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Masters/slideMaster1.xml" ContentType="application/vnd.openxmlformats-officedocument.presentationml.slideMaster+xml"/>
  <Override PartName="/ppt/slideLayouts/slideLayout11.xml" ContentType="application/vnd.openxmlformats-officedocument.presentationml.slideLayout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8.xml" ContentType="application/vnd.openxmlformats-officedocument.presentationml.slideLayout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ppt/ink/ink2226.xml" ContentType="application/inkml+xml"/>
  <Override PartName="/ppt/ink/ink2227.xml" ContentType="application/inkml+xml"/>
  <Override PartName="/ppt/ink/ink2228.xml" ContentType="application/inkml+xml"/>
  <Override PartName="/ppt/ink/ink2229.xml" ContentType="application/inkml+xml"/>
  <Override PartName="/ppt/ink/ink2230.xml" ContentType="application/inkml+xml"/>
  <Override PartName="/ppt/ink/ink2231.xml" ContentType="application/inkml+xml"/>
  <Override PartName="/ppt/ink/ink2232.xml" ContentType="application/inkml+xml"/>
  <Override PartName="/ppt/ink/ink2233.xml" ContentType="application/inkml+xml"/>
  <Override PartName="/ppt/ink/ink2234.xml" ContentType="application/inkml+xml"/>
  <Override PartName="/ppt/ink/ink2235.xml" ContentType="application/inkml+xml"/>
  <Override PartName="/ppt/ink/ink2236.xml" ContentType="application/inkml+xml"/>
  <Override PartName="/ppt/ink/ink2237.xml" ContentType="application/inkml+xml"/>
  <Override PartName="/ppt/ink/ink2238.xml" ContentType="application/inkml+xml"/>
  <Override PartName="/ppt/ink/ink2239.xml" ContentType="application/inkml+xml"/>
  <Override PartName="/ppt/ink/ink2240.xml" ContentType="application/inkml+xml"/>
  <Override PartName="/ppt/ink/ink2241.xml" ContentType="application/inkml+xml"/>
  <Override PartName="/ppt/ink/ink2242.xml" ContentType="application/inkml+xml"/>
  <Override PartName="/ppt/ink/ink2243.xml" ContentType="application/inkml+xml"/>
  <Override PartName="/ppt/ink/ink2244.xml" ContentType="application/inkml+xml"/>
  <Override PartName="/ppt/ink/ink2245.xml" ContentType="application/inkml+xml"/>
  <Override PartName="/ppt/ink/ink2246.xml" ContentType="application/inkml+xml"/>
  <Override PartName="/ppt/ink/ink2247.xml" ContentType="application/inkml+xml"/>
  <Override PartName="/ppt/ink/ink2248.xml" ContentType="application/inkml+xml"/>
  <Override PartName="/ppt/ink/ink2249.xml" ContentType="application/inkml+xml"/>
  <Override PartName="/ppt/ink/ink2250.xml" ContentType="application/inkml+xml"/>
  <Override PartName="/ppt/ink/ink2251.xml" ContentType="application/inkml+xml"/>
  <Override PartName="/ppt/ink/ink2252.xml" ContentType="application/inkml+xml"/>
  <Override PartName="/ppt/ink/ink2253.xml" ContentType="application/inkml+xml"/>
  <Override PartName="/ppt/ink/ink2254.xml" ContentType="application/inkml+xml"/>
  <Override PartName="/ppt/ink/ink2255.xml" ContentType="application/inkml+xml"/>
  <Override PartName="/ppt/ink/ink2256.xml" ContentType="application/inkml+xml"/>
  <Override PartName="/ppt/ink/ink2257.xml" ContentType="application/inkml+xml"/>
  <Override PartName="/ppt/ink/ink2258.xml" ContentType="application/inkml+xml"/>
  <Override PartName="/ppt/ink/ink2259.xml" ContentType="application/inkml+xml"/>
  <Override PartName="/ppt/ink/ink2260.xml" ContentType="application/inkml+xml"/>
  <Override PartName="/ppt/ink/ink2261.xml" ContentType="application/inkml+xml"/>
  <Override PartName="/ppt/ink/ink2262.xml" ContentType="application/inkml+xml"/>
  <Override PartName="/ppt/ink/ink2263.xml" ContentType="application/inkml+xml"/>
  <Override PartName="/ppt/ink/ink2264.xml" ContentType="application/inkml+xml"/>
  <Override PartName="/ppt/ink/ink2265.xml" ContentType="application/inkml+xml"/>
  <Override PartName="/ppt/ink/ink2266.xml" ContentType="application/inkml+xml"/>
  <Override PartName="/ppt/ink/ink2267.xml" ContentType="application/inkml+xml"/>
  <Override PartName="/ppt/ink/ink2268.xml" ContentType="application/inkml+xml"/>
  <Override PartName="/ppt/ink/ink2269.xml" ContentType="application/inkml+xml"/>
  <Override PartName="/ppt/ink/ink2270.xml" ContentType="application/inkml+xml"/>
  <Override PartName="/ppt/ink/ink2271.xml" ContentType="application/inkml+xml"/>
  <Override PartName="/ppt/ink/ink2272.xml" ContentType="application/inkml+xml"/>
  <Override PartName="/ppt/ink/ink2273.xml" ContentType="application/inkml+xml"/>
  <Override PartName="/ppt/ink/ink2274.xml" ContentType="application/inkml+xml"/>
  <Override PartName="/ppt/ink/ink2275.xml" ContentType="application/inkml+xml"/>
  <Override PartName="/ppt/ink/ink2276.xml" ContentType="application/inkml+xml"/>
  <Override PartName="/ppt/ink/ink2277.xml" ContentType="application/inkml+xml"/>
  <Override PartName="/ppt/ink/ink2278.xml" ContentType="application/inkml+xml"/>
  <Override PartName="/ppt/ink/ink2279.xml" ContentType="application/inkml+xml"/>
  <Override PartName="/ppt/ink/ink2280.xml" ContentType="application/inkml+xml"/>
  <Override PartName="/ppt/ink/ink2281.xml" ContentType="application/inkml+xml"/>
  <Override PartName="/ppt/ink/ink2282.xml" ContentType="application/inkml+xml"/>
  <Override PartName="/ppt/ink/ink2283.xml" ContentType="application/inkml+xml"/>
  <Override PartName="/ppt/ink/ink2284.xml" ContentType="application/inkml+xml"/>
  <Override PartName="/ppt/ink/ink2285.xml" ContentType="application/inkml+xml"/>
  <Override PartName="/ppt/ink/ink2286.xml" ContentType="application/inkml+xml"/>
  <Override PartName="/ppt/ink/ink2287.xml" ContentType="application/inkml+xml"/>
  <Override PartName="/ppt/ink/ink2288.xml" ContentType="application/inkml+xml"/>
  <Override PartName="/ppt/ink/ink2289.xml" ContentType="application/inkml+xml"/>
  <Override PartName="/ppt/ink/ink2290.xml" ContentType="application/inkml+xml"/>
  <Override PartName="/ppt/ink/ink2291.xml" ContentType="application/inkml+xml"/>
  <Override PartName="/ppt/ink/ink2292.xml" ContentType="application/inkml+xml"/>
  <Override PartName="/ppt/ink/ink2293.xml" ContentType="application/inkml+xml"/>
  <Override PartName="/ppt/ink/ink2294.xml" ContentType="application/inkml+xml"/>
  <Override PartName="/ppt/ink/ink2295.xml" ContentType="application/inkml+xml"/>
  <Override PartName="/ppt/ink/ink2296.xml" ContentType="application/inkml+xml"/>
  <Override PartName="/ppt/ink/ink2297.xml" ContentType="application/inkml+xml"/>
  <Override PartName="/ppt/ink/ink2298.xml" ContentType="application/inkml+xml"/>
  <Override PartName="/ppt/ink/ink2299.xml" ContentType="application/inkml+xml"/>
  <Override PartName="/ppt/ink/ink2300.xml" ContentType="application/inkml+xml"/>
  <Override PartName="/ppt/ink/ink2301.xml" ContentType="application/inkml+xml"/>
  <Override PartName="/ppt/ink/ink2302.xml" ContentType="application/inkml+xml"/>
  <Override PartName="/ppt/ink/ink2303.xml" ContentType="application/inkml+xml"/>
  <Override PartName="/ppt/ink/ink2304.xml" ContentType="application/inkml+xml"/>
  <Override PartName="/ppt/ink/ink2305.xml" ContentType="application/inkml+xml"/>
  <Override PartName="/ppt/ink/ink2306.xml" ContentType="application/inkml+xml"/>
  <Override PartName="/ppt/ink/ink2307.xml" ContentType="application/inkml+xml"/>
  <Override PartName="/ppt/ink/ink2308.xml" ContentType="application/inkml+xml"/>
  <Override PartName="/ppt/ink/ink2309.xml" ContentType="application/inkml+xml"/>
  <Override PartName="/ppt/ink/ink2310.xml" ContentType="application/inkml+xml"/>
  <Override PartName="/ppt/ink/ink2311.xml" ContentType="application/inkml+xml"/>
  <Override PartName="/ppt/ink/ink2312.xml" ContentType="application/inkml+xml"/>
  <Override PartName="/ppt/ink/ink2313.xml" ContentType="application/inkml+xml"/>
  <Override PartName="/ppt/ink/ink2314.xml" ContentType="application/inkml+xml"/>
  <Override PartName="/ppt/ink/ink2315.xml" ContentType="application/inkml+xml"/>
  <Override PartName="/ppt/ink/ink2316.xml" ContentType="application/inkml+xml"/>
  <Override PartName="/ppt/ink/ink2317.xml" ContentType="application/inkml+xml"/>
  <Override PartName="/ppt/ink/ink2318.xml" ContentType="application/inkml+xml"/>
  <Override PartName="/ppt/ink/ink2319.xml" ContentType="application/inkml+xml"/>
  <Override PartName="/ppt/ink/ink2320.xml" ContentType="application/inkml+xml"/>
  <Override PartName="/ppt/ink/ink2321.xml" ContentType="application/inkml+xml"/>
  <Override PartName="/ppt/ink/ink2322.xml" ContentType="application/inkml+xml"/>
  <Override PartName="/ppt/ink/ink2323.xml" ContentType="application/inkml+xml"/>
  <Override PartName="/ppt/ink/ink2324.xml" ContentType="application/inkml+xml"/>
  <Override PartName="/ppt/ink/ink2325.xml" ContentType="application/inkml+xml"/>
  <Override PartName="/ppt/ink/ink2326.xml" ContentType="application/inkml+xml"/>
  <Override PartName="/ppt/ink/ink2327.xml" ContentType="application/inkml+xml"/>
  <Override PartName="/ppt/ink/ink2328.xml" ContentType="application/inkml+xml"/>
  <Override PartName="/ppt/ink/ink2329.xml" ContentType="application/inkml+xml"/>
  <Override PartName="/ppt/ink/ink2330.xml" ContentType="application/inkml+xml"/>
  <Override PartName="/ppt/ink/ink2331.xml" ContentType="application/inkml+xml"/>
  <Override PartName="/ppt/ink/ink2332.xml" ContentType="application/inkml+xml"/>
  <Override PartName="/ppt/ink/ink2333.xml" ContentType="application/inkml+xml"/>
  <Override PartName="/ppt/ink/ink2334.xml" ContentType="application/inkml+xml"/>
  <Override PartName="/ppt/ink/ink2335.xml" ContentType="application/inkml+xml"/>
  <Override PartName="/ppt/ink/ink2336.xml" ContentType="application/inkml+xml"/>
  <Override PartName="/ppt/ink/ink2337.xml" ContentType="application/inkml+xml"/>
  <Override PartName="/ppt/ink/ink2338.xml" ContentType="application/inkml+xml"/>
  <Override PartName="/ppt/ink/ink2339.xml" ContentType="application/inkml+xml"/>
  <Override PartName="/ppt/ink/ink2340.xml" ContentType="application/inkml+xml"/>
  <Override PartName="/ppt/ink/ink2341.xml" ContentType="application/inkml+xml"/>
  <Override PartName="/ppt/ink/ink2342.xml" ContentType="application/inkml+xml"/>
  <Override PartName="/ppt/ink/ink2343.xml" ContentType="application/inkml+xml"/>
  <Override PartName="/ppt/ink/ink2344.xml" ContentType="application/inkml+xml"/>
  <Override PartName="/ppt/ink/ink2345.xml" ContentType="application/inkml+xml"/>
  <Override PartName="/ppt/ink/ink2346.xml" ContentType="application/inkml+xml"/>
  <Override PartName="/ppt/ink/ink2347.xml" ContentType="application/inkml+xml"/>
  <Override PartName="/ppt/ink/ink2348.xml" ContentType="application/inkml+xml"/>
  <Override PartName="/ppt/ink/ink2349.xml" ContentType="application/inkml+xml"/>
  <Override PartName="/ppt/ink/ink2350.xml" ContentType="application/inkml+xml"/>
  <Override PartName="/ppt/ink/ink2351.xml" ContentType="application/inkml+xml"/>
  <Override PartName="/ppt/ink/ink2352.xml" ContentType="application/inkml+xml"/>
  <Override PartName="/ppt/ink/ink2353.xml" ContentType="application/inkml+xml"/>
  <Override PartName="/ppt/ink/ink2354.xml" ContentType="application/inkml+xml"/>
  <Override PartName="/ppt/ink/ink2355.xml" ContentType="application/inkml+xml"/>
  <Override PartName="/ppt/ink/ink2356.xml" ContentType="application/inkml+xml"/>
  <Override PartName="/ppt/ink/ink2357.xml" ContentType="application/inkml+xml"/>
  <Override PartName="/ppt/ink/ink2358.xml" ContentType="application/inkml+xml"/>
  <Override PartName="/ppt/ink/ink2359.xml" ContentType="application/inkml+xml"/>
  <Override PartName="/ppt/ink/ink2360.xml" ContentType="application/inkml+xml"/>
  <Override PartName="/ppt/ink/ink2361.xml" ContentType="application/inkml+xml"/>
  <Override PartName="/ppt/ink/ink2362.xml" ContentType="application/inkml+xml"/>
  <Override PartName="/ppt/ink/ink2363.xml" ContentType="application/inkml+xml"/>
  <Override PartName="/ppt/ink/ink2364.xml" ContentType="application/inkml+xml"/>
  <Override PartName="/ppt/ink/ink2365.xml" ContentType="application/inkml+xml"/>
  <Override PartName="/ppt/ink/ink2366.xml" ContentType="application/inkml+xml"/>
  <Override PartName="/ppt/ink/ink2367.xml" ContentType="application/inkml+xml"/>
  <Override PartName="/ppt/ink/ink2368.xml" ContentType="application/inkml+xml"/>
  <Override PartName="/ppt/ink/ink2369.xml" ContentType="application/inkml+xml"/>
  <Override PartName="/ppt/ink/ink2370.xml" ContentType="application/inkml+xml"/>
  <Override PartName="/ppt/ink/ink2371.xml" ContentType="application/inkml+xml"/>
  <Override PartName="/ppt/ink/ink2372.xml" ContentType="application/inkml+xml"/>
  <Override PartName="/ppt/ink/ink2373.xml" ContentType="application/inkml+xml"/>
  <Override PartName="/ppt/ink/ink2374.xml" ContentType="application/inkml+xml"/>
  <Override PartName="/ppt/ink/ink2375.xml" ContentType="application/inkml+xml"/>
  <Override PartName="/ppt/ink/ink2376.xml" ContentType="application/inkml+xml"/>
  <Override PartName="/ppt/ink/ink2377.xml" ContentType="application/inkml+xml"/>
  <Override PartName="/ppt/ink/ink2378.xml" ContentType="application/inkml+xml"/>
  <Override PartName="/ppt/ink/ink2379.xml" ContentType="application/inkml+xml"/>
  <Override PartName="/ppt/ink/ink2380.xml" ContentType="application/inkml+xml"/>
  <Override PartName="/ppt/ink/ink2381.xml" ContentType="application/inkml+xml"/>
  <Override PartName="/ppt/ink/ink2382.xml" ContentType="application/inkml+xml"/>
  <Override PartName="/ppt/ink/ink2383.xml" ContentType="application/inkml+xml"/>
  <Override PartName="/ppt/ink/ink2384.xml" ContentType="application/inkml+xml"/>
  <Override PartName="/ppt/ink/ink2385.xml" ContentType="application/inkml+xml"/>
  <Override PartName="/ppt/ink/ink2386.xml" ContentType="application/inkml+xml"/>
  <Override PartName="/ppt/ink/ink2387.xml" ContentType="application/inkml+xml"/>
  <Override PartName="/ppt/ink/ink2388.xml" ContentType="application/inkml+xml"/>
  <Override PartName="/ppt/ink/ink2389.xml" ContentType="application/inkml+xml"/>
  <Override PartName="/ppt/ink/ink2390.xml" ContentType="application/inkml+xml"/>
  <Override PartName="/ppt/ink/ink2391.xml" ContentType="application/inkml+xml"/>
  <Override PartName="/ppt/ink/ink2392.xml" ContentType="application/inkml+xml"/>
  <Override PartName="/ppt/ink/ink2393.xml" ContentType="application/inkml+xml"/>
  <Override PartName="/ppt/ink/ink2394.xml" ContentType="application/inkml+xml"/>
  <Override PartName="/ppt/ink/ink2395.xml" ContentType="application/inkml+xml"/>
  <Override PartName="/ppt/ink/ink2396.xml" ContentType="application/inkml+xml"/>
  <Override PartName="/ppt/ink/ink2397.xml" ContentType="application/inkml+xml"/>
  <Override PartName="/ppt/ink/ink2398.xml" ContentType="application/inkml+xml"/>
  <Override PartName="/ppt/ink/ink2399.xml" ContentType="application/inkml+xml"/>
  <Override PartName="/ppt/ink/ink2400.xml" ContentType="application/inkml+xml"/>
  <Override PartName="/ppt/ink/ink2401.xml" ContentType="application/inkml+xml"/>
  <Override PartName="/ppt/ink/ink2402.xml" ContentType="application/inkml+xml"/>
  <Override PartName="/ppt/ink/ink2403.xml" ContentType="application/inkml+xml"/>
  <Override PartName="/ppt/ink/ink2404.xml" ContentType="application/inkml+xml"/>
  <Override PartName="/ppt/ink/ink2405.xml" ContentType="application/inkml+xml"/>
  <Override PartName="/ppt/ink/ink2406.xml" ContentType="application/inkml+xml"/>
  <Override PartName="/ppt/ink/ink2407.xml" ContentType="application/inkml+xml"/>
  <Override PartName="/ppt/ink/ink2408.xml" ContentType="application/inkml+xml"/>
  <Override PartName="/ppt/ink/ink2409.xml" ContentType="application/inkml+xml"/>
  <Override PartName="/ppt/ink/ink2410.xml" ContentType="application/inkml+xml"/>
  <Override PartName="/ppt/ink/ink2411.xml" ContentType="application/inkml+xml"/>
  <Override PartName="/ppt/ink/ink2412.xml" ContentType="application/inkml+xml"/>
  <Override PartName="/ppt/ink/ink2413.xml" ContentType="application/inkml+xml"/>
  <Override PartName="/ppt/ink/ink2414.xml" ContentType="application/inkml+xml"/>
  <Override PartName="/ppt/ink/ink2415.xml" ContentType="application/inkml+xml"/>
  <Override PartName="/ppt/ink/ink2416.xml" ContentType="application/inkml+xml"/>
  <Override PartName="/ppt/ink/ink2417.xml" ContentType="application/inkml+xml"/>
  <Override PartName="/ppt/ink/ink2418.xml" ContentType="application/inkml+xml"/>
  <Override PartName="/ppt/ink/ink2419.xml" ContentType="application/inkml+xml"/>
  <Override PartName="/ppt/ink/ink2420.xml" ContentType="application/inkml+xml"/>
  <Override PartName="/ppt/ink/ink2421.xml" ContentType="application/inkml+xml"/>
  <Override PartName="/ppt/ink/ink2422.xml" ContentType="application/inkml+xml"/>
  <Override PartName="/ppt/ink/ink2423.xml" ContentType="application/inkml+xml"/>
  <Override PartName="/ppt/ink/ink2424.xml" ContentType="application/inkml+xml"/>
  <Override PartName="/ppt/ink/ink2425.xml" ContentType="application/inkml+xml"/>
  <Override PartName="/ppt/ink/ink2426.xml" ContentType="application/inkml+xml"/>
  <Override PartName="/ppt/ink/ink2427.xml" ContentType="application/inkml+xml"/>
  <Override PartName="/ppt/ink/ink2428.xml" ContentType="application/inkml+xml"/>
  <Override PartName="/ppt/ink/ink2429.xml" ContentType="application/inkml+xml"/>
  <Override PartName="/ppt/ink/ink2430.xml" ContentType="application/inkml+xml"/>
  <Override PartName="/ppt/ink/ink2431.xml" ContentType="application/inkml+xml"/>
  <Override PartName="/ppt/ink/ink2432.xml" ContentType="application/inkml+xml"/>
  <Override PartName="/ppt/ink/ink2433.xml" ContentType="application/inkml+xml"/>
  <Override PartName="/ppt/ink/ink2434.xml" ContentType="application/inkml+xml"/>
  <Override PartName="/ppt/ink/ink2435.xml" ContentType="application/inkml+xml"/>
  <Override PartName="/ppt/ink/ink2436.xml" ContentType="application/inkml+xml"/>
  <Override PartName="/ppt/ink/ink2437.xml" ContentType="application/inkml+xml"/>
  <Override PartName="/ppt/ink/ink2438.xml" ContentType="application/inkml+xml"/>
  <Override PartName="/ppt/ink/ink2439.xml" ContentType="application/inkml+xml"/>
  <Override PartName="/ppt/ink/ink2440.xml" ContentType="application/inkml+xml"/>
  <Override PartName="/ppt/ink/ink2441.xml" ContentType="application/inkml+xml"/>
  <Override PartName="/ppt/ink/ink2442.xml" ContentType="application/inkml+xml"/>
  <Override PartName="/ppt/ink/ink2443.xml" ContentType="application/inkml+xml"/>
  <Override PartName="/ppt/ink/ink2444.xml" ContentType="application/inkml+xml"/>
  <Override PartName="/ppt/ink/ink2445.xml" ContentType="application/inkml+xml"/>
  <Override PartName="/ppt/ink/ink2446.xml" ContentType="application/inkml+xml"/>
  <Override PartName="/ppt/ink/ink2447.xml" ContentType="application/inkml+xml"/>
  <Override PartName="/ppt/ink/ink2448.xml" ContentType="application/inkml+xml"/>
  <Override PartName="/ppt/ink/ink2449.xml" ContentType="application/inkml+xml"/>
  <Override PartName="/ppt/ink/ink2450.xml" ContentType="application/inkml+xml"/>
  <Override PartName="/ppt/ink/ink2451.xml" ContentType="application/inkml+xml"/>
  <Override PartName="/ppt/ink/ink2452.xml" ContentType="application/inkml+xml"/>
  <Override PartName="/ppt/ink/ink2453.xml" ContentType="application/inkml+xml"/>
  <Override PartName="/ppt/ink/ink2454.xml" ContentType="application/inkml+xml"/>
  <Override PartName="/ppt/ink/ink2455.xml" ContentType="application/inkml+xml"/>
  <Override PartName="/ppt/ink/ink2456.xml" ContentType="application/inkml+xml"/>
  <Override PartName="/ppt/ink/ink2457.xml" ContentType="application/inkml+xml"/>
  <Override PartName="/ppt/ink/ink2458.xml" ContentType="application/inkml+xml"/>
  <Override PartName="/ppt/ink/ink2459.xml" ContentType="application/inkml+xml"/>
  <Override PartName="/ppt/ink/ink2460.xml" ContentType="application/inkml+xml"/>
  <Override PartName="/ppt/ink/ink2461.xml" ContentType="application/inkml+xml"/>
  <Override PartName="/ppt/ink/ink2462.xml" ContentType="application/inkml+xml"/>
  <Override PartName="/ppt/ink/ink2463.xml" ContentType="application/inkml+xml"/>
  <Override PartName="/ppt/ink/ink2464.xml" ContentType="application/inkml+xml"/>
  <Override PartName="/ppt/ink/ink2465.xml" ContentType="application/inkml+xml"/>
  <Override PartName="/ppt/ink/ink2466.xml" ContentType="application/inkml+xml"/>
  <Override PartName="/ppt/ink/ink2467.xml" ContentType="application/inkml+xml"/>
  <Override PartName="/ppt/ink/ink2468.xml" ContentType="application/inkml+xml"/>
  <Override PartName="/ppt/ink/ink2469.xml" ContentType="application/inkml+xml"/>
  <Override PartName="/ppt/ink/ink2470.xml" ContentType="application/inkml+xml"/>
  <Override PartName="/ppt/ink/ink2471.xml" ContentType="application/inkml+xml"/>
  <Override PartName="/ppt/ink/ink2472.xml" ContentType="application/inkml+xml"/>
  <Override PartName="/ppt/ink/ink2473.xml" ContentType="application/inkml+xml"/>
  <Override PartName="/ppt/ink/ink2474.xml" ContentType="application/inkml+xml"/>
  <Override PartName="/ppt/ink/ink2475.xml" ContentType="application/inkml+xml"/>
  <Override PartName="/ppt/ink/ink2476.xml" ContentType="application/inkml+xml"/>
  <Override PartName="/ppt/ink/ink2477.xml" ContentType="application/inkml+xml"/>
  <Override PartName="/ppt/ink/ink2478.xml" ContentType="application/inkml+xml"/>
  <Override PartName="/ppt/ink/ink2479.xml" ContentType="application/inkml+xml"/>
  <Override PartName="/ppt/ink/ink2480.xml" ContentType="application/inkml+xml"/>
  <Override PartName="/ppt/ink/ink2481.xml" ContentType="application/inkml+xml"/>
  <Override PartName="/ppt/ink/ink2482.xml" ContentType="application/inkml+xml"/>
  <Override PartName="/ppt/ink/ink2483.xml" ContentType="application/inkml+xml"/>
  <Override PartName="/ppt/ink/ink2484.xml" ContentType="application/inkml+xml"/>
  <Override PartName="/ppt/ink/ink2485.xml" ContentType="application/inkml+xml"/>
  <Override PartName="/ppt/ink/ink2486.xml" ContentType="application/inkml+xml"/>
  <Override PartName="/ppt/ink/ink2487.xml" ContentType="application/inkml+xml"/>
  <Override PartName="/ppt/ink/ink2488.xml" ContentType="application/inkml+xml"/>
  <Override PartName="/ppt/ink/ink2489.xml" ContentType="application/inkml+xml"/>
  <Override PartName="/ppt/ink/ink2490.xml" ContentType="application/inkml+xml"/>
  <Override PartName="/ppt/ink/ink2491.xml" ContentType="application/inkml+xml"/>
  <Override PartName="/ppt/ink/ink2492.xml" ContentType="application/inkml+xml"/>
  <Override PartName="/ppt/ink/ink2493.xml" ContentType="application/inkml+xml"/>
  <Override PartName="/ppt/ink/ink2494.xml" ContentType="application/inkml+xml"/>
  <Override PartName="/ppt/ink/ink2495.xml" ContentType="application/inkml+xml"/>
  <Override PartName="/ppt/ink/ink2496.xml" ContentType="application/inkml+xml"/>
  <Override PartName="/ppt/ink/ink2497.xml" ContentType="application/inkml+xml"/>
  <Override PartName="/ppt/ink/ink2498.xml" ContentType="application/inkml+xml"/>
  <Override PartName="/ppt/ink/ink2499.xml" ContentType="application/inkml+xml"/>
  <Override PartName="/ppt/ink/ink2500.xml" ContentType="application/inkml+xml"/>
  <Override PartName="/ppt/ink/ink2501.xml" ContentType="application/inkml+xml"/>
  <Override PartName="/ppt/ink/ink2502.xml" ContentType="application/inkml+xml"/>
  <Override PartName="/ppt/ink/ink2503.xml" ContentType="application/inkml+xml"/>
  <Override PartName="/ppt/ink/ink2504.xml" ContentType="application/inkml+xml"/>
  <Override PartName="/ppt/ink/ink2505.xml" ContentType="application/inkml+xml"/>
  <Override PartName="/ppt/ink/ink2506.xml" ContentType="application/inkml+xml"/>
  <Override PartName="/ppt/ink/ink2507.xml" ContentType="application/inkml+xml"/>
  <Override PartName="/ppt/ink/ink2508.xml" ContentType="application/inkml+xml"/>
  <Override PartName="/ppt/ink/ink2509.xml" ContentType="application/inkml+xml"/>
  <Override PartName="/ppt/ink/ink2510.xml" ContentType="application/inkml+xml"/>
  <Override PartName="/ppt/ink/ink2511.xml" ContentType="application/inkml+xml"/>
  <Override PartName="/ppt/ink/ink2512.xml" ContentType="application/inkml+xml"/>
  <Override PartName="/ppt/ink/ink2513.xml" ContentType="application/inkml+xml"/>
  <Override PartName="/ppt/ink/ink2514.xml" ContentType="application/inkml+xml"/>
  <Override PartName="/ppt/ink/ink2515.xml" ContentType="application/inkml+xml"/>
  <Override PartName="/ppt/ink/ink2516.xml" ContentType="application/inkml+xml"/>
  <Override PartName="/ppt/ink/ink2517.xml" ContentType="application/inkml+xml"/>
  <Override PartName="/ppt/ink/ink2518.xml" ContentType="application/inkml+xml"/>
  <Override PartName="/ppt/ink/ink2519.xml" ContentType="application/inkml+xml"/>
  <Override PartName="/ppt/ink/ink2520.xml" ContentType="application/inkml+xml"/>
  <Override PartName="/ppt/ink/ink2521.xml" ContentType="application/inkml+xml"/>
  <Override PartName="/ppt/ink/ink2522.xml" ContentType="application/inkml+xml"/>
  <Override PartName="/ppt/ink/ink2523.xml" ContentType="application/inkml+xml"/>
  <Override PartName="/ppt/ink/ink2524.xml" ContentType="application/inkml+xml"/>
  <Override PartName="/ppt/ink/ink2525.xml" ContentType="application/inkml+xml"/>
  <Override PartName="/ppt/ink/ink2526.xml" ContentType="application/inkml+xml"/>
  <Override PartName="/ppt/ink/ink2527.xml" ContentType="application/inkml+xml"/>
  <Override PartName="/ppt/ink/ink2528.xml" ContentType="application/inkml+xml"/>
  <Override PartName="/ppt/ink/ink2529.xml" ContentType="application/inkml+xml"/>
  <Override PartName="/ppt/ink/ink2530.xml" ContentType="application/inkml+xml"/>
  <Override PartName="/ppt/ink/ink2531.xml" ContentType="application/inkml+xml"/>
  <Override PartName="/ppt/ink/ink2532.xml" ContentType="application/inkml+xml"/>
  <Override PartName="/ppt/ink/ink2533.xml" ContentType="application/inkml+xml"/>
  <Override PartName="/ppt/ink/ink2534.xml" ContentType="application/inkml+xml"/>
  <Override PartName="/ppt/ink/ink2535.xml" ContentType="application/inkml+xml"/>
  <Override PartName="/ppt/ink/ink2536.xml" ContentType="application/inkml+xml"/>
  <Override PartName="/ppt/ink/ink2537.xml" ContentType="application/inkml+xml"/>
  <Override PartName="/ppt/ink/ink2538.xml" ContentType="application/inkml+xml"/>
  <Override PartName="/ppt/ink/ink2539.xml" ContentType="application/inkml+xml"/>
  <Override PartName="/ppt/ink/ink2540.xml" ContentType="application/inkml+xml"/>
  <Override PartName="/ppt/ink/ink2541.xml" ContentType="application/inkml+xml"/>
  <Override PartName="/ppt/ink/ink2542.xml" ContentType="application/inkml+xml"/>
  <Override PartName="/ppt/ink/ink2543.xml" ContentType="application/inkml+xml"/>
  <Override PartName="/ppt/ink/ink2544.xml" ContentType="application/inkml+xml"/>
  <Override PartName="/ppt/ink/ink2545.xml" ContentType="application/inkml+xml"/>
  <Override PartName="/ppt/ink/ink2546.xml" ContentType="application/inkml+xml"/>
  <Override PartName="/ppt/ink/ink2547.xml" ContentType="application/inkml+xml"/>
  <Override PartName="/ppt/ink/ink2548.xml" ContentType="application/inkml+xml"/>
  <Override PartName="/ppt/ink/ink2549.xml" ContentType="application/inkml+xml"/>
  <Override PartName="/ppt/ink/ink2550.xml" ContentType="application/inkml+xml"/>
  <Override PartName="/ppt/ink/ink2551.xml" ContentType="application/inkml+xml"/>
  <Override PartName="/ppt/ink/ink2552.xml" ContentType="application/inkml+xml"/>
  <Override PartName="/ppt/ink/ink2553.xml" ContentType="application/inkml+xml"/>
  <Override PartName="/ppt/ink/ink2554.xml" ContentType="application/inkml+xml"/>
  <Override PartName="/ppt/ink/ink2555.xml" ContentType="application/inkml+xml"/>
  <Override PartName="/ppt/ink/ink2556.xml" ContentType="application/inkml+xml"/>
  <Override PartName="/ppt/ink/ink2557.xml" ContentType="application/inkml+xml"/>
  <Override PartName="/ppt/ink/ink2558.xml" ContentType="application/inkml+xml"/>
  <Override PartName="/ppt/ink/ink2559.xml" ContentType="application/inkml+xml"/>
  <Override PartName="/ppt/ink/ink2560.xml" ContentType="application/inkml+xml"/>
  <Override PartName="/ppt/ink/ink2561.xml" ContentType="application/inkml+xml"/>
  <Override PartName="/ppt/ink/ink2562.xml" ContentType="application/inkml+xml"/>
  <Override PartName="/ppt/ink/ink2563.xml" ContentType="application/inkml+xml"/>
  <Override PartName="/ppt/ink/ink2564.xml" ContentType="application/inkml+xml"/>
  <Override PartName="/ppt/ink/ink2565.xml" ContentType="application/inkml+xml"/>
  <Override PartName="/ppt/ink/ink2566.xml" ContentType="application/inkml+xml"/>
  <Override PartName="/ppt/ink/ink2567.xml" ContentType="application/inkml+xml"/>
  <Override PartName="/ppt/ink/ink2568.xml" ContentType="application/inkml+xml"/>
  <Override PartName="/ppt/ink/ink2569.xml" ContentType="application/inkml+xml"/>
  <Override PartName="/ppt/ink/ink2570.xml" ContentType="application/inkml+xml"/>
  <Override PartName="/ppt/ink/ink2571.xml" ContentType="application/inkml+xml"/>
  <Override PartName="/ppt/ink/ink2572.xml" ContentType="application/inkml+xml"/>
  <Override PartName="/ppt/ink/ink2573.xml" ContentType="application/inkml+xml"/>
  <Override PartName="/ppt/ink/ink2574.xml" ContentType="application/inkml+xml"/>
  <Override PartName="/ppt/ink/ink2575.xml" ContentType="application/inkml+xml"/>
  <Override PartName="/ppt/ink/ink2576.xml" ContentType="application/inkml+xml"/>
  <Override PartName="/ppt/ink/ink2577.xml" ContentType="application/inkml+xml"/>
  <Override PartName="/ppt/ink/ink2578.xml" ContentType="application/inkml+xml"/>
  <Override PartName="/ppt/ink/ink2579.xml" ContentType="application/inkml+xml"/>
  <Override PartName="/ppt/ink/ink2580.xml" ContentType="application/inkml+xml"/>
  <Override PartName="/ppt/ink/ink2581.xml" ContentType="application/inkml+xml"/>
  <Override PartName="/ppt/ink/ink2582.xml" ContentType="application/inkml+xml"/>
  <Override PartName="/ppt/ink/ink2583.xml" ContentType="application/inkml+xml"/>
  <Override PartName="/ppt/ink/ink2584.xml" ContentType="application/inkml+xml"/>
  <Override PartName="/ppt/ink/ink2585.xml" ContentType="application/inkml+xml"/>
  <Override PartName="/ppt/ink/ink2586.xml" ContentType="application/inkml+xml"/>
  <Override PartName="/ppt/ink/ink2587.xml" ContentType="application/inkml+xml"/>
  <Override PartName="/ppt/ink/ink2588.xml" ContentType="application/inkml+xml"/>
  <Override PartName="/ppt/ink/ink2589.xml" ContentType="application/inkml+xml"/>
  <Override PartName="/ppt/ink/ink2590.xml" ContentType="application/inkml+xml"/>
  <Override PartName="/ppt/ink/ink2591.xml" ContentType="application/inkml+xml"/>
  <Override PartName="/ppt/ink/ink2592.xml" ContentType="application/inkml+xml"/>
  <Override PartName="/ppt/ink/ink2593.xml" ContentType="application/inkml+xml"/>
  <Override PartName="/ppt/ink/ink2594.xml" ContentType="application/inkml+xml"/>
  <Override PartName="/ppt/ink/ink2595.xml" ContentType="application/inkml+xml"/>
  <Override PartName="/ppt/ink/ink2596.xml" ContentType="application/inkml+xml"/>
  <Override PartName="/ppt/ink/ink2597.xml" ContentType="application/inkml+xml"/>
  <Override PartName="/ppt/ink/ink2598.xml" ContentType="application/inkml+xml"/>
  <Override PartName="/ppt/ink/ink2599.xml" ContentType="application/inkml+xml"/>
  <Override PartName="/ppt/ink/ink2600.xml" ContentType="application/inkml+xml"/>
  <Override PartName="/ppt/ink/ink2601.xml" ContentType="application/inkml+xml"/>
  <Override PartName="/ppt/ink/ink2602.xml" ContentType="application/inkml+xml"/>
  <Override PartName="/ppt/ink/ink2603.xml" ContentType="application/inkml+xml"/>
  <Override PartName="/ppt/ink/ink2604.xml" ContentType="application/inkml+xml"/>
  <Override PartName="/ppt/ink/ink2605.xml" ContentType="application/inkml+xml"/>
  <Override PartName="/ppt/ink/ink2606.xml" ContentType="application/inkml+xml"/>
  <Override PartName="/ppt/ink/ink2607.xml" ContentType="application/inkml+xml"/>
  <Override PartName="/ppt/ink/ink2608.xml" ContentType="application/inkml+xml"/>
  <Override PartName="/ppt/ink/ink2609.xml" ContentType="application/inkml+xml"/>
  <Override PartName="/ppt/ink/ink2610.xml" ContentType="application/inkml+xml"/>
  <Override PartName="/ppt/ink/ink2611.xml" ContentType="application/inkml+xml"/>
  <Override PartName="/ppt/ink/ink2612.xml" ContentType="application/inkml+xml"/>
  <Override PartName="/ppt/ink/ink2613.xml" ContentType="application/inkml+xml"/>
  <Override PartName="/ppt/ink/ink2614.xml" ContentType="application/inkml+xml"/>
  <Override PartName="/ppt/ink/ink2615.xml" ContentType="application/inkml+xml"/>
  <Override PartName="/ppt/ink/ink2616.xml" ContentType="application/inkml+xml"/>
  <Override PartName="/ppt/ink/ink2617.xml" ContentType="application/inkml+xml"/>
  <Override PartName="/ppt/ink/ink2618.xml" ContentType="application/inkml+xml"/>
  <Override PartName="/ppt/ink/ink2619.xml" ContentType="application/inkml+xml"/>
  <Override PartName="/ppt/ink/ink2620.xml" ContentType="application/inkml+xml"/>
  <Override PartName="/ppt/ink/ink2621.xml" ContentType="application/inkml+xml"/>
  <Override PartName="/ppt/ink/ink2622.xml" ContentType="application/inkml+xml"/>
  <Override PartName="/ppt/ink/ink2623.xml" ContentType="application/inkml+xml"/>
  <Override PartName="/ppt/ink/ink2624.xml" ContentType="application/inkml+xml"/>
  <Override PartName="/ppt/ink/ink2625.xml" ContentType="application/inkml+xml"/>
  <Override PartName="/ppt/ink/ink2626.xml" ContentType="application/inkml+xml"/>
  <Override PartName="/ppt/ink/ink2627.xml" ContentType="application/inkml+xml"/>
  <Override PartName="/ppt/ink/ink2628.xml" ContentType="application/inkml+xml"/>
  <Override PartName="/ppt/ink/ink2629.xml" ContentType="application/inkml+xml"/>
  <Override PartName="/ppt/ink/ink2630.xml" ContentType="application/inkml+xml"/>
  <Override PartName="/ppt/ink/ink2631.xml" ContentType="application/inkml+xml"/>
  <Override PartName="/ppt/ink/ink2632.xml" ContentType="application/inkml+xml"/>
  <Override PartName="/ppt/ink/ink2633.xml" ContentType="application/inkml+xml"/>
  <Override PartName="/ppt/ink/ink2634.xml" ContentType="application/inkml+xml"/>
  <Override PartName="/ppt/ink/ink2635.xml" ContentType="application/inkml+xml"/>
  <Override PartName="/ppt/ink/ink2636.xml" ContentType="application/inkml+xml"/>
  <Override PartName="/ppt/ink/ink2637.xml" ContentType="application/inkml+xml"/>
  <Override PartName="/ppt/ink/ink2638.xml" ContentType="application/inkml+xml"/>
  <Override PartName="/ppt/ink/ink2639.xml" ContentType="application/inkml+xml"/>
  <Override PartName="/ppt/ink/ink2640.xml" ContentType="application/inkml+xml"/>
  <Override PartName="/ppt/ink/ink2641.xml" ContentType="application/inkml+xml"/>
  <Override PartName="/ppt/ink/ink2642.xml" ContentType="application/inkml+xml"/>
  <Override PartName="/ppt/ink/ink2643.xml" ContentType="application/inkml+xml"/>
  <Override PartName="/ppt/ink/ink2644.xml" ContentType="application/inkml+xml"/>
  <Override PartName="/ppt/ink/ink2645.xml" ContentType="application/inkml+xml"/>
  <Override PartName="/ppt/ink/ink2646.xml" ContentType="application/inkml+xml"/>
  <Override PartName="/ppt/ink/ink2647.xml" ContentType="application/inkml+xml"/>
  <Override PartName="/ppt/ink/ink2648.xml" ContentType="application/inkml+xml"/>
  <Override PartName="/ppt/ink/ink2649.xml" ContentType="application/inkml+xml"/>
  <Override PartName="/ppt/ink/ink2650.xml" ContentType="application/inkml+xml"/>
  <Override PartName="/ppt/ink/ink2651.xml" ContentType="application/inkml+xml"/>
  <Override PartName="/ppt/ink/ink2652.xml" ContentType="application/inkml+xml"/>
  <Override PartName="/ppt/ink/ink2653.xml" ContentType="application/inkml+xml"/>
  <Override PartName="/ppt/ink/ink2654.xml" ContentType="application/inkml+xml"/>
  <Override PartName="/ppt/ink/ink2655.xml" ContentType="application/inkml+xml"/>
  <Override PartName="/ppt/ink/ink2656.xml" ContentType="application/inkml+xml"/>
  <Override PartName="/ppt/ink/ink2657.xml" ContentType="application/inkml+xml"/>
  <Override PartName="/ppt/ink/ink2658.xml" ContentType="application/inkml+xml"/>
  <Override PartName="/ppt/ink/ink2659.xml" ContentType="application/inkml+xml"/>
  <Override PartName="/ppt/ink/ink2660.xml" ContentType="application/inkml+xml"/>
  <Override PartName="/ppt/ink/ink2661.xml" ContentType="application/inkml+xml"/>
  <Override PartName="/ppt/ink/ink2662.xml" ContentType="application/inkml+xml"/>
  <Override PartName="/ppt/ink/ink2663.xml" ContentType="application/inkml+xml"/>
  <Override PartName="/ppt/ink/ink2664.xml" ContentType="application/inkml+xml"/>
  <Override PartName="/ppt/ink/ink2665.xml" ContentType="application/inkml+xml"/>
  <Override PartName="/ppt/ink/ink2666.xml" ContentType="application/inkml+xml"/>
  <Override PartName="/ppt/ink/ink2667.xml" ContentType="application/inkml+xml"/>
  <Override PartName="/ppt/ink/ink2668.xml" ContentType="application/inkml+xml"/>
  <Override PartName="/ppt/ink/ink2669.xml" ContentType="application/inkml+xml"/>
  <Override PartName="/ppt/ink/ink2670.xml" ContentType="application/inkml+xml"/>
  <Override PartName="/ppt/ink/ink2671.xml" ContentType="application/inkml+xml"/>
  <Override PartName="/ppt/ink/ink2672.xml" ContentType="application/inkml+xml"/>
  <Override PartName="/ppt/ink/ink2673.xml" ContentType="application/inkml+xml"/>
  <Override PartName="/ppt/ink/ink2674.xml" ContentType="application/inkml+xml"/>
  <Override PartName="/ppt/ink/ink2675.xml" ContentType="application/inkml+xml"/>
  <Override PartName="/ppt/ink/ink2676.xml" ContentType="application/inkml+xml"/>
  <Override PartName="/ppt/ink/ink2677.xml" ContentType="application/inkml+xml"/>
  <Override PartName="/ppt/ink/ink2678.xml" ContentType="application/inkml+xml"/>
  <Override PartName="/ppt/ink/ink2679.xml" ContentType="application/inkml+xml"/>
  <Override PartName="/ppt/ink/ink2680.xml" ContentType="application/inkml+xml"/>
  <Override PartName="/ppt/ink/ink2681.xml" ContentType="application/inkml+xml"/>
  <Override PartName="/ppt/ink/ink2682.xml" ContentType="application/inkml+xml"/>
  <Override PartName="/ppt/ink/ink2683.xml" ContentType="application/inkml+xml"/>
  <Override PartName="/ppt/ink/ink2684.xml" ContentType="application/inkml+xml"/>
  <Override PartName="/ppt/ink/ink2685.xml" ContentType="application/inkml+xml"/>
  <Override PartName="/ppt/ink/ink2686.xml" ContentType="application/inkml+xml"/>
  <Override PartName="/ppt/ink/ink2687.xml" ContentType="application/inkml+xml"/>
  <Override PartName="/ppt/ink/ink2688.xml" ContentType="application/inkml+xml"/>
  <Override PartName="/ppt/ink/ink2689.xml" ContentType="application/inkml+xml"/>
  <Override PartName="/ppt/ink/ink2690.xml" ContentType="application/inkml+xml"/>
  <Override PartName="/ppt/ink/ink2691.xml" ContentType="application/inkml+xml"/>
  <Override PartName="/ppt/ink/ink2692.xml" ContentType="application/inkml+xml"/>
  <Override PartName="/ppt/ink/ink2693.xml" ContentType="application/inkml+xml"/>
  <Override PartName="/ppt/ink/ink2694.xml" ContentType="application/inkml+xml"/>
  <Override PartName="/ppt/ink/ink2695.xml" ContentType="application/inkml+xml"/>
  <Override PartName="/ppt/ink/ink2696.xml" ContentType="application/inkml+xml"/>
  <Override PartName="/ppt/ink/ink2697.xml" ContentType="application/inkml+xml"/>
  <Override PartName="/ppt/ink/ink2698.xml" ContentType="application/inkml+xml"/>
  <Override PartName="/ppt/ink/ink2699.xml" ContentType="application/inkml+xml"/>
  <Override PartName="/ppt/ink/ink2700.xml" ContentType="application/inkml+xml"/>
  <Override PartName="/ppt/ink/ink2701.xml" ContentType="application/inkml+xml"/>
  <Override PartName="/ppt/ink/ink2702.xml" ContentType="application/inkml+xml"/>
  <Override PartName="/ppt/ink/ink2703.xml" ContentType="application/inkml+xml"/>
  <Override PartName="/ppt/ink/ink2704.xml" ContentType="application/inkml+xml"/>
  <Override PartName="/ppt/ink/ink2705.xml" ContentType="application/inkml+xml"/>
  <Override PartName="/ppt/ink/ink2706.xml" ContentType="application/inkml+xml"/>
  <Override PartName="/ppt/ink/ink2707.xml" ContentType="application/inkml+xml"/>
  <Override PartName="/ppt/ink/ink2708.xml" ContentType="application/inkml+xml"/>
  <Override PartName="/ppt/ink/ink2709.xml" ContentType="application/inkml+xml"/>
  <Override PartName="/ppt/ink/ink2710.xml" ContentType="application/inkml+xml"/>
  <Override PartName="/ppt/ink/ink2711.xml" ContentType="application/inkml+xml"/>
  <Override PartName="/ppt/ink/ink2712.xml" ContentType="application/inkml+xml"/>
  <Override PartName="/ppt/ink/ink2713.xml" ContentType="application/inkml+xml"/>
  <Override PartName="/ppt/ink/ink2714.xml" ContentType="application/inkml+xml"/>
  <Override PartName="/ppt/ink/ink2715.xml" ContentType="application/inkml+xml"/>
  <Override PartName="/ppt/ink/ink2716.xml" ContentType="application/inkml+xml"/>
  <Override PartName="/ppt/ink/ink2717.xml" ContentType="application/inkml+xml"/>
  <Override PartName="/ppt/ink/ink2718.xml" ContentType="application/inkml+xml"/>
  <Override PartName="/ppt/ink/ink2719.xml" ContentType="application/inkml+xml"/>
  <Override PartName="/ppt/ink/ink2720.xml" ContentType="application/inkml+xml"/>
  <Override PartName="/ppt/ink/ink2721.xml" ContentType="application/inkml+xml"/>
  <Override PartName="/ppt/ink/ink2722.xml" ContentType="application/inkml+xml"/>
  <Override PartName="/ppt/ink/ink2723.xml" ContentType="application/inkml+xml"/>
  <Override PartName="/ppt/ink/ink2724.xml" ContentType="application/inkml+xml"/>
  <Override PartName="/ppt/ink/ink2725.xml" ContentType="application/inkml+xml"/>
  <Override PartName="/ppt/ink/ink2726.xml" ContentType="application/inkml+xml"/>
  <Override PartName="/ppt/ink/ink2727.xml" ContentType="application/inkml+xml"/>
  <Override PartName="/ppt/ink/ink2728.xml" ContentType="application/inkml+xml"/>
  <Override PartName="/ppt/ink/ink2729.xml" ContentType="application/inkml+xml"/>
  <Override PartName="/ppt/ink/ink2730.xml" ContentType="application/inkml+xml"/>
  <Override PartName="/ppt/ink/ink2731.xml" ContentType="application/inkml+xml"/>
  <Override PartName="/ppt/ink/ink2732.xml" ContentType="application/inkml+xml"/>
  <Override PartName="/ppt/ink/ink2733.xml" ContentType="application/inkml+xml"/>
  <Override PartName="/ppt/ink/ink2734.xml" ContentType="application/inkml+xml"/>
  <Override PartName="/ppt/ink/ink2735.xml" ContentType="application/inkml+xml"/>
  <Override PartName="/ppt/ink/ink2736.xml" ContentType="application/inkml+xml"/>
  <Override PartName="/ppt/ink/ink2737.xml" ContentType="application/inkml+xml"/>
  <Override PartName="/ppt/ink/ink2738.xml" ContentType="application/inkml+xml"/>
  <Override PartName="/ppt/ink/ink2739.xml" ContentType="application/inkml+xml"/>
  <Override PartName="/ppt/ink/ink2740.xml" ContentType="application/inkml+xml"/>
  <Override PartName="/ppt/ink/ink2741.xml" ContentType="application/inkml+xml"/>
  <Override PartName="/ppt/ink/ink2742.xml" ContentType="application/inkml+xml"/>
  <Override PartName="/ppt/ink/ink2743.xml" ContentType="application/inkml+xml"/>
  <Override PartName="/ppt/ink/ink2744.xml" ContentType="application/inkml+xml"/>
  <Override PartName="/ppt/ink/ink2745.xml" ContentType="application/inkml+xml"/>
  <Override PartName="/ppt/ink/ink2746.xml" ContentType="application/inkml+xml"/>
  <Override PartName="/ppt/ink/ink2747.xml" ContentType="application/inkml+xml"/>
  <Override PartName="/ppt/ink/ink2748.xml" ContentType="application/inkml+xml"/>
  <Override PartName="/ppt/ink/ink2749.xml" ContentType="application/inkml+xml"/>
  <Override PartName="/ppt/ink/ink2750.xml" ContentType="application/inkml+xml"/>
  <Override PartName="/ppt/ink/ink2751.xml" ContentType="application/inkml+xml"/>
  <Override PartName="/ppt/ink/ink2752.xml" ContentType="application/inkml+xml"/>
  <Override PartName="/ppt/ink/ink2753.xml" ContentType="application/inkml+xml"/>
  <Override PartName="/ppt/ink/ink2754.xml" ContentType="application/inkml+xml"/>
  <Override PartName="/ppt/ink/ink2755.xml" ContentType="application/inkml+xml"/>
  <Override PartName="/ppt/ink/ink2756.xml" ContentType="application/inkml+xml"/>
  <Override PartName="/ppt/ink/ink2757.xml" ContentType="application/inkml+xml"/>
  <Override PartName="/ppt/ink/ink2758.xml" ContentType="application/inkml+xml"/>
  <Override PartName="/ppt/ink/ink2759.xml" ContentType="application/inkml+xml"/>
  <Override PartName="/ppt/ink/ink2760.xml" ContentType="application/inkml+xml"/>
  <Override PartName="/ppt/ink/ink2761.xml" ContentType="application/inkml+xml"/>
  <Override PartName="/ppt/ink/ink2762.xml" ContentType="application/inkml+xml"/>
  <Override PartName="/ppt/ink/ink2763.xml" ContentType="application/inkml+xml"/>
  <Override PartName="/ppt/ink/ink2764.xml" ContentType="application/inkml+xml"/>
  <Override PartName="/ppt/ink/ink2765.xml" ContentType="application/inkml+xml"/>
  <Override PartName="/ppt/ink/ink2766.xml" ContentType="application/inkml+xml"/>
  <Override PartName="/ppt/ink/ink2767.xml" ContentType="application/inkml+xml"/>
  <Override PartName="/ppt/ink/ink2768.xml" ContentType="application/inkml+xml"/>
  <Override PartName="/ppt/ink/ink2769.xml" ContentType="application/inkml+xml"/>
  <Override PartName="/ppt/ink/ink2770.xml" ContentType="application/inkml+xml"/>
  <Override PartName="/ppt/ink/ink2771.xml" ContentType="application/inkml+xml"/>
  <Override PartName="/ppt/ink/ink2772.xml" ContentType="application/inkml+xml"/>
  <Override PartName="/ppt/ink/ink2773.xml" ContentType="application/inkml+xml"/>
  <Override PartName="/ppt/ink/ink2774.xml" ContentType="application/inkml+xml"/>
  <Override PartName="/ppt/ink/ink2775.xml" ContentType="application/inkml+xml"/>
  <Override PartName="/ppt/ink/ink2776.xml" ContentType="application/inkml+xml"/>
  <Override PartName="/ppt/ink/ink2777.xml" ContentType="application/inkml+xml"/>
  <Override PartName="/ppt/ink/ink2778.xml" ContentType="application/inkml+xml"/>
  <Override PartName="/ppt/ink/ink2779.xml" ContentType="application/inkml+xml"/>
  <Override PartName="/ppt/ink/ink2780.xml" ContentType="application/inkml+xml"/>
  <Override PartName="/ppt/ink/ink2781.xml" ContentType="application/inkml+xml"/>
  <Override PartName="/ppt/ink/ink2782.xml" ContentType="application/inkml+xml"/>
  <Override PartName="/ppt/ink/ink2783.xml" ContentType="application/inkml+xml"/>
  <Override PartName="/ppt/ink/ink2784.xml" ContentType="application/inkml+xml"/>
  <Override PartName="/ppt/ink/ink2785.xml" ContentType="application/inkml+xml"/>
  <Override PartName="/ppt/ink/ink2786.xml" ContentType="application/inkml+xml"/>
  <Override PartName="/ppt/ink/ink2787.xml" ContentType="application/inkml+xml"/>
  <Override PartName="/ppt/ink/ink2788.xml" ContentType="application/inkml+xml"/>
  <Override PartName="/ppt/ink/ink2789.xml" ContentType="application/inkml+xml"/>
  <Override PartName="/ppt/ink/ink2790.xml" ContentType="application/inkml+xml"/>
  <Override PartName="/ppt/ink/ink2791.xml" ContentType="application/inkml+xml"/>
  <Override PartName="/ppt/ink/ink2792.xml" ContentType="application/inkml+xml"/>
  <Override PartName="/ppt/ink/ink2793.xml" ContentType="application/inkml+xml"/>
  <Override PartName="/ppt/ink/ink2794.xml" ContentType="application/inkml+xml"/>
  <Override PartName="/ppt/ink/ink2795.xml" ContentType="application/inkml+xml"/>
  <Override PartName="/ppt/ink/ink2796.xml" ContentType="application/inkml+xml"/>
  <Override PartName="/ppt/ink/ink2797.xml" ContentType="application/inkml+xml"/>
  <Override PartName="/ppt/ink/ink2798.xml" ContentType="application/inkml+xml"/>
  <Override PartName="/ppt/ink/ink2799.xml" ContentType="application/inkml+xml"/>
  <Override PartName="/ppt/ink/ink2800.xml" ContentType="application/inkml+xml"/>
  <Override PartName="/ppt/ink/ink2801.xml" ContentType="application/inkml+xml"/>
  <Override PartName="/ppt/ink/ink2802.xml" ContentType="application/inkml+xml"/>
  <Override PartName="/ppt/ink/ink2803.xml" ContentType="application/inkml+xml"/>
  <Override PartName="/ppt/ink/ink2804.xml" ContentType="application/inkml+xml"/>
  <Override PartName="/ppt/ink/ink2805.xml" ContentType="application/inkml+xml"/>
  <Override PartName="/ppt/ink/ink2806.xml" ContentType="application/inkml+xml"/>
  <Override PartName="/ppt/ink/ink2807.xml" ContentType="application/inkml+xml"/>
  <Override PartName="/ppt/ink/ink2808.xml" ContentType="application/inkml+xml"/>
  <Override PartName="/ppt/ink/ink2809.xml" ContentType="application/inkml+xml"/>
  <Override PartName="/ppt/ink/ink2810.xml" ContentType="application/inkml+xml"/>
  <Override PartName="/ppt/ink/ink2811.xml" ContentType="application/inkml+xml"/>
  <Override PartName="/ppt/ink/ink2812.xml" ContentType="application/inkml+xml"/>
  <Override PartName="/ppt/ink/ink2813.xml" ContentType="application/inkml+xml"/>
  <Override PartName="/ppt/ink/ink2814.xml" ContentType="application/inkml+xml"/>
  <Override PartName="/ppt/ink/ink2815.xml" ContentType="application/inkml+xml"/>
  <Override PartName="/ppt/ink/ink2816.xml" ContentType="application/inkml+xml"/>
  <Override PartName="/ppt/ink/ink2817.xml" ContentType="application/inkml+xml"/>
  <Override PartName="/ppt/ink/ink2818.xml" ContentType="application/inkml+xml"/>
  <Override PartName="/ppt/ink/ink2819.xml" ContentType="application/inkml+xml"/>
  <Override PartName="/ppt/ink/ink2820.xml" ContentType="application/inkml+xml"/>
  <Override PartName="/ppt/ink/ink2821.xml" ContentType="application/inkml+xml"/>
  <Override PartName="/ppt/ink/ink2822.xml" ContentType="application/inkml+xml"/>
  <Override PartName="/ppt/ink/ink2823.xml" ContentType="application/inkml+xml"/>
  <Override PartName="/ppt/ink/ink2824.xml" ContentType="application/inkml+xml"/>
  <Override PartName="/ppt/ink/ink2825.xml" ContentType="application/inkml+xml"/>
  <Override PartName="/ppt/ink/ink2826.xml" ContentType="application/inkml+xml"/>
  <Override PartName="/ppt/ink/ink2827.xml" ContentType="application/inkml+xml"/>
  <Override PartName="/ppt/ink/ink2828.xml" ContentType="application/inkml+xml"/>
  <Override PartName="/ppt/ink/ink2829.xml" ContentType="application/inkml+xml"/>
  <Override PartName="/ppt/ink/ink2830.xml" ContentType="application/inkml+xml"/>
  <Override PartName="/ppt/ink/ink2831.xml" ContentType="application/inkml+xml"/>
  <Override PartName="/ppt/ink/ink2832.xml" ContentType="application/inkml+xml"/>
  <Override PartName="/ppt/ink/ink2833.xml" ContentType="application/inkml+xml"/>
  <Override PartName="/ppt/ink/ink2834.xml" ContentType="application/inkml+xml"/>
  <Override PartName="/ppt/ink/ink2835.xml" ContentType="application/inkml+xml"/>
  <Override PartName="/ppt/ink/ink2836.xml" ContentType="application/inkml+xml"/>
  <Override PartName="/ppt/ink/ink2837.xml" ContentType="application/inkml+xml"/>
  <Override PartName="/ppt/ink/ink2838.xml" ContentType="application/inkml+xml"/>
  <Override PartName="/ppt/ink/ink2839.xml" ContentType="application/inkml+xml"/>
  <Override PartName="/ppt/ink/ink2840.xml" ContentType="application/inkml+xml"/>
  <Override PartName="/ppt/ink/ink2841.xml" ContentType="application/inkml+xml"/>
  <Override PartName="/ppt/ink/ink2842.xml" ContentType="application/inkml+xml"/>
  <Override PartName="/ppt/ink/ink2843.xml" ContentType="application/inkml+xml"/>
  <Override PartName="/ppt/ink/ink2844.xml" ContentType="application/inkml+xml"/>
  <Override PartName="/ppt/ink/ink2845.xml" ContentType="application/inkml+xml"/>
  <Override PartName="/ppt/ink/ink2846.xml" ContentType="application/inkml+xml"/>
  <Override PartName="/ppt/ink/ink2847.xml" ContentType="application/inkml+xml"/>
  <Override PartName="/ppt/ink/ink2848.xml" ContentType="application/inkml+xml"/>
  <Override PartName="/ppt/ink/ink2849.xml" ContentType="application/inkml+xml"/>
  <Override PartName="/ppt/ink/ink2850.xml" ContentType="application/inkml+xml"/>
  <Override PartName="/ppt/ink/ink2851.xml" ContentType="application/inkml+xml"/>
  <Override PartName="/ppt/ink/ink2852.xml" ContentType="application/inkml+xml"/>
  <Override PartName="/ppt/ink/ink2853.xml" ContentType="application/inkml+xml"/>
  <Override PartName="/ppt/ink/ink2854.xml" ContentType="application/inkml+xml"/>
  <Override PartName="/ppt/ink/ink2855.xml" ContentType="application/inkml+xml"/>
  <Override PartName="/ppt/ink/ink2856.xml" ContentType="application/inkml+xml"/>
  <Override PartName="/ppt/ink/ink2857.xml" ContentType="application/inkml+xml"/>
  <Override PartName="/ppt/ink/ink2858.xml" ContentType="application/inkml+xml"/>
  <Override PartName="/ppt/ink/ink2859.xml" ContentType="application/inkml+xml"/>
  <Override PartName="/ppt/ink/ink2860.xml" ContentType="application/inkml+xml"/>
  <Override PartName="/ppt/ink/ink2861.xml" ContentType="application/inkml+xml"/>
  <Override PartName="/ppt/ink/ink2862.xml" ContentType="application/inkml+xml"/>
  <Override PartName="/ppt/ink/ink2863.xml" ContentType="application/inkml+xml"/>
  <Override PartName="/ppt/ink/ink2864.xml" ContentType="application/inkml+xml"/>
  <Override PartName="/ppt/ink/ink2865.xml" ContentType="application/inkml+xml"/>
  <Override PartName="/ppt/ink/ink2866.xml" ContentType="application/inkml+xml"/>
  <Override PartName="/ppt/ink/ink2867.xml" ContentType="application/inkml+xml"/>
  <Override PartName="/ppt/ink/ink2868.xml" ContentType="application/inkml+xml"/>
  <Override PartName="/ppt/ink/ink2869.xml" ContentType="application/inkml+xml"/>
  <Override PartName="/ppt/ink/ink2870.xml" ContentType="application/inkml+xml"/>
  <Override PartName="/ppt/ink/ink2871.xml" ContentType="application/inkml+xml"/>
  <Override PartName="/ppt/ink/ink2872.xml" ContentType="application/inkml+xml"/>
  <Override PartName="/ppt/ink/ink2873.xml" ContentType="application/inkml+xml"/>
  <Override PartName="/ppt/ink/ink2874.xml" ContentType="application/inkml+xml"/>
  <Override PartName="/ppt/ink/ink2875.xml" ContentType="application/inkml+xml"/>
  <Override PartName="/ppt/ink/ink2876.xml" ContentType="application/inkml+xml"/>
  <Override PartName="/ppt/ink/ink2877.xml" ContentType="application/inkml+xml"/>
  <Override PartName="/ppt/ink/ink2878.xml" ContentType="application/inkml+xml"/>
  <Override PartName="/ppt/ink/ink2879.xml" ContentType="application/inkml+xml"/>
  <Override PartName="/ppt/ink/ink2880.xml" ContentType="application/inkml+xml"/>
  <Override PartName="/ppt/ink/ink2881.xml" ContentType="application/inkml+xml"/>
  <Override PartName="/ppt/ink/ink2882.xml" ContentType="application/inkml+xml"/>
  <Override PartName="/ppt/ink/ink2883.xml" ContentType="application/inkml+xml"/>
  <Override PartName="/ppt/ink/ink2884.xml" ContentType="application/inkml+xml"/>
  <Override PartName="/ppt/ink/ink2885.xml" ContentType="application/inkml+xml"/>
  <Override PartName="/ppt/ink/ink2886.xml" ContentType="application/inkml+xml"/>
  <Override PartName="/ppt/ink/ink2887.xml" ContentType="application/inkml+xml"/>
  <Override PartName="/ppt/ink/ink2888.xml" ContentType="application/inkml+xml"/>
  <Override PartName="/ppt/ink/ink2889.xml" ContentType="application/inkml+xml"/>
  <Override PartName="/ppt/ink/ink2890.xml" ContentType="application/inkml+xml"/>
  <Override PartName="/ppt/ink/ink2891.xml" ContentType="application/inkml+xml"/>
  <Override PartName="/ppt/ink/ink2892.xml" ContentType="application/inkml+xml"/>
  <Override PartName="/ppt/ink/ink2893.xml" ContentType="application/inkml+xml"/>
  <Override PartName="/ppt/ink/ink2894.xml" ContentType="application/inkml+xml"/>
  <Override PartName="/ppt/ink/ink2895.xml" ContentType="application/inkml+xml"/>
  <Override PartName="/ppt/ink/ink2896.xml" ContentType="application/inkml+xml"/>
  <Override PartName="/ppt/ink/ink2897.xml" ContentType="application/inkml+xml"/>
  <Override PartName="/ppt/ink/ink2898.xml" ContentType="application/inkml+xml"/>
  <Override PartName="/ppt/ink/ink2899.xml" ContentType="application/inkml+xml"/>
  <Override PartName="/ppt/ink/ink2900.xml" ContentType="application/inkml+xml"/>
  <Override PartName="/ppt/ink/ink2901.xml" ContentType="application/inkml+xml"/>
  <Override PartName="/ppt/ink/ink2902.xml" ContentType="application/inkml+xml"/>
  <Override PartName="/ppt/ink/ink2903.xml" ContentType="application/inkml+xml"/>
  <Override PartName="/ppt/ink/ink2904.xml" ContentType="application/inkml+xml"/>
  <Override PartName="/ppt/ink/ink2905.xml" ContentType="application/inkml+xml"/>
  <Override PartName="/ppt/ink/ink2906.xml" ContentType="application/inkml+xml"/>
  <Override PartName="/ppt/ink/ink2907.xml" ContentType="application/inkml+xml"/>
  <Override PartName="/ppt/ink/ink2908.xml" ContentType="application/inkml+xml"/>
  <Override PartName="/ppt/ink/ink2909.xml" ContentType="application/inkml+xml"/>
  <Override PartName="/ppt/ink/ink2910.xml" ContentType="application/inkml+xml"/>
  <Override PartName="/ppt/ink/ink2911.xml" ContentType="application/inkml+xml"/>
  <Override PartName="/ppt/ink/ink2912.xml" ContentType="application/inkml+xml"/>
  <Override PartName="/ppt/ink/ink2913.xml" ContentType="application/inkml+xml"/>
  <Override PartName="/ppt/ink/ink2914.xml" ContentType="application/inkml+xml"/>
  <Override PartName="/ppt/ink/ink2915.xml" ContentType="application/inkml+xml"/>
  <Override PartName="/ppt/ink/ink2916.xml" ContentType="application/inkml+xml"/>
  <Override PartName="/ppt/ink/ink2917.xml" ContentType="application/inkml+xml"/>
  <Override PartName="/ppt/ink/ink2918.xml" ContentType="application/inkml+xml"/>
  <Override PartName="/ppt/ink/ink2919.xml" ContentType="application/inkml+xml"/>
  <Override PartName="/ppt/ink/ink2920.xml" ContentType="application/inkml+xml"/>
  <Override PartName="/ppt/ink/ink2921.xml" ContentType="application/inkml+xml"/>
  <Override PartName="/ppt/ink/ink2922.xml" ContentType="application/inkml+xml"/>
  <Override PartName="/ppt/ink/ink2923.xml" ContentType="application/inkml+xml"/>
  <Override PartName="/ppt/ink/ink2924.xml" ContentType="application/inkml+xml"/>
  <Override PartName="/ppt/ink/ink2925.xml" ContentType="application/inkml+xml"/>
  <Override PartName="/ppt/ink/ink2926.xml" ContentType="application/inkml+xml"/>
  <Override PartName="/ppt/ink/ink2927.xml" ContentType="application/inkml+xml"/>
  <Override PartName="/ppt/ink/ink2928.xml" ContentType="application/inkml+xml"/>
  <Override PartName="/ppt/ink/ink2929.xml" ContentType="application/inkml+xml"/>
  <Override PartName="/ppt/ink/ink2930.xml" ContentType="application/inkml+xml"/>
  <Override PartName="/ppt/ink/ink2931.xml" ContentType="application/inkml+xml"/>
  <Override PartName="/ppt/ink/ink2932.xml" ContentType="application/inkml+xml"/>
  <Override PartName="/ppt/ink/ink2933.xml" ContentType="application/inkml+xml"/>
  <Override PartName="/ppt/ink/ink2934.xml" ContentType="application/inkml+xml"/>
  <Override PartName="/ppt/ink/ink2935.xml" ContentType="application/inkml+xml"/>
  <Override PartName="/ppt/ink/ink2936.xml" ContentType="application/inkml+xml"/>
  <Override PartName="/ppt/ink/ink2937.xml" ContentType="application/inkml+xml"/>
  <Override PartName="/ppt/ink/ink2938.xml" ContentType="application/inkml+xml"/>
  <Override PartName="/ppt/ink/ink2939.xml" ContentType="application/inkml+xml"/>
  <Override PartName="/ppt/ink/ink2940.xml" ContentType="application/inkml+xml"/>
  <Override PartName="/ppt/ink/ink2941.xml" ContentType="application/inkml+xml"/>
  <Override PartName="/ppt/ink/ink2942.xml" ContentType="application/inkml+xml"/>
  <Override PartName="/ppt/ink/ink2943.xml" ContentType="application/inkml+xml"/>
  <Override PartName="/ppt/ink/ink2944.xml" ContentType="application/inkml+xml"/>
  <Override PartName="/ppt/ink/ink2945.xml" ContentType="application/inkml+xml"/>
  <Override PartName="/ppt/ink/ink2946.xml" ContentType="application/inkml+xml"/>
  <Override PartName="/ppt/ink/ink2947.xml" ContentType="application/inkml+xml"/>
  <Override PartName="/ppt/ink/ink2948.xml" ContentType="application/inkml+xml"/>
  <Override PartName="/ppt/ink/ink2949.xml" ContentType="application/inkml+xml"/>
  <Override PartName="/ppt/ink/ink2950.xml" ContentType="application/inkml+xml"/>
  <Override PartName="/ppt/ink/ink2951.xml" ContentType="application/inkml+xml"/>
  <Override PartName="/ppt/ink/ink2952.xml" ContentType="application/inkml+xml"/>
  <Override PartName="/ppt/ink/ink2953.xml" ContentType="application/inkml+xml"/>
  <Override PartName="/ppt/ink/ink2954.xml" ContentType="application/inkml+xml"/>
  <Override PartName="/ppt/ink/ink2955.xml" ContentType="application/inkml+xml"/>
  <Override PartName="/ppt/ink/ink2956.xml" ContentType="application/inkml+xml"/>
  <Override PartName="/ppt/ink/ink2957.xml" ContentType="application/inkml+xml"/>
  <Override PartName="/ppt/ink/ink2958.xml" ContentType="application/inkml+xml"/>
  <Override PartName="/ppt/ink/ink2959.xml" ContentType="application/inkml+xml"/>
  <Override PartName="/ppt/ink/ink2960.xml" ContentType="application/inkml+xml"/>
  <Override PartName="/ppt/ink/ink2961.xml" ContentType="application/inkml+xml"/>
  <Override PartName="/ppt/ink/ink2962.xml" ContentType="application/inkml+xml"/>
  <Override PartName="/ppt/ink/ink2963.xml" ContentType="application/inkml+xml"/>
  <Override PartName="/ppt/ink/ink2964.xml" ContentType="application/inkml+xml"/>
  <Override PartName="/ppt/ink/ink2965.xml" ContentType="application/inkml+xml"/>
  <Override PartName="/ppt/ink/ink2966.xml" ContentType="application/inkml+xml"/>
  <Override PartName="/ppt/ink/ink2967.xml" ContentType="application/inkml+xml"/>
  <Override PartName="/ppt/ink/ink2968.xml" ContentType="application/inkml+xml"/>
  <Override PartName="/ppt/ink/ink2969.xml" ContentType="application/inkml+xml"/>
  <Override PartName="/ppt/ink/ink2970.xml" ContentType="application/inkml+xml"/>
  <Override PartName="/ppt/ink/ink2971.xml" ContentType="application/inkml+xml"/>
  <Override PartName="/ppt/ink/ink2972.xml" ContentType="application/inkml+xml"/>
  <Override PartName="/ppt/ink/ink2973.xml" ContentType="application/inkml+xml"/>
  <Override PartName="/ppt/ink/ink2974.xml" ContentType="application/inkml+xml"/>
  <Override PartName="/ppt/ink/ink2975.xml" ContentType="application/inkml+xml"/>
  <Override PartName="/ppt/ink/ink2976.xml" ContentType="application/inkml+xml"/>
  <Override PartName="/ppt/ink/ink2977.xml" ContentType="application/inkml+xml"/>
  <Override PartName="/ppt/ink/ink2978.xml" ContentType="application/inkml+xml"/>
  <Override PartName="/ppt/ink/ink2979.xml" ContentType="application/inkml+xml"/>
  <Override PartName="/ppt/ink/ink2980.xml" ContentType="application/inkml+xml"/>
  <Override PartName="/ppt/ink/ink2981.xml" ContentType="application/inkml+xml"/>
  <Override PartName="/ppt/ink/ink2982.xml" ContentType="application/inkml+xml"/>
  <Override PartName="/ppt/ink/ink2983.xml" ContentType="application/inkml+xml"/>
  <Override PartName="/ppt/ink/ink2984.xml" ContentType="application/inkml+xml"/>
  <Override PartName="/ppt/ink/ink2985.xml" ContentType="application/inkml+xml"/>
  <Override PartName="/ppt/ink/ink2986.xml" ContentType="application/inkml+xml"/>
  <Override PartName="/ppt/ink/ink2987.xml" ContentType="application/inkml+xml"/>
  <Override PartName="/ppt/ink/ink2988.xml" ContentType="application/inkml+xml"/>
  <Override PartName="/ppt/ink/ink2989.xml" ContentType="application/inkml+xml"/>
  <Override PartName="/ppt/ink/ink2990.xml" ContentType="application/inkml+xml"/>
  <Override PartName="/ppt/ink/ink2991.xml" ContentType="application/inkml+xml"/>
  <Override PartName="/ppt/ink/ink2992.xml" ContentType="application/inkml+xml"/>
  <Override PartName="/ppt/ink/ink2993.xml" ContentType="application/inkml+xml"/>
  <Override PartName="/ppt/ink/ink2994.xml" ContentType="application/inkml+xml"/>
  <Override PartName="/ppt/ink/ink2995.xml" ContentType="application/inkml+xml"/>
  <Override PartName="/ppt/ink/ink2996.xml" ContentType="application/inkml+xml"/>
  <Override PartName="/ppt/ink/ink2997.xml" ContentType="application/inkml+xml"/>
  <Override PartName="/ppt/ink/ink2998.xml" ContentType="application/inkml+xml"/>
  <Override PartName="/ppt/ink/ink2999.xml" ContentType="application/inkml+xml"/>
  <Override PartName="/ppt/ink/ink3000.xml" ContentType="application/inkml+xml"/>
  <Override PartName="/ppt/ink/ink3001.xml" ContentType="application/inkml+xml"/>
  <Override PartName="/ppt/ink/ink3002.xml" ContentType="application/inkml+xml"/>
  <Override PartName="/ppt/ink/ink3003.xml" ContentType="application/inkml+xml"/>
  <Override PartName="/ppt/ink/ink3004.xml" ContentType="application/inkml+xml"/>
  <Override PartName="/ppt/ink/ink3005.xml" ContentType="application/inkml+xml"/>
  <Override PartName="/ppt/ink/ink3006.xml" ContentType="application/inkml+xml"/>
  <Override PartName="/ppt/ink/ink3007.xml" ContentType="application/inkml+xml"/>
  <Override PartName="/ppt/ink/ink3008.xml" ContentType="application/inkml+xml"/>
  <Override PartName="/ppt/ink/ink3009.xml" ContentType="application/inkml+xml"/>
  <Override PartName="/ppt/ink/ink3010.xml" ContentType="application/inkml+xml"/>
  <Override PartName="/ppt/ink/ink3011.xml" ContentType="application/inkml+xml"/>
  <Override PartName="/ppt/ink/ink3012.xml" ContentType="application/inkml+xml"/>
  <Override PartName="/ppt/ink/ink3013.xml" ContentType="application/inkml+xml"/>
  <Override PartName="/ppt/ink/ink3014.xml" ContentType="application/inkml+xml"/>
  <Override PartName="/ppt/ink/ink3015.xml" ContentType="application/inkml+xml"/>
  <Override PartName="/ppt/ink/ink3016.xml" ContentType="application/inkml+xml"/>
  <Override PartName="/ppt/ink/ink3017.xml" ContentType="application/inkml+xml"/>
  <Override PartName="/ppt/ink/ink3018.xml" ContentType="application/inkml+xml"/>
  <Override PartName="/ppt/ink/ink3019.xml" ContentType="application/inkml+xml"/>
  <Override PartName="/ppt/ink/ink3020.xml" ContentType="application/inkml+xml"/>
  <Override PartName="/ppt/ink/ink3021.xml" ContentType="application/inkml+xml"/>
  <Override PartName="/ppt/ink/ink3022.xml" ContentType="application/inkml+xml"/>
  <Override PartName="/ppt/ink/ink3023.xml" ContentType="application/inkml+xml"/>
  <Override PartName="/ppt/ink/ink3024.xml" ContentType="application/inkml+xml"/>
  <Override PartName="/ppt/ink/ink3025.xml" ContentType="application/inkml+xml"/>
  <Override PartName="/ppt/ink/ink3026.xml" ContentType="application/inkml+xml"/>
  <Override PartName="/ppt/ink/ink3027.xml" ContentType="application/inkml+xml"/>
  <Override PartName="/ppt/ink/ink3028.xml" ContentType="application/inkml+xml"/>
  <Override PartName="/ppt/ink/ink3029.xml" ContentType="application/inkml+xml"/>
  <Override PartName="/ppt/ink/ink3030.xml" ContentType="application/inkml+xml"/>
  <Override PartName="/ppt/ink/ink3031.xml" ContentType="application/inkml+xml"/>
  <Override PartName="/ppt/ink/ink3032.xml" ContentType="application/inkml+xml"/>
  <Override PartName="/ppt/ink/ink3033.xml" ContentType="application/inkml+xml"/>
  <Override PartName="/ppt/ink/ink3034.xml" ContentType="application/inkml+xml"/>
  <Override PartName="/ppt/ink/ink3035.xml" ContentType="application/inkml+xml"/>
  <Override PartName="/ppt/ink/ink3036.xml" ContentType="application/inkml+xml"/>
  <Override PartName="/ppt/ink/ink3037.xml" ContentType="application/inkml+xml"/>
  <Override PartName="/ppt/ink/ink3038.xml" ContentType="application/inkml+xml"/>
  <Override PartName="/ppt/ink/ink3039.xml" ContentType="application/inkml+xml"/>
  <Override PartName="/ppt/ink/ink3040.xml" ContentType="application/inkml+xml"/>
  <Override PartName="/ppt/ink/ink3041.xml" ContentType="application/inkml+xml"/>
  <Override PartName="/ppt/ink/ink3042.xml" ContentType="application/inkml+xml"/>
  <Override PartName="/ppt/ink/ink3043.xml" ContentType="application/inkml+xml"/>
  <Override PartName="/ppt/ink/ink3044.xml" ContentType="application/inkml+xml"/>
  <Override PartName="/ppt/ink/ink3045.xml" ContentType="application/inkml+xml"/>
  <Override PartName="/ppt/ink/ink3046.xml" ContentType="application/inkml+xml"/>
  <Override PartName="/ppt/ink/ink3047.xml" ContentType="application/inkml+xml"/>
  <Override PartName="/ppt/ink/ink3048.xml" ContentType="application/inkml+xml"/>
  <Override PartName="/ppt/ink/ink3049.xml" ContentType="application/inkml+xml"/>
  <Override PartName="/ppt/ink/ink3050.xml" ContentType="application/inkml+xml"/>
  <Override PartName="/ppt/ink/ink3051.xml" ContentType="application/inkml+xml"/>
  <Override PartName="/ppt/ink/ink3052.xml" ContentType="application/inkml+xml"/>
  <Override PartName="/ppt/ink/ink3053.xml" ContentType="application/inkml+xml"/>
  <Override PartName="/ppt/ink/ink3054.xml" ContentType="application/inkml+xml"/>
  <Override PartName="/ppt/ink/ink3055.xml" ContentType="application/inkml+xml"/>
  <Override PartName="/ppt/ink/ink3056.xml" ContentType="application/inkml+xml"/>
  <Override PartName="/ppt/ink/ink3057.xml" ContentType="application/inkml+xml"/>
  <Override PartName="/ppt/ink/ink3058.xml" ContentType="application/inkml+xml"/>
  <Override PartName="/ppt/ink/ink3059.xml" ContentType="application/inkml+xml"/>
  <Override PartName="/ppt/ink/ink3060.xml" ContentType="application/inkml+xml"/>
  <Override PartName="/ppt/ink/ink3061.xml" ContentType="application/inkml+xml"/>
  <Override PartName="/ppt/ink/ink3062.xml" ContentType="application/inkml+xml"/>
  <Override PartName="/ppt/ink/ink3063.xml" ContentType="application/inkml+xml"/>
  <Override PartName="/ppt/ink/ink3064.xml" ContentType="application/inkml+xml"/>
  <Override PartName="/ppt/ink/ink3065.xml" ContentType="application/inkml+xml"/>
  <Override PartName="/ppt/ink/ink3066.xml" ContentType="application/inkml+xml"/>
  <Override PartName="/ppt/ink/ink3067.xml" ContentType="application/inkml+xml"/>
  <Override PartName="/ppt/ink/ink3068.xml" ContentType="application/inkml+xml"/>
  <Override PartName="/ppt/ink/ink3069.xml" ContentType="application/inkml+xml"/>
  <Override PartName="/ppt/ink/ink3070.xml" ContentType="application/inkml+xml"/>
  <Override PartName="/ppt/ink/ink3071.xml" ContentType="application/inkml+xml"/>
  <Override PartName="/ppt/ink/ink3072.xml" ContentType="application/inkml+xml"/>
  <Override PartName="/ppt/ink/ink3073.xml" ContentType="application/inkml+xml"/>
  <Override PartName="/ppt/ink/ink3074.xml" ContentType="application/inkml+xml"/>
  <Override PartName="/ppt/ink/ink3075.xml" ContentType="application/inkml+xml"/>
  <Override PartName="/ppt/ink/ink3076.xml" ContentType="application/inkml+xml"/>
  <Override PartName="/ppt/ink/ink3077.xml" ContentType="application/inkml+xml"/>
  <Override PartName="/ppt/ink/ink3078.xml" ContentType="application/inkml+xml"/>
  <Override PartName="/ppt/ink/ink3079.xml" ContentType="application/inkml+xml"/>
  <Override PartName="/ppt/ink/ink3080.xml" ContentType="application/inkml+xml"/>
  <Override PartName="/ppt/ink/ink3081.xml" ContentType="application/inkml+xml"/>
  <Override PartName="/ppt/ink/ink3082.xml" ContentType="application/inkml+xml"/>
  <Override PartName="/ppt/ink/ink3083.xml" ContentType="application/inkml+xml"/>
  <Override PartName="/ppt/ink/ink3084.xml" ContentType="application/inkml+xml"/>
  <Override PartName="/ppt/ink/ink3085.xml" ContentType="application/inkml+xml"/>
  <Override PartName="/ppt/ink/ink3086.xml" ContentType="application/inkml+xml"/>
  <Override PartName="/ppt/ink/ink3087.xml" ContentType="application/inkml+xml"/>
  <Override PartName="/ppt/ink/ink3088.xml" ContentType="application/inkml+xml"/>
  <Override PartName="/ppt/ink/ink3089.xml" ContentType="application/inkml+xml"/>
  <Override PartName="/ppt/ink/ink3090.xml" ContentType="application/inkml+xml"/>
  <Override PartName="/ppt/ink/ink3091.xml" ContentType="application/inkml+xml"/>
  <Override PartName="/ppt/ink/ink3092.xml" ContentType="application/inkml+xml"/>
  <Override PartName="/ppt/ink/ink3093.xml" ContentType="application/inkml+xml"/>
  <Override PartName="/ppt/ink/ink3094.xml" ContentType="application/inkml+xml"/>
  <Override PartName="/ppt/ink/ink3095.xml" ContentType="application/inkml+xml"/>
  <Override PartName="/ppt/ink/ink3096.xml" ContentType="application/inkml+xml"/>
  <Override PartName="/ppt/ink/ink3097.xml" ContentType="application/inkml+xml"/>
  <Override PartName="/ppt/ink/ink3098.xml" ContentType="application/inkml+xml"/>
  <Override PartName="/ppt/ink/ink3099.xml" ContentType="application/inkml+xml"/>
  <Override PartName="/ppt/ink/ink3100.xml" ContentType="application/inkml+xml"/>
  <Override PartName="/ppt/ink/ink3101.xml" ContentType="application/inkml+xml"/>
  <Override PartName="/ppt/ink/ink3102.xml" ContentType="application/inkml+xml"/>
  <Override PartName="/ppt/ink/ink3103.xml" ContentType="application/inkml+xml"/>
  <Override PartName="/ppt/ink/ink3104.xml" ContentType="application/inkml+xml"/>
  <Override PartName="/ppt/ink/ink3105.xml" ContentType="application/inkml+xml"/>
  <Override PartName="/ppt/ink/ink3106.xml" ContentType="application/inkml+xml"/>
  <Override PartName="/ppt/ink/ink3107.xml" ContentType="application/inkml+xml"/>
  <Override PartName="/ppt/ink/ink3108.xml" ContentType="application/inkml+xml"/>
  <Override PartName="/ppt/ink/ink3109.xml" ContentType="application/inkml+xml"/>
  <Override PartName="/ppt/ink/ink3110.xml" ContentType="application/inkml+xml"/>
  <Override PartName="/ppt/ink/ink3111.xml" ContentType="application/inkml+xml"/>
  <Override PartName="/ppt/ink/ink3112.xml" ContentType="application/inkml+xml"/>
  <Override PartName="/ppt/ink/ink3113.xml" ContentType="application/inkml+xml"/>
  <Override PartName="/ppt/ink/ink3114.xml" ContentType="application/inkml+xml"/>
  <Override PartName="/ppt/ink/ink3115.xml" ContentType="application/inkml+xml"/>
  <Override PartName="/ppt/ink/ink3116.xml" ContentType="application/inkml+xml"/>
  <Override PartName="/ppt/ink/ink3117.xml" ContentType="application/inkml+xml"/>
  <Override PartName="/ppt/ink/ink3118.xml" ContentType="application/inkml+xml"/>
  <Override PartName="/ppt/ink/ink3119.xml" ContentType="application/inkml+xml"/>
  <Override PartName="/ppt/ink/ink3120.xml" ContentType="application/inkml+xml"/>
  <Override PartName="/ppt/ink/ink3121.xml" ContentType="application/inkml+xml"/>
  <Override PartName="/ppt/ink/ink3122.xml" ContentType="application/inkml+xml"/>
  <Override PartName="/ppt/ink/ink3123.xml" ContentType="application/inkml+xml"/>
  <Override PartName="/ppt/ink/ink3124.xml" ContentType="application/inkml+xml"/>
  <Override PartName="/ppt/ink/ink3125.xml" ContentType="application/inkml+xml"/>
  <Override PartName="/ppt/ink/ink3126.xml" ContentType="application/inkml+xml"/>
  <Override PartName="/ppt/ink/ink3127.xml" ContentType="application/inkml+xml"/>
  <Override PartName="/ppt/ink/ink3128.xml" ContentType="application/inkml+xml"/>
  <Override PartName="/ppt/ink/ink3129.xml" ContentType="application/inkml+xml"/>
  <Override PartName="/ppt/ink/ink3130.xml" ContentType="application/inkml+xml"/>
  <Override PartName="/ppt/ink/ink3131.xml" ContentType="application/inkml+xml"/>
  <Override PartName="/ppt/ink/ink3132.xml" ContentType="application/inkml+xml"/>
  <Override PartName="/ppt/ink/ink3133.xml" ContentType="application/inkml+xml"/>
  <Override PartName="/ppt/ink/ink3134.xml" ContentType="application/inkml+xml"/>
  <Override PartName="/ppt/ink/ink3135.xml" ContentType="application/inkml+xml"/>
  <Override PartName="/ppt/ink/ink3136.xml" ContentType="application/inkml+xml"/>
  <Override PartName="/ppt/ink/ink3137.xml" ContentType="application/inkml+xml"/>
  <Override PartName="/ppt/ink/ink3138.xml" ContentType="application/inkml+xml"/>
  <Override PartName="/ppt/ink/ink3139.xml" ContentType="application/inkml+xml"/>
  <Override PartName="/ppt/ink/ink3140.xml" ContentType="application/inkml+xml"/>
  <Override PartName="/ppt/ink/ink3141.xml" ContentType="application/inkml+xml"/>
  <Override PartName="/ppt/ink/ink3142.xml" ContentType="application/inkml+xml"/>
  <Override PartName="/ppt/ink/ink3143.xml" ContentType="application/inkml+xml"/>
  <Override PartName="/ppt/ink/ink3144.xml" ContentType="application/inkml+xml"/>
  <Override PartName="/ppt/ink/ink3145.xml" ContentType="application/inkml+xml"/>
  <Override PartName="/ppt/ink/ink3146.xml" ContentType="application/inkml+xml"/>
  <Override PartName="/ppt/ink/ink3147.xml" ContentType="application/inkml+xml"/>
  <Override PartName="/ppt/ink/ink3148.xml" ContentType="application/inkml+xml"/>
  <Override PartName="/ppt/ink/ink3149.xml" ContentType="application/inkml+xml"/>
  <Override PartName="/ppt/ink/ink3150.xml" ContentType="application/inkml+xml"/>
  <Override PartName="/ppt/ink/ink3151.xml" ContentType="application/inkml+xml"/>
  <Override PartName="/ppt/ink/ink3152.xml" ContentType="application/inkml+xml"/>
  <Override PartName="/ppt/ink/ink3153.xml" ContentType="application/inkml+xml"/>
  <Override PartName="/ppt/ink/ink3154.xml" ContentType="application/inkml+xml"/>
  <Override PartName="/ppt/ink/ink3155.xml" ContentType="application/inkml+xml"/>
  <Override PartName="/ppt/ink/ink3156.xml" ContentType="application/inkml+xml"/>
  <Override PartName="/ppt/ink/ink3157.xml" ContentType="application/inkml+xml"/>
  <Override PartName="/ppt/ink/ink3158.xml" ContentType="application/inkml+xml"/>
  <Override PartName="/ppt/ink/ink3159.xml" ContentType="application/inkml+xml"/>
  <Override PartName="/ppt/ink/ink3160.xml" ContentType="application/inkml+xml"/>
  <Override PartName="/ppt/ink/ink3161.xml" ContentType="application/inkml+xml"/>
  <Override PartName="/ppt/ink/ink3162.xml" ContentType="application/inkml+xml"/>
  <Override PartName="/ppt/ink/ink3163.xml" ContentType="application/inkml+xml"/>
  <Override PartName="/ppt/ink/ink3164.xml" ContentType="application/inkml+xml"/>
  <Override PartName="/ppt/ink/ink3165.xml" ContentType="application/inkml+xml"/>
  <Override PartName="/ppt/ink/ink3166.xml" ContentType="application/inkml+xml"/>
  <Override PartName="/ppt/ink/ink3167.xml" ContentType="application/inkml+xml"/>
  <Override PartName="/ppt/ink/ink3168.xml" ContentType="application/inkml+xml"/>
  <Override PartName="/ppt/ink/ink3169.xml" ContentType="application/inkml+xml"/>
  <Override PartName="/ppt/ink/ink3170.xml" ContentType="application/inkml+xml"/>
  <Override PartName="/ppt/ink/ink3171.xml" ContentType="application/inkml+xml"/>
  <Override PartName="/ppt/ink/ink3172.xml" ContentType="application/inkml+xml"/>
  <Override PartName="/ppt/ink/ink3173.xml" ContentType="application/inkml+xml"/>
  <Override PartName="/ppt/ink/ink3174.xml" ContentType="application/inkml+xml"/>
  <Override PartName="/ppt/ink/ink3175.xml" ContentType="application/inkml+xml"/>
  <Override PartName="/ppt/ink/ink3176.xml" ContentType="application/inkml+xml"/>
  <Override PartName="/ppt/ink/ink3177.xml" ContentType="application/inkml+xml"/>
  <Override PartName="/ppt/ink/ink3178.xml" ContentType="application/inkml+xml"/>
  <Override PartName="/ppt/ink/ink3179.xml" ContentType="application/inkml+xml"/>
  <Override PartName="/ppt/ink/ink3180.xml" ContentType="application/inkml+xml"/>
  <Override PartName="/ppt/ink/ink3181.xml" ContentType="application/inkml+xml"/>
  <Override PartName="/ppt/ink/ink3182.xml" ContentType="application/inkml+xml"/>
  <Override PartName="/ppt/ink/ink3183.xml" ContentType="application/inkml+xml"/>
  <Override PartName="/ppt/ink/ink3184.xml" ContentType="application/inkml+xml"/>
  <Override PartName="/ppt/ink/ink3185.xml" ContentType="application/inkml+xml"/>
  <Override PartName="/ppt/ink/ink3186.xml" ContentType="application/inkml+xml"/>
  <Override PartName="/ppt/ink/ink3187.xml" ContentType="application/inkml+xml"/>
  <Override PartName="/ppt/ink/ink3188.xml" ContentType="application/inkml+xml"/>
  <Override PartName="/ppt/ink/ink3189.xml" ContentType="application/inkml+xml"/>
  <Override PartName="/ppt/ink/ink3190.xml" ContentType="application/inkml+xml"/>
  <Override PartName="/ppt/ink/ink3191.xml" ContentType="application/inkml+xml"/>
  <Override PartName="/ppt/ink/ink3192.xml" ContentType="application/inkml+xml"/>
  <Override PartName="/ppt/ink/ink3193.xml" ContentType="application/inkml+xml"/>
  <Override PartName="/ppt/ink/ink3194.xml" ContentType="application/inkml+xml"/>
  <Override PartName="/ppt/ink/ink3195.xml" ContentType="application/inkml+xml"/>
  <Override PartName="/ppt/ink/ink3196.xml" ContentType="application/inkml+xml"/>
  <Override PartName="/ppt/ink/ink3197.xml" ContentType="application/inkml+xml"/>
  <Override PartName="/ppt/ink/ink3198.xml" ContentType="application/inkml+xml"/>
  <Override PartName="/ppt/ink/ink3199.xml" ContentType="application/inkml+xml"/>
  <Override PartName="/ppt/ink/ink3200.xml" ContentType="application/inkml+xml"/>
  <Override PartName="/ppt/ink/ink3201.xml" ContentType="application/inkml+xml"/>
  <Override PartName="/ppt/ink/ink3202.xml" ContentType="application/inkml+xml"/>
  <Override PartName="/ppt/ink/ink3203.xml" ContentType="application/inkml+xml"/>
  <Override PartName="/ppt/ink/ink3204.xml" ContentType="application/inkml+xml"/>
  <Override PartName="/ppt/ink/ink3205.xml" ContentType="application/inkml+xml"/>
  <Override PartName="/ppt/ink/ink3206.xml" ContentType="application/inkml+xml"/>
  <Override PartName="/ppt/ink/ink3207.xml" ContentType="application/inkml+xml"/>
  <Override PartName="/ppt/ink/ink3208.xml" ContentType="application/inkml+xml"/>
  <Override PartName="/ppt/ink/ink3209.xml" ContentType="application/inkml+xml"/>
  <Override PartName="/ppt/ink/ink3210.xml" ContentType="application/inkml+xml"/>
  <Override PartName="/ppt/ink/ink3211.xml" ContentType="application/inkml+xml"/>
  <Override PartName="/ppt/ink/ink3212.xml" ContentType="application/inkml+xml"/>
  <Override PartName="/ppt/ink/ink3213.xml" ContentType="application/inkml+xml"/>
  <Override PartName="/ppt/ink/ink3214.xml" ContentType="application/inkml+xml"/>
  <Override PartName="/ppt/ink/ink3215.xml" ContentType="application/inkml+xml"/>
  <Override PartName="/ppt/ink/ink3216.xml" ContentType="application/inkml+xml"/>
  <Override PartName="/ppt/ink/ink3217.xml" ContentType="application/inkml+xml"/>
  <Override PartName="/ppt/ink/ink3218.xml" ContentType="application/inkml+xml"/>
  <Override PartName="/ppt/ink/ink3219.xml" ContentType="application/inkml+xml"/>
  <Override PartName="/ppt/ink/ink3220.xml" ContentType="application/inkml+xml"/>
  <Override PartName="/ppt/ink/ink3221.xml" ContentType="application/inkml+xml"/>
  <Override PartName="/ppt/ink/ink3222.xml" ContentType="application/inkml+xml"/>
  <Override PartName="/ppt/ink/ink3223.xml" ContentType="application/inkml+xml"/>
  <Override PartName="/ppt/ink/ink3224.xml" ContentType="application/inkml+xml"/>
  <Override PartName="/ppt/ink/ink3225.xml" ContentType="application/inkml+xml"/>
  <Override PartName="/ppt/ink/ink3226.xml" ContentType="application/inkml+xml"/>
  <Override PartName="/ppt/ink/ink3227.xml" ContentType="application/inkml+xml"/>
  <Override PartName="/ppt/ink/ink3228.xml" ContentType="application/inkml+xml"/>
  <Override PartName="/ppt/ink/ink3229.xml" ContentType="application/inkml+xml"/>
  <Override PartName="/ppt/ink/ink3230.xml" ContentType="application/inkml+xml"/>
  <Override PartName="/ppt/ink/ink3231.xml" ContentType="application/inkml+xml"/>
  <Override PartName="/ppt/ink/ink3232.xml" ContentType="application/inkml+xml"/>
  <Override PartName="/ppt/ink/ink3233.xml" ContentType="application/inkml+xml"/>
  <Override PartName="/ppt/ink/ink3234.xml" ContentType="application/inkml+xml"/>
  <Override PartName="/ppt/ink/ink3235.xml" ContentType="application/inkml+xml"/>
  <Override PartName="/ppt/ink/ink3236.xml" ContentType="application/inkml+xml"/>
  <Override PartName="/ppt/ink/ink3237.xml" ContentType="application/inkml+xml"/>
  <Override PartName="/ppt/ink/ink3238.xml" ContentType="application/inkml+xml"/>
  <Override PartName="/ppt/ink/ink3239.xml" ContentType="application/inkml+xml"/>
  <Override PartName="/ppt/ink/ink3240.xml" ContentType="application/inkml+xml"/>
  <Override PartName="/ppt/ink/ink3241.xml" ContentType="application/inkml+xml"/>
  <Override PartName="/ppt/ink/ink3242.xml" ContentType="application/inkml+xml"/>
  <Override PartName="/ppt/ink/ink3243.xml" ContentType="application/inkml+xml"/>
  <Override PartName="/ppt/ink/ink3244.xml" ContentType="application/inkml+xml"/>
  <Override PartName="/ppt/ink/ink3245.xml" ContentType="application/inkml+xml"/>
  <Override PartName="/ppt/ink/ink3246.xml" ContentType="application/inkml+xml"/>
  <Override PartName="/ppt/ink/ink3247.xml" ContentType="application/inkml+xml"/>
  <Override PartName="/ppt/ink/ink3248.xml" ContentType="application/inkml+xml"/>
  <Override PartName="/ppt/ink/ink3249.xml" ContentType="application/inkml+xml"/>
  <Override PartName="/ppt/ink/ink3250.xml" ContentType="application/inkml+xml"/>
  <Override PartName="/ppt/ink/ink3251.xml" ContentType="application/inkml+xml"/>
  <Override PartName="/ppt/ink/ink3252.xml" ContentType="application/inkml+xml"/>
  <Override PartName="/ppt/ink/ink3253.xml" ContentType="application/inkml+xml"/>
  <Override PartName="/ppt/ink/ink3254.xml" ContentType="application/inkml+xml"/>
  <Override PartName="/ppt/ink/ink3255.xml" ContentType="application/inkml+xml"/>
  <Override PartName="/ppt/ink/ink3256.xml" ContentType="application/inkml+xml"/>
  <Override PartName="/ppt/ink/ink3257.xml" ContentType="application/inkml+xml"/>
  <Override PartName="/ppt/ink/ink3258.xml" ContentType="application/inkml+xml"/>
  <Override PartName="/ppt/ink/ink3259.xml" ContentType="application/inkml+xml"/>
  <Override PartName="/ppt/ink/ink3260.xml" ContentType="application/inkml+xml"/>
  <Override PartName="/ppt/ink/ink3261.xml" ContentType="application/inkml+xml"/>
  <Override PartName="/ppt/ink/ink3262.xml" ContentType="application/inkml+xml"/>
  <Override PartName="/ppt/ink/ink3263.xml" ContentType="application/inkml+xml"/>
  <Override PartName="/ppt/ink/ink3264.xml" ContentType="application/inkml+xml"/>
  <Override PartName="/ppt/ink/ink3265.xml" ContentType="application/inkml+xml"/>
  <Override PartName="/ppt/ink/ink3266.xml" ContentType="application/inkml+xml"/>
  <Override PartName="/ppt/ink/ink3267.xml" ContentType="application/inkml+xml"/>
  <Override PartName="/ppt/ink/ink3268.xml" ContentType="application/inkml+xml"/>
  <Override PartName="/ppt/ink/ink3269.xml" ContentType="application/inkml+xml"/>
  <Override PartName="/ppt/ink/ink3270.xml" ContentType="application/inkml+xml"/>
  <Override PartName="/ppt/ink/ink3271.xml" ContentType="application/inkml+xml"/>
  <Override PartName="/ppt/ink/ink3272.xml" ContentType="application/inkml+xml"/>
  <Override PartName="/ppt/ink/ink3273.xml" ContentType="application/inkml+xml"/>
  <Override PartName="/ppt/ink/ink3274.xml" ContentType="application/inkml+xml"/>
  <Override PartName="/ppt/ink/ink3275.xml" ContentType="application/inkml+xml"/>
  <Override PartName="/ppt/ink/ink3276.xml" ContentType="application/inkml+xml"/>
  <Override PartName="/ppt/ink/ink3277.xml" ContentType="application/inkml+xml"/>
  <Override PartName="/ppt/ink/ink3278.xml" ContentType="application/inkml+xml"/>
  <Override PartName="/ppt/ink/ink3279.xml" ContentType="application/inkml+xml"/>
  <Override PartName="/ppt/ink/ink3280.xml" ContentType="application/inkml+xml"/>
  <Override PartName="/ppt/ink/ink3281.xml" ContentType="application/inkml+xml"/>
  <Override PartName="/ppt/ink/ink3282.xml" ContentType="application/inkml+xml"/>
  <Override PartName="/ppt/ink/ink3283.xml" ContentType="application/inkml+xml"/>
  <Override PartName="/ppt/ink/ink3284.xml" ContentType="application/inkml+xml"/>
  <Override PartName="/ppt/ink/ink3285.xml" ContentType="application/inkml+xml"/>
  <Override PartName="/ppt/ink/ink3286.xml" ContentType="application/inkml+xml"/>
  <Override PartName="/ppt/ink/ink3287.xml" ContentType="application/inkml+xml"/>
  <Override PartName="/ppt/ink/ink3288.xml" ContentType="application/inkml+xml"/>
  <Override PartName="/ppt/ink/ink3289.xml" ContentType="application/inkml+xml"/>
  <Override PartName="/ppt/ink/ink3290.xml" ContentType="application/inkml+xml"/>
  <Override PartName="/ppt/ink/ink3291.xml" ContentType="application/inkml+xml"/>
  <Override PartName="/ppt/ink/ink3292.xml" ContentType="application/inkml+xml"/>
  <Override PartName="/ppt/ink/ink3293.xml" ContentType="application/inkml+xml"/>
  <Override PartName="/ppt/ink/ink3294.xml" ContentType="application/inkml+xml"/>
  <Override PartName="/ppt/ink/ink3295.xml" ContentType="application/inkml+xml"/>
  <Override PartName="/ppt/ink/ink3296.xml" ContentType="application/inkml+xml"/>
  <Override PartName="/ppt/ink/ink3297.xml" ContentType="application/inkml+xml"/>
  <Override PartName="/ppt/ink/ink3298.xml" ContentType="application/inkml+xml"/>
  <Override PartName="/ppt/ink/ink3299.xml" ContentType="application/inkml+xml"/>
  <Override PartName="/ppt/ink/ink3300.xml" ContentType="application/inkml+xml"/>
  <Override PartName="/ppt/ink/ink3301.xml" ContentType="application/inkml+xml"/>
  <Override PartName="/ppt/ink/ink3302.xml" ContentType="application/inkml+xml"/>
  <Override PartName="/ppt/ink/ink3303.xml" ContentType="application/inkml+xml"/>
  <Override PartName="/ppt/ink/ink3304.xml" ContentType="application/inkml+xml"/>
  <Override PartName="/ppt/ink/ink3305.xml" ContentType="application/inkml+xml"/>
  <Override PartName="/ppt/ink/ink3306.xml" ContentType="application/inkml+xml"/>
  <Override PartName="/ppt/ink/ink3307.xml" ContentType="application/inkml+xml"/>
  <Override PartName="/ppt/ink/ink3308.xml" ContentType="application/inkml+xml"/>
  <Override PartName="/ppt/ink/ink3309.xml" ContentType="application/inkml+xml"/>
  <Override PartName="/ppt/ink/ink3310.xml" ContentType="application/inkml+xml"/>
  <Override PartName="/ppt/ink/ink3311.xml" ContentType="application/inkml+xml"/>
  <Override PartName="/ppt/ink/ink3312.xml" ContentType="application/inkml+xml"/>
  <Override PartName="/ppt/ink/ink3313.xml" ContentType="application/inkml+xml"/>
  <Override PartName="/ppt/ink/ink3314.xml" ContentType="application/inkml+xml"/>
  <Override PartName="/ppt/ink/ink3315.xml" ContentType="application/inkml+xml"/>
  <Override PartName="/ppt/ink/ink3316.xml" ContentType="application/inkml+xml"/>
  <Override PartName="/ppt/ink/ink3317.xml" ContentType="application/inkml+xml"/>
  <Override PartName="/ppt/ink/ink3318.xml" ContentType="application/inkml+xml"/>
  <Override PartName="/ppt/ink/ink3319.xml" ContentType="application/inkml+xml"/>
  <Override PartName="/ppt/ink/ink3320.xml" ContentType="application/inkml+xml"/>
  <Override PartName="/ppt/ink/ink3321.xml" ContentType="application/inkml+xml"/>
  <Override PartName="/ppt/ink/ink3322.xml" ContentType="application/inkml+xml"/>
  <Override PartName="/ppt/ink/ink3323.xml" ContentType="application/inkml+xml"/>
  <Override PartName="/ppt/ink/ink3324.xml" ContentType="application/inkml+xml"/>
  <Override PartName="/ppt/ink/ink3325.xml" ContentType="application/inkml+xml"/>
  <Override PartName="/ppt/ink/ink3326.xml" ContentType="application/inkml+xml"/>
  <Override PartName="/ppt/ink/ink3327.xml" ContentType="application/inkml+xml"/>
  <Override PartName="/ppt/ink/ink3328.xml" ContentType="application/inkml+xml"/>
  <Override PartName="/ppt/ink/ink3329.xml" ContentType="application/inkml+xml"/>
  <Override PartName="/ppt/ink/ink3330.xml" ContentType="application/inkml+xml"/>
  <Override PartName="/ppt/ink/ink3331.xml" ContentType="application/inkml+xml"/>
  <Override PartName="/ppt/ink/ink3332.xml" ContentType="application/inkml+xml"/>
  <Override PartName="/ppt/ink/ink3333.xml" ContentType="application/inkml+xml"/>
  <Override PartName="/ppt/ink/ink3334.xml" ContentType="application/inkml+xml"/>
  <Override PartName="/ppt/ink/ink3335.xml" ContentType="application/inkml+xml"/>
  <Override PartName="/ppt/ink/ink3336.xml" ContentType="application/inkml+xml"/>
  <Override PartName="/ppt/ink/ink3337.xml" ContentType="application/inkml+xml"/>
  <Override PartName="/ppt/ink/ink3338.xml" ContentType="application/inkml+xml"/>
  <Override PartName="/ppt/ink/ink3339.xml" ContentType="application/inkml+xml"/>
  <Override PartName="/ppt/ink/ink3340.xml" ContentType="application/inkml+xml"/>
  <Override PartName="/ppt/ink/ink3341.xml" ContentType="application/inkml+xml"/>
  <Override PartName="/ppt/ink/ink3342.xml" ContentType="application/inkml+xml"/>
  <Override PartName="/ppt/ink/ink3343.xml" ContentType="application/inkml+xml"/>
  <Override PartName="/ppt/ink/ink3344.xml" ContentType="application/inkml+xml"/>
  <Override PartName="/ppt/ink/ink3345.xml" ContentType="application/inkml+xml"/>
  <Override PartName="/ppt/ink/ink3346.xml" ContentType="application/inkml+xml"/>
  <Override PartName="/ppt/ink/ink3347.xml" ContentType="application/inkml+xml"/>
  <Override PartName="/ppt/ink/ink3348.xml" ContentType="application/inkml+xml"/>
  <Override PartName="/ppt/ink/ink3349.xml" ContentType="application/inkml+xml"/>
  <Override PartName="/ppt/ink/ink3350.xml" ContentType="application/inkml+xml"/>
  <Override PartName="/ppt/ink/ink3351.xml" ContentType="application/inkml+xml"/>
  <Override PartName="/ppt/ink/ink3352.xml" ContentType="application/inkml+xml"/>
  <Override PartName="/ppt/ink/ink3353.xml" ContentType="application/inkml+xml"/>
  <Override PartName="/ppt/ink/ink3354.xml" ContentType="application/inkml+xml"/>
  <Override PartName="/ppt/ink/ink3355.xml" ContentType="application/inkml+xml"/>
  <Override PartName="/ppt/ink/ink3356.xml" ContentType="application/inkml+xml"/>
  <Override PartName="/ppt/ink/ink3357.xml" ContentType="application/inkml+xml"/>
  <Override PartName="/ppt/ink/ink3358.xml" ContentType="application/inkml+xml"/>
  <Override PartName="/ppt/ink/ink3359.xml" ContentType="application/inkml+xml"/>
  <Override PartName="/ppt/ink/ink3360.xml" ContentType="application/inkml+xml"/>
  <Override PartName="/ppt/ink/ink3361.xml" ContentType="application/inkml+xml"/>
  <Override PartName="/ppt/ink/ink3362.xml" ContentType="application/inkml+xml"/>
  <Override PartName="/ppt/ink/ink3363.xml" ContentType="application/inkml+xml"/>
  <Override PartName="/ppt/ink/ink3364.xml" ContentType="application/inkml+xml"/>
  <Override PartName="/ppt/ink/ink3365.xml" ContentType="application/inkml+xml"/>
  <Override PartName="/ppt/ink/ink3366.xml" ContentType="application/inkml+xml"/>
  <Override PartName="/ppt/ink/ink3367.xml" ContentType="application/inkml+xml"/>
  <Override PartName="/ppt/ink/ink3368.xml" ContentType="application/inkml+xml"/>
  <Override PartName="/ppt/ink/ink3369.xml" ContentType="application/inkml+xml"/>
  <Override PartName="/ppt/ink/ink3370.xml" ContentType="application/inkml+xml"/>
  <Override PartName="/ppt/ink/ink3371.xml" ContentType="application/inkml+xml"/>
  <Override PartName="/ppt/ink/ink3372.xml" ContentType="application/inkml+xml"/>
  <Override PartName="/ppt/ink/ink3373.xml" ContentType="application/inkml+xml"/>
  <Override PartName="/ppt/ink/ink3374.xml" ContentType="application/inkml+xml"/>
  <Override PartName="/ppt/ink/ink3375.xml" ContentType="application/inkml+xml"/>
  <Override PartName="/ppt/ink/ink3376.xml" ContentType="application/inkml+xml"/>
  <Override PartName="/ppt/ink/ink3377.xml" ContentType="application/inkml+xml"/>
  <Override PartName="/ppt/ink/ink3378.xml" ContentType="application/inkml+xml"/>
  <Override PartName="/ppt/ink/ink3379.xml" ContentType="application/inkml+xml"/>
  <Override PartName="/ppt/ink/ink3380.xml" ContentType="application/inkml+xml"/>
  <Override PartName="/ppt/ink/ink3381.xml" ContentType="application/inkml+xml"/>
  <Override PartName="/ppt/ink/ink3382.xml" ContentType="application/inkml+xml"/>
  <Override PartName="/ppt/ink/ink3383.xml" ContentType="application/inkml+xml"/>
  <Override PartName="/ppt/ink/ink3384.xml" ContentType="application/inkml+xml"/>
  <Override PartName="/ppt/ink/ink3385.xml" ContentType="application/inkml+xml"/>
  <Override PartName="/ppt/ink/ink3386.xml" ContentType="application/inkml+xml"/>
  <Override PartName="/ppt/ink/ink3387.xml" ContentType="application/inkml+xml"/>
  <Override PartName="/ppt/ink/ink3388.xml" ContentType="application/inkml+xml"/>
  <Override PartName="/ppt/ink/ink3389.xml" ContentType="application/inkml+xml"/>
  <Override PartName="/ppt/ink/ink3390.xml" ContentType="application/inkml+xml"/>
  <Override PartName="/ppt/ink/ink3391.xml" ContentType="application/inkml+xml"/>
  <Override PartName="/ppt/ink/ink3392.xml" ContentType="application/inkml+xml"/>
  <Override PartName="/ppt/ink/ink3393.xml" ContentType="application/inkml+xml"/>
  <Override PartName="/ppt/ink/ink3394.xml" ContentType="application/inkml+xml"/>
  <Override PartName="/ppt/ink/ink3395.xml" ContentType="application/inkml+xml"/>
  <Override PartName="/ppt/ink/ink3396.xml" ContentType="application/inkml+xml"/>
  <Override PartName="/ppt/ink/ink3397.xml" ContentType="application/inkml+xml"/>
  <Override PartName="/ppt/ink/ink3398.xml" ContentType="application/inkml+xml"/>
  <Override PartName="/ppt/ink/ink3399.xml" ContentType="application/inkml+xml"/>
  <Override PartName="/ppt/ink/ink3400.xml" ContentType="application/inkml+xml"/>
  <Override PartName="/ppt/ink/ink3401.xml" ContentType="application/inkml+xml"/>
  <Override PartName="/ppt/ink/ink3402.xml" ContentType="application/inkml+xml"/>
  <Override PartName="/ppt/ink/ink3403.xml" ContentType="application/inkml+xml"/>
  <Override PartName="/ppt/ink/ink3404.xml" ContentType="application/inkml+xml"/>
  <Override PartName="/ppt/ink/ink3405.xml" ContentType="application/inkml+xml"/>
  <Override PartName="/ppt/ink/ink3406.xml" ContentType="application/inkml+xml"/>
  <Override PartName="/ppt/ink/ink3407.xml" ContentType="application/inkml+xml"/>
  <Override PartName="/ppt/ink/ink3408.xml" ContentType="application/inkml+xml"/>
  <Override PartName="/ppt/ink/ink3409.xml" ContentType="application/inkml+xml"/>
  <Override PartName="/ppt/ink/ink3410.xml" ContentType="application/inkml+xml"/>
  <Override PartName="/ppt/ink/ink3411.xml" ContentType="application/inkml+xml"/>
  <Override PartName="/ppt/ink/ink3412.xml" ContentType="application/inkml+xml"/>
  <Override PartName="/ppt/ink/ink3413.xml" ContentType="application/inkml+xml"/>
  <Override PartName="/ppt/ink/ink3414.xml" ContentType="application/inkml+xml"/>
  <Override PartName="/ppt/ink/ink3415.xml" ContentType="application/inkml+xml"/>
  <Override PartName="/ppt/ink/ink3416.xml" ContentType="application/inkml+xml"/>
  <Override PartName="/ppt/ink/ink3417.xml" ContentType="application/inkml+xml"/>
  <Override PartName="/ppt/ink/ink3418.xml" ContentType="application/inkml+xml"/>
  <Override PartName="/ppt/ink/ink3419.xml" ContentType="application/inkml+xml"/>
  <Override PartName="/ppt/ink/ink3420.xml" ContentType="application/inkml+xml"/>
  <Override PartName="/ppt/ink/ink3421.xml" ContentType="application/inkml+xml"/>
  <Override PartName="/ppt/ink/ink3422.xml" ContentType="application/inkml+xml"/>
  <Override PartName="/ppt/ink/ink3423.xml" ContentType="application/inkml+xml"/>
  <Override PartName="/ppt/ink/ink3424.xml" ContentType="application/inkml+xml"/>
  <Override PartName="/ppt/ink/ink3425.xml" ContentType="application/inkml+xml"/>
  <Override PartName="/ppt/ink/ink3426.xml" ContentType="application/inkml+xml"/>
  <Override PartName="/ppt/ink/ink3427.xml" ContentType="application/inkml+xml"/>
  <Override PartName="/ppt/ink/ink3428.xml" ContentType="application/inkml+xml"/>
  <Override PartName="/ppt/ink/ink3429.xml" ContentType="application/inkml+xml"/>
  <Override PartName="/ppt/ink/ink3430.xml" ContentType="application/inkml+xml"/>
  <Override PartName="/ppt/ink/ink3431.xml" ContentType="application/inkml+xml"/>
  <Override PartName="/ppt/ink/ink3432.xml" ContentType="application/inkml+xml"/>
  <Override PartName="/ppt/ink/ink3433.xml" ContentType="application/inkml+xml"/>
  <Override PartName="/ppt/ink/ink3434.xml" ContentType="application/inkml+xml"/>
  <Override PartName="/ppt/ink/ink3435.xml" ContentType="application/inkml+xml"/>
  <Override PartName="/ppt/ink/ink3436.xml" ContentType="application/inkml+xml"/>
  <Override PartName="/ppt/ink/ink3437.xml" ContentType="application/inkml+xml"/>
  <Override PartName="/ppt/ink/ink3438.xml" ContentType="application/inkml+xml"/>
  <Override PartName="/ppt/ink/ink3439.xml" ContentType="application/inkml+xml"/>
  <Override PartName="/ppt/ink/ink3440.xml" ContentType="application/inkml+xml"/>
  <Override PartName="/ppt/ink/ink3441.xml" ContentType="application/inkml+xml"/>
  <Override PartName="/ppt/ink/ink3442.xml" ContentType="application/inkml+xml"/>
  <Override PartName="/ppt/ink/ink3443.xml" ContentType="application/inkml+xml"/>
  <Override PartName="/ppt/ink/ink3444.xml" ContentType="application/inkml+xml"/>
  <Override PartName="/ppt/ink/ink3445.xml" ContentType="application/inkml+xml"/>
  <Override PartName="/ppt/ink/ink3446.xml" ContentType="application/inkml+xml"/>
  <Override PartName="/ppt/ink/ink3447.xml" ContentType="application/inkml+xml"/>
  <Override PartName="/ppt/ink/ink3448.xml" ContentType="application/inkml+xml"/>
  <Override PartName="/ppt/ink/ink3449.xml" ContentType="application/inkml+xml"/>
  <Override PartName="/ppt/ink/ink3450.xml" ContentType="application/inkml+xml"/>
  <Override PartName="/ppt/ink/ink3451.xml" ContentType="application/inkml+xml"/>
  <Override PartName="/ppt/ink/ink3452.xml" ContentType="application/inkml+xml"/>
  <Override PartName="/ppt/ink/ink3453.xml" ContentType="application/inkml+xml"/>
  <Override PartName="/ppt/ink/ink3454.xml" ContentType="application/inkml+xml"/>
  <Override PartName="/ppt/ink/ink3455.xml" ContentType="application/inkml+xml"/>
  <Override PartName="/ppt/ink/ink3456.xml" ContentType="application/inkml+xml"/>
  <Override PartName="/ppt/ink/ink3457.xml" ContentType="application/inkml+xml"/>
  <Override PartName="/ppt/ink/ink3458.xml" ContentType="application/inkml+xml"/>
  <Override PartName="/ppt/ink/ink3459.xml" ContentType="application/inkml+xml"/>
  <Override PartName="/ppt/ink/ink3460.xml" ContentType="application/inkml+xml"/>
  <Override PartName="/ppt/ink/ink3461.xml" ContentType="application/inkml+xml"/>
  <Override PartName="/ppt/ink/ink3462.xml" ContentType="application/inkml+xml"/>
  <Override PartName="/ppt/ink/ink3463.xml" ContentType="application/inkml+xml"/>
  <Override PartName="/ppt/ink/ink3464.xml" ContentType="application/inkml+xml"/>
  <Override PartName="/ppt/ink/ink3465.xml" ContentType="application/inkml+xml"/>
  <Override PartName="/ppt/ink/ink3466.xml" ContentType="application/inkml+xml"/>
  <Override PartName="/ppt/ink/ink3467.xml" ContentType="application/inkml+xml"/>
  <Override PartName="/ppt/ink/ink3468.xml" ContentType="application/inkml+xml"/>
  <Override PartName="/ppt/ink/ink3469.xml" ContentType="application/inkml+xml"/>
  <Override PartName="/ppt/ink/ink3470.xml" ContentType="application/inkml+xml"/>
  <Override PartName="/ppt/ink/ink3471.xml" ContentType="application/inkml+xml"/>
  <Override PartName="/ppt/ink/ink3472.xml" ContentType="application/inkml+xml"/>
  <Override PartName="/ppt/ink/ink3473.xml" ContentType="application/inkml+xml"/>
  <Override PartName="/ppt/ink/ink3474.xml" ContentType="application/inkml+xml"/>
  <Override PartName="/ppt/ink/ink3475.xml" ContentType="application/inkml+xml"/>
  <Override PartName="/ppt/ink/ink3476.xml" ContentType="application/inkml+xml"/>
  <Override PartName="/ppt/ink/ink3477.xml" ContentType="application/inkml+xml"/>
  <Override PartName="/ppt/ink/ink3478.xml" ContentType="application/inkml+xml"/>
  <Override PartName="/ppt/ink/ink3479.xml" ContentType="application/inkml+xml"/>
  <Override PartName="/ppt/ink/ink3480.xml" ContentType="application/inkml+xml"/>
  <Override PartName="/ppt/ink/ink3481.xml" ContentType="application/inkml+xml"/>
  <Override PartName="/ppt/ink/ink3482.xml" ContentType="application/inkml+xml"/>
  <Override PartName="/ppt/ink/ink3483.xml" ContentType="application/inkml+xml"/>
  <Override PartName="/ppt/ink/ink3484.xml" ContentType="application/inkml+xml"/>
  <Override PartName="/ppt/ink/ink3485.xml" ContentType="application/inkml+xml"/>
  <Override PartName="/ppt/ink/ink3486.xml" ContentType="application/inkml+xml"/>
  <Override PartName="/ppt/ink/ink3487.xml" ContentType="application/inkml+xml"/>
  <Override PartName="/ppt/ink/ink3488.xml" ContentType="application/inkml+xml"/>
  <Override PartName="/ppt/ink/ink3489.xml" ContentType="application/inkml+xml"/>
  <Override PartName="/ppt/ink/ink3490.xml" ContentType="application/inkml+xml"/>
  <Override PartName="/ppt/ink/ink3491.xml" ContentType="application/inkml+xml"/>
  <Override PartName="/ppt/ink/ink3492.xml" ContentType="application/inkml+xml"/>
  <Override PartName="/ppt/ink/ink3493.xml" ContentType="application/inkml+xml"/>
  <Override PartName="/ppt/ink/ink3494.xml" ContentType="application/inkml+xml"/>
  <Override PartName="/ppt/ink/ink3495.xml" ContentType="application/inkml+xml"/>
  <Override PartName="/ppt/ink/ink3496.xml" ContentType="application/inkml+xml"/>
  <Override PartName="/ppt/ink/ink3497.xml" ContentType="application/inkml+xml"/>
  <Override PartName="/ppt/ink/ink3498.xml" ContentType="application/inkml+xml"/>
  <Override PartName="/ppt/ink/ink3499.xml" ContentType="application/inkml+xml"/>
  <Override PartName="/ppt/ink/ink3500.xml" ContentType="application/inkml+xml"/>
  <Override PartName="/ppt/ink/ink3501.xml" ContentType="application/inkml+xml"/>
  <Override PartName="/ppt/ink/ink3502.xml" ContentType="application/inkml+xml"/>
  <Override PartName="/ppt/ink/ink3503.xml" ContentType="application/inkml+xml"/>
  <Override PartName="/ppt/ink/ink3504.xml" ContentType="application/inkml+xml"/>
  <Override PartName="/ppt/ink/ink3505.xml" ContentType="application/inkml+xml"/>
  <Override PartName="/ppt/ink/ink3506.xml" ContentType="application/inkml+xml"/>
  <Override PartName="/ppt/ink/ink3507.xml" ContentType="application/inkml+xml"/>
  <Override PartName="/ppt/ink/ink3508.xml" ContentType="application/inkml+xml"/>
  <Override PartName="/ppt/ink/ink3509.xml" ContentType="application/inkml+xml"/>
  <Override PartName="/ppt/ink/ink3510.xml" ContentType="application/inkml+xml"/>
  <Override PartName="/ppt/ink/ink3511.xml" ContentType="application/inkml+xml"/>
  <Override PartName="/ppt/ink/ink3512.xml" ContentType="application/inkml+xml"/>
  <Override PartName="/ppt/ink/ink3513.xml" ContentType="application/inkml+xml"/>
  <Override PartName="/ppt/ink/ink3514.xml" ContentType="application/inkml+xml"/>
  <Override PartName="/ppt/ink/ink3515.xml" ContentType="application/inkml+xml"/>
  <Override PartName="/ppt/ink/ink3516.xml" ContentType="application/inkml+xml"/>
  <Override PartName="/ppt/ink/ink3517.xml" ContentType="application/inkml+xml"/>
  <Override PartName="/ppt/ink/ink3518.xml" ContentType="application/inkml+xml"/>
  <Override PartName="/ppt/ink/ink3519.xml" ContentType="application/inkml+xml"/>
  <Override PartName="/ppt/ink/ink3520.xml" ContentType="application/inkml+xml"/>
  <Override PartName="/ppt/ink/ink3521.xml" ContentType="application/inkml+xml"/>
  <Override PartName="/ppt/ink/ink3522.xml" ContentType="application/inkml+xml"/>
  <Override PartName="/ppt/ink/ink3523.xml" ContentType="application/inkml+xml"/>
  <Override PartName="/ppt/ink/ink3524.xml" ContentType="application/inkml+xml"/>
  <Override PartName="/ppt/ink/ink3525.xml" ContentType="application/inkml+xml"/>
  <Override PartName="/ppt/ink/ink3526.xml" ContentType="application/inkml+xml"/>
  <Override PartName="/ppt/ink/ink3527.xml" ContentType="application/inkml+xml"/>
  <Override PartName="/ppt/ink/ink3528.xml" ContentType="application/inkml+xml"/>
  <Override PartName="/ppt/ink/ink3529.xml" ContentType="application/inkml+xml"/>
  <Override PartName="/ppt/ink/ink3530.xml" ContentType="application/inkml+xml"/>
  <Override PartName="/ppt/ink/ink3531.xml" ContentType="application/inkml+xml"/>
  <Override PartName="/ppt/ink/ink3532.xml" ContentType="application/inkml+xml"/>
  <Override PartName="/ppt/ink/ink3533.xml" ContentType="application/inkml+xml"/>
  <Override PartName="/ppt/ink/ink3534.xml" ContentType="application/inkml+xml"/>
  <Override PartName="/ppt/ink/ink3535.xml" ContentType="application/inkml+xml"/>
  <Override PartName="/ppt/ink/ink3536.xml" ContentType="application/inkml+xml"/>
  <Override PartName="/ppt/ink/ink3537.xml" ContentType="application/inkml+xml"/>
  <Override PartName="/ppt/ink/ink3538.xml" ContentType="application/inkml+xml"/>
  <Override PartName="/ppt/ink/ink3539.xml" ContentType="application/inkml+xml"/>
  <Override PartName="/ppt/ink/ink3540.xml" ContentType="application/inkml+xml"/>
  <Override PartName="/ppt/ink/ink3541.xml" ContentType="application/inkml+xml"/>
  <Override PartName="/ppt/ink/ink3542.xml" ContentType="application/inkml+xml"/>
  <Override PartName="/ppt/ink/ink3543.xml" ContentType="application/inkml+xml"/>
  <Override PartName="/ppt/ink/ink3544.xml" ContentType="application/inkml+xml"/>
  <Override PartName="/ppt/ink/ink3545.xml" ContentType="application/inkml+xml"/>
  <Override PartName="/ppt/ink/ink3546.xml" ContentType="application/inkml+xml"/>
  <Override PartName="/ppt/ink/ink3547.xml" ContentType="application/inkml+xml"/>
  <Override PartName="/ppt/ink/ink3548.xml" ContentType="application/inkml+xml"/>
  <Override PartName="/ppt/ink/ink3549.xml" ContentType="application/inkml+xml"/>
  <Override PartName="/ppt/ink/ink3550.xml" ContentType="application/inkml+xml"/>
  <Override PartName="/ppt/ink/ink3551.xml" ContentType="application/inkml+xml"/>
  <Override PartName="/ppt/ink/ink3552.xml" ContentType="application/inkml+xml"/>
  <Override PartName="/ppt/ink/ink3553.xml" ContentType="application/inkml+xml"/>
  <Override PartName="/ppt/ink/ink3554.xml" ContentType="application/inkml+xml"/>
  <Override PartName="/ppt/ink/ink3555.xml" ContentType="application/inkml+xml"/>
  <Override PartName="/ppt/ink/ink3556.xml" ContentType="application/inkml+xml"/>
  <Override PartName="/ppt/ink/ink3557.xml" ContentType="application/inkml+xml"/>
  <Override PartName="/ppt/ink/ink3558.xml" ContentType="application/inkml+xml"/>
  <Override PartName="/ppt/ink/ink3559.xml" ContentType="application/inkml+xml"/>
  <Override PartName="/ppt/ink/ink3560.xml" ContentType="application/inkml+xml"/>
  <Override PartName="/ppt/ink/ink3561.xml" ContentType="application/inkml+xml"/>
  <Override PartName="/ppt/ink/ink3562.xml" ContentType="application/inkml+xml"/>
  <Override PartName="/ppt/ink/ink3563.xml" ContentType="application/inkml+xml"/>
  <Override PartName="/ppt/ink/ink3564.xml" ContentType="application/inkml+xml"/>
  <Override PartName="/ppt/ink/ink3565.xml" ContentType="application/inkml+xml"/>
  <Override PartName="/ppt/ink/ink3566.xml" ContentType="application/inkml+xml"/>
  <Override PartName="/ppt/ink/ink3567.xml" ContentType="application/inkml+xml"/>
  <Override PartName="/ppt/ink/ink3568.xml" ContentType="application/inkml+xml"/>
  <Override PartName="/ppt/ink/ink3569.xml" ContentType="application/inkml+xml"/>
  <Override PartName="/ppt/ink/ink3570.xml" ContentType="application/inkml+xml"/>
  <Override PartName="/ppt/ink/ink3571.xml" ContentType="application/inkml+xml"/>
  <Override PartName="/ppt/ink/ink3572.xml" ContentType="application/inkml+xml"/>
  <Override PartName="/ppt/ink/ink3573.xml" ContentType="application/inkml+xml"/>
  <Override PartName="/ppt/ink/ink3574.xml" ContentType="application/inkml+xml"/>
  <Override PartName="/ppt/ink/ink3575.xml" ContentType="application/inkml+xml"/>
  <Override PartName="/ppt/ink/ink3576.xml" ContentType="application/inkml+xml"/>
  <Override PartName="/ppt/ink/ink3577.xml" ContentType="application/inkml+xml"/>
  <Override PartName="/ppt/ink/ink3578.xml" ContentType="application/inkml+xml"/>
  <Override PartName="/ppt/ink/ink3579.xml" ContentType="application/inkml+xml"/>
  <Override PartName="/ppt/ink/ink3580.xml" ContentType="application/inkml+xml"/>
  <Override PartName="/ppt/ink/ink3581.xml" ContentType="application/inkml+xml"/>
  <Override PartName="/ppt/ink/ink3582.xml" ContentType="application/inkml+xml"/>
  <Override PartName="/ppt/ink/ink3583.xml" ContentType="application/inkml+xml"/>
  <Override PartName="/ppt/ink/ink3584.xml" ContentType="application/inkml+xml"/>
  <Override PartName="/ppt/ink/ink3585.xml" ContentType="application/inkml+xml"/>
  <Override PartName="/ppt/ink/ink3586.xml" ContentType="application/inkml+xml"/>
  <Override PartName="/ppt/ink/ink3587.xml" ContentType="application/inkml+xml"/>
  <Override PartName="/ppt/ink/ink3588.xml" ContentType="application/inkml+xml"/>
  <Override PartName="/ppt/ink/ink3589.xml" ContentType="application/inkml+xml"/>
  <Override PartName="/ppt/ink/ink3590.xml" ContentType="application/inkml+xml"/>
  <Override PartName="/ppt/ink/ink3591.xml" ContentType="application/inkml+xml"/>
  <Override PartName="/ppt/ink/ink3592.xml" ContentType="application/inkml+xml"/>
  <Override PartName="/ppt/ink/ink3593.xml" ContentType="application/inkml+xml"/>
  <Override PartName="/ppt/ink/ink3594.xml" ContentType="application/inkml+xml"/>
  <Override PartName="/ppt/ink/ink3595.xml" ContentType="application/inkml+xml"/>
  <Override PartName="/ppt/ink/ink3596.xml" ContentType="application/inkml+xml"/>
  <Override PartName="/ppt/ink/ink3597.xml" ContentType="application/inkml+xml"/>
  <Override PartName="/ppt/ink/ink3598.xml" ContentType="application/inkml+xml"/>
  <Override PartName="/ppt/ink/ink3599.xml" ContentType="application/inkml+xml"/>
  <Override PartName="/ppt/ink/ink3600.xml" ContentType="application/inkml+xml"/>
  <Override PartName="/ppt/ink/ink3601.xml" ContentType="application/inkml+xml"/>
  <Override PartName="/ppt/ink/ink3602.xml" ContentType="application/inkml+xml"/>
  <Override PartName="/ppt/ink/ink3603.xml" ContentType="application/inkml+xml"/>
  <Override PartName="/ppt/ink/ink3604.xml" ContentType="application/inkml+xml"/>
  <Override PartName="/ppt/ink/ink3605.xml" ContentType="application/inkml+xml"/>
  <Override PartName="/ppt/ink/ink3606.xml" ContentType="application/inkml+xml"/>
  <Override PartName="/ppt/ink/ink3607.xml" ContentType="application/inkml+xml"/>
  <Override PartName="/ppt/ink/ink3608.xml" ContentType="application/inkml+xml"/>
  <Override PartName="/ppt/ink/ink3609.xml" ContentType="application/inkml+xml"/>
  <Override PartName="/ppt/ink/ink3610.xml" ContentType="application/inkml+xml"/>
  <Override PartName="/ppt/ink/ink3611.xml" ContentType="application/inkml+xml"/>
  <Override PartName="/ppt/ink/ink3612.xml" ContentType="application/inkml+xml"/>
  <Override PartName="/ppt/ink/ink3613.xml" ContentType="application/inkml+xml"/>
  <Override PartName="/ppt/ink/ink3614.xml" ContentType="application/inkml+xml"/>
  <Override PartName="/ppt/ink/ink3615.xml" ContentType="application/inkml+xml"/>
  <Override PartName="/ppt/ink/ink3616.xml" ContentType="application/inkml+xml"/>
  <Override PartName="/ppt/ink/ink3617.xml" ContentType="application/inkml+xml"/>
  <Override PartName="/ppt/ink/ink3618.xml" ContentType="application/inkml+xml"/>
  <Override PartName="/ppt/ink/ink3619.xml" ContentType="application/inkml+xml"/>
  <Override PartName="/ppt/ink/ink3620.xml" ContentType="application/inkml+xml"/>
  <Override PartName="/ppt/ink/ink3621.xml" ContentType="application/inkml+xml"/>
  <Override PartName="/ppt/ink/ink3622.xml" ContentType="application/inkml+xml"/>
  <Override PartName="/ppt/ink/ink3623.xml" ContentType="application/inkml+xml"/>
  <Override PartName="/ppt/ink/ink3624.xml" ContentType="application/inkml+xml"/>
  <Override PartName="/ppt/ink/ink3625.xml" ContentType="application/inkml+xml"/>
  <Override PartName="/ppt/ink/ink3626.xml" ContentType="application/inkml+xml"/>
  <Override PartName="/ppt/ink/ink3627.xml" ContentType="application/inkml+xml"/>
  <Override PartName="/ppt/ink/ink3628.xml" ContentType="application/inkml+xml"/>
  <Override PartName="/ppt/ink/ink3629.xml" ContentType="application/inkml+xml"/>
  <Override PartName="/ppt/ink/ink3630.xml" ContentType="application/inkml+xml"/>
  <Override PartName="/ppt/ink/ink3631.xml" ContentType="application/inkml+xml"/>
  <Override PartName="/ppt/ink/ink3632.xml" ContentType="application/inkml+xml"/>
  <Override PartName="/ppt/ink/ink3633.xml" ContentType="application/inkml+xml"/>
  <Override PartName="/ppt/ink/ink3634.xml" ContentType="application/inkml+xml"/>
  <Override PartName="/ppt/ink/ink3635.xml" ContentType="application/inkml+xml"/>
  <Override PartName="/ppt/ink/ink3636.xml" ContentType="application/inkml+xml"/>
  <Override PartName="/ppt/ink/ink3637.xml" ContentType="application/inkml+xml"/>
  <Override PartName="/ppt/ink/ink3638.xml" ContentType="application/inkml+xml"/>
  <Override PartName="/ppt/ink/ink3639.xml" ContentType="application/inkml+xml"/>
  <Override PartName="/ppt/ink/ink3640.xml" ContentType="application/inkml+xml"/>
  <Override PartName="/ppt/ink/ink3641.xml" ContentType="application/inkml+xml"/>
  <Override PartName="/ppt/ink/ink3642.xml" ContentType="application/inkml+xml"/>
  <Override PartName="/ppt/ink/ink3643.xml" ContentType="application/inkml+xml"/>
  <Override PartName="/ppt/ink/ink3644.xml" ContentType="application/inkml+xml"/>
  <Override PartName="/ppt/ink/ink3645.xml" ContentType="application/inkml+xml"/>
  <Override PartName="/ppt/ink/ink3646.xml" ContentType="application/inkml+xml"/>
  <Override PartName="/ppt/ink/ink3647.xml" ContentType="application/inkml+xml"/>
  <Override PartName="/ppt/ink/ink3648.xml" ContentType="application/inkml+xml"/>
  <Override PartName="/ppt/ink/ink3649.xml" ContentType="application/inkml+xml"/>
  <Override PartName="/ppt/ink/ink3650.xml" ContentType="application/inkml+xml"/>
  <Override PartName="/ppt/ink/ink3651.xml" ContentType="application/inkml+xml"/>
  <Override PartName="/ppt/ink/ink3652.xml" ContentType="application/inkml+xml"/>
  <Override PartName="/ppt/ink/ink3653.xml" ContentType="application/inkml+xml"/>
  <Override PartName="/ppt/ink/ink3654.xml" ContentType="application/inkml+xml"/>
  <Override PartName="/ppt/ink/ink3655.xml" ContentType="application/inkml+xml"/>
  <Override PartName="/ppt/ink/ink3656.xml" ContentType="application/inkml+xml"/>
  <Override PartName="/ppt/ink/ink3657.xml" ContentType="application/inkml+xml"/>
  <Override PartName="/ppt/ink/ink3658.xml" ContentType="application/inkml+xml"/>
  <Override PartName="/ppt/ink/ink3659.xml" ContentType="application/inkml+xml"/>
  <Override PartName="/ppt/ink/ink3660.xml" ContentType="application/inkml+xml"/>
  <Override PartName="/ppt/ink/ink3661.xml" ContentType="application/inkml+xml"/>
  <Override PartName="/ppt/ink/ink3662.xml" ContentType="application/inkml+xml"/>
  <Override PartName="/ppt/ink/ink3663.xml" ContentType="application/inkml+xml"/>
  <Override PartName="/ppt/ink/ink3664.xml" ContentType="application/inkml+xml"/>
  <Override PartName="/ppt/ink/ink3665.xml" ContentType="application/inkml+xml"/>
  <Override PartName="/ppt/ink/ink3666.xml" ContentType="application/inkml+xml"/>
  <Override PartName="/ppt/ink/ink3667.xml" ContentType="application/inkml+xml"/>
  <Override PartName="/ppt/ink/ink3668.xml" ContentType="application/inkml+xml"/>
  <Override PartName="/ppt/ink/ink3669.xml" ContentType="application/inkml+xml"/>
  <Override PartName="/ppt/ink/ink3670.xml" ContentType="application/inkml+xml"/>
  <Override PartName="/ppt/ink/ink3671.xml" ContentType="application/inkml+xml"/>
  <Override PartName="/ppt/ink/ink3672.xml" ContentType="application/inkml+xml"/>
  <Override PartName="/ppt/ink/ink3673.xml" ContentType="application/inkml+xml"/>
  <Override PartName="/ppt/ink/ink3674.xml" ContentType="application/inkml+xml"/>
  <Override PartName="/ppt/ink/ink3675.xml" ContentType="application/inkml+xml"/>
  <Override PartName="/ppt/ink/ink3676.xml" ContentType="application/inkml+xml"/>
  <Override PartName="/ppt/ink/ink3677.xml" ContentType="application/inkml+xml"/>
  <Override PartName="/ppt/ink/ink3678.xml" ContentType="application/inkml+xml"/>
  <Override PartName="/ppt/ink/ink3679.xml" ContentType="application/inkml+xml"/>
  <Override PartName="/ppt/ink/ink3680.xml" ContentType="application/inkml+xml"/>
  <Override PartName="/ppt/ink/ink3681.xml" ContentType="application/inkml+xml"/>
  <Override PartName="/ppt/ink/ink3682.xml" ContentType="application/inkml+xml"/>
  <Override PartName="/ppt/ink/ink3683.xml" ContentType="application/inkml+xml"/>
  <Override PartName="/ppt/ink/ink3684.xml" ContentType="application/inkml+xml"/>
  <Override PartName="/ppt/ink/ink3685.xml" ContentType="application/inkml+xml"/>
  <Override PartName="/ppt/ink/ink3686.xml" ContentType="application/inkml+xml"/>
  <Override PartName="/ppt/ink/ink3687.xml" ContentType="application/inkml+xml"/>
  <Override PartName="/ppt/ink/ink3688.xml" ContentType="application/inkml+xml"/>
  <Override PartName="/ppt/ink/ink3689.xml" ContentType="application/inkml+xml"/>
  <Override PartName="/ppt/ink/ink3690.xml" ContentType="application/inkml+xml"/>
  <Override PartName="/ppt/ink/ink3691.xml" ContentType="application/inkml+xml"/>
  <Override PartName="/ppt/ink/ink3692.xml" ContentType="application/inkml+xml"/>
  <Override PartName="/ppt/ink/ink3693.xml" ContentType="application/inkml+xml"/>
  <Override PartName="/ppt/ink/ink3694.xml" ContentType="application/inkml+xml"/>
  <Override PartName="/ppt/ink/ink3695.xml" ContentType="application/inkml+xml"/>
  <Override PartName="/ppt/ink/ink3696.xml" ContentType="application/inkml+xml"/>
  <Override PartName="/ppt/ink/ink3697.xml" ContentType="application/inkml+xml"/>
  <Override PartName="/ppt/ink/ink3698.xml" ContentType="application/inkml+xml"/>
  <Override PartName="/ppt/ink/ink3699.xml" ContentType="application/inkml+xml"/>
  <Override PartName="/ppt/ink/ink3700.xml" ContentType="application/inkml+xml"/>
  <Override PartName="/ppt/ink/ink3701.xml" ContentType="application/inkml+xml"/>
  <Override PartName="/ppt/ink/ink3702.xml" ContentType="application/inkml+xml"/>
  <Override PartName="/ppt/ink/ink3703.xml" ContentType="application/inkml+xml"/>
  <Override PartName="/ppt/ink/ink3704.xml" ContentType="application/inkml+xml"/>
  <Override PartName="/ppt/ink/ink3705.xml" ContentType="application/inkml+xml"/>
  <Override PartName="/ppt/ink/ink3706.xml" ContentType="application/inkml+xml"/>
  <Override PartName="/ppt/ink/ink3707.xml" ContentType="application/inkml+xml"/>
  <Override PartName="/ppt/ink/ink3708.xml" ContentType="application/inkml+xml"/>
  <Override PartName="/ppt/ink/ink3709.xml" ContentType="application/inkml+xml"/>
  <Override PartName="/ppt/ink/ink3710.xml" ContentType="application/inkml+xml"/>
  <Override PartName="/ppt/ink/ink3711.xml" ContentType="application/inkml+xml"/>
  <Override PartName="/ppt/ink/ink3712.xml" ContentType="application/inkml+xml"/>
  <Override PartName="/ppt/ink/ink3713.xml" ContentType="application/inkml+xml"/>
  <Override PartName="/ppt/ink/ink3714.xml" ContentType="application/inkml+xml"/>
  <Override PartName="/ppt/ink/ink3715.xml" ContentType="application/inkml+xml"/>
  <Override PartName="/ppt/ink/ink3716.xml" ContentType="application/inkml+xml"/>
  <Override PartName="/ppt/ink/ink3717.xml" ContentType="application/inkml+xml"/>
  <Override PartName="/ppt/ink/ink3718.xml" ContentType="application/inkml+xml"/>
  <Override PartName="/ppt/ink/ink3719.xml" ContentType="application/inkml+xml"/>
  <Override PartName="/ppt/ink/ink3720.xml" ContentType="application/inkml+xml"/>
  <Override PartName="/ppt/ink/ink3721.xml" ContentType="application/inkml+xml"/>
  <Override PartName="/ppt/ink/ink3722.xml" ContentType="application/inkml+xml"/>
  <Override PartName="/ppt/ink/ink3723.xml" ContentType="application/inkml+xml"/>
  <Override PartName="/ppt/ink/ink3724.xml" ContentType="application/inkml+xml"/>
  <Override PartName="/ppt/ink/ink3725.xml" ContentType="application/inkml+xml"/>
  <Override PartName="/ppt/ink/ink3726.xml" ContentType="application/inkml+xml"/>
  <Override PartName="/ppt/ink/ink3727.xml" ContentType="application/inkml+xml"/>
  <Override PartName="/ppt/ink/ink3728.xml" ContentType="application/inkml+xml"/>
  <Override PartName="/ppt/ink/ink3729.xml" ContentType="application/inkml+xml"/>
  <Override PartName="/ppt/ink/ink3730.xml" ContentType="application/inkml+xml"/>
  <Override PartName="/ppt/ink/ink3731.xml" ContentType="application/inkml+xml"/>
  <Override PartName="/ppt/ink/ink3732.xml" ContentType="application/inkml+xml"/>
  <Override PartName="/ppt/ink/ink3733.xml" ContentType="application/inkml+xml"/>
  <Override PartName="/ppt/ink/ink3734.xml" ContentType="application/inkml+xml"/>
  <Override PartName="/ppt/ink/ink3735.xml" ContentType="application/inkml+xml"/>
  <Override PartName="/ppt/ink/ink3736.xml" ContentType="application/inkml+xml"/>
  <Override PartName="/ppt/ink/ink3737.xml" ContentType="application/inkml+xml"/>
  <Override PartName="/ppt/ink/ink3738.xml" ContentType="application/inkml+xml"/>
  <Override PartName="/ppt/ink/ink3739.xml" ContentType="application/inkml+xml"/>
  <Override PartName="/ppt/ink/ink3740.xml" ContentType="application/inkml+xml"/>
  <Override PartName="/ppt/ink/ink3741.xml" ContentType="application/inkml+xml"/>
  <Override PartName="/ppt/ink/ink3742.xml" ContentType="application/inkml+xml"/>
  <Override PartName="/ppt/ink/ink3743.xml" ContentType="application/inkml+xml"/>
  <Override PartName="/ppt/ink/ink3744.xml" ContentType="application/inkml+xml"/>
  <Override PartName="/ppt/ink/ink3745.xml" ContentType="application/inkml+xml"/>
  <Override PartName="/ppt/ink/ink3746.xml" ContentType="application/inkml+xml"/>
  <Override PartName="/ppt/ink/ink3747.xml" ContentType="application/inkml+xml"/>
  <Override PartName="/ppt/ink/ink3748.xml" ContentType="application/inkml+xml"/>
  <Override PartName="/ppt/ink/ink3749.xml" ContentType="application/inkml+xml"/>
  <Override PartName="/ppt/ink/ink3750.xml" ContentType="application/inkml+xml"/>
  <Override PartName="/ppt/ink/ink3751.xml" ContentType="application/inkml+xml"/>
  <Override PartName="/ppt/ink/ink3752.xml" ContentType="application/inkml+xml"/>
  <Override PartName="/ppt/ink/ink3753.xml" ContentType="application/inkml+xml"/>
  <Override PartName="/ppt/ink/ink3754.xml" ContentType="application/inkml+xml"/>
  <Override PartName="/ppt/ink/ink3755.xml" ContentType="application/inkml+xml"/>
  <Override PartName="/ppt/ink/ink3756.xml" ContentType="application/inkml+xml"/>
  <Override PartName="/ppt/ink/ink3757.xml" ContentType="application/inkml+xml"/>
  <Override PartName="/ppt/ink/ink3758.xml" ContentType="application/inkml+xml"/>
  <Override PartName="/ppt/ink/ink3759.xml" ContentType="application/inkml+xml"/>
  <Override PartName="/ppt/ink/ink3760.xml" ContentType="application/inkml+xml"/>
  <Override PartName="/ppt/ink/ink3761.xml" ContentType="application/inkml+xml"/>
  <Override PartName="/ppt/ink/ink3762.xml" ContentType="application/inkml+xml"/>
  <Override PartName="/ppt/ink/ink3763.xml" ContentType="application/inkml+xml"/>
  <Override PartName="/ppt/ink/ink3764.xml" ContentType="application/inkml+xml"/>
  <Override PartName="/ppt/ink/ink3765.xml" ContentType="application/inkml+xml"/>
  <Override PartName="/ppt/ink/ink3766.xml" ContentType="application/inkml+xml"/>
  <Override PartName="/ppt/ink/ink3767.xml" ContentType="application/inkml+xml"/>
  <Override PartName="/ppt/ink/ink3768.xml" ContentType="application/inkml+xml"/>
  <Override PartName="/ppt/ink/ink3769.xml" ContentType="application/inkml+xml"/>
  <Override PartName="/ppt/ink/ink3770.xml" ContentType="application/inkml+xml"/>
  <Override PartName="/ppt/ink/ink3771.xml" ContentType="application/inkml+xml"/>
  <Override PartName="/ppt/ink/ink3772.xml" ContentType="application/inkml+xml"/>
  <Override PartName="/ppt/ink/ink3773.xml" ContentType="application/inkml+xml"/>
  <Override PartName="/ppt/ink/ink3774.xml" ContentType="application/inkml+xml"/>
  <Override PartName="/ppt/ink/ink3775.xml" ContentType="application/inkml+xml"/>
  <Override PartName="/ppt/ink/ink3776.xml" ContentType="application/inkml+xml"/>
  <Override PartName="/ppt/ink/ink3777.xml" ContentType="application/inkml+xml"/>
  <Override PartName="/ppt/ink/ink3778.xml" ContentType="application/inkml+xml"/>
  <Override PartName="/ppt/ink/ink3779.xml" ContentType="application/inkml+xml"/>
  <Override PartName="/ppt/ink/ink3780.xml" ContentType="application/inkml+xml"/>
  <Override PartName="/ppt/ink/ink3781.xml" ContentType="application/inkml+xml"/>
  <Override PartName="/ppt/ink/ink3782.xml" ContentType="application/inkml+xml"/>
  <Override PartName="/ppt/ink/ink3783.xml" ContentType="application/inkml+xml"/>
  <Override PartName="/ppt/ink/ink3784.xml" ContentType="application/inkml+xml"/>
  <Override PartName="/ppt/ink/ink3785.xml" ContentType="application/inkml+xml"/>
  <Override PartName="/ppt/ink/ink3786.xml" ContentType="application/inkml+xml"/>
  <Override PartName="/ppt/ink/ink3787.xml" ContentType="application/inkml+xml"/>
  <Override PartName="/ppt/ink/ink3788.xml" ContentType="application/inkml+xml"/>
  <Override PartName="/ppt/ink/ink3789.xml" ContentType="application/inkml+xml"/>
  <Override PartName="/ppt/ink/ink3790.xml" ContentType="application/inkml+xml"/>
  <Override PartName="/ppt/ink/ink3791.xml" ContentType="application/inkml+xml"/>
  <Override PartName="/ppt/ink/ink3792.xml" ContentType="application/inkml+xml"/>
  <Override PartName="/ppt/ink/ink3793.xml" ContentType="application/inkml+xml"/>
  <Override PartName="/ppt/ink/ink3794.xml" ContentType="application/inkml+xml"/>
  <Override PartName="/ppt/ink/ink3795.xml" ContentType="application/inkml+xml"/>
  <Override PartName="/ppt/ink/ink3796.xml" ContentType="application/inkml+xml"/>
  <Override PartName="/ppt/ink/ink3797.xml" ContentType="application/inkml+xml"/>
  <Override PartName="/ppt/ink/ink3798.xml" ContentType="application/inkml+xml"/>
  <Override PartName="/ppt/ink/ink3799.xml" ContentType="application/inkml+xml"/>
  <Override PartName="/ppt/ink/ink3800.xml" ContentType="application/inkml+xml"/>
  <Override PartName="/ppt/ink/ink3801.xml" ContentType="application/inkml+xml"/>
  <Override PartName="/ppt/ink/ink3802.xml" ContentType="application/inkml+xml"/>
  <Override PartName="/ppt/ink/ink3803.xml" ContentType="application/inkml+xml"/>
  <Override PartName="/ppt/ink/ink3804.xml" ContentType="application/inkml+xml"/>
  <Override PartName="/ppt/ink/ink3805.xml" ContentType="application/inkml+xml"/>
  <Override PartName="/ppt/ink/ink3806.xml" ContentType="application/inkml+xml"/>
  <Override PartName="/ppt/ink/ink3807.xml" ContentType="application/inkml+xml"/>
  <Override PartName="/ppt/ink/ink3808.xml" ContentType="application/inkml+xml"/>
  <Override PartName="/ppt/ink/ink3809.xml" ContentType="application/inkml+xml"/>
  <Override PartName="/ppt/ink/ink3810.xml" ContentType="application/inkml+xml"/>
  <Override PartName="/ppt/ink/ink3811.xml" ContentType="application/inkml+xml"/>
  <Override PartName="/ppt/ink/ink3812.xml" ContentType="application/inkml+xml"/>
  <Override PartName="/ppt/ink/ink3813.xml" ContentType="application/inkml+xml"/>
  <Override PartName="/ppt/ink/ink3814.xml" ContentType="application/inkml+xml"/>
  <Override PartName="/ppt/ink/ink3815.xml" ContentType="application/inkml+xml"/>
  <Override PartName="/ppt/ink/ink3816.xml" ContentType="application/inkml+xml"/>
  <Override PartName="/ppt/ink/ink3817.xml" ContentType="application/inkml+xml"/>
  <Override PartName="/ppt/ink/ink3818.xml" ContentType="application/inkml+xml"/>
  <Override PartName="/ppt/ink/ink3819.xml" ContentType="application/inkml+xml"/>
  <Override PartName="/ppt/ink/ink3820.xml" ContentType="application/inkml+xml"/>
  <Override PartName="/ppt/ink/ink3821.xml" ContentType="application/inkml+xml"/>
  <Override PartName="/ppt/ink/ink3822.xml" ContentType="application/inkml+xml"/>
  <Override PartName="/ppt/ink/ink3823.xml" ContentType="application/inkml+xml"/>
  <Override PartName="/ppt/ink/ink3824.xml" ContentType="application/inkml+xml"/>
  <Override PartName="/ppt/ink/ink3825.xml" ContentType="application/inkml+xml"/>
  <Override PartName="/ppt/ink/ink3826.xml" ContentType="application/inkml+xml"/>
  <Override PartName="/ppt/ink/ink3827.xml" ContentType="application/inkml+xml"/>
  <Override PartName="/ppt/ink/ink3828.xml" ContentType="application/inkml+xml"/>
  <Override PartName="/ppt/ink/ink3829.xml" ContentType="application/inkml+xml"/>
  <Override PartName="/ppt/ink/ink3830.xml" ContentType="application/inkml+xml"/>
  <Override PartName="/ppt/ink/ink3831.xml" ContentType="application/inkml+xml"/>
  <Override PartName="/ppt/ink/ink3832.xml" ContentType="application/inkml+xml"/>
  <Override PartName="/ppt/ink/ink3833.xml" ContentType="application/inkml+xml"/>
  <Override PartName="/ppt/ink/ink3834.xml" ContentType="application/inkml+xml"/>
  <Override PartName="/ppt/ink/ink3835.xml" ContentType="application/inkml+xml"/>
  <Override PartName="/ppt/ink/ink3836.xml" ContentType="application/inkml+xml"/>
  <Override PartName="/ppt/ink/ink3837.xml" ContentType="application/inkml+xml"/>
  <Override PartName="/ppt/ink/ink3838.xml" ContentType="application/inkml+xml"/>
  <Override PartName="/ppt/ink/ink3839.xml" ContentType="application/inkml+xml"/>
  <Override PartName="/ppt/ink/ink3840.xml" ContentType="application/inkml+xml"/>
  <Override PartName="/ppt/ink/ink3841.xml" ContentType="application/inkml+xml"/>
  <Override PartName="/ppt/ink/ink3842.xml" ContentType="application/inkml+xml"/>
  <Override PartName="/ppt/ink/ink3843.xml" ContentType="application/inkml+xml"/>
  <Override PartName="/ppt/ink/ink3844.xml" ContentType="application/inkml+xml"/>
  <Override PartName="/ppt/ink/ink3845.xml" ContentType="application/inkml+xml"/>
  <Override PartName="/ppt/ink/ink3846.xml" ContentType="application/inkml+xml"/>
  <Override PartName="/ppt/ink/ink3847.xml" ContentType="application/inkml+xml"/>
  <Override PartName="/ppt/ink/ink3848.xml" ContentType="application/inkml+xml"/>
  <Override PartName="/ppt/ink/ink3849.xml" ContentType="application/inkml+xml"/>
  <Override PartName="/ppt/ink/ink3850.xml" ContentType="application/inkml+xml"/>
  <Override PartName="/ppt/ink/ink3851.xml" ContentType="application/inkml+xml"/>
  <Override PartName="/ppt/ink/ink3852.xml" ContentType="application/inkml+xml"/>
  <Override PartName="/ppt/ink/ink3853.xml" ContentType="application/inkml+xml"/>
  <Override PartName="/ppt/ink/ink3854.xml" ContentType="application/inkml+xml"/>
  <Override PartName="/ppt/ink/ink3855.xml" ContentType="application/inkml+xml"/>
  <Override PartName="/ppt/ink/ink3856.xml" ContentType="application/inkml+xml"/>
  <Override PartName="/ppt/ink/ink3857.xml" ContentType="application/inkml+xml"/>
  <Override PartName="/ppt/ink/ink3858.xml" ContentType="application/inkml+xml"/>
  <Override PartName="/ppt/ink/ink3859.xml" ContentType="application/inkml+xml"/>
  <Override PartName="/ppt/ink/ink3860.xml" ContentType="application/inkml+xml"/>
  <Override PartName="/ppt/ink/ink3861.xml" ContentType="application/inkml+xml"/>
  <Override PartName="/ppt/ink/ink3862.xml" ContentType="application/inkml+xml"/>
  <Override PartName="/ppt/ink/ink3863.xml" ContentType="application/inkml+xml"/>
  <Override PartName="/ppt/ink/ink3864.xml" ContentType="application/inkml+xml"/>
  <Override PartName="/ppt/ink/ink3865.xml" ContentType="application/inkml+xml"/>
  <Override PartName="/ppt/ink/ink3866.xml" ContentType="application/inkml+xml"/>
  <Override PartName="/ppt/ink/ink3867.xml" ContentType="application/inkml+xml"/>
  <Override PartName="/ppt/ink/ink3868.xml" ContentType="application/inkml+xml"/>
  <Override PartName="/ppt/ink/ink3869.xml" ContentType="application/inkml+xml"/>
  <Override PartName="/ppt/ink/ink3870.xml" ContentType="application/inkml+xml"/>
  <Override PartName="/ppt/ink/ink3871.xml" ContentType="application/inkml+xml"/>
  <Override PartName="/ppt/ink/ink3872.xml" ContentType="application/inkml+xml"/>
  <Override PartName="/ppt/ink/ink3873.xml" ContentType="application/inkml+xml"/>
  <Override PartName="/ppt/ink/ink3874.xml" ContentType="application/inkml+xml"/>
  <Override PartName="/ppt/ink/ink3875.xml" ContentType="application/inkml+xml"/>
  <Override PartName="/ppt/ink/ink3876.xml" ContentType="application/inkml+xml"/>
  <Override PartName="/ppt/ink/ink3877.xml" ContentType="application/inkml+xml"/>
  <Override PartName="/ppt/ink/ink3878.xml" ContentType="application/inkml+xml"/>
  <Override PartName="/ppt/ink/ink3879.xml" ContentType="application/inkml+xml"/>
  <Override PartName="/ppt/ink/ink3880.xml" ContentType="application/inkml+xml"/>
  <Override PartName="/ppt/ink/ink3881.xml" ContentType="application/inkml+xml"/>
  <Override PartName="/ppt/ink/ink3882.xml" ContentType="application/inkml+xml"/>
  <Override PartName="/ppt/ink/ink3883.xml" ContentType="application/inkml+xml"/>
  <Override PartName="/ppt/ink/ink3884.xml" ContentType="application/inkml+xml"/>
  <Override PartName="/ppt/ink/ink3885.xml" ContentType="application/inkml+xml"/>
  <Override PartName="/ppt/ink/ink3886.xml" ContentType="application/inkml+xml"/>
  <Override PartName="/ppt/ink/ink3887.xml" ContentType="application/inkml+xml"/>
  <Override PartName="/ppt/ink/ink3888.xml" ContentType="application/inkml+xml"/>
  <Override PartName="/ppt/ink/ink3889.xml" ContentType="application/inkml+xml"/>
  <Override PartName="/ppt/ink/ink3890.xml" ContentType="application/inkml+xml"/>
  <Override PartName="/ppt/ink/ink3891.xml" ContentType="application/inkml+xml"/>
  <Override PartName="/ppt/ink/ink3892.xml" ContentType="application/inkml+xml"/>
  <Override PartName="/ppt/ink/ink3893.xml" ContentType="application/inkml+xml"/>
  <Override PartName="/ppt/ink/ink3894.xml" ContentType="application/inkml+xml"/>
  <Override PartName="/ppt/ink/ink3895.xml" ContentType="application/inkml+xml"/>
  <Override PartName="/ppt/ink/ink3896.xml" ContentType="application/inkml+xml"/>
  <Override PartName="/ppt/ink/ink3897.xml" ContentType="application/inkml+xml"/>
  <Override PartName="/ppt/ink/ink3898.xml" ContentType="application/inkml+xml"/>
  <Override PartName="/ppt/ink/ink3899.xml" ContentType="application/inkml+xml"/>
  <Override PartName="/ppt/ink/ink3900.xml" ContentType="application/inkml+xml"/>
  <Override PartName="/ppt/ink/ink3901.xml" ContentType="application/inkml+xml"/>
  <Override PartName="/ppt/ink/ink3902.xml" ContentType="application/inkml+xml"/>
  <Override PartName="/ppt/ink/ink3903.xml" ContentType="application/inkml+xml"/>
  <Override PartName="/ppt/ink/ink3904.xml" ContentType="application/inkml+xml"/>
  <Override PartName="/ppt/ink/ink3905.xml" ContentType="application/inkml+xml"/>
  <Override PartName="/ppt/ink/ink3906.xml" ContentType="application/inkml+xml"/>
  <Override PartName="/ppt/ink/ink3907.xml" ContentType="application/inkml+xml"/>
  <Override PartName="/ppt/ink/ink3908.xml" ContentType="application/inkml+xml"/>
  <Override PartName="/ppt/ink/ink3909.xml" ContentType="application/inkml+xml"/>
  <Override PartName="/ppt/ink/ink3910.xml" ContentType="application/inkml+xml"/>
  <Override PartName="/ppt/ink/ink3911.xml" ContentType="application/inkml+xml"/>
  <Override PartName="/ppt/ink/ink3912.xml" ContentType="application/inkml+xml"/>
  <Override PartName="/ppt/ink/ink3913.xml" ContentType="application/inkml+xml"/>
  <Override PartName="/ppt/ink/ink3914.xml" ContentType="application/inkml+xml"/>
  <Override PartName="/ppt/ink/ink3915.xml" ContentType="application/inkml+xml"/>
  <Override PartName="/ppt/ink/ink3916.xml" ContentType="application/inkml+xml"/>
  <Override PartName="/ppt/ink/ink3917.xml" ContentType="application/inkml+xml"/>
  <Override PartName="/ppt/ink/ink3918.xml" ContentType="application/inkml+xml"/>
  <Override PartName="/ppt/ink/ink3919.xml" ContentType="application/inkml+xml"/>
  <Override PartName="/ppt/ink/ink3920.xml" ContentType="application/inkml+xml"/>
  <Override PartName="/ppt/ink/ink3921.xml" ContentType="application/inkml+xml"/>
  <Override PartName="/ppt/ink/ink3922.xml" ContentType="application/inkml+xml"/>
  <Override PartName="/ppt/ink/ink3923.xml" ContentType="application/inkml+xml"/>
  <Override PartName="/ppt/ink/ink3924.xml" ContentType="application/inkml+xml"/>
  <Override PartName="/ppt/ink/ink3925.xml" ContentType="application/inkml+xml"/>
  <Override PartName="/ppt/ink/ink3926.xml" ContentType="application/inkml+xml"/>
  <Override PartName="/ppt/ink/ink3927.xml" ContentType="application/inkml+xml"/>
  <Override PartName="/ppt/ink/ink3928.xml" ContentType="application/inkml+xml"/>
  <Override PartName="/ppt/ink/ink3929.xml" ContentType="application/inkml+xml"/>
  <Override PartName="/ppt/ink/ink3930.xml" ContentType="application/inkml+xml"/>
  <Override PartName="/ppt/ink/ink3931.xml" ContentType="application/inkml+xml"/>
  <Override PartName="/ppt/ink/ink3932.xml" ContentType="application/inkml+xml"/>
  <Override PartName="/ppt/ink/ink3933.xml" ContentType="application/inkml+xml"/>
  <Override PartName="/ppt/ink/ink3934.xml" ContentType="application/inkml+xml"/>
  <Override PartName="/ppt/ink/ink3935.xml" ContentType="application/inkml+xml"/>
  <Override PartName="/ppt/ink/ink3936.xml" ContentType="application/inkml+xml"/>
  <Override PartName="/ppt/ink/ink3937.xml" ContentType="application/inkml+xml"/>
  <Override PartName="/ppt/ink/ink3938.xml" ContentType="application/inkml+xml"/>
  <Override PartName="/ppt/ink/ink3939.xml" ContentType="application/inkml+xml"/>
  <Override PartName="/ppt/ink/ink3940.xml" ContentType="application/inkml+xml"/>
  <Override PartName="/ppt/ink/ink3941.xml" ContentType="application/inkml+xml"/>
  <Override PartName="/ppt/ink/ink3942.xml" ContentType="application/inkml+xml"/>
  <Override PartName="/ppt/ink/ink3943.xml" ContentType="application/inkml+xml"/>
  <Override PartName="/ppt/ink/ink3944.xml" ContentType="application/inkml+xml"/>
  <Override PartName="/ppt/ink/ink3945.xml" ContentType="application/inkml+xml"/>
  <Override PartName="/ppt/ink/ink3946.xml" ContentType="application/inkml+xml"/>
  <Override PartName="/ppt/ink/ink3947.xml" ContentType="application/inkml+xml"/>
  <Override PartName="/ppt/ink/ink3948.xml" ContentType="application/inkml+xml"/>
  <Override PartName="/ppt/ink/ink3949.xml" ContentType="application/inkml+xml"/>
  <Override PartName="/ppt/ink/ink3950.xml" ContentType="application/inkml+xml"/>
  <Override PartName="/ppt/ink/ink3951.xml" ContentType="application/inkml+xml"/>
  <Override PartName="/ppt/ink/ink3952.xml" ContentType="application/inkml+xml"/>
  <Override PartName="/ppt/ink/ink3953.xml" ContentType="application/inkml+xml"/>
  <Override PartName="/ppt/ink/ink3954.xml" ContentType="application/inkml+xml"/>
  <Override PartName="/ppt/ink/ink3955.xml" ContentType="application/inkml+xml"/>
  <Override PartName="/ppt/ink/ink3956.xml" ContentType="application/inkml+xml"/>
  <Override PartName="/ppt/ink/ink3957.xml" ContentType="application/inkml+xml"/>
  <Override PartName="/ppt/ink/ink3958.xml" ContentType="application/inkml+xml"/>
  <Override PartName="/ppt/ink/ink3959.xml" ContentType="application/inkml+xml"/>
  <Override PartName="/ppt/ink/ink3960.xml" ContentType="application/inkml+xml"/>
  <Override PartName="/ppt/ink/ink3961.xml" ContentType="application/inkml+xml"/>
  <Override PartName="/ppt/ink/ink3962.xml" ContentType="application/inkml+xml"/>
  <Override PartName="/ppt/ink/ink3963.xml" ContentType="application/inkml+xml"/>
  <Override PartName="/ppt/ink/ink3964.xml" ContentType="application/inkml+xml"/>
  <Override PartName="/ppt/ink/ink3965.xml" ContentType="application/inkml+xml"/>
  <Override PartName="/ppt/ink/ink3966.xml" ContentType="application/inkml+xml"/>
  <Override PartName="/ppt/ink/ink3967.xml" ContentType="application/inkml+xml"/>
  <Override PartName="/ppt/ink/ink3968.xml" ContentType="application/inkml+xml"/>
  <Override PartName="/ppt/ink/ink3969.xml" ContentType="application/inkml+xml"/>
  <Override PartName="/ppt/ink/ink3970.xml" ContentType="application/inkml+xml"/>
  <Override PartName="/ppt/ink/ink3971.xml" ContentType="application/inkml+xml"/>
  <Override PartName="/ppt/ink/ink3972.xml" ContentType="application/inkml+xml"/>
  <Override PartName="/ppt/ink/ink3973.xml" ContentType="application/inkml+xml"/>
  <Override PartName="/ppt/ink/ink3974.xml" ContentType="application/inkml+xml"/>
  <Override PartName="/ppt/ink/ink3975.xml" ContentType="application/inkml+xml"/>
  <Override PartName="/ppt/ink/ink3976.xml" ContentType="application/inkml+xml"/>
  <Override PartName="/ppt/ink/ink3977.xml" ContentType="application/inkml+xml"/>
  <Override PartName="/ppt/ink/ink3978.xml" ContentType="application/inkml+xml"/>
  <Override PartName="/ppt/ink/ink3979.xml" ContentType="application/inkml+xml"/>
  <Override PartName="/ppt/ink/ink3980.xml" ContentType="application/inkml+xml"/>
  <Override PartName="/ppt/ink/ink3981.xml" ContentType="application/inkml+xml"/>
  <Override PartName="/ppt/ink/ink3982.xml" ContentType="application/inkml+xml"/>
  <Override PartName="/ppt/ink/ink3983.xml" ContentType="application/inkml+xml"/>
  <Override PartName="/ppt/ink/ink3984.xml" ContentType="application/inkml+xml"/>
  <Override PartName="/ppt/ink/ink3985.xml" ContentType="application/inkml+xml"/>
  <Override PartName="/ppt/ink/ink3986.xml" ContentType="application/inkml+xml"/>
  <Override PartName="/ppt/ink/ink3987.xml" ContentType="application/inkml+xml"/>
  <Override PartName="/ppt/ink/ink3988.xml" ContentType="application/inkml+xml"/>
  <Override PartName="/ppt/ink/ink3989.xml" ContentType="application/inkml+xml"/>
  <Override PartName="/ppt/ink/ink3990.xml" ContentType="application/inkml+xml"/>
  <Override PartName="/ppt/ink/ink3991.xml" ContentType="application/inkml+xml"/>
  <Override PartName="/ppt/ink/ink3992.xml" ContentType="application/inkml+xml"/>
  <Override PartName="/ppt/ink/ink3993.xml" ContentType="application/inkml+xml"/>
  <Override PartName="/ppt/ink/ink3994.xml" ContentType="application/inkml+xml"/>
  <Override PartName="/ppt/ink/ink3995.xml" ContentType="application/inkml+xml"/>
  <Override PartName="/ppt/ink/ink3996.xml" ContentType="application/inkml+xml"/>
  <Override PartName="/ppt/ink/ink3997.xml" ContentType="application/inkml+xml"/>
  <Override PartName="/ppt/ink/ink3998.xml" ContentType="application/inkml+xml"/>
  <Override PartName="/ppt/ink/ink3999.xml" ContentType="application/inkml+xml"/>
  <Override PartName="/ppt/ink/ink4000.xml" ContentType="application/inkml+xml"/>
  <Override PartName="/ppt/ink/ink4001.xml" ContentType="application/inkml+xml"/>
  <Override PartName="/ppt/ink/ink4002.xml" ContentType="application/inkml+xml"/>
  <Override PartName="/ppt/ink/ink4003.xml" ContentType="application/inkml+xml"/>
  <Override PartName="/ppt/ink/ink4004.xml" ContentType="application/inkml+xml"/>
  <Override PartName="/ppt/ink/ink4005.xml" ContentType="application/inkml+xml"/>
  <Override PartName="/ppt/ink/ink4006.xml" ContentType="application/inkml+xml"/>
  <Override PartName="/ppt/ink/ink4007.xml" ContentType="application/inkml+xml"/>
  <Override PartName="/ppt/ink/ink4008.xml" ContentType="application/inkml+xml"/>
  <Override PartName="/ppt/ink/ink4009.xml" ContentType="application/inkml+xml"/>
  <Override PartName="/ppt/ink/ink4010.xml" ContentType="application/inkml+xml"/>
  <Override PartName="/ppt/ink/ink4011.xml" ContentType="application/inkml+xml"/>
  <Override PartName="/ppt/ink/ink4012.xml" ContentType="application/inkml+xml"/>
  <Override PartName="/ppt/ink/ink4013.xml" ContentType="application/inkml+xml"/>
  <Override PartName="/ppt/ink/ink4014.xml" ContentType="application/inkml+xml"/>
  <Override PartName="/ppt/ink/ink4015.xml" ContentType="application/inkml+xml"/>
  <Override PartName="/ppt/ink/ink4016.xml" ContentType="application/inkml+xml"/>
  <Override PartName="/ppt/ink/ink4017.xml" ContentType="application/inkml+xml"/>
  <Override PartName="/ppt/ink/ink4018.xml" ContentType="application/inkml+xml"/>
  <Override PartName="/ppt/ink/ink4019.xml" ContentType="application/inkml+xml"/>
  <Override PartName="/ppt/ink/ink4020.xml" ContentType="application/inkml+xml"/>
  <Override PartName="/ppt/ink/ink4021.xml" ContentType="application/inkml+xml"/>
  <Override PartName="/ppt/ink/ink4022.xml" ContentType="application/inkml+xml"/>
  <Override PartName="/ppt/ink/ink4023.xml" ContentType="application/inkml+xml"/>
  <Override PartName="/ppt/ink/ink4024.xml" ContentType="application/inkml+xml"/>
  <Override PartName="/ppt/ink/ink4025.xml" ContentType="application/inkml+xml"/>
  <Override PartName="/ppt/ink/ink4026.xml" ContentType="application/inkml+xml"/>
  <Override PartName="/ppt/ink/ink4027.xml" ContentType="application/inkml+xml"/>
  <Override PartName="/ppt/ink/ink4028.xml" ContentType="application/inkml+xml"/>
  <Override PartName="/ppt/ink/ink4029.xml" ContentType="application/inkml+xml"/>
  <Override PartName="/ppt/ink/ink4030.xml" ContentType="application/inkml+xml"/>
  <Override PartName="/ppt/ink/ink4031.xml" ContentType="application/inkml+xml"/>
  <Override PartName="/ppt/ink/ink4032.xml" ContentType="application/inkml+xml"/>
  <Override PartName="/ppt/ink/ink4033.xml" ContentType="application/inkml+xml"/>
  <Override PartName="/ppt/ink/ink4034.xml" ContentType="application/inkml+xml"/>
  <Override PartName="/ppt/ink/ink4035.xml" ContentType="application/inkml+xml"/>
  <Override PartName="/ppt/ink/ink4036.xml" ContentType="application/inkml+xml"/>
  <Override PartName="/ppt/ink/ink4037.xml" ContentType="application/inkml+xml"/>
  <Override PartName="/ppt/ink/ink4038.xml" ContentType="application/inkml+xml"/>
  <Override PartName="/ppt/ink/ink4039.xml" ContentType="application/inkml+xml"/>
  <Override PartName="/ppt/ink/ink4040.xml" ContentType="application/inkml+xml"/>
  <Override PartName="/ppt/ink/ink4041.xml" ContentType="application/inkml+xml"/>
  <Override PartName="/ppt/ink/ink4042.xml" ContentType="application/inkml+xml"/>
  <Override PartName="/ppt/ink/ink4043.xml" ContentType="application/inkml+xml"/>
  <Override PartName="/ppt/ink/ink4044.xml" ContentType="application/inkml+xml"/>
  <Override PartName="/ppt/ink/ink4045.xml" ContentType="application/inkml+xml"/>
  <Override PartName="/ppt/ink/ink4046.xml" ContentType="application/inkml+xml"/>
  <Override PartName="/ppt/ink/ink4047.xml" ContentType="application/inkml+xml"/>
  <Override PartName="/ppt/ink/ink4048.xml" ContentType="application/inkml+xml"/>
  <Override PartName="/ppt/ink/ink4049.xml" ContentType="application/inkml+xml"/>
  <Override PartName="/ppt/ink/ink4050.xml" ContentType="application/inkml+xml"/>
  <Override PartName="/ppt/ink/ink4051.xml" ContentType="application/inkml+xml"/>
  <Override PartName="/ppt/ink/ink4052.xml" ContentType="application/inkml+xml"/>
  <Override PartName="/ppt/ink/ink4053.xml" ContentType="application/inkml+xml"/>
  <Override PartName="/ppt/ink/ink4054.xml" ContentType="application/inkml+xml"/>
  <Override PartName="/ppt/ink/ink4055.xml" ContentType="application/inkml+xml"/>
  <Override PartName="/ppt/ink/ink4056.xml" ContentType="application/inkml+xml"/>
  <Override PartName="/ppt/ink/ink4057.xml" ContentType="application/inkml+xml"/>
  <Override PartName="/ppt/ink/ink4058.xml" ContentType="application/inkml+xml"/>
  <Override PartName="/ppt/ink/ink4059.xml" ContentType="application/inkml+xml"/>
  <Override PartName="/ppt/ink/ink4060.xml" ContentType="application/inkml+xml"/>
  <Override PartName="/ppt/ink/ink4061.xml" ContentType="application/inkml+xml"/>
  <Override PartName="/ppt/ink/ink4062.xml" ContentType="application/inkml+xml"/>
  <Override PartName="/ppt/ink/ink4063.xml" ContentType="application/inkml+xml"/>
  <Override PartName="/ppt/ink/ink4064.xml" ContentType="application/inkml+xml"/>
  <Override PartName="/ppt/ink/ink4065.xml" ContentType="application/inkml+xml"/>
  <Override PartName="/ppt/ink/ink4066.xml" ContentType="application/inkml+xml"/>
  <Override PartName="/ppt/ink/ink4067.xml" ContentType="application/inkml+xml"/>
  <Override PartName="/ppt/ink/ink4068.xml" ContentType="application/inkml+xml"/>
  <Override PartName="/ppt/ink/ink4069.xml" ContentType="application/inkml+xml"/>
  <Override PartName="/ppt/ink/ink4070.xml" ContentType="application/inkml+xml"/>
  <Override PartName="/ppt/ink/ink4071.xml" ContentType="application/inkml+xml"/>
  <Override PartName="/ppt/ink/ink4072.xml" ContentType="application/inkml+xml"/>
  <Override PartName="/ppt/ink/ink4073.xml" ContentType="application/inkml+xml"/>
  <Override PartName="/ppt/ink/ink4074.xml" ContentType="application/inkml+xml"/>
  <Override PartName="/ppt/ink/ink4075.xml" ContentType="application/inkml+xml"/>
  <Override PartName="/ppt/ink/ink4076.xml" ContentType="application/inkml+xml"/>
  <Override PartName="/ppt/ink/ink4077.xml" ContentType="application/inkml+xml"/>
  <Override PartName="/ppt/ink/ink4078.xml" ContentType="application/inkml+xml"/>
  <Override PartName="/ppt/ink/ink4079.xml" ContentType="application/inkml+xml"/>
  <Override PartName="/ppt/ink/ink4080.xml" ContentType="application/inkml+xml"/>
  <Override PartName="/ppt/ink/ink4081.xml" ContentType="application/inkml+xml"/>
  <Override PartName="/ppt/ink/ink4082.xml" ContentType="application/inkml+xml"/>
  <Override PartName="/ppt/ink/ink4083.xml" ContentType="application/inkml+xml"/>
  <Override PartName="/ppt/ink/ink4084.xml" ContentType="application/inkml+xml"/>
  <Override PartName="/ppt/ink/ink4085.xml" ContentType="application/inkml+xml"/>
  <Override PartName="/ppt/ink/ink4086.xml" ContentType="application/inkml+xml"/>
  <Override PartName="/ppt/ink/ink4087.xml" ContentType="application/inkml+xml"/>
  <Override PartName="/ppt/ink/ink4088.xml" ContentType="application/inkml+xml"/>
  <Override PartName="/ppt/ink/ink4089.xml" ContentType="application/inkml+xml"/>
  <Override PartName="/ppt/ink/ink4090.xml" ContentType="application/inkml+xml"/>
  <Override PartName="/ppt/ink/ink4091.xml" ContentType="application/inkml+xml"/>
  <Override PartName="/ppt/ink/ink4092.xml" ContentType="application/inkml+xml"/>
  <Override PartName="/ppt/ink/ink4093.xml" ContentType="application/inkml+xml"/>
  <Override PartName="/ppt/ink/ink4094.xml" ContentType="application/inkml+xml"/>
  <Override PartName="/ppt/ink/ink4095.xml" ContentType="application/inkml+xml"/>
  <Override PartName="/ppt/ink/ink4096.xml" ContentType="application/inkml+xml"/>
  <Override PartName="/ppt/ink/ink4097.xml" ContentType="application/inkml+xml"/>
  <Override PartName="/ppt/ink/ink4098.xml" ContentType="application/inkml+xml"/>
  <Override PartName="/ppt/ink/ink4099.xml" ContentType="application/inkml+xml"/>
  <Override PartName="/ppt/ink/ink4100.xml" ContentType="application/inkml+xml"/>
  <Override PartName="/ppt/ink/ink4101.xml" ContentType="application/inkml+xml"/>
  <Override PartName="/ppt/ink/ink4102.xml" ContentType="application/inkml+xml"/>
  <Override PartName="/ppt/ink/ink4103.xml" ContentType="application/inkml+xml"/>
  <Override PartName="/ppt/ink/ink4104.xml" ContentType="application/inkml+xml"/>
  <Override PartName="/ppt/ink/ink4105.xml" ContentType="application/inkml+xml"/>
  <Override PartName="/ppt/ink/ink4106.xml" ContentType="application/inkml+xml"/>
  <Override PartName="/ppt/ink/ink4107.xml" ContentType="application/inkml+xml"/>
  <Override PartName="/ppt/ink/ink4108.xml" ContentType="application/inkml+xml"/>
  <Override PartName="/ppt/ink/ink4109.xml" ContentType="application/inkml+xml"/>
  <Override PartName="/ppt/ink/ink4110.xml" ContentType="application/inkml+xml"/>
  <Override PartName="/ppt/ink/ink4111.xml" ContentType="application/inkml+xml"/>
  <Override PartName="/ppt/ink/ink4112.xml" ContentType="application/inkml+xml"/>
  <Override PartName="/ppt/ink/ink4113.xml" ContentType="application/inkml+xml"/>
  <Override PartName="/ppt/ink/ink4114.xml" ContentType="application/inkml+xml"/>
  <Override PartName="/ppt/ink/ink4115.xml" ContentType="application/inkml+xml"/>
  <Override PartName="/ppt/ink/ink4116.xml" ContentType="application/inkml+xml"/>
  <Override PartName="/ppt/ink/ink4117.xml" ContentType="application/inkml+xml"/>
  <Override PartName="/ppt/ink/ink4118.xml" ContentType="application/inkml+xml"/>
  <Override PartName="/ppt/ink/ink4119.xml" ContentType="application/inkml+xml"/>
  <Override PartName="/ppt/ink/ink4120.xml" ContentType="application/inkml+xml"/>
  <Override PartName="/ppt/ink/ink4121.xml" ContentType="application/inkml+xml"/>
  <Override PartName="/ppt/ink/ink4122.xml" ContentType="application/inkml+xml"/>
  <Override PartName="/ppt/ink/ink4123.xml" ContentType="application/inkml+xml"/>
  <Override PartName="/ppt/ink/ink4124.xml" ContentType="application/inkml+xml"/>
  <Override PartName="/ppt/ink/ink4125.xml" ContentType="application/inkml+xml"/>
  <Override PartName="/ppt/ink/ink4126.xml" ContentType="application/inkml+xml"/>
  <Override PartName="/ppt/ink/ink4127.xml" ContentType="application/inkml+xml"/>
  <Override PartName="/ppt/ink/ink4128.xml" ContentType="application/inkml+xml"/>
  <Override PartName="/ppt/ink/ink4129.xml" ContentType="application/inkml+xml"/>
  <Override PartName="/ppt/ink/ink4130.xml" ContentType="application/inkml+xml"/>
  <Override PartName="/ppt/ink/ink4131.xml" ContentType="application/inkml+xml"/>
  <Override PartName="/ppt/ink/ink4132.xml" ContentType="application/inkml+xml"/>
  <Override PartName="/ppt/ink/ink4133.xml" ContentType="application/inkml+xml"/>
  <Override PartName="/ppt/ink/ink4134.xml" ContentType="application/inkml+xml"/>
  <Override PartName="/ppt/ink/ink4135.xml" ContentType="application/inkml+xml"/>
  <Override PartName="/ppt/ink/ink4136.xml" ContentType="application/inkml+xml"/>
  <Override PartName="/ppt/ink/ink4137.xml" ContentType="application/inkml+xml"/>
  <Override PartName="/ppt/ink/ink4138.xml" ContentType="application/inkml+xml"/>
  <Override PartName="/ppt/ink/ink4139.xml" ContentType="application/inkml+xml"/>
  <Override PartName="/ppt/ink/ink4140.xml" ContentType="application/inkml+xml"/>
  <Override PartName="/ppt/ink/ink4141.xml" ContentType="application/inkml+xml"/>
  <Override PartName="/ppt/ink/ink4142.xml" ContentType="application/inkml+xml"/>
  <Override PartName="/ppt/ink/ink4143.xml" ContentType="application/inkml+xml"/>
  <Override PartName="/ppt/ink/ink4144.xml" ContentType="application/inkml+xml"/>
  <Override PartName="/ppt/ink/ink4145.xml" ContentType="application/inkml+xml"/>
  <Override PartName="/ppt/ink/ink4146.xml" ContentType="application/inkml+xml"/>
  <Override PartName="/ppt/ink/ink4147.xml" ContentType="application/inkml+xml"/>
  <Override PartName="/ppt/ink/ink4148.xml" ContentType="application/inkml+xml"/>
  <Override PartName="/ppt/ink/ink4149.xml" ContentType="application/inkml+xml"/>
  <Override PartName="/ppt/ink/ink4150.xml" ContentType="application/inkml+xml"/>
  <Override PartName="/ppt/ink/ink4151.xml" ContentType="application/inkml+xml"/>
  <Override PartName="/ppt/ink/ink4152.xml" ContentType="application/inkml+xml"/>
  <Override PartName="/ppt/ink/ink4153.xml" ContentType="application/inkml+xml"/>
  <Override PartName="/ppt/ink/ink4154.xml" ContentType="application/inkml+xml"/>
  <Override PartName="/ppt/ink/ink4155.xml" ContentType="application/inkml+xml"/>
  <Override PartName="/ppt/ink/ink4156.xml" ContentType="application/inkml+xml"/>
  <Override PartName="/ppt/ink/ink4157.xml" ContentType="application/inkml+xml"/>
  <Override PartName="/ppt/ink/ink4158.xml" ContentType="application/inkml+xml"/>
  <Override PartName="/ppt/ink/ink4159.xml" ContentType="application/inkml+xml"/>
  <Override PartName="/ppt/ink/ink4160.xml" ContentType="application/inkml+xml"/>
  <Override PartName="/ppt/ink/ink4161.xml" ContentType="application/inkml+xml"/>
  <Override PartName="/ppt/ink/ink4162.xml" ContentType="application/inkml+xml"/>
  <Override PartName="/ppt/ink/ink4163.xml" ContentType="application/inkml+xml"/>
  <Override PartName="/ppt/ink/ink4164.xml" ContentType="application/inkml+xml"/>
  <Override PartName="/ppt/ink/ink4165.xml" ContentType="application/inkml+xml"/>
  <Override PartName="/ppt/ink/ink4166.xml" ContentType="application/inkml+xml"/>
  <Override PartName="/ppt/ink/ink4167.xml" ContentType="application/inkml+xml"/>
  <Override PartName="/ppt/ink/ink4168.xml" ContentType="application/inkml+xml"/>
  <Override PartName="/ppt/ink/ink4169.xml" ContentType="application/inkml+xml"/>
  <Override PartName="/ppt/ink/ink4170.xml" ContentType="application/inkml+xml"/>
  <Override PartName="/ppt/ink/ink4171.xml" ContentType="application/inkml+xml"/>
  <Override PartName="/ppt/ink/ink4172.xml" ContentType="application/inkml+xml"/>
  <Override PartName="/ppt/ink/ink4173.xml" ContentType="application/inkml+xml"/>
  <Override PartName="/ppt/ink/ink4174.xml" ContentType="application/inkml+xml"/>
  <Override PartName="/ppt/ink/ink4175.xml" ContentType="application/inkml+xml"/>
  <Override PartName="/ppt/ink/ink4176.xml" ContentType="application/inkml+xml"/>
  <Override PartName="/ppt/ink/ink4177.xml" ContentType="application/inkml+xml"/>
  <Override PartName="/ppt/ink/ink4178.xml" ContentType="application/inkml+xml"/>
  <Override PartName="/ppt/ink/ink4179.xml" ContentType="application/inkml+xml"/>
  <Override PartName="/ppt/ink/ink4180.xml" ContentType="application/inkml+xml"/>
  <Override PartName="/ppt/ink/ink4181.xml" ContentType="application/inkml+xml"/>
  <Override PartName="/ppt/ink/ink4182.xml" ContentType="application/inkml+xml"/>
  <Override PartName="/ppt/ink/ink4183.xml" ContentType="application/inkml+xml"/>
  <Override PartName="/ppt/ink/ink4184.xml" ContentType="application/inkml+xml"/>
  <Override PartName="/ppt/ink/ink4185.xml" ContentType="application/inkml+xml"/>
  <Override PartName="/ppt/ink/ink4186.xml" ContentType="application/inkml+xml"/>
  <Override PartName="/ppt/ink/ink4187.xml" ContentType="application/inkml+xml"/>
  <Override PartName="/ppt/ink/ink4188.xml" ContentType="application/inkml+xml"/>
  <Override PartName="/ppt/ink/ink4189.xml" ContentType="application/inkml+xml"/>
  <Override PartName="/ppt/ink/ink4190.xml" ContentType="application/inkml+xml"/>
  <Override PartName="/ppt/ink/ink4191.xml" ContentType="application/inkml+xml"/>
  <Override PartName="/ppt/ink/ink4192.xml" ContentType="application/inkml+xml"/>
  <Override PartName="/ppt/ink/ink4193.xml" ContentType="application/inkml+xml"/>
  <Override PartName="/ppt/ink/ink4194.xml" ContentType="application/inkml+xml"/>
  <Override PartName="/ppt/ink/ink4195.xml" ContentType="application/inkml+xml"/>
  <Override PartName="/ppt/ink/ink4196.xml" ContentType="application/inkml+xml"/>
  <Override PartName="/ppt/ink/ink4197.xml" ContentType="application/inkml+xml"/>
  <Override PartName="/ppt/ink/ink4198.xml" ContentType="application/inkml+xml"/>
  <Override PartName="/ppt/ink/ink4199.xml" ContentType="application/inkml+xml"/>
  <Override PartName="/ppt/ink/ink4200.xml" ContentType="application/inkml+xml"/>
  <Override PartName="/ppt/ink/ink4201.xml" ContentType="application/inkml+xml"/>
  <Override PartName="/ppt/ink/ink4202.xml" ContentType="application/inkml+xml"/>
  <Override PartName="/ppt/ink/ink4203.xml" ContentType="application/inkml+xml"/>
  <Override PartName="/ppt/ink/ink4204.xml" ContentType="application/inkml+xml"/>
  <Override PartName="/ppt/ink/ink4205.xml" ContentType="application/inkml+xml"/>
  <Override PartName="/ppt/ink/ink4206.xml" ContentType="application/inkml+xml"/>
  <Override PartName="/ppt/ink/ink4207.xml" ContentType="application/inkml+xml"/>
  <Override PartName="/ppt/ink/ink4208.xml" ContentType="application/inkml+xml"/>
  <Override PartName="/ppt/ink/ink4209.xml" ContentType="application/inkml+xml"/>
  <Override PartName="/ppt/ink/ink4210.xml" ContentType="application/inkml+xml"/>
  <Override PartName="/ppt/ink/ink4211.xml" ContentType="application/inkml+xml"/>
  <Override PartName="/ppt/ink/ink4212.xml" ContentType="application/inkml+xml"/>
  <Override PartName="/ppt/ink/ink4213.xml" ContentType="application/inkml+xml"/>
  <Override PartName="/ppt/ink/ink4214.xml" ContentType="application/inkml+xml"/>
  <Override PartName="/ppt/ink/ink4215.xml" ContentType="application/inkml+xml"/>
  <Override PartName="/ppt/ink/ink4216.xml" ContentType="application/inkml+xml"/>
  <Override PartName="/ppt/ink/ink4217.xml" ContentType="application/inkml+xml"/>
  <Override PartName="/ppt/ink/ink4218.xml" ContentType="application/inkml+xml"/>
  <Override PartName="/ppt/ink/ink4219.xml" ContentType="application/inkml+xml"/>
  <Override PartName="/ppt/ink/ink4220.xml" ContentType="application/inkml+xml"/>
  <Override PartName="/ppt/ink/ink4221.xml" ContentType="application/inkml+xml"/>
  <Override PartName="/ppt/ink/ink4222.xml" ContentType="application/inkml+xml"/>
  <Override PartName="/ppt/ink/ink4223.xml" ContentType="application/inkml+xml"/>
  <Override PartName="/ppt/ink/ink4224.xml" ContentType="application/inkml+xml"/>
  <Override PartName="/ppt/ink/ink4225.xml" ContentType="application/inkml+xml"/>
  <Override PartName="/ppt/ink/ink4226.xml" ContentType="application/inkml+xml"/>
  <Override PartName="/ppt/ink/ink4227.xml" ContentType="application/inkml+xml"/>
  <Override PartName="/ppt/ink/ink4228.xml" ContentType="application/inkml+xml"/>
  <Override PartName="/ppt/ink/ink4229.xml" ContentType="application/inkml+xml"/>
  <Override PartName="/ppt/ink/ink4230.xml" ContentType="application/inkml+xml"/>
  <Override PartName="/ppt/ink/ink4231.xml" ContentType="application/inkml+xml"/>
  <Override PartName="/ppt/ink/ink4232.xml" ContentType="application/inkml+xml"/>
  <Override PartName="/ppt/ink/ink4233.xml" ContentType="application/inkml+xml"/>
  <Override PartName="/ppt/ink/ink4234.xml" ContentType="application/inkml+xml"/>
  <Override PartName="/ppt/ink/ink4235.xml" ContentType="application/inkml+xml"/>
  <Override PartName="/ppt/ink/ink4236.xml" ContentType="application/inkml+xml"/>
  <Override PartName="/ppt/ink/ink4237.xml" ContentType="application/inkml+xml"/>
  <Override PartName="/ppt/ink/ink4238.xml" ContentType="application/inkml+xml"/>
  <Override PartName="/ppt/ink/ink4239.xml" ContentType="application/inkml+xml"/>
  <Override PartName="/ppt/ink/ink4240.xml" ContentType="application/inkml+xml"/>
  <Override PartName="/ppt/ink/ink4241.xml" ContentType="application/inkml+xml"/>
  <Override PartName="/ppt/ink/ink4242.xml" ContentType="application/inkml+xml"/>
  <Override PartName="/ppt/ink/ink4243.xml" ContentType="application/inkml+xml"/>
  <Override PartName="/ppt/ink/ink4244.xml" ContentType="application/inkml+xml"/>
  <Override PartName="/ppt/ink/ink4245.xml" ContentType="application/inkml+xml"/>
  <Override PartName="/ppt/ink/ink4246.xml" ContentType="application/inkml+xml"/>
  <Override PartName="/ppt/ink/ink4247.xml" ContentType="application/inkml+xml"/>
  <Override PartName="/ppt/ink/ink4248.xml" ContentType="application/inkml+xml"/>
  <Override PartName="/ppt/ink/ink4249.xml" ContentType="application/inkml+xml"/>
  <Override PartName="/ppt/ink/ink4250.xml" ContentType="application/inkml+xml"/>
  <Override PartName="/ppt/ink/ink4251.xml" ContentType="application/inkml+xml"/>
  <Override PartName="/ppt/ink/ink4252.xml" ContentType="application/inkml+xml"/>
  <Override PartName="/ppt/ink/ink4253.xml" ContentType="application/inkml+xml"/>
  <Override PartName="/ppt/ink/ink4254.xml" ContentType="application/inkml+xml"/>
  <Override PartName="/ppt/ink/ink4255.xml" ContentType="application/inkml+xml"/>
  <Override PartName="/ppt/ink/ink4256.xml" ContentType="application/inkml+xml"/>
  <Override PartName="/ppt/ink/ink4257.xml" ContentType="application/inkml+xml"/>
  <Override PartName="/ppt/ink/ink4258.xml" ContentType="application/inkml+xml"/>
  <Override PartName="/ppt/ink/ink4259.xml" ContentType="application/inkml+xml"/>
  <Override PartName="/ppt/ink/ink4260.xml" ContentType="application/inkml+xml"/>
  <Override PartName="/ppt/ink/ink4261.xml" ContentType="application/inkml+xml"/>
  <Override PartName="/ppt/ink/ink4262.xml" ContentType="application/inkml+xml"/>
  <Override PartName="/ppt/ink/ink4263.xml" ContentType="application/inkml+xml"/>
  <Override PartName="/ppt/ink/ink4264.xml" ContentType="application/inkml+xml"/>
  <Override PartName="/ppt/ink/ink4265.xml" ContentType="application/inkml+xml"/>
  <Override PartName="/ppt/ink/ink4266.xml" ContentType="application/inkml+xml"/>
  <Override PartName="/ppt/ink/ink4267.xml" ContentType="application/inkml+xml"/>
  <Override PartName="/ppt/ink/ink4268.xml" ContentType="application/inkml+xml"/>
  <Override PartName="/ppt/ink/ink4269.xml" ContentType="application/inkml+xml"/>
  <Override PartName="/ppt/ink/ink4270.xml" ContentType="application/inkml+xml"/>
  <Override PartName="/ppt/ink/ink4271.xml" ContentType="application/inkml+xml"/>
  <Override PartName="/ppt/ink/ink4272.xml" ContentType="application/inkml+xml"/>
  <Override PartName="/ppt/ink/ink4273.xml" ContentType="application/inkml+xml"/>
  <Override PartName="/ppt/ink/ink4274.xml" ContentType="application/inkml+xml"/>
  <Override PartName="/ppt/ink/ink4275.xml" ContentType="application/inkml+xml"/>
  <Override PartName="/ppt/ink/ink4276.xml" ContentType="application/inkml+xml"/>
  <Override PartName="/ppt/ink/ink4277.xml" ContentType="application/inkml+xml"/>
  <Override PartName="/ppt/ink/ink4278.xml" ContentType="application/inkml+xml"/>
  <Override PartName="/ppt/ink/ink4279.xml" ContentType="application/inkml+xml"/>
  <Override PartName="/ppt/ink/ink4280.xml" ContentType="application/inkml+xml"/>
  <Override PartName="/ppt/ink/ink4281.xml" ContentType="application/inkml+xml"/>
  <Override PartName="/ppt/ink/ink4282.xml" ContentType="application/inkml+xml"/>
  <Override PartName="/ppt/ink/ink4283.xml" ContentType="application/inkml+xml"/>
  <Override PartName="/ppt/ink/ink4284.xml" ContentType="application/inkml+xml"/>
  <Override PartName="/ppt/ink/ink4285.xml" ContentType="application/inkml+xml"/>
  <Override PartName="/ppt/ink/ink4286.xml" ContentType="application/inkml+xml"/>
  <Override PartName="/ppt/ink/ink4287.xml" ContentType="application/inkml+xml"/>
  <Override PartName="/ppt/ink/ink4288.xml" ContentType="application/inkml+xml"/>
  <Override PartName="/ppt/ink/ink4289.xml" ContentType="application/inkml+xml"/>
  <Override PartName="/ppt/ink/ink4290.xml" ContentType="application/inkml+xml"/>
  <Override PartName="/ppt/ink/ink4291.xml" ContentType="application/inkml+xml"/>
  <Override PartName="/ppt/ink/ink4292.xml" ContentType="application/inkml+xml"/>
  <Override PartName="/ppt/ink/ink4293.xml" ContentType="application/inkml+xml"/>
  <Override PartName="/ppt/ink/ink4294.xml" ContentType="application/inkml+xml"/>
  <Override PartName="/ppt/ink/ink4295.xml" ContentType="application/inkml+xml"/>
  <Override PartName="/ppt/ink/ink4296.xml" ContentType="application/inkml+xml"/>
  <Override PartName="/ppt/ink/ink4297.xml" ContentType="application/inkml+xml"/>
  <Override PartName="/ppt/ink/ink4298.xml" ContentType="application/inkml+xml"/>
  <Override PartName="/ppt/ink/ink4299.xml" ContentType="application/inkml+xml"/>
  <Override PartName="/ppt/ink/ink4300.xml" ContentType="application/inkml+xml"/>
  <Override PartName="/ppt/ink/ink4301.xml" ContentType="application/inkml+xml"/>
  <Override PartName="/ppt/ink/ink4302.xml" ContentType="application/inkml+xml"/>
  <Override PartName="/ppt/ink/ink4303.xml" ContentType="application/inkml+xml"/>
  <Override PartName="/ppt/ink/ink4304.xml" ContentType="application/inkml+xml"/>
  <Override PartName="/ppt/ink/ink4305.xml" ContentType="application/inkml+xml"/>
  <Override PartName="/ppt/ink/ink4306.xml" ContentType="application/inkml+xml"/>
  <Override PartName="/ppt/ink/ink4307.xml" ContentType="application/inkml+xml"/>
  <Override PartName="/ppt/ink/ink4308.xml" ContentType="application/inkml+xml"/>
  <Override PartName="/ppt/ink/ink4309.xml" ContentType="application/inkml+xml"/>
  <Override PartName="/ppt/ink/ink4310.xml" ContentType="application/inkml+xml"/>
  <Override PartName="/ppt/ink/ink4311.xml" ContentType="application/inkml+xml"/>
  <Override PartName="/ppt/ink/ink4312.xml" ContentType="application/inkml+xml"/>
  <Override PartName="/ppt/ink/ink4313.xml" ContentType="application/inkml+xml"/>
  <Override PartName="/ppt/ink/ink4314.xml" ContentType="application/inkml+xml"/>
  <Override PartName="/ppt/ink/ink4315.xml" ContentType="application/inkml+xml"/>
  <Override PartName="/ppt/ink/ink4316.xml" ContentType="application/inkml+xml"/>
  <Override PartName="/ppt/ink/ink4317.xml" ContentType="application/inkml+xml"/>
  <Override PartName="/ppt/ink/ink4318.xml" ContentType="application/inkml+xml"/>
  <Override PartName="/ppt/ink/ink4319.xml" ContentType="application/inkml+xml"/>
  <Override PartName="/ppt/ink/ink4320.xml" ContentType="application/inkml+xml"/>
  <Override PartName="/ppt/ink/ink4321.xml" ContentType="application/inkml+xml"/>
  <Override PartName="/ppt/ink/ink4322.xml" ContentType="application/inkml+xml"/>
  <Override PartName="/ppt/ink/ink4323.xml" ContentType="application/inkml+xml"/>
  <Override PartName="/ppt/ink/ink4324.xml" ContentType="application/inkml+xml"/>
  <Override PartName="/ppt/ink/ink4325.xml" ContentType="application/inkml+xml"/>
  <Override PartName="/ppt/ink/ink4326.xml" ContentType="application/inkml+xml"/>
  <Override PartName="/ppt/ink/ink4327.xml" ContentType="application/inkml+xml"/>
  <Override PartName="/ppt/ink/ink4328.xml" ContentType="application/inkml+xml"/>
  <Override PartName="/ppt/ink/ink4329.xml" ContentType="application/inkml+xml"/>
  <Override PartName="/ppt/ink/ink4330.xml" ContentType="application/inkml+xml"/>
  <Override PartName="/ppt/ink/ink4331.xml" ContentType="application/inkml+xml"/>
  <Override PartName="/ppt/ink/ink4332.xml" ContentType="application/inkml+xml"/>
  <Override PartName="/ppt/ink/ink4333.xml" ContentType="application/inkml+xml"/>
  <Override PartName="/ppt/ink/ink4334.xml" ContentType="application/inkml+xml"/>
  <Override PartName="/ppt/ink/ink4335.xml" ContentType="application/inkml+xml"/>
  <Override PartName="/ppt/ink/ink4336.xml" ContentType="application/inkml+xml"/>
  <Override PartName="/ppt/ink/ink4337.xml" ContentType="application/inkml+xml"/>
  <Override PartName="/ppt/ink/ink4338.xml" ContentType="application/inkml+xml"/>
  <Override PartName="/ppt/ink/ink4339.xml" ContentType="application/inkml+xml"/>
  <Override PartName="/ppt/ink/ink4340.xml" ContentType="application/inkml+xml"/>
  <Override PartName="/ppt/ink/ink4341.xml" ContentType="application/inkml+xml"/>
  <Override PartName="/ppt/ink/ink4342.xml" ContentType="application/inkml+xml"/>
  <Override PartName="/ppt/ink/ink4343.xml" ContentType="application/inkml+xml"/>
  <Override PartName="/ppt/ink/ink4344.xml" ContentType="application/inkml+xml"/>
  <Override PartName="/ppt/ink/ink4345.xml" ContentType="application/inkml+xml"/>
  <Override PartName="/ppt/ink/ink4346.xml" ContentType="application/inkml+xml"/>
  <Override PartName="/ppt/ink/ink4347.xml" ContentType="application/inkml+xml"/>
  <Override PartName="/ppt/ink/ink4348.xml" ContentType="application/inkml+xml"/>
  <Override PartName="/ppt/ink/ink4349.xml" ContentType="application/inkml+xml"/>
  <Override PartName="/ppt/ink/ink4350.xml" ContentType="application/inkml+xml"/>
  <Override PartName="/ppt/ink/ink4351.xml" ContentType="application/inkml+xml"/>
  <Override PartName="/ppt/ink/ink4352.xml" ContentType="application/inkml+xml"/>
  <Override PartName="/ppt/ink/ink4353.xml" ContentType="application/inkml+xml"/>
  <Override PartName="/ppt/ink/ink4354.xml" ContentType="application/inkml+xml"/>
  <Override PartName="/ppt/ink/ink4355.xml" ContentType="application/inkml+xml"/>
  <Override PartName="/ppt/ink/ink4356.xml" ContentType="application/inkml+xml"/>
  <Override PartName="/ppt/ink/ink4357.xml" ContentType="application/inkml+xml"/>
  <Override PartName="/ppt/ink/ink4358.xml" ContentType="application/inkml+xml"/>
  <Override PartName="/ppt/ink/ink4359.xml" ContentType="application/inkml+xml"/>
  <Override PartName="/ppt/ink/ink4360.xml" ContentType="application/inkml+xml"/>
  <Override PartName="/ppt/ink/ink4361.xml" ContentType="application/inkml+xml"/>
  <Override PartName="/ppt/ink/ink4362.xml" ContentType="application/inkml+xml"/>
  <Override PartName="/ppt/ink/ink4363.xml" ContentType="application/inkml+xml"/>
  <Override PartName="/ppt/ink/ink4364.xml" ContentType="application/inkml+xml"/>
  <Override PartName="/ppt/ink/ink4365.xml" ContentType="application/inkml+xml"/>
  <Override PartName="/ppt/ink/ink4366.xml" ContentType="application/inkml+xml"/>
  <Override PartName="/ppt/ink/ink4367.xml" ContentType="application/inkml+xml"/>
  <Override PartName="/ppt/ink/ink4368.xml" ContentType="application/inkml+xml"/>
  <Override PartName="/ppt/ink/ink4369.xml" ContentType="application/inkml+xml"/>
  <Override PartName="/ppt/ink/ink4370.xml" ContentType="application/inkml+xml"/>
  <Override PartName="/ppt/ink/ink4371.xml" ContentType="application/inkml+xml"/>
  <Override PartName="/ppt/ink/ink4372.xml" ContentType="application/inkml+xml"/>
  <Override PartName="/ppt/ink/ink4373.xml" ContentType="application/inkml+xml"/>
  <Override PartName="/ppt/ink/ink4374.xml" ContentType="application/inkml+xml"/>
  <Override PartName="/ppt/ink/ink4375.xml" ContentType="application/inkml+xml"/>
  <Override PartName="/ppt/ink/ink4376.xml" ContentType="application/inkml+xml"/>
  <Override PartName="/ppt/ink/ink4377.xml" ContentType="application/inkml+xml"/>
  <Override PartName="/ppt/ink/ink4378.xml" ContentType="application/inkml+xml"/>
  <Override PartName="/ppt/ink/ink4379.xml" ContentType="application/inkml+xml"/>
  <Override PartName="/ppt/ink/ink4380.xml" ContentType="application/inkml+xml"/>
  <Override PartName="/ppt/ink/ink4381.xml" ContentType="application/inkml+xml"/>
  <Override PartName="/ppt/ink/ink4382.xml" ContentType="application/inkml+xml"/>
  <Override PartName="/ppt/ink/ink4383.xml" ContentType="application/inkml+xml"/>
  <Override PartName="/ppt/ink/ink4384.xml" ContentType="application/inkml+xml"/>
  <Override PartName="/ppt/ink/ink4385.xml" ContentType="application/inkml+xml"/>
  <Override PartName="/ppt/ink/ink4386.xml" ContentType="application/inkml+xml"/>
  <Override PartName="/ppt/ink/ink4387.xml" ContentType="application/inkml+xml"/>
  <Override PartName="/ppt/ink/ink4388.xml" ContentType="application/inkml+xml"/>
  <Override PartName="/ppt/ink/ink4389.xml" ContentType="application/inkml+xml"/>
  <Override PartName="/ppt/ink/ink4390.xml" ContentType="application/inkml+xml"/>
  <Override PartName="/ppt/ink/ink4391.xml" ContentType="application/inkml+xml"/>
  <Override PartName="/ppt/ink/ink4392.xml" ContentType="application/inkml+xml"/>
  <Override PartName="/ppt/ink/ink4393.xml" ContentType="application/inkml+xml"/>
  <Override PartName="/ppt/ink/ink4394.xml" ContentType="application/inkml+xml"/>
  <Override PartName="/ppt/ink/ink4395.xml" ContentType="application/inkml+xml"/>
  <Override PartName="/ppt/ink/ink4396.xml" ContentType="application/inkml+xml"/>
  <Override PartName="/ppt/ink/ink4397.xml" ContentType="application/inkml+xml"/>
  <Override PartName="/ppt/ink/ink4398.xml" ContentType="application/inkml+xml"/>
  <Override PartName="/ppt/ink/ink4399.xml" ContentType="application/inkml+xml"/>
  <Override PartName="/ppt/ink/ink4400.xml" ContentType="application/inkml+xml"/>
  <Override PartName="/ppt/ink/ink4401.xml" ContentType="application/inkml+xml"/>
  <Override PartName="/ppt/ink/ink4402.xml" ContentType="application/inkml+xml"/>
  <Override PartName="/ppt/ink/ink4403.xml" ContentType="application/inkml+xml"/>
  <Override PartName="/ppt/ink/ink4404.xml" ContentType="application/inkml+xml"/>
  <Override PartName="/ppt/ink/ink4405.xml" ContentType="application/inkml+xml"/>
  <Override PartName="/ppt/ink/ink4406.xml" ContentType="application/inkml+xml"/>
  <Override PartName="/ppt/ink/ink4407.xml" ContentType="application/inkml+xml"/>
  <Override PartName="/ppt/ink/ink4408.xml" ContentType="application/inkml+xml"/>
  <Override PartName="/ppt/ink/ink4409.xml" ContentType="application/inkml+xml"/>
  <Override PartName="/ppt/ink/ink4410.xml" ContentType="application/inkml+xml"/>
  <Override PartName="/ppt/ink/ink4411.xml" ContentType="application/inkml+xml"/>
  <Override PartName="/ppt/ink/ink4412.xml" ContentType="application/inkml+xml"/>
  <Override PartName="/ppt/ink/ink4413.xml" ContentType="application/inkml+xml"/>
  <Override PartName="/ppt/ink/ink4414.xml" ContentType="application/inkml+xml"/>
  <Override PartName="/ppt/ink/ink4415.xml" ContentType="application/inkml+xml"/>
  <Override PartName="/ppt/ink/ink4416.xml" ContentType="application/inkml+xml"/>
  <Override PartName="/ppt/ink/ink4417.xml" ContentType="application/inkml+xml"/>
  <Override PartName="/ppt/ink/ink4418.xml" ContentType="application/inkml+xml"/>
  <Override PartName="/ppt/ink/ink4419.xml" ContentType="application/inkml+xml"/>
  <Override PartName="/ppt/ink/ink4420.xml" ContentType="application/inkml+xml"/>
  <Override PartName="/ppt/ink/ink4421.xml" ContentType="application/inkml+xml"/>
  <Override PartName="/ppt/ink/ink4422.xml" ContentType="application/inkml+xml"/>
  <Override PartName="/ppt/ink/ink4423.xml" ContentType="application/inkml+xml"/>
  <Override PartName="/ppt/ink/ink4424.xml" ContentType="application/inkml+xml"/>
  <Override PartName="/ppt/ink/ink4425.xml" ContentType="application/inkml+xml"/>
  <Override PartName="/ppt/ink/ink4426.xml" ContentType="application/inkml+xml"/>
  <Override PartName="/ppt/ink/ink4427.xml" ContentType="application/inkml+xml"/>
  <Override PartName="/ppt/ink/ink4428.xml" ContentType="application/inkml+xml"/>
  <Override PartName="/ppt/ink/ink4429.xml" ContentType="application/inkml+xml"/>
  <Override PartName="/ppt/ink/ink4430.xml" ContentType="application/inkml+xml"/>
  <Override PartName="/ppt/ink/ink4431.xml" ContentType="application/inkml+xml"/>
  <Override PartName="/ppt/ink/ink4432.xml" ContentType="application/inkml+xml"/>
  <Override PartName="/ppt/ink/ink4433.xml" ContentType="application/inkml+xml"/>
  <Override PartName="/ppt/ink/ink4434.xml" ContentType="application/inkml+xml"/>
  <Override PartName="/ppt/ink/ink4435.xml" ContentType="application/inkml+xml"/>
  <Override PartName="/ppt/ink/ink4436.xml" ContentType="application/inkml+xml"/>
  <Override PartName="/ppt/ink/ink4437.xml" ContentType="application/inkml+xml"/>
  <Override PartName="/ppt/ink/ink4438.xml" ContentType="application/inkml+xml"/>
  <Override PartName="/ppt/ink/ink4439.xml" ContentType="application/inkml+xml"/>
  <Override PartName="/ppt/ink/ink4440.xml" ContentType="application/inkml+xml"/>
  <Override PartName="/ppt/ink/ink4441.xml" ContentType="application/inkml+xml"/>
  <Override PartName="/ppt/ink/ink4442.xml" ContentType="application/inkml+xml"/>
  <Override PartName="/ppt/ink/ink4443.xml" ContentType="application/inkml+xml"/>
  <Override PartName="/ppt/ink/ink4444.xml" ContentType="application/inkml+xml"/>
  <Override PartName="/ppt/ink/ink4445.xml" ContentType="application/inkml+xml"/>
  <Override PartName="/ppt/ink/ink4446.xml" ContentType="application/inkml+xml"/>
  <Override PartName="/ppt/ink/ink4447.xml" ContentType="application/inkml+xml"/>
  <Override PartName="/ppt/ink/ink4448.xml" ContentType="application/inkml+xml"/>
  <Override PartName="/ppt/ink/ink4449.xml" ContentType="application/inkml+xml"/>
  <Override PartName="/ppt/ink/ink4450.xml" ContentType="application/inkml+xml"/>
  <Override PartName="/ppt/ink/ink4451.xml" ContentType="application/inkml+xml"/>
  <Override PartName="/ppt/ink/ink4452.xml" ContentType="application/inkml+xml"/>
  <Override PartName="/ppt/ink/ink4453.xml" ContentType="application/inkml+xml"/>
  <Override PartName="/ppt/ink/ink4454.xml" ContentType="application/inkml+xml"/>
  <Override PartName="/ppt/ink/ink4455.xml" ContentType="application/inkml+xml"/>
  <Override PartName="/ppt/ink/ink4456.xml" ContentType="application/inkml+xml"/>
  <Override PartName="/ppt/ink/ink4457.xml" ContentType="application/inkml+xml"/>
  <Override PartName="/ppt/ink/ink4458.xml" ContentType="application/inkml+xml"/>
  <Override PartName="/ppt/ink/ink4459.xml" ContentType="application/inkml+xml"/>
  <Override PartName="/ppt/ink/ink4460.xml" ContentType="application/inkml+xml"/>
  <Override PartName="/ppt/ink/ink4461.xml" ContentType="application/inkml+xml"/>
  <Override PartName="/ppt/ink/ink4462.xml" ContentType="application/inkml+xml"/>
  <Override PartName="/ppt/ink/ink4463.xml" ContentType="application/inkml+xml"/>
  <Override PartName="/ppt/ink/ink4464.xml" ContentType="application/inkml+xml"/>
  <Override PartName="/ppt/ink/ink4465.xml" ContentType="application/inkml+xml"/>
  <Override PartName="/ppt/ink/ink4466.xml" ContentType="application/inkml+xml"/>
  <Override PartName="/ppt/ink/ink4467.xml" ContentType="application/inkml+xml"/>
  <Override PartName="/ppt/ink/ink4468.xml" ContentType="application/inkml+xml"/>
  <Override PartName="/ppt/ink/ink4469.xml" ContentType="application/inkml+xml"/>
  <Override PartName="/ppt/ink/ink4470.xml" ContentType="application/inkml+xml"/>
  <Override PartName="/ppt/ink/ink4471.xml" ContentType="application/inkml+xml"/>
  <Override PartName="/ppt/ink/ink4472.xml" ContentType="application/inkml+xml"/>
  <Override PartName="/ppt/ink/ink4473.xml" ContentType="application/inkml+xml"/>
  <Override PartName="/ppt/ink/ink4474.xml" ContentType="application/inkml+xml"/>
  <Override PartName="/ppt/ink/ink4475.xml" ContentType="application/inkml+xml"/>
  <Override PartName="/ppt/ink/ink4476.xml" ContentType="application/inkml+xml"/>
  <Override PartName="/ppt/ink/ink4477.xml" ContentType="application/inkml+xml"/>
  <Override PartName="/ppt/ink/ink4478.xml" ContentType="application/inkml+xml"/>
  <Override PartName="/ppt/ink/ink4479.xml" ContentType="application/inkml+xml"/>
  <Override PartName="/ppt/ink/ink4480.xml" ContentType="application/inkml+xml"/>
  <Override PartName="/ppt/ink/ink4481.xml" ContentType="application/inkml+xml"/>
  <Override PartName="/ppt/ink/ink4482.xml" ContentType="application/inkml+xml"/>
  <Override PartName="/ppt/ink/ink4483.xml" ContentType="application/inkml+xml"/>
  <Override PartName="/ppt/ink/ink4484.xml" ContentType="application/inkml+xml"/>
  <Override PartName="/ppt/ink/ink4485.xml" ContentType="application/inkml+xml"/>
  <Override PartName="/ppt/ink/ink4486.xml" ContentType="application/inkml+xml"/>
  <Override PartName="/ppt/ink/ink4487.xml" ContentType="application/inkml+xml"/>
  <Override PartName="/ppt/ink/ink4488.xml" ContentType="application/inkml+xml"/>
  <Override PartName="/ppt/ink/ink4489.xml" ContentType="application/inkml+xml"/>
  <Override PartName="/ppt/ink/ink4490.xml" ContentType="application/inkml+xml"/>
  <Override PartName="/ppt/ink/ink4491.xml" ContentType="application/inkml+xml"/>
  <Override PartName="/ppt/ink/ink4492.xml" ContentType="application/inkml+xml"/>
  <Override PartName="/ppt/ink/ink4493.xml" ContentType="application/inkml+xml"/>
  <Override PartName="/ppt/ink/ink4494.xml" ContentType="application/inkml+xml"/>
  <Override PartName="/ppt/ink/ink4495.xml" ContentType="application/inkml+xml"/>
  <Override PartName="/ppt/ink/ink4496.xml" ContentType="application/inkml+xml"/>
  <Override PartName="/ppt/ink/ink4497.xml" ContentType="application/inkml+xml"/>
  <Override PartName="/ppt/ink/ink4498.xml" ContentType="application/inkml+xml"/>
  <Override PartName="/ppt/ink/ink4499.xml" ContentType="application/inkml+xml"/>
  <Override PartName="/ppt/ink/ink4500.xml" ContentType="application/inkml+xml"/>
  <Override PartName="/ppt/ink/ink4501.xml" ContentType="application/inkml+xml"/>
  <Override PartName="/ppt/ink/ink4502.xml" ContentType="application/inkml+xml"/>
  <Override PartName="/ppt/ink/ink4503.xml" ContentType="application/inkml+xml"/>
  <Override PartName="/ppt/ink/ink4504.xml" ContentType="application/inkml+xml"/>
  <Override PartName="/ppt/ink/ink4505.xml" ContentType="application/inkml+xml"/>
  <Override PartName="/ppt/ink/ink4506.xml" ContentType="application/inkml+xml"/>
  <Override PartName="/ppt/ink/ink4507.xml" ContentType="application/inkml+xml"/>
  <Override PartName="/ppt/ink/ink4508.xml" ContentType="application/inkml+xml"/>
  <Override PartName="/ppt/ink/ink4509.xml" ContentType="application/inkml+xml"/>
  <Override PartName="/ppt/ink/ink4510.xml" ContentType="application/inkml+xml"/>
  <Override PartName="/ppt/ink/ink4511.xml" ContentType="application/inkml+xml"/>
  <Override PartName="/ppt/ink/ink4512.xml" ContentType="application/inkml+xml"/>
  <Override PartName="/ppt/ink/ink4513.xml" ContentType="application/inkml+xml"/>
  <Override PartName="/ppt/ink/ink4514.xml" ContentType="application/inkml+xml"/>
  <Override PartName="/ppt/ink/ink4515.xml" ContentType="application/inkml+xml"/>
  <Override PartName="/ppt/ink/ink4516.xml" ContentType="application/inkml+xml"/>
  <Override PartName="/ppt/ink/ink4517.xml" ContentType="application/inkml+xml"/>
  <Override PartName="/ppt/ink/ink4518.xml" ContentType="application/inkml+xml"/>
  <Override PartName="/ppt/ink/ink4519.xml" ContentType="application/inkml+xml"/>
  <Override PartName="/ppt/ink/ink4520.xml" ContentType="application/inkml+xml"/>
  <Override PartName="/ppt/ink/ink4521.xml" ContentType="application/inkml+xml"/>
  <Override PartName="/ppt/ink/ink4522.xml" ContentType="application/inkml+xml"/>
  <Override PartName="/ppt/ink/ink4523.xml" ContentType="application/inkml+xml"/>
  <Override PartName="/ppt/ink/ink4524.xml" ContentType="application/inkml+xml"/>
  <Override PartName="/ppt/ink/ink4525.xml" ContentType="application/inkml+xml"/>
  <Override PartName="/ppt/ink/ink4526.xml" ContentType="application/inkml+xml"/>
  <Override PartName="/ppt/ink/ink4527.xml" ContentType="application/inkml+xml"/>
  <Override PartName="/ppt/ink/ink4528.xml" ContentType="application/inkml+xml"/>
  <Override PartName="/ppt/ink/ink4529.xml" ContentType="application/inkml+xml"/>
  <Override PartName="/ppt/ink/ink4530.xml" ContentType="application/inkml+xml"/>
  <Override PartName="/ppt/ink/ink4531.xml" ContentType="application/inkml+xml"/>
  <Override PartName="/ppt/ink/ink4532.xml" ContentType="application/inkml+xml"/>
  <Override PartName="/ppt/ink/ink4533.xml" ContentType="application/inkml+xml"/>
  <Override PartName="/ppt/ink/ink4534.xml" ContentType="application/inkml+xml"/>
  <Override PartName="/ppt/ink/ink4535.xml" ContentType="application/inkml+xml"/>
  <Override PartName="/ppt/ink/ink4536.xml" ContentType="application/inkml+xml"/>
  <Override PartName="/ppt/ink/ink4537.xml" ContentType="application/inkml+xml"/>
  <Override PartName="/ppt/ink/ink4538.xml" ContentType="application/inkml+xml"/>
  <Override PartName="/ppt/ink/ink4539.xml" ContentType="application/inkml+xml"/>
  <Override PartName="/ppt/ink/ink4540.xml" ContentType="application/inkml+xml"/>
  <Override PartName="/ppt/ink/ink4541.xml" ContentType="application/inkml+xml"/>
  <Override PartName="/ppt/ink/ink4542.xml" ContentType="application/inkml+xml"/>
  <Override PartName="/ppt/ink/ink4543.xml" ContentType="application/inkml+xml"/>
  <Override PartName="/ppt/ink/ink4544.xml" ContentType="application/inkml+xml"/>
  <Override PartName="/ppt/ink/ink4545.xml" ContentType="application/inkml+xml"/>
  <Override PartName="/ppt/ink/ink4546.xml" ContentType="application/inkml+xml"/>
  <Override PartName="/ppt/ink/ink4547.xml" ContentType="application/inkml+xml"/>
  <Override PartName="/ppt/ink/ink4548.xml" ContentType="application/inkml+xml"/>
  <Override PartName="/ppt/ink/ink4549.xml" ContentType="application/inkml+xml"/>
  <Override PartName="/ppt/ink/ink4550.xml" ContentType="application/inkml+xml"/>
  <Override PartName="/ppt/ink/ink4551.xml" ContentType="application/inkml+xml"/>
  <Override PartName="/ppt/ink/ink4552.xml" ContentType="application/inkml+xml"/>
  <Override PartName="/ppt/ink/ink4553.xml" ContentType="application/inkml+xml"/>
  <Override PartName="/ppt/ink/ink4554.xml" ContentType="application/inkml+xml"/>
  <Override PartName="/ppt/ink/ink4555.xml" ContentType="application/inkml+xml"/>
  <Override PartName="/ppt/ink/ink4556.xml" ContentType="application/inkml+xml"/>
  <Override PartName="/ppt/ink/ink4557.xml" ContentType="application/inkml+xml"/>
  <Override PartName="/ppt/ink/ink4558.xml" ContentType="application/inkml+xml"/>
  <Override PartName="/ppt/ink/ink4559.xml" ContentType="application/inkml+xml"/>
  <Override PartName="/ppt/ink/ink4560.xml" ContentType="application/inkml+xml"/>
  <Override PartName="/ppt/ink/ink4561.xml" ContentType="application/inkml+xml"/>
  <Override PartName="/ppt/ink/ink4562.xml" ContentType="application/inkml+xml"/>
  <Override PartName="/ppt/ink/ink4563.xml" ContentType="application/inkml+xml"/>
  <Override PartName="/ppt/ink/ink4564.xml" ContentType="application/inkml+xml"/>
  <Override PartName="/ppt/ink/ink4565.xml" ContentType="application/inkml+xml"/>
  <Override PartName="/ppt/ink/ink4566.xml" ContentType="application/inkml+xml"/>
  <Override PartName="/ppt/ink/ink4567.xml" ContentType="application/inkml+xml"/>
  <Override PartName="/ppt/ink/ink4568.xml" ContentType="application/inkml+xml"/>
  <Override PartName="/ppt/ink/ink4569.xml" ContentType="application/inkml+xml"/>
  <Override PartName="/ppt/ink/ink4570.xml" ContentType="application/inkml+xml"/>
  <Override PartName="/ppt/ink/ink4571.xml" ContentType="application/inkml+xml"/>
  <Override PartName="/ppt/ink/ink4572.xml" ContentType="application/inkml+xml"/>
  <Override PartName="/ppt/ink/ink4573.xml" ContentType="application/inkml+xml"/>
  <Override PartName="/ppt/ink/ink4574.xml" ContentType="application/inkml+xml"/>
  <Override PartName="/ppt/ink/ink4575.xml" ContentType="application/inkml+xml"/>
  <Override PartName="/ppt/ink/ink4576.xml" ContentType="application/inkml+xml"/>
  <Override PartName="/ppt/ink/ink4577.xml" ContentType="application/inkml+xml"/>
  <Override PartName="/ppt/ink/ink4578.xml" ContentType="application/inkml+xml"/>
  <Override PartName="/ppt/ink/ink4579.xml" ContentType="application/inkml+xml"/>
  <Override PartName="/ppt/ink/ink4580.xml" ContentType="application/inkml+xml"/>
  <Override PartName="/ppt/ink/ink4581.xml" ContentType="application/inkml+xml"/>
  <Override PartName="/ppt/ink/ink4582.xml" ContentType="application/inkml+xml"/>
  <Override PartName="/ppt/ink/ink4583.xml" ContentType="application/inkml+xml"/>
  <Override PartName="/ppt/ink/ink4584.xml" ContentType="application/inkml+xml"/>
  <Override PartName="/ppt/ink/ink4585.xml" ContentType="application/inkml+xml"/>
  <Override PartName="/ppt/ink/ink4586.xml" ContentType="application/inkml+xml"/>
  <Override PartName="/ppt/ink/ink4587.xml" ContentType="application/inkml+xml"/>
  <Override PartName="/ppt/ink/ink4588.xml" ContentType="application/inkml+xml"/>
  <Override PartName="/ppt/ink/ink4589.xml" ContentType="application/inkml+xml"/>
  <Override PartName="/ppt/ink/ink4590.xml" ContentType="application/inkml+xml"/>
  <Override PartName="/ppt/ink/ink4591.xml" ContentType="application/inkml+xml"/>
  <Override PartName="/ppt/ink/ink4592.xml" ContentType="application/inkml+xml"/>
  <Override PartName="/ppt/ink/ink4593.xml" ContentType="application/inkml+xml"/>
  <Override PartName="/ppt/ink/ink4594.xml" ContentType="application/inkml+xml"/>
  <Override PartName="/ppt/ink/ink4595.xml" ContentType="application/inkml+xml"/>
  <Override PartName="/ppt/ink/ink4596.xml" ContentType="application/inkml+xml"/>
  <Override PartName="/ppt/ink/ink4597.xml" ContentType="application/inkml+xml"/>
  <Override PartName="/ppt/ink/ink4598.xml" ContentType="application/inkml+xml"/>
  <Override PartName="/ppt/ink/ink4599.xml" ContentType="application/inkml+xml"/>
  <Override PartName="/ppt/ink/ink4600.xml" ContentType="application/inkml+xml"/>
  <Override PartName="/ppt/ink/ink4601.xml" ContentType="application/inkml+xml"/>
  <Override PartName="/ppt/ink/ink4602.xml" ContentType="application/inkml+xml"/>
  <Override PartName="/ppt/ink/ink4603.xml" ContentType="application/inkml+xml"/>
  <Override PartName="/ppt/ink/ink4604.xml" ContentType="application/inkml+xml"/>
  <Override PartName="/ppt/ink/ink4605.xml" ContentType="application/inkml+xml"/>
  <Override PartName="/ppt/ink/ink4606.xml" ContentType="application/inkml+xml"/>
  <Override PartName="/ppt/ink/ink4607.xml" ContentType="application/inkml+xml"/>
  <Override PartName="/ppt/ink/ink4608.xml" ContentType="application/inkml+xml"/>
  <Override PartName="/ppt/ink/ink4609.xml" ContentType="application/inkml+xml"/>
  <Override PartName="/ppt/ink/ink4610.xml" ContentType="application/inkml+xml"/>
  <Override PartName="/ppt/ink/ink4611.xml" ContentType="application/inkml+xml"/>
  <Override PartName="/ppt/ink/ink4612.xml" ContentType="application/inkml+xml"/>
  <Override PartName="/ppt/ink/ink4613.xml" ContentType="application/inkml+xml"/>
  <Override PartName="/ppt/ink/ink4614.xml" ContentType="application/inkml+xml"/>
  <Override PartName="/ppt/ink/ink4615.xml" ContentType="application/inkml+xml"/>
  <Override PartName="/ppt/ink/ink4616.xml" ContentType="application/inkml+xml"/>
  <Override PartName="/ppt/ink/ink4617.xml" ContentType="application/inkml+xml"/>
  <Override PartName="/ppt/ink/ink4618.xml" ContentType="application/inkml+xml"/>
  <Override PartName="/ppt/ink/ink4619.xml" ContentType="application/inkml+xml"/>
  <Override PartName="/ppt/ink/ink4620.xml" ContentType="application/inkml+xml"/>
  <Override PartName="/ppt/ink/ink4621.xml" ContentType="application/inkml+xml"/>
  <Override PartName="/ppt/ink/ink4622.xml" ContentType="application/inkml+xml"/>
  <Override PartName="/ppt/ink/ink4623.xml" ContentType="application/inkml+xml"/>
  <Override PartName="/ppt/ink/ink4624.xml" ContentType="application/inkml+xml"/>
  <Override PartName="/ppt/ink/ink4625.xml" ContentType="application/inkml+xml"/>
  <Override PartName="/ppt/ink/ink4626.xml" ContentType="application/inkml+xml"/>
  <Override PartName="/ppt/ink/ink4627.xml" ContentType="application/inkml+xml"/>
  <Override PartName="/ppt/ink/ink4628.xml" ContentType="application/inkml+xml"/>
  <Override PartName="/ppt/ink/ink4629.xml" ContentType="application/inkml+xml"/>
  <Override PartName="/ppt/ink/ink4630.xml" ContentType="application/inkml+xml"/>
  <Override PartName="/ppt/ink/ink4631.xml" ContentType="application/inkml+xml"/>
  <Override PartName="/ppt/ink/ink4632.xml" ContentType="application/inkml+xml"/>
  <Override PartName="/ppt/ink/ink4633.xml" ContentType="application/inkml+xml"/>
  <Override PartName="/ppt/ink/ink4634.xml" ContentType="application/inkml+xml"/>
  <Override PartName="/ppt/ink/ink4635.xml" ContentType="application/inkml+xml"/>
  <Override PartName="/ppt/ink/ink4636.xml" ContentType="application/inkml+xml"/>
  <Override PartName="/ppt/ink/ink4637.xml" ContentType="application/inkml+xml"/>
  <Override PartName="/ppt/ink/ink4638.xml" ContentType="application/inkml+xml"/>
  <Override PartName="/ppt/ink/ink4639.xml" ContentType="application/inkml+xml"/>
  <Override PartName="/ppt/ink/ink4640.xml" ContentType="application/inkml+xml"/>
  <Override PartName="/ppt/ink/ink4641.xml" ContentType="application/inkml+xml"/>
  <Override PartName="/ppt/ink/ink4642.xml" ContentType="application/inkml+xml"/>
  <Override PartName="/ppt/ink/ink4643.xml" ContentType="application/inkml+xml"/>
  <Override PartName="/ppt/ink/ink4644.xml" ContentType="application/inkml+xml"/>
  <Override PartName="/ppt/ink/ink4645.xml" ContentType="application/inkml+xml"/>
  <Override PartName="/ppt/ink/ink4646.xml" ContentType="application/inkml+xml"/>
  <Override PartName="/ppt/ink/ink4647.xml" ContentType="application/inkml+xml"/>
  <Override PartName="/ppt/ink/ink4648.xml" ContentType="application/inkml+xml"/>
  <Override PartName="/ppt/ink/ink4649.xml" ContentType="application/inkml+xml"/>
  <Override PartName="/ppt/ink/ink4650.xml" ContentType="application/inkml+xml"/>
  <Override PartName="/ppt/ink/ink4651.xml" ContentType="application/inkml+xml"/>
  <Override PartName="/ppt/ink/ink4652.xml" ContentType="application/inkml+xml"/>
  <Override PartName="/ppt/ink/ink4653.xml" ContentType="application/inkml+xml"/>
  <Override PartName="/ppt/ink/ink4654.xml" ContentType="application/inkml+xml"/>
  <Override PartName="/ppt/ink/ink4655.xml" ContentType="application/inkml+xml"/>
  <Override PartName="/ppt/ink/ink4656.xml" ContentType="application/inkml+xml"/>
  <Override PartName="/ppt/ink/ink4657.xml" ContentType="application/inkml+xml"/>
  <Override PartName="/ppt/ink/ink4658.xml" ContentType="application/inkml+xml"/>
  <Override PartName="/ppt/ink/ink4659.xml" ContentType="application/inkml+xml"/>
  <Override PartName="/ppt/ink/ink4660.xml" ContentType="application/inkml+xml"/>
  <Override PartName="/ppt/ink/ink4661.xml" ContentType="application/inkml+xml"/>
  <Override PartName="/ppt/ink/ink4662.xml" ContentType="application/inkml+xml"/>
  <Override PartName="/ppt/ink/ink4663.xml" ContentType="application/inkml+xml"/>
  <Override PartName="/ppt/ink/ink4664.xml" ContentType="application/inkml+xml"/>
  <Override PartName="/ppt/ink/ink4665.xml" ContentType="application/inkml+xml"/>
  <Override PartName="/ppt/ink/ink4666.xml" ContentType="application/inkml+xml"/>
  <Override PartName="/ppt/ink/ink4667.xml" ContentType="application/inkml+xml"/>
  <Override PartName="/ppt/ink/ink4668.xml" ContentType="application/inkml+xml"/>
  <Override PartName="/ppt/ink/ink4669.xml" ContentType="application/inkml+xml"/>
  <Override PartName="/ppt/ink/ink4670.xml" ContentType="application/inkml+xml"/>
  <Override PartName="/ppt/ink/ink4671.xml" ContentType="application/inkml+xml"/>
  <Override PartName="/ppt/ink/ink4672.xml" ContentType="application/inkml+xml"/>
  <Override PartName="/ppt/ink/ink4673.xml" ContentType="application/inkml+xml"/>
  <Override PartName="/ppt/ink/ink4674.xml" ContentType="application/inkml+xml"/>
  <Override PartName="/ppt/ink/ink4675.xml" ContentType="application/inkml+xml"/>
  <Override PartName="/ppt/ink/ink4676.xml" ContentType="application/inkml+xml"/>
  <Override PartName="/ppt/ink/ink4677.xml" ContentType="application/inkml+xml"/>
  <Override PartName="/ppt/ink/ink4678.xml" ContentType="application/inkml+xml"/>
  <Override PartName="/ppt/ink/ink4679.xml" ContentType="application/inkml+xml"/>
  <Override PartName="/ppt/ink/ink4680.xml" ContentType="application/inkml+xml"/>
  <Override PartName="/ppt/ink/ink4681.xml" ContentType="application/inkml+xml"/>
  <Override PartName="/ppt/ink/ink4682.xml" ContentType="application/inkml+xml"/>
  <Override PartName="/ppt/ink/ink4683.xml" ContentType="application/inkml+xml"/>
  <Override PartName="/ppt/ink/ink4684.xml" ContentType="application/inkml+xml"/>
  <Override PartName="/ppt/ink/ink4685.xml" ContentType="application/inkml+xml"/>
  <Override PartName="/ppt/ink/ink4686.xml" ContentType="application/inkml+xml"/>
  <Override PartName="/ppt/ink/ink4687.xml" ContentType="application/inkml+xml"/>
  <Override PartName="/ppt/ink/ink4688.xml" ContentType="application/inkml+xml"/>
  <Override PartName="/ppt/ink/ink4689.xml" ContentType="application/inkml+xml"/>
  <Override PartName="/ppt/ink/ink4690.xml" ContentType="application/inkml+xml"/>
  <Override PartName="/ppt/ink/ink4691.xml" ContentType="application/inkml+xml"/>
  <Override PartName="/ppt/ink/ink4692.xml" ContentType="application/inkml+xml"/>
  <Override PartName="/ppt/ink/ink4693.xml" ContentType="application/inkml+xml"/>
  <Override PartName="/ppt/ink/ink4694.xml" ContentType="application/inkml+xml"/>
  <Override PartName="/ppt/ink/ink4695.xml" ContentType="application/inkml+xml"/>
  <Override PartName="/ppt/ink/ink4696.xml" ContentType="application/inkml+xml"/>
  <Override PartName="/ppt/ink/ink4697.xml" ContentType="application/inkml+xml"/>
  <Override PartName="/ppt/ink/ink4698.xml" ContentType="application/inkml+xml"/>
  <Override PartName="/ppt/ink/ink4699.xml" ContentType="application/inkml+xml"/>
  <Override PartName="/ppt/ink/ink4700.xml" ContentType="application/inkml+xml"/>
  <Override PartName="/ppt/ink/ink4701.xml" ContentType="application/inkml+xml"/>
  <Override PartName="/ppt/ink/ink4702.xml" ContentType="application/inkml+xml"/>
  <Override PartName="/ppt/ink/ink4703.xml" ContentType="application/inkml+xml"/>
  <Override PartName="/ppt/ink/ink4704.xml" ContentType="application/inkml+xml"/>
  <Override PartName="/ppt/ink/ink4705.xml" ContentType="application/inkml+xml"/>
  <Override PartName="/ppt/ink/ink4706.xml" ContentType="application/inkml+xml"/>
  <Override PartName="/ppt/ink/ink4707.xml" ContentType="application/inkml+xml"/>
  <Override PartName="/ppt/ink/ink4708.xml" ContentType="application/inkml+xml"/>
  <Override PartName="/ppt/ink/ink4709.xml" ContentType="application/inkml+xml"/>
  <Override PartName="/ppt/ink/ink4710.xml" ContentType="application/inkml+xml"/>
  <Override PartName="/ppt/ink/ink4711.xml" ContentType="application/inkml+xml"/>
  <Override PartName="/ppt/ink/ink4712.xml" ContentType="application/inkml+xml"/>
  <Override PartName="/ppt/ink/ink4713.xml" ContentType="application/inkml+xml"/>
  <Override PartName="/ppt/ink/ink4714.xml" ContentType="application/inkml+xml"/>
  <Override PartName="/ppt/ink/ink4715.xml" ContentType="application/inkml+xml"/>
  <Override PartName="/ppt/ink/ink4716.xml" ContentType="application/inkml+xml"/>
  <Override PartName="/ppt/ink/ink4717.xml" ContentType="application/inkml+xml"/>
  <Override PartName="/ppt/ink/ink4718.xml" ContentType="application/inkml+xml"/>
  <Override PartName="/ppt/ink/ink4719.xml" ContentType="application/inkml+xml"/>
  <Override PartName="/ppt/ink/ink4720.xml" ContentType="application/inkml+xml"/>
  <Override PartName="/ppt/ink/ink4721.xml" ContentType="application/inkml+xml"/>
  <Override PartName="/ppt/ink/ink4722.xml" ContentType="application/inkml+xml"/>
  <Override PartName="/ppt/ink/ink4723.xml" ContentType="application/inkml+xml"/>
  <Override PartName="/ppt/ink/ink4724.xml" ContentType="application/inkml+xml"/>
  <Override PartName="/ppt/ink/ink4725.xml" ContentType="application/inkml+xml"/>
  <Override PartName="/ppt/ink/ink4726.xml" ContentType="application/inkml+xml"/>
  <Override PartName="/ppt/ink/ink4727.xml" ContentType="application/inkml+xml"/>
  <Override PartName="/ppt/ink/ink4728.xml" ContentType="application/inkml+xml"/>
  <Override PartName="/ppt/ink/ink4729.xml" ContentType="application/inkml+xml"/>
  <Override PartName="/ppt/ink/ink4730.xml" ContentType="application/inkml+xml"/>
  <Override PartName="/ppt/ink/ink4731.xml" ContentType="application/inkml+xml"/>
  <Override PartName="/ppt/ink/ink4732.xml" ContentType="application/inkml+xml"/>
  <Override PartName="/ppt/ink/ink4733.xml" ContentType="application/inkml+xml"/>
  <Override PartName="/ppt/ink/ink4734.xml" ContentType="application/inkml+xml"/>
  <Override PartName="/ppt/ink/ink4735.xml" ContentType="application/inkml+xml"/>
  <Override PartName="/ppt/ink/ink4736.xml" ContentType="application/inkml+xml"/>
  <Override PartName="/ppt/ink/ink4737.xml" ContentType="application/inkml+xml"/>
  <Override PartName="/ppt/ink/ink4738.xml" ContentType="application/inkml+xml"/>
  <Override PartName="/ppt/ink/ink4739.xml" ContentType="application/inkml+xml"/>
  <Override PartName="/ppt/ink/ink4740.xml" ContentType="application/inkml+xml"/>
  <Override PartName="/ppt/ink/ink4741.xml" ContentType="application/inkml+xml"/>
  <Override PartName="/ppt/ink/ink4742.xml" ContentType="application/inkml+xml"/>
  <Override PartName="/ppt/ink/ink4743.xml" ContentType="application/inkml+xml"/>
  <Override PartName="/ppt/ink/ink4744.xml" ContentType="application/inkml+xml"/>
  <Override PartName="/ppt/ink/ink4745.xml" ContentType="application/inkml+xml"/>
  <Override PartName="/ppt/ink/ink4746.xml" ContentType="application/inkml+xml"/>
  <Override PartName="/ppt/ink/ink4747.xml" ContentType="application/inkml+xml"/>
  <Override PartName="/ppt/ink/ink4748.xml" ContentType="application/inkml+xml"/>
  <Override PartName="/ppt/ink/ink4749.xml" ContentType="application/inkml+xml"/>
  <Override PartName="/ppt/ink/ink4750.xml" ContentType="application/inkml+xml"/>
  <Override PartName="/ppt/ink/ink4751.xml" ContentType="application/inkml+xml"/>
  <Override PartName="/ppt/ink/ink4752.xml" ContentType="application/inkml+xml"/>
  <Override PartName="/ppt/ink/ink4753.xml" ContentType="application/inkml+xml"/>
  <Override PartName="/ppt/ink/ink4754.xml" ContentType="application/inkml+xml"/>
  <Override PartName="/ppt/ink/ink4755.xml" ContentType="application/inkml+xml"/>
  <Override PartName="/ppt/ink/ink4756.xml" ContentType="application/inkml+xml"/>
  <Override PartName="/ppt/ink/ink4757.xml" ContentType="application/inkml+xml"/>
  <Override PartName="/ppt/ink/ink4758.xml" ContentType="application/inkml+xml"/>
  <Override PartName="/ppt/ink/ink4759.xml" ContentType="application/inkml+xml"/>
  <Override PartName="/ppt/ink/ink4760.xml" ContentType="application/inkml+xml"/>
  <Override PartName="/ppt/ink/ink4761.xml" ContentType="application/inkml+xml"/>
  <Override PartName="/ppt/ink/ink4762.xml" ContentType="application/inkml+xml"/>
  <Override PartName="/ppt/ink/ink4763.xml" ContentType="application/inkml+xml"/>
  <Override PartName="/ppt/ink/ink4764.xml" ContentType="application/inkml+xml"/>
  <Override PartName="/ppt/ink/ink4765.xml" ContentType="application/inkml+xml"/>
  <Override PartName="/ppt/ink/ink4766.xml" ContentType="application/inkml+xml"/>
  <Override PartName="/ppt/ink/ink4767.xml" ContentType="application/inkml+xml"/>
  <Override PartName="/ppt/ink/ink4768.xml" ContentType="application/inkml+xml"/>
  <Override PartName="/ppt/ink/ink4769.xml" ContentType="application/inkml+xml"/>
  <Override PartName="/ppt/ink/ink4770.xml" ContentType="application/inkml+xml"/>
  <Override PartName="/ppt/ink/ink4771.xml" ContentType="application/inkml+xml"/>
  <Override PartName="/ppt/ink/ink4772.xml" ContentType="application/inkml+xml"/>
  <Override PartName="/ppt/ink/ink4773.xml" ContentType="application/inkml+xml"/>
  <Override PartName="/ppt/ink/ink4774.xml" ContentType="application/inkml+xml"/>
  <Override PartName="/ppt/ink/ink4775.xml" ContentType="application/inkml+xml"/>
  <Override PartName="/ppt/ink/ink4776.xml" ContentType="application/inkml+xml"/>
  <Override PartName="/ppt/ink/ink4777.xml" ContentType="application/inkml+xml"/>
  <Override PartName="/ppt/ink/ink4778.xml" ContentType="application/inkml+xml"/>
  <Override PartName="/ppt/ink/ink4779.xml" ContentType="application/inkml+xml"/>
  <Override PartName="/ppt/ink/ink4780.xml" ContentType="application/inkml+xml"/>
  <Override PartName="/ppt/ink/ink4781.xml" ContentType="application/inkml+xml"/>
  <Override PartName="/ppt/ink/ink4782.xml" ContentType="application/inkml+xml"/>
  <Override PartName="/ppt/ink/ink4783.xml" ContentType="application/inkml+xml"/>
  <Override PartName="/ppt/ink/ink4784.xml" ContentType="application/inkml+xml"/>
  <Override PartName="/ppt/ink/ink4785.xml" ContentType="application/inkml+xml"/>
  <Override PartName="/ppt/ink/ink4786.xml" ContentType="application/inkml+xml"/>
  <Override PartName="/ppt/ink/ink4787.xml" ContentType="application/inkml+xml"/>
  <Override PartName="/ppt/ink/ink4788.xml" ContentType="application/inkml+xml"/>
  <Override PartName="/ppt/ink/ink4789.xml" ContentType="application/inkml+xml"/>
  <Override PartName="/ppt/ink/ink4790.xml" ContentType="application/inkml+xml"/>
  <Override PartName="/ppt/ink/ink4791.xml" ContentType="application/inkml+xml"/>
  <Override PartName="/ppt/ink/ink4792.xml" ContentType="application/inkml+xml"/>
  <Override PartName="/ppt/ink/ink4793.xml" ContentType="application/inkml+xml"/>
  <Override PartName="/ppt/ink/ink4794.xml" ContentType="application/inkml+xml"/>
  <Override PartName="/ppt/ink/ink4795.xml" ContentType="application/inkml+xml"/>
  <Override PartName="/ppt/ink/ink4796.xml" ContentType="application/inkml+xml"/>
  <Override PartName="/ppt/ink/ink4797.xml" ContentType="application/inkml+xml"/>
  <Override PartName="/ppt/ink/ink4798.xml" ContentType="application/inkml+xml"/>
  <Override PartName="/ppt/ink/ink4799.xml" ContentType="application/inkml+xml"/>
  <Override PartName="/ppt/ink/ink4800.xml" ContentType="application/inkml+xml"/>
  <Override PartName="/ppt/ink/ink4801.xml" ContentType="application/inkml+xml"/>
  <Override PartName="/ppt/ink/ink4802.xml" ContentType="application/inkml+xml"/>
  <Override PartName="/ppt/ink/ink4803.xml" ContentType="application/inkml+xml"/>
  <Override PartName="/ppt/ink/ink4804.xml" ContentType="application/inkml+xml"/>
  <Override PartName="/ppt/ink/ink4805.xml" ContentType="application/inkml+xml"/>
  <Override PartName="/ppt/ink/ink4806.xml" ContentType="application/inkml+xml"/>
  <Override PartName="/ppt/ink/ink4807.xml" ContentType="application/inkml+xml"/>
  <Override PartName="/ppt/ink/ink4808.xml" ContentType="application/inkml+xml"/>
  <Override PartName="/ppt/ink/ink4809.xml" ContentType="application/inkml+xml"/>
  <Override PartName="/ppt/ink/ink4810.xml" ContentType="application/inkml+xml"/>
  <Override PartName="/ppt/ink/ink4811.xml" ContentType="application/inkml+xml"/>
  <Override PartName="/ppt/ink/ink4812.xml" ContentType="application/inkml+xml"/>
  <Override PartName="/ppt/ink/ink4813.xml" ContentType="application/inkml+xml"/>
  <Override PartName="/ppt/ink/ink4814.xml" ContentType="application/inkml+xml"/>
  <Override PartName="/ppt/ink/ink4815.xml" ContentType="application/inkml+xml"/>
  <Override PartName="/ppt/ink/ink4816.xml" ContentType="application/inkml+xml"/>
  <Override PartName="/ppt/ink/ink4817.xml" ContentType="application/inkml+xml"/>
  <Override PartName="/ppt/ink/ink4818.xml" ContentType="application/inkml+xml"/>
  <Override PartName="/ppt/ink/ink4819.xml" ContentType="application/inkml+xml"/>
  <Override PartName="/ppt/ink/ink4820.xml" ContentType="application/inkml+xml"/>
  <Override PartName="/ppt/ink/ink4821.xml" ContentType="application/inkml+xml"/>
  <Override PartName="/ppt/ink/ink4822.xml" ContentType="application/inkml+xml"/>
  <Override PartName="/ppt/ink/ink4823.xml" ContentType="application/inkml+xml"/>
  <Override PartName="/ppt/ink/ink4824.xml" ContentType="application/inkml+xml"/>
  <Override PartName="/ppt/ink/ink4825.xml" ContentType="application/inkml+xml"/>
  <Override PartName="/ppt/ink/ink4826.xml" ContentType="application/inkml+xml"/>
  <Override PartName="/ppt/ink/ink4827.xml" ContentType="application/inkml+xml"/>
  <Override PartName="/ppt/ink/ink4828.xml" ContentType="application/inkml+xml"/>
  <Override PartName="/ppt/ink/ink4829.xml" ContentType="application/inkml+xml"/>
  <Override PartName="/ppt/ink/ink4830.xml" ContentType="application/inkml+xml"/>
  <Override PartName="/ppt/ink/ink4831.xml" ContentType="application/inkml+xml"/>
  <Override PartName="/ppt/ink/ink4832.xml" ContentType="application/inkml+xml"/>
  <Override PartName="/ppt/ink/ink4833.xml" ContentType="application/inkml+xml"/>
  <Override PartName="/ppt/ink/ink4834.xml" ContentType="application/inkml+xml"/>
  <Override PartName="/ppt/ink/ink4835.xml" ContentType="application/inkml+xml"/>
  <Override PartName="/ppt/ink/ink4836.xml" ContentType="application/inkml+xml"/>
  <Override PartName="/ppt/ink/ink4837.xml" ContentType="application/inkml+xml"/>
  <Override PartName="/ppt/ink/ink4838.xml" ContentType="application/inkml+xml"/>
  <Override PartName="/ppt/ink/ink4839.xml" ContentType="application/inkml+xml"/>
  <Override PartName="/ppt/ink/ink4840.xml" ContentType="application/inkml+xml"/>
  <Override PartName="/ppt/ink/ink4841.xml" ContentType="application/inkml+xml"/>
  <Override PartName="/ppt/ink/ink4842.xml" ContentType="application/inkml+xml"/>
  <Override PartName="/ppt/ink/ink4843.xml" ContentType="application/inkml+xml"/>
  <Override PartName="/ppt/ink/ink4844.xml" ContentType="application/inkml+xml"/>
  <Override PartName="/ppt/ink/ink4845.xml" ContentType="application/inkml+xml"/>
  <Override PartName="/ppt/ink/ink4846.xml" ContentType="application/inkml+xml"/>
  <Override PartName="/ppt/ink/ink4847.xml" ContentType="application/inkml+xml"/>
  <Override PartName="/ppt/ink/ink4848.xml" ContentType="application/inkml+xml"/>
  <Override PartName="/ppt/ink/ink4849.xml" ContentType="application/inkml+xml"/>
  <Override PartName="/ppt/ink/ink4850.xml" ContentType="application/inkml+xml"/>
  <Override PartName="/ppt/ink/ink4851.xml" ContentType="application/inkml+xml"/>
  <Override PartName="/ppt/ink/ink4852.xml" ContentType="application/inkml+xml"/>
  <Override PartName="/ppt/ink/ink4853.xml" ContentType="application/inkml+xml"/>
  <Override PartName="/ppt/ink/ink4854.xml" ContentType="application/inkml+xml"/>
  <Override PartName="/ppt/ink/ink4855.xml" ContentType="application/inkml+xml"/>
  <Override PartName="/ppt/ink/ink4856.xml" ContentType="application/inkml+xml"/>
  <Override PartName="/ppt/ink/ink4857.xml" ContentType="application/inkml+xml"/>
  <Override PartName="/ppt/ink/ink4858.xml" ContentType="application/inkml+xml"/>
  <Override PartName="/ppt/ink/ink4859.xml" ContentType="application/inkml+xml"/>
  <Override PartName="/ppt/ink/ink4860.xml" ContentType="application/inkml+xml"/>
  <Override PartName="/ppt/ink/ink4861.xml" ContentType="application/inkml+xml"/>
  <Override PartName="/ppt/ink/ink4862.xml" ContentType="application/inkml+xml"/>
  <Override PartName="/ppt/ink/ink4863.xml" ContentType="application/inkml+xml"/>
  <Override PartName="/ppt/ink/ink4864.xml" ContentType="application/inkml+xml"/>
  <Override PartName="/ppt/ink/ink4865.xml" ContentType="application/inkml+xml"/>
  <Override PartName="/ppt/ink/ink4866.xml" ContentType="application/inkml+xml"/>
  <Override PartName="/ppt/ink/ink4867.xml" ContentType="application/inkml+xml"/>
  <Override PartName="/ppt/ink/ink4868.xml" ContentType="application/inkml+xml"/>
  <Override PartName="/ppt/ink/ink4869.xml" ContentType="application/inkml+xml"/>
  <Override PartName="/ppt/ink/ink4870.xml" ContentType="application/inkml+xml"/>
  <Override PartName="/ppt/ink/ink4871.xml" ContentType="application/inkml+xml"/>
  <Override PartName="/ppt/ink/ink4872.xml" ContentType="application/inkml+xml"/>
  <Override PartName="/ppt/ink/ink4873.xml" ContentType="application/inkml+xml"/>
  <Override PartName="/ppt/ink/ink4874.xml" ContentType="application/inkml+xml"/>
  <Override PartName="/ppt/ink/ink4875.xml" ContentType="application/inkml+xml"/>
  <Override PartName="/ppt/ink/ink4876.xml" ContentType="application/inkml+xml"/>
  <Override PartName="/ppt/ink/ink4877.xml" ContentType="application/inkml+xml"/>
  <Override PartName="/ppt/ink/ink4878.xml" ContentType="application/inkml+xml"/>
  <Override PartName="/ppt/ink/ink4879.xml" ContentType="application/inkml+xml"/>
  <Override PartName="/ppt/ink/ink4880.xml" ContentType="application/inkml+xml"/>
  <Override PartName="/ppt/ink/ink4881.xml" ContentType="application/inkml+xml"/>
  <Override PartName="/ppt/ink/ink4882.xml" ContentType="application/inkml+xml"/>
  <Override PartName="/ppt/ink/ink4883.xml" ContentType="application/inkml+xml"/>
  <Override PartName="/ppt/ink/ink4884.xml" ContentType="application/inkml+xml"/>
  <Override PartName="/ppt/ink/ink4885.xml" ContentType="application/inkml+xml"/>
  <Override PartName="/ppt/ink/ink4886.xml" ContentType="application/inkml+xml"/>
  <Override PartName="/ppt/ink/ink4887.xml" ContentType="application/inkml+xml"/>
  <Override PartName="/ppt/ink/ink4888.xml" ContentType="application/inkml+xml"/>
  <Override PartName="/ppt/ink/ink4889.xml" ContentType="application/inkml+xml"/>
  <Override PartName="/ppt/ink/ink4890.xml" ContentType="application/inkml+xml"/>
  <Override PartName="/ppt/ink/ink4891.xml" ContentType="application/inkml+xml"/>
  <Override PartName="/ppt/ink/ink4892.xml" ContentType="application/inkml+xml"/>
  <Override PartName="/ppt/ink/ink4893.xml" ContentType="application/inkml+xml"/>
  <Override PartName="/ppt/ink/ink4894.xml" ContentType="application/inkml+xml"/>
  <Override PartName="/ppt/ink/ink4895.xml" ContentType="application/inkml+xml"/>
  <Override PartName="/ppt/ink/ink4896.xml" ContentType="application/inkml+xml"/>
  <Override PartName="/ppt/ink/ink4897.xml" ContentType="application/inkml+xml"/>
  <Override PartName="/ppt/ink/ink4898.xml" ContentType="application/inkml+xml"/>
  <Override PartName="/ppt/ink/ink4899.xml" ContentType="application/inkml+xml"/>
  <Override PartName="/ppt/ink/ink4900.xml" ContentType="application/inkml+xml"/>
  <Override PartName="/ppt/ink/ink4901.xml" ContentType="application/inkml+xml"/>
  <Override PartName="/ppt/ink/ink4902.xml" ContentType="application/inkml+xml"/>
  <Override PartName="/ppt/ink/ink4903.xml" ContentType="application/inkml+xml"/>
  <Override PartName="/ppt/ink/ink4904.xml" ContentType="application/inkml+xml"/>
  <Override PartName="/ppt/ink/ink4905.xml" ContentType="application/inkml+xml"/>
  <Override PartName="/ppt/ink/ink4906.xml" ContentType="application/inkml+xml"/>
  <Override PartName="/ppt/ink/ink4907.xml" ContentType="application/inkml+xml"/>
  <Override PartName="/ppt/ink/ink4908.xml" ContentType="application/inkml+xml"/>
  <Override PartName="/ppt/ink/ink4909.xml" ContentType="application/inkml+xml"/>
  <Override PartName="/ppt/ink/ink4910.xml" ContentType="application/inkml+xml"/>
  <Override PartName="/ppt/ink/ink4911.xml" ContentType="application/inkml+xml"/>
  <Override PartName="/ppt/ink/ink4912.xml" ContentType="application/inkml+xml"/>
  <Override PartName="/ppt/ink/ink4913.xml" ContentType="application/inkml+xml"/>
  <Override PartName="/ppt/ink/ink4914.xml" ContentType="application/inkml+xml"/>
  <Override PartName="/ppt/ink/ink4915.xml" ContentType="application/inkml+xml"/>
  <Override PartName="/ppt/ink/ink4916.xml" ContentType="application/inkml+xml"/>
  <Override PartName="/ppt/ink/ink4917.xml" ContentType="application/inkml+xml"/>
  <Override PartName="/ppt/ink/ink4918.xml" ContentType="application/inkml+xml"/>
  <Override PartName="/ppt/ink/ink4919.xml" ContentType="application/inkml+xml"/>
  <Override PartName="/ppt/ink/ink4920.xml" ContentType="application/inkml+xml"/>
  <Override PartName="/ppt/ink/ink4921.xml" ContentType="application/inkml+xml"/>
  <Override PartName="/ppt/ink/ink4922.xml" ContentType="application/inkml+xml"/>
  <Override PartName="/ppt/ink/ink4923.xml" ContentType="application/inkml+xml"/>
  <Override PartName="/ppt/ink/ink4924.xml" ContentType="application/inkml+xml"/>
  <Override PartName="/ppt/ink/ink4925.xml" ContentType="application/inkml+xml"/>
  <Override PartName="/ppt/ink/ink4926.xml" ContentType="application/inkml+xml"/>
  <Override PartName="/ppt/ink/ink4927.xml" ContentType="application/inkml+xml"/>
  <Override PartName="/ppt/ink/ink4928.xml" ContentType="application/inkml+xml"/>
  <Override PartName="/ppt/ink/ink4929.xml" ContentType="application/inkml+xml"/>
  <Override PartName="/ppt/ink/ink4930.xml" ContentType="application/inkml+xml"/>
  <Override PartName="/ppt/ink/ink4931.xml" ContentType="application/inkml+xml"/>
  <Override PartName="/ppt/ink/ink4932.xml" ContentType="application/inkml+xml"/>
  <Override PartName="/ppt/ink/ink4933.xml" ContentType="application/inkml+xml"/>
  <Override PartName="/ppt/ink/ink4934.xml" ContentType="application/inkml+xml"/>
  <Override PartName="/ppt/ink/ink4935.xml" ContentType="application/inkml+xml"/>
  <Override PartName="/ppt/ink/ink4936.xml" ContentType="application/inkml+xml"/>
  <Override PartName="/ppt/ink/ink4937.xml" ContentType="application/inkml+xml"/>
  <Override PartName="/ppt/ink/ink4938.xml" ContentType="application/inkml+xml"/>
  <Override PartName="/ppt/ink/ink4939.xml" ContentType="application/inkml+xml"/>
  <Override PartName="/ppt/ink/ink4940.xml" ContentType="application/inkml+xml"/>
  <Override PartName="/ppt/ink/ink4941.xml" ContentType="application/inkml+xml"/>
  <Override PartName="/ppt/ink/ink4942.xml" ContentType="application/inkml+xml"/>
  <Override PartName="/ppt/ink/ink4943.xml" ContentType="application/inkml+xml"/>
  <Override PartName="/ppt/ink/ink4944.xml" ContentType="application/inkml+xml"/>
  <Override PartName="/ppt/ink/ink4945.xml" ContentType="application/inkml+xml"/>
  <Override PartName="/ppt/ink/ink4946.xml" ContentType="application/inkml+xml"/>
  <Override PartName="/ppt/ink/ink4947.xml" ContentType="application/inkml+xml"/>
  <Override PartName="/ppt/ink/ink4948.xml" ContentType="application/inkml+xml"/>
  <Override PartName="/ppt/ink/ink4949.xml" ContentType="application/inkml+xml"/>
  <Override PartName="/ppt/ink/ink4950.xml" ContentType="application/inkml+xml"/>
  <Override PartName="/ppt/ink/ink4951.xml" ContentType="application/inkml+xml"/>
  <Override PartName="/ppt/ink/ink4952.xml" ContentType="application/inkml+xml"/>
  <Override PartName="/ppt/ink/ink4953.xml" ContentType="application/inkml+xml"/>
  <Override PartName="/ppt/ink/ink4954.xml" ContentType="application/inkml+xml"/>
  <Override PartName="/ppt/ink/ink4955.xml" ContentType="application/inkml+xml"/>
  <Override PartName="/ppt/ink/ink4956.xml" ContentType="application/inkml+xml"/>
  <Override PartName="/ppt/ink/ink4957.xml" ContentType="application/inkml+xml"/>
  <Override PartName="/ppt/ink/ink4958.xml" ContentType="application/inkml+xml"/>
  <Override PartName="/ppt/ink/ink4959.xml" ContentType="application/inkml+xml"/>
  <Override PartName="/ppt/ink/ink4960.xml" ContentType="application/inkml+xml"/>
  <Override PartName="/ppt/ink/ink4961.xml" ContentType="application/inkml+xml"/>
  <Override PartName="/ppt/ink/ink4962.xml" ContentType="application/inkml+xml"/>
  <Override PartName="/ppt/ink/ink4963.xml" ContentType="application/inkml+xml"/>
  <Override PartName="/ppt/ink/ink4964.xml" ContentType="application/inkml+xml"/>
  <Override PartName="/ppt/ink/ink4965.xml" ContentType="application/inkml+xml"/>
  <Override PartName="/ppt/ink/ink4966.xml" ContentType="application/inkml+xml"/>
  <Override PartName="/ppt/ink/ink4967.xml" ContentType="application/inkml+xml"/>
  <Override PartName="/ppt/ink/ink4968.xml" ContentType="application/inkml+xml"/>
  <Override PartName="/ppt/ink/ink4969.xml" ContentType="application/inkml+xml"/>
  <Override PartName="/ppt/ink/ink4970.xml" ContentType="application/inkml+xml"/>
  <Override PartName="/ppt/ink/ink4971.xml" ContentType="application/inkml+xml"/>
  <Override PartName="/ppt/ink/ink4972.xml" ContentType="application/inkml+xml"/>
  <Override PartName="/ppt/ink/ink4973.xml" ContentType="application/inkml+xml"/>
  <Override PartName="/ppt/ink/ink4974.xml" ContentType="application/inkml+xml"/>
  <Override PartName="/ppt/ink/ink4975.xml" ContentType="application/inkml+xml"/>
  <Override PartName="/ppt/ink/ink4976.xml" ContentType="application/inkml+xml"/>
  <Override PartName="/ppt/ink/ink4977.xml" ContentType="application/inkml+xml"/>
  <Override PartName="/ppt/ink/ink4978.xml" ContentType="application/inkml+xml"/>
  <Override PartName="/ppt/ink/ink4979.xml" ContentType="application/inkml+xml"/>
  <Override PartName="/ppt/ink/ink4980.xml" ContentType="application/inkml+xml"/>
  <Override PartName="/ppt/ink/ink4981.xml" ContentType="application/inkml+xml"/>
  <Override PartName="/ppt/ink/ink4982.xml" ContentType="application/inkml+xml"/>
  <Override PartName="/ppt/ink/ink4983.xml" ContentType="application/inkml+xml"/>
  <Override PartName="/ppt/ink/ink4984.xml" ContentType="application/inkml+xml"/>
  <Override PartName="/ppt/ink/ink4985.xml" ContentType="application/inkml+xml"/>
  <Override PartName="/ppt/ink/ink4986.xml" ContentType="application/inkml+xml"/>
  <Override PartName="/ppt/ink/ink4987.xml" ContentType="application/inkml+xml"/>
  <Override PartName="/ppt/ink/ink4988.xml" ContentType="application/inkml+xml"/>
  <Override PartName="/ppt/ink/ink4989.xml" ContentType="application/inkml+xml"/>
  <Override PartName="/ppt/ink/ink4990.xml" ContentType="application/inkml+xml"/>
  <Override PartName="/ppt/ink/ink4991.xml" ContentType="application/inkml+xml"/>
  <Override PartName="/ppt/ink/ink4992.xml" ContentType="application/inkml+xml"/>
  <Override PartName="/ppt/ink/ink4993.xml" ContentType="application/inkml+xml"/>
  <Override PartName="/ppt/ink/ink4994.xml" ContentType="application/inkml+xml"/>
  <Override PartName="/ppt/ink/ink4995.xml" ContentType="application/inkml+xml"/>
  <Override PartName="/ppt/ink/ink4996.xml" ContentType="application/inkml+xml"/>
  <Override PartName="/ppt/ink/ink4997.xml" ContentType="application/inkml+xml"/>
  <Override PartName="/ppt/ink/ink4998.xml" ContentType="application/inkml+xml"/>
  <Override PartName="/ppt/ink/ink4999.xml" ContentType="application/inkml+xml"/>
  <Override PartName="/ppt/ink/ink5000.xml" ContentType="application/inkml+xml"/>
  <Override PartName="/ppt/ink/ink5001.xml" ContentType="application/inkml+xml"/>
  <Override PartName="/ppt/ink/ink5002.xml" ContentType="application/inkml+xml"/>
  <Override PartName="/ppt/ink/ink5003.xml" ContentType="application/inkml+xml"/>
  <Override PartName="/ppt/ink/ink5004.xml" ContentType="application/inkml+xml"/>
  <Override PartName="/ppt/ink/ink5005.xml" ContentType="application/inkml+xml"/>
  <Override PartName="/ppt/ink/ink5006.xml" ContentType="application/inkml+xml"/>
  <Override PartName="/ppt/ink/ink5007.xml" ContentType="application/inkml+xml"/>
  <Override PartName="/ppt/ink/ink5008.xml" ContentType="application/inkml+xml"/>
  <Override PartName="/ppt/ink/ink5009.xml" ContentType="application/inkml+xml"/>
  <Override PartName="/ppt/ink/ink5010.xml" ContentType="application/inkml+xml"/>
  <Override PartName="/ppt/ink/ink5011.xml" ContentType="application/inkml+xml"/>
  <Override PartName="/ppt/ink/ink5012.xml" ContentType="application/inkml+xml"/>
  <Override PartName="/ppt/ink/ink5013.xml" ContentType="application/inkml+xml"/>
  <Override PartName="/ppt/ink/ink5014.xml" ContentType="application/inkml+xml"/>
  <Override PartName="/ppt/ink/ink5015.xml" ContentType="application/inkml+xml"/>
  <Override PartName="/ppt/ink/ink5016.xml" ContentType="application/inkml+xml"/>
  <Override PartName="/ppt/ink/ink5017.xml" ContentType="application/inkml+xml"/>
  <Override PartName="/ppt/ink/ink5018.xml" ContentType="application/inkml+xml"/>
  <Override PartName="/ppt/ink/ink5019.xml" ContentType="application/inkml+xml"/>
  <Override PartName="/ppt/ink/ink5020.xml" ContentType="application/inkml+xml"/>
  <Override PartName="/ppt/ink/ink5021.xml" ContentType="application/inkml+xml"/>
  <Override PartName="/ppt/ink/ink5022.xml" ContentType="application/inkml+xml"/>
  <Override PartName="/ppt/ink/ink5023.xml" ContentType="application/inkml+xml"/>
  <Override PartName="/ppt/ink/ink5024.xml" ContentType="application/inkml+xml"/>
  <Override PartName="/ppt/ink/ink5025.xml" ContentType="application/inkml+xml"/>
  <Override PartName="/ppt/ink/ink5026.xml" ContentType="application/inkml+xml"/>
  <Override PartName="/ppt/ink/ink5027.xml" ContentType="application/inkml+xml"/>
  <Override PartName="/ppt/ink/ink5028.xml" ContentType="application/inkml+xml"/>
  <Override PartName="/ppt/ink/ink5029.xml" ContentType="application/inkml+xml"/>
  <Override PartName="/ppt/ink/ink5030.xml" ContentType="application/inkml+xml"/>
  <Override PartName="/ppt/ink/ink5031.xml" ContentType="application/inkml+xml"/>
  <Override PartName="/ppt/ink/ink5032.xml" ContentType="application/inkml+xml"/>
  <Override PartName="/ppt/ink/ink5033.xml" ContentType="application/inkml+xml"/>
  <Override PartName="/ppt/ink/ink5034.xml" ContentType="application/inkml+xml"/>
  <Override PartName="/ppt/ink/ink5035.xml" ContentType="application/inkml+xml"/>
  <Override PartName="/ppt/ink/ink5036.xml" ContentType="application/inkml+xml"/>
  <Override PartName="/ppt/ink/ink5037.xml" ContentType="application/inkml+xml"/>
  <Override PartName="/ppt/ink/ink5038.xml" ContentType="application/inkml+xml"/>
  <Override PartName="/ppt/ink/ink5039.xml" ContentType="application/inkml+xml"/>
  <Override PartName="/ppt/ink/ink5040.xml" ContentType="application/inkml+xml"/>
  <Override PartName="/ppt/ink/ink5041.xml" ContentType="application/inkml+xml"/>
  <Override PartName="/ppt/ink/ink5042.xml" ContentType="application/inkml+xml"/>
  <Override PartName="/ppt/ink/ink5043.xml" ContentType="application/inkml+xml"/>
  <Override PartName="/ppt/ink/ink5044.xml" ContentType="application/inkml+xml"/>
  <Override PartName="/ppt/ink/ink5045.xml" ContentType="application/inkml+xml"/>
  <Override PartName="/ppt/ink/ink5046.xml" ContentType="application/inkml+xml"/>
  <Override PartName="/ppt/ink/ink5047.xml" ContentType="application/inkml+xml"/>
  <Override PartName="/ppt/ink/ink5048.xml" ContentType="application/inkml+xml"/>
  <Override PartName="/ppt/ink/ink5049.xml" ContentType="application/inkml+xml"/>
  <Override PartName="/ppt/ink/ink5050.xml" ContentType="application/inkml+xml"/>
  <Override PartName="/ppt/ink/ink5051.xml" ContentType="application/inkml+xml"/>
  <Override PartName="/ppt/ink/ink5052.xml" ContentType="application/inkml+xml"/>
  <Override PartName="/ppt/ink/ink5053.xml" ContentType="application/inkml+xml"/>
  <Override PartName="/ppt/ink/ink5054.xml" ContentType="application/inkml+xml"/>
  <Override PartName="/ppt/ink/ink5055.xml" ContentType="application/inkml+xml"/>
  <Override PartName="/ppt/ink/ink5056.xml" ContentType="application/inkml+xml"/>
  <Override PartName="/ppt/ink/ink5057.xml" ContentType="application/inkml+xml"/>
  <Override PartName="/ppt/ink/ink5058.xml" ContentType="application/inkml+xml"/>
  <Override PartName="/ppt/ink/ink5059.xml" ContentType="application/inkml+xml"/>
  <Override PartName="/ppt/ink/ink5060.xml" ContentType="application/inkml+xml"/>
  <Override PartName="/ppt/ink/ink5061.xml" ContentType="application/inkml+xml"/>
  <Override PartName="/ppt/ink/ink5062.xml" ContentType="application/inkml+xml"/>
  <Override PartName="/ppt/ink/ink5063.xml" ContentType="application/inkml+xml"/>
  <Override PartName="/ppt/ink/ink5064.xml" ContentType="application/inkml+xml"/>
  <Override PartName="/ppt/ink/ink5065.xml" ContentType="application/inkml+xml"/>
  <Override PartName="/ppt/ink/ink5066.xml" ContentType="application/inkml+xml"/>
  <Override PartName="/ppt/ink/ink5067.xml" ContentType="application/inkml+xml"/>
  <Override PartName="/ppt/ink/ink5068.xml" ContentType="application/inkml+xml"/>
  <Override PartName="/ppt/ink/ink5069.xml" ContentType="application/inkml+xml"/>
  <Override PartName="/ppt/ink/ink5070.xml" ContentType="application/inkml+xml"/>
  <Override PartName="/ppt/ink/ink5071.xml" ContentType="application/inkml+xml"/>
  <Override PartName="/ppt/ink/ink5072.xml" ContentType="application/inkml+xml"/>
  <Override PartName="/ppt/ink/ink5073.xml" ContentType="application/inkml+xml"/>
  <Override PartName="/ppt/ink/ink5074.xml" ContentType="application/inkml+xml"/>
  <Override PartName="/ppt/ink/ink5075.xml" ContentType="application/inkml+xml"/>
  <Override PartName="/ppt/ink/ink5076.xml" ContentType="application/inkml+xml"/>
  <Override PartName="/ppt/ink/ink5077.xml" ContentType="application/inkml+xml"/>
  <Override PartName="/ppt/ink/ink5078.xml" ContentType="application/inkml+xml"/>
  <Override PartName="/ppt/ink/ink5079.xml" ContentType="application/inkml+xml"/>
  <Override PartName="/ppt/ink/ink5080.xml" ContentType="application/inkml+xml"/>
  <Override PartName="/ppt/ink/ink5081.xml" ContentType="application/inkml+xml"/>
  <Override PartName="/ppt/ink/ink5082.xml" ContentType="application/inkml+xml"/>
  <Override PartName="/ppt/ink/ink5083.xml" ContentType="application/inkml+xml"/>
  <Override PartName="/ppt/ink/ink5084.xml" ContentType="application/inkml+xml"/>
  <Override PartName="/ppt/ink/ink5085.xml" ContentType="application/inkml+xml"/>
  <Override PartName="/ppt/ink/ink5086.xml" ContentType="application/inkml+xml"/>
  <Override PartName="/ppt/ink/ink5087.xml" ContentType="application/inkml+xml"/>
  <Override PartName="/ppt/ink/ink5088.xml" ContentType="application/inkml+xml"/>
  <Override PartName="/ppt/ink/ink5089.xml" ContentType="application/inkml+xml"/>
  <Override PartName="/ppt/ink/ink5090.xml" ContentType="application/inkml+xml"/>
  <Override PartName="/ppt/ink/ink5091.xml" ContentType="application/inkml+xml"/>
  <Override PartName="/ppt/ink/ink5092.xml" ContentType="application/inkml+xml"/>
  <Override PartName="/ppt/ink/ink5093.xml" ContentType="application/inkml+xml"/>
  <Override PartName="/ppt/ink/ink5094.xml" ContentType="application/inkml+xml"/>
  <Override PartName="/ppt/ink/ink5095.xml" ContentType="application/inkml+xml"/>
  <Override PartName="/ppt/ink/ink5096.xml" ContentType="application/inkml+xml"/>
  <Override PartName="/ppt/ink/ink5097.xml" ContentType="application/inkml+xml"/>
  <Override PartName="/ppt/ink/ink5098.xml" ContentType="application/inkml+xml"/>
  <Override PartName="/ppt/ink/ink5099.xml" ContentType="application/inkml+xml"/>
  <Override PartName="/ppt/ink/ink5100.xml" ContentType="application/inkml+xml"/>
  <Override PartName="/ppt/ink/ink5101.xml" ContentType="application/inkml+xml"/>
  <Override PartName="/ppt/ink/ink5102.xml" ContentType="application/inkml+xml"/>
  <Override PartName="/ppt/ink/ink5103.xml" ContentType="application/inkml+xml"/>
  <Override PartName="/ppt/ink/ink5104.xml" ContentType="application/inkml+xml"/>
  <Override PartName="/ppt/ink/ink5105.xml" ContentType="application/inkml+xml"/>
  <Override PartName="/ppt/ink/ink5106.xml" ContentType="application/inkml+xml"/>
  <Override PartName="/ppt/ink/ink5107.xml" ContentType="application/inkml+xml"/>
  <Override PartName="/ppt/ink/ink5108.xml" ContentType="application/inkml+xml"/>
  <Override PartName="/ppt/ink/ink5109.xml" ContentType="application/inkml+xml"/>
  <Override PartName="/ppt/ink/ink5110.xml" ContentType="application/inkml+xml"/>
  <Override PartName="/ppt/ink/ink5111.xml" ContentType="application/inkml+xml"/>
  <Override PartName="/ppt/ink/ink5112.xml" ContentType="application/inkml+xml"/>
  <Override PartName="/ppt/ink/ink5113.xml" ContentType="application/inkml+xml"/>
  <Override PartName="/ppt/ink/ink5114.xml" ContentType="application/inkml+xml"/>
  <Override PartName="/ppt/ink/ink5115.xml" ContentType="application/inkml+xml"/>
  <Override PartName="/ppt/ink/ink5116.xml" ContentType="application/inkml+xml"/>
  <Override PartName="/ppt/ink/ink5117.xml" ContentType="application/inkml+xml"/>
  <Override PartName="/ppt/ink/ink5118.xml" ContentType="application/inkml+xml"/>
  <Override PartName="/ppt/ink/ink5119.xml" ContentType="application/inkml+xml"/>
  <Override PartName="/ppt/ink/ink5120.xml" ContentType="application/inkml+xml"/>
  <Override PartName="/ppt/ink/ink5121.xml" ContentType="application/inkml+xml"/>
  <Override PartName="/ppt/ink/ink5122.xml" ContentType="application/inkml+xml"/>
  <Override PartName="/ppt/ink/ink5123.xml" ContentType="application/inkml+xml"/>
  <Override PartName="/ppt/ink/ink5124.xml" ContentType="application/inkml+xml"/>
  <Override PartName="/ppt/ink/ink5125.xml" ContentType="application/inkml+xml"/>
  <Override PartName="/ppt/ink/ink5126.xml" ContentType="application/inkml+xml"/>
  <Override PartName="/ppt/ink/ink5127.xml" ContentType="application/inkml+xml"/>
  <Override PartName="/ppt/ink/ink5128.xml" ContentType="application/inkml+xml"/>
  <Override PartName="/ppt/ink/ink5129.xml" ContentType="application/inkml+xml"/>
  <Override PartName="/ppt/ink/ink5130.xml" ContentType="application/inkml+xml"/>
  <Override PartName="/ppt/ink/ink5131.xml" ContentType="application/inkml+xml"/>
  <Override PartName="/ppt/ink/ink5132.xml" ContentType="application/inkml+xml"/>
  <Override PartName="/ppt/ink/ink5133.xml" ContentType="application/inkml+xml"/>
  <Override PartName="/ppt/ink/ink5134.xml" ContentType="application/inkml+xml"/>
  <Override PartName="/ppt/ink/ink5135.xml" ContentType="application/inkml+xml"/>
  <Override PartName="/ppt/ink/ink5136.xml" ContentType="application/inkml+xml"/>
  <Override PartName="/ppt/ink/ink5137.xml" ContentType="application/inkml+xml"/>
  <Override PartName="/ppt/ink/ink5138.xml" ContentType="application/inkml+xml"/>
  <Override PartName="/ppt/ink/ink5139.xml" ContentType="application/inkml+xml"/>
  <Override PartName="/ppt/ink/ink5140.xml" ContentType="application/inkml+xml"/>
  <Override PartName="/ppt/ink/ink5141.xml" ContentType="application/inkml+xml"/>
  <Override PartName="/ppt/ink/ink5142.xml" ContentType="application/inkml+xml"/>
  <Override PartName="/ppt/ink/ink5143.xml" ContentType="application/inkml+xml"/>
  <Override PartName="/ppt/ink/ink5144.xml" ContentType="application/inkml+xml"/>
  <Override PartName="/ppt/ink/ink5145.xml" ContentType="application/inkml+xml"/>
  <Override PartName="/ppt/ink/ink5146.xml" ContentType="application/inkml+xml"/>
  <Override PartName="/ppt/ink/ink5147.xml" ContentType="application/inkml+xml"/>
  <Override PartName="/ppt/ink/ink5148.xml" ContentType="application/inkml+xml"/>
  <Override PartName="/ppt/ink/ink5149.xml" ContentType="application/inkml+xml"/>
  <Override PartName="/ppt/ink/ink5150.xml" ContentType="application/inkml+xml"/>
  <Override PartName="/ppt/ink/ink5151.xml" ContentType="application/inkml+xml"/>
  <Override PartName="/ppt/ink/ink5152.xml" ContentType="application/inkml+xml"/>
  <Override PartName="/ppt/ink/ink5153.xml" ContentType="application/inkml+xml"/>
  <Override PartName="/ppt/ink/ink5154.xml" ContentType="application/inkml+xml"/>
  <Override PartName="/ppt/ink/ink5155.xml" ContentType="application/inkml+xml"/>
  <Override PartName="/ppt/ink/ink5156.xml" ContentType="application/inkml+xml"/>
  <Override PartName="/ppt/ink/ink5157.xml" ContentType="application/inkml+xml"/>
  <Override PartName="/ppt/ink/ink5158.xml" ContentType="application/inkml+xml"/>
  <Override PartName="/ppt/ink/ink5159.xml" ContentType="application/inkml+xml"/>
  <Override PartName="/ppt/ink/ink5160.xml" ContentType="application/inkml+xml"/>
  <Override PartName="/ppt/ink/ink5161.xml" ContentType="application/inkml+xml"/>
  <Override PartName="/ppt/ink/ink5162.xml" ContentType="application/inkml+xml"/>
  <Override PartName="/ppt/ink/ink5163.xml" ContentType="application/inkml+xml"/>
  <Override PartName="/ppt/ink/ink5164.xml" ContentType="application/inkml+xml"/>
  <Override PartName="/ppt/ink/ink5165.xml" ContentType="application/inkml+xml"/>
  <Override PartName="/ppt/ink/ink5166.xml" ContentType="application/inkml+xml"/>
  <Override PartName="/ppt/ink/ink5167.xml" ContentType="application/inkml+xml"/>
  <Override PartName="/ppt/ink/ink5168.xml" ContentType="application/inkml+xml"/>
  <Override PartName="/ppt/ink/ink5169.xml" ContentType="application/inkml+xml"/>
  <Override PartName="/ppt/ink/ink5170.xml" ContentType="application/inkml+xml"/>
  <Override PartName="/ppt/ink/ink5171.xml" ContentType="application/inkml+xml"/>
  <Override PartName="/ppt/ink/ink5172.xml" ContentType="application/inkml+xml"/>
  <Override PartName="/ppt/ink/ink5173.xml" ContentType="application/inkml+xml"/>
  <Override PartName="/ppt/ink/ink5174.xml" ContentType="application/inkml+xml"/>
  <Override PartName="/ppt/ink/ink5175.xml" ContentType="application/inkml+xml"/>
  <Override PartName="/ppt/ink/ink5176.xml" ContentType="application/inkml+xml"/>
  <Override PartName="/ppt/ink/ink5177.xml" ContentType="application/inkml+xml"/>
  <Override PartName="/ppt/ink/ink5178.xml" ContentType="application/inkml+xml"/>
  <Override PartName="/ppt/ink/ink5179.xml" ContentType="application/inkml+xml"/>
  <Override PartName="/ppt/ink/ink5180.xml" ContentType="application/inkml+xml"/>
  <Override PartName="/ppt/ink/ink5181.xml" ContentType="application/inkml+xml"/>
  <Override PartName="/ppt/ink/ink5182.xml" ContentType="application/inkml+xml"/>
  <Override PartName="/ppt/ink/ink5183.xml" ContentType="application/inkml+xml"/>
  <Override PartName="/ppt/ink/ink5184.xml" ContentType="application/inkml+xml"/>
  <Override PartName="/ppt/ink/ink5185.xml" ContentType="application/inkml+xml"/>
  <Override PartName="/ppt/ink/ink5186.xml" ContentType="application/inkml+xml"/>
  <Override PartName="/ppt/ink/ink5187.xml" ContentType="application/inkml+xml"/>
  <Override PartName="/ppt/ink/ink5188.xml" ContentType="application/inkml+xml"/>
  <Override PartName="/ppt/ink/ink5189.xml" ContentType="application/inkml+xml"/>
  <Override PartName="/ppt/ink/ink5190.xml" ContentType="application/inkml+xml"/>
  <Override PartName="/ppt/ink/ink5191.xml" ContentType="application/inkml+xml"/>
  <Override PartName="/ppt/ink/ink5192.xml" ContentType="application/inkml+xml"/>
  <Override PartName="/ppt/ink/ink5193.xml" ContentType="application/inkml+xml"/>
  <Override PartName="/ppt/ink/ink5194.xml" ContentType="application/inkml+xml"/>
  <Override PartName="/ppt/ink/ink5195.xml" ContentType="application/inkml+xml"/>
  <Override PartName="/ppt/ink/ink5196.xml" ContentType="application/inkml+xml"/>
  <Override PartName="/ppt/ink/ink5197.xml" ContentType="application/inkml+xml"/>
  <Override PartName="/ppt/ink/ink5198.xml" ContentType="application/inkml+xml"/>
  <Override PartName="/ppt/ink/ink5199.xml" ContentType="application/inkml+xml"/>
  <Override PartName="/ppt/ink/ink5200.xml" ContentType="application/inkml+xml"/>
  <Override PartName="/ppt/ink/ink5201.xml" ContentType="application/inkml+xml"/>
  <Override PartName="/ppt/ink/ink5202.xml" ContentType="application/inkml+xml"/>
  <Override PartName="/ppt/ink/ink5203.xml" ContentType="application/inkml+xml"/>
  <Override PartName="/ppt/ink/ink5204.xml" ContentType="application/inkml+xml"/>
  <Override PartName="/ppt/ink/ink5205.xml" ContentType="application/inkml+xml"/>
  <Override PartName="/ppt/ink/ink5206.xml" ContentType="application/inkml+xml"/>
  <Override PartName="/ppt/ink/ink5207.xml" ContentType="application/inkml+xml"/>
  <Override PartName="/ppt/ink/ink5208.xml" ContentType="application/inkml+xml"/>
  <Override PartName="/ppt/ink/ink5209.xml" ContentType="application/inkml+xml"/>
  <Override PartName="/ppt/ink/ink5210.xml" ContentType="application/inkml+xml"/>
  <Override PartName="/ppt/ink/ink5211.xml" ContentType="application/inkml+xml"/>
  <Override PartName="/ppt/ink/ink5212.xml" ContentType="application/inkml+xml"/>
  <Override PartName="/ppt/ink/ink5213.xml" ContentType="application/inkml+xml"/>
  <Override PartName="/ppt/ink/ink5214.xml" ContentType="application/inkml+xml"/>
  <Override PartName="/ppt/ink/ink5215.xml" ContentType="application/inkml+xml"/>
  <Override PartName="/ppt/ink/ink5216.xml" ContentType="application/inkml+xml"/>
  <Override PartName="/ppt/ink/ink5217.xml" ContentType="application/inkml+xml"/>
  <Override PartName="/ppt/ink/ink5218.xml" ContentType="application/inkml+xml"/>
  <Override PartName="/ppt/ink/ink5219.xml" ContentType="application/inkml+xml"/>
  <Override PartName="/ppt/ink/ink5220.xml" ContentType="application/inkml+xml"/>
  <Override PartName="/ppt/ink/ink5221.xml" ContentType="application/inkml+xml"/>
  <Override PartName="/ppt/ink/ink5222.xml" ContentType="application/inkml+xml"/>
  <Override PartName="/ppt/ink/ink5223.xml" ContentType="application/inkml+xml"/>
  <Override PartName="/ppt/ink/ink5224.xml" ContentType="application/inkml+xml"/>
  <Override PartName="/ppt/ink/ink5225.xml" ContentType="application/inkml+xml"/>
  <Override PartName="/ppt/ink/ink5226.xml" ContentType="application/inkml+xml"/>
  <Override PartName="/ppt/ink/ink5227.xml" ContentType="application/inkml+xml"/>
  <Override PartName="/ppt/ink/ink5228.xml" ContentType="application/inkml+xml"/>
  <Override PartName="/ppt/ink/ink5229.xml" ContentType="application/inkml+xml"/>
  <Override PartName="/ppt/ink/ink5230.xml" ContentType="application/inkml+xml"/>
  <Override PartName="/ppt/ink/ink5231.xml" ContentType="application/inkml+xml"/>
  <Override PartName="/ppt/ink/ink5232.xml" ContentType="application/inkml+xml"/>
  <Override PartName="/ppt/ink/ink5233.xml" ContentType="application/inkml+xml"/>
  <Override PartName="/ppt/ink/ink5234.xml" ContentType="application/inkml+xml"/>
  <Override PartName="/ppt/ink/ink5235.xml" ContentType="application/inkml+xml"/>
  <Override PartName="/ppt/ink/ink5236.xml" ContentType="application/inkml+xml"/>
  <Override PartName="/ppt/ink/ink5237.xml" ContentType="application/inkml+xml"/>
  <Override PartName="/ppt/ink/ink5238.xml" ContentType="application/inkml+xml"/>
  <Override PartName="/ppt/ink/ink5239.xml" ContentType="application/inkml+xml"/>
  <Override PartName="/ppt/ink/ink5240.xml" ContentType="application/inkml+xml"/>
  <Override PartName="/ppt/ink/ink5241.xml" ContentType="application/inkml+xml"/>
  <Override PartName="/ppt/ink/ink5242.xml" ContentType="application/inkml+xml"/>
  <Override PartName="/ppt/ink/ink5243.xml" ContentType="application/inkml+xml"/>
  <Override PartName="/ppt/ink/ink5244.xml" ContentType="application/inkml+xml"/>
  <Override PartName="/ppt/ink/ink5245.xml" ContentType="application/inkml+xml"/>
  <Override PartName="/ppt/ink/ink5246.xml" ContentType="application/inkml+xml"/>
  <Override PartName="/ppt/ink/ink5247.xml" ContentType="application/inkml+xml"/>
  <Override PartName="/ppt/ink/ink5248.xml" ContentType="application/inkml+xml"/>
  <Override PartName="/ppt/ink/ink5249.xml" ContentType="application/inkml+xml"/>
  <Override PartName="/ppt/ink/ink5250.xml" ContentType="application/inkml+xml"/>
  <Override PartName="/ppt/ink/ink5251.xml" ContentType="application/inkml+xml"/>
  <Override PartName="/ppt/ink/ink5252.xml" ContentType="application/inkml+xml"/>
  <Override PartName="/ppt/ink/ink5253.xml" ContentType="application/inkml+xml"/>
  <Override PartName="/ppt/ink/ink5254.xml" ContentType="application/inkml+xml"/>
  <Override PartName="/ppt/ink/ink5255.xml" ContentType="application/inkml+xml"/>
  <Override PartName="/ppt/ink/ink5256.xml" ContentType="application/inkml+xml"/>
  <Override PartName="/ppt/ink/ink5257.xml" ContentType="application/inkml+xml"/>
  <Override PartName="/ppt/ink/ink5258.xml" ContentType="application/inkml+xml"/>
  <Override PartName="/ppt/ink/ink5259.xml" ContentType="application/inkml+xml"/>
  <Override PartName="/ppt/ink/ink5260.xml" ContentType="application/inkml+xml"/>
  <Override PartName="/ppt/ink/ink5261.xml" ContentType="application/inkml+xml"/>
  <Override PartName="/ppt/ink/ink5262.xml" ContentType="application/inkml+xml"/>
  <Override PartName="/ppt/ink/ink5263.xml" ContentType="application/inkml+xml"/>
  <Override PartName="/ppt/ink/ink5264.xml" ContentType="application/inkml+xml"/>
  <Override PartName="/ppt/ink/ink5265.xml" ContentType="application/inkml+xml"/>
  <Override PartName="/ppt/ink/ink5266.xml" ContentType="application/inkml+xml"/>
  <Override PartName="/ppt/ink/ink5267.xml" ContentType="application/inkml+xml"/>
  <Override PartName="/ppt/ink/ink5268.xml" ContentType="application/inkml+xml"/>
  <Override PartName="/ppt/ink/ink5269.xml" ContentType="application/inkml+xml"/>
  <Override PartName="/ppt/ink/ink5270.xml" ContentType="application/inkml+xml"/>
  <Override PartName="/ppt/ink/ink5271.xml" ContentType="application/inkml+xml"/>
  <Override PartName="/ppt/ink/ink5272.xml" ContentType="application/inkml+xml"/>
  <Override PartName="/ppt/ink/ink5273.xml" ContentType="application/inkml+xml"/>
  <Override PartName="/ppt/ink/ink5274.xml" ContentType="application/inkml+xml"/>
  <Override PartName="/ppt/ink/ink5275.xml" ContentType="application/inkml+xml"/>
  <Override PartName="/ppt/ink/ink5276.xml" ContentType="application/inkml+xml"/>
  <Override PartName="/ppt/ink/ink5277.xml" ContentType="application/inkml+xml"/>
  <Override PartName="/ppt/ink/ink5278.xml" ContentType="application/inkml+xml"/>
  <Override PartName="/ppt/ink/ink5279.xml" ContentType="application/inkml+xml"/>
  <Override PartName="/ppt/ink/ink5280.xml" ContentType="application/inkml+xml"/>
  <Override PartName="/ppt/ink/ink5281.xml" ContentType="application/inkml+xml"/>
  <Override PartName="/ppt/ink/ink5282.xml" ContentType="application/inkml+xml"/>
  <Override PartName="/ppt/ink/ink5283.xml" ContentType="application/inkml+xml"/>
  <Override PartName="/ppt/ink/ink5284.xml" ContentType="application/inkml+xml"/>
  <Override PartName="/ppt/ink/ink5285.xml" ContentType="application/inkml+xml"/>
  <Override PartName="/ppt/ink/ink5286.xml" ContentType="application/inkml+xml"/>
  <Override PartName="/ppt/ink/ink5287.xml" ContentType="application/inkml+xml"/>
  <Override PartName="/ppt/ink/ink5288.xml" ContentType="application/inkml+xml"/>
  <Override PartName="/ppt/ink/ink5289.xml" ContentType="application/inkml+xml"/>
  <Override PartName="/ppt/ink/ink5290.xml" ContentType="application/inkml+xml"/>
  <Override PartName="/ppt/ink/ink5291.xml" ContentType="application/inkml+xml"/>
  <Override PartName="/ppt/ink/ink5292.xml" ContentType="application/inkml+xml"/>
  <Override PartName="/ppt/ink/ink5293.xml" ContentType="application/inkml+xml"/>
  <Override PartName="/ppt/ink/ink5294.xml" ContentType="application/inkml+xml"/>
  <Override PartName="/ppt/ink/ink5295.xml" ContentType="application/inkml+xml"/>
  <Override PartName="/ppt/ink/ink5296.xml" ContentType="application/inkml+xml"/>
  <Override PartName="/ppt/ink/ink5297.xml" ContentType="application/inkml+xml"/>
  <Override PartName="/ppt/ink/ink5298.xml" ContentType="application/inkml+xml"/>
  <Override PartName="/ppt/ink/ink5299.xml" ContentType="application/inkml+xml"/>
  <Override PartName="/ppt/ink/ink5300.xml" ContentType="application/inkml+xml"/>
  <Override PartName="/ppt/ink/ink5301.xml" ContentType="application/inkml+xml"/>
  <Override PartName="/ppt/ink/ink5302.xml" ContentType="application/inkml+xml"/>
  <Override PartName="/ppt/ink/ink5303.xml" ContentType="application/inkml+xml"/>
  <Override PartName="/ppt/ink/ink5304.xml" ContentType="application/inkml+xml"/>
  <Override PartName="/ppt/ink/ink5305.xml" ContentType="application/inkml+xml"/>
  <Override PartName="/ppt/ink/ink5306.xml" ContentType="application/inkml+xml"/>
  <Override PartName="/ppt/ink/ink5307.xml" ContentType="application/inkml+xml"/>
  <Override PartName="/ppt/ink/ink5308.xml" ContentType="application/inkml+xml"/>
  <Override PartName="/ppt/ink/ink5309.xml" ContentType="application/inkml+xml"/>
  <Override PartName="/ppt/ink/ink5310.xml" ContentType="application/inkml+xml"/>
  <Override PartName="/ppt/ink/ink5311.xml" ContentType="application/inkml+xml"/>
  <Override PartName="/ppt/ink/ink5312.xml" ContentType="application/inkml+xml"/>
  <Override PartName="/ppt/ink/ink5313.xml" ContentType="application/inkml+xml"/>
  <Override PartName="/ppt/ink/ink5314.xml" ContentType="application/inkml+xml"/>
  <Override PartName="/ppt/ink/ink5315.xml" ContentType="application/inkml+xml"/>
  <Override PartName="/ppt/ink/ink5316.xml" ContentType="application/inkml+xml"/>
  <Override PartName="/ppt/ink/ink5317.xml" ContentType="application/inkml+xml"/>
  <Override PartName="/ppt/ink/ink5318.xml" ContentType="application/inkml+xml"/>
  <Override PartName="/ppt/ink/ink5319.xml" ContentType="application/inkml+xml"/>
  <Override PartName="/ppt/ink/ink5320.xml" ContentType="application/inkml+xml"/>
  <Override PartName="/ppt/ink/ink5321.xml" ContentType="application/inkml+xml"/>
  <Override PartName="/ppt/ink/ink5322.xml" ContentType="application/inkml+xml"/>
  <Override PartName="/ppt/ink/ink5323.xml" ContentType="application/inkml+xml"/>
  <Override PartName="/ppt/ink/ink5324.xml" ContentType="application/inkml+xml"/>
  <Override PartName="/ppt/ink/ink5325.xml" ContentType="application/inkml+xml"/>
  <Override PartName="/ppt/ink/ink5326.xml" ContentType="application/inkml+xml"/>
  <Override PartName="/ppt/ink/ink5327.xml" ContentType="application/inkml+xml"/>
  <Override PartName="/ppt/ink/ink5328.xml" ContentType="application/inkml+xml"/>
  <Override PartName="/ppt/ink/ink5329.xml" ContentType="application/inkml+xml"/>
  <Override PartName="/ppt/ink/ink5330.xml" ContentType="application/inkml+xml"/>
  <Override PartName="/ppt/ink/ink5331.xml" ContentType="application/inkml+xml"/>
  <Override PartName="/ppt/ink/ink5332.xml" ContentType="application/inkml+xml"/>
  <Override PartName="/ppt/ink/ink5333.xml" ContentType="application/inkml+xml"/>
  <Override PartName="/ppt/ink/ink5334.xml" ContentType="application/inkml+xml"/>
  <Override PartName="/ppt/ink/ink5335.xml" ContentType="application/inkml+xml"/>
  <Override PartName="/ppt/ink/ink5336.xml" ContentType="application/inkml+xml"/>
  <Override PartName="/ppt/ink/ink5337.xml" ContentType="application/inkml+xml"/>
  <Override PartName="/ppt/ink/ink5338.xml" ContentType="application/inkml+xml"/>
  <Override PartName="/ppt/ink/ink5339.xml" ContentType="application/inkml+xml"/>
  <Override PartName="/ppt/ink/ink5340.xml" ContentType="application/inkml+xml"/>
  <Override PartName="/ppt/ink/ink5341.xml" ContentType="application/inkml+xml"/>
  <Override PartName="/ppt/ink/ink5342.xml" ContentType="application/inkml+xml"/>
  <Override PartName="/ppt/ink/ink5343.xml" ContentType="application/inkml+xml"/>
  <Override PartName="/ppt/ink/ink5344.xml" ContentType="application/inkml+xml"/>
  <Override PartName="/ppt/ink/ink5345.xml" ContentType="application/inkml+xml"/>
  <Override PartName="/ppt/ink/ink5346.xml" ContentType="application/inkml+xml"/>
  <Override PartName="/ppt/ink/ink5347.xml" ContentType="application/inkml+xml"/>
  <Override PartName="/ppt/ink/ink5348.xml" ContentType="application/inkml+xml"/>
  <Override PartName="/ppt/ink/ink5349.xml" ContentType="application/inkml+xml"/>
  <Override PartName="/ppt/ink/ink5350.xml" ContentType="application/inkml+xml"/>
  <Override PartName="/ppt/ink/ink5351.xml" ContentType="application/inkml+xml"/>
  <Override PartName="/ppt/ink/ink5352.xml" ContentType="application/inkml+xml"/>
  <Override PartName="/ppt/ink/ink5353.xml" ContentType="application/inkml+xml"/>
  <Override PartName="/ppt/ink/ink5354.xml" ContentType="application/inkml+xml"/>
  <Override PartName="/ppt/ink/ink5355.xml" ContentType="application/inkml+xml"/>
  <Override PartName="/ppt/ink/ink5356.xml" ContentType="application/inkml+xml"/>
  <Override PartName="/ppt/ink/ink5357.xml" ContentType="application/inkml+xml"/>
  <Override PartName="/ppt/ink/ink5358.xml" ContentType="application/inkml+xml"/>
  <Override PartName="/ppt/ink/ink5359.xml" ContentType="application/inkml+xml"/>
  <Override PartName="/ppt/ink/ink5360.xml" ContentType="application/inkml+xml"/>
  <Override PartName="/ppt/ink/ink5361.xml" ContentType="application/inkml+xml"/>
  <Override PartName="/ppt/ink/ink5362.xml" ContentType="application/inkml+xml"/>
  <Override PartName="/ppt/ink/ink5363.xml" ContentType="application/inkml+xml"/>
  <Override PartName="/ppt/ink/ink5364.xml" ContentType="application/inkml+xml"/>
  <Override PartName="/ppt/ink/ink5365.xml" ContentType="application/inkml+xml"/>
  <Override PartName="/ppt/ink/ink5366.xml" ContentType="application/inkml+xml"/>
  <Override PartName="/ppt/ink/ink5367.xml" ContentType="application/inkml+xml"/>
  <Override PartName="/ppt/ink/ink5368.xml" ContentType="application/inkml+xml"/>
  <Override PartName="/ppt/ink/ink5369.xml" ContentType="application/inkml+xml"/>
  <Override PartName="/ppt/ink/ink5370.xml" ContentType="application/inkml+xml"/>
  <Override PartName="/ppt/ink/ink5371.xml" ContentType="application/inkml+xml"/>
  <Override PartName="/ppt/ink/ink5372.xml" ContentType="application/inkml+xml"/>
  <Override PartName="/ppt/ink/ink5373.xml" ContentType="application/inkml+xml"/>
  <Override PartName="/ppt/ink/ink5374.xml" ContentType="application/inkml+xml"/>
  <Override PartName="/ppt/ink/ink5375.xml" ContentType="application/inkml+xml"/>
  <Override PartName="/ppt/ink/ink5376.xml" ContentType="application/inkml+xml"/>
  <Override PartName="/ppt/ink/ink5377.xml" ContentType="application/inkml+xml"/>
  <Override PartName="/ppt/ink/ink5378.xml" ContentType="application/inkml+xml"/>
  <Override PartName="/ppt/ink/ink5379.xml" ContentType="application/inkml+xml"/>
  <Override PartName="/ppt/ink/ink5380.xml" ContentType="application/inkml+xml"/>
  <Override PartName="/ppt/ink/ink5381.xml" ContentType="application/inkml+xml"/>
  <Override PartName="/ppt/ink/ink5382.xml" ContentType="application/inkml+xml"/>
  <Override PartName="/ppt/ink/ink5383.xml" ContentType="application/inkml+xml"/>
  <Override PartName="/ppt/ink/ink5384.xml" ContentType="application/inkml+xml"/>
  <Override PartName="/ppt/ink/ink5385.xml" ContentType="application/inkml+xml"/>
  <Override PartName="/ppt/ink/ink5386.xml" ContentType="application/inkml+xml"/>
  <Override PartName="/ppt/ink/ink5387.xml" ContentType="application/inkml+xml"/>
  <Override PartName="/ppt/ink/ink5388.xml" ContentType="application/inkml+xml"/>
  <Override PartName="/ppt/ink/ink5389.xml" ContentType="application/inkml+xml"/>
  <Override PartName="/ppt/ink/ink5390.xml" ContentType="application/inkml+xml"/>
  <Override PartName="/ppt/ink/ink5391.xml" ContentType="application/inkml+xml"/>
  <Override PartName="/ppt/ink/ink5392.xml" ContentType="application/inkml+xml"/>
  <Override PartName="/ppt/ink/ink5393.xml" ContentType="application/inkml+xml"/>
  <Override PartName="/ppt/ink/ink5394.xml" ContentType="application/inkml+xml"/>
  <Override PartName="/ppt/ink/ink5395.xml" ContentType="application/inkml+xml"/>
  <Override PartName="/ppt/ink/ink5396.xml" ContentType="application/inkml+xml"/>
  <Override PartName="/ppt/ink/ink5397.xml" ContentType="application/inkml+xml"/>
  <Override PartName="/ppt/ink/ink5398.xml" ContentType="application/inkml+xml"/>
  <Override PartName="/ppt/ink/ink5399.xml" ContentType="application/inkml+xml"/>
  <Override PartName="/ppt/ink/ink5400.xml" ContentType="application/inkml+xml"/>
  <Override PartName="/ppt/ink/ink5401.xml" ContentType="application/inkml+xml"/>
  <Override PartName="/ppt/ink/ink5402.xml" ContentType="application/inkml+xml"/>
  <Override PartName="/ppt/ink/ink5403.xml" ContentType="application/inkml+xml"/>
  <Override PartName="/ppt/ink/ink5404.xml" ContentType="application/inkml+xml"/>
  <Override PartName="/ppt/ink/ink5405.xml" ContentType="application/inkml+xml"/>
  <Override PartName="/ppt/ink/ink5406.xml" ContentType="application/inkml+xml"/>
  <Override PartName="/ppt/ink/ink5407.xml" ContentType="application/inkml+xml"/>
  <Override PartName="/ppt/ink/ink5408.xml" ContentType="application/inkml+xml"/>
  <Override PartName="/ppt/ink/ink5409.xml" ContentType="application/inkml+xml"/>
  <Override PartName="/ppt/ink/ink5410.xml" ContentType="application/inkml+xml"/>
  <Override PartName="/ppt/ink/ink5411.xml" ContentType="application/inkml+xml"/>
  <Override PartName="/ppt/ink/ink5412.xml" ContentType="application/inkml+xml"/>
  <Override PartName="/ppt/ink/ink5413.xml" ContentType="application/inkml+xml"/>
  <Override PartName="/ppt/ink/ink5414.xml" ContentType="application/inkml+xml"/>
  <Override PartName="/ppt/ink/ink5415.xml" ContentType="application/inkml+xml"/>
  <Override PartName="/ppt/ink/ink5416.xml" ContentType="application/inkml+xml"/>
  <Override PartName="/ppt/ink/ink5417.xml" ContentType="application/inkml+xml"/>
  <Override PartName="/ppt/ink/ink5418.xml" ContentType="application/inkml+xml"/>
  <Override PartName="/ppt/ink/ink5419.xml" ContentType="application/inkml+xml"/>
  <Override PartName="/ppt/ink/ink5420.xml" ContentType="application/inkml+xml"/>
  <Override PartName="/ppt/ink/ink5421.xml" ContentType="application/inkml+xml"/>
  <Override PartName="/ppt/ink/ink5422.xml" ContentType="application/inkml+xml"/>
  <Override PartName="/ppt/ink/ink5423.xml" ContentType="application/inkml+xml"/>
  <Override PartName="/ppt/ink/ink5424.xml" ContentType="application/inkml+xml"/>
  <Override PartName="/ppt/ink/ink5425.xml" ContentType="application/inkml+xml"/>
  <Override PartName="/ppt/ink/ink5426.xml" ContentType="application/inkml+xml"/>
  <Override PartName="/ppt/ink/ink5427.xml" ContentType="application/inkml+xml"/>
  <Override PartName="/ppt/ink/ink5428.xml" ContentType="application/inkml+xml"/>
  <Override PartName="/ppt/ink/ink5429.xml" ContentType="application/inkml+xml"/>
  <Override PartName="/ppt/ink/ink5430.xml" ContentType="application/inkml+xml"/>
  <Override PartName="/ppt/ink/ink5431.xml" ContentType="application/inkml+xml"/>
  <Override PartName="/ppt/ink/ink5432.xml" ContentType="application/inkml+xml"/>
  <Override PartName="/ppt/ink/ink5433.xml" ContentType="application/inkml+xml"/>
  <Override PartName="/ppt/ink/ink5434.xml" ContentType="application/inkml+xml"/>
  <Override PartName="/ppt/ink/ink5435.xml" ContentType="application/inkml+xml"/>
  <Override PartName="/ppt/ink/ink5436.xml" ContentType="application/inkml+xml"/>
  <Override PartName="/ppt/ink/ink5437.xml" ContentType="application/inkml+xml"/>
  <Override PartName="/ppt/ink/ink5438.xml" ContentType="application/inkml+xml"/>
  <Override PartName="/ppt/ink/ink5439.xml" ContentType="application/inkml+xml"/>
  <Override PartName="/ppt/ink/ink5440.xml" ContentType="application/inkml+xml"/>
  <Override PartName="/ppt/ink/ink5441.xml" ContentType="application/inkml+xml"/>
  <Override PartName="/ppt/ink/ink5442.xml" ContentType="application/inkml+xml"/>
  <Override PartName="/ppt/ink/ink5443.xml" ContentType="application/inkml+xml"/>
  <Override PartName="/ppt/ink/ink5444.xml" ContentType="application/inkml+xml"/>
  <Override PartName="/ppt/ink/ink5445.xml" ContentType="application/inkml+xml"/>
  <Override PartName="/ppt/ink/ink5446.xml" ContentType="application/inkml+xml"/>
  <Override PartName="/ppt/ink/ink5447.xml" ContentType="application/inkml+xml"/>
  <Override PartName="/ppt/ink/ink5448.xml" ContentType="application/inkml+xml"/>
  <Override PartName="/ppt/ink/ink5449.xml" ContentType="application/inkml+xml"/>
  <Override PartName="/ppt/ink/ink5450.xml" ContentType="application/inkml+xml"/>
  <Override PartName="/ppt/ink/ink5451.xml" ContentType="application/inkml+xml"/>
  <Override PartName="/ppt/ink/ink5452.xml" ContentType="application/inkml+xml"/>
  <Override PartName="/ppt/ink/ink5453.xml" ContentType="application/inkml+xml"/>
  <Override PartName="/ppt/ink/ink5454.xml" ContentType="application/inkml+xml"/>
  <Override PartName="/ppt/ink/ink5455.xml" ContentType="application/inkml+xml"/>
  <Override PartName="/ppt/ink/ink5456.xml" ContentType="application/inkml+xml"/>
  <Override PartName="/ppt/ink/ink5457.xml" ContentType="application/inkml+xml"/>
  <Override PartName="/ppt/ink/ink5458.xml" ContentType="application/inkml+xml"/>
  <Override PartName="/ppt/ink/ink5459.xml" ContentType="application/inkml+xml"/>
  <Override PartName="/ppt/ink/ink5460.xml" ContentType="application/inkml+xml"/>
  <Override PartName="/ppt/ink/ink5461.xml" ContentType="application/inkml+xml"/>
  <Override PartName="/ppt/ink/ink5462.xml" ContentType="application/inkml+xml"/>
  <Override PartName="/ppt/ink/ink5463.xml" ContentType="application/inkml+xml"/>
  <Override PartName="/ppt/ink/ink5464.xml" ContentType="application/inkml+xml"/>
  <Override PartName="/ppt/ink/ink5465.xml" ContentType="application/inkml+xml"/>
  <Override PartName="/ppt/ink/ink5466.xml" ContentType="application/inkml+xml"/>
  <Override PartName="/ppt/ink/ink5467.xml" ContentType="application/inkml+xml"/>
  <Override PartName="/ppt/ink/ink5468.xml" ContentType="application/inkml+xml"/>
  <Override PartName="/ppt/ink/ink5469.xml" ContentType="application/inkml+xml"/>
  <Override PartName="/ppt/ink/ink5470.xml" ContentType="application/inkml+xml"/>
  <Override PartName="/ppt/ink/ink5471.xml" ContentType="application/inkml+xml"/>
  <Override PartName="/ppt/ink/ink5472.xml" ContentType="application/inkml+xml"/>
  <Override PartName="/ppt/ink/ink5473.xml" ContentType="application/inkml+xml"/>
  <Override PartName="/ppt/ink/ink5474.xml" ContentType="application/inkml+xml"/>
  <Override PartName="/ppt/ink/ink5475.xml" ContentType="application/inkml+xml"/>
  <Override PartName="/ppt/ink/ink5476.xml" ContentType="application/inkml+xml"/>
  <Override PartName="/ppt/ink/ink5477.xml" ContentType="application/inkml+xml"/>
  <Override PartName="/ppt/ink/ink5478.xml" ContentType="application/inkml+xml"/>
  <Override PartName="/ppt/ink/ink5479.xml" ContentType="application/inkml+xml"/>
  <Override PartName="/ppt/ink/ink5480.xml" ContentType="application/inkml+xml"/>
  <Override PartName="/ppt/ink/ink5481.xml" ContentType="application/inkml+xml"/>
  <Override PartName="/ppt/ink/ink5482.xml" ContentType="application/inkml+xml"/>
  <Override PartName="/ppt/ink/ink5483.xml" ContentType="application/inkml+xml"/>
  <Override PartName="/ppt/ink/ink5484.xml" ContentType="application/inkml+xml"/>
  <Override PartName="/ppt/ink/ink5485.xml" ContentType="application/inkml+xml"/>
  <Override PartName="/ppt/ink/ink5486.xml" ContentType="application/inkml+xml"/>
  <Override PartName="/ppt/ink/ink5487.xml" ContentType="application/inkml+xml"/>
  <Override PartName="/ppt/ink/ink5488.xml" ContentType="application/inkml+xml"/>
  <Override PartName="/ppt/ink/ink5489.xml" ContentType="application/inkml+xml"/>
  <Override PartName="/ppt/ink/ink5490.xml" ContentType="application/inkml+xml"/>
  <Override PartName="/ppt/ink/ink5491.xml" ContentType="application/inkml+xml"/>
  <Override PartName="/ppt/ink/ink5492.xml" ContentType="application/inkml+xml"/>
  <Override PartName="/ppt/ink/ink5493.xml" ContentType="application/inkml+xml"/>
  <Override PartName="/ppt/ink/ink5494.xml" ContentType="application/inkml+xml"/>
  <Override PartName="/ppt/ink/ink5495.xml" ContentType="application/inkml+xml"/>
  <Override PartName="/ppt/ink/ink5496.xml" ContentType="application/inkml+xml"/>
  <Override PartName="/ppt/ink/ink5497.xml" ContentType="application/inkml+xml"/>
  <Override PartName="/ppt/ink/ink5498.xml" ContentType="application/inkml+xml"/>
  <Override PartName="/ppt/ink/ink5499.xml" ContentType="application/inkml+xml"/>
  <Override PartName="/ppt/ink/ink5500.xml" ContentType="application/inkml+xml"/>
  <Override PartName="/ppt/ink/ink5501.xml" ContentType="application/inkml+xml"/>
  <Override PartName="/ppt/ink/ink5502.xml" ContentType="application/inkml+xml"/>
  <Override PartName="/ppt/ink/ink5503.xml" ContentType="application/inkml+xml"/>
  <Override PartName="/ppt/ink/ink5504.xml" ContentType="application/inkml+xml"/>
  <Override PartName="/ppt/ink/ink5505.xml" ContentType="application/inkml+xml"/>
  <Override PartName="/ppt/ink/ink5506.xml" ContentType="application/inkml+xml"/>
  <Override PartName="/ppt/ink/ink5507.xml" ContentType="application/inkml+xml"/>
  <Override PartName="/ppt/ink/ink5508.xml" ContentType="application/inkml+xml"/>
  <Override PartName="/ppt/ink/ink5509.xml" ContentType="application/inkml+xml"/>
  <Override PartName="/ppt/ink/ink5510.xml" ContentType="application/inkml+xml"/>
  <Override PartName="/ppt/ink/ink5511.xml" ContentType="application/inkml+xml"/>
  <Override PartName="/ppt/ink/ink5512.xml" ContentType="application/inkml+xml"/>
  <Override PartName="/ppt/ink/ink5513.xml" ContentType="application/inkml+xml"/>
  <Override PartName="/ppt/ink/ink5514.xml" ContentType="application/inkml+xml"/>
  <Override PartName="/ppt/ink/ink5515.xml" ContentType="application/inkml+xml"/>
  <Override PartName="/ppt/ink/ink5516.xml" ContentType="application/inkml+xml"/>
  <Override PartName="/ppt/ink/ink5517.xml" ContentType="application/inkml+xml"/>
  <Override PartName="/ppt/ink/ink5518.xml" ContentType="application/inkml+xml"/>
  <Override PartName="/ppt/ink/ink5519.xml" ContentType="application/inkml+xml"/>
  <Override PartName="/ppt/ink/ink5520.xml" ContentType="application/inkml+xml"/>
  <Override PartName="/ppt/ink/ink5521.xml" ContentType="application/inkml+xml"/>
  <Override PartName="/ppt/ink/ink5522.xml" ContentType="application/inkml+xml"/>
  <Override PartName="/ppt/ink/ink5523.xml" ContentType="application/inkml+xml"/>
  <Override PartName="/ppt/ink/ink5524.xml" ContentType="application/inkml+xml"/>
  <Override PartName="/ppt/ink/ink5525.xml" ContentType="application/inkml+xml"/>
  <Override PartName="/ppt/ink/ink5526.xml" ContentType="application/inkml+xml"/>
  <Override PartName="/ppt/ink/ink5527.xml" ContentType="application/inkml+xml"/>
  <Override PartName="/ppt/ink/ink5528.xml" ContentType="application/inkml+xml"/>
  <Override PartName="/ppt/ink/ink5529.xml" ContentType="application/inkml+xml"/>
  <Override PartName="/ppt/ink/ink5530.xml" ContentType="application/inkml+xml"/>
  <Override PartName="/ppt/ink/ink5531.xml" ContentType="application/inkml+xml"/>
  <Override PartName="/ppt/ink/ink5532.xml" ContentType="application/inkml+xml"/>
  <Override PartName="/ppt/ink/ink5533.xml" ContentType="application/inkml+xml"/>
  <Override PartName="/ppt/ink/ink5534.xml" ContentType="application/inkml+xml"/>
  <Override PartName="/ppt/ink/ink5535.xml" ContentType="application/inkml+xml"/>
  <Override PartName="/ppt/ink/ink5536.xml" ContentType="application/inkml+xml"/>
  <Override PartName="/ppt/ink/ink5537.xml" ContentType="application/inkml+xml"/>
  <Override PartName="/ppt/ink/ink5538.xml" ContentType="application/inkml+xml"/>
  <Override PartName="/ppt/ink/ink5539.xml" ContentType="application/inkml+xml"/>
  <Override PartName="/ppt/ink/ink5540.xml" ContentType="application/inkml+xml"/>
  <Override PartName="/ppt/ink/ink5541.xml" ContentType="application/inkml+xml"/>
  <Override PartName="/ppt/ink/ink5542.xml" ContentType="application/inkml+xml"/>
  <Override PartName="/ppt/ink/ink5543.xml" ContentType="application/inkml+xml"/>
  <Override PartName="/ppt/ink/ink5544.xml" ContentType="application/inkml+xml"/>
  <Override PartName="/ppt/ink/ink5545.xml" ContentType="application/inkml+xml"/>
  <Override PartName="/ppt/ink/ink5546.xml" ContentType="application/inkml+xml"/>
  <Override PartName="/ppt/ink/ink5547.xml" ContentType="application/inkml+xml"/>
  <Override PartName="/ppt/ink/ink5548.xml" ContentType="application/inkml+xml"/>
  <Override PartName="/ppt/ink/ink5549.xml" ContentType="application/inkml+xml"/>
  <Override PartName="/ppt/ink/ink5550.xml" ContentType="application/inkml+xml"/>
  <Override PartName="/ppt/ink/ink5551.xml" ContentType="application/inkml+xml"/>
  <Override PartName="/ppt/ink/ink5552.xml" ContentType="application/inkml+xml"/>
  <Override PartName="/ppt/ink/ink5553.xml" ContentType="application/inkml+xml"/>
  <Override PartName="/ppt/ink/ink5554.xml" ContentType="application/inkml+xml"/>
  <Override PartName="/ppt/ink/ink5555.xml" ContentType="application/inkml+xml"/>
  <Override PartName="/ppt/ink/ink5556.xml" ContentType="application/inkml+xml"/>
  <Override PartName="/ppt/ink/ink5557.xml" ContentType="application/inkml+xml"/>
  <Override PartName="/ppt/ink/ink5558.xml" ContentType="application/inkml+xml"/>
  <Override PartName="/ppt/ink/ink5559.xml" ContentType="application/inkml+xml"/>
  <Override PartName="/ppt/ink/ink5560.xml" ContentType="application/inkml+xml"/>
  <Override PartName="/ppt/ink/ink5561.xml" ContentType="application/inkml+xml"/>
  <Override PartName="/ppt/ink/ink5562.xml" ContentType="application/inkml+xml"/>
  <Override PartName="/ppt/ink/ink5563.xml" ContentType="application/inkml+xml"/>
  <Override PartName="/ppt/ink/ink5564.xml" ContentType="application/inkml+xml"/>
  <Override PartName="/ppt/ink/ink5565.xml" ContentType="application/inkml+xml"/>
  <Override PartName="/ppt/ink/ink5566.xml" ContentType="application/inkml+xml"/>
  <Override PartName="/ppt/ink/ink5567.xml" ContentType="application/inkml+xml"/>
  <Override PartName="/ppt/ink/ink5568.xml" ContentType="application/inkml+xml"/>
  <Override PartName="/ppt/ink/ink5569.xml" ContentType="application/inkml+xml"/>
  <Override PartName="/ppt/ink/ink5570.xml" ContentType="application/inkml+xml"/>
  <Override PartName="/ppt/ink/ink5571.xml" ContentType="application/inkml+xml"/>
  <Override PartName="/ppt/ink/ink5572.xml" ContentType="application/inkml+xml"/>
  <Override PartName="/ppt/ink/ink5573.xml" ContentType="application/inkml+xml"/>
  <Override PartName="/ppt/ink/ink5574.xml" ContentType="application/inkml+xml"/>
  <Override PartName="/ppt/ink/ink5575.xml" ContentType="application/inkml+xml"/>
  <Override PartName="/ppt/ink/ink5576.xml" ContentType="application/inkml+xml"/>
  <Override PartName="/ppt/ink/ink5577.xml" ContentType="application/inkml+xml"/>
  <Override PartName="/ppt/ink/ink5578.xml" ContentType="application/inkml+xml"/>
  <Override PartName="/ppt/ink/ink5579.xml" ContentType="application/inkml+xml"/>
  <Override PartName="/ppt/ink/ink5580.xml" ContentType="application/inkml+xml"/>
  <Override PartName="/ppt/ink/ink5581.xml" ContentType="application/inkml+xml"/>
  <Override PartName="/ppt/ink/ink5582.xml" ContentType="application/inkml+xml"/>
  <Override PartName="/ppt/ink/ink5583.xml" ContentType="application/inkml+xml"/>
  <Override PartName="/ppt/ink/ink5584.xml" ContentType="application/inkml+xml"/>
  <Override PartName="/ppt/ink/ink5585.xml" ContentType="application/inkml+xml"/>
  <Override PartName="/ppt/ink/ink5586.xml" ContentType="application/inkml+xml"/>
  <Override PartName="/ppt/ink/ink5587.xml" ContentType="application/inkml+xml"/>
  <Override PartName="/ppt/ink/ink5588.xml" ContentType="application/inkml+xml"/>
  <Override PartName="/ppt/ink/ink5589.xml" ContentType="application/inkml+xml"/>
  <Override PartName="/ppt/ink/ink5590.xml" ContentType="application/inkml+xml"/>
  <Override PartName="/ppt/ink/ink5591.xml" ContentType="application/inkml+xml"/>
  <Override PartName="/ppt/ink/ink5592.xml" ContentType="application/inkml+xml"/>
  <Override PartName="/ppt/ink/ink5593.xml" ContentType="application/inkml+xml"/>
  <Override PartName="/ppt/ink/ink5594.xml" ContentType="application/inkml+xml"/>
  <Override PartName="/ppt/ink/ink5595.xml" ContentType="application/inkml+xml"/>
  <Override PartName="/ppt/ink/ink5596.xml" ContentType="application/inkml+xml"/>
  <Override PartName="/ppt/ink/ink5597.xml" ContentType="application/inkml+xml"/>
  <Override PartName="/ppt/ink/ink5598.xml" ContentType="application/inkml+xml"/>
  <Override PartName="/ppt/ink/ink5599.xml" ContentType="application/inkml+xml"/>
  <Override PartName="/ppt/ink/ink5600.xml" ContentType="application/inkml+xml"/>
  <Override PartName="/ppt/ink/ink5601.xml" ContentType="application/inkml+xml"/>
  <Override PartName="/ppt/ink/ink5602.xml" ContentType="application/inkml+xml"/>
  <Override PartName="/ppt/ink/ink5603.xml" ContentType="application/inkml+xml"/>
  <Override PartName="/ppt/ink/ink5604.xml" ContentType="application/inkml+xml"/>
  <Override PartName="/ppt/ink/ink5605.xml" ContentType="application/inkml+xml"/>
  <Override PartName="/ppt/ink/ink5606.xml" ContentType="application/inkml+xml"/>
  <Override PartName="/ppt/ink/ink5607.xml" ContentType="application/inkml+xml"/>
  <Override PartName="/ppt/ink/ink5608.xml" ContentType="application/inkml+xml"/>
  <Override PartName="/ppt/ink/ink5609.xml" ContentType="application/inkml+xml"/>
  <Override PartName="/ppt/ink/ink5610.xml" ContentType="application/inkml+xml"/>
  <Override PartName="/ppt/ink/ink5611.xml" ContentType="application/inkml+xml"/>
  <Override PartName="/ppt/ink/ink5612.xml" ContentType="application/inkml+xml"/>
  <Override PartName="/ppt/ink/ink5613.xml" ContentType="application/inkml+xml"/>
  <Override PartName="/ppt/ink/ink5614.xml" ContentType="application/inkml+xml"/>
  <Override PartName="/ppt/ink/ink5615.xml" ContentType="application/inkml+xml"/>
  <Override PartName="/ppt/ink/ink5616.xml" ContentType="application/inkml+xml"/>
  <Override PartName="/ppt/ink/ink5617.xml" ContentType="application/inkml+xml"/>
  <Override PartName="/ppt/ink/ink5618.xml" ContentType="application/inkml+xml"/>
  <Override PartName="/ppt/ink/ink5619.xml" ContentType="application/inkml+xml"/>
  <Override PartName="/ppt/ink/ink5620.xml" ContentType="application/inkml+xml"/>
  <Override PartName="/ppt/ink/ink5621.xml" ContentType="application/inkml+xml"/>
  <Override PartName="/ppt/ink/ink5622.xml" ContentType="application/inkml+xml"/>
  <Override PartName="/ppt/ink/ink5623.xml" ContentType="application/inkml+xml"/>
  <Override PartName="/ppt/ink/ink5624.xml" ContentType="application/inkml+xml"/>
  <Override PartName="/ppt/ink/ink5625.xml" ContentType="application/inkml+xml"/>
  <Override PartName="/ppt/ink/ink5626.xml" ContentType="application/inkml+xml"/>
  <Override PartName="/ppt/ink/ink5627.xml" ContentType="application/inkml+xml"/>
  <Override PartName="/ppt/ink/ink5628.xml" ContentType="application/inkml+xml"/>
  <Override PartName="/ppt/ink/ink5629.xml" ContentType="application/inkml+xml"/>
  <Override PartName="/ppt/ink/ink5630.xml" ContentType="application/inkml+xml"/>
  <Override PartName="/ppt/ink/ink5631.xml" ContentType="application/inkml+xml"/>
  <Override PartName="/ppt/ink/ink5632.xml" ContentType="application/inkml+xml"/>
  <Override PartName="/ppt/ink/ink5633.xml" ContentType="application/inkml+xml"/>
  <Override PartName="/ppt/ink/ink5634.xml" ContentType="application/inkml+xml"/>
  <Override PartName="/ppt/ink/ink5635.xml" ContentType="application/inkml+xml"/>
  <Override PartName="/ppt/ink/ink5636.xml" ContentType="application/inkml+xml"/>
  <Override PartName="/ppt/ink/ink5637.xml" ContentType="application/inkml+xml"/>
  <Override PartName="/ppt/ink/ink5638.xml" ContentType="application/inkml+xml"/>
  <Override PartName="/ppt/ink/ink5639.xml" ContentType="application/inkml+xml"/>
  <Override PartName="/ppt/ink/ink5640.xml" ContentType="application/inkml+xml"/>
  <Override PartName="/ppt/ink/ink5641.xml" ContentType="application/inkml+xml"/>
  <Override PartName="/ppt/ink/ink5642.xml" ContentType="application/inkml+xml"/>
  <Override PartName="/ppt/ink/ink5643.xml" ContentType="application/inkml+xml"/>
  <Override PartName="/ppt/ink/ink5644.xml" ContentType="application/inkml+xml"/>
  <Override PartName="/ppt/ink/ink5645.xml" ContentType="application/inkml+xml"/>
  <Override PartName="/ppt/ink/ink5646.xml" ContentType="application/inkml+xml"/>
  <Override PartName="/ppt/ink/ink5647.xml" ContentType="application/inkml+xml"/>
  <Override PartName="/ppt/ink/ink5648.xml" ContentType="application/inkml+xml"/>
  <Override PartName="/ppt/ink/ink5649.xml" ContentType="application/inkml+xml"/>
  <Override PartName="/ppt/ink/ink5650.xml" ContentType="application/inkml+xml"/>
  <Override PartName="/ppt/ink/ink5651.xml" ContentType="application/inkml+xml"/>
  <Override PartName="/ppt/ink/ink5652.xml" ContentType="application/inkml+xml"/>
  <Override PartName="/ppt/ink/ink5653.xml" ContentType="application/inkml+xml"/>
  <Override PartName="/ppt/ink/ink5654.xml" ContentType="application/inkml+xml"/>
  <Override PartName="/ppt/ink/ink5655.xml" ContentType="application/inkml+xml"/>
  <Override PartName="/ppt/ink/ink5656.xml" ContentType="application/inkml+xml"/>
  <Override PartName="/ppt/ink/ink5657.xml" ContentType="application/inkml+xml"/>
  <Override PartName="/ppt/ink/ink5658.xml" ContentType="application/inkml+xml"/>
  <Override PartName="/ppt/ink/ink5659.xml" ContentType="application/inkml+xml"/>
  <Override PartName="/ppt/ink/ink5660.xml" ContentType="application/inkml+xml"/>
  <Override PartName="/ppt/ink/ink5661.xml" ContentType="application/inkml+xml"/>
  <Override PartName="/ppt/ink/ink5662.xml" ContentType="application/inkml+xml"/>
  <Override PartName="/ppt/ink/ink5663.xml" ContentType="application/inkml+xml"/>
  <Override PartName="/ppt/ink/ink5664.xml" ContentType="application/inkml+xml"/>
  <Override PartName="/ppt/ink/ink5665.xml" ContentType="application/inkml+xml"/>
  <Override PartName="/ppt/ink/ink5666.xml" ContentType="application/inkml+xml"/>
  <Override PartName="/ppt/ink/ink5667.xml" ContentType="application/inkml+xml"/>
  <Override PartName="/ppt/ink/ink5668.xml" ContentType="application/inkml+xml"/>
  <Override PartName="/ppt/ink/ink5669.xml" ContentType="application/inkml+xml"/>
  <Override PartName="/ppt/ink/ink5670.xml" ContentType="application/inkml+xml"/>
  <Override PartName="/ppt/ink/ink5671.xml" ContentType="application/inkml+xml"/>
  <Override PartName="/ppt/ink/ink5672.xml" ContentType="application/inkml+xml"/>
  <Override PartName="/ppt/ink/ink5673.xml" ContentType="application/inkml+xml"/>
  <Override PartName="/ppt/ink/ink5674.xml" ContentType="application/inkml+xml"/>
  <Override PartName="/ppt/ink/ink5675.xml" ContentType="application/inkml+xml"/>
  <Override PartName="/ppt/ink/ink5676.xml" ContentType="application/inkml+xml"/>
  <Override PartName="/ppt/ink/ink5677.xml" ContentType="application/inkml+xml"/>
  <Override PartName="/ppt/ink/ink5678.xml" ContentType="application/inkml+xml"/>
  <Override PartName="/ppt/ink/ink5679.xml" ContentType="application/inkml+xml"/>
  <Override PartName="/ppt/ink/ink5680.xml" ContentType="application/inkml+xml"/>
  <Override PartName="/ppt/ink/ink5681.xml" ContentType="application/inkml+xml"/>
  <Override PartName="/ppt/ink/ink5682.xml" ContentType="application/inkml+xml"/>
  <Override PartName="/ppt/ink/ink5683.xml" ContentType="application/inkml+xml"/>
  <Override PartName="/ppt/ink/ink5684.xml" ContentType="application/inkml+xml"/>
  <Override PartName="/ppt/ink/ink5685.xml" ContentType="application/inkml+xml"/>
  <Override PartName="/ppt/ink/ink5686.xml" ContentType="application/inkml+xml"/>
  <Override PartName="/ppt/ink/ink5687.xml" ContentType="application/inkml+xml"/>
  <Override PartName="/ppt/ink/ink5688.xml" ContentType="application/inkml+xml"/>
  <Override PartName="/ppt/ink/ink5689.xml" ContentType="application/inkml+xml"/>
  <Override PartName="/ppt/ink/ink5690.xml" ContentType="application/inkml+xml"/>
  <Override PartName="/ppt/ink/ink5691.xml" ContentType="application/inkml+xml"/>
  <Override PartName="/ppt/ink/ink5692.xml" ContentType="application/inkml+xml"/>
  <Override PartName="/ppt/ink/ink5693.xml" ContentType="application/inkml+xml"/>
  <Override PartName="/ppt/ink/ink5694.xml" ContentType="application/inkml+xml"/>
  <Override PartName="/ppt/ink/ink5695.xml" ContentType="application/inkml+xml"/>
  <Override PartName="/ppt/ink/ink5696.xml" ContentType="application/inkml+xml"/>
  <Override PartName="/ppt/ink/ink5697.xml" ContentType="application/inkml+xml"/>
  <Override PartName="/ppt/ink/ink5698.xml" ContentType="application/inkml+xml"/>
  <Override PartName="/ppt/ink/ink5699.xml" ContentType="application/inkml+xml"/>
  <Override PartName="/ppt/ink/ink5700.xml" ContentType="application/inkml+xml"/>
  <Override PartName="/ppt/ink/ink5701.xml" ContentType="application/inkml+xml"/>
  <Override PartName="/ppt/ink/ink5702.xml" ContentType="application/inkml+xml"/>
  <Override PartName="/ppt/ink/ink5703.xml" ContentType="application/inkml+xml"/>
  <Override PartName="/ppt/ink/ink5704.xml" ContentType="application/inkml+xml"/>
  <Override PartName="/ppt/ink/ink5705.xml" ContentType="application/inkml+xml"/>
  <Override PartName="/ppt/ink/ink5706.xml" ContentType="application/inkml+xml"/>
  <Override PartName="/ppt/ink/ink5707.xml" ContentType="application/inkml+xml"/>
  <Override PartName="/ppt/ink/ink5708.xml" ContentType="application/inkml+xml"/>
  <Override PartName="/ppt/ink/ink5709.xml" ContentType="application/inkml+xml"/>
  <Override PartName="/ppt/ink/ink5710.xml" ContentType="application/inkml+xml"/>
  <Override PartName="/ppt/ink/ink5711.xml" ContentType="application/inkml+xml"/>
  <Override PartName="/ppt/ink/ink5712.xml" ContentType="application/inkml+xml"/>
  <Override PartName="/ppt/ink/ink5713.xml" ContentType="application/inkml+xml"/>
  <Override PartName="/ppt/ink/ink5714.xml" ContentType="application/inkml+xml"/>
  <Override PartName="/ppt/ink/ink5715.xml" ContentType="application/inkml+xml"/>
  <Override PartName="/ppt/ink/ink5716.xml" ContentType="application/inkml+xml"/>
  <Override PartName="/ppt/ink/ink5717.xml" ContentType="application/inkml+xml"/>
  <Override PartName="/ppt/ink/ink5718.xml" ContentType="application/inkml+xml"/>
  <Override PartName="/ppt/ink/ink5719.xml" ContentType="application/inkml+xml"/>
  <Override PartName="/ppt/ink/ink5720.xml" ContentType="application/inkml+xml"/>
  <Override PartName="/ppt/ink/ink5721.xml" ContentType="application/inkml+xml"/>
  <Override PartName="/ppt/ink/ink5722.xml" ContentType="application/inkml+xml"/>
  <Override PartName="/ppt/ink/ink5723.xml" ContentType="application/inkml+xml"/>
  <Override PartName="/ppt/ink/ink5724.xml" ContentType="application/inkml+xml"/>
  <Override PartName="/ppt/ink/ink5725.xml" ContentType="application/inkml+xml"/>
  <Override PartName="/ppt/ink/ink5726.xml" ContentType="application/inkml+xml"/>
  <Override PartName="/ppt/ink/ink5727.xml" ContentType="application/inkml+xml"/>
  <Override PartName="/ppt/ink/ink5728.xml" ContentType="application/inkml+xml"/>
  <Override PartName="/ppt/ink/ink5729.xml" ContentType="application/inkml+xml"/>
  <Override PartName="/ppt/ink/ink5730.xml" ContentType="application/inkml+xml"/>
  <Override PartName="/ppt/ink/ink5731.xml" ContentType="application/inkml+xml"/>
  <Override PartName="/ppt/ink/ink5732.xml" ContentType="application/inkml+xml"/>
  <Override PartName="/ppt/ink/ink5733.xml" ContentType="application/inkml+xml"/>
  <Override PartName="/ppt/ink/ink5734.xml" ContentType="application/inkml+xml"/>
  <Override PartName="/ppt/ink/ink5735.xml" ContentType="application/inkml+xml"/>
  <Override PartName="/ppt/ink/ink5736.xml" ContentType="application/inkml+xml"/>
  <Override PartName="/ppt/ink/ink5737.xml" ContentType="application/inkml+xml"/>
  <Override PartName="/ppt/ink/ink5738.xml" ContentType="application/inkml+xml"/>
  <Override PartName="/ppt/ink/ink5739.xml" ContentType="application/inkml+xml"/>
  <Override PartName="/ppt/ink/ink5740.xml" ContentType="application/inkml+xml"/>
  <Override PartName="/ppt/ink/ink5741.xml" ContentType="application/inkml+xml"/>
  <Override PartName="/ppt/ink/ink5742.xml" ContentType="application/inkml+xml"/>
  <Override PartName="/ppt/ink/ink5743.xml" ContentType="application/inkml+xml"/>
  <Override PartName="/ppt/ink/ink5744.xml" ContentType="application/inkml+xml"/>
  <Override PartName="/ppt/ink/ink5745.xml" ContentType="application/inkml+xml"/>
  <Override PartName="/ppt/ink/ink5746.xml" ContentType="application/inkml+xml"/>
  <Override PartName="/ppt/ink/ink5747.xml" ContentType="application/inkml+xml"/>
  <Override PartName="/ppt/ink/ink5748.xml" ContentType="application/inkml+xml"/>
  <Override PartName="/ppt/ink/ink5749.xml" ContentType="application/inkml+xml"/>
  <Override PartName="/ppt/ink/ink5750.xml" ContentType="application/inkml+xml"/>
  <Override PartName="/ppt/ink/ink5751.xml" ContentType="application/inkml+xml"/>
  <Override PartName="/ppt/ink/ink5752.xml" ContentType="application/inkml+xml"/>
  <Override PartName="/ppt/ink/ink5753.xml" ContentType="application/inkml+xml"/>
  <Override PartName="/ppt/ink/ink5754.xml" ContentType="application/inkml+xml"/>
  <Override PartName="/ppt/ink/ink5755.xml" ContentType="application/inkml+xml"/>
  <Override PartName="/ppt/ink/ink5756.xml" ContentType="application/inkml+xml"/>
  <Override PartName="/ppt/ink/ink5757.xml" ContentType="application/inkml+xml"/>
  <Override PartName="/ppt/ink/ink5758.xml" ContentType="application/inkml+xml"/>
  <Override PartName="/ppt/ink/ink5759.xml" ContentType="application/inkml+xml"/>
  <Override PartName="/ppt/ink/ink5760.xml" ContentType="application/inkml+xml"/>
  <Override PartName="/ppt/ink/ink5761.xml" ContentType="application/inkml+xml"/>
  <Override PartName="/ppt/ink/ink5762.xml" ContentType="application/inkml+xml"/>
  <Override PartName="/ppt/ink/ink5763.xml" ContentType="application/inkml+xml"/>
  <Override PartName="/ppt/ink/ink5764.xml" ContentType="application/inkml+xml"/>
  <Override PartName="/ppt/ink/ink5765.xml" ContentType="application/inkml+xml"/>
  <Override PartName="/ppt/ink/ink5766.xml" ContentType="application/inkml+xml"/>
  <Override PartName="/ppt/ink/ink5767.xml" ContentType="application/inkml+xml"/>
  <Override PartName="/ppt/ink/ink5768.xml" ContentType="application/inkml+xml"/>
  <Override PartName="/ppt/ink/ink5769.xml" ContentType="application/inkml+xml"/>
  <Override PartName="/ppt/ink/ink5770.xml" ContentType="application/inkml+xml"/>
  <Override PartName="/ppt/ink/ink5771.xml" ContentType="application/inkml+xml"/>
  <Override PartName="/ppt/ink/ink5772.xml" ContentType="application/inkml+xml"/>
  <Override PartName="/ppt/ink/ink5773.xml" ContentType="application/inkml+xml"/>
  <Override PartName="/ppt/ink/ink5774.xml" ContentType="application/inkml+xml"/>
  <Override PartName="/ppt/ink/ink5775.xml" ContentType="application/inkml+xml"/>
  <Override PartName="/ppt/ink/ink5776.xml" ContentType="application/inkml+xml"/>
  <Override PartName="/ppt/ink/ink5777.xml" ContentType="application/inkml+xml"/>
  <Override PartName="/ppt/ink/ink5778.xml" ContentType="application/inkml+xml"/>
  <Override PartName="/ppt/ink/ink5779.xml" ContentType="application/inkml+xml"/>
  <Override PartName="/ppt/ink/ink5780.xml" ContentType="application/inkml+xml"/>
  <Override PartName="/ppt/ink/ink5781.xml" ContentType="application/inkml+xml"/>
  <Override PartName="/ppt/ink/ink5782.xml" ContentType="application/inkml+xml"/>
  <Override PartName="/ppt/ink/ink5783.xml" ContentType="application/inkml+xml"/>
  <Override PartName="/ppt/ink/ink5784.xml" ContentType="application/inkml+xml"/>
  <Override PartName="/ppt/ink/ink5785.xml" ContentType="application/inkml+xml"/>
  <Override PartName="/ppt/ink/ink5786.xml" ContentType="application/inkml+xml"/>
  <Override PartName="/ppt/ink/ink5787.xml" ContentType="application/inkml+xml"/>
  <Override PartName="/ppt/ink/ink5788.xml" ContentType="application/inkml+xml"/>
  <Override PartName="/ppt/ink/ink5789.xml" ContentType="application/inkml+xml"/>
  <Override PartName="/ppt/ink/ink5790.xml" ContentType="application/inkml+xml"/>
  <Override PartName="/ppt/ink/ink5791.xml" ContentType="application/inkml+xml"/>
  <Override PartName="/ppt/ink/ink5792.xml" ContentType="application/inkml+xml"/>
  <Override PartName="/ppt/ink/ink5793.xml" ContentType="application/inkml+xml"/>
  <Override PartName="/ppt/ink/ink5794.xml" ContentType="application/inkml+xml"/>
  <Override PartName="/ppt/ink/ink5795.xml" ContentType="application/inkml+xml"/>
  <Override PartName="/ppt/ink/ink5796.xml" ContentType="application/inkml+xml"/>
  <Override PartName="/ppt/ink/ink5797.xml" ContentType="application/inkml+xml"/>
  <Override PartName="/ppt/ink/ink5798.xml" ContentType="application/inkml+xml"/>
  <Override PartName="/ppt/ink/ink5799.xml" ContentType="application/inkml+xml"/>
  <Override PartName="/ppt/ink/ink5800.xml" ContentType="application/inkml+xml"/>
  <Override PartName="/ppt/ink/ink5801.xml" ContentType="application/inkml+xml"/>
  <Override PartName="/ppt/ink/ink5802.xml" ContentType="application/inkml+xml"/>
  <Override PartName="/ppt/ink/ink5803.xml" ContentType="application/inkml+xml"/>
  <Override PartName="/ppt/ink/ink5804.xml" ContentType="application/inkml+xml"/>
  <Override PartName="/ppt/ink/ink5805.xml" ContentType="application/inkml+xml"/>
  <Override PartName="/ppt/ink/ink5806.xml" ContentType="application/inkml+xml"/>
  <Override PartName="/ppt/ink/ink5807.xml" ContentType="application/inkml+xml"/>
  <Override PartName="/ppt/ink/ink5808.xml" ContentType="application/inkml+xml"/>
  <Override PartName="/ppt/ink/ink5809.xml" ContentType="application/inkml+xml"/>
  <Override PartName="/ppt/ink/ink5810.xml" ContentType="application/inkml+xml"/>
  <Override PartName="/ppt/ink/ink5811.xml" ContentType="application/inkml+xml"/>
  <Override PartName="/ppt/ink/ink5812.xml" ContentType="application/inkml+xml"/>
  <Override PartName="/ppt/ink/ink5813.xml" ContentType="application/inkml+xml"/>
  <Override PartName="/ppt/ink/ink5814.xml" ContentType="application/inkml+xml"/>
  <Override PartName="/ppt/ink/ink5815.xml" ContentType="application/inkml+xml"/>
  <Override PartName="/ppt/ink/ink5816.xml" ContentType="application/inkml+xml"/>
  <Override PartName="/ppt/ink/ink5817.xml" ContentType="application/inkml+xml"/>
  <Override PartName="/ppt/ink/ink5818.xml" ContentType="application/inkml+xml"/>
  <Override PartName="/ppt/ink/ink5819.xml" ContentType="application/inkml+xml"/>
  <Override PartName="/ppt/ink/ink5820.xml" ContentType="application/inkml+xml"/>
  <Override PartName="/ppt/ink/ink5821.xml" ContentType="application/inkml+xml"/>
  <Override PartName="/ppt/ink/ink5822.xml" ContentType="application/inkml+xml"/>
  <Override PartName="/ppt/ink/ink5823.xml" ContentType="application/inkml+xml"/>
  <Override PartName="/ppt/ink/ink5824.xml" ContentType="application/inkml+xml"/>
  <Override PartName="/ppt/ink/ink5825.xml" ContentType="application/inkml+xml"/>
  <Override PartName="/ppt/ink/ink5826.xml" ContentType="application/inkml+xml"/>
  <Override PartName="/ppt/ink/ink5827.xml" ContentType="application/inkml+xml"/>
  <Override PartName="/ppt/ink/ink5828.xml" ContentType="application/inkml+xml"/>
  <Override PartName="/ppt/ink/ink5829.xml" ContentType="application/inkml+xml"/>
  <Override PartName="/ppt/ink/ink5830.xml" ContentType="application/inkml+xml"/>
  <Override PartName="/ppt/ink/ink5831.xml" ContentType="application/inkml+xml"/>
  <Override PartName="/ppt/ink/ink5832.xml" ContentType="application/inkml+xml"/>
  <Override PartName="/ppt/ink/ink5833.xml" ContentType="application/inkml+xml"/>
  <Override PartName="/ppt/ink/ink5834.xml" ContentType="application/inkml+xml"/>
  <Override PartName="/ppt/ink/ink5835.xml" ContentType="application/inkml+xml"/>
  <Override PartName="/ppt/ink/ink5836.xml" ContentType="application/inkml+xml"/>
  <Override PartName="/ppt/ink/ink5837.xml" ContentType="application/inkml+xml"/>
  <Override PartName="/ppt/ink/ink5838.xml" ContentType="application/inkml+xml"/>
  <Override PartName="/ppt/ink/ink5839.xml" ContentType="application/inkml+xml"/>
  <Override PartName="/ppt/ink/ink5840.xml" ContentType="application/inkml+xml"/>
  <Override PartName="/ppt/ink/ink5841.xml" ContentType="application/inkml+xml"/>
  <Override PartName="/ppt/ink/ink5842.xml" ContentType="application/inkml+xml"/>
  <Override PartName="/ppt/ink/ink5843.xml" ContentType="application/inkml+xml"/>
  <Override PartName="/ppt/ink/ink5844.xml" ContentType="application/inkml+xml"/>
  <Override PartName="/ppt/ink/ink5845.xml" ContentType="application/inkml+xml"/>
  <Override PartName="/ppt/ink/ink5846.xml" ContentType="application/inkml+xml"/>
  <Override PartName="/ppt/ink/ink5847.xml" ContentType="application/inkml+xml"/>
  <Override PartName="/ppt/ink/ink5848.xml" ContentType="application/inkml+xml"/>
  <Override PartName="/ppt/ink/ink5849.xml" ContentType="application/inkml+xml"/>
  <Override PartName="/ppt/ink/ink5850.xml" ContentType="application/inkml+xml"/>
  <Override PartName="/ppt/ink/ink5851.xml" ContentType="application/inkml+xml"/>
  <Override PartName="/ppt/ink/ink5852.xml" ContentType="application/inkml+xml"/>
  <Override PartName="/ppt/ink/ink5853.xml" ContentType="application/inkml+xml"/>
  <Override PartName="/ppt/ink/ink5854.xml" ContentType="application/inkml+xml"/>
  <Override PartName="/ppt/ink/ink5855.xml" ContentType="application/inkml+xml"/>
  <Override PartName="/ppt/ink/ink5856.xml" ContentType="application/inkml+xml"/>
  <Override PartName="/ppt/ink/ink5857.xml" ContentType="application/inkml+xml"/>
  <Override PartName="/ppt/ink/ink5858.xml" ContentType="application/inkml+xml"/>
  <Override PartName="/ppt/ink/ink5859.xml" ContentType="application/inkml+xml"/>
  <Override PartName="/ppt/ink/ink5860.xml" ContentType="application/inkml+xml"/>
  <Override PartName="/ppt/ink/ink5861.xml" ContentType="application/inkml+xml"/>
  <Override PartName="/ppt/ink/ink5862.xml" ContentType="application/inkml+xml"/>
  <Override PartName="/ppt/ink/ink5863.xml" ContentType="application/inkml+xml"/>
  <Override PartName="/ppt/ink/ink5864.xml" ContentType="application/inkml+xml"/>
  <Override PartName="/ppt/ink/ink5865.xml" ContentType="application/inkml+xml"/>
  <Override PartName="/ppt/ink/ink5866.xml" ContentType="application/inkml+xml"/>
  <Override PartName="/ppt/ink/ink5867.xml" ContentType="application/inkml+xml"/>
  <Override PartName="/ppt/ink/ink5868.xml" ContentType="application/inkml+xml"/>
  <Override PartName="/ppt/ink/ink5869.xml" ContentType="application/inkml+xml"/>
  <Override PartName="/ppt/ink/ink5870.xml" ContentType="application/inkml+xml"/>
  <Override PartName="/ppt/ink/ink5871.xml" ContentType="application/inkml+xml"/>
  <Override PartName="/ppt/ink/ink5872.xml" ContentType="application/inkml+xml"/>
  <Override PartName="/ppt/ink/ink5873.xml" ContentType="application/inkml+xml"/>
  <Override PartName="/ppt/ink/ink5874.xml" ContentType="application/inkml+xml"/>
  <Override PartName="/ppt/ink/ink5875.xml" ContentType="application/inkml+xml"/>
  <Override PartName="/ppt/ink/ink5876.xml" ContentType="application/inkml+xml"/>
  <Override PartName="/ppt/ink/ink5877.xml" ContentType="application/inkml+xml"/>
  <Override PartName="/ppt/ink/ink5878.xml" ContentType="application/inkml+xml"/>
  <Override PartName="/ppt/ink/ink5879.xml" ContentType="application/inkml+xml"/>
  <Override PartName="/ppt/ink/ink5880.xml" ContentType="application/inkml+xml"/>
  <Override PartName="/ppt/ink/ink5881.xml" ContentType="application/inkml+xml"/>
  <Override PartName="/ppt/ink/ink5882.xml" ContentType="application/inkml+xml"/>
  <Override PartName="/ppt/ink/ink5883.xml" ContentType="application/inkml+xml"/>
  <Override PartName="/ppt/ink/ink5884.xml" ContentType="application/inkml+xml"/>
  <Override PartName="/ppt/ink/ink5885.xml" ContentType="application/inkml+xml"/>
  <Override PartName="/ppt/ink/ink5886.xml" ContentType="application/inkml+xml"/>
  <Override PartName="/ppt/ink/ink5887.xml" ContentType="application/inkml+xml"/>
  <Override PartName="/ppt/ink/ink5888.xml" ContentType="application/inkml+xml"/>
  <Override PartName="/ppt/ink/ink5889.xml" ContentType="application/inkml+xml"/>
  <Override PartName="/ppt/ink/ink5890.xml" ContentType="application/inkml+xml"/>
  <Override PartName="/ppt/ink/ink5891.xml" ContentType="application/inkml+xml"/>
  <Override PartName="/ppt/ink/ink5892.xml" ContentType="application/inkml+xml"/>
  <Override PartName="/ppt/ink/ink5893.xml" ContentType="application/inkml+xml"/>
  <Override PartName="/ppt/ink/ink5894.xml" ContentType="application/inkml+xml"/>
  <Override PartName="/ppt/ink/ink5895.xml" ContentType="application/inkml+xml"/>
  <Override PartName="/ppt/ink/ink5896.xml" ContentType="application/inkml+xml"/>
  <Override PartName="/ppt/ink/ink5897.xml" ContentType="application/inkml+xml"/>
  <Override PartName="/ppt/ink/ink5898.xml" ContentType="application/inkml+xml"/>
  <Override PartName="/ppt/ink/ink5899.xml" ContentType="application/inkml+xml"/>
  <Override PartName="/ppt/ink/ink5900.xml" ContentType="application/inkml+xml"/>
  <Override PartName="/ppt/ink/ink5901.xml" ContentType="application/inkml+xml"/>
  <Override PartName="/ppt/ink/ink5902.xml" ContentType="application/inkml+xml"/>
  <Override PartName="/ppt/ink/ink5903.xml" ContentType="application/inkml+xml"/>
  <Override PartName="/ppt/ink/ink5904.xml" ContentType="application/inkml+xml"/>
  <Override PartName="/ppt/ink/ink5905.xml" ContentType="application/inkml+xml"/>
  <Override PartName="/ppt/ink/ink5906.xml" ContentType="application/inkml+xml"/>
  <Override PartName="/ppt/ink/ink5907.xml" ContentType="application/inkml+xml"/>
  <Override PartName="/ppt/ink/ink5908.xml" ContentType="application/inkml+xml"/>
  <Override PartName="/ppt/ink/ink5909.xml" ContentType="application/inkml+xml"/>
  <Override PartName="/ppt/ink/ink5910.xml" ContentType="application/inkml+xml"/>
  <Override PartName="/ppt/ink/ink5911.xml" ContentType="application/inkml+xml"/>
  <Override PartName="/ppt/ink/ink5912.xml" ContentType="application/inkml+xml"/>
  <Override PartName="/ppt/ink/ink5913.xml" ContentType="application/inkml+xml"/>
  <Override PartName="/ppt/ink/ink5914.xml" ContentType="application/inkml+xml"/>
  <Override PartName="/ppt/ink/ink5915.xml" ContentType="application/inkml+xml"/>
  <Override PartName="/ppt/ink/ink5916.xml" ContentType="application/inkml+xml"/>
  <Override PartName="/ppt/ink/ink5917.xml" ContentType="application/inkml+xml"/>
  <Override PartName="/ppt/ink/ink5918.xml" ContentType="application/inkml+xml"/>
  <Override PartName="/ppt/ink/ink5919.xml" ContentType="application/inkml+xml"/>
  <Override PartName="/ppt/ink/ink5920.xml" ContentType="application/inkml+xml"/>
  <Override PartName="/ppt/ink/ink5921.xml" ContentType="application/inkml+xml"/>
  <Override PartName="/ppt/ink/ink5922.xml" ContentType="application/inkml+xml"/>
  <Override PartName="/ppt/ink/ink5923.xml" ContentType="application/inkml+xml"/>
  <Override PartName="/ppt/ink/ink5924.xml" ContentType="application/inkml+xml"/>
  <Override PartName="/ppt/ink/ink5925.xml" ContentType="application/inkml+xml"/>
  <Override PartName="/ppt/ink/ink5926.xml" ContentType="application/inkml+xml"/>
  <Override PartName="/ppt/ink/ink5927.xml" ContentType="application/inkml+xml"/>
  <Override PartName="/ppt/ink/ink5928.xml" ContentType="application/inkml+xml"/>
  <Override PartName="/ppt/ink/ink5929.xml" ContentType="application/inkml+xml"/>
  <Override PartName="/ppt/ink/ink5930.xml" ContentType="application/inkml+xml"/>
  <Override PartName="/ppt/ink/ink5931.xml" ContentType="application/inkml+xml"/>
  <Override PartName="/ppt/ink/ink5932.xml" ContentType="application/inkml+xml"/>
  <Override PartName="/ppt/ink/ink5933.xml" ContentType="application/inkml+xml"/>
  <Override PartName="/ppt/ink/ink5934.xml" ContentType="application/inkml+xml"/>
  <Override PartName="/ppt/ink/ink5935.xml" ContentType="application/inkml+xml"/>
  <Override PartName="/ppt/ink/ink5936.xml" ContentType="application/inkml+xml"/>
  <Override PartName="/ppt/ink/ink5937.xml" ContentType="application/inkml+xml"/>
  <Override PartName="/ppt/ink/ink5938.xml" ContentType="application/inkml+xml"/>
  <Override PartName="/ppt/ink/ink5939.xml" ContentType="application/inkml+xml"/>
  <Override PartName="/ppt/ink/ink5940.xml" ContentType="application/inkml+xml"/>
  <Override PartName="/ppt/ink/ink5941.xml" ContentType="application/inkml+xml"/>
  <Override PartName="/ppt/ink/ink5942.xml" ContentType="application/inkml+xml"/>
  <Override PartName="/ppt/ink/ink5943.xml" ContentType="application/inkml+xml"/>
  <Override PartName="/ppt/ink/ink5944.xml" ContentType="application/inkml+xml"/>
  <Override PartName="/ppt/ink/ink5945.xml" ContentType="application/inkml+xml"/>
  <Override PartName="/ppt/ink/ink5946.xml" ContentType="application/inkml+xml"/>
  <Override PartName="/ppt/ink/ink5947.xml" ContentType="application/inkml+xml"/>
  <Override PartName="/ppt/ink/ink5948.xml" ContentType="application/inkml+xml"/>
  <Override PartName="/ppt/ink/ink5949.xml" ContentType="application/inkml+xml"/>
  <Override PartName="/ppt/ink/ink5950.xml" ContentType="application/inkml+xml"/>
  <Override PartName="/ppt/ink/ink5951.xml" ContentType="application/inkml+xml"/>
  <Override PartName="/ppt/ink/ink5952.xml" ContentType="application/inkml+xml"/>
  <Override PartName="/ppt/ink/ink5953.xml" ContentType="application/inkml+xml"/>
  <Override PartName="/ppt/ink/ink5954.xml" ContentType="application/inkml+xml"/>
  <Override PartName="/ppt/ink/ink5955.xml" ContentType="application/inkml+xml"/>
  <Override PartName="/ppt/ink/ink5956.xml" ContentType="application/inkml+xml"/>
  <Override PartName="/ppt/ink/ink5957.xml" ContentType="application/inkml+xml"/>
  <Override PartName="/ppt/ink/ink5958.xml" ContentType="application/inkml+xml"/>
  <Override PartName="/ppt/ink/ink5959.xml" ContentType="application/inkml+xml"/>
  <Override PartName="/ppt/ink/ink5960.xml" ContentType="application/inkml+xml"/>
  <Override PartName="/ppt/ink/ink5961.xml" ContentType="application/inkml+xml"/>
  <Override PartName="/ppt/ink/ink5962.xml" ContentType="application/inkml+xml"/>
  <Override PartName="/ppt/ink/ink5963.xml" ContentType="application/inkml+xml"/>
  <Override PartName="/ppt/ink/ink5964.xml" ContentType="application/inkml+xml"/>
  <Override PartName="/ppt/ink/ink5965.xml" ContentType="application/inkml+xml"/>
  <Override PartName="/ppt/ink/ink5966.xml" ContentType="application/inkml+xml"/>
  <Override PartName="/ppt/ink/ink5967.xml" ContentType="application/inkml+xml"/>
  <Override PartName="/ppt/ink/ink5968.xml" ContentType="application/inkml+xml"/>
  <Override PartName="/ppt/ink/ink5969.xml" ContentType="application/inkml+xml"/>
  <Override PartName="/ppt/ink/ink5970.xml" ContentType="application/inkml+xml"/>
  <Override PartName="/ppt/ink/ink5971.xml" ContentType="application/inkml+xml"/>
  <Override PartName="/ppt/ink/ink5972.xml" ContentType="application/inkml+xml"/>
  <Override PartName="/ppt/ink/ink5973.xml" ContentType="application/inkml+xml"/>
  <Override PartName="/ppt/ink/ink5974.xml" ContentType="application/inkml+xml"/>
  <Override PartName="/ppt/ink/ink5975.xml" ContentType="application/inkml+xml"/>
  <Override PartName="/ppt/ink/ink5976.xml" ContentType="application/inkml+xml"/>
  <Override PartName="/ppt/ink/ink5977.xml" ContentType="application/inkml+xml"/>
  <Override PartName="/ppt/ink/ink5978.xml" ContentType="application/inkml+xml"/>
  <Override PartName="/ppt/ink/ink5979.xml" ContentType="application/inkml+xml"/>
  <Override PartName="/ppt/ink/ink5980.xml" ContentType="application/inkml+xml"/>
  <Override PartName="/ppt/ink/ink5981.xml" ContentType="application/inkml+xml"/>
  <Override PartName="/ppt/ink/ink5982.xml" ContentType="application/inkml+xml"/>
  <Override PartName="/ppt/ink/ink5983.xml" ContentType="application/inkml+xml"/>
  <Override PartName="/ppt/ink/ink5984.xml" ContentType="application/inkml+xml"/>
  <Override PartName="/ppt/ink/ink5985.xml" ContentType="application/inkml+xml"/>
  <Override PartName="/ppt/ink/ink5986.xml" ContentType="application/inkml+xml"/>
  <Override PartName="/ppt/ink/ink5987.xml" ContentType="application/inkml+xml"/>
  <Override PartName="/ppt/ink/ink5988.xml" ContentType="application/inkml+xml"/>
  <Override PartName="/ppt/ink/ink5989.xml" ContentType="application/inkml+xml"/>
  <Override PartName="/ppt/ink/ink5990.xml" ContentType="application/inkml+xml"/>
  <Override PartName="/ppt/ink/ink5991.xml" ContentType="application/inkml+xml"/>
  <Override PartName="/ppt/ink/ink5992.xml" ContentType="application/inkml+xml"/>
  <Override PartName="/ppt/ink/ink5993.xml" ContentType="application/inkml+xml"/>
  <Override PartName="/ppt/ink/ink5994.xml" ContentType="application/inkml+xml"/>
  <Override PartName="/ppt/ink/ink5995.xml" ContentType="application/inkml+xml"/>
  <Override PartName="/ppt/ink/ink5996.xml" ContentType="application/inkml+xml"/>
  <Override PartName="/ppt/ink/ink5997.xml" ContentType="application/inkml+xml"/>
  <Override PartName="/ppt/ink/ink5998.xml" ContentType="application/inkml+xml"/>
  <Override PartName="/ppt/ink/ink5999.xml" ContentType="application/inkml+xml"/>
  <Override PartName="/ppt/ink/ink6000.xml" ContentType="application/inkml+xml"/>
  <Override PartName="/ppt/ink/ink6001.xml" ContentType="application/inkml+xml"/>
  <Override PartName="/ppt/ink/ink6002.xml" ContentType="application/inkml+xml"/>
  <Override PartName="/ppt/ink/ink6003.xml" ContentType="application/inkml+xml"/>
  <Override PartName="/ppt/ink/ink6004.xml" ContentType="application/inkml+xml"/>
  <Override PartName="/ppt/ink/ink6005.xml" ContentType="application/inkml+xml"/>
  <Override PartName="/ppt/ink/ink6006.xml" ContentType="application/inkml+xml"/>
  <Override PartName="/ppt/ink/ink6007.xml" ContentType="application/inkml+xml"/>
  <Override PartName="/ppt/ink/ink6008.xml" ContentType="application/inkml+xml"/>
  <Override PartName="/ppt/ink/ink6009.xml" ContentType="application/inkml+xml"/>
  <Override PartName="/ppt/ink/ink6010.xml" ContentType="application/inkml+xml"/>
  <Override PartName="/ppt/ink/ink6011.xml" ContentType="application/inkml+xml"/>
  <Override PartName="/ppt/ink/ink6012.xml" ContentType="application/inkml+xml"/>
  <Override PartName="/ppt/ink/ink6013.xml" ContentType="application/inkml+xml"/>
  <Override PartName="/ppt/ink/ink6014.xml" ContentType="application/inkml+xml"/>
  <Override PartName="/ppt/ink/ink6015.xml" ContentType="application/inkml+xml"/>
  <Override PartName="/ppt/ink/ink6016.xml" ContentType="application/inkml+xml"/>
  <Override PartName="/ppt/ink/ink6017.xml" ContentType="application/inkml+xml"/>
  <Override PartName="/ppt/ink/ink6018.xml" ContentType="application/inkml+xml"/>
  <Override PartName="/ppt/ink/ink6019.xml" ContentType="application/inkml+xml"/>
  <Override PartName="/ppt/ink/ink6020.xml" ContentType="application/inkml+xml"/>
  <Override PartName="/ppt/ink/ink6021.xml" ContentType="application/inkml+xml"/>
  <Override PartName="/ppt/ink/ink6022.xml" ContentType="application/inkml+xml"/>
  <Override PartName="/ppt/ink/ink6023.xml" ContentType="application/inkml+xml"/>
  <Override PartName="/ppt/ink/ink6024.xml" ContentType="application/inkml+xml"/>
  <Override PartName="/ppt/ink/ink6025.xml" ContentType="application/inkml+xml"/>
  <Override PartName="/ppt/ink/ink6026.xml" ContentType="application/inkml+xml"/>
  <Override PartName="/ppt/ink/ink6027.xml" ContentType="application/inkml+xml"/>
  <Override PartName="/ppt/ink/ink6028.xml" ContentType="application/inkml+xml"/>
  <Override PartName="/ppt/ink/ink6029.xml" ContentType="application/inkml+xml"/>
  <Override PartName="/ppt/ink/ink6030.xml" ContentType="application/inkml+xml"/>
  <Override PartName="/ppt/ink/ink6031.xml" ContentType="application/inkml+xml"/>
  <Override PartName="/ppt/ink/ink6032.xml" ContentType="application/inkml+xml"/>
  <Override PartName="/ppt/ink/ink6033.xml" ContentType="application/inkml+xml"/>
  <Override PartName="/ppt/ink/ink6034.xml" ContentType="application/inkml+xml"/>
  <Override PartName="/ppt/ink/ink6035.xml" ContentType="application/inkml+xml"/>
  <Override PartName="/ppt/ink/ink6036.xml" ContentType="application/inkml+xml"/>
  <Override PartName="/ppt/ink/ink6037.xml" ContentType="application/inkml+xml"/>
  <Override PartName="/ppt/ink/ink6038.xml" ContentType="application/inkml+xml"/>
  <Override PartName="/ppt/ink/ink6039.xml" ContentType="application/inkml+xml"/>
  <Override PartName="/ppt/ink/ink6040.xml" ContentType="application/inkml+xml"/>
  <Override PartName="/ppt/ink/ink6041.xml" ContentType="application/inkml+xml"/>
  <Override PartName="/ppt/ink/ink6042.xml" ContentType="application/inkml+xml"/>
  <Override PartName="/ppt/ink/ink6043.xml" ContentType="application/inkml+xml"/>
  <Override PartName="/ppt/ink/ink6044.xml" ContentType="application/inkml+xml"/>
  <Override PartName="/ppt/ink/ink6045.xml" ContentType="application/inkml+xml"/>
  <Override PartName="/ppt/ink/ink6046.xml" ContentType="application/inkml+xml"/>
  <Override PartName="/ppt/ink/ink6047.xml" ContentType="application/inkml+xml"/>
  <Override PartName="/ppt/ink/ink6048.xml" ContentType="application/inkml+xml"/>
  <Override PartName="/ppt/ink/ink6049.xml" ContentType="application/inkml+xml"/>
  <Override PartName="/ppt/ink/ink6050.xml" ContentType="application/inkml+xml"/>
  <Override PartName="/ppt/ink/ink6051.xml" ContentType="application/inkml+xml"/>
  <Override PartName="/ppt/ink/ink6052.xml" ContentType="application/inkml+xml"/>
  <Override PartName="/ppt/ink/ink6053.xml" ContentType="application/inkml+xml"/>
  <Override PartName="/ppt/ink/ink6054.xml" ContentType="application/inkml+xml"/>
  <Override PartName="/ppt/ink/ink6055.xml" ContentType="application/inkml+xml"/>
  <Override PartName="/ppt/ink/ink6056.xml" ContentType="application/inkml+xml"/>
  <Override PartName="/ppt/ink/ink6057.xml" ContentType="application/inkml+xml"/>
  <Override PartName="/ppt/ink/ink6058.xml" ContentType="application/inkml+xml"/>
  <Override PartName="/ppt/ink/ink6059.xml" ContentType="application/inkml+xml"/>
  <Override PartName="/ppt/ink/ink6060.xml" ContentType="application/inkml+xml"/>
  <Override PartName="/ppt/ink/ink6061.xml" ContentType="application/inkml+xml"/>
  <Override PartName="/ppt/ink/ink6062.xml" ContentType="application/inkml+xml"/>
  <Override PartName="/ppt/ink/ink6063.xml" ContentType="application/inkml+xml"/>
  <Override PartName="/ppt/ink/ink6064.xml" ContentType="application/inkml+xml"/>
  <Override PartName="/ppt/ink/ink6065.xml" ContentType="application/inkml+xml"/>
  <Override PartName="/ppt/ink/ink6066.xml" ContentType="application/inkml+xml"/>
  <Override PartName="/ppt/ink/ink6067.xml" ContentType="application/inkml+xml"/>
  <Override PartName="/ppt/ink/ink6068.xml" ContentType="application/inkml+xml"/>
  <Override PartName="/ppt/ink/ink6069.xml" ContentType="application/inkml+xml"/>
  <Override PartName="/ppt/ink/ink6070.xml" ContentType="application/inkml+xml"/>
  <Override PartName="/ppt/ink/ink6071.xml" ContentType="application/inkml+xml"/>
  <Override PartName="/ppt/ink/ink6072.xml" ContentType="application/inkml+xml"/>
  <Override PartName="/ppt/ink/ink6073.xml" ContentType="application/inkml+xml"/>
  <Override PartName="/ppt/ink/ink6074.xml" ContentType="application/inkml+xml"/>
  <Override PartName="/ppt/ink/ink6075.xml" ContentType="application/inkml+xml"/>
  <Override PartName="/ppt/ink/ink6076.xml" ContentType="application/inkml+xml"/>
  <Override PartName="/ppt/ink/ink6077.xml" ContentType="application/inkml+xml"/>
  <Override PartName="/ppt/ink/ink6078.xml" ContentType="application/inkml+xml"/>
  <Override PartName="/ppt/ink/ink6079.xml" ContentType="application/inkml+xml"/>
  <Override PartName="/ppt/ink/ink6080.xml" ContentType="application/inkml+xml"/>
  <Override PartName="/ppt/ink/ink6081.xml" ContentType="application/inkml+xml"/>
  <Override PartName="/ppt/ink/ink6082.xml" ContentType="application/inkml+xml"/>
  <Override PartName="/ppt/ink/ink6083.xml" ContentType="application/inkml+xml"/>
  <Override PartName="/ppt/ink/ink6084.xml" ContentType="application/inkml+xml"/>
  <Override PartName="/ppt/ink/ink6085.xml" ContentType="application/inkml+xml"/>
  <Override PartName="/ppt/ink/ink6086.xml" ContentType="application/inkml+xml"/>
  <Override PartName="/ppt/ink/ink6087.xml" ContentType="application/inkml+xml"/>
  <Override PartName="/ppt/ink/ink6088.xml" ContentType="application/inkml+xml"/>
  <Override PartName="/ppt/ink/ink6089.xml" ContentType="application/inkml+xml"/>
  <Override PartName="/ppt/ink/ink6090.xml" ContentType="application/inkml+xml"/>
  <Override PartName="/ppt/ink/ink6091.xml" ContentType="application/inkml+xml"/>
  <Override PartName="/ppt/ink/ink6092.xml" ContentType="application/inkml+xml"/>
  <Override PartName="/ppt/ink/ink6093.xml" ContentType="application/inkml+xml"/>
  <Override PartName="/ppt/ink/ink6094.xml" ContentType="application/inkml+xml"/>
  <Override PartName="/ppt/ink/ink6095.xml" ContentType="application/inkml+xml"/>
  <Override PartName="/ppt/ink/ink6096.xml" ContentType="application/inkml+xml"/>
  <Override PartName="/ppt/ink/ink6097.xml" ContentType="application/inkml+xml"/>
  <Override PartName="/ppt/ink/ink6098.xml" ContentType="application/inkml+xml"/>
  <Override PartName="/ppt/ink/ink6099.xml" ContentType="application/inkml+xml"/>
  <Override PartName="/ppt/ink/ink6100.xml" ContentType="application/inkml+xml"/>
  <Override PartName="/ppt/ink/ink6101.xml" ContentType="application/inkml+xml"/>
  <Override PartName="/ppt/ink/ink6102.xml" ContentType="application/inkml+xml"/>
  <Override PartName="/ppt/ink/ink6103.xml" ContentType="application/inkml+xml"/>
  <Override PartName="/ppt/ink/ink6104.xml" ContentType="application/inkml+xml"/>
  <Override PartName="/ppt/ink/ink6105.xml" ContentType="application/inkml+xml"/>
  <Override PartName="/ppt/ink/ink6106.xml" ContentType="application/inkml+xml"/>
  <Override PartName="/ppt/ink/ink6107.xml" ContentType="application/inkml+xml"/>
  <Override PartName="/ppt/ink/ink6108.xml" ContentType="application/inkml+xml"/>
  <Override PartName="/ppt/ink/ink6109.xml" ContentType="application/inkml+xml"/>
  <Override PartName="/ppt/ink/ink6110.xml" ContentType="application/inkml+xml"/>
  <Override PartName="/ppt/ink/ink6111.xml" ContentType="application/inkml+xml"/>
  <Override PartName="/ppt/ink/ink6112.xml" ContentType="application/inkml+xml"/>
  <Override PartName="/ppt/ink/ink6113.xml" ContentType="application/inkml+xml"/>
  <Override PartName="/ppt/ink/ink6114.xml" ContentType="application/inkml+xml"/>
  <Override PartName="/ppt/ink/ink6115.xml" ContentType="application/inkml+xml"/>
  <Override PartName="/ppt/ink/ink6116.xml" ContentType="application/inkml+xml"/>
  <Override PartName="/ppt/ink/ink6117.xml" ContentType="application/inkml+xml"/>
  <Override PartName="/ppt/ink/ink6118.xml" ContentType="application/inkml+xml"/>
  <Override PartName="/ppt/ink/ink6119.xml" ContentType="application/inkml+xml"/>
  <Override PartName="/ppt/ink/ink6120.xml" ContentType="application/inkml+xml"/>
  <Override PartName="/ppt/ink/ink6121.xml" ContentType="application/inkml+xml"/>
  <Override PartName="/ppt/ink/ink6122.xml" ContentType="application/inkml+xml"/>
  <Override PartName="/ppt/ink/ink6123.xml" ContentType="application/inkml+xml"/>
  <Override PartName="/ppt/ink/ink6124.xml" ContentType="application/inkml+xml"/>
  <Override PartName="/ppt/ink/ink6125.xml" ContentType="application/inkml+xml"/>
  <Override PartName="/ppt/ink/ink6126.xml" ContentType="application/inkml+xml"/>
  <Override PartName="/ppt/ink/ink6127.xml" ContentType="application/inkml+xml"/>
  <Override PartName="/ppt/ink/ink6128.xml" ContentType="application/inkml+xml"/>
  <Override PartName="/ppt/ink/ink6129.xml" ContentType="application/inkml+xml"/>
  <Override PartName="/ppt/ink/ink6130.xml" ContentType="application/inkml+xml"/>
  <Override PartName="/ppt/ink/ink6131.xml" ContentType="application/inkml+xml"/>
  <Override PartName="/ppt/ink/ink6132.xml" ContentType="application/inkml+xml"/>
  <Override PartName="/ppt/ink/ink6133.xml" ContentType="application/inkml+xml"/>
  <Override PartName="/ppt/ink/ink6134.xml" ContentType="application/inkml+xml"/>
  <Override PartName="/ppt/ink/ink6135.xml" ContentType="application/inkml+xml"/>
  <Override PartName="/ppt/ink/ink6136.xml" ContentType="application/inkml+xml"/>
  <Override PartName="/ppt/ink/ink6137.xml" ContentType="application/inkml+xml"/>
  <Override PartName="/ppt/ink/ink6138.xml" ContentType="application/inkml+xml"/>
  <Override PartName="/ppt/ink/ink6139.xml" ContentType="application/inkml+xml"/>
  <Override PartName="/ppt/ink/ink6140.xml" ContentType="application/inkml+xml"/>
  <Override PartName="/ppt/ink/ink6141.xml" ContentType="application/inkml+xml"/>
  <Override PartName="/ppt/ink/ink6142.xml" ContentType="application/inkml+xml"/>
  <Override PartName="/ppt/ink/ink6143.xml" ContentType="application/inkml+xml"/>
  <Override PartName="/ppt/ink/ink6144.xml" ContentType="application/inkml+xml"/>
  <Override PartName="/ppt/ink/ink6145.xml" ContentType="application/inkml+xml"/>
  <Override PartName="/ppt/ink/ink6146.xml" ContentType="application/inkml+xml"/>
  <Override PartName="/ppt/ink/ink6147.xml" ContentType="application/inkml+xml"/>
  <Override PartName="/ppt/ink/ink6148.xml" ContentType="application/inkml+xml"/>
  <Override PartName="/ppt/ink/ink6149.xml" ContentType="application/inkml+xml"/>
  <Override PartName="/ppt/ink/ink6150.xml" ContentType="application/inkml+xml"/>
  <Override PartName="/ppt/ink/ink6151.xml" ContentType="application/inkml+xml"/>
  <Override PartName="/ppt/ink/ink6152.xml" ContentType="application/inkml+xml"/>
  <Override PartName="/ppt/ink/ink6153.xml" ContentType="application/inkml+xml"/>
  <Override PartName="/ppt/ink/ink6154.xml" ContentType="application/inkml+xml"/>
  <Override PartName="/ppt/ink/ink6155.xml" ContentType="application/inkml+xml"/>
  <Override PartName="/ppt/ink/ink6156.xml" ContentType="application/inkml+xml"/>
  <Override PartName="/ppt/ink/ink6157.xml" ContentType="application/inkml+xml"/>
  <Override PartName="/ppt/ink/ink6158.xml" ContentType="application/inkml+xml"/>
  <Override PartName="/ppt/ink/ink6159.xml" ContentType="application/inkml+xml"/>
  <Override PartName="/ppt/ink/ink6160.xml" ContentType="application/inkml+xml"/>
  <Override PartName="/ppt/ink/ink6161.xml" ContentType="application/inkml+xml"/>
  <Override PartName="/ppt/ink/ink6162.xml" ContentType="application/inkml+xml"/>
  <Override PartName="/ppt/ink/ink6163.xml" ContentType="application/inkml+xml"/>
  <Override PartName="/ppt/ink/ink6164.xml" ContentType="application/inkml+xml"/>
  <Override PartName="/ppt/ink/ink6165.xml" ContentType="application/inkml+xml"/>
  <Override PartName="/ppt/ink/ink6166.xml" ContentType="application/inkml+xml"/>
  <Override PartName="/ppt/ink/ink6167.xml" ContentType="application/inkml+xml"/>
  <Override PartName="/ppt/ink/ink6168.xml" ContentType="application/inkml+xml"/>
  <Override PartName="/ppt/ink/ink6169.xml" ContentType="application/inkml+xml"/>
  <Override PartName="/ppt/ink/ink6170.xml" ContentType="application/inkml+xml"/>
  <Override PartName="/ppt/ink/ink6171.xml" ContentType="application/inkml+xml"/>
  <Override PartName="/ppt/ink/ink6172.xml" ContentType="application/inkml+xml"/>
  <Override PartName="/ppt/ink/ink6173.xml" ContentType="application/inkml+xml"/>
  <Override PartName="/ppt/ink/ink6174.xml" ContentType="application/inkml+xml"/>
  <Override PartName="/ppt/ink/ink6175.xml" ContentType="application/inkml+xml"/>
  <Override PartName="/ppt/ink/ink6176.xml" ContentType="application/inkml+xml"/>
  <Override PartName="/ppt/ink/ink6177.xml" ContentType="application/inkml+xml"/>
  <Override PartName="/ppt/ink/ink6178.xml" ContentType="application/inkml+xml"/>
  <Override PartName="/ppt/ink/ink6179.xml" ContentType="application/inkml+xml"/>
  <Override PartName="/ppt/ink/ink6180.xml" ContentType="application/inkml+xml"/>
  <Override PartName="/ppt/ink/ink6181.xml" ContentType="application/inkml+xml"/>
  <Override PartName="/ppt/ink/ink6182.xml" ContentType="application/inkml+xml"/>
  <Override PartName="/ppt/ink/ink6183.xml" ContentType="application/inkml+xml"/>
  <Override PartName="/ppt/ink/ink6184.xml" ContentType="application/inkml+xml"/>
  <Override PartName="/ppt/ink/ink6185.xml" ContentType="application/inkml+xml"/>
  <Override PartName="/ppt/ink/ink6186.xml" ContentType="application/inkml+xml"/>
  <Override PartName="/ppt/ink/ink6187.xml" ContentType="application/inkml+xml"/>
  <Override PartName="/ppt/ink/ink6188.xml" ContentType="application/inkml+xml"/>
  <Override PartName="/ppt/ink/ink6189.xml" ContentType="application/inkml+xml"/>
  <Override PartName="/ppt/ink/ink6190.xml" ContentType="application/inkml+xml"/>
  <Override PartName="/ppt/ink/ink6191.xml" ContentType="application/inkml+xml"/>
  <Override PartName="/ppt/ink/ink6192.xml" ContentType="application/inkml+xml"/>
  <Override PartName="/ppt/ink/ink6193.xml" ContentType="application/inkml+xml"/>
  <Override PartName="/ppt/ink/ink6194.xml" ContentType="application/inkml+xml"/>
  <Override PartName="/ppt/ink/ink6195.xml" ContentType="application/inkml+xml"/>
  <Override PartName="/ppt/ink/ink6196.xml" ContentType="application/inkml+xml"/>
  <Override PartName="/ppt/ink/ink6197.xml" ContentType="application/inkml+xml"/>
  <Override PartName="/ppt/ink/ink6198.xml" ContentType="application/inkml+xml"/>
  <Override PartName="/ppt/ink/ink6199.xml" ContentType="application/inkml+xml"/>
  <Override PartName="/ppt/ink/ink6200.xml" ContentType="application/inkml+xml"/>
  <Override PartName="/ppt/ink/ink6201.xml" ContentType="application/inkml+xml"/>
  <Override PartName="/ppt/ink/ink6202.xml" ContentType="application/inkml+xml"/>
  <Override PartName="/ppt/ink/ink6203.xml" ContentType="application/inkml+xml"/>
  <Override PartName="/ppt/ink/ink6204.xml" ContentType="application/inkml+xml"/>
  <Override PartName="/ppt/ink/ink6205.xml" ContentType="application/inkml+xml"/>
  <Override PartName="/ppt/ink/ink6206.xml" ContentType="application/inkml+xml"/>
  <Override PartName="/ppt/ink/ink6207.xml" ContentType="application/inkml+xml"/>
  <Override PartName="/ppt/ink/ink6208.xml" ContentType="application/inkml+xml"/>
  <Override PartName="/ppt/ink/ink6209.xml" ContentType="application/inkml+xml"/>
  <Override PartName="/ppt/ink/ink6210.xml" ContentType="application/inkml+xml"/>
  <Override PartName="/ppt/ink/ink6211.xml" ContentType="application/inkml+xml"/>
  <Override PartName="/ppt/ink/ink6212.xml" ContentType="application/inkml+xml"/>
  <Override PartName="/ppt/ink/ink6213.xml" ContentType="application/inkml+xml"/>
  <Override PartName="/ppt/ink/ink6214.xml" ContentType="application/inkml+xml"/>
  <Override PartName="/ppt/ink/ink6215.xml" ContentType="application/inkml+xml"/>
  <Override PartName="/ppt/ink/ink6216.xml" ContentType="application/inkml+xml"/>
  <Override PartName="/ppt/ink/ink6217.xml" ContentType="application/inkml+xml"/>
  <Override PartName="/ppt/ink/ink6218.xml" ContentType="application/inkml+xml"/>
  <Override PartName="/ppt/ink/ink6219.xml" ContentType="application/inkml+xml"/>
  <Override PartName="/ppt/ink/ink6220.xml" ContentType="application/inkml+xml"/>
  <Override PartName="/ppt/ink/ink6221.xml" ContentType="application/inkml+xml"/>
  <Override PartName="/ppt/ink/ink6222.xml" ContentType="application/inkml+xml"/>
  <Override PartName="/ppt/ink/ink6223.xml" ContentType="application/inkml+xml"/>
  <Override PartName="/ppt/ink/ink6224.xml" ContentType="application/inkml+xml"/>
  <Override PartName="/ppt/ink/ink6225.xml" ContentType="application/inkml+xml"/>
  <Override PartName="/ppt/ink/ink6226.xml" ContentType="application/inkml+xml"/>
  <Override PartName="/ppt/ink/ink6227.xml" ContentType="application/inkml+xml"/>
  <Override PartName="/ppt/ink/ink6228.xml" ContentType="application/inkml+xml"/>
  <Override PartName="/ppt/ink/ink6229.xml" ContentType="application/inkml+xml"/>
  <Override PartName="/ppt/ink/ink6230.xml" ContentType="application/inkml+xml"/>
  <Override PartName="/ppt/ink/ink6231.xml" ContentType="application/inkml+xml"/>
  <Override PartName="/ppt/ink/ink6232.xml" ContentType="application/inkml+xml"/>
  <Override PartName="/ppt/ink/ink6233.xml" ContentType="application/inkml+xml"/>
  <Override PartName="/ppt/ink/ink6234.xml" ContentType="application/inkml+xml"/>
  <Override PartName="/ppt/ink/ink6235.xml" ContentType="application/inkml+xml"/>
  <Override PartName="/ppt/ink/ink6236.xml" ContentType="application/inkml+xml"/>
  <Override PartName="/ppt/ink/ink6237.xml" ContentType="application/inkml+xml"/>
  <Override PartName="/ppt/ink/ink6238.xml" ContentType="application/inkml+xml"/>
  <Override PartName="/ppt/ink/ink6239.xml" ContentType="application/inkml+xml"/>
  <Override PartName="/ppt/ink/ink6240.xml" ContentType="application/inkml+xml"/>
  <Override PartName="/ppt/ink/ink6241.xml" ContentType="application/inkml+xml"/>
  <Override PartName="/ppt/ink/ink6242.xml" ContentType="application/inkml+xml"/>
  <Override PartName="/ppt/ink/ink6243.xml" ContentType="application/inkml+xml"/>
  <Override PartName="/ppt/ink/ink6244.xml" ContentType="application/inkml+xml"/>
  <Override PartName="/ppt/ink/ink6245.xml" ContentType="application/inkml+xml"/>
  <Override PartName="/ppt/ink/ink6246.xml" ContentType="application/inkml+xml"/>
  <Override PartName="/ppt/ink/ink6247.xml" ContentType="application/inkml+xml"/>
  <Override PartName="/ppt/ink/ink6248.xml" ContentType="application/inkml+xml"/>
  <Override PartName="/ppt/ink/ink6249.xml" ContentType="application/inkml+xml"/>
  <Override PartName="/ppt/ink/ink6250.xml" ContentType="application/inkml+xml"/>
  <Override PartName="/ppt/ink/ink6251.xml" ContentType="application/inkml+xml"/>
  <Override PartName="/ppt/ink/ink6252.xml" ContentType="application/inkml+xml"/>
  <Override PartName="/ppt/ink/ink6253.xml" ContentType="application/inkml+xml"/>
  <Override PartName="/ppt/ink/ink6254.xml" ContentType="application/inkml+xml"/>
  <Override PartName="/ppt/ink/ink6255.xml" ContentType="application/inkml+xml"/>
  <Override PartName="/ppt/ink/ink6256.xml" ContentType="application/inkml+xml"/>
  <Override PartName="/ppt/ink/ink6257.xml" ContentType="application/inkml+xml"/>
  <Override PartName="/ppt/ink/ink6258.xml" ContentType="application/inkml+xml"/>
  <Override PartName="/ppt/ink/ink6259.xml" ContentType="application/inkml+xml"/>
  <Override PartName="/ppt/ink/ink6260.xml" ContentType="application/inkml+xml"/>
  <Override PartName="/ppt/ink/ink6261.xml" ContentType="application/inkml+xml"/>
  <Override PartName="/ppt/ink/ink6262.xml" ContentType="application/inkml+xml"/>
  <Override PartName="/ppt/ink/ink6263.xml" ContentType="application/inkml+xml"/>
  <Override PartName="/ppt/ink/ink6264.xml" ContentType="application/inkml+xml"/>
  <Override PartName="/ppt/ink/ink6265.xml" ContentType="application/inkml+xml"/>
  <Override PartName="/ppt/ink/ink6266.xml" ContentType="application/inkml+xml"/>
  <Override PartName="/ppt/ink/ink6267.xml" ContentType="application/inkml+xml"/>
  <Override PartName="/ppt/ink/ink6268.xml" ContentType="application/inkml+xml"/>
  <Override PartName="/ppt/ink/ink6269.xml" ContentType="application/inkml+xml"/>
  <Override PartName="/ppt/ink/ink6270.xml" ContentType="application/inkml+xml"/>
  <Override PartName="/ppt/ink/ink6271.xml" ContentType="application/inkml+xml"/>
  <Override PartName="/ppt/ink/ink6272.xml" ContentType="application/inkml+xml"/>
  <Override PartName="/ppt/ink/ink6273.xml" ContentType="application/inkml+xml"/>
  <Override PartName="/ppt/ink/ink6274.xml" ContentType="application/inkml+xml"/>
  <Override PartName="/ppt/ink/ink6275.xml" ContentType="application/inkml+xml"/>
  <Override PartName="/ppt/ink/ink6276.xml" ContentType="application/inkml+xml"/>
  <Override PartName="/ppt/ink/ink6277.xml" ContentType="application/inkml+xml"/>
  <Override PartName="/ppt/ink/ink6278.xml" ContentType="application/inkml+xml"/>
  <Override PartName="/ppt/ink/ink6279.xml" ContentType="application/inkml+xml"/>
  <Override PartName="/ppt/ink/ink6280.xml" ContentType="application/inkml+xml"/>
  <Override PartName="/ppt/ink/ink6281.xml" ContentType="application/inkml+xml"/>
  <Override PartName="/ppt/ink/ink6282.xml" ContentType="application/inkml+xml"/>
  <Override PartName="/ppt/ink/ink6283.xml" ContentType="application/inkml+xml"/>
  <Override PartName="/ppt/ink/ink6284.xml" ContentType="application/inkml+xml"/>
  <Override PartName="/ppt/ink/ink6285.xml" ContentType="application/inkml+xml"/>
  <Override PartName="/ppt/ink/ink6286.xml" ContentType="application/inkml+xml"/>
  <Override PartName="/ppt/ink/ink6287.xml" ContentType="application/inkml+xml"/>
  <Override PartName="/ppt/ink/ink6288.xml" ContentType="application/inkml+xml"/>
  <Override PartName="/ppt/ink/ink6289.xml" ContentType="application/inkml+xml"/>
  <Override PartName="/ppt/ink/ink6290.xml" ContentType="application/inkml+xml"/>
  <Override PartName="/ppt/ink/ink6291.xml" ContentType="application/inkml+xml"/>
  <Override PartName="/ppt/ink/ink6292.xml" ContentType="application/inkml+xml"/>
  <Override PartName="/ppt/ink/ink6293.xml" ContentType="application/inkml+xml"/>
  <Override PartName="/ppt/ink/ink6294.xml" ContentType="application/inkml+xml"/>
  <Override PartName="/ppt/ink/ink6295.xml" ContentType="application/inkml+xml"/>
  <Override PartName="/ppt/ink/ink6296.xml" ContentType="application/inkml+xml"/>
  <Override PartName="/ppt/ink/ink6297.xml" ContentType="application/inkml+xml"/>
  <Override PartName="/ppt/ink/ink6298.xml" ContentType="application/inkml+xml"/>
  <Override PartName="/ppt/ink/ink6299.xml" ContentType="application/inkml+xml"/>
  <Override PartName="/ppt/ink/ink6300.xml" ContentType="application/inkml+xml"/>
  <Override PartName="/ppt/ink/ink6301.xml" ContentType="application/inkml+xml"/>
  <Override PartName="/ppt/ink/ink6302.xml" ContentType="application/inkml+xml"/>
  <Override PartName="/ppt/ink/ink6303.xml" ContentType="application/inkml+xml"/>
  <Override PartName="/ppt/ink/ink6304.xml" ContentType="application/inkml+xml"/>
  <Override PartName="/ppt/ink/ink6305.xml" ContentType="application/inkml+xml"/>
  <Override PartName="/ppt/ink/ink6306.xml" ContentType="application/inkml+xml"/>
  <Override PartName="/ppt/ink/ink6307.xml" ContentType="application/inkml+xml"/>
  <Override PartName="/ppt/ink/ink6308.xml" ContentType="application/inkml+xml"/>
  <Override PartName="/ppt/ink/ink6309.xml" ContentType="application/inkml+xml"/>
  <Override PartName="/ppt/ink/ink6310.xml" ContentType="application/inkml+xml"/>
  <Override PartName="/ppt/ink/ink6311.xml" ContentType="application/inkml+xml"/>
  <Override PartName="/ppt/ink/ink6312.xml" ContentType="application/inkml+xml"/>
  <Override PartName="/ppt/ink/ink6313.xml" ContentType="application/inkml+xml"/>
  <Override PartName="/ppt/ink/ink6314.xml" ContentType="application/inkml+xml"/>
  <Override PartName="/ppt/ink/ink6315.xml" ContentType="application/inkml+xml"/>
  <Override PartName="/ppt/ink/ink6316.xml" ContentType="application/inkml+xml"/>
  <Override PartName="/ppt/ink/ink6317.xml" ContentType="application/inkml+xml"/>
  <Override PartName="/ppt/ink/ink6318.xml" ContentType="application/inkml+xml"/>
  <Override PartName="/ppt/ink/ink6319.xml" ContentType="application/inkml+xml"/>
  <Override PartName="/ppt/ink/ink6320.xml" ContentType="application/inkml+xml"/>
  <Override PartName="/ppt/ink/ink6321.xml" ContentType="application/inkml+xml"/>
  <Override PartName="/ppt/ink/ink6322.xml" ContentType="application/inkml+xml"/>
  <Override PartName="/ppt/ink/ink6323.xml" ContentType="application/inkml+xml"/>
  <Override PartName="/ppt/ink/ink6324.xml" ContentType="application/inkml+xml"/>
  <Override PartName="/ppt/ink/ink6325.xml" ContentType="application/inkml+xml"/>
  <Override PartName="/ppt/ink/ink6326.xml" ContentType="application/inkml+xml"/>
  <Override PartName="/ppt/ink/ink6327.xml" ContentType="application/inkml+xml"/>
  <Override PartName="/ppt/ink/ink6328.xml" ContentType="application/inkml+xml"/>
  <Override PartName="/ppt/ink/ink6329.xml" ContentType="application/inkml+xml"/>
  <Override PartName="/ppt/ink/ink6330.xml" ContentType="application/inkml+xml"/>
  <Override PartName="/ppt/ink/ink6331.xml" ContentType="application/inkml+xml"/>
  <Override PartName="/ppt/ink/ink6332.xml" ContentType="application/inkml+xml"/>
  <Override PartName="/ppt/ink/ink6333.xml" ContentType="application/inkml+xml"/>
  <Override PartName="/ppt/ink/ink6334.xml" ContentType="application/inkml+xml"/>
  <Override PartName="/ppt/ink/ink6335.xml" ContentType="application/inkml+xml"/>
  <Override PartName="/ppt/ink/ink6336.xml" ContentType="application/inkml+xml"/>
  <Override PartName="/ppt/ink/ink6337.xml" ContentType="application/inkml+xml"/>
  <Override PartName="/ppt/ink/ink6338.xml" ContentType="application/inkml+xml"/>
  <Override PartName="/ppt/ink/ink6339.xml" ContentType="application/inkml+xml"/>
  <Override PartName="/ppt/ink/ink6340.xml" ContentType="application/inkml+xml"/>
  <Override PartName="/ppt/ink/ink6341.xml" ContentType="application/inkml+xml"/>
  <Override PartName="/ppt/ink/ink6342.xml" ContentType="application/inkml+xml"/>
  <Override PartName="/ppt/ink/ink6343.xml" ContentType="application/inkml+xml"/>
  <Override PartName="/ppt/ink/ink6344.xml" ContentType="application/inkml+xml"/>
  <Override PartName="/ppt/ink/ink6345.xml" ContentType="application/inkml+xml"/>
  <Override PartName="/ppt/ink/ink6346.xml" ContentType="application/inkml+xml"/>
  <Override PartName="/ppt/ink/ink6347.xml" ContentType="application/inkml+xml"/>
  <Override PartName="/ppt/ink/ink6348.xml" ContentType="application/inkml+xml"/>
  <Override PartName="/ppt/ink/ink6349.xml" ContentType="application/inkml+xml"/>
  <Override PartName="/ppt/ink/ink6350.xml" ContentType="application/inkml+xml"/>
  <Override PartName="/ppt/ink/ink6351.xml" ContentType="application/inkml+xml"/>
  <Override PartName="/ppt/ink/ink6352.xml" ContentType="application/inkml+xml"/>
  <Override PartName="/ppt/ink/ink6353.xml" ContentType="application/inkml+xml"/>
  <Override PartName="/ppt/ink/ink6354.xml" ContentType="application/inkml+xml"/>
  <Override PartName="/ppt/ink/ink6355.xml" ContentType="application/inkml+xml"/>
  <Override PartName="/ppt/ink/ink6356.xml" ContentType="application/inkml+xml"/>
  <Override PartName="/ppt/ink/ink6357.xml" ContentType="application/inkml+xml"/>
  <Override PartName="/ppt/ink/ink6358.xml" ContentType="application/inkml+xml"/>
  <Override PartName="/ppt/ink/ink6359.xml" ContentType="application/inkml+xml"/>
  <Override PartName="/ppt/ink/ink6360.xml" ContentType="application/inkml+xml"/>
  <Override PartName="/ppt/ink/ink6361.xml" ContentType="application/inkml+xml"/>
  <Override PartName="/ppt/ink/ink6362.xml" ContentType="application/inkml+xml"/>
  <Override PartName="/ppt/ink/ink6363.xml" ContentType="application/inkml+xml"/>
  <Override PartName="/ppt/ink/ink6364.xml" ContentType="application/inkml+xml"/>
  <Override PartName="/ppt/ink/ink6365.xml" ContentType="application/inkml+xml"/>
  <Override PartName="/ppt/ink/ink6366.xml" ContentType="application/inkml+xml"/>
  <Override PartName="/ppt/ink/ink6367.xml" ContentType="application/inkml+xml"/>
  <Override PartName="/ppt/ink/ink6368.xml" ContentType="application/inkml+xml"/>
  <Override PartName="/ppt/ink/ink6369.xml" ContentType="application/inkml+xml"/>
  <Override PartName="/ppt/ink/ink6370.xml" ContentType="application/inkml+xml"/>
  <Override PartName="/ppt/ink/ink6371.xml" ContentType="application/inkml+xml"/>
  <Override PartName="/ppt/ink/ink6372.xml" ContentType="application/inkml+xml"/>
  <Override PartName="/ppt/ink/ink6373.xml" ContentType="application/inkml+xml"/>
  <Override PartName="/ppt/ink/ink6374.xml" ContentType="application/inkml+xml"/>
  <Override PartName="/ppt/ink/ink6375.xml" ContentType="application/inkml+xml"/>
  <Override PartName="/ppt/ink/ink6376.xml" ContentType="application/inkml+xml"/>
  <Override PartName="/ppt/ink/ink6377.xml" ContentType="application/inkml+xml"/>
  <Override PartName="/ppt/ink/ink6378.xml" ContentType="application/inkml+xml"/>
  <Override PartName="/ppt/ink/ink6379.xml" ContentType="application/inkml+xml"/>
  <Override PartName="/ppt/ink/ink6380.xml" ContentType="application/inkml+xml"/>
  <Override PartName="/ppt/ink/ink6381.xml" ContentType="application/inkml+xml"/>
  <Override PartName="/ppt/ink/ink6382.xml" ContentType="application/inkml+xml"/>
  <Override PartName="/ppt/ink/ink6383.xml" ContentType="application/inkml+xml"/>
  <Override PartName="/ppt/ink/ink6384.xml" ContentType="application/inkml+xml"/>
  <Override PartName="/ppt/ink/ink6385.xml" ContentType="application/inkml+xml"/>
  <Override PartName="/ppt/ink/ink6386.xml" ContentType="application/inkml+xml"/>
  <Override PartName="/ppt/ink/ink6387.xml" ContentType="application/inkml+xml"/>
  <Override PartName="/ppt/ink/ink6388.xml" ContentType="application/inkml+xml"/>
  <Override PartName="/ppt/ink/ink6389.xml" ContentType="application/inkml+xml"/>
  <Override PartName="/ppt/ink/ink6390.xml" ContentType="application/inkml+xml"/>
  <Override PartName="/ppt/ink/ink6391.xml" ContentType="application/inkml+xml"/>
  <Override PartName="/ppt/ink/ink6392.xml" ContentType="application/inkml+xml"/>
  <Override PartName="/ppt/ink/ink6393.xml" ContentType="application/inkml+xml"/>
  <Override PartName="/ppt/ink/ink6394.xml" ContentType="application/inkml+xml"/>
  <Override PartName="/ppt/ink/ink6395.xml" ContentType="application/inkml+xml"/>
  <Override PartName="/ppt/ink/ink6396.xml" ContentType="application/inkml+xml"/>
  <Override PartName="/ppt/ink/ink6397.xml" ContentType="application/inkml+xml"/>
  <Override PartName="/ppt/ink/ink6398.xml" ContentType="application/inkml+xml"/>
  <Override PartName="/ppt/ink/ink6399.xml" ContentType="application/inkml+xml"/>
  <Override PartName="/ppt/ink/ink6400.xml" ContentType="application/inkml+xml"/>
  <Override PartName="/ppt/ink/ink6401.xml" ContentType="application/inkml+xml"/>
  <Override PartName="/ppt/ink/ink6402.xml" ContentType="application/inkml+xml"/>
  <Override PartName="/ppt/ink/ink6403.xml" ContentType="application/inkml+xml"/>
  <Override PartName="/ppt/ink/ink6404.xml" ContentType="application/inkml+xml"/>
  <Override PartName="/ppt/ink/ink6405.xml" ContentType="application/inkml+xml"/>
  <Override PartName="/ppt/ink/ink6406.xml" ContentType="application/inkml+xml"/>
  <Override PartName="/ppt/ink/ink6407.xml" ContentType="application/inkml+xml"/>
  <Override PartName="/ppt/ink/ink6408.xml" ContentType="application/inkml+xml"/>
  <Override PartName="/ppt/ink/ink6409.xml" ContentType="application/inkml+xml"/>
  <Override PartName="/ppt/ink/ink6410.xml" ContentType="application/inkml+xml"/>
  <Override PartName="/ppt/ink/ink6411.xml" ContentType="application/inkml+xml"/>
  <Override PartName="/ppt/ink/ink6412.xml" ContentType="application/inkml+xml"/>
  <Override PartName="/ppt/ink/ink6413.xml" ContentType="application/inkml+xml"/>
  <Override PartName="/ppt/ink/ink6414.xml" ContentType="application/inkml+xml"/>
  <Override PartName="/ppt/ink/ink6415.xml" ContentType="application/inkml+xml"/>
  <Override PartName="/ppt/ink/ink6416.xml" ContentType="application/inkml+xml"/>
  <Override PartName="/ppt/ink/ink6417.xml" ContentType="application/inkml+xml"/>
  <Override PartName="/ppt/ink/ink6418.xml" ContentType="application/inkml+xml"/>
  <Override PartName="/ppt/ink/ink6419.xml" ContentType="application/inkml+xml"/>
  <Override PartName="/ppt/ink/ink6420.xml" ContentType="application/inkml+xml"/>
  <Override PartName="/ppt/ink/ink6421.xml" ContentType="application/inkml+xml"/>
  <Override PartName="/ppt/ink/ink6422.xml" ContentType="application/inkml+xml"/>
  <Override PartName="/ppt/ink/ink6423.xml" ContentType="application/inkml+xml"/>
  <Override PartName="/ppt/ink/ink6424.xml" ContentType="application/inkml+xml"/>
  <Override PartName="/ppt/ink/ink6425.xml" ContentType="application/inkml+xml"/>
  <Override PartName="/ppt/ink/ink6426.xml" ContentType="application/inkml+xml"/>
  <Override PartName="/ppt/ink/ink6427.xml" ContentType="application/inkml+xml"/>
  <Override PartName="/ppt/ink/ink6428.xml" ContentType="application/inkml+xml"/>
  <Override PartName="/ppt/ink/ink6429.xml" ContentType="application/inkml+xml"/>
  <Override PartName="/ppt/ink/ink6430.xml" ContentType="application/inkml+xml"/>
  <Override PartName="/ppt/ink/ink6431.xml" ContentType="application/inkml+xml"/>
  <Override PartName="/ppt/ink/ink6432.xml" ContentType="application/inkml+xml"/>
  <Override PartName="/ppt/ink/ink6433.xml" ContentType="application/inkml+xml"/>
  <Override PartName="/ppt/ink/ink6434.xml" ContentType="application/inkml+xml"/>
  <Override PartName="/ppt/ink/ink6435.xml" ContentType="application/inkml+xml"/>
  <Override PartName="/ppt/ink/ink6436.xml" ContentType="application/inkml+xml"/>
  <Override PartName="/ppt/ink/ink6437.xml" ContentType="application/inkml+xml"/>
  <Override PartName="/ppt/ink/ink6438.xml" ContentType="application/inkml+xml"/>
  <Override PartName="/ppt/ink/ink6439.xml" ContentType="application/inkml+xml"/>
  <Override PartName="/ppt/ink/ink6440.xml" ContentType="application/inkml+xml"/>
  <Override PartName="/ppt/ink/ink6441.xml" ContentType="application/inkml+xml"/>
  <Override PartName="/ppt/ink/ink6442.xml" ContentType="application/inkml+xml"/>
  <Override PartName="/ppt/ink/ink6443.xml" ContentType="application/inkml+xml"/>
  <Override PartName="/ppt/ink/ink6444.xml" ContentType="application/inkml+xml"/>
  <Override PartName="/ppt/ink/ink6445.xml" ContentType="application/inkml+xml"/>
  <Override PartName="/ppt/ink/ink6446.xml" ContentType="application/inkml+xml"/>
  <Override PartName="/ppt/ink/ink6447.xml" ContentType="application/inkml+xml"/>
  <Override PartName="/ppt/ink/ink6448.xml" ContentType="application/inkml+xml"/>
  <Override PartName="/ppt/ink/ink6449.xml" ContentType="application/inkml+xml"/>
  <Override PartName="/ppt/ink/ink6450.xml" ContentType="application/inkml+xml"/>
  <Override PartName="/ppt/ink/ink6451.xml" ContentType="application/inkml+xml"/>
  <Override PartName="/ppt/ink/ink6452.xml" ContentType="application/inkml+xml"/>
  <Override PartName="/ppt/ink/ink6453.xml" ContentType="application/inkml+xml"/>
  <Override PartName="/ppt/ink/ink6454.xml" ContentType="application/inkml+xml"/>
  <Override PartName="/ppt/ink/ink6455.xml" ContentType="application/inkml+xml"/>
  <Override PartName="/ppt/ink/ink6456.xml" ContentType="application/inkml+xml"/>
  <Override PartName="/ppt/ink/ink6457.xml" ContentType="application/inkml+xml"/>
  <Override PartName="/ppt/ink/ink6458.xml" ContentType="application/inkml+xml"/>
  <Override PartName="/ppt/ink/ink6459.xml" ContentType="application/inkml+xml"/>
  <Override PartName="/ppt/ink/ink6460.xml" ContentType="application/inkml+xml"/>
  <Override PartName="/ppt/ink/ink6461.xml" ContentType="application/inkml+xml"/>
  <Override PartName="/ppt/ink/ink6462.xml" ContentType="application/inkml+xml"/>
  <Override PartName="/ppt/ink/ink6463.xml" ContentType="application/inkml+xml"/>
  <Override PartName="/ppt/ink/ink6464.xml" ContentType="application/inkml+xml"/>
  <Override PartName="/ppt/ink/ink6465.xml" ContentType="application/inkml+xml"/>
  <Override PartName="/ppt/ink/ink6466.xml" ContentType="application/inkml+xml"/>
  <Override PartName="/ppt/ink/ink6467.xml" ContentType="application/inkml+xml"/>
  <Override PartName="/ppt/ink/ink6468.xml" ContentType="application/inkml+xml"/>
  <Override PartName="/ppt/ink/ink6469.xml" ContentType="application/inkml+xml"/>
  <Override PartName="/ppt/ink/ink6470.xml" ContentType="application/inkml+xml"/>
  <Override PartName="/ppt/ink/ink6471.xml" ContentType="application/inkml+xml"/>
  <Override PartName="/ppt/ink/ink6472.xml" ContentType="application/inkml+xml"/>
  <Override PartName="/ppt/ink/ink6473.xml" ContentType="application/inkml+xml"/>
  <Override PartName="/ppt/ink/ink6474.xml" ContentType="application/inkml+xml"/>
  <Override PartName="/ppt/ink/ink6475.xml" ContentType="application/inkml+xml"/>
  <Override PartName="/ppt/ink/ink6476.xml" ContentType="application/inkml+xml"/>
  <Override PartName="/ppt/ink/ink6477.xml" ContentType="application/inkml+xml"/>
  <Override PartName="/ppt/ink/ink6478.xml" ContentType="application/inkml+xml"/>
  <Override PartName="/ppt/ink/ink6479.xml" ContentType="application/inkml+xml"/>
  <Override PartName="/ppt/ink/ink6480.xml" ContentType="application/inkml+xml"/>
  <Override PartName="/ppt/ink/ink6481.xml" ContentType="application/inkml+xml"/>
  <Override PartName="/ppt/ink/ink6482.xml" ContentType="application/inkml+xml"/>
  <Override PartName="/ppt/ink/ink6483.xml" ContentType="application/inkml+xml"/>
  <Override PartName="/ppt/ink/ink6484.xml" ContentType="application/inkml+xml"/>
  <Override PartName="/ppt/ink/ink6485.xml" ContentType="application/inkml+xml"/>
  <Override PartName="/ppt/ink/ink6486.xml" ContentType="application/inkml+xml"/>
  <Override PartName="/ppt/ink/ink6487.xml" ContentType="application/inkml+xml"/>
  <Override PartName="/ppt/ink/ink6488.xml" ContentType="application/inkml+xml"/>
  <Override PartName="/ppt/ink/ink6489.xml" ContentType="application/inkml+xml"/>
  <Override PartName="/ppt/ink/ink6490.xml" ContentType="application/inkml+xml"/>
  <Override PartName="/ppt/ink/ink6491.xml" ContentType="application/inkml+xml"/>
  <Override PartName="/ppt/ink/ink6492.xml" ContentType="application/inkml+xml"/>
  <Override PartName="/ppt/ink/ink6493.xml" ContentType="application/inkml+xml"/>
  <Override PartName="/ppt/ink/ink6494.xml" ContentType="application/inkml+xml"/>
  <Override PartName="/ppt/ink/ink6495.xml" ContentType="application/inkml+xml"/>
  <Override PartName="/ppt/ink/ink6496.xml" ContentType="application/inkml+xml"/>
  <Override PartName="/ppt/ink/ink6497.xml" ContentType="application/inkml+xml"/>
  <Override PartName="/ppt/ink/ink6498.xml" ContentType="application/inkml+xml"/>
  <Override PartName="/ppt/ink/ink6499.xml" ContentType="application/inkml+xml"/>
  <Override PartName="/ppt/ink/ink6500.xml" ContentType="application/inkml+xml"/>
  <Override PartName="/ppt/ink/ink6501.xml" ContentType="application/inkml+xml"/>
  <Override PartName="/ppt/ink/ink6502.xml" ContentType="application/inkml+xml"/>
  <Override PartName="/ppt/ink/ink6503.xml" ContentType="application/inkml+xml"/>
  <Override PartName="/ppt/ink/ink6504.xml" ContentType="application/inkml+xml"/>
  <Override PartName="/ppt/ink/ink6505.xml" ContentType="application/inkml+xml"/>
  <Override PartName="/ppt/ink/ink6506.xml" ContentType="application/inkml+xml"/>
  <Override PartName="/ppt/ink/ink6507.xml" ContentType="application/inkml+xml"/>
  <Override PartName="/ppt/ink/ink6508.xml" ContentType="application/inkml+xml"/>
  <Override PartName="/ppt/ink/ink6509.xml" ContentType="application/inkml+xml"/>
  <Override PartName="/ppt/ink/ink6510.xml" ContentType="application/inkml+xml"/>
  <Override PartName="/ppt/ink/ink6511.xml" ContentType="application/inkml+xml"/>
  <Override PartName="/ppt/ink/ink6512.xml" ContentType="application/inkml+xml"/>
  <Override PartName="/ppt/ink/ink6513.xml" ContentType="application/inkml+xml"/>
  <Override PartName="/ppt/ink/ink6514.xml" ContentType="application/inkml+xml"/>
  <Override PartName="/ppt/ink/ink6515.xml" ContentType="application/inkml+xml"/>
  <Override PartName="/ppt/ink/ink6516.xml" ContentType="application/inkml+xml"/>
  <Override PartName="/ppt/ink/ink6517.xml" ContentType="application/inkml+xml"/>
  <Override PartName="/ppt/ink/ink6518.xml" ContentType="application/inkml+xml"/>
  <Override PartName="/ppt/ink/ink6519.xml" ContentType="application/inkml+xml"/>
  <Override PartName="/ppt/ink/ink6520.xml" ContentType="application/inkml+xml"/>
  <Override PartName="/ppt/ink/ink6521.xml" ContentType="application/inkml+xml"/>
  <Override PartName="/ppt/ink/ink6522.xml" ContentType="application/inkml+xml"/>
  <Override PartName="/ppt/ink/ink6523.xml" ContentType="application/inkml+xml"/>
  <Override PartName="/ppt/ink/ink6524.xml" ContentType="application/inkml+xml"/>
  <Override PartName="/ppt/ink/ink6525.xml" ContentType="application/inkml+xml"/>
  <Override PartName="/ppt/ink/ink6526.xml" ContentType="application/inkml+xml"/>
  <Override PartName="/ppt/ink/ink6527.xml" ContentType="application/inkml+xml"/>
  <Override PartName="/ppt/ink/ink6528.xml" ContentType="application/inkml+xml"/>
  <Override PartName="/ppt/ink/ink6529.xml" ContentType="application/inkml+xml"/>
  <Override PartName="/ppt/ink/ink6530.xml" ContentType="application/inkml+xml"/>
  <Override PartName="/ppt/ink/ink6531.xml" ContentType="application/inkml+xml"/>
  <Override PartName="/ppt/ink/ink6532.xml" ContentType="application/inkml+xml"/>
  <Override PartName="/ppt/ink/ink6533.xml" ContentType="application/inkml+xml"/>
  <Override PartName="/ppt/ink/ink6534.xml" ContentType="application/inkml+xml"/>
  <Override PartName="/ppt/ink/ink6535.xml" ContentType="application/inkml+xml"/>
  <Override PartName="/ppt/ink/ink6536.xml" ContentType="application/inkml+xml"/>
  <Override PartName="/ppt/ink/ink6537.xml" ContentType="application/inkml+xml"/>
  <Override PartName="/ppt/ink/ink6538.xml" ContentType="application/inkml+xml"/>
  <Override PartName="/ppt/ink/ink6539.xml" ContentType="application/inkml+xml"/>
  <Override PartName="/ppt/ink/ink6540.xml" ContentType="application/inkml+xml"/>
  <Override PartName="/ppt/ink/ink6541.xml" ContentType="application/inkml+xml"/>
  <Override PartName="/ppt/ink/ink6542.xml" ContentType="application/inkml+xml"/>
  <Override PartName="/ppt/ink/ink6543.xml" ContentType="application/inkml+xml"/>
  <Override PartName="/ppt/ink/ink6544.xml" ContentType="application/inkml+xml"/>
  <Override PartName="/ppt/ink/ink6545.xml" ContentType="application/inkml+xml"/>
  <Override PartName="/ppt/ink/ink6546.xml" ContentType="application/inkml+xml"/>
  <Override PartName="/ppt/ink/ink6547.xml" ContentType="application/inkml+xml"/>
  <Override PartName="/ppt/ink/ink6548.xml" ContentType="application/inkml+xml"/>
  <Override PartName="/ppt/ink/ink6549.xml" ContentType="application/inkml+xml"/>
  <Override PartName="/ppt/ink/ink6550.xml" ContentType="application/inkml+xml"/>
  <Override PartName="/ppt/ink/ink6551.xml" ContentType="application/inkml+xml"/>
  <Override PartName="/ppt/ink/ink6552.xml" ContentType="application/inkml+xml"/>
  <Override PartName="/ppt/ink/ink6553.xml" ContentType="application/inkml+xml"/>
  <Override PartName="/ppt/ink/ink6554.xml" ContentType="application/inkml+xml"/>
  <Override PartName="/ppt/ink/ink6555.xml" ContentType="application/inkml+xml"/>
  <Override PartName="/ppt/ink/ink6556.xml" ContentType="application/inkml+xml"/>
  <Override PartName="/ppt/ink/ink6557.xml" ContentType="application/inkml+xml"/>
  <Override PartName="/ppt/ink/ink6558.xml" ContentType="application/inkml+xml"/>
  <Override PartName="/ppt/ink/ink6559.xml" ContentType="application/inkml+xml"/>
  <Override PartName="/ppt/ink/ink6560.xml" ContentType="application/inkml+xml"/>
  <Override PartName="/ppt/ink/ink6561.xml" ContentType="application/inkml+xml"/>
  <Override PartName="/ppt/ink/ink6562.xml" ContentType="application/inkml+xml"/>
  <Override PartName="/ppt/ink/ink6563.xml" ContentType="application/inkml+xml"/>
  <Override PartName="/ppt/ink/ink6564.xml" ContentType="application/inkml+xml"/>
  <Override PartName="/ppt/ink/ink6565.xml" ContentType="application/inkml+xml"/>
  <Override PartName="/ppt/ink/ink6566.xml" ContentType="application/inkml+xml"/>
  <Override PartName="/ppt/ink/ink6567.xml" ContentType="application/inkml+xml"/>
  <Override PartName="/ppt/ink/ink6568.xml" ContentType="application/inkml+xml"/>
  <Override PartName="/ppt/ink/ink6569.xml" ContentType="application/inkml+xml"/>
  <Override PartName="/ppt/ink/ink6570.xml" ContentType="application/inkml+xml"/>
  <Override PartName="/ppt/ink/ink6571.xml" ContentType="application/inkml+xml"/>
  <Override PartName="/ppt/ink/ink6572.xml" ContentType="application/inkml+xml"/>
  <Override PartName="/ppt/ink/ink6573.xml" ContentType="application/inkml+xml"/>
  <Override PartName="/ppt/ink/ink6574.xml" ContentType="application/inkml+xml"/>
  <Override PartName="/ppt/ink/ink6575.xml" ContentType="application/inkml+xml"/>
  <Override PartName="/ppt/ink/ink6576.xml" ContentType="application/inkml+xml"/>
  <Override PartName="/ppt/ink/ink6577.xml" ContentType="application/inkml+xml"/>
  <Override PartName="/ppt/ink/ink6578.xml" ContentType="application/inkml+xml"/>
  <Override PartName="/ppt/ink/ink6579.xml" ContentType="application/inkml+xml"/>
  <Override PartName="/ppt/ink/ink6580.xml" ContentType="application/inkml+xml"/>
  <Override PartName="/ppt/ink/ink6581.xml" ContentType="application/inkml+xml"/>
  <Override PartName="/ppt/ink/ink6582.xml" ContentType="application/inkml+xml"/>
  <Override PartName="/ppt/ink/ink6583.xml" ContentType="application/inkml+xml"/>
  <Override PartName="/ppt/ink/ink6584.xml" ContentType="application/inkml+xml"/>
  <Override PartName="/ppt/ink/ink6585.xml" ContentType="application/inkml+xml"/>
  <Override PartName="/ppt/ink/ink6586.xml" ContentType="application/inkml+xml"/>
  <Override PartName="/ppt/ink/ink6587.xml" ContentType="application/inkml+xml"/>
  <Override PartName="/ppt/ink/ink6588.xml" ContentType="application/inkml+xml"/>
  <Override PartName="/ppt/ink/ink6589.xml" ContentType="application/inkml+xml"/>
  <Override PartName="/ppt/ink/ink6590.xml" ContentType="application/inkml+xml"/>
  <Override PartName="/ppt/ink/ink6591.xml" ContentType="application/inkml+xml"/>
  <Override PartName="/ppt/ink/ink6592.xml" ContentType="application/inkml+xml"/>
  <Override PartName="/ppt/ink/ink6593.xml" ContentType="application/inkml+xml"/>
  <Override PartName="/ppt/ink/ink6594.xml" ContentType="application/inkml+xml"/>
  <Override PartName="/ppt/ink/ink6595.xml" ContentType="application/inkml+xml"/>
  <Override PartName="/ppt/ink/ink6596.xml" ContentType="application/inkml+xml"/>
  <Override PartName="/ppt/ink/ink6597.xml" ContentType="application/inkml+xml"/>
  <Override PartName="/ppt/ink/ink6598.xml" ContentType="application/inkml+xml"/>
  <Override PartName="/ppt/ink/ink6599.xml" ContentType="application/inkml+xml"/>
  <Override PartName="/ppt/ink/ink6600.xml" ContentType="application/inkml+xml"/>
  <Override PartName="/ppt/ink/ink6601.xml" ContentType="application/inkml+xml"/>
  <Override PartName="/ppt/ink/ink6602.xml" ContentType="application/inkml+xml"/>
  <Override PartName="/ppt/ink/ink6603.xml" ContentType="application/inkml+xml"/>
  <Override PartName="/ppt/ink/ink6604.xml" ContentType="application/inkml+xml"/>
  <Override PartName="/ppt/ink/ink6605.xml" ContentType="application/inkml+xml"/>
  <Override PartName="/ppt/ink/ink6606.xml" ContentType="application/inkml+xml"/>
  <Override PartName="/ppt/ink/ink6607.xml" ContentType="application/inkml+xml"/>
  <Override PartName="/ppt/ink/ink6608.xml" ContentType="application/inkml+xml"/>
  <Override PartName="/ppt/ink/ink6609.xml" ContentType="application/inkml+xml"/>
  <Override PartName="/ppt/ink/ink6610.xml" ContentType="application/inkml+xml"/>
  <Override PartName="/ppt/ink/ink6611.xml" ContentType="application/inkml+xml"/>
  <Override PartName="/ppt/ink/ink6612.xml" ContentType="application/inkml+xml"/>
  <Override PartName="/ppt/ink/ink6613.xml" ContentType="application/inkml+xml"/>
  <Override PartName="/ppt/ink/ink6614.xml" ContentType="application/inkml+xml"/>
  <Override PartName="/ppt/ink/ink6615.xml" ContentType="application/inkml+xml"/>
  <Override PartName="/ppt/ink/ink6616.xml" ContentType="application/inkml+xml"/>
  <Override PartName="/ppt/ink/ink6617.xml" ContentType="application/inkml+xml"/>
  <Override PartName="/ppt/ink/ink6618.xml" ContentType="application/inkml+xml"/>
  <Override PartName="/ppt/ink/ink6619.xml" ContentType="application/inkml+xml"/>
  <Override PartName="/ppt/ink/ink6620.xml" ContentType="application/inkml+xml"/>
  <Override PartName="/ppt/ink/ink6621.xml" ContentType="application/inkml+xml"/>
  <Override PartName="/ppt/ink/ink6622.xml" ContentType="application/inkml+xml"/>
  <Override PartName="/ppt/ink/ink6623.xml" ContentType="application/inkml+xml"/>
  <Override PartName="/ppt/ink/ink6624.xml" ContentType="application/inkml+xml"/>
  <Override PartName="/ppt/ink/ink6625.xml" ContentType="application/inkml+xml"/>
  <Override PartName="/ppt/ink/ink6626.xml" ContentType="application/inkml+xml"/>
  <Override PartName="/ppt/ink/ink6627.xml" ContentType="application/inkml+xml"/>
  <Override PartName="/ppt/ink/ink6628.xml" ContentType="application/inkml+xml"/>
  <Override PartName="/ppt/ink/ink6629.xml" ContentType="application/inkml+xml"/>
  <Override PartName="/ppt/ink/ink6630.xml" ContentType="application/inkml+xml"/>
  <Override PartName="/ppt/ink/ink6631.xml" ContentType="application/inkml+xml"/>
  <Override PartName="/ppt/ink/ink6632.xml" ContentType="application/inkml+xml"/>
  <Override PartName="/ppt/ink/ink6633.xml" ContentType="application/inkml+xml"/>
  <Override PartName="/ppt/ink/ink6634.xml" ContentType="application/inkml+xml"/>
  <Override PartName="/ppt/ink/ink6635.xml" ContentType="application/inkml+xml"/>
  <Override PartName="/ppt/ink/ink6636.xml" ContentType="application/inkml+xml"/>
  <Override PartName="/ppt/ink/ink6637.xml" ContentType="application/inkml+xml"/>
  <Override PartName="/ppt/ink/ink6638.xml" ContentType="application/inkml+xml"/>
  <Override PartName="/ppt/ink/ink6639.xml" ContentType="application/inkml+xml"/>
  <Override PartName="/ppt/ink/ink6640.xml" ContentType="application/inkml+xml"/>
  <Override PartName="/ppt/ink/ink6641.xml" ContentType="application/inkml+xml"/>
  <Override PartName="/ppt/ink/ink6642.xml" ContentType="application/inkml+xml"/>
  <Override PartName="/ppt/ink/ink6643.xml" ContentType="application/inkml+xml"/>
  <Override PartName="/ppt/ink/ink6644.xml" ContentType="application/inkml+xml"/>
  <Override PartName="/ppt/ink/ink6645.xml" ContentType="application/inkml+xml"/>
  <Override PartName="/ppt/ink/ink6646.xml" ContentType="application/inkml+xml"/>
  <Override PartName="/ppt/ink/ink6647.xml" ContentType="application/inkml+xml"/>
  <Override PartName="/ppt/ink/ink6648.xml" ContentType="application/inkml+xml"/>
  <Override PartName="/ppt/ink/ink6649.xml" ContentType="application/inkml+xml"/>
  <Override PartName="/ppt/ink/ink6650.xml" ContentType="application/inkml+xml"/>
  <Override PartName="/ppt/ink/ink6651.xml" ContentType="application/inkml+xml"/>
  <Override PartName="/ppt/ink/ink6652.xml" ContentType="application/inkml+xml"/>
  <Override PartName="/ppt/ink/ink6653.xml" ContentType="application/inkml+xml"/>
  <Override PartName="/ppt/ink/ink6654.xml" ContentType="application/inkml+xml"/>
  <Override PartName="/ppt/ink/ink6655.xml" ContentType="application/inkml+xml"/>
  <Override PartName="/ppt/ink/ink6656.xml" ContentType="application/inkml+xml"/>
  <Override PartName="/ppt/ink/ink6657.xml" ContentType="application/inkml+xml"/>
  <Override PartName="/ppt/ink/ink6658.xml" ContentType="application/inkml+xml"/>
  <Override PartName="/ppt/ink/ink6659.xml" ContentType="application/inkml+xml"/>
  <Override PartName="/ppt/ink/ink6660.xml" ContentType="application/inkml+xml"/>
  <Override PartName="/ppt/ink/ink6661.xml" ContentType="application/inkml+xml"/>
  <Override PartName="/ppt/ink/ink6662.xml" ContentType="application/inkml+xml"/>
  <Override PartName="/ppt/ink/ink6663.xml" ContentType="application/inkml+xml"/>
  <Override PartName="/ppt/ink/ink6664.xml" ContentType="application/inkml+xml"/>
  <Override PartName="/ppt/ink/ink6665.xml" ContentType="application/inkml+xml"/>
  <Override PartName="/ppt/ink/ink6666.xml" ContentType="application/inkml+xml"/>
  <Override PartName="/ppt/ink/ink6667.xml" ContentType="application/inkml+xml"/>
  <Override PartName="/ppt/ink/ink6668.xml" ContentType="application/inkml+xml"/>
  <Override PartName="/ppt/ink/ink6669.xml" ContentType="application/inkml+xml"/>
  <Override PartName="/ppt/ink/ink6670.xml" ContentType="application/inkml+xml"/>
  <Override PartName="/ppt/ink/ink6671.xml" ContentType="application/inkml+xml"/>
  <Override PartName="/ppt/ink/ink6672.xml" ContentType="application/inkml+xml"/>
  <Override PartName="/ppt/ink/ink6673.xml" ContentType="application/inkml+xml"/>
  <Override PartName="/ppt/ink/ink6674.xml" ContentType="application/inkml+xml"/>
  <Override PartName="/ppt/ink/ink6675.xml" ContentType="application/inkml+xml"/>
  <Override PartName="/ppt/ink/ink6676.xml" ContentType="application/inkml+xml"/>
  <Override PartName="/ppt/ink/ink6677.xml" ContentType="application/inkml+xml"/>
  <Override PartName="/ppt/ink/ink6678.xml" ContentType="application/inkml+xml"/>
  <Override PartName="/ppt/ink/ink6679.xml" ContentType="application/inkml+xml"/>
  <Override PartName="/ppt/ink/ink6680.xml" ContentType="application/inkml+xml"/>
  <Override PartName="/ppt/ink/ink6681.xml" ContentType="application/inkml+xml"/>
  <Override PartName="/ppt/ink/ink6682.xml" ContentType="application/inkml+xml"/>
  <Override PartName="/ppt/ink/ink6683.xml" ContentType="application/inkml+xml"/>
  <Override PartName="/ppt/ink/ink6684.xml" ContentType="application/inkml+xml"/>
  <Override PartName="/ppt/ink/ink6685.xml" ContentType="application/inkml+xml"/>
  <Override PartName="/ppt/ink/ink6686.xml" ContentType="application/inkml+xml"/>
  <Override PartName="/ppt/ink/ink6687.xml" ContentType="application/inkml+xml"/>
  <Override PartName="/ppt/ink/ink6688.xml" ContentType="application/inkml+xml"/>
  <Override PartName="/ppt/ink/ink6689.xml" ContentType="application/inkml+xml"/>
  <Override PartName="/ppt/ink/ink6690.xml" ContentType="application/inkml+xml"/>
  <Override PartName="/ppt/ink/ink6691.xml" ContentType="application/inkml+xml"/>
  <Override PartName="/ppt/ink/ink6692.xml" ContentType="application/inkml+xml"/>
  <Override PartName="/ppt/ink/ink6693.xml" ContentType="application/inkml+xml"/>
  <Override PartName="/ppt/ink/ink6694.xml" ContentType="application/inkml+xml"/>
  <Override PartName="/ppt/ink/ink6695.xml" ContentType="application/inkml+xml"/>
  <Override PartName="/ppt/ink/ink6696.xml" ContentType="application/inkml+xml"/>
  <Override PartName="/ppt/ink/ink6697.xml" ContentType="application/inkml+xml"/>
  <Override PartName="/ppt/ink/ink6698.xml" ContentType="application/inkml+xml"/>
  <Override PartName="/ppt/ink/ink6699.xml" ContentType="application/inkml+xml"/>
  <Override PartName="/ppt/ink/ink6700.xml" ContentType="application/inkml+xml"/>
  <Override PartName="/ppt/ink/ink6701.xml" ContentType="application/inkml+xml"/>
  <Override PartName="/ppt/ink/ink6702.xml" ContentType="application/inkml+xml"/>
  <Override PartName="/ppt/ink/ink6703.xml" ContentType="application/inkml+xml"/>
  <Override PartName="/ppt/ink/ink6704.xml" ContentType="application/inkml+xml"/>
  <Override PartName="/ppt/ink/ink6705.xml" ContentType="application/inkml+xml"/>
  <Override PartName="/ppt/ink/ink6706.xml" ContentType="application/inkml+xml"/>
  <Override PartName="/ppt/ink/ink6707.xml" ContentType="application/inkml+xml"/>
  <Override PartName="/ppt/ink/ink6708.xml" ContentType="application/inkml+xml"/>
  <Override PartName="/ppt/ink/ink6709.xml" ContentType="application/inkml+xml"/>
  <Override PartName="/ppt/ink/ink6710.xml" ContentType="application/inkml+xml"/>
  <Override PartName="/ppt/ink/ink6711.xml" ContentType="application/inkml+xml"/>
  <Override PartName="/ppt/ink/ink6712.xml" ContentType="application/inkml+xml"/>
  <Override PartName="/ppt/ink/ink6713.xml" ContentType="application/inkml+xml"/>
  <Override PartName="/ppt/ink/ink6714.xml" ContentType="application/inkml+xml"/>
  <Override PartName="/ppt/ink/ink6715.xml" ContentType="application/inkml+xml"/>
  <Override PartName="/ppt/ink/ink6716.xml" ContentType="application/inkml+xml"/>
  <Override PartName="/ppt/ink/ink6717.xml" ContentType="application/inkml+xml"/>
  <Override PartName="/ppt/ink/ink6718.xml" ContentType="application/inkml+xml"/>
  <Override PartName="/ppt/ink/ink6719.xml" ContentType="application/inkml+xml"/>
  <Override PartName="/ppt/ink/ink6720.xml" ContentType="application/inkml+xml"/>
  <Override PartName="/ppt/ink/ink6721.xml" ContentType="application/inkml+xml"/>
  <Override PartName="/ppt/ink/ink6722.xml" ContentType="application/inkml+xml"/>
  <Override PartName="/ppt/ink/ink6723.xml" ContentType="application/inkml+xml"/>
  <Override PartName="/ppt/ink/ink6724.xml" ContentType="application/inkml+xml"/>
  <Override PartName="/ppt/ink/ink6725.xml" ContentType="application/inkml+xml"/>
  <Override PartName="/ppt/ink/ink6726.xml" ContentType="application/inkml+xml"/>
  <Override PartName="/ppt/ink/ink6727.xml" ContentType="application/inkml+xml"/>
  <Override PartName="/ppt/ink/ink6728.xml" ContentType="application/inkml+xml"/>
  <Override PartName="/ppt/ink/ink6729.xml" ContentType="application/inkml+xml"/>
  <Override PartName="/ppt/ink/ink6730.xml" ContentType="application/inkml+xml"/>
  <Override PartName="/ppt/ink/ink6731.xml" ContentType="application/inkml+xml"/>
  <Override PartName="/ppt/ink/ink6732.xml" ContentType="application/inkml+xml"/>
  <Override PartName="/ppt/ink/ink6733.xml" ContentType="application/inkml+xml"/>
  <Override PartName="/ppt/ink/ink6734.xml" ContentType="application/inkml+xml"/>
  <Override PartName="/ppt/ink/ink6736.xml" ContentType="application/inkml+xml"/>
  <Override PartName="/ppt/ink/ink6737.xml" ContentType="application/inkml+xml"/>
  <Override PartName="/ppt/ink/ink6738.xml" ContentType="application/inkml+xml"/>
  <Override PartName="/ppt/ink/ink6739.xml" ContentType="application/inkml+xml"/>
  <Override PartName="/ppt/ink/ink6740.xml" ContentType="application/inkml+xml"/>
  <Override PartName="/ppt/ink/ink6741.xml" ContentType="application/inkml+xml"/>
  <Override PartName="/ppt/ink/ink6742.xml" ContentType="application/inkml+xml"/>
  <Override PartName="/ppt/ink/ink6743.xml" ContentType="application/inkml+xml"/>
  <Override PartName="/ppt/ink/ink6744.xml" ContentType="application/inkml+xml"/>
  <Override PartName="/ppt/ink/ink6745.xml" ContentType="application/inkml+xml"/>
  <Override PartName="/ppt/ink/ink6746.xml" ContentType="application/inkml+xml"/>
  <Override PartName="/ppt/ink/ink6747.xml" ContentType="application/inkml+xml"/>
  <Override PartName="/ppt/ink/ink6748.xml" ContentType="application/inkml+xml"/>
  <Override PartName="/ppt/ink/ink6749.xml" ContentType="application/inkml+xml"/>
  <Override PartName="/ppt/ink/ink6750.xml" ContentType="application/inkml+xml"/>
  <Override PartName="/ppt/ink/ink6751.xml" ContentType="application/inkml+xml"/>
  <Override PartName="/ppt/ink/ink6752.xml" ContentType="application/inkml+xml"/>
  <Override PartName="/ppt/ink/ink6753.xml" ContentType="application/inkml+xml"/>
  <Override PartName="/ppt/ink/ink6754.xml" ContentType="application/inkml+xml"/>
  <Override PartName="/ppt/ink/ink6755.xml" ContentType="application/inkml+xml"/>
  <Override PartName="/ppt/ink/ink6756.xml" ContentType="application/inkml+xml"/>
  <Override PartName="/ppt/ink/ink6757.xml" ContentType="application/inkml+xml"/>
  <Override PartName="/ppt/ink/ink6758.xml" ContentType="application/inkml+xml"/>
  <Override PartName="/ppt/ink/ink6759.xml" ContentType="application/inkml+xml"/>
  <Override PartName="/ppt/ink/ink6760.xml" ContentType="application/inkml+xml"/>
  <Override PartName="/ppt/ink/ink6761.xml" ContentType="application/inkml+xml"/>
  <Override PartName="/ppt/ink/ink6762.xml" ContentType="application/inkml+xml"/>
  <Override PartName="/ppt/ink/ink6763.xml" ContentType="application/inkml+xml"/>
  <Override PartName="/ppt/ink/ink6764.xml" ContentType="application/inkml+xml"/>
  <Override PartName="/ppt/ink/ink6765.xml" ContentType="application/inkml+xml"/>
  <Override PartName="/ppt/ink/ink6766.xml" ContentType="application/inkml+xml"/>
  <Override PartName="/ppt/ink/ink6767.xml" ContentType="application/inkml+xml"/>
  <Override PartName="/ppt/ink/ink6768.xml" ContentType="application/inkml+xml"/>
  <Override PartName="/ppt/ink/ink6769.xml" ContentType="application/inkml+xml"/>
  <Override PartName="/ppt/ink/ink6770.xml" ContentType="application/inkml+xml"/>
  <Override PartName="/ppt/ink/ink6771.xml" ContentType="application/inkml+xml"/>
  <Override PartName="/ppt/ink/ink6772.xml" ContentType="application/inkml+xml"/>
  <Override PartName="/ppt/ink/ink6773.xml" ContentType="application/inkml+xml"/>
  <Override PartName="/ppt/ink/ink6774.xml" ContentType="application/inkml+xml"/>
  <Override PartName="/ppt/ink/ink6775.xml" ContentType="application/inkml+xml"/>
  <Override PartName="/ppt/ink/ink6776.xml" ContentType="application/inkml+xml"/>
  <Override PartName="/ppt/ink/ink6777.xml" ContentType="application/inkml+xml"/>
  <Override PartName="/ppt/ink/ink6778.xml" ContentType="application/inkml+xml"/>
  <Override PartName="/ppt/ink/ink6779.xml" ContentType="application/inkml+xml"/>
  <Override PartName="/ppt/ink/ink6780.xml" ContentType="application/inkml+xml"/>
  <Override PartName="/ppt/ink/ink6781.xml" ContentType="application/inkml+xml"/>
  <Override PartName="/ppt/ink/ink6782.xml" ContentType="application/inkml+xml"/>
  <Override PartName="/ppt/ink/ink6783.xml" ContentType="application/inkml+xml"/>
  <Override PartName="/ppt/ink/ink6784.xml" ContentType="application/inkml+xml"/>
  <Override PartName="/ppt/ink/ink6785.xml" ContentType="application/inkml+xml"/>
  <Override PartName="/ppt/ink/ink6786.xml" ContentType="application/inkml+xml"/>
  <Override PartName="/ppt/ink/ink6787.xml" ContentType="application/inkml+xml"/>
  <Override PartName="/ppt/ink/ink6788.xml" ContentType="application/inkml+xml"/>
  <Override PartName="/ppt/ink/ink6789.xml" ContentType="application/inkml+xml"/>
  <Override PartName="/ppt/ink/ink6790.xml" ContentType="application/inkml+xml"/>
  <Override PartName="/ppt/ink/ink6791.xml" ContentType="application/inkml+xml"/>
  <Override PartName="/ppt/ink/ink6792.xml" ContentType="application/inkml+xml"/>
  <Override PartName="/ppt/ink/ink6793.xml" ContentType="application/inkml+xml"/>
  <Override PartName="/ppt/ink/ink6794.xml" ContentType="application/inkml+xml"/>
  <Override PartName="/ppt/ink/ink6795.xml" ContentType="application/inkml+xml"/>
  <Override PartName="/ppt/ink/ink6796.xml" ContentType="application/inkml+xml"/>
  <Override PartName="/ppt/ink/ink6797.xml" ContentType="application/inkml+xml"/>
  <Override PartName="/ppt/ink/ink6798.xml" ContentType="application/inkml+xml"/>
  <Override PartName="/ppt/ink/ink6799.xml" ContentType="application/inkml+xml"/>
  <Override PartName="/ppt/ink/ink6800.xml" ContentType="application/inkml+xml"/>
  <Override PartName="/ppt/ink/ink6801.xml" ContentType="application/inkml+xml"/>
  <Override PartName="/ppt/ink/ink6802.xml" ContentType="application/inkml+xml"/>
  <Override PartName="/ppt/ink/ink6803.xml" ContentType="application/inkml+xml"/>
  <Override PartName="/ppt/ink/ink6804.xml" ContentType="application/inkml+xml"/>
  <Override PartName="/ppt/ink/ink6805.xml" ContentType="application/inkml+xml"/>
  <Override PartName="/ppt/ink/ink6806.xml" ContentType="application/inkml+xml"/>
  <Override PartName="/ppt/ink/ink6807.xml" ContentType="application/inkml+xml"/>
  <Override PartName="/ppt/ink/ink6808.xml" ContentType="application/inkml+xml"/>
  <Override PartName="/ppt/ink/ink6809.xml" ContentType="application/inkml+xml"/>
  <Override PartName="/ppt/ink/ink6810.xml" ContentType="application/inkml+xml"/>
  <Override PartName="/ppt/ink/ink6811.xml" ContentType="application/inkml+xml"/>
  <Override PartName="/ppt/ink/ink6812.xml" ContentType="application/inkml+xml"/>
  <Override PartName="/ppt/ink/ink6813.xml" ContentType="application/inkml+xml"/>
  <Override PartName="/ppt/ink/ink6814.xml" ContentType="application/inkml+xml"/>
  <Override PartName="/ppt/ink/ink6815.xml" ContentType="application/inkml+xml"/>
  <Override PartName="/ppt/ink/ink6816.xml" ContentType="application/inkml+xml"/>
  <Override PartName="/ppt/ink/ink6817.xml" ContentType="application/inkml+xml"/>
  <Override PartName="/ppt/ink/ink6818.xml" ContentType="application/inkml+xml"/>
  <Override PartName="/ppt/ink/ink6819.xml" ContentType="application/inkml+xml"/>
  <Override PartName="/ppt/ink/ink6820.xml" ContentType="application/inkml+xml"/>
  <Override PartName="/ppt/ink/ink6821.xml" ContentType="application/inkml+xml"/>
  <Override PartName="/ppt/ink/ink6822.xml" ContentType="application/inkml+xml"/>
  <Override PartName="/ppt/ink/ink6823.xml" ContentType="application/inkml+xml"/>
  <Override PartName="/ppt/ink/ink6824.xml" ContentType="application/inkml+xml"/>
  <Override PartName="/ppt/ink/ink6825.xml" ContentType="application/inkml+xml"/>
  <Override PartName="/ppt/ink/ink6826.xml" ContentType="application/inkml+xml"/>
  <Override PartName="/ppt/ink/ink6827.xml" ContentType="application/inkml+xml"/>
  <Override PartName="/ppt/ink/ink6828.xml" ContentType="application/inkml+xml"/>
  <Override PartName="/ppt/ink/ink6829.xml" ContentType="application/inkml+xml"/>
  <Override PartName="/ppt/ink/ink6830.xml" ContentType="application/inkml+xml"/>
  <Override PartName="/ppt/ink/ink6831.xml" ContentType="application/inkml+xml"/>
  <Override PartName="/ppt/ink/ink6832.xml" ContentType="application/inkml+xml"/>
  <Override PartName="/ppt/ink/ink6833.xml" ContentType="application/inkml+xml"/>
  <Override PartName="/ppt/ink/ink6834.xml" ContentType="application/inkml+xml"/>
  <Override PartName="/ppt/ink/ink6835.xml" ContentType="application/inkml+xml"/>
  <Override PartName="/ppt/ink/ink6836.xml" ContentType="application/inkml+xml"/>
  <Override PartName="/ppt/ink/ink6837.xml" ContentType="application/inkml+xml"/>
  <Override PartName="/ppt/ink/ink6838.xml" ContentType="application/inkml+xml"/>
  <Override PartName="/ppt/ink/ink6839.xml" ContentType="application/inkml+xml"/>
  <Override PartName="/ppt/ink/ink6840.xml" ContentType="application/inkml+xml"/>
  <Override PartName="/ppt/ink/ink6841.xml" ContentType="application/inkml+xml"/>
  <Override PartName="/ppt/ink/ink6842.xml" ContentType="application/inkml+xml"/>
  <Override PartName="/ppt/ink/ink6843.xml" ContentType="application/inkml+xml"/>
  <Override PartName="/ppt/ink/ink6844.xml" ContentType="application/inkml+xml"/>
  <Override PartName="/ppt/ink/ink6845.xml" ContentType="application/inkml+xml"/>
  <Override PartName="/ppt/ink/ink6846.xml" ContentType="application/inkml+xml"/>
  <Override PartName="/ppt/ink/ink6847.xml" ContentType="application/inkml+xml"/>
  <Override PartName="/ppt/ink/ink6848.xml" ContentType="application/inkml+xml"/>
  <Override PartName="/ppt/ink/ink6849.xml" ContentType="application/inkml+xml"/>
  <Override PartName="/ppt/ink/ink6850.xml" ContentType="application/inkml+xml"/>
  <Override PartName="/ppt/ink/ink6851.xml" ContentType="application/inkml+xml"/>
  <Override PartName="/ppt/ink/ink6852.xml" ContentType="application/inkml+xml"/>
  <Override PartName="/ppt/ink/ink6853.xml" ContentType="application/inkml+xml"/>
  <Override PartName="/ppt/ink/ink6854.xml" ContentType="application/inkml+xml"/>
  <Override PartName="/ppt/ink/ink6855.xml" ContentType="application/inkml+xml"/>
  <Override PartName="/ppt/ink/ink6856.xml" ContentType="application/inkml+xml"/>
  <Override PartName="/ppt/ink/ink6857.xml" ContentType="application/inkml+xml"/>
  <Override PartName="/ppt/ink/ink6858.xml" ContentType="application/inkml+xml"/>
  <Override PartName="/ppt/ink/ink6859.xml" ContentType="application/inkml+xml"/>
  <Override PartName="/ppt/ink/ink6860.xml" ContentType="application/inkml+xml"/>
  <Override PartName="/ppt/ink/ink6861.xml" ContentType="application/inkml+xml"/>
  <Override PartName="/ppt/ink/ink6862.xml" ContentType="application/inkml+xml"/>
  <Override PartName="/ppt/ink/ink6863.xml" ContentType="application/inkml+xml"/>
  <Override PartName="/ppt/ink/ink6864.xml" ContentType="application/inkml+xml"/>
  <Override PartName="/ppt/ink/ink6865.xml" ContentType="application/inkml+xml"/>
  <Override PartName="/ppt/ink/ink6866.xml" ContentType="application/inkml+xml"/>
  <Override PartName="/ppt/ink/ink6867.xml" ContentType="application/inkml+xml"/>
  <Override PartName="/ppt/ink/ink6868.xml" ContentType="application/inkml+xml"/>
  <Override PartName="/ppt/ink/ink6869.xml" ContentType="application/inkml+xml"/>
  <Override PartName="/ppt/ink/ink6870.xml" ContentType="application/inkml+xml"/>
  <Override PartName="/ppt/ink/ink6871.xml" ContentType="application/inkml+xml"/>
  <Override PartName="/ppt/ink/ink6872.xml" ContentType="application/inkml+xml"/>
  <Override PartName="/ppt/ink/ink6873.xml" ContentType="application/inkml+xml"/>
  <Override PartName="/ppt/ink/ink6874.xml" ContentType="application/inkml+xml"/>
  <Override PartName="/ppt/ink/ink6875.xml" ContentType="application/inkml+xml"/>
  <Override PartName="/ppt/ink/ink6876.xml" ContentType="application/inkml+xml"/>
  <Override PartName="/ppt/ink/ink6877.xml" ContentType="application/inkml+xml"/>
  <Override PartName="/ppt/ink/ink6878.xml" ContentType="application/inkml+xml"/>
  <Override PartName="/ppt/ink/ink6879.xml" ContentType="application/inkml+xml"/>
  <Override PartName="/ppt/ink/ink6880.xml" ContentType="application/inkml+xml"/>
  <Override PartName="/ppt/ink/ink6881.xml" ContentType="application/inkml+xml"/>
  <Override PartName="/ppt/ink/ink6882.xml" ContentType="application/inkml+xml"/>
  <Override PartName="/ppt/ink/ink6883.xml" ContentType="application/inkml+xml"/>
  <Override PartName="/ppt/ink/ink6884.xml" ContentType="application/inkml+xml"/>
  <Override PartName="/ppt/ink/ink6885.xml" ContentType="application/inkml+xml"/>
  <Override PartName="/ppt/ink/ink6886.xml" ContentType="application/inkml+xml"/>
  <Override PartName="/ppt/ink/ink6887.xml" ContentType="application/inkml+xml"/>
  <Override PartName="/ppt/ink/ink6888.xml" ContentType="application/inkml+xml"/>
  <Override PartName="/ppt/ink/ink6889.xml" ContentType="application/inkml+xml"/>
  <Override PartName="/ppt/ink/ink6890.xml" ContentType="application/inkml+xml"/>
  <Override PartName="/ppt/ink/ink6891.xml" ContentType="application/inkml+xml"/>
  <Override PartName="/ppt/ink/ink6892.xml" ContentType="application/inkml+xml"/>
  <Override PartName="/ppt/ink/ink6893.xml" ContentType="application/inkml+xml"/>
  <Override PartName="/ppt/ink/ink6894.xml" ContentType="application/inkml+xml"/>
  <Override PartName="/ppt/ink/ink6895.xml" ContentType="application/inkml+xml"/>
  <Override PartName="/ppt/ink/ink6896.xml" ContentType="application/inkml+xml"/>
  <Override PartName="/ppt/ink/ink6897.xml" ContentType="application/inkml+xml"/>
  <Override PartName="/ppt/ink/ink6898.xml" ContentType="application/inkml+xml"/>
  <Override PartName="/ppt/ink/ink6899.xml" ContentType="application/inkml+xml"/>
  <Override PartName="/ppt/ink/ink6900.xml" ContentType="application/inkml+xml"/>
  <Override PartName="/ppt/ink/ink6901.xml" ContentType="application/inkml+xml"/>
  <Override PartName="/ppt/ink/ink6902.xml" ContentType="application/inkml+xml"/>
  <Override PartName="/ppt/ink/ink6903.xml" ContentType="application/inkml+xml"/>
  <Override PartName="/ppt/ink/ink6904.xml" ContentType="application/inkml+xml"/>
  <Override PartName="/ppt/ink/ink6905.xml" ContentType="application/inkml+xml"/>
  <Override PartName="/ppt/ink/ink6906.xml" ContentType="application/inkml+xml"/>
  <Override PartName="/ppt/ink/ink6907.xml" ContentType="application/inkml+xml"/>
  <Override PartName="/ppt/ink/ink6908.xml" ContentType="application/inkml+xml"/>
  <Override PartName="/ppt/ink/ink6909.xml" ContentType="application/inkml+xml"/>
  <Override PartName="/ppt/ink/ink6910.xml" ContentType="application/inkml+xml"/>
  <Override PartName="/ppt/ink/ink6911.xml" ContentType="application/inkml+xml"/>
  <Override PartName="/ppt/ink/ink6912.xml" ContentType="application/inkml+xml"/>
  <Override PartName="/ppt/ink/ink6913.xml" ContentType="application/inkml+xml"/>
  <Override PartName="/ppt/ink/ink6914.xml" ContentType="application/inkml+xml"/>
  <Override PartName="/ppt/ink/ink6915.xml" ContentType="application/inkml+xml"/>
  <Override PartName="/ppt/ink/ink6916.xml" ContentType="application/inkml+xml"/>
  <Override PartName="/ppt/ink/ink6917.xml" ContentType="application/inkml+xml"/>
  <Override PartName="/ppt/ink/ink6918.xml" ContentType="application/inkml+xml"/>
  <Override PartName="/ppt/ink/ink6919.xml" ContentType="application/inkml+xml"/>
  <Override PartName="/ppt/ink/ink6920.xml" ContentType="application/inkml+xml"/>
  <Override PartName="/ppt/ink/ink6921.xml" ContentType="application/inkml+xml"/>
  <Override PartName="/ppt/ink/ink6922.xml" ContentType="application/inkml+xml"/>
  <Override PartName="/ppt/ink/ink6923.xml" ContentType="application/inkml+xml"/>
  <Override PartName="/ppt/ink/ink6924.xml" ContentType="application/inkml+xml"/>
  <Override PartName="/ppt/ink/ink6925.xml" ContentType="application/inkml+xml"/>
  <Override PartName="/ppt/ink/ink6926.xml" ContentType="application/inkml+xml"/>
  <Override PartName="/ppt/ink/ink6927.xml" ContentType="application/inkml+xml"/>
  <Override PartName="/ppt/ink/ink6928.xml" ContentType="application/inkml+xml"/>
  <Override PartName="/ppt/ink/ink6929.xml" ContentType="application/inkml+xml"/>
  <Override PartName="/ppt/ink/ink6930.xml" ContentType="application/inkml+xml"/>
  <Override PartName="/ppt/ink/ink6931.xml" ContentType="application/inkml+xml"/>
  <Override PartName="/ppt/ink/ink6932.xml" ContentType="application/inkml+xml"/>
  <Override PartName="/ppt/ink/ink6933.xml" ContentType="application/inkml+xml"/>
  <Override PartName="/ppt/ink/ink6934.xml" ContentType="application/inkml+xml"/>
  <Override PartName="/ppt/ink/ink6935.xml" ContentType="application/inkml+xml"/>
  <Override PartName="/ppt/ink/ink6936.xml" ContentType="application/inkml+xml"/>
  <Override PartName="/ppt/ink/ink6937.xml" ContentType="application/inkml+xml"/>
  <Override PartName="/ppt/ink/ink6938.xml" ContentType="application/inkml+xml"/>
  <Override PartName="/ppt/ink/ink6939.xml" ContentType="application/inkml+xml"/>
  <Override PartName="/ppt/ink/ink6940.xml" ContentType="application/inkml+xml"/>
  <Override PartName="/ppt/ink/ink6941.xml" ContentType="application/inkml+xml"/>
  <Override PartName="/ppt/ink/ink6942.xml" ContentType="application/inkml+xml"/>
  <Override PartName="/ppt/ink/ink6943.xml" ContentType="application/inkml+xml"/>
  <Override PartName="/ppt/ink/ink6944.xml" ContentType="application/inkml+xml"/>
  <Override PartName="/ppt/ink/ink6945.xml" ContentType="application/inkml+xml"/>
  <Override PartName="/ppt/ink/ink6946.xml" ContentType="application/inkml+xml"/>
  <Override PartName="/ppt/ink/ink6947.xml" ContentType="application/inkml+xml"/>
  <Override PartName="/ppt/ink/ink6948.xml" ContentType="application/inkml+xml"/>
  <Override PartName="/ppt/ink/ink6949.xml" ContentType="application/inkml+xml"/>
  <Override PartName="/ppt/ink/ink6950.xml" ContentType="application/inkml+xml"/>
  <Override PartName="/ppt/ink/ink6951.xml" ContentType="application/inkml+xml"/>
  <Override PartName="/ppt/ink/ink6952.xml" ContentType="application/inkml+xml"/>
  <Override PartName="/ppt/ink/ink6953.xml" ContentType="application/inkml+xml"/>
  <Override PartName="/ppt/ink/ink6954.xml" ContentType="application/inkml+xml"/>
  <Override PartName="/ppt/ink/ink6955.xml" ContentType="application/inkml+xml"/>
  <Override PartName="/ppt/ink/ink6956.xml" ContentType="application/inkml+xml"/>
  <Override PartName="/ppt/ink/ink6957.xml" ContentType="application/inkml+xml"/>
  <Override PartName="/ppt/ink/ink6958.xml" ContentType="application/inkml+xml"/>
  <Override PartName="/ppt/ink/ink6959.xml" ContentType="application/inkml+xml"/>
  <Override PartName="/ppt/ink/ink6960.xml" ContentType="application/inkml+xml"/>
  <Override PartName="/ppt/ink/ink6961.xml" ContentType="application/inkml+xml"/>
  <Override PartName="/ppt/ink/ink6962.xml" ContentType="application/inkml+xml"/>
  <Override PartName="/ppt/ink/ink6963.xml" ContentType="application/inkml+xml"/>
  <Override PartName="/ppt/ink/ink6964.xml" ContentType="application/inkml+xml"/>
  <Override PartName="/ppt/ink/ink6965.xml" ContentType="application/inkml+xml"/>
  <Override PartName="/ppt/ink/ink6966.xml" ContentType="application/inkml+xml"/>
  <Override PartName="/ppt/ink/ink6967.xml" ContentType="application/inkml+xml"/>
  <Override PartName="/ppt/ink/ink6968.xml" ContentType="application/inkml+xml"/>
  <Override PartName="/ppt/ink/ink6969.xml" ContentType="application/inkml+xml"/>
  <Override PartName="/ppt/ink/ink6970.xml" ContentType="application/inkml+xml"/>
  <Override PartName="/ppt/ink/ink6971.xml" ContentType="application/inkml+xml"/>
  <Override PartName="/ppt/ink/ink6972.xml" ContentType="application/inkml+xml"/>
  <Override PartName="/ppt/ink/ink6973.xml" ContentType="application/inkml+xml"/>
  <Override PartName="/ppt/ink/ink6974.xml" ContentType="application/inkml+xml"/>
  <Override PartName="/ppt/ink/ink6975.xml" ContentType="application/inkml+xml"/>
  <Override PartName="/ppt/ink/ink6976.xml" ContentType="application/inkml+xml"/>
  <Override PartName="/ppt/ink/ink6977.xml" ContentType="application/inkml+xml"/>
  <Override PartName="/ppt/ink/ink6978.xml" ContentType="application/inkml+xml"/>
  <Override PartName="/ppt/ink/ink6979.xml" ContentType="application/inkml+xml"/>
  <Override PartName="/ppt/ink/ink6980.xml" ContentType="application/inkml+xml"/>
  <Override PartName="/ppt/ink/ink6981.xml" ContentType="application/inkml+xml"/>
  <Override PartName="/ppt/ink/ink6982.xml" ContentType="application/inkml+xml"/>
  <Override PartName="/ppt/ink/ink6983.xml" ContentType="application/inkml+xml"/>
  <Override PartName="/ppt/ink/ink6984.xml" ContentType="application/inkml+xml"/>
  <Override PartName="/ppt/ink/ink6985.xml" ContentType="application/inkml+xml"/>
  <Override PartName="/ppt/ink/ink6986.xml" ContentType="application/inkml+xml"/>
  <Override PartName="/ppt/ink/ink6987.xml" ContentType="application/inkml+xml"/>
  <Override PartName="/ppt/ink/ink6988.xml" ContentType="application/inkml+xml"/>
  <Override PartName="/ppt/ink/ink6989.xml" ContentType="application/inkml+xml"/>
  <Override PartName="/ppt/ink/ink6990.xml" ContentType="application/inkml+xml"/>
  <Override PartName="/ppt/ink/ink6991.xml" ContentType="application/inkml+xml"/>
  <Override PartName="/ppt/ink/ink6992.xml" ContentType="application/inkml+xml"/>
  <Override PartName="/ppt/ink/ink6993.xml" ContentType="application/inkml+xml"/>
  <Override PartName="/ppt/ink/ink6994.xml" ContentType="application/inkml+xml"/>
  <Override PartName="/ppt/ink/ink6995.xml" ContentType="application/inkml+xml"/>
  <Override PartName="/ppt/ink/ink6996.xml" ContentType="application/inkml+xml"/>
  <Override PartName="/ppt/ink/ink6997.xml" ContentType="application/inkml+xml"/>
  <Override PartName="/ppt/ink/ink6998.xml" ContentType="application/inkml+xml"/>
  <Override PartName="/ppt/ink/ink6999.xml" ContentType="application/inkml+xml"/>
  <Override PartName="/ppt/ink/ink7000.xml" ContentType="application/inkml+xml"/>
  <Override PartName="/ppt/ink/ink7001.xml" ContentType="application/inkml+xml"/>
  <Override PartName="/ppt/ink/ink7002.xml" ContentType="application/inkml+xml"/>
  <Override PartName="/ppt/ink/ink7003.xml" ContentType="application/inkml+xml"/>
  <Override PartName="/ppt/ink/ink7004.xml" ContentType="application/inkml+xml"/>
  <Override PartName="/ppt/ink/ink7005.xml" ContentType="application/inkml+xml"/>
  <Override PartName="/ppt/ink/ink7006.xml" ContentType="application/inkml+xml"/>
  <Override PartName="/ppt/ink/ink7007.xml" ContentType="application/inkml+xml"/>
  <Override PartName="/ppt/ink/ink7008.xml" ContentType="application/inkml+xml"/>
  <Override PartName="/ppt/ink/ink7009.xml" ContentType="application/inkml+xml"/>
  <Override PartName="/ppt/ink/ink7010.xml" ContentType="application/inkml+xml"/>
  <Override PartName="/ppt/ink/ink7011.xml" ContentType="application/inkml+xml"/>
  <Override PartName="/ppt/ink/ink7012.xml" ContentType="application/inkml+xml"/>
  <Override PartName="/ppt/ink/ink7013.xml" ContentType="application/inkml+xml"/>
  <Override PartName="/ppt/ink/ink7014.xml" ContentType="application/inkml+xml"/>
  <Override PartName="/ppt/ink/ink7015.xml" ContentType="application/inkml+xml"/>
  <Override PartName="/ppt/ink/ink7016.xml" ContentType="application/inkml+xml"/>
  <Override PartName="/ppt/ink/ink7017.xml" ContentType="application/inkml+xml"/>
  <Override PartName="/ppt/ink/ink7018.xml" ContentType="application/inkml+xml"/>
  <Override PartName="/ppt/ink/ink7019.xml" ContentType="application/inkml+xml"/>
  <Override PartName="/ppt/ink/ink7020.xml" ContentType="application/inkml+xml"/>
  <Override PartName="/ppt/ink/ink7021.xml" ContentType="application/inkml+xml"/>
  <Override PartName="/ppt/ink/ink7022.xml" ContentType="application/inkml+xml"/>
  <Override PartName="/ppt/ink/ink7023.xml" ContentType="application/inkml+xml"/>
  <Override PartName="/ppt/ink/ink7024.xml" ContentType="application/inkml+xml"/>
  <Override PartName="/ppt/ink/ink7025.xml" ContentType="application/inkml+xml"/>
  <Override PartName="/ppt/ink/ink7026.xml" ContentType="application/inkml+xml"/>
  <Override PartName="/ppt/ink/ink7027.xml" ContentType="application/inkml+xml"/>
  <Override PartName="/ppt/ink/ink7028.xml" ContentType="application/inkml+xml"/>
  <Override PartName="/ppt/ink/ink7029.xml" ContentType="application/inkml+xml"/>
  <Override PartName="/ppt/ink/ink7030.xml" ContentType="application/inkml+xml"/>
  <Override PartName="/ppt/ink/ink7031.xml" ContentType="application/inkml+xml"/>
  <Override PartName="/ppt/ink/ink7032.xml" ContentType="application/inkml+xml"/>
  <Override PartName="/ppt/ink/ink7033.xml" ContentType="application/inkml+xml"/>
  <Override PartName="/ppt/ink/ink7034.xml" ContentType="application/inkml+xml"/>
  <Override PartName="/ppt/ink/ink7035.xml" ContentType="application/inkml+xml"/>
  <Override PartName="/ppt/ink/ink7036.xml" ContentType="application/inkml+xml"/>
  <Override PartName="/ppt/ink/ink7037.xml" ContentType="application/inkml+xml"/>
  <Override PartName="/ppt/ink/ink7038.xml" ContentType="application/inkml+xml"/>
  <Override PartName="/ppt/ink/ink7039.xml" ContentType="application/inkml+xml"/>
  <Override PartName="/ppt/ink/ink7040.xml" ContentType="application/inkml+xml"/>
  <Override PartName="/ppt/ink/ink7041.xml" ContentType="application/inkml+xml"/>
  <Override PartName="/ppt/ink/ink7042.xml" ContentType="application/inkml+xml"/>
  <Override PartName="/ppt/ink/ink7043.xml" ContentType="application/inkml+xml"/>
  <Override PartName="/ppt/ink/ink7044.xml" ContentType="application/inkml+xml"/>
  <Override PartName="/ppt/ink/ink7045.xml" ContentType="application/inkml+xml"/>
  <Override PartName="/ppt/ink/ink7046.xml" ContentType="application/inkml+xml"/>
  <Override PartName="/ppt/ink/ink7047.xml" ContentType="application/inkml+xml"/>
  <Override PartName="/ppt/ink/ink7048.xml" ContentType="application/inkml+xml"/>
  <Override PartName="/ppt/ink/ink7049.xml" ContentType="application/inkml+xml"/>
  <Override PartName="/ppt/ink/ink7050.xml" ContentType="application/inkml+xml"/>
  <Override PartName="/ppt/ink/ink7051.xml" ContentType="application/inkml+xml"/>
  <Override PartName="/ppt/ink/ink7052.xml" ContentType="application/inkml+xml"/>
  <Override PartName="/ppt/ink/ink7053.xml" ContentType="application/inkml+xml"/>
  <Override PartName="/ppt/ink/ink7054.xml" ContentType="application/inkml+xml"/>
  <Override PartName="/ppt/ink/ink7055.xml" ContentType="application/inkml+xml"/>
  <Override PartName="/ppt/ink/ink7056.xml" ContentType="application/inkml+xml"/>
  <Override PartName="/ppt/ink/ink7057.xml" ContentType="application/inkml+xml"/>
  <Override PartName="/ppt/ink/ink7058.xml" ContentType="application/inkml+xml"/>
  <Override PartName="/ppt/ink/ink7059.xml" ContentType="application/inkml+xml"/>
  <Override PartName="/ppt/ink/ink7060.xml" ContentType="application/inkml+xml"/>
  <Override PartName="/ppt/ink/ink7061.xml" ContentType="application/inkml+xml"/>
  <Override PartName="/ppt/ink/ink7062.xml" ContentType="application/inkml+xml"/>
  <Override PartName="/ppt/ink/ink7063.xml" ContentType="application/inkml+xml"/>
  <Override PartName="/ppt/ink/ink7064.xml" ContentType="application/inkml+xml"/>
  <Override PartName="/ppt/ink/ink7065.xml" ContentType="application/inkml+xml"/>
  <Override PartName="/ppt/ink/ink7066.xml" ContentType="application/inkml+xml"/>
  <Override PartName="/ppt/ink/ink7067.xml" ContentType="application/inkml+xml"/>
  <Override PartName="/ppt/ink/ink7068.xml" ContentType="application/inkml+xml"/>
  <Override PartName="/ppt/ink/ink7069.xml" ContentType="application/inkml+xml"/>
  <Override PartName="/ppt/ink/ink7070.xml" ContentType="application/inkml+xml"/>
  <Override PartName="/ppt/ink/ink7071.xml" ContentType="application/inkml+xml"/>
  <Override PartName="/ppt/ink/ink7072.xml" ContentType="application/inkml+xml"/>
  <Override PartName="/ppt/ink/ink7073.xml" ContentType="application/inkml+xml"/>
  <Override PartName="/ppt/ink/ink7074.xml" ContentType="application/inkml+xml"/>
  <Override PartName="/ppt/ink/ink7075.xml" ContentType="application/inkml+xml"/>
  <Override PartName="/ppt/ink/ink7076.xml" ContentType="application/inkml+xml"/>
  <Override PartName="/ppt/ink/ink7077.xml" ContentType="application/inkml+xml"/>
  <Override PartName="/ppt/ink/ink7078.xml" ContentType="application/inkml+xml"/>
  <Override PartName="/ppt/ink/ink7079.xml" ContentType="application/inkml+xml"/>
  <Override PartName="/ppt/ink/ink7080.xml" ContentType="application/inkml+xml"/>
  <Override PartName="/ppt/ink/ink7081.xml" ContentType="application/inkml+xml"/>
  <Override PartName="/ppt/ink/ink7082.xml" ContentType="application/inkml+xml"/>
  <Override PartName="/ppt/ink/ink7083.xml" ContentType="application/inkml+xml"/>
  <Override PartName="/ppt/ink/ink7084.xml" ContentType="application/inkml+xml"/>
  <Override PartName="/ppt/ink/ink7085.xml" ContentType="application/inkml+xml"/>
  <Override PartName="/ppt/ink/ink7086.xml" ContentType="application/inkml+xml"/>
  <Override PartName="/ppt/ink/ink7087.xml" ContentType="application/inkml+xml"/>
  <Override PartName="/ppt/ink/ink7088.xml" ContentType="application/inkml+xml"/>
  <Override PartName="/ppt/ink/ink7089.xml" ContentType="application/inkml+xml"/>
  <Override PartName="/ppt/ink/ink7090.xml" ContentType="application/inkml+xml"/>
  <Override PartName="/ppt/ink/ink7091.xml" ContentType="application/inkml+xml"/>
  <Override PartName="/ppt/ink/ink7092.xml" ContentType="application/inkml+xml"/>
  <Override PartName="/ppt/ink/ink7093.xml" ContentType="application/inkml+xml"/>
  <Override PartName="/ppt/ink/ink7094.xml" ContentType="application/inkml+xml"/>
  <Override PartName="/ppt/ink/ink7095.xml" ContentType="application/inkml+xml"/>
  <Override PartName="/ppt/ink/ink7096.xml" ContentType="application/inkml+xml"/>
  <Override PartName="/ppt/ink/ink7097.xml" ContentType="application/inkml+xml"/>
  <Override PartName="/ppt/ink/ink7098.xml" ContentType="application/inkml+xml"/>
  <Override PartName="/ppt/ink/ink7099.xml" ContentType="application/inkml+xml"/>
  <Override PartName="/ppt/ink/ink7100.xml" ContentType="application/inkml+xml"/>
  <Override PartName="/ppt/ink/ink7101.xml" ContentType="application/inkml+xml"/>
  <Override PartName="/ppt/ink/ink7102.xml" ContentType="application/inkml+xml"/>
  <Override PartName="/ppt/ink/ink7103.xml" ContentType="application/inkml+xml"/>
  <Override PartName="/ppt/ink/ink7104.xml" ContentType="application/inkml+xml"/>
  <Override PartName="/ppt/ink/ink7105.xml" ContentType="application/inkml+xml"/>
  <Override PartName="/ppt/ink/ink7106.xml" ContentType="application/inkml+xml"/>
  <Override PartName="/ppt/ink/ink7107.xml" ContentType="application/inkml+xml"/>
  <Override PartName="/ppt/ink/ink7108.xml" ContentType="application/inkml+xml"/>
  <Override PartName="/ppt/ink/ink7109.xml" ContentType="application/inkml+xml"/>
  <Override PartName="/ppt/ink/ink7110.xml" ContentType="application/inkml+xml"/>
  <Override PartName="/ppt/ink/ink7111.xml" ContentType="application/inkml+xml"/>
  <Override PartName="/ppt/ink/ink7112.xml" ContentType="application/inkml+xml"/>
  <Override PartName="/ppt/ink/ink7113.xml" ContentType="application/inkml+xml"/>
  <Override PartName="/ppt/ink/ink7114.xml" ContentType="application/inkml+xml"/>
  <Override PartName="/ppt/ink/ink7115.xml" ContentType="application/inkml+xml"/>
  <Override PartName="/ppt/ink/ink7116.xml" ContentType="application/inkml+xml"/>
  <Override PartName="/ppt/ink/ink7117.xml" ContentType="application/inkml+xml"/>
  <Override PartName="/ppt/ink/ink7118.xml" ContentType="application/inkml+xml"/>
  <Override PartName="/ppt/ink/ink7119.xml" ContentType="application/inkml+xml"/>
  <Override PartName="/ppt/ink/ink7120.xml" ContentType="application/inkml+xml"/>
  <Override PartName="/ppt/ink/ink7121.xml" ContentType="application/inkml+xml"/>
  <Override PartName="/ppt/ink/ink7122.xml" ContentType="application/inkml+xml"/>
  <Override PartName="/ppt/ink/ink7123.xml" ContentType="application/inkml+xml"/>
  <Override PartName="/ppt/ink/ink7124.xml" ContentType="application/inkml+xml"/>
  <Override PartName="/ppt/ink/ink7125.xml" ContentType="application/inkml+xml"/>
  <Override PartName="/ppt/ink/ink7126.xml" ContentType="application/inkml+xml"/>
  <Override PartName="/ppt/ink/ink7127.xml" ContentType="application/inkml+xml"/>
  <Override PartName="/ppt/ink/ink7128.xml" ContentType="application/inkml+xml"/>
  <Override PartName="/ppt/ink/ink7129.xml" ContentType="application/inkml+xml"/>
  <Override PartName="/ppt/ink/ink7130.xml" ContentType="application/inkml+xml"/>
  <Override PartName="/ppt/ink/ink7131.xml" ContentType="application/inkml+xml"/>
  <Override PartName="/ppt/ink/ink7132.xml" ContentType="application/inkml+xml"/>
  <Override PartName="/ppt/ink/ink7133.xml" ContentType="application/inkml+xml"/>
  <Override PartName="/ppt/ink/ink7134.xml" ContentType="application/inkml+xml"/>
  <Override PartName="/ppt/ink/ink7135.xml" ContentType="application/inkml+xml"/>
  <Override PartName="/ppt/ink/ink7136.xml" ContentType="application/inkml+xml"/>
  <Override PartName="/ppt/ink/ink7137.xml" ContentType="application/inkml+xml"/>
  <Override PartName="/ppt/ink/ink7138.xml" ContentType="application/inkml+xml"/>
  <Override PartName="/ppt/ink/ink7139.xml" ContentType="application/inkml+xml"/>
  <Override PartName="/ppt/ink/ink7140.xml" ContentType="application/inkml+xml"/>
  <Override PartName="/ppt/ink/ink7141.xml" ContentType="application/inkml+xml"/>
  <Override PartName="/ppt/ink/ink7142.xml" ContentType="application/inkml+xml"/>
  <Override PartName="/ppt/ink/ink7143.xml" ContentType="application/inkml+xml"/>
  <Override PartName="/ppt/ink/ink7144.xml" ContentType="application/inkml+xml"/>
  <Override PartName="/ppt/ink/ink7145.xml" ContentType="application/inkml+xml"/>
  <Override PartName="/ppt/ink/ink7146.xml" ContentType="application/inkml+xml"/>
  <Override PartName="/ppt/ink/ink7147.xml" ContentType="application/inkml+xml"/>
  <Override PartName="/ppt/ink/ink7148.xml" ContentType="application/inkml+xml"/>
  <Override PartName="/ppt/ink/ink7149.xml" ContentType="application/inkml+xml"/>
  <Override PartName="/ppt/ink/ink7150.xml" ContentType="application/inkml+xml"/>
  <Override PartName="/ppt/ink/ink7151.xml" ContentType="application/inkml+xml"/>
  <Override PartName="/ppt/ink/ink7152.xml" ContentType="application/inkml+xml"/>
  <Override PartName="/ppt/ink/ink7153.xml" ContentType="application/inkml+xml"/>
  <Override PartName="/ppt/ink/ink7154.xml" ContentType="application/inkml+xml"/>
  <Override PartName="/ppt/ink/ink7155.xml" ContentType="application/inkml+xml"/>
  <Override PartName="/ppt/ink/ink7156.xml" ContentType="application/inkml+xml"/>
  <Override PartName="/ppt/ink/ink7157.xml" ContentType="application/inkml+xml"/>
  <Override PartName="/ppt/ink/ink7158.xml" ContentType="application/inkml+xml"/>
  <Override PartName="/ppt/ink/ink7159.xml" ContentType="application/inkml+xml"/>
  <Override PartName="/ppt/ink/ink7160.xml" ContentType="application/inkml+xml"/>
  <Override PartName="/ppt/ink/ink7161.xml" ContentType="application/inkml+xml"/>
  <Override PartName="/ppt/ink/ink7162.xml" ContentType="application/inkml+xml"/>
  <Override PartName="/ppt/ink/ink7163.xml" ContentType="application/inkml+xml"/>
  <Override PartName="/ppt/ink/ink7164.xml" ContentType="application/inkml+xml"/>
  <Override PartName="/ppt/ink/ink7165.xml" ContentType="application/inkml+xml"/>
  <Override PartName="/ppt/ink/ink7166.xml" ContentType="application/inkml+xml"/>
  <Override PartName="/ppt/ink/ink7167.xml" ContentType="application/inkml+xml"/>
  <Override PartName="/ppt/ink/ink7168.xml" ContentType="application/inkml+xml"/>
  <Override PartName="/ppt/ink/ink7169.xml" ContentType="application/inkml+xml"/>
  <Override PartName="/ppt/ink/ink7170.xml" ContentType="application/inkml+xml"/>
  <Override PartName="/ppt/ink/ink7171.xml" ContentType="application/inkml+xml"/>
  <Override PartName="/ppt/ink/ink7172.xml" ContentType="application/inkml+xml"/>
  <Override PartName="/ppt/ink/ink7173.xml" ContentType="application/inkml+xml"/>
  <Override PartName="/ppt/ink/ink7174.xml" ContentType="application/inkml+xml"/>
  <Override PartName="/ppt/ink/ink7175.xml" ContentType="application/inkml+xml"/>
  <Override PartName="/ppt/ink/ink7176.xml" ContentType="application/inkml+xml"/>
  <Override PartName="/ppt/ink/ink7177.xml" ContentType="application/inkml+xml"/>
  <Override PartName="/ppt/ink/ink7178.xml" ContentType="application/inkml+xml"/>
  <Override PartName="/ppt/ink/ink7179.xml" ContentType="application/inkml+xml"/>
  <Override PartName="/ppt/ink/ink7180.xml" ContentType="application/inkml+xml"/>
  <Override PartName="/ppt/ink/ink7181.xml" ContentType="application/inkml+xml"/>
  <Override PartName="/ppt/ink/ink7182.xml" ContentType="application/inkml+xml"/>
  <Override PartName="/ppt/ink/ink7183.xml" ContentType="application/inkml+xml"/>
  <Override PartName="/ppt/ink/ink7184.xml" ContentType="application/inkml+xml"/>
  <Override PartName="/ppt/ink/ink7185.xml" ContentType="application/inkml+xml"/>
  <Override PartName="/ppt/ink/ink7186.xml" ContentType="application/inkml+xml"/>
  <Override PartName="/ppt/ink/ink7187.xml" ContentType="application/inkml+xml"/>
  <Override PartName="/ppt/ink/ink7188.xml" ContentType="application/inkml+xml"/>
  <Override PartName="/ppt/ink/ink7189.xml" ContentType="application/inkml+xml"/>
  <Override PartName="/ppt/ink/ink7190.xml" ContentType="application/inkml+xml"/>
  <Override PartName="/ppt/ink/ink7191.xml" ContentType="application/inkml+xml"/>
  <Override PartName="/ppt/ink/ink7192.xml" ContentType="application/inkml+xml"/>
  <Override PartName="/ppt/ink/ink7193.xml" ContentType="application/inkml+xml"/>
  <Override PartName="/ppt/ink/ink7194.xml" ContentType="application/inkml+xml"/>
  <Override PartName="/ppt/ink/ink7195.xml" ContentType="application/inkml+xml"/>
  <Override PartName="/ppt/ink/ink7196.xml" ContentType="application/inkml+xml"/>
  <Override PartName="/ppt/ink/ink7197.xml" ContentType="application/inkml+xml"/>
  <Override PartName="/ppt/ink/ink7198.xml" ContentType="application/inkml+xml"/>
  <Override PartName="/ppt/ink/ink7199.xml" ContentType="application/inkml+xml"/>
  <Override PartName="/ppt/ink/ink7200.xml" ContentType="application/inkml+xml"/>
  <Override PartName="/ppt/ink/ink7201.xml" ContentType="application/inkml+xml"/>
  <Override PartName="/ppt/ink/ink7202.xml" ContentType="application/inkml+xml"/>
  <Override PartName="/ppt/ink/ink7203.xml" ContentType="application/inkml+xml"/>
  <Override PartName="/ppt/ink/ink7204.xml" ContentType="application/inkml+xml"/>
  <Override PartName="/ppt/ink/ink7205.xml" ContentType="application/inkml+xml"/>
  <Override PartName="/ppt/ink/ink7206.xml" ContentType="application/inkml+xml"/>
  <Override PartName="/ppt/ink/ink7207.xml" ContentType="application/inkml+xml"/>
  <Override PartName="/ppt/ink/ink7208.xml" ContentType="application/inkml+xml"/>
  <Override PartName="/ppt/ink/ink7209.xml" ContentType="application/inkml+xml"/>
  <Override PartName="/ppt/ink/ink7210.xml" ContentType="application/inkml+xml"/>
  <Override PartName="/ppt/ink/ink7211.xml" ContentType="application/inkml+xml"/>
  <Override PartName="/ppt/ink/ink7212.xml" ContentType="application/inkml+xml"/>
  <Override PartName="/ppt/ink/ink7213.xml" ContentType="application/inkml+xml"/>
  <Override PartName="/ppt/ink/ink7214.xml" ContentType="application/inkml+xml"/>
  <Override PartName="/ppt/ink/ink7215.xml" ContentType="application/inkml+xml"/>
  <Override PartName="/ppt/ink/ink7216.xml" ContentType="application/inkml+xml"/>
  <Override PartName="/ppt/ink/ink7217.xml" ContentType="application/inkml+xml"/>
  <Override PartName="/ppt/ink/ink7218.xml" ContentType="application/inkml+xml"/>
  <Override PartName="/ppt/ink/ink7219.xml" ContentType="application/inkml+xml"/>
  <Override PartName="/ppt/ink/ink7220.xml" ContentType="application/inkml+xml"/>
  <Override PartName="/ppt/ink/ink7221.xml" ContentType="application/inkml+xml"/>
  <Override PartName="/ppt/ink/ink7222.xml" ContentType="application/inkml+xml"/>
  <Override PartName="/ppt/ink/ink7223.xml" ContentType="application/inkml+xml"/>
  <Override PartName="/ppt/ink/ink7224.xml" ContentType="application/inkml+xml"/>
  <Override PartName="/ppt/ink/ink7225.xml" ContentType="application/inkml+xml"/>
  <Override PartName="/ppt/ink/ink7226.xml" ContentType="application/inkml+xml"/>
  <Override PartName="/ppt/ink/ink7227.xml" ContentType="application/inkml+xml"/>
  <Override PartName="/ppt/ink/ink7228.xml" ContentType="application/inkml+xml"/>
  <Override PartName="/ppt/ink/ink7229.xml" ContentType="application/inkml+xml"/>
  <Override PartName="/ppt/ink/ink7230.xml" ContentType="application/inkml+xml"/>
  <Override PartName="/ppt/ink/ink7231.xml" ContentType="application/inkml+xml"/>
  <Override PartName="/ppt/ink/ink7232.xml" ContentType="application/inkml+xml"/>
  <Override PartName="/ppt/ink/ink7233.xml" ContentType="application/inkml+xml"/>
  <Override PartName="/ppt/ink/ink7234.xml" ContentType="application/inkml+xml"/>
  <Override PartName="/ppt/ink/ink7235.xml" ContentType="application/inkml+xml"/>
  <Override PartName="/ppt/ink/ink7236.xml" ContentType="application/inkml+xml"/>
  <Override PartName="/ppt/ink/ink7237.xml" ContentType="application/inkml+xml"/>
  <Override PartName="/ppt/ink/ink7238.xml" ContentType="application/inkml+xml"/>
  <Override PartName="/ppt/ink/ink7239.xml" ContentType="application/inkml+xml"/>
  <Override PartName="/ppt/ink/ink7240.xml" ContentType="application/inkml+xml"/>
  <Override PartName="/ppt/ink/ink7241.xml" ContentType="application/inkml+xml"/>
  <Override PartName="/ppt/ink/ink7242.xml" ContentType="application/inkml+xml"/>
  <Override PartName="/ppt/ink/ink7243.xml" ContentType="application/inkml+xml"/>
  <Override PartName="/ppt/ink/ink7244.xml" ContentType="application/inkml+xml"/>
  <Override PartName="/ppt/ink/ink7245.xml" ContentType="application/inkml+xml"/>
  <Override PartName="/ppt/ink/ink7246.xml" ContentType="application/inkml+xml"/>
  <Override PartName="/ppt/ink/ink7247.xml" ContentType="application/inkml+xml"/>
  <Override PartName="/ppt/ink/ink7248.xml" ContentType="application/inkml+xml"/>
  <Override PartName="/ppt/ink/ink7249.xml" ContentType="application/inkml+xml"/>
  <Override PartName="/ppt/ink/ink7250.xml" ContentType="application/inkml+xml"/>
  <Override PartName="/ppt/ink/ink7251.xml" ContentType="application/inkml+xml"/>
  <Override PartName="/ppt/ink/ink7252.xml" ContentType="application/inkml+xml"/>
  <Override PartName="/ppt/ink/ink7253.xml" ContentType="application/inkml+xml"/>
  <Override PartName="/ppt/ink/ink7254.xml" ContentType="application/inkml+xml"/>
  <Override PartName="/ppt/ink/ink7255.xml" ContentType="application/inkml+xml"/>
  <Override PartName="/ppt/ink/ink7256.xml" ContentType="application/inkml+xml"/>
  <Override PartName="/ppt/ink/ink7257.xml" ContentType="application/inkml+xml"/>
  <Override PartName="/ppt/ink/ink7258.xml" ContentType="application/inkml+xml"/>
  <Override PartName="/ppt/ink/ink7259.xml" ContentType="application/inkml+xml"/>
  <Override PartName="/ppt/ink/ink7260.xml" ContentType="application/inkml+xml"/>
  <Override PartName="/ppt/ink/ink7261.xml" ContentType="application/inkml+xml"/>
  <Override PartName="/ppt/ink/ink7262.xml" ContentType="application/inkml+xml"/>
  <Override PartName="/ppt/ink/ink7263.xml" ContentType="application/inkml+xml"/>
  <Override PartName="/ppt/ink/ink7264.xml" ContentType="application/inkml+xml"/>
  <Override PartName="/ppt/ink/ink7265.xml" ContentType="application/inkml+xml"/>
  <Override PartName="/ppt/ink/ink7266.xml" ContentType="application/inkml+xml"/>
  <Override PartName="/ppt/ink/ink7267.xml" ContentType="application/inkml+xml"/>
  <Override PartName="/ppt/ink/ink7268.xml" ContentType="application/inkml+xml"/>
  <Override PartName="/ppt/ink/ink7269.xml" ContentType="application/inkml+xml"/>
  <Override PartName="/ppt/ink/ink7270.xml" ContentType="application/inkml+xml"/>
  <Override PartName="/ppt/ink/ink7271.xml" ContentType="application/inkml+xml"/>
  <Override PartName="/ppt/ink/ink7272.xml" ContentType="application/inkml+xml"/>
  <Override PartName="/ppt/ink/ink7273.xml" ContentType="application/inkml+xml"/>
  <Override PartName="/ppt/ink/ink7274.xml" ContentType="application/inkml+xml"/>
  <Override PartName="/ppt/ink/ink7275.xml" ContentType="application/inkml+xml"/>
  <Override PartName="/ppt/ink/ink7276.xml" ContentType="application/inkml+xml"/>
  <Override PartName="/ppt/ink/ink7277.xml" ContentType="application/inkml+xml"/>
  <Override PartName="/ppt/ink/ink7278.xml" ContentType="application/inkml+xml"/>
  <Override PartName="/ppt/ink/ink7279.xml" ContentType="application/inkml+xml"/>
  <Override PartName="/ppt/ink/ink7280.xml" ContentType="application/inkml+xml"/>
  <Override PartName="/ppt/ink/ink7281.xml" ContentType="application/inkml+xml"/>
  <Override PartName="/ppt/ink/ink7282.xml" ContentType="application/inkml+xml"/>
  <Override PartName="/ppt/ink/ink7283.xml" ContentType="application/inkml+xml"/>
  <Override PartName="/ppt/ink/ink7284.xml" ContentType="application/inkml+xml"/>
  <Override PartName="/ppt/ink/ink7285.xml" ContentType="application/inkml+xml"/>
  <Override PartName="/ppt/ink/ink7286.xml" ContentType="application/inkml+xml"/>
  <Override PartName="/ppt/ink/ink7287.xml" ContentType="application/inkml+xml"/>
  <Override PartName="/ppt/ink/ink7288.xml" ContentType="application/inkml+xml"/>
  <Override PartName="/ppt/ink/ink7289.xml" ContentType="application/inkml+xml"/>
  <Override PartName="/ppt/ink/ink7290.xml" ContentType="application/inkml+xml"/>
  <Override PartName="/ppt/ink/ink7291.xml" ContentType="application/inkml+xml"/>
  <Override PartName="/ppt/ink/ink7292.xml" ContentType="application/inkml+xml"/>
  <Override PartName="/ppt/ink/ink7293.xml" ContentType="application/inkml+xml"/>
  <Override PartName="/ppt/ink/ink7294.xml" ContentType="application/inkml+xml"/>
  <Override PartName="/ppt/ink/ink7295.xml" ContentType="application/inkml+xml"/>
  <Override PartName="/ppt/ink/ink7296.xml" ContentType="application/inkml+xml"/>
  <Override PartName="/ppt/ink/ink7297.xml" ContentType="application/inkml+xml"/>
  <Override PartName="/ppt/ink/ink7298.xml" ContentType="application/inkml+xml"/>
  <Override PartName="/ppt/ink/ink7299.xml" ContentType="application/inkml+xml"/>
  <Override PartName="/ppt/ink/ink7300.xml" ContentType="application/inkml+xml"/>
  <Override PartName="/ppt/ink/ink7301.xml" ContentType="application/inkml+xml"/>
  <Override PartName="/ppt/ink/ink7302.xml" ContentType="application/inkml+xml"/>
  <Override PartName="/ppt/ink/ink7303.xml" ContentType="application/inkml+xml"/>
  <Override PartName="/ppt/ink/ink7304.xml" ContentType="application/inkml+xml"/>
  <Override PartName="/ppt/ink/ink7305.xml" ContentType="application/inkml+xml"/>
  <Override PartName="/ppt/ink/ink7306.xml" ContentType="application/inkml+xml"/>
  <Override PartName="/ppt/ink/ink7307.xml" ContentType="application/inkml+xml"/>
  <Override PartName="/ppt/ink/ink7308.xml" ContentType="application/inkml+xml"/>
  <Override PartName="/ppt/ink/ink7309.xml" ContentType="application/inkml+xml"/>
  <Override PartName="/ppt/ink/ink7310.xml" ContentType="application/inkml+xml"/>
  <Override PartName="/ppt/ink/ink7311.xml" ContentType="application/inkml+xml"/>
  <Override PartName="/ppt/ink/ink7312.xml" ContentType="application/inkml+xml"/>
  <Override PartName="/ppt/ink/ink7313.xml" ContentType="application/inkml+xml"/>
  <Override PartName="/ppt/ink/ink7314.xml" ContentType="application/inkml+xml"/>
  <Override PartName="/ppt/ink/ink7315.xml" ContentType="application/inkml+xml"/>
  <Override PartName="/ppt/ink/ink7316.xml" ContentType="application/inkml+xml"/>
  <Override PartName="/ppt/ink/ink7317.xml" ContentType="application/inkml+xml"/>
  <Override PartName="/ppt/ink/ink7318.xml" ContentType="application/inkml+xml"/>
  <Override PartName="/ppt/ink/ink7319.xml" ContentType="application/inkml+xml"/>
  <Override PartName="/ppt/ink/ink7320.xml" ContentType="application/inkml+xml"/>
  <Override PartName="/ppt/ink/ink7321.xml" ContentType="application/inkml+xml"/>
  <Override PartName="/ppt/ink/ink7322.xml" ContentType="application/inkml+xml"/>
  <Override PartName="/ppt/ink/ink7323.xml" ContentType="application/inkml+xml"/>
  <Override PartName="/ppt/ink/ink7324.xml" ContentType="application/inkml+xml"/>
  <Override PartName="/ppt/ink/ink7325.xml" ContentType="application/inkml+xml"/>
  <Override PartName="/ppt/ink/ink7326.xml" ContentType="application/inkml+xml"/>
  <Override PartName="/ppt/ink/ink7327.xml" ContentType="application/inkml+xml"/>
  <Override PartName="/ppt/ink/ink7328.xml" ContentType="application/inkml+xml"/>
  <Override PartName="/ppt/ink/ink7329.xml" ContentType="application/inkml+xml"/>
  <Override PartName="/ppt/ink/ink7330.xml" ContentType="application/inkml+xml"/>
  <Override PartName="/ppt/ink/ink7331.xml" ContentType="application/inkml+xml"/>
  <Override PartName="/ppt/ink/ink7332.xml" ContentType="application/inkml+xml"/>
  <Override PartName="/ppt/ink/ink7333.xml" ContentType="application/inkml+xml"/>
  <Override PartName="/ppt/ink/ink7334.xml" ContentType="application/inkml+xml"/>
  <Override PartName="/ppt/ink/ink7335.xml" ContentType="application/inkml+xml"/>
  <Override PartName="/ppt/ink/ink7336.xml" ContentType="application/inkml+xml"/>
  <Override PartName="/ppt/ink/ink7337.xml" ContentType="application/inkml+xml"/>
  <Override PartName="/ppt/ink/ink7338.xml" ContentType="application/inkml+xml"/>
  <Override PartName="/ppt/ink/ink7339.xml" ContentType="application/inkml+xml"/>
  <Override PartName="/ppt/ink/ink7340.xml" ContentType="application/inkml+xml"/>
  <Override PartName="/ppt/ink/ink7341.xml" ContentType="application/inkml+xml"/>
  <Override PartName="/ppt/ink/ink7342.xml" ContentType="application/inkml+xml"/>
  <Override PartName="/ppt/ink/ink7343.xml" ContentType="application/inkml+xml"/>
  <Override PartName="/ppt/ink/ink7344.xml" ContentType="application/inkml+xml"/>
  <Override PartName="/ppt/ink/ink7345.xml" ContentType="application/inkml+xml"/>
  <Override PartName="/ppt/ink/ink7346.xml" ContentType="application/inkml+xml"/>
  <Override PartName="/ppt/ink/ink7347.xml" ContentType="application/inkml+xml"/>
  <Override PartName="/ppt/ink/ink7348.xml" ContentType="application/inkml+xml"/>
  <Override PartName="/ppt/ink/ink7349.xml" ContentType="application/inkml+xml"/>
  <Override PartName="/ppt/ink/ink7350.xml" ContentType="application/inkml+xml"/>
  <Override PartName="/ppt/ink/ink7351.xml" ContentType="application/inkml+xml"/>
  <Override PartName="/ppt/ink/ink7352.xml" ContentType="application/inkml+xml"/>
  <Override PartName="/ppt/ink/ink7353.xml" ContentType="application/inkml+xml"/>
  <Override PartName="/ppt/ink/ink7354.xml" ContentType="application/inkml+xml"/>
  <Override PartName="/ppt/ink/ink7355.xml" ContentType="application/inkml+xml"/>
  <Override PartName="/ppt/ink/ink7356.xml" ContentType="application/inkml+xml"/>
  <Override PartName="/ppt/ink/ink7357.xml" ContentType="application/inkml+xml"/>
  <Override PartName="/ppt/ink/ink7358.xml" ContentType="application/inkml+xml"/>
  <Override PartName="/ppt/ink/ink7359.xml" ContentType="application/inkml+xml"/>
  <Override PartName="/ppt/ink/ink7360.xml" ContentType="application/inkml+xml"/>
  <Override PartName="/ppt/ink/ink7361.xml" ContentType="application/inkml+xml"/>
  <Override PartName="/ppt/ink/ink7362.xml" ContentType="application/inkml+xml"/>
  <Override PartName="/ppt/ink/ink7363.xml" ContentType="application/inkml+xml"/>
  <Override PartName="/ppt/ink/ink7364.xml" ContentType="application/inkml+xml"/>
  <Override PartName="/ppt/ink/ink7365.xml" ContentType="application/inkml+xml"/>
  <Override PartName="/ppt/ink/ink7366.xml" ContentType="application/inkml+xml"/>
  <Override PartName="/ppt/ink/ink7367.xml" ContentType="application/inkml+xml"/>
  <Override PartName="/ppt/ink/ink7368.xml" ContentType="application/inkml+xml"/>
  <Override PartName="/ppt/ink/ink7369.xml" ContentType="application/inkml+xml"/>
  <Override PartName="/ppt/ink/ink7370.xml" ContentType="application/inkml+xml"/>
  <Override PartName="/ppt/ink/ink7371.xml" ContentType="application/inkml+xml"/>
  <Override PartName="/ppt/ink/ink7372.xml" ContentType="application/inkml+xml"/>
  <Override PartName="/ppt/ink/ink7373.xml" ContentType="application/inkml+xml"/>
  <Override PartName="/ppt/ink/ink7374.xml" ContentType="application/inkml+xml"/>
  <Override PartName="/ppt/ink/ink7375.xml" ContentType="application/inkml+xml"/>
  <Override PartName="/ppt/ink/ink7376.xml" ContentType="application/inkml+xml"/>
  <Override PartName="/ppt/ink/ink7377.xml" ContentType="application/inkml+xml"/>
  <Override PartName="/ppt/ink/ink7378.xml" ContentType="application/inkml+xml"/>
  <Override PartName="/ppt/ink/ink7379.xml" ContentType="application/inkml+xml"/>
  <Override PartName="/ppt/ink/ink7380.xml" ContentType="application/inkml+xml"/>
  <Override PartName="/ppt/ink/ink7381.xml" ContentType="application/inkml+xml"/>
  <Override PartName="/ppt/ink/ink7382.xml" ContentType="application/inkml+xml"/>
  <Override PartName="/ppt/ink/ink7383.xml" ContentType="application/inkml+xml"/>
  <Override PartName="/ppt/ink/ink7384.xml" ContentType="application/inkml+xml"/>
  <Override PartName="/ppt/ink/ink7385.xml" ContentType="application/inkml+xml"/>
  <Override PartName="/ppt/ink/ink7386.xml" ContentType="application/inkml+xml"/>
  <Override PartName="/ppt/ink/ink7387.xml" ContentType="application/inkml+xml"/>
  <Override PartName="/ppt/ink/ink7388.xml" ContentType="application/inkml+xml"/>
  <Override PartName="/ppt/ink/ink7389.xml" ContentType="application/inkml+xml"/>
  <Override PartName="/ppt/ink/ink7390.xml" ContentType="application/inkml+xml"/>
  <Override PartName="/ppt/ink/ink7391.xml" ContentType="application/inkml+xml"/>
  <Override PartName="/ppt/ink/ink7392.xml" ContentType="application/inkml+xml"/>
  <Override PartName="/ppt/ink/ink7393.xml" ContentType="application/inkml+xml"/>
  <Override PartName="/ppt/ink/ink7394.xml" ContentType="application/inkml+xml"/>
  <Override PartName="/ppt/ink/ink7395.xml" ContentType="application/inkml+xml"/>
  <Override PartName="/ppt/ink/ink7396.xml" ContentType="application/inkml+xml"/>
  <Override PartName="/ppt/ink/ink7397.xml" ContentType="application/inkml+xml"/>
  <Override PartName="/ppt/ink/ink7398.xml" ContentType="application/inkml+xml"/>
  <Override PartName="/ppt/ink/ink7399.xml" ContentType="application/inkml+xml"/>
  <Override PartName="/ppt/ink/ink7400.xml" ContentType="application/inkml+xml"/>
  <Override PartName="/ppt/ink/ink7401.xml" ContentType="application/inkml+xml"/>
  <Override PartName="/ppt/ink/ink7402.xml" ContentType="application/inkml+xml"/>
  <Override PartName="/ppt/ink/ink7403.xml" ContentType="application/inkml+xml"/>
  <Override PartName="/ppt/ink/ink7404.xml" ContentType="application/inkml+xml"/>
  <Override PartName="/ppt/ink/ink7405.xml" ContentType="application/inkml+xml"/>
  <Override PartName="/ppt/ink/ink7406.xml" ContentType="application/inkml+xml"/>
  <Override PartName="/ppt/ink/ink7407.xml" ContentType="application/inkml+xml"/>
  <Override PartName="/ppt/ink/ink7408.xml" ContentType="application/inkml+xml"/>
  <Override PartName="/ppt/ink/ink7409.xml" ContentType="application/inkml+xml"/>
  <Override PartName="/ppt/ink/ink7410.xml" ContentType="application/inkml+xml"/>
  <Override PartName="/ppt/ink/ink7411.xml" ContentType="application/inkml+xml"/>
  <Override PartName="/ppt/ink/ink7412.xml" ContentType="application/inkml+xml"/>
  <Override PartName="/ppt/ink/ink7413.xml" ContentType="application/inkml+xml"/>
  <Override PartName="/ppt/ink/ink7414.xml" ContentType="application/inkml+xml"/>
  <Override PartName="/ppt/ink/ink7415.xml" ContentType="application/inkml+xml"/>
  <Override PartName="/ppt/ink/ink7416.xml" ContentType="application/inkml+xml"/>
  <Override PartName="/ppt/ink/ink7417.xml" ContentType="application/inkml+xml"/>
  <Override PartName="/ppt/ink/ink7418.xml" ContentType="application/inkml+xml"/>
  <Override PartName="/ppt/ink/ink7419.xml" ContentType="application/inkml+xml"/>
  <Override PartName="/ppt/ink/ink7420.xml" ContentType="application/inkml+xml"/>
  <Override PartName="/ppt/ink/ink7421.xml" ContentType="application/inkml+xml"/>
  <Override PartName="/ppt/ink/ink7422.xml" ContentType="application/inkml+xml"/>
  <Override PartName="/ppt/ink/ink7423.xml" ContentType="application/inkml+xml"/>
  <Override PartName="/ppt/ink/ink7424.xml" ContentType="application/inkml+xml"/>
  <Override PartName="/ppt/ink/ink7425.xml" ContentType="application/inkml+xml"/>
  <Override PartName="/ppt/ink/ink7426.xml" ContentType="application/inkml+xml"/>
  <Override PartName="/ppt/ink/ink7427.xml" ContentType="application/inkml+xml"/>
  <Override PartName="/ppt/ink/ink7428.xml" ContentType="application/inkml+xml"/>
  <Override PartName="/ppt/ink/ink7429.xml" ContentType="application/inkml+xml"/>
  <Override PartName="/ppt/ink/ink7430.xml" ContentType="application/inkml+xml"/>
  <Override PartName="/ppt/ink/ink7431.xml" ContentType="application/inkml+xml"/>
  <Override PartName="/ppt/ink/ink7432.xml" ContentType="application/inkml+xml"/>
  <Override PartName="/ppt/ink/ink7433.xml" ContentType="application/inkml+xml"/>
  <Override PartName="/ppt/ink/ink7434.xml" ContentType="application/inkml+xml"/>
  <Override PartName="/ppt/ink/ink7435.xml" ContentType="application/inkml+xml"/>
  <Override PartName="/ppt/ink/ink7436.xml" ContentType="application/inkml+xml"/>
  <Override PartName="/ppt/ink/ink7437.xml" ContentType="application/inkml+xml"/>
  <Override PartName="/ppt/ink/ink7438.xml" ContentType="application/inkml+xml"/>
  <Override PartName="/ppt/ink/ink7439.xml" ContentType="application/inkml+xml"/>
  <Override PartName="/ppt/ink/ink7440.xml" ContentType="application/inkml+xml"/>
  <Override PartName="/ppt/ink/ink7441.xml" ContentType="application/inkml+xml"/>
  <Override PartName="/ppt/ink/ink7442.xml" ContentType="application/inkml+xml"/>
  <Override PartName="/ppt/ink/ink7443.xml" ContentType="application/inkml+xml"/>
  <Override PartName="/ppt/ink/ink7444.xml" ContentType="application/inkml+xml"/>
  <Override PartName="/ppt/ink/ink7445.xml" ContentType="application/inkml+xml"/>
  <Override PartName="/ppt/ink/ink7446.xml" ContentType="application/inkml+xml"/>
  <Override PartName="/ppt/ink/ink7447.xml" ContentType="application/inkml+xml"/>
  <Override PartName="/ppt/ink/ink7448.xml" ContentType="application/inkml+xml"/>
  <Override PartName="/ppt/ink/ink7449.xml" ContentType="application/inkml+xml"/>
  <Override PartName="/ppt/ink/ink7450.xml" ContentType="application/inkml+xml"/>
  <Override PartName="/ppt/ink/ink7451.xml" ContentType="application/inkml+xml"/>
  <Override PartName="/ppt/ink/ink7452.xml" ContentType="application/inkml+xml"/>
  <Override PartName="/ppt/ink/ink7453.xml" ContentType="application/inkml+xml"/>
  <Override PartName="/ppt/ink/ink7454.xml" ContentType="application/inkml+xml"/>
  <Override PartName="/ppt/ink/ink7455.xml" ContentType="application/inkml+xml"/>
  <Override PartName="/ppt/ink/ink7456.xml" ContentType="application/inkml+xml"/>
  <Override PartName="/ppt/ink/ink7457.xml" ContentType="application/inkml+xml"/>
  <Override PartName="/ppt/ink/ink7458.xml" ContentType="application/inkml+xml"/>
  <Override PartName="/ppt/ink/ink7459.xml" ContentType="application/inkml+xml"/>
  <Override PartName="/ppt/ink/ink7460.xml" ContentType="application/inkml+xml"/>
  <Override PartName="/ppt/ink/ink7461.xml" ContentType="application/inkml+xml"/>
  <Override PartName="/ppt/ink/ink7462.xml" ContentType="application/inkml+xml"/>
  <Override PartName="/ppt/ink/ink7463.xml" ContentType="application/inkml+xml"/>
  <Override PartName="/ppt/ink/ink7464.xml" ContentType="application/inkml+xml"/>
  <Override PartName="/ppt/ink/ink7465.xml" ContentType="application/inkml+xml"/>
  <Override PartName="/ppt/ink/ink7466.xml" ContentType="application/inkml+xml"/>
  <Override PartName="/ppt/ink/ink7467.xml" ContentType="application/inkml+xml"/>
  <Override PartName="/ppt/ink/ink7468.xml" ContentType="application/inkml+xml"/>
  <Override PartName="/ppt/ink/ink7469.xml" ContentType="application/inkml+xml"/>
  <Override PartName="/ppt/ink/ink7470.xml" ContentType="application/inkml+xml"/>
  <Override PartName="/ppt/ink/ink7471.xml" ContentType="application/inkml+xml"/>
  <Override PartName="/ppt/ink/ink7472.xml" ContentType="application/inkml+xml"/>
  <Override PartName="/ppt/ink/ink7473.xml" ContentType="application/inkml+xml"/>
  <Override PartName="/ppt/ink/ink7474.xml" ContentType="application/inkml+xml"/>
  <Override PartName="/ppt/ink/ink7475.xml" ContentType="application/inkml+xml"/>
  <Override PartName="/ppt/ink/ink7476.xml" ContentType="application/inkml+xml"/>
  <Override PartName="/ppt/ink/ink7477.xml" ContentType="application/inkml+xml"/>
  <Override PartName="/ppt/ink/ink7478.xml" ContentType="application/inkml+xml"/>
  <Override PartName="/ppt/ink/ink7479.xml" ContentType="application/inkml+xml"/>
  <Override PartName="/ppt/ink/ink7480.xml" ContentType="application/inkml+xml"/>
  <Override PartName="/ppt/ink/ink7481.xml" ContentType="application/inkml+xml"/>
  <Override PartName="/ppt/ink/ink7482.xml" ContentType="application/inkml+xml"/>
  <Override PartName="/ppt/ink/ink7483.xml" ContentType="application/inkml+xml"/>
  <Override PartName="/ppt/ink/ink7484.xml" ContentType="application/inkml+xml"/>
  <Override PartName="/ppt/ink/ink7485.xml" ContentType="application/inkml+xml"/>
  <Override PartName="/ppt/ink/ink7486.xml" ContentType="application/inkml+xml"/>
  <Override PartName="/ppt/ink/ink7487.xml" ContentType="application/inkml+xml"/>
  <Override PartName="/ppt/ink/ink7488.xml" ContentType="application/inkml+xml"/>
  <Override PartName="/ppt/ink/ink7489.xml" ContentType="application/inkml+xml"/>
  <Override PartName="/ppt/ink/ink7490.xml" ContentType="application/inkml+xml"/>
  <Override PartName="/ppt/ink/ink7491.xml" ContentType="application/inkml+xml"/>
  <Override PartName="/ppt/ink/ink7492.xml" ContentType="application/inkml+xml"/>
  <Override PartName="/ppt/ink/ink7493.xml" ContentType="application/inkml+xml"/>
  <Override PartName="/ppt/ink/ink7494.xml" ContentType="application/inkml+xml"/>
  <Override PartName="/ppt/ink/ink7495.xml" ContentType="application/inkml+xml"/>
  <Override PartName="/ppt/ink/ink7496.xml" ContentType="application/inkml+xml"/>
  <Override PartName="/ppt/ink/ink7497.xml" ContentType="application/inkml+xml"/>
  <Override PartName="/ppt/ink/ink7498.xml" ContentType="application/inkml+xml"/>
  <Override PartName="/ppt/ink/ink7499.xml" ContentType="application/inkml+xml"/>
  <Override PartName="/ppt/ink/ink7500.xml" ContentType="application/inkml+xml"/>
  <Override PartName="/ppt/ink/ink7501.xml" ContentType="application/inkml+xml"/>
  <Override PartName="/ppt/ink/ink7502.xml" ContentType="application/inkml+xml"/>
  <Override PartName="/ppt/ink/ink7503.xml" ContentType="application/inkml+xml"/>
  <Override PartName="/ppt/ink/ink7504.xml" ContentType="application/inkml+xml"/>
  <Override PartName="/ppt/ink/ink7505.xml" ContentType="application/inkml+xml"/>
  <Override PartName="/ppt/ink/ink7506.xml" ContentType="application/inkml+xml"/>
  <Override PartName="/ppt/ink/ink7507.xml" ContentType="application/inkml+xml"/>
  <Override PartName="/ppt/ink/ink7508.xml" ContentType="application/inkml+xml"/>
  <Override PartName="/ppt/ink/ink7509.xml" ContentType="application/inkml+xml"/>
  <Override PartName="/ppt/ink/ink7510.xml" ContentType="application/inkml+xml"/>
  <Override PartName="/ppt/ink/ink7511.xml" ContentType="application/inkml+xml"/>
  <Override PartName="/ppt/ink/ink7512.xml" ContentType="application/inkml+xml"/>
  <Override PartName="/ppt/ink/ink7513.xml" ContentType="application/inkml+xml"/>
  <Override PartName="/ppt/ink/ink7514.xml" ContentType="application/inkml+xml"/>
  <Override PartName="/ppt/ink/ink7515.xml" ContentType="application/inkml+xml"/>
  <Override PartName="/ppt/ink/ink7516.xml" ContentType="application/inkml+xml"/>
  <Override PartName="/ppt/ink/ink7517.xml" ContentType="application/inkml+xml"/>
  <Override PartName="/ppt/ink/ink7518.xml" ContentType="application/inkml+xml"/>
  <Override PartName="/ppt/ink/ink7519.xml" ContentType="application/inkml+xml"/>
  <Override PartName="/ppt/ink/ink7520.xml" ContentType="application/inkml+xml"/>
  <Override PartName="/ppt/ink/ink7521.xml" ContentType="application/inkml+xml"/>
  <Override PartName="/ppt/ink/ink7522.xml" ContentType="application/inkml+xml"/>
  <Override PartName="/ppt/ink/ink7523.xml" ContentType="application/inkml+xml"/>
  <Override PartName="/ppt/ink/ink7524.xml" ContentType="application/inkml+xml"/>
  <Override PartName="/ppt/ink/ink7525.xml" ContentType="application/inkml+xml"/>
  <Override PartName="/ppt/ink/ink7526.xml" ContentType="application/inkml+xml"/>
  <Override PartName="/ppt/ink/ink7527.xml" ContentType="application/inkml+xml"/>
  <Override PartName="/ppt/ink/ink7528.xml" ContentType="application/inkml+xml"/>
  <Override PartName="/ppt/ink/ink7529.xml" ContentType="application/inkml+xml"/>
  <Override PartName="/ppt/ink/ink7530.xml" ContentType="application/inkml+xml"/>
  <Override PartName="/ppt/ink/ink7531.xml" ContentType="application/inkml+xml"/>
  <Override PartName="/ppt/ink/ink7532.xml" ContentType="application/inkml+xml"/>
  <Override PartName="/ppt/ink/ink7533.xml" ContentType="application/inkml+xml"/>
  <Override PartName="/ppt/ink/ink7534.xml" ContentType="application/inkml+xml"/>
  <Override PartName="/ppt/ink/ink7535.xml" ContentType="application/inkml+xml"/>
  <Override PartName="/ppt/ink/ink7536.xml" ContentType="application/inkml+xml"/>
  <Override PartName="/ppt/ink/ink7537.xml" ContentType="application/inkml+xml"/>
  <Override PartName="/ppt/ink/ink7538.xml" ContentType="application/inkml+xml"/>
  <Override PartName="/ppt/ink/ink7539.xml" ContentType="application/inkml+xml"/>
  <Override PartName="/ppt/ink/ink7540.xml" ContentType="application/inkml+xml"/>
  <Override PartName="/ppt/ink/ink7541.xml" ContentType="application/inkml+xml"/>
  <Override PartName="/ppt/ink/ink7542.xml" ContentType="application/inkml+xml"/>
  <Override PartName="/ppt/ink/ink7543.xml" ContentType="application/inkml+xml"/>
  <Override PartName="/ppt/ink/ink7544.xml" ContentType="application/inkml+xml"/>
  <Override PartName="/ppt/ink/ink7545.xml" ContentType="application/inkml+xml"/>
  <Override PartName="/ppt/ink/ink7546.xml" ContentType="application/inkml+xml"/>
  <Override PartName="/ppt/ink/ink7547.xml" ContentType="application/inkml+xml"/>
  <Override PartName="/ppt/ink/ink7548.xml" ContentType="application/inkml+xml"/>
  <Override PartName="/ppt/ink/ink7549.xml" ContentType="application/inkml+xml"/>
  <Override PartName="/ppt/ink/ink7550.xml" ContentType="application/inkml+xml"/>
  <Override PartName="/ppt/ink/ink7551.xml" ContentType="application/inkml+xml"/>
  <Override PartName="/ppt/ink/ink7552.xml" ContentType="application/inkml+xml"/>
  <Override PartName="/ppt/ink/ink7553.xml" ContentType="application/inkml+xml"/>
  <Override PartName="/ppt/ink/ink7554.xml" ContentType="application/inkml+xml"/>
  <Override PartName="/ppt/ink/ink7555.xml" ContentType="application/inkml+xml"/>
  <Override PartName="/ppt/ink/ink7556.xml" ContentType="application/inkml+xml"/>
  <Override PartName="/ppt/ink/ink7557.xml" ContentType="application/inkml+xml"/>
  <Override PartName="/ppt/ink/ink7558.xml" ContentType="application/inkml+xml"/>
  <Override PartName="/ppt/ink/ink7559.xml" ContentType="application/inkml+xml"/>
  <Override PartName="/ppt/ink/ink7560.xml" ContentType="application/inkml+xml"/>
  <Override PartName="/ppt/ink/ink7561.xml" ContentType="application/inkml+xml"/>
  <Override PartName="/ppt/ink/ink7562.xml" ContentType="application/inkml+xml"/>
  <Override PartName="/ppt/ink/ink7563.xml" ContentType="application/inkml+xml"/>
  <Override PartName="/ppt/ink/ink7564.xml" ContentType="application/inkml+xml"/>
  <Override PartName="/ppt/ink/ink7565.xml" ContentType="application/inkml+xml"/>
  <Override PartName="/ppt/ink/ink7566.xml" ContentType="application/inkml+xml"/>
  <Override PartName="/ppt/ink/ink7567.xml" ContentType="application/inkml+xml"/>
  <Override PartName="/ppt/ink/ink7568.xml" ContentType="application/inkml+xml"/>
  <Override PartName="/ppt/ink/ink7569.xml" ContentType="application/inkml+xml"/>
  <Override PartName="/ppt/ink/ink7570.xml" ContentType="application/inkml+xml"/>
  <Override PartName="/ppt/ink/ink7571.xml" ContentType="application/inkml+xml"/>
  <Override PartName="/ppt/ink/ink7572.xml" ContentType="application/inkml+xml"/>
  <Override PartName="/ppt/ink/ink7573.xml" ContentType="application/inkml+xml"/>
  <Override PartName="/ppt/ink/ink7574.xml" ContentType="application/inkml+xml"/>
  <Override PartName="/ppt/ink/ink7575.xml" ContentType="application/inkml+xml"/>
  <Override PartName="/ppt/ink/ink7576.xml" ContentType="application/inkml+xml"/>
  <Override PartName="/ppt/ink/ink7577.xml" ContentType="application/inkml+xml"/>
  <Override PartName="/ppt/ink/ink7578.xml" ContentType="application/inkml+xml"/>
  <Override PartName="/ppt/ink/ink7579.xml" ContentType="application/inkml+xml"/>
  <Override PartName="/ppt/ink/ink7580.xml" ContentType="application/inkml+xml"/>
  <Override PartName="/ppt/ink/ink7581.xml" ContentType="application/inkml+xml"/>
  <Override PartName="/ppt/ink/ink7582.xml" ContentType="application/inkml+xml"/>
  <Override PartName="/ppt/ink/ink7583.xml" ContentType="application/inkml+xml"/>
  <Override PartName="/ppt/ink/ink7584.xml" ContentType="application/inkml+xml"/>
  <Override PartName="/ppt/ink/ink7585.xml" ContentType="application/inkml+xml"/>
  <Override PartName="/ppt/ink/ink7586.xml" ContentType="application/inkml+xml"/>
  <Override PartName="/ppt/ink/ink7587.xml" ContentType="application/inkml+xml"/>
  <Override PartName="/ppt/ink/ink7588.xml" ContentType="application/inkml+xml"/>
  <Override PartName="/ppt/ink/ink7589.xml" ContentType="application/inkml+xml"/>
  <Override PartName="/ppt/ink/ink7590.xml" ContentType="application/inkml+xml"/>
  <Override PartName="/ppt/ink/ink7591.xml" ContentType="application/inkml+xml"/>
  <Override PartName="/ppt/ink/ink7592.xml" ContentType="application/inkml+xml"/>
  <Override PartName="/ppt/ink/ink7593.xml" ContentType="application/inkml+xml"/>
  <Override PartName="/ppt/ink/ink7594.xml" ContentType="application/inkml+xml"/>
  <Override PartName="/ppt/ink/ink7595.xml" ContentType="application/inkml+xml"/>
  <Override PartName="/ppt/ink/ink7596.xml" ContentType="application/inkml+xml"/>
  <Override PartName="/ppt/ink/ink7597.xml" ContentType="application/inkml+xml"/>
  <Override PartName="/ppt/ink/ink7598.xml" ContentType="application/inkml+xml"/>
  <Override PartName="/ppt/ink/ink7599.xml" ContentType="application/inkml+xml"/>
  <Override PartName="/ppt/ink/ink7600.xml" ContentType="application/inkml+xml"/>
  <Override PartName="/ppt/ink/ink7601.xml" ContentType="application/inkml+xml"/>
  <Override PartName="/ppt/ink/ink7602.xml" ContentType="application/inkml+xml"/>
  <Override PartName="/ppt/ink/ink7603.xml" ContentType="application/inkml+xml"/>
  <Override PartName="/ppt/ink/ink7604.xml" ContentType="application/inkml+xml"/>
  <Override PartName="/ppt/ink/ink7605.xml" ContentType="application/inkml+xml"/>
  <Override PartName="/ppt/ink/ink7606.xml" ContentType="application/inkml+xml"/>
  <Override PartName="/ppt/ink/ink7607.xml" ContentType="application/inkml+xml"/>
  <Override PartName="/ppt/ink/ink7608.xml" ContentType="application/inkml+xml"/>
  <Override PartName="/ppt/ink/ink7609.xml" ContentType="application/inkml+xml"/>
  <Override PartName="/ppt/ink/ink7610.xml" ContentType="application/inkml+xml"/>
  <Override PartName="/ppt/ink/ink7611.xml" ContentType="application/inkml+xml"/>
  <Override PartName="/ppt/ink/ink7612.xml" ContentType="application/inkml+xml"/>
  <Override PartName="/ppt/ink/ink7613.xml" ContentType="application/inkml+xml"/>
  <Override PartName="/ppt/ink/ink7614.xml" ContentType="application/inkml+xml"/>
  <Override PartName="/ppt/ink/ink7615.xml" ContentType="application/inkml+xml"/>
  <Override PartName="/ppt/ink/ink7616.xml" ContentType="application/inkml+xml"/>
  <Override PartName="/ppt/ink/ink7617.xml" ContentType="application/inkml+xml"/>
  <Override PartName="/ppt/ink/ink7618.xml" ContentType="application/inkml+xml"/>
  <Override PartName="/ppt/ink/ink7619.xml" ContentType="application/inkml+xml"/>
  <Override PartName="/ppt/ink/ink7620.xml" ContentType="application/inkml+xml"/>
  <Override PartName="/ppt/ink/ink7621.xml" ContentType="application/inkml+xml"/>
  <Override PartName="/ppt/ink/ink7622.xml" ContentType="application/inkml+xml"/>
  <Override PartName="/ppt/ink/ink7623.xml" ContentType="application/inkml+xml"/>
  <Override PartName="/ppt/ink/ink7624.xml" ContentType="application/inkml+xml"/>
  <Override PartName="/ppt/ink/ink7625.xml" ContentType="application/inkml+xml"/>
  <Override PartName="/ppt/ink/ink7626.xml" ContentType="application/inkml+xml"/>
  <Override PartName="/ppt/ink/ink7627.xml" ContentType="application/inkml+xml"/>
  <Override PartName="/ppt/ink/ink7628.xml" ContentType="application/inkml+xml"/>
  <Override PartName="/ppt/ink/ink7629.xml" ContentType="application/inkml+xml"/>
  <Override PartName="/ppt/ink/ink7630.xml" ContentType="application/inkml+xml"/>
  <Override PartName="/ppt/ink/ink7631.xml" ContentType="application/inkml+xml"/>
  <Override PartName="/ppt/ink/ink7632.xml" ContentType="application/inkml+xml"/>
  <Override PartName="/ppt/ink/ink7633.xml" ContentType="application/inkml+xml"/>
  <Override PartName="/ppt/ink/ink7634.xml" ContentType="application/inkml+xml"/>
  <Override PartName="/ppt/ink/ink7635.xml" ContentType="application/inkml+xml"/>
  <Override PartName="/ppt/ink/ink7636.xml" ContentType="application/inkml+xml"/>
  <Override PartName="/ppt/ink/ink7637.xml" ContentType="application/inkml+xml"/>
  <Override PartName="/ppt/ink/ink7638.xml" ContentType="application/inkml+xml"/>
  <Override PartName="/ppt/ink/ink7639.xml" ContentType="application/inkml+xml"/>
  <Override PartName="/ppt/ink/ink7640.xml" ContentType="application/inkml+xml"/>
  <Override PartName="/ppt/ink/ink7641.xml" ContentType="application/inkml+xml"/>
  <Override PartName="/ppt/ink/ink7642.xml" ContentType="application/inkml+xml"/>
  <Override PartName="/ppt/ink/ink7643.xml" ContentType="application/inkml+xml"/>
  <Override PartName="/ppt/ink/ink7644.xml" ContentType="application/inkml+xml"/>
  <Override PartName="/ppt/ink/ink7645.xml" ContentType="application/inkml+xml"/>
  <Override PartName="/ppt/ink/ink7646.xml" ContentType="application/inkml+xml"/>
  <Override PartName="/ppt/ink/ink7647.xml" ContentType="application/inkml+xml"/>
  <Override PartName="/ppt/ink/ink7648.xml" ContentType="application/inkml+xml"/>
  <Override PartName="/ppt/ink/ink7649.xml" ContentType="application/inkml+xml"/>
  <Override PartName="/ppt/ink/ink7650.xml" ContentType="application/inkml+xml"/>
  <Override PartName="/ppt/ink/ink7651.xml" ContentType="application/inkml+xml"/>
  <Override PartName="/ppt/ink/ink7652.xml" ContentType="application/inkml+xml"/>
  <Override PartName="/ppt/ink/ink7653.xml" ContentType="application/inkml+xml"/>
  <Override PartName="/ppt/ink/ink7654.xml" ContentType="application/inkml+xml"/>
  <Override PartName="/ppt/ink/ink7655.xml" ContentType="application/inkml+xml"/>
  <Override PartName="/ppt/ink/ink7656.xml" ContentType="application/inkml+xml"/>
  <Override PartName="/ppt/ink/ink7657.xml" ContentType="application/inkml+xml"/>
  <Override PartName="/ppt/ink/ink7658.xml" ContentType="application/inkml+xml"/>
  <Override PartName="/ppt/ink/ink7659.xml" ContentType="application/inkml+xml"/>
  <Override PartName="/ppt/ink/ink7660.xml" ContentType="application/inkml+xml"/>
  <Override PartName="/ppt/ink/ink7661.xml" ContentType="application/inkml+xml"/>
  <Override PartName="/ppt/ink/ink7662.xml" ContentType="application/inkml+xml"/>
  <Override PartName="/ppt/ink/ink7663.xml" ContentType="application/inkml+xml"/>
  <Override PartName="/ppt/ink/ink7664.xml" ContentType="application/inkml+xml"/>
  <Override PartName="/ppt/ink/ink7665.xml" ContentType="application/inkml+xml"/>
  <Override PartName="/ppt/ink/ink7666.xml" ContentType="application/inkml+xml"/>
  <Override PartName="/ppt/ink/ink7667.xml" ContentType="application/inkml+xml"/>
  <Override PartName="/ppt/ink/ink7668.xml" ContentType="application/inkml+xml"/>
  <Override PartName="/ppt/ink/ink7669.xml" ContentType="application/inkml+xml"/>
  <Override PartName="/ppt/ink/ink7670.xml" ContentType="application/inkml+xml"/>
  <Override PartName="/ppt/ink/ink7671.xml" ContentType="application/inkml+xml"/>
  <Override PartName="/ppt/ink/ink7672.xml" ContentType="application/inkml+xml"/>
  <Override PartName="/ppt/ink/ink7673.xml" ContentType="application/inkml+xml"/>
  <Override PartName="/ppt/ink/ink7674.xml" ContentType="application/inkml+xml"/>
  <Override PartName="/ppt/ink/ink7675.xml" ContentType="application/inkml+xml"/>
  <Override PartName="/ppt/ink/ink7676.xml" ContentType="application/inkml+xml"/>
  <Override PartName="/ppt/ink/ink7677.xml" ContentType="application/inkml+xml"/>
  <Override PartName="/ppt/ink/ink7678.xml" ContentType="application/inkml+xml"/>
  <Override PartName="/ppt/ink/ink7679.xml" ContentType="application/inkml+xml"/>
  <Override PartName="/ppt/ink/ink7680.xml" ContentType="application/inkml+xml"/>
  <Override PartName="/ppt/ink/ink7681.xml" ContentType="application/inkml+xml"/>
  <Override PartName="/ppt/ink/ink7682.xml" ContentType="application/inkml+xml"/>
  <Override PartName="/ppt/ink/ink7683.xml" ContentType="application/inkml+xml"/>
  <Override PartName="/ppt/ink/ink7684.xml" ContentType="application/inkml+xml"/>
  <Override PartName="/ppt/ink/ink7685.xml" ContentType="application/inkml+xml"/>
  <Override PartName="/ppt/ink/ink7686.xml" ContentType="application/inkml+xml"/>
  <Override PartName="/ppt/ink/ink7687.xml" ContentType="application/inkml+xml"/>
  <Override PartName="/ppt/ink/ink7688.xml" ContentType="application/inkml+xml"/>
  <Override PartName="/ppt/ink/ink7689.xml" ContentType="application/inkml+xml"/>
  <Override PartName="/ppt/ink/ink7690.xml" ContentType="application/inkml+xml"/>
  <Override PartName="/ppt/ink/ink7691.xml" ContentType="application/inkml+xml"/>
  <Override PartName="/ppt/ink/ink7692.xml" ContentType="application/inkml+xml"/>
  <Override PartName="/ppt/ink/ink7693.xml" ContentType="application/inkml+xml"/>
  <Override PartName="/ppt/ink/ink7694.xml" ContentType="application/inkml+xml"/>
  <Override PartName="/ppt/ink/ink7695.xml" ContentType="application/inkml+xml"/>
  <Override PartName="/ppt/ink/ink7696.xml" ContentType="application/inkml+xml"/>
  <Override PartName="/ppt/ink/ink7697.xml" ContentType="application/inkml+xml"/>
  <Override PartName="/ppt/ink/ink7698.xml" ContentType="application/inkml+xml"/>
  <Override PartName="/ppt/ink/ink7699.xml" ContentType="application/inkml+xml"/>
  <Override PartName="/ppt/ink/ink7700.xml" ContentType="application/inkml+xml"/>
  <Override PartName="/ppt/ink/ink7701.xml" ContentType="application/inkml+xml"/>
  <Override PartName="/ppt/ink/ink7702.xml" ContentType="application/inkml+xml"/>
  <Override PartName="/ppt/ink/ink7703.xml" ContentType="application/inkml+xml"/>
  <Override PartName="/ppt/ink/ink7704.xml" ContentType="application/inkml+xml"/>
  <Override PartName="/ppt/ink/ink7705.xml" ContentType="application/inkml+xml"/>
  <Override PartName="/ppt/ink/ink7706.xml" ContentType="application/inkml+xml"/>
  <Override PartName="/ppt/ink/ink7707.xml" ContentType="application/inkml+xml"/>
  <Override PartName="/ppt/ink/ink7708.xml" ContentType="application/inkml+xml"/>
  <Override PartName="/ppt/ink/ink7709.xml" ContentType="application/inkml+xml"/>
  <Override PartName="/ppt/ink/ink7710.xml" ContentType="application/inkml+xml"/>
  <Override PartName="/ppt/ink/ink7711.xml" ContentType="application/inkml+xml"/>
  <Override PartName="/ppt/ink/ink7712.xml" ContentType="application/inkml+xml"/>
  <Override PartName="/ppt/ink/ink7713.xml" ContentType="application/inkml+xml"/>
  <Override PartName="/ppt/ink/ink7714.xml" ContentType="application/inkml+xml"/>
  <Override PartName="/ppt/ink/ink7715.xml" ContentType="application/inkml+xml"/>
  <Override PartName="/ppt/ink/ink7716.xml" ContentType="application/inkml+xml"/>
  <Override PartName="/ppt/ink/ink7717.xml" ContentType="application/inkml+xml"/>
  <Override PartName="/ppt/ink/ink7718.xml" ContentType="application/inkml+xml"/>
  <Override PartName="/ppt/ink/ink7719.xml" ContentType="application/inkml+xml"/>
  <Override PartName="/ppt/ink/ink7720.xml" ContentType="application/inkml+xml"/>
  <Override PartName="/ppt/ink/ink7721.xml" ContentType="application/inkml+xml"/>
  <Override PartName="/ppt/ink/ink7722.xml" ContentType="application/inkml+xml"/>
  <Override PartName="/ppt/ink/ink7723.xml" ContentType="application/inkml+xml"/>
  <Override PartName="/ppt/ink/ink7724.xml" ContentType="application/inkml+xml"/>
  <Override PartName="/ppt/ink/ink7725.xml" ContentType="application/inkml+xml"/>
  <Override PartName="/ppt/ink/ink7726.xml" ContentType="application/inkml+xml"/>
  <Override PartName="/ppt/ink/ink7727.xml" ContentType="application/inkml+xml"/>
  <Override PartName="/ppt/ink/ink7728.xml" ContentType="application/inkml+xml"/>
  <Override PartName="/ppt/ink/ink7729.xml" ContentType="application/inkml+xml"/>
  <Override PartName="/ppt/ink/ink7730.xml" ContentType="application/inkml+xml"/>
  <Override PartName="/ppt/ink/ink7731.xml" ContentType="application/inkml+xml"/>
  <Override PartName="/ppt/ink/ink7732.xml" ContentType="application/inkml+xml"/>
  <Override PartName="/ppt/ink/ink7733.xml" ContentType="application/inkml+xml"/>
  <Override PartName="/ppt/ink/ink7734.xml" ContentType="application/inkml+xml"/>
  <Override PartName="/ppt/ink/ink7735.xml" ContentType="application/inkml+xml"/>
  <Override PartName="/ppt/ink/ink7736.xml" ContentType="application/inkml+xml"/>
  <Override PartName="/ppt/ink/ink7737.xml" ContentType="application/inkml+xml"/>
  <Override PartName="/ppt/ink/ink7738.xml" ContentType="application/inkml+xml"/>
  <Override PartName="/ppt/ink/ink7739.xml" ContentType="application/inkml+xml"/>
  <Override PartName="/ppt/ink/ink7740.xml" ContentType="application/inkml+xml"/>
  <Override PartName="/ppt/ink/ink7741.xml" ContentType="application/inkml+xml"/>
  <Override PartName="/ppt/ink/ink7742.xml" ContentType="application/inkml+xml"/>
  <Override PartName="/ppt/ink/ink7743.xml" ContentType="application/inkml+xml"/>
  <Override PartName="/ppt/ink/ink7744.xml" ContentType="application/inkml+xml"/>
  <Override PartName="/ppt/ink/ink7745.xml" ContentType="application/inkml+xml"/>
  <Override PartName="/ppt/ink/ink7746.xml" ContentType="application/inkml+xml"/>
  <Override PartName="/ppt/ink/ink7747.xml" ContentType="application/inkml+xml"/>
  <Override PartName="/ppt/ink/ink7748.xml" ContentType="application/inkml+xml"/>
  <Override PartName="/ppt/ink/ink7749.xml" ContentType="application/inkml+xml"/>
  <Override PartName="/ppt/ink/ink7750.xml" ContentType="application/inkml+xml"/>
  <Override PartName="/ppt/ink/ink7751.xml" ContentType="application/inkml+xml"/>
  <Override PartName="/ppt/ink/ink7752.xml" ContentType="application/inkml+xml"/>
  <Override PartName="/ppt/ink/ink7753.xml" ContentType="application/inkml+xml"/>
  <Override PartName="/ppt/ink/ink7754.xml" ContentType="application/inkml+xml"/>
  <Override PartName="/ppt/ink/ink7755.xml" ContentType="application/inkml+xml"/>
  <Override PartName="/ppt/ink/ink7756.xml" ContentType="application/inkml+xml"/>
  <Override PartName="/ppt/ink/ink7757.xml" ContentType="application/inkml+xml"/>
  <Override PartName="/ppt/ink/ink7758.xml" ContentType="application/inkml+xml"/>
  <Override PartName="/ppt/ink/ink7759.xml" ContentType="application/inkml+xml"/>
  <Override PartName="/ppt/ink/ink7760.xml" ContentType="application/inkml+xml"/>
  <Override PartName="/ppt/ink/ink7761.xml" ContentType="application/inkml+xml"/>
  <Override PartName="/ppt/ink/ink7762.xml" ContentType="application/inkml+xml"/>
  <Override PartName="/ppt/ink/ink7763.xml" ContentType="application/inkml+xml"/>
  <Override PartName="/ppt/ink/ink7764.xml" ContentType="application/inkml+xml"/>
  <Override PartName="/ppt/ink/ink7765.xml" ContentType="application/inkml+xml"/>
  <Override PartName="/ppt/ink/ink7766.xml" ContentType="application/inkml+xml"/>
  <Override PartName="/ppt/ink/ink7767.xml" ContentType="application/inkml+xml"/>
  <Override PartName="/ppt/ink/ink7768.xml" ContentType="application/inkml+xml"/>
  <Override PartName="/ppt/ink/ink7769.xml" ContentType="application/inkml+xml"/>
  <Override PartName="/ppt/ink/ink7770.xml" ContentType="application/inkml+xml"/>
  <Override PartName="/ppt/ink/ink7771.xml" ContentType="application/inkml+xml"/>
  <Override PartName="/ppt/ink/ink7772.xml" ContentType="application/inkml+xml"/>
  <Override PartName="/ppt/ink/ink7773.xml" ContentType="application/inkml+xml"/>
  <Override PartName="/ppt/ink/ink7774.xml" ContentType="application/inkml+xml"/>
  <Override PartName="/ppt/ink/ink7775.xml" ContentType="application/inkml+xml"/>
  <Override PartName="/ppt/ink/ink7776.xml" ContentType="application/inkml+xml"/>
  <Override PartName="/ppt/ink/ink7777.xml" ContentType="application/inkml+xml"/>
  <Override PartName="/ppt/ink/ink7778.xml" ContentType="application/inkml+xml"/>
  <Override PartName="/ppt/ink/ink7779.xml" ContentType="application/inkml+xml"/>
  <Override PartName="/ppt/ink/ink7780.xml" ContentType="application/inkml+xml"/>
  <Override PartName="/ppt/ink/ink7781.xml" ContentType="application/inkml+xml"/>
  <Override PartName="/ppt/ink/ink7782.xml" ContentType="application/inkml+xml"/>
  <Override PartName="/ppt/ink/ink7783.xml" ContentType="application/inkml+xml"/>
  <Override PartName="/ppt/ink/ink7784.xml" ContentType="application/inkml+xml"/>
  <Override PartName="/ppt/ink/ink7785.xml" ContentType="application/inkml+xml"/>
  <Override PartName="/ppt/ink/ink7786.xml" ContentType="application/inkml+xml"/>
  <Override PartName="/ppt/ink/ink7787.xml" ContentType="application/inkml+xml"/>
  <Override PartName="/ppt/ink/ink7788.xml" ContentType="application/inkml+xml"/>
  <Override PartName="/ppt/ink/ink7789.xml" ContentType="application/inkml+xml"/>
  <Override PartName="/ppt/ink/ink7790.xml" ContentType="application/inkml+xml"/>
  <Override PartName="/ppt/ink/ink7791.xml" ContentType="application/inkml+xml"/>
  <Override PartName="/ppt/ink/ink7792.xml" ContentType="application/inkml+xml"/>
  <Override PartName="/ppt/ink/ink7793.xml" ContentType="application/inkml+xml"/>
  <Override PartName="/ppt/ink/ink7794.xml" ContentType="application/inkml+xml"/>
  <Override PartName="/ppt/ink/ink7795.xml" ContentType="application/inkml+xml"/>
  <Override PartName="/ppt/ink/ink7796.xml" ContentType="application/inkml+xml"/>
  <Override PartName="/ppt/ink/ink7797.xml" ContentType="application/inkml+xml"/>
  <Override PartName="/ppt/ink/ink7798.xml" ContentType="application/inkml+xml"/>
  <Override PartName="/ppt/ink/ink7799.xml" ContentType="application/inkml+xml"/>
  <Override PartName="/ppt/ink/ink7800.xml" ContentType="application/inkml+xml"/>
  <Override PartName="/ppt/ink/ink7801.xml" ContentType="application/inkml+xml"/>
  <Override PartName="/ppt/ink/ink7802.xml" ContentType="application/inkml+xml"/>
  <Override PartName="/ppt/ink/ink7803.xml" ContentType="application/inkml+xml"/>
  <Override PartName="/ppt/ink/ink7804.xml" ContentType="application/inkml+xml"/>
  <Override PartName="/ppt/ink/ink7805.xml" ContentType="application/inkml+xml"/>
  <Override PartName="/ppt/ink/ink7806.xml" ContentType="application/inkml+xml"/>
  <Override PartName="/ppt/ink/ink7807.xml" ContentType="application/inkml+xml"/>
  <Override PartName="/ppt/ink/ink7808.xml" ContentType="application/inkml+xml"/>
  <Override PartName="/ppt/ink/ink7809.xml" ContentType="application/inkml+xml"/>
  <Override PartName="/ppt/ink/ink7810.xml" ContentType="application/inkml+xml"/>
  <Override PartName="/ppt/ink/ink7811.xml" ContentType="application/inkml+xml"/>
  <Override PartName="/ppt/ink/ink7812.xml" ContentType="application/inkml+xml"/>
  <Override PartName="/ppt/ink/ink7813.xml" ContentType="application/inkml+xml"/>
  <Override PartName="/ppt/ink/ink7814.xml" ContentType="application/inkml+xml"/>
  <Override PartName="/ppt/ink/ink7815.xml" ContentType="application/inkml+xml"/>
  <Override PartName="/ppt/ink/ink7816.xml" ContentType="application/inkml+xml"/>
  <Override PartName="/ppt/ink/ink7817.xml" ContentType="application/inkml+xml"/>
  <Override PartName="/ppt/ink/ink7818.xml" ContentType="application/inkml+xml"/>
  <Override PartName="/ppt/ink/ink7819.xml" ContentType="application/inkml+xml"/>
  <Override PartName="/ppt/ink/ink7820.xml" ContentType="application/inkml+xml"/>
  <Override PartName="/ppt/ink/ink7821.xml" ContentType="application/inkml+xml"/>
  <Override PartName="/ppt/ink/ink7822.xml" ContentType="application/inkml+xml"/>
  <Override PartName="/ppt/ink/ink7823.xml" ContentType="application/inkml+xml"/>
  <Override PartName="/ppt/ink/ink7824.xml" ContentType="application/inkml+xml"/>
  <Override PartName="/ppt/ink/ink7825.xml" ContentType="application/inkml+xml"/>
  <Override PartName="/ppt/ink/ink7826.xml" ContentType="application/inkml+xml"/>
  <Override PartName="/ppt/ink/ink7827.xml" ContentType="application/inkml+xml"/>
  <Override PartName="/ppt/ink/ink7828.xml" ContentType="application/inkml+xml"/>
  <Override PartName="/ppt/ink/ink7829.xml" ContentType="application/inkml+xml"/>
  <Override PartName="/ppt/ink/ink7830.xml" ContentType="application/inkml+xml"/>
  <Override PartName="/ppt/ink/ink7831.xml" ContentType="application/inkml+xml"/>
  <Override PartName="/ppt/ink/ink7832.xml" ContentType="application/inkml+xml"/>
  <Override PartName="/ppt/ink/ink7833.xml" ContentType="application/inkml+xml"/>
  <Override PartName="/ppt/ink/ink7834.xml" ContentType="application/inkml+xml"/>
  <Override PartName="/ppt/ink/ink7835.xml" ContentType="application/inkml+xml"/>
  <Override PartName="/ppt/ink/ink7836.xml" ContentType="application/inkml+xml"/>
  <Override PartName="/ppt/ink/ink7837.xml" ContentType="application/inkml+xml"/>
  <Override PartName="/ppt/ink/ink7838.xml" ContentType="application/inkml+xml"/>
  <Override PartName="/ppt/ink/ink7839.xml" ContentType="application/inkml+xml"/>
  <Override PartName="/ppt/ink/ink7840.xml" ContentType="application/inkml+xml"/>
  <Override PartName="/ppt/ink/ink7841.xml" ContentType="application/inkml+xml"/>
  <Override PartName="/ppt/ink/ink7842.xml" ContentType="application/inkml+xml"/>
  <Override PartName="/ppt/ink/ink7843.xml" ContentType="application/inkml+xml"/>
  <Override PartName="/ppt/ink/ink7844.xml" ContentType="application/inkml+xml"/>
  <Override PartName="/ppt/ink/ink7845.xml" ContentType="application/inkml+xml"/>
  <Override PartName="/ppt/ink/ink7846.xml" ContentType="application/inkml+xml"/>
  <Override PartName="/ppt/ink/ink7847.xml" ContentType="application/inkml+xml"/>
  <Override PartName="/ppt/ink/ink7848.xml" ContentType="application/inkml+xml"/>
  <Override PartName="/ppt/ink/ink7849.xml" ContentType="application/inkml+xml"/>
  <Override PartName="/ppt/ink/ink7850.xml" ContentType="application/inkml+xml"/>
  <Override PartName="/ppt/ink/ink7851.xml" ContentType="application/inkml+xml"/>
  <Override PartName="/ppt/ink/ink7852.xml" ContentType="application/inkml+xml"/>
  <Override PartName="/ppt/ink/ink7853.xml" ContentType="application/inkml+xml"/>
  <Override PartName="/ppt/ink/ink7854.xml" ContentType="application/inkml+xml"/>
  <Override PartName="/ppt/ink/ink7855.xml" ContentType="application/inkml+xml"/>
  <Override PartName="/ppt/ink/ink7856.xml" ContentType="application/inkml+xml"/>
  <Override PartName="/ppt/ink/ink7857.xml" ContentType="application/inkml+xml"/>
  <Override PartName="/ppt/ink/ink7858.xml" ContentType="application/inkml+xml"/>
  <Override PartName="/ppt/ink/ink7859.xml" ContentType="application/inkml+xml"/>
  <Override PartName="/ppt/ink/ink7860.xml" ContentType="application/inkml+xml"/>
  <Override PartName="/ppt/ink/ink7861.xml" ContentType="application/inkml+xml"/>
  <Override PartName="/ppt/ink/ink7862.xml" ContentType="application/inkml+xml"/>
  <Override PartName="/ppt/ink/ink7863.xml" ContentType="application/inkml+xml"/>
  <Override PartName="/ppt/ink/ink7864.xml" ContentType="application/inkml+xml"/>
  <Override PartName="/ppt/ink/ink7865.xml" ContentType="application/inkml+xml"/>
  <Override PartName="/ppt/ink/ink6735.xml" ContentType="application/inkml+xml"/>
  <Override PartName="/ppt/ink/ink7867.xml" ContentType="application/inkml+xml"/>
  <Override PartName="/ppt/ink/ink7868.xml" ContentType="application/inkml+xml"/>
  <Override PartName="/ppt/ink/ink7869.xml" ContentType="application/inkml+xml"/>
  <Override PartName="/ppt/ink/ink7870.xml" ContentType="application/inkml+xml"/>
  <Override PartName="/ppt/ink/ink7871.xml" ContentType="application/inkml+xml"/>
  <Override PartName="/ppt/ink/ink7872.xml" ContentType="application/inkml+xml"/>
  <Override PartName="/ppt/ink/ink7873.xml" ContentType="application/inkml+xml"/>
  <Override PartName="/ppt/ink/ink7874.xml" ContentType="application/inkml+xml"/>
  <Override PartName="/ppt/ink/ink7875.xml" ContentType="application/inkml+xml"/>
  <Override PartName="/ppt/ink/ink7876.xml" ContentType="application/inkml+xml"/>
  <Override PartName="/ppt/ink/ink7877.xml" ContentType="application/inkml+xml"/>
  <Override PartName="/ppt/ink/ink7878.xml" ContentType="application/inkml+xml"/>
  <Override PartName="/ppt/ink/ink7879.xml" ContentType="application/inkml+xml"/>
  <Override PartName="/ppt/ink/ink7880.xml" ContentType="application/inkml+xml"/>
  <Override PartName="/ppt/ink/ink7881.xml" ContentType="application/inkml+xml"/>
  <Override PartName="/ppt/ink/ink7882.xml" ContentType="application/inkml+xml"/>
  <Override PartName="/ppt/ink/ink7883.xml" ContentType="application/inkml+xml"/>
  <Override PartName="/ppt/ink/ink7884.xml" ContentType="application/inkml+xml"/>
  <Override PartName="/ppt/ink/ink7885.xml" ContentType="application/inkml+xml"/>
  <Override PartName="/ppt/ink/ink7886.xml" ContentType="application/inkml+xml"/>
  <Override PartName="/ppt/ink/ink7887.xml" ContentType="application/inkml+xml"/>
  <Override PartName="/ppt/ink/ink7888.xml" ContentType="application/inkml+xml"/>
  <Override PartName="/ppt/ink/ink7889.xml" ContentType="application/inkml+xml"/>
  <Override PartName="/ppt/ink/ink7890.xml" ContentType="application/inkml+xml"/>
  <Override PartName="/ppt/ink/ink7891.xml" ContentType="application/inkml+xml"/>
  <Override PartName="/ppt/ink/ink7892.xml" ContentType="application/inkml+xml"/>
  <Override PartName="/ppt/ink/ink7893.xml" ContentType="application/inkml+xml"/>
  <Override PartName="/ppt/ink/ink7894.xml" ContentType="application/inkml+xml"/>
  <Override PartName="/ppt/ink/ink7895.xml" ContentType="application/inkml+xml"/>
  <Override PartName="/ppt/ink/ink7896.xml" ContentType="application/inkml+xml"/>
  <Override PartName="/ppt/ink/ink7897.xml" ContentType="application/inkml+xml"/>
  <Override PartName="/ppt/ink/ink7898.xml" ContentType="application/inkml+xml"/>
  <Override PartName="/ppt/ink/ink7899.xml" ContentType="application/inkml+xml"/>
  <Override PartName="/ppt/ink/ink7900.xml" ContentType="application/inkml+xml"/>
  <Override PartName="/ppt/ink/ink7901.xml" ContentType="application/inkml+xml"/>
  <Override PartName="/ppt/ink/ink7902.xml" ContentType="application/inkml+xml"/>
  <Override PartName="/ppt/ink/ink7903.xml" ContentType="application/inkml+xml"/>
  <Override PartName="/ppt/ink/ink7904.xml" ContentType="application/inkml+xml"/>
  <Override PartName="/ppt/ink/ink7905.xml" ContentType="application/inkml+xml"/>
  <Override PartName="/ppt/ink/ink7906.xml" ContentType="application/inkml+xml"/>
  <Override PartName="/ppt/ink/ink7907.xml" ContentType="application/inkml+xml"/>
  <Override PartName="/ppt/ink/ink7908.xml" ContentType="application/inkml+xml"/>
  <Override PartName="/ppt/ink/ink7909.xml" ContentType="application/inkml+xml"/>
  <Override PartName="/ppt/ink/ink7910.xml" ContentType="application/inkml+xml"/>
  <Override PartName="/ppt/ink/ink7911.xml" ContentType="application/inkml+xml"/>
  <Override PartName="/ppt/ink/ink7912.xml" ContentType="application/inkml+xml"/>
  <Override PartName="/ppt/ink/ink7913.xml" ContentType="application/inkml+xml"/>
  <Override PartName="/ppt/ink/ink7914.xml" ContentType="application/inkml+xml"/>
  <Override PartName="/ppt/ink/ink7915.xml" ContentType="application/inkml+xml"/>
  <Override PartName="/ppt/ink/ink7916.xml" ContentType="application/inkml+xml"/>
  <Override PartName="/ppt/ink/ink7917.xml" ContentType="application/inkml+xml"/>
  <Override PartName="/ppt/ink/ink7918.xml" ContentType="application/inkml+xml"/>
  <Override PartName="/ppt/ink/ink7919.xml" ContentType="application/inkml+xml"/>
  <Override PartName="/ppt/ink/ink7920.xml" ContentType="application/inkml+xml"/>
  <Override PartName="/ppt/ink/ink7921.xml" ContentType="application/inkml+xml"/>
  <Override PartName="/ppt/ink/ink7922.xml" ContentType="application/inkml+xml"/>
  <Override PartName="/ppt/ink/ink7923.xml" ContentType="application/inkml+xml"/>
  <Override PartName="/ppt/ink/ink7924.xml" ContentType="application/inkml+xml"/>
  <Override PartName="/ppt/ink/ink7925.xml" ContentType="application/inkml+xml"/>
  <Override PartName="/ppt/ink/ink7926.xml" ContentType="application/inkml+xml"/>
  <Override PartName="/ppt/ink/ink7927.xml" ContentType="application/inkml+xml"/>
  <Override PartName="/ppt/ink/ink7928.xml" ContentType="application/inkml+xml"/>
  <Override PartName="/ppt/ink/ink7929.xml" ContentType="application/inkml+xml"/>
  <Override PartName="/ppt/ink/ink7930.xml" ContentType="application/inkml+xml"/>
  <Override PartName="/ppt/ink/ink7931.xml" ContentType="application/inkml+xml"/>
  <Override PartName="/ppt/ink/ink7932.xml" ContentType="application/inkml+xml"/>
  <Override PartName="/ppt/ink/ink7933.xml" ContentType="application/inkml+xml"/>
  <Override PartName="/ppt/ink/ink7934.xml" ContentType="application/inkml+xml"/>
  <Override PartName="/ppt/ink/ink7935.xml" ContentType="application/inkml+xml"/>
  <Override PartName="/ppt/ink/ink7936.xml" ContentType="application/inkml+xml"/>
  <Override PartName="/ppt/ink/ink7937.xml" ContentType="application/inkml+xml"/>
  <Override PartName="/ppt/ink/ink7938.xml" ContentType="application/inkml+xml"/>
  <Override PartName="/ppt/ink/ink7939.xml" ContentType="application/inkml+xml"/>
  <Override PartName="/ppt/ink/ink7940.xml" ContentType="application/inkml+xml"/>
  <Override PartName="/ppt/ink/ink7941.xml" ContentType="application/inkml+xml"/>
  <Override PartName="/ppt/ink/ink7942.xml" ContentType="application/inkml+xml"/>
  <Override PartName="/ppt/ink/ink7943.xml" ContentType="application/inkml+xml"/>
  <Override PartName="/ppt/ink/ink7944.xml" ContentType="application/inkml+xml"/>
  <Override PartName="/ppt/ink/ink7945.xml" ContentType="application/inkml+xml"/>
  <Override PartName="/ppt/ink/ink7946.xml" ContentType="application/inkml+xml"/>
  <Override PartName="/ppt/ink/ink7947.xml" ContentType="application/inkml+xml"/>
  <Override PartName="/ppt/ink/ink7948.xml" ContentType="application/inkml+xml"/>
  <Override PartName="/ppt/ink/ink7949.xml" ContentType="application/inkml+xml"/>
  <Override PartName="/ppt/ink/ink7950.xml" ContentType="application/inkml+xml"/>
  <Override PartName="/ppt/ink/ink7951.xml" ContentType="application/inkml+xml"/>
  <Override PartName="/ppt/ink/ink7952.xml" ContentType="application/inkml+xml"/>
  <Override PartName="/ppt/ink/ink7953.xml" ContentType="application/inkml+xml"/>
  <Override PartName="/ppt/ink/ink7954.xml" ContentType="application/inkml+xml"/>
  <Override PartName="/ppt/ink/ink7955.xml" ContentType="application/inkml+xml"/>
  <Override PartName="/ppt/ink/ink7956.xml" ContentType="application/inkml+xml"/>
  <Override PartName="/ppt/ink/ink7957.xml" ContentType="application/inkml+xml"/>
  <Override PartName="/ppt/ink/ink7958.xml" ContentType="application/inkml+xml"/>
  <Override PartName="/ppt/ink/ink7959.xml" ContentType="application/inkml+xml"/>
  <Override PartName="/ppt/ink/ink7960.xml" ContentType="application/inkml+xml"/>
  <Override PartName="/ppt/ink/ink7961.xml" ContentType="application/inkml+xml"/>
  <Override PartName="/ppt/ink/ink7962.xml" ContentType="application/inkml+xml"/>
  <Override PartName="/ppt/ink/ink7963.xml" ContentType="application/inkml+xml"/>
  <Override PartName="/ppt/ink/ink7964.xml" ContentType="application/inkml+xml"/>
  <Override PartName="/ppt/ink/ink7965.xml" ContentType="application/inkml+xml"/>
  <Override PartName="/ppt/ink/ink7966.xml" ContentType="application/inkml+xml"/>
  <Override PartName="/ppt/ink/ink7967.xml" ContentType="application/inkml+xml"/>
  <Override PartName="/ppt/ink/ink7968.xml" ContentType="application/inkml+xml"/>
  <Override PartName="/ppt/ink/ink7969.xml" ContentType="application/inkml+xml"/>
  <Override PartName="/ppt/ink/ink7970.xml" ContentType="application/inkml+xml"/>
  <Override PartName="/ppt/ink/ink7971.xml" ContentType="application/inkml+xml"/>
  <Override PartName="/ppt/ink/ink7972.xml" ContentType="application/inkml+xml"/>
  <Override PartName="/ppt/ink/ink7973.xml" ContentType="application/inkml+xml"/>
  <Override PartName="/ppt/ink/ink7974.xml" ContentType="application/inkml+xml"/>
  <Override PartName="/ppt/ink/ink7975.xml" ContentType="application/inkml+xml"/>
  <Override PartName="/ppt/ink/ink7976.xml" ContentType="application/inkml+xml"/>
  <Override PartName="/ppt/ink/ink7977.xml" ContentType="application/inkml+xml"/>
  <Override PartName="/ppt/ink/ink7978.xml" ContentType="application/inkml+xml"/>
  <Override PartName="/ppt/ink/ink7979.xml" ContentType="application/inkml+xml"/>
  <Override PartName="/ppt/ink/ink7980.xml" ContentType="application/inkml+xml"/>
  <Override PartName="/ppt/ink/ink7981.xml" ContentType="application/inkml+xml"/>
  <Override PartName="/ppt/ink/ink7982.xml" ContentType="application/inkml+xml"/>
  <Override PartName="/ppt/ink/ink7983.xml" ContentType="application/inkml+xml"/>
  <Override PartName="/ppt/ink/ink7984.xml" ContentType="application/inkml+xml"/>
  <Override PartName="/ppt/ink/ink7985.xml" ContentType="application/inkml+xml"/>
  <Override PartName="/ppt/ink/ink7986.xml" ContentType="application/inkml+xml"/>
  <Override PartName="/ppt/ink/ink7987.xml" ContentType="application/inkml+xml"/>
  <Override PartName="/ppt/ink/ink7988.xml" ContentType="application/inkml+xml"/>
  <Override PartName="/ppt/ink/ink7989.xml" ContentType="application/inkml+xml"/>
  <Override PartName="/ppt/ink/ink7990.xml" ContentType="application/inkml+xml"/>
  <Override PartName="/ppt/ink/ink7991.xml" ContentType="application/inkml+xml"/>
  <Override PartName="/ppt/ink/ink7992.xml" ContentType="application/inkml+xml"/>
  <Override PartName="/ppt/ink/ink7993.xml" ContentType="application/inkml+xml"/>
  <Override PartName="/ppt/ink/ink7994.xml" ContentType="application/inkml+xml"/>
  <Override PartName="/ppt/ink/ink7995.xml" ContentType="application/inkml+xml"/>
  <Override PartName="/ppt/ink/ink7996.xml" ContentType="application/inkml+xml"/>
  <Override PartName="/ppt/ink/ink7997.xml" ContentType="application/inkml+xml"/>
  <Override PartName="/ppt/ink/ink7998.xml" ContentType="application/inkml+xml"/>
  <Override PartName="/ppt/ink/ink7999.xml" ContentType="application/inkml+xml"/>
  <Override PartName="/ppt/ink/ink8000.xml" ContentType="application/inkml+xml"/>
  <Override PartName="/ppt/ink/ink8001.xml" ContentType="application/inkml+xml"/>
  <Override PartName="/ppt/ink/ink8002.xml" ContentType="application/inkml+xml"/>
  <Override PartName="/ppt/ink/ink8003.xml" ContentType="application/inkml+xml"/>
  <Override PartName="/ppt/ink/ink8004.xml" ContentType="application/inkml+xml"/>
  <Override PartName="/ppt/ink/ink8005.xml" ContentType="application/inkml+xml"/>
  <Override PartName="/ppt/ink/ink8006.xml" ContentType="application/inkml+xml"/>
  <Override PartName="/ppt/ink/ink8007.xml" ContentType="application/inkml+xml"/>
  <Override PartName="/ppt/ink/ink8008.xml" ContentType="application/inkml+xml"/>
  <Override PartName="/ppt/ink/ink8009.xml" ContentType="application/inkml+xml"/>
  <Override PartName="/ppt/ink/ink8010.xml" ContentType="application/inkml+xml"/>
  <Override PartName="/ppt/ink/ink8011.xml" ContentType="application/inkml+xml"/>
  <Override PartName="/ppt/ink/ink8012.xml" ContentType="application/inkml+xml"/>
  <Override PartName="/ppt/ink/ink8013.xml" ContentType="application/inkml+xml"/>
  <Override PartName="/ppt/ink/ink8014.xml" ContentType="application/inkml+xml"/>
  <Override PartName="/ppt/ink/ink8015.xml" ContentType="application/inkml+xml"/>
  <Override PartName="/ppt/ink/ink8016.xml" ContentType="application/inkml+xml"/>
  <Override PartName="/ppt/ink/ink8017.xml" ContentType="application/inkml+xml"/>
  <Override PartName="/ppt/ink/ink8018.xml" ContentType="application/inkml+xml"/>
  <Override PartName="/ppt/ink/ink8019.xml" ContentType="application/inkml+xml"/>
  <Override PartName="/ppt/ink/ink8020.xml" ContentType="application/inkml+xml"/>
  <Override PartName="/ppt/ink/ink8021.xml" ContentType="application/inkml+xml"/>
  <Override PartName="/ppt/ink/ink8022.xml" ContentType="application/inkml+xml"/>
  <Override PartName="/ppt/ink/ink8023.xml" ContentType="application/inkml+xml"/>
  <Override PartName="/ppt/ink/ink8024.xml" ContentType="application/inkml+xml"/>
  <Override PartName="/ppt/ink/ink8025.xml" ContentType="application/inkml+xml"/>
  <Override PartName="/ppt/ink/ink8026.xml" ContentType="application/inkml+xml"/>
  <Override PartName="/ppt/ink/ink8027.xml" ContentType="application/inkml+xml"/>
  <Override PartName="/ppt/ink/ink8028.xml" ContentType="application/inkml+xml"/>
  <Override PartName="/ppt/ink/ink8029.xml" ContentType="application/inkml+xml"/>
  <Override PartName="/ppt/ink/ink8030.xml" ContentType="application/inkml+xml"/>
  <Override PartName="/ppt/ink/ink8031.xml" ContentType="application/inkml+xml"/>
  <Override PartName="/ppt/ink/ink8032.xml" ContentType="application/inkml+xml"/>
  <Override PartName="/ppt/ink/ink8033.xml" ContentType="application/inkml+xml"/>
  <Override PartName="/ppt/ink/ink8034.xml" ContentType="application/inkml+xml"/>
  <Override PartName="/ppt/ink/ink8035.xml" ContentType="application/inkml+xml"/>
  <Override PartName="/ppt/ink/ink8036.xml" ContentType="application/inkml+xml"/>
  <Override PartName="/ppt/ink/ink8037.xml" ContentType="application/inkml+xml"/>
  <Override PartName="/ppt/ink/ink8038.xml" ContentType="application/inkml+xml"/>
  <Override PartName="/ppt/ink/ink8039.xml" ContentType="application/inkml+xml"/>
  <Override PartName="/ppt/ink/ink8040.xml" ContentType="application/inkml+xml"/>
  <Override PartName="/ppt/ink/ink8041.xml" ContentType="application/inkml+xml"/>
  <Override PartName="/ppt/ink/ink8042.xml" ContentType="application/inkml+xml"/>
  <Override PartName="/ppt/ink/ink8043.xml" ContentType="application/inkml+xml"/>
  <Override PartName="/ppt/ink/ink8044.xml" ContentType="application/inkml+xml"/>
  <Override PartName="/ppt/ink/ink8045.xml" ContentType="application/inkml+xml"/>
  <Override PartName="/ppt/ink/ink8046.xml" ContentType="application/inkml+xml"/>
  <Override PartName="/ppt/ink/ink8047.xml" ContentType="application/inkml+xml"/>
  <Override PartName="/ppt/ink/ink8048.xml" ContentType="application/inkml+xml"/>
  <Override PartName="/ppt/ink/ink8049.xml" ContentType="application/inkml+xml"/>
  <Override PartName="/ppt/ink/ink8050.xml" ContentType="application/inkml+xml"/>
  <Override PartName="/ppt/ink/ink8051.xml" ContentType="application/inkml+xml"/>
  <Override PartName="/ppt/ink/ink8052.xml" ContentType="application/inkml+xml"/>
  <Override PartName="/ppt/ink/ink8053.xml" ContentType="application/inkml+xml"/>
  <Override PartName="/ppt/ink/ink8054.xml" ContentType="application/inkml+xml"/>
  <Override PartName="/ppt/ink/ink8055.xml" ContentType="application/inkml+xml"/>
  <Override PartName="/ppt/ink/ink8056.xml" ContentType="application/inkml+xml"/>
  <Override PartName="/ppt/ink/ink8057.xml" ContentType="application/inkml+xml"/>
  <Override PartName="/ppt/ink/ink8058.xml" ContentType="application/inkml+xml"/>
  <Override PartName="/ppt/ink/ink8059.xml" ContentType="application/inkml+xml"/>
  <Override PartName="/ppt/ink/ink8060.xml" ContentType="application/inkml+xml"/>
  <Override PartName="/ppt/ink/ink8061.xml" ContentType="application/inkml+xml"/>
  <Override PartName="/ppt/ink/ink8062.xml" ContentType="application/inkml+xml"/>
  <Override PartName="/ppt/ink/ink8063.xml" ContentType="application/inkml+xml"/>
  <Override PartName="/ppt/ink/ink8064.xml" ContentType="application/inkml+xml"/>
  <Override PartName="/ppt/ink/ink8065.xml" ContentType="application/inkml+xml"/>
  <Override PartName="/ppt/ink/ink8066.xml" ContentType="application/inkml+xml"/>
  <Override PartName="/ppt/ink/ink8067.xml" ContentType="application/inkml+xml"/>
  <Override PartName="/ppt/ink/ink8068.xml" ContentType="application/inkml+xml"/>
  <Override PartName="/ppt/ink/ink8069.xml" ContentType="application/inkml+xml"/>
  <Override PartName="/ppt/ink/ink8070.xml" ContentType="application/inkml+xml"/>
  <Override PartName="/ppt/ink/ink8071.xml" ContentType="application/inkml+xml"/>
  <Override PartName="/ppt/ink/ink8072.xml" ContentType="application/inkml+xml"/>
  <Override PartName="/ppt/ink/ink8073.xml" ContentType="application/inkml+xml"/>
  <Override PartName="/ppt/ink/ink8074.xml" ContentType="application/inkml+xml"/>
  <Override PartName="/ppt/ink/ink8075.xml" ContentType="application/inkml+xml"/>
  <Override PartName="/ppt/ink/ink8076.xml" ContentType="application/inkml+xml"/>
  <Override PartName="/ppt/ink/ink8077.xml" ContentType="application/inkml+xml"/>
  <Override PartName="/ppt/ink/ink8078.xml" ContentType="application/inkml+xml"/>
  <Override PartName="/ppt/ink/ink8079.xml" ContentType="application/inkml+xml"/>
  <Override PartName="/ppt/ink/ink8080.xml" ContentType="application/inkml+xml"/>
  <Override PartName="/ppt/ink/ink8081.xml" ContentType="application/inkml+xml"/>
  <Override PartName="/ppt/ink/ink8082.xml" ContentType="application/inkml+xml"/>
  <Override PartName="/ppt/ink/ink8083.xml" ContentType="application/inkml+xml"/>
  <Override PartName="/ppt/ink/ink8084.xml" ContentType="application/inkml+xml"/>
  <Override PartName="/ppt/ink/ink8085.xml" ContentType="application/inkml+xml"/>
  <Override PartName="/ppt/ink/ink8086.xml" ContentType="application/inkml+xml"/>
  <Override PartName="/ppt/ink/ink8087.xml" ContentType="application/inkml+xml"/>
  <Override PartName="/ppt/ink/ink8088.xml" ContentType="application/inkml+xml"/>
  <Override PartName="/ppt/ink/ink8089.xml" ContentType="application/inkml+xml"/>
  <Override PartName="/ppt/ink/ink8090.xml" ContentType="application/inkml+xml"/>
  <Override PartName="/ppt/ink/ink8091.xml" ContentType="application/inkml+xml"/>
  <Override PartName="/ppt/ink/ink8092.xml" ContentType="application/inkml+xml"/>
  <Override PartName="/ppt/ink/ink8093.xml" ContentType="application/inkml+xml"/>
  <Override PartName="/ppt/ink/ink8094.xml" ContentType="application/inkml+xml"/>
  <Override PartName="/ppt/ink/ink8095.xml" ContentType="application/inkml+xml"/>
  <Override PartName="/ppt/ink/ink8096.xml" ContentType="application/inkml+xml"/>
  <Override PartName="/ppt/ink/ink8097.xml" ContentType="application/inkml+xml"/>
  <Override PartName="/ppt/ink/ink8098.xml" ContentType="application/inkml+xml"/>
  <Override PartName="/ppt/ink/ink8099.xml" ContentType="application/inkml+xml"/>
  <Override PartName="/ppt/ink/ink8100.xml" ContentType="application/inkml+xml"/>
  <Override PartName="/ppt/ink/ink8101.xml" ContentType="application/inkml+xml"/>
  <Override PartName="/ppt/ink/ink8102.xml" ContentType="application/inkml+xml"/>
  <Override PartName="/ppt/ink/ink8103.xml" ContentType="application/inkml+xml"/>
  <Override PartName="/ppt/ink/ink8104.xml" ContentType="application/inkml+xml"/>
  <Override PartName="/ppt/ink/ink8105.xml" ContentType="application/inkml+xml"/>
  <Override PartName="/ppt/ink/ink8106.xml" ContentType="application/inkml+xml"/>
  <Override PartName="/ppt/ink/ink8107.xml" ContentType="application/inkml+xml"/>
  <Override PartName="/ppt/ink/ink8108.xml" ContentType="application/inkml+xml"/>
  <Override PartName="/ppt/ink/ink8109.xml" ContentType="application/inkml+xml"/>
  <Override PartName="/ppt/ink/ink8110.xml" ContentType="application/inkml+xml"/>
  <Override PartName="/ppt/ink/ink8111.xml" ContentType="application/inkml+xml"/>
  <Override PartName="/ppt/ink/ink8112.xml" ContentType="application/inkml+xml"/>
  <Override PartName="/ppt/ink/ink8113.xml" ContentType="application/inkml+xml"/>
  <Override PartName="/ppt/ink/ink8114.xml" ContentType="application/inkml+xml"/>
  <Override PartName="/ppt/ink/ink8115.xml" ContentType="application/inkml+xml"/>
  <Override PartName="/ppt/ink/ink8116.xml" ContentType="application/inkml+xml"/>
  <Override PartName="/ppt/ink/ink8117.xml" ContentType="application/inkml+xml"/>
  <Override PartName="/ppt/ink/ink8118.xml" ContentType="application/inkml+xml"/>
  <Override PartName="/ppt/ink/ink8119.xml" ContentType="application/inkml+xml"/>
  <Override PartName="/ppt/ink/ink8120.xml" ContentType="application/inkml+xml"/>
  <Override PartName="/ppt/ink/ink8121.xml" ContentType="application/inkml+xml"/>
  <Override PartName="/ppt/ink/ink8122.xml" ContentType="application/inkml+xml"/>
  <Override PartName="/ppt/ink/ink8123.xml" ContentType="application/inkml+xml"/>
  <Override PartName="/ppt/ink/ink8124.xml" ContentType="application/inkml+xml"/>
  <Override PartName="/ppt/ink/ink8125.xml" ContentType="application/inkml+xml"/>
  <Override PartName="/ppt/ink/ink8126.xml" ContentType="application/inkml+xml"/>
  <Override PartName="/ppt/ink/ink8127.xml" ContentType="application/inkml+xml"/>
  <Override PartName="/ppt/ink/ink8128.xml" ContentType="application/inkml+xml"/>
  <Override PartName="/ppt/ink/ink8129.xml" ContentType="application/inkml+xml"/>
  <Override PartName="/ppt/ink/ink8130.xml" ContentType="application/inkml+xml"/>
  <Override PartName="/ppt/ink/ink8131.xml" ContentType="application/inkml+xml"/>
  <Override PartName="/ppt/ink/ink8132.xml" ContentType="application/inkml+xml"/>
  <Override PartName="/ppt/ink/ink8133.xml" ContentType="application/inkml+xml"/>
  <Override PartName="/ppt/ink/ink8134.xml" ContentType="application/inkml+xml"/>
  <Override PartName="/ppt/ink/ink8135.xml" ContentType="application/inkml+xml"/>
  <Override PartName="/ppt/ink/ink8136.xml" ContentType="application/inkml+xml"/>
  <Override PartName="/ppt/ink/ink8137.xml" ContentType="application/inkml+xml"/>
  <Override PartName="/ppt/ink/ink8138.xml" ContentType="application/inkml+xml"/>
  <Override PartName="/ppt/ink/ink8139.xml" ContentType="application/inkml+xml"/>
  <Override PartName="/ppt/ink/ink8140.xml" ContentType="application/inkml+xml"/>
  <Override PartName="/ppt/ink/ink8141.xml" ContentType="application/inkml+xml"/>
  <Override PartName="/ppt/ink/ink8142.xml" ContentType="application/inkml+xml"/>
  <Override PartName="/ppt/ink/ink8143.xml" ContentType="application/inkml+xml"/>
  <Override PartName="/ppt/ink/ink8144.xml" ContentType="application/inkml+xml"/>
  <Override PartName="/ppt/ink/ink8145.xml" ContentType="application/inkml+xml"/>
  <Override PartName="/ppt/ink/ink8146.xml" ContentType="application/inkml+xml"/>
  <Override PartName="/ppt/ink/ink8147.xml" ContentType="application/inkml+xml"/>
  <Override PartName="/ppt/ink/ink8148.xml" ContentType="application/inkml+xml"/>
  <Override PartName="/ppt/ink/ink8149.xml" ContentType="application/inkml+xml"/>
  <Override PartName="/ppt/ink/ink8150.xml" ContentType="application/inkml+xml"/>
  <Override PartName="/ppt/ink/ink8151.xml" ContentType="application/inkml+xml"/>
  <Override PartName="/ppt/ink/ink8152.xml" ContentType="application/inkml+xml"/>
  <Override PartName="/ppt/ink/ink8153.xml" ContentType="application/inkml+xml"/>
  <Override PartName="/ppt/ink/ink8154.xml" ContentType="application/inkml+xml"/>
  <Override PartName="/ppt/ink/ink8155.xml" ContentType="application/inkml+xml"/>
  <Override PartName="/ppt/ink/ink8156.xml" ContentType="application/inkml+xml"/>
  <Override PartName="/ppt/ink/ink8157.xml" ContentType="application/inkml+xml"/>
  <Override PartName="/ppt/ink/ink8158.xml" ContentType="application/inkml+xml"/>
  <Override PartName="/ppt/ink/ink8159.xml" ContentType="application/inkml+xml"/>
  <Override PartName="/ppt/ink/ink8160.xml" ContentType="application/inkml+xml"/>
  <Override PartName="/ppt/ink/ink8161.xml" ContentType="application/inkml+xml"/>
  <Override PartName="/ppt/ink/ink8162.xml" ContentType="application/inkml+xml"/>
  <Override PartName="/ppt/ink/ink8163.xml" ContentType="application/inkml+xml"/>
  <Override PartName="/ppt/ink/ink8164.xml" ContentType="application/inkml+xml"/>
  <Override PartName="/ppt/ink/ink8165.xml" ContentType="application/inkml+xml"/>
  <Override PartName="/ppt/ink/ink8166.xml" ContentType="application/inkml+xml"/>
  <Override PartName="/ppt/ink/ink8167.xml" ContentType="application/inkml+xml"/>
  <Override PartName="/ppt/ink/ink8168.xml" ContentType="application/inkml+xml"/>
  <Override PartName="/ppt/ink/ink8169.xml" ContentType="application/inkml+xml"/>
  <Override PartName="/ppt/ink/ink8170.xml" ContentType="application/inkml+xml"/>
  <Override PartName="/ppt/ink/ink8171.xml" ContentType="application/inkml+xml"/>
  <Override PartName="/ppt/ink/ink8172.xml" ContentType="application/inkml+xml"/>
  <Override PartName="/ppt/ink/ink8173.xml" ContentType="application/inkml+xml"/>
  <Override PartName="/ppt/ink/ink8174.xml" ContentType="application/inkml+xml"/>
  <Override PartName="/ppt/ink/ink8175.xml" ContentType="application/inkml+xml"/>
  <Override PartName="/ppt/ink/ink8176.xml" ContentType="application/inkml+xml"/>
  <Override PartName="/ppt/ink/ink8177.xml" ContentType="application/inkml+xml"/>
  <Override PartName="/ppt/ink/ink8178.xml" ContentType="application/inkml+xml"/>
  <Override PartName="/ppt/ink/ink8179.xml" ContentType="application/inkml+xml"/>
  <Override PartName="/ppt/ink/ink8180.xml" ContentType="application/inkml+xml"/>
  <Override PartName="/ppt/ink/ink8181.xml" ContentType="application/inkml+xml"/>
  <Override PartName="/ppt/ink/ink8182.xml" ContentType="application/inkml+xml"/>
  <Override PartName="/ppt/ink/ink8183.xml" ContentType="application/inkml+xml"/>
  <Override PartName="/ppt/ink/ink8184.xml" ContentType="application/inkml+xml"/>
  <Override PartName="/ppt/ink/ink8185.xml" ContentType="application/inkml+xml"/>
  <Override PartName="/ppt/ink/ink8186.xml" ContentType="application/inkml+xml"/>
  <Override PartName="/ppt/ink/ink8187.xml" ContentType="application/inkml+xml"/>
  <Override PartName="/ppt/ink/ink8188.xml" ContentType="application/inkml+xml"/>
  <Override PartName="/ppt/ink/ink8189.xml" ContentType="application/inkml+xml"/>
  <Override PartName="/ppt/ink/ink8190.xml" ContentType="application/inkml+xml"/>
  <Override PartName="/ppt/ink/ink8191.xml" ContentType="application/inkml+xml"/>
  <Override PartName="/ppt/ink/ink8192.xml" ContentType="application/inkml+xml"/>
  <Override PartName="/ppt/ink/ink8193.xml" ContentType="application/inkml+xml"/>
  <Override PartName="/ppt/ink/ink8194.xml" ContentType="application/inkml+xml"/>
  <Override PartName="/ppt/ink/ink8195.xml" ContentType="application/inkml+xml"/>
  <Override PartName="/ppt/ink/ink8196.xml" ContentType="application/inkml+xml"/>
  <Override PartName="/ppt/ink/ink8197.xml" ContentType="application/inkml+xml"/>
  <Override PartName="/ppt/ink/ink8198.xml" ContentType="application/inkml+xml"/>
  <Override PartName="/ppt/ink/ink8199.xml" ContentType="application/inkml+xml"/>
  <Override PartName="/ppt/ink/ink8200.xml" ContentType="application/inkml+xml"/>
  <Override PartName="/ppt/ink/ink8201.xml" ContentType="application/inkml+xml"/>
  <Override PartName="/ppt/ink/ink8202.xml" ContentType="application/inkml+xml"/>
  <Override PartName="/ppt/ink/ink8203.xml" ContentType="application/inkml+xml"/>
  <Override PartName="/ppt/ink/ink8204.xml" ContentType="application/inkml+xml"/>
  <Override PartName="/ppt/ink/ink8205.xml" ContentType="application/inkml+xml"/>
  <Override PartName="/ppt/ink/ink8206.xml" ContentType="application/inkml+xml"/>
  <Override PartName="/ppt/ink/ink8207.xml" ContentType="application/inkml+xml"/>
  <Override PartName="/ppt/ink/ink8208.xml" ContentType="application/inkml+xml"/>
  <Override PartName="/ppt/ink/ink8209.xml" ContentType="application/inkml+xml"/>
  <Override PartName="/ppt/ink/ink8210.xml" ContentType="application/inkml+xml"/>
  <Override PartName="/ppt/ink/ink8211.xml" ContentType="application/inkml+xml"/>
  <Override PartName="/ppt/ink/ink8212.xml" ContentType="application/inkml+xml"/>
  <Override PartName="/ppt/ink/ink8213.xml" ContentType="application/inkml+xml"/>
  <Override PartName="/ppt/ink/ink8214.xml" ContentType="application/inkml+xml"/>
  <Override PartName="/ppt/ink/ink8215.xml" ContentType="application/inkml+xml"/>
  <Override PartName="/ppt/ink/ink8216.xml" ContentType="application/inkml+xml"/>
  <Override PartName="/ppt/ink/ink8217.xml" ContentType="application/inkml+xml"/>
  <Override PartName="/ppt/ink/ink8218.xml" ContentType="application/inkml+xml"/>
  <Override PartName="/ppt/ink/ink8219.xml" ContentType="application/inkml+xml"/>
  <Override PartName="/ppt/ink/ink8220.xml" ContentType="application/inkml+xml"/>
  <Override PartName="/ppt/ink/ink8221.xml" ContentType="application/inkml+xml"/>
  <Override PartName="/ppt/ink/ink8222.xml" ContentType="application/inkml+xml"/>
  <Override PartName="/ppt/ink/ink8223.xml" ContentType="application/inkml+xml"/>
  <Override PartName="/ppt/ink/ink8224.xml" ContentType="application/inkml+xml"/>
  <Override PartName="/ppt/ink/ink8225.xml" ContentType="application/inkml+xml"/>
  <Override PartName="/ppt/ink/ink8226.xml" ContentType="application/inkml+xml"/>
  <Override PartName="/ppt/ink/ink8227.xml" ContentType="application/inkml+xml"/>
  <Override PartName="/ppt/ink/ink8228.xml" ContentType="application/inkml+xml"/>
  <Override PartName="/ppt/ink/ink8229.xml" ContentType="application/inkml+xml"/>
  <Override PartName="/ppt/ink/ink8230.xml" ContentType="application/inkml+xml"/>
  <Override PartName="/ppt/ink/ink8231.xml" ContentType="application/inkml+xml"/>
  <Override PartName="/ppt/ink/ink8232.xml" ContentType="application/inkml+xml"/>
  <Override PartName="/ppt/ink/ink8233.xml" ContentType="application/inkml+xml"/>
  <Override PartName="/ppt/ink/ink8234.xml" ContentType="application/inkml+xml"/>
  <Override PartName="/ppt/ink/ink8235.xml" ContentType="application/inkml+xml"/>
  <Override PartName="/ppt/ink/ink8236.xml" ContentType="application/inkml+xml"/>
  <Override PartName="/ppt/ink/ink8237.xml" ContentType="application/inkml+xml"/>
  <Override PartName="/ppt/ink/ink8238.xml" ContentType="application/inkml+xml"/>
  <Override PartName="/ppt/ink/ink8239.xml" ContentType="application/inkml+xml"/>
  <Override PartName="/ppt/ink/ink8240.xml" ContentType="application/inkml+xml"/>
  <Override PartName="/ppt/ink/ink8241.xml" ContentType="application/inkml+xml"/>
  <Override PartName="/ppt/ink/ink8242.xml" ContentType="application/inkml+xml"/>
  <Override PartName="/ppt/ink/ink8243.xml" ContentType="application/inkml+xml"/>
  <Override PartName="/ppt/ink/ink8244.xml" ContentType="application/inkml+xml"/>
  <Override PartName="/ppt/ink/ink8245.xml" ContentType="application/inkml+xml"/>
  <Override PartName="/ppt/ink/ink8246.xml" ContentType="application/inkml+xml"/>
  <Override PartName="/ppt/ink/ink8247.xml" ContentType="application/inkml+xml"/>
  <Override PartName="/ppt/ink/ink8248.xml" ContentType="application/inkml+xml"/>
  <Override PartName="/ppt/ink/ink8249.xml" ContentType="application/inkml+xml"/>
  <Override PartName="/ppt/ink/ink8250.xml" ContentType="application/inkml+xml"/>
  <Override PartName="/ppt/ink/ink8251.xml" ContentType="application/inkml+xml"/>
  <Override PartName="/ppt/ink/ink8252.xml" ContentType="application/inkml+xml"/>
  <Override PartName="/ppt/ink/ink8253.xml" ContentType="application/inkml+xml"/>
  <Override PartName="/ppt/ink/ink8254.xml" ContentType="application/inkml+xml"/>
  <Override PartName="/ppt/ink/ink8255.xml" ContentType="application/inkml+xml"/>
  <Override PartName="/ppt/ink/ink8256.xml" ContentType="application/inkml+xml"/>
  <Override PartName="/ppt/ink/ink8257.xml" ContentType="application/inkml+xml"/>
  <Override PartName="/ppt/ink/ink8258.xml" ContentType="application/inkml+xml"/>
  <Override PartName="/ppt/ink/ink8259.xml" ContentType="application/inkml+xml"/>
  <Override PartName="/ppt/ink/ink8260.xml" ContentType="application/inkml+xml"/>
  <Override PartName="/ppt/ink/ink8261.xml" ContentType="application/inkml+xml"/>
  <Override PartName="/ppt/ink/ink8262.xml" ContentType="application/inkml+xml"/>
  <Override PartName="/ppt/ink/ink8263.xml" ContentType="application/inkml+xml"/>
  <Override PartName="/ppt/ink/ink8264.xml" ContentType="application/inkml+xml"/>
  <Override PartName="/ppt/ink/ink8265.xml" ContentType="application/inkml+xml"/>
  <Override PartName="/ppt/ink/ink8266.xml" ContentType="application/inkml+xml"/>
  <Override PartName="/ppt/ink/ink8267.xml" ContentType="application/inkml+xml"/>
  <Override PartName="/ppt/ink/ink8268.xml" ContentType="application/inkml+xml"/>
  <Override PartName="/ppt/ink/ink8269.xml" ContentType="application/inkml+xml"/>
  <Override PartName="/ppt/ink/ink8270.xml" ContentType="application/inkml+xml"/>
  <Override PartName="/ppt/ink/ink8271.xml" ContentType="application/inkml+xml"/>
  <Override PartName="/ppt/ink/ink8272.xml" ContentType="application/inkml+xml"/>
  <Override PartName="/ppt/ink/ink8273.xml" ContentType="application/inkml+xml"/>
  <Override PartName="/ppt/ink/ink8274.xml" ContentType="application/inkml+xml"/>
  <Override PartName="/ppt/ink/ink8275.xml" ContentType="application/inkml+xml"/>
  <Override PartName="/ppt/ink/ink8276.xml" ContentType="application/inkml+xml"/>
  <Override PartName="/ppt/ink/ink8277.xml" ContentType="application/inkml+xml"/>
  <Override PartName="/ppt/ink/ink8278.xml" ContentType="application/inkml+xml"/>
  <Override PartName="/ppt/ink/ink8279.xml" ContentType="application/inkml+xml"/>
  <Override PartName="/ppt/ink/ink8280.xml" ContentType="application/inkml+xml"/>
  <Override PartName="/ppt/ink/ink8281.xml" ContentType="application/inkml+xml"/>
  <Override PartName="/ppt/ink/ink8282.xml" ContentType="application/inkml+xml"/>
  <Override PartName="/ppt/ink/ink8283.xml" ContentType="application/inkml+xml"/>
  <Override PartName="/ppt/ink/ink8284.xml" ContentType="application/inkml+xml"/>
  <Override PartName="/ppt/ink/ink8285.xml" ContentType="application/inkml+xml"/>
  <Override PartName="/ppt/ink/ink8286.xml" ContentType="application/inkml+xml"/>
  <Override PartName="/ppt/ink/ink8287.xml" ContentType="application/inkml+xml"/>
  <Override PartName="/ppt/ink/ink8288.xml" ContentType="application/inkml+xml"/>
  <Override PartName="/ppt/ink/ink8289.xml" ContentType="application/inkml+xml"/>
  <Override PartName="/ppt/ink/ink8290.xml" ContentType="application/inkml+xml"/>
  <Override PartName="/ppt/ink/ink8291.xml" ContentType="application/inkml+xml"/>
  <Override PartName="/ppt/ink/ink8292.xml" ContentType="application/inkml+xml"/>
  <Override PartName="/ppt/ink/ink8293.xml" ContentType="application/inkml+xml"/>
  <Override PartName="/ppt/ink/ink8294.xml" ContentType="application/inkml+xml"/>
  <Override PartName="/ppt/ink/ink8295.xml" ContentType="application/inkml+xml"/>
  <Override PartName="/ppt/ink/ink8296.xml" ContentType="application/inkml+xml"/>
  <Override PartName="/ppt/ink/ink8297.xml" ContentType="application/inkml+xml"/>
  <Override PartName="/ppt/ink/ink8298.xml" ContentType="application/inkml+xml"/>
  <Override PartName="/ppt/ink/ink8299.xml" ContentType="application/inkml+xml"/>
  <Override PartName="/ppt/ink/ink8300.xml" ContentType="application/inkml+xml"/>
  <Override PartName="/ppt/ink/ink8301.xml" ContentType="application/inkml+xml"/>
  <Override PartName="/ppt/ink/ink8302.xml" ContentType="application/inkml+xml"/>
  <Override PartName="/ppt/ink/ink8303.xml" ContentType="application/inkml+xml"/>
  <Override PartName="/ppt/ink/ink8304.xml" ContentType="application/inkml+xml"/>
  <Override PartName="/ppt/ink/ink8305.xml" ContentType="application/inkml+xml"/>
  <Override PartName="/ppt/ink/ink8306.xml" ContentType="application/inkml+xml"/>
  <Override PartName="/ppt/ink/ink8307.xml" ContentType="application/inkml+xml"/>
  <Override PartName="/ppt/ink/ink8308.xml" ContentType="application/inkml+xml"/>
  <Override PartName="/ppt/ink/ink8309.xml" ContentType="application/inkml+xml"/>
  <Override PartName="/ppt/ink/ink8310.xml" ContentType="application/inkml+xml"/>
  <Override PartName="/ppt/ink/ink8311.xml" ContentType="application/inkml+xml"/>
  <Override PartName="/ppt/ink/ink8312.xml" ContentType="application/inkml+xml"/>
  <Override PartName="/ppt/ink/ink8313.xml" ContentType="application/inkml+xml"/>
  <Override PartName="/ppt/ink/ink8314.xml" ContentType="application/inkml+xml"/>
  <Override PartName="/ppt/ink/ink8315.xml" ContentType="application/inkml+xml"/>
  <Override PartName="/ppt/ink/ink8316.xml" ContentType="application/inkml+xml"/>
  <Override PartName="/ppt/ink/ink8317.xml" ContentType="application/inkml+xml"/>
  <Override PartName="/ppt/ink/ink8318.xml" ContentType="application/inkml+xml"/>
  <Override PartName="/ppt/ink/ink8319.xml" ContentType="application/inkml+xml"/>
  <Override PartName="/ppt/ink/ink8320.xml" ContentType="application/inkml+xml"/>
  <Override PartName="/ppt/ink/ink8321.xml" ContentType="application/inkml+xml"/>
  <Override PartName="/ppt/ink/ink8322.xml" ContentType="application/inkml+xml"/>
  <Override PartName="/ppt/ink/ink8323.xml" ContentType="application/inkml+xml"/>
  <Override PartName="/ppt/ink/ink8324.xml" ContentType="application/inkml+xml"/>
  <Override PartName="/ppt/ink/ink8325.xml" ContentType="application/inkml+xml"/>
  <Override PartName="/ppt/ink/ink8326.xml" ContentType="application/inkml+xml"/>
  <Override PartName="/ppt/ink/ink8327.xml" ContentType="application/inkml+xml"/>
  <Override PartName="/ppt/ink/ink8328.xml" ContentType="application/inkml+xml"/>
  <Override PartName="/ppt/ink/ink8329.xml" ContentType="application/inkml+xml"/>
  <Override PartName="/ppt/ink/ink8330.xml" ContentType="application/inkml+xml"/>
  <Override PartName="/ppt/ink/ink8331.xml" ContentType="application/inkml+xml"/>
  <Override PartName="/ppt/ink/ink8332.xml" ContentType="application/inkml+xml"/>
  <Override PartName="/ppt/ink/ink8333.xml" ContentType="application/inkml+xml"/>
  <Override PartName="/ppt/ink/ink8334.xml" ContentType="application/inkml+xml"/>
  <Override PartName="/ppt/ink/ink8335.xml" ContentType="application/inkml+xml"/>
  <Override PartName="/ppt/ink/ink8336.xml" ContentType="application/inkml+xml"/>
  <Override PartName="/ppt/ink/ink8337.xml" ContentType="application/inkml+xml"/>
  <Override PartName="/ppt/ink/ink8338.xml" ContentType="application/inkml+xml"/>
  <Override PartName="/ppt/ink/ink8339.xml" ContentType="application/inkml+xml"/>
  <Override PartName="/ppt/ink/ink8340.xml" ContentType="application/inkml+xml"/>
  <Override PartName="/ppt/ink/ink8341.xml" ContentType="application/inkml+xml"/>
  <Override PartName="/ppt/ink/ink8342.xml" ContentType="application/inkml+xml"/>
  <Override PartName="/ppt/ink/ink8343.xml" ContentType="application/inkml+xml"/>
  <Override PartName="/ppt/ink/ink8344.xml" ContentType="application/inkml+xml"/>
  <Override PartName="/ppt/ink/ink8345.xml" ContentType="application/inkml+xml"/>
  <Override PartName="/ppt/ink/ink8346.xml" ContentType="application/inkml+xml"/>
  <Override PartName="/ppt/ink/ink8347.xml" ContentType="application/inkml+xml"/>
  <Override PartName="/ppt/ink/ink8348.xml" ContentType="application/inkml+xml"/>
  <Override PartName="/ppt/ink/ink8349.xml" ContentType="application/inkml+xml"/>
  <Override PartName="/ppt/ink/ink8350.xml" ContentType="application/inkml+xml"/>
  <Override PartName="/ppt/ink/ink8351.xml" ContentType="application/inkml+xml"/>
  <Override PartName="/ppt/ink/ink8352.xml" ContentType="application/inkml+xml"/>
  <Override PartName="/ppt/ink/ink8353.xml" ContentType="application/inkml+xml"/>
  <Override PartName="/ppt/ink/ink8354.xml" ContentType="application/inkml+xml"/>
  <Override PartName="/ppt/ink/ink8355.xml" ContentType="application/inkml+xml"/>
  <Override PartName="/ppt/ink/ink8356.xml" ContentType="application/inkml+xml"/>
  <Override PartName="/ppt/ink/ink8357.xml" ContentType="application/inkml+xml"/>
  <Override PartName="/ppt/ink/ink8358.xml" ContentType="application/inkml+xml"/>
  <Override PartName="/ppt/ink/ink8359.xml" ContentType="application/inkml+xml"/>
  <Override PartName="/ppt/ink/ink8360.xml" ContentType="application/inkml+xml"/>
  <Override PartName="/ppt/ink/ink8361.xml" ContentType="application/inkml+xml"/>
  <Override PartName="/ppt/ink/ink8362.xml" ContentType="application/inkml+xml"/>
  <Override PartName="/ppt/ink/ink8363.xml" ContentType="application/inkml+xml"/>
  <Override PartName="/ppt/ink/ink8364.xml" ContentType="application/inkml+xml"/>
  <Override PartName="/ppt/ink/ink8365.xml" ContentType="application/inkml+xml"/>
  <Override PartName="/ppt/ink/ink8366.xml" ContentType="application/inkml+xml"/>
  <Override PartName="/ppt/ink/ink8367.xml" ContentType="application/inkml+xml"/>
  <Override PartName="/ppt/ink/ink8368.xml" ContentType="application/inkml+xml"/>
  <Override PartName="/ppt/ink/ink8369.xml" ContentType="application/inkml+xml"/>
  <Override PartName="/ppt/ink/ink8370.xml" ContentType="application/inkml+xml"/>
  <Override PartName="/ppt/ink/ink8371.xml" ContentType="application/inkml+xml"/>
  <Override PartName="/ppt/ink/ink8372.xml" ContentType="application/inkml+xml"/>
  <Override PartName="/ppt/ink/ink8373.xml" ContentType="application/inkml+xml"/>
  <Override PartName="/ppt/ink/ink8374.xml" ContentType="application/inkml+xml"/>
  <Override PartName="/ppt/ink/ink8375.xml" ContentType="application/inkml+xml"/>
  <Override PartName="/ppt/ink/ink8376.xml" ContentType="application/inkml+xml"/>
  <Override PartName="/ppt/ink/ink8377.xml" ContentType="application/inkml+xml"/>
  <Override PartName="/ppt/ink/ink8378.xml" ContentType="application/inkml+xml"/>
  <Override PartName="/ppt/ink/ink8379.xml" ContentType="application/inkml+xml"/>
  <Override PartName="/ppt/ink/ink8380.xml" ContentType="application/inkml+xml"/>
  <Override PartName="/ppt/ink/ink8381.xml" ContentType="application/inkml+xml"/>
  <Override PartName="/ppt/ink/ink8382.xml" ContentType="application/inkml+xml"/>
  <Override PartName="/ppt/ink/ink8383.xml" ContentType="application/inkml+xml"/>
  <Override PartName="/ppt/ink/ink8384.xml" ContentType="application/inkml+xml"/>
  <Override PartName="/ppt/ink/ink8385.xml" ContentType="application/inkml+xml"/>
  <Override PartName="/ppt/ink/ink8386.xml" ContentType="application/inkml+xml"/>
  <Override PartName="/ppt/ink/ink8387.xml" ContentType="application/inkml+xml"/>
  <Override PartName="/ppt/ink/ink8388.xml" ContentType="application/inkml+xml"/>
  <Override PartName="/ppt/ink/ink8389.xml" ContentType="application/inkml+xml"/>
  <Override PartName="/ppt/ink/ink8390.xml" ContentType="application/inkml+xml"/>
  <Override PartName="/ppt/ink/ink8391.xml" ContentType="application/inkml+xml"/>
  <Override PartName="/ppt/ink/ink8392.xml" ContentType="application/inkml+xml"/>
  <Override PartName="/ppt/ink/ink8393.xml" ContentType="application/inkml+xml"/>
  <Override PartName="/ppt/ink/ink8394.xml" ContentType="application/inkml+xml"/>
  <Override PartName="/ppt/ink/ink8395.xml" ContentType="application/inkml+xml"/>
  <Override PartName="/ppt/ink/ink8396.xml" ContentType="application/inkml+xml"/>
  <Override PartName="/ppt/ink/ink8397.xml" ContentType="application/inkml+xml"/>
  <Override PartName="/ppt/ink/ink8398.xml" ContentType="application/inkml+xml"/>
  <Override PartName="/ppt/ink/ink8399.xml" ContentType="application/inkml+xml"/>
  <Override PartName="/ppt/ink/ink8400.xml" ContentType="application/inkml+xml"/>
  <Override PartName="/ppt/ink/ink8401.xml" ContentType="application/inkml+xml"/>
  <Override PartName="/ppt/ink/ink8402.xml" ContentType="application/inkml+xml"/>
  <Override PartName="/ppt/ink/ink8403.xml" ContentType="application/inkml+xml"/>
  <Override PartName="/ppt/ink/ink8404.xml" ContentType="application/inkml+xml"/>
  <Override PartName="/ppt/ink/ink8405.xml" ContentType="application/inkml+xml"/>
  <Override PartName="/ppt/ink/ink8406.xml" ContentType="application/inkml+xml"/>
  <Override PartName="/ppt/ink/ink8407.xml" ContentType="application/inkml+xml"/>
  <Override PartName="/ppt/ink/ink8408.xml" ContentType="application/inkml+xml"/>
  <Override PartName="/ppt/ink/ink8409.xml" ContentType="application/inkml+xml"/>
  <Override PartName="/ppt/ink/ink8410.xml" ContentType="application/inkml+xml"/>
  <Override PartName="/ppt/ink/ink8411.xml" ContentType="application/inkml+xml"/>
  <Override PartName="/ppt/ink/ink8412.xml" ContentType="application/inkml+xml"/>
  <Override PartName="/ppt/ink/ink8413.xml" ContentType="application/inkml+xml"/>
  <Override PartName="/ppt/ink/ink8414.xml" ContentType="application/inkml+xml"/>
  <Override PartName="/ppt/ink/ink8415.xml" ContentType="application/inkml+xml"/>
  <Override PartName="/ppt/ink/ink8416.xml" ContentType="application/inkml+xml"/>
  <Override PartName="/ppt/ink/ink8417.xml" ContentType="application/inkml+xml"/>
  <Override PartName="/ppt/ink/ink8418.xml" ContentType="application/inkml+xml"/>
  <Override PartName="/ppt/ink/ink8419.xml" ContentType="application/inkml+xml"/>
  <Override PartName="/ppt/ink/ink8420.xml" ContentType="application/inkml+xml"/>
  <Override PartName="/ppt/ink/ink8421.xml" ContentType="application/inkml+xml"/>
  <Override PartName="/ppt/ink/ink8422.xml" ContentType="application/inkml+xml"/>
  <Override PartName="/ppt/ink/ink8423.xml" ContentType="application/inkml+xml"/>
  <Override PartName="/ppt/ink/ink8424.xml" ContentType="application/inkml+xml"/>
  <Override PartName="/ppt/ink/ink8425.xml" ContentType="application/inkml+xml"/>
  <Override PartName="/ppt/ink/ink8426.xml" ContentType="application/inkml+xml"/>
  <Override PartName="/ppt/ink/ink8427.xml" ContentType="application/inkml+xml"/>
  <Override PartName="/ppt/ink/ink8428.xml" ContentType="application/inkml+xml"/>
  <Override PartName="/ppt/ink/ink8429.xml" ContentType="application/inkml+xml"/>
  <Override PartName="/ppt/ink/ink8430.xml" ContentType="application/inkml+xml"/>
  <Override PartName="/ppt/ink/ink8431.xml" ContentType="application/inkml+xml"/>
  <Override PartName="/ppt/ink/ink8432.xml" ContentType="application/inkml+xml"/>
  <Override PartName="/ppt/ink/ink8433.xml" ContentType="application/inkml+xml"/>
  <Override PartName="/ppt/ink/ink8434.xml" ContentType="application/inkml+xml"/>
  <Override PartName="/ppt/ink/ink8435.xml" ContentType="application/inkml+xml"/>
  <Override PartName="/ppt/ink/ink8436.xml" ContentType="application/inkml+xml"/>
  <Override PartName="/ppt/ink/ink8437.xml" ContentType="application/inkml+xml"/>
  <Override PartName="/ppt/ink/ink8438.xml" ContentType="application/inkml+xml"/>
  <Override PartName="/ppt/ink/ink8439.xml" ContentType="application/inkml+xml"/>
  <Override PartName="/ppt/ink/ink8440.xml" ContentType="application/inkml+xml"/>
  <Override PartName="/ppt/ink/ink8441.xml" ContentType="application/inkml+xml"/>
  <Override PartName="/ppt/ink/ink8442.xml" ContentType="application/inkml+xml"/>
  <Override PartName="/ppt/ink/ink8443.xml" ContentType="application/inkml+xml"/>
  <Override PartName="/ppt/ink/ink8444.xml" ContentType="application/inkml+xml"/>
  <Override PartName="/ppt/ink/ink8445.xml" ContentType="application/inkml+xml"/>
  <Override PartName="/ppt/ink/ink8446.xml" ContentType="application/inkml+xml"/>
  <Override PartName="/ppt/ink/ink8447.xml" ContentType="application/inkml+xml"/>
  <Override PartName="/ppt/ink/ink8448.xml" ContentType="application/inkml+xml"/>
  <Override PartName="/ppt/ink/ink8449.xml" ContentType="application/inkml+xml"/>
  <Override PartName="/ppt/ink/ink8450.xml" ContentType="application/inkml+xml"/>
  <Override PartName="/ppt/ink/ink8451.xml" ContentType="application/inkml+xml"/>
  <Override PartName="/ppt/ink/ink8452.xml" ContentType="application/inkml+xml"/>
  <Override PartName="/ppt/ink/ink8453.xml" ContentType="application/inkml+xml"/>
  <Override PartName="/ppt/ink/ink8454.xml" ContentType="application/inkml+xml"/>
  <Override PartName="/ppt/ink/ink8455.xml" ContentType="application/inkml+xml"/>
  <Override PartName="/ppt/ink/ink8456.xml" ContentType="application/inkml+xml"/>
  <Override PartName="/ppt/ink/ink8457.xml" ContentType="application/inkml+xml"/>
  <Override PartName="/ppt/ink/ink8458.xml" ContentType="application/inkml+xml"/>
  <Override PartName="/ppt/ink/ink8459.xml" ContentType="application/inkml+xml"/>
  <Override PartName="/ppt/ink/ink8460.xml" ContentType="application/inkml+xml"/>
  <Override PartName="/ppt/ink/ink8461.xml" ContentType="application/inkml+xml"/>
  <Override PartName="/ppt/ink/ink8462.xml" ContentType="application/inkml+xml"/>
  <Override PartName="/ppt/ink/ink8463.xml" ContentType="application/inkml+xml"/>
  <Override PartName="/ppt/ink/ink8464.xml" ContentType="application/inkml+xml"/>
  <Override PartName="/ppt/ink/ink8465.xml" ContentType="application/inkml+xml"/>
  <Override PartName="/ppt/ink/ink8466.xml" ContentType="application/inkml+xml"/>
  <Override PartName="/ppt/ink/ink8467.xml" ContentType="application/inkml+xml"/>
  <Override PartName="/ppt/ink/ink8468.xml" ContentType="application/inkml+xml"/>
  <Override PartName="/ppt/ink/ink8469.xml" ContentType="application/inkml+xml"/>
  <Override PartName="/ppt/ink/ink8470.xml" ContentType="application/inkml+xml"/>
  <Override PartName="/ppt/ink/ink8471.xml" ContentType="application/inkml+xml"/>
  <Override PartName="/ppt/ink/ink8472.xml" ContentType="application/inkml+xml"/>
  <Override PartName="/ppt/ink/ink8473.xml" ContentType="application/inkml+xml"/>
  <Override PartName="/ppt/ink/ink8474.xml" ContentType="application/inkml+xml"/>
  <Override PartName="/ppt/ink/ink8475.xml" ContentType="application/inkml+xml"/>
  <Override PartName="/ppt/ink/ink8476.xml" ContentType="application/inkml+xml"/>
  <Override PartName="/ppt/ink/ink8477.xml" ContentType="application/inkml+xml"/>
  <Override PartName="/ppt/ink/ink8478.xml" ContentType="application/inkml+xml"/>
  <Override PartName="/ppt/ink/ink8479.xml" ContentType="application/inkml+xml"/>
  <Override PartName="/ppt/ink/ink8480.xml" ContentType="application/inkml+xml"/>
  <Override PartName="/ppt/ink/ink8481.xml" ContentType="application/inkml+xml"/>
  <Override PartName="/ppt/ink/ink8482.xml" ContentType="application/inkml+xml"/>
  <Override PartName="/ppt/ink/ink8483.xml" ContentType="application/inkml+xml"/>
  <Override PartName="/ppt/ink/ink8484.xml" ContentType="application/inkml+xml"/>
  <Override PartName="/ppt/ink/ink8485.xml" ContentType="application/inkml+xml"/>
  <Override PartName="/ppt/ink/ink8486.xml" ContentType="application/inkml+xml"/>
  <Override PartName="/ppt/ink/ink8487.xml" ContentType="application/inkml+xml"/>
  <Override PartName="/ppt/ink/ink8488.xml" ContentType="application/inkml+xml"/>
  <Override PartName="/ppt/ink/ink8489.xml" ContentType="application/inkml+xml"/>
  <Override PartName="/ppt/ink/ink8490.xml" ContentType="application/inkml+xml"/>
  <Override PartName="/ppt/ink/ink8491.xml" ContentType="application/inkml+xml"/>
  <Override PartName="/ppt/ink/ink8492.xml" ContentType="application/inkml+xml"/>
  <Override PartName="/ppt/ink/ink8493.xml" ContentType="application/inkml+xml"/>
  <Override PartName="/ppt/ink/ink8494.xml" ContentType="application/inkml+xml"/>
  <Override PartName="/ppt/ink/ink8495.xml" ContentType="application/inkml+xml"/>
  <Override PartName="/ppt/ink/ink8496.xml" ContentType="application/inkml+xml"/>
  <Override PartName="/ppt/ink/ink8497.xml" ContentType="application/inkml+xml"/>
  <Override PartName="/ppt/ink/ink8498.xml" ContentType="application/inkml+xml"/>
  <Override PartName="/ppt/ink/ink8499.xml" ContentType="application/inkml+xml"/>
  <Override PartName="/ppt/ink/ink8500.xml" ContentType="application/inkml+xml"/>
  <Override PartName="/ppt/ink/ink8501.xml" ContentType="application/inkml+xml"/>
  <Override PartName="/ppt/ink/ink8502.xml" ContentType="application/inkml+xml"/>
  <Override PartName="/ppt/ink/ink8503.xml" ContentType="application/inkml+xml"/>
  <Override PartName="/ppt/ink/ink8504.xml" ContentType="application/inkml+xml"/>
  <Override PartName="/ppt/ink/ink8505.xml" ContentType="application/inkml+xml"/>
  <Override PartName="/ppt/ink/ink8506.xml" ContentType="application/inkml+xml"/>
  <Override PartName="/ppt/ink/ink8507.xml" ContentType="application/inkml+xml"/>
  <Override PartName="/ppt/ink/ink8508.xml" ContentType="application/inkml+xml"/>
  <Override PartName="/ppt/ink/ink8509.xml" ContentType="application/inkml+xml"/>
  <Override PartName="/ppt/ink/ink8510.xml" ContentType="application/inkml+xml"/>
  <Override PartName="/ppt/ink/ink8511.xml" ContentType="application/inkml+xml"/>
  <Override PartName="/ppt/ink/ink8512.xml" ContentType="application/inkml+xml"/>
  <Override PartName="/ppt/ink/ink8513.xml" ContentType="application/inkml+xml"/>
  <Override PartName="/ppt/ink/ink8514.xml" ContentType="application/inkml+xml"/>
  <Override PartName="/ppt/ink/ink8515.xml" ContentType="application/inkml+xml"/>
  <Override PartName="/ppt/ink/ink8516.xml" ContentType="application/inkml+xml"/>
  <Override PartName="/ppt/ink/ink8517.xml" ContentType="application/inkml+xml"/>
  <Override PartName="/ppt/ink/ink8518.xml" ContentType="application/inkml+xml"/>
  <Override PartName="/ppt/ink/ink8519.xml" ContentType="application/inkml+xml"/>
  <Override PartName="/ppt/ink/ink8520.xml" ContentType="application/inkml+xml"/>
  <Override PartName="/ppt/ink/ink8521.xml" ContentType="application/inkml+xml"/>
  <Override PartName="/ppt/ink/ink8522.xml" ContentType="application/inkml+xml"/>
  <Override PartName="/ppt/ink/ink8523.xml" ContentType="application/inkml+xml"/>
  <Override PartName="/ppt/ink/ink8524.xml" ContentType="application/inkml+xml"/>
  <Override PartName="/ppt/ink/ink8525.xml" ContentType="application/inkml+xml"/>
  <Override PartName="/ppt/ink/ink8526.xml" ContentType="application/inkml+xml"/>
  <Override PartName="/ppt/ink/ink8527.xml" ContentType="application/inkml+xml"/>
  <Override PartName="/ppt/ink/ink8528.xml" ContentType="application/inkml+xml"/>
  <Override PartName="/ppt/ink/ink8529.xml" ContentType="application/inkml+xml"/>
  <Override PartName="/ppt/ink/ink8530.xml" ContentType="application/inkml+xml"/>
  <Override PartName="/ppt/ink/ink8531.xml" ContentType="application/inkml+xml"/>
  <Override PartName="/ppt/ink/ink8532.xml" ContentType="application/inkml+xml"/>
  <Override PartName="/ppt/ink/ink8533.xml" ContentType="application/inkml+xml"/>
  <Override PartName="/ppt/ink/ink8534.xml" ContentType="application/inkml+xml"/>
  <Override PartName="/ppt/ink/ink8535.xml" ContentType="application/inkml+xml"/>
  <Override PartName="/ppt/ink/ink8536.xml" ContentType="application/inkml+xml"/>
  <Override PartName="/ppt/ink/ink8537.xml" ContentType="application/inkml+xml"/>
  <Override PartName="/ppt/ink/ink8538.xml" ContentType="application/inkml+xml"/>
  <Override PartName="/ppt/ink/ink8539.xml" ContentType="application/inkml+xml"/>
  <Override PartName="/ppt/ink/ink8540.xml" ContentType="application/inkml+xml"/>
  <Override PartName="/ppt/ink/ink8541.xml" ContentType="application/inkml+xml"/>
  <Override PartName="/ppt/ink/ink8542.xml" ContentType="application/inkml+xml"/>
  <Override PartName="/ppt/ink/ink8543.xml" ContentType="application/inkml+xml"/>
  <Override PartName="/ppt/ink/ink8544.xml" ContentType="application/inkml+xml"/>
  <Override PartName="/ppt/ink/ink8545.xml" ContentType="application/inkml+xml"/>
  <Override PartName="/ppt/ink/ink8546.xml" ContentType="application/inkml+xml"/>
  <Override PartName="/ppt/ink/ink8547.xml" ContentType="application/inkml+xml"/>
  <Override PartName="/ppt/ink/ink8548.xml" ContentType="application/inkml+xml"/>
  <Override PartName="/ppt/ink/ink8549.xml" ContentType="application/inkml+xml"/>
  <Override PartName="/ppt/ink/ink8550.xml" ContentType="application/inkml+xml"/>
  <Override PartName="/ppt/ink/ink8551.xml" ContentType="application/inkml+xml"/>
  <Override PartName="/ppt/ink/ink8552.xml" ContentType="application/inkml+xml"/>
  <Override PartName="/ppt/ink/ink8553.xml" ContentType="application/inkml+xml"/>
  <Override PartName="/ppt/ink/ink8554.xml" ContentType="application/inkml+xml"/>
  <Override PartName="/ppt/ink/ink8555.xml" ContentType="application/inkml+xml"/>
  <Override PartName="/ppt/ink/ink8556.xml" ContentType="application/inkml+xml"/>
  <Override PartName="/ppt/ink/ink8557.xml" ContentType="application/inkml+xml"/>
  <Override PartName="/ppt/ink/ink8558.xml" ContentType="application/inkml+xml"/>
  <Override PartName="/ppt/ink/ink8559.xml" ContentType="application/inkml+xml"/>
  <Override PartName="/ppt/ink/ink8560.xml" ContentType="application/inkml+xml"/>
  <Override PartName="/ppt/ink/ink8561.xml" ContentType="application/inkml+xml"/>
  <Override PartName="/ppt/ink/ink8562.xml" ContentType="application/inkml+xml"/>
  <Override PartName="/ppt/ink/ink8563.xml" ContentType="application/inkml+xml"/>
  <Override PartName="/ppt/ink/ink8564.xml" ContentType="application/inkml+xml"/>
  <Override PartName="/ppt/ink/ink8565.xml" ContentType="application/inkml+xml"/>
  <Override PartName="/ppt/ink/ink8566.xml" ContentType="application/inkml+xml"/>
  <Override PartName="/ppt/ink/ink8567.xml" ContentType="application/inkml+xml"/>
  <Override PartName="/ppt/ink/ink8568.xml" ContentType="application/inkml+xml"/>
  <Override PartName="/ppt/ink/ink8569.xml" ContentType="application/inkml+xml"/>
  <Override PartName="/ppt/ink/ink8570.xml" ContentType="application/inkml+xml"/>
  <Override PartName="/ppt/ink/ink8571.xml" ContentType="application/inkml+xml"/>
  <Override PartName="/ppt/ink/ink8572.xml" ContentType="application/inkml+xml"/>
  <Override PartName="/ppt/ink/ink8573.xml" ContentType="application/inkml+xml"/>
  <Override PartName="/ppt/ink/ink8574.xml" ContentType="application/inkml+xml"/>
  <Override PartName="/ppt/ink/ink8575.xml" ContentType="application/inkml+xml"/>
  <Override PartName="/ppt/ink/ink8576.xml" ContentType="application/inkml+xml"/>
  <Override PartName="/ppt/ink/ink8577.xml" ContentType="application/inkml+xml"/>
  <Override PartName="/ppt/ink/ink8578.xml" ContentType="application/inkml+xml"/>
  <Override PartName="/ppt/ink/ink8579.xml" ContentType="application/inkml+xml"/>
  <Override PartName="/ppt/ink/ink8580.xml" ContentType="application/inkml+xml"/>
  <Override PartName="/ppt/ink/ink8581.xml" ContentType="application/inkml+xml"/>
  <Override PartName="/ppt/ink/ink8582.xml" ContentType="application/inkml+xml"/>
  <Override PartName="/ppt/ink/ink8583.xml" ContentType="application/inkml+xml"/>
  <Override PartName="/ppt/ink/ink8584.xml" ContentType="application/inkml+xml"/>
  <Override PartName="/ppt/ink/ink8585.xml" ContentType="application/inkml+xml"/>
  <Override PartName="/ppt/ink/ink8586.xml" ContentType="application/inkml+xml"/>
  <Override PartName="/ppt/ink/ink8587.xml" ContentType="application/inkml+xml"/>
  <Override PartName="/ppt/ink/ink8588.xml" ContentType="application/inkml+xml"/>
  <Override PartName="/ppt/ink/ink8589.xml" ContentType="application/inkml+xml"/>
  <Override PartName="/ppt/ink/ink8590.xml" ContentType="application/inkml+xml"/>
  <Override PartName="/ppt/ink/ink8591.xml" ContentType="application/inkml+xml"/>
  <Override PartName="/ppt/ink/ink8592.xml" ContentType="application/inkml+xml"/>
  <Override PartName="/ppt/ink/ink8593.xml" ContentType="application/inkml+xml"/>
  <Override PartName="/ppt/ink/ink8594.xml" ContentType="application/inkml+xml"/>
  <Override PartName="/ppt/ink/ink8595.xml" ContentType="application/inkml+xml"/>
  <Override PartName="/ppt/ink/ink8596.xml" ContentType="application/inkml+xml"/>
  <Override PartName="/ppt/ink/ink8597.xml" ContentType="application/inkml+xml"/>
  <Override PartName="/ppt/ink/ink8598.xml" ContentType="application/inkml+xml"/>
  <Override PartName="/ppt/ink/ink8599.xml" ContentType="application/inkml+xml"/>
  <Override PartName="/ppt/ink/ink8600.xml" ContentType="application/inkml+xml"/>
  <Override PartName="/ppt/ink/ink8601.xml" ContentType="application/inkml+xml"/>
  <Override PartName="/ppt/ink/ink8602.xml" ContentType="application/inkml+xml"/>
  <Override PartName="/ppt/ink/ink8603.xml" ContentType="application/inkml+xml"/>
  <Override PartName="/ppt/ink/ink8604.xml" ContentType="application/inkml+xml"/>
  <Override PartName="/ppt/ink/ink8605.xml" ContentType="application/inkml+xml"/>
  <Override PartName="/ppt/ink/ink8606.xml" ContentType="application/inkml+xml"/>
  <Override PartName="/ppt/ink/ink8607.xml" ContentType="application/inkml+xml"/>
  <Override PartName="/ppt/ink/ink8608.xml" ContentType="application/inkml+xml"/>
  <Override PartName="/ppt/ink/ink8609.xml" ContentType="application/inkml+xml"/>
  <Override PartName="/ppt/ink/ink8610.xml" ContentType="application/inkml+xml"/>
  <Override PartName="/ppt/ink/ink8611.xml" ContentType="application/inkml+xml"/>
  <Override PartName="/ppt/ink/ink8612.xml" ContentType="application/inkml+xml"/>
  <Override PartName="/ppt/ink/ink8613.xml" ContentType="application/inkml+xml"/>
  <Override PartName="/ppt/ink/ink8614.xml" ContentType="application/inkml+xml"/>
  <Override PartName="/ppt/ink/ink8615.xml" ContentType="application/inkml+xml"/>
  <Override PartName="/ppt/ink/ink8616.xml" ContentType="application/inkml+xml"/>
  <Override PartName="/ppt/ink/ink8617.xml" ContentType="application/inkml+xml"/>
  <Override PartName="/ppt/ink/ink8618.xml" ContentType="application/inkml+xml"/>
  <Override PartName="/ppt/ink/ink8619.xml" ContentType="application/inkml+xml"/>
  <Override PartName="/ppt/ink/ink8620.xml" ContentType="application/inkml+xml"/>
  <Override PartName="/ppt/ink/ink8621.xml" ContentType="application/inkml+xml"/>
  <Override PartName="/ppt/ink/ink8622.xml" ContentType="application/inkml+xml"/>
  <Override PartName="/ppt/ink/ink8623.xml" ContentType="application/inkml+xml"/>
  <Override PartName="/ppt/ink/ink8624.xml" ContentType="application/inkml+xml"/>
  <Override PartName="/ppt/ink/ink8625.xml" ContentType="application/inkml+xml"/>
  <Override PartName="/ppt/ink/ink8626.xml" ContentType="application/inkml+xml"/>
  <Override PartName="/ppt/ink/ink8627.xml" ContentType="application/inkml+xml"/>
  <Override PartName="/ppt/ink/ink8628.xml" ContentType="application/inkml+xml"/>
  <Override PartName="/ppt/ink/ink8629.xml" ContentType="application/inkml+xml"/>
  <Override PartName="/ppt/ink/ink8630.xml" ContentType="application/inkml+xml"/>
  <Override PartName="/ppt/ink/ink8631.xml" ContentType="application/inkml+xml"/>
  <Override PartName="/ppt/ink/ink8632.xml" ContentType="application/inkml+xml"/>
  <Override PartName="/ppt/ink/ink8633.xml" ContentType="application/inkml+xml"/>
  <Override PartName="/ppt/ink/ink8634.xml" ContentType="application/inkml+xml"/>
  <Override PartName="/ppt/ink/ink8635.xml" ContentType="application/inkml+xml"/>
  <Override PartName="/ppt/ink/ink8636.xml" ContentType="application/inkml+xml"/>
  <Override PartName="/ppt/ink/ink8637.xml" ContentType="application/inkml+xml"/>
  <Override PartName="/ppt/ink/ink8638.xml" ContentType="application/inkml+xml"/>
  <Override PartName="/ppt/ink/ink8639.xml" ContentType="application/inkml+xml"/>
  <Override PartName="/ppt/ink/ink8640.xml" ContentType="application/inkml+xml"/>
  <Override PartName="/ppt/ink/ink8641.xml" ContentType="application/inkml+xml"/>
  <Override PartName="/ppt/ink/ink8642.xml" ContentType="application/inkml+xml"/>
  <Override PartName="/ppt/ink/ink8643.xml" ContentType="application/inkml+xml"/>
  <Override PartName="/ppt/ink/ink8644.xml" ContentType="application/inkml+xml"/>
  <Override PartName="/ppt/ink/ink8645.xml" ContentType="application/inkml+xml"/>
  <Override PartName="/ppt/ink/ink8646.xml" ContentType="application/inkml+xml"/>
  <Override PartName="/ppt/ink/ink8647.xml" ContentType="application/inkml+xml"/>
  <Override PartName="/ppt/ink/ink8648.xml" ContentType="application/inkml+xml"/>
  <Override PartName="/ppt/ink/ink8649.xml" ContentType="application/inkml+xml"/>
  <Override PartName="/ppt/ink/ink8650.xml" ContentType="application/inkml+xml"/>
  <Override PartName="/ppt/ink/ink8651.xml" ContentType="application/inkml+xml"/>
  <Override PartName="/ppt/ink/ink8652.xml" ContentType="application/inkml+xml"/>
  <Override PartName="/ppt/ink/ink8653.xml" ContentType="application/inkml+xml"/>
  <Override PartName="/ppt/ink/ink8654.xml" ContentType="application/inkml+xml"/>
  <Override PartName="/ppt/ink/ink8655.xml" ContentType="application/inkml+xml"/>
  <Override PartName="/ppt/ink/ink8656.xml" ContentType="application/inkml+xml"/>
  <Override PartName="/ppt/ink/ink8657.xml" ContentType="application/inkml+xml"/>
  <Override PartName="/ppt/ink/ink8658.xml" ContentType="application/inkml+xml"/>
  <Override PartName="/ppt/ink/ink8659.xml" ContentType="application/inkml+xml"/>
  <Override PartName="/ppt/ink/ink8660.xml" ContentType="application/inkml+xml"/>
  <Override PartName="/ppt/ink/ink8661.xml" ContentType="application/inkml+xml"/>
  <Override PartName="/ppt/ink/ink8662.xml" ContentType="application/inkml+xml"/>
  <Override PartName="/ppt/ink/ink8663.xml" ContentType="application/inkml+xml"/>
  <Override PartName="/ppt/ink/ink8664.xml" ContentType="application/inkml+xml"/>
  <Override PartName="/ppt/ink/ink8665.xml" ContentType="application/inkml+xml"/>
  <Override PartName="/ppt/ink/ink8666.xml" ContentType="application/inkml+xml"/>
  <Override PartName="/ppt/ink/ink8667.xml" ContentType="application/inkml+xml"/>
  <Override PartName="/ppt/ink/ink8668.xml" ContentType="application/inkml+xml"/>
  <Override PartName="/ppt/ink/ink8669.xml" ContentType="application/inkml+xml"/>
  <Override PartName="/ppt/ink/ink8670.xml" ContentType="application/inkml+xml"/>
  <Override PartName="/ppt/ink/ink8671.xml" ContentType="application/inkml+xml"/>
  <Override PartName="/ppt/ink/ink8672.xml" ContentType="application/inkml+xml"/>
  <Override PartName="/ppt/ink/ink8673.xml" ContentType="application/inkml+xml"/>
  <Override PartName="/ppt/ink/ink8674.xml" ContentType="application/inkml+xml"/>
  <Override PartName="/ppt/ink/ink8675.xml" ContentType="application/inkml+xml"/>
  <Override PartName="/ppt/ink/ink8676.xml" ContentType="application/inkml+xml"/>
  <Override PartName="/ppt/ink/ink8677.xml" ContentType="application/inkml+xml"/>
  <Override PartName="/ppt/ink/ink8678.xml" ContentType="application/inkml+xml"/>
  <Override PartName="/ppt/ink/ink8679.xml" ContentType="application/inkml+xml"/>
  <Override PartName="/ppt/ink/ink8680.xml" ContentType="application/inkml+xml"/>
  <Override PartName="/ppt/ink/ink8681.xml" ContentType="application/inkml+xml"/>
  <Override PartName="/ppt/ink/ink8682.xml" ContentType="application/inkml+xml"/>
  <Override PartName="/ppt/ink/ink8683.xml" ContentType="application/inkml+xml"/>
  <Override PartName="/ppt/ink/ink8684.xml" ContentType="application/inkml+xml"/>
  <Override PartName="/ppt/ink/ink8685.xml" ContentType="application/inkml+xml"/>
  <Override PartName="/ppt/ink/ink8686.xml" ContentType="application/inkml+xml"/>
  <Override PartName="/ppt/ink/ink8687.xml" ContentType="application/inkml+xml"/>
  <Override PartName="/ppt/ink/ink8688.xml" ContentType="application/inkml+xml"/>
  <Override PartName="/ppt/ink/ink8689.xml" ContentType="application/inkml+xml"/>
  <Override PartName="/ppt/ink/ink8690.xml" ContentType="application/inkml+xml"/>
  <Override PartName="/ppt/ink/ink8691.xml" ContentType="application/inkml+xml"/>
  <Override PartName="/ppt/ink/ink8692.xml" ContentType="application/inkml+xml"/>
  <Override PartName="/ppt/ink/ink8693.xml" ContentType="application/inkml+xml"/>
  <Override PartName="/ppt/ink/ink8694.xml" ContentType="application/inkml+xml"/>
  <Override PartName="/ppt/ink/ink8695.xml" ContentType="application/inkml+xml"/>
  <Override PartName="/ppt/ink/ink8696.xml" ContentType="application/inkml+xml"/>
  <Override PartName="/ppt/ink/ink8697.xml" ContentType="application/inkml+xml"/>
  <Override PartName="/ppt/ink/ink8698.xml" ContentType="application/inkml+xml"/>
  <Override PartName="/ppt/ink/ink8699.xml" ContentType="application/inkml+xml"/>
  <Override PartName="/ppt/ink/ink8700.xml" ContentType="application/inkml+xml"/>
  <Override PartName="/ppt/ink/ink8701.xml" ContentType="application/inkml+xml"/>
  <Override PartName="/ppt/ink/ink8702.xml" ContentType="application/inkml+xml"/>
  <Override PartName="/ppt/ink/ink8703.xml" ContentType="application/inkml+xml"/>
  <Override PartName="/ppt/ink/ink8704.xml" ContentType="application/inkml+xml"/>
  <Override PartName="/ppt/ink/ink8705.xml" ContentType="application/inkml+xml"/>
  <Override PartName="/ppt/ink/ink8706.xml" ContentType="application/inkml+xml"/>
  <Override PartName="/ppt/ink/ink8707.xml" ContentType="application/inkml+xml"/>
  <Override PartName="/ppt/ink/ink8708.xml" ContentType="application/inkml+xml"/>
  <Override PartName="/ppt/ink/ink8709.xml" ContentType="application/inkml+xml"/>
  <Override PartName="/ppt/ink/ink8710.xml" ContentType="application/inkml+xml"/>
  <Override PartName="/ppt/ink/ink8711.xml" ContentType="application/inkml+xml"/>
  <Override PartName="/ppt/ink/ink8712.xml" ContentType="application/inkml+xml"/>
  <Override PartName="/ppt/ink/ink8713.xml" ContentType="application/inkml+xml"/>
  <Override PartName="/ppt/ink/ink8714.xml" ContentType="application/inkml+xml"/>
  <Override PartName="/ppt/ink/ink8715.xml" ContentType="application/inkml+xml"/>
  <Override PartName="/ppt/ink/ink8716.xml" ContentType="application/inkml+xml"/>
  <Override PartName="/ppt/ink/ink8717.xml" ContentType="application/inkml+xml"/>
  <Override PartName="/ppt/ink/ink8718.xml" ContentType="application/inkml+xml"/>
  <Override PartName="/ppt/ink/ink8719.xml" ContentType="application/inkml+xml"/>
  <Override PartName="/ppt/ink/ink8720.xml" ContentType="application/inkml+xml"/>
  <Override PartName="/ppt/ink/ink8721.xml" ContentType="application/inkml+xml"/>
  <Override PartName="/ppt/ink/ink8722.xml" ContentType="application/inkml+xml"/>
  <Override PartName="/ppt/ink/ink8723.xml" ContentType="application/inkml+xml"/>
  <Override PartName="/ppt/ink/ink8724.xml" ContentType="application/inkml+xml"/>
  <Override PartName="/ppt/ink/ink8725.xml" ContentType="application/inkml+xml"/>
  <Override PartName="/ppt/ink/ink8726.xml" ContentType="application/inkml+xml"/>
  <Override PartName="/ppt/ink/ink8727.xml" ContentType="application/inkml+xml"/>
  <Override PartName="/ppt/ink/ink8728.xml" ContentType="application/inkml+xml"/>
  <Override PartName="/ppt/ink/ink8729.xml" ContentType="application/inkml+xml"/>
  <Override PartName="/ppt/ink/ink8730.xml" ContentType="application/inkml+xml"/>
  <Override PartName="/ppt/ink/ink8731.xml" ContentType="application/inkml+xml"/>
  <Override PartName="/ppt/ink/ink8732.xml" ContentType="application/inkml+xml"/>
  <Override PartName="/ppt/ink/ink8733.xml" ContentType="application/inkml+xml"/>
  <Override PartName="/ppt/ink/ink8734.xml" ContentType="application/inkml+xml"/>
  <Override PartName="/ppt/ink/ink8735.xml" ContentType="application/inkml+xml"/>
  <Override PartName="/ppt/ink/ink8736.xml" ContentType="application/inkml+xml"/>
  <Override PartName="/ppt/ink/ink8737.xml" ContentType="application/inkml+xml"/>
  <Override PartName="/ppt/ink/ink8738.xml" ContentType="application/inkml+xml"/>
  <Override PartName="/ppt/ink/ink8739.xml" ContentType="application/inkml+xml"/>
  <Override PartName="/ppt/ink/ink8740.xml" ContentType="application/inkml+xml"/>
  <Override PartName="/ppt/ink/ink8741.xml" ContentType="application/inkml+xml"/>
  <Override PartName="/ppt/ink/ink8742.xml" ContentType="application/inkml+xml"/>
  <Override PartName="/ppt/ink/ink8743.xml" ContentType="application/inkml+xml"/>
  <Override PartName="/ppt/ink/ink8744.xml" ContentType="application/inkml+xml"/>
  <Override PartName="/ppt/ink/ink8745.xml" ContentType="application/inkml+xml"/>
  <Override PartName="/ppt/ink/ink8746.xml" ContentType="application/inkml+xml"/>
  <Override PartName="/ppt/ink/ink8747.xml" ContentType="application/inkml+xml"/>
  <Override PartName="/ppt/ink/ink8748.xml" ContentType="application/inkml+xml"/>
  <Override PartName="/ppt/ink/ink8749.xml" ContentType="application/inkml+xml"/>
  <Override PartName="/ppt/ink/ink8750.xml" ContentType="application/inkml+xml"/>
  <Override PartName="/ppt/ink/ink8751.xml" ContentType="application/inkml+xml"/>
  <Override PartName="/ppt/ink/ink8752.xml" ContentType="application/inkml+xml"/>
  <Override PartName="/ppt/ink/ink8753.xml" ContentType="application/inkml+xml"/>
  <Override PartName="/ppt/ink/ink8754.xml" ContentType="application/inkml+xml"/>
  <Override PartName="/ppt/ink/ink8755.xml" ContentType="application/inkml+xml"/>
  <Override PartName="/ppt/ink/ink8756.xml" ContentType="application/inkml+xml"/>
  <Override PartName="/ppt/ink/ink8757.xml" ContentType="application/inkml+xml"/>
  <Override PartName="/ppt/ink/ink8758.xml" ContentType="application/inkml+xml"/>
  <Override PartName="/ppt/ink/ink8759.xml" ContentType="application/inkml+xml"/>
  <Override PartName="/ppt/ink/ink8760.xml" ContentType="application/inkml+xml"/>
  <Override PartName="/ppt/ink/ink8761.xml" ContentType="application/inkml+xml"/>
  <Override PartName="/ppt/ink/ink8762.xml" ContentType="application/inkml+xml"/>
  <Override PartName="/ppt/ink/ink8763.xml" ContentType="application/inkml+xml"/>
  <Override PartName="/ppt/ink/ink8764.xml" ContentType="application/inkml+xml"/>
  <Override PartName="/ppt/ink/ink8765.xml" ContentType="application/inkml+xml"/>
  <Override PartName="/ppt/ink/ink8766.xml" ContentType="application/inkml+xml"/>
  <Override PartName="/ppt/ink/ink8767.xml" ContentType="application/inkml+xml"/>
  <Override PartName="/ppt/ink/ink8768.xml" ContentType="application/inkml+xml"/>
  <Override PartName="/ppt/ink/ink8769.xml" ContentType="application/inkml+xml"/>
  <Override PartName="/ppt/ink/ink8770.xml" ContentType="application/inkml+xml"/>
  <Override PartName="/ppt/ink/ink8771.xml" ContentType="application/inkml+xml"/>
  <Override PartName="/ppt/ink/ink8772.xml" ContentType="application/inkml+xml"/>
  <Override PartName="/ppt/ink/ink8773.xml" ContentType="application/inkml+xml"/>
  <Override PartName="/ppt/ink/ink8774.xml" ContentType="application/inkml+xml"/>
  <Override PartName="/ppt/ink/ink8775.xml" ContentType="application/inkml+xml"/>
  <Override PartName="/ppt/ink/ink8776.xml" ContentType="application/inkml+xml"/>
  <Override PartName="/ppt/ink/ink8777.xml" ContentType="application/inkml+xml"/>
  <Override PartName="/ppt/ink/ink8778.xml" ContentType="application/inkml+xml"/>
  <Override PartName="/ppt/ink/ink8779.xml" ContentType="application/inkml+xml"/>
  <Override PartName="/ppt/ink/ink8780.xml" ContentType="application/inkml+xml"/>
  <Override PartName="/ppt/ink/ink8781.xml" ContentType="application/inkml+xml"/>
  <Override PartName="/ppt/ink/ink8782.xml" ContentType="application/inkml+xml"/>
  <Override PartName="/ppt/ink/ink8783.xml" ContentType="application/inkml+xml"/>
  <Override PartName="/ppt/ink/ink8784.xml" ContentType="application/inkml+xml"/>
  <Override PartName="/ppt/ink/ink8785.xml" ContentType="application/inkml+xml"/>
  <Override PartName="/ppt/ink/ink8786.xml" ContentType="application/inkml+xml"/>
  <Override PartName="/ppt/ink/ink8787.xml" ContentType="application/inkml+xml"/>
  <Override PartName="/ppt/ink/ink8788.xml" ContentType="application/inkml+xml"/>
  <Override PartName="/ppt/ink/ink8789.xml" ContentType="application/inkml+xml"/>
  <Override PartName="/ppt/ink/ink8790.xml" ContentType="application/inkml+xml"/>
  <Override PartName="/ppt/ink/ink8791.xml" ContentType="application/inkml+xml"/>
  <Override PartName="/ppt/ink/ink8792.xml" ContentType="application/inkml+xml"/>
  <Override PartName="/ppt/ink/ink8793.xml" ContentType="application/inkml+xml"/>
  <Override PartName="/ppt/ink/ink8794.xml" ContentType="application/inkml+xml"/>
  <Override PartName="/ppt/ink/ink8795.xml" ContentType="application/inkml+xml"/>
  <Override PartName="/ppt/ink/ink8796.xml" ContentType="application/inkml+xml"/>
  <Override PartName="/ppt/ink/ink8797.xml" ContentType="application/inkml+xml"/>
  <Override PartName="/ppt/ink/ink8798.xml" ContentType="application/inkml+xml"/>
  <Override PartName="/ppt/ink/ink8799.xml" ContentType="application/inkml+xml"/>
  <Override PartName="/ppt/ink/ink8800.xml" ContentType="application/inkml+xml"/>
  <Override PartName="/ppt/ink/ink8801.xml" ContentType="application/inkml+xml"/>
  <Override PartName="/ppt/ink/ink8802.xml" ContentType="application/inkml+xml"/>
  <Override PartName="/ppt/ink/ink8803.xml" ContentType="application/inkml+xml"/>
  <Override PartName="/ppt/ink/ink8804.xml" ContentType="application/inkml+xml"/>
  <Override PartName="/ppt/ink/ink8805.xml" ContentType="application/inkml+xml"/>
  <Override PartName="/ppt/ink/ink8806.xml" ContentType="application/inkml+xml"/>
  <Override PartName="/ppt/ink/ink8807.xml" ContentType="application/inkml+xml"/>
  <Override PartName="/ppt/ink/ink8808.xml" ContentType="application/inkml+xml"/>
  <Override PartName="/ppt/ink/ink8809.xml" ContentType="application/inkml+xml"/>
  <Override PartName="/ppt/ink/ink8810.xml" ContentType="application/inkml+xml"/>
  <Override PartName="/ppt/ink/ink8811.xml" ContentType="application/inkml+xml"/>
  <Override PartName="/ppt/ink/ink8812.xml" ContentType="application/inkml+xml"/>
  <Override PartName="/ppt/ink/ink8813.xml" ContentType="application/inkml+xml"/>
  <Override PartName="/ppt/ink/ink8814.xml" ContentType="application/inkml+xml"/>
  <Override PartName="/ppt/ink/ink8815.xml" ContentType="application/inkml+xml"/>
  <Override PartName="/ppt/ink/ink8816.xml" ContentType="application/inkml+xml"/>
  <Override PartName="/ppt/ink/ink8817.xml" ContentType="application/inkml+xml"/>
  <Override PartName="/ppt/ink/ink8818.xml" ContentType="application/inkml+xml"/>
  <Override PartName="/ppt/ink/ink8819.xml" ContentType="application/inkml+xml"/>
  <Override PartName="/ppt/ink/ink8820.xml" ContentType="application/inkml+xml"/>
  <Override PartName="/ppt/ink/ink8821.xml" ContentType="application/inkml+xml"/>
  <Override PartName="/ppt/ink/ink8822.xml" ContentType="application/inkml+xml"/>
  <Override PartName="/ppt/ink/ink8823.xml" ContentType="application/inkml+xml"/>
  <Override PartName="/ppt/ink/ink8824.xml" ContentType="application/inkml+xml"/>
  <Override PartName="/ppt/ink/ink8825.xml" ContentType="application/inkml+xml"/>
  <Override PartName="/ppt/ink/ink8826.xml" ContentType="application/inkml+xml"/>
  <Override PartName="/ppt/ink/ink8827.xml" ContentType="application/inkml+xml"/>
  <Override PartName="/ppt/ink/ink8828.xml" ContentType="application/inkml+xml"/>
  <Override PartName="/ppt/ink/ink8829.xml" ContentType="application/inkml+xml"/>
  <Override PartName="/ppt/ink/ink8830.xml" ContentType="application/inkml+xml"/>
  <Override PartName="/ppt/ink/ink8831.xml" ContentType="application/inkml+xml"/>
  <Override PartName="/ppt/ink/ink8832.xml" ContentType="application/inkml+xml"/>
  <Override PartName="/ppt/ink/ink8833.xml" ContentType="application/inkml+xml"/>
  <Override PartName="/ppt/ink/ink8834.xml" ContentType="application/inkml+xml"/>
  <Override PartName="/ppt/ink/ink8835.xml" ContentType="application/inkml+xml"/>
  <Override PartName="/ppt/ink/ink8836.xml" ContentType="application/inkml+xml"/>
  <Override PartName="/ppt/ink/ink8837.xml" ContentType="application/inkml+xml"/>
  <Override PartName="/ppt/ink/ink8838.xml" ContentType="application/inkml+xml"/>
  <Override PartName="/ppt/ink/ink8839.xml" ContentType="application/inkml+xml"/>
  <Override PartName="/ppt/ink/ink8840.xml" ContentType="application/inkml+xml"/>
  <Override PartName="/ppt/ink/ink8841.xml" ContentType="application/inkml+xml"/>
  <Override PartName="/ppt/ink/ink8842.xml" ContentType="application/inkml+xml"/>
  <Override PartName="/ppt/ink/ink8843.xml" ContentType="application/inkml+xml"/>
  <Override PartName="/ppt/ink/ink8844.xml" ContentType="application/inkml+xml"/>
  <Override PartName="/ppt/ink/ink8845.xml" ContentType="application/inkml+xml"/>
  <Override PartName="/ppt/ink/ink8846.xml" ContentType="application/inkml+xml"/>
  <Override PartName="/ppt/ink/ink8847.xml" ContentType="application/inkml+xml"/>
  <Override PartName="/ppt/ink/ink8848.xml" ContentType="application/inkml+xml"/>
  <Override PartName="/ppt/ink/ink8849.xml" ContentType="application/inkml+xml"/>
  <Override PartName="/ppt/ink/ink8850.xml" ContentType="application/inkml+xml"/>
  <Override PartName="/ppt/ink/ink8851.xml" ContentType="application/inkml+xml"/>
  <Override PartName="/ppt/ink/ink8852.xml" ContentType="application/inkml+xml"/>
  <Override PartName="/ppt/ink/ink8853.xml" ContentType="application/inkml+xml"/>
  <Override PartName="/ppt/ink/ink8854.xml" ContentType="application/inkml+xml"/>
  <Override PartName="/ppt/ink/ink8855.xml" ContentType="application/inkml+xml"/>
  <Override PartName="/ppt/ink/ink8856.xml" ContentType="application/inkml+xml"/>
  <Override PartName="/ppt/ink/ink8857.xml" ContentType="application/inkml+xml"/>
  <Override PartName="/ppt/ink/ink8858.xml" ContentType="application/inkml+xml"/>
  <Override PartName="/ppt/ink/ink8859.xml" ContentType="application/inkml+xml"/>
  <Override PartName="/ppt/ink/ink8860.xml" ContentType="application/inkml+xml"/>
  <Override PartName="/ppt/ink/ink8861.xml" ContentType="application/inkml+xml"/>
  <Override PartName="/ppt/ink/ink8862.xml" ContentType="application/inkml+xml"/>
  <Override PartName="/ppt/ink/ink8863.xml" ContentType="application/inkml+xml"/>
  <Override PartName="/ppt/ink/ink8864.xml" ContentType="application/inkml+xml"/>
  <Override PartName="/ppt/ink/ink8865.xml" ContentType="application/inkml+xml"/>
  <Override PartName="/ppt/ink/ink8866.xml" ContentType="application/inkml+xml"/>
  <Override PartName="/ppt/ink/ink8867.xml" ContentType="application/inkml+xml"/>
  <Override PartName="/ppt/ink/ink8868.xml" ContentType="application/inkml+xml"/>
  <Override PartName="/ppt/ink/ink8869.xml" ContentType="application/inkml+xml"/>
  <Override PartName="/ppt/ink/ink8870.xml" ContentType="application/inkml+xml"/>
  <Override PartName="/ppt/ink/ink8871.xml" ContentType="application/inkml+xml"/>
  <Override PartName="/ppt/ink/ink8872.xml" ContentType="application/inkml+xml"/>
  <Override PartName="/ppt/ink/ink8873.xml" ContentType="application/inkml+xml"/>
  <Override PartName="/ppt/ink/ink8874.xml" ContentType="application/inkml+xml"/>
  <Override PartName="/ppt/ink/ink8875.xml" ContentType="application/inkml+xml"/>
  <Override PartName="/ppt/ink/ink8876.xml" ContentType="application/inkml+xml"/>
  <Override PartName="/ppt/ink/ink8877.xml" ContentType="application/inkml+xml"/>
  <Override PartName="/ppt/ink/ink8878.xml" ContentType="application/inkml+xml"/>
  <Override PartName="/ppt/ink/ink8879.xml" ContentType="application/inkml+xml"/>
  <Override PartName="/ppt/ink/ink8880.xml" ContentType="application/inkml+xml"/>
  <Override PartName="/ppt/ink/ink8881.xml" ContentType="application/inkml+xml"/>
  <Override PartName="/ppt/ink/ink8882.xml" ContentType="application/inkml+xml"/>
  <Override PartName="/ppt/ink/ink8883.xml" ContentType="application/inkml+xml"/>
  <Override PartName="/ppt/ink/ink8884.xml" ContentType="application/inkml+xml"/>
  <Override PartName="/ppt/ink/ink8885.xml" ContentType="application/inkml+xml"/>
  <Override PartName="/ppt/ink/ink8886.xml" ContentType="application/inkml+xml"/>
  <Override PartName="/ppt/ink/ink8887.xml" ContentType="application/inkml+xml"/>
  <Override PartName="/ppt/ink/ink8888.xml" ContentType="application/inkml+xml"/>
  <Override PartName="/ppt/ink/ink8889.xml" ContentType="application/inkml+xml"/>
  <Override PartName="/ppt/ink/ink8890.xml" ContentType="application/inkml+xml"/>
  <Override PartName="/ppt/ink/ink8891.xml" ContentType="application/inkml+xml"/>
  <Override PartName="/ppt/ink/ink8892.xml" ContentType="application/inkml+xml"/>
  <Override PartName="/ppt/ink/ink8893.xml" ContentType="application/inkml+xml"/>
  <Override PartName="/ppt/ink/ink8894.xml" ContentType="application/inkml+xml"/>
  <Override PartName="/ppt/ink/ink8895.xml" ContentType="application/inkml+xml"/>
  <Override PartName="/ppt/ink/ink8896.xml" ContentType="application/inkml+xml"/>
  <Override PartName="/ppt/ink/ink8897.xml" ContentType="application/inkml+xml"/>
  <Override PartName="/ppt/ink/ink8898.xml" ContentType="application/inkml+xml"/>
  <Override PartName="/ppt/ink/ink8899.xml" ContentType="application/inkml+xml"/>
  <Override PartName="/ppt/ink/ink8900.xml" ContentType="application/inkml+xml"/>
  <Override PartName="/ppt/ink/ink8901.xml" ContentType="application/inkml+xml"/>
  <Override PartName="/ppt/ink/ink8902.xml" ContentType="application/inkml+xml"/>
  <Override PartName="/ppt/ink/ink8903.xml" ContentType="application/inkml+xml"/>
  <Override PartName="/ppt/ink/ink8904.xml" ContentType="application/inkml+xml"/>
  <Override PartName="/ppt/ink/ink8905.xml" ContentType="application/inkml+xml"/>
  <Override PartName="/ppt/ink/ink8906.xml" ContentType="application/inkml+xml"/>
  <Override PartName="/ppt/ink/ink8907.xml" ContentType="application/inkml+xml"/>
  <Override PartName="/ppt/ink/ink8908.xml" ContentType="application/inkml+xml"/>
  <Override PartName="/ppt/ink/ink8909.xml" ContentType="application/inkml+xml"/>
  <Override PartName="/ppt/ink/ink8910.xml" ContentType="application/inkml+xml"/>
  <Override PartName="/ppt/ink/ink8911.xml" ContentType="application/inkml+xml"/>
  <Override PartName="/ppt/ink/ink8912.xml" ContentType="application/inkml+xml"/>
  <Override PartName="/ppt/ink/ink8913.xml" ContentType="application/inkml+xml"/>
  <Override PartName="/ppt/ink/ink8914.xml" ContentType="application/inkml+xml"/>
  <Override PartName="/ppt/ink/ink8915.xml" ContentType="application/inkml+xml"/>
  <Override PartName="/ppt/ink/ink8916.xml" ContentType="application/inkml+xml"/>
  <Override PartName="/ppt/ink/ink8917.xml" ContentType="application/inkml+xml"/>
  <Override PartName="/ppt/ink/ink8918.xml" ContentType="application/inkml+xml"/>
  <Override PartName="/ppt/ink/ink8919.xml" ContentType="application/inkml+xml"/>
  <Override PartName="/ppt/ink/ink8920.xml" ContentType="application/inkml+xml"/>
  <Override PartName="/ppt/ink/ink8921.xml" ContentType="application/inkml+xml"/>
  <Override PartName="/ppt/ink/ink8922.xml" ContentType="application/inkml+xml"/>
  <Override PartName="/ppt/ink/ink8923.xml" ContentType="application/inkml+xml"/>
  <Override PartName="/ppt/ink/ink8924.xml" ContentType="application/inkml+xml"/>
  <Override PartName="/ppt/ink/ink8925.xml" ContentType="application/inkml+xml"/>
  <Override PartName="/ppt/ink/ink8926.xml" ContentType="application/inkml+xml"/>
  <Override PartName="/ppt/ink/ink8927.xml" ContentType="application/inkml+xml"/>
  <Override PartName="/ppt/ink/ink8928.xml" ContentType="application/inkml+xml"/>
  <Override PartName="/ppt/ink/ink8929.xml" ContentType="application/inkml+xml"/>
  <Override PartName="/ppt/ink/ink8930.xml" ContentType="application/inkml+xml"/>
  <Override PartName="/ppt/ink/ink8931.xml" ContentType="application/inkml+xml"/>
  <Override PartName="/ppt/ink/ink8932.xml" ContentType="application/inkml+xml"/>
  <Override PartName="/ppt/ink/ink8933.xml" ContentType="application/inkml+xml"/>
  <Override PartName="/ppt/ink/ink8934.xml" ContentType="application/inkml+xml"/>
  <Override PartName="/ppt/ink/ink8935.xml" ContentType="application/inkml+xml"/>
  <Override PartName="/ppt/ink/ink8936.xml" ContentType="application/inkml+xml"/>
  <Override PartName="/ppt/ink/ink8937.xml" ContentType="application/inkml+xml"/>
  <Override PartName="/ppt/ink/ink8938.xml" ContentType="application/inkml+xml"/>
  <Override PartName="/ppt/ink/ink8939.xml" ContentType="application/inkml+xml"/>
  <Override PartName="/ppt/ink/ink8940.xml" ContentType="application/inkml+xml"/>
  <Override PartName="/ppt/ink/ink8941.xml" ContentType="application/inkml+xml"/>
  <Override PartName="/ppt/ink/ink8942.xml" ContentType="application/inkml+xml"/>
  <Override PartName="/ppt/theme/theme1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7866.xml" ContentType="application/inkml+xml"/>
  <Override PartName="/ppt/tableStyles.xml" ContentType="application/vnd.openxmlformats-officedocument.presentationml.tableStyles+xml"/>
  <Override PartName="/ppt/viewProps.xml" ContentType="application/vnd.openxmlformats-officedocument.presentationml.viewProps+xml"/>
  <Override PartName="/ppt/presProps.xml" ContentType="application/vnd.openxmlformats-officedocument.presentationml.presProps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83" r:id="rId2"/>
    <p:sldId id="284" r:id="rId3"/>
    <p:sldId id="285" r:id="rId4"/>
    <p:sldId id="286" r:id="rId5"/>
    <p:sldId id="287" r:id="rId6"/>
    <p:sldId id="288" r:id="rId7"/>
    <p:sldId id="289" r:id="rId8"/>
    <p:sldId id="290" r:id="rId9"/>
    <p:sldId id="291" r:id="rId10"/>
    <p:sldId id="292" r:id="rId11"/>
    <p:sldId id="293" r:id="rId12"/>
    <p:sldId id="296" r:id="rId13"/>
    <p:sldId id="294" r:id="rId14"/>
    <p:sldId id="295" r:id="rId15"/>
    <p:sldId id="297" r:id="rId16"/>
    <p:sldId id="298" r:id="rId17"/>
    <p:sldId id="299" r:id="rId18"/>
    <p:sldId id="300" r:id="rId19"/>
    <p:sldId id="301" r:id="rId20"/>
    <p:sldId id="302" r:id="rId21"/>
    <p:sldId id="303" r:id="rId22"/>
    <p:sldId id="304" r:id="rId23"/>
    <p:sldId id="305" r:id="rId24"/>
    <p:sldId id="306" r:id="rId25"/>
    <p:sldId id="307" r:id="rId26"/>
    <p:sldId id="308" r:id="rId27"/>
    <p:sldId id="309" r:id="rId28"/>
    <p:sldId id="310" r:id="rId29"/>
    <p:sldId id="311" r:id="rId30"/>
    <p:sldId id="312" r:id="rId31"/>
    <p:sldId id="313" r:id="rId32"/>
    <p:sldId id="314" r:id="rId33"/>
    <p:sldId id="320" r:id="rId34"/>
    <p:sldId id="321" r:id="rId35"/>
    <p:sldId id="322" r:id="rId36"/>
    <p:sldId id="323" r:id="rId37"/>
    <p:sldId id="325" r:id="rId3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59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presProps" Target="pres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viewProps" Target="viewProps.xml"/><Relationship Id="rId45" Type="http://schemas.openxmlformats.org/officeDocument/2006/relationships/customXml" Target="../customXml/item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customXml" Target="../customXml/item2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customXml" Target="../customXml/item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0" Type="http://schemas.openxmlformats.org/officeDocument/2006/relationships/slide" Target="slides/slide19.xml"/><Relationship Id="rId41" Type="http://schemas.openxmlformats.org/officeDocument/2006/relationships/theme" Target="theme/theme1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28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15 36 0 0,'0'0'5994'0'0,"-5"-14"-256"0"0,1 15-5734 0 0,-1 0 1 0 0,1 0-1 0 0,0 1 1 0 0,-1-1-1 0 0,1 1 1 0 0,0 0-1 0 0,0 0 1 0 0,0 1-1 0 0,1-1 1 0 0,-1 1-1 0 0,0 0 1 0 0,1 0-1 0 0,0 0 1 0 0,-5 6-1 0 0,-44 50-1 0 0,33-37 1 0 0,2 1 0 0 0,0 1-1 0 0,2 1 1 0 0,-23 48 0 0 0,34-64 2 0 0,1 1 0 0 0,0-1-1 0 0,0 0 1 0 0,1 1 0 0 0,0 0 0 0 0,1-1 0 0 0,0 1 0 0 0,0 0 0 0 0,1 0 0 0 0,1 0 0 0 0,-1-1 0 0 0,2 1 0 0 0,-1 0-1 0 0,1-1 1 0 0,1 1 0 0 0,0-1 0 0 0,7 19 0 0 0,-8-26 2 0 0,-1 1 1 0 0,1 0-1 0 0,0 0 1 0 0,0 0-1 0 0,0-1 0 0 0,0 1 1 0 0,0-1-1 0 0,1 0 1 0 0,-1 0-1 0 0,1 0 0 0 0,-1 0 1 0 0,1 0-1 0 0,0 0 1 0 0,-1 0-1 0 0,1-1 0 0 0,0 0 1 0 0,0 1-1 0 0,5 0 0 0 0,-2-1 14 0 0,0 0 0 0 0,-1-1 0 0 0,1 1-1 0 0,0-1 1 0 0,0-1 0 0 0,-1 1 0 0 0,1-1-1 0 0,0 0 1 0 0,9-3 0 0 0,1-1 21 0 0,0-1-1 0 0,0-1 1 0 0,-1-1 0 0 0,0 0 0 0 0,-1-1-1 0 0,15-11 1 0 0,-2-3 13 0 0,-1-2-1 0 0,38-44 1 0 0,-33 33 17 0 0,-30 35-99 0 0,-1 1 23 0 0,0 0 0 0 0,0 0 0 0 0,0-1 1 0 0,0 1-1 0 0,0 0 0 0 0,1 0 0 0 0,-1-1 1 0 0,0 1-1 0 0,0 0 0 0 0,0 0 1 0 0,1 0-1 0 0,-1 0 0 0 0,0-1 0 0 0,0 1 1 0 0,0 0-1 0 0,1 0 0 0 0,-1 0 1 0 0,0 0-1 0 0,0 0 0 0 0,1 0 0 0 0,-1-1 1 0 0,0 1-1 0 0,1 0 0 0 0,-1 0 1 0 0,0 0-1 0 0,0 0 0 0 0,1 0 0 0 0,-1 0 1 0 0,0 0-1 0 0,0 0 0 0 0,1 0 0 0 0,-1 0 1 0 0,0 0-1 0 0,1 1 0 0 0,-1-1 1 0 0,0 0-1 0 0,1 0 0 0 0,5 9-3 0 0,0 1-1 0 0,1-2 0 0 0,0 1 1 0 0,0-1-1 0 0,1 0 1 0 0,0 0-1 0 0,1-1 0 0 0,-1 0 1 0 0,2-1-1 0 0,-1 0 1 0 0,0 0-1 0 0,1-1 0 0 0,0 0 1 0 0,1-1-1 0 0,14 5 1 0 0,-17-7 45 0 0,0 0 1 0 0,0 0 0 0 0,0-1-1 0 0,-1 0 1 0 0,1 0 0 0 0,0-1-1 0 0,0 0 1 0 0,0-1 0 0 0,0 1-1 0 0,0-1 1 0 0,0-1 0 0 0,0 0-1 0 0,0 0 1 0 0,-1 0 0 0 0,1-1-1 0 0,-1 0 1 0 0,1-1 0 0 0,-1 1-1 0 0,0-2 1 0 0,-1 1 0 0 0,1-1-1 0 0,9-9 1 0 0,-12 11 87 0 0,0-1 1 0 0,0 0-1 0 0,-1 0 1 0 0,0-1-1 0 0,0 1 1 0 0,0-1 0 0 0,0 1-1 0 0,-1-1 1 0 0,1 0-1 0 0,-1 0 1 0 0,-1 0-1 0 0,1-1 1 0 0,-1 1-1 0 0,1 0 1 0 0,-2 0-1 0 0,1-1 1 0 0,-1 1-1 0 0,1-1 1 0 0,-1 1-1 0 0,-1 0 1 0 0,-1-10-1 0 0,1 8-7 0 0,-2 0 1 0 0,1 0-1 0 0,-1 1 0 0 0,0-1 0 0 0,0 1 1 0 0,-1-1-1 0 0,1 1 0 0 0,-2 0 0 0 0,1 0 1 0 0,-1 1-1 0 0,1-1 0 0 0,-1 1 0 0 0,-1 0 1 0 0,1 0-1 0 0,-8-4 0 0 0,11 7-186 0 0,0 1 0 0 0,0 0 0 0 0,-1-1 0 0 0,1 1 0 0 0,-1 0 0 0 0,1 0 0 0 0,-1 0 0 0 0,1 0 0 0 0,-1 1 0 0 0,0-1 0 0 0,1 1 0 0 0,-5-1 0 0 0,-17 8-3840 0 0,22-5 2601 0 0,2 7-4741 0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29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12 784 0 0,'0'0'2635'0'0,"-3"-3"-1852"0"0,2 2-668 0 0,-1 0-1 0 0,1 0 0 0 0,-1 0 0 0 0,1 1 0 0 0,-1-1 0 0 0,1 0 1 0 0,-1 1-1 0 0,1-1 0 0 0,-1 1 0 0 0,0-1 0 0 0,1 1 1 0 0,-1 0-1 0 0,0 0 0 0 0,0 0 0 0 0,1 0 0 0 0,-1 0 0 0 0,0 0 1 0 0,1 0-1 0 0,-1 0 0 0 0,0 1 0 0 0,1-1 0 0 0,-1 1 0 0 0,0-1 1 0 0,1 1-1 0 0,-1-1 0 0 0,-1 2 0 0 0,-2 1 47 0 0,1 0-1 0 0,-1 1 1 0 0,1-1 0 0 0,0 1-1 0 0,0 0 1 0 0,0 0-1 0 0,0 0 1 0 0,1 0-1 0 0,-4 5 1 0 0,4-4-84 0 0,-1 0 0 0 0,1 0 0 0 0,0 0 0 0 0,1 0 0 0 0,-1 0 0 0 0,1 1 0 0 0,0-1 0 0 0,0 1 0 0 0,1-1 0 0 0,-1 1 0 0 0,1 0 0 0 0,0 0 0 0 0,1 0-1 0 0,0-1 1 0 0,0 1 0 0 0,0 0 0 0 0,0 0 0 0 0,1 0 0 0 0,1 6 0 0 0,0-9-48 0 0,0-1 0 0 0,-1 1 0 0 0,1 0 0 0 0,0 0 0 0 0,0-1-1 0 0,1 1 1 0 0,-1-1 0 0 0,0 0 0 0 0,1 0 0 0 0,0 0 0 0 0,-1 0 0 0 0,1 0-1 0 0,0 0 1 0 0,0-1 0 0 0,0 1 0 0 0,0-1 0 0 0,0 0 0 0 0,0 0 0 0 0,0 0-1 0 0,1 0 1 0 0,-1-1 0 0 0,0 1 0 0 0,0-1 0 0 0,1 0 0 0 0,-1 0 0 0 0,0 0-1 0 0,1 0 1 0 0,-1-1 0 0 0,0 1 0 0 0,0-1 0 0 0,1 0 0 0 0,-1 0 0 0 0,6-2-1 0 0,-5 1 61 0 0,0 1 0 0 0,0-1 0 0 0,0 0 0 0 0,0-1 0 0 0,0 1-1 0 0,-1-1 1 0 0,1 1 0 0 0,-1-1 0 0 0,1 0 0 0 0,-1 0 0 0 0,0-1-1 0 0,0 1 1 0 0,0-1 0 0 0,-1 1 0 0 0,1-1 0 0 0,-1 0 0 0 0,0 0 0 0 0,0 0-1 0 0,0 0 1 0 0,-1-1 0 0 0,1 1 0 0 0,-1 0 0 0 0,0-1 0 0 0,-1 1-1 0 0,2-6 1 0 0,-3 3 116 0 0,1 0 0 0 0,-1-1 0 0 0,-1 1 0 0 0,1 0 0 0 0,-1-1 0 0 0,0 1 0 0 0,-1 0 0 0 0,-3-7 0 0 0,4 11-231 0 0,1 1 0 0 0,0 0 0 0 0,-1-1 0 0 0,0 1 0 0 0,1 0-1 0 0,-1 0 1 0 0,0 0 0 0 0,0 0 0 0 0,0 0 0 0 0,0 1 0 0 0,-1-1 0 0 0,-1-1-1 0 0,2 2-169 0 0,0 1 0 0 0,0-1 0 0 0,0 0-1 0 0,0 1 1 0 0,0 0 0 0 0,0-1-1 0 0,0 1 1 0 0,0 0 0 0 0,-1 0 0 0 0,1 0-1 0 0,0 0 1 0 0,0 0 0 0 0,0 1-1 0 0,0-1 1 0 0,0 1 0 0 0,0-1 0 0 0,0 1-1 0 0,-2 1 1 0 0,-30 11-5502 0 0,22-8 2435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29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1 392 0 0,'38'3'2956'0'0,"-31"-1"-2721"0"0,0 1 0 0 0,0 0-1 0 0,-1 0 1 0 0,1 0 0 0 0,-1 1 0 0 0,0 0-1 0 0,0 0 1 0 0,0 1 0 0 0,0 0-1 0 0,-1 0 1 0 0,0 0 0 0 0,0 1-1 0 0,0-1 1 0 0,-1 1 0 0 0,6 10 0 0 0,0 1 424 0 0,-2 1 0 0 0,0-1 0 0 0,0 1 0 0 0,7 32 2840 0 0,-15-57-3229 0 0,-1-9 14 0 0,1 0 1 0 0,1 0-1 0 0,5-27 1 0 0,10-8-1871 0 0,-14 47 706 0 0,0 0 0 0 0,1 0 0 0 0,0-1 0 0 0,-1 1 0 0 0,1 1 0 0 0,0-1 0 0 0,1 0 0 0 0,4-3 0 0 0,3-2-2013 0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29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70 310 596 0 0,'0'0'2312'0'0,"-5"1"-1644"0"0,1 0-447 0 0,-1 1 1 0 0,1 0-1 0 0,0-1 1 0 0,0 2-1 0 0,0-1 1 0 0,1 0-1 0 0,-1 1 1 0 0,0-1-1 0 0,1 1 1 0 0,0 0-1 0 0,-5 6 1 0 0,6-7-154 0 0,1-1 1 0 0,-1 1 0 0 0,1 0 0 0 0,0 0 0 0 0,0-1 0 0 0,0 1 0 0 0,0 0 0 0 0,0 0-1 0 0,0 0 1 0 0,0 0 0 0 0,1 0 0 0 0,-1 1 0 0 0,1-1 0 0 0,0 0 0 0 0,-1 0-1 0 0,1 0 1 0 0,0 0 0 0 0,0 1 0 0 0,1-1 0 0 0,-1 0 0 0 0,0 0 0 0 0,1 0 0 0 0,-1 0-1 0 0,1 0 1 0 0,0 0 0 0 0,-1 0 0 0 0,1 0 0 0 0,2 3 0 0 0,-2-4-41 0 0,-1 1 1 0 0,1-1 0 0 0,0 0-1 0 0,0 0 1 0 0,0 0 0 0 0,0 0-1 0 0,0 0 1 0 0,0 0 0 0 0,0 0-1 0 0,0-1 1 0 0,0 1 0 0 0,1 0-1 0 0,-1 0 1 0 0,0-1 0 0 0,0 1-1 0 0,1-1 1 0 0,-1 1 0 0 0,0-1-1 0 0,1 0 1 0 0,-1 1 0 0 0,1-1-1 0 0,-1 0 1 0 0,0 0 0 0 0,3 0-1 0 0,0-1 1 0 0,-1 0 0 0 0,1 1 0 0 0,-1-1 0 0 0,0-1 0 0 0,1 1 0 0 0,-1 0 0 0 0,0-1 0 0 0,1 0 0 0 0,3-3 0 0 0,2-1 36 0 0,0-1 0 0 0,-1 0-1 0 0,0-1 1 0 0,-1 0 0 0 0,12-15 0 0 0,-8 5 245 0 0,-2 0 1 0 0,0-1 0 0 0,-1 0 0 0 0,-1 0 0 0 0,0-1 0 0 0,-2 1-1 0 0,-1-2 1 0 0,0 1 0 0 0,-1 0 0 0 0,-1-1 0 0 0,-1 1-1 0 0,-1-1 1 0 0,-1 0 0 0 0,-3-20 0 0 0,-3 11 1859 0 0,2 43-913 0 0,0 51-618 0 0,4-35-642 0 0,2-1 1 0 0,1 1-1 0 0,2 0 1 0 0,0-1-1 0 0,9 28 1 0 0,-9-42-652 0 0,-1 0-1 0 0,0 0 1 0 0,0 18-1 0 0,-1 17-6380 0 0,-1-45 6068 0 0,0 15-3376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2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65 345 620 0 0,'13'-5'570'0'0,"1"0"-1"0"0,-1-1 1 0 0,0 0 0 0 0,0-1 0 0 0,0 0-1 0 0,-1-1 1 0 0,0-1 0 0 0,10-10-1 0 0,4-4 379 0 0,-2-2-1 0 0,25-33 0 0 0,-43 50-744 0 0,-2 0 0 0 0,1 0-1 0 0,-1-1 1 0 0,0 0-1 0 0,-1 0 1 0 0,0 0-1 0 0,-1 0 1 0 0,1-1-1 0 0,-2 1 1 0 0,1-1-1 0 0,-1-11 1 0 0,-1 17-147 0 0,1 3-34 0 0,-1-1 0 0 0,0 1 1 0 0,1-1-1 0 0,-1 1 0 0 0,0-1 1 0 0,0 1-1 0 0,0-1 0 0 0,0 1 1 0 0,-1-1-1 0 0,1 1 0 0 0,0-1 1 0 0,-1 1-1 0 0,1-1 0 0 0,-1 1 1 0 0,1-1-1 0 0,-1 1 0 0 0,0-1 1 0 0,1 1-1 0 0,-1 0 0 0 0,0 0 1 0 0,0-1-1 0 0,0 1 0 0 0,0 0 0 0 0,0 0 1 0 0,0 0-1 0 0,-2-1 0 0 0,1 1-6 0 0,-1 0 0 0 0,0 0-1 0 0,1 0 1 0 0,-1 1-1 0 0,1-1 1 0 0,-1 1 0 0 0,0 0-1 0 0,1 0 1 0 0,-1 0-1 0 0,0 0 1 0 0,1 0 0 0 0,-1 0-1 0 0,-4 2 1 0 0,-7 2 3 0 0,0 0 0 0 0,0 1 0 0 0,1 0 0 0 0,-14 9 0 0 0,22-12-17 0 0,-21 12 13 0 0,0 0-1 0 0,1 2 0 0 0,-28 23 0 0 0,49-36-12 0 0,-1 1 0 0 0,1-1 0 0 0,0 1 0 0 0,0 0 0 0 0,0 0 0 0 0,1 1 0 0 0,-1-1 0 0 0,1 1 0 0 0,0-1 0 0 0,0 1 0 0 0,1 0 0 0 0,0 0 0 0 0,-1 1 0 0 0,2-1 0 0 0,-1 0 0 0 0,1 1 0 0 0,-1-1 0 0 0,1 1 0 0 0,1-1 0 0 0,-1 1 0 0 0,1-1 0 0 0,0 1 0 0 0,0 0 0 0 0,2 6 0 0 0,-1-10 1 0 0,0 0 0 0 0,0 1 0 0 0,0-1 0 0 0,0 0 0 0 0,0 0 0 0 0,1 1 0 0 0,-1-1 0 0 0,1 0 0 0 0,0-1 0 0 0,-1 1 0 0 0,1 0 0 0 0,0 0 0 0 0,0-1 0 0 0,0 1 0 0 0,0-1 0 0 0,0 1 0 0 0,1-1 0 0 0,-1 0 0 0 0,4 1 0 0 0,54 14 7 0 0,-19-6-491 0 0,-40-9 464 0 0,0-1 0 0 0,0 1 0 0 0,0-1 0 0 0,-1 1 0 0 0,1-1 0 0 0,0 1 0 0 0,0-1 0 0 0,0 1 0 0 0,-1 0 0 0 0,1 0 0 0 0,0-1 0 0 0,-1 1 0 0 0,1 0 0 0 0,-1 0 0 0 0,1 0 0 0 0,-1 0 0 0 0,1-1 0 0 0,-1 1 0 0 0,1 0 0 0 0,-1 0 0 0 0,0 0 0 0 0,0 0 0 0 0,1 0 0 0 0,-1 0 0 0 0,0 0 0 0 0,0 0 0 0 0,0 0 0 0 0,0 0 0 0 0,0 2 0 0 0,-10 34-164 0 0,2-11 44 0 0,7-18 121 0 0,0-6 13 0 0,1 1 0 0 0,-1-1 1 0 0,1 1-1 0 0,-1-1 1 0 0,1 1-1 0 0,0-1 1 0 0,0 1-1 0 0,0 0 1 0 0,1-1-1 0 0,-1 1 0 0 0,1-1 1 0 0,-1 1-1 0 0,1-1 1 0 0,0 1-1 0 0,0-1 1 0 0,0 0-1 0 0,0 1 1 0 0,0-1-1 0 0,0 0 0 0 0,1 0 1 0 0,-1 0-1 0 0,1 0 1 0 0,0 0-1 0 0,-1 0 1 0 0,1 0-1 0 0,0-1 0 0 0,0 1 1 0 0,0-1-1 0 0,0 1 1 0 0,0-1-1 0 0,4 2 1 0 0,2 0-44 0 0,-1-1 0 0 0,1 0-1 0 0,-1 0 1 0 0,1-1 0 0 0,0 0 0 0 0,-1 0 0 0 0,1-1 0 0 0,0 0 0 0 0,0 0 0 0 0,-1-1 0 0 0,16-3 0 0 0,-2-1-622 0 0,-1-1 0 0 0,0 0 0 0 0,24-11 0 0 0,-4-6-3069 0 0,-20 12 1599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3.3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0 103 664 0 0,'8'-13'4920'0'0,"-1"11"-1090"0"0,-1 15-3660 0 0,0 1 0 0 0,-1-1 0 0 0,0 1 0 0 0,-1 1 0 0 0,-1-1-1 0 0,0 0 1 0 0,-1 1 0 0 0,-1-1 0 0 0,0 25 0 0 0,-1-37-99 0 0,-2 5-76 0 0,3-7 26 0 0,-1 0 0 0 0,0 0 0 0 0,0 0 0 0 0,0-1 0 0 0,0 1 0 0 0,0 0 0 0 0,0 0 0 0 0,0 0 0 0 0,0 0 0 0 0,0 0-1 0 0,0 0 1 0 0,0 0 0 0 0,1 0 0 0 0,-1 0 0 0 0,0 0 0 0 0,0 0 0 0 0,0 0 0 0 0,0 0 0 0 0,0 0 0 0 0,0 0 0 0 0,0 0 0 0 0,0 0 0 0 0,1 0 0 0 0,-1 0 0 0 0,0 0 0 0 0,0 0 0 0 0,0 0 0 0 0,0 0 0 0 0,0 0 0 0 0,0 0 0 0 0,0 0 0 0 0,0 0 0 0 0,1 0 0 0 0,-1 0 0 0 0,0 0 0 0 0,0 0 0 0 0,0 0 0 0 0,0 0 0 0 0,0 0-1 0 0,0 0 1 0 0,97-121 153 0 0,-96 119-196 0 0,2 2-25 0 0,0 0 43 0 0,0 0 1 0 0,-1 0-1 0 0,1 1 1 0 0,0-1-1 0 0,0 1 0 0 0,0-1 1 0 0,0 1-1 0 0,-1 0 1 0 0,1 0-1 0 0,0 0 0 0 0,-1 0 1 0 0,1 0-1 0 0,-1 1 0 0 0,1-1 1 0 0,-1 1-1 0 0,4 3 1 0 0,5 3 3 0 0,5 1 0 0 0,1-2-1 0 0,-1 0 0 0 0,1 0 1 0 0,0-2-1 0 0,0 0 0 0 0,1-1 1 0 0,-1-1-1 0 0,24 1 0 0 0,-36-3 4 0 0,1-1-1 0 0,-1 0 0 0 0,1 0 1 0 0,-1-1-1 0 0,0 0 0 0 0,1 0 1 0 0,-1 0-1 0 0,0-1 1 0 0,0 1-1 0 0,0-1 0 0 0,0 0 1 0 0,0-1-1 0 0,0 1 1 0 0,0-1-1 0 0,-1 0 0 0 0,1 0 1 0 0,-1-1-1 0 0,0 1 0 0 0,0-1 1 0 0,0 0-1 0 0,-1 0 1 0 0,1 0-1 0 0,-1 0 0 0 0,0-1 1 0 0,0 0-1 0 0,0 1 1 0 0,-1-1-1 0 0,0 0 0 0 0,0 0 1 0 0,0 0-1 0 0,1-7 0 0 0,0 6 86 0 0,-1-1-1 0 0,0 0 1 0 0,-1 1-1 0 0,0-1 1 0 0,0 0-1 0 0,0 0 1 0 0,-1 0 0 0 0,0 0-1 0 0,0 0 1 0 0,0 0-1 0 0,-1 0 1 0 0,-1 0-1 0 0,1 0 1 0 0,-1 0-1 0 0,-2-6 1 0 0,3 11 64 0 0,-2 3-139 0 0,0 0-1 0 0,0 0 0 0 0,0 0 0 0 0,0 1 1 0 0,0-1-1 0 0,0 1 0 0 0,1-1 1 0 0,-1 1-1 0 0,0 0 0 0 0,1 0 1 0 0,-1 0-1 0 0,1 0 0 0 0,0 1 1 0 0,0-1-1 0 0,0 1 0 0 0,0-1 0 0 0,0 1 1 0 0,1 0-1 0 0,-1-1 0 0 0,1 1 1 0 0,-1 0-1 0 0,1 0 0 0 0,0 0 1 0 0,0 0-1 0 0,1 0 0 0 0,-1 1 0 0 0,0 3 1 0 0,0-3-9 0 0,1 0 0 0 0,-1 1 0 0 0,1-1 0 0 0,0 1 0 0 0,0-1 0 0 0,0 0 0 0 0,1 1 0 0 0,-1-1 0 0 0,1 1 0 0 0,0-1 0 0 0,1 0 0 0 0,-1 0 0 0 0,1 0 0 0 0,-1 0 0 0 0,1 0 0 0 0,1 0 0 0 0,-1 0 1 0 0,0 0-1 0 0,1-1 0 0 0,5 7 0 0 0,3-2 9 0 0,1 0 1 0 0,0-1-1 0 0,0 0 1 0 0,1-1-1 0 0,17 7 1 0 0,-19-9-32 0 0,1 1-1 0 0,-2 0 1 0 0,1 0-1 0 0,0 1 1 0 0,-1 1 0 0 0,0 0-1 0 0,-1 0 1 0 0,10 9 0 0 0,-18-15 14 0 0,-1-1 0 0 0,1 1 0 0 0,0 0 0 0 0,-1 0 0 0 0,1-1 0 0 0,-1 1 0 0 0,1 0 0 0 0,0 0 0 0 0,-1 0 0 0 0,0 0 0 0 0,1 0 0 0 0,-1 0 0 0 0,0 0 0 0 0,1 0-1 0 0,-1 0 1 0 0,0 0 0 0 0,0 0 0 0 0,0 0 0 0 0,0 0 0 0 0,0 0 0 0 0,0 0 0 0 0,0 0 0 0 0,0 0 0 0 0,0 0 0 0 0,0 0 0 0 0,-1 0 0 0 0,1-1 0 0 0,0 1 0 0 0,-1 1 0 0 0,-1 0 4 0 0,1 0-1 0 0,-1 0 0 0 0,0 0 0 0 0,1 0 0 0 0,-1-1 0 0 0,0 1 0 0 0,0 0 1 0 0,0-1-1 0 0,-1 0 0 0 0,1 0 0 0 0,-4 2 0 0 0,-3 1 9 0 0,1-1 1 0 0,-1 0-1 0 0,0-1 0 0 0,-1 0 0 0 0,1-1 1 0 0,-13 2-1 0 0,-11-9-377 0 0,12-3-1503 0 0,20 8 1569 0 0,1 1 0 0 0,-1-1 0 0 0,0 1 0 0 0,1-1 0 0 0,-1 1 0 0 0,1-1-1 0 0,-1 0 1 0 0,1 1 0 0 0,-1-1 0 0 0,1 0 0 0 0,-1 1 0 0 0,1-1 0 0 0,0 0 0 0 0,-1 0 0 0 0,1 1-1 0 0,0-1 1 0 0,-1 0 0 0 0,1 0 0 0 0,0 0 0 0 0,0 0 0 0 0,0-13-2721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3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1 115 348 0 0,'0'0'877'0'0,"29"-8"1706"0"0,18-11-37 0 0,-34 15-2051 0 0,0-1 1 0 0,0 0-1 0 0,-1-1 1 0 0,1 0 0 0 0,-1-1-1 0 0,-1-1 1 0 0,1 0-1 0 0,-1 0 1 0 0,12-12 0 0 0,-22 19-244 0 0,-1-2 48 0 0,0 3-290 0 0,0 0-1 0 0,0 0 1 0 0,0 0-1 0 0,1-1 1 0 0,-1 1-1 0 0,0 0 0 0 0,0 0 1 0 0,0 0-1 0 0,0 0 1 0 0,0 0-1 0 0,0-1 1 0 0,0 1-1 0 0,0 0 1 0 0,0 0-1 0 0,0 0 1 0 0,0 0-1 0 0,0-1 0 0 0,0 1 1 0 0,0 0-1 0 0,0 0 1 0 0,0 0-1 0 0,0 0 1 0 0,0-1-1 0 0,0 1 1 0 0,0 0-1 0 0,0 0 1 0 0,0 0-1 0 0,0 0 1 0 0,0-1-1 0 0,0 1 0 0 0,0 0 1 0 0,0 0-1 0 0,-1 0 1 0 0,1 0-1 0 0,0 0 1 0 0,0-1-1 0 0,0 1 1 0 0,0 0-1 0 0,0 0 1 0 0,0 0-1 0 0,-1 0 0 0 0,1 0 1 0 0,0 0-1 0 0,0 0 1 0 0,0 0-1 0 0,0 0 1 0 0,0-1-1 0 0,-1 1 1 0 0,1 0-1 0 0,0 0 1 0 0,0 0-1 0 0,0 0 1 0 0,0 0-1 0 0,-1 0 0 0 0,-8 0 49 0 0,0 0-1 0 0,-1 1 0 0 0,1 0 0 0 0,0 1 0 0 0,0-1 0 0 0,0 2 1 0 0,-12 4-1 0 0,16-6-42 0 0,0 1 0 0 0,1 0 0 0 0,-1 0 0 0 0,1 1-1 0 0,-1 0 1 0 0,1-1 0 0 0,0 1 0 0 0,0 1 0 0 0,0-1 0 0 0,0 1 0 0 0,1-1 0 0 0,-1 1 0 0 0,1 0 0 0 0,0 0 0 0 0,-4 8 0 0 0,7-11-15 0 0,-1 1 0 0 0,1-1 0 0 0,0 1 0 0 0,-1-1 0 0 0,1 1-1 0 0,0-1 1 0 0,0 1 0 0 0,0-1 0 0 0,0 1 0 0 0,0 0 0 0 0,1-1 0 0 0,-1 1 0 0 0,0-1 0 0 0,1 1 0 0 0,-1-1 0 0 0,1 1 0 0 0,-1-1 0 0 0,1 0 0 0 0,0 1 0 0 0,0-1 0 0 0,-1 0 0 0 0,1 1 0 0 0,0-1 0 0 0,0 0 0 0 0,0 0 0 0 0,1 0 0 0 0,-1 0 0 0 0,0 0 0 0 0,0 0 0 0 0,0 0 0 0 0,1 0 0 0 0,-1 0 0 0 0,1-1 0 0 0,-1 1 0 0 0,0 0 0 0 0,1-1 0 0 0,-1 1 0 0 0,3-1 0 0 0,8 5-205 0 0,0-2 0 0 0,0 1-1 0 0,18 1 1 0 0,-26-4 96 0 0,28 3-785 0 0,1-1 1 0 0,0-2 0 0 0,58-4-1 0 0,-9-7-3755 0 0,-57 6 2440 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4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148 299 592 0 0,'0'0'3331'0'0,"1"-1"-3184"0"0,-1 1 0 0 0,0-1 1 0 0,0 1-1 0 0,0-1 0 0 0,0 1 0 0 0,0-1 1 0 0,0 1-1 0 0,0-1 0 0 0,0 1 0 0 0,0-1 0 0 0,0 1 1 0 0,0-1-1 0 0,0 1 0 0 0,0-1 0 0 0,0 1 0 0 0,-1-1 1 0 0,1 1-1 0 0,0-1 0 0 0,0 1 0 0 0,-1-1 1 0 0,1 1-1 0 0,0-1 0 0 0,-1 1 0 0 0,0-1 0 0 0,-3 0 18 0 0,0 0 0 0 0,0 0 0 0 0,0 1 0 0 0,-1-1 0 0 0,1 1 0 0 0,0 0 0 0 0,-1 0 0 0 0,1 1 0 0 0,0-1 0 0 0,-1 1-1 0 0,1 0 1 0 0,0 0 0 0 0,0 0 0 0 0,0 1 0 0 0,0 0 0 0 0,-6 3 0 0 0,4-2-43 0 0,0 0 0 0 0,1 0 0 0 0,-1 1 0 0 0,1-1-1 0 0,0 1 1 0 0,0 1 0 0 0,0-1 0 0 0,1 1 0 0 0,-1-1 0 0 0,-5 10 0 0 0,10-14-124 0 0,-1 1-1 0 0,0 0 1 0 0,1 0 0 0 0,0 0 0 0 0,-1 0-1 0 0,1-1 1 0 0,-1 1 0 0 0,1 0 0 0 0,0 0 0 0 0,0 0-1 0 0,-1 0 1 0 0,1 0 0 0 0,0 0 0 0 0,0 0 0 0 0,0 0-1 0 0,0 0 1 0 0,0 0 0 0 0,0 0 0 0 0,0 0 0 0 0,0 0-1 0 0,1 0 1 0 0,-1-1 0 0 0,0 1 0 0 0,1 0-1 0 0,-1 0 1 0 0,0 0 0 0 0,1 0 0 0 0,-1 0 0 0 0,1-1-1 0 0,-1 1 1 0 0,1 0 0 0 0,0 0 0 0 0,-1-1 0 0 0,1 1-1 0 0,0 0 1 0 0,-1-1 0 0 0,1 1 0 0 0,0-1 0 0 0,0 1-1 0 0,0-1 1 0 0,0 1 0 0 0,-1-1 0 0 0,1 1 0 0 0,0-1-1 0 0,0 0 1 0 0,0 0 0 0 0,0 1 0 0 0,0-1-1 0 0,0 0 1 0 0,0 0 0 0 0,1 0 0 0 0,3 1-113 0 0,1 0 0 0 0,0-1 0 0 0,-1 0 0 0 0,1 0-1 0 0,-1 0 1 0 0,1-1 0 0 0,7-1 0 0 0,-6-1 47 0 0,1 0 1 0 0,-1 0-1 0 0,0-1 0 0 0,0 0 0 0 0,0-1 0 0 0,-1 1 0 0 0,1-1 0 0 0,-1-1 0 0 0,0 1 1 0 0,-1-1-1 0 0,1 0 0 0 0,-1 0 0 0 0,-1-1 0 0 0,1 1 0 0 0,-1-1 0 0 0,0 0 0 0 0,0 0 1 0 0,-1-1-1 0 0,0 1 0 0 0,0-1 0 0 0,2-14 0 0 0,1 0 229 0 0,-2 0 0 0 0,0 0-1 0 0,-1-1 1 0 0,-2 1 0 0 0,0-1 0 0 0,-4-37-1 0 0,2 55 57 0 0,0-1-1 0 0,0 1 0 0 0,0-1 1 0 0,0 1-1 0 0,-1 0 0 0 0,0 0 1 0 0,-3-6-1 0 0,4 9 353 0 0,-3 5-334 0 0,-2 4-131 0 0,0 1 1 0 0,1-1-1 0 0,0 1 1 0 0,0 0 0 0 0,0 0-1 0 0,1 0 1 0 0,0 1-1 0 0,1 0 1 0 0,0-1 0 0 0,0 1-1 0 0,1 1 1 0 0,0-1-1 0 0,0 0 1 0 0,1 0 0 0 0,1 1-1 0 0,0 16 1 0 0,1-7-367 0 0,0-1 1 0 0,2 1-1 0 0,0-1 0 0 0,1 0 1 0 0,1 0-1 0 0,0-1 0 0 0,16 34 1 0 0,2-17-2055 0 0,-4-15-2511 0 0,-7-9 1774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4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39 305 608 0 0,'0'0'10592'0'0,"0"5"-10341"0"0,-1 3-151 0 0,4 19 427 0 0,-2-26-507 0 0,-1 0 1 0 0,0 0-1 0 0,1-1 1 0 0,-1 1 0 0 0,1 0-1 0 0,-1 0 1 0 0,1-1-1 0 0,-1 1 1 0 0,1 0-1 0 0,0-1 1 0 0,-1 1 0 0 0,1-1-1 0 0,0 1 1 0 0,-1 0-1 0 0,1-1 1 0 0,0 0-1 0 0,0 1 1 0 0,-1-1 0 0 0,1 1-1 0 0,0-1 1 0 0,0 0-1 0 0,0 0 1 0 0,0 0-1 0 0,-1 1 1 0 0,1-1 0 0 0,0 0-1 0 0,0 0 1 0 0,0 0-1 0 0,0 0 1 0 0,0 0-1 0 0,0 0 1 0 0,-1-1 0 0 0,1 1-1 0 0,0 0 1 0 0,0 0-1 0 0,0-1 1 0 0,0 1-1 0 0,-1 0 1 0 0,1-1 0 0 0,0 1-1 0 0,0-1 1 0 0,-1 1-1 0 0,1-1 1 0 0,0 1-1 0 0,-1-1 1 0 0,2-1 0 0 0,29-25 245 0 0,-19 12-210 0 0,-1-1 1 0 0,-1-1 0 0 0,-1 0 0 0 0,0 0 0 0 0,10-29-1 0 0,-16 37-48 0 0,1-1-1 0 0,-1 0 1 0 0,-1-1-1 0 0,0 1 1 0 0,0 0-1 0 0,-1-1 0 0 0,-1 1 1 0 0,0-1-1 0 0,0 1 1 0 0,-1-1-1 0 0,-3-17 1 0 0,3 25-13 0 0,0-1 0 0 0,-1 1 1 0 0,1 0-1 0 0,-1 0 0 0 0,0 0 0 0 0,0 0 1 0 0,0 1-1 0 0,0-1 0 0 0,0 0 1 0 0,0 1-1 0 0,-1 0 0 0 0,0-1 1 0 0,1 1-1 0 0,-1 0 0 0 0,0 0 1 0 0,0 1-1 0 0,0-1 0 0 0,0 0 1 0 0,0 1-1 0 0,0 0 0 0 0,0 0 0 0 0,-1 0 1 0 0,1 0-1 0 0,0 0 0 0 0,-1 1 1 0 0,1-1-1 0 0,-1 1 0 0 0,1 0 1 0 0,0 0-1 0 0,-7 1 0 0 0,5-1-4 0 0,0 1-1 0 0,0 0 0 0 0,0 0 1 0 0,0 0-1 0 0,0 1 1 0 0,0-1-1 0 0,0 1 0 0 0,0 1 1 0 0,0-1-1 0 0,1 0 1 0 0,-1 1-1 0 0,1 0 0 0 0,0 0 1 0 0,0 1-1 0 0,0-1 1 0 0,0 1-1 0 0,0 0 0 0 0,1-1 1 0 0,-5 8-1 0 0,7-9 8 0 0,0 1 0 0 0,0 0 0 0 0,0 0 0 0 0,1 0-1 0 0,-1 0 1 0 0,0 0 0 0 0,1 0 0 0 0,0 0 0 0 0,0 0 0 0 0,0 0 0 0 0,0 0-1 0 0,0 0 1 0 0,1 0 0 0 0,-1 0 0 0 0,1-1 0 0 0,0 1 0 0 0,0 0 0 0 0,0 0-1 0 0,0 0 1 0 0,0 0 0 0 0,1-1 0 0 0,-1 1 0 0 0,1-1 0 0 0,0 1 0 0 0,0-1-1 0 0,0 0 1 0 0,0 1 0 0 0,0-1 0 0 0,0 0 0 0 0,0 0 0 0 0,5 2-1 0 0,8 8 9 0 0,1-1-1 0 0,0-1 1 0 0,28 14-1 0 0,-36-20-5 0 0,18 9 10 0 0,44 24-35 0 0,-65-33 19 0 0,1-1 0 0 0,-1 1 0 0 0,0 0 0 0 0,0 0 0 0 0,-1 1 1 0 0,1-1-1 0 0,-1 1 0 0 0,0 0 0 0 0,5 8 0 0 0,-7-9 28 0 0,-1-1 0 0 0,0 1 0 0 0,1 0 0 0 0,-1 0 0 0 0,-1 0 1 0 0,1 0-1 0 0,0 0 0 0 0,-1 0 0 0 0,0 0 0 0 0,0 0 0 0 0,0 0 0 0 0,-1 0 0 0 0,1 1 0 0 0,-1-1 0 0 0,0-1 1 0 0,0 1-1 0 0,0 0 0 0 0,-1 0 0 0 0,1 0 0 0 0,-1-1 0 0 0,0 1 0 0 0,0 0 0 0 0,0-1 0 0 0,-1 0 1 0 0,-2 4-1 0 0,2-4-333 0 0,0 1 1 0 0,0-1 0 0 0,-1 0 0 0 0,1-1 0 0 0,-1 1 0 0 0,1-1-1 0 0,-1 1 1 0 0,-6 2 0 0 0,-9-3-5170 0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5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25 172 0 0,'0'0'2372'0'0,"1"-13"1437"0"0,1 2-2169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5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56 264 0 0,'6'34'5778'0'0,"-6"-33"-5701"0"0,0-1 0 0 0,0 1-1 0 0,0 0 1 0 0,0 0 0 0 0,-1-1 0 0 0,2 1 0 0 0,-1 0 0 0 0,0 0 0 0 0,0 0-1 0 0,0-1 1 0 0,0 1 0 0 0,0 0 0 0 0,0 0 0 0 0,1-1 0 0 0,-1 1 0 0 0,0 0-1 0 0,1 0 1 0 0,-1-1 0 0 0,1 1 0 0 0,-1 0 0 0 0,1-1 0 0 0,-1 1 0 0 0,1-1-1 0 0,-1 1 1 0 0,1-1 0 0 0,-1 1 0 0 0,1-1 0 0 0,0 1 0 0 0,-1-1-1 0 0,1 1 1 0 0,0-1 0 0 0,-1 0 0 0 0,1 1 0 0 0,0-1 0 0 0,0 0 0 0 0,-1 0-1 0 0,1 1 1 0 0,0-1 0 0 0,0 0 0 0 0,0 0 0 0 0,-1 0 0 0 0,1 0 0 0 0,0 0-1 0 0,0 0 1 0 0,-1 0 0 0 0,1-1 0 0 0,0 1 0 0 0,0 0 0 0 0,-1 0 0 0 0,1 0-1 0 0,0-1 1 0 0,1 0 0 0 0,48-26 221 0 0,-25 12 144 0 0,-21 14-430 0 0,0-1 0 0 0,0 2 0 0 0,0-1 1 0 0,0 0-1 0 0,0 1 0 0 0,1 0 0 0 0,-1-1 0 0 0,0 2 0 0 0,0-1 1 0 0,0 0-1 0 0,0 1 0 0 0,1 0 0 0 0,3 1 0 0 0,58 24-197 0 0,-17-7 10 0 0,-22-12 112 0 0,0-2 1 0 0,0 0-1 0 0,1-2 0 0 0,33 0 1 0 0,-46-3 70 0 0,1-1 0 0 0,-1 0 0 0 0,0-1 1 0 0,0 0-1 0 0,1-1 0 0 0,-2-1 0 0 0,1-1 0 0 0,0 0 0 0 0,16-9 1 0 0,-29 13 44 0 0,1 0 1 0 0,-1-1 0 0 0,0 1-1 0 0,0-1 1 0 0,0 1 0 0 0,0-1-1 0 0,0 0 1 0 0,-1 0 0 0 0,1 0-1 0 0,0 0 1 0 0,-1 0 0 0 0,0 0-1 0 0,1 0 1 0 0,-1 0-1 0 0,0-1 1 0 0,0 1 0 0 0,0 0-1 0 0,0-1 1 0 0,-1 1 0 0 0,1-1-1 0 0,0-4 1 0 0,-1 6-29 0 0,-1-1-1 0 0,1 0 1 0 0,-1 0 0 0 0,1 1 0 0 0,-1-1-1 0 0,0 1 1 0 0,0-1 0 0 0,0 0-1 0 0,0 1 1 0 0,0-1 0 0 0,0 1-1 0 0,0 0 1 0 0,0-1 0 0 0,0 1 0 0 0,-1 0-1 0 0,1 0 1 0 0,0 0 0 0 0,-1 0-1 0 0,1 0 1 0 0,-1 0 0 0 0,1 0-1 0 0,-1 0 1 0 0,0 1 0 0 0,1-1 0 0 0,-1 1-1 0 0,0-1 1 0 0,0 1 0 0 0,1-1-1 0 0,-1 1 1 0 0,0 0 0 0 0,0 0-1 0 0,1 0 1 0 0,-1 0 0 0 0,-3 1-1 0 0,-2-2-13 0 0,1 0 5 0 0,0 1 0 0 0,1-1 0 0 0,-1 1 0 0 0,0 0 0 0 0,0 1 0 0 0,1 0 0 0 0,-1-1 0 0 0,1 2 0 0 0,-1-1 0 0 0,1 1 0 0 0,-1 0 0 0 0,1 0 0 0 0,0 0 0 0 0,0 1 0 0 0,0-1 0 0 0,0 1 0 0 0,-7 6 0 0 0,11-9-31 0 0,1 1 0 0 0,-1-1-1 0 0,1 0 1 0 0,0 1 0 0 0,-1-1 0 0 0,1 0-1 0 0,-1 1 1 0 0,1-1 0 0 0,0 1 0 0 0,-1-1-1 0 0,1 1 1 0 0,0-1 0 0 0,0 1-1 0 0,-1-1 1 0 0,1 1 0 0 0,0-1 0 0 0,0 1-1 0 0,0-1 1 0 0,0 1 0 0 0,0-1 0 0 0,-1 1-1 0 0,1-1 1 0 0,0 1 0 0 0,0-1 0 0 0,0 1-1 0 0,0-1 1 0 0,1 1 0 0 0,-1 0-1 0 0,0-1 1 0 0,0 1 0 0 0,0-1 0 0 0,0 1-1 0 0,0-1 1 0 0,1 1 0 0 0,-1-1 0 0 0,0 1-1 0 0,1-1 1 0 0,-1 0 0 0 0,0 1 0 0 0,1-1-1 0 0,-1 1 1 0 0,0-1 0 0 0,1 0-1 0 0,-1 1 1 0 0,1-1 0 0 0,-1 0 0 0 0,1 1-1 0 0,-1-1 1 0 0,0 0 0 0 0,1 0 0 0 0,-1 1-1 0 0,1-1 1 0 0,0 0 0 0 0,-1 0 0 0 0,1 0-1 0 0,2 1-28 0 0,-1 0-1 0 0,1 0 0 0 0,-1-1 1 0 0,1 1-1 0 0,-1-1 0 0 0,1 0 1 0 0,-1 0-1 0 0,1 0 0 0 0,-1 0 1 0 0,1 0-1 0 0,-1-1 0 0 0,1 1 1 0 0,-1-1-1 0 0,1 1 0 0 0,3-3 1 0 0,-2 1 9 0 0,0 1 57 0 0,0 0 1 0 0,0-1-1 0 0,0 0 1 0 0,-1 0-1 0 0,1 0 1 0 0,0 0-1 0 0,-1-1 1 0 0,0 1-1 0 0,0-1 1 0 0,1 0 0 0 0,-2 0-1 0 0,1 0 1 0 0,0 0-1 0 0,-1 0 1 0 0,3-5-1 0 0,-4 7 83 0 0,-1 0 0 0 0,0 0-1 0 0,0 0 1 0 0,0 0 0 0 0,1 0 0 0 0,-1 0-1 0 0,0 0 1 0 0,1 0 0 0 0,-1 1 0 0 0,1-1-1 0 0,-1 0 1 0 0,1 0 0 0 0,0 0 0 0 0,-1 1-1 0 0,1-1 1 0 0,0 0 0 0 0,-1 0 0 0 0,1 1-1 0 0,0-1 1 0 0,0 1 0 0 0,0-1 0 0 0,0 1-1 0 0,-1-1 1 0 0,1 1 0 0 0,0-1 0 0 0,0 1-1 0 0,2-1 1 0 0,-2 2-58 0 0,1 0 1 0 0,-1-1-1 0 0,0 1 0 0 0,1 0 0 0 0,-1 0 0 0 0,0-1 1 0 0,0 1-1 0 0,0 0 0 0 0,0 0 0 0 0,0 0 1 0 0,0 1-1 0 0,0-1 0 0 0,0 0 0 0 0,0 0 1 0 0,-1 0-1 0 0,2 3 0 0 0,29 72-412 0 0,-27-63 651 0 0,7 22-247 0 0,-1 0 0 0 0,-2 1 0 0 0,-2 0-1 0 0,-1 1 1 0 0,0 56 0 0 0,-6-18 87 0 0,-20 127 0 0 0,2-116 298 0 0,19-84 673 0 0,-4-7-921 0 0,-1 0-135 0 0,1-1-1 0 0,0 1 0 0 0,1-1 0 0 0,-1 0 1 0 0,1 0-1 0 0,0 0 0 0 0,1 0 1 0 0,-1 0-1 0 0,1-1 0 0 0,0 1 0 0 0,-1-14 1 0 0,2 7 0 0 0,0 0 1 0 0,1 0-1 0 0,0 0 1 0 0,1 0-1 0 0,5-24 1 0 0,1 11-21 0 0,1 0 0 0 0,0 1 0 0 0,2 0 0 0 0,1 0 1 0 0,24-38-1 0 0,-17 35-14 0 0,1 1 1 0 0,1 1-1 0 0,1 1 0 0 0,1 0 1 0 0,36-29-1 0 0,-43 42-15 0 0,1 0-1 0 0,0 1 0 0 0,1 1 0 0 0,0 0 0 0 0,1 1 1 0 0,0 1-1 0 0,0 1 0 0 0,1 0 0 0 0,0 2 0 0 0,25-5 1 0 0,-37 9-3 0 0,-1 1 1 0 0,1-1-1 0 0,0 1 0 0 0,-1 1 1 0 0,1 0-1 0 0,-1-1 1 0 0,1 2-1 0 0,12 3 1 0 0,-16-4 0 0 0,0 0 1 0 0,0 0-1 0 0,0 1 0 0 0,0-1 1 0 0,0 1-1 0 0,0 0 1 0 0,0 0-1 0 0,-1 0 1 0 0,1 0-1 0 0,-1 0 0 0 0,1 0 1 0 0,-1 1-1 0 0,0-1 1 0 0,0 1-1 0 0,0 0 1 0 0,0 0-1 0 0,0 0 1 0 0,1 4-1 0 0,-2-5-1 0 0,-1 1 1 0 0,0 0-1 0 0,0-1 1 0 0,0 1-1 0 0,0 0 1 0 0,-1-1-1 0 0,1 1 1 0 0,-1-1-1 0 0,1 1 1 0 0,-1-1-1 0 0,0 1 1 0 0,0-1-1 0 0,0 1 1 0 0,-1-1-1 0 0,1 0 1 0 0,0 0-1 0 0,-1 1 1 0 0,1-1-1 0 0,-1 0 0 0 0,0 0 1 0 0,0-1-1 0 0,0 1 1 0 0,0 0-1 0 0,0-1 1 0 0,0 1-1 0 0,0-1 1 0 0,-1 1-1 0 0,-3 0 1 0 0,-8 7-890 0 0,-1-1 1 0 0,1-1 0 0 0,-18 5 0 0 0,-10-2-6037 0 0,23-8 2959 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8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63 504 0 0,'-14'-43'6723'0'0,"14"42"-6131"0"0,-15-17 2353 0 0,9 17-2856 0 0,0 1 1 0 0,-1 0-1 0 0,1 1 1 0 0,0-1-1 0 0,0 1 1 0 0,0 0-1 0 0,0 1 1 0 0,0-1-1 0 0,0 1 1 0 0,0 1-1 0 0,0-1 1 0 0,1 1-1 0 0,-1 0 1 0 0,1 0-1 0 0,0 0 0 0 0,0 1 1 0 0,0 0-1 0 0,-6 6 1 0 0,-10 9 70 0 0,1 1 0 0 0,-29 37 1 0 0,45-52-139 0 0,1 0 1 0 0,0 0-1 0 0,0 0 1 0 0,0 0 0 0 0,1 0-1 0 0,0 0 1 0 0,0 1 0 0 0,-3 10-1 0 0,5-14-9 0 0,-1 1-1 0 0,1-1 0 0 0,0 1 1 0 0,0-1-1 0 0,0 1 0 0 0,0-1 1 0 0,0 0-1 0 0,0 1 0 0 0,1-1 1 0 0,-1 1-1 0 0,1-1 1 0 0,0 1-1 0 0,-1-1 0 0 0,1 0 1 0 0,0 0-1 0 0,1 1 0 0 0,-1-1 1 0 0,0 0-1 0 0,1 0 0 0 0,-1 0 1 0 0,1 0-1 0 0,3 3 1 0 0,-3-3-4 0 0,0-1 0 0 0,1 0 0 0 0,-1 0 0 0 0,1 0 0 0 0,-1 0 0 0 0,1-1 0 0 0,-1 1 0 0 0,1 0 0 0 0,-1-1 0 0 0,1 0 0 0 0,0 0 1 0 0,-1 0-1 0 0,1 0 0 0 0,-1 0 0 0 0,1 0 0 0 0,0 0 0 0 0,-1-1 0 0 0,5-1 0 0 0,47-17 76 0 0,-46 16-68 0 0,8-5 11 0 0,-1 0 0 0 0,0 0 0 0 0,0-2-1 0 0,-1 0 1 0 0,0-1 0 0 0,13-13 0 0 0,-2 3-15 0 0,-25 21-15 0 0,1-1-1 0 0,0 1 1 0 0,-1-1 0 0 0,1 1 0 0 0,-1 0 0 0 0,1 0 0 0 0,0-1 0 0 0,-1 1 0 0 0,1 0 0 0 0,-1 0 0 0 0,1 0 0 0 0,0 0 0 0 0,-1-1 0 0 0,1 1-1 0 0,0 0 1 0 0,-1 0 0 0 0,1 0 0 0 0,0 1 0 0 0,-1-1 0 0 0,1 0 0 0 0,0 0 0 0 0,-1 0 0 0 0,1 0 0 0 0,0 1 0 0 0,-1-1 0 0 0,1 0 0 0 0,-1 1-1 0 0,1-1 1 0 0,0 0 0 0 0,-1 1 0 0 0,1-1 0 0 0,-1 1 0 0 0,1-1 0 0 0,-1 0 0 0 0,1 1 0 0 0,-1 0 0 0 0,0-1 0 0 0,1 2 0 0 0,21 32-156 0 0,-20-29 144 0 0,1 0 0 0 0,-1-1 0 0 0,1 1 0 0 0,0-1 0 0 0,0 0 0 0 0,1 1 0 0 0,3 3 1 0 0,-3-7 20 0 0,-1 1 0 0 0,1-1 0 0 0,-1 0 0 0 0,1 1 0 0 0,0-2 0 0 0,-1 1 0 0 0,1 0 0 0 0,0-1 0 0 0,0 0 1 0 0,0 1-1 0 0,-1-2 0 0 0,1 1 0 0 0,0 0 0 0 0,0-1 0 0 0,0 0 0 0 0,-1 1 0 0 0,6-3 0 0 0,65-28 19 0 0,-56 22-24 0 0,11-5 33 0 0,-18 8-82 0 0,1 0 0 0 0,-1 1 1 0 0,25-7-1 0 0,-31 11 30 0 0,0 0 0 0 0,0 1 0 0 0,0-1 0 0 0,0 1 0 0 0,0 0 0 0 0,0 1 1 0 0,0-1-1 0 0,0 1 0 0 0,0 0 0 0 0,0 0 0 0 0,0 0 0 0 0,0 1 0 0 0,8 4 0 0 0,6 3-4 0 0,0-1-1 0 0,0-1 0 0 0,0-1 0 0 0,1-1 1 0 0,-1 0-1 0 0,23 1 0 0 0,-30-4 40 0 0,1-2-1 0 0,-1 0 1 0 0,1 0 0 0 0,-1-1-1 0 0,0-1 1 0 0,1 0-1 0 0,-1 0 1 0 0,0-1-1 0 0,0-1 1 0 0,0 0-1 0 0,12-7 1 0 0,-21 10 80 0 0,-1 0 0 0 0,0-1 0 0 0,0 0 1 0 0,0 1-1 0 0,0-1 0 0 0,0 0 0 0 0,-1 0 0 0 0,1 0 0 0 0,0 0 1 0 0,-1 0-1 0 0,0 0 0 0 0,3-4 0 0 0,-3 4 11 0 0,0 0 903 0 0,-10-3-839 0 0,8 5-162 0 0,1 0-1 0 0,0-1 0 0 0,-1 1 0 0 0,1-1 0 0 0,0 1 1 0 0,-1 0-1 0 0,1-1 0 0 0,-1 1 0 0 0,1 0 0 0 0,-1 0 1 0 0,1-1-1 0 0,-1 1 0 0 0,1 0 0 0 0,-1 0 0 0 0,1 0 1 0 0,-1-1-1 0 0,1 1 0 0 0,-1 0 0 0 0,1 0 0 0 0,-1 0 1 0 0,1 0-1 0 0,-1 0 0 0 0,0 0 0 0 0,1 0 0 0 0,-1 0 0 0 0,1 0 1 0 0,-1 1-1 0 0,1-1 0 0 0,-1 0 0 0 0,1 0 0 0 0,-1 0 1 0 0,0 1-1 0 0,-2 0-19 0 0,0 1 0 0 0,0-1 0 0 0,0 1 1 0 0,0 0-1 0 0,0 0 0 0 0,1 0 0 0 0,-1 0 0 0 0,0 1 1 0 0,1-1-1 0 0,0 1 0 0 0,0-1 0 0 0,0 1 0 0 0,0 0 1 0 0,0 0-1 0 0,0 0 0 0 0,-1 3 0 0 0,3-4-206 0 0,-1 1-1 0 0,1-1 1 0 0,-1 1-1 0 0,1-1 1 0 0,0 0-1 0 0,0 1 1 0 0,0-1-1 0 0,0 1 1 0 0,0-1-1 0 0,1 1 1 0 0,-1-1-1 0 0,1 1 1 0 0,-1-1 0 0 0,1 0-1 0 0,0 1 1 0 0,0-1-1 0 0,0 0 1 0 0,0 0-1 0 0,1 0 1 0 0,-1 0-1 0 0,0 0 1 0 0,1 0-1 0 0,0 0 1 0 0,-1 0-1 0 0,4 2 1 0 0,14 9-3778 0 0,6-2 305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39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26 452 0 0,'3'-17'4766'0'0,"-3"9"1784"0"0,-10 34-6168 0 0,1 1 0 0 0,2 0 1 0 0,-6 33-1 0 0,12-53-332 0 0,0 0 0 0 0,0-1 0 0 0,1 1 1 0 0,-1 0-1 0 0,2 0 0 0 0,-1 0 0 0 0,1 0 0 0 0,0 0 0 0 0,0-1 1 0 0,0 1-1 0 0,1 0 0 0 0,0-1 0 0 0,1 1 0 0 0,0-1 0 0 0,0 0 0 0 0,0 0 1 0 0,0 0-1 0 0,1 0 0 0 0,8 9 0 0 0,-10-13-29 0 0,1 0-1 0 0,-1 0 1 0 0,1 0 0 0 0,0 0-1 0 0,0 0 1 0 0,-1-1 0 0 0,1 1-1 0 0,1-1 1 0 0,-1 0 0 0 0,0 0-1 0 0,0 0 1 0 0,0 0 0 0 0,0-1-1 0 0,1 1 1 0 0,-1-1 0 0 0,0 0-1 0 0,7 0 1 0 0,-4-1 1 0 0,1-1 0 0 0,0 1 0 0 0,-1-1 1 0 0,0 0-1 0 0,1-1 0 0 0,-1 1 0 0 0,0-1 0 0 0,8-5 0 0 0,6-7 28 0 0,1 0-1 0 0,-2-2 0 0 0,27-27 0 0 0,-44 41-42 0 0,52-64 515 0 0,-53 66-462 0 0,9-5 19 0 0,-6 5-95 0 0,0 11 19 0 0,-2-7 3 0 0,-1 0-1 0 0,1-1 0 0 0,0 1 1 0 0,-1-1-1 0 0,1 1 0 0 0,1-1 1 0 0,-1 0-1 0 0,0 0 0 0 0,0 0 1 0 0,1 0-1 0 0,-1 0 1 0 0,1 0-1 0 0,0-1 0 0 0,-1 1 1 0 0,1-1-1 0 0,0 0 0 0 0,0 0 1 0 0,0 0-1 0 0,3 1 0 0 0,9 3 204 0 0,-11-3-163 0 0,0-1-1 0 0,0 0 0 0 0,0 0 0 0 0,0 0 0 0 0,0-1 0 0 0,0 0 0 0 0,0 0 1 0 0,0 0-1 0 0,0 0 0 0 0,0 0 0 0 0,0-1 0 0 0,-1 1 0 0 0,1-1 0 0 0,0 0 1 0 0,0-1-1 0 0,0 1 0 0 0,-1 0 0 0 0,1-1 0 0 0,0 0 0 0 0,-1 0 0 0 0,0 0 1 0 0,6-5-1 0 0,-3 2-10 0 0,1 0 0 0 0,-1 0 1 0 0,0-1-1 0 0,-1 0 0 0 0,0 0 0 0 0,0 0 1 0 0,0-1-1 0 0,0 0 0 0 0,-1 1 0 0 0,3-9 1 0 0,12-37 587 0 0,-18 50-488 0 0,-1 1-135 0 0,0 1-4 0 0,0 0 1 0 0,0 0-1 0 0,0 0 1 0 0,0-1-1 0 0,0 1 1 0 0,0 0-1 0 0,0 0 1 0 0,0 0-1 0 0,0 0 1 0 0,0 0-1 0 0,0 0 1 0 0,0 0-1 0 0,0 0 1 0 0,0-1-1 0 0,0 1 0 0 0,-1 0 1 0 0,1 0-1 0 0,0 0 1 0 0,0 0-1 0 0,0 0 1 0 0,0 0-1 0 0,0-1 1 0 0,0 1-1 0 0,1 0 1 0 0,-1 0-1 0 0,0 0 1 0 0,0 0-1 0 0,0 0 1 0 0,0 0-1 0 0,0 0 1 0 0,0-1-1 0 0,0 1 1 0 0,0 0-1 0 0,0 0 1 0 0,0 0-1 0 0,0 0 0 0 0,0 0 1 0 0,0 0-1 0 0,0 0 1 0 0,1 0-1 0 0,-1 0 1 0 0,0-1-1 0 0,0 1 1 0 0,0 0-1 0 0,0 0 1 0 0,0 0-1 0 0,0 0 1 0 0,0 0-1 0 0,0 0 1 0 0,1 0-1 0 0,-1 0 1 0 0,0 0-1 0 0,0 0 1 0 0,0 0-1 0 0,0 0 1 0 0,0 0-1 0 0,0 0 1 0 0,1 0-1 0 0,-1 0 0 0 0,0 0 1 0 0,0 0-1 0 0,0 0 1 0 0,0 0-1 0 0,0 0 1 0 0,0 0-1 0 0,0 0 1 0 0,1 1-1 0 0,10 13 9 0 0,0-1 0 0 0,1 0 0 0 0,1 0 0 0 0,21 16 0 0 0,-20-18-63 0 0,-1 1 0 0 0,0 0 0 0 0,-1 0 0 0 0,0 1 0 0 0,16 23 1 0 0,-28-35 51 0 0,1 0 0 0 0,0 1 0 0 0,-1-1 0 0 0,1 0 0 0 0,-1 0 0 0 0,1 1 0 0 0,-1-1 0 0 0,1 0 1 0 0,-1 1-1 0 0,0-1 0 0 0,0 0 0 0 0,0 1 0 0 0,1-1 0 0 0,-1 1 0 0 0,-1-1 0 0 0,1 0 0 0 0,0 1 0 0 0,0-1 1 0 0,0 0-1 0 0,-1 1 0 0 0,1-1 0 0 0,-1 0 0 0 0,1 1 0 0 0,-1-1 0 0 0,0 0 0 0 0,1 0 0 0 0,-1 0 0 0 0,0 0 1 0 0,0 1-1 0 0,1-1 0 0 0,-1 0 0 0 0,0 0 0 0 0,0-1 0 0 0,-1 1 0 0 0,1 0 0 0 0,0 0 0 0 0,0 0 0 0 0,0-1 1 0 0,0 1-1 0 0,-1 0 0 0 0,1-1 0 0 0,0 1 0 0 0,0-1 0 0 0,-1 0 0 0 0,1 1 0 0 0,-1-1 0 0 0,-1 0 1 0 0,-7 3 15 0 0,-1-1 1 0 0,0 0 0 0 0,0 0 0 0 0,-20-1 0 0 0,2-8 118 0 0,3 0-5233 0 0,23-6-1053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1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1 268 1032 0 0,'1'-7'11700'0'0,"7"41"-11129"0"0,-4-13-202 0 0,2 0-1 0 0,10 28 1 0 0,-14-44-299 0 0,0 0 0 0 0,1 0 0 0 0,-1 0 0 0 0,1 0 0 0 0,0 0-1 0 0,1-1 1 0 0,-1 1 0 0 0,1-1 0 0 0,0 0 0 0 0,0 0 0 0 0,0-1 0 0 0,0 1 0 0 0,1-1 0 0 0,7 4-1 0 0,-10-6 13 0 0,0-1-71 0 0,0 0 1 0 0,0 0-1 0 0,-1-1 0 0 0,1 1 1 0 0,0-1-1 0 0,0 1 1 0 0,0-1-1 0 0,0 0 1 0 0,0 1-1 0 0,0-1 0 0 0,-1 0 1 0 0,1 0-1 0 0,0 0 1 0 0,-1-1-1 0 0,1 1 1 0 0,-1 0-1 0 0,1-1 0 0 0,-1 1 1 0 0,1-1-1 0 0,-1 1 1 0 0,0-1-1 0 0,0 0 1 0 0,0 1-1 0 0,0-1 0 0 0,0 0 1 0 0,0 0-1 0 0,0-3 1 0 0,3-5 24 0 0,-2-1 1 0 0,0 1 0 0 0,0-1-1 0 0,0-11 1 0 0,0 4 62 0 0,-1 16-68 0 0,19-13-94 0 0,251 20-806 0 0,-162-7 401 0 0,-103 3 554 0 0,-1-2 1 0 0,0 1-1 0 0,0 0 1 0 0,0-1-1 0 0,0 0 0 0 0,0 0 1 0 0,0 0-1 0 0,9-5 0 0 0,-12 5 59 0 0,-3 2-259 0 0,1 0 113 0 0,0 0-1 0 0,0 0 1 0 0,-1-1-1 0 0,1 1 1 0 0,-1 0-1 0 0,1 0 1 0 0,0-1-1 0 0,-1 1 1 0 0,1-1-1 0 0,-1 1 1 0 0,0 0-1 0 0,1-1 1 0 0,-1 1 0 0 0,1-1-1 0 0,-1 1 1 0 0,0-1-1 0 0,0 1 1 0 0,1-1-1 0 0,-1 0 1 0 0,-1 1-1 0 0,-15 13-12 0 0,-7 18-23 0 0,24-30 10 0 0,-1-2-15 0 0,1 0 37 0 0,0 1 0 0 0,0-1-1 0 0,0 0 1 0 0,-1 0 0 0 0,1 1-1 0 0,0-1 1 0 0,0 0 0 0 0,0 1-1 0 0,0-1 1 0 0,0 0 0 0 0,-1 1-1 0 0,1-1 1 0 0,0 0 0 0 0,0 1-1 0 0,0-1 1 0 0,0 0 0 0 0,0 1-1 0 0,0-1 1 0 0,0 1 0 0 0,0-1-1 0 0,0 0 1 0 0,1 1 0 0 0,-1-1-1 0 0,0 0 1 0 0,0 1 0 0 0,0-1-1 0 0,0 0 1 0 0,0 0 0 0 0,1 1-1 0 0,19 1-191 0 0,0-1-1 0 0,0-1 1 0 0,1 0 0 0 0,-1-2-1 0 0,0-1 1 0 0,0 0-1 0 0,0-1 1 0 0,27-10-1 0 0,-12 2-106 0 0,0-2 0 0 0,-1 0-1 0 0,59-38 1 0 0,-76 41 213 0 0,-1-1 0 0 0,0 0 0 0 0,0-1 0 0 0,17-20 0 0 0,-27 26 223 0 0,0 0-1 0 0,-1 0 0 0 0,0 0 0 0 0,0-1 0 0 0,0 0 0 0 0,-1 0 0 0 0,-1 0 0 0 0,1 0 1 0 0,-1-1-1 0 0,0 1 0 0 0,2-17 0 0 0,-4 24-85 0 0,-1-1-1 0 0,0 1 1 0 0,1 0 0 0 0,-1-1-1 0 0,0 1 1 0 0,0 0-1 0 0,1-1 1 0 0,-1 1 0 0 0,0-1-1 0 0,-1 1 1 0 0,1 0 0 0 0,0-1-1 0 0,0 1 1 0 0,-1-1 0 0 0,1 1-1 0 0,0 0 1 0 0,-1-1 0 0 0,1 1-1 0 0,-1 0 1 0 0,0 0 0 0 0,1-1-1 0 0,-1 1 1 0 0,0 0 0 0 0,0 0-1 0 0,0 0 1 0 0,0 0 0 0 0,0 0-1 0 0,0 0 1 0 0,0 0 0 0 0,0 0-1 0 0,0 1 1 0 0,-1-1-1 0 0,1 0 1 0 0,0 1 0 0 0,0-1-1 0 0,-1 0 1 0 0,-1 0 0 0 0,1 1-23 0 0,-1 1-1 0 0,1-1 1 0 0,-1 0 0 0 0,1 1 0 0 0,-1-1 0 0 0,1 1-1 0 0,0 0 1 0 0,-1 0 0 0 0,1 0 0 0 0,0 0 0 0 0,-1 0-1 0 0,1 0 1 0 0,0 1 0 0 0,0-1 0 0 0,0 1 0 0 0,0-1-1 0 0,0 1 1 0 0,1 0 0 0 0,-3 3 0 0 0,-2 3 3 0 0,1 1 1 0 0,0 0 0 0 0,1 0-1 0 0,0 1 1 0 0,0-1-1 0 0,1 1 1 0 0,0 0 0 0 0,1 0-1 0 0,0 0 1 0 0,1 0-1 0 0,0 0 1 0 0,0 0 0 0 0,1 1-1 0 0,0-1 1 0 0,1 0 0 0 0,0 0-1 0 0,1 0 1 0 0,0 0-1 0 0,1 0 1 0 0,5 14 0 0 0,-6-16-42 0 0,1 1 1 0 0,0-1 0 0 0,1 0 0 0 0,-1 0 0 0 0,2 0 0 0 0,-1-1 0 0 0,1 1 0 0 0,0-1 0 0 0,0 0 0 0 0,1-1 0 0 0,0 1 0 0 0,0-1-1 0 0,1 0 1 0 0,0-1 0 0 0,0 1 0 0 0,0-1 0 0 0,1-1 0 0 0,-1 1 0 0 0,1-1 0 0 0,0-1 0 0 0,0 1 0 0 0,1-2 0 0 0,-1 1 0 0 0,9 1-1 0 0,-10-4 8 0 0,1 0-1 0 0,-1-1 0 0 0,0 0 1 0 0,0 0-1 0 0,-1 0 0 0 0,1-1 1 0 0,0 0-1 0 0,0-1 0 0 0,-1 1 1 0 0,1-1-1 0 0,-1 0 0 0 0,0-1 1 0 0,0 0-1 0 0,0 0 0 0 0,-1 0 0 0 0,1 0 1 0 0,-1-1-1 0 0,5-6 0 0 0,13-13 15 0 0,-2-1 0 0 0,29-44-1 0 0,-38 50-3 0 0,8-10 37 0 0,26-52 1 0 0,-41 69 141 0 0,1 0 1 0 0,-2 0-1 0 0,0 0 0 0 0,0-1 1 0 0,-1 1-1 0 0,-1-1 0 0 0,2-23 1 0 0,-4 34-61 0 0,-1 2-119 0 0,0 1 1 0 0,-1-1-1 0 0,1 1 1 0 0,0 0-1 0 0,-1 0 1 0 0,1 0-1 0 0,0 0 1 0 0,0 0-1 0 0,0 0 1 0 0,0 0 0 0 0,-1 0-1 0 0,2 0 1 0 0,-1 0-1 0 0,0 0 1 0 0,0 1-1 0 0,0-1 1 0 0,0 0-1 0 0,0 3 1 0 0,-21 46-7 0 0,17-34 2 0 0,0 1 0 0 0,1-1 0 0 0,0 1 0 0 0,-1 23 0 0 0,4-27 2 0 0,2-1-1 0 0,-1 1 1 0 0,1 0-1 0 0,1 0 1 0 0,0 0 0 0 0,1-1-1 0 0,1 1 1 0 0,-1-1-1 0 0,8 15 1 0 0,-5-15 4 0 0,0-1 1 0 0,1-1-1 0 0,0 1 1 0 0,1-1-1 0 0,0 0 1 0 0,1-1-1 0 0,11 11 1 0 0,-16-17-4 0 0,1 0 0 0 0,0 0 1 0 0,-1 0-1 0 0,1 0 1 0 0,0-1-1 0 0,0 0 0 0 0,1 0 1 0 0,-1 0-1 0 0,0 0 0 0 0,1-1 1 0 0,-1 0-1 0 0,1 0 0 0 0,-1-1 1 0 0,1 1-1 0 0,-1-1 1 0 0,1 0-1 0 0,0-1 0 0 0,9-1 1 0 0,-3-2 34 0 0,0 0-1 0 0,-1-1 1 0 0,1 0 0 0 0,-1 0 0 0 0,0-2 0 0 0,0 1 0 0 0,-1-1 0 0 0,0-1 0 0 0,0 0 0 0 0,10-11 0 0 0,-13 13 70 0 0,8-9 402 0 0,-15 15-507 0 0,0 0 0 0 0,0 0 0 0 0,0 0 0 0 0,0-1 0 0 0,0 1 0 0 0,0 0 0 0 0,1 0 0 0 0,-1 0 0 0 0,0-1 0 0 0,0 1 0 0 0,0 0 1 0 0,0 0-1 0 0,0 0 0 0 0,0 0 0 0 0,1 0 0 0 0,-1-1 0 0 0,0 1 0 0 0,0 0 0 0 0,0 0 0 0 0,1 0 0 0 0,-1 0 0 0 0,0 0 0 0 0,0 0 0 0 0,0 0 0 0 0,1 0 1 0 0,-1 0-1 0 0,0-1 0 0 0,0 1 0 0 0,0 0 0 0 0,1 0 0 0 0,-1 0 0 0 0,0 0 0 0 0,0 0 0 0 0,0 0 0 0 0,1 0 0 0 0,-1 1 0 0 0,0-1 0 0 0,0 0 0 0 0,0 0 1 0 0,1 0-1 0 0,-1 0 0 0 0,0 0 0 0 0,0 0 0 0 0,0 0 0 0 0,1 0 0 0 0,-1 0 0 0 0,0 1 0 0 0,0-1 0 0 0,0 0 0 0 0,0 0 0 0 0,1 0 0 0 0,-1 0 0 0 0,0 0 1 0 0,0 1-1 0 0,0-1 0 0 0,0 0 0 0 0,0 0 0 0 0,0 0 0 0 0,0 1 0 0 0,0-1 0 0 0,1 0 0 0 0,-1 0 0 0 0,0 0 0 0 0,0 1 0 0 0,0-1 0 0 0,0 0 0 0 0,0 1 1 0 0,12 15-156 0 0,-8-12 102 0 0,0 0-1 0 0,0 0 0 0 0,0-1 0 0 0,0 1 0 0 0,1-1 1 0 0,-1 0-1 0 0,1 0 0 0 0,0 0 0 0 0,0-1 0 0 0,0 1 1 0 0,0-1-1 0 0,0 0 0 0 0,1-1 0 0 0,-1 1 0 0 0,0-1 1 0 0,1 0-1 0 0,5 0 0 0 0,-5-2 6 0 0,1 1 1 0 0,-1-1-1 0 0,1 0 0 0 0,-1 0 1 0 0,1-1-1 0 0,-1 0 0 0 0,0 0 1 0 0,0 0-1 0 0,0-1 0 0 0,0 0 1 0 0,0 0-1 0 0,-1 0 0 0 0,1-1 1 0 0,9-8-1 0 0,6-2 7 0 0,-18 35-130 0 0,-3-4 196 0 0,0 109-51 0 0,-4-1 0 0 0,-7 1-1 0 0,-26 125 1 0 0,35-239 20 0 0,0-1 1 0 0,-1 0 0 0 0,-1 1-1 0 0,0-2 1 0 0,0 1-1 0 0,-1 0 1 0 0,-1-1-1 0 0,1 0 1 0 0,-2 0-1 0 0,1-1 1 0 0,-1 1-1 0 0,-1-1 1 0 0,0-1 0 0 0,0 0-1 0 0,-1 0 1 0 0,-10 7-1 0 0,18-14 22 0 0,-1 0-1 0 0,1 0 0 0 0,-1 0 1 0 0,0 0-1 0 0,0 0 0 0 0,1-1 1 0 0,-1 1-1 0 0,0-1 0 0 0,0 1 1 0 0,0-1-1 0 0,0 0 0 0 0,0 0 1 0 0,0 0-1 0 0,1 0 0 0 0,-1 0 1 0 0,0 0-1 0 0,0 0 0 0 0,0-1 1 0 0,0 1-1 0 0,0-1 0 0 0,1 1 1 0 0,-4-2-1 0 0,3 0 37 0 0,-1 0 0 0 0,0 0-1 0 0,1 0 1 0 0,-1 0 0 0 0,1 0-1 0 0,0-1 1 0 0,0 1 0 0 0,0-1 0 0 0,0 0-1 0 0,0 1 1 0 0,-2-7 0 0 0,-1-1 76 0 0,1 0 0 0 0,1 0-1 0 0,0 0 1 0 0,0-1 0 0 0,1 1 0 0 0,-1-19 0 0 0,3 20-276 0 0,0 0 0 0 0,1 0 1 0 0,1 0-1 0 0,-1 0 0 0 0,1 0 0 0 0,1 0 1 0 0,3-10-1 0 0,5-7-2976 0 0,1 1-3517 0 0,-6 13 2385 0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3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0 651 292 0 0,'0'0'4865'0'0,"14"4"-3183"0"0,26-18-972 0 0,-1-1-1 0 0,-1-2 1 0 0,41-26-1 0 0,-50 25-498 0 0,0-1-1 0 0,-1-1 1 0 0,-1-2-1 0 0,0-1 1 0 0,-2-1-1 0 0,-1-1 1 0 0,31-43-1 0 0,-42 48-65 0 0,-2 0-1 0 0,0-1 1 0 0,-1 0-1 0 0,-2-1 1 0 0,0 0-1 0 0,-1 0 1 0 0,-1-1-1 0 0,-1 0 1 0 0,-1 0-1 0 0,-1 0 1 0 0,-1-1-1 0 0,-3-38 1 0 0,1 60-80 0 0,-2-10 61 0 0,2 12-125 0 0,0-1 0 0 0,0 1 0 0 0,0 0 0 0 0,0 0 0 0 0,0 0 0 0 0,0 0 0 0 0,0-1 0 0 0,0 1 0 0 0,0 0-1 0 0,0 0 1 0 0,0 0 0 0 0,0-1 0 0 0,0 1 0 0 0,0 0 0 0 0,0 0 0 0 0,0 0 0 0 0,0-1 0 0 0,0 1 0 0 0,0 0 0 0 0,0 0 0 0 0,0 0-1 0 0,0-1 1 0 0,0 1 0 0 0,-1 0 0 0 0,1 0 0 0 0,0 0 0 0 0,0 0 0 0 0,0 0 0 0 0,0-1 0 0 0,0 1 0 0 0,-1 0 0 0 0,1 0 0 0 0,0 0 0 0 0,0 0-1 0 0,0 0 1 0 0,0 0 0 0 0,-1 0 0 0 0,1-1 0 0 0,0 1 0 0 0,0 0 0 0 0,0 0 0 0 0,0 0 0 0 0,-1 0 0 0 0,1 0 0 0 0,0 0 0 0 0,0 0 0 0 0,0 0-1 0 0,-1 0 1 0 0,1 0 0 0 0,0 0 0 0 0,0 0 0 0 0,0 0 0 0 0,-1 0 0 0 0,1 0 0 0 0,0 0 0 0 0,0 1 0 0 0,0-1 0 0 0,0 0 0 0 0,-1 0-1 0 0,1 0 1 0 0,0 0 0 0 0,0 0 0 0 0,-13 23-2 0 0,2 1 1 0 0,1-1-1 0 0,0 2 0 0 0,-9 39 1 0 0,-15 112 154 0 0,16-75-43 0 0,11-68-51 0 0,2 0-1 0 0,1 1 0 0 0,1-1 1 0 0,3 48-1 0 0,0-80-42 0 0,0 0 0 0 0,0 0 0 0 0,0 0 0 0 0,0 0 0 0 0,0 0 0 0 0,1 0 0 0 0,-1 0 0 0 0,0-1 0 0 0,0 1 0 0 0,1 0 1 0 0,-1 0-1 0 0,0 0 0 0 0,1 0 0 0 0,-1 0 0 0 0,1-1 0 0 0,-1 1 0 0 0,1 0 0 0 0,0 0 0 0 0,-1-1 0 0 0,1 1 0 0 0,0 0 0 0 0,1 0 0 0 0,-2-1-9 0 0,1 0-1 0 0,0 0 1 0 0,0 0-1 0 0,0 0 1 0 0,0 0-1 0 0,0 0 1 0 0,-1 0-1 0 0,1 0 1 0 0,0 0-1 0 0,0 0 1 0 0,0-1-1 0 0,-1 1 1 0 0,1 0-1 0 0,0-1 1 0 0,0 1-1 0 0,-1-1 1 0 0,1 1-1 0 0,0-1 1 0 0,0 1-1 0 0,0-1 1 0 0,38-42 19 0 0,-28 30 28 0 0,7-8-50 0 0,-8 9-2 0 0,1 0 0 0 0,1 1 1 0 0,-1 0-1 0 0,22-15 0 0 0,-32 26-17 0 0,27-8-156 0 0,-3 19 121 0 0,46 26 0 0 0,15 8 87 0 0,-70-38 134 0 0,1-2 0 0 0,0 0 1 0 0,0-1-1 0 0,0-1 0 0 0,0 0 0 0 0,0-2 0 0 0,1 0 0 0 0,-1-1 0 0 0,1 0 0 0 0,-1-1 0 0 0,0-1 0 0 0,0-1 0 0 0,21-6 0 0 0,-36 8 234 0 0,16-2 3513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3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1132 0 0,'3'-36'8080'0'0,"-3"30"-9220"0"0,0-1-3344 0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4.0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110 242 704 0 0,'0'0'2802'0'0,"-2"-4"-1903"0"0,-9-15-59 0 0,8 15 2328 0 0,2 3-2967 0 0,-1 0 0 0 0,1 0-1 0 0,0 0 1 0 0,-1 0 0 0 0,1 1 0 0 0,-1-1 0 0 0,1 0 0 0 0,-1 1 0 0 0,0-1 0 0 0,1 1-1 0 0,-1 0 1 0 0,0-1 0 0 0,-1 1 0 0 0,-1 1-175 0 0,0 1 0 0 0,0 0 0 0 0,0 0-1 0 0,0 0 1 0 0,0 0 0 0 0,1 0 0 0 0,-1 1 0 0 0,1 0-1 0 0,-1-1 1 0 0,1 1 0 0 0,0 1 0 0 0,0-1 0 0 0,1 0 0 0 0,-1 1-1 0 0,1-1 1 0 0,-1 1 0 0 0,1 0 0 0 0,0 0 0 0 0,1 0 0 0 0,-1 0-1 0 0,1 0 1 0 0,-1 0 0 0 0,1 0 0 0 0,1 0 0 0 0,-1 1 0 0 0,0-1-1 0 0,1 0 1 0 0,0 1 0 0 0,0-1 0 0 0,0 0 0 0 0,1 1 0 0 0,-1-1-1 0 0,1 0 1 0 0,0 0 0 0 0,0 0 0 0 0,1 1 0 0 0,1 3-1 0 0,10 25 83 0 0,32 57-1 0 0,-32-68-81 0 0,-1 1 1 0 0,-1 1-1 0 0,0 0 1 0 0,11 46-1 0 0,-21-66-31 0 0,0 0-1 0 0,-1 0 1 0 0,1 0 0 0 0,-1 1-1 0 0,0-1 1 0 0,0 0 0 0 0,0 1-1 0 0,-1-1 1 0 0,1 0 0 0 0,-1 1-1 0 0,0-1 1 0 0,0 0 0 0 0,-1 0-1 0 0,-2 6 1 0 0,2-7 7 0 0,0-1 0 0 0,0 1 0 0 0,0-1 1 0 0,0 0-1 0 0,0 0 0 0 0,-1 1 0 0 0,1-2 1 0 0,-1 1-1 0 0,1 0 0 0 0,-1 0 0 0 0,0-1 0 0 0,1 1 1 0 0,-1-1-1 0 0,0 0 0 0 0,0 0 0 0 0,0 0 0 0 0,0 0 1 0 0,0-1-1 0 0,-5 1 0 0 0,6-1 18 0 0,-23-6 19 0 0,24 5-43 0 0,0 0 0 0 0,-1 1 0 0 0,1-1 0 0 0,0 0 0 0 0,0 0 0 0 0,-1 0 0 0 0,1 0-1 0 0,0 0 1 0 0,0 0 0 0 0,0 0 0 0 0,0-1 0 0 0,0 1 0 0 0,0 0 0 0 0,1 0-1 0 0,-1-1 1 0 0,0 1 0 0 0,1-1 0 0 0,-1 1 0 0 0,1 0 0 0 0,-1-1 0 0 0,1 1-1 0 0,0-1 1 0 0,0 1 0 0 0,-1-1 0 0 0,1 1 0 0 0,0-1 0 0 0,0 1 0 0 0,1-1-1 0 0,-1 0 1 0 0,0 1 0 0 0,0-1 0 0 0,1 1 0 0 0,-1 0 0 0 0,1-1 0 0 0,-1 1-1 0 0,2-3 1 0 0,2-5-32 0 0,-1 0-1 0 0,2 0 0 0 0,-1 0 0 0 0,7-8 1 0 0,164-208-597 0 0,-4 7 466 0 0,-62 41 3022 0 0,-108 175-2105 0 0,-2 9-666 0 0,-6 23 16 0 0,1 1 1 0 0,1 0 0 0 0,0 49-1 0 0,5-66-65 0 0,1 0 0 0 0,0 0-1 0 0,0 0 1 0 0,2 0-1 0 0,0 0 1 0 0,0-1 0 0 0,1 1-1 0 0,1-1 1 0 0,0 0 0 0 0,14 24-1 0 0,-18-35-20 0 0,1 0-1 0 0,0 0 0 0 0,0 0 1 0 0,-1-1-1 0 0,1 1 0 0 0,0-1 1 0 0,0 1-1 0 0,1-1 1 0 0,-1 0-1 0 0,0 0 0 0 0,0 0 1 0 0,1 0-1 0 0,-1 0 0 0 0,0 0 1 0 0,1-1-1 0 0,-1 1 1 0 0,1-1-1 0 0,-1 0 0 0 0,0 1 1 0 0,1-1-1 0 0,2-1 1 0 0,1 1 93 0 0,-1 0 0 0 0,1-1 1 0 0,-1 0-1 0 0,0 0 1 0 0,0 0-1 0 0,1-1 1 0 0,-1 0-1 0 0,9-4 1 0 0,-12 5 40 0 0,-1 0-118 0 0,1 1 0 0 0,0-1 0 0 0,-1 1 0 0 0,1-1 0 0 0,0 1 1 0 0,0 0-1 0 0,-1 0 0 0 0,1 0 0 0 0,0 0 0 0 0,-1 0 0 0 0,1 1 1 0 0,0-1-1 0 0,0 0 0 0 0,-1 1 0 0 0,1-1 0 0 0,0 1 0 0 0,-1 0 0 0 0,1-1 1 0 0,-1 1-1 0 0,3 1 0 0 0,33 40-1950 0 0,-10-18-7678 0 0,-18-20 5977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4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0 844 0 0,'4'5'2862'0'0,"6"4"1397"0"0,-8-7-4012 0 0,0-1 1 0 0,0 0 0 0 0,0 1-1 0 0,1-1 1 0 0,-1-1 0 0 0,0 1-1 0 0,1 0 1 0 0,-1 0 0 0 0,1-1 0 0 0,-1 1-1 0 0,1-1 1 0 0,-1 0 0 0 0,4 0-1 0 0,133 22 4437 0 0,-138-22-3943 0 0,-5 2-1000 0 0,-51 7-1752 0 0,-7-5-5621 0 0,33-4 3721 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6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22 832 0 0,'14'-21'5728'0'0,"-14"21"-5604"0"0,1 0-1 0 0,-1 0 0 0 0,1 0 1 0 0,-1 1-1 0 0,0-1 0 0 0,1 0 0 0 0,-1 0 1 0 0,0 1-1 0 0,0-1 0 0 0,1 0 1 0 0,-1 0-1 0 0,0 1 0 0 0,0-1 0 0 0,1 0 1 0 0,-1 1-1 0 0,0-1 0 0 0,0 0 1 0 0,1 1-1 0 0,-1-1 0 0 0,0 0 0 0 0,0 1 1 0 0,0-1-1 0 0,0 0 0 0 0,0 1 0 0 0,0-1 1 0 0,0 0-1 0 0,0 1 0 0 0,0-1 1 0 0,0 1-1 0 0,0-1 0 0 0,0 0 0 0 0,0 1 1 0 0,0 0-1 0 0,-1 53 2084 0 0,1-49-2556 0 0,0-1 376 0 0,-3 61 371 0 0,-4 1 1 0 0,-21 98-1 0 0,22-139 1076 0 0,6-66-715 0 0,-2 29-804 0 0,1 1-1 0 0,-2-1 0 0 0,1 1 0 0 0,-9-21 0 0 0,10 30 28 0 0,0-1 0 0 0,0 1 0 0 0,0 0 0 0 0,0-1 0 0 0,0 1 0 0 0,-1 0 0 0 0,1 0 0 0 0,-1 0 0 0 0,0 0 0 0 0,1 0 0 0 0,-1 0 0 0 0,0 1 0 0 0,0-1 0 0 0,0 1 0 0 0,0-1 0 0 0,-1 1 0 0 0,1-1 0 0 0,0 1 0 0 0,0 0 0 0 0,-1 0 0 0 0,1 1 0 0 0,-1-1 0 0 0,1 0 0 0 0,-1 1 0 0 0,1-1 0 0 0,-1 1 0 0 0,1 0-1 0 0,-1 0 1 0 0,0 0 0 0 0,-4 0 0 0 0,-5 3-14 0 0,0 0 0 0 0,1 1-1 0 0,-1 1 1 0 0,1-1-1 0 0,-1 2 1 0 0,1-1-1 0 0,1 2 1 0 0,-13 8-1 0 0,19-12 24 0 0,1-1 0 0 0,0 1 0 0 0,1 0-1 0 0,-1 0 1 0 0,0 0 0 0 0,1 0-1 0 0,-1 0 1 0 0,1 1 0 0 0,0-1 0 0 0,0 1-1 0 0,0 0 1 0 0,1-1 0 0 0,-2 6-1 0 0,2-6 5 0 0,1 0-1 0 0,0 0 0 0 0,0 0 0 0 0,0 0 0 0 0,0 0 0 0 0,1 0 1 0 0,-1 0-1 0 0,1 0 0 0 0,0 0 0 0 0,-1-1 0 0 0,1 1 1 0 0,1 0-1 0 0,-1 0 0 0 0,0-1 0 0 0,1 1 0 0 0,-1-1 1 0 0,1 1-1 0 0,0-1 0 0 0,0 0 0 0 0,3 4 0 0 0,2 0-1 0 0,0 0 0 0 0,0-1 0 0 0,0 0-1 0 0,1-1 1 0 0,-1 1 0 0 0,1-1 0 0 0,0-1-1 0 0,0 1 1 0 0,1-2 0 0 0,-1 1 0 0 0,1-1 0 0 0,-1 0-1 0 0,1-1 1 0 0,0 0 0 0 0,-1 0 0 0 0,15-1-1 0 0,0-1-10 0 0,0 0 0 0 0,-1-2 1 0 0,1 0-1 0 0,-1-2 0 0 0,27-8 0 0 0,162-74 648 0 0,-209 86-599 0 0,-1 0 0 0 0,1 1 1 0 0,-1-1-1 0 0,1 0 0 0 0,-1 1 1 0 0,1-1-1 0 0,0 1 0 0 0,-1 0 1 0 0,1-1-1 0 0,0 1 0 0 0,-1 0 0 0 0,1 0 1 0 0,0 0-1 0 0,-1 0 0 0 0,1 0 1 0 0,0 1-1 0 0,-1-1 0 0 0,1 0 1 0 0,-1 1-1 0 0,1 0 0 0 0,0-1 1 0 0,-1 1-1 0 0,2 0 0 0 0,-2 1-66 0 0,0 0 0 0 0,0 0 1 0 0,0 0-1 0 0,0 0 0 0 0,-1 1 0 0 0,1-1 0 0 0,-1 0 0 0 0,1 0 0 0 0,-1 0 0 0 0,0 0 1 0 0,0 1-1 0 0,0-1 0 0 0,0 0 0 0 0,0 0 0 0 0,0 0 0 0 0,-1 0 0 0 0,1 1 0 0 0,-1-1 1 0 0,-1 3-1 0 0,2 0-458 0 0,-3 17-1906 0 0,0-11-3875 0 0,-2-5 2889 0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6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12 0 0,'0'0'1120'0'0,"3"-10"900"0"0,-2 0 1449 0 0,1-2-1833 0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8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46 596 0 0,'16'24'4175'0'0,"-9"21"-1651"0"0,-7-44-2232 0 0,-6 14 61 0 0,5-10 3832 0 0,4-13-4112 0 0,1 0 0 0 0,0 0 0 0 0,1 0 0 0 0,0 0 0 0 0,11-13 0 0 0,-14 19-64 0 0,0 0 0 0 0,0-1-1 0 0,1 1 1 0 0,-1 0 0 0 0,1 0-1 0 0,-1 1 1 0 0,1-1-1 0 0,-1 0 1 0 0,1 1 0 0 0,0 0-1 0 0,0 0 1 0 0,0 0 0 0 0,0 0-1 0 0,0 0 1 0 0,0 0 0 0 0,0 1-1 0 0,0-1 1 0 0,0 1-1 0 0,0 0 1 0 0,0 0 0 0 0,0 0-1 0 0,1 0 1 0 0,-1 1 0 0 0,0-1-1 0 0,0 1 1 0 0,0 0 0 0 0,0 0-1 0 0,3 1 1 0 0,-3 0-9 0 0,-1 0 0 0 0,1 0 0 0 0,-1 0 0 0 0,1 0 0 0 0,-1 0 0 0 0,0 0 0 0 0,0 1 0 0 0,0-1 0 0 0,0 1 0 0 0,0 0 0 0 0,0 0 0 0 0,-1-1 0 0 0,0 1 0 0 0,1 0 0 0 0,-1 0 0 0 0,0 0 0 0 0,0 1 0 0 0,-1-1 0 0 0,1 0 0 0 0,0 0 0 0 0,-1 0 0 0 0,0 4 1 0 0,4 8 74 0 0,2-13 52 0 0,6-21 92 0 0,-1 2-257 0 0,-9 13 23 0 0,1 0 0 0 0,0 0 0 0 0,0 0 1 0 0,1 1-1 0 0,-1-1 0 0 0,1 1 0 0 0,-1 0 0 0 0,1 0 1 0 0,0 1-1 0 0,0-1 0 0 0,0 1 0 0 0,1-1 0 0 0,-1 2 1 0 0,8-4-1 0 0,-10 5-17 0 0,32 4-16 0 0,4 8-58 0 0,1-2 1 0 0,1-2 0 0 0,41 4-1 0 0,-63-10 102 0 0,-1-1-1 0 0,1-1 0 0 0,0 0 1 0 0,-1-2-1 0 0,1 0 1 0 0,-1-1-1 0 0,0 0 1 0 0,0-2-1 0 0,25-9 0 0 0,-38 13 35 0 0,0-1-1 0 0,1-1 0 0 0,-1 1 1 0 0,0-1-1 0 0,0 1 0 0 0,0-1 1 0 0,-1 0-1 0 0,1 0 0 0 0,-1-1 1 0 0,1 1-1 0 0,-1-1 1 0 0,0 0-1 0 0,-1 0 0 0 0,1 0 1 0 0,2-6-1 0 0,-4 9 16 0 0,-11-4-23 0 0,9 4-20 0 0,0 0 0 0 0,0 0 1 0 0,-1 0-1 0 0,1 0 0 0 0,-1 0 0 0 0,1 1 1 0 0,0-1-1 0 0,-1 0 0 0 0,1 1 0 0 0,-1-1 1 0 0,1 1-1 0 0,-1 0 0 0 0,0 0 0 0 0,-2-1 1 0 0,-2 2-9 0 0,0-1 1 0 0,1 1-1 0 0,-1 0 1 0 0,0 1 0 0 0,1-1-1 0 0,-1 1 1 0 0,1 0 0 0 0,0 1-1 0 0,-10 5 1 0 0,12-6 1 0 0,0-1 1 0 0,0 1-1 0 0,0 0 0 0 0,0 0 1 0 0,1 1-1 0 0,-1-1 1 0 0,1 1-1 0 0,0-1 0 0 0,0 1 1 0 0,0 0-1 0 0,0-1 0 0 0,0 1 1 0 0,0 0-1 0 0,1 1 0 0 0,-1-1 1 0 0,1 0-1 0 0,0 0 0 0 0,-1 4 1 0 0,2-5 3 0 0,0 0 1 0 0,1-1-1 0 0,-1 1 1 0 0,0 0-1 0 0,1 0 1 0 0,-1-1 0 0 0,1 1-1 0 0,-1 0 1 0 0,1 0-1 0 0,0-1 1 0 0,0 1-1 0 0,0-1 1 0 0,0 1-1 0 0,0-1 1 0 0,0 1-1 0 0,0-1 1 0 0,0 0-1 0 0,1 1 1 0 0,-1-1-1 0 0,0 0 1 0 0,1 0 0 0 0,-1 0-1 0 0,1 0 1 0 0,-1 0-1 0 0,1 0 1 0 0,0-1-1 0 0,2 2 1 0 0,48 14 20 0 0,-49-16-19 0 0,5 2-11 0 0,0-1 0 0 0,0 0 1 0 0,1-1-1 0 0,-1 0 0 0 0,0 0 0 0 0,1-1 1 0 0,-1 0-1 0 0,0 0 0 0 0,0-1 0 0 0,0 0 1 0 0,0-1-1 0 0,0 0 0 0 0,10-5 0 0 0,5-4-43 0 0,-1-1 0 0 0,39-32-1 0 0,-19 14 47 0 0,-21 18 146 0 0,-18 25-210 0 0,1 35 44 0 0,-3-11 66 0 0,4-20-40 0 0,-5-15 6 0 0,0-1-4 0 0,1 1-1 0 0,-1-1 1 0 0,0 0 0 0 0,0 0 0 0 0,0 1-1 0 0,0-1 1 0 0,0 0 0 0 0,0 0-1 0 0,0 1 1 0 0,1-1 0 0 0,-1 0 0 0 0,0 0-1 0 0,0 0 1 0 0,0 1 0 0 0,0-1 0 0 0,1 0-1 0 0,-1 0 1 0 0,0 0 0 0 0,0 0 0 0 0,1 1-1 0 0,-1-1 1 0 0,0 0 0 0 0,0 0 0 0 0,1 0-1 0 0,-1 0 1 0 0,0 0 0 0 0,0 0-1 0 0,1 0 1 0 0,-1 0 0 0 0,0 0 0 0 0,1 0-1 0 0,-1 0 1 0 0,0 0 0 0 0,0 0 0 0 0,1 0-1 0 0,-1 0 1 0 0,0 0 0 0 0,0 0 0 0 0,1 0-1 0 0,-1 0 1 0 0,0 0 0 0 0,1 0 0 0 0,20-14-83 0 0,0-2 0 0 0,33-30 0 0 0,-52 45 54 0 0,1-4-87 0 0,6 13-58 0 0,5 11 48 0 0,-12-12 117 0 0,10 30-36 0 0,-11-36 46 0 0,-1 0 0 0 0,1 1 0 0 0,-1-1 0 0 0,1 0 0 0 0,0 0 0 0 0,-1 0 0 0 0,1 0 0 0 0,0 0 0 0 0,0 0 0 0 0,0 0 0 0 0,0 0-1 0 0,0 0 1 0 0,0 0 0 0 0,0 0 0 0 0,0 0 0 0 0,0-1 0 0 0,0 1 0 0 0,0 0 0 0 0,0-1 0 0 0,1 1 0 0 0,-1-1 0 0 0,0 0 0 0 0,0 1 0 0 0,1-1 0 0 0,-1 0 0 0 0,2 1-1 0 0,21-6 14 0 0,0-1 0 0 0,0-1-1 0 0,0-1 1 0 0,32-17-1 0 0,21-6-19 0 0,-52 23 2 0 0,61-20-23 0 0,-78 26 15 0 0,0 0 0 0 0,0 1 0 0 0,0 0 0 0 0,0 1-1 0 0,0-1 1 0 0,0 1 0 0 0,0 1 0 0 0,13 2 0 0 0,-19-3 7 0 0,0 1 0 0 0,0-1 0 0 0,0 1 0 0 0,0 0 1 0 0,0-1-1 0 0,0 1 0 0 0,0 0 0 0 0,0 0 0 0 0,0 0 0 0 0,-1 1 1 0 0,1-1-1 0 0,0 0 0 0 0,-1 1 0 0 0,1-1 0 0 0,-1 1 0 0 0,0 0 0 0 0,1-1 1 0 0,-1 1-1 0 0,0 0 0 0 0,0 0 0 0 0,0-1 0 0 0,0 1 0 0 0,0 0 1 0 0,-1 0-1 0 0,1 0 0 0 0,-1 0 0 0 0,1 0 0 0 0,-1 1 0 0 0,1 2 0 0 0,-1 4 12 0 0,-1-1 0 0 0,0 1-1 0 0,0 0 1 0 0,-1-1 0 0 0,0 0-1 0 0,-4 13 1 0 0,6-20 847 0 0,2-1-849 0 0,0-1 1 0 0,0 0-1 0 0,0 1 0 0 0,0-1 1 0 0,0 0-1 0 0,0 0 0 0 0,-1 0 0 0 0,1-1 1 0 0,0 1-1 0 0,0 0 0 0 0,-1-1 0 0 0,3-2 1 0 0,0 1 7 0 0,16-11 67 0 0,-7 5-68 0 0,0 0 0 0 0,0 1 0 0 0,1 1 0 0 0,17-8 0 0 0,-28 14-19 0 0,0 0 1 0 0,1 0-1 0 0,-1 0 0 0 0,1 1 0 0 0,-1-1 1 0 0,1 1-1 0 0,-1-1 0 0 0,1 1 0 0 0,-1 0 1 0 0,1 1-1 0 0,-1-1 0 0 0,1 1 0 0 0,-1-1 1 0 0,0 1-1 0 0,1 0 0 0 0,-1 0 0 0 0,0 1 1 0 0,1-1-1 0 0,-1 1 0 0 0,0-1 0 0 0,0 1 1 0 0,0 0-1 0 0,3 3 0 0 0,-3-2-71 0 0,-1 0 0 0 0,1 0 0 0 0,-1 0 0 0 0,0 0 0 0 0,0 0 0 0 0,0 0 0 0 0,0 1 0 0 0,0-1 1 0 0,-1 1-1 0 0,0 0 0 0 0,1-1 0 0 0,-1 1 0 0 0,-1 0 0 0 0,1 0 0 0 0,0 5 0 0 0,-1-7-490 0 0,-19 14-5938 0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8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18 204 0 0,'6'-6'4328'0'0,"-5"-5"-931"0"0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8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46 728 0 0,'-5'38'3966'0'0,"6"-35"-3864"0"0,-1-1-1 0 0,1 0 0 0 0,0 0 0 0 0,0 1 0 0 0,-1-1 1 0 0,2 0-1 0 0,-1 0 0 0 0,0 0 0 0 0,0 0 1 0 0,1 0-1 0 0,-1-1 0 0 0,1 1 0 0 0,-1 0 0 0 0,1-1 1 0 0,0 1-1 0 0,0-1 0 0 0,0 1 0 0 0,0-1 0 0 0,0 0 1 0 0,0 0-1 0 0,0 0 0 0 0,0 0 0 0 0,0 0 1 0 0,0 0-1 0 0,1-1 0 0 0,-1 1 0 0 0,0-1 0 0 0,1 0 1 0 0,-1 1-1 0 0,5-1 0 0 0,-1 0 193 0 0,-1-1 0 0 0,1 0-1 0 0,0 1 1 0 0,-1-2 0 0 0,1 1 0 0 0,-1-1 0 0 0,0 1-1 0 0,1-2 1 0 0,-1 1 0 0 0,0 0 0 0 0,7-5 0 0 0,-11 5-218 0 0,0 1 1 0 0,-1 0 0 0 0,1 0-1 0 0,0-1 1 0 0,0 1 0 0 0,-1-1-1 0 0,1 1 1 0 0,-1 0 0 0 0,1-1-1 0 0,-1 1 1 0 0,0-1 0 0 0,0 1-1 0 0,1-1 1 0 0,-1 1 0 0 0,0-1-1 0 0,0 1 1 0 0,0-1 0 0 0,-1 1-1 0 0,1-1 1 0 0,0 1 0 0 0,-1-1-1 0 0,1 1 1 0 0,0-1 0 0 0,-1 1-1 0 0,0-2 1 0 0,-15-33 887 0 0,-6 19-1967 0 0,-11 6-6410 0 0,23 9 4094 0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6:49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1 298 8 0 0,'0'0'645'0'0,"15"31"3270"0"0,-12-20-3404 0 0,-2 1 1 0 0,1 0-1 0 0,-2 0 1 0 0,1 0-1 0 0,-2-1 1 0 0,0 1 0 0 0,-4 21-1 0 0,5-31-362 0 0,-2 11 92 0 0,2-6 435 0 0,2-8 1507 0 0,7-13-2135 0 0,1 0 1 0 0,0 0-1 0 0,18-18 1 0 0,-24 28-63 0 0,0 0 1 0 0,0 0 0 0 0,0 1 0 0 0,1 0-1 0 0,-1 0 1 0 0,1 0 0 0 0,0 0 0 0 0,0 1-1 0 0,0 0 1 0 0,0 0 0 0 0,1 0-1 0 0,-1 0 1 0 0,0 1 0 0 0,1 0 0 0 0,9-1-1 0 0,-4 3-52 0 0,0 1-1 0 0,-1 0 1 0 0,1 0-1 0 0,-1 1 0 0 0,1 1 1 0 0,-1-1-1 0 0,13 8 1 0 0,35 11-226 0 0,-22-13 122 0 0,0-1-1 0 0,41 3 0 0 0,-59-10 189 0 0,-1 0 1 0 0,1-1-1 0 0,0-1 1 0 0,-1-1 0 0 0,1 0-1 0 0,25-8 1 0 0,-38 8 136 0 0,-1 0 1 0 0,0 0-1 0 0,0 0 0 0 0,0 0 1 0 0,0-1-1 0 0,-1 0 1 0 0,1 0-1 0 0,-1 0 1 0 0,1 0-1 0 0,-1-1 1 0 0,0 1-1 0 0,3-6 0 0 0,-5 8 88 0 0,5-8 276 0 0,-6 9-488 0 0,1 0-1 0 0,-1 0 0 0 0,0 0 1 0 0,0 0-1 0 0,0 0 0 0 0,0 0 1 0 0,0-1-1 0 0,1 1 0 0 0,-1 0 1 0 0,0 0-1 0 0,0 0 0 0 0,0 0 0 0 0,0 0 1 0 0,0 0-1 0 0,0-1 0 0 0,1 1 1 0 0,-1 0-1 0 0,0 0 0 0 0,0 0 1 0 0,0 0-1 0 0,0 0 0 0 0,0-1 1 0 0,0 1-1 0 0,0 0 0 0 0,0 0 1 0 0,0 0-1 0 0,0 0 0 0 0,0-1 1 0 0,0 1-1 0 0,0 0 0 0 0,0 0 1 0 0,0 0-1 0 0,0 0 0 0 0,0-1 1 0 0,0 1-1 0 0,0 0 0 0 0,0 0 1 0 0,0 0-1 0 0,0 0 0 0 0,0-1 1 0 0,0 1-1 0 0,-1 0 0 0 0,1 0 1 0 0,0 0-1 0 0,0 0 0 0 0,0 0 1 0 0,0 0-1 0 0,0-1 0 0 0,0 1 1 0 0,0 0-1 0 0,-1 0 0 0 0,1 0 1 0 0,0 0-1 0 0,0 0 0 0 0,0 0 1 0 0,0 0-1 0 0,0 0 0 0 0,-1 0 0 0 0,1 0 1 0 0,0-1-1 0 0,0 1 0 0 0,0 0 1 0 0,0 0-1 0 0,-1 0 0 0 0,1 0 1 0 0,0 0-1 0 0,-10 3-34 0 0,0-1-1 0 0,1 1 1 0 0,-1 0 0 0 0,1 1 0 0 0,0 0-1 0 0,0 1 1 0 0,0 0 0 0 0,1 0-1 0 0,0 1 1 0 0,-15 13 0 0 0,21-18-15 0 0,2 0 25 0 0,-1-1 0 0 0,1 0-1 0 0,-1 0 1 0 0,0 1 0 0 0,1-1-1 0 0,-1 0 1 0 0,1 1 0 0 0,-1-1 0 0 0,1 1-1 0 0,-1-1 1 0 0,1 1 0 0 0,-1-1-1 0 0,1 1 1 0 0,-1-1 0 0 0,1 1 0 0 0,0-1-1 0 0,-1 1 1 0 0,1-1 0 0 0,0 1 0 0 0,0 0-1 0 0,-1-1 1 0 0,1 1 0 0 0,0 0-1 0 0,92-12-175 0 0,1-1-794 0 0,-40 10 86 0 0,70-12 0 0 0,-109 11 781 0 0,0 0-1 0 0,0 0 0 0 0,0-1 0 0 0,0-1 0 0 0,-1 0 0 0 0,0-1 0 0 0,0-1 0 0 0,0 0 0 0 0,-1-1 0 0 0,14-11 0 0 0,-18 11 133 0 0,0 0 0 0 0,-1 0-1 0 0,0-1 1 0 0,-1 0-1 0 0,0-1 1 0 0,-1 0 0 0 0,1 1-1 0 0,-2-2 1 0 0,0 1-1 0 0,0 0 1 0 0,0-1 0 0 0,-2 0-1 0 0,1 0 1 0 0,-1 0-1 0 0,-1 0 1 0 0,0-15 0 0 0,0 15 341 0 0,-2-1 1 0 0,0 1-1 0 0,0 0 1 0 0,-1 0-1 0 0,0 0 1 0 0,-1 0-1 0 0,0 0 1 0 0,-1 0 0 0 0,-9-18-1 0 0,13 29-346 0 0,-1-1 0 0 0,1 1 0 0 0,-1-1 0 0 0,1 1 0 0 0,-1-1 0 0 0,0 1 0 0 0,1-1 0 0 0,-1 1 0 0 0,0 0 0 0 0,1-1-1 0 0,-1 1 1 0 0,0 0 0 0 0,1 0 0 0 0,-1-1 0 0 0,0 1 0 0 0,0 0 0 0 0,1 0 0 0 0,-1 0 0 0 0,0 0 0 0 0,0 0 0 0 0,1 0 0 0 0,-1 0 0 0 0,0 0 0 0 0,0 0 0 0 0,1 1 0 0 0,-1-1-1 0 0,0 0 1 0 0,1 0 0 0 0,-1 1 0 0 0,0-1 0 0 0,1 0 0 0 0,-1 1 0 0 0,0-1 0 0 0,1 0 0 0 0,-1 1 0 0 0,1-1 0 0 0,-1 1 0 0 0,0-1 0 0 0,1 1 0 0 0,-1 0 0 0 0,1-1 0 0 0,-1 2 0 0 0,-24 25 200 0 0,16-13-160 0 0,0 0 0 0 0,1 1 0 0 0,1 0 0 0 0,0 0 0 0 0,1 1 0 0 0,1 0 0 0 0,0 0 0 0 0,2 0 0 0 0,-1 1 0 0 0,2-1 0 0 0,-1 19 0 0 0,-6 32-3320 0 0,-8-2-4859 0 0,11-52 4198 0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0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225 118 216 0 0,'0'0'1183'0'0,"15"-22"-8"0"0,-7 19-1049 0 0,21-11 796 0 0,-28 12-176 0 0,17-34-302 0 0,-17 35 178 0 0,5-32 2740 0 0,-5 27 689 0 0,-10 23-3512 0 0,-16 32-874 0 0,-130 215 469 0 0,133-220-60 0 0,2 0-1 0 0,2 1 0 0 0,2 1 1 0 0,-13 64-1 0 0,25-85-34 0 0,1 0 1 0 0,1 0-1 0 0,1 1 1 0 0,1-1 0 0 0,2 1-1 0 0,0-1 1 0 0,2 0-1 0 0,10 40 1 0 0,-9-47-18 0 0,1 0 0 0 0,1 0 0 0 0,1-1 0 0 0,0 0 0 0 0,1 0 0 0 0,1-1 0 0 0,1 0 0 0 0,0-1 0 0 0,1 0 0 0 0,1-1 0 0 0,0 0 1 0 0,16 12-1 0 0,-27-23-215 0 0,1-1 0 0 0,0 0 1 0 0,0 0-1 0 0,1 0 0 0 0,-1 0 1 0 0,0 0-1 0 0,1-1 1 0 0,-1 1-1 0 0,7 1 0 0 0,-8-3-298 0 0,0 0-1 0 0,0 0 0 0 0,-1 0 0 0 0,1 0 1 0 0,0 0-1 0 0,0 0 0 0 0,0-1 1 0 0,-1 1-1 0 0,1-1 0 0 0,0 1 1 0 0,0-1-1 0 0,-1 1 0 0 0,4-3 0 0 0,3-2-2536 0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1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109 321 600 0 0,'0'-10'1380'0'0,"-1"4"2802"0"0,1 6-4116 0 0,0 0 0 0 0,0-1-1 0 0,0 1 1 0 0,0 0 0 0 0,-1-1 0 0 0,1 1 0 0 0,0 0 0 0 0,0 0-1 0 0,-1-1 1 0 0,1 1 0 0 0,0 0 0 0 0,0 0 0 0 0,-1 0-1 0 0,1-1 1 0 0,0 1 0 0 0,-1 0 0 0 0,1 0 0 0 0,0 0 0 0 0,-1 0-1 0 0,1-1 1 0 0,0 1 0 0 0,-1 0 0 0 0,1 0 0 0 0,0 0 0 0 0,-1 0-1 0 0,1 0 1 0 0,0 0 0 0 0,-1 0 0 0 0,1 0 0 0 0,0 0 0 0 0,-1 0-1 0 0,1 0 1 0 0,-1 0 0 0 0,1 1 0 0 0,0-1 0 0 0,-1 0 0 0 0,1 0-1 0 0,0 0 1 0 0,0 0 0 0 0,-1 1 0 0 0,1-1 0 0 0,0 0 0 0 0,-1 0-1 0 0,1 0 1 0 0,0 1 0 0 0,0-1 0 0 0,-1 0 0 0 0,1 0 0 0 0,0 1-1 0 0,0 0 1 0 0,-26 25 741 0 0,18-16-733 0 0,0 0 0 0 0,1 1 0 0 0,-11 23 0 0 0,14-21 28 0 0,-1 0 5 0 0,1 0 0 0 0,0 0 0 0 0,1 0 0 0 0,-3 26 0 0 0,6-36-85 0 0,0 0-1 0 0,0 0 1 0 0,0-1-1 0 0,0 1 1 0 0,1 0-1 0 0,-1 0 1 0 0,1 0-1 0 0,0 0 1 0 0,0-1-1 0 0,0 1 1 0 0,0 0-1 0 0,0-1 1 0 0,1 1-1 0 0,-1-1 1 0 0,1 1-1 0 0,-1-1 1 0 0,1 1-1 0 0,0-1 1 0 0,0 0-1 0 0,0 0 1 0 0,0 0-1 0 0,1 0 0 0 0,-1-1 1 0 0,0 1-1 0 0,1 0 1 0 0,-1-1-1 0 0,1 0 1 0 0,4 2-1 0 0,-4-2 8 0 0,0-1-1 0 0,0 1 0 0 0,0-1 0 0 0,0 0 0 0 0,1 0 0 0 0,-1 0 0 0 0,0 0 0 0 0,0 0 1 0 0,0-1-1 0 0,0 0 0 0 0,0 1 0 0 0,0-1 0 0 0,0 0 0 0 0,0-1 0 0 0,0 1 0 0 0,0 0 1 0 0,-1-1-1 0 0,1 0 0 0 0,0 1 0 0 0,-1-1 0 0 0,1 0 0 0 0,-1 0 0 0 0,2-3 0 0 0,3-1 30 0 0,-2 0 0 0 0,1 0 0 0 0,-1 0-1 0 0,0-1 1 0 0,0 1 0 0 0,-1-1-1 0 0,5-11 1 0 0,-3 3 69 0 0,-1-1 0 0 0,-1-1 0 0 0,-1 1 0 0 0,-1 0 0 0 0,0-1 0 0 0,-1-30 0 0 0,-1 45-78 0 0,0 1-56 0 0,0 1-1 0 0,0-1 0 0 0,0 1 0 0 0,0-1 0 0 0,0 1 1 0 0,0-1-1 0 0,0 1 0 0 0,0-1 0 0 0,0 0 1 0 0,0 1-1 0 0,0-1 0 0 0,0 1 0 0 0,0-1 0 0 0,0 1 1 0 0,0-1-1 0 0,1 0 0 0 0,-1 1 0 0 0,0-1 1 0 0,0 1-1 0 0,1-1 0 0 0,-1 1 0 0 0,0-1 1 0 0,1 1-1 0 0,-1 0 0 0 0,0-1 0 0 0,1 1 0 0 0,-1-1 1 0 0,1 0-1 0 0,37 8-9 0 0,-1-2 1 0 0,1-2-1 0 0,69-2 0 0 0,-95-2 26 0 0,0-1-1 0 0,0 0 1 0 0,0 0-1 0 0,0-1 0 0 0,0-1 1 0 0,0 0-1 0 0,-1-1 1 0 0,0 0-1 0 0,0-1 1 0 0,0 0-1 0 0,0 0 1 0 0,-1-1-1 0 0,0-1 1 0 0,-1 1-1 0 0,0-2 1 0 0,9-9-1 0 0,-12 9 12 0 0,-1 1 0 0 0,0-1 0 0 0,0 0 0 0 0,-1 0 0 0 0,0-1 0 0 0,-1 1 1 0 0,0-1-1 0 0,0 0 0 0 0,-1 0 0 0 0,-1 0 0 0 0,1 0 0 0 0,-2 0 0 0 0,1 0 0 0 0,-1 0 0 0 0,-1 0 0 0 0,0-1 0 0 0,0 1 0 0 0,-4-10 0 0 0,5 18-35 0 0,-5 7-91 0 0,-3 5 100 0 0,0 0 0 0 0,1 1 0 0 0,0-1 0 0 0,0 1 0 0 0,2 1 0 0 0,-1-1 0 0 0,1 1 0 0 0,-4 15 0 0 0,-27 114-1 0 0,29-110 20 0 0,-80 353 137 0 0,63-302-77 0 0,21-74-55 0 0,0-1 0 0 0,0 0 0 0 0,-1 0 0 0 0,0 0 0 0 0,0-1 0 0 0,-1 1 0 0 0,1-1 0 0 0,-11 10 0 0 0,14-15-2 0 0,0 0 0 0 0,0 1 0 0 0,0-1 0 0 0,-1 0 0 0 0,1 0 0 0 0,0 0 0 0 0,-1 0 0 0 0,1 0 0 0 0,-1 0 0 0 0,1 0 0 0 0,-1 0 0 0 0,0-1 0 0 0,1 1 0 0 0,-1-1 0 0 0,0 1 0 0 0,1-1 0 0 0,-1 0 0 0 0,0 1 0 0 0,1-1 0 0 0,-1 0 0 0 0,0 0-1 0 0,0 0 1 0 0,1 0 0 0 0,-1-1 0 0 0,0 1 0 0 0,1 0 0 0 0,-1-1 0 0 0,0 1 0 0 0,1-1 0 0 0,-1 0 0 0 0,1 1 0 0 0,-1-1 0 0 0,1 0 0 0 0,-1 0 0 0 0,1 0 0 0 0,-1 0 0 0 0,1 0 0 0 0,0 0 0 0 0,-1-1 0 0 0,-1-2 0 0 0,1 1 13 0 0,0-1 1 0 0,0 0-1 0 0,0 0 1 0 0,1 0-1 0 0,0 0 0 0 0,-1-1 1 0 0,1 1-1 0 0,1 0 0 0 0,-1 0 1 0 0,1-1-1 0 0,-1 1 0 0 0,1-1 1 0 0,1 1-1 0 0,-1 0 0 0 0,2-9 1 0 0,2-2-3 0 0,1 1 0 0 0,1-1 0 0 0,0 1 0 0 0,1 0 0 0 0,0 0 0 0 0,1 1 0 0 0,1 0 0 0 0,0 0 0 0 0,15-15 1 0 0,16-14-49 0 0,53-44 0 0 0,-46 44-38 0 0,-5 4 18 0 0,12-9-138 0 0,76-88 0 0 0,-117 119 171 0 0,0-1 0 0 0,-1 0 0 0 0,-1-1 1 0 0,-1 0-1 0 0,0-1 0 0 0,-1 0 1 0 0,-1 0-1 0 0,-1-1 0 0 0,-1 0 0 0 0,4-23 1 0 0,-8 17 291 0 0,-2 26-283 0 0,0 0 0 0 0,0 0 1 0 0,0 0-1 0 0,0 0 0 0 0,0-1 0 0 0,0 1 1 0 0,0 0-1 0 0,0 0 0 0 0,0 0 0 0 0,0 0 1 0 0,0-1-1 0 0,0 1 0 0 0,0 0 0 0 0,0 0 1 0 0,0 0-1 0 0,0 0 0 0 0,-1-1 1 0 0,1 1-1 0 0,0 0 0 0 0,0 0 0 0 0,0 0 1 0 0,0 0-1 0 0,0 0 0 0 0,0 0 0 0 0,0 0 1 0 0,-1-1-1 0 0,1 1 0 0 0,0 0 1 0 0,0 0-1 0 0,0 0 0 0 0,0 0 0 0 0,-1 0 1 0 0,1 0-1 0 0,0 0 0 0 0,0 0 0 0 0,0 0 1 0 0,0 0-1 0 0,-1 0 0 0 0,1 0 1 0 0,0 0-1 0 0,0 0 0 0 0,0 0 0 0 0,0 0 1 0 0,-1 0-1 0 0,1 0 0 0 0,0 0 0 0 0,0 0 1 0 0,0 0-1 0 0,0 0 0 0 0,0 0 0 0 0,-1 0 1 0 0,1 0-1 0 0,0 1 0 0 0,0-1 1 0 0,-29 36-33 0 0,7-2 30 0 0,2 1 0 0 0,2 1 0 0 0,-19 49 0 0 0,29-65 10 0 0,2 1-1 0 0,0 1 1 0 0,1-1-1 0 0,1 1 1 0 0,1 0-1 0 0,1 0 1 0 0,1 35-1 0 0,1-51 1 0 0,1 0-1 0 0,-1 1 0 0 0,1-1 1 0 0,1 0-1 0 0,-1 0 1 0 0,1 0-1 0 0,0 0 1 0 0,1 0-1 0 0,-1 0 1 0 0,1 0-1 0 0,0-1 1 0 0,1 1-1 0 0,-1-1 1 0 0,1 0-1 0 0,0 0 0 0 0,8 7 1 0 0,-8-9 0 0 0,0-1 0 0 0,0 1 0 0 0,0-1 0 0 0,1 0 0 0 0,-1 0 0 0 0,1-1 0 0 0,-1 1 0 0 0,1-1 0 0 0,0 0 0 0 0,0 0 0 0 0,-1 0 0 0 0,1-1 0 0 0,0 0 0 0 0,0 1 0 0 0,0-2 0 0 0,-1 1 0 0 0,1-1 0 0 0,0 0 0 0 0,0 0 0 0 0,-1 0 0 0 0,1 0 0 0 0,5-3 0 0 0,2-1 16 0 0,-1 0 0 0 0,0 0 0 0 0,0-1 0 0 0,0 0 0 0 0,-1-1 0 0 0,0 0 0 0 0,0-1 0 0 0,-1 0 0 0 0,0-1 0 0 0,-1 0 0 0 0,10-12 0 0 0,-11 7 89 0 0,-11 9-130 0 0,-14 11-69 0 0,15-5 111 0 0,1 0-34 0 0,1 0 0 0 0,-1 0-1 0 0,1 0 1 0 0,-1 0 0 0 0,1 1-1 0 0,-1-1 1 0 0,1 1 0 0 0,0-1-1 0 0,0 0 1 0 0,-1 1 0 0 0,1 0-1 0 0,0-1 1 0 0,1 1 0 0 0,-1 0-1 0 0,0-1 1 0 0,0 1 0 0 0,1 0-1 0 0,-1 0 1 0 0,1 0 0 0 0,0 0-1 0 0,-1 3 1 0 0,0-1-5 0 0,1 0-1 0 0,0 0 0 0 0,0 0 1 0 0,0 0-1 0 0,0 1 1 0 0,0-1-1 0 0,2 7 1 0 0,0-9 13 0 0,-1-1 0 0 0,0 1 0 0 0,0 0 0 0 0,1-1 0 0 0,-1 1 0 0 0,1-1 0 0 0,-1 0 0 0 0,1 1 0 0 0,0-1 0 0 0,0 0 0 0 0,-1 0 0 0 0,1 0 0 0 0,0 0 0 0 0,0 0 0 0 0,0 0 0 0 0,0-1 0 0 0,0 1 0 0 0,0-1 0 0 0,0 1 0 0 0,0-1 0 0 0,0 0 0 0 0,0 0 0 0 0,0 0 0 0 0,1 0 0 0 0,-1 0 0 0 0,0 0 0 0 0,0-1 0 0 0,0 1 0 0 0,0-1 0 0 0,0 1 0 0 0,2-2 0 0 0,13-2 14 0 0,1-1 0 0 0,24-10 0 0 0,-37 13-18 0 0,0 0 10 0 0,54-18-96 0 0,-55 19 76 0 0,-1 0 1 0 0,1 1-1 0 0,0-1 0 0 0,-1 1 1 0 0,1 0-1 0 0,0 0 1 0 0,-1 0-1 0 0,1 1 1 0 0,0-1-1 0 0,-1 1 0 0 0,1 0 1 0 0,0 0-1 0 0,4 2 1 0 0,-2 0-359 0 0,10 6 609 0 0,1-1 0 0 0,0-1 0 0 0,0 0 0 0 0,24 5 0 0 0,-36-11-402 0 0,0 0 0 0 0,-1-1 0 0 0,1 0 0 0 0,0 1 0 0 0,0-2-1 0 0,-1 1 1 0 0,1 0 0 0 0,0-1 0 0 0,8-2 0 0 0,-10 2-353 0 0,0-1 0 0 0,-1 1 0 0 0,1 0-1 0 0,0-1 1 0 0,0 0 0 0 0,-1 0 0 0 0,1 0 0 0 0,-1 0 0 0 0,0 0 0 0 0,1 0-1 0 0,-1-1 1 0 0,0 1 0 0 0,0-1 0 0 0,0 1 0 0 0,-1-1 0 0 0,2-3 0 0 0,3-7-2927 0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1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11 56 0 0,'-8'-10'12496'0'0,"8"10"-12381"0"0,36 9-2130 0 0,-7 2-2813 0 0,-14-5 1552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2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20 12509 0 0,'-3'-3'426'0'0,"-1"1"0"0"0,0-1-1 0 0,0 1 1 0 0,0 0 0 0 0,0 0-1 0 0,0 0 1 0 0,-5-2 0 0 0,6 10-372 0 0,1-1 1 0 0,-1 0-1 0 0,1 0 1 0 0,0 1-1 0 0,0 0 1 0 0,1-1 0 0 0,-1 1-1 0 0,1 0 1 0 0,0 11-1 0 0,-4 63 295 0 0,4-78-343 0 0,-2 25-76 0 0,-1 1-1 0 0,-10 31 1 0 0,10-42-494 0 0,0-4-796 0 0,0 1-448 0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3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45 424 0 0,'0'0'3756'0'0,"0"0"-3623"0"0,0-1 0 0 0,-1 0-1 0 0,1 1 1 0 0,-1-1 0 0 0,1 0-1 0 0,-1 1 1 0 0,1-1 0 0 0,-1 1-1 0 0,1-1 1 0 0,-1 1 0 0 0,0 0 0 0 0,1-1-1 0 0,-1 1 1 0 0,0-1 0 0 0,1 1-1 0 0,-1 0 1 0 0,0 0 0 0 0,0-1-1 0 0,1 1 1 0 0,-1 0 0 0 0,0 0-1 0 0,0 0 1 0 0,1 0 0 0 0,-1 0-1 0 0,-1 0 1 0 0,-7 5 140 0 0,1 1 1 0 0,0 0-1 0 0,0 0 1 0 0,0 1-1 0 0,1 0 0 0 0,0 0 1 0 0,0 0-1 0 0,1 1 1 0 0,0 0-1 0 0,-9 18 0 0 0,12-22-210 0 0,1 1-1 0 0,0-1 0 0 0,1 0 1 0 0,-1 1-1 0 0,1 0 1 0 0,0-1-1 0 0,0 1 0 0 0,0 0 1 0 0,0 0-1 0 0,1 0 1 0 0,0-1-1 0 0,0 1 0 0 0,0 0 1 0 0,1 0-1 0 0,0 0 1 0 0,0 0-1 0 0,0-1 0 0 0,0 1 1 0 0,1-1-1 0 0,-1 1 0 0 0,1-1 1 0 0,0 1-1 0 0,1-1 1 0 0,-1 0-1 0 0,1 0 0 0 0,3 4 1 0 0,-4-5-26 0 0,0-1 0 0 0,1 1 0 0 0,-1-1 0 0 0,1 0 1 0 0,-1 1-1 0 0,1-1 0 0 0,0 0 0 0 0,0-1 0 0 0,0 1 0 0 0,0 0 1 0 0,0-1-1 0 0,0 0 0 0 0,0 0 0 0 0,0 0 0 0 0,1 0 0 0 0,-1 0 1 0 0,0-1-1 0 0,1 1 0 0 0,5-1 0 0 0,-4 0 26 0 0,0-1 0 0 0,0 0 0 0 0,0 0 1 0 0,0-1-1 0 0,0 1 0 0 0,0-1 0 0 0,-1 0 0 0 0,1 0 0 0 0,-1-1 0 0 0,1 1 0 0 0,-1-1 0 0 0,5-4 0 0 0,-3 2 12 0 0,1 0-1 0 0,-1-1 1 0 0,0 0-1 0 0,0-1 1 0 0,-1 1-1 0 0,0-1 1 0 0,0 0-1 0 0,-1 0 1 0 0,1-1-1 0 0,-2 1 1 0 0,1-1-1 0 0,-1 0 1 0 0,0 0-1 0 0,-1 0 1 0 0,3-13-1 0 0,-4 8-5 0 0,0 9-39 0 0,-1-1-1 0 0,1 0 1 0 0,-1 1 0 0 0,0-1-1 0 0,-1 0 1 0 0,1 1-1 0 0,-1-1 1 0 0,0 1 0 0 0,0-1-1 0 0,0 0 1 0 0,0 1 0 0 0,-1 0-1 0 0,0-1 1 0 0,0 1-1 0 0,-4-6 1 0 0,5 9-33 0 0,-1-1 2 0 0,2 2-2 0 0,0 0 0 0 0,0-1 1 0 0,0 1-1 0 0,0 0 0 0 0,0 0 0 0 0,0 0 0 0 0,0 0 0 0 0,-1-1 0 0 0,1 1 0 0 0,0 0 0 0 0,0 0 0 0 0,0 0 0 0 0,0 0 0 0 0,0 0 0 0 0,0-1 0 0 0,-1 1 0 0 0,1 0 0 0 0,0 0 0 0 0,0 0 0 0 0,0 0 0 0 0,0 0 1 0 0,0 0-1 0 0,-1 0 0 0 0,1 0 0 0 0,0 0 0 0 0,0 0 0 0 0,0 0 0 0 0,-1 0 0 0 0,1 0 0 0 0,0 0 0 0 0,0 0 0 0 0,0 0 0 0 0,0 0 0 0 0,-1 0 0 0 0,1 0 0 0 0,0 0 0 0 0,0 0 0 0 0,0 0 0 0 0,-1 0 0 0 0,1 0 1 0 0,0 0-1 0 0,0 0 0 0 0,0 0 0 0 0,0 0 0 0 0,0 0 0 0 0,-1 0 0 0 0,1 1 0 0 0,0-1 0 0 0,0 0 0 0 0,0 0 0 0 0,-1 1 3 0 0,1 0 0 0 0,-1-1-1 0 0,1 1 1 0 0,0 0 0 0 0,-1 0 0 0 0,1 0-1 0 0,0-1 1 0 0,0 1 0 0 0,0 0 0 0 0,-1 0-1 0 0,1 0 1 0 0,0 0 0 0 0,0 0 0 0 0,0-1-1 0 0,0 1 1 0 0,1 0 0 0 0,-1 0 0 0 0,0 0-1 0 0,0 0 1 0 0,0 0 0 0 0,1-1 0 0 0,-1 1-1 0 0,0 0 1 0 0,1 0 0 0 0,-1-1 0 0 0,1 1-1 0 0,-1 0 1 0 0,1 0 0 0 0,-1-1 0 0 0,1 1-1 0 0,-1-1 1 0 0,1 1 0 0 0,0 0 0 0 0,-1-1-1 0 0,1 1 1 0 0,1 0 0 0 0,2 1 5 0 0,0 0 1 0 0,1-1 0 0 0,-1 1-1 0 0,0-1 1 0 0,1 0 0 0 0,-1 0-1 0 0,9 1 1 0 0,12-1 38 0 0,47-3 0 0 0,-53 1 8 0 0,0-1 1 0 0,0-2-1 0 0,-1 1 0 0 0,1-2 0 0 0,-1-1 1 0 0,0 0-1 0 0,24-12 0 0 0,-25 11 651 0 0,-14 12-413 0 0,-19 27-370 0 0,1-3 65 0 0,15-22 21 0 0,0 0 1 0 0,0 0 0 0 0,1 0 0 0 0,0 0 0 0 0,0 0 0 0 0,1 0-1 0 0,0 0 1 0 0,0-1 0 0 0,0 1 0 0 0,1 0 0 0 0,0-1 0 0 0,0 0-1 0 0,1 0 1 0 0,0 0 0 0 0,0 0 0 0 0,0-1 0 0 0,0 1 0 0 0,1-1 0 0 0,0 0-1 0 0,0 0 1 0 0,1-1 0 0 0,0 0 0 0 0,-1 0 0 0 0,1 0 0 0 0,0 0-1 0 0,13 4 1 0 0,-16-7 7 0 0,0-1 0 0 0,0 1 0 0 0,-1-1 0 0 0,1 0 0 0 0,0 0 0 0 0,0 0 0 0 0,0-1 0 0 0,0 1 0 0 0,0-1 0 0 0,0 1 0 0 0,-1-1-1 0 0,1 0 1 0 0,0 0 0 0 0,0 0 0 0 0,-1 0 0 0 0,1-1 0 0 0,-1 1 0 0 0,1-1 0 0 0,-1 1 0 0 0,0-1 0 0 0,0 0 0 0 0,1 0 0 0 0,-1 0 0 0 0,-1 0 0 0 0,1-1 0 0 0,0 1-1 0 0,0 0 1 0 0,-1-1 0 0 0,1 1 0 0 0,-1-1 0 0 0,2-4 0 0 0,0-2 20 0 0,1 1 0 0 0,-2-1 0 0 0,1 0 0 0 0,-1 0-1 0 0,0 0 1 0 0,-1 0 0 0 0,0 0 0 0 0,-1-16 0 0 0,-15-45 21 0 0,14 66-63 0 0,-1 1 0 0 0,1-1 0 0 0,-1 0 0 0 0,0 0 0 0 0,0 1 0 0 0,-1-1 0 0 0,1 1 0 0 0,-5-5 0 0 0,1 2-76 0 0,5 5 23 0 0,-6 5-324 0 0,6-4 384 0 0,1 0 0 0 0,0 0 0 0 0,-1 0 0 0 0,1 0 0 0 0,-1 0 0 0 0,1 0 0 0 0,0 0 0 0 0,-1 1 0 0 0,1-1 0 0 0,-1 0 0 0 0,1 0 0 0 0,0 0 0 0 0,-1 0 0 0 0,1 1 0 0 0,0-1 0 0 0,-1 0 0 0 0,1 0 0 0 0,0 0 0 0 0,-1 1 0 0 0,1-1 0 0 0,0 0 0 0 0,-1 1 0 0 0,1-1 0 0 0,0 0 0 0 0,0 1 0 0 0,-1-1 0 0 0,1 0 0 0 0,0 1 0 0 0,0-1 0 0 0,0 1 0 0 0,0-1 0 0 0,0 0 0 0 0,-1 1 0 0 0,1-1 0 0 0,0 1 0 0 0,0-1 0 0 0,1 5-7 0 0,0 0 1 0 0,0 0-1 0 0,1 0 0 0 0,-1-1 1 0 0,1 1-1 0 0,0-1 0 0 0,0 1 1 0 0,1-1-1 0 0,-1 0 0 0 0,1 0 1 0 0,0 0-1 0 0,0 0 0 0 0,1 0 1 0 0,-1-1-1 0 0,1 1 0 0 0,-1-1 0 0 0,1 0 1 0 0,0 0-1 0 0,0-1 0 0 0,1 1 1 0 0,-1-1-1 0 0,0 0 0 0 0,1 0 1 0 0,-1 0-1 0 0,1 0 0 0 0,0-1 1 0 0,0 0-1 0 0,4 1 0 0 0,7 1 17 0 0,0-1-1 0 0,0 0 1 0 0,0-1-1 0 0,0 0 0 0 0,0-1 1 0 0,0-1-1 0 0,25-5 1 0 0,-26 3 39 0 0,0-1 1 0 0,0 0-1 0 0,-1-1 1 0 0,0-1-1 0 0,0 0 1 0 0,14-9 0 0 0,-27 15-52 0 0,-1 0 0 0 0,1-1 1 0 0,-1 1-1 0 0,1 0 0 0 0,-1 0 0 0 0,1 0 1 0 0,0-1-1 0 0,-1 1 0 0 0,1 0 1 0 0,-1 0-1 0 0,1 0 0 0 0,-1 0 1 0 0,1 0-1 0 0,-1 0 0 0 0,1 0 1 0 0,0 0-1 0 0,-1 0 0 0 0,1 0 0 0 0,-1 0 1 0 0,1 0-1 0 0,-1 1 0 0 0,1-1 1 0 0,-1 0-1 0 0,1 0 0 0 0,-1 0 1 0 0,1 1-1 0 0,-1-1 0 0 0,1 0 1 0 0,-1 1-1 0 0,1-1 0 0 0,-1 1 0 0 0,1-1 1 0 0,-1 0-1 0 0,0 1 0 0 0,1-1 1 0 0,-1 1-1 0 0,0-1 0 0 0,1 1 1 0 0,-1-1-1 0 0,0 1 0 0 0,0-1 1 0 0,1 1-1 0 0,-1-1 0 0 0,0 1 0 0 0,0-1 1 0 0,0 1-1 0 0,0 0 0 0 0,0-1 1 0 0,0 1-1 0 0,0-1 0 0 0,0 1 1 0 0,0-1-1 0 0,0 2 0 0 0,2 39 35 0 0,-2-31-66 0 0,1-1 30 0 0,0-1-1 0 0,-1 0 1 0 0,0 1 0 0 0,0-1 0 0 0,-1 1 0 0 0,0-1 0 0 0,-1 0 0 0 0,1 0 0 0 0,-2 1 0 0 0,1-1 0 0 0,-1-1 0 0 0,0 1 0 0 0,-5 8-1 0 0,5-11 9 0 0,-1 0 0 0 0,0 0-1 0 0,0-1 1 0 0,0 1-1 0 0,0-1 1 0 0,-1 0 0 0 0,0 0-1 0 0,0-1 1 0 0,0 1-1 0 0,0-1 1 0 0,0 0 0 0 0,-1 0-1 0 0,1-1 1 0 0,-1 0-1 0 0,0 0 1 0 0,0 0 0 0 0,0-1-1 0 0,-11 2 1 0 0,-32 0-1906 0 0,18-10-6402 0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5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368 38 564 0 0,'0'0'3557'0'0,"5"-7"-2276"0"0,-6 3 2300 0 0,-4 0-3419 0 0,0 1-1 0 0,0 0 0 0 0,-1 1 0 0 0,1-1 0 0 0,-1 1 0 0 0,1 0 0 0 0,-1 0 0 0 0,1 1 0 0 0,-1-1 0 0 0,0 1 0 0 0,0 1 0 0 0,0-1 1 0 0,0 1-1 0 0,0 0 0 0 0,-8 1 0 0 0,6-1-49 0 0,0 1-1 0 0,-1 0 1 0 0,1 1 0 0 0,0-1 0 0 0,0 2 0 0 0,0-1 0 0 0,0 1 0 0 0,0 0 0 0 0,1 1-1 0 0,-1-1 1 0 0,-9 8 0 0 0,16-10-86 0 0,-1 0-1 0 0,0 1 0 0 0,1-1 1 0 0,-1 1-1 0 0,1-1 1 0 0,0 1-1 0 0,-1 0 1 0 0,1-1-1 0 0,0 1 1 0 0,0 0-1 0 0,0 0 0 0 0,-1 4 1 0 0,2-5 46 0 0,7 20 64 0 0,-2-11-93 0 0,0-1 0 0 0,1 0 1 0 0,0 0-1 0 0,0 0 0 0 0,1-1 0 0 0,0 0 1 0 0,14 11-1 0 0,25 35 67 0 0,-45-53-96 0 0,-21 20 85 0 0,2-14 20 0 0,-1-1 0 0 0,0-1 1 0 0,0-1-1 0 0,-1-1 0 0 0,1 0 0 0 0,-31 0 1 0 0,3 0 455 0 0,15-7 232 0 0,28 1-4149 0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7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12 194 304 0 0,'0'0'1340'0'0,"-2"-4"-669"0"0,-7-18 9524 0 0,8 12-11213 0 0,8 3 1041 0 0,0-2 0 0 0,-1 1 0 0 0,-1-1 0 0 0,1 0 1 0 0,-1 0-1 0 0,-1-1 0 0 0,7-18 0 0 0,-9 25 91 0 0,19-37 2421 0 0,-21 38-2158 0 0,6-14 1497 0 0,-3 8 2074 0 0,-44 301-3282 0 0,36-253-1617 0 0,5-38 422 0 0,5 12-4333 0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7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24 792 0 0,'0'0'6317'0'0,"6"0"-5849"0"0,76 3 940 0 0,87-9-1 0 0,-7 0-295 0 0,-160 6-1091 0 0,0-1 0 0 0,-1 1-1 0 0,1-1 1 0 0,0 1-1 0 0,0 0 1 0 0,0 0-1 0 0,-1 0 1 0 0,1 0 0 0 0,0 1-1 0 0,0-1 1 0 0,0 0-1 0 0,-1 1 1 0 0,1-1 0 0 0,0 1-1 0 0,-1-1 1 0 0,1 1-1 0 0,0 0 1 0 0,-1 0-1 0 0,1 0 1 0 0,-1 0 0 0 0,1 0-1 0 0,-1 0 1 0 0,1 0-1 0 0,-1 1 1 0 0,0-1 0 0 0,0 0-1 0 0,0 1 1 0 0,0-1-1 0 0,0 1 1 0 0,1 1-1 0 0,7 9 24 0 0,-7-9-23 0 0,1 0 0 0 0,-1 0-1 0 0,1-1 1 0 0,0 1 0 0 0,0-1 0 0 0,0 0 0 0 0,0 0 0 0 0,0 0 0 0 0,1 0 0 0 0,-1 0 0 0 0,5 1 0 0 0,3 2 84 0 0,-10-5 80 0 0,32-6 2375 0 0,-32 5-2492 0 0,0 0 0 0 0,0 0 1 0 0,0 0-1 0 0,0 0 0 0 0,0 0 1 0 0,0 0-1 0 0,0 0 0 0 0,-1-1 0 0 0,1 1 1 0 0,0 0-1 0 0,-1 0 0 0 0,1-1 1 0 0,-1 1-1 0 0,1 0 0 0 0,-1-1 1 0 0,0 1-1 0 0,1 0 0 0 0,-1-1 1 0 0,0 1-1 0 0,0-1 0 0 0,0 1 0 0 0,0 0 1 0 0,0-1-1 0 0,0 1 0 0 0,-1-1 1 0 0,1 1-1 0 0,0 0 0 0 0,-1-1 1 0 0,1 1-1 0 0,-1 0 0 0 0,1-1 1 0 0,-1 1-1 0 0,0 0 0 0 0,1 0 0 0 0,-1 0 1 0 0,0-1-1 0 0,0 1 0 0 0,0 0 1 0 0,0 0-1 0 0,0 0 0 0 0,0 0 1 0 0,0 1-1 0 0,0-1 0 0 0,0 0 1 0 0,-1 0-1 0 0,-1-1 0 0 0,-3 0-346 0 0,0-1 0 0 0,1 0 0 0 0,-1 1 0 0 0,0 0 0 0 0,-1 0 0 0 0,1 1 0 0 0,0 0 0 0 0,0 0 0 0 0,-7 0 0 0 0,-63 5-8275 0 0,53-1 4521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8.0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3 1004 0 0,'-2'-2'2238'0'0,"1"2"-2065"0"0,1 0-1 0 0,0 0 0 0 0,0-1 0 0 0,-1 1 0 0 0,-5 3 5166 0 0,6-3-5166 0 0,0 0 0 0 0,0 0 0 0 0,0 1 0 0 0,0-1 0 0 0,0 0 1 0 0,0 0-1 0 0,0 1 0 0 0,0-1 0 0 0,0 0 0 0 0,-9 28 2914 0 0,-6 50-3946 0 0,13-61 2019 0 0,1-11-1175 0 0,-3 19 352 0 0,-1 0 0 0 0,-13 38 0 0 0,-4-21-2307 0 0,21-41 1354 0 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8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0 332 0 0,'0'0'2099'0'0,"11"3"3604"0"0,-28 27-4810 0 0,-18 35 804 0 0,33-60-1602 0 0,0 0 1 0 0,1 0 0 0 0,0-1 0 0 0,0 1-1 0 0,0 0 1 0 0,0 0 0 0 0,1 0 0 0 0,-1 0-1 0 0,1 0 1 0 0,1 0 0 0 0,-1 0 0 0 0,2 8-1 0 0,-1-11-63 0 0,0 1 0 0 0,-1-1 0 0 0,1 1 0 0 0,0-1 0 0 0,0 0 0 0 0,0 0 0 0 0,1 1 0 0 0,-1-1 0 0 0,0 0 0 0 0,1 0 0 0 0,0 0 0 0 0,-1 0 0 0 0,1-1 0 0 0,0 1 0 0 0,0 0 0 0 0,0-1 0 0 0,0 1 0 0 0,0-1 0 0 0,0 0 0 0 0,1 0 0 0 0,1 2 0 0 0,0-2 7 0 0,1 0-1 0 0,-1-1 0 0 0,0 1 0 0 0,1-1 1 0 0,-1 1-1 0 0,0-1 0 0 0,0 0 0 0 0,1-1 1 0 0,-1 1-1 0 0,0-1 0 0 0,7-2 1 0 0,-2 1 77 0 0,1-2 0 0 0,-1 1 1 0 0,1-1-1 0 0,-1-1 0 0 0,0 0 1 0 0,-1 0-1 0 0,1 0 1 0 0,-1-1-1 0 0,11-11 0 0 0,-12 10 4 0 0,0-1 0 0 0,-1 0 0 0 0,-1 0-1 0 0,1-1 1 0 0,4-11 0 0 0,-8 18-72 0 0,-1-1 0 0 0,0 0 0 0 0,0-1 0 0 0,0 1 0 0 0,0 0 0 0 0,0 0 1 0 0,-1 0-1 0 0,1 0 0 0 0,-1-1 0 0 0,0 1 0 0 0,0 0 0 0 0,0 0 0 0 0,-1-1 0 0 0,1 1 0 0 0,-1 0 0 0 0,1 0 0 0 0,-1 0 0 0 0,0 0 0 0 0,-2-4 0 0 0,1 5-30 0 0,0-1 0 0 0,0 1 0 0 0,-1 0-1 0 0,1 0 1 0 0,-1 1 0 0 0,1-1 0 0 0,-1 0-1 0 0,1 1 1 0 0,-1-1 0 0 0,0 1 0 0 0,0 0-1 0 0,0 0 1 0 0,-6-1 0 0 0,-1-2-7 0 0,9 4-11 0 0,-12 2-67 0 0,11-2 52 0 0,0-1 0 0 0,0 2 0 0 0,0-1 0 0 0,0 0 0 0 0,0 0 0 0 0,0 1 0 0 0,0-1 0 0 0,0 1 0 0 0,0-1 0 0 0,0 1 0 0 0,0 0 0 0 0,0 0 0 0 0,0 0 0 0 0,-2 2 0 0 0,4-2-94 0 0,0 0 0 0 0,0 1-1 0 0,1-1 1 0 0,-1 0 0 0 0,0 0-1 0 0,1 1 1 0 0,-1-1 0 0 0,1 0-1 0 0,-1 0 1 0 0,1 0 0 0 0,0 1-1 0 0,0-1 1 0 0,-1 0-1 0 0,1 0 1 0 0,0 0 0 0 0,0 0-1 0 0,0 0 1 0 0,0-1 0 0 0,0 1-1 0 0,0 0 1 0 0,0 0 0 0 0,0-1-1 0 0,3 2 1 0 0,12 5-7636 0 0,-3-5 4611 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8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0 996 0 0,'-3'14'6676'0'0,"-24"24"-4741"0"0,8-13-654 0 0,17-22-1198 0 0,1 0-1 0 0,-1 0 0 0 0,1-1 1 0 0,-1 1-1 0 0,1 0 1 0 0,0 0-1 0 0,0 0 0 0 0,0 0 1 0 0,0 1-1 0 0,1-1 0 0 0,-1 0 1 0 0,1 0-1 0 0,0 0 1 0 0,0 1-1 0 0,0-1 0 0 0,0 0 1 0 0,1 0-1 0 0,-1 1 1 0 0,1-1-1 0 0,0 0 0 0 0,0 0 1 0 0,0 0-1 0 0,0 0 0 0 0,0 0 1 0 0,1 0-1 0 0,3 4 1 0 0,-4-5-57 0 0,0 0 1 0 0,1 0 0 0 0,0 0 0 0 0,-1 0-1 0 0,1 0 1 0 0,0-1 0 0 0,0 1 0 0 0,0-1 0 0 0,0 0-1 0 0,0 1 1 0 0,0-1 0 0 0,0 0 0 0 0,0 0 0 0 0,1 0-1 0 0,-1 0 1 0 0,0-1 0 0 0,1 1 0 0 0,-1-1-1 0 0,1 1 1 0 0,-1-1 0 0 0,0 0 0 0 0,1 0 0 0 0,-1 0-1 0 0,1 0 1 0 0,-1 0 0 0 0,1-1 0 0 0,-1 1-1 0 0,0-1 1 0 0,1 1 0 0 0,-1-1 0 0 0,0 0 0 0 0,0 0-1 0 0,1 0 1 0 0,-1 0 0 0 0,3-3 0 0 0,-1 2 74 0 0,1-1 1 0 0,-1 0-1 0 0,0 0 0 0 0,0-1 1 0 0,0 1-1 0 0,0-1 1 0 0,0 0-1 0 0,-1 0 0 0 0,1 0 1 0 0,-1-1-1 0 0,-1 1 1 0 0,1-1-1 0 0,0 1 1 0 0,-1-1-1 0 0,0 0 0 0 0,2-7 1 0 0,-3 3 165 0 0,-1 0 0 0 0,-1 0 0 0 0,1 1 0 0 0,-1-1 0 0 0,-1 0 0 0 0,-4-15 0 0 0,6 22-275 0 0,-14-4-1612 0 0,5 6-3314 0 0,4 11 3693 0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9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10 200 0 0,'-5'4'7044'0'0,"-5"4"-3470"0"0,2-2-3359 0 0,0 0 0 0 0,1 1-1 0 0,0 0 1 0 0,1 1 0 0 0,-1-1 0 0 0,1 1 0 0 0,-6 11-1 0 0,10-14-134 0 0,0 0 0 0 0,1 0-1 0 0,-1 1 1 0 0,1-1-1 0 0,0 0 1 0 0,0 1 0 0 0,1-1-1 0 0,-1 1 1 0 0,1 6-1 0 0,0-10-68 0 0,0-1-1 0 0,1 1 1 0 0,-1 0-1 0 0,0 0 0 0 0,0 0 1 0 0,1 0-1 0 0,-1 0 0 0 0,1 0 1 0 0,0 0-1 0 0,0-1 0 0 0,-1 1 1 0 0,1 0-1 0 0,0 0 1 0 0,0-1-1 0 0,1 1 0 0 0,-1-1 1 0 0,0 1-1 0 0,0-1 0 0 0,1 1 1 0 0,-1-1-1 0 0,1 0 0 0 0,-1 0 1 0 0,1 0-1 0 0,0 0 0 0 0,-1 0 1 0 0,1 0-1 0 0,2 1 1 0 0,-1-2 25 0 0,-1 1 1 0 0,1 0 0 0 0,0-1 0 0 0,-1 0 0 0 0,1 0 0 0 0,0 0-1 0 0,0 0 1 0 0,-1 0 0 0 0,1 0 0 0 0,0-1 0 0 0,-1 1 0 0 0,1-1-1 0 0,-1 0 1 0 0,1 0 0 0 0,-1 0 0 0 0,1 0 0 0 0,-1 0 0 0 0,1-1-1 0 0,-1 1 1 0 0,0-1 0 0 0,0 1 0 0 0,0-1 0 0 0,0 0 0 0 0,0 0 0 0 0,0 0-1 0 0,0 0 1 0 0,0 0 0 0 0,-1 0 0 0 0,1 0 0 0 0,-1-1 0 0 0,0 1-1 0 0,0-1 1 0 0,2-3 0 0 0,1-3 205 0 0,-1 0 0 0 0,0 0 0 0 0,-1-1 1 0 0,1 0-1 0 0,-2 1 0 0 0,1-1 0 0 0,-1-13 0 0 0,-15-39-582 0 0,14 62 245 0 0,0 0 0 0 0,-1 0 0 0 0,1-1 1 0 0,0 1-1 0 0,-1 0 0 0 0,1 0 1 0 0,-1 0-1 0 0,1 0 0 0 0,-1 0 0 0 0,1 0 1 0 0,0-1-1 0 0,-1 1 0 0 0,1 0 1 0 0,-1 0-1 0 0,1 0 0 0 0,-1 0 0 0 0,1 0 1 0 0,0 0-1 0 0,-1 1 0 0 0,1-1 1 0 0,-1 0-1 0 0,1 0 0 0 0,-1 0 0 0 0,1 0 1 0 0,0 0-1 0 0,-1 1 0 0 0,1-1 1 0 0,0 0-1 0 0,-1 0 0 0 0,1 1 0 0 0,0-1 1 0 0,-1 0-1 0 0,1 1 0 0 0,-1-1 1 0 0,-15 10-6734 0 0,11-4 3271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09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1 404 0 0,'1'7'13684'0'0,"-21"-9"-13494"0"0,15 2 2 0 0,-7 0 12 0 0,0 1 0 0 0,0 1 0 0 0,-21 5-1 0 0,30-7-194 0 0,1 1-1 0 0,-1-1 1 0 0,1 1-1 0 0,-1-1 1 0 0,1 1-1 0 0,0 0 1 0 0,0 0-1 0 0,-1 0 1 0 0,1 1-1 0 0,0-1 1 0 0,0 0-1 0 0,0 1 1 0 0,0 0-1 0 0,0-1 1 0 0,1 1-1 0 0,-1 0 1 0 0,0 0-1 0 0,1 0 1 0 0,-1 0-1 0 0,1 0 1 0 0,0 0-1 0 0,-2 4 1 0 0,3-4 6 0 0,13 27 58 0 0,-6-23-58 0 0,0 0 0 0 0,1 0 0 0 0,-1-1 0 0 0,1-1 0 0 0,0 1 0 0 0,11 4 0 0 0,-12-7-62 0 0,0 1 1 0 0,-1 0-1 0 0,1 1 1 0 0,-1 0 0 0 0,0 0-1 0 0,0 0 1 0 0,0 0-1 0 0,-1 1 1 0 0,0 0-1 0 0,6 7 1 0 0,-10-11-6 0 0,-1 1-84 0 0,-1-1 141 0 0,1 0 0 0 0,-1 1 0 0 0,0-1 0 0 0,0 0-1 0 0,0 0 1 0 0,1 1 0 0 0,-1-1 0 0 0,0 0-1 0 0,0 0 1 0 0,-1 0 0 0 0,1 0 0 0 0,0 0 0 0 0,0 0-1 0 0,0-1 1 0 0,-1 1 0 0 0,1 0 0 0 0,0-1-1 0 0,-1 1 1 0 0,1-1 0 0 0,0 1 0 0 0,-1-1-1 0 0,1 1 1 0 0,-1-1 0 0 0,1 0 0 0 0,-1 0 0 0 0,1 0-1 0 0,-2 0 1 0 0,-44 0 1335 0 0,9-7-449 0 0,37 6-881 0 0,-18-6-2361 0 0,1 0-6175 0 0,11 0 4885 0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1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33 32 0 0,'-30'-32'10617'0'0,"29"35"-10405"0"0,-4 39 605 0 0,1 77 1 0 0,-2 23-3320 0 0,6-140 1893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2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30 172 0 0,'3'-3'122'0'0,"-1"1"-1"0"0,1-1 1 0 0,0 1-1 0 0,0 0 1 0 0,0-1 0 0 0,0 1-1 0 0,0 1 1 0 0,1-1-1 0 0,-1 0 1 0 0,0 1 0 0 0,1 0-1 0 0,-1-1 1 0 0,1 1-1 0 0,0 1 1 0 0,-1-1 0 0 0,1 0-1 0 0,0 1 1 0 0,0 0-1 0 0,-1 0 1 0 0,1 0 0 0 0,0 0-1 0 0,5 2 1 0 0,13 0 256 0 0,-1 1 0 0 0,32 9 1 0 0,-30-4-207 0 0,0 0 0 0 0,-1 1 0 0 0,1 1 0 0 0,-2 2 0 0 0,0 0 1 0 0,22 16-1 0 0,-31-20-98 0 0,-1 1 1 0 0,0 1 0 0 0,0-1-1 0 0,-1 2 1 0 0,0-1-1 0 0,-1 1 1 0 0,0 1 0 0 0,-1 0-1 0 0,0 0 1 0 0,-1 1-1 0 0,9 20 1 0 0,-14-29-31 0 0,-1 0 1 0 0,0 0-1 0 0,0 0 1 0 0,0 0-1 0 0,0 0 1 0 0,0 0-1 0 0,-1 1 1 0 0,0-1-1 0 0,0 0 1 0 0,0 0-1 0 0,0 0 0 0 0,-1 0 1 0 0,0 0-1 0 0,0 1 1 0 0,0-1-1 0 0,0 0 1 0 0,0 0-1 0 0,-1-1 1 0 0,0 1-1 0 0,-2 4 1 0 0,0-3 53 0 0,0 0 0 0 0,-1-1 1 0 0,1 0-1 0 0,-1 0 0 0 0,0 0 0 0 0,0 0 1 0 0,0-1-1 0 0,0 1 0 0 0,-1-1 1 0 0,1-1-1 0 0,-1 1 0 0 0,-7 1 1 0 0,-12 3 267 0 0,0-1 0 0 0,-1-1 1 0 0,1-2-1 0 0,-1 0 0 0 0,-33-2 1 0 0,54 0-408 0 0,0-1 0 0 0,-1 0 1 0 0,1-1-1 0 0,0 1 1 0 0,-1-1-1 0 0,1 0 1 0 0,0-1-1 0 0,0 1 0 0 0,0-1 1 0 0,0 0-1 0 0,0 0 1 0 0,0 0-1 0 0,-6-6 1 0 0,10 8-604 0 0,4-4-215 0 0,27-29-3364 0 0,-12 23 1791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2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1 128 244 0 0,'37'8'6675'0'0,"-36"-4"-6531"0"0,1 0 0 0 0,-1 0 0 0 0,0 0 0 0 0,0 1 0 0 0,-1-1 0 0 0,1 0 0 0 0,-1 0 0 0 0,0 0 0 0 0,0 1 0 0 0,0-1 0 0 0,0 0 0 0 0,-1 0 0 0 0,-2 8 0 0 0,0 14-1544 0 0,3-24 959 0 0</inkml:trace>
  <inkml:trace contextRef="#ctx0" brushRef="#br0" timeOffset="1">80 49 408 0 0,'12'-32'4021'0'0,"-12"31"-3264"0"0,6-14 3018 0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4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1 528 0 0,'0'0'696'0'0,"4"38"3717"0"0,-5-34-4311 0 0,0-2 6 0 0,0 0 1 0 0,0 0 0 0 0,1 0-1 0 0,-1-1 1 0 0,1 1 0 0 0,-1 0-1 0 0,1 0 1 0 0,0 1 0 0 0,0-1-1 0 0,0 0 1 0 0,0 0 0 0 0,0 0-1 0 0,0 0 1 0 0,1 0 0 0 0,-1 0-1 0 0,1 0 1 0 0,-1-1 0 0 0,2 3-1 0 0,-1-2 591 0 0,-3 8 2841 0 0,2-10-3411 0 0,6-8-50 0 0,1 0 0 0 0,-1 0 0 0 0,1 0 0 0 0,1 1 0 0 0,-1 0 0 0 0,1 1 0 0 0,0 0 0 0 0,18-10 0 0 0,-20 15-77 0 0,0 0 0 0 0,0 0 1 0 0,0 1-1 0 0,0-1 0 0 0,0 1 1 0 0,10 2-1 0 0,-11-1-5 0 0,0 1 0 0 0,-1 0 1 0 0,1 0-1 0 0,0 0 0 0 0,-1 1 0 0 0,0 0 0 0 0,1 0 1 0 0,-1 0-1 0 0,0 0 0 0 0,5 6 0 0 0,17 14 13 0 0,-25-23-4 0 0,-1 1 1 0 0,1 0-1 0 0,-1-1 0 0 0,1 1 1 0 0,0 0-1 0 0,-1-1 0 0 0,1 1 0 0 0,0-1 1 0 0,0 1-1 0 0,-1-1 0 0 0,1 1 1 0 0,0-1-1 0 0,0 0 0 0 0,0 1 0 0 0,-1-1 1 0 0,1 0-1 0 0,0 0 0 0 0,0 1 0 0 0,0-1 1 0 0,0 0-1 0 0,0 0 0 0 0,0 0 1 0 0,-1 0-1 0 0,1 0 0 0 0,0 0 0 0 0,0-1 1 0 0,0 1-1 0 0,0 0 0 0 0,0 0 1 0 0,0 0-1 0 0,-1-1 0 0 0,1 1 0 0 0,0-1 1 0 0,0 1-1 0 0,-1 0 0 0 0,1-1 1 0 0,0 1-1 0 0,0-1 0 0 0,0-1 0 0 0,13-5-25 0 0,-9 4 13 0 0,0 1 1 0 0,0 1 0 0 0,0-1-1 0 0,0 1 1 0 0,1-1 0 0 0,-1 2-1 0 0,0-1 1 0 0,1 1 0 0 0,-1-1 0 0 0,1 1-1 0 0,6 1 1 0 0,64 14-11 0 0,-60-10 22 0 0,0-2 0 0 0,-1 0 0 0 0,22 1 0 0 0,-11-2-7 0 0,-21-2 10 0 0,-1 1 0 0 0,1 0 0 0 0,0-1 0 0 0,-1 0-1 0 0,1 0 1 0 0,0-1 0 0 0,0 1 0 0 0,-1-1 0 0 0,1 0-1 0 0,-1 0 1 0 0,1-1 0 0 0,-1 1 0 0 0,1-1-1 0 0,-1 0 1 0 0,0 0 0 0 0,0 0 0 0 0,6-5 0 0 0,3-8 80 0 0,-12 14-66 0 0,-1 0-25 0 0,0 0 0 0 0,-1 0 0 0 0,1 0 0 0 0,0 0 0 0 0,-1 0-1 0 0,1 0 1 0 0,-1 1 0 0 0,1-1 0 0 0,-1 0 0 0 0,1 0 0 0 0,-1 1 0 0 0,0-1-1 0 0,1 0 1 0 0,-1 1 0 0 0,0-1 0 0 0,0 1 0 0 0,1-1 0 0 0,-1 1 0 0 0,0-1-1 0 0,0 1 1 0 0,0-1 0 0 0,0 1 0 0 0,0 0 0 0 0,1 0 0 0 0,-1-1 0 0 0,0 1-1 0 0,0 0 1 0 0,0 0 0 0 0,0 0 0 0 0,0 0 0 0 0,0 0 0 0 0,0 0 0 0 0,0 0-1 0 0,0 0 1 0 0,0 0 0 0 0,0 1 0 0 0,0-1 0 0 0,-2 0-6 0 0,1 1-1 0 0,0-1 1 0 0,0 0 0 0 0,0 1 0 0 0,-1-1-1 0 0,1 1 1 0 0,0 0 0 0 0,0 0 0 0 0,0 0 0 0 0,0 0-1 0 0,0 0 1 0 0,0 0 0 0 0,1 0 0 0 0,-1 1-1 0 0,0-1 1 0 0,-2 4 0 0 0,3-4-1 0 0,0 0 1 0 0,0 1-1 0 0,0-1 1 0 0,1 0-1 0 0,-1 1 1 0 0,0-1-1 0 0,1 1 0 0 0,-1-1 1 0 0,1 1-1 0 0,0 0 1 0 0,-1-1-1 0 0,1 1 1 0 0,0-1-1 0 0,0 1 1 0 0,0 0-1 0 0,0-1 0 0 0,1 1 1 0 0,-1-1-1 0 0,0 1 1 0 0,0 0-1 0 0,1-1 1 0 0,-1 1-1 0 0,1-1 1 0 0,0 1-1 0 0,-1-1 0 0 0,1 0 1 0 0,0 1-1 0 0,0-1 1 0 0,0 0-1 0 0,0 1 1 0 0,0-1-1 0 0,0 0 1 0 0,0 0-1 0 0,1 0 0 0 0,-1 0 1 0 0,0 0-1 0 0,0 0 1 0 0,1 0-1 0 0,1 0 1 0 0,2 2-61 0 0,1-1 1 0 0,-1 1 0 0 0,1-1 0 0 0,0-1 0 0 0,-1 1-1 0 0,1-1 1 0 0,0 0 0 0 0,0 0 0 0 0,0-1-1 0 0,9 0 1 0 0,1-2-24 0 0,0 0 0 0 0,-1-2-1 0 0,0 0 1 0 0,1 0 0 0 0,-1-2 0 0 0,-1 0-1 0 0,1 0 1 0 0,-1-1 0 0 0,0-1 0 0 0,-1-1 0 0 0,13-10-1 0 0,-25 19 261 0 0,1-2-51 0 0,-1 1 0 0 0,1-1 0 0 0,-1 1-1 0 0,1 0 1 0 0,0 0 0 0 0,0 0 0 0 0,0 0 0 0 0,0 0-1 0 0,0 0 1 0 0,-1 0 0 0 0,2 0 0 0 0,1 0-1 0 0,-3 3-112 0 0,1-1-1 0 0,-1 0 0 0 0,0 1 0 0 0,0-1 0 0 0,0 1 0 0 0,0-1 0 0 0,0 1 0 0 0,0-1 0 0 0,0 1 0 0 0,-1 0 0 0 0,1-1 0 0 0,0 1 0 0 0,-1 0 0 0 0,0 0 0 0 0,1-1 0 0 0,-1 1 0 0 0,0 0 0 0 0,0 0 0 0 0,0 0 0 0 0,0 0 0 0 0,0 2 0 0 0,1 12 34 0 0,0-14-27 0 0,-1-2 5 0 0,6 19 45 0 0,-6-18-56 0 0,0-1 0 0 0,0 1 0 0 0,1-1 0 0 0,-1 1-1 0 0,0-1 1 0 0,0 1 0 0 0,0-1 0 0 0,1 1 0 0 0,-1-1-1 0 0,0 1 1 0 0,0-1 0 0 0,1 0 0 0 0,-1 1 0 0 0,1-1-1 0 0,-1 0 1 0 0,0 1 0 0 0,1-1 0 0 0,-1 0 0 0 0,1 1-1 0 0,-1-1 1 0 0,1 0 0 0 0,-1 0 0 0 0,0 1 0 0 0,1-1-1 0 0,-1 0 1 0 0,1 0 0 0 0,-1 0 0 0 0,1 0 0 0 0,-1 0-1 0 0,1 0 1 0 0,-1 0 0 0 0,1 0 0 0 0,0 0 0 0 0,-1 0-1 0 0,1 0 1 0 0,-1 0 0 0 0,1 0 0 0 0,-1 0 0 0 0,1 0-1 0 0,0-1 1 0 0,29-18 15 0 0,41-24-141 0 0,-70 42 95 0 0,14-5-129 0 0,-15 6 151 0 0,1 0 0 0 0,-1 0 1 0 0,0-1-1 0 0,1 1 0 0 0,-1 0 1 0 0,0 0-1 0 0,1-1 0 0 0,-1 1 0 0 0,0 0 1 0 0,1 0-1 0 0,-1 0 0 0 0,0 0 0 0 0,1-1 1 0 0,-1 1-1 0 0,1 0 0 0 0,-1 0 1 0 0,0 0-1 0 0,1 0 0 0 0,-1 0 0 0 0,1 0 1 0 0,-1 0-1 0 0,1 0 0 0 0,-1 0 1 0 0,0 0-1 0 0,1 0 0 0 0,-1 1 0 0 0,0-1 1 0 0,1 0-1 0 0,-1 0 0 0 0,1 0 1 0 0,-1 0-1 0 0,0 1 0 0 0,1-1 0 0 0,-1 0 1 0 0,0 0-1 0 0,1 1 0 0 0,-1-1 1 0 0,0 0-1 0 0,0 1 0 0 0,1-1 0 0 0,-1 0 1 0 0,0 1-1 0 0,0-1 0 0 0,1 0 1 0 0,-1 1-1 0 0,0-1 0 0 0,0 1 0 0 0,2 1-14 0 0,2 9-30 0 0,-1-3 43 0 0,-2-7 9 0 0,-1 1-1 0 0,1 0 1 0 0,0-1-1 0 0,0 1 1 0 0,0 0-1 0 0,0-1 1 0 0,0 1-1 0 0,0-1 1 0 0,1 0-1 0 0,-1 1 1 0 0,0-1-1 0 0,1 0 1 0 0,-1 0-1 0 0,1 0 1 0 0,-1 0-1 0 0,3 2 1 0 0,0-2 10 0 0,-3 0 20 0 0,42-1 200 0 0,-9-9-185 0 0,76-15 49 0 0,-100 23-107 0 0,1 0 0 0 0,0 0-1 0 0,0 1 1 0 0,-1 1 0 0 0,1-1-1 0 0,0 2 1 0 0,-1 0 0 0 0,13 3-1 0 0,-21-4 9 0 0,0 0-1 0 0,1-1 0 0 0,-1 1 0 0 0,0 0 0 0 0,0 0 0 0 0,0 1 0 0 0,0-1 0 0 0,0 0 0 0 0,0 1 0 0 0,0-1 0 0 0,0 1 0 0 0,0 0 1 0 0,-1 0-1 0 0,1-1 0 0 0,0 1 0 0 0,-1 0 0 0 0,0 0 0 0 0,1 1 0 0 0,-1-1 0 0 0,0 0 0 0 0,0 0 0 0 0,0 1 0 0 0,0 2 0 0 0,-1-3 43 0 0,1-2-30 0 0,-1 1 0 0 0,0-1 0 0 0,1 0-1 0 0,-1 1 1 0 0,0-1 0 0 0,1 0-1 0 0,-1 1 1 0 0,0-1 0 0 0,1 0-1 0 0,-1 0 1 0 0,1 0 0 0 0,-1 1-1 0 0,1-1 1 0 0,-1 0 0 0 0,0 0-1 0 0,1 0 1 0 0,-1 0 0 0 0,1 0-1 0 0,-1 0 1 0 0,1 0 0 0 0,-1 1 0 0 0,1-1-1 0 0,-1-1 1 0 0,1 1 0 0 0,-1 0-1 0 0,1 0 1 0 0,-1 0 0 0 0,1 0-1 0 0,-1 0 1 0 0,0 0 0 0 0,1-1-1 0 0,-1 1 1 0 0,1 0 0 0 0,-1 0-1 0 0,1 0 1 0 0,-1-1 0 0 0,1 0 0 0 0,20-8-28 0 0,-21 9 44 0 0,12-6 17 0 0,-11 5-37 0 0,2 0 0 0 0,-1 0 0 0 0,0 0 0 0 0,0 0 0 0 0,0 1 0 0 0,0-1 0 0 0,0 1 0 0 0,1-1 0 0 0,-1 1 0 0 0,0 0 0 0 0,0 0 0 0 0,1 0 0 0 0,-1 0 0 0 0,0 0 0 0 0,0 0 0 0 0,1 1 0 0 0,-1-1 0 0 0,4 2 0 0 0,-5-2-8 0 0,0 0-1 0 0,1 1 1 0 0,-1-1 0 0 0,0 0-1 0 0,0 0 1 0 0,0 1 0 0 0,0-1 0 0 0,0 0-1 0 0,1 1 1 0 0,-1-1 0 0 0,0 1-1 0 0,0 0 1 0 0,0-1 0 0 0,0 1-1 0 0,-1 0 1 0 0,1-1 0 0 0,0 1 0 0 0,0 0-1 0 0,0 0 1 0 0,0 0 0 0 0,-1 0-1 0 0,1 0 1 0 0,0 0 0 0 0,-1 0 0 0 0,1 0-1 0 0,-1 0 1 0 0,1 0 0 0 0,-1 0-1 0 0,0 0 1 0 0,1 1 0 0 0,-1 0 0 0 0,0 0-80 0 0,-5 19-1735 0 0,-3-8-4321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4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35 892 0 0,'0'0'2412'0'0,"0"-11"521"0"0,3-1-1 0 0,-1 1-2316 0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4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40 188 0 0,'-1'1'182'0'0,"0"0"0"0"0,0 1 0 0 0,0-1 0 0 0,1 0 0 0 0,-1 1 0 0 0,0-1 0 0 0,1 1 0 0 0,-1-1 0 0 0,1 1 0 0 0,-1-1 0 0 0,1 1 1 0 0,0 0-1 0 0,0-1 0 0 0,0 1 0 0 0,0-1 0 0 0,0 1 0 0 0,0 0 0 0 0,0-1 0 0 0,0 1 0 0 0,1-1 0 0 0,-1 1 0 0 0,0-1 0 0 0,1 1 0 0 0,0-1 0 0 0,-1 1 0 0 0,2 1 0 0 0,0-1 86 0 0,0 0-1 0 0,0 0 1 0 0,1 0-1 0 0,-1-1 1 0 0,0 1-1 0 0,1-1 1 0 0,0 1-1 0 0,-1-1 1 0 0,1 0-1 0 0,0 0 1 0 0,-1 0-1 0 0,1-1 1 0 0,3 1-1 0 0,-4 0 282 0 0,28-13 2240 0 0,-28 10-2610 0 0,0 0-1 0 0,0 0 1 0 0,-1 0 0 0 0,1 0 0 0 0,0 0 0 0 0,-1-1 0 0 0,0 1-1 0 0,1 0 1 0 0,-1-1 0 0 0,0 1 0 0 0,0-1 0 0 0,-1 1 0 0 0,1-1-1 0 0,0 0 1 0 0,-1 1 0 0 0,0-1 0 0 0,1 0 0 0 0,-1 1 0 0 0,0-1-1 0 0,-1 0 1 0 0,1 1 0 0 0,-1-6 0 0 0,0 5 3 0 0,1-2 345 0 0,-17-15-10722 0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5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5 712 0 0,'4'-5'9780'0'0,"-5"23"-9484"0"0,1-14-40 0 0,-6 48 1126 0 0,6-50-1278 0 0,0-1-32 0 0,-1-1-43 0 0,1 1 0 0 0,0 0 0 0 0,0 0 1 0 0,0-1-1 0 0,0 1 0 0 0,0 0 0 0 0,0-1 0 0 0,0 1 0 0 0,0 0 0 0 0,0 0 0 0 0,0-1 0 0 0,0 1 1 0 0,0 0-1 0 0,0-1 0 0 0,0 1 0 0 0,1 0 0 0 0,-1 0 0 0 0,0-1 0 0 0,1 1 0 0 0,-1-1 0 0 0,0 1 1 0 0,1 0-1 0 0,-1-1 0 0 0,1 1 0 0 0,-1-1 0 0 0,1 1 0 0 0,-1-1 0 0 0,1 1 0 0 0,-1-1 0 0 0,2 1 1 0 0,10-7 63 0 0,1 0 0 0 0,-1-1 1 0 0,13-10-1 0 0,-9 7-18 0 0,-15 9-59 0 0,-1 1-36 0 0,1-1 16 0 0,0 1-1 0 0,-1 0 1 0 0,1 0 0 0 0,-1 0 0 0 0,1 0-1 0 0,0-1 1 0 0,-1 1 0 0 0,1 0-1 0 0,0 0 1 0 0,-1 0 0 0 0,1 0 0 0 0,-1 1-1 0 0,1-1 1 0 0,0 0 0 0 0,-1 0-1 0 0,1 0 1 0 0,-1 0 0 0 0,1 1 0 0 0,1-1-1 0 0,-1 3 3 0 0,0 0 0 0 0,1 0 0 0 0,0 0-1 0 0,-1-1 1 0 0,1 1 0 0 0,0-1 0 0 0,0 1-1 0 0,1-1 1 0 0,-1 0 0 0 0,0 0-1 0 0,1 0 1 0 0,0 0 0 0 0,-1 0 0 0 0,1 0-1 0 0,0-1 1 0 0,0 1 0 0 0,0-1 0 0 0,0 0-1 0 0,0 0 1 0 0,0 0 0 0 0,0 0 0 0 0,0-1-1 0 0,0 1 1 0 0,0-1 0 0 0,0 0 0 0 0,1 0-1 0 0,-1 0 1 0 0,5-1 0 0 0,10-2-23 0 0,54-8-77 0 0,88-2 0 0 0,-159 13 101 0 0,-1 0 0 0 0,1 0 0 0 0,0 0 0 0 0,-1 0 0 0 0,1 0 0 0 0,0 0 0 0 0,-1 0 1 0 0,1 0-1 0 0,0 0 0 0 0,0 0 0 0 0,-1 0 0 0 0,1 0 0 0 0,0 0 0 0 0,-1 0 0 0 0,1 1 0 0 0,0-1 1 0 0,-1 0-1 0 0,1 1 0 0 0,-1-1 0 0 0,1 0 0 0 0,0 1 0 0 0,-1-1 0 0 0,1 1 0 0 0,-1-1 1 0 0,1 1-1 0 0,-1-1 0 0 0,1 1 0 0 0,-1-1 0 0 0,0 1 0 0 0,1 0 0 0 0,-1-1 0 0 0,0 1 1 0 0,1 0-1 0 0,-1-1 0 0 0,0 1 0 0 0,0 0 0 0 0,0-1 0 0 0,1 1 0 0 0,-1 0 0 0 0,0-1 0 0 0,0 1 1 0 0,0 0-1 0 0,0-1 0 0 0,0 1 0 0 0,0 0 0 0 0,0-1 0 0 0,-1 1 0 0 0,1 0 0 0 0,0 0 1 0 0,0-1-1 0 0,0 1 0 0 0,-1 0 0 0 0,1-1 0 0 0,0 1 0 0 0,-1-1 0 0 0,1 1 0 0 0,-1 0 0 0 0,1-1 1 0 0,0 1-1 0 0,-1-1 0 0 0,0 1 0 0 0,-2 3 2 0 0,1 0 0 0 0,-1 0 0 0 0,0 0 0 0 0,0-1 0 0 0,0 0 0 0 0,-1 1 0 0 0,-6 4 1 0 0,7-7-6 0 0,-26 13-1975 0 0,18-9-4276 0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15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0 72 0 0,'0'0'2028'0'0,"3"4"-1086"0"0,16 29 914 0 0,-5-10-1154 0 0,0 1 0 0 0,-1 0 0 0 0,-2 0 0 0 0,0 1 0 0 0,-2 1 0 0 0,-1 0 0 0 0,9 45 0 0 0,-15-47-463 0 0,-1 0 0 0 0,-1 0-1 0 0,-1-1 1 0 0,-1 1 0 0 0,0 0-1 0 0,-2-1 1 0 0,-1 0 0 0 0,-1 1-1 0 0,-13 31 1 0 0,11-38-130 0 0,0 0 1 0 0,-1-1-1 0 0,0 0 1 0 0,-1-1-1 0 0,-1 0 0 0 0,-1 0 1 0 0,0-1-1 0 0,-1-1 1 0 0,0 0-1 0 0,-1-1 1 0 0,0 0-1 0 0,-26 15 0 0 0,10-9-372 0 0,-1-1 0 0 0,-62 23 0 0 0,72-33-1543 0 0,0-1-1 0 0,-1-1 1 0 0,-25 2 0 0 0,6-3-1743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1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15 243 212 0 0,'0'1'158'0'0,"-1"0"0"0"0,1 0 0 0 0,-1 0 0 0 0,1 0 1 0 0,0 1-1 0 0,-1-1 0 0 0,1 0 0 0 0,0 0 0 0 0,0 0 0 0 0,0 0 0 0 0,0 1 0 0 0,0-1 0 0 0,0 0 1 0 0,0 0-1 0 0,0 0 0 0 0,1 0 0 0 0,-1 1 0 0 0,0-1 0 0 0,1 0 0 0 0,-1 0 0 0 0,1 0 0 0 0,-1 0 1 0 0,1 0-1 0 0,-1 0 0 0 0,1 0 0 0 0,0 0 0 0 0,-1 0 0 0 0,1 0 0 0 0,0 0 0 0 0,0 0 1 0 0,0-1-1 0 0,0 1 0 0 0,1 1 0 0 0,0-1 347 0 0,17-4 984 0 0,-2-3-1033 0 0,-1 0 0 0 0,0-2 0 0 0,0 0 0 0 0,-1-1 0 0 0,0 0 1 0 0,0-1-1 0 0,20-18 0 0 0,-25 19-319 0 0,0 0 1 0 0,-1-1-1 0 0,-1 1 1 0 0,1-2-1 0 0,-1 1 1 0 0,-1-1-1 0 0,0 0 1 0 0,-1-1-1 0 0,0 0 1 0 0,-1 0-1 0 0,5-13 1 0 0,-9 23-115 0 0,-1 0 1 0 0,1 1 0 0 0,-1-1-1 0 0,1 0 1 0 0,-1 0 0 0 0,1 0-1 0 0,-1 0 1 0 0,0 1 0 0 0,0-1-1 0 0,0 0 1 0 0,0 0 0 0 0,0 0-1 0 0,-1 0 1 0 0,1 1 0 0 0,0-1-1 0 0,-1 0 1 0 0,1 0 0 0 0,-1 1-1 0 0,0-1 1 0 0,0 0 0 0 0,1 1-1 0 0,-1-1 1 0 0,-2-2 0 0 0,1 3-13 0 0,0 0 0 0 0,1 0 0 0 0,-1 0 0 0 0,0 1 0 0 0,0-1 0 0 0,0 0 1 0 0,0 1-1 0 0,0 0 0 0 0,0-1 0 0 0,0 1 0 0 0,0 0 0 0 0,0 0 0 0 0,0 0 1 0 0,0 0-1 0 0,0 0 0 0 0,1 1 0 0 0,-5 0 0 0 0,-8 3-8 0 0,0 0 1 0 0,1 1-1 0 0,-1 1 0 0 0,-19 11 0 0 0,19-9-8 0 0,0 1 0 0 0,0 1 0 0 0,1 0 0 0 0,1 1 0 0 0,0 1 0 0 0,0-1 0 0 0,1 2 0 0 0,0 0 0 0 0,-10 18 0 0 0,18-28 4 0 0,1 1 0 0 0,-1 0 0 0 0,1 0 0 0 0,0 0 0 0 0,1 0 0 0 0,-1 0 0 0 0,1 1 0 0 0,-1-1 0 0 0,1 0 0 0 0,1 1 0 0 0,-1-1 0 0 0,1 1 0 0 0,-1-1 0 0 0,1 1 0 0 0,1-1 0 0 0,-1 1 0 0 0,1-1 0 0 0,-1 1 0 0 0,1-1 0 0 0,0 0 0 0 0,1 1 0 0 0,-1-1 0 0 0,1 0 0 0 0,0 0 0 0 0,0 0 0 0 0,0 0 0 0 0,0 0 0 0 0,1-1 0 0 0,0 1 0 0 0,0-1 0 0 0,0 1 0 0 0,0-1 1 0 0,0 0-1 0 0,0 0 0 0 0,1 0 0 0 0,0-1 0 0 0,-1 1 0 0 0,9 2 0 0 0,3 3 6 0 0,0-1 1 0 0,1 0-1 0 0,0-2 1 0 0,0 0-1 0 0,0 0 1 0 0,1-2-1 0 0,0 0 1 0 0,-1-1-1 0 0,1 0 1 0 0,0-2-1 0 0,0 0 1 0 0,19-3-1 0 0,6-2 3 0 0,0-1 0 0 0,-1-3 0 0 0,66-22 1 0 0,-83 22-8 0 0,-1 0 0 0 0,0-2 0 0 0,29-17 0 0 0,-43 22 4 0 0,0 0 1 0 0,0 0-1 0 0,-1-1 1 0 0,1 0-1 0 0,-1-1 0 0 0,-1 0 1 0 0,0 0-1 0 0,0-1 1 0 0,11-18-1 0 0,-17 26-7 0 0,0 0 0 0 0,0-1-1 0 0,0 1 1 0 0,-1-1 0 0 0,1 1-1 0 0,0-1 1 0 0,-1 1-1 0 0,1-1 1 0 0,-1 1 0 0 0,0-1-1 0 0,1 0 1 0 0,-1 1 0 0 0,0-1-1 0 0,0 0 1 0 0,0 1 0 0 0,0-1-1 0 0,0 0 1 0 0,0 1 0 0 0,-1-1-1 0 0,1 0 1 0 0,0 1 0 0 0,-1-1-1 0 0,1 1 1 0 0,-1-1 0 0 0,0 1-1 0 0,0-1 1 0 0,1 1 0 0 0,-1-1-1 0 0,0 1 1 0 0,0 0-1 0 0,0-1 1 0 0,0 1 0 0 0,-1 0-1 0 0,1 0 1 0 0,0 0 0 0 0,-2-1-1 0 0,0 0-5 0 0,0 1 0 0 0,0 0-1 0 0,0 0 1 0 0,0 0-1 0 0,0 0 1 0 0,-1 0 0 0 0,1 1-1 0 0,0 0 1 0 0,-1-1-1 0 0,1 1 1 0 0,0 0 0 0 0,0 1-1 0 0,-1-1 1 0 0,1 0-1 0 0,0 1 1 0 0,0 0 0 0 0,-5 1-1 0 0,2 0-3 0 0,1-1 0 0 0,0 1 0 0 0,-1 0 0 0 0,1 1-1 0 0,0-1 1 0 0,0 1 0 0 0,0 0 0 0 0,0 0 0 0 0,1 0 0 0 0,-1 1-1 0 0,1 0 1 0 0,0 0 0 0 0,0 0 0 0 0,0 0 0 0 0,-4 7 0 0 0,8-10 10 0 0,0 0 1 0 0,-1 0 0 0 0,1 0-1 0 0,0 0 1 0 0,0 0 0 0 0,0 0 0 0 0,0 0-1 0 0,0 0 1 0 0,0 0 0 0 0,1 0-1 0 0,-1 0 1 0 0,0 0 0 0 0,0 0-1 0 0,1 0 1 0 0,-1 0 0 0 0,1 0 0 0 0,-1 0-1 0 0,1 0 1 0 0,-1 0 0 0 0,1 0-1 0 0,-1 0 1 0 0,1-1 0 0 0,0 1 0 0 0,-1 0-1 0 0,1 0 1 0 0,0-1 0 0 0,0 1-1 0 0,0 0 1 0 0,0-1 0 0 0,0 1-1 0 0,-1-1 1 0 0,1 1 0 0 0,0-1 0 0 0,0 1-1 0 0,0-1 1 0 0,0 0 0 0 0,2 1-1 0 0,38 11 10 0 0,-26-10-41 0 0,0-1 0 0 0,0 0 0 0 0,20-3 0 0 0,-20 1-87 0 0,1 1 0 0 0,-1 0 0 0 0,1 1 0 0 0,20 3-1 0 0,-32-3 101 0 0,0 0-1 0 0,-1 0 1 0 0,1 1-1 0 0,-1-1 1 0 0,1 1-1 0 0,-1-1 1 0 0,1 1-1 0 0,-1 0 0 0 0,0 1 1 0 0,0-1-1 0 0,0 0 1 0 0,0 1-1 0 0,-1 0 1 0 0,1-1-1 0 0,-1 1 1 0 0,1 0-1 0 0,-1 0 1 0 0,0 1-1 0 0,0-1 0 0 0,0 0 1 0 0,-1 1-1 0 0,2 4 1 0 0,3 12 2 0 0,-1 1 0 0 0,-1 0 0 0 0,0 0 0 0 0,-2 1 0 0 0,-1-1 1 0 0,0 0-1 0 0,-6 42 0 0 0,2-35-2 0 0,-2 0-1 0 0,-1 0 1 0 0,-1-1 0 0 0,-1 1 0 0 0,-19 39 0 0 0,18-49 149 0 0,-1 0 1 0 0,0-1-1 0 0,-1-1 0 0 0,-16 19 1 0 0,21-29-71 0 0,1 0 0 0 0,-1 0-1 0 0,0-1 1 0 0,0 1 0 0 0,0-1 0 0 0,-1-1 0 0 0,0 1 0 0 0,0-1-1 0 0,0 0 1 0 0,-1-1 0 0 0,1 0 0 0 0,-16 5 0 0 0,21-8 164 0 0,-22-11 162 0 0,21 8-350 0 0,0 0 1 0 0,-1 0-1 0 0,1 0 1 0 0,1 0-1 0 0,-1-1 0 0 0,0 1 1 0 0,1-1-1 0 0,0 0 1 0 0,0 0-1 0 0,0 1 0 0 0,0-1 1 0 0,0-1-1 0 0,1 1 1 0 0,0 0-1 0 0,0 0 1 0 0,0 0-1 0 0,0-8 0 0 0,-1-5 68 0 0,0-1 0 0 0,3-33-1 0 0,0 44-98 0 0,-1-1 0 0 0,2 0 0 0 0,-1 1 0 0 0,1-1-1 0 0,0 1 1 0 0,0 0 0 0 0,1 0 0 0 0,0-1 0 0 0,0 2-1 0 0,1-1 1 0 0,0 0 0 0 0,0 1 0 0 0,1 0 0 0 0,7-9-1 0 0,-7 11-286 0 0,-1 0-1 0 0,1 0 0 0 0,-1 1 0 0 0,1 0 0 0 0,0 0 1 0 0,0 0-1 0 0,1 1 0 0 0,-1-1 0 0 0,0 1 0 0 0,1 0 0 0 0,-1 1 1 0 0,1 0-1 0 0,0 0 0 0 0,0 0 0 0 0,-1 0 0 0 0,1 1 1 0 0,0 0-1 0 0,0 0 0 0 0,11 2 0 0 0,1 1-3177 0 0,-1-2 264 0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1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64 264 0 0,'9'-11'3619'0'0,"0"-4"4532"0"0,-5 3-931 0 0,-4 3-6322 0 0,-1 4-4394 0 0,-4-7 2528 0 0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2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34 24 0 0,'-21'4'1272'0'0,"19"-4"-786"0"0,0-1-1 0 0,0 1 1 0 0,1-1-1 0 0,-1 0 0 0 0,1 1 1 0 0,-1-1-1 0 0,0 0 1 0 0,1 0-1 0 0,-1 0 0 0 0,1 0 1 0 0,0-1-1 0 0,-1 1 1 0 0,1 0-1 0 0,0 0 1 0 0,0-1-1 0 0,0 1 0 0 0,0-1 1 0 0,0 1-1 0 0,0-1 1 0 0,-1-3-1 0 0,1 3-225 0 0,0 1 628 0 0,-1-2-531 0 0,0-2 579 0 0,38 13-12523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3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7 111 356 0 0,'0'0'5721'0'0,"-7"-36"2225"0"0,19 27-7908 0 0,0 1 1 0 0,0 0-1 0 0,1 1 0 0 0,0 0 0 0 0,0 1 0 0 0,1 0 1 0 0,0 1-1 0 0,0 1 0 0 0,0 0 0 0 0,0 1 0 0 0,1 1 1 0 0,-1 0-1 0 0,20 0 0 0 0,-28 1-40 0 0,-1 1 1 0 0,1 0-1 0 0,0 0 1 0 0,0 0-1 0 0,-1 1 1 0 0,1 0-1 0 0,0 0 0 0 0,-1 0 1 0 0,1 1-1 0 0,-1 0 1 0 0,0 0-1 0 0,1 0 1 0 0,-1 0-1 0 0,0 1 1 0 0,0 0-1 0 0,-1 0 0 0 0,1 1 1 0 0,8 7-1 0 0,-10-7 2 0 0,0 0-1 0 0,0 0 1 0 0,-1 0-1 0 0,0 0 1 0 0,0 1 0 0 0,0-1-1 0 0,0 1 1 0 0,0-1-1 0 0,-1 1 1 0 0,0 0-1 0 0,0-1 1 0 0,0 1-1 0 0,-1 0 1 0 0,0 0-1 0 0,0 0 1 0 0,0 0 0 0 0,0 0-1 0 0,-1-1 1 0 0,0 1-1 0 0,0 0 1 0 0,0 0-1 0 0,0-1 1 0 0,-3 5-1 0 0,-3 9 9 0 0,-1-1 0 0 0,0 0-1 0 0,-2-1 1 0 0,0 0-1 0 0,-1 0 1 0 0,0-1-1 0 0,-1-1 1 0 0,-26 25 0 0 0,-6-1 32 0 0,-75 52 0 0 0,72-56 383 0 0,45-33-258 0 0,8-2-146 0 0,36-4 25 0 0,41-12 0 0 0,-41 7-25 0 0,0 2 0 0 0,1 2 0 0 0,72 0 0 0 0,-98 5 42 0 0,0-5-6652 0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4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0 708 0 0,'0'0'861'0'0,"-20"2"3625"0"0,6 3 3007 0 0,24-1-7407 0 0,-1-1-1 0 0,2 0 1 0 0,-1 0 0 0 0,0-1-1 0 0,0-1 1 0 0,1 0 0 0 0,15 0-1 0 0,86-8 240 0 0,-51 2-164 0 0,39 4-264 0 0,-98 1-224 0 0,8 0-2043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4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66 552 0 0,'6'-4'11130'0'0,"2"38"-10021"0"0,5 52-1 0 0,0 4-222 0 0,-8-60-379 0 0,2 59 0 0 0,-7-87-376 0 0,0-2-133 0 0,0-1 0 0 0,0 1 0 0 0,0 0 0 0 0,0 0 0 0 0,0 0 0 0 0,0 0 0 0 0,0 0 0 0 0,-1 0 0 0 0,1-1 0 0 0,0 1 0 0 0,0 0 0 0 0,0 0 0 0 0,0 0 0 0 0,0 0 0 0 0,0 0 0 0 0,-1 0 0 0 0,1 0 1 0 0,0 0-1 0 0,0 0 0 0 0,0 0 0 0 0,0 0 0 0 0,0 0 0 0 0,-1 0 0 0 0,1 0 0 0 0,0 0 0 0 0,0 0 0 0 0,0 0 0 0 0,0 0 0 0 0,0 0 0 0 0,-1 0 0 0 0,1 0 0 0 0,0 0 0 0 0,0 0 0 0 0,0 0 0 0 0,0 0 0 0 0,0 0 0 0 0,-1 0 0 0 0,1 0 0 0 0,0 0 0 0 0,0 0 0 0 0,0 0 0 0 0,0 1 0 0 0,0-1 0 0 0,0 0 0 0 0,0 0 0 0 0,-1 0 0 0 0,1 0 0 0 0,0 0 0 0 0,0 0 0 0 0,0 0 0 0 0,0 1 0 0 0,0-1 0 0 0,0 0 0 0 0,0 0 0 0 0,0 0 0 0 0,0 0 0 0 0,0 0 0 0 0,0 1 0 0 0,0-1 0 0 0,0 0 0 0 0,0 0 0 0 0,-18-19-224 0 0,-16-32-508 0 0,28 39 613 0 0,-6-9-94 0 0,1 0 0 0 0,1-1-1 0 0,0-1 1 0 0,2 0 0 0 0,1 0 0 0 0,1 0 0 0 0,-4-35 0 0 0,9 55 223 0 0,1-1 0 0 0,0 1 0 0 0,-1 0 0 0 0,2-1 0 0 0,-1 1 0 0 0,0 0 0 0 0,1-1 0 0 0,-1 1 0 0 0,1 0 0 0 0,0 0 0 0 0,0 0 0 0 0,0-1 0 0 0,1 1 0 0 0,-1 0 1 0 0,1 0-1 0 0,0 1 0 0 0,0-1 0 0 0,0 0 0 0 0,0 0 0 0 0,0 1 0 0 0,0 0 0 0 0,1-1 0 0 0,-1 1 0 0 0,4-3 0 0 0,1 2-3 0 0,0 0 0 0 0,0 0 1 0 0,0 0-1 0 0,1 1 0 0 0,-1 0 0 0 0,0 1 0 0 0,1 0 0 0 0,-1 0 0 0 0,16 0 0 0 0,-2 1 2 0 0,1 2 0 0 0,0 0 0 0 0,-1 1 0 0 0,0 2 0 0 0,0 0 0 0 0,0 1 0 0 0,20 9 0 0 0,-8-2 10 0 0,-1 3 0 0 0,0 0 0 0 0,43 31 0 0 0,-66-40-16 0 0,1 0 1 0 0,-1 1 0 0 0,-1-1 0 0 0,0 1 0 0 0,0 1-1 0 0,0 0 1 0 0,-1 0 0 0 0,0 1 0 0 0,9 19 0 0 0,-14-25-1 0 0,0 0 1 0 0,0 0-1 0 0,-1 0 1 0 0,0 0 0 0 0,0 1-1 0 0,0-1 1 0 0,-1 0 0 0 0,1 1-1 0 0,-1-1 1 0 0,0 1 0 0 0,0-1-1 0 0,-1 0 1 0 0,1 1 0 0 0,-1-1-1 0 0,0 0 1 0 0,0 1 0 0 0,-1-1-1 0 0,1 0 1 0 0,-1 0 0 0 0,0 0-1 0 0,0 0 1 0 0,0 0 0 0 0,0 0-1 0 0,-1-1 1 0 0,0 1 0 0 0,0-1-1 0 0,0 0 1 0 0,-4 5 0 0 0,-9 5 113 0 0,0 0 1 0 0,-1-1-1 0 0,0 0 1 0 0,-1-2 0 0 0,0 0-1 0 0,-1-1 1 0 0,-34 12-1 0 0,16-9 411 0 0,-1-2-1 0 0,-1-2 0 0 0,-43 5 0 0 0,27-6 388 0 0,52-6-864 0 0,0-1-126 0 0,-16-1-1664 0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8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93 228 0 0,'1'-54'10574'0'0,"0"54"-10520"0"0,0 0 0 0 0,0-1-1 0 0,0 1 1 0 0,1 0-1 0 0,-1 0 1 0 0,0 0 0 0 0,0 1-1 0 0,0-1 1 0 0,0 0-1 0 0,1 0 1 0 0,-1 1 0 0 0,0-1-1 0 0,0 1 1 0 0,0-1-1 0 0,0 1 1 0 0,0-1 0 0 0,0 1-1 0 0,0-1 1 0 0,0 1-1 0 0,0 0 1 0 0,0 0 0 0 0,0-1-1 0 0,-1 1 1 0 0,1 0-1 0 0,0 0 1 0 0,0 0-1 0 0,0 2 1 0 0,30 36 97 0 0,-23-27 55 0 0,146 203 919 0 0,-152-214-487 0 0,23-33-236 0 0,-20 21-340 0 0,0-1 0 0 0,-1 0-1 0 0,-1 1 1 0 0,3-14 0 0 0,-3 12-61 0 0,0 0 0 0 0,1 0 0 0 0,7-15 1 0 0,4-5-500 0 0,19-36-1232 0 0,-7 29-5664 0 0,-21 32 4289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8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1 124 44 0 0,'10'1'491'0'0,"0"-1"0"0"0,-1 0-1 0 0,1-1 1 0 0,0 0 0 0 0,0-1 0 0 0,0 1 0 0 0,-1-2-1 0 0,1 0 1 0 0,-1 0 0 0 0,1 0 0 0 0,-1-1 0 0 0,-1-1-1 0 0,1 1 1 0 0,0-1 0 0 0,-1-1 0 0 0,0 0 0 0 0,0 0 0 0 0,-1-1-1 0 0,0 1 1 0 0,8-11 0 0 0,-14 16-456 0 0,0 1 0 0 0,-1-1 0 0 0,1 0 0 0 0,0 0 0 0 0,-1 0 0 0 0,1 0 0 0 0,-1 0-1 0 0,1 0 1 0 0,-1 0 0 0 0,0 0 0 0 0,1 0 0 0 0,-1 0 0 0 0,0 0 0 0 0,0 0 0 0 0,0 0 0 0 0,0 0 0 0 0,0-1 0 0 0,0 1 0 0 0,0 0 0 0 0,0 0 0 0 0,0 0 0 0 0,0 0-1 0 0,-1 0 1 0 0,1 0 0 0 0,0 0 0 0 0,-1 0 0 0 0,1 0 0 0 0,-1 0 0 0 0,1 0 0 0 0,-1 0 0 0 0,0 0 0 0 0,1 0 0 0 0,-1 1 0 0 0,0-1 0 0 0,1 0 0 0 0,-1 0 0 0 0,0 1 0 0 0,0-1-1 0 0,0 0 1 0 0,0 1 0 0 0,0-1 0 0 0,0 1 0 0 0,0-1 0 0 0,-1 0 0 0 0,0 1 40 0 0,-2 0-14 0 0,-3 2-37 0 0,-1 0 0 0 0,1 0 0 0 0,0 1-1 0 0,0 0 1 0 0,0 0 0 0 0,0 1 0 0 0,0 0 0 0 0,1 0-1 0 0,0 0 1 0 0,-1 1 0 0 0,-8 9 0 0 0,12-12-16 0 0,1 1 1 0 0,-1-1 0 0 0,1 1-1 0 0,-1 0 1 0 0,1 0-1 0 0,0 0 1 0 0,0 0-1 0 0,0 0 1 0 0,1 1-1 0 0,-1-1 1 0 0,1 0-1 0 0,-1 1 1 0 0,1-1-1 0 0,0 1 1 0 0,1-1-1 0 0,-1 1 1 0 0,1 0-1 0 0,-1-1 1 0 0,1 1 0 0 0,0 0-1 0 0,0-1 1 0 0,1 1-1 0 0,-1 0 1 0 0,1-1-1 0 0,0 1 1 0 0,0 0-1 0 0,2 4 1 0 0,-2-6-78 0 0,0 1-1 0 0,1-1 1 0 0,-1 0 0 0 0,1 0 0 0 0,0 0-1 0 0,-1 0 1 0 0,1 0 0 0 0,0 0 0 0 0,0-1-1 0 0,0 1 1 0 0,0-1 0 0 0,1 1 0 0 0,-1-1 0 0 0,0 0-1 0 0,1 0 1 0 0,-1 1 0 0 0,0-2 0 0 0,1 1-1 0 0,4 1 1 0 0,1-1-889 0 0,-1 0 0 0 0,1-1 0 0 0,0 1 0 0 0,0-2 0 0 0,0 1 0 0 0,8-2-1 0 0,13-2-1569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9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69 367 560 0 0,'0'0'5956'0'0,"-5"-1"-5303"0"0,-32 0 1096 0 0,36 2-1683 0 0,0-1 0 0 0,-1 0 0 0 0,1 1 0 0 0,0-1-1 0 0,0 1 1 0 0,-1-1 0 0 0,1 1 0 0 0,0-1 0 0 0,0 1-1 0 0,0 0 1 0 0,-1 0 0 0 0,1 0 0 0 0,0-1 0 0 0,0 1 0 0 0,0 0-1 0 0,0 0 1 0 0,1 1 0 0 0,-1-1 0 0 0,0 0 0 0 0,0 0 0 0 0,1 0-1 0 0,-1 0 1 0 0,1 1 0 0 0,-1-1 0 0 0,1 0 0 0 0,-1 1-1 0 0,1-1 1 0 0,0 0 0 0 0,0 1 0 0 0,-1-1 0 0 0,1 0 0 0 0,0 3-1 0 0,0-2-44 0 0,0 1 0 0 0,0 0 0 0 0,0-1 0 0 0,1 1 0 0 0,-1 0 0 0 0,1-1 0 0 0,-1 1-1 0 0,1-1 1 0 0,0 1 0 0 0,0-1 0 0 0,0 1 0 0 0,0-1 0 0 0,0 0 0 0 0,1 0 0 0 0,-1 1 0 0 0,1-1-1 0 0,-1 0 1 0 0,1 0 0 0 0,0 0 0 0 0,0 0 0 0 0,0-1 0 0 0,0 1 0 0 0,0-1 0 0 0,3 2 0 0 0,0 0-54 0 0,0-1 0 0 0,0-1 0 0 0,0 1 0 0 0,1-1 0 0 0,-1 0 0 0 0,0 0 0 0 0,1 0 0 0 0,-1-1 0 0 0,1 0 0 0 0,-1 0 0 0 0,7-1 0 0 0,5-1-84 0 0,-1-1 0 0 0,1-1-1 0 0,-1 0 1 0 0,0-1 0 0 0,0-1 0 0 0,28-14 0 0 0,-33 12 123 0 0,0 1 0 0 0,-1-2 0 0 0,0 1 0 0 0,0-2 0 0 0,-1 1-1 0 0,0-1 1 0 0,0-1 0 0 0,-1 1 0 0 0,-1-1 0 0 0,0-1 0 0 0,-1 0 0 0 0,0 1 0 0 0,6-19 0 0 0,-6 14 277 0 0,-1 0 0 0 0,-1 0 0 0 0,0-1 1 0 0,-1 0-1 0 0,-1 0 0 0 0,-1 1 0 0 0,0-1 1 0 0,-1 0-1 0 0,-1 0 0 0 0,-3-20 0 0 0,3 32 62 0 0,0-1 0 0 0,0 1 0 0 0,0-1 0 0 0,-1 1 0 0 0,1-1 0 0 0,-1 1 0 0 0,-1 0 0 0 0,1 0 0 0 0,-5-7 0 0 0,6 11 218 0 0,-16 51-261 0 0,13-14-211 0 0,2 1 0 0 0,1 0 0 0 0,2 0 1 0 0,2 0-1 0 0,8 40 0 0 0,3 60-838 0 0,-6-63-4698 0 0,-8-72 4152 0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49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1 102 648 0 0,'0'0'821'0'0,"3"4"-68"0"0,-1-2-615 0 0,0-1 1 0 0,0 1-1 0 0,0-1 0 0 0,0 1 0 0 0,0-1 0 0 0,0 0 1 0 0,0 0-1 0 0,1 0 0 0 0,-1 0 0 0 0,0 0 1 0 0,1-1-1 0 0,-1 1 0 0 0,1-1 0 0 0,-1 1 0 0 0,1-1 1 0 0,-1 0-1 0 0,1 0 0 0 0,-1 0 0 0 0,0 0 0 0 0,1-1 1 0 0,-1 1-1 0 0,4-2 0 0 0,15 1 191 0 0,28-2 358 0 0,0-2 1 0 0,0-2-1 0 0,0-2 1 0 0,71-24 0 0 0,-111 30-360 0 0,-6 3-153 0 0,-1 0 0 0 0,1-1-1 0 0,0 0 1 0 0,0 0 0 0 0,0 0 0 0 0,0 0 0 0 0,-1 0 0 0 0,1 0 0 0 0,0-1-1 0 0,-1 1 1 0 0,1-1 0 0 0,-1 0 0 0 0,4-3 0 0 0,-30 2 13 0 0,19 2-111 0 0,3 1-65 0 0,0 0-1 0 0,1 0 1 0 0,-1 0 0 0 0,0 1-1 0 0,0-1 1 0 0,0 0 0 0 0,0 1-1 0 0,0-1 1 0 0,0 1 0 0 0,0 0-1 0 0,1 0 1 0 0,-1-1 0 0 0,0 1-1 0 0,1 0 1 0 0,-1 0 0 0 0,0 1-1 0 0,1-1 1 0 0,-1 0 0 0 0,-2 3-1 0 0,-29 35 162 0 0,27-32-134 0 0,6-6-38 0 0,-1-1 0 0 0,0 1 0 0 0,1-1 0 0 0,-1 1 0 0 0,1-1 0 0 0,-1 1-1 0 0,1-1 1 0 0,-1 1 0 0 0,1 0 0 0 0,-1-1 0 0 0,1 1 0 0 0,0 0 0 0 0,-1-1-1 0 0,1 1 1 0 0,0 0 0 0 0,0-1 0 0 0,-1 1 0 0 0,1 0 0 0 0,0 0 0 0 0,0-1-1 0 0,0 1 1 0 0,0 0 0 0 0,0 0 0 0 0,0-1 0 0 0,0 1 0 0 0,0 0 0 0 0,0 0-1 0 0,0-1 1 0 0,1 1 0 0 0,-1 0 0 0 0,0 0 0 0 0,0-1 0 0 0,1 1 0 0 0,-1 0 0 0 0,0-1-1 0 0,1 1 1 0 0,-1 0 0 0 0,1-1 0 0 0,-1 1 0 0 0,1-1 0 0 0,-1 1 0 0 0,2 0-1 0 0,0 0-2 0 0,0-1 0 0 0,-1 1 0 0 0,1-1 0 0 0,0 0 0 0 0,0 0 0 0 0,0 0 0 0 0,0 0 0 0 0,0 0 0 0 0,0 0 0 0 0,0 0 0 0 0,-1-1 0 0 0,1 1 0 0 0,0 0 0 0 0,0-1 0 0 0,0 0 0 0 0,0 1 0 0 0,-1-1 0 0 0,1 0 0 0 0,1-1 0 0 0,36-22-127 0 0,-29 17 87 0 0,1 0 0 0 0,0 0-1 0 0,1 1 1 0 0,-1 0 0 0 0,1 1 0 0 0,0 1 0 0 0,1 0 0 0 0,14-3-1 0 0,-20 7 19 0 0,1 1 0 0 0,-1 0-1 0 0,0 0 1 0 0,0 0 0 0 0,0 1-1 0 0,0 0 1 0 0,-1 1 0 0 0,1 0-1 0 0,-1 0 1 0 0,1 0 0 0 0,-1 0-1 0 0,11 9 1 0 0,-9-7-5 0 0,-1 0 0 0 0,1-1 0 0 0,0 0 0 0 0,0 0 0 0 0,0-1-1 0 0,11 3 1 0 0,-15-5 110 0 0,0-1-1 0 0,1 0 0 0 0,-1 0 1 0 0,0 0-1 0 0,1 0 0 0 0,-1-1 0 0 0,0 0 1 0 0,0 0-1 0 0,1 0 0 0 0,-1 0 0 0 0,0-1 1 0 0,0 0-1 0 0,0 1 0 0 0,0-1 1 0 0,-1-1-1 0 0,1 1 0 0 0,0-1 0 0 0,-1 1 1 0 0,0-1-1 0 0,5-4 0 0 0,-2 0-224 0 0,1-1-1 0 0,-1 1 1 0 0,-1-1-1 0 0,1 0 0 0 0,-1 0 1 0 0,-1-1-1 0 0,7-14 1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52.3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88 304 0 0,'26'-20'3540'0'0,"-10"8"-2096"0"0,26-24 3132 0 0,-33 27-1911 0 0,-31-1-2254 0 0,14 9-360 0 0,1 1-1 0 0,0 1 1 0 0,-1-1 0 0 0,1 1 0 0 0,0 1 0 0 0,-1 0-1 0 0,1 0 1 0 0,0 0 0 0 0,0 0 0 0 0,-12 7 0 0 0,-5 1 33 0 0,7-5-37 0 0,2-1 0 0 0,1 1 0 0 0,-1 0-1 0 0,1 1 1 0 0,0 0 0 0 0,1 1-1 0 0,-1 1 1 0 0,-23 17 0 0 0,37-24-48 0 0,-1-1 0 0 0,1 0 0 0 0,-1 1 0 0 0,1-1 0 0 0,0 1 0 0 0,-1-1 0 0 0,1 1 0 0 0,0-1 0 0 0,-1 1 0 0 0,1-1 0 0 0,0 1 0 0 0,0 0 0 0 0,-1-1 0 0 0,1 1 0 0 0,0-1 0 0 0,0 1 0 0 0,0 0 0 0 0,0-1 0 0 0,0 1 0 0 0,0-1 0 0 0,0 1 0 0 0,0 0 0 0 0,0-1 0 0 0,0 1 1 0 0,0-1-1 0 0,0 1 0 0 0,1 0 0 0 0,-1-1 0 0 0,0 1 0 0 0,0-1 0 0 0,1 2 0 0 0,17 14-14 0 0,27 4-21 0 0,57 6-176 0 0,55 17-97 0 0,-140-37 205 0 0,0 1 0 0 0,-1 0 1 0 0,0 1-1 0 0,0 1 0 0 0,-1 0 1 0 0,25 21-1 0 0,-38-28 58 0 0,1 1 1 0 0,0-1-1 0 0,-1 1 0 0 0,1 0 0 0 0,-1 0 0 0 0,0 0 1 0 0,0 0-1 0 0,0 0 0 0 0,-1 0 0 0 0,1 0 1 0 0,-1 0-1 0 0,2 7 0 0 0,-2-8 19 0 0,-1 0 1 0 0,0 0-1 0 0,0 0 1 0 0,0 0-1 0 0,0 0 1 0 0,0 1-1 0 0,0-1 1 0 0,-1 0-1 0 0,1 0 1 0 0,-1 0-1 0 0,1 0 1 0 0,-1 0-1 0 0,0 0 1 0 0,0 0-1 0 0,0 0 1 0 0,-2 2-1 0 0,-1 2 6 0 0,-1-1-1 0 0,0 0 0 0 0,0-1 1 0 0,-1 1-1 0 0,1-1 1 0 0,-1 0-1 0 0,0 0 1 0 0,0-1-1 0 0,-1 1 0 0 0,1-2 1 0 0,-11 5-1 0 0,12-5 19 0 0,-22 7 276 0 0,26-9-273 0 0,1 1 0 0 0,-1-1 0 0 0,0 0 0 0 0,0 0 0 0 0,0 0 0 0 0,1 0 0 0 0,-1 0 0 0 0,0 0 0 0 0,0 0 0 0 0,1 0 0 0 0,-1 0 0 0 0,0 0 0 0 0,0 0 0 0 0,0 0 0 0 0,1 0 0 0 0,-1-1 0 0 0,0 1 1 0 0,1 0-1 0 0,-1-1 0 0 0,0 1 0 0 0,0 0 0 0 0,1-1 0 0 0,-1 1 0 0 0,1-1 0 0 0,-1 1 0 0 0,0-1 0 0 0,1 1 0 0 0,-1-2 0 0 0,14-24-235 0 0,-2 12 119 0 0,1 0-1 0 0,1 0 0 0 0,0 1 0 0 0,0 0 0 0 0,1 1 1 0 0,27-17-1 0 0,14-13-244 0 0,124-122 1421 0 0,-178 164-1034 0 0,-1 0 0 0 0,0-1 0 0 0,0 1 0 0 0,0 0-1 0 0,0 0 1 0 0,0 0 0 0 0,0 0 0 0 0,1-1 0 0 0,-1 1 0 0 0,0 0 0 0 0,0 0 0 0 0,0 0 0 0 0,1 0 0 0 0,-1 0 0 0 0,0 0 0 0 0,0 0 0 0 0,0-1 0 0 0,1 1 0 0 0,-1 0 0 0 0,0 0 0 0 0,0 0 0 0 0,0 0 0 0 0,1 0 0 0 0,-1 0 0 0 0,0 0-1 0 0,0 0 1 0 0,0 0 0 0 0,1 0 0 0 0,-1 0 0 0 0,0 0 0 0 0,0 0 0 0 0,0 0 0 0 0,1 1 0 0 0,-1-1 0 0 0,0 0 0 0 0,0 0 0 0 0,0 0 0 0 0,1 0 0 0 0,-1 0 0 0 0,0 0 0 0 0,0 0 0 0 0,0 1 0 0 0,1-1 0 0 0,-1 0 0 0 0,0 0 0 0 0,0 0-1 0 0,0 0 1 0 0,0 1 0 0 0,0-1 0 0 0,0 0 0 0 0,0 0 0 0 0,1 1 0 0 0,2 17 378 0 0,-6 23-184 0 0,3-40-163 0 0,-8 149 776 0 0,13 172-1 0 0,-2-251-685 0 0,1-26 77 0 0,-3 0 1 0 0,-8 83-1 0 0,7-126-24 0 0,-4-6-211 0 0,1 0 0 0 0,0 0-1 0 0,1-1 1 0 0,-1 1 0 0 0,1-1-1 0 0,-1 0 1 0 0,1 1 0 0 0,1-1-1 0 0,-1 0 1 0 0,1 0-1 0 0,0 0 1 0 0,-1-7 0 0 0,-2-68-342 0 0,3 52 169 0 0,-1-61-580 0 0,9-92-1 0 0,-4 147 590 0 0,2 1-1 0 0,1-1 1 0 0,2 1 0 0 0,1 0-1 0 0,27-61 1 0 0,-31 84 135 0 0,1-1 1 0 0,0 2-1 0 0,1-1 0 0 0,0 1 1 0 0,0 0-1 0 0,1 0 0 0 0,1 1 1 0 0,-1 0-1 0 0,1 0 1 0 0,0 1-1 0 0,18-10 0 0 0,-23 14 29 0 0,0 1-1 0 0,1 0 0 0 0,-1 0 1 0 0,0 0-1 0 0,1 1 0 0 0,0-1 1 0 0,-1 1-1 0 0,1 0 0 0 0,0 1 0 0 0,0-1 1 0 0,-1 1-1 0 0,1 0 0 0 0,0 0 1 0 0,0 0-1 0 0,0 1 0 0 0,-1-1 1 0 0,1 1-1 0 0,0 0 0 0 0,-1 1 0 0 0,1-1 1 0 0,-1 1-1 0 0,1 0 0 0 0,-1 0 1 0 0,0 0-1 0 0,0 1 0 0 0,1 0 1 0 0,-2-1-1 0 0,1 1 0 0 0,0 1 0 0 0,4 4 1 0 0,-6-6 15 0 0,-1 0-1 0 0,1 0 1 0 0,0 0 0 0 0,-1 0 0 0 0,0 0 0 0 0,1 1-1 0 0,-1-1 1 0 0,0 0 0 0 0,0 1 0 0 0,0-1 0 0 0,-1 1-1 0 0,1-1 1 0 0,0 1 0 0 0,-1-1 0 0 0,0 1 0 0 0,0 0-1 0 0,1-1 1 0 0,-1 1 0 0 0,-1-1 0 0 0,1 1 0 0 0,0 0 0 0 0,-1-1-1 0 0,1 1 1 0 0,-1-1 0 0 0,0 1 0 0 0,0-1 0 0 0,0 1-1 0 0,0-1 1 0 0,0 0 0 0 0,-1 0 0 0 0,1 1 0 0 0,-1-1-1 0 0,1 0 1 0 0,-1 0 0 0 0,0 0 0 0 0,0-1 0 0 0,0 1-1 0 0,-4 3 1 0 0,-2 2 57 0 0,0-1-1 0 0,-1 1 1 0 0,0-1 0 0 0,-1-1-1 0 0,1 0 1 0 0,-1 0 0 0 0,0-1-1 0 0,-11 4 1 0 0,-3-2 135 0 0,0 0 0 0 0,0-2 1 0 0,-1 0-1 0 0,1-2 0 0 0,-1-1 1 0 0,0 0-1 0 0,1-2 0 0 0,-37-6 1 0 0,57 6-302 0 0,0 0 1 0 0,1 0 0 0 0,-1 0 0 0 0,1 0-1 0 0,-1-1 1 0 0,1 1 0 0 0,0-1-1 0 0,0 0 1 0 0,-1 0 0 0 0,1-1 0 0 0,1 1-1 0 0,-1 0 1 0 0,0-1 0 0 0,-3-4 0 0 0,5 6-703 0 0,29-24-5677 0 0,-16 16 3372 0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52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1 212 0 0,'0'0'7360'0'0,"-6"1"-6843"0"0,-10 5-231 0 0,2 0 0 0 0,-1 1 0 0 0,1 1-1 0 0,0 0 1 0 0,0 1 0 0 0,1 1-1 0 0,1 0 1 0 0,-1 0 0 0 0,2 1 0 0 0,-1 1-1 0 0,2 0 1 0 0,-1 0 0 0 0,2 1-1 0 0,-11 18 1 0 0,20-30-107 0 0,0 0-166 0 0,0 0 0 0 0,1 0-1 0 0,-1 0 1 0 0,1 0 0 0 0,-1 0 0 0 0,1-1 0 0 0,0 1 0 0 0,-1 0 0 0 0,1 0 0 0 0,0 0-1 0 0,-1-1 1 0 0,1 1 0 0 0,0-1 0 0 0,0 1 0 0 0,0 0 0 0 0,0-1 0 0 0,0 1 0 0 0,0-1-1 0 0,0 0 1 0 0,-1 1 0 0 0,1-1 0 0 0,0 0 0 0 0,0 0 0 0 0,0 1 0 0 0,2-1 0 0 0,11-5 44 0 0,0-1 1 0 0,0 0 0 0 0,-1-1-1 0 0,16-10 1 0 0,-14 7 196 0 0,1 1 0 0 0,29-11 0 0 0,-44 20-170 0 0,1-1-61 0 0,-1 0 0 0 0,1 1 0 0 0,-1 0-1 0 0,1-1 1 0 0,-1 1 0 0 0,1 0 0 0 0,-1 0-1 0 0,1 0 1 0 0,-1 0 0 0 0,1 0 0 0 0,-1 0-1 0 0,0 0 1 0 0,1 0 0 0 0,-1 1-1 0 0,1-1 1 0 0,2 1 0 0 0,8 11-328 0 0,1-1 0 0 0,0 0 0 0 0,17 9 0 0 0,-25-17-337 0 0,0 0 0 0 0,1 0 0 0 0,-1-1 0 0 0,1 0 1 0 0,0 0-1 0 0,0-1 0 0 0,0 1 0 0 0,-1-1 0 0 0,1-1 0 0 0,0 1 0 0 0,0-1 1 0 0,11-1-1 0 0,-1 0-2088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53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20 836 0 0,'0'0'3538'0'0,"-25"-2"211"0"0,19 5-3565 0 0,1-1 0 0 0,0 1 0 0 0,0 0 0 0 0,0 0 0 0 0,0 0 0 0 0,1 1 0 0 0,0-1 0 0 0,-1 1 0 0 0,1 0 0 0 0,0 1 0 0 0,1-1 0 0 0,-1 1 0 0 0,1-1 0 0 0,0 1 0 0 0,0 0 0 0 0,1 0 0 0 0,-1 1 0 0 0,1-1 0 0 0,0 0 0 0 0,0 1 0 0 0,-1 10 0 0 0,2-12-145 0 0,1 0 0 0 0,-1 0 0 0 0,1-1 0 0 0,0 1 0 0 0,1 0 0 0 0,-1 0 0 0 0,1-1 0 0 0,-1 1 0 0 0,1 0 0 0 0,0-1 0 0 0,0 1 0 0 0,1-1 0 0 0,-1 1 0 0 0,1-1 0 0 0,0 1 0 0 0,0-1 0 0 0,0 0 0 0 0,0 0 0 0 0,0 0 0 0 0,1 0 0 0 0,-1 0 0 0 0,1-1 0 0 0,0 1 0 0 0,0-1 0 0 0,0 0 0 0 0,0 1 0 0 0,0-1 0 0 0,1-1 0 0 0,-1 1 0 0 0,0 0 0 0 0,1-1 0 0 0,-1 0 0 0 0,1 0 0 0 0,0 0 0 0 0,6 1 0 0 0,14 3-61 0 0,1-2 0 0 0,0 0 0 0 0,0-2 0 0 0,1-1 0 0 0,-1 0 0 0 0,0-2 0 0 0,0-1 0 0 0,0-1 0 0 0,-1-2 0 0 0,1 0 0 0 0,42-17 0 0 0,-55 16 51 0 0,1 0 1 0 0,-1-1-1 0 0,0-1 0 0 0,0 0 0 0 0,-1 0 0 0 0,0-1 0 0 0,-1-1 0 0 0,0 0 1 0 0,-1 0-1 0 0,14-21 0 0 0,-22 30 70 0 0,0 0 0 0 0,1-1 0 0 0,-1 1 0 0 0,0-1 0 0 0,0 1-1 0 0,0-1 1 0 0,-1 1 0 0 0,1-1 0 0 0,-1 0 0 0 0,1 1 0 0 0,-1-1 0 0 0,0 0 0 0 0,0 0 0 0 0,0 1 0 0 0,0-1 0 0 0,0 0 0 0 0,-1 1 0 0 0,0-1 0 0 0,1 0 0 0 0,-2-3-1 0 0,1 5-56 0 0,0 0 0 0 0,0 1 0 0 0,1-1 0 0 0,-1 0 0 0 0,0 1 0 0 0,0-1 0 0 0,0 1 0 0 0,0-1 0 0 0,0 1 1 0 0,0 0-1 0 0,0-1 0 0 0,0 1 0 0 0,0 0 0 0 0,0-1 0 0 0,0 1 0 0 0,0 0 0 0 0,0 0 0 0 0,0 0 0 0 0,0 0 0 0 0,0 0 0 0 0,0 0 0 0 0,0 0 0 0 0,-2 1 0 0 0,-21 4 594 0 0,21-4-559 0 0,-1 1 0 0 0,0-1-1 0 0,1 1 1 0 0,-1 0 0 0 0,1 0-1 0 0,0 1 1 0 0,-1-1 0 0 0,1 1-1 0 0,0-1 1 0 0,0 1 0 0 0,1 0 0 0 0,-1 0-1 0 0,1 0 1 0 0,-1 0 0 0 0,1 1-1 0 0,0-1 1 0 0,0 1 0 0 0,1-1-1 0 0,-1 1 1 0 0,1 0 0 0 0,-1 0-1 0 0,1-1 1 0 0,0 1 0 0 0,0 5 0 0 0,1-5-213 0 0,0-1 1 0 0,0 1-1 0 0,0-1 1 0 0,1 0-1 0 0,-1 1 1 0 0,1-1-1 0 0,0 0 1 0 0,0 1-1 0 0,0-1 1 0 0,0 0 0 0 0,0 0-1 0 0,1 0 1 0 0,0 0-1 0 0,-1 0 1 0 0,1 0-1 0 0,0-1 1 0 0,1 1-1 0 0,-1-1 1 0 0,0 1-1 0 0,1-1 1 0 0,-1 0 0 0 0,1 0-1 0 0,0 0 1 0 0,0 0-1 0 0,-1 0 1 0 0,1 0-1 0 0,1-1 1 0 0,3 2-1 0 0,46 12-7447 0 0,-23-10 3219 0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7:53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25 1272 0 0,'0'0'6441'0'0,"-25"-22"-6317"0"0,5 20-1660 0 0,6 2-1093 0 0,0 0 605 0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8:01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1 112 0 0,'0'0'5852'0'0,"-1"0"-5697"0"0,0 1 1 0 0,0-1-1 0 0,1 1 1 0 0,-1 0 0 0 0,0-1-1 0 0,1 1 1 0 0,-1 0-1 0 0,0-1 1 0 0,1 1-1 0 0,-1 0 1 0 0,1 0-1 0 0,-1 0 1 0 0,1 0-1 0 0,0-1 1 0 0,-1 1-1 0 0,1 0 1 0 0,0 0 0 0 0,-1 0-1 0 0,1 0 1 0 0,0 1-1 0 0,22 8-102 0 0,-20-9-31 0 0,31 8 71 0 0,-15-4 36 0 0,0-1 0 0 0,0-1 0 0 0,25 1-1 0 0,17 3 172 0 0,-32-4-133 0 0,0 0 0 0 0,55-4 1 0 0,-49 0-95 0 0,43 4 1 0 0,303 12 108 0 0,-155-11-112 0 0,237 9 260 0 0,-421-10-314 0 0,700 15 259 0 0,-456-15-115 0 0,-89 2 36 0 0,569 7 566 0 0,-14 31-173 0 0,-262-8-318 0 0,467-15 353 0 0,-818-20-535 0 0,551 7 8 0 0,332-14 51 0 0,-402-10-43 0 0,30-1 523 0 0,-143-12 609 0 0,-446 28-1112 0 0,152-13 1345 0 0,-75 6 300 0 0,-134 9-1584 0 0,1-2-1534 0 0,12 1 5360 0 0,-3 2-5612 0 0,-51 10-15308 0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8:48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2 560 0 0,'-4'-1'12147'0'0,"10"5"-12136"0"0,0 1 1 0 0,0-1 0 0 0,0 0 0 0 0,1-1 0 0 0,0 1-1 0 0,0-1 1 0 0,0-1 0 0 0,0 1 0 0 0,0-1 0 0 0,1-1 0 0 0,7 2-1 0 0,95 10 108 0 0,-86-11-103 0 0,63 1-30 0 0,0-4 1 0 0,118-15-1 0 0,-141 9 11 0 0,-48 6 3 0 0,117-6 26 0 0,-130 7 6 0 0,-1 0-26 0 0,7-2 6 0 0,-7 2 10 0 0,-12 1-24 0 0,-1 1 1 0 0,1 0 0 0 0,-1 0 0 0 0,1 1 0 0 0,-12 5 0 0 0,-20 5 0 0 0,-236 37-35 0 0,247-45 30 0 0,-1 1-195 0 0,0-3-1 0 0,0 0 1 0 0,-63-4 0 0 0,154 3-1268 0 0,-15-1-4086 0 0,-27-1 2653 0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8:55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157 104 616 0 0,'-36'-67'7775'0'0,"35"66"-7251"0"0,-1-21 2021 0 0,0 10-851 0 0,0 11-693 0 0,-97 425-685 0 0,95-411-333 0 0,-6 41-14 0 0,10-53 256 0 0,5-4-210 0 0,38-28-23 0 0,-1-2 1 0 0,53-56-1 0 0,43-34-8 0 0,-80 71 35 0 0,-57 51-19 0 0,3-3-1 0 0,-2 2-2 0 0,-3 3-35 0 0,-22 10 24 0 0,0 2 0 0 0,2 1 0 0 0,0 0 0 0 0,0 2 0 0 0,1 0-1 0 0,1 2 1 0 0,-32 36 0 0 0,49-51 10 0 0,0 0 0 0 0,0 0 0 0 0,0 0 0 0 0,0 0 0 0 0,0 0 0 0 0,1 0 0 0 0,-1 0-1 0 0,1 1 1 0 0,0-1 0 0 0,0 0 0 0 0,0 1 0 0 0,1-1 0 0 0,-1 1 0 0 0,1 0 0 0 0,-1-1 0 0 0,1 1 0 0 0,1-1 0 0 0,-1 1 0 0 0,0-1 0 0 0,1 1 0 0 0,0-1 0 0 0,-1 1-1 0 0,1-1 1 0 0,1 1 0 0 0,-1-1 0 0 0,0 0 0 0 0,3 4 0 0 0,-1-3-3 0 0,0-1 0 0 0,1 1-1 0 0,0-1 1 0 0,0 0 0 0 0,-1 0-1 0 0,2 0 1 0 0,-1 0 0 0 0,0-1 0 0 0,1 1-1 0 0,-1-1 1 0 0,1 0 0 0 0,-1-1 0 0 0,1 1-1 0 0,0-1 1 0 0,0 0 0 0 0,0 0-1 0 0,0 0 1 0 0,0-1 0 0 0,6 0 0 0 0,10 1-24 0 0,0 0 1 0 0,0-2-1 0 0,0-1 1 0 0,0 0-1 0 0,0-2 1 0 0,-1 0-1 0 0,1-1 1 0 0,-1-2-1 0 0,0 0 1 0 0,-1 0-1 0 0,0-2 1 0 0,0-1-1 0 0,-1 0 1 0 0,0-1-1 0 0,0-1 1 0 0,-1-1-1 0 0,-1 0 1 0 0,27-29-1 0 0,-30 25 1863 0 0,-25 56-1376 0 0,7-12-430 0 0,2 0 0 0 0,1 30 0 0 0,1-10-2615 0 0,1-45 2436 0 0,0 0-529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8:56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13 632 0 0,'0'0'1510'0'0,"0"0"-1433"0"0,-1 0 1 0 0,1-1-1 0 0,0 1 1 0 0,0 0-1 0 0,-1 0 1 0 0,1 0-1 0 0,0-1 1 0 0,0 1 0 0 0,0 0-1 0 0,-1-1 1 0 0,1 1-1 0 0,0 0 1 0 0,0 0-1 0 0,0-1 1 0 0,0 1 0 0 0,0 0-1 0 0,0-1 1 0 0,0 1-1 0 0,0 0 1 0 0,0-1-1 0 0,0 1 1 0 0,0 0-1 0 0,0 0 1 0 0,0-1 0 0 0,0 1-1 0 0,0 0 1 0 0,0-1-1 0 0,0 1 1 0 0,0 0-1 0 0,0-1 1 0 0,0 1 0 0 0,0 0-1 0 0,0 0 1 0 0,1-1-1 0 0,-1 1 1 0 0,0 0-1 0 0,0-1 1 0 0,1 1-1 0 0,13-1-2033 0 0,-11 1 150 0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8:56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52 332 0 0,'4'24'3707'0'0,"0"-1"0"0"0,1 50 2448 0 0,14-94-5935 0 0,-15 15-179 0 0,1 1 0 0 0,0-1 0 0 0,0 1 0 0 0,0 0 0 0 0,1 0-1 0 0,0 1 1 0 0,0 0 0 0 0,0 0 0 0 0,1 0 0 0 0,-1 1 0 0 0,1 0 0 0 0,0 0-1 0 0,8-2 1 0 0,-4 3-51 0 0,-1 1 0 0 0,1 0-1 0 0,0 1 1 0 0,-1 0 0 0 0,1 1 0 0 0,0 0-1 0 0,-1 1 1 0 0,15 3 0 0 0,34 8-290 0 0,74 5 0 0 0,-106-16 182 0 0,-1-1 0 0 0,1-1 0 0 0,0-1 1 0 0,0-2-1 0 0,32-7 0 0 0,-54 8 98 0 0,1 1 0 0 0,-1-1 0 0 0,1-1 1 0 0,-1 1-1 0 0,1-1 0 0 0,-1 0 0 0 0,6-4 0 0 0,-9 6 14 0 0,0-1-1 0 0,0 1 0 0 0,-1-1 0 0 0,1 0 0 0 0,0 0 0 0 0,-1 0 1 0 0,1 1-1 0 0,-1-2 0 0 0,1 1 0 0 0,-1 0 0 0 0,0 0 0 0 0,0 0 0 0 0,0 0 1 0 0,0-1-1 0 0,-1 1 0 0 0,1-1 0 0 0,0 1 0 0 0,-1 0 0 0 0,1-4 1 0 0,-2 4 5 0 0,1 0 0 0 0,0 0 0 0 0,-1 1 0 0 0,1-1 0 0 0,-1 1 0 0 0,0-1 0 0 0,1 0 0 0 0,-1 1 0 0 0,0-1 1 0 0,0 1-1 0 0,0 0 0 0 0,0-1 0 0 0,0 1 0 0 0,0 0 0 0 0,0-1 0 0 0,-1 1 0 0 0,1 0 0 0 0,0 0 1 0 0,-1 0-1 0 0,1 0 0 0 0,-1 0 0 0 0,1 0 0 0 0,-1 1 0 0 0,1-1 0 0 0,-1 0 0 0 0,-2 0 0 0 0,-44-9 6 0 0,40 9 0 0 0,1 0 0 0 0,0 1 1 0 0,0 0-1 0 0,-1 1 0 0 0,1-1 1 0 0,0 1-1 0 0,0 1 0 0 0,0-1 1 0 0,0 1-1 0 0,0 1 0 0 0,0-1 1 0 0,1 1-1 0 0,-1 0 0 0 0,1 1 1 0 0,0-1-1 0 0,-1 1 0 0 0,-6 6 1 0 0,12-9-10 0 0,0 0 0 0 0,0 0 1 0 0,1 0-1 0 0,-1 0 1 0 0,0 1-1 0 0,0-1 1 0 0,1 0-1 0 0,-1 0 1 0 0,1 1-1 0 0,-1-1 1 0 0,1 0-1 0 0,-1 0 1 0 0,1 1-1 0 0,0-1 0 0 0,0 1 1 0 0,-1-1-1 0 0,1 0 1 0 0,0 1-1 0 0,0-1 1 0 0,0 0-1 0 0,1 1 1 0 0,-1-1-1 0 0,0 0 1 0 0,1 1-1 0 0,-1-1 1 0 0,0 0-1 0 0,1 1 0 0 0,-1-1 1 0 0,1 0-1 0 0,0 0 1 0 0,0 1-1 0 0,-1-1 1 0 0,1 0-1 0 0,0 0 1 0 0,0 0-1 0 0,0 0 1 0 0,0 0-1 0 0,0 0 1 0 0,0-1-1 0 0,0 1 0 0 0,0 0 1 0 0,1 0-1 0 0,-1-1 1 0 0,2 2-1 0 0,2 1-2 0 0,0-1 0 0 0,0 0 0 0 0,0 0 0 0 0,0 0 0 0 0,1 0 0 0 0,-1-1 0 0 0,0 0 0 0 0,1 0 0 0 0,9 0 0 0 0,-6-1 17 0 0,1-1 0 0 0,-1 0 0 0 0,1-1 0 0 0,-1 0 0 0 0,0 0 0 0 0,0-1 0 0 0,15-6 0 0 0,-20 7 76 0 0,-1-1 1 0 0,1 1 0 0 0,0-1-1 0 0,-1 1 1 0 0,1-1 0 0 0,-1 0-1 0 0,0-1 1 0 0,0 1 0 0 0,0 0 0 0 0,0-1-1 0 0,0 0 1 0 0,-1 1 0 0 0,0-1-1 0 0,0 0 1 0 0,0 0 0 0 0,0-1-1 0 0,-1 1 1 0 0,2-5 0 0 0,-2 7 104 0 0,2-8 511 0 0,-2 4-301 0 0,-1 8-68 0 0,-5 63-295 0 0,3 1-1 0 0,7 73 0 0 0,-2 59 25 0 0,-4-165-64 0 0,0 5 68 0 0,-7 47 1 0 0,7-75-50 0 0,-1 0 0 0 0,-1 1 0 0 0,0-1-1 0 0,0 0 1 0 0,-1-1 0 0 0,0 1 0 0 0,-1-1 0 0 0,0 0-1 0 0,-9 13 1 0 0,12-19 32 0 0,0 0 0 0 0,-1 1 0 0 0,0-2 0 0 0,0 1-1 0 0,0 0 1 0 0,0 0 0 0 0,0-1 0 0 0,-1 0 0 0 0,1 1 0 0 0,0-1 0 0 0,-1-1-1 0 0,0 1 1 0 0,0 0 0 0 0,1-1 0 0 0,-1 0 0 0 0,0 0 0 0 0,0 0 0 0 0,0 0-1 0 0,0-1 1 0 0,0 1 0 0 0,0-1 0 0 0,0 0 0 0 0,-1 0 0 0 0,1-1-1 0 0,0 1 1 0 0,0-1 0 0 0,0 0 0 0 0,1 0 0 0 0,-1 0 0 0 0,0-1 0 0 0,0 1-1 0 0,0-1 1 0 0,1 0 0 0 0,-1 0 0 0 0,1 0 0 0 0,-4-4 0 0 0,-1 1 81 0 0,1-1 1 0 0,0 0-1 0 0,0 0 1 0 0,1-1-1 0 0,0 0 1 0 0,0 0-1 0 0,1-1 1 0 0,-1 1-1 0 0,2-1 1 0 0,-1 0-1 0 0,1-1 1 0 0,0 1-1 0 0,1-1 1 0 0,-5-17-1 0 0,6 16-81 0 0,1 0 0 0 0,0 0-1 0 0,1 1 1 0 0,0-1-1 0 0,0 0 1 0 0,1 0 0 0 0,0 0-1 0 0,0 0 1 0 0,2 0 0 0 0,-1 0-1 0 0,7-17 1 0 0,-5 20-218 0 0,0 0 0 0 0,1 0 1 0 0,-1 0-1 0 0,1 0 0 0 0,1 0 0 0 0,-1 1 1 0 0,1 0-1 0 0,0 0 0 0 0,1 1 0 0 0,-1 0 0 0 0,1 0 1 0 0,0 0-1 0 0,0 1 0 0 0,13-6 0 0 0,0 2-1141 0 0,0 0 0 0 0,37-8 0 0 0,10 3-6053 0 0,-40 7 3237 0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8:59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54 244 0 0,'19'-38'6507'0'0,"-18"36"-5709"0"0,-1-2-7 0 0,11-5 6282 0 0,-6 32-7590 0 0,7 22-1879 0 0,-2-16-5136 0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0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6 240 0 0,'1'0'498'0'0,"0"-1"-1"0"0,0 0 1 0 0,0 1-1 0 0,0-1 1 0 0,0 1-1 0 0,0-1 1 0 0,0 1 0 0 0,0-1-1 0 0,1 1 1 0 0,-1 0-1 0 0,0 0 1 0 0,0 0-1 0 0,0 0 1 0 0,0-1 0 0 0,0 1-1 0 0,3 1 1 0 0,6 31-16 0 0,5 13-1785 0 0,-2-16-2613 0 0,-6-14 1686 0 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0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7 808 0 0,'-5'-7'10598'0'0,"-11"141"-9858"0"0,15-101-3551 0 0,2-20-2019 0 0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0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4 352 0 0,'1'-1'243'0'0,"-1"1"-1"0"0,1 0 1 0 0,-1-1 0 0 0,1 1 0 0 0,0 0-1 0 0,-1-1 1 0 0,1 1 0 0 0,-1 0-1 0 0,1 0 1 0 0,0 0 0 0 0,-1 0-1 0 0,1 0 1 0 0,0 0 0 0 0,-1 0 0 0 0,1 0-1 0 0,0 0 1 0 0,-1 0 0 0 0,1 0-1 0 0,-1 0 1 0 0,1 0 0 0 0,0 0-1 0 0,-1 1 1 0 0,1-1 0 0 0,0 0-1 0 0,0 1 1 0 0,-5 13 2471 0 0,1-6-3248 0 0,-9 17 386 0 0,-1-1 0 0 0,-2 0 0 0 0,0-1 0 0 0,-1-1 0 0 0,-22 24 1 0 0,2-2-3364 0 0,13-16 1011 0 0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29 144 0 0,'0'0'737'0'0,"-37"-28"11166"0"0,43 30-11790 0 0,10 2 13 0 0,0 0 0 0 0,1-1-1 0 0,-1-1 1 0 0,30 1 0 0 0,80-6 290 0 0,-79 1-315 0 0,203 12 405 0 0,-229-11-322 0 0,-19 1-255 0 0,-1 0-1 0 0,1-1 1 0 0,0 1-1 0 0,0 0 1 0 0,-1 0-1 0 0,1 0 1 0 0,0 0-1 0 0,0 1 1 0 0,-1-1-1 0 0,1 0 1 0 0,0 1-1 0 0,-1-1 1 0 0,1 1-1 0 0,0 0 1 0 0,2 1-1 0 0,-3-1-1287 0 0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3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17 616 0 0,'0'0'2542'0'0,"-6"-17"7470"0"0,4 36-9972 0 0,0-10-38 0 0,1 1 1 0 0,1-1-1 0 0,-1 1 1 0 0,1-1-1 0 0,1 1 1 0 0,3 18-1 0 0,-3-26-183 0 0,-1-1 155 0 0,0-1 0 0 0,-1 1 0 0 0,1-1 1 0 0,0 1-1 0 0,0-1 0 0 0,0 1 0 0 0,0-1 0 0 0,0 1 0 0 0,0-1 1 0 0,0 1-1 0 0,0-1 0 0 0,0 1 0 0 0,0-1 0 0 0,0 1 0 0 0,0 0 1 0 0,1-1-1 0 0,-1 1 0 0 0,0-1 0 0 0,0 1 0 0 0,1-1 1 0 0,-1 0-1 0 0,0 1 0 0 0,0-1 0 0 0,1 1 0 0 0,-1-1 0 0 0,0 1 1 0 0,1-1-1 0 0,-1 0 0 0 0,1 1 0 0 0,-1-1 0 0 0,1 0 0 0 0,-1 1 1 0 0,0-1-1 0 0,1 0 0 0 0,0 1 0 0 0,18-10-606 0 0,12-25 177 0 0,-14 6 1425 0 0,-13 47-1197 0 0,-4-14-683 0 0,0 1-1 0 0,1-1 1 0 0,0 1-1 0 0,0-1 1 0 0,0 0-1 0 0,0 1 1 0 0,4 6-1 0 0,-1-5-1613 0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4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70 133 596 0 0,'0'0'3816'0'0,"-4"4"-3223"0"0,-3 2-383 0 0,1 0 0 0 0,1 1 0 0 0,-1 0 0 0 0,1 0 0 0 0,0 0 0 0 0,1 0 0 0 0,0 1-1 0 0,0-1 1 0 0,0 1 0 0 0,1 0 0 0 0,0 0 0 0 0,1 1 0 0 0,0-1 0 0 0,0 1 0 0 0,1-1 0 0 0,-1 16 0 0 0,2-19-165 0 0,0 0 0 0 0,0 0 1 0 0,0 0-1 0 0,1 0 0 0 0,0 0 1 0 0,0 0-1 0 0,0-1 0 0 0,0 1 1 0 0,1 0-1 0 0,0 0 0 0 0,0-1 1 0 0,0 1-1 0 0,1-1 0 0 0,-1 0 1 0 0,1 0-1 0 0,0 0 0 0 0,0 0 1 0 0,1 0-1 0 0,-1 0 0 0 0,1-1 1 0 0,0 0-1 0 0,0 0 0 0 0,0 0 1 0 0,0 0-1 0 0,0 0 0 0 0,1-1 1 0 0,-1 0-1 0 0,1 0 0 0 0,-1 0 1 0 0,1 0-1 0 0,7 1 0 0 0,-5-3 0 0 0,0 1 0 0 0,0-1-1 0 0,0 0 1 0 0,0-1 0 0 0,0 1-1 0 0,-1-1 1 0 0,1-1 0 0 0,0 1-1 0 0,0-1 1 0 0,-1-1 0 0 0,1 1-1 0 0,-1-1 1 0 0,0 0 0 0 0,0 0-1 0 0,0-1 1 0 0,11-8 0 0 0,-1 0 143 0 0,-1-1-1 0 0,0-1 1 0 0,0 0 0 0 0,20-27 0 0 0,-26 31-36 0 0,-1-1 0 0 0,-1 0 0 0 0,0-1 0 0 0,0 1 0 0 0,-1-1 0 0 0,-1-1 0 0 0,0 1 0 0 0,0-1 0 0 0,-1 0 0 0 0,-1 0 0 0 0,0 0 0 0 0,-1 0 0 0 0,-1-1 0 0 0,0 1 0 0 0,-1-26 0 0 0,-1 36-105 0 0,0-1 0 0 0,0 1-1 0 0,0 0 1 0 0,0 0 0 0 0,-1 0 0 0 0,0 0 0 0 0,1 0 0 0 0,-1 0 0 0 0,0 0 0 0 0,0 0 0 0 0,0 1 0 0 0,-1-1 0 0 0,1 1 0 0 0,-1 0 0 0 0,1-1 0 0 0,-4-1 0 0 0,5 5-47 0 0,-1-1 0 0 0,1 1 0 0 0,0-1 1 0 0,0 1-1 0 0,0-1 0 0 0,0 1 0 0 0,0 0 0 0 0,0-1 0 0 0,0 1 1 0 0,0 0-1 0 0,1 0 0 0 0,-1 0 0 0 0,0 0 0 0 0,0 0 1 0 0,1 0-1 0 0,-1 0 0 0 0,1 0 0 0 0,-1 0 0 0 0,1 0 1 0 0,-1 0-1 0 0,1 0 0 0 0,-1 0 0 0 0,1 1 0 0 0,0-1 1 0 0,0 0-1 0 0,-1 2 0 0 0,-4 36 9 0 0,4-34-5 0 0,0 23 9 0 0,1-1 0 0 0,2 1-1 0 0,0 0 1 0 0,9 36-1 0 0,-5-36-33 0 0,-2 1 0 0 0,-1-1 0 0 0,-2 58-1 0 0,-1-82-15 0 0,0 1 0 0 0,-1-1-1 0 0,1 1 1 0 0,-1-1-1 0 0,0 0 1 0 0,-1 0 0 0 0,1 1-1 0 0,-1-1 1 0 0,0 0 0 0 0,0 0-1 0 0,0-1 1 0 0,0 1-1 0 0,-1 0 1 0 0,0-1 0 0 0,1 1-1 0 0,-1-1 1 0 0,-1 0-1 0 0,1 0 1 0 0,0 0 0 0 0,-1 0-1 0 0,1-1 1 0 0,-1 1-1 0 0,0-1 1 0 0,0 0 0 0 0,0 0-1 0 0,0 0 1 0 0,0-1 0 0 0,0 1-1 0 0,-1-1 1 0 0,1 0-1 0 0,0 0 1 0 0,-1-1 0 0 0,1 1-1 0 0,0-1 1 0 0,-1 0-1 0 0,1 0 1 0 0,-1-1 0 0 0,1 1-1 0 0,0-1 1 0 0,-9-2 0 0 0,11 2-310 0 0,0 0 0 0 0,0 0 0 0 0,0 0 0 0 0,0 0 0 0 0,0 0 0 0 0,1 0 1 0 0,-1-1-1 0 0,0 1 0 0 0,1-1 0 0 0,-1 1 0 0 0,1-1 0 0 0,-1 0 0 0 0,1 1 0 0 0,0-1 1 0 0,0 0-1 0 0,0 0 0 0 0,0 0 0 0 0,0 0 0 0 0,0 0 0 0 0,0 0 0 0 0,1 0 1 0 0,-1 0-1 0 0,0-3 0 0 0,1-5-2521 0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4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7 328 0 0,'0'0'8097'0'0,"1"3"-7700"0"0,1 10-184 0 0,0 0 1 0 0,1 0-1 0 0,1 0 0 0 0,0-1 0 0 0,1 1 0 0 0,0-1 0 0 0,1 0 1 0 0,0-1-1 0 0,1 0 0 0 0,0 0 0 0 0,1 0 0 0 0,0-1 1 0 0,1 0-1 0 0,0 0 0 0 0,18 14 0 0 0,-26-23 389 0 0,6-5-302 0 0,-6 4-288 0 0,-1 1 1 0 0,1-2-1 0 0,-1 1 1 0 0,1 0-1 0 0,-1 0 1 0 0,1 0 0 0 0,-1 0-1 0 0,1 0 1 0 0,-1 0-1 0 0,1 0 1 0 0,-1-1-1 0 0,1 1 1 0 0,-1 0-1 0 0,1 0 1 0 0,-1-1-1 0 0,1 1 1 0 0,-1 0-1 0 0,0-1 1 0 0,1 1-1 0 0,-1 0 1 0 0,0-1 0 0 0,1 1-1 0 0,-1-1 1 0 0,0 1-1 0 0,1 0 1 0 0,-1-2-1 0 0,3-12 268 0 0,-1 0 0 0 0,-1 0 0 0 0,0-1-1 0 0,-1 1 1 0 0,-2-18 0 0 0,1-10 150 0 0,-2 1-1855 0 0,3 40 711 0 0,0 0 617 0 0,0 1 1 0 0,0-1-1 0 0,0 1 1 0 0,0-1-1 0 0,1 1 1 0 0,-1-1-1 0 0,0 1 1 0 0,1-1-1 0 0,-1 1 1 0 0,0-1 0 0 0,1 1-1 0 0,-1-1 1 0 0,0 1-1 0 0,1 0 1 0 0,-1-1-1 0 0,1 1 1 0 0,-1 0-1 0 0,0-1 1 0 0,1 1-1 0 0,-1 0 1 0 0,1-1 0 0 0,-1 1-1 0 0,1 0 1 0 0,-1 0-1 0 0,1 0 1 0 0,0 0-1 0 0,-1 0 1 0 0,1-1-1 0 0,-1 1 1 0 0,1 0-1 0 0,-1 0 1 0 0,2 0-1 0 0,8 0-4889 0 0,3 0 2017 0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5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96 0 0,'1'1'297'0'0,"1"0"-1"0"0,0-1 1 0 0,-1 1-1 0 0,1-1 1 0 0,0 1 0 0 0,-1-1-1 0 0,1 1 1 0 0,0-1-1 0 0,0 0 1 0 0,-1 0-1 0 0,1 0 1 0 0,0 0 0 0 0,0 0-1 0 0,-1 0 1 0 0,1 0-1 0 0,0-1 1 0 0,0 1 0 0 0,-1 0-1 0 0,1-1 1 0 0,0 0-1 0 0,2-1 1 0 0,39-23 1495 0 0,-20 12-547 0 0,11-12 934 0 0,-26 18-1474 0 0,-7 6 110 0 0,-7 4-735 0 0,-2 2-48 0 0,0 0-1 0 0,1 0 1 0 0,0 1-1 0 0,0 0 0 0 0,0 0 1 0 0,1 1-1 0 0,0 0 1 0 0,0 0-1 0 0,-7 11 1 0 0,12-16-31 0 0,0 1 0 0 0,-1-1 0 0 0,1 1 1 0 0,0-1-1 0 0,0 1 0 0 0,1-1 0 0 0,-1 1 1 0 0,1 0-1 0 0,-1-1 0 0 0,1 1 0 0 0,0 0 1 0 0,0-1-1 0 0,0 1 0 0 0,0 0 0 0 0,0 0 1 0 0,1 3-1 0 0,1-4-13 0 0,-1 1 0 0 0,0 0 0 0 0,1 0 1 0 0,0-1-1 0 0,-1 1 0 0 0,1-1 0 0 0,0 1 0 0 0,0-1 0 0 0,1 0 1 0 0,-1 0-1 0 0,0 0 0 0 0,1 0 0 0 0,-1 0 0 0 0,1 0 0 0 0,0-1 1 0 0,0 1-1 0 0,5 1 0 0 0,3 1-69 0 0,1 0 0 0 0,0-1 0 0 0,0-1 0 0 0,0 0 0 0 0,0-1 0 0 0,0 0 0 0 0,0 0 0 0 0,0-1 0 0 0,1-1 0 0 0,17-3 0 0 0,-1-1-124 0 0,0-1-1 0 0,-1-2 1 0 0,37-14 0 0 0,-55 18 222 0 0,0-1 1 0 0,0 0-1 0 0,0-1 1 0 0,0 0-1 0 0,-1 0 1 0 0,0-1-1 0 0,0 0 1 0 0,-1-1-1 0 0,0 0 1 0 0,0 0-1 0 0,-1-1 0 0 0,0 0 1 0 0,8-13-1 0 0,-14 20 88 0 0,-1 0-87 0 0,0 1-1 0 0,0-1 0 0 0,-1 1 1 0 0,1-1-1 0 0,0 1 1 0 0,0-1-1 0 0,-1 1 0 0 0,1-1 1 0 0,-1 1-1 0 0,1-1 1 0 0,-1 1-1 0 0,0-1 1 0 0,1 1-1 0 0,-1 0 0 0 0,0-1 1 0 0,0 1-1 0 0,0 0 1 0 0,0 0-1 0 0,0 0 0 0 0,0-1 1 0 0,-1 1-1 0 0,1 0 1 0 0,0 1-1 0 0,0-1 1 0 0,-1 0-1 0 0,1 0 0 0 0,0 0 1 0 0,-1 1-1 0 0,1-1 1 0 0,-1 1-1 0 0,1-1 0 0 0,-1 1 1 0 0,1 0-1 0 0,-1 0 1 0 0,0-1-1 0 0,1 1 1 0 0,-1 0-1 0 0,1 0 0 0 0,-1 0 1 0 0,-3 1-1 0 0,3-1 5 0 0,-1 1-2 0 0,-3 1-13 0 0,0 0 0 0 0,0 1 0 0 0,0-1 1 0 0,1 1-1 0 0,-1 1 0 0 0,-5 4 0 0 0,9-7-6 0 0,0 0-1 0 0,0 1 1 0 0,0-1-1 0 0,0 1 1 0 0,1-1 0 0 0,-1 1-1 0 0,1 0 1 0 0,-1 0-1 0 0,1 0 1 0 0,0 0-1 0 0,-1 0 1 0 0,1 0-1 0 0,0 0 1 0 0,0 0 0 0 0,1 0-1 0 0,-1 0 1 0 0,0 1-1 0 0,1-1 1 0 0,-1 0-1 0 0,1 1 1 0 0,0-1 0 0 0,0 0-1 0 0,0 1 1 0 0,0 1-1 0 0,1 1-4 0 0,0-1 0 0 0,0 0 0 0 0,0 0-1 0 0,1 0 1 0 0,0 0 0 0 0,0 0 0 0 0,0 0-1 0 0,0-1 1 0 0,0 1 0 0 0,1-1 0 0 0,-1 1 0 0 0,1-1-1 0 0,0 0 1 0 0,0 0 0 0 0,0 0 0 0 0,1 0 0 0 0,-1-1-1 0 0,1 1 1 0 0,-1-1 0 0 0,1 0 0 0 0,0 0-1 0 0,0 0 1 0 0,0-1 0 0 0,0 1 0 0 0,0-1 0 0 0,0 0-1 0 0,0 0 1 0 0,1 0 0 0 0,-1-1 0 0 0,0 0 0 0 0,1 1-1 0 0,6-2 1 0 0,4 0-64 0 0,0 0 0 0 0,-1-2-1 0 0,1 1 1 0 0,-1-2 0 0 0,0 0 0 0 0,0-1 0 0 0,20-9-1 0 0,-24 9 103 0 0,0 0 0 0 0,-1-1-1 0 0,0-1 1 0 0,-1 1 0 0 0,0-1-1 0 0,0-1 1 0 0,0 1 0 0 0,-1-1-1 0 0,0-1 1 0 0,7-9-1 0 0,-13 16 59 0 0,0-12 710 0 0,2 18-223 0 0,-1 29-447 0 0,-5-26-151 0 0,7 25 28 0 0,-2-22 4 0 0,-2-11-12 0 0,0 1-1 0 0,0 0 0 0 0,0 0 0 0 0,0 0 0 0 0,0 0 1 0 0,1 0-1 0 0,-1 0 0 0 0,0 0 0 0 0,0 0 0 0 0,0 0 1 0 0,0 0-1 0 0,1 0 0 0 0,-1 0 0 0 0,0 0 0 0 0,0 0 1 0 0,0 0-1 0 0,0 0 0 0 0,1 0 0 0 0,-1 0 0 0 0,0 0 0 0 0,0 0 1 0 0,0 0-1 0 0,0 0 0 0 0,1 0 0 0 0,-1 0 0 0 0,0 0 1 0 0,0 0-1 0 0,0 0 0 0 0,0 1 0 0 0,0-1 0 0 0,0 0 1 0 0,1 0-1 0 0,-1 0 0 0 0,0 0 0 0 0,0 0 0 0 0,0 0 1 0 0,0 1-1 0 0,0-1 0 0 0,0 0 0 0 0,0 0 0 0 0,0 0 1 0 0,0 0-1 0 0,1 0 0 0 0,-1 1 0 0 0,0-1 0 0 0,0 0 1 0 0,0 0-1 0 0,0 0 0 0 0,0 0 0 0 0,0 1 0 0 0,0-1 1 0 0,14-13-60 0 0,2 1-55 0 0,0 1 1 0 0,29-15-1 0 0,-44 25 88 0 0,2 1-58 0 0,8 1 51 0 0,-8 0 33 0 0,0 0 1 0 0,0 0 0 0 0,0 0-1 0 0,-1 1 1 0 0,1-1-1 0 0,0 1 1 0 0,0-1-1 0 0,-1 1 1 0 0,1 0 0 0 0,-1 0-1 0 0,4 3 1 0 0,12 9-442 0 0,-16-13-50 0 0,4 4-906 0 0,7-4-7647 0 0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6.2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2 172 0 0,'0'0'5252'0'0,"10"-2"-23"0"0,-3 16-4615 0 0,-2 0 1 0 0,1 0-1 0 0,-2 1 1 0 0,5 27-1 0 0,0-13-2209 0 0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6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2 1100 0 0,'0'0'3588'0'0,"13"-2"81"0"0,-5 11-2273 0 0,-8 3-304 0 0,-3 5-796 0 0,-3-1-304 0 0,-1 1-436 0 0,-4 5-600 0 0,-3 3-568 0 0,-2-1-1737 0 0,-4-2 769 0 0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8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96 616 0 0,'-7'4'8456'0'0,"18"0"-8344"0"0,1 0-1 0 0,0 0 1 0 0,-1-1-1 0 0,2-1 1 0 0,21 2 0 0 0,-32-4-79 0 0,4-3 10 0 0,0 1 1 0 0,0-1 0 0 0,0 0-1 0 0,0 0 1 0 0,10-8-1 0 0,-11 4 71 0 0,1-1 0 0 0,-2 0-1 0 0,1 0 1 0 0,6-16 0 0 0,-11 22 15 0 0,0 0-78 0 0,0 1-1 0 0,0-1 1 0 0,0 0-1 0 0,0 1 1 0 0,0-1-1 0 0,-1 0 0 0 0,1 1 1 0 0,-1-1-1 0 0,1 0 1 0 0,-1 1-1 0 0,0-1 1 0 0,0 1-1 0 0,0-1 1 0 0,0 1-1 0 0,0-1 0 0 0,0 1 1 0 0,0 0-1 0 0,0-1 1 0 0,0 1-1 0 0,-2-1 1 0 0,-3 0-36 0 0,1 1 1 0 0,-1 0-1 0 0,0 0 0 0 0,0 1 1 0 0,1-1-1 0 0,-1 1 1 0 0,0 1-1 0 0,0-1 1 0 0,0 1-1 0 0,1 0 0 0 0,-1 0 1 0 0,0 0-1 0 0,-10 5 1 0 0,1 1 72 0 0,0 0 1 0 0,1 1 0 0 0,-23 16-1 0 0,34-22-62 0 0,1-1 0 0 0,-1 1 0 0 0,1 1-1 0 0,0-1 1 0 0,-1 0 0 0 0,1 0 0 0 0,0 1-1 0 0,1-1 1 0 0,-1 1 0 0 0,0 0 0 0 0,1 0-1 0 0,-1-1 1 0 0,1 1 0 0 0,0 0 0 0 0,0 0-1 0 0,0 0 1 0 0,0 0 0 0 0,1 0 0 0 0,-1 1-1 0 0,1-1 1 0 0,0 0 0 0 0,0 0 0 0 0,0 0-1 0 0,0 0 1 0 0,0 0 0 0 0,1 1 0 0 0,0-1-1 0 0,-1 0 1 0 0,1 0 0 0 0,0 0 0 0 0,0 0-1 0 0,1 0 1 0 0,-1-1 0 0 0,1 1 0 0 0,3 5-1 0 0,2 3-141 0 0,1 1 0 0 0,1-1 0 0 0,0-1 0 0 0,0 1-1 0 0,1-2 1 0 0,19 15 0 0 0,-27-23-57 0 0,0 1 0 0 0,0-1-1 0 0,0 0 1 0 0,0-1 0 0 0,0 1 0 0 0,0 0 0 0 0,0-1 0 0 0,0 1-1 0 0,0-1 1 0 0,1 1 0 0 0,1-1 0 0 0,17-1-4719 0 0,-7-2 1796 0 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9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18 732 0 0,'-18'-17'15349'0'0,"106"18"-14720"0"0,50 2-1096 0 0,-119-1-2748 0 0,-1 1 0 0 0,34 10-1 0 0,-44-9-493 0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09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24 500 0 0,'-19'-24'14205'0'0,"19"32"-14527"0"0,2 41 420 0 0,7-24-2521 0 0,9-6-4111 0 0,-7-13 3426 0 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0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1356 0 0,'0'0'5493'0'0,"13"-1"-1337"0"0,-7 12-4699 0 0,-1 8-5093 0 0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2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45 672 0 0,'11'-5'6135'0'0,"-7"7"-6026"0"0,0 0 0 0 0,-1 0 0 0 0,1 0 0 0 0,-1 1 0 0 0,1-1 0 0 0,-1 1 0 0 0,0 0 0 0 0,0 0 0 0 0,0 0 0 0 0,0 0-1 0 0,-1 1 1 0 0,1-1 0 0 0,-1 1 0 0 0,0-1 0 0 0,0 1 0 0 0,0 0 0 0 0,0 0 0 0 0,-1 0 0 0 0,1 0 0 0 0,-1 0 0 0 0,0 0 0 0 0,-1 0 0 0 0,1 0 0 0 0,0 5-1 0 0,-1-3-68 0 0,0-1-1 0 0,0 0 0 0 0,0 1 1 0 0,-1-1-1 0 0,0 0 0 0 0,0 1 0 0 0,0-1 1 0 0,-1 0-1 0 0,1 0 0 0 0,-1 0 0 0 0,-1 0 1 0 0,1 0-1 0 0,-1 0 0 0 0,1 0 0 0 0,-1-1 1 0 0,-1 0-1 0 0,1 1 0 0 0,-1-1 0 0 0,-5 5 1 0 0,1-2 55 0 0,4-3 20 0 0,1-1 1 0 0,-1 0-1 0 0,1 0 1 0 0,-1 0-1 0 0,0 0 0 0 0,0-1 1 0 0,0 1-1 0 0,-1-1 1 0 0,1 0-1 0 0,0-1 1 0 0,-9 3-1 0 0,13-4-97 0 0,-1 0-1 0 0,0 0 1 0 0,0 0-1 0 0,0 0 1 0 0,0 0-1 0 0,1 0 1 0 0,-1 0-1 0 0,0 0 1 0 0,0 0-1 0 0,0-1 1 0 0,1 1-1 0 0,-1 0 0 0 0,0-1 1 0 0,0 1-1 0 0,1 0 1 0 0,-1-1-1 0 0,0 1 1 0 0,1-1-1 0 0,-1 1 1 0 0,0-1-1 0 0,1 0 1 0 0,-1 1-1 0 0,1-1 1 0 0,-1 1-1 0 0,1-1 0 0 0,-1 0 1 0 0,1 0-1 0 0,-1 1 1 0 0,1-1-1 0 0,-1-1 1 0 0,1-1 7 0 0,0 1 1 0 0,-1-1-1 0 0,1 1 1 0 0,0-1-1 0 0,1 1 1 0 0,-1-1 0 0 0,0 1-1 0 0,1-1 1 0 0,-1 1-1 0 0,2-4 1 0 0,2-4 25 0 0,-1 1 0 0 0,2 0 1 0 0,-1 1-1 0 0,9-14 0 0 0,1 6-14 0 0,0 0 0 0 0,1 1 0 0 0,0 0 0 0 0,1 2 0 0 0,1 0 0 0 0,29-18 0 0 0,-34 24-51 0 0,0 0 0 0 0,1 1-1 0 0,-1 0 1 0 0,1 1 0 0 0,1 1 0 0 0,-1 0 0 0 0,1 1 0 0 0,-1 0 0 0 0,1 1 0 0 0,0 0 0 0 0,14 1 0 0 0,-24 1 5 0 0,1 1 0 0 0,-1-1 0 0 0,0 1 0 0 0,1 0 0 0 0,-1 0 0 0 0,0 0 0 0 0,0 0 0 0 0,0 1 0 0 0,0-1 0 0 0,0 1 0 0 0,0 0 0 0 0,0 1 0 0 0,-1-1 0 0 0,1 1 0 0 0,-1-1 0 0 0,1 1 0 0 0,-1 0 0 0 0,0 0 0 0 0,0 1 0 0 0,-1-1 0 0 0,1 1 0 0 0,-1-1 0 0 0,1 1 0 0 0,-1 0 0 0 0,0 0 0 0 0,1 4 0 0 0,0-1 25 0 0,-1 1 1 0 0,-1-1-1 0 0,1 0 1 0 0,-1 0-1 0 0,-1 1 1 0 0,1-1-1 0 0,-1 0 1 0 0,-1 1 0 0 0,1-1-1 0 0,-1 0 1 0 0,-1 1-1 0 0,1-1 1 0 0,-1 0-1 0 0,-3 9 1 0 0,4-15 728 0 0,20-22-610 0 0,-10 11-125 0 0,0 1 1 0 0,1-1-1 0 0,0 1 0 0 0,1 1 0 0 0,0 0 1 0 0,0 1-1 0 0,0 0 0 0 0,1 0 1 0 0,0 1-1 0 0,1 1 0 0 0,-1 0 1 0 0,17-4-1 0 0,-27 9-13 0 0,-1 0 0 0 0,0 0 0 0 0,1 0 0 0 0,-1 0 0 0 0,1 0 0 0 0,-1 0 0 0 0,0 0 0 0 0,1 1 0 0 0,-1-1 0 0 0,1 1 0 0 0,-1-1 0 0 0,0 1 0 0 0,1-1 0 0 0,-1 1 0 0 0,0 0-1 0 0,0-1 1 0 0,0 1 0 0 0,1 0 0 0 0,-1 0 0 0 0,0 0 0 0 0,0 0 0 0 0,0 0 0 0 0,-1 0 0 0 0,1 0 0 0 0,0 1 0 0 0,0-1 0 0 0,0 0 0 0 0,-1 0 0 0 0,2 3 0 0 0,9 37-36 0 0,-11-33 16 0 0,-1 0-1 0 0,0 0 1 0 0,0 0 0 0 0,-1 0-1 0 0,0-1 1 0 0,0 1 0 0 0,-1 0-1 0 0,0-1 1 0 0,-7 12 0 0 0,-7 23-2145 0 0,15-33 315 0 0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3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69 608 0 0,'0'0'2293'0'0,"1"-10"-1157"0"0,-1 4 2490 0 0,0 5-3460 0 0,0-1 1 0 0,0 1-1 0 0,0 0 1 0 0,-1-1-1 0 0,1 1 0 0 0,-1 0 1 0 0,1-1-1 0 0,-1 1 1 0 0,0 0-1 0 0,1 0 1 0 0,-1 0-1 0 0,0 0 1 0 0,0 0-1 0 0,0-1 1 0 0,0 1-1 0 0,0 1 1 0 0,0-1-1 0 0,0 0 0 0 0,0 0 1 0 0,0 0-1 0 0,0 0 1 0 0,0 1-1 0 0,-3-2 1 0 0,2 1 148 0 0,-1 1-261 0 0,-1 0-1 0 0,1 0 1 0 0,0 0-1 0 0,-1 1 1 0 0,1-1-1 0 0,-1 1 1 0 0,1 0-1 0 0,0 0 1 0 0,0 0-1 0 0,-6 3 1 0 0,-2 1 0 0 0,-1 1 0 0 0,1 0 1 0 0,0 1-1 0 0,1 0 0 0 0,0 1 1 0 0,0 0-1 0 0,1 1 0 0 0,0 0 0 0 0,0 0 1 0 0,1 1-1 0 0,-8 12 0 0 0,15-21-22 0 0,1 3-14 0 0,-1-3-14 0 0,1-1-1 0 0,-1 1 1 0 0,1 0-1 0 0,0 0 1 0 0,0 0-1 0 0,0 0 1 0 0,-1-1-1 0 0,1 1 0 0 0,0 0 1 0 0,0 0-1 0 0,0 0 1 0 0,0 0-1 0 0,1 0 1 0 0,-1-1-1 0 0,0 1 0 0 0,0 0 1 0 0,0 0-1 0 0,1 0 1 0 0,-1-1-1 0 0,0 1 1 0 0,1 0-1 0 0,-1 0 1 0 0,1 0-1 0 0,-1-1 0 0 0,1 1 1 0 0,-1 0-1 0 0,1-1 1 0 0,0 2-1 0 0,4-1 8 0 0,0-1 1 0 0,0 1-1 0 0,0-1 0 0 0,0 0 0 0 0,0 0 0 0 0,0-1 0 0 0,0 0 0 0 0,0 1 1 0 0,0-2-1 0 0,0 1 0 0 0,-1 0 0 0 0,1-1 0 0 0,0 0 0 0 0,6-4 0 0 0,4-2 18 0 0,1 0 0 0 0,25-20 0 0 0,-39 27-37 0 0,0 0 1 0 0,0 1 0 0 0,0-1-1 0 0,0 0 1 0 0,0 1-1 0 0,0 0 1 0 0,0-1 0 0 0,1 1-1 0 0,-1 0 1 0 0,0 0 0 0 0,0 0-1 0 0,0 0 1 0 0,0 1 0 0 0,0-1-1 0 0,0 1 1 0 0,1-1-1 0 0,-1 1 1 0 0,0 0 0 0 0,0-1-1 0 0,0 1 1 0 0,-1 0 0 0 0,1 0-1 0 0,0 1 1 0 0,0-1 0 0 0,0 0-1 0 0,-1 1 1 0 0,1-1-1 0 0,2 4 1 0 0,25 10 3 0 0,-27-14-5 0 0,1-1 3 0 0,1 0 0 0 0,0 0 1 0 0,-1-1 0 0 0,1 1-1 0 0,0-1 1 0 0,0 0-1 0 0,-1 0 1 0 0,1 0 0 0 0,0 0-1 0 0,-1-1 1 0 0,1 1-1 0 0,-1-1 1 0 0,0 0-1 0 0,1 0 1 0 0,-1 0 0 0 0,0-1-1 0 0,0 1 1 0 0,2-3-1 0 0,7-5-19 0 0,6-4-59 0 0,-1 0 1 0 0,27-31-1 0 0,4 15-260 0 0,-47 31 339 0 0,0 0 1 0 0,0 1-1 0 0,0-1 1 0 0,1 0 0 0 0,-1 1-1 0 0,0-1 1 0 0,-1 1-1 0 0,1-1 1 0 0,0 1-1 0 0,0-1 1 0 0,-1 1-1 0 0,1 0 1 0 0,-1-1 0 0 0,1 1-1 0 0,-1 0 1 0 0,1 3-1 0 0,6 31-29 0 0,-6-30 30 0 0,-1-5 6 0 0,0 0 0 0 0,1 0 0 0 0,-1 0 0 0 0,1 0 1 0 0,-1 0-1 0 0,1 0 0 0 0,-1 0 0 0 0,1-1 0 0 0,-1 1 0 0 0,1 0 1 0 0,0 0-1 0 0,0-1 0 0 0,-1 1 0 0 0,1 0 0 0 0,0-1 0 0 0,0 1 1 0 0,0-1-1 0 0,0 1 0 0 0,0-1 0 0 0,0 1 0 0 0,0-1 0 0 0,0 0 1 0 0,0 1-1 0 0,0-1 0 0 0,0 0 0 0 0,0 0 0 0 0,0 0 0 0 0,0 0 1 0 0,0 0-1 0 0,0 0 0 0 0,0 0 0 0 0,0 0 0 0 0,0 0 0 0 0,0 0 1 0 0,0-1-1 0 0,0 1 0 0 0,1-1 0 0 0,44-12 13 0 0,-38 10-5 0 0,43-15 142 0 0,-49 18-113 0 0,12-3-618 0 0,-10 5-33 0 0,11 5-103 0 0,-4 1-5466 0 0,-5-1 3498 0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3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11 272 0 0,'0'0'246'0'0,"0"-1"-1"0"0,0 1 1 0 0,0 0-1 0 0,0-1 1 0 0,0 1 0 0 0,0-1-1 0 0,0 1 1 0 0,0 0-1 0 0,0-1 1 0 0,1 1-1 0 0,-1-1 1 0 0,0 1 0 0 0,0 0-1 0 0,0-1 1 0 0,0 1-1 0 0,0 0 1 0 0,1-1 0 0 0,-1 1-1 0 0,0 0 1 0 0,0-1-1 0 0,1 1 246 0 0,-1 0-245 0 0,1-1 0 0 0,-1 1-1 0 0,0 0 1 0 0,0 0-1 0 0,1-1 1 0 0,-1 1 0 0 0,1 0-1 0 0,-1 0 1 0 0,0 0-1 0 0,1 0 1 0 0,-1 0-1 0 0,0 0 1 0 0,1-1 0 0 0,-1 1-1 0 0,1 0 1 0 0,-1 0-1 0 0,0 0 1 0 0,1 0 0 0 0,-1 0-1 0 0,0 0 1 0 0,1 1-1 0 0,-1-1 1 0 0,1 0-1 0 0,14 19 1967 0 0,6 34-8553 0 0,-16-44 744 0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3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8 728 0 0,'6'-2'912'0'0,"28"-4"7216"0"0,-26 12-5709 0 0,-14 12-4127 0 0,-19 8-3486 0 0,8-13 2221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4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31 616 0 0,'0'0'1713'0'0,"-17"-8"8413"0"0,125 0-10353 0 0,118-6 1064 0 0,-77 16-9319 0 0,-139-2 5903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4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18 312 0 0,'5'-18'12363'0'0,"-4"34"-12419"0"0,5 33-828 0 0,-5-47 547 0 0,-1 0 0 0 0,1 0 0 0 0,-1 0 1 0 0,1 0-1 0 0,0-1 0 0 0,0 1 1 0 0,0 0-1 0 0,0-1 0 0 0,0 1 1 0 0,0-1-1 0 0,0 1 0 0 0,0-1 0 0 0,1 1 1 0 0,-1-1-1 0 0,0 0 0 0 0,1 0 1 0 0,-1 0-1 0 0,1 1 0 0 0,0-2 0 0 0,-1 1 1 0 0,1 0-1 0 0,2 1 0 0 0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5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17 160 0 0,'0'-1'331'0'0,"0"0"0"0"0,1 0-1 0 0,-1 0 1 0 0,0 1 0 0 0,1-1 0 0 0,-1 0 0 0 0,1 0-1 0 0,-1 0 1 0 0,1 0 0 0 0,-1 1 0 0 0,1-1 0 0 0,0 0-1 0 0,-1 1 1 0 0,1-1 0 0 0,0 1 0 0 0,0-1 0 0 0,-1 0-1 0 0,1 1 1 0 0,0 0 0 0 0,0-1 0 0 0,0 1 0 0 0,0-1 0 0 0,0 1-1 0 0,1 0 1 0 0,-3 22 2272 0 0,0 18-4076 0 0,6-1-3697 0 0,-3-26 2700 0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5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79 916 0 0,'-7'-10'11086'0'0,"-1"41"-10447"0"0,1 1 1 0 0,1 1-1 0 0,-1 46 0 0 0,7-78-637 0 0,0 0 1 0 0,0 0 0 0 0,0 0-1 0 0,1-1 1 0 0,-1 1 0 0 0,0 0-1 0 0,1 0 1 0 0,-1-1 0 0 0,1 1-1 0 0,-1 0 1 0 0,1-1 0 0 0,-1 1-1 0 0,1 0 1 0 0,-1-1-1 0 0,1 1 1 0 0,0-1 0 0 0,-1 1-1 0 0,1-1 1 0 0,0 1 0 0 0,-1-1-1 0 0,1 1 1 0 0,0-1 0 0 0,0 0-1 0 0,-1 1 1 0 0,1-1 0 0 0,0 0-1 0 0,0 0 1 0 0,0 0 0 0 0,-1 1-1 0 0,1-1 1 0 0,0 0 0 0 0,0 0-1 0 0,0 0 1 0 0,0 0 0 0 0,-1-1-1 0 0,1 1 1 0 0,0 0 0 0 0,0 0-1 0 0,0 0 1 0 0,-1-1 0 0 0,1 1-1 0 0,1-1 1 0 0,35-11-227 0 0,6-9-119 0 0,-33 15 76 0 0,-1 1-1 0 0,1 1 0 0 0,0 0 0 0 0,15-4 0 0 0,-20 7 129 0 0,0 0 0 0 0,-1 1 1 0 0,1 0-1 0 0,0-1 0 0 0,0 2 0 0 0,0-1 1 0 0,0 1-1 0 0,0 0 0 0 0,-1 0 0 0 0,1 0 1 0 0,0 0-1 0 0,-1 1 0 0 0,7 3 0 0 0,3 1-215 0 0,0-1 0 0 0,0 0 0 0 0,1-1 0 0 0,0-1 0 0 0,-1 0 0 0 0,29 1-1 0 0,-40-4 417 0 0,0 0-1 0 0,0-1 1 0 0,0 1-1 0 0,0-1 1 0 0,0 0-1 0 0,0 0 1 0 0,0 0-1 0 0,0 0 0 0 0,0-1 1 0 0,0 1-1 0 0,0-1 1 0 0,0 1-1 0 0,-1-1 1 0 0,1 0-1 0 0,-1 0 1 0 0,1 0-1 0 0,-1-1 0 0 0,0 1 1 0 0,0 0-1 0 0,0-1 1 0 0,0 1-1 0 0,0-1 1 0 0,-1 0-1 0 0,1 0 1 0 0,-1 0-1 0 0,0 0 0 0 0,0 0 1 0 0,0 0-1 0 0,0 0 1 0 0,0 0-1 0 0,-1 0 1 0 0,1 0-1 0 0,-1-4 1 0 0,1-2 256 0 0,0 1 1 0 0,0-1 0 0 0,-1 0-1 0 0,-1 0 1 0 0,1 0 0 0 0,-2 0-1 0 0,1 1 1 0 0,-1-1 0 0 0,0 1-1 0 0,-5-11 1 0 0,-13-38-324 0 0,19 55-687 0 0,19 33-10255 0 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6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44 20 0 0,'0'0'4722'0'0,"-4"4"-4184"0"0,2-2-453 0 0,1 0 0 0 0,-1 0 0 0 0,1 0 0 0 0,-1 0-1 0 0,1 0 1 0 0,0 1 0 0 0,0-1 0 0 0,0 0 0 0 0,0 1-1 0 0,0-1 1 0 0,0 1 0 0 0,1-1 0 0 0,-1 1 0 0 0,1-1-1 0 0,-1 1 1 0 0,1-1 0 0 0,0 1 0 0 0,0 0 0 0 0,1-1-1 0 0,-1 1 1 0 0,0-1 0 0 0,1 1 0 0 0,-1-1-1 0 0,1 1 1 0 0,0-1 0 0 0,0 1 0 0 0,0-1 0 0 0,0 0-1 0 0,0 1 1 0 0,1-1 0 0 0,-1 0 0 0 0,1 0 0 0 0,2 2-1 0 0,0 1 26 0 0,1-1-1 0 0,0 1 0 0 0,0-1 1 0 0,0-1-1 0 0,0 1 0 0 0,1-1 1 0 0,0 0-1 0 0,-1 0 1 0 0,1 0-1 0 0,11 2 0 0 0,-16-4 55 0 0,29-16 1128 0 0,-28 11-1157 0 0,-1 1-1 0 0,0-1 0 0 0,0 0 0 0 0,0 1 0 0 0,-1-1 1 0 0,1 0-1 0 0,-1 0 0 0 0,0 0 0 0 0,0 0 1 0 0,0 0-1 0 0,0 1 0 0 0,-1-1 0 0 0,0 0 0 0 0,1 0 1 0 0,-1 0-1 0 0,-1 1 0 0 0,-1-5 0 0 0,-4-7-56 0 0,0 0 0 0 0,-16-23 0 0 0,13 22-854 0 0,9 15-154 0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6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7 264 0 0,'0'0'785'0'0,"9"34"3350"0"0,-10-23-3873 0 0,0-1 1 0 0,-1 0 0 0 0,0 0-1 0 0,-1 0 1 0 0,0 0 0 0 0,0 0-1 0 0,-1 0 1 0 0,0-1-1 0 0,-8 12 1 0 0,11-19-150 0 0,-1 0 14 0 0,-1 2-126 0 0,-9-20 320 0 0,12 15-325 0 0,0-1 0 0 0,0 1 0 0 0,0-1-1 0 0,0 1 1 0 0,0-1 0 0 0,1 1 0 0 0,-1-1 0 0 0,1 1 0 0 0,-1-1-1 0 0,1 1 1 0 0,-1 0 0 0 0,1-1 0 0 0,0 1 0 0 0,-1 0-1 0 0,1-1 1 0 0,0 1 0 0 0,0 0 0 0 0,1-1 0 0 0,7-10-30 0 0,-1 2-1 0 0,1-1 1 0 0,1 1 0 0 0,0 0 0 0 0,0 1 0 0 0,1 0-1 0 0,0 1 1 0 0,0 0 0 0 0,1 1 0 0 0,22-10 0 0 0,-31 15 29 0 0,1 1 0 0 0,-1 0 1 0 0,0 1-1 0 0,1-1 1 0 0,-1 1-1 0 0,0-1 0 0 0,1 1 1 0 0,-1 0-1 0 0,1 0 0 0 0,-1 0 1 0 0,1 1-1 0 0,-1-1 0 0 0,0 1 1 0 0,1 0-1 0 0,-1 0 0 0 0,0 0 1 0 0,0 0-1 0 0,0 1 0 0 0,1-1 1 0 0,-2 1-1 0 0,1 0 1 0 0,0 0-1 0 0,0 0 0 0 0,0 0 1 0 0,-1 0-1 0 0,1 1 0 0 0,-1-1 1 0 0,3 5-1 0 0,-5-6 4 0 0,2 1-1 0 0,0 0 0 0 0,-1 0 0 0 0,1 1-1 0 0,-1-1 1 0 0,1 1 0 0 0,-1-1 0 0 0,0 1 0 0 0,0 0 0 0 0,-1-1 0 0 0,1 1 0 0 0,0 0 0 0 0,-1 0 0 0 0,0 0 0 0 0,0-1 0 0 0,0 1-1 0 0,0 3 1 0 0,0-4 9 0 0,1 1 15 0 0,-1-3-16 0 0,0 1 1 0 0,0-1-1 0 0,0 0 1 0 0,0 0-1 0 0,0 0 1 0 0,0 1-1 0 0,0-1 1 0 0,0 0-1 0 0,0 0 1 0 0,0 1-1 0 0,0-1 1 0 0,0 0-1 0 0,0 0 1 0 0,0 1-1 0 0,0-1 1 0 0,0 0-1 0 0,0 0 0 0 0,0 0 1 0 0,0 1-1 0 0,1-1 1 0 0,-1 0-1 0 0,0 0 1 0 0,0 0-1 0 0,0 1 1 0 0,0-1-1 0 0,1 0 1 0 0,-1 0-1 0 0,0 0 1 0 0,0 0-1 0 0,0 0 1 0 0,1 1-1 0 0,-1-1 1 0 0,0 0-1 0 0,0 0 1 0 0,0 0-1 0 0,1 0 1 0 0,-1 0-1 0 0,0 0 1 0 0,0 0-1 0 0,1 0 1 0 0,-1 0-1 0 0,0 0 1 0 0,0 0-1 0 0,1 0 0 0 0,-1 0 1 0 0,0 0-1 0 0,0 0 1 0 0,1 0-1 0 0,24-16 49 0 0,-16 9 19 0 0,0 1 1 0 0,0 1 0 0 0,1-1 0 0 0,-1 2 0 0 0,1-1 0 0 0,16-4 0 0 0,-24 9 63 0 0,24 13 161 0 0,-24-10-332 0 0,-1 1 0 0 0,0-1 0 0 0,0 1 0 0 0,0-1 0 0 0,0 1 0 0 0,0-1 0 0 0,-1 1 0 0 0,0 0 0 0 0,0-1 0 0 0,0 6 0 0 0,-3 13-4761 0 0,0-12 2572 0 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7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39 536 0 0,'-23'-27'7147'0'0,"21"27"-6254"0"0,-60-11 2567 0 0,49 11-3044 0 0,1 1-1 0 0,-1 0 1 0 0,1 1-1 0 0,-20 5 0 0 0,28-5-370 0 0,0-1 1 0 0,-1 0-1 0 0,1 1 0 0 0,0 0 0 0 0,0 0 0 0 0,0 0 0 0 0,1 0 0 0 0,-1 0 0 0 0,0 1 0 0 0,1 0 0 0 0,0 0 1 0 0,0 0-1 0 0,-1 0 0 0 0,2 0 0 0 0,-1 1 0 0 0,-4 6 0 0 0,6-8-43 0 0,0 0-1 0 0,0 0 1 0 0,0 1-1 0 0,0-1 1 0 0,0 0 0 0 0,1 0-1 0 0,-1 1 1 0 0,1-1-1 0 0,0 0 1 0 0,-1 1-1 0 0,1-1 1 0 0,0 1 0 0 0,0-1-1 0 0,1 0 1 0 0,-1 1-1 0 0,0-1 1 0 0,1 0 0 0 0,-1 1-1 0 0,1-1 1 0 0,0 0-1 0 0,0 1 1 0 0,0-1-1 0 0,0 0 1 0 0,0 0 0 0 0,1 0-1 0 0,-1 0 1 0 0,0 0-1 0 0,1 0 1 0 0,0-1 0 0 0,-1 1-1 0 0,1 0 1 0 0,0-1-1 0 0,0 1 1 0 0,0-1-1 0 0,0 0 1 0 0,0 0 0 0 0,0 1-1 0 0,5 0 1 0 0,-2 0-97 0 0,1 1 0 0 0,0-2 0 0 0,0 1 0 0 0,-1-1 0 0 0,1 0-1 0 0,0 0 1 0 0,0 0 0 0 0,1-1 0 0 0,-1 0 0 0 0,0 0 0 0 0,0-1 0 0 0,0 1 0 0 0,0-1 0 0 0,10-4 0 0 0,40-18-713 0 0,-54 22 762 0 0,1 1-11 0 0,0 1 29 0 0,0-1-1 0 0,0 1 1 0 0,0 0 0 0 0,0 0-1 0 0,0 0 1 0 0,-1 1-1 0 0,1-1 1 0 0,0 1-1 0 0,-1-1 1 0 0,1 1 0 0 0,2 2-1 0 0,3 2-18 0 0,-7-5 29 0 0,0-1 15 0 0,0 1-1 0 0,0-1 0 0 0,-1 1 1 0 0,1-1-1 0 0,0 0 1 0 0,0 0-1 0 0,-1 1 0 0 0,1-1 1 0 0,0 0-1 0 0,0 0 1 0 0,0 0-1 0 0,-1 0 1 0 0,1 0-1 0 0,0 0 0 0 0,0 0 1 0 0,0 0-1 0 0,-1 0 1 0 0,1 0-1 0 0,0 0 1 0 0,0 0-1 0 0,0-1 0 0 0,-1 1 1 0 0,1 0-1 0 0,0-1 1 0 0,1 0-1 0 0,25-8-269 0 0,-11 1 152 0 0,0-1 1 0 0,-1-1-1 0 0,0 0 0 0 0,-1-1 1 0 0,16-15-1 0 0,-15 13 120 0 0,-15 13 7 0 0,1-1 0 0 0,-1 0-1 0 0,0 1 1 0 0,1-1 0 0 0,-1 1-1 0 0,0-1 1 0 0,1 1-1 0 0,-1 0 1 0 0,1-1 0 0 0,-1 1-1 0 0,1-1 1 0 0,-1 1 0 0 0,1 0-1 0 0,0-1 1 0 0,-1 1 0 0 0,1 0-1 0 0,-1 0 1 0 0,1-1 0 0 0,0 1-1 0 0,-1 0 1 0 0,1 0-1 0 0,-1 0 1 0 0,1 0 0 0 0,0 0-1 0 0,-1 0 1 0 0,1 0 0 0 0,0 0-1 0 0,-1 0 1 0 0,1 0 0 0 0,0 0-1 0 0,-1 0 1 0 0,1 1 0 0 0,-1-1-1 0 0,1 0 1 0 0,0 0 0 0 0,-1 1-1 0 0,1-1 1 0 0,-1 0-1 0 0,1 1 1 0 0,-1-1 0 0 0,1 0-1 0 0,-1 1 1 0 0,1 0 0 0 0,8 32 57 0 0,-9-29-53 0 0,1 0 0 0 0,0 0-1 0 0,0 0 1 0 0,0 0 0 0 0,0 0-1 0 0,0 0 1 0 0,1 0 0 0 0,0 0-1 0 0,2 4 1 0 0,-3-7-7 0 0,1 0 1 0 0,0 0-1 0 0,-1-1 0 0 0,1 1 1 0 0,0 0-1 0 0,0-1 1 0 0,-1 1-1 0 0,1-1 0 0 0,0 1 1 0 0,0-1-1 0 0,0 0 0 0 0,0 0 1 0 0,-1 0-1 0 0,1 0 0 0 0,0 0 1 0 0,0 0-1 0 0,0-1 0 0 0,0 1 1 0 0,0 0-1 0 0,-1-1 1 0 0,1 1-1 0 0,0-1 0 0 0,0 0 1 0 0,-1 0-1 0 0,1 0 0 0 0,-1 0 1 0 0,3-1-1 0 0,24-8 8 0 0,21-6 24 0 0,-48 15-28 0 0,0 1-11 0 0,-1 0 0 0 0,0-1 0 0 0,1 1 0 0 0,-1 0 0 0 0,0-1 0 0 0,1 1 0 0 0,-1 0 0 0 0,1-1-1 0 0,-1 1 1 0 0,0 0 0 0 0,1 0 0 0 0,-1 0 0 0 0,1-1 0 0 0,-1 1 0 0 0,1 0 0 0 0,-1 0 0 0 0,1 0 0 0 0,-1 0-1 0 0,1 0 1 0 0,-1 0 0 0 0,1 0 0 0 0,-1 0 0 0 0,1 0 0 0 0,-1 0 0 0 0,1 0 0 0 0,-1 0 0 0 0,1 0 0 0 0,-1 0-1 0 0,1 1 1 0 0,-1-1 0 0 0,1 0 0 0 0,-1 0 0 0 0,1 1 0 0 0,-1-1 0 0 0,0 0 0 0 0,1 1 0 0 0,15 6-7029 0 0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7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1024 0 0,'0'0'7715'0'0,"10"-1"-6713"0"0,-7 3 1947 0 0,8 29-2441 0 0,-5-12-2510 0 0,1-2-4044 0 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39:18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0 292 0 0,'0'0'4052'0'0,"17"2"-331"0"0,-42 22-3825 0 0,12-13-508 0 0,-6 4-616 0 0,2-7-1325 0 0,-6 5 589 0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08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831 53 304 0 0,'0'0'1203'0'0,"9"-45"5231"0"0,-9 44-5588 0 0,-1 0-796 0 0,1 1 1 0 0,0-1-1 0 0,0 1 0 0 0,-1 0 1 0 0,1-1-1 0 0,-1 1 0 0 0,1 0 1 0 0,0-1-1 0 0,-1 1 0 0 0,1 0 1 0 0,-1-1-1 0 0,1 1 0 0 0,-1 0 1 0 0,1 0-1 0 0,0 0 0 0 0,-1-1 1 0 0,1 1-1 0 0,-1 0 1 0 0,1 0-1 0 0,-1 0 0 0 0,1 0 1 0 0,-1 0-1 0 0,1 0 0 0 0,-1 0 1 0 0,1 0-1 0 0,-1 0 0 0 0,1 0 1 0 0,-1 0-1 0 0,1 0 0 0 0,-1 1 1 0 0,1-1-1 0 0,-1 0 1 0 0,1 0-1 0 0,-2 1 0 0 0,-31 13 483 0 0,-43 30-762 0 0,61-35 413 0 0,-187 126 10 0 0,-4 3 23 0 0,103-73-47 0 0,48-29 103 0 0,-67 33 0 0 0,120-69-154 0 0,-2 2-43 0 0,0-1-69 0 0,4-3 408 0 0,29-24-449 0 0,60-43 0 0 0,-73 59-5 0 0,0 0 1 0 0,0 1-1 0 0,1 1 0 0 0,1 0 1 0 0,-1 1-1 0 0,24-5 0 0 0,-34 11 25 0 0,-1 0-1 0 0,1 1 0 0 0,0 0 0 0 0,-1 0 1 0 0,1 0-1 0 0,-1 1 0 0 0,1 0 0 0 0,-1 1 1 0 0,1-1-1 0 0,-1 1 0 0 0,8 3 0 0 0,70 38-83 0 0,-35-17 100 0 0,-21-13 2 0 0,1-2 0 0 0,0 0 1 0 0,0-2-1 0 0,1-1 0 0 0,36 4 0 0 0,-55-10 4 0 0,0-1 1 0 0,0 0-1 0 0,1 0 0 0 0,-1-1 1 0 0,0-1-1 0 0,0 0 0 0 0,0-1 1 0 0,0 0-1 0 0,0 0 0 0 0,0-1 1 0 0,-1-1-1 0 0,1 1 0 0 0,-1-2 1 0 0,0 0-1 0 0,0 0 0 0 0,-1-1 0 0 0,16-11 1 0 0,19-26 21 0 0,-43 42-56 0 0,1 4-173 0 0,-1 1 193 0 0,0-1-1 0 0,1 1 1 0 0,-1-1 0 0 0,1 1-1 0 0,0-1 1 0 0,0 0 0 0 0,1 0-1 0 0,-1 0 1 0 0,0 0 0 0 0,1-1-1 0 0,0 1 1 0 0,0 0 0 0 0,0-1-1 0 0,0 0 1 0 0,6 4-1 0 0,-2-3 6 0 0,-1-1 0 0 0,0 0-1 0 0,1 0 1 0 0,0 0 0 0 0,-1-1-1 0 0,1 0 1 0 0,0 0-1 0 0,12-1 1 0 0,1 0 4 0 0,-1-1 0 0 0,0-1 0 0 0,0 0 1 0 0,0-2-1 0 0,0 0 0 0 0,0-1 0 0 0,-1-1 0 0 0,0-1 0 0 0,0 0 0 0 0,0-2 0 0 0,31-20 1 0 0,-37 21 50 0 0,-1-1 1 0 0,0 0 0 0 0,-1-1 0 0 0,0 0-1 0 0,-1-1 1 0 0,0 0 0 0 0,0 0 0 0 0,-1-1 0 0 0,-1 0-1 0 0,0-1 1 0 0,-1 0 0 0 0,0 0 0 0 0,0 0 0 0 0,-2 0-1 0 0,0-1 1 0 0,4-25 0 0 0,-7 33 78 0 0,-1 0-1 0 0,0 0 1 0 0,0 0 0 0 0,0 0 0 0 0,-1 0-1 0 0,0 0 1 0 0,-2-8 0 0 0,-3-26 1292 0 0,6 40-1418 0 0,0-1-1 0 0,0 1 0 0 0,-1 0 0 0 0,1-1 1 0 0,0 1-1 0 0,0 0 0 0 0,0 0 0 0 0,0 0 0 0 0,0-1 1 0 0,0 1-1 0 0,0 0 0 0 0,-1 0 0 0 0,1-1 0 0 0,0 1 1 0 0,0 0-1 0 0,0 0 0 0 0,-1 0 0 0 0,1 0 1 0 0,0-1-1 0 0,0 1 0 0 0,-1 0 0 0 0,1 0 0 0 0,0 0 1 0 0,0 0-1 0 0,-1 0 0 0 0,1 0 0 0 0,0 0 1 0 0,0 0-1 0 0,-1 0 0 0 0,1-1 0 0 0,0 1 0 0 0,0 0 1 0 0,-1 0-1 0 0,1 0 0 0 0,0 1 0 0 0,0-1 1 0 0,-1 0-1 0 0,1 0 0 0 0,0 0 0 0 0,0 0 0 0 0,-1 0 1 0 0,1 0-1 0 0,0 0 0 0 0,0 0 0 0 0,-1 0 1 0 0,1 1-1 0 0,0-1 0 0 0,0 0 0 0 0,0 0 0 0 0,-1 0 1 0 0,1 0-1 0 0,0 1 0 0 0,0-1 0 0 0,0 0 0 0 0,-1 0 1 0 0,1 1-1 0 0,0-1 0 0 0,0 0 0 0 0,0 0 1 0 0,0 1-1 0 0,0-1 0 0 0,-14 13 116 0 0,14-13-132 0 0,-7 9 41 0 0,1 1 1 0 0,0 0-1 0 0,1 0 0 0 0,0 0 0 0 0,1 1 0 0 0,0 0 0 0 0,0 0 0 0 0,1 0 0 0 0,1 0 0 0 0,0 0 0 0 0,-1 18 0 0 0,1 3 54 0 0,2 0 0 0 0,6 58 0 0 0,-5-82-141 0 0,11 66-993 0 0,-10-70 561 0 0,-1 1 0 0 0,1-1-1 0 0,0 1 1 0 0,0-1 0 0 0,0 0-1 0 0,0 1 1 0 0,5 4 0 0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09.0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8 0 0,'0'0'1159'0'0,"31"-13"6436"0"0,11 0-6861 0 0,-9 4-6094 0 0,-17 4 3032 0 0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1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60 80 0 0,'1'-16'3026'0'0,"-1"7"-2516"0"0,-2-26 7334 0 0,0 45-7788 0 0,-1 7 41 0 0,1 0-1 0 0,1 0 1 0 0,0 22-1 0 0,1-35-76 0 0,1 1 0 0 0,-1-1 0 0 0,1 1 0 0 0,0-1 0 0 0,0 1 0 0 0,0-1 0 0 0,0 0 1 0 0,1 0-1 0 0,0 0 0 0 0,0 0 0 0 0,0 0 0 0 0,0 0 0 0 0,1 0 0 0 0,0 0 0 0 0,-1-1 0 0 0,1 1 0 0 0,1-1 0 0 0,3 4 0 0 0,-4-6-12 0 0,0 0 0 0 0,0 0 0 0 0,-1 0 0 0 0,1 0 0 0 0,0-1 1 0 0,0 1-1 0 0,0-1 0 0 0,0 0 0 0 0,0 0 0 0 0,0 0 0 0 0,0 0 0 0 0,-1 0 0 0 0,1-1 0 0 0,0 1 0 0 0,0-1 0 0 0,0 0 0 0 0,0 0 0 0 0,-1 0 0 0 0,1 0 0 0 0,0 0 1 0 0,-1-1-1 0 0,1 1 0 0 0,-1-1 0 0 0,5-3 0 0 0,5-3 14 0 0,-1-1 0 0 0,0 0 0 0 0,15-16 0 0 0,58-73 76 0 0,-83 97-111 0 0,0 4-211 0 0,4 29 205 0 0,-4-27 16 0 0,-1 0 0 0 0,0 0 1 0 0,1 1-1 0 0,0-1 0 0 0,0 0 0 0 0,1 0 1 0 0,0 0-1 0 0,-1 0 0 0 0,2-1 0 0 0,-1 1 1 0 0,0 0-1 0 0,1-1 0 0 0,5 7 0 0 0,-5-10 1 0 0,1 0-1 0 0,-1-1 0 0 0,1 1 0 0 0,-1-1 0 0 0,1 0 0 0 0,-1 0 0 0 0,1 0 0 0 0,-1-1 0 0 0,1 1 0 0 0,-1-1 0 0 0,0 0 0 0 0,1 0 0 0 0,-1 0 0 0 0,5-2 0 0 0,-2 1-1 0 0,114-44-184 0 0,-78 29 16 0 0,50-15 0 0 0,-92 32 169 0 0,1 0 0 0 0,0 0-1 0 0,-1 0 1 0 0,1-1 0 0 0,0 1 0 0 0,-1 0 0 0 0,1 0 0 0 0,0 0 0 0 0,-1 0 0 0 0,1 0-1 0 0,0 0 1 0 0,-1 0 0 0 0,1 0 0 0 0,0 0 0 0 0,-1 1 0 0 0,1-1 0 0 0,0 0 0 0 0,-1 0-1 0 0,1 0 1 0 0,0 1 0 0 0,-1-1 0 0 0,1 0 0 0 0,-1 1 0 0 0,1-1 0 0 0,-1 1 0 0 0,1-1 0 0 0,-1 1-1 0 0,1-1 1 0 0,-1 1 0 0 0,1-1 0 0 0,-1 1 0 0 0,1-1 0 0 0,-1 1 0 0 0,0-1 0 0 0,1 1-1 0 0,-1 0 1 0 0,0-1 0 0 0,0 1 0 0 0,1 0 0 0 0,-1-1 0 0 0,0 1 0 0 0,0 0 0 0 0,0-1-1 0 0,0 1 1 0 0,0 0 0 0 0,0-1 0 0 0,0 1 0 0 0,0 0 0 0 0,0-1 0 0 0,0 1 0 0 0,0 0 0 0 0,-1-1-1 0 0,1 1 1 0 0,0 0 0 0 0,-1 0 0 0 0,-13 36-34 0 0,3-23-79 0 0,-1-1 0 0 0,0-1 0 0 0,-20 15 0 0 0,3-6-3492 0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2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55 216 0 0,'0'0'949'0'0,"0"-4"80"0"0,-1 1 0 0 0,1-1 0 0 0,-1 0-1 0 0,0 1 1 0 0,0-1 0 0 0,0 1 0 0 0,0-1 0 0 0,-3-4-1 0 0,-9 10-816 0 0,1 1 0 0 0,0 0-1 0 0,0 1 1 0 0,0 1-1 0 0,1 0 1 0 0,-1 0 0 0 0,1 1-1 0 0,-13 9 1 0 0,-12 10 121 0 0,-35 31 0 0 0,66-52-299 0 0,1-1 0 0 0,0 0 0 0 0,1 1 0 0 0,-1 0 0 0 0,1 0 0 0 0,0 0-1 0 0,0 0 1 0 0,0 1 0 0 0,0-1 0 0 0,1 1 0 0 0,-1 0 0 0 0,1 0 0 0 0,1 0 0 0 0,-1 0-1 0 0,1 0 1 0 0,-2 7 0 0 0,4-11-29 0 0,-1-1 0 0 0,1 1-1 0 0,-1 0 1 0 0,0-1-1 0 0,1 1 1 0 0,-1-1 0 0 0,1 1-1 0 0,0-1 1 0 0,-1 1 0 0 0,1-1-1 0 0,-1 1 1 0 0,1-1 0 0 0,0 0-1 0 0,-1 1 1 0 0,1-1-1 0 0,0 0 1 0 0,0 1 0 0 0,-1-1-1 0 0,1 0 1 0 0,0 0 0 0 0,0 0-1 0 0,-1 0 1 0 0,1 1 0 0 0,0-1-1 0 0,0 0 1 0 0,-1-1 0 0 0,3 1-1 0 0,21-1 52 0 0,-24 1-55 0 0,13-2-20 0 0,-1-1 0 0 0,0-1 1 0 0,0 0-1 0 0,0 0 0 0 0,-1-1 0 0 0,1 0 0 0 0,13-10 1 0 0,-1 0-241 0 0,-2-1 0 0 0,27-24 0 0 0,-49 40 244 0 0,1 0 1 0 0,-1-1-1 0 0,0 1 0 0 0,0-1 0 0 0,1 1 1 0 0,-1 0-1 0 0,0-1 0 0 0,1 1 1 0 0,-1 0-1 0 0,0-1 0 0 0,1 1 0 0 0,-1 0 1 0 0,1 0-1 0 0,-1-1 0 0 0,0 1 0 0 0,1 0 1 0 0,-1 0-1 0 0,1 0 0 0 0,-1 0 0 0 0,1 0 1 0 0,-1-1-1 0 0,1 1 0 0 0,-1 0 0 0 0,1 0 1 0 0,-1 0-1 0 0,1 0 0 0 0,-1 0 1 0 0,0 0-1 0 0,1 1 0 0 0,-1-1 0 0 0,1 0 1 0 0,-1 0-1 0 0,1 0 0 0 0,-1 0 0 0 0,1 0 1 0 0,-1 1-1 0 0,0-1 0 0 0,1 0 0 0 0,0 1 1 0 0,7 21-143 0 0,-8-18 144 0 0,1-1 1 0 0,0 0-1 0 0,0 1 1 0 0,0-1-1 0 0,0 0 0 0 0,1 0 1 0 0,-1 0-1 0 0,1 0 1 0 0,0 0-1 0 0,-1 0 0 0 0,5 3 1 0 0,-2-2 7 0 0,0-1 1 0 0,0 0-1 0 0,1-1 1 0 0,-1 1-1 0 0,1-1 1 0 0,0 0-1 0 0,-1 0 1 0 0,1-1-1 0 0,0 1 1 0 0,0-1 0 0 0,0 0-1 0 0,0 0 1 0 0,1-1-1 0 0,5 1 1 0 0,0-2 2 0 0,0 0 0 0 0,0 0 0 0 0,-1-1 0 0 0,1 0 0 0 0,-1-1 0 0 0,17-6 0 0 0,-7 0 16 0 0,1 0-1 0 0,-1-2 1 0 0,-1-1 0 0 0,0 0-1 0 0,-1-1 1 0 0,19-18-1 0 0,-24 19 30 0 0,0 0 1 0 0,0 1-1 0 0,1 1 0 0 0,1 0 0 0 0,0 1 0 0 0,20-10 0 0 0,-28 17-38 0 0,-1-1 0 0 0,0 2 0 0 0,1-1 0 0 0,-1 1 0 0 0,1 0 0 0 0,0 0 0 0 0,-1 0-1 0 0,1 1 1 0 0,0 0 0 0 0,-1 1 0 0 0,1 0 0 0 0,0 0 0 0 0,-1 0 0 0 0,1 1 0 0 0,-1-1 0 0 0,0 2 0 0 0,1-1 0 0 0,-1 1 0 0 0,9 5 0 0 0,-6-4-4 0 0,-1 1 0 0 0,0 0 0 0 0,0 0 0 0 0,0 1 0 0 0,-1 0 0 0 0,1 1-1 0 0,-2-1 1 0 0,1 1 0 0 0,-1 1 0 0 0,0-1 0 0 0,0 1 0 0 0,-1 0 0 0 0,0 1 0 0 0,0-1 0 0 0,-1 1 0 0 0,0 0-1 0 0,-1 0 1 0 0,0 0 0 0 0,3 16 0 0 0,-6-23 2 0 0,0 1 1 0 0,-1-1-1 0 0,1 0 0 0 0,-1 1 0 0 0,1-1 1 0 0,-1 0-1 0 0,0 1 0 0 0,0-1 0 0 0,0 0 1 0 0,0 0-1 0 0,-1 1 0 0 0,1-1 0 0 0,0 0 1 0 0,-1 0-1 0 0,1-1 0 0 0,-1 1 1 0 0,0 0-1 0 0,0 0 0 0 0,0-1 0 0 0,0 1 1 0 0,0-1-1 0 0,0 0 0 0 0,0 1 0 0 0,-4 0 1 0 0,1 1 77 0 0,-1 0 1 0 0,0-1 0 0 0,1 0-1 0 0,-1 0 1 0 0,0 0 0 0 0,0-1-1 0 0,-1 1 1 0 0,-8-1 0 0 0,15-1-78 0 0,-1 0-1 0 0,1 0 1 0 0,0-1-1 0 0,-1 1 1 0 0,1 0 0 0 0,-1 0-1 0 0,1 0 1 0 0,0-1 0 0 0,-1 1-1 0 0,1 0 1 0 0,0-1 0 0 0,-1 1-1 0 0,1 0 1 0 0,0-1-1 0 0,-1 1 1 0 0,1 0 0 0 0,0-1-1 0 0,0 1 1 0 0,0-1 0 0 0,-1 1-1 0 0,1-1 1 0 0,0 1 0 0 0,0 0-1 0 0,0-1 1 0 0,0 1-1 0 0,0-1 1 0 0,0 1 0 0 0,0-1-1 0 0,0 1 1 0 0,0-1 0 0 0,0 1-1 0 0,0-1 1 0 0,0 1 0 0 0,0 0-1 0 0,0-1 1 0 0,0 1-1 0 0,0-1 1 0 0,0 1 0 0 0,1-1-1 0 0,-1 1 1 0 0,0 0 0 0 0,0-1-1 0 0,1 1 1 0 0,-1-1 0 0 0,0 1-1 0 0,1-1 1 0 0,7-17 10 0 0,5 5-64 0 0,-1-1 0 0 0,2 2 0 0 0,0 0 0 0 0,0 0 1 0 0,1 1-1 0 0,0 1 0 0 0,28-14 0 0 0,-23 13 9 0 0,11-7-23 0 0,-10 4 44 0 0,1 1 1 0 0,0 1-1 0 0,1 1 1 0 0,41-13-1 0 0,-61 23 26 0 0,0 1 1 0 0,0 0-1 0 0,1 1 0 0 0,-1-1 1 0 0,0 1-1 0 0,0-1 0 0 0,0 1 1 0 0,0 0-1 0 0,0 0 0 0 0,0 0 0 0 0,0 0 1 0 0,-1 1-1 0 0,1-1 0 0 0,0 1 1 0 0,-1 0-1 0 0,1 0 0 0 0,-1-1 0 0 0,1 2 1 0 0,2 2-1 0 0,47 56-20 0 0,-38-43 30 0 0,2 1-5 0 0,-11-14 1 0 0,-1-1 0 0 0,1 2 1 0 0,-1-1-1 0 0,0 0 0 0 0,0 1 0 0 0,0 0 0 0 0,-1 0 0 0 0,0 0 0 0 0,0 0 0 0 0,-1 0 0 0 0,0 1 0 0 0,0-1 0 0 0,0 1 0 0 0,1 9 0 0 0,-4-15-4 0 0,1 0 0 0 0,-1 0 0 0 0,1 0-1 0 0,-1 0 1 0 0,1 0 0 0 0,-1 0 0 0 0,0 0 0 0 0,0 0-1 0 0,1 0 1 0 0,-1 0 0 0 0,0 0 0 0 0,0 0 0 0 0,0-1-1 0 0,0 1 1 0 0,0 0 0 0 0,0-1 0 0 0,0 1-1 0 0,0-1 1 0 0,0 1 0 0 0,-1-1 0 0 0,-1 1 0 0 0,-30 10-14 0 0,25-9-149 0 0,7-1 148 0 0,-24 4-1885 0 0,7-10-4112 0 0,10-3 3081 0 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2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7 1092 0 0,'-6'-6'10504'0'0,"3"15"-10286"0"0,1 1 0 0 0,0 0 0 0 0,0-1 0 0 0,0 1 0 0 0,1 0 0 0 0,1 0 0 0 0,1 20 0 0 0,-1-26-203 0 0,0-1-1 0 0,1 1 1 0 0,-1 0 0 0 0,1 0 0 0 0,0-1 0 0 0,0 1 0 0 0,0-1 0 0 0,1 1 0 0 0,-1-1-1 0 0,1 1 1 0 0,0-1 0 0 0,0 0 0 0 0,0 0 0 0 0,0 0 0 0 0,0 0 0 0 0,1 0 0 0 0,-1 0 0 0 0,1-1-1 0 0,0 1 1 0 0,0-1 0 0 0,0 0 0 0 0,0 0 0 0 0,0 0 0 0 0,1 0 0 0 0,4 2 0 0 0,-3-3-65 0 0,0 0-1 0 0,0 0 1 0 0,0-1 0 0 0,1 0 0 0 0,-1 0 0 0 0,0 0 0 0 0,0-1 0 0 0,0 1 0 0 0,0-1 0 0 0,0 0 0 0 0,0-1 0 0 0,0 1-1 0 0,-1-1 1 0 0,1 0 0 0 0,0 0 0 0 0,-1 0 0 0 0,0-1 0 0 0,1 0 0 0 0,4-4 0 0 0,2-1 132 0 0,0-1-1 0 0,-1-1 1 0 0,-1 1 0 0 0,0-1-1 0 0,14-20 1 0 0,-22 28 176 0 0,0 5-334 0 0,1 0 0 0 0,-1-1 0 0 0,0 1 0 0 0,0 0 0 0 0,-1 0 0 0 0,1 0 1 0 0,0 0-1 0 0,-1 0 0 0 0,0 4 0 0 0,7 29-7267 0 0,-4-28 4320 0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3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36 740 0 0,'6'3'3211'0'0,"5"7"-530"0"0,-11-5-2537 0 0,0 0 0 0 0,0 0 1 0 0,0 0-1 0 0,0 0 0 0 0,-1 0 0 0 0,0-1 0 0 0,0 1 0 0 0,0 0 1 0 0,-1 0-1 0 0,0 0 0 0 0,0-1 0 0 0,0 1 0 0 0,0-1 1 0 0,-4 6-1 0 0,5-9-53 0 0,-4 6-31 0 0,3-6 120 0 0,5-5 913 0 0,5-9-1068 0 0,2 2 0 0 0,-1-1 0 0 0,1 1 1 0 0,1 0-1 0 0,0 1 0 0 0,1 0 0 0 0,0 1 0 0 0,0 1 0 0 0,1-1 1 0 0,0 2-1 0 0,16-7 0 0 0,-28 13-27 0 0,1 0 0 0 0,0 0 0 0 0,0 1 0 0 0,0-1 0 0 0,0 1-1 0 0,0 0 1 0 0,0-1 0 0 0,-1 1 0 0 0,1 0 0 0 0,0 0 0 0 0,0 0 0 0 0,0 0 0 0 0,0 0 0 0 0,0 1 0 0 0,0-1 0 0 0,0 0 0 0 0,0 1 0 0 0,0 0-1 0 0,-1-1 1 0 0,1 1 0 0 0,0 0 0 0 0,0 0 0 0 0,-1 0 0 0 0,1 0 0 0 0,-1 0 0 0 0,1 0 0 0 0,-1 1 0 0 0,1-1 0 0 0,-1 1 0 0 0,0-1-1 0 0,1 1 1 0 0,-1-1 0 0 0,0 1 0 0 0,1 1 0 0 0,4 7-5 0 0,-1 1 0 0 0,0-1 0 0 0,0 1-1 0 0,-1 0 1 0 0,3 17 0 0 0,-7-28 20 0 0,0 1-1 0 0,0 0 1 0 0,0-1-1 0 0,1 1 1 0 0,-1 0-1 0 0,0-1 1 0 0,0 1 0 0 0,0 0-1 0 0,0-1 1 0 0,1 1-1 0 0,-1 0 1 0 0,0-1 0 0 0,1 1-1 0 0,-1 0 1 0 0,0-1-1 0 0,1 1 1 0 0,-1-1 0 0 0,1 1-1 0 0,-1-1 1 0 0,1 1-1 0 0,-1-1 1 0 0,1 1-1 0 0,-1-1 1 0 0,1 1 0 0 0,-1-1-1 0 0,1 0 1 0 0,0 1-1 0 0,-1-1 1 0 0,2 0 0 0 0,14-13 326 0 0,-10 6-405 0 0,1-2 51 0 0,1 1 0 0 0,0 1-1 0 0,0-1 1 0 0,0 1-1 0 0,1 1 1 0 0,10-7 0 0 0,-15 11-5 0 0,1 1 0 0 0,-1-1 1 0 0,0 1-1 0 0,1 0 0 0 0,0 0 1 0 0,-1 0-1 0 0,1 0 0 0 0,0 1 1 0 0,-1 0-1 0 0,1 0 0 0 0,0 0 0 0 0,-1 0 1 0 0,1 1-1 0 0,0 0 0 0 0,-1 0 1 0 0,1 0-1 0 0,4 2 0 0 0,17 6-201 0 0,7 3-261 0 0,41 7-1 0 0,-64-17 441 0 0,-1 0-1 0 0,1-1 1 0 0,-1-1-1 0 0,1 1 1 0 0,0-2-1 0 0,-1 1 1 0 0,1-1-1 0 0,-1-1 1 0 0,12-2-1 0 0,-18 3 180 0 0,-1-1-1 0 0,1 1 0 0 0,-1 0 0 0 0,0-1 0 0 0,1 1 0 0 0,-1-1 0 0 0,0 1 1 0 0,0-1-1 0 0,0 0 0 0 0,0 0 0 0 0,-1 0 0 0 0,1 0 0 0 0,0-1 0 0 0,-1 1 0 0 0,1 0 1 0 0,0-4-1 0 0,-1 4 357 0 0,-1 2-389 0 0,0-1 0 0 0,0 1-1 0 0,0-1 1 0 0,0 1 0 0 0,0-1 0 0 0,0 1-1 0 0,0-1 1 0 0,0 1 0 0 0,0-1 0 0 0,0 1-1 0 0,0-1 1 0 0,0 1 0 0 0,1 0 0 0 0,-1-1-1 0 0,0 1 1 0 0,0-1 0 0 0,1 1 0 0 0,-1-1-1 0 0,0 1 1 0 0,0 0 0 0 0,1-1 0 0 0,-1 1-1 0 0,1 0 1 0 0,-1-1 0 0 0,0 1 0 0 0,1 0-1 0 0,-1 0 1 0 0,0-1 0 0 0,1 1 0 0 0,-1 0-1 0 0,1 0 1 0 0,-1 0 0 0 0,1-1 0 0 0,2 14-724 0 0,1 9-2191 0 0,0-9-2151 0 0,1-6 1068 0 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8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36 696 0 0,'24'-36'9466'0'0,"-22"41"-9328"0"0,3 7 35 0 0,0 2 0 0 0,0-1 0 0 0,-2 1-1 0 0,1-1 1 0 0,-2 1 0 0 0,2 18 0 0 0,-3-23-258 0 0,2 12 475 0 0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8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94 980 0 0,'5'-19'1630'0'0,"-3"10"-312"0"0,1-1-1 0 0,0 1 1 0 0,1 0 0 0 0,5-12-1 0 0,-8 20-908 0 0,1-2-96 0 0,4-8 293 0 0,1 10-3024 0 0,17 15-1592 0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9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24 8 0 0,'-3'126'6301'0'0,"3"-125"-5788"0"0,-1 7-427 0 0,1-5 328 0 0,1-7 2144 0 0,2-8-2495 0 0,1 0 0 0 0,1 0 1 0 0,0 0-1 0 0,1 1 0 0 0,0 0 0 0 0,0 0 0 0 0,13-16 0 0 0,-16 23-75 0 0,1 0 0 0 0,-1 0 1 0 0,1 0-1 0 0,0 1 0 0 0,0-1 0 0 0,0 1 0 0 0,0 0 0 0 0,1 0 0 0 0,0 1 0 0 0,-1-1 0 0 0,1 1 1 0 0,0 0-1 0 0,0 0 0 0 0,0 1 0 0 0,0-1 0 0 0,0 1 0 0 0,0 0 0 0 0,1 1 0 0 0,-1-1 0 0 0,0 1 0 0 0,9 0 1 0 0,-8 3-4 0 0,-1-1 1 0 0,1 1 0 0 0,-1 0 0 0 0,1 0 0 0 0,-1 0 0 0 0,0 1 0 0 0,-1 0 0 0 0,1 0 0 0 0,-1 0-1 0 0,1 1 1 0 0,-1-1 0 0 0,6 10 0 0 0,7 5-16 0 0,-11-13 32 0 0,1 0 0 0 0,0 0 0 0 0,1 0 0 0 0,-1-1 0 0 0,1 0 1 0 0,0-1-1 0 0,0 0 0 0 0,1 0 0 0 0,12 4 0 0 0,-15-7 21 0 0,-1 1 0 0 0,1-1 0 0 0,-1-1 0 0 0,1 1 0 0 0,0-1 0 0 0,-1 0-1 0 0,1 0 1 0 0,0 0 0 0 0,-1-1 0 0 0,1 0 0 0 0,-1 0 0 0 0,1-1 0 0 0,-1 1 0 0 0,0-1 0 0 0,1 0-1 0 0,5-4 1 0 0,64-52 1649 0 0,-74 57-1517 0 0,-25 28-7181 0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9.4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70 660 0 0,'-2'-18'1876'0'0,"2"0"-248"0"0,-4 5-307 0 0,2 4-629 0 0,1-2-920 0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19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5 88 0 0,'-4'-5'9292'0'0,"-4"36"-9017"0"0,1 0 0 0 0,2 0 0 0 0,0 0 0 0 0,3 1 0 0 0,0-1 1 0 0,5 47-1 0 0,-2-59-208 0 0,2 1 0 0 0,0-1 0 0 0,1 0 1 0 0,1 0-1 0 0,0-1 0 0 0,2 1 0 0 0,0-1 1 0 0,1-1-1 0 0,1 1 0 0 0,0-2 0 0 0,2 1 1 0 0,14 18-1 0 0,-24-34-54 0 0,1 1 0 0 0,-1-1 0 0 0,1 0 0 0 0,0 1 0 0 0,0-1 0 0 0,0 0 1 0 0,0 0-1 0 0,0 0 0 0 0,0 0 0 0 0,0-1 0 0 0,0 1 0 0 0,0 0 0 0 0,0-1 0 0 0,0 0 0 0 0,0 1 1 0 0,1-1-1 0 0,-1 0 0 0 0,0 0 0 0 0,0 0 0 0 0,0 0 0 0 0,0-1 0 0 0,1 1 0 0 0,-1 0 1 0 0,0-1-1 0 0,0 0 0 0 0,0 1 0 0 0,0-1 0 0 0,0 0 0 0 0,0 0 0 0 0,0 0 0 0 0,0 0 0 0 0,-1-1 1 0 0,1 1-1 0 0,0 0 0 0 0,-1-1 0 0 0,3-1 0 0 0,2-3 349 0 0,1 0 1 0 0,-1 0-1 0 0,0 0 1 0 0,-1-1-1 0 0,1 0 0 0 0,-1 0 1 0 0,7-14-1 0 0,-11 20 403 0 0,2-4 57 0 0,-2 3-1902 0 0,-8 29-9252 0 0,5-21 7105 0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0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57 632 0 0,'0'0'1133'0'0,"-5"-55"6928"0"0,5 53-7459 0 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0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39 409 44 0 0,'0'0'11574'0'0,"-4"2"-11474"0"0,4-1-63 0 0,-3 0 36 0 0,1 0 0 0 0,-1 1 0 0 0,1-1 0 0 0,-1 1-1 0 0,1 0 1 0 0,0 0 0 0 0,0 0 0 0 0,0 0 0 0 0,0 0 0 0 0,0 1-1 0 0,0-1 1 0 0,0 0 0 0 0,1 1 0 0 0,-1-1 0 0 0,0 4 0 0 0,23-20 9 0 0,-11 7-84 0 0,0 1 1 0 0,1 0 0 0 0,0 1 0 0 0,0 0-1 0 0,0 1 1 0 0,0 0 0 0 0,1 1 0 0 0,0 0 0 0 0,0 1-1 0 0,0 0 1 0 0,0 1 0 0 0,0 0 0 0 0,18 2 0 0 0,-23-1-9 0 0,58 0-152 0 0,-37 2 43 0 0,0-2-1 0 0,0-2 0 0 0,43-6 0 0 0,-64 7 145 0 0,0-1-1 0 0,-1 0 0 0 0,1 0 1 0 0,-1 0-1 0 0,1-1 1 0 0,-1 0-1 0 0,0 0 0 0 0,0 0 1 0 0,-1-1-1 0 0,1 0 1 0 0,-1 0-1 0 0,1-1 0 0 0,-1 1 1 0 0,-1-1-1 0 0,1 0 1 0 0,-1 0-1 0 0,1-1 0 0 0,-2 0 1 0 0,6-9-1 0 0,-5 5 93 0 0,0 0 0 0 0,-1 0-1 0 0,-1 0 1 0 0,1 0 0 0 0,-2 0-1 0 0,1-1 1 0 0,-2 1 0 0 0,1 0 0 0 0,-1-1-1 0 0,-1 1 1 0 0,0-1 0 0 0,-4-17-1 0 0,1 10 455 0 0,-1 0 0 0 0,-1 1 0 0 0,0-1-1 0 0,-2 1 1 0 0,0 1 0 0 0,-12-20 0 0 0,19 35-103 0 0,-14 20-256 0 0,13-9-165 0 0,0 1 1 0 0,0-1 0 0 0,1 1 0 0 0,1 0-1 0 0,0-1 1 0 0,0 1 0 0 0,1 0-1 0 0,2 14 1 0 0,-2-22-31 0 0,5 34 108 0 0,2 0 1 0 0,1-1-1 0 0,27 67 1 0 0,0-20-4571 0 0,-34-81 3369 0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0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1112 0 0,'-15'0'3640'0'0,"3"3"1405"0"0,40 7-7449 0 0,-16-6-677 0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2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0 381 812 0 0,'0'0'8902'0'0,"4"-3"-8630"0"0,30-15 148 0 0,1 0 1 0 0,48-15 0 0 0,-57 25-289 0 0,-1-2 1 0 0,0 0-1 0 0,-1-2 1 0 0,-1-1 0 0 0,0 0-1 0 0,0-2 1 0 0,-1 0 0 0 0,22-22-1 0 0,-37 30-40 0 0,0-1 0 0 0,-1 0 0 0 0,0-1 0 0 0,0 1 0 0 0,-1-1 0 0 0,0-1-1 0 0,5-10 1 0 0,-9 17-72 0 0,0 1 0 0 0,0-1 0 0 0,0 0 0 0 0,0 1 0 0 0,-1-1 0 0 0,1 0 0 0 0,-1 1 0 0 0,1-1-1 0 0,-1 0 1 0 0,0 0 0 0 0,0 0 0 0 0,-1 1 0 0 0,1-1 0 0 0,0 0 0 0 0,-1 0 0 0 0,0 1 0 0 0,1-1 0 0 0,-1 0-1 0 0,0 1 1 0 0,-1-1 0 0 0,1 1 0 0 0,0-1 0 0 0,-1 1 0 0 0,1-1 0 0 0,-1 1 0 0 0,0 0 0 0 0,0 0 0 0 0,1 0-1 0 0,-2 0 1 0 0,-3-3 0 0 0,2 2-14 0 0,-1 1-1 0 0,1 0 1 0 0,-1 1-1 0 0,0-1 0 0 0,0 1 1 0 0,1 0-1 0 0,-1 0 1 0 0,0 0-1 0 0,0 0 0 0 0,0 1 1 0 0,0 0-1 0 0,0 0 1 0 0,0 1-1 0 0,0-1 1 0 0,0 1-1 0 0,0 0 0 0 0,1 0 1 0 0,-1 1-1 0 0,0-1 1 0 0,1 1-1 0 0,-6 3 0 0 0,-2 0-3 0 0,1 1 0 0 0,0 1-1 0 0,1-1 1 0 0,-1 2 0 0 0,1 0-1 0 0,-17 17 1 0 0,24-22-3 0 0,0 0 1 0 0,0 0-1 0 0,0 0 0 0 0,1 1 0 0 0,-1-1 1 0 0,1 1-1 0 0,0 0 0 0 0,0 0 1 0 0,0 0-1 0 0,1 0 0 0 0,-1 0 0 0 0,1 0 1 0 0,0 0-1 0 0,0 0 0 0 0,1 0 1 0 0,-1 1-1 0 0,1-1 0 0 0,0 0 0 0 0,0 1 1 0 0,0-1-1 0 0,1 0 0 0 0,-1 0 1 0 0,1 1-1 0 0,0-1 0 0 0,0 0 1 0 0,1 0-1 0 0,-1 0 0 0 0,1 0 0 0 0,0 0 1 0 0,0 0-1 0 0,4 6 0 0 0,1-2-16 0 0,-1 0-1 0 0,1-1 0 0 0,1 1 1 0 0,-1-1-1 0 0,1-1 1 0 0,0 1-1 0 0,1-1 1 0 0,0-1-1 0 0,-1 1 0 0 0,2-2 1 0 0,-1 1-1 0 0,12 3 1 0 0,15 4-777 0 0,65 14 0 0 0,-89-24 304 0 0,-1 0-1 0 0,0-1 1 0 0,1 0-1 0 0,-1-1 1 0 0,0-1-1 0 0,1 0 1 0 0,-1 0-1 0 0,0-1 0 0 0,0 0 1 0 0,17-7-1 0 0,-15 2-2042 0 0,0-2 193 0 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3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0 234 532 0 0,'30'-55'6560'0'0,"-9"69"-5979"0"0,-16 8-123 0 0,-2-9-285 0 0,0 1 0 0 0,-1 0 0 0 0,0 0 0 0 0,-1 0 0 0 0,0 0 0 0 0,-2 16 0 0 0,-9 12 1912 0 0,30-75-1957 0 0,2 2 1 0 0,28-31-1 0 0,-47 59-130 0 0,-1 1 0 0 0,1 0 0 0 0,0 0 1 0 0,-1 0-1 0 0,1 0 0 0 0,0 0 0 0 0,0 1 1 0 0,1-1-1 0 0,-1 1 0 0 0,0 0 0 0 0,0 0 1 0 0,1 0-1 0 0,-1 0 0 0 0,0 1 0 0 0,1-1 1 0 0,3 1-1 0 0,-4 0-3 0 0,-1 0 0 0 0,1 0 0 0 0,-1 0 0 0 0,0 1 0 0 0,1-1 0 0 0,-1 1 0 0 0,1-1 0 0 0,-1 1 0 0 0,0 0 0 0 0,1 0 0 0 0,-1 0 0 0 0,0 0 1 0 0,0 0-1 0 0,0 0 0 0 0,0 1 0 0 0,0-1 0 0 0,0 1 0 0 0,0 0 0 0 0,-1-1 0 0 0,1 1 0 0 0,0 0 0 0 0,2 4 0 0 0,7 6-7 0 0,-10-11 19 0 0,-1 0-3 0 0,0-1 0 0 0,0 0 0 0 0,0 1 0 0 0,0-1 0 0 0,0 0 1 0 0,0 1-1 0 0,1-1 0 0 0,-1 0 0 0 0,0 1 0 0 0,0-1 0 0 0,0 0 0 0 0,0 0 0 0 0,1 1 0 0 0,-1-1 0 0 0,0 0 0 0 0,0 0 0 0 0,0 1 1 0 0,1-1-1 0 0,-1 0 0 0 0,0 0 0 0 0,0 1 0 0 0,1-1 0 0 0,-1 0 0 0 0,0 0 0 0 0,1 0 0 0 0,-1 0 0 0 0,0 1 0 0 0,1-1 1 0 0,-1 0-1 0 0,0 0 0 0 0,1 0 0 0 0,-1 0 0 0 0,0 0 0 0 0,1 0 0 0 0,-1 0 0 0 0,0 0 0 0 0,1 0 0 0 0,-1 0 0 0 0,0 0 0 0 0,1 0 1 0 0,-1 0-1 0 0,0 0 0 0 0,1-1 0 0 0,21-5 34 0 0,-4 2-78 0 0,7 12 35 0 0,2-1 0 0 0,47 7 0 0 0,-52-11 25 0 0,-18-3-15 0 0,-1 0 0 0 0,1 0 0 0 0,-1 0-1 0 0,1 0 1 0 0,-1-1 0 0 0,0 0-1 0 0,1 0 1 0 0,-1 0 0 0 0,0 0 0 0 0,0 0-1 0 0,1-1 1 0 0,-1 1 0 0 0,0-1-1 0 0,0 0 1 0 0,-1 0 0 0 0,1 0-1 0 0,0 0 1 0 0,-1 0 0 0 0,1-1 0 0 0,-1 1-1 0 0,0-1 1 0 0,3-3 0 0 0,4-7 14 0 0,0 0 1 0 0,0 0 0 0 0,7-19-1 0 0,-9 16 120 0 0,-2-1 0 0 0,0 1 0 0 0,-1-1 1 0 0,-1 0-1 0 0,0 0 0 0 0,-1 0 0 0 0,-1-1 0 0 0,-1-17 0 0 0,0 33 11 0 0,0-1 14 0 0,0 3-157 0 0,0-1 0 0 0,0 1 0 0 0,0 0-1 0 0,0 0 1 0 0,0 0 0 0 0,0 0 0 0 0,1-1 0 0 0,-1 1 0 0 0,0 0 0 0 0,0 0-1 0 0,0 0 1 0 0,0-1 0 0 0,0 1 0 0 0,0 0 0 0 0,0 0 0 0 0,0 0-1 0 0,0-1 1 0 0,0 1 0 0 0,0 0 0 0 0,0 0 0 0 0,0-1 0 0 0,0 1-1 0 0,-1 0 1 0 0,1 0 0 0 0,0 0 0 0 0,0 0 0 0 0,0-1 0 0 0,0 1 0 0 0,0 0-1 0 0,0 0 1 0 0,0 0 0 0 0,-1 0 0 0 0,1-1 0 0 0,0 1 0 0 0,0 0-1 0 0,0 0 1 0 0,0 0 0 0 0,0 0 0 0 0,-1 0 0 0 0,1 0 0 0 0,0-1-1 0 0,0 1 1 0 0,0 0 0 0 0,-1 0 0 0 0,1 0 0 0 0,0 0 0 0 0,0 0 0 0 0,0 0-1 0 0,-1 0 1 0 0,1 0 0 0 0,0 0 0 0 0,0 0 0 0 0,0 0 0 0 0,-1 0-1 0 0,1 0 1 0 0,0 0 0 0 0,0 0 0 0 0,0 0 0 0 0,-1 0 0 0 0,1 0-1 0 0,0 1 1 0 0,-6 3 4 0 0,0 1 0 0 0,1 0 1 0 0,-1 1-1 0 0,1-1 0 0 0,1 1 0 0 0,-1 0 0 0 0,1 0 0 0 0,0 1 0 0 0,0-1 0 0 0,1 1 0 0 0,0 0 0 0 0,0 0 0 0 0,0 0 0 0 0,1 0 0 0 0,-2 14 0 0 0,3-17-6 0 0,0 0 0 0 0,1 0-1 0 0,0 0 1 0 0,0 0 0 0 0,0 0-1 0 0,0 1 1 0 0,1-1 0 0 0,-1 0 0 0 0,1 0-1 0 0,0-1 1 0 0,0 1 0 0 0,1 0-1 0 0,-1 0 1 0 0,1 0 0 0 0,0-1-1 0 0,0 1 1 0 0,0-1 0 0 0,0 1-1 0 0,0-1 1 0 0,1 0 0 0 0,0 0-1 0 0,0 0 1 0 0,-1 0 0 0 0,2-1-1 0 0,-1 1 1 0 0,0-1 0 0 0,0 0-1 0 0,1 0 1 0 0,-1 0 0 0 0,1 0-1 0 0,0 0 1 0 0,6 1 0 0 0,37 12-47 0 0,110 42-283 0 0,-157-57 319 0 0,1 0-1 0 0,0 0 1 0 0,-1 0-1 0 0,1 0 1 0 0,-1 1 0 0 0,1-1-1 0 0,-1 0 1 0 0,1 0-1 0 0,-1 1 1 0 0,1-1 0 0 0,-1 0-1 0 0,1 0 1 0 0,-1 1-1 0 0,1-1 1 0 0,-1 1-1 0 0,0-1 1 0 0,1 0 0 0 0,-1 1-1 0 0,0-1 1 0 0,1 1-1 0 0,-1-1 1 0 0,0 1 0 0 0,1-1-1 0 0,-1 1 1 0 0,0-1-1 0 0,0 1 1 0 0,0-1 0 0 0,1 1-1 0 0,-1 0 1 0 0,0-1-1 0 0,0 1 1 0 0,0-1 0 0 0,0 2-1 0 0,-15 10-105 0 0,-27 1 51 0 0,24-10 60 0 0,0-2 0 0 0,0 0 0 0 0,0-1 0 0 0,0-1 0 0 0,0 0 0 0 0,0-2 0 0 0,0 0 0 0 0,-18-6 0 0 0,35 9-178 0 0,0-1 0 0 0,1 1 1 0 0,-1-1-1 0 0,1 1 0 0 0,-1-1 0 0 0,1 0 1 0 0,-1 1-1 0 0,1-1 0 0 0,-1 1 1 0 0,1-1-1 0 0,-1 0 0 0 0,1 0 0 0 0,0 1 1 0 0,-1-1-1 0 0,1 0 0 0 0,0 1 0 0 0,0-1 1 0 0,0 0-1 0 0,-1 0 0 0 0,1 0 0 0 0,0 1 1 0 0,0-1-1 0 0,0 0 0 0 0,0 0 0 0 0,0 0 1 0 0,0 1-1 0 0,1-1 0 0 0,-1 0 0 0 0,0 0 1 0 0,0 1-1 0 0,1-1 0 0 0,-1 0 1 0 0,0 0-1 0 0,1 1 0 0 0,-1-1 0 0 0,0 0 1 0 0,1 1-1 0 0,-1-1 0 0 0,1 1 0 0 0,-1-1 1 0 0,1 0-1 0 0,0 1 0 0 0,-1-1 0 0 0,1 1 1 0 0,-1-1-1 0 0,2 1 0 0 0,12-8-2740 0 0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3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84 180 0 0,'0'0'782'0'0,"18"1"2295"0"0,15-6-1014 0 0,-24 5-1657 0 0,0-2 1 0 0,1 1-1 0 0,-1-1 1 0 0,0 0-1 0 0,0-1 0 0 0,0 0 1 0 0,-1 0-1 0 0,1-1 0 0 0,15-10 1 0 0,-23 14-355 0 0,0-1 1 0 0,0 0 0 0 0,0 1 0 0 0,0-1 0 0 0,0 0-1 0 0,0 0 1 0 0,0 0 0 0 0,0 0 0 0 0,-1 0 0 0 0,1 0-1 0 0,0 0 1 0 0,-1 0 0 0 0,1 0 0 0 0,-1-1 0 0 0,1 1-1 0 0,-1 0 1 0 0,1 0 0 0 0,-1 0 0 0 0,0-1 0 0 0,0 1-1 0 0,0 0 1 0 0,0 0 0 0 0,1-1 0 0 0,-2 1 0 0 0,1 0-1 0 0,0 0 1 0 0,0-1 0 0 0,0 1 0 0 0,0 0 0 0 0,-1 0-1 0 0,1-1 1 0 0,-1 1 0 0 0,1 0 0 0 0,-1 0 0 0 0,1 0-1 0 0,-2-2 1 0 0,0 0 68 0 0,-44 2 486 0 0,45 2-601 0 0,0-1 0 0 0,0 0 1 0 0,0 1-1 0 0,0-1 1 0 0,1 0-1 0 0,-1 1 1 0 0,0-1-1 0 0,0 1 1 0 0,1-1-1 0 0,-1 1 1 0 0,0 0-1 0 0,0-1 0 0 0,1 1 1 0 0,-1 0-1 0 0,1-1 1 0 0,-1 1-1 0 0,1 0 1 0 0,-1 0-1 0 0,1 0 1 0 0,-1-1-1 0 0,1 1 1 0 0,0 0-1 0 0,-1 0 1 0 0,1 0-1 0 0,0 0 0 0 0,0 0 1 0 0,0 0-1 0 0,0 0 1 0 0,-1 1-1 0 0,2 0-34 0 0,0 0 0 0 0,-1 0 0 0 0,1 0 0 0 0,0 0 0 0 0,0 0 0 0 0,0 0 0 0 0,0 0 0 0 0,0 0 0 0 0,0-1 0 0 0,1 1 0 0 0,-1 0 0 0 0,3 1 0 0 0,2 3-264 0 0,1 0 0 0 0,-1-1 0 0 0,1 0 0 0 0,1 0 0 0 0,14 7 0 0 0,-1-4-1364 0 0,0-1 0 0 0,1-1 0 0 0,32 5 0 0 0,-29-9-764 0 0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4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29 353 812 0 0,'9'-17'8181'0'0,"-10"16"-8104"0"0,0 1 0 0 0,0-1 0 0 0,0 1 0 0 0,0 0 0 0 0,0-1 0 0 0,0 1 0 0 0,-1 0 0 0 0,1 0 0 0 0,0 0 0 0 0,0 0 0 0 0,0 0 0 0 0,0 0 0 0 0,0 0 0 0 0,0 0 0 0 0,0 0 0 0 0,0 0 0 0 0,0 1 0 0 0,-1-1 0 0 0,1 0 0 0 0,0 1 0 0 0,0-1 0 0 0,0 1 0 0 0,0-1 0 0 0,1 1 0 0 0,-1-1 0 0 0,0 1 0 0 0,0 0 0 0 0,0 0 0 0 0,0-1 0 0 0,0 1 0 0 0,1 0 0 0 0,-1 0 0 0 0,0 0 0 0 0,1 0 0 0 0,-1 0 0 0 0,1 0 0 0 0,-1 0 0 0 0,1 0 0 0 0,-1 2 0 0 0,1-2 352 0 0,10 22-170 0 0,-8-22-242 0 0,-1 0 0 0 0,1-1 0 0 0,0 1 0 0 0,-1-1 0 0 0,1 1 0 0 0,0-1 0 0 0,-1 0 0 0 0,1 0 0 0 0,0 1 0 0 0,0-1 0 0 0,-1 0 0 0 0,1-1 0 0 0,0 1 0 0 0,-1 0-1 0 0,1 0 1 0 0,0-1 0 0 0,-1 1 0 0 0,1-1 0 0 0,0 0 0 0 0,-1 1 0 0 0,1-1 0 0 0,-1 0 0 0 0,2-1 0 0 0,1-1 0 0 0,0 0 1 0 0,0-1-1 0 0,-1 1 0 0 0,0-1 1 0 0,1 0-1 0 0,-2 0 0 0 0,1 0 1 0 0,3-6-1 0 0,2-6 17 0 0,-1 0 0 0 0,0-1-1 0 0,7-29 1 0 0,-11 34 66 0 0,-1-1 0 0 0,0 1 0 0 0,-1-1-1 0 0,-1 0 1 0 0,0 0 0 0 0,0 0 0 0 0,-1 1 0 0 0,-1-1 0 0 0,0 0-1 0 0,-1 1 1 0 0,0-1 0 0 0,-1 1 0 0 0,0 0 0 0 0,-1 0-1 0 0,-1 1 1 0 0,-12-21 0 0 0,18 31-84 0 0,-1 1 0 0 0,1-1 1 0 0,-1 1-1 0 0,1-1 0 0 0,-1 1 0 0 0,1-1 1 0 0,-1 1-1 0 0,1-1 0 0 0,-1 1 0 0 0,0-1 0 0 0,1 1 1 0 0,-1 0-1 0 0,0 0 0 0 0,1-1 0 0 0,-1 1 1 0 0,0 0-1 0 0,1 0 0 0 0,-1 0 0 0 0,0 0 0 0 0,0-1 1 0 0,1 1-1 0 0,-1 0 0 0 0,0 0 0 0 0,1 1 1 0 0,-1-1-1 0 0,0 0 0 0 0,0 0 0 0 0,1 0 0 0 0,-1 0 1 0 0,0 1-1 0 0,1-1 0 0 0,-1 0 0 0 0,0 0 1 0 0,1 1-1 0 0,-1-1 0 0 0,1 1 0 0 0,-1-1 0 0 0,0 1 1 0 0,1-1-1 0 0,-1 1 0 0 0,1-1 0 0 0,-1 2 1 0 0,-17 21 87 0 0,16-13-109 0 0,0-1 0 0 0,0 1 0 0 0,1 0 0 0 0,0 0 0 0 0,1 0-1 0 0,0 0 1 0 0,0-1 0 0 0,1 1 0 0 0,0 0 0 0 0,1 0 0 0 0,0-1 0 0 0,5 12 0 0 0,1 5-782 0 0,2 0 0 0 0,1 0 1 0 0,15 24-1 0 0,0-13-1543 0 0,-3-16-2655 0 0,-8-11 1931 0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4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71 423 560 0 0,'-2'-2'779'0'0,"-1"0"0"0"0,1 0-1 0 0,-1 1 1 0 0,0 0 0 0 0,0-1-1 0 0,0 1 1 0 0,0 0 0 0 0,-6-1 0 0 0,6 4-663 0 0,0 0 1 0 0,1 1-1 0 0,-1-1 0 0 0,0 1 1 0 0,1 0-1 0 0,-1 0 1 0 0,1 0-1 0 0,0 0 1 0 0,0 0-1 0 0,0 0 0 0 0,0 0 1 0 0,1 1-1 0 0,-1-1 1 0 0,1 1-1 0 0,0-1 1 0 0,0 1-1 0 0,0-1 1 0 0,0 5-1 0 0,0 2 76 0 0,0 1-1 0 0,1-1 1 0 0,0 1 0 0 0,1-1-1 0 0,3 16 1 0 0,-4-24-175 0 0,0-1 0 0 0,0 0 0 0 0,0 0 0 0 0,0 1 0 0 0,1-1 0 0 0,-1 0 0 0 0,0 0 0 0 0,1 0 0 0 0,-1 0 0 0 0,1 1 0 0 0,-1-1 0 0 0,1 0-1 0 0,0 0 1 0 0,-1 0 0 0 0,1 0 0 0 0,0 0 0 0 0,0 0 0 0 0,0 0 0 0 0,0-1 0 0 0,0 1 0 0 0,0 0 0 0 0,0 0 0 0 0,0-1 0 0 0,0 1 0 0 0,2 0 0 0 0,-1-1-3 0 0,0 0 0 0 0,0 0 1 0 0,0 0-1 0 0,0 0 0 0 0,-1 0 0 0 0,1 0 0 0 0,0-1 1 0 0,0 1-1 0 0,0-1 0 0 0,0 1 0 0 0,-1-1 0 0 0,1 0 1 0 0,0 0-1 0 0,2-2 0 0 0,4-1 23 0 0,-1-2 0 0 0,0 1 0 0 0,-1-1 0 0 0,1 0 0 0 0,9-13-1 0 0,10-14 62 0 0,-2-2-1 0 0,-1 0 1 0 0,-2-2-1 0 0,-1 0 1 0 0,26-73-1 0 0,-41 91-72 0 0,3-6 37 0 0,8-46 0 0 0,-15 65-18 0 0,-1-1-1 0 0,1 1 1 0 0,-1 0 0 0 0,0 0-1 0 0,0-1 1 0 0,-1 1-1 0 0,0 0 1 0 0,0-1 0 0 0,0 1-1 0 0,-1 0 1 0 0,0 0-1 0 0,0 0 1 0 0,-4-6 0 0 0,5 10-34 0 0,-1 0 0 0 0,0 0 0 0 0,0 0 0 0 0,0 0 0 0 0,0 0 0 0 0,0 1 0 0 0,0-1 0 0 0,0 1 0 0 0,0-1 0 0 0,-1 1 0 0 0,1 0 0 0 0,-1 0 0 0 0,1 0 0 0 0,-1 0 0 0 0,1 0 0 0 0,-1 0 0 0 0,0 1 0 0 0,1-1 0 0 0,-1 1 0 0 0,0 0 0 0 0,0 0 0 0 0,1 0 0 0 0,-1 0 0 0 0,0 0 0 0 0,1 1 0 0 0,-1-1 0 0 0,0 1 0 0 0,1 0 0 0 0,-1 0 0 0 0,1 0 0 0 0,-1 0 0 0 0,1 0 0 0 0,-1 0 0 0 0,-1 2 0 0 0,0-1-5 0 0,0 0-1 0 0,0 0 0 0 0,0 1 1 0 0,0-1-1 0 0,0 1 1 0 0,1 0-1 0 0,0 0 1 0 0,-1 0-1 0 0,1 0 1 0 0,0 0-1 0 0,0 1 1 0 0,1 0-1 0 0,-1-1 0 0 0,1 1 1 0 0,0 0-1 0 0,0 0 1 0 0,0 0-1 0 0,1 1 1 0 0,-1-1-1 0 0,0 6 1 0 0,2-4 0 0 0,0 0 1 0 0,1 0 0 0 0,0 0-1 0 0,1 0 1 0 0,0 0 0 0 0,-1 0-1 0 0,2 0 1 0 0,-1 0-1 0 0,1-1 1 0 0,0 1 0 0 0,0-1-1 0 0,0 0 1 0 0,1 0 0 0 0,-1 0-1 0 0,1 0 1 0 0,5 4 0 0 0,12 12 7 0 0,2-1 0 0 0,25 19 0 0 0,-21-19 2 0 0,-11-6-2 0 0,95 82-27 0 0,-101-86-7 0 0,-1 0-1 0 0,0 1 0 0 0,-1-1 1 0 0,0 2-1 0 0,-1-1 0 0 0,0 1 1 0 0,-1 0-1 0 0,7 19 0 0 0,-13-30 21 0 0,1 0 0 0 0,-1 0 0 0 0,0 0 0 0 0,0 0 0 0 0,1 0-1 0 0,-1 0 1 0 0,0 1 0 0 0,0-1 0 0 0,0 0 0 0 0,0 0 0 0 0,0 0 0 0 0,-1 0-1 0 0,1 0 1 0 0,0 0 0 0 0,0 1 0 0 0,-1-1 0 0 0,1 0 0 0 0,-1 0 0 0 0,1 0 0 0 0,-1 0-1 0 0,1 0 1 0 0,-1 0 0 0 0,0 0 0 0 0,1 0 0 0 0,-1-1 0 0 0,0 1 0 0 0,0 0-1 0 0,0 0 1 0 0,1 0 0 0 0,-1-1 0 0 0,0 1 0 0 0,0-1 0 0 0,0 1 0 0 0,0 0 0 0 0,0-1-1 0 0,0 0 1 0 0,-1 1 0 0 0,1-1 0 0 0,0 0 0 0 0,0 1 0 0 0,0-1 0 0 0,-2 0-1 0 0,-3 1-644 0 0,1 0 0 0 0,-1-1 0 0 0,0 0 0 0 0,0 0-1 0 0,1 0 1 0 0,-10-2 0 0 0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5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56 112 0 0,'16'-54'12236'0'0,"-15"52"-11670"0"0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5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36 376 0 0,'12'42'4606'0'0,"-10"-36"-4234"0"0,0 1 1 0 0,0-1-1 0 0,0 0 1 0 0,1-1-1 0 0,0 1 0 0 0,0 0 1 0 0,8 9-1 0 0,-10-13-176 0 0,23 0 691 0 0,-1-12-867 0 0,0 1 1 0 0,1 1-1 0 0,0 2 0 0 0,1 0 1 0 0,-1 1-1 0 0,1 2 0 0 0,0 0 1 0 0,44 2-1 0 0,5 4-704 0 0,-35 1 330 0 0,0-3 1 0 0,1-1 0 0 0,-1-1 0 0 0,0-3 0 0 0,44-9 0 0 0,-80 13 360 0 0,-1-1 0 0 0,0 1 1 0 0,0 0-1 0 0,1-1 0 0 0,-1 0 0 0 0,0 1 0 0 0,0-1 1 0 0,0 0-1 0 0,0 0 0 0 0,0-1 0 0 0,0 1 0 0 0,0 0 1 0 0,0 0-1 0 0,0-1 0 0 0,0 1 0 0 0,-1-1 1 0 0,1 0-1 0 0,-1 0 0 0 0,1 1 0 0 0,-1-1 0 0 0,2-4 1 0 0,-2 4 85 0 0,-23-20 418 0 0,13 17-203 0 0,-1 2 0 0 0,0-1-1 0 0,0 1 1 0 0,-1 1-1 0 0,1 0 1 0 0,0 0 0 0 0,-22 0-1 0 0,12 0 141 0 0,21 3-433 0 0,0-1 0 0 0,0 0 1 0 0,0 0-1 0 0,0 0 1 0 0,0 1-1 0 0,0-1 0 0 0,0 0 1 0 0,0 1-1 0 0,-1-1 1 0 0,1 1-1 0 0,0-1 0 0 0,0 1 1 0 0,0-1-1 0 0,-1 1 0 0 0,1 0 1 0 0,0-1-1 0 0,-1 1 1 0 0,1 0-1 0 0,-1 0 0 0 0,1-1 1 0 0,-1 1-1 0 0,1 0 1 0 0,-1 0-1 0 0,1 0 0 0 0,-1 0 1 0 0,0-1-1 0 0,1 1 1 0 0,-1 0-1 0 0,0 0 0 0 0,0 0 1 0 0,0 0-1 0 0,0 0 1 0 0,0 0-1 0 0,0 0 0 0 0,0 0 1 0 0,0 0-1 0 0,0 0 0 0 0,0 0 1 0 0,0 0-1 0 0,0 0 1 0 0,-1-1-1 0 0,1 1 0 0 0,-1 0 1 0 0,1 0-1 0 0,0 0 1 0 0,-1 0-1 0 0,1 0 0 0 0,-1-1 1 0 0,0 1-1 0 0,1 0 1 0 0,-1-1-1 0 0,1 1 0 0 0,-1 0 1 0 0,0-1-1 0 0,0 1 1 0 0,1-1-1 0 0,-1 1 0 0 0,0-1 1 0 0,0 1-1 0 0,0-1 1 0 0,0 1-1 0 0,0-1 0 0 0,0 0 1 0 0,1 0-1 0 0,-1 1 0 0 0,0-1 1 0 0,0 0-1 0 0,0 0 1 0 0,-1 0-1 0 0,21 3 9 0 0,-1 1 0 0 0,0 0 1 0 0,29 11-1 0 0,-42-12-25 0 0,1 0 0 0 0,0-1 0 0 0,-1 2 0 0 0,0-1 0 0 0,0 1 0 0 0,0-1 0 0 0,0 2 1 0 0,0-1-1 0 0,-1 0 0 0 0,0 1 0 0 0,0 0 0 0 0,0 0 0 0 0,0 0 0 0 0,5 11 0 0 0,-1 4 11 0 0,0 0-1 0 0,-2 1 0 0 0,0 0 0 0 0,-1 1 0 0 0,-2-1 0 0 0,0 1 1 0 0,0 42-1 0 0,-4-21-7 0 0,-2-1 0 0 0,-2 1 0 0 0,-12 46 0 0 0,14-77-20 0 0,-1-1 1 0 0,0 1-1 0 0,-1-1 1 0 0,0 0-1 0 0,-1 0 1 0 0,-13 19-1 0 0,16-25 27 0 0,-1 0 0 0 0,0 0-1 0 0,0 0 1 0 0,-1 0-1 0 0,1-1 1 0 0,-1 0 0 0 0,0 0-1 0 0,0 0 1 0 0,-1 0-1 0 0,1-1 1 0 0,-1 0 0 0 0,1 0-1 0 0,-1 0 1 0 0,-10 2-1 0 0,14-4 5 0 0,1-1 0 0 0,-1 0 0 0 0,0 1 0 0 0,0-1 0 0 0,1 0 0 0 0,-1 0 0 0 0,0 0 0 0 0,0-1 0 0 0,1 1 0 0 0,-1 0 0 0 0,0 0 0 0 0,0-1 0 0 0,1 1 0 0 0,-1-1 0 0 0,1 0-1 0 0,-1 0 1 0 0,0 1 0 0 0,1-1 0 0 0,-1 0 0 0 0,1 0 0 0 0,0 0 0 0 0,-1 0 0 0 0,1-1 0 0 0,0 1 0 0 0,0 0 0 0 0,0-1 0 0 0,0 1 0 0 0,0 0 0 0 0,0-1 0 0 0,0 1 0 0 0,0-1 0 0 0,0 0 0 0 0,1 1-1 0 0,-1-1 1 0 0,0 0 0 0 0,1 1 0 0 0,0-1 0 0 0,-1 0 0 0 0,1 1 0 0 0,0-1 0 0 0,0 0 0 0 0,0 0 0 0 0,1-3 0 0 0,-2-5 28 0 0,2 0 1 0 0,0 0-1 0 0,0 0 1 0 0,1 0-1 0 0,6-19 0 0 0,6-11-4 0 0,2 2-1 0 0,2 0 0 0 0,1 1 0 0 0,3 1 0 0 0,0 1 0 0 0,38-44 1 0 0,-38 52-13 0 0,2 2 0 0 0,1 0 0 0 0,1 2 0 0 0,1 0 0 0 0,1 2 0 0 0,1 1 0 0 0,61-31 0 0 0,-77 46-8 0 0,-1 0-1 0 0,1 0 1 0 0,0 1-1 0 0,0 1 0 0 0,0 0 1 0 0,0 1-1 0 0,0 1 0 0 0,25-1 1 0 0,-34 2-5 0 0,0 1-1 0 0,0-1 1 0 0,0 0 0 0 0,0 1 0 0 0,0 0 0 0 0,0 0 0 0 0,0 0 0 0 0,-1 0-1 0 0,1 1 1 0 0,0 0 0 0 0,-1-1 0 0 0,1 1 0 0 0,-1 0 0 0 0,1 1 0 0 0,-1-1-1 0 0,0 1 1 0 0,0-1 0 0 0,0 1 0 0 0,-1 0 0 0 0,1 0 0 0 0,-1 0 0 0 0,1 1-1 0 0,-1-1 1 0 0,0 0 0 0 0,0 1 0 0 0,0-1 0 0 0,-1 1 0 0 0,1 0 0 0 0,-1 0-1 0 0,0 0 1 0 0,0-1 0 0 0,0 1 0 0 0,0 6 0 0 0,-1-6 36 0 0,0 1 1 0 0,0-1-1 0 0,0 0 0 0 0,-1 0 1 0 0,0 1-1 0 0,0-1 0 0 0,0 0 1 0 0,0 0-1 0 0,0 0 0 0 0,-1 0 1 0 0,0 0-1 0 0,1 0 1 0 0,-2 0-1 0 0,1-1 0 0 0,0 1 1 0 0,-1-1-1 0 0,1 1 0 0 0,-5 3 1 0 0,-5 4-641 0 0,-1 0 1 0 0,0 0 0 0 0,-19 11 0 0 0,17-12-1820 0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7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1 625 280 0 0,'0'0'4141'0'0,"22"14"-1501"0"0,15-19-2269 0 0,0-2 1 0 0,-1-1-1 0 0,0-2 1 0 0,-1-1-1 0 0,0-2 1 0 0,-1-1-1 0 0,0-2 1 0 0,-2-2-1 0 0,40-26 1 0 0,-54 30-290 0 0,0-1 0 0 0,-1 0 0 0 0,-1-1 0 0 0,0 0 0 0 0,-1-2 0 0 0,-1 0 0 0 0,-1 0 0 0 0,-1-1 0 0 0,0-1 0 0 0,11-25 0 0 0,-18 34-51 0 0,-1 0 1 0 0,0-1-1 0 0,0 1 0 0 0,-1-1 1 0 0,-1 0-1 0 0,0 0 0 0 0,-1 0 1 0 0,0 0-1 0 0,0 0 0 0 0,-1 0 1 0 0,-1-1-1 0 0,0 1 1 0 0,-1 0-1 0 0,0 0 0 0 0,-1 1 1 0 0,0-1-1 0 0,-1 0 0 0 0,-1 1 1 0 0,1 0-1 0 0,-11-17 0 0 0,14 27-28 0 0,1 0 0 0 0,-1 0 0 0 0,0 0 0 0 0,1 0-1 0 0,-1 0 1 0 0,0 0 0 0 0,1 0 0 0 0,-1 0 0 0 0,0 0-1 0 0,0 1 1 0 0,0-1 0 0 0,0 0 0 0 0,0 1 0 0 0,0-1-1 0 0,0 1 1 0 0,0-1 0 0 0,0 1 0 0 0,0-1 0 0 0,0 1-1 0 0,0 0 1 0 0,-1-1 0 0 0,1 1 0 0 0,0 0 0 0 0,0 0-1 0 0,0 0 1 0 0,0 0 0 0 0,-1 0 0 0 0,1 0 0 0 0,0 0-1 0 0,0 1 1 0 0,-2 0 0 0 0,-1 0 4 0 0,0 1 0 0 0,0 0 0 0 0,1 1 0 0 0,-1-1 0 0 0,1 1 0 0 0,0-1 0 0 0,0 1 0 0 0,0 0 1 0 0,-4 5-1 0 0,-6 9 43 0 0,0 0 0 0 0,-16 32 0 0 0,7-4 49 0 0,1 0-1 0 0,3 1 0 0 0,2 2 1 0 0,-17 79-1 0 0,-15 202 276 0 0,29-174-256 0 0,15-127-897 0 0,-2 1-1 0 0,-1-1 1 0 0,-21 51 0 0 0,18-65-909 0 0,4-12-2646 0 0,-8-3 1806 0 0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8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0 304 336 0 0,'4'-4'203'0'0,"0"1"0"0"0,1 0 0 0 0,-1 0 0 0 0,1 0 0 0 0,-1 0 0 0 0,1 1 0 0 0,0 0 0 0 0,0 0 0 0 0,0 0 0 0 0,0 0 0 0 0,10-1 0 0 0,70-6 1036 0 0,-40 5-727 0 0,51-9 451 0 0,0-4 0 0 0,175-56 1 0 0,-245 62-475 0 0,46-26 1 0 0,-1-1 1336 0 0,-70 38-1650 0 0,1-1 0 0 0,-1-1-1 0 0,0 1 1 0 0,0 0 0 0 0,1 0-1 0 0,-1 0 1 0 0,0-1 0 0 0,0 1-1 0 0,0 0 1 0 0,-1-1 0 0 0,1 1-1 0 0,0-1 1 0 0,0 1 0 0 0,-1-1 0 0 0,1 1-1 0 0,-1-1 1 0 0,1-2 0 0 0,-7 6-142 0 0,0 0 0 0 0,1 1 1 0 0,-1-1-1 0 0,1 1 0 0 0,-1 0 1 0 0,1 0-1 0 0,0 1 0 0 0,0-1 1 0 0,0 1-1 0 0,1 1 0 0 0,-1-1 1 0 0,1 0-1 0 0,0 1 0 0 0,1 0 1 0 0,-5 6-1 0 0,7-11-28 0 0,1 1 1 0 0,-1 0-1 0 0,0-1 0 0 0,1 1 0 0 0,-1 0 1 0 0,0 0-1 0 0,1-1 0 0 0,-1 1 1 0 0,1 0-1 0 0,-1 0 0 0 0,1 0 0 0 0,-1 0 1 0 0,1 0-1 0 0,0-1 0 0 0,-1 1 1 0 0,1 0-1 0 0,0 0 0 0 0,0 0 0 0 0,0 0 1 0 0,0 0-1 0 0,-1 0 0 0 0,2 0 1 0 0,-1 0-1 0 0,0 0 0 0 0,0 0 0 0 0,0 0 1 0 0,0 0-1 0 0,0 0 0 0 0,1 0 1 0 0,-1 0-1 0 0,1 1 0 0 0,1-1-1 0 0,0-1 1 0 0,-1 1-1 0 0,1-1 1 0 0,0 1-1 0 0,0-1 0 0 0,0 0 1 0 0,-1 1-1 0 0,1-1 0 0 0,0 0 1 0 0,0-1-1 0 0,0 1 0 0 0,-1 0 1 0 0,1 0-1 0 0,3-2 0 0 0,66-21 21 0 0,-44 10-29 0 0,62-24 14 0 0,-81 34-25 0 0,1 0-1 0 0,-1 1 0 0 0,1 0 1 0 0,-1 1-1 0 0,1 0 1 0 0,0 0-1 0 0,-1 1 1 0 0,13 0-1 0 0,-14 2-28 0 0,0 1 1 0 0,-1-1-1 0 0,1 1 0 0 0,-1 1 1 0 0,1-1-1 0 0,-1 1 0 0 0,8 6 1 0 0,-3-2-4 0 0,-9-7 36 0 0,2-2 9 0 0,0 0 3 0 0,-1 1 1 0 0,1-2 0 0 0,0 1-1 0 0,0 0 1 0 0,0-1-1 0 0,-1 1 1 0 0,6-4 0 0 0,60-42-1064 0 0,-21 23-5984 0 0,-38 18 3878 0 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8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81 1092 0 0,'-8'-9'11386'0'0,"-1"20"-11137"0"0,1 0 0 0 0,0 1 0 0 0,1 0-1 0 0,1 0 1 0 0,-1 1 0 0 0,2 0-1 0 0,0 0 1 0 0,0 1 0 0 0,2-1-1 0 0,-1 1 1 0 0,2 0 0 0 0,-3 27-1 0 0,5-40-238 0 0,0 0 0 0 0,0 0-1 0 0,0 0 1 0 0,0 0-1 0 0,0 0 1 0 0,1 0-1 0 0,-1 0 1 0 0,0 0-1 0 0,0 0 1 0 0,1 0-1 0 0,-1 0 1 0 0,0 0-1 0 0,1 0 1 0 0,-1 0-1 0 0,1 0 1 0 0,-1 0 0 0 0,1-1-1 0 0,0 1 1 0 0,-1 0-1 0 0,1 0 1 0 0,0-1-1 0 0,0 1 1 0 0,-1 0-1 0 0,1-1 1 0 0,0 1-1 0 0,0-1 1 0 0,0 1-1 0 0,1 0 1 0 0,1-1-20 0 0,0 1 1 0 0,0-1-1 0 0,0 1 1 0 0,0-1-1 0 0,0 0 1 0 0,0 0-1 0 0,0 0 0 0 0,0-1 1 0 0,0 1-1 0 0,3-2 1 0 0,12-2-198 0 0,-1-2 0 0 0,27-13 0 0 0,-36 16 128 0 0,10-5-221 0 0,0 0 1 0 0,0 1-1 0 0,1 2 1 0 0,0 0-1 0 0,0 0 1 0 0,30-2 0 0 0,182-3-1661 0 0,-225 10 2006 0 0,1-1 0 0 0,-1 0 0 0 0,1-1 0 0 0,-1 1 0 0 0,1-1 0 0 0,-1 0 0 0 0,0-1 0 0 0,0 1 0 0 0,0-1 0 0 0,0-1 0 0 0,0 1 0 0 0,-1-1 0 0 0,7-5 0 0 0,-9 6 56 0 0,-1 0 1 0 0,0 0-1 0 0,1 0 0 0 0,-1 0 1 0 0,-1-1-1 0 0,1 1 1 0 0,0-1-1 0 0,-1 1 1 0 0,1-1-1 0 0,-1 0 1 0 0,0 0-1 0 0,-1 1 0 0 0,1-1 1 0 0,0 0-1 0 0,-1 0 1 0 0,0 0-1 0 0,0 0 1 0 0,0 1-1 0 0,-1-1 1 0 0,1 0-1 0 0,-1 0 0 0 0,0 0 1 0 0,-2-7-1 0 0,-29-58 865 0 0,31 67-1473 0 0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8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37 888 0 0,'-12'6'2809'0'0,"9"-5"-2682"0"0,1 0 0 0 0,-1 1 0 0 0,1-1 0 0 0,0 1 0 0 0,0 0-1 0 0,0 0 1 0 0,0 0 0 0 0,0 0 0 0 0,0 0 0 0 0,0 0 0 0 0,1 1 0 0 0,-1-1 0 0 0,1 0 0 0 0,-1 1 0 0 0,1-1 0 0 0,0 1 0 0 0,0 0-1 0 0,0-1 1 0 0,1 1 0 0 0,-1 0 0 0 0,1 0 0 0 0,-1-1 0 0 0,1 1 0 0 0,0 0 0 0 0,0 0 0 0 0,0 0 0 0 0,0-1 0 0 0,1 1-1 0 0,-1 0 1 0 0,1 0 0 0 0,-1-1 0 0 0,1 1 0 0 0,0 0 0 0 0,0-1 0 0 0,0 1 0 0 0,1-1 0 0 0,-1 1 0 0 0,1-1 0 0 0,-1 1 0 0 0,1-1-1 0 0,0 0 1 0 0,0 0 0 0 0,0 0 0 0 0,0 0 0 0 0,0 0 0 0 0,0-1 0 0 0,0 1 0 0 0,1 0 0 0 0,-1-1 0 0 0,1 0 0 0 0,-1 0-1 0 0,1 1 1 0 0,3-1 0 0 0,-5 0 74 0 0,2-1-110 0 0,-1 0 1 0 0,0-1-1 0 0,1 1 0 0 0,-1-1 1 0 0,0 0-1 0 0,0 1 0 0 0,1-1 1 0 0,-1 0-1 0 0,0 0 0 0 0,0 0 1 0 0,2-2-1 0 0,-1-1 23 0 0,0 0 1 0 0,0 0-1 0 0,-1 0 1 0 0,1 0-1 0 0,-1 0 0 0 0,0 0 1 0 0,0-1-1 0 0,-1 1 0 0 0,1 0 1 0 0,-1-1-1 0 0,0 0 0 0 0,0 1 1 0 0,-1-1-1 0 0,1 0 1 0 0,-1 1-1 0 0,0-1 0 0 0,0 0 1 0 0,-1 1-1 0 0,1-1 0 0 0,-1 0 1 0 0,-2-6-1 0 0,0-27-1010 0 0,3 34-2029 0 0,-1-3 2574 0 0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29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0 401 44 0 0,'7'5'527'0'0,"-1"-1"1"0"0,0 1-1 0 0,0 0 0 0 0,-1 1 1 0 0,1-1-1 0 0,-1 1 0 0 0,0 0 1 0 0,-1 0-1 0 0,1 1 0 0 0,-1 0 1 0 0,6 13-1 0 0,-11-20-411 0 0,1 0 0 0 0,0 0 0 0 0,0 1-1 0 0,0-1 1 0 0,0 0 0 0 0,0 0 0 0 0,0 1 0 0 0,0-1 0 0 0,0 0 0 0 0,0 1 0 0 0,0-1-1 0 0,0 0 1 0 0,0 0 0 0 0,0 1 0 0 0,0-1 0 0 0,0 0 0 0 0,0 0 0 0 0,0 1 0 0 0,0-1 0 0 0,0 0-1 0 0,0 0 1 0 0,0 1 0 0 0,1-1 0 0 0,-1 0 0 0 0,0 0 0 0 0,0 1 0 0 0,0-1 0 0 0,0 0-1 0 0,1 0 1 0 0,-1 0 0 0 0,0 0 0 0 0,0 1 0 0 0,0-1 0 0 0,1 0 0 0 0,-1 0 0 0 0,0 0-1 0 0,0 0 1 0 0,1 0 0 0 0,-1 1 0 0 0,0-1 0 0 0,0 0 0 0 0,1 0 0 0 0,-1 0 0 0 0,0 0 0 0 0,1 0-1 0 0,-1 0 1 0 0,8-16 967 0 0,-6 11-1170 0 0,0-1-1 0 0,0 1 1 0 0,1 0 0 0 0,-1 0 0 0 0,1 0 0 0 0,1 0 0 0 0,-1 1 0 0 0,5-6-1 0 0,-2 5-223 0 0,-1 1-1 0 0,1 1 1 0 0,0-1-1 0 0,0 1 1 0 0,0 0-1 0 0,0 0 1 0 0,0 1-1 0 0,1 0 0 0 0,-1 0 1 0 0,10-2-1 0 0,69-1-2457 0 0,-40 3 2307 0 0,-44 15 1899 0 0,-3-8-1294 0 0,-1 1 0 0 0,1-1 0 0 0,0 1 0 0 0,1-1 0 0 0,-1 1 0 0 0,1 0 0 0 0,0 7 0 0 0,1-11-27 0 0,4 20 364 0 0,2-20-436 0 0,-1-1 0 0 0,0 0 1 0 0,0 0-1 0 0,1 0 0 0 0,-1-1 1 0 0,1 0-1 0 0,-1 0 0 0 0,0 0 1 0 0,1 0-1 0 0,-1-1 0 0 0,0 0 1 0 0,1 0-1 0 0,-1-1 0 0 0,0 1 1 0 0,0-1-1 0 0,0 0 0 0 0,0-1 1 0 0,0 1-1 0 0,-1-1 1 0 0,7-4-1 0 0,3-2 80 0 0,-1 0 1 0 0,0-1-1 0 0,0-1 1 0 0,-1 0-1 0 0,18-21 1 0 0,-17 13-17 0 0,-1-1 0 0 0,-1 0 0 0 0,0-1 1 0 0,-2 0-1 0 0,0-1 0 0 0,-1 0 0 0 0,-2 0 0 0 0,0-1 0 0 0,2-23 0 0 0,-6 39 8 0 0,-2 0-1 0 0,1 1 0 0 0,-1-1 0 0 0,0 0 1 0 0,0 1-1 0 0,-1-1 0 0 0,0 0 0 0 0,0 1 0 0 0,0-1 1 0 0,-1 1-1 0 0,0-1 0 0 0,0 1 0 0 0,-1 0 1 0 0,0 0-1 0 0,0 0 0 0 0,-6-9 0 0 0,3 4 238 0 0,7 11-345 0 0,-1-1-1 0 0,0 1 1 0 0,0 0 0 0 0,0 0-1 0 0,0 0 1 0 0,0-1-1 0 0,0 1 1 0 0,-1 0-1 0 0,1 0 1 0 0,0 0-1 0 0,0-1 1 0 0,0 1 0 0 0,0 0-1 0 0,0 0 1 0 0,0 0-1 0 0,0 0 1 0 0,0-1-1 0 0,0 1 1 0 0,0 0-1 0 0,-1 0 1 0 0,1 0 0 0 0,0 0-1 0 0,0-1 1 0 0,0 1-1 0 0,0 0 1 0 0,0 0-1 0 0,-1 0 1 0 0,1 0-1 0 0,0 0 1 0 0,0 0 0 0 0,0 0-1 0 0,-1 0 1 0 0,1 0-1 0 0,0-1 1 0 0,0 1-1 0 0,0 0 1 0 0,0 0-1 0 0,-1 0 1 0 0,1 0-1 0 0,0 0 1 0 0,0 0 0 0 0,0 0-1 0 0,-1 0 1 0 0,1 0-1 0 0,0 0 1 0 0,0 1-1 0 0,0-1 1 0 0,-1 0-1 0 0,1 0 1 0 0,0 0 0 0 0,0 0-1 0 0,0 0 1 0 0,0 0-1 0 0,-1 0 1 0 0,1 0-1 0 0,0 0 1 0 0,0 1-1 0 0,0-1 1 0 0,0 0 0 0 0,0 0-1 0 0,-1 0 1 0 0,1 0-1 0 0,0 1 1 0 0,0-1-1 0 0,0 0 1 0 0,0 0-1 0 0,0 1 1 0 0,-2 5 14 0 0,1 1 0 0 0,1 0 0 0 0,-1 0 1 0 0,1 0-1 0 0,0 0 0 0 0,0 0 0 0 0,1 0 0 0 0,0 0 0 0 0,1-1 1 0 0,-1 1-1 0 0,1 0 0 0 0,0-1 0 0 0,1 1 0 0 0,0-1 0 0 0,4 8 1 0 0,11 19 54 0 0,39 52 1 0 0,-6-9 43 0 0,-44-63-107 0 0,-2-7-11 0 0,-1 0 1 0 0,-1 1-1 0 0,1-1 0 0 0,-1 1 1 0 0,0-1-1 0 0,-1 1 1 0 0,1 0-1 0 0,-2 0 0 0 0,1 0 1 0 0,-1 0-1 0 0,1 11 0 0 0,-3-15-24 0 0,0 0-1 0 0,0-1 1 0 0,0 1-1 0 0,0-1 0 0 0,-1 1 1 0 0,0-1-1 0 0,1 1 0 0 0,-1-1 1 0 0,0 0-1 0 0,0 0 1 0 0,0 0-1 0 0,0 0 0 0 0,-1 0 1 0 0,1 0-1 0 0,0-1 0 0 0,-1 1 1 0 0,1-1-1 0 0,-1 1 1 0 0,0-1-1 0 0,1 0 0 0 0,-4 1 1 0 0,-5 1-513 0 0,0 1 0 0 0,0-1 0 0 0,-21 2 0 0 0,-17-3-5525 0 0,26-4 2552 0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1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47 113 228 0 0,'-13'-36'3958'0'0,"10"30"-3179"0"0,0-1 0 0 0,1 0-1 0 0,0-1 1 0 0,0 1 0 0 0,1 0-1 0 0,0-1 1 0 0,-1-8 0 0 0,2 15-252 0 0,-4-8 1752 0 0,1 18-1140 0 0,0 38-854 0 0,-1 11-22 0 0,3-50-726 0 0,0-1-1 0 0,0 0 1 0 0,1 1 0 0 0,-1-1 0 0 0,2 0 0 0 0,1 12-1 0 0,-1-17-306 0 0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2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70 740 0 0,'31'-56'7470'0'0,"-30"55"-6984"0"0,7-11 1091 0 0,8 24-10122 0 0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2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0 324 0 0,'0'0'594'0'0,"10"44"3844"0"0,-9-43-4119 0 0,-1 0-282 0 0,1-1 0 0 0,-1 0-1 0 0,0 1 1 0 0,0-1 0 0 0,0 0-1 0 0,1 0 1 0 0,-1 1 0 0 0,0-1-1 0 0,0 0 1 0 0,1 0 0 0 0,-1 1-1 0 0,0-1 1 0 0,1 0 0 0 0,-1 0-1 0 0,0 0 1 0 0,1 0 0 0 0,-1 1-1 0 0,0-1 1 0 0,1 0 0 0 0,-1 0-1 0 0,0 0 1 0 0,1 0 0 0 0,-1 0 0 0 0,0 0-1 0 0,1 0 1 0 0,-1 0 0 0 0,0 0-1 0 0,1 0 1 0 0,-1 0 0 0 0,1 0-1 0 0,-1 0 1 0 0,0 0 0 0 0,1 0-1 0 0,-1-1 1 0 0,0 1 0 0 0,1 0-1 0 0,-1 0 1 0 0,17-6 633 0 0,-8 1-418 0 0,-6 2-175 0 0,0 1 0 0 0,0 0 0 0 0,1 0 0 0 0,-1 0 1 0 0,1 1-1 0 0,0-1 0 0 0,-1 1 0 0 0,1 0 0 0 0,0 0 0 0 0,0 0 0 0 0,0 0 1 0 0,0 1-1 0 0,0 0 0 0 0,0-1 0 0 0,0 2 0 0 0,0-1 0 0 0,0 0 0 0 0,-1 1 0 0 0,7 1 1 0 0,-1 2-115 0 0,-1 0 1 0 0,1 0-1 0 0,-1 1 0 0 0,10 7 1 0 0,24 14-1920 0 0,-15-10-1707 0 0,-13-12 1563 0 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2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6 900 0 0,'0'-6'9976'0'0,"-1"7"-9956"0"0,1-1-1 0 0,-1 1 0 0 0,1-1 1 0 0,-1 1-1 0 0,1-1 0 0 0,-1 1 1 0 0,1-1-1 0 0,-1 1 0 0 0,1 0 1 0 0,0-1-1 0 0,-1 1 0 0 0,1-1 1 0 0,0 1-1 0 0,0 0 0 0 0,0-1 1 0 0,-1 1-1 0 0,1 0 0 0 0,0-1 1 0 0,0 1-1 0 0,0 0 0 0 0,0 0 0 0 0,0-1 1 0 0,0 1-1 0 0,0 0 0 0 0,0-1 1 0 0,1 1-1 0 0,-1 0 0 0 0,0-1 1 0 0,0 1-1 0 0,0 0 0 0 0,1-1 1 0 0,-1 1-1 0 0,0-1 0 0 0,1 1 1 0 0,-1 0-1 0 0,1-1 0 0 0,-1 1 1 0 0,1-1-1 0 0,-1 1 0 0 0,1-1 1 0 0,-1 1-1 0 0,1-1 0 0 0,-1 0 1 0 0,2 1-1 0 0,41 6 407 0 0,32-4-4090 0 0,-50-2 326 0 0,-4 2 428 0 0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3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1012 0 0,'0'0'992'0'0,"12"-36"5145"0"0,3 27-5893 0 0,1 2 0 0 0,-1 0 0 0 0,1 0-1 0 0,0 2 1 0 0,1 0 0 0 0,-1 1 0 0 0,1 0-1 0 0,0 2 1 0 0,0 0 0 0 0,0 0-1 0 0,1 2 1 0 0,-1 0 0 0 0,0 1 0 0 0,0 1-1 0 0,26 6 1 0 0,-40-7-229 0 0,1 0-1 0 0,-1 0 1 0 0,0 0 0 0 0,0 1-1 0 0,0-1 1 0 0,0 1 0 0 0,0-1-1 0 0,0 1 1 0 0,0 0 0 0 0,-1 1-1 0 0,1-1 1 0 0,-1 0 0 0 0,1 1-1 0 0,-1-1 1 0 0,0 1 0 0 0,0 0-1 0 0,0-1 1 0 0,0 1 0 0 0,-1 0-1 0 0,3 5 1 0 0,-3-3-4 0 0,0-1 0 0 0,0 1 0 0 0,-1 0 0 0 0,0 0 0 0 0,0-1 0 0 0,0 1 0 0 0,0 0 0 0 0,-1-1 0 0 0,0 1 0 0 0,0 0 1 0 0,0-1-1 0 0,0 1 0 0 0,-2 4 0 0 0,-5 8 14 0 0,-1 0 1 0 0,0 0-1 0 0,-1-1 1 0 0,0-1 0 0 0,-26 29-1 0 0,27-35-13 0 0,0 0-1 0 0,-1 0 0 0 0,0-1 1 0 0,-18 10-1 0 0,13-9 1 0 0,1 1-1 0 0,1 0 1 0 0,-19 19 0 0 0,31-28 20 0 0,1-1-31 0 0,1 1 0 0 0,-1 0 1 0 0,1-1-1 0 0,-1 1 1 0 0,1 0-1 0 0,0-1 1 0 0,-1 1-1 0 0,1-1 1 0 0,0 1-1 0 0,0-1 0 0 0,-1 1 1 0 0,1-1-1 0 0,0 0 1 0 0,0 1-1 0 0,0-1 1 0 0,-1 0-1 0 0,1 0 1 0 0,0 0-1 0 0,0 0 1 0 0,0 1-1 0 0,0-1 0 0 0,0 0 1 0 0,-1 0-1 0 0,1-1 1 0 0,1 1-1 0 0,30 0 28 0 0,-26 0-11 0 0,298-3 92 0 0,-268 6 1256 0 0,-34-3-673 0 0,6-5-954 0 0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4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10 352 0 0,'0'0'8753'0'0,"4"1"-8354"0"0,34 1 511 0 0,1-1 0 0 0,58-7 0 0 0,-48 3-536 0 0,26 3 557 0 0,-72 0-797 0 0,-2 1-15 0 0,1-1 0 0 0,-1 0 0 0 0,1 0 0 0 0,-1 0 0 0 0,1 0 0 0 0,-1 0-1 0 0,1 0 1 0 0,-1 0 0 0 0,1 0 0 0 0,0 0 0 0 0,-1-1 0 0 0,1 1 0 0 0,-1-1 0 0 0,1 1-1 0 0,0-2 1 0 0,3 1-3072 0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4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62 1244 0 0,'0'0'4288'0'0,"-1"-8"-3184"0"0,1 5-417 0 0,1 8 3462 0 0,46 172-1915 0 0,-39-138-1394 0 0,-14-50-912 0 0,0-1 1 0 0,1-1-1 0 0,0 1 1 0 0,1-1-1 0 0,0 1 1 0 0,1-1-1 0 0,1 0 0 0 0,0-1 1 0 0,0 1-1 0 0,1-15 1 0 0,1 23 54 0 0,0 0 1 0 0,1 1 0 0 0,-1-1-1 0 0,1 0 1 0 0,0 0 0 0 0,0 0-1 0 0,0 1 1 0 0,1-1 0 0 0,-1 1-1 0 0,1-1 1 0 0,1 1-1 0 0,-1-1 1 0 0,0 1 0 0 0,1 0-1 0 0,0 0 1 0 0,0 0 0 0 0,0 1-1 0 0,0-1 1 0 0,1 1 0 0 0,0 0-1 0 0,-1-1 1 0 0,1 2 0 0 0,0-1-1 0 0,0 0 1 0 0,1 1 0 0 0,-1 0-1 0 0,0 0 1 0 0,1 0 0 0 0,0 0-1 0 0,-1 1 1 0 0,1 0 0 0 0,5-1-1 0 0,1 1 6 0 0,0 0-1 0 0,0 1 0 0 0,1 1 1 0 0,-1 0-1 0 0,0 0 0 0 0,0 1 1 0 0,0 1-1 0 0,-1-1 0 0 0,1 2 1 0 0,0 0-1 0 0,-1 0 0 0 0,0 1 1 0 0,0 0-1 0 0,0 0 0 0 0,-1 1 1 0 0,0 1-1 0 0,0-1 0 0 0,0 2 1 0 0,-1-1-1 0 0,0 1 0 0 0,0 0 1 0 0,-1 1-1 0 0,0 0 0 0 0,-1 0 1 0 0,0 0-1 0 0,0 1 0 0 0,-1 0 1 0 0,0 0-1 0 0,-1 0 0 0 0,0 1 1 0 0,-1-1-1 0 0,0 1 0 0 0,2 16 1 0 0,-5-23 17 0 0,0-1 0 0 0,0 1 0 0 0,0 0 0 0 0,-1 0 0 0 0,0-1 0 0 0,0 1 0 0 0,0 0 0 0 0,0-1 0 0 0,0 1 0 0 0,-1-1 0 0 0,1 0 0 0 0,-1 1 0 0 0,0-1 0 0 0,0 0 0 0 0,0 0 0 0 0,-1 0 0 0 0,1 0 0 0 0,-1-1 0 0 0,1 1 0 0 0,-1-1 0 0 0,0 1 0 0 0,0-1 0 0 0,0 0 0 0 0,0 0 0 0 0,-1 0 0 0 0,1 0 0 0 0,0-1 0 0 0,-6 2 0 0 0,-12 5 59 0 0,0-1-1 0 0,0-1 1 0 0,-38 5 0 0 0,25-5-2 0 0,27-4-475 0 0,-34 4 363 0 0,13-9-7408 0 0,13-2 4416 0 0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6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92 608 0 0,'0'0'2819'0'0,"1"-22"5320"0"0,11 112-7539 0 0,-10-64-478 0 0,1 0 0 0 0,2 0-1 0 0,0 0 1 0 0,1-1 0 0 0,13 32 0 0 0,6-1 1920 0 0,-21-60-1823 0 0,71-125 785 0 0,4-6-556 0 0,-48 83-314 0 0,-26 42-235 0 0,0 0 0 0 0,1 0 0 0 0,0 0 0 0 0,1 1 0 0 0,9-11 0 0 0,3 9-2278 0 0,6 9-5289 0 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6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96 244 0 0,'0'0'6137'0'0,"3"-2"-5493"0"0,7-2-132 0 0,0-1 0 0 0,0 0 0 0 0,-1 0 0 0 0,0-1 0 0 0,0-1 0 0 0,0 1 0 0 0,-1-1 1 0 0,0-1-1 0 0,-1 0 0 0 0,8-9 0 0 0,-15 16-495 0 0,1 1-1 0 0,-1 0 1 0 0,0-1 0 0 0,0 1 0 0 0,0 0-1 0 0,0-1 1 0 0,1 1 0 0 0,-1-1 0 0 0,0 1-1 0 0,0 0 1 0 0,0-1 0 0 0,0 1 0 0 0,0-1-1 0 0,0 1 1 0 0,0-1 0 0 0,0 1 0 0 0,0 0-1 0 0,0-1 1 0 0,-1 1 0 0 0,1-1 0 0 0,0 1-1 0 0,0 0 1 0 0,0-1 0 0 0,0 1 0 0 0,0 0-1 0 0,-1-1 1 0 0,1 1 0 0 0,0-1 0 0 0,0 1-1 0 0,-1 0 1 0 0,1 0 0 0 0,0-1 0 0 0,-1 1-1 0 0,1 0 1 0 0,0-1 0 0 0,-1 1 0 0 0,1 0-1 0 0,0 0 1 0 0,-1 0 0 0 0,1-1 0 0 0,-1 1-1 0 0,1 0 1 0 0,0 0 0 0 0,-1 0 0 0 0,1 0-1 0 0,-1 0 1 0 0,1 0 0 0 0,0 0 0 0 0,-1 0-1 0 0,1 0 1 0 0,-1 0 0 0 0,1 0 0 0 0,-1 0-1 0 0,1 0 1 0 0,-1 0 0 0 0,-29 2 61 0 0,26-1-90 0 0,-1 0-1 0 0,1 0 1 0 0,0 1-1 0 0,0-1 1 0 0,0 1 0 0 0,0 0-1 0 0,0 0 1 0 0,0 1 0 0 0,0-1-1 0 0,0 1 1 0 0,1 0 0 0 0,-1 0-1 0 0,1 0 1 0 0,0 0-1 0 0,0 0 1 0 0,0 1 0 0 0,1 0-1 0 0,-1-1 1 0 0,1 1 0 0 0,0 0-1 0 0,0 0 1 0 0,0 0 0 0 0,-2 8-1 0 0,4-10-54 0 0,0-1 0 0 0,0 1 0 0 0,1 0 0 0 0,-1 0 0 0 0,1-1 0 0 0,-1 1 0 0 0,1 0 0 0 0,0-1 0 0 0,0 1 0 0 0,0 0 0 0 0,0-1 0 0 0,0 1-1 0 0,0-1 1 0 0,0 1 0 0 0,0-1 0 0 0,0 0 0 0 0,1 0 0 0 0,-1 1 0 0 0,0-1 0 0 0,1 0 0 0 0,-1 0 0 0 0,1 0 0 0 0,0 0 0 0 0,-1-1 0 0 0,3 2 0 0 0,43 17-2135 0 0,-37-17 1111 0 0,1 0 1 0 0,0-1-1 0 0,0 0 1 0 0,19-2-1 0 0,-11 0-1148 0 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7.0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1 322 1348 0 0,'32'-23'2014'0'0,"-20"15"2838"0"0,-10 24-3556 0 0,-2-14-1278 0 0,0-1 0 0 0,0 1 0 0 0,0 0 0 0 0,0-1 0 0 0,1 1 0 0 0,-1 0-1 0 0,0-1 1 0 0,1 1 0 0 0,0-1 0 0 0,-1 1 0 0 0,1-1 0 0 0,0 1 0 0 0,0-1 0 0 0,0 1-1 0 0,0-1 1 0 0,0 0 0 0 0,0 1 0 0 0,0-1 0 0 0,0 0 0 0 0,0 0 0 0 0,1 0 0 0 0,-1 0 0 0 0,0 0-1 0 0,1 0 1 0 0,-1 0 0 0 0,1 0 0 0 0,-1-1 0 0 0,1 1 0 0 0,-1 0 0 0 0,1-1 0 0 0,0 0 0 0 0,1 1-1 0 0,3 0 5 0 0,-1 0 0 0 0,0 0 0 0 0,1-1 0 0 0,-1 1 0 0 0,1-1 0 0 0,-1-1 0 0 0,8 0 0 0 0,-4-1 15 0 0,0-1 0 0 0,0 0 1 0 0,0 0-1 0 0,-1 0 1 0 0,1-1-1 0 0,-1-1 1 0 0,0 0-1 0 0,0 0 0 0 0,-1 0 1 0 0,1-1-1 0 0,-1 0 1 0 0,-1 0-1 0 0,1-1 1 0 0,-1 0-1 0 0,0 0 0 0 0,0 0 1 0 0,-1-1-1 0 0,0 0 1 0 0,0 0-1 0 0,6-17 1 0 0,-3 4 575 0 0,-1-1 0 0 0,-1 0 1 0 0,-1-1-1 0 0,-1 1 1 0 0,-1-1-1 0 0,0 0 0 0 0,-2-27 1 0 0,-1 48-289 0 0,0 1-293 0 0,0 1 0 0 0,0 0 1 0 0,0 0-1 0 0,0-1 0 0 0,0 1 0 0 0,0 0 0 0 0,0 0 0 0 0,0-1 0 0 0,0 1 1 0 0,0 0-1 0 0,0 0 0 0 0,0-1 0 0 0,0 1 0 0 0,-1 0 0 0 0,1 0 1 0 0,0-1-1 0 0,0 1 0 0 0,0 0 0 0 0,0 0 0 0 0,0 0 0 0 0,0-1 0 0 0,-1 1 1 0 0,1 0-1 0 0,0 0 0 0 0,0 0 0 0 0,0-1 0 0 0,-1 1 0 0 0,1 0 0 0 0,0 0 1 0 0,0 0-1 0 0,-1 0 0 0 0,1 0 0 0 0,0 0 0 0 0,0 0 0 0 0,0-1 0 0 0,-1 1 1 0 0,1 0-1 0 0,0 0 0 0 0,0 0 0 0 0,-1 0 0 0 0,1 0 0 0 0,0 0 1 0 0,-1 0-1 0 0,1 0 0 0 0,0 0 0 0 0,-10 24 36 0 0,2 1-1 0 0,0 0 1 0 0,2 0 0 0 0,1 0 0 0 0,1 0-1 0 0,1 1 1 0 0,1 29 0 0 0,-11 63-4479 0 0,14-107 2829 0 0,-1 1-565 0 0,-3-6-2694 0 0,-3 0 1839 0 0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7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58 244 0 0,'34'-5'2185'0'0,"0"-1"-1"0"0,0-1 1 0 0,0-2 0 0 0,35-15 0 0 0,-67 23-1779 0 0,-1 0-168 0 0,-1 1-193 0 0,0 0-1 0 0,1-1 0 0 0,-1 1 1 0 0,1 0-1 0 0,-1-1 1 0 0,0 1-1 0 0,1 0 0 0 0,-1-1 1 0 0,1 1-1 0 0,-1 0 0 0 0,1 0 1 0 0,-1 0-1 0 0,1-1 0 0 0,-1 1 1 0 0,1 0-1 0 0,-1 0 1 0 0,1 0-1 0 0,-1 0 0 0 0,1 0 1 0 0,-1 0-1 0 0,1 0 0 0 0,-1 0 1 0 0,1 0-1 0 0,-1 0 1 0 0,1 0-1 0 0,-1 0 0 0 0,1 0 1 0 0,-1 1-1 0 0,1-1 0 0 0,-1 0 1 0 0,1 0-1 0 0,-1 1 0 0 0,1-1 1 0 0,-1 0-1 0 0,1 0 1 0 0,-1 1-1 0 0,0-1 0 0 0,1 0 1 0 0,-1 1-1 0 0,0-1 0 0 0,1 1 1 0 0,-1-1-1 0 0,0 1 0 0 0,1-1 1 0 0,-1 0-1 0 0,0 1 1 0 0,0-1-1 0 0,0 1 0 0 0,1-1 1 0 0,-1 1-1 0 0,0-1 0 0 0,0 1 1 0 0,0-1-1 0 0,0 1 0 0 0,0-1 1 0 0,0 1-1 0 0,0-1 1 0 0,0 1-1 0 0,0-1 0 0 0,0 2 1 0 0,0 0-49 0 0,0 0 0 0 0,0 1 0 0 0,0-1-1 0 0,0 0 1 0 0,1 0 0 0 0,-1 0 0 0 0,1 1 0 0 0,-1-1 0 0 0,1 0 0 0 0,0 0 0 0 0,0 0 0 0 0,0 0 0 0 0,0 0 0 0 0,0 0 0 0 0,0-1 0 0 0,1 1 0 0 0,-1 0 0 0 0,1 0 0 0 0,-1-1 0 0 0,1 1 0 0 0,2 1 0 0 0,-1-2-2 0 0,1 0 0 0 0,-1 0 0 0 0,1 0 0 0 0,0-1 1 0 0,-1 1-1 0 0,1-1 0 0 0,-1 0 0 0 0,1 0 0 0 0,0 0 0 0 0,-1 0 1 0 0,1-1-1 0 0,0 0 0 0 0,3 0 0 0 0,151-16-1094 0 0,-134 3-187 0 0,-13 5-5130 0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8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42 1052 0 0,'-25'-35'6271'0'0,"24"34"-5475"0"0,1 1-736 0 0,0 0 1 0 0,0-1-1 0 0,0 1 1 0 0,0 0 0 0 0,0 0-1 0 0,0 0 1 0 0,0-1-1 0 0,0 1 1 0 0,0 0-1 0 0,-1 0 1 0 0,1 0 0 0 0,0-1-1 0 0,0 1 1 0 0,0 0-1 0 0,0 0 1 0 0,0 0-1 0 0,0-1 1 0 0,0 1 0 0 0,0 0-1 0 0,-1 0 1 0 0,1 0-1 0 0,0 0 1 0 0,0 0-1 0 0,0-1 1 0 0,0 1-1 0 0,0 0 1 0 0,-1 0 0 0 0,1 0-1 0 0,0 0 1 0 0,0 0-1 0 0,0 0 1 0 0,-1 0-1 0 0,1 0 1 0 0,0 0 0 0 0,0 0-1 0 0,0 0 1 0 0,-1-1-1 0 0,1 1 1 0 0,0 0-1 0 0,0 0 1 0 0,0 0 0 0 0,-1 0-1 0 0,1 1 1 0 0,0-1-1 0 0,0 0 1 0 0,0 0-1 0 0,-1 0 1 0 0,1 0 0 0 0,0 0-1 0 0,0 0 1 0 0,0 0-1 0 0,0 0 1 0 0,-1 0-1 0 0,1 0 1 0 0,0 1-1 0 0,0-1 1 0 0,0 0 0 0 0,0 0-1 0 0,0 0 1 0 0,-1 0-1 0 0,1 0 1 0 0,0 1-1 0 0,-1 20 132 0 0,0 1-1 0 0,2-1 1 0 0,0 1-1 0 0,2-1 1 0 0,0 1-1 0 0,1-1 0 0 0,8 23 1 0 0,-6 0-262 0 0,-6-42 85 0 0,3-7-33 0 0,117-129 552 0 0,-119 134-516 0 0,-1-1-1 0 0,0 1 0 0 0,0-1 0 0 0,0 1 0 0 0,1 0 1 0 0,-1-1-1 0 0,0 1 0 0 0,0-1 0 0 0,1 1 1 0 0,-1 0-1 0 0,0-1 0 0 0,1 1 0 0 0,-1 0 1 0 0,0-1-1 0 0,1 1 0 0 0,-1 0 0 0 0,0 0 1 0 0,1-1-1 0 0,-1 1 0 0 0,1 0 0 0 0,-1 0 1 0 0,1 0-1 0 0,-1 0 0 0 0,0 0 0 0 0,1-1 1 0 0,-1 1-1 0 0,1 0 0 0 0,-1 0 0 0 0,1 0 1 0 0,-1 0-1 0 0,1 0 0 0 0,-1 0 0 0 0,1 0 1 0 0,-1 1-1 0 0,1-1 0 0 0,-1 0 0 0 0,0 0 1 0 0,1 0-1 0 0,-1 0 0 0 0,1 1 0 0 0,8 22 176 0 0,-4 40-212 0 0,-5-57 94 0 0,12 295 340 0 0,-12-299 314 0 0,-3-1-477 0 0,3-1-243 0 0,0 1 0 0 0,0-1 0 0 0,0 0 0 0 0,0 0 0 0 0,0 0 0 0 0,-1 1-1 0 0,1-1 1 0 0,0 0 0 0 0,0 0 0 0 0,0 0 0 0 0,0 0 0 0 0,-1 0 0 0 0,1 0 0 0 0,0 1 0 0 0,0-1 0 0 0,-1 0 0 0 0,1 0 0 0 0,0 0 0 0 0,0 0 0 0 0,-1 0 0 0 0,1 0 0 0 0,0 0 0 0 0,0 0 0 0 0,0 0 0 0 0,-1 0 0 0 0,1 0 0 0 0,0 0 0 0 0,0 0 0 0 0,-1 0 0 0 0,1 0 0 0 0,0 0 0 0 0,0 0 0 0 0,-1 0 0 0 0,1-1 0 0 0,0 1-1 0 0,0 0 1 0 0,0 0 0 0 0,-1 0 0 0 0,1 0 0 0 0,0 0 0 0 0,0-1 0 0 0,0 1 0 0 0,0 0 0 0 0,-1 0 0 0 0,1 0 0 0 0,0 0 0 0 0,0-1 0 0 0,0 1 0 0 0,0 0 0 0 0,0 0 0 0 0,0-1 0 0 0,0 1 0 0 0,-1 0 0 0 0,-3-13 22 0 0,1 0-1 0 0,0 0 1 0 0,1 0-1 0 0,1 0 1 0 0,-1 0 0 0 0,2 0-1 0 0,0 0 1 0 0,1 0 0 0 0,0 0-1 0 0,1 0 1 0 0,0 0 0 0 0,1 0-1 0 0,1 0 1 0 0,4-12-1 0 0,-5 15-61 0 0,1 1-1 0 0,0 0 1 0 0,0-1-1 0 0,1 2 1 0 0,0-1-1 0 0,0 0 1 0 0,1 1-1 0 0,0 0 1 0 0,0 1-1 0 0,1-1 0 0 0,0 1 1 0 0,1 0-1 0 0,-1 1 1 0 0,1 0-1 0 0,0 0 1 0 0,1 1-1 0 0,0 0 1 0 0,-1 0-1 0 0,15-4 1 0 0,-21 8 13 0 0,0 1 0 0 0,0 0 0 0 0,0 0 0 0 0,0 0 0 0 0,0 0 0 0 0,0 0 0 0 0,0 1 0 0 0,0-1 0 0 0,0 0 0 0 0,0 1 0 0 0,0 0 0 0 0,0-1 0 0 0,0 1-1 0 0,0 0 1 0 0,0 0 0 0 0,0 0 0 0 0,-1 0 0 0 0,1 0 0 0 0,0 1 0 0 0,-1-1 0 0 0,1 0 0 0 0,-1 1 0 0 0,1-1 0 0 0,-1 1 0 0 0,0 0 0 0 0,0-1 0 0 0,0 1 0 0 0,0 0 0 0 0,0 0 0 0 0,0 0 0 0 0,0 0 0 0 0,0 0 0 0 0,0 3 0 0 0,0-4-18 0 0,-3 3-20 0 0,1-2 40 0 0,1 0 0 0 0,-1-1 0 0 0,0 1 0 0 0,0 0 0 0 0,0 0 0 0 0,0-1 0 0 0,0 1 0 0 0,0 0 0 0 0,0-1 0 0 0,-1 1 0 0 0,-1 1 0 0 0,-3-1-586 0 0,-1 0 1 0 0,1 0-1 0 0,-1 0 0 0 0,0-1 1 0 0,-12 1-1 0 0,16-2-663 0 0,-10-1-4105 0 0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8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0 604 0 0,'-1'1'7884'0'0,"-12"11"-5012"0"0,-13 18-2530 0 0,25-28-15 0 0,1-2-310 0 0,-1 0 0 0 0,1 1 0 0 0,0-1 0 0 0,-1 0-1 0 0,1 1 1 0 0,0-1 0 0 0,0 1 0 0 0,0-1 0 0 0,0 1 0 0 0,-1-1 0 0 0,1 0-1 0 0,0 1 1 0 0,0-1 0 0 0,0 1 0 0 0,0-1 0 0 0,0 1 0 0 0,0-1 0 0 0,0 1 0 0 0,0-1-1 0 0,0 0 1 0 0,0 1 0 0 0,0-1 0 0 0,0 1 0 0 0,1-1 0 0 0,-1 1 0 0 0,0 0-1 0 0,42-3-410 0 0,-41 3-151 0 0,22 4-6064 0 0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8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1 172 0 0,'0'0'11268'0'0,"1"3"-11126"0"0,0-1-113 0 0,0 0-1 0 0,1 0 1 0 0,-1 0-1 0 0,0-1 0 0 0,0 1 1 0 0,1 0-1 0 0,-1-1 0 0 0,1 1 1 0 0,0-1-1 0 0,-1 1 1 0 0,1-1-1 0 0,0 0 0 0 0,0 1 1 0 0,0-1-1 0 0,0 0 1 0 0,0-1-1 0 0,0 1 0 0 0,0 0 1 0 0,0 0-1 0 0,3 0 0 0 0,-3-1 24 0 0,39-1 2649 0 0,-35 12-5225 0 0,-1-4-3661 0 0,-2-1 2683 0 0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39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36 0 0,'9'3'16057'0'0,"5"-13"-16805"0"0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44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23 8 0 0,'-2'-1'312'0'0,"-75"-16"5158"0"0,26 12-688 0 0,112 28-4594 0 0,194-3 130 0 0,-212-17-146 0 0,-58-6-96 0 0,-49-5-35 0 0,-7-1 112 0 0,68 9-206 0 0,27 17-9398 0 0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49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74 712 0 0,'-16'-40'6732'0'0,"16"38"-5677"0"0,-3-19 1652 0 0,-1 11 1027 0 0,-2 79-3692 0 0,-12 205 120 0 0,17-253-118 0 0,-2-1 1 0 0,0 0-1 0 0,-1 0 0 0 0,-9 27 0 0 0,13-45-24 0 0,0-2-15 0 0,0 0 0 0 0,0 0-1 0 0,0 0 1 0 0,1 0-1 0 0,-1 0 1 0 0,0 0-1 0 0,0 0 1 0 0,0 0 0 0 0,0 0-1 0 0,1 0 1 0 0,-1 0-1 0 0,0 0 1 0 0,0 0-1 0 0,0 0 1 0 0,0 0 0 0 0,1 0-1 0 0,-1 0 1 0 0,0 0-1 0 0,0 0 1 0 0,0 0-1 0 0,0 0 1 0 0,0 0 0 0 0,0 0-1 0 0,1 1 1 0 0,-1-1-1 0 0,0 0 1 0 0,0 0-1 0 0,0 0 1 0 0,0 0 0 0 0,0 0-1 0 0,0 0 1 0 0,0 1-1 0 0,0-1 1 0 0,0 0-1 0 0,1 0 1 0 0,-1 0 0 0 0,0 0-1 0 0,0 1 1 0 0,0-1-1 0 0,0 0 1 0 0,0 0-1 0 0,0 0 1 0 0,0 0-1 0 0,0 1 1 0 0,0-1 0 0 0,0 0-1 0 0,0 0 1 0 0,0 0-1 0 0,0 0 1 0 0,0 0-1 0 0,-1 1 1 0 0,1-1 0 0 0,0 0-1 0 0,0 0 1 0 0,0 0-1 0 0,0 0 1 0 0,0 0-1 0 0,0 1 1 0 0,0-1 0 0 0,0 0-1 0 0,-1 0 1 0 0,146-120-178 0 0,-88 69 40 0 0,98-67 0 0 0,-149 114 106 0 0,14-10 65 0 0,-11 12-314 0 0,-17 13 274 0 0,0-1 0 0 0,-1 1 0 0 0,0-2-1 0 0,0 1 1 0 0,-1-1 0 0 0,0-1 0 0 0,-1 1 0 0 0,-15 8 0 0 0,13-9-11 0 0,0 1 0 0 0,1 1-1 0 0,0 0 1 0 0,0 0-1 0 0,1 1 1 0 0,-15 20 0 0 0,24-27 2 0 0,1 4 2 0 0,1-6 8 0 0,0-1 1 0 0,0 0-1 0 0,0 1 0 0 0,0-1 0 0 0,1 0 0 0 0,-1 1 0 0 0,0-1 0 0 0,1 0 0 0 0,-1 1 0 0 0,1-1 0 0 0,0 0 0 0 0,-1 0 1 0 0,1 0-1 0 0,0 0 0 0 0,0 1 0 0 0,0-1 0 0 0,0 0 0 0 0,0 0 0 0 0,0-1 0 0 0,0 1 0 0 0,0 0 0 0 0,0 0 1 0 0,0 0-1 0 0,0-1 0 0 0,0 1 0 0 0,1 0 0 0 0,-1-1 0 0 0,0 1 0 0 0,1-1 0 0 0,1 1 0 0 0,41 10 11 0 0,-12-8-155 0 0,1-2 1 0 0,-1-1-1 0 0,0-2 0 0 0,0-1 1 0 0,0-1-1 0 0,0-2 1 0 0,0-1-1 0 0,-1-2 1 0 0,0-1-1 0 0,32-15 1 0 0,-57 22 232 0 0,-1 0 0 0 0,1 0 0 0 0,-1-1 0 0 0,0 0 0 0 0,0 0 0 0 0,0 0 1 0 0,0-1-1 0 0,5-7 0 0 0,-9 11 155 0 0,10-9 1601 0 0,-10 20-2573 0 0,-1 0-1 0 0,0 0 1 0 0,-1-1 0 0 0,-2 13 0 0 0,3-19 380 0 0,-1 0-775 0 0,1 9-4309 0 0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49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65 296 0 0,'7'-62'9226'0'0,"-7"60"-8589"0"0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0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72 128 0 0,'0'0'741'0'0,"13"43"4047"0"0,1 21-166 0 0,-12-67-4573 0 0,0 0 0 0 0,0 0 0 0 0,1 0 0 0 0,-1 0-1 0 0,1 0 1 0 0,-1 1 0 0 0,1-1 0 0 0,0 1 0 0 0,3-2 0 0 0,5-5 159 0 0,-5 4-185 0 0,-1 1 1 0 0,1-1-1 0 0,0 1 0 0 0,0 0 1 0 0,1 1-1 0 0,-1-1 1 0 0,1 1-1 0 0,0 1 1 0 0,0-1-1 0 0,0 1 1 0 0,0 0-1 0 0,0 1 1 0 0,0 0-1 0 0,1 0 1 0 0,8 0-1 0 0,12 2-221 0 0,-1 0-1 0 0,51 11 1 0 0,2 0-236 0 0,-52-9 298 0 0,0-1-1 0 0,0-2 1 0 0,0 0-1 0 0,-1-2 1 0 0,1-1 0 0 0,0-2-1 0 0,-1 0 1 0 0,51-18-1 0 0,-76 22 157 0 0,0 1-1 0 0,0-1 1 0 0,0 0-1 0 0,-1 1 1 0 0,1-1-1 0 0,0 0 1 0 0,-1 0 0 0 0,1 0-1 0 0,0-1 1 0 0,-1 1-1 0 0,1 0 1 0 0,-1-1-1 0 0,0 1 1 0 0,1 0-1 0 0,-1-1 1 0 0,0 0 0 0 0,0 1-1 0 0,0-1 1 0 0,0 0-1 0 0,0 1 1 0 0,-1-1-1 0 0,1 0 1 0 0,0 0-1 0 0,-1 0 1 0 0,1 0 0 0 0,-1 0-1 0 0,0 0 1 0 0,0 1-1 0 0,1-1 1 0 0,-1 0-1 0 0,0 0 1 0 0,-1 0-1 0 0,1 0 1 0 0,0 0 0 0 0,-1 0-1 0 0,1 0 1 0 0,-1 0-1 0 0,1 0 1 0 0,-1 1-1 0 0,0-1 1 0 0,0 0-1 0 0,0 0 1 0 0,0 1 0 0 0,0-1-1 0 0,0 1 1 0 0,0-1-1 0 0,-1 1 1 0 0,1-1-1 0 0,0 1 1 0 0,-1 0-1 0 0,1-1 1 0 0,-1 1 0 0 0,0 0-1 0 0,1 0 1 0 0,-1 0-1 0 0,0 0 1 0 0,0 1-1 0 0,0-1 1 0 0,1 0-1 0 0,-1 1 1 0 0,0-1 0 0 0,0 1-1 0 0,0 0 1 0 0,0 0-1 0 0,0 0 1 0 0,-3 0-1 0 0,-9-1 79 0 0,0 1 0 0 0,0 1 0 0 0,-18 2 0 0 0,28-2-76 0 0,0 0-1 0 0,0 0 1 0 0,0 0 0 0 0,0 0-1 0 0,0 0 1 0 0,0 1-1 0 0,0 0 1 0 0,1 0-1 0 0,-1 0 1 0 0,1 0-1 0 0,-1 0 1 0 0,1 1-1 0 0,0-1 1 0 0,0 1-1 0 0,-4 4 1 0 0,7-6-19 0 0,0-1 0 0 0,-1 1 0 0 0,1-1 0 0 0,-1 0 0 0 0,1 1 0 0 0,0 0 0 0 0,-1-1 0 0 0,1 1 0 0 0,0-1-1 0 0,-1 1 1 0 0,1-1 0 0 0,0 1 0 0 0,0 0 0 0 0,0-1 0 0 0,0 1 0 0 0,0-1 0 0 0,0 1 0 0 0,-1 0 0 0 0,1-1 0 0 0,0 1 0 0 0,1 0 0 0 0,-1-1 0 0 0,0 1 0 0 0,0-1 0 0 0,0 1 0 0 0,0 0-1 0 0,0-1 1 0 0,1 1 0 0 0,-1-1 0 0 0,0 1 0 0 0,1-1 0 0 0,-1 1 0 0 0,1 0 0 0 0,22 7 53 0 0,-17-8-44 0 0,1 0 1 0 0,-1 0 0 0 0,1-1 0 0 0,-1 1-1 0 0,0-1 1 0 0,11-3 0 0 0,47-41 1091 0 0,-63 44-927 0 0,0-1 86 0 0,-1 1-248 0 0,0 1 0 0 0,0 0 0 0 0,0 0-1 0 0,0 0 1 0 0,-1 0 0 0 0,1-1 0 0 0,0 1 0 0 0,0 0 0 0 0,0 0 0 0 0,0 0 0 0 0,0-1 0 0 0,0 1 0 0 0,0 0-1 0 0,1 0 1 0 0,-1 0 0 0 0,0-1 0 0 0,0 1 0 0 0,0 0 0 0 0,0 0 0 0 0,0 0 0 0 0,0 0 0 0 0,0-1 0 0 0,0 1-1 0 0,0 0 1 0 0,0 0 0 0 0,1 0 0 0 0,-1 0 0 0 0,0 0 0 0 0,0-1 0 0 0,0 1 0 0 0,0 0 0 0 0,0 0 0 0 0,1 0-1 0 0,-1 0 1 0 0,0 0 0 0 0,0 0 0 0 0,0 0 0 0 0,1 0 0 0 0,-1 0 0 0 0,0 0 0 0 0,0 0 0 0 0,0 0 0 0 0,0-1-1 0 0,1 1 1 0 0,-1 0 0 0 0,0 0 0 0 0,0 1 0 0 0,0-1 0 0 0,1 0 0 0 0,-1 0 0 0 0,0 0 0 0 0,8 9 4 0 0,-1 1 1 0 0,0-1 0 0 0,-1 2-1 0 0,0-1 1 0 0,0 1 0 0 0,-1 0-1 0 0,-1 0 1 0 0,0 0 0 0 0,4 20 0 0 0,7 13 22 0 0,2 7 11 0 0,-1 0 0 0 0,-4 1 0 0 0,-1 0 0 0 0,-3 1 0 0 0,-2 0-1 0 0,-2 0 1 0 0,-7 107 0 0 0,1-145-35 0 0,0 0-1 0 0,-1-1 1 0 0,0 0-1 0 0,-2 1 1 0 0,1-1-1 0 0,-2-1 1 0 0,0 1-1 0 0,0-1 1 0 0,-1 0-1 0 0,-15 20 1 0 0,19-29 13 0 0,0 0 1 0 0,-1 0-1 0 0,1 0 1 0 0,-1 0-1 0 0,0-1 1 0 0,0 1-1 0 0,-1-1 1 0 0,1 0-1 0 0,-1 0 1 0 0,1-1 0 0 0,-1 1-1 0 0,0-1 1 0 0,0 0-1 0 0,0-1 1 0 0,0 1-1 0 0,0-1 1 0 0,0 0-1 0 0,-1 0 1 0 0,1 0-1 0 0,0-1 1 0 0,-1 0-1 0 0,1 0 1 0 0,0 0-1 0 0,-1-1 1 0 0,1 0-1 0 0,0 0 1 0 0,0 0-1 0 0,0 0 1 0 0,-1-1 0 0 0,1 0-1 0 0,1 0 1 0 0,-9-5-1 0 0,2 1 41 0 0,1-1 1 0 0,1 0-1 0 0,0-1 0 0 0,0 0 1 0 0,0 0-1 0 0,1-1 0 0 0,0 0 1 0 0,1 0-1 0 0,0-1 0 0 0,0 0 1 0 0,1 0-1 0 0,0-1 0 0 0,1 0 1 0 0,-5-13-1 0 0,6 14-130 0 0,1 0 1 0 0,0 0-1 0 0,0-1 0 0 0,1 1 0 0 0,0-1 1 0 0,1 1-1 0 0,0-1 0 0 0,1 0 1 0 0,0 1-1 0 0,1-1 0 0 0,0 0 1 0 0,1 1-1 0 0,0-1 0 0 0,0 1 1 0 0,1 0-1 0 0,6-14 0 0 0,-6 19-285 0 0,0 0-1 0 0,0 0 1 0 0,1 0-1 0 0,0 1 1 0 0,0-1-1 0 0,0 1 1 0 0,0 0-1 0 0,10-7 1 0 0,24-11-6475 0 0,-24 15 3559 0 0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0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31 776 0 0,'0'0'1061'0'0,"8"-18"10233"0"0,0 32-11136 0 0,0 1-1 0 0,11 28 0 0 0,-4-8-1648 0 0,-15-35 1444 0 0,0 1-1 0 0,1 0 0 0 0,-1-1 0 0 0,0 1 1 0 0,1 0-1 0 0,-1-1 0 0 0,1 1 0 0 0,-1-1 1 0 0,1 1-1 0 0,-1-1 0 0 0,1 1 0 0 0,-1-1 1 0 0,1 1-1 0 0,-1-1 0 0 0,1 1 0 0 0,0-1 0 0 0,-1 0 1 0 0,1 1-1 0 0,0-1 0 0 0,-1 0 0 0 0,1 0 1 0 0,0 1-1 0 0,-1-1 0 0 0,1 0 0 0 0,0 0 1 0 0,0 0-1 0 0,-1 0 0 0 0,1 0 0 0 0,0 0 0 0 0,0 0 1 0 0,-1 0-1 0 0,1 0 0 0 0,0 0 0 0 0,-1 0 1 0 0,1-1-1 0 0,0 1 0 0 0,-1 0 0 0 0,1-1 1 0 0,0 1-1 0 0,-1 0 0 0 0,1-1 0 0 0,0 1 1 0 0,-1 0-1 0 0,1-1 0 0 0,-1 1 0 0 0,1-1 0 0 0,-1 1 1 0 0,1-1-1 0 0,-1 0 0 0 0,1 1 0 0 0,-1-2 1 0 0,22-29-849 0 0,22-58 2577 0 0,-44 88-1421 0 0,-11 40-968 0 0,-9-1-4490 0 0,10-23 2518 0 0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1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5 948 0 0,'5'-4'9392'0'0,"1"21"-9206"0"0,0 0-119 0 0,1 0-1 0 0,1 0 1 0 0,11 18-1 0 0,-18-34-100 0 0,-1 0 1 0 0,1-1-1 0 0,0 1 0 0 0,0 0 0 0 0,0-1 0 0 0,-1 1 0 0 0,1 0 0 0 0,0-1 0 0 0,0 1 0 0 0,0-1 0 0 0,0 0 0 0 0,0 1 1 0 0,0-1-1 0 0,0 0 0 0 0,0 1 0 0 0,0-1 0 0 0,0 0 0 0 0,0 0 0 0 0,0 0 0 0 0,1 0 0 0 0,-1 0 0 0 0,0 0 0 0 0,0 0 1 0 0,0 0-1 0 0,0 0 0 0 0,0-1 0 0 0,0 1 0 0 0,0 0 0 0 0,0-1 0 0 0,0 1 0 0 0,0-1 0 0 0,0 1 0 0 0,0-1 1 0 0,-1 1-1 0 0,1-1 0 0 0,0 0 0 0 0,0 1 0 0 0,0-1 0 0 0,-1 0 0 0 0,1 0 0 0 0,0 0 0 0 0,-1 0 0 0 0,2 0 0 0 0,30-44 21 0 0,-29 39 251 0 0,-2 6-208 0 0,-1-1 0 0 0,0 0 1 0 0,0 1-1 0 0,1-1 0 0 0,-1 0 0 0 0,1 1 1 0 0,-1-1-1 0 0,0 1 0 0 0,1-1 0 0 0,-1 1 0 0 0,1-1 1 0 0,-1 1-1 0 0,1-1 0 0 0,0 1 0 0 0,-1-1 1 0 0,1 1-1 0 0,-1 0 0 0 0,1-1 0 0 0,0 1 1 0 0,-1 0-1 0 0,1-1 0 0 0,0 1 0 0 0,-1 0 1 0 0,1 0-1 0 0,0 0 0 0 0,0 0 0 0 0,-1 0 0 0 0,1 0 1 0 0,0 0-1 0 0,-1 0 0 0 0,1 0 0 0 0,0 0 1 0 0,0 0-1 0 0,1 1-15 0 0,-1 0 1 0 0,1 0 0 0 0,-1 1-1 0 0,0-1 1 0 0,1 0-1 0 0,-1 1 1 0 0,0-1 0 0 0,0 1-1 0 0,0-1 1 0 0,0 1-1 0 0,0-1 1 0 0,1 4-1 0 0,16 56-5994 0 0,-16-44 3291 0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3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32 128 960 0 0,'0'0'2305'0'0,"-1"-5"-1160"0"0,-8-33 3682 0 0,7 31-4117 0 0,0 0 1 0 0,0 1 0 0 0,1-1 0 0 0,0 0-1 0 0,0 0 1 0 0,0 0 0 0 0,1 0 0 0 0,1-13-1 0 0,0 18-439 0 0,-4-5-514 0 0,-8 38-13094 0 0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4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1 944 0 0,'-1'13'4205'0'0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7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24 708 0 0,'0'0'5233'0'0,"-13"3"-285"0"0,14-2-4630 0 0,8 28-497 0 0,0-16 4703 0 0,-5-19-4335 0 0,-1 1-1 0 0,0-1 1 0 0,0 0 0 0 0,-1 0 0 0 0,0 0-1 0 0,2-8 1 0 0,-4 12-115 0 0,7-14 457 0 0,-33 13-15545 0 0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7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32 688 0 0,'0'0'2069'0'0,"13"-28"7438"0"0,-7 25-10253 0 0,6 12-6625 0 0,-10-7 7849 0 0,1 1-3079 0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8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17 744 0 0,'0'0'7375'0'0,"-3"5"-6181"0"0,2-3-1245 0 0,3-5-447 0 0,10-13-2820 0 0,-9 12 256 0 0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5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37 640 0 0,'11'-29'6337'0'0,"-11"28"-6237"0"0,0 1 1 0 0,1-1 0 0 0,-1 1-1 0 0,0 0 1 0 0,0-1 0 0 0,0 1-1 0 0,1 0 1 0 0,-1-1 0 0 0,0 1-1 0 0,0-1 1 0 0,1 1 0 0 0,-1 0-1 0 0,0 0 1 0 0,1-1 0 0 0,-1 1-1 0 0,0 0 1 0 0,1 0 0 0 0,-1-1 0 0 0,1 1-1 0 0,-1 0 1 0 0,0 0 0 0 0,1 0-1 0 0,-1 0 1 0 0,1-1 0 0 0,-1 1-1 0 0,1 0 1 0 0,-1 0 0 0 0,1 0-1 0 0,-1 0 1 0 0,0 0 0 0 0,1 0-1 0 0,-1 0 1 0 0,1 0 0 0 0,-1 0-1 0 0,1 1 1 0 0,-1-1 0 0 0,0 0-1 0 0,1 0 1 0 0,0 0 0 0 0,4 19 192 0 0,-2-7-231 0 0,5 29 92 0 0,-1 0 1 0 0,-3 1-1 0 0,-1-1 1 0 0,-2 1-1 0 0,-7 74 0 0 0,-51 202 491 0 0,53-298-594 0 0,0 1 90 0 0,2-9 62 0 0,-1 0 1 0 0,1-1-1 0 0,-2 1 0 0 0,-6 16 0 0 0,9-27 135 0 0,1 1-234 0 0,-1-1-95 0 0,1-1 0 0 0,0 0 1 0 0,0 1-1 0 0,0-1 0 0 0,0 0 1 0 0,0 0-1 0 0,0 1 0 0 0,0-1 0 0 0,-1 0 1 0 0,1 1-1 0 0,0-1 0 0 0,0 0 1 0 0,0 1-1 0 0,0-1 0 0 0,0 0 0 0 0,0 1 1 0 0,1-1-1 0 0,-1 0 0 0 0,0 1 0 0 0,0-1 1 0 0,0 0-1 0 0,0 0 0 0 0,0 1 1 0 0,0-1-1 0 0,0 0 0 0 0,1 1 0 0 0,-1-1 1 0 0,0 0-1 0 0,0 0 0 0 0,0 1 1 0 0,1-1-1 0 0,-1 0 0 0 0,0 0 0 0 0,0 0 1 0 0,1 1-1 0 0,47-1 74 0 0,1-1-1 0 0,-1-3 1 0 0,56-11 0 0 0,0 0-22 0 0,-72 12-65 0 0,-19 3 17 0 0,0-1-1 0 0,-1-1 1 0 0,1 0-1 0 0,15-5 1 0 0,-14 6 148 0 0,5 1-557 0 0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0:56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47 368 0 0,'0'0'1730'0'0,"2"-11"6412"0"0,347-24-6283 0 0,-248 35-2304 0 0,-96 1 172 0 0,-3 0-1398 0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3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300 102 524 0 0,'0'0'1587'0'0,"-1"-15"1576"0"0,1 11-2721 0 0,1 0 1 0 0,-1-1-1 0 0,-1 1 0 0 0,1 0 1 0 0,-1 0-1 0 0,1 0 1 0 0,-1 0-1 0 0,0 0 0 0 0,-1 0 1 0 0,1 0-1 0 0,-1 0 1 0 0,-2-5-1 0 0,3 7-136 0 0,-25-19 835 0 0,17 19-1137 0 0,0 1-1 0 0,1 0 0 0 0,-1 0 0 0 0,0 1 0 0 0,1 0 0 0 0,-1 0 0 0 0,0 1 0 0 0,1 0 0 0 0,-1 1 1 0 0,0-1-1 0 0,1 2 0 0 0,0-1 0 0 0,-1 1 0 0 0,1 1 0 0 0,0 0 0 0 0,1 0 0 0 0,-1 0 0 0 0,1 1 1 0 0,0 0-1 0 0,0 0 0 0 0,0 1 0 0 0,1 0 0 0 0,-8 8 0 0 0,8-6-5 0 0,-1 0 0 0 0,1 0 0 0 0,1 0 0 0 0,0 1 0 0 0,0 0 0 0 0,1 0 0 0 0,0 0 0 0 0,0 1 0 0 0,1-1 0 0 0,0 1 0 0 0,1 0 0 0 0,0 0 0 0 0,1 0 0 0 0,0 0 0 0 0,0 0 0 0 0,2 20 0 0 0,0-23 8 0 0,0-2 0 0 0,1 1 0 0 0,0 0 0 0 0,0 0 0 0 0,0 0 0 0 0,1-1 0 0 0,0 0 0 0 0,0 1 0 0 0,0-1 0 0 0,1 0 0 0 0,0 0 0 0 0,0-1 0 0 0,0 1 0 0 0,0-1 0 0 0,1 0 0 0 0,-1 0 0 0 0,1 0 0 0 0,0-1 0 0 0,0 1 0 0 0,1-1 0 0 0,-1-1 0 0 0,1 1 0 0 0,-1-1 0 0 0,1 0 0 0 0,6 2 0 0 0,-2-2 28 0 0,0 0 0 0 0,-1 0 1 0 0,1-1-1 0 0,0 0 0 0 0,0 0 0 0 0,0-1 0 0 0,0-1 0 0 0,0 0 1 0 0,-1 0-1 0 0,17-5 0 0 0,-18 5 53 0 0,0-1 0 0 0,0-1 0 0 0,-1 0 0 0 0,1 0 0 0 0,-1 0 0 0 0,1-1 0 0 0,-1 0 0 0 0,0 0 0 0 0,0-1 0 0 0,-1 0 0 0 0,1 0 0 0 0,-1-1 0 0 0,6-7 0 0 0,21-42 1503 0 0,-32 53-1338 0 0,-3-4-2 0 0,0-1 1 0 0,0 1-1 0 0,-1-1 0 0 0,0 1 1 0 0,-6-10-1 0 0,-18-18 220 0 0,-9-3-149 0 0,19 18-310 0 0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3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31 988 0 0,'7'-8'4378'0'0,"8"-9"1506"0"0,-11 12-5459 0 0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4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78 144 0 0,'10'-9'2501'0'0,"8"-2"-1483"0"0,0 1 1 0 0,1 0-1 0 0,0 1 0 0 0,1 1 0 0 0,27-7 1 0 0,-43 14-934 0 0,0 0 0 0 0,-1 0 0 0 0,1 0 0 0 0,0 0 0 0 0,0 1 1 0 0,0 0-1 0 0,-1 0 0 0 0,1 0 0 0 0,0 0 0 0 0,0 0 0 0 0,0 1 0 0 0,-1 0 1 0 0,1-1-1 0 0,0 1 0 0 0,-1 1 0 0 0,1-1 0 0 0,-1 1 0 0 0,1-1 0 0 0,-1 1 1 0 0,1 0-1 0 0,3 3 0 0 0,-5-3-65 0 0,0 0-1 0 0,-1 1 1 0 0,1-1 0 0 0,0 1-1 0 0,-1-1 1 0 0,0 1 0 0 0,1-1-1 0 0,-1 1 1 0 0,0 0 0 0 0,0-1 0 0 0,-1 1-1 0 0,1 0 1 0 0,0 0 0 0 0,-1 0-1 0 0,0 0 1 0 0,0 0 0 0 0,0 0-1 0 0,0 0 1 0 0,0-1 0 0 0,0 1 0 0 0,-1 0-1 0 0,0 0 1 0 0,1 0 0 0 0,-1 0-1 0 0,0-1 1 0 0,-3 6 0 0 0,-2 5 13 0 0,-1-1 1 0 0,0 0-1 0 0,-1-1 1 0 0,0 1-1 0 0,-1-1 1 0 0,0-1-1 0 0,-1 0 1 0 0,-12 10-1 0 0,-94 68 263 0 0,97-74-235 0 0,6-2 398 0 0,13-5-133 0 0,2-6-296 0 0,0 0 1 0 0,0 0-1 0 0,0 0 0 0 0,0-1 0 0 0,0 1 0 0 0,0-1 0 0 0,0 1 0 0 0,0-1 0 0 0,0 0 1 0 0,0 0-1 0 0,4 0 0 0 0,79-9 268 0 0,-77 8-214 0 0,200-21 488 0 0,-206 22-549 0 0,30-2 504 0 0,-25 2-3552 0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4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11 748 0 0,'1'0'234'0'0,"-1"-1"0"0"0,0 0 0 0 0,0 1 0 0 0,1-1 0 0 0,-1 0 0 0 0,1 1 0 0 0,-1-1 0 0 0,1 1 0 0 0,-1-1 0 0 0,1 1 0 0 0,-1-1 0 0 0,1 1 0 0 0,-1-1 0 0 0,1 1 0 0 0,0-1 0 0 0,-1 1-1 0 0,1 0 1 0 0,-1-1 0 0 0,1 1 0 0 0,0 0 0 0 0,1-1 0 0 0,5 10 3514 0 0,-4 23-2039 0 0,-13-3-1335 0 0,-1 0 0 0 0,-2-2 1 0 0,0 1-1 0 0,-2-1 0 0 0,-1-1 1 0 0,-20 25-1 0 0,24-28 1777 0 0,10-19-5113 0 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5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17 420 0 0,'0'0'4600'0'0,"-1"-13"1185"0"0,-13 10-5620 0 0,10 3 105 0 0,0 1-156 0 0,-3 2-45 0 0,-1 1-1 0 0,1-1 1 0 0,0 2 0 0 0,0-1-1 0 0,1 1 1 0 0,-1 0-1 0 0,1 0 1 0 0,0 1-1 0 0,0-1 1 0 0,1 1-1 0 0,-10 13 1 0 0,8-9-15 0 0,0 1 0 0 0,1-1-1 0 0,0 1 1 0 0,1 0 0 0 0,0 0 0 0 0,1 1 0 0 0,-5 17 0 0 0,9-24-38 0 0,-1 0 1 0 0,1 0 0 0 0,0 0-1 0 0,1 0 1 0 0,-1 0 0 0 0,1 0-1 0 0,0 0 1 0 0,0 0-1 0 0,0 0 1 0 0,1-1 0 0 0,0 1-1 0 0,0 0 1 0 0,0-1 0 0 0,5 7-1 0 0,-2-2 16 0 0,1 0-1 0 0,1-1 1 0 0,-1 0-1 0 0,2 0 1 0 0,12 11 0 0 0,-13-14-12 0 0,0 0 1 0 0,1-1 0 0 0,-1 1-1 0 0,1-2 1 0 0,0 1 0 0 0,0-1-1 0 0,0-1 1 0 0,0 1-1 0 0,0-1 1 0 0,1-1 0 0 0,-1 0-1 0 0,1 0 1 0 0,-1 0 0 0 0,1-1-1 0 0,-1 0 1 0 0,1-1 0 0 0,-1 0-1 0 0,1 0 1 0 0,-1-1 0 0 0,0 0-1 0 0,15-6 1 0 0,-16 6 14 0 0,-1-1 1 0 0,0 0-1 0 0,0 0 0 0 0,0-1 0 0 0,0 1 0 0 0,0-1 1 0 0,-1 0-1 0 0,0-1 0 0 0,1 0 0 0 0,-2 1 1 0 0,1-2-1 0 0,-1 1 0 0 0,1 0 0 0 0,-2-1 0 0 0,1 0 1 0 0,0 0-1 0 0,-1 0 0 0 0,0 0 0 0 0,-1 0 1 0 0,1-1-1 0 0,-1 1 0 0 0,-1-1 0 0 0,1 0 0 0 0,-1 0 1 0 0,0 1-1 0 0,-1-1 0 0 0,0-12 0 0 0,-1 11-9 0 0,0 0 1 0 0,-1 0-1 0 0,0 0 0 0 0,-1 1 0 0 0,0-1 0 0 0,0 1 0 0 0,0 0 1 0 0,-1-1-1 0 0,0 1 0 0 0,-1 1 0 0 0,1-1 0 0 0,-1 1 0 0 0,0 0 1 0 0,-8-7-1 0 0,7 6-4 0 0,3 3-107 0 0,0 0-1 0 0,0 1 1 0 0,0 0-1 0 0,-1-1 1 0 0,1 1 0 0 0,-1 0-1 0 0,0 1 1 0 0,0-1-1 0 0,0 1 1 0 0,0 0 0 0 0,0 0-1 0 0,-8-3 1 0 0,10 6-367 0 0,0 1 0 0 0,0-1 0 0 0,1 0-1 0 0,-1 1 1 0 0,0-1 0 0 0,1 1 0 0 0,-1-1 0 0 0,1 1 0 0 0,-1 0 0 0 0,1 0-1 0 0,0 0 1 0 0,0 0 0 0 0,0 0 0 0 0,0 0 0 0 0,0 0 0 0 0,-1 3 0 0 0,2-5-179 0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5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70 832 0 0,'0'0'3990'0'0,"15"-15"-256"0"0,-10 9 647 0 0,1-25-168 0 0,-5 30-3275 0 0,0-2-1228 0 0,4-10 1785 0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6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89 244 0 0,'2'-3'429'0'0,"-1"0"0"0"0,1 1 0 0 0,-1-1 0 0 0,0 0 0 0 0,0 0 1 0 0,0 0-1 0 0,0 1 0 0 0,0-1 0 0 0,-1 0 0 0 0,1 0 0 0 0,-1 0 0 0 0,0 0 0 0 0,0 0 0 0 0,0 0 0 0 0,0 0 0 0 0,0 0 1 0 0,-1 0-1 0 0,0 0 0 0 0,1 0 0 0 0,-3-4 0 0 0,2 5-120 0 0,0 1-263 0 0,1-1 1 0 0,-1 1 0 0 0,0 0-1 0 0,0 0 1 0 0,0 1 0 0 0,0-1-1 0 0,0 0 1 0 0,0 0 0 0 0,0 0-1 0 0,0 1 1 0 0,0-1 0 0 0,0 0-1 0 0,0 1 1 0 0,-1-1 0 0 0,1 1-1 0 0,0-1 1 0 0,0 1 0 0 0,-1 0-1 0 0,1-1 1 0 0,-2 1 0 0 0,-28-6 356 0 0,13 5-248 0 0,1 1 1 0 0,-1 1-1 0 0,1 1 1 0 0,0 0-1 0 0,0 1 1 0 0,0 1-1 0 0,0 0 1 0 0,0 1-1 0 0,1 1 1 0 0,0 1-1 0 0,-22 12 1 0 0,36-18-138 0 0,1 0 1 0 0,-1 0 0 0 0,0 0-1 0 0,0 1 1 0 0,0-1 0 0 0,1 1 0 0 0,-1-1-1 0 0,1 1 1 0 0,-1-1 0 0 0,1 1 0 0 0,0 0-1 0 0,0 0 1 0 0,-1 0 0 0 0,1-1 0 0 0,0 1-1 0 0,1 0 1 0 0,-1 0 0 0 0,0 1 0 0 0,1-1-1 0 0,-1 0 1 0 0,1 0 0 0 0,-1 0-1 0 0,1 0 1 0 0,0 0 0 0 0,0 1 0 0 0,0 3-1 0 0,1-4-7 0 0,0 0 0 0 0,0 0 0 0 0,0-1 0 0 0,0 1 0 0 0,0 0 0 0 0,0 0 0 0 0,1-1 0 0 0,-1 1 0 0 0,1 0 0 0 0,-1-1 0 0 0,1 0 0 0 0,-1 1 0 0 0,1-1 0 0 0,0 0-1 0 0,-1 0 1 0 0,1 0 0 0 0,0 0 0 0 0,0 0 0 0 0,0 0 0 0 0,0 0 0 0 0,0-1 0 0 0,0 1 0 0 0,0-1 0 0 0,0 1 0 0 0,0-1 0 0 0,1 0 0 0 0,3 0 0 0 0,11 0 36 0 0,1-2 1 0 0,0 0-1 0 0,-1-1 1 0 0,0 0-1 0 0,1-1 1 0 0,-1-2-1 0 0,-1 1 1 0 0,1-2-1 0 0,16-9 1 0 0,-32 16 0 0 0,1 0-41 0 0,-1 0-1 0 0,1 0 1 0 0,-1 1-1 0 0,0-1 1 0 0,1 1-1 0 0,-1-1 1 0 0,0 1-1 0 0,1 0 1 0 0,-1-1-1 0 0,0 1 1 0 0,0 0 0 0 0,0 0-1 0 0,0 0 1 0 0,0 0-1 0 0,0 0 1 0 0,0 0-1 0 0,0 0 1 0 0,0 0-1 0 0,0 0 1 0 0,0 0-1 0 0,-1 1 1 0 0,1-1-1 0 0,-1 0 1 0 0,1 1 0 0 0,-1-1-1 0 0,1 0 1 0 0,-1 1-1 0 0,0-1 1 0 0,1 1-1 0 0,-1 1 1 0 0,5 58 103 0 0,-4-36-43 0 0,-1-2-6 0 0,0 0 1 0 0,-1 0-1 0 0,-1-1 1 0 0,-1 1-1 0 0,-1 0 1 0 0,-7 22-1 0 0,11-44-50 0 0,-5 15-595 0 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6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0 500 0 0,'12'1'378'0'0,"1"0"-1"0"0,0 1 1 0 0,-1 0-1 0 0,1 1 1 0 0,-1 1-1 0 0,0 0 1 0 0,0 0-1 0 0,0 1 1 0 0,-1 1-1 0 0,0 0 1 0 0,0 0-1 0 0,0 1 1 0 0,-1 0 0 0 0,0 1-1 0 0,0 1 1 0 0,-1-1-1 0 0,10 13 1 0 0,-3-3-37 0 0,0 2 0 0 0,-2 0 1 0 0,-1 0-1 0 0,0 2 1 0 0,-1-1-1 0 0,-2 2 1 0 0,15 42-1 0 0,-21-49-218 0 0,-1 0 0 0 0,0 1 0 0 0,-2-1-1 0 0,0 0 1 0 0,0 1 0 0 0,-2-1 0 0 0,0 1 0 0 0,-1-1 0 0 0,0 1 0 0 0,-2-1 0 0 0,0 0-1 0 0,-1 0 1 0 0,0-1 0 0 0,-15 29 0 0 0,2-7 148 0 0,-2-2 0 0 0,-2 0 0 0 0,-1-1 0 0 0,-52 57 0 0 0,50-66 85 0 0,-1-1-1 0 0,-1-1 1 0 0,-1-1-1 0 0,0-2 0 0 0,-2-1 1 0 0,-1-1-1 0 0,-63 27 1 0 0,88-43-446 0 0,1 0 1 0 0,-1-1 0 0 0,0 1-1 0 0,1-1 1 0 0,-1-1-1 0 0,0 1 1 0 0,0-1 0 0 0,1 0-1 0 0,-1 0 1 0 0,-8-2-1 0 0,-31-11-8332 0 0,32 7 4675 0 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29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56 240 0 0,'0'0'2826'0'0,"-2"-9"-2108"0"0,3 4 2589 0 0,1 2-3151 0 0,-1 1-1 0 0,1 0 0 0 0,0-1 0 0 0,0 1 1 0 0,0 0-1 0 0,0 0 0 0 0,0 1 0 0 0,1-1 1 0 0,-1 0-1 0 0,0 1 0 0 0,1-1 0 0 0,-1 1 0 0 0,1 0 1 0 0,0 0-1 0 0,-1 0 0 0 0,1 0 0 0 0,0 0 1 0 0,0 0-1 0 0,-1 1 0 0 0,1 0 0 0 0,0-1 1 0 0,0 1-1 0 0,0 0 0 0 0,3 1 0 0 0,-2-2-169 0 0,76-5 170 0 0,1 3 1 0 0,82 7 0 0 0,-73-4 266 0 0,-88 0-313 0 0,23 6 150 0 0,-24 0-249 0 0,-1-5-14 0 0,1 20-15 0 0,-1-19 27 0 0,-1-1-9 0 0,0 1 6 0 0,0 0 0 0 0,0 0-1 0 0,0 0 1 0 0,0 0 0 0 0,0 0 0 0 0,1 0 0 0 0,-1 0 0 0 0,1 0 0 0 0,-1 0 0 0 0,1 0 0 0 0,0 0 0 0 0,-1 0 0 0 0,1 0 0 0 0,1 1 0 0 0,-1 1-1 0 0,-2 14 82 0 0,-7 17 358 0 0,-8 67 0 0 0,-1 10 321 0 0,-108 304 1429 0 0,82-272-1237 0 0,43-141-942 0 0,-16 64 584 0 0,16-67-498 0 0,-1 1 0 0 0,0-1 0 0 0,1 1 0 0 0,-1-1 0 0 0,0 1 0 0 0,0-1 0 0 0,1 0 0 0 0,-1 0 0 0 0,0 0 0 0 0,0 0 0 0 0,1 0 0 0 0,-1-1 0 0 0,0 1 0 0 0,0 0-1 0 0,-2-2 2 0 0,-50-8-125 0 0,27 5 191 0 0,-25-2-132 0 0,1 3-1 0 0,-61 2 0 0 0,58 9-6 0 0,52-7 7 0 0,-18-2 88 0 0,11 1-101 0 0,7 1 75 0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1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35 348 0 0,'0'0'3467'0'0,"-11"-13"266"0"0,11 13-3622 0 0,0 0 1 0 0,-1 0-1 0 0,1-1 1 0 0,0 1-1 0 0,-1 0 1 0 0,1 0-1 0 0,0-1 1 0 0,-1 1-1 0 0,1 0 1 0 0,0-1-1 0 0,-1 1 1 0 0,1 0-1 0 0,0-1 1 0 0,0 1-1 0 0,0-1 1 0 0,-1 1-1 0 0,1 0 0 0 0,0-1 1 0 0,0 1-1 0 0,0 0 1 0 0,0-1-1 0 0,0 1 1 0 0,0-1-1 0 0,0 1 1 0 0,0-1-1 0 0,0 1 1 0 0,0 0-1 0 0,0-1 1 0 0,0 1-1 0 0,0-1 1 0 0,0 1-1 0 0,0 0 1 0 0,0-1-1 0 0,0 1 1 0 0,1-1-1 0 0,109 0 262 0 0,-65 2-263 0 0,66-7 0 0 0,-109 5-92 0 0,8 1 39 0 0,-5-1 15 0 0,-1 1 1 0 0,0 0 0 0 0,0-1 0 0 0,1 2 0 0 0,-1-1 0 0 0,0 0-1 0 0,8 2 1 0 0,-11-1-86 0 0,-1 1-34 0 0,0 7 43 0 0,6 41-10 0 0,-8-18 158 0 0,-1-1 0 0 0,-2 1 0 0 0,-2-1 1 0 0,0 0-1 0 0,-3-1 0 0 0,0 1 0 0 0,-16 31 0 0 0,-18 56 581 0 0,-4 72 108 0 0,3-7-73 0 0,-12-45-238 0 0,34-102-391 0 0,22-35-114 0 0,0 1-20 0 0,-3 5 11 0 0,-1 0-3 0 0,5-5 7 0 0,0-2 21 0 0,0 1 1 0 0,0 0-1 0 0,0-1 0 0 0,0 1 1 0 0,0 0-1 0 0,1 0 0 0 0,-1-1 0 0 0,0 1 1 0 0,0 0-1 0 0,-1-1 0 0 0,1 1 0 0 0,0 0 1 0 0,0-1-1 0 0,0 1 0 0 0,0 0 1 0 0,-1-1-1 0 0,1 1 0 0 0,0 0 0 0 0,0-1 1 0 0,-1 1-1 0 0,1-1 0 0 0,-1 1 0 0 0,1-1 1 0 0,0 1-1 0 0,-1 0 0 0 0,1-1 1 0 0,-1 0-1 0 0,1 1 0 0 0,-1-1 0 0 0,0 1 1 0 0,1-1-1 0 0,-1 0 0 0 0,1 1 0 0 0,-1-1 1 0 0,0 0-1 0 0,1 1 0 0 0,-1-1 0 0 0,0 0 1 0 0,1 0-1 0 0,-1 0 0 0 0,0 0 1 0 0,1 0-1 0 0,-1 0 0 0 0,-1 0 0 0 0,-24-15 801 0 0,15 8-729 0 0,-1 0-1 0 0,1 1 1 0 0,-1 0-1 0 0,0 1 1 0 0,0 0 0 0 0,-20-5-1 0 0,19 7-648 0 0,0 0 1 0 0,0 1-1 0 0,-17-1 0 0 0,-14 10-9588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3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1 824 0 0,'-16'0'3732'0'0,"-9"1"469"0"0,46 2-2578 0 0,50 2-1089 0 0,202-7 796 0 0,-263 2-246 0 0,16-1-9493 0 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4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5 900 0 0,'3'-5'11390'0'0,"3"29"-9248"0"0,-4-13-2908 0 0,1 0 1 0 0,0 0-1 0 0,0 0 0 0 0,9 17 0 0 0,8-9-1985 0 0,-13-18-1262 0 0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4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22 424 0 0,'7'-15'3715'0'0,"0"8"1779"0"0,-11 55-6240 0 0,2-11-4027 0 0,1-24 2459 0 0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4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94 204 0 0,'-4'-17'4353'0'0,"4"17"-4196"0"0,1 0 1 0 0,-1-1-1 0 0,0 1 0 0 0,0-1 0 0 0,0 1 0 0 0,-1 0 0 0 0,1-1 0 0 0,0 1 0 0 0,0-1 1 0 0,0 1-1 0 0,0-1 0 0 0,0 1 0 0 0,0 0 0 0 0,0-1 0 0 0,-1 1 0 0 0,1 0 0 0 0,0-1 0 0 0,0 1 1 0 0,-1 0-1 0 0,1-1 0 0 0,0 1 0 0 0,0 0 0 0 0,-1-1 0 0 0,1 1 0 0 0,0 0 0 0 0,-1 0 1 0 0,1-1-1 0 0,-1 1 0 0 0,1 0 0 0 0,0 0 0 0 0,-1 0 0 0 0,1 0 0 0 0,0 0 0 0 0,-1-1 1 0 0,1 1-1 0 0,-1 0 0 0 0,1 0 0 0 0,0 0 0 0 0,-1 0 0 0 0,1 0 0 0 0,-1 0 0 0 0,-9 8-57 0 0,1 0-1 0 0,0 0 0 0 0,0 1 1 0 0,1 0-1 0 0,0 1 0 0 0,1 0 0 0 0,0 0 1 0 0,1 0-1 0 0,0 1 0 0 0,-5 11 1 0 0,7-14-57 0 0,0 1 1 0 0,1-1-1 0 0,0 1 1 0 0,1-1-1 0 0,0 1 1 0 0,0 0-1 0 0,1 0 1 0 0,0 0 0 0 0,1 0-1 0 0,0 0 1 0 0,0 1-1 0 0,1-1 1 0 0,0 0-1 0 0,4 16 1 0 0,-4-23-35 0 0,-1 0 1 0 0,1 0-1 0 0,0 0 0 0 0,0 0 1 0 0,0 0-1 0 0,0 0 0 0 0,0-1 1 0 0,0 1-1 0 0,1 0 0 0 0,-1-1 1 0 0,1 1-1 0 0,-1-1 0 0 0,1 0 1 0 0,-1 1-1 0 0,1-1 0 0 0,0 0 1 0 0,0 0-1 0 0,-1 0 0 0 0,1 0 1 0 0,0 0-1 0 0,4 1 0 0 0,-2-2 4 0 0,-1 1-1 0 0,1-1 0 0 0,0 0 1 0 0,0 0-1 0 0,0 0 1 0 0,0 0-1 0 0,0-1 1 0 0,0 1-1 0 0,-1-1 0 0 0,9-3 1 0 0,-1 0 16 0 0,-1-1 0 0 0,1 0 1 0 0,-1-1-1 0 0,0 0 1 0 0,0-1-1 0 0,17-14 0 0 0,-15 8 20 0 0,0 0 0 0 0,0-1 0 0 0,-1 0-1 0 0,-1-1 1 0 0,0 0 0 0 0,13-28 0 0 0,-20 37-30 0 0,0 0 0 0 0,-1-1 0 0 0,0 1 1 0 0,0-1-1 0 0,0 0 0 0 0,-1 0 1 0 0,1 0-1 0 0,-2 0 0 0 0,1 0 0 0 0,-1 0 1 0 0,0 0-1 0 0,-1 0 0 0 0,1 0 0 0 0,-1 0 1 0 0,-1 0-1 0 0,1 0 0 0 0,-1 1 0 0 0,0-1 1 0 0,-6-10-1 0 0,7 15-13 0 0,0 0 1 0 0,0-1 0 0 0,0 1-1 0 0,0 0 1 0 0,-1 1-1 0 0,1-1 1 0 0,-1 0-1 0 0,1 0 1 0 0,-1 1-1 0 0,0-1 1 0 0,0 1-1 0 0,0-1 1 0 0,1 1-1 0 0,-1 0 1 0 0,-1-1-1 0 0,1 1 1 0 0,0 0-1 0 0,-4-1 1 0 0,4 2-7 0 0,1 0 0 0 0,-1 0 0 0 0,1 1 0 0 0,-1-1 0 0 0,0 0 0 0 0,1 0 0 0 0,-1 1 0 0 0,1-1 0 0 0,-1 1 0 0 0,1 0 0 0 0,-1-1-1 0 0,1 1 1 0 0,-1 0 0 0 0,1 0 0 0 0,0 0 0 0 0,-1 0 0 0 0,1 0 0 0 0,0 0 0 0 0,-2 3 0 0 0,-3 3-5 0 0,1 0 1 0 0,1 0-1 0 0,-1 0 1 0 0,1 1-1 0 0,0 0 0 0 0,1 0 1 0 0,0 0-1 0 0,-2 9 0 0 0,1 6 9 0 0,1 1-1 0 0,1-1 1 0 0,1 1-1 0 0,1 0 1 0 0,1 0-1 0 0,5 25 1 0 0,-3-24 1 0 0,0 0 1 0 0,-2-1-1 0 0,-1 1 0 0 0,-1 0 1 0 0,-5 26-1 0 0,6-48-17 0 0,-1 0 1 0 0,0 0-1 0 0,0 0 1 0 0,0 0-1 0 0,-1 0 1 0 0,1 0-1 0 0,-1 0 0 0 0,1 0 1 0 0,-1 0-1 0 0,0-1 1 0 0,0 1-1 0 0,0-1 1 0 0,-1 1-1 0 0,1-1 0 0 0,0 0 1 0 0,-1 0-1 0 0,0 0 1 0 0,1 0-1 0 0,-7 3 1 0 0,-33 9-3474 0 0,23-20-4773 0 0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5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26 676 0 0,'1'7'7028'0'0,"2"7"-3491"0"0,2 7-3259 0 0,1-1 1 0 0,1 0-1 0 0,11 24 0 0 0,-17-42-334 0 0,14 20 527 0 0,-15-22-443 0 0,1 1 0 0 0,-1-1 0 0 0,0 1 0 0 0,1-1 0 0 0,-1 1 0 0 0,1-1 1 0 0,-1 1-1 0 0,1-1 0 0 0,0 1 0 0 0,-1-1 0 0 0,1 0 0 0 0,-1 1 0 0 0,1-1 0 0 0,0 0 0 0 0,-1 0 0 0 0,1 1 0 0 0,0-1 1 0 0,-1 0-1 0 0,1 0 0 0 0,0 0 0 0 0,-1 0 0 0 0,1 0 0 0 0,0 0 0 0 0,-1 0 0 0 0,1 0 0 0 0,0 0 0 0 0,-1 0 0 0 0,1 0 0 0 0,0-1 1 0 0,-1 1-1 0 0,1 0 0 0 0,-1 0 0 0 0,1-1 0 0 0,0 1 0 0 0,-1 0 0 0 0,1-1 0 0 0,-1 1 0 0 0,1-1 0 0 0,-1 1 0 0 0,1 0 1 0 0,0-2-1 0 0,5-7 118 0 0,0-1 0 0 0,-1 1 1 0 0,-1-1-1 0 0,1-1 0 0 0,-2 1 1 0 0,1-1-1 0 0,-1 1 0 0 0,2-17 1 0 0,12-36-536 0 0,-16 62-124 0 0,3-4-2461 0 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6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96 276 0 0,'0'0'2784'0'0,"20"16"1906"0"0,-12-15-4477 0 0,0 0 0 0 0,-1-1 1 0 0,1 0-1 0 0,0-1 0 0 0,-1 0 0 0 0,1 0 0 0 0,-1 0 1 0 0,1-1-1 0 0,-1 0 0 0 0,0-1 0 0 0,1 0 0 0 0,-1 0 0 0 0,0 0 1 0 0,-1-1-1 0 0,1 0 0 0 0,-1 0 0 0 0,0-1 0 0 0,0 1 1 0 0,0-1-1 0 0,0-1 0 0 0,-1 1 0 0 0,0-1 0 0 0,8-11 1 0 0,-12 15-152 0 0,-1 0-51 0 0,0 0 0 0 0,-1 1 0 0 0,1-1 0 0 0,0 0 0 0 0,-1 1 0 0 0,1-1 0 0 0,-1 1 1 0 0,1-1-1 0 0,-1 1 0 0 0,1-1 0 0 0,-1 1 0 0 0,0-1 0 0 0,0 1 0 0 0,0 0 1 0 0,0-1-1 0 0,-2 0 0 0 0,2 0-10 0 0,-23 0 15 0 0,21 2-16 0 0,1 0-1 0 0,-1 0 0 0 0,1 1 0 0 0,0-1 1 0 0,0 1-1 0 0,-1-1 0 0 0,1 1 1 0 0,0 0-1 0 0,0 0 0 0 0,0 0 1 0 0,-1 0-1 0 0,1 1 0 0 0,1-1 0 0 0,-1 0 1 0 0,0 1-1 0 0,0-1 0 0 0,0 1 1 0 0,1 0-1 0 0,-1 0 0 0 0,1 0 1 0 0,-1-1-1 0 0,1 1 0 0 0,0 0 1 0 0,0 1-1 0 0,0-1 0 0 0,0 0 0 0 0,0 0 1 0 0,0 0-1 0 0,1 1 0 0 0,-1-1 1 0 0,0 3-1 0 0,1-2-1 0 0,-1 0 1 0 0,1 0-1 0 0,-1 0 1 0 0,1-1-1 0 0,0 1 1 0 0,0 0-1 0 0,1 0 1 0 0,-1 0-1 0 0,0 0 1 0 0,1 0-1 0 0,0 0 0 0 0,0-1 1 0 0,-1 1-1 0 0,2 0 1 0 0,-1 0-1 0 0,0-1 1 0 0,1 1-1 0 0,-1-1 1 0 0,1 1-1 0 0,-1-1 0 0 0,1 0 1 0 0,0 0-1 0 0,4 4 1 0 0,3-1-52 0 0,0 0 1 0 0,0 0 0 0 0,1-1-1 0 0,0-1 1 0 0,-1 1-1 0 0,1-1 1 0 0,1-1-1 0 0,-1 0 1 0 0,0 0-1 0 0,0-1 1 0 0,1-1-1 0 0,19 0 1 0 0,-16-2-18 0 0,0 0 1 0 0,-1 0 0 0 0,1-1-1 0 0,-1-1 1 0 0,1 0-1 0 0,-1-1 1 0 0,0 0-1 0 0,-1-1 1 0 0,15-8-1 0 0,-23 11 109 0 0,0 0 0 0 0,0-1 0 0 0,-1 1 0 0 0,1 0 0 0 0,-1-1 0 0 0,1 0-1 0 0,-1 0 1 0 0,0 0 0 0 0,-1 0 0 0 0,3-5 0 0 0,-4 7 120 0 0,-2 1-149 0 0,1-1 0 0 0,-1 0 0 0 0,1 1 0 0 0,-1-1 0 0 0,1 0 0 0 0,-1 1 0 0 0,0-1 0 0 0,0 1 0 0 0,0 0 0 0 0,0-1 0 0 0,0 1 0 0 0,0 0 0 0 0,-1-1 0 0 0,1 1 0 0 0,-3-2 0 0 0,0 1-4 0 0,-1 1 0 0 0,0 0 0 0 0,1-1 0 0 0,-1 2 0 0 0,0-1 0 0 0,0 0 0 0 0,0 1 0 0 0,0 0 0 0 0,0 0-1 0 0,1 1 1 0 0,-1-1 0 0 0,-6 2 0 0 0,9 0-7 0 0,-1 0-1 0 0,1 0 1 0 0,0 0 0 0 0,0 1-1 0 0,0-1 1 0 0,1 0 0 0 0,-1 1-1 0 0,0-1 1 0 0,1 1 0 0 0,0-1-1 0 0,-1 1 1 0 0,1 0 0 0 0,0 0-1 0 0,0 0 1 0 0,1-1 0 0 0,-2 6-1 0 0,2-5 4 0 0,1 1-1 0 0,-1-1 1 0 0,0 1-1 0 0,1-1 1 0 0,0 1-1 0 0,-1-1 1 0 0,1 0-1 0 0,1 1 1 0 0,-1-1-1 0 0,0 0 1 0 0,1 0-1 0 0,0 0 1 0 0,-1 0-1 0 0,1 0 0 0 0,0 0 1 0 0,1-1-1 0 0,-1 1 1 0 0,3 2-1 0 0,0-1-22 0 0,0-1 0 0 0,0 0-1 0 0,-1 0 1 0 0,2 0 0 0 0,-1-1-1 0 0,0 1 1 0 0,1-1 0 0 0,-1-1-1 0 0,1 1 1 0 0,7 1 0 0 0,-2-2-69 0 0,1 0 1 0 0,-1 0 0 0 0,0-1-1 0 0,1 0 1 0 0,-1-1-1 0 0,1 0 1 0 0,-1-1 0 0 0,0 0-1 0 0,0-1 1 0 0,21-8-1 0 0,-19 5 24 0 0,-1 0-1 0 0,1-1 0 0 0,-1 0 0 0 0,-1-1 0 0 0,0 0 0 0 0,0-1 0 0 0,0 0 1 0 0,-1-1-1 0 0,0 0 0 0 0,15-22 0 0 0,-7 10 730 0 0,-13 32-332 0 0,2 14-354 0 0,-6-21 27 0 0,-1-1 4 0 0,0 1-1 0 0,0-1 1 0 0,0 1 0 0 0,1-1 0 0 0,-1 1 0 0 0,1-1-1 0 0,0 0 1 0 0,0 1 0 0 0,0-1 0 0 0,0 0 0 0 0,0 0-1 0 0,0 0 1 0 0,0 0 0 0 0,1 0 0 0 0,-1 0 0 0 0,1 0 0 0 0,-1 0-1 0 0,1 0 1 0 0,0-1 0 0 0,0 1 0 0 0,0-1 0 0 0,0 1-1 0 0,0-1 1 0 0,0 0 0 0 0,0 1 0 0 0,0-1 0 0 0,1 0 0 0 0,-1-1-1 0 0,0 1 1 0 0,1 0 0 0 0,-1-1 0 0 0,1 1 0 0 0,2-1-1 0 0,4 0 104 0 0,0-1 0 0 0,1 0 1 0 0,-1-1-1 0 0,0 0 0 0 0,0-1 0 0 0,16-6 0 0 0,-1 1 258 0 0,-22 8-459 0 0,6 1-1962 0 0,7 7-3914 0 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6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4 200 0 0,'4'-4'11538'0'0,"7"46"-12126"0"0,-5-12-3521 0 0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7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13 132 0 0,'8'-8'2527'0'0,"-8"8"-2431"0"0,0-1 0 0 0,0 1 0 0 0,0 0 1 0 0,0 0-1 0 0,0 0 0 0 0,1 0 0 0 0,-1-1 0 0 0,0 1 1 0 0,0 0-1 0 0,0 0 0 0 0,0 0 0 0 0,0 0 0 0 0,0 0 1 0 0,0-1-1 0 0,0 1 0 0 0,0 0 0 0 0,0 0 0 0 0,0 0 1 0 0,1 0-1 0 0,-1 0 0 0 0,0 0 0 0 0,0-1 0 0 0,0 1 1 0 0,0 0-1 0 0,0 0 0 0 0,1 0 0 0 0,-1 0 0 0 0,0 0 1 0 0,0 0-1 0 0,0 0 0 0 0,0 0 0 0 0,1 0 0 0 0,-1 0 1 0 0,0 0-1 0 0,0 0 0 0 0,0 0 0 0 0,0 0 0 0 0,1 0 1 0 0,-1 0-1 0 0,0 0 0 0 0,0 0 0 0 0,0 0 0 0 0,0 0 1 0 0,1 0-1 0 0,-1 0 0 0 0,0 0 0 0 0,0 0 0 0 0,0 0 1 0 0,0 0-1 0 0,0 0 0 0 0,1 0 0 0 0,-1 1 0 0 0,0-1 1 0 0,0 0-1 0 0,0 0 0 0 0,0 0 0 0 0,0 0 0 0 0,0 0 1 0 0,0 0-1 0 0,1 1 0 0 0,-1-1 0 0 0,0 0 0 0 0,0 0 1 0 0,0 0-1 0 0,0 0 0 0 0,0 1 0 0 0,-1 9-106 0 0,-3 32-1395 0 0,-2-17-2486 0 0,1-14 1753 0 0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7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7 374 656 0 0,'8'13'18942'0'0,"-7"-24"-19891"0"0,1-12-9529 0 0</inkml:trace>
  <inkml:trace contextRef="#ctx0" brushRef="#br0" timeOffset="1">1 113 1456 0 0,'2'-51'6386'0'0,"0"14"-2890"0"0,0 12-8640 0 0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39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78 608 0 0,'-15'-58'7673'0'0,"15"56"-7230"0"0,-4-10 1249 0 0,1 6-858 0 0,1 7 200 0 0,-90 313-426 0 0,71-254-534 0 0,-54 105 1 0 0,73-163-67 0 0,0 0 1 0 0,1 0 0 0 0,0 1 0 0 0,-1-1 0 0 0,1 1 0 0 0,0-1 0 0 0,0 1 0 0 0,0-1-1 0 0,1 1 1 0 0,-1 0 0 0 0,1-1 0 0 0,-1 1 0 0 0,1 0 0 0 0,0 0 0 0 0,0-1-1 0 0,0 1 1 0 0,0 0 0 0 0,1 0 0 0 0,-1-1 0 0 0,1 1 0 0 0,1 2 0 0 0,-1-3 1 0 0,1 0 0 0 0,-1 0 0 0 0,1-1 0 0 0,0 1 0 0 0,-1-1 0 0 0,1 0 0 0 0,0 1 0 0 0,0-1 0 0 0,0 0 0 0 0,0 0 0 0 0,0 0 0 0 0,0 0 0 0 0,0-1 1 0 0,1 1-1 0 0,-1 0 0 0 0,0-1 0 0 0,0 0 0 0 0,1 1 0 0 0,2-1 0 0 0,14 0 31 0 0,0-1-1 0 0,0-1 1 0 0,-1 0 0 0 0,26-7 0 0 0,-39 8-45 0 0,50-6 52 0 0,-45 6-209 0 0,1 0 1 0 0,-1 0-1 0 0,0-1 0 0 0,0 0 0 0 0,0 0 0 0 0,0-1 0 0 0,11-5 0 0 0,-3 1-1100 0 0,-4 3-805 0 0,-6-3-2213 0 0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0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67 112 0 0,'3'-4'403'0'0,"0"1"0"0"0,0 0-1 0 0,1-1 1 0 0,-1 1 0 0 0,1 1 0 0 0,0-1-1 0 0,0 0 1 0 0,0 1 0 0 0,0 0 0 0 0,1 0-1 0 0,-1 0 1 0 0,6-1 0 0 0,60-17 1544 0 0,-66 19-1793 0 0,10-2 94 0 0,1 1 1 0 0,0 0-1 0 0,1 0 1 0 0,-1 2-1 0 0,0 0 1 0 0,28 4-1 0 0,-34-3-883 0 0,-1 1 0 0 0,0 0 0 0 0,1 1 0 0 0,-1 0 0 0 0,0 0 1 0 0,0 1-1 0 0,-1 0 0 0 0,9 5 0 0 0,-8-2-1319 0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0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0 420 0 0,'0'0'4973'0'0,"-4"1"-4485"0"0,-1 1-348 0 0,1 0 0 0 0,-1 0 1 0 0,1 1-1 0 0,-1 0 0 0 0,1 0 1 0 0,0 0-1 0 0,0 0 1 0 0,0 0-1 0 0,0 1 0 0 0,1 0 1 0 0,-1 0-1 0 0,1 0 1 0 0,0 0-1 0 0,-5 9 0 0 0,-2 4 224 0 0,1 1-1 0 0,-13 33 1 0 0,21-46-323 0 0,-1 1 1 0 0,1-1-1 0 0,0 1 1 0 0,0-1 0 0 0,1 1-1 0 0,-1 0 1 0 0,1 0-1 0 0,1-1 1 0 0,-1 1-1 0 0,1 0 1 0 0,0-1-1 0 0,0 1 1 0 0,1-1-1 0 0,-1 1 1 0 0,1-1-1 0 0,0 0 1 0 0,1 1 0 0 0,-1-1-1 0 0,1 0 1 0 0,0-1-1 0 0,1 1 1 0 0,6 7-1 0 0,-8-9-10 0 0,0-1 1 0 0,1 0-1 0 0,-1 0 0 0 0,1 0 0 0 0,0 0 1 0 0,-1-1-1 0 0,1 1 0 0 0,0-1 0 0 0,0 1 0 0 0,0-1 1 0 0,0 0-1 0 0,1 0 0 0 0,-1-1 0 0 0,0 1 0 0 0,0 0 1 0 0,7-1-1 0 0,-6 0 19 0 0,0-1 0 0 0,0 0-1 0 0,0 0 1 0 0,0 0 0 0 0,0 0 0 0 0,-1-1 0 0 0,1 1-1 0 0,0-1 1 0 0,-1 0 0 0 0,1 0 0 0 0,-1 0 0 0 0,1-1-1 0 0,-1 1 1 0 0,0-1 0 0 0,0 0 0 0 0,4-5 0 0 0,-1 1 58 0 0,-1 0 1 0 0,0 0-1 0 0,0 0 1 0 0,-1 0 0 0 0,0-1-1 0 0,0 0 1 0 0,-1 0-1 0 0,0 0 1 0 0,-1 0-1 0 0,1 0 1 0 0,-1-1 0 0 0,-1 1-1 0 0,0-1 1 0 0,0 0-1 0 0,-1 1 1 0 0,0-1-1 0 0,0 1 1 0 0,-1-1 0 0 0,0 0-1 0 0,0 1 1 0 0,-1 0-1 0 0,0-1 1 0 0,-1 1-1 0 0,-5-12 1 0 0,6 16-140 0 0,0 1-1 0 0,0 0 1 0 0,0 0 0 0 0,-1 0 0 0 0,1 0-1 0 0,-1 0 1 0 0,0 0 0 0 0,0 1-1 0 0,0-1 1 0 0,0 1 0 0 0,0 0-1 0 0,0 0 1 0 0,-1 0 0 0 0,-3-2 0 0 0,6 5-86 0 0,0-1 1 0 0,1 0-1 0 0,-1 1 1 0 0,0-1-1 0 0,0 1 1 0 0,0-1-1 0 0,1 0 1 0 0,-1 1-1 0 0,0 0 1 0 0,0-1-1 0 0,1 1 1 0 0,-1-1-1 0 0,0 1 1 0 0,1 0-1 0 0,-1 0 1 0 0,1-1-1 0 0,-1 1 1 0 0,1 0-1 0 0,-1 0 1 0 0,1 0-1 0 0,0 0 1 0 0,-1-1-1 0 0,1 1 1 0 0,-1 2-1 0 0,-3 17-5434 0 0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0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78 420 0 0,'0'0'1345'0'0,"3"-14"757"0"0,-4 7 2287 0 0,-1 2-3734 0 0,1 1 1 0 0,-1-1-1 0 0,1 0 0 0 0,0 1 1 0 0,0-1-1 0 0,0 0 0 0 0,1 0 1 0 0,-1 0-1 0 0,1-6 0 0 0,2 10-996 0 0,0 1-1 0 0,-1-1 0 0 0,1 1 0 0 0,0 0 0 0 0,-1 0 1 0 0,1 0-1 0 0,0 0 0 0 0,-1 0 0 0 0,1 0 1 0 0,0 0-1 0 0,-1 0 0 0 0,1 1 0 0 0,3 0 0 0 0,5 1-4087 0 0,6 2 1282 0 0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109 248 504 0 0,'0'0'7705'0'0,"4"-2"-7133"0"0,10-7-58 0 0,-1-1 0 0 0,-1 0 0 0 0,0 0 0 0 0,0-1 0 0 0,-1-1 0 0 0,0 0 0 0 0,-1 0 0 0 0,-1-1 0 0 0,0-1 0 0 0,14-26 0 0 0,-22 38-487 0 0,0 0 0 0 0,0 0 0 0 0,-1-1 0 0 0,1 1 0 0 0,-1-1 0 0 0,1 1 0 0 0,-1-1 0 0 0,0 1 0 0 0,0-1 0 0 0,0 1 0 0 0,0-1 0 0 0,0 1 0 0 0,0-1 0 0 0,-1 1 0 0 0,1-1 1 0 0,-1 1-1 0 0,0 0 0 0 0,0-1 0 0 0,0 1 0 0 0,0 0 0 0 0,0 0 0 0 0,0-1 0 0 0,-1 1 0 0 0,1 0 0 0 0,-1 0 0 0 0,-2-2 0 0 0,1 1-20 0 0,0 0 1 0 0,-1 0-1 0 0,0 1 0 0 0,0 0 0 0 0,1-1 1 0 0,-1 2-1 0 0,0-1 0 0 0,-1 0 1 0 0,1 1-1 0 0,0-1 0 0 0,0 1 0 0 0,-1 0 1 0 0,1 1-1 0 0,-1-1 0 0 0,-7 1 0 0 0,0 0 0 0 0,0 1-1 0 0,1 1 1 0 0,-1 0-1 0 0,1 1 1 0 0,-23 7-1 0 0,29-8-14 0 0,0 0-1 0 0,0 0 1 0 0,0 0-1 0 0,0 1 1 0 0,1-1-1 0 0,-1 1 1 0 0,1 1 0 0 0,0-1-1 0 0,0 0 1 0 0,0 1-1 0 0,0 0 1 0 0,0 0-1 0 0,1 0 1 0 0,-5 7-1 0 0,8-8 8 0 0,-1-1-1 0 0,0 1 1 0 0,1 0-1 0 0,-1 0 0 0 0,1 0 1 0 0,0 0-1 0 0,0 0 1 0 0,0 0-1 0 0,0 0 0 0 0,0 0 1 0 0,1-1-1 0 0,-1 1 1 0 0,1 0-1 0 0,0 0 0 0 0,0 0 1 0 0,0-1-1 0 0,0 1 1 0 0,1 0-1 0 0,-1-1 0 0 0,1 1 1 0 0,-1-1-1 0 0,1 1 0 0 0,0-1 1 0 0,0 0-1 0 0,0 0 1 0 0,0 0-1 0 0,0 0 0 0 0,5 3 1 0 0,4 3 3 0 0,0 1 0 0 0,1-1-1 0 0,-1-1 1 0 0,22 9 0 0 0,-15-7-36 0 0,0 0 0 0 0,-1 1-1 0 0,26 19 1 0 0,-40-27 8 0 0,0 0 0 0 0,1 0-1 0 0,-1 1 1 0 0,0-1 0 0 0,-1 1-1 0 0,1 0 1 0 0,0 0 0 0 0,-1 0-1 0 0,1 0 1 0 0,-1 0 0 0 0,0 1 0 0 0,0-1-1 0 0,-1 1 1 0 0,1-1 0 0 0,-1 1-1 0 0,1 0 1 0 0,-1-1 0 0 0,0 1-1 0 0,-1 0 1 0 0,1 0 0 0 0,-1 0 0 0 0,1 0-1 0 0,-1 0 1 0 0,0 0 0 0 0,-1 4-1 0 0,-1-4 15 0 0,0 0 1 0 0,0 1-1 0 0,-1-1 0 0 0,1-1 0 0 0,-1 1 0 0 0,0 0 0 0 0,0-1 0 0 0,0 1 1 0 0,0-1-1 0 0,-1 0 0 0 0,1 0 0 0 0,-1 0 0 0 0,0-1 0 0 0,0 1 0 0 0,0-1 0 0 0,0 0 1 0 0,0 0-1 0 0,0 0 0 0 0,-8 1 0 0 0,3 0 38 0 0,0 0 0 0 0,0-1 0 0 0,-1 0 0 0 0,1-1 0 0 0,0 0 0 0 0,-1 0 0 0 0,1-1 0 0 0,-13-2 0 0 0,20 2-14 0 0,0 0 1 0 0,0 0-1 0 0,0-1 0 0 0,0 1 0 0 0,0-1 1 0 0,0 1-1 0 0,0-1 0 0 0,0 0 0 0 0,0 0 1 0 0,0 0-1 0 0,1 0 0 0 0,-1 0 1 0 0,0 0-1 0 0,1-1 0 0 0,-1 1 0 0 0,0 0 1 0 0,1-1-1 0 0,0 1 0 0 0,-1-1 0 0 0,1 0 1 0 0,0 1-1 0 0,0-1 0 0 0,0 0 1 0 0,-1-2-1 0 0,1 1 1 0 0,0-1 0 0 0,1 1 0 0 0,0-1 0 0 0,-1 1 0 0 0,1-1 0 0 0,0 1 0 0 0,1-1 0 0 0,-1 1 0 0 0,1-1 0 0 0,-1 1 0 0 0,1-1 0 0 0,0 1 0 0 0,2-4 0 0 0,1-3-37 0 0,0 0 0 0 0,1 0 0 0 0,1 0 0 0 0,0 1 0 0 0,0 0 0 0 0,1 0 0 0 0,0 0 0 0 0,9-8 0 0 0,-12 13-167 0 0,1 1 0 0 0,0-1 0 0 0,0 1 1 0 0,0 0-1 0 0,0 0 0 0 0,0 0 1 0 0,1 1-1 0 0,8-3 0 0 0,-11 4-452 0 0,0 1 0 0 0,1-1 0 0 0,-1 1 0 0 0,0 0-1 0 0,0 0 1 0 0,0 0 0 0 0,0 0 0 0 0,0 0 0 0 0,0 1 0 0 0,0-1 0 0 0,4 2-1 0 0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1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1 416 0 0,'19'24'8271'0'0,"-17"-8"-7787"0"0,-2 0-1 0 0,0 0 1 0 0,-1 0 0 0 0,0 0 0 0 0,-1 0 0 0 0,-7 25-1 0 0,-7 2-2329 0 0,-6-4-3773 0 0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3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20 448 0 0,'0'0'8040'0'0,"-5"-3"-7599"0"0,-29-13 1050 0 0,31 16-1191 0 0,-16 0 641 0 0,7 3-835 0 0,1 1 0 0 0,-1 0 0 0 0,1 1 0 0 0,0 0 0 0 0,1 0 0 0 0,-1 1 0 0 0,1 1 0 0 0,0 0 1 0 0,1 0-1 0 0,0 1 0 0 0,-11 11 0 0 0,4-3-35 0 0,1 0 1 0 0,1 1-1 0 0,0 1 1 0 0,2 0 0 0 0,-15 27-1 0 0,25-41-62 0 0,0-1 0 0 0,0 1 0 0 0,0-1-1 0 0,1 1 1 0 0,-1 0 0 0 0,1 0 0 0 0,0-1 0 0 0,0 1 0 0 0,0 0-1 0 0,1 0 1 0 0,0 0 0 0 0,-1 0 0 0 0,1 0 0 0 0,1 0-1 0 0,-1 0 1 0 0,0 0 0 0 0,1 0 0 0 0,0 0 0 0 0,0 0-1 0 0,0 0 1 0 0,1-1 0 0 0,-1 1 0 0 0,1 0 0 0 0,0-1 0 0 0,0 1-1 0 0,5 5 1 0 0,-3-5 1 0 0,0 0 0 0 0,1-1 1 0 0,0 1-1 0 0,0-1 0 0 0,0 0 0 0 0,0-1 0 0 0,0 1 0 0 0,1-1 1 0 0,-1 0-1 0 0,1 0 0 0 0,-1-1 0 0 0,1 0 0 0 0,0 0 0 0 0,0 0 0 0 0,-1 0 1 0 0,1-1-1 0 0,11-1 0 0 0,-5 0 0 0 0,-1-1-1 0 0,0 0 1 0 0,0 0 0 0 0,1-1 0 0 0,-2-1 0 0 0,1 0-1 0 0,0-1 1 0 0,-1 1 0 0 0,0-2 0 0 0,0 0-1 0 0,0 0 1 0 0,-1-1 0 0 0,0 0 0 0 0,11-11-1 0 0,-16 14 12 0 0,0 0-1 0 0,0 0 1 0 0,-1 0 0 0 0,0 0-1 0 0,0-1 1 0 0,0 1-1 0 0,0-1 1 0 0,-1 0-1 0 0,1 0 1 0 0,-1 0-1 0 0,-1 0 1 0 0,1 0 0 0 0,-1-1-1 0 0,0 1 1 0 0,0 0-1 0 0,0-1 1 0 0,-1 1-1 0 0,0-1 1 0 0,0 1-1 0 0,0 0 1 0 0,-1-1 0 0 0,1 1-1 0 0,-1-1 1 0 0,-1 1-1 0 0,1 0 1 0 0,-1 0-1 0 0,0 0 1 0 0,0 0-1 0 0,0 0 1 0 0,-1 0 0 0 0,0 0-1 0 0,-4-5 1 0 0,3 3 79 0 0,-1 0 1 0 0,-1 0 0 0 0,1 1 0 0 0,-1-1 0 0 0,-11-8-1 0 0,16 14-128 0 0,-5-6-73 0 0,0 30-12615 0 0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4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63 944 0 0,'0'0'8163'0'0,"20"-37"244"0"0,-19 34-9056 0 0,6-14 3388 0 0,-6 12-6311 0 0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4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25 1036 0 0,'0'0'6457'0'0,"-1"-1"-6336"0"0,1 1 0 0 0,0-1 0 0 0,-1 0 0 0 0,1 1 1 0 0,0-1-1 0 0,0 0 0 0 0,-1 0 0 0 0,1 1 0 0 0,0-1 1 0 0,0 0-1 0 0,0 0 0 0 0,0 0 0 0 0,0 1 0 0 0,0-1 1 0 0,1 0-1 0 0,-1 0 0 0 0,0 1 0 0 0,0-1 0 0 0,0 0 1 0 0,1 1-1 0 0,-1-1 0 0 0,1-1 0 0 0,39 2 1234 0 0,182-6 2018 0 0,-196 8-2497 0 0,-25-2-861 0 0,-1 1-1 0 0,1-1 1 0 0,-1 0 0 0 0,1 1 0 0 0,-1-1-1 0 0,1 0 1 0 0,-1 1 0 0 0,1-1 0 0 0,-1 1-1 0 0,0-1 1 0 0,1 1 0 0 0,-1-1 0 0 0,0 1-1 0 0,1-1 1 0 0,-1 1 0 0 0,0-1 0 0 0,0 1-1 0 0,1-1 1 0 0,-1 1 0 0 0,0-1 0 0 0,0 1 0 0 0,0-1-1 0 0,0 1 1 0 0,0 0 0 0 0,0 3-15 0 0,-1 1 1 0 0,0-1 0 0 0,0 0-1 0 0,0 0 1 0 0,0-1 0 0 0,-1 1-1 0 0,0 0 1 0 0,-2 4 0 0 0,-8 19 93 0 0,4 3-576 0 0,-1 0 0 0 0,-2 0 0 0 0,0-1 0 0 0,-24 39 0 0 0,21-43-7489 0 0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5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48 444 0 0,'3'-3'427'0'0,"0"0"1"0"0,0 0-1 0 0,0 1 0 0 0,0-1 0 0 0,0 1 0 0 0,0 0 1 0 0,1 0-1 0 0,0 0 0 0 0,-1 0 0 0 0,1 1 1 0 0,0-1-1 0 0,0 1 0 0 0,-1 0 0 0 0,8-1 1 0 0,61-8 1337 0 0,-62 9-1399 0 0,-4 1-211 0 0,12-3 521 0 0,0 2 1 0 0,0 0 0 0 0,0 1-1 0 0,0 1 1 0 0,18 3 0 0 0,-34-4-559 0 0,6 20 341 0 0,-4 169 261 0 0,-4-128-623 0 0,-14 168 150 0 0,17-205-206 0 0,-2-22-3 0 0,-1-1 1 0 0,0 0-1 0 0,1 1 1 0 0,-1-1-1 0 0,0 1 1 0 0,0-1 0 0 0,0 1-1 0 0,0-1 1 0 0,0 1-1 0 0,0-1 1 0 0,0 1 0 0 0,0-1-1 0 0,-1 1 1 0 0,1-1-1 0 0,0 0 1 0 0,-1 1-1 0 0,1-1 1 0 0,-1 0 0 0 0,0 1-1 0 0,-1 1 1 0 0,1-1 110 0 0,-30 5 533 0 0,-236 60-761 0 0,131-29-8777 0 0,89-26 4589 0 0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7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21 640 0 0,'-34'2'3377'0'0,"17"-1"7426"0"0,238-16-9896 0 0,-144 11-3803 0 0,-2 0-4124 0 0,-58 4 3749 0 0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8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1024 0 0,'6'-26'14265'0'0,"-4"32"-14419"0"0,0 0 0 0 0,1 1-1 0 0,-1-2 1 0 0,1 1-1 0 0,0 0 1 0 0,0 0-1 0 0,1-1 1 0 0,0 0-1 0 0,0 0 1 0 0,7 7 0 0 0,-10-10 57 0 0,1-1 0 0 0,0 1 0 0 0,0-1 0 0 0,0 0-1 0 0,0 1 1 0 0,0-1 0 0 0,0 0 0 0 0,0 0 0 0 0,1 0 0 0 0,-1 0 0 0 0,0-1 0 0 0,0 1 0 0 0,1-1 0 0 0,-1 1 0 0 0,1-1 0 0 0,-1 0 0 0 0,0 0 0 0 0,1 0 0 0 0,-1 0 0 0 0,0 0 0 0 0,1 0 0 0 0,-1-1 0 0 0,0 1 0 0 0,1-1 0 0 0,-1 0 0 0 0,0 0 0 0 0,0 0 0 0 0,1 0 0 0 0,-1 0 0 0 0,0 0 0 0 0,0 0 0 0 0,0-1 0 0 0,0 1 0 0 0,1-2 0 0 0,1 0 9 0 0,-1 1 188 0 0,-1 0 0 0 0,1 0-1 0 0,0-1 1 0 0,0 1-1 0 0,-1-1 1 0 0,0 0-1 0 0,1 1 1 0 0,-1-1 0 0 0,0 0-1 0 0,0 0 1 0 0,2-7-1 0 0,-3 9 313 0 0,11-14 2394 0 0,0 67-7583 0 0,-10-39 615 0 0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8.7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43 664 0 0,'0'0'2282'0'0,"10"-5"6174"0"0,-7 7-8323 0 0,0 1 1 0 0,1-1-1 0 0,-1 1 0 0 0,0 0 1 0 0,-1-1-1 0 0,1 1 1 0 0,0 0-1 0 0,-1 1 0 0 0,0-1 1 0 0,1 0-1 0 0,-1 1 1 0 0,-1 0-1 0 0,1-1 0 0 0,0 1 1 0 0,-1 0-1 0 0,0 0 1 0 0,0-1-1 0 0,0 1 0 0 0,0 0 1 0 0,-1 0-1 0 0,1 6 1 0 0,-1-8-26 0 0,-7 16 189 0 0,1-9-114 0 0,4-9 15 0 0,2-6-216 0 0,1 0 0 0 0,1 1 1 0 0,-1-1-1 0 0,1 1 0 0 0,0-1 1 0 0,0 1-1 0 0,1 0 0 0 0,-1 0 1 0 0,1 0-1 0 0,1 0 0 0 0,-1 0 1 0 0,0 0-1 0 0,1 1 0 0 0,0 0 1 0 0,0 0-1 0 0,1 0 0 0 0,-1 0 0 0 0,1 1 1 0 0,-1-1-1 0 0,10-3 0 0 0,-4 1-8 0 0,0 0-1 0 0,0 1 0 0 0,1 0 0 0 0,0 1 0 0 0,0 0 1 0 0,0 1-1 0 0,0 0 0 0 0,0 1 0 0 0,1 0 0 0 0,11 0 1 0 0,-19 2 17 0 0,-1 0 1 0 0,1 0 0 0 0,0 1-1 0 0,0-1 1 0 0,-1 1 0 0 0,1 0-1 0 0,0 0 1 0 0,-1 0-1 0 0,1 0 1 0 0,-1 1 0 0 0,1 0-1 0 0,-1-1 1 0 0,0 1 0 0 0,0 0-1 0 0,5 4 1 0 0,-2 1-13 0 0,0 0 1 0 0,0 0-1 0 0,-1 0 1 0 0,9 15-1 0 0,7 11-22 0 0,-20-32 46 0 0,0 0-1 0 0,0-1 0 0 0,0 1 1 0 0,0-1-1 0 0,0 1 1 0 0,0-1-1 0 0,0 0 0 0 0,0 1 1 0 0,0-1-1 0 0,0 0 1 0 0,0 1-1 0 0,0-1 0 0 0,0 0 1 0 0,0 0-1 0 0,0 0 1 0 0,0 0-1 0 0,0 0 0 0 0,0 0 1 0 0,0-1-1 0 0,0 1 1 0 0,0 0-1 0 0,0 0 0 0 0,0-1 1 0 0,0 1-1 0 0,0-1 1 0 0,2 0-1 0 0,37-19 29 0 0,-17 9-43 0 0,-18 8 13 0 0,-4 3-2 0 0,1-1 0 0 0,-1 0 0 0 0,1 1-1 0 0,-1-1 1 0 0,1 1 0 0 0,-1-1 0 0 0,1 1 0 0 0,-1 0 0 0 0,1-1 0 0 0,-1 1 0 0 0,1 0-1 0 0,0 0 1 0 0,-1 0 0 0 0,1 0 0 0 0,-1 1 0 0 0,1-1 0 0 0,-1 0 0 0 0,1 1-1 0 0,-1-1 1 0 0,1 1 0 0 0,-1-1 0 0 0,1 1 0 0 0,-1 0 0 0 0,1-1 0 0 0,-1 1-1 0 0,2 1 1 0 0,-1 0-51 0 0,0-1 0 0 0,0 1 0 0 0,0 0 0 0 0,0 0 0 0 0,0 0 0 0 0,-1 0 0 0 0,1 0 0 0 0,-1 0 0 0 0,1 0 0 0 0,-1 1 0 0 0,0-1 0 0 0,0 1-1 0 0,0-1 1 0 0,0 0 0 0 0,0 1 0 0 0,0 0 0 0 0,0 4 0 0 0,0-2-297 0 0,4 7-769 0 0,0-2-468 0 0,1-2-3287 0 0,0-1 1853 0 0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9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74 540 0 0,'4'-10'1603'0'0,"-3"5"1556"0"0,-1-8-1815 0 0,0 10-581 0 0,0-1-1 0 0,0 1 1 0 0,0 0 0 0 0,0 0-1 0 0,0 0 1 0 0,-1-1-1 0 0,1 1 1 0 0,-3-5-1 0 0,2 6 205 0 0,-24-8 95 0 0,16 14-1031 0 0,0-1 1 0 0,1 1-1 0 0,-1 1 1 0 0,1 0-1 0 0,0 0 0 0 0,0 0 1 0 0,1 1-1 0 0,-1 0 1 0 0,1 1-1 0 0,1 0 0 0 0,-1 0 1 0 0,-5 8-1 0 0,11-14-30 0 0,1 2-9 0 0,0 0 0 0 0,0 0-1 0 0,0 0 1 0 0,0-1-1 0 0,1 1 1 0 0,-1 0-1 0 0,1-1 1 0 0,0 1-1 0 0,-1 0 1 0 0,1-1-1 0 0,1 1 1 0 0,1 3-1 0 0,-2-5-8 0 0,0 0-1 0 0,0 0 1 0 0,0 0-1 0 0,0 0 1 0 0,0-1 0 0 0,1 1-1 0 0,-1 0 1 0 0,0 0-1 0 0,1-1 1 0 0,-1 1-1 0 0,0-1 1 0 0,1 1-1 0 0,-1-1 1 0 0,1 0 0 0 0,-1 1-1 0 0,1-1 1 0 0,-1 0-1 0 0,1 0 1 0 0,-1 0-1 0 0,1 0 1 0 0,-1 0 0 0 0,2-1-1 0 0,1 1-65 0 0,30-11-261 0 0,23-13-247 0 0,-53 23 560 0 0,0 0-1 0 0,1 0 1 0 0,-1 0-1 0 0,0 0 1 0 0,0 1-1 0 0,0 0 1 0 0,1-1-1 0 0,-1 2 1 0 0,0-1-1 0 0,0 0 1 0 0,0 1-1 0 0,6 1 1 0 0,-6-1 18 0 0,0 0 1 0 0,0 0-1 0 0,0-1 1 0 0,0 0 0 0 0,-1 0-1 0 0,1 0 1 0 0,0 0-1 0 0,0 0 1 0 0,0-1-1 0 0,0 0 1 0 0,0 0 0 0 0,5-2-1 0 0,44-18 20 0 0,-50 19 2 0 0,-1 1 5 0 0,0 0 0 0 0,0-1 0 0 0,0 1 1 0 0,0-1-1 0 0,0 1 0 0 0,0-1 1 0 0,-1 1-1 0 0,1-1 0 0 0,0 0 0 0 0,-1 0 1 0 0,2-2-1 0 0,11-12 173 0 0,-7 9-51 0 0,-7 6-126 0 0,1 0-1 0 0,-1 0 1 0 0,0 0 0 0 0,1 0-1 0 0,0 0 1 0 0,-1 1 0 0 0,1-1 0 0 0,-1 0-1 0 0,1 0 1 0 0,0 1 0 0 0,0-1-1 0 0,-1 0 1 0 0,1 1 0 0 0,0-1-1 0 0,0 1 1 0 0,0-1 0 0 0,0 1-1 0 0,0 0 1 0 0,1-1 0 0 0,0 1-11 0 0,-1 0 1 0 0,1 0-1 0 0,-1 0 0 0 0,1 1 1 0 0,-1-1-1 0 0,1 0 1 0 0,-1 1-1 0 0,0 0 1 0 0,1-1-1 0 0,-1 1 1 0 0,0 0-1 0 0,1-1 1 0 0,-1 1-1 0 0,0 0 0 0 0,0 0 1 0 0,0 0-1 0 0,2 2 1 0 0,28 25-15 0 0,-17-15 13 0 0,-7-9 15 0 0,1-1 0 0 0,0 0 1 0 0,0 0-1 0 0,0 0 0 0 0,0-1 0 0 0,15 1 1 0 0,-10-4-30 0 0,-6 0-64 0 0,0 0 0 0 0,0 0 0 0 0,0 1 0 0 0,-1 0 0 0 0,1 0-1 0 0,0 1 1 0 0,0-1 0 0 0,11 4 0 0 0,-17-3-353 0 0,10 4-1933 0 0,-4-3-2884 0 0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49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32 0 0,'1'-1'698'0'0,"-1"0"-1"0"0,1-1 1 0 0,0 1-1 0 0,-1 0 1 0 0,1 0 0 0 0,0-1-1 0 0,0 1 1 0 0,-1 0 0 0 0,1 0-1 0 0,0 0 1 0 0,0 0-1 0 0,0 0 1 0 0,1 0 0 0 0,-1 0-1 0 0,0 1 1 0 0,2-2 0 0 0,5 6 3235 0 0,2 8-5047 0 0,-9-10 1026 0 0,0 0-1 0 0,0 1 0 0 0,0-1 0 0 0,0 0 1 0 0,0 0-1 0 0,-1 1 0 0 0,1-1 0 0 0,-1 0 1 0 0,0 1-1 0 0,0-1 0 0 0,0 3 1 0 0,1 9-1793 0 0,0-13 1023 0 0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0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11 60 0 0,'10'-11'5021'0'0,"-8"20"-843"0"0,-5 8-3390 0 0,-3-1-6079 0 0,-1-4 2615 0 0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1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1 108 196 0 0,'15'-15'1048'0'0,"-9"8"656"0"0,-1 0 1 0 0,0 0-1 0 0,0-1 1 0 0,-1 1-1 0 0,0-1 1 0 0,-1-1-1 0 0,6-14 1 0 0,-9 22-984 0 0,4-14 1408 0 0,-8 47-16987 0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1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22 704 0 0,'5'5'11324'0'0,"2"-12"-10882"0"0,0-13-7388 0 0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0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30 172 0 0,'0'0'1119'0'0,"13"-14"3521"0"0,-4 5-521 0 0,-8 9-3997 0 0,-1-1 0 0 0,0 1 0 0 0,1-1 0 0 0,-1 1 0 0 0,0-1 0 0 0,1 1 0 0 0,-1 0 0 0 0,1-1 0 0 0,-1 1 0 0 0,1 0 0 0 0,-1-1 0 0 0,1 1 0 0 0,-1 0 0 0 0,1-1 0 0 0,-1 1 0 0 0,1 0 0 0 0,0 0 0 0 0,-1 0 0 0 0,1-1 0 0 0,-1 1 0 0 0,1 0 0 0 0,0 0 0 0 0,-1 0 0 0 0,1 0 0 0 0,-1 0 0 0 0,1 0 0 0 0,0 0 0 0 0,-1 0 0 0 0,1 1 0 0 0,-1-1 0 0 0,1 0 0 0 0,0 0 0 0 0,-1 0 0 0 0,1 1 0 0 0,-1-1 0 0 0,1 0 0 0 0,-1 0 0 0 0,1 1 0 0 0,-1-1 0 0 0,1 1 0 0 0,-1-1 0 0 0,1 0 0 0 0,-1 1 0 0 0,1 0 0 0 0,2 33 865 0 0,-3-33-1010 0 0,-2 27 144 0 0,-1 1 0 0 0,-2-1 1 0 0,-16 54-1 0 0,5-25-26 0 0,-38 114 170 0 0,13-47-94 0 0,40-120-147 0 0,0 2 27 0 0,1-5-43 0 0,0 1-1 0 0,0-1 1 0 0,0 0 0 0 0,0 1-1 0 0,0-1 1 0 0,0 0 0 0 0,1 1-1 0 0,-1-1 1 0 0,0 0-1 0 0,1 0 1 0 0,-1 1 0 0 0,1-1-1 0 0,-1 0 1 0 0,1 0 0 0 0,0 0-1 0 0,-1 0 1 0 0,1 0 0 0 0,0 1-1 0 0,0-1 1 0 0,0-1 0 0 0,0 1-1 0 0,0 0 1 0 0,0 0 0 0 0,0 0-1 0 0,0 0 1 0 0,0-1 0 0 0,0 1-1 0 0,0-1 1 0 0,1 1 0 0 0,-1-1-1 0 0,0 1 1 0 0,0-1-1 0 0,1 1 1 0 0,-1-1 0 0 0,0 0-1 0 0,1 0 1 0 0,-1 0 0 0 0,0 0-1 0 0,3 0 1 0 0,10 1 8 0 0,1-1-1 0 0,-1 0 1 0 0,15-2-1 0 0,-7 0 13 0 0,327-34-1616 0 0,-303 30 200 0 0,-19-3-2124 0 0,-14-1-1928 0 0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1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77 440 0 0,'22'-22'3853'0'0,"-3"13"-3070"0"0,-1 1 0 0 0,1 1 0 0 0,0 1 0 0 0,1 1 0 0 0,-1 0 0 0 0,23-1 0 0 0,119-2-1744 0 0,-146 11-3869 0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4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1 516 0 0,'0'0'4911'0'0,"-3"7"-3410"0"0,-2 6 4875 0 0,10-12-6158 0 0,41 1 245 0 0,37 3 313 0 0,139-9-1 0 0,-214 3-1008 0 0,24-1 970 0 0,-15 8-4111 0 0,-15-4 2223 0 0,-1 9-7816 0 0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4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45 168 0 0,'0'-1'358'0'0,"1"-1"0"0"0,-1 1 1 0 0,0-1-1 0 0,0 1 0 0 0,0-1 0 0 0,0 0 1 0 0,-1 1-1 0 0,1-1 0 0 0,0 1 0 0 0,-1-1 1 0 0,1 1-1 0 0,-1-1 0 0 0,1 1 0 0 0,-1 0 1 0 0,0-1-1 0 0,0-1 0 0 0,-7-15 4596 0 0,-17 29-4373 0 0,17-7-463 0 0,1 1 0 0 0,-1 0-1 0 0,1 1 1 0 0,-1 0 0 0 0,2 0 0 0 0,-1 1 0 0 0,1-1-1 0 0,0 1 1 0 0,0 1 0 0 0,-5 7 0 0 0,2 0-11 0 0,0 0-1 0 0,1 1 1 0 0,1 0 0 0 0,-7 19 0 0 0,12-27-77 0 0,0 0-1 0 0,0-1 1 0 0,1 1 0 0 0,0 0-1 0 0,1 0 1 0 0,-1 0-1 0 0,2 0 1 0 0,-1 1-1 0 0,1-1 1 0 0,0-1 0 0 0,1 1-1 0 0,0 0 1 0 0,0 0-1 0 0,6 13 1 0 0,-6-16-16 0 0,0-1-1 0 0,1 1 1 0 0,-1-1 0 0 0,1 0-1 0 0,0 0 1 0 0,0-1 0 0 0,0 1-1 0 0,1-1 1 0 0,-1 1 0 0 0,1-1-1 0 0,0 0 1 0 0,-1 0 0 0 0,2-1-1 0 0,-1 1 1 0 0,0-1 0 0 0,0 0-1 0 0,1 0 1 0 0,-1 0 0 0 0,1 0-1 0 0,0-1 1 0 0,-1 0 0 0 0,1 0-1 0 0,0 0 1 0 0,9-1 0 0 0,-8 0 14 0 0,-1-1 1 0 0,1 1-1 0 0,-1-2 1 0 0,1 1-1 0 0,-1 0 1 0 0,1-1-1 0 0,-1 0 1 0 0,0-1-1 0 0,0 1 1 0 0,0-1-1 0 0,0 0 1 0 0,-1 0-1 0 0,1 0 1 0 0,-1-1 0 0 0,1 1-1 0 0,-1-1 1 0 0,0 0-1 0 0,-1 0 1 0 0,1-1-1 0 0,-1 1 1 0 0,0-1-1 0 0,0 0 1 0 0,3-6-1 0 0,-2 2 72 0 0,1 0-1 0 0,-1 0 1 0 0,-1-1-1 0 0,0 1 1 0 0,0-1-1 0 0,-1 0 1 0 0,-1 0-1 0 0,1 0 1 0 0,-1 0-1 0 0,-1 0 1 0 0,-1-19-1 0 0,0 19-44 0 0,-1 1 0 0 0,1-1-1 0 0,-2 1 1 0 0,1 0-1 0 0,-1 0 1 0 0,-1 0-1 0 0,1 0 1 0 0,-2 0-1 0 0,1 1 1 0 0,-1 0-1 0 0,0 0 1 0 0,-12-14-1 0 0,15 21-366 0 0,1 1-224 0 0,0-1 415 0 0,0 1-1 0 0,-1 0 0 0 0,1 1 0 0 0,0-1 1 0 0,0 0-1 0 0,-1 0 0 0 0,1 1 0 0 0,0-1 1 0 0,0 0-1 0 0,0 1 0 0 0,-1-1 0 0 0,1 1 1 0 0,0 0-1 0 0,0-1 0 0 0,0 1 0 0 0,0 0 1 0 0,0 0-1 0 0,0-1 0 0 0,0 1 0 0 0,0 0 1 0 0,1 0-1 0 0,-2 2 0 0 0,-4 10-6682 0 0,4-1 3124 0 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4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1 114 1116 0 0,'6'-36'10502'0'0,"-6"19"-6824"0"0,-1-33 824 0 0,0 48-4833 0 0,5-6-572 0 0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5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29 644 0 0,'4'-18'4960'0'0,"-5"7"1958"0"0,-13 28-6775 0 0,1 0 1 0 0,2 1 0 0 0,-1 0-1 0 0,2 1 1 0 0,1 0-1 0 0,0 1 1 0 0,1 0-1 0 0,1 0 1 0 0,1 1-1 0 0,1-1 1 0 0,-4 44 0 0 0,8-57-161 0 0,1 1 0 0 0,0-1 0 0 0,1 1 0 0 0,0-1 1 0 0,0 0-1 0 0,1 1 0 0 0,-1-1 0 0 0,2 0 0 0 0,-1 0 0 0 0,5 9 1 0 0,-5-12-14 0 0,0 0 1 0 0,0-1-1 0 0,0 1 1 0 0,1 0-1 0 0,0-1 1 0 0,-1 1-1 0 0,1-1 1 0 0,1 0-1 0 0,-1 0 1 0 0,0 0-1 0 0,1 0 1 0 0,0-1-1 0 0,-1 1 1 0 0,1-1-1 0 0,0 0 1 0 0,0 0-1 0 0,9 2 1 0 0,-11-3 47 0 0,1 0 0 0 0,-1-1 0 0 0,1 1 1 0 0,-1-1-1 0 0,1 0 0 0 0,-1 0 1 0 0,1 0-1 0 0,0 0 0 0 0,-1 0 1 0 0,1 0-1 0 0,-1-1 0 0 0,1 1 0 0 0,-1-1 1 0 0,1 0-1 0 0,-1 0 0 0 0,1 0 1 0 0,-1 0-1 0 0,0 0 0 0 0,0 0 0 0 0,1-1 1 0 0,-1 1-1 0 0,0-1 0 0 0,0 1 1 0 0,0-1-1 0 0,-1 0 0 0 0,1 0 0 0 0,0 0 1 0 0,-1 0-1 0 0,1 0 0 0 0,-1 0 1 0 0,1-1-1 0 0,-1 1 0 0 0,0 0 1 0 0,1-4-1 0 0,-1 3 34 0 0,0 0-1 0 0,-1 0 1 0 0,1 0 0 0 0,-1 0 0 0 0,0 0 0 0 0,0 0-1 0 0,0 0 1 0 0,0 0 0 0 0,-1-1 0 0 0,1 1-1 0 0,-1 0 1 0 0,0 1 0 0 0,1-1 0 0 0,-1 0 0 0 0,-1 0-1 0 0,1 0 1 0 0,0 0 0 0 0,-1 1 0 0 0,1-1-1 0 0,-1 1 1 0 0,0-1 0 0 0,0 1 0 0 0,0 0 0 0 0,0-1-1 0 0,0 1 1 0 0,-1 0 0 0 0,1 0 0 0 0,0 1 0 0 0,-1-1-1 0 0,-3-1 1 0 0,3 1-87 0 0,0 0 0 0 0,0 1 0 0 0,0-1-1 0 0,0 1 1 0 0,-1 0 0 0 0,1 0 0 0 0,-1 0 0 0 0,1 0 0 0 0,-1 0-1 0 0,1 1 1 0 0,-1 0 0 0 0,1 0 0 0 0,-1 0 0 0 0,1 0 0 0 0,-1 0 0 0 0,-6 2-1 0 0,-10 5-2736 0 0,-2 3-3590 0 0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5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2 756 0 0,'1'0'198'0'0,"0"-1"-1"0"0,-1 1 1 0 0,1 0-1 0 0,0 0 1 0 0,-1 0 0 0 0,1 0-1 0 0,0 0 1 0 0,0 0-1 0 0,-1 0 1 0 0,1 0 0 0 0,0 0-1 0 0,-1 0 1 0 0,1 0-1 0 0,0 0 1 0 0,-1 1 0 0 0,1-1-1 0 0,0 0 1 0 0,-1 0 0 0 0,1 1-1 0 0,0-1 1 0 0,-1 0-1 0 0,1 1 1 0 0,-1-1 0 0 0,1 1-1 0 0,0-1 1 0 0,-1 1-1 0 0,1-1 1 0 0,-1 1 0 0 0,0-1-1 0 0,1 1 1 0 0,-1-1-1 0 0,1 1 1 0 0,-1 0 0 0 0,0-1-1 0 0,1 1 1 0 0,-1 0-1 0 0,0-1 1 0 0,0 1 0 0 0,0 0-1 0 0,1 1 1 0 0,-14 28 1595 0 0,5-17-1437 0 0,1-1-289 0 0,-1 0 1 0 0,0-1-1 0 0,0 0 1 0 0,-2-1-1 0 0,1 1 0 0 0,-14 9 1 0 0,-35 28-6089 0 0,37-31 2951 0 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8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63 340 0 0,'0'0'867'0'0,"-12"-37"6389"0"0,12 36-7127 0 0,0 0 0 0 0,0 0-1 0 0,0 0 1 0 0,0 0-1 0 0,0 0 1 0 0,-1 0-1 0 0,1 0 1 0 0,0 0 0 0 0,0 0-1 0 0,-1 0 1 0 0,1 0-1 0 0,-1 0 1 0 0,1 0-1 0 0,-1 0 1 0 0,1 0 0 0 0,-1 0-1 0 0,1 1 1 0 0,-1-1-1 0 0,0 0 1 0 0,0 0-1 0 0,1 1 1 0 0,-1-1 0 0 0,0 0-1 0 0,0 1 1 0 0,0-1-1 0 0,0 1 1 0 0,0-1-1 0 0,1 1 1 0 0,-1-1-1 0 0,-1 0 1 0 0,-1 1-50 0 0,1 1 0 0 0,-1-1 0 0 0,1 0-1 0 0,0 0 1 0 0,-1 1 0 0 0,1-1 0 0 0,0 1 0 0 0,0 0-1 0 0,-1 0 1 0 0,1 0 0 0 0,0 0 0 0 0,0 0 0 0 0,-2 2 0 0 0,-12 8-115 0 0,1 0 0 0 0,-23 23 0 0 0,33-29 271 0 0,-5 5-180 0 0,-1 0-1 0 0,1 1 1 0 0,1 0-1 0 0,0 0 1 0 0,1 1-1 0 0,0 1 1 0 0,1-1 0 0 0,-7 16-1 0 0,13-24-42 0 0,-1 0 1 0 0,1 0-1 0 0,0 0 0 0 0,0 0 0 0 0,0 0 0 0 0,1 1 0 0 0,-1-1 0 0 0,1 0 1 0 0,0 0-1 0 0,0 1 0 0 0,1-1 0 0 0,-1 0 0 0 0,1 0 0 0 0,0 1 0 0 0,0-1 1 0 0,1 0-1 0 0,-1 0 0 0 0,1 0 0 0 0,-1 0 0 0 0,1-1 0 0 0,1 1 1 0 0,-1 0-1 0 0,0-1 0 0 0,1 0 0 0 0,0 1 0 0 0,0-1 0 0 0,0 0 0 0 0,0 0 1 0 0,0-1-1 0 0,0 1 0 0 0,8 4 0 0 0,-6-4-2 0 0,0-1 0 0 0,0 1 0 0 0,0-1 0 0 0,1 0-1 0 0,-1 0 1 0 0,1-1 0 0 0,-1 0 0 0 0,1 0 0 0 0,-1 0 0 0 0,1 0 0 0 0,0-1 0 0 0,-1 0 0 0 0,1 0-1 0 0,0-1 1 0 0,-1 0 0 0 0,1 0 0 0 0,-1 0 0 0 0,1 0 0 0 0,-1-1 0 0 0,1 0 0 0 0,-1 0 0 0 0,0 0-1 0 0,0-1 1 0 0,0 0 0 0 0,0 0 0 0 0,0 0 0 0 0,5-5 0 0 0,-3 2 33 0 0,0 0 0 0 0,0 0 1 0 0,0-1-1 0 0,-1 1 0 0 0,0-1 0 0 0,-1-1 1 0 0,1 1-1 0 0,-1-1 0 0 0,-1 0 0 0 0,1 0 1 0 0,-1 0-1 0 0,-1-1 0 0 0,0 1 0 0 0,0-1 1 0 0,0 0-1 0 0,0-10 0 0 0,-2 10 9 0 0,-1 0 1 0 0,0 0-1 0 0,0 0 0 0 0,-1 0 0 0 0,-1 0 0 0 0,1 1 1 0 0,-2-1-1 0 0,1 0 0 0 0,-1 1 0 0 0,0-1 1 0 0,-1 1-1 0 0,0 0 0 0 0,0 0 0 0 0,-10-14 0 0 0,13 21-88 0 0,1 0 0 0 0,-1 1 0 0 0,1-1 0 0 0,-1 0 0 0 0,1 0-1 0 0,-1 0 1 0 0,0 1 0 0 0,1-1 0 0 0,-1 0 0 0 0,0 1 0 0 0,0-1-1 0 0,0 1 1 0 0,1-1 0 0 0,-1 1 0 0 0,0-1 0 0 0,0 1 0 0 0,0-1-1 0 0,0 1 1 0 0,0 0 0 0 0,0-1 0 0 0,0 1 0 0 0,0 0 0 0 0,0 0-1 0 0,0 0 1 0 0,0 0 0 0 0,0 0 0 0 0,0 0 0 0 0,0 0 0 0 0,0 0-1 0 0,0 0 1 0 0,0 1 0 0 0,0-1 0 0 0,0 0 0 0 0,0 0 0 0 0,1 1-1 0 0,-1-1 1 0 0,0 1 0 0 0,0-1 0 0 0,0 1 0 0 0,0-1 0 0 0,0 1-1 0 0,1 0 1 0 0,-1-1 0 0 0,0 1 0 0 0,-1 1 0 0 0,1 1-686 0 0,-1-1 1 0 0,0 1-1 0 0,1 0 1 0 0,-1 0-1 0 0,1 0 1 0 0,0 0-1 0 0,0 0 1 0 0,0 0-1 0 0,0 0 1 0 0,0 0-1 0 0,0 7 1 0 0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8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0 119 808 0 0,'13'-51'12161'0'0,"-8"15"-6397"0"0,-4 21-6660 0 0,2-2-9805 0 0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8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56 648 0 0,'13'-55'15985'0'0,"-15"61"-15815"0"0,-65 231 1181 0 0,65-228-1278 0 0,-1 20-931 0 0,4-28 810 0 0,-1 0 0 0 0,1 0 1 0 0,0 0-1 0 0,-1 0 1 0 0,1 0-1 0 0,0 0 0 0 0,0-1 1 0 0,0 1-1 0 0,0 0 0 0 0,0-1 1 0 0,0 1-1 0 0,0 0 1 0 0,0-1-1 0 0,0 1 0 0 0,0-1 1 0 0,0 0-1 0 0,0 1 1 0 0,0-1-1 0 0,0 0 0 0 0,1 0 1 0 0,-1 1-1 0 0,0-1 1 0 0,0 0-1 0 0,0 0 0 0 0,0 0 1 0 0,0 0-1 0 0,3-1 0 0 0,8 1-211 0 0,1-1 0 0 0,0-1 0 0 0,0 0 0 0 0,-1-1-1 0 0,1 0 1 0 0,20-8 0 0 0,-26 8 334 0 0,0 0 0 0 0,-1 0 0 0 0,1-1 1 0 0,-1 1-1 0 0,0-1 0 0 0,0-1 0 0 0,0 1 0 0 0,-1-1 1 0 0,0 0-1 0 0,0-1 0 0 0,0 1 0 0 0,0-1 0 0 0,6-10 0 0 0,-11 15 267 0 0,3-2 1746 0 0,-8 28-2071 0 0,0 2-245 0 0,0-1 0 0 0,2 1-1 0 0,1-1 1 0 0,2 54 0 0 0,2-54-2381 0 0,-2-9-4986 0 0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1:59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54 416 0 0,'0'-2'238'0'0,"1"1"0"0"0,-1-1 0 0 0,0 1 0 0 0,0-1 0 0 0,1 1 0 0 0,-1 0 0 0 0,1-1 0 0 0,-1 1 0 0 0,1 0 0 0 0,-1-1-1 0 0,1 1 1 0 0,0 0 0 0 0,0-1 0 0 0,0 1 0 0 0,-1 0 0 0 0,1 0 0 0 0,0 0 0 0 0,1 0 0 0 0,-1 0 0 0 0,0 0 0 0 0,0 0 0 0 0,0 0 0 0 0,1 1 0 0 0,-1-1 0 0 0,0 0 0 0 0,0 1 0 0 0,1-1 0 0 0,-1 1 0 0 0,1-1-1 0 0,-1 1 1 0 0,1 0 0 0 0,-1-1 0 0 0,3 1 0 0 0,64-8 513 0 0,-47 7 10 0 0,150-10 1770 0 0,-169 11-2402 0 0,0 1-89 0 0,-1-1 1 0 0,1 1-1 0 0,-1-1 1 0 0,0 1-1 0 0,1 0 1 0 0,-1 0-1 0 0,0 0 1 0 0,0 0-1 0 0,0 0 1 0 0,0 0-1 0 0,1 0 1 0 0,-1 0-1 0 0,-1 0 1 0 0,1 0-1 0 0,0 0 1 0 0,0 1-1 0 0,0-1 1 0 0,0 2-1 0 0,10 52 402 0 0,-2-1 1 0 0,2 61-1 0 0,-6-60-263 0 0,-3-16-58 0 0,-2 0 0 0 0,-2 1 0 0 0,-10 63 0 0 0,9-84-73 0 0,-2 0 0 0 0,0-1 0 0 0,-1 0 1 0 0,-1 1-1 0 0,-13 23 0 0 0,15-34 31 0 0,1-1 0 0 0,-1 1 0 0 0,0-1 0 0 0,-1 1 0 0 0,0-2 0 0 0,0 1 0 0 0,0-1 0 0 0,-1 1 1 0 0,0-2-1 0 0,0 1 0 0 0,0-1 0 0 0,-1 0 0 0 0,-15 7 0 0 0,3-4-171 0 0,-1-1-1 0 0,0-1 1 0 0,-38 7 0 0 0,-2-6-3037 0 0,21-5-3475 0 0,20-3 2817 0 0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2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7 188 0 0,'-9'2'1487'0'0,"-20"6"12301"0"0,308-24-12247 0 0,-269 16-1571 0 0,16 3-10868 0 0,-26-3 10873 0 0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2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46 236 0 0,'-4'-31'4402'0'0,"2"16"6680"0"0,0 27-11184 0 0,1-1 0 0 0,-1 1 0 0 0,2 0 0 0 0,0 16 0 0 0,0-25-123 0 0,0-1 0 0 0,0 1 0 0 0,0 0 0 0 0,1-1 0 0 0,-1 1 0 0 0,1-1 0 0 0,-1 1 0 0 0,1-1 0 0 0,0 1 0 0 0,0-1 1 0 0,0 1-1 0 0,0-1 0 0 0,0 0 0 0 0,0 0 0 0 0,1 1 0 0 0,-1-1 0 0 0,1 0 0 0 0,0 0 0 0 0,0-1 0 0 0,0 1 0 0 0,-1 0 1 0 0,2 0-1 0 0,-1-1 0 0 0,0 1 0 0 0,0-1 0 0 0,0 0 0 0 0,4 2 0 0 0,18-12-6719 0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2204 0 0,'44'-57'11226'0'0,"-42"68"-12035"0"0,1 0 25 0 0,-1 0-1 0 0,2 0 0 0 0,-1 0 1 0 0,10 16-1 0 0,-6-9-2964 0 0,-2-5 964 0 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3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40 692 0 0,'5'-21'13529'0'0,"12"51"-13193"0"0,-2 1 0 0 0,-1 0 0 0 0,-1 1-1 0 0,9 37 1 0 0,17 42 90 0 0,-35-102-392 0 0,-3-6 5 0 0,0 1 0 0 0,0-1 0 0 0,1 1 0 0 0,-1-1 0 0 0,1 0 0 0 0,0 0 0 0 0,0 0 0 0 0,0 0 0 0 0,1 0 0 0 0,3 4 1 0 0,-4-6 16 0 0,1-3-32 0 0,7-8 12 0 0,-1 0 1 0 0,0-1 0 0 0,0 0-1 0 0,-1-1 1 0 0,12-21 0 0 0,-11 17-44 0 0,1 0 0 0 0,20-24 1 0 0,-28 39 2 0 0,11-1-214 0 0,113 116-1381 0 0,-124-113 1575 0 0,0 1 0 0 0,0-1 0 0 0,0 0 0 0 0,0 1 0 0 0,0-1 0 0 0,1 0 0 0 0,-1 0 0 0 0,0 0 0 0 0,0-1 0 0 0,1 1 0 0 0,-1 0 0 0 0,0-1 0 0 0,1 0 0 0 0,-1 1 0 0 0,1-1 0 0 0,4 0 0 0 0,-5-1 42 0 0,0 0 8 0 0,0-1 0 0 0,0 0 0 0 0,0 0 1 0 0,0 0-1 0 0,0 0 0 0 0,0 0 1 0 0,-1 0-1 0 0,1-1 0 0 0,-1 1 0 0 0,0 0 1 0 0,0-1-1 0 0,2-3 0 0 0,2-13 207 0 0,-1-1 0 0 0,0 0-1 0 0,-1 0 1 0 0,-2 0 0 0 0,0 0-1 0 0,-3-33 1 0 0,2 13 226 0 0,0 24-362 0 0,-1 0 1 0 0,-1 0 0 0 0,-5-25 0 0 0,6 38-615 0 0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3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18 312 0 0,'0'0'1046'0'0,"-7"-1"-62"0"0,-23-2-40 0 0,23 2 2337 0 0,-3 11-1557 0 0,4 0-1449 0 0,2-1 0 0 0,-1 1 0 0 0,1-1-1 0 0,1 1 1 0 0,0 0 0 0 0,0 1 0 0 0,1-1 0 0 0,1 0 0 0 0,-1 1 0 0 0,2-1 0 0 0,-1 1 0 0 0,3 20 0 0 0,-2-15-48 0 0,1-14-197 0 0,-1 0 0 0 0,1 0 0 0 0,0 0 0 0 0,0 0 0 0 0,0 0 1 0 0,0-1-1 0 0,0 1 0 0 0,1 0 0 0 0,-1 0 0 0 0,1-1 0 0 0,-1 1 0 0 0,1-1 1 0 0,-1 0-1 0 0,1 1 0 0 0,0-1 0 0 0,-1 0 0 0 0,1 0 0 0 0,0 0 0 0 0,0 0 1 0 0,0 0-1 0 0,0-1 0 0 0,0 1 0 0 0,3 0 0 0 0,-3-1 43 0 0,25-21 268 0 0,-23 14-209 0 0,0 0 1 0 0,0-1-1 0 0,-1 0 1 0 0,0 1-1 0 0,0-1 1 0 0,-1-1-1 0 0,0 1 1 0 0,0 0-1 0 0,-1 0 1 0 0,0-1-1 0 0,0 1 1 0 0,-1-1-1 0 0,0 1 1 0 0,-1 0 0 0 0,0-1-1 0 0,0 1 1 0 0,-3-11-1 0 0,2 13-84 0 0,1 0 0 0 0,-1 0 0 0 0,-1 0 0 0 0,1 1 1 0 0,-1-1-1 0 0,-3-5 0 0 0,5 10-392 0 0,-15 1-2847 0 0,5 8 1829 0 0,8-2-3407 0 0,2 4 1232 0 0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4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1 972 0 0,'0'0'3833'0'0,"32"12"-1244"0"0,-29-7-2464 0 0,1 0 1 0 0,-1 0-1 0 0,-1 0 0 0 0,1 0 0 0 0,-1 1 1 0 0,0-1-1 0 0,0 1 0 0 0,0-1 0 0 0,-1 1 1 0 0,0 0-1 0 0,0 0 0 0 0,0 0 1 0 0,-1-1-1 0 0,0 1 0 0 0,0 0 0 0 0,-1 0 1 0 0,1 0-1 0 0,-1 0 0 0 0,-1-1 0 0 0,1 1 1 0 0,-1 0-1 0 0,0-1 0 0 0,0 1 1 0 0,0-1-1 0 0,-1 0 0 0 0,-5 9 0 0 0,8-15-85 0 0,0 0 1 0 0,0 0-1 0 0,1 0 0 0 0,-1 1 0 0 0,0-1 0 0 0,0 0 0 0 0,0 0 0 0 0,0 1 0 0 0,0-1 0 0 0,-1 0 0 0 0,1 0 0 0 0,0 1 1 0 0,0-1-1 0 0,0 0 0 0 0,-1 0 0 0 0,1 1 0 0 0,0-1 0 0 0,-1 0 0 0 0,1 1 0 0 0,-1-1 0 0 0,1 0 0 0 0,-1 1 0 0 0,1-1 1 0 0,-1 0-1 0 0,1 1 0 0 0,-1-1 0 0 0,1 1 0 0 0,-1 0 0 0 0,0-1 0 0 0,1 1 0 0 0,-1-1 0 0 0,0 1 0 0 0,1 0 1 0 0,-1-1-1 0 0,0 1 0 0 0,0 0 0 0 0,1 0 0 0 0,-1 0 0 0 0,0-1 0 0 0,0 1 0 0 0,0 0 0 0 0,1 0 0 0 0,-1 0 0 0 0,0 0 1 0 0,0 1-1 0 0,1-1 0 0 0,-1 0 0 0 0,0 0 0 0 0,0 0 0 0 0,0 0 0 0 0,1 1 0 0 0,-1-1 0 0 0,0 0 0 0 0,1 1 1 0 0,-1-1-1 0 0,0 1 0 0 0,1-1 0 0 0,-1 1 0 0 0,1-1 0 0 0,-1 1 0 0 0,0-1 0 0 0,1 1 0 0 0,-1-1 0 0 0,1 1 0 0 0,-1 1 1 0 0,5-12-5 0 0,0 1 1 0 0,1-1 0 0 0,1 1 0 0 0,-1 1-1 0 0,2-1 1 0 0,-1 1 0 0 0,1 0 0 0 0,0 0-1 0 0,1 0 1 0 0,-1 1 0 0 0,2 1-1 0 0,-1-1 1 0 0,1 1 0 0 0,0 1 0 0 0,0 0-1 0 0,0 0 1 0 0,20-7 0 0 0,-26 11-38 0 0,-1 0-1 0 0,1 1 1 0 0,0-1-1 0 0,0 1 1 0 0,0 0-1 0 0,0 0 1 0 0,0 0 0 0 0,0 0-1 0 0,0 0 1 0 0,0 1-1 0 0,0-1 1 0 0,0 1-1 0 0,0 0 1 0 0,-1 0 0 0 0,1 0-1 0 0,0 0 1 0 0,0 0-1 0 0,-1 0 1 0 0,1 1 0 0 0,-1 0-1 0 0,1-1 1 0 0,-1 1-1 0 0,3 3 1 0 0,0-1-11 0 0,-1 0 0 0 0,0 1-1 0 0,0 0 1 0 0,0 0 0 0 0,-1 1 0 0 0,1-1 0 0 0,-1 1 0 0 0,0-1 0 0 0,2 9 0 0 0,-4-12 4 0 0,-1-2 7 0 0,0 0 5 0 0,0 1-1 0 0,0-1 1 0 0,0 1 0 0 0,0-1-1 0 0,0 1 1 0 0,1-1 0 0 0,-1 1-1 0 0,0-1 1 0 0,0 1-1 0 0,1-1 1 0 0,-1 1 0 0 0,0-1-1 0 0,0 0 1 0 0,1 1 0 0 0,-1-1-1 0 0,1 1 1 0 0,-1-1 0 0 0,0 0-1 0 0,1 0 1 0 0,-1 1 0 0 0,1-1-1 0 0,-1 0 1 0 0,0 0-1 0 0,1 1 1 0 0,-1-1 0 0 0,1 0-1 0 0,-1 0 1 0 0,1 0 0 0 0,-1 0-1 0 0,1 1 1 0 0,-1-1 0 0 0,1 0-1 0 0,0 0 1 0 0,85-64 72 0 0,-85 63-96 0 0,0 1 19 0 0,1 0 0 0 0,-1-1 1 0 0,0 1-1 0 0,0 1 0 0 0,0-1 0 0 0,1 0 0 0 0,-1 0 0 0 0,0 0 1 0 0,0 0-1 0 0,0 1 0 0 0,1-1 0 0 0,-1 1 0 0 0,0-1 1 0 0,0 1-1 0 0,0-1 0 0 0,0 1 0 0 0,0 0 0 0 0,0-1 1 0 0,0 1-1 0 0,0 0 0 0 0,0 0 0 0 0,-1 0 0 0 0,1-1 1 0 0,0 1-1 0 0,0 0 0 0 0,-1 0 0 0 0,1 0 0 0 0,-1 0 1 0 0,1 1-1 0 0,0 0 0 0 0,0 41-798 0 0,-3-5-7106 0 0,3-30 4882 0 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5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35 920 0 0,'0'0'1026'0'0,"10"-9"7104"0"0,-10 8-7916 0 0,0 0-1 0 0,0 0 0 0 0,0 0 0 0 0,0 0 1 0 0,0 0-1 0 0,0 0 0 0 0,0 1 0 0 0,0-1 1 0 0,-1 0-1 0 0,1 0 0 0 0,0 0 0 0 0,-1 0 1 0 0,1 0-1 0 0,0 0 0 0 0,-1 0 0 0 0,1 0 1 0 0,-1 0-1 0 0,0 1 0 0 0,1-1 0 0 0,-1 0 1 0 0,0 0-1 0 0,1 1 0 0 0,-1-1 0 0 0,0 0 1 0 0,0 1-1 0 0,1-1 0 0 0,-1 1 0 0 0,0-1 1 0 0,-2 0-1 0 0,1 1-105 0 0,0-1-1 0 0,-1 1 1 0 0,1 0 0 0 0,-1 0 0 0 0,1 0 0 0 0,0 1 0 0 0,-1-1 0 0 0,1 0-1 0 0,0 1 1 0 0,-1-1 0 0 0,1 1 0 0 0,-3 1 0 0 0,-4 2-155 0 0,1 0 0 0 0,-1 1 0 0 0,1-1 0 0 0,0 2 0 0 0,-14 11 0 0 0,16-11 55 0 0,0 1 1 0 0,0 0-1 0 0,0 0 1 0 0,1 1-1 0 0,0 0 1 0 0,0-1-1 0 0,1 2 1 0 0,0-1-1 0 0,1 0 1 0 0,0 1-1 0 0,0 0 1 0 0,0 0-1 0 0,0 9 1 0 0,2-16-30 0 0,18 23-371 0 0,-16-24 324 0 0,3-2 3 0 0,9-4-38 0 0,-1 0-1 0 0,0-1 1 0 0,-1-1 0 0 0,0 0 0 0 0,0 0 0 0 0,0-1-1 0 0,-1-1 1 0 0,0 0 0 0 0,11-12 0 0 0,-20 19 58 0 0,0 1 0 0 0,0-1 0 0 0,0 1 0 0 0,0 0 0 0 0,0 0 0 0 0,1-1 0 0 0,-1 1 0 0 0,0 0 0 0 0,1 0 0 0 0,-1 0 0 0 0,0 0 0 0 0,1 0 1 0 0,-1 1-1 0 0,1-1 0 0 0,0 0 0 0 0,-1 1 0 0 0,1-1 0 0 0,-1 1 0 0 0,1-1 0 0 0,0 1 0 0 0,0 0 0 0 0,-1 0 0 0 0,1 0 0 0 0,0 0 0 0 0,-1 0 0 0 0,1 0 0 0 0,0 0 0 0 0,3 1 0 0 0,-3 1-101 0 0,34 9-936 0 0,-30-14 1043 0 0,0 0 1 0 0,-1 0-1 0 0,1 0 0 0 0,-1-1 1 0 0,0 0-1 0 0,0 0 1 0 0,5-5-1 0 0,7-6 49 0 0,-16 14 35 0 0,7-7 86 0 0,-7 7-103 0 0,-1 0 0 0 0,1 0 0 0 0,-1 1-1 0 0,1-1 1 0 0,-1 0 0 0 0,1 0 0 0 0,-1 1 0 0 0,1-1 0 0 0,0 0 0 0 0,-1 1 0 0 0,1-1-1 0 0,0 1 1 0 0,0-1 0 0 0,-1 1 0 0 0,1-1 0 0 0,0 1 0 0 0,0-1 0 0 0,0 1 0 0 0,0 0-1 0 0,-1 0 1 0 0,1-1 0 0 0,0 1 0 0 0,0 0 0 0 0,0 0 0 0 0,1 0 0 0 0,17 24 19 0 0,-3 1-8 0 0,-15-24-25 0 0,5 2 16 0 0,-6-2-27 0 0,1-1 0 0 0,-1 1 0 0 0,1-1-1 0 0,-1 0 1 0 0,1 1 0 0 0,-1-1 0 0 0,1 0 0 0 0,-1 1 0 0 0,1-1-1 0 0,-1 0 1 0 0,1 1 0 0 0,0-1 0 0 0,-1 0 0 0 0,1 0 0 0 0,0 0 0 0 0,-1 0-1 0 0,1 0 1 0 0,0 0 0 0 0,-1 0 0 0 0,1 0 0 0 0,0 0 0 0 0,-1 0-1 0 0,1 0 1 0 0,-1 0 0 0 0,1 0 0 0 0,0 0 0 0 0,0-1 0 0 0,15-5-170 0 0,51-16 608 0 0,-65 21-541 0 0,1 0-1 0 0,0 0 1 0 0,-1 1 0 0 0,1-1-1 0 0,-1 1 1 0 0,1 0 0 0 0,0-1 0 0 0,-1 1-1 0 0,1 1 1 0 0,0-1 0 0 0,-1 0-1 0 0,1 1 1 0 0,-1-1 0 0 0,1 1 0 0 0,-1 0-1 0 0,1 0 1 0 0,-1 0 0 0 0,1 0-1 0 0,-1 0 1 0 0,0 0 0 0 0,3 2-1 0 0,5 4-2850 0 0,-6-6-805 0 0,5 2 509 0 0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5.9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7 300 0 0,'-1'-6'15833'0'0,"9"65"-15847"0"0,0-17-3554 0 0,-4-33 1223 0 0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6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0 960 0 0,'0'0'9318'0'0,"0"5"-9206"0"0,0 1-844 0 0,0 1-1 0 0,-1-1 0 0 0,0 1 1 0 0,0-1-1 0 0,0 1 0 0 0,-1-1 1 0 0,-3 8-1 0 0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6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1416 0 0,'0'0'22826'0'0,"0"-5"-22776"0"0,0-15-194 0 0,0 14-240 0 0,0-4-1667 0 0,0 4-2868 0 0,0 3 4034 0 0,-1-3-372 0 0,1-2-4916 0 0,0-6 1402 0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6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54 1608 0 0,'0'0'1622'0'0,"-4"-39"9075"0"0,4 26-10149 0 0,0 11-1861 0 0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9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43 664 0 0,'0'-28'4274'0'0,"0"14"2284"0"0,-23 135-5938 0 0,15-71-451 0 0,-3 1 1 0 0,-1-2 0 0 0,-20 52 0 0 0,-29 19 573 0 0,44-88-394 0 0,16-30-281 0 0,1-1-56 0 0,1 1-1 0 0,0-1 1 0 0,-1 1 0 0 0,1-1 0 0 0,0 1 0 0 0,0-1 0 0 0,0 0 0 0 0,0 0 0 0 0,0 1 0 0 0,0-1 0 0 0,0 0-1 0 0,0 0 1 0 0,0 0 0 0 0,1 0 0 0 0,-1 0 0 0 0,0-1 0 0 0,1 1 0 0 0,-1 0 0 0 0,1 0 0 0 0,-1-1 0 0 0,0 1-1 0 0,1-1 1 0 0,0 0 0 0 0,-1 1 0 0 0,1-1 0 0 0,-1 0 0 0 0,1 0 0 0 0,-1 0 0 0 0,1 0 0 0 0,2 0-1 0 0,72 0 14 0 0,-50-1 29 0 0,93 11-3278 0 0,-117-10 2660 0 0,8-4-1291 0 0,1-5-5064 0 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09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 80 0 0,'0'0'2498'0'0,"0"-1"-2373"0"0,0 1 0 0 0,-1-1 0 0 0,1 0-1 0 0,0 0 1 0 0,0 1 0 0 0,0-1 0 0 0,0 0-1 0 0,0 0 1 0 0,0 1 0 0 0,1-1 0 0 0,-1 0 0 0 0,0 0-1 0 0,0 1 1 0 0,0-1 0 0 0,1 0 0 0 0,-1 1-1 0 0,0-1 1 0 0,1 0 0 0 0,0 0 0 0 0,17-6 291 0 0,0 1-1 0 0,1 1 1 0 0,0 0 0 0 0,0 1 0 0 0,1 2 0 0 0,26-1 0 0 0,-18 2-2729 0 0,56 7 0 0 0,-73-4 422 0 0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0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23 88 0 0,'1'-1'422'0'0,"-1"0"0"0"0,1 1 1 0 0,-1-1-1 0 0,0 0 0 0 0,1 0 0 0 0,-1 0 0 0 0,0 0 1 0 0,0 0-1 0 0,0 0 0 0 0,0 0 0 0 0,0 0 1 0 0,0-1-1 0 0,0 1 0 0 0,0 0 0 0 0,0 0 0 0 0,0 0 1 0 0,0 0-1 0 0,-1 0 0 0 0,1 0 0 0 0,-1 1 0 0 0,0-3 1 0 0,-7 8 3587 0 0,-1 2-4777 0 0,7-5 105 0 0,-4 5 711 0 0,1 0 0 0 0,0 0 0 0 0,0 1-1 0 0,0-1 1 0 0,1 1 0 0 0,0 0-1 0 0,1 0 1 0 0,0 1 0 0 0,0-1 0 0 0,1 1-1 0 0,0-1 1 0 0,0 1 0 0 0,0 17-1 0 0,1-19-30 0 0,1-1-1 0 0,0 1 0 0 0,0 0 0 0 0,1-1 1 0 0,-1 1-1 0 0,2-1 0 0 0,-1 1 0 0 0,1-1 0 0 0,0 1 1 0 0,0-1-1 0 0,1 0 0 0 0,-1 0 0 0 0,1 0 0 0 0,1 0 1 0 0,-1-1-1 0 0,1 1 0 0 0,0-1 0 0 0,0 0 0 0 0,1 0 1 0 0,0 0-1 0 0,0-1 0 0 0,0 1 0 0 0,0-1 0 0 0,7 4 1 0 0,-7-5-6 0 0,-1-1 1 0 0,1 1-1 0 0,0-1 1 0 0,0 0 0 0 0,0 0-1 0 0,0 0 1 0 0,0-1 0 0 0,0 0-1 0 0,0 0 1 0 0,0 0-1 0 0,1-1 1 0 0,-1 0 0 0 0,0 0-1 0 0,1 0 1 0 0,-1 0 0 0 0,7-3-1 0 0,-9 2 0 0 0,0 0-1 0 0,0 0 1 0 0,0-1-1 0 0,0 1 1 0 0,0-1-1 0 0,0 0 1 0 0,-1 0-1 0 0,1 0 1 0 0,-1 0-1 0 0,0 0 1 0 0,1 0-1 0 0,-1-1 0 0 0,0 1 1 0 0,0-1-1 0 0,0 0 1 0 0,-1 1-1 0 0,1-1 1 0 0,-1 0-1 0 0,0 0 1 0 0,1 0-1 0 0,-1 0 1 0 0,0 0-1 0 0,-1 0 1 0 0,1-1-1 0 0,-1 1 1 0 0,1 0-1 0 0,-1-4 1 0 0,0-5 64 0 0,0 0 0 0 0,0 0 0 0 0,-1 0 1 0 0,-1 0-1 0 0,0 0 0 0 0,0 0 0 0 0,-2 1 1 0 0,1-1-1 0 0,-1 1 0 0 0,-1 0 0 0 0,0 0 1 0 0,0 0-1 0 0,-1 1 0 0 0,-1 0 0 0 0,-13-16 1 0 0,19 24-79 0 0,-1 0 1 0 0,0 0 0 0 0,0 0-1 0 0,0 1 1 0 0,0-1 0 0 0,0 1-1 0 0,0-1 1 0 0,-1 1 0 0 0,1 0 0 0 0,0 0-1 0 0,-1 0 1 0 0,1 0 0 0 0,-1 0-1 0 0,1 1 1 0 0,-1-1 0 0 0,1 1-1 0 0,-1-1 1 0 0,1 1 0 0 0,-1 0-1 0 0,-5 0 1 0 0,7 1-146 0 0,-1-1 0 0 0,0 0 0 0 0,1 1 0 0 0,-1-1 0 0 0,1 1 0 0 0,-1 0 0 0 0,1-1 0 0 0,-1 1 0 0 0,1 0 0 0 0,0 0 0 0 0,-1 0 0 0 0,1 0 0 0 0,0 0 1 0 0,-2 2-1 0 0,2-2-351 0 0,0 1 1 0 0,0-1-1 0 0,0 1 1 0 0,0 0-1 0 0,0 0 1 0 0,0-1 0 0 0,1 1-1 0 0,-1 0 1 0 0,0 0-1 0 0,1 0 1 0 0,0 0-1 0 0,-1 0 1 0 0,1 0 0 0 0,0 2-1 0 0,0 9-2391 0 0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0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1 102 1304 0 0,'0'0'2718'0'0,"8"-22"1172"0"0,-5 14 138 0 0,-1-6-2235 0 0,5-20 2258 0 0,1 15-5718 0 0,-7 18 723 0 0,4-1-273 0 0,0 0-544 0 0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1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1 126 616 0 0,'0'0'2220'0'0,"8"-38"5012"0"0,-2 30-6759 0 0,0 0 0 0 0,0 1 0 0 0,0 0-1 0 0,1 1 1 0 0,1-1 0 0 0,-1 1 0 0 0,1 1 0 0 0,0-1-1 0 0,11-5 1 0 0,-15 9-387 0 0,1-1 0 0 0,-1 1-1 0 0,1 0 1 0 0,0 1 0 0 0,0-1 0 0 0,0 1-1 0 0,-1 0 1 0 0,1 0 0 0 0,0 0-1 0 0,0 1 1 0 0,0 0 0 0 0,0 0 0 0 0,0 0-1 0 0,0 1 1 0 0,0-1 0 0 0,0 1 0 0 0,0 0-1 0 0,0 1 1 0 0,5 1 0 0 0,-8-2-77 0 0,0 1 0 0 0,-1-1 0 0 0,1 1 0 0 0,0-1 0 0 0,0 1 0 0 0,-1 0 0 0 0,1 0 0 0 0,-1 0 0 0 0,0 0 0 0 0,0 0 0 0 0,1 0 0 0 0,-1 0 0 0 0,0 0 0 0 0,-1 1 0 0 0,1-1 0 0 0,0 0 0 0 0,-1 1 0 0 0,1-1 0 0 0,-1 0 0 0 0,0 1 0 0 0,1-1 0 0 0,-1 0 0 0 0,-1 1 0 0 0,1-1 0 0 0,0 1 0 0 0,0-1 0 0 0,-1 0 0 0 0,-1 5 0 0 0,0 2-12 0 0,0 0 1 0 0,-1-1-1 0 0,0 1 0 0 0,-1-1 1 0 0,-7 15-1 0 0,10-22-21 0 0,-1 0 0 0 0,1 1-1 0 0,0-1 1 0 0,0 1-1 0 0,0-1 1 0 0,0 1 0 0 0,0 0-1 0 0,0-1 1 0 0,0 1 0 0 0,0 0-1 0 0,1 0 1 0 0,-1 0 0 0 0,1 0-1 0 0,0-1 1 0 0,-1 1 0 0 0,1 0-1 0 0,0 0 1 0 0,0 0 0 0 0,0 0-1 0 0,0 0 1 0 0,0 0 0 0 0,1 0-1 0 0,-1 0 1 0 0,1-1 0 0 0,-1 1-1 0 0,1 0 1 0 0,-1 0 0 0 0,1 0-1 0 0,2 2 1 0 0,1 0-63 0 0,1-1-1 0 0,-1 0 1 0 0,1 0-1 0 0,0-1 1 0 0,0 1-1 0 0,0-1 1 0 0,0 0 0 0 0,10 2-1 0 0,-8-2 91 0 0,53 22-864 0 0,-57-22 764 0 0,1 0-1 0 0,0 1 1 0 0,-1-1-1 0 0,1 1 1 0 0,-1 0-1 0 0,1 0 1 0 0,-1 0-1 0 0,0 0 1 0 0,-1 0-1 0 0,1 1 1 0 0,-1-1-1 0 0,4 6 1 0 0,-6-8 83 0 0,0 1 1 0 0,0-1-1 0 0,0 0 1 0 0,0 0-1 0 0,0 1 1 0 0,0-1-1 0 0,-1 0 1 0 0,1 0-1 0 0,0 0 1 0 0,-1 1-1 0 0,1-1 1 0 0,-1 0-1 0 0,1 0 1 0 0,-1 0-1 0 0,1 0 1 0 0,-1 0-1 0 0,0 0 1 0 0,1 0-1 0 0,-1 0 0 0 0,0 0 1 0 0,0 0-1 0 0,0 0 1 0 0,0 0-1 0 0,0-1 1 0 0,0 1-1 0 0,-2 1 1 0 0,-27 16 81 0 0,27-16-65 0 0,-8 4 162 0 0,-1-1 1 0 0,0 0-1 0 0,0-1 0 0 0,-1 0 1 0 0,1 0-1 0 0,-1-2 1 0 0,-23 3-1 0 0,13-2 346 0 0,13-2-2722 0 0,1 0-5128 0 0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2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8 500 0 0,'0'0'15071'0'0,"1"-1"-15073"0"0,5-5 1531 0 0,1 8-1552 0 0,-5-1 18 0 0,-1-1 1 0 0,0 0-1 0 0,0 0 0 0 0,0 0 0 0 0,0 1 0 0 0,0-1 1 0 0,0 0-1 0 0,0 1 0 0 0,0-1 0 0 0,0 1 0 0 0,0 0 1 0 0,0-1-1 0 0,0 1 0 0 0,0 0 0 0 0,0-1 0 0 0,1 2 1 0 0,-1 4 2 0 0,0-1 1 0 0,-1 0-1 0 0,1 0 0 0 0,-1 1 1 0 0,0-1-1 0 0,0 0 1 0 0,-1 0-1 0 0,1 1 1 0 0,-1-1-1 0 0,-1 0 1 0 0,1 0-1 0 0,-1 0 1 0 0,1 0-1 0 0,-2 0 1 0 0,1-1-1 0 0,0 1 1 0 0,-1 0-1 0 0,0-1 1 0 0,0 0-1 0 0,0 0 1 0 0,-6 6-1 0 0,-9 10-4 0 0,-2-1-1 0 0,-42 33 1 0 0,37-32-177 0 0,13-11-688 0 0,-7 5-376 0 0,11-4-6891 0 0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2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16 796 0 0,'0'0'7223'0'0,"3"1"-6602"0"0,9 1-99 0 0,0-1-1 0 0,0 0 0 0 0,0-1 1 0 0,1-1-1 0 0,-1 1 1 0 0,0-2-1 0 0,0 0 0 0 0,13-4 1 0 0,11 0 236 0 0,8 3 360 0 0,-27 4-5391 0 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3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14 892 0 0,'0'0'1908'0'0,"-9"-13"7570"0"0,2 17-9396 0 0,0 0-1 0 0,-1 1 0 0 0,1 0 0 0 0,1 0 1 0 0,-1 1-1 0 0,1 0 0 0 0,0 0 0 0 0,0 0 0 0 0,1 1 1 0 0,0 0-1 0 0,0 0 0 0 0,0 0 0 0 0,1 1 0 0 0,0 0 1 0 0,1-1-1 0 0,0 1 0 0 0,0 1 0 0 0,1-1 1 0 0,0 0-1 0 0,-2 10 0 0 0,2-3-17 0 0,0 0 0 0 0,0 0 0 0 0,2 27 0 0 0,1-36-66 0 0,0 0 0 0 0,0 0 0 0 0,0 0 0 0 0,1 0 0 0 0,0 0 0 0 0,0 0 0 0 0,1 0 0 0 0,0-1 0 0 0,0 1-1 0 0,0-1 1 0 0,6 8 0 0 0,-7-11 0 0 0,-1-1 0 0 0,1 1 0 0 0,0-1 0 0 0,0 0 0 0 0,0 0 0 0 0,0 1 0 0 0,0-1-1 0 0,1-1 1 0 0,-1 1 0 0 0,0 0 0 0 0,0 0 0 0 0,1-1 0 0 0,-1 1 0 0 0,0-1 0 0 0,1 0 0 0 0,-1 0-1 0 0,0 0 1 0 0,1 0 0 0 0,-1 0 0 0 0,0 0 0 0 0,1-1 0 0 0,-1 1 0 0 0,0-1 0 0 0,0 1 0 0 0,1-1 0 0 0,-1 0-1 0 0,0 0 1 0 0,0 0 0 0 0,4-2 0 0 0,0 0 12 0 0,-1 0-1 0 0,1-1 1 0 0,0 1 0 0 0,-1-1-1 0 0,0 0 1 0 0,0-1 0 0 0,0 1-1 0 0,0-1 1 0 0,4-6 0 0 0,-6 6 22 0 0,34-58 423 0 0,-35 59-397 0 0,-1-1 0 0 0,1 1 0 0 0,-1 0 0 0 0,1-1 0 0 0,-1 1 0 0 0,0-1 0 0 0,-1 0-1 0 0,1 1 1 0 0,-1-1 0 0 0,0 1 0 0 0,0-1 0 0 0,-2-8 0 0 0,1-9 449 0 0,-2-7 223 0 0,-13-9 86 0 0,15 37-750 0 0,-1-2-6 0 0,-1-2-295 0 0,-1 6-2803 0 0,-6 4 2272 0 0,-4 7-6230 0 0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3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57 584 0 0,'0'0'1460'0'0,"24"-18"6704"0"0,-10-14-2153 0 0,-9 26-8574 0 0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3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22 628 0 0,'0'0'2330'0'0,"-4"-16"918"0"0,4 16-3043 0 0,0 0 0 0 0,0-1 0 0 0,-3-3 3278 0 0,3 4-3278 0 0,0 0 0 0 0,0 0 0 0 0,-1 0 0 0 0,1 0 0 0 0,0 0 0 0 0,0 0 0 0 0,-1-1 0 0 0,1 1 0 0 0,0 0 0 0 0,0 0-1 0 0,-1 0 1 0 0,1 0 0 0 0,0 0 0 0 0,-1 0 0 0 0,1 0 0 0 0,-1 0 0 0 0,0 1-177 0 0,-1 0 0 0 0,1-1 0 0 0,-1 1 0 0 0,0 0-1 0 0,1 0 1 0 0,-1 0 0 0 0,1 0 0 0 0,0 1 0 0 0,-1-1 0 0 0,1 0 0 0 0,0 1 0 0 0,0-1 0 0 0,0 0-1 0 0,0 1 1 0 0,0-1 0 0 0,0 1 0 0 0,0 0 0 0 0,1-1 0 0 0,-1 1 0 0 0,0 0 0 0 0,1-1 0 0 0,-1 1 0 0 0,1 0-1 0 0,0 0 1 0 0,0-1 0 0 0,0 1 0 0 0,0 0 0 0 0,0 0 0 0 0,0 0 0 0 0,0 2 0 0 0,1 0-49 0 0,1 1 0 0 0,-1-1 0 0 0,1 1 0 0 0,0-1 0 0 0,0 0 0 0 0,1 1 0 0 0,-1-1 0 0 0,1 0 0 0 0,0-1 0 0 0,0 1 0 0 0,0 0 0 0 0,4 2 0 0 0,14 16-388 0 0,-2 1-1 0 0,24 33 1 0 0,-43-54 401 0 0,1-1 1 0 0,0 1 0 0 0,-1 0-1 0 0,1-1 1 0 0,-1 1 0 0 0,1 0-1 0 0,-1-1 1 0 0,0 1-1 0 0,0 0 1 0 0,0 0 0 0 0,0-1-1 0 0,0 1 1 0 0,0 0 0 0 0,0 0-1 0 0,0-1 1 0 0,-1 1-1 0 0,1 0 1 0 0,-1-1 0 0 0,1 1-1 0 0,-1 0 1 0 0,0-1 0 0 0,1 1-1 0 0,-1-1 1 0 0,0 1-1 0 0,0-1 1 0 0,0 1 0 0 0,0-1-1 0 0,-3 2 1 0 0,1 1 47 0 0,-1 0 0 0 0,0 0 0 0 0,0 0 0 0 0,0 0 0 0 0,-1-1 0 0 0,1 0 0 0 0,-6 4 1 0 0,2-4 118 0 0,1 0 1 0 0,0 0 0 0 0,-1-1 0 0 0,1 0 0 0 0,-1 0 0 0 0,-7 1 0 0 0,12-3-71 0 0,-16-3-516 0 0,18 3 374 0 0,-23-9-1936 0 0,9-4-4501 0 0,9 4 3394 0 0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4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1272 0 0,'0'0'9275'0'0,"4"-1"-8647"0"0,61-6 426 0 0,-17 8-8175 0 0,-36 0 4245 0 0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14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400 37 800 0 0,'0'0'5107'0'0,"24"-18"-2190"0"0,8 12-1933 0 0,1 0 1 0 0,0 2-1 0 0,0 2 0 0 0,37 1 0 0 0,-69 2-957 0 0,0-1 0 0 0,1 0 0 0 0,-1 1-1 0 0,0-1 1 0 0,1 1 0 0 0,-1 0 0 0 0,0-1-1 0 0,0 1 1 0 0,0 0 0 0 0,0 0 0 0 0,0-1 0 0 0,0 1-1 0 0,0 0 1 0 0,0 0 0 0 0,0 0 0 0 0,0 1-1 0 0,0-1 1 0 0,-1 0 0 0 0,1 0 0 0 0,0 0 0 0 0,-1 0-1 0 0,1 1 1 0 0,-1-1 0 0 0,0 0 0 0 0,1 2-1 0 0,9 36 331 0 0,-10-36-358 0 0,4 26 87 0 0,-1 1 0 0 0,-2-1 0 0 0,-1 1 0 0 0,-5 40 0 0 0,-26 118 71 0 0,16-109-107 0 0,-31 106-455 0 0,46-183 400 0 0,-29 23 299 0 0,-267 37 1331 0 0,195-45-4561 0 0,0-2-3965 0 0,58-10 2903 0 0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0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78 780 0 0,'-12'-47'6803'0'0,"12"45"-6438"0"0,-1 0-1 0 0,1 0 0 0 0,0 0 0 0 0,-1 0 0 0 0,1 0 1 0 0,-1 0-1 0 0,0 1 0 0 0,0-1 0 0 0,0 0 0 0 0,0 0 1 0 0,0 1-1 0 0,0-1 0 0 0,0 0 0 0 0,0 1 0 0 0,-3-3 1 0 0,-1 23-308 0 0,0 1 0 0 0,1-1-1 0 0,0 1 1 0 0,2-1 0 0 0,1 1 0 0 0,0 0 0 0 0,4 36 0 0 0,2-11 33 0 0,2 0-1 0 0,19 65 1 0 0,-24-101-66 0 0,1 1 0 0 0,0-1 1 0 0,0 0-1 0 0,1 0 0 0 0,0 0 1 0 0,0 0-1 0 0,1-1 1 0 0,0 0-1 0 0,1 0 0 0 0,0 0 1 0 0,0 0-1 0 0,10 8 0 0 0,-14-15-2 0 0,0 0 0 0 0,-1-1-1 0 0,1 1 1 0 0,0-1 0 0 0,0 1-1 0 0,0-1 1 0 0,0 0 0 0 0,0 0-1 0 0,-1 0 1 0 0,1 0 0 0 0,0 0-1 0 0,0 0 1 0 0,0 0 0 0 0,0-1-1 0 0,0 1 1 0 0,-1-1 0 0 0,1 1-1 0 0,0-1 1 0 0,0 0 0 0 0,-1 1-1 0 0,1-1 1 0 0,0 0 0 0 0,-1 0-1 0 0,1-1 1 0 0,-1 1 0 0 0,1 0-1 0 0,-1 0 1 0 0,0-1 0 0 0,1 1-1 0 0,-1 0 1 0 0,2-4 0 0 0,36-47 202 0 0,-23 24-126 0 0,-1-1 1 0 0,-2-1-1 0 0,-1 0 1 0 0,-1-1 0 0 0,-1 0-1 0 0,10-62 1 0 0,-7 45 358 0 0,-13 47-455 0 0,13 22-112 0 0,-4-8 114 0 0,0 1-1 0 0,1-2 1 0 0,1 1 0 0 0,0-1-1 0 0,0-1 1 0 0,1 0 0 0 0,1-1-1 0 0,0 0 1 0 0,0-1 0 0 0,17 8-1 0 0,-20-11-2 0 0,1-1 0 0 0,-1 0 1 0 0,1 0-1 0 0,1-2 0 0 0,-1 1 0 0 0,0-1 0 0 0,1-1 0 0 0,-1 0 0 0 0,1-1 0 0 0,0 0 0 0 0,0-1 0 0 0,0 0 0 0 0,-1 0 0 0 0,17-4 0 0 0,-22 2 20 0 0,1 0-1 0 0,-1-1 1 0 0,0 0-1 0 0,0 0 0 0 0,-1 0 1 0 0,1 0-1 0 0,-1-1 1 0 0,1 0-1 0 0,-1 0 1 0 0,0-1-1 0 0,-1 1 1 0 0,1-1-1 0 0,-1 0 1 0 0,0 0-1 0 0,5-8 1 0 0,-8 12 49 0 0,4-8 71 0 0,-5 9-140 0 0,0 0 0 0 0,0-1 0 0 0,0 1 0 0 0,0 0 0 0 0,0 0 0 0 0,0 0 0 0 0,0 0 0 0 0,0-1 0 0 0,0 1 0 0 0,0 0 0 0 0,0 0 0 0 0,0 0 0 0 0,0 0 0 0 0,0 0 0 0 0,0-1 0 0 0,1 1 0 0 0,-1 0 0 0 0,0 0 0 0 0,0 0 0 0 0,0 0 0 0 0,0 0 0 0 0,0-1 0 0 0,0 1 0 0 0,0 0 0 0 0,0 0 0 0 0,1 0 0 0 0,-1 0 0 0 0,0 0 0 0 0,0 0 0 0 0,0 0 0 0 0,0 0 0 0 0,0 0 0 0 0,1 0 0 0 0,-1-1 0 0 0,0 1 0 0 0,0 0 0 0 0,0 0 0 0 0,0 0 0 0 0,0 0 0 0 0,1 0 0 0 0,-1 0 0 0 0,0 0 0 0 0,0 0 0 0 0,0 0 0 0 0,0 0 0 0 0,1 0 1 0 0,-1 0-1 0 0,0 0 0 0 0,0 1 0 0 0,0-1 0 0 0,0 0 0 0 0,0 0 0 0 0,1 0 0 0 0,-1 0 0 0 0,0 0 0 0 0,0 0 0 0 0,0 0 0 0 0,0 0 0 0 0,0 0 0 0 0,0 0 0 0 0,0 1 0 0 0,1-1 0 0 0,-1 0 0 0 0,4 29-43 0 0,-1-17-649 0 0,-2 1 0 0 0,1-1 0 0 0,-2 23 0 0 0,3-15-519 0 0,0-4-5693 0 0,-2-3 3446 0 0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1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47 120 0 0,'0'-9'2244'0'0,"3"-8"-428"0"0,-2 6-367 0 0,2 1-333 0 0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1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16 1024 0 0,'0'0'992'0'0,"-11"-15"2285"0"0,4 14 1731 0 0,5 3-4952 0 0,0-1 0 0 0,1 1 1 0 0,0 0-1 0 0,-1 0 0 0 0,1 0 0 0 0,0 0 1 0 0,0 0-1 0 0,0 0 0 0 0,0 0 0 0 0,0 0 1 0 0,1 0-1 0 0,-1 0 0 0 0,1 0 0 0 0,-1 0 1 0 0,1 1-1 0 0,0-1 0 0 0,0 2 0 0 0,6 46 866 0 0,-6-48-929 0 0,5 22 288 0 0,-2-15-179 0 0,-1 0-1 0 0,0 0 1 0 0,-1 0-1 0 0,0 1 0 0 0,-1 16 1 0 0,0-24-90 0 0,0 0 1 0 0,-1 0-1 0 0,1 0 1 0 0,-1 0-1 0 0,1 0 1 0 0,-1 0-1 0 0,0 0 1 0 0,0 0-1 0 0,0 0 1 0 0,0 0-1 0 0,0 0 1 0 0,-1 0-1 0 0,1-1 1 0 0,0 1-1 0 0,-1-1 1 0 0,0 1-1 0 0,1-1 1 0 0,-1 1-1 0 0,0-1 1 0 0,1 0-1 0 0,-1 0 1 0 0,0 1-1 0 0,0-2 1 0 0,0 1-1 0 0,0 0 1 0 0,0 0-1 0 0,0-1 1 0 0,0 1-1 0 0,0-1 1 0 0,-4 1-1 0 0,-49 3-1054 0 0,17-13-6127 0 0,27 4 4191 0 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3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0 281 200 0 0,'0'-1'354'0'0,"0"1"-1"0"0,0-1 1 0 0,0 0 0 0 0,1 0-1 0 0,-1 1 1 0 0,0-1-1 0 0,0 0 1 0 0,0 0 0 0 0,1 1-1 0 0,-1-1 1 0 0,0 0-1 0 0,1 1 1 0 0,-1-1 0 0 0,1 1-1 0 0,-1-1 1 0 0,1 0 0 0 0,-1 1-1 0 0,1-1 1 0 0,-1 1-1 0 0,1-1 1 0 0,-1 1 0 0 0,1 0-1 0 0,0-1 1 0 0,-1 1 0 0 0,1 0-1 0 0,0-1 1 0 0,-1 1-1 0 0,1 0 1 0 0,0-1 0 0 0,-1 1-1 0 0,2 0 1 0 0,0 1-172 0 0,-1-1 0 0 0,0 1 1 0 0,0 0-1 0 0,0 0 0 0 0,1 0 0 0 0,-1 0 1 0 0,0 0-1 0 0,0 0 0 0 0,-1 0 0 0 0,1 1 1 0 0,0-1-1 0 0,0 0 0 0 0,0 0 0 0 0,0 3 1 0 0,22 61-2002 0 0,-20-58 2795 0 0,0 3-940 0 0,0 0 1 0 0,1 0-1 0 0,1 0 1 0 0,0-1-1 0 0,0 0 1 0 0,0 0-1 0 0,1 0 1 0 0,1 0-1 0 0,0-1 1 0 0,15 14 0 0 0,-21-21-32 0 0,0-1 1 0 0,0 1 0 0 0,1 0-1 0 0,-1-1 1 0 0,0 0 0 0 0,1 1-1 0 0,-1-1 1 0 0,0 0 0 0 0,1 0-1 0 0,-1 0 1 0 0,0 0 0 0 0,1 0-1 0 0,-1 0 1 0 0,1 0 0 0 0,-1 0 0 0 0,0 0-1 0 0,1-1 1 0 0,-1 1 0 0 0,0-1-1 0 0,1 1 1 0 0,-1-1 0 0 0,0 1-1 0 0,0-1 1 0 0,0 0 0 0 0,1 0-1 0 0,-1 1 1 0 0,0-1 0 0 0,0 0-1 0 0,0 0 1 0 0,0 0 0 0 0,1-2-1 0 0,31-33 208 0 0,-25 23-102 0 0,-4 7-31 0 0,0 0 1 0 0,0 0 0 0 0,0-1 0 0 0,-1 0 0 0 0,0 1 0 0 0,0-1 0 0 0,-1 0 0 0 0,3-9-1 0 0,-5 14-15 0 0,1 0-39 0 0,-1 0 1 0 0,1 0-1 0 0,0 0 0 0 0,-1 0 1 0 0,1 0-1 0 0,-1 0 1 0 0,0 0-1 0 0,0 0 0 0 0,0-1 1 0 0,0 1-1 0 0,0 0 0 0 0,0 0 1 0 0,-1 0-1 0 0,1 0 0 0 0,-1 0 1 0 0,0-3-1 0 0,0-3 97 0 0,1 7-108 0 0,0-1 30 0 0,0 0 0 0 0,0 1 0 0 0,0-1 0 0 0,0 0 0 0 0,0 0 0 0 0,0 1 0 0 0,0-1 0 0 0,-1 0 0 0 0,1 1-1 0 0,-1-1 1 0 0,1 0 0 0 0,-1 1 0 0 0,0-1 0 0 0,1 1 0 0 0,-1-1 0 0 0,0 1 0 0 0,0-1 0 0 0,0 1 0 0 0,0-1-1 0 0,0 1 1 0 0,-2-2 0 0 0,1 3 7 0 0,7 3-180 0 0,8 6 136 0 0,1-1 0 0 0,0 0 0 0 0,0-1 1 0 0,1-1-1 0 0,0 0 0 0 0,0-1 1 0 0,0 0-1 0 0,1-2 0 0 0,-1 1 1 0 0,1-2-1 0 0,0 0 0 0 0,21-1 1 0 0,-17-1 25 0 0,0-1 0 0 0,-1 0 1 0 0,1-2-1 0 0,29-7 1 0 0,-47 9-22 0 0,8-3 56 0 0,-5 0-81 0 0,-7 3-196 0 0,-3 2 197 0 0,0 1 0 0 0,0-1 0 0 0,0 1 0 0 0,0 0 0 0 0,1 1 1 0 0,-1-1-1 0 0,1 1 0 0 0,-1 0 0 0 0,1 0 0 0 0,0 0 0 0 0,0 0 1 0 0,0 1-1 0 0,1-1 0 0 0,-1 1 0 0 0,1 0 0 0 0,0 1 0 0 0,0-1 1 0 0,0 0-1 0 0,1 1 0 0 0,-4 6 0 0 0,5-8-4 0 0,-2 2 2 0 0,3-3 5 0 0,0-2-64 0 0,0 1 67 0 0,0-1 1 0 0,0 1-1 0 0,0-1 0 0 0,1 0 1 0 0,-1 1-1 0 0,0-1 1 0 0,0 0-1 0 0,1 1 1 0 0,-1-1-1 0 0,0 0 1 0 0,1 1-1 0 0,-1-1 1 0 0,0 0-1 0 0,1 1 1 0 0,-1-1-1 0 0,0 0 0 0 0,1 0 1 0 0,-1 1-1 0 0,1-1 1 0 0,-1 0-1 0 0,1 0 1 0 0,-1 0-1 0 0,0 0 1 0 0,1 0-1 0 0,-1 0 1 0 0,1 0-1 0 0,-1 1 0 0 0,1-1 1 0 0,-1 0-1 0 0,1-1 1 0 0,-1 1-1 0 0,0 0 1 0 0,1 0-1 0 0,-1 0 1 0 0,1 0-1 0 0,-1 0 1 0 0,1 0-1 0 0,-1 0 1 0 0,0-1-1 0 0,1 1 0 0 0,-1 0 1 0 0,1 0-1 0 0,-1-1 1 0 0,0 1-1 0 0,1 0 1 0 0,-1 0-1 0 0,0-1 1 0 0,1 1-1 0 0,-1-1 1 0 0,0 1-1 0 0,1-1 0 0 0,23-16-325 0 0,56-45-1523 0 0,-79 61 1721 0 0,6 2-19 0 0,1-1 1 0 0,-2 1-1 0 0,1 1 0 0 0,0-1 1 0 0,0 1-1 0 0,0 1 0 0 0,-1-1 1 0 0,1 1-1 0 0,10 6 0 0 0,-11-5 50 0 0,1 0 0 0 0,0-1 0 0 0,-1 0 0 0 0,1-1 0 0 0,0 1 0 0 0,1-1 0 0 0,-1 0 0 0 0,0-1 0 0 0,0 0 0 0 0,1 0-1 0 0,10-1 1 0 0,-14 0 104 0 0,1-1-1 0 0,-1 0 1 0 0,1 0-1 0 0,-1 0 0 0 0,0-1 1 0 0,1 1-1 0 0,-1-1 1 0 0,0 0-1 0 0,0 0 1 0 0,0-1-1 0 0,0 1 0 0 0,0-1 1 0 0,-1 0-1 0 0,1 0 1 0 0,5-6-1 0 0,-4 2 72 0 0,0 0 0 0 0,0 0 0 0 0,0-1 0 0 0,-1 1 0 0 0,0-1 0 0 0,-1 0 0 0 0,0 0 0 0 0,3-9 0 0 0,-2-1 85 0 0,0 1-1 0 0,-1-1 0 0 0,-1 0 1 0 0,-1 0-1 0 0,0 0 0 0 0,-2 0 1 0 0,-4-33-1 0 0,-10-9 763 0 0,15 58-821 0 0,-2 1-65 0 0,2 1-34 0 0,0 0 0 0 0,0 0 0 0 0,0 0 0 0 0,0 0 0 0 0,0-1-1 0 0,-1 1 1 0 0,1 0 0 0 0,0 0 0 0 0,0 0 0 0 0,0 0 0 0 0,0 0-1 0 0,0 0 1 0 0,0-1 0 0 0,-1 1 0 0 0,1 0 0 0 0,0 0 0 0 0,0 0-1 0 0,0 0 1 0 0,0 0 0 0 0,-1 0 0 0 0,1 0 0 0 0,0 0 0 0 0,0 0-1 0 0,0 0 1 0 0,0 0 0 0 0,-1 0 0 0 0,1 0 0 0 0,0 0-1 0 0,0 0 1 0 0,0 0 0 0 0,0 0 0 0 0,-1 0 0 0 0,1 0 0 0 0,0 0-1 0 0,0 0 1 0 0,0 0 0 0 0,0 0 0 0 0,0 0 0 0 0,-1 0 0 0 0,1 1-1 0 0,0-1 1 0 0,0 0 0 0 0,0 0 0 0 0,0 0 0 0 0,0 0 0 0 0,-1 0-1 0 0,1 0 1 0 0,0 0 0 0 0,0 1 0 0 0,0-1 0 0 0,0 0-1 0 0,0 0 1 0 0,0 0 0 0 0,0 1 0 0 0,-5 15 12 0 0,1 1 0 0 0,0 0 1 0 0,2 1-1 0 0,0-1 0 0 0,1 1 1 0 0,0-1-1 0 0,2 0 0 0 0,0 1 0 0 0,1-1 1 0 0,5 22-1 0 0,-4-24-3 0 0,1 0 1 0 0,0-1-1 0 0,1 0 1 0 0,0 0-1 0 0,2 0 1 0 0,-1 0-1 0 0,2-1 1 0 0,0 0-1 0 0,0-1 1 0 0,1 0-1 0 0,1 0 1 0 0,16 16-1 0 0,-24-26 9 0 0,0 0 0 0 0,0 0 0 0 0,0 0 0 0 0,0 0-1 0 0,1-1 1 0 0,-1 1 0 0 0,1-1 0 0 0,-1 0 0 0 0,1 1 0 0 0,-1-1 0 0 0,1 0 0 0 0,0-1-1 0 0,-1 1 1 0 0,1 0 0 0 0,0-1 0 0 0,0 1 0 0 0,-1-1 0 0 0,1 0 0 0 0,0 0 0 0 0,0 0 0 0 0,0-1-1 0 0,0 1 1 0 0,-1 0 0 0 0,1-1 0 0 0,0 0 0 0 0,-1 0 0 0 0,1 0 0 0 0,0 0 0 0 0,-1 0-1 0 0,5-3 1 0 0,-6 4 63 0 0,16-17 462 0 0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3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49 500 0 0,'0'-13'2072'0'0,"1"3"-92"0"0,4-2 1581 0 0,-7-2-3345 0 0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3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26 628 0 0,'0'0'6423'0'0,"27"-19"-895"0"0,-12 16-5200 0 0,1 1 1 0 0,-1 1-1 0 0,1 1 0 0 0,0 0 0 0 0,-1 1 0 0 0,17 2 1 0 0,-31-2-303 0 0,10 18 73 0 0,-15-8-71 0 0,-1-1 0 0 0,0-1 0 0 0,-1 1-1 0 0,-13 17 1 0 0,13-20-25 0 0,0 1 0 0 0,1-1 0 0 0,0 1 0 0 0,1 0 0 0 0,-1 1 0 0 0,2-1 0 0 0,-1 1 0 0 0,-2 11 0 0 0,5-8-195 0 0,2 0 0 0 0,-1 1-1 0 0,2-1 1 0 0,-1 0 0 0 0,2 0 0 0 0,0 0 0 0 0,0 0-1 0 0,10 21 1 0 0,-1 2-180 0 0,3 11-30 0 0,-3-8-266 0 0,11 48-1 0 0,-21-75 459 0 0,-1 1 0 0 0,0-1-1 0 0,0 0 1 0 0,-1 0 0 0 0,0 0-1 0 0,-1 0 1 0 0,0 1 0 0 0,-1-1-1 0 0,-3 12 1 0 0,-4-6 234 0 0,6-23 366 0 0,2 3-363 0 0,1 0 1 0 0,1 0 0 0 0,-1-1 0 0 0,0 1 0 0 0,1 0-1 0 0,0 0 1 0 0,-1 0 0 0 0,1 0 0 0 0,0 0 0 0 0,2-3 0 0 0,100-150 238 0 0,-64 101-111 0 0,38-69 0 0 0,-31 22 770 0 0,-19 33 4926 0 0,-9 98-5542 0 0,23 21-2432 0 0,-10-21-5702 0 0,-16-17 3516 0 0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6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55 744 0 0,'4'-1'8524'0'0,"-4"1"-8379"0"0,3 16 3703 0 0,3 46-4043 0 0,-1-2 506 0 0,6 23 28 0 0,-10-82-299 0 0,-1 0-37 0 0,0-1 0 0 0,0 1 0 0 0,0-1 1 0 0,0 1-1 0 0,0-1 0 0 0,1 1 0 0 0,-1-1 0 0 0,0 1 1 0 0,0-1-1 0 0,1 1 0 0 0,-1-1 0 0 0,0 0 0 0 0,1 1 0 0 0,-1-1 1 0 0,0 1-1 0 0,1-1 0 0 0,-1 0 0 0 0,0 1 0 0 0,1-1 1 0 0,-1 0-1 0 0,1 0 0 0 0,-1 1 0 0 0,1-1 0 0 0,-1 0 0 0 0,1 0 1 0 0,-1 0-1 0 0,1 0 0 0 0,-1 1 0 0 0,1-1 0 0 0,-1 0 1 0 0,1 0-1 0 0,-1 0 0 0 0,2 0 0 0 0,21-4 118 0 0,6-13-37 0 0,-1-2 0 0 0,50-43 0 0 0,-76 60-109 0 0,1-1 0 0 0,0 1 1 0 0,-1 0-1 0 0,1 0 0 0 0,0 1 1 0 0,0-1-1 0 0,0 0 0 0 0,0 1 1 0 0,1 0-1 0 0,-1 0 0 0 0,0 0 1 0 0,1 0-1 0 0,-1 0 0 0 0,0 1 1 0 0,5-1-1 0 0,-1 2-102 0 0,0 0 0 0 0,1 0 1 0 0,-1 1-1 0 0,0 0 0 0 0,10 4 1 0 0,8 2-51 0 0,-11-4 111 0 0,0 0 0 0 0,1-1 0 0 0,-1-1-1 0 0,1 0 1 0 0,-1-1 0 0 0,1-1 0 0 0,0 0 0 0 0,20-3 0 0 0,-31 2 155 0 0,0 0 1 0 0,0 1 0 0 0,-1-1 0 0 0,1-1 0 0 0,0 1 0 0 0,0-1-1 0 0,0 1 1 0 0,-1-1 0 0 0,1 0 0 0 0,-1 0 0 0 0,0-1 0 0 0,1 1-1 0 0,-1-1 1 0 0,0 1 0 0 0,-1-1 0 0 0,1 0 0 0 0,0 0 0 0 0,-1 0-1 0 0,1-1 1 0 0,-1 1 0 0 0,0 0 0 0 0,0-1 0 0 0,-1 0 0 0 0,1 1-1 0 0,-1-1 1 0 0,1 0 0 0 0,-1 0 0 0 0,0 0 0 0 0,-1 0 0 0 0,1 0-1 0 0,-1 0 1 0 0,0 0 0 0 0,0 0 0 0 0,0 0 0 0 0,0 0 0 0 0,-1-4-1 0 0,0-2 114 0 0,-1 0 0 0 0,0 0-1 0 0,0 1 1 0 0,-1-1 0 0 0,0 1 0 0 0,-9-18-1 0 0,11 26-656 0 0,4 30-9835 0 0,-2-24 6740 0 0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6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36 756 0 0,'0'0'2740'0'0,"-5"2"-1999"0"0,-19 6 535 0 0,23-4-1060 0 0,1-1 0 0 0,0 0 0 0 0,0 1 0 0 0,1-1 0 0 0,-1 0 0 0 0,0 1 0 0 0,1-1 0 0 0,0 0 0 0 0,0 0 0 0 0,0 0 0 0 0,2 4 0 0 0,-1-4-52 0 0,0 1 1 0 0,0-1 0 0 0,1 1-1 0 0,-1-1 1 0 0,1 0 0 0 0,0 0 0 0 0,0 0-1 0 0,0-1 1 0 0,0 1 0 0 0,1-1-1 0 0,-1 1 1 0 0,1-1 0 0 0,-1 0-1 0 0,1-1 1 0 0,0 1 0 0 0,0-1-1 0 0,0 1 1 0 0,0-1 0 0 0,0 0-1 0 0,0 0 1 0 0,0-1 0 0 0,0 1-1 0 0,0-1 1 0 0,0 0 0 0 0,0 0-1 0 0,1 0 1 0 0,-1-1 0 0 0,0 0 0 0 0,0 1-1 0 0,0-1 1 0 0,5-2 0 0 0,-8 1-72 0 0,0 1 0 0 0,0 0 0 0 0,1-1 0 0 0,-1 1 0 0 0,0 0 0 0 0,-1-1 0 0 0,1 1 0 0 0,0-1 0 0 0,0 0 0 0 0,0 1 0 0 0,-1-1 0 0 0,1 0 0 0 0,-1 1 0 0 0,0-1 0 0 0,1 0 0 0 0,-1 0 0 0 0,0 1 0 0 0,0-1 0 0 0,0 0 0 0 0,0 0 0 0 0,0 1 0 0 0,0-1 0 0 0,-1 0 0 0 0,1 0 0 0 0,-1 1 0 0 0,0-4 0 0 0,-18-42 964 0 0,-3 18-1319 0 0,6 19-3851 0 0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7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0 616 0 0,'8'11'2040'0'0,"0"3"-1213"0"0,-1 0-1 0 0,-1 0 0 0 0,0 0 0 0 0,0 1 1 0 0,6 31 3161 0 0,-12-52-3991 0 0,1 0 0 0 0,0 0 0 0 0,1 0 0 0 0,0 0 0 0 0,0 0 0 0 0,0 0 0 0 0,0 0 0 0 0,1 1-1 0 0,0-1 1 0 0,0 1 0 0 0,1 0 0 0 0,0 0 0 0 0,-1 0 0 0 0,2 0 0 0 0,-1 1 0 0 0,7-6 0 0 0,43-3-6331 0 0,-39 12 3864 0 0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7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6 254 436 0 0,'0'0'2572'0'0,"-2"16"-532"0"0,-2 25-259 0 0,4-39-1772 0 0,0-1 0 0 0,0 0 1 0 0,0 0-1 0 0,0 0 1 0 0,1 0-1 0 0,-1 0 0 0 0,0 0 1 0 0,1 0-1 0 0,-1 0 1 0 0,0 0-1 0 0,1 0 0 0 0,-1 0 1 0 0,1 0-1 0 0,0 0 1 0 0,-1 0-1 0 0,1 0 1 0 0,0 0-1 0 0,-1-1 0 0 0,1 1 1 0 0,0 0-1 0 0,0 0 1 0 0,0-1-1 0 0,0 1 0 0 0,0 0 1 0 0,0-1-1 0 0,-1 1 1 0 0,1-1-1 0 0,1 0 0 0 0,-1 1 1 0 0,0-1-1 0 0,0 0 1 0 0,0 1-1 0 0,0-1 0 0 0,0 0 1 0 0,2 0-1 0 0,-1 0-13 0 0,1-1 0 0 0,-1 0 0 0 0,0 1 0 0 0,0-1 0 0 0,1 0 0 0 0,-1 0 0 0 0,0 0 1 0 0,0 0-1 0 0,0-1 0 0 0,0 1 0 0 0,0 0 0 0 0,0-1 0 0 0,-1 0 0 0 0,1 1 0 0 0,0-1 0 0 0,-1 0 0 0 0,1 0 0 0 0,-1 0 0 0 0,0 0 0 0 0,3-4 0 0 0,19-46 302 0 0,-22 49-253 0 0,5-11 198 0 0,-2-1-1 0 0,0 0 1 0 0,-1 1 0 0 0,-1-1 0 0 0,0-1 0 0 0,0 1 0 0 0,-2 0-1 0 0,-1-17 1 0 0,0 18 694 0 0,-1 0 0 0 0,-1 0 0 0 0,0 1 0 0 0,-1-1 0 0 0,-7-15 0 0 0,11 28-502 0 0,0 1-417 0 0,0 0 0 0 0,0 0 0 0 0,0 0 0 0 0,0 0 0 0 0,0 1 0 0 0,0-1 0 0 0,0 0 0 0 0,-1 0 0 0 0,1 0-1 0 0,0 0 1 0 0,0 0 0 0 0,0 1 0 0 0,0-1 0 0 0,0 0 0 0 0,0 0 0 0 0,0 0 0 0 0,0 0 0 0 0,0 0-1 0 0,-1 0 1 0 0,1 1 0 0 0,0-1 0 0 0,0 0 0 0 0,0 0 0 0 0,0 0 0 0 0,0 0 0 0 0,-1 0 0 0 0,1 0 0 0 0,0 0-1 0 0,0 0 1 0 0,0 0 0 0 0,0 0 0 0 0,0 0 0 0 0,-1 0 0 0 0,1 0 0 0 0,0 0 0 0 0,0 0 0 0 0,0 0-1 0 0,0 0 1 0 0,-1 0 0 0 0,1 0 0 0 0,0 0 0 0 0,0 0 0 0 0,0 0 0 0 0,0 0 0 0 0,-1 0 0 0 0,1 0 0 0 0,0 0-1 0 0,0 0 1 0 0,0 0 0 0 0,0 0 0 0 0,0 0 0 0 0,-1 0 0 0 0,1-1 0 0 0,0 1 0 0 0,0 0 0 0 0,0 0 0 0 0,0 0-1 0 0,0 0 1 0 0,0 0 0 0 0,0 0 0 0 0,0-1 0 0 0,0 1 0 0 0,-1 0 0 0 0,-9 15 462 0 0,9-14-516 0 0,-4 15 58 0 0,1 0 1 0 0,0 1 0 0 0,1-1-1 0 0,1 1 1 0 0,1 0-1 0 0,0-1 1 0 0,1 1-1 0 0,1 0 1 0 0,4 22-1 0 0,15 56-2984 0 0,8-8-4392 0 0,-15-52 3322 0 0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9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69 341 340 0 0,'-3'8'8322'0'0,"8"-7"-3523"0"0,24-12-2154 0 0,33-24-2751 0 0,-32 14 504 0 0,-1-1 0 0 0,-2-2 0 0 0,27-27 0 0 0,-45 41-311 0 0,0 0 1 0 0,-1-1-1 0 0,0 1 0 0 0,-1-2 1 0 0,0 1-1 0 0,0-1 1 0 0,-1 0-1 0 0,-1 0 0 0 0,0-1 1 0 0,0 1-1 0 0,3-20 0 0 0,-8 31-86 0 0,0 0-1 0 0,0 0 0 0 0,0 0 0 0 0,0 0 0 0 0,0 0 0 0 0,0 0 1 0 0,0 0-1 0 0,0 0 0 0 0,0 0 0 0 0,-1 0 0 0 0,1 0 1 0 0,0 0-1 0 0,-1 0 0 0 0,1 0 0 0 0,0 0 0 0 0,-1 0 1 0 0,1 0-1 0 0,-1 0 0 0 0,0 1 0 0 0,1-1 0 0 0,-1 0 0 0 0,0 0 1 0 0,1 0-1 0 0,-1 1 0 0 0,0-1 0 0 0,0 1 0 0 0,0-1 1 0 0,0 0-1 0 0,0 1 0 0 0,1-1 0 0 0,-1 1 0 0 0,0 0 1 0 0,0-1-1 0 0,0 1 0 0 0,0 0 0 0 0,0 0 0 0 0,0-1 0 0 0,0 1 1 0 0,0 0-1 0 0,-1 0 0 0 0,1 0 0 0 0,0 0 0 0 0,-2 1 1 0 0,-47 7-43 0 0,48-8 44 0 0,-26 8-33 0 0,1 0 1 0 0,0 2-1 0 0,0 0 1 0 0,1 2-1 0 0,0 2 0 0 0,1 0 1 0 0,0 1-1 0 0,2 1 1 0 0,-23 21-1 0 0,44-36-7 0 0,0 1 1 0 0,0 0-1 0 0,0 0 0 0 0,0 0 1 0 0,0 0-1 0 0,1 1 0 0 0,-1-1 1 0 0,1 0-1 0 0,-1 1 0 0 0,1-1 1 0 0,0 1-1 0 0,0-1 0 0 0,0 1 1 0 0,0 0-1 0 0,1-1 1 0 0,-1 1-1 0 0,1 0 0 0 0,-1 0 1 0 0,1-1-1 0 0,0 1 0 0 0,0 0 1 0 0,0 0-1 0 0,1-1 0 0 0,-1 1 1 0 0,1 0-1 0 0,-1 0 0 0 0,1-1 1 0 0,0 1-1 0 0,2 3 0 0 0,3 5-150 0 0,1 0-1 0 0,0-1 0 0 0,1 0 0 0 0,0 0 1 0 0,14 12-1 0 0,21 28-665 0 0,-38-39 706 0 0,1 1-1 0 0,-2-1 1 0 0,6 21 0 0 0,-7-21 74 0 0,0 0 1 0 0,1-1-1 0 0,0 1 1 0 0,8 13-1 0 0,-10-20 66 0 0,1-1 0 0 0,-1 0-1 0 0,1 0 1 0 0,-1 0-1 0 0,1-1 1 0 0,0 1-1 0 0,0 0 1 0 0,0-1 0 0 0,1 0-1 0 0,-1 0 1 0 0,0 0-1 0 0,1 0 1 0 0,-1 0 0 0 0,1-1-1 0 0,0 0 1 0 0,7 2-1 0 0,2-1-31 0 0,1 0 0 0 0,0-1-1 0 0,-1-1 1 0 0,1 0 0 0 0,0-1-1 0 0,-1 0 1 0 0,1-1 0 0 0,-1-1-1 0 0,1 0 1 0 0,-1 0 0 0 0,19-9-1 0 0,-15 4 73 0 0,1 0 0 0 0,-1-1-1 0 0,-1 0 1 0 0,0-2 0 0 0,-1 0-1 0 0,1 0 1 0 0,21-24 0 0 0,-36 34 43 0 0,0 0-17 0 0,0 0-37 0 0,-1 1 0 0 0,1-1 0 0 0,0 0 0 0 0,-1 1 0 0 0,1-1 0 0 0,0 1 0 0 0,0-1 1 0 0,-1 1-1 0 0,1-1 0 0 0,0 1 0 0 0,0 0 0 0 0,0-1 0 0 0,-1 1 0 0 0,1 0 0 0 0,0-1 0 0 0,0 1 0 0 0,0 0 0 0 0,0 0 0 0 0,0 0 0 0 0,1 0 0 0 0,36 89 176 0 0,-37-88-193 0 0,-1-1 0 0 0,1 1 0 0 0,-1 0-1 0 0,1 0 1 0 0,0-1 0 0 0,-1 1 0 0 0,1-1-1 0 0,0 1 1 0 0,0 0 0 0 0,-1-1 0 0 0,1 0-1 0 0,0 1 1 0 0,0-1 0 0 0,0 1 0 0 0,0-1-1 0 0,0 0 1 0 0,-1 0 0 0 0,1 1 0 0 0,0-1-1 0 0,0 0 1 0 0,0 0 0 0 0,0 0 0 0 0,0 0-1 0 0,0 0 1 0 0,0 0 0 0 0,0 0 0 0 0,0-1-1 0 0,0 1 1 0 0,0 0 0 0 0,-1 0 0 0 0,1-1-1 0 0,0 1 1 0 0,0 0 0 0 0,1-1 0 0 0,33-21 1 0 0,-21 13 14 0 0,67-38-15 0 0,-80 46-8 0 0,7 2-5 0 0,0 0-1 0 0,0 0 1 0 0,0 1 0 0 0,0 0 0 0 0,9 3 0 0 0,-9-2-45 0 0,-1 1 0 0 0,1-2 0 0 0,0 1 0 0 0,0-1-1 0 0,1 0 1 0 0,14 1 0 0 0,-17-4 12 0 0,-1 1 0 0 0,0-1 1 0 0,0 0-1 0 0,0 0 0 0 0,1 0 0 0 0,-1-1 0 0 0,0 0 0 0 0,-1 0 0 0 0,1 0 0 0 0,0 0 0 0 0,-1-1 0 0 0,6-4 1 0 0,1-1-34 0 0,0-1 0 0 0,-1 0 0 0 0,0 0 0 0 0,-1-1 1 0 0,0-1-1 0 0,-1 1 0 0 0,0-1 0 0 0,-1-1 0 0 0,10-19 1 0 0,-7 9 381 0 0,-1 1 1 0 0,-1-1 0 0 0,-1 0 0 0 0,7-38-1 0 0,-14 58 63 0 0,-2 0 79 0 0,-2 7-179 0 0,-10 19-97 0 0,10-17-158 0 0,1 0 0 0 0,0 0 0 0 0,0 1 0 0 0,0-1 0 0 0,-2 16 0 0 0,3 7 46 0 0,1-22-52 0 0,0-1 0 0 0,0 1-1 0 0,1 0 1 0 0,1 0-1 0 0,1 11 1 0 0,-1-16-8 0 0,0 0 0 0 0,0 0 0 0 0,0 1 0 0 0,1-1 0 0 0,-1 0 0 0 0,1-1 0 0 0,0 1 0 0 0,-1 0 0 0 0,2 0 0 0 0,-1-1 0 0 0,0 1 0 0 0,0-1 0 0 0,1 0 0 0 0,-1 1 0 0 0,1-1 0 0 0,5 3 0 0 0,35 19-98 0 0,-32-18-93 0 0,1 0 0 0 0,-1 1 0 0 0,0 0 0 0 0,-1 0 0 0 0,19 18-1 0 0,-28-23 101 0 0,-2 0 76 0 0,1-1 0 0 0,-1 1 0 0 0,0-1 0 0 0,0 0 0 0 0,0 1 0 0 0,0-1 0 0 0,0 0 1 0 0,0 1-1 0 0,0-1 0 0 0,0 0 0 0 0,-1 0 0 0 0,1 0 0 0 0,0 0 0 0 0,-1 0 0 0 0,1 0 0 0 0,-1-1 0 0 0,-2 2 1 0 0,-35 13-141 0 0,23-11-53 0 0,-1-1-1 0 0,1 0 0 0 0,-27-1 1 0 0,3-8-7236 0 0,30 1 4029 0 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9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84 696 0 0,'2'1'10368'0'0,"27"-1"-10194"0"0,-18-1 35 0 0,0 0 0 0 0,0-1-1 0 0,-1 0 1 0 0,1-1 0 0 0,0 0 0 0 0,-1-1 0 0 0,0 0 0 0 0,0 0 0 0 0,0-1 0 0 0,-1-1 0 0 0,15-9 0 0 0,-24 14-195 0 0,1 1 0 0 0,-1 0 0 0 0,1 0-1 0 0,-1-1 1 0 0,1 1 0 0 0,-1 0 0 0 0,1-1 0 0 0,-1 1 0 0 0,0-1 0 0 0,1 1 0 0 0,-1-1 0 0 0,1 1 0 0 0,-1-1 0 0 0,0 1 0 0 0,0-1 0 0 0,1 1 0 0 0,-1-1 0 0 0,0 1 0 0 0,0-1 0 0 0,1 1 0 0 0,-1-1 0 0 0,0 1 0 0 0,0-1 0 0 0,0 0 0 0 0,0 1 0 0 0,0-1 0 0 0,0 1 0 0 0,0-1 0 0 0,0 1 0 0 0,0-1 0 0 0,0 0 0 0 0,0 1 0 0 0,-1-1 0 0 0,1 1 0 0 0,0-1 0 0 0,0 1 0 0 0,0-1 0 0 0,-1 1 0 0 0,1-1 0 0 0,0 1-1 0 0,-1-1 1 0 0,1 1 0 0 0,0-1 0 0 0,-1 1 0 0 0,1-1 0 0 0,-1 1 0 0 0,1 0 0 0 0,-1-1 0 0 0,1 1 0 0 0,-1 0 0 0 0,1-1 0 0 0,-1 1 0 0 0,0-1 0 0 0,-22-8 117 0 0,21 9-86 0 0,-2 0-11 0 0,1 1-23 0 0,0-1 0 0 0,0 0 0 0 0,-1 1-1 0 0,1 0 1 0 0,0-1 0 0 0,0 1 0 0 0,0 1 0 0 0,0-1-1 0 0,1 0 1 0 0,-1 1 0 0 0,0-1 0 0 0,0 1 0 0 0,1 0-1 0 0,-1 0 1 0 0,1 0 0 0 0,0 0 0 0 0,-1 0-1 0 0,1 1 1 0 0,0-1 0 0 0,0 1 0 0 0,0-1 0 0 0,-2 5-1 0 0,4-4-97 0 0,-1-1-1 0 0,0 1 0 0 0,1 0 0 0 0,-1-1 0 0 0,1 1 0 0 0,0 0 1 0 0,0-1-1 0 0,0 1 0 0 0,0 0 0 0 0,0-1 0 0 0,1 1 0 0 0,-1-1 1 0 0,1 1-1 0 0,0 0 0 0 0,-1-1 0 0 0,1 1 0 0 0,0-1 0 0 0,1 0 1 0 0,-1 1-1 0 0,0-1 0 0 0,1 0 0 0 0,-1 0 0 0 0,1 1 0 0 0,0-1 1 0 0,0-1-1 0 0,0 1 0 0 0,0 0 0 0 0,0 0 0 0 0,2 1 0 0 0,42 24-6990 0 0,-34-23 4130 0 0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29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94 270 256 0 0,'0'0'3050'0'0,"-16"-12"504"0"0,12 13-3318 0 0,1-1 0 0 0,-1 1 0 0 0,1 0 0 0 0,-1 0 0 0 0,1 0 0 0 0,-1 0 1 0 0,1 1-1 0 0,0-1 0 0 0,-1 1 0 0 0,1 0 0 0 0,0 0 0 0 0,0 0 0 0 0,1 1 0 0 0,-4 2 0 0 0,3-2-153 0 0,0 0 0 0 0,1 0 0 0 0,0 1 0 0 0,0-1 0 0 0,0 0 0 0 0,0 1 0 0 0,0 0 0 0 0,1-1 0 0 0,-1 1 0 0 0,1 0 0 0 0,0 0 0 0 0,0 0 0 0 0,0 0 0 0 0,1 0 0 0 0,0 0 0 0 0,-1 0 0 0 0,1 0 0 0 0,1 0 0 0 0,0 6 0 0 0,-1-9-97 0 0,1 0 1 0 0,-1 0-1 0 0,1 0 1 0 0,-1 0-1 0 0,1-1 0 0 0,-1 1 1 0 0,1 0-1 0 0,0 0 0 0 0,-1-1 1 0 0,1 1-1 0 0,0-1 1 0 0,-1 1-1 0 0,1 0 0 0 0,0-1 1 0 0,0 1-1 0 0,0-1 0 0 0,0 0 1 0 0,0 1-1 0 0,-1-1 1 0 0,1 0-1 0 0,0 1 0 0 0,0-1 1 0 0,0 0-1 0 0,0 0 0 0 0,0 0 1 0 0,0 0-1 0 0,0 0 1 0 0,0 0-1 0 0,0 0 0 0 0,0 0 1 0 0,0 0-1 0 0,0 0 0 0 0,0-1 1 0 0,0 1-1 0 0,-1 0 1 0 0,3-1-1 0 0,28-10-249 0 0,-25 8 236 0 0,0-1 0 0 0,0 0 0 0 0,0-1 0 0 0,0 1 0 0 0,-1-1 0 0 0,0 0 0 0 0,0 0 0 0 0,0 0 0 0 0,-1-1 0 0 0,1 0 0 0 0,-1 0 0 0 0,5-11 0 0 0,2-7 122 0 0,-1 0 0 0 0,8-29 0 0 0,-1 3 219 0 0,-12 35 221 0 0,-1-1 0 0 0,-1 0 1 0 0,0 0-1 0 0,0 0 0 0 0,-1-24 0 0 0,-2 39-408 0 0,1 1 0 0 0,-1-1 1 0 0,0 1-1 0 0,0-1 0 0 0,0 0 1 0 0,0 1-1 0 0,1-1 0 0 0,-1 0 1 0 0,0 1-1 0 0,0-1 1 0 0,0 0-1 0 0,0 1 0 0 0,0-1 1 0 0,-1 1-1 0 0,1-1 0 0 0,0 0 1 0 0,0 1-1 0 0,0-1 0 0 0,0 0 1 0 0,-1 1-1 0 0,1-1 0 0 0,0 1 1 0 0,-1-1-1 0 0,1 1 0 0 0,0-1 1 0 0,-1 1-1 0 0,1-1 0 0 0,-1 1 1 0 0,1-1-1 0 0,-1 0 1 0 0,-9 21 573 0 0,7-10-874 0 0,1 0 0 0 0,0 0 0 0 0,0 0 0 0 0,1 0 0 0 0,0 10 0 0 0,4 47-1750 0 0,0-1-1463 0 0,4-22-3060 0 0,-1-26 2729 0 0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30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78 400 380 0 0,'0'0'1139'0'0,"0"-1"-850"0"0,-1 0 0 0 0,1 1 0 0 0,-1-1 0 0 0,1 0 0 0 0,-1 1 0 0 0,1-1 0 0 0,-1 0 0 0 0,1 1 0 0 0,-1-1 0 0 0,1 1 0 0 0,-1-1 0 0 0,0 1 0 0 0,1-1 0 0 0,-1 1 0 0 0,0 0 0 0 0,1-1 0 0 0,-1 1 0 0 0,0 0 0 0 0,0-1 0 0 0,1 1 0 0 0,-1 0 0 0 0,0 0 0 0 0,0 0 0 0 0,0 0 0 0 0,-1 0 0 0 0,-6 8 42 0 0,1 1 0 0 0,0 0 1 0 0,1 0-1 0 0,-1 1 0 0 0,2-1 1 0 0,-1 1-1 0 0,2 1 0 0 0,-5 11 0 0 0,8-21-292 0 0,2 0-34 0 0,-1 1 0 0 0,0-1 0 0 0,0 0 0 0 0,1 0 0 0 0,-1 0 0 0 0,0-1 0 0 0,1 1 0 0 0,-1 0 0 0 0,1 0 0 0 0,-1 0 0 0 0,1 0 0 0 0,0 0 0 0 0,-1 0 0 0 0,1-1 0 0 0,0 1 0 0 0,0 0 0 0 0,-1-1 0 0 0,1 1-1 0 0,2 1 1 0 0,3-5 5 0 0,1-1 0 0 0,-1 1-1 0 0,0-1 1 0 0,0 0-1 0 0,0 0 1 0 0,-1-1-1 0 0,0 0 1 0 0,1 0-1 0 0,-2 0 1 0 0,1-1-1 0 0,-1 1 1 0 0,7-12-1 0 0,7-13 68 0 0,19-42 0 0 0,-25 46-23 0 0,0 5 69 0 0,-1-1 1 0 0,-2-1-1 0 0,0 0 0 0 0,-2 0 0 0 0,0 0 0 0 0,-2-1 0 0 0,0 0 0 0 0,-2-1 0 0 0,1-40 0 0 0,-4 63-114 0 0,0 0 1 0 0,-1 1-1 0 0,1-1 0 0 0,-1 0 1 0 0,1 1-1 0 0,-1-1 1 0 0,0 1-1 0 0,0-1 1 0 0,0 1-1 0 0,0-1 1 0 0,0 1-1 0 0,0 0 1 0 0,0-1-1 0 0,0 1 0 0 0,-1 0 1 0 0,1 0-1 0 0,0 0 1 0 0,-1 0-1 0 0,1 0 1 0 0,-1 0-1 0 0,1 0 1 0 0,-1 0-1 0 0,1 1 1 0 0,-1-1-1 0 0,0 1 0 0 0,1-1 1 0 0,-1 1-1 0 0,0-1 1 0 0,0 1-1 0 0,1 0 1 0 0,-1 0-1 0 0,0 0 1 0 0,1 0-1 0 0,-1 0 1 0 0,0 0-1 0 0,0 1 0 0 0,1-1 1 0 0,-1 0-1 0 0,-2 2 1 0 0,1-2-6 0 0,0 1 0 0 0,0 0 0 0 0,0-1 0 0 0,0 1 0 0 0,0 1 0 0 0,0-1 0 0 0,1 0 0 0 0,-1 1 0 0 0,0-1 0 0 0,1 1-1 0 0,-1 0 1 0 0,1 0 0 0 0,-1 0 0 0 0,1 0 0 0 0,0 0 0 0 0,0 1 0 0 0,0-1 0 0 0,0 1 0 0 0,1-1 0 0 0,-1 1 0 0 0,0 0 0 0 0,1-1 0 0 0,0 1 0 0 0,-2 6 0 0 0,2-4-5 0 0,1 0 0 0 0,0-1 0 0 0,0 1 0 0 0,0 0 0 0 0,0 0 0 0 0,1-1 0 0 0,0 1-1 0 0,0 0 1 0 0,0-1 0 0 0,1 1 0 0 0,-1-1 0 0 0,1 1 0 0 0,4 7 0 0 0,43 55-116 0 0,-39-55 75 0 0,-1 0-1 0 0,0 0 0 0 0,-1 1 0 0 0,9 18 0 0 0,-10-15 9 0 0,-2-1 1 0 0,0 1-1 0 0,0 0 0 0 0,-2 0 1 0 0,0 1-1 0 0,-1-1 1 0 0,0 1-1 0 0,-2 21 0 0 0,-1-31-275 0 0,-2 24 57 0 0,4-19-7301 0 0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30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1260 0 0,'0'-9'419'0'0,"0"-17"6376"0"0,0 17-6985 0 0,0 0-3654 0 0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31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80 776 0 0,'0'0'1758'0'0,"3"38"3705"0"0,-22 43-80 0 0,19-81-5370 0 0,0 1 0 0 0,0-1 0 0 0,0 0 0 0 0,0 1 0 0 0,0-1 0 0 0,1 0 1 0 0,-1 1-1 0 0,0-1 0 0 0,0 0 0 0 0,0 0 0 0 0,0 1 0 0 0,1-1 0 0 0,-1 0 0 0 0,0 0 0 0 0,0 1 0 0 0,1-1 1 0 0,-1 0-1 0 0,0 0 0 0 0,0 1 0 0 0,1-1 0 0 0,-1 0 0 0 0,0 0 0 0 0,1 0 0 0 0,-1 0 0 0 0,0 0 0 0 0,1 0 0 0 0,-1 1 1 0 0,0-1-1 0 0,1 0 0 0 0,-1 0 0 0 0,0 0 0 0 0,1 0 0 0 0,-1 0 0 0 0,0 0 0 0 0,1 0 0 0 0,-1 0 0 0 0,0 0 1 0 0,0-1-1 0 0,1 1 0 0 0,-1 0 0 0 0,0 0 0 0 0,1 0 0 0 0,-1 0 0 0 0,0 0 0 0 0,1 0 0 0 0,-1-1 0 0 0,0 1 0 0 0,0 0 1 0 0,1 0-1 0 0,-1-1 0 0 0,0 1 0 0 0,0 0 0 0 0,1 0 0 0 0,-1-1 0 0 0,0 1 0 0 0,0 0 0 0 0,0 0 0 0 0,1-1 1 0 0,13-10 180 0 0,15-14 56 0 0,-21 18-203 0 0,0 0 0 0 0,0 0 0 0 0,0 1 0 0 0,1 0 0 0 0,0 1-1 0 0,12-6 1 0 0,-17 10-48 0 0,-1 0 1 0 0,1 0-1 0 0,0 0 0 0 0,1 1 0 0 0,-1 0 0 0 0,0-1 0 0 0,0 1 0 0 0,0 1 0 0 0,0-1 1 0 0,0 0-1 0 0,0 1 0 0 0,5 1 0 0 0,3 1-62 0 0,14 0-134 0 0,0-1 0 0 0,0 0 1 0 0,41-5-1 0 0,-59 3 219 0 0,-1-1-1 0 0,0 0 1 0 0,1 0 0 0 0,-1-1-1 0 0,0 0 1 0 0,0-1 0 0 0,0 1-1 0 0,-1-1 1 0 0,1 0-1 0 0,-1-1 1 0 0,1 0 0 0 0,-1 0-1 0 0,0 0 1 0 0,-1-1-1 0 0,1 0 1 0 0,-1 0 0 0 0,7-7-1 0 0,-1-22 1621 0 0,-11 33-1564 0 0,0 0-1 0 0,1 0 1 0 0,-1 0 0 0 0,0 1-1 0 0,0-1 1 0 0,0 0 0 0 0,0 0-1 0 0,0 0 1 0 0,0 1 0 0 0,0-1-1 0 0,0 0 1 0 0,0 0 0 0 0,0 0-1 0 0,-1 0 1 0 0,1 1 0 0 0,0-1-1 0 0,0 0 1 0 0,-1 0-1 0 0,1 1 1 0 0,0-1 0 0 0,-1 0-1 0 0,1 1 1 0 0,-1-1 0 0 0,1 0-1 0 0,-1 1 1 0 0,1-1 0 0 0,-1 0-1 0 0,0 1 1 0 0,1-1 0 0 0,-1 1-1 0 0,0-1 1 0 0,1 1 0 0 0,-1 0-1 0 0,0-1 1 0 0,0 1 0 0 0,1 0-1 0 0,-1-1 1 0 0,0 1-1 0 0,0 0 1 0 0,0 0 0 0 0,0 0-1 0 0,-3 0-21 0 0,1 1-1 0 0,0 0 0 0 0,0 1 0 0 0,0-1 0 0 0,0 0 0 0 0,0 1 0 0 0,0 0 0 0 0,1-1 0 0 0,-1 1 0 0 0,0 0 0 0 0,1 1 0 0 0,0-1 0 0 0,-1 0 0 0 0,-1 4 0 0 0,-32 38 491 0 0,34-42-523 0 0,-16 26 417 0 0,0 2 0 0 0,2 1-1 0 0,1 0 1 0 0,-11 36 0 0 0,-6 10-3224 0 0,-6-3-8413 0 0,31-62 6152 0 0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31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44 1340 0 0,'4'-5'3904'0'0,"1"-7"705"0"0,0-2-473 0 0,-8 2-4316 0 0,-27 22-10929 0 0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34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18 448 0 0,'-2'-9'12064'0'0,"89"2"-11599"0"0,137 6-1 0 0,-102 3-376 0 0,24 2-7 0 0,72 16-18 0 0,126-7-39 0 0,-150-11-2 0 0,-3 11-13 0 0,60 0 13 0 0,415 19 9 0 0,-432-24-43 0 0,-43-3 2 0 0,259 12-4 0 0,-131-3 11 0 0,203 3 14 0 0,-302-15-8 0 0,129-1 14 0 0,-161 1-15 0 0,27 0 7 0 0,121-3 7 0 0,-76 3-9 0 0,337-9 15 0 0,-313 12-10 0 0,67-3 2 0 0,-172-5-21 0 0,18-1 3 0 0,131-6 20 0 0,-175 9-11 0 0,391 2 419 0 0,82 16 721 0 0,-374-11-778 0 0,171 2 157 0 0,-401-8-453 0 0,-12-1 37 0 0,1 1 0 0 0,-1 0 0 0 0,1 1 0 0 0,13 3 0 0 0,-21-3-41 0 0,2-2 55 0 0,0 0 1 0 0,0 0-1 0 0,0 1 0 0 0,0 0 1 0 0,1 0-1 0 0,-1 0 1 0 0,0 1-1 0 0,6 0 0 0 0,-9 0 18 0 0,1-1 15 0 0,0 1 0 0 0,1-1 0 0 0,-1 0 0 0 0,1 0 0 0 0,-1 0 0 0 0,0 0 0 0 0,1 0 0 0 0,6-2 0 0 0,-5 1 140 0 0,59-5 3854 0 0,-55-1-2203 0 0,-9 7-1984 0 0,0 0 1 0 0,-1 0-1 0 0,1 0 1 0 0,0 0-1 0 0,0 0 1 0 0,0 0-1 0 0,0 0 1 0 0,0 0-1 0 0,0 0 1 0 0,-1 0-1 0 0,1 0 1 0 0,0 0-1 0 0,0 0 1 0 0,0 0-1 0 0,0 0 1 0 0,0 0-1 0 0,0 0 1 0 0,-1 0-1 0 0,1 0 1 0 0,0 0-1 0 0,0 0 1 0 0,0 0-1 0 0,0 0 1 0 0,0-1-1 0 0,0 1 1 0 0,0 0-1 0 0,0 0 1 0 0,-1 0-1 0 0,1 0 1 0 0,0 0 0 0 0,0 0-1 0 0,0 0 1 0 0,0-1-1 0 0,0 1 1 0 0,0 0-1 0 0,0 0 1 0 0,0 0-1 0 0,0 0 1 0 0,0 0-1 0 0,0 0 1 0 0,0-1-1 0 0,0 1 1 0 0,0 0-1 0 0,0 0 1 0 0,0 0-1 0 0,0 0 1 0 0,0 0-1 0 0,0 0 1 0 0,0-1-1 0 0,0 1 1 0 0,0 0-1 0 0,0 0 1 0 0,0 0-1 0 0,0 0 1 0 0,1 0-1 0 0,-1 0 1 0 0,0-1-1 0 0,0 1 1 0 0,0 0 0 0 0,0 0-1 0 0,0 0 1 0 0,0 0-1 0 0,0 0 1 0 0,0 0-1 0 0,0 0 1 0 0,1 0-1 0 0,-1 0 1 0 0,0 0-1 0 0,-16 2-1032 0 0,-17 3-3295 0 0,9-2-2952 0 0,1-2 1307 0 0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36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202 133 404 0 0,'0'0'1052'0'0,"0"-37"3766"0"0,1 33-4622 0 0,-1 1-1 0 0,0-1 1 0 0,0 0 0 0 0,0 1-1 0 0,0-1 1 0 0,-1 0 0 0 0,0 1-1 0 0,0-1 1 0 0,0 1 0 0 0,0-1-1 0 0,0 1 1 0 0,0-1 0 0 0,-1 1-1 0 0,0 0 1 0 0,0-1 0 0 0,0 1-1 0 0,0 0 1 0 0,0 1 0 0 0,-1-1-1 0 0,1 0 1 0 0,-1 1 0 0 0,0-1-1 0 0,1 1 1 0 0,-1 0 0 0 0,0-1-1 0 0,-1 2 1 0 0,1-1 0 0 0,0 0 0 0 0,0 1-1 0 0,-1-1 1 0 0,1 1 0 0 0,-1 0-1 0 0,1 0 1 0 0,-1 0 0 0 0,0 1-1 0 0,-4-1 1 0 0,7 2-186 0 0,0-1 1 0 0,1 1-1 0 0,-1-1 0 0 0,0 1 1 0 0,0 0-1 0 0,0-1 1 0 0,1 1-1 0 0,-1 0 0 0 0,0 0 1 0 0,1 0-1 0 0,-1-1 1 0 0,1 1-1 0 0,-1 0 0 0 0,1 0 1 0 0,-1 0-1 0 0,1 0 1 0 0,0 0-1 0 0,-1 0 0 0 0,1 0 1 0 0,0 0-1 0 0,0 0 0 0 0,0 0 1 0 0,0 0-1 0 0,0 2 1 0 0,-1 34 203 0 0,3-28-192 0 0,1 2 12 0 0,-1 1 0 0 0,0-1 0 0 0,-1 0 1 0 0,-1 21-1 0 0,0-29-27 0 0,0 0 1 0 0,-1 0 0 0 0,1 0-1 0 0,-1 1 1 0 0,0-1 0 0 0,0 0-1 0 0,0 0 1 0 0,-1 0 0 0 0,1-1 0 0 0,-1 1-1 0 0,1 0 1 0 0,-1 0 0 0 0,0-1-1 0 0,0 1 1 0 0,0-1 0 0 0,-1 0-1 0 0,1 1 1 0 0,0-1 0 0 0,-1 0-1 0 0,1 0 1 0 0,-1-1 0 0 0,-4 3-1 0 0,-2 1-707 0 0,-34 16 1995 0 0,29-16-3873 0 0,2-4-3668 0 0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0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31 392 0 0,'-7'-31'13641'0'0,"-17"160"-12564"0"0,-3-55-591 0 0,20-59-1282 0 0,1 0 1 0 0,-8 30 0 0 0,10-35-315 0 0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1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1 123 596 0 0,'1'-18'1704'0'0,"0"0"1"0"0,2-1-1 0 0,0 1 0 0 0,10-30 1 0 0,-12 46-2202 0 0,9 30-6384 0 0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1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69 516 0 0,'6'14'4081'0'0,"-6"-14"-3888"0"0,0 1 0 0 0,0-1 1 0 0,0 1-1 0 0,0-1 0 0 0,0 0 1 0 0,1 1-1 0 0,-1-1 0 0 0,0 1 1 0 0,0-1-1 0 0,0 1 1 0 0,1-1-1 0 0,-1 0 0 0 0,0 1 1 0 0,1-1-1 0 0,-1 0 0 0 0,0 1 1 0 0,1-1-1 0 0,-1 0 1 0 0,0 1-1 0 0,1-1 0 0 0,-1 0 1 0 0,1 0-1 0 0,-1 0 0 0 0,1 1 1 0 0,-1-1-1 0 0,0 0 0 0 0,1 0 1 0 0,-1 0-1 0 0,1 0 1 0 0,-1 0-1 0 0,1 0 0 0 0,0 0 1 0 0,12-10 141 0 0,19-14 1609 0 0,29-30 0 0 0,-60 54-1978 0 0,0-1 1 0 0,0 1-1 0 0,0-1 0 0 0,0 1 1 0 0,0 0-1 0 0,0 0 1 0 0,1-1-1 0 0,-1 1 0 0 0,0 0 1 0 0,0 0-1 0 0,0 0 1 0 0,0 0-1 0 0,0 0 0 0 0,0 0 1 0 0,0 0-1 0 0,0 0 1 0 0,0 0-1 0 0,0 1 0 0 0,0-1 1 0 0,0 0-1 0 0,0 1 1 0 0,0-1-1 0 0,0 1 0 0 0,0-1 1 0 0,0 1-1 0 0,0 0 1 0 0,0-1-1 0 0,0 1 0 0 0,0 0 1 0 0,-1-1-1 0 0,1 1 1 0 0,0 0-1 0 0,0 1 0 0 0,33 36-4889 0 0,-26-28 1160 0 0,-2-3 739 0 0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1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87 380 0 0,'12'-32'9299'0'0,"-8"28"-9077"0"0,0 0 1 0 0,0 0 0 0 0,0 1-1 0 0,0-1 1 0 0,1 1 0 0 0,-1 0-1 0 0,1 0 1 0 0,0 1-1 0 0,0-1 1 0 0,0 1 0 0 0,0 0-1 0 0,1 1 1 0 0,-1-1-1 0 0,8 0 1 0 0,6-2-79 0 0,0 0 1 0 0,0 2-1 0 0,22-1 0 0 0,-34 3-116 0 0,0 1 1 0 0,0-1-1 0 0,0 1 0 0 0,0 1 0 0 0,-1-1 1 0 0,1 1-1 0 0,0 0 0 0 0,0 1 0 0 0,-1-1 0 0 0,0 1 1 0 0,1 1-1 0 0,-1-1 0 0 0,9 8 0 0 0,-12-8-24 0 0,0-1 0 0 0,0 1-1 0 0,-1 0 1 0 0,1 0 0 0 0,-1 0-1 0 0,0 0 1 0 0,0 1 0 0 0,0-1-1 0 0,0 1 1 0 0,0-1 0 0 0,-1 1-1 0 0,0-1 1 0 0,0 1 0 0 0,0 0-1 0 0,0 0 1 0 0,0 0 0 0 0,-1 0-1 0 0,1-1 1 0 0,-1 1 0 0 0,0 0-1 0 0,-1 0 1 0 0,1 0 0 0 0,-1 0-1 0 0,1 0 1 0 0,-1-1 0 0 0,-2 7-1 0 0,-1 1-10 0 0,-1 1-1 0 0,1-1 0 0 0,-2 0 1 0 0,0-1-1 0 0,0 1 0 0 0,-1-1 1 0 0,0 0-1 0 0,-14 13 0 0 0,-3 1-18 0 0,-47 34 0 0 0,42-35-1 0 0,-33 32-1 0 0,62-55 32 0 0,-1 0 0 0 0,1 1-1 0 0,-1-1 1 0 0,1 1-1 0 0,-1-1 1 0 0,1 1 0 0 0,-1-1-1 0 0,1 1 1 0 0,0-1 0 0 0,-1 1-1 0 0,1-1 1 0 0,0 1 0 0 0,-1-1-1 0 0,1 1 1 0 0,0-1 0 0 0,0 1-1 0 0,0 0 1 0 0,-1-1-1 0 0,1 1 1 0 0,0 0 0 0 0,0-1-1 0 0,0 1 1 0 0,0-1 0 0 0,0 1-1 0 0,0 0 1 0 0,0-1 0 0 0,0 1-1 0 0,1 0 1 0 0,-1-1-1 0 0,0 1 1 0 0,0-1 0 0 0,0 1-1 0 0,1 0 1 0 0,-1-1 0 0 0,0 1-1 0 0,1 0 1 0 0,24 11 142 0 0,32-6 55 0 0,-17-7-461 0 0,-1-2-1 0 0,64-13 1 0 0,14-14-8023 0 0,-97 23 5284 0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2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53 129 548 0 0,'12'-31'14278'0'0,"-4"68"-12911"0"0,-8-15-878 0 0,1-1 0 0 0,1 1 0 0 0,5 22 0 0 0,-7-43-487 0 0,0-1 0 0 0,0 0 0 0 0,1 0 0 0 0,-1 0-1 0 0,0 1 1 0 0,0-1 0 0 0,0 0 0 0 0,0 0 0 0 0,0 0 0 0 0,0 1 0 0 0,0-1 0 0 0,0 0 0 0 0,0 0-1 0 0,0 0 1 0 0,0 1 0 0 0,0-1 0 0 0,0 0 0 0 0,0 0 0 0 0,0 1 0 0 0,0-1 0 0 0,0 0 0 0 0,0 0-1 0 0,0 0 1 0 0,0 1 0 0 0,-1-1 0 0 0,1 0 0 0 0,0 0 0 0 0,0 0 0 0 0,0 0 0 0 0,0 1-1 0 0,0-1 1 0 0,-1 0 0 0 0,1 0 0 0 0,0 0 0 0 0,0 0 0 0 0,0 0 0 0 0,0 1 0 0 0,-1-1 0 0 0,1 0-1 0 0,0 0 1 0 0,0 0 0 0 0,0 0 0 0 0,-1 0 0 0 0,-10-3 4 0 0,-6-8-32 0 0,13 9 11 0 0,0-1 1 0 0,0 0-1 0 0,1 0 1 0 0,-1 0-1 0 0,1 0 1 0 0,0-1-1 0 0,0 1 1 0 0,0-1-1 0 0,0 0 1 0 0,1 0-1 0 0,-1 0 1 0 0,1 0-1 0 0,0-1 1 0 0,0 1-1 0 0,1 0 1 0 0,-1-1-1 0 0,1 1 1 0 0,0-1-1 0 0,0 0 1 0 0,1 1-1 0 0,-1-1 1 0 0,1 0-1 0 0,0 1 1 0 0,0-1-1 0 0,1 0 1 0 0,-1 1-1 0 0,1-1 1 0 0,0 1 0 0 0,1-1-1 0 0,-1 0 1 0 0,4-6-1 0 0,-2 5-4 0 0,0-1 0 0 0,0 1 0 0 0,1 0 0 0 0,0 0 0 0 0,1 0 0 0 0,-1 0 0 0 0,1 1 0 0 0,0-1 0 0 0,0 1 0 0 0,1 1 0 0 0,0-1 0 0 0,0 1 0 0 0,0 0 0 0 0,0 0 0 0 0,0 1 0 0 0,1 0 0 0 0,0 0 0 0 0,-1 0 0 0 0,12-2 0 0 0,-8 4-9 0 0,1 0 0 0 0,-1 0 0 0 0,0 1 0 0 0,1 1 0 0 0,-1 0 0 0 0,0 0 0 0 0,0 1 0 0 0,0 1 1 0 0,0-1-1 0 0,0 1 0 0 0,0 1 0 0 0,0 0 0 0 0,-1 1 0 0 0,15 8 0 0 0,-17-8-14 0 0,0-1 1 0 0,0 1 0 0 0,-1 0-1 0 0,1 0 1 0 0,-1 1 0 0 0,0 0-1 0 0,-1 0 1 0 0,0 0-1 0 0,0 1 1 0 0,0 0 0 0 0,-1 0-1 0 0,0 0 1 0 0,0 0 0 0 0,0 1-1 0 0,-1-1 1 0 0,0 1 0 0 0,-1 0-1 0 0,3 16 1 0 0,-5-19 26 0 0,0 1 1 0 0,-1-1-1 0 0,0 0 1 0 0,0 0-1 0 0,0 0 1 0 0,-1 0-1 0 0,1 0 0 0 0,-1 0 1 0 0,0 0-1 0 0,-1-1 1 0 0,1 1-1 0 0,-1-1 1 0 0,0 1-1 0 0,0-1 1 0 0,0 0-1 0 0,-1 0 1 0 0,1 0-1 0 0,-1-1 1 0 0,0 1-1 0 0,0-1 0 0 0,0 0 1 0 0,-1 0-1 0 0,-5 3 1 0 0,-6 3-10 0 0,0 0 1 0 0,0-2-1 0 0,-1 1 1 0 0,0-2-1 0 0,-25 6 1 0 0,21-7-76 0 0,1-2-1 0 0,-28 1 1 0 0,8-3-3513 0 0,32-6-2212 0 0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2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18 319 524 0 0,'17'-2'7913'0'0,"-6"9"-4295"0"0,0 23-2111 0 0,-10-27-1422 0 0,3 9 233 0 0,-1 0-1 0 0,-1 0 1 0 0,0 1-1 0 0,0 0 0 0 0,-1-1 1 0 0,-1 1-1 0 0,-1 18 1 0 0,1-30-37 0 0,-1 0-273 0 0,1-1 1 0 0,-1 0 0 0 0,1 1-1 0 0,-1-1 1 0 0,1 0 0 0 0,-1 0 0 0 0,1 0-1 0 0,-1 1 1 0 0,1-1 0 0 0,-1 0-1 0 0,1 0 1 0 0,-1 0 0 0 0,1 0 0 0 0,-1 0-1 0 0,0 0 1 0 0,1 0 0 0 0,-1 0 0 0 0,1 0-1 0 0,-1 0 1 0 0,1 0 0 0 0,-1-1-1 0 0,1 1 1 0 0,-1 0 0 0 0,1 0 0 0 0,-1 0-1 0 0,1-1 1 0 0,-1 1 0 0 0,1 0 0 0 0,-1 0-1 0 0,1-1 1 0 0,0 1 0 0 0,-1-1-1 0 0,1 1 1 0 0,-1 0 0 0 0,1-1 0 0 0,0 1-1 0 0,0-1 1 0 0,-1 1 0 0 0,1-1 0 0 0,0 0-1 0 0,-20-19 135 0 0,15 11-134 0 0,0-1-1 0 0,1 0 0 0 0,0 0 1 0 0,1-1-1 0 0,0 1 0 0 0,0-1 1 0 0,1 1-1 0 0,1-1 0 0 0,0 0 1 0 0,0 0-1 0 0,1 0 0 0 0,1 1 1 0 0,-1-1-1 0 0,2 0 0 0 0,0 0 1 0 0,0 1-1 0 0,1-1 1 0 0,4-12-1 0 0,1 2 5 0 0,1 0 0 0 0,1 1 0 0 0,0 1 1 0 0,1 0-1 0 0,1 0 0 0 0,1 1 0 0 0,1 1 0 0 0,16-16 1 0 0,-25 27-24 0 0,1 1 1 0 0,0 0-1 0 0,0 1 0 0 0,1 0 1 0 0,-1 0-1 0 0,1 0 1 0 0,0 1-1 0 0,0-1 1 0 0,0 2-1 0 0,1-1 1 0 0,-1 1-1 0 0,1 0 1 0 0,-1 1-1 0 0,1 0 1 0 0,0 0-1 0 0,8 0 1 0 0,-12 1 4 0 0,1 1-1 0 0,-1-1 1 0 0,0 1 0 0 0,1-1 0 0 0,-1 1 0 0 0,0 0 0 0 0,0 1-1 0 0,1-1 1 0 0,-1 1 0 0 0,0 0 0 0 0,-1 0 0 0 0,1 0 0 0 0,0 0-1 0 0,-1 1 1 0 0,1 0 0 0 0,-1 0 0 0 0,1 0 0 0 0,-1 0 0 0 0,0 0-1 0 0,-1 0 1 0 0,1 1 0 0 0,0-1 0 0 0,-1 1 0 0 0,0 0 0 0 0,0 0 0 0 0,0 0-1 0 0,0 0 1 0 0,-1 0 0 0 0,2 7 0 0 0,-2-6 10 0 0,0-1 0 0 0,-1 0 0 0 0,1 1 0 0 0,-1-1 1 0 0,0 1-1 0 0,-1-1 0 0 0,1 1 0 0 0,-1-1 0 0 0,0 0 0 0 0,0 1 0 0 0,0-1 0 0 0,0 0 1 0 0,-1 0-1 0 0,0 0 0 0 0,0 0 0 0 0,0 0 0 0 0,0 0 0 0 0,0 0 0 0 0,-1-1 0 0 0,0 1 1 0 0,0-1-1 0 0,0 0 0 0 0,-4 4 0 0 0,-9 7-391 0 0,0-1 1 0 0,-1-1-1 0 0,-33 17 1 0 0,16-8-2355 0 0,24-17 291 0 0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3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5 1100 0 0,'5'-4'6935'0'0,"-28"50"-5940"0"0,1 1 1 0 0,3 1-1 0 0,-22 82 0 0 0,35-103-842 0 0,1 1 0 0 0,2-1-1 0 0,0 1 1 0 0,2-1 0 0 0,1 1 0 0 0,1 0-1 0 0,1-1 1 0 0,11 48 0 0 0,-12-71-265 0 0,-1-1 0 0 0,1 0 0 0 0,0 1 0 0 0,0-1 0 0 0,1 0 0 0 0,-1 0 0 0 0,0 0 0 0 0,1 0 1 0 0,0 0-1 0 0,0 0 0 0 0,0 0 0 0 0,0-1 0 0 0,0 1 0 0 0,0-1 0 0 0,1 0 0 0 0,-1 1 0 0 0,1-1 1 0 0,0 0-1 0 0,0 0 0 0 0,0-1 0 0 0,0 1 0 0 0,0-1 0 0 0,0 1 0 0 0,0-1 0 0 0,4 1 0 0 0,-1-1-193 0 0,0-1 0 0 0,0 1-1 0 0,0-1 1 0 0,0-1-1 0 0,0 1 1 0 0,-1-1 0 0 0,1 0-1 0 0,0 0 1 0 0,0-1-1 0 0,-1 0 1 0 0,1 0 0 0 0,0 0-1 0 0,6-4 1 0 0,4-2 253 0 0,-1 0 1 0 0,0-1-1 0 0,-1 0 0 0 0,0-2 1 0 0,-1 1-1 0 0,0-2 0 0 0,0 1 1 0 0,20-27-1 0 0,-29 32 871 0 0,1-1 0 0 0,-1 0-1 0 0,0 0 1 0 0,0 0 0 0 0,3-12 0 0 0,-6 17 486 0 0,-1 1-1233 0 0,0 1 0 0 0,0-1-1 0 0,1 1 1 0 0,-1-1 0 0 0,0 1-1 0 0,0-1 1 0 0,0 1 0 0 0,0-1-1 0 0,0 1 1 0 0,0-1 0 0 0,0 1 0 0 0,0-1-1 0 0,0 1 1 0 0,0-1 0 0 0,-1 1-1 0 0,1-1 1 0 0,0 1 0 0 0,0-1 0 0 0,0 1-1 0 0,-1-1 1 0 0,1 1 0 0 0,0-1-1 0 0,-1 1 1 0 0,1-1 0 0 0,0 1 0 0 0,-1-1-1 0 0,-5 2 3 0 0,1 0-1 0 0,0 0 1 0 0,-1 1-1 0 0,1 0 1 0 0,0 0 0 0 0,0 0-1 0 0,0 1 1 0 0,0 0-1 0 0,1 0 1 0 0,-1 0-1 0 0,1 0 1 0 0,-6 6-1 0 0,6-6-45 0 0,1 0 0 0 0,0-1 0 0 0,0 1 0 0 0,1 0 0 0 0,-1 0 0 0 0,0 1 0 0 0,1-1 0 0 0,0 1 0 0 0,0-1 0 0 0,0 1 0 0 0,0 0 0 0 0,1-1-1 0 0,-1 1 1 0 0,1 0 0 0 0,0 0 0 0 0,0 0 0 0 0,1 0 0 0 0,-1 9 0 0 0,1-12-45 0 0,0 1-1 0 0,1 0 1 0 0,0 0-1 0 0,-1 0 1 0 0,1-1-1 0 0,0 1 0 0 0,0 0 1 0 0,0-1-1 0 0,0 1 1 0 0,0 0-1 0 0,0-1 1 0 0,1 0-1 0 0,-1 1 1 0 0,0-1-1 0 0,1 0 1 0 0,-1 1-1 0 0,1-1 1 0 0,0 0-1 0 0,-1 0 1 0 0,1 0-1 0 0,0-1 1 0 0,-1 1-1 0 0,1 0 1 0 0,0-1-1 0 0,0 1 1 0 0,0-1-1 0 0,0 1 1 0 0,2-1-1 0 0,6 2-73 0 0,0-1 1 0 0,0-1-1 0 0,-1 0 0 0 0,13-1 0 0 0,-9-1 94 0 0,-1 0 0 0 0,1-1 1 0 0,-1 0-1 0 0,1-1 0 0 0,-1 0 0 0 0,0-1 0 0 0,-1 0 1 0 0,1-1-1 0 0,-1-1 0 0 0,0 0 0 0 0,-1 0 0 0 0,1-1 1 0 0,-2 0-1 0 0,17-17 0 0 0,12-14 2669 0 0,-35 67-2559 0 0,-22 55-2 0 0,19-81-99 0 0,1 10 34 0 0,-1-12-44 0 0,0 0-1 0 0,0 1 1 0 0,0-1 0 0 0,0 0 0 0 0,0 1 0 0 0,0-1 0 0 0,1 0-1 0 0,-1 1 1 0 0,0-1 0 0 0,0 0 0 0 0,0 0 0 0 0,0 1 0 0 0,0-1-1 0 0,1 0 1 0 0,-1 0 0 0 0,0 1 0 0 0,0-1 0 0 0,1 0 0 0 0,-1 0-1 0 0,0 0 1 0 0,0 1 0 0 0,1-1 0 0 0,-1 0 0 0 0,0 0 0 0 0,0 0-1 0 0,1 0 1 0 0,-1 0 0 0 0,0 1 0 0 0,1-1 0 0 0,-1 0 0 0 0,0 0-1 0 0,0 0 1 0 0,1 0 0 0 0,-1 0 0 0 0,0 0 0 0 0,1 0-1 0 0,-1 0 1 0 0,0 0 0 0 0,1 0 0 0 0,-1 0 0 0 0,0 0 0 0 0,1 0-1 0 0,-1-1 1 0 0,0 1 0 0 0,0 0 0 0 0,1 0 0 0 0,-1 0 0 0 0,135-110-768 0 0,-133 109 753 0 0,-1 0 0 0 0,0 0 0 0 0,0 1 0 0 0,1-1 0 0 0,-1 1 0 0 0,1-1 0 0 0,-1 1 0 0 0,0 0 1 0 0,1-1-1 0 0,-1 1 0 0 0,1 0 0 0 0,-1 0 0 0 0,0 0 0 0 0,1 0 0 0 0,-1 0 0 0 0,1 1 0 0 0,-1-1 1 0 0,1 0-1 0 0,-1 0 0 0 0,0 1 0 0 0,1-1 0 0 0,-1 1 0 0 0,0 0 0 0 0,1-1 0 0 0,-1 1 0 0 0,0 0 1 0 0,0 0-1 0 0,2 1 0 0 0,38 37-43 0 0,-17-15 20 0 0,-20-20 36 0 0,1-1-1 0 0,0 1 0 0 0,0-1 1 0 0,0-1-1 0 0,0 1 0 0 0,1-1 1 0 0,-1 0-1 0 0,1 0 0 0 0,-1 0 1 0 0,1-1-1 0 0,0 0 0 0 0,0 0 1 0 0,-1 0-1 0 0,1-1 0 0 0,0 0 1 0 0,0 0-1 0 0,0 0 1 0 0,9-3-1 0 0,-6 1 81 0 0,0 0 1 0 0,0-1-1 0 0,-1-1 1 0 0,1 1-1 0 0,-1-2 1 0 0,0 1 0 0 0,0-1-1 0 0,0 0 1 0 0,-1-1-1 0 0,12-9 1 0 0,-6-8 951 0 0,-14 26-1123 0 0,-7 26-2366 0 0,4-6-5231 0 0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4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52 492 0 0,'4'-12'2616'0'0,"-3"1"217"0"0,-6-5-1861 0 0,-6 8-1036 0 0,-1 6-352 0 0,-5 1-657 0 0,-3-1-1163 0 0,-7 4 516 0 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6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46 200 0 0,'0'0'10686'0'0,"5"-2"-10582"0"0,42-12 316 0 0,-45 13-334 0 0,1 2-7 0 0,197 0 485 0 0,8-19-216 0 0,-99 14-249 0 0,-14 0-54 0 0,-71 1-23 0 0,-1 1 0 0 0,46 4 0 0 0,-20 1 6 0 0,51-3 1 0 0,-3 0-6 0 0,256 22 7 0 0,69 8 165 0 0,-321-24-72 0 0,56 2 19 0 0,46 2-72 0 0,-26 0-30 0 0,138 14-20 0 0,-3-1 20 0 0,-251-23-41 0 0,209-4 16 0 0,-51 2 5 0 0,-26 2 16 0 0,391-24 157 0 0,22 1 710 0 0,-392 15-313 0 0,73-4 135 0 0,-192 9-496 0 0,239-4 4263 0 0,-325 3-3286 0 0,-9 4-1169 0 0,0 0-1 0 0,0-1 1 0 0,0 1-1 0 0,0 0 1 0 0,0 0-1 0 0,0 0 1 0 0,0 0-1 0 0,0 0 0 0 0,0 0 1 0 0,0 0-1 0 0,0 0 1 0 0,0 0-1 0 0,-1 0 1 0 0,1 0-1 0 0,0-1 1 0 0,0 1-1 0 0,0 0 1 0 0,0 0-1 0 0,0 0 1 0 0,0 0-1 0 0,0 0 0 0 0,0 0 1 0 0,0 0-1 0 0,0 0 1 0 0,0 0-1 0 0,0-1 1 0 0,0 1-1 0 0,1 0 1 0 0,-1 0-1 0 0,0 0 1 0 0,0 0-1 0 0,0 0 1 0 0,0 0-1 0 0,0 0 0 0 0,0 0 1 0 0,0 0-1 0 0,0-1 1 0 0,-22 6-965 0 0,-74 11-10702 0 0,49-9 5629 0 0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8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13025 0 0,'-18'8'1392'0'0,"8"-3"497"0"0,7-5-1303 0 0,-2 0-411 0 0,3 1 532 0 0,0-1 745 0 0,-2 3-3056 0 0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2:48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56 157 672 0 0,'-55'-154'12255'0'0,"55"152"-12199"0"0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01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74 68 0 0,'0'0'1277'0'0,"6"-9"2424"0"0,-6 8-3453 0 0,0 1 0 0 0,0 0 1 0 0,1 0-1 0 0,-1-1 1 0 0,0 1-1 0 0,0 0 0 0 0,0-1 1 0 0,0 1-1 0 0,0 0 1 0 0,0-1-1 0 0,0 1 0 0 0,0 0 1 0 0,0-1-1 0 0,0 1 0 0 0,0 0 1 0 0,0-1-1 0 0,0 1 1 0 0,0 0-1 0 0,0-1 0 0 0,0 1 1 0 0,-2-2 1738 0 0,2 1-1739 0 0,0 1-253 0 0,-1 0 16 0 0,1 1 0 0 0,-1-1-1 0 0,1 0 1 0 0,-1 0 0 0 0,1 0 0 0 0,-1 0 0 0 0,1 0 0 0 0,-1 0-1 0 0,1 0 1 0 0,-1 0 0 0 0,1 0 0 0 0,-1 0 0 0 0,1 0 0 0 0,-1 0 0 0 0,1 0-1 0 0,-1 0 1 0 0,1 0 0 0 0,-1 0 0 0 0,1-1 0 0 0,-1 1 0 0 0,1 0 0 0 0,-1 0-1 0 0,1-1 1 0 0,0 1 0 0 0,-1 0 0 0 0,1-1 0 0 0,-1 1 0 0 0,1 0 0 0 0,0-1-1 0 0,-1 1 1 0 0,1 0 0 0 0,0-1 0 0 0,-1 1 0 0 0,1-1 0 0 0,0 1 0 0 0,0-1-1 0 0,0 1 1 0 0,-1-1 0 0 0,1 1 0 0 0,0-1 0 0 0,0 1 0 0 0,0-1-1 0 0,0 1 1 0 0,0-1 0 0 0,0 1 0 0 0,0-1 0 0 0,0 1 0 0 0,0-1 0 0 0,0 1-1 0 0,0-1 1 0 0,0 1 0 0 0,0-1 0 0 0,1 0 0 0 0,-1-2 72 0 0,11-6 160 0 0,16-12 42 0 0,14 15-130 0 0,-39 6-156 0 0,-1 0 0 0 0,0 0 0 0 0,1 0 1 0 0,-1 0-1 0 0,0 0 0 0 0,0 1 1 0 0,1-1-1 0 0,-1 1 0 0 0,0-1 1 0 0,0 1-1 0 0,0-1 0 0 0,0 1 1 0 0,0-1-1 0 0,1 1 0 0 0,-1 0 1 0 0,0 0-1 0 0,-1 0 0 0 0,1 0 1 0 0,2 1-1 0 0,-3-1-10 0 0,-4 28 43 0 0,1-25-11 0 0,0 0 0 0 0,1 0 0 0 0,-2 0 1 0 0,1-1-1 0 0,0 1 0 0 0,-1-1 0 0 0,1 1 1 0 0,-1-1-1 0 0,0-1 0 0 0,0 1 0 0 0,0 0 1 0 0,-1-1-1 0 0,1 0 0 0 0,-1 0 0 0 0,1 0 1 0 0,-6 1-1 0 0,9-3 335 0 0,0 0-341 0 0,0-1 0 0 0,1 1 1 0 0,-1-1-1 0 0,0 1 0 0 0,0-1 0 0 0,1 1 0 0 0,-1-1 1 0 0,1 0-1 0 0,-1 1 0 0 0,0-1 0 0 0,1 0 0 0 0,-1 0 1 0 0,1 0-1 0 0,0 1 0 0 0,-1-1 0 0 0,1 0 0 0 0,-1 0 1 0 0,1 0-1 0 0,0-1 0 0 0,4-12 8 0 0,-3 12-13 0 0,-1 0 0 0 0,1 0 0 0 0,0 0-1 0 0,0 0 1 0 0,0 1 0 0 0,0-1 0 0 0,1 0 0 0 0,-1 0-1 0 0,0 1 1 0 0,1-1 0 0 0,2-2 0 0 0,2-2 6 0 0,-5 5-12 0 0,3 0-84 0 0,-3 1 76 0 0,-1 0 0 0 0,0 0 1 0 0,0-1-1 0 0,0 1 1 0 0,0 0-1 0 0,1 0 1 0 0,-1 0-1 0 0,0 0 1 0 0,0 0-1 0 0,0 0 0 0 0,1 0 1 0 0,-1-1-1 0 0,0 1 1 0 0,0 0-1 0 0,0 0 1 0 0,1 0-1 0 0,-1 0 1 0 0,0 0-1 0 0,0 0 1 0 0,1 0-1 0 0,-1 0 0 0 0,0 0 1 0 0,0 0-1 0 0,1 0 1 0 0,-1 0-1 0 0,0 0 1 0 0,0 1-1 0 0,0-1 1 0 0,1 0-1 0 0,-1 0 1 0 0,0 0-1 0 0,0 0 0 0 0,0 0 1 0 0,1 0-1 0 0,-1 0 1 0 0,0 1-1 0 0,0-1 1 0 0,0 0-1 0 0,0 0 1 0 0,1 0-1 0 0,-1 0 1 0 0,0 1-1 0 0,1 0-2 0 0,1 16-33 0 0,-2-16 64 0 0,0 0 1 0 0,0 0 0 0 0,0 1-1 0 0,0-1 1 0 0,-1 0 0 0 0,1 0 0 0 0,0 0-1 0 0,-1 0 1 0 0,1 1 0 0 0,-1-1-1 0 0,1 0 1 0 0,-1 0 0 0 0,1 0-1 0 0,-1 0 1 0 0,0 0 0 0 0,0 0-1 0 0,1 0 1 0 0,-1-1 0 0 0,0 1 0 0 0,0 0-1 0 0,0 0 1 0 0,0-1 0 0 0,-2 2 1843 0 0,15-37-1529 0 0,-11 34-486 0 0,-28 32-14363 0 0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11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1043 31 528 0 0,'0'0'1729'0'0,"11"-17"1880"0"0,-7 3 6267 0 0,-26 21-9881 0 0,17-5 3 0 0,-1 1 1 0 0,1 1 0 0 0,0-1-1 0 0,0 1 1 0 0,0 0-1 0 0,0 0 1 0 0,0 0 0 0 0,1 0-1 0 0,-4 6 1 0 0,-3 2 34 0 0,-13 14-47 0 0,2 0-1 0 0,-36 56 1 0 0,41-55 3 0 0,-2 0 0 0 0,0-2 0 0 0,-39 39 0 0 0,-118 105 29 0 0,87-74-19 0 0,13-12 22 0 0,49-58 21 0 0,7-6-43 0 0,0 0 0 0 0,2 1 1 0 0,-17 23-1 0 0,-9 1 42 0 0,0-1 33 0 0,-8 13 120 0 0,37-42-141 0 0,1 1 0 0 0,-17 24-1 0 0,-18 15 107 0 0,47-51-121 0 0,-2 0-30 0 0,1 0-1 0 0,-1 0 1 0 0,1 0-1 0 0,0 0 1 0 0,1 0-1 0 0,-1 1 1 0 0,-3 5-1 0 0,-7 7 20 0 0,12-15 20 0 0,9-13-5688 0 0,0-1 1089 0 0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15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39 776 0 0,'0'0'2092'0'0,"2"-12"773"0"0,-1 0-5 0 0,-1-2-2744 0 0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48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275 248 200 0 0,'0'0'2055'0'0,"3"-4"-1456"0"0,-2 1-293 0 0,1 0 1 0 0,0 1-1 0 0,-1-1 0 0 0,0 0 0 0 0,0 1 1 0 0,1-1-1 0 0,-1 0 0 0 0,-1 0 0 0 0,1 0 0 0 0,0-4 1 0 0,-1 4 817 0 0,-8-34 2017 0 0,1 36-3120 0 0,1 1 1 0 0,0-1-1 0 0,0 1 1 0 0,0 1-1 0 0,0-1 1 0 0,-1 1 0 0 0,1 0-1 0 0,0 0 1 0 0,0 1-1 0 0,0 0 1 0 0,1 0-1 0 0,-1 0 1 0 0,0 1-1 0 0,1-1 1 0 0,-1 1-1 0 0,1 1 1 0 0,0-1 0 0 0,0 1-1 0 0,0 0 1 0 0,-5 6-1 0 0,-5 4-10 0 0,1 0 0 0 0,0 1 0 0 0,1 1-1 0 0,1 0 1 0 0,-12 20 0 0 0,13-17-2 0 0,1 1-1 0 0,1 0 1 0 0,0 0-1 0 0,2 1 1 0 0,-8 33-1 0 0,14-52 2 0 0,1 1-1 0 0,-1-1 1 0 0,1 1-1 0 0,-1-1 1 0 0,1 0-1 0 0,0 1 1 0 0,0-1-1 0 0,0 1 1 0 0,0-1-1 0 0,0 1 1 0 0,1-1-1 0 0,-1 0 1 0 0,1 1-1 0 0,0-1 1 0 0,-1 1-1 0 0,1-1 0 0 0,0 0 1 0 0,0 0-1 0 0,1 0 1 0 0,-1 0-1 0 0,0 0 1 0 0,1 0-1 0 0,1 3 1 0 0,-1-4 12 0 0,1 0 1 0 0,-1 0 0 0 0,0 0-1 0 0,0 0 1 0 0,1-1-1 0 0,-1 1 1 0 0,0-1 0 0 0,1 1-1 0 0,-1-1 1 0 0,0 0 0 0 0,1 0-1 0 0,-1 0 1 0 0,0 0-1 0 0,1 0 1 0 0,-1-1 0 0 0,1 1-1 0 0,-1-1 1 0 0,0 1-1 0 0,0-1 1 0 0,1 0 0 0 0,-1 0-1 0 0,0 0 1 0 0,4-2-1 0 0,15-9 104 0 0,-1-1-1 0 0,0 0 0 0 0,-1-1 0 0 0,-1-1 1 0 0,0-1-1 0 0,30-36 0 0 0,-24 23-24 0 0,-1-1 0 0 0,-2-1 1 0 0,29-57-1 0 0,-42 72-70 0 0,-1-1-1 0 0,-1 0 1 0 0,7-29 0 0 0,-12 42-23 0 0,1-1-1 0 0,-1 0 1 0 0,-1 0 0 0 0,1 0-1 0 0,-1 0 1 0 0,0-1 0 0 0,0 1-1 0 0,0 0 1 0 0,-1 0 0 0 0,0 0 0 0 0,0 0-1 0 0,0 1 1 0 0,0-1 0 0 0,-1 0-1 0 0,0 0 1 0 0,0 1 0 0 0,-5-8-1 0 0,5 9-8 0 0,-1 0 0 0 0,0 1 0 0 0,-1-1-1 0 0,1 1 1 0 0,0 0 0 0 0,-1 0 0 0 0,1 0 0 0 0,-1 0 0 0 0,0 0-1 0 0,1 1 1 0 0,-1 0 0 0 0,0 0 0 0 0,0 0 0 0 0,0 0-1 0 0,0 1 1 0 0,0-1 0 0 0,0 1 0 0 0,0 0 0 0 0,0 0-1 0 0,0 1 1 0 0,0-1 0 0 0,0 1 0 0 0,-7 2 0 0 0,6-2-4 0 0,0 0 0 0 0,1 1 0 0 0,-1-1-1 0 0,1 1 1 0 0,-1 0 0 0 0,1 0 0 0 0,0 1 0 0 0,0 0 0 0 0,0-1 0 0 0,0 1 0 0 0,0 0 0 0 0,1 1 0 0 0,-1-1 0 0 0,1 1 0 0 0,0-1 0 0 0,0 1-1 0 0,0 0 1 0 0,0 0 0 0 0,-2 7 0 0 0,2 0 0 0 0,0 0-1 0 0,1 0 1 0 0,0 0-1 0 0,1 0 1 0 0,0 0-1 0 0,1 1 1 0 0,0-1-1 0 0,1 0 1 0 0,0 0-1 0 0,1 0 1 0 0,3 11-1 0 0,6 20-19 0 0,27 62-1 0 0,-8-23-19 0 0,-22-60 13 0 0,-2 1 0 0 0,0-1 1 0 0,-2 1-1 0 0,0 1 1 0 0,1 38-1 0 0,-5-56 30 0 0,0-1-1 0 0,0 0 1 0 0,-1 1-1 0 0,1-1 1 0 0,-1 0-1 0 0,0 1 1 0 0,0-1 0 0 0,-1 0-1 0 0,1 0 1 0 0,-1 0-1 0 0,0 0 1 0 0,0 0-1 0 0,0 0 1 0 0,0 0-1 0 0,-1-1 1 0 0,1 1-1 0 0,-1-1 1 0 0,0 0 0 0 0,0 0-1 0 0,0 0 1 0 0,-1 0-1 0 0,1 0 1 0 0,-1-1-1 0 0,0 1 1 0 0,1-1-1 0 0,-1 0 1 0 0,0 0 0 0 0,0 0-1 0 0,0-1 1 0 0,-1 0-1 0 0,1 0 1 0 0,0 0-1 0 0,0 0 1 0 0,-1 0-1 0 0,1-1 1 0 0,-7 0 0 0 0,2 0-23 0 0,0 0 1 0 0,0 0 0 0 0,0-1-1 0 0,0-1 1 0 0,0 0-1 0 0,0 0 1 0 0,0 0 0 0 0,0-1-1 0 0,-10-6 1 0 0,17 9-212 0 0,1 0-1 0 0,0-1 0 0 0,-1 1 1 0 0,1-1-1 0 0,0 1 1 0 0,0-1-1 0 0,0 0 0 0 0,0 1 1 0 0,-1-1-1 0 0,1 0 1 0 0,0 0-1 0 0,0 0 0 0 0,0 0 1 0 0,1 0-1 0 0,-1 0 1 0 0,0 0-1 0 0,0 0 1 0 0,0 0-1 0 0,1-1 0 0 0,-1 1 1 0 0,1 0-1 0 0,-1 0 1 0 0,1-1-1 0 0,-1 1 0 0 0,1 0 1 0 0,0-1-1 0 0,0 1 1 0 0,-1 0-1 0 0,1-1 0 0 0,0 1 1 0 0,0 0-1 0 0,0-1 1 0 0,1-1-1 0 0,-1 1-2300 0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49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10 72 0 0,'0'0'3278'0'0,"-4"-10"3636"0"0,-1 21-6856 0 0,1-1 1 0 0,0 1-1 0 0,1 0 1 0 0,0 0-1 0 0,1 0 1 0 0,0 0-1 0 0,1 1 1 0 0,0-1-1 0 0,1 0 1 0 0,0 1-1 0 0,0-1 1 0 0,2 0-1 0 0,-1 1 1 0 0,1-1-1 0 0,1 0 1 0 0,0 0-1 0 0,1-1 1 0 0,0 1-1 0 0,0 0 1 0 0,1-1-1 0 0,1 0 1 0 0,7 11-1 0 0,-12-19-19 0 0,1 0 0 0 0,-1-1-1 0 0,0 1 1 0 0,1-1 0 0 0,-1 1-1 0 0,1-1 1 0 0,-1 0 0 0 0,1 0 0 0 0,0 0-1 0 0,-1 0 1 0 0,1 0 0 0 0,0 0 0 0 0,0 0-1 0 0,0 0 1 0 0,0-1 0 0 0,0 1 0 0 0,0-1-1 0 0,0 1 1 0 0,0-1 0 0 0,0 0 0 0 0,0 0-1 0 0,0 0 1 0 0,3 0 0 0 0,-2-1 19 0 0,1 0 0 0 0,-1 0 0 0 0,0-1 1 0 0,-1 1-1 0 0,1-1 0 0 0,0 0 0 0 0,0 1 1 0 0,-1-1-1 0 0,1-1 0 0 0,-1 1 0 0 0,0 0 0 0 0,1 0 1 0 0,2-5-1 0 0,1-2 96 0 0,1 0 0 0 0,-2-1 0 0 0,1 0 0 0 0,-1 0 0 0 0,-1 0 0 0 0,1-1 0 0 0,3-16 0 0 0,0-106 995 0 0,-8 131-1112 0 0,1-16-411 0 0,7 27-6365 0 0,-5 2 3070 0 0,0 0 859 0 0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0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1 212 192 0 0,'0'0'6462'0'0,"18"2"-4827"0"0,14-14-791 0 0,-16 7-567 0 0,1-1-1 0 0,-1 0 1 0 0,0-1 0 0 0,-1-1 0 0 0,0 0 0 0 0,0-2 0 0 0,-1 1 0 0 0,23-21 0 0 0,-35 28-245 0 0,0 0 0 0 0,0 0-1 0 0,0 0 1 0 0,0 0 0 0 0,-1 0 0 0 0,1 0-1 0 0,-1 0 1 0 0,0-1 0 0 0,1 1 0 0 0,-1-1-1 0 0,0 1 1 0 0,0-1 0 0 0,0 1 0 0 0,-1-1-1 0 0,1 1 1 0 0,-1-1 0 0 0,1 0 0 0 0,-1 1 0 0 0,0-1-1 0 0,0 0 1 0 0,0 0 0 0 0,-1 1 0 0 0,1-1-1 0 0,0 0 1 0 0,-1 1 0 0 0,0-1 0 0 0,0 1-1 0 0,0-1 1 0 0,0 1 0 0 0,0-1 0 0 0,-2-2-1 0 0,0 2-24 0 0,0 0 0 0 0,0 0 0 0 0,0 0 0 0 0,0 1 0 0 0,-1 0 0 0 0,1-1 0 0 0,-1 1 0 0 0,0 0 0 0 0,0 1 0 0 0,0-1 0 0 0,0 1 0 0 0,0 0 0 0 0,0 0 0 0 0,0 0 0 0 0,0 0 0 0 0,0 1 0 0 0,0-1 1 0 0,0 1-1 0 0,0 0 0 0 0,-7 1 0 0 0,6 0-8 0 0,-1-1 0 0 0,1 1 0 0 0,-1 1 1 0 0,1-1-1 0 0,0 1 0 0 0,0-1 0 0 0,0 2 1 0 0,0-1-1 0 0,0 0 0 0 0,0 1 1 0 0,0 0-1 0 0,1 0 0 0 0,0 1 0 0 0,-1-1 1 0 0,1 1-1 0 0,0 0 0 0 0,1 0 1 0 0,-7 8-1 0 0,8-8 0 0 0,0 0 0 0 0,0-1 1 0 0,0 1-1 0 0,1 0 0 0 0,0 0 0 0 0,-1 0 1 0 0,1 0-1 0 0,1 0 0 0 0,-1 0 1 0 0,1 0-1 0 0,-1 0 0 0 0,1 1 0 0 0,0-1 1 0 0,1 0-1 0 0,-1 0 0 0 0,1 0 0 0 0,0 0 1 0 0,0 0-1 0 0,0 0 0 0 0,0 0 1 0 0,1 0-1 0 0,-1 0 0 0 0,1-1 0 0 0,0 1 1 0 0,1 0-1 0 0,3 5 0 0 0,1-2 6 0 0,-1 0 1 0 0,1-1-1 0 0,0 0 0 0 0,1 0 0 0 0,-1 0 0 0 0,1-1 0 0 0,0 0 1 0 0,1 0-1 0 0,-1-1 0 0 0,1 0 0 0 0,0-1 0 0 0,0 0 1 0 0,0 0-1 0 0,0-1 0 0 0,1 0 0 0 0,-1-1 0 0 0,0 0 0 0 0,1 0 1 0 0,14-2-1 0 0,4 1-12 0 0,0-2-1 0 0,-1-2 1 0 0,1 0 0 0 0,-1-2-1 0 0,38-12 1 0 0,-50 12 16 0 0,-1 0-1 0 0,0-1 0 0 0,14-9 1 0 0,-22 13 12 0 0,-1 0 1 0 0,0-1-1 0 0,0 0 0 0 0,0 0 1 0 0,-1 0-1 0 0,1 0 1 0 0,-1-1-1 0 0,0 0 1 0 0,0 0-1 0 0,5-8 1 0 0,-7 8 18 0 0,-1 0 1 0 0,1 0-1 0 0,-1 0 1 0 0,1 0-1 0 0,-1 0 1 0 0,-1 0 0 0 0,1-1-1 0 0,-1 1 1 0 0,0 0-1 0 0,0 0 1 0 0,-1-1 0 0 0,1 1-1 0 0,-1 0 1 0 0,-1-5-1 0 0,1 8-12 0 0,-3-8 20 0 0,4 9-47 0 0,0 0 1 0 0,-1-1 0 0 0,1 1 0 0 0,0 0 0 0 0,0 0-1 0 0,-1 0 1 0 0,1 0 0 0 0,-1 0 0 0 0,1 0 0 0 0,-1 0 0 0 0,1 0-1 0 0,-1 0 1 0 0,0 0 0 0 0,1 0 0 0 0,-1 0 0 0 0,0 0 0 0 0,0 0-1 0 0,-2-1 1 0 0,0 2-6 0 0,0-1 0 0 0,0 1 0 0 0,0 0 0 0 0,0 1 0 0 0,0-1 0 0 0,0 1 0 0 0,0-1-1 0 0,0 1 1 0 0,1 0 0 0 0,-1 0 0 0 0,0 0 0 0 0,0 0 0 0 0,0 0 0 0 0,1 1 0 0 0,-1 0 0 0 0,1-1 0 0 0,-1 1-1 0 0,1 0 1 0 0,-4 4 0 0 0,2-2 3 0 0,0 1 0 0 0,0 0-1 0 0,1 0 1 0 0,-1 0 0 0 0,1 0-1 0 0,1 0 1 0 0,-1 1 0 0 0,1 0-1 0 0,-1-1 1 0 0,0 7 0 0 0,1-8-4 0 0,1 1-1 0 0,0-1 1 0 0,0 0 0 0 0,0 0-1 0 0,1 1 1 0 0,-1-1-1 0 0,1 1 1 0 0,0-1 0 0 0,0 0-1 0 0,0 1 1 0 0,1-1 0 0 0,0 1-1 0 0,0-1 1 0 0,0 0 0 0 0,0 0-1 0 0,1 1 1 0 0,-1-1 0 0 0,1 0-1 0 0,0 0 1 0 0,0-1 0 0 0,1 1-1 0 0,-1 0 1 0 0,1-1 0 0 0,0 1-1 0 0,-1-1 1 0 0,2 0 0 0 0,-1 0-1 0 0,0 0 1 0 0,1 0 0 0 0,-1-1-1 0 0,5 3 1 0 0,1-1-22 0 0,0-1 0 0 0,1-1 0 0 0,-1 1 0 0 0,0-2 0 0 0,1 1 0 0 0,0-1 0 0 0,-1 0 0 0 0,1-1 0 0 0,-1 0 0 0 0,1-1 1 0 0,0 0-1 0 0,-1-1 0 0 0,1 0 0 0 0,-1 0 0 0 0,0-1 0 0 0,0 0 0 0 0,12-5 0 0 0,-9 2 51 0 0,-1-1-1 0 0,1 1 1 0 0,-1-2-1 0 0,-1 0 1 0 0,1 0-1 0 0,-1-1 1 0 0,-1 0 0 0 0,1 0-1 0 0,-2-1 1 0 0,1-1-1 0 0,12-20 1 0 0,2-5 462 0 0,-22 35-432 0 0,1-12 104 0 0,1 14-107 0 0,3 18-34 0 0,-6-15-9 0 0,1-1 1 0 0,-1 1-1 0 0,1 0 1 0 0,0-1-1 0 0,1 1 1 0 0,-1 0-1 0 0,0-1 1 0 0,1 0-1 0 0,0 1 1 0 0,0-1-1 0 0,0 0 0 0 0,0 0 1 0 0,0 0-1 0 0,1 0 1 0 0,0 0-1 0 0,-1-1 1 0 0,1 1-1 0 0,0-1 1 0 0,4 3-1 0 0,-3-3 72 0 0,0-1 0 0 0,1 0 0 0 0,-1 0 1 0 0,1 0-1 0 0,0 0 0 0 0,-1-1 0 0 0,1 0 0 0 0,0 1 0 0 0,-1-2 0 0 0,1 1 0 0 0,-1-1 1 0 0,1 1-1 0 0,8-3 0 0 0,-12 2 35 0 0,25-1 795 0 0,-3 1-1388 0 0,2 11-3514 0 0,-12-6-1932 0 0,-4 0 2538 0 0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1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20 548 0 0,'3'-12'2906'0'0,"-3"12"-2818"0"0,0 0 1 0 0,1 0-1 0 0,-1 0 1 0 0,0-1 0 0 0,0 1-1 0 0,0 0 1 0 0,0 0-1 0 0,0 0 1 0 0,1 0 0 0 0,-1 0-1 0 0,0 0 1 0 0,0-1-1 0 0,0 1 1 0 0,0 0 0 0 0,0 0-1 0 0,0 0 1 0 0,0 0-1 0 0,0-1 1 0 0,0 1 0 0 0,0 0-1 0 0,0 0 1 0 0,0 0 0 0 0,0 0-1 0 0,0-1 1 0 0,0 1-1 0 0,0 0 1 0 0,0 0 0 0 0,0 0-1 0 0,0 0 1 0 0,0-1-1 0 0,0 1 1 0 0,0 0 0 0 0,0 0-1 0 0,0 0 1 0 0,0 0-1 0 0,0-1 1 0 0,0 1 0 0 0,0 0-1 0 0,0 0 1 0 0,0 0-1 0 0,-1 0 1 0 0,1 0 0 0 0,0-1-1 0 0,0 1 1 0 0,0 0 0 0 0,0 0-1 0 0,0 0 1 0 0,-1 0-1 0 0,1 0 1 0 0,0 0 0 0 0,0 0-1 0 0,0 0 1 0 0,0-1-1 0 0,-1 1 1 0 0,1 0 0 0 0,0 0-1 0 0,0 0 1 0 0,0 0-1 0 0,0 0 1 0 0,-1 0 0 0 0,1 0-1 0 0,0 0 1 0 0,0 0-1 0 0,0 0 1 0 0,0 0 0 0 0,-1 0-1 0 0,1 1 1 0 0,-8 6 33 0 0,0 1 1 0 0,1 0-1 0 0,0 1 1 0 0,1 0 0 0 0,-1 0-1 0 0,2 0 1 0 0,-1 1-1 0 0,1 0 1 0 0,1 0-1 0 0,-6 19 1 0 0,-28 117 838 0 0,37-142-927 0 0,-4 21 85 0 0,1 0 1 0 0,1 0-1 0 0,1 0 1 0 0,1 1-1 0 0,1-1 0 0 0,2 0 1 0 0,0 0-1 0 0,2 1 1 0 0,1-2-1 0 0,0 1 1 0 0,2 0-1 0 0,1-1 1 0 0,1-1-1 0 0,1 1 0 0 0,1-2 1 0 0,1 1-1 0 0,1-1 1 0 0,30 38-1 0 0,-32-46-61 0 0,-7-9-21 0 0,0 1 1 0 0,0-1 0 0 0,1 0-1 0 0,0 0 1 0 0,0 0-1 0 0,0-1 1 0 0,0 0 0 0 0,12 7-1 0 0,1-1 108 0 0,8 2 172 0 0,-23-11-453 0 0,-1-1 0 0 0,0 0 1 0 0,0 1-1 0 0,0-1 0 0 0,1 0 0 0 0,-1 0 1 0 0,0-1-1 0 0,0 1 0 0 0,1 0 0 0 0,-1-1 1 0 0,0 1-1 0 0,0-1 0 0 0,0 0 0 0 0,4-1 1 0 0,10-17-7139 0 0,-10 12 4103 0 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1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32 728 0 0,'0'-1'310'0'0,"0"-1"-1"0"0,0 1 1 0 0,1 0 0 0 0,-1-1-1 0 0,0 1 1 0 0,-1-1 0 0 0,1 1-1 0 0,0 0 1 0 0,0-1 0 0 0,-1 1-1 0 0,1 0 1 0 0,0 0 0 0 0,-1-1-1 0 0,1 1 1 0 0,-1 0 0 0 0,0 0-1 0 0,1 0 1 0 0,-1-1 0 0 0,0 1-1 0 0,0 0 1 0 0,0 0 0 0 0,0 0-1 0 0,-2-1 1 0 0,2 1-240 0 0,-1 1-1 0 0,0 0 1 0 0,1 0 0 0 0,-1 1 0 0 0,1-1 0 0 0,-1 0-1 0 0,1 0 1 0 0,-1 1 0 0 0,1-1 0 0 0,-1 1-1 0 0,1-1 1 0 0,-1 1 0 0 0,1 0 0 0 0,0-1 0 0 0,-1 1-1 0 0,1 0 1 0 0,0 0 0 0 0,0 0 0 0 0,-1 0-1 0 0,1 0 1 0 0,-1 2 0 0 0,-3 2-13 0 0,0 1 0 0 0,1-1 1 0 0,0 0-1 0 0,0 1 0 0 0,1 0 1 0 0,-1 0-1 0 0,1 0 0 0 0,1 0 1 0 0,-1 1-1 0 0,1-1 0 0 0,0 1 0 0 0,0 0 1 0 0,1-1-1 0 0,0 1 0 0 0,0 0 1 0 0,1 0-1 0 0,0 0 0 0 0,0-1 1 0 0,1 1-1 0 0,-1 0 0 0 0,1 0 0 0 0,1 0 1 0 0,-1-1-1 0 0,1 1 0 0 0,0-1 1 0 0,1 1-1 0 0,0-1 0 0 0,0 0 1 0 0,0 0-1 0 0,1 0 0 0 0,0 0 0 0 0,0-1 1 0 0,6 7-1 0 0,-8-11-25 0 0,0 0 1 0 0,0 1-1 0 0,0-1 0 0 0,0 0 0 0 0,1 0 1 0 0,-1-1-1 0 0,0 1 0 0 0,1 0 1 0 0,-1-1-1 0 0,0 0 0 0 0,1 1 0 0 0,-1-1 1 0 0,1 0-1 0 0,-1 0 0 0 0,1 0 0 0 0,-1-1 1 0 0,0 1-1 0 0,1-1 0 0 0,-1 1 1 0 0,1-1-1 0 0,-1 0 0 0 0,0 1 0 0 0,0-1 1 0 0,1-1-1 0 0,-1 1 0 0 0,0 0 1 0 0,0 0-1 0 0,0-1 0 0 0,3-2 0 0 0,1-1 98 0 0,0 0 0 0 0,-1 0 0 0 0,1 0-1 0 0,-1-1 1 0 0,0 0 0 0 0,0 0 0 0 0,-1 0-1 0 0,5-9 1 0 0,-4 6 115 0 0,-1-1 1 0 0,0 0-1 0 0,0-1 0 0 0,-1 1 0 0 0,0-1 0 0 0,-1 1 1 0 0,-1-1-1 0 0,1 0 0 0 0,-2 0 0 0 0,1 1 0 0 0,-2-1 1 0 0,-1-16-1 0 0,2 25-124 0 0,0 1-804 0 0,-2-9 1450 0 0,-20 23-12004 0 0,18-10 7898 0 0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1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0 448 0 0,'0'0'18301'0'0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2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27 262 264 0 0,'8'-12'1832'0'0,"1"0"0"0"0,0 0 0 0 0,11-9 0 0 0,-14 15-1454 0 0,1-1 0 0 0,-1 1-1 0 0,-1-1 1 0 0,1 0 0 0 0,-1-1 0 0 0,0 1 0 0 0,-1-1-1 0 0,0 0 1 0 0,0 0 0 0 0,5-16 0 0 0,-9 21-344 0 0,0 1 1 0 0,1-1 0 0 0,-1 1-1 0 0,0-1 1 0 0,0 1 0 0 0,0 0-1 0 0,-1-1 1 0 0,1 1 0 0 0,-1-1 0 0 0,1 1-1 0 0,-1 0 1 0 0,0-1 0 0 0,0 1-1 0 0,1 0 1 0 0,-2 0 0 0 0,1 0-1 0 0,0-1 1 0 0,0 1 0 0 0,-1 1-1 0 0,1-1 1 0 0,-1 0 0 0 0,0 0-1 0 0,0 0 1 0 0,-2-2 0 0 0,-5-2 26 0 0,0 0-1 0 0,-1 1 1 0 0,1-1 0 0 0,-14-4 0 0 0,-5-3 37 0 0,27 12-98 0 0,1 1 0 0 0,0-1 1 0 0,-1 1-1 0 0,1 0 0 0 0,-1-1 1 0 0,1 1-1 0 0,-1 0 1 0 0,1-1-1 0 0,-1 1 0 0 0,1 0 1 0 0,-1 0-1 0 0,1 0 1 0 0,-1-1-1 0 0,0 1 0 0 0,1 0 1 0 0,-1 0-1 0 0,1 0 1 0 0,-1 0-1 0 0,1 0 0 0 0,-1 0 1 0 0,0 0-1 0 0,1 0 1 0 0,-1 0-1 0 0,1 1 0 0 0,-1-1 1 0 0,1 0-1 0 0,-1 0 1 0 0,1 0-1 0 0,-1 1 0 0 0,1-1 1 0 0,-1 0-1 0 0,1 0 1 0 0,-1 1-1 0 0,0 0 0 0 0,-3 19 158 0 0,9 18 25 0 0,29 39 33 0 0,-19-47-228 0 0,20 61 0 0 0,-32-82-35 0 0,-1 1 0 0 0,0 0 0 0 0,0 0 0 0 0,-1 0 0 0 0,-1 1 0 0 0,1-1 0 0 0,-2 0 0 0 0,1 0 0 0 0,-1 0 0 0 0,-4 16 1 0 0,4-25 61 0 0,1 1 0 0 0,-1-1 1 0 0,1 0-1 0 0,-1 1 1 0 0,0-1-1 0 0,0 1 1 0 0,0-1-1 0 0,0 0 0 0 0,0 0 1 0 0,0 0-1 0 0,0 1 1 0 0,0-1-1 0 0,0 0 1 0 0,0 0-1 0 0,-1-1 0 0 0,1 1 1 0 0,0 0-1 0 0,-1 0 1 0 0,1-1-1 0 0,-1 1 0 0 0,1 0 1 0 0,-1-1-1 0 0,1 0 1 0 0,-1 1-1 0 0,1-1 1 0 0,-1 0-1 0 0,1 0 0 0 0,-4 0 1 0 0,3 0 165 0 0,-5-24 308 0 0,6 21-436 0 0,0-1-1 0 0,0 1 0 0 0,0-1 1 0 0,0 1-1 0 0,0-1 0 0 0,1 0 1 0 0,-1 1-1 0 0,1-1 0 0 0,0 0 0 0 0,0 1 1 0 0,1-6-1 0 0,2-2-10 0 0,0 0-1 0 0,0-1 1 0 0,2 1-1 0 0,-1 1 1 0 0,1-1 0 0 0,1 1-1 0 0,7-12 1 0 0,-12 22-183 0 0,-1-1 0 0 0,1 0 1 0 0,-1 1-1 0 0,1-1 0 0 0,0 0 0 0 0,0 1 1 0 0,-1-1-1 0 0,1 1 0 0 0,0 0 0 0 0,0-1 1 0 0,0 1-1 0 0,-1 0 0 0 0,1-1 0 0 0,0 1 1 0 0,0 0-1 0 0,0 0 0 0 0,0 0 1 0 0,0-1-1 0 0,1 1 0 0 0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3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4 780 0 0,'5'-4'9870'0'0,"-9"21"-9688"0"0,-1-1 1 0 0,-1 0 0 0 0,-1 0 0 0 0,0-1 0 0 0,-1 1 0 0 0,0-2 0 0 0,-13 17-1 0 0,-17 33-4671 0 0,36-60 1604 0 0,0 7 219 0 0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4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13 336 0 0,'0'0'1822'0'0,"-9"-12"1821"0"0,5 12-3479 0 0,0-1 0 0 0,0 1 1 0 0,-1 0-1 0 0,1 1 1 0 0,0-1-1 0 0,0 1 1 0 0,0-1-1 0 0,-1 1 1 0 0,1 0-1 0 0,0 1 1 0 0,0-1-1 0 0,0 1 1 0 0,1 0-1 0 0,-1 0 1 0 0,0 0-1 0 0,1 0 1 0 0,-1 0-1 0 0,1 1 1 0 0,-1 0-1 0 0,1 0 1 0 0,0 0-1 0 0,0 0 1 0 0,1 0-1 0 0,-4 5 1 0 0,-1 1-16 0 0,0 1 1 0 0,0 0 0 0 0,1 0 0 0 0,0 1 0 0 0,1 0-1 0 0,0 0 1 0 0,-5 18 0 0 0,9-24-113 0 0,0 0 0 0 0,0 0 0 0 0,1 1 1 0 0,-1-1-1 0 0,1 0 0 0 0,0 1 0 0 0,1-1 0 0 0,0 0 0 0 0,-1 1 0 0 0,2-1 0 0 0,-1 0 1 0 0,4 9-1 0 0,-4-12-28 0 0,0 0 0 0 0,0 0 0 0 0,0 0 0 0 0,0 0 0 0 0,0-1 1 0 0,1 1-1 0 0,-1 0 0 0 0,1-1 0 0 0,-1 1 0 0 0,1-1 0 0 0,-1 0 1 0 0,1 1-1 0 0,0-1 0 0 0,0 0 0 0 0,0 0 0 0 0,-1 0 0 0 0,1 0 0 0 0,0 0 1 0 0,0-1-1 0 0,0 1 0 0 0,1-1 0 0 0,-1 1 0 0 0,0-1 0 0 0,0 0 0 0 0,0 0 1 0 0,0 1-1 0 0,0-2 0 0 0,0 1 0 0 0,0 0 0 0 0,1 0 0 0 0,-1-1 0 0 0,0 1 1 0 0,0-1-1 0 0,0 1 0 0 0,3-3 0 0 0,4 0 108 0 0,-1 0 1 0 0,1-1-1 0 0,-1 0 1 0 0,0 0-1 0 0,0-1 0 0 0,0 0 1 0 0,-1-1-1 0 0,0 0 1 0 0,0 0-1 0 0,0 0 0 0 0,-1-1 1 0 0,0 0-1 0 0,0 0 1 0 0,0-1-1 0 0,-1 1 0 0 0,-1-1 1 0 0,1 0-1 0 0,-1-1 1 0 0,0 1-1 0 0,-1-1 0 0 0,0 1 1 0 0,-1-1-1 0 0,0 0 1 0 0,2-10-1 0 0,-4 14-15 0 0,1 1 0 0 0,-1-1-1 0 0,0 1 1 0 0,-1-1 0 0 0,1 0 0 0 0,-1 1 0 0 0,0-1-1 0 0,0 1 1 0 0,0-1 0 0 0,0 1 0 0 0,-1 0 0 0 0,-3-6-1 0 0,5 9-211 0 0,-2-2-903 0 0,-3-2 785 0 0,-11 23-11982 0 0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4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1508 0 0,'14'-37'13634'0'0,"-13"29"-15458"0"0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4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9 628 0 0,'0'0'5803'0'0,"2"-8"1531"0"0,30 13-6805 0 0,10 2 342 0 0,67 21-1 0 0,-108-28-865 0 0,1 0-1 0 0,-1 1 0 0 0,0 0 0 0 0,0-1 1 0 0,0 1-1 0 0,1 0 0 0 0,-1 0 0 0 0,0 0 0 0 0,0-1 1 0 0,0 1-1 0 0,0 0 0 0 0,-1 0 0 0 0,1 1 0 0 0,0-1 1 0 0,0 0-1 0 0,-1 0 0 0 0,1 0 0 0 0,0 0 1 0 0,-1 1-1 0 0,1-1 0 0 0,-1 0 0 0 0,0 1 0 0 0,1-1 1 0 0,-1 0-1 0 0,0 1 0 0 0,0-1 0 0 0,0 0 1 0 0,0 1-1 0 0,0-1 0 0 0,0 0 0 0 0,0 1 0 0 0,0-1 1 0 0,-1 0-1 0 0,1 1 0 0 0,-1-1 0 0 0,1 0 0 0 0,-1 0 1 0 0,1 1-1 0 0,-2 0 0 0 0,-3 11-7 0 0,-1-2 0 0 0,-1 1 0 0 0,-11 15 0 0 0,2-1 12 0 0,-66 142-513 0 0,79-162-434 0 0,-11 19-1359 0 0,7-16-4394 0 0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3:55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425 0 200 0 0,'0'0'2230'0'0,"4"5"-1114"0"0,8 10-565 0 0,0 1 0 0 0,0 1 0 0 0,-2 0 0 0 0,0 0 0 0 0,-1 1 0 0 0,0 0 0 0 0,-2 1 0 0 0,0 0-1 0 0,-1 0 1 0 0,-1 0 0 0 0,-1 1 0 0 0,-1-1 0 0 0,0 1 0 0 0,-2 0 0 0 0,0 0 0 0 0,-1 0 0 0 0,-4 29 0 0 0,0-23-332 0 0,0 1 0 0 0,-2-1 1 0 0,-1 0-1 0 0,-1-1 1 0 0,-1 0-1 0 0,-2 0 0 0 0,0-1 1 0 0,-1 0-1 0 0,-2-1 1 0 0,0 0-1 0 0,-2-1 0 0 0,-28 32 1 0 0,14-24-616 0 0,0-1 0 0 0,-2-2 0 0 0,-62 40 0 0 0,52-41-3412 0 0,-56 23-1 0 0,48-27-193 0 0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22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22 176 0 0,'0'0'783'0'0,"-8"-14"2388"0"0,8 14-2988 0 0,0 0-1 0 0,1-1 1 0 0,-1 1-1 0 0,0 0 0 0 0,0 0 1 0 0,0-1-1 0 0,-1 1 1 0 0,1 0-1 0 0,0-1 1 0 0,0 1-1 0 0,0 0 1 0 0,0 0-1 0 0,0-1 1 0 0,0 1-1 0 0,0 0 0 0 0,0 0 1 0 0,0-1-1 0 0,-2 0 913 0 0,2 1-913 0 0,0 0 1 0 0,0 0-1 0 0,0-1 1 0 0,-1 1-1 0 0,1 0 1 0 0,0 0-1 0 0,0 0 1 0 0,-1 0-1 0 0,1 0 1 0 0,0 0-1 0 0,-1 0 0 0 0,1 0 1 0 0,0 0-1 0 0,0 0 1 0 0,-1 0-1 0 0,1 0 1 0 0,0 0-1 0 0,0 0 1 0 0,-1 0-1 0 0,1 0 1 0 0,0 0-1 0 0,-1 0 0 0 0,1 0 1 0 0,0 0-1 0 0,0 0 1 0 0,-1 0-1 0 0,-17 171 422 0 0,-1 6-132 0 0,-6-70-260 0 0,24-105-198 0 0,4 9 97 0 0,-3-11-104 0 0,0-1-1 0 0,0 1 1 0 0,0 0-1 0 0,0 0 0 0 0,0 0 1 0 0,0 0-1 0 0,0 0 1 0 0,1 0-1 0 0,-1 0 0 0 0,0 0 1 0 0,0 0-1 0 0,0 0 1 0 0,0 0-1 0 0,0 0 0 0 0,1 0 1 0 0,-1 0-1 0 0,0 0 1 0 0,0 0-1 0 0,0 0 1 0 0,0 0-1 0 0,0 0 0 0 0,0 0 1 0 0,1 0-1 0 0,-1 0 1 0 0,0 0-1 0 0,0 0 0 0 0,0 1 1 0 0,0-1-1 0 0,0 0 1 0 0,0 0-1 0 0,0 0 1 0 0,1 0-1 0 0,-1 0 0 0 0,0 0 1 0 0,0 0-1 0 0,0 0 1 0 0,0 0-1 0 0,0 1 0 0 0,0-1 1 0 0,0 0-1 0 0,0 0 1 0 0,0 0-1 0 0,0 0 1 0 0,0 0-1 0 0,0 0 0 0 0,0 1 1 0 0,0-1-1 0 0,0 0 1 0 0,10-11-34 0 0,273-266-189 0 0,-268 262 192 0 0,-6 6-4 0 0,0 0-1 0 0,1 0 1 0 0,0 1-1 0 0,16-11 0 0 0,-24 18-6 0 0,-5 7-209 0 0,-10 13 238 0 0,-1 0 0 0 0,0-1 0 0 0,-2 0 0 0 0,0-2 0 0 0,-26 22 0 0 0,-41 44-58 0 0,82-82 64 0 0,0 1 0 0 0,0 0-1 0 0,0 0 1 0 0,0 0 0 0 0,0 0 0 0 0,0 0-1 0 0,0 1 1 0 0,0-1 0 0 0,1 0 0 0 0,-1 0 0 0 0,0 0-1 0 0,1 1 1 0 0,-1-1 0 0 0,1 0 0 0 0,0 1 0 0 0,-1-1-1 0 0,1 1 1 0 0,0-1 0 0 0,0 0 0 0 0,0 1-1 0 0,0-1 1 0 0,0 0 0 0 0,0 1 0 0 0,0-1 0 0 0,0 1-1 0 0,1-1 1 0 0,-1 0 0 0 0,0 1 0 0 0,1-1 0 0 0,-1 0-1 0 0,1 1 1 0 0,0-1 0 0 0,-1 0 0 0 0,1 0-1 0 0,0 0 1 0 0,0 0 0 0 0,0 1 0 0 0,0-1 0 0 0,0 0-1 0 0,0-1 1 0 0,0 1 0 0 0,0 0 0 0 0,0 0 0 0 0,2 1-1 0 0,2 1 4 0 0,0-1 0 0 0,1 1 0 0 0,-1-1 0 0 0,1 0 1 0 0,0 0-1 0 0,-1-1 0 0 0,12 2 0 0 0,0-2-1 0 0,-1 0 0 0 0,1-1 1 0 0,0-1-1 0 0,-1-1 1 0 0,1 0-1 0 0,0-1 0 0 0,-1 0 1 0 0,0-2-1 0 0,0 0 0 0 0,0-1 1 0 0,-1 0-1 0 0,0-1 1 0 0,0-1-1 0 0,-1 0 0 0 0,25-20 1 0 0,-26 20 1213 0 0,-15 31-2683 0 0,2-22 1497 0 0,-3 19-2185 0 0,-3-3-4918 0 0,1-13 4271 0 0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22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44 732 0 0,'0'0'1184'0'0,"7"-42"7658"0"0,-7 40-8703 0 0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23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66 444 0 0,'3'15'3072'0'0,"-4"8"-1087"0"0,4 23 2721 0 0,-1-39-2517 0 0,-1-14-2138 0 0,7-17 263 0 0,-7 22-252 0 0,6-1 34 0 0,-7 2-92 0 0,1 1-1 0 0,-1-1 1 0 0,1 1-1 0 0,0 0 1 0 0,-1-1-1 0 0,1 1 1 0 0,-1-1-1 0 0,1 1 1 0 0,0 0-1 0 0,-1 0 1 0 0,1-1-1 0 0,0 1 1 0 0,-1 0-1 0 0,1 0 1 0 0,0 0-1 0 0,-1 0 1 0 0,1 0-1 0 0,0 0 1 0 0,0 0-1 0 0,-1 0 1 0 0,1 0-1 0 0,0 0 1 0 0,-1 0-1 0 0,1 0 1 0 0,0 1 0 0 0,31 7-26 0 0,63 7 0 0 0,-84-14 13 0 0,1 0 0 0 0,0-1 0 0 0,-1-1 1 0 0,1 0-1 0 0,0 0 0 0 0,-1-1 0 0 0,1-1 1 0 0,-1 0-1 0 0,14-6 0 0 0,-22 8 17 0 0,0 0-1 0 0,0-1 1 0 0,0 0-1 0 0,0 0 1 0 0,0 0-1 0 0,0 0 1 0 0,-1 0-1 0 0,1 0 1 0 0,-1-1-1 0 0,1 1 1 0 0,-1-1-1 0 0,0 0 1 0 0,0 0-1 0 0,0 1 1 0 0,0-1-1 0 0,-1-1 1 0 0,1 1 0 0 0,-1 0-1 0 0,0 0 1 0 0,0-1-1 0 0,0 1 1 0 0,0 0-1 0 0,0-1 1 0 0,-1 1-1 0 0,1-1 1 0 0,-1 1-1 0 0,0-1 1 0 0,0 1-1 0 0,-1-1 1 0 0,1 1-1 0 0,-1 0 1 0 0,0-1-1 0 0,1 1 1 0 0,-1-1-1 0 0,-2-3 1 0 0,2 6-7 0 0,1 1 1 0 0,0-1-1 0 0,-1 0 1 0 0,1 0-1 0 0,-1 0 1 0 0,0 0-1 0 0,1 1 1 0 0,-1-1-1 0 0,1 0 1 0 0,-1 0-1 0 0,0 1 1 0 0,0-1-1 0 0,0 1 1 0 0,1-1-1 0 0,-1 1 1 0 0,0-1-1 0 0,0 1 1 0 0,0-1-1 0 0,0 1 1 0 0,0 0-1 0 0,0-1 1 0 0,0 1-1 0 0,0 0 1 0 0,0 0-1 0 0,1 0 1 0 0,-1 0-1 0 0,0 0 1 0 0,0 0-1 0 0,0 0 1 0 0,0 0-1 0 0,0 0 1 0 0,0 0-1 0 0,0 0 1 0 0,0 1-1 0 0,0-1 1 0 0,0 0-1 0 0,0 1 1 0 0,0-1-1 0 0,0 1 1 0 0,0-1-1 0 0,1 1 1 0 0,-1-1-1 0 0,0 1 1 0 0,0-1-1 0 0,1 1 1 0 0,-1 0-1 0 0,-1 1 1 0 0,-1 1-15 0 0,-1 0 1 0 0,1 0-1 0 0,0 1 0 0 0,0-1 1 0 0,0 1-1 0 0,0 0 1 0 0,1 0-1 0 0,-4 7 1 0 0,5-8-40 0 0,0 0 1 0 0,0 0-1 0 0,1 0 1 0 0,-1 0-1 0 0,1 0 1 0 0,0 0 0 0 0,0 1-1 0 0,0-1 1 0 0,0 0-1 0 0,1 6 1 0 0,1 12-232 0 0,-1-21 280 0 0,0 0 0 0 0,-1 0-1 0 0,1 1 1 0 0,0-1-1 0 0,-1 0 1 0 0,1 0-1 0 0,0 0 1 0 0,-1 0-1 0 0,1 0 1 0 0,0 0-1 0 0,-1 0 1 0 0,1-1-1 0 0,0 1 1 0 0,-1 0 0 0 0,1 0-1 0 0,0 0 1 0 0,-1-1-1 0 0,1 1 1 0 0,-1 0-1 0 0,1-1 1 0 0,0 1-1 0 0,-1 0 1 0 0,1-1-1 0 0,-1 1 1 0 0,1-1-1 0 0,-1 1 1 0 0,0-1 0 0 0,1 1-1 0 0,0-2 1 0 0,21-14-39 0 0,-22 16 41 0 0,8-9-9 0 0,-6 6 53 0 0,1 0-1 0 0,-1 0 1 0 0,1 0 0 0 0,0 0 0 0 0,0 1-1 0 0,0-1 1 0 0,0 1 0 0 0,0 0-1 0 0,1 0 1 0 0,6-4 0 0 0,-10 11-43 0 0,-10 120 34 0 0,-4-2-1 0 0,-53 208 0 0 0,58-299-50 0 0,-25 57 0 0 0,32-82 76 0 0,-1-1 1 0 0,0 1 0 0 0,-1-1 0 0 0,0 0 0 0 0,0 0 0 0 0,0 0 0 0 0,-1 0-1 0 0,0-1 1 0 0,0 0 0 0 0,0 0 0 0 0,-1 0 0 0 0,1-1 0 0 0,-1 1 0 0 0,0-1-1 0 0,-7 3 1 0 0,10-7-21 0 0,1 1 0 0 0,0-1 0 0 0,-1 0 0 0 0,1 0 0 0 0,0 0 0 0 0,-1 0 0 0 0,1 0 0 0 0,-1 0 0 0 0,1-1 0 0 0,0 1 0 0 0,0-1 0 0 0,-1 1 0 0 0,1-1 0 0 0,0 0 0 0 0,0 0 0 0 0,0 0 0 0 0,0 0 0 0 0,0-1 0 0 0,0 1 0 0 0,0-1-1 0 0,0 1 1 0 0,0-1 0 0 0,1 1 0 0 0,-1-1 0 0 0,0 0 0 0 0,1 0 0 0 0,0 0 0 0 0,-3-4 0 0 0,-1-1 42 0 0,0-1 0 0 0,1 0 0 0 0,0 0 0 0 0,0 0 0 0 0,-5-17 0 0 0,5 7-35 0 0,1 0 0 0 0,0 0 0 0 0,1 0 0 0 0,1 0 0 0 0,1 0 0 0 0,0 0 0 0 0,2 0 0 0 0,0-1 0 0 0,1 1 0 0 0,0 1 0 0 0,8-22 0 0 0,-7 28-314 0 0,1 0 0 0 0,0 0 0 0 0,0 0 0 0 0,1 0 1 0 0,0 1-1 0 0,1 0 0 0 0,1 0 0 0 0,-1 1 0 0 0,1 0 0 0 0,1 0 0 0 0,0 1 0 0 0,0 0 0 0 0,0 1 0 0 0,1 0 0 0 0,0 0 0 0 0,1 1 0 0 0,17-8 0 0 0,22-5-5142 0 0,-27 12 2298 0 0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26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67 344 0 0,'28'-25'2859'0'0,"-21"20"-2133"0"0,-2 1 0 0 0,1-1 1 0 0,0-1-1 0 0,-1 1 0 0 0,8-11 1877 0 0,-17 16-2378 0 0,1 1 0 0 0,0-1-1 0 0,0 1 1 0 0,0 0 0 0 0,0 0 0 0 0,-1 1 0 0 0,1-1 0 0 0,1 0 0 0 0,-1 1 0 0 0,0 0-1 0 0,0 0 1 0 0,-4 4 0 0 0,-40 43 406 0 0,27-22-591 0 0,1 0 0 0 0,-17 35 0 0 0,11-14 134 0 0,3 0 0 0 0,-17 56 0 0 0,33-87-129 0 0,1 1-1 0 0,1-1 1 0 0,1 1 0 0 0,1 0-1 0 0,0 0 1 0 0,1 0-1 0 0,1 1 1 0 0,0-1 0 0 0,7 35-1 0 0,-5-44-7 0 0,1-1-1 0 0,0 0 1 0 0,1 1-1 0 0,-1-1 0 0 0,2-1 1 0 0,-1 1-1 0 0,1-1 1 0 0,0 1-1 0 0,1-1 1 0 0,-1-1-1 0 0,1 1 1 0 0,1-1-1 0 0,-1 0 0 0 0,13 8 1 0 0,-6-5-370 0 0,1-1 0 0 0,0 0 1 0 0,0-1-1 0 0,1 0 0 0 0,0-2 1 0 0,0 0-1 0 0,21 5 0 0 0,-33-10-854 0 0,5 1 1064 0 0,-1-4-5533 0 0,4-3 2846 0 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27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50 572 0 0,'8'-49'11705'0'0,"-13"52"-11666"0"0,-7 9-1 0 0,0 0-1 0 0,0 1 0 0 0,2 1 0 0 0,0-1 1 0 0,0 2-1 0 0,1-1 0 0 0,1 1 0 0 0,1 1 1 0 0,0-1-1 0 0,0 1 0 0 0,2 1 0 0 0,0-1 1 0 0,-2 18-1 0 0,6-31-28 0 0,1 1 0 0 0,-1 0 0 0 0,1 0 0 0 0,0 0 1 0 0,0 0-1 0 0,0 0 0 0 0,1 0 0 0 0,-1 0 0 0 0,1-1 0 0 0,0 1 1 0 0,0 0-1 0 0,0 0 0 0 0,1-1 0 0 0,-1 1 0 0 0,1 0 0 0 0,0-1 1 0 0,0 0-1 0 0,0 1 0 0 0,1-1 0 0 0,-1 0 0 0 0,1 0 0 0 0,-1 0 0 0 0,1-1 1 0 0,0 1-1 0 0,5 3 0 0 0,-4-4 4 0 0,1 1-1 0 0,0-1 1 0 0,-1 0 0 0 0,1-1 0 0 0,0 1 0 0 0,0-1-1 0 0,0 0 1 0 0,0 0 0 0 0,0 0 0 0 0,0-1-1 0 0,0 0 1 0 0,0 0 0 0 0,0 0 0 0 0,0 0-1 0 0,0-1 1 0 0,0 0 0 0 0,0 0 0 0 0,8-3 0 0 0,-9 2-6 0 0,0 1 0 0 0,0-1 0 0 0,0 0 0 0 0,0 0 1 0 0,-1-1-1 0 0,1 1 0 0 0,-1-1 0 0 0,0 0 1 0 0,0 0-1 0 0,0 0 0 0 0,0 0 0 0 0,0 0 1 0 0,-1 0-1 0 0,5-8 0 0 0,-2 0 6 0 0,0-1 0 0 0,0 0 1 0 0,4-19-1 0 0,-4 15-2 0 0,-5 8 1 0 0,1 1 0 0 0,-1-1 1 0 0,-1 0-1 0 0,1 1 1 0 0,-3-9-1 0 0,0-8 33 0 0,-7-2-660 0 0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27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54 180 0 0,'10'4'13547'0'0,"5"-40"-8776"0"0,-14 35-3617 0 0,0-14-2178 0 0,0 10-3014 0 0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28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75 1056 0 0,'-1'-1'340'0'0,"0"0"0"0"0,0 1 0 0 0,0-1 0 0 0,0 0-1 0 0,1 0 1 0 0,-1 0 0 0 0,0 0 0 0 0,1 0 0 0 0,-1 0 0 0 0,0 0 0 0 0,1 0-1 0 0,-1 0 1 0 0,1 0 0 0 0,0 0 0 0 0,-1 0 0 0 0,1 0 0 0 0,0 0 0 0 0,-1 0-1 0 0,1-1 1 0 0,0 1 0 0 0,0 0 0 0 0,0 0 0 0 0,1-2 0 0 0,-1 1-113 0 0,1 1 0 0 0,-1-1-1 0 0,1 1 1 0 0,0-1 0 0 0,0 1 0 0 0,0-1 0 0 0,0 1 0 0 0,0 0 0 0 0,0-1 0 0 0,0 1 0 0 0,1 0 0 0 0,-1 0 0 0 0,0 0 0 0 0,3-1-1 0 0,1-2-41 0 0,1 1 0 0 0,0 0 0 0 0,0 0 0 0 0,0 1 0 0 0,1 0 0 0 0,-1 0 0 0 0,0 0 0 0 0,8 0 0 0 0,-5 0-46 0 0,-7 2-119 0 0,1-1 0 0 0,0 0 0 0 0,0 1 0 0 0,0 0 0 0 0,0 0 0 0 0,1 0 0 0 0,-1 0 0 0 0,0 0 1 0 0,0 0-1 0 0,0 1 0 0 0,0-1 0 0 0,0 1 0 0 0,-1 0 0 0 0,1 0 0 0 0,0 0 0 0 0,0 1 0 0 0,0-1 1 0 0,-1 0-1 0 0,1 1 0 0 0,-1 0 0 0 0,1 0 0 0 0,2 2 0 0 0,-3-1-20 0 0,0-1 0 0 0,-1 0 0 0 0,1 1 0 0 0,0 0 0 0 0,-1-1 0 0 0,0 1 1 0 0,0 0-1 0 0,0 0 0 0 0,0 0 0 0 0,0 0 0 0 0,0 0 0 0 0,-1 0 0 0 0,1 0 0 0 0,-1 0 0 0 0,0 0 0 0 0,0 0 0 0 0,0 0 0 0 0,-1 0 0 0 0,1 0 0 0 0,-1 0 0 0 0,1 0 1 0 0,-1 0-1 0 0,0 0 0 0 0,0 0 0 0 0,0-1 0 0 0,-1 1 0 0 0,1 0 0 0 0,-3 3 0 0 0,-3 7-3 0 0,-1 0-1 0 0,-1 0 1 0 0,0-1-1 0 0,-13 15 1 0 0,-10 5 4 0 0,-62 50 0 0 0,72-63 33 0 0,21-18 8 0 0,4 0-32 0 0,58 3 66 0 0,-59-4-56 0 0,29-1 831 0 0,-20 1-3436 0 0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30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36 236 0 0,'0'0'3747'0'0,"16"-35"5650"0"0,-14 34-8894 0 0,-1 7-425 0 0,0 5-16 0 0,-1 0 1 0 0,1 1 0 0 0,-2-1-1 0 0,0 1 1 0 0,0-1 0 0 0,-1 0 0 0 0,0 1-1 0 0,-1-1 1 0 0,0 0 0 0 0,-1-1-1 0 0,-9 20 1 0 0,3-10 161 0 0,-1 0-1 0 0,-1 0 1 0 0,-1-2-1 0 0,0 1 1 0 0,-21 20-1 0 0,23-27-83 0 0,-28 35 386 0 0,38-45-497 0 0,-6 8 156 0 0,4-3-187 0 0,2-6 233 0 0,-4 6-5849 0 0,4-5 5093 0 0,-1-1 0 0 0,1 0 0 0 0,0 0 0 0 0,-1 0 0 0 0,1 0 0 0 0,-1 0 0 0 0,1 0 0 0 0,-1-1 0 0 0,1 1 0 0 0,-1 0 0 0 0,-2 0-1 0 0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33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57 123 100 0 0,'0'0'2306'0'0,"21"-32"3819"0"0,-20 31-5458 0 0,-1-1-489 0 0,0 1 0 0 0,0 0 0 0 0,0 0 0 0 0,1 0 0 0 0,-1 0 0 0 0,0 0 0 0 0,1 0 0 0 0,-1 0 0 0 0,1 0 0 0 0,-1 0 0 0 0,1 0 0 0 0,-1 0 0 0 0,1 0 0 0 0,0 0 0 0 0,1-2 0 0 0,-2 3-121 0 0,1 0 1 0 0,-1 0-1 0 0,0-1 1 0 0,1 1-1 0 0,-1 0 0 0 0,0-1 1 0 0,0 1-1 0 0,1 0 1 0 0,-1 0-1 0 0,0-1 0 0 0,0 1 1 0 0,0-1-1 0 0,1 1 1 0 0,-1 0-1 0 0,0-1 0 0 0,0 1 1 0 0,0 0-1 0 0,0-1 1 0 0,0 1-1 0 0,0 0 0 0 0,0-1 1 0 0,0 1-1 0 0,0-1 1 0 0,0 1-1 0 0,0 0 0 0 0,0-1 1 0 0,0 1-1 0 0,0-1 1 0 0,0 1-1 0 0,0 0 0 0 0,-1-1 1 0 0,1 1-1 0 0,0 0 1 0 0,0-1-1 0 0,0 1 0 0 0,0 0 1 0 0,-1-1-1 0 0,1 1 1 0 0,0 0-1 0 0,0 0 0 0 0,-1-1 1 0 0,1 1-1 0 0,0 0 1 0 0,-1 0-1 0 0,1-1 0 0 0,0 1 1 0 0,-1 0-1 0 0,1 0 1 0 0,0 0-1 0 0,-1-1 0 0 0,1 1 1 0 0,0 0-1 0 0,-1 0 1 0 0,1 0-1 0 0,-1 0 1 0 0,1 0-1 0 0,0 0 0 0 0,-1 0 1 0 0,0 0-1 0 0,-1-1 187 0 0,-2 2-244 0 0,-1 1-4 0 0,0 1 1 0 0,0 0-1 0 0,0 0 1 0 0,0 0-1 0 0,1 1 0 0 0,0-1 1 0 0,0 1-1 0 0,0 0 1 0 0,0 0-1 0 0,0 0 0 0 0,-5 9 1 0 0,7-9 3 0 0,-1 1 0 0 0,1-1 1 0 0,1 0-1 0 0,-1 0 0 0 0,1 1 1 0 0,-1-1-1 0 0,1 1 0 0 0,0-1 1 0 0,1 1-1 0 0,-1 4 0 0 0,1 2 1 0 0,1-1 0 0 0,1 0 0 0 0,0 1 0 0 0,4 12 0 0 0,-5-19 3 0 0,1 0 0 0 0,-1 0 0 0 0,1-1 0 0 0,0 1 0 0 0,1-1 0 0 0,-1 0 0 0 0,0 1 0 0 0,1-1 0 0 0,0 0 0 0 0,0 0 0 0 0,0-1 0 0 0,0 1 0 0 0,0-1 0 0 0,0 1 0 0 0,5 1 0 0 0,52 25 63 0 0,-55-27-59 0 0,-1-1 0 0 0,0 1 1 0 0,1-1-1 0 0,-1 0 0 0 0,1 0 0 0 0,-1 0 0 0 0,1 0 0 0 0,0-1 0 0 0,-1 0 1 0 0,1 0-1 0 0,0 0 0 0 0,-1 0 0 0 0,1-1 0 0 0,-1 0 0 0 0,1 0 0 0 0,-1 0 1 0 0,9-3-1 0 0,-9 1 5 0 0,0 1 0 0 0,-1-1 0 0 0,1 0 0 0 0,-1 0 0 0 0,1-1 1 0 0,-1 1-1 0 0,0 0 0 0 0,0-1 0 0 0,0 0 0 0 0,-1 0 0 0 0,1 0 0 0 0,-1 0 1 0 0,0 0-1 0 0,2-7 0 0 0,1-6 57 0 0,-1 0 1 0 0,0 0-1 0 0,-1 0 1 0 0,-1 0-1 0 0,-1-1 1 0 0,0 1-1 0 0,-3-21 1 0 0,1 33-5 0 0,-1 0 1 0 0,0 1 0 0 0,0-1 0 0 0,0 0 0 0 0,0 1-1 0 0,-1-1 1 0 0,0 1 0 0 0,0 0 0 0 0,0 0 0 0 0,0 0-1 0 0,-1 0 1 0 0,1 0 0 0 0,-1 1 0 0 0,-5-4 0 0 0,8 6-3 0 0,-22-14 1343 0 0,11 10-5804 0 0,21 27-8017 0 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33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1084 0 0,'0'0'11839'0'0,"2"-3"-10940"0"0,15-47 3944 0 0,-16 48-4374 0 0,-1-30 1428 0 0,0 26-6399 0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34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94 460 0 0,'0'0'2164'0'0,"1"-38"5254"0"0,-3 33-7100 0 0,0 1 0 0 0,-1 0 0 0 0,1 0 0 0 0,-1 0 0 0 0,0 1 0 0 0,0-1 0 0 0,0 1 0 0 0,-1-1 0 0 0,1 1 0 0 0,-1 0 0 0 0,-5-4 0 0 0,7 6-181 0 0,-40-5 599 0 0,40 6-730 0 0,-1 0 7 0 0,0 0 0 0 0,-1 1 0 0 0,1-1 0 0 0,0 1 0 0 0,0 0 0 0 0,0-1 0 0 0,0 1 0 0 0,0 1 0 0 0,0-1 0 0 0,0 0 0 0 0,0 1 0 0 0,0-1 0 0 0,-4 4 0 0 0,5-3-21 0 0,1 0 0 0 0,-1 0-1 0 0,0 0 1 0 0,0 0 0 0 0,1 1-1 0 0,-1-1 1 0 0,1 0-1 0 0,0 1 1 0 0,-1-1 0 0 0,1 1-1 0 0,1-1 1 0 0,-1 1 0 0 0,0 0-1 0 0,0-1 1 0 0,0 6 0 0 0,2-6-9 0 0,-1 0 0 0 0,0 0 1 0 0,0 0-1 0 0,1 0 0 0 0,-1 0 1 0 0,1-1-1 0 0,0 1 0 0 0,-1 0 1 0 0,1 0-1 0 0,0-1 0 0 0,0 1 1 0 0,0-1-1 0 0,0 1 0 0 0,1-1 1 0 0,-1 1-1 0 0,0-1 0 0 0,3 2 1 0 0,-1 0-2 0 0,0-1-1 0 0,0 0 1 0 0,1 0 0 0 0,-1 0 0 0 0,1 0 0 0 0,-1-1 0 0 0,1 0 0 0 0,0 1 0 0 0,-1-1 0 0 0,1-1 0 0 0,0 1 0 0 0,0 0-1 0 0,0-1 1 0 0,0 0 0 0 0,0 0 0 0 0,0 0 0 0 0,-1 0 0 0 0,7-2 0 0 0,-3 0 31 0 0,0-1 0 0 0,-1-1-1 0 0,1 0 1 0 0,0 1 0 0 0,-1-2 0 0 0,0 1-1 0 0,0-1 1 0 0,0 0 0 0 0,-1 0 0 0 0,1-1-1 0 0,-1 1 1 0 0,4-8 0 0 0,1 1 276 0 0,-9 11-152 0 0,-8 19 229 0 0,1-1 0 0 0,0 1-1 0 0,-6 34 1 0 0,-3 6-215 0 0,-22 79 131 0 0,10-58-1765 0 0,26-78 909 0 0,-3 3 97 0 0,3-2-1463 0 0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34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729 18 688 0 0,'0'0'78'0'0,"-1"-1"0"0"0,1 1-1 0 0,0-1 1 0 0,0 0 0 0 0,0 1 0 0 0,0-1-1 0 0,0 1 1 0 0,0-1 0 0 0,0 1 0 0 0,0-1-1 0 0,0 0 1 0 0,0 1 0 0 0,0-1 0 0 0,0 1 0 0 0,1-1-1 0 0,-1 1 1 0 0,0-1 0 0 0,0 1 0 0 0,1-1-1 0 0,-1 1 1 0 0,0-1 0 0 0,0 1 0 0 0,1-1-1 0 0,-1 1 1 0 0,1-1 0 0 0,-1 1 0 0 0,0 0-1 0 0,1-1 1 0 0,-1 1 0 0 0,1 0 0 0 0,-1-1-1 0 0,1 1 1 0 0,-1 0 0 0 0,1 0 0 0 0,-1-1 0 0 0,1 1-1 0 0,-1 0 1 0 0,1 0 0 0 0,-1 0 0 0 0,1 0-1 0 0,0 0 1 0 0,-1-1 0 0 0,1 1 0 0 0,-1 0-1 0 0,1 0 1 0 0,-1 1 0 0 0,1-1 0 0 0,0 0-1 0 0,-1 0 1 0 0,1 0 0 0 0,-1 0 0 0 0,1 0 0 0 0,-1 1-1 0 0,1-1 1 0 0,-1 0 0 0 0,1 0 0 0 0,-1 1-1 0 0,1-1 1 0 0,-1 0 0 0 0,1 1 0 0 0,39 22 694 0 0,-37-22-608 0 0,10 8 47 0 0,0 1 0 0 0,-1-1 1 0 0,0 2-1 0 0,0 0 0 0 0,-1 0 0 0 0,-1 1 0 0 0,0 0 1 0 0,0 1-1 0 0,-1 0 0 0 0,-1 1 0 0 0,0 0 0 0 0,6 18 1 0 0,-9-19-115 0 0,-1 0 0 0 0,0 0 1 0 0,-1 0-1 0 0,-1 1 0 0 0,0-1 1 0 0,-1 1-1 0 0,-1 0 1 0 0,0-1-1 0 0,0 1 0 0 0,-2 0 1 0 0,1-1-1 0 0,-2 1 1 0 0,0-1-1 0 0,-6 18 0 0 0,-7 10 73 0 0,-2-1 0 0 0,-2-1-1 0 0,-1 0 1 0 0,-2-2 0 0 0,-2 0-1 0 0,-1-2 1 0 0,-2-1-1 0 0,-1-1 1 0 0,-1-2 0 0 0,-2 0-1 0 0,-2-3 1 0 0,0 0 0 0 0,-1-2-1 0 0,-2-2 1 0 0,-55 27 0 0 0,6-5-234 0 0,-107 52-374 0 0,61-45-6939 0 0,106-44 4335 0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37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20 280 0 0,'0'0'2668'0'0,"-6"-11"-790"0"0,6 11-1803 0 0,0 0 1 0 0,0 0-1 0 0,-1-1 1 0 0,1 1-1 0 0,0 0 1 0 0,0 0 0 0 0,0 0-1 0 0,0 0 1 0 0,0 0-1 0 0,-1 0 1 0 0,1 0-1 0 0,0-1 1 0 0,0 1-1 0 0,0 0 1 0 0,0 0 0 0 0,0 0-1 0 0,0 0 1 0 0,0-1-1 0 0,0 1 1 0 0,0 0-1 0 0,-1 0 1 0 0,1 0-1 0 0,0 0 1 0 0,0-1-1 0 0,0 1 1 0 0,0 0 0 0 0,0 0-1 0 0,0 0 1 0 0,0 0-1 0 0,0-1 1 0 0,0 1-1 0 0,0 0 1 0 0,0 0-1 0 0,0 0 1 0 0,1-1 0 0 0,-1 1-1 0 0,0 0 1 0 0,0 0-1 0 0,0 0 1 0 0,0 0-1 0 0,0 0 1 0 0,0-1-1 0 0,0 1 1 0 0,0 0-1 0 0,0 0 1 0 0,1 0 0 0 0,-1 0-1 0 0,0 0 1 0 0,0-1-1 0 0,0 1 1 0 0,0 0-1 0 0,0 0 1 0 0,1 0-1 0 0,-1 0 1 0 0,0 0 0 0 0,0 0-1 0 0,0 0 1 0 0,0 0-1 0 0,1 0 1 0 0,-1 0-1 0 0,0 0 1 0 0,0 0-1 0 0,0 0 1 0 0,1 0-1 0 0,-1 0 1 0 0,0 0 0 0 0,190 86 64 0 0,-83-34-106 0 0,53 21-26 0 0,204 96 42 0 0,-52 1-77 0 0,-186-95 30 0 0,55 39-39 0 0,-89-53 42 0 0,176 86 0 0 0,-123-72-8 0 0,444 226 1210 0 0,-486-243-464 0 0,-54-29-152 0 0,-48-28-542 0 0,29 21 2194 0 0,-42-18-3233 0 0,-11 1-6045 0 0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39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41 460 0 0,'0'0'666'0'0,"-4"-40"10110"0"0,2 39-10722 0 0,-1 1 1 0 0,0 0-1 0 0,0 0 0 0 0,0 0 1 0 0,1 0-1 0 0,-1 1 1 0 0,0-1-1 0 0,0 1 0 0 0,1-1 1 0 0,-1 1-1 0 0,0 0 1 0 0,1 0-1 0 0,-1 0 1 0 0,1 1-1 0 0,-1-1 0 0 0,1 1 1 0 0,0-1-1 0 0,-1 1 1 0 0,-3 3-1 0 0,-51 40 263 0 0,56-44-300 0 0,-6 5 41 0 0,0 1-1 0 0,0 0 1 0 0,0 0-1 0 0,1 0 1 0 0,0 1 0 0 0,1 0-1 0 0,0 1 1 0 0,0-1 0 0 0,0 1-1 0 0,1 0 1 0 0,1 0 0 0 0,0 0-1 0 0,0 0 1 0 0,0 1 0 0 0,1-1-1 0 0,1 1 1 0 0,-1 0 0 0 0,2 0-1 0 0,-1-1 1 0 0,2 1-1 0 0,-1 0 1 0 0,3 10 0 0 0,0-4-62 0 0,1 0 1 0 0,0 0 0 0 0,1 0-1 0 0,1 0 1 0 0,1-1 0 0 0,0 0-1 0 0,1-1 1 0 0,0 0-1 0 0,1 0 1 0 0,1 0 0 0 0,0-1-1 0 0,17 15 1 0 0,-15-15-636 0 0,19 17-1168 0 0,-4-16-4607 0 0,-19-12 3180 0 0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0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12 80 0 0,'0'0'2088'0'0,"1"-11"6182"0"0,-8 15-8178 0 0,-1 1 0 0 0,1 0 1 0 0,0 1-1 0 0,0 0 1 0 0,1 0-1 0 0,-1 0 0 0 0,1 1 1 0 0,1 0-1 0 0,-1 0 1 0 0,1 1-1 0 0,1-1 0 0 0,-1 1 1 0 0,-4 12-1 0 0,6-14-46 0 0,0 1 0 0 0,1-1-1 0 0,-1 1 1 0 0,1-1 0 0 0,1 1-1 0 0,-1 0 1 0 0,1 0 0 0 0,0-1-1 0 0,1 1 1 0 0,0 0 0 0 0,0 0-1 0 0,0 0 1 0 0,1 0 0 0 0,0 0-1 0 0,0 0 1 0 0,1-1 0 0 0,0 1-1 0 0,4 11 1 0 0,-4-15-34 0 0,-1-1 0 0 0,1 1 0 0 0,0-1 0 0 0,0 0-1 0 0,0 0 1 0 0,0 0 0 0 0,0 0 0 0 0,0 0 0 0 0,0 0 0 0 0,1 0-1 0 0,-1-1 1 0 0,1 1 0 0 0,-1-1 0 0 0,1 1 0 0 0,0-1 0 0 0,-1 0-1 0 0,1 0 1 0 0,0-1 0 0 0,0 1 0 0 0,0 0 0 0 0,0-1 0 0 0,0 0-1 0 0,-1 0 1 0 0,1 0 0 0 0,0 0 0 0 0,0 0 0 0 0,0 0 0 0 0,0-1-1 0 0,0 1 1 0 0,5-3 0 0 0,-4 2 0 0 0,1-1 0 0 0,0 0 0 0 0,-1 0 0 0 0,1 0 0 0 0,-1-1 0 0 0,0 1 0 0 0,1-1 0 0 0,-1 0 0 0 0,-1 0 0 0 0,1-1 0 0 0,0 1 0 0 0,-1-1 0 0 0,0 0 0 0 0,1 0 0 0 0,-2 0 1 0 0,5-7-1 0 0,-4 3 72 0 0,0-1 1 0 0,-1 0-1 0 0,0 0 1 0 0,-1 0 0 0 0,0-1-1 0 0,0 1 1 0 0,-1 0-1 0 0,0 0 1 0 0,-1 0 0 0 0,0-1-1 0 0,0 1 1 0 0,-1 0-1 0 0,0 0 1 0 0,-1 0-1 0 0,1 1 1 0 0,-6-11 0 0 0,7 18-99 0 0,-1-2-439 0 0,-1-3 158 0 0,-15 16-8053 0 0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0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40 100 0 0,'0'0'12363'0'0,"-3"-4"-11297"0"0,-9-15-112 0 0,9 15 2587 0 0,6-9-2661 0 0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1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74 48 0 0,'0'0'1087'0'0,"-6"-22"7780"0"0,8 18-8538 0 0,1 1 0 0 0,1-1 1 0 0,-1 1-1 0 0,0 0 1 0 0,1 0-1 0 0,0 0 0 0 0,0 1 1 0 0,0-1-1 0 0,0 1 1 0 0,0 0-1 0 0,0 0 1 0 0,8-2-1 0 0,-2 1-209 0 0,0 0 0 0 0,0 1 1 0 0,0 0-1 0 0,0 1 0 0 0,14 0 0 0 0,-23 0-117 0 0,0 1 0 0 0,0 0-1 0 0,0 0 1 0 0,0 0 0 0 0,0 0-1 0 0,0 0 1 0 0,0 0 0 0 0,-1 0-1 0 0,1 0 1 0 0,0 0 0 0 0,0 1-1 0 0,0-1 1 0 0,0 0 0 0 0,0 1-1 0 0,-1-1 1 0 0,1 0 0 0 0,0 1-1 0 0,0-1 1 0 0,0 1 0 0 0,-1-1-1 0 0,1 1 1 0 0,0-1-1 0 0,-1 1 1 0 0,1 0 0 0 0,-1-1-1 0 0,1 1 1 0 0,0 0 0 0 0,-1 0-1 0 0,0-1 1 0 0,1 1 0 0 0,-1 0-1 0 0,1 0 1 0 0,-1 0 0 0 0,0 0-1 0 0,0-1 1 0 0,1 1 0 0 0,-1 0-1 0 0,0 0 1 0 0,0 0 0 0 0,0 0-1 0 0,0 0 1 0 0,0 0 0 0 0,0 0-1 0 0,0-1 1 0 0,0 1 0 0 0,0 0-1 0 0,-1 0 1 0 0,1 0 0 0 0,0 0-1 0 0,-1 0 1 0 0,1-1 0 0 0,0 1-1 0 0,-1 0 1 0 0,1 0 0 0 0,-1-1-1 0 0,0 2 1 0 0,-6 10 14 0 0,1 0 0 0 0,-2-1 0 0 0,-9 13 0 0 0,4-7-7 0 0,11-13-17 0 0,1-1-1 0 0,-1 0 1 0 0,1 0 0 0 0,-1 0-1 0 0,1 1 1 0 0,0-1-1 0 0,1 1 1 0 0,-1-1-1 0 0,1 1 1 0 0,-1-1-1 0 0,1 1 1 0 0,0-1 0 0 0,0 1-1 0 0,1-1 1 0 0,-1 1-1 0 0,1-1 1 0 0,1 7-1 0 0,2-2-16 0 0,-1 0-1 0 0,1-1 1 0 0,1 1-1 0 0,0-1 1 0 0,7 9-1 0 0,-9-12-22 0 0,1 1-1 0 0,-1-1 1 0 0,1 0-1 0 0,-2 1 1 0 0,1 0-1 0 0,0 0 1 0 0,-1 0-1 0 0,0 0 1 0 0,0 0 0 0 0,0 0-1 0 0,-1 1 1 0 0,2 7-1 0 0,-5-11 36 0 0,1 1 0 0 0,0-1 0 0 0,0 0 0 0 0,-1-1 0 0 0,1 1 1 0 0,-1 0-1 0 0,0 0 0 0 0,0-1 0 0 0,1 1 0 0 0,-1-1 0 0 0,0 1 0 0 0,0-1 0 0 0,-1 0 0 0 0,1 0 0 0 0,0 0 0 0 0,-3 1 0 0 0,-22 7-140 0 0,0-1 0 0 0,-41 5 0 0 0,19-5-5078 0 0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1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7 472 0 0,'0'0'5891'0'0,"3"-5"-4675"0"0,-1 3-611 0 0,-3 6 3079 0 0,-3 12-3396 0 0,-1-1 1 0 0,0 0-1 0 0,-1 0 1 0 0,-1-1-1 0 0,0 0 1 0 0,-1 0-1 0 0,-1-1 1 0 0,-10 13-1 0 0,-24 30-2568 0 0,3-6-4223 0 0,34-40 3306 0 0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3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43 608 0 0,'0'0'12216'0'0,"7"-26"-8028"0"0,-8 25-4178 0 0,1 0 0 0 0,-1 0 0 0 0,1-1 1 0 0,-1 1-1 0 0,0 0 0 0 0,1 0 1 0 0,-1 0-1 0 0,0 0 0 0 0,0 0 1 0 0,0 1-1 0 0,0-1 0 0 0,0 0 1 0 0,0 0-1 0 0,0 0 0 0 0,0 1 0 0 0,-1-2 1 0 0,-28 7-2254 0 0,-1 2 2914 0 0,-28 11-695 0 0,58-18 115 0 0,7 1-96 0 0,54 3 45 0 0,118-9 0 0 0,-162 4-87 0 0,-20 3-37 0 0,-43 2 61 0 0,31-2 19 0 0,8 0 0 0 0,-1-2 0 0 0,1 1 0 0 0,-1-1 0 0 0,1 0 0 0 0,-16-3 0 0 0,22 3-6 0 0,-6 1-26 0 0,5-1 79 0 0,7-1 219 0 0,105-4-1887 0 0,-38 3-7069 0 0,-55 1 5591 0 0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4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31 436 0 0,'0'0'919'0'0,"-5"-26"8508"0"0,3 25-9317 0 0,1 1 0 0 0,-1-1 1 0 0,0 1-1 0 0,0-1 0 0 0,1 1 1 0 0,-1-1-1 0 0,0 1 1 0 0,0 0-1 0 0,1 0 0 0 0,-1 0 1 0 0,0 0-1 0 0,0 0 0 0 0,0 0 1 0 0,1 1-1 0 0,-1-1 0 0 0,0 1 1 0 0,1-1-1 0 0,-1 1 0 0 0,-2 0 1 0 0,-1 2-8 0 0,-1 0 0 0 0,1 0 1 0 0,0 0-1 0 0,0 1 0 0 0,-8 7 0 0 0,2-1-51 0 0,2 0-1 0 0,-1 1 0 0 0,2 0 0 0 0,-14 21 1 0 0,18-25-37 0 0,1 0 1 0 0,0 0 0 0 0,1 0-1 0 0,0 0 1 0 0,0 1 0 0 0,0-1 0 0 0,1 0-1 0 0,0 1 1 0 0,1-1 0 0 0,0 1-1 0 0,0 0 1 0 0,0-1 0 0 0,4 15-1 0 0,-3-18-8 0 0,0 0 0 0 0,0-1 0 0 0,0 1 0 0 0,0 0 0 0 0,1-1-1 0 0,0 0 1 0 0,0 1 0 0 0,0-1 0 0 0,0 0 0 0 0,0 0-1 0 0,0 0 1 0 0,1 0 0 0 0,0 0 0 0 0,0-1 0 0 0,-1 1 0 0 0,1-1-1 0 0,1 0 1 0 0,-1 0 0 0 0,0 0 0 0 0,0 0 0 0 0,1-1-1 0 0,-1 1 1 0 0,1-1 0 0 0,-1 0 0 0 0,1 0 0 0 0,0 0 0 0 0,0 0-1 0 0,-1-1 1 0 0,1 1 0 0 0,0-1 0 0 0,5 0 0 0 0,1 0 7 0 0,1-1 1 0 0,0 0 0 0 0,-1-1 0 0 0,1 0-1 0 0,-1 0 1 0 0,0-1 0 0 0,0-1-1 0 0,0 1 1 0 0,0-2 0 0 0,10-5 0 0 0,-15 7 15 0 0,0 0 0 0 0,-1 0-1 0 0,1 0 1 0 0,-1-1 0 0 0,0 0 0 0 0,0 0 0 0 0,0 0 0 0 0,0-1 0 0 0,-1 1 0 0 0,1-1 0 0 0,-1 0 0 0 0,0 0 0 0 0,-1 0 0 0 0,1 0 0 0 0,-1 0 0 0 0,0-1 0 0 0,-1 1 0 0 0,1-1 0 0 0,-1 1 0 0 0,0-1-1 0 0,0-7 1 0 0,-1 1 148 0 0,-1 0 0 0 0,0-1 0 0 0,-1 1 0 0 0,-1 0 0 0 0,1 0 0 0 0,-2 1 0 0 0,0-1 0 0 0,-7-13 0 0 0,10 22-117 0 0,-8-12 205 0 0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4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82 144 0 0,'17'-26'9946'0'0,"8"-20"-2170"0"0,-24 45-6929 0 0,0-4 712 0 0,0 2-3371 0 0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5.7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52 672 0 0,'0'0'10610'0'0,"2"-50"-4768"0"0,-2 50-5844 0 0,-1 0 0 0 0,1-1 0 0 0,0 1 0 0 0,0 0 0 0 0,0 0 0 0 0,-1 0 0 0 0,1 0 0 0 0,0 0 0 0 0,0 0-1 0 0,-1 0 1 0 0,1-1 0 0 0,0 1 0 0 0,0 0 0 0 0,-1 0 0 0 0,1 0 0 0 0,0 0 0 0 0,0 0 0 0 0,-1 0 0 0 0,1 0 0 0 0,0 0 0 0 0,0 0 0 0 0,-1 0 0 0 0,1 1-1 0 0,0-1 1 0 0,0 0 0 0 0,-1 0 0 0 0,1 0 0 0 0,0 0 0 0 0,0 0 0 0 0,-1 0 0 0 0,1 0 0 0 0,0 1 0 0 0,0-1 0 0 0,0 0 0 0 0,-1 0 0 0 0,1 0-1 0 0,0 1 1 0 0,0-1 0 0 0,0 0 0 0 0,0 0 0 0 0,-1 0 0 0 0,1 1 0 0 0,0-1 0 0 0,0 0 0 0 0,0 0 0 0 0,0 1 0 0 0,0-1 0 0 0,0 0 0 0 0,0 1 0 0 0,-16 25-48 0 0,13-21 49 0 0,0 0 0 0 0,0 1 0 0 0,1 0 0 0 0,0-1 0 0 0,0 1 0 0 0,1 0 0 0 0,0 0 0 0 0,0 0 1 0 0,0 9-1 0 0,1-11-2 0 0,0-2 6 0 0,0 0 0 0 0,0 0 0 0 0,1 0 0 0 0,-1 0 0 0 0,1 0 0 0 0,-1 0 0 0 0,1-1 1 0 0,0 1-1 0 0,-1 0 0 0 0,1 0 0 0 0,0 0 0 0 0,2 2 0 0 0,0-1-1 0 0,0 0 0 0 0,0-1 0 0 0,1 1 0 0 0,-1-1 0 0 0,0 0 0 0 0,1 0 0 0 0,-1 0 0 0 0,1-1 0 0 0,0 1 0 0 0,-1-1 0 0 0,1 0 0 0 0,0 0 0 0 0,0 0 0 0 0,0 0 0 0 0,0-1 0 0 0,0 0 0 0 0,0 1 0 0 0,5-2 1 0 0,10 3 27 0 0,-11-1-27 0 0,8 1-14 0 0,-1 0-1 0 0,0 1 1 0 0,1 1 0 0 0,-1 0-1 0 0,0 1 1 0 0,21 11 0 0 0,-35-15 6 0 0,1 0 1 0 0,-1 0 0 0 0,0 0-1 0 0,1 1 1 0 0,-1-1 0 0 0,0 0 0 0 0,0 1-1 0 0,0-1 1 0 0,0 1 0 0 0,0-1-1 0 0,0 1 1 0 0,0-1 0 0 0,0 1 0 0 0,-1 0-1 0 0,1-1 1 0 0,0 1 0 0 0,-1 0 0 0 0,0 0-1 0 0,1-1 1 0 0,-1 1 0 0 0,0 0-1 0 0,0 0 1 0 0,0 0 0 0 0,0-1 0 0 0,0 1-1 0 0,0 0 1 0 0,-1 0 0 0 0,1-1-1 0 0,-1 1 1 0 0,1 0 0 0 0,-1 0 0 0 0,0-1-1 0 0,1 1 1 0 0,-1-1 0 0 0,0 1-1 0 0,0-1 1 0 0,0 1 0 0 0,0-1 0 0 0,-1 1-1 0 0,1-1 1 0 0,-2 2 0 0 0,-2 3 12 0 0,-1 0 1 0 0,1 0 0 0 0,-1-1 0 0 0,0 0-1 0 0,0 0 1 0 0,-1 0 0 0 0,-12 6 0 0 0,10-8-20 0 0,0 0 1 0 0,0 0 0 0 0,-1 0 0 0 0,1-1-1 0 0,-1-1 1 0 0,1 0 0 0 0,-17 0 0 0 0,20-1-401 0 0,0 0 0 0 0,0-1 1 0 0,1 0-1 0 0,-1 0 0 0 0,0-1 1 0 0,0 1-1 0 0,1-1 1 0 0,-9-4-1 0 0,6 0-151 0 0,-8-12-6485 0 0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6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24 516 0 0,'0'0'947'0'0,"26"-9"2537"0"0,-5 5-2420 0 0,4 0 802 0 0,53-2 0 0 0,-69 6-2796 0 0,1 0 0 0 0,0 1 0 0 0,-1 1 0 0 0,0 0 1 0 0,12 3-1 0 0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4:46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654 16 428 0 0,'0'-1'110'0'0,"0"0"1"0"0,0 1-1 0 0,0-1 0 0 0,0 0 1 0 0,0 1-1 0 0,0-1 0 0 0,0 1 1 0 0,1-1-1 0 0,-1 1 1 0 0,0-1-1 0 0,0 0 0 0 0,1 1 1 0 0,-1-1-1 0 0,0 1 0 0 0,1-1 1 0 0,-1 1-1 0 0,0-1 0 0 0,1 1 1 0 0,-1-1-1 0 0,1 1 0 0 0,-1 0 1 0 0,1-1-1 0 0,-1 1 0 0 0,1 0 1 0 0,-1-1-1 0 0,1 1 0 0 0,-1 0 1 0 0,1-1-1 0 0,-1 1 1 0 0,1 0-1 0 0,0 0 0 0 0,-1 0 1 0 0,1 0-1 0 0,-1 0 0 0 0,1-1 1 0 0,0 1-1 0 0,-1 0 0 0 0,1 1 1 0 0,26 13 1650 0 0,16 32-578 0 0,-31-27-901 0 0,-1 0 0 0 0,0 0-1 0 0,-2 1 1 0 0,0 1 0 0 0,-1-1-1 0 0,-1 1 1 0 0,-1 1 0 0 0,-1-1 0 0 0,-1 1-1 0 0,-1 0 1 0 0,-1 0 0 0 0,-1 34 0 0 0,-2-25-59 0 0,-2-1 0 0 0,0 0 0 0 0,-2 1 0 0 0,-2-1 0 0 0,0-1 0 0 0,-2 0 0 0 0,-1 0 0 0 0,-22 43 0 0 0,18-47-79 0 0,-1 0 0 0 0,-1-2 0 0 0,-1 0-1 0 0,-1 0 1 0 0,0-2 0 0 0,-2 0 0 0 0,-44 35 0 0 0,31-32 9 0 0,0-2-1 0 0,-2-1 1 0 0,-1-2-1 0 0,0-2 1 0 0,-40 14-1 0 0,18-10-513 0 0,-63 15 0 0 0,60-26-2319 0 0,1-6-3346 0 0,42-5 2662 0 0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0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36 284 0 0,'0'0'1139'0'0,"-3"-12"3891"0"0,0 6-2253 0 0,2 8-2054 0 0,-2 19-649 0 0,1-5-2 0 0,0 1-1 0 0,1-1 1 0 0,0 0-1 0 0,1 1 1 0 0,1-1 0 0 0,1 1-1 0 0,7 31 1 0 0,-8-46-47 0 0,-1-2-20 0 0,0 1 0 0 0,0-1 0 0 0,0 1 0 0 0,0-1 0 0 0,1 1 0 0 0,-1 0 0 0 0,0-1 0 0 0,0 0 0 0 0,0 1 0 0 0,1-1 0 0 0,-1 1 0 0 0,0-1 0 0 0,0 1 0 0 0,1-1 0 0 0,-1 1 1 0 0,0-1-1 0 0,1 0 0 0 0,-1 1 0 0 0,1-1 0 0 0,-1 0 0 0 0,0 1 0 0 0,1-1 0 0 0,-1 0 0 0 0,1 0 0 0 0,-1 1 0 0 0,1-1 0 0 0,-1 0 0 0 0,1 0 0 0 0,-1 0 0 0 0,1 0 0 0 0,-1 1 0 0 0,1-1 0 0 0,-1 0 0 0 0,1 0 0 0 0,-1 0 0 0 0,1 0 0 0 0,0 0 0 0 0,-1 0 0 0 0,1-1 0 0 0,-1 1 0 0 0,1 0 0 0 0,-1 0 0 0 0,1 0 0 0 0,-1 0 1 0 0,1-1-1 0 0,-1 1 0 0 0,0 0 0 0 0,1 0 0 0 0,-1-1 0 0 0,1 1 0 0 0,-1 0 0 0 0,1-1 0 0 0,0 0 0 0 0,29-18 88 0 0,-26 17-73 0 0,113-96 136 0 0,-110 97-163 0 0,0 0 0 0 0,0 0 0 0 0,0 1 0 0 0,0 0 0 0 0,0 0 0 0 0,0 0 1 0 0,0 1-1 0 0,0 0 0 0 0,12 4 0 0 0,4-1 46 0 0,-21-3 16 0 0,0-1 0 0 0,0 1 0 0 0,0-1 0 0 0,1 0 1 0 0,-1 0-1 0 0,0 0 0 0 0,0 0 0 0 0,1 0 0 0 0,-1 0 0 0 0,0-1 0 0 0,0 1 0 0 0,0-1 0 0 0,0 0 0 0 0,0 1 0 0 0,0-1 0 0 0,1 0 0 0 0,-2 0 0 0 0,1 0 0 0 0,0 0 0 0 0,0-1 0 0 0,0 1 0 0 0,-1-1 0 0 0,1 1 0 0 0,0-1 0 0 0,-1 1 0 0 0,1-1 0 0 0,-1 0 0 0 0,0 0 0 0 0,0 0 0 0 0,0 1 0 0 0,0-1 0 0 0,0 0 0 0 0,0-1 0 0 0,0 1 0 0 0,0 0 0 0 0,0-2 1 0 0,5-57 968 0 0,-5 59-1156 0 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41 328 0 0,'0'0'3479'0'0,"27"62"-1696"0"0,-23-58-1475 0 0,-1 1 1 0 0,1-1-1 0 0,0 0 1 0 0,0 0-1 0 0,0 0 0 0 0,0 0 1 0 0,1-1-1 0 0,-1 1 1 0 0,1-1-1 0 0,0 0 1 0 0,0-1-1 0 0,10 4 1 0 0,-14-6-233 0 0,1-1 1 0 0,0 1 0 0 0,0-1 0 0 0,-1 0 0 0 0,1 1 0 0 0,0-1 0 0 0,-1 0 0 0 0,1 0-1 0 0,-1 0 1 0 0,1-1 0 0 0,-1 1 0 0 0,0 0 0 0 0,1 0 0 0 0,-1-1 0 0 0,0 1 0 0 0,0-1-1 0 0,0 1 1 0 0,0-1 0 0 0,0 1 0 0 0,0-1 0 0 0,-1 0 0 0 0,1 0 0 0 0,0 1 0 0 0,-1-1-1 0 0,1 0 1 0 0,-1 0 0 0 0,0 1 0 0 0,1-1 0 0 0,-1 0 0 0 0,0 0 0 0 0,0 0 0 0 0,-1-2-1 0 0,2-5 145 0 0,-1 0 0 0 0,0 1-1 0 0,-1-1 1 0 0,0 0-1 0 0,-2-10 1 0 0,0-23 539 0 0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1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0 616 0 0,'0'0'5199'0'0,"-1"5"-4926"0"0,-16 85 1728 0 0,16-89-1885 0 0,1 0 194 0 0,0 0-277 0 0,0-1 0 0 0,0 0 0 0 0,0 0 0 0 0,-1 0 0 0 0,1 0 0 0 0,0 0 0 0 0,0 0 0 0 0,0 1 0 0 0,0-1 0 0 0,0 0 0 0 0,0 0 0 0 0,0 0 0 0 0,0 0 0 0 0,-1 1 1 0 0,1-1-1 0 0,0 0 0 0 0,0 0 0 0 0,0 0 0 0 0,0 0 0 0 0,0 1 0 0 0,0-1 0 0 0,0 0 0 0 0,0 0 0 0 0,0 0 0 0 0,0 0 0 0 0,0 1 0 0 0,0-1 0 0 0,0 0 0 0 0,1 0 0 0 0,-1 0 0 0 0,0 1 0 0 0,0-1 1 0 0,0 0-1 0 0,0 0 0 0 0,0 0 0 0 0,0 0 0 0 0,0 0 0 0 0,0 1 0 0 0,0-1 0 0 0,1 0 0 0 0,-1 0 0 0 0,0 0 0 0 0,0 0 0 0 0,0 0 0 0 0,0 0 0 0 0,0 0 0 0 0,1 1 0 0 0,-1-1 0 0 0,0 0 1 0 0,0 0-1 0 0,0 0 0 0 0,0 0 0 0 0,1 0 0 0 0,-1 0 0 0 0,0 0 0 0 0,0 0 0 0 0,0 0 0 0 0,1 0 0 0 0,-1 0 0 0 0,0 0 0 0 0,0 0 0 0 0,0 0 0 0 0,0 0 0 0 0,1 0 0 0 0,-1 0 0 0 0,0 0 1 0 0,0 0-1 0 0,1-1 0 0 0,9-11 36 0 0,-4 5 15 0 0,0 0 0 0 0,0 0 0 0 0,1 0 0 0 0,0 1 0 0 0,0 0-1 0 0,12-8 1 0 0,-6 8 2 0 0,-12 6-85 0 0,-1-1 1 0 0,1 1 0 0 0,-1 0-1 0 0,1-1 1 0 0,0 1-1 0 0,-1 0 1 0 0,1 0 0 0 0,-1-1-1 0 0,1 1 1 0 0,0 0-1 0 0,-1 0 1 0 0,1 0 0 0 0,0 0-1 0 0,-1 0 1 0 0,1 0-1 0 0,0 0 1 0 0,-1 0 0 0 0,1 0-1 0 0,0 0 1 0 0,-1 0-1 0 0,1 0 1 0 0,0 1 0 0 0,-1-1-1 0 0,1 0 1 0 0,0 0-1 0 0,-1 1 1 0 0,1-1 0 0 0,-1 0-1 0 0,1 1 1 0 0,-1-1-1 0 0,1 1 1 0 0,-1-1 0 0 0,1 1-1 0 0,-1-1 1 0 0,1 1-1 0 0,-1-1 1 0 0,1 1 0 0 0,-1-1-1 0 0,0 1 1 0 0,1 0-1 0 0,3 3 7 0 0,19 22-5 0 0,-22-25 6 0 0,0-1-6 0 0,-1 1 1 0 0,0-1-1 0 0,0 0 0 0 0,0 1 0 0 0,1-1 1 0 0,-1 0-1 0 0,0 1 0 0 0,0-1 0 0 0,1 0 1 0 0,-1 1-1 0 0,0-1 0 0 0,1 0 0 0 0,-1 1 1 0 0,1-1-1 0 0,-1 0 0 0 0,0 0 0 0 0,1 0 1 0 0,-1 1-1 0 0,0-1 0 0 0,1 0 0 0 0,-1 0 1 0 0,1 0-1 0 0,-1 0 0 0 0,1 0 0 0 0,-1 0 1 0 0,0 0-1 0 0,1 0 0 0 0,-1 0 0 0 0,1 0 1 0 0,0 0-1 0 0,107-47 63 0 0,-107 47-73 0 0,-1-1 0 0 0,1 1-1 0 0,0 0 1 0 0,-1-1 0 0 0,1 1-1 0 0,0 0 1 0 0,0 0 0 0 0,0 0-1 0 0,-1 0 1 0 0,1 0 0 0 0,0-1-1 0 0,0 1 1 0 0,-1 0-1 0 0,1 1 1 0 0,0-1 0 0 0,0 0-1 0 0,0 0 1 0 0,-1 0 0 0 0,1 0-1 0 0,0 1 1 0 0,0-1 0 0 0,-1 0-1 0 0,1 1 1 0 0,0-1 0 0 0,-1 0-1 0 0,1 1 1 0 0,0-1 0 0 0,-1 1-1 0 0,2 0 1 0 0,12 22-1680 0 0,-3-3-4062 0 0,-5-13 3423 0 0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2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9 424 0 0,'0'0'7249'0'0,"0"-7"-6756"0"0,-6 5 3271 0 0,-2 3-3761 0 0,-1 0 0 0 0,1 0 1 0 0,0 0-1 0 0,-1 1 0 0 0,1 1 1 0 0,0-1-1 0 0,0 2 0 0 0,1-1 1 0 0,-1 1-1 0 0,1 0 0 0 0,-1 0 1 0 0,1 1-1 0 0,0 0 0 0 0,1 0 1 0 0,0 1-1 0 0,-1-1 0 0 0,2 1 1 0 0,-1 1-1 0 0,1-1 0 0 0,0 1 1 0 0,0 0-1 0 0,1 0 0 0 0,-7 14 1 0 0,11-20 0 0 0,-1 1 0 0 0,1-1 0 0 0,-1 0 0 0 0,1 0 0 0 0,0 1-1 0 0,0-1 1 0 0,0 0 0 0 0,0 1 0 0 0,0-1 0 0 0,0 0 0 0 0,0 1 0 0 0,0-1 0 0 0,0 0 0 0 0,0 0 0 0 0,1 1 0 0 0,-1-1 0 0 0,1 0 0 0 0,-1 0 0 0 0,1 1 0 0 0,-1-1 0 0 0,1 0 0 0 0,0 0 0 0 0,-1 0 0 0 0,1 0 0 0 0,0 0 0 0 0,0 0-1 0 0,0 0 1 0 0,0 0 0 0 0,0 0 0 0 0,0 0 0 0 0,0 0 0 0 0,2 0 0 0 0,-1 0 5 0 0,0 1-1 0 0,1-1 1 0 0,-1 0-1 0 0,1 0 0 0 0,-1 0 1 0 0,1-1-1 0 0,0 1 1 0 0,-1-1-1 0 0,1 1 1 0 0,0-1-1 0 0,-1 0 0 0 0,1 0 1 0 0,0 0-1 0 0,-1 0 1 0 0,5-2-1 0 0,5-1 23 0 0,-1-1 0 0 0,0 0 0 0 0,0-1 0 0 0,0 0 0 0 0,-1-1 0 0 0,20-13 0 0 0,-29 18 8 0 0,-1 0-36 0 0,0 1 0 0 0,0-1 0 0 0,1 1 0 0 0,-1-1 0 0 0,0 0 0 0 0,0 1 0 0 0,1-1 0 0 0,-1 1 0 0 0,1-1 0 0 0,-1 1-1 0 0,0 0 1 0 0,1-1 0 0 0,-1 1 0 0 0,1-1 0 0 0,-1 1 0 0 0,1 0 0 0 0,-1-1 0 0 0,1 1 0 0 0,-1 0 0 0 0,1 0 0 0 0,-1-1 0 0 0,1 1 0 0 0,-1 0 0 0 0,1 0 0 0 0,0 0 0 0 0,-1 0 0 0 0,1 0-1 0 0,-1 0 1 0 0,1-1 0 0 0,0 1 0 0 0,-1 1 0 0 0,1-1 0 0 0,-1 0 0 0 0,1 0 0 0 0,0 0 0 0 0,22 7 12 0 0,-20-6-9 0 0,1 0 0 0 0,0 0 0 0 0,-1 0-1 0 0,1 0 1 0 0,0 0 0 0 0,-1-1 0 0 0,1 1 0 0 0,0-1 0 0 0,0 0 0 0 0,-1-1 0 0 0,1 1 0 0 0,0 0 0 0 0,-1-1-1 0 0,6-1 1 0 0,1 0 3 0 0,29-3 50 0 0,0-2 0 0 0,72-22 0 0 0,-110 29-67 0 0,18 7-1489 0 0,-10 0 672 0 0,-2 1-4515 0 0,2 1 2380 0 0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2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48 436 0 0,'5'-12'2716'0'0,"-4"4"-259"0"0,1-3 1379 0 0,-8-6-3800 0 0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5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32 180 0 0,'-3'-32'7814'0'0,"3"33"-7714"0"0,1-1 0 0 0,-1 0 0 0 0,1 0 0 0 0,0 0 0 0 0,-1 1 0 0 0,1-1 0 0 0,0 0 0 0 0,-1 0 1 0 0,1 1-1 0 0,-1-1 0 0 0,1 1 0 0 0,-1-1 0 0 0,1 0 0 0 0,-1 1 0 0 0,1-1 0 0 0,-1 1 0 0 0,1-1 0 0 0,-1 1 0 0 0,0 0 0 0 0,1-1 0 0 0,-1 1 0 0 0,0-1 1 0 0,0 1-1 0 0,1 1 0 0 0,31 60 55 0 0,-15-22 356 0 0,-16-39 71 0 0,45-21-132 0 0,-37 14-411 0 0,-7 4-34 0 0,-1 1 1 0 0,1 0-1 0 0,-1-1 1 0 0,0 1 0 0 0,1 0-1 0 0,0 0 1 0 0,-1 0 0 0 0,1 1-1 0 0,0-1 1 0 0,-1 0-1 0 0,1 1 1 0 0,0-1 0 0 0,0 1-1 0 0,0-1 1 0 0,0 1 0 0 0,-1 0-1 0 0,1 0 1 0 0,0-1-1 0 0,0 2 1 0 0,0-1 0 0 0,0 0-1 0 0,0 0 1 0 0,0 0-1 0 0,-1 1 1 0 0,1-1 0 0 0,0 1-1 0 0,0 0 1 0 0,-1-1 0 0 0,3 2-1 0 0,1 3-286 0 0,1 0-1 0 0,-1 0 1 0 0,0 1 0 0 0,0-1-1 0 0,-1 1 1 0 0,0 0 0 0 0,6 12-1 0 0,-8-15 15 0 0,-1 0-1 0 0,1 1 1 0 0,0-1-1 0 0,0 0 1 0 0,0 0-1 0 0,0 0 1 0 0,1-1-1 0 0,-1 1 0 0 0,1-1 1 0 0,-1 1-1 0 0,1-1 1 0 0,0 0-1 0 0,0 0 1 0 0,0 0-1 0 0,0 0 0 0 0,5 2 1 0 0,8 0-2887 0 0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7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14 228 0 0,'0'0'1556'0'0,"-9"-14"8890"0"0,104 44-10490 0 0,-2 4 0 0 0,-2 3-1 0 0,105 61 1 0 0,-107-53 5 0 0,2-3 0 0 0,99 30 0 0 0,-100-39 39 0 0,-47-16 145 0 0,0 3 0 0 0,45 26 0 0 0,-67-35 399 0 0,-9-5 2520 0 0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09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2005 110 560 0 0,'40'-85'7532'0'0,"-39"84"-7115"0"0,0-1-94 0 0,-1 1 1 0 0,1 0-1 0 0,-1 0 0 0 0,0-1 1 0 0,1 1-1 0 0,-1 0 1 0 0,0-1-1 0 0,0 1 0 0 0,0 0 1 0 0,0-1-1 0 0,0 1 1 0 0,0 0-1 0 0,0-3 1 0 0,-3 3-305 0 0,0 1 1 0 0,0-1 0 0 0,0 1-1 0 0,0-1 1 0 0,0 1 0 0 0,0 0 0 0 0,0 0-1 0 0,0 1 1 0 0,0-1 0 0 0,0 1 0 0 0,0-1-1 0 0,0 1 1 0 0,0 0 0 0 0,0 0 0 0 0,0 0-1 0 0,1 0 1 0 0,-4 3 0 0 0,-59 30 16 0 0,52-27 2 0 0,-370 199 249 0 0,161-88-198 0 0,-44 27 34 0 0,-320 200 2167 0 0,384-248-1233 0 0,181-87-962 0 0,0-1 0 0 0,0-1 0 0 0,-43 11 0 0 0,33-11-17 0 0,-58 24-1 0 0,87-31-59 0 0,-5 1 983 0 0,29-28-16879 0 0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0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15 144 0 0,'-65'-13'5239'0'0,"62"13"-5031"0"0,1-1-88 0 0,-1 1-1 0 0,1 0 1 0 0,0-1 0 0 0,-1 1-1 0 0,1 0 1 0 0,0 0 0 0 0,-1 0-1 0 0,1 1 1 0 0,-1-1 0 0 0,1 1-1 0 0,0-1 1 0 0,-1 1 0 0 0,-2 1-1 0 0,2-1-197 0 0,-26 20-482 0 0,18-13 76 0 0,10-7 368 0 0,-24 19-745 0 0,4-6 1147 0 0,20-7 1630 0 0,34-1 2576 0 0,8-1-5081 0 0,360 121 1213 0 0,-303-90-452 0 0,-25-6 444 0 0,127 73 1 0 0,-168-83 1423 0 0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2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50 348 0 0,'0'0'1847'0'0,"-5"-28"4627"0"0,6 27-6363 0 0,-1-1 0 0 0,1 1 0 0 0,-1 0 0 0 0,1 0 0 0 0,0 0 0 0 0,-1 1 0 0 0,1-1 0 0 0,0 0 0 0 0,0 0 0 0 0,-1 0 0 0 0,1 0-1 0 0,0 1 1 0 0,0-1 0 0 0,0 0 0 0 0,0 1 0 0 0,0-1 0 0 0,0 1 0 0 0,0-1 0 0 0,0 1 0 0 0,0-1 0 0 0,1 1 0 0 0,-1 0-1 0 0,0 0 1 0 0,0-1 0 0 0,0 1 0 0 0,0 0 0 0 0,3 0 0 0 0,-1 1 118 0 0,39 18 487 0 0,-34-13-635 0 0,1 0-1 0 0,-2 0 1 0 0,1 1-1 0 0,-1 0 1 0 0,0 0-1 0 0,0 1 1 0 0,-1 0-1 0 0,8 13 1 0 0,-12-19-45 0 0,-1 1 0 0 0,1 0 0 0 0,-1 0 0 0 0,0-1 0 0 0,0 1 0 0 0,0 0 0 0 0,0 0 1 0 0,-1 0-1 0 0,1 0 0 0 0,-1 0 0 0 0,0 0 0 0 0,1 0 0 0 0,-1 0 0 0 0,-1 0 0 0 0,1 0 0 0 0,0 0 0 0 0,-1 0 1 0 0,0 0-1 0 0,1 0 0 0 0,-1 0 0 0 0,0 0 0 0 0,-1 0 0 0 0,1 0 0 0 0,0-1 0 0 0,-1 1 0 0 0,0-1 0 0 0,1 1 1 0 0,-1-1-1 0 0,0 1 0 0 0,0-1 0 0 0,-4 3 0 0 0,5-4-23 0 0,1 0 0 0 0,-1-1 0 0 0,1 1 0 0 0,-1 0-1 0 0,1-1 1 0 0,-1 1 0 0 0,0 0 0 0 0,1-1 0 0 0,-1 1 0 0 0,0-1 0 0 0,1 1 0 0 0,-1-1 0 0 0,0 1-1 0 0,0-1 1 0 0,1 0 0 0 0,-1 1 0 0 0,0-1 0 0 0,0 0 0 0 0,0 0 0 0 0,1 0 0 0 0,-1 1 0 0 0,0-1-1 0 0,0 0 1 0 0,0 0 0 0 0,0 0 0 0 0,0 0 0 0 0,1-1 0 0 0,-1 1 0 0 0,0 0 0 0 0,0 0 0 0 0,0 0-1 0 0,0-1 1 0 0,1 1 0 0 0,-1 0 0 0 0,0-1 0 0 0,0 1 0 0 0,1-1 0 0 0,-1 1 0 0 0,0-1-1 0 0,0 1 1 0 0,1-1 0 0 0,-1 1 0 0 0,1-1 0 0 0,-1 0 0 0 0,1 1 0 0 0,-1-1 0 0 0,1 0 0 0 0,-1 1-1 0 0,1-1 1 0 0,-1 0 0 0 0,1 0 0 0 0,0 1 0 0 0,-1-2 0 0 0,0-2 0 0 0,0 0 1 0 0,0 1 0 0 0,0-1-1 0 0,0 0 1 0 0,1 0-1 0 0,0 0 1 0 0,0 0-1 0 0,0 0 1 0 0,0-4-1 0 0,3-1-8 0 0,-1 1-1 0 0,1 1 0 0 0,1-1 0 0 0,0 0 0 0 0,0 1 0 0 0,0 0 0 0 0,1 0 1 0 0,0 0-1 0 0,0 0 0 0 0,1 1 0 0 0,0 0 0 0 0,0 0 0 0 0,0 0 1 0 0,1 1-1 0 0,-1 0 0 0 0,2 0 0 0 0,-1 1 0 0 0,0 0 0 0 0,1 0 1 0 0,0 1-1 0 0,14-5 0 0 0,-17 6-10 0 0,1 1 1 0 0,-1-1-1 0 0,1 1 1 0 0,-1 1-1 0 0,1-1 0 0 0,0 1 1 0 0,-1 0-1 0 0,1 0 1 0 0,0 0-1 0 0,-1 1 1 0 0,1 0-1 0 0,-1 0 0 0 0,1 0 1 0 0,-1 1-1 0 0,1 0 1 0 0,-1 0-1 0 0,0 0 1 0 0,0 1-1 0 0,0 0 0 0 0,0-1 1 0 0,0 2-1 0 0,-1-1 1 0 0,0 1-1 0 0,1-1 1 0 0,-1 1-1 0 0,0 0 0 0 0,-1 1 1 0 0,1-1-1 0 0,-1 1 1 0 0,0 0-1 0 0,0-1 1 0 0,0 1-1 0 0,3 9 0 0 0,4 13-69 0 0,-10-26 81 0 0,0 0 3 0 0,0-1 0 0 0,1 0-1 0 0,-1 1 1 0 0,0-1 0 0 0,0 0 0 0 0,0 1-1 0 0,0-1 1 0 0,0 0 0 0 0,0 1 0 0 0,0-1 0 0 0,1 0-1 0 0,-1 0 1 0 0,0 1 0 0 0,0-1 0 0 0,0 0-1 0 0,1 0 1 0 0,-1 1 0 0 0,0-1 0 0 0,0 0-1 0 0,1 0 1 0 0,-1 0 0 0 0,0 1 0 0 0,1-1 0 0 0,-1 0-1 0 0,0 0 1 0 0,0 0 0 0 0,1 0 0 0 0,-1 0-1 0 0,0 0 1 0 0,1 0 0 0 0,-1 0 0 0 0,0 0-1 0 0,1 1 1 0 0,-1-1 0 0 0,0 0 0 0 0,1-1 0 0 0,-1 1-1 0 0,1 0 1 0 0,14-8 54 0 0,0-1 1 0 0,25-20-1 0 0,-29 20-58 0 0,0 0-1 0 0,1 1 1 0 0,0 1-1 0 0,1 0 1 0 0,-1 0-1 0 0,22-7 0 0 0,-33 14-21 0 0,1 0-5 0 0,0 0 18 0 0,0 0 0 0 0,0 0-1 0 0,-1 1 1 0 0,1-1 0 0 0,0 1 0 0 0,0-1 0 0 0,-1 1-1 0 0,1 0 1 0 0,0-1 0 0 0,-1 1 0 0 0,1 0 0 0 0,0 0-1 0 0,-1 0 1 0 0,1 0 0 0 0,-1 1 0 0 0,0-1 0 0 0,1 0-1 0 0,-1 0 1 0 0,0 1 0 0 0,0-1 0 0 0,0 1 0 0 0,0-1-1 0 0,0 1 1 0 0,0 0 0 0 0,0-1 0 0 0,-1 1 0 0 0,1 0-1 0 0,0 0 1 0 0,-1-1 0 0 0,1 1 0 0 0,-1 0 0 0 0,0 0-1 0 0,0 0 1 0 0,0 0 0 0 0,0-1 0 0 0,0 4 0 0 0,0 8-442 0 0,-1 0 0 0 0,-1-1 0 0 0,0 1 0 0 0,-4 14 0 0 0,5-21-138 0 0,0-4 306 0 0,-5 26-1976 0 0,3-11-2706 0 0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3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59 804 0 0,'0'0'770'0'0,"-2"-4"-31"0"0,-3-7-73 0 0,3 7 237 0 0,0-1 0 0 0,0 1 1 0 0,0 0-1 0 0,-1 0 0 0 0,1 0 0 0 0,-1 0 1 0 0,-3-3-1 0 0,4 6-412 0 0,-2 0-414 0 0,1-1-1 0 0,-1 1 1 0 0,1 0-1 0 0,-1 1 0 0 0,0-1 1 0 0,1 1-1 0 0,-1-1 1 0 0,0 1-1 0 0,-7 1 0 0 0,-1 1 6 0 0,0 1 0 0 0,0 0-1 0 0,0 1 1 0 0,1 1-1 0 0,-1-1 1 0 0,-18 13-1 0 0,25-15-59 0 0,0 1 0 0 0,0 0 0 0 0,1 0-1 0 0,0 1 1 0 0,-1-1 0 0 0,1 1-1 0 0,0 0 1 0 0,1 0 0 0 0,-1 1 0 0 0,1-1-1 0 0,0 1 1 0 0,0-1 0 0 0,0 1-1 0 0,1 0 1 0 0,0 0 0 0 0,-4 10-1 0 0,6-13 3 0 0,0-2-21 0 0,-1 1 0 0 0,1-1 0 0 0,0 1 0 0 0,0-1 0 0 0,-1 0 0 0 0,1 1 0 0 0,0-1 0 0 0,0 1 0 0 0,0-1 0 0 0,0 1 0 0 0,0-1-1 0 0,0 0 1 0 0,-1 1 0 0 0,1-1 0 0 0,0 1 0 0 0,0-1 0 0 0,0 1 0 0 0,0-1 0 0 0,1 1 0 0 0,-1-1 0 0 0,0 1 0 0 0,0-1 0 0 0,0 1 0 0 0,0-1 0 0 0,0 0 0 0 0,1 1 0 0 0,-1-1 0 0 0,0 1 0 0 0,0-1 0 0 0,1 0 0 0 0,-1 1 0 0 0,0-1 0 0 0,0 1 0 0 0,1-1 0 0 0,0 1 0 0 0,12 15 101 0 0,-9-15-92 0 0,-1 1-1 0 0,1-1 0 0 0,0 0 1 0 0,-1-1-1 0 0,1 1 0 0 0,0-1 1 0 0,0 1-1 0 0,-1-1 0 0 0,1 0 1 0 0,0 0-1 0 0,0-1 0 0 0,0 1 1 0 0,-1-1-1 0 0,6-1 0 0 0,52-23 47 0 0,-12 4-25 0 0,-31 9-18 0 0,6-1-236 0 0,-24 13 221 0 0,1 0-1 0 0,-1 0 1 0 0,1 0-1 0 0,-1 0 0 0 0,1 0 1 0 0,-1 1-1 0 0,0-1 0 0 0,1 0 1 0 0,-1 0-1 0 0,1 0 0 0 0,-1 1 1 0 0,0-1-1 0 0,1 0 1 0 0,-1 0-1 0 0,0 1 0 0 0,1-1 1 0 0,-1 0-1 0 0,0 0 0 0 0,0 1 1 0 0,1-1-1 0 0,-1 1 0 0 0,0-1 1 0 0,0 0-1 0 0,1 1 1 0 0,-1-1-1 0 0,0 0 0 0 0,0 1 1 0 0,0-1-1 0 0,0 1 0 0 0,0-1 1 0 0,1 1-1 0 0,-1-1 0 0 0,0 0 1 0 0,0 1-1 0 0,0 0 1 0 0,0 0-1 0 0,0 1 0 0 0,0-1 0 0 0,1 0 0 0 0,-1 1 0 0 0,1-1 0 0 0,-1 0 0 0 0,1 1 0 0 0,0-1 0 0 0,0 0 0 0 0,-1 0 0 0 0,1 0 0 0 0,0 0 0 0 0,0 1 0 0 0,0-1 0 0 0,0-1 0 0 0,0 1 0 0 0,0 0 0 0 0,0 0 0 0 0,1 0 0 0 0,-1 0 0 0 0,0-1 0 0 0,0 1 0 0 0,1-1 0 0 0,-1 1 0 0 0,0-1 0 0 0,3 1 0 0 0,2 1-1 0 0,0-1 0 0 0,0 1 1 0 0,0-2-1 0 0,1 1 0 0 0,-1-1 0 0 0,0 0 0 0 0,1 0 0 0 0,-1 0 0 0 0,0-1 0 0 0,0 0 1 0 0,0 0-1 0 0,12-5 0 0 0,-1-1-14 0 0,0 0 1 0 0,29-20 0 0 0,16-7-12 0 0,-60 34 4 0 0,24 26-113 0 0,-25-23 144 0 0,0 0 0 0 0,1 0 0 0 0,-1-1 0 0 0,0 1 0 0 0,1-1 0 0 0,0 1 0 0 0,-1-1 0 0 0,1 1-1 0 0,0-1 1 0 0,0 0 0 0 0,1 0 0 0 0,-1 0 0 0 0,0 0 0 0 0,1 0 0 0 0,-1 0 0 0 0,1-1 0 0 0,-1 1 0 0 0,1-1 0 0 0,0 0 0 0 0,0 0 0 0 0,0 0-1 0 0,0 0 1 0 0,-1 0 0 0 0,1 0 0 0 0,3-1 0 0 0,-2 0 15 0 0,43-7 109 0 0,-41 6-426 0 0,0-1 1 0 0,0 1-1 0 0,0 0 0 0 0,0 1 1 0 0,0-1-1 0 0,0 1 0 0 0,0 0 1 0 0,7 2-1 0 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5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227 61 204 0 0,'-1'-42'6019'0'0,"1"40"-5902"0"0,-1 1 1 0 0,1 0 0 0 0,-1 0-1 0 0,1 0 1 0 0,-1 0 0 0 0,0 0 0 0 0,0 0-1 0 0,1 0 1 0 0,-1 0 0 0 0,0 0-1 0 0,0 1 1 0 0,0-1 0 0 0,0 0 0 0 0,0 0-1 0 0,0 1 1 0 0,0-1 0 0 0,0 1-1 0 0,0-1 1 0 0,-1 1 0 0 0,0-1-1 0 0,0 1-56 0 0,0 0 0 0 0,0 0-1 0 0,-1 1 1 0 0,1-1-1 0 0,0 1 1 0 0,0-1-1 0 0,0 1 1 0 0,0 0-1 0 0,0 0 1 0 0,0-1-1 0 0,-3 4 1 0 0,-8 4 78 0 0,1 0-1 0 0,0 1 1 0 0,0 1 0 0 0,1 0-1 0 0,1 1 1 0 0,-1 0 0 0 0,2 0-1 0 0,0 1 1 0 0,0 0 0 0 0,1 1-1 0 0,0 0 1 0 0,1 0 0 0 0,1 1-1 0 0,-6 16 1 0 0,5-12-22 0 0,1 1 0 0 0,1 0 0 0 0,1 0 0 0 0,1 1 1 0 0,0-1-1 0 0,2 1 0 0 0,0 0 0 0 0,1-1 0 0 0,1 1 0 0 0,5 25 0 0 0,0-19-22 0 0,2 1-1 0 0,1-2 0 0 0,1 1 1 0 0,1-1-1 0 0,2-1 1 0 0,0 0-1 0 0,19 25 1 0 0,7-2-1278 0 0,-10-24-3482 0 0,-25-22 1752 0 0,5-1 221 0 0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6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76 0 0,'0'0'9021'0'0,"6"-1"-8620"0"0,142-2 2171 0 0,-146 3-2474 0 0,10 2 330 0 0,-4-1-2371 0 0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6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24 460 0 0,'0'0'1814'0'0,"-7"-13"3933"0"0,6 13-5684 0 0,-1 0 0 0 0,1-1-1 0 0,-1 1 1 0 0,1 0 0 0 0,-1 0-1 0 0,1 0 1 0 0,-1 0 0 0 0,1 0-1 0 0,0 0 1 0 0,-1 1 0 0 0,1-1-1 0 0,-1 0 1 0 0,1 1 0 0 0,0-1-1 0 0,-1 1 1 0 0,1 0 0 0 0,0-1-1 0 0,-1 1 1 0 0,1 0 0 0 0,-2 1-1 0 0,-24 30 595 0 0,-8 44 173 0 0,34-74-784 0 0,0 5 36 0 0,-1 0 0 0 0,1-1 1 0 0,0 1-1 0 0,0 0 0 0 0,1 0 1 0 0,-1 0-1 0 0,2 0 0 0 0,-1 0 0 0 0,1 0 1 0 0,0 0-1 0 0,0 0 0 0 0,1 0 1 0 0,0-1-1 0 0,1 1 0 0 0,-1 0 1 0 0,5 8-1 0 0,-5-13-62 0 0,-1 1 0 0 0,1-1 0 0 0,-1 1 0 0 0,1-1 0 0 0,0 1 0 0 0,-1-1 0 0 0,1 0-1 0 0,0 0 1 0 0,1 0 0 0 0,-1 0 0 0 0,0 0 0 0 0,1-1 0 0 0,-1 1 0 0 0,1-1 0 0 0,-1 1 0 0 0,1-1 0 0 0,-1 0 0 0 0,1 0 0 0 0,0 0 0 0 0,0 0 0 0 0,0-1 0 0 0,-1 1 0 0 0,1-1 0 0 0,0 1 0 0 0,0-1-1 0 0,0 0 1 0 0,0 0 0 0 0,0-1 0 0 0,0 1 0 0 0,0-1 0 0 0,0 1 0 0 0,-1-1 0 0 0,1 0 0 0 0,0 0 0 0 0,0 0 0 0 0,-1 0 0 0 0,1-1 0 0 0,-1 1 0 0 0,1-1 0 0 0,-1 1 0 0 0,3-3 0 0 0,2-2 60 0 0,0 1 1 0 0,-1-1-1 0 0,0 0 1 0 0,-1 0-1 0 0,1-1 1 0 0,-1 0-1 0 0,0 0 1 0 0,-1 0-1 0 0,1 0 1 0 0,-2-1-1 0 0,1 0 1 0 0,-1 1-1 0 0,0-1 1 0 0,0-1-1 0 0,-1 1 1 0 0,0 0-1 0 0,-1 0 1 0 0,0-1-1 0 0,0 1 1 0 0,-1-1-1 0 0,0 1 1 0 0,-1-1-1 0 0,1 1 1 0 0,-1-1-1 0 0,-1 1 1 0 0,0 0-1 0 0,0-1 1 0 0,-1 1-1 0 0,0 0 1 0 0,0 1-1 0 0,-1-1 1 0 0,-6-10-1 0 0,-4 5-893 0 0,13 13 520 0 0,0 0-1 0 0,0 0 1 0 0,0 0-1 0 0,0 0 0 0 0,0 0 1 0 0,0 0-1 0 0,0 0 0 0 0,0 1 1 0 0,0-1-1 0 0,0 0 0 0 0,0 1 1 0 0,0-1-1 0 0,0 0 1 0 0,0 1-1 0 0,1-1 0 0 0,-1 1 1 0 0,0 0-1 0 0,0-1 0 0 0,0 1 1 0 0,1 0-1 0 0,-1-1 1 0 0,0 1-1 0 0,1 0 0 0 0,-1 0 1 0 0,1 0-1 0 0,-1-1 0 0 0,1 1 1 0 0,-1 0-1 0 0,1 0 0 0 0,-1 2 1 0 0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6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1340 0 0,'1'-4'1145'0'0,"1"-2"547"0"0,0 0 1 0 0,0-1 0 0 0,-1 1-1 0 0,1-1 1 0 0,-1 1-1 0 0,-1-1 1 0 0,1-13-1 0 0,-2 18-801 0 0,4-5-260 0 0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7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28 176 0 0,'-1'-19'5625'0'0,"1"19"-5551"0"0,0-1 0 0 0,0 1 0 0 0,0 0 0 0 0,0-1 0 0 0,0 1 0 0 0,-1-1 0 0 0,1 1 1 0 0,0 0-1 0 0,0-1 0 0 0,0 1 0 0 0,0 0 0 0 0,-1-1 0 0 0,1 1 0 0 0,0 0 0 0 0,0-1 0 0 0,-1 1 0 0 0,1 0 0 0 0,0-1 0 0 0,-1 1 0 0 0,1 0 1 0 0,0 0-1 0 0,-1-1 0 0 0,1 1 0 0 0,0 0 0 0 0,-1 0 0 0 0,1 0 0 0 0,0 0 0 0 0,-1-1 0 0 0,1 1 0 0 0,-1 0 0 0 0,1 0 0 0 0,0 0 0 0 0,-1 0 1 0 0,1 0-1 0 0,-1 0 0 0 0,1 0 0 0 0,0 0 0 0 0,-1 0 0 0 0,1 0 0 0 0,-1 0 0 0 0,1 0 0 0 0,0 0 0 0 0,-1 1 0 0 0,1-1 0 0 0,-1 0 0 0 0,1 0 1 0 0,0 0-1 0 0,-1 1 0 0 0,1-1 0 0 0,-1 0 0 0 0,-15 12 231 0 0,0-1 0 0 0,1 2 0 0 0,0 0 0 0 0,1 1-1 0 0,-21 27 1 0 0,29-34-225 0 0,1 1-1 0 0,-1 0 1 0 0,2 0-1 0 0,-1 0 1 0 0,1 1-1 0 0,1 0 1 0 0,-1-1-1 0 0,2 1 1 0 0,-1 1-1 0 0,1-1 0 0 0,0 0 1 0 0,1 0-1 0 0,0 1 1 0 0,1-1-1 0 0,1 13 1 0 0,0-14-33 0 0,0 1 0 0 0,1-1 0 0 0,0 1 0 0 0,0-1 1 0 0,1 0-1 0 0,0 0 0 0 0,1 0 0 0 0,6 10 0 0 0,-9-15-29 0 0,1 0-1 0 0,0-1 0 0 0,0 1 1 0 0,0-1-1 0 0,0 1 1 0 0,0-1-1 0 0,1 0 0 0 0,-1 1 1 0 0,1-1-1 0 0,0-1 1 0 0,-1 1-1 0 0,1 0 0 0 0,0-1 1 0 0,0 1-1 0 0,0-1 1 0 0,0 0-1 0 0,0 0 0 0 0,0 0 1 0 0,1 0-1 0 0,-1-1 1 0 0,0 1-1 0 0,0-1 0 0 0,1 0 1 0 0,3 0-1 0 0,-4-1 67 0 0,26-14 660 0 0,-28 13-703 0 0,0 1 0 0 0,0-1 0 0 0,0 0 0 0 0,-1 1 0 0 0,1-1 0 0 0,0 0 0 0 0,-1 0-1 0 0,0 1 1 0 0,1-1 0 0 0,-1 0 0 0 0,0 0 0 0 0,0 0 0 0 0,0 1 0 0 0,0-1 0 0 0,0 0-1 0 0,0 0 1 0 0,-1 0 0 0 0,1 1 0 0 0,0-1 0 0 0,-1 0 0 0 0,-1-3 0 0 0,0 2 15 0 0,0 0 1 0 0,-1-1-1 0 0,1 1 1 0 0,-1 0-1 0 0,1 0 1 0 0,-1 0-1 0 0,0 1 1 0 0,0-1-1 0 0,-6-3 1 0 0,-3-2-186 0 0,-1 1 0 0 0,-1 1 0 0 0,1 0 0 0 0,-17-5 0 0 0,5 9-1804 0 0,14 6-2298 0 0,0 1 669 0 0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7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0 616 0 0,'0'0'2142'0'0,"5"6"-564"0"0,-4-1 1807 0 0,-3 7-2746 0 0,0 0 0 0 0,-1 0 0 0 0,-1 0 1 0 0,0 0-1 0 0,0-1 0 0 0,-12 21 0 0 0,-42 64 839 0 0,49-82-1820 0 0,-1-1 1 0 0,-1-1-1 0 0,-22 22 1 0 0,31-33 105 0 0,-15-15-7815 0 0,13 11 5787 0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9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102 120 84 0 0,'1'-2'419'0'0,"0"1"0"0"0,0-1-1 0 0,0 0 1 0 0,0 0 0 0 0,0-1 0 0 0,-1 1 0 0 0,1 0-1 0 0,-1 0 1 0 0,1 0 0 0 0,-1 0 0 0 0,0-1-1 0 0,0 1 1 0 0,0 0 0 0 0,0 0 0 0 0,0 0 0 0 0,0-1-1 0 0,0 1 1 0 0,-1 0 0 0 0,1 0 0 0 0,-1 0 0 0 0,0 0-1 0 0,0-1 1 0 0,-2-3 1444 0 0,2 6-1827 0 0,1-1 1 0 0,-1 1-1 0 0,1-1 0 0 0,0 1 0 0 0,-1 0 1 0 0,1-1-1 0 0,-1 1 0 0 0,1 0 0 0 0,-1 0 1 0 0,1-1-1 0 0,-1 1 0 0 0,0 0 0 0 0,1 0 1 0 0,-1 0-1 0 0,1 0 0 0 0,-1-1 0 0 0,1 1 1 0 0,-1 0-1 0 0,0 0 0 0 0,1 0 0 0 0,-1 0 1 0 0,1 1-1 0 0,-1-1 0 0 0,0 0 0 0 0,1 0 1 0 0,-1 0-1 0 0,1 0 0 0 0,-1 0 0 0 0,1 1 0 0 0,-1-1 1 0 0,1 0-1 0 0,-1 1 0 0 0,1-1 0 0 0,-1 0 1 0 0,1 1-1 0 0,-1 0 0 0 0,-24 11 363 0 0,20-7-360 0 0,-1 1 0 0 0,1 0 0 0 0,0 0 0 0 0,1 0 0 0 0,0 0 0 0 0,0 1 0 0 0,0 0 0 0 0,1-1 0 0 0,0 1 0 0 0,0 1 0 0 0,0-1 0 0 0,1 0 0 0 0,0 1 0 0 0,1-1 0 0 0,0 1 0 0 0,-1 11 0 0 0,2-14-26 0 0,0 0 0 0 0,-1 0 0 0 0,2 0 1 0 0,-1 0-1 0 0,1 0 0 0 0,0 0 0 0 0,0 0 0 0 0,0 0 0 0 0,0 0 0 0 0,1-1 0 0 0,0 1 1 0 0,0 0-1 0 0,0-1 0 0 0,1 1 0 0 0,0-1 0 0 0,0 0 0 0 0,0 0 0 0 0,0 0 0 0 0,0 0 1 0 0,1-1-1 0 0,0 1 0 0 0,-1-1 0 0 0,1 0 0 0 0,1 0 0 0 0,5 3 0 0 0,-8-5-5 0 0,1 0-1 0 0,0-1 0 0 0,0 1 0 0 0,0-1 1 0 0,0 0-1 0 0,0 0 0 0 0,0 0 0 0 0,0 0 1 0 0,0 0-1 0 0,0 0 0 0 0,0-1 0 0 0,0 0 1 0 0,0 0-1 0 0,0 1 0 0 0,-1-2 1 0 0,1 1-1 0 0,0 0 0 0 0,-1 0 0 0 0,1-1 1 0 0,-1 0-1 0 0,1 1 0 0 0,-1-1 0 0 0,4-4 1 0 0,3-2 58 0 0,0 0 1 0 0,0-1 0 0 0,-1-1 0 0 0,9-11-1 0 0,-12 13 33 0 0,0 0 1 0 0,-1 0-1 0 0,0 0 0 0 0,0 0 0 0 0,-1-1 0 0 0,0 1 0 0 0,0-1 0 0 0,-1 0 0 0 0,0 0 0 0 0,-1 0 1 0 0,0 0-1 0 0,0 0 0 0 0,-1 0 0 0 0,0 0 0 0 0,-1-1 0 0 0,0 1 0 0 0,0 0 0 0 0,-1 0 0 0 0,0 1 1 0 0,0-1-1 0 0,-1 0 0 0 0,-7-14 0 0 0,-19-2-750 0 0,24 21-3100 0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19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22 988 0 0,'0'0'15221'0'0,"2"-3"-14774"0"0,1-1-70 0 0,5-11-2910 0 0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20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9 208 0 0,'-4'-8'16031'0'0,"-108"187"-14896"0"0,98-158-1091 0 0,12-17-81 0 0,-1 1 1 0 0,1-1-1 0 0,0 0 1 0 0,1 1-1 0 0,-1-1 1 0 0,1 1-1 0 0,-1-1 1 0 0,1 1-1 0 0,0 8 1 0 0,1-11-67 0 0,32 13-566 0 0,-21-14 567 0 0,0-1 1 0 0,-1 0 0 0 0,1 0-1 0 0,-1-1 1 0 0,1 0 0 0 0,-1-1-1 0 0,0-1 1 0 0,1 1-1 0 0,-1-2 1 0 0,0 1 0 0 0,-1-1-1 0 0,1-1 1 0 0,-1 0 0 0 0,0 0-1 0 0,0-1 1 0 0,0 0-1 0 0,-1 0 1 0 0,0-1 0 0 0,0 0-1 0 0,9-11 1 0 0,-8 7 792 0 0,-5 6-117 0 0,-6 8-120 0 0,-3 4-327 0 0,0 1 1 0 0,0-1-1 0 0,0 1 1 0 0,-5 16-1 0 0,-7 35-873 0 0,-5 24-6495 0 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5:20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639 1 180 0 0,'5'-1'228'0'0,"0"1"0"0"0,0 0 0 0 0,0 1 0 0 0,0-1 1 0 0,0 1-1 0 0,0 0 0 0 0,0 0 0 0 0,0 1 0 0 0,-1-1 0 0 0,1 1 0 0 0,0 0 0 0 0,-1 0 0 0 0,0 1 1 0 0,1-1-1 0 0,-1 1 0 0 0,0 0 0 0 0,0 0 0 0 0,0 1 0 0 0,-1-1 0 0 0,1 1 0 0 0,-1-1 1 0 0,0 1-1 0 0,4 6 0 0 0,8 11 398 0 0,-1 1 0 0 0,0 1 0 0 0,10 25 0 0 0,-21-41-450 0 0,6 13 111 0 0,-1 0 0 0 0,-1 1 0 0 0,-1 0 0 0 0,0 1 0 0 0,-2-1 0 0 0,-1 1 0 0 0,0 0 0 0 0,-2 0 0 0 0,0-1 0 0 0,-2 1 1 0 0,0 0-1 0 0,-1 0 0 0 0,-2 0 0 0 0,0-1 0 0 0,-1 1 0 0 0,-1-1 0 0 0,-11 26 0 0 0,3-15-81 0 0,-1-1 1 0 0,-2 0-1 0 0,-1-1 1 0 0,-1-1-1 0 0,-1-1 1 0 0,-2-1-1 0 0,0 0 0 0 0,-2-2 1 0 0,-1-1-1 0 0,-32 25 1 0 0,13-16-501 0 0,-2-2 1 0 0,-1-1 0 0 0,-94 42-1 0 0,93-53-2264 0 0,1-2 1 0 0,-66 14-1 0 0,28-14-1336 0 0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9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0 141 780 0 0,'0'0'5011'0'0,"4"-3"-4528"0"0,3 0-329 0 0,-1 0 0 0 0,1 1 0 0 0,0 0 0 0 0,1 0 0 0 0,-1 0 0 0 0,0 1 0 0 0,0 0 0 0 0,1 0 0 0 0,-1 1 1 0 0,1 0-1 0 0,-1 0 0 0 0,0 1 0 0 0,1 0 0 0 0,7 1 0 0 0,5 2 47 0 0,1 0 0 0 0,-1 2 0 0 0,0 0 1 0 0,20 9-1 0 0,-33-11-150 0 0,-1-1-1 0 0,1 1 1 0 0,-1 0 0 0 0,0 1-1 0 0,-1-1 1 0 0,1 1-1 0 0,-1 0 1 0 0,0 0 0 0 0,6 8-1 0 0,-10-12-33 0 0,0 1-1 0 0,0 0 0 0 0,0-1 1 0 0,0 1-1 0 0,0 0 0 0 0,0 0 0 0 0,0-1 1 0 0,0 1-1 0 0,-1 0 0 0 0,1 0 0 0 0,-1 0 1 0 0,0 0-1 0 0,1 0 0 0 0,-1 0 1 0 0,0 0-1 0 0,0 0 0 0 0,0 0 0 0 0,0 0 1 0 0,-1 0-1 0 0,1 0 0 0 0,0 0 0 0 0,-1 0 1 0 0,1-1-1 0 0,-1 1 0 0 0,0 0 1 0 0,0 0-1 0 0,0 0 0 0 0,0-1 0 0 0,0 1 1 0 0,0 0-1 0 0,0-1 0 0 0,0 1 0 0 0,-1-1 1 0 0,1 1-1 0 0,-1-1 0 0 0,1 0 1 0 0,-1 0-1 0 0,1 1 0 0 0,-4 0 0 0 0,3 0 15 0 0,0-1 0 0 0,0 1 0 0 0,0-1-1 0 0,0 1 1 0 0,-1-1 0 0 0,1 0-1 0 0,-1 0 1 0 0,1 0 0 0 0,0-1 0 0 0,-1 1-1 0 0,1 0 1 0 0,-1-1 0 0 0,0 0 0 0 0,1 0-1 0 0,-1 1 1 0 0,1-1 0 0 0,-1-1 0 0 0,1 1-1 0 0,-1 0 1 0 0,0-1 0 0 0,1 1 0 0 0,-1-1-1 0 0,1 0 1 0 0,0 0 0 0 0,-1 0-1 0 0,-2-2 1 0 0,3 2-19 0 0,0-1-1 0 0,0 0 1 0 0,0 0-1 0 0,0-1 1 0 0,0 1-1 0 0,1 0 1 0 0,-1 0-1 0 0,1-1 1 0 0,0 1-1 0 0,0-1 1 0 0,0 1-1 0 0,0-1 1 0 0,0 0-1 0 0,1 1 1 0 0,-1-1-1 0 0,1 0 1 0 0,-1 0-1 0 0,1 1 1 0 0,0-1-1 0 0,0 0 1 0 0,0 0-1 0 0,1 1 1 0 0,-1-1-1 0 0,1 0 1 0 0,0-2-1 0 0,2-3-7 0 0,-1 0 0 0 0,1 0 0 0 0,1 1 0 0 0,-1 0 0 0 0,1 0 0 0 0,1 0 0 0 0,-1 0 0 0 0,1 0 0 0 0,0 1 0 0 0,1 0 0 0 0,0 0 0 0 0,-1 0 0 0 0,2 1 0 0 0,-1 0 0 0 0,1 0 1 0 0,0 1-1 0 0,0 0 0 0 0,0 0 0 0 0,0 0 0 0 0,13-3 0 0 0,-13 4-11 0 0,0 0 1 0 0,-1 1 0 0 0,1 0-1 0 0,1 1 1 0 0,-1-1-1 0 0,0 1 1 0 0,0 1 0 0 0,0-1-1 0 0,1 1 1 0 0,-1 1 0 0 0,0-1-1 0 0,0 1 1 0 0,0 0-1 0 0,0 1 1 0 0,0 0 0 0 0,0 0-1 0 0,0 1 1 0 0,0-1 0 0 0,-1 1-1 0 0,1 1 1 0 0,-1-1-1 0 0,12 10 1 0 0,-15-11 5 0 0,0 1-1 0 0,0 0 0 0 0,-1-1 1 0 0,1 1-1 0 0,-1 1 1 0 0,1-1-1 0 0,-1 0 0 0 0,0 1 1 0 0,0-1-1 0 0,0 1 1 0 0,-1 0-1 0 0,1-1 1 0 0,-1 1-1 0 0,0 0 0 0 0,0 0 1 0 0,-1 0-1 0 0,1 0 1 0 0,-1 0-1 0 0,1 0 0 0 0,-1 0 1 0 0,0 0-1 0 0,-1 0 1 0 0,1 0-1 0 0,-1 0 1 0 0,0 0-1 0 0,-1 5 0 0 0,1-3 126 0 0,4-9-62 0 0,12-21-64 0 0,27-34-88 0 0,-38 53 81 0 0,0 0 0 0 0,1 0 0 0 0,-1 1 0 0 0,1 0 0 0 0,0 0 0 0 0,1 0 0 0 0,-1 0 0 0 0,1 1-1 0 0,-1 0 1 0 0,1 0 0 0 0,0 1 0 0 0,0-1 0 0 0,0 1 0 0 0,1 1 0 0 0,-1-1 0 0 0,0 1 0 0 0,1 0 0 0 0,-1 1-1 0 0,1-1 1 0 0,-1 1 0 0 0,1 1 0 0 0,-1-1 0 0 0,0 1 0 0 0,1 0 0 0 0,7 2 0 0 0,-11-2 7 0 0,72 16 0 0 0,1-4-1 0 0,98 5 0 0 0,-156-17 6 0 0,19 0 15 0 0,45-4 0 0 0,-72 2-6 0 0,0 0 0 0 0,0-1 0 0 0,0 0 1 0 0,0-1-1 0 0,-1 0 0 0 0,1-1 0 0 0,-1 0 1 0 0,1 0-1 0 0,10-8 0 0 0,-18 11 7 0 0,0-1-1 0 0,0 1 1 0 0,0-1 0 0 0,0 0 0 0 0,0 0-1 0 0,-1 1 1 0 0,1-1 0 0 0,0-1-1 0 0,-1 1 1 0 0,0 0 0 0 0,0 0 0 0 0,1 0-1 0 0,-1-1 1 0 0,-1 1 0 0 0,1-1-1 0 0,0 1 1 0 0,0-1 0 0 0,-1 1-1 0 0,0-1 1 0 0,1 1 0 0 0,-1-1 0 0 0,0 1-1 0 0,0-3 1 0 0,-1 3-10 0 0,1 0 0 0 0,-1 1 1 0 0,1-1-1 0 0,-1 0 0 0 0,1 1 0 0 0,-1-1 1 0 0,0 1-1 0 0,0-1 0 0 0,0 1 1 0 0,1 0-1 0 0,-1-1 0 0 0,-1 1 0 0 0,1 0 1 0 0,0 0-1 0 0,0-1 0 0 0,0 1 0 0 0,-1 0 1 0 0,1 0-1 0 0,-1 0 0 0 0,1 1 0 0 0,-1-1 1 0 0,1 0-1 0 0,-1 0 0 0 0,1 1 0 0 0,-1-1 1 0 0,1 1-1 0 0,-1 0 0 0 0,0-1 0 0 0,1 1 1 0 0,-1 0-1 0 0,0 0 0 0 0,1 0 0 0 0,-1 0 1 0 0,-2 0-1 0 0,-8 2-1 0 0,1-1 0 0 0,-1 1 0 0 0,1 1 0 0 0,-1 0 0 0 0,1 1 0 0 0,0 0 0 0 0,0 1 0 0 0,-16 9-1 0 0,23-11-6 0 0,-1-1 0 0 0,1 1-1 0 0,-1 0 1 0 0,1 0-1 0 0,0 0 1 0 0,0 0-1 0 0,1 1 1 0 0,-1 0-1 0 0,1 0 1 0 0,0 0-1 0 0,0 0 1 0 0,0 0-1 0 0,0 1 1 0 0,1-1-1 0 0,-1 1 1 0 0,1 0 0 0 0,0-1-1 0 0,1 1 1 0 0,-1 0-1 0 0,1 0 1 0 0,-1 7-1 0 0,2-9 4 0 0,0 1-1 0 0,1-1 1 0 0,-1 0 0 0 0,1 0-1 0 0,-1 0 1 0 0,1 0 0 0 0,0 1-1 0 0,0-1 1 0 0,1 0 0 0 0,-1-1-1 0 0,0 1 1 0 0,1 0 0 0 0,0 0-1 0 0,0-1 1 0 0,0 1 0 0 0,0-1-1 0 0,4 5 1 0 0,-1-3 1 0 0,1 0 0 0 0,0 0 1 0 0,-1-1-1 0 0,1 1 0 0 0,0-1 0 0 0,0-1 0 0 0,1 1 1 0 0,7 1-1 0 0,11 2-45 0 0,1-2-1 0 0,-1 0 1 0 0,38 0 0 0 0,-57-4 13 0 0,41 1-340 0 0,0-3 1 0 0,0-1-1 0 0,73-15 0 0 0,-90 12 101 0 0,0-2 1 0 0,-1-1-1 0 0,0-1 0 0 0,-1-2 0 0 0,0-1 0 0 0,41-25 0 0 0,-65 36 379 0 0,1-1 0 0 0,-1 0 0 0 0,0 0 0 0 0,0 0 0 0 0,0 0 0 0 0,-1-1 0 0 0,1 0-1 0 0,-1 0 1 0 0,0 0 0 0 0,0 0 0 0 0,0 0 0 0 0,-1 0 0 0 0,3-6 0 0 0,-4 8 101 0 0,-1 0-135 0 0,0 0-1 0 0,0 0 1 0 0,-1 0-1 0 0,1 0 1 0 0,0 0-1 0 0,-1 1 1 0 0,1-1 0 0 0,-1 0-1 0 0,0 0 1 0 0,1 0-1 0 0,-1 0 1 0 0,0 0 0 0 0,-2-2-1 0 0,-2 3-48 0 0,1 0 0 0 0,0 0 0 0 0,-1 1-1 0 0,1-1 1 0 0,-1 1 0 0 0,1 1 0 0 0,-1-1 0 0 0,1 0-1 0 0,0 1 1 0 0,-1 0 0 0 0,1 0 0 0 0,0 0 0 0 0,0 1-1 0 0,0 0 1 0 0,0-1 0 0 0,0 1 0 0 0,0 1 0 0 0,0-1-1 0 0,-4 4 1 0 0,-1 0-8 0 0,1 0 0 0 0,0 0 0 0 0,0 1 1 0 0,1 0-1 0 0,0 0 0 0 0,0 1 0 0 0,-10 14 0 0 0,16-20-14 0 0,3 0-4 0 0,-2-1-8 0 0,1 0 0 0 0,-1 0 1 0 0,1 0-1 0 0,0 0 0 0 0,-1 0 1 0 0,1 0-1 0 0,0-1 0 0 0,-1 1 0 0 0,1 0 1 0 0,0 0-1 0 0,0-1 0 0 0,0 1 1 0 0,0 0-1 0 0,-1-1 0 0 0,1 1 0 0 0,0-1 1 0 0,0 1-1 0 0,0-1 0 0 0,0 0 1 0 0,0 1-1 0 0,0-1 0 0 0,0 0 1 0 0,1 0-1 0 0,-1 0 0 0 0,0 0 0 0 0,0 0 1 0 0,0 0-1 0 0,0 0 0 0 0,0 0 1 0 0,0 0-1 0 0,0 0 0 0 0,0 0 0 0 0,0-1 1 0 0,0 1-1 0 0,0 0 0 0 0,0-1 1 0 0,2 0-1 0 0,3-2-59 0 0,33-7-137 0 0,-21 4-4 0 0,1 1 0 0 0,0 1 0 0 0,1 0 0 0 0,-1 2 0 0 0,0 0 0 0 0,34 1 0 0 0,-35 3 133 0 0,1-1 1 0 0,-1-1-1 0 0,0-1 0 0 0,35-6 1 0 0,-46 6 62 0 0,1-1-1 0 0,0 0 1 0 0,-1-1 0 0 0,1 1-1 0 0,-1-2 1 0 0,0 1 0 0 0,0-1 0 0 0,0 0-1 0 0,0 0 1 0 0,-1 0 0 0 0,0-1 0 0 0,0 0-1 0 0,7-8 1 0 0,9-25 35 0 0,-17 27-35 0 0,-4 9 0 0 0,0 2 5 0 0,0 0 0 0 0,0 0-1 0 0,0 0 1 0 0,1 0 0 0 0,-1 0-1 0 0,0 0 1 0 0,0 0 0 0 0,0 1-1 0 0,0-1 1 0 0,1 0 0 0 0,-1 1-1 0 0,0-1 1 0 0,0 1 0 0 0,0-1-1 0 0,0 1 1 0 0,0 0 0 0 0,0-1-1 0 0,0 1 1 0 0,0 0 0 0 0,0 0-1 0 0,-1 0 1 0 0,1 0 0 0 0,0-1-1 0 0,0 1 1 0 0,-1 0 0 0 0,1 0-1 0 0,-1 0 1 0 0,1 1 0 0 0,-1-1-1 0 0,1 1 1 0 0,13 75-119 0 0,-11-55 117 0 0,0 12 23 0 0,-3-33-27 0 0,0 0-1 0 0,0 0 0 0 0,0-1 1 0 0,0 1-1 0 0,0 0 1 0 0,0 0-1 0 0,0-1 0 0 0,1 1 1 0 0,-1 0-1 0 0,0-1 1 0 0,0 1-1 0 0,1 0 0 0 0,-1-1 1 0 0,0 1-1 0 0,1 0 1 0 0,-1-1-1 0 0,1 1 0 0 0,-1-1 1 0 0,1 1-1 0 0,-1-1 1 0 0,1 1-1 0 0,-1-1 0 0 0,1 1 1 0 0,-1-1-1 0 0,1 1 1 0 0,0-1-1 0 0,-1 0 0 0 0,1 1 1 0 0,0-1-1 0 0,-1 0 1 0 0,1 1-1 0 0,0-1 0 0 0,0 0 1 0 0,-1 0-1 0 0,1 0 1 0 0,0 0-1 0 0,-1 0 0 0 0,1 0 1 0 0,0 0-1 0 0,0 0 0 0 0,-1 0 1 0 0,1 0-1 0 0,0 0 1 0 0,0 0-1 0 0,-1-1 0 0 0,1 1 1 0 0,0 0-1 0 0,-1-1 1 0 0,1 1-1 0 0,0 0 0 0 0,-1-1 1 0 0,2 0-1 0 0,34-19-311 0 0,-3-7-12 0 0,-18 14 201 0 0,0 1-1 0 0,1 1 1 0 0,27-15-1 0 0,-42 25 105 0 0,25 6-151 0 0,-7 16 120 0 0,-16-16 61 0 0,0-1-1 0 0,0 1 1 0 0,1-1-1 0 0,0 0 0 0 0,0 0 1 0 0,0 0-1 0 0,0 0 1 0 0,1-1-1 0 0,-1 0 0 0 0,1 0 1 0 0,0 0-1 0 0,0-1 1 0 0,0 1-1 0 0,0-1 0 0 0,1 0 1 0 0,-1-1-1 0 0,1 1 1 0 0,7 0-1 0 0,1-3 167 0 0,0 0 0 0 0,0-1 0 0 0,0 0 0 0 0,0-1 0 0 0,0-1 1 0 0,-1 0-1 0 0,1-1 0 0 0,-1 0 0 0 0,-1-1 0 0 0,14-8 0 0 0,-25 14 125 0 0,0-1-235 0 0,0 0 0 0 0,0 1 0 0 0,0-1 0 0 0,-1 0 1 0 0,1 1-1 0 0,0-1 0 0 0,0 1 0 0 0,0 0 0 0 0,0-1 1 0 0,0 1-1 0 0,0 0 0 0 0,1 0 0 0 0,-1-1 1 0 0,0 1-1 0 0,0 0 0 0 0,0 0 0 0 0,0 0 0 0 0,0 0 1 0 0,1 1-1 0 0,-2 9-374 0 0,0-3-5988 0 0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9.9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77 1032 0 0,'0'-18'1992'0'0,"-6"2"-1056"0"0,6 8 713 0 0,-3-7-349 0 0,-1 5-672 0 0,-1 0-980 0 0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0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20 139 464 0 0,'-8'39'5551'0'0,"8"-39"-5506"0"0,-1 0 0 0 0,1 1 1 0 0,0-1-1 0 0,-1 0 1 0 0,1 1-1 0 0,0-1 1 0 0,-1 1-1 0 0,1-1 1 0 0,0 0-1 0 0,0 1 1 0 0,0-1-1 0 0,-1 1 0 0 0,1-1 1 0 0,0 1-1 0 0,0-1 1 0 0,0 1-1 0 0,0-1 1 0 0,0 1-1 0 0,0-1 1 0 0,0 1-1 0 0,0-1 1 0 0,0 0-1 0 0,0 1 1 0 0,0-1-1 0 0,0 1 0 0 0,0-1 1 0 0,1 1-1 0 0,-1-1 1 0 0,0 1-1 0 0,0-1 1 0 0,0 1-1 0 0,1-1 1 0 0,-1 0-1 0 0,0 1 1 0 0,1-1-1 0 0,-1 0 0 0 0,0 1 1 0 0,1-1-1 0 0,-1 0 1 0 0,0 1-1 0 0,1-1 1 0 0,-1 0-1 0 0,0 1 1 0 0,1-1-1 0 0,-1 0 1 0 0,1 0-1 0 0,-1 0 0 0 0,1 0 1 0 0,-1 1-1 0 0,1-1 1 0 0,-1 0-1 0 0,1 0 1 0 0,-1 0-1 0 0,0 0 1 0 0,1 0-1 0 0,-1 0 1 0 0,1 0-1 0 0,-1 0 1 0 0,1 0-1 0 0,-1 0 0 0 0,1 0 1 0 0,-1-1-1 0 0,1 1 1 0 0,-1 0-1 0 0,1 0 1 0 0,-1 0-1 0 0,1-1 1 0 0,46-17 68 0 0,-20 7 170 0 0,31-3-158 0 0,-1 4-1 0 0,67-5 0 0 0,-62 10-64 0 0,98-23-1 0 0,-157 27-47 0 0,-1 1-1 0 0,1-1 1 0 0,0 0 0 0 0,0 0 0 0 0,0 0-1 0 0,0 0 1 0 0,-1-1 0 0 0,1 1-1 0 0,-1-1 1 0 0,1 0 0 0 0,-1 1 0 0 0,0-1-1 0 0,1 0 1 0 0,-1 0 0 0 0,0-1 0 0 0,0 1-1 0 0,0 0 1 0 0,-1-1 0 0 0,1 1 0 0 0,2-6-1 0 0,-4 7 114 0 0,-2-3 10 0 0,0 0-78 0 0,-1 0 1 0 0,0 1 0 0 0,0-1 0 0 0,0 1 0 0 0,0 0 0 0 0,0 0 0 0 0,-1 0 0 0 0,0 0-1 0 0,1 1 1 0 0,-1-1 0 0 0,0 1 0 0 0,0 0 0 0 0,0 0 0 0 0,0 1 0 0 0,-1-1-1 0 0,1 1 1 0 0,0 0 0 0 0,-1 0 0 0 0,1 0 0 0 0,-1 1 0 0 0,1-1 0 0 0,-1 1-1 0 0,1 0 1 0 0,-1 0 0 0 0,-5 2 0 0 0,3-2 9 0 0,0 1-1 0 0,0 0 1 0 0,0 1-1 0 0,0-1 1 0 0,1 1-1 0 0,-1 1 1 0 0,0-1-1 0 0,1 1 1 0 0,-1 0-1 0 0,1 1 1 0 0,0-1-1 0 0,0 1 1 0 0,1 0-1 0 0,-1 1 1 0 0,1 0-1 0 0,-7 7 1 0 0,6-3-24 0 0,0 1 0 0 0,0 0 0 0 0,2 0 0 0 0,-1 1 0 0 0,1 0 0 0 0,1-1 0 0 0,0 1 0 0 0,0 0 0 0 0,-1 13 0 0 0,-1 20 82 0 0,2 44 0 0 0,2-55-73 0 0,4 102 142 0 0,1-93-124 0 0,-3 0 0 0 0,-2 1 0 0 0,-7 57 0 0 0,6-92-52 0 0,0-1 0 0 0,0 1-1 0 0,-1 0 1 0 0,0-1 0 0 0,0 1 0 0 0,-1-1-1 0 0,0 0 1 0 0,0 0 0 0 0,-1 0 0 0 0,0-1-1 0 0,0 0 1 0 0,0 0 0 0 0,-1 0 0 0 0,0 0-1 0 0,0-1 1 0 0,0 0 0 0 0,-1 0 0 0 0,1-1 0 0 0,-1 0-1 0 0,0 0 1 0 0,-1 0 0 0 0,-14 4 0 0 0,13-5-220 0 0,0-1 0 0 0,0 0 1 0 0,-1 0-1 0 0,1-1 0 0 0,-1 0 1 0 0,1-1-1 0 0,-1 0 1 0 0,-13-2-1 0 0,14 1-543 0 0,1-1-1 0 0,-1 0 1 0 0,0 0 0 0 0,1-1-1 0 0,-1 0 1 0 0,1-1 0 0 0,0 0-1 0 0,0 0 1 0 0,-9-8 0 0 0,1-2-2415 0 0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0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34 932 0 0,'-26'-25'5597'0'0,"17"23"-4768"0"0,5 0-516 0 0,0 1 1 0 0,0 0-1 0 0,1 0 1 0 0,-1 0-1 0 0,0 1 1 0 0,0 0 0 0 0,-1-1-1 0 0,1 1 1 0 0,0 1-1 0 0,0-1 1 0 0,0 1-1 0 0,0-1 1 0 0,0 1 0 0 0,1 0-1 0 0,-1 0 1 0 0,0 1-1 0 0,-4 1 1 0 0,7-1-256 0 0,0-1 1 0 0,0 1 0 0 0,0-1-1 0 0,1 1 1 0 0,-1 0-1 0 0,0-1 1 0 0,1 1 0 0 0,-1 0-1 0 0,1-1 1 0 0,0 1-1 0 0,0 0 1 0 0,-1 0 0 0 0,1-1-1 0 0,0 1 1 0 0,1 0-1 0 0,-1 0 1 0 0,0-1-1 0 0,0 1 1 0 0,1 0 0 0 0,-1-1-1 0 0,1 1 1 0 0,-1 0-1 0 0,1-1 1 0 0,0 1 0 0 0,0 0-1 0 0,0-1 1 0 0,1 3-1 0 0,27 40 661 0 0,22 22-257 0 0,-50-65-482 0 0,-1 2 10 0 0,0-2 12 0 0,0 0-1 0 0,0 0 1 0 0,-1 0 0 0 0,1 0 0 0 0,0 0 0 0 0,0 0 0 0 0,-1 0 0 0 0,1 0-1 0 0,-1 0 1 0 0,1-1 0 0 0,-1 1 0 0 0,1 0 0 0 0,-1 0 0 0 0,0 0 0 0 0,1 0-1 0 0,-1-1 1 0 0,0 1 0 0 0,0 0 0 0 0,0-1 0 0 0,1 1 0 0 0,-1-1 0 0 0,0 1 0 0 0,0-1-1 0 0,0 1 1 0 0,0-1 0 0 0,0 1 0 0 0,0-1 0 0 0,0 0 0 0 0,0 0 0 0 0,0 1-1 0 0,0-1 1 0 0,0 0 0 0 0,0 0 0 0 0,0 0 0 0 0,0 0 0 0 0,0 0 0 0 0,0 0-1 0 0,-2-1 1 0 0,0 1 2 0 0,-20 2-95 0 0,-1 0 0 0 0,-46-4 1 0 0,20-9-8935 0 0,38 7 5325 0 0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1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66 496 0 0,'0'0'1916'0'0,"-5"-28"7740"0"0,2 18-8713 0 0,-34-10 1034 0 0,36 20-1865 0 0,-3-2-66 0 0,1 1 0 0 0,-1 0 0 0 0,0 0 0 0 0,1 0 0 0 0,-1 1 0 0 0,1-1 0 0 0,-1 1 0 0 0,0 0 0 0 0,0 0 0 0 0,1 0 0 0 0,-1 0 0 0 0,-4 1 0 0 0,-5 3 3 0 0,-1 0-1 0 0,1 1 1 0 0,1 0 0 0 0,-1 1-1 0 0,1 0 1 0 0,0 1-1 0 0,-14 11 1 0 0,20-14-30 0 0,0 1 0 0 0,0-1-1 0 0,1 1 1 0 0,0 0 0 0 0,0 1-1 0 0,0-1 1 0 0,1 1 0 0 0,-1 0-1 0 0,2 0 1 0 0,-1 1 0 0 0,0-1-1 0 0,1 1 1 0 0,1 0 0 0 0,-1-1-1 0 0,-2 13 1 0 0,4-18-13 0 0,1 0 0 0 0,0 0 0 0 0,0 1 0 0 0,0-1 0 0 0,-1 0 0 0 0,1 0 0 0 0,0 0 0 0 0,0 1 0 0 0,1-1 0 0 0,-1 0 1 0 0,0 0-1 0 0,0 0 0 0 0,1 1 0 0 0,-1-1 0 0 0,0 0 0 0 0,1 0 0 0 0,-1 0 0 0 0,1 0 0 0 0,-1 0 0 0 0,1 0 0 0 0,0 0 0 0 0,0 0 0 0 0,-1 0 0 0 0,1 0 0 0 0,0 0 0 0 0,0-1 0 0 0,0 1 0 0 0,1 1 0 0 0,0-1 0 0 0,1-1 0 0 0,-1 1 0 0 0,0-1 1 0 0,1 1-1 0 0,-1-1 0 0 0,1 0 0 0 0,-1 0 0 0 0,1 0 0 0 0,-1 0 0 0 0,1 0 0 0 0,-1 0 0 0 0,0-1 1 0 0,4 0-1 0 0,12-5-18 0 0,0 0 0 0 0,33-17 0 0 0,-38 17-27 0 0,10-5-32 0 0,43-18-185 0 0,-62 27 228 0 0,0 1 0 0 0,0-1 0 0 0,1 1 0 0 0,-1 1 0 0 0,0-1-1 0 0,0 0 1 0 0,0 1 0 0 0,1 0 0 0 0,-1 0 0 0 0,0 0 0 0 0,1 1 0 0 0,7 1-1 0 0,-8 0-19 0 0,1 1 0 0 0,-1-1 0 0 0,0 1 0 0 0,1-1-1 0 0,-1 1 1 0 0,-1 1 0 0 0,1-1 0 0 0,0 0-1 0 0,-1 1 1 0 0,0 0 0 0 0,0 0 0 0 0,0 0 0 0 0,0 0-1 0 0,0 0 1 0 0,2 7 0 0 0,14 18-291 0 0,-19-27 335 0 0,1-1 0 0 0,0 0 0 0 0,0 0 0 0 0,0 0 0 0 0,0 0 0 0 0,0 0 1 0 0,0 0-1 0 0,0 0 0 0 0,0 0 0 0 0,0 0 0 0 0,0 0 0 0 0,1-1 0 0 0,-1 1 0 0 0,0 0 0 0 0,1-1 0 0 0,-1 1 0 0 0,0-1 0 0 0,1 0 0 0 0,-1 1 0 0 0,1-1 0 0 0,-1 0 0 0 0,0 0 0 0 0,1 0 0 0 0,-1 0 0 0 0,1 0 0 0 0,-1 0 0 0 0,1 0 0 0 0,1-1 0 0 0,0 0 27 0 0,1-1-1 0 0,-1 0 1 0 0,0 0-1 0 0,0 0 1 0 0,0 0 0 0 0,0 0-1 0 0,0-1 1 0 0,0 1-1 0 0,3-5 1 0 0,-5 6-116 0 0,45-55-10 0 0,-29 26-7922 0 0,-10 18 4282 0 0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5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18 750 664 0 0,'-1'1'321'0'0,"-12"13"1841"0"0,10 0 3198 0 0,25-18-4601 0 0,-6-2-506 0 0,0 0 0 0 0,0 0 1 0 0,0-1-1 0 0,-1-1 1 0 0,0-1-1 0 0,26-19 0 0 0,-14 9 14 0 0,-4 3-79 0 0,-1-1 0 0 0,0-1 0 0 0,-2 0 0 0 0,0-2 0 0 0,-1-1 0 0 0,-1 0 0 0 0,-1-1 0 0 0,26-45 0 0 0,-38 56-51 0 0,-1 0 0 0 0,0 0 0 0 0,-1 0 0 0 0,0 0 0 0 0,2-13 1 0 0,-5 22-25 0 0,-2-12 26 0 0,2 14-138 0 0,0-1 1 0 0,0 1 0 0 0,0 0-1 0 0,0-1 1 0 0,0 1 0 0 0,0-1-1 0 0,0 1 1 0 0,0-1 0 0 0,0 1-1 0 0,0 0 1 0 0,-1-1 0 0 0,1 1-1 0 0,0 0 1 0 0,0-1 0 0 0,-1 1-1 0 0,1 0 1 0 0,0-1 0 0 0,0 1-1 0 0,-1 0 1 0 0,1-1 0 0 0,0 1-1 0 0,-1 0 1 0 0,1 0 0 0 0,0-1-1 0 0,-1 1 1 0 0,1 0 0 0 0,-1 0 0 0 0,1 0-1 0 0,0-1 1 0 0,-1 1 0 0 0,1 0-1 0 0,-1 0 1 0 0,1 0 0 0 0,-1 0-1 0 0,1 0 1 0 0,0 0 0 0 0,-1 0-1 0 0,1 0 1 0 0,-1 0 0 0 0,0 0-1 0 0,-6 4-3 0 0,0-1-1 0 0,0 1 1 0 0,1 0-1 0 0,-1 1 1 0 0,1 0-1 0 0,0 0 1 0 0,0 0 0 0 0,1 0-1 0 0,-10 13 1 0 0,14-17 1 0 0,0 1-1 0 0,0-1 1 0 0,0 1 0 0 0,1-1 0 0 0,-1 1 0 0 0,1-1 0 0 0,-1 1 0 0 0,1-1 0 0 0,-1 1 0 0 0,1 0-1 0 0,0-1 1 0 0,0 1 0 0 0,0 0 0 0 0,0-1 0 0 0,0 1 0 0 0,0 0 0 0 0,0-1 0 0 0,1 1 0 0 0,-1-1 0 0 0,0 1-1 0 0,1 0 1 0 0,0-1 0 0 0,-1 1 0 0 0,1-1 0 0 0,0 0 0 0 0,0 1 0 0 0,-1-1 0 0 0,1 1 0 0 0,0-1-1 0 0,1 0 1 0 0,-1 0 0 0 0,0 0 0 0 0,0 1 0 0 0,0-1 0 0 0,1 0 0 0 0,-1 0 0 0 0,3 1 0 0 0,8 2-74 0 0,1 0 0 0 0,-1-1 1 0 0,1 0-1 0 0,0-1 0 0 0,19 1 1 0 0,-22-3-50 0 0,-1 1 0 0 0,1 0 1 0 0,-1 0-1 0 0,1 1 0 0 0,-1 0 1 0 0,0 1-1 0 0,0 0 0 0 0,0 0 0 0 0,0 1 1 0 0,0 0-1 0 0,9 7 0 0 0,-16-8 96 0 0,-1 0-1 0 0,1 0 0 0 0,-1-1 0 0 0,0 1 0 0 0,0 0 1 0 0,-1 0-1 0 0,1 0 0 0 0,0 0 0 0 0,-1 0 0 0 0,0 0 1 0 0,0 1-1 0 0,0-1 0 0 0,0 0 0 0 0,0 0 0 0 0,-1 0 1 0 0,-1 6-1 0 0,1 19-114 0 0,1-27 139 0 0,1 1-1 0 0,-1 0 1 0 0,0 0 0 0 0,1-1 0 0 0,0 1 0 0 0,-1 0 0 0 0,1-1 0 0 0,0 1-1 0 0,0-1 1 0 0,0 1 0 0 0,0-1 0 0 0,0 1 0 0 0,0-1 0 0 0,0 0-1 0 0,1 1 1 0 0,-1-1 0 0 0,0 0 0 0 0,1 0 0 0 0,-1 0 0 0 0,1 0 0 0 0,-1 0-1 0 0,4 1 1 0 0,0 0-16 0 0,0-1-1 0 0,0 0 1 0 0,0 0-1 0 0,0 0 1 0 0,0 0-1 0 0,0-1 1 0 0,0 0-1 0 0,6 0 1 0 0,7-2-58 0 0,-1 0 1 0 0,0-2-1 0 0,1 0 0 0 0,16-6 1 0 0,-24 6 67 0 0,0-1 0 0 0,0 1 0 0 0,-1-2 0 0 0,1 1 0 0 0,-1-2 0 0 0,0 1 0 0 0,-1-1 0 0 0,12-12 0 0 0,-17 17 41 0 0,-1-1 0 0 0,1 1 1 0 0,-1-1-1 0 0,0 1 0 0 0,0-1 1 0 0,0 0-1 0 0,-1 0 0 0 0,1 0 1 0 0,0 0-1 0 0,-1 0 0 0 0,0 0 1 0 0,0 0-1 0 0,0 0 0 0 0,0 0 0 0 0,0-1 1 0 0,-1 1-1 0 0,0 0 0 0 0,1-1 1 0 0,-1 1-1 0 0,0-1 0 0 0,-1 1 1 0 0,1 0-1 0 0,0-1 0 0 0,-1 1 1 0 0,0 0-1 0 0,0 0 0 0 0,0-1 0 0 0,0 1 1 0 0,-1 0-1 0 0,1 0 0 0 0,-3-3 1 0 0,4 6-28 0 0,-1-1 0 0 0,0 0 1 0 0,1 1-1 0 0,-1-1 0 0 0,0 1 1 0 0,0-1-1 0 0,0 1 1 0 0,1 0-1 0 0,-1-1 0 0 0,0 1 1 0 0,0 0-1 0 0,0 0 0 0 0,0-1 1 0 0,0 1-1 0 0,0 0 0 0 0,1 0 1 0 0,-1 0-1 0 0,0 0 0 0 0,0 0 1 0 0,0 0-1 0 0,0 0 0 0 0,0 1 1 0 0,0-1-1 0 0,0 0 0 0 0,0 0 1 0 0,-1 1-1 0 0,-19 9 30 0 0,19-8-32 0 0,0 0 0 0 0,0-1 0 0 0,1 1 0 0 0,-1 0 0 0 0,0 0 0 0 0,1 1-1 0 0,-1-1 1 0 0,1 0 0 0 0,0 0 0 0 0,-1 1 0 0 0,1-1 0 0 0,0 1 0 0 0,0-1 0 0 0,1 1 0 0 0,-1-1 0 0 0,1 1 0 0 0,-1 0-1 0 0,1-1 1 0 0,0 1 0 0 0,0 0 0 0 0,0-1 0 0 0,0 1 0 0 0,0 0 0 0 0,1-1 0 0 0,-1 1 0 0 0,1 0 0 0 0,0-1 0 0 0,0 1-1 0 0,-1-1 1 0 0,2 1 0 0 0,-1-1 0 0 0,0 0 0 0 0,0 1 0 0 0,1-1 0 0 0,0 0 0 0 0,-1 0 0 0 0,1 0 0 0 0,2 2 0 0 0,1 2-34 0 0,0 0 1 0 0,0-1 0 0 0,1 0 0 0 0,0 0-1 0 0,0 0 1 0 0,0-1 0 0 0,0 1 0 0 0,1-1 0 0 0,-1-1-1 0 0,1 0 1 0 0,0 0 0 0 0,11 3 0 0 0,-8-5-4 0 0,1 0 0 0 0,0-1 0 0 0,-1 0 0 0 0,1-1 0 0 0,0 0 0 0 0,-1-1 0 0 0,1 0 0 0 0,-1-1 1 0 0,1 0-1 0 0,-1 0 0 0 0,16-9 0 0 0,-10 4 13 0 0,1-1 0 0 0,-1 0 1 0 0,-1-1-1 0 0,0-1 0 0 0,0 0 1 0 0,13-15-1 0 0,-10 7 35 0 0,-1-1-1 0 0,-1-1 1 0 0,0 0 0 0 0,-2-2-1 0 0,-1 1 1 0 0,-1-1 0 0 0,0-1-1 0 0,-2 0 1 0 0,-1-1 0 0 0,-1 0-1 0 0,-1 0 1 0 0,-1-1 0 0 0,-1 0-1 0 0,-2 0 1 0 0,2-50 0 0 0,-6 67 31 0 0,1 5 9 0 0,0 0-1 0 0,0 0 1 0 0,-1 0-1 0 0,1 0 0 0 0,-1 0 1 0 0,0 0-1 0 0,0 0 1 0 0,0 0-1 0 0,-1 0 1 0 0,-3-5-1 0 0,4 7 94 0 0,-4 6-125 0 0,-4 3-10 0 0,0 1 0 0 0,1 0 0 0 0,0 1 0 0 0,1 0 1 0 0,0 0-1 0 0,0 0 0 0 0,1 1 0 0 0,0 0 0 0 0,1 0 0 0 0,0 1 0 0 0,1-1 1 0 0,0 1-1 0 0,0 0 0 0 0,-2 16 0 0 0,-4 21 22 0 0,2 1 0 0 0,-2 52 0 0 0,9-87-44 0 0,1-1 0 0 0,0 1 0 0 0,1-1-1 0 0,0 1 1 0 0,2-1 0 0 0,-1 0 0 0 0,2 0 0 0 0,-1 0 0 0 0,2 0 0 0 0,0 0 0 0 0,0-1 0 0 0,1 0 0 0 0,9 12-1 0 0,-12-18-35 0 0,1-1-1 0 0,0-1 0 0 0,0 1 1 0 0,0 0-1 0 0,1-1 0 0 0,0 0 0 0 0,-1 0 1 0 0,1-1-1 0 0,1 1 0 0 0,-1-1 0 0 0,0 0 1 0 0,1 0-1 0 0,0-1 0 0 0,0 0 0 0 0,0 0 1 0 0,-1 0-1 0 0,2 0 0 0 0,-1-1 0 0 0,0 0 1 0 0,0-1-1 0 0,0 1 0 0 0,0-1 0 0 0,1 0 1 0 0,-1-1-1 0 0,0 0 0 0 0,0 0 1 0 0,0 0-1 0 0,0 0 0 0 0,11-5 0 0 0,-7 3 73 0 0,0-1-1 0 0,0 1 1 0 0,0-2-1 0 0,-1 1 1 0 0,1-1-1 0 0,-1-1 0 0 0,-1 0 1 0 0,1 0-1 0 0,-1 0 1 0 0,0-1-1 0 0,8-9 1 0 0,-15 14 100 0 0,1-1 254 0 0,11-33 1891 0 0,-16 21-1598 0 0,0 15-332 0 0,-1 33-239 0 0,4-31-81 0 0,8 38 644 0 0,-7-39-648 0 0,-1 0-5 0 0,0-1 0 0 0,0 1 0 0 0,0 0 0 0 0,1-1 0 0 0,-1 1-1 0 0,0 0 1 0 0,1-1 0 0 0,-1 1 0 0 0,0 0 0 0 0,1-1 0 0 0,-1 1-1 0 0,1-1 1 0 0,-1 1 0 0 0,1-1 0 0 0,0 1 0 0 0,-1-1-1 0 0,1 0 1 0 0,-1 1 0 0 0,1-1 0 0 0,1 1 0 0 0,9-25-61 0 0,-10 23 30 0 0,4-13 8 0 0,-5 7 7 0 0,1 5 9 0 0,-1 0-16 0 0,-1-1 3 0 0,1 1 0 0 0,0 0 0 0 0,-1-1 0 0 0,0 1 0 0 0,1 0 0 0 0,-1-1 0 0 0,0 1 0 0 0,0 0 0 0 0,0 0 0 0 0,-1 0 0 0 0,1 0 0 0 0,0 0-1 0 0,-3-3 1 0 0,0 4-2 0 0,0 1 0 0 0,0 0-1 0 0,1 0 1 0 0,-1 0 0 0 0,0 0-1 0 0,0 0 1 0 0,1 1 0 0 0,-1 0-1 0 0,1 0 1 0 0,-1 0-1 0 0,0 0 1 0 0,1 0 0 0 0,0 1-1 0 0,-1 0 1 0 0,1 0 0 0 0,0 0-1 0 0,0 0 1 0 0,0 0-1 0 0,-4 4 1 0 0,0-1 6 0 0,0 2-1 0 0,0-1 1 0 0,1 1-1 0 0,0 0 1 0 0,0 0 0 0 0,-9 14-1 0 0,14-20 8 0 0,1 0 0 0 0,-1 0 0 0 0,0 0 1 0 0,1 0-1 0 0,-1 0 0 0 0,1 0 0 0 0,-1 0 0 0 0,1 1 0 0 0,-1-1 0 0 0,1 0 0 0 0,0 0 0 0 0,0 0 1 0 0,-1 0-1 0 0,1 0 0 0 0,0 1 0 0 0,0-1 0 0 0,0 0 0 0 0,0 0 0 0 0,1 0 0 0 0,-1 0 0 0 0,0 1 1 0 0,0-1-1 0 0,1 0 0 0 0,-1 0 0 0 0,0 0 0 0 0,1 0 0 0 0,-1 0 0 0 0,1 0 0 0 0,0 0 0 0 0,-1 0 1 0 0,1 0-1 0 0,0 0 0 0 0,-1 0 0 0 0,1 0 0 0 0,0 0 0 0 0,0-1 0 0 0,0 1 0 0 0,0 0 0 0 0,0-1 1 0 0,0 1-1 0 0,0 0 0 0 0,0-1 0 0 0,0 1 0 0 0,0-1 0 0 0,0 0 0 0 0,0 1 0 0 0,1-1 1 0 0,-1 0-1 0 0,0 0 0 0 0,0 1 0 0 0,0-1 0 0 0,0 0 0 0 0,1 0 0 0 0,-1 0 0 0 0,0-1 0 0 0,0 1 1 0 0,0 0-1 0 0,2-1 0 0 0,6 0-47 0 0,0 0 0 0 0,-1-1-1 0 0,1-1 1 0 0,0 1 0 0 0,-1-1 0 0 0,0-1 0 0 0,0 0 0 0 0,0 0 0 0 0,0 0 0 0 0,0-1 0 0 0,-1 0 0 0 0,0 0-1 0 0,0-1 1 0 0,0 0 0 0 0,-1-1 0 0 0,8-8 0 0 0,-13 14 12 0 0,3 1-18 0 0,1 1 0 0 0,0-1 0 0 0,0 1 0 0 0,-1 1-1 0 0,1-1 1 0 0,0 1 0 0 0,-1 0 0 0 0,0 0 0 0 0,8 4-1 0 0,-5-2 28 0 0,1 0-1 0 0,-1-1 1 0 0,1 0-1 0 0,-1 0 1 0 0,13 2-1 0 0,-9-4 20 0 0,-1-1-1 0 0,1 0 1 0 0,-1-1 0 0 0,1 0-1 0 0,-1-1 1 0 0,0 0 0 0 0,1 0-1 0 0,-1-1 1 0 0,0-1 0 0 0,-1 0-1 0 0,1 0 1 0 0,-1 0 0 0 0,0-1-1 0 0,0-1 1 0 0,0 0 0 0 0,0 0-1 0 0,-1 0 1 0 0,0-1 0 0 0,9-11-1 0 0,-2 0 12 0 0,-2 1-1 0 0,0-2 1 0 0,-1 1-1 0 0,-1-2 1 0 0,0 0-1 0 0,-2 0 1 0 0,0-1-1 0 0,8-32 1 0 0,-9 23-1 0 0,-2-1 0 0 0,-1 0 1 0 0,-2 0-1 0 0,-1 0 1 0 0,-2-48-1 0 0,-20-8 477 0 0,20 85-433 0 0,-2 3-47 0 0,0 0 0 0 0,0 0 0 0 0,0 0 0 0 0,1 1 0 0 0,-1-1 0 0 0,0 0 0 0 0,1 1 0 0 0,-1 0 0 0 0,1-1 0 0 0,-1 1 0 0 0,1 0 0 0 0,-2 3 0 0 0,2-4 1 0 0,-9 14 24 0 0,1 1 0 0 0,1 0-1 0 0,0 0 1 0 0,1 1 0 0 0,1 0-1 0 0,-5 20 1 0 0,1 1 36 0 0,0 0-1 0 0,3 1 1 0 0,-4 61 0 0 0,10-80-33 0 0,1 0 0 0 0,1-1 1 0 0,0 1-1 0 0,2-1 0 0 0,0 1 0 0 0,1-1 1 0 0,1 0-1 0 0,15 36 0 0 0,-20-55-30 0 0,3 8 29 0 0,1 0 0 0 0,1 1 0 0 0,-1-2 0 0 0,1 1-1 0 0,11 13 1 0 0,-14-19 3 0 0,0-1-1 0 0,0 1 0 0 0,-1-1 1 0 0,1 1-1 0 0,0-1 0 0 0,1 0 1 0 0,-1 0-1 0 0,0 0 0 0 0,0 0 1 0 0,0 0-1 0 0,1 0 0 0 0,-1-1 1 0 0,0 1-1 0 0,1-1 0 0 0,-1 1 1 0 0,1-1-1 0 0,-1 0 0 0 0,0 0 1 0 0,1 0-1 0 0,-1-1 0 0 0,1 1 1 0 0,-1 0-1 0 0,0-1 0 0 0,1 1 0 0 0,-1-1 1 0 0,0 0-1 0 0,4-2 0 0 0,19-17-561 0 0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5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55 340 0 0,'0'-16'4542'0'0,"0"-4"-1167"0"0,0 2-1234 0 0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5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16 796 0 0,'-35'16'4238'0'0,"32"-14"-4025"0"0,0 0 1 0 0,0 1-1 0 0,0-1 0 0 0,1 1 1 0 0,-1 0-1 0 0,1 0 0 0 0,0 0 1 0 0,0 0-1 0 0,0 0 1 0 0,0 1-1 0 0,-2 5 0 0 0,3-7-141 0 0,0 0-1 0 0,0 0 0 0 0,1-1 1 0 0,-1 1-1 0 0,0 0 0 0 0,1 0 1 0 0,0 0-1 0 0,-1 0 0 0 0,1 0 1 0 0,0 0-1 0 0,0 0 0 0 0,0 0 1 0 0,1 0-1 0 0,-1 0 0 0 0,0 0 1 0 0,1 0-1 0 0,-1 0 0 0 0,1 0 1 0 0,-1 0-1 0 0,1 0 0 0 0,0-1 1 0 0,2 4-1 0 0,-2-4 34 0 0,4-2-62 0 0,1 0 0 0 0,-1 0 1 0 0,1-1-1 0 0,-1 0 1 0 0,1 0-1 0 0,-1 0 1 0 0,0 0-1 0 0,0-1 0 0 0,0 0 1 0 0,0 0-1 0 0,-1-1 1 0 0,1 1-1 0 0,-1-1 1 0 0,0 0-1 0 0,0 0 0 0 0,0 0 1 0 0,0 0-1 0 0,4-9 1 0 0,-3 7 44 0 0,0-1 0 0 0,1 1 0 0 0,0 1 0 0 0,0-1 0 0 0,0 1 0 0 0,0 0 0 0 0,1 0 0 0 0,9-5 0 0 0,-14 10-75 0 0,0-1 1 0 0,-1 1-1 0 0,1-1 0 0 0,0 1 1 0 0,0-1-1 0 0,0 1 0 0 0,0 0 1 0 0,1 0-1 0 0,-1 0 0 0 0,0 0 0 0 0,0 1 1 0 0,0-1-1 0 0,0 0 0 0 0,0 1 1 0 0,-1-1-1 0 0,1 1 0 0 0,0 0 1 0 0,0 0-1 0 0,0 0 0 0 0,0 0 1 0 0,-1 0-1 0 0,1 0 0 0 0,1 1 1 0 0,2 2 4 0 0,-1 0 0 0 0,0 0 0 0 0,0 0 0 0 0,-1 0 0 0 0,1 1 0 0 0,-1-1 0 0 0,3 7 0 0 0,-5-10-7 0 0,20 8 117 0 0,36-30-21 0 0,-50 18-8 0 0,0-1 0 0 0,0 1 1 0 0,0 1-1 0 0,0-1 0 0 0,1 1 0 0 0,0 0 0 0 0,-1 1 0 0 0,1 0 0 0 0,13-1 0 0 0,-16 4-117 0 0,0-1 1 0 0,-1 1-1 0 0,0 0 0 0 0,1 0 1 0 0,-1 1-1 0 0,0-1 1 0 0,0 1-1 0 0,0 0 0 0 0,-1 0 1 0 0,1 0-1 0 0,-1 0 0 0 0,6 7 1 0 0,4 3-4103 0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6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23 560 0 0,'-6'2'6542'0'0,"13"-3"-2929"0"0,32-6-2745 0 0,32-7-7585 0 0,-53 11 3979 0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7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134 297 28 0 0,'-1'-1'290'0'0,"0"0"0"0"0,0-1 0 0 0,0 1 1 0 0,0 0-1 0 0,0 0 0 0 0,0 0 0 0 0,0 0 0 0 0,0 0 0 0 0,0 0 1 0 0,0 0-1 0 0,0 0 0 0 0,-1 0 0 0 0,1 0 0 0 0,0 1 0 0 0,-1-1 0 0 0,1 0 1 0 0,-1 1-1 0 0,1 0 0 0 0,-1-1 0 0 0,-1 1 0 0 0,0-1-27 0 0,0 1 0 0 0,0 0 0 0 0,0 0 0 0 0,0 0 0 0 0,0 1 0 0 0,-1-1 0 0 0,1 1 0 0 0,0 0 0 0 0,-4 2 0 0 0,1-1-89 0 0,1 0 1 0 0,0 1-1 0 0,0-1 1 0 0,0 1-1 0 0,0 1 1 0 0,1-1-1 0 0,-1 1 1 0 0,1 0-1 0 0,0 0 1 0 0,0 0-1 0 0,-4 5 1 0 0,6-5-105 0 0,0 0 1 0 0,1 0-1 0 0,-1 0 1 0 0,1 0-1 0 0,0 0 1 0 0,0 0-1 0 0,1 0 1 0 0,-1 0-1 0 0,1 0 1 0 0,0 0-1 0 0,0 0 1 0 0,0 0-1 0 0,0 1 1 0 0,1-1-1 0 0,1 5 1 0 0,1 4 26 0 0,0-1 0 0 0,2 1 1 0 0,-1-1-1 0 0,9 16 0 0 0,-12-27-47 0 0,0-1-89 0 0,0 0 0 0 0,-1 0 0 0 0,1 0-1 0 0,0 0 1 0 0,0 0 0 0 0,0 0 0 0 0,0-1 0 0 0,0 1-1 0 0,-1 0 1 0 0,1 0 0 0 0,0-1 0 0 0,0 1 0 0 0,0-1-1 0 0,-1 1 1 0 0,1-1 0 0 0,0 1 0 0 0,-1-1 0 0 0,1 1-1 0 0,0-1 1 0 0,-1 0 0 0 0,1 1 0 0 0,0-2 0 0 0,28-25-408 0 0,-16 14 56 0 0,38-31-143 0 0,-2-2-1 0 0,-2-2 0 0 0,-3-3 0 0 0,76-110 1 0 0,-114 152 1157 0 0,-1-1 0 0 0,0 0 0 0 0,0 0 0 0 0,-1 0 1 0 0,4-19 1543 0 0,-12 33-1980 0 0,-4 7-97 0 0,0 1 0 0 0,0 0 1 0 0,1 0-1 0 0,0 1 1 0 0,1 0-1 0 0,1 0 1 0 0,0 0-1 0 0,0 1 1 0 0,2-1-1 0 0,0 1 0 0 0,-2 17 1 0 0,0 8 72 0 0,3 0 0 0 0,3 77 0 0 0,0-109-146 0 0,0 0 1 0 0,0 0 0 0 0,0 1-1 0 0,1-1 1 0 0,0 0 0 0 0,0-1-1 0 0,1 1 1 0 0,0 0 0 0 0,0-1-1 0 0,5 9 1 0 0,-5-12-9 0 0,-1 0-1 0 0,1 0 1 0 0,0 0 0 0 0,0 0-1 0 0,0 0 1 0 0,0 0 0 0 0,0-1-1 0 0,0 0 1 0 0,1 1-1 0 0,-1-1 1 0 0,1-1 0 0 0,-1 1-1 0 0,1 0 1 0 0,0-1 0 0 0,0 0-1 0 0,0 0 1 0 0,0 0 0 0 0,0 0-1 0 0,5 0 1 0 0,4-1-5 0 0,0 0 1 0 0,-1 0-1 0 0,1-1 0 0 0,0-1 0 0 0,0 0 1 0 0,-1-1-1 0 0,14-5 0 0 0,10-2 31 0 0,-28 8-3371 0 0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7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78 968 0 0,'11'-38'6786'0'0,"-6"23"-4945"0"0,4-4-692 0 0,4 13-4535 0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7.7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0 364 0 0,'7'22'5102'0'0,"-15"44"-2844"0"0,3 0 0 0 0,4 76 1 0 0,2-82-1424 0 0,-1-60-821 0 0,0 0 0 0 0,0 1 0 0 0,0-1 0 0 0,1 0 0 0 0,-1 1 0 0 0,0-1 0 0 0,0 0 0 0 0,0 1-1 0 0,0-1 1 0 0,0 0 0 0 0,0 1 0 0 0,0-1 0 0 0,0 0 0 0 0,0 1 0 0 0,0-1 0 0 0,0 0 0 0 0,0 1 0 0 0,0-1 0 0 0,-1 0 0 0 0,1 1 0 0 0,0-1 0 0 0,0 0 0 0 0,0 1 0 0 0,0-1 0 0 0,-1 0 0 0 0,1 1 0 0 0,0-1 0 0 0,0 0 0 0 0,0 0 0 0 0,-1 0-1 0 0,1 1 1 0 0,0-1 0 0 0,0 0 0 0 0,-1 0 0 0 0,1 0 0 0 0,0 1 0 0 0,-1-1 0 0 0,1 0 0 0 0,0 0 0 0 0,-1 0 0 0 0,1 0 0 0 0,0 0 0 0 0,-1 0 0 0 0,1 0 0 0 0,0 0 0 0 0,-1 1 0 0 0,1-1 0 0 0,0 0 0 0 0,-1-1 0 0 0,1 1 0 0 0,0 0 0 0 0,-1 0 0 0 0,1 0-1 0 0,0 0 1 0 0,-1 0 0 0 0,1 0 0 0 0,0 0 0 0 0,-1 0 0 0 0,1-1 0 0 0,0 1 0 0 0,-1 0 0 0 0,0-1 1 0 0,0 0 0 0 0,-1 0 0 0 0,1 0 0 0 0,0 0 0 0 0,0 0 0 0 0,0-1 0 0 0,0 1-1 0 0,0 0 1 0 0,1-1 0 0 0,-1 1 0 0 0,0 0 0 0 0,0-1 0 0 0,0-2 0 0 0,0-6 12 0 0,0 0 1 0 0,1 0-1 0 0,0 0 1 0 0,0 1-1 0 0,1-1 1 0 0,1 0-1 0 0,0 0 0 0 0,0 1 1 0 0,1-1-1 0 0,0 1 1 0 0,0 0-1 0 0,1-1 0 0 0,0 2 1 0 0,1-1-1 0 0,8-12 1 0 0,-4 7 117 0 0,1 1 0 0 0,0 0 1 0 0,1 0-1 0 0,0 1 0 0 0,0 1 0 0 0,2 0 1 0 0,-1 0-1 0 0,26-15 0 0 0,-38 25-131 0 0,1 1 0 0 0,0-1-1 0 0,0 0 1 0 0,0 1 0 0 0,0-1-1 0 0,0 1 1 0 0,0-1 0 0 0,0 1-1 0 0,0 0 1 0 0,0-1 0 0 0,0 1 0 0 0,0 0-1 0 0,0 0 1 0 0,0 0 0 0 0,0 0-1 0 0,0 0 1 0 0,0 0 0 0 0,0 0-1 0 0,1 0 1 0 0,-1 0 0 0 0,0 0 0 0 0,0 0-1 0 0,0 1 1 0 0,0-1 0 0 0,0 0-1 0 0,0 1 1 0 0,0-1 0 0 0,0 1-1 0 0,0-1 1 0 0,-1 1 0 0 0,1 0 0 0 0,0-1-1 0 0,0 1 1 0 0,0 0 0 0 0,-1 0-1 0 0,1-1 1 0 0,0 1 0 0 0,-1 0-1 0 0,2 2 1 0 0,-1-2-5 0 0,-1 1 0 0 0,0-1-1 0 0,1 0 1 0 0,-1 1 0 0 0,0-1-1 0 0,0 1 1 0 0,0-1 0 0 0,0 1 0 0 0,0-1-1 0 0,0 1 1 0 0,0-1 0 0 0,0 0-1 0 0,-1 1 1 0 0,1-1 0 0 0,0 1 0 0 0,-1-1-1 0 0,0 0 1 0 0,1 1 0 0 0,-1-1-1 0 0,0 0 1 0 0,1 1 0 0 0,-1-1 0 0 0,0 0-1 0 0,0 0 1 0 0,0 0 0 0 0,0 0-1 0 0,0 0 1 0 0,-2 1 0 0 0,-11 8-296 0 0,-1 0 1 0 0,0-1-1 0 0,0 0 0 0 0,-1-2 1 0 0,-23 9-1 0 0,20-10-2471 0 0,-1 0 1 0 0,-26 3-1 0 0,16-5-1014 0 0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49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379 29 360 0 0,'-6'-4'621'0'0,"1"1"0"0"0,-1 0 0 0 0,0 0 0 0 0,0 0 0 0 0,0 1 0 0 0,-1 0 0 0 0,1 0 0 0 0,0 0 1 0 0,-10 0-1 0 0,6 1-226 0 0,1 0 1 0 0,0 0 0 0 0,-1 1-1 0 0,1 1 1 0 0,-1 0 0 0 0,1 0-1 0 0,0 1 1 0 0,0 0 0 0 0,0 0-1 0 0,-11 5 1 0 0,17-6-331 0 0,1 0 0 0 0,-1 0 0 0 0,1 1 0 0 0,0-1-1 0 0,-1 1 1 0 0,1 0 0 0 0,0 0 0 0 0,0 0 0 0 0,0 0 0 0 0,0 0 0 0 0,0 0 0 0 0,1 0 0 0 0,-1 1-1 0 0,1-1 1 0 0,-1 0 0 0 0,1 1 0 0 0,0 0 0 0 0,0-1 0 0 0,0 1 0 0 0,0 0 0 0 0,0-1 0 0 0,1 1-1 0 0,-1 0 1 0 0,1 0 0 0 0,0-1 0 0 0,0 5 0 0 0,1 4 60 0 0,0-1-1 0 0,1 1 1 0 0,0 0-1 0 0,1-1 1 0 0,5 14-1 0 0,0 1 141 0 0,-8-24-199 0 0,1 0-59 0 0,-1 0-1 0 0,0 0 1 0 0,0-1 0 0 0,-1 1 0 0 0,1 0 0 0 0,0 0 0 0 0,0 0 0 0 0,0-1 0 0 0,0 1 0 0 0,-1 0 0 0 0,1 0 0 0 0,0 0 0 0 0,-1-1 0 0 0,1 1 0 0 0,-1 0 0 0 0,1-1 0 0 0,-1 1 0 0 0,1 0 0 0 0,-1-1 0 0 0,1 1-1 0 0,-1 0 1 0 0,1-1 0 0 0,-1 1 0 0 0,0-1 0 0 0,-1 1 0 0 0,0 2 2 0 0,-7 1-85 0 0,-1-1 1 0 0,1 0-1 0 0,-1 0 1 0 0,1-1 0 0 0,-1 0-1 0 0,0-1 1 0 0,0 0-1 0 0,-11 0 1 0 0,-21-1-4488 0 0,31 0 1992 0 0,-6 0-878 0 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3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1053 636 0 0,'0'0'650'0'0,"-38"18"4531"0"0,23 6-4332 0 0,12-17 2689 0 0,250-214-2230 0 0,-153 129-1007 0 0,-93 77-297 0 0,380-324 882 0 0,-262 213-573 0 0,112-135 0 0 0,-220 235-240 0 0,-2-1 0 0 0,0-1 0 0 0,0 1 0 0 0,-1-1 0 0 0,-1-1 0 0 0,9-24 0 0 0,-15 37-44 0 0,-2 1-28 0 0,1 1 1 0 0,0-1-1 0 0,0 1 0 0 0,-1-1 1 0 0,1 1-1 0 0,0-1 1 0 0,-1 1-1 0 0,1-1 0 0 0,0 1 1 0 0,-1-1-1 0 0,1 1 1 0 0,-1 0-1 0 0,1-1 1 0 0,-1 1-1 0 0,1 0 0 0 0,-1-1 1 0 0,1 1-1 0 0,-1 0 1 0 0,1 0-1 0 0,-1-1 0 0 0,0 1 1 0 0,1 0-1 0 0,-1 0 1 0 0,1 0-1 0 0,-1 0 1 0 0,0 0-1 0 0,1 0 0 0 0,-1 0 1 0 0,1 0-1 0 0,-2 0 1 0 0,-4 2-6 0 0,0 0 0 0 0,0 1 0 0 0,0 0-1 0 0,1 0 1 0 0,-1 0 0 0 0,1 1 0 0 0,-1-1 0 0 0,1 1 0 0 0,1 1 0 0 0,-1-1 0 0 0,1 1 0 0 0,-1-1 0 0 0,1 1 0 0 0,0 0 0 0 0,-5 11 0 0 0,4-6-9 0 0,2-1 0 0 0,-1 1 0 0 0,1 0 1 0 0,1 0-1 0 0,0 0 0 0 0,0 0 0 0 0,1 0 0 0 0,0 0 0 0 0,1 13 1 0 0,3 18-37 0 0,3 0 1 0 0,1 0 0 0 0,24 78 0 0 0,-26-102 48 0 0,2 7-10 0 0,1-1-16 0 0,-2-1-1 0 0,0 1 1 0 0,-2 0 0 0 0,-1 1-1 0 0,2 30 1 0 0,-6-48 26 0 0,1 1-1 0 0,-1-1 1 0 0,0 0-1 0 0,0 0 1 0 0,-1 0-1 0 0,1 0 1 0 0,-1 0-1 0 0,-1 0 1 0 0,1-1-1 0 0,-1 1 1 0 0,0-1-1 0 0,0 1 1 0 0,-1-1-1 0 0,0 0 1 0 0,0-1-1 0 0,0 1 1 0 0,0 0-1 0 0,-1-1 1 0 0,1 0-1 0 0,-1 0 1 0 0,0-1 0 0 0,-1 1-1 0 0,1-1 1 0 0,0 0-1 0 0,-8 3 1 0 0,1-2 2 0 0,0 0 1 0 0,0-1-1 0 0,0 0 1 0 0,0 0 0 0 0,0-1-1 0 0,-1-1 1 0 0,1 0 0 0 0,-1-1-1 0 0,1-1 1 0 0,0 1-1 0 0,-1-2 1 0 0,1 0 0 0 0,-22-6-1 0 0,31 7-362 0 0,-5-3-488 0 0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4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0 692 0 0,'0'0'9227'0'0,"0"6"-8989"0"0,-1 46 575 0 0,-8 54 0 0 0,-4-39-3386 0 0,12-66 1645 0 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4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65 100 0 0,'-1'-7'1157'0'0,"0"0"0"0"0,1 0 0 0 0,1 0 0 0 0,-1 0 1 0 0,3-13 1601 0 0,-3 10-2975 0 0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5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16 0 0,'3'25'2920'0'0,"-3"-24"-2870"0"0,2 20 1009 0 0,-1-1 1 0 0,-1 1-1 0 0,-5 32 1 0 0,5-51-161 0 0,-1 7-634 0 0,1-6 1 0 0,0-9 1327 0 0,2-7-1524 0 0,0 0 0 0 0,1 0 0 0 0,0 0 0 0 0,1 1 0 0 0,1-1-1 0 0,0 1 1 0 0,11-20 0 0 0,-14 27-64 0 0,0 1-1 0 0,1 0 0 0 0,0-1 0 0 0,0 1 1 0 0,1 1-1 0 0,-1-1 0 0 0,1 0 0 0 0,-1 1 1 0 0,1 0-1 0 0,0-1 0 0 0,1 2 0 0 0,-1-1 1 0 0,0 0-1 0 0,1 1 0 0 0,-1 0 0 0 0,1 0 1 0 0,5-1-1 0 0,-8 2-16 0 0,29 8-19 0 0,-17 2 21 0 0,-1 0 1 0 0,-1 0-1 0 0,0 1 1 0 0,14 16-1 0 0,-25-26 10 0 0,-1 1 2 0 0,0-1 0 0 0,0 0 0 0 0,0 1 0 0 0,0-1 0 0 0,-1 1 0 0 0,1-1 1 0 0,0 0-1 0 0,0 1 0 0 0,0-1 0 0 0,1 1 0 0 0,-1-1 0 0 0,0 0 0 0 0,0 1 0 0 0,0-1 0 0 0,0 1 1 0 0,0-1-1 0 0,0 0 0 0 0,1 1 0 0 0,-1-1 0 0 0,0 0 0 0 0,0 1 0 0 0,0-1 0 0 0,1 0 1 0 0,-1 1-1 0 0,0-1 0 0 0,0 0 0 0 0,1 0 0 0 0,-1 1 0 0 0,0-1 0 0 0,1 0 0 0 0,-1 0 1 0 0,0 1-1 0 0,1-1 0 0 0,-1 0 0 0 0,1 0 0 0 0,13-7 146 0 0,10-20-34 0 0,5-1-163 0 0,-28 27 23 0 0,34 29-65 0 0,-30-23 86 0 0,0 0 0 0 0,1-1-1 0 0,-1 1 1 0 0,1-1 0 0 0,0-1-1 0 0,0 1 1 0 0,0-1-1 0 0,1 0 1 0 0,-1 0 0 0 0,1-1-1 0 0,0 0 1 0 0,0 0 0 0 0,-1 0-1 0 0,1-1 1 0 0,0 0 0 0 0,1 0-1 0 0,10-1 1 0 0,-4-2 222 0 0,0 0 1 0 0,0 0-1 0 0,0-2 0 0 0,0 0 1 0 0,-1 0-1 0 0,1-1 0 0 0,19-11 0 0 0,-9 6 1372 0 0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5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12 100 732 0 0,'0'0'1164'0'0,"-3"-20"992"0"0,1 1-1108 0 0,1 11 845 0 0,-4-11-1073 0 0,5 10 432 0 0,-1-4-808 0 0,2 2-820 0 0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36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1 407 608 0 0,'0'0'1777'0'0,"3"-4"-907"0"0,9-10-67 0 0,0 0 1 0 0,-2-1-1 0 0,1-1 0 0 0,-2 0 0 0 0,0 0 1 0 0,8-22-1 0 0,-5 10-250 0 0,-1-1 0 0 0,-2-1 0 0 0,6-33 0 0 0,-11 33 155 0 0,-1-55 0 0 0,-3 85-705 0 0,0-1 0 0 0,0 1-1 0 0,0 0 1 0 0,0 0 0 0 0,0-1-1 0 0,0 1 1 0 0,0 0 0 0 0,0-1-1 0 0,0 1 1 0 0,0 0 0 0 0,0-1-1 0 0,0 1 1 0 0,0 0 0 0 0,0 0-1 0 0,-1-1 1 0 0,1 1 0 0 0,0 0-1 0 0,0 0 1 0 0,0-1 0 0 0,0 1-1 0 0,0 0 1 0 0,-1 0 0 0 0,1-1-1 0 0,0 1 1 0 0,0 0 0 0 0,0 0-1 0 0,-1-1 1 0 0,1 1 0 0 0,0 0-1 0 0,0 0 1 0 0,-1 0 0 0 0,1 0-1 0 0,0 0 1 0 0,-1-1 0 0 0,1 1-1 0 0,0 0 1 0 0,0 0 0 0 0,-1 0-1 0 0,1 0 1 0 0,0 0 0 0 0,-1 0-1 0 0,1 0 1 0 0,0 0 0 0 0,-1 0-1 0 0,1 0 1 0 0,0 0 0 0 0,0 0-1 0 0,-1 0 1 0 0,1 0 0 0 0,0 0-1 0 0,-1 1 1 0 0,1-1 0 0 0,0 0-1 0 0,0 0 1 0 0,-1 0 0 0 0,1 0-1 0 0,0 0 1 0 0,0 1 0 0 0,-1-1-1 0 0,1 0 1 0 0,0 0 0 0 0,0 1-1 0 0,0-1 1 0 0,-1 0 0 0 0,-16 15 44 0 0,16-14-51 0 0,-6 7 9 0 0,0 1 0 0 0,1-1 0 0 0,0 1 0 0 0,0 1 0 0 0,1-1 0 0 0,0 1 0 0 0,0 0 0 0 0,1 0 0 0 0,1 0 0 0 0,-1 1 0 0 0,2-1 0 0 0,-1 1 0 0 0,2 0 0 0 0,-1-1 0 0 0,1 18 0 0 0,1-16-4 0 0,0 1 0 0 0,1-1 0 0 0,1 0 0 0 0,0 0-1 0 0,0 0 1 0 0,1 0 0 0 0,0 0 0 0 0,1 0 0 0 0,1-1-1 0 0,0 0 1 0 0,0 0 0 0 0,1 0 0 0 0,10 13 0 0 0,-9-16-86 0 0,1 1 1 0 0,1-1 0 0 0,-1-1 0 0 0,1 1-1 0 0,0-2 1 0 0,1 1 0 0 0,0-1 0 0 0,0-1-1 0 0,0 1 1 0 0,1-2 0 0 0,-1 0 0 0 0,1 0-1 0 0,0-1 1 0 0,1 0 0 0 0,-1-1 0 0 0,0 0-1 0 0,1 0 1 0 0,-1-2 0 0 0,1 1 0 0 0,-1-2-1 0 0,1 1 1 0 0,17-5 0 0 0,-14 3-25 0 0,0-1 1 0 0,-1-1 0 0 0,1 0 0 0 0,-1-1-1 0 0,0-1 1 0 0,-1 0 0 0 0,1-1-1 0 0,-1 0 1 0 0,0-1 0 0 0,-1-1 0 0 0,0 0-1 0 0,0-1 1 0 0,-1 0 0 0 0,-1 0-1 0 0,1-1 1 0 0,-2-1 0 0 0,10-12-1 0 0,-17 20 197 0 0,0 1 1 0 0,0 0-1 0 0,0-1 0 0 0,0 0 0 0 0,-1 1 0 0 0,1-1 0 0 0,-1 0 0 0 0,0 0 0 0 0,0 0 0 0 0,0 0 0 0 0,0-6 0 0 0,-1 8 276 0 0,-1 1-322 0 0,1 0 1 0 0,0 0-1 0 0,-1 0 1 0 0,1 0-1 0 0,-1 0 0 0 0,1 0 1 0 0,-1 1-1 0 0,1-1 1 0 0,-1 0-1 0 0,0 0 1 0 0,0 0-1 0 0,1 1 1 0 0,-1-1-1 0 0,0 0 1 0 0,0 1-1 0 0,0-1 1 0 0,0 1-1 0 0,0-1 1 0 0,0 1-1 0 0,0-1 1 0 0,0 1-1 0 0,0-1 1 0 0,-2 1-1 0 0,-1 3-22 0 0,-1 0 0 0 0,1 0 0 0 0,0 0 0 0 0,0 1 1 0 0,0 0-1 0 0,0 0 0 0 0,1 0 0 0 0,0 0 0 0 0,0 0 0 0 0,0 1 0 0 0,0-1 0 0 0,0 1 0 0 0,1 0 1 0 0,0 0-1 0 0,0 0 0 0 0,0 0 0 0 0,1 0 0 0 0,0 1 0 0 0,0-1 0 0 0,0 0 0 0 0,1 1 0 0 0,-1-1 0 0 0,1 0 1 0 0,0 1-1 0 0,2 7 0 0 0,0-10 1 0 0,-1-2-31 0 0,-1 0 0 0 0,1 0-1 0 0,0 0 1 0 0,0 0 0 0 0,0 0-1 0 0,0 0 1 0 0,1-1 0 0 0,-1 1-1 0 0,0-1 1 0 0,0 1 0 0 0,0-1 0 0 0,0 1-1 0 0,1-1 1 0 0,-1 1 0 0 0,0-1-1 0 0,1 0 1 0 0,-1 0 0 0 0,0 0 0 0 0,0 0-1 0 0,1 0 1 0 0,-1 0 0 0 0,0 0-1 0 0,1 0 1 0 0,-1 0 0 0 0,0-1-1 0 0,0 1 1 0 0,1 0 0 0 0,-1-1 0 0 0,0 1-1 0 0,0-1 1 0 0,2-1 0 0 0,25-13-741 0 0,40-28 1 0 0,-33 19-5 0 0,-34 24 663 0 0,5 8-80 0 0,5 12 149 0 0,-11-15 35 0 0,1-1-1 0 0,0 1 1 0 0,-1 0-1 0 0,2-1 1 0 0,-1 1-1 0 0,0-1 1 0 0,1 1-1 0 0,0-1 1 0 0,0 0-1 0 0,0 1 0 0 0,1-1 1 0 0,4 5-1 0 0,-6-7-4 0 0,1-1 0 0 0,0 1-1 0 0,0-1 1 0 0,0 0 0 0 0,0 0-1 0 0,0 0 1 0 0,0 0 0 0 0,0 0-1 0 0,0 0 1 0 0,1 0 0 0 0,-1-1-1 0 0,0 1 1 0 0,0-1 0 0 0,1 1-1 0 0,-1-1 1 0 0,0 0 0 0 0,1 0-1 0 0,-1 0 1 0 0,0 0 0 0 0,1-1-1 0 0,-1 1 1 0 0,0 0 0 0 0,4-2-1 0 0,56-20 93 0 0,-45 15-75 0 0,1 0 0 0 0,0 2 0 0 0,25-5 1 0 0,-41 9 1 0 0,0 2-76 0 0,0-1-1 0 0,0 1 1 0 0,0 0-1 0 0,0-1 1 0 0,0 1-1 0 0,0 0 1 0 0,0 0-1 0 0,-1 0 1 0 0,1 0-1 0 0,0 1 1 0 0,-1-1 0 0 0,1 0-1 0 0,-1 1 1 0 0,1-1-1 0 0,-1 1 1 0 0,0 0-1 0 0,1-1 1 0 0,-1 1-1 0 0,0 0 1 0 0,1 3-1 0 0,9 10-4255 0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1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2 945 108 0 0,'0'0'1834'0'0,"-1"8"-798"0"0,4-4 1759 0 0,8-5-2476 0 0,-1 0-1 0 0,1-1 1 0 0,-1 0-1 0 0,1-1 0 0 0,-1 0 1 0 0,0 0-1 0 0,-1-2 1 0 0,19-9-1 0 0,78-54 471 0 0,-76 47-485 0 0,16-13-166 0 0,-3-2 1 0 0,0-2-1 0 0,-3-2 1 0 0,-1-1-1 0 0,-2-3 1 0 0,-2 0-1 0 0,-2-3 1 0 0,-3 0-1 0 0,-1-2 1 0 0,-2-1-1 0 0,34-91 1 0 0,-55 123-78 0 0,-1-1 1 0 0,0 0-1 0 0,-2 0 1 0 0,0 0-1 0 0,-1-1 1 0 0,-1 1-1 0 0,-2-38 1 0 0,1 55-55 0 0,0 1 1 0 0,0 0 0 0 0,0-1-1 0 0,0 1 1 0 0,0 0 0 0 0,0-1-1 0 0,-1 1 1 0 0,1 0 0 0 0,0-1-1 0 0,-1 1 1 0 0,1 0 0 0 0,-1 0-1 0 0,1-1 1 0 0,-1 1 0 0 0,0 0-1 0 0,1 0 1 0 0,-1 0 0 0 0,0 0-1 0 0,0 0 1 0 0,0 0 0 0 0,0 0-1 0 0,0 0 1 0 0,0 0-1 0 0,0 0 1 0 0,0 0 0 0 0,0 1-1 0 0,-2-2 1 0 0,1 2-4 0 0,0 0 1 0 0,0 0-1 0 0,0 0 0 0 0,0 1 0 0 0,0-1 1 0 0,0 0-1 0 0,0 1 0 0 0,0-1 1 0 0,0 1-1 0 0,1 0 0 0 0,-1 0 0 0 0,0 0 1 0 0,0 0-1 0 0,1 0 0 0 0,-4 2 0 0 0,-5 5-3 0 0,0 0-1 0 0,1 1 1 0 0,0 0 0 0 0,-12 15-1 0 0,2 6-14 0 0,0 1 0 0 0,2 1 0 0 0,2 0 0 0 0,0 2 0 0 0,-12 44 0 0 0,7-6 4 0 0,-17 115-1 0 0,34-164 13 0 0,1 1 0 0 0,0 0 0 0 0,2-1 0 0 0,1 1 0 0 0,6 36 1 0 0,-6-52 0 0 0,1 0 1 0 0,-1-1 0 0 0,1 1 0 0 0,1 0 0 0 0,0-1 0 0 0,0 0-1 0 0,0 0 1 0 0,1 0 0 0 0,0 0 0 0 0,0 0 0 0 0,0-1 0 0 0,1 1-1 0 0,0-1 1 0 0,1-1 0 0 0,-1 1 0 0 0,1-1 0 0 0,0 0 0 0 0,0 0-1 0 0,1 0 1 0 0,9 4 0 0 0,-8-6-10 0 0,0-1-1 0 0,1 0 1 0 0,-1 0-1 0 0,0-1 1 0 0,1 0-1 0 0,-1 0 1 0 0,0-1-1 0 0,1-1 1 0 0,-1 1-1 0 0,1-1 1 0 0,-1 0-1 0 0,0-1 1 0 0,0 0-1 0 0,0 0 1 0 0,0-1 0 0 0,11-5-1 0 0,5-3-99 0 0,-1-1 1 0 0,0-1-1 0 0,40-31 0 0 0,-48 30 71 0 0,0-1 0 0 0,-1 0 0 0 0,-1 0 0 0 0,0-2-1 0 0,-1 0 1 0 0,-1 0 0 0 0,-1-1 0 0 0,14-31 0 0 0,-15 28 378 0 0,-8 19-217 0 0,-2 5-30 0 0,-7 43-7 0 0,7-36-87 0 0,1 1 0 0 0,1 0 0 0 0,0-1 0 0 0,1 1 0 0 0,2 11 0 0 0,-3-19-6 0 0,0 0 1 0 0,0 0-1 0 0,0 0 1 0 0,0 0-1 0 0,0 0 1 0 0,0 0-1 0 0,1 0 1 0 0,0-1-1 0 0,-1 1 1 0 0,1 0-1 0 0,0-1 1 0 0,0 1-1 0 0,1-1 1 0 0,-1 0-1 0 0,0 0 1 0 0,1 0-1 0 0,-1 0 1 0 0,1 0-1 0 0,0 0 1 0 0,4 1-1 0 0,-5-2-5 0 0,1-1 0 0 0,-1 0-1 0 0,0 0 1 0 0,1 0-1 0 0,-1 0 1 0 0,0-1 0 0 0,0 1-1 0 0,1 0 1 0 0,-1-1 0 0 0,0 0-1 0 0,0 0 1 0 0,0 1-1 0 0,0-1 1 0 0,0 0 0 0 0,0-1-1 0 0,3 0 1 0 0,33-27-103 0 0,-26 19 69 0 0,-2 2 9 0 0,1 1-1 0 0,-1 0 0 0 0,1 0 0 0 0,0 1 1 0 0,1 0-1 0 0,13-4 0 0 0,-23 9 27 0 0,16 3 39 0 0,32 13 531 0 0,-48-14-659 0 0,5 0-399 0 0,1 0-1 0 0,-1 0 1 0 0,1-1 0 0 0,-1 0-1 0 0,14-1 1 0 0,81-22-3346 0 0,-71 15 4007 0 0,-29 8 339 0 0,21 10 1761 0 0,-21-7-2175 0 0,0 0-1 0 0,1 1 0 0 0,-1-1 0 0 0,0 0 0 0 0,1 0 0 0 0,-1 0 0 0 0,1 0 0 0 0,0-1 1 0 0,0 1-1 0 0,6 3 0 0 0,-8-6-67 0 0,0 1-1 0 0,0-1 1 0 0,1 0-1 0 0,-1 1 1 0 0,0-1 0 0 0,1 0-1 0 0,-1 0 1 0 0,0 0 0 0 0,1 0-1 0 0,-1 0 1 0 0,0 0 0 0 0,1 0-1 0 0,-1-1 1 0 0,0 1-1 0 0,0 0 1 0 0,1-1 0 0 0,-1 1-1 0 0,0-1 1 0 0,0 1 0 0 0,0-1-1 0 0,1 0 1 0 0,-1 1 0 0 0,0-1-1 0 0,0 0 1 0 0,0 0 0 0 0,0 0-1 0 0,0 0 1 0 0,-1 0-1 0 0,1 0 1 0 0,0 0 0 0 0,0 0-1 0 0,0 0 1 0 0,-1 0 0 0 0,1 0-1 0 0,-1 0 1 0 0,1-1 0 0 0,0-1-1 0 0,6-11 92 0 0,-1-1 0 0 0,0 1 1 0 0,-1-1-1 0 0,-1 0 0 0 0,0-1 0 0 0,-1 1 0 0 0,0-1 0 0 0,-2 1 0 0 0,1-30 0 0 0,-4 14 198 0 0,-1 0-1 0 0,-2 0 1 0 0,-16-59-1 0 0,21 88-243 0 0,0 0 0 0 0,-1 1 0 0 0,1-1 0 0 0,-1 0 0 0 0,1 1 0 0 0,-1-1 0 0 0,0 1 0 0 0,1-1 0 0 0,-1 0 0 0 0,0 1 0 0 0,0 0 0 0 0,0-1 0 0 0,0 1 0 0 0,0 0 0 0 0,0-1 0 0 0,-2 0 0 0 0,2 3-57 0 0,0 0 1 0 0,0 0-1 0 0,1 0 1 0 0,-1 0-1 0 0,0 0 0 0 0,1 0 1 0 0,-1 0-1 0 0,1 0 1 0 0,-1 0-1 0 0,1 0 0 0 0,-1 0 1 0 0,1 0-1 0 0,0 0 1 0 0,-1 1-1 0 0,1-1 0 0 0,0 0 1 0 0,0 0-1 0 0,0 0 1 0 0,0 0-1 0 0,0 1 0 0 0,0-1 1 0 0,0 0-1 0 0,1 0 1 0 0,0 2-1 0 0,1 24-142 0 0,1 0 1 0 0,1-1-1 0 0,2 1 1 0 0,0-1-1 0 0,2 0 1 0 0,1-1-1 0 0,1 0 1 0 0,24 43-1 0 0,-32-65-140 0 0,21 35-1244 0 0,-4-19-4193 0 0,-11-15 2984 0 0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2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47 968 0 0,'0'0'1828'0'0,"34"-10"-1080"0"0,-22 8-48 0 0,6-1-144 0 0,1-1-208 0 0,5-1-248 0 0,22-2-260 0 0,-15 4-268 0 0,-2-1-352 0 0,0-2-840 0 0,0 3 376 0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3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1 784 0 0,'0'0'9718'0'0,"-1"5"-9236"0"0,-16 168 2189 0 0,9-57-2169 0 0,6-99-562 0 0,-26 180 922 0 0,21-171-1723 0 0,0 1-1 0 0,-20 45 0 0 0,11-54-6144 0 0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4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34 189 296 0 0,'-34'12'4355'0'0,"34"-11"-4305"0"0,0-1-1 0 0,0 0 0 0 0,0 1 1 0 0,1-1-1 0 0,-1 0 0 0 0,0 0 1 0 0,0 1-1 0 0,0-1 0 0 0,0 0 1 0 0,1 0-1 0 0,-1 1 0 0 0,0-1 1 0 0,0 0-1 0 0,0 0 0 0 0,1 1 1 0 0,-1-1-1 0 0,0 0 0 0 0,0 0 1 0 0,1 0-1 0 0,-1 0 0 0 0,0 0 1 0 0,1 1-1 0 0,-1-1 0 0 0,0 0 1 0 0,0 0-1 0 0,1 0 0 0 0,-1 0 1 0 0,0 0-1 0 0,1 0 0 0 0,-1 0 0 0 0,0 0 1 0 0,1 0-1 0 0,-1 0 0 0 0,0 0 1 0 0,0 0-1 0 0,1 0 0 0 0,-1 0 1 0 0,0 0-1 0 0,1 0 0 0 0,-1-1 1 0 0,0 1-1 0 0,1 0 0 0 0,-1 0 1 0 0,0 0-1 0 0,72-4 786 0 0,300-50 562 0 0,-4 0-680 0 0,-347 50-674 0 0,-15 3-30 0 0,1 0 0 0 0,-1 0 0 0 0,1 1 0 0 0,-1-1 0 0 0,0 1 0 0 0,1 1 1 0 0,9 1-1 0 0,-15-2-11 0 0,0 0 0 0 0,0 1 0 0 0,0-1 0 0 0,-1 1 0 0 0,1-1 0 0 0,0 1 1 0 0,0-1-1 0 0,0 1 0 0 0,-1-1 0 0 0,1 1 0 0 0,0 0 0 0 0,-1 0 0 0 0,1-1 1 0 0,0 1-1 0 0,-1 0 0 0 0,1 0 0 0 0,-1-1 0 0 0,1 1 0 0 0,-1 0 0 0 0,0 0 1 0 0,1 0-1 0 0,-1 0 0 0 0,0 1 0 0 0,1 0-1 0 0,-1-1 0 0 0,0 0 0 0 0,1 0 0 0 0,-1 0 0 0 0,1 0 1 0 0,-1 0-1 0 0,1 0 0 0 0,0 0 0 0 0,-1 0 0 0 0,1 0 0 0 0,0 0 0 0 0,0 0 0 0 0,0 0 0 0 0,-1 0 1 0 0,1 0-1 0 0,0-1 0 0 0,0 1 0 0 0,0 0 0 0 0,0-1 0 0 0,0 1 0 0 0,1-1 0 0 0,-1 1 0 0 0,1 0 1 0 0,3-1 28 0 0,0 0 1 0 0,0 0 0 0 0,0-1-1 0 0,0 1 1 0 0,-1-1 0 0 0,1 0-1 0 0,0 0 1 0 0,0-1 0 0 0,-1 1 0 0 0,1-1-1 0 0,-1 0 1 0 0,1-1 0 0 0,-1 1-1 0 0,0-1 1 0 0,0 1 0 0 0,0-1-1 0 0,0 0 1 0 0,-1-1 0 0 0,1 1 0 0 0,-1-1-1 0 0,0 0 1 0 0,0 1 0 0 0,0-1-1 0 0,4-7 1 0 0,-6 9 20 0 0,-1 1-1 0 0,1-1 1 0 0,0 1-1 0 0,0-1 1 0 0,-1 0-1 0 0,1 0 1 0 0,-1 1 0 0 0,1-1-1 0 0,-1 0 1 0 0,0 0-1 0 0,0 1 1 0 0,0-1 0 0 0,0 0-1 0 0,0 0 1 0 0,0 0-1 0 0,0 1 1 0 0,0-1-1 0 0,-1 0 1 0 0,1 0 0 0 0,-1 1-1 0 0,1-1 1 0 0,-1 0-1 0 0,0 1 1 0 0,0-1-1 0 0,0 1 1 0 0,0-1 0 0 0,0 1-1 0 0,0-1 1 0 0,0 1-1 0 0,0 0 1 0 0,0-1 0 0 0,-1 1-1 0 0,1 0 1 0 0,0 0-1 0 0,-1 0 1 0 0,1 0-1 0 0,-1 0 1 0 0,-2-1 0 0 0,1 1-112 0 0,1 0 0 0 0,0 0 1 0 0,-1 0-1 0 0,0 0 0 0 0,1 1 0 0 0,-1-1 1 0 0,1 1-1 0 0,-1 0 0 0 0,0 0 1 0 0,1 0-1 0 0,-1 0 0 0 0,0 0 1 0 0,1 0-1 0 0,-1 1 0 0 0,0-1 1 0 0,1 1-1 0 0,-1 0 0 0 0,1 0 1 0 0,-1 0-1 0 0,1 0 0 0 0,0 0 0 0 0,-1 0 1 0 0,1 1-1 0 0,-4 2 0 0 0,4-2-527 0 0,-4 5-213 0 0,1 0-3872 0 0,-1 2 1743 0 0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5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50 1428 0 0,'6'-50'12753'0'0,"-6"56"-12336"0"0,0 14-123 0 0,0 107 1138 0 0,-20 162 1 0 0,4-236-487 0 0,16-60-964 0 0,1 0-1 0 0,0 1 1 0 0,0-1 0 0 0,1 0-1 0 0,0 1 1 0 0,0-1 0 0 0,1 1 0 0 0,0 0-1 0 0,0 0 1 0 0,0 0 0 0 0,1 0-1 0 0,0 0 1 0 0,0 1 0 0 0,7-8-1 0 0,-5 7-69 0 0,1 0 0 0 0,0 0-1 0 0,0 0 1 0 0,1 1-1 0 0,-1 0 1 0 0,1 1-1 0 0,0 0 1 0 0,1 0 0 0 0,-1 0-1 0 0,1 1 1 0 0,-1 1-1 0 0,14-3 1 0 0,-20 4 59 0 0,-1 1 0 0 0,1 0 0 0 0,0 0 0 0 0,-1 0 0 0 0,1 0-1 0 0,0 0 1 0 0,-1 0 0 0 0,1 0 0 0 0,0 1 0 0 0,-1-1 0 0 0,1 1 0 0 0,0-1 0 0 0,-1 1 0 0 0,1 0 0 0 0,-1-1 0 0 0,1 1 0 0 0,-1 0-1 0 0,1 0 1 0 0,-1 0 0 0 0,0 0 0 0 0,1 0 0 0 0,-1 0 0 0 0,0 1 0 0 0,0-1 0 0 0,0 0 0 0 0,0 1 0 0 0,0-1 0 0 0,0 0 0 0 0,0 1 0 0 0,-1-1-1 0 0,1 1 1 0 0,0 0 0 0 0,-1-1 0 0 0,1 1 0 0 0,-1-1 0 0 0,0 1 0 0 0,1 0 0 0 0,-1-1 0 0 0,0 4 0 0 0,0 0-25 0 0,0 0 1 0 0,0 1-1 0 0,-1-1 0 0 0,1 0 1 0 0,-1 0-1 0 0,-1 0 1 0 0,1 0-1 0 0,-1 0 0 0 0,1 0 1 0 0,-4 5-1 0 0,-3 1-23 0 0,-1 0 0 0 0,-1 0 0 0 0,1-1 0 0 0,-2 0 0 0 0,1 0 0 0 0,-1-1-1 0 0,-16 9 1 0 0,26-17-2 0 0,1-1 69 0 0,0 0 1 0 0,0 0-1 0 0,0 0 1 0 0,0 0-1 0 0,0 0 0 0 0,1 0 1 0 0,-1 0-1 0 0,0 0 0 0 0,0 0 1 0 0,0 0-1 0 0,0 0 1 0 0,0 0-1 0 0,1 0 0 0 0,-1 0 1 0 0,0 0-1 0 0,0 1 1 0 0,0-1-1 0 0,0 0 0 0 0,0 0 1 0 0,0 0-1 0 0,1 0 0 0 0,-1 0 1 0 0,0 0-1 0 0,0 0 1 0 0,0 0-1 0 0,0 1 0 0 0,0-1 1 0 0,0 0-1 0 0,0 0 1 0 0,0 0-1 0 0,0 0 0 0 0,0 0 1 0 0,0 1-1 0 0,0-1 0 0 0,0 0 1 0 0,0 0-1 0 0,0 0 1 0 0,0 0-1 0 0,0 0 0 0 0,0 1 1 0 0,0-1-1 0 0,0 0 1 0 0,0 0-1 0 0,0 0 0 0 0,0 0 1 0 0,0 0-1 0 0,0 0 0 0 0,0 1 1 0 0,0-1-1 0 0,0 0 1 0 0,0 0-1 0 0,0 0 0 0 0,0 0 1 0 0,0 0-1 0 0,-1 0 1 0 0,1 1-1 0 0,0-1 0 0 0,0 0 1 0 0,0 0-1 0 0,0 0 0 0 0,0 0 1 0 0,0 0-1 0 0,-1 0 1 0 0,39-5-612 0 0,0-2 1 0 0,72-24 0 0 0,75-40-788 0 0,-174 67 1470 0 0,-1-1 1 0 0,0 0-1 0 0,0 0 1 0 0,0-1 0 0 0,0-1-1 0 0,-1 0 1 0 0,14-14-1 0 0,-21 20 732 0 0,-18-15 46 0 0,10 16-721 0 0,-1 1 1 0 0,1-1-1 0 0,0 1 1 0 0,0 1-1 0 0,0-1 0 0 0,0 1 1 0 0,0 0-1 0 0,1 0 1 0 0,-1 1-1 0 0,0 0 1 0 0,1 0-1 0 0,-7 5 1 0 0,10-6-211 0 0,0-1 0 0 0,0 1 0 0 0,1-1 0 0 0,-1 1 0 0 0,1 0 1 0 0,0-1-1 0 0,-1 1 0 0 0,1 0 0 0 0,0 0 0 0 0,0 0 1 0 0,0 0-1 0 0,0 0 0 0 0,1 0 0 0 0,-1 0 0 0 0,0 1 0 0 0,1-1 1 0 0,-1 0-1 0 0,1 0 0 0 0,0 1 0 0 0,0-1 0 0 0,0 0 0 0 0,0 0 1 0 0,0 1-1 0 0,1-1 0 0 0,-1 0 0 0 0,1 0 0 0 0,-1 0 1 0 0,1 0-1 0 0,0 1 0 0 0,0-1 0 0 0,-1 0 0 0 0,2 0 0 0 0,-1 0 1 0 0,0-1-1 0 0,0 1 0 0 0,1 0 0 0 0,-1 0 0 0 0,1-1 0 0 0,1 3 1 0 0,0-2-592 0 0,-1 1 0 0 0,1 0 0 0 0,0-1 0 0 0,0 1 1 0 0,0-1-1 0 0,0 0 0 0 0,7 3 0 0 0,13 5-2439 0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5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139 475 1212 0 0,'-2'-3'379'0'0,"0"1"1"0"0,0 0-1 0 0,0-1 0 0 0,0 1 0 0 0,0 0 1 0 0,-1 0-1 0 0,1 0 0 0 0,-1 0 0 0 0,1 1 1 0 0,-1-1-1 0 0,1 0 0 0 0,-1 1 0 0 0,0 0 1 0 0,0 0-1 0 0,0 0 0 0 0,0 0 0 0 0,0 0 1 0 0,0 1-1 0 0,0-1 0 0 0,-4 1 0 0 0,4 0-196 0 0,0 1 1 0 0,0 0-1 0 0,0-1 0 0 0,0 1 0 0 0,0 0 0 0 0,0 1 0 0 0,0-1 1 0 0,1 0-1 0 0,-1 1 0 0 0,0 0 0 0 0,1-1 0 0 0,0 1 0 0 0,-1 0 0 0 0,1 0 1 0 0,0 1-1 0 0,-4 4 0 0 0,2-3-98 0 0,1 1 0 0 0,-1 0 0 0 0,1 0 0 0 0,0 1 0 0 0,1-1 0 0 0,-1 1 0 0 0,1 0 0 0 0,0-1 0 0 0,1 1 0 0 0,-1 0 0 0 0,1 0 0 0 0,0 0 0 0 0,1 0 0 0 0,-1 0 0 0 0,1 0 0 0 0,0 0 0 0 0,1 0 0 0 0,0 0 0 0 0,0 0 0 0 0,1 6 0 0 0,0-8-93 0 0,-1 1 0 0 0,1-1 0 0 0,0 0 0 0 0,0 0 1 0 0,0 0-1 0 0,0 0 0 0 0,1-1 0 0 0,0 1 0 0 0,-1-1 0 0 0,1 1 1 0 0,1-1-1 0 0,-1 0 0 0 0,0 0 0 0 0,1-1 0 0 0,-1 1 1 0 0,8 4-1 0 0,-6-6-18 0 0,-1 0 1 0 0,1 0-1 0 0,0 0 0 0 0,-1-1 1 0 0,1 1-1 0 0,0-1 1 0 0,-1 0-1 0 0,1 0 1 0 0,0-1-1 0 0,-1 0 1 0 0,1 1-1 0 0,-1-1 0 0 0,1-1 1 0 0,-1 1-1 0 0,1-1 1 0 0,5-3-1 0 0,7-3-13 0 0,0-1 0 0 0,0-1-1 0 0,-1-1 1 0 0,-1 0 0 0 0,23-21 0 0 0,-5 0-14 0 0,34-43 1 0 0,-41 47 117 0 0,-2-2 0 0 0,-2-1 0 0 0,-1 0 0 0 0,-1-2 0 0 0,-1 0 0 0 0,-2-2 0 0 0,-2 0 0 0 0,19-64 0 0 0,-32 95 62 0 0,-1-1 0 0 0,0 1 0 0 0,0-1 0 0 0,-1 1 0 0 0,1-1 0 0 0,-1 0 1 0 0,0 1-1 0 0,0-1 0 0 0,-1 0 0 0 0,0 1 0 0 0,1-1 0 0 0,-1 1 0 0 0,-1-1 0 0 0,1 1 0 0 0,-1-1 0 0 0,0 1 1 0 0,0 0-1 0 0,0 0 0 0 0,0 0 0 0 0,-1 0 0 0 0,1 0 0 0 0,-1 0 0 0 0,-5-4 0 0 0,-15 19 57 0 0,18-7-165 0 0,0 0 0 0 0,0 0 0 0 0,1 0 0 0 0,-1 1 0 0 0,1-1 0 0 0,0 1 0 0 0,0 0 0 0 0,1 1 0 0 0,-1-1 1 0 0,1 1-1 0 0,-3 7 0 0 0,-22 68 59 0 0,21-58-38 0 0,0 4-5 0 0,0 0 1 0 0,2 0-1 0 0,1 1 1 0 0,1 0-1 0 0,1 49 1 0 0,3-61-57 0 0,0 1 0 0 0,1 0 0 0 0,1-1 1 0 0,1 1-1 0 0,0-1 0 0 0,1 0 0 0 0,1 0 0 0 0,0-1 1 0 0,1 0-1 0 0,17 27 0 0 0,-21-37-43 0 0,0-1 0 0 0,0 1 0 0 0,1-1 0 0 0,0 0 0 0 0,-1 0 0 0 0,1-1 0 0 0,1 1 0 0 0,-1-1 0 0 0,0 0 0 0 0,1 0 0 0 0,0 0 0 0 0,-1-1 0 0 0,1 0 0 0 0,0 1 0 0 0,0-2 0 0 0,1 1 0 0 0,-1-1 0 0 0,0 1 0 0 0,6-1 0 0 0,-1-1-37 0 0,-1 0 0 0 0,1-1 1 0 0,-1 0-1 0 0,1-1 0 0 0,-1 0 0 0 0,0 0 0 0 0,0-1 0 0 0,0 0 1 0 0,0-1-1 0 0,10-5 0 0 0,-9 3 80 0 0,0 0 0 0 0,0-1 0 0 0,0 0 0 0 0,-1-1 0 0 0,0 0 0 0 0,0 0-1 0 0,13-18 1 0 0,-21 25 145 0 0,-1 0-117 0 0,0 1 0 0 0,0 0 0 0 0,0 0 0 0 0,0 0 0 0 0,0-1 0 0 0,0 1 0 0 0,0 0 0 0 0,0 0 0 0 0,0-1 0 0 0,0 1 0 0 0,0 0 0 0 0,1 0 0 0 0,-1 0 0 0 0,0-1 0 0 0,0 1 0 0 0,0 0-1 0 0,0 0 1 0 0,0 0 0 0 0,0-1 0 0 0,0 1 0 0 0,1 0 0 0 0,-1 0 0 0 0,0 0 0 0 0,0 0 0 0 0,0 0 0 0 0,0-1 0 0 0,1 1 0 0 0,-1 0 0 0 0,0 0 0 0 0,0 0 0 0 0,0 0 0 0 0,1 0 0 0 0,-1 0 0 0 0,0 0 0 0 0,0 0 0 0 0,0 0-1 0 0,1 0 1 0 0,-1 0 0 0 0,0-1 0 0 0,0 1 0 0 0,0 0 0 0 0,1 0 0 0 0,-1 1 0 0 0,0-1 0 0 0,0 0 0 0 0,1 0 0 0 0,-1 0 0 0 0,0 0 0 0 0,0 0 0 0 0,0 0 0 0 0,1 0 0 0 0,2 5-99 0 0,-1 1 0 0 0,2-2 1 0 0,-1 1-1 0 0,0 0 0 0 0,1-1 0 0 0,0 1 1 0 0,0-1-1 0 0,0 0 0 0 0,1 0 0 0 0,-1-1 1 0 0,1 1-1 0 0,0-1 0 0 0,8 4 0 0 0,-11-6 92 0 0,1 0-1 0 0,-1 0 0 0 0,1 0 0 0 0,-1 0 1 0 0,1-1-1 0 0,0 1 0 0 0,-1-1 0 0 0,1 0 1 0 0,0 1-1 0 0,-1-1 0 0 0,1 0 0 0 0,0-1 1 0 0,-1 1-1 0 0,1 0 0 0 0,0-1 1 0 0,-1 0-1 0 0,1 1 0 0 0,-1-1 0 0 0,1 0 1 0 0,-1-1-1 0 0,1 1 0 0 0,-1 0 0 0 0,0 0 1 0 0,0-1-1 0 0,0 0 0 0 0,1 1 0 0 0,-1-1 1 0 0,-1 0-1 0 0,1 0 0 0 0,0 0 0 0 0,0 0 1 0 0,1-3-1 0 0,-2 3 61 0 0,0-1 1 0 0,0 1-1 0 0,0 0 1 0 0,0 0-1 0 0,0-1 0 0 0,-1 1 1 0 0,1 0-1 0 0,-1-1 1 0 0,0 1-1 0 0,0 0 0 0 0,1-1 1 0 0,-2 1-1 0 0,1-1 1 0 0,0 1-1 0 0,0 0 0 0 0,-1-1 1 0 0,1 1-1 0 0,-1 0 1 0 0,0-1-1 0 0,0 1 0 0 0,0 0 1 0 0,0 0-1 0 0,-2-4 1 0 0,0 0-85 0 0,-1 0 1 0 0,0 0-1 0 0,0 1 1 0 0,-1-1-1 0 0,-9-9 1 0 0,12 14-450 0 0,-9 0-546 0 0,-10 10-10274 0 0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6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16 772 0 0,'-33'-16'10049'0'0,"34"26"-9758"0"0,1 0 0 0 0,0 0-1 0 0,0 0 1 0 0,1 0 0 0 0,1-1 0 0 0,-1 0 0 0 0,10 18-1 0 0,-6-16-248 0 0,-2 1 0 0 0,0 0 0 0 0,-1 1 0 0 0,5 19 0 0 0,-8-28-52 0 0,0 0 1 0 0,-1 0-1 0 0,0 0 0 0 0,0 0 0 0 0,0 0 1 0 0,0 0-1 0 0,-1 0 0 0 0,1 0 1 0 0,-1 0-1 0 0,0-1 0 0 0,0 1 0 0 0,-4 7 1 0 0,4-9-24 0 0,6-4-729 0 0,51-23 372 0 0,-2-2 1 0 0,0-2 0 0 0,49-38-1 0 0,-98 64 599 0 0,-1-1 0 0 0,0 1 0 0 0,0-1 1 0 0,-1 0-1 0 0,1 0 0 0 0,-1 0 0 0 0,0-1 0 0 0,4-6 0 0 0,-6 10 858 0 0,-9-3-777 0 0,8 3-275 0 0,0 1 1 0 0,0 0-1 0 0,-1-1 0 0 0,1 1 1 0 0,0 0-1 0 0,-1-1 0 0 0,1 1 0 0 0,0 0 1 0 0,-1 0-1 0 0,1-1 0 0 0,0 1 1 0 0,-1 0-1 0 0,1 0 0 0 0,-1 0 0 0 0,1-1 1 0 0,-1 1-1 0 0,1 0 0 0 0,0 0 0 0 0,-1 0 1 0 0,1 0-1 0 0,-1 0 0 0 0,1 0 1 0 0,-1 0-1 0 0,1 0 0 0 0,0 0 0 0 0,-1 0 1 0 0,1 0-1 0 0,-1 0 0 0 0,1 0 1 0 0,-1 0-1 0 0,1 1 0 0 0,0-1 0 0 0,-1 0 1 0 0,1 0-1 0 0,-1 1 0 0 0,-2 0-19 0 0,0 1 0 0 0,0 0-1 0 0,1 0 1 0 0,-1 0 0 0 0,0 0-1 0 0,1 1 1 0 0,0-1 0 0 0,-1 1-1 0 0,1-1 1 0 0,0 1-1 0 0,1 0 1 0 0,-1 0 0 0 0,0 0-1 0 0,1 0 1 0 0,-1 0 0 0 0,1 0-1 0 0,0 0 1 0 0,0 0 0 0 0,0 0-1 0 0,1 1 1 0 0,-1-1 0 0 0,1 0-1 0 0,0 1 1 0 0,0-1 0 0 0,0 1-1 0 0,0-1 1 0 0,0 0 0 0 0,1 1-1 0 0,-1-1 1 0 0,1 0-1 0 0,0 0 1 0 0,0 1 0 0 0,0-1-1 0 0,1 0 1 0 0,-1 0 0 0 0,1 0-1 0 0,0 0 1 0 0,0-1 0 0 0,0 1-1 0 0,0 0 1 0 0,0-1 0 0 0,0 1-1 0 0,1-1 1 0 0,-1 0 0 0 0,1 0-1 0 0,0 0 1 0 0,-1 0 0 0 0,1 0-1 0 0,0-1 1 0 0,0 1-1 0 0,0-1 1 0 0,0 0 0 0 0,1 0-1 0 0,-1 0 1 0 0,0 0 0 0 0,0 0-1 0 0,1-1 1 0 0,4 1 0 0 0,5-2-86 0 0,1-1 0 0 0,-2 0 0 0 0,1 0 0 0 0,0-2 1 0 0,0 0-1 0 0,-1 0 0 0 0,13-7 0 0 0,84-45 66 0 0,-99 51 112 0 0,-9 4-79 0 0,1 0 1 0 0,-1 0-1 0 0,1 1 0 0 0,-1-1 1 0 0,1 0-1 0 0,0 1 1 0 0,-1 0-1 0 0,1-1 0 0 0,0 1 1 0 0,0 0-1 0 0,-1 0 1 0 0,1 0-1 0 0,0 0 0 0 0,-1 0 1 0 0,1 0-1 0 0,0 1 1 0 0,0-1-1 0 0,-1 1 0 0 0,1-1 1 0 0,-1 1-1 0 0,1-1 0 0 0,0 1 1 0 0,-1 0-1 0 0,1 0 1 0 0,-1 0-1 0 0,0 0 0 0 0,1 0 1 0 0,-1 0-1 0 0,0 0 1 0 0,1 0-1 0 0,0 2 0 0 0,17 11-2700 0 0,1-6-6162 0 0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9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1 634 980 0 0,'0'0'2808'0'0,"0"-4"-1968"0"0,-1 0-624 0 0,1-1 0 0 0,0 0 0 0 0,1 0 0 0 0,-1 0 0 0 0,1 0 0 0 0,0 1 0 0 0,0-1 0 0 0,0 0 0 0 0,1 1 0 0 0,0-1 0 0 0,0 1 0 0 0,0 0 0 0 0,3-6 0 0 0,45-65 1110 0 0,-19 30-742 0 0,65-132 982 0 0,-84 153-1390 0 0,-2-1-1 0 0,-1 0 1 0 0,-1-1 0 0 0,-2 1-1 0 0,6-40 1 0 0,-9 48-65 0 0,-2-28 405 0 0,-1 43-441 0 0,1-6 14 0 0,-1 8-86 0 0,-1 0-1 0 0,1 0 1 0 0,0 0 0 0 0,0 1-1 0 0,0-1 1 0 0,0 0-1 0 0,0 0 1 0 0,0 0 0 0 0,0 0-1 0 0,0 0 1 0 0,0 0-1 0 0,0 0 1 0 0,0 0-1 0 0,0 0 1 0 0,-1 0 0 0 0,1 0-1 0 0,0 0 1 0 0,0 0-1 0 0,0 0 1 0 0,0 0-1 0 0,0 0 1 0 0,0 0 0 0 0,0 0-1 0 0,-1 0 1 0 0,1 0-1 0 0,0 0 1 0 0,0 0-1 0 0,0 0 1 0 0,0 0 0 0 0,0 0-1 0 0,0 0 1 0 0,0 0-1 0 0,0 0 1 0 0,-1 0-1 0 0,1 0 1 0 0,0 0 0 0 0,0 0-1 0 0,0 0 1 0 0,0 0-1 0 0,0 0 1 0 0,0 0-1 0 0,0 0 1 0 0,0 0 0 0 0,0 0-1 0 0,0 0 1 0 0,-1-1-1 0 0,1 1 1 0 0,0 0-1 0 0,0 0 1 0 0,0 0 0 0 0,-10 16 4 0 0,1 0 1 0 0,1 0-1 0 0,0 1 1 0 0,1 0 0 0 0,1 1-1 0 0,1-1 1 0 0,-5 25 0 0 0,-14 137 77 0 0,22-159-73 0 0,0 4-5 0 0,1 0-1 0 0,2 31 1 0 0,0-48 4 0 0,0 1 1 0 0,0-1 0 0 0,0 1 0 0 0,1-1 0 0 0,0 0 0 0 0,0 0 0 0 0,1 0 0 0 0,-1 0 0 0 0,2 0-1 0 0,-1 0 1 0 0,6 7 0 0 0,-7-13-5 0 0,0 1-1 0 0,1 0 1 0 0,-1-1-1 0 0,1 1 1 0 0,0-1-1 0 0,0 0 1 0 0,-1 1-1 0 0,1-1 1 0 0,0-1-1 0 0,0 1 1 0 0,0 0-1 0 0,0-1 1 0 0,0 1-1 0 0,0-1 1 0 0,0 0-1 0 0,0 0 1 0 0,0 0-1 0 0,0-1 1 0 0,0 1-1 0 0,0-1 1 0 0,0 1-1 0 0,0-1 1 0 0,-1 0-1 0 0,1 0 1 0 0,4-3-1 0 0,4 0 10 0 0,-1 0-1 0 0,0-1 0 0 0,0-1 0 0 0,0 1 0 0 0,12-11 0 0 0,39-27 69 0 0,-59 42-90 0 0,-2 1 6 0 0,0 0-1 0 0,0-1 1 0 0,0 1-1 0 0,0 0 1 0 0,0-1-1 0 0,1 1 1 0 0,-1 0-1 0 0,0-1 1 0 0,0 1-1 0 0,0 0 1 0 0,1-1-1 0 0,-1 1 1 0 0,0 0-1 0 0,1 0 1 0 0,-1-1 0 0 0,0 1-1 0 0,0 0 1 0 0,1 0-1 0 0,-1 0 1 0 0,0-1-1 0 0,1 1 1 0 0,-1 0-1 0 0,0 0 1 0 0,1 0-1 0 0,-1 0 1 0 0,1 0-1 0 0,-1 0 1 0 0,0 0-1 0 0,1 0 1 0 0,-1 0-1 0 0,0 0 1 0 0,1 0-1 0 0,-1 0 1 0 0,1 0-1 0 0,-1 0 1 0 0,0 0-1 0 0,1 0 1 0 0,-1 0-1 0 0,0 1 1 0 0,1-1-1 0 0,-1 0 1 0 0,1 0-1 0 0,29 15-39 0 0,9 3 2201 0 0,-43-23-2056 0 0,-4-4-208 0 0,0 1 0 0 0,0 0-1 0 0,-1 1 1 0 0,-10-8 0 0 0,-24-15-3879 0 0,32 22 1755 0 0,5 3-1271 0 0,-11-10 265 0 0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6:59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0 328 0 0,'0'0'7801'0'0,"28"3"-7513"0"0,-3-4-176 0 0,1-1-176 0 0,-2 2-228 0 0,8 0-252 0 0,-2 2-732 0 0,-2-1-1373 0 0,5 1 609 0 0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0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8 171 692 0 0,'0'0'6443'0'0,"6"-2"-5764"0"0,36-13 481 0 0,-1-2 0 0 0,0-2 0 0 0,63-40 0 0 0,-101 56-1075 0 0,0 0-1 0 0,0 1 1 0 0,0-1 0 0 0,0 0 0 0 0,-1 0 0 0 0,1-1-1 0 0,-1 1 1 0 0,0 0 0 0 0,0-1 0 0 0,0 0-1 0 0,1-3 1 0 0,-2 5 111 0 0,-15-4-80 0 0,13 5-111 0 0,0 0-1 0 0,0 0 1 0 0,1 1-1 0 0,-2-1 1 0 0,1 0-1 0 0,0 1 1 0 0,0-1-1 0 0,0 1 0 0 0,0-1 1 0 0,0 1-1 0 0,0-1 1 0 0,0 1-1 0 0,-1 0 1 0 0,1 0-1 0 0,-2 0 1 0 0,-11 0 46 0 0,0 1 0 0 0,1 1 0 0 0,-1 0 0 0 0,1 0 0 0 0,0 2 0 0 0,0 0 0 0 0,0 0 0 0 0,-12 7 0 0 0,16-7-21 0 0,0 1-1 0 0,1 0 0 0 0,0 0 1 0 0,0 0-1 0 0,0 1 0 0 0,1 1 1 0 0,0-1-1 0 0,0 1 1 0 0,1 0-1 0 0,0 1 0 0 0,0-1 1 0 0,-6 10-1 0 0,11-15-26 0 0,0 0-1 0 0,0 0 1 0 0,1 0-1 0 0,-1 0 1 0 0,0 0-1 0 0,1-1 1 0 0,-1 1-1 0 0,1 0 0 0 0,-1 1 1 0 0,1-1-1 0 0,0 0 1 0 0,0 0-1 0 0,0 0 1 0 0,0 0-1 0 0,0 0 1 0 0,1 0-1 0 0,-1 0 1 0 0,0 0-1 0 0,1 0 1 0 0,0 0-1 0 0,-1 0 1 0 0,2 1-1 0 0,0 1 7 0 0,0-1-1 0 0,1 0 0 0 0,-1 0 0 0 0,1-1 0 0 0,0 1 1 0 0,-1 0-1 0 0,1-1 0 0 0,0 0 0 0 0,1 1 0 0 0,-1-1 1 0 0,4 2-1 0 0,4 1-8 0 0,1-1 1 0 0,-1 1-1 0 0,1-2 0 0 0,0 1 1 0 0,0-2-1 0 0,20 3 1 0 0,-2-4-117 0 0,0-2-1 0 0,0-1 1 0 0,-1-1 0 0 0,55-13 0 0 0,112-47-321 0 0,-66 0 1186 0 0,-128 62-429 0 0,-3 1-255 0 0,-1 0-1 0 0,1 0 1 0 0,-1 0-1 0 0,1 0 1 0 0,0 0-1 0 0,-1 0 1 0 0,1 0-1 0 0,-1 1 1 0 0,1-1-1 0 0,0 0 1 0 0,-1 1-1 0 0,1-1 1 0 0,0 1-1 0 0,0 0 1 0 0,-1-1-1 0 0,1 1 1 0 0,0 0-1 0 0,-2 1 1 0 0,-43 23 99 0 0,42-23-69 0 0,2-1-55 0 0,-8 4 49 0 0,5-1-61 0 0,7-3-108 0 0,41 3-1278 0 0,23 1-2573 0 0,-23-5-1848 0 0,-26-1 2739 0 0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0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6 297 240 0 0,'0'0'199'0'0,"1"0"0"0"0,-1 0 0 0 0,0 0 0 0 0,0 0 0 0 0,1 0 0 0 0,-1 0 0 0 0,0 0 0 0 0,1 0 1 0 0,-1 0-1 0 0,0 0 0 0 0,0 1 0 0 0,1-1 0 0 0,-1 0 0 0 0,1 1 995 0 0,0-1-995 0 0,-1 0 0 0 0,0 1 0 0 0,0-1 0 0 0,0 0 0 0 0,0 1 0 0 0,0-1 0 0 0,1 0 1 0 0,-1 0-1 0 0,0 1 0 0 0,0-1 0 0 0,0 0 0 0 0,0 1 0 0 0,0-1 0 0 0,0 0 0 0 0,0 0 0 0 0,0 1 0 0 0,0-1 0 0 0,0 0 0 0 0,0 1 0 0 0,-6 15 375 0 0,-1 8 318 0 0,7-22-656 0 0,19 21 207 0 0,-16-21-450 0 0,1-1 0 0 0,0 0 1 0 0,0 0-1 0 0,0-1 0 0 0,0 1 0 0 0,0-1 0 0 0,0 0 1 0 0,0 0-1 0 0,-1 0 0 0 0,1 0 0 0 0,0-1 0 0 0,0 1 1 0 0,0-1-1 0 0,0 0 0 0 0,0-1 0 0 0,-1 1 0 0 0,1 0 1 0 0,0-1-1 0 0,-1 0 0 0 0,1 0 0 0 0,-1 0 0 0 0,0 0 1 0 0,5-5-1 0 0,5-3-6 0 0,-1 0 0 0 0,0-1 0 0 0,0-1-1 0 0,12-16 1 0 0,-12 12 140 0 0,-1-1 0 0 0,-1 0 0 0 0,-1-1-1 0 0,0 0 1 0 0,-1 0 0 0 0,-1-1 0 0 0,0 0 0 0 0,-2 0-1 0 0,0 0 1 0 0,3-36 0 0 0,-6 14 2447 0 0,-2 40-2548 0 0,0 1 0 0 0,0 0 0 0 0,0 0 0 0 0,0 0 0 0 0,0 0-1 0 0,0-1 1 0 0,0 1 0 0 0,0 0 0 0 0,0 0 0 0 0,0 0 0 0 0,0 0 0 0 0,0 0 0 0 0,0-1 0 0 0,0 1 0 0 0,-1 0 0 0 0,1 0 0 0 0,0 0 0 0 0,0 0 0 0 0,0 0-1 0 0,0-1 1 0 0,0 1 0 0 0,0 0 0 0 0,0 0 0 0 0,0 0 0 0 0,0 0 0 0 0,-1 0 0 0 0,1 0 0 0 0,0 0 0 0 0,0 0 0 0 0,0-1 0 0 0,0 1 0 0 0,0 0-1 0 0,-1 0 1 0 0,1 0 0 0 0,0 0 0 0 0,0 0 0 0 0,0 0 0 0 0,0 0 0 0 0,-1 0 0 0 0,1 0 0 0 0,0 0 0 0 0,0 0 0 0 0,0 0 0 0 0,0 0 0 0 0,0 0 0 0 0,-1 0-1 0 0,1 0 1 0 0,0 0 0 0 0,0 0 0 0 0,0 0 0 0 0,0 1 0 0 0,-12 15 124 0 0,10-10-100 0 0,-1 1-1 0 0,1 0 1 0 0,1 0 0 0 0,-1 0 0 0 0,1 0-1 0 0,0 0 1 0 0,1 0 0 0 0,0 0 0 0 0,0 0 0 0 0,0 0-1 0 0,3 14 1 0 0,-1-11-6 0 0,0 0-1 0 0,0-1 0 0 0,1 1 1 0 0,1-1-1 0 0,-1 1 1 0 0,2-1-1 0 0,6 12 1 0 0,-8-17-31 0 0,-1-1 1 0 0,0 0-1 0 0,1-1 1 0 0,0 1 0 0 0,0 0-1 0 0,0-1 1 0 0,0 1 0 0 0,0-1-1 0 0,0 0 1 0 0,1 0 0 0 0,-1 0-1 0 0,1-1 1 0 0,-1 1-1 0 0,1-1 1 0 0,0 0 0 0 0,0 0-1 0 0,-1 0 1 0 0,1 0 0 0 0,6 0-1 0 0,5-1-79 0 0,0-1-1 0 0,0 0 1 0 0,29-7-1 0 0,-6 1-3355 0 0,-1 4-3392 0 0,-16 3 3270 0 0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1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97 365 324 0 0,'-12'-22'3282'0'0,"11"18"-2650"0"0,-1 0 1 0 0,-1 1-1 0 0,1-1 0 0 0,0 0 1 0 0,-1 1-1 0 0,0-1 0 0 0,1 1 1 0 0,-1 0-1 0 0,-1 0 0 0 0,-4-4 1 0 0,7 6 6 0 0,0 1-599 0 0,1 0 0 0 0,-1-1 0 0 0,1 1 0 0 0,-1 0 1 0 0,1-1-1 0 0,-1 1 0 0 0,1 0 0 0 0,-1-1 0 0 0,1 1 0 0 0,-1 0 0 0 0,0 0 0 0 0,1 0 0 0 0,-1 0 1 0 0,1 0-1 0 0,-1 0 0 0 0,0 0 0 0 0,1 0 0 0 0,-1 0 0 0 0,0 0 0 0 0,1 0 0 0 0,-1 0 0 0 0,1 0 0 0 0,-1 0 1 0 0,0 1-1 0 0,1-1 0 0 0,-1 0 0 0 0,1 0 0 0 0,-1 1 0 0 0,1-1 0 0 0,-1 0 0 0 0,1 1 0 0 0,-1-1 1 0 0,1 0-1 0 0,-1 1 0 0 0,1-1 0 0 0,-1 1 0 0 0,1-1 0 0 0,0 1 0 0 0,-1-1 0 0 0,1 1 0 0 0,-1 0 0 0 0,-17 22 884 0 0,16-16-930 0 0,0-1 1 0 0,0 0-1 0 0,1 0 0 0 0,0 1 0 0 0,0-1 0 0 0,1 1 0 0 0,0-1 0 0 0,0 1 1 0 0,0-1-1 0 0,1 1 0 0 0,0-1 0 0 0,0 1 0 0 0,1-1 0 0 0,0 0 0 0 0,0 0 1 0 0,0 0-1 0 0,1 0 0 0 0,0 0 0 0 0,0 0 0 0 0,0-1 0 0 0,1 1 0 0 0,7 8 1 0 0,-10-14-2 0 0,-1 0 0 0 0,1 1 1 0 0,-1-1-1 0 0,1 1 0 0 0,0-1 1 0 0,-1 0-1 0 0,1 0 0 0 0,0 1 1 0 0,0-1-1 0 0,-1 0 0 0 0,1 0 1 0 0,0 0-1 0 0,0 0 0 0 0,-1 0 1 0 0,1 0-1 0 0,0 0 1 0 0,0 0-1 0 0,-1 0 0 0 0,1 0 1 0 0,0 0-1 0 0,-1 0 0 0 0,1 0 1 0 0,0-1-1 0 0,0 1 0 0 0,-1 0 1 0 0,1-1-1 0 0,0 1 0 0 0,0-1 1 0 0,18-14-29 0 0,-10 0 76 0 0,-1 0-1 0 0,-1-1 0 0 0,-1 0 1 0 0,0 0-1 0 0,-1-1 1 0 0,0 1-1 0 0,-2-1 1 0 0,3-24-1 0 0,14-54 39 0 0,-13 73 5 0 0,0 1 0 0 0,2-1 1 0 0,0 1-1 0 0,1 1 0 0 0,2 0 0 0 0,20-29 0 0 0,-31 47-67 0 0,1 0 0 0 0,-1 0-1 0 0,1 1 1 0 0,0-1 0 0 0,-1 0-1 0 0,1 1 1 0 0,0-1 0 0 0,0 1-1 0 0,0-1 1 0 0,0 1 0 0 0,0 0-1 0 0,1 0 1 0 0,-1 0 0 0 0,0 0-1 0 0,0 1 1 0 0,1-1 0 0 0,-1 0-1 0 0,4 1 1 0 0,-4 0-10 0 0,0 0 0 0 0,0 0 0 0 0,-1 1-1 0 0,1-1 1 0 0,0 1 0 0 0,0 0 0 0 0,0 0 0 0 0,0-1 0 0 0,-1 1 0 0 0,1 0 0 0 0,0 0 0 0 0,-1 1 0 0 0,1-1 0 0 0,-1 0-1 0 0,1 1 1 0 0,-1-1 0 0 0,2 3 0 0 0,3 3 9 0 0,-1 1 1 0 0,0 0-1 0 0,-1 0 0 0 0,0 1 1 0 0,0-1-1 0 0,-1 1 0 0 0,4 14 1 0 0,2 21-19 0 0,-1 1 0 0 0,-3-1 0 0 0,-1 1 0 0 0,-2 0 1 0 0,-2 0-1 0 0,-10 70 0 0 0,9-106-554 0 0,-1-1-1 0 0,-1 0 1 0 0,0 0-1 0 0,0-1 1 0 0,0 1-1 0 0,-1-1 1 0 0,-7 11-1 0 0,-2-10-4694 0 0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2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1 470 312 0 0,'25'-5'836'0'0,"-1"0"0"0"0,1-2 0 0 0,-1-1 0 0 0,0-1 0 0 0,-1-1 0 0 0,0-1 0 0 0,0-1-1 0 0,34-25 1 0 0,-49 30-633 0 0,0 0 0 0 0,-1-1 0 0 0,-1 0 0 0 0,1 0 0 0 0,-1-1 0 0 0,-1 0 0 0 0,1 0 0 0 0,-1 0 0 0 0,-1 0 0 0 0,0-1 0 0 0,0 0 0 0 0,-1 0 0 0 0,0 0 0 0 0,-1 0 0 0 0,1-14-1 0 0,-1 10 7 0 0,-1 1 0 0 0,0-1 0 0 0,-1 0 0 0 0,-1 1 1 0 0,0-1-1 0 0,-1 1 0 0 0,-1-1 0 0 0,0 1 0 0 0,0 0 0 0 0,-1 0 0 0 0,-8-15 0 0 0,3 14 362 0 0,-2-5 404 0 0,7 24-880 0 0,-5 4-51 0 0,1 1 1 0 0,0 1-1 0 0,0-1 1 0 0,1 1-1 0 0,1 1 0 0 0,0-1 1 0 0,0 1-1 0 0,1 0 1 0 0,1 1-1 0 0,0-1 0 0 0,-4 26 1 0 0,-2 20 95 0 0,-3 79 0 0 0,11-98-97 0 0,-6 60 211 0 0,9-98-256 0 0,-1-1 0 0 0,0 0 0 0 0,0 1-1 0 0,0-1 1 0 0,0 0 0 0 0,1 1 0 0 0,-1-1 0 0 0,0 0 0 0 0,0 0-1 0 0,1 1 1 0 0,-1-1 0 0 0,0 0 0 0 0,0 0 0 0 0,1 0 0 0 0,-1 0-1 0 0,0 1 1 0 0,1-1 0 0 0,-1 0 0 0 0,0 0 0 0 0,0 0 0 0 0,1 0-1 0 0,-1 0 1 0 0,0 0 0 0 0,1 0 0 0 0,-1 0 0 0 0,0 0 0 0 0,1 0-1 0 0,-1 0 1 0 0,0 0 0 0 0,1 0 0 0 0,-1 0 0 0 0,0 0-1 0 0,1 0 1 0 0,-1 0 0 0 0,0 0 0 0 0,1 0 0 0 0,-1 0 0 0 0,0-1-1 0 0,1 1 1 0 0,-1 0 0 0 0,0 0 0 0 0,0 0 0 0 0,1 0 0 0 0,-1-1-1 0 0,0 1 1 0 0,0 0 0 0 0,1 0 0 0 0,-1-1 0 0 0,0 1 0 0 0,15-9-125 0 0,-15 9 130 0 0,95-81-788 0 0,-93 80 764 0 0,0-1-1 0 0,0 1 1 0 0,0 0-1 0 0,0-1 1 0 0,0 1-1 0 0,0 0 1 0 0,0 0-1 0 0,0 0 1 0 0,0 1-1 0 0,1-1 1 0 0,-1 0-1 0 0,0 1 1 0 0,0 0-1 0 0,1-1 1 0 0,-1 1-1 0 0,0 0 1 0 0,1 0-1 0 0,-1 0 1 0 0,0 1-1 0 0,3 0 1 0 0,1 1-36 0 0,0 0 0 0 0,0 1 0 0 0,0 0 0 0 0,0 0 0 0 0,9 7 0 0 0,-11-7-27 0 0,1 1-1 0 0,1-1 0 0 0,-1 0 0 0 0,0 0 1 0 0,1-1-1 0 0,-1 1 0 0 0,1-1 0 0 0,0 0 1 0 0,0-1-1 0 0,0 0 0 0 0,9 2 0 0 0,-8-3 40 0 0,0-1-1 0 0,0 1 0 0 0,0-1 1 0 0,-1-1-1 0 0,1 1 0 0 0,-1-1 1 0 0,1 0-1 0 0,-1-1 0 0 0,0 1 1 0 0,1-1-1 0 0,-1 0 0 0 0,-1-1 1 0 0,1 0-1 0 0,0 0 0 0 0,-1 0 1 0 0,0 0-1 0 0,0-1 0 0 0,0 0 0 0 0,4-6 1 0 0,-7 9 60 0 0,0 0 0 0 0,0 0 0 0 0,0 0 0 0 0,0 0 0 0 0,-1-1 0 0 0,0 1 0 0 0,1 0 0 0 0,-1-1 0 0 0,0 1 0 0 0,0-1 0 0 0,0 1 0 0 0,0-1 0 0 0,0-4 1 0 0,0 6 282 0 0,-3 2-293 0 0,0 0 0 0 0,0 0 0 0 0,0 0 0 0 0,0 0 0 0 0,1 1 0 0 0,-1-1-1 0 0,0 0 1 0 0,1 1 0 0 0,-1 0 0 0 0,1-1 0 0 0,-2 4 0 0 0,2-4 2 0 0,-1 0-5 0 0,1 0 1 0 0,-1 1-1 0 0,1-1 1 0 0,0 1-1 0 0,0-1 1 0 0,-1 1 0 0 0,1-1-1 0 0,0 1 1 0 0,0-1-1 0 0,1 1 1 0 0,-1 0 0 0 0,0 0-1 0 0,1 0 1 0 0,-1-1-1 0 0,1 1 1 0 0,-1 0 0 0 0,1 0-1 0 0,0 0 1 0 0,-1 0-1 0 0,1 0 1 0 0,0 0 0 0 0,1 0-1 0 0,-1 0 1 0 0,0 0-1 0 0,0-1 1 0 0,1 1-1 0 0,-1 0 1 0 0,1 0 0 0 0,0 0-1 0 0,0 0 1 0 0,-1-1-1 0 0,1 1 1 0 0,0 0 0 0 0,0-1-1 0 0,0 1 1 0 0,1-1-1 0 0,-1 1 1 0 0,0-1 0 0 0,1 0-1 0 0,-1 1 1 0 0,1-1-1 0 0,-1 0 1 0 0,1 0 0 0 0,-1 0-1 0 0,1 0 1 0 0,0 0-1 0 0,0 0 1 0 0,-1-1-1 0 0,1 1 1 0 0,0 0 0 0 0,0-1-1 0 0,0 0 1 0 0,0 1-1 0 0,0-1 1 0 0,0 0 0 0 0,-1 0-1 0 0,1 0 1 0 0,0 0-1 0 0,0 0 1 0 0,3-1 0 0 0,31-6-171 0 0,0-2 1 0 0,53-21-1 0 0,-34 11-100 0 0,-53 18 142 0 0,4 1 492 0 0,-3-1-2330 0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37 540 0 0,'-25'-37'15888'0'0,"-1"78"-14974"0"0,4 25-1018 0 0,22-64-301 0 0,-2 3 450 0 0,0-2-2763 0 0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5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23 696 0 0,'0'0'956'0'0,"2"-12"2512"0"0,2 2-1279 0 0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6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0 728 0 0,'7'40'7975'0'0,"-6"-38"-6989"0"0,13 2 331 0 0,50-12 859 0 0,-53 6-2042 0 0,-1 0-1 0 0,1 0 1 0 0,-1 1-1 0 0,1 1 1 0 0,-1-1-1 0 0,1 2 0 0 0,19 2 1 0 0,-20 3-1544 0 0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8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7 372 436 0 0,'-6'-3'9302'0'0,"48"-19"-8541"0"0,70-51 1 0 0,-98 62-649 0 0,0 0 0 0 0,0-2 0 0 0,-2 1-1 0 0,1-2 1 0 0,-1 0 0 0 0,-1 0 0 0 0,-1-1 0 0 0,14-24 0 0 0,-23 38-104 0 0,0-1-1 0 0,0 0 1 0 0,0 0 0 0 0,-1 0-1 0 0,1 1 1 0 0,0-1 0 0 0,-1 0-1 0 0,1 0 1 0 0,-1 0 0 0 0,0 0-1 0 0,1 0 1 0 0,-1 0 0 0 0,0 0-1 0 0,0 0 1 0 0,0 0 0 0 0,-1 0-1 0 0,1 0 1 0 0,0 0 0 0 0,-1 0-1 0 0,1 0 1 0 0,-1 1 0 0 0,0-1-1 0 0,0 0 1 0 0,1 0 0 0 0,-1 0-1 0 0,0 1 1 0 0,-1-1 0 0 0,1 0-1 0 0,0 1 1 0 0,0-1 0 0 0,-1 1-1 0 0,1 0 1 0 0,-2-2 0 0 0,0 1-5 0 0,0 0 1 0 0,-1 1 0 0 0,1 0-1 0 0,0-1 1 0 0,-1 1 0 0 0,1 0-1 0 0,0 1 1 0 0,-1-1-1 0 0,1 0 1 0 0,-1 1 0 0 0,1 0-1 0 0,-1 0 1 0 0,1 0 0 0 0,-1 0-1 0 0,1 1 1 0 0,-1-1 0 0 0,-5 3-1 0 0,0 0 2 0 0,0 0 1 0 0,0 1-1 0 0,0 0 0 0 0,1 1 1 0 0,0-1-1 0 0,0 2 0 0 0,0-1 0 0 0,1 1 1 0 0,0 0-1 0 0,0 1 0 0 0,0 0 1 0 0,1 0-1 0 0,0 0 0 0 0,0 1 1 0 0,1 0-1 0 0,-6 11 0 0 0,9-14-2 0 0,-1-1 0 0 0,1 1 0 0 0,0 0 0 0 0,1 0 0 0 0,0 0 0 0 0,-1 0 0 0 0,1 1 0 0 0,1-1 0 0 0,-1 0 0 0 0,1 0 0 0 0,0 1 1 0 0,0-1-1 0 0,1 0 0 0 0,-1 0 0 0 0,1 1 0 0 0,1-1 0 0 0,-1 0 0 0 0,0 0 0 0 0,1 0 0 0 0,0 0 0 0 0,0-1 0 0 0,1 1 0 0 0,0 0 0 0 0,-1-1 0 0 0,1 0 0 0 0,1 1 0 0 0,-1-1 0 0 0,1-1 0 0 0,-1 1 0 0 0,7 5 0 0 0,-3-5-17 0 0,-1 1 0 0 0,1-1 0 0 0,0 0 1 0 0,1-1-1 0 0,-1 0 0 0 0,0 0 0 0 0,1 0 0 0 0,0-1 0 0 0,0-1 0 0 0,-1 1 0 0 0,1-1 0 0 0,0 0 0 0 0,14-1 0 0 0,-7 0-91 0 0,1-1 0 0 0,-1-1 0 0 0,1 0 0 0 0,-1-1 0 0 0,0-1 0 0 0,16-6 0 0 0,-15 4 14 0 0,-1-1-1 0 0,0 0 1 0 0,0-2-1 0 0,-1 0 1 0 0,0 0-1 0 0,0-1 1 0 0,-1-1-1 0 0,0 0 1 0 0,-1-1-1 0 0,-1 0 0 0 0,0-1 1 0 0,0 0-1 0 0,-1 0 1 0 0,8-16-1 0 0,1-1 519 0 0,-18 29-373 0 0,1 2-51 0 0,1-1 0 0 0,-1 1 0 0 0,0 0-1 0 0,1 0 1 0 0,-1 0 0 0 0,0 0 0 0 0,0 0 0 0 0,1 0 0 0 0,-1 0-1 0 0,0 1 1 0 0,0-1 0 0 0,-1 1 0 0 0,1 0 0 0 0,0-1 0 0 0,0 1 0 0 0,-1 0-1 0 0,1 0 1 0 0,-1 0 0 0 0,0 0 0 0 0,1 0 0 0 0,-1 1 0 0 0,0-1-1 0 0,0 0 1 0 0,0 1 0 0 0,-1-1 0 0 0,1 0 0 0 0,-1 1 0 0 0,1 3-1 0 0,4 14 23 0 0,-2 1-1 0 0,2 30 0 0 0,-3-26 43 0 0,-2-23-50 0 0,-1 14-70 0 0,2-7 287 0 0,2-10 920 0 0,73-101-837 0 0,-75 101-320 0 0,0 0 1 0 0,0-1-1 0 0,1 1 0 0 0,-1 0 1 0 0,0-1-1 0 0,1 1 0 0 0,-1 0 1 0 0,1 0-1 0 0,-1 0 1 0 0,1 0-1 0 0,0 1 0 0 0,-1-1 1 0 0,1 0-1 0 0,0 1 1 0 0,0-1-1 0 0,-1 1 0 0 0,1 0 1 0 0,0-1-1 0 0,0 1 0 0 0,0 0 1 0 0,0 0-1 0 0,-1 0 1 0 0,1 0-1 0 0,0 0 0 0 0,0 1 1 0 0,0-1-1 0 0,-1 1 0 0 0,1-1 1 0 0,0 1-1 0 0,0 0 1 0 0,-1-1-1 0 0,1 1 0 0 0,0 0 1 0 0,-1 0-1 0 0,1 0 0 0 0,-1 0 1 0 0,0 0-1 0 0,2 2 1 0 0,0-1-7 0 0,2 4 2 0 0,1 0 6 0 0,-5-5 4 0 0,1 0 0 0 0,0 1 0 0 0,-1-1 0 0 0,1 0 0 0 0,0 0 0 0 0,-1-1 0 0 0,1 1 0 0 0,0 0 0 0 0,0 0 0 0 0,0-1 0 0 0,0 1 0 0 0,0-1 0 0 0,0 0 0 0 0,0 0 0 0 0,0 1 0 0 0,0-1 1 0 0,0-1-1 0 0,0 1 0 0 0,0 0 0 0 0,0 0 0 0 0,0-1 0 0 0,0 1 0 0 0,0-1 0 0 0,-1 1 0 0 0,1-1 0 0 0,0 0 0 0 0,0 0 0 0 0,0 0 0 0 0,-1 0 0 0 0,4-2 0 0 0,31-11-42 0 0,-34 14 31 0 0,41 5-73 0 0,-29-2 3 0 0,0-1 0 0 0,1 0 1 0 0,-1 0-1 0 0,1-1 1 0 0,-1-1-1 0 0,19-3 1 0 0,-29 3 67 0 0,0-2 1 0 0,0 1-1 0 0,0 0 0 0 0,0-1 1 0 0,0 0-1 0 0,0 1 1 0 0,-1-2-1 0 0,1 1 0 0 0,-1 0 1 0 0,1-1-1 0 0,-1 1 0 0 0,0-1 1 0 0,0 0-1 0 0,0 0 1 0 0,-1-1-1 0 0,1 1 0 0 0,-1 0 1 0 0,1-1-1 0 0,-1 0 1 0 0,0 1-1 0 0,-1-1 0 0 0,1 0 1 0 0,0 0-1 0 0,-1 0 1 0 0,0 0-1 0 0,1-4 0 0 0,1-6 73 0 0,-1 0-1 0 0,0 1 1 0 0,0-1-1 0 0,-1 0 1 0 0,-1 0-1 0 0,-2-21 0 0 0,1 33 50 0 0,1-2 15 0 0,0-13-2 0 0,0 12-4 0 0,-1-5 142 0 0,1 10-258 0 0,0 0 0 0 0,0 0 0 0 0,0 0 0 0 0,-1 0 1 0 0,1 0-1 0 0,0 0 0 0 0,0 0 0 0 0,0 0 1 0 0,0 0-1 0 0,0 0 0 0 0,0 0 0 0 0,0 0 0 0 0,-1 0 1 0 0,1 0-1 0 0,0 0 0 0 0,0 0 0 0 0,0 0 0 0 0,0 0 1 0 0,0 0-1 0 0,0 0 0 0 0,-1 0 0 0 0,1 0 1 0 0,0 0-1 0 0,0 0 0 0 0,0 0 0 0 0,0 0 0 0 0,0 0 1 0 0,0 0-1 0 0,0 0 0 0 0,-1 0 0 0 0,1 0 1 0 0,0 0-1 0 0,0 0 0 0 0,0 0 0 0 0,0 0 0 0 0,0 0 1 0 0,0-1-1 0 0,0 1 0 0 0,0 0 0 0 0,0 0 1 0 0,-1 0-1 0 0,1 0 0 0 0,0 0 0 0 0,0 0 0 0 0,0 0 1 0 0,0-1-1 0 0,0 1 0 0 0,0 0 0 0 0,0 0 1 0 0,0 0-1 0 0,0 0 0 0 0,-6 21 23 0 0,0 1 1 0 0,1-1-1 0 0,-2 39 1 0 0,-7 29 49 0 0,14-88-78 0 0,0 1-1 0 0,-1-1 1 0 0,1 1-1 0 0,0-1 1 0 0,0 1-1 0 0,0-1 1 0 0,0 1-1 0 0,0-1 1 0 0,0 1-1 0 0,0-1 0 0 0,1 1 1 0 0,-1-1-1 0 0,0 0 1 0 0,1 1-1 0 0,-1-1 1 0 0,1 1-1 0 0,0-1 1 0 0,-1 0-1 0 0,1 1 1 0 0,0-1-1 0 0,0 0 1 0 0,0 0-1 0 0,0 1 1 0 0,0-1-1 0 0,0 0 1 0 0,0 0-1 0 0,0 0 1 0 0,0 0-1 0 0,1-1 0 0 0,-1 1 1 0 0,0 0-1 0 0,1 0 1 0 0,-1-1-1 0 0,0 1 1 0 0,1-1-1 0 0,-1 1 1 0 0,1-1-1 0 0,-1 0 1 0 0,1 1-1 0 0,-1-1 1 0 0,4 0-1 0 0,7 1-23 0 0,1 0-1 0 0,0-1 1 0 0,0-1 0 0 0,13-2-1 0 0,-7 2-69 0 0,-8 0 36 0 0,48 1-277 0 0,-56 1 303 0 0,1-1 0 0 0,-1 0-1 0 0,0 1 1 0 0,0 0 0 0 0,1 0 0 0 0,-1 0 0 0 0,0 0 0 0 0,0 1 0 0 0,0-1 0 0 0,0 1 0 0 0,0-1 0 0 0,-1 1-1 0 0,1 0 1 0 0,3 4 0 0 0,-5-5 25 0 0,0 0-1 0 0,0 1 0 0 0,-1-1 1 0 0,1 1-1 0 0,-1-1 0 0 0,1 1 1 0 0,-1 0-1 0 0,0-1 1 0 0,1 1-1 0 0,-1-1 0 0 0,0 1 1 0 0,0 0-1 0 0,0-1 1 0 0,0 1-1 0 0,0-1 0 0 0,-1 1 1 0 0,1 0-1 0 0,0-1 0 0 0,-1 1 1 0 0,1-1-1 0 0,-1 1 1 0 0,0-1-1 0 0,1 1 0 0 0,-1-1 1 0 0,0 0-1 0 0,0 1 0 0 0,0-1 1 0 0,0 0-1 0 0,0 0 1 0 0,0 1-1 0 0,0-1 0 0 0,-1 0 1 0 0,1 0-1 0 0,-3 1 1 0 0,-44 34 251 0 0,-7-14 478 0 0,53-21-546 0 0,-3 1-77 0 0,5-2-106 0 0,0 0 0 0 0,0 0 0 0 0,0-1 0 0 0,0 1 0 0 0,0 0 1 0 0,0 0-1 0 0,0 0 0 0 0,0 0 0 0 0,0 0 0 0 0,0 0 0 0 0,0 0 1 0 0,0 0-1 0 0,0 0 0 0 0,0 0 0 0 0,0 0 0 0 0,0 0 0 0 0,0 0 0 0 0,0 0 1 0 0,0 0-1 0 0,0 0 0 0 0,0 0 0 0 0,0 0 0 0 0,-1 0 0 0 0,1 0 0 0 0,0 0 1 0 0,22-10-192 0 0,0 1 1 0 0,1 1 0 0 0,-1 1 0 0 0,1 1-1 0 0,36-4 1 0 0,-27 5-68 0 0,0-2 1 0 0,45-16-1 0 0,-68 19 320 0 0,0-1 0 0 0,0 0 0 0 0,0-1-1 0 0,11-9 1622 0 0,-23 15-1658 0 0,-1 0 1 0 0,1 0 0 0 0,0 0-1 0 0,0 1 1 0 0,0-1-1 0 0,-1 1 1 0 0,1 0-1 0 0,0 0 1 0 0,0 0-1 0 0,0 1 1 0 0,0-1 0 0 0,0 1-1 0 0,1-1 1 0 0,-5 4-1 0 0,5-3 19 0 0,-1 0 0 0 0,0 1-1 0 0,1 0 1 0 0,0 0 0 0 0,-1-1-1 0 0,1 1 1 0 0,0 0 0 0 0,0 1-1 0 0,1-1 1 0 0,-1 0 0 0 0,-1 4-1 0 0,3-5-116 0 0,0-1 0 0 0,0 1-1 0 0,0-1 1 0 0,0 1-1 0 0,0-1 1 0 0,0 1 0 0 0,1 0-1 0 0,-1-1 1 0 0,0 1 0 0 0,1-1-1 0 0,-1 1 1 0 0,1-1-1 0 0,0 0 1 0 0,-1 1 0 0 0,1-1-1 0 0,0 1 1 0 0,0-1-1 0 0,0 0 1 0 0,0 0 0 0 0,0 0-1 0 0,0 1 1 0 0,0-1 0 0 0,0 0-1 0 0,1 0 1 0 0,-1-1-1 0 0,0 1 1 0 0,1 0 0 0 0,-1 0-1 0 0,0 0 1 0 0,1-1-1 0 0,2 2 1 0 0,33 12-2112 0 0,-8-6-2465 0 0,-12-3 1838 0 0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8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90 243 560 0 0,'-20'3'3224'0'0,"14"-1"-2555"0"0,-1 2 0 0 0,0-1 0 0 0,1 1 0 0 0,0 0 0 0 0,0 1 1 0 0,0-1-1 0 0,-6 7 0 0 0,11-10-626 0 0,0 0-1 0 0,0 0 1 0 0,0 0 0 0 0,0 0 0 0 0,0 0 0 0 0,0 0-1 0 0,0 0 1 0 0,0 0 0 0 0,0 1 0 0 0,1-1 0 0 0,-1 0-1 0 0,1 1 1 0 0,-1-1 0 0 0,1 0 0 0 0,-1 1 0 0 0,1-1 0 0 0,0 0-1 0 0,-1 1 1 0 0,1-1 0 0 0,0 1 0 0 0,0-1 0 0 0,0 0-1 0 0,0 1 1 0 0,0-1 0 0 0,0 1 0 0 0,1-1 0 0 0,-1 0-1 0 0,0 1 1 0 0,1-1 0 0 0,-1 0 0 0 0,1 1 0 0 0,0-1-1 0 0,-1 0 1 0 0,1 1 0 0 0,0-1 0 0 0,0 0 0 0 0,0 0-1 0 0,-1 0 1 0 0,1 0 0 0 0,1 0 0 0 0,-1 0 0 0 0,0 0 0 0 0,0 0-1 0 0,0 0 1 0 0,0-1 0 0 0,0 1 0 0 0,1 0 0 0 0,1 0-1 0 0,-1 0-38 0 0,1 0 0 0 0,-1 0 0 0 0,1 0 0 0 0,-1 0 0 0 0,1 0 0 0 0,0-1 0 0 0,-1 1 0 0 0,1-1 0 0 0,-1 0 0 0 0,1 0 0 0 0,0 0 0 0 0,-1 0 0 0 0,1 0 0 0 0,0-1 0 0 0,-1 1 0 0 0,1-1 0 0 0,-1 1 0 0 0,1-1 0 0 0,-1 0 0 0 0,1 0 0 0 0,-1 0 0 0 0,1 0 0 0 0,-1-1 0 0 0,3-1 0 0 0,3-3 10 0 0,0 0-1 0 0,-1-1 1 0 0,0 0 0 0 0,10-11 0 0 0,-16 17-11 0 0,12-16 168 0 0,-1-1 0 0 0,-1 1-1 0 0,0-2 1 0 0,-1 0 0 0 0,-1 0-1 0 0,-1-1 1 0 0,-1 0-1 0 0,0 0 1 0 0,-2-1 0 0 0,0 1-1 0 0,2-29 1 0 0,-6 48-67 0 0,-1-1 0 0 0,0 1 0 0 0,1-1 0 0 0,-1 1-1 0 0,0-1 1 0 0,0 0 0 0 0,0 1 0 0 0,0-1 0 0 0,0 1 0 0 0,0-1 0 0 0,0 1 0 0 0,0-1 0 0 0,-1 1 0 0 0,1-1 0 0 0,-1 1-1 0 0,1-1 1 0 0,-1 1 0 0 0,-1-3 0 0 0,1 4-56 0 0,0 0 0 0 0,1 0 1 0 0,-1 0-1 0 0,0 0 0 0 0,0 0 0 0 0,1 0 0 0 0,-1 0 0 0 0,0 0 0 0 0,1 1 1 0 0,-1-1-1 0 0,0 0 0 0 0,1 0 0 0 0,-1 1 0 0 0,0-1 0 0 0,1 1 0 0 0,-1-1 0 0 0,0 0 1 0 0,1 1-1 0 0,-1-1 0 0 0,1 1 0 0 0,-1 0 0 0 0,1-1 0 0 0,-1 1 0 0 0,1-1 1 0 0,-1 2-1 0 0,-3 2-28 0 0,1 1 1 0 0,-1 0-1 0 0,1-1 1 0 0,1 1 0 0 0,-1 0-1 0 0,1 0 1 0 0,-1 1-1 0 0,2-1 1 0 0,-3 9 0 0 0,3 3-707 0 0,1 0 0 0 0,1 1 1 0 0,1-1-1 0 0,6 29 1 0 0,-6-37-583 0 0,1 0 1 0 0,0 0-1 0 0,1 0 1 0 0,0-1-1 0 0,9 16 1 0 0,-2-8-2026 0 0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8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88 339 976 0 0,'-33'-1'4316'0'0,"30"1"-4075"0"0,1 0-1 0 0,-1 0 0 0 0,1 0 0 0 0,-1 0 1 0 0,1 0-1 0 0,0 1 0 0 0,-1-1 0 0 0,1 1 1 0 0,-1 0-1 0 0,1 0 0 0 0,0-1 0 0 0,0 2 1 0 0,-1-1-1 0 0,1 0 0 0 0,0 0 0 0 0,0 1 1 0 0,0-1-1 0 0,0 1 0 0 0,1-1 0 0 0,-1 1 1 0 0,0 0-1 0 0,1 0 0 0 0,-2 2 0 0 0,2-2 2 0 0,3 3 22 0 0,-2-4-248 0 0,0-1 0 0 0,0 1 0 0 0,0 0-1 0 0,1-1 1 0 0,-1 1 0 0 0,0 0 0 0 0,0-1 0 0 0,0 1-1 0 0,1 0 1 0 0,-1-1 0 0 0,0 1 0 0 0,1-1 0 0 0,-1 1-1 0 0,1 0 1 0 0,-1-1 0 0 0,1 1 0 0 0,-1-1-1 0 0,1 0 1 0 0,-1 1 0 0 0,1-1 0 0 0,-1 1 0 0 0,1-1-1 0 0,-1 0 1 0 0,1 1 0 0 0,0-1 0 0 0,-1 0 0 0 0,1 1-1 0 0,0-1 1 0 0,-1 0 0 0 0,2 0 0 0 0,3 0 12 0 0,-1 0 1 0 0,0-1-1 0 0,1 1 1 0 0,-1-1-1 0 0,0 0 1 0 0,0-1-1 0 0,1 1 1 0 0,-1-1-1 0 0,0 0 1 0 0,0 0 0 0 0,-1 0-1 0 0,1 0 1 0 0,0-1-1 0 0,5-4 1 0 0,-2 0 3 0 0,0 0 0 0 0,-1 0 1 0 0,0-1-1 0 0,0 1 1 0 0,-1-1-1 0 0,7-14 1 0 0,-2-1 8 0 0,0-1 0 0 0,-2 0 0 0 0,0-1 0 0 0,5-32 1 0 0,-11 47 26 0 0,0 0 0 0 0,-1-1 0 0 0,0 0 1 0 0,-1 1-1 0 0,0-1 0 0 0,0 1 1 0 0,-2-1-1 0 0,1 1 0 0 0,-1-1 1 0 0,-4-10-1 0 0,6 20-58 0 0,-1 0-1 0 0,1 0 1 0 0,-1 0-1 0 0,0 0 1 0 0,0 0 0 0 0,0 1-1 0 0,1-1 1 0 0,-1 0 0 0 0,0 0-1 0 0,0 1 1 0 0,0-1-1 0 0,0 1 1 0 0,0-1 0 0 0,0 1-1 0 0,0-1 1 0 0,0 1 0 0 0,0 0-1 0 0,-1-1 1 0 0,1 1 0 0 0,0 0-1 0 0,0 0 1 0 0,0 0-1 0 0,0 0 1 0 0,0 0 0 0 0,0 0-1 0 0,-1 0 1 0 0,1 0 0 0 0,0 0-1 0 0,0 1 1 0 0,0-1-1 0 0,0 0 1 0 0,0 1 0 0 0,0-1-1 0 0,0 1 1 0 0,-1 0 0 0 0,-1 1-15 0 0,1 0 1 0 0,0 0 0 0 0,0 0 0 0 0,0 1 0 0 0,1-1 0 0 0,-1 1-1 0 0,0-1 1 0 0,1 1 0 0 0,0-1 0 0 0,0 1 0 0 0,-1 0 0 0 0,2 0-1 0 0,-1 0 1 0 0,0-1 0 0 0,0 1 0 0 0,1 0 0 0 0,0 0 0 0 0,-1 0-1 0 0,1 0 1 0 0,0 0 0 0 0,1 0 0 0 0,-1 0 0 0 0,0 0-1 0 0,1 0 1 0 0,0 0 0 0 0,0 0 0 0 0,0 0 0 0 0,0-1 0 0 0,0 1-1 0 0,0 0 1 0 0,3 2 0 0 0,5 11-112 0 0,2 0 0 0 0,0-2 0 0 0,0 1-1 0 0,18 15 1 0 0,11 16-141 0 0,-34-36 231 0 0,0-1 0 0 0,0 1 0 0 0,-1 0-1 0 0,-1 1 1 0 0,0-1 0 0 0,0 1 0 0 0,-1 0 0 0 0,-1 0-1 0 0,1 0 1 0 0,-2 1 0 0 0,0-1 0 0 0,0 0 0 0 0,-2 20-1 0 0,0-11-2098 0 0,1-11-3110 0 0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09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60 180 0 0,'0'0'1060'0'0,"5"-16"1680"0"0,-4-1-659 0 0,2 1-1577 0 0,6 6-1520 0 0</inkml:trace>
  <inkml:trace contextRef="#ctx0" brushRef="#br0" timeOffset="1">138 113 140 0 0,'4'-1'847'0'0,"64"-30"4627"0"0,-66 31-4986 0 0,7 2 853 0 0,-9-2-1316 0 0,1 0 1 0 0,-1 0-1 0 0,0 0 1 0 0,1 0 0 0 0,-1 0-1 0 0,0 0 1 0 0,1 0 0 0 0,-1 0-1 0 0,0 0 1 0 0,1 0-1 0 0,-1 1 1 0 0,1-1 0 0 0,-1 0-1 0 0,0 0 1 0 0,0 0-1 0 0,1 1 1 0 0,-1-1 0 0 0,0 0-1 0 0,1 0 1 0 0,-1 1 0 0 0,0-1-1 0 0,0 0 1 0 0,0 1-1 0 0,1-1 1 0 0,-1 0 0 0 0,0 1-1 0 0,0-1 1 0 0,0 0 0 0 0,0 1-1 0 0,1-1 1 0 0,-1 0-1 0 0,0 1 1 0 0,0-1 0 0 0,0 0-1 0 0,0 1 1 0 0,0-1-1 0 0,0 1 1 0 0,0-1 0 0 0,0 0-1 0 0,0 1 1 0 0,0 0 0 0 0,0 10 161 0 0,0 0 0 0 0,0 0 1 0 0,-1 1-1 0 0,-1-1 0 0 0,0 0 1 0 0,0 0-1 0 0,-1 0 0 0 0,-1-1 1 0 0,-7 18-1 0 0,-2 12 133 0 0,-9 29-450 0 0,-4 13-1907 0 0,14-27-2431 0 0,7-29 1696 0 0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10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1 163 368 0 0,'10'-30'3384'0'0,"-7"21"-2695"0"0,1 1 0 0 0,0 0 0 0 0,1 1 0 0 0,0-1 0 0 0,0 1 0 0 0,0 0 0 0 0,1 0 1 0 0,0 0-1 0 0,11-8 0 0 0,-12 11-544 0 0,1 0 0 0 0,-1 0 1 0 0,1 1-1 0 0,0-1 0 0 0,0 1 0 0 0,0 1 1 0 0,1-1-1 0 0,-1 1 0 0 0,1 0 0 0 0,-1 1 1 0 0,1 0-1 0 0,0 0 0 0 0,-1 0 0 0 0,1 0 1 0 0,0 1-1 0 0,0 1 0 0 0,0-1 0 0 0,-1 1 1 0 0,1 0-1 0 0,8 3 0 0 0,-9-3-97 0 0,-1 0-1 0 0,1 1 1 0 0,-1 0-1 0 0,1 1 1 0 0,-1-1-1 0 0,0 1 1 0 0,0 0-1 0 0,0 0 1 0 0,-1 0-1 0 0,1 1 1 0 0,-1 0-1 0 0,1-1 1 0 0,-1 2-1 0 0,0-1 0 0 0,-1 0 1 0 0,1 1-1 0 0,-1 0 1 0 0,0 0-1 0 0,0 0 1 0 0,0 0-1 0 0,-1 0 1 0 0,0 0-1 0 0,2 7 1 0 0,-3-4-38 0 0,1 0-1 0 0,-2 0 1 0 0,1 0 0 0 0,-1 1 0 0 0,0-1 0 0 0,-1 0-1 0 0,0 0 1 0 0,0 0 0 0 0,-1 0 0 0 0,0 0 0 0 0,0 0-1 0 0,-1 0 1 0 0,0-1 0 0 0,0 1 0 0 0,-1-1 0 0 0,-5 8-1 0 0,4-6-3 0 0,-1 0-1 0 0,0-1 1 0 0,-1 0-1 0 0,1 0 1 0 0,-2 0-1 0 0,1 0 1 0 0,-1-1-1 0 0,0-1 1 0 0,-1 1 0 0 0,-9 5-1 0 0,16-12-55 0 0,22-22-885 0 0,15-14 365 0 0,182-103-2445 0 0,-84 57 1909 0 0,-125 76 1441 0 0,0 0 0 0 0,-1 0 0 0 0,0-1 0 0 0,12-13 0 0 0,-18 18-89 0 0,1 1 0 0 0,0 0-1 0 0,-1 0 1 0 0,1 0 0 0 0,0 0 0 0 0,0 1-1 0 0,-1-1 1 0 0,1 0 0 0 0,0 1 0 0 0,0 0-1 0 0,0-1 1 0 0,3 1 0 0 0,-110 463 1007 0 0,82-369-1091 0 0,23-92-120 0 0,1-10-199 0 0,8-40 6 0 0,3 1 0 0 0,1 0 0 0 0,3 1 0 0 0,27-56 0 0 0,-31 77 83 0 0,1 0 0 0 0,1 2 0 0 0,1 0 0 0 0,1 0 0 0 0,1 1 0 0 0,1 2 0 0 0,1-1 0 0 0,1 2 0 0 0,30-23 0 0 0,-43 37 47 0 0,0 1 0 0 0,0 1 1 0 0,0-1-1 0 0,1 1 1 0 0,-1 1-1 0 0,1-1 0 0 0,-1 1 1 0 0,1 1-1 0 0,0-1 0 0 0,0 1 1 0 0,0 1-1 0 0,0-1 1 0 0,14 2-1 0 0,-19-1 15 0 0,0 1-1 0 0,0-1 1 0 0,0 1 0 0 0,0-1-1 0 0,0 1 1 0 0,-1 0 0 0 0,1 0-1 0 0,0 0 1 0 0,0 1 0 0 0,-1-1-1 0 0,1 1 1 0 0,-1-1 0 0 0,1 1-1 0 0,-1 0 1 0 0,0 0 0 0 0,0 0-1 0 0,0 0 1 0 0,0 0 0 0 0,0 0-1 0 0,0 1 1 0 0,0-1 0 0 0,-1 1-1 0 0,1-1 1 0 0,-1 1 0 0 0,0 0-1 0 0,0-1 1 0 0,0 1 0 0 0,0 0-1 0 0,0 0 1 0 0,-1 0 0 0 0,1 0-1 0 0,-1 0 1 0 0,0 0 0 0 0,0 0-1 0 0,0 0 1 0 0,0-1 0 0 0,0 1-1 0 0,-1 0 1 0 0,0 4 0 0 0,0-1 11 0 0,-1 0 0 0 0,0 0 0 0 0,0 0 1 0 0,-1 0-1 0 0,0 0 0 0 0,0 0 1 0 0,0-1-1 0 0,-1 1 0 0 0,1-1 0 0 0,-1 0 1 0 0,-1 0-1 0 0,1 0 0 0 0,-1-1 0 0 0,0 1 1 0 0,0-1-1 0 0,0 0 0 0 0,0 0 1 0 0,-1-1-1 0 0,-10 5 0 0 0,5-2 42 0 0,-1-1 0 0 0,-1 0-1 0 0,1 0 1 0 0,-1-2 0 0 0,0 0-1 0 0,0 0 1 0 0,0-1 0 0 0,-20 1 0 0 0,29-3-237 0 0,0-1 1 0 0,0 1 0 0 0,0-1 0 0 0,0 0 0 0 0,0 0 0 0 0,0 0 0 0 0,0 0-1 0 0,-7-4 1 0 0,-9-11-6268 0 0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10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20 484 0 0,'6'-13'3729'0'0,"-6"13"-3601"0"0,0 0 1 0 0,0 0 0 0 0,0 0-1 0 0,0 0 1 0 0,0-1-1 0 0,0 1 1 0 0,0 0-1 0 0,0 0 1 0 0,0 0-1 0 0,0 0 1 0 0,0-1-1 0 0,0 1 1 0 0,1 0-1 0 0,-1 0 1 0 0,-1 0-1 0 0,1-1 1 0 0,0 1-1 0 0,0 0 1 0 0,0 0-1 0 0,0 0 1 0 0,0 0-1 0 0,-1-2 1672 0 0,1 1-1672 0 0,-1 1 1 0 0,1 0-1 0 0,0 0 1 0 0,0 0-1 0 0,0 0 1 0 0,0 0-1 0 0,-1 0 1 0 0,1 0-1 0 0,0 0 1 0 0,0 0 0 0 0,0 0-1 0 0,0 0 1 0 0,-1 0-1 0 0,1 0 1 0 0,0 0-1 0 0,0 0 1 0 0,0 0-1 0 0,-1 0 1 0 0,-12 6 185 0 0,1 0 1 0 0,0 1 0 0 0,0 1 0 0 0,0 0 0 0 0,1 0-1 0 0,0 1 1 0 0,1 1 0 0 0,0-1 0 0 0,0 2 0 0 0,1-1-1 0 0,1 2 1 0 0,0-1 0 0 0,0 1 0 0 0,-6 14-1 0 0,13-25-300 0 0,0-1 0 0 0,1 1 0 0 0,-1 0 0 0 0,1 0 0 0 0,-1 0 0 0 0,1 0 0 0 0,0-1 0 0 0,-1 1 0 0 0,1 0 0 0 0,0 0 0 0 0,0 0 0 0 0,-1 0 0 0 0,1 0 0 0 0,0 0 0 0 0,0 0 0 0 0,0 0 0 0 0,0 0 0 0 0,0 0 0 0 0,0 0 0 0 0,1-1 0 0 0,-1 1 0 0 0,0 0 0 0 0,0 0 0 0 0,1 0-1 0 0,-1 0 1 0 0,0 0 0 0 0,1 0 0 0 0,-1-1 0 0 0,1 1 0 0 0,-1 0 0 0 0,1 0 0 0 0,-1 0 0 0 0,1-1 0 0 0,0 1 0 0 0,-1 0 0 0 0,1-1 0 0 0,0 1 0 0 0,0-1 0 0 0,-1 1 0 0 0,1-1 0 0 0,0 1 0 0 0,0-1 0 0 0,0 0 0 0 0,0 1 0 0 0,0-1 0 0 0,-1 0 0 0 0,1 1 0 0 0,0-1 0 0 0,0 0-1 0 0,0 0 1 0 0,2 0 0 0 0,2 0-13 0 0,1 0-1 0 0,-1-1 1 0 0,0 0 0 0 0,1 0-1 0 0,-1 0 1 0 0,0 0-1 0 0,0-1 1 0 0,6-3-1 0 0,90-52-110 0 0,-87 50 308 0 0,14-4-2439 0 0,3 15-6614 0 0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7:10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34 700 0 0,'0'-6'6676'0'0,"-12"2"-3677"0"0,11 4-2938 0 0,0-1 0 0 0,-1 2 0 0 0,1-1-1 0 0,0 0 1 0 0,0 0 0 0 0,0 0 0 0 0,0 0-1 0 0,0 1 1 0 0,0-1 0 0 0,0 0 0 0 0,0 1 0 0 0,0-1-1 0 0,0 1 1 0 0,0-1 0 0 0,0 1 0 0 0,0 0-1 0 0,0-1 1 0 0,0 1 0 0 0,1 0 0 0 0,-1-1-1 0 0,0 1 1 0 0,0 0 0 0 0,1 0 0 0 0,-2 1-1 0 0,1 1 39 0 0,0 0 0 0 0,0-1 1 0 0,0 1-1 0 0,0 0 0 0 0,0 0 0 0 0,0 0 0 0 0,1 0 0 0 0,0-1 0 0 0,-1 1 0 0 0,1 0 0 0 0,0 0 0 0 0,0 0 0 0 0,1 0 0 0 0,-1 0 0 0 0,1 0 0 0 0,-1 0 0 0 0,1 0 0 0 0,0 0 0 0 0,0-1 0 0 0,3 6 0 0 0,-2-5-122 0 0,0 0 0 0 0,1 0 0 0 0,0-1 0 0 0,-1 1 1 0 0,1-1-1 0 0,0 0 0 0 0,0 1 0 0 0,1-1 0 0 0,-1-1 0 0 0,0 1 0 0 0,1 0 0 0 0,-1-1 0 0 0,1 0 0 0 0,5 2 0 0 0,2-1-189 0 0,0 0 0 0 0,0-1 0 0 0,1 0 0 0 0,-1 0 0 0 0,0-1 0 0 0,1-1 0 0 0,-1 0 0 0 0,0 0 0 0 0,0-1 0 0 0,16-5 0 0 0,-15 2 224 0 0,0-1 0 0 0,1 0 0 0 0,-2-1 0 0 0,1-1 0 0 0,-1 1 0 0 0,0-2 1 0 0,-1 1-1 0 0,0-1 0 0 0,-1-1 0 0 0,12-14 0 0 0,-20 24 57 0 0,-1-1-1 0 0,0 1 1 0 0,1-1 0 0 0,-1 1 0 0 0,0-1-1 0 0,0 1 1 0 0,1-1 0 0 0,-1 1 0 0 0,0-1-1 0 0,0 1 1 0 0,0-1 0 0 0,1 0-1 0 0,-1 1 1 0 0,0-1 0 0 0,0 1 0 0 0,0-1-1 0 0,0 0 1 0 0,0 1 0 0 0,0-1-1 0 0,0 1 1 0 0,0-1 0 0 0,-1 1 0 0 0,1-1-1 0 0,0 0 1 0 0,0 1 0 0 0,0-1-1 0 0,-1 1 1 0 0,1-1 0 0 0,0 1 0 0 0,0-1-1 0 0,-1 1 1 0 0,1-1 0 0 0,0 1-1 0 0,-1-1 1 0 0,1 1 0 0 0,-1 0 0 0 0,1-1-1 0 0,-1 0 1 0 0,-16-7 1630 0 0,15 8-1149 0 0,-5 11-100 0 0,6-10-447 0 0,0 0 0 0 0,0 1 0 0 0,0-1-1 0 0,0 0 1 0 0,0 1 0 0 0,0-1-1 0 0,0 1 1 0 0,1-1 0 0 0,-1 1-1 0 0,1-1 1 0 0,-1 1 0 0 0,0 2 0 0 0,-1 8-708 0 0,0 15-2602 0 0,4-11-2428 0 0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44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49 368 0 0,'-4'-11'1203'0'0,"0"-8"10355"0"0,4 16-9062 0 0,-42 187-2457 0 0,40-171-37 0 0,-3 6-5 0 0,1 1 0 0 0,2-1 0 0 0,0 1 0 0 0,1 38 0 0 0,2-50 8 0 0,-1-5-2 0 0,0 0 0 0 0,0-1 0 0 0,0 1 0 0 0,1-1 0 0 0,0 1 0 0 0,-1 0 0 0 0,1-1 0 0 0,0 1 0 0 0,0-1 0 0 0,0 0 0 0 0,2 3 0 0 0,-2-3 69 0 0,1 1-37 0 0,-2-3-33 0 0,0 0 0 0 0,0 0 1 0 0,0 1-1 0 0,0-1 1 0 0,0 0-1 0 0,0 0 0 0 0,0 0 1 0 0,1 1-1 0 0,-1-1 1 0 0,0 0-1 0 0,0 0 0 0 0,0 0 1 0 0,0 1-1 0 0,0-1 0 0 0,0 0 1 0 0,0 0-1 0 0,1 0 1 0 0,-1 0-1 0 0,0 1 0 0 0,0-1 1 0 0,0 0-1 0 0,0 0 1 0 0,1 0-1 0 0,-1 0 0 0 0,0 0 1 0 0,0 0-1 0 0,0 0 1 0 0,1 0-1 0 0,-1 1 0 0 0,0-1 1 0 0,0 0-1 0 0,0 0 1 0 0,1 0-1 0 0,-1 0 0 0 0,0 0 1 0 0,0 0-1 0 0,0 0 1 0 0,1 0-1 0 0,-1 0 0 0 0,0 0 1 0 0,0 0-1 0 0,0-1 0 0 0,1 1 1 0 0,-1 0-1 0 0,0 0 1 0 0,0 0-1 0 0,1 0 0 0 0,15-8 23 0 0,1-1 0 0 0,-2 0 0 0 0,1-1 0 0 0,-1-1 0 0 0,-1 0 0 0 0,0-1 0 0 0,0-1 0 0 0,12-14 0 0 0,55-49 33 0 0,-79 75-72 0 0,-1 0 6 0 0,0 1 1 0 0,0 0-1 0 0,0 0 0 0 0,0 0 1 0 0,0 0-1 0 0,0 0 0 0 0,0 0 0 0 0,0 0 1 0 0,0 0-1 0 0,0 0 0 0 0,0 0 1 0 0,0 0-1 0 0,0 1 0 0 0,0-1 0 0 0,0 0 1 0 0,0 1-1 0 0,-1-1 0 0 0,1 1 1 0 0,0-1-1 0 0,0 1 0 0 0,0-1 0 0 0,0 1 1 0 0,0 0-1 0 0,-1-1 0 0 0,1 1 1 0 0,0 0-1 0 0,-1 0 0 0 0,1-1 0 0 0,-1 1 1 0 0,2 1-1 0 0,29 35-18 0 0,-22-26 12 0 0,6 5 18 0 0,1-1 0 0 0,0 0 1 0 0,0-1-1 0 0,2-1 0 0 0,23 14 1 0 0,-30-21 4 0 0,0-1 0 0 0,0 1 0 0 0,0-2 0 0 0,1 0 1 0 0,-1 0-1 0 0,1-1 0 0 0,0 0 0 0 0,0-1 0 0 0,0-1 0 0 0,0 0 1 0 0,13 0-1 0 0,-21-1 22 0 0,0-1 0 0 0,0 1 0 0 0,0-1 0 0 0,0 0 0 0 0,0 0 1 0 0,0 0-1 0 0,0-1 0 0 0,0 1 0 0 0,0-1 0 0 0,0 0 0 0 0,-1 0 0 0 0,1 0 1 0 0,-1-1-1 0 0,1 1 0 0 0,-1-1 0 0 0,0 0 0 0 0,0 0 0 0 0,3-4 0 0 0,-1 0 21 0 0,-1 1 0 0 0,0-1 0 0 0,-1 0 0 0 0,1 0-1 0 0,-1-1 1 0 0,-1 1 0 0 0,1 0 0 0 0,-1-1-1 0 0,1-10 1 0 0,-1-4 80 0 0,0 0 0 0 0,-1 0 0 0 0,-2 0 0 0 0,0 0-1 0 0,-1 0 1 0 0,-6-24 0 0 0,5 34 30 0 0,-1-1-1 0 0,-1 1 1 0 0,-11-21 0 0 0,5 9 52 0 0,10 22-188 0 0,-6-11 295 0 0,5 9-3914 0 0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45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62 76 0 0,'0'0'700'0'0,"-12"-33"6601"0"0,10 31-7165 0 0,1 2 1 0 0,-1-1 0 0 0,1 0-1 0 0,-1 0 1 0 0,0 0 0 0 0,1 1-1 0 0,-1-1 1 0 0,0 1 0 0 0,0-1-1 0 0,0 1 1 0 0,1 0-1 0 0,-1 0 1 0 0,0 0 0 0 0,0 0-1 0 0,0 0 1 0 0,1 0 0 0 0,-1 0-1 0 0,-2 1 1 0 0,0-1 25 0 0,-36 23 547 0 0,33-16-633 0 0,1 1-1 0 0,0 0 0 0 0,1 1 1 0 0,0-1-1 0 0,0 1 1 0 0,1 0-1 0 0,0 0 0 0 0,0 1 1 0 0,1-1-1 0 0,0 1 0 0 0,1-1 1 0 0,0 1-1 0 0,-1 12 0 0 0,3-17-55 0 0,-1 1 1 0 0,1-1-1 0 0,0 0 0 0 0,0 1 0 0 0,1-1 0 0 0,0 1 0 0 0,0-1 0 0 0,0 0 0 0 0,0 1 0 0 0,1-1 0 0 0,0 0 0 0 0,0 0 0 0 0,0 0 0 0 0,1-1 0 0 0,0 1 1 0 0,0 0-1 0 0,0-1 0 0 0,0 0 0 0 0,1 1 0 0 0,-1-1 0 0 0,1-1 0 0 0,0 1 0 0 0,0-1 0 0 0,1 1 0 0 0,6 3 0 0 0,-7-5 34 0 0,-1 0 0 0 0,1-1 0 0 0,0 0 0 0 0,-1 0 0 0 0,1 0 0 0 0,0 0 0 0 0,0 0 0 0 0,0-1-1 0 0,0 1 1 0 0,0-1 0 0 0,0 0 0 0 0,-1 0 0 0 0,1-1 0 0 0,0 1 0 0 0,0-1 0 0 0,0 0 0 0 0,0 0 0 0 0,0 0 0 0 0,-1 0 0 0 0,1-1-1 0 0,-1 0 1 0 0,1 1 0 0 0,-1-1 0 0 0,1-1 0 0 0,-1 1 0 0 0,0 0 0 0 0,0-1 0 0 0,0 1 0 0 0,0-1 0 0 0,-1 0 0 0 0,1 0 0 0 0,-1 0-1 0 0,0-1 1 0 0,0 1 0 0 0,3-5 0 0 0,-1 2 40 0 0,-1-1 0 0 0,0 1-1 0 0,0 0 1 0 0,0-1 0 0 0,-1 0-1 0 0,1 0 1 0 0,-2 0 0 0 0,1 0-1 0 0,-1 0 1 0 0,0 0 0 0 0,-1 0-1 0 0,1 0 1 0 0,-1-1 0 0 0,-1 1-1 0 0,0 0 1 0 0,0 0 0 0 0,0 0 0 0 0,-4-12-1 0 0,0 8-27 0 0,-1 1-1 0 0,0 0 1 0 0,-1 0-1 0 0,0 0 0 0 0,-1 1 1 0 0,0 0-1 0 0,0 0 1 0 0,-18-14-1 0 0,17 15-69 0 0,7 6-113 0 0,-12-11-994 0 0,3 23-6023 0 0,10-1 3239 0 0,1 3 985 0 0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45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63 516 0 0,'11'-5'2670'0'0,"27"-14"2773"0"0,-32 17-5310 0 0,0-1 1 0 0,1 1-1 0 0,-1 0 0 0 0,0 1 0 0 0,1-1 1 0 0,-1 1-1 0 0,1 1 0 0 0,-1-1 1 0 0,1 1-1 0 0,-1 0 0 0 0,1 0 0 0 0,12 3 1 0 0,-8 0-53 0 0,0 1 0 0 0,0 0 0 0 0,0 0 0 0 0,0 1 0 0 0,0 1 0 0 0,-1-1 0 0 0,0 2 0 0 0,0-1 0 0 0,-1 2 0 0 0,15 13 0 0 0,-21-18-71 0 0,0 0 0 0 0,0 0 0 0 0,0 0 0 0 0,-1 1 0 0 0,1-1 0 0 0,-1 1-1 0 0,0 0 1 0 0,0-1 0 0 0,0 1 0 0 0,0 0 0 0 0,-1 0 0 0 0,0 0 0 0 0,1 0 0 0 0,-2 0-1 0 0,1 1 1 0 0,0-1 0 0 0,-1 0 0 0 0,0 0 0 0 0,0 1 0 0 0,0-1 0 0 0,0 0 0 0 0,-1 0-1 0 0,1 0 1 0 0,-1 1 0 0 0,0-1 0 0 0,-1 0 0 0 0,1 0 0 0 0,-1 0 0 0 0,1 0 0 0 0,-1-1-1 0 0,-1 1 1 0 0,1 0 0 0 0,-3 3 0 0 0,3-5 28 0 0,0 1-1 0 0,0-1 1 0 0,0 0-1 0 0,0 0 1 0 0,0 0-1 0 0,-1 0 1 0 0,1 0-1 0 0,-1 0 1 0 0,1-1-1 0 0,-1 1 1 0 0,0-1-1 0 0,1 0 1 0 0,-1 0-1 0 0,0 0 1 0 0,0 0-1 0 0,0 0 1 0 0,0 0-1 0 0,0-1 1 0 0,0 1-1 0 0,0-1 1 0 0,0 0-1 0 0,0 0 1 0 0,0 0 0 0 0,-4-1-1 0 0,5 0 2 0 0,1 1-1 0 0,0-1 1 0 0,-1 1 0 0 0,1-1-1 0 0,0 1 1 0 0,0-1 0 0 0,-1 0-1 0 0,1 1 1 0 0,0-1 0 0 0,0 0-1 0 0,0 0 1 0 0,0 0 0 0 0,0 0-1 0 0,0 0 1 0 0,0 0 0 0 0,0 0-1 0 0,1-1 1 0 0,-1 1 0 0 0,0 0-1 0 0,0-3 1 0 0,0 2-23 0 0,1-1 1 0 0,-1 1-1 0 0,1-1 1 0 0,0 1-1 0 0,0-1 1 0 0,0 1 0 0 0,0-1-1 0 0,0 1 1 0 0,1-1-1 0 0,-1 1 1 0 0,1-1-1 0 0,-1 1 1 0 0,1 0-1 0 0,0-1 1 0 0,2-3-1 0 0,6-11-65 0 0,2 1-1 0 0,-1-1 1 0 0,2 2 0 0 0,0-1-1 0 0,1 2 1 0 0,0 0-1 0 0,1 0 1 0 0,1 1 0 0 0,0 1-1 0 0,1 1 1 0 0,17-11 0 0 0,0 8-1817 0 0,-12 9-4372 0 0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46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207 361 500 0 0,'0'0'1437'0'0,"12"-19"4036"0"0,-20-4-3785 0 0,7 21-1422 0 0,-39-14 968 0 0,36 15-1198 0 0,-1 1 0 0 0,0-1 1 0 0,1 1-1 0 0,-1-1 0 0 0,0 1 1 0 0,0 1-1 0 0,1-1 1 0 0,-1 1-1 0 0,0-1 0 0 0,1 2 1 0 0,-1-1-1 0 0,1 0 0 0 0,-1 1 1 0 0,1 0-1 0 0,0 0 0 0 0,-7 4 1 0 0,4-2-15 0 0,1 1 1 0 0,-1-1-1 0 0,1 2 1 0 0,0-1-1 0 0,0 1 1 0 0,1 0-1 0 0,0 0 1 0 0,0 0 0 0 0,-7 12-1 0 0,9-13-18 0 0,0 1 0 0 0,1-1 1 0 0,-1 0-1 0 0,1 1 0 0 0,1-1 0 0 0,-1 1 0 0 0,1 0 1 0 0,0-1-1 0 0,0 1 0 0 0,0 0 0 0 0,1 0 0 0 0,0 0 0 0 0,1 6 1 0 0,-1-8 0 0 0,1-1 0 0 0,0 1 1 0 0,0 0-1 0 0,1-1 0 0 0,-1 1 1 0 0,1-1-1 0 0,0 1 1 0 0,-1-1-1 0 0,2 0 0 0 0,-1 0 1 0 0,0 0-1 0 0,1 0 0 0 0,-1 0 1 0 0,1 0-1 0 0,0-1 1 0 0,0 1-1 0 0,0-1 0 0 0,0 0 1 0 0,0 0-1 0 0,0 0 0 0 0,5 2 1 0 0,-1-1 2 0 0,-1 0 0 0 0,0-1 0 0 0,1 0 1 0 0,0 0-1 0 0,-1 0 0 0 0,1-1 0 0 0,0 0 1 0 0,0-1-1 0 0,0 1 0 0 0,-1-1 0 0 0,1 0 0 0 0,0-1 1 0 0,0 0-1 0 0,0 0 0 0 0,-1 0 0 0 0,1-1 1 0 0,0 0-1 0 0,-1 0 0 0 0,1-1 0 0 0,-1 0 0 0 0,0 0 1 0 0,8-5-1 0 0,-6 2 25 0 0,-1 0 0 0 0,1-1 1 0 0,-1 1-1 0 0,0-1 0 0 0,0-1 0 0 0,-1 1 1 0 0,0-1-1 0 0,-1 0 0 0 0,1-1 1 0 0,-2 1-1 0 0,1-1 0 0 0,-1 0 0 0 0,0 0 1 0 0,-1-1-1 0 0,3-11 0 0 0,-1-1 67 0 0,0-1 0 0 0,-2 1-1 0 0,0 0 1 0 0,-2-1 0 0 0,0 0 0 0 0,-2 1-1 0 0,0-1 1 0 0,-2 1 0 0 0,0-1-1 0 0,-1 1 1 0 0,-11-31 0 0 0,5 26 327 0 0,-7-31 2250 0 0,8 83-2375 0 0,1-5-118 0 0,4 12 32 0 0,2 1 0 0 0,2-1-1 0 0,0 0 1 0 0,3 1 0 0 0,0-1 0 0 0,10 37-1 0 0,4 49 115 0 0,-11-73-806 0 0,-1-11-1334 0 0,-2-4-3545 0 0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48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552 269 260 0 0,'7'4'252'0'0,"0"-1"0"0"0,0 1 1 0 0,-1 0-1 0 0,1 1 0 0 0,-1 0 0 0 0,0 0 0 0 0,0 0 1 0 0,0 1-1 0 0,-1 0 0 0 0,0 0 0 0 0,0 0 0 0 0,-1 0 1 0 0,0 1-1 0 0,0 0 0 0 0,0 0 0 0 0,-1 0 0 0 0,0 0 0 0 0,4 15 1 0 0,0 0 33 0 0,-1 0 0 0 0,-2 0-1 0 0,0 1 1 0 0,-1 0 0 0 0,0 30 0 0 0,-4-43-170 0 0,0 1 0 0 0,-1-1 0 0 0,0 1 1 0 0,0-1-1 0 0,-1 0 0 0 0,0 0 0 0 0,-1 0 0 0 0,0 0 0 0 0,-1 0 0 0 0,0-1 0 0 0,0 0 0 0 0,-1 0 0 0 0,0 0 0 0 0,-1-1 0 0 0,0 0 0 0 0,0 0 0 0 0,-1-1 0 0 0,0 0 1 0 0,0 0-1 0 0,-1-1 0 0 0,1 0 0 0 0,-2 0 0 0 0,1-1 0 0 0,0 0 0 0 0,-1-1 0 0 0,0 0 0 0 0,0 0 0 0 0,0-1 0 0 0,0-1 0 0 0,-1 1 0 0 0,1-2 0 0 0,-1 1 0 0 0,0-2 1 0 0,1 1-1 0 0,-15-2 0 0 0,-5-2 93 0 0,1-1 1 0 0,-1-1 0 0 0,1-2-1 0 0,0-1 1 0 0,-30-12 0 0 0,46 14-144 0 0,-1 0 1 0 0,1-1 0 0 0,0-1 0 0 0,1 0 0 0 0,0-1 0 0 0,0-1 0 0 0,1 1 0 0 0,0-2 0 0 0,1 0 0 0 0,0 0 0 0 0,1 0 0 0 0,-12-20 0 0 0,14 20-44 0 0,1-1 0 0 0,0 1-1 0 0,1-1 1 0 0,0 0 0 0 0,1-1 0 0 0,0 1 0 0 0,1-1-1 0 0,1 1 1 0 0,0-1 0 0 0,0 0 0 0 0,1 0 0 0 0,1 0 0 0 0,0 0-1 0 0,1 0 1 0 0,1 0 0 0 0,0 0 0 0 0,0 1 0 0 0,1-1 0 0 0,1 1-1 0 0,0-1 1 0 0,1 1 0 0 0,0 0 0 0 0,1 1 0 0 0,0-1-1 0 0,1 1 1 0 0,0 1 0 0 0,1-1 0 0 0,0 1 0 0 0,17-17 0 0 0,1 3-12 0 0,1 1 0 0 0,1 2 0 0 0,0 0 1 0 0,2 2-1 0 0,0 2 0 0 0,1 0 0 0 0,1 2 1 0 0,1 1-1 0 0,0 2 0 0 0,0 1 0 0 0,1 2 1 0 0,0 1-1 0 0,1 2 0 0 0,0 1 0 0 0,36 0 1 0 0,-46 6-10 0 0,0 2 1 0 0,0 0 0 0 0,-1 1 0 0 0,0 2 0 0 0,0 1-1 0 0,0 0 1 0 0,0 2 0 0 0,-1 0 0 0 0,-1 2 0 0 0,0 1-1 0 0,0 0 1 0 0,-1 2 0 0 0,-1 0 0 0 0,37 34-1 0 0,-25-17 12 0 0,-2 1-1 0 0,-1 2 0 0 0,-1 1 0 0 0,-2 1 0 0 0,-1 1 0 0 0,-3 1 0 0 0,29 64 0 0 0,-46-90-11 0 0,6 9 16 0 0,-2 0 1 0 0,0 0-1 0 0,-2 1 1 0 0,0 0-1 0 0,-2 1 0 0 0,0-1 1 0 0,2 38-1 0 0,-7-58-16 0 0,0-1-56 0 0,-1 1 0 0 0,1-1 0 0 0,-1 1 0 0 0,0-1 0 0 0,0 1 0 0 0,0-1 0 0 0,1 0 0 0 0,-1 1 0 0 0,-1-1 0 0 0,1 0 0 0 0,0 0 0 0 0,0 0 0 0 0,0 0 0 0 0,-1 0 0 0 0,1 0 0 0 0,0 0 0 0 0,-1 0 1 0 0,-1 1-1 0 0,-2-3-497 0 0,0 0 0 0 0,0 0 0 0 0,0 0 1 0 0,0-1-1 0 0,0 0 0 0 0,0 0 0 0 0,1 0 1 0 0,-1 0-1 0 0,1-1 0 0 0,-8-5 0 0 0,3 2-1550 0 0,-12-7-742 0 0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48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0 126 1124 0 0,'0'0'3568'0'0,"6"-2"-2810"0"0,137-40 2389 0 0,-87 24-2853 0 0,103-21 1 0 0,-105 30-924 0 0,45-4-4151 0 0,-74 11 2651 0 0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49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92 396 0 0,'5'-3'787'0'0,"6"-3"-37"0"0,0 1 0 0 0,1 0 0 0 0,0 0-1 0 0,0 1 1 0 0,0 1 0 0 0,0 0 0 0 0,1 1-1 0 0,15-2 1 0 0,-21 4-629 0 0,0 0 0 0 0,0 1 1 0 0,0 0-1 0 0,0 0 0 0 0,1 0 0 0 0,-2 1 0 0 0,1 0 0 0 0,0 0 1 0 0,0 1-1 0 0,-1-1 0 0 0,1 2 0 0 0,-1-1 0 0 0,0 1 1 0 0,0 0-1 0 0,0 0 0 0 0,0 0 0 0 0,5 7 0 0 0,-5-5-48 0 0,0 0 0 0 0,-1 0 0 0 0,1 1 0 0 0,-2-1 0 0 0,1 1 1 0 0,-1 1-1 0 0,0-1 0 0 0,0 1 0 0 0,-1-1 0 0 0,3 11 0 0 0,-4-14-44 0 0,-2 0-1 0 0,1 0 1 0 0,0 0 0 0 0,-1 0 0 0 0,0 1 0 0 0,0-1 0 0 0,0 0-1 0 0,0 0 1 0 0,-1 0 0 0 0,0 1 0 0 0,1-1 0 0 0,-2 0 0 0 0,1 0 0 0 0,0 0-1 0 0,-1 0 1 0 0,0-1 0 0 0,0 1 0 0 0,0 0 0 0 0,0-1 0 0 0,0 1-1 0 0,-1-1 1 0 0,-3 4 0 0 0,3-4 38 0 0,0-1-1 0 0,0 1 1 0 0,0-1-1 0 0,-1 1 1 0 0,1-1 0 0 0,-1 0-1 0 0,1-1 1 0 0,-1 1-1 0 0,0 0 1 0 0,0-1-1 0 0,0 0 1 0 0,0 0 0 0 0,0 0-1 0 0,-5 0 1 0 0,8-1-61 0 0,1 0 1 0 0,-1-1 0 0 0,1 1-1 0 0,-1 0 1 0 0,1-1-1 0 0,-1 1 1 0 0,1 0 0 0 0,-1-1-1 0 0,1 1 1 0 0,-1-1-1 0 0,1 1 1 0 0,-1-1 0 0 0,1 1-1 0 0,0-1 1 0 0,-1 1-1 0 0,1-1 1 0 0,0 1 0 0 0,-1-1-1 0 0,1 1 1 0 0,0-1-1 0 0,0 1 1 0 0,0-1 0 0 0,0 0-1 0 0,-1 1 1 0 0,1-1 0 0 0,0 0-1 0 0,0 1 1 0 0,0-1-1 0 0,0 1 1 0 0,0-1 0 0 0,0 0-1 0 0,1 1 1 0 0,-1-1-1 0 0,0 1 1 0 0,0-1 0 0 0,0 0-1 0 0,0 1 1 0 0,1-1-1 0 0,6-26 86 0 0,2 7-77 0 0,0 1 0 0 0,2 1 0 0 0,0 0 1 0 0,1 0-1 0 0,1 2 0 0 0,0-1 1 0 0,1 1-1 0 0,1 1 0 0 0,0 1 0 0 0,1 0 1 0 0,1 1-1 0 0,0 0 0 0 0,35-17 1 0 0,-46 27-20 0 0,0 0 1 0 0,1 0 0 0 0,-1 1-1 0 0,1 0 1 0 0,0 0 0 0 0,0 0-1 0 0,0 1 1 0 0,0 0 0 0 0,0 1-1 0 0,0-1 1 0 0,0 1 0 0 0,0 1 0 0 0,0-1-1 0 0,0 1 1 0 0,0 1 0 0 0,0-1-1 0 0,0 1 1 0 0,-1 0 0 0 0,1 1-1 0 0,-1 0 1 0 0,1 0 0 0 0,-1 0-1 0 0,0 0 1 0 0,0 1 0 0 0,0 0-1 0 0,-1 1 1 0 0,1-1 0 0 0,4 6 0 0 0,0 0 16 0 0,0 0 0 0 0,0 1 1 0 0,-1 0-1 0 0,-1 1 0 0 0,0 0 1 0 0,0 0-1 0 0,-2 1 0 0 0,1 0 1 0 0,7 22-1 0 0,-14-33-22 0 0,1 0 1 0 0,-1 0 0 0 0,0 1-1 0 0,0-1 1 0 0,0 0-1 0 0,0 0 1 0 0,0 1 0 0 0,0-1-1 0 0,-1 0 1 0 0,1 0-1 0 0,-1 0 1 0 0,1 1-1 0 0,-1-1 1 0 0,0 0 0 0 0,0 0-1 0 0,0 0 1 0 0,0 0-1 0 0,0 0 1 0 0,-1 0 0 0 0,-2 3-1 0 0,3-5-387 0 0,-6 6-706 0 0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0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6 278 88 0 0,'-5'-43'7788'0'0,"5"41"-7789"0"0,0 1 1 0 0,0-1-1 0 0,1 1 0 0 0,-1-1 0 0 0,1 1 1 0 0,-1-1-1 0 0,1 1 0 0 0,0 0 0 0 0,-1-1 1 0 0,1 1-1 0 0,0 0 0 0 0,0-1 1 0 0,0 1-1 0 0,0 0 0 0 0,0 0 0 0 0,0 0 1 0 0,1 0-1 0 0,-1 0 0 0 0,3-2 0 0 0,17-7-398 0 0,-6 2 3918 0 0,-8 40-2468 0 0,21 257 1667 0 0,-3-48-1938 0 0,-24-178-552 0 0,-1-42-122 0 0,1-1 0 0 0,0 0 0 0 0,6 28 0 0 0,-7-46-130 0 0,0 1 1 0 0,0 0-1 0 0,0-1 1 0 0,0 1-1 0 0,0 0 0 0 0,-1-1 1 0 0,1 1-1 0 0,-1 0 0 0 0,0-1 1 0 0,-1 4-1 0 0,1-3-1907 0 0,-4-21 1301 0 0,0-1 1 0 0,1 1 0 0 0,2-1 0 0 0,0 0 0 0 0,0 0 0 0 0,2 0 0 0 0,0 1-1 0 0,4-25 1 0 0,-2 33 444 0 0,-1 0 1 0 0,1 0-1 0 0,1 0 0 0 0,0 1 1 0 0,0-1-1 0 0,1 1 0 0 0,0 0 0 0 0,1 0 1 0 0,0 0-1 0 0,0 0 0 0 0,1 1 0 0 0,0 0 1 0 0,1 0-1 0 0,0 1 0 0 0,0 0 1 0 0,0 0-1 0 0,16-11 0 0 0,52-26 76 0 0,-41 26 520 0 0,-2-2-1 0 0,42-33 1 0 0,-63 44-238 0 0,-2 0 1 0 0,1-1-1 0 0,-1 0 1 0 0,-1 0-1 0 0,0-1 1 0 0,0 0-1 0 0,-1 0 1 0 0,-1-1-1 0 0,0 0 1 0 0,8-21-1 0 0,-9 16-19 0 0,0 0 0 0 0,-1 0 0 0 0,-1 0 0 0 0,0 0 0 0 0,-2 0 0 0 0,0 0 0 0 0,-1-1 0 0 0,0 1-1 0 0,-1 0 1 0 0,-2-1 0 0 0,1 1 0 0 0,-2 0 0 0 0,0 0 0 0 0,-1 1 0 0 0,-11-24 0 0 0,15 37-114 0 0,0 0 1 0 0,-1 1-1 0 0,1-1 1 0 0,-1 0-1 0 0,1 1 1 0 0,-1-1-1 0 0,0 1 1 0 0,0-1-1 0 0,-5-3 1 0 0,6 6-40 0 0,0 0 0 0 0,0 0 1 0 0,0 0-1 0 0,0 0 0 0 0,0 0 1 0 0,1 1-1 0 0,-1-1 0 0 0,0 0 1 0 0,0 0-1 0 0,0 1 0 0 0,0-1 1 0 0,0 1-1 0 0,0-1 1 0 0,1 1-1 0 0,-1-1 0 0 0,0 1 1 0 0,0-1-1 0 0,1 1 0 0 0,-1 0 1 0 0,0-1-1 0 0,1 1 0 0 0,-1 0 1 0 0,1 0-1 0 0,-1-1 0 0 0,1 1 1 0 0,-1 0-1 0 0,1 0 0 0 0,0 0 1 0 0,-1 0-1 0 0,1 0 1 0 0,0-1-1 0 0,0 1 0 0 0,-1 0 1 0 0,1 1-1 0 0,-18 40 71 0 0,1 1-1 0 0,2 0 1 0 0,2 1 0 0 0,2 1-1 0 0,2 0 1 0 0,2 0 0 0 0,2 1 0 0 0,2-1-1 0 0,2 1 1 0 0,2 0 0 0 0,2 0-1 0 0,12 62 1 0 0,-14-99-47 0 0,1 0 0 0 0,0-1 1 0 0,1 1-1 0 0,0-1 0 0 0,0 0 0 0 0,1 0 0 0 0,6 12 0 0 0,-9-19 8 0 0,50-23 234 0 0,-48 20-230 0 0,-1 1 1 0 0,1-1-1 0 0,-1 1 0 0 0,1-1 1 0 0,0 1-1 0 0,-1 0 0 0 0,1 0 1 0 0,0 0-1 0 0,0 0 1 0 0,0 0-1 0 0,0 1 0 0 0,0 0 1 0 0,0-1-1 0 0,0 1 1 0 0,0 0-1 0 0,0 0 0 0 0,0 1 1 0 0,-1-1-1 0 0,1 0 0 0 0,6 3 1 0 0,24 8-1513 0 0,-6 1-4822 0 0,-27-11 6072 0 0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2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27 660 0 0,'0'0'7323'0'0,"3"-2"-7115"0"0,42-19 1131 0 0,-44 20-527 0 0,6-1-39 0 0,-4 1-2684 0 0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3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1 621 532 0 0,'0'0'3641'0'0,"3"-4"-3066"0"0,5-5-230 0 0,0 0-1 0 0,1 0 0 0 0,0 1 0 0 0,0 0 0 0 0,1 1 1 0 0,0 0-1 0 0,0 0 0 0 0,1 1 0 0 0,0 1 0 0 0,0 0 1 0 0,0 0-1 0 0,1 1 0 0 0,-1 0 0 0 0,1 1 0 0 0,20-2 1 0 0,-31 4-333 0 0,1 2 1 0 0,0-1 0 0 0,0 0 0 0 0,-1 0 0 0 0,1 0 0 0 0,0 1-1 0 0,-1-1 1 0 0,1 1 0 0 0,-1-1 0 0 0,1 1 0 0 0,0 0-1 0 0,-1 0 1 0 0,1 0 0 0 0,-1-1 0 0 0,0 1 0 0 0,1 1-1 0 0,-1-1 1 0 0,0 0 0 0 0,1 0 0 0 0,-1 0 0 0 0,0 1 0 0 0,0-1-1 0 0,0 0 1 0 0,0 1 0 0 0,0-1 0 0 0,-1 1 0 0 0,1 0-1 0 0,0-1 1 0 0,0 3 0 0 0,1 2 15 0 0,0 0 1 0 0,0 0-1 0 0,-1 1 0 0 0,0-1 1 0 0,0 0-1 0 0,-1 8 0 0 0,-1-3 27 0 0,-1 0-1 0 0,0 0 1 0 0,-1-1-1 0 0,0 1 1 0 0,-1-1-1 0 0,0 0 1 0 0,-1 0-1 0 0,0-1 1 0 0,-1 1-1 0 0,1-1 1 0 0,-2 0-1 0 0,1 0 1 0 0,-1-1-1 0 0,-12 11 1 0 0,2-8 490 0 0,9-20-122 0 0,8-24-252 0 0,2 24-177 0 0,1-1 1 0 0,1 1 0 0 0,0 0-1 0 0,0 0 1 0 0,0 0 0 0 0,1 0-1 0 0,1 1 1 0 0,7-10 0 0 0,52-54-96 0 0,-58 65 84 0 0,0 0 0 0 0,1 1 0 0 0,-1-1-1 0 0,1 2 1 0 0,1-1 0 0 0,-1 1 0 0 0,1 1 0 0 0,0-1 0 0 0,0 1 0 0 0,0 1 0 0 0,13-4 0 0 0,-15 6 7 0 0,-1 1 1 0 0,1-1 0 0 0,-1 1-1 0 0,1 0 1 0 0,-1 1 0 0 0,1-1-1 0 0,-1 1 1 0 0,1 0 0 0 0,-1 1-1 0 0,0 0 1 0 0,0 0 0 0 0,0 0-1 0 0,0 1 1 0 0,0 0-1 0 0,0 0 1 0 0,0 0 0 0 0,8 8-1 0 0,-9-6 3 0 0,0 0-1 0 0,0 1 1 0 0,-1 0-1 0 0,1 0 1 0 0,-1 1-1 0 0,5 10 1 0 0,-4-7 0 0 0,-4-8-2 0 0,-1-2-20 0 0,1 1 14 0 0,-1 0 0 0 0,0 0 0 0 0,1-1 1 0 0,-1 1-1 0 0,1 0 0 0 0,0-1 0 0 0,-1 1 0 0 0,1-1 0 0 0,-1 1 1 0 0,1-1-1 0 0,0 1 0 0 0,-1-1 0 0 0,1 1 0 0 0,0-1 0 0 0,0 0 1 0 0,-1 1-1 0 0,1-1 0 0 0,0 0 0 0 0,0 0 0 0 0,0 0 0 0 0,-1 1 1 0 0,2-1-1 0 0,0-1 7 0 0,2-3-70 0 0,0 0-1 0 0,0 1 1 0 0,1 0 0 0 0,-1 0-1 0 0,1 0 1 0 0,10-4 0 0 0,-13 6-25 0 0,29 6-156 0 0,-20-4 205 0 0,0 1 1 0 0,-1 0-1 0 0,1 0 0 0 0,0 1 0 0 0,-1 1 0 0 0,0-1 0 0 0,11 7 0 0 0,47 14-142 0 0,-52-22 156 0 0,1 1-1 0 0,-1-2 1 0 0,1 0-1 0 0,25-3 1 0 0,-37 2 46 0 0,0-1-1 0 0,1 1 1 0 0,-1-1 0 0 0,0 0 0 0 0,0 0-1 0 0,0-1 1 0 0,0 0 0 0 0,0 0 0 0 0,-1 0-1 0 0,1 0 1 0 0,0-1 0 0 0,-1 1 0 0 0,0-1-1 0 0,1-1 1 0 0,-1 1 0 0 0,-1 0 0 0 0,1-1 0 0 0,5-7-1 0 0,-7 10 20 0 0,-1-1 0 0 0,0 0 0 0 0,0 1 0 0 0,-1-1 0 0 0,1 0 0 0 0,0 0 0 0 0,-1 0 0 0 0,1 0 0 0 0,-1 0 0 0 0,1 0 0 0 0,-1 1 0 0 0,0-1 0 0 0,0 0 0 0 0,0 0 0 0 0,0 0 0 0 0,0 0 0 0 0,0 0 0 0 0,-1 0 0 0 0,1 0 0 0 0,0 0 0 0 0,-1 0 0 0 0,0 0 0 0 0,1 0 0 0 0,-1 1 0 0 0,0-1 0 0 0,0 0 0 0 0,-2-1 0 0 0,2 1 21 0 0,-19 0 80 0 0,-6 11-91 0 0,25-8-33 0 0,0 0 0 0 0,0-1-1 0 0,0 1 1 0 0,0-1 0 0 0,0 1-1 0 0,0 0 1 0 0,0 0 0 0 0,0 0-1 0 0,1 0 1 0 0,-1-1 0 0 0,0 1-1 0 0,0 0 1 0 0,1 0 0 0 0,-1 0-1 0 0,1 1 1 0 0,-1-1 0 0 0,1 0-1 0 0,-1 0 1 0 0,1 0 0 0 0,0 0-1 0 0,-1 0 1 0 0,1 1 0 0 0,0-1-1 0 0,0 0 1 0 0,0 0 0 0 0,0 0-1 0 0,0 1 1 0 0,0 0 0 0 0,1 1-4 0 0,0 0 1 0 0,-1 0 0 0 0,2-1-1 0 0,-1 1 1 0 0,0-1 0 0 0,0 1-1 0 0,1-1 1 0 0,-1 1 0 0 0,1-1-1 0 0,0 0 1 0 0,0 0 0 0 0,0 0-1 0 0,0 0 1 0 0,0 0 0 0 0,0 0-1 0 0,0 0 1 0 0,1-1 0 0 0,-1 1-1 0 0,1-1 1 0 0,-1 0 0 0 0,1 1-1 0 0,0-1 1 0 0,-1 0 0 0 0,1-1-1 0 0,5 2 1 0 0,0-1-12 0 0,0 0 0 0 0,0 0 0 0 0,0-1 1 0 0,0 0-1 0 0,-1-1 0 0 0,13-1 0 0 0,-1-3 22 0 0,0 0 0 0 0,0-1 0 0 0,0-1 1 0 0,-1 0-1 0 0,0-2 0 0 0,-1 0 0 0 0,0-1 0 0 0,0-1 0 0 0,-1 0 0 0 0,0-2 1 0 0,-1 1-1 0 0,-1-2 0 0 0,0 0 0 0 0,0-1 0 0 0,-2 0 0 0 0,14-21 0 0 0,-16 21 60 0 0,-1 1-1 0 0,-1-1 0 0 0,0-1 0 0 0,-1 0 0 0 0,0 0 0 0 0,-2 0 1 0 0,0-1-1 0 0,-1 1 0 0 0,0-1 0 0 0,-1 0 0 0 0,-1-1 1 0 0,-1 1-1 0 0,-1 0 0 0 0,0 0 0 0 0,-1-1 0 0 0,-1 1 0 0 0,0 0 1 0 0,-9-31-1 0 0,8 38-25 0 0,2 6-27 0 0,0 0 1 0 0,0 0-1 0 0,-1 0 0 0 0,1 0 1 0 0,-1 0-1 0 0,0 0 0 0 0,0 0 0 0 0,0 1 1 0 0,0-1-1 0 0,-1 1 0 0 0,1 0 0 0 0,-1 0 1 0 0,0 0-1 0 0,0 0 0 0 0,0 0 0 0 0,-1 0 1 0 0,-3-2-1 0 0,6 4-7 0 0,-2 3-15 0 0,-3 3 6 0 0,1-1 0 0 0,0 1 1 0 0,0 0-1 0 0,0 0 1 0 0,1 1-1 0 0,0 0 1 0 0,0-1-1 0 0,0 1 1 0 0,1 0-1 0 0,0 1 1 0 0,0-1-1 0 0,0 1 1 0 0,1-1-1 0 0,0 1 0 0 0,1 0 1 0 0,-3 12-1 0 0,0 14 5 0 0,1 0-1 0 0,1 39 0 0 0,3-48 4 0 0,1-1 0 0 0,1-1 0 0 0,1 1-1 0 0,1 0 1 0 0,1-1 0 0 0,1 0 0 0 0,1 0-1 0 0,1-1 1 0 0,1 0 0 0 0,0 0 0 0 0,27 37 0 0 0,-29-49 88 0 0,0 0 0 0 0,1 0 0 0 0,-1-1 1 0 0,2 0-1 0 0,-1 0 0 0 0,1-1 0 0 0,0 0 1 0 0,1-1-1 0 0,19 9 0 0 0,-28-15 318 0 0,49 2 6985 0 0,-49-2-6810 0 0,0-10-2680 0 0,36 6-10785 0 0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4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17 228 0 0,'0'0'1083'0'0,"-3"-4"-58"0"0,2 3-865 0 0,-1 0 0 0 0,1 0 0 0 0,-1 0 0 0 0,1 0 0 0 0,-1 0 0 0 0,1 0 0 0 0,-1 0 0 0 0,1 0 0 0 0,-1 1 0 0 0,0-1 0 0 0,1 0 0 0 0,-1 1 0 0 0,0 0 0 0 0,0-1 0 0 0,1 1 0 0 0,-4 0 0 0 0,-38 7 2941 0 0,38-6-2874 0 0,1 0 0 0 0,-1 0 0 0 0,1 1 0 0 0,-1-1 0 0 0,1 1 0 0 0,0 0 0 0 0,0 0 0 0 0,0 1-1 0 0,0-1 1 0 0,0 1 0 0 0,0 0 0 0 0,1 0 0 0 0,-1 0 0 0 0,1 0 0 0 0,0 1 0 0 0,0 0 0 0 0,0-1 0 0 0,0 1 0 0 0,1 0 0 0 0,0 0 0 0 0,-1 0 0 0 0,1 1 0 0 0,1-1 0 0 0,-1 0 0 0 0,-1 7 0 0 0,3-8-175 0 0,0-1 1 0 0,1 1-1 0 0,-1-1 0 0 0,1 0 1 0 0,-1 1-1 0 0,1-1 0 0 0,0 0 1 0 0,0 1-1 0 0,0-1 0 0 0,0 0 1 0 0,0 0-1 0 0,0 0 0 0 0,1 0 1 0 0,-1 0-1 0 0,1 0 0 0 0,-1 0 1 0 0,1 0-1 0 0,0-1 0 0 0,0 1 1 0 0,0 0-1 0 0,0-1 0 0 0,2 2 1 0 0,1 0-10 0 0,1 0 1 0 0,-1 0-1 0 0,1 0 1 0 0,-1 0-1 0 0,1-1 0 0 0,0 0 1 0 0,6 1-1 0 0,5 0-371 0 0,0-1-1 0 0,0 0 1 0 0,0-2-1 0 0,29-1 1 0 0,9-13-2269 0 0,-49 11 1751 0 0,0 1 0 0 0,-1-1-1 0 0,1-1 1 0 0,-1 1 0 0 0,1-1 0 0 0,7-7 0 0 0,4-6-2217 0 0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4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43 796 0 0,'-31'-3'6545'0'0,"31"3"-6442"0"0,0 0-1 0 0,0-1 0 0 0,0 1 0 0 0,0 0 1 0 0,0 0-1 0 0,0-1 0 0 0,0 1 1 0 0,0 0-1 0 0,0 0 0 0 0,0 0 0 0 0,0-1 1 0 0,0 1-1 0 0,0 0 0 0 0,0 0 1 0 0,0-1-1 0 0,1 1 0 0 0,-1 0 1 0 0,0 0-1 0 0,0 0 0 0 0,0-1 0 0 0,0 1 1 0 0,1 0-1 0 0,-1 0 0 0 0,0 0 1 0 0,0 0-1 0 0,0-1 0 0 0,0 1 1 0 0,1 0-1 0 0,-1 0 0 0 0,0 0 0 0 0,0 0 1 0 0,1 0-1 0 0,-1 0 0 0 0,0 0 1 0 0,0 0-1 0 0,0 0 0 0 0,1 0 1 0 0,-1 0-1 0 0,0 0 0 0 0,0 0 0 0 0,1 0 1 0 0,-1 0-1 0 0,0 0 0 0 0,0 0 1 0 0,1 0-1 0 0,-1 0 0 0 0,0 0 1 0 0,1 0-1 0 0,26-7 2372 0 0,3 1-3671 0 0,32-4-684 0 0,-20 4-2500 0 0,-35 5 3139 0 0,19-2-2205 0 0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6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1136 0 0,'0'0'10485'0'0,"6"2"-10130"0"0,18 4-29 0 0,-23-6-295 0 0,-1 0 0 0 0,1 1 1 0 0,-1-1-1 0 0,1 0 0 0 0,-1 1 1 0 0,1-1-1 0 0,-1 0 0 0 0,1 1 0 0 0,-1-1 1 0 0,1 1-1 0 0,-1-1 0 0 0,0 1 1 0 0,1-1-1 0 0,-1 1 0 0 0,0-1 1 0 0,1 1-1 0 0,-1-1 0 0 0,0 1 0 0 0,0 0 1 0 0,0-1-1 0 0,1 1 0 0 0,-1-1 1 0 0,0 1-1 0 0,0 0 0 0 0,0-1 1 0 0,0 1-1 0 0,0 0 0 0 0,0-1 0 0 0,0 1 1 0 0,0-1-1 0 0,0 1 0 0 0,-1 0 1 0 0,1 0-1 0 0,0 7 340 0 0,1-5-362 0 0,-1 0 0 0 0,1-1 0 0 0,-1 1 0 0 0,0 0 0 0 0,0 0 0 0 0,0 0 0 0 0,0-1 0 0 0,-1 1 0 0 0,1 0 0 0 0,-1-1 0 0 0,0 1 0 0 0,1 0 0 0 0,-1-1 0 0 0,0 1 0 0 0,-1-1 0 0 0,1 1 0 0 0,0-1 0 0 0,-3 4 0 0 0,-7 18-3795 0 0,0-20-4104 0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6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78 520 0 0,'-6'-48'7680'0'0,"4"19"-3487"0"0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7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1 416 0 0,'5'61'6081'0'0,"-4"-60"-5187"0"0,1 6-175 0 0,2-6 2340 0 0,28-16-1885 0 0,-27 12-1181 0 0,-1 0 0 0 0,0 0-1 0 0,1 1 1 0 0,0 0 0 0 0,0 0 0 0 0,-1 0-1 0 0,1 0 1 0 0,0 1 0 0 0,0 0 0 0 0,1 0-1 0 0,-1 0 1 0 0,0 1 0 0 0,0 0-1 0 0,0 0 1 0 0,0 0 0 0 0,1 0 0 0 0,-1 1-1 0 0,8 2 1 0 0,15 9-1825 0 0,-8-4-3592 0 0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8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143 606 12453 0 0,'15'1'1236'0'0,"-3"-6"-1210"0"0,0 0 0 0 0,0-1 1 0 0,0 0-1 0 0,-1-1 1 0 0,0-1-1 0 0,0 0 1 0 0,-1 0-1 0 0,11-11 0 0 0,21-16 166 0 0,-14 14-116 0 0,175-136 739 0 0,-178 135-669 0 0,-1-1 1 0 0,-2-2 0 0 0,0 0-1 0 0,-2-1 1 0 0,29-47-1 0 0,-45 67-146 0 0,-1 0 0 0 0,0-1 0 0 0,-1 1 0 0 0,1-1 0 0 0,-1 1 0 0 0,0-1 0 0 0,-1 0 0 0 0,2-13 0 0 0,-3 18-14 0 0,0 0 1 0 0,0 0 0 0 0,0-1-1 0 0,-1 1 1 0 0,1 0-1 0 0,-1 0 1 0 0,1 0 0 0 0,-1 0-1 0 0,0 0 1 0 0,1 0-1 0 0,-1 0 1 0 0,0 0 0 0 0,0 1-1 0 0,-1-1 1 0 0,1 0-1 0 0,0 0 1 0 0,-1 1 0 0 0,1-1-1 0 0,-1 1 1 0 0,1-1-1 0 0,-1 1 1 0 0,0 0 0 0 0,1 0-1 0 0,-1-1 1 0 0,0 1-1 0 0,0 0 1 0 0,0 1-1 0 0,0-1 1 0 0,0 0 0 0 0,0 0-1 0 0,0 1 1 0 0,0 0-1 0 0,-3-1 1 0 0,-14-1-42 0 0,0 0 0 0 0,0 2-1 0 0,0 0 1 0 0,-1 1 0 0 0,1 1 0 0 0,0 0 0 0 0,0 2 0 0 0,0 0-1 0 0,1 2 1 0 0,-27 10 0 0 0,-14 8-93 0 0,-97 58 0 0 0,132-68 90 0 0,1 1 0 0 0,0 1 1 0 0,2 1-1 0 0,-27 26 1 0 0,37-31 7 0 0,1 0 0 0 0,0 0 0 0 0,0 1 1 0 0,1 0-1 0 0,1 1 0 0 0,0 0 1 0 0,1 0-1 0 0,-8 25 0 0 0,13-33 10 0 0,1 1-1 0 0,0-1 0 0 0,0 1 1 0 0,0 0-1 0 0,1 0 0 0 0,0-1 1 0 0,1 1-1 0 0,-1 0 0 0 0,1-1 1 0 0,1 1-1 0 0,-1-1 0 0 0,1 1 1 0 0,0-1-1 0 0,1 0 0 0 0,-1 1 1 0 0,1-1-1 0 0,6 9 0 0 0,7 9-243 0 0,1 0-1 0 0,37 39 0 0 0,-11-13-327 0 0,-30-35 425 0 0,-5-6 61 0 0,0 1-1 0 0,0 0 0 0 0,-1 1 0 0 0,0-1 1 0 0,0 1-1 0 0,-1 1 0 0 0,-1-1 0 0 0,0 1 1 0 0,4 17-1 0 0,-8-26 117 0 0,-1 0 1 0 0,0 0 0 0 0,1 0-1 0 0,0 0 1 0 0,0 0-1 0 0,0 0 1 0 0,0 0-1 0 0,0-1 1 0 0,0 1-1 0 0,1 0 1 0 0,-1 0-1 0 0,1-1 1 0 0,0 1-1 0 0,0-1 1 0 0,0 0-1 0 0,0 0 1 0 0,0 1 0 0 0,1-1-1 0 0,-1 0 1 0 0,0-1-1 0 0,1 1 1 0 0,0 0-1 0 0,-1-1 1 0 0,1 0-1 0 0,0 1 1 0 0,0-1-1 0 0,0 0 1 0 0,0 0-1 0 0,0-1 1 0 0,0 1-1 0 0,0-1 1 0 0,0 1 0 0 0,0-1-1 0 0,0 0 1 0 0,3 0-1 0 0,10-2 23 0 0,-2 1 1 0 0,1-2-1 0 0,0 0 0 0 0,0-1 0 0 0,19-7 0 0 0,-25 7-27 0 0,11-4 205 0 0,0-2 1 0 0,-1 0-1 0 0,0-2 0 0 0,-1 0 1 0 0,19-16-1 0 0,5-3 932 0 0,-41 30-1007 0 0,10-10 350 0 0,-11 11-454 0 0,0 0-1 0 0,0 0 0 0 0,0-1 0 0 0,0 1 1 0 0,1 0-1 0 0,-1-1 0 0 0,0 1 0 0 0,0 0 1 0 0,0 0-1 0 0,1-1 0 0 0,-1 1 0 0 0,0 0 1 0 0,0 0-1 0 0,0-1 0 0 0,1 1 0 0 0,-1 0 1 0 0,0 0-1 0 0,1 0 0 0 0,-1 0 1 0 0,0-1-1 0 0,0 1 0 0 0,1 0 0 0 0,-1 0 1 0 0,0 0-1 0 0,1 0 0 0 0,-1 0 0 0 0,0 0 1 0 0,1 0-1 0 0,-1 0 0 0 0,0 0 0 0 0,1 0 1 0 0,-1 0-1 0 0,0 0 0 0 0,1 0 0 0 0,-1 0 1 0 0,0 0-1 0 0,0 0 0 0 0,1 0 1 0 0,-1 0-1 0 0,0 1 0 0 0,1-1 0 0 0,-1 0 1 0 0,0 0-1 0 0,-1 19 12 0 0,1 0 1 0 0,0 1-1 0 0,4 22 1 0 0,-4-36-15 0 0,-1 1-5 0 0,0 0 1 0 0,1 0 0 0 0,0 0 0 0 0,0 0 0 0 0,0 1 0 0 0,2 6 0 0 0,-1-8 24 0 0,-1-5 580 0 0,2-2-602 0 0,-1 0 0 0 0,1 0 1 0 0,0 0-1 0 0,-1 0 0 0 0,1-1 1 0 0,-1 1-1 0 0,1 0 1 0 0,-1-1-1 0 0,1 0 0 0 0,-1 1 1 0 0,1-3-1 0 0,-1 3 5 0 0,32-31 53 0 0,-23 20-111 0 0,1 2 0 0 0,1-1-1 0 0,0 2 1 0 0,25-17 0 0 0,-33 24 22 0 0,-1 0 1 0 0,0 0 0 0 0,1 1 0 0 0,-1-1 0 0 0,1 1 0 0 0,0 0 0 0 0,0 0 0 0 0,5 0 0 0 0,-8 1 18 0 0,-1 0 1 0 0,1 0 0 0 0,0 0 0 0 0,0 0 0 0 0,0 0 0 0 0,0 0-1 0 0,0 1 1 0 0,0-1 0 0 0,0 0 0 0 0,0 1 0 0 0,0-1 0 0 0,0 1-1 0 0,-1-1 1 0 0,1 1 0 0 0,0-1 0 0 0,0 1 0 0 0,0-1 0 0 0,-1 1-1 0 0,1 0 1 0 0,0-1 0 0 0,-1 1 0 0 0,1 0 0 0 0,-1 0 0 0 0,1 0 0 0 0,-1-1-1 0 0,1 1 1 0 0,-1 0 0 0 0,0 0 0 0 0,1 0 0 0 0,-1 0 0 0 0,0 0-1 0 0,0 0 1 0 0,1 0 0 0 0,-1 0 0 0 0,0 0 0 0 0,0 1 0 0 0,0 0-9 0 0,10 3-23 0 0,-9-4 35 0 0,0 0 0 0 0,0-1 0 0 0,0 1 0 0 0,0 0 0 0 0,0-1 0 0 0,0 1 0 0 0,0-1 0 0 0,0 1 0 0 0,0-1 0 0 0,0 0 0 0 0,0 1 0 0 0,1-1 0 0 0,-1 0 0 0 0,0 0 0 0 0,0 0 0 0 0,2 0 0 0 0,105 0-1415 0 0,-86 2 1163 0 0,0-1 1 0 0,1-1-1 0 0,-1-1 1 0 0,0-1-1 0 0,1-1 1 0 0,38-11-1 0 0,-53 12 270 0 0,0-1 1 0 0,0-1-1 0 0,-1 1 1 0 0,1-1-1 0 0,-1-1 1 0 0,0 1-1 0 0,0-1 1 0 0,0-1-1 0 0,-1 1 1 0 0,0-1-1 0 0,0 0 1 0 0,0 0-1 0 0,-1-1 1 0 0,0 0-1 0 0,0 0 1 0 0,0 0-1 0 0,-1-1 1 0 0,-1 1-1 0 0,1-1 1 0 0,-1 0-1 0 0,0 0 0 0 0,-1 0 1 0 0,0 0-1 0 0,0 0 1 0 0,-1-1-1 0 0,0 1 1 0 0,0-13-1 0 0,8-97 1957 0 0,-8 100-892 0 0,-6 19-483 0 0,-6 21-438 0 0,4 5-75 0 0,1 0 0 0 0,-5 42 0 0 0,10-60-72 0 0,0 1-1 0 0,1 0 1 0 0,0-1-1 0 0,1 1 0 0 0,0-1 1 0 0,1 1-1 0 0,-1-1 1 0 0,2 0-1 0 0,0 0 1 0 0,5 15-1 0 0,-6-21-15 0 0,1 0 1 0 0,-1 0-1 0 0,0 0 1 0 0,1 0-1 0 0,-1-1 1 0 0,1 1-1 0 0,0-1 0 0 0,0 1 1 0 0,0-1-1 0 0,0 0 1 0 0,0 0-1 0 0,0 0 0 0 0,1-1 1 0 0,-1 1-1 0 0,1-1 1 0 0,-1 0-1 0 0,1 0 0 0 0,4 1 1 0 0,10 1-33 0 0,0-1-1 0 0,30 0 1 0 0,6 2-154 0 0,21 6-409 0 0,-74-10 583 0 0,-1 0 0 0 0,1 0 0 0 0,0 0 0 0 0,0 0 0 0 0,0 0 0 0 0,0 0 0 0 0,0 1 0 0 0,-1-1 0 0 0,1 0 0 0 0,0 0 0 0 0,0 1 0 0 0,0-1 0 0 0,-1 1 0 0 0,1-1 0 0 0,0 1 0 0 0,0-1 0 0 0,-1 1 0 0 0,1-1 0 0 0,-1 1 0 0 0,1-1 0 0 0,0 1 0 0 0,-1 0 0 0 0,1 0 0 0 0,-1-1 0 0 0,1 1 0 0 0,-1 0 0 0 0,0 0 0 0 0,1-1 0 0 0,-1 1 0 0 0,0 0 0 0 0,1 0 0 0 0,-1 0 0 0 0,0 0 0 0 0,0-1-1 0 0,0 1 1 0 0,0 0 0 0 0,0 0 0 0 0,0 0 0 0 0,0 0 0 0 0,0 0 0 0 0,0 0 0 0 0,0-1 0 0 0,-1 1 0 0 0,1 0 0 0 0,0 0 0 0 0,0 0 0 0 0,-1 0 0 0 0,1-1 0 0 0,-1 1 0 0 0,1 0 0 0 0,-1 0 0 0 0,1-1 0 0 0,-1 1 0 0 0,1 0 0 0 0,-1-1 0 0 0,0 1 0 0 0,-10 5 39 0 0,1 0-1 0 0,0-1 0 0 0,-1 0 0 0 0,0-1 1 0 0,0-1-1 0 0,-1 0 0 0 0,1 0 1 0 0,-1-1-1 0 0,1 0 0 0 0,-21 0 0 0 0,17-1 139 0 0,-19-1 226 0 0,50-10-515 0 0,54-12-549 0 0,45 0-178 0 0,101-25 131 0 0,-164 32 735 0 0,-28 10 357 0 0,-1-2 0 0 0,1-1-1 0 0,35-16 1 0 0,-57 22-125 0 0,-5 2-161 0 0,1-1 0 0 0,-1 0 0 0 0,0 1 0 0 0,0-1 0 0 0,1 1 0 0 0,-1 0 0 0 0,0 0 0 0 0,0 0 1 0 0,0 0-1 0 0,1 1 0 0 0,-1-1 0 0 0,0 1 0 0 0,1-1 0 0 0,-1 1 0 0 0,0 0 0 0 0,-3 2 0 0 0,-6 0 14 0 0,1 0-1 0 0,0 1 1 0 0,-21 10-1 0 0,30-13-105 0 0,0 0-1 0 0,0 1 1 0 0,0-1 0 0 0,0 0 0 0 0,1 1-1 0 0,-1-1 1 0 0,0 1 0 0 0,1-1-1 0 0,-1 1 1 0 0,1 0 0 0 0,0 0 0 0 0,-1 0-1 0 0,1 0 1 0 0,0 0 0 0 0,0 0-1 0 0,0 0 1 0 0,1 0 0 0 0,-1 0 0 0 0,0 0-1 0 0,1 1 1 0 0,0-1 0 0 0,-1 3-1 0 0,2-3-124 0 0,0 0 0 0 0,-1 0 0 0 0,1 0 0 0 0,0 0 0 0 0,1 0 0 0 0,-1-1 0 0 0,0 1-1 0 0,0 0 1 0 0,1-1 0 0 0,-1 1 0 0 0,1-1 0 0 0,0 1 0 0 0,-1-1 0 0 0,1 0 0 0 0,0 0-1 0 0,0 0 1 0 0,0 0 0 0 0,0 0 0 0 0,-1 0 0 0 0,1 0 0 0 0,0-1 0 0 0,1 1 0 0 0,-1-1-1 0 0,0 1 1 0 0,0-1 0 0 0,4 0 0 0 0,48 2-2213 0 0,-13-7-2368 0 0,-22 2 2207 0 0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9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77 392 436 0 0,'15'-1'3982'0'0,"-25"7"-378"0"0,-14 7-2975 0 0,18-10-427 0 0,1 1 0 0 0,0 0 0 0 0,0 0 0 0 0,0 1 0 0 0,1-1 0 0 0,-1 1 0 0 0,1 0 0 0 0,-4 8 0 0 0,6-11-184 0 0,1 1 1 0 0,-1-1-1 0 0,1 1 1 0 0,0-1 0 0 0,0 1-1 0 0,0 0 1 0 0,1 0-1 0 0,-1 0 1 0 0,1-1-1 0 0,-1 1 1 0 0,1 0-1 0 0,0 0 1 0 0,0 0-1 0 0,0 0 1 0 0,1 0 0 0 0,-1-1-1 0 0,0 1 1 0 0,1 0-1 0 0,0 0 1 0 0,1 4-1 0 0,-1-6-35 0 0,0 0-1 0 0,0 0 0 0 0,0 0 0 0 0,0 0 0 0 0,0 0 0 0 0,1 0 1 0 0,-1 0-1 0 0,0 0 0 0 0,0 0 0 0 0,1-1 0 0 0,-1 1 0 0 0,0 0 1 0 0,1-1-1 0 0,-1 1 0 0 0,1-1 0 0 0,-1 0 0 0 0,1 1 1 0 0,-1-1-1 0 0,0 0 0 0 0,1 0 0 0 0,-1 0 0 0 0,1 0 0 0 0,-1 0 1 0 0,1 0-1 0 0,-1 0 0 0 0,2-1 0 0 0,39-9-199 0 0,-18 0 196 0 0,0-1 1 0 0,0-1 0 0 0,-1-1 0 0 0,-1-1-1 0 0,-1-1 1 0 0,0-1 0 0 0,0-1 0 0 0,-2 0 0 0 0,33-39-1 0 0,-38 39 223 0 0,-1 1 0 0 0,-1-2 0 0 0,0 0 0 0 0,-2 0 0 0 0,0-1 0 0 0,-1 0 0 0 0,0-1-1 0 0,-2 0 1 0 0,0 0 0 0 0,-2-1 0 0 0,0 0 0 0 0,3-35 0 0 0,-7 46 231 0 0,-1 7-219 0 0,1 1 0 0 0,-1-1 0 0 0,0 1 0 0 0,1-1-1 0 0,-1 0 1 0 0,-1 1 0 0 0,1-1 0 0 0,0 0 0 0 0,-1 1 0 0 0,1-1 0 0 0,-1 0 0 0 0,0 1-1 0 0,0-1 1 0 0,0 1 0 0 0,0 0 0 0 0,-2-3 0 0 0,2 3 136 0 0,-4 5-31 0 0,-7 6-205 0 0,0-1 0 0 0,1 2 1 0 0,0 0-1 0 0,0 0 0 0 0,2 1 0 0 0,-1 0 0 0 0,1 0 0 0 0,1 1 0 0 0,0 1 0 0 0,0-1 0 0 0,2 1 0 0 0,-8 18 0 0 0,9-19-473 0 0,0 1-1 0 0,1-1 1 0 0,1 1-1 0 0,0 0 0 0 0,0 0 1 0 0,2 1-1 0 0,-1-1 0 0 0,2 0 1 0 0,0 1-1 0 0,0-1 1 0 0,1 1-1 0 0,1-1 0 0 0,0 0 1 0 0,5 14-1 0 0,-4-19-865 0 0,0 0 0 0 0,1 0 0 0 0,1-1-1 0 0,-1 1 1 0 0,8 8 0 0 0,0-1-2185 0 0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8:59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60 541 1428 0 0,'0'0'4412'0'0,"-7"1"-3576"0"0,-20 3-83 0 0,26-4-633 0 0,-1 1 0 0 0,1-1-1 0 0,0 0 1 0 0,0 1 0 0 0,-1-1-1 0 0,1 1 1 0 0,0 0-1 0 0,0-1 1 0 0,0 1 0 0 0,0 0-1 0 0,0 0 1 0 0,0 0 0 0 0,0 0-1 0 0,0 0 1 0 0,0 0 0 0 0,0 0-1 0 0,0 0 1 0 0,0 0 0 0 0,1 0-1 0 0,-1 0 1 0 0,1 0-1 0 0,-1 0 1 0 0,1 1 0 0 0,-1-1-1 0 0,1 0 1 0 0,-1 1 0 0 0,1-1-1 0 0,0 0 1 0 0,0 2 0 0 0,-1-1-31 0 0,1 0 1 0 0,0 1 0 0 0,0-1 0 0 0,0 0 0 0 0,0 0-1 0 0,1 0 1 0 0,-1 0 0 0 0,1 0 0 0 0,-1 1 0 0 0,1-1 0 0 0,0 0-1 0 0,-1 0 1 0 0,1 0 0 0 0,2 3 0 0 0,-2-4-72 0 0,0 0 0 0 0,0 0 0 0 0,0 0 0 0 0,0 0 0 0 0,0-1 0 0 0,0 1 0 0 0,0 0 0 0 0,0-1 0 0 0,0 1 0 0 0,0-1 0 0 0,0 1 0 0 0,0-1 1 0 0,0 0-1 0 0,0 1 0 0 0,1-1 0 0 0,-1 0 0 0 0,0 0 0 0 0,0 0 0 0 0,0 0 0 0 0,1 0 0 0 0,-1 0 0 0 0,0 0 0 0 0,0 0 0 0 0,0 0 0 0 0,1 0 0 0 0,-1-1 0 0 0,1 0 0 0 0,2 0 17 0 0,1-1-1 0 0,-1 0 1 0 0,0-1-1 0 0,0 1 0 0 0,0-1 1 0 0,0 0-1 0 0,4-4 1 0 0,7-7 95 0 0,-2-1 0 0 0,17-22 0 0 0,-11 10-12 0 0,-1 0 0 0 0,-2-1 0 0 0,0-1 0 0 0,-2-1 0 0 0,16-47 0 0 0,-25 59-51 0 0,0 1 0 0 0,-1 0 0 0 0,-1-1 1 0 0,0 0-1 0 0,-1 0 0 0 0,-1 0 0 0 0,-1 0 0 0 0,-1 0 1 0 0,0 0-1 0 0,-1 0 0 0 0,-9-30 0 0 0,11 44-58 0 0,-1 1-1 0 0,-1-1 0 0 0,1 1 1 0 0,0-1-1 0 0,-1 1 0 0 0,0 0 1 0 0,0 0-1 0 0,0 0 0 0 0,0 0 1 0 0,0 0-1 0 0,0 0 0 0 0,-1 0 0 0 0,0 1 1 0 0,1-1-1 0 0,-1 1 0 0 0,0 0 1 0 0,0 0-1 0 0,0 0 0 0 0,-1 0 1 0 0,1 0-1 0 0,0 1 0 0 0,-1-1 1 0 0,1 1-1 0 0,-1 0 0 0 0,1 0 1 0 0,-1 0-1 0 0,0 1 0 0 0,1-1 1 0 0,-1 1-1 0 0,0 0 0 0 0,1 0 0 0 0,-1 0 1 0 0,0 1-1 0 0,-6 1 0 0 0,5-1-6 0 0,0 0 0 0 0,0 1-1 0 0,1 0 1 0 0,-1 0-1 0 0,0 1 1 0 0,1-1-1 0 0,0 1 1 0 0,-1 0 0 0 0,1 0-1 0 0,0 0 1 0 0,1 0-1 0 0,-1 1 1 0 0,0 0 0 0 0,1 0-1 0 0,0 0 1 0 0,0 0-1 0 0,0 0 1 0 0,0 1-1 0 0,1-1 1 0 0,0 1 0 0 0,0 0-1 0 0,0-1 1 0 0,1 1-1 0 0,-1 0 1 0 0,0 5-1 0 0,1-1 2 0 0,0 1-1 0 0,1-1 1 0 0,0 0 0 0 0,1 0-1 0 0,0 0 1 0 0,0 0-1 0 0,1 1 1 0 0,0-2-1 0 0,1 1 1 0 0,0 0-1 0 0,0 0 1 0 0,1-1-1 0 0,0 0 1 0 0,1 0-1 0 0,-1 0 1 0 0,7 8 0 0 0,12 13 20 0 0,1-2 0 0 0,51 46 0 0 0,-46-46-8 0 0,34 40-1 0 0,-59-62-7 0 0,0-1-1 0 0,-1 1 1 0 0,0 0 0 0 0,0 0 0 0 0,0 1-1 0 0,0-1 1 0 0,-1 1 0 0 0,3 8 0 0 0,-5-11-4 0 0,1 0 0 0 0,-1 0 0 0 0,0 0 0 0 0,0 0 0 0 0,0 0 1 0 0,0 0-1 0 0,-1 0 0 0 0,1 0 0 0 0,-1 0 0 0 0,0 0 1 0 0,0 0-1 0 0,0 0 0 0 0,0-1 0 0 0,0 1 0 0 0,-1 0 1 0 0,1-1-1 0 0,-1 1 0 0 0,-2 3 0 0 0,-18 14-1862 0 0,7-15-5767 0 0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00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28 0 0,'4'-25'9229'0'0,"-2"16"-8573"0"0,-1 8-1019 0 0,1-2 254 0 0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00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22 32 0 0,'3'43'5531'0'0,"-3"-34"-5005"0"0,0 0 1 0 0,1 0-1 0 0,0 0 1 0 0,0 0 0 0 0,1 0-1 0 0,4 10 1 0 0,-5-17-317 0 0,-1-1-187 0 0,-1-1 1 0 0,1 0 0 0 0,0 0-1 0 0,0 1 1 0 0,0-1 0 0 0,0 0-1 0 0,0 1 1 0 0,0-1-1 0 0,0 0 1 0 0,0 1 0 0 0,0-1-1 0 0,0 0 1 0 0,0 1-1 0 0,0-1 1 0 0,1 0 0 0 0,-1 1-1 0 0,0-1 1 0 0,0 0-1 0 0,0 1 1 0 0,0-1 0 0 0,0 0-1 0 0,1 1 1 0 0,-1-1-1 0 0,0 0 1 0 0,0 0 0 0 0,1 1-1 0 0,-1-1 1 0 0,0 0-1 0 0,0 0 1 0 0,1 0 0 0 0,-1 1-1 0 0,0-1 1 0 0,0 0-1 0 0,1 0 1 0 0,-1 0 0 0 0,0 0-1 0 0,1 0 1 0 0,-1 0-1 0 0,1 1 1 0 0,17-5 507 0 0,15-15-202 0 0,-32 18-314 0 0,43-20 181 0 0,1 1 0 0 0,72-21 0 0 0,-56 14-113 0 0,-35 13 451 0 0,-25 14-271 0 0,3-2 172 0 0,1 0-447 0 0,-6 5 1437 0 0,-62 83-396 0 0,18-27-575 0 0,-43 76 0 0 0,-95 218 8 0 0,37-68-3277 0 0,41-101-4601 0 0,69-124 3614 0 0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01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350 119 752 0 0,'-1'-3'1288'0'0,"-1"-4"-931"0"0,0 1-1 0 0,-1 0 1 0 0,1 0 0 0 0,-2 0-1 0 0,1 1 1 0 0,0-1 0 0 0,-1 1-1 0 0,0 0 1 0 0,-1 0 0 0 0,1 0-1 0 0,-1 0 1 0 0,0 1 0 0 0,0 0-1 0 0,0 0 1 0 0,-1 0 0 0 0,1 1-1 0 0,-1 0 1 0 0,0 0-1 0 0,0 0 1 0 0,0 0 0 0 0,0 1-1 0 0,0 0 1 0 0,-9-1 0 0 0,-2-1-42 0 0,1 2 0 0 0,-1 0 0 0 0,0 0 0 0 0,0 2 0 0 0,1 0 0 0 0,-1 1 0 0 0,0 1 0 0 0,-24 5 0 0 0,38-7-263 0 0,1 1 0 0 0,-1 0-1 0 0,0-1 1 0 0,0 1 0 0 0,1 0 0 0 0,-1 0-1 0 0,1 1 1 0 0,-1-1 0 0 0,1 0 0 0 0,-1 1 0 0 0,1 0-1 0 0,0-1 1 0 0,0 1 0 0 0,0 0 0 0 0,0 0-1 0 0,0 0 1 0 0,0 0 0 0 0,0 1 0 0 0,1-1-1 0 0,-1 0 1 0 0,-1 5 0 0 0,2-2-11 0 0,0-1 0 0 0,0 0 0 0 0,0 0 0 0 0,1 0 0 0 0,0 1 0 0 0,0-1 0 0 0,0 0 0 0 0,0 0 0 0 0,1 0 0 0 0,0 1 0 0 0,0-1 0 0 0,0 0 0 0 0,2 4 0 0 0,4 10 43 0 0,1 0-1 0 0,1-1 1 0 0,1 0 0 0 0,0-1 0 0 0,14 18 0 0 0,34 34 154 0 0,-41-49-216 0 0,0 1 0 0 0,-1 0 0 0 0,0 1 1 0 0,-2 0-1 0 0,-1 2 0 0 0,12 26 0 0 0,-24-47-28 0 0,0 0 0 0 0,0 1 0 0 0,0-1 0 0 0,-1 0 0 0 0,1 1 0 0 0,-1-1 0 0 0,0 1 1 0 0,1-1-1 0 0,-1 1 0 0 0,0 0 0 0 0,0-1 0 0 0,-1 1 0 0 0,1-1 0 0 0,-1 1 0 0 0,1-1 0 0 0,-1 0 0 0 0,0 1 0 0 0,1-1 0 0 0,-1 0 0 0 0,-1 1 0 0 0,1-1 0 0 0,0 0 0 0 0,0 0 0 0 0,-1 0 0 0 0,1 0 0 0 0,-3 2 0 0 0,1-2 13 0 0,1 1-1 0 0,-1-1 0 0 0,0 0 0 0 0,0-1 1 0 0,0 1-1 0 0,0 0 0 0 0,-1-1 0 0 0,1 0 0 0 0,0 0 1 0 0,-1 0-1 0 0,1 0 0 0 0,0 0 0 0 0,-1-1 1 0 0,1 1-1 0 0,-1-1 0 0 0,1 0 0 0 0,-6-1 0 0 0,8 2-8 0 0,0-1-1 0 0,0 0 0 0 0,0 0 1 0 0,0-1-1 0 0,0 1 0 0 0,0 0 0 0 0,0 0 1 0 0,0 0-1 0 0,0-1 0 0 0,0 1 1 0 0,0 0-1 0 0,1-1 0 0 0,-1 1 0 0 0,0-1 1 0 0,0 1-1 0 0,0-1 0 0 0,0 1 1 0 0,0-1-1 0 0,1 0 0 0 0,-1 1 0 0 0,0-1 1 0 0,1 0-1 0 0,-1 0 0 0 0,0 0 1 0 0,1 1-1 0 0,-1-1 0 0 0,0-1 1 0 0,1 0-23 0 0,0 1 1 0 0,0-1-1 0 0,0 0 1 0 0,0 1-1 0 0,0-1 1 0 0,1 1-1 0 0,-1-1 1 0 0,0 1-1 0 0,1-1 1 0 0,-1 0-1 0 0,1 1 1 0 0,0 0 0 0 0,-1-1-1 0 0,1 1 1 0 0,1-2-1 0 0,3-5-127 0 0,1 0 0 0 0,0 1 0 0 0,0 0 1 0 0,10-9-1 0 0,28-17-779 0 0,1 2 1 0 0,96-50-1 0 0,-14 9-204 0 0,-58 36 780 0 0,-53 30 674 0 0,-1-2 0 0 0,0 0 0 0 0,0 0 0 0 0,-1-2 0 0 0,22-17 0 0 0,-36 27-230 0 0,0-1 1 0 0,0 1-1 0 0,1-1 0 0 0,-1 1 0 0 0,0-1 1 0 0,0 1-1 0 0,1-1 0 0 0,-1 1 0 0 0,0 0 1 0 0,1-1-1 0 0,-1 1 0 0 0,0 0 0 0 0,1-1 1 0 0,-1 1-1 0 0,1 0 0 0 0,-1-1 0 0 0,1 1 1 0 0,-1 0-1 0 0,0 0 0 0 0,1-1 0 0 0,-1 1 1 0 0,1 0-1 0 0,-1 0 0 0 0,1 0 0 0 0,-1 0 1 0 0,1 0-1 0 0,0 0 0 0 0,-1 0 0 0 0,1 0 1 0 0,-1 0-1 0 0,1 0 0 0 0,-1 0 0 0 0,1 0 1 0 0,-1 0-1 0 0,1 1 0 0 0,-1 19 614 0 0,-18 33-450 0 0,-54 136 941 0 0,-58 240 0 0 0,110-357-1009 0 0,9-15-14 0 0,10-46-103 0 0,-1 0 1 0 0,0-1 0 0 0,-1 1 0 0 0,0 0-1 0 0,0-1 1 0 0,-1 1 0 0 0,0-1 0 0 0,-1 0-1 0 0,-9 14 1 0 0,13-23 76 0 0,-4-29-87 0 0,3 21-62 0 0,1 1-1 0 0,0 0 0 0 0,0 0 0 0 0,0-1 0 0 0,1 1 0 0 0,0 0 0 0 0,2-12 0 0 0,11-45-205 0 0,2 1 0 0 0,4 1 1 0 0,2 0-1 0 0,3 1 0 0 0,2 2 0 0 0,3 1 0 0 0,2 1 0 0 0,3 1 0 0 0,58-72 0 0 0,-74 105 120 0 0,2 0 0 0 0,0 2-1 0 0,1 0 1 0 0,33-23 0 0 0,-44 35 47 0 0,1 1 1 0 0,-1 1-1 0 0,1 0 0 0 0,0 0 1 0 0,1 1-1 0 0,-1 1 1 0 0,1 0-1 0 0,0 0 1 0 0,0 1-1 0 0,0 1 1 0 0,0 0-1 0 0,24-1 1 0 0,-33 3 29 0 0,1 0 1 0 0,0 0 0 0 0,-1 1 0 0 0,1-1 0 0 0,0 1 0 0 0,-1 0 0 0 0,1 0 0 0 0,0 0-1 0 0,-1 0 1 0 0,0 1 0 0 0,1-1 0 0 0,-1 1 0 0 0,0 0 0 0 0,0 0 0 0 0,0 0-1 0 0,0 0 1 0 0,0 1 0 0 0,0-1 0 0 0,-1 1 0 0 0,1 0 0 0 0,-1 0 0 0 0,0 0 0 0 0,1 0-1 0 0,-1 0 1 0 0,-1 0 0 0 0,1 0 0 0 0,0 1 0 0 0,-1-1 0 0 0,0 1 0 0 0,1 5 0 0 0,-2-6 10 0 0,0 0 1 0 0,-1 0-1 0 0,0 0 1 0 0,1 0 0 0 0,-1-1-1 0 0,0 1 1 0 0,-1 0 0 0 0,1 0-1 0 0,0 0 1 0 0,-1-1-1 0 0,0 1 1 0 0,0-1 0 0 0,1 1-1 0 0,-1-1 1 0 0,-1 0-1 0 0,1 0 1 0 0,0 0 0 0 0,0 0-1 0 0,-1 0 1 0 0,1 0 0 0 0,-4 1-1 0 0,-56 31 12 0 0,38-26 34 0 0,0 0 0 0 0,0-2 0 0 0,-1-1 0 0 0,0-1 0 0 0,-46 2 0 0 0,67-5-331 0 0,0-1 1 0 0,0 0-1 0 0,0 0 1 0 0,0 0-1 0 0,0 0 0 0 0,0-1 1 0 0,1 1-1 0 0,-1-1 1 0 0,0 0-1 0 0,0 0 0 0 0,-4-2 1 0 0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01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8 228 0 0,'-2'-8'12865'0'0,"-5"10"-12654"0"0,1-1 0 0 0,0 1 0 0 0,-1 0-1 0 0,1 0 1 0 0,0 1 0 0 0,0 0 0 0 0,1 0 0 0 0,-1 0 0 0 0,0 1-1 0 0,1 0 1 0 0,0 0 0 0 0,0 0 0 0 0,0 1 0 0 0,-6 7-1 0 0,10-10-94 0 0,0 1-16 0 0,-1 10 76 0 0,3-12-172 0 0,0-1 1 0 0,0 1 0 0 0,1 0 0 0 0,-1-1-1 0 0,0 1 1 0 0,0-1 0 0 0,0 0 0 0 0,0 1-1 0 0,1-1 1 0 0,-1 0 0 0 0,0 0 0 0 0,0 1 0 0 0,0-1-1 0 0,1 0 1 0 0,-1 0 0 0 0,0-1 0 0 0,0 1-1 0 0,1 0 1 0 0,-1 0 0 0 0,0 0 0 0 0,0-1-1 0 0,3 0 1 0 0,11-3 123 0 0,0-1 1 0 0,0 0-1 0 0,0-1 0 0 0,24-15 0 0 0,-36 20-33 0 0,-1 0 442 0 0,1 2-645 0 0,-1 0 1 0 0,1 0-1 0 0,0 0 1 0 0,-1 1-1 0 0,1-1 1 0 0,0 1-1 0 0,-1 0 1 0 0,0 0-1 0 0,1 0 1 0 0,-1 0-1 0 0,0 0 1 0 0,0 0-1 0 0,0 0 1 0 0,-1 1-1 0 0,1-1 1 0 0,2 5-1 0 0,-1-3-288 0 0,-1 0 0 0 0,1 0 1 0 0,0 0-1 0 0,1-1 0 0 0,-1 1 0 0 0,1-1 0 0 0,-1 0 1 0 0,1 0-1 0 0,0 0 0 0 0,5 3 0 0 0,23 4-5466 0 0,-15-6 2497 0 0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02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21 4 0 0,'0'0'2242'0'0,"-3"-14"4045"0"0,2 13-6152 0 0,0 1 1 0 0,0-1-1 0 0,0 0 1 0 0,0 1-1 0 0,0-1 1 0 0,0 1-1 0 0,0 0 1 0 0,0-1-1 0 0,0 1 1 0 0,0 0-1 0 0,0 0 1 0 0,-1 0-1 0 0,1-1 1 0 0,0 1 0 0 0,0 1-1 0 0,0-1 1 0 0,0 0-1 0 0,0 0 1 0 0,-1 0-1 0 0,1 0 1 0 0,0 1-1 0 0,0-1 1 0 0,0 1-1 0 0,-2 0 1 0 0,0 1 62 0 0,1 0 0 0 0,-1-1 0 0 0,1 1 0 0 0,-1 0 0 0 0,1 1 0 0 0,0-1 0 0 0,0 0 0 0 0,0 1 0 0 0,-3 4 1 0 0,3-4-114 0 0,0 1 0 0 0,0-1 0 0 0,0 0 0 0 0,1 1 0 0 0,-1-1 1 0 0,1 1-1 0 0,0-1 0 0 0,0 1 0 0 0,0-1 0 0 0,0 1 1 0 0,1 0-1 0 0,0 0 0 0 0,0-1 0 0 0,0 1 0 0 0,0 0 1 0 0,0-1-1 0 0,1 1 0 0 0,1 7 0 0 0,1-6-83 0 0,0 0-1 0 0,0 0 1 0 0,0 0 0 0 0,1 0-1 0 0,-1-1 1 0 0,1 1-1 0 0,1-1 1 0 0,-1 0 0 0 0,0 0-1 0 0,1-1 1 0 0,0 1 0 0 0,0-1-1 0 0,0 0 1 0 0,0 0 0 0 0,0-1-1 0 0,11 4 1 0 0,-7-3-42 0 0,1-1 0 0 0,0-1 0 0 0,-1 1 0 0 0,1-1 0 0 0,0-1 1 0 0,0 0-1 0 0,0 0 0 0 0,0-1 0 0 0,15-3 0 0 0,-13 1 118 0 0,0 1 0 0 0,0-2 0 0 0,-1 1 0 0 0,0-2 0 0 0,1 1 0 0 0,-2-2 0 0 0,1 1-1 0 0,-1-2 1 0 0,0 1 0 0 0,0-1 0 0 0,0-1 0 0 0,-1 0 0 0 0,0 0 0 0 0,-1 0 0 0 0,0-1 0 0 0,14-20 0 0 0,-20 24 298 0 0,0 1 1 0 0,0-1 0 0 0,0 1 0 0 0,-1-1 0 0 0,0 0 0 0 0,0 0 0 0 0,0 1 0 0 0,0-1 0 0 0,-1-8 0 0 0,0 10 731 0 0,-5 7-1119 0 0,-1 1-164 0 0,0 0 0 0 0,0 0 0 0 0,1 0 0 0 0,0 1 1 0 0,-8 12-1 0 0,-3 14-3244 0 0,15-30 2618 0 0,1 1 1 0 0,-1 0-1 0 0,1-1 0 0 0,0 1 1 0 0,0 0-1 0 0,-1-1 0 0 0,2 1 0 0 0,-1 0 1 0 0,0-1-1 0 0,1 6 0 0 0,2 1-3735 0 0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02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28 18890 0 0,'7'2'896'0'0,"41"4"3301"0"0,-47-6-4213 0 0,0 0-1 0 0,0 1 1 0 0,1-1 0 0 0,-1 0-1 0 0,0-1 1 0 0,0 1-1 0 0,0 0 1 0 0,0 0 0 0 0,0 0-1 0 0,0-1 1 0 0,0 1-1 0 0,0 0 1 0 0,0-1-1 0 0,0 1 1 0 0,0-1 0 0 0,0 1-1 0 0,0-1 1 0 0,0 0-1 0 0,0 1 1 0 0,0-1 0 0 0,0 0-1 0 0,-1 0 1 0 0,1 0-1 0 0,0 1 1 0 0,-1-1-1 0 0,1 0 1 0 0,0 0 0 0 0,-1 0-1 0 0,1 0 1 0 0,-1 0-1 0 0,0 0 1 0 0,1 0 0 0 0,-1 0-1 0 0,0 0 1 0 0,1-1-1 0 0,-1 1 1 0 0,0-1-1 0 0,-23-6-2717 0 0,-36 5-4391 0 0,35 4 2955 0 0,-15-2-1076 0 0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04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22 212 48 0 0,'0'0'859'0'0,"-22"0"10456"0"0,37 4-10340 0 0,29 4-1355 0 0,685-6 893 0 0,-692-3-516 0 0,631-9-258 0 0,-21-1-529 0 0,-499 13 739 0 0,28-1 14 0 0,344-21-48 0 0,-247 11 58 0 0,40 5-11 0 0,153-9 60 0 0,152 4-18 0 0,-176 2-17 0 0,-227 0 39 0 0,959 10-27 0 0,-824 4 9 0 0,207 10 31 0 0,-44 0-41 0 0,240 5 123 0 0,-25 14 99 0 0,218 17-1 0 0,-727-43-157 0 0,377 1 396 0 0,-336-9-198 0 0,243-6 184 0 0,-226-7-300 0 0,-196 7-98 0 0,873-32 252 0 0,-366 25-205 0 0,382-12-56 0 0,-78-31 23 0 0,193-7 26 0 0,-785 43-63 0 0,107-3 160 0 0,-129 11 107 0 0,328-6 2603 0 0,-558 13-757 0 0,-46 3-1741 0 0,13-2 1536 0 0,0-1 615 0 0,-14 0-1599 0 0,-27-6-2475 0 0,-46-3-5587 0 0,28 6 542 0 0,-4-2 500 0 0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14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47 240 0 0,'0'0'3886'0'0,"0"-14"3882"0"0,-10-19-2748 0 0,9 39-5033 0 0,-42 258-52 0 0,38-230 63 0 0,-35 169 16 0 0,37-189-18 0 0,4-3 4 0 0,-1-7 22 0 0,-2 4-9 0 0,2-6 25 0 0,0 9 194 0 0,5-6-242 0 0,-4-3 77 0 0,3-6-65 0 0,74-79-11 0 0,144-115 0 0 0,-135 123-1 0 0,-17 18 192 0 0,-59 51-27 0 0,-20 22-125 0 0,-26 26-69 0 0,-1-10 50 0 0,-1-1 0 0 0,-1-2 1 0 0,-2-2-1 0 0,-1-2 1 0 0,-76 36-1 0 0,107-57-4 0 0,-12 6 5 0 0,11-7-196 0 0,54 25 115 0 0,71 19 112 0 0,185 50 1 0 0,-287-95 228 0 0,4 1-2382 0 0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15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1 256 0 0,'2'0'400'0'0,"-1"0"1"0"0,1 0-1 0 0,-1 0 0 0 0,1 0 0 0 0,-1 0 1 0 0,0 1-1 0 0,1-1 0 0 0,-1 1 1 0 0,1-1-1 0 0,-1 1 0 0 0,0-1 0 0 0,0 1 1 0 0,1 0-1 0 0,-1 0 0 0 0,0-1 1 0 0,0 1-1 0 0,0 0 0 0 0,0 0 0 0 0,0 0 1 0 0,0 0-1 0 0,0 1 0 0 0,0-1 1 0 0,0 0-1 0 0,0 0 0 0 0,0 3 0 0 0,10 38 1197 0 0,-1-4-484 0 0,-10-32-1234 0 0,0-1-1 0 0,0 0 1 0 0,-1 0-1 0 0,1 0 1 0 0,-1 0-1 0 0,0 0 1 0 0,-1 0-1 0 0,1 0 1 0 0,-4 6-1 0 0,5-10 216 0 0,-4 6-347 0 0,4-6-78 0 0,-1 0 0 0 0,1 0 0 0 0,-1-1 0 0 0,1 1 0 0 0,-1 0 0 0 0,0-1 0 0 0,1 1 0 0 0,-1-1 0 0 0,1 1 0 0 0,-1-1 0 0 0,0 1 0 0 0,1-1 0 0 0,-1 1 0 0 0,0-1 0 0 0,0 1 0 0 0,0-1 0 0 0,1 0 0 0 0,-1 0 0 0 0,0 1 0 0 0,-1-1 0 0 0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15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1100 0 0,'0'-3'982'0'0,"5"-22"4294"0"0,3 15-7808 0 0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16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1 210 740 0 0,'1'29'4549'0'0,"1"-10"1500"0"0,-2-21-6022 0 0,1 1-1 0 0,0-1 0 0 0,-1 1 1 0 0,1-1-1 0 0,0 1 0 0 0,0 0 0 0 0,0-1 1 0 0,0 1-1 0 0,0 0 0 0 0,1 0 0 0 0,-1 0 1 0 0,0 0-1 0 0,2-1 0 0 0,8-9 165 0 0,60-75 961 0 0,-70 85-1063 0 0,4 2-81 0 0,0 0 0 0 0,0 1 0 0 0,0 0-1 0 0,0 0 1 0 0,0 1 0 0 0,-1-1 0 0 0,1 1 0 0 0,-1 0 0 0 0,0 0 0 0 0,0 0 0 0 0,4 5 0 0 0,25 15-22 0 0,-13-15-38 0 0,-1-1 0 0 0,1 0 0 0 0,0-2 0 0 0,0 0 0 0 0,1-2 0 0 0,-1 0 0 0 0,1-1 0 0 0,0-1 0 0 0,-1-1 0 0 0,1-1 0 0 0,0-1 0 0 0,-1 0 0 0 0,1-2 0 0 0,-1 0 0 0 0,0-2 0 0 0,0 0 0 0 0,0-1 0 0 0,-1-1 0 0 0,0 0 0 0 0,27-18 0 0 0,-43 24 77 0 0,1-1 0 0 0,-1 1 0 0 0,0 0 0 0 0,0-1 0 0 0,0 0 0 0 0,0 0 0 0 0,-1 1 0 0 0,1-2-1 0 0,-1 1 1 0 0,0 0 0 0 0,0 0 0 0 0,0-1 0 0 0,0 1 0 0 0,-1-1 0 0 0,1 0 0 0 0,-1 1 0 0 0,1-6 0 0 0,-2 8-17 0 0,0 0 0 0 0,0 0-1 0 0,0 0 1 0 0,0 0 0 0 0,-1 1 0 0 0,1-1 0 0 0,0 0 0 0 0,-1 0 0 0 0,1 0 0 0 0,0 1-1 0 0,-1-1 1 0 0,1 0 0 0 0,-1 0 0 0 0,1 1 0 0 0,-1-1 0 0 0,0 0 0 0 0,1 1 0 0 0,-1-1 0 0 0,0 1-1 0 0,1-1 1 0 0,-1 1 0 0 0,0-1 0 0 0,0 1 0 0 0,0-1 0 0 0,1 1 0 0 0,-1 0 0 0 0,0-1-1 0 0,0 1 1 0 0,0 0 0 0 0,-1 0 0 0 0,-27-6 130 0 0,18 6-99 0 0,0 1 0 0 0,1 0 0 0 0,-1 0 0 0 0,0 1-1 0 0,1 0 1 0 0,-1 1 0 0 0,1 0 0 0 0,0 1 0 0 0,0 0 0 0 0,-15 9 0 0 0,24-13-48 0 0,1 1 1 0 0,0-1-1 0 0,-1 0 1 0 0,1 1-1 0 0,-1-1 1 0 0,1 0-1 0 0,0 1 0 0 0,0-1 1 0 0,-1 0-1 0 0,1 1 1 0 0,0-1-1 0 0,-1 1 1 0 0,1-1-1 0 0,0 0 0 0 0,0 1 1 0 0,0-1-1 0 0,0 1 1 0 0,-1-1-1 0 0,1 1 1 0 0,0-1-1 0 0,0 1 0 0 0,0-1 1 0 0,0 1-1 0 0,0-1 1 0 0,0 1-1 0 0,0-1 1 0 0,0 1-1 0 0,0-1 1 0 0,0 1-1 0 0,0-1 0 0 0,1 0 1 0 0,-1 1-1 0 0,0-1 1 0 0,0 1-1 0 0,0-1 1 0 0,1 1-1 0 0,-1-1 0 0 0,0 0 1 0 0,0 1-1 0 0,1-1 1 0 0,-1 1-1 0 0,0-1 1 0 0,1 0-1 0 0,-1 1 0 0 0,1-1 1 0 0,-1 0-1 0 0,0 0 1 0 0,1 1-1 0 0,-1-1 1 0 0,1 0-1 0 0,19 9-138 0 0,-13-9 194 0 0,0-1 1 0 0,0 0 0 0 0,0 0-1 0 0,0 0 1 0 0,0-1-1 0 0,0 0 1 0 0,0-1-1 0 0,0 1 1 0 0,-1-1 0 0 0,0 0-1 0 0,1-1 1 0 0,-1 0-1 0 0,0 0 1 0 0,-1 0-1 0 0,1-1 1 0 0,-1 1 0 0 0,0-1-1 0 0,0-1 1 0 0,0 1-1 0 0,-1-1 1 0 0,1 0 0 0 0,-2 0-1 0 0,1 0 1 0 0,-1 0-1 0 0,1 0 1 0 0,-2-1-1 0 0,5-12 1 0 0,-7 17 200 0 0,1 0 42 0 0,-1 1-235 0 0,0 0 1 0 0,1 1-1 0 0,-1-1 1 0 0,0 0-1 0 0,0 0 1 0 0,1 1-1 0 0,-1-1 1 0 0,1 0-1 0 0,-1 0 1 0 0,1 1-1 0 0,-1-1 1 0 0,1 1-1 0 0,-1-1 1 0 0,1 0-1 0 0,-1 1 1 0 0,1-1 0 0 0,0 1-1 0 0,-1-1 1 0 0,1 1-1 0 0,0-1 1 0 0,-1 1-1 0 0,1 0 1 0 0,1-1-1 0 0,6 11-24 0 0,0 0-1 0 0,-1 0 1 0 0,0 0-1 0 0,-1 1 1 0 0,0 0 0 0 0,0 1-1 0 0,6 20 1 0 0,25 96 114 0 0,-32-106-128 0 0,8 37 54 0 0,-3 0-1 0 0,-3 0 1 0 0,-2 1 0 0 0,-6 115 0 0 0,-1-150-55 0 0,-1 1 0 0 0,-2-1 0 0 0,0 0 0 0 0,-1 0 1 0 0,-2-1-1 0 0,0 0 0 0 0,-2 0 0 0 0,-14 25 0 0 0,19-41 3 0 0,0 1 0 0 0,-1-1 0 0 0,0 0 0 0 0,-1-1 0 0 0,1 0 0 0 0,-1 0 0 0 0,-1 0 0 0 0,1-1 1 0 0,-1 0-1 0 0,-13 8 0 0 0,14-11 20 0 0,1 0 1 0 0,-1-1-1 0 0,0 1 1 0 0,0-1 0 0 0,0-1-1 0 0,0 1 1 0 0,0-2-1 0 0,0 1 1 0 0,0 0 0 0 0,-1-1-1 0 0,1-1 1 0 0,0 1 0 0 0,0-1-1 0 0,0 0 1 0 0,0-1-1 0 0,-8-2 1 0 0,9 2 0 0 0,0 0 1 0 0,0 0-1 0 0,1-1 0 0 0,-1 1 0 0 0,1-1 1 0 0,-1-1-1 0 0,1 1 0 0 0,0-1 1 0 0,0 0-1 0 0,0 0 0 0 0,1 0 1 0 0,0-1-1 0 0,-1 1 0 0 0,2-1 0 0 0,-1 0 1 0 0,0 0-1 0 0,1-1 0 0 0,0 1 1 0 0,0-1-1 0 0,1 0 0 0 0,0 1 1 0 0,0-1-1 0 0,0 0 0 0 0,0 0 0 0 0,1-1 1 0 0,0 1-1 0 0,1 0 0 0 0,-1 0 1 0 0,1 0-1 0 0,0-1 0 0 0,1 1 1 0 0,1-10-1 0 0,0 4-134 0 0,0 1 0 0 0,0-1 0 0 0,2 1 1 0 0,-1-1-1 0 0,1 1 0 0 0,1 0 0 0 0,0 1 0 0 0,1-1 1 0 0,0 1-1 0 0,0 0 0 0 0,1 1 0 0 0,0-1 0 0 0,1 1 1 0 0,0 1-1 0 0,0-1 0 0 0,17-11 0 0 0,-6 8-922 0 0,0 1 0 0 0,31-13 0 0 0,13 2-7143 0 0,-45 17 4602 0 0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16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1092 0 0,'0'0'8603'0'0,"0"0"-8545"0"0,1 0 1 0 0,-1-1-1 0 0,0 1 1 0 0,0-1-1 0 0,0 1 1 0 0,0 0 0 0 0,0-1-1 0 0,1 1 1 0 0,-1 0-1 0 0,0-1 1 0 0,0 1-1 0 0,1 0 1 0 0,-1-1-1 0 0,0 1 1 0 0,1 0-1 0 0,-1-1 1 0 0,0 1-1 0 0,1 0 1 0 0,-1 0-1 0 0,0 0 1 0 0,1-1-1 0 0,-1 1 1 0 0,1 0-1 0 0,-1 0 1 0 0,0 0-1 0 0,1 0 1 0 0,-1 0-1 0 0,1 0 1 0 0,-1 0 0 0 0,1 0-1 0 0,72 6 2176 0 0,135-4 1 0 0,-98-4-568 0 0,-67 2-104 0 0,-42 0-1696 0 0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17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0 109 932 0 0,'34'-21'3808'0'0,"-26"16"-3293"0"0,0 0 0 0 0,0 0-1 0 0,1 1 1 0 0,0 0-1 0 0,0 1 1 0 0,0 0-1 0 0,0 0 1 0 0,1 1-1 0 0,-1 0 1 0 0,1 1-1 0 0,-1 0 1 0 0,1 0-1 0 0,17 2 1 0 0,-17 0-398 0 0,-1 0 0 0 0,1 1 0 0 0,-1 1 0 0 0,1 0 0 0 0,-1 0 1 0 0,0 1-1 0 0,0 0 0 0 0,-1 0 0 0 0,1 1 0 0 0,-1 0 0 0 0,0 1 0 0 0,0 0 0 0 0,-1 0 0 0 0,1 0 0 0 0,-1 1 0 0 0,-1 0 1 0 0,1 1-1 0 0,-1 0 0 0 0,-1 0 0 0 0,0 0 0 0 0,6 11 0 0 0,-9-15-85 0 0,-1 0 0 0 0,1-1 0 0 0,-1 1 0 0 0,0 0 0 0 0,0 0 0 0 0,0 0 0 0 0,0 1 0 0 0,-1-1 0 0 0,0 0 0 0 0,0 0 0 0 0,0 0 0 0 0,0 0 0 0 0,-1 0 0 0 0,1 1 0 0 0,-3 5 0 0 0,2-8-16 0 0,1 0 0 0 0,-1 0 0 0 0,0 0 0 0 0,0 0 0 0 0,0 0 1 0 0,0 0-1 0 0,-1-1 0 0 0,1 1 0 0 0,0 0 0 0 0,-1-1 0 0 0,0 1 0 0 0,1-1 1 0 0,-1 0-1 0 0,0 1 0 0 0,1-1 0 0 0,-1 0 0 0 0,0 0 0 0 0,0 0 1 0 0,0 0-1 0 0,0 0 0 0 0,0 0 0 0 0,0-1 0 0 0,0 1 0 0 0,0-1 1 0 0,0 0-1 0 0,-1 1 0 0 0,1-1 0 0 0,0 0 0 0 0,0 0 0 0 0,0 0 1 0 0,-5-1-1 0 0,5 1 24 0 0,-11-12 43 0 0,12 11-81 0 0,1 1-1 0 0,-1-1 1 0 0,0 0 0 0 0,0 0-1 0 0,1 1 1 0 0,-1-1-1 0 0,0 0 1 0 0,1 0 0 0 0,-1 0-1 0 0,1 0 1 0 0,0 0-1 0 0,-1 0 1 0 0,1 0 0 0 0,0 0-1 0 0,-1 0 1 0 0,1 0 0 0 0,0 0-1 0 0,0 0 1 0 0,0 0-1 0 0,0 0 1 0 0,0 0 0 0 0,0 0-1 0 0,0-1 1 0 0,0 1 0 0 0,0 0-1 0 0,1 0 1 0 0,-1-1-1 0 0,1 0 5 0 0,0-5-4 0 0,0-1 0 0 0,0 1 1 0 0,0 0-1 0 0,1 0 0 0 0,1 0 0 0 0,-1 0 1 0 0,1 0-1 0 0,0 0 0 0 0,0 1 0 0 0,1-1 1 0 0,0 1-1 0 0,0 0 0 0 0,1 0 0 0 0,0 0 1 0 0,0 1-1 0 0,6-6 0 0 0,3-2-5 0 0,1 0 1 0 0,1 1-1 0 0,0 1 0 0 0,32-17 0 0 0,-40 25-1 0 0,1-1-1 0 0,-1 1 1 0 0,1 1-1 0 0,0-1 1 0 0,0 1-1 0 0,0 1 1 0 0,0 0-1 0 0,0 0 1 0 0,1 1-1 0 0,-1 0 1 0 0,0 1-1 0 0,13 1 1 0 0,-18-1-2 0 0,0 0 0 0 0,1 0 0 0 0,-1 0 0 0 0,0 0 0 0 0,0 1 1 0 0,1-1-1 0 0,-1 1 0 0 0,0 0 0 0 0,-1 0 0 0 0,1 1 0 0 0,0-1 0 0 0,-1 1 0 0 0,1 0 0 0 0,-1 0 0 0 0,0 0 0 0 0,0 0 0 0 0,0 1 1 0 0,0-1-1 0 0,-1 1 0 0 0,1-1 0 0 0,-1 1 0 0 0,0 0 0 0 0,0 0 0 0 0,0 0 0 0 0,-1 0 0 0 0,1 1 0 0 0,0 4 0 0 0,0 35-242 0 0,58-93 64 0 0,-44 35 137 0 0,0 0 1 0 0,0 1-1 0 0,1 1 0 0 0,1 1 1 0 0,0 0-1 0 0,30-12 0 0 0,-45 22 50 0 0,-1 0-1 0 0,1 0 1 0 0,-1 1 0 0 0,1-1 0 0 0,0 1-1 0 0,0 0 1 0 0,-1-1 0 0 0,1 1 0 0 0,0 1-1 0 0,-1-1 1 0 0,1 0 0 0 0,0 1-1 0 0,-1-1 1 0 0,1 1 0 0 0,0 0 0 0 0,-1 0-1 0 0,1 0 1 0 0,-1 0 0 0 0,0 0 0 0 0,1 1-1 0 0,-1-1 1 0 0,0 1 0 0 0,0-1 0 0 0,1 1-1 0 0,-2 0 1 0 0,1 0 0 0 0,0 0-1 0 0,0 0 1 0 0,2 4 0 0 0,1 1 6 0 0,-1 1 1 0 0,0-1 0 0 0,-1 0-1 0 0,0 1 1 0 0,0 0-1 0 0,0 0 1 0 0,1 9 0 0 0,-2-2-421 0 0,0 0 0 0 0,-1-1 0 0 0,-1 20 0 0 0,-3 0-7027 0 0,1-24 4153 0 0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18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58 676 0 0,'0'0'1856'0'0,"3"-36"9013"0"0,-6 34-10735 0 0,0-1 0 0 0,0 1 0 0 0,0 0-1 0 0,0 0 1 0 0,0 1 0 0 0,-1-1 0 0 0,1 1 0 0 0,-1-1 0 0 0,1 1 0 0 0,-1 0 0 0 0,0 0 0 0 0,1 1 0 0 0,-1-1 0 0 0,0 1 0 0 0,1 0 0 0 0,-5 0 0 0 0,1 0-51 0 0,-1 1-1 0 0,1 1 0 0 0,0-1 0 0 0,0 1 1 0 0,0 1-1 0 0,0-1 0 0 0,-11 7 0 0 0,0 1-42 0 0,0 1-1 0 0,2 1 0 0 0,-1 1 0 0 0,-28 28 0 0 0,41-37-29 0 0,1 0-1 0 0,0 1 1 0 0,0-1-1 0 0,0 1 1 0 0,0-1 0 0 0,0 1-1 0 0,1 0 1 0 0,0 0-1 0 0,0 0 1 0 0,1 0 0 0 0,-1 1-1 0 0,1-1 1 0 0,0 0-1 0 0,0 10 1 0 0,1-12-24 0 0,0 0-1 0 0,0 0 1 0 0,0 0 0 0 0,0 0-1 0 0,1 1 1 0 0,0-1 0 0 0,-1 0 0 0 0,1 0-1 0 0,0 0 1 0 0,1 0 0 0 0,-1 0 0 0 0,0-1-1 0 0,1 1 1 0 0,0 0 0 0 0,-1-1 0 0 0,1 1-1 0 0,0-1 1 0 0,0 1 0 0 0,1-1-1 0 0,-1 0 1 0 0,0 0 0 0 0,1 0 0 0 0,-1 0-1 0 0,1 0 1 0 0,4 2 0 0 0,-2-3-24 0 0,0 1 1 0 0,0-1-1 0 0,0 0 0 0 0,0 0 1 0 0,0-1-1 0 0,0 1 0 0 0,0-1 1 0 0,1 0-1 0 0,-1-1 0 0 0,0 1 1 0 0,0-1-1 0 0,0 0 1 0 0,0 0-1 0 0,0-1 0 0 0,0 0 1 0 0,5-2-1 0 0,13-6-108 0 0,-1-1-1 0 0,22-14 1 0 0,-29 16 47 0 0,88-69-99 0 0,-101 77 226 0 0,2 38-20 0 0,-5-34-33 0 0,1-1 1 0 0,0 0-1 0 0,0 1 0 0 0,0-1 0 0 0,0 1 0 0 0,0-1 0 0 0,1 0 0 0 0,-1 1 0 0 0,1-1 0 0 0,-1 0 0 0 0,1 1 0 0 0,0-1 0 0 0,0 0 1 0 0,0 0-1 0 0,0 0 0 0 0,0 0 0 0 0,1 0 0 0 0,-1 0 0 0 0,1 0 0 0 0,-1 0 0 0 0,1 0 0 0 0,0-1 0 0 0,-1 1 0 0 0,1-1 0 0 0,0 1 1 0 0,0-1-1 0 0,0 0 0 0 0,0 1 0 0 0,0-1 0 0 0,1 0 0 0 0,-1 0 0 0 0,0-1 0 0 0,0 1 0 0 0,1 0 0 0 0,-1-1 0 0 0,0 0 1 0 0,1 1-1 0 0,-1-1 0 0 0,1 0 0 0 0,-1 0 0 0 0,0 0 0 0 0,1-1 0 0 0,-1 1 0 0 0,0 0 0 0 0,5-2 0 0 0,9-4 17 0 0,0-1 0 0 0,-1-1-1 0 0,0 0 1 0 0,-1-1 0 0 0,0 0-1 0 0,0-1 1 0 0,-1-1-1 0 0,18-18 1 0 0,32-23 751 0 0,-61 50-526 0 0,2 0-28 0 0,-1 0 0 0 0,0-1 1 0 0,1 1-1 0 0,-1-1 0 0 0,0 0 1 0 0,0 0-1 0 0,3-4 0 0 0,6 35 16 0 0,-11-11-266 0 0,1 0 1 0 0,1 0-1 0 0,0 0 1 0 0,1-1 0 0 0,8 20-1 0 0,-12-35 52 0 0,0-1 0 0 0,1 1 0 0 0,-1 0 0 0 0,1 0 0 0 0,0-1 0 0 0,-1 1 0 0 0,1-1 0 0 0,0 1 0 0 0,-1 0 0 0 0,1-1 0 0 0,0 1 0 0 0,-1-1-1 0 0,1 0 1 0 0,0 1 0 0 0,0-1 0 0 0,0 0 0 0 0,-1 1 0 0 0,1-1 0 0 0,0 0 0 0 0,0 0 0 0 0,0 0 0 0 0,0 1 0 0 0,0-1 0 0 0,-1 0 0 0 0,1 0 0 0 0,0 0 0 0 0,0-1 0 0 0,0 1 0 0 0,0 0 0 0 0,1 0 0 0 0,25-10-31 0 0,-25 10 38 0 0,156-76-125 0 0,-154 74 160 0 0,0 0 0 0 0,1 0 0 0 0,-1 1 0 0 0,1-1 0 0 0,-1 1 0 0 0,1 0 0 0 0,0 1 0 0 0,0-1 0 0 0,-1 1 0 0 0,1 0 0 0 0,0 0 0 0 0,5 1 0 0 0,-8 0-105 0 0,1 0 0 0 0,0 0 0 0 0,-1 0 1 0 0,0 1-1 0 0,1-1 0 0 0,-1 1 0 0 0,0-1 0 0 0,0 1 1 0 0,0 0-1 0 0,0 0 0 0 0,0 0 0 0 0,0 0 1 0 0,-1 0-1 0 0,1 1 0 0 0,-1-1 0 0 0,1 0 0 0 0,-1 1 1 0 0,0-1-1 0 0,0 1 0 0 0,0-1 0 0 0,0 1 0 0 0,1 4 1 0 0,-1-5-129 0 0,0 1-1002 0 0,2 10-8885 0 0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20.8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72 64 0 0,'-40'-11'9162'0'0,"26"7"-7071"0"0,8 1 571 0 0,11 2 341 0 0,316-13-2385 0 0,-263 9-652 0 0,227-16 35 0 0,-261 18 1268 0 0,-19 2-3914 0 0,-43-7-11022 0 0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21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5 1404 0 0,'0'0'2534'0'0,"-13"-5"4774"0"0,9 13-7051 0 0,1-1-1 0 0,0 0 0 0 0,0 1 0 0 0,1 0 0 0 0,0-1 0 0 0,1 1 1 0 0,-1 0-1 0 0,1 0 0 0 0,0 10 0 0 0,2 79 1071 0 0,6 50-162 0 0,-4-69-2965 0 0,1 1-6613 0 0,-3-70 4990 0 0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21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1216 0 0,'9'-11'10073'0'0,"14"219"-7247"0"0,-20-194-2706 0 0,1 10 202 0 0,1 0-1 0 0,12 37 0 0 0,-16-61-304 0 0,-1 1 0 0 0,1 0 0 0 0,-1 0 0 0 0,0-1 0 0 0,1 1-1 0 0,0 0 1 0 0,-1-1 0 0 0,1 1 0 0 0,-1-1 0 0 0,1 1 0 0 0,0-1 0 0 0,-1 1-1 0 0,1-1 1 0 0,0 1 0 0 0,0-1 0 0 0,-1 0 0 0 0,1 1 0 0 0,0-1-1 0 0,0 0 1 0 0,0 0 0 0 0,-1 1 0 0 0,1-1 0 0 0,0 0 0 0 0,0 0-1 0 0,0 0 1 0 0,0 0 0 0 0,-1 0 0 0 0,1 0 0 0 0,0 0 0 0 0,0-1 0 0 0,0 1-1 0 0,0 0 1 0 0,-1 0 0 0 0,1-1 0 0 0,0 1 0 0 0,0 0 0 0 0,-1-1-1 0 0,1 1 1 0 0,0-1 0 0 0,-1 1 0 0 0,1-1 0 0 0,0 1 0 0 0,0-2-1 0 0,38-29-43 0 0,-32 24 99 0 0,146-140 144 0 0,-152 147-221 0 0,0-1 0 0 0,0 0-1 0 0,0 0 1 0 0,1 1 0 0 0,-1-1 0 0 0,0 1 0 0 0,0-1 0 0 0,1 1-1 0 0,-1 0 1 0 0,0 0 0 0 0,1-1 0 0 0,-1 1 0 0 0,1 0 0 0 0,-1 0 0 0 0,0 0-1 0 0,1 0 1 0 0,-1 1 0 0 0,0-1 0 0 0,1 0 0 0 0,-1 0 0 0 0,0 1 0 0 0,1-1-1 0 0,-1 1 1 0 0,0-1 0 0 0,1 1 0 0 0,-1 0 0 0 0,0 0 0 0 0,2 1 0 0 0,35 28-229 0 0,-29-22 142 0 0,5 3-2 0 0,0-1 0 0 0,0 0-1 0 0,1-1 1 0 0,0-1 0 0 0,1 0 0 0 0,0-1-1 0 0,0-1 1 0 0,21 5 0 0 0,-31-9 152 0 0,0-1 0 0 0,1 0 0 0 0,-1 0 0 0 0,1 0 0 0 0,-1-1 1 0 0,1 0-1 0 0,-1 0 0 0 0,1 0 0 0 0,-1-1 0 0 0,1 0 0 0 0,-1 0 0 0 0,0-1 0 0 0,0 0 1 0 0,1 0-1 0 0,-1-1 0 0 0,0 1 0 0 0,-1-1 0 0 0,1 0 0 0 0,-1-1 0 0 0,1 1 0 0 0,-1-1 0 0 0,0 0 1 0 0,0-1-1 0 0,8-8 0 0 0,-10 8 59 0 0,0 0 1 0 0,0 0-1 0 0,0 0 0 0 0,-1-1 1 0 0,0 1-1 0 0,0-1 1 0 0,0 1-1 0 0,-1-1 0 0 0,1 0 1 0 0,-1 1-1 0 0,-1-1 0 0 0,1 0 1 0 0,-1-9-1 0 0,-1-9 321 0 0,-1 1 0 0 0,-6-25 0 0 0,2 13 191 0 0,5 29-593 0 0,0 0 1 0 0,0 0-1 0 0,-1 1 0 0 0,0-1 0 0 0,0 0 0 0 0,-1 1 0 0 0,-3-8 1 0 0,5 11-530 0 0,-1 0-827 0 0,-1-4 1301 0 0,-4 29-15176 0 0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22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39 144 0 0,'0'0'1191'0'0,"-14"25"2704"0"0,7-17-3451 0 0,0-1 0 0 0,0 1-1 0 0,1 0 1 0 0,0 0-1 0 0,0 1 1 0 0,1 0-1 0 0,0 0 1 0 0,1 0-1 0 0,0 1 1 0 0,0-1 0 0 0,1 1-1 0 0,0 0 1 0 0,1 0-1 0 0,-2 19 1 0 0,3-26-388 0 0,1 0 0 0 0,1 0 1 0 0,-1 0-1 0 0,0 0 0 0 0,1 0 1 0 0,0 0-1 0 0,-1 0 1 0 0,1 0-1 0 0,0 0 0 0 0,1 0 1 0 0,-1-1-1 0 0,0 1 0 0 0,1 0 1 0 0,0-1-1 0 0,-1 1 0 0 0,1-1 1 0 0,0 0-1 0 0,0 1 0 0 0,1-1 1 0 0,-1 0-1 0 0,0 0 0 0 0,1 0 1 0 0,-1-1-1 0 0,1 1 0 0 0,0-1 1 0 0,5 3-1 0 0,-5-2-1 0 0,1 0 0 0 0,0-1-1 0 0,0 1 1 0 0,1-1 0 0 0,-1 0-1 0 0,0 0 1 0 0,0-1 0 0 0,1 1 0 0 0,-1-1-1 0 0,0 0 1 0 0,0 0 0 0 0,1-1-1 0 0,-1 1 1 0 0,0-1 0 0 0,0 0 0 0 0,1 0-1 0 0,3-2 1 0 0,-2 0 84 0 0,-1 0 0 0 0,0 0 0 0 0,0-1 0 0 0,0 0 0 0 0,-1 0 0 0 0,1 0 0 0 0,-1 0 0 0 0,0-1 1 0 0,0 0-1 0 0,-1 0 0 0 0,1 0 0 0 0,-1 0 0 0 0,0-1 0 0 0,0 1 0 0 0,-1-1 0 0 0,0 1 0 0 0,0-1 0 0 0,0 0 0 0 0,-1 0 0 0 0,1 0 0 0 0,-2 0 0 0 0,1 0 0 0 0,0 0 1 0 0,-1 0-1 0 0,-1-9 0 0 0,0 6-126 0 0,0 1 1 0 0,0 0 0 0 0,0-1 0 0 0,-1 1-1 0 0,-1 0 1 0 0,1 0 0 0 0,-1 0 0 0 0,-1 0-1 0 0,1 0 1 0 0,-1 1 0 0 0,-1-1 0 0 0,0 1-1 0 0,0 0 1 0 0,0 1 0 0 0,0-1 0 0 0,-1 1-1 0 0,-11-9 1 0 0,16 14-125 0 0,0 1 0 0 0,0-1 0 0 0,0 1-1 0 0,0-1 1 0 0,0 1 0 0 0,0-1 0 0 0,0 1 0 0 0,0 0 0 0 0,-1-1 0 0 0,1 1 0 0 0,0 0-1 0 0,0 0 1 0 0,0 0 0 0 0,0 0 0 0 0,-1 0 0 0 0,1 0 0 0 0,0 0 0 0 0,0 0-1 0 0,0 1 1 0 0,0-1 0 0 0,-1 0 0 0 0,1 1 0 0 0,0-1 0 0 0,0 1 0 0 0,0-1-1 0 0,-1 1 1 0 0,-11 7-5660 0 0,-3 3-562 0 0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22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18 220 0 0,'3'0'307'0'0,"-1"0"1"0"0,1 1-1 0 0,-1-1 0 0 0,0 0 1 0 0,1 1-1 0 0,-1 0 0 0 0,1-1 1 0 0,-1 1-1 0 0,0 0 0 0 0,0 0 1 0 0,1 1-1 0 0,-1-1 0 0 0,0 0 1 0 0,0 1-1 0 0,0-1 0 0 0,-1 1 1 0 0,1-1-1 0 0,2 4 0 0 0,-1-1-51 0 0,0 0 0 0 0,0 0 0 0 0,0 1-1 0 0,-1-1 1 0 0,0 1 0 0 0,0 0 0 0 0,0 0 0 0 0,2 7 0 0 0,-2-3-92 0 0,-1 0 0 0 0,1 0 0 0 0,-1 1 0 0 0,-1-1 1 0 0,0 0-1 0 0,0 0 0 0 0,-1 1 0 0 0,0-1 0 0 0,-3 14 1 0 0,2-21-126 0 0,1 0 1 0 0,0 0 0 0 0,0 0 0 0 0,-1 0 0 0 0,1 0 0 0 0,-1-1 0 0 0,0 1 0 0 0,1 0 0 0 0,-1-1 0 0 0,0 0 0 0 0,0 1-1 0 0,0-1 1 0 0,0 0 0 0 0,0 0 0 0 0,0 0 0 0 0,0 0 0 0 0,0 0 0 0 0,-1 0 0 0 0,1-1 0 0 0,0 1 0 0 0,-1-1-1 0 0,1 0 1 0 0,0 1 0 0 0,-1-1 0 0 0,1 0 0 0 0,-3-1 0 0 0,3 1 141 0 0,-5-7 100 0 0,6 7-272 0 0,1-1 0 0 0,-1 1 0 0 0,0 0 0 0 0,1 0 0 0 0,-1-1 0 0 0,1 1 0 0 0,-1 0 0 0 0,1 0 0 0 0,-1-1 0 0 0,1 1 0 0 0,-1-1 0 0 0,1 1 0 0 0,-1-1 0 0 0,1 1 0 0 0,0 0-1 0 0,-1-1 1 0 0,1 1 0 0 0,0-1 0 0 0,-1 0 0 0 0,1 1 0 0 0,0-1 0 0 0,-1 1 0 0 0,1-1 0 0 0,0 1 0 0 0,0-1 0 0 0,0 0 0 0 0,0 1 0 0 0,0-1 0 0 0,0 1 0 0 0,0-1 0 0 0,0 0 0 0 0,0 1 0 0 0,0-1-1 0 0,0 0 1 0 0,2-8 29 0 0,-1 0 0 0 0,2 1 0 0 0,-1 0 0 0 0,2-1-1 0 0,-1 1 1 0 0,1 0 0 0 0,0 0 0 0 0,0 1 0 0 0,1-1-1 0 0,0 1 1 0 0,0 0 0 0 0,1 0 0 0 0,0 1 0 0 0,9-8-1 0 0,-6 6-20 0 0,0 0-1 0 0,1 0 0 0 0,0 1 0 0 0,1 0 1 0 0,0 1-1 0 0,0 0 0 0 0,0 1 0 0 0,0 0 0 0 0,1 0 1 0 0,12-2-1 0 0,-19 6-14 0 0,0 1 0 0 0,0-1 0 0 0,1 1 0 0 0,-1 0 0 0 0,0 0 0 0 0,0 1 0 0 0,0-1 0 0 0,1 1 0 0 0,-1 0 0 0 0,0 1 0 0 0,0-1 0 0 0,0 1 0 0 0,-1 0 0 0 0,1 0 0 0 0,0 1 0 0 0,-1-1 0 0 0,1 1 0 0 0,-1 0 0 0 0,7 7 0 0 0,-4-4 3 0 0,0 1 0 0 0,-1 0 0 0 0,0 1 0 0 0,0 0 1 0 0,0 0-1 0 0,-1 0 0 0 0,-1 0 0 0 0,0 1 0 0 0,7 17 0 0 0,-6 17 140 0 0,-4-41 84 0 0,1-7-215 0 0,6-10 9 0 0,1 1 0 0 0,1 0 0 0 0,0 1 0 0 0,1 0 0 0 0,0 1 0 0 0,1 0 0 0 0,0 0 0 0 0,1 2 0 0 0,0-1 1 0 0,20-10-1 0 0,-31 20-20 0 0,0 0-1 0 0,-1 0 1 0 0,1 0 0 0 0,0 0 0 0 0,0 1 0 0 0,0-1 0 0 0,0 1 0 0 0,0-1 0 0 0,1 1 0 0 0,-1 0 0 0 0,0 0 0 0 0,0 0 0 0 0,0 0 0 0 0,0 0 0 0 0,0 0 0 0 0,0 0 0 0 0,0 1 0 0 0,0-1 0 0 0,0 1 0 0 0,0 0 0 0 0,0 0 0 0 0,0-1-1 0 0,2 3 1 0 0,-1-1 30 0 0,0 0-1 0 0,-1 0 0 0 0,1 1 0 0 0,-1 0 0 0 0,0-1 0 0 0,0 1 0 0 0,0 0 0 0 0,0 0 0 0 0,0 0 0 0 0,-1 0 0 0 0,1 0 0 0 0,-1 1 0 0 0,1 2 0 0 0,0 0-208 0 0,0 0-1 0 0,0 0 1 0 0,-1 0-1 0 0,0 0 0 0 0,-1 0 1 0 0,1 0-1 0 0,-1 0 1 0 0,0 1-1 0 0,-1-1 0 0 0,1 0 1 0 0,-1 0-1 0 0,0 0 1 0 0,-1 0-1 0 0,0 0 1 0 0,0-1-1 0 0,-3 9 0 0 0,-8 4-5180 0 0,7-10 2266 0 0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24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62 1016 0 0,'0'0'1912'0'0,"-2"-15"3963"0"0,0 12-5477 0 0,-1 0-1 0 0,-1 0 1 0 0,1-1-1 0 0,0 2 1 0 0,-1-1-1 0 0,1 0 1 0 0,-1 1-1 0 0,0 0 1 0 0,0-1-1 0 0,0 2 1 0 0,0-1-1 0 0,0 0 1 0 0,-1 1-1 0 0,1 0 1 0 0,-7-2-1 0 0,4 3-249 0 0,1 0 1 0 0,0 0-1 0 0,-1 0 0 0 0,1 1 1 0 0,-1 0-1 0 0,1 0 0 0 0,0 0 1 0 0,0 1-1 0 0,-12 5 0 0 0,4 0-146 0 0,1 0-1 0 0,0 0 0 0 0,1 2 1 0 0,0-1-1 0 0,0 2 1 0 0,0-1-1 0 0,2 2 0 0 0,-18 20 1 0 0,23-25 9 0 0,0 1 0 0 0,1 0 0 0 0,0-1 0 0 0,0 2 0 0 0,1-1 0 0 0,0 0 0 0 0,-3 12 0 0 0,5-17-27 0 0,1-1 0 0 0,-1 1-1 0 0,1-1 1 0 0,0 1 0 0 0,0 0 0 0 0,-1-1-1 0 0,1 1 1 0 0,0 0 0 0 0,0-1 0 0 0,1 1-1 0 0,-1 0 1 0 0,0-1 0 0 0,0 1 0 0 0,1 0-1 0 0,-1-1 1 0 0,1 1 0 0 0,0-1 0 0 0,-1 1-1 0 0,1-1 1 0 0,0 1 0 0 0,0-1 0 0 0,0 1-1 0 0,0-1 1 0 0,0 0 0 0 0,0 0 0 0 0,0 1-1 0 0,1-1 1 0 0,-1 0 0 0 0,0 0 0 0 0,1 0-1 0 0,-1 0 1 0 0,1-1 0 0 0,-1 1 0 0 0,1 0-1 0 0,-1 0 1 0 0,1-1 0 0 0,-1 1 0 0 0,1-1-1 0 0,0 0 1 0 0,-1 1 0 0 0,1-1 0 0 0,0 0-1 0 0,1 0 1 0 0,7 0-40 0 0,-1 0 1 0 0,1 0-1 0 0,-1-1 0 0 0,1-1 0 0 0,-1 0 0 0 0,0 0 1 0 0,1 0-1 0 0,-1-1 0 0 0,0-1 0 0 0,-1 0 0 0 0,1 0 1 0 0,-1 0-1 0 0,9-7 0 0 0,-4 3 128 0 0,-1-1 0 0 0,0 0 0 0 0,0-1 0 0 0,-1-1 0 0 0,-1 1 0 0 0,0-2 0 0 0,16-21 0 0 0,-25 32 40 0 0,2-4 15 0 0,-1 4-53 0 0,-4 3 368 0 0,-2 1-487 0 0,1 0 1 0 0,-1 1 0 0 0,1-1-1 0 0,0 1 1 0 0,0 0 0 0 0,0 0-1 0 0,0 0 1 0 0,1 0 0 0 0,-1 1-1 0 0,1-1 1 0 0,0 1 0 0 0,0 0-1 0 0,1-1 1 0 0,0 1 0 0 0,0 0-1 0 0,0 0 1 0 0,0 0 0 0 0,1 0-1 0 0,-1-1 1 0 0,2 9 0 0 0,-1-11-22 0 0,0 0 1 0 0,1 0-1 0 0,-1 0 1 0 0,1 1-1 0 0,0-1 1 0 0,0 0-1 0 0,0 0 1 0 0,0-1-1 0 0,0 1 1 0 0,0 0-1 0 0,0 0 1 0 0,1 0-1 0 0,-1-1 1 0 0,1 1-1 0 0,-1-1 1 0 0,1 1-1 0 0,0-1 1 0 0,-1 1-1 0 0,1-1 1 0 0,3 2-1 0 0,-1-2-5 0 0,0 0-1 0 0,-1 0 0 0 0,1 0 1 0 0,0 0-1 0 0,0 0 0 0 0,0-1 1 0 0,0 0-1 0 0,0 0 0 0 0,0 0 1 0 0,6-1-1 0 0,6-2-64 0 0,-1 0 0 0 0,1-1 0 0 0,-1-1 0 0 0,20-9 0 0 0,-13 3 222 0 0,0-2 1 0 0,-1 0 0 0 0,0-1 0 0 0,-1 0 0 0 0,-1-2 0 0 0,34-35 0 0 0,-2 5 1791 0 0,-50 45-1704 0 0,-1 0-156 0 0,0 1-1 0 0,0 0 1 0 0,0 0-1 0 0,0 0 0 0 0,0-1 1 0 0,0 1-1 0 0,0 0 1 0 0,0 0-1 0 0,1 0 1 0 0,-1-1-1 0 0,0 1 0 0 0,0 0 1 0 0,0 0-1 0 0,0 0 1 0 0,0-1-1 0 0,0 1 0 0 0,1 0 1 0 0,-1 0-1 0 0,0 0 1 0 0,0 0-1 0 0,0 0 0 0 0,0-1 1 0 0,1 1-1 0 0,-1 0 1 0 0,0 0-1 0 0,0 0 1 0 0,0 0-1 0 0,1 0 0 0 0,-1 0 1 0 0,0 0-1 0 0,0 0 1 0 0,0 0-1 0 0,1 0 0 0 0,-1 0 1 0 0,0 0-1 0 0,0 0 1 0 0,0 0-1 0 0,1 0 0 0 0,-1 0 1 0 0,0 0-1 0 0,0 0 1 0 0,1 0-1 0 0,-1 0 0 0 0,0 0 1 0 0,0 0-1 0 0,0 0 1 0 0,1 0-1 0 0,-1 0 1 0 0,0 1-1 0 0,0-1 0 0 0,0 0 1 0 0,1 0-1 0 0,0 12-27 0 0,1-1-1 0 0,-2 1 1 0 0,1-1 0 0 0,-2 1-1 0 0,1-1 1 0 0,-6 23-1 0 0,0 28-953 0 0,6-59 839 0 0,22-13-706 0 0,57-56 818 0 0,-60 49 116 0 0,1 0 0 0 0,0 2 0 0 0,1 0 1 0 0,27-15-1 0 0,-32 22-29 0 0,-12 6-65 0 0,0 0-1 0 0,0 0 1 0 0,0 1-1 0 0,0-1 1 0 0,0 1-1 0 0,1 0 1 0 0,-1 0-1 0 0,8-1 1 0 0,-10 2-9 0 0,-1 0 0 0 0,1 0 0 0 0,-1 1 0 0 0,1-1 0 0 0,-1 0 0 0 0,1 0 0 0 0,0 1 0 0 0,-1-1 0 0 0,1 1 0 0 0,-1 0 0 0 0,0-1 0 0 0,1 1 0 0 0,-1 0 0 0 0,0 0 0 0 0,1 0 0 0 0,-1 0 0 0 0,0 0 0 0 0,0 0 0 0 0,0 0 0 0 0,0 0 0 0 0,0 0 1 0 0,0 1-1 0 0,0-1 0 0 0,0 0 0 0 0,0 1 0 0 0,-1-1 0 0 0,2 3 0 0 0,17 50 31 0 0,-13-34-24 0 0,-6-19-17 0 0,16 34 42 0 0,-15-33-35 0 0,0 0-1 0 0,0 0 0 0 0,0 0 0 0 0,0 0 1 0 0,1 0-1 0 0,-1 0 0 0 0,1-1 1 0 0,-1 1-1 0 0,1 0 0 0 0,0-1 1 0 0,0 1-1 0 0,0-1 0 0 0,0 0 1 0 0,0 0-1 0 0,0 1 0 0 0,0-1 1 0 0,2 0-1 0 0,6 0-140 0 0,17-7-8075 0 0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30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63 356 0 0,'-10'-14'12100'0'0,"43"21"-12082"0"0,1-1 1 0 0,-1-2-1 0 0,1-2 1 0 0,59-2-1 0 0,-50-1-2 0 0,188 6 19 0 0,153-4 31 0 0,157-19-19 0 0,-97 9 46 0 0,173 5-11 0 0,-146 7-10 0 0,-280-9 14 0 0,117 4 34 0 0,-297 3-122 0 0,654 32 37 0 0,-513-34-11 0 0,238 4-21 0 0,-54 1 52 0 0,90 4 138 0 0,-146 4-124 0 0,693 28 73 0 0,33-13 542 0 0,-384-15-162 0 0,-367-8-268 0 0,404-1 526 0 0,-209-13-449 0 0,174-34-52 0 0,-328 14-206 0 0,278 7 11 0 0,-301 17-95 0 0,316-5 144 0 0,-199 6 341 0 0,-14-3 1008 0 0,-315 1-184 0 0,-116-9-3993 0 0,-13 2-5405 0 0,22 5 2888 0 0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37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32 160 0 0,'-19'-30'10520'0'0,"19"30"-10444"0"0,0 0-1 0 0,0 0 0 0 0,0 0 1 0 0,0 0-1 0 0,0 0 1 0 0,0-1-1 0 0,-1 1 0 0 0,1 0 1 0 0,0 0-1 0 0,0 0 0 0 0,0 0 1 0 0,0 0-1 0 0,0 0 1 0 0,-1 0-1 0 0,1-1 0 0 0,0 1 1 0 0,0 0-1 0 0,0 0 1 0 0,0 0-1 0 0,-1 0 0 0 0,1 0 1 0 0,0 0-1 0 0,0 0 0 0 0,0 0 1 0 0,0 0-1 0 0,-1 0 1 0 0,1 0-1 0 0,0 0 0 0 0,0 0 1 0 0,0 0-1 0 0,0 0 0 0 0,-1 0 1 0 0,1 0-1 0 0,0 0 1 0 0,0 0-1 0 0,0 1 0 0 0,0-1 1 0 0,-1 0-1 0 0,1 0 1 0 0,0 0-1 0 0,0 0 0 0 0,0 0 1 0 0,0 0-1 0 0,0 0 0 0 0,-1 1 1 0 0,1-1-1 0 0,0 0 1 0 0,0 0-1 0 0,0 0 0 0 0,0 0 1 0 0,0 0-1 0 0,0 1 0 0 0,0-1 1 0 0,0 0-1 0 0,0 0 1 0 0,0 0-1 0 0,0 0 0 0 0,0 1 1 0 0,0-1-1 0 0,0 0 1 0 0,-1 0-1 0 0,2 0 0 0 0,-1 0 1 0 0,0 1-1 0 0,0-1 0 0 0,0 0 1 0 0,0 0-1 0 0,-1 25 977 0 0,7 27-997 0 0,17 35 554 0 0,-22-81-859 0 0,1-1 0 0 0,0 0 0 0 0,1 1 1 0 0,-1-1-1 0 0,1 0 0 0 0,0-1 0 0 0,0 1 0 0 0,1 0 0 0 0,-1-1 0 0 0,1 0 1 0 0,0 0-1 0 0,0 0 0 0 0,7 5 0 0 0,-8-8-89 0 0,-1 0 0 0 0,1 0 0 0 0,-1-1 0 0 0,1 1 0 0 0,-1-1 0 0 0,1 0 0 0 0,-1 1 1 0 0,1-1-1 0 0,-1 0 0 0 0,1-1 0 0 0,-1 1 0 0 0,1 0 0 0 0,-1-1 0 0 0,1 1 0 0 0,-1-1 0 0 0,1 0 0 0 0,-1 0 0 0 0,0 0 0 0 0,1 0 0 0 0,-1 0 0 0 0,0-1 1 0 0,0 1-1 0 0,0-1 0 0 0,0 1 0 0 0,2-3 0 0 0,8-5-2593 0 0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37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10 552 0 0,'1'0'388'0'0,"-1"-1"0"0"0,1 0 0 0 0,0 0 1 0 0,-1 1-1 0 0,1-1 0 0 0,0 0 0 0 0,-1 1 0 0 0,1-1 0 0 0,0 1 0 0 0,0-1 0 0 0,-1 1 0 0 0,1 0 1 0 0,0-1-1 0 0,0 1 0 0 0,0 0 0 0 0,0-1 0 0 0,0 1 0 0 0,-1 0 0 0 0,1 0 0 0 0,0 0 0 0 0,0 0 1 0 0,1 0-1 0 0,3 21 1876 0 0,-4-10-2552 0 0,3 38 341 0 0,-1-5-1533 0 0,4-1-3608 0 0,-4-27 2308 0 0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38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37 1100 0 0,'2'-9'1228'0'0,"1"-12"8495"0"0,-3 15-6173 0 0,1 6-3281 0 0,-2 13-344 0 0,1 2-22 0 0,-1 1-1 0 0,-1-1 1 0 0,0 0-1 0 0,0 1 1 0 0,-2-1-1 0 0,0-1 1 0 0,0 1 0 0 0,-2 0-1 0 0,-11 21 1 0 0,14-28-1058 0 0,3 5-5164 0 0,0-10 5047 0 0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3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0 1296 0 0,'1'0'380'0'0,"0"0"0"0"0,0 1 0 0 0,0-1 0 0 0,-1 0 0 0 0,1 0 0 0 0,0 0-1 0 0,0 1 1 0 0,0-1 0 0 0,0 1 0 0 0,0-1 0 0 0,-1 0 0 0 0,1 1 0 0 0,0-1 0 0 0,0 1 0 0 0,-1 0 0 0 0,1-1-1 0 0,0 1 1 0 0,-1 0 0 0 0,1-1 0 0 0,-1 1 0 0 0,1 0 0 0 0,0 0 0 0 0,-1-1 0 0 0,1 3 0 0 0,-2 22 2569 0 0,-26 27-2580 0 0,26-50-146 0 0,-10 15-525 0 0,-1 0-1 0 0,-1-1 1 0 0,-22 22-1 0 0,14-18-3002 0 0,-45 32 0 0 0,22-23-358 0 0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45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32 132 0 0,'-6'-19'4437'0'0,"6"19"-4218"0"0,0-1-1 0 0,0 1 0 0 0,0 0 1 0 0,0-1-1 0 0,0 1 0 0 0,0-1 0 0 0,0 1 1 0 0,0-1-1 0 0,0 1 0 0 0,0-1 1 0 0,-1 1-1 0 0,1-1 0 0 0,0 1 0 0 0,0-1 1 0 0,0 1-1 0 0,-1 0 0 0 0,1-1 1 0 0,0 1-1 0 0,-1-1 0 0 0,1 1 1 0 0,0 0-1 0 0,-1-1 0 0 0,1 1 0 0 0,0 0 1 0 0,-1 0-1 0 0,1-1 0 0 0,-1 1 1 0 0,1 0-1 0 0,0 0 0 0 0,-1-1 0 0 0,1 1 1 0 0,-2 0-1 0 0,-34 116 775 0 0,4 2 0 0 0,-24 180 1 0 0,41-165-287 0 0,3 175 0 0 0,8-257-2337 0 0,4-49 1108 0 0,-2 7-1153 0 0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45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0 768 0 0,'-7'2'9562'0'0,"196"188"-7065"0"0,-55-65-3936 0 0,-89-91-360 0 0,-12-17-3458 0 0,-25-14 2817 0 0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45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0 1172 0 0,'0'0'8113'0'0,"-5"4"-7472"0"0,-19 16-158 0 0,1 0 1 0 0,-30 36-1 0 0,-20 18-6602 0 0,47-54 3158 0 0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46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21 368 0 0,'-2'-21'10566'0'0,"-3"37"-7022"0"0,-9 64-4886 0 0,8-46 2684 0 0,-4 31-1157 0 0,-5 121 1 0 0,15-183-703 0 0,0 15-1203 0 0,15-42-8760 0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735 231 548 0 0,'-7'-17'676'0'0,"-2"-7"586"0"0,-1 0 0 0 0,-1 0 0 0 0,-2 0-1 0 0,-27-39 1 0 0,36 58-1110 0 0,1 1-1 0 0,-1 0 0 0 0,0 0 1 0 0,0 0-1 0 0,0 0 1 0 0,0 1-1 0 0,-1-1 1 0 0,1 1-1 0 0,-1 0 0 0 0,0 1 1 0 0,0-1-1 0 0,0 1 1 0 0,-1 0-1 0 0,1 0 1 0 0,0 0-1 0 0,-1 1 0 0 0,1 0 1 0 0,-1 0-1 0 0,1 0 1 0 0,-1 1-1 0 0,0 0 0 0 0,1 0 1 0 0,-1 0-1 0 0,1 1 1 0 0,-1 0-1 0 0,1 0 1 0 0,-1 0-1 0 0,-10 5 0 0 0,-5 3-22 0 0,1 1-1 0 0,0 1 0 0 0,1 1 1 0 0,0 1-1 0 0,1 0 0 0 0,0 2 1 0 0,1 0-1 0 0,1 0 0 0 0,-29 36 1 0 0,3 4 152 0 0,-66 118 1 0 0,88-139-217 0 0,2 2-1 0 0,2 0 1 0 0,1 0 0 0 0,2 2-1 0 0,1-1 1 0 0,2 2-1 0 0,2-1 1 0 0,-4 56 0 0 0,10-74-40 0 0,2-1 0 0 0,0 1 0 0 0,2 0 0 0 0,0-1 0 0 0,1 1 0 0 0,1-1 0 0 0,0 0 0 0 0,2 0 0 0 0,0-1 0 0 0,1 1 0 0 0,1-1 0 0 0,1-1 0 0 0,0 1 0 0 0,1-2 0 0 0,1 1 1 0 0,1-2-1 0 0,0 1 0 0 0,26 23 0 0 0,-22-25-4 0 0,0 0 1 0 0,2-2 0 0 0,-1 0-1 0 0,1-1 1 0 0,1 0 0 0 0,0-2-1 0 0,1 0 1 0 0,0-2 0 0 0,35 10-1 0 0,-25-11-3 0 0,0-1 0 0 0,1-1 0 0 0,0-2 0 0 0,0-1-1 0 0,0-1 1 0 0,37-5 0 0 0,-22-2-5 0 0,0-2 0 0 0,0-2 1 0 0,-1-2-1 0 0,-1-2 0 0 0,0-2 0 0 0,-1-2 0 0 0,-1-1 1 0 0,73-49-1 0 0,-89 50 13 0 0,-2 0 1 0 0,0-1-1 0 0,-1-1 1 0 0,-1-1 0 0 0,-1-2-1 0 0,-1 0 1 0 0,-1-1-1 0 0,-2 0 1 0 0,18-33 0 0 0,-26 40 17 0 0,-1-1 1 0 0,-1 1-1 0 0,0-1 1 0 0,-1 0-1 0 0,-1-1 1 0 0,-1 1-1 0 0,-1-1 1 0 0,-1 0-1 0 0,0 0 1 0 0,-2 0-1 0 0,0 0 1 0 0,-1 0-1 0 0,-1 0 1 0 0,-1 0-1 0 0,-7-25 1 0 0,3 24 23 0 0,0 0 1 0 0,-1 0-1 0 0,-2 1 0 0 0,0 0 1 0 0,0 0-1 0 0,-2 1 1 0 0,-1 1-1 0 0,0 0 1 0 0,-1 1-1 0 0,-1 0 0 0 0,-1 1 1 0 0,0 1-1 0 0,-1 1 1 0 0,0 0-1 0 0,-1 1 1 0 0,-36-19-1 0 0,27 19-118 0 0,0 1 0 0 0,0 1 1 0 0,-1 2-1 0 0,-1 1 0 0 0,1 1 0 0 0,-1 1 1 0 0,0 2-1 0 0,0 0 0 0 0,-1 3 0 0 0,1 0 0 0 0,-1 2 1 0 0,-38 5-1 0 0,36-1-370 0 0,-1 2 1 0 0,2 1-1 0 0,-1 1 0 0 0,-55 25 1 0 0,67-24-1162 0 0,1 0 1 0 0,-1 2-1 0 0,2 0 1 0 0,-31 27 0 0 0,15-7-2235 0 0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1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433 115 408 0 0,'0'0'1031'0'0,"-1"-3"-21"0"0,-1-4-305 0 0,0 1-1 0 0,-1-1 1 0 0,0 1-1 0 0,0 0 1 0 0,0 0 0 0 0,-1 1-1 0 0,0-1 1 0 0,0 1 0 0 0,0-1-1 0 0,-8-6 1 0 0,6 7-404 0 0,-1 1 1 0 0,0-1-1 0 0,0 1 1 0 0,0 0-1 0 0,0 1 1 0 0,-1 0-1 0 0,1 0 1 0 0,-1 1-1 0 0,-12-3 1 0 0,19 5-287 0 0,0 0 1 0 0,1-1 0 0 0,-1 1-1 0 0,0 0 1 0 0,0 0 0 0 0,0-1 0 0 0,0 1-1 0 0,0 0 1 0 0,1 0 0 0 0,-1 0-1 0 0,0 0 1 0 0,0 0 0 0 0,0 0-1 0 0,0 1 1 0 0,0-1 0 0 0,1 0 0 0 0,-1 0-1 0 0,0 1 1 0 0,0-1 0 0 0,0 0-1 0 0,1 1 1 0 0,-1-1 0 0 0,0 1 0 0 0,0-1-1 0 0,1 1 1 0 0,-1-1 0 0 0,0 1-1 0 0,1-1 1 0 0,-1 1 0 0 0,1 0 0 0 0,-1-1-1 0 0,1 1 1 0 0,-1 0 0 0 0,0 1-1 0 0,0 1 5 0 0,1-1 1 0 0,0 1-1 0 0,-1 0 0 0 0,1 0 0 0 0,0 0 0 0 0,1 0 0 0 0,-1 0 0 0 0,0 0 0 0 0,1-1 0 0 0,1 7 1 0 0,5 10 21 0 0,0 0 0 0 0,12 22 0 0 0,-17-38-23 0 0,5 9-23 0 0,-1 1 0 0 0,-1 0 0 0 0,1 0-1 0 0,-2 1 1 0 0,0-1 0 0 0,-1 1 0 0 0,0 0 0 0 0,1 16-1 0 0,-4-24 0 0 0,-1-1-1 0 0,1 1 0 0 0,-1-1 1 0 0,0 1-1 0 0,0 0 1 0 0,-1-1-1 0 0,0 0 0 0 0,0 1 1 0 0,0-1-1 0 0,-1 0 1 0 0,1 0-1 0 0,-1 0 0 0 0,0 0 1 0 0,-1-1-1 0 0,1 1 1 0 0,-1-1-1 0 0,0 0 0 0 0,0 0 1 0 0,0 0-1 0 0,0-1 0 0 0,-1 1 1 0 0,0-1-1 0 0,-5 3 1 0 0,-3 0 34 0 0,1-1 1 0 0,-1 0 0 0 0,0 0 0 0 0,-1-1 0 0 0,1-1 0 0 0,-1-1-1 0 0,1 0 1 0 0,-1 0 0 0 0,0-1 0 0 0,0-1 0 0 0,1 0 0 0 0,-1-1-1 0 0,0-1 1 0 0,0 0 0 0 0,1-1 0 0 0,-1 0 0 0 0,1-1 0 0 0,-19-8-1 0 0,32 11-84 0 0,-1 1-1 0 0,0 0 1 0 0,1 0-1 0 0,-1-1 0 0 0,1 1 1 0 0,-1 0-1 0 0,0-1 1 0 0,1 1-1 0 0,-1 0 1 0 0,1-1-1 0 0,-1 1 0 0 0,1-1 1 0 0,-1 1-1 0 0,1-1 1 0 0,0 1-1 0 0,-1-1 0 0 0,1 0 1 0 0,0 1-1 0 0,-1-1 1 0 0,1 1-1 0 0,0-1 1 0 0,0 0-1 0 0,-1 1 0 0 0,1-1 1 0 0,0 0-1 0 0,0 1 1 0 0,0-1-1 0 0,0 0 0 0 0,0 1 1 0 0,0-1-1 0 0,0-1 1 0 0,14-19-1789 0 0,27-9-3732 0 0,-23 20 2581 0 0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1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7 296 0 0,'11'-7'11184'0'0,"-29"64"-9965"0"0,3 0 1 0 0,3 1 0 0 0,-9 102-1 0 0,10-74-983 0 0,2-15-3136 0 0,9-69 2288 0 0,-8 7-573 0 0,-15-27-8416 0 0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2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18 419 784 0 0,'-2'-3'567'0'0,"0"0"0"0"0,0 0 0 0 0,0 0 0 0 0,0-1 0 0 0,0 1 0 0 0,1-1 0 0 0,0 1 0 0 0,-2-6 0 0 0,7 4-390 0 0,1 0 0 0 0,0 1 0 0 0,0 0 0 0 0,0 0 0 0 0,0 0 0 0 0,0 1 0 0 0,1 0 0 0 0,0 0 0 0 0,0 0 0 0 0,0 1 0 0 0,11-4 0 0 0,84-19 756 0 0,-79 21-717 0 0,-4 0-56 0 0,288-71 2047 0 0,-250 60-163 0 0,-54 14-1108 0 0,3-2-600 0 0,-3 2-115 0 0,-4 3 1111 0 0,-20 15-1218 0 0,1 2 0 0 0,-28 29 0 0 0,48-47-194 0 0,3 3-261 0 0,-2-3 330 0 0,0-1 1 0 0,0 1 0 0 0,0-1-1 0 0,0 0 1 0 0,0 1 0 0 0,0-1-1 0 0,1 1 1 0 0,-1-1 0 0 0,0 1 0 0 0,0-1-1 0 0,0 0 1 0 0,1 1 0 0 0,-1-1-1 0 0,0 1 1 0 0,1-1 0 0 0,-1 0 0 0 0,0 1-1 0 0,1-1 1 0 0,-1 0 0 0 0,0 0-1 0 0,1 1 1 0 0,-1-1 0 0 0,0 0 0 0 0,1 0-1 0 0,-1 1 1 0 0,1-1 0 0 0,-1 0-1 0 0,1 0 1 0 0,-1 0 0 0 0,0 0 0 0 0,1 0-1 0 0,-1 0 1 0 0,1 0 0 0 0,-1 0-1 0 0,1 0 1 0 0,-1 0 0 0 0,1 0 0 0 0,-1 0-1 0 0,1 0 1 0 0,-1 0 0 0 0,0 0-1 0 0,1 0 1 0 0,-1 0 0 0 0,1-1 0 0 0,-1 1-1 0 0,1 0 1 0 0,-1 0 0 0 0,0 0-1 0 0,1-1 1 0 0,24-11-364 0 0,-1-1-1 0 0,35-24 0 0 0,-55 35 342 0 0,-3 0-36 0 0,12 0-419 0 0,7 20 369 0 0,-19-16 117 0 0,1 0-1 0 0,-1 0 0 0 0,1 0 1 0 0,-1 0-1 0 0,1 0 0 0 0,0-1 1 0 0,0 1-1 0 0,0 0 0 0 0,0-1 1 0 0,0 1-1 0 0,0-1 0 0 0,0 0 1 0 0,0 0-1 0 0,1 0 0 0 0,-1 0 1 0 0,0 0-1 0 0,1 0 0 0 0,-1-1 1 0 0,0 1-1 0 0,1-1 0 0 0,-1 0 1 0 0,1 1-1 0 0,-1-1 0 0 0,1 0 1 0 0,-1 0-1 0 0,4-1 0 0 0,18-10 8 0 0,-1-1 0 0 0,32-22 0 0 0,31-17-74 0 0,-76 48 56 0 0,0 1-1 0 0,0-1 0 0 0,0 2 1 0 0,1-1-1 0 0,-1 1 0 0 0,1 1 1 0 0,-1 0-1 0 0,0 1 1 0 0,1 0-1 0 0,13 2 0 0 0,54 2-105 0 0,-65-6 116 0 0,1-1-1 0 0,-1 0 1 0 0,0-1 0 0 0,1 0-1 0 0,-1-1 1 0 0,-1-1 0 0 0,23-10 0 0 0,-30 12 127 0 0,-1 0 1 0 0,1 0-1 0 0,-1 0 0 0 0,0 0 1 0 0,0-1-1 0 0,0 1 1 0 0,-1-1-1 0 0,1 0 1 0 0,-1 0-1 0 0,0 0 0 0 0,0-1 1 0 0,0 1-1 0 0,-1-1 1 0 0,1 0-1 0 0,-1 0 1 0 0,0 0-1 0 0,-1 0 1 0 0,1 0-1 0 0,-1 0 0 0 0,0 0 1 0 0,0 0-1 0 0,-1 0 1 0 0,1-8-1 0 0,-1 10 118 0 0,0 1-1 0 0,0 0 1 0 0,0 0 0 0 0,0 0-1 0 0,0 0 1 0 0,-1-1-1 0 0,1 1 1 0 0,-1 0-1 0 0,1 0 1 0 0,-1 0 0 0 0,0 0-1 0 0,-1-3 1 0 0,1 5-205 0 0,1 0 0 0 0,-1 0 0 0 0,1 0 0 0 0,-1 0 0 0 0,0 0 1 0 0,1 0-1 0 0,-1 0 0 0 0,0 0 0 0 0,1 0 0 0 0,-1 0 0 0 0,1 0 0 0 0,-1 0 0 0 0,0 0 0 0 0,1 1 1 0 0,-1-1-1 0 0,1 0 0 0 0,-1 0 0 0 0,0 1 0 0 0,1-1 0 0 0,-1 0 0 0 0,1 1 0 0 0,-1-1 1 0 0,1 1-1 0 0,-1-1 0 0 0,1 0 0 0 0,0 1 0 0 0,-1-1 0 0 0,1 1 0 0 0,0-1 0 0 0,-1 1 0 0 0,1 0 1 0 0,0-1-1 0 0,-1 1 0 0 0,1-1 0 0 0,0 1 0 0 0,0-1 0 0 0,0 2 0 0 0,-4 3 12 0 0,1 1 0 0 0,1-1-1 0 0,-1 1 1 0 0,1 0 0 0 0,0 0 0 0 0,0 0-1 0 0,1 0 1 0 0,0 0 0 0 0,0 0-1 0 0,0 7 1 0 0,2 66-1250 0 0,1-37-917 0 0,-2-3-452 0 0,-1-3-5904 0 0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2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55 272 0 0,'8'-7'4308'0'0,"2"2"-1127"0"0,-1-6-1481 0 0,4 4-1000 0 0,1 2-208 0 0,-1 0-244 0 0,3 1-296 0 0,1 2-308 0 0,2-1-332 0 0,0 1-948 0 0,2 1-1773 0 0,-3-1 785 0 0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3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36 364 0 0,'-6'-6'13488'0'0,"1"13"-13330"0"0,0 0 1 0 0,1 0 0 0 0,0 0-1 0 0,0 1 1 0 0,0 0-1 0 0,1 0 1 0 0,0 0-1 0 0,1 0 1 0 0,0 0-1 0 0,0 0 1 0 0,0 1-1 0 0,1-1 1 0 0,0 16-1 0 0,1-23-150 0 0,0 0-1 0 0,1 0 1 0 0,-1 0-1 0 0,0 0 1 0 0,0 0-1 0 0,1 0 1 0 0,-1 0-1 0 0,0 0 1 0 0,1 0-1 0 0,-1 0 1 0 0,1 0-1 0 0,-1-1 1 0 0,1 1-1 0 0,0 0 1 0 0,-1 0-1 0 0,1-1 1 0 0,0 1-1 0 0,-1 0 0 0 0,1-1 1 0 0,0 1-1 0 0,0-1 1 0 0,0 1-1 0 0,0-1 1 0 0,-1 1-1 0 0,3 0 1 0 0,0-1-14 0 0,-1 1-1 0 0,1-1 1 0 0,-1 0 0 0 0,1 0 0 0 0,-1 0-1 0 0,1 0 1 0 0,-1 0 0 0 0,1 0 0 0 0,0-1 0 0 0,2 0-1 0 0,62-27-422 0 0,-54 21 330 0 0,0 2-12 0 0,-10 3 71 0 0,1 0 1 0 0,0 1-1 0 0,-1-1 0 0 0,1 1 1 0 0,0 0-1 0 0,0 0 0 0 0,7 0 1 0 0,-9 1 1 0 0,41 13-150 0 0,-34-8 170 0 0,0-1-1 0 0,-1-1 0 0 0,2 0 0 0 0,-1 0 0 0 0,0 0 1 0 0,0-1-1 0 0,1-1 0 0 0,-1 0 0 0 0,1 0 0 0 0,0-1 1 0 0,-1 0-1 0 0,1 0 0 0 0,-1-1 0 0 0,16-4 0 0 0,-21 4 54 0 0,-1-1 0 0 0,1 0 1 0 0,0-1-1 0 0,-1 1 0 0 0,0 0 0 0 0,1-1 0 0 0,-1 0 0 0 0,0 0 0 0 0,0 0 0 0 0,-1 0 0 0 0,1 0 0 0 0,-1-1 0 0 0,0 1 0 0 0,1-1 0 0 0,-1 0 0 0 0,-1 1 0 0 0,1-1 0 0 0,-1 0 1 0 0,1 0-1 0 0,-1 0 0 0 0,0 0 0 0 0,0-6 0 0 0,0 4 36 0 0,1 1 0 0 0,-1 0 1 0 0,1 0-1 0 0,0 0 0 0 0,0 0 1 0 0,0 0-1 0 0,1 0 0 0 0,0 0 1 0 0,0 1-1 0 0,0-1 0 0 0,0 1 1 0 0,7-6-1 0 0,-8 8-65 0 0,1 1 0 0 0,0 0 0 0 0,0 0 0 0 0,-1 0 0 0 0,1 0 0 0 0,0 0 0 0 0,0 1 0 0 0,0-1 0 0 0,0 1 1 0 0,0 0-1 0 0,0 0 0 0 0,0 0 0 0 0,1 0 0 0 0,-1 1 0 0 0,0-1 0 0 0,0 1 0 0 0,-1-1 0 0 0,1 1 0 0 0,0 0 0 0 0,0 0 0 0 0,0 1 0 0 0,0-1 0 0 0,-1 0 1 0 0,4 3-1 0 0,1 0 1 0 0,0 1 0 0 0,0-1 1 0 0,0 1-1 0 0,0 1 0 0 0,-1-1 1 0 0,0 1-1 0 0,8 11 1 0 0,-8-9-6 0 0,-2-4 0 0 0,-1 1 1 0 0,0 0-1 0 0,0-1 0 0 0,-1 1 1 0 0,1 0-1 0 0,-1 0 0 0 0,0 1 1 0 0,-1-1-1 0 0,1 0 0 0 0,0 8 1 0 0,-2-12-51 0 0,0 1 0 0 0,0 0 0 0 0,0-1 0 0 0,0 1 0 0 0,0-1 0 0 0,0 1 0 0 0,0 0 0 0 0,-1-1 0 0 0,1 1 0 0 0,0-1 0 0 0,-1 1 0 0 0,0-1 0 0 0,1 1 0 0 0,-1-1 0 0 0,0 1 0 0 0,0-1 0 0 0,0 0 0 0 0,0 1 0 0 0,0-1 0 0 0,0 0 1 0 0,0 0-1 0 0,0 0 0 0 0,0 1 0 0 0,-2 0 0 0 0,-19 8-4890 0 0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3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17 168 0 0,'12'-17'13956'0'0,"-3"301"-7451"0"0,-15-91-8146 0 0,4-174 753 0 0,1-9-1613 0 0,1 0-6336 0 0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3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1 291 344 0 0,'46'-17'3823'0'0,"-17"7"-2203"0"0,-1-1 0 0 0,0-1 0 0 0,30-18 0 0 0,-48 24-1404 0 0,-1-1 0 0 0,0 0 1 0 0,0 0-1 0 0,-1-1 0 0 0,0 0 1 0 0,0-1-1 0 0,-1 0 0 0 0,0 0 0 0 0,-1 0 1 0 0,0-1-1 0 0,0 0 0 0 0,4-12 1 0 0,-6 13-18 0 0,-1 1 0 0 0,0-1 1 0 0,0 0-1 0 0,-1-1 0 0 0,-1 1 1 0 0,2-14-1 0 0,-3 22-58 0 0,-2-3 17 0 0,2 4-152 0 0,0 0 0 0 0,0-1-1 0 0,0 1 1 0 0,0 0 0 0 0,0-1-1 0 0,0 1 1 0 0,0 0-1 0 0,0 0 1 0 0,0-1 0 0 0,0 1-1 0 0,0 0 1 0 0,0 0-1 0 0,0-1 1 0 0,0 1 0 0 0,0 0-1 0 0,0 0 1 0 0,0-1 0 0 0,-1 1-1 0 0,1 0 1 0 0,0 0-1 0 0,0-1 1 0 0,0 1 0 0 0,0 0-1 0 0,-1 0 1 0 0,1 0-1 0 0,0-1 1 0 0,0 1 0 0 0,0 0-1 0 0,-1 0 1 0 0,1 0 0 0 0,0 0-1 0 0,0 0 1 0 0,-1 0-1 0 0,1-1 1 0 0,0 1 0 0 0,0 0-1 0 0,-1 0 1 0 0,1 0-1 0 0,0 0 1 0 0,0 0 0 0 0,-1 0-1 0 0,1 0 1 0 0,0 0 0 0 0,-1 0-1 0 0,1 0 1 0 0,0 0-1 0 0,0 0 1 0 0,-1 0 0 0 0,1 0-1 0 0,0 0 1 0 0,-1 1-1 0 0,-11 11 23 0 0,0 1-1 0 0,0 0 0 0 0,1 1 0 0 0,1 0 0 0 0,1 1 0 0 0,0 0 0 0 0,0 0 1 0 0,2 1-1 0 0,0 0 0 0 0,-7 24 0 0 0,9-23-6 0 0,0 1-1 0 0,1 0 1 0 0,0 0-1 0 0,2 1 1 0 0,0-1-1 0 0,1 0 1 0 0,1 1-1 0 0,0-1 1 0 0,2 0 0 0 0,4 23-1 0 0,-5-37 29 0 0,0 0-1 0 0,0 0 0 0 0,0 0 1 0 0,0-1-1 0 0,1 1 1 0 0,0 0-1 0 0,-1-1 1 0 0,1 1-1 0 0,1-1 1 0 0,-1 0-1 0 0,0 1 0 0 0,1-1 1 0 0,0 0-1 0 0,0-1 1 0 0,0 1-1 0 0,0 0 1 0 0,0-1-1 0 0,0 0 1 0 0,1 1-1 0 0,5 2 0 0 0,0-3-55 0 0,0 1-1 0 0,0-2 1 0 0,0 1-1 0 0,1-1 1 0 0,-1 0 0 0 0,0-1-1 0 0,17-2 1 0 0,14 4-3247 0 0,-16 0-2804 0 0,-7-3 1774 0 0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5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0 560 1212 0 0,'5'9'6685'0'0,"19"-15"-6021"0"0,-1-1 0 0 0,1-1 0 0 0,-1-1 0 0 0,32-17 0 0 0,88-58 1074 0 0,-124 72-1431 0 0,0-2-1 0 0,-1 0 0 0 0,0-1 1 0 0,20-23-1 0 0,-32 32-194 0 0,0 0 0 0 0,-1-1 1 0 0,0 0-1 0 0,0 0 0 0 0,-1 0 0 0 0,0-1 0 0 0,0 0 1 0 0,-1 1-1 0 0,0-1 0 0 0,0 0 0 0 0,-1-1 1 0 0,0 1-1 0 0,0 0 0 0 0,0-14 0 0 0,-2 21-98 0 0,0-1-1 0 0,0 0 1 0 0,0 1-1 0 0,0-1 1 0 0,0 0 0 0 0,-1 1-1 0 0,1-1 1 0 0,0 1-1 0 0,-1-1 1 0 0,1 1-1 0 0,-1-1 1 0 0,0 1 0 0 0,1-1-1 0 0,-1 1 1 0 0,0 0-1 0 0,0-1 1 0 0,0 1 0 0 0,0 0-1 0 0,0 0 1 0 0,0-1-1 0 0,0 1 1 0 0,-1 0-1 0 0,1 0 1 0 0,0 0 0 0 0,-1 1-1 0 0,-1-2 1 0 0,0 1-2 0 0,-1 0-1 0 0,1 0 1 0 0,-1 0 0 0 0,0 1 0 0 0,1-1-1 0 0,-1 1 1 0 0,0 0 0 0 0,1 0 0 0 0,-1 0 0 0 0,0 1-1 0 0,-3 0 1 0 0,-7 2 12 0 0,-1 1 0 0 0,1 0 0 0 0,1 1 0 0 0,-24 11 0 0 0,26-9-20 0 0,1 0 0 0 0,0 0 0 0 0,0 1 0 0 0,0 0-1 0 0,1 0 1 0 0,0 1 0 0 0,0 0 0 0 0,1 1 0 0 0,1 0 0 0 0,-1 1 0 0 0,2-1-1 0 0,-1 1 1 0 0,1 0 0 0 0,1 1 0 0 0,-5 16 0 0 0,7-21-5 0 0,2 0 1 0 0,-1 0 0 0 0,1 0-1 0 0,0 0 1 0 0,0 0-1 0 0,1 1 1 0 0,0-1 0 0 0,0 0-1 0 0,0 0 1 0 0,1 0-1 0 0,0 1 1 0 0,1-1-1 0 0,0 0 1 0 0,0 0 0 0 0,0-1-1 0 0,1 1 1 0 0,0 0-1 0 0,0-1 1 0 0,1 1 0 0 0,0-1-1 0 0,0 0 1 0 0,0-1-1 0 0,1 1 1 0 0,0-1-1 0 0,0 1 1 0 0,0-2 0 0 0,10 8-1 0 0,-4-5-56 0 0,1 0 0 0 0,0-1 0 0 0,0 0 0 0 0,0-1 0 0 0,1-1 0 0 0,-1 1 0 0 0,1-2 0 0 0,1 0 0 0 0,-1-1 0 0 0,0 0 0 0 0,0-1 0 0 0,1 0 0 0 0,-1-1 0 0 0,1-1 0 0 0,-1 0 0 0 0,0-1 0 0 0,23-5 0 0 0,-4-2-414 0 0,-1 0 0 0 0,1-2 1 0 0,-2-2-1 0 0,0 0 0 0 0,0-2 0 0 0,29-21 0 0 0,-39 22 117 0 0,-2-1-1 0 0,0-1 0 0 0,-1-1 0 0 0,16-19 0 0 0,-14 15 721 0 0,42-37 1 0 0,-59 56-180 0 0,5-7 69 0 0,-7 9-247 0 0,0 0 1 0 0,0 0 0 0 0,0 0 0 0 0,0 0 0 0 0,0 0 0 0 0,0 1 0 0 0,0-1-1 0 0,0 0 1 0 0,0 0 0 0 0,0 0 0 0 0,0 0 0 0 0,0 0 0 0 0,0 0-1 0 0,0 0 1 0 0,0 0 0 0 0,0 0 0 0 0,0 1 0 0 0,0-1 0 0 0,0 0 0 0 0,0 0-1 0 0,1 0 1 0 0,-1 0 0 0 0,0 0 0 0 0,0 0 0 0 0,0 0 0 0 0,0 0 0 0 0,0 0-1 0 0,0 0 1 0 0,0 0 0 0 0,0 0 0 0 0,0 0 0 0 0,0 0 0 0 0,1 0-1 0 0,-1 0 1 0 0,0 0 0 0 0,0 0 0 0 0,0 0 0 0 0,0 0 0 0 0,0 0 0 0 0,0 0-1 0 0,0 0 1 0 0,0 0 0 0 0,1 0 0 0 0,-1 0 0 0 0,0 0 0 0 0,0 0-1 0 0,0 0 1 0 0,0 0 0 0 0,0 0 0 0 0,0 0 0 0 0,0 0 0 0 0,0 0 0 0 0,0 0-1 0 0,0 0 1 0 0,1 0 0 0 0,-1 0 0 0 0,0-1 0 0 0,0 1 0 0 0,0 0 0 0 0,0 0-1 0 0,0 0 1 0 0,0 0 0 0 0,0 0 0 0 0,0 0 0 0 0,-3 21 39 0 0,-1-1 1 0 0,-2 1 0 0 0,0-1-1 0 0,0 0 1 0 0,-2 0 0 0 0,-12 21-1 0 0,17-35-38 0 0,-20 34 112 0 0,22-38-89 0 0,3-27 224 0 0,3 14-277 0 0,0 1 0 0 0,1-1 0 0 0,1 1 0 0 0,-1 1 1 0 0,1-1-1 0 0,1 1 0 0 0,0 0 0 0 0,0 1 0 0 0,15-12 1 0 0,-14 13-2 0 0,1 0 0 0 0,-1 1 0 0 0,1 0 1 0 0,0 0-1 0 0,0 1 0 0 0,19-6 1 0 0,-24 10 15 0 0,0 0 0 0 0,0 0 1 0 0,0 0-1 0 0,0 0 0 0 0,0 1 1 0 0,0 0-1 0 0,0 0 0 0 0,0 0 1 0 0,0 1-1 0 0,0-1 0 0 0,0 1 1 0 0,0 0-1 0 0,0 1 0 0 0,0-1 1 0 0,0 1-1 0 0,0 0 0 0 0,-1 0 1 0 0,1 1-1 0 0,7 5 0 0 0,-6-3 7 0 0,-1 1-1 0 0,0 0 0 0 0,0 0 1 0 0,0 0-1 0 0,-1 0 0 0 0,5 9 1 0 0,-8-14 8 0 0,0 0-1 0 0,4 2 6 0 0,-3-2 66 0 0,0-1-64 0 0,1-1 0 0 0,-1 1 1 0 0,1-1-1 0 0,-1 0 0 0 0,0 0 0 0 0,1 0 0 0 0,-1 0 0 0 0,0-1 0 0 0,1 1 1 0 0,-1-1-1 0 0,0 1 0 0 0,0-1 0 0 0,0 0 0 0 0,-1 1 0 0 0,1-1 0 0 0,0 0 0 0 0,-1 0 1 0 0,1-1-1 0 0,1-2 0 0 0,-1 3-51 0 0,0-1 1 0 0,0 0 0 0 0,0 1-1 0 0,0-1 1 0 0,1 1 0 0 0,-1 0-1 0 0,1-1 1 0 0,-1 1-1 0 0,1 0 1 0 0,0 1 0 0 0,0-1-1 0 0,0 0 1 0 0,6-1 0 0 0,-7 3-14 0 0,32 21-187 0 0,-26-15 97 0 0,0 1 1 0 0,1-1 0 0 0,0-1-1 0 0,0 0 1 0 0,0 0 0 0 0,0-1-1 0 0,1 0 1 0 0,0-1 0 0 0,16 4-1 0 0,-22-6 101 0 0,0-1 1 0 0,0 1-1 0 0,0-1 0 0 0,1 0 0 0 0,-1 0 0 0 0,0-1 0 0 0,0 1 0 0 0,0-1 1 0 0,1 0-1 0 0,-1 0 0 0 0,0-1 0 0 0,0 1 0 0 0,0-1 0 0 0,-1 0 0 0 0,1 0 0 0 0,0 0 1 0 0,-1 0-1 0 0,1-1 0 0 0,-1 1 0 0 0,0-1 0 0 0,0 0 0 0 0,0 0 0 0 0,0 0 1 0 0,0 0-1 0 0,-1-1 0 0 0,3-3 0 0 0,6-11 70 0 0,-2 1-1 0 0,0-2 1 0 0,-1 1 0 0 0,10-36-1 0 0,14-84 406 0 0,-18 71 124 0 0,-14 66-510 0 0,1-1 1 0 0,0 0 0 0 0,-1 0 0 0 0,1 0-1 0 0,-1 0 1 0 0,0 0 0 0 0,0 0-1 0 0,1 1 1 0 0,-1-1 0 0 0,0 0-1 0 0,-1 0 1 0 0,1 0 0 0 0,0 0 0 0 0,-1 0-1 0 0,1 0 1 0 0,-1 0 0 0 0,1 0-1 0 0,-1 1 1 0 0,0-1 0 0 0,0 0-1 0 0,-1-2 1 0 0,1 3 49 0 0,-4 5-77 0 0,1-1-1 0 0,-1 1 1 0 0,1 0-1 0 0,0 0 1 0 0,1 0-1 0 0,-1 1 0 0 0,1 0 1 0 0,0-1-1 0 0,0 1 1 0 0,0 0-1 0 0,-4 11 1 0 0,-20 62 161 0 0,25-69-170 0 0,0 1-1 0 0,1-1 0 0 0,0 1 1 0 0,1 0-1 0 0,0-1 1 0 0,0 1-1 0 0,1 0 0 0 0,0 0 1 0 0,1-1-1 0 0,0 1 1 0 0,0-1-1 0 0,1 0 0 0 0,1 0 1 0 0,4 10-1 0 0,5 6 33 0 0,2-1 0 0 0,1-1-1 0 0,29 34 1 0 0,-39-50-51 0 0,-1-1-1 0 0,0 1 1 0 0,0 0 0 0 0,0 1-1 0 0,-1-1 1 0 0,0 1 0 0 0,0 0-1 0 0,-1 0 1 0 0,0 0-1 0 0,2 11 1 0 0,-7-17 11 0 0,1 0 0 0 0,-1 0 0 0 0,0 0 0 0 0,0 0 0 0 0,0 0-1 0 0,0 0 1 0 0,0-1 0 0 0,-1 1 0 0 0,1-1 0 0 0,0 1 0 0 0,-1-1 0 0 0,1 0 0 0 0,-1 0 0 0 0,1 0 0 0 0,-1 0 0 0 0,-5 0 0 0 0,8-1-5 0 0,-41 2 269 0 0,38-2-258 0 0,1-1 0 0 0,0 1 0 0 0,-1 0 1 0 0,1-1-1 0 0,0 1 0 0 0,0-1 0 0 0,-1 0 0 0 0,1 0 0 0 0,0 0 0 0 0,0 0 0 0 0,0 0 0 0 0,0 0 1 0 0,0 0-1 0 0,0-1 0 0 0,0 1 0 0 0,-2-3 0 0 0,3 3-31 0 0,4-2-142 0 0,1-1 125 0 0,-1 0-1 0 0,1 1 1 0 0,1 0 0 0 0,-1 0 0 0 0,0 0-1 0 0,1 1 1 0 0,-1-1 0 0 0,1 1 0 0 0,0 0-1 0 0,0 0 1 0 0,0 1 0 0 0,0-1 0 0 0,0 1-1 0 0,0 0 1 0 0,7 0 0 0 0,19-2-181 0 0,45 2 1 0 0,-32 1 14 0 0,-24 0 158 0 0,0-2 0 0 0,-1 0 0 0 0,1-1 0 0 0,-1-1 0 0 0,1-1 0 0 0,20-8 0 0 0,-38 12 86 0 0,-1 1-1 0 0,1-1 0 0 0,-1 0 1 0 0,0 0-1 0 0,1 0 0 0 0,-1 0 1 0 0,0 0-1 0 0,0-1 0 0 0,0 1 1 0 0,0 0-1 0 0,0-1 1 0 0,0 1-1 0 0,0 0 0 0 0,0-1 1 0 0,0 1-1 0 0,-1-1 0 0 0,1 1 1 0 0,-1-1-1 0 0,1 1 0 0 0,-1-1 1 0 0,1 0-1 0 0,-1-1 1 0 0,0 2-23 0 0,0 0 1 0 0,0 0 0 0 0,0 1 0 0 0,-1-1-1 0 0,1 0 1 0 0,0 0 0 0 0,0 0-1 0 0,-1 1 1 0 0,1-1 0 0 0,0 0 0 0 0,-1 0-1 0 0,1 1 1 0 0,-1-1 0 0 0,1 0 0 0 0,-1 1-1 0 0,1-1 1 0 0,-1 0 0 0 0,0 1 0 0 0,1-1-1 0 0,-1 1 1 0 0,0-1 0 0 0,1 1-1 0 0,-1 0 1 0 0,0-1 0 0 0,0 1 0 0 0,1 0-1 0 0,-1-1 1 0 0,0 1 0 0 0,0 0 0 0 0,0 0-1 0 0,1 0 1 0 0,-1-1 0 0 0,0 1 0 0 0,0 0-1 0 0,0 0 1 0 0,0 0 0 0 0,0 0-1 0 0,1 1 1 0 0,-1-1 0 0 0,0 0 0 0 0,0 0-1 0 0,0 0 1 0 0,1 1 0 0 0,-1-1 0 0 0,0 0-1 0 0,-1 2 1 0 0,-2-1 22 0 0,-1 0 0 0 0,1 1 0 0 0,0 0 0 0 0,-1 0 0 0 0,1 0 0 0 0,0 1 0 0 0,0-1 0 0 0,0 1 0 0 0,1 0 0 0 0,-1 0-1 0 0,1 0 1 0 0,0 1 0 0 0,-5 5 0 0 0,7-7-59 0 0,-1 0 1 0 0,1 0-1 0 0,0-1 0 0 0,0 1 0 0 0,0 1 0 0 0,0-1 0 0 0,1 0 0 0 0,-1 0 1 0 0,1 0-1 0 0,-1 0 0 0 0,1 0 0 0 0,0 1 0 0 0,-1-1 0 0 0,1 0 0 0 0,0 0 1 0 0,0 1-1 0 0,1-1 0 0 0,-1 0 0 0 0,0 0 0 0 0,1 0 0 0 0,0 0 0 0 0,-1 1 1 0 0,1-1-1 0 0,0 0 0 0 0,0 0 0 0 0,0 0 0 0 0,0 0 0 0 0,0-1 0 0 0,1 1 1 0 0,-1 0-1 0 0,1 0 0 0 0,-1-1 0 0 0,3 2 0 0 0,0 1-216 0 0,0-1 0 0 0,0 0 1 0 0,1 0-1 0 0,-1 0 0 0 0,1 0 0 0 0,0-1 0 0 0,-1 0 1 0 0,1 0-1 0 0,1 0 0 0 0,-1-1 0 0 0,0 0 1 0 0,0 0-1 0 0,0 0 0 0 0,8 0 0 0 0,9 0-1710 0 0,-1-2 0 0 0,27-3-1 0 0,-39 3 593 0 0,17-1-1324 0 0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5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124 305 348 0 0,'0'-6'8664'0'0,"0"5"-8528"0"0,-22 4 1811 0 0,16-2-1799 0 0,0 1 0 0 0,0-1 0 0 0,0 1 0 0 0,1 1 0 0 0,-1-1 0 0 0,0 1 0 0 0,1 0 0 0 0,-5 4 0 0 0,4-2 131 0 0,0 1 0 0 0,1 0 0 0 0,0 0 0 0 0,1 0 0 0 0,-1 1 1 0 0,1-1-1 0 0,1 1 0 0 0,-5 9 0 0 0,9-15-278 0 0,-1 0 0 0 0,0 0 0 0 0,1 1 0 0 0,-1-1 0 0 0,1 0 0 0 0,-1 0 0 0 0,1 0 0 0 0,0 0 0 0 0,0 0 0 0 0,-1 0 0 0 0,1-1 0 0 0,0 1 0 0 0,0 0 0 0 0,0 0 0 0 0,0 0 0 0 0,0-1 0 0 0,0 1 0 0 0,0 0 0 0 0,0-1 0 0 0,0 1 0 0 0,0-1 0 0 0,0 0 0 0 0,0 1 0 0 0,0-1 0 0 0,0 0 0 0 0,1 1 1 0 0,-1-1-1 0 0,0 0 0 0 0,0 0 0 0 0,0 0 0 0 0,1 0 0 0 0,0 0 0 0 0,11-2-30 0 0,0 0 0 0 0,0-1 1 0 0,-1 0-1 0 0,1-1 0 0 0,-1-1 1 0 0,0 0-1 0 0,0 0 1 0 0,-1-1-1 0 0,1-1 0 0 0,-1 1 1 0 0,-1-2-1 0 0,1 0 0 0 0,-1 0 1 0 0,-1-1-1 0 0,0 0 0 0 0,0-1 1 0 0,14-19-1 0 0,-13 15 191 0 0,0-2 0 0 0,0 0 0 0 0,-2 0 1 0 0,0 0-1 0 0,-1-1 0 0 0,-1 0 0 0 0,0-1 0 0 0,-1 1 0 0 0,-1-1 0 0 0,-1 0 1 0 0,0 0-1 0 0,-1-23 0 0 0,-2 39-73 0 0,1 0 1 0 0,-1 1-1 0 0,0-1 1 0 0,0 0-1 0 0,0 0 1 0 0,-1 1-1 0 0,1-1 1 0 0,0 0-1 0 0,-1 1 1 0 0,1-1-1 0 0,-1 0 1 0 0,1 1-1 0 0,-1-1 1 0 0,0 1-1 0 0,0-1 1 0 0,0 1-1 0 0,0-1 1 0 0,0 1-1 0 0,0 0 1 0 0,0-1-1 0 0,-1 0 1 0 0,0 1-37 0 0,1 1 1 0 0,0-1 0 0 0,-1 1 0 0 0,1 0 0 0 0,0-1 0 0 0,-1 1 0 0 0,1 0 0 0 0,0 0 0 0 0,-1 0-1 0 0,1 0 1 0 0,-1 0 0 0 0,1 0 0 0 0,0 1 0 0 0,-1-1 0 0 0,1 0 0 0 0,0 1 0 0 0,-1-1-1 0 0,1 0 1 0 0,-3 2 0 0 0,-1 1 30 0 0,-1 0-1 0 0,0 1 1 0 0,1 0-1 0 0,0 0 1 0 0,0 0-1 0 0,0 0 1 0 0,0 1-1 0 0,1 0 1 0 0,-5 5 0 0 0,2 2-89 0 0,1-1 1 0 0,0 1 0 0 0,1 0 0 0 0,0 0-1 0 0,1 0 1 0 0,0 1 0 0 0,1 0 0 0 0,1-1 0 0 0,-2 20-1 0 0,3-22-579 0 0,1 1 1 0 0,0-1-1 0 0,1 1 0 0 0,0-1 0 0 0,4 13 0 0 0,-3-16-645 0 0,0 0 0 0 0,1 0 0 0 0,-1 0 1 0 0,2 0-1 0 0,-1 0 0 0 0,1-1 0 0 0,8 12 0 0 0,-1-4-2745 0 0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6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114 517 796 0 0,'-2'-3'1362'0'0,"1"1"-1133"0"0,-1 1 1 0 0,1 0-1 0 0,0-1 1 0 0,-1 1 0 0 0,1 0-1 0 0,-1 0 1 0 0,1 0 0 0 0,-1 0-1 0 0,1 0 1 0 0,-1 0-1 0 0,0 0 1 0 0,0 1 0 0 0,1-1-1 0 0,-4 0 1 0 0,2 1 819 0 0,-38 14 3044 0 0,37-11-3861 0 0,0 0-1 0 0,1 1 1 0 0,0-1 0 0 0,0 1 0 0 0,0 0 0 0 0,0 0 0 0 0,0 0 0 0 0,1 0-1 0 0,0 0 1 0 0,0 1 0 0 0,0-1 0 0 0,0 1 0 0 0,1-1 0 0 0,0 1 0 0 0,0-1-1 0 0,-1 6 1 0 0,2-8-110 0 0,0-1-45 0 0,0 0-63 0 0,0-1 0 0 0,0 1 0 0 0,0 0 0 0 0,0-1 0 0 0,0 1 0 0 0,-1-1-1 0 0,1 1 1 0 0,1 0 0 0 0,-1-1 0 0 0,0 1 0 0 0,0-1 0 0 0,0 1 0 0 0,0 0 0 0 0,0-1 0 0 0,0 1 0 0 0,1-1-1 0 0,-1 1 1 0 0,0-1 0 0 0,0 1 0 0 0,1-1 0 0 0,-1 1 0 0 0,0-1 0 0 0,1 1 0 0 0,-1-1 0 0 0,1 1 0 0 0,-1-1 0 0 0,1 1-1 0 0,-1-1 1 0 0,0 0 0 0 0,1 1 0 0 0,-1-1 0 0 0,1 0 0 0 0,0 0 0 0 0,-1 1 0 0 0,1-1 0 0 0,-1 0 0 0 0,1 0-1 0 0,-1 0 1 0 0,1 1 0 0 0,0-1 0 0 0,0 0 0 0 0,12-8 16 0 0,-1 0 0 0 0,0 0-1 0 0,-1-1 1 0 0,0-1 0 0 0,0 0 0 0 0,-1 0 0 0 0,0-1-1 0 0,-1 0 1 0 0,0-1 0 0 0,8-16 0 0 0,9-14 20 0 0,35-81 0 0 0,-48 93-52 0 0,-1 0 0 0 0,-1-1-1 0 0,-2-1 1 0 0,-1 1 0 0 0,6-54 0 0 0,-14 82-3 0 0,1 0 0 0 0,-1 0 0 0 0,0 0 0 0 0,0 0 1 0 0,0 0-1 0 0,0 0 0 0 0,0 0 0 0 0,-1 0 0 0 0,0 0 0 0 0,1 0 1 0 0,-1 0-1 0 0,0 0 0 0 0,0 0 0 0 0,-1 0 0 0 0,1 0 0 0 0,0 1 0 0 0,-1-1 1 0 0,0 1-1 0 0,0-1 0 0 0,0 1 0 0 0,0 0 0 0 0,0-1 0 0 0,0 1 1 0 0,0 0-1 0 0,-1 0 0 0 0,-4-3 0 0 0,4 5-1 0 0,0-1-1 0 0,-1 1 1 0 0,1-1 0 0 0,0 1 0 0 0,0 0-1 0 0,0 0 1 0 0,0 0 0 0 0,-1 1-1 0 0,1-1 1 0 0,0 1 0 0 0,0 0-1 0 0,0-1 1 0 0,0 2 0 0 0,0-1-1 0 0,0 0 1 0 0,0 0 0 0 0,0 1 0 0 0,1 0-1 0 0,-1-1 1 0 0,0 1 0 0 0,1 0-1 0 0,0 0 1 0 0,-1 1 0 0 0,1-1-1 0 0,-3 5 1 0 0,-1-1 5 0 0,1 0-1 0 0,1 0 1 0 0,-1 0 0 0 0,1 1 0 0 0,0 0-1 0 0,1 0 1 0 0,-1 0 0 0 0,2 0-1 0 0,-1 0 1 0 0,1 1 0 0 0,0-1-1 0 0,0 1 1 0 0,1 0 0 0 0,0 0-1 0 0,0-1 1 0 0,1 1 0 0 0,0 0 0 0 0,0 0-1 0 0,1 0 1 0 0,0-1 0 0 0,1 1-1 0 0,-1 0 1 0 0,2-1 0 0 0,-1 1-1 0 0,6 12 1 0 0,9 14 3 0 0,1-1-1 0 0,1 0 1 0 0,2-2-1 0 0,30 36 1 0 0,-6-6 35 0 0,-36-49-31 0 0,-1 1-1 0 0,0 0 1 0 0,6 17-1 0 0,-6-18 332 0 0,-4 2-387 0 0,-4-13-260 0 0,-14-2-2924 0 0,8 0 1602 0 0,-1 1-2462 0 0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6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64 276 0 0,'-5'-42'13582'0'0,"1"30"-11987"0"0,4 11-1951 0 0,0 1-1 0 0,-1-1 1 0 0,1 1-1 0 0,-1-1 0 0 0,1 1 1 0 0,-1-1-1 0 0,1 0 0 0 0,-1 1 1 0 0,1 0-1 0 0,-1-1 0 0 0,1 1 1 0 0,-1-1-1 0 0,0 1 0 0 0,1 0 1 0 0,-1-1-1 0 0,1 1 1 0 0,-1 0-1 0 0,0 0 0 0 0,0-1 1 0 0,1 1-1 0 0,-1 0 0 0 0,-1 0 1 0 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7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1 160 0 0,'-3'15'4064'0'0,"-3"19"457"0"0,11 12 1550 0 0,-5-46-6013 0 0,1 1 0 0 0,-1-1 0 0 0,0 0 0 0 0,1 0 0 0 0,-1 0 0 0 0,1 0 0 0 0,-1 1 0 0 0,1-1 0 0 0,-1 0 0 0 0,0 0 0 0 0,1 0 0 0 0,-1 0 0 0 0,1 0 0 0 0,-1 0 0 0 0,1 0 0 0 0,-1 0 0 0 0,1-1 0 0 0,-1 1 0 0 0,0 0 0 0 0,1 0 0 0 0,-1 0 0 0 0,1 0 0 0 0,-1 0 0 0 0,0-1 0 0 0,1 1 0 0 0,-1 0 0 0 0,1-1 0 0 0,12-10 74 0 0,-1 1 0 0 0,2 0 0 0 0,0 1 0 0 0,0 0 0 0 0,0 2 0 0 0,1-1 0 0 0,30-9 0 0 0,-43 16-98 0 0,-2 1-36 0 0,1-1 1 0 0,0 1 0 0 0,-1-1-1 0 0,1 1 1 0 0,0 0 0 0 0,0-1 0 0 0,0 1-1 0 0,-1 0 1 0 0,1 0 0 0 0,0-1 0 0 0,0 1-1 0 0,0 0 1 0 0,-1 0 0 0 0,1 0-1 0 0,0 0 1 0 0,0 0 0 0 0,0 0 0 0 0,0 0-1 0 0,0 1 1 0 0,-1-1 0 0 0,1 0-1 0 0,0 0 1 0 0,0 1 0 0 0,-1-1 0 0 0,1 0-1 0 0,1 2 1 0 0,27 12-144 0 0,-5 16 128 0 0,-18-22-35 0 0,0-1 1 0 0,0 1-1 0 0,0-1 1 0 0,14 11-1 0 0,-16-16 27 0 0,0 1 0 0 0,-1-1 0 0 0,1 0 0 0 0,0 0 0 0 0,1-1 0 0 0,-1 1 0 0 0,0-1 0 0 0,0 0 0 0 0,1 0 0 0 0,-1 0 0 0 0,0-1 0 0 0,1 1 0 0 0,-1-1 0 0 0,6-1 0 0 0,4 0 62 0 0,0-1 0 0 0,-1 0-1 0 0,1-1 1 0 0,-1-1 0 0 0,0 0 0 0 0,0-1-1 0 0,0 0 1 0 0,-1-1 0 0 0,0 0 0 0 0,0-1-1 0 0,0-1 1 0 0,-1 0 0 0 0,0 0 0 0 0,-1-1-1 0 0,0 0 1 0 0,0-1 0 0 0,9-12 0 0 0,-18 20 161 0 0,-9 16 151 0 0,-1-1 0 0 0,0 0 0 0 0,-15 14 1 0 0,2 0-93 0 0,-367 513-1057 0 0,315-430-2564 0 0,22-38-3897 0 0,24-35 2880 0 0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49:59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127 249 476 0 0,'0'0'11329'0'0,"-41"46"-10725"0"0,26-30-486 0 0,1 1 1 0 0,-16 25-1 0 0,26-37-95 0 0,1 0 0 0 0,0 1 0 0 0,0-1 0 0 0,0 1 0 0 0,1 0 0 0 0,0 0 0 0 0,0 0 0 0 0,1 0 0 0 0,0 1 0 0 0,0-1 0 0 0,0 0 0 0 0,1 11 0 0 0,0-16-16 0 0,0 0-1 0 0,0 0 1 0 0,0 0 0 0 0,0-1-1 0 0,1 1 1 0 0,-1 0-1 0 0,0 0 1 0 0,1 0-1 0 0,-1 0 1 0 0,1 0 0 0 0,-1 0-1 0 0,1 0 1 0 0,0-1-1 0 0,-1 1 1 0 0,1 0 0 0 0,0-1-1 0 0,-1 1 1 0 0,1 0-1 0 0,0-1 1 0 0,0 1-1 0 0,-1-1 1 0 0,1 1 0 0 0,0-1-1 0 0,0 1 1 0 0,0-1-1 0 0,0 1 1 0 0,0-1-1 0 0,0 0 1 0 0,0 0 0 0 0,0 1-1 0 0,0-1 1 0 0,0 0-1 0 0,0 0 1 0 0,0 0 0 0 0,0 0-1 0 0,0 0 1 0 0,0 0-1 0 0,0-1 1 0 0,0 1-1 0 0,-1 0 1 0 0,1 0 0 0 0,2-1-1 0 0,39-17 193 0 0,-25 4-149 0 0,0-1 1 0 0,0 0 0 0 0,-2-1 0 0 0,0-1 0 0 0,0 0 0 0 0,-2-1-1 0 0,16-26 1 0 0,-21 31-17 0 0,-4 8-39 0 0,-1 1 1 0 0,1 0 0 0 0,0 0-1 0 0,0 0 1 0 0,0 1 0 0 0,1-1-1 0 0,-1 1 1 0 0,1 0 0 0 0,0 0-1 0 0,0 1 1 0 0,0-1 0 0 0,0 1-1 0 0,0 0 1 0 0,8-1 0 0 0,11-3-37 0 0,0 2 0 0 0,28-2 0 0 0,-32 5 4 0 0,1-2 0 0 0,31-8-1 0 0,-40 8 26 0 0,1-2-1 0 0,-1 1 0 0 0,0-2 1 0 0,-1 0-1 0 0,1 0 1 0 0,12-10-1 0 0,-19 12 29 0 0,-1 0 0 0 0,1 0-1 0 0,-1 0 1 0 0,0-1 0 0 0,-1 0 0 0 0,1 0 0 0 0,-1 0 0 0 0,0 0 0 0 0,0-1-1 0 0,0 1 1 0 0,-1-1 0 0 0,0 1 0 0 0,0-1 0 0 0,0 0 0 0 0,1-9 0 0 0,-1 3 36 0 0,-1 8-6 0 0,0-1-1 0 0,0 0 1 0 0,-1 1 0 0 0,0-1 0 0 0,1 0 0 0 0,-2 0 0 0 0,1 1 0 0 0,0-1-1 0 0,-2-5 1 0 0,1 8 18 0 0,2 2-62 0 0,-1 0 0 0 0,0 0 1 0 0,0 0-1 0 0,0 0 0 0 0,0-1 1 0 0,0 1-1 0 0,0 0 0 0 0,0 0 1 0 0,0 0-1 0 0,0 0 0 0 0,0-1 1 0 0,0 1-1 0 0,0 0 0 0 0,0 0 1 0 0,0 0-1 0 0,0-1 0 0 0,0 1 1 0 0,0 0-1 0 0,0 0 0 0 0,0 0 1 0 0,0-1-1 0 0,0 1 0 0 0,0 0 1 0 0,0 0-1 0 0,0 0 0 0 0,0 0 1 0 0,0-1-1 0 0,-1 1 0 0 0,1 0 1 0 0,0 0-1 0 0,0 0 0 0 0,0 0 1 0 0,0 0-1 0 0,0-1 0 0 0,-1 1 1 0 0,1 0-1 0 0,0 0 0 0 0,0 0 1 0 0,0 0-1 0 0,0 0 0 0 0,-1 0 1 0 0,1 0-1 0 0,0 0 0 0 0,0 0 1 0 0,0 0-1 0 0,0 0 0 0 0,-1 0 1 0 0,1 0-1 0 0,0 0 0 0 0,0 0 1 0 0,0 0-1 0 0,-1 0 0 0 0,1 0 1 0 0,0 0-1 0 0,0 0 0 0 0,0 0 1 0 0,-1 0-1 0 0,-4 11-4 0 0,1 0-1 0 0,0 0 1 0 0,0 1 0 0 0,1 0-1 0 0,-3 20 1 0 0,-3 13-5 0 0,-65 290 50 0 0,28-119-103 0 0,-75 219 1 0 0,112-410 46 0 0,-2 0 0 0 0,-14 26 0 0 0,21-44 59 0 0,0 1-1 0 0,-1-1 1 0 0,0 0-1 0 0,0-1 1 0 0,0 1 0 0 0,-1-1-1 0 0,0 0 1 0 0,-1-1-1 0 0,1 1 1 0 0,-15 8-1 0 0,19-13-7 0 0,-1 0 0 0 0,1 0-1 0 0,-1 0 1 0 0,1 0 0 0 0,-1 0 0 0 0,0-1-1 0 0,1 1 1 0 0,-1-1 0 0 0,0 0-1 0 0,0 1 1 0 0,1-1 0 0 0,-1-1-1 0 0,0 1 1 0 0,0 0 0 0 0,1-1 0 0 0,-1 1-1 0 0,0-1 1 0 0,1 0 0 0 0,-5-1-1 0 0,2-1 0 0 0,1 0-1 0 0,0 1 1 0 0,0-1 0 0 0,0-1-1 0 0,0 1 1 0 0,1 0-1 0 0,-1-1 1 0 0,1 0-1 0 0,0 0 1 0 0,-4-5 0 0 0,1-1-43 0 0,0-1 1 0 0,0 0-1 0 0,1 0 1 0 0,1-1 0 0 0,0 1-1 0 0,0-1 1 0 0,1 0 0 0 0,-1-13-1 0 0,3 11-181 0 0,0 0 0 0 0,1 0 0 0 0,1 0-1 0 0,0 0 1 0 0,1 0 0 0 0,1 0 0 0 0,0 0-1 0 0,1 0 1 0 0,0 1 0 0 0,1 0 0 0 0,1 0-1 0 0,0 0 1 0 0,0 0 0 0 0,1 1-1 0 0,12-15 1 0 0,1 3-1170 0 0,0 1-1 0 0,2 1 0 0 0,1 0 0 0 0,0 2 1 0 0,49-32-1 0 0,-31 26-1393 0 0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0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70 424 0 0,'-26'-70'12559'0'0,"24"73"-12373"0"0,0 0 1 0 0,0 0-1 0 0,1 0 1 0 0,-1 0 0 0 0,1 1-1 0 0,-1-1 1 0 0,1 0-1 0 0,0 1 1 0 0,0-1 0 0 0,1 1-1 0 0,-1-1 1 0 0,0 7 0 0 0,-11 67 86 0 0,11-69-122 0 0,-10 60 166 0 0,-8 79 217 0 0,19-73-180 0 0,0-72-245 0 0,5-6-101 0 0,104-94-279 0 0,-72 61 222 0 0,2 2 0 0 0,2 2 0 0 0,1 1 0 0 0,62-35 0 0 0,-87 60 111 0 0,-22 16-30 0 0,-39 28-19 0 0,18-15-9 0 0,19-15-8 0 0,0 1 0 0 0,0-1 0 0 0,1 2 0 0 0,0-1 0 0 0,0 1 0 0 0,1-1-1 0 0,0 1 1 0 0,0 1 0 0 0,1-1 0 0 0,-5 20 0 0 0,8-27 0 0 0,1 1 1 0 0,-1 0-1 0 0,1 0 0 0 0,-1 0 0 0 0,1 0 1 0 0,0 0-1 0 0,0 0 0 0 0,0 0 1 0 0,1 0-1 0 0,-1 0 0 0 0,1 0 0 0 0,0 0 1 0 0,-1 0-1 0 0,1-1 0 0 0,1 1 0 0 0,-1 0 1 0 0,0-1-1 0 0,1 1 0 0 0,-1 0 1 0 0,1-1-1 0 0,0 0 0 0 0,-1 1 0 0 0,1-1 1 0 0,0 0-1 0 0,1 0 0 0 0,-1 0 1 0 0,0 0-1 0 0,1 0 0 0 0,-1-1 0 0 0,1 1 1 0 0,-1-1-1 0 0,1 0 0 0 0,0 1 1 0 0,-1-1-1 0 0,1 0 0 0 0,0-1 0 0 0,0 1 1 0 0,0 0-1 0 0,0-1 0 0 0,0 0 1 0 0,4 1-1 0 0,3 0-30 0 0,1-1 1 0 0,-1 1-1 0 0,0-1 0 0 0,0-1 1 0 0,0 0-1 0 0,0-1 0 0 0,0 1 1 0 0,0-2-1 0 0,0 0 0 0 0,0 0 1 0 0,11-6-1 0 0,8-5 28 0 0,-2-2 0 0 0,33-23 0 0 0,-20 12 513 0 0,-28 18 257 0 0,1 3 262 0 0,-9 27-1790 0 0,-4-19 286 0 0,-5 40-3516 0 0,5-36 2209 0 0,-1 0 1064 0 0,-6 4-7317 0 0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0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96 580 0 0,'4'-19'2668'0'0,"8"-39"1883"0"0,-11 57-4492 0 0,7-11-566 0 0,-4 6-3782 0 0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1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0 179 644 0 0,'12'31'3776'0'0,"11"15"3163"0"0,-20-48-6656 0 0,11-11 84 0 0,-8 6-319 0 0,1 0 0 0 0,1 0 0 0 0,-1 1 0 0 0,1 0 0 0 0,0 0 0 0 0,0 1 0 0 0,1 0 0 0 0,0 0 0 0 0,0 1 0 0 0,0 0 0 0 0,0 1 0 0 0,1 0 0 0 0,16-3-1 0 0,105 0-847 0 0,-94 6 543 0 0,1-2-1 0 0,0-1 1 0 0,-1-2-1 0 0,43-11 1 0 0,-76 15 281 0 0,1 0 0 0 0,-1 0 0 0 0,0-1 0 0 0,0 0 1 0 0,0 0-1 0 0,0 0 0 0 0,0 0 0 0 0,0-1 0 0 0,-1 1 0 0 0,1-1 0 0 0,-1 0 1 0 0,0 0-1 0 0,1-1 0 0 0,-1 1 0 0 0,-1 0 0 0 0,1-1 0 0 0,0 0 0 0 0,-1 0 0 0 0,0 0 1 0 0,0 0-1 0 0,0 0 0 0 0,-1 0 0 0 0,1 0 0 0 0,-1 0 0 0 0,2-8 0 0 0,-4 10 11 0 0,1-1 0 0 0,-1 1-1 0 0,1 0 1 0 0,-1 0 0 0 0,1 0-1 0 0,-1 0 1 0 0,0 0 0 0 0,0 0-1 0 0,0 0 1 0 0,-1 0 0 0 0,1 0-1 0 0,0 0 1 0 0,-1 1 0 0 0,1-1-1 0 0,-1 1 1 0 0,1-1 0 0 0,-1 1-1 0 0,0-1 1 0 0,0 1 0 0 0,0 0-1 0 0,1 0 1 0 0,-1 0 0 0 0,0 0-1 0 0,0 0 1 0 0,-1 0 0 0 0,1 0-1 0 0,0 1 1 0 0,0-1 0 0 0,0 1-1 0 0,-4-1 1 0 0,-2 0 65 0 0,0 0 0 0 0,0 0 0 0 0,-1 1 0 0 0,1-1 0 0 0,0 2 0 0 0,-13 1 0 0 0,16-1-62 0 0,0 0 0 0 0,1 0 0 0 0,-1 0 0 0 0,0 0 0 0 0,1 1 0 0 0,-1 0 0 0 0,1 0 0 0 0,0 0 0 0 0,-1 0 0 0 0,1 1 0 0 0,0 0 0 0 0,0-1 0 0 0,1 2 0 0 0,-1-1 0 0 0,-3 4 0 0 0,7-6-42 0 0,-1-1 0 0 0,0 1 0 0 0,1 0 0 0 0,-1 0 0 0 0,1-1 0 0 0,0 1 0 0 0,-1 0 0 0 0,1 0 0 0 0,-1 0 0 0 0,1-1 0 0 0,0 1 0 0 0,0 0 0 0 0,0 0 1 0 0,-1 0-1 0 0,1 0 0 0 0,0 0 0 0 0,0 0 0 0 0,0 0 0 0 0,0-1 0 0 0,0 1 0 0 0,1 0 0 0 0,-1 0 0 0 0,0 0 0 0 0,0 0 0 0 0,1 0 0 0 0,-1-1 0 0 0,0 1 1 0 0,1 0-1 0 0,-1 0 0 0 0,1 0 0 0 0,-1-1 0 0 0,1 1 0 0 0,-1 0 0 0 0,1 0 0 0 0,-1-1 0 0 0,1 1 0 0 0,0-1 0 0 0,-1 1 0 0 0,1-1 0 0 0,0 1 0 0 0,0-1 1 0 0,-1 1-1 0 0,1-1 0 0 0,0 1 0 0 0,0-1 0 0 0,0 0 0 0 0,0 0 0 0 0,-1 1 0 0 0,3-1 0 0 0,2 2-35 0 0,0-1 1 0 0,-1 0-1 0 0,1 0 0 0 0,0 0 1 0 0,0 0-1 0 0,0-1 0 0 0,9 0 1 0 0,39-7-25 0 0,-51 7 67 0 0,0 0-15 0 0,0 1 15 0 0,0 0-1 0 0,0 0 1 0 0,0 0 0 0 0,0 0-1 0 0,-1 0 1 0 0,1 0 0 0 0,0 1-1 0 0,-1-1 1 0 0,1 0-1 0 0,-1 1 1 0 0,0-1 0 0 0,1 1-1 0 0,-1 0 1 0 0,0-1-1 0 0,0 1 1 0 0,0 0 0 0 0,0 0-1 0 0,0 0 1 0 0,-1-1 0 0 0,1 1-1 0 0,0 0 1 0 0,-1 0-1 0 0,0 0 1 0 0,1 0 0 0 0,-1 0-1 0 0,0 0 1 0 0,0 0 0 0 0,0 3-1 0 0,2 6 54 0 0,8 25 28 0 0,-2 1 0 0 0,-1 0 1 0 0,-1 0-1 0 0,-3 0 0 0 0,0 0 0 0 0,-3 1 0 0 0,-1-1 0 0 0,-2 1 0 0 0,-1-1 0 0 0,-2 0 1 0 0,-2-1-1 0 0,-1 1 0 0 0,-2-1 0 0 0,-1-1 0 0 0,-2 0 0 0 0,-2-1 0 0 0,-33 55 0 0 0,39-74-58 0 0,-1 0 0 0 0,-1-1 0 0 0,0 0 0 0 0,-1-1-1 0 0,-20 16 1 0 0,28-25 25 0 0,-1 1 0 0 0,0-1 0 0 0,0 0 1 0 0,0-1-1 0 0,0 1 0 0 0,-1-1 0 0 0,1-1 0 0 0,-1 1 0 0 0,0-1 0 0 0,0 0 0 0 0,0-1 0 0 0,0 1 0 0 0,0-1 0 0 0,0-1 0 0 0,0 1 0 0 0,-13-2 0 0 0,17 1-23 0 0,0-1-1 0 0,0 0 0 0 0,0 1 1 0 0,1-1-1 0 0,-1 0 0 0 0,0-1 0 0 0,1 1 1 0 0,-1 0-1 0 0,1-1 0 0 0,0 1 0 0 0,-1-1 1 0 0,1 0-1 0 0,0 0 0 0 0,0 0 1 0 0,0 0-1 0 0,0 0 0 0 0,0 0 0 0 0,1 0 1 0 0,-3-5-1 0 0,1 2-10 0 0,1 0 0 0 0,1 0 0 0 0,-1 0 1 0 0,1 0-1 0 0,0-1 0 0 0,0 1 0 0 0,0 0 0 0 0,1-1 1 0 0,0-9-1 0 0,1 0-69 0 0,1 0-1 0 0,1 0 1 0 0,0 0 0 0 0,1 0 0 0 0,0 1-1 0 0,11-23 1 0 0,-1 11-366 0 0,1 0 1 0 0,2 1-1 0 0,19-25 0 0 0,28-26-5856 0 0,-51 62 3930 0 0,-1-1-962 0 0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2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6 132 0 0,'0'-1'295'0'0,"1"1"0"0"0,-1-1 0 0 0,1 1 0 0 0,0-1 0 0 0,-1 1 0 0 0,1-1 0 0 0,-1 1 0 0 0,1 0 0 0 0,0 0-1 0 0,0-1 1 0 0,-1 1 0 0 0,1 0 0 0 0,0 0 0 0 0,-1-1 0 0 0,1 1 0 0 0,0 0 0 0 0,0 0 0 0 0,-1 0 0 0 0,1 0 0 0 0,0 0 0 0 0,0 0 0 0 0,-1 0 0 0 0,2 1 0 0 0,13 11 2863 0 0,13 38-3235 0 0,-10-17-698 0 0,13-6-4956 0 0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2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32 0 0,'1'-1'383'0'0,"0"0"1"0"0,0 0-1 0 0,0 1 1 0 0,0-1-1 0 0,0 1 1 0 0,0-1-1 0 0,1 1 1 0 0,-1-1-1 0 0,0 1 1 0 0,0 0-1 0 0,0 0 1 0 0,0-1-1 0 0,1 1 1 0 0,-1 0-1 0 0,0 0 1 0 0,0 0-1 0 0,3 1 1 0 0,-3-1-210 0 0,0 0 1 0 0,0 1-1 0 0,0-1 1 0 0,0 1-1 0 0,0 0 1 0 0,-1-1-1 0 0,1 1 1 0 0,0 0-1 0 0,0-1 1 0 0,0 1-1 0 0,-1 0 1 0 0,1 0-1 0 0,0 0 1 0 0,-1 0-1 0 0,1 0 1 0 0,0 1-1 0 0,3 7-235 0 0,-1-1 0 0 0,-1 1-1 0 0,0-1 1 0 0,2 15 0 0 0,5 16-637 0 0,4-6-3683 0 0,-6-20 1837 0 0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2.7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8 188 0 0,'0'0'1277'0'0,"19"-7"11701"0"0,-25 65-11539 0 0,-1 3-2429 0 0,5-24-8127 0 0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3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1 484 0 0,'0'0'956'0'0,"10"3"856"0"0,-4 8-20 0 0,-1 1-95 0 0,-7 4-973 0 0,1-3-80 0 0,-5-2-112 0 0,0 4-288 0 0,-3 8-432 0 0,-1-7-612 0 0,-9 4-516 0 0,2-1-1429 0 0,-2-1 629 0 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4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52 122 1128 0 0,'0'0'2940'0'0,"-4"-4"-1578"0"0,-13-19 1236 0 0,14 16-1203 0 0,0 0 0 0 0,0 0 0 0 0,0 0-1 0 0,1-1 1 0 0,0 1 0 0 0,1-1 0 0 0,0 1-1 0 0,-1-14 1 0 0,1 6-1681 0 0,-7 33-12315 0 0,7-12 8275 0 0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5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1200 0 0,'0'1'229'0'0,"0"-1"1"0"0,0 1-1 0 0,0-1 0 0 0,0 0 1 0 0,0 1-1 0 0,0-1 0 0 0,0 0 1 0 0,1 1-1 0 0,-1-1 0 0 0,0 1 1 0 0,0-1-1 0 0,0 0 0 0 0,1 1 1 0 0,-1-1-1 0 0,0 0 0 0 0,0 1 1 0 0,1-1-1 0 0,-1 0 0 0 0,0 0 1 0 0,1 1-1 0 0,-1-1 0 0 0,0 0 1 0 0,1 0-1 0 0,-1 0 0 0 0,0 1 1 0 0,1-1-1 0 0,-1 0 0 0 0,1 0 1 0 0,-1 0-1 0 0,0 0 0 0 0,1 0 1 0 0,-1 0-1 0 0,0 0 0 0 0,1 0 1 0 0,-1 0-1 0 0,1 0 0 0 0,0 0 1 0 0,13-11 5999 0 0,-5 4-6116 0 0,0 1-3491 0 0,3-2-2986 0 0,-5 2 2701 0 0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5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31 952 0 0,'9'-31'11559'0'0,"-13"70"-6631"0"0,-17 104-4427 0 0,-95 356 392 0 0,108-466-888 0 0,-10 32 69 0 0,18-64-70 0 0,-1 0 0 0 0,1 0 0 0 0,-1 0 0 0 0,1-1 0 0 0,0 1-1 0 0,0 0 1 0 0,-1 0 0 0 0,1 0 0 0 0,0 0 0 0 0,0 0 0 0 0,0 0-1 0 0,0 0 1 0 0,0 0 0 0 0,0 0 0 0 0,0 0 0 0 0,0 0 0 0 0,1 0-1 0 0,-1-1 1 0 0,0 1 0 0 0,1 0 0 0 0,-1 0 0 0 0,0 0 0 0 0,1 0-1 0 0,-1 0 1 0 0,1-1 0 0 0,-1 1 0 0 0,1 0 0 0 0,0 0 0 0 0,-1-1-1 0 0,1 1 1 0 0,0 0 0 0 0,-1-1 0 0 0,1 1 0 0 0,0-1 0 0 0,0 1-1 0 0,-1-1 1 0 0,1 1 0 0 0,0-1 0 0 0,0 0 0 0 0,0 1 0 0 0,0-1 0 0 0,0 0-1 0 0,0 0 1 0 0,0 1 0 0 0,-1-1 0 0 0,1 0 0 0 0,2 0 0 0 0,46 1 32 0 0,-46-2-43 0 0,233-27-830 0 0,-82-7-3929 0 0,-131 24 2548 0 0,-13 0-3427 0 0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5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4 141 1492 0 0,'0'-2'297'0'0,"-1"0"0"0"0,0 0 0 0 0,1-1 1 0 0,-1 1-1 0 0,1-1 0 0 0,0 1 0 0 0,-1 0 0 0 0,1-1 0 0 0,0 1 0 0 0,1-1 0 0 0,-1 1 1 0 0,0-1-1 0 0,1 1 0 0 0,-1 0 0 0 0,1-1 0 0 0,0 1 0 0 0,0 0 0 0 0,0 0 0 0 0,0-1 0 0 0,2-2 1 0 0,0 1 9 0 0,1 0 0 0 0,-1 0 0 0 0,1 0 0 0 0,0 0 0 0 0,0 1 0 0 0,0 0 0 0 0,1-1 1 0 0,8-4-1 0 0,4 0-28 0 0,0 1 0 0 0,0 0 0 0 0,1 1-1 0 0,26-5 1 0 0,-20 7-384 0 0,1 0 0 0 0,0 1 0 0 0,49 2 0 0 0,-57 3-1533 0 0,1 0 1 0 0,0 1-1 0 0,25 7 0 0 0,-25-3-1129 0 0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6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 96 0 0,'0'0'8719'0'0,"-5"1"-8104"0"0,-1 0-476 0 0,1 1 1 0 0,0-1 0 0 0,0 1 0 0 0,0 0 0 0 0,0 1 0 0 0,0-1 0 0 0,1 1-1 0 0,-1 0 1 0 0,1 0 0 0 0,0 1 0 0 0,0-1 0 0 0,0 1 0 0 0,0 0 0 0 0,-5 7 0 0 0,3-3 34 0 0,-1 1 0 0 0,2 0 0 0 0,-1 1 0 0 0,1-1 0 0 0,1 1 0 0 0,0 0 0 0 0,-6 19 0 0 0,9-22-95 0 0,-1 0-1 0 0,1 1 1 0 0,0-1-1 0 0,0 0 0 0 0,1 1 1 0 0,0-1-1 0 0,0 1 1 0 0,1-1-1 0 0,0 1 0 0 0,0-1 1 0 0,4 11-1 0 0,-4-14-43 0 0,1 0 1 0 0,0 1-1 0 0,0-1 0 0 0,1-1 1 0 0,-1 1-1 0 0,1 0 0 0 0,0-1 1 0 0,0 1-1 0 0,0-1 0 0 0,0 0 1 0 0,0 0-1 0 0,1 0 0 0 0,0 0 1 0 0,-1-1-1 0 0,1 1 0 0 0,0-1 0 0 0,0 0 1 0 0,0 0-1 0 0,1 0 0 0 0,3 0 1 0 0,-3-1 4 0 0,-1 0 0 0 0,1-1 0 0 0,-1 1 0 0 0,0-1 0 0 0,1 0 0 0 0,-1 0 0 0 0,1-1 0 0 0,-1 0 0 0 0,1 1 0 0 0,-1-1 0 0 0,0-1 0 0 0,0 1 0 0 0,1-1 0 0 0,-1 1 0 0 0,0-1 1 0 0,0-1-1 0 0,-1 1 0 0 0,1 0 0 0 0,0-1 0 0 0,-1 0 0 0 0,1 0 0 0 0,-1 0 0 0 0,0 0 0 0 0,3-4 0 0 0,0 0 106 0 0,0 1-1 0 0,-1-1 1 0 0,0-1 0 0 0,0 1-1 0 0,-1-1 1 0 0,0 0 0 0 0,0 0 0 0 0,-1 0-1 0 0,0 0 1 0 0,0-1 0 0 0,1-10-1 0 0,-3 10 41 0 0,0 0 0 0 0,-1 1 0 0 0,0-1 0 0 0,-1 0 0 0 0,0 0 0 0 0,-3-12 1 0 0,3 17-269 0 0,1 0 1 0 0,-1 1-1 0 0,-1 0 1 0 0,1-1 0 0 0,0 1-1 0 0,-1 0 1 0 0,0-1 0 0 0,0 1-1 0 0,0 0 1 0 0,0 0 0 0 0,0 1-1 0 0,0-1 1 0 0,-1 0 0 0 0,0 1-1 0 0,1-1 1 0 0,-1 1 0 0 0,-5-3-1 0 0,6 4-178 0 0,1 1 0 0 0,-1-1-1 0 0,1 1 1 0 0,-1 0 0 0 0,0 0-1 0 0,1-1 1 0 0,-1 1 0 0 0,1 0-1 0 0,-1 1 1 0 0,0-1 0 0 0,1 0-1 0 0,-1 0 1 0 0,0 1-1 0 0,1-1 1 0 0,-1 1 0 0 0,1-1-1 0 0,-1 1 1 0 0,1 0 0 0 0,-1-1-1 0 0,-1 3 1 0 0,-6 4-4690 0 0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6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1320 0 0,'3'-13'2591'0'0,"-2"7"908"0"0,11-51 6953 0 0,-11 55-10088 0 0,10-13-807 0 0,-2 6-5684 0 0,0 9 1714 0 0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6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48 896 0 0,'19'-29'7467'0'0,"-12"26"-7152"0"0,1-1 0 0 0,0 2 0 0 0,0-1 0 0 0,0 1 0 0 0,0 1 0 0 0,0-1 0 0 0,0 1 0 0 0,1 1 1 0 0,-1-1-1 0 0,0 2 0 0 0,0-1 0 0 0,1 1 0 0 0,-1 0 0 0 0,0 1 0 0 0,0 0 0 0 0,0 0 0 0 0,15 6 0 0 0,-20-6-280 0 0,1-1 1 0 0,0 1-1 0 0,-1 0 0 0 0,1 0 0 0 0,-1 0 1 0 0,0 1-1 0 0,1-1 0 0 0,-1 1 0 0 0,0-1 0 0 0,-1 1 1 0 0,1 0-1 0 0,0 0 0 0 0,-1 0 0 0 0,0 1 0 0 0,1-1 1 0 0,-1 1-1 0 0,-1-1 0 0 0,1 1 0 0 0,0 0 0 0 0,-1-1 1 0 0,0 1-1 0 0,0 0 0 0 0,0 0 0 0 0,0 0 0 0 0,-1 0 1 0 0,0 0-1 0 0,1 0 0 0 0,-1 0 0 0 0,-1 0 1 0 0,1 0-1 0 0,-1 0 0 0 0,1 0 0 0 0,-1 0 0 0 0,0 0 1 0 0,0 0-1 0 0,-1-1 0 0 0,1 1 0 0 0,-4 5 0 0 0,-5 9 15 0 0,-1-1 0 0 0,-1-1-1 0 0,0 0 1 0 0,-1 0 0 0 0,-1-2-1 0 0,0 1 1 0 0,-1-2 0 0 0,-1 0-1 0 0,-19 12 1 0 0,27-18-29 0 0,8-7-14 0 0,-1 0-1 0 0,1 0 0 0 0,-1 0 0 0 0,1 0 0 0 0,-1 1 0 0 0,1-1 0 0 0,-1 0 0 0 0,1 1 0 0 0,-1-1 1 0 0,1 0-1 0 0,0 1 0 0 0,-1-1 0 0 0,1 0 0 0 0,-1 1 0 0 0,1-1 0 0 0,0 1 0 0 0,-1-1 0 0 0,1 1 1 0 0,0-1-1 0 0,0 1 0 0 0,-1-1 0 0 0,1 1 0 0 0,0-1 0 0 0,0 1 0 0 0,0-1 0 0 0,0 1 0 0 0,0-1 0 0 0,0 1 1 0 0,-1-1-1 0 0,1 1 0 0 0,0-1 0 0 0,1 1 0 0 0,-1 0 0 0 0,0-1 0 0 0,0 1 0 0 0,0-1 0 0 0,0 1 1 0 0,0-1-1 0 0,0 1 0 0 0,1-1 0 0 0,-1 1 0 0 0,1 0 0 0 0,27 7 109 0 0,48-7 1 0 0,-74-1-103 0 0,41-1-404 0 0,43 5 1 0 0,-28 2-9335 0 0,-47-5 6391 0 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7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1 1504 0 0,'0'0'7821'0'0,"1"4"-7352"0"0,0 1 0 0 0,-1-1 0 0 0,0 1 0 0 0,0-1 0 0 0,0 1 0 0 0,-1 6 0 0 0,-38 66 1422 0 0,0 0-2183 0 0,-5-5-4514 0 0,36-58 1246 0 0,0-2 275 0 0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7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57 540 0 0,'-1'-10'14972'0'0,"-8"13"-14867"0"0,1-1-1 0 0,0 1 0 0 0,0 1 1 0 0,0-1-1 0 0,1 1 1 0 0,-1 1-1 0 0,1-1 1 0 0,0 1-1 0 0,0 1 1 0 0,1-1-1 0 0,-1 1 1 0 0,-6 8-1 0 0,6-7-32 0 0,0 1-1 0 0,1 1 1 0 0,-1-1 0 0 0,2 1-1 0 0,-1 0 1 0 0,1 0 0 0 0,1 1-1 0 0,-1-1 1 0 0,2 1 0 0 0,-5 14-1 0 0,8-20-67 0 0,-1 0 0 0 0,0 0 0 0 0,1 0 0 0 0,0 0 0 0 0,0 1 0 0 0,0-1 0 0 0,0 0 0 0 0,0 0-1 0 0,1 0 1 0 0,0 0 0 0 0,0 0 0 0 0,0 0 0 0 0,1 0 0 0 0,-1 0 0 0 0,1 0 0 0 0,0-1 0 0 0,0 1 0 0 0,0 0 0 0 0,0-1 0 0 0,1 0-1 0 0,0 1 1 0 0,-1-1 0 0 0,1 0 0 0 0,0-1 0 0 0,0 1 0 0 0,1 0 0 0 0,-1-1 0 0 0,1 0 0 0 0,5 4 0 0 0,-3-4-12 0 0,-1 0 1 0 0,1 0-1 0 0,-1 0 0 0 0,1-1 1 0 0,0 0-1 0 0,-1 0 1 0 0,1 0-1 0 0,0-1 1 0 0,0 0-1 0 0,0 0 1 0 0,0 0-1 0 0,0-1 0 0 0,-1 0 1 0 0,1 0-1 0 0,0 0 1 0 0,-1-1-1 0 0,1 0 1 0 0,0 0-1 0 0,-1 0 1 0 0,7-5-1 0 0,-2 0 64 0 0,0 0 0 0 0,-1 0-1 0 0,-1-1 1 0 0,1 0 0 0 0,-1-1 0 0 0,0 1-1 0 0,-1-2 1 0 0,0 1 0 0 0,-1-1 0 0 0,0 0 0 0 0,8-19-1 0 0,-10 21 33 0 0,-1 0 0 0 0,0-1 0 0 0,0 1 0 0 0,-1-1 0 0 0,0 1-1 0 0,-1-1 1 0 0,0 0 0 0 0,0 0 0 0 0,-1 1 0 0 0,0-1 0 0 0,0 0 0 0 0,-1 0-1 0 0,0 0 1 0 0,-1 1 0 0 0,0-1 0 0 0,-4-10 0 0 0,5 15-90 0 0,-1 0 0 0 0,0 0 0 0 0,-1 0 0 0 0,1 1 0 0 0,-1-1-1 0 0,1 1 1 0 0,-1-1 0 0 0,0 1 0 0 0,0 0 0 0 0,-1 0 0 0 0,-4-4 0 0 0,6 6-459 0 0,1 1 308 0 0,0 0 0 0 0,-1 0 0 0 0,1 0 0 0 0,0 0-1 0 0,0 0 1 0 0,-1 1 0 0 0,1-1 0 0 0,0 0 0 0 0,0 0-1 0 0,0 1 1 0 0,-1-1 0 0 0,1 1 0 0 0,0-1 0 0 0,0 1-1 0 0,0 0 1 0 0,0-1 0 0 0,0 1 0 0 0,0 0 0 0 0,0 0-1 0 0,-1 1 1 0 0,-8 8-4330 0 0,3 2 94 0 0,6-3 336 0 0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7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65 624 0 0,'15'-3'2345'0'0,"-13"2"-810"0"0,0 0 0 0 0,0 1-1 0 0,0-1 1 0 0,0 0 0 0 0,0 0-1 0 0,0 0 1 0 0,5-5 4604 0 0,-3 2-4604 0 0,4-5-661 0 0,-7 7 6 0 0,3-7 1600 0 0,2-3-4375 0 0,1 4-3295 0 0,11 2-9401 0 0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8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261 156 236 0 0,'19'-16'6014'0'0,"-12"7"-4037"0"0,-6 8-1127 0 0,0-1-425 0 0,1 0-1 0 0,-1 0 0 0 0,0 0 0 0 0,0 0 0 0 0,0 0 1 0 0,0 0-1 0 0,0 0 0 0 0,-1 0 0 0 0,1 0 0 0 0,-1 0 0 0 0,1 0 1 0 0,-1 0-1 0 0,0-4 0 0 0,0 1-190 0 0,-1 1 0 0 0,0-1 1 0 0,-1 1-1 0 0,1-1 0 0 0,-1 1 0 0 0,0-1 0 0 0,0 1 1 0 0,0 0-1 0 0,-1 0 0 0 0,0 0 0 0 0,1 0 0 0 0,-1 0 0 0 0,-1 1 1 0 0,1-1-1 0 0,-4-2 0 0 0,3 3-195 0 0,0-1 0 0 0,-1 2 0 0 0,1-1 0 0 0,-1 0 0 0 0,1 1 0 0 0,-1 0-1 0 0,0 0 1 0 0,0 0 0 0 0,0 1 0 0 0,0-1 0 0 0,0 1 0 0 0,-1 1 0 0 0,1-1 0 0 0,0 1 0 0 0,0 0 0 0 0,-1 0 0 0 0,1 0-1 0 0,0 1 1 0 0,0-1 0 0 0,0 1 0 0 0,-9 3 0 0 0,1 1-26 0 0,1 0-1 0 0,0 0 0 0 0,1 1 1 0 0,0 0-1 0 0,0 1 0 0 0,0 0 1 0 0,1 1-1 0 0,-19 17 1 0 0,27-22-16 0 0,0-1 0 0 0,0 1 1 0 0,-1 0-1 0 0,2 0 0 0 0,-1-1 1 0 0,0 1-1 0 0,0 0 1 0 0,1 0-1 0 0,0 1 0 0 0,0-1 1 0 0,0 0-1 0 0,0 0 1 0 0,0 1-1 0 0,0-1 0 0 0,1 0 1 0 0,0 1-1 0 0,0-1 0 0 0,0 1 1 0 0,0-1-1 0 0,0 0 1 0 0,1 1-1 0 0,-1-1 0 0 0,1 0 1 0 0,0 1-1 0 0,0-1 0 0 0,0 0 1 0 0,0 0-1 0 0,1 0 1 0 0,-1 0-1 0 0,1 0 0 0 0,0 0 1 0 0,0 0-1 0 0,0 0 1 0 0,0-1-1 0 0,1 1 0 0 0,-1-1 1 0 0,1 0-1 0 0,4 4 0 0 0,-4-4-17 0 0,1 1 0 0 0,-1-1 0 0 0,1 0 0 0 0,0 0-1 0 0,-1 0 1 0 0,1-1 0 0 0,0 1 0 0 0,0-1 0 0 0,0 0-1 0 0,1 0 1 0 0,-1-1 0 0 0,0 1 0 0 0,0-1 0 0 0,0 0-1 0 0,0 0 1 0 0,1 0 0 0 0,5-1 0 0 0,8-2-47 0 0,-1-1 0 0 0,27-8 0 0 0,-43 12 61 0 0,68-36 226 0 0,-68 36 42 0 0,-1-1-255 0 0,0 1 0 0 0,0 0-1 0 0,0 0 1 0 0,1 0-1 0 0,-1 0 1 0 0,0-1-1 0 0,0 1 1 0 0,0 0 0 0 0,0 0-1 0 0,0 0 1 0 0,0 0-1 0 0,1-1 1 0 0,-1 1-1 0 0,0 0 1 0 0,0 0-1 0 0,0 0 1 0 0,0 0 0 0 0,1 0-1 0 0,-1 0 1 0 0,0-1-1 0 0,0 1 1 0 0,0 0-1 0 0,1 0 1 0 0,-1 0-1 0 0,0 0 1 0 0,0 0 0 0 0,0 0-1 0 0,1 0 1 0 0,-1 0-1 0 0,0 0 1 0 0,0 0-1 0 0,0 0 1 0 0,1 0 0 0 0,-1 0-1 0 0,0 0 1 0 0,0 0-1 0 0,0 0 1 0 0,1 0-1 0 0,-1 0 1 0 0,0 1-1 0 0,0-1 1 0 0,0 0 0 0 0,1 0-1 0 0,-1 0 1 0 0,0 0-1 0 0,0 0 1 0 0,0 0-1 0 0,0 1 1 0 0,1-1-1 0 0,-42 236 716 0 0,35-199-502 0 0,-1 0-1 0 0,-20 56 1 0 0,27-92-196 0 0,-2 2-651 0 0,-3 3 1067 0 0,-8-31-18162 0 0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09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218 67 96 0 0,'0'0'1366'0'0,"24"-24"7516"0"0,16 13-7618 0 0,1 2 0 0 0,0 1 0 0 0,49-2 1 0 0,-65 8-661 0 0,-23 1-522 0 0,1 1 0 0 0,-1-1 0 0 0,0 1 0 0 0,1 0 0 0 0,-1 0 0 0 0,1 0 0 0 0,-1 0 0 0 0,0 0 0 0 0,1 0 0 0 0,-1 1 0 0 0,0-1 0 0 0,1 1-1 0 0,-1 0 1 0 0,0 0 0 0 0,4 1 0 0 0,-4 3-37 0 0,0 0 0 0 0,-1 0 0 0 0,1 0 0 0 0,-1 0-1 0 0,-1 0 1 0 0,1 1 0 0 0,0-1 0 0 0,-1 10 0 0 0,-1 56 254 0 0,0 34 102 0 0,25 206 0 0 0,-24-307-394 0 0,20 147 141 0 0,-19-129-124 0 0,0 0 0 0 0,-2 0 0 0 0,0-1 1 0 0,-1 1-1 0 0,-6 21 0 0 0,6-37-17 0 0,-1 0 1 0 0,1 0-1 0 0,-1-1 1 0 0,0 1-1 0 0,-1-1 1 0 0,1 0-1 0 0,-1 0 0 0 0,0 0 1 0 0,0 0-1 0 0,-1-1 1 0 0,1 0-1 0 0,-1 0 0 0 0,0 0 1 0 0,0 0-1 0 0,0-1 1 0 0,-1 0-1 0 0,1 0 0 0 0,-1 0 1 0 0,0-1-1 0 0,0 0 1 0 0,0 0-1 0 0,-6 1 0 0 0,-20 5-135 0 0,0-1 1 0 0,-64 4-1 0 0,74-9-133 0 0,-109 5-2940 0 0,41-8-4284 0 0,40-3 3008 0 0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16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98 280 0 0,'0'0'14067'0'0,"2"-6"-13676"0"0,0 1-307 0 0,0 1 1 0 0,0-1-1 0 0,1 1 1 0 0,0-1-1 0 0,0 1 1 0 0,0 0-1 0 0,0 0 0 0 0,1 1 1 0 0,0-1-1 0 0,-1 1 1 0 0,1-1-1 0 0,0 1 1 0 0,1 1-1 0 0,-1-1 0 0 0,1 0 1 0 0,-1 1-1 0 0,1 0 1 0 0,8-3-1 0 0,-3 1-37 0 0,1 0 0 0 0,-1 1 0 0 0,0 0 0 0 0,1 0 0 0 0,0 1 0 0 0,-1 1-1 0 0,1 0 1 0 0,0 0 0 0 0,0 1 0 0 0,12 1 0 0 0,-19 0-72 0 0,-1-1 0 0 0,1 1 0 0 0,-1-1 0 0 0,1 1 0 0 0,-1 0 0 0 0,1 1 0 0 0,-1-1 0 0 0,0 0 0 0 0,0 1 0 0 0,0 0 0 0 0,0 0 0 0 0,0 0 0 0 0,0 0 0 0 0,0 0-1 0 0,0 1 1 0 0,-1-1 0 0 0,1 1 0 0 0,-1-1 0 0 0,0 1 0 0 0,0 0 0 0 0,0 0 0 0 0,0 0 0 0 0,0 0 0 0 0,-1 1 0 0 0,1-1 0 0 0,-1 0 0 0 0,0 1 0 0 0,0-1 0 0 0,0 1 0 0 0,-1-1 0 0 0,1 1 0 0 0,-1-1 0 0 0,0 7 0 0 0,0 2-58 0 0,-1 0 1 0 0,0 0 0 0 0,0 0 0 0 0,-2 0-1 0 0,1-1 1 0 0,-2 1 0 0 0,-8 21-1 0 0,-3-1-134 0 0,-25 38 1 0 0,28-50 114 0 0,8-14 51 0 0,4-5 49 0 0,0-1 0 0 0,1 1 0 0 0,-1-1 0 0 0,0 1 0 0 0,0-1 1 0 0,1 1-1 0 0,-1-1 0 0 0,0 0 0 0 0,1 1 0 0 0,-1-1 0 0 0,0 1 0 0 0,1-1 1 0 0,-1 0-1 0 0,0 1 0 0 0,1-1 0 0 0,-1 0 0 0 0,1 1 0 0 0,-1-1 0 0 0,1 0 1 0 0,-1 0-1 0 0,1 0 0 0 0,-1 1 0 0 0,1-1 0 0 0,-1 0 0 0 0,1 0 0 0 0,-1 0 1 0 0,1 0-1 0 0,-1 0 0 0 0,1 0 0 0 0,-1 0 0 0 0,1 0 0 0 0,-1 0 0 0 0,1 0 1 0 0,-1 0-1 0 0,1 0 0 0 0,-1 0 0 0 0,1-1 0 0 0,-1 1 0 0 0,1 0 0 0 0,14-2-164 0 0,0-1 1 0 0,-1 0-1 0 0,1-2 0 0 0,-1 1 0 0 0,0-1 0 0 0,0-1 0 0 0,15-9 0 0 0,6-1-645 0 0,-18 8 48 0 0,-1 0 0 0 0,24-17 0 0 0,6-10-4105 0 0,-22 16 1836 0 0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16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735 26 648 0 0,'-18'-7'401'0'0,"-1"2"0"0"0,0 1-1 0 0,1 0 1 0 0,-2 2 0 0 0,1 0 0 0 0,0 1 0 0 0,0 0-1 0 0,-1 2 1 0 0,1 0 0 0 0,0 2 0 0 0,0 0-1 0 0,0 1 1 0 0,-19 6 0 0 0,14-1-81 0 0,0 1 1 0 0,1 1-1 0 0,1 1 1 0 0,0 1-1 0 0,1 0 1 0 0,0 2-1 0 0,1 1 1 0 0,0 0-1 0 0,-21 24 0 0 0,19-16-133 0 0,1 2 0 0 0,0 0-1 0 0,2 0 1 0 0,2 2-1 0 0,0 1 1 0 0,2 0 0 0 0,1 1-1 0 0,1 0 1 0 0,2 1-1 0 0,1 0 1 0 0,1 1 0 0 0,2 0-1 0 0,1 1 1 0 0,2-1 0 0 0,-1 58-1 0 0,6-69-106 0 0,0-1 0 0 0,2 1-1 0 0,1-1 1 0 0,0 1 0 0 0,2-1 0 0 0,0 0-1 0 0,1-1 1 0 0,1 0 0 0 0,1 0 0 0 0,19 31 0 0 0,-17-35-44 0 0,0 0 1 0 0,2-2 0 0 0,-1 1 0 0 0,2-1 0 0 0,0-1 0 0 0,0 0 0 0 0,1-1 0 0 0,0-1 0 0 0,1 0 0 0 0,0-1 0 0 0,1-1 0 0 0,22 8 0 0 0,-13-7-44 0 0,0-2 0 0 0,1 0 0 0 0,0-2 1 0 0,1-1-1 0 0,-1-1 0 0 0,1-1 1 0 0,-1-2-1 0 0,1-1 0 0 0,-1-1 0 0 0,1-1 1 0 0,-1-1-1 0 0,0-1 0 0 0,0-2 0 0 0,49-19 1 0 0,-43 12 107 0 0,-1-1 1 0 0,-1-2-1 0 0,0-1 1 0 0,-1-1-1 0 0,-1-1 1 0 0,-1-2-1 0 0,-1-1 1 0 0,-1-1-1 0 0,-1-2 1 0 0,-1 0 0 0 0,24-34-1 0 0,-37 41 39 0 0,0 0 0 0 0,-1 0 0 0 0,0-1 1 0 0,-2 0-1 0 0,0 0 0 0 0,-2-1 0 0 0,0 0 0 0 0,-1-1 0 0 0,-1 1 0 0 0,-1-1 0 0 0,-2 0 1 0 0,0 1-1 0 0,0-1 0 0 0,-5-27 0 0 0,2 26-112 0 0,-2 0 0 0 0,0 0 0 0 0,-2 1 0 0 0,0 0 0 0 0,-2 0 0 0 0,0 0 0 0 0,-1 1 0 0 0,-1 0 0 0 0,-1 1 0 0 0,-1 0 0 0 0,-1 1 0 0 0,-1 1 0 0 0,-22-24 0 0 0,27 33-357 0 0,-1 0-1 0 0,-1 1 1 0 0,1 0-1 0 0,-1 1 1 0 0,0 1 0 0 0,-1-1-1 0 0,-20-7 1 0 0,-48-9-7360 0 0,50 17 3699 0 0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17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470 127 44 0 0,'0'-5'384'0'0,"0"0"1"0"0,-1 1-1 0 0,1-1 0 0 0,-1 0 0 0 0,0 1 1 0 0,0-1-1 0 0,-1 0 0 0 0,1 1 0 0 0,-1-1 1 0 0,0 1-1 0 0,-1 0 0 0 0,1 0 0 0 0,0 0 1 0 0,-1 0-1 0 0,0 0 0 0 0,0 0 1 0 0,-5-4-1 0 0,3 4-79 0 0,-1-1 0 0 0,0 1 0 0 0,0 0 0 0 0,0 1 0 0 0,0-1 0 0 0,-1 1 0 0 0,0 1 0 0 0,1-1 0 0 0,-1 1 0 0 0,-13-3 0 0 0,10 4-165 0 0,1-1 0 0 0,-1 1 0 0 0,1 1 0 0 0,-1-1 0 0 0,1 2 0 0 0,-1-1-1 0 0,1 1 1 0 0,-1 1 0 0 0,1 0 0 0 0,0 0 0 0 0,-1 1 0 0 0,1 0 0 0 0,0 1-1 0 0,1-1 1 0 0,-1 2 0 0 0,1-1 0 0 0,-14 11 0 0 0,19-12-107 0 0,0 0 0 0 0,0 1-1 0 0,1 0 1 0 0,0-1 0 0 0,-1 1 0 0 0,1 0 0 0 0,0 0 0 0 0,1 0-1 0 0,-1 0 1 0 0,1 0 0 0 0,0 0 0 0 0,0 1 0 0 0,0-1 0 0 0,0 0-1 0 0,1 1 1 0 0,0-1 0 0 0,0 0 0 0 0,0 1 0 0 0,0-1 0 0 0,1 0-1 0 0,-1 1 1 0 0,1-1 0 0 0,0 0 0 0 0,1 1 0 0 0,-1-1 0 0 0,3 5-1 0 0,5 11 48 0 0,0 0-1 0 0,1 0 0 0 0,24 33 0 0 0,-12-22 15 0 0,-1 2 0 0 0,-2 0-1 0 0,27 66 1 0 0,-44-95-86 0 0,-1-1 0 0 0,1 1 1 0 0,-1 0-1 0 0,0-1 0 0 0,-1 1 0 0 0,1 0 0 0 0,0 0 1 0 0,-1 0-1 0 0,0 0 0 0 0,0 0 0 0 0,0 0 1 0 0,-1-1-1 0 0,1 1 0 0 0,-1 0 0 0 0,0 0 0 0 0,0 0 1 0 0,0-1-1 0 0,0 1 0 0 0,-1 0 0 0 0,0-1 0 0 0,1 1 1 0 0,-1-1-1 0 0,-1 0 0 0 0,1 0 0 0 0,0 1 1 0 0,-1-2-1 0 0,1 1 0 0 0,-1 0 0 0 0,0 0 0 0 0,0-1 1 0 0,0 0-1 0 0,-1 1 0 0 0,-3 1 0 0 0,-1 0 53 0 0,0-1 0 0 0,0 1 0 0 0,-1-2 0 0 0,1 1 0 0 0,-1-1-1 0 0,0 0 1 0 0,1-1 0 0 0,-1 0 0 0 0,0-1 0 0 0,0 0 0 0 0,0 0 0 0 0,0-1 0 0 0,-12-2-1 0 0,8 0 52 0 0,0 0 0 0 0,1-1-1 0 0,0-1 1 0 0,-1 0-1 0 0,2-1 1 0 0,-17-9-1 0 0,24 13-126 0 0,1 0-1 0 0,-1 0 0 0 0,1-1 0 0 0,0 1 0 0 0,0-1 1 0 0,0 0-1 0 0,0 1 0 0 0,0-1 0 0 0,1 0 0 0 0,-1-1 0 0 0,1 1 1 0 0,0 0-1 0 0,0-1 0 0 0,0 1 0 0 0,0-1 0 0 0,1 0 0 0 0,0 0 1 0 0,-1 1-1 0 0,1-1 0 0 0,0 0 0 0 0,1 0 0 0 0,-1 0 0 0 0,1 0 1 0 0,0-7-1 0 0,1 8-139 0 0,0 0 1 0 0,0 0-1 0 0,1 0 1 0 0,-1 0-1 0 0,1 1 0 0 0,0-1 1 0 0,0 0-1 0 0,0 1 1 0 0,0-1-1 0 0,0 1 1 0 0,1 0-1 0 0,-1 0 0 0 0,0 0 1 0 0,1 0-1 0 0,0 0 1 0 0,0 0-1 0 0,-1 1 1 0 0,1-1-1 0 0,0 1 1 0 0,0 0-1 0 0,5-2 0 0 0,68-15-6718 0 0,-74 18 6352 0 0,17-4-2369 0 0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18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86 336 0 0,'0'0'5649'0'0,"1"-1"-5514"0"0,-1 1 0 0 0,1 0 1 0 0,-1 0-1 0 0,1 0 0 0 0,-1 0 0 0 0,0-1 0 0 0,1 1 0 0 0,-1 0 0 0 0,1 0 0 0 0,-1 0 0 0 0,1 0 0 0 0,-1 0 1 0 0,1 0-1 0 0,-1 0 0 0 0,1 0 0 0 0,-1 1 0 0 0,1-1 0 0 0,-1 0 0 0 0,1 0 0 0 0,-1 0 0 0 0,1 0 1 0 0,-1 1-1 0 0,1-1 0 0 0,0 1 0 0 0,21 106 2812 0 0,-22-106-2935 0 0,0-1 1 0 0,0 1-1 0 0,0-1 0 0 0,0 1 1 0 0,0-1-1 0 0,0 1 0 0 0,0-1 1 0 0,0 0-1 0 0,0 1 1 0 0,0-1-1 0 0,0 1 0 0 0,0-1 1 0 0,1 1-1 0 0,-1-1 0 0 0,0 0 1 0 0,0 1-1 0 0,0-1 1 0 0,1 0-1 0 0,-1 1 0 0 0,0-1 1 0 0,1 0-1 0 0,-1 1 0 0 0,0-1 1 0 0,1 0-1 0 0,-1 1 1 0 0,0-1-1 0 0,1 0 0 0 0,-1 0 1 0 0,0 1-1 0 0,1-1 0 0 0,-1 0 1 0 0,1 0-1 0 0,-1 0 1 0 0,1 0-1 0 0,-1 0 0 0 0,0 0 1 0 0,1 0-1 0 0,-1 1 0 0 0,1-1 1 0 0,-1 0-1 0 0,1 0 1 0 0,-1-1-1 0 0,1 1 0 0 0,-1 0 1 0 0,0 0-1 0 0,1 0 0 0 0,-1 0 1 0 0,1 0-1 0 0,-1 0 1 0 0,0-1-1 0 0,2 1 0 0 0,20-23 101 0 0,-20 21-143 0 0,-1 0 0 0 0,1 0 0 0 0,0 0 0 0 0,0 0 1 0 0,0 0-1 0 0,0 0 0 0 0,0 0 0 0 0,0 1 0 0 0,0-1 1 0 0,4-1-1 0 0,146 9-670 0 0,-140-6 686 0 0,-1-1-1 0 0,1-1 0 0 0,-1 0 0 0 0,1 0 0 0 0,-1-1 0 0 0,17-7 0 0 0,-23 8 75 0 0,0-1 0 0 0,0 0 1 0 0,-1 1-1 0 0,1-2 0 0 0,-1 1 0 0 0,1 0 0 0 0,-1-1 1 0 0,0 0-1 0 0,0 0 0 0 0,-1 0 0 0 0,1-1 0 0 0,-1 1 1 0 0,0-1-1 0 0,0 0 0 0 0,3-9 0 0 0,-5 11 7 0 0,0 0 0 0 0,-1 0 0 0 0,0-1 0 0 0,0 1 0 0 0,0 0 0 0 0,0 0 0 0 0,0-1 0 0 0,-1 1 0 0 0,1 0 0 0 0,-1 0 0 0 0,0-1 0 0 0,0 1 0 0 0,0 0-1 0 0,-1 0 1 0 0,1 0 0 0 0,-1 0 0 0 0,1 0 0 0 0,-1 1 0 0 0,0-1 0 0 0,0 0 0 0 0,0 1 0 0 0,0 0 0 0 0,-4-4 0 0 0,4 5 112 0 0,0 1-171 0 0,0 0 1 0 0,0-1-1 0 0,0 1 1 0 0,-1 0 0 0 0,1 0-1 0 0,0 1 1 0 0,0-1-1 0 0,0 0 1 0 0,0 1 0 0 0,0-1-1 0 0,0 1 1 0 0,0-1-1 0 0,0 1 1 0 0,0 0 0 0 0,0 0-1 0 0,0 0 1 0 0,0 0 0 0 0,1 1-1 0 0,-1-1 1 0 0,0 0-1 0 0,1 1 1 0 0,-1-1 0 0 0,1 1-1 0 0,-1-1 1 0 0,1 1-1 0 0,0 0 1 0 0,0 0 0 0 0,-1-1-1 0 0,1 1 1 0 0,1 0-1 0 0,-1 0 1 0 0,0 0 0 0 0,0 0-1 0 0,1 0 1 0 0,-1 0-1 0 0,1 0 1 0 0,0 0 0 0 0,-1 1-1 0 0,1-1 1 0 0,0 0-1 0 0,0 0 1 0 0,1 0 0 0 0,-1 0-1 0 0,0 0 1 0 0,1 0-1 0 0,0 4 1 0 0,2 3 6 0 0,0 1-1 0 0,0-1 1 0 0,1 1 0 0 0,0-1-1 0 0,0 0 1 0 0,1-1-1 0 0,0 1 1 0 0,12 13 0 0 0,11 6 2 0 0,-19-20-11 0 0,-1 1 1 0 0,1 0-1 0 0,-2 0 1 0 0,14 21 0 0 0,-19-28 1 0 0,-2-1-6 0 0,0-1-1 0 0,0 0 0 0 0,1 0 1 0 0,-1 0-1 0 0,0 0 0 0 0,0 0 0 0 0,0 1 1 0 0,1-1-1 0 0,-1 0 0 0 0,0 0 1 0 0,0 0-1 0 0,0 1 0 0 0,0-1 1 0 0,1 0-1 0 0,-1 0 0 0 0,0 1 0 0 0,0-1 1 0 0,0 0-1 0 0,0 0 0 0 0,0 1 1 0 0,0-1-1 0 0,0 0 0 0 0,0 0 1 0 0,0 1-1 0 0,0-1 0 0 0,1 0 0 0 0,-1 0 1 0 0,-1 1-1 0 0,1-1 0 0 0,0 0 1 0 0,0 1-1 0 0,0-1 0 0 0,0 0 1 0 0,0 0-1 0 0,0 1 0 0 0,0-1 0 0 0,0 0 1 0 0,0 0-1 0 0,0 1 0 0 0,-1-1 1 0 0,1 0-1 0 0,0 0 0 0 0,0 0 1 0 0,0 1-1 0 0,0-1 0 0 0,-1 0 0 0 0,1 0 1 0 0,0 0-1 0 0,0 1 0 0 0,-1-1 1 0 0,1 0-1 0 0,0 0 0 0 0,0 0 1 0 0,-1 0-1 0 0,1 0 0 0 0,0 0 0 0 0,0 0 1 0 0,-1 0-1 0 0,1 0 0 0 0,0 1 1 0 0,-22 6 34 0 0,-10-5-78 0 0,28-2-88 0 0,0-1-97 0 0,-3 0-21 0 0,-17-3-578 0 0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0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32 116 0 0,'-1'-10'1605'0'0,"-7"-12"9883"0"0,3 63-10862 0 0,-25 320 1904 0 0,29-317-2440 0 0,-1 0 0 0 0,-12 65-1 0 0,-9-32-4359 0 0,19-71 2483 0 0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1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0 528 360 0 0,'74'-10'1268'0'0,"-1"-4"-1"0"0,90-29 0 0 0,-114 29-895 0 0,-33 10-278 0 0,37-11 536 0 0,100-41 0 0 0,-140 51-507 0 0,0-2 1 0 0,0 0-1 0 0,-1 0 1 0 0,0-1-1 0 0,0 0 1 0 0,-1-1 0 0 0,0 0-1 0 0,-1-1 1 0 0,0-1-1 0 0,0 1 1 0 0,-1-1-1 0 0,15-25 1 0 0,-21 30-24 0 0,0-1 0 0 0,0 0-1 0 0,-1 1 1 0 0,0-1 0 0 0,0 0 0 0 0,0 0 0 0 0,-1 0-1 0 0,0-1 1 0 0,-1 1 0 0 0,1 0 0 0 0,-1 0 0 0 0,-1 0-1 0 0,1-1 1 0 0,-1 1 0 0 0,-1 0 0 0 0,1 0 0 0 0,-1 0-1 0 0,0 0 1 0 0,-1 1 0 0 0,0-1 0 0 0,0 0-1 0 0,0 1 1 0 0,-1 0 0 0 0,0 0 0 0 0,0 0 0 0 0,0 0-1 0 0,-1 1 1 0 0,0-1 0 0 0,0 1 0 0 0,0 0 0 0 0,-1 1-1 0 0,0 0 1 0 0,0-1 0 0 0,0 2 0 0 0,0-1 0 0 0,-12-4-1 0 0,16 7-79 0 0,0 1 0 0 0,0 0 0 0 0,0 0 0 0 0,0 0-1 0 0,0 0 1 0 0,0 0 0 0 0,0 0 0 0 0,0 0-1 0 0,0 0 1 0 0,1 1 0 0 0,-1-1 0 0 0,0 1 0 0 0,0 0-1 0 0,0 0 1 0 0,0-1 0 0 0,0 1 0 0 0,1 0 0 0 0,-1 0-1 0 0,0 1 1 0 0,1-1 0 0 0,-1 0 0 0 0,1 0 0 0 0,-1 1-1 0 0,1-1 1 0 0,0 1 0 0 0,-3 3 0 0 0,-24 43 185 0 0,17-21-88 0 0,2 0-1 0 0,1 1 1 0 0,1 0-1 0 0,1 0 1 0 0,1 0-1 0 0,0 36 1 0 0,8 178 450 0 0,3-86-72 0 0,-6-156-286 0 0,1-32-2 0 0,10-54 0 0 0,-10 85-212 0 0,1 0-1 0 0,-1 0 1 0 0,1 0-1 0 0,-1 1 1 0 0,1-1-1 0 0,-1 0 0 0 0,1 1 1 0 0,0-1-1 0 0,-1 0 1 0 0,1 1-1 0 0,0 0 1 0 0,-1-1-1 0 0,1 1 1 0 0,0 0-1 0 0,-1 0 0 0 0,1 0 1 0 0,0 0-1 0 0,0 0 1 0 0,-1 1-1 0 0,1-1 1 0 0,0 0-1 0 0,-1 1 1 0 0,3 0-1 0 0,51 11-32 0 0,-18-2-56 0 0,50 6 1 0 0,-76-15 56 0 0,0 0 0 0 0,1 0 0 0 0,-1-1 0 0 0,0-1 0 0 0,1 0 0 0 0,-1 0 0 0 0,0-1 0 0 0,0 0 0 0 0,13-5 0 0 0,-22 6 52 0 0,0 0 0 0 0,1 0 1 0 0,-1 0-1 0 0,0-1 1 0 0,0 1-1 0 0,0 0 1 0 0,0-1-1 0 0,0 0 0 0 0,0 1 1 0 0,-1-1-1 0 0,1 0 1 0 0,0 0-1 0 0,1-3 1 0 0,-2 4 536 0 0,-1 0-444 0 0,1 0 0 0 0,-1 0 0 0 0,1 0 0 0 0,-1 0 0 0 0,0 0 0 0 0,1 0 0 0 0,-1 0 0 0 0,0 0 0 0 0,0 0 0 0 0,0 0 0 0 0,0 0 0 0 0,0-1 0 0 0,0 1 0 0 0,0 0 0 0 0,0 0 0 0 0,-1-2 0 0 0,1 3-118 0 0,-1 0-1 0 0,0 0 1 0 0,1 0-1 0 0,-1 0 1 0 0,0-1 0 0 0,0 1-1 0 0,1 0 1 0 0,-1 1-1 0 0,0-1 1 0 0,0 0-1 0 0,1 0 1 0 0,-1 0-1 0 0,0 0 1 0 0,1 1-1 0 0,-1-1 1 0 0,0 0-1 0 0,1 0 1 0 0,-1 1-1 0 0,0-1 1 0 0,1 1-1 0 0,-1-1 1 0 0,1 0-1 0 0,-1 1 1 0 0,0 0-1 0 0,1-1 1 0 0,-1 1-1 0 0,1-1 1 0 0,0 1-1 0 0,-2 0 1 0 0,2 1-72 0 0,0-1 1 0 0,0 1-1 0 0,0-1 1 0 0,0 1 0 0 0,0-1-1 0 0,0 1 1 0 0,0-1 0 0 0,0 0-1 0 0,1 1 1 0 0,-1-1 0 0 0,1 1-1 0 0,-1-1 1 0 0,1 0 0 0 0,0 2-1 0 0,2 3-543 0 0,0-1 0 0 0,0 0 0 0 0,0 0 0 0 0,1-1 0 0 0,-1 1 0 0 0,1-1 0 0 0,9 8 0 0 0,-2-3-3072 0 0,2-2 282 0 0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3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1 137 392 0 0,'0'0'2724'0'0,"28"16"1325"0"0,-24-14-3894 0 0,0 0 1 0 0,0 0 0 0 0,0 0 0 0 0,0 1-1 0 0,0-1 1 0 0,-1 1 0 0 0,1 0 0 0 0,-1 0-1 0 0,0 1 1 0 0,0-1 0 0 0,0 1 0 0 0,0-1-1 0 0,0 1 1 0 0,-1 0 0 0 0,0 0 0 0 0,0 0-1 0 0,0 0 1 0 0,0 1 0 0 0,1 5 0 0 0,-1-1-20 0 0,0 1 0 0 0,-1-1 1 0 0,0 1-1 0 0,-1 0 0 0 0,0-1 0 0 0,0 1 1 0 0,-1-1-1 0 0,-2 11 0 0 0,2-18-108 0 0,0 1 0 0 0,0-1 0 0 0,0 0 0 0 0,0 1-1 0 0,-1-1 1 0 0,1 0 0 0 0,0 0 0 0 0,-1 0 0 0 0,0 0-1 0 0,1 0 1 0 0,-1 0 0 0 0,0-1 0 0 0,0 1 0 0 0,0 0-1 0 0,0-1 1 0 0,-1 0 0 0 0,1 1 0 0 0,0-1 0 0 0,0 0-1 0 0,-1 0 1 0 0,1 0 0 0 0,-1 0 0 0 0,1-1 0 0 0,-1 1-1 0 0,-4 0 1 0 0,4-2 53 0 0,-28-24 330 0 0,26 10 155 0 0,13 12-86 0 0,-1 3-585 0 0,-3 0 190 0 0,49-18 482 0 0,-37 11-419 0 0,-1 0-1 0 0,-1-2 1 0 0,0 0 0 0 0,0 0 0 0 0,0-1-1 0 0,-2-1 1 0 0,1 0 0 0 0,-1-1 0 0 0,-1-1-1 0 0,0 1 1 0 0,18-29 0 0 0,-28 38-96 0 0,1 1 0 0 0,-1-1 0 0 0,0 0 0 0 0,0 1 0 0 0,0-1 0 0 0,-1 0 1 0 0,1 0-1 0 0,-1 0 0 0 0,1 0 0 0 0,-1 0 0 0 0,0-5 0 0 0,0 7-46 0 0,0 0 1 0 0,0 0-1 0 0,-1 1 0 0 0,1-1 1 0 0,0 0-1 0 0,0 0 0 0 0,-1 1 1 0 0,1-1-1 0 0,0 0 0 0 0,-1 1 1 0 0,1-1-1 0 0,-1 0 0 0 0,1 1 1 0 0,-1-1-1 0 0,1 1 0 0 0,-1-1 1 0 0,1 1-1 0 0,-1-1 0 0 0,1 1 0 0 0,-1-1 1 0 0,0 1-1 0 0,0-1 0 0 0,-1 1-7 0 0,0-1 0 0 0,1 1 0 0 0,-1 0-1 0 0,0-1 1 0 0,0 1 0 0 0,1 0-1 0 0,-1 0 1 0 0,0 1 0 0 0,0-1 0 0 0,1 0-1 0 0,-1 1 1 0 0,0-1 0 0 0,1 0-1 0 0,-4 2 1 0 0,-14 6 1 0 0,0 0-1 0 0,0 1 1 0 0,0 1-1 0 0,2 1 1 0 0,-28 21-1 0 0,39-28 0 0 0,1 0 0 0 0,-1 1 0 0 0,1 0 0 0 0,0 0 0 0 0,0 0 0 0 0,0 1 0 0 0,1-1 0 0 0,0 1-1 0 0,0 0 1 0 0,1 1 0 0 0,-1-1 0 0 0,1 0 0 0 0,1 1 0 0 0,-1 0 0 0 0,1 0 0 0 0,0 0 0 0 0,1 0-1 0 0,-1 0 1 0 0,2 0 0 0 0,-1 13 0 0 0,2-15 7 0 0,0 1-1 0 0,1-1 1 0 0,0 1 0 0 0,0-1-1 0 0,1 0 1 0 0,-1 0 0 0 0,1 0-1 0 0,0 0 1 0 0,0 0-1 0 0,1-1 1 0 0,-1 1 0 0 0,1-1-1 0 0,0 0 1 0 0,1 0 0 0 0,-1-1-1 0 0,0 1 1 0 0,1-1-1 0 0,0 0 1 0 0,0 0 0 0 0,0 0-1 0 0,0-1 1 0 0,0 0-1 0 0,7 2 1 0 0,5 2-34 0 0,0-1 0 0 0,0 0-1 0 0,0-2 1 0 0,1 0 0 0 0,-1-1 0 0 0,23 0 0 0 0,-11-2-398 0 0,-1-2 0 0 0,0-2 0 0 0,1 0 0 0 0,45-15 0 0 0,-55 13-97 0 0,0 0-1 0 0,0-2 0 0 0,0 0 0 0 0,-2-2 0 0 0,1 0 0 0 0,-1 0 0 0 0,23-20 0 0 0,-36 27 490 0 0,0-1 1 0 0,0 0-1 0 0,0 0 1 0 0,-1 0-1 0 0,1-1 1 0 0,-1 1-1 0 0,0-1 1 0 0,-1 0-1 0 0,1 0 1 0 0,-1 0-1 0 0,0 0 1 0 0,0 0-1 0 0,0 0 1 0 0,-1 0-1 0 0,0-1 0 0 0,1-8 1 0 0,-2 12 300 0 0,-10-42 2936 0 0,10 52-1573 0 0,2 11-1472 0 0,-2 1 0 0 0,0-1 0 0 0,-2 1-1 0 0,-4 27 1 0 0,5-45-152 0 0,1 0-1 0 0,-1 1 1 0 0,0-1-1 0 0,1 0 1 0 0,-1 0 0 0 0,0 1-1 0 0,-1-1 1 0 0,1 0-1 0 0,0 0 1 0 0,0 0 0 0 0,-1 0-1 0 0,1-1 1 0 0,-4 3-1 0 0,3-2-13 0 0,1-1-6 0 0,-1-4-342 0 0,2-2 317 0 0,-1 0 0 0 0,1 0 0 0 0,0 0 0 0 0,0 0 1 0 0,0 0-1 0 0,0 1 0 0 0,1-1 0 0 0,0 0 0 0 0,0 0 0 0 0,1 0 0 0 0,-1 1 0 0 0,1-1 0 0 0,0 1 0 0 0,0-1 0 0 0,0 1 1 0 0,1 0-1 0 0,5-7 0 0 0,-2 2-12 0 0,0 0 0 0 0,1 1 0 0 0,0 1 1 0 0,0-1-1 0 0,1 1 0 0 0,0 0 0 0 0,18-11 0 0 0,-22 16 33 0 0,1 0-1 0 0,0 1 1 0 0,0-1-1 0 0,0 1 0 0 0,0 0 1 0 0,1 0-1 0 0,-1 1 1 0 0,0 0-1 0 0,0 0 0 0 0,0 0 1 0 0,1 0-1 0 0,-1 1 1 0 0,0 0-1 0 0,9 2 1 0 0,-11-2 16 0 0,1 0 1 0 0,-1 0-1 0 0,0 0 1 0 0,1 0-1 0 0,-1 1 1 0 0,0 0 0 0 0,1-1-1 0 0,-1 1 1 0 0,0 0-1 0 0,0 1 1 0 0,-1-1 0 0 0,1 0-1 0 0,0 1 1 0 0,-1-1-1 0 0,0 1 1 0 0,1 0-1 0 0,-1 0 1 0 0,0 0 0 0 0,0 0-1 0 0,-1 0 1 0 0,1 1-1 0 0,1 3 1 0 0,-3-5 7 0 0,0-1 0 0 0,1 1 0 0 0,-1-1 0 0 0,1 1 0 0 0,-1-1 0 0 0,1 0 0 0 0,-1 1 0 0 0,1-1 0 0 0,0 0 0 0 0,0 1-1 0 0,0-1 1 0 0,0 0 0 0 0,0 0 0 0 0,1 1 0 0 0,-2-1-1 0 0,1-1 0 0 0,-1 0-1 0 0,1 1 1 0 0,0-1 0 0 0,-1 0-1 0 0,1 0 1 0 0,-1 0-1 0 0,1 0 1 0 0,-1 0 0 0 0,1 1-1 0 0,-1-1 1 0 0,1 0 0 0 0,0 0-1 0 0,-1 0 1 0 0,1 0 0 0 0,-1-1-1 0 0,1 1 1 0 0,0 0 0 0 0,-1 0-1 0 0,1 0 1 0 0,-1 0-1 0 0,1-1 1 0 0,-1 1 0 0 0,1 0-1 0 0,2-2 3 0 0,-1 0 0 0 0,0 1 0 0 0,0-1 0 0 0,0 0 0 0 0,0 0 0 0 0,0 0 0 0 0,-1 0 0 0 0,1 0 0 0 0,-1-1 0 0 0,1 1 0 0 0,1-4 0 0 0,27-37-36 0 0,-29 41 10 0 0,7-3-30 0 0,-8 4 46 0 0,1 1 0 0 0,-1-1 0 0 0,1 1 1 0 0,-1-1-1 0 0,1 1 0 0 0,-1-1 0 0 0,1 1 1 0 0,-1-1-1 0 0,1 1 0 0 0,-1-1 1 0 0,1 1-1 0 0,-1 0 0 0 0,1-1 0 0 0,0 1 1 0 0,-1 0-1 0 0,1 0 0 0 0,-1 0 1 0 0,1-1-1 0 0,0 1 0 0 0,-1 0 0 0 0,1 0 1 0 0,0 0-1 0 0,-1 0 0 0 0,1 0 0 0 0,0 0 1 0 0,0 0-1 0 0,11 3-16 0 0,-1 1 1 0 0,1 0-1 0 0,16 9 0 0 0,-19-8-48 0 0,0-1 0 0 0,-1 0-1 0 0,1-1 1 0 0,0 0 0 0 0,1 0 0 0 0,-1-1-1 0 0,1 0 1 0 0,-1-1 0 0 0,1 0-1 0 0,13 0 1 0 0,-15-2 78 0 0,0 0 0 0 0,0 0 0 0 0,0-1 0 0 0,0 0 0 0 0,-1-1 0 0 0,1 1 1 0 0,0-2-1 0 0,-1 1 0 0 0,0-1 0 0 0,0 0 0 0 0,0 0 0 0 0,0-1 0 0 0,-1 0 0 0 0,1 0 0 0 0,-1-1 0 0 0,-1 0 0 0 0,1 0 0 0 0,-1 0 0 0 0,0 0 0 0 0,0-1 0 0 0,-1 0 0 0 0,0 0 0 0 0,0 0 0 0 0,-1-1 0 0 0,0 1 0 0 0,0-1 0 0 0,-1 0 0 0 0,1 0 0 0 0,-2 0 0 0 0,1 0 1 0 0,0-14-1 0 0,-2 20 24 0 0,0 1 0 0 0,1-1 0 0 0,-1 1 0 0 0,0-1 1 0 0,0 0-1 0 0,0 1 0 0 0,0-1 0 0 0,0 0 0 0 0,-1 1 1 0 0,1-1-1 0 0,0 0 0 0 0,-1 1 0 0 0,1-1 0 0 0,-1 1 1 0 0,1-1-1 0 0,-1 1 0 0 0,0-1 0 0 0,0 1 0 0 0,0-1 1 0 0,0 1-1 0 0,0 0 0 0 0,0-1 0 0 0,0 1 0 0 0,0 0 1 0 0,0 0-1 0 0,-1 0 0 0 0,1 0 0 0 0,0 0 0 0 0,-1 0 1 0 0,1 0-1 0 0,-1 1 0 0 0,1-1 0 0 0,-3 0 0 0 0,1 0-10 0 0,0 1-1 0 0,0 0 0 0 0,0 0 1 0 0,0 0-1 0 0,0 1 0 0 0,0-1 1 0 0,0 1-1 0 0,1 0 0 0 0,-1-1 1 0 0,0 1-1 0 0,0 1 0 0 0,0-1 1 0 0,1 0-1 0 0,-1 1 0 0 0,1-1 1 0 0,-1 1-1 0 0,1 0 0 0 0,0-1 1 0 0,-5 6-1 0 0,3-4-7 0 0,0 1 0 0 0,1 0 0 0 0,-1 0 0 0 0,1 0 1 0 0,0 1-1 0 0,0-1 0 0 0,1 1 0 0 0,-1-1 0 0 0,1 1 0 0 0,0 0 0 0 0,0 0 0 0 0,1 0 0 0 0,-3 9 1 0 0,4-11-13 0 0,0 0 1 0 0,0 0-1 0 0,0 0 1 0 0,0 0 0 0 0,1 0-1 0 0,-1 0 1 0 0,1 0-1 0 0,0 0 1 0 0,0-1 0 0 0,0 1-1 0 0,0 0 1 0 0,0 0-1 0 0,1-1 1 0 0,-1 1 0 0 0,1-1-1 0 0,-1 1 1 0 0,1-1 0 0 0,0 0-1 0 0,0 1 1 0 0,0-1-1 0 0,1 0 1 0 0,-1 0 0 0 0,0-1-1 0 0,1 1 1 0 0,4 2-1 0 0,70 32 85 0 0,-63-31-140 0 0,0 1 0 0 0,0 0 0 0 0,-1 1-1 0 0,0 0 1 0 0,0 1 0 0 0,-1 1 0 0 0,17 14 0 0 0,-27-21 43 0 0,-1-1 1 0 0,0 1-1 0 0,0 0 1 0 0,0-1-1 0 0,0 1 0 0 0,0 0 1 0 0,0-1-1 0 0,0 1 0 0 0,-1 0 1 0 0,1 0-1 0 0,-1 0 0 0 0,1 0 1 0 0,-1 0-1 0 0,0-1 0 0 0,0 1 1 0 0,0 0-1 0 0,0 0 1 0 0,0 0-1 0 0,0 0 0 0 0,0 0 1 0 0,-1 0-1 0 0,1 0 0 0 0,-1 0 1 0 0,1 0-1 0 0,-1-1 0 0 0,0 1 1 0 0,1 0-1 0 0,-1 0 1 0 0,0-1-1 0 0,0 1 0 0 0,0-1 1 0 0,-1 1-1 0 0,1-1 0 0 0,0 1 1 0 0,-1-1-1 0 0,1 1 0 0 0,-1-1 1 0 0,1 0-1 0 0,-1 0 0 0 0,1 0 1 0 0,-4 2-1 0 0,1-1 46 0 0,0 1 0 0 0,-1 0 0 0 0,1-1-1 0 0,0 0 1 0 0,-1 0 0 0 0,1 0 0 0 0,-1-1 0 0 0,1 0-1 0 0,-1 1 1 0 0,0-2 0 0 0,0 1 0 0 0,0 0-1 0 0,1-1 1 0 0,-1 0 0 0 0,0 0 0 0 0,0-1 0 0 0,-8-1-1 0 0,13 2-31 0 0,-1 0-1 0 0,0 0 0 0 0,1 0 0 0 0,-1 0 0 0 0,0 0 1 0 0,0 0-1 0 0,1 0 0 0 0,-1-1 0 0 0,0 1 1 0 0,1 0-1 0 0,-1-1 0 0 0,1 1 0 0 0,-1 0 0 0 0,0-1 1 0 0,1 1-1 0 0,-1-1 0 0 0,1 1 0 0 0,-1-1 0 0 0,1 1 1 0 0,-1-1-1 0 0,1 1 0 0 0,-1-1 0 0 0,1 0 0 0 0,0 1 1 0 0,-1-1-1 0 0,1 1 0 0 0,0-1 0 0 0,0 0 0 0 0,-1 0 1 0 0,1 1-1 0 0,0-2 0 0 0,1 1-5 0 0,-1 0 0 0 0,1 0 1 0 0,0 0-1 0 0,0 0 0 0 0,0 0 0 0 0,-1 0 0 0 0,1 0 1 0 0,0 0-1 0 0,0 1 0 0 0,0-1 0 0 0,1 0 0 0 0,-1 1 1 0 0,0-1-1 0 0,0 0 0 0 0,2 0 0 0 0,55-15-39 0 0,-40 14 17 0 0,26-2-194 0 0,0-2 1 0 0,0-1-1 0 0,0-3 0 0 0,60-21 0 0 0,-102 31 264 0 0,0-1 0 0 0,-1 0-1 0 0,1 0 1 0 0,0-1 0 0 0,-1 1 0 0 0,1 0-1 0 0,-1 0 1 0 0,1-1 0 0 0,-1 1 0 0 0,0-1-1 0 0,0 1 1 0 0,0-1 0 0 0,1 0 0 0 0,-1 1-1 0 0,0-3 1 0 0,0 3 690 0 0,-19-1-506 0 0,15 2-197 0 0,0-1 1 0 0,1 1-1 0 0,-1-1 0 0 0,0 1 1 0 0,1 0-1 0 0,-1 0 0 0 0,0 0 0 0 0,1 0 1 0 0,-1 1-1 0 0,1-1 0 0 0,-1 1 1 0 0,0-1-1 0 0,1 1 0 0 0,-1 0 1 0 0,1 0-1 0 0,0 0 0 0 0,-1 1 1 0 0,1-1-1 0 0,0 0 0 0 0,-1 1 1 0 0,-3 3-1 0 0,5-3-27 0 0,-1-1 1 0 0,1 1-1 0 0,-1-1 1 0 0,1 1-1 0 0,-1 0 1 0 0,1 0-1 0 0,0-1 1 0 0,0 1-1 0 0,-1 0 1 0 0,1 0-1 0 0,1 0 1 0 0,-1 1-1 0 0,0-1 1 0 0,1 0-1 0 0,-1 0 1 0 0,0 5-1 0 0,1-6-122 0 0,10 26-1281 0 0,-6-25 1001 0 0,0 0-1 0 0,0 1 1 0 0,0-1 0 0 0,0 0 0 0 0,1-1 0 0 0,-1 1 0 0 0,0-1-1 0 0,10 2 1 0 0,23-1-6301 0 0,-21-2 3366 0 0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4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84 298 712 0 0,'0'0'1085'0'0,"-2"-10"497"0"0,-4 7 2216 0 0,2 4-3580 0 0,1 0 1 0 0,-1 0-1 0 0,0 0 1 0 0,0 0-1 0 0,1 1 0 0 0,-1-1 1 0 0,1 1-1 0 0,-1 0 1 0 0,1 0-1 0 0,0 1 1 0 0,-1-1-1 0 0,1 0 1 0 0,0 1-1 0 0,1 0 1 0 0,-1 0-1 0 0,0 0 1 0 0,-3 5-1 0 0,5-6-157 0 0,-1 1 0 0 0,1-1 0 0 0,0 0 0 0 0,-1 1 1 0 0,1-1-1 0 0,0 1 0 0 0,0-1 0 0 0,1 1 0 0 0,-1-1 0 0 0,0 1 0 0 0,1 0 0 0 0,0-1 0 0 0,-1 1 1 0 0,1 0-1 0 0,0-1 0 0 0,0 1 0 0 0,1 0 0 0 0,-1 0 0 0 0,1-1 0 0 0,-1 1 0 0 0,1-1 0 0 0,0 1 1 0 0,0-1-1 0 0,0 1 0 0 0,0-1 0 0 0,0 1 0 0 0,1-1 0 0 0,2 4 0 0 0,-3-5-63 0 0,0 0 0 0 0,1 0 0 0 0,-1 1 0 0 0,0-1 1 0 0,1 0-1 0 0,-1 0 0 0 0,1-1 0 0 0,-1 1 0 0 0,1 0 0 0 0,0 0 0 0 0,-1-1 0 0 0,1 1 0 0 0,0-1 0 0 0,0 0 0 0 0,-1 1 0 0 0,1-1 0 0 0,0 0 0 0 0,0 0 0 0 0,0 0 1 0 0,-1 0-1 0 0,1 0 0 0 0,0-1 0 0 0,0 1 0 0 0,-1 0 0 0 0,4-2 0 0 0,32-16-19 0 0,-18 2 161 0 0,0 0 0 0 0,-1-1 1 0 0,-1-1-1 0 0,-1-1 0 0 0,-1 0 0 0 0,-1-1 1 0 0,0-1-1 0 0,-1 0 0 0 0,-2-1 1 0 0,13-29-1 0 0,-18 33 499 0 0,0-1-1 0 0,0 0 1 0 0,-2 0 0 0 0,3-30-1 0 0,-6 48-475 0 0,-1-1 1 0 0,1 1-1 0 0,-1 0 0 0 0,0 0 0 0 0,0 0 0 0 0,1 0 0 0 0,-1 0 1 0 0,0-1-1 0 0,0 1 0 0 0,0 0 0 0 0,0 0 0 0 0,0 0 0 0 0,-1-1 1 0 0,1 1-1 0 0,0 0 0 0 0,-1 0 0 0 0,1 0 0 0 0,0 0 0 0 0,-1 0 0 0 0,1 0 1 0 0,-1 0-1 0 0,0 0 0 0 0,1 0 0 0 0,-1 0 0 0 0,0 0 0 0 0,-1-1 1 0 0,1 3-106 0 0,0-1 1 0 0,-1 1 0 0 0,1-1-1 0 0,0 1 1 0 0,-1 0 0 0 0,1-1-1 0 0,0 1 1 0 0,0 0 0 0 0,0 0-1 0 0,-1 0 1 0 0,1 0 0 0 0,0 0 0 0 0,0 0-1 0 0,1 1 1 0 0,-1-1 0 0 0,-1 2-1 0 0,-6 8-51 0 0,1 0 0 0 0,1 1-1 0 0,0 0 1 0 0,-6 14 0 0 0,8-12-478 0 0,1 0 0 0 0,1 0 0 0 0,0 0 0 0 0,1 0-1 0 0,0 1 1 0 0,2 15 0 0 0,5 8-3632 0 0,7-1-3846 0 0,-6-24 3656 0 0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4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127 285 1276 0 0,'0'0'1235'0'0,"-6"-1"-103"0"0,1 2-786 0 0,1-1 0 0 0,-1 1 0 0 0,0 0 0 0 0,0 0 0 0 0,0 0 0 0 0,1 0 0 0 0,-1 1 1 0 0,1 0-1 0 0,-1 0 0 0 0,1 0 0 0 0,0 1 0 0 0,0-1 0 0 0,0 1 0 0 0,0 0 0 0 0,0 0 0 0 0,0 0 0 0 0,1 1 0 0 0,-5 6 0 0 0,4-6-104 0 0,0 0 0 0 0,1 1 0 0 0,0 0 1 0 0,0 0-1 0 0,0 0 0 0 0,1 0 0 0 0,-1 0 0 0 0,1 1 0 0 0,0-1 0 0 0,1 1 0 0 0,0-1 0 0 0,-1 1 0 0 0,2-1 0 0 0,-1 7 0 0 0,1-9-74 0 0,18 12 386 0 0,-10-18-506 0 0,1 1 1 0 0,-1-2-1 0 0,0 1 0 0 0,0-1 0 0 0,0-1 0 0 0,-1 1 0 0 0,1-1 0 0 0,-1 0 0 0 0,0-1 0 0 0,0 0 0 0 0,-1 0 1 0 0,0-1-1 0 0,9-11 0 0 0,7-10 11 0 0,-2-1 0 0 0,18-36-1 0 0,-27 44 38 0 0,-1-1 0 0 0,-2 0 0 0 0,0 0 0 0 0,-1-1 0 0 0,-1 0 0 0 0,5-46 0 0 0,-11 67-84 0 0,0 1-1 0 0,0 0 1 0 0,0 0 0 0 0,0 0 0 0 0,0 0 0 0 0,-1 0 0 0 0,1 0-1 0 0,-1-1 1 0 0,1 1 0 0 0,0 0 0 0 0,-1 0 0 0 0,0 0-1 0 0,1 0 1 0 0,-1 0 0 0 0,0 0 0 0 0,1 1 0 0 0,-1-1-1 0 0,0 0 1 0 0,0 0 0 0 0,0 0 0 0 0,0 1 0 0 0,0-1 0 0 0,0 0-1 0 0,0 1 1 0 0,0-1 0 0 0,0 1 0 0 0,0-1 0 0 0,0 1-1 0 0,0 0 1 0 0,0-1 0 0 0,0 1 0 0 0,0 0 0 0 0,0 0 0 0 0,-1 0-1 0 0,1 0 1 0 0,0 0 0 0 0,0 0 0 0 0,0 0 0 0 0,0 0-1 0 0,-1 0 1 0 0,-1 1 0 0 0,-3-1 10 0 0,-1 1 0 0 0,0 0-1 0 0,1 0 1 0 0,-1 1 0 0 0,-9 3 0 0 0,12-4-14 0 0,0 1 0 0 0,0 0 0 0 0,0 1 0 0 0,0-1 0 0 0,1 0 0 0 0,-1 1 0 0 0,1 0 0 0 0,-1 0 0 0 0,1 0 0 0 0,0 0 0 0 0,0 1-1 0 0,1-1 1 0 0,-1 1 0 0 0,1-1 0 0 0,-1 1 0 0 0,1 0 0 0 0,-2 8 0 0 0,3-9-5 0 0,0 0 0 0 0,1 1 0 0 0,0-1 0 0 0,0 0 0 0 0,0 0 0 0 0,0 1 0 0 0,0-1 0 0 0,1 0 0 0 0,-1 1 0 0 0,1-1 0 0 0,0 0 0 0 0,0 0 0 0 0,0 0 0 0 0,0 0 0 0 0,1 0-1 0 0,-1 0 1 0 0,1 0 0 0 0,0 0 0 0 0,0 0 0 0 0,0-1 0 0 0,0 1 0 0 0,0-1 0 0 0,1 1 0 0 0,2 1 0 0 0,17 14 27 0 0,-1-2 0 0 0,40 23 0 0 0,-43-30-30 0 0,-1 1 0 0 0,-1 1 1 0 0,0 1-1 0 0,0 0 1 0 0,-1 1-1 0 0,-1 0 0 0 0,15 18 1 0 0,-28-29-32 0 0,1 0 1 0 0,0 0 0 0 0,-1 0-1 0 0,1 0 1 0 0,-1 0 0 0 0,0 0 0 0 0,0 0-1 0 0,0 0 1 0 0,0 0 0 0 0,0 1 0 0 0,0-1-1 0 0,0 0 1 0 0,-1 1 0 0 0,1-1-1 0 0,-1 1 1 0 0,0-1 0 0 0,0 0 0 0 0,0 1-1 0 0,0-1 1 0 0,0 1 0 0 0,0-1 0 0 0,-1 1-1 0 0,1-1 1 0 0,-1 0 0 0 0,0 1-1 0 0,1-1 1 0 0,-1 0 0 0 0,0 1 0 0 0,0-1-1 0 0,-1 0 1 0 0,1 0 0 0 0,0 0-1 0 0,-1 0 1 0 0,1 0 0 0 0,-1 0 0 0 0,0 0-1 0 0,1-1 1 0 0,-1 1 0 0 0,0-1 0 0 0,0 1-1 0 0,0-1 1 0 0,0 0 0 0 0,-1 0-1 0 0,1 1 1 0 0,0-1 0 0 0,0-1 0 0 0,-1 1-1 0 0,-4 1 1 0 0,-22-1-8369 0 0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4.8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69 140 0 0,'0'0'1276'0'0,"1"-13"1020"0"0,1 1 873 0 0,1-2-1541 0 0,-2 6-564 0 0,3-5-1412 0 0,1 5-2316 0 0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5.1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54 120 0 0,'2'1'395'0'0,"0"0"0"0"0,0 0 0 0 0,0 0 0 0 0,1-1-1 0 0,-1 1 1 0 0,1-1 0 0 0,-1 1 0 0 0,0-1 0 0 0,1 0 0 0 0,-1 0 0 0 0,1 0 0 0 0,-1 0 0 0 0,1 0 0 0 0,-1 0-1 0 0,0-1 1 0 0,1 1 0 0 0,-1-1 0 0 0,3-1 0 0 0,45-24 2068 0 0,-45 22-1897 0 0,0 0 0 0 0,0 1-1 0 0,1 0 1 0 0,0 0-1 0 0,-1 0 1 0 0,1 1-1 0 0,0 0 1 0 0,0 0 0 0 0,12-2-1 0 0,-17 7-460 0 0,0-1-1 0 0,0 1 0 0 0,0 0 1 0 0,-1 0-1 0 0,1-1 1 0 0,-1 1-1 0 0,1 0 0 0 0,-1 0 1 0 0,0 0-1 0 0,0-1 0 0 0,-1 7 1 0 0,-8 33 568 0 0,-2-1-1 0 0,-30 77 1 0 0,-48 78-175 0 0,62-140-748 0 0,-53 101-2654 0 0,22-58-5636 0 0,37-66 4143 0 0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7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146 310 104 0 0,'0'0'2532'0'0,"-15"-31"8352"0"0,10 32-10765 0 0,1-1 0 0 0,0 1-1 0 0,-1 0 1 0 0,1 0 0 0 0,0 0 0 0 0,0 1 0 0 0,0 0 0 0 0,0-1 0 0 0,0 1-1 0 0,0 1 1 0 0,0-1 0 0 0,1 1 0 0 0,-1-1 0 0 0,1 1 0 0 0,-1 0 0 0 0,1 0-1 0 0,-5 7 1 0 0,1-2-37 0 0,0 0 0 0 0,1 0 0 0 0,-1 1 0 0 0,2 0 0 0 0,-1 0 0 0 0,-5 15 0 0 0,10-22-64 0 0,0 0-1 0 0,0 0 1 0 0,0 0-1 0 0,1-1 1 0 0,-1 1-1 0 0,1 0 1 0 0,-1 0-1 0 0,1 0 1 0 0,0 0-1 0 0,0 0 1 0 0,-1 0-1 0 0,2 0 1 0 0,-1 0-1 0 0,0 0 1 0 0,0 0-1 0 0,1 0 1 0 0,-1 0-1 0 0,1 0 1 0 0,-1 0-1 0 0,1-1 1 0 0,1 5-1 0 0,0-6-7 0 0,-1 1 1 0 0,0 0-1 0 0,1 0 1 0 0,-1 0-1 0 0,1-1 0 0 0,-1 1 1 0 0,1-1-1 0 0,-1 1 1 0 0,1-1-1 0 0,-1 0 0 0 0,1 1 1 0 0,-1-1-1 0 0,1 0 0 0 0,-1 0 1 0 0,1 0-1 0 0,0 0 1 0 0,-1-1-1 0 0,1 1 0 0 0,-1 0 1 0 0,3-1-1 0 0,7-2 13 0 0,-1-1 0 0 0,0 0 0 0 0,0 0 0 0 0,0-1-1 0 0,0 0 1 0 0,12-9 0 0 0,39-40 24 0 0,-48 41-142 0 0,0 1 0 0 0,0 1 0 0 0,1 0 0 0 0,0 1 0 0 0,1 0 0 0 0,0 1 0 0 0,23-10 0 0 0,-14 11-39 0 0,16-6-109 0 0,1-2 0 0 0,47-27 0 0 0,-79 38 224 0 0,0 0 0 0 0,0-1 0 0 0,0 0 0 0 0,-1-1 0 0 0,1 0 0 0 0,-2 0 0 0 0,1-1 0 0 0,-1 0 0 0 0,0 0 0 0 0,-1-1 0 0 0,0 0 0 0 0,0 0 0 0 0,-1 0 0 0 0,7-16 0 0 0,-11 23 38 0 0,-1 0 0 0 0,1 0 0 0 0,-1 1 0 0 0,0-1 0 0 0,1 0-1 0 0,-1 0 1 0 0,0 0 0 0 0,0 0 0 0 0,0 1 0 0 0,0-1 0 0 0,0 0 0 0 0,0 0-1 0 0,-1 0 1 0 0,1 1 0 0 0,-1-1 0 0 0,1 0 0 0 0,-1 0 0 0 0,0 1-1 0 0,1-1 1 0 0,-1 0 0 0 0,0 1 0 0 0,0-1 0 0 0,0 1 0 0 0,0-1 0 0 0,-2-1-1 0 0,1 2 0 0 0,-2 7-2 0 0,-11 20-12 0 0,2 0 0 0 0,1 0-1 0 0,1 1 1 0 0,-10 39 0 0 0,-22 126 26 0 0,23-99-30 0 0,-33 188-18 0 0,27-125-368 0 0,-63 205-1 0 0,82-341 326 0 0,0 0 0 0 0,-2 0 0 0 0,-18 29 0 0 0,24-43 97 0 0,-1 0-1 0 0,0-1 1 0 0,0 0-1 0 0,0 0 1 0 0,0 0 0 0 0,-1 0-1 0 0,0 0 1 0 0,0-1-1 0 0,0 0 1 0 0,-1 0 0 0 0,1-1-1 0 0,-1 1 1 0 0,0-1 0 0 0,0 0-1 0 0,-13 3 1 0 0,16-5-2 0 0,-1-1 0 0 0,0 0 0 0 0,1 0 0 0 0,-1 0 0 0 0,0 0 0 0 0,1-1-1 0 0,-1 1 1 0 0,1-1 0 0 0,-1 0 0 0 0,0 0 0 0 0,1 0 0 0 0,0-1 0 0 0,-1 1 0 0 0,1-1 0 0 0,0 0 0 0 0,0 0 0 0 0,0 0 0 0 0,0 0 0 0 0,0 0 0 0 0,0-1 0 0 0,1 1 0 0 0,-1-1 0 0 0,1 0 0 0 0,-1 0 0 0 0,1 0 0 0 0,0 0 0 0 0,1 0 0 0 0,-4-5 0 0 0,0-3 6 0 0,0 0 1 0 0,0-1-1 0 0,1 1 1 0 0,0-1-1 0 0,1 0 1 0 0,1 0 0 0 0,-2-15-1 0 0,2 6-64 0 0,2 0-1 0 0,1 1 0 0 0,0-1 1 0 0,2 0-1 0 0,0 1 0 0 0,1 0 1 0 0,1 0-1 0 0,1 0 1 0 0,1 0-1 0 0,0 1 0 0 0,2 0 1 0 0,13-22-1 0 0,-9 19-671 0 0,1 1 0 0 0,2 1-1 0 0,31-33 1 0 0,-27 33-1240 0 0,2 1 1 0 0,0 1-1 0 0,30-18 1 0 0,-18 16-1274 0 0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7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38 1376 0 0,'3'-23'4609'0'0,"-4"9"6295"0"0,-4 27-10748 0 0,0 1 1 0 0,1 0-1 0 0,1 0 1 0 0,0 0-1 0 0,-2 21 1 0 0,5-30-430 0 0,-1 0 1 0 0,1 0 0 0 0,0 0-1 0 0,0 0 1 0 0,1 0-1 0 0,-1 0 1 0 0,1 0 0 0 0,0 0-1 0 0,1 0 1 0 0,-1 0 0 0 0,1 0-1 0 0,0-1 1 0 0,0 1-1 0 0,0-1 1 0 0,1 1 0 0 0,-1-1-1 0 0,1 0 1 0 0,0 0 0 0 0,1 0-1 0 0,3 4 1 0 0,-4-7-120 0 0,-1-1 0 0 0,1 1 0 0 0,0-1 0 0 0,-1 0 0 0 0,1 1 0 0 0,0-1 0 0 0,0 0-1 0 0,-1-1 1 0 0,1 1 0 0 0,0 0 0 0 0,0-1 0 0 0,-1 0 0 0 0,1 1 0 0 0,-1-1 0 0 0,1 0 0 0 0,0 0 0 0 0,3-3 0 0 0,9-4-2451 0 0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7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76 0 0,'47'-39'11157'0'0,"-49"54"-10739"0"0,0 0-1 0 0,-1-1 1 0 0,-6 22 0 0 0,-6 23-411 0 0,13-41-578 0 0,0 0-1 0 0,2 30 0 0 0,8 7-5380 0 0,-2-37 3004 0 0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8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89 60 0 0,'13'-12'4797'0'0,"-2"6"-929"0"0,-8 6-3740 0 0,0 0-1 0 0,-1 1 1 0 0,1-1-1 0 0,0 1 1 0 0,-1-1-1 0 0,1 1 1 0 0,0 0-1 0 0,-1 0 1 0 0,1 1-1 0 0,-1-1 1 0 0,0 0-1 0 0,1 1 1 0 0,-1-1-1 0 0,0 1 1 0 0,0 0-1 0 0,0 0 0 0 0,4 4 1 0 0,-2-1 25 0 0,0 1 0 0 0,0 0 0 0 0,0 0 0 0 0,-1 0 0 0 0,0 1 0 0 0,0-1-1 0 0,2 9 1 0 0,-2-6-44 0 0,0-1 0 0 0,-1 1 0 0 0,0 0 0 0 0,-1 1-1 0 0,0-1 1 0 0,-1 0 0 0 0,1 0 0 0 0,-2 0 0 0 0,1 1 0 0 0,-1-1-1 0 0,-5 16 1 0 0,4-21-61 0 0,0 1-1 0 0,0-1 0 0 0,-1-1 1 0 0,1 1-1 0 0,-1 0 0 0 0,0-1 1 0 0,0 1-1 0 0,0-1 0 0 0,-1 0 1 0 0,1 0-1 0 0,-1 0 0 0 0,0-1 1 0 0,0 1-1 0 0,-8 3 0 0 0,11-5-37 0 0,-1-1 1 0 0,1 1-1 0 0,-1 0 0 0 0,0-1 0 0 0,1 0 1 0 0,-1 1-1 0 0,0-1 0 0 0,1 0 0 0 0,-1 0 0 0 0,0 1 1 0 0,1-2-1 0 0,-1 1 0 0 0,0 0 0 0 0,0 0 0 0 0,1 0 1 0 0,-1-1-1 0 0,0 1 0 0 0,1-1 0 0 0,-1 1 0 0 0,1-1 1 0 0,-1 0-1 0 0,1 0 0 0 0,-1 1 0 0 0,1-1 0 0 0,-1 0 1 0 0,1 0-1 0 0,0 0 0 0 0,-1-1 0 0 0,1 1 0 0 0,0 0 1 0 0,0 0-1 0 0,0-1 0 0 0,0 1 0 0 0,0-1 0 0 0,0 1 1 0 0,1-1-1 0 0,-1 1 0 0 0,0-1 0 0 0,1 1 0 0 0,-1-1 1 0 0,1 0-1 0 0,-1-2 0 0 0,0-2-3 0 0,0 0 0 0 0,1-1 0 0 0,0 1 1 0 0,0-1-1 0 0,0 1 0 0 0,1 0 0 0 0,0-1 0 0 0,0 1 0 0 0,0 0 0 0 0,1 0 1 0 0,0 0-1 0 0,0 0 0 0 0,1 0 0 0 0,-1 0 0 0 0,1 1 0 0 0,1-1 0 0 0,3-5 1 0 0,5-6-2 0 0,1 0 1 0 0,0 1 0 0 0,31-28-1 0 0,-32 34 5 0 0,0 0 0 0 0,0 1 0 0 0,1 0-1 0 0,0 1 1 0 0,0 1 0 0 0,1 0 0 0 0,0 1 0 0 0,1 1-1 0 0,-1 0 1 0 0,1 0 0 0 0,0 2 0 0 0,20-3-1 0 0,-25 5-2 0 0,-1 0 0 0 0,0 1-1 0 0,1 0 1 0 0,-1 1-1 0 0,0 0 1 0 0,0 1-1 0 0,1-1 1 0 0,-1 2 0 0 0,0-1-1 0 0,-1 1 1 0 0,1 1-1 0 0,0 0 1 0 0,-1 0-1 0 0,0 0 1 0 0,0 1 0 0 0,0 0-1 0 0,-1 1 1 0 0,1 0-1 0 0,-1 0 1 0 0,-1 1-1 0 0,8 8 1 0 0,-12-12-7 0 0,0-1-1 0 0,0 1 1 0 0,-1 0-1 0 0,1 0 1 0 0,-1 0-1 0 0,0 0 1 0 0,0 0-1 0 0,0 0 1 0 0,0 0-1 0 0,-1 1 1 0 0,1-1-1 0 0,-1 0 1 0 0,0 0-1 0 0,0 1 1 0 0,0-1-1 0 0,0 0 1 0 0,-1 4 0 0 0,0 0 11 0 0,-1 0 1 0 0,0-1 0 0 0,0 1 0 0 0,0-1 0 0 0,-1 1 0 0 0,-4 8-1 0 0,6-13 144 0 0,3-10-168 0 0,1 0 0 0 0,1 0 1 0 0,0 1-1 0 0,0-1 1 0 0,0 1 0 0 0,1 0-1 0 0,1 0 1 0 0,-1 0-1 0 0,1 1 1 0 0,0-1 0 0 0,0 2-1 0 0,1-1 1 0 0,0 1-1 0 0,0 0 1 0 0,9-5-1 0 0,-11 7 1 0 0,0 0 0 0 0,0 0-1 0 0,0 0 1 0 0,1 1 0 0 0,0 0 0 0 0,-1 0-1 0 0,1 0 1 0 0,9-1 0 0 0,-13 3 8 0 0,0 1 0 0 0,0-1 1 0 0,0 0-1 0 0,0 0 1 0 0,-1 1-1 0 0,1-1 1 0 0,0 1-1 0 0,0 0 0 0 0,-1-1 1 0 0,1 1-1 0 0,0 0 1 0 0,-1 0-1 0 0,1 0 1 0 0,-1 0-1 0 0,1 0 1 0 0,-1 1-1 0 0,1-1 0 0 0,-1 0 1 0 0,0 1-1 0 0,0-1 1 0 0,0 1-1 0 0,0-1 1 0 0,0 1-1 0 0,0-1 0 0 0,0 1 1 0 0,0 0-1 0 0,0 0 1 0 0,-1-1-1 0 0,1 1 1 0 0,-1 0-1 0 0,1 0 1 0 0,-1 0-1 0 0,0-1 0 0 0,0 1 1 0 0,0 0-1 0 0,0 3 1 0 0,0 3-539 0 0,1 0 0 0 0,-2 0 1 0 0,1 0-1 0 0,-1 0 0 0 0,-1 0 0 0 0,1 0 1 0 0,-1-1-1 0 0,-1 1 0 0 0,0 0 1 0 0,-5 10-1 0 0,-8 28-2775 0 0,12-32 69 0 0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9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59 20 0 0,'0'0'1051'0'0,"-19"-32"5593"0"0,16 28-6303 0 0,-2 2 0 0 0,1-1-1 0 0,0 0 1 0 0,0 1 0 0 0,-1 0 0 0 0,0 0 0 0 0,1 0 0 0 0,-1 1 0 0 0,0-1 0 0 0,0 1 0 0 0,0 0 0 0 0,0 1 0 0 0,0-1-1 0 0,0 1 1 0 0,0 0 0 0 0,0 0 0 0 0,0 0 0 0 0,1 1 0 0 0,-1 0 0 0 0,0 0 0 0 0,-5 2 0 0 0,-4 0-94 0 0,1 1-1 0 0,0 1 1 0 0,1 0 0 0 0,-1 0 0 0 0,1 2 0 0 0,-18 11 0 0 0,18-10-71 0 0,1 1 0 0 0,0 0 0 0 0,0 1 0 0 0,-12 16 0 0 0,21-24-148 0 0,-1 1-1 0 0,1-1 1 0 0,0 1 0 0 0,0 0 0 0 0,0 0 0 0 0,1 0 0 0 0,-1 0-1 0 0,1 1 1 0 0,-1-1 0 0 0,1 0 0 0 0,0 1 0 0 0,0-1-1 0 0,1 0 1 0 0,-1 1 0 0 0,1-1 0 0 0,0 1 0 0 0,0-1-1 0 0,0 1 1 0 0,0-1 0 0 0,0 1 0 0 0,1-1 0 0 0,0 1 0 0 0,1 4-1 0 0,-1-7-30 0 0,0 0 1 0 0,0 1-1 0 0,0-1 0 0 0,0 0 0 0 0,1 0 0 0 0,-1 0 0 0 0,0 0 0 0 0,1 0 1 0 0,-1 0-1 0 0,1 0 0 0 0,-1-1 0 0 0,1 1 0 0 0,-1 0 0 0 0,1-1 0 0 0,0 1 1 0 0,-1-1-1 0 0,1 0 0 0 0,0 1 0 0 0,-1-1 0 0 0,1 0 0 0 0,0 0 0 0 0,-1 0 1 0 0,1 0-1 0 0,0-1 0 0 0,-1 1 0 0 0,1 0 0 0 0,0-1 0 0 0,-1 1 0 0 0,1-1 1 0 0,2 0-1 0 0,48-21-254 0 0,-15 4-20 0 0,-27 15 117 0 0,-1-2-1 0 0,1 1 1 0 0,-1-1-1 0 0,0-1 1 0 0,15-12 0 0 0,-21 22 130 0 0,1 0 1 0 0,-1 1 0 0 0,0-1 0 0 0,0 1 0 0 0,-1-1 0 0 0,0 1 0 0 0,4 10 0 0 0,-4-11 8 0 0,0-1 0 0 0,0 1 1 0 0,0 0-1 0 0,1-1 0 0 0,-1 1 0 0 0,1-1 1 0 0,0 0-1 0 0,0 0 0 0 0,0 0 1 0 0,0 0-1 0 0,0 0 0 0 0,1-1 0 0 0,-1 1 1 0 0,1-1-1 0 0,0 0 0 0 0,0 0 0 0 0,0 0 1 0 0,7 1-1 0 0,-5-2-7 0 0,-1 0 0 0 0,1-1-1 0 0,-1 0 1 0 0,1-1 0 0 0,-1 1 0 0 0,1-1-1 0 0,-1 0 1 0 0,1 0 0 0 0,-1-1 0 0 0,0 1-1 0 0,1-1 1 0 0,-1 0 0 0 0,0-1 0 0 0,7-4-1 0 0,69-49-146 0 0,-62 41 198 0 0,1 1 0 0 0,40-22 0 0 0,-59 35 7 0 0,3 1 8 0 0,16 1 51 0 0,-19 0-87 0 0,0 0 0 0 0,0 0 0 0 0,0 0-1 0 0,0 0 1 0 0,0 1 0 0 0,-1-1-1 0 0,1 0 1 0 0,0 0 0 0 0,-1 1 0 0 0,1-1-1 0 0,-1 1 1 0 0,1-1 0 0 0,-1 0-1 0 0,0 1 1 0 0,0-1 0 0 0,1 4-1 0 0,4 97 142 0 0,-5-100-132 0 0,0-2-11 0 0,0 1 0 0 0,0-1 0 0 0,0 1 0 0 0,0-1 1 0 0,0 1-1 0 0,1-1 0 0 0,-1 1 0 0 0,0 0 0 0 0,0-1 0 0 0,0 1 1 0 0,1-1-1 0 0,-1 1 0 0 0,0-1 0 0 0,0 0 0 0 0,1 1 0 0 0,-1-1 1 0 0,0 1-1 0 0,1-1 0 0 0,-1 1 0 0 0,1-1 0 0 0,-1 0 0 0 0,0 1 1 0 0,1-1-1 0 0,-1 0 0 0 0,1 0 0 0 0,-1 1 0 0 0,1-1 0 0 0,-1 0 1 0 0,1 0-1 0 0,-1 0 0 0 0,1 1 0 0 0,-1-1 0 0 0,1 0 0 0 0,0 0 1 0 0,-1 0-1 0 0,1 0 0 0 0,-1 0 0 0 0,1 0 0 0 0,-1 0 0 0 0,1 0 0 0 0,-1 0 1 0 0,1-1-1 0 0,-1 1 0 0 0,1 0 0 0 0,0 0 0 0 0,-1 0 0 0 0,1-1 1 0 0,0 1-1 0 0,131-83 137 0 0,-129 81-106 0 0,-1 0 1 0 0,1 0-1 0 0,0 1 0 0 0,0-1 0 0 0,0 1 0 0 0,1-1 0 0 0,-1 1 1 0 0,0 0-1 0 0,0 0 0 0 0,1 0 0 0 0,-1 1 0 0 0,7-1 1 0 0,-8 1-12 0 0,27 37-234 0 0,-18-6-2164 0 0,-5-3-5171 0 0,-4-20 3882 0 0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9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0 756 0 0,'-11'3'10348'0'0,"11"-3"-10113"0"0,0 0 0 0 0,0 0 1 0 0,0 1-1 0 0,-11 25 2700 0 0,0 34-3399 0 0,16-25-1940 0 0,7-13-4808 0 0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29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6 672 0 0,'1'-1'505'0'0,"0"1"-1"0"0,0-1 1 0 0,0 0 0 0 0,0 1 0 0 0,0-1-1 0 0,1 1 1 0 0,-1 0 0 0 0,0-1-1 0 0,0 1 1 0 0,1 0 0 0 0,-1 0-1 0 0,0-1 1 0 0,0 1 0 0 0,1 0 0 0 0,-1 0-1 0 0,0 1 1 0 0,0-1 0 0 0,1 0-1 0 0,-1 0 1 0 0,0 1 0 0 0,2 0-1 0 0,-9 23 1317 0 0,-1-6-1967 0 0,-8 17-1551 0 0,0-1-4375 0 0,10-21 2875 0 0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0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33 170 292 0 0,'-16'-4'13315'0'0,"15"3"-12902"0"0,0 1 1 0 0,0-1 0 0 0,0 0 0 0 0,0 0-1 0 0,0 0 1 0 0,0 0 0 0 0,1 0 0 0 0,-1 0 0 0 0,0 0-1 0 0,0-1 1 0 0,1 1 0 0 0,-1 0 0 0 0,1 0-1 0 0,-1-1 1 0 0,0-1 0 0 0,-1-10 7101 0 0,1 12-7360 0 0,1 0 0 0 0,0 0 0 0 0,0 0 0 0 0,-1 0 0 0 0,1 0 0 0 0,0 0 0 0 0,0 0 0 0 0,0 0 0 0 0,0 0 0 0 0,0 0 0 0 0,0 0-1 0 0,0 0 1 0 0,1 0 0 0 0,-1 0 0 0 0,0 0 0 0 0,0 0 0 0 0,1 0 0 0 0,-1 0 0 0 0,1 0 0 0 0,-1 0 0 0 0,2-2 0 0 0,10-27-3469 0 0,1-7-4254 0 0,-9 10-2335 0 0,-2 12 4073 0 0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0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56 1912 0 0,'-3'-10'3908'0'0,"-5"-31"10867"0"0,7 40-15089 0 0,0-3 1061 0 0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3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165 118 512 0 0,'-2'-14'2938'0'0,"4"2"-1103"0"0,1 0 0 0 0,1 0-1 0 0,0 0 1 0 0,0 0 0 0 0,1 0 0 0 0,7-11 0 0 0,-11 22-985 0 0,0-4-416 0 0,-1 3-159 0 0,-1 4 1406 0 0,-17 74-1451 0 0,-15 131 0 0 0,24-133-167 0 0,-3-2 0 0 0,-31 109 1 0 0,-39 8 181 0 0,82-188-239 0 0,0 0 0 0 0,0 0 1 0 0,0-1 0 0 0,0 1 0 0 0,0 0-1 0 0,1 0 1 0 0,-1-1 0 0 0,0 1 0 0 0,1 0 0 0 0,-1-1-1 0 0,0 1 1 0 0,1 0 0 0 0,-1-1 0 0 0,1 1-1 0 0,-1 0 1 0 0,1-1 0 0 0,0 1 0 0 0,-1-1 0 0 0,1 1-1 0 0,-1-1 1 0 0,1 1 0 0 0,0-1 0 0 0,-1 0-1 0 0,1 1 1 0 0,0-1 0 0 0,0 0 0 0 0,-1 1 0 0 0,2-1-1 0 0,22-3 17 0 0,-10-1-14 0 0,55-7 35 0 0,48-9-760 0 0,-44 1-2824 0 0,-69 17 3044 0 0,0 0 1 0 0,0 0 0 0 0,-1 0 0 0 0,1 0 0 0 0,-1 0 0 0 0,0-1 0 0 0,1 1 0 0 0,4-6 0 0 0,2-6-4900 0 0,-4 0 1686 0 0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3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 1240 0 0,'22'-26'3930'0'0,"-11"17"-3400"0"0,0 1 0 0 0,0 1 0 0 0,1 0 0 0 0,0 0 0 0 0,0 1 0 0 0,0 0 0 0 0,1 2 0 0 0,0-1 0 0 0,0 1 0 0 0,20-3 0 0 0,-22 5-1357 0 0,0 1 1 0 0,0 0-1 0 0,1 0 0 0 0,-1 1 0 0 0,0 1 0 0 0,1 0 0 0 0,19 4 0 0 0,-21-2-1642 0 0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3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1 668 0 0,'-7'2'700'0'0,"0"1"-1"0"0,1 0 1 0 0,-1 1-1 0 0,0-1 1 0 0,1 1-1 0 0,0 1 1 0 0,0-1 0 0 0,-8 9-1 0 0,8-7-376 0 0,1 0-1 0 0,-1 1 0 0 0,1-1 1 0 0,1 1-1 0 0,-1 1 0 0 0,1-1 1 0 0,-4 10-1 0 0,5-10-221 0 0,1-1-1 0 0,0 1 1 0 0,0 0 0 0 0,1 0-1 0 0,-1 0 1 0 0,1 0-1 0 0,1 0 1 0 0,0 0 0 0 0,0 0-1 0 0,0 0 1 0 0,1 0 0 0 0,-1 0-1 0 0,2 0 1 0 0,-1-1 0 0 0,1 1-1 0 0,0 0 1 0 0,1 0-1 0 0,-1-1 1 0 0,8 12 0 0 0,-9-15-58 0 0,1 0-1 0 0,0 0 1 0 0,-1-1 0 0 0,1 1 0 0 0,1-1 0 0 0,-1 1 0 0 0,0-1 0 0 0,1 0 0 0 0,-1 0-1 0 0,1 0 1 0 0,-1 0 0 0 0,1 0 0 0 0,0-1 0 0 0,0 1 0 0 0,0-1 0 0 0,0 1 0 0 0,0-1-1 0 0,0 0 1 0 0,0-1 0 0 0,1 1 0 0 0,-1 0 0 0 0,0-1 0 0 0,0 0 0 0 0,1 0 0 0 0,-1 0-1 0 0,0 0 1 0 0,1 0 0 0 0,-1-1 0 0 0,0 1 0 0 0,5-2 0 0 0,-4 0 44 0 0,0 0 0 0 0,0 0 0 0 0,0 0 0 0 0,0-1 0 0 0,0 1 0 0 0,-1-1 0 0 0,1 0 0 0 0,-1 0 0 0 0,0 0 0 0 0,0-1 0 0 0,0 1 0 0 0,0-1 0 0 0,-1 0 0 0 0,1 1 0 0 0,-1-1 0 0 0,0 0 0 0 0,0 0 0 0 0,0-1 0 0 0,-1 1 0 0 0,0 0 0 0 0,2-9 0 0 0,-1-3 181 0 0,0 0 0 0 0,-2 1-1 0 0,0-1 1 0 0,0 0-1 0 0,-2 0 1 0 0,0 1 0 0 0,-7-28-1 0 0,-1 27-1160 0 0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4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5 102 976 0 0,'0'0'8976'0'0,"-1"-5"-7398"0"0,0-5-975 0 0,-1-36 7944 0 0,5 31-7770 0 0,-2 13-926 0 0,13-11-4718 0 0,-4 5-4024 0 0,0 5 4645 0 0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4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38 1168 0 0,'23'-25'9573'0'0,"-23"24"-9471"0"0,1 0 1 0 0,-1 1-1 0 0,1-1 1 0 0,0 0-1 0 0,-1 0 0 0 0,1 0 1 0 0,0 1-1 0 0,0-1 1 0 0,-1 0-1 0 0,1 1 0 0 0,0-1 1 0 0,0 1-1 0 0,0-1 1 0 0,0 1-1 0 0,0-1 0 0 0,0 1 1 0 0,0 0-1 0 0,0-1 1 0 0,0 1-1 0 0,0 0 1 0 0,0 0-1 0 0,0 0 0 0 0,0 0 1 0 0,0 0-1 0 0,0 0 1 0 0,1 0-1 0 0,-1 0 0 0 0,0 0 1 0 0,0 0-1 0 0,0 1 1 0 0,0-1-1 0 0,0 0 0 0 0,0 1 1 0 0,0-1-1 0 0,0 1 1 0 0,-1-1-1 0 0,1 1 0 0 0,0 0 1 0 0,0-1-1 0 0,0 1 1 0 0,0 0-1 0 0,-1-1 0 0 0,1 1 1 0 0,0 0-1 0 0,-1 0 1 0 0,1 0-1 0 0,0 0 1 0 0,-1-1-1 0 0,1 1 0 0 0,-1 0 1 0 0,1 0-1 0 0,-1 0 1 0 0,1 2-1 0 0,1 2-48 0 0,0-1 0 0 0,0 1 1 0 0,0 0-1 0 0,0 0 0 0 0,-1 0 0 0 0,1 0 0 0 0,-1 0 0 0 0,-1 0 1 0 0,1 0-1 0 0,-1 8 0 0 0,-3 3 7 0 0,-2-1-1 0 0,0 1 1 0 0,-1-1 0 0 0,0-1-1 0 0,-1 1 1 0 0,-1-1 0 0 0,0 0-1 0 0,-1-1 1 0 0,-1 0 0 0 0,0-1-1 0 0,0 1 1 0 0,-24 19 0 0 0,34-32-59 0 0,1 0 0 0 0,-1 0 0 0 0,1 0 1 0 0,-1 0-1 0 0,1 0 0 0 0,-1 0 1 0 0,1 0-1 0 0,0 0 0 0 0,-1 0 1 0 0,1 0-1 0 0,-1 1 0 0 0,1-1 0 0 0,-1 0 1 0 0,1 0-1 0 0,-1 0 0 0 0,1 1 1 0 0,-1-1-1 0 0,0 0 0 0 0,1 0 0 0 0,-1 1 1 0 0,1-1-1 0 0,-1 0 0 0 0,1 1 1 0 0,-1-1-1 0 0,0 1 0 0 0,1-1 0 0 0,-1 1 1 0 0,0-1-1 0 0,0 0 0 0 0,1 1 1 0 0,-1-1-1 0 0,0 1 0 0 0,0-1 0 0 0,0 1 1 0 0,0 0-1 0 0,1-1 0 0 0,-1 1 1 0 0,0-1-1 0 0,0 1 0 0 0,0-1 0 0 0,0 1 1 0 0,0-1-1 0 0,0 1 0 0 0,0-1 1 0 0,0 1-1 0 0,-1-1 0 0 0,1 1 0 0 0,0-1 1 0 0,0 1-1 0 0,0-1 0 0 0,-1 1 1 0 0,1-1-1 0 0,0 1 0 0 0,0-1 1 0 0,-1 1-1 0 0,1-1 0 0 0,0 0 0 0 0,-1 1 1 0 0,1-1-1 0 0,-1 1 0 0 0,1-1 1 0 0,0 0-1 0 0,-1 1 0 0 0,1-1 0 0 0,-1 0 1 0 0,0 1-1 0 0,55-1-193 0 0,-40-1-206 0 0,45 1-2202 0 0,-24-4-5312 0 0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5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1 528 0 0,'1'0'351'0'0,"0"0"0"0"0,0 0-1 0 0,1 0 1 0 0,-1 0 0 0 0,0 0 0 0 0,0 0 0 0 0,1 1-1 0 0,-1-1 1 0 0,0 0 0 0 0,0 1 0 0 0,0-1-1 0 0,0 1 1 0 0,0 0 0 0 0,0-1 0 0 0,0 1 0 0 0,0 0-1 0 0,0-1 1 0 0,0 1 0 0 0,0 0 0 0 0,0 0-1 0 0,0 0 1 0 0,0 0 0 0 0,-1 0 0 0 0,1 0 0 0 0,1 2-1 0 0,-1 1 11 0 0,0-1 0 0 0,0 0-1 0 0,0 1 1 0 0,-1 0-1 0 0,1-1 1 0 0,-1 1 0 0 0,0-1-1 0 0,0 1 1 0 0,0 4 0 0 0,-3 14-141 0 0,-1-1 0 0 0,-10 32 0 0 0,8-33 626 0 0,1-2-1248 0 0,-1 1-1 0 0,-14 31 0 0 0,-1-17-7395 0 0,13-25 4563 0 0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5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10 904 0 0,'-11'-8'4442'0'0,"8"7"-4251"0"0,1 1 0 0 0,-1 0 0 0 0,0-1 0 0 0,1 1 0 0 0,-1 0-1 0 0,0 0 1 0 0,1 1 0 0 0,-1-1 0 0 0,0 0 0 0 0,1 1 0 0 0,-1 0 0 0 0,0-1 0 0 0,1 1 0 0 0,-1 0 0 0 0,1 1 0 0 0,0-1 0 0 0,-1 0 0 0 0,1 1 0 0 0,-2 1 0 0 0,0 0-2 0 0,0 1 0 0 0,1-1 1 0 0,0 1-1 0 0,0 0 1 0 0,0 0-1 0 0,0 0 0 0 0,0 1 1 0 0,1-1-1 0 0,-4 9 1 0 0,3-5-62 0 0,1-1 1 0 0,-1 1-1 0 0,2 0 1 0 0,-1-1-1 0 0,1 1 1 0 0,0 0-1 0 0,1 0 1 0 0,-1 0-1 0 0,2 0 1 0 0,-1 0-1 0 0,1 0 1 0 0,0 0-1 0 0,3 9 1 0 0,-2-12-69 0 0,1 1 0 0 0,-1-1 0 0 0,1 1 0 0 0,1-1 0 0 0,-1 0 0 0 0,1 0 0 0 0,-1 0-1 0 0,1-1 1 0 0,1 1 0 0 0,-1-1 0 0 0,1 0 0 0 0,-1 0 0 0 0,6 3 0 0 0,-7-6 1 0 0,0 1 1 0 0,0-1-1 0 0,0 1 0 0 0,1-1 0 0 0,-1 0 1 0 0,0 0-1 0 0,0 0 0 0 0,1-1 0 0 0,-1 1 1 0 0,0-1-1 0 0,1 0 0 0 0,-1 0 0 0 0,0 0 0 0 0,1 0 1 0 0,-1 0-1 0 0,0-1 0 0 0,1 0 0 0 0,-1 0 1 0 0,0 0-1 0 0,0 0 0 0 0,0 0 0 0 0,1 0 1 0 0,-1-1-1 0 0,5-3 0 0 0,1-3 183 0 0,0 0 0 0 0,0 0 0 0 0,-1-1 0 0 0,0 0 0 0 0,-1 0 0 0 0,0-1 0 0 0,-1 0 1 0 0,0-1-1 0 0,0 1 0 0 0,-1-1 0 0 0,0 0 0 0 0,-1 0 0 0 0,0-1 0 0 0,-1 1 0 0 0,-1-1 0 0 0,3-19 0 0 0,-5 11 1648 0 0,-6 5-6400 0 0,5 15 4103 0 0,0 0 0 0 0,0 0-1 0 0,0-1 1 0 0,0 1 0 0 0,0 0 0 0 0,1 0-1 0 0,-1 0 1 0 0,0 0 0 0 0,0 0 0 0 0,0 0-1 0 0,0 0 1 0 0,0 0 0 0 0,0 0 0 0 0,0 0-1 0 0,1 0 1 0 0,-1 1 0 0 0,0-1 0 0 0,0 0-1 0 0,0 1 1 0 0,0-1 0 0 0,1 1 0 0 0,-1-1-1 0 0,0 0 1 0 0,-1 2 0 0 0</inkml:trace>
  <inkml:trace contextRef="#ctx0" brushRef="#br0" timeOffset="1">411 197 224 0 0,'15'11'17354'0'0,"16"-53"-12449"0"0,-12 15-6929 0 0,-17 26 1506 0 0,-1 0 1 0 0,1-1 0 0 0,0 1 0 0 0,0 1 0 0 0,0-1-1 0 0,0 0 1 0 0,0 0 0 0 0,0 1 0 0 0,0-1 0 0 0,0 1-1 0 0,0 0 1 0 0,0-1 0 0 0,0 1 0 0 0,0 0 0 0 0,0 0 0 0 0,0 1-1 0 0,3-1 1 0 0,3 0-3584 0 0,8 0 137 0 0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5.7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155 108 992 0 0,'4'-27'4528'0'0,"-2"23"-3720"0"0,-1 0 0 0 0,-1-1 1 0 0,1 1-1 0 0,-1-1 0 0 0,1 1 0 0 0,-1-1 0 0 0,0 1 0 0 0,-2-8 0 0 0,2 10-117 0 0,-15-22 1574 0 0,13 23-2161 0 0,-1 0 1 0 0,1 0-1 0 0,0 0 0 0 0,0 0 1 0 0,-1 0-1 0 0,1 1 1 0 0,-1-1-1 0 0,1 1 0 0 0,0 0 1 0 0,-1 0-1 0 0,1 0 0 0 0,-1 0 1 0 0,1 0-1 0 0,0 0 1 0 0,-1 1-1 0 0,-2 0 0 0 0,-38 14 549 0 0,38-12-610 0 0,0 0 0 0 0,0 1 0 0 0,1-1 0 0 0,-1 1 0 0 0,1 0 0 0 0,0 0-1 0 0,0 1 1 0 0,0-1 0 0 0,0 1 0 0 0,1 0 0 0 0,0 0 0 0 0,-3 6 0 0 0,5-10-70 0 0,0 1 0 0 0,1 0-1 0 0,-1-1 1 0 0,1 1 0 0 0,-1-1 0 0 0,1 1 0 0 0,0 0 0 0 0,0-1 0 0 0,0 1 0 0 0,0 0 0 0 0,0-1 0 0 0,0 1 0 0 0,0 0 0 0 0,0-1 0 0 0,1 1 0 0 0,-1 0 0 0 0,1-1 0 0 0,0 3 0 0 0,1-2-13 0 0,-1 0 1 0 0,1 0 0 0 0,-1-1 0 0 0,1 1 0 0 0,0 0 0 0 0,-1-1 0 0 0,1 0-1 0 0,0 1 1 0 0,0-1 0 0 0,0 0 0 0 0,0 0 0 0 0,0 0 0 0 0,0 0 0 0 0,0-1-1 0 0,1 1 1 0 0,-1 0 0 0 0,4 0 0 0 0,4 0-66 0 0,0 0 0 0 0,0-1 0 0 0,0 0 1 0 0,-1 0-1 0 0,1-1 0 0 0,15-4 0 0 0,-6 3-30 0 0,-17 1 179 0 0,0 2-5 0 0,0-1 0 0 0,0 0 0 0 0,0 1 0 0 0,0 0-1 0 0,0-1 1 0 0,0 1 0 0 0,0 0 0 0 0,-1 0 0 0 0,1 0 0 0 0,0 0-1 0 0,2 2 1 0 0,-11 24 706 0 0,-18 49 1 0 0,14-49-2655 0 0,-11 50 0 0 0,21-72 385 0 0,0 0 1151 0 0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7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236 35 324 0 0,'-5'1'15680'0'0,"152"-20"-15351"0"0,-98 12-198 0 0,33-2 797 0 0,-79 9-752 0 0,1 16-197 0 0,-45 232 144 0 0,2-23-118 0 0,6 43 169 0 0,33-267-155 0 0,0 2-15 0 0,-1-1 0 0 0,0 0 1 0 0,0 1-1 0 0,0-1 1 0 0,0 0-1 0 0,0 0 0 0 0,0 0 1 0 0,-1 0-1 0 0,1 0 1 0 0,-1 0-1 0 0,1 0 1 0 0,-1 0-1 0 0,0-1 0 0 0,1 1 1 0 0,-1-1-1 0 0,0 1 1 0 0,0-1-1 0 0,0 0 0 0 0,-1 0 1 0 0,1 1-1 0 0,0-2 1 0 0,0 1-1 0 0,-1 0 0 0 0,1 0 1 0 0,-4 0-1 0 0,-69 16 48 0 0,68-16-34 0 0,-48 5 13 0 0,-1-1 0 0 0,-58-4 1 0 0,85-4-1964 0 0,14-4-6745 0 0,9 0 4436 0 0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8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55 96 0 0,'-21'-4'4763'0'0,"8"-2"4596"0"0,139 0-8150 0 0,18-2 364 0 0,-142 8-1209 0 0,-133-13 307 0 0,128 13-530 0 0,-5 1-75 0 0,9-1-57 0 0,-1 0 0 0 0,0 0 0 0 0,0 0-1 0 0,0 0 1 0 0,0-1 0 0 0,0 1 0 0 0,0 0 0 0 0,0 0 0 0 0,0 0 0 0 0,0 0-1 0 0,0 0 1 0 0,0 0 0 0 0,0 0 0 0 0,0 0 0 0 0,0 0 0 0 0,0 0-1 0 0,0-1 1 0 0,0 1 0 0 0,0 0 0 0 0,0 0 0 0 0,0 0 0 0 0,0 0-1 0 0,0 0 1 0 0,0 0 0 0 0,0 0 0 0 0,0 0 0 0 0,0 0 0 0 0,0 0-1 0 0,0-1 1 0 0,0 1 0 0 0,0 0 0 0 0,0 0 0 0 0,0 0 0 0 0,0 0 0 0 0,0 0-1 0 0,-1 0 1 0 0,1 0 0 0 0,0 0 0 0 0,0 0 0 0 0,11-4-471 0 0,-1 1 1 0 0,1 0-1 0 0,0 1 1 0 0,0 0-1 0 0,0 1 1 0 0,0 0-1 0 0,21 2 1 0 0,-14-1-668 0 0,-4 1-1239 0 0,-2-1-2774 0 0,6 0 1617 0 0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9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51 520 0 0,'10'-40'7957'0'0,"-8"29"106"0"0,-89 390-7178 0 0,69-307-794 0 0,-28 163 119 0 0,29-138-141 0 0,16-92-58 0 0,0-1 0 0 0,0 0 0 0 0,1 0 0 0 0,0 0 0 0 0,-1 1 0 0 0,2-1 0 0 0,-1 0 0 0 0,0 1 0 0 0,1-1-1 0 0,0 0 1 0 0,0 0 0 0 0,0 0 0 0 0,0 0 0 0 0,4 7 0 0 0,-3-8 7 0 0,0-1 1 0 0,0 1-1 0 0,1-1 0 0 0,-1 0 1 0 0,1 1-1 0 0,-1-1 0 0 0,1 0 1 0 0,0-1-1 0 0,0 1 0 0 0,0 0 0 0 0,0-1 1 0 0,0 0-1 0 0,0 0 0 0 0,0 0 1 0 0,0 0-1 0 0,0 0 0 0 0,1 0 0 0 0,-1-1 1 0 0,6 1-1 0 0,33 2 36 0 0,0-1 0 0 0,1-2 1 0 0,-1-2-1 0 0,0-1 0 0 0,57-13 0 0 0,-92 14-237 0 0,-1 1 0 0 0,1-2-1 0 0,0 1 1 0 0,0-1-1 0 0,-1 0 1 0 0,1 0-1 0 0,9-7 1 0 0,2-13-3221 0 0,-11-9-4312 0 0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39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65 864 0 0,'2'-3'511'0'0,"1"0"1"0"0,-1 0-1 0 0,1 1 0 0 0,0-1 0 0 0,0 0 1 0 0,0 1-1 0 0,0 0 0 0 0,0 0 0 0 0,0 0 1 0 0,1 0-1 0 0,-1 0 0 0 0,1 0 0 0 0,3 0 1 0 0,30-11 1024 0 0,-16 8-753 0 0,4 0-491 0 0,0 1-1 0 0,0 1 1 0 0,0 1 0 0 0,44 3-1 0 0,43 13-7302 0 0,-97-11 4319 0 0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46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10 724 0 0,'0'-9'15169'0'0,"47"9"-14835"0"0,1 2-1 0 0,58 11 1 0 0,-104-13-451 0 0,12 4-1180 0 0,-1 9-5514 0 0,-8-7 3534 0 0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47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33 880 0 0,'-2'-15'2560'0'0,"-3"-1"3880"0"0,4 16-6373 0 0,0-1 0 0 0,-1 1 0 0 0,1 0-1 0 0,0 0 1 0 0,0 0 0 0 0,-1 0 0 0 0,1 0 0 0 0,0 0-1 0 0,-1 0 1 0 0,1 0 0 0 0,0 0 0 0 0,0 1-1 0 0,-1-1 1 0 0,1 0 0 0 0,0 1 0 0 0,0-1 0 0 0,0 1-1 0 0,0 0 1 0 0,0-1 0 0 0,-1 1 0 0 0,1 0-1 0 0,0 0 1 0 0,-1 1 0 0 0,-1 1 27 0 0,0 0-1 0 0,0 1 1 0 0,1-1 0 0 0,-1 1 0 0 0,1 0-1 0 0,0 0 1 0 0,-2 5 0 0 0,-1 2 21 0 0,1 0-1 0 0,1 1 1 0 0,0 0 0 0 0,-3 19 0 0 0,6-21-68 0 0,0 1 0 0 0,0-1 0 0 0,1 0-1 0 0,1 0 1 0 0,-1 1 0 0 0,2-1 0 0 0,-1 0 0 0 0,1-1 0 0 0,5 11-1 0 0,-6-15-28 0 0,0 0-1 0 0,0-1 0 0 0,0 0 0 0 0,1 1 0 0 0,0-1 0 0 0,0 0 1 0 0,0 0-1 0 0,0 0 0 0 0,0-1 0 0 0,1 1 0 0 0,0-1 0 0 0,0 0 1 0 0,0 0-1 0 0,0 0 0 0 0,0 0 0 0 0,0-1 0 0 0,1 0 0 0 0,-1 0 1 0 0,1 0-1 0 0,5 1 0 0 0,-4-2 9 0 0,0-1 0 0 0,0 0 0 0 0,0-1-1 0 0,0 1 1 0 0,0-1 0 0 0,-1 0 0 0 0,1 0 0 0 0,0-1 0 0 0,-1 0 0 0 0,1 0-1 0 0,-1 0 1 0 0,1-1 0 0 0,-1 0 0 0 0,0 0 0 0 0,0 0 0 0 0,0-1 0 0 0,0 1 0 0 0,-1-1-1 0 0,0 0 1 0 0,1 0 0 0 0,3-6 0 0 0,-1 2 51 0 0,0 0 0 0 0,-1-1 0 0 0,0 0 0 0 0,0 0 0 0 0,-1 0 0 0 0,0-1 0 0 0,0 0 0 0 0,-1 0 0 0 0,0 0 0 0 0,3-16 0 0 0,-6 22-75 0 0,-1 1 0 0 0,1-1 0 0 0,-1 1 0 0 0,0-1 0 0 0,0 1 0 0 0,0-1 0 0 0,0 1 1 0 0,-1-1-1 0 0,0 1 0 0 0,1-1 0 0 0,-1 1 0 0 0,0-1 0 0 0,-1 1 0 0 0,1 0 0 0 0,0 0 0 0 0,-1-1 0 0 0,0 1 0 0 0,0 0 0 0 0,0 1 0 0 0,0-1 0 0 0,0 0 0 0 0,-1 0 0 0 0,1 1 0 0 0,-1 0 0 0 0,1-1 1 0 0,-1 1-1 0 0,0 0 0 0 0,0 0 0 0 0,0 1 0 0 0,0-1 0 0 0,0 0 0 0 0,-1 1 0 0 0,1 0 0 0 0,-6-1 0 0 0,7 1-444 0 0,-1 3-143 0 0,3-2 532 0 0,-18 15-1826 0 0,17-14 1581 0 0,0 0 0 0 0,1-1 0 0 0,0 1 1 0 0,-1 0-1 0 0,1-1 0 0 0,-1 1 0 0 0,1 0 0 0 0,0-1 0 0 0,-1 1 0 0 0,1 0 0 0 0,0 0 0 0 0,0 0 0 0 0,0-1 0 0 0,0 1 1 0 0,-1 0-1 0 0,1 0 0 0 0,0 0 0 0 0,0-1 0 0 0,1 1 0 0 0,-1 0 0 0 0,0 1 0 0 0,4 9-2857 0 0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47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62 664 0 0,'0'0'1383'0'0,"3"-21"2396"0"0,-2 7 2777 0 0,-5-13-1630 0 0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47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 52 0 0,'-8'-1'10212'0'0,"8"2"-10064"0"0,-17 18 1777 0 0,-14 30-2059 0 0,28-39 216 0 0,-1-1-1 0 0,2 1 0 0 0,-1 0 1 0 0,1 0-1 0 0,1 0 0 0 0,0 0 1 0 0,0 0-1 0 0,1 1 1 0 0,0-1-1 0 0,1 0 0 0 0,0 0 1 0 0,0 0-1 0 0,1 0 1 0 0,1 0-1 0 0,-1 0 0 0 0,2 0 1 0 0,-1-1-1 0 0,2 0 1 0 0,-1 1-1 0 0,1-1 0 0 0,0-1 1 0 0,1 1-1 0 0,0-1 1 0 0,0 0-1 0 0,10 9 1108 0 0,-12-25-828 0 0,-3 8-343 0 0,-1 0 0 0 0,1 0 0 0 0,-1-1 0 0 0,0 1 0 0 0,1 0 0 0 0,-1 0 0 0 0,0-1 0 0 0,0 1 0 0 0,1 0-1 0 0,-1-1 1 0 0,0 1 0 0 0,0 0 0 0 0,1-1 0 0 0,-1 1 0 0 0,0-1 0 0 0,0 1 0 0 0,0 0 0 0 0,1-1 0 0 0,-1 1 0 0 0,0-1 0 0 0,0 1 0 0 0,0 0 0 0 0,0-1 0 0 0,0 1 0 0 0,0-1 0 0 0,0 1-1 0 0,0-1 1 0 0,0 1 0 0 0,0 0 0 0 0,0-1 0 0 0,-1 0 0 0 0,0-5 90 0 0,0 0 0 0 0,-1 0 0 0 0,0 0 0 0 0,0 1 0 0 0,0-1 0 0 0,-1 0 0 0 0,0 1 0 0 0,0 0 0 0 0,-1 0 0 0 0,1 0 0 0 0,-9-9 0 0 0,11 13-336 0 0,-2-6 454 0 0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0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69 688 0 0,'0'0'6129'0'0,"0"-4"-5689"0"0,1-4-1073 0 0,-4-9 8159 0 0,-2 8-4334 0 0,6 6-3192 0 0,-7-16 3956 0 0,12 13-3937 0 0,-6 6 6 0 0,0 0 0 0 0,0 0 0 0 0,0-1 0 0 0,0 1 0 0 0,0 0 0 0 0,0 0 0 0 0,0 0 0 0 0,0 0 0 0 0,0 0 0 0 0,1 0 0 0 0,-1-1 0 0 0,0 1 0 0 0,0 0 0 0 0,0 0 0 0 0,0 0 0 0 0,0 0 0 0 0,1 0 0 0 0,-1 0 0 0 0,0 0 0 0 0,0 0 0 0 0,0 0 0 0 0,0 0 0 0 0,0 0 0 0 0,1 0 0 0 0,-1 0 0 0 0,0 0 0 0 0,0 0 0 0 0,0 0 0 0 0,0 0 0 0 0,0 0 0 0 0,1 0 0 0 0,-1 0 0 0 0,0 0 0 0 0,0 0 0 0 0,0 0 0 0 0,0 0 0 0 0,0 0 0 0 0,1 0 0 0 0,-1 0 0 0 0,0 0 0 0 0,0 0 0 0 0,0 0 0 0 0,0 1 0 0 0,0-1 0 0 0,0 0 0 0 0,1 0 0 0 0,-1 0 0 0 0,0 0 0 0 0,0 0 0 0 0,0 0 0 0 0,0 1 0 0 0,0-1-1 0 0,0 0 1 0 0,0 0 0 0 0,0 0 0 0 0,0 0 0 0 0,0 0 0 0 0,0 1 0 0 0,4 18-40 0 0,-2 0 0 0 0,-1 0-1 0 0,0 1 1 0 0,-1-1-1 0 0,-1 0 1 0 0,-1 1 0 0 0,-1-1-1 0 0,-1 0 1 0 0,0 0 0 0 0,-1-1-1 0 0,-13 32 1 0 0,4-25-282 0 0,0-1 1 0 0,-24 30-1 0 0,6-13-3146 0 0,8-10-2898 0 0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0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90 408 0 0,'16'-42'12801'0'0,"-34"72"-12451"0"0,15-26-298 0 0,0 0 0 0 0,0 0 0 0 0,1 0 0 0 0,-1 0 0 0 0,1 1 0 0 0,0-1 0 0 0,0 0 0 0 0,1 1 0 0 0,-1 0 0 0 0,1-1 0 0 0,0 1 0 0 0,0 8 0 0 0,0-3 26 0 0,1 0 1 0 0,1 0-1 0 0,0 1 0 0 0,3 14 1 0 0,-3-21-38 0 0,0 0 1 0 0,1 0-1 0 0,-1 0 1 0 0,1-1-1 0 0,0 1 1 0 0,0-1-1 0 0,0 1 1 0 0,0-1-1 0 0,1 0 1 0 0,-1 0 0 0 0,1 0-1 0 0,0 0 1 0 0,4 3-1 0 0,-5-5 17 0 0,-1 0 1 0 0,1-1-1 0 0,0 1 0 0 0,0-1 1 0 0,0 1-1 0 0,-1-1 0 0 0,1 0 1 0 0,0 0-1 0 0,0 1 0 0 0,0-1 1 0 0,0 0-1 0 0,-1-1 0 0 0,1 1 1 0 0,0 0-1 0 0,0-1 0 0 0,0 1 0 0 0,-1-1 1 0 0,1 1-1 0 0,0-1 0 0 0,0 0 1 0 0,-1 0-1 0 0,1 0 0 0 0,-1 0 1 0 0,1 0-1 0 0,-1 0 0 0 0,1 0 1 0 0,-1 0-1 0 0,2-2 0 0 0,2-1 118 0 0,0 0-1 0 0,0-1 0 0 0,-1 0 0 0 0,1 1 1 0 0,-1-2-1 0 0,5-7 0 0 0,-5 4-123 0 0,0 1-1 0 0,-1-1 0 0 0,-1 0 0 0 0,1 0 0 0 0,-1 0 1 0 0,-1 0-1 0 0,1 0 0 0 0,-2 0 0 0 0,1 0 1 0 0,-1 0-1 0 0,-1 0 0 0 0,1-1 0 0 0,-2 1 0 0 0,1 0 1 0 0,-1 0-1 0 0,-1 0 0 0 0,1 1 0 0 0,-2-1 0 0 0,1 0 1 0 0,-1 1-1 0 0,-7-12 0 0 0,10 19-643 0 0,-10 6-4507 0 0,3-3 3675 0 0,4 4-3436 0 0,-1 4 766 0 0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0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1520 0 0,'0'0'1436'0'0,"9"-48"11826"0"0,-8 46-12364 0 0,5-15 2257 0 0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1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47 292 0 0,'20'-35'7377'0'0,"-19"33"-6382"0"0,9-7 6805 0 0,-56 205-6676 0 0,45-194-1123 0 0,1 0 0 0 0,-1 0-1 0 0,0 1 1 0 0,1-1 0 0 0,0 0-1 0 0,0 1 1 0 0,-1-1 0 0 0,1 0-1 0 0,1 1 1 0 0,-1-1 0 0 0,0 0 0 0 0,1 1-1 0 0,-1-1 1 0 0,1 0 0 0 0,-1 0-1 0 0,1 1 1 0 0,0-1 0 0 0,0 0-1 0 0,0 0 1 0 0,0 0 0 0 0,1 0-1 0 0,-1 0 1 0 0,0 0 0 0 0,1 0-1 0 0,0-1 1 0 0,-1 1 0 0 0,1 0-1 0 0,0-1 1 0 0,0 0 0 0 0,0 1 0 0 0,-1-1-1 0 0,2 0 1 0 0,-1 0 0 0 0,0 0-1 0 0,0 0 1 0 0,0 0 0 0 0,0 0-1 0 0,1-1 1 0 0,-1 1 0 0 0,0-1-1 0 0,1 0 1 0 0,-1 1 0 0 0,0-1-1 0 0,1 0 1 0 0,-1 0 0 0 0,0-1-1 0 0,3 1 1 0 0,7-1-29 0 0,-1-1 1 0 0,1 1-1 0 0,-1-2 0 0 0,0 0 1 0 0,0 0-1 0 0,0-1 0 0 0,-1 0 0 0 0,15-8 1 0 0,-17 7 212 0 0,0 0-1 0 0,0-1 1 0 0,-1 0 0 0 0,0 0 0 0 0,0-1 0 0 0,-1 1 0 0 0,8-12 0 0 0,-13 17 406 0 0,-6 36 228 0 0,-18 63-1 0 0,0 5-3625 0 0,14-35-4241 0 0,3-51-1124 0 0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1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20 764 0 0,'0'0'3873'0'0,"0"-1"-3772"0"0,1 1 0 0 0,-1-1 0 0 0,0 0-1 0 0,1 0 1 0 0,-1 0 0 0 0,0 1 0 0 0,1-1 0 0 0,-1 0 0 0 0,1 1-1 0 0,-1-1 1 0 0,1 0 0 0 0,0 1 0 0 0,-1-1 0 0 0,1 1 0 0 0,0-1-1 0 0,-1 1 1 0 0,1-1 0 0 0,0 1 0 0 0,0 0 0 0 0,-1-1-1 0 0,2 1 1 0 0,79 1 2364 0 0,-20 1 439 0 0,107-11 1 0 0,-167 9-2793 0 0,1 0 0 0 0,-1-1 1 0 0,1 1-1 0 0,0 0 1 0 0,-1 0-1 0 0,1 0 0 0 0,-1 0 1 0 0,1 1-1 0 0,-1-1 0 0 0,1 0 1 0 0,-1 1-1 0 0,1-1 1 0 0,-1 1-1 0 0,0-1 0 0 0,1 1 1 0 0,-1 0-1 0 0,0 0 0 0 0,1-1 1 0 0,-1 1-1 0 0,0 0 0 0 0,0 0 1 0 0,0 0-1 0 0,1 0 1 0 0,-1 0-1 0 0,0 1 0 0 0,-1-1 1 0 0,1 0-1 0 0,0 0 0 0 0,0 1 1 0 0,0-1-1 0 0,-1 1 1 0 0,1-1-1 0 0,-1 0 0 0 0,1 2 1 0 0,1 7-181 0 0,0-1 0 0 0,0 0 0 0 0,-1 1 0 0 0,0 15 0 0 0,0 3 366 0 0,16 104-154 0 0,-7 1-1 0 0,-6 153 0 0 0,-5-265-134 0 0,0-1 0 0 0,-2 0 1 0 0,0 0-1 0 0,-11 34 0 0 0,12-48 6 0 0,0-1-1 0 0,-1 1 0 0 0,0-1 1 0 0,0 1-1 0 0,0-1 1 0 0,-1 0-1 0 0,0 0 0 0 0,0 0 1 0 0,0-1-1 0 0,-1 1 0 0 0,1-1 1 0 0,-1 0-1 0 0,0-1 1 0 0,0 1-1 0 0,-1-1 0 0 0,1 0 1 0 0,-1 0-1 0 0,1 0 0 0 0,-11 2 1 0 0,-7 2 107 0 0,0-2 0 0 0,-1 0-1 0 0,1-2 1 0 0,-46 1 0 0 0,-100-11-329 0 0,85 2-2425 0 0,73 4 1793 0 0,-34-3-7759 0 0,22-1 4033 0 0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5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41 860 0 0,'-13'-6'4369'0'0,"-10"-6"5689"0"0,26 7-7456 0 0,16 0-3457 0 0,86-5 485 0 0,-68 8-2818 0 0,1 1-4161 0 0,-27 1 3902 0 0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5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70 792 0 0,'-8'9'6517'0'0,"47"-18"-5953"0"0,-20 4-124 0 0,8-4-180 0 0,1 3-180 0 0,11-5-232 0 0,-8 5-216 0 0,9-5-244 0 0,-10 4-644 0 0,10 0-1357 0 0,2 0 601 0 0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6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275 23 528 0 0,'0'0'913'0'0,"0"-22"12105"0"0,-15 75-12676 0 0,-43 100-1 0 0,14-42-201 0 0,-15 83-55 0 0,-19 51 63 0 0,74-235-119 0 0,0 0 0 0 0,0 1 0 0 0,2 0 0 0 0,-1 0 0 0 0,1 0-1 0 0,0 11 1 0 0,2-21-11 0 0,1 0-1 0 0,-1 0 0 0 0,1-1 0 0 0,-1 1 1 0 0,1 0-1 0 0,-1-1 0 0 0,1 1 0 0 0,0 0 0 0 0,-1-1 1 0 0,1 1-1 0 0,0-1 0 0 0,-1 1 0 0 0,1-1 1 0 0,0 0-1 0 0,-1 1 0 0 0,1-1 0 0 0,0 1 0 0 0,0-1 1 0 0,0 0-1 0 0,0 0 0 0 0,-1 0 0 0 0,1 1 1 0 0,1-1-1 0 0,23 4 287 0 0,-23-4-291 0 0,55 3 193 0 0,1-3 0 0 0,-1-2 0 0 0,89-15 0 0 0,-136 16-346 0 0,1 0-353 0 0,0-1 0 0 0,0 0-1 0 0,19-6 1 0 0,-27 6-127 0 0,1 0-1 0 0,-1 0 1 0 0,1 0-1 0 0,-1 0 1 0 0,1 0-1 0 0,-1-1 1 0 0,0 1 0 0 0,0-1-1 0 0,0 0 1 0 0,-1 0-1 0 0,1 0 1 0 0,-1 0-1 0 0,1-1 1 0 0,1-3 0 0 0,2-6-2673 0 0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6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1000 0 0,'5'-5'832'0'0,"3"-2"-120"0"0,1 1-72 0 0,4-4-76 0 0,1 2-96 0 0,2 3-120 0 0,3-3-208 0 0,8 2-192 0 0,0-1-344 0 0,13 0-316 0 0,-9 2-768 0 0,-3 1 344 0 0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8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235 141 1064 0 0,'1'-2'398'0'0,"0"-1"-1"0"0,-1 1 1 0 0,1 0 0 0 0,-1 0-1 0 0,1 0 1 0 0,-1-1 0 0 0,0 1-1 0 0,1 0 1 0 0,-1-1-1 0 0,-1 1 1 0 0,1 0 0 0 0,-1-5-1 0 0,1 6-243 0 0,0 0-1 0 0,-1 1 0 0 0,1-1 0 0 0,-1 0 0 0 0,1 0 1 0 0,-1 0-1 0 0,1 1 0 0 0,-1-1 0 0 0,0 0 0 0 0,1 0 1 0 0,-1 1-1 0 0,0-1 0 0 0,0 0 0 0 0,1 1 1 0 0,-1-1-1 0 0,0 1 0 0 0,0-1 0 0 0,0 1 0 0 0,0 0 1 0 0,0-1-1 0 0,-1 1 0 0 0,-2-1 24 0 0,0 1 0 0 0,1 0 0 0 0,-1 0 0 0 0,0 0 1 0 0,0 0-1 0 0,0 0 0 0 0,0 1 0 0 0,0 0 0 0 0,0 0 0 0 0,1 0 0 0 0,-1 0 0 0 0,-5 3 0 0 0,-5 3 25 0 0,1 1-1 0 0,0 0 1 0 0,0 0-1 0 0,1 2 0 0 0,0-1 1 0 0,1 1-1 0 0,0 1 0 0 0,-13 15 1 0 0,20-20-156 0 0,-1-1 1 0 0,1 1 0 0 0,0-1 0 0 0,0 1-1 0 0,1 0 1 0 0,0 0 0 0 0,0 1-1 0 0,0-1 1 0 0,1 1 0 0 0,0-1-1 0 0,0 1 1 0 0,0 0 0 0 0,1 0-1 0 0,0 0 1 0 0,1 0 0 0 0,0 0 0 0 0,0 0-1 0 0,0 0 1 0 0,3 12 0 0 0,-3-16-36 0 0,1 1 1 0 0,0-1 0 0 0,1 0 0 0 0,-1 0-1 0 0,1 0 1 0 0,-1 0 0 0 0,1 0 0 0 0,0-1 0 0 0,0 1-1 0 0,0 0 1 0 0,0-1 0 0 0,1 1 0 0 0,-1-1-1 0 0,0 0 1 0 0,1 0 0 0 0,0 0 0 0 0,0 0-1 0 0,5 3 1 0 0,-3-4 3 0 0,0 1-1 0 0,0-1 1 0 0,0 0-1 0 0,0 0 1 0 0,0-1-1 0 0,0 1 1 0 0,0-1-1 0 0,0 0 1 0 0,0-1-1 0 0,0 1 1 0 0,7-2-1 0 0,3-2 14 0 0,1-1-1 0 0,-1 0 1 0 0,0-1 0 0 0,0 0 0 0 0,-1-1-1 0 0,22-15 1 0 0,-28 16-5 0 0,0 1 0 0 0,0-2 0 0 0,-1 1 0 0 0,0-1 0 0 0,0 0 0 0 0,-1 0 0 0 0,0-1-1 0 0,0 0 1 0 0,-1 0 0 0 0,0-1 0 0 0,0 1 0 0 0,-1-1 0 0 0,0 0 0 0 0,-1 0 0 0 0,0-1 0 0 0,4-17 0 0 0,-6 20 17 0 0,-1 1 0 0 0,0-1 0 0 0,0 0 0 0 0,0 1 0 0 0,-1-1 0 0 0,1 0 0 0 0,-2 1 0 0 0,1-1 0 0 0,-1 1 0 0 0,0-1 0 0 0,0 1 0 0 0,-1 0 0 0 0,0 0 0 0 0,0 0 0 0 0,0 0 0 0 0,-1 0 0 0 0,0 1 0 0 0,0-1 0 0 0,0 1 0 0 0,-1 0 0 0 0,0 0 0 0 0,0 1 0 0 0,0 0 0 0 0,0 0 0 0 0,-7-4 0 0 0,6 3-82 0 0,1 1-1 0 0,-1 0 1 0 0,0 1-1 0 0,-1 0 1 0 0,1 0 0 0 0,-1 0-1 0 0,1 0 1 0 0,-1 1-1 0 0,0 0 1 0 0,-12-1-1 0 0,18 3-30 0 0,0 0-1 0 0,0 0 1 0 0,0 1-1 0 0,0-1 0 0 0,0 1 1 0 0,1-1-1 0 0,-1 0 1 0 0,0 1-1 0 0,0 0 0 0 0,0-1 1 0 0,1 1-1 0 0,-1-1 1 0 0,0 1-1 0 0,1 0 0 0 0,-1-1 1 0 0,0 1-1 0 0,1 0 0 0 0,-1 0 1 0 0,1 0-1 0 0,-1 0 1 0 0,1-1-1 0 0,-1 1 0 0 0,1 0 1 0 0,0 0-1 0 0,0 0 1 0 0,-1 0-1 0 0,1 0 0 0 0,0 0 1 0 0,0 0-1 0 0,0 0 0 0 0,0 0 1 0 0,0 1-1 0 0,4 31-2156 0 0,-4-30 1858 0 0,9 27-5157 0 0,0-16 2350 0 0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8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79 420 0 0,'0'0'5060'0'0,"3"-2"-3476"0"0,-1 0-823 0 0,1-1-1 0 0,-2 1 1 0 0,1 0-1 0 0,0 0 1 0 0,0-1 0 0 0,-1 1-1 0 0,1-1 1 0 0,-1 0-1 0 0,0 1 1 0 0,0-1 0 0 0,0 0-1 0 0,0 0 1 0 0,0 0-1 0 0,0-6 1 0 0,0 8 196 0 0,6-25 2383 0 0,-3 21-6383 0 0,14 6-8685 0 0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0:59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4 271 948 0 0,'0'0'4164'0'0,"-3"-18"-1473"0"0,22 13-1688 0 0,0-1 0 0 0,0 0 0 0 0,0-2 0 0 0,-1 0 0 0 0,22-13 0 0 0,-34 18-827 0 0,0-1 1 0 0,-1 0 0 0 0,1-1 0 0 0,-1 1 0 0 0,0-1 0 0 0,0 0 0 0 0,-1 0-1 0 0,1-1 1 0 0,-1 1 0 0 0,0-1 0 0 0,-1 0 0 0 0,1 0 0 0 0,-1-1 0 0 0,0 1-1 0 0,-1 0 1 0 0,0-1 0 0 0,0 0 0 0 0,2-9 0 0 0,-3 8-86 0 0,-1 0-1 0 0,0 1 1 0 0,0-1 0 0 0,0 0-1 0 0,-1 1 1 0 0,-3-14 0 0 0,3 19-92 0 0,0 1 1 0 0,0 0-1 0 0,0 0 1 0 0,0-1 0 0 0,0 1-1 0 0,0 0 1 0 0,0 0-1 0 0,0 0 1 0 0,0 0 0 0 0,-1 0-1 0 0,1 0 1 0 0,0 1 0 0 0,-1-1-1 0 0,1 0 1 0 0,0 1-1 0 0,-1-1 1 0 0,1 1 0 0 0,-1-1-1 0 0,1 1 1 0 0,-1 0-1 0 0,1-1 1 0 0,-1 1 0 0 0,1 0-1 0 0,-1 0 1 0 0,0 0-1 0 0,1 0 1 0 0,-3 1 0 0 0,-40 6-19 0 0,34-5 8 0 0,0 1 1 0 0,1 1-1 0 0,-1-1 1 0 0,1 2-1 0 0,0-1 1 0 0,0 1 0 0 0,1 0-1 0 0,-14 12 1 0 0,19-15 5 0 0,1 1 0 0 0,0-1 0 0 0,0 1 0 0 0,0 0 0 0 0,0 0 0 0 0,0 0 0 0 0,0 0 0 0 0,1 0-1 0 0,0 1 1 0 0,-1-1 0 0 0,1 0 0 0 0,1 1 0 0 0,-1-1 0 0 0,0 0 0 0 0,1 1 0 0 0,-1-1 0 0 0,1 1 0 0 0,0-1 0 0 0,0 1 0 0 0,1-1 0 0 0,-1 1 0 0 0,1-1 0 0 0,0 1 0 0 0,0-1 0 0 0,0 0 0 0 0,0 1 0 0 0,0-1 0 0 0,1 0 0 0 0,2 4 0 0 0,6 11-9 0 0,2 0 0 0 0,0-1 0 0 0,1 0 0 0 0,1-1 0 0 0,0-1-1 0 0,1 0 1 0 0,0-1 0 0 0,18 12 0 0 0,53 52-234 0 0,-83-75 194 0 0,0 1 1 0 0,-1 0 0 0 0,1 0 0 0 0,-1 1 0 0 0,0-1-1 0 0,0 0 1 0 0,0 1 0 0 0,-1-1 0 0 0,1 1 0 0 0,-1 0-1 0 0,0-1 1 0 0,-1 1 0 0 0,1 0 0 0 0,-1 5 0 0 0,0-8 39 0 0,0 0 0 0 0,0 0 0 0 0,0 1 0 0 0,0-1 1 0 0,-1 0-1 0 0,1-1 0 0 0,-1 1 0 0 0,0 0 0 0 0,1 0 1 0 0,-1 0-1 0 0,0 0 0 0 0,0 0 0 0 0,0-1 0 0 0,0 1 0 0 0,-1 0 1 0 0,1-1-1 0 0,0 1 0 0 0,-1-1 0 0 0,1 1 0 0 0,-1-1 1 0 0,1 0-1 0 0,-1 0 0 0 0,0 1 0 0 0,1-1 0 0 0,-1 0 1 0 0,0-1-1 0 0,0 1 0 0 0,0 0 0 0 0,0 0 0 0 0,0-1 0 0 0,0 1 1 0 0,0-1-1 0 0,0 0 0 0 0,0 0 0 0 0,0 1 0 0 0,0-1 1 0 0,-4-1-1 0 0,1 1 72 0 0,1 1-1 0 0,-1-2 1 0 0,0 1 0 0 0,0-1-1 0 0,0 1 1 0 0,0-1 0 0 0,0-1 0 0 0,0 1-1 0 0,1-1 1 0 0,-1 1 0 0 0,1-1 0 0 0,-1-1-1 0 0,1 1 1 0 0,0-1 0 0 0,0 1-1 0 0,0-1 1 0 0,0-1 0 0 0,0 1 0 0 0,1 0-1 0 0,-1-1 1 0 0,1 0 0 0 0,0 1 0 0 0,0-2-1 0 0,0 1 1 0 0,1 0 0 0 0,-1 0-1 0 0,1-1 1 0 0,-3-8 0 0 0,3 5-37 0 0,0 0-1 0 0,0 0 1 0 0,1-1 0 0 0,0 1 0 0 0,1 0-1 0 0,-1 0 1 0 0,2-1 0 0 0,-1 1 0 0 0,1 0-1 0 0,0 0 1 0 0,1 0 0 0 0,0 0 0 0 0,0 0-1 0 0,1 0 1 0 0,7-14 0 0 0,17-18-2965 0 0,11 10-4530 0 0,-24 23 3295 0 0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01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0 416 0 0,'-2'11'8361'0'0,"-2"0"-3538"0"0,-17 25-2759 0 0,2-1-1783 0 0,0 6-84 0 0,-14 33-546 0 0,21-21-9208 0 0,11-44 6049 0 0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03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96 0 0,'0'0'1276'0'0,"15"5"-1224"0"0,-3 0-1172 0 0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06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32 908 0 0,'3'-18'3761'0'0,"-2"18"-3623"0"0,-1-1 1 0 0,0 1 0 0 0,0 0 0 0 0,0-1 0 0 0,1 1 0 0 0,-1 0 0 0 0,0 0-1 0 0,0-1 1 0 0,0 1 0 0 0,0 0 0 0 0,0-1 0 0 0,0 1 0 0 0,0 0 0 0 0,0-1-1 0 0,1 1 1 0 0,-1 0 0 0 0,0-1 0 0 0,0 1 0 0 0,0-1 0 0 0,-1 1-1 0 0,1 0 1 0 0,0-1 0 0 0,0 1 0 0 0,0 0 0 0 0,0-1 0 0 0,0 1 0 0 0,0 0-1 0 0,0 0 1 0 0,-1-1 0 0 0,1 1 0 0 0,0 0 0 0 0,0-1 0 0 0,0 1 0 0 0,-1 0-1 0 0,1 0 1 0 0,0-1 0 0 0,0 1 0 0 0,-1 0 0 0 0,1 0 0 0 0,0 0 0 0 0,0-1-1 0 0,-1 1 1 0 0,1 0 0 0 0,0 0 0 0 0,-1 0 0 0 0,1 0 0 0 0,0 0 0 0 0,-1-1-1 0 0,-7 6-82 0 0,1-1 0 0 0,1 1 0 0 0,-1 1 0 0 0,1-1 0 0 0,0 1 0 0 0,0 0 0 0 0,0 1 0 0 0,1-1-1 0 0,0 1 1 0 0,0 0 0 0 0,1 0 0 0 0,0 1 0 0 0,0-1 0 0 0,1 1 0 0 0,-1 0 0 0 0,2 0 0 0 0,-1 0 0 0 0,1 0-1 0 0,1 0 1 0 0,-1 1 0 0 0,1-1 0 0 0,1 1 0 0 0,0-1 0 0 0,0 0 0 0 0,0 1 0 0 0,1-1 0 0 0,1 1 0 0 0,-1-1-1 0 0,1 0 1 0 0,6 15 0 0 0,-7-20-26 0 0,0 0 0 0 0,1 0-1 0 0,-1 0 1 0 0,1 0 0 0 0,0 0-1 0 0,0 0 1 0 0,0-1 0 0 0,0 1-1 0 0,0-1 1 0 0,0 1 0 0 0,1-1-1 0 0,-1 0 1 0 0,1 0 0 0 0,4 3 0 0 0,-5-4 6 0 0,0-1 0 0 0,-1 1 0 0 0,1-1 0 0 0,0 1 0 0 0,0-1 1 0 0,0 1-1 0 0,0-1 0 0 0,0 0 0 0 0,0 0 0 0 0,0 0 1 0 0,0 0-1 0 0,0-1 0 0 0,0 1 0 0 0,0 0 0 0 0,0-1 0 0 0,0 1 1 0 0,-1-1-1 0 0,1 0 0 0 0,0 1 0 0 0,0-1 0 0 0,-1 0 1 0 0,1 0-1 0 0,0 0 0 0 0,-1-1 0 0 0,4-1 0 0 0,1-2 102 0 0,0-1-1 0 0,-1 1 0 0 0,1-1 0 0 0,-1 0 0 0 0,0 0 1 0 0,0-1-1 0 0,-1 1 0 0 0,0-1 0 0 0,0 0 0 0 0,-1-1 0 0 0,0 1 1 0 0,0 0-1 0 0,3-14 0 0 0,-3 5 72 0 0,-1-1 1 0 0,-1 1-1 0 0,0-1 0 0 0,-2 0 0 0 0,-2-23 1 0 0,-11-4-391 0 0,14 42-275 0 0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06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70 724 0 0,'0'0'2970'0'0,"5"-43"10034"0"0,-3 30-11563 0 0,-2 12-1596 0 0,1 1-1 0 0,-1-1 1 0 0,0 0-1 0 0,1 0 1 0 0,-1 1-1 0 0,1-1 1 0 0,-1 0-1 0 0,1 1 0 0 0,-1-1 1 0 0,1 0-1 0 0,-1 1 1 0 0,1-1-1 0 0,0 1 1 0 0,-1-1-1 0 0,1 1 1 0 0,0-1-1 0 0,-1 1 1 0 0,1-1-1 0 0,0 1 1 0 0,0-1-1 0 0,2 1-1417 0 0,22 8-8795 0 0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06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29 348 0 0,'-29'-23'7464'0'0,"27"22"-7354"0"0,0 0 1 0 0,0 0-1 0 0,0 1 1 0 0,0-1-1 0 0,0 0 0 0 0,0 1 1 0 0,0 0-1 0 0,0-1 1 0 0,0 1-1 0 0,0 0 0 0 0,0 0 1 0 0,0 0-1 0 0,0 0 1 0 0,0 1-1 0 0,0-1 0 0 0,0 0 1 0 0,-1 1-1 0 0,2 0 0 0 0,-1-1 1 0 0,0 1-1 0 0,0 0 1 0 0,0 0-1 0 0,0 0 0 0 0,0 0 1 0 0,1 0-1 0 0,-1 1 1 0 0,0-1-1 0 0,1 0 0 0 0,-1 1 1 0 0,1-1-1 0 0,0 1 1 0 0,-1 0-1 0 0,1-1 0 0 0,0 1 1 0 0,0 0-1 0 0,0 0 1 0 0,0-1-1 0 0,0 1 0 0 0,1 0 1 0 0,-1 0-1 0 0,1 0 0 0 0,-1 0 1 0 0,1 0-1 0 0,0 0 1 0 0,-1 1-1 0 0,1-1 0 0 0,0 0 1 0 0,0 0-1 0 0,1 0 1 0 0,-1 0-1 0 0,0 0 0 0 0,1 0 1 0 0,-1 0-1 0 0,1 0 1 0 0,1 2-1 0 0,4 8-11 0 0,1-1 0 0 0,0-1 0 0 0,0 1 0 0 0,2-1 0 0 0,-1-1 0 0 0,1 1 0 0 0,12 9 0 0 0,33 37 170 0 0,-36-33-182 0 0,17 23 52 0 0,-34-43-129 0 0,1 0 0 0 0,-1 0 1 0 0,1 0-1 0 0,-1 0 0 0 0,0-1 0 0 0,0 1 0 0 0,-1 1 0 0 0,1-1 0 0 0,-1 0 0 0 0,1 0 0 0 0,-1 0 0 0 0,0 0 0 0 0,0 0 1 0 0,0 0-1 0 0,-1 4 0 0 0,0-5 1 0 0,-1 0 0 0 0,1 0 1 0 0,-1 0-1 0 0,1 0 1 0 0,-1 0-1 0 0,1 0 0 0 0,-1 0 1 0 0,0-1-1 0 0,0 1 0 0 0,0-1 1 0 0,0 1-1 0 0,0-1 1 0 0,0 0-1 0 0,-1 0 0 0 0,1 0 1 0 0,0 0-1 0 0,-1 0 0 0 0,1-1 1 0 0,0 1-1 0 0,-5 0 1 0 0,-49 5-695 0 0,51-6 44 0 0,-16-3-482 0 0,7-6-5809 0 0,3-1 3381 0 0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07.1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76 696 0 0,'3'-5'770'0'0,"1"0"0"0"0,-1 1-1 0 0,1-1 1 0 0,0 1 0 0 0,0 0-1 0 0,1 0 1 0 0,-1 1 0 0 0,1-1 0 0 0,6-3-1 0 0,-3 3-297 0 0,1 0 0 0 0,-1 0-1 0 0,1 1 1 0 0,0 0 0 0 0,11-2 0 0 0,49-2-1968 0 0,-3 10-3896 0 0,-52-1 2952 0 0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07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70 864 0 0,'6'-6'814'0'0,"0"0"-1"0"0,1 0 1 0 0,-1 1-1 0 0,1 0 1 0 0,0 0-1 0 0,0 0 0 0 0,1 1 1 0 0,-1 0-1 0 0,1 1 1 0 0,0 0-1 0 0,0 0 1 0 0,15-3-1 0 0,-9 3-295 0 0,-1 1-1 0 0,1 0 0 0 0,0 1 1 0 0,-1 0-1 0 0,1 1 0 0 0,0 1 1 0 0,17 3-1 0 0,-27-3-457 0 0,0 1-1 0 0,0-1 0 0 0,0 1 1 0 0,0 0-1 0 0,0 0 1 0 0,0 1-1 0 0,-1-1 1 0 0,1 1-1 0 0,-1 0 0 0 0,0 0 1 0 0,0 0-1 0 0,0 0 1 0 0,0 1-1 0 0,0-1 1 0 0,-1 1-1 0 0,0-1 0 0 0,1 1 1 0 0,-1 0-1 0 0,-1 0 1 0 0,1 0-1 0 0,2 7 1 0 0,2 9 40 0 0,0 0 0 0 0,5 41 0 0 0,-11-59-90 0 0,66 464 488 0 0,-63-440-456 0 0,-1-13-35 0 0,0 1 1 0 0,-1-1-1 0 0,0 1 0 0 0,-1 0 0 0 0,-1-1 0 0 0,-2 14 0 0 0,2-23-4 0 0,0 0 0 0 0,-1 0 0 0 0,1 0 1 0 0,-1 0-1 0 0,0-1 0 0 0,0 1 0 0 0,0 0 0 0 0,0-1 0 0 0,-1 0 0 0 0,1 0 0 0 0,-1 1 0 0 0,0-2 0 0 0,0 1 0 0 0,0 0 0 0 0,0 0 0 0 0,0-1 0 0 0,-1 0 0 0 0,1 0 1 0 0,-1 0-1 0 0,0 0 0 0 0,0 0 0 0 0,1-1 0 0 0,-1 0 0 0 0,0 1 0 0 0,-7 0 0 0 0,-12 2 22 0 0,0-1 0 0 0,-1 0 0 0 0,-32-2 0 0 0,31 0-19 0 0,-7-1-182 0 0,-121 6 113 0 0,51 5-4561 0 0,69-11-1880 0 0,21 0 2787 0 0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2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70 1036 0 0,'-11'-10'3170'0'0,"8"9"-2589"0"0,1 0 0 0 0,-1 0 0 0 0,0-1 0 0 0,1 1 0 0 0,-1 0 0 0 0,1-1 0 0 0,0 0 0 0 0,-1 1 0 0 0,-3-5 0 0 0,6 6-417 0 0,0-1-1 0 0,0 1 1 0 0,-1 0 0 0 0,1-1-1 0 0,0 1 1 0 0,0 0 0 0 0,0-1 0 0 0,0 1-1 0 0,0-1 1 0 0,-1 1 0 0 0,1-1 0 0 0,0 1-1 0 0,0 0 1 0 0,0-1 0 0 0,0 1-1 0 0,0-1 1 0 0,0 1 0 0 0,0-1 0 0 0,1 1-1 0 0,-1 0 1 0 0,0-1 0 0 0,0 1 0 0 0,0-1-1 0 0,0 1 1 0 0,0 0 0 0 0,1-1-1 0 0,-1 1 1 0 0,0-1 0 0 0,0 1 0 0 0,1 0-1 0 0,-1-1 1 0 0,0 1 0 0 0,1 0 0 0 0,-1 0-1 0 0,1-1 1 0 0,5-3 771 0 0,1 0 0 0 0,0 1 0 0 0,0 0 0 0 0,0 1 0 0 0,12-4 0 0 0,-3 1-2191 0 0,-14 4 1343 0 0,-1 1-85 0 0,0 0 1 0 0,0 0 0 0 0,0 0 0 0 0,0 0 0 0 0,0 1-1 0 0,0-1 1 0 0,0 0 0 0 0,0 0 0 0 0,0 1 0 0 0,0-1 0 0 0,0 0-1 0 0,0 1 1 0 0,0-1 0 0 0,0 1 0 0 0,0-1 0 0 0,0 1 0 0 0,0 0-1 0 0,-1-1 1 0 0,1 1 0 0 0,0 0 0 0 0,0 0 0 0 0,-1 0 0 0 0,1-1-1 0 0,-1 1 1 0 0,1 0 0 0 0,0 0 0 0 0,-1 1 0 0 0,1 1 0 0 0,0 0 0 0 0,0 0 0 0 0,-1 0 0 0 0,1 0 0 0 0,-1 0 0 0 0,0 0 0 0 0,0 0 0 0 0,0 0-1 0 0,-1 5 1 0 0,-2 7-40 0 0,-1 0 0 0 0,-10 28-1 0 0,13-39 8 0 0,-1 0-11 0 0,1-1 0 0 0,0 0 0 0 0,0 1 0 0 0,0-1 0 0 0,0 1 0 0 0,1-1 0 0 0,0 1 0 0 0,-1-1 0 0 0,1 1 0 0 0,0-1 0 0 0,1 1 0 0 0,-1-1 0 0 0,1 1 0 0 0,-1-1 0 0 0,1 0 0 0 0,0 1 0 0 0,3 5 0 0 0,1-2-67 0 0,-1 0 1 0 0,2 0-1 0 0,-1 0 0 0 0,1-1 0 0 0,11 11 0 0 0,-11-12 84 0 0,-4-4 4 0 0,-1 0-1 0 0,1 1 0 0 0,0-1 0 0 0,-1 0 1 0 0,0 1-1 0 0,1-1 0 0 0,-1 1 0 0 0,0-1 0 0 0,0 1 1 0 0,0-1-1 0 0,0 1 0 0 0,0 0 0 0 0,0 0 1 0 0,0-1-1 0 0,-1 1 0 0 0,1 0 0 0 0,-1 0 0 0 0,1 0 1 0 0,-1 0-1 0 0,0 0 0 0 0,1 0 0 0 0,-1 0 1 0 0,0 0-1 0 0,0 0 0 0 0,-1 0 0 0 0,1 0 1 0 0,0 0-1 0 0,-1-1 0 0 0,1 1 0 0 0,-1 0 0 0 0,0 2 1 0 0,-2 0 12 0 0,0-1 1 0 0,0 1 0 0 0,-1-1-1 0 0,1 0 1 0 0,-1 0 0 0 0,0 0-1 0 0,0 0 1 0 0,0-1 0 0 0,0 1-1 0 0,0-1 1 0 0,-8 3 0 0 0,-9 4-156 0 0,10-3 197 0 0,-1-1 0 0 0,0 0 0 0 0,-18 4 0 0 0,25-9-372 0 0,0 1 1 0 0,1 0 0 0 0,-1-1-1 0 0,0 0 1 0 0,0 0 0 0 0,0-1-1 0 0,-7-1 1 0 0,11 1-74 0 0,0 1 0 0 0,-1-1 0 0 0,1 0 0 0 0,0 0 0 0 0,0 0-1 0 0,0 0 1 0 0,0 0 0 0 0,0 0 0 0 0,0 0 0 0 0,1-1 0 0 0,-1 1 0 0 0,0 0 0 0 0,1 0 0 0 0,-1-1 0 0 0,1 1-1 0 0,-1 0 1 0 0,1-1 0 0 0,-1 1 0 0 0,1-1 0 0 0,0-1 0 0 0,-1 2 211 0 0,0-13-3509 0 0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3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515 25 100 0 0,'-7'-4'395'0'0,"0"1"0"0"0,0 0 0 0 0,0 0 0 0 0,-1 0 0 0 0,1 1-1 0 0,-1 0 1 0 0,0 0 0 0 0,0 1 0 0 0,1 0 0 0 0,-1 0 0 0 0,0 1 0 0 0,-16 2 0 0 0,12 0-19 0 0,0 0 1 0 0,-1 1 0 0 0,1 1 0 0 0,0 0-1 0 0,1 0 1 0 0,-1 2 0 0 0,-15 9-1 0 0,3 0 55 0 0,1 2-1 0 0,0 1 1 0 0,2 0-1 0 0,0 2 0 0 0,1 0 1 0 0,-22 30-1 0 0,28-32-278 0 0,1 2 0 0 0,0-1-1 0 0,2 2 1 0 0,0-1 0 0 0,1 2 0 0 0,2-1-1 0 0,0 1 1 0 0,1 0 0 0 0,1 1-1 0 0,1 0 1 0 0,1 0 0 0 0,1 0-1 0 0,2 0 1 0 0,0 1 0 0 0,1-1-1 0 0,1 0 1 0 0,1 0 0 0 0,1 1 0 0 0,2-2-1 0 0,0 1 1 0 0,1 0 0 0 0,11 25-1 0 0,-7-30-141 0 0,-1-1-1 0 0,2 0 0 0 0,1-1 0 0 0,0 0 1 0 0,1-1-1 0 0,0 0 0 0 0,1-1 0 0 0,1-1 1 0 0,0 0-1 0 0,33 21 0 0 0,-22-18-150 0 0,1-1 0 0 0,0-1 1 0 0,1-2-1 0 0,1 0 0 0 0,0-2 0 0 0,45 10 0 0 0,-52-16 75 0 0,1-1 0 0 0,-1-2 0 0 0,1 0 0 0 0,-1-1 0 0 0,1-1 0 0 0,-1-1 0 0 0,1-1 0 0 0,-1-1 0 0 0,0-1 0 0 0,0-1 0 0 0,-1-1 0 0 0,0-1 0 0 0,0-1 0 0 0,-1 0 0 0 0,36-23 0 0 0,-39 20 154 0 0,0 0 1 0 0,-1-2-1 0 0,-1 1 0 0 0,0-2 1 0 0,-1 0-1 0 0,0 0 0 0 0,-1-2 0 0 0,-1 1 1 0 0,-1-2-1 0 0,0 1 0 0 0,-1-2 0 0 0,-1 1 1 0 0,-1-1-1 0 0,-1-1 0 0 0,0 1 0 0 0,-2-1 1 0 0,5-28-1 0 0,-8 28 31 0 0,0 0-1 0 0,-2-1 1 0 0,0 1 0 0 0,-2-1 0 0 0,0 1-1 0 0,-1 0 1 0 0,-1 0 0 0 0,-1 0 0 0 0,-1 1-1 0 0,0-1 1 0 0,-2 1 0 0 0,0 1 0 0 0,-20-34-1 0 0,21 41-184 0 0,0 0-1 0 0,-1 1 1 0 0,0-1-1 0 0,-1 1 1 0 0,0 1-1 0 0,-1 0 1 0 0,0 0-1 0 0,0 1 1 0 0,0 0-1 0 0,-1 1 0 0 0,-1 0 1 0 0,1 1-1 0 0,-1 0 1 0 0,0 1-1 0 0,0 0 1 0 0,0 1-1 0 0,-1 0 1 0 0,0 1-1 0 0,0 1 1 0 0,0 0-1 0 0,0 0 1 0 0,-19 1-1 0 0,4 3-942 0 0,0 1-1 0 0,-35 8 1 0 0,-13 10-4266 0 0,32-5 1772 0 0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5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409 492 724 0 0,'0'0'163'0'0,"0"0"0"0"0,0-1 1 0 0,0 1-1 0 0,0 0 0 0 0,1-1 0 0 0,-1 1 0 0 0,0 0 1 0 0,0 0-1 0 0,0-1 0 0 0,1 1 0 0 0,-1 0 0 0 0,0 0 1 0 0,0-1-1 0 0,1 1 0 0 0,-1 0 0 0 0,0 0 0 0 0,1 0 0 0 0,-1-1 1 0 0,0 1-1 0 0,1 0 0 0 0,-1 0 0 0 0,0 0 0 0 0,1 0 1 0 0,-1 0-1 0 0,0 0 0 0 0,1 0 0 0 0,-1 0 0 0 0,0 0 1 0 0,1 0-1 0 0,-1 0 0 0 0,0 0 0 0 0,1 0 0 0 0,-1 0 0 0 0,0 0 1 0 0,1 0-1 0 0,-1 0 0 0 0,0 0 0 0 0,1 0 0 0 0,-1 1 1 0 0,0-1-1 0 0,1 0 0 0 0,8 17 1479 0 0,-1 26-903 0 0,-8-29-489 0 0,0-1 1 0 0,-2 0 0 0 0,1 0-1 0 0,-2 0 1 0 0,1 0-1 0 0,-2 0 1 0 0,0-1 0 0 0,-6 15-1 0 0,7-21-155 0 0,0-1 0 0 0,0 1 0 0 0,-1 0 0 0 0,0-1 1 0 0,0 0-1 0 0,0 0 0 0 0,0 0 0 0 0,-1-1 0 0 0,0 1 0 0 0,0-1 0 0 0,0 0 0 0 0,-1 0 0 0 0,1-1 0 0 0,-1 0 0 0 0,0 0 0 0 0,0 0 0 0 0,0-1 1 0 0,-10 4-1 0 0,7-5-29 0 0,0 1 1 0 0,0-2-1 0 0,0 1 1 0 0,-1-1 0 0 0,1-1-1 0 0,0 1 1 0 0,0-1-1 0 0,0-1 1 0 0,1 0 0 0 0,-1 0-1 0 0,0-1 1 0 0,0 0 0 0 0,1 0-1 0 0,0-1 1 0 0,0 0-1 0 0,0-1 1 0 0,0 0 0 0 0,-11-9-1 0 0,8 5-36 0 0,-1-1 0 0 0,1 0 0 0 0,1-1 0 0 0,0 0 0 0 0,0-1 0 0 0,1 0 0 0 0,1 0 0 0 0,0-1 0 0 0,0 0-1 0 0,-7-21 1 0 0,9 16-39 0 0,1 0 0 0 0,1-1 0 0 0,1 1 0 0 0,0-1 0 0 0,2 0 0 0 0,0 0 0 0 0,1 0 0 0 0,1 0-1 0 0,1 0 1 0 0,0 1 0 0 0,1-1 0 0 0,2 0 0 0 0,0 1 0 0 0,0 0 0 0 0,2 0 0 0 0,0 1 0 0 0,1 0-1 0 0,1 0 1 0 0,0 1 0 0 0,2 0 0 0 0,0 0 0 0 0,16-18 0 0 0,-17 22-3 0 0,1 0 1 0 0,1 0-1 0 0,0 1 0 0 0,0 1 1 0 0,1 0-1 0 0,0 0 0 0 0,1 1 1 0 0,0 1-1 0 0,0 1 0 0 0,1 0 1 0 0,0 0-1 0 0,0 2 0 0 0,0 0 1 0 0,1 0-1 0 0,0 2 1 0 0,0 0-1 0 0,0 1 0 0 0,0 0 1 0 0,0 1-1 0 0,1 1 0 0 0,-1 1 1 0 0,0 0-1 0 0,0 1 0 0 0,0 1 1 0 0,0 0-1 0 0,18 7 0 0 0,-8 1-2 0 0,0 1 0 0 0,-1 1 0 0 0,-1 1 0 0 0,0 1 0 0 0,-1 2 0 0 0,-1 0 0 0 0,0 1 0 0 0,33 37 0 0 0,-28-24 3 0 0,-1 1 0 0 0,-1 1 0 0 0,-2 1-1 0 0,-1 1 1 0 0,23 53 0 0 0,-38-71 21 0 0,0 1-1 0 0,-2 0 1 0 0,0 1 0 0 0,-1-1-1 0 0,-1 1 1 0 0,0 0 0 0 0,-1 34-1 0 0,-2-42-87 0 0,0 0 0 0 0,-1 0 0 0 0,-1 1 0 0 0,0-1 0 0 0,0 0 0 0 0,-1-1 0 0 0,0 1 0 0 0,-1 0 0 0 0,0-1-1 0 0,-1 0 1 0 0,0 0 0 0 0,-1 0 0 0 0,0 0 0 0 0,-10 11 0 0 0,15-20-199 0 0,0 0-1 0 0,0 0 1 0 0,-1 1 0 0 0,1-1 0 0 0,-1 0 0 0 0,1 0-1 0 0,-1-1 1 0 0,1 1 0 0 0,-1 0 0 0 0,1 0-1 0 0,-1-1 1 0 0,1 1 0 0 0,-1-1 0 0 0,0 1-1 0 0,0-1 1 0 0,1 0 0 0 0,-1 0 0 0 0,0 0-1 0 0,1 0 1 0 0,-1 0 0 0 0,0 0 0 0 0,0 0 0 0 0,1 0-1 0 0,-1-1 1 0 0,0 1 0 0 0,1-1 0 0 0,-1 1-1 0 0,1-1 1 0 0,-1 0 0 0 0,0 0 0 0 0,-1-1-1 0 0,-7-5-2494 0 0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5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20 0 0,'0'0'3374'0'0,"4"-3"-2647"0"0,3-2-476 0 0,1 0-1 0 0,-1 1 1 0 0,1 0 0 0 0,0 1-1 0 0,0 0 1 0 0,0 0 0 0 0,1 0-1 0 0,-1 1 1 0 0,1 1 0 0 0,10-2-1 0 0,104-4 281 0 0,-56 5-940 0 0,59-4-3578 0 0,-95 5 2290 0 0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5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193 394 640 0 0,'-7'1'843'0'0,"-6"3"-339"0"0,-1 0 1 0 0,2 1-1 0 0,-1 0 1 0 0,0 1-1 0 0,1 1 1 0 0,0-1-1 0 0,0 2 0 0 0,1 0 1 0 0,-14 12-1 0 0,21-16-386 0 0,0-1-1 0 0,0 1 0 0 0,0 0 0 0 0,1 0 0 0 0,-1 0 1 0 0,1 1-1 0 0,0-1 0 0 0,0 1 0 0 0,0 0 0 0 0,1 0 1 0 0,0 0-1 0 0,0 0 0 0 0,0 0 0 0 0,0 0 0 0 0,1 0 1 0 0,0 1-1 0 0,0-1 0 0 0,1 1 0 0 0,-1-1 0 0 0,1 0 1 0 0,0 1-1 0 0,1-1 0 0 0,-1 1 0 0 0,1-1 0 0 0,0 0 1 0 0,0 1-1 0 0,4 7 0 0 0,-4-10-93 0 0,0-1-1 0 0,0 1 1 0 0,0-1 0 0 0,0 0-1 0 0,1 1 1 0 0,-1-1 0 0 0,1 0 0 0 0,-1 0-1 0 0,1 0 1 0 0,0 0 0 0 0,0 0-1 0 0,0 0 1 0 0,0-1 0 0 0,0 1 0 0 0,0-1-1 0 0,0 1 1 0 0,1-1 0 0 0,-1 0-1 0 0,1 0 1 0 0,-1 0 0 0 0,1 0 0 0 0,-1 0-1 0 0,1-1 1 0 0,-1 1 0 0 0,1-1-1 0 0,0 1 1 0 0,-1-1 0 0 0,1 0-1 0 0,0 0 1 0 0,-1 0 0 0 0,1-1 0 0 0,-1 1-1 0 0,1-1 1 0 0,0 1 0 0 0,-1-1-1 0 0,1 0 1 0 0,-1 0 0 0 0,1 0 0 0 0,2-2-1 0 0,5-2 10 0 0,-1 0 0 0 0,0 0 0 0 0,0-1 0 0 0,0-1 0 0 0,-1 1-1 0 0,0-1 1 0 0,0-1 0 0 0,8-10 0 0 0,-4 2 9 0 0,-1-1-1 0 0,-1 0 1 0 0,0-1-1 0 0,-2 0 1 0 0,0 0-1 0 0,-1-1 1 0 0,0 0-1 0 0,-2 0 1 0 0,0-1-1 0 0,2-27 1 0 0,-4 19 163 0 0,-1 1 1 0 0,-2-1 0 0 0,0 1 0 0 0,-2-1 0 0 0,-1 1 0 0 0,-1-1 0 0 0,-8-26 0 0 0,6 38 403 0 0,0 1 1 0 0,-1-1-1 0 0,-14-22 0 0 0,15 26 183 0 0,5 11-766 0 0,1 1-1 0 0,0-1 1 0 0,-1 1-1 0 0,1-1 0 0 0,-1 1 1 0 0,1-1-1 0 0,0 1 1 0 0,-1 0-1 0 0,1-1 1 0 0,-1 1-1 0 0,1 0 1 0 0,-1-1-1 0 0,1 1 0 0 0,-1 0 1 0 0,0 0-1 0 0,1-1 1 0 0,-1 1-1 0 0,1 0 1 0 0,-1 0-1 0 0,1 0 1 0 0,-1 0-1 0 0,0 0 1 0 0,1 0-1 0 0,-1 0 0 0 0,1 0 1 0 0,-1 0-1 0 0,0 0 1 0 0,1 0-1 0 0,-1 0 1 0 0,1 0-1 0 0,-1 1 1 0 0,1-1-1 0 0,-1 0 0 0 0,1 0 1 0 0,-1 1-1 0 0,1-1 1 0 0,-1 0-1 0 0,1 1 1 0 0,-1-1-1 0 0,1 0 1 0 0,-1 1-1 0 0,1-1 1 0 0,-1 1-1 0 0,1-1 0 0 0,0 1 1 0 0,-1-1-1 0 0,1 1 1 0 0,0-1-1 0 0,0 1 1 0 0,-1-1-1 0 0,1 1 1 0 0,0-1-1 0 0,0 2 0 0 0,-17 30 172 0 0,13-12-205 0 0,0 1 1 0 0,1 1 0 0 0,2-1-1 0 0,0 0 1 0 0,1 1-1 0 0,1-1 1 0 0,1 0-1 0 0,1 0 1 0 0,9 33-1 0 0,-7-34-543 0 0,1-1 1 0 0,2 0-1 0 0,-1 0 0 0 0,2-1 1 0 0,1 0-1 0 0,12 18 0 0 0,14 6-2456 0 0,-9-16-2160 0 0,-10-11 1874 0 0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6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165 370 436 0 0,'-5'3'1013'0'0,"-9"6"-401"0"0,0 1-1 0 0,1 1 1 0 0,0 0-1 0 0,1 1 1 0 0,0 0-1 0 0,1 1 1 0 0,0 0-1 0 0,1 1 1 0 0,-14 24-1 0 0,20-32-458 0 0,1 1 1 0 0,-1 1-1 0 0,1-1 0 0 0,1 0 1 0 0,-1 1-1 0 0,1-1 0 0 0,1 1 1 0 0,-1 0-1 0 0,1 0 1 0 0,0 0-1 0 0,1 0 0 0 0,0-1 1 0 0,0 1-1 0 0,1 0 0 0 0,0 0 1 0 0,0 0-1 0 0,1-1 0 0 0,0 1 1 0 0,1 0-1 0 0,-1-1 0 0 0,1 0 1 0 0,1 0-1 0 0,6 11 0 0 0,-10-17-109 0 0,1 0 1 0 0,0 1-1 0 0,-1-1 0 0 0,1 0 0 0 0,0 0 0 0 0,0 0 0 0 0,0 0 0 0 0,0 0 1 0 0,0-1-1 0 0,0 1 0 0 0,0 0 0 0 0,1 0 0 0 0,-1-1 0 0 0,0 1 0 0 0,0 0 0 0 0,1-1 1 0 0,-1 1-1 0 0,0-1 0 0 0,0 0 0 0 0,1 1 0 0 0,-1-1 0 0 0,1 0 0 0 0,-1 0 1 0 0,0 0-1 0 0,1 0 0 0 0,1 0 0 0 0,1-1 23 0 0,-1 0 0 0 0,0-1 0 0 0,0 1 0 0 0,0 0 0 0 0,0-1 0 0 0,-1 0 0 0 0,1 0 0 0 0,0 0 0 0 0,-1 0 0 0 0,6-4 0 0 0,0-4 67 0 0,0 1-1 0 0,0-1 1 0 0,-1 0 0 0 0,0 0 0 0 0,6-14-1 0 0,4-14 17 0 0,-2 0 0 0 0,-1-1 0 0 0,-3-1 0 0 0,0 0 0 0 0,-3 0-1 0 0,-1-1 1 0 0,2-77 0 0 0,-9 117-144 0 0,0-36 43 0 0,-3-41 1 0 0,1 67 71 0 0,1 0-1 0 0,-1 0 1 0 0,-1 0-1 0 0,0 0 1 0 0,-1 1-1 0 0,0-1 1 0 0,0 1 0 0 0,-8-13-1 0 0,11 22-96 0 0,1 1-1 0 0,0-1 1 0 0,-1 1 0 0 0,1-1-1 0 0,0 1 1 0 0,-1-1 0 0 0,1 1-1 0 0,-1-1 1 0 0,1 1 0 0 0,-1-1-1 0 0,1 1 1 0 0,-1-1 0 0 0,1 1-1 0 0,-1 0 1 0 0,0-1 0 0 0,1 1-1 0 0,-1 0 1 0 0,0 0 0 0 0,1-1-1 0 0,-1 1 1 0 0,1 0-1 0 0,-1 0 1 0 0,0 0 0 0 0,1 0-1 0 0,-1 0 1 0 0,0 0 0 0 0,1 0-1 0 0,-1 0 1 0 0,0 0 0 0 0,-1 0-1 0 0,-17 16 278 0 0,-7 29-31 0 0,20-31-189 0 0,1 1 0 0 0,1-1 0 0 0,1 1 0 0 0,0 0-1 0 0,0 0 1 0 0,2 0 0 0 0,0 1 0 0 0,0-1 0 0 0,2 0-1 0 0,0 1 1 0 0,0-1 0 0 0,2 0 0 0 0,0 0 0 0 0,1 0 0 0 0,7 19-1 0 0,3 4-359 0 0,1-2 0 0 0,24 41 0 0 0,16 17-3967 0 0,-13-21-2489 0 0,-31-55 2716 0 0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8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48 1216 0 0,'-22'-41'6886'0'0,"21"40"-6129"0"0,1 1-694 0 0,0-1 0 0 0,-1 1 0 0 0,1 0 0 0 0,0 0 0 0 0,0-1 0 0 0,0 1-1 0 0,0 0 1 0 0,0 0 0 0 0,0-1 0 0 0,-1 1 0 0 0,1 0 0 0 0,0 0-1 0 0,0 0 1 0 0,0-1 0 0 0,-1 1 0 0 0,1 0 0 0 0,0 0 0 0 0,0 0-1 0 0,-1 0 1 0 0,1 0 0 0 0,0-1 0 0 0,0 1 0 0 0,-1 0 0 0 0,1 0-1 0 0,0 0 1 0 0,0 0 0 0 0,-1 0 0 0 0,1 0 0 0 0,0 0 0 0 0,0 0-1 0 0,-1 0 1 0 0,1 0 0 0 0,0 0 0 0 0,0 0 0 0 0,-1 0 0 0 0,1 0 0 0 0,0 0-1 0 0,-1 0 1 0 0,1 0 0 0 0,0 0 0 0 0,0 1 0 0 0,-1-1 0 0 0,1 0-1 0 0,0 0 1 0 0,0 0 0 0 0,0 0 0 0 0,-1 1 0 0 0,-7 9 108 0 0,1 1 1 0 0,1 0 0 0 0,-1 1-1 0 0,2-1 1 0 0,-1 1 0 0 0,2 0-1 0 0,0 0 1 0 0,0 1 0 0 0,1-1-1 0 0,-2 19 1 0 0,-1 23 213 0 0,1 66 1 0 0,3-42-134 0 0,6 130-1590 0 0,-2-178 152 0 0,-2-20 955 0 0,0 12-6960 0 0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18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1 493 336 0 0,'96'-6'1108'0'0,"127"-23"1"0"0,-165 18-748 0 0,0-3 0 0 0,-1-3-1 0 0,76-33 1 0 0,-117 43-215 0 0,0-1 0 0 0,0-1 0 0 0,-1 0 0 0 0,0-1-1 0 0,0-1 1 0 0,-2 0 0 0 0,1-1 0 0 0,12-13 0 0 0,-23 21-61 0 0,0 0 0 0 0,0 0 0 0 0,0-1 0 0 0,0 1 0 0 0,0-1 0 0 0,-1 1 0 0 0,0-1 0 0 0,0 0 0 0 0,0 1 0 0 0,0-1 0 0 0,-1 0 0 0 0,0 0 0 0 0,0-1 0 0 0,0 1 0 0 0,-1 0 0 0 0,0 0 0 0 0,0 0 0 0 0,0 0 0 0 0,0-1 0 0 0,-1 1 0 0 0,0 0 0 0 0,0 0 0 0 0,-1 0 0 0 0,1 0 0 0 0,-1 0 0 0 0,0 1 0 0 0,0-1 0 0 0,0 0 0 0 0,-1 1 0 0 0,0 0 0 0 0,-6-8 0 0 0,1 1 147 0 0,0 1 1 0 0,-1 0-1 0 0,0 0 0 0 0,0 1 1 0 0,-1 1-1 0 0,0-1 0 0 0,-1 2 1 0 0,0-1-1 0 0,0 1 1 0 0,-17-7-1 0 0,27 14-214 0 0,-1 0 0 0 0,1-1 0 0 0,-1 1 0 0 0,1 0 0 0 0,0 0 1 0 0,-1 0-1 0 0,1 0 0 0 0,-1 0 0 0 0,1 1 0 0 0,-1-1 0 0 0,1 0 0 0 0,-1 1 0 0 0,1-1 0 0 0,0 1 0 0 0,-1-1 0 0 0,1 1 1 0 0,0 0-1 0 0,0-1 0 0 0,-1 1 0 0 0,1 0 0 0 0,0 0 0 0 0,0 0 0 0 0,0 0 0 0 0,0 0 0 0 0,-2 2 0 0 0,-21 32 177 0 0,21-30-139 0 0,-6 12 36 0 0,1 1 0 0 0,0 0 0 0 0,2 0 0 0 0,0 0 0 0 0,-7 37-1 0 0,-6 105 445 0 0,8-59-212 0 0,-1 122 324 0 0,11-148 2092 0 0,2-80-2642 0 0,11-44 370 0 0,-12 46-427 0 0,7-3 63 0 0,-6 5-113 0 0,0 1-1 0 0,0-1 1 0 0,0 0 0 0 0,0 0 0 0 0,0 0 0 0 0,0 1 0 0 0,0-1 0 0 0,0 0-1 0 0,0 1 1 0 0,1-1 0 0 0,-1 1 0 0 0,0-1 0 0 0,0 1 0 0 0,1 0 0 0 0,-1-1-1 0 0,0 1 1 0 0,0 0 0 0 0,1 0 0 0 0,1 0 0 0 0,105 8-500 0 0,-73-5 296 0 0,0 0 1 0 0,58-4-1 0 0,-63-1 117 0 0,37-7-127 0 0,-63 8 212 0 0,0 0 1 0 0,0 0-1 0 0,0-1 1 0 0,0 1-1 0 0,0-1 1 0 0,-1 0 0 0 0,1 0-1 0 0,0-1 1 0 0,-1 1-1 0 0,0-1 1 0 0,1 0 0 0 0,-1 0-1 0 0,3-4 1 0 0,-4 6 30 0 0,-2-1 1 0 0,1 1 0 0 0,0 0 0 0 0,0-1 0 0 0,0 1-1 0 0,-1-1 1 0 0,1 1 0 0 0,0-1 0 0 0,-1 1-1 0 0,0-1 1 0 0,1 1 0 0 0,-1-1 0 0 0,0 0 0 0 0,0 1-1 0 0,0-1 1 0 0,0 1 0 0 0,0-1 0 0 0,0 0-1 0 0,0 1 1 0 0,0-1 0 0 0,-1 1 0 0 0,1-1-1 0 0,-1 1 1 0 0,1-1 0 0 0,-1 1 0 0 0,0-1 0 0 0,1 1-1 0 0,-1-1 1 0 0,0 1 0 0 0,0 0 0 0 0,0 0-1 0 0,0-1 1 0 0,0 1 0 0 0,0 0 0 0 0,0 0 0 0 0,-1 0-1 0 0,1 0 1 0 0,0 0 0 0 0,-1 0 0 0 0,-1-1-1 0 0,-2-1 61 0 0,0 1-1 0 0,1-1 1 0 0,-1 1-1 0 0,0-1 1 0 0,-1 1-1 0 0,1 1 1 0 0,0-1 0 0 0,0 1-1 0 0,-11-1 1 0 0,15 2-82 0 0,1 0 1 0 0,-1 0 0 0 0,1 0 0 0 0,0 1-1 0 0,-1-1 1 0 0,1 0 0 0 0,-1 1 0 0 0,1-1-1 0 0,-1 0 1 0 0,1 1 0 0 0,0-1 0 0 0,-1 0 0 0 0,1 1-1 0 0,0-1 1 0 0,0 0 0 0 0,-1 1 0 0 0,1-1-1 0 0,0 1 1 0 0,0-1 0 0 0,-1 1 0 0 0,1-1-1 0 0,0 1 1 0 0,0-1 0 0 0,0 1 0 0 0,0-1 0 0 0,0 1-1 0 0,0-1 1 0 0,0 1 0 0 0,0-1 0 0 0,0 1-1 0 0,0-1 1 0 0,0 1 0 0 0,0-1 0 0 0,0 1-1 0 0,0-1 1 0 0,0 1 0 0 0,1-1 0 0 0,-1 1 0 0 0,0-1-1 0 0,0 1 1 0 0,0-1 0 0 0,1 0 0 0 0,-1 1-1 0 0,8 17-182 0 0,-3-9-70 0 0,1 1 0 0 0,0-2 1 0 0,0 1-1 0 0,1-1 0 0 0,0 0 1 0 0,1 0-1 0 0,0-1 0 0 0,14 11 1 0 0,72 40-6825 0 0,-91-56 6607 0 0,26 14-3277 0 0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0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0 422 412 0 0,'0'0'9141'0'0,"5"0"-8576"0"0,24 0 53 0 0,1-1 1 0 0,0-2-1 0 0,-1-1 1 0 0,0-1 0 0 0,45-14-1 0 0,-53 14-395 0 0,-13 2-160 0 0,0 0 1 0 0,-1-1-1 0 0,1 0 0 0 0,-1 0 1 0 0,0 0-1 0 0,0-1 0 0 0,0 0 1 0 0,-1-1-1 0 0,0 1 0 0 0,0-1 1 0 0,0-1-1 0 0,-1 1 0 0 0,1-1 1 0 0,5-10-1 0 0,-9 15-54 0 0,0-1 1 0 0,-1 0-1 0 0,1 0 1 0 0,-1 0-1 0 0,1 1 0 0 0,-1-1 1 0 0,0-1-1 0 0,0 1 1 0 0,0 0-1 0 0,-1 0 0 0 0,1 0 1 0 0,-1 0-1 0 0,1 0 1 0 0,-1-1-1 0 0,0 1 0 0 0,-1 0 1 0 0,1 0-1 0 0,0-1 1 0 0,-1 1-1 0 0,0 0 0 0 0,1 0 1 0 0,-1 0-1 0 0,-1 0 1 0 0,1 0-1 0 0,0 0 0 0 0,-1 0 1 0 0,1 0-1 0 0,-1 1 1 0 0,0-1-1 0 0,0 1 0 0 0,0-1 1 0 0,0 1-1 0 0,-1 0 1 0 0,1-1-1 0 0,-1 1 0 0 0,1 0 1 0 0,-1 1-1 0 0,0-1 1 0 0,1 0-1 0 0,-4-1 0 0 0,-2 0-12 0 0,0 0-1 0 0,0 1 1 0 0,-1-1-1 0 0,1 1 1 0 0,0 1-1 0 0,-1 0 0 0 0,1 0 1 0 0,-1 0-1 0 0,1 1 1 0 0,-1 1-1 0 0,1-1 1 0 0,-1 2-1 0 0,1-1 1 0 0,-1 1-1 0 0,1 0 0 0 0,0 0 1 0 0,0 1-1 0 0,0 1 1 0 0,0-1-1 0 0,1 1 1 0 0,-1 0-1 0 0,-7 6 0 0 0,9-6 4 0 0,0 0-1 0 0,-1 1 1 0 0,2 0-1 0 0,-1 0 1 0 0,0 0-1 0 0,1 1 1 0 0,0-1-1 0 0,0 1 1 0 0,1 1-1 0 0,0-1 1 0 0,0 1-1 0 0,0-1 0 0 0,1 1 1 0 0,0 0-1 0 0,0 0 1 0 0,1 1-1 0 0,-1-1 1 0 0,2 0-1 0 0,-1 1 1 0 0,1-1-1 0 0,0 1 1 0 0,1 0-1 0 0,0-1 1 0 0,1 13-1 0 0,1-13 5 0 0,0 0 0 0 0,0-1 1 0 0,1 1-1 0 0,-1 0 0 0 0,2-1 0 0 0,-1 0 0 0 0,1 0 1 0 0,0 0-1 0 0,0 0 0 0 0,0-1 0 0 0,1 1 0 0 0,0-1 1 0 0,0-1-1 0 0,0 1 0 0 0,1 0 0 0 0,0-1 0 0 0,0 0 0 0 0,0-1 1 0 0,0 1-1 0 0,0-1 0 0 0,8 2 0 0 0,1 1-43 0 0,0-1 0 0 0,1 0 0 0 0,-1-1 0 0 0,1-1 0 0 0,0-1-1 0 0,0 0 1 0 0,0-1 0 0 0,20-1 0 0 0,-14-1-407 0 0,0-2 1 0 0,0-1-1 0 0,0 0 0 0 0,-1-2 1 0 0,0 0-1 0 0,0-1 0 0 0,-1-1 1 0 0,0-2-1 0 0,0 0 1 0 0,-1 0-1 0 0,34-26 0 0 0,-44 26 480 0 0,0 0 0 0 0,-1 0 0 0 0,0-1-1 0 0,-1 0 1 0 0,0-1 0 0 0,-1 0 0 0 0,0 0-1 0 0,-1 0 1 0 0,0 0 0 0 0,4-23 0 0 0,-8 34-7 0 0,-1 0 0 0 0,0 0-1 0 0,1 0 1 0 0,-1 0 0 0 0,1 0 0 0 0,-1 1 0 0 0,1-1 0 0 0,0 0 0 0 0,-1 0 0 0 0,1 0 0 0 0,0 1 0 0 0,0-1 0 0 0,-1 0 0 0 0,1 0 0 0 0,0 1 0 0 0,0-1 0 0 0,0 1 0 0 0,0-1 0 0 0,0 1 0 0 0,0-1 0 0 0,0 1 0 0 0,0 0 0 0 0,0 0 0 0 0,0-1 0 0 0,0 1 0 0 0,0 0 0 0 0,0 0 0 0 0,0 0 0 0 0,0 0 0 0 0,0 0 0 0 0,0 0 0 0 0,0 0-1 0 0,0 0 1 0 0,0 1 0 0 0,0-1 0 0 0,0 0 0 0 0,0 0 0 0 0,0 1 0 0 0,0-1 0 0 0,2 2 0 0 0,-1-1-12 0 0,1 0 0 0 0,0 0 0 0 0,-1 0 0 0 0,1 1 0 0 0,-1-1-1 0 0,1 1 1 0 0,-1 0 0 0 0,0 0 0 0 0,0 0 0 0 0,1 0 0 0 0,-1 0 0 0 0,2 3-1 0 0,-1 1 5 0 0,-1 0 0 0 0,0 0 0 0 0,0 0 0 0 0,0 0-1 0 0,-1 0 1 0 0,0 0 0 0 0,0 0 0 0 0,-1 0 0 0 0,1 0 0 0 0,-1 1-1 0 0,-1-1 1 0 0,1 0 0 0 0,-1 0 0 0 0,0 0 0 0 0,0 0-1 0 0,-1 0 1 0 0,0 0 0 0 0,0 0 0 0 0,0 0 0 0 0,-1-1 0 0 0,-6 11-1 0 0,8-15 15 0 0,8-30 82 0 0,-2 22-144 0 0,-1 0 1 0 0,2 0-1 0 0,-1 0 0 0 0,1 1 0 0 0,0 0 0 0 0,0 0 0 0 0,1 0 0 0 0,11-7 0 0 0,-3 0-18 0 0,-10 9 28 0 0,0 0-1 0 0,0 0 1 0 0,1 0-1 0 0,-1 0 1 0 0,1 1 0 0 0,0 0-1 0 0,0 0 1 0 0,0 1-1 0 0,0-1 1 0 0,1 1-1 0 0,-1 1 1 0 0,1-1 0 0 0,-1 1-1 0 0,9 0 1 0 0,-8 3 17 0 0,0 1 0 0 0,0-1 0 0 0,0 2 0 0 0,-1-1 0 0 0,1 1 0 0 0,-1 0-1 0 0,0 0 1 0 0,0 1 0 0 0,-1 0 0 0 0,1 0 0 0 0,5 8 0 0 0,7 3 78 0 0,-4-2-25 0 0,-12-11-27 0 0,1 0-1 0 0,-1 0 1 0 0,1-1 0 0 0,0 1 0 0 0,0-1 0 0 0,0 0 0 0 0,1 0 0 0 0,6 4-1 0 0,-9-6 109 0 0,0 1-124 0 0,0-1 0 0 0,-1 0 0 0 0,1 0 0 0 0,0 0 0 0 0,0 0 0 0 0,-1 0 0 0 0,1 0-1 0 0,0 0 1 0 0,-1 0 0 0 0,1 0 0 0 0,0 0 0 0 0,-1 0 0 0 0,1 0 0 0 0,0-1 0 0 0,0 1 0 0 0,-1 0 0 0 0,1 0 0 0 0,-1-1 0 0 0,1 1 0 0 0,0 0 0 0 0,-1-1 0 0 0,1 1 0 0 0,-1-1 0 0 0,1 1 0 0 0,-1-1 0 0 0,1 1 0 0 0,-1-1 0 0 0,1 1 0 0 0,0-2 0 0 0,19-13 102 0 0,-20 15-111 0 0,31-25 83 0 0,-30 24-90 0 0,3 2 2 0 0,-1 0 1 0 0,1 0-1 0 0,-1 1 0 0 0,1-1 1 0 0,-1 1-1 0 0,0 0 0 0 0,0 0 1 0 0,0 0-1 0 0,0 1 0 0 0,0-1 1 0 0,0 1-1 0 0,0-1 0 0 0,-1 1 1 0 0,1 0-1 0 0,-1 0 1 0 0,0 0-1 0 0,0 0 0 0 0,0 0 1 0 0,2 6-1 0 0,0-2 2 0 0,0-1 0 0 0,0 0-1 0 0,1 0 1 0 0,0 0 0 0 0,11 9 0 0 0,-12-11-1 0 0,6 3-4 0 0,22-6 5 0 0,-27-1 7 0 0,1-2-1 0 0,0 1 0 0 0,0-1 0 0 0,0 1 0 0 0,-1-2 0 0 0,1 1 0 0 0,-1-1 0 0 0,0 1 0 0 0,0-2 0 0 0,0 1 0 0 0,0 0 0 0 0,0-1 0 0 0,-1 0 0 0 0,1 0 0 0 0,-1 0 1 0 0,0-1-1 0 0,0 1 0 0 0,-1-1 0 0 0,5-8 0 0 0,7-12 27 0 0,-1 0 1 0 0,17-46-1 0 0,-28 66-19 0 0,12-33 261 0 0,-2 1-1 0 0,-1-1 1 0 0,13-76 0 0 0,-25 112-89 0 0,-1-12 183 0 0,1 13-354 0 0,0 1-1 0 0,0-1 1 0 0,0 1 0 0 0,0 0-1 0 0,-1-1 1 0 0,1 1-1 0 0,0 0 1 0 0,0-1 0 0 0,0 1-1 0 0,0 0 1 0 0,0-1-1 0 0,0 1 1 0 0,-1 0 0 0 0,1-1-1 0 0,0 1 1 0 0,0 0-1 0 0,-1-1 1 0 0,1 1 0 0 0,0 0-1 0 0,0 0 1 0 0,-1-1-1 0 0,1 1 1 0 0,0 0 0 0 0,-1 0-1 0 0,1 0 1 0 0,0-1-1 0 0,-1 1 1 0 0,1 0 0 0 0,0 0-1 0 0,-1 0 1 0 0,1 0-1 0 0,0 0 1 0 0,-1 0 0 0 0,1 0-1 0 0,0 0 1 0 0,-1 0-1 0 0,1 0 1 0 0,-1 0 0 0 0,1 0-1 0 0,0 0 1 0 0,-1 0-1 0 0,1 0 1 0 0,0 0 0 0 0,-1 0-1 0 0,-6 5 7 0 0,1-1 0 0 0,0 1 0 0 0,0 1 0 0 0,0-1 0 0 0,1 1-1 0 0,-1 0 1 0 0,2 0 0 0 0,-1 0 0 0 0,0 1 0 0 0,1 0 0 0 0,1-1 0 0 0,-1 2-1 0 0,1-1 1 0 0,0 0 0 0 0,1 1 0 0 0,-1-1 0 0 0,2 1 0 0 0,-1 0-1 0 0,1-1 1 0 0,0 1 0 0 0,0 0 0 0 0,1 0 0 0 0,0 0 0 0 0,1 0 0 0 0,0 0-1 0 0,0 0 1 0 0,1-1 0 0 0,-1 1 0 0 0,2 0 0 0 0,-1-1 0 0 0,1 0 0 0 0,6 12-1 0 0,2-3-21 0 0,1-1 0 0 0,0-1-1 0 0,0 0 1 0 0,2 0-1 0 0,23 18 1 0 0,-24-22-121 0 0,0 1-1 0 0,-1 0 1 0 0,0 1 0 0 0,-1 0 0 0 0,0 1-1 0 0,-1 1 1 0 0,13 22 0 0 0,-23-36 115 0 0,1 1 1 0 0,-1 0 0 0 0,1 0 0 0 0,-1 0 0 0 0,0 0 0 0 0,1 0 0 0 0,-1 0-1 0 0,0 0 1 0 0,0-1 0 0 0,0 1 0 0 0,0 0 0 0 0,0 0 0 0 0,0 0 0 0 0,0 0 0 0 0,0 0-1 0 0,0 0 1 0 0,0 0 0 0 0,0 0 0 0 0,-1 0 0 0 0,1 0 0 0 0,0 0 0 0 0,-1 0-1 0 0,1 0 1 0 0,-1-1 0 0 0,1 1 0 0 0,-1 0 0 0 0,1 0 0 0 0,-1 0 0 0 0,-1 0-1 0 0,0 1 0 0 0,0 0 0 0 0,-1-1 0 0 0,1 1 0 0 0,-1-1 0 0 0,0 1-1 0 0,1-1 1 0 0,-1 0 0 0 0,0 0 0 0 0,-5 0 0 0 0,-2 1 33 0 0,0 0-1 0 0,-1-1 1 0 0,1-1 0 0 0,-17-1 0 0 0,22 1-73 0 0,-7-2 180 0 0,0 0 0 0 0,0 0-1 0 0,1-1 1 0 0,-13-4 0 0 0,22 6-204 0 0,-1 0 0 0 0,1-1 0 0 0,-1 1 0 0 0,1 0 0 0 0,-1-1 0 0 0,1 1 0 0 0,0-1 0 0 0,0 0 0 0 0,0 0 0 0 0,0 0 0 0 0,0 0 0 0 0,0 0 0 0 0,1 0 0 0 0,-1 0 0 0 0,1-1 0 0 0,-1 1 0 0 0,1-1 0 0 0,0 1 0 0 0,0-1 0 0 0,0 1 0 0 0,0-1 0 0 0,-1-5 0 0 0,3 7-294 0 0,-1-1 0 0 0,0 1 0 0 0,1-1 0 0 0,0 1-1 0 0,-1 0 1 0 0,1-1 0 0 0,0 1 0 0 0,-1 0-1 0 0,1-1 1 0 0,0 1 0 0 0,0 0 0 0 0,0 0 0 0 0,0 0-1 0 0,0 0 1 0 0,0 0 0 0 0,1 0 0 0 0,0-1 0 0 0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0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0 208 268 0 0,'17'-2'3922'0'0,"-3"-2"-3147"0"0,-1-1-1 0 0,0 0 0 0 0,0-1 0 0 0,-1-1 0 0 0,0 0 1 0 0,0-1-1 0 0,16-13 0 0 0,-23 17-537 0 0,-1 0 0 0 0,0 0 0 0 0,1-1 1 0 0,-1 0-1 0 0,-1 1 0 0 0,1-1 0 0 0,-1-1 0 0 0,0 1 0 0 0,0 0 1 0 0,0-1-1 0 0,-1 1 0 0 0,0-1 0 0 0,0 0 0 0 0,0 0 1 0 0,-1 0-1 0 0,0 0 0 0 0,0 0 0 0 0,-1 0 0 0 0,1-11 0 0 0,-1 16-202 0 0,0 0 0 0 0,-1 0-1 0 0,1 0 1 0 0,0 0 0 0 0,0 0-1 0 0,0 0 1 0 0,-1 0-1 0 0,1 0 1 0 0,0 0 0 0 0,-1 0-1 0 0,1 0 1 0 0,-1 0 0 0 0,1 0-1 0 0,-1 0 1 0 0,0 0 0 0 0,1 1-1 0 0,-1-1 1 0 0,0 0-1 0 0,0 0 1 0 0,1 1 0 0 0,-1-1-1 0 0,0 0 1 0 0,0 1 0 0 0,0-1-1 0 0,0 1 1 0 0,-2-2 0 0 0,1 2 6 0 0,0 0 0 0 0,-1-1 0 0 0,1 1 0 0 0,0 0 0 0 0,-1 0 0 0 0,1 0 0 0 0,0 0 0 0 0,-1 0 0 0 0,1 1 1 0 0,0-1-1 0 0,-4 2 0 0 0,2-1-12 0 0,0 0 0 0 0,0 1 1 0 0,1-1-1 0 0,-1 1 0 0 0,1 0 1 0 0,-1 0-1 0 0,1 0 0 0 0,0 0 1 0 0,0 0-1 0 0,0 1 0 0 0,0 0 1 0 0,0-1-1 0 0,-4 6 0 0 0,6-4-108 0 0,-1 1 0 0 0,1-1 0 0 0,0 0 0 0 0,0 1 0 0 0,0-1 0 0 0,1 1 0 0 0,0-1-1 0 0,0 1 1 0 0,0-1 0 0 0,0 1 0 0 0,0-1 0 0 0,1 1 0 0 0,0-1 0 0 0,0 1 0 0 0,0-1 0 0 0,1 0 0 0 0,-1 0-1 0 0,1 1 1 0 0,0-1 0 0 0,0 0 0 0 0,1-1 0 0 0,-1 1 0 0 0,1 0 0 0 0,0-1 0 0 0,0 1 0 0 0,0-1 0 0 0,0 0-1 0 0,0 0 1 0 0,1 0 0 0 0,0 0 0 0 0,-1-1 0 0 0,7 3 0 0 0,39 16-2793 0 0,-14-11-2825 0 0,-17-6 2442 0 0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1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111 451 644 0 0,'7'-15'2883'0'0,"-7"8"1032"0"0,-2 6-3799 0 0,1-1 0 0 0,-1 1 0 0 0,1 0-1 0 0,-1 0 1 0 0,0 0 0 0 0,1 0 0 0 0,-1 0 0 0 0,0 0 0 0 0,0 1-1 0 0,0-1 1 0 0,0 0 0 0 0,0 1 0 0 0,0 0 0 0 0,1-1 0 0 0,-1 1-1 0 0,0 0 1 0 0,0 0 0 0 0,0 0 0 0 0,0 0 0 0 0,0 0 0 0 0,0 1-1 0 0,0-1 1 0 0,0 1 0 0 0,0-1 0 0 0,0 1 0 0 0,0 0 0 0 0,0-1 0 0 0,1 1-1 0 0,-1 0 1 0 0,0 0 0 0 0,1 0 0 0 0,-1 1 0 0 0,1-1 0 0 0,-3 2-1 0 0,0 0 29 0 0,-1 0 0 0 0,1 0-1 0 0,0 1 1 0 0,1-1-1 0 0,-1 1 1 0 0,1 0-1 0 0,-1 0 1 0 0,1 0-1 0 0,0 0 1 0 0,1 0 0 0 0,-1 1-1 0 0,1 0 1 0 0,0-1-1 0 0,-2 6 1 0 0,3-9-132 0 0,1 0-1 0 0,0 0 1 0 0,-1 0 0 0 0,1 0-1 0 0,0 0 1 0 0,0 0 0 0 0,0 0 0 0 0,0 0-1 0 0,0 0 1 0 0,0 0 0 0 0,0 0-1 0 0,0 0 1 0 0,0 0 0 0 0,0 0 0 0 0,0 0-1 0 0,1 0 1 0 0,-1 0 0 0 0,0 0-1 0 0,1 0 1 0 0,-1 0 0 0 0,1 0-1 0 0,-1 0 1 0 0,1 0 0 0 0,0 0 0 0 0,-1-1-1 0 0,1 1 1 0 0,0 0 0 0 0,-1 0-1 0 0,1-1 1 0 0,0 1 0 0 0,0 0-1 0 0,0-1 1 0 0,-1 1 0 0 0,1-1 0 0 0,0 1-1 0 0,0-1 1 0 0,0 1 0 0 0,0-1-1 0 0,0 0 1 0 0,0 0 0 0 0,0 1 0 0 0,0-1-1 0 0,0 0 1 0 0,0 0 0 0 0,0 0-1 0 0,0 0 1 0 0,0 0 0 0 0,1 0-1 0 0,-1 0 1 0 0,0 0 0 0 0,0-1 0 0 0,0 1-1 0 0,0 0 1 0 0,1-1 0 0 0,2 0-3 0 0,0 0 0 0 0,0-1 1 0 0,1 1-1 0 0,-1-1 1 0 0,0 0-1 0 0,0 0 0 0 0,0 0 1 0 0,-1 0-1 0 0,1-1 0 0 0,0 0 1 0 0,-1 0-1 0 0,5-4 0 0 0,5-9 66 0 0,-1 0 0 0 0,0-2 0 0 0,-1 1-1 0 0,0-1 1 0 0,-2-1 0 0 0,0 0 0 0 0,-1 0-1 0 0,-1 0 1 0 0,-1-1 0 0 0,-1 0 0 0 0,-1-1-1 0 0,0 1 1 0 0,-1-1 0 0 0,-1-25 0 0 0,-2 32 237 0 0,0 0 0 0 0,-1 0 1 0 0,-1 0-1 0 0,0 0 0 0 0,-1 0 1 0 0,0 0-1 0 0,-1 1 0 0 0,-1 0 1 0 0,0-1-1 0 0,-11-18 0 0 0,15 31-277 0 0,0-1-1 0 0,0 1 0 0 0,0 0 0 0 0,0 0 1 0 0,0 0-1 0 0,0 0 0 0 0,-1 0 0 0 0,1 0 1 0 0,0 0-1 0 0,-1 1 0 0 0,1-1 0 0 0,0 0 1 0 0,-1 1-1 0 0,1-1 0 0 0,-1 1 0 0 0,1 0 1 0 0,-1-1-1 0 0,1 1 0 0 0,-1 0 0 0 0,1 0 1 0 0,-1 0-1 0 0,0 0 0 0 0,1 0 0 0 0,-1 0 1 0 0,1 0-1 0 0,-1 1 0 0 0,1-1 0 0 0,-1 0 1 0 0,1 1-1 0 0,-1-1 0 0 0,1 1 0 0 0,0 0 1 0 0,-1 0-1 0 0,1-1 0 0 0,0 1 0 0 0,-1 0 1 0 0,1 0-1 0 0,-2 2 0 0 0,-3 2 29 0 0,-1-1 0 0 0,1 1 0 0 0,1 0 1 0 0,-1 0-1 0 0,1 1 0 0 0,-7 9 0 0 0,7-7-17 0 0,1 1 1 0 0,0 0-1 0 0,1 0 1 0 0,0 1-1 0 0,0-1 1 0 0,1 1-1 0 0,0-1 1 0 0,1 1-1 0 0,0 0 1 0 0,0 0-1 0 0,1-1 1 0 0,0 1-1 0 0,1 0 1 0 0,0 0-1 0 0,1-1 1 0 0,0 1-1 0 0,0-1 1 0 0,1 1-1 0 0,0-1 1 0 0,1 0-1 0 0,8 16 1 0 0,-4-11-551 0 0,0 0 1 0 0,1-1-1 0 0,0 1 1 0 0,1-2 0 0 0,18 19-1 0 0,-19-22-1081 0 0,1 0 0 0 0,0-1 0 0 0,1 0 0 0 0,0-1 0 0 0,0 0 0 0 0,22 9 0 0 0,-9-6-2724 0 0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1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87 448 308 0 0,'0'0'6700'0'0,"-6"2"-6025"0"0,1 0-500 0 0,1-1 0 0 0,-1 1 1 0 0,1 0-1 0 0,0 0 0 0 0,0 0 1 0 0,0 1-1 0 0,0-1 0 0 0,0 1 1 0 0,1 0-1 0 0,-1 0 1 0 0,1 1-1 0 0,0-1 0 0 0,0 1 1 0 0,0-1-1 0 0,0 1 0 0 0,1 0 1 0 0,-5 8-1 0 0,5-10-96 0 0,1 1 1 0 0,0 0-1 0 0,-1-1 1 0 0,1 1-1 0 0,0 0 1 0 0,0 0-1 0 0,0 0 1 0 0,1 0-1 0 0,-1 0 1 0 0,1 0-1 0 0,-1 0 1 0 0,1 0 0 0 0,0 0-1 0 0,0 0 1 0 0,0 0-1 0 0,1 0 1 0 0,-1 0-1 0 0,1 0 1 0 0,0 0-1 0 0,0 0 1 0 0,0-1-1 0 0,0 1 1 0 0,0 0-1 0 0,3 4 1 0 0,-3-6-62 0 0,1 0 1 0 0,-1 0 0 0 0,0-1 0 0 0,1 1-1 0 0,-1-1 1 0 0,1 1 0 0 0,-1-1 0 0 0,0 1 0 0 0,1-1-1 0 0,-1 0 1 0 0,1 0 0 0 0,-1 1 0 0 0,1-1-1 0 0,0 0 1 0 0,-1-1 0 0 0,1 1 0 0 0,-1 0 0 0 0,1 0-1 0 0,-1-1 1 0 0,1 1 0 0 0,-1-1 0 0 0,0 1-1 0 0,1-1 1 0 0,-1 1 0 0 0,0-1 0 0 0,1 0 0 0 0,-1 0-1 0 0,0 0 1 0 0,0 0 0 0 0,2-1 0 0 0,38-29 161 0 0,-24 10-121 0 0,-1-1 0 0 0,0 0 0 0 0,-2-1 1 0 0,-1-1-1 0 0,-1 0 0 0 0,-1-1 0 0 0,-1 0 0 0 0,-1 0 0 0 0,9-46 0 0 0,-13 52-22 0 0,-2-1 1 0 0,0 1-1 0 0,-1-1 1 0 0,-1 1-1 0 0,-1-1 0 0 0,-4-33 1 0 0,4 49-25 0 0,-1-1-1 0 0,0 0 1 0 0,0 1 0 0 0,0-1-1 0 0,-1 1 1 0 0,1 0 0 0 0,-1-1 0 0 0,0 1-1 0 0,-1 0 1 0 0,1 0 0 0 0,-1 0 0 0 0,1 0-1 0 0,-1 1 1 0 0,0-1 0 0 0,-1 1 0 0 0,1 0-1 0 0,-1 0 1 0 0,1 0 0 0 0,-1 0-1 0 0,0 0 1 0 0,0 1 0 0 0,0 0 0 0 0,0 0-1 0 0,-1 0 1 0 0,1 0 0 0 0,0 0 0 0 0,-1 1-1 0 0,1 0 1 0 0,-1 0 0 0 0,0 0 0 0 0,1 1-1 0 0,-1 0 1 0 0,-7 0 0 0 0,8 0-10 0 0,0 0 0 0 0,0 1 0 0 0,0-1 0 0 0,0 1 0 0 0,0 0 0 0 0,0 0 0 0 0,0 0 0 0 0,1 1 0 0 0,-1-1 0 0 0,1 1 0 0 0,-1 0 0 0 0,1 0 0 0 0,-1 0 0 0 0,1 1 0 0 0,0-1 0 0 0,0 1 0 0 0,0 0 0 0 0,0 0 0 0 0,1 0 0 0 0,-3 4 0 0 0,3-5-1 0 0,1 0 0 0 0,-1 1 0 0 0,1-1 0 0 0,0 1 0 0 0,0-1 0 0 0,0 1 0 0 0,0-1 0 0 0,1 1 0 0 0,-1 0 0 0 0,1 0 0 0 0,0-1 0 0 0,-1 1 0 0 0,1 0 0 0 0,0 0 0 0 0,1-1 0 0 0,-1 1 0 0 0,0 0 0 0 0,1 0 0 0 0,0-1 0 0 0,-1 1 0 0 0,1-1 0 0 0,0 1 0 0 0,1 0 0 0 0,-1-1 0 0 0,0 0 0 0 0,1 1 0 0 0,-1-1 0 0 0,1 0 0 0 0,2 3 0 0 0,33 34 14 0 0,54 43 0 0 0,-60-57 6 0 0,-1 2 0 0 0,-2 1 1 0 0,-1 1-1 0 0,25 34 0 0 0,-49-60-22 0 0,-1 1 0 0 0,0 0-1 0 0,1-1 1 0 0,-1 1-1 0 0,-1 0 1 0 0,1 1 0 0 0,-1-1-1 0 0,1 0 1 0 0,-1 0 0 0 0,0 1-1 0 0,-1-1 1 0 0,1 0-1 0 0,-1 1 1 0 0,0-1 0 0 0,0 0-1 0 0,0 1 1 0 0,0-1 0 0 0,-1 1-1 0 0,0-1 1 0 0,0 0-1 0 0,0 0 1 0 0,-2 6 0 0 0,2-9-82 0 0,-18 15-1455 0 0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1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4 0 0,'0'0'1275'0'0,"0"-53"9373"0"0,0 51-10328 0 0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2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0 708 0 0,'0'0'2370'0'0,"2"40"2941"0"0,-4 52-1446 0 0,2-91-3831 0 0,1-1 0 0 0,-1 0 0 0 0,0 1 0 0 0,0-1 0 0 0,0 0 0 0 0,0 1 1 0 0,0-1-1 0 0,0 0 0 0 0,0 0 0 0 0,1 1 0 0 0,-1-1 0 0 0,0 0 0 0 0,0 0 0 0 0,0 1 1 0 0,1-1-1 0 0,-1 0 0 0 0,0 0 0 0 0,0 1 0 0 0,1-1 0 0 0,-1 0 0 0 0,0 0 0 0 0,0 0 0 0 0,1 0 1 0 0,-1 0-1 0 0,0 1 0 0 0,1-1 0 0 0,-1 0 0 0 0,0 0 0 0 0,0 0 0 0 0,1 0 0 0 0,-1 0 0 0 0,0 0 1 0 0,1 0-1 0 0,-1 0 0 0 0,0 0 0 0 0,1 0 0 0 0,-1 0 0 0 0,0 0 0 0 0,1 0 0 0 0,-1 0 1 0 0,0-1-1 0 0,0 1 0 0 0,1 0 0 0 0,-1 0 0 0 0,0 0 0 0 0,1 0 0 0 0,-1 0 0 0 0,0-1 0 0 0,0 1 1 0 0,1 0-1 0 0,-1 0 0 0 0,0-1 0 0 0,0 1 0 0 0,0 0 0 0 0,1 0 0 0 0,-1-1 0 0 0,15-10-111 0 0,-5 3 183 0 0,-1 0-11 0 0,1 0 1 0 0,0 1-1 0 0,0 0 1 0 0,0 0-1 0 0,1 1 0 0 0,11-4 1 0 0,-16 8-115 0 0,0 1-1 0 0,0 0 1 0 0,0 0 0 0 0,0 1-1 0 0,0 0 1 0 0,0 0 0 0 0,0 0-1 0 0,0 1 1 0 0,-1 0 0 0 0,1 0 0 0 0,0 0-1 0 0,0 1 1 0 0,0 0 0 0 0,9 4-1 0 0,-6-2-83 0 0,2-1 0 0 0,-1 0 0 0 0,0-1 0 0 0,0 0 0 0 0,1 0 0 0 0,-1-1 0 0 0,1-1 0 0 0,-1 0 0 0 0,18-2 0 0 0,-22 1 247 0 0,0 0-1 0 0,0 0 1 0 0,-1 0-1 0 0,1-1 0 0 0,0 0 1 0 0,-1 0-1 0 0,1-1 1 0 0,-1 0-1 0 0,0 0 0 0 0,0 0 1 0 0,0 0-1 0 0,0-1 1 0 0,-1 1-1 0 0,1-1 1 0 0,-1-1-1 0 0,0 1 0 0 0,0 0 1 0 0,5-9 1356 0 0,-13 21-1263 0 0,-304 531 319 0 0,244-437-1671 0 0,-10 14-1962 0 0,23-40-3414 0 0,19-35 2124 0 0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4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93 208 384 0 0,'0'0'1723'0'0,"-18"-26"6671"0"0,15 26-8338 0 0,0 1 0 0 0,0-1 0 0 0,0 1 0 0 0,0 0 0 0 0,0 0 0 0 0,1 0 0 0 0,-1 0 0 0 0,0 1 0 0 0,0-1 0 0 0,1 1 0 0 0,-1 0 0 0 0,1-1 0 0 0,0 1 0 0 0,-1 0 0 0 0,1 1 0 0 0,0-1 0 0 0,0 0 1 0 0,0 0-1 0 0,0 1 0 0 0,1 0 0 0 0,-3 3 0 0 0,2-2-24 0 0,0-1 0 0 0,0 1 0 0 0,1 0 1 0 0,-1 0-1 0 0,1-1 0 0 0,0 1 0 0 0,0 0 1 0 0,0 0-1 0 0,1 0 0 0 0,-1 0 0 0 0,1 0 1 0 0,0 0-1 0 0,0 0 0 0 0,1 0 0 0 0,-1 0 1 0 0,2 7-1 0 0,0-9-21 0 0,-1 0 0 0 0,0 0 0 0 0,1 0 0 0 0,-1 0 1 0 0,1-1-1 0 0,0 1 0 0 0,-1 0 0 0 0,1-1 0 0 0,0 1 0 0 0,0-1 0 0 0,0 0 1 0 0,0 0-1 0 0,1 0 0 0 0,-1 0 0 0 0,0 0 0 0 0,0 0 0 0 0,1 0 1 0 0,-1-1-1 0 0,4 1 0 0 0,0 1 1 0 0,-5-2 19 0 0,37-11 105 0 0,-34 7-110 0 0,1-1 1 0 0,-1 0-1 0 0,0 0 1 0 0,-1-1-1 0 0,1 1 1 0 0,-1-1-1 0 0,0 0 0 0 0,0 0 1 0 0,-1 0-1 0 0,0 0 1 0 0,0 0-1 0 0,0-1 1 0 0,-1 1-1 0 0,1-13 1 0 0,5-12 99 0 0,-6 29-122 0 0,0 0 0 0 0,0 0-1 0 0,0 0 1 0 0,0 1 0 0 0,1-1 0 0 0,-1 0-1 0 0,0 1 1 0 0,1-1 0 0 0,0 1 0 0 0,-1-1-1 0 0,1 1 1 0 0,0 0 0 0 0,0 0 0 0 0,0-1-1 0 0,-1 1 1 0 0,4 0 0 0 0,36-16-11 0 0,-32 14 14 0 0,74-24-1 0 0,-51 18-7 0 0,0-2 0 0 0,-1-1 0 0 0,33-17 0 0 0,-64 28 0 0 0,7-2 8 0 0,0-1-1 0 0,0 0 0 0 0,-1 0 1 0 0,1-1-1 0 0,-1 0 0 0 0,0 0 1 0 0,10-11-1 0 0,-15 14-19 0 0,-3 4-59 0 0,0-1 69 0 0,1 1 0 0 0,-1-1 0 0 0,1 1 0 0 0,-1 0 0 0 0,1 0 0 0 0,0 0 0 0 0,0 0 0 0 0,0 0 0 0 0,0 0 0 0 0,0 0 0 0 0,-1 3 0 0 0,-1 3-4 0 0,-15 24-5 0 0,1 0 0 0 0,2 2 0 0 0,1 0 0 0 0,-9 37 1 0 0,-26 142 0 0 0,39-161 17 0 0,-27 178 8 0 0,27-148-4 0 0,-3 0 1 0 0,-48 156-1 0 0,58-229 27 0 0,0-1 0 0 0,-1 1 0 0 0,0-1-1 0 0,-1 0 1 0 0,0 0 0 0 0,0-1 0 0 0,0 1 0 0 0,-1-1 0 0 0,-13 12 0 0 0,16-17-12 0 0,1 0 0 0 0,0-1 0 0 0,-1 1 0 0 0,0-1 0 0 0,1 1 0 0 0,-1-1 0 0 0,0 0 0 0 0,1 0 0 0 0,-1-1 1 0 0,0 1-1 0 0,0 0 0 0 0,0-1 0 0 0,0 0 0 0 0,0 0 0 0 0,1 1 0 0 0,-1-2 0 0 0,0 1 0 0 0,0 0 0 0 0,0-1 0 0 0,0 1 0 0 0,0-1 1 0 0,1 0-1 0 0,-1 0 0 0 0,0 0 0 0 0,0 0 0 0 0,1 0 0 0 0,-1-1 0 0 0,1 1 0 0 0,-1-1 0 0 0,1 0 0 0 0,0 0 0 0 0,0 1 0 0 0,0-1 1 0 0,-3-4-1 0 0,-4-3-40 0 0,0-1 1 0 0,1 0 0 0 0,1 0-1 0 0,0-1 1 0 0,0 0 0 0 0,1 0-1 0 0,0 0 1 0 0,1-1 0 0 0,0 0-1 0 0,1 0 1 0 0,0 0 0 0 0,1 0-1 0 0,1-1 1 0 0,0 0 0 0 0,0 1-1 0 0,1-1 1 0 0,1 0 0 0 0,2-17-1 0 0,-1 13-413 0 0,1 0-1 0 0,1 1 0 0 0,1 0 0 0 0,0 0 0 0 0,13-30 0 0 0,-10 32-488 0 0,0 1 0 0 0,0 0 0 0 0,1 0 0 0 0,1 0 0 0 0,0 1 0 0 0,18-17 0 0 0,3 1-1985 0 0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5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21 512 0 0,'0'-13'8342'0'0,"0"6"-4095"0"0,-1 10-3181 0 0,0 2-1043 0 0,0 0-189 0 0,0-1 1 0 0,1 1-1 0 0,-1-1 0 0 0,1 1 1 0 0,0-1-1 0 0,0 1 1 0 0,0 0-1 0 0,1-1 1 0 0,0 1-1 0 0,0-1 1 0 0,0 0-1 0 0,0 1 0 0 0,0-1 1 0 0,1 0-1 0 0,0 1 1 0 0,0-1-1 0 0,3 4 1 0 0,-4-7 15 0 0,1-1 1 0 0,-1 1 0 0 0,1-1 0 0 0,-1 0 0 0 0,1 1 0 0 0,0-1-1 0 0,-1 0 1 0 0,1 0 0 0 0,-1 0 0 0 0,1 0 0 0 0,0 0-1 0 0,-1-1 1 0 0,1 1 0 0 0,-1 0 0 0 0,1-1 0 0 0,-1 1-1 0 0,2-1 1 0 0,-1 0 117 0 0,38-17-4606 0 0,-26 11 2468 0 0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5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4256 0 0,'52'-51'3486'0'0,"-51"50"-2597"0"0,6 51 1714 0 0,-3 23-9157 0 0,-4-59 3918 0 0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5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19 324 0 0,'0'-1'384'0'0,"-1"1"0"0"0,1-1 0 0 0,-1 0 0 0 0,1 0 0 0 0,-1 1 1 0 0,0-1-1 0 0,1 0 0 0 0,-1 1 0 0 0,0-1 0 0 0,0 1 0 0 0,1-1 0 0 0,-1 1 0 0 0,0-1 0 0 0,0 1 0 0 0,0 0 0 0 0,1-1 1 0 0,-1 1-1 0 0,0 0 0 0 0,0 0 0 0 0,0-1 0 0 0,0 1 0 0 0,0 0 0 0 0,-1 0 0 0 0,-4 7-133 0 0,1 1 0 0 0,0 0 0 0 0,0 0 0 0 0,1 0-1 0 0,0 0 1 0 0,1 1 0 0 0,0-1 0 0 0,0 1 0 0 0,1 0 0 0 0,-2 13-1 0 0,-10 101 930 0 0,13-104-1008 0 0,0-9-65 0 0,0 0 1 0 0,1 0-1 0 0,1 0 1 0 0,-1 0 0 0 0,2 0-1 0 0,-1 0 1 0 0,1 0-1 0 0,1-1 1 0 0,7 19 0 0 0,-9-26-47 0 0,5-3-33 0 0,-1 0-1 0 0,0 0 1 0 0,0 0 0 0 0,0-1-1 0 0,0 0 1 0 0,0 0 0 0 0,0 0-1 0 0,-1 0 1 0 0,1-1 0 0 0,-1 0-1 0 0,1 0 1 0 0,-1 0 0 0 0,7-7-1 0 0,52-58 99 0 0,-49 52-87 0 0,32-35-158 0 0,-45 50 107 0 0,0 1-1 0 0,-1-1 0 0 0,1 1 0 0 0,0-1 0 0 0,0 1 0 0 0,0 0 0 0 0,0-1 0 0 0,-1 1 1 0 0,1 0-1 0 0,0 0 0 0 0,0 0 0 0 0,0 0 0 0 0,0-1 0 0 0,0 1 0 0 0,0 0 0 0 0,0 1 1 0 0,-1-1-1 0 0,1 0 0 0 0,0 0 0 0 0,0 0 0 0 0,0 0 0 0 0,0 1 0 0 0,0-1 1 0 0,-1 0-1 0 0,1 1 0 0 0,0-1 0 0 0,0 1 0 0 0,-1-1 0 0 0,1 1 0 0 0,0-1 0 0 0,0 1 1 0 0,-1 0-1 0 0,1-1 0 0 0,-1 1 0 0 0,1 0 0 0 0,0 1 0 0 0,29 32-386 0 0,-24-27 200 0 0,2 1 67 0 0,0 0 0 0 0,0 0 0 0 0,1-1 0 0 0,0 0 0 0 0,1-1 1 0 0,-1 0-1 0 0,1 0 0 0 0,0-1 0 0 0,1 0 0 0 0,-1-1 0 0 0,1 0 0 0 0,19 4 0 0 0,-25-7 181 0 0,0 0 1 0 0,0 0 0 0 0,0 0-1 0 0,1-1 1 0 0,-1 0-1 0 0,0 0 1 0 0,0-1 0 0 0,0 1-1 0 0,0-1 1 0 0,0 0-1 0 0,0 0 1 0 0,0-1 0 0 0,0 1-1 0 0,0-1 1 0 0,-1 0-1 0 0,1-1 1 0 0,-1 1 0 0 0,1-1-1 0 0,-1 0 1 0 0,0 0-1 0 0,0 0 1 0 0,0 0-1 0 0,0-1 1 0 0,-1 0 0 0 0,0 1-1 0 0,1-1 1 0 0,-1-1-1 0 0,-1 1 1 0 0,1 0 0 0 0,3-9-1 0 0,-2 5 153 0 0,-1-1 0 0 0,-1 0 0 0 0,0 0 0 0 0,0 0 0 0 0,0 0 0 0 0,-1 0 0 0 0,-1 0 0 0 0,1 0 0 0 0,-1-1 0 0 0,-3-13 0 0 0,1 7 97 0 0,-1 0 1 0 0,-1-1-1 0 0,-1 1 1 0 0,0 1-1 0 0,-8-16 1 0 0,0 0-366 0 0,13 30-341 0 0,-7-5 40 0 0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6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1 216 0 0,'-9'9'817'0'0,"0"1"1"0"0,1 0-1 0 0,0 0 1 0 0,1 1-1 0 0,0 0 0 0 0,-5 12 1 0 0,10-18-679 0 0,0 0 0 0 0,1 0 1 0 0,-1 0-1 0 0,1 0 0 0 0,0 0 0 0 0,1 0 1 0 0,-1 0-1 0 0,1 1 0 0 0,0-1 1 0 0,1 0-1 0 0,-1 0 0 0 0,1 0 0 0 0,0 0 1 0 0,0 1-1 0 0,1-1 0 0 0,-1 0 0 0 0,5 7 1 0 0,-3-5-3 0 0,0-1 1 0 0,1 0-1 0 0,0 1 1 0 0,0-2-1 0 0,0 1 0 0 0,1 0 1 0 0,0-1-1 0 0,9 7 1 0 0,-13-11-100 0 0,0 1 0 0 0,1-2 1 0 0,-1 1-1 0 0,0 0 0 0 0,1 0 0 0 0,-1 0 1 0 0,0 0-1 0 0,1-1 0 0 0,-1 1 1 0 0,1-1-1 0 0,0 1 0 0 0,-1-1 1 0 0,1 0-1 0 0,-1 1 0 0 0,1-1 0 0 0,-1 0 1 0 0,1 0-1 0 0,0 0 0 0 0,-1 0 1 0 0,1-1-1 0 0,-1 1 0 0 0,1 0 1 0 0,0-1-1 0 0,-1 1 0 0 0,1-1 0 0 0,-1 1 1 0 0,1-1-1 0 0,-1 0 0 0 0,0 1 1 0 0,1-1-1 0 0,-1 0 0 0 0,0 0 1 0 0,1 0-1 0 0,-1 0 0 0 0,0 0 0 0 0,0 0 1 0 0,0-1-1 0 0,0 1 0 0 0,0 0 1 0 0,0-1-1 0 0,0 1 0 0 0,-1 0 0 0 0,1-1 1 0 0,1-1-1 0 0,0-3 97 0 0,0 0 0 0 0,0 0 0 0 0,0 0 1 0 0,-1-1-1 0 0,0 1 0 0 0,0 0 0 0 0,0-1 0 0 0,-1 1 0 0 0,0-1 0 0 0,0 1 0 0 0,0 0 1 0 0,-1-1-1 0 0,-3-10 0 0 0,2 6 2 0 0,-1 1 1 0 0,0-1 0 0 0,-1 1-1 0 0,0-1 1 0 0,-1 1-1 0 0,-11-18 1 0 0,7 19-200 0 0,4 5-1765 0 0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6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18 132 0 0,'2'4'420'0'0,"2"1"-82"0"0,-1 0 0 0 0,0 0 1 0 0,0 0-1 0 0,-1 1 0 0 0,1-1 0 0 0,-1 1 0 0 0,0-1 1 0 0,-1 1-1 0 0,1 0 0 0 0,0 7 0 0 0,-2-9-234 0 0,1 0 0 0 0,0 0 0 0 0,-1 0 0 0 0,1-1 0 0 0,-1 1 0 0 0,0 0 0 0 0,-1 0 0 0 0,1 0 0 0 0,-1 0 0 0 0,0 0 0 0 0,1 0 0 0 0,-2-1 0 0 0,1 1 0 0 0,0 0 0 0 0,-1-1 0 0 0,0 1 0 0 0,1-1 0 0 0,-1 1 0 0 0,-1-1 0 0 0,1 0-1 0 0,0 0 1 0 0,-1 0 0 0 0,0 0 0 0 0,-5 4 0 0 0,6-6 54 0 0,-14-3 300 0 0,15 0-446 0 0,0 0 0 0 0,0 0 0 0 0,0 0 1 0 0,1-1-1 0 0,-1 1 0 0 0,0 0 1 0 0,1 0-1 0 0,0 0 0 0 0,-1-1 0 0 0,1 1 1 0 0,0 0-1 0 0,0 0 0 0 0,0-1 0 0 0,1 1 1 0 0,-1 0-1 0 0,0 0 0 0 0,1 0 1 0 0,0-1-1 0 0,1-2 0 0 0,0-1-2 0 0,2-1 0 0 0,-1 1 0 0 0,1 0 0 0 0,0 0 0 0 0,0 1 0 0 0,7-8-1 0 0,1 0 79 0 0,2 0 0 0 0,-1 1 0 0 0,2 1 0 0 0,19-13 0 0 0,-31 22-67 0 0,0 0 0 0 0,0 1-1 0 0,0-1 1 0 0,0 1 0 0 0,0 0 0 0 0,1 0-1 0 0,-1 0 1 0 0,0 0 0 0 0,0 1-1 0 0,1-1 1 0 0,-1 1 0 0 0,0 0-1 0 0,1 0 1 0 0,-1 0 0 0 0,0 1-1 0 0,1-1 1 0 0,-1 1 0 0 0,0-1-1 0 0,0 1 1 0 0,1 0 0 0 0,-1 0-1 0 0,0 1 1 0 0,0-1 0 0 0,0 1 0 0 0,0-1-1 0 0,-1 1 1 0 0,1 0 0 0 0,0 0-1 0 0,-1 0 1 0 0,1 0 0 0 0,2 4-1 0 0,6 6 33 0 0,-1 1 0 0 0,-1 0 0 0 0,0 0 0 0 0,15 30-1 0 0,-19-33 2 0 0,-4-9-41 0 0,36-9 44 0 0,37-24-83 0 0,-45 19 124 0 0,1 1-1 0 0,51-14 1 0 0,-80 25-84 0 0,0 1 0 0 0,0 0 0 0 0,1-1 0 0 0,-1 1 1 0 0,0 0-1 0 0,1 0 0 0 0,-1 0 0 0 0,0 0 1 0 0,1 0-1 0 0,-1 0 0 0 0,0 1 0 0 0,0-1 1 0 0,1 0-1 0 0,-1 1 0 0 0,0-1 0 0 0,0 1 0 0 0,1-1 1 0 0,-1 1-1 0 0,0-1 0 0 0,0 1 0 0 0,0 0 1 0 0,0 0-1 0 0,0-1 0 0 0,0 1 0 0 0,0 0 1 0 0,0 0-1 0 0,0 0 0 0 0,-1 0 0 0 0,1 0 1 0 0,0 0-1 0 0,0 0 0 0 0,-1 1 0 0 0,1-1 0 0 0,-1 0 1 0 0,1 0-1 0 0,-1 0 0 0 0,0 1 0 0 0,1-1 1 0 0,-1 0-1 0 0,0 1 0 0 0,0-1 0 0 0,0 0 1 0 0,0 1-1 0 0,0-1 0 0 0,0 0 0 0 0,0 0 0 0 0,0 1 1 0 0,-1 0-1 0 0,0 9-400 0 0,0 0 0 0 0,-1 0 1 0 0,-6 21-1 0 0,7-30 51 0 0,-6 16-3800 0 0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7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70 540 0 0,'0'0'1011'0'0,"3"-14"6774"0"0,-4 13-7687 0 0,1-1 115 0 0,-1 0 0 0 0,1 1 0 0 0,-1-1 0 0 0,0 1 0 0 0,0-1 0 0 0,1 1 0 0 0,-1-1-1 0 0,0 1 1 0 0,0 0 0 0 0,0-1 0 0 0,0 1 0 0 0,-1 0 0 0 0,1 0 0 0 0,0 0 0 0 0,0 0 0 0 0,-1 0-1 0 0,1 0 1 0 0,-3-1 0 0 0,3 2 341 0 0,-20 0 322 0 0,13 2-793 0 0,1 1 0 0 0,0 0 0 0 0,1 0 0 0 0,-1 1 0 0 0,1 0 0 0 0,-1 0 0 0 0,1 0 0 0 0,0 1 0 0 0,1 0 0 0 0,-1 0 0 0 0,1 1 0 0 0,0-1 1 0 0,0 1-1 0 0,1 0 0 0 0,-5 8 0 0 0,8-13-68 0 0,0 0 19 0 0,1 1-20 0 0,-1 8 4 0 0,0-9-20 0 0,1 0 0 0 0,0 0 0 0 0,0-1 0 0 0,0 1 1 0 0,0 0-1 0 0,0 0 0 0 0,0 0 0 0 0,0-1 0 0 0,1 1 0 0 0,-1 0 0 0 0,0 0 0 0 0,0-1 1 0 0,0 1-1 0 0,1 0 0 0 0,-1-1 0 0 0,0 1 0 0 0,1 0 0 0 0,-1-1 0 0 0,1 1 1 0 0,-1 0-1 0 0,1-1 0 0 0,-1 1 0 0 0,1-1 0 0 0,-1 1 0 0 0,1-1 0 0 0,0 1 1 0 0,-1-1-1 0 0,1 1 0 0 0,0-1 0 0 0,-1 0 0 0 0,1 1 0 0 0,0-1 0 0 0,-1 0 1 0 0,1 1-1 0 0,0-1 0 0 0,0 0 0 0 0,-1 0 0 0 0,1 0 0 0 0,0 0 0 0 0,0 0 1 0 0,0 0-1 0 0,-1 0 0 0 0,1 0 0 0 0,0 0 0 0 0,1 0 0 0 0,1-1-29 0 0,1 1-1 0 0,0-1 1 0 0,-1 0 0 0 0,1 0-1 0 0,-1 0 1 0 0,0 0 0 0 0,1-1-1 0 0,4-2 1 0 0,80-48-1307 0 0,-87 51 1264 0 0,7 1-114 0 0,-8 0 173 0 0,1 0 0 0 0,-1 0 0 0 0,1-1 0 0 0,0 1 0 0 0,-1 0 0 0 0,1 1 0 0 0,-1-1 0 0 0,1 0 0 0 0,0 0 0 0 0,-1 0 1 0 0,1 0-1 0 0,-1 0 0 0 0,1 1 0 0 0,-1-1 0 0 0,1 0 0 0 0,-1 0 0 0 0,1 1 0 0 0,-1-1 0 0 0,1 0 0 0 0,-1 1 0 0 0,1-1 0 0 0,-1 0 0 0 0,0 1 0 0 0,1-1 0 0 0,-1 1 0 0 0,0-1 0 0 0,1 1 0 0 0,-1-1 0 0 0,0 1 0 0 0,1-1 0 0 0,-1 1 0 0 0,0-1 1 0 0,0 1-1 0 0,0 0 0 0 0,1-1 0 0 0,-1 1 0 0 0,0 0 0 0 0,2 4 34 0 0,0-2-83 0 0,0 0-1 0 0,0 0 1 0 0,1 0 0 0 0,-1 0-1 0 0,1 0 1 0 0,-1 0 0 0 0,1-1-1 0 0,0 1 1 0 0,0-1 0 0 0,0 0-1 0 0,1 0 1 0 0,-1 0 0 0 0,0 0-1 0 0,1 0 1 0 0,-1-1 0 0 0,1 1-1 0 0,0-1 1 0 0,-1 0 0 0 0,1 0 0 0 0,0-1-1 0 0,0 1 1 0 0,-1-1 0 0 0,1 0-1 0 0,0 0 1 0 0,0 0 0 0 0,0 0-1 0 0,0-1 1 0 0,-1 1 0 0 0,1-1-1 0 0,0 0 1 0 0,-1 0 0 0 0,1-1-1 0 0,6-2 1 0 0,46-24-79 0 0,64-40 0 0 0,-64 35 1737 0 0,-54 32-1480 0 0,-2 1-102 0 0,0 0 0 0 0,0 0 0 0 0,0 0 0 0 0,0 0 1 0 0,0 1-1 0 0,1-1 0 0 0,-1 0 0 0 0,0 0 0 0 0,0 0 1 0 0,0 0-1 0 0,0 0 0 0 0,0 0 0 0 0,0 0 0 0 0,0 0 1 0 0,0 1-1 0 0,1-1 0 0 0,-1 0 0 0 0,0 0 1 0 0,0 0-1 0 0,0 0 0 0 0,0 0 0 0 0,0 0 0 0 0,0 0 1 0 0,1 0-1 0 0,-1 0 0 0 0,0 0 0 0 0,0 0 0 0 0,0 0 1 0 0,0 0-1 0 0,0 0 0 0 0,1 0 0 0 0,-1 0 0 0 0,0 0 1 0 0,0 0-1 0 0,0 0 0 0 0,0 0 0 0 0,0 0 1 0 0,0 0-1 0 0,1 0 0 0 0,-1-1 0 0 0,0 1 0 0 0,0 0 1 0 0,0 0-1 0 0,0 0 0 0 0,0 0 0 0 0,0 0 0 0 0,0 0 1 0 0,0 0-1 0 0,1 0 0 0 0,-1-1 0 0 0,-1 4-19 0 0,-4 11 22 0 0,0-1 0 0 0,1 1 0 0 0,1 0 0 0 0,-2 19 0 0 0,5-31-57 0 0,0 0 6 0 0,-1-1 26 0 0,1 0 0 0 0,0 0 0 0 0,0 0 0 0 0,0 0-1 0 0,0 0 1 0 0,0 0 0 0 0,0 0 0 0 0,0 0-1 0 0,0 0 1 0 0,0 0 0 0 0,0 0 0 0 0,1 0 0 0 0,-1-1-1 0 0,0 1 1 0 0,1 0 0 0 0,-1 0 0 0 0,1 0 0 0 0,-1 0-1 0 0,1 0 1 0 0,-1-1 0 0 0,1 1 0 0 0,-1 0 0 0 0,1 0-1 0 0,0-1 1 0 0,1 2 0 0 0,9-3-14 0 0,0-1 0 0 0,0 0 0 0 0,0-1 1 0 0,-1 0-1 0 0,1-1 0 0 0,-1 0 0 0 0,0 0 0 0 0,0-1 1 0 0,12-8-1 0 0,-14 9 62 0 0,0 0 1 0 0,0 0-1 0 0,0 1 1 0 0,1 0-1 0 0,8-1 1 0 0,-15 3-12 0 0,1 2-32 0 0,0 0 0 0 0,-1 0 0 0 0,1 0 0 0 0,0 0 0 0 0,-1 0 0 0 0,1 1 0 0 0,-1-1 0 0 0,0 1 0 0 0,1 0 0 0 0,2 3 0 0 0,-1-3-126 0 0,3 8-807 0 0,4 4-32 0 0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7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7 1224 0 0,'-4'-6'6012'0'0,"-1"27"1168"0"0,3-7-8701 0 0,-3 34 1597 0 0,4-14-7889 0 0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8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3 400 0 0,'6'-2'12043'0'0,"-7"11"-12124"0"0,0 1 0 0 0,-1-1 0 0 0,0 1 0 0 0,0-1 0 0 0,-1 0 0 0 0,-5 11 0 0 0,-6 22-6551 0 0,12-32 3684 0 0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28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36 540 0 0,'1'-12'12905'0'0,"0"12"-12624"0"0,20-8 3074 0 0,33-1-4674 0 0,-50 8 2202 0 0,58-4-3065 0 0,-25 4-5606 0 0</inkml:trace>
  <inkml:trace contextRef="#ctx0" brushRef="#br0" timeOffset="1">57 182 744 0 0,'-6'5'9417'0'0,"25"1"-8277"0"0,2-12-1000 0 0,6 1-1052 0 0,-9 0-844 0 0,-3 2-1901 0 0,3 0 837 0 0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5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31 76 0 0,'-1'-1'552'0'0,"1"1"0"0"0,-1-1 0 0 0,1 0 0 0 0,-1 0 0 0 0,1 0-1 0 0,-1 0 1 0 0,1 0 0 0 0,-1 0 0 0 0,1 0 0 0 0,0 0 0 0 0,0 0 0 0 0,-1 0 0 0 0,1 0 0 0 0,0 0 0 0 0,0 0-1 0 0,0 0 1 0 0,0 0 0 0 0,0 0 0 0 0,0 0 0 0 0,1-1 0 0 0,23 1 3397 0 0,-17 1-4369 0 0,245 2 2749 0 0,-171-3-1943 0 0,28-3 226 0 0,-107 3-545 0 0,10-2 209 0 0,-5 1-922 0 0,-19 4-2831 0 0,-19 4 1031 0 0,7-4-2839 0 0,7-2 1342 0 0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6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0 1304 0 0,'-9'1'9446'0'0,"9"-1"-9274"0"0,0 0-1 0 0,0 0 1 0 0,0 1 0 0 0,0-1 0 0 0,0 0-1 0 0,0 0 1 0 0,0 1 0 0 0,0-1 0 0 0,0 0-1 0 0,-7 30 3672 0 0,-2 60-4972 0 0,7-57 2479 0 0,1-29-1324 0 0,-3 44 274 0 0,-2 1 1 0 0,-2-1-1 0 0,-20 62 1 0 0,28-108-429 0 0,0 0 0 0 0,-1-1-1 0 0,0 1 1 0 0,1-1 0 0 0,-1 1 0 0 0,0-1-1 0 0,0 1 1 0 0,0-1 0 0 0,0 1 0 0 0,0-1 0 0 0,0 0-1 0 0,0 0 1 0 0,-1 0 0 0 0,1 1 0 0 0,0-1-1 0 0,-1 0 1 0 0,-1 0 0 0 0,-19 4-8455 0 0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52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53 132 0 0,'1'-52'13273'0'0,"-6"98"-13063"0"0,-2 0 0 0 0,-2 0 0 0 0,-3-1 0 0 0,-29 78 0 0 0,8-28-26 0 0,11-27-40 0 0,-48 98 0 0 0,68-160-139 0 0,-1-1-1 0 0,1 0 1 0 0,0 1-1 0 0,1-1 1 0 0,-1 1-1 0 0,0 11 1 0 0,2-16 2 0 0,-1 1 0 0 0,1-1 0 0 0,0 1 1 0 0,0-1-1 0 0,1 1 0 0 0,-1-1 0 0 0,0 0 0 0 0,0 1 0 0 0,1-1 1 0 0,-1 1-1 0 0,1-1 0 0 0,-1 0 0 0 0,1 1 0 0 0,0-1 1 0 0,-1 0-1 0 0,1 0 0 0 0,0 1 0 0 0,0-1 0 0 0,0 0 1 0 0,0 0-1 0 0,0 0 0 0 0,0 0 0 0 0,0 0 0 0 0,0 0 0 0 0,0 0 1 0 0,1-1-1 0 0,-1 1 0 0 0,0 0 0 0 0,0-1 0 0 0,1 1 1 0 0,1 0-1 0 0,13 3 54 0 0,0-1 0 0 0,1 0 0 0 0,-1-1 0 0 0,1-1 1 0 0,29-2-1 0 0,88-13-118 0 0,-98 8-137 0 0,69-11-4501 0 0,-95 6-560 0 0,-6 2 2240 0 0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52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1100 0 0,'13'-12'1231'0'0,"1"0"0"0"0,1 1-1 0 0,-1 1 1 0 0,2 0 0 0 0,18-8 0 0 0,-29 15-1269 0 0,0 0 0 0 0,0 1 0 0 0,0 0 0 0 0,0 0 0 0 0,1 1 0 0 0,-1 0 0 0 0,0-1 0 0 0,1 2 0 0 0,-1-1 0 0 0,1 1 0 0 0,-1-1 0 0 0,1 2 0 0 0,-1-1 0 0 0,0 0 0 0 0,1 1 0 0 0,-1 0 0 0 0,1 1 0 0 0,-1-1 0 0 0,0 1 0 0 0,0 0 0 0 0,7 3 0 0 0,-10-2-336 0 0,4 3-3042 0 0,3 0 1241 0 0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53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38 68 0 0,'0'0'805'0'0,"0"-3"-87"0"0,1 0 1 0 0,-1 1-1 0 0,0-1 1 0 0,0 1-1 0 0,0-1 1 0 0,0 1-1 0 0,0-1 1 0 0,-1 0-1 0 0,1 1 1 0 0,-1-1 0 0 0,0 1-1 0 0,-1-5 1 0 0,-5 9-662 0 0,1 0 0 0 0,0 1 0 0 0,0-1 1 0 0,0 1-1 0 0,1 0 0 0 0,-1 1 0 0 0,1-1 1 0 0,0 1-1 0 0,0 0 0 0 0,0 1 0 0 0,0-1 1 0 0,1 1-1 0 0,-1 0 0 0 0,1 0 0 0 0,0 0 1 0 0,1 0-1 0 0,-1 1 0 0 0,1 0 0 0 0,-4 11 1 0 0,1-4-12 0 0,1 0 0 0 0,0 0 1 0 0,1 0-1 0 0,0 0 0 0 0,2 1 1 0 0,-1 0-1 0 0,1 0 0 0 0,1 22 1 0 0,1-29-24 0 0,1-1 1 0 0,0 1 0 0 0,0-1-1 0 0,0 0 1 0 0,1 1-1 0 0,0-1 1 0 0,0 0-1 0 0,0 0 1 0 0,1 0 0 0 0,0 0-1 0 0,0 0 1 0 0,1-1-1 0 0,-1 0 1 0 0,1 1 0 0 0,6 5-1 0 0,-7-9 24 0 0,0 0 0 0 0,0 0 0 0 0,0 0 0 0 0,0 0 0 0 0,0 0 1 0 0,0 0-1 0 0,1-1 0 0 0,-1 0 0 0 0,1 0 0 0 0,-1 0 0 0 0,1 0 0 0 0,-1 0 0 0 0,1-1 0 0 0,-1 1 0 0 0,1-1 0 0 0,0 0 0 0 0,-1 0 0 0 0,1 0 0 0 0,-1-1 0 0 0,1 1 0 0 0,0-1 0 0 0,-1 0 1 0 0,0 0-1 0 0,1 0 0 0 0,-1-1 0 0 0,1 1 0 0 0,-1-1 0 0 0,5-3 0 0 0,2-1 79 0 0,0-1 1 0 0,0 0 0 0 0,-1-1-1 0 0,0 0 1 0 0,0-1-1 0 0,-1 0 1 0 0,0 0-1 0 0,-1-1 1 0 0,0 0 0 0 0,0 0-1 0 0,-1 0 1 0 0,0-1-1 0 0,-1 0 1 0 0,0 0-1 0 0,-1-1 1 0 0,0 1-1 0 0,-1-1 1 0 0,0 0 0 0 0,-1 0-1 0 0,-1 0 1 0 0,0 0-1 0 0,0-24 1 0 0,-2 30-126 0 0,0 0 1 0 0,-1-1-1 0 0,1 1 0 0 0,-1 0 1 0 0,0 0-1 0 0,-1 0 1 0 0,0 0-1 0 0,-4-7 1 0 0,6 12-311 0 0,0 1-46 0 0,-1 0-1 0 0,1 0 1 0 0,0 1 0 0 0,-1-1-1 0 0,1 0 1 0 0,-1 1 0 0 0,1-1 0 0 0,0 1-1 0 0,-1 0 1 0 0,1-1 0 0 0,0 1 0 0 0,-1 0-1 0 0,1 0 1 0 0,0 0 0 0 0,0 0-1 0 0,0 0 1 0 0,0 0 0 0 0,0 0 0 0 0,0 0-1 0 0,0 0 1 0 0,0 1 0 0 0,1-1 0 0 0,-1 0-1 0 0,0 1 1 0 0,1-1 0 0 0,-1 0 0 0 0,0 3-1 0 0,-2 4-3121 0 0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53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68 292 0 0,'0'0'5368'0'0,"-2"-6"-4023"0"0,2 4-1394 0 0,-5-20 2005 0 0,4-7 4035 0 0,1 27-5299 0 0,4-4-1531 0 0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54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99 268 0 0,'0'-3'432'0'0,"0"1"0"0"0,1-1 0 0 0,-1 1 0 0 0,1-1 0 0 0,-1 1 0 0 0,1 0 0 0 0,0-1 0 0 0,-1 1 0 0 0,1 0 0 0 0,1 0 0 0 0,-1 0 0 0 0,0 0 0 0 0,0 0 0 0 0,1 0 0 0 0,2-3 0 0 0,-1 1 21 0 0,1 1 1 0 0,0 0 0 0 0,0 0 0 0 0,1 0 0 0 0,-1 0-1 0 0,10-4 1 0 0,4 0 371 0 0,1 0-1 0 0,37-7 0 0 0,-39 11 151 0 0,-17 2-952 0 0,1 1 1 0 0,0 0 0 0 0,-1-1-1 0 0,1 1 1 0 0,0 0-1 0 0,0 0 1 0 0,0 0 0 0 0,-1 0-1 0 0,1 0 1 0 0,0 0-1 0 0,0 0 1 0 0,-1 0-1 0 0,1 0 1 0 0,0 0 0 0 0,0 0-1 0 0,-1 0 1 0 0,1 1-1 0 0,0-1 1 0 0,0 0-1 0 0,-1 0 1 0 0,1 1 0 0 0,0-1-1 0 0,-1 0 1 0 0,1 1-1 0 0,0-1 1 0 0,-1 1-1 0 0,1-1 1 0 0,-1 1 0 0 0,1 0-1 0 0,0 1 2 0 0,-1-1 1 0 0,1 0-1 0 0,-1 1 1 0 0,0-1-1 0 0,0 1 0 0 0,0-1 1 0 0,0 0-1 0 0,0 1 0 0 0,0-1 1 0 0,0 1-1 0 0,0-1 1 0 0,-1 0-1 0 0,1 1 0 0 0,-1 1 1 0 0,-23 47 304 0 0,22-46-284 0 0,-4 7 2 0 0,0-1 9 0 0,0 0 1 0 0,1 0-1 0 0,1 0 0 0 0,-6 17 0 0 0,9-23-48 0 0,1-1-1 0 0,-1 1 0 0 0,1-1 0 0 0,0 1 1 0 0,0-1-1 0 0,0 1 0 0 0,0-1 1 0 0,1 1-1 0 0,-1-1 0 0 0,1 1 0 0 0,0-1 1 0 0,0 1-1 0 0,0-1 0 0 0,0 0 0 0 0,1 1 1 0 0,0-1-1 0 0,-1 0 0 0 0,5 5 0 0 0,47 67 10 0 0,-47-55-31 0 0,-8-17 17 0 0,0 0-1 0 0,0-1 1 0 0,0 0 0 0 0,0 0-1 0 0,0 1 1 0 0,0-1 0 0 0,-1 0-1 0 0,1-1 1 0 0,-1 1 0 0 0,0 0-1 0 0,-5 2 1 0 0,-10 2 60 0 0,0-1 0 0 0,-37 6-1 0 0,3-1-2376 0 0,50-10 1155 0 0,-9 2-5024 0 0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54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14 768 0 0,'14'-5'12'0'0,"-4"0"2088"0"0,2 2 7242 0 0,-11 6-9224 0 0,0 1-1 0 0,0-1 0 0 0,-1 1 1 0 0,1-1-1 0 0,-1 1 1 0 0,0-1-1 0 0,0 1 0 0 0,-1 3 1 0 0,-2 7-83 0 0,-1 0 0 0 0,-1 0 1 0 0,0-1-1 0 0,-1 1 1 0 0,-1-1-1 0 0,0 0 1 0 0,0-1-1 0 0,-1 0 1 0 0,-1 0-1 0 0,-11 11 1 0 0,6-7-2043 0 0,-1-2 1 0 0,0 1 0 0 0,-25 16-1 0 0,19-17-1168 0 0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1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23 856 0 0,'0'-1'208'0'0,"0"0"0"0"0,0 0-1 0 0,1 1 1 0 0,-1-1 0 0 0,0 0 0 0 0,-1 0-1 0 0,1 0 1 0 0,0 1 0 0 0,0-1 0 0 0,0 0-1 0 0,0 0 1 0 0,-1 1 0 0 0,1-1 0 0 0,0 0 0 0 0,-1 0-1 0 0,1 1 1 0 0,0-1 0 0 0,-1 0 0 0 0,1 1-1 0 0,-1-1 1 0 0,1 1 0 0 0,-1-1 0 0 0,1 0-1 0 0,-1 1 1 0 0,0-1 0 0 0,1 1 0 0 0,-1-1-1 0 0,0 1 1 0 0,1 0 0 0 0,-1-1 0 0 0,0 1 0 0 0,0 0-1 0 0,1-1 1 0 0,-1 1 0 0 0,0 0 0 0 0,0 0-1 0 0,0 0 1 0 0,0 0 0 0 0,-2 1-67 0 0,0 0 1 0 0,1 0-1 0 0,-1 0 1 0 0,1 1-1 0 0,0-1 1 0 0,-1 1-1 0 0,1 0 1 0 0,0-1-1 0 0,0 1 1 0 0,0 0-1 0 0,-2 4 1 0 0,-8 8-138 0 0,0 1 1 0 0,-16 29 0 0 0,24-34 48 0 0,0 0-1 0 0,0 0 1 0 0,1 1 0 0 0,0-1-1 0 0,1 1 1 0 0,0 0 0 0 0,1 0-1 0 0,0 0 1 0 0,1-1 0 0 0,1 14-1 0 0,-1-17-28 0 0,1 1-1 0 0,0 0 0 0 0,0-1 1 0 0,1 0-1 0 0,-1 1 1 0 0,2-1-1 0 0,-1 0 0 0 0,1 0 1 0 0,0 0-1 0 0,1 0 0 0 0,0 0 1 0 0,0-1-1 0 0,0 0 1 0 0,1 0-1 0 0,6 8 0 0 0,-8-12 12 0 0,-1 0 0 0 0,0 0 0 0 0,0-1-1 0 0,1 1 1 0 0,-1-1 0 0 0,1 1-1 0 0,0-1 1 0 0,-1 0 0 0 0,1 0 0 0 0,0 0-1 0 0,0 0 1 0 0,-1 0 0 0 0,1-1 0 0 0,0 1-1 0 0,0-1 1 0 0,0 0 0 0 0,0 1-1 0 0,0-2 1 0 0,0 1 0 0 0,0 0 0 0 0,4-1-1 0 0,-2-1 54 0 0,-1 0 0 0 0,1 0 0 0 0,0 0 0 0 0,-1-1 0 0 0,1 1 0 0 0,-1-1 0 0 0,0 0 0 0 0,0 0 0 0 0,0-1 0 0 0,0 1 0 0 0,5-7 0 0 0,-3 2 61 0 0,1 0 1 0 0,-1-1-1 0 0,0 0 1 0 0,-1 0-1 0 0,0 0 0 0 0,-1 0 1 0 0,0-1-1 0 0,0 0 1 0 0,-1 0-1 0 0,0 0 0 0 0,2-18 1 0 0,-4 14-59 0 0,0 5-20 0 0,0-1-1 0 0,-1 1 1 0 0,0-1 0 0 0,-1 1 0 0 0,0 0 0 0 0,0-1 0 0 0,-1 1 0 0 0,0 0 0 0 0,-5-14 0 0 0,6 21-499 0 0,-2 2-1528 0 0,-3 0 2256 0 0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1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28 824 0 0,'19'-16'16475'0'0,"-19"13"-15614"0"0,1-4-2383 0 0,-1 5 1402 0 0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1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33 400 0 0,'0'0'3976'0'0,"-13"-9"-2743"0"0,8 11 2037 0 0,3 7-3072 0 0,0-1-1 0 0,1 1 0 0 0,0 0 0 0 0,1 0 0 0 0,0 0 0 0 0,0 0 0 0 0,0-1 0 0 0,2 1 0 0 0,-1 0 0 0 0,1-1 0 0 0,0 1 0 0 0,4 9 1 0 0,9 59 690 0 0,-15-71-819 0 0,0-1-1 0 0,0 1 1 0 0,0-1-1 0 0,-1 1 0 0 0,0-1 1 0 0,0 1-1 0 0,0-1 0 0 0,-1 0 1 0 0,0 1-1 0 0,0-1 0 0 0,0 0 1 0 0,-3 5-1 0 0,1-6-101 0 0,0 0 0 0 0,0 0 0 0 0,0 0 0 0 0,0 0 0 0 0,-1-1 0 0 0,0 0 0 0 0,1 0 0 0 0,-1 0 0 0 0,0 0 0 0 0,-1-1 0 0 0,1 0 0 0 0,0 0 0 0 0,-1 0 0 0 0,1-1 0 0 0,-1 0 0 0 0,1 0 0 0 0,-1 0 0 0 0,-7 0 0 0 0,10-1-466 0 0,1-1 0 0 0,0 1 0 0 0,0-1 0 0 0,0 1 0 0 0,0-1-1 0 0,0 0 1 0 0,0 0 0 0 0,0 0 0 0 0,0 0 0 0 0,0 0 0 0 0,0 0 0 0 0,1 0 0 0 0,-4-3 0 0 0,4 3 352 0 0,-5-6-2923 0 0</inkml:trace>
  <inkml:trace contextRef="#ctx0" brushRef="#br0" timeOffset="1">202 46 264 0 0,'0'0'1084'0'0,"14"-8"-48"0"0,-4 5 884 0 0,10-4-1092 0 0,-10 1-67 0 0,1 1-105 0 0,0 2-188 0 0,6 0-232 0 0,-6-1-224 0 0,1 4-272 0 0,1-1-288 0 0,7-3-2773 0 0,-12 3 1593 0 0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2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28 996 0 0,'18'-7'2984'0'0,"17"0"-22"0"0,1 1-1 0 0,63-1 0 0 0,-96 7-2598 0 0,2 12 17 0 0,-4-10-341 0 0,0 0-1 0 0,1 1 0 0 0,-1-1 1 0 0,0 1-1 0 0,0-1 1 0 0,-1 1-1 0 0,1 0 0 0 0,0-1 1 0 0,-1 6-1 0 0,36 461 576 0 0,-32-434-577 0 0,2 5-3 0 0,0 52-1 0 0,-6-83-16 0 0,0 0 0 0 0,-1 0 0 0 0,0 0 0 0 0,0 0 0 0 0,-1 0 0 0 0,0 0 0 0 0,-1-1 0 0 0,1 1 0 0 0,-2-1 0 0 0,1 0 0 0 0,-9 14 0 0 0,7-17 76 0 0,0 1 1 0 0,-1-1-1 0 0,0-1 0 0 0,0 1 1 0 0,0-1-1 0 0,-1 0 1 0 0,1-1-1 0 0,-1 1 0 0 0,0-1 1 0 0,0 0-1 0 0,0-1 1 0 0,0 0-1 0 0,0 0 0 0 0,-1 0 1 0 0,1-1-1 0 0,0 0 1 0 0,-12-1-1 0 0,-15 1 346 0 0,0-1 0 0 0,-45-7-1 0 0,4-5-769 0 0,51 7-2720 0 0,2-1-4264 0 0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1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86 56 0 0,'1'-78'10856'0'0,"-1"76"-9086"0"0,-2-3 1329 0 0,-8 64-2842 0 0,-50 234 432 0 0,46-237-612 0 0,-3 0 1 0 0,-3-2-1 0 0,-32 66 1 0 0,40-96-14 0 0,-15 48-1 0 0,26-71-34 0 0,20 17 49 0 0,15-15-342 0 0,-1-2 1 0 0,1-2-1 0 0,-1 0 0 0 0,0-3 0 0 0,0-1 1 0 0,0-1-1 0 0,56-18 0 0 0,-81 21-93 0 0,0 0 0 0 0,0 0 0 0 0,-1-1-1 0 0,1 0 1 0 0,-1 0 0 0 0,0 0 0 0 0,-1-1-1 0 0,10-8 1 0 0,-10 7-1024 0 0,1-1 1 0 0,-2 0-1 0 0,1 0 1 0 0,7-12-1 0 0,-6 4-1458 0 0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2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1 103 824 0 0,'-1'-4'334'0'0,"1"0"0"0"0,0 0 0 0 0,1 0 1 0 0,-1 0-1 0 0,1 0 0 0 0,0 0 0 0 0,0 0 0 0 0,0 0 0 0 0,0 0 0 0 0,1 1 1 0 0,0-1-1 0 0,-1 0 0 0 0,1 1 0 0 0,1-1 0 0 0,-1 1 0 0 0,0 0 0 0 0,1 0 1 0 0,-1 0-1 0 0,1 0 0 0 0,4-3 0 0 0,-2 3-73 0 0,0 0 1 0 0,1 0-1 0 0,-1 0 0 0 0,1 1 1 0 0,0 0-1 0 0,0 0 0 0 0,0 1 1 0 0,0-1-1 0 0,0 1 0 0 0,0 0 1 0 0,12 0-1 0 0,-1 2-529 0 0,-1 0 0 0 0,1 0 0 0 0,31 8 0 0 0,-29-4-1612 0 0,-1 1 0 0 0,26 11 1 0 0,-32-11-523 0 0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2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1 984 0 0,'-15'6'851'0'0,"0"1"1"0"0,0 1-1 0 0,1 0 0 0 0,0 1 0 0 0,0 1 1 0 0,-22 20-1 0 0,32-25-716 0 0,0 0 0 0 0,0 0 0 0 0,0 0 0 0 0,1 1 0 0 0,0-1 0 0 0,0 1 0 0 0,0 0 0 0 0,1 0 0 0 0,-1 0 0 0 0,1 0 0 0 0,1 0 0 0 0,-1 0 1 0 0,1 1-1 0 0,1-1 0 0 0,-1 0 0 0 0,1 1 0 0 0,0-1 0 0 0,0 1 0 0 0,1-1 0 0 0,2 12 0 0 0,-3-13-86 0 0,1-1 1 0 0,0 1-1 0 0,1-1 0 0 0,-1 1 1 0 0,1-1-1 0 0,0 1 1 0 0,0-1-1 0 0,0 0 0 0 0,0 0 1 0 0,1 0-1 0 0,-1 0 0 0 0,1 0 1 0 0,0-1-1 0 0,1 1 0 0 0,-1-1 1 0 0,1 0-1 0 0,-1 0 1 0 0,1 0-1 0 0,0 0 0 0 0,0-1 1 0 0,0 0-1 0 0,0 1 0 0 0,0-1 1 0 0,1-1-1 0 0,-1 1 1 0 0,9 1-1 0 0,-8-2 23 0 0,0-1-1 0 0,0 0 1 0 0,0 0 0 0 0,0 0-1 0 0,0-1 1 0 0,0 0-1 0 0,0 0 1 0 0,0 0 0 0 0,0 0-1 0 0,0-1 1 0 0,-1 0 0 0 0,1 0-1 0 0,0 0 1 0 0,-1-1 0 0 0,0 1-1 0 0,1-1 1 0 0,-1 0 0 0 0,0 0-1 0 0,-1-1 1 0 0,1 1 0 0 0,0-1-1 0 0,-1 0 1 0 0,0 0 0 0 0,5-8-1 0 0,-4 4 43 0 0,0 0 0 0 0,0 0 0 0 0,-1-1 0 0 0,0 0 0 0 0,-1 1 0 0 0,0-1 0 0 0,0 0 0 0 0,-1 0 0 0 0,0 0 0 0 0,0-1-1 0 0,-1 1 1 0 0,0 0 0 0 0,-1 0 0 0 0,0 0 0 0 0,-1 0 0 0 0,0 0 0 0 0,-4-12 0 0 0,4 8-419 0 0,-6-17 1072 0 0,5 23-3906 0 0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2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49 304 0 0,'0'0'8685'0'0,"9"-33"-2386"0"0,-5 22-7487 0 0,-4 10 303 0 0,6-3-1631 0 0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3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58 271 136 0 0,'0'0'1068'0'0,"30"-39"4705"0"0,4 4-3281 0 0,-24 27-2008 0 0,-1-1 0 0 0,1 0 0 0 0,-2 0-1 0 0,1-1 1 0 0,-2 0 0 0 0,1 0 0 0 0,-1-1 0 0 0,-1 0 0 0 0,0 0 0 0 0,8-22-1 0 0,-13 31-439 0 0,-1 0 1 0 0,1 0-1 0 0,-1 0 0 0 0,1 0 0 0 0,-1 0 0 0 0,0 0 0 0 0,0-1 0 0 0,0 1 0 0 0,0 0 0 0 0,-1 0 1 0 0,1 0-1 0 0,0 0 0 0 0,-1 0 0 0 0,1 0 0 0 0,-1 0 0 0 0,0 0 0 0 0,0 0 0 0 0,0 0 0 0 0,0 0 1 0 0,0 1-1 0 0,0-1 0 0 0,0 0 0 0 0,-1 1 0 0 0,-2-4 0 0 0,1 3-16 0 0,0 1 0 0 0,0-1 0 0 0,-1 0 0 0 0,1 1-1 0 0,-1 0 1 0 0,1 0 0 0 0,-1 0 0 0 0,1 0 0 0 0,-1 0 0 0 0,1 1 0 0 0,-1-1-1 0 0,0 1 1 0 0,-4 0 0 0 0,-3 1-14 0 0,0 0 0 0 0,0 0 0 0 0,0 1 0 0 0,0 1 0 0 0,0 0 0 0 0,0 0 0 0 0,0 1 0 0 0,-13 7 0 0 0,21-10-11 0 0,1 0 0 0 0,-1 1 0 0 0,1-1 1 0 0,0 1-1 0 0,0-1 0 0 0,0 1 0 0 0,0 0 0 0 0,0 0 0 0 0,0-1 0 0 0,0 2 0 0 0,0-1 0 0 0,1 0 1 0 0,-1 0-1 0 0,1 0 0 0 0,0 1 0 0 0,0-1 0 0 0,0 1 0 0 0,0-1 0 0 0,0 1 0 0 0,0-1 0 0 0,0 1 0 0 0,1 0 1 0 0,0-1-1 0 0,-1 1 0 0 0,1 0 0 0 0,0 2 0 0 0,2 1-3 0 0,-1-1 1 0 0,1 0-1 0 0,0 0 1 0 0,0 0-1 0 0,1 0 1 0 0,0 0-1 0 0,0 0 1 0 0,0-1-1 0 0,0 1 1 0 0,1-1-1 0 0,-1 0 1 0 0,5 4-1 0 0,43 41-5 0 0,31 33 44 0 0,-74-73-76 0 0,-1 1 1 0 0,0-1-1 0 0,0 1 1 0 0,-1 0-1 0 0,-1 0 1 0 0,0 1-1 0 0,6 15 0 0 0,-10-22 23 0 0,-1 0 0 0 0,1-1-1 0 0,-1 1 1 0 0,1 0 0 0 0,-1-1-1 0 0,0 1 1 0 0,0 0-1 0 0,-1 0 1 0 0,1-1 0 0 0,-1 1-1 0 0,0 0 1 0 0,0-1 0 0 0,0 1-1 0 0,-1-1 1 0 0,1 1-1 0 0,-1-1 1 0 0,0 0 0 0 0,1 1-1 0 0,-1-1 1 0 0,-1 0 0 0 0,1 0-1 0 0,0-1 1 0 0,-1 1-1 0 0,-5 4 1 0 0,6-5 34 0 0,0 0 1 0 0,0-1-1 0 0,0 0 0 0 0,-1 1 1 0 0,1-1-1 0 0,0 0 1 0 0,-1 0-1 0 0,1 0 0 0 0,-1 0 1 0 0,1 0-1 0 0,-1-1 0 0 0,1 1 1 0 0,-1-1-1 0 0,1 0 0 0 0,-1 0 1 0 0,1 0-1 0 0,-1 0 0 0 0,0 0 1 0 0,1 0-1 0 0,-1-1 1 0 0,1 1-1 0 0,-1-1 0 0 0,1 0 1 0 0,-1 0-1 0 0,1 0 0 0 0,0 0 1 0 0,-1 0-1 0 0,1 0 0 0 0,0 0 1 0 0,0-1-1 0 0,0 0 0 0 0,0 1 1 0 0,0-1-1 0 0,0 0 1 0 0,-2-2-1 0 0,1 0-37 0 0,0 0 0 0 0,1 1 0 0 0,0-1 0 0 0,0 0 0 0 0,0 0 0 0 0,0-1 0 0 0,0 1 1 0 0,1 0-1 0 0,0 0 0 0 0,0-1 0 0 0,0 1 0 0 0,0-1 0 0 0,1 1 0 0 0,0-1 0 0 0,0 1 0 0 0,0-1 0 0 0,0 1 0 0 0,1-1 1 0 0,-1 1-1 0 0,1-1 0 0 0,0 1 0 0 0,1 0 0 0 0,-1-1 0 0 0,1 1 0 0 0,0 0 0 0 0,4-7 0 0 0,-3 6-326 0 0,1-1 0 0 0,-1 1 0 0 0,1 0 0 0 0,0 0 0 0 0,1 0 0 0 0,-1 0 0 0 0,1 1 0 0 0,5-4 0 0 0,-6 5-247 0 0,-1 1 1 0 0,1 0 0 0 0,-1 0-1 0 0,1 0 1 0 0,0 0 0 0 0,0 1 0 0 0,0-1-1 0 0,0 1 1 0 0,0 0 0 0 0,0 0-1 0 0,0 1 1 0 0,5-1 0 0 0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3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0 864 0 0,'-26'49'9491'0'0,"1"1"-4938"0"0,-10 21-4258 0 0,26-53-1932 0 0,-1-1 0 0 0,-1-1 1 0 0,-25 30-1 0 0,27-35-4667 0 0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3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39 480 0 0,'0'-9'1675'0'0,"-3"5"1392"0"0,2 4-2933 0 0,-1-1-1 0 0,1 0 0 0 0,-1 0 1 0 0,0 1-1 0 0,1-1 0 0 0,-1 1 0 0 0,0 0 1 0 0,1-1-1 0 0,-1 1 0 0 0,0 0 0 0 0,1 0 1 0 0,-1 0-1 0 0,0 0 0 0 0,0 0 0 0 0,1 1 1 0 0,-1-1-1 0 0,0 0 0 0 0,1 1 0 0 0,-4 1 1 0 0,0 0 79 0 0,0 1 1 0 0,-1 0 0 0 0,1 0-1 0 0,0 0 1 0 0,-8 8 0 0 0,0 1 86 0 0,0 1 0 0 0,1 1 1 0 0,-11 15-1 0 0,16-19-186 0 0,2 0 0 0 0,-1 0 0 0 0,2 1 0 0 0,-1-1 0 0 0,1 1-1 0 0,1 0 1 0 0,0 0 0 0 0,1 0 0 0 0,0 1 0 0 0,0-1 0 0 0,1 13 0 0 0,0-20-100 0 0,1-1 1 0 0,0 1 0 0 0,0-1-1 0 0,0 1 1 0 0,1-1-1 0 0,-1 1 1 0 0,1-1-1 0 0,0 0 1 0 0,0 1-1 0 0,0-1 1 0 0,0 0 0 0 0,1 0-1 0 0,-1 0 1 0 0,1 0-1 0 0,0 0 1 0 0,0 0-1 0 0,0 0 1 0 0,0 0-1 0 0,0-1 1 0 0,1 1-1 0 0,-1-1 1 0 0,1 1 0 0 0,0-1-1 0 0,-1 0 1 0 0,1 0-1 0 0,0-1 1 0 0,0 1-1 0 0,0 0 1 0 0,1-1-1 0 0,-1 0 1 0 0,0 0 0 0 0,0 0-1 0 0,1 0 1 0 0,-1 0-1 0 0,1-1 1 0 0,-1 1-1 0 0,1-1 1 0 0,-1 0-1 0 0,1 0 1 0 0,4-1-1 0 0,0 0 42 0 0,0 0-1 0 0,0-1 0 0 0,-1 0 0 0 0,1 0 1 0 0,0 0-1 0 0,-1-1 0 0 0,1 0 0 0 0,-1-1 0 0 0,0 0 1 0 0,0 0-1 0 0,-1 0 0 0 0,1-1 0 0 0,-1 0 1 0 0,0 0-1 0 0,0-1 0 0 0,0 1 0 0 0,-1-1 0 0 0,0-1 1 0 0,0 1-1 0 0,-1-1 0 0 0,0 1 0 0 0,0-1 0 0 0,0-1 1 0 0,3-9-1 0 0,-3 6 185 0 0,0 0 0 0 0,0 0 1 0 0,-1-1-1 0 0,0 1 0 0 0,-1-1 0 0 0,-1 0 0 0 0,0 0 1 0 0,0 0-1 0 0,-1 0 0 0 0,-1 0 0 0 0,0 0 0 0 0,0 1 1 0 0,-2-1-1 0 0,1 0 0 0 0,-7-18 0 0 0,8 29-262 0 0,1 0-1 0 0,0 0 1 0 0,0 0 0 0 0,0 0-1 0 0,0 0 1 0 0,-1 0-1 0 0,1 1 1 0 0,-1-1 0 0 0,1 0-1 0 0,0 0 1 0 0,-1 0-1 0 0,1 0 1 0 0,-1 1-1 0 0,0-1 1 0 0,1 0 0 0 0,-1 0-1 0 0,0 1 1 0 0,1-1-1 0 0,-1 0 1 0 0,0 1 0 0 0,0-1-1 0 0,0 1 1 0 0,1-1-1 0 0,-1 1 1 0 0,0 0-1 0 0,0-1 1 0 0,0 1 0 0 0,0 0-1 0 0,0-1 1 0 0,0 1-1 0 0,0 0 1 0 0,0 0 0 0 0,0 0-1 0 0,0 0 1 0 0,0 0-1 0 0,0 0 1 0 0,1 0-1 0 0,-1 0 1 0 0,-2 1 0 0 0,-10 12-2999 0 0,5 7-3765 0 0,7-10 2931 0 0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4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10 102 1736 0 0,'0'0'4877'0'0,"-1"-5"-3257"0"0,-6-16 15 0 0,6 16-11 0 0,3-14 4700 0 0,6-4-3063 0 0,-3 11-1470 0 0,-5 11-1326 0 0,8-15-1984 0 0,11 24-12860 0 0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4.6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18 60 0 0,'-34'-17'6007'0'0,"31"17"-5872"0"0,1 0 0 0 0,0 0 1 0 0,0 0-1 0 0,0 0 0 0 0,0 0 0 0 0,0 1 0 0 0,0-1 0 0 0,0 1 0 0 0,0-1 1 0 0,0 1-1 0 0,0 0 0 0 0,0 0 0 0 0,0 0 0 0 0,1 0 0 0 0,-1 0 0 0 0,0 0 1 0 0,0 0-1 0 0,1 1 0 0 0,-1-1 0 0 0,1 0 0 0 0,-1 1 0 0 0,1 0 0 0 0,0-1 1 0 0,0 1-1 0 0,0 0 0 0 0,-1 0 0 0 0,2-1 0 0 0,-1 1 0 0 0,0 0 0 0 0,0 0 0 0 0,1 0 1 0 0,-2 4-1 0 0,2-1-19 0 0,-1 1 1 0 0,1-1-1 0 0,0 1 0 0 0,0-1 1 0 0,1 1-1 0 0,0-1 0 0 0,0 0 1 0 0,0 1-1 0 0,1-1 1 0 0,-1 0-1 0 0,1 0 0 0 0,3 6 1 0 0,16 29 311 0 0,-12-24-281 0 0,-1 0-1 0 0,0 1 1 0 0,-1-1-1 0 0,-1 1 1 0 0,8 34-1 0 0,-14-50-133 0 0,0 1-1 0 0,0-1 0 0 0,0 0 1 0 0,0 0-1 0 0,0 1 0 0 0,-1-1 1 0 0,1 0-1 0 0,0 0 0 0 0,-1 0 1 0 0,1 1-1 0 0,-1-1 0 0 0,1 0 1 0 0,-1 0-1 0 0,0 0 0 0 0,0 0 1 0 0,1 0-1 0 0,-1 0 0 0 0,0 0 1 0 0,0 0-1 0 0,0 0 1 0 0,0-1-1 0 0,0 1 0 0 0,0 0 1 0 0,0 0-1 0 0,0-1 0 0 0,0 1 1 0 0,0-1-1 0 0,-1 1 0 0 0,0 0 1 0 0,-1 0-144 0 0,1-1 0 0 0,-1 1 0 0 0,1 0 0 0 0,-1 0 0 0 0,0-1 0 0 0,1 0 0 0 0,-1 1 0 0 0,1-1 1 0 0,-1 0-1 0 0,-4-1 0 0 0,-26-9-6466 0 0,23 6 3400 0 0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5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70 424 0 0,'6'-9'3804'0'0,"2"-1"-1739"0"0,5 0-1177 0 0,0 3-64 0 0,1 0-88 0 0,4 4-84 0 0,-4-3-152 0 0,2 1-196 0 0,1 1-236 0 0,-2 1-252 0 0,3 3-216 0 0,1-2-244 0 0,-4 1-864 0 0,3-1-1633 0 0,-3 2 725 0 0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1:35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67 976 0 0,'0'-3'423'0'0,"0"1"-1"0"0,1-1 1 0 0,0 1-1 0 0,-1 0 1 0 0,1-1 0 0 0,0 1-1 0 0,0 0 1 0 0,1 0-1 0 0,-1 0 1 0 0,0-1 0 0 0,1 1-1 0 0,-1 1 1 0 0,1-1-1 0 0,0 0 1 0 0,2-2 0 0 0,0 1-35 0 0,0 0 0 0 0,0 0 0 0 0,1 1 0 0 0,-1 0 1 0 0,0-1-1 0 0,1 2 0 0 0,7-3 0 0 0,-3 1 3 0 0,0 1 0 0 0,1 1 1 0 0,-1 0-1 0 0,1 0 0 0 0,-1 1 0 0 0,1 0 0 0 0,18 2 1 0 0,-26-1-346 0 0,0 0 0 0 0,0 0 1 0 0,0 0-1 0 0,1 1 0 0 0,-1-1 1 0 0,-1 1-1 0 0,1-1 0 0 0,0 1 1 0 0,0-1-1 0 0,0 1 0 0 0,-1 0 1 0 0,1 0-1 0 0,-1 0 0 0 0,0 0 1 0 0,1 0-1 0 0,-1 0 0 0 0,0 0 1 0 0,0 0-1 0 0,0 1 0 0 0,0-1 1 0 0,-1 0-1 0 0,1 3 0 0 0,11 58 289 0 0,-11-54-288 0 0,38 383 612 0 0,-35-360-630 0 0,3 5 0 0 0,-3 0 1 0 0,-1 0 0 0 0,-2 1 0 0 0,-1-1-1 0 0,-9 61 1 0 0,8-94-30 0 0,0 1 0 0 0,0-1-1 0 0,-1 0 1 0 0,1 0 0 0 0,-1 1 0 0 0,0-1-1 0 0,0 0 1 0 0,-1-1 0 0 0,1 1 0 0 0,-1 0-1 0 0,0-1 1 0 0,0 1 0 0 0,0-1-1 0 0,0 0 1 0 0,0 0 0 0 0,-1 0 0 0 0,0-1-1 0 0,-3 3 1 0 0,0-2 19 0 0,1 0 0 0 0,-1-1 0 0 0,0 1 0 0 0,1-2 0 0 0,-1 1 1 0 0,0-1-1 0 0,0 0 0 0 0,0 0 0 0 0,0-1 0 0 0,-11 0 0 0 0,-4-3 178 0 0,0 0 1 0 0,-1-1-1 0 0,1-1 0 0 0,1-2 1 0 0,-42-16-1 0 0,19 9-716 0 0,42 13 92 0 0,-3 0 280 0 0,1 0-2274 0 0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5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 0 0,'0'0'8870'0'0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7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44 192 0 0,'14'-43'12298'0'0,"-14"49"-12040"0"0,1 20-3 0 0,-1 0-1 0 0,-2 0 1 0 0,-7 43 0 0 0,-25 87 296 0 0,17-85-311 0 0,-28 98 321 0 0,-14 76 904 0 0,58-244-1435 0 0,1 1 1 0 0,0 0-1 0 0,0 0 1 0 0,0-1-1 0 0,0 1 1 0 0,0 0-1 0 0,0 0 1 0 0,0-1-1 0 0,0 1 1 0 0,1 0-1 0 0,-1 0 1 0 0,1-1-1 0 0,-1 1 1 0 0,1 0-1 0 0,0-1 1 0 0,0 1-1 0 0,-1-1 1 0 0,1 1-1 0 0,0-1 1 0 0,0 1-1 0 0,1-1 1 0 0,1 3-1 0 0,0-2 1 0 0,0 0 0 0 0,0 0-1 0 0,1-1 1 0 0,-1 1-1 0 0,0-1 1 0 0,1 1-1 0 0,-1-1 1 0 0,0 0-1 0 0,1-1 1 0 0,6 2-1 0 0,9-1 30 0 0,-1-1 0 0 0,1 0 0 0 0,27-5 0 0 0,-36 3-11 0 0,24-1-65 0 0,-17 2-530 0 0,0 0 0 0 0,0-2 0 0 0,0 0 0 0 0,0 0 0 0 0,0-2 0 0 0,-1 0 1 0 0,30-14-1 0 0,-14-10-6804 0 0,-23 17 3873 0 0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7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0 116 776 0 0,'2'-5'309'0'0,"0"0"1"0"0,1 0-1 0 0,-1 0 0 0 0,1 0 0 0 0,0 0 1 0 0,0 1-1 0 0,1 0 0 0 0,-1 0 0 0 0,1-1 1 0 0,0 2-1 0 0,0-1 0 0 0,0 0 0 0 0,1 1 1 0 0,-1 0-1 0 0,1 0 0 0 0,0 0 0 0 0,0 1 1 0 0,7-3-1 0 0,8-4 381 0 0,1 1-1 0 0,0 1 1 0 0,25-5 0 0 0,-39 11-667 0 0,0 0 1 0 0,0 0 0 0 0,0 1-1 0 0,0 0 1 0 0,0 0-1 0 0,0 1 1 0 0,9 2-1 0 0,-13-3-344 0 0,0 1-1 0 0,0 0 0 0 0,1 0 1 0 0,-1 0-1 0 0,0 0 0 0 0,0 0 1 0 0,0 1-1 0 0,-1-1 0 0 0,1 1 1 0 0,0 0-1 0 0,0 0 1 0 0,-1 0-1 0 0,1 0 0 0 0,-1 0 1 0 0,0 0-1 0 0,0 1 0 0 0,2 2 1 0 0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7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0 1304 0 0,'0'0'6315'0'0,"-3"2"-5683"0"0,-1 3-400 0 0,1-1 1 0 0,-1 1-1 0 0,1-1 1 0 0,-1 1 0 0 0,1 0-1 0 0,1 0 1 0 0,-1 1-1 0 0,1-1 1 0 0,0 1-1 0 0,0-1 1 0 0,-1 9 0 0 0,-17 77 1254 0 0,16-66-1144 0 0,-24 139 1096 0 0,20-97-4794 0 0,4-59-2056 0 0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8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1 207 552 0 0,'25'-56'13640'0'0,"-24"54"-12545"0"0,0 1-774 0 0,3-6-186 0 0,-3 5-295 0 0,9 2-3362 0 0</inkml:trace>
  <inkml:trace contextRef="#ctx0" brushRef="#br0" timeOffset="1">432 22 412 0 0,'-2'-3'1373'0'0,"-1"-3"-1199"0"0,-6-6 8907 0 0,8 17-8640 0 0,-4 19 132 0 0,1 1 0 0 0,1 0 0 0 0,0 33 0 0 0,3-35-485 0 0,-1 0 0 0 0,-1 0 0 0 0,-1 0 0 0 0,-1 0 0 0 0,-11 33 0 0 0,11-46-703 0 0,-6 17-786 0 0,1-11-5079 0 0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8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 1348 0 0,'0'0'1385'0'0,"12"4"4601"0"0,-15 10-5455 0 0,-1 0 0 0 0,-1 0 0 0 0,0-1 0 0 0,-1 0 0 0 0,0 0 0 0 0,-1 0-1 0 0,-12 18 1 0 0,-72 84-3246 0 0,59-76-1945 0 0,17-23 1517 0 0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23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15 616 0 0,'8'-2'9916'0'0,"-8"3"-9886"0"0,1 0-1 0 0,0 1 0 0 0,0-1 0 0 0,-1 0 1 0 0,1 0-1 0 0,0 0 0 0 0,0 0 0 0 0,0 0 1 0 0,0 0-1 0 0,1 0 0 0 0,-1 0 0 0 0,0 0 1 0 0,0 0-1 0 0,1 0 0 0 0,-1-1 1 0 0,0 1-1 0 0,1-1 0 0 0,-1 1 0 0 0,0-1 1 0 0,1 1-1 0 0,-1-1 0 0 0,1 0 0 0 0,-1 0 1 0 0,1 0-1 0 0,-1 0 0 0 0,2 0 0 0 0,4 1 586 0 0,-37-2-487 0 0,-49-1-156 0 0,77 2 35 0 0,-13 1 60 0 0,7 0 105 0 0,9-3 161 0 0,17-1-342 0 0,7-3 153 0 0,-24 2-81 0 0,-14-2-55 0 0,8 5 25 0 0,8-1-88 0 0,11-4 58 0 0,-11 5-9 0 0,7 0-11 0 0,-11 5 13 0 0,-3-2 8 0 0,1 0 0 0 0,-1-1 0 0 0,0 0 0 0 0,0 1 0 0 0,0-1 0 0 0,0-1 0 0 0,0 1 0 0 0,-5 0 0 0 0,6-1 31 0 0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25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146 193 148 0 0,'42'-69'8736'0'0,"-42"68"-8268"0"0,1-2-251 0 0,0 1 1 0 0,0 0 0 0 0,0-1-1 0 0,-1 1 1 0 0,1-1 0 0 0,-1 1-1 0 0,0-1 1 0 0,0 1 0 0 0,0-1-1 0 0,0 1 1 0 0,0-1 0 0 0,0 1-1 0 0,-1-1 1 0 0,1 1 0 0 0,-1-1-1 0 0,1 1 1 0 0,-1 0 0 0 0,-2-5-1 0 0,0 6-201 0 0,1 0-1 0 0,-1 0 1 0 0,0 0-1 0 0,1 0 1 0 0,-1 0-1 0 0,0 1 1 0 0,0-1-1 0 0,0 1 0 0 0,0 0 1 0 0,0 0-1 0 0,1 0 1 0 0,-1 0-1 0 0,0 0 1 0 0,0 1-1 0 0,0-1 1 0 0,0 1-1 0 0,1 0 1 0 0,-1-1-1 0 0,0 1 1 0 0,1 1-1 0 0,-1-1 1 0 0,0 0-1 0 0,1 1 0 0 0,0-1 1 0 0,-5 4-1 0 0,-5 3 73 0 0,0 0-1 0 0,1 1 0 0 0,-21 20 1 0 0,27-23-84 0 0,0 1 0 0 0,1 0 0 0 0,-1 0 0 0 0,1 0 0 0 0,1 0 0 0 0,-1 1 0 0 0,1-1 0 0 0,1 1 1 0 0,-1 0-1 0 0,1 0 0 0 0,1 0 0 0 0,0 0 0 0 0,0 0 0 0 0,0 15 0 0 0,1-9 4 0 0,1 1 0 0 0,0-1 0 0 0,1 0 0 0 0,1 1 0 0 0,0-1 1 0 0,1 0-1 0 0,9 20 0 0 0,-11-28-2 0 0,1 0 0 0 0,0 0 0 0 0,1-1 1 0 0,-1 1-1 0 0,1-1 0 0 0,0 0 0 0 0,1 0 1 0 0,-1-1-1 0 0,1 1 0 0 0,0-1 0 0 0,0 0 0 0 0,0 0 1 0 0,0 0-1 0 0,1-1 0 0 0,0 0 0 0 0,0 0 1 0 0,0-1-1 0 0,0 1 0 0 0,0-1 0 0 0,0 0 1 0 0,0-1-1 0 0,1 0 0 0 0,-1 0 0 0 0,1 0 0 0 0,-1-1 1 0 0,1 1-1 0 0,-1-2 0 0 0,10 0 0 0 0,1-1 11 0 0,-1-1-1 0 0,1-1 0 0 0,0 0 0 0 0,-1-1 0 0 0,0-1 1 0 0,0-1-1 0 0,-1 0 0 0 0,0-1 0 0 0,23-16 0 0 0,-31 20-4 0 0,-1-2-1 0 0,0 1 1 0 0,0-1 0 0 0,-1 1-1 0 0,0-2 1 0 0,0 1-1 0 0,0-1 1 0 0,-1 1-1 0 0,0-1 1 0 0,0 0-1 0 0,-1-1 1 0 0,1 1 0 0 0,-2-1-1 0 0,1 1 1 0 0,-1-1-1 0 0,0 0 1 0 0,-1 0-1 0 0,0 0 1 0 0,0 0-1 0 0,-1 0 1 0 0,0-13-1 0 0,-1 9 12 0 0,-1-1 0 0 0,0 1 0 0 0,0-1 0 0 0,-1 1 0 0 0,-1 0 0 0 0,0 0 0 0 0,-1 0 0 0 0,0 1 0 0 0,-1-1-1 0 0,0 1 1 0 0,-1 0 0 0 0,0 1 0 0 0,-8-10 0 0 0,4 8-79 0 0,6 4-16 0 0,-1 1 0 0 0,0 0 1 0 0,-1 0-1 0 0,1 1 0 0 0,-1-1 1 0 0,0 2-1 0 0,-1-1 0 0 0,-11-6 1 0 0,17 11-410 0 0,-5 6-1355 0 0,-8 3-205 0 0,8 0-2762 0 0,3 2 1751 0 0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26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84 16 0 0,'-3'-7'1581'0'0,"3"2"2008"0"0,1 2-3421 0 0,1 1 1 0 0,-1 0 0 0 0,1 0 0 0 0,0 0-1 0 0,0 0 1 0 0,0 0 0 0 0,0 0-1 0 0,0 1 1 0 0,0-1 0 0 0,0 0-1 0 0,1 1 1 0 0,-1 0 0 0 0,0 0-1 0 0,1 0 1 0 0,-1 0 0 0 0,1 0-1 0 0,-1 0 1 0 0,1 0 0 0 0,0 1-1 0 0,2-1 1 0 0,73-11 1137 0 0,-52 8-872 0 0,28-3 253 0 0,42-9 1518 0 0,-94 15-1366 0 0,-2 1-785 0 0,1 0 0 0 0,-1 0-1 0 0,1 0 1 0 0,-1 0 0 0 0,1 0-1 0 0,-1 0 1 0 0,1 0 0 0 0,-1 0-1 0 0,1 0 1 0 0,-1 0 0 0 0,1 0-1 0 0,-1 0 1 0 0,0 0 0 0 0,1 0-1 0 0,-1 0 1 0 0,1 0 0 0 0,-1 0 0 0 0,1 1-1 0 0,-1-1 1 0 0,1 0 0 0 0,-1 0-1 0 0,0 0 1 0 0,1 1 0 0 0,-1-1-1 0 0,0 0 1 0 0,1 1 0 0 0,-1-1-1 0 0,0 0 1 0 0,1 1 0 0 0,-1-1-1 0 0,0 1 1 0 0,1-1 0 0 0,-1 0-1 0 0,0 1 1 0 0,0-1 0 0 0,0 1-1 0 0,0-1 1 0 0,1 1 0 0 0,-1-1-1 0 0,0 0 1 0 0,0 1 0 0 0,0-1-1 0 0,0 1 1 0 0,0-1 0 0 0,0 1 0 0 0,0 0-1 0 0,-20 162 273 0 0,-5 71-220 0 0,22-165-79 0 0,-17 272 56 0 0,19-331-75 0 0,-1 0-1 0 0,1-1 1 0 0,-1 1 0 0 0,-1 0 0 0 0,-6 15 0 0 0,7-21 46 0 0,0 0-1 0 0,0 0 1 0 0,0 0 0 0 0,-1 0-1 0 0,0-1 1 0 0,1 0 0 0 0,-1 1-1 0 0,0-1 1 0 0,-1 0 0 0 0,1 0-1 0 0,0 0 1 0 0,-1-1-1 0 0,0 1 1 0 0,-7 3 0 0 0,4-4 23 0 0,0 0 1 0 0,0 0 0 0 0,0 0 0 0 0,0-1 0 0 0,-1 0-1 0 0,1 0 1 0 0,0-1 0 0 0,0 0 0 0 0,-1 0 0 0 0,1-1-1 0 0,0 0 1 0 0,0 0 0 0 0,-1-1 0 0 0,1 0 0 0 0,-13-5-1 0 0,-4-6-3990 0 0,3-3-3865 0 0,12 9 3465 0 0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3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9 240 0 0,'0'0'1295'0'0,"-20"-8"14190"0"0,88 15-15870 0 0,-31 6-2249 0 0,-33-11 1770 0 0,-1 0-1 0 0,0 0 0 0 0,0 0 0 0 0,0 0 1 0 0,0 1-1 0 0,0-1 0 0 0,-1 1 0 0 0,4 3 1 0 0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04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14 392 0 0,'-7'13'1804'0'0,"2"-5"2797"0"0,16 3-3257 0 0,11-17-784 0 0,-5 4-148 0 0,6-3-216 0 0,1-1-292 0 0,7 2-344 0 0,-1-1-1024 0 0,2-4-1585 0 0,6 1 705 0 0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27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68 200 0 0,'0'0'1538'0'0,"-9"-12"1337"0"0,-5-12 5920 0 0,18 21-8743 0 0,-1 2 0 0 0,1-1-1 0 0,0 0 1 0 0,0 1 0 0 0,-1-1 0 0 0,1 1 0 0 0,0 0 0 0 0,0 0-1 0 0,0 1 1 0 0,8-1 0 0 0,55 1 233 0 0,-3-1-78 0 0,-9-2 57 0 0,-34 3-34 0 0,-1-2 0 0 0,37-6 1 0 0,-55 7-197 0 0,13 1-68 0 0,-14 0-72 0 0,-1-1 0 0 0,1 1 0 0 0,-1 0 0 0 0,1 0 0 0 0,-1 0 0 0 0,1 0 0 0 0,-1 0 0 0 0,0 0 0 0 0,1 0 0 0 0,-1 0 0 0 0,1 0 0 0 0,-1 0 0 0 0,1 0 0 0 0,-1 0 0 0 0,1 0 0 0 0,-1 1 0 0 0,1-1 0 0 0,-1 0 0 0 0,0 0 0 0 0,1 0 0 0 0,-1 1 1 0 0,1-1-1 0 0,-1 0 0 0 0,0 0 0 0 0,1 1 0 0 0,-1-1 0 0 0,1 0 0 0 0,-1 1 0 0 0,0-1 0 0 0,0 0 0 0 0,1 1 0 0 0,-1-1 0 0 0,0 1 0 0 0,0-1 0 0 0,1 0 0 0 0,-1 1 0 0 0,0-1 0 0 0,0 1 0 0 0,0-1 0 0 0,0 1 0 0 0,0-1 0 0 0,0 1 0 0 0,0-1 0 0 0,0 1 0 0 0,1 2-1881 0 0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27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16 1092 0 0,'-6'7'8729'0'0,"39"-5"-8405"0"0,-19-4-256 0 0,3 1-396 0 0,4-3-444 0 0,3-1-748 0 0,-5 0-1649 0 0,0-3 733 0 0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35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110 116 184 0 0,'-75'-97'10147'0'0,"67"89"-9066"0"0,-5-3 1689 0 0,8 32-1903 0 0,6 167-110 0 0,3-75-539 0 0,-12 53-359 0 0,2-97-3684 0 0,6-67 2967 0 0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36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109 564 804 0 0,'-108'8'6815'0'0,"157"2"-6203"0"0,-2 1-368 0 0,35-6 43 0 0,1-3 0 0 0,101-11 1 0 0,169-35 125 0 0,-296 36-336 0 0,205-34 273 0 0,279-82 1 0 0,-524 119-336 0 0,30-9 52 0 0,53-22 0 0 0,-88 31-46 0 0,-1 0 0 0 0,0-1 0 0 0,0-1 0 0 0,0 1 0 0 0,-1-2 0 0 0,0 0 0 0 0,0 0 1 0 0,-1 0-1 0 0,14-17 0 0 0,-21 22-9 0 0,-1 1 0 0 0,1 0 1 0 0,-1-1-1 0 0,1 1 0 0 0,-1-1 1 0 0,0 0-1 0 0,0 1 0 0 0,0-1 0 0 0,0 0 1 0 0,0 0-1 0 0,-1 0 0 0 0,1 1 1 0 0,-1-1-1 0 0,0 0 0 0 0,0 0 1 0 0,0 0-1 0 0,0 0 0 0 0,-1 0 1 0 0,1 0-1 0 0,-2-3 0 0 0,0 1 20 0 0,0 0 0 0 0,0 0 0 0 0,-1 0-1 0 0,0 0 1 0 0,0 0 0 0 0,0 1 0 0 0,0-1-1 0 0,-1 1 1 0 0,-8-7 0 0 0,-4-2 75 0 0,0 0 1 0 0,-1 1 0 0 0,-1 1-1 0 0,-27-13 1 0 0,44 23-104 0 0,-16-7 152 0 0,1 0 0 0 0,-1 1 0 0 0,0 1-1 0 0,-32-7 1 0 0,46 12-118 0 0,-6 6-15 0 0,8-5-21 0 0,0 1-1 0 0,-1-1 1 0 0,1 1 0 0 0,0 0 0 0 0,-1-1-1 0 0,1 1 1 0 0,0 0 0 0 0,0 0 0 0 0,0 0-1 0 0,0 0 1 0 0,0 0 0 0 0,0 0 0 0 0,0 0 0 0 0,0 0-1 0 0,0 0 1 0 0,1 1 0 0 0,-1-1 0 0 0,0 0-1 0 0,1 1 1 0 0,-1-1 0 0 0,1 0 0 0 0,-1 3 0 0 0,-9 27 17 0 0,2 0 1 0 0,1 1 0 0 0,-4 58 0 0 0,-5 21 55 0 0,7-48-12 0 0,3 0 0 0 0,3 1 1 0 0,3-1-1 0 0,10 88 0 0 0,-6-104-7 0 0,2 0-1 0 0,21 78 0 0 0,-27-122-28 0 0,3 5 154 0 0,-3-8-159 0 0,0 0 0 0 0,0 0 1 0 0,0-1-1 0 0,0 1 0 0 0,0 0 1 0 0,0 0-1 0 0,0 0 0 0 0,1 0 1 0 0,-1 0-1 0 0,0 0 0 0 0,0 0 0 0 0,0 0 1 0 0,0 0-1 0 0,0 0 0 0 0,0-1 1 0 0,0 1-1 0 0,0 0 0 0 0,1 0 1 0 0,-1 0-1 0 0,0 0 0 0 0,0 0 0 0 0,0 0 1 0 0,0 0-1 0 0,0 0 0 0 0,0 0 1 0 0,1 0-1 0 0,-1 0 0 0 0,0 0 1 0 0,0 0-1 0 0,0 0 0 0 0,0 0 1 0 0,0 0-1 0 0,1 0 0 0 0,-1 0 0 0 0,0 0 1 0 0,0 0-1 0 0,0 1 0 0 0,0-1 1 0 0,0 0-1 0 0,0 0 0 0 0,0 0 1 0 0,1 0-1 0 0,-1 0 0 0 0,0 0 0 0 0,0 0 1 0 0,0 0-1 0 0,0 0 0 0 0,0 0 1 0 0,0 1-1 0 0,0-1 0 0 0,0 0 1 0 0,0 0-1 0 0,0 0 0 0 0,0 0 1 0 0,0 0-1 0 0,0 0 0 0 0,0 1 0 0 0,0-1 1 0 0,0 0-1 0 0,0 0 0 0 0,0 0 1 0 0,0 0-1 0 0,0 0 0 0 0,0 0 1 0 0,0 1-1 0 0,0-1 0 0 0,0 0 0 0 0,0 0 1 0 0,0 0-1 0 0,1-14 39 0 0,1-1-1 0 0,1 0 1 0 0,0 1 0 0 0,0 0-1 0 0,2 0 1 0 0,0 0 0 0 0,0 0-1 0 0,1 1 1 0 0,1 0 0 0 0,11-16-1 0 0,-17 27-62 0 0,0 1 0 0 0,1-1 1 0 0,-1 0-1 0 0,1 1 0 0 0,-1 0 0 0 0,1-1 0 0 0,-1 1 0 0 0,1 0 0 0 0,0 0 0 0 0,0 0 0 0 0,0 0 0 0 0,0 0 0 0 0,0 0 0 0 0,0 1 0 0 0,0-1 0 0 0,0 0 0 0 0,0 1 0 0 0,0 0 0 0 0,0 0 0 0 0,0-1 0 0 0,0 1 0 0 0,0 0 0 0 0,0 1 0 0 0,0-1 0 0 0,1 0 0 0 0,-1 1 0 0 0,0-1 0 0 0,0 1 0 0 0,0-1 0 0 0,0 1 0 0 0,3 2 0 0 0,4-1-11 0 0,82 21-6 0 0,-56-12 19 0 0,1-3-1 0 0,63 8 1 0 0,-67-14-37 0 0,0-2 1 0 0,40-3-1 0 0,-64 2 34 0 0,0 0-1 0 0,0 0 0 0 0,0 0 1 0 0,0-1-1 0 0,0-1 0 0 0,0 1 0 0 0,-1-1 1 0 0,1 0-1 0 0,-1-1 0 0 0,0 0 1 0 0,0 0-1 0 0,0-1 0 0 0,0 1 1 0 0,9-10-1 0 0,-15 13 24 0 0,0 0 1 0 0,0-1-1 0 0,0 1 0 0 0,0 0 0 0 0,0-1 0 0 0,-1 1 1 0 0,1-1-1 0 0,0 1 0 0 0,-1-1 0 0 0,1 1 0 0 0,-1-1 1 0 0,1 1-1 0 0,-1-1 0 0 0,0 0 0 0 0,0 1 1 0 0,0-1-1 0 0,0 1 0 0 0,0-1 0 0 0,0 0 0 0 0,0 1 1 0 0,0-1-1 0 0,-1 1 0 0 0,1-1 0 0 0,0 0 1 0 0,-1 1-1 0 0,0-1 0 0 0,1 1 0 0 0,-1-1 0 0 0,0 1 1 0 0,0 0-1 0 0,0-1 0 0 0,0 1 0 0 0,0 0 0 0 0,0-1 1 0 0,0 1-1 0 0,0 0 0 0 0,0 0 0 0 0,-1 0 1 0 0,0-1-1 0 0,-2 0 33 0 0,1-1 0 0 0,-1 1 0 0 0,1 0 0 0 0,-1 0 0 0 0,0 0 0 0 0,0 1 0 0 0,0-1 0 0 0,0 1 0 0 0,0 0 0 0 0,0 0 0 0 0,0 0 0 0 0,0 1 0 0 0,-1 0 0 0 0,-6 0 0 0 0,10 0-51 0 0,0 0 1 0 0,0 0-1 0 0,0 0 0 0 0,0 0 0 0 0,0 0 0 0 0,0 1 0 0 0,0-1 1 0 0,1 0-1 0 0,-1 1 0 0 0,0-1 0 0 0,0 1 0 0 0,0-1 1 0 0,0 1-1 0 0,1-1 0 0 0,-1 1 0 0 0,0-1 0 0 0,1 1 0 0 0,-1 0 1 0 0,0-1-1 0 0,1 1 0 0 0,-1 0 0 0 0,1 0 0 0 0,-1-1 0 0 0,1 1 1 0 0,-1 0-1 0 0,1 0 0 0 0,-1 0 0 0 0,1 1 0 0 0,0 0-44 0 0,-1 1 0 0 0,1-1 0 0 0,0 1 0 0 0,0-1 0 0 0,0 0 0 0 0,1 1 1 0 0,-1-1-1 0 0,1 1 0 0 0,-1-1 0 0 0,3 4 0 0 0,25 49-1407 0 0,-21-46 848 0 0,0 0-1 0 0,0-1 0 0 0,1 1 0 0 0,15 12 0 0 0,21 10-5092 0 0,-11-13 1894 0 0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37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112 474 32 0 0,'0'0'9715'0'0,"0"5"-9138"0"0,5 25-31 0 0,1 0 0 0 0,1-1 0 0 0,2 1 0 0 0,23 53 0 0 0,-7-18-41 0 0,46 164 998 0 0,-70-229-1463 0 0,-1 0 0 0 0,0 1-1 0 0,1-1 1 0 0,-1 0 0 0 0,0 1-1 0 0,0-1 1 0 0,1 0 0 0 0,-1 1 0 0 0,0-1-1 0 0,0 0 1 0 0,0 1 0 0 0,1-1 0 0 0,-1 1-1 0 0,0-1 1 0 0,0 0 0 0 0,0 1 0 0 0,0-1-1 0 0,0 1 1 0 0,0-1 0 0 0,0 0 0 0 0,0 1-1 0 0,0-1 1 0 0,0 1 0 0 0,0-1 0 0 0,0 1-1 0 0,0-1 1 0 0,0 0 0 0 0,0 1 0 0 0,-1-1-1 0 0,1 0 1 0 0,0 1 0 0 0,0-1-1 0 0,0 1 1 0 0,-1-1 0 0 0,1 0 0 0 0,0 1-1 0 0,0-1 1 0 0,-1 0 0 0 0,1 1 0 0 0,-1-1-1 0 0,-15-12 313 0 0,-23-36-233 0 0,-6-22 75 0 0,-61-133 1 0 0,93 172-196 0 0,2 0 1 0 0,1 0 0 0 0,-10-57 0 0 0,17 67 0 0 0,1-1 1 0 0,1 1 0 0 0,3-38-1 0 0,1 39-6 0 0,0 1 0 0 0,2 0 0 0 0,0 0 0 0 0,1 1 0 0 0,1-1 0 0 0,1 1 0 0 0,0 1 0 0 0,1-1 0 0 0,18-23 0 0 0,-18 28-7 0 0,1 0 1 0 0,0 1-1 0 0,1 0 1 0 0,0 1 0 0 0,0 0-1 0 0,1 1 1 0 0,1 0-1 0 0,0 1 1 0 0,0 1 0 0 0,1 0-1 0 0,0 0 1 0 0,20-6-1 0 0,-32 13 4 0 0,0 0-1 0 0,0 0 1 0 0,0 0 0 0 0,0 1-1 0 0,-1-1 1 0 0,1 1 0 0 0,0 0-1 0 0,0 0 1 0 0,0-1-1 0 0,0 1 1 0 0,0 0 0 0 0,0 1-1 0 0,0-1 1 0 0,0 0 0 0 0,0 0-1 0 0,0 1 1 0 0,0-1-1 0 0,0 1 1 0 0,0 0 0 0 0,0 0-1 0 0,-1-1 1 0 0,1 1 0 0 0,0 0-1 0 0,-1 1 1 0 0,1-1-1 0 0,0 0 1 0 0,-1 0 0 0 0,1 1-1 0 0,-1-1 1 0 0,0 1-1 0 0,1-1 1 0 0,-1 1 0 0 0,0-1-1 0 0,0 1 1 0 0,0 0 0 0 0,0 0-1 0 0,-1-1 1 0 0,1 1-1 0 0,0 0 1 0 0,-1 0 0 0 0,1 0-1 0 0,-1 0 1 0 0,1 0 0 0 0,-1 0-1 0 0,0 0 1 0 0,0 0-1 0 0,0 3 1 0 0,0 12-14 0 0,0 0 0 0 0,0 1 0 0 0,-2-1 0 0 0,-4 21 0 0 0,5-32 16 0 0,-18 92-15 0 0,8-49-6 0 0,3 0 0 0 0,1 0 0 0 0,0 80 0 0 0,7-115 24 0 0,1 0 0 0 0,1 0 0 0 0,0 0 0 0 0,0 0 1 0 0,2 0-1 0 0,0-1 0 0 0,0 1 0 0 0,2-1 0 0 0,-1 0 0 0 0,2-1 0 0 0,-1 1 0 0 0,2-1 0 0 0,0-1 0 0 0,0 1 0 0 0,1-1 0 0 0,0-1 0 0 0,16 14 1 0 0,-17-17 1 0 0,1 0 1 0 0,1-1 0 0 0,-1 0-1 0 0,1 0 1 0 0,0-2 0 0 0,0 1-1 0 0,0-1 1 0 0,1 0 0 0 0,-1-1-1 0 0,1 0 1 0 0,0-1 0 0 0,0 0-1 0 0,0-1 1 0 0,0 0 0 0 0,0-1-1 0 0,0 0 1 0 0,1-1 0 0 0,-1 0-1 0 0,0-1 1 0 0,0 0 0 0 0,-1 0-1 0 0,1-1 1 0 0,0-1 0 0 0,-1 0-1 0 0,0 0 1 0 0,0-1 0 0 0,0-1-1 0 0,-1 1 1 0 0,1-1 0 0 0,-1-1-1 0 0,-1 0 1 0 0,1 0 0 0 0,11-14-1 0 0,-10 10-10 0 0,-1-2 0 0 0,0 0 0 0 0,-1 0 0 0 0,0 0-1 0 0,-1-1 1 0 0,8-21 0 0 0,-12 26 20 0 0,-1 1-1 0 0,1-1 0 0 0,-2 1 1 0 0,1-1-1 0 0,-1 0 1 0 0,-1 0-1 0 0,1 1 0 0 0,-1-1 1 0 0,-1 0-1 0 0,0 0 1 0 0,0 1-1 0 0,-4-15 1 0 0,4 20-3 0 0,1 1 0 0 0,-1 0 0 0 0,0 0 0 0 0,1 0 0 0 0,-1 0 0 0 0,0 0 0 0 0,0 0 0 0 0,0 0 1 0 0,-1 0-1 0 0,1 0 0 0 0,0 0 0 0 0,-1 1 0 0 0,1-1 0 0 0,-1 0 0 0 0,0 1 0 0 0,1 0 0 0 0,-1-1 1 0 0,0 1-1 0 0,-2-1 0 0 0,2 1-6 0 0,1 1-1 0 0,-1 0 1 0 0,1 0 0 0 0,-1 0 0 0 0,1 0 0 0 0,-1 0-1 0 0,0 0 1 0 0,1 0 0 0 0,-1 0 0 0 0,1 1 0 0 0,-1-1 0 0 0,1 1-1 0 0,-1-1 1 0 0,1 1 0 0 0,-1-1 0 0 0,1 1 0 0 0,0 0-1 0 0,-1 0 1 0 0,1 0 0 0 0,-2 1 0 0 0,-3 3-5 0 0,1 0 0 0 0,-1 1 0 0 0,1-1 0 0 0,0 1 0 0 0,0 1-1 0 0,1-1 1 0 0,-1 1 0 0 0,-4 11 0 0 0,4-6 8 0 0,1 0-1 0 0,0 0 0 0 0,1 0 1 0 0,0 0-1 0 0,1 1 0 0 0,0-1 1 0 0,1 1-1 0 0,1-1 0 0 0,0 1 1 0 0,0 0-1 0 0,2-1 0 0 0,-1 1 1 0 0,6 18-1 0 0,-6-29 1 0 0,-1 0 0 0 0,1 0 1 0 0,0 0-1 0 0,0 0 0 0 0,0 0 0 0 0,0 0 1 0 0,1 0-1 0 0,-1 0 0 0 0,0-1 0 0 0,1 1 0 0 0,-1-1 1 0 0,1 1-1 0 0,0-1 0 0 0,-1 1 0 0 0,1-1 1 0 0,0 0-1 0 0,0 0 0 0 0,0 0 0 0 0,0 0 1 0 0,0 0-1 0 0,2 1 0 0 0,1-1 0 0 0,0-1-1 0 0,0 1 1 0 0,-1-1-1 0 0,1 1 1 0 0,0-1 0 0 0,0-1-1 0 0,-1 1 1 0 0,1-1-1 0 0,7-2 1 0 0,9-3 12 0 0,-1-1 0 0 0,1-1 1 0 0,26-16-1 0 0,-37 19 8 0 0,70-37 10 0 0,-43 20-45 0 0,1 2 1 0 0,1 1-1 0 0,1 2 1 0 0,1 2 0 0 0,45-10-1 0 0,-84 24 7 0 0,-1 1 0 0 0,1-1 0 0 0,0 1 0 0 0,0-1 0 0 0,0 1 0 0 0,0 0 0 0 0,-1 0 0 0 0,1 0 0 0 0,0 0 0 0 0,0 0 0 0 0,0 0 0 0 0,0 0 0 0 0,0 1 0 0 0,0-1 0 0 0,-1 1 0 0 0,1-1 0 0 0,0 1 0 0 0,0 0 0 0 0,-1 0 0 0 0,1-1 0 0 0,0 1 0 0 0,-1 1 0 0 0,1-1 0 0 0,-1 0 0 0 0,1 0 0 0 0,0 2 0 0 0,-1-1 5 0 0,0 0 0 0 0,-1 0 1 0 0,1 0-1 0 0,-1-1 0 0 0,0 1 1 0 0,1 0-1 0 0,-1 0 0 0 0,0 0 1 0 0,0 0-1 0 0,0 0 0 0 0,-1 0 1 0 0,1 0-1 0 0,0 0 0 0 0,-1 0 1 0 0,1 0-1 0 0,-1 0 0 0 0,0 0 1 0 0,0 0-1 0 0,0-1 0 0 0,-1 3 1 0 0,-5 7 2 0 0,0 0 1 0 0,-1 0 0 0 0,-1-1 0 0 0,0 0-1 0 0,0-1 1 0 0,-1 0 0 0 0,0 0 0 0 0,-1-1 0 0 0,0 0-1 0 0,-21 11 1 0 0,21-12-8 0 0,-16 4-1516 0 0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39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4 528 452 0 0,'0'0'8652'0'0,"7"10"-6374"0"0,-10 2-1786 0 0,0 0 0 0 0,1 0 1 0 0,0 19-1 0 0,1-26-405 0 0,1 0 0 0 0,1 0 0 0 0,-1 1 0 0 0,1-1 1 0 0,-1 0-1 0 0,1 0 0 0 0,1-1 0 0 0,-1 1 0 0 0,1 0 0 0 0,0 0 1 0 0,0-1-1 0 0,3 5 0 0 0,-5-7-65 0 0,1-1 0 0 0,0 0 0 0 0,1 0-1 0 0,-1 1 1 0 0,0-1 0 0 0,0 0 0 0 0,0 0 0 0 0,1 0 0 0 0,-1 0 0 0 0,0-1 0 0 0,1 1-1 0 0,-1 0 1 0 0,1-1 0 0 0,-1 1 0 0 0,1-1 0 0 0,-1 1 0 0 0,1-1 0 0 0,-1 1 0 0 0,1-1-1 0 0,0 0 1 0 0,-1 0 0 0 0,1 0 0 0 0,-1 0 0 0 0,1 0 0 0 0,-1 0 0 0 0,1-1 0 0 0,0 1-1 0 0,-1 0 1 0 0,1-1 0 0 0,-1 1 0 0 0,1-1 0 0 0,-1 0 0 0 0,1 1 0 0 0,2-3 0 0 0,4-2 12 0 0,1-1 1 0 0,-1 0 0 0 0,0-1 0 0 0,10-10 0 0 0,-6 6 15 0 0,-2 1-27 0 0,1 0-1 0 0,-1-1 0 0 0,-1-1 1 0 0,0 1-1 0 0,8-16 1 0 0,-16 25-44 0 0,99-11-1170 0 0,-84 9 1143 0 0,-1 0-1 0 0,0-1 1 0 0,0-1 0 0 0,0-1 0 0 0,-1 0 0 0 0,0 0 0 0 0,0-1 0 0 0,-1-1 0 0 0,0-1 0 0 0,0 0 0 0 0,-1 0 0 0 0,-1-1 0 0 0,0-1-1 0 0,0 0 1 0 0,-1 0 0 0 0,-1-1 0 0 0,14-23 0 0 0,-12 17 79 0 0,-1-1 0 0 0,-1 0-1 0 0,-1-1 1 0 0,0 1 0 0 0,-2-2-1 0 0,0 1 1 0 0,-2-1 0 0 0,0 1 0 0 0,-1-1-1 0 0,-2 0 1 0 0,0 0 0 0 0,-3-29 0 0 0,2 48 5 0 0,0 1 1 0 0,0 0 0 0 0,-1 0 0 0 0,1 0 0 0 0,-1 0 0 0 0,0 0-1 0 0,1 0 1 0 0,-1 0 0 0 0,0 0 0 0 0,0 0 0 0 0,0 0-1 0 0,-1 0 1 0 0,1 0 0 0 0,0 0 0 0 0,-1 1 0 0 0,1-1 0 0 0,-1 1-1 0 0,1-1 1 0 0,-1 1 0 0 0,0 0 0 0 0,0-1 0 0 0,0 1 0 0 0,1 0-1 0 0,-1 0 1 0 0,-4-1 0 0 0,4 2-28 0 0,1 0 0 0 0,-1 1-1 0 0,0-1 1 0 0,1 1 0 0 0,-1-1 0 0 0,1 1-1 0 0,-1 0 1 0 0,1-1 0 0 0,0 1 0 0 0,-1 0 0 0 0,1 0-1 0 0,0 0 1 0 0,-1 0 0 0 0,1 0 0 0 0,0 0-1 0 0,-1 2 1 0 0,0-1 13 0 0,-9 7 6 0 0,0 0 0 0 0,1 1 0 0 0,1 0 1 0 0,0 1-1 0 0,0 0 0 0 0,1 0 0 0 0,1 1 1 0 0,-1 0-1 0 0,2 1 0 0 0,0-1 0 0 0,0 1 1 0 0,1 0-1 0 0,1 1 0 0 0,-5 22 0 0 0,4-6 12 0 0,0-1-1 0 0,2 1 1 0 0,1 1-1 0 0,2-1 1 0 0,5 51-1 0 0,-3-67-44 0 0,1 1-1 0 0,0 0 1 0 0,1-1-1 0 0,1 0 0 0 0,0 0 1 0 0,1 0-1 0 0,0-1 1 0 0,1 0-1 0 0,1 0 1 0 0,13 18-1 0 0,-17-26-22 0 0,0 0 1 0 0,0-1-1 0 0,0 1 1 0 0,1-1-1 0 0,-1 0 1 0 0,1-1-1 0 0,0 1 0 0 0,0-1 1 0 0,0 0-1 0 0,1 0 1 0 0,-1 0-1 0 0,1-1 1 0 0,-1 0-1 0 0,1 0 0 0 0,0 0 1 0 0,0-1-1 0 0,0 0 1 0 0,0 0-1 0 0,0 0 1 0 0,0-1-1 0 0,0 0 0 0 0,0 0 1 0 0,0 0-1 0 0,0-1 1 0 0,0 0-1 0 0,0 0 1 0 0,10-4-1 0 0,4-4-19 0 0,0 0-1 0 0,-1-1 1 0 0,-1-1-1 0 0,1-1 1 0 0,-2-1-1 0 0,0 0 1 0 0,0-1-1 0 0,-2-1 1 0 0,0 0-1 0 0,0-1 1 0 0,20-31-1 0 0,-9 8 14 0 0,-1-1 0 0 0,-2-1 0 0 0,-3-1 1 0 0,22-59-1 0 0,-37 86 205 0 0,-1 0 0 0 0,0 0 0 0 0,-1-1 1 0 0,-1 1-1 0 0,0-1 0 0 0,-1 0 1 0 0,-1 1-1 0 0,0-1 0 0 0,-1 0 1 0 0,-4-19-1 0 0,5 34-130 0 0,-1-1 1 0 0,1 1-1 0 0,0 0 0 0 0,0-1 1 0 0,-1 1-1 0 0,1 0 0 0 0,0 0 1 0 0,-1-1-1 0 0,0 1 0 0 0,1 0 1 0 0,-1 0-1 0 0,1 0 1 0 0,-1 0-1 0 0,0 0 0 0 0,0 0 1 0 0,0 0-1 0 0,0 0 0 0 0,0 0 1 0 0,0 0-1 0 0,0 0 0 0 0,0 0 1 0 0,0 1-1 0 0,0-1 1 0 0,0 0-1 0 0,-2 0 0 0 0,1 1 11 0 0,-23 23 152 0 0,16-11-174 0 0,1 1-1 0 0,1-1 1 0 0,0 1 0 0 0,0 1 0 0 0,1-1 0 0 0,1 1 0 0 0,1 0 0 0 0,-4 18 0 0 0,1 2 25 0 0,2 1 0 0 0,-1 47 0 0 0,6-60-38 0 0,1 0 0 0 0,1 0 0 0 0,1 0 0 0 0,1 0 0 0 0,1 0 0 0 0,7 21 0 0 0,-7-28 12 0 0,1 0-1 0 0,1-1 1 0 0,0 1 0 0 0,0-1 0 0 0,1-1 0 0 0,1 1 0 0 0,1-1 0 0 0,0-1 0 0 0,12 13 0 0 0,-19-23-25 0 0,0 1 0 0 0,0-1 0 0 0,1 0 0 0 0,-1 0 1 0 0,1 0-1 0 0,0 0 0 0 0,-1 0 0 0 0,1-1 0 0 0,0 0 1 0 0,0 1-1 0 0,0-2 0 0 0,0 1 0 0 0,0 0 0 0 0,0-1 1 0 0,0 0-1 0 0,1 0 0 0 0,-1 0 0 0 0,0 0 0 0 0,0-1 0 0 0,0 1 1 0 0,0-1-1 0 0,0 0 0 0 0,0 0 0 0 0,0-1 0 0 0,-1 1 1 0 0,1-1-1 0 0,6-3 0 0 0,-9 4-107 0 0,28-16 1656 0 0,-24 10-1503 0 0,-1 0-1 0 0,1 0 1 0 0,-2-1 0 0 0,1 1 0 0 0,3-14-1 0 0,-6 19-52 0 0,3-10 58 0 0,-2 5-90 0 0,-3 8-261 0 0,-36 94 376 0 0,36-94-190 0 0,0 3-986 0 0,-4 14 1657 0 0,2-12-4132 0 0,-6-32-9391 0 0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39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63 820 0 0,'11'-40'5484'0'0,"-10"39"-4677"0"0,5-12 1526 0 0,-2 5-7662 0 0</inkml:trace>
  <inkml:trace contextRef="#ctx0" brushRef="#br0" timeOffset="1">275 101 156 0 0,'1'4'515'0'0,"0"1"0"0"0,1-1 1 0 0,-2 0-1 0 0,1 1 0 0 0,0-1 0 0 0,-1 0 0 0 0,0 1 1 0 0,0-1-1 0 0,-1 1 0 0 0,1-1 0 0 0,-2 5 1 0 0,-12 50 1924 0 0,-65 172 2074 0 0,51-155-3660 0 0,-32 56-2558 0 0,51-127 206 0 0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39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77 104 0 0,'6'-11'3188'0'0,"6"1"-1860"0"0,-5 5-127 0 0,2 0-73 0 0,4-3-36 0 0,4 2-136 0 0,2-3-56 0 0,-3 4-104 0 0,14-4-204 0 0,-6 4-260 0 0,3 2-256 0 0,1 3-328 0 0,-1 3-396 0 0,0-1-1152 0 0,-8-1-1949 0 0,8 3 861 0 0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0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1 123 1204 0 0,'5'-17'11266'0'0,"63"232"-8987"0"0,-67-212-2247 0 0,0-1 1 0 0,0 1 0 0 0,1-1-1 0 0,-1 1 1 0 0,1-1 0 0 0,0 0-1 0 0,-1 1 1 0 0,1-1 0 0 0,0 0-1 0 0,0 0 1 0 0,0 0 0 0 0,1 0-1 0 0,-1-1 1 0 0,3 2 0 0 0,-3-2 45 0 0,37-28 164 0 0,-21 4-41 0 0,-1-1-1 0 0,-1-1 1 0 0,-1 0-1 0 0,-1-1 1 0 0,-2-1-1 0 0,16-46 1 0 0,16-32-7224 0 0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1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0 167 572 0 0,'16'1'3443'0'0,"-6"-6"-2974"0"0,0 0-1 0 0,-1 0 1 0 0,1-1-1 0 0,-1-1 1 0 0,0 0 0 0 0,-1 0-1 0 0,1-1 1 0 0,-2 1-1 0 0,1-2 1 0 0,-1 1-1 0 0,0-1 1 0 0,-1 0 0 0 0,0-1-1 0 0,0 0 1 0 0,6-14-1 0 0,-12 23-443 0 0,0 1-1 0 0,1-1 1 0 0,-1 0-1 0 0,0 0 0 0 0,1 1 1 0 0,-1-1-1 0 0,0 0 1 0 0,0 0-1 0 0,1 0 0 0 0,-1 1 1 0 0,0-1-1 0 0,0 0 1 0 0,0 0-1 0 0,0 0 0 0 0,0 0 1 0 0,-1 1-1 0 0,1-1 1 0 0,0 0-1 0 0,0 0 1 0 0,0 0-1 0 0,-1 1 0 0 0,1-1 1 0 0,0 0-1 0 0,-1 0 1 0 0,1 1-1 0 0,-1-1 0 0 0,1 0 1 0 0,-1 0-1 0 0,1 1 1 0 0,-1-1-1 0 0,1 1 0 0 0,-1-1 1 0 0,1 1-1 0 0,-1-1 1 0 0,0 1-1 0 0,0-1 0 0 0,1 1 1 0 0,-1-1-1 0 0,0 1 1 0 0,0 0-1 0 0,1-1 1 0 0,-1 1-1 0 0,0 0 0 0 0,-1 0 1 0 0,-1-1 1 0 0,0 0 1 0 0,0 1 0 0 0,0 0 0 0 0,-1 0 0 0 0,1 0-1 0 0,0 0 1 0 0,0 0 0 0 0,0 0 0 0 0,0 1-1 0 0,-4 1 1 0 0,1 0 2 0 0,1 1-1 0 0,0-1 1 0 0,0 1-1 0 0,0 1 1 0 0,0-1-1 0 0,1 1 1 0 0,-1 0-1 0 0,1 0 1 0 0,0 0-1 0 0,0 0 1 0 0,0 1-1 0 0,1-1 1 0 0,-1 1-1 0 0,-2 6 1 0 0,4-8-62 0 0,1 0 0 0 0,0 0 0 0 0,-1 0 0 0 0,1 0 0 0 0,0 1 1 0 0,1-1-1 0 0,-1 0 0 0 0,1 0 0 0 0,-1 1 0 0 0,1-1 0 0 0,0 0 1 0 0,0 0-1 0 0,0 1 0 0 0,1-1 0 0 0,-1 0 0 0 0,1 0 1 0 0,0 1-1 0 0,0-1 0 0 0,0 0 0 0 0,0 0 0 0 0,0 0 0 0 0,1 0 1 0 0,-1 0-1 0 0,1 0 0 0 0,0-1 0 0 0,0 1 0 0 0,0-1 0 0 0,0 1 1 0 0,4 2-1 0 0,-1 0-323 0 0,1 0-1 0 0,0 0 1 0 0,1 0 0 0 0,-1-1-1 0 0,1 0 1 0 0,13 5 0 0 0,24 2-4750 0 0,-23-9 2434 0 0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1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79 491 480 0 0,'0'0'2492'0'0,"-6"2"-1665"0"0,1 1-533 0 0,1-1 0 0 0,-1 1 0 0 0,0 0 0 0 0,1 0 0 0 0,-1 0 0 0 0,1 0 0 0 0,0 1 0 0 0,0 0 0 0 0,0 0 0 0 0,0 0 0 0 0,1 0 0 0 0,0 1 0 0 0,0-1 0 0 0,0 1 0 0 0,0 0 0 0 0,1 0 0 0 0,-4 10 0 0 0,6-14-260 0 0,-1 1 1 0 0,1-1-1 0 0,0 1 1 0 0,0-1-1 0 0,0 1 1 0 0,0-1-1 0 0,0 1 1 0 0,0-1-1 0 0,0 1 1 0 0,0-1-1 0 0,1 1 1 0 0,-1-1 0 0 0,1 1-1 0 0,-1-1 1 0 0,1 0-1 0 0,-1 1 1 0 0,1-1-1 0 0,0 0 1 0 0,0 1-1 0 0,0-1 1 0 0,-1 0-1 0 0,1 0 1 0 0,0 0-1 0 0,1 0 1 0 0,-1 1-1 0 0,0-2 1 0 0,0 1-1 0 0,0 0 1 0 0,1 0-1 0 0,-1 0 1 0 0,0 0-1 0 0,1-1 1 0 0,-1 1-1 0 0,3 0 1 0 0,0 1 26 0 0,1-1 1 0 0,-1 1-1 0 0,1-1 1 0 0,-1 0-1 0 0,1-1 1 0 0,0 1-1 0 0,0-1 1 0 0,-1 0-1 0 0,6 0 1 0 0,4-3 8 0 0,0 0-1 0 0,-1 0 1 0 0,0-1 0 0 0,0-1 0 0 0,0 0 0 0 0,0-1 0 0 0,-1 0 0 0 0,0-1-1 0 0,0-1 1 0 0,-1 0 0 0 0,14-12 0 0 0,-11 7-53 0 0,-1 0-1 0 0,-1-2 1 0 0,0 1 0 0 0,-1-1-1 0 0,0-1 1 0 0,-2 0 0 0 0,15-31-1 0 0,-14 22 270 0 0,-1 0 0 0 0,-1-1 0 0 0,-1 0 0 0 0,-1-1 0 0 0,-2 0 0 0 0,0 0 0 0 0,-2 0 0 0 0,-1 0-1 0 0,-1 0 1 0 0,-1 0 0 0 0,-8-44 0 0 0,9 69-184 0 0,0 1-1 0 0,-1-1 0 0 0,1 0 1 0 0,0 1-1 0 0,-1-1 1 0 0,1 1-1 0 0,-1-1 1 0 0,1 1-1 0 0,-1-1 1 0 0,1 1-1 0 0,-1-1 1 0 0,0 1-1 0 0,0-1 0 0 0,0 1 1 0 0,0 0-1 0 0,0 0 1 0 0,0-1-1 0 0,0 1 1 0 0,0 0-1 0 0,-1 0 1 0 0,1 0-1 0 0,-3-1 1 0 0,3 1 88 0 0,0 3-167 0 0,0 0 0 0 0,1 0 0 0 0,-1 0 0 0 0,0 0 0 0 0,0-1 0 0 0,0 1-1 0 0,0-1 1 0 0,-1 1 0 0 0,1 0 0 0 0,0-1 0 0 0,-3 3 0 0 0,-1 1 24 0 0,-2 7 22 0 0,1 0 0 0 0,1 0 0 0 0,0 1 0 0 0,0-1 0 0 0,1 1 0 0 0,1 0 0 0 0,0 0-1 0 0,-1 15 1 0 0,1 17 105 0 0,2 48-1 0 0,1-56-66 0 0,2 63 152 0 0,-1 63-2558 0 0,-2-154 1257 0 0,-2 13-656 0 0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1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0 101 388 0 0,'0'0'2141'0'0,"4"1"-1444"0"0,26 2 85 0 0,-1-1-1 0 0,0-1 1 0 0,1-1 0 0 0,-1-2-1 0 0,36-6 1 0 0,-2 1-165 0 0,-39 3-178 0 0,47-13 0 0 0,6 0 1690 0 0,-75 16-1576 0 0,-42 40 1330 0 0,39-38-1870 0 0,0 0-1 0 0,0 0 1 0 0,0 1 0 0 0,0-1-1 0 0,0 0 1 0 0,0 0 0 0 0,0 1 0 0 0,0-1-1 0 0,0 1 1 0 0,1-1 0 0 0,-1 0-1 0 0,1 1 1 0 0,-1-1 0 0 0,1 1 0 0 0,-1-1-1 0 0,1 1 1 0 0,0 0 0 0 0,0-1-1 0 0,0 1 1 0 0,0-1 0 0 0,0 1-1 0 0,0-1 1 0 0,1 4 0 0 0,0-5-4 0 0,0 1-1 0 0,0 0 1 0 0,0 0 0 0 0,0-1 0 0 0,1 1 0 0 0,-1-1-1 0 0,0 1 1 0 0,1-1 0 0 0,-1 1 0 0 0,0-1-1 0 0,1 0 1 0 0,-1 0 0 0 0,0 0 0 0 0,1 0-1 0 0,-1 0 1 0 0,0 0 0 0 0,1 0 0 0 0,-1 0 0 0 0,0 0-1 0 0,3-1 1 0 0,12-2-1 0 0,0-1 0 0 0,0-1-1 0 0,16-7 1 0 0,-14 5-31 0 0,-4 1-49 0 0,0 0 0 0 0,0 1 1 0 0,25-5-1 0 0,-33 10 34 0 0,-1-1 1 0 0,1 1-1 0 0,-1 0 1 0 0,1 0 0 0 0,0 1-1 0 0,-1-1 1 0 0,1 1-1 0 0,-1 1 1 0 0,0-1-1 0 0,1 1 1 0 0,-1 0-1 0 0,0 0 1 0 0,8 5-1 0 0,63 27-188 0 0,-74-33 250 0 0,1-1 0 0 0,0 1 0 0 0,0-1 0 0 0,0 0 0 0 0,0 0 0 0 0,-1 0 1 0 0,1 0-1 0 0,0 0 0 0 0,0-1 0 0 0,0 1 0 0 0,0-1 0 0 0,-1 0 1 0 0,1 0-1 0 0,0 0 0 0 0,-1 0 0 0 0,1 0 0 0 0,-1-1 0 0 0,1 1 0 0 0,-1-1 1 0 0,4-2-1 0 0,48-42 264 0 0,-49 41-318 0 0,23-30-1189 0 0,-15 9-5872 0 0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2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15 616 0 0,'8'-15'8605'0'0,"-4"26"-4372"0"0,-4 27-3128 0 0,-12 40-612 0 0,-4 0-1 0 0,-4-1 0 0 0,-28 74 1 0 0,-61 94 219 0 0,73-170-533 0 0,-28 67 545 0 0,64-141-658 0 0,-1 0-53 0 0,1-1 1 0 0,0 1-1 0 0,0-1 0 0 0,0 1 0 0 0,0-1 0 0 0,0 1 0 0 0,0 0 0 0 0,0-1 1 0 0,0 1-1 0 0,0-1 0 0 0,0 1 0 0 0,0-1 0 0 0,0 1 0 0 0,0 0 0 0 0,1-1 1 0 0,-1 1-1 0 0,0-1 0 0 0,0 1 0 0 0,1-1 0 0 0,-1 1 0 0 0,0-1 0 0 0,1 1 1 0 0,-1-1-1 0 0,16 3 48 0 0,0-1 1 0 0,-1-1 0 0 0,1-1 0 0 0,0 0-1 0 0,0-1 1 0 0,-1-1 0 0 0,1 0-1 0 0,19-6 1 0 0,31-3 51 0 0,-44 9-123 0 0,263-38-2056 0 0,-273 39 104 0 0,-2 0-1300 0 0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3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86 244 0 0,'-1'-1'210'0'0,"1"0"-1"0"0,-1 0 1 0 0,0-1-1 0 0,1 1 1 0 0,-1 0 0 0 0,1 0-1 0 0,0 0 1 0 0,-1-1-1 0 0,1 1 1 0 0,0 0 0 0 0,0 0-1 0 0,0-1 1 0 0,0 1 0 0 0,0 0-1 0 0,0 0 1 0 0,0-1-1 0 0,0 1 1 0 0,0 0 0 0 0,1 0-1 0 0,-1-1 1 0 0,0 1-1 0 0,1 0 1 0 0,-1 0 0 0 0,1 0-1 0 0,0-2 1 0 0,1 1 43 0 0,0 0 0 0 0,0 0 1 0 0,0 0-1 0 0,1 0 0 0 0,-1 0 1 0 0,0 1-1 0 0,1-1 0 0 0,-1 1 1 0 0,1-1-1 0 0,4-1 0 0 0,10-3 218 0 0,0 1-1 0 0,0 1 1 0 0,19-2 0 0 0,-20 3 2 0 0,0 0-393 0 0,1 1 1 0 0,-1 0-1 0 0,1 1 0 0 0,28 3 0 0 0,28 11-6352 0 0,-59-9 3479 0 0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3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23 392 0 0,'24'-22'11408'0'0,"-24"27"-10960"0"0,-4 48 1333 0 0,-16 87-1 0 0,10-84-1009 0 0,5-21-261 0 0,-3-1 0 0 0,-12 39 0 0 0,12-43-377 0 0,6-16-8665 0 0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4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59 724 0 0,'24'-28'12533'0'0,"-23"26"-11997"0"0,10-15-2477 0 0,-1 5-7203 0 0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4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1 224 0 0,'0'2'14125'0'0,"-1"20"-13932"0"0,0 24 636 0 0,-3 0 1 0 0,-1 0-1 0 0,-14 51 1 0 0,8-57-3141 0 0,-28 68 1 0 0,32-90-4234 0 0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4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0 1224 0 0,'13'3'5949'0'0,"-14"20"-4757"0"0,0 0 1 0 0,-2 1-1 0 0,-1-1 1 0 0,-1-1 0 0 0,-1 1-1 0 0,-13 30 1 0 0,-24 38-1925 0 0,-10-9-3993 0 0,41-70 916 0 0,0-3 290 0 0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5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 1292 0 0,'5'-2'12717'0'0,"-19"114"-9837"0"0,-5 61 97 0 0,7-120-1080 0 0,12-51-564 0 0,0-1-1331 0 0,-1 5 479 0 0,-6-48-3970 0 0,7 39 3285 0 0,5-53-1112 0 0,15-26 1224 0 0,-19 80 218 0 0,-3-19 719 0 0,2 21-806 0 0,1-1-1 0 0,-1 1 0 0 0,0-1 1 0 0,0 1-1 0 0,0-1 0 0 0,0 1 1 0 0,0-1-1 0 0,0 1 0 0 0,0-1 1 0 0,0 1-1 0 0,0-1 0 0 0,0 1 1 0 0,0-1-1 0 0,0 1 0 0 0,0-1 1 0 0,0 1-1 0 0,-1 0 0 0 0,1-1 1 0 0,0 1-1 0 0,0-1 0 0 0,0 1 1 0 0,-1-1-1 0 0,1 1 0 0 0,0 0 1 0 0,-1-1-1 0 0,1 1 0 0 0,0-1 1 0 0,-1 1-1 0 0,1 0 0 0 0,0-1 1 0 0,-1 1-1 0 0,1 0 0 0 0,-1 0 1 0 0,1-1-1 0 0,-1 1 0 0 0,-8 12-26 0 0,1-1 0 0 0,1 2 1 0 0,0-1-1 0 0,1 1 0 0 0,0 0 0 0 0,1 1 0 0 0,0-1 0 0 0,1 1 0 0 0,1 0 0 0 0,0 0 0 0 0,-1 16 0 0 0,3-18-2 0 0,-1 0 0 0 0,2 1-1 0 0,0-1 1 0 0,1 0 0 0 0,0 1-1 0 0,0-1 1 0 0,1 0 0 0 0,1 0 0 0 0,0 0-1 0 0,1 0 1 0 0,0-1 0 0 0,1 1-1 0 0,10 17 1 0 0,-12-24-31 0 0,0-1-1 0 0,1 0 1 0 0,0 1 0 0 0,-1-1 0 0 0,2 0 0 0 0,-1-1-1 0 0,0 1 1 0 0,1-1 0 0 0,-1 0 0 0 0,1 0-1 0 0,0 0 1 0 0,0-1 0 0 0,0 0 0 0 0,0 0 0 0 0,1 0-1 0 0,-1 0 1 0 0,0-1 0 0 0,1 0 0 0 0,-1 0-1 0 0,1-1 1 0 0,-1 1 0 0 0,1-1 0 0 0,0 0 0 0 0,-1-1-1 0 0,1 1 1 0 0,-1-1 0 0 0,1 0 0 0 0,-1 0-1 0 0,1-1 1 0 0,-1 0 0 0 0,0 0 0 0 0,0 0 0 0 0,8-5-1 0 0,-1 1 4 0 0,0-1 0 0 0,0-1 0 0 0,-1 0 0 0 0,0 0 0 0 0,-1-1 0 0 0,1 0 0 0 0,-2-1 0 0 0,1 0 0 0 0,-2-1 0 0 0,1 1 0 0 0,-1-2 0 0 0,11-20 0 0 0,-11 14 63 0 0,-1-1 1 0 0,-1 0 0 0 0,-1 0-1 0 0,0 0 1 0 0,-1-1 0 0 0,1-25-1 0 0,-4 36-25 0 0,-1-1 0 0 0,0 0 0 0 0,0 0-1 0 0,-1 1 1 0 0,0-1 0 0 0,-1 0 0 0 0,0 1 0 0 0,0 0-1 0 0,-1-1 1 0 0,-1 1 0 0 0,1 0 0 0 0,-1 0-1 0 0,-1 1 1 0 0,-9-16 0 0 0,10 20-74 0 0,1 1 0 0 0,0-1 0 0 0,-1 0 0 0 0,1 1 1 0 0,-1 0-1 0 0,0 0 0 0 0,0 0 0 0 0,0 1 0 0 0,-1-1 0 0 0,1 1 0 0 0,-1 0 1 0 0,1 0-1 0 0,-1 0 0 0 0,0 1 0 0 0,1 0 0 0 0,-1 0 0 0 0,0 0 1 0 0,0 0-1 0 0,0 1 0 0 0,-6 0 0 0 0,-24 8-3731 0 0,1 11-4387 0 0,26-12 3850 0 0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6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483 13 684 0 0,'0'0'116'0'0,"0"0"0"0"0,0 0 0 0 0,0-1 0 0 0,0 1 0 0 0,0 0 0 0 0,0 0 0 0 0,0 0-1 0 0,0-1 1 0 0,0 1 0 0 0,0 0 0 0 0,0 0 0 0 0,0 0 0 0 0,0 0 0 0 0,0-1 0 0 0,0 1 0 0 0,0 0 0 0 0,0 0 0 0 0,0 0 0 0 0,0-1 0 0 0,0 1 0 0 0,0 0-1 0 0,0 0 1 0 0,0 0 0 0 0,0 0 0 0 0,0-1 0 0 0,0 1 0 0 0,1 0 0 0 0,-1 0 0 0 0,0 0 0 0 0,0 0 0 0 0,0-1 0 0 0,0 1 0 0 0,0 0 0 0 0,0 0 0 0 0,1 0-1 0 0,-1 0 1 0 0,0 0 0 0 0,0 0 0 0 0,0 0 0 0 0,0 0 0 0 0,1-1 0 0 0,-1 1 0 0 0,0 0 0 0 0,0 0 0 0 0,0 0 0 0 0,1 0 0 0 0,-1 0 0 0 0,0 0-1 0 0,0 0 1 0 0,0 0 0 0 0,1 0 0 0 0,-1 0 0 0 0,0 0 0 0 0,0 0 0 0 0,1 0 0 0 0,23-3 2065 0 0,34 2-1810 0 0,-51 1 227 0 0,33 0 65 0 0,-12-2-179 0 0,1 2 1 0 0,-1 1-1 0 0,1 2 0 0 0,-1 0 0 0 0,0 2 0 0 0,37 11 0 0 0,-62-15-456 0 0,0 1 0 0 0,0 0-1 0 0,-1 0 1 0 0,1 0 0 0 0,0 0 0 0 0,-1 0-1 0 0,0 1 1 0 0,1-1 0 0 0,-1 1 0 0 0,0 0 0 0 0,0 0-1 0 0,-1-1 1 0 0,1 1 0 0 0,0 0 0 0 0,-1 0-1 0 0,0 1 1 0 0,0-1 0 0 0,0 0 0 0 0,0 0 0 0 0,0 1-1 0 0,-1-1 1 0 0,1 0 0 0 0,-1 7 0 0 0,1 9 34 0 0,-1 0-1 0 0,-5 36 1 0 0,4-46-31 0 0,-29 185 245 0 0,-56 191 0 0 0,20-140-192 0 0,63-232-63 0 0,-1 1 0 0 0,0-1 0 0 0,-1 0 0 0 0,0 0 0 0 0,-13 22 0 0 0,14-30-15 0 0,1 0 1 0 0,-1 0-1 0 0,0-1 0 0 0,0 1 0 0 0,-1-1 0 0 0,0 0 1 0 0,1 0-1 0 0,-1-1 0 0 0,-1 1 0 0 0,1-1 1 0 0,0 0-1 0 0,-1-1 0 0 0,1 1 0 0 0,-1-1 1 0 0,-10 2-1 0 0,-51 9-315 0 0,-1-3 0 0 0,-128 1 0 0 0,48-4-3936 0 0,95-4 101 0 0,3 0 317 0 0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8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87 100 0 0,'26'-72'6655'0'0,"-25"70"-5951"0"0,5-11 4415 0 0,-61 185-3970 0 0,55-170-1110 0 0,0 0-24 0 0,1-1 1 0 0,0 1-1 0 0,0 0 0 0 0,-1 0 1 0 0,1-1-1 0 0,0 1 1 0 0,0 0-1 0 0,1-1 0 0 0,-1 1 1 0 0,0-1-1 0 0,2 3 1 0 0,14-7-3 0 0,-1 0 0 0 0,0-1 0 0 0,0 0 0 0 0,0-1 0 0 0,0-1 0 0 0,-1 0 0 0 0,28-17 0 0 0,27-10 0 0 0,-43 20-5 0 0,-21 10-10 0 0,0 0 0 0 0,0 0 0 0 0,0 1-1 0 0,0-1 1 0 0,1 1 0 0 0,-1 0 0 0 0,0 1 0 0 0,1 0 0 0 0,0 0 0 0 0,-1 0 0 0 0,1 1-1 0 0,-1 0 1 0 0,1 0 0 0 0,11 2 0 0 0,-15-1 1 0 0,-1-1 0 0 0,0 1 0 0 0,1 0 0 0 0,-1 0 0 0 0,0 0 0 0 0,0 0 0 0 0,0 0 0 0 0,0 1 0 0 0,0-1 0 0 0,0 0 0 0 0,0 1 0 0 0,0 0 0 0 0,0-1 0 0 0,-1 1 0 0 0,1 0 0 0 0,-1 0 0 0 0,1 0 0 0 0,-1 0 0 0 0,0 0 0 0 0,0 0 0 0 0,0 0 0 0 0,0 0 0 0 0,0 1 0 0 0,0-1 0 0 0,-1 0 0 0 0,1 1 0 0 0,-1-1 0 0 0,0 0 0 0 0,1 1 0 0 0,-1-1 0 0 0,0 1 0 0 0,0-1 0 0 0,-1 1 0 0 0,1-1 0 0 0,0 0 0 0 0,-1 1 0 0 0,-1 2 0 0 0,1 3-51 0 0,-1-1-1 0 0,0 0 0 0 0,-1 0 0 0 0,0 0 0 0 0,0 0 0 0 0,0 0 0 0 0,-1-1 0 0 0,0 1 0 0 0,0-1 0 0 0,-9 9 1 0 0,-14 7-2361 0 0,6-14-3199 0 0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8.5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1096 0 0,'4'-8'2244'0'0,"-1"-3"373"0"0,3 1-725 0 0,0 3-1184 0 0,15 19-932 0 0,-16-4-140 0 0,9 2-156 0 0,-7 3-724 0 0,4 0-1345 0 0,-2 0 597 0 0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9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124 550 200 0 0,'4'-7'986'0'0,"-1"0"-1"0"0,1 0 1 0 0,-2 0-1 0 0,1-1 1 0 0,-1 1-1 0 0,0-1 1 0 0,0 0-1 0 0,-1 0 1 0 0,0 1-1 0 0,-1-1 1 0 0,0-13-1 0 0,0 20-929 0 0,0 1 0 0 0,0-1-1 0 0,0 1 1 0 0,0-1-1 0 0,0 0 1 0 0,-1 1-1 0 0,1-1 1 0 0,0 1 0 0 0,0-1-1 0 0,-1 1 1 0 0,1-1-1 0 0,0 1 1 0 0,-1-1-1 0 0,1 1 1 0 0,0-1-1 0 0,-1 1 1 0 0,1 0 0 0 0,-1-1-1 0 0,1 1 1 0 0,-1 0-1 0 0,1-1 1 0 0,-1 1-1 0 0,1 0 1 0 0,-1-1 0 0 0,1 1-1 0 0,-1 0 1 0 0,1 0-1 0 0,-1 0 1 0 0,1 0-1 0 0,-1-1 1 0 0,0 1 0 0 0,0 0-1 0 0,-24 6 694 0 0,-17 17-199 0 0,36-18-496 0 0,0 0 1 0 0,1 0-1 0 0,0 1 0 0 0,0 0 0 0 0,0 0 0 0 0,0 1 0 0 0,1-1 0 0 0,0 1 0 0 0,1 0 0 0 0,-1 0 0 0 0,1 0 0 0 0,1 0 0 0 0,-1 1 0 0 0,1-1 0 0 0,0 1 0 0 0,1-1 0 0 0,0 1 0 0 0,0 0 1 0 0,1-1-1 0 0,0 1 0 0 0,0 0 0 0 0,2 8 0 0 0,-2-11-59 0 0,1 0 1 0 0,0 0-1 0 0,0-1 0 0 0,0 1 1 0 0,1 0-1 0 0,0-1 1 0 0,0 1-1 0 0,0-1 0 0 0,0 1 1 0 0,1-1-1 0 0,-1 0 1 0 0,1 0-1 0 0,0 0 0 0 0,1 0 1 0 0,-1-1-1 0 0,1 1 1 0 0,-1-1-1 0 0,1 0 1 0 0,0 0-1 0 0,0 0 0 0 0,0-1 1 0 0,1 1-1 0 0,-1-1 1 0 0,1 0-1 0 0,-1 0 0 0 0,1-1 1 0 0,0 1-1 0 0,-1-1 1 0 0,1 0-1 0 0,0 0 0 0 0,0-1 1 0 0,0 1-1 0 0,0-1 1 0 0,0 0-1 0 0,6-1 0 0 0,1-1-5 0 0,0 0-1 0 0,0-1 0 0 0,0 0 0 0 0,-1-1 0 0 0,1-1 0 0 0,-1 1 0 0 0,0-2 0 0 0,0 1 0 0 0,-1-2 0 0 0,12-8 0 0 0,12-11 12 0 0,46-46 0 0 0,-43 34 10 0 0,-2 0 0 0 0,-2-3 1 0 0,-2-1-1 0 0,-1-1 0 0 0,-3-1 0 0 0,-1-2 1 0 0,22-55-1 0 0,-39 79 61 0 0,-2 0 0 0 0,6-24-1 0 0,-12 40-24 0 0,1 1-1 0 0,-2-1 1 0 0,1 0-1 0 0,0 0 1 0 0,-1 0-1 0 0,0 0 1 0 0,-1 0-1 0 0,1 0 1 0 0,-1 0-1 0 0,-1 0 1 0 0,1 0-1 0 0,-4-10 1 0 0,4 14-24 0 0,0 2-23 0 0,1-1 1 0 0,0 1-1 0 0,0 0 0 0 0,0-1 0 0 0,-1 1 0 0 0,1 0 0 0 0,0-1 1 0 0,-1 1-1 0 0,1 0 0 0 0,0-1 0 0 0,-1 1 0 0 0,1 0 0 0 0,0 0 1 0 0,-1-1-1 0 0,1 1 0 0 0,-1 0 0 0 0,1 0 0 0 0,0 0 0 0 0,-1 0 1 0 0,1-1-1 0 0,-1 1 0 0 0,1 0 0 0 0,-1 0 0 0 0,1 0 0 0 0,-1 0 1 0 0,1 0-1 0 0,0 0 0 0 0,-1 0 0 0 0,1 0 0 0 0,-1 0 0 0 0,1 1 1 0 0,-1-1-1 0 0,1 0 0 0 0,0 0 0 0 0,-1 0 0 0 0,1 0 0 0 0,-1 1 1 0 0,1-1-1 0 0,-1 0 0 0 0,-8 9 1 0 0,-1 0 0 0 0,1 0 1 0 0,1 1-1 0 0,0 0 0 0 0,0 0 0 0 0,1 1 0 0 0,1 0 1 0 0,0 0-1 0 0,0 1 0 0 0,1-1 0 0 0,0 1 1 0 0,1 0-1 0 0,1 1 0 0 0,-4 17 0 0 0,0 9 19 0 0,1 1-1 0 0,2 0 0 0 0,2 61 1 0 0,2-86-15 0 0,1 0 1 0 0,0 0-1 0 0,2 0 1 0 0,0-1-1 0 0,0 1 1 0 0,1-1-1 0 0,1 1 0 0 0,0-1 1 0 0,13 22-1 0 0,-15-31-11 0 0,0 0-1 0 0,1 0 1 0 0,0 0-1 0 0,0 0 1 0 0,0-1-1 0 0,0 1 0 0 0,1-1 1 0 0,-1 0-1 0 0,1-1 1 0 0,0 1-1 0 0,0-1 1 0 0,1 0-1 0 0,-1 0 0 0 0,1-1 1 0 0,-1 1-1 0 0,1-1 1 0 0,0-1-1 0 0,0 1 1 0 0,0-1-1 0 0,0 0 1 0 0,0 0-1 0 0,0 0 0 0 0,0-1 1 0 0,0 0-1 0 0,0-1 1 0 0,8 0-1 0 0,-3-2-31 0 0,0 1 0 0 0,0-2 1 0 0,0 0-1 0 0,-1 0 0 0 0,0 0 0 0 0,1-2 0 0 0,12-8 0 0 0,33-15-198 0 0,-55 29 218 0 0,25-10-211 0 0,-26 11 227 0 0,14 8-25 0 0,-1 0 0 0 0,27 12-1 0 0,-37-19 30 0 0,0 0 0 0 0,1-1 0 0 0,-1 0 0 0 0,0 0 0 0 0,1 0 0 0 0,-1 0 0 0 0,1 0 0 0 0,0-1 0 0 0,-1 0 0 0 0,1 1 0 0 0,-1-1-1 0 0,1-1 1 0 0,0 1 0 0 0,-1 0 0 0 0,1-1 0 0 0,-1 0 0 0 0,1 0 0 0 0,-1 0 0 0 0,4-2 0 0 0,-5 2 11 0 0,-1 0 1 0 0,1-1 0 0 0,-1 1-1 0 0,1 0 1 0 0,-1-1-1 0 0,0 0 1 0 0,0 1 0 0 0,0-1-1 0 0,0 0 1 0 0,0 1-1 0 0,0-1 1 0 0,0 0 0 0 0,0 0-1 0 0,-1 0 1 0 0,1 0-1 0 0,-1 0 1 0 0,1 0 0 0 0,-1 0-1 0 0,0 0 1 0 0,0 0-1 0 0,0 0 1 0 0,0 0 0 0 0,0 0-1 0 0,0 1 1 0 0,-1-1-1 0 0,1 0 1 0 0,-1 0-1 0 0,1 0 1 0 0,-1 0 0 0 0,0 0-1 0 0,-1-2 1 0 0,0-2-27 0 0,-1 0-1 0 0,1-1 1 0 0,-2 1 0 0 0,1 0 0 0 0,-1 1 0 0 0,0-1-1 0 0,0 1 1 0 0,-5-6 0 0 0,1 4-83 0 0,4 4-2778 0 0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49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19 664 0 0,'0'0'1131'0'0,"-1"-4"-71"0"0,-5-4-1103 0 0,6 7 266 0 0,-1 1 0 0 0,1-1 0 0 0,0 1 0 0 0,-1-1 0 0 0,1 1 0 0 0,0 0 0 0 0,-1-1 0 0 0,1 1 0 0 0,-1 0 0 0 0,1-1 0 0 0,-1 1 1 0 0,1 0-1 0 0,-1 0 0 0 0,1 0 0 0 0,-1-1 0 0 0,1 1 0 0 0,-1 0 0 0 0,1 0 0 0 0,-1 0 0 0 0,1 0 0 0 0,-1 0 0 0 0,1 0 0 0 0,-1 0 0 0 0,0 0 1 0 0,1 0-1 0 0,-1 0 0 0 0,1 0 0 0 0,-1 0 0 0 0,1 0 0 0 0,-1 0 0 0 0,1 1 0 0 0,-1-1 0 0 0,1 0 0 0 0,-2 1 0 0 0,-7 7 202 0 0,8-5-323 0 0,0-1 0 0 0,1 1 0 0 0,-1 0-1 0 0,1 0 1 0 0,-1 0 0 0 0,1 0 0 0 0,0 0-1 0 0,0 0 1 0 0,0 0 0 0 0,0 0-1 0 0,1 0 1 0 0,-1 0 0 0 0,1 0 0 0 0,0 0-1 0 0,0-1 1 0 0,2 6 0 0 0,0 1 37 0 0,-1-1-44 0 0,0 1 0 0 0,0 0 0 0 0,0 0-1 0 0,-1 0 1 0 0,0 0 0 0 0,-1 0 0 0 0,0 0-1 0 0,-1 1 1 0 0,1-1 0 0 0,-2 0 0 0 0,1 0 0 0 0,-1-1-1 0 0,-1 1 1 0 0,0 0 0 0 0,0-1 0 0 0,0 1-1 0 0,-1-1 1 0 0,-9 13 0 0 0,13-20-100 0 0,0-1 0 0 0,0 0-1 0 0,0 0 1 0 0,0 0 0 0 0,0 0 0 0 0,0 0-1 0 0,0 1 1 0 0,0-1 0 0 0,0 0 0 0 0,0 0-1 0 0,0 0 1 0 0,0 0 0 0 0,0 0 0 0 0,0 1-1 0 0,1-1 1 0 0,-1 0 0 0 0,0 0 0 0 0,0 0-1 0 0,0 0 1 0 0,0 0 0 0 0,0 0-1 0 0,0 0 1 0 0,0 1 0 0 0,0-1 0 0 0,0 0-1 0 0,0 0 1 0 0,1 0 0 0 0,-1 0 0 0 0,0 0-1 0 0,0 0 1 0 0,0 0 0 0 0,0 0 0 0 0,0 0-1 0 0,0 0 1 0 0,1 0 0 0 0,-1 0 0 0 0,0 0-1 0 0,0 0 1 0 0,0 0 0 0 0,0 0 0 0 0,0 0-1 0 0,1 0 1 0 0,-1 0 0 0 0,0 0 0 0 0,0 0-1 0 0,0 0 1 0 0,0 0 0 0 0,0 0 0 0 0,0 0-1 0 0,1 0 1 0 0,-1 0 0 0 0,0 0 0 0 0,0 0-1 0 0,0 0 1 0 0,0 0 0 0 0,0 0 0 0 0,0 0-1 0 0,1 0 1 0 0,-1-1 0 0 0,0 1 0 0 0,0 0-1 0 0,0 0 1 0 0,0 0 0 0 0,0 0 0 0 0,0 0-1 0 0,0 0 1 0 0,0 0 0 0 0,0-1 0 0 0,0 1-1 0 0,22-8-149 0 0,25-16-119 0 0,63-36-451 0 0,63-39 1602 0 0,-173 99-809 0 0,0 0-1 0 0,1 0 0 0 0,-1 0 1 0 0,0 0-1 0 0,1 0 1 0 0,-1 0-1 0 0,0 0 0 0 0,1 0 1 0 0,-1 0-1 0 0,0-1 0 0 0,0 1 1 0 0,1 0-1 0 0,-1 0 0 0 0,0 0 1 0 0,0-1-1 0 0,1 1 1 0 0,-1 0-1 0 0,0 0 0 0 0,0-1 1 0 0,1 1-1 0 0,-1 0 0 0 0,0 0 1 0 0,0-1-1 0 0,0 1 1 0 0,0 0-1 0 0,0-1 0 0 0,1 1 1 0 0,-1 0-1 0 0,0-1 0 0 0,0 1 1 0 0,0 0-1 0 0,0-1 1 0 0,0 1-1 0 0,0 0 0 0 0,0-1 1 0 0,0 1-1 0 0,0 0 0 0 0,0 0 1 0 0,0-1-1 0 0,0 1 0 0 0,0 0 1 0 0,-1-1-1 0 0,-16-1 609 0 0,14 3-626 0 0,0-1 1 0 0,1 1 0 0 0,-1-1-1 0 0,0 1 1 0 0,0 0 0 0 0,1 0 0 0 0,-1 0-1 0 0,0 1 1 0 0,1-1 0 0 0,-1 0-1 0 0,1 1 1 0 0,-1 0 0 0 0,1 0 0 0 0,0-1-1 0 0,-4 5 1 0 0,5-3-93 0 0,-1 1 0 0 0,1-1 0 0 0,0 0 0 0 0,0 0 0 0 0,0 0 0 0 0,0 1 0 0 0,0-1 0 0 0,1 0 0 0 0,-1 1 0 0 0,1-1 0 0 0,0 0 0 0 0,0 1 0 0 0,1-1 0 0 0,-1 1 0 0 0,0-1 0 0 0,1 0 0 0 0,0 0 0 0 0,1 5 0 0 0,14 24-3157 0 0,7-2-3404 0 0,-5-13 2186 0 0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1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162 105 44 0 0,'5'-10'1269'0'0,"-2"-1"-1"0"0,1 0 1 0 0,-1 0-1 0 0,-1 0 1 0 0,2-18-1 0 0,-5 8 3159 0 0,-1 26-3098 0 0,-4 12-1321 0 0,-27 71 613 0 0,4 1 0 0 0,3 2-1 0 0,-14 108 1 0 0,18-108-616 0 0,9-38-1710 0 0,2-2-3802 0 0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2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1 124 48 0 0,'24'1'8660'0'0,"89"1"-7795"0"0,231-40 757 0 0,-162 12-951 0 0,-108 17-235 0 0,-72 9-418 0 0,12 16 107 0 0,-10 28-159 0 0,-4-43 70 0 0,0 1 0 0 0,1-1 0 0 0,-1 1-1 0 0,1-1 1 0 0,-1 0 0 0 0,1 1 0 0 0,-1-1 0 0 0,1 0-1 0 0,0 1 1 0 0,0-1 0 0 0,0 0 0 0 0,0 0 0 0 0,0 0-1 0 0,0 0 1 0 0,0 0 0 0 0,0 0 0 0 0,0 0 0 0 0,0 0-1 0 0,1 0 1 0 0,-1 0 0 0 0,0 0 0 0 0,0-1 0 0 0,1 1-1 0 0,-1-1 1 0 0,1 1 0 0 0,-1-1 0 0 0,1 0 0 0 0,-1 1-1 0 0,2-1 1 0 0,-2 0-7 0 0,0 0 0 0 0,0 0 0 0 0,-1 0 0 0 0,1 0 0 0 0,0 0-1 0 0,0 0 1 0 0,-1 0 0 0 0,1-1 0 0 0,0 1 0 0 0,-1 0 0 0 0,1 0 0 0 0,0-1-1 0 0,-1 1 1 0 0,1 0 0 0 0,0-1 0 0 0,-1 1 0 0 0,1-1 0 0 0,-1 1 0 0 0,1-1-1 0 0,-1 1 1 0 0,1-1 0 0 0,-1 1 0 0 0,1-1 0 0 0,-1 0 0 0 0,1 1 0 0 0,-1-1 0 0 0,0 0-1 0 0,1-1 1 0 0,0-25 696 0 0,-16-19 131 0 0,-28-9-897 0 0,43 54-393 0 0,-1 1 155 0 0,0-1 0 0 0,1 1 0 0 0,-1 0 0 0 0,0 0 0 0 0,1 0 0 0 0,-1 0 0 0 0,0 0 1 0 0,1 0-1 0 0,-1 0 0 0 0,0 0 0 0 0,1 0 0 0 0,-1 0 0 0 0,0 0 0 0 0,1 0 0 0 0,-1 0 0 0 0,0 1 0 0 0,1-1 0 0 0,-1 0 0 0 0,0 0 0 0 0,1 1 0 0 0,-1-1 0 0 0,1 0 0 0 0,-1 1 0 0 0,1-1 0 0 0,-1 1 0 0 0,1-1 1 0 0,-1 1-1 0 0,1-1 0 0 0,-1 1 0 0 0,1-1 0 0 0,0 1 0 0 0,-1-1 0 0 0,1 1 0 0 0,0 0 0 0 0,-1 0 0 0 0,0 0 474 0 0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2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37 284 0 0,'11'-19'2572'0'0,"0"2"6518"0"0,-11 17-8956 0 0,1 1-1 0 0,-1 0 1 0 0,1-1-1 0 0,-1 1 1 0 0,0 0-1 0 0,1-1 1 0 0,-1 1 0 0 0,0 0-1 0 0,1 0 1 0 0,-1-1-1 0 0,0 1 1 0 0,0 0 0 0 0,0 0-1 0 0,0 0 1 0 0,0-1-1 0 0,0 1 1 0 0,0 0 0 0 0,0 0-1 0 0,0-1 1 0 0,0 1-1 0 0,0 0 1 0 0,-1 0 0 0 0,1 0-1 0 0,0-1 1 0 0,-1 2-1 0 0,-31 227 2506 0 0,7-35-2365 0 0,17-155-3677 0 0,-14 45-1 0 0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3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0 467 200 0 0,'212'-59'4953'0'0,"-35"12"-2484"0"0,-165 42-2268 0 0,1 0-1 0 0,-1 0 1 0 0,0-1-1 0 0,-1-1 1 0 0,1 0-1 0 0,-1-1 1 0 0,-1 0-1 0 0,1 0 1 0 0,-2-1-1 0 0,1-1 1 0 0,-1 1 0 0 0,0-2-1 0 0,-1 1 1 0 0,0-1-1 0 0,-1 0 1 0 0,0-1-1 0 0,-1 0 1 0 0,0 0-1 0 0,-1 0 1 0 0,0-1-1 0 0,-1 1 1 0 0,-1-1-1 0 0,0 0 1 0 0,0 0 0 0 0,-1-1-1 0 0,-1 1 1 0 0,-1-19-1 0 0,-13-27 1848 0 0,-4 75-1922 0 0,11-6-100 0 0,1-1 0 0 0,0 1-1 0 0,0 1 1 0 0,1-1 0 0 0,0 0-1 0 0,1 1 1 0 0,1 0 0 0 0,-1 0-1 0 0,0 11 1 0 0,-4 16 41 0 0,-6 36 26 0 0,4 1-1 0 0,-1 100 0 0 0,10-175-92 0 0,-3 34 25 0 0,2-20 18 0 0,0-1 1 0 0,0 0 0 0 0,1 1-1 0 0,3 18 1 0 0,-3-30 48 0 0,5-4-93 0 0,-1-1 0 0 0,0 1 0 0 0,0-1-1 0 0,0 0 1 0 0,-1 0 0 0 0,1-1 0 0 0,-1 1 0 0 0,0-1 0 0 0,0 0 0 0 0,4-6 0 0 0,-4 7 1 0 0,-1-1-10 0 0,1 0 1 0 0,0 0 0 0 0,0 1-1 0 0,1-1 1 0 0,-1 1-1 0 0,1-1 1 0 0,0 1 0 0 0,-1 0-1 0 0,1 0 1 0 0,1 1 0 0 0,6-4-1 0 0,-10 5 9 0 0,1 0-31 0 0,52 11-360 0 0,-28-7 106 0 0,0-1-1 0 0,27-1 1 0 0,-45-1 261 0 0,1-1-1 0 0,-1 0 1 0 0,0 0 0 0 0,0-1 0 0 0,0 0-1 0 0,-1 0 1 0 0,1-1 0 0 0,0 1 0 0 0,-1-2-1 0 0,12-6 1 0 0,-18 10 95 0 0,0-1 0 0 0,0 0 0 0 0,0 1 0 0 0,0-1 0 0 0,0 0 1 0 0,0 0-1 0 0,0 0 0 0 0,0 0 0 0 0,0 1 0 0 0,0-1 0 0 0,0-1 0 0 0,-1 1 0 0 0,1 0 0 0 0,0 0 0 0 0,-1 0 0 0 0,1 0 0 0 0,-1 0 1 0 0,1-1-1 0 0,-1 1 0 0 0,1-2 0 0 0,10 31-978 0 0,-5-20 86 0 0,0-1 1 0 0,1 0-1 0 0,1 0 1 0 0,-1-1-1 0 0,1 1 1 0 0,0-2-1 0 0,0 1 0 0 0,1-1 1 0 0,14 7-1 0 0,-17-9-152 0 0,30 15-2420 0 0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4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23 409 560 0 0,'-22'4'5486'0'0,"22"-3"-5392"0"0,0-1 0 0 0,0 1 0 0 0,0-1 0 0 0,0 0-1 0 0,0 1 1 0 0,0-1 0 0 0,1 1 0 0 0,-1-1 0 0 0,0 0 0 0 0,0 1 0 0 0,0-1 0 0 0,1 1 0 0 0,-1-1 0 0 0,0 0 0 0 0,0 1 0 0 0,1-1-1 0 0,-1 0 1 0 0,0 1 0 0 0,1-1 0 0 0,-1 0 0 0 0,0 0 0 0 0,1 1 0 0 0,-1-1 0 0 0,1 0 0 0 0,-1 0 0 0 0,0 0 0 0 0,1 0 0 0 0,-1 1 0 0 0,1-1-1 0 0,3 2 175 0 0,0 0-1 0 0,1-1 0 0 0,-1 1 0 0 0,0-1 0 0 0,1 0 0 0 0,-1 0 0 0 0,1 0 0 0 0,-1-1 0 0 0,9 0 0 0 0,-2-1-5 0 0,0 0-1 0 0,0-1 0 0 0,1 0 0 0 0,-1-1 0 0 0,-1-1 0 0 0,1 0 0 0 0,0 0 0 0 0,-1-1 0 0 0,0 0 1 0 0,0-1-1 0 0,0 0 0 0 0,-1 0 0 0 0,13-12 0 0 0,-16 10-80 0 0,0 1 1 0 0,-1-1-1 0 0,0 0 0 0 0,-1 0 0 0 0,1-1 1 0 0,-2 1-1 0 0,1-1 0 0 0,-1 0 0 0 0,3-16 1 0 0,-5 22-164 0 0,-1 1 1 0 0,0 0-1 0 0,1-1 1 0 0,-1 1-1 0 0,0-1 1 0 0,0 1-1 0 0,0 0 1 0 0,-1-1-1 0 0,1 1 1 0 0,-1-1-1 0 0,1 1 1 0 0,-1 0-1 0 0,0-1 0 0 0,0 1 1 0 0,0 0-1 0 0,0 0 1 0 0,0 0-1 0 0,0 0 1 0 0,-1 0-1 0 0,1 0 1 0 0,-1 0-1 0 0,1 0 1 0 0,-1 0-1 0 0,0 1 1 0 0,1-1-1 0 0,-1 1 1 0 0,0-1-1 0 0,0 1 1 0 0,0 0-1 0 0,-1-1 1 0 0,1 1-1 0 0,0 0 1 0 0,0 1-1 0 0,-1-1 1 0 0,1 0-1 0 0,0 1 1 0 0,-1-1-1 0 0,1 1 1 0 0,0 0-1 0 0,-1-1 1 0 0,1 1-1 0 0,-4 1 1 0 0,0-2-16 0 0,-1 1 0 0 0,1 1 0 0 0,0-1 0 0 0,0 1 0 0 0,-1 0 0 0 0,1 0 0 0 0,0 1 0 0 0,0 0 0 0 0,0 0 0 0 0,0 0 0 0 0,1 1 0 0 0,-1 0 0 0 0,1 0 0 0 0,-1 0 0 0 0,1 1 0 0 0,0 0 0 0 0,0 0 0 0 0,1 0 0 0 0,-1 0 0 0 0,1 1 0 0 0,0 0 0 0 0,0 0 0 0 0,0 0 0 0 0,1 0 0 0 0,0 1 0 0 0,0-1 0 0 0,0 1 0 0 0,1 0 0 0 0,0 0 0 0 0,0 0 0 0 0,-2 9 0 0 0,2-7-68 0 0,1-1 0 0 0,0 0 1 0 0,0 1-1 0 0,0-1 0 0 0,1 0 0 0 0,0 1 0 0 0,1-1 0 0 0,0 1 1 0 0,0-1-1 0 0,0 0 0 0 0,1 0 0 0 0,0 1 0 0 0,0-1 0 0 0,1 0 0 0 0,0-1 1 0 0,0 1-1 0 0,1 0 0 0 0,0-1 0 0 0,0 0 0 0 0,0 0 0 0 0,1 0 1 0 0,0 0-1 0 0,0-1 0 0 0,0 0 0 0 0,1 0 0 0 0,9 6 0 0 0,-7-7-69 0 0,0 0-1 0 0,0 0 1 0 0,1-1-1 0 0,-1 0 1 0 0,1-1-1 0 0,-1 0 1 0 0,1 0-1 0 0,0-1 1 0 0,0 0-1 0 0,0-1 1 0 0,0 0-1 0 0,0 0 1 0 0,0-1-1 0 0,-1 0 1 0 0,1 0-1 0 0,0-1 1 0 0,0 0-1 0 0,-1-1 0 0 0,1 0 1 0 0,-1 0-1 0 0,0-1 1 0 0,10-6-1 0 0,9-5 112 0 0,0-2 0 0 0,-2-1 0 0 0,0-1 0 0 0,-2-1 0 0 0,25-26 0 0 0,-43 41 64 0 0,6-6 402 0 0,0 0 0 0 0,1 0 0 0 0,0 1 0 0 0,17-10 0 0 0,-28 19-237 0 0,23 20-19 0 0,-21-12-164 0 0,-1-1 0 0 0,0 1 0 0 0,0 0 0 0 0,-1 0 0 0 0,0 0 0 0 0,0 0-1 0 0,0 0 1 0 0,-1 0 0 0 0,0 0 0 0 0,0 0 0 0 0,-1 0 0 0 0,0 0 0 0 0,-2 8 0 0 0,0 6 51 0 0,3-19-49 0 0,-3 4 25 0 0,2-4-19 0 0,3-5 187 0 0,13-21-287 0 0,32-38-1 0 0,-41 55 55 0 0,1-1 0 0 0,0 1 0 0 0,0 1-1 0 0,1 0 1 0 0,0 0 0 0 0,0 0 0 0 0,0 1 0 0 0,1 0-1 0 0,9-4 1 0 0,-16 8 11 0 0,0 1 1 0 0,0 0-1 0 0,0 0 0 0 0,-1 0 0 0 0,1 0 0 0 0,0 0 1 0 0,0 0-1 0 0,0 0 0 0 0,-1 0 0 0 0,1 1 0 0 0,0-1 1 0 0,0 1-1 0 0,-1-1 0 0 0,1 1 0 0 0,0 0 0 0 0,-1-1 1 0 0,1 1-1 0 0,0 0 0 0 0,-1 0 0 0 0,0 0 0 0 0,2 2 1 0 0,32 31-123 0 0,-16-14 79 0 0,-17-20 44 0 0,41 22-131 0 0,-33-16-35 0 0,0-1-1 0 0,0-1 1 0 0,1 1-1 0 0,-1-2 1 0 0,1 0-1 0 0,19 4 1 0 0,-25-7 145 0 0,0 0 0 0 0,0 0 0 0 0,0 0 0 0 0,0-1 0 0 0,0 0 0 0 0,-1 0 0 0 0,1 0 0 0 0,0 0 0 0 0,-1-1 0 0 0,1 0 0 0 0,-1 0 0 0 0,1 0 0 0 0,-1 0 0 0 0,0-1 0 0 0,0 0 0 0 0,0 1 0 0 0,0-2 0 0 0,4-3 0 0 0,26-27 110 0 0,-1-2 0 0 0,-2-1 1 0 0,-2-2-1 0 0,-1 0 1 0 0,-3-2-1 0 0,31-64 0 0 0,-55 102 14 0 0,1 1 0 0 0,-1-1 0 0 0,0 0 0 0 0,0 0 0 0 0,0 0 0 0 0,-1 0 0 0 0,1 0 0 0 0,-1 0 0 0 0,0 0 0 0 0,1-5 0 0 0,-2 7-82 0 0,1 1-1 0 0,0-1 0 0 0,0 0 1 0 0,0 1-1 0 0,-1-1 1 0 0,1 1-1 0 0,0-1 0 0 0,-1 0 1 0 0,1 1-1 0 0,0-1 1 0 0,-1 1-1 0 0,1-1 0 0 0,-1 1 1 0 0,1-1-1 0 0,-1 1 1 0 0,1-1-1 0 0,-1 1 0 0 0,1 0 1 0 0,-1-1-1 0 0,1 1 1 0 0,-1 0-1 0 0,0-1 0 0 0,1 1 1 0 0,-1 0-1 0 0,0 0 1 0 0,1 0-1 0 0,-1 0 0 0 0,0-1 1 0 0,1 1-1 0 0,-1 0 1 0 0,0 0-1 0 0,1 0 1 0 0,-1 0-1 0 0,0 0 0 0 0,1 1 1 0 0,-1-1-1 0 0,0 0 1 0 0,1 0-1 0 0,-1 0 0 0 0,1 0 1 0 0,-2 1-1 0 0,-1 0-6 0 0,1 0 0 0 0,-1 1 0 0 0,1-1 1 0 0,-1 1-1 0 0,1-1 0 0 0,-1 1 0 0 0,1 0 0 0 0,0 0 0 0 0,0 0 0 0 0,0 0 0 0 0,0 0 0 0 0,0 0 0 0 0,1 1 1 0 0,-1-1-1 0 0,0 0 0 0 0,1 1 0 0 0,-1 2 0 0 0,-15 44 112 0 0,16-37-117 0 0,0 0 1 0 0,0 0-1 0 0,1 0 0 0 0,1 1 1 0 0,0-1-1 0 0,0 0 1 0 0,1 0-1 0 0,1 0 0 0 0,0 0 1 0 0,1-1-1 0 0,0 1 1 0 0,0-1-1 0 0,2 0 0 0 0,-1 0 1 0 0,1-1-1 0 0,11 15 1 0 0,-11-16-125 0 0,0 0 1 0 0,-1 1-1 0 0,0-1 1 0 0,-1 1-1 0 0,0 0 1 0 0,4 16 0 0 0,-7-23 94 0 0,-1 0 1 0 0,0 0 0 0 0,0-1 0 0 0,0 1-1 0 0,0 0 1 0 0,0-1 0 0 0,0 1 0 0 0,-1 0-1 0 0,1-1 1 0 0,-1 1 0 0 0,0 0 0 0 0,0-1-1 0 0,0 1 1 0 0,0-1 0 0 0,0 0 0 0 0,-1 1 0 0 0,1-1-1 0 0,-1 0 1 0 0,1 0 0 0 0,-1 1 0 0 0,0-1-1 0 0,0-1 1 0 0,0 1 0 0 0,0 0 0 0 0,0 0-1 0 0,0-1 1 0 0,-1 1 0 0 0,1-1 0 0 0,0 0 0 0 0,-1 0-1 0 0,-2 1 1 0 0,-3 2-1 0 0,1-2 1 0 0,-1 1-1 0 0,0-1 0 0 0,0 0 0 0 0,0-1 1 0 0,0 1-1 0 0,-9-1 0 0 0,16-1 1 0 0,1 0 0 0 0,-1 0 0 0 0,1 0-1 0 0,-1-1 1 0 0,1 1 0 0 0,-1 0 0 0 0,1 0 0 0 0,-1 0-1 0 0,1 0 1 0 0,-1-1 0 0 0,1 1 0 0 0,-1 0 0 0 0,1 0 0 0 0,0-1-1 0 0,-1 1 1 0 0,1 0 0 0 0,0-1 0 0 0,-1 1 0 0 0,1 0-1 0 0,-1-1 1 0 0,1 1 0 0 0,0-1 0 0 0,0 1 0 0 0,-1-1 0 0 0,1 1-1 0 0,0 0 1 0 0,0-1 0 0 0,0 1 0 0 0,-1-1 0 0 0,1 1-1 0 0,0-1 1 0 0,0 1 0 0 0,0-1 0 0 0,0 1 0 0 0,0-1 0 0 0,0 1-1 0 0,0-1 1 0 0,0 0 0 0 0,0 1 0 0 0,0-1 0 0 0,0 1-1 0 0,1-1 1 0 0,-1 1 0 0 0,0 0 0 0 0,1-2 0 0 0,7-18-2530 0 0,-5 17 1987 0 0,3-2-4578 0 0,4-6 1867 0 0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4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1 142 1032 0 0,'0'0'3040'0'0,"23"3"-204"0"0,-2-4-2240 0 0,0-1-1 0 0,0-1 1 0 0,-1-1 0 0 0,1-1 0 0 0,-1 0-1 0 0,0-2 1 0 0,0-1 0 0 0,-1 0 0 0 0,0-1-1 0 0,35-23 1 0 0,-53 32-570 0 0,0-1 0 0 0,0 0 0 0 0,0 1-1 0 0,0-1 1 0 0,0 0 0 0 0,0 0 0 0 0,0 0-1 0 0,0 1 1 0 0,0-1 0 0 0,0 0 0 0 0,0 0 0 0 0,-1 0-1 0 0,1-1 1 0 0,0 1 0 0 0,-1 0 0 0 0,1 0-1 0 0,-1 0 1 0 0,1 0 0 0 0,-1 0 0 0 0,0-1-1 0 0,1 1 1 0 0,-1 0 0 0 0,0 0 0 0 0,0-1 0 0 0,0 1-1 0 0,0 0 1 0 0,0-1 0 0 0,0 1 0 0 0,0 0-1 0 0,0 0 1 0 0,-1-1 0 0 0,1 1 0 0 0,-1 0 0 0 0,1 0-1 0 0,0 0 1 0 0,-1 0 0 0 0,0-1 0 0 0,0 0-1 0 0,-1 0 12 0 0,1 1 0 0 0,-1-1 0 0 0,0 1 0 0 0,0 0 0 0 0,0-1 0 0 0,0 1 0 0 0,0 0 0 0 0,0 0 0 0 0,0 0 0 0 0,0 1 0 0 0,0-1 0 0 0,0 0 0 0 0,0 1 0 0 0,-1-1 0 0 0,1 1 0 0 0,0 0 0 0 0,0 0 0 0 0,0 0 0 0 0,-3 0 0 0 0,2 0 40 0 0,3 0-71 0 0,-1 0 1 0 0,1 0 0 0 0,-1-1 0 0 0,1 1-1 0 0,-1 0 1 0 0,1 0 0 0 0,-1 0 0 0 0,0 0-1 0 0,1-1 1 0 0,-1 1 0 0 0,1 0-1 0 0,-1 0 1 0 0,1 0 0 0 0,-1 0 0 0 0,0 0-1 0 0,1 0 1 0 0,-1 1 0 0 0,1-1 0 0 0,-1 0-1 0 0,1 0 1 0 0,-1 0 0 0 0,1 0-1 0 0,-1 1 1 0 0,1-1 0 0 0,-1 0 0 0 0,1 1-1 0 0,-1-1 1 0 0,1 0 0 0 0,-1 1 0 0 0,1-1-1 0 0,0 0 1 0 0,-1 1 0 0 0,1-1-1 0 0,0 1 1 0 0,-1 0 0 0 0,0 0-27 0 0,0 0 0 0 0,0 0 0 0 0,0 0 0 0 0,1 0 0 0 0,-1 0 0 0 0,0 0 0 0 0,1 0 0 0 0,-1 1 1 0 0,1-1-1 0 0,-1 0 0 0 0,1 0 0 0 0,-1 1 0 0 0,1-1 0 0 0,0 0 0 0 0,0 1 0 0 0,-1 1 0 0 0,2 1-189 0 0,0 1-1 0 0,0-1 1 0 0,1 0-1 0 0,-1 0 1 0 0,1 0-1 0 0,-1 0 1 0 0,1 0-1 0 0,1-1 1 0 0,-1 1-1 0 0,0 0 1 0 0,4 3-1 0 0,25 21-6601 0 0,-17-20 3514 0 0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5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104 269 440 0 0,'-2'-2'225'0'0,"1"0"-1"0"0,-1 0 1 0 0,0 0-1 0 0,1 0 1 0 0,-1 1-1 0 0,0-1 1 0 0,0 1-1 0 0,0-1 1 0 0,0 1-1 0 0,0 0 1 0 0,-1-1-1 0 0,1 1 1 0 0,0 0-1 0 0,-1 1 1 0 0,1-1-1 0 0,0 0 1 0 0,-1 1-1 0 0,1-1 1 0 0,-1 1-1 0 0,1 0 1 0 0,-1 0-1 0 0,1 0 1 0 0,0 0-1 0 0,-1 0 1 0 0,1 0-1 0 0,-1 1 1 0 0,1-1-1 0 0,-1 1 1 0 0,1 0-1 0 0,0 0 1 0 0,-1 0-1 0 0,1 0 1 0 0,0 0 0 0 0,0 0-1 0 0,0 0 1 0 0,0 1-1 0 0,0-1 1 0 0,0 1-1 0 0,0 0 1 0 0,0-1-1 0 0,1 1 1 0 0,-1 0-1 0 0,1 0 1 0 0,-1 0-1 0 0,1 0 1 0 0,0 0-1 0 0,-1 1 1 0 0,1-1-1 0 0,-1 4 1 0 0,2-5-197 0 0,-1 1 1 0 0,1-1 0 0 0,0 1-1 0 0,-1-1 1 0 0,1 1 0 0 0,0-1-1 0 0,0 1 1 0 0,0-1 0 0 0,0 1-1 0 0,0-1 1 0 0,1 1 0 0 0,-1-1-1 0 0,0 1 1 0 0,1-1 0 0 0,-1 1-1 0 0,1-1 1 0 0,-1 0 0 0 0,1 1-1 0 0,0-1 1 0 0,0 0 0 0 0,-1 0-1 0 0,1 1 1 0 0,0-1 0 0 0,0 0-1 0 0,0 0 1 0 0,0 0 0 0 0,0 0-1 0 0,1 0 1 0 0,-1 0 0 0 0,0 0-1 0 0,0 0 1 0 0,1-1 0 0 0,-1 1-1 0 0,0-1 1 0 0,1 1 0 0 0,-1-1-1 0 0,1 1 1 0 0,-1-1 0 0 0,1 1-1 0 0,-1-1 1 0 0,3 0 0 0 0,1 1 4 0 0,0-1 1 0 0,1 1 0 0 0,-1-1 0 0 0,0-1-1 0 0,0 1 1 0 0,0-1 0 0 0,0 1 0 0 0,0-2-1 0 0,0 1 1 0 0,0 0 0 0 0,8-5 0 0 0,-2 0 29 0 0,-1-1 0 0 0,-1 0 1 0 0,1-1-1 0 0,-1 0 0 0 0,0 0 1 0 0,-1-1-1 0 0,0 0 0 0 0,0 0 1 0 0,10-19-1 0 0,-2 1 282 0 0,-2 0 1 0 0,17-47 0 0 0,-29 66-11 0 0,0 0-1 0 0,-1-1 1 0 0,0 1 0 0 0,0 0 0 0 0,-1-1 0 0 0,0-10-1 0 0,0 6 507 0 0,0 11-500 0 0,-1 0 38 0 0,1 2-364 0 0,0 0 0 0 0,0-1 1 0 0,0 1-1 0 0,0 0 0 0 0,0 0 0 0 0,0 0 1 0 0,1 0-1 0 0,-1-1 0 0 0,0 1 1 0 0,0 0-1 0 0,0 0 0 0 0,0 0 0 0 0,0 0 1 0 0,0-1-1 0 0,0 1 0 0 0,0 0 0 0 0,0 0 1 0 0,0 0-1 0 0,-1 0 0 0 0,1-1 0 0 0,0 1 1 0 0,0 0-1 0 0,0 0 0 0 0,0 0 1 0 0,0 0-1 0 0,0-1 0 0 0,0 1 0 0 0,0 0 1 0 0,0 0-1 0 0,0 0 0 0 0,-1 0 0 0 0,1 0 1 0 0,0 0-1 0 0,0-1 0 0 0,0 1 0 0 0,0 0 1 0 0,0 0-1 0 0,-1 0 0 0 0,1 0 1 0 0,0 0-1 0 0,0 0 0 0 0,0 0 0 0 0,0 0 1 0 0,-1 0-1 0 0,1 0 0 0 0,0 0 0 0 0,0 0 1 0 0,0 0-1 0 0,0 0 0 0 0,-1 0 0 0 0,1 0 1 0 0,0 0-1 0 0,0 0 0 0 0,0 0 1 0 0,0 0-1 0 0,-1 0 0 0 0,1 0 0 0 0,0 0 1 0 0,0 0-1 0 0,0 0 0 0 0,0 0 0 0 0,-1 0 1 0 0,1 0-1 0 0,0 1 0 0 0,0-1 0 0 0,-5 7-69 0 0,0 1-1 0 0,0 0 0 0 0,1 1 0 0 0,1-1 0 0 0,-1 1 0 0 0,1 0 0 0 0,1-1 0 0 0,-1 1 0 0 0,1 0 0 0 0,1 1 0 0 0,-1 11 0 0 0,1 47-3265 0 0,9-5-5575 0 0,-4-49 4965 0 0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5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52 339 1080 0 0,'0'0'5421'0'0,"-1"0"-5267"0"0,1-1 0 0 0,-1 0 1 0 0,1 1-1 0 0,-1-1 0 0 0,1 1 1 0 0,-1-1-1 0 0,1 1 0 0 0,-1-1 1 0 0,0 1-1 0 0,1 0 0 0 0,-1-1 1 0 0,0 1-1 0 0,1 0 0 0 0,-1-1 1 0 0,0 1-1 0 0,1 0 0 0 0,-1 0 1 0 0,0 0-1 0 0,0 0 0 0 0,1-1 1 0 0,-1 1-1 0 0,0 0 0 0 0,0 0 1 0 0,-1 1-1 0 0,-1 1 53 0 0,0 0 0 0 0,0 1 1 0 0,0-1-1 0 0,0 1 0 0 0,1 0 0 0 0,-1-1 1 0 0,1 1-1 0 0,-1 1 0 0 0,1-1 0 0 0,-3 7 0 0 0,4-9 204 0 0,9 18 456 0 0,-6-18-748 0 0,42-20 545 0 0,-24 5-504 0 0,-1-2 0 0 0,-1 0 1 0 0,0-1-1 0 0,-1-1 0 0 0,-1 0 0 0 0,-1-1 0 0 0,-1-1 0 0 0,0 0 0 0 0,-1-1 0 0 0,-2-1 0 0 0,0 0 0 0 0,10-32 0 0 0,-19 52-155 0 0,-1-1-1 0 0,0 1 0 0 0,0-1 0 0 0,-1 0 1 0 0,1 0-1 0 0,0 1 0 0 0,-1-1 1 0 0,0 0-1 0 0,0 0 0 0 0,0 0 1 0 0,0 0-1 0 0,0 1 0 0 0,0-1 1 0 0,-1 0-1 0 0,1 0 0 0 0,-1 1 1 0 0,0-1-1 0 0,0 0 0 0 0,0 1 1 0 0,0-1-1 0 0,-1 0 0 0 0,1 1 0 0 0,0 0 1 0 0,-1-1-1 0 0,0 1 0 0 0,0 0 1 0 0,1 0-1 0 0,-1 0 0 0 0,-1 0 1 0 0,1 0-1 0 0,0 0 0 0 0,0 1 1 0 0,-1-1-1 0 0,1 1 0 0 0,-1-1 1 0 0,1 1-1 0 0,-1 0 0 0 0,1 0 1 0 0,-1 0-1 0 0,0 0 0 0 0,0 1 0 0 0,1-1 1 0 0,-1 1-1 0 0,0 0 0 0 0,0-1 1 0 0,0 1-1 0 0,0 1 0 0 0,1-1 1 0 0,-1 0-1 0 0,0 1 0 0 0,0-1 1 0 0,1 1-1 0 0,-1 0 0 0 0,-4 1 1 0 0,5-1-7 0 0,0 0 1 0 0,-1 0 0 0 0,1 0 0 0 0,0 0 0 0 0,0 0 0 0 0,0 0 0 0 0,0 0 0 0 0,0 1-1 0 0,0-1 1 0 0,0 1 0 0 0,0 0 0 0 0,0 0 0 0 0,1-1 0 0 0,-1 1 0 0 0,1 0-1 0 0,-1 0 1 0 0,1 0 0 0 0,0 0 0 0 0,0 1 0 0 0,0-1 0 0 0,0 0 0 0 0,0 1 0 0 0,0-1-1 0 0,1 0 1 0 0,-1 1 0 0 0,1-1 0 0 0,0 1 0 0 0,-1-1 0 0 0,1 0 0 0 0,0 1 0 0 0,0-1-1 0 0,1 1 1 0 0,0 4 0 0 0,1 3 2 0 0,1 1 0 0 0,0-1 0 0 0,0 0 0 0 0,1 0 0 0 0,1 0 0 0 0,5 10 0 0 0,3 0 15 0 0,0-1 1 0 0,25 28-1 0 0,-27-35-21 0 0,0 0 0 0 0,0 1 0 0 0,-2 1 1 0 0,0 0-1 0 0,0 0 0 0 0,-1 1 0 0 0,-1 0 0 0 0,0 0 1 0 0,5 20-1 0 0,-12-34 16 0 0,0-1 0 0 0,0 1 0 0 0,1 0-1 0 0,-1-1 1 0 0,0 1 0 0 0,0 0 0 0 0,0-1 0 0 0,0 1 0 0 0,0 0 0 0 0,-1-1 0 0 0,1 1 0 0 0,0 0 0 0 0,0-1-1 0 0,0 1 1 0 0,0 0 0 0 0,-1-1 0 0 0,1 1 0 0 0,0-1 0 0 0,-1 1 0 0 0,1 0 0 0 0,0-1 0 0 0,-1 1 0 0 0,1-1-1 0 0,-1 1 1 0 0,1-1 0 0 0,-1 1 0 0 0,1-1 0 0 0,-1 1 0 0 0,1-1 0 0 0,-2 1 0 0 0,-24 5-1617 0 0,-20-8-3637 0 0,35 1 1278 0 0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6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56 180 0 0,'3'-12'2592'0'0,"1"0"-220"0"0,-4 1-311 0 0,5 1 143 0 0,-16 0-4640 0 0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6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1 980 0 0,'1'17'3794'0'0,"-1"-15"-3565"0"0,0 0 0 0 0,0 1 1 0 0,1-1-1 0 0,-1 1 1 0 0,0-1-1 0 0,1 1 0 0 0,-1-1 1 0 0,1 0-1 0 0,0 1 0 0 0,0-1 1 0 0,0 0-1 0 0,0 1 0 0 0,0-1 1 0 0,1 0-1 0 0,-1 0 0 0 0,0 0 1 0 0,1 0-1 0 0,0 0 1 0 0,-1-1-1 0 0,4 3 0 0 0,-2-2-37 0 0,0 0 1 0 0,1 0-1 0 0,0 0 0 0 0,0-1 0 0 0,-1 1 1 0 0,1-1-1 0 0,0 0 0 0 0,0 0 0 0 0,0-1 1 0 0,0 1-1 0 0,6-1 0 0 0,11 0 217 0 0,0-2-1 0 0,-1 0 0 0 0,41-11 1 0 0,-41 9 113 0 0,47-8 1716 0 0,-65 11-1629 0 0,3 3-245 0 0,-4-2-353 0 0,-1 0 0 0 0,1 0 1 0 0,-1 0-1 0 0,0 0 1 0 0,1 0-1 0 0,-1 0 1 0 0,0 0-1 0 0,1 0 0 0 0,-1 0 1 0 0,0 0-1 0 0,1 0 1 0 0,-1 1-1 0 0,1-1 1 0 0,-1 0-1 0 0,0 0 1 0 0,1 0-1 0 0,-1 0 0 0 0,0 1 1 0 0,0-1-1 0 0,1 0 1 0 0,-1 0-1 0 0,0 0 1 0 0,1 1-1 0 0,-1-1 0 0 0,0 0 1 0 0,0 1-1 0 0,0-1 1 0 0,1 0-1 0 0,-1 0 1 0 0,0 1-1 0 0,0-1 1 0 0,1 1-1 0 0,-5 10 151 0 0,1 0 0 0 0,-1 0 0 0 0,-1 0 0 0 0,0-1 0 0 0,0 1 0 0 0,-1-1 1 0 0,0 0-1 0 0,-12 13 0 0 0,-68 73 46 0 0,72-82-222 0 0,-34 31-2038 0 0,-80 58-1 0 0,47-40-5671 0 0,50-37 3527 0 0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2:58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304 237 408 0 0,'-8'-5'467'0'0,"0"1"-1"0"0,-1-1 1 0 0,1 1-1 0 0,-1 1 1 0 0,0 0-1 0 0,0 0 1 0 0,0 0 0 0 0,0 1-1 0 0,0 1 1 0 0,0 0-1 0 0,-1 0 1 0 0,1 0-1 0 0,-1 1 1 0 0,1 1 0 0 0,0 0-1 0 0,-15 3 1 0 0,16-2-343 0 0,0 1 0 0 0,0 0 0 0 0,1 0 0 0 0,0 1 0 0 0,0 0 1 0 0,0 1-1 0 0,0-1 0 0 0,0 2 0 0 0,1-1 0 0 0,0 0 0 0 0,0 1 0 0 0,1 0 0 0 0,-1 1 1 0 0,1-1-1 0 0,0 1 0 0 0,1 0 0 0 0,0 0 0 0 0,0 0 0 0 0,-3 10 0 0 0,5-13-68 0 0,0 1 0 0 0,0-1 0 0 0,0 1 0 0 0,1 0-1 0 0,0 0 1 0 0,0 0 0 0 0,0 0 0 0 0,0 0 0 0 0,1 0-1 0 0,0 0 1 0 0,0 0 0 0 0,0 0 0 0 0,1 0 0 0 0,0 0-1 0 0,0 0 1 0 0,0-1 0 0 0,0 1 0 0 0,4 8 0 0 0,-2-9-27 0 0,-1-1 1 0 0,1 0-1 0 0,-1 0 1 0 0,1 0-1 0 0,0 0 1 0 0,0 0-1 0 0,0 0 1 0 0,0-1-1 0 0,1 0 1 0 0,-1 1-1 0 0,1-1 1 0 0,-1-1-1 0 0,1 1 1 0 0,0 0-1 0 0,0-1 1 0 0,0 0-1 0 0,0 0 1 0 0,0 0-1 0 0,0 0 1 0 0,0-1-1 0 0,0 1 1 0 0,0-1-1 0 0,6-1 0 0 0,-5 1 5 0 0,1 0-1 0 0,-1-1 1 0 0,1 0-1 0 0,-1 0 0 0 0,1 0 1 0 0,-1 0-1 0 0,0-1 0 0 0,0 0 1 0 0,0 0-1 0 0,0-1 0 0 0,0 1 1 0 0,0-1-1 0 0,0 0 0 0 0,-1 0 1 0 0,1-1-1 0 0,-1 0 1 0 0,0 1-1 0 0,0-1 0 0 0,-1 0 1 0 0,1-1-1 0 0,3-5 0 0 0,-3 3-3 0 0,0 0 0 0 0,0 0 0 0 0,-1-1-1 0 0,0 1 1 0 0,0-1 0 0 0,-1 0-1 0 0,0 0 1 0 0,0 0 0 0 0,-1 0 0 0 0,0 0-1 0 0,0 0 1 0 0,-1 0 0 0 0,-1-14 0 0 0,1 21-32 0 0,0 0 0 0 0,0 0 0 0 0,1 0 1 0 0,-1 0-1 0 0,0 0 0 0 0,1 0 0 0 0,-1 0 1 0 0,1 1-1 0 0,-1-1 0 0 0,1 0 0 0 0,-1 0 1 0 0,1 0-1 0 0,0 1 0 0 0,-1-1 0 0 0,1 0 1 0 0,0 1-1 0 0,0-1 0 0 0,-1 1 0 0 0,1-1 1 0 0,0 1-1 0 0,0-1 0 0 0,0 1 0 0 0,0 0 1 0 0,0-1-1 0 0,-1 1 0 0 0,2 0 0 0 0,32-10-7 0 0,-23 7 2 0 0,69-21 6 0 0,-53 18 15 0 0,0-1 1 0 0,0-2 0 0 0,-1 0-1 0 0,0-2 1 0 0,-1-1-1 0 0,0-1 1 0 0,37-26 0 0 0,-59 36-4 0 0,1 0 1 0 0,-1 0-1 0 0,0-1 1 0 0,0 0-1 0 0,0 1 0 0 0,0-1 1 0 0,0 0-1 0 0,-1-1 1 0 0,0 1-1 0 0,0 0 1 0 0,0-1-1 0 0,0 1 1 0 0,-1-1-1 0 0,0 1 1 0 0,1-8-1 0 0,-1 9 7 0 0,-1 0 1 0 0,0 0-1 0 0,0 0 0 0 0,-1 0 0 0 0,1 0 1 0 0,0 1-1 0 0,-1-1 0 0 0,0 0 0 0 0,0 0 0 0 0,0 1 1 0 0,0-1-1 0 0,0 1 0 0 0,0-1 0 0 0,-1 1 1 0 0,1-1-1 0 0,-4-3 0 0 0,4 5-9 0 0,-3 5-7 0 0,-1 4 1 0 0,1 0-1 0 0,0 0 1 0 0,0 0-1 0 0,0 1 1 0 0,1 0-1 0 0,0-1 1 0 0,1 1-1 0 0,0 0 1 0 0,0 0-1 0 0,1 0 1 0 0,0 12-1 0 0,2 115 36 0 0,1-100-26 0 0,24 255 19 0 0,0 19-79 0 0,-25-256-50 0 0,-2 1 0 0 0,-2-1 0 0 0,-19 91 1 0 0,1-70-12 0 0,20-72 163 0 0,0 0 1 0 0,-1 0-1 0 0,1 0 1 0 0,0 1 0 0 0,-1-1-1 0 0,0 0 1 0 0,0-1-1 0 0,0 1 1 0 0,0 0-1 0 0,0-1 1 0 0,0 1-1 0 0,-1-1 1 0 0,1 1-1 0 0,-1-1 1 0 0,0 0 0 0 0,1 0-1 0 0,-1 0 1 0 0,0-1-1 0 0,-5 3 1 0 0,6-4-33 0 0,0 0 1 0 0,0-1-1 0 0,0 1 0 0 0,0 0 1 0 0,0-1-1 0 0,0 0 1 0 0,0 1-1 0 0,0-1 0 0 0,0 0 1 0 0,1 0-1 0 0,-1 0 1 0 0,0 0-1 0 0,0 0 0 0 0,1 0 1 0 0,-1-1-1 0 0,1 1 1 0 0,-1 0-1 0 0,1-1 0 0 0,0 0 1 0 0,-1 1-1 0 0,1-1 1 0 0,0 1-1 0 0,0-1 0 0 0,0 0 1 0 0,0 0-1 0 0,0-3 1 0 0,-20-48 206 0 0,17 33-227 0 0,0-1 0 0 0,2 1-1 0 0,0-1 1 0 0,1 0 0 0 0,1 1 0 0 0,1-1-1 0 0,1 0 1 0 0,1 1 0 0 0,8-35-1 0 0,0 18-1242 0 0,17-42 0 0 0,21-31-5864 0 0,-31 77 3610 0 0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38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28 140 0 0,'0'0'2740'0'0,"-14"-21"4214"0"0,8 15-7760 0 0,-3 5 618 0 0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39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0 236 0 0,'-69'10'3045'0'0,"42"-6"820"0"0,-46 3-1 0 0,75-7-3841 0 0,0 1 0 0 0,-1 0-1 0 0,1-1 1 0 0,0 1 0 0 0,0 0-1 0 0,-1 0 1 0 0,1 0 0 0 0,-1 0-1 0 0,1 1 1 0 0,-1-1 0 0 0,1 0-1 0 0,1 2 1 0 0,4 3 32 0 0,7 0 4 0 0,1-1 0 0 0,0 0 0 0 0,0-1-1 0 0,0-1 1 0 0,0 0 0 0 0,0-1 0 0 0,17 0 0 0 0,3 1 19 0 0,389 17 468 0 0,-1-31-193 0 0,-208 3-201 0 0,-140 5-104 0 0,326-4 211 0 0,-6 28 21 0 0,-268 3-322 0 0,-125-23-48 0 0,-2 0-397 0 0,-1 1 430 0 0,1-1-1 0 0,-1 1 1 0 0,0-1 0 0 0,0 1-1 0 0,0-1 1 0 0,0 1 0 0 0,0-1-1 0 0,0 0 1 0 0,0 0 0 0 0,0 1-1 0 0,-1-1 1 0 0,1 0 0 0 0,0 0-1 0 0,-1 0 1 0 0,1 0 0 0 0,-1-1-1 0 0,-1 2 1 0 0,-31 14-1447 0 0,-20 0-3631 0 0,17-9 2174 0 0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39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11 11257 0 0,'-243'-10'891'0'0,"241"10"-693"0"0,9 1-40 0 0,115 16 341 0 0,223 0 0 0 0,-239-15-351 0 0,475 0 540 0 0,-12-1-86 0 0,-453 6-319 0 0,-114-7-291 0 0,-12 0-551 0 0,-77 7-466 0 0,-34 2-1998 0 0,41-7-1974 0 0,33-2 1842 0 0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39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1 832 0 0,'0'1'137'0'0,"1"0"-1"0"0,-1 0 1 0 0,0 0-1 0 0,1 0 1 0 0,-1 0-1 0 0,1 0 1 0 0,-1 0 0 0 0,1 0-1 0 0,-1 0 1 0 0,1 0-1 0 0,0 0 1 0 0,-1 0-1 0 0,1 0 1 0 0,0-1-1 0 0,0 1 1 0 0,0 0-1 0 0,0-1 1 0 0,0 1 0 0 0,0 0-1 0 0,0-1 1 0 0,0 1-1 0 0,0-1 1 0 0,0 1-1 0 0,0-1 1 0 0,0 0-1 0 0,0 0 1 0 0,0 1 0 0 0,0-1-1 0 0,0 0 1 0 0,0 0-1 0 0,3 0 1 0 0,42 4 1132 0 0,-41-4-1043 0 0,145 1 2183 0 0,53 4-3532 0 0,-154-2-2820 0 0,-29-3 1667 0 0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42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469 473 572 0 0,'0'-13'1332'0'0,"0"0"0"0"0,0 0 0 0 0,-1 0 1 0 0,-1 0-1 0 0,0 1 0 0 0,-1-1 0 0 0,0 1 0 0 0,-1-1 0 0 0,-10-21 0 0 0,12 33-1280 0 0,1 1 0 0 0,-1-1 0 0 0,1 1 0 0 0,-1-1-1 0 0,1 1 1 0 0,-1 0 0 0 0,1-1 0 0 0,-1 1 0 0 0,1 0-1 0 0,-1 0 1 0 0,0 0 0 0 0,1 0 0 0 0,-1 1 0 0 0,1-1 0 0 0,-1 0-1 0 0,1 1 1 0 0,-1-1 0 0 0,1 1 0 0 0,-1-1 0 0 0,-2 2-1 0 0,4-2-50 0 0,-19 9 122 0 0,0 1 0 0 0,1 0 0 0 0,0 1 0 0 0,1 1 1 0 0,-28 24-1 0 0,15-7 40 0 0,-51 60 0 0 0,58-59-42 0 0,1 1-1 0 0,2 0 0 0 0,1 2 0 0 0,-20 44 0 0 0,33-62-56 0 0,0 0 0 0 0,1-1-1 0 0,0 2 1 0 0,2-1-1 0 0,0 0 1 0 0,0 1 0 0 0,1 0-1 0 0,1-1 1 0 0,1 1 0 0 0,0 0-1 0 0,1-1 1 0 0,6 32 0 0 0,-5-42-47 0 0,0 1 1 0 0,0 0-1 0 0,0-1 1 0 0,0 0 0 0 0,1 1-1 0 0,0-1 1 0 0,0 0-1 0 0,0 0 1 0 0,1-1 0 0 0,0 1-1 0 0,0-1 1 0 0,0 1-1 0 0,0-1 1 0 0,1-1-1 0 0,-1 1 1 0 0,9 4 0 0 0,-4-3 3 0 0,-1-1 0 0 0,1-1 0 0 0,0 0 1 0 0,0 0-1 0 0,0-1 0 0 0,1 0 0 0 0,-1 0 1 0 0,1-1-1 0 0,14 0 0 0 0,-1-2 2 0 0,-1-1 0 0 0,0-1 0 0 0,0 0 0 0 0,0-2 0 0 0,0-1 0 0 0,-1 0 0 0 0,0-2 0 0 0,21-10 0 0 0,1-4 10 0 0,-2-3-1 0 0,-1-1 0 0 0,-1-2 1 0 0,-1-2-1 0 0,39-40 0 0 0,-24 15 2 0 0,-2-2 0 0 0,63-95 0 0 0,-98 128-27 0 0,-1-1 0 0 0,-2 0-1 0 0,0 0 1 0 0,-2-2 0 0 0,13-45-1 0 0,-18 52 0 0 0,-2 0 0 0 0,-1 0 0 0 0,0-1 0 0 0,-1 1 0 0 0,-2-1 0 0 0,0 0-1 0 0,-1 1 1 0 0,-5-32 0 0 0,4 44-8 0 0,0 1-1 0 0,-1 0 1 0 0,1 0 0 0 0,-1 0 0 0 0,-1 0-1 0 0,1 1 1 0 0,-1-1 0 0 0,0 1-1 0 0,-1 0 1 0 0,0 0 0 0 0,0 0 0 0 0,0 1-1 0 0,0 0 1 0 0,-1 0 0 0 0,0 0-1 0 0,0 1 1 0 0,0-1 0 0 0,0 1-1 0 0,-1 1 1 0 0,0-1 0 0 0,0 1 0 0 0,0 1-1 0 0,-14-5 1 0 0,6 3-8 0 0,-1 1 0 0 0,0 1 0 0 0,1 0-1 0 0,-1 1 1 0 0,0 0 0 0 0,0 2 0 0 0,0 0 0 0 0,1 0 0 0 0,-1 2-1 0 0,-22 5 1 0 0,32-6 4 0 0,0 0 1 0 0,0 1-1 0 0,0-1 0 0 0,0 1 0 0 0,0 0 0 0 0,0 1 0 0 0,1 0 0 0 0,-1-1 1 0 0,1 2-1 0 0,0-1 0 0 0,0 1 0 0 0,1-1 0 0 0,-1 1 0 0 0,-5 9 0 0 0,5-5-4 0 0,0 0 0 0 0,1 0 0 0 0,0 0 0 0 0,0 1 0 0 0,1 0 0 0 0,0-1 0 0 0,1 1 0 0 0,-2 17 0 0 0,3 4-6 0 0,0 0-1 0 0,2 0 1 0 0,2 0-1 0 0,1 0 1 0 0,8 35 0 0 0,10 12 1 0 0,4-1 0 0 0,3-1 0 0 0,46 88 1 0 0,-36-80 9 0 0,-33-73 4 0 0,34 84-46 0 0,-37-84 42 0 0,1 0 0 0 0,-1 0 0 0 0,-1 0 0 0 0,0 0 0 0 0,0 0 0 0 0,-1 21 0 0 0,-1-30 6 0 0,0 1-1 0 0,-1 0 1 0 0,1-1 0 0 0,-1 1-1 0 0,0-1 1 0 0,1 1 0 0 0,-1-1-1 0 0,0 1 1 0 0,-1-1 0 0 0,1 0-1 0 0,0 1 1 0 0,-1-1 0 0 0,1 0-1 0 0,-1 0 1 0 0,0 0 0 0 0,1 0-1 0 0,-1 0 1 0 0,0-1 0 0 0,0 1-1 0 0,-3 2 1 0 0,0-2 9 0 0,0 1 1 0 0,-1-1-1 0 0,1 1 0 0 0,-1-2 0 0 0,1 1 1 0 0,-1 0-1 0 0,1-1 0 0 0,-1 0 1 0 0,-6 0-1 0 0,0 0-136 0 0,0-1 0 0 0,0-1 0 0 0,0 1 1 0 0,1-2-1 0 0,-1 0 0 0 0,0 0 0 0 0,1-1 0 0 0,-19-7 1 0 0,26 8-82 0 0,-1 1-140 0 0,1-1 1 0 0,0-1-1 0 0,-1 1 0 0 0,1 0 0 0 0,0-1 0 0 0,0 0 0 0 0,1 0 0 0 0,-5-4 0 0 0,7 5-271 0 0,-1 0 0 0 0,1-1 0 0 0,-1 1 0 0 0,1 0-1 0 0,0-1 1 0 0,0 1 0 0 0,0-1 0 0 0,1 1 0 0 0,-1-1 0 0 0,1 1-1 0 0,-1-4 1 0 0,0-7-2885 0 0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42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1248 0 0,'10'-27'6491'0'0,"-5"19"638"0"0,-5 11-7108 0 0,10 149 1702 0 0,-10-150-1707 0 0,2 13 108 0 0,0 1 0 0 0,1-1 0 0 0,1 0 0 0 0,0-1 0 0 0,1 1 0 0 0,9 20 0 0 0,-12-31-96 0 0,0 0 0 0 0,0 0-1 0 0,1 0 1 0 0,-1 0 0 0 0,1 0 0 0 0,-1-1 0 0 0,1 1 0 0 0,0-1 0 0 0,1 1 0 0 0,-1-1 0 0 0,1 0 0 0 0,-1 0 0 0 0,1-1 0 0 0,0 1 0 0 0,0-1 0 0 0,0 0 0 0 0,5 2 0 0 0,-4-3-12 0 0,-1-1-1 0 0,1 0 1 0 0,-1 0 0 0 0,1 0 0 0 0,-1 0-1 0 0,1-1 1 0 0,-1 0 0 0 0,1 0 0 0 0,-1 0-1 0 0,0-1 1 0 0,1 1 0 0 0,-1-1 0 0 0,0 0-1 0 0,0 0 1 0 0,0 0 0 0 0,0-1 0 0 0,5-4-1 0 0,1-1 85 0 0,-1 0 1 0 0,0 0-1 0 0,0-1 0 0 0,-1 0 0 0 0,0 0 0 0 0,-1-1 0 0 0,0 0 1 0 0,0-1-1 0 0,-1 1 0 0 0,-1-1 0 0 0,0 0 0 0 0,0-1 0 0 0,-1 1 1 0 0,0-1-1 0 0,-1 0 0 0 0,-1 0 0 0 0,0 0 0 0 0,0 0 0 0 0,-1 0 0 0 0,-1 0 1 0 0,0-1-1 0 0,-3-23 0 0 0,-12-10 719 0 0,14 44-767 0 0,-2-5 557 0 0,3 4-2391 0 0,8 10-4544 0 0,10 11 5174 0 0,-8-2-5008 0 0,-7-7 2422 0 0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43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0 129 604 0 0,'0'0'4947'0'0,"8"20"-1338"0"0,1-15-3359 0 0,0-1 0 0 0,1-1 0 0 0,0 1 0 0 0,-1-1 1 0 0,1-1-1 0 0,0 0 0 0 0,0 0 0 0 0,1-1 0 0 0,-1 0 1 0 0,0-1-1 0 0,0 0 0 0 0,0-1 0 0 0,1 0 0 0 0,-1 0 1 0 0,18-6-1 0 0,-16 4-142 0 0,0 0 1 0 0,0-1-1 0 0,0-1 0 0 0,-1 0 1 0 0,0 0-1 0 0,0-1 1 0 0,0-1-1 0 0,-1 0 0 0 0,1 0 1 0 0,-2-1-1 0 0,1 0 1 0 0,14-17-1 0 0,-23 24-78 0 0,0 0 0 0 0,1-1 0 0 0,-1 1 0 0 0,0-1 1 0 0,0 0-1 0 0,0 1 0 0 0,0-1 0 0 0,0 0 0 0 0,-1 0 0 0 0,1 1 0 0 0,0-1 0 0 0,-1 0 0 0 0,1 0 0 0 0,-1 0 1 0 0,0 0-1 0 0,0 0 0 0 0,1 0 0 0 0,-1 0 0 0 0,0 0 0 0 0,-1 0 0 0 0,1 0 0 0 0,-1-3 0 0 0,0 3-10 0 0,0 1 0 0 0,0-1 0 0 0,-1 0-1 0 0,1 1 1 0 0,0-1 0 0 0,-1 1 0 0 0,1-1-1 0 0,-1 1 1 0 0,0 0 0 0 0,1 0 0 0 0,-1 0-1 0 0,0 0 1 0 0,0 0 0 0 0,0 0 0 0 0,0 0 0 0 0,0 0-1 0 0,-3 0 1 0 0,-2-1 8 0 0,1 1-1 0 0,-1 0 1 0 0,0 0-1 0 0,0 0 1 0 0,0 1-1 0 0,0 0 1 0 0,0 0-1 0 0,0 1 1 0 0,0 0-1 0 0,0 0 1 0 0,-10 4-1 0 0,13-3-23 0 0,-1-1-1 0 0,1 1 1 0 0,0 1-1 0 0,0-1 1 0 0,0 1 0 0 0,1-1-1 0 0,-1 1 1 0 0,1 0-1 0 0,-1 1 1 0 0,1-1 0 0 0,0 0-1 0 0,0 1 1 0 0,0 0-1 0 0,1-1 1 0 0,0 1 0 0 0,-1 0-1 0 0,1 1 1 0 0,0-1-1 0 0,1 0 1 0 0,-1 1 0 0 0,1-1-1 0 0,0 0 1 0 0,0 1-1 0 0,0 0 1 0 0,1-1-1 0 0,0 1 1 0 0,-1-1 0 0 0,2 1-1 0 0,-1 0 1 0 0,0-1-1 0 0,3 8 1 0 0,-1-3-16 0 0,0 1-1 0 0,2-1 1 0 0,-1 0-1 0 0,1 0 1 0 0,0 0 0 0 0,1 0-1 0 0,0-1 1 0 0,0 1-1 0 0,1-1 1 0 0,0-1 0 0 0,1 1-1 0 0,-1-1 1 0 0,16 12-1 0 0,-10-10-41 0 0,1-1-1 0 0,0-1 0 0 0,1 0 1 0 0,0-1-1 0 0,0 0 0 0 0,1-1 1 0 0,-1 0-1 0 0,1-2 0 0 0,0 0 1 0 0,0 0-1 0 0,0-1 0 0 0,0-1 1 0 0,1-1-1 0 0,-1 0 0 0 0,0-1 0 0 0,0 0 1 0 0,0-1-1 0 0,27-8 0 0 0,-21 5 54 0 0,-1-2 0 0 0,0 0-1 0 0,0-2 1 0 0,-1 0-1 0 0,0-1 1 0 0,0 0-1 0 0,-1-2 1 0 0,-1 0-1 0 0,0-1 1 0 0,-1-1-1 0 0,0-1 1 0 0,27-31-1 0 0,-41 43 83 0 0,0 0-1 0 0,0 0 0 0 0,-1 0 0 0 0,1 0 1 0 0,0 0-1 0 0,-1 0 0 0 0,0 0 0 0 0,0 0 1 0 0,0-1-1 0 0,0 1 0 0 0,0-1 0 0 0,-1 1 1 0 0,0 0-1 0 0,1-1 0 0 0,-1-4 0 0 0,-1 6-46 0 0,0-1 0 0 0,0 1 0 0 0,-1 0 0 0 0,1 0 0 0 0,0-1-1 0 0,-1 1 1 0 0,1 0 0 0 0,-1 0 0 0 0,0 0 0 0 0,0 1 0 0 0,1-1-1 0 0,-1 0 1 0 0,-1 1 0 0 0,1-1 0 0 0,0 1 0 0 0,0-1 0 0 0,0 1-1 0 0,-1 0 1 0 0,1 0 0 0 0,0 0 0 0 0,-1 1 0 0 0,1-1 0 0 0,-1 0-1 0 0,1 1 1 0 0,-1 0 0 0 0,-4-1 0 0 0,-1 3-13 0 0,0 0 1 0 0,0 0-1 0 0,0 0 1 0 0,0 1-1 0 0,0 1 0 0 0,1-1 1 0 0,-1 1-1 0 0,1 0 1 0 0,0 1-1 0 0,0 0 1 0 0,1 0-1 0 0,-1 0 0 0 0,1 1 1 0 0,1 0-1 0 0,-7 8 1 0 0,8-10-33 0 0,1 0 1 0 0,-1 0-1 0 0,1 1 1 0 0,0-1 0 0 0,0 1-1 0 0,1 0 1 0 0,-1 0-1 0 0,1 0 1 0 0,0 0-1 0 0,1 1 1 0 0,-1-1 0 0 0,1 0-1 0 0,0 1 1 0 0,0-1-1 0 0,1 1 1 0 0,0-1-1 0 0,0 1 1 0 0,0-1 0 0 0,0 1-1 0 0,1-1 1 0 0,0 1-1 0 0,0-1 1 0 0,1 0-1 0 0,3 10 1 0 0,-3-12-43 0 0,0 1 1 0 0,1-1-1 0 0,0 1 1 0 0,-1-1-1 0 0,1 0 0 0 0,0 0 1 0 0,1 0-1 0 0,-1 0 1 0 0,0-1-1 0 0,1 1 0 0 0,-1-1 1 0 0,1 0-1 0 0,0 0 1 0 0,0 0-1 0 0,0-1 1 0 0,0 1-1 0 0,0-1 0 0 0,0 0 1 0 0,0 0-1 0 0,1 0 1 0 0,-1-1-1 0 0,0 0 0 0 0,0 0 1 0 0,1 0-1 0 0,-1 0 1 0 0,6-1-1 0 0,6-1-131 0 0,-1 0 0 0 0,0-2 1 0 0,0 1-1 0 0,0-2 0 0 0,25-11 0 0 0,-18 5 228 0 0,-1 0 1 0 0,0-2-1 0 0,-1 0 1 0 0,-1-1-1 0 0,0-1 0 0 0,-1-1 1 0 0,0-1-1 0 0,-2 0 1 0 0,17-21-1 0 0,-32 37 49 0 0,-1 0-89 0 0,0 1 1 0 0,0 0 0 0 0,0 0 0 0 0,0 0-1 0 0,0 0 1 0 0,0-1 0 0 0,0 1 0 0 0,0 0-1 0 0,0 0 1 0 0,0 0 0 0 0,0 0-1 0 0,0-1 1 0 0,0 1 0 0 0,0 0 0 0 0,0 0-1 0 0,0 0 1 0 0,0 0 0 0 0,1 0 0 0 0,-1-1-1 0 0,0 1 1 0 0,0 0 0 0 0,0 0-1 0 0,0 0 1 0 0,0 0 0 0 0,1 0 0 0 0,-1 0-1 0 0,0 0 1 0 0,0 0 0 0 0,0 0 0 0 0,0-1-1 0 0,0 1 1 0 0,1 0 0 0 0,-1 0-1 0 0,0 0 1 0 0,0 0 0 0 0,0 0 0 0 0,1 0-1 0 0,-1 0 1 0 0,0 0 0 0 0,0 0 0 0 0,0 0-1 0 0,0 0 1 0 0,1 0 0 0 0,-1 0-1 0 0,0 0 1 0 0,0 1 0 0 0,0-1 0 0 0,0 0-1 0 0,1 0 1 0 0,-1 0 0 0 0,0 0 0 0 0,0 0-1 0 0,0 0 1 0 0,0 0 0 0 0,0 0-1 0 0,0 1 1 0 0,1-1 0 0 0,-1 0 0 0 0,0 0-1 0 0,0 0 1 0 0,0 0 0 0 0,0 0 0 0 0,0 1-1 0 0,0-1 1 0 0,0 0 0 0 0,0 0-1 0 0,0 0 1 0 0,0 0 0 0 0,1 1 0 0 0,7 16 112 0 0,-7-5-94 0 0,0-1-1 0 0,1 1 0 0 0,0-1 0 0 0,1 0 0 0 0,0 0 0 0 0,5 11 0 0 0,-7-20 13 0 0,0 1-1 0 0,0-1 1 0 0,0 0-1 0 0,1 1 1 0 0,-1-1-1 0 0,0 0 1 0 0,1 0-1 0 0,0 0 1 0 0,0 0-1 0 0,-1-1 1 0 0,1 1-1 0 0,0 0 1 0 0,0-1-1 0 0,1 1 1 0 0,-1-1-1 0 0,0 1 0 0 0,0-1 1 0 0,1 0-1 0 0,-1 0 1 0 0,1 0-1 0 0,-1-1 1 0 0,0 1-1 0 0,1-1 1 0 0,0 1-1 0 0,-1-1 1 0 0,1 0-1 0 0,-1 1 1 0 0,1-2-1 0 0,0 1 1 0 0,-1 0-1 0 0,1 0 1 0 0,3-2-1 0 0,22-6 548 0 0,-1-2-1 0 0,39-18 0 0 0,-25 9 113 0 0,-39 19-755 0 0,-1-1 0 0 0,1 0 0 0 0,-1 1 0 0 0,1 0 0 0 0,-1-1 0 0 0,1 1 0 0 0,0 0 0 0 0,-1 0 0 0 0,1 0 0 0 0,0 0 0 0 0,-1 0 0 0 0,1 0 0 0 0,0 0 0 0 0,-1 1 0 0 0,3 0 0 0 0,19 12-4499 0 0,-7-3-1981 0 0,-8-5 2472 0 0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44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44 1464 0 0,'0'0'1668'0'0,"11"-9"1293"0"0,-6-3-289 0 0,-2 0 288 0 0,2 2-2512 0 0,-39 15-7285 0 0,20 0 3897 0 0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44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10 432 0 0,'-19'-9'13775'0'0,"21"9"-13727"0"0,0 0 0 0 0,1 1 0 0 0,-1-1 1 0 0,1 1-1 0 0,-1-1 0 0 0,0 1 1 0 0,1 0-1 0 0,-1 0 0 0 0,0 0 0 0 0,3 2 1 0 0,9 3 49 0 0,34 7 223 0 0,0-4-1 0 0,74 7 1 0 0,97-6 65 0 0,-175-9-333 0 0,796 3 666 0 0,-197-4-377 0 0,-317 3-200 0 0,323-10 1208 0 0,-589 2-534 0 0,-195 0-6354 0 0,50 4-1880 0 0,47 1 3676 0 0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44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0 964 0 0,'-19'5'1284'0'0,"12"-3"-67"0"0,1-1 0 0 0,-1 1 0 0 0,1-1 0 0 0,-1-1 0 0 0,-12 1 0 0 0,39 16 461 0 0,-8-12-1427 0 0,1 0 0 0 0,0-1 0 0 0,0-1-1 0 0,0 0 1 0 0,1 0 0 0 0,-1-2-1 0 0,1 0 1 0 0,15 0 0 0 0,9 1 131 0 0,442 8 1955 0 0,-377-11-2003 0 0,137-5 290 0 0,90 0 240 0 0,396 11 1082 0 0,-676-4-1097 0 0,-48 0-1081 0 0,-7 1-2446 0 0,-31 11-448 0 0,6-5-3553 0 0,10-4 2121 0 0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3:45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44 17846 0 0,'6'0'810'0'0,"-5"1"-672"0"0,1-1 0 0 0,-1 0 0 0 0,0 1 0 0 0,0-1-1 0 0,1 0 1 0 0,-1 0 0 0 0,0 0 0 0 0,0 0 0 0 0,1 0 0 0 0,-1 0-1 0 0,0-1 1 0 0,0 1 0 0 0,1 0 0 0 0,-1-1 0 0 0,0 1 0 0 0,0 0-1 0 0,0-1 1 0 0,0 0 0 0 0,1 1 0 0 0,-1-1 0 0 0,0 0 0 0 0,0 1 0 0 0,0-1-1 0 0,0 0 1 0 0,-1 0 0 0 0,1 0 0 0 0,0 0 0 0 0,0 0 0 0 0,1-1-1 0 0,-2 0 822 0 0,-5-7-510 0 0,5 8-550 0 0,0 0 0 0 0,0 0 1 0 0,-1 0-1 0 0,1 0 0 0 0,0 0 0 0 0,-1 1 1 0 0,1-1-1 0 0,0 0 0 0 0,-1 0 0 0 0,1 0 1 0 0,-1 0-1 0 0,1 1 0 0 0,-1-1 0 0 0,0 0 1 0 0,1 0-1 0 0,-1 1 0 0 0,0-1 1 0 0,1 0-1 0 0,-1 1 0 0 0,0-1 0 0 0,0 1 1 0 0,0-1-1 0 0,1 1 0 0 0,-1-1 0 0 0,0 1 1 0 0,0 0-1 0 0,0-1 0 0 0,0 1 0 0 0,0 0 1 0 0,-1 0-1 0 0,-22 0-2545 0 0,-20 0-6117 0 0,17 0 3328 0 0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29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581 459 668 0 0,'37'4'6299'0'0,"-35"-3"-5459"0"0,-3 2-707 0 0,0 1-1 0 0,0-1 0 0 0,0 1 1 0 0,0-1-1 0 0,0 0 0 0 0,0 0 0 0 0,-1 0 1 0 0,0 1-1 0 0,0-1 0 0 0,0-1 1 0 0,0 1-1 0 0,0 0 0 0 0,0 0 0 0 0,-1-1 1 0 0,1 0-1 0 0,-1 1 0 0 0,0-1 1 0 0,0 0-1 0 0,0 0 0 0 0,0 0 0 0 0,0-1 1 0 0,-4 3-1 0 0,-7 2 30 0 0,0 0 0 0 0,0 0 0 0 0,-29 6 0 0 0,17-7-26 0 0,-1 0 0 0 0,1-2 0 0 0,-1-1 0 0 0,0-2 1 0 0,-51-4-1 0 0,62 2-87 0 0,1 0 1 0 0,0-2 0 0 0,0 1 0 0 0,0-2 0 0 0,1 0 0 0 0,0-1-1 0 0,-1 0 1 0 0,2-1 0 0 0,-1 0 0 0 0,1-2 0 0 0,-20-15 0 0 0,25 16-36 0 0,0-1 1 0 0,1 1-1 0 0,0-1 1 0 0,0-1 0 0 0,1 1-1 0 0,0-1 1 0 0,1 0 0 0 0,0 0-1 0 0,1-1 1 0 0,0 1 0 0 0,1-1-1 0 0,0 0 1 0 0,0 0 0 0 0,1 0-1 0 0,1-1 1 0 0,-1-14 0 0 0,2 10-10 0 0,0 0 1 0 0,1 0-1 0 0,1 1 1 0 0,1-1-1 0 0,0 1 1 0 0,0-1-1 0 0,2 1 0 0 0,0 0 1 0 0,1 0-1 0 0,14-26 1 0 0,-15 33-10 0 0,0 0 0 0 0,1 0 0 0 0,0 1 0 0 0,1 0 0 0 0,-1 0 0 0 0,1 1 1 0 0,0 0-1 0 0,1 0 0 0 0,0 0 0 0 0,-1 1 0 0 0,2 0 0 0 0,-1 1 0 0 0,1 0 0 0 0,-1 0 0 0 0,1 1 0 0 0,0 0 0 0 0,0 0 1 0 0,1 1-1 0 0,-1 0 0 0 0,0 1 0 0 0,1 0 0 0 0,-1 0 0 0 0,1 1 0 0 0,-1 1 0 0 0,1-1 0 0 0,-1 2 0 0 0,1-1 0 0 0,-1 1 0 0 0,0 0 1 0 0,0 1-1 0 0,0 0 0 0 0,0 1 0 0 0,-1 0 0 0 0,1 0 0 0 0,-1 1 0 0 0,14 9 0 0 0,-11-4 6 0 0,0 0 0 0 0,0 1 0 0 0,-2 0 0 0 0,1 1-1 0 0,-1 0 1 0 0,-1 0 0 0 0,0 1 0 0 0,0 0 0 0 0,-2 0-1 0 0,1 1 1 0 0,-2 0 0 0 0,5 18 0 0 0,0 4 9 0 0,-1 1-1 0 0,-2-1 1 0 0,3 67-1 0 0,-9-47 41 0 0,-3-1-1 0 0,-2 1 0 0 0,-3-1 1 0 0,-2 0-1 0 0,-2 0 0 0 0,-3-1 1 0 0,-2 0-1 0 0,-41 90 1 0 0,-6-23 88 0 0,31-77-4868 0 0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29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1 836 0 0,'4'1'982'0'0,"1"2"-631"0"0,-1 0 1 0 0,1 0-1 0 0,0 1 0 0 0,-1-1 1 0 0,0 1-1 0 0,0 0 0 0 0,0 0 1 0 0,0 0-1 0 0,-1 1 0 0 0,0-1 1 0 0,0 1-1 0 0,4 8 0 0 0,1 2 308 0 0,-1 1 0 0 0,-1-1-1 0 0,5 19 1 0 0,-11-33-619 0 0,0 0-1 0 0,0 0 1 0 0,0 0-1 0 0,0 0 1 0 0,0 0-1 0 0,1 0 0 0 0,-1 0 1 0 0,0 0-1 0 0,1 0 1 0 0,-1 0-1 0 0,0 0 1 0 0,1 0-1 0 0,-1-1 1 0 0,1 1-1 0 0,0 0 1 0 0,-1 0-1 0 0,1-1 1 0 0,0 1-1 0 0,-1 0 1 0 0,1-1-1 0 0,0 1 1 0 0,0 0-1 0 0,0-1 1 0 0,-1 1-1 0 0,1-1 1 0 0,0 1-1 0 0,0-1 0 0 0,0 0 1 0 0,0 1-1 0 0,0-1 1 0 0,0 0-1 0 0,0 0 1 0 0,0 0-1 0 0,0 0 1 0 0,0 0-1 0 0,0 0 1 0 0,0 0-1 0 0,0 0 1 0 0,0 0-1 0 0,0 0 1 0 0,0 0-1 0 0,-1 0 1 0 0,1-1-1 0 0,0 1 1 0 0,0 0-1 0 0,0-1 0 0 0,1 0 1 0 0,5-4 37 0 0,1 0 0 0 0,-1 0 0 0 0,-1 0 0 0 0,12-12 0 0 0,2-2 104 0 0,-15 15-144 0 0,0 0 0 0 0,0 0 1 0 0,0 1-1 0 0,1 0 0 0 0,0 0 0 0 0,-1 0 0 0 0,1 1 1 0 0,0-1-1 0 0,0 2 0 0 0,0-1 0 0 0,7-1 0 0 0,-10 3-47 0 0,0 0 0 0 0,0 1 0 0 0,1-1 0 0 0,-2 1 0 0 0,1-1 0 0 0,0 1 0 0 0,0 0 0 0 0,0 0 0 0 0,0 0 0 0 0,0 0 0 0 0,-1 1 0 0 0,1-1 0 0 0,0 1 0 0 0,-1 0 0 0 0,0-1 0 0 0,1 1 0 0 0,-1 0 0 0 0,0 0 0 0 0,0 1 0 0 0,0-1 0 0 0,0 0 0 0 0,0 1 0 0 0,-1-1-1 0 0,1 1 1 0 0,1 3 0 0 0,7 12-646 0 0,13 20-5088 0 0,-12-24 2782 0 0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1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78 44 0 0,'0'0'863'0'0,"-3"-42"6981"0"0,5 39-7752 0 0,0 0-1 0 0,1 1 1 0 0,-1-1 0 0 0,1 0 0 0 0,-1 1-1 0 0,1 0 1 0 0,0 0 0 0 0,0 0 0 0 0,0 0-1 0 0,0 0 1 0 0,1 1 0 0 0,-1-1 0 0 0,0 1-1 0 0,1 0 1 0 0,-1 0 0 0 0,1 0 0 0 0,-1 0 0 0 0,1 1-1 0 0,-1-1 1 0 0,1 1 0 0 0,0 0 0 0 0,-1 0-1 0 0,1 0 1 0 0,-1 1 0 0 0,1-1 0 0 0,0 1-1 0 0,-1 0 1 0 0,0 0 0 0 0,1 0 0 0 0,5 3-1 0 0,4 1-20 0 0,-1 0-1 0 0,0 1 1 0 0,0 1-1 0 0,-1-1 0 0 0,0 2 1 0 0,0 0-1 0 0,13 12 0 0 0,-12-9-12 0 0,39 44 194 0 0,-47-51-226 0 0,-1 1 0 0 0,0 0 0 0 0,0 0 0 0 0,-1 0 0 0 0,0 0 0 0 0,1 0 0 0 0,-2 1-1 0 0,1-1 1 0 0,-1 0 0 0 0,0 1 0 0 0,1 6 0 0 0,-1-8 94 0 0,-1-1 0 0 0,0 0 0 0 0,0 1 0 0 0,0-1 0 0 0,-1 0 0 0 0,1 1 0 0 0,-1-1 0 0 0,1 0 0 0 0,-1 0 0 0 0,0 1 0 0 0,-3 4 1514 0 0,-22-24-801 0 0,23 10-832 0 0,1 1-1 0 0,0-1 1 0 0,1 1-1 0 0,-1-1 0 0 0,1 0 1 0 0,0 0-1 0 0,1 0 1 0 0,0 0-1 0 0,-1 0 1 0 0,2 0-1 0 0,-1 0 1 0 0,1 0-1 0 0,0 1 0 0 0,0-1 1 0 0,0 0-1 0 0,1 0 1 0 0,0 1-1 0 0,0-1 1 0 0,1 1-1 0 0,-1-1 1 0 0,1 1-1 0 0,6-8 1 0 0,-4 5-438 0 0,1 1 1 0 0,0-1 0 0 0,0 1 0 0 0,0 1-1 0 0,1-1 1 0 0,10-7 0 0 0,-11 10-451 0 0,0 0 1 0 0,0 1 0 0 0,0-1-1 0 0,0 1 1 0 0,1 0-1 0 0,-1 1 1 0 0,1 0 0 0 0,11-3-1 0 0,-2 3-2234 0 0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1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1 519 748 0 0,'3'-1'771'0'0,"25"-7"269"0"0,0-1 0 0 0,-1-1 0 0 0,0-2 0 0 0,0 0 1 0 0,34-24-1 0 0,-37 22-597 0 0,-16 10-200 0 0,0-1 0 0 0,-1 0 0 0 0,1 0 1 0 0,-1-1-1 0 0,-1 0 0 0 0,1 0 0 0 0,-1-1 0 0 0,0 1 0 0 0,0-1 0 0 0,-1-1 0 0 0,9-15 0 0 0,-14 23-227 0 0,0-1 0 0 0,1 0 0 0 0,-1 0 0 0 0,0 1 1 0 0,0-1-1 0 0,0 0 0 0 0,0 0 0 0 0,0 1 0 0 0,0-1 0 0 0,0 0 1 0 0,0 0-1 0 0,0 1 0 0 0,0-1 0 0 0,0 0 0 0 0,0 0 1 0 0,0 1-1 0 0,-1-1 0 0 0,1 0 0 0 0,0 0 0 0 0,-1 1 0 0 0,1-1 1 0 0,0 0-1 0 0,-1 1 0 0 0,1-1 0 0 0,-1 1 0 0 0,1-1 0 0 0,-1 0 1 0 0,1 1-1 0 0,-1-1 0 0 0,1 1 0 0 0,-1-1 0 0 0,0 1 1 0 0,1 0-1 0 0,-1-1 0 0 0,0 1 0 0 0,1 0 0 0 0,-1-1 0 0 0,0 1 1 0 0,0 0-1 0 0,1 0 0 0 0,-1-1 0 0 0,0 1 0 0 0,-1 0 0 0 0,-30-3 116 0 0,22 4-103 0 0,-1 0 0 0 0,0 1 0 0 0,1 0-1 0 0,-1 1 1 0 0,1 0 0 0 0,-1 0 0 0 0,-17 10 0 0 0,24-11-24 0 0,0 0 0 0 0,0 0 0 0 0,0 1 0 0 0,0-1 0 0 0,0 1 0 0 0,1 0 0 0 0,-1 0 0 0 0,1 1 0 0 0,0-1 1 0 0,0 1-1 0 0,0-1 0 0 0,0 1 0 0 0,1 0 0 0 0,0 0 0 0 0,-1 0 0 0 0,2 0 0 0 0,-1 0 0 0 0,0 1 0 0 0,1-1 0 0 0,-2 6 0 0 0,3-7-1 0 0,1-1-1 0 0,-1 1 1 0 0,0 0-1 0 0,0-1 1 0 0,1 1-1 0 0,0-1 1 0 0,-1 1-1 0 0,1-1 1 0 0,0 1-1 0 0,0-1 0 0 0,1 1 1 0 0,-1-1-1 0 0,0 0 1 0 0,1 0-1 0 0,-1 0 1 0 0,1 0-1 0 0,0 0 1 0 0,0 0-1 0 0,-1 0 1 0 0,1 0-1 0 0,1-1 0 0 0,-1 1 1 0 0,0-1-1 0 0,0 1 1 0 0,0-1-1 0 0,1 0 1 0 0,-1 0-1 0 0,6 2 1 0 0,5 2 7 0 0,1-1 0 0 0,1 0-1 0 0,22 3 1 0 0,-35-7-9 0 0,29 3 11 0 0,1-1 1 0 0,0-2-1 0 0,0-1 1 0 0,0-1-1 0 0,-1-2 1 0 0,1-2-1 0 0,-1 0 1 0 0,0-2-1 0 0,-1-2 1 0 0,0-1-1 0 0,34-16 1 0 0,-15 6 23 0 0,-32 15 184 0 0,0-1 0 0 0,-1-1 0 0 0,1 0 0 0 0,-1-1 0 0 0,21-17 1006 0 0,-42 28-1171 0 0,-26 13-81 0 0,31-15 18 0 0,-1 0 0 0 0,1 0-1 0 0,0 0 1 0 0,0 1-1 0 0,-1-1 1 0 0,1 0-1 0 0,0 0 1 0 0,0 0 0 0 0,-1 0-1 0 0,1 0 1 0 0,0 0-1 0 0,0 1 1 0 0,0-1 0 0 0,-1 0-1 0 0,1 0 1 0 0,0 0-1 0 0,0 1 1 0 0,0-1-1 0 0,0 0 1 0 0,-1 0 0 0 0,1 0-1 0 0,0 1 1 0 0,0-1-1 0 0,0 0 1 0 0,0 0 0 0 0,0 1-1 0 0,0-1 1 0 0,0 0-1 0 0,0 0 1 0 0,0 1-1 0 0,0-1 1 0 0,0 0 0 0 0,0 0-1 0 0,0 1 1 0 0,0-1-1 0 0,0 0 1 0 0,0 0 0 0 0,0 1-1 0 0,0-1 1 0 0,25 2-348 0 0,91-3-776 0 0,-58 1 370 0 0,66-7 0 0 0,-117 6 726 0 0,-1 0 0 0 0,1 0 0 0 0,0 0 0 0 0,0-1 0 0 0,-1 0 0 0 0,1 0 0 0 0,-1-1 0 0 0,0 0-1 0 0,0 0 1 0 0,0-1 0 0 0,0 1 0 0 0,0-1 0 0 0,-1 0 0 0 0,1-1 0 0 0,-1 0 0 0 0,0 1 0 0 0,-1-2-1 0 0,1 1 1 0 0,6-11 0 0 0,-8 9 120 0 0,0 0 0 0 0,0 0 0 0 0,-1-1 0 0 0,0 1 0 0 0,0-1 0 0 0,-1 1 0 0 0,0-1 0 0 0,0 0 0 0 0,-1 1 0 0 0,0-1 0 0 0,0 0 0 0 0,-1 1-1 0 0,0-1 1 0 0,0 1 0 0 0,-1-1 0 0 0,0 1 0 0 0,-4-11 0 0 0,0 3 277 0 0,0 0 0 0 0,-1 0 0 0 0,-9-14 0 0 0,12 24-110 0 0,1-1 1 0 0,-1 1-1 0 0,0 0 1 0 0,0 0 0 0 0,0 1-1 0 0,-1-1 1 0 0,0 1-1 0 0,0 0 1 0 0,0 0-1 0 0,-8-4 1 0 0,11 7-54 0 0,-1 5-25 0 0,-1 3-111 0 0,-1 0-1 0 0,1 0 1 0 0,1 1-1 0 0,-1 0 0 0 0,1 0 1 0 0,1 0-1 0 0,0 0 1 0 0,0 0-1 0 0,0 0 0 0 0,1 0 1 0 0,0 1-1 0 0,0-1 1 0 0,1 1-1 0 0,1-1 1 0 0,-1 1-1 0 0,1-1 0 0 0,0 0 1 0 0,4 10-1 0 0,5 21-640 0 0,2 0 0 0 0,29 61-1 0 0,-9-21-3779 0 0,-22-53-269 0 0,-2-2 355 0 0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3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1 495 372 0 0,'0'0'3054'0'0,"9"31"744"0"0,-8-28-3598 0 0,0 0 0 0 0,0 0 0 0 0,0 0 0 0 0,1 0 0 0 0,-1 0 0 0 0,1-1 0 0 0,0 1 0 0 0,0 0 1 0 0,0-1-1 0 0,0 1 0 0 0,0-1 0 0 0,0 0 0 0 0,1 0 0 0 0,4 4 0 0 0,-6-5 99 0 0,20-6 715 0 0,13-12-439 0 0,-1-1 0 0 0,0-2 0 0 0,-2-1 0 0 0,53-46 0 0 0,104-118 446 0 0,-185 182-997 0 0,22-23 172 0 0,-2 0 0 0 0,-1-2 0 0 0,-1 0 0 0 0,30-54 0 0 0,-50 81-186 0 0,0 0 1 0 0,0 0-1 0 0,-1-1 1 0 0,1 1-1 0 0,0 0 1 0 0,-1 0 0 0 0,1-1-1 0 0,0 1 1 0 0,-1-1-1 0 0,0 1 1 0 0,1-1 0 0 0,-1 1-1 0 0,0-1 1 0 0,0 1-1 0 0,0-1 1 0 0,0 1 0 0 0,0-1-1 0 0,0 1 1 0 0,0-1-1 0 0,0 1 1 0 0,-1 0 0 0 0,1-1-1 0 0,0 1 1 0 0,-1-1-1 0 0,-1-1 1 0 0,1 2-11 0 0,0 0 1 0 0,-1 1-1 0 0,1-1 1 0 0,-1 0-1 0 0,1 1 1 0 0,-1 0-1 0 0,1-1 1 0 0,-1 1-1 0 0,0 0 1 0 0,1 0-1 0 0,-1 0 1 0 0,1 0-1 0 0,-1 0 1 0 0,1 0-1 0 0,-1 0 1 0 0,0 1-1 0 0,1-1 0 0 0,-1 1 1 0 0,-1 0-1 0 0,-5 2-14 0 0,0-1-1 0 0,0 2 0 0 0,0-1 0 0 0,1 1 0 0 0,0 0 0 0 0,-1 1 1 0 0,2 0-1 0 0,-12 9 0 0 0,15-11 9 0 0,0 1 1 0 0,0-1-1 0 0,1 1 1 0 0,-1 0-1 0 0,1 0 1 0 0,0 0-1 0 0,0 0 0 0 0,0 1 1 0 0,0-1-1 0 0,1 1 1 0 0,-1-1-1 0 0,1 1 1 0 0,0-1-1 0 0,1 1 1 0 0,-1 0-1 0 0,1-1 0 0 0,0 1 1 0 0,0 0-1 0 0,1-1 1 0 0,-1 1-1 0 0,3 7 1 0 0,2 2-7 0 0,0-1 0 0 0,1 0 0 0 0,1 0 0 0 0,0 0 0 0 0,14 17 0 0 0,-11-16 3 0 0,-1-1 0 0 0,-1 2 0 0 0,0-1 0 0 0,7 20-1 0 0,-12-26-20 0 0,-2-6 41 0 0,0 1 0 0 0,0-1 0 0 0,-1 0 0 0 0,1 1 0 0 0,-1-1 0 0 0,1 0 0 0 0,-1 1 0 0 0,0-1 0 0 0,1 1 0 0 0,-2-1 0 0 0,1 3 0 0 0,-1-4-2 0 0,1 1-1 0 0,-1-1 0 0 0,0 0 1 0 0,0 0-1 0 0,0 0 0 0 0,0 0 1 0 0,0 0-1 0 0,0 0 0 0 0,0-1 1 0 0,0 1-1 0 0,0 0 0 0 0,-1 0 0 0 0,1-1 1 0 0,0 1-1 0 0,-1-1 0 0 0,1 1 1 0 0,0-1-1 0 0,-1 1 0 0 0,1-1 1 0 0,0 0-1 0 0,-1 0 0 0 0,1 0 1 0 0,0 0-1 0 0,-1 0 0 0 0,-1 0 1 0 0,-13 0 119 0 0,0 0 1 0 0,0 0 0 0 0,0-2 0 0 0,0 0 0 0 0,-28-8 0 0 0,42 9-192 0 0,-18-1-1739 0 0,37 16-11274 0 0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6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374 47 44 0 0,'2'-2'614'0'0,"-1"0"-1"0"0,0 0 1 0 0,0 0-1 0 0,0 0 1 0 0,0 0-1 0 0,0 0 1 0 0,0 0-1 0 0,-1-1 1 0 0,1 1-1 0 0,-1 0 1 0 0,0 0-1 0 0,1-1 1 0 0,-1-1-1 0 0,-5-7-6 0 0,3 9-375 0 0,-38 0 700 0 0,14 5-824 0 0,1 0-1 0 0,0 2 1 0 0,0 1 0 0 0,0 1-1 0 0,1 1 1 0 0,0 1-1 0 0,0 1 1 0 0,1 1-1 0 0,1 1 1 0 0,0 1 0 0 0,-24 18-1 0 0,44-29-101 0 0,0-1 0 0 0,0 1 0 0 0,0-1 0 0 0,0 1 0 0 0,0-1 1 0 0,1 1-1 0 0,-1 0 0 0 0,1 0 0 0 0,-1 0 0 0 0,1 0 0 0 0,0 0 0 0 0,0 0 0 0 0,0 0 0 0 0,0 1 0 0 0,0-1 0 0 0,0 0 1 0 0,1 0-1 0 0,-1 1 0 0 0,1-1 0 0 0,-1 1 0 0 0,1-1 0 0 0,0 0 0 0 0,0 1 0 0 0,0-1 0 0 0,0 1 0 0 0,1-1 0 0 0,-1 0 0 0 0,1 1 1 0 0,-1-1-1 0 0,1 0 0 0 0,0 1 0 0 0,0-1 0 0 0,0 0 0 0 0,0 0 0 0 0,0 0 0 0 0,0 0 0 0 0,1 0 0 0 0,-1 0 0 0 0,1 0 0 0 0,-1 0 1 0 0,1 0-1 0 0,0-1 0 0 0,0 1 0 0 0,0-1 0 0 0,3 3 0 0 0,4 2 8 0 0,1 1-1 0 0,0-1 1 0 0,0-1-1 0 0,0 0 1 0 0,0 0-1 0 0,1-1 1 0 0,0 0 0 0 0,16 3-1 0 0,6-1 8 0 0,0-1 1 0 0,0-1-1 0 0,1-2 0 0 0,-1-2 0 0 0,0-1 1 0 0,1-1-1 0 0,-1-2 0 0 0,39-9 0 0 0,-31 3 2 0 0,1-1-1 0 0,-2-3 0 0 0,0-1 1 0 0,0-2-1 0 0,-2-1 0 0 0,52-34 0 0 0,-82 47 126 0 0,-1-1 0 0 0,0 0-1 0 0,0 0 1 0 0,-1 0 0 0 0,0-1-1 0 0,0 0 1 0 0,0-1 0 0 0,6-10-1 0 0,-11 16 75 0 0,-1-2-82 0 0,-2-6 80 0 0,-6 8-215 0 0,0 1 0 0 0,1 0 0 0 0,-1 0 1 0 0,0 1-1 0 0,0 0 0 0 0,0 0 1 0 0,0 1-1 0 0,0 0 0 0 0,1 0 0 0 0,-1 1 1 0 0,0 0-1 0 0,1 0 0 0 0,-1 1 0 0 0,1 0 1 0 0,0 0-1 0 0,0 1 0 0 0,0 0 0 0 0,1 0 1 0 0,-1 1-1 0 0,1 0 0 0 0,0 0 1 0 0,0 0-1 0 0,1 1 0 0 0,-1-1 0 0 0,1 2 1 0 0,0-1-1 0 0,1 0 0 0 0,0 1 0 0 0,-5 10 1 0 0,8-15-7 0 0,0-1 1 0 0,0 1-1 0 0,1 0 1 0 0,-1 0-1 0 0,1-1 1 0 0,-1 1-1 0 0,1 0 1 0 0,0 0-1 0 0,0 0 1 0 0,0 0-1 0 0,0-1 0 0 0,0 1 1 0 0,0 0-1 0 0,0 0 1 0 0,1 0-1 0 0,-1-1 1 0 0,1 1-1 0 0,-1 0 1 0 0,1 0-1 0 0,0-1 1 0 0,-1 1-1 0 0,1 0 1 0 0,0-1-1 0 0,0 1 1 0 0,0-1-1 0 0,1 1 1 0 0,-1-1-1 0 0,0 0 1 0 0,0 1-1 0 0,3 1 1 0 0,1 1-1 0 0,1-1 1 0 0,0 1-1 0 0,0-1 1 0 0,0 0-1 0 0,13 4 1 0 0,-12-4 5 0 0,9 2-45 0 0,0-1 1 0 0,0 0-1 0 0,1-1 0 0 0,-1-1 0 0 0,0 0 0 0 0,1-1 0 0 0,-1-1 1 0 0,21-3-1 0 0,-5 0-98 0 0,-1-2 1 0 0,1-1 0 0 0,41-14-1 0 0,-54 13 79 0 0,1-1 0 0 0,-1-1 0 0 0,-1 0 0 0 0,20-13 0 0 0,-29 16 112 0 0,0-1 0 0 0,0 0 0 0 0,0-1 0 0 0,-1 0 0 0 0,0 0 0 0 0,-1 0-1 0 0,0-1 1 0 0,0 0 0 0 0,6-11 0 0 0,-12 18 46 0 0,5-12 308 0 0,-1 6-207 0 0,-3 9-232 0 0,12 129-19 0 0,-13-128 11 0 0,-2-2 29 0 0,1 1 1 0 0,0-1-1 0 0,0 1 1 0 0,0 0-1 0 0,0-1 0 0 0,0 1 1 0 0,0-1-1 0 0,0 1 0 0 0,0 0 1 0 0,0-1-1 0 0,0 1 1 0 0,0 0-1 0 0,0-1 0 0 0,0 1 1 0 0,0-1-1 0 0,1 1 1 0 0,-1-1-1 0 0,0 1 0 0 0,0 0 1 0 0,1-1-1 0 0,-1 1 0 0 0,0-1 1 0 0,1 1-1 0 0,-1-1 1 0 0,1 1-1 0 0,-1-1 0 0 0,0 0 1 0 0,1 1-1 0 0,-1-1 1 0 0,1 0-1 0 0,-1 1 0 0 0,1-1 1 0 0,0 0-1 0 0,-1 1 0 0 0,1-1 1 0 0,-1 0-1 0 0,2 1 1 0 0,43-35-181 0 0,-34 25 110 0 0,0 1 0 0 0,0 0 0 0 0,21-11 0 0 0,-27 17 61 0 0,0 0-1 0 0,1 0 0 0 0,-1 0 1 0 0,1 1-1 0 0,0 0 0 0 0,-1 0 1 0 0,1 0-1 0 0,0 1 0 0 0,-1 0 1 0 0,1 0-1 0 0,0 0 1 0 0,10 3-1 0 0,-10-1 82 0 0,-1 0-1 0 0,1 0 1 0 0,-1 1-1 0 0,0 0 1 0 0,0 0 0 0 0,9 8-1 0 0,17 9-2084 0 0,-12-13-4592 0 0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7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35 268 0 0,'0'0'7189'0'0,"1"-1"-7140"0"0,-1 1 1 0 0,0 0 0 0 0,0 0-1 0 0,0 0 1 0 0,0 0 0 0 0,0-1-1 0 0,1 1 1 0 0,-1 0-1 0 0,0 0 1 0 0,0 0 0 0 0,0-1-1 0 0,0 1 1 0 0,0 0 0 0 0,0 0-1 0 0,0 0 1 0 0,0-1 0 0 0,0 1-1 0 0,0 0 1 0 0,0 0-1 0 0,0 0 1 0 0,0-1 0 0 0,0 1-1 0 0,0 0 1 0 0,0 0 0 0 0,0-1-1 0 0,0 1 1 0 0,0 0 0 0 0,0 0-1 0 0,0 0 1 0 0,0-1-1 0 0,0 1 1 0 0,0 0 0 0 0,-1 0-1 0 0,1 0 1 0 0,0-1 0 0 0,0 1-1 0 0,0 0 1 0 0,0 0 0 0 0,0 0-1 0 0,-1 0 1 0 0,1 0-1 0 0,0-1 1 0 0,0 1 0 0 0,0 0-1 0 0,-1 0 1 0 0,1 0 0 0 0,0 0-1 0 0,0 0 1 0 0,0 0 0 0 0,-1 0-1 0 0,1 0 1 0 0,0 0-1 0 0,0 0 1 0 0,0 0 0 0 0,-1 0-1 0 0,1 0 1 0 0,0 0 0 0 0,0 0-1 0 0,-1 0 1 0 0,-15 9 152 0 0,1 2 0 0 0,0 0 0 0 0,1 1 0 0 0,0 0 0 0 0,1 1 0 0 0,0 1 0 0 0,-21 29-1 0 0,33-41-167 0 0,1-2-28 0 0,0 1-1 0 0,0 0 1 0 0,0-1-1 0 0,0 1 1 0 0,0 0-1 0 0,0-1 1 0 0,0 1-1 0 0,0 0 0 0 0,0-1 1 0 0,1 1-1 0 0,-1 0 1 0 0,0-1-1 0 0,0 1 1 0 0,1 0-1 0 0,-1-1 1 0 0,0 1-1 0 0,1-1 0 0 0,-1 1 1 0 0,1 0-1 0 0,-1-1 1 0 0,1 1-1 0 0,-1-1 1 0 0,1 0-1 0 0,-1 1 0 0 0,1-1 1 0 0,-1 1-1 0 0,1-1 1 0 0,0 0-1 0 0,-1 1 1 0 0,1-1-1 0 0,-1 0 1 0 0,1 0-1 0 0,0 1 0 0 0,-1-1 1 0 0,2 0-1 0 0,31-7-16 0 0,30-27-332 0 0,-19-1-49 0 0,-42 33 342 0 0,29 28-356 0 0,-29-23 419 0 0,1-1 1 0 0,-1 1-1 0 0,1-1 1 0 0,-1 0-1 0 0,1 0 1 0 0,0 0 0 0 0,-1 0-1 0 0,1-1 1 0 0,0 1-1 0 0,0-1 1 0 0,0 0-1 0 0,1 1 1 0 0,-1-1-1 0 0,0-1 1 0 0,0 1 0 0 0,1 0-1 0 0,-1-1 1 0 0,0 0-1 0 0,1 0 1 0 0,-1 0-1 0 0,0 0 1 0 0,1 0-1 0 0,-1-1 1 0 0,0 1 0 0 0,1-1-1 0 0,-1 0 1 0 0,0 0-1 0 0,0 0 1 0 0,0 0-1 0 0,0-1 1 0 0,0 1-1 0 0,0-1 1 0 0,0 0 0 0 0,0 0-1 0 0,2-2 1 0 0,5-3 53 0 0,-1 0 0 0 0,0-1 0 0 0,0 0 0 0 0,0-1 0 0 0,-1 1 0 0 0,-1-2 0 0 0,0 1-1 0 0,8-14 1 0 0,11-14 211 0 0,-26 35-203 0 0,2 6-570 0 0,9 20 314 0 0,-10-22 169 0 0,31 10-987 0 0,-29-9 997 0 0,1 1 1 0 0,-1-1-1 0 0,1 1 1 0 0,-1 0-1 0 0,0 0 1 0 0,0 1-1 0 0,-1-1 1 0 0,5 9-1 0 0,22 33 0 0 0,-26-43 5 0 0,0-1-1 0 0,0 1 1 0 0,0-1 0 0 0,0 0 0 0 0,1 0 0 0 0,-1 0 0 0 0,1 0 0 0 0,-1 0 0 0 0,1-1 0 0 0,0 0-1 0 0,-1 0 1 0 0,1 0 0 0 0,0 0 0 0 0,0 0 0 0 0,0-1 0 0 0,0 0 0 0 0,-1 0 0 0 0,1 0 0 0 0,0 0 0 0 0,0 0-1 0 0,0-1 1 0 0,0 0 0 0 0,0 1 0 0 0,5-4 0 0 0,-1 2 76 0 0,-1-1 0 0 0,0 0 0 0 0,0 0 0 0 0,0 0 0 0 0,0-1 0 0 0,0 0 0 0 0,-1-1 0 0 0,0 0 0 0 0,0 0-1 0 0,11-11 1 0 0,-2-8 470 0 0,-7 13 1186 0 0,-6 38-1117 0 0,2 18-502 0 0,-4-43-110 0 0,7 42-2144 0 0,-6-42 1545 0 0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8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20 164 0 0,'0'0'2309'0'0,"9"-15"3249"0"0,-6 11-8072 0 0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8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24 484 0 0,'0'0'4857'0'0,"-2"4"-4241"0"0,-8 14 386 0 0,-17 41 1419 0 0,26-56-2351 0 0,0 1-1 0 0,1-1 1 0 0,-1 0 0 0 0,1 1 0 0 0,-1-1-1 0 0,1 0 1 0 0,0 1 0 0 0,0-1 0 0 0,1 0 0 0 0,-1 1-1 0 0,1-1 1 0 0,-1 0 0 0 0,1 1 0 0 0,0-1-1 0 0,1 0 1 0 0,-1 0 0 0 0,2 4 0 0 0,-2-5-39 0 0,1 0 1 0 0,-1-1 0 0 0,0 1 0 0 0,0-1 0 0 0,0 1-1 0 0,1-1 1 0 0,-1 0 0 0 0,1 1 0 0 0,-1-1-1 0 0,1 0 1 0 0,-1 0 0 0 0,1 0 0 0 0,0 0 0 0 0,0 0-1 0 0,-1-1 1 0 0,1 1 0 0 0,0 0 0 0 0,0-1-1 0 0,0 0 1 0 0,0 1 0 0 0,0-1 0 0 0,2 0 0 0 0,0 0 43 0 0,0 0 0 0 0,0-1 0 0 0,0 0 1 0 0,0 0-1 0 0,0 0 0 0 0,0 0 0 0 0,0 0 1 0 0,0-1-1 0 0,0 0 0 0 0,3-2 0 0 0,1-1 118 0 0,0 0 0 0 0,0 0 0 0 0,-1-1 0 0 0,0 0 0 0 0,0 0 0 0 0,-1-1 0 0 0,0 0 0 0 0,10-14 0 0 0,-13 16-106 0 0,-1 1 1 0 0,1-1-1 0 0,-1 1 0 0 0,-1-1 0 0 0,1 0 0 0 0,-1 0 0 0 0,1 0 0 0 0,-2 0 0 0 0,1 0 0 0 0,0 0 1 0 0,-1 0-1 0 0,0-1 0 0 0,0 1 0 0 0,-1 0 0 0 0,1 0 0 0 0,-1 0 0 0 0,-2-7 0 0 0,2 10-53 0 0,-1 0-6 0 0,-5-5-6 0 0,5 6 23 0 0,2 1-44 0 0,-1 1-2 0 0,1 0 1 0 0,-1 0-1 0 0,0 0 1 0 0,1 0-1 0 0,-1 0 1 0 0,1 1-1 0 0,-1-1 1 0 0,1 0-1 0 0,0 0 1 0 0,0 0-1 0 0,-1 1 1 0 0,1-1-1 0 0,0 0 1 0 0,0 0-1 0 0,0 0 1 0 0,0 1-1 0 0,0-1 1 0 0,0 0-1 0 0,1 2 1 0 0,2 0 3 0 0,1 0 0 0 0,0 0 1 0 0,0 0-1 0 0,0 0 0 0 0,0-1 1 0 0,1 1-1 0 0,-1-1 1 0 0,0 0-1 0 0,1 0 0 0 0,0-1 1 0 0,-1 0-1 0 0,1 1 0 0 0,0-2 1 0 0,9 2-1 0 0,3-2 12 0 0,1 0 1 0 0,33-6 0 0 0,-40 4-27 0 0,0 0 1 0 0,1 0 0 0 0,-1 2-1 0 0,0-1 1 0 0,1 1 0 0 0,-1 1-1 0 0,0 0 1 0 0,1 1 0 0 0,-1 0-1 0 0,11 3 1 0 0,-20-4 14 0 0,0 0-1 0 0,1-1 1 0 0,-1 1-1 0 0,0 0 1 0 0,0 0-1 0 0,0 1 1 0 0,0-1-1 0 0,0 0 1 0 0,0 1-1 0 0,0-1 1 0 0,0 1-1 0 0,-1 0 1 0 0,1-1-1 0 0,-1 1 1 0 0,1 0-1 0 0,-1 0 1 0 0,1 0-1 0 0,-1 0 1 0 0,0 0-1 0 0,0 0 1 0 0,0 1-1 0 0,0-1 1 0 0,-1 0 0 0 0,1 0-1 0 0,0 1 1 0 0,-1-1-1 0 0,0 1 1 0 0,0-1-1 0 0,1 0 1 0 0,-1 1-1 0 0,-1-1 1 0 0,1 0-1 0 0,0 1 1 0 0,0-1-1 0 0,-1 1 1 0 0,0-1-1 0 0,1 0 1 0 0,-1 0-1 0 0,0 1 1 0 0,0-1-1 0 0,-2 2 1 0 0,0 3-80 0 0,-1-1 0 0 0,0 0 0 0 0,0 0 0 0 0,0-1 0 0 0,-1 0 0 0 0,0 1 0 0 0,0-1 0 0 0,0-1 0 0 0,-1 1-1 0 0,0-1 1 0 0,0 0 0 0 0,-9 5 0 0 0,7-5-972 0 0,-8 4-534 0 0,3-7-4462 0 0,-3-2 2621 0 0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38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1 640 0 0,'1'2'455'0'0,"0"0"0"0"0,0 1 0 0 0,0-1 0 0 0,0 0 0 0 0,0 1-1 0 0,-1-1 1 0 0,1 1 0 0 0,-1 0 0 0 0,0-1 0 0 0,1 1 0 0 0,-1-1 0 0 0,0 1 0 0 0,-1 0 0 0 0,1-1-1 0 0,-1 5 1 0 0,-1-2-55 0 0,1 0 0 0 0,-1 0-1 0 0,0 0 1 0 0,-1 0 0 0 0,1 0 0 0 0,-1-1-1 0 0,-4 6 1 0 0,-4 3-656 0 0,-1 1 1 0 0,0-2-1 0 0,-24 20 1 0 0,-3-5-4734 0 0,22-17 2116 0 0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0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6 319 28 0 0,'-5'15'671'0'0,"4"-12"-35"0"0,17 23 3403 0 0,-8-24-3747 0 0,0 0-1 0 0,0-1 1 0 0,0 1 0 0 0,0-2 0 0 0,0 1-1 0 0,1-1 1 0 0,-1 0 0 0 0,0-1 0 0 0,0 0-1 0 0,15-4 1 0 0,14-4 282 0 0,38-16-1 0 0,-26 8 22 0 0,-23 9-249 0 0,0-2 0 0 0,-1-1-1 0 0,0-1 1 0 0,-1-1 0 0 0,26-18 0 0 0,-40 24-220 0 0,0 0 0 0 0,-1-1 0 0 0,0 0 0 0 0,0 0-1 0 0,0-1 1 0 0,-1 0 0 0 0,-1-1 0 0 0,0 0 0 0 0,0 0 0 0 0,-1-1 0 0 0,0 1 0 0 0,0-1 0 0 0,6-22 0 0 0,-11 30-111 0 0,0 1 0 0 0,0 0-1 0 0,-1 0 1 0 0,1-1 0 0 0,-1 1 0 0 0,1 0 0 0 0,-1-1 0 0 0,0 1 0 0 0,0 0 0 0 0,0-1 0 0 0,0 1 0 0 0,-1 0 0 0 0,1-1 0 0 0,-1 1 0 0 0,1 0 0 0 0,-1 0 0 0 0,0-1 0 0 0,0 1 0 0 0,0 0 0 0 0,0 0 0 0 0,0 0 0 0 0,0 0 0 0 0,0 0 0 0 0,-1 0-1 0 0,1 0 1 0 0,-1 1 0 0 0,0-1 0 0 0,1 0 0 0 0,-1 1 0 0 0,0-1 0 0 0,0 1 0 0 0,0 0 0 0 0,0 0 0 0 0,0 0 0 0 0,0 0 0 0 0,0 0 0 0 0,0 0 0 0 0,-1 0 0 0 0,1 1 0 0 0,0-1 0 0 0,-1 1 0 0 0,1-1 0 0 0,0 1 0 0 0,-1 0 0 0 0,-3 0-1 0 0,-8 0-5 0 0,0 0 0 0 0,1 1 0 0 0,-1 1 0 0 0,1 0 0 0 0,0 0 0 0 0,-22 8 0 0 0,10-1 8 0 0,1 1 0 0 0,1 1 0 0 0,-44 27 0 0 0,60-33-14 0 0,-1 0 0 0 0,1 0 0 0 0,0 1 0 0 0,0 0 0 0 0,1 0 0 0 0,0 1 0 0 0,0-1 0 0 0,0 1 0 0 0,1 1 0 0 0,0-1 0 0 0,1 1 0 0 0,-1 0 0 0 0,1 0 0 0 0,1 0 0 0 0,-4 10 0 0 0,6-14 1 0 0,1 0 1 0 0,-1 1 0 0 0,1-1 0 0 0,0 0 0 0 0,0 0-1 0 0,0 0 1 0 0,1 0 0 0 0,-1 0 0 0 0,1 0-1 0 0,0 0 1 0 0,0 0 0 0 0,0 0 0 0 0,1 0 0 0 0,0 0-1 0 0,-1-1 1 0 0,5 6 0 0 0,-2-3 2 0 0,0 0 0 0 0,1-1 0 0 0,0 0-1 0 0,0 0 1 0 0,1 0 0 0 0,-1-1 0 0 0,1 1 0 0 0,11 5 0 0 0,2-1-94 0 0,1 0 0 0 0,0-1 0 0 0,0-1 0 0 0,0-1-1 0 0,28 4 1 0 0,130 14-2088 0 0,-152-23-109 0 0,0-1 0 0 0,42-6 1 0 0,-38 1-880 0 0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1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1 228 184 0 0,'0'0'1123'0'0,"7"-19"9906"0"0,-5 25-10922 0 0,0 0 1 0 0,0 1 0 0 0,-1-1 0 0 0,0 0-1 0 0,0 1 1 0 0,0-1 0 0 0,-1 1-1 0 0,1-1 1 0 0,-2 9 0 0 0,1-13-80 0 0,0 4 60 0 0,0 1-1 0 0,-1-1 0 0 0,1 0 1 0 0,-1 0-1 0 0,-1 0 1 0 0,1 0-1 0 0,-1 0 1 0 0,-4 10-1 0 0,5-14 726 0 0,4-4-793 0 0,0 1 1 0 0,0-1-1 0 0,0 0 1 0 0,0 0-1 0 0,-1 0 0 0 0,1-1 1 0 0,-1 1-1 0 0,1-1 1 0 0,-1 1-1 0 0,0-1 1 0 0,0 0-1 0 0,3-5 1 0 0,10-11 85 0 0,6 1-77 0 0,0 2 0 0 0,25-16-1 0 0,-39 27-35 0 0,1 1-1 0 0,0 0 1 0 0,0 0-1 0 0,0 1 1 0 0,0 0-1 0 0,1 1 1 0 0,-1-1-1 0 0,1 2 1 0 0,0-1-1 0 0,10 1 1 0 0,-17 1 4 0 0,0 0 0 0 0,-1 0 0 0 0,1 0 0 0 0,-1 1 1 0 0,1-1-1 0 0,-1 1 0 0 0,1-1 0 0 0,-1 1 0 0 0,1-1 0 0 0,-1 1 1 0 0,0 0-1 0 0,1 0 0 0 0,-1 0 0 0 0,0 0 0 0 0,0 0 1 0 0,1 0-1 0 0,-1 0 0 0 0,0 0 0 0 0,0 0 0 0 0,1 2 0 0 0,18 15-22 0 0,-19-18 36 0 0,1 1-12 0 0,-1-1-1 0 0,0 0 0 0 0,1 1 1 0 0,-1-1-1 0 0,0 0 0 0 0,1 0 1 0 0,-1 0-1 0 0,0 0 0 0 0,1-1 0 0 0,-1 1 1 0 0,0 0-1 0 0,1-1 0 0 0,-1 1 1 0 0,0 0-1 0 0,1-1 0 0 0,-1 0 1 0 0,0 1-1 0 0,0-1 0 0 0,2-1 1 0 0,-1 2-25 0 0,4-2-66 0 0,1 1 0 0 0,0 1 0 0 0,0 0 0 0 0,-1 0 0 0 0,1 0 0 0 0,0 1 0 0 0,0-1 1 0 0,-1 2-1 0 0,1-1 0 0 0,0 1 0 0 0,11 4 0 0 0,43 8-238 0 0,-50-13 328 0 0,0-1-1 0 0,0 0 1 0 0,0 0 0 0 0,0-1-1 0 0,0 0 1 0 0,0-1-1 0 0,-1 0 1 0 0,1-1-1 0 0,0 0 1 0 0,-1-1 0 0 0,0 0-1 0 0,0-1 1 0 0,0 0-1 0 0,0 0 1 0 0,-1-1 0 0 0,0 0-1 0 0,0-1 1 0 0,0 0-1 0 0,-1 0 1 0 0,0-1-1 0 0,-1 0 1 0 0,0 0 0 0 0,0-1-1 0 0,0 0 1 0 0,-1 0-1 0 0,-1-1 1 0 0,1 0-1 0 0,-2 1 1 0 0,7-21 0 0 0,-9 25 128 0 0,0-1 1 0 0,0 1 0 0 0,-1-1 0 0 0,0 0 0 0 0,0 0 0 0 0,0 0 0 0 0,-1 0 0 0 0,0-10 0 0 0,-1 14-5 0 0,-1-1 14 0 0,2 3-132 0 0,0 0 1 0 0,0-1 0 0 0,0 1 0 0 0,0 0 0 0 0,0 0-1 0 0,0-1 1 0 0,0 1 0 0 0,0 0 0 0 0,0 0 0 0 0,0 0 0 0 0,0-1-1 0 0,0 1 1 0 0,0 0 0 0 0,0 0 0 0 0,-1 0 0 0 0,1-1 0 0 0,0 1-1 0 0,0 0 1 0 0,0 0 0 0 0,0 0 0 0 0,0 0 0 0 0,-1 0-1 0 0,1-1 1 0 0,0 1 0 0 0,0 0 0 0 0,0 0 0 0 0,-1 0 0 0 0,1 0-1 0 0,0 0 1 0 0,0 0 0 0 0,0 0 0 0 0,-1 0 0 0 0,1 0-1 0 0,0 0 1 0 0,0 0 0 0 0,-1 0 0 0 0,1 0 0 0 0,0 0 0 0 0,0 0-1 0 0,0 0 1 0 0,-1 0 0 0 0,1 0 0 0 0,0 0 0 0 0,0 0 0 0 0,0 0-1 0 0,-1 0 1 0 0,1 0 0 0 0,0 0 0 0 0,0 0 0 0 0,0 0-1 0 0,-1 1 1 0 0,1-1 0 0 0,0 0 0 0 0,0 0 0 0 0,0 0 0 0 0,-1 1-1 0 0,-1 0 0 0 0,0 0-1 0 0,0 0 1 0 0,1 1-1 0 0,-1 0 1 0 0,0-1-1 0 0,0 1 1 0 0,1 0-1 0 0,-1 0 0 0 0,1-1 1 0 0,0 1-1 0 0,-1 0 1 0 0,1 0-1 0 0,0 1 1 0 0,0-1-1 0 0,0 0 1 0 0,1 0-1 0 0,-1 1 0 0 0,0-1 1 0 0,1 0-1 0 0,0 0 1 0 0,-1 1-1 0 0,1-1 1 0 0,0 1-1 0 0,0-1 1 0 0,0 0-1 0 0,0 1 1 0 0,1-1-1 0 0,-1 0 0 0 0,1 1 1 0 0,0-1-1 0 0,-1 0 1 0 0,1 0-1 0 0,0 1 1 0 0,1 1-1 0 0,8 13-35 0 0,0-1-1 0 0,1 0 0 0 0,0-1 1 0 0,1 0-1 0 0,1-1 1 0 0,23 20-1 0 0,25 30-711 0 0,-60-63 728 0 0,0 0 0 0 0,0 0 1 0 0,0-1-1 0 0,0 1 0 0 0,-1 0 0 0 0,1 0 1 0 0,0 0-1 0 0,-1 0 0 0 0,1 0 0 0 0,-1 0 1 0 0,1 0-1 0 0,-1 0 0 0 0,0 0 0 0 0,1 1 1 0 0,-1-1-1 0 0,0 0 0 0 0,0 0 0 0 0,0 0 1 0 0,1 0-1 0 0,-1 1 0 0 0,0-1 0 0 0,-1 0 1 0 0,1 0-1 0 0,0 0 0 0 0,0 0 0 0 0,0 0 1 0 0,-1 2-1 0 0,0-2 22 0 0,-1 1 1 0 0,1-1 0 0 0,0 0-1 0 0,-1 0 1 0 0,1 0-1 0 0,-1 0 1 0 0,1 0-1 0 0,-1 0 1 0 0,1 0-1 0 0,-1 0 1 0 0,0-1-1 0 0,1 1 1 0 0,-1 0-1 0 0,0-1 1 0 0,-2 1-1 0 0,-7 1 126 0 0,-1-1-1 0 0,1 0 0 0 0,-21 0 1 0 0,17-1-497 0 0,-10-3 519 0 0,18-9-8544 0 0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1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1 127 224 0 0,'3'2'349'0'0,"1"-1"0"0"0,-1-1 0 0 0,1 1 0 0 0,-1 0 0 0 0,1-1 0 0 0,-1 0 0 0 0,1 0 0 0 0,-1 0 1 0 0,1 0-1 0 0,-1-1 0 0 0,1 1 0 0 0,-1-1 0 0 0,1 0 0 0 0,-1 0 0 0 0,0 0 0 0 0,5-2 0 0 0,65-28 2489 0 0,-60 25-2188 0 0,-2 1-156 0 0,0 0 0 0 0,0-1 0 0 0,-1-1-1 0 0,0 0 1 0 0,-1 0 0 0 0,1-1 0 0 0,13-14 0 0 0,-22 20 66 0 0,-1 1-533 0 0,0 1 0 0 0,0-1 0 0 0,-1 0 0 0 0,1 0-1 0 0,0 0 1 0 0,-1 0 0 0 0,1 1 0 0 0,-1-1 0 0 0,1 0-1 0 0,-1 0 1 0 0,1 1 0 0 0,-1-1 0 0 0,1 0 0 0 0,-1 1 0 0 0,0-1-1 0 0,1 0 1 0 0,-1 1 0 0 0,0-1 0 0 0,0 1 0 0 0,0-1-1 0 0,1 1 1 0 0,-1 0 0 0 0,0-1 0 0 0,0 1 0 0 0,0 0-1 0 0,0-1 1 0 0,0 1 0 0 0,1 0 0 0 0,-1 0 0 0 0,0 0 0 0 0,0 0-1 0 0,0 0 1 0 0,0 0 0 0 0,0 0 0 0 0,0 0 0 0 0,0 0-1 0 0,0 1 1 0 0,0-1 0 0 0,1 0 0 0 0,-1 1 0 0 0,0-1 0 0 0,0 0-1 0 0,-1 1 1 0 0,-4 1 32 0 0,1 0 1 0 0,-1 0-1 0 0,0 0 0 0 0,1 0 1 0 0,0 1-1 0 0,-10 6 0 0 0,13-7-109 0 0,-1 0 1 0 0,1 0-1 0 0,0 0 0 0 0,0 1 1 0 0,0-1-1 0 0,0 1 0 0 0,0-1 1 0 0,1 1-1 0 0,-1 0 0 0 0,1 0 1 0 0,-1-1-1 0 0,1 1 0 0 0,0 0 0 0 0,0 0 1 0 0,0 1-1 0 0,1-1 0 0 0,-1 0 1 0 0,1 0-1 0 0,0 6 0 0 0,0-7-189 0 0,0 0 0 0 0,1 0 0 0 0,-1 0 0 0 0,1 0 1 0 0,0 0-1 0 0,-1 0 0 0 0,1 0 0 0 0,0 0 0 0 0,0 0 0 0 0,0 0 0 0 0,1 0 0 0 0,-1 0 0 0 0,0-1 0 0 0,1 1 0 0 0,-1 0 0 0 0,1-1 0 0 0,-1 1 0 0 0,1-1 0 0 0,0 0 0 0 0,3 3 0 0 0,7 2-3447 0 0,-1 1 280 0 0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1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50 379 1112 0 0,'0'0'6830'0'0,"-6"2"-6127"0"0,3-1-669 0 0,1-1 84 0 0,-1 1 0 0 0,1-1 0 0 0,-1 1 0 0 0,1 0 0 0 0,0 0 0 0 0,-1 0 0 0 0,1 0 0 0 0,0 0-1 0 0,0 0 1 0 0,-1 1 0 0 0,1-1 0 0 0,0 1 0 0 0,1-1 0 0 0,-1 1 0 0 0,0 0 0 0 0,0 0 0 0 0,-1 2 0 0 0,3-3 284 0 0,2 4 278 0 0,-2-3-643 0 0,1-1 1 0 0,-1 1 0 0 0,1-1 0 0 0,-1 1 0 0 0,1-1 0 0 0,-1 1 0 0 0,1-1 0 0 0,0 0 0 0 0,0 1-1 0 0,0-1 1 0 0,0 0 0 0 0,0 0 0 0 0,0 1 0 0 0,0-1 0 0 0,3 2 0 0 0,-1-3-34 0 0,1 1 1 0 0,0 0-1 0 0,-1-1 1 0 0,1 0-1 0 0,0 0 1 0 0,0 0-1 0 0,0 0 0 0 0,-1-1 1 0 0,1 1-1 0 0,0-1 1 0 0,-1 0-1 0 0,1 0 1 0 0,0 0-1 0 0,-1-1 1 0 0,1 1-1 0 0,-1-1 1 0 0,0 0-1 0 0,1 0 1 0 0,-1 0-1 0 0,0 0 0 0 0,0-1 1 0 0,3-3-1 0 0,9-7 15 0 0,-1-2-1 0 0,23-30 1 0 0,-30 35-9 0 0,2-1 49 0 0,-2-1 0 0 0,0 0-1 0 0,0 0 1 0 0,-1-1-1 0 0,-1 0 1 0 0,0 0-1 0 0,0 0 1 0 0,-2-1-1 0 0,0 1 1 0 0,0-1-1 0 0,1-27 1 0 0,-4 30 267 0 0,0-1 0 0 0,0 1 1 0 0,-2 0-1 0 0,1 0 0 0 0,-1 0 1 0 0,-1 0-1 0 0,0 1 0 0 0,0-1 1 0 0,-8-15-1 0 0,11 25-272 0 0,-1 0-1 0 0,1 0 1 0 0,0 0-1 0 0,-1 0 1 0 0,1 0-1 0 0,-1-1 1 0 0,0 1-1 0 0,1 0 1 0 0,-1 0-1 0 0,0 1 1 0 0,0-1-1 0 0,0 0 1 0 0,0 0-1 0 0,1 0 1 0 0,-1 0 0 0 0,0 1-1 0 0,0-1 1 0 0,-1 0-1 0 0,1 1 1 0 0,0-1-1 0 0,0 1 1 0 0,0-1-1 0 0,0 1 1 0 0,0 0-1 0 0,0-1 1 0 0,-1 1-1 0 0,1 0 1 0 0,0 0-1 0 0,0 0 1 0 0,-1 0-1 0 0,1 0 1 0 0,0 0-1 0 0,0 0 1 0 0,0 0-1 0 0,-1 1 1 0 0,1-1-1 0 0,0 0 1 0 0,0 1-1 0 0,0-1 1 0 0,0 1 0 0 0,0-1-1 0 0,0 1 1 0 0,-1 0-1 0 0,1-1 1 0 0,1 1-1 0 0,-1 0 1 0 0,0 0-1 0 0,0-1 1 0 0,0 1-1 0 0,0 0 1 0 0,0 0-1 0 0,1 0 1 0 0,-2 2-1 0 0,-2 2-33 0 0,0 1 0 0 0,0-1 1 0 0,0 1-1 0 0,1 0 0 0 0,0-1 0 0 0,0 2 0 0 0,1-1 0 0 0,-4 11 0 0 0,3 1-468 0 0,1-1 0 0 0,1 1-1 0 0,0 0 1 0 0,1 0 0 0 0,3 25-1 0 0,-1-30-1522 0 0,1-1-1 0 0,0 1 1 0 0,1-1-1 0 0,10 22 0 0 0,-7-17-2051 0 0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2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1 451 1024 0 0,'0'0'10603'0'0,"2"2"-10451"0"0,-1 1-1 0 0,1-1 1 0 0,0 1 0 0 0,0-1-1 0 0,0 0 1 0 0,1 0 0 0 0,-1 0 0 0 0,0 0-1 0 0,6 3 1 0 0,1-9-28 0 0,0 0 0 0 0,-1-1 0 0 0,1 0 0 0 0,-1 0 0 0 0,1-1 0 0 0,-2 1 0 0 0,1-2 0 0 0,-1 1 0 0 0,0-1 0 0 0,0-1 0 0 0,0 1 0 0 0,-1-1-1 0 0,-1 0 1 0 0,1 0 0 0 0,-1-1 0 0 0,-1 0 0 0 0,5-10 0 0 0,-1 1-15 0 0,0-1 0 0 0,-1 0-1 0 0,-2 0 1 0 0,0-1-1 0 0,0 0 1 0 0,-2 0 0 0 0,2-34-1 0 0,-5 40-63 0 0,-1 1 0 0 0,0 0 0 0 0,-1-1 0 0 0,-1 1 0 0 0,-4-16 0 0 0,6 26-45 0 0,0 0 0 0 0,0 0 0 0 0,0 0 0 0 0,0-1 0 0 0,-1 1-1 0 0,1 0 1 0 0,-1 1 0 0 0,0-1 0 0 0,0 0 0 0 0,0 0 0 0 0,0 1 0 0 0,-1-1 0 0 0,1 1 0 0 0,-1 0 0 0 0,1 0-1 0 0,-1 0 1 0 0,0 0 0 0 0,0 0 0 0 0,1 0 0 0 0,-1 1 0 0 0,-1-1 0 0 0,1 1 0 0 0,0 0 0 0 0,-6-1 0 0 0,6 1-4 0 0,0 1 0 0 0,0 0 0 0 0,1 0 0 0 0,-1 0 0 0 0,0 0 0 0 0,0 0 1 0 0,0 1-1 0 0,0-1 0 0 0,0 1 0 0 0,1 0 0 0 0,-1 0 0 0 0,0 0 0 0 0,1 0 1 0 0,-1 1-1 0 0,1-1 0 0 0,-1 1 0 0 0,1-1 0 0 0,-1 1 0 0 0,1 0 1 0 0,0 0-1 0 0,0 0 0 0 0,0 0 0 0 0,0 0 0 0 0,0 0 0 0 0,1 1 0 0 0,-1-1 1 0 0,1 1-1 0 0,-3 4 0 0 0,2-3 0 0 0,1 0 0 0 0,0 0-1 0 0,0 0 1 0 0,0 0 0 0 0,0 1 0 0 0,0-1 0 0 0,1 0 0 0 0,0 1 0 0 0,0-1 0 0 0,0 1-1 0 0,0-1 1 0 0,1 0 0 0 0,0 1 0 0 0,0-1 0 0 0,0 0 0 0 0,0 0 0 0 0,3 6 0 0 0,6 6 11 0 0,0-1 0 0 0,2-1 0 0 0,-1 0 0 0 0,2 0 1 0 0,0-1-1 0 0,0-1 0 0 0,2 0 0 0 0,-1-1 1 0 0,18 10-1 0 0,-10-5 15 0 0,-1 0-1 0 0,0 1 1 0 0,22 25 0 0 0,-40-39-22 0 0,0 0 1 0 0,0 1-1 0 0,-1-1 1 0 0,1 1-1 0 0,-1-1 1 0 0,1 1-1 0 0,-1 0 1 0 0,0 0-1 0 0,-1 0 1 0 0,1 0-1 0 0,-1 1 0 0 0,2 6 1 0 0,-3-8 32 0 0,-1 1 0 0 0,1-1 1 0 0,-1 0-1 0 0,0 0 0 0 0,0 0 0 0 0,0 0 0 0 0,0 0 1 0 0,0 0-1 0 0,-1 0 0 0 0,0 0 0 0 0,1-1 0 0 0,-1 1 1 0 0,0 0-1 0 0,0-1 0 0 0,0 0 0 0 0,-1 1 0 0 0,1-1 1 0 0,-1 0-1 0 0,-3 3 0 0 0,-14 7-1250 0 0,-12-3-7997 0 0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2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24 972 0 0,'0'0'2196'0'0,"-3"-15"941"0"0,-3 6-3277 0 0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3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18 132 0 0,'0'0'906'0'0,"26"24"5837"0"0,-7-24-6080 0 0,0 0-1 0 0,0-2 0 0 0,0 0 0 0 0,0-2 1 0 0,0 0-1 0 0,24-9 0 0 0,14-2 1268 0 0,-55 15-1651 0 0,-1 0-251 0 0,-1 0-1 0 0,0-1 1 0 0,1 1 0 0 0,-1 0-1 0 0,1 0 1 0 0,-1 0-1 0 0,1 0 1 0 0,-1 0 0 0 0,0 0-1 0 0,1 0 1 0 0,-1 0 0 0 0,1 0-1 0 0,-1 0 1 0 0,1 0 0 0 0,-1 0-1 0 0,0 0 1 0 0,1 0 0 0 0,-1 0-1 0 0,1 0 1 0 0,-1 1-1 0 0,0-1 1 0 0,1 0 0 0 0,-1 0-1 0 0,1 1 1 0 0,-1-1 0 0 0,0 0-1 0 0,1 0 1 0 0,-1 1 0 0 0,0-1-1 0 0,0 0 1 0 0,1 1-1 0 0,-1-1 1 0 0,-5 22 202 0 0,-2-1-1 0 0,-1 0 1 0 0,0-1-1 0 0,-1 0 1 0 0,-2 0 0 0 0,0-1-1 0 0,-26 35 1 0 0,-10 19-239 0 0,-38 64-2300 0 0,22-51-5431 0 0,35-54 3627 0 0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5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325 161 664 0 0,'13'-12'1551'0'0,"-1"0"0"0"0,-1-1 0 0 0,-1 0 0 0 0,1-1 1 0 0,-2 0-1 0 0,11-20 0 0 0,-19 33-1456 0 0,-1 0 0 0 0,1-1 0 0 0,-1 1 0 0 0,1 0 0 0 0,-1 0 0 0 0,1 0 0 0 0,-1-1 0 0 0,1 1 0 0 0,-1 0 0 0 0,0-1 0 0 0,0 1 0 0 0,0 0 0 0 0,0 0 0 0 0,0-1 0 0 0,0 1 0 0 0,0 0 0 0 0,0-1 0 0 0,0 1 0 0 0,-1 0 0 0 0,1-1 0 0 0,0 1 0 0 0,-1 0 0 0 0,1 0 0 0 0,-1 0 0 0 0,0-1 0 0 0,0 0 0 0 0,-1 1-33 0 0,0-1 0 0 0,1 1 0 0 0,-1 0 0 0 0,0 0 1 0 0,0 0-1 0 0,0 0 0 0 0,0 0 0 0 0,0 0 0 0 0,0 0 0 0 0,0 1 1 0 0,0-1-1 0 0,-1 1 0 0 0,1 0 0 0 0,-3-1 0 0 0,-5 1-13 0 0,-1 0 0 0 0,1 0 1 0 0,-1 1-1 0 0,0 0 0 0 0,-12 4 0 0 0,-1 2-4 0 0,0 1 0 0 0,1 1 0 0 0,0 1 0 0 0,1 1 0 0 0,0 1 0 0 0,-22 17 0 0 0,34-22-33 0 0,0 0 0 0 0,1 0 1 0 0,0 1-1 0 0,1 1 1 0 0,0-1-1 0 0,0 1 1 0 0,0 1-1 0 0,2-1 0 0 0,-1 1 1 0 0,1 1-1 0 0,0-1 1 0 0,1 1-1 0 0,1 0 1 0 0,-1 0-1 0 0,-2 12 0 0 0,6-20-7 0 0,1-1-1 0 0,-1 1 1 0 0,0 0-1 0 0,1-1 0 0 0,0 1 1 0 0,-1 0-1 0 0,1 0 0 0 0,0 0 1 0 0,1-1-1 0 0,-1 1 0 0 0,0 0 1 0 0,1 0-1 0 0,-1-1 0 0 0,1 1 1 0 0,0 0-1 0 0,0-1 0 0 0,0 1 1 0 0,0 0-1 0 0,1-1 0 0 0,-1 0 1 0 0,1 1-1 0 0,-1-1 0 0 0,1 0 1 0 0,0 0-1 0 0,0 0 1 0 0,0 0-1 0 0,0 0 0 0 0,0 0 1 0 0,0 0-1 0 0,1-1 0 0 0,-1 1 1 0 0,1-1-1 0 0,-1 0 0 0 0,1 0 1 0 0,-1 0-1 0 0,1 0 0 0 0,0 0 1 0 0,-1 0-1 0 0,1-1 0 0 0,0 1 1 0 0,0-1-1 0 0,-1 0 0 0 0,1 0 1 0 0,5 0-1 0 0,4 0 6 0 0,0-1 0 0 0,0 0 0 0 0,0-1 0 0 0,0 0 0 0 0,0 0 0 0 0,-1-2-1 0 0,1 1 1 0 0,-1-2 0 0 0,15-6 0 0 0,-4-2-14 0 0,0-1-1 0 0,-1 0 0 0 0,0-2 1 0 0,-1 0-1 0 0,34-37 1 0 0,-21 18 27 0 0,-32 34-43 0 0,11 31-317 0 0,-8-15 332 0 0,1 0 1 0 0,1 0 0 0 0,12 22-1 0 0,-16-35 9 0 0,0-1 0 0 0,0 1 0 0 0,0 0 0 0 0,1-1 0 0 0,-1 1 0 0 0,0-1 0 0 0,1 1 0 0 0,-1-1 0 0 0,1 0 0 0 0,-1 0 0 0 0,1 0 0 0 0,0-1 0 0 0,-1 1 0 0 0,1 0 0 0 0,0-1 0 0 0,0 0 0 0 0,-1 0 0 0 0,1 0 0 0 0,0 0 0 0 0,0 0 0 0 0,-1 0 0 0 0,1-1 0 0 0,0 1-1 0 0,-1-1 1 0 0,1 0 0 0 0,4-2 0 0 0,9-3 9 0 0,-1-1 0 0 0,1 0 0 0 0,17-12 0 0 0,-16 8-42 0 0,-1 2-85 0 0,0 1 1 0 0,26-10-1 0 0,-37 16 78 0 0,1 1-1 0 0,-1 0 1 0 0,1-1-1 0 0,-1 2 1 0 0,1-1-1 0 0,-1 1 1 0 0,1 0-1 0 0,-1 0 1 0 0,1 0-1 0 0,0 1 0 0 0,-1 0 1 0 0,8 2-1 0 0,-10-2 30 0 0,27 9-54 0 0,0-2 1 0 0,61 10-1 0 0,-87-18 159 0 0,-1 0 1 0 0,1 0-1 0 0,-1-1 1 0 0,0 1-1 0 0,1-1 1 0 0,-1 0-1 0 0,0 1 1 0 0,6-4-1 0 0,-8 4-49 0 0,0-1 0 0 0,0 1 0 0 0,0-1 0 0 0,0 1 0 0 0,0-1 0 0 0,0 1 0 0 0,0 0 0 0 0,1-1 0 0 0,-1 1 1 0 0,0 0-1 0 0,0 0 0 0 0,0 0 0 0 0,0 0 0 0 0,0 0 0 0 0,0 0 0 0 0,0 0 0 0 0,0 0 0 0 0,1 0 0 0 0,-1 1 0 0 0,0-1 0 0 0,0 0 0 0 0,0 1 0 0 0,0-1 0 0 0,0 1 0 0 0,0-1 0 0 0,0 1 0 0 0,0 0 0 0 0,0-1 1 0 0,-1 1-1 0 0,1 0 0 0 0,0-1 0 0 0,0 1 0 0 0,0 0 0 0 0,-1 0 0 0 0,1 0 0 0 0,0 1 0 0 0,31 23-9493 0 0,-19-17 4875 0 0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7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1 921 720 0 0,'0'0'139'0'0,"0"1"0"0"0,0-1 0 0 0,0 0 0 0 0,1 1 416 0 0,-1-1-416 0 0,0 0 0 0 0,0 0 0 0 0,1 0 0 0 0,-1 0 0 0 0,0 0 0 0 0,0 0 0 0 0,0 1 0 0 0,0-1 0 0 0,1 0 0 0 0,-1 0 0 0 0,0 0-1 0 0,0 0 1 0 0,1 0 0 0 0,-1 0 0 0 0,0 0 0 0 0,0 0 0 0 0,0 0 0 0 0,1 0 0 0 0,-1 0 0 0 0,0 0 0 0 0,0 0 0 0 0,0 0 0 0 0,1 0-1 0 0,-1 0 1 0 0,0 0 0 0 0,0-1 0 0 0,0 1 0 0 0,1 0 0 0 0,-1 0 0 0 0,0 0 0 0 0,0 0 0 0 0,1-1 417 0 0,-1 1-418 0 0,0 0 1 0 0,0 0 0 0 0,0 0 0 0 0,1-1 0 0 0,-1 1 0 0 0,23-14 1570 0 0,27-21-1674 0 0,-48 34 293 0 0,140-111 1736 0 0,-95 70-1302 0 0,-2-1 0 0 0,58-72-1 0 0,-81 86-515 0 0,-2 0 0 0 0,0-1 0 0 0,-2-2 0 0 0,-1 1-1 0 0,20-56 1 0 0,-29 61-120 0 0,-1 1-1 0 0,-1-2 0 0 0,-1 1 0 0 0,3-51 0 0 0,-8 69-106 0 0,0-1 1 0 0,0 0-1 0 0,-1 0 0 0 0,0 0 1 0 0,-1 0-1 0 0,0 1 0 0 0,0-1 0 0 0,-1 1 1 0 0,0-1-1 0 0,0 1 0 0 0,-1 0 1 0 0,0 0-1 0 0,-8-11 0 0 0,10 18-23 0 0,1 0 0 0 0,0 0 0 0 0,-1 0 0 0 0,1 0 0 0 0,-1 0 0 0 0,1 0 0 0 0,-1 1 0 0 0,1-1 0 0 0,-1 1 0 0 0,0-1 0 0 0,1 1-1 0 0,-1 0 1 0 0,0-1 0 0 0,1 1 0 0 0,-1 0 0 0 0,0 0 0 0 0,1 0 0 0 0,-1 0 0 0 0,0 1 0 0 0,1-1 0 0 0,-1 0 0 0 0,1 1 0 0 0,-1-1 0 0 0,0 1 0 0 0,1-1 0 0 0,-1 1 0 0 0,1 0 0 0 0,-1 0 0 0 0,1 0-1 0 0,0 0 1 0 0,-3 1 0 0 0,-38 33-33 0 0,19-7 37 0 0,2 1 0 0 0,1 0-1 0 0,1 2 1 0 0,2 0-1 0 0,1 1 1 0 0,1 1 0 0 0,2 0-1 0 0,1 0 1 0 0,2 2-1 0 0,1-1 1 0 0,2 1 0 0 0,2 1-1 0 0,1-1 1 0 0,0 67-1 0 0,5-88 7 0 0,0 1 0 0 0,1-1-1 0 0,1 1 1 0 0,0-1-1 0 0,0 0 1 0 0,2 0-1 0 0,0-1 1 0 0,0 1-1 0 0,1-1 1 0 0,1 0-1 0 0,0-1 1 0 0,11 14-1 0 0,-12-18-16 0 0,1 0 0 0 0,0-1 0 0 0,0 0 0 0 0,1 0 0 0 0,0 0 0 0 0,0-1 0 0 0,1-1-1 0 0,0 1 1 0 0,0-1 0 0 0,0-1 0 0 0,0 0 0 0 0,1 0 0 0 0,0-1 0 0 0,0 0 0 0 0,-1-1 0 0 0,2 0 0 0 0,16 2-1 0 0,-3-4-33 0 0,0 0 0 0 0,-1-1-1 0 0,1-1 1 0 0,-1-1 0 0 0,1-2-1 0 0,43-13 1 0 0,-28 3-6 0 0,0-1 0 0 0,-1-2 0 0 0,37-24 0 0 0,-60 35 243 0 0,-1-2 0 0 0,-1 0 0 0 0,1-1 0 0 0,-2 0 0 0 0,1-1 0 0 0,-1 0 0 0 0,-1-1 0 0 0,11-14 0 0 0,-21 24-133 0 0,-1 1 0 0 0,1-1-1 0 0,0 1 1 0 0,0-1 0 0 0,-1 0 0 0 0,1 1-1 0 0,-1-1 1 0 0,0 0 0 0 0,1 1 0 0 0,-1-1-1 0 0,0 0 1 0 0,0 1 0 0 0,0-1 0 0 0,0 0-1 0 0,-1 0 1 0 0,1-1 0 0 0,0 2-47 0 0,-1 0-1 0 0,1 1 1 0 0,0-1-1 0 0,0 0 1 0 0,-1 1 0 0 0,1-1-1 0 0,-1 0 1 0 0,1 1 0 0 0,0-1-1 0 0,-1 0 1 0 0,1 1-1 0 0,-1-1 1 0 0,1 1 0 0 0,-1-1-1 0 0,0 1 1 0 0,1-1 0 0 0,-1 1-1 0 0,0-1 1 0 0,1 1-1 0 0,-1 0 1 0 0,0-1 0 0 0,1 1-1 0 0,-1 0 1 0 0,0 0 0 0 0,0-1-1 0 0,1 1 1 0 0,-1 0 0 0 0,0 0-1 0 0,0 0 1 0 0,1 0-1 0 0,-1 0 1 0 0,0 0 0 0 0,0 0-1 0 0,1 0 1 0 0,-1 0 0 0 0,0 1-1 0 0,0-1 1 0 0,1 0-1 0 0,-1 0 1 0 0,-1 1 0 0 0,-10 4-11 0 0,0 0 1 0 0,0 0-1 0 0,0 1 1 0 0,0 1-1 0 0,1 0 0 0 0,-19 16 1 0 0,24-18 0 0 0,0-1 0 0 0,1 1 0 0 0,0 1 0 0 0,0-1 1 0 0,0 1-1 0 0,1 0 0 0 0,0 0 0 0 0,0 0 0 0 0,0 1 0 0 0,1-1 0 0 0,0 1 0 0 0,0 0 0 0 0,1 0 1 0 0,-3 12-1 0 0,5-16-17 0 0,0-1 0 0 0,0 1 0 0 0,0 0 0 0 0,0 0 0 0 0,0 0 0 0 0,1 0 0 0 0,-1-1 0 0 0,1 1 0 0 0,0 0 0 0 0,0 0 0 0 0,0-1 0 0 0,0 1 0 0 0,0-1 0 0 0,0 1 0 0 0,1-1 0 0 0,-1 1 0 0 0,1-1 0 0 0,2 3 0 0 0,1-1-40 0 0,-1 0-1 0 0,1 0 1 0 0,0 0 0 0 0,0 0-1 0 0,0-1 1 0 0,0 0-1 0 0,1 0 1 0 0,6 2 0 0 0,6 1-166 0 0,1 0 0 0 0,-1-2 0 0 0,1 0 0 0 0,29 3 0 0 0,-16-6 31 0 0,1-2 0 0 0,-1 0 0 0 0,0-2 0 0 0,0-2 0 0 0,0-1 1 0 0,0-1-1 0 0,-1-2 0 0 0,0-1 0 0 0,43-20 0 0 0,-59 23 360 0 0,0-1-1 0 0,-1 0 1 0 0,0-1 0 0 0,-1-1 0 0 0,1 0 0 0 0,-2-1-1 0 0,0 0 1 0 0,0 0 0 0 0,12-18 0 0 0,-22 28-94 0 0,-1 0 0 0 0,-1-1 0 0 0,1 1 1 0 0,0 0-1 0 0,0-1 0 0 0,0 1 0 0 0,-1-1 0 0 0,1 0 0 0 0,-1 1 1 0 0,1-1-1 0 0,-1 1 0 0 0,0-1 0 0 0,1-3 0 0 0,-1 4-41 0 0,0 1-1 0 0,-1-1 0 0 0,1 1 1 0 0,0-1-1 0 0,0 0 0 0 0,0 1 1 0 0,-1-1-1 0 0,1 1 0 0 0,0-1 1 0 0,-1 1-1 0 0,1-1 0 0 0,0 1 0 0 0,-1-1 1 0 0,1 1-1 0 0,-1-1 0 0 0,1 1 1 0 0,0-1-1 0 0,-1 1 0 0 0,1 0 1 0 0,-1-1-1 0 0,0 1 0 0 0,1 0 1 0 0,-1-1-1 0 0,0 1 0 0 0,-1-1-16 0 0,-1 1 0 0 0,1 0-1 0 0,0-1 1 0 0,0 1 0 0 0,0 0 0 0 0,-1 0-1 0 0,1 0 1 0 0,0 1 0 0 0,0-1-1 0 0,0 1 1 0 0,0-1 0 0 0,-1 1-1 0 0,1-1 1 0 0,0 1 0 0 0,0 0 0 0 0,0 0-1 0 0,0 0 1 0 0,-3 3 0 0 0,-10 6-53 0 0,11-8 21 0 0,0 1 0 0 0,1-1 0 0 0,-1 0 0 0 0,1 1 0 0 0,0 0-1 0 0,0-1 1 0 0,0 2 0 0 0,0-1 0 0 0,0 0 0 0 0,1 0 0 0 0,-1 1 0 0 0,1-1 0 0 0,0 1-1 0 0,0 0 1 0 0,0 0 0 0 0,-1 5 0 0 0,2-7-47 0 0,7 3-59 0 0,-6-4 106 0 0,1-1 0 0 0,0 1-1 0 0,-1 0 1 0 0,1 0 0 0 0,0 0 0 0 0,-1-1 0 0 0,1 1 0 0 0,0 0 0 0 0,0-1 0 0 0,0 1 0 0 0,0-1 0 0 0,0 1-1 0 0,0-1 1 0 0,0 1 0 0 0,0-1 0 0 0,0 0 0 0 0,0 1 0 0 0,0-1 0 0 0,0 0 0 0 0,0 0 0 0 0,2 0 0 0 0,17-2-366 0 0,-1-1 1 0 0,1 0 0 0 0,-1-2-1 0 0,0-1 1 0 0,0 0-1 0 0,21-11 1 0 0,-38 17 262 0 0,-2 6-298 0 0,0 0 365 0 0,1 0 0 0 0,0 0 1 0 0,0-1-1 0 0,1 1 1 0 0,3 8-1 0 0,-5-12 40 0 0,4 6-23 0 0,-4-6 31 0 0,0 0 0 0 0,1 0 0 0 0,-1-1 0 0 0,1 1 0 0 0,0 0 0 0 0,-1 0 0 0 0,1-1 0 0 0,0 1 0 0 0,0-1 0 0 0,0 1 0 0 0,0-1 0 0 0,0 1 0 0 0,1-1 1 0 0,-1 0-1 0 0,0 1 0 0 0,1-1 0 0 0,-1 0 0 0 0,1 0 0 0 0,-1 0 0 0 0,1 0 0 0 0,-1 0 0 0 0,1 0 0 0 0,0-1 0 0 0,0 1 0 0 0,-1 0 0 0 0,4 0 0 0 0,0-1 7 0 0,1 0-1 0 0,0 0 0 0 0,-1-1 1 0 0,1 0-1 0 0,-1 0 1 0 0,1 0-1 0 0,-1 0 1 0 0,1-1-1 0 0,-1 0 1 0 0,0 0-1 0 0,0-1 1 0 0,0 1-1 0 0,0-1 1 0 0,0 0-1 0 0,6-6 1 0 0,3 0-17 0 0,195-107-13 0 0,-208 115 22 0 0,0 0 0 0 0,0 0 0 0 0,1 1 0 0 0,-1-1 0 0 0,0 0 0 0 0,1 1 0 0 0,-1-1 0 0 0,0 1 0 0 0,1-1 0 0 0,-1 1 1 0 0,1 0-1 0 0,-1-1 0 0 0,0 1 0 0 0,1 0 0 0 0,-1 0 0 0 0,1 0 0 0 0,-1 0 0 0 0,1 0 0 0 0,-1 0 0 0 0,1 1 0 0 0,-1-1 0 0 0,3 1 0 0 0,-3 1 1 0 0,0-1-1 0 0,1 1 0 0 0,-1 0 0 0 0,0 0 0 0 0,0 0 0 0 0,0 0 1 0 0,0 0-1 0 0,0 0 0 0 0,0 0 0 0 0,-1 0 0 0 0,2 4 0 0 0,6 18 61 0 0,-7-21-85 0 0,1-1 0 0 0,-1 1 0 0 0,1 0-1 0 0,0-1 1 0 0,0 0 0 0 0,0 1 0 0 0,0-1 0 0 0,0 0-1 0 0,1 0 1 0 0,-1 0 0 0 0,1 0 0 0 0,-1-1-1 0 0,1 1 1 0 0,0-1 0 0 0,-1 1 0 0 0,1-1-1 0 0,0 0 1 0 0,6 1 0 0 0,-6-1-728 0 0,0 0 0 0 0,0-1 0 0 0,0 1-1 0 0,1-1 1 0 0,-1 0 0 0 0,0 0 0 0 0,1 0 0 0 0,-1 0 0 0 0,0-1-1 0 0,5-1 1 0 0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47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4 228 0 0,'7'-4'7097'0'0,"-6"12"-6805"0"0,1-1 1 0 0,0 1 0 0 0,0-1-1 0 0,1 1 1 0 0,0-1 0 0 0,0 0-1 0 0,1 0 1 0 0,0 0 0 0 0,0-1-1 0 0,9 12 1 0 0,-10-15-158 0 0,1 0 1 0 0,-1 0-1 0 0,1 0 0 0 0,0-1 0 0 0,0 1 0 0 0,0-1 0 0 0,0 0 1 0 0,0 0-1 0 0,0 0 0 0 0,1-1 0 0 0,-1 1 0 0 0,1-1 1 0 0,-1 0-1 0 0,1-1 0 0 0,-1 1 0 0 0,1-1 0 0 0,-1 1 1 0 0,1-2-1 0 0,0 1 0 0 0,8-2 0 0 0,73-13 739 0 0,-72 18-2716 0 0,2 2-4798 0 0,-4-2 3393 0 0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50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1 157 144 0 0,'0'0'6047'0'0,"5"-3"-5710"0"0,24-9 151 0 0,0-2-1 0 0,-2-1 1 0 0,0-2 0 0 0,0 0 0 0 0,-2-2-1 0 0,25-23 1 0 0,-50 42-475 0 0,0 0-1 0 0,0 0 0 0 0,1-1 1 0 0,-1 1-1 0 0,0 0 1 0 0,0-1-1 0 0,0 1 0 0 0,0 0 1 0 0,1-1-1 0 0,-1 1 1 0 0,0 0-1 0 0,0-1 0 0 0,0 1 1 0 0,0-1-1 0 0,0 1 1 0 0,0 0-1 0 0,0-1 0 0 0,0 1 1 0 0,0 0-1 0 0,0-1 0 0 0,0 1 1 0 0,0 0-1 0 0,0-1 1 0 0,0 1-1 0 0,-1-1 0 0 0,1 1 1 0 0,0 0-1 0 0,0-1 1 0 0,0 1-1 0 0,0 0 0 0 0,-1 0 1 0 0,1-1-1 0 0,0 1 1 0 0,0 0-1 0 0,-1-1 0 0 0,1 1 1 0 0,0 0-1 0 0,0 0 1 0 0,-1-1-1 0 0,1 1 0 0 0,0 0 1 0 0,-1 0-1 0 0,1 0 1 0 0,-1-1-4 0 0,0 0 1 0 0,0 1 0 0 0,0-1 0 0 0,0 1 0 0 0,0 0 0 0 0,0-1 0 0 0,0 1-1 0 0,0 0 1 0 0,0-1 0 0 0,0 1 0 0 0,-1 0 0 0 0,1 0 0 0 0,0 0 0 0 0,0 0 0 0 0,0 0-1 0 0,0 0 1 0 0,0 1 0 0 0,-2-1 0 0 0,-61 31 176 0 0,61-29-173 0 0,-1 0-1 0 0,0 1 0 0 0,1-1 1 0 0,-1 1-1 0 0,1 0 1 0 0,0 0-1 0 0,0 0 1 0 0,0 0-1 0 0,0 0 1 0 0,0 1-1 0 0,1-1 1 0 0,-1 1-1 0 0,1 0 0 0 0,0 0 1 0 0,-1 5-1 0 0,2-7-40 0 0,1 1 0 0 0,0 0 0 0 0,0 0 0 0 0,0-1 0 0 0,0 1-1 0 0,1 0 1 0 0,-1 0 0 0 0,1-1 0 0 0,0 1 0 0 0,-1 0-1 0 0,1-1 1 0 0,0 1 0 0 0,1-1 0 0 0,-1 1 0 0 0,0-1 0 0 0,1 1-1 0 0,-1-1 1 0 0,1 0 0 0 0,0 0 0 0 0,0 0 0 0 0,0 0 0 0 0,0 0-1 0 0,0 0 1 0 0,0-1 0 0 0,1 1 0 0 0,-1 0 0 0 0,0-1 0 0 0,1 0-1 0 0,-1 0 1 0 0,1 0 0 0 0,0 0 0 0 0,-1 0 0 0 0,5 1 0 0 0,7 2-1110 0 0,1-1 0 0 0,0 0 0 0 0,-1-1 1 0 0,27 1-1 0 0,-12-3-1348 0 0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50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90 272 704 0 0,'0'0'1403'0'0,"-6"1"-706"0"0,0 0-352 0 0,0 0 0 0 0,0 1 0 0 0,1-1 0 0 0,-1 1 0 0 0,0 0 0 0 0,1 1 0 0 0,-1-1 0 0 0,1 1 0 0 0,0 0 0 0 0,0 1 0 0 0,0-1 0 0 0,1 1 0 0 0,-8 7 0 0 0,11-9-70 0 0,1 2 55 0 0,0-4-315 0 0,0 1 1 0 0,0-1-1 0 0,0 0 1 0 0,0 1-1 0 0,0-1 0 0 0,0 1 1 0 0,0-1-1 0 0,0 0 1 0 0,0 1-1 0 0,0-1 0 0 0,0 1 1 0 0,0-1-1 0 0,0 0 1 0 0,0 1-1 0 0,0-1 0 0 0,1 0 1 0 0,-1 1-1 0 0,0-1 0 0 0,0 0 1 0 0,0 1-1 0 0,0-1 1 0 0,1 0-1 0 0,-1 1 0 0 0,0-1 1 0 0,0 0-1 0 0,1 1 1 0 0,-1-1-1 0 0,0 0 0 0 0,1 1 1 0 0,3 0 18 0 0,0 0 0 0 0,1 0 1 0 0,-1-1-1 0 0,0 1 1 0 0,0-1-1 0 0,1 0 0 0 0,-1 0 1 0 0,0-1-1 0 0,0 1 0 0 0,1-1 1 0 0,-1 0-1 0 0,0 0 0 0 0,0 0 1 0 0,0-1-1 0 0,6-2 0 0 0,-3 0-8 0 0,0 0 0 0 0,0-1-1 0 0,0 0 1 0 0,0 0 0 0 0,0-1-1 0 0,-1 0 1 0 0,7-8-1 0 0,1-5 77 0 0,0 0-1 0 0,-1 0 1 0 0,-2-1-1 0 0,18-40 1 0 0,-23 46 575 0 0,-1-1 0 0 0,0-1 0 0 0,-1 1 0 0 0,-1-1 0 0 0,0 1 1 0 0,1-32-1 0 0,-17 68-412 0 0,8-16-215 0 0,0 7-80 0 0,0 0-1 0 0,0 0 1 0 0,1 0-1 0 0,0 1 1 0 0,1 0-1 0 0,1-1 1 0 0,0 1-1 0 0,1 0 1 0 0,0 0 0 0 0,2 17-1 0 0,0-8-882 0 0,1 1 0 0 0,2-1-1 0 0,0 1 1 0 0,1-1 0 0 0,8 21 0 0 0,-2-17-2573 0 0,4-1 268 0 0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51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1 788 384 0 0,'41'-42'5302'0'0,"37"-12"-2350"0"0,-8 7-1357 0 0,-63 42-1470 0 0,38-31 888 0 0,47-46-1 0 0,-79 68-847 0 0,-1 1 0 0 0,-1-2 0 0 0,0 1-1 0 0,0-2 1 0 0,-2 1 0 0 0,0-1 0 0 0,13-33 0 0 0,-13 26-54 0 0,-2-2-1 0 0,0 1 1 0 0,-2-1-1 0 0,0 1 1 0 0,1-46 0 0 0,-6 62-96 0 0,0 0-1 0 0,0 0 1 0 0,-1 0 0 0 0,0 0 0 0 0,-1 1-1 0 0,1-1 1 0 0,-1 0 0 0 0,-1 1 0 0 0,0 0-1 0 0,0-1 1 0 0,0 1 0 0 0,-1 0 0 0 0,0 0-1 0 0,0 1 1 0 0,0-1 0 0 0,-1 1 0 0 0,0 0 0 0 0,-1 0-1 0 0,1 1 1 0 0,-1 0 0 0 0,0 0 0 0 0,-13-8-1 0 0,16 11-15 0 0,0 0-1 0 0,0 1 0 0 0,0-1 0 0 0,0 1 1 0 0,0 0-1 0 0,-1 0 0 0 0,1 0 0 0 0,-1 0 1 0 0,1 0-1 0 0,-1 1 0 0 0,1 0 0 0 0,-1 0 0 0 0,1 0 1 0 0,-1 0-1 0 0,1 0 0 0 0,-1 1 0 0 0,1-1 1 0 0,0 1-1 0 0,-7 2 0 0 0,5 0-1 0 0,-1 0 0 0 0,1 0 0 0 0,-1 0 1 0 0,1 1-1 0 0,0 0 0 0 0,1 0 0 0 0,-1 0 0 0 0,1 1 0 0 0,0-1 0 0 0,-5 8 0 0 0,-6 10 0 0 0,2 1-1 0 0,0 0 1 0 0,2 1 0 0 0,-9 27-1 0 0,-6 23 30 0 0,4 1-1 0 0,2 0 0 0 0,5 2 1 0 0,-8 90-1 0 0,21-96 31 0 0,2-1-1 0 0,18 121 1 0 0,-9-122 12 0 0,-4 0 1 0 0,-4 125 0 0 0,-2-189-64 0 0,1 7 21 0 0,-1 1 1 0 0,-1 0-1 0 0,-1-1 1 0 0,0 1-1 0 0,-7 19 1 0 0,10-32-26 0 0,-1 1 1 0 0,1 0-1 0 0,-1-1 1 0 0,1 1 0 0 0,-1-1-1 0 0,0 1 1 0 0,1-1-1 0 0,-1 1 1 0 0,0-1-1 0 0,0 1 1 0 0,1-1 0 0 0,-1 1-1 0 0,0-1 1 0 0,0 0-1 0 0,1 0 1 0 0,-1 1-1 0 0,0-1 1 0 0,0 0 0 0 0,0 0-1 0 0,0 0 1 0 0,1 0-1 0 0,-1 0 1 0 0,0 0-1 0 0,0 0 1 0 0,0 0 0 0 0,0 0-1 0 0,1 0 1 0 0,-1 0-1 0 0,0-1 1 0 0,0 1-1 0 0,0 0 1 0 0,1-1 0 0 0,-1 1-1 0 0,0-1 1 0 0,0 1-1 0 0,1 0 1 0 0,-1-1-1 0 0,0 0 1 0 0,1 1 0 0 0,-2-1-1 0 0,-24-23-48 0 0,22 17 28 0 0,0-1-1 0 0,1 0 1 0 0,0 0 0 0 0,0 0 0 0 0,1 0-1 0 0,0 0 1 0 0,1 0 0 0 0,0-1-1 0 0,0 1 1 0 0,0-1 0 0 0,2-13 0 0 0,0-2-38 0 0,2 0 1 0 0,10-43 0 0 0,-4 37 33 0 0,1 1 1 0 0,1 0-1 0 0,2 0 0 0 0,1 2 0 0 0,1-1 1 0 0,1 2-1 0 0,1 0 0 0 0,2 1 1 0 0,0 0-1 0 0,2 2 0 0 0,0 1 0 0 0,2 0 1 0 0,34-25-1 0 0,-50 42 21 0 0,0 1 1 0 0,0 0-1 0 0,1 0 1 0 0,0 0-1 0 0,-1 1 0 0 0,1 0 1 0 0,0 1-1 0 0,0 0 1 0 0,0 0-1 0 0,1 1 0 0 0,-1-1 1 0 0,0 2-1 0 0,1-1 0 0 0,-1 2 1 0 0,1-1-1 0 0,-1 1 1 0 0,0 0-1 0 0,0 0 0 0 0,1 1 1 0 0,-1 0-1 0 0,0 1 1 0 0,0 0-1 0 0,-1 0 0 0 0,1 1 1 0 0,-1 0-1 0 0,0 0 1 0 0,1 1-1 0 0,-2-1 0 0 0,1 2 1 0 0,-1-1-1 0 0,1 1 1 0 0,-2 0-1 0 0,8 9 0 0 0,-9-11 13 0 0,0 1 0 0 0,0-1 0 0 0,1 0 0 0 0,-1 0 0 0 0,1 0-1 0 0,0-1 1 0 0,0 1 0 0 0,0-1 0 0 0,7 3 0 0 0,-9-5 4 0 0,0-1 1 0 0,0 1-1 0 0,0 0 1 0 0,0-1-1 0 0,0 0 0 0 0,1 0 1 0 0,-1 0-1 0 0,0 0 1 0 0,0 0-1 0 0,0-1 1 0 0,0 1-1 0 0,0-1 1 0 0,0 0-1 0 0,0 0 0 0 0,0 0 1 0 0,0 0-1 0 0,-1 0 1 0 0,1-1-1 0 0,3-2 1 0 0,10-5 46 0 0,-1-1 0 0 0,0-1 0 0 0,-1-1 0 0 0,-1 0 0 0 0,13-14 0 0 0,-25 25-66 0 0,0 1 0 0 0,-1-1 0 0 0,1 0 0 0 0,0 0 0 0 0,0 0 0 0 0,0 1 0 0 0,0-1 0 0 0,0 0 0 0 0,0 1 0 0 0,0-1 0 0 0,0 1 0 0 0,0-1 0 0 0,0 1 0 0 0,0-1 0 0 0,0 1 0 0 0,0 0 0 0 0,1 0 1 0 0,-1-1-1 0 0,0 1 0 0 0,0 0 0 0 0,0 0 0 0 0,0 0 0 0 0,1 0 0 0 0,-1 0 0 0 0,0 1 0 0 0,0-1 0 0 0,0 0 0 0 0,0 1 0 0 0,0-1 0 0 0,1 0 0 0 0,-1 1 0 0 0,0-1 0 0 0,0 1 0 0 0,0 0 0 0 0,0-1 0 0 0,0 1 0 0 0,-1 0 0 0 0,1 0 0 0 0,0-1 0 0 0,1 3 1 0 0,2 0 9 0 0,0-1 0 0 0,0 0 0 0 0,0 1 0 0 0,0-2 0 0 0,0 1 0 0 0,1 0 0 0 0,-1-1 0 0 0,6 2 0 0 0,-9-3 22 0 0,0 1 0 0 0,0-1 0 0 0,0 0 1 0 0,0 1-1 0 0,0-1 0 0 0,0 0 1 0 0,0 0-1 0 0,0 0 0 0 0,0 0 0 0 0,0 0 1 0 0,0 0-1 0 0,0 0 0 0 0,1 0 0 0 0,-1 0 1 0 0,0 0-1 0 0,0-1 0 0 0,0 1 0 0 0,0 0 1 0 0,0-1-1 0 0,0 1 0 0 0,0-1 0 0 0,0 1 1 0 0,0-1-1 0 0,0 1 0 0 0,-1-1 0 0 0,1 0 1 0 0,0 1-1 0 0,0-1 0 0 0,0 0 0 0 0,-1 0 1 0 0,1 0-1 0 0,0 0 0 0 0,-1 1 0 0 0,1-1 1 0 0,-1 0-1 0 0,1 0 0 0 0,-1 0 0 0 0,1 0 1 0 0,-1 0-1 0 0,0-2 0 0 0,0 1 6 0 0,0 0 1 0 0,0-1-1 0 0,-1 1 0 0 0,1-1 0 0 0,-1 1 1 0 0,1 0-1 0 0,-1-1 0 0 0,0 1 0 0 0,0 0 0 0 0,0-1 1 0 0,-1 1-1 0 0,1 0 0 0 0,0 0 0 0 0,-1 0 0 0 0,1 0 1 0 0,-4-2-1 0 0,-6-8-18 0 0,9 9-328 0 0,0 1 1 0 0,0-1-1 0 0,-1 1 1 0 0,1 0-1 0 0,-1 0 1 0 0,1 0-1 0 0,-1 0 1 0 0,0 0-1 0 0,-5-2 1 0 0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51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1 788 0 0,'0'0'1030'0'0,"14"24"4789"0"0,-15-21-5573 0 0,1 1-1 0 0,0-1 1 0 0,0 1-1 0 0,0-1 0 0 0,1 0 1 0 0,-1 1-1 0 0,1-1 1 0 0,0 0-1 0 0,-1 1 0 0 0,2-1 1 0 0,-1 0-1 0 0,3 6 0 0 0,-2-8-172 0 0,-1 0 0 0 0,1 0-1 0 0,0 0 1 0 0,0 0-1 0 0,0 0 1 0 0,0 0-1 0 0,0-1 1 0 0,0 1-1 0 0,0-1 1 0 0,0 1 0 0 0,0-1-1 0 0,0 0 1 0 0,0 0-1 0 0,1 0 1 0 0,-1 0-1 0 0,0 0 1 0 0,0 0-1 0 0,0-1 1 0 0,0 1 0 0 0,4-2-1 0 0,42-8 584 0 0,-35 7-500 0 0,0 0 0 0 0,0 1 0 0 0,19-1 0 0 0,24 11-5022 0 0,-42-4 1547 0 0,-2-2 257 0 0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4:59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1 887 932 0 0,'0'0'2559'0'0,"2"10"5746"0"0,31-31-7645 0 0,-2-1-1 0 0,-1-2 0 0 0,-1-1 0 0 0,-1-1 0 0 0,46-56 0 0 0,-22 15-75 0 0,71-120-1 0 0,-96 143-471 0 0,14-25 95 0 0,-2-1 0 0 0,38-96 0 0 0,-74 158-185 0 0,3-10 48 0 0,1 0 0 0 0,16-29 1 0 0,-22 45-88 0 0,-8 5-118 0 0,-10 5 122 0 0,1 0 0 0 0,1 2 1 0 0,-1 0-1 0 0,2 0 0 0 0,-1 1 1 0 0,2 1-1 0 0,-1 1 0 0 0,-21 27 1 0 0,0 3 8 0 0,-52 85 1 0 0,61-83-3 0 0,-39 91-1 0 0,55-112-47 0 0,2 2-1 0 0,1-1 1 0 0,0 1-1 0 0,2 0 1 0 0,-3 43 0 0 0,8-60-42 0 0,0-1 1 0 0,0 0 0 0 0,0 0 0 0 0,1 1 0 0 0,1-1 0 0 0,-1 0 0 0 0,2 0 0 0 0,-1 0 0 0 0,1 0 0 0 0,0-1-1 0 0,0 1 1 0 0,9 13 0 0 0,-9-17 9 0 0,1 1-1 0 0,0-1 1 0 0,0 0-1 0 0,0-1 0 0 0,0 1 1 0 0,0-1-1 0 0,1 0 1 0 0,0 0-1 0 0,0 0 0 0 0,0 0 1 0 0,0-1-1 0 0,0 0 1 0 0,0 0-1 0 0,0 0 0 0 0,1-1 1 0 0,-1 0-1 0 0,1 0 1 0 0,-1 0-1 0 0,11-1 0 0 0,2 0-106 0 0,0-1-1 0 0,-1-1 0 0 0,1-1 1 0 0,0-1-1 0 0,-1 0 1 0 0,0-1-1 0 0,0-1 0 0 0,0-1 1 0 0,15-8-1 0 0,-7 1 146 0 0,0 0 0 0 0,-1-1 0 0 0,-1-1 0 0 0,-1-2 0 0 0,21-19 0 0 0,-32 25 815 0 0,0 0 0 0 0,18-25 0 0 0,-28 36-482 0 0,-1 0-244 0 0,-1 1 0 0 0,1 0 0 0 0,0-1 0 0 0,-1 1 0 0 0,1 0 0 0 0,-1 0 0 0 0,1 0 1 0 0,0-1-1 0 0,-1 1 0 0 0,1 0 0 0 0,-1 0 0 0 0,1 0 0 0 0,-1 0 0 0 0,1 0 0 0 0,0 0 0 0 0,-1 0 0 0 0,1 0 1 0 0,-1 0-1 0 0,1 0 0 0 0,-1 0 0 0 0,1 0 0 0 0,0 0 0 0 0,-1 0 0 0 0,1 0 0 0 0,-1 1 0 0 0,1-1 0 0 0,0 0 1 0 0,-1 0-1 0 0,1 0 0 0 0,-1 1 0 0 0,1-1 0 0 0,0 0 0 0 0,-1 0 0 0 0,1 1 0 0 0,-1 0 0 0 0,-32 17 305 0 0,22-11-323 0 0,1 0 0 0 0,0 0 0 0 0,0 1-1 0 0,-11 13 1 0 0,21-21-19 0 0,-3 3-39 0 0,0 0 0 0 0,1 0 1 0 0,0 1-1 0 0,0-1 0 0 0,0 1 0 0 0,0 0 1 0 0,0-1-1 0 0,1 1 0 0 0,-2 5 0 0 0,3-6-72 0 0,13 7-225 0 0,-4-11 145 0 0,1 0 0 0 0,-1 0 0 0 0,0-1 0 0 0,0-1 0 0 0,0 0 0 0 0,17-7 0 0 0,20-5-888 0 0,-44 15 1052 0 0,0 1 1 0 0,0 0-1 0 0,1 0 1 0 0,-1 0 0 0 0,0 0-1 0 0,0 1 1 0 0,0-1 0 0 0,0 0-1 0 0,0 1 1 0 0,0 0-1 0 0,0-1 1 0 0,-1 1 0 0 0,3 3-1 0 0,14 11-71 0 0,-11-14 93 0 0,-1 0-1 0 0,0 0 0 0 0,1 0 1 0 0,-1-1-1 0 0,1 0 0 0 0,-1 0 1 0 0,1 0-1 0 0,0-1 0 0 0,-1 0 1 0 0,1 0-1 0 0,0-1 1 0 0,-1 0-1 0 0,1 0 0 0 0,-1-1 1 0 0,1 0-1 0 0,9-4 0 0 0,17-6 50 0 0,59-33 0 0 0,-68 33 2 0 0,37-13 228 0 0,-60 24-258 0 0,3 2-15 0 0,0 1-1 0 0,1-1 0 0 0,-1 1-1 0 0,1 0 1 0 0,-1 1 0 0 0,0-1 0 0 0,0 1 0 0 0,0-1 0 0 0,0 1-1 0 0,0 1 1 0 0,-1-1 0 0 0,1 0 0 0 0,-1 1 0 0 0,3 4 0 0 0,16 13 16 0 0,-11-15-16 0 0,1 0 0 0 0,0 0 0 0 0,1-1 0 0 0,-1-1 0 0 0,1 0 0 0 0,0-1 0 0 0,0 0 0 0 0,0-1 0 0 0,0-1 0 0 0,0 0 0 0 0,1 0 0 0 0,-1-2 0 0 0,0 1 0 0 0,0-2 0 0 0,0 0 0 0 0,18-4 0 0 0,-21 3 26 0 0,1 1 1 0 0,-1-1 0 0 0,0-1-1 0 0,0 1 1 0 0,0-2 0 0 0,-1 0-1 0 0,1 0 1 0 0,-1 0 0 0 0,0-1-1 0 0,0-1 1 0 0,-1 1 0 0 0,0-1 0 0 0,0-1-1 0 0,-1 0 1 0 0,0 0 0 0 0,0 0-1 0 0,-1-1 1 0 0,0 0 0 0 0,0 0-1 0 0,6-16 1 0 0,-11 24-4 0 0,0-1 0 0 0,-1 1-1 0 0,1-1 1 0 0,0 1 0 0 0,-1-1 0 0 0,0 1-1 0 0,1-1 1 0 0,-1 0 0 0 0,0 1 0 0 0,0-1-1 0 0,0 0 1 0 0,0 1 0 0 0,0-1 0 0 0,0 0-1 0 0,0 1 1 0 0,0-1 0 0 0,-1 0 0 0 0,0-1 0 0 0,0 2-21 0 0,1 1 1 0 0,-1 0-1 0 0,0-1 1 0 0,1 1-1 0 0,-1 0 1 0 0,0-1-1 0 0,1 1 1 0 0,-1 0 0 0 0,0 0-1 0 0,0 0 1 0 0,1 0-1 0 0,-1 0 1 0 0,0 0-1 0 0,0 0 1 0 0,1 0-1 0 0,-1 0 1 0 0,0 0 0 0 0,0 0-1 0 0,1 0 1 0 0,-1 0-1 0 0,0 1 1 0 0,1-1-1 0 0,-1 0 1 0 0,0 1 0 0 0,1-1-1 0 0,-2 1 1 0 0,-5 3-1 0 0,1-1-1 0 0,1 1 1 0 0,-1 0 0 0 0,0 1 0 0 0,1 0 0 0 0,0-1 0 0 0,-7 9 0 0 0,-8 17 14 0 0,1 1 1 0 0,1 1 0 0 0,1 0-1 0 0,2 1 1 0 0,-16 53-1 0 0,-35 182 88 0 0,25-88-17 0 0,35-155 59 0 0,10-33 101 0 0,25-44-268 0 0,34-16-650 0 0,117-97 0 0 0,-108 103 439 0 0,98-108 0 0 0,-155 154 399 0 0,-8 9 147 0 0,-1-1 1 0 0,1 1 0 0 0,-2-1 0 0 0,8-12 0 0 0,-12 19 54 0 0,1-8 43 0 0,-2 9-391 0 0,0 0 1 0 0,0-1-1 0 0,0 1 1 0 0,1 0-1 0 0,-1 0 1 0 0,0 0-1 0 0,0 0 1 0 0,0 0-1 0 0,0-1 1 0 0,0 1-1 0 0,0 0 1 0 0,0 0-1 0 0,0 0 1 0 0,0 0-1 0 0,0-1 1 0 0,0 1-1 0 0,0 0 1 0 0,0 0-1 0 0,0 0 1 0 0,0 0-1 0 0,-1 0 1 0 0,1-1-1 0 0,0 1 1 0 0,0 0-1 0 0,0 0 1 0 0,0 0-1 0 0,0 0 1 0 0,0 0-1 0 0,0 0 1 0 0,0-1-1 0 0,0 1 1 0 0,-1 0-1 0 0,1 0 0 0 0,0 0 1 0 0,0 0-1 0 0,0 0 1 0 0,0 0-1 0 0,0 0 1 0 0,0 0-1 0 0,-1 0 1 0 0,1 0-1 0 0,0 0 1 0 0,0 0-1 0 0,0-1 1 0 0,0 1-1 0 0,-1 0 1 0 0,1 0-1 0 0,0 0 1 0 0,0 0-1 0 0,0 0 1 0 0,0 0-1 0 0,0 0 1 0 0,-1 1-1 0 0,1-1 1 0 0,0 0-1 0 0,0 0 1 0 0,0 0-1 0 0,0 0 1 0 0,-1 0-1 0 0,1 0 1 0 0,0 0-1 0 0,0 0 1 0 0,0 0-1 0 0,0 0 1 0 0,0 0-1 0 0,0 0 1 0 0,0 1-1 0 0,-1-1 1 0 0,-3 3 18 0 0,0-1 1 0 0,0 1-1 0 0,0 0 0 0 0,1 1 1 0 0,-1-1-1 0 0,1 1 1 0 0,-1 0-1 0 0,1-1 1 0 0,1 1-1 0 0,-1 1 0 0 0,0-1 1 0 0,1 0-1 0 0,0 1 1 0 0,0-1-1 0 0,0 1 1 0 0,1-1-1 0 0,-1 1 0 0 0,1 0 1 0 0,0 0-1 0 0,1 0 1 0 0,-1 6-1 0 0,1-4-232 0 0,1 0 0 0 0,0 0 0 0 0,0 1-1 0 0,1-1 1 0 0,0 0 0 0 0,0 0 0 0 0,0-1 0 0 0,1 1 0 0 0,0 0-1 0 0,6 8 1 0 0,-4-7-1398 0 0,0-1-1 0 0,1 0 1 0 0,0 0 0 0 0,0-1-1 0 0,8 6 1 0 0,4 3-2681 0 0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2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43 861 176 0 0,'-36'44'4978'0'0,"30"-33"-1106"0"0,22-27-2952 0 0,30-40-62 0 0,45-71 1 0 0,-82 113-774 0 0,165-268 1020 0 0,-152 240-985 0 0,-2 0 0 0 0,-1-2-1 0 0,-3 0 1 0 0,21-91 0 0 0,-34 67 45 0 0,-4 46-73 0 0,1 19-76 0 0,0 1-7 0 0,-2-9-16 0 0,2 11 5 0 0,0-1 1 0 0,0 1 0 0 0,-1-1 0 0 0,1 1 0 0 0,0 0 0 0 0,0-1 0 0 0,-1 1 0 0 0,1 0 0 0 0,0-1-1 0 0,0 1 1 0 0,-1 0 0 0 0,1-1 0 0 0,0 1 0 0 0,-1 0 0 0 0,1 0 0 0 0,-1-1 0 0 0,1 1 0 0 0,0 0-1 0 0,-1 0 1 0 0,1 0 0 0 0,-1-1 0 0 0,1 1 0 0 0,0 0 0 0 0,-1 0 0 0 0,1 0 0 0 0,-1 0 0 0 0,1 0-1 0 0,-1 0 1 0 0,1 0 0 0 0,-1 0 0 0 0,1 0 0 0 0,0 0 0 0 0,-1 0 0 0 0,1 0 0 0 0,-1 0 0 0 0,1 1-1 0 0,-1-1 1 0 0,1 0 0 0 0,0 0 0 0 0,-1 0 0 0 0,1 0 0 0 0,-1 1 0 0 0,1-1 0 0 0,0 0 0 0 0,-1 1-1 0 0,1-1 1 0 0,0 0 0 0 0,0 1 0 0 0,-1-1 0 0 0,-14 12-29 0 0,1 2 20 0 0,2 0 1 0 0,0 0-1 0 0,1 1 0 0 0,0 1 1 0 0,1 0-1 0 0,1 0 1 0 0,0 1-1 0 0,1 0 1 0 0,-5 20-1 0 0,0 2-4 0 0,2 1-1 0 0,-10 81 1 0 0,19-98 15 0 0,1 0-1 0 0,1 0 1 0 0,1 0 0 0 0,1 0 0 0 0,1 0-1 0 0,1-1 1 0 0,1 1 0 0 0,11 29 0 0 0,-13-44 0 0 0,1 0 0 0 0,0 0 0 0 0,0 0 0 0 0,0 0 0 0 0,1-1 0 0 0,1 0 0 0 0,-1 0 0 0 0,1 0 0 0 0,0-1 0 0 0,1 1 0 0 0,-1-1 0 0 0,1-1 0 0 0,13 9 0 0 0,-13-11 4 0 0,-1 0-1 0 0,0 0 1 0 0,1-1 0 0 0,0 0-1 0 0,0 0 1 0 0,-1 0-1 0 0,1-1 1 0 0,0 0-1 0 0,0 0 1 0 0,0-1-1 0 0,0 0 1 0 0,0 0 0 0 0,0-1-1 0 0,0 0 1 0 0,0 0-1 0 0,0 0 1 0 0,13-5-1 0 0,-12 2 14 0 0,1 1-1 0 0,0-1 1 0 0,-1 0 0 0 0,0-1-1 0 0,0 0 1 0 0,0 0-1 0 0,-1-1 1 0 0,0 0 0 0 0,0 0-1 0 0,0-1 1 0 0,-1 0-1 0 0,0 0 1 0 0,0 0 0 0 0,-1-1-1 0 0,0 0 1 0 0,0 0-1 0 0,-1 0 1 0 0,0-1-1 0 0,0 1 1 0 0,-1-1 0 0 0,0 0-1 0 0,-1 0 1 0 0,0 0-1 0 0,0 0 1 0 0,0-16 0 0 0,-2 24 84 0 0,0 0-88 0 0,0 1-14 0 0,0-1 1 0 0,0 0-1 0 0,0 1 1 0 0,0-1-1 0 0,0 0 0 0 0,0 1 1 0 0,0-1-1 0 0,-1 0 1 0 0,1 1-1 0 0,0-1 0 0 0,0 1 1 0 0,-1-1-1 0 0,1 0 1 0 0,0 1-1 0 0,-1-1 1 0 0,1 1-1 0 0,-1-1 0 0 0,1 1 1 0 0,0-1-1 0 0,-1 1 1 0 0,1-1-1 0 0,-1 1 1 0 0,1 0-1 0 0,-1-1 0 0 0,0 1 1 0 0,1 0-1 0 0,-1-1 1 0 0,1 1-1 0 0,-1 0 0 0 0,0 0 1 0 0,1 0-1 0 0,-1-1 1 0 0,0 1-1 0 0,1 0 1 0 0,-1 0-1 0 0,0 0 0 0 0,1 0 1 0 0,-1 0-1 0 0,0 0 1 0 0,1 0-1 0 0,-1 0 0 0 0,1 1 1 0 0,-2-1-1 0 0,-3 4-4 0 0,0 0 0 0 0,0 0 0 0 0,0 1 0 0 0,0 0 0 0 0,1 0 0 0 0,0 0 0 0 0,0 0 0 0 0,0 1-1 0 0,1-1 1 0 0,0 1 0 0 0,0 0 0 0 0,0 0 0 0 0,1 0 0 0 0,0 0 0 0 0,0 1 0 0 0,1-1 0 0 0,-2 11 0 0 0,2-12 2 0 0,1 0 1 0 0,-1 0 0 0 0,1 0-1 0 0,0 0 1 0 0,1 0-1 0 0,-1 0 1 0 0,1 0 0 0 0,0 0-1 0 0,0 0 1 0 0,1 0 0 0 0,-1-1-1 0 0,1 1 1 0 0,0 0-1 0 0,0-1 1 0 0,1 1 0 0 0,-1-1-1 0 0,1 0 1 0 0,0 0 0 0 0,0 0-1 0 0,1 0 1 0 0,-1-1-1 0 0,1 1 1 0 0,0-1 0 0 0,4 3-1 0 0,-4-5 5 0 0,0 0 0 0 0,0 0 0 0 0,1-1-1 0 0,-1 0 1 0 0,0 0 0 0 0,0 0 0 0 0,0 0-1 0 0,0 0 1 0 0,1-1 0 0 0,-1 0-1 0 0,0 0 1 0 0,0 0 0 0 0,0-1 0 0 0,0 1-1 0 0,-1-1 1 0 0,6-3 0 0 0,9-6-9 0 0,-1-1 1 0 0,0 0-1 0 0,-1-2 1 0 0,0 0-1 0 0,-1-1 1 0 0,18-23-1 0 0,24-22-170 0 0,-56 59 170 0 0,1 0 1 0 0,-1 0 0 0 0,0 1 0 0 0,1-1 0 0 0,-1 1 0 0 0,1-1-1 0 0,-1 1 1 0 0,1-1 0 0 0,-1 1 0 0 0,1 0 0 0 0,-1 0 0 0 0,1-1-1 0 0,0 1 1 0 0,-1 0 0 0 0,1 1 0 0 0,-1-1 0 0 0,1 0 0 0 0,-1 0-1 0 0,1 1 1 0 0,-1-1 0 0 0,1 1 0 0 0,-1-1 0 0 0,1 1 0 0 0,-1 0 0 0 0,1-1-1 0 0,-1 1 1 0 0,0 0 0 0 0,3 2 0 0 0,39 32-49 0 0,-36-28 52 0 0,12 9-272 0 0,1-1 0 0 0,33 19 0 0 0,-51-33 212 0 0,-1 0 0 0 0,1-1 1 0 0,0 1-1 0 0,0 0 1 0 0,0-1-1 0 0,0 1 0 0 0,0-1 1 0 0,0 0-1 0 0,1 0 1 0 0,-1 0-1 0 0,0 0 0 0 0,0 0 1 0 0,0 0-1 0 0,0 0 1 0 0,0-1-1 0 0,0 1 0 0 0,0-1 1 0 0,0 1-1 0 0,0-1 1 0 0,0 0-1 0 0,0 0 0 0 0,-1 0 1 0 0,1 0-1 0 0,0 0 1 0 0,-1 0-1 0 0,1 0 1 0 0,0-1-1 0 0,-1 1 0 0 0,1-1 1 0 0,-1 1-1 0 0,3-4 1 0 0,4-6-131 0 0,0 0 1 0 0,-1 0 0 0 0,11-23 0 0 0,-8 14 36 0 0,-7 17 277 0 0,-1-1 1 0 0,0 0-1 0 0,0 1 1 0 0,0-1-1 0 0,-1 0 1 0 0,1 0-1 0 0,-1 0 1 0 0,0-1-1 0 0,0 1 1 0 0,0-5-1 0 0,-1 7 673 0 0,0 2-771 0 0,1-1 0 0 0,-1 1 0 0 0,0-1 0 0 0,0 1 0 0 0,0-1 1 0 0,-1 1-1 0 0,1-1 0 0 0,0 1 0 0 0,0-1 0 0 0,0 1 0 0 0,0-1 0 0 0,0 1 0 0 0,-1-1 1 0 0,1 1-1 0 0,0-1 0 0 0,0 1 0 0 0,-1-1 0 0 0,1 1 0 0 0,0 0 0 0 0,-1-1 1 0 0,1 1-1 0 0,0 0 0 0 0,-1-1 0 0 0,1 1 0 0 0,0 0 0 0 0,-1-1 0 0 0,1 1 0 0 0,-1 0 1 0 0,1 0-1 0 0,-1-1 0 0 0,1 1 0 0 0,-1 0 0 0 0,1 0 0 0 0,-1 0 0 0 0,0 0 1 0 0,-15 9 124 0 0,0 1 1 0 0,0 1 0 0 0,1 1 0 0 0,0 0 0 0 0,-21 24 0 0 0,27-27-454 0 0,1 1 0 0 0,0 0 0 0 0,0 0 0 0 0,1 0 1 0 0,1 1-1 0 0,0 0 0 0 0,0 1 0 0 0,1-1 0 0 0,-7 24 0 0 0,12-34 25 0 0,0 16-3081 0 0,0-13 1082 0 0,2 5-510 0 0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2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16 436 0 0,'16'-15'6330'0'0,"-16"15"-6231"0"0,0 0-1 0 0,0 0 0 0 0,1 0 0 0 0,-1 0 1 0 0,0 0-1 0 0,0 0 0 0 0,1 0 0 0 0,-1 0 0 0 0,0 0 1 0 0,0 0-1 0 0,1 0 0 0 0,-1 0 0 0 0,0 0 0 0 0,0 0 1 0 0,1 0-1 0 0,-1 0 0 0 0,0 0 0 0 0,0 0 1 0 0,1 0-1 0 0,-1 0 0 0 0,0 0 0 0 0,0 0 0 0 0,1 0 1 0 0,-1 0-1 0 0,0 1 0 0 0,0-1 0 0 0,0 0 1 0 0,1 0-1 0 0,-1 0 0 0 0,0 0 0 0 0,0 1 0 0 0,0-1 1 0 0,0 0-1 0 0,1 0 0 0 0,-1 0 0 0 0,0 1 0 0 0,0-1 1 0 0,4 38 1871 0 0,-4-34-2035 0 0,0 14 370 0 0,0 63 681 0 0,10 82-1 0 0,-2-85-1966 0 0,-7-27-4108 0 0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2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910 286 732 0 0,'32'-16'3122'0'0,"-3"5"-2122"0"0,0 2 0 0 0,0 0-1 0 0,50-6 1 0 0,-8 1-5471 0 0,-59 12 2565 0 0</inkml:trace>
  <inkml:trace contextRef="#ctx0" brushRef="#br0" timeOffset="1">84 127 300 0 0,'-25'1'1340'0'0,"-1"-2"-132"0"0,16 4-140 0 0,-2-5 737 0 0,2-4 267 0 0,33-12-1660 0 0,3 6-168 0 0,11-2-236 0 0,9 2-228 0 0,26-9-292 0 0,-20 8-780 0 0,25-3-1389 0 0,-3 1 613 0 0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3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325 296 576 0 0,'0'0'2359'0'0,"0"-1"-2169"0"0,0 0 0 0 0,-1-1 0 0 0,1 1 0 0 0,-1 0 0 0 0,1 0 1 0 0,-1 0-1 0 0,0 0 0 0 0,0 0 0 0 0,1 0 0 0 0,-1-1 0 0 0,0 2 0 0 0,0-1 0 0 0,0 0 0 0 0,-1-1 1 0 0,-8 2 192 0 0,0 2 0 0 0,0-1 0 0 0,0 1 1 0 0,1 1-1 0 0,-1-1 0 0 0,1 2 0 0 0,0-1 1 0 0,0 1-1 0 0,0 1 0 0 0,-11 7 1 0 0,-7 6 434 0 0,-46 40 0 0 0,68-53-709 0 0,0 0 0 0 0,0 1 0 0 0,0-1 0 0 0,1 1 0 0 0,0 0 0 0 0,0 0 0 0 0,1 1-1 0 0,0-1 1 0 0,0 1 0 0 0,0 0 0 0 0,-3 13 0 0 0,5-18-94 0 0,1 0 0 0 0,-1 0 0 0 0,1 1 0 0 0,0-1 0 0 0,0 0 0 0 0,0 0 0 0 0,0 0 0 0 0,0 1 0 0 0,1-1 0 0 0,-1 0 0 0 0,0 0 0 0 0,1 0 0 0 0,0 0 0 0 0,0 1 0 0 0,-1-1 0 0 0,1 0 0 0 0,0 0 0 0 0,0-1 0 0 0,1 1 0 0 0,-1 0 0 0 0,0 0 0 0 0,1 0 0 0 0,-1-1 0 0 0,1 1 0 0 0,0-1 0 0 0,-1 1 0 0 0,1-1 0 0 0,0 0 0 0 0,0 0 0 0 0,0 0 0 0 0,0 0 0 0 0,0 0 0 0 0,0 0 0 0 0,0 0 0 0 0,0 0 0 0 0,0-1 0 0 0,0 1 0 0 0,0-1 0 0 0,1 0 0 0 0,-1 0 0 0 0,0 1 0 0 0,4-2 0 0 0,4 2-5 0 0,1-2-1 0 0,-1 1 0 0 0,1-2 1 0 0,-1 1-1 0 0,1-1 1 0 0,-1-1-1 0 0,0 0 1 0 0,0 0-1 0 0,0-1 0 0 0,0 0 1 0 0,-1-1-1 0 0,1 0 1 0 0,-1 0-1 0 0,-1-1 0 0 0,1-1 1 0 0,-1 1-1 0 0,0-1 1 0 0,0-1-1 0 0,-1 1 0 0 0,0-1 1 0 0,7-10-1 0 0,-5 6 78 0 0,-1 0 0 0 0,0 0 0 0 0,-1-1 0 0 0,0 0 0 0 0,0 0 0 0 0,-2-1 0 0 0,0 0 0 0 0,0 0 0 0 0,-1 0-1 0 0,-1 0 1 0 0,-1-1 0 0 0,0 0 0 0 0,0 1 0 0 0,-2-24 0 0 0,-1 28 25 0 0,-1-1 0 0 0,0 0 0 0 0,0 0-1 0 0,-1 0 1 0 0,-1 1 0 0 0,0 0 0 0 0,0 0 0 0 0,-1 0-1 0 0,0 0 1 0 0,-1 0 0 0 0,0 1 0 0 0,0 0 0 0 0,-1 1-1 0 0,0-1 1 0 0,-15-13 0 0 0,16 18-127 0 0,0-1 0 0 0,0 1 0 0 0,0 0 0 0 0,-1 1 0 0 0,0-1 0 0 0,1 1 0 0 0,-1 1 0 0 0,0-1 0 0 0,0 1 0 0 0,-1 0 0 0 0,1 1 0 0 0,0 0 0 0 0,0 0 0 0 0,-1 0 0 0 0,1 1-1 0 0,-1 0 1 0 0,1 0 0 0 0,0 1 0 0 0,-1 0 0 0 0,1 1 0 0 0,0-1 0 0 0,0 1 0 0 0,-14 6 0 0 0,13-4-237 0 0,-1 0 0 0 0,1 0 0 0 0,0 1 0 0 0,1 0 0 0 0,-1 1 0 0 0,1 0 1 0 0,0 0-1 0 0,0 0 0 0 0,-6 10 0 0 0,8-10-876 0 0,0 1 1 0 0,0 0 0 0 0,1 0-1 0 0,0 0 1 0 0,1 1 0 0 0,-5 10-1 0 0,5-2-2315 0 0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4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177 451 56 0 0,'0'0'7125'0'0,"-4"-2"-6478"0"0,1 1-503 0 0,1 0 0 0 0,0 0 0 0 0,-1 0 0 0 0,1 1 0 0 0,-1-1 0 0 0,0 1 0 0 0,1 0 0 0 0,-1 0 0 0 0,1 0 0 0 0,-1 0 0 0 0,1 0 0 0 0,-1 0 0 0 0,0 1 0 0 0,1-1 0 0 0,-1 1-1 0 0,1 0 1 0 0,-4 1 0 0 0,-1 2 45 0 0,0-1 0 0 0,1 1 0 0 0,0 0 0 0 0,-1 0 0 0 0,2 1 0 0 0,-8 6 1 0 0,3-1 20 0 0,0 1 1 0 0,1 0 0 0 0,0 0 0 0 0,1 1-1 0 0,0 0 1 0 0,-10 21 0 0 0,17-31-144 0 0,2-2-63 0 0,-1 0 1 0 0,0 0 0 0 0,0 0 0 0 0,0 0 0 0 0,0 0-1 0 0,1 0 1 0 0,-1 0 0 0 0,0 0 0 0 0,0 0 0 0 0,0 0 0 0 0,0 0-1 0 0,1 0 1 0 0,-1 0 0 0 0,0 0 0 0 0,0 0 0 0 0,0 0 0 0 0,0 0-1 0 0,1 0 1 0 0,-1 0 0 0 0,0 0 0 0 0,0 0 0 0 0,0 0-1 0 0,0 1 1 0 0,0-1 0 0 0,1 0 0 0 0,-1 0 0 0 0,0 0 0 0 0,0 0-1 0 0,0 0 1 0 0,0 0 0 0 0,0 1 0 0 0,0-1 0 0 0,0 0 0 0 0,0 0-1 0 0,0 0 1 0 0,1 0 0 0 0,-1 1 0 0 0,0-1 0 0 0,0 0-1 0 0,0 0 1 0 0,0 0 0 0 0,0 0 0 0 0,0 1 0 0 0,0-1 0 0 0,0 0-1 0 0,0 0 1 0 0,0 0 0 0 0,0 0 0 0 0,0 1 0 0 0,0-1-1 0 0,-1 0 1 0 0,1 0 0 0 0,0 0 0 0 0,0 0 0 0 0,0 1 0 0 0,0-1-1 0 0,0 0 1 0 0,0 0 0 0 0,0 0 0 0 0,0 0 0 0 0,0 0 0 0 0,-1 1-1 0 0,1-1 1 0 0,0 0 0 0 0,0 0 0 0 0,0 0 0 0 0,0 0-1 0 0,-1 0 1 0 0,9-5-24 0 0,0-1-1 0 0,0 0 0 0 0,-1 0 1 0 0,1-1-1 0 0,10-14 0 0 0,-17 20-19 0 0,82 9-1096 0 0,-68-6 971 0 0,0 1 0 0 0,0-2 0 0 0,0 0-1 0 0,0-1 1 0 0,1 0 0 0 0,-1-1 0 0 0,19-5 0 0 0,-18 2 181 0 0,0-1 0 0 0,0-1 0 0 0,-1-1 0 0 0,0 0 0 0 0,0-1 0 0 0,-1 0 0 0 0,1-1 0 0 0,-2-1 0 0 0,0 0 0 0 0,0-1 0 0 0,-1 0 0 0 0,0-1 0 0 0,19-26 0 0 0,-19 20 95 0 0,0 0-1 0 0,-1-2 0 0 0,-1 1 0 0 0,0-1 0 0 0,-2-1 0 0 0,0 0 0 0 0,-2 0 0 0 0,0 0 0 0 0,5-43 0 0 0,-9 51 36 0 0,0 0 1 0 0,-1 0-1 0 0,-1 0 0 0 0,0 0 0 0 0,-1 0 1 0 0,0 0-1 0 0,-4-18 0 0 0,4 29-113 0 0,1 0 0 0 0,0 1 0 0 0,-1-1 0 0 0,0 0 0 0 0,1 0 0 0 0,-1 0 0 0 0,0 0 0 0 0,0 1 0 0 0,0-1 0 0 0,0 0 0 0 0,0 1 0 0 0,0-1-1 0 0,0 1 1 0 0,0-1 0 0 0,-1 1 0 0 0,1 0 0 0 0,-1 0 0 0 0,1-1 0 0 0,-1 1 0 0 0,1 0 0 0 0,-1 0 0 0 0,0 0 0 0 0,0 1 0 0 0,1-1 0 0 0,-3-1 0 0 0,1 2-14 0 0,0 0 0 0 0,0 1 1 0 0,0-1-1 0 0,0 0 0 0 0,0 1 1 0 0,0-1-1 0 0,0 1 0 0 0,1 0 1 0 0,-1 0-1 0 0,0 0 0 0 0,1 1 1 0 0,-1-1-1 0 0,0 0 0 0 0,-3 4 1 0 0,-5 3-8 0 0,1 1 0 0 0,0 0 0 0 0,0 1 0 0 0,1 0 0 0 0,0 0 1 0 0,-10 16-1 0 0,10-10 2 0 0,0 1 0 0 0,0 0 0 0 0,2 0 0 0 0,0 0 1 0 0,1 1-1 0 0,0 0 0 0 0,2 1 0 0 0,-3 23 0 0 0,6-31-38 0 0,0 1-1 0 0,1-1 0 0 0,0 1 0 0 0,1-1 1 0 0,0 1-1 0 0,1-1 0 0 0,1 0 0 0 0,-1 0 1 0 0,2 0-1 0 0,0 0 0 0 0,0 0 1 0 0,1-1-1 0 0,0 1 0 0 0,11 15 0 0 0,-10-17-99 0 0,1 0 0 0 0,0 0-1 0 0,1-1 1 0 0,0 0-1 0 0,0 0 1 0 0,1-1 0 0 0,0 0-1 0 0,0 0 1 0 0,18 9-1 0 0,-20-13 60 0 0,0 0-1 0 0,0-1 1 0 0,1 1-1 0 0,-1-2 1 0 0,1 1 0 0 0,-1-1-1 0 0,1 0 1 0 0,-1-1-1 0 0,1 1 1 0 0,-1-1-1 0 0,1-1 1 0 0,-1 0-1 0 0,1 0 1 0 0,-1 0-1 0 0,13-5 1 0 0,5-2-41 0 0,0-2 1 0 0,0-1-1 0 0,28-17 1 0 0,-42 22 308 0 0,-1-1 0 0 0,0 0 0 0 0,0-1 1 0 0,0 0-1 0 0,-1 0 0 0 0,0-1 1 0 0,0-1-1 0 0,-1 1 0 0 0,7-12 1 0 0,-15 20 119 0 0,0 1-286 0 0,0 0 1 0 0,0 0 0 0 0,0 0 0 0 0,-1 0-1 0 0,1 0 1 0 0,0 0 0 0 0,0 0 0 0 0,0 0-1 0 0,0 0 1 0 0,0 0 0 0 0,-1 0-1 0 0,1 0 1 0 0,0-1 0 0 0,0 1 0 0 0,0 0-1 0 0,0 0 1 0 0,0 0 0 0 0,0 0 0 0 0,0 0-1 0 0,0 0 1 0 0,-1 0 0 0 0,1-1 0 0 0,0 1-1 0 0,0 0 1 0 0,0 0 0 0 0,0 0 0 0 0,0 0-1 0 0,0 0 1 0 0,0-1 0 0 0,0 1 0 0 0,0 0-1 0 0,0 0 1 0 0,0 0 0 0 0,0 0-1 0 0,0-1 1 0 0,0 1 0 0 0,0 0 0 0 0,0 0-1 0 0,0 0 1 0 0,0 0 0 0 0,0 0 0 0 0,0-1-1 0 0,0 1 1 0 0,0 0 0 0 0,0 0 0 0 0,0 0-1 0 0,1 0 1 0 0,-1 0 0 0 0,0 0 0 0 0,0-1-1 0 0,0 1 1 0 0,0 0 0 0 0,0 0-1 0 0,0 0 1 0 0,0 0 0 0 0,0 0 0 0 0,1 0-1 0 0,-1 0 1 0 0,0 0 0 0 0,0 0 0 0 0,0-1-1 0 0,0 1 1 0 0,0 0 0 0 0,1 0 0 0 0,-1 0-1 0 0,0 0 1 0 0,0 0 0 0 0,0 0 0 0 0,-59 41 306 0 0,57-40-332 0 0,1 1 0 0 0,-3 3 0 0 0,21 0-69 0 0,40-5-26 0 0,-51-1-236 0 0,0 0 0 0 0,0 1 0 0 0,0-1 0 0 0,0 1 0 0 0,-1 1 0 0 0,1-1 0 0 0,0 1 0 0 0,0 0-1 0 0,0 1 1 0 0,9 2 0 0 0,15-2-7614 0 0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4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36 1408 0 0,'0'0'1508'0'0,"-8"-7"3953"0"0,35-10-5049 0 0,-14 12-256 0 0,7 5-288 0 0,7-4-368 0 0,1 4-888 0 0,0 0-1501 0 0,2-2 665 0 0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5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334 23 952 0 0,'-108'-21'8649'0'0,"106"20"-8535"0"0,-1 1 1 0 0,0-1-1 0 0,0 1 0 0 0,0 0 1 0 0,1 0-1 0 0,-1 1 0 0 0,0-1 1 0 0,0 0-1 0 0,1 1 0 0 0,-1 0 1 0 0,0-1-1 0 0,1 1 1 0 0,-1 0-1 0 0,1 0 0 0 0,-1 1 1 0 0,1-1-1 0 0,-1 0 0 0 0,1 1 1 0 0,0 0-1 0 0,0-1 0 0 0,0 1 1 0 0,0 0-1 0 0,0 0 0 0 0,0 0 1 0 0,0 0-1 0 0,0 1 1 0 0,1-1-1 0 0,-1 0 0 0 0,-1 6 1 0 0,1-4-52 0 0,1 1 0 0 0,0 0 0 0 0,0 0 0 0 0,0 0 0 0 0,1 0 0 0 0,-1 0 0 0 0,1 0 0 0 0,0-1 0 0 0,1 1 0 0 0,-1 0 0 0 0,1 0 0 0 0,0 0 0 0 0,0 0 0 0 0,1 0 0 0 0,1 5 0 0 0,21 41-100 0 0,-15-34-183 0 0,-1 0 1 0 0,11 35 0 0 0,-19-50 204 0 0,0-1 1 0 0,0 1-1 0 0,1-1 1 0 0,-1 1-1 0 0,0-1 1 0 0,0 1 0 0 0,0 0-1 0 0,0-1 1 0 0,-1 1-1 0 0,1-1 1 0 0,0 1 0 0 0,-1-1-1 0 0,1 1 1 0 0,-1-1-1 0 0,1 1 1 0 0,-1-1 0 0 0,0 0-1 0 0,1 1 1 0 0,-1-1-1 0 0,0 0 1 0 0,-2 3-1 0 0,0-2 29 0 0,0 1-1 0 0,0-1 1 0 0,0 1-1 0 0,0-1 0 0 0,0 0 1 0 0,-1 0-1 0 0,1-1 0 0 0,-8 3 1 0 0,3-1 87 0 0,0 0 0 0 0,-1-1 1 0 0,1-1-1 0 0,-1 0 0 0 0,1 0 0 0 0,-1 0 1 0 0,-14-2-1 0 0,12 0-26 0 0,6 1-65 0 0,0-1-1 0 0,0 1 1 0 0,0-1-1 0 0,1 0 1 0 0,-1 0-1 0 0,0 0 1 0 0,0-1-1 0 0,1 1 1 0 0,-1-1-1 0 0,1-1 1 0 0,-1 1-1 0 0,1 0 1 0 0,0-1-1 0 0,-7-6 1 0 0,10 7-385 0 0,1 0 0 0 0,-1-1 1 0 0,1 1-1 0 0,0 0 0 0 0,0 0 0 0 0,0 0 0 0 0,1 0 1 0 0,-1-1-1 0 0,0 1 0 0 0,1 0 0 0 0,-1 0 0 0 0,1 0 1 0 0,0 0-1 0 0,0 0 0 0 0,-1 0 0 0 0,1 0 0 0 0,1 0 1 0 0,-1 0-1 0 0,0 1 0 0 0,0-1 0 0 0,3-2 1 0 0,7-9-2965 0 0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5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0 518 456 0 0,'10'1'904'0'0,"0"-1"-1"0"0,1 0 1 0 0,-1-1 0 0 0,0 0 0 0 0,0-1-1 0 0,0 0 1 0 0,17-6 0 0 0,64-31 1377 0 0,-74 31-1696 0 0,-2-5 182 0 0,-11 4 1099 0 0,-8 11-1838 0 0,1 0 1 0 0,-1 0 0 0 0,0 1 0 0 0,1-1-1 0 0,-1 1 1 0 0,1 0 0 0 0,0 0-1 0 0,0 0 1 0 0,0 0 0 0 0,0 1 0 0 0,-2 4-1 0 0,4-6-28 0 0,0 0 0 0 0,0 0 0 0 0,0 0-1 0 0,0 0 1 0 0,0 0 0 0 0,0 0 0 0 0,1 0 0 0 0,-1 1-1 0 0,1-1 1 0 0,0 0 0 0 0,-1 1 0 0 0,1-1-1 0 0,0 0 1 0 0,1 0 0 0 0,-1 1 0 0 0,0-1-1 0 0,0 0 1 0 0,1 0 0 0 0,0 1 0 0 0,-1-1-1 0 0,1 0 1 0 0,0 0 0 0 0,0 0 0 0 0,0 0 0 0 0,0 0-1 0 0,0 0 1 0 0,1 0 0 0 0,1 2 0 0 0,-1-2-19 0 0,0 0 0 0 0,-1 0 0 0 0,1 0 1 0 0,0-1-1 0 0,0 1 0 0 0,0 0 0 0 0,0-1 1 0 0,0 0-1 0 0,1 1 0 0 0,-1-1 0 0 0,0 0 1 0 0,1 0-1 0 0,-1 0 0 0 0,0 0 1 0 0,1-1-1 0 0,-1 1 0 0 0,1-1 0 0 0,0 1 1 0 0,-1-1-1 0 0,3 0 0 0 0,0-1 1 0 0,0 1 1 0 0,-1-1-1 0 0,1 0 1 0 0,-1-1-1 0 0,0 1 0 0 0,1-1 1 0 0,-1 0-1 0 0,0 0 0 0 0,0 0 1 0 0,6-5-1 0 0,1-1 1 0 0,0-1 0 0 0,-1 0 1 0 0,-1-1-1 0 0,1 0 0 0 0,-1 0 0 0 0,-1-1 0 0 0,8-12 1 0 0,-3-1-21 0 0,-1-1 1 0 0,-1-1-1 0 0,-1 0 0 0 0,-1 0 1 0 0,-1-1-1 0 0,4-33 1 0 0,-3 6 990 0 0,-4-1 0 0 0,0-61 0 0 0,-5 113-630 0 0,-1 0 115 0 0,1 3-418 0 0,0 0 1 0 0,0 0-1 0 0,0 0 0 0 0,0 0 1 0 0,0-1-1 0 0,0 1 1 0 0,0 0-1 0 0,0 0 0 0 0,0 0 1 0 0,0 0-1 0 0,0-1 1 0 0,0 1-1 0 0,0 0 0 0 0,0 0 1 0 0,0 0-1 0 0,0 0 1 0 0,0-1-1 0 0,0 1 0 0 0,0 0 1 0 0,0 0-1 0 0,0 0 1 0 0,0 0-1 0 0,0-1 0 0 0,0 1 1 0 0,0 0-1 0 0,0 0 1 0 0,0 0-1 0 0,-1 0 0 0 0,1 0 1 0 0,0 0-1 0 0,0-1 1 0 0,0 1-1 0 0,0 0 0 0 0,0 0 1 0 0,0 0-1 0 0,-1 0 1 0 0,1 0-1 0 0,0 0 0 0 0,0 0 1 0 0,0 0-1 0 0,0 0 1 0 0,0 0-1 0 0,-1-1 0 0 0,1 1 1 0 0,0 0-1 0 0,0 0 1 0 0,0 0-1 0 0,0 0 0 0 0,-1 0 1 0 0,1 0-1 0 0,0 0 1 0 0,0 0-1 0 0,0 0 0 0 0,0 0 1 0 0,-1 1-1 0 0,1-1 1 0 0,0 0-1 0 0,0 0 1 0 0,0 0-1 0 0,0 0 0 0 0,0 0 1 0 0,-1 0-1 0 0,1 0 1 0 0,0 0-1 0 0,-8 18 43 0 0,0-1 0 0 0,1 1-1 0 0,2 1 1 0 0,-1-1 0 0 0,2 1 0 0 0,1 0 0 0 0,0 0 0 0 0,0 31 0 0 0,3-19-210 0 0,1 0 0 0 0,1 0 0 0 0,2-1 1 0 0,14 57-1 0 0,-16-81 64 0 0,-1 0 0 0 0,1 0-1 0 0,1 0 1 0 0,-1 0 0 0 0,1 0 0 0 0,0-1 0 0 0,1 1 0 0 0,-1-1-1 0 0,1 0 1 0 0,0 0 0 0 0,6 5 0 0 0,-8-8 59 0 0,0-1 1 0 0,1 1-1 0 0,-1-1 0 0 0,1 1 1 0 0,-1-1-1 0 0,1 0 1 0 0,0 0-1 0 0,0 0 0 0 0,-1 0 1 0 0,1 0-1 0 0,0-1 0 0 0,0 1 1 0 0,0-1-1 0 0,0 0 1 0 0,0 0-1 0 0,0 0 0 0 0,0 0 1 0 0,0 0-1 0 0,0-1 0 0 0,-1 1 1 0 0,1-1-1 0 0,0 0 1 0 0,0 0-1 0 0,0 0 0 0 0,4-2 1 0 0,26-12-62 0 0,1 1 1 0 0,1 2-1 0 0,0 1 1 0 0,42-7-1 0 0,-75 18 80 0 0,0-1 1 0 0,0 1-1 0 0,1 0 0 0 0,-1 0 0 0 0,0 0 0 0 0,0 0 0 0 0,0 0 0 0 0,0 0 0 0 0,1 0 0 0 0,-1 1 0 0 0,0-1 0 0 0,0 1 1 0 0,0 0-1 0 0,0-1 0 0 0,0 1 0 0 0,0 0 0 0 0,0 0 0 0 0,0 0 0 0 0,-1 1 0 0 0,1-1 0 0 0,0 0 0 0 0,-1 1 0 0 0,1-1 1 0 0,-1 1-1 0 0,1-1 0 0 0,-1 1 0 0 0,0 0 0 0 0,1 0 0 0 0,-1 0 0 0 0,0-1 0 0 0,0 1 0 0 0,1 3 0 0 0,-2-2 6 0 0,1 0-1 0 0,0-1 1 0 0,-1 1-1 0 0,0 0 1 0 0,1 0-1 0 0,-1 0 1 0 0,0 0-1 0 0,-1 0 1 0 0,1-1-1 0 0,0 1 0 0 0,-1 0 1 0 0,1 0-1 0 0,-1 0 1 0 0,0-1-1 0 0,0 1 1 0 0,0 0-1 0 0,-1-1 1 0 0,1 1-1 0 0,0-1 1 0 0,-1 1-1 0 0,0-1 1 0 0,-3 4-1 0 0,-1 0 24 0 0,0-1-1 0 0,1 0 1 0 0,-2-1-1 0 0,1 0 1 0 0,0 0-1 0 0,-1 0 0 0 0,0 0 1 0 0,0-1-1 0 0,0-1 1 0 0,-10 4-1 0 0,-4-14-2218 0 0,9-9-8257 0 0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6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45 436 0 0,'0'0'8454'0'0,"7"-1"-7927"0"0,191-41 3541 0 0,-196 42-3972 0 0,14-2 427 0 0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09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7 528 0 0,'0'0'1886'0'0,"15"-6"10219"0"0,-25 21-12011 0 0,0 0 1 0 0,2 1 0 0 0,0 0 0 0 0,0 1 0 0 0,2-1 0 0 0,0 1-1 0 0,1 1 1 0 0,0-1 0 0 0,-3 33 0 0 0,8-46-86 0 0,0 1-1 0 0,0-1 1 0 0,0 0 0 0 0,0 0 0 0 0,1 0-1 0 0,0 0 1 0 0,-1 0 0 0 0,2 0 0 0 0,-1 0-1 0 0,0 0 1 0 0,1 0 0 0 0,0 0 0 0 0,-1 0-1 0 0,1-1 1 0 0,1 1 0 0 0,-1-1 0 0 0,1 1-1 0 0,-1-1 1 0 0,1 0 0 0 0,0 0 0 0 0,0 0-1 0 0,0-1 1 0 0,1 1 0 0 0,-1-1 0 0 0,1 1-1 0 0,-1-1 1 0 0,1 0 0 0 0,0-1 0 0 0,-1 1-1 0 0,1-1 1 0 0,0 1 0 0 0,0-1 0 0 0,0 0-1 0 0,1-1 1 0 0,-1 1 0 0 0,0-1 0 0 0,0 1-1 0 0,0-1 1 0 0,0-1 0 0 0,1 1 0 0 0,-1 0-1 0 0,0-1 1 0 0,0 0 0 0 0,0 0 0 0 0,0 0-1 0 0,6-3 1 0 0,0 0 2 0 0,1-1-1 0 0,-1 0 0 0 0,-1 0 1 0 0,1-1-1 0 0,-1 0 1 0 0,0-1-1 0 0,0 0 0 0 0,-1 0 1 0 0,9-11-1 0 0,4-6 48 0 0,31-50 0 0 0,-46 66-49 0 0,6-17 222 0 0,-8 19-8 0 0,0 23-224 0 0,-3-7-2 0 0,1 0 1 0 0,1 0-1 0 0,0 0 1 0 0,0 0-1 0 0,1-1 1 0 0,0 1-1 0 0,0-1 1 0 0,1 0-1 0 0,8 11 1 0 0,-12-19 4 0 0,0 0 0 0 0,0 0 0 0 0,1-1 1 0 0,-1 1-1 0 0,0-1 0 0 0,0 1 0 0 0,0-1 0 0 0,1 1 1 0 0,-1-1-1 0 0,0 0 0 0 0,0 1 0 0 0,1-1 0 0 0,-1 0 1 0 0,0 0-1 0 0,0 0 0 0 0,1 0 0 0 0,-1 0 0 0 0,0 0 1 0 0,1-1-1 0 0,-1 1 0 0 0,0 0 0 0 0,2-1 0 0 0,33-10 20 0 0,-29 8-15 0 0,94-36-20 0 0,9-2-9 0 0,-99 38 6 0 0,1 0 1 0 0,0 0 0 0 0,1 2-1 0 0,-1-1 1 0 0,0 2-1 0 0,0-1 1 0 0,15 3 0 0 0,-23-2 7 0 0,0 1 1 0 0,0 0 0 0 0,-1 0 0 0 0,1 1-1 0 0,-1-1 1 0 0,1 1 0 0 0,-1-1 0 0 0,1 1-1 0 0,-1 0 1 0 0,0 0 0 0 0,0 1 0 0 0,0-1-1 0 0,0 1 1 0 0,0-1 0 0 0,-1 1 0 0 0,1 0-1 0 0,-1 0 1 0 0,1 0 0 0 0,-1 0 0 0 0,0 0-1 0 0,0 1 1 0 0,-1-1 0 0 0,1 1 0 0 0,-1-1-1 0 0,0 1 1 0 0,0 0 0 0 0,0-1 0 0 0,0 1-1 0 0,0 5 1 0 0,0 23 24 0 0,-1-30 3 0 0,-3 6 8 0 0,3-7-32 0 0,0-1-1 0 0,0 0 0 0 0,0 0 1 0 0,0 0-1 0 0,0 0 0 0 0,0 0 1 0 0,0 0-1 0 0,0 1 1 0 0,0-1-1 0 0,-1 0 0 0 0,1 0 1 0 0,0 0-1 0 0,0 0 0 0 0,0 1 1 0 0,0-1-1 0 0,0 0 0 0 0,0 0 1 0 0,0 0-1 0 0,0 0 0 0 0,0 1 1 0 0,0-1-1 0 0,0 0 0 0 0,0 0 1 0 0,0 0-1 0 0,1 0 0 0 0,-1 1 1 0 0,0-1-1 0 0,0 0 0 0 0,0 0 1 0 0,0 0-1 0 0,0 0 0 0 0,0 0 1 0 0,0 0-1 0 0,0 1 1 0 0,0-1-1 0 0,1 0 0 0 0,-1 0 1 0 0,0 0-1 0 0,0 0 0 0 0,0 0 1 0 0,0 0-1 0 0,0 0 0 0 0,1 0 1 0 0,-1 1-1 0 0,0-1 0 0 0,0 0 1 0 0,0 0-1 0 0,0 0 0 0 0,0 0 1 0 0,1 0-1 0 0,-1 0 0 0 0,0 0 1 0 0,0 0-1 0 0,0 0 0 0 0,0 0 1 0 0,1 0-1 0 0,19-11-125 0 0,1 0 0 0 0,-2-1 0 0 0,1 0 1 0 0,22-21-1 0 0,21-14-181 0 0,23-17 645 0 0,-85 63-161 0 0,1 0 81 0 0,-2 1-241 0 0,0 0 0 0 0,0 0 1 0 0,0 0-1 0 0,0 0 0 0 0,0 0 0 0 0,0-1 0 0 0,0 1 1 0 0,1 0-1 0 0,-1 0 0 0 0,0 0 0 0 0,0 0 1 0 0,0 0-1 0 0,0 0 0 0 0,0 0 0 0 0,0 0 0 0 0,0-1 1 0 0,0 1-1 0 0,0 0 0 0 0,0 0 0 0 0,1 0 1 0 0,-1 0-1 0 0,0 0 0 0 0,0 0 0 0 0,0 0 0 0 0,0 0 1 0 0,0 0-1 0 0,0 0 0 0 0,1 0 0 0 0,-1 0 1 0 0,0 0-1 0 0,0 0 0 0 0,0 0 0 0 0,0 0 0 0 0,0 0 1 0 0,0 0-1 0 0,0 0 0 0 0,1 0 0 0 0,-1 0 1 0 0,0 0-1 0 0,0 0 0 0 0,0 0 0 0 0,0 0 0 0 0,0 0 1 0 0,0 0-1 0 0,1 0 0 0 0,-1 0 0 0 0,0 0 1 0 0,0 1-1 0 0,0-1 0 0 0,0 0 0 0 0,0 0 1 0 0,0 0-1 0 0,0 0 0 0 0,0 0 0 0 0,0 0 0 0 0,0 0 1 0 0,0 0-1 0 0,1 1 0 0 0,-1-1 0 0 0,0 0 1 0 0,0 0-1 0 0,0 0 0 0 0,0 0 0 0 0,0 0 0 0 0,0 0 1 0 0,0 1-1 0 0,-1 3-115 0 0,1 1-1 0 0,0 0 1 0 0,0 0 0 0 0,0 0-1 0 0,1-1 1 0 0,0 1 0 0 0,0 0-1 0 0,0-1 1 0 0,0 1 0 0 0,1-1-1 0 0,0 1 1 0 0,0-1 0 0 0,0 1-1 0 0,4 6 1 0 0,-3-8-626 0 0,0 0 0 0 0,0 0 0 0 0,1 0 0 0 0,-1 0 0 0 0,0 0 0 0 0,1-1 0 0 0,0 1 0 0 0,-1-1-1 0 0,1 0 1 0 0,0 0 0 0 0,8 2 0 0 0,6 1-2901 0 0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1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52 1116 0 0,'0'0'2296'0'0,"-2"-3"-1235"0"0,-29-37 7417 0 0,30 38-7286 0 0,-2-5-214 0 0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1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14 844 0 0,'1'2'363'0'0,"-1"0"1"0"0,1 0-1 0 0,0 0 0 0 0,0 0 1 0 0,0 0-1 0 0,0 0 0 0 0,0-1 1 0 0,0 1-1 0 0,1 0 0 0 0,-1-1 1 0 0,0 1-1 0 0,1-1 0 0 0,0 1 1 0 0,-1-1-1 0 0,3 2 0 0 0,-2-2 149 0 0,-1-1-384 0 0,1 1 0 0 0,0 0 0 0 0,0-1 1 0 0,0 0-1 0 0,0 1 0 0 0,-1-1 0 0 0,1 0 0 0 0,0 0 1 0 0,0 0-1 0 0,0 0 0 0 0,0 0 0 0 0,0 0 0 0 0,0-1 1 0 0,2 0-1 0 0,15-2 428 0 0,33-17 444 0 0,-45 16-825 0 0,1 1 0 0 0,-1 0 0 0 0,0 0 0 0 0,1 0-1 0 0,-1 1 1 0 0,13-2 0 0 0,-19 4-163 0 0,0 1 1 0 0,1-1-1 0 0,-1 0 0 0 0,0 1 0 0 0,0-1 0 0 0,1 1 0 0 0,-1-1 0 0 0,0 1 0 0 0,0 0 0 0 0,0-1 0 0 0,0 1 0 0 0,0 0 0 0 0,0 0 0 0 0,0 0 0 0 0,0 0 0 0 0,0 0 1 0 0,0 0-1 0 0,0 0 0 0 0,0 0 0 0 0,-1 0 0 0 0,1 0 0 0 0,0 0 0 0 0,-1 1 0 0 0,1-1 0 0 0,-1 0 0 0 0,0 0 0 0 0,1 1 0 0 0,-1-1 0 0 0,0 0 0 0 0,0 1 0 0 0,0-1 1 0 0,1 0-1 0 0,-1 1 0 0 0,-1 1 0 0 0,1 57 84 0 0,-1-48-62 0 0,-5 44 8 0 0,-2 1 1 0 0,-3-1-1 0 0,-30 90 1 0 0,2-5-782 0 0,13-35-815 0 0,-1 4-4029 0 0,20-80 2928 0 0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4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1 731 348 0 0,'4'8'7903'0'0,"13"-21"-7413"0"0,0-1 0 0 0,-1-1 1 0 0,-1 0-1 0 0,24-30 0 0 0,50-79 355 0 0,-67 91-682 0 0,13-19 68 0 0,-3-2 0 0 0,-1 0 0 0 0,-4-3 0 0 0,34-92 0 0 0,-57 134-74 0 0,-1 1-1 0 0,0 0 0 0 0,-1-1 1 0 0,0-19-1 0 0,-2 32-86 0 0,0-11 80 0 0,0 13-149 0 0,0 0 1 0 0,0-1 0 0 0,0 1-1 0 0,0 0 1 0 0,0 0-1 0 0,0-1 1 0 0,0 1-1 0 0,-1 0 1 0 0,1-1-1 0 0,0 1 1 0 0,0 0-1 0 0,0 0 1 0 0,0-1-1 0 0,0 1 1 0 0,0 0-1 0 0,-1 0 1 0 0,1-1-1 0 0,0 1 1 0 0,0 0 0 0 0,-1 0-1 0 0,1 0 1 0 0,0-1-1 0 0,0 1 1 0 0,0 0-1 0 0,-1 0 1 0 0,1 0-1 0 0,0 0 1 0 0,-1 0-1 0 0,1 0 1 0 0,0 0-1 0 0,0-1 1 0 0,-1 1-1 0 0,1 0 1 0 0,0 0-1 0 0,0 0 1 0 0,-1 0 0 0 0,1 0-1 0 0,0 0 1 0 0,-1 0-1 0 0,1 0 1 0 0,0 0-1 0 0,-1 1 1 0 0,1-1-1 0 0,0 0 1 0 0,0 0-1 0 0,-1 0 1 0 0,1 0-1 0 0,0 0 1 0 0,0 0-1 0 0,-1 0 1 0 0,1 1-1 0 0,0-1 1 0 0,-20 21 3 0 0,2 1 0 0 0,0 1 0 0 0,2 1 0 0 0,0 0 0 0 0,2 1 0 0 0,1 0-1 0 0,-15 40 1 0 0,8-11 7 0 0,3 0-1 0 0,-19 109 1 0 0,33-150-7 0 0,2 0 0 0 0,-1 0 0 0 0,2 0 0 0 0,0 1 0 0 0,0-1 0 0 0,1 0 0 0 0,1 0 0 0 0,0 0 0 0 0,8 25 0 0 0,-8-33-5 0 0,1 0 1 0 0,-1 0-1 0 0,1-1 1 0 0,0 1 0 0 0,0-1-1 0 0,0 1 1 0 0,1-1 0 0 0,-1 0-1 0 0,1 0 1 0 0,0-1-1 0 0,0 1 1 0 0,1-1 0 0 0,-1 0-1 0 0,1 0 1 0 0,-1 0 0 0 0,1 0-1 0 0,0-1 1 0 0,0 0 0 0 0,0 0-1 0 0,1 0 1 0 0,-1-1-1 0 0,0 0 1 0 0,1 0 0 0 0,-1 0-1 0 0,0-1 1 0 0,9 1 0 0 0,3-2-5 0 0,0 0 1 0 0,0-1-1 0 0,0 0 1 0 0,0-2 0 0 0,0 0-1 0 0,0 0 1 0 0,-1-2-1 0 0,19-9 1 0 0,-25 12 8 0 0,-2-2 0 0 0,1 1 0 0 0,0-1-1 0 0,-1 0 1 0 0,0-1 0 0 0,0 0 0 0 0,0 0 0 0 0,-1-1 0 0 0,0 0 0 0 0,0 0 0 0 0,-1-1-1 0 0,0 0 1 0 0,0 0 0 0 0,-1 0 0 0 0,7-15 0 0 0,-11 22 6 0 0,-1 0 1 0 0,1 0 0 0 0,-1 0-1 0 0,1 0 1 0 0,-1 0-1 0 0,1 0 1 0 0,-1 0-1 0 0,0 0 1 0 0,1 0-1 0 0,-1 0 1 0 0,0 0-1 0 0,0 0 1 0 0,0 0-1 0 0,0 0 1 0 0,0 0-1 0 0,0-1 1 0 0,0 1-1 0 0,0 0 1 0 0,0 0 0 0 0,-1 0-1 0 0,1 0 1 0 0,0 0-1 0 0,-1 0 1 0 0,1 0-1 0 0,-1 0 1 0 0,1 0-1 0 0,-1 0 1 0 0,0 0-1 0 0,1 0 1 0 0,-1 0-1 0 0,0 0 1 0 0,1 1-1 0 0,-1-1 1 0 0,0 0-1 0 0,0 0 1 0 0,0 1-1 0 0,0-1 1 0 0,0 1 0 0 0,0-1-1 0 0,0 1 1 0 0,0-1-1 0 0,0 1 1 0 0,0-1-1 0 0,0 1 1 0 0,0 0-1 0 0,0 0 1 0 0,0-1-1 0 0,0 1 1 0 0,0 0-1 0 0,-1 0 1 0 0,1 0-1 0 0,0 0 1 0 0,-1 1-1 0 0,-3-1 6 0 0,0 1 0 0 0,0 0 0 0 0,0 0-1 0 0,0 0 1 0 0,1 1 0 0 0,-1 0 0 0 0,0-1-1 0 0,1 2 1 0 0,0-1 0 0 0,-1 0 0 0 0,1 1-1 0 0,0 0 1 0 0,-4 3 0 0 0,7-5-40 0 0,0 0 1 0 0,0 0 0 0 0,0 0 0 0 0,-1 0-1 0 0,1 0 1 0 0,0 0 0 0 0,1 1-1 0 0,-1-1 1 0 0,0 0 0 0 0,0 0 0 0 0,0 1-1 0 0,1-1 1 0 0,-1 0 0 0 0,1 1-1 0 0,-1-1 1 0 0,1 1 0 0 0,-1-1 0 0 0,1 0-1 0 0,0 1 1 0 0,0-1 0 0 0,0 1-1 0 0,-1-1 1 0 0,2 1 0 0 0,-1-1 0 0 0,0 1-1 0 0,0-1 1 0 0,0 1 0 0 0,1-1-1 0 0,-1 1 1 0 0,1-1 0 0 0,-1 1 0 0 0,1-1-1 0 0,-1 0 1 0 0,1 1 0 0 0,0-1-1 0 0,0 0 1 0 0,0 0 0 0 0,0 0 0 0 0,0 1-1 0 0,0-1 1 0 0,0 0 0 0 0,0 0-1 0 0,0 0 1 0 0,0 0 0 0 0,2 0 0 0 0,2 3-329 0 0,1-1 1 0 0,-1 1-1 0 0,1-2 1 0 0,-1 1-1 0 0,1-1 1 0 0,0 1-1 0 0,0-2 1 0 0,0 1-1 0 0,10 1 1 0 0,33-2-5329 0 0,-33-4 2987 0 0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5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99 474 936 0 0,'0'0'8693'0'0,"-6"0"-8206"0"0,2 1-362 0 0,-1-1 1 0 0,1 1-1 0 0,0 0 0 0 0,-1 0 0 0 0,1 1 0 0 0,0-1 0 0 0,-1 1 1 0 0,1 0-1 0 0,0 0 0 0 0,0 0 0 0 0,1 1 0 0 0,-1-1 0 0 0,0 1 1 0 0,1 0-1 0 0,0 0 0 0 0,-1 0 0 0 0,1 1 0 0 0,1-1 0 0 0,-1 1 1 0 0,0-1-1 0 0,-2 6 0 0 0,4-6-107 0 0,-1-1 1 0 0,1 1-1 0 0,0 0 0 0 0,0-1 1 0 0,1 1-1 0 0,-1 0 1 0 0,0 0-1 0 0,1-1 1 0 0,0 1-1 0 0,0 0 0 0 0,-1 0 1 0 0,2 0-1 0 0,-1 0 1 0 0,0 0-1 0 0,1-1 0 0 0,-1 1 1 0 0,1 0-1 0 0,0 0 1 0 0,0-1-1 0 0,0 1 0 0 0,0 0 1 0 0,0-1-1 0 0,0 1 1 0 0,1-1-1 0 0,0 0 0 0 0,-1 1 1 0 0,1-1-1 0 0,0 0 1 0 0,0 0-1 0 0,0 0 1 0 0,0 0-1 0 0,0 0 0 0 0,1-1 1 0 0,-1 1-1 0 0,1-1 1 0 0,-1 1-1 0 0,1-1 0 0 0,3 1 1 0 0,0 1-62 0 0,0 0 1 0 0,1-1-1 0 0,-1 0 1 0 0,1 0 0 0 0,-1 0-1 0 0,1-1 1 0 0,-1 0-1 0 0,1-1 1 0 0,0 1-1 0 0,0-1 1 0 0,-1-1-1 0 0,1 1 1 0 0,0-1-1 0 0,-1 0 1 0 0,12-4 0 0 0,1-3-3 0 0,-1-1 0 0 0,1-2 0 0 0,-2 0 0 0 0,1 0 1 0 0,-2-2-1 0 0,1 0 0 0 0,-2-1 0 0 0,0-1 1 0 0,0 0-1 0 0,-2-1 0 0 0,22-32 0 0 0,-18 21 67 0 0,-1-1 0 0 0,-2-1-1 0 0,-1-1 1 0 0,-2 0 0 0 0,0 0-1 0 0,-2-1 1 0 0,5-35-1 0 0,-10 45 137 0 0,4-16 766 0 0,-3-1 1 0 0,2-41 0 0 0,-7 77-464 0 0,-2 10-426 0 0,-91 406 471 0 0,91-407-541 0 0,2 0 0 0 0,-1 1-1 0 0,1-1 1 0 0,0 1-1 0 0,0-1 1 0 0,2 9 0 0 0,-2-15-44 0 0,0-1 66 0 0,0 0-1 0 0,0 1 0 0 0,0-1 1 0 0,0 0-1 0 0,0 1 1 0 0,0-1-1 0 0,0 1 1 0 0,0-1-1 0 0,-1 0 0 0 0,1 1 1 0 0,1-1-1 0 0,-1 1 1 0 0,0-1-1 0 0,0 0 1 0 0,0 1-1 0 0,0-1 0 0 0,0 0 1 0 0,0 1-1 0 0,0-1 1 0 0,0 0-1 0 0,1 1 1 0 0,-1-1-1 0 0,0 0 0 0 0,0 1 1 0 0,0-1-1 0 0,1 0 1 0 0,-1 1-1 0 0,0-1 1 0 0,0 0-1 0 0,1 1 0 0 0,3-2-4 0 0,-1 1-1 0 0,0-1 0 0 0,1 0 0 0 0,-1 0 0 0 0,0-1 0 0 0,0 1 1 0 0,0-1-1 0 0,4-2 0 0 0,-4 2-10 0 0,0 0-1 0 0,0 0 1 0 0,0 1 0 0 0,1-1 0 0 0,-1 1-1 0 0,0 0 1 0 0,1 0 0 0 0,-1 0 0 0 0,1 1-1 0 0,5-1 1 0 0,-7 1 24 0 0,0 0-1 0 0,0 1 1 0 0,0 0-1 0 0,0-1 1 0 0,0 1-1 0 0,0 0 1 0 0,0 0-1 0 0,0 0 1 0 0,0 0-1 0 0,0 0 1 0 0,-1 1-1 0 0,1-1 1 0 0,0 0-1 0 0,-1 1 1 0 0,1 0 0 0 0,1 2-1 0 0,26 36-58 0 0,-12-18 24 0 0,34 23-3533 0 0,-50-44 2843 0 0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5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59 424 0 0,'-15'-2'1296'0'0,"3"-1"-140"0"0,0 1 828 0 0,-1-4 1349 0 0,39-12-3065 0 0,-6 13-216 0 0,10 2-196 0 0,8-2-228 0 0,5-1-188 0 0,-2 3-684 0 0,-1 1-1337 0 0,3-2 589 0 0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5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1 796 0 0,'0'0'923'0'0,"27"7"5870"0"0,-18-4-6272 0 0,-6-1-416 0 0,0 0 0 0 0,-1 0 0 0 0,1 0-1 0 0,-1 1 1 0 0,0-1 0 0 0,0 1-1 0 0,0-1 1 0 0,0 1 0 0 0,0 0-1 0 0,0 0 1 0 0,-1 0 0 0 0,0 0-1 0 0,1 0 1 0 0,-1 0 0 0 0,0 0-1 0 0,1 6 1 0 0,-1-4-38 0 0,0 0-1 0 0,0-1 1 0 0,-1 1 0 0 0,1 0-1 0 0,-1 0 1 0 0,0 0 0 0 0,-1 0-1 0 0,1-1 1 0 0,-1 1 0 0 0,-2 9-1 0 0,2-12-4 0 0,1-1-29 0 0,0 0 0 0 0,-1 0 0 0 0,1 0 0 0 0,0 0 0 0 0,0 0 0 0 0,0 0 0 0 0,0 0 0 0 0,0 0 1 0 0,0 0-1 0 0,0 0 0 0 0,0 0 0 0 0,0 0 0 0 0,0 0 0 0 0,0 0 0 0 0,1 0 0 0 0,-1 0 0 0 0,1 0 0 0 0,0 2 0 0 0,59-57-19 0 0,-44 39-32 0 0,0 0 0 0 0,1 1 0 0 0,31-21 0 0 0,-46 35 13 0 0,0-1 1 0 0,0 1 0 0 0,0-1-1 0 0,0 1 1 0 0,0 0-1 0 0,0-1 1 0 0,0 1-1 0 0,0 0 1 0 0,0 0 0 0 0,0 0-1 0 0,0 1 1 0 0,0-1-1 0 0,0 0 1 0 0,0 1 0 0 0,0 0-1 0 0,1 0 1 0 0,38 16-15 0 0,-13-4 19 0 0,-17-10 47 0 0,-1-1 0 0 0,0 1 0 0 0,1-1 0 0 0,-1-1 0 0 0,1 0 0 0 0,-1-1 0 0 0,1 0 0 0 0,0 0 0 0 0,-1-1 0 0 0,1-1 0 0 0,-1 1 0 0 0,17-7-1 0 0,-5 2 2790 0 0,-14 3-3856 0 0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6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75 1188 0 0,'-3'-3'779'0'0,"1"0"1"0"0,0 0-1 0 0,1-1 1 0 0,-1 1-1 0 0,1-1 0 0 0,-1 1 1 0 0,1-1-1 0 0,0 0 1 0 0,0 1-1 0 0,1-1 0 0 0,-1 0 1 0 0,1-4-1 0 0,3-12 359 0 0,-3 18-1533 0 0,7 1-1775 0 0,0 0-2413 0 0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7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98 164 0 0,'0'0'4558'0'0,"-7"-3"-3475"0"0,-17-8-30 0 0,18 8 814 0 0,-32-3 2274 0 0,30 8-3997 0 0,1 0-1 0 0,-1 0 1 0 0,1 1 0 0 0,-1 0-1 0 0,1 0 1 0 0,0 1 0 0 0,0 0 0 0 0,1 0-1 0 0,-1 1 1 0 0,1 0 0 0 0,0 0-1 0 0,0 1 1 0 0,0-1 0 0 0,1 1 0 0 0,0 0-1 0 0,0 1 1 0 0,-5 8 0 0 0,9-13-181 0 0,9 8-259 0 0,-8-9 272 0 0,0 0 0 0 0,1 0 0 0 0,-1 0 0 0 0,0 0 0 0 0,1 0 0 0 0,-1-1 0 0 0,1 1 0 0 0,-1 0 0 0 0,1 0 0 0 0,-1-1 0 0 0,1 1 1 0 0,0 0-1 0 0,-1-1 0 0 0,1 1 0 0 0,0-1 0 0 0,-1 1 0 0 0,1-1 0 0 0,0 1 0 0 0,0-1 0 0 0,0 1 0 0 0,0-1 0 0 0,1 1 0 0 0,31 5-904 0 0,-30-6 793 0 0,1 0-1 0 0,0 0 1 0 0,-1 1 0 0 0,1-1 0 0 0,-1 1-1 0 0,1 0 1 0 0,-1 0 0 0 0,0 0-1 0 0,1 0 1 0 0,-1 1 0 0 0,0-1 0 0 0,0 1-1 0 0,0 0 1 0 0,0 0 0 0 0,0 0 0 0 0,0 0-1 0 0,0 1 1 0 0,-1-1 0 0 0,1 1-1 0 0,-1 0 1 0 0,0-1 0 0 0,0 1 0 0 0,4 6-1 0 0,-6-6 111 0 0,0-1-1 0 0,0 0 1 0 0,0 0-1 0 0,0 0 1 0 0,0 0-1 0 0,0 1 1 0 0,-1-1 0 0 0,1 0-1 0 0,-1 0 1 0 0,1 0-1 0 0,-1 0 1 0 0,0 0-1 0 0,-1 3 1 0 0,-6 24-147 0 0,7-18 145 0 0,0-7 20 0 0,1 0 0 0 0,-1 0 0 0 0,1-1-1 0 0,0 1 1 0 0,0 0 0 0 0,1 0 0 0 0,0 7 0 0 0,0-9 48 0 0,1 1 60 0 0,-2-3-91 0 0,0 0 0 0 0,0 0-1 0 0,0 1 1 0 0,0-1 0 0 0,1 0-1 0 0,-1 0 1 0 0,0 0-1 0 0,0 1 1 0 0,0-1 0 0 0,0 0-1 0 0,0 0 1 0 0,0 0-1 0 0,0 0 1 0 0,0 1 0 0 0,0-1-1 0 0,1 0 1 0 0,-1 0 0 0 0,0 0-1 0 0,0 0 1 0 0,0 1-1 0 0,0-1 1 0 0,1 0 0 0 0,-1 0-1 0 0,0 0 1 0 0,0 0 0 0 0,0 0-1 0 0,1 0 1 0 0,-1 0-1 0 0,0 0 1 0 0,0 0 0 0 0,0 1-1 0 0,1-1 1 0 0,-1 0 0 0 0,0 0-1 0 0,0 0 1 0 0,0 0-1 0 0,1 0 1 0 0,-1 0 0 0 0,0 0-1 0 0,0-1 1 0 0,1 1-1 0 0,-1 0 1 0 0,0 0 0 0 0,0 0-1 0 0,1 0 1 0 0,9-3 81 0 0,0-1 0 0 0,0 0 0 0 0,0-1 0 0 0,0 0 1 0 0,-1 0-1 0 0,1-1 0 0 0,-1-1 0 0 0,-1 1 0 0 0,10-10 0 0 0,74-80 395 0 0,-72 74-428 0 0,8-9 102 0 0,-1 3 652 0 0,43-60 0 0 0,-45 54 2266 0 0,-26 39-2992 0 0,0 9-31 0 0,-3 10 32 0 0,1 0 0 0 0,1 0 0 0 0,2 42 0 0 0,0-64-88 0 0,0 0 1 0 0,0 0 0 0 0,1 0-1 0 0,-1 0 1 0 0,0 0 0 0 0,1 0-1 0 0,-1 0 1 0 0,1 0 0 0 0,0 0-1 0 0,0 0 1 0 0,0 0 0 0 0,-1-1-1 0 0,2 1 1 0 0,-1 0 0 0 0,0-1-1 0 0,2 3 1 0 0,-2-3-11 0 0,37-14-26 0 0,-30 10 40 0 0,-1-1 1 0 0,0 0 0 0 0,0 0-1 0 0,11-10 1 0 0,39-25 57 0 0,-56 39-65 0 0,4-4 3 0 0,-5 3-7 0 0,0 1 0 0 0,1-1 0 0 0,-1 1 0 0 0,0-1-1 0 0,1 1 1 0 0,-1-1 0 0 0,1 1 0 0 0,-1-1 0 0 0,0 1 0 0 0,1 0 0 0 0,-1-1 0 0 0,1 1-1 0 0,-1 0 1 0 0,1-1 0 0 0,-1 1 0 0 0,1 0 0 0 0,0 0 0 0 0,-1 0 0 0 0,1-1 0 0 0,-1 1-1 0 0,1 0 1 0 0,-1 0 0 0 0,1 0 0 0 0,0 0 0 0 0,-1 0 0 0 0,1 0 0 0 0,-1 0 0 0 0,2 0 0 0 0,5 4-22 0 0,1-1 0 0 0,1 0 0 0 0,-1-1 1 0 0,0 0-1 0 0,1 0 0 0 0,-1-1 0 0 0,1 0 1 0 0,-1 0-1 0 0,1-1 0 0 0,0 0 1 0 0,-1-1-1 0 0,1 0 0 0 0,-1 0 0 0 0,1 0 1 0 0,-1-2-1 0 0,15-4 0 0 0,-21 6 279 0 0,5-12 1928 0 0,-7 12-2125 0 0,0 1 1 0 0,1 0-1 0 0,-1-1 0 0 0,0 1 0 0 0,0 0 1 0 0,0-1-1 0 0,0 1 0 0 0,0 0 1 0 0,0-1-1 0 0,0 1 0 0 0,1 0 1 0 0,-1 0-1 0 0,0-1 0 0 0,0 1 1 0 0,0 0-1 0 0,1 0 0 0 0,-1-1 1 0 0,0 1-1 0 0,0 0 0 0 0,0 0 0 0 0,1-1 1 0 0,-1 1-1 0 0,0 0 0 0 0,1 0 1 0 0,-1 0-1 0 0,0 0 0 0 0,1 0 1 0 0,-1-1-1 0 0,0 1 0 0 0,0 0 1 0 0,1 0-1 0 0,-1 0 0 0 0,0 0 1 0 0,1 0-1 0 0,-1 0 0 0 0,0 0 0 0 0,1 0 1 0 0,-1 0-1 0 0,0 0 0 0 0,1 0 1 0 0,-1 0-1 0 0,0 1 0 0 0,1-1 1 0 0,-1 0-1 0 0,15 32-2329 0 0,-7-22-1197 0 0,2 0-3441 0 0,-2-3 2097 0 0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9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82 200 0 0,'11'-24'4110'0'0,"-10"22"-3803"0"0,0-1-1 0 0,-1 1 1 0 0,0-1 0 0 0,0 1 0 0 0,0-1-1 0 0,0 1 1 0 0,0-1 0 0 0,0 1 0 0 0,0-1 0 0 0,-1 1-1 0 0,1-1 1 0 0,-1 1 0 0 0,0-1 0 0 0,0 1 0 0 0,-2-4-1 0 0,2 4-209 0 0,-1 1 0 0 0,0 0 0 0 0,1-1 0 0 0,-1 1 0 0 0,0 0 0 0 0,1 0 0 0 0,-1 0 0 0 0,0 0-1 0 0,0 0 1 0 0,0 1 0 0 0,0-1 0 0 0,0 0 0 0 0,0 1 0 0 0,0 0 0 0 0,0-1 0 0 0,0 1 0 0 0,0 0 0 0 0,0 0-1 0 0,0 0 1 0 0,0 0 0 0 0,-1 1 0 0 0,-1 0 0 0 0,-7-1 120 0 0,0 1 0 0 0,0 1-1 0 0,0 0 1 0 0,1 0 0 0 0,-1 1 0 0 0,-16 8 0 0 0,24-10-188 0 0,1 0 0 0 0,0 1 0 0 0,0-1 0 0 0,0 1-1 0 0,0-1 1 0 0,0 1 0 0 0,1 0 0 0 0,-1 0 0 0 0,0 0 0 0 0,1 0 0 0 0,-1 0 0 0 0,1 0 0 0 0,0 0 0 0 0,0 1 0 0 0,0-1 0 0 0,0 0 0 0 0,0 1 0 0 0,0-1 0 0 0,1 1 0 0 0,-1-1 0 0 0,1 1 0 0 0,0-1 0 0 0,-1 1 0 0 0,1-1 0 0 0,0 1 0 0 0,1-1 0 0 0,-1 1 0 0 0,0-1 0 0 0,1 1 0 0 0,-1-1 0 0 0,1 1 0 0 0,0-1 0 0 0,0 0 0 0 0,0 1 0 0 0,1 2 0 0 0,1 0 2 0 0,-1 1-1 0 0,0-1 1 0 0,0 1 0 0 0,-1 0 0 0 0,0 0 0 0 0,0 0-1 0 0,0 0 1 0 0,-1 11 0 0 0,0-13-22 0 0,-2-1 0 0 0,1 1 1 0 0,0-1-1 0 0,-1 0 0 0 0,1 0 1 0 0,-1 0-1 0 0,0 0 0 0 0,0 0 1 0 0,0 0-1 0 0,0 0 0 0 0,-1 0 1 0 0,1-1-1 0 0,-1 0 0 0 0,0 1 1 0 0,0-1-1 0 0,-4 3 0 0 0,-24 10-1289 0 0,15-15-5935 0 0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19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1 671 500 0 0,'1'1'377'0'0,"0"0"0"0"0,1 0 1 0 0,-1 0-1 0 0,1-1 0 0 0,-1 1 0 0 0,1 0 0 0 0,-1-1 1 0 0,1 0-1 0 0,-1 1 0 0 0,1-1 0 0 0,0 0 0 0 0,-1 0 1 0 0,1 0-1 0 0,0 0 0 0 0,-1 0 0 0 0,1 0 0 0 0,2 0 1 0 0,27-17 2821 0 0,-19 7-2833 0 0,-1-2-1 0 0,0 0 1 0 0,10-14 0 0 0,-2 4 466 0 0,-2 2-600 0 0,0-1 1 0 0,-2-1 0 0 0,0 0-1 0 0,-1-1 1 0 0,-2 0 0 0 0,0-1-1 0 0,-1-1 1 0 0,-2 0-1 0 0,8-30 1 0 0,-10 34-232 0 0,-1-1 0 0 0,-1 0 1 0 0,-1 0-1 0 0,-1-1 0 0 0,-1 1 0 0 0,0-1 0 0 0,-2 0 0 0 0,-1 1 1 0 0,-1-1-1 0 0,-1 1 0 0 0,-5-24 0 0 0,8 45-8 0 0,-1 0-1 0 0,1-1 1 0 0,-1 1-1 0 0,1 0 1 0 0,-1-1-1 0 0,1 1 1 0 0,-1 0 0 0 0,1 0-1 0 0,-1-1 1 0 0,0 1-1 0 0,0 0 1 0 0,0 0-1 0 0,0 0 1 0 0,0 0 0 0 0,0 0-1 0 0,0 0 1 0 0,0 0-1 0 0,0 0 1 0 0,0 1-1 0 0,0-1 1 0 0,-1 0-1 0 0,1 1 1 0 0,0-1 0 0 0,0 1-1 0 0,-1-1 1 0 0,1 1-1 0 0,-1 0 1 0 0,1-1-1 0 0,-3 1 1 0 0,0 0-4 0 0,0 1 1 0 0,0 0-1 0 0,1 0 1 0 0,-1 0-1 0 0,0 0 1 0 0,0 0-1 0 0,1 1 1 0 0,-1 0-1 0 0,1 0 1 0 0,-6 4-1 0 0,-8 6-20 0 0,1 1 0 0 0,-29 30-1 0 0,31-28 22 0 0,1 0 0 0 0,0 1 0 0 0,1 0-1 0 0,1 1 1 0 0,1 1 0 0 0,0-1 0 0 0,1 2 0 0 0,1-1-1 0 0,-8 28 1 0 0,13-32 9 0 0,0-1 0 0 0,1 1-1 0 0,0 0 1 0 0,1 1 0 0 0,1-1 0 0 0,0 0-1 0 0,1 0 1 0 0,1 0 0 0 0,0 0-1 0 0,1 0 1 0 0,0 0 0 0 0,1-1 0 0 0,0 1-1 0 0,8 14 1 0 0,-5-13-6 0 0,0-1 0 0 0,1 0 1 0 0,0 0-1 0 0,1 0 0 0 0,1-1 0 0 0,0 0 1 0 0,20 18-1 0 0,-24-26 82 0 0,1 0 1 0 0,-1 0 0 0 0,1-1-1 0 0,0 0 1 0 0,0 0-1 0 0,0 0 1 0 0,1-1 0 0 0,-1 0-1 0 0,1-1 1 0 0,0 1 0 0 0,0-2-1 0 0,0 1 1 0 0,0-1-1 0 0,0 0 1 0 0,0-1 0 0 0,0 0-1 0 0,13-1 1 0 0,-4 2 1927 0 0,-5 0-2154 0 0,-3-1-3520 0 0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0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56 1124 0 0,'-2'-13'2031'0'0,"0"6"1737"0"0,-2-17-134 0 0,4 13-9213 0 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0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39 76 0 0,'10'-39'14797'0'0,"-24"158"-13671"0"0,-22 142 108 0 0,32-230-1141 0 0,-5 22 29 0 0,8-52-90 0 0,31-6-134 0 0,26-29 41 0 0,-1-2 0 0 0,60-51 1 0 0,-113 85 110 0 0,-2 2-52 0 0,0 0 0 0 0,0 0 0 0 0,0 1 0 0 0,0-1-1 0 0,0 0 1 0 0,1 0 0 0 0,-1 0 0 0 0,0 0 0 0 0,0 0 0 0 0,0 0 0 0 0,0 0 0 0 0,0 0 0 0 0,0 0 0 0 0,0 0 0 0 0,1 0 0 0 0,-1 0 0 0 0,0 0 0 0 0,0 0 0 0 0,0 0 0 0 0,0 0 0 0 0,0 0 0 0 0,0 0 0 0 0,1 0 0 0 0,-1 0 0 0 0,0 0 0 0 0,0 0 0 0 0,0 0 0 0 0,0 0 0 0 0,0 0 0 0 0,0 0 0 0 0,0 0 0 0 0,1 0 0 0 0,-1 0 0 0 0,0-1 0 0 0,0 1 0 0 0,0 0 0 0 0,0 0 0 0 0,0 0 0 0 0,0 0 0 0 0,0 0 0 0 0,0 0 0 0 0,0 0 0 0 0,0 0 0 0 0,1 0 0 0 0,-1-1 0 0 0,0 1 0 0 0,0 0 0 0 0,0 0 0 0 0,0 0 0 0 0,0 0 0 0 0,0 0 0 0 0,0 0 0 0 0,0-1 0 0 0,0 1 0 0 0,0 0-1 0 0,0 0 1 0 0,0 0 0 0 0,0 0 0 0 0,0 0 0 0 0,0 0 0 0 0,0 0 0 0 0,0-1 0 0 0,0 1 0 0 0,-1 0 0 0 0,1 0 0 0 0,0 0 0 0 0,0 2-2 0 0,-1-1 0 0 0,0 1 1 0 0,1 0-1 0 0,0 0 0 0 0,-1 0 0 0 0,1 0 0 0 0,0 0 0 0 0,0 0 0 0 0,0 0 0 0 0,0 0 0 0 0,0 0 0 0 0,1-1 0 0 0,-1 1 1 0 0,0 0-1 0 0,1 0 0 0 0,1 2 0 0 0,-1-2-1 0 0,1 0 1 0 0,-1 0-1 0 0,1-1 1 0 0,0 1-1 0 0,0-1 1 0 0,0 1-1 0 0,0-1 1 0 0,0 0-1 0 0,0 0 1 0 0,0 0-1 0 0,0 0 1 0 0,0 0-1 0 0,0 0 0 0 0,1 0 1 0 0,-1-1-1 0 0,4 1 1 0 0,10 2-56 0 0,-1 0 0 0 0,1-1 0 0 0,26-1 0 0 0,-34-1 60 0 0,-1 0 0 0 0,0-1 0 0 0,0 0 0 0 0,0 0 0 0 0,0-1 0 0 0,0 1 0 0 0,0-2 0 0 0,0 1-1 0 0,0-1 1 0 0,7-4 0 0 0,-2-10 1182 0 0,-12 16-1158 0 0,0 1 0 0 0,0-1 0 0 0,0 1 0 0 0,0-1 0 0 0,0 1 0 0 0,0 0 1 0 0,0-1-1 0 0,0 1 0 0 0,0-1 0 0 0,0 1 0 0 0,0 0 0 0 0,0-1 0 0 0,0 1 0 0 0,-1-1 0 0 0,1 1 1 0 0,0 0-1 0 0,0-1 0 0 0,-1 1 0 0 0,1-1 0 0 0,0 1 0 0 0,0 0 0 0 0,-1 0 0 0 0,1-1 1 0 0,0 1-1 0 0,-1 0 0 0 0,1-1 0 0 0,0 1 0 0 0,-1 0 0 0 0,1 0 0 0 0,0 0 0 0 0,-1-1 0 0 0,1 1 1 0 0,-1 0-1 0 0,1 0 0 0 0,0 0 0 0 0,-1 0 0 0 0,1 0 0 0 0,-1 0 0 0 0,1 0 0 0 0,-1 0 0 0 0,1 0 1 0 0,0 0-1 0 0,-1 0 0 0 0,1 0 0 0 0,-1 0 0 0 0,-9 29-1642 0 0,20-6-1424 0 0,1-7-4333 0 0,-4-10 3445 0 0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3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0 224 416 0 0,'4'-56'8127'0'0,"-1"21"-3287"0"0,-3 34-3872 0 0,2 7-840 0 0,11 59 213 0 0,53 207 446 0 0,-58-245-724 0 0,-6-18-25 0 0,0 1 0 0 0,1-1 0 0 0,0 1 0 0 0,1-1 0 0 0,0 0 0 0 0,0 0 0 0 0,1-1 1 0 0,0 1-1 0 0,1-1 0 0 0,8 9 0 0 0,-13-15 454 0 0,2-3-462 0 0,-1 0 0 0 0,1 0 0 0 0,0 1 0 0 0,-1-2 0 0 0,1 1 0 0 0,-1 0 1 0 0,1 0-1 0 0,-1-1 0 0 0,0 1 0 0 0,0-1 0 0 0,0 0 0 0 0,0 0 0 0 0,0 0 0 0 0,4-4 0 0 0,28-37 231 0 0,-25 31-189 0 0,87-110 273 0 0,-96 122-346 0 0,1-1 0 0 0,-1 1 0 0 0,1 0 0 0 0,-1-1 0 0 0,1 1 0 0 0,0-1 0 0 0,-1 1 0 0 0,1 0 0 0 0,0-1 0 0 0,-1 1 0 0 0,1 0 0 0 0,0 0-1 0 0,-1 0 1 0 0,1 0 0 0 0,0-1 0 0 0,0 1 0 0 0,-1 0 0 0 0,1 0 0 0 0,0 0 0 0 0,0 0 0 0 0,-1 1 0 0 0,1-1 0 0 0,0 0 0 0 0,-1 0 0 0 0,1 0 0 0 0,0 1 0 0 0,-1-1-1 0 0,1 0 1 0 0,0 0 0 0 0,-1 1 0 0 0,1-1 0 0 0,-1 1 0 0 0,2 0 0 0 0,22 17-29 0 0,-20-14 20 0 0,86 72-337 0 0,-65-52 217 0 0,2-1 0 0 0,0-1 1 0 0,1-1-1 0 0,2-2 0 0 0,36 18 0 0 0,-64-35 155 0 0,0-1 0 0 0,1 0 1 0 0,-1 0-1 0 0,0 0 0 0 0,1 0 0 0 0,-1-1 0 0 0,1 1 0 0 0,0 0 1 0 0,-1-1-1 0 0,1 0 0 0 0,-1 0 0 0 0,1 0 0 0 0,0 0 0 0 0,-1 0 0 0 0,5-1 1 0 0,-5 0 14 0 0,0 0 1 0 0,0-1 0 0 0,-1 1 0 0 0,1-1 0 0 0,-1 1 0 0 0,1-1 0 0 0,-1 1 0 0 0,0-1 0 0 0,1 0 0 0 0,-1 0 0 0 0,0 0 0 0 0,0 0 0 0 0,0 0 0 0 0,0 0 0 0 0,-1 0 0 0 0,1 0 0 0 0,-1 0 0 0 0,1 0 0 0 0,0-4 0 0 0,3-18 326 0 0,0-1 1 0 0,-2 1 0 0 0,-1-1 0 0 0,-2-34 0 0 0,-16-100 696 0 0,14 144-930 0 0,-24-196 1858 0 0,7 133-1239 0 0,20 76-1020 0 0,1 8-510 0 0,1 0 0 0 0,1 0 0 0 0,-1 0 0 0 0,1 0 0 0 0,0 0 1 0 0,0-1-1 0 0,5 7 0 0 0,22 37-3122 0 0,-15-26-2241 0 0,-3-8 2209 0 0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23 264 0 0,'0'0'8796'0'0,"-4"-3"-8391"0"0,3 2-358 0 0,-1 0 0 0 0,1 0-1 0 0,-1 0 1 0 0,0 0 0 0 0,1 1 0 0 0,-1-1 0 0 0,0 0 0 0 0,1 1 0 0 0,-1-1-1 0 0,0 1 1 0 0,0 0 0 0 0,1-1 0 0 0,-1 1 0 0 0,0 0 0 0 0,0 0 0 0 0,1 0-1 0 0,-1 1 1 0 0,0-1 0 0 0,-2 1 0 0 0,-1 0 63 0 0,1 0 0 0 0,0 1 1 0 0,0 0-1 0 0,0 0 0 0 0,1 0 0 0 0,-1 0 1 0 0,0 0-1 0 0,1 1 0 0 0,-6 4 0 0 0,4-2-36 0 0,0 0-1 0 0,1-1 0 0 0,-1 2 1 0 0,1-1-1 0 0,0 0 0 0 0,1 1 1 0 0,-1 0-1 0 0,1 0 1 0 0,0 0-1 0 0,0 0 0 0 0,1 1 1 0 0,0-1-1 0 0,0 1 0 0 0,0-1 1 0 0,1 1-1 0 0,0 0 0 0 0,0 8 1 0 0,1-10-52 0 0,1-1 1 0 0,-1 1 0 0 0,1 0-1 0 0,0-1 1 0 0,0 1-1 0 0,1-1 1 0 0,-1 1 0 0 0,1-1-1 0 0,0 1 1 0 0,0-1 0 0 0,1 0-1 0 0,-1 0 1 0 0,1 0 0 0 0,0-1-1 0 0,0 1 1 0 0,0 0 0 0 0,0-1-1 0 0,1 0 1 0 0,-1 0-1 0 0,1 0 1 0 0,0 0 0 0 0,0-1-1 0 0,0 1 1 0 0,0-1 0 0 0,6 2-1 0 0,-8-3 9 0 0,1 0 0 0 0,0 0 0 0 0,0 0 0 0 0,0-1 0 0 0,0 1 0 0 0,0-1 0 0 0,1 1 0 0 0,-1-1 0 0 0,0 0 0 0 0,0-1 0 0 0,0 1-1 0 0,0 0 1 0 0,0-1 0 0 0,0 0 0 0 0,0 1 0 0 0,0-1 0 0 0,0-1 0 0 0,0 1 0 0 0,-1 0 0 0 0,1-1 0 0 0,0 1 0 0 0,-1-1 0 0 0,1 0 0 0 0,-1 0 0 0 0,1 0 0 0 0,-1 0 0 0 0,0 0-1 0 0,0 0 1 0 0,0-1 0 0 0,0 1 0 0 0,-1-1 0 0 0,3-3 0 0 0,0 1 40 0 0,-1-1 0 0 0,0 1 0 0 0,-1-1 0 0 0,1 0 0 0 0,-1 1 0 0 0,0-1 0 0 0,0 0 0 0 0,-1-1 0 0 0,0 1 0 0 0,0 0 0 0 0,0 0 0 0 0,-1 0 0 0 0,0-1 0 0 0,0 1 0 0 0,-2-10 0 0 0,-1 4 39 0 0,0 1 0 0 0,-1 0 0 0 0,-10-20 0 0 0,12 27-162 0 0,0 1 1 0 0,1 0-1 0 0,-2 0 1 0 0,1 0-1 0 0,0 0 0 0 0,-1 0 1 0 0,1 0-1 0 0,-1 0 0 0 0,0 1 1 0 0,0-1-1 0 0,0 1 0 0 0,0 0 1 0 0,0 0-1 0 0,0 0 1 0 0,-1 0-1 0 0,1 1 0 0 0,-6-2 1 0 0,-23 4-3694 0 0,12 6-2145 0 0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4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0 528 0 0,'37'13'3558'0'0,"-26"-7"-3298"0"0,0 1 0 0 0,-1 0 0 0 0,1 0-1 0 0,-2 1 1 0 0,1 1 0 0 0,-1 0 0 0 0,0 0 0 0 0,-1 1-1 0 0,0 0 1 0 0,-1 0 0 0 0,0 1 0 0 0,0 0-1 0 0,-1 0 1 0 0,-1 0 0 0 0,9 25 3025 0 0,-17-41-3032 0 0,1 0-175 0 0,0 0-1 0 0,0 0 1 0 0,0-1-1 0 0,1 1 1 0 0,0-1-1 0 0,0 1 1 0 0,0-1-1 0 0,1 0 1 0 0,0 1-1 0 0,0-1 1 0 0,0 0 0 0 0,1 1-1 0 0,-1-1 1 0 0,1 1-1 0 0,1-1 1 0 0,-1 1-1 0 0,1-1 1 0 0,0 1-1 0 0,3-6 1 0 0,0 6-561 0 0,-1 1 0 0 0,1-1 0 0 0,0 1 0 0 0,0 0 0 0 0,0 1 0 0 0,1-1 1 0 0,-1 1-1 0 0,1 0 0 0 0,0 0 0 0 0,0 1 0 0 0,0 0 0 0 0,0 0 0 0 0,0 0 0 0 0,0 1 0 0 0,1 0 0 0 0,6-1 0 0 0,2 2-2255 0 0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4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171 284 24 0 0,'-4'0'1029'0'0,"-7"0"-265"0"0,1 1 0 0 0,0 1 0 0 0,0-1 0 0 0,-1 1 0 0 0,1 1 0 0 0,-18 7 0 0 0,23-8-503 0 0,-1 1 0 0 0,0 0 0 0 0,1 0 0 0 0,-1 0 0 0 0,1 1 0 0 0,0-1 0 0 0,0 1 0 0 0,1 1 0 0 0,-1-1 0 0 0,1 0 0 0 0,0 1 0 0 0,0 0 1 0 0,-4 7-1 0 0,7-10-211 0 0,0 0 0 0 0,1 0 0 0 0,-1 0 0 0 0,0 0 0 0 0,1 0 0 0 0,0 0 1 0 0,-1 0-1 0 0,1-1 0 0 0,0 1 0 0 0,0 0 0 0 0,0 0 0 0 0,0 0 0 0 0,1 0 1 0 0,-1 0-1 0 0,1 0 0 0 0,-1 0 0 0 0,1 0 0 0 0,-1 0 0 0 0,1 0 0 0 0,0-1 1 0 0,0 1-1 0 0,0 0 0 0 0,0 0 0 0 0,0-1 0 0 0,0 1 0 0 0,1-1 0 0 0,-1 1 1 0 0,0-1-1 0 0,1 0 0 0 0,-1 1 0 0 0,3 0 0 0 0,-2 0-36 0 0,0 0 1 0 0,1-1-1 0 0,-1 0 0 0 0,0 1 0 0 0,1-1 1 0 0,-1 0-1 0 0,1 0 0 0 0,-1 0 1 0 0,1-1-1 0 0,-1 1 0 0 0,1 0 0 0 0,-1-1 1 0 0,1 0-1 0 0,0 0 0 0 0,-1 0 1 0 0,1 0-1 0 0,0 0 0 0 0,-1 0 0 0 0,1-1 1 0 0,0 1-1 0 0,-1-1 0 0 0,1 0 1 0 0,-1 0-1 0 0,4-1 0 0 0,4-5 3 0 0,1 0-1 0 0,-2-1 0 0 0,1 0 1 0 0,-1 0-1 0 0,0-1 1 0 0,-1-1-1 0 0,0 1 0 0 0,0-1 1 0 0,-1 0-1 0 0,-1-1 1 0 0,0 0-1 0 0,0 0 0 0 0,-1 0 1 0 0,0-1-1 0 0,-1 0 1 0 0,0 0-1 0 0,-1 0 1 0 0,-1 0-1 0 0,0 0 0 0 0,1-25 1 0 0,-3 24 24 0 0,1-8 479 0 0,-1 0 0 0 0,-1 0 0 0 0,-1 0 0 0 0,0 0 0 0 0,-2 1 0 0 0,-7-25 0 0 0,11 44-479 0 0,0 1-1 0 0,0 0 1 0 0,0-1 0 0 0,0 1 0 0 0,-1 0 0 0 0,1 0-1 0 0,0-1 1 0 0,0 1 0 0 0,0 0 0 0 0,0 0-1 0 0,0-1 1 0 0,0 1 0 0 0,-1 0 0 0 0,1 0 0 0 0,0-1-1 0 0,0 1 1 0 0,0 0 0 0 0,-1 0 0 0 0,1 0-1 0 0,0-1 1 0 0,0 1 0 0 0,-1 0 0 0 0,1 0 0 0 0,0 0-1 0 0,0 0 1 0 0,-1 0 0 0 0,1-1 0 0 0,0 1-1 0 0,0 0 1 0 0,-1 0 0 0 0,1 0 0 0 0,0 0 0 0 0,-1 0-1 0 0,1 0 1 0 0,0 0 0 0 0,0 0 0 0 0,-1 0 0 0 0,1 0-1 0 0,0 0 1 0 0,-1 0 0 0 0,1 0 0 0 0,-1 1-1 0 0,-9 11 317 0 0,-4 26-266 0 0,15-8-667 0 0,0-1 1 0 0,2 1 0 0 0,1-1-1 0 0,2 0 1 0 0,17 56-1 0 0,-14-59-2282 0 0,-2-9-2235 0 0,-1-6 1245 0 0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5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25 280 0 0,'0'0'2886'0'0,"-10"-6"-221"0"0,10 6-2526 0 0,0 0-1 0 0,0 0 1 0 0,-1 0 0 0 0,1 0 0 0 0,0 0 0 0 0,0 0-1 0 0,0 0 1 0 0,-1 0 0 0 0,1-1 0 0 0,0 1 0 0 0,0 0-1 0 0,0 0 1 0 0,-1 0 0 0 0,1 0 0 0 0,-1-1 693 0 0,1 1-693 0 0,0 0 0 0 0,0 0 0 0 0,0-1 0 0 0,0 1-1 0 0,0 0 1 0 0,-1 0 0 0 0,1 0 0 0 0,0 0 0 0 0,0-1-1 0 0,0 1 1 0 0,0 0 0 0 0,0 0 0 0 0,0-1-1 0 0,0 1 1 0 0,0 0 0 0 0,0 0 0 0 0,0 0 0 0 0,0-1-1 0 0,0 1 1 0 0,0 0 0 0 0,0 0 0 0 0,0 0 0 0 0,0-1-1 0 0,0 1 1 0 0,0 0 0 0 0,1 0 0 0 0,-1 0-1 0 0,0-1 1 0 0,0 1 0 0 0,0 0 0 0 0,13-3 12 0 0,-1 0-1 0 0,1 1 1 0 0,-1 1 0 0 0,1 0 0 0 0,0 0-1 0 0,-1 2 1 0 0,1-1 0 0 0,0 2 0 0 0,18 4-1 0 0,-29-6-143 0 0,0 0 0 0 0,0 0-1 0 0,0 1 1 0 0,-1-1-1 0 0,1 1 1 0 0,0-1-1 0 0,0 1 1 0 0,0 0 0 0 0,-1 0-1 0 0,1 0 1 0 0,-1 0-1 0 0,1 0 1 0 0,-1 0 0 0 0,1 0-1 0 0,-1 0 1 0 0,1 1-1 0 0,-1-1 1 0 0,0 1-1 0 0,0-1 1 0 0,0 1 0 0 0,0-1-1 0 0,2 4 1 0 0,-2-2-2 0 0,-1-1 1 0 0,1 1-1 0 0,-1 0 1 0 0,0 0-1 0 0,1 0 1 0 0,-1 0 0 0 0,0 0-1 0 0,-1 0 1 0 0,1 0-1 0 0,-1-1 1 0 0,1 1-1 0 0,-1 0 1 0 0,-1 3-1 0 0,-1 3 7 0 0,-1 0-1 0 0,-1 0 0 0 0,1 0 1 0 0,-1-1-1 0 0,-1 1 1 0 0,1-1-1 0 0,-10 9 0 0 0,-13 9 10 0 0,-1-1-1 0 0,-1-2 0 0 0,-63 37 1 0 0,92-59-33 0 0,0-1 16 0 0,1 0-1 0 0,0 0 1 0 0,0 0-1 0 0,0 1 1 0 0,-1-1-1 0 0,1 0 0 0 0,0 0 1 0 0,0 0-1 0 0,0 0 1 0 0,0 1-1 0 0,-1-1 1 0 0,1 0-1 0 0,0 0 1 0 0,0 0-1 0 0,0 1 0 0 0,0-1 1 0 0,0 0-1 0 0,0 0 1 0 0,0 0-1 0 0,0 1 1 0 0,-1-1-1 0 0,1 0 0 0 0,0 0 1 0 0,0 1-1 0 0,0-1 1 0 0,0 0-1 0 0,0 0 1 0 0,0 1-1 0 0,0-1 1 0 0,0 0-1 0 0,0 0 0 0 0,1 0 1 0 0,-1 1-1 0 0,0-1 1 0 0,0 0-1 0 0,0 0 1 0 0,0 1-1 0 0,0-1 1 0 0,0 0-1 0 0,0 0 0 0 0,0 0 1 0 0,1 1-1 0 0,-1-1 1 0 0,9 3 33 0 0,1 0 1 0 0,-1 0 0 0 0,1-1-1 0 0,0-1 1 0 0,0 0 0 0 0,0 0 0 0 0,11-1-1 0 0,78-5 42 0 0,-74 3-86 0 0,-4 1-417 0 0,14 0-2088 0 0,-17-6-4440 0 0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5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3 104 272 0 0,'-1'-1'327'0'0,"1"1"1"0"0,0-1-1 0 0,0 0 0 0 0,-1 1 0 0 0,1-1 0 0 0,0 0 1 0 0,0 0-1 0 0,0 0 0 0 0,0 1 0 0 0,0-1 1 0 0,0 0-1 0 0,0 0 0 0 0,0 1 0 0 0,0-1 1 0 0,0 0-1 0 0,0 0 0 0 0,0 0 0 0 0,1 1 1 0 0,-1-1-1 0 0,0 0 0 0 0,0 0 0 0 0,1 1 1 0 0,-1-1-1 0 0,1 0 0 0 0,-1 1 0 0 0,1-1 1 0 0,-1 1-1 0 0,1-1 0 0 0,0 0 0 0 0,17 13 1556 0 0,18 36-1914 0 0,-26-30 226 0 0,112 201 1054 0 0,-87-167 509 0 0,-29-67-1478 0 0,-1 1-1 0 0,-1-1 1 0 0,0 0 0 0 0,-1 0 0 0 0,1-17 0 0 0,8-33 150 0 0,-11 61-431 0 0,17-61 1 0 0,12-88-1 0 0,-30 151-269 0 0,1-1 0 0 0,-1 1-1 0 0,1 0 1 0 0,0-1 0 0 0,-1 1 0 0 0,1 0-1 0 0,0-1 1 0 0,0 1 0 0 0,1 0 0 0 0,-1 0-1 0 0,0 0 1 0 0,4-3 0 0 0,7-1-7857 0 0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6.0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98 564 0 0,'1'1'222'0'0,"0"0"1"0"0,0 0-1 0 0,1 0 0 0 0,-1-1 0 0 0,0 1 1 0 0,1 0-1 0 0,-1-1 0 0 0,0 1 0 0 0,1-1 0 0 0,-1 0 1 0 0,1 1-1 0 0,-1-1 0 0 0,0 0 0 0 0,1 0 1 0 0,-1 0-1 0 0,1 0 0 0 0,-1 0 0 0 0,1 0 1 0 0,-1-1-1 0 0,1 1 0 0 0,-1 0 0 0 0,0-1 1 0 0,3 0-1 0 0,39-16 2525 0 0,-34 12-2237 0 0,-5 3-321 0 0,0 0 0 0 0,0-1 1 0 0,0 1-1 0 0,0-1 0 0 0,0 0 1 0 0,-1-1-1 0 0,0 1 0 0 0,0 0 0 0 0,0-1 1 0 0,0 0-1 0 0,0 0 0 0 0,-1 0 0 0 0,1 0 1 0 0,-1 0-1 0 0,0 0 0 0 0,-1-1 1 0 0,1 1-1 0 0,1-5 0 0 0,-3 7 208 0 0,-17-6 148 0 0,10 10-482 0 0,0 0 0 0 0,0 0 0 0 0,0 1-1 0 0,0 0 1 0 0,1 0 0 0 0,-1 1 0 0 0,1-1-1 0 0,0 1 1 0 0,0 1 0 0 0,0-1 0 0 0,0 1-1 0 0,1 0 1 0 0,0 0 0 0 0,0 1 0 0 0,-6 8-1 0 0,10-12-49 0 0,0 1 1 0 0,0-1-1 0 0,0 1 0 0 0,0-1 0 0 0,1 1 0 0 0,-1-1 0 0 0,1 1 0 0 0,0-1 1 0 0,0 1-1 0 0,-1 0 0 0 0,2-1 0 0 0,-1 1 0 0 0,0 0 0 0 0,0-1 0 0 0,1 1 0 0 0,1 4 1 0 0,-1-2-60 0 0,1 0 1 0 0,0 0 0 0 0,-1 0-1 0 0,2 0 1 0 0,-1 0 0 0 0,0-1-1 0 0,5 6 1 0 0,-4-7-189 0 0,0 1 0 0 0,0-1 0 0 0,1 0 0 0 0,-1 0 0 0 0,1 0 0 0 0,0 0 0 0 0,0-1 0 0 0,0 0 1 0 0,0 0-1 0 0,8 3 0 0 0,-8-4-474 0 0,-1 0-1 0 0,1 0 1 0 0,-1-1 0 0 0,1 1 0 0 0,0-1 0 0 0,-1 0 0 0 0,1 0 0 0 0,-1 0 0 0 0,8-2 0 0 0,10-2-2052 0 0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26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6 792 0 0,'-1'-5'10591'0'0,"-14"9"-10054"0"0,1 1 0 0 0,-1 1 1 0 0,1 0-1 0 0,-21 13 0 0 0,30-16-391 0 0,-1 1 0 0 0,1-1 0 0 0,0 1 0 0 0,1 1 0 0 0,-1-1 0 0 0,1 1 0 0 0,-1 0 0 0 0,1 0 0 0 0,1 0 0 0 0,-1 0 0 0 0,1 1 0 0 0,0-1 0 0 0,0 1 0 0 0,-3 10 0 0 0,5-14-143 0 0,1 0 1 0 0,0 1 0 0 0,0-1 0 0 0,-1 0-1 0 0,1 1 1 0 0,1-1 0 0 0,-1 0-1 0 0,0 1 1 0 0,1-1 0 0 0,-1 0-1 0 0,1 0 1 0 0,-1 0 0 0 0,1 1-1 0 0,0-1 1 0 0,0 0 0 0 0,0 0-1 0 0,0 0 1 0 0,1 0 0 0 0,-1 0-1 0 0,0-1 1 0 0,1 1 0 0 0,0 0-1 0 0,-1 0 1 0 0,1-1 0 0 0,0 1-1 0 0,0-1 1 0 0,-1 0 0 0 0,1 0-1 0 0,0 1 1 0 0,1-1 0 0 0,1 0-1 0 0,4 3-251 0 0,-1 0-1 0 0,1-1 1 0 0,0 0 0 0 0,0-1-1 0 0,0 0 1 0 0,16 2-1 0 0,32-4-2491 0 0,-20-2-1889 0 0,-31 2 3719 0 0,15-3-2668 0 0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0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134 151 56 0 0,'0'0'2101'0'0,"19"-30"5032"0"0,-10-21-4078 0 0,-8 49-2906 0 0,-1 1-102 0 0,1 1-1 0 0,0-1 0 0 0,-1 0 0 0 0,0 0 0 0 0,1 0 0 0 0,-1 0 0 0 0,1 1 0 0 0,-1-1 0 0 0,0 0 0 0 0,0 0 0 0 0,1 0 0 0 0,-1 0 0 0 0,0 0 0 0 0,0 0 0 0 0,0 0 0 0 0,0 0 0 0 0,0 0 0 0 0,0 0 0 0 0,0 0 0 0 0,-1 0 0 0 0,1 1 0 0 0,0-2 0 0 0,1-17 910 0 0,-1 19-914 0 0,1-1-1 0 0,-1 0 0 0 0,0 0 0 0 0,0 1 1 0 0,0-1-1 0 0,1 0 0 0 0,-1 0 1 0 0,0 0-1 0 0,0 1 0 0 0,0-1 0 0 0,0 0 1 0 0,0 0-1 0 0,-1 0 0 0 0,1 1 1 0 0,0-1-1 0 0,0 0 0 0 0,0 0 0 0 0,-1 1 1 0 0,1-1-1 0 0,0 0 0 0 0,-1 0 1 0 0,1 1-1 0 0,-1-1 0 0 0,1 0 0 0 0,-1 1 1 0 0,1-1-1 0 0,-1 1 0 0 0,1-1 1 0 0,-1 0-1 0 0,1 1 0 0 0,-1-1 0 0 0,0 1 1 0 0,1 0-1 0 0,-1-1 0 0 0,0 1 1 0 0,-1-1-1 0 0,0 0 50 0 0,-13 0-99 0 0,6 4 3 0 0,-1 0 0 0 0,2 0 0 0 0,-1 1 0 0 0,0 1 0 0 0,1 0 0 0 0,0 0 0 0 0,0 0 0 0 0,0 1-1 0 0,1 0 1 0 0,0 0 0 0 0,0 1 0 0 0,0 0 0 0 0,1 0 0 0 0,0 1 0 0 0,1 0 0 0 0,-1 0 0 0 0,-3 8 0 0 0,8-12 9 0 0,0 0 0 0 0,1-1 0 0 0,-1 1 1 0 0,1-1-1 0 0,0 1 0 0 0,0 0 0 0 0,0-1 0 0 0,1 1 1 0 0,-1 0-1 0 0,1-1 0 0 0,0 1 0 0 0,0-1 0 0 0,0 1 1 0 0,1-1-1 0 0,-1 0 0 0 0,4 6 0 0 0,-4-7 1 0 0,0 1-1 0 0,0-1 1 0 0,1 0-1 0 0,0 1 1 0 0,-1-1-1 0 0,1 0 1 0 0,0 0-1 0 0,0 0 1 0 0,0 0-1 0 0,0 0 1 0 0,1-1-1 0 0,-1 1 0 0 0,0-1 1 0 0,1 1-1 0 0,-1-1 1 0 0,1 0-1 0 0,-1 0 1 0 0,1 0-1 0 0,0 0 1 0 0,-1 0-1 0 0,6 0 1 0 0,-3-1 0 0 0,-1 0 1 0 0,0-1 0 0 0,0 0-1 0 0,0 0 1 0 0,0 0 0 0 0,0 0-1 0 0,-1 0 1 0 0,1-1 0 0 0,0 1-1 0 0,0-1 1 0 0,-1 0 0 0 0,1 0-1 0 0,-1-1 1 0 0,0 1 0 0 0,0-1-1 0 0,1 0 1 0 0,2-3 0 0 0,2-1 2 0 0,26-23 4 0 0,-22 19-22 0 0,0 0 1 0 0,0 0 0 0 0,1 1 0 0 0,0 1 0 0 0,1 0 0 0 0,0 1 0 0 0,0 1 0 0 0,1 0 0 0 0,30-10-1 0 0,-40 17 5 0 0,0 0-1 0 0,0 0 0 0 0,0 0 0 0 0,1 0 1 0 0,-1 1-1 0 0,0 0 0 0 0,0 0 0 0 0,0 1 1 0 0,0-1-1 0 0,0 1 0 0 0,0 0 0 0 0,0 0 1 0 0,-1 1-1 0 0,1 0 0 0 0,-1-1 0 0 0,0 1 1 0 0,0 1-1 0 0,5 4 0 0 0,4 3 5 0 0,-1 1 0 0 0,-1 1 0 0 0,0 0 0 0 0,10 16 0 0 0,-20-28 31 0 0,-1 0-1 0 0,1 0 0 0 0,-1 0 0 0 0,1 1 0 0 0,-1-1 0 0 0,1 0 0 0 0,0 0 0 0 0,-1 0 1 0 0,1 0-1 0 0,0 0 0 0 0,0-1 0 0 0,0 1 0 0 0,0 0 0 0 0,0 0 0 0 0,0 0 1 0 0,0-1-1 0 0,0 1 0 0 0,0 0 0 0 0,0-1 0 0 0,0 1 0 0 0,0-1 0 0 0,1 0 0 0 0,-1 1 1 0 0,0-1-1 0 0,0 0 0 0 0,0 0 0 0 0,1 1 0 0 0,-1-1 0 0 0,0 0 0 0 0,0 0 0 0 0,1-1 1 0 0,1 1-1 0 0,0-2 155 0 0,0-1 1 0 0,0 0 0 0 0,0 1 0 0 0,-1-1-1 0 0,1 0 1 0 0,-1 0 0 0 0,0 0 0 0 0,0-1-1 0 0,2-3 1 0 0,11-15-231 0 0,-5 8-156 0 0,1 1 0 0 0,25-24 0 0 0,-30 32-305 0 0,0 0 0 0 0,1 1 0 0 0,-1-1 0 0 0,1 1 0 0 0,0 0 0 0 0,0 1 0 0 0,1 0 0 0 0,11-4 0 0 0,17-4-6281 0 0,-17 6 2895 0 0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1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373 68 396 0 0,'11'-35'7574'0'0,"-10"34"-7315"0"0,-1-1-1 0 0,0 1 0 0 0,0 0 1 0 0,0-1-1 0 0,0 1 1 0 0,0-1-1 0 0,0 1 1 0 0,0 0-1 0 0,0-1 1 0 0,0 1-1 0 0,-1-1 1 0 0,1 1-1 0 0,0 0 1 0 0,-1-1-1 0 0,1 1 1 0 0,-1 0-1 0 0,0 0 0 0 0,1 0 1 0 0,-1-1-1 0 0,-1 0 1 0 0,0 0-13 0 0,-22 2 409 0 0,16-1-577 0 0,-1 1 0 0 0,1 0 1 0 0,-1 0-1 0 0,1 1 1 0 0,-1 0-1 0 0,1 1 0 0 0,-1-1 1 0 0,1 2-1 0 0,0-1 1 0 0,0 1-1 0 0,-12 6 0 0 0,1 2-31 0 0,1 0-1 0 0,1 1 1 0 0,0 1-1 0 0,0 0 1 0 0,1 1-1 0 0,1 1 1 0 0,1 0-1 0 0,0 2 1 0 0,1-1-1 0 0,1 1 1 0 0,0 1-1 0 0,1 0 1 0 0,1 1-1 0 0,1 0 1 0 0,-11 34-1 0 0,18-48-37 0 0,1-1 0 0 0,0 0 0 0 0,0 1 0 0 0,1-1-1 0 0,0 0 1 0 0,-1 1 0 0 0,1-1 0 0 0,1 1 0 0 0,-1-1-1 0 0,1 1 1 0 0,-1-1 0 0 0,1 0 0 0 0,1 1-1 0 0,-1-1 1 0 0,0 0 0 0 0,1 0 0 0 0,0 0 0 0 0,0 0-1 0 0,0 0 1 0 0,1 0 0 0 0,-1-1 0 0 0,5 6-1 0 0,-4-8-2 0 0,0 1 0 0 0,-1-1 0 0 0,1 0 0 0 0,0 0 0 0 0,0 0 0 0 0,0 0 0 0 0,0 0 0 0 0,-1-1 0 0 0,1 1-1 0 0,0-1 1 0 0,0 0 0 0 0,6 0 0 0 0,41-3 51 0 0,-41 2-45 0 0,10-2 4 0 0,0-1 0 0 0,-1-1-1 0 0,1 0 1 0 0,26-13 0 0 0,-14 6 80 0 0,-30 12-37 0 0,15-8 253 0 0,-6 5 41 0 0,-9 6 167 0 0,-136 248 251 0 0,117-220-664 0 0,12-22-58 0 0,1 0 1 0 0,0 0 0 0 0,0 1 0 0 0,-3 11-1 0 0,7-19-21 0 0,-3 6 73 0 0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1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323 14 784 0 0,'7'-13'13112'0'0,"-28"43"-12544"0"0,-43 50 0 0 0,34-47-122 0 0,-31 49-1 0 0,33-39-209 0 0,1 1 1 0 0,2 1-1 0 0,2 1 0 0 0,-17 53 0 0 0,36-87-204 0 0,3-11-28 0 0,0 1 0 0 0,0-1 0 0 0,1 0 0 0 0,-1 1 1 0 0,1-1-1 0 0,-1 0 0 0 0,1 1 0 0 0,-1-1 0 0 0,1 1 0 0 0,0-1 0 0 0,0 1 0 0 0,0-1 1 0 0,0 1-1 0 0,0-1 0 0 0,0 1 0 0 0,0-1 0 0 0,0 1 0 0 0,0-1 0 0 0,1 1 0 0 0,-1-1 1 0 0,1 1-1 0 0,-1-1 0 0 0,1 0 0 0 0,0 1 0 0 0,-1-1 0 0 0,1 0 0 0 0,0 1 0 0 0,1 0 1 0 0,-1-1 15 0 0,24 16 64 0 0,-16-15-63 0 0,1-1 0 0 0,-1 0 0 0 0,1 0 0 0 0,-1-1 0 0 0,1 0 0 0 0,0 0 0 0 0,-1-1 0 0 0,1-1-1 0 0,-1 0 1 0 0,1 0 0 0 0,16-7 0 0 0,6-4-82 0 0,58-33 0 0 0,-79 40 4 0 0,-10 5-81 0 0,0 0 0 0 0,1 1 0 0 0,-1-1 0 0 0,0 0 0 0 0,0 0 0 0 0,0 0 0 0 0,0 0 0 0 0,0-1 0 0 0,0 1 0 0 0,0 0 0 0 0,0 0 0 0 0,0-1 0 0 0,-1 1 0 0 0,1 0 0 0 0,0-1 0 0 0,-1 1 0 0 0,1 0 0 0 0,-1-2 0 0 0,5-8-1953 0 0,-5 10 1477 0 0,3-6-1384 0 0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2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2 976 0 0,'-3'0'15117'0'0,"-14"2"-15133"0"0,11 0 64 0 0,-1 0 0 0 0,1 1 0 0 0,0 0 0 0 0,1 0 0 0 0,-1 0 0 0 0,0 0 0 0 0,1 1 0 0 0,0 0 0 0 0,0 0 0 0 0,0 1 0 0 0,0-1 0 0 0,1 1 1 0 0,0 0-1 0 0,0 0 0 0 0,0 1 0 0 0,0-1 0 0 0,1 1 0 0 0,0 0 0 0 0,-3 9 0 0 0,1-7 20 0 0,4-6-59 0 0,0 1 1 0 0,1-1 0 0 0,-1 1 0 0 0,0-1 0 0 0,1 1-1 0 0,-1 0 1 0 0,1-1 0 0 0,0 1 0 0 0,0 0 0 0 0,0-1-1 0 0,0 1 1 0 0,0 0 0 0 0,1-1 0 0 0,-1 1 0 0 0,1-1-1 0 0,0 1 1 0 0,-1-1 0 0 0,1 1 0 0 0,0-1 0 0 0,1 1-1 0 0,-1-1 1 0 0,0 0 0 0 0,1 0 0 0 0,-1 1 0 0 0,1-1-1 0 0,0 0 1 0 0,0 0 0 0 0,-1-1 0 0 0,1 1 0 0 0,1 0-1 0 0,-1-1 1 0 0,0 1 0 0 0,0-1 0 0 0,0 0 0 0 0,1 1-1 0 0,2 0 1 0 0,-1-2 24 0 0,1 0-1 0 0,-1 0 0 0 0,1 0 0 0 0,-1 0 1 0 0,1-1-1 0 0,-1 1 0 0 0,1-1 1 0 0,-1 0-1 0 0,0-1 0 0 0,0 1 0 0 0,1-1 1 0 0,-1 0-1 0 0,0 0 0 0 0,-1 0 1 0 0,1 0-1 0 0,0-1 0 0 0,0 1 0 0 0,-1-1 1 0 0,4-4-1 0 0,-2 3 51 0 0,-1 1 0 0 0,-1-1 1 0 0,1 0-1 0 0,0 0 0 0 0,-1-1 0 0 0,0 1 1 0 0,0-1-1 0 0,0 1 0 0 0,-1-1 0 0 0,1 0 0 0 0,-1 0 1 0 0,0 0-1 0 0,0 0 0 0 0,-1 0 0 0 0,0-1 1 0 0,1-5-1 0 0,-2 8-79 0 0,0 0 0 0 0,-1-1 0 0 0,1 1 0 0 0,-1 0 0 0 0,0 0 0 0 0,0-1 0 0 0,0 1 0 0 0,0 0 0 0 0,0 0 0 0 0,-1 0 0 0 0,1 0 0 0 0,-1 0 0 0 0,0 1 0 0 0,0-1 0 0 0,0 0 0 0 0,0 1 0 0 0,0 0 0 0 0,-1-1 0 0 0,1 1 0 0 0,-1 0 0 0 0,0 0 0 0 0,-4-2 0 0 0,-18-2-3712 0 0,-2 13-5046 0 0,18-2 4692 0 0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3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35 492 0 0,'8'-34'14225'0'0,"-6"38"-14042"0"0,3 12-59 0 0,0 0 1 0 0,-2 0-1 0 0,0 0 1 0 0,0 0-1 0 0,-2 0 0 0 0,0 0 1 0 0,-1 22-1 0 0,-18 125 432 0 0,8-89-305 0 0,10-49 180 0 0,0-24-413 0 0,0-1 0 0 0,0 0 0 0 0,0 0 0 0 0,0 0 0 0 0,0 1 0 0 0,0-1 0 0 0,0 0-1 0 0,0 0 1 0 0,0 0 0 0 0,0 0 0 0 0,0 1 0 0 0,0-1 0 0 0,0 0 0 0 0,0 0 0 0 0,0 0 0 0 0,0 0 0 0 0,0 1 0 0 0,1-1 0 0 0,-1 0 0 0 0,0 0 0 0 0,0 0-1 0 0,0 0 1 0 0,0 0 0 0 0,0 0 0 0 0,0 1 0 0 0,1-1 0 0 0,-1 0 0 0 0,0 0 0 0 0,0 0 0 0 0,0 0 0 0 0,0 0 0 0 0,1 0 0 0 0,-1 0 0 0 0,0 0-1 0 0,0 0 1 0 0,0 0 0 0 0,0 0 0 0 0,1 0 0 0 0,-1 0 0 0 0,0 0 0 0 0,0 0 0 0 0,0 0 0 0 0,1 0 0 0 0,-1 0 0 0 0,0 0 0 0 0,0 0 0 0 0,0 0 0 0 0,0 0-1 0 0,1 0 1 0 0,-1 0 0 0 0,29-34 780 0 0,-28 32-845 0 0,174-239 1663 0 0,-153 205-1346 0 0,-15 23-465 0 0,1 0 0 0 0,0 1 1 0 0,10-11-1 0 0,-17 22-427 0 0,15-9-4479 0 0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3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87 612 0 0,'0'0'1582'0'0,"4"15"2626"0"0,0-15-3859 0 0,1 0 0 0 0,0 0 0 0 0,-1-1 0 0 0,1 0 0 0 0,0 1 0 0 0,-1-1 0 0 0,1-1 0 0 0,-1 1 0 0 0,1-1 0 0 0,-1 0 0 0 0,0 0 0 0 0,0 0 0 0 0,6-4 0 0 0,50-41 2129 0 0,-34 25-867 0 0,-24 21-1327 0 0,-2-1 71 0 0,0 2-337 0 0,0-1 1 0 0,0 1-1 0 0,0 0 0 0 0,1 0 0 0 0,-1 0 0 0 0,0-1 0 0 0,0 1 0 0 0,0 0 0 0 0,0 0 0 0 0,0-1 0 0 0,0 1 0 0 0,0 0 1 0 0,0 0-1 0 0,0-1 0 0 0,0 1 0 0 0,0 0 0 0 0,0 0 0 0 0,0-1 0 0 0,0 1 0 0 0,0 0 0 0 0,0 0 0 0 0,0-1 0 0 0,0 1 1 0 0,0 0-1 0 0,-1 0 0 0 0,1-1 0 0 0,0 1 0 0 0,0 0 0 0 0,0 0 0 0 0,0 0 0 0 0,0-1 0 0 0,-1 1 0 0 0,1 0 0 0 0,0 0 1 0 0,0 0-1 0 0,0 0 0 0 0,-1 0 0 0 0,1-1 0 0 0,0 1 0 0 0,0 0 0 0 0,0 0 0 0 0,-1 0 0 0 0,-5 0 27 0 0,1 0 0 0 0,0 0 0 0 0,-1 1 0 0 0,1 0 0 0 0,-1 0-1 0 0,1 1 1 0 0,0-1 0 0 0,0 1 0 0 0,0 0 0 0 0,0 0 0 0 0,0 1 0 0 0,0 0 0 0 0,0 0-1 0 0,1 0 1 0 0,0 0 0 0 0,-1 0 0 0 0,1 1 0 0 0,0 0 0 0 0,1 0 0 0 0,-1 0 0 0 0,1 0-1 0 0,-5 8 1 0 0,7-10-102 0 0,0-1 0 0 0,0 1 0 0 0,0 0-1 0 0,0 0 1 0 0,0 0 0 0 0,0 0 0 0 0,0 1 0 0 0,1-1-1 0 0,-1 0 1 0 0,1 0 0 0 0,0 0 0 0 0,-1 0 0 0 0,1 1-1 0 0,0-1 1 0 0,0 0 0 0 0,1 0 0 0 0,-1 0-1 0 0,0 1 1 0 0,1-1 0 0 0,-1 0 0 0 0,1 0 0 0 0,0 0-1 0 0,0 0 1 0 0,-1 0 0 0 0,1 0 0 0 0,1 0-1 0 0,-1 0 1 0 0,2 2 0 0 0,22 18-3251 0 0,3-11-3834 0 0,-18-11 3925 0 0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3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15 400 0 0,'5'-8'2406'0'0,"-4"8"-2307"0"0,-1 0 0 0 0,0 0-1 0 0,0 0 1 0 0,0 0 0 0 0,0 0 0 0 0,1-1 197 0 0,-1 1-198 0 0,0 0 1 0 0,0 0 0 0 0,0 0-1 0 0,0 0 1 0 0,0 0 0 0 0,0 0 0 0 0,0-1-1 0 0,0 1 1 0 0,0 0 0 0 0,0 0-1 0 0,0 0 1 0 0,0 0 0 0 0,0 0-1 0 0,0-1 1 0 0,1 1 0 0 0,-1 0 0 0 0,0 0-1 0 0,-1 0 1 0 0,1 0 0 0 0,0-1-1 0 0,0 1 1 0 0,0 0 0 0 0,0 0 0 0 0,0 0-1 0 0,0 0 1 0 0,0 0 0 0 0,0-1-1 0 0,0 1 1 0 0,0 0 0 0 0,0 0-1 0 0,0 0 1 0 0,0 0 0 0 0,-1-1 197 0 0,1 1-197 0 0,0 0-1 0 0,0 0 1 0 0,0 0 0 0 0,0 0 0 0 0,0 0-1 0 0,-1 0 1 0 0,1 0 0 0 0,0 0-1 0 0,0 0 1 0 0,0 0 0 0 0,0 0-1 0 0,0 0 1 0 0,-1-1 0 0 0,1 1 0 0 0,0 0-1 0 0,0 0 1 0 0,0 0 0 0 0,0 0-1 0 0,-1 0 1 0 0,1 1 0 0 0,0-1 0 0 0,-8 1 277 0 0,0 0 0 0 0,0 1 0 0 0,0 0 1 0 0,0 1-1 0 0,1-1 0 0 0,-10 6 0 0 0,13-6-160 0 0,0 0-1 0 0,1 0 1 0 0,-1 0 0 0 0,1 0-1 0 0,0 1 1 0 0,0 0-1 0 0,0-1 1 0 0,0 1 0 0 0,0 0-1 0 0,0 1 1 0 0,1-1-1 0 0,-1 0 1 0 0,1 1 0 0 0,0 0-1 0 0,-2 4 1 0 0,4-6-188 0 0,0-1-1 0 0,0 1 1 0 0,0-1 0 0 0,0 1 0 0 0,0 0-1 0 0,0-1 1 0 0,1 1 0 0 0,-1-1 0 0 0,0 1-1 0 0,1-1 1 0 0,-1 1 0 0 0,1-1 0 0 0,0 1 0 0 0,-1-1-1 0 0,1 1 1 0 0,0-1 0 0 0,0 0 0 0 0,0 1-1 0 0,0-1 1 0 0,0 0 0 0 0,0 0 0 0 0,1 0-1 0 0,-1 0 1 0 0,0 0 0 0 0,0 0 0 0 0,1 0 0 0 0,1 1-1 0 0,39 18-1976 0 0,4-12-5811 0 0,-31-7 4061 0 0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36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2528 0 0,'0'0'23102'0'0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25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1292 0 0,'0'0'1514'0'0,"3"-3"-795"0"0,17-10 14336 0 0,-17 14-18252 0 0,-2 2 2364 0 0,1 4-13 0 0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7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10 140 0 0,'0'0'235'0'0,"1"-1"0"0"0,-1 1 0 0 0,0-1-1 0 0,1 0 1 0 0,-1 1 0 0 0,1-1 0 0 0,-1 1 0 0 0,1-1 0 0 0,-1 1 0 0 0,1-1 0 0 0,-1 1-1 0 0,1 0 1 0 0,-1-1 0 0 0,1 1 0 0 0,-1 0 0 0 0,1-1 0 0 0,0 1 0 0 0,-1 0 0 0 0,1 0-1 0 0,-1-1 1 0 0,1 1 0 0 0,0 0 0 0 0,-1 0 0 0 0,1 0 0 0 0,0 0 0 0 0,-1 0-1 0 0,1 0 1 0 0,0 0 0 0 0,-1 0 0 0 0,1 0 0 0 0,0 0 0 0 0,-1 0 0 0 0,1 1 0 0 0,1-1-1 0 0,-5 32 1706 0 0,-11 46-672 0 0,-5 118 0 0 0,11-98-726 0 0,5-49-368 0 0,-12 86-90 0 0,13-118-617 0 0,-2-1-1 0 0,-1 1 1 0 0,0-1-1 0 0,0 1 1 0 0,-15 25 0 0 0,19-40 153 0 0,0 0 1 0 0,-1 0 0 0 0,1-1 0 0 0,-1 1-1 0 0,0 0 1 0 0,0 0 0 0 0,0-1 0 0 0,0 1 0 0 0,0-1-1 0 0,0 0 1 0 0,0 0 0 0 0,0 1 0 0 0,0-1-1 0 0,-5 1 1 0 0,-7 2-2292 0 0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8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1 746 4 0 0,'149'-46'3430'0'0,"52"-18"-1289"0"0,-121 35-1510 0 0,38-13 355 0 0,-1-6 1 0 0,127-71-1 0 0,-224 108-831 0 0,-1-2 1 0 0,-1 0-1 0 0,1 0 1 0 0,-2-2-1 0 0,0-1 0 0 0,22-26 1 0 0,-35 37-110 0 0,0 1 1 0 0,0-1-1 0 0,-1 0 1 0 0,0-1-1 0 0,0 1 0 0 0,0-1 1 0 0,-1 1-1 0 0,0-1 1 0 0,0 0-1 0 0,0 0 1 0 0,-1 0-1 0 0,0 0 0 0 0,0 0 1 0 0,0 0-1 0 0,-1 0 1 0 0,0 0-1 0 0,0 0 1 0 0,-1 0-1 0 0,1 0 0 0 0,-1 0 1 0 0,-1 0-1 0 0,1 0 1 0 0,-1 0-1 0 0,0 0 1 0 0,0 1-1 0 0,-1-1 0 0 0,1 1 1 0 0,-1-1-1 0 0,-4-4 1 0 0,1 2 43 0 0,1 0 0 0 0,-1 0 0 0 0,0 1 0 0 0,-1 0 0 0 0,0 1 0 0 0,0-1 0 0 0,0 1-1 0 0,-1 0 1 0 0,0 1 0 0 0,0 0 0 0 0,0 0 0 0 0,0 1 0 0 0,-1 0 0 0 0,0 1 0 0 0,0-1 0 0 0,-16-2 0 0 0,21 6-74 0 0,0 0 0 0 0,0 0 0 0 0,0 1-1 0 0,0-1 1 0 0,0 1 0 0 0,0 0 0 0 0,0 0-1 0 0,0 0 1 0 0,0 1 0 0 0,0-1 0 0 0,1 1 0 0 0,-1 0-1 0 0,1 0 1 0 0,-1 0 0 0 0,1 1 0 0 0,0-1 0 0 0,0 1-1 0 0,0 0 1 0 0,0 0 0 0 0,0 0 0 0 0,1 0-1 0 0,-1 0 1 0 0,1 1 0 0 0,-2 3 0 0 0,-4 6 7 0 0,0 1 0 0 0,1 0 0 0 0,0 0 0 0 0,-7 26 0 0 0,-4 34 43 0 0,4 1 0 0 0,3 0 0 0 0,-2 80 0 0 0,-10 75 76 0 0,18-186-109 0 0,5-32 3 0 0,-1 1-1 0 0,-1-1 0 0 0,0 0 0 0 0,-7 22 1 0 0,8-32 182 0 0,0 4-125 0 0,1-4 26 0 0,0-5 595 0 0,1-5-709 0 0,0 3 15 0 0,-1 0 0 0 0,1 0 0 0 0,0 0 0 0 0,1 0 0 0 0,-1-1 0 0 0,1 2 0 0 0,0-1 0 0 0,5-8 0 0 0,-7 12-20 0 0,4 1-17 0 0,0 0 11 0 0,-1 0 1 0 0,1 1-1 0 0,-1-1 0 0 0,1 1 1 0 0,-1 0-1 0 0,1 0 0 0 0,3 2 0 0 0,22 6 2 0 0,0-1-1 0 0,1-2 1 0 0,-1 0-1 0 0,1-3 1 0 0,0 0 0 0 0,0-2-1 0 0,1-1 1 0 0,-1-1-1 0 0,0-2 1 0 0,56-12-1 0 0,-81 14 12 0 0,0-1 0 0 0,0 1-1 0 0,-1-1 1 0 0,1 0 0 0 0,-1-1 0 0 0,1 1-1 0 0,-1-1 1 0 0,0 0 0 0 0,0 0 0 0 0,0 0-1 0 0,0 0 1 0 0,4-5 0 0 0,-7 6 52 0 0,1 0 0 0 0,-1 0 1 0 0,1-1-1 0 0,-1 1 0 0 0,0 0 0 0 0,0 0 1 0 0,0-1-1 0 0,0 1 0 0 0,0-1 0 0 0,-1 1 1 0 0,1-1-1 0 0,-1 1 0 0 0,0-1 0 0 0,1 1 1 0 0,-1-1-1 0 0,0 1 0 0 0,0-1 0 0 0,-1 0 1 0 0,1 1-1 0 0,-1-1 0 0 0,1 1 0 0 0,-1-1 0 0 0,0 1 1 0 0,0 0-1 0 0,-1-3 0 0 0,1 3 7 0 0,-1-1 0 0 0,0 1 0 0 0,0 0 1 0 0,0 0-1 0 0,0 0 0 0 0,0 1 0 0 0,0-1 0 0 0,0 0 0 0 0,-1 1 0 0 0,1-1 0 0 0,-1 1 0 0 0,1 0 0 0 0,-1 0 0 0 0,1 0 0 0 0,-1 0 0 0 0,0 1 0 0 0,1-1 1 0 0,-1 0-1 0 0,0 1 0 0 0,-3 0 0 0 0,4-1-12 0 0,-4 4-97 0 0,5-4 32 0 0,0 1-1 0 0,1 0 0 0 0,-1 0 1 0 0,1 0-1 0 0,-1 0 0 0 0,1 0 1 0 0,-1 0-1 0 0,1 1 0 0 0,-1-1 1 0 0,1 0-1 0 0,-1 0 0 0 0,1 0 1 0 0,-1 0-1 0 0,1 1 0 0 0,-1-1 1 0 0,1 0-1 0 0,-1 0 0 0 0,1 1 1 0 0,0-1-1 0 0,-1 0 0 0 0,1 1 1 0 0,-1-1-1 0 0,1 0 0 0 0,-1 2 1 0 0,0 1-142 0 0,1 0 0 0 0,-1 0 0 0 0,1 0 0 0 0,0 0 1 0 0,-1 0-1 0 0,1 0 0 0 0,1 0 0 0 0,-1 1 0 0 0,0-1 0 0 0,1 0 1 0 0,0 0-1 0 0,0 0 0 0 0,0 0 0 0 0,0 0 0 0 0,0 0 1 0 0,0-1-1 0 0,1 1 0 0 0,-1 0 0 0 0,1-1 0 0 0,0 1 0 0 0,0-1 1 0 0,0 1-1 0 0,4 3 0 0 0,1 1-1196 0 0,1 0 1 0 0,1 0-1 0 0,-1 0 1 0 0,1-1-1 0 0,18 9 1 0 0,-1-3-2303 0 0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9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69 200 688 0 0,'0'0'12081'0'0,"43"-6"-9276"0"0,36-21-2493 0 0,-69 24-254 0 0,1 1-1 0 0,-1-2 1 0 0,1 1-1 0 0,-1-1 1 0 0,0-1 0 0 0,0 0-1 0 0,-1 0 1 0 0,0-1 0 0 0,15-12-1 0 0,-21 16-19 0 0,-1-1 0 0 0,0 0-1 0 0,0 1 1 0 0,0-1 0 0 0,-1 0 0 0 0,1-1-1 0 0,0 1 1 0 0,-1 0 0 0 0,0 0-1 0 0,0-1 1 0 0,0 1 0 0 0,0 0 0 0 0,-1-1-1 0 0,1 1 1 0 0,-1-1 0 0 0,0 1 0 0 0,0-1-1 0 0,0 1 1 0 0,0-1 0 0 0,-1 1 0 0 0,1 0-1 0 0,-1-1 1 0 0,0 1 0 0 0,0-1-1 0 0,0 1 1 0 0,-2-4 0 0 0,2 6-38 0 0,0-1-1 0 0,0 1 1 0 0,-1-1 0 0 0,1 1 0 0 0,0-1-1 0 0,-1 1 1 0 0,1 0 0 0 0,-1 0 0 0 0,1 0-1 0 0,-1 0 1 0 0,1 0 0 0 0,-1 0-1 0 0,0 0 1 0 0,0 1 0 0 0,1-1 0 0 0,-1 0-1 0 0,0 1 1 0 0,0 0 0 0 0,0-1 0 0 0,1 1-1 0 0,-1 0 1 0 0,0 0 0 0 0,0 0-1 0 0,-4 0 1 0 0,-40 12-17 0 0,38-9 14 0 0,-13 4-7 0 0,1 0 1 0 0,0 2 0 0 0,0 0-1 0 0,1 2 1 0 0,-31 20 0 0 0,45-27 4 0 0,-1 0 0 0 0,1 0 0 0 0,0 0 1 0 0,1 0-1 0 0,-1 1 0 0 0,1 0 1 0 0,0 0-1 0 0,0 0 0 0 0,0 0 0 0 0,1 1 1 0 0,-1-1-1 0 0,2 1 0 0 0,-1 0 1 0 0,0 0-1 0 0,1 0 0 0 0,0 0 0 0 0,1 1 1 0 0,-1-1-1 0 0,1 0 0 0 0,1 1 0 0 0,-1-1 1 0 0,1 1-1 0 0,1 9 0 0 0,0-12-2 0 0,1 1-1 0 0,-1-1 1 0 0,1 0-1 0 0,1 1 1 0 0,-1-1-1 0 0,1 0 1 0 0,-1 0-1 0 0,1 0 1 0 0,0-1-1 0 0,0 1 1 0 0,1-1-1 0 0,-1 0 1 0 0,1 0-1 0 0,0 0 1 0 0,-1 0-1 0 0,1 0 1 0 0,1-1-1 0 0,-1 0 1 0 0,0 0-1 0 0,0 0 1 0 0,1 0-1 0 0,5 1 1 0 0,9 3-451 0 0,1 0 0 0 0,1-2-1 0 0,35 4 1 0 0,-37-6-454 0 0,0-2-1 0 0,32-3 1 0 0,10-6-5555 0 0,-36 4 3048 0 0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0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1 306 212 0 0,'1'-4'8005'0'0,"11"8"-6521"0"0,-10-3-1470 0 0,-1 0 0 0 0,1 0 0 0 0,0 1 1 0 0,0-1-1 0 0,0 1 0 0 0,-1-1 0 0 0,1 1 1 0 0,0-1-1 0 0,-1 1 0 0 0,0 0 0 0 0,1 0 1 0 0,-1 0-1 0 0,2 3 0 0 0,-2-1 85 0 0,0 0 0 0 0,-1 0 0 0 0,1 0-1 0 0,-1 1 1 0 0,1-1 0 0 0,-1 0 0 0 0,-1 0-1 0 0,1 1 1 0 0,0-1 0 0 0,-1 0 0 0 0,-2 6-1 0 0,1 2 39 0 0,2-11-63 0 0,-4 6-18 0 0,3-5 62 0 0,2-5 600 0 0,6-8-699 0 0,0 0 0 0 0,0 0 0 0 0,1 1 0 0 0,1 0 0 0 0,-1 0 0 0 0,2 1 0 0 0,-1 0 0 0 0,1 1 0 0 0,1 0 0 0 0,-1 0 0 0 0,17-8 0 0 0,-18 15-18 0 0,1 0 0 0 0,-1 1-1 0 0,0 0 1 0 0,1 0-1 0 0,-1 0 1 0 0,0 2 0 0 0,18 3-1 0 0,8 12 33 0 0,-32-14-18 0 0,0-1 1 0 0,1 0 0 0 0,-1 0-1 0 0,0-1 1 0 0,1 1 0 0 0,-1-1 0 0 0,1 0-1 0 0,0 0 1 0 0,-1 0 0 0 0,7 1-1 0 0,26-42 51 0 0,-36 39-70 0 0,0 0 0 0 0,0 1 0 0 0,0-1 0 0 0,0 0 0 0 0,0 1 0 0 0,1-1 0 0 0,-1 0 0 0 0,0 1 0 0 0,1-1 0 0 0,-1 1 0 0 0,0-1 0 0 0,1 1 0 0 0,-1-1 0 0 0,1 1 0 0 0,-1-1 0 0 0,1 1 0 0 0,-1-1 0 0 0,1 1 0 0 0,-1-1 0 0 0,1 1 0 0 0,-1 0 0 0 0,1-1 0 0 0,-1 1 0 0 0,1 0 0 0 0,0 0 0 0 0,-1-1 0 0 0,1 1 0 0 0,0 0 0 0 0,-1 0 0 0 0,1 0 0 0 0,0 0 0 0 0,-1 0 0 0 0,1 0 0 0 0,0 0 0 0 0,-1 0 0 0 0,1 0 0 0 0,0 0 0 0 0,-1 0 0 0 0,1 0 0 0 0,-1 0 0 0 0,1 1 0 0 0,0-1 0 0 0,-1 0 0 0 0,1 0 0 0 0,0 1 0 0 0,-1-1 0 0 0,1 1 0 0 0,36 15-124 0 0,-34-14 117 0 0,11 5-66 0 0,1 0 0 0 0,0-1 1 0 0,0-1-1 0 0,0 0 0 0 0,0-1 0 0 0,20 3 0 0 0,-29-7 82 0 0,0 1-1 0 0,0-1 1 0 0,0-1-1 0 0,0 1 1 0 0,0-1 0 0 0,-1 0-1 0 0,1 0 1 0 0,0-1 0 0 0,-1 0-1 0 0,1 0 1 0 0,-1 0-1 0 0,1-1 1 0 0,-1 1 0 0 0,0-1-1 0 0,0 0 1 0 0,0-1-1 0 0,-1 1 1 0 0,1-1 0 0 0,-1 0-1 0 0,5-6 1 0 0,0 0 98 0 0,-1 0 0 0 0,-1-1 0 0 0,0 0 0 0 0,0 0 0 0 0,-1 0 1 0 0,-1-1-1 0 0,6-16 0 0 0,18-88 812 0 0,-23 90-562 0 0,-6 23-273 0 0,1 1 1 0 0,-1-1-1 0 0,0 1 0 0 0,0-1 0 0 0,0 0 0 0 0,0 1 0 0 0,-1-1 1 0 0,1 1-1 0 0,-1-1 0 0 0,1 1 0 0 0,-1-1 0 0 0,-1-3 0 0 0,1 4-10 0 0,1 1 158 0 0,-6 4-197 0 0,0 0-1 0 0,1 0 1 0 0,0 0 0 0 0,-1 1 0 0 0,1 0 0 0 0,1 0 0 0 0,-1 0 0 0 0,1 0 0 0 0,-1 1-1 0 0,1 0 1 0 0,0 0 0 0 0,1 0 0 0 0,-1 0 0 0 0,1 1 0 0 0,-3 8 0 0 0,4-9-22 0 0,1 0 0 0 0,0 0 0 0 0,0 1 0 0 0,0-1 0 0 0,1 0 0 0 0,0 1 0 0 0,0-1 0 0 0,0 0 0 0 0,1 0 0 0 0,-1 1 0 0 0,1-1-1 0 0,1 0 1 0 0,-1 0 0 0 0,1 0 0 0 0,0 0 0 0 0,0 0 0 0 0,0 0 0 0 0,5 8 0 0 0,5 4-82 0 0,1 0 0 0 0,24 26-1 0 0,-24-29-163 0 0,1 2-1 0 0,19 30 0 0 0,-32-45 220 0 0,0 1-1 0 0,0-1 1 0 0,0 1 0 0 0,0-1 0 0 0,-1 1-1 0 0,1 0 1 0 0,-1-1 0 0 0,1 1-1 0 0,-1 0 1 0 0,1-1 0 0 0,-1 1 0 0 0,0 0-1 0 0,0-1 1 0 0,0 1 0 0 0,0 0-1 0 0,0 0 1 0 0,0-1 0 0 0,-1 1 0 0 0,1 0-1 0 0,0-1 1 0 0,-1 1 0 0 0,1 0-1 0 0,-1-1 1 0 0,0 1 0 0 0,0 1-1 0 0,-1-1 25 0 0,-1 1-1 0 0,1-1 1 0 0,0 0-1 0 0,0 0 0 0 0,-1 0 1 0 0,1 0-1 0 0,-1-1 1 0 0,0 1-1 0 0,1-1 0 0 0,-1 1 1 0 0,0-1-1 0 0,0 0 1 0 0,-4 1-1 0 0,0 0-16 0 0,0 0-1 0 0,0-1 1 0 0,0 0 0 0 0,-1 0 0 0 0,1 0-1 0 0,0-1 1 0 0,-1-1 0 0 0,1 1-1 0 0,0-1 1 0 0,-1 0 0 0 0,1 0 0 0 0,-11-4-1 0 0,3-5-1230 0 0,15 9 872 0 0,-1 0 0 0 0,0 0 0 0 0,0 1 1 0 0,1-1-1 0 0,-1 0 0 0 0,0 0 0 0 0,1 0 0 0 0,-1 0 0 0 0,1 0 1 0 0,0 0-1 0 0,-1-1 0 0 0,1 1 0 0 0,0 0 0 0 0,-1 0 1 0 0,1 0-1 0 0,0 0 0 0 0,0 0 0 0 0,0 0 0 0 0,0-2 1 0 0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0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0 122 180 0 0,'23'8'5074'0'0,"-1"-13"-4137"0"0,-1-1 0 0 0,0 0 1 0 0,0-2-1 0 0,-1 0 0 0 0,0-2 1 0 0,0 0-1 0 0,-1-1 0 0 0,0-1 0 0 0,30-25 1 0 0,-49 37-903 0 0,1-1 0 0 0,-1 1 0 0 0,0 0 0 0 0,1 0 0 0 0,-1-1 0 0 0,0 1 0 0 0,0 0 0 0 0,1-1 0 0 0,-1 1 0 0 0,0 0 0 0 0,0-1 0 0 0,0 1 0 0 0,0 0 0 0 0,1-1 0 0 0,-1 1 0 0 0,0 0 0 0 0,0-1 0 0 0,0 1 0 0 0,0-1 0 0 0,0 1 0 0 0,0 0-1 0 0,0-1 1 0 0,0 1 0 0 0,0-1 0 0 0,0 1 0 0 0,0 0 0 0 0,0-1 0 0 0,0 1 0 0 0,-1 0 0 0 0,1-1 0 0 0,0 1 0 0 0,0-1 0 0 0,0 1 0 0 0,0 0 0 0 0,-1-1 0 0 0,1 1 0 0 0,0 0 0 0 0,0 0 0 0 0,-1-1 0 0 0,1 1 0 0 0,0 0 0 0 0,0-1 0 0 0,-1 1 0 0 0,1 0 0 0 0,0 0 0 0 0,-1 0 0 0 0,1-1 0 0 0,0 1 0 0 0,-1 0 0 0 0,1 0 0 0 0,-1 0 0 0 0,1 0 0 0 0,0 0 0 0 0,-1 0 0 0 0,1 0 0 0 0,0 0 0 0 0,-1 0 0 0 0,1 0 0 0 0,-1 0 0 0 0,1 0 0 0 0,0 0 0 0 0,-1 0 0 0 0,1 0 0 0 0,-1 0 0 0 0,1 0 0 0 0,0 0 0 0 0,-1 1 0 0 0,-1-2-18 0 0,0 1 0 0 0,1 0-1 0 0,-1 0 1 0 0,0 0 0 0 0,0 1-1 0 0,0-1 1 0 0,1 0 0 0 0,-1 0 0 0 0,0 1-1 0 0,0 0 1 0 0,1-1 0 0 0,-1 1-1 0 0,0 0 1 0 0,1-1 0 0 0,-1 1-1 0 0,1 0 1 0 0,-1 0 0 0 0,-2 3 0 0 0,2-1-105 0 0,-1 1 1 0 0,0-1-1 0 0,1 1 1 0 0,0 0-1 0 0,0 0 1 0 0,0 0 0 0 0,0 0-1 0 0,1 1 1 0 0,0-1-1 0 0,-2 6 1 0 0,3-9-122 0 0,0 1 0 0 0,0 0 1 0 0,0-1-1 0 0,0 1 0 0 0,0-1 0 0 0,1 1 1 0 0,-1 0-1 0 0,0-1 0 0 0,1 1 1 0 0,-1-1-1 0 0,1 1 0 0 0,0-1 1 0 0,-1 1-1 0 0,2 1 0 0 0,0-1-335 0 0,-1 0 0 0 0,1-1 0 0 0,0 1 0 0 0,0 0-1 0 0,0-1 1 0 0,0 1 0 0 0,0-1 0 0 0,0 0 0 0 0,0 0 0 0 0,0 1 0 0 0,0-1-1 0 0,4 0 1 0 0,11 4-2921 0 0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0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164 408 884 0 0,'-6'1'1122'0'0,"-2"-1"-708"0"0,1 1 0 0 0,-1 0 0 0 0,0 1 0 0 0,0 0 1 0 0,1 0-1 0 0,-1 1 0 0 0,1 0 0 0 0,0 0 1 0 0,-1 1-1 0 0,1 0 0 0 0,1 0 0 0 0,-1 1 1 0 0,1-1-1 0 0,0 1 0 0 0,0 1 0 0 0,0-1 1 0 0,1 1-1 0 0,0 0 0 0 0,0 0 0 0 0,0 1 1 0 0,1 0-1 0 0,-7 14 0 0 0,10-19-367 0 0,0 0 0 0 0,1 0 0 0 0,0 0 0 0 0,-1 0 0 0 0,1 1 0 0 0,0-1-1 0 0,0 0 1 0 0,0 0 0 0 0,1 0 0 0 0,-1 1 0 0 0,0-1 0 0 0,1 0 0 0 0,0 0 0 0 0,-1 0 0 0 0,1 0 0 0 0,0 0 0 0 0,0 0 0 0 0,2 3-1 0 0,-2-4-46 0 0,-1 0 0 0 0,1 0 0 0 0,0 0 0 0 0,0 0 1 0 0,0 0-1 0 0,0 0 0 0 0,0 0 0 0 0,0 0 0 0 0,0 0 0 0 0,1 0 0 0 0,-1-1 0 0 0,0 1 0 0 0,0-1 0 0 0,1 1 0 0 0,-1-1 0 0 0,0 1 0 0 0,1-1 0 0 0,-1 0 0 0 0,0 1 0 0 0,1-1 0 0 0,-1 0 0 0 0,1 0 0 0 0,-1 0 0 0 0,0 0 0 0 0,3 0 0 0 0,22-7-9 0 0,-16 1 32 0 0,1-1 1 0 0,-1 0-1 0 0,-1 0 0 0 0,1-1 1 0 0,-1 0-1 0 0,0 0 0 0 0,-1-1 1 0 0,0-1-1 0 0,-1 1 0 0 0,0-1 1 0 0,11-20-1 0 0,-3 2 60 0 0,-1 0-1 0 0,-2-1 1 0 0,13-43 0 0 0,-16 42 131 0 0,-2 1 1 0 0,6-56 0 0 0,-12 77 41 0 0,0-1-1 0 0,-1 1 1 0 0,0-1 0 0 0,0 1 0 0 0,-1 0 0 0 0,-1-1-1 0 0,1 1 1 0 0,-1 0 0 0 0,0 0 0 0 0,-1 0 0 0 0,0 0-1 0 0,0 0 1 0 0,-1 0 0 0 0,0 1 0 0 0,-5-8 0 0 0,8 14-201 0 0,0 0 0 0 0,0 0-1 0 0,-1 1 1 0 0,1-1 0 0 0,0 0 0 0 0,0 0 0 0 0,0 1 0 0 0,-1-1 0 0 0,1 0 0 0 0,0 1 0 0 0,-1 0 0 0 0,1-1 0 0 0,0 1 0 0 0,-1 0 0 0 0,1-1 0 0 0,-1 1 0 0 0,1 0 0 0 0,-1 0 0 0 0,1 0-1 0 0,0 0 1 0 0,-1 1 0 0 0,1-1 0 0 0,-1 0 0 0 0,1 1 0 0 0,0-1 0 0 0,-1 0 0 0 0,1 1 0 0 0,0 0 0 0 0,-1-1 0 0 0,1 1 0 0 0,0 0 0 0 0,0 0 0 0 0,-2 1 0 0 0,-1 1-1 0 0,0 0 1 0 0,0 0-1 0 0,0 0 1 0 0,0 1-1 0 0,1-1 0 0 0,0 1 1 0 0,0 0-1 0 0,-4 6 1 0 0,1 1-167 0 0,1 1 0 0 0,0 0 0 0 0,1 0 0 0 0,1 1 0 0 0,0-1 0 0 0,0 1 0 0 0,1 0 0 0 0,1 0 1 0 0,0 13-1 0 0,6 45-3079 0 0,9-1-4992 0 0,-7-46 3894 0 0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1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55 465 1396 0 0,'0'0'124'0'0,"1"0"-1"0"0,-1-1 1 0 0,0 1-1 0 0,0 0 1 0 0,0-1-1 0 0,0 1 1 0 0,0 0-1 0 0,0-1 1 0 0,0 1-1 0 0,0 0 1 0 0,0 0-1 0 0,-1-1 1 0 0,1 1-1 0 0,0 0 1 0 0,0-1-1 0 0,0 1 1 0 0,0 0 0 0 0,0-1-1 0 0,0 1 1 0 0,-1 0-1 0 0,1 0 1 0 0,0-1-1 0 0,0 1 1 0 0,0 0-1 0 0,-1 0 1 0 0,1 0-1 0 0,0-1 1 0 0,0 1-1 0 0,-1 0 1 0 0,1 0-1 0 0,0 0 1 0 0,0-1-1 0 0,-1 1 1 0 0,1 0-1 0 0,0 0 1 0 0,-1 0-1 0 0,1 0 1 0 0,0 0-1 0 0,-1 0 1 0 0,1 0 0 0 0,0 0-1 0 0,-1 0 1 0 0,1 0-1 0 0,0 0 1 0 0,0 0-1 0 0,-1 0 1 0 0,1 0-1 0 0,-1 0 1 0 0,-12 10 4653 0 0,10-7-6113 0 0,0 0 1452 0 0,0 0 0 0 0,0 1 0 0 0,1 0 0 0 0,-1-1 0 0 0,1 1 0 0 0,0 0 0 0 0,0 0 0 0 0,0 0 0 0 0,0 1 0 0 0,1-1 0 0 0,0 0-1 0 0,0 1 1 0 0,0-1 0 0 0,0 1 0 0 0,1-1 0 0 0,0 1 0 0 0,0-1 0 0 0,0 1 0 0 0,0-1 0 0 0,1 0 0 0 0,-1 1 0 0 0,1-1 0 0 0,3 8 0 0 0,-4-11-109 0 0,1-1 1 0 0,0 1 0 0 0,-1-1 0 0 0,1 1-1 0 0,0-1 1 0 0,0 1 0 0 0,-1-1 0 0 0,1 1-1 0 0,0-1 1 0 0,0 0 0 0 0,0 0 0 0 0,0 1-1 0 0,-1-1 1 0 0,1 0 0 0 0,0 0 0 0 0,0 0-1 0 0,0 0 1 0 0,0 0 0 0 0,0 0-1 0 0,0 0 1 0 0,0 0 0 0 0,-1 0 0 0 0,1-1-1 0 0,0 1 1 0 0,0 0 0 0 0,0 0 0 0 0,0-1-1 0 0,-1 1 1 0 0,1-1 0 0 0,0 1 0 0 0,0 0-1 0 0,-1-1 1 0 0,1 0 0 0 0,0 1 0 0 0,0-1-1 0 0,-1 1 1 0 0,2-2 0 0 0,33-27 133 0 0,-30 25-68 0 0,17-17 78 0 0,-1-1 0 0 0,-1-1 0 0 0,-1-1 0 0 0,-1 0 1 0 0,25-45-1 0 0,-14 14 253 0 0,39-104 0 0 0,-64 150-265 0 0,-1 0 0 0 0,1-1-1 0 0,-2 1 1 0 0,1-1 0 0 0,-1 1 0 0 0,-1-1-1 0 0,0 0 1 0 0,0 0 0 0 0,-1 1 0 0 0,-1-14-1 0 0,0 21-122 0 0,0 0-1 0 0,0 1 1 0 0,0-1 0 0 0,0 1-1 0 0,0-1 1 0 0,-1 1-1 0 0,1-1 1 0 0,-1 1-1 0 0,1 0 1 0 0,-1-1 0 0 0,1 1-1 0 0,-1 0 1 0 0,0 0-1 0 0,1 0 1 0 0,-1 1-1 0 0,0-1 1 0 0,0 0 0 0 0,0 1-1 0 0,0-1 1 0 0,0 1-1 0 0,0-1 1 0 0,0 1-1 0 0,0 0 1 0 0,0 0 0 0 0,1 0-1 0 0,-5 0 1 0 0,-50 5 191 0 0,48-3-195 0 0,0 0 0 0 0,1 0-1 0 0,-1 1 1 0 0,1 0 0 0 0,-1 0-1 0 0,1 0 1 0 0,0 1-1 0 0,0 0 1 0 0,1 1 0 0 0,-1 0-1 0 0,1 0 1 0 0,0 0 0 0 0,0 0-1 0 0,1 1 1 0 0,-6 7-1 0 0,8-9-11 0 0,1-1 0 0 0,0 1-1 0 0,0 0 1 0 0,0 0-1 0 0,1 0 1 0 0,-1 0-1 0 0,1 0 1 0 0,0 1-1 0 0,0-1 1 0 0,0 0-1 0 0,1 0 1 0 0,0 1-1 0 0,-1-1 1 0 0,2 0-1 0 0,-1 1 1 0 0,0-1-1 0 0,1 0 1 0 0,0 1 0 0 0,0-1-1 0 0,0 0 1 0 0,0 0-1 0 0,1 0 1 0 0,0 0-1 0 0,0 0 1 0 0,0 0-1 0 0,0 0 1 0 0,0-1-1 0 0,1 1 1 0 0,3 3-1 0 0,10 12-136 0 0,2-1-1 0 0,0-1 1 0 0,1 0-1 0 0,39 24 0 0 0,-38-27-7 0 0,1 1 0 0 0,-2 1-1 0 0,0 0 1 0 0,29 34 0 0 0,-47-48 132 0 0,1 1 0 0 0,0 0 0 0 0,-1 1 1 0 0,1-1-1 0 0,-1 0 0 0 0,0 0 1 0 0,0 0-1 0 0,-1 1 0 0 0,1-1 0 0 0,0 5 1 0 0,4 16 77 0 0,-7-20-66 0 0,0 0 0 0 0,0 0-1 0 0,0 0 1 0 0,0 0 0 0 0,-1 0 0 0 0,0 0 0 0 0,1-1 0 0 0,-1 1-1 0 0,-1-1 1 0 0,1 0 0 0 0,-7 5 0 0 0,6-5-211 0 0,-25 14-1879 0 0,8-11-5687 0 0,11-6 4044 0 0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1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1316 0 0,'0'0'1409'0'0,"3"-41"7986"0"0,-2 33-10796 0 0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2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7 416 0 0,'0'0'864'0'0,"-1"46"3953"0"0,9-5-2303 0 0,-8-40-1916 0 0,2 3-168 0 0,-2-4-394 0 0,0 0 0 0 0,0 0 0 0 0,0 1 0 0 0,1-1 0 0 0,-1 0 0 0 0,0 0 0 0 0,0 1 0 0 0,0-1 0 0 0,0 0 0 0 0,0 0 0 0 0,0 0 0 0 0,0 1 0 0 0,1-1-1 0 0,-1 0 1 0 0,0 0 0 0 0,0 0 0 0 0,0 1 0 0 0,0-1 0 0 0,1 0 0 0 0,-1 0 0 0 0,0 0 0 0 0,0 0 0 0 0,1 0 0 0 0,-1 0 0 0 0,0 1 0 0 0,0-1 0 0 0,0 0 0 0 0,1 0 0 0 0,-1 0 0 0 0,0 0 0 0 0,0 0-1 0 0,1 0 1 0 0,-1 0 0 0 0,0 0 0 0 0,0 0 0 0 0,1 0 0 0 0,-1 0 0 0 0,0 0 0 0 0,0 0 0 0 0,1 0 0 0 0,-1 0 0 0 0,0 0 0 0 0,0-1 0 0 0,1 1 0 0 0,-1 0 0 0 0,0 0 0 0 0,0 0 0 0 0,0 0 0 0 0,1 0 0 0 0,-1-1-1 0 0,0 1 1 0 0,43-25 643 0 0,-35 20-585 0 0,0-1 0 0 0,0 1 0 0 0,1 1-1 0 0,-1-1 1 0 0,1 1 0 0 0,0 1 0 0 0,1 0 0 0 0,-1 0 0 0 0,0 0 0 0 0,1 2 0 0 0,-1-1 0 0 0,1 1 0 0 0,0 0 0 0 0,0 1 0 0 0,12 1 0 0 0,46 9-102 0 0,139 14-733 0 0,-187-24 753 0 0,-1 0 0 0 0,1-1-1 0 0,-1-1 1 0 0,0 0 0 0 0,1-2-1 0 0,-1 0 1 0 0,-1-2 0 0 0,26-9 0 0 0,-43 14 130 0 0,1 1 1 0 0,-1-1 0 0 0,0 1-1 0 0,0-1 1 0 0,1 1 0 0 0,-1-1-1 0 0,0 0 1 0 0,0 0 0 0 0,0 0 0 0 0,0 1-1 0 0,0-1 1 0 0,0 0 0 0 0,0 0-1 0 0,0-1 1 0 0,0 1 0 0 0,0 0-1 0 0,-1 0 1 0 0,1 0 0 0 0,0-1 0 0 0,-1 1-1 0 0,1 0 1 0 0,-1 0 0 0 0,0-1-1 0 0,1 1 1 0 0,-1 0 0 0 0,0-1 0 0 0,0 1-1 0 0,0-2 1 0 0,-22 3 700 0 0,12 4-717 0 0,1 0 0 0 0,-1 1 0 0 0,1 0 1 0 0,0 1-1 0 0,1 0 0 0 0,-1 0 0 0 0,1 1 0 0 0,0 0 1 0 0,-7 10-1 0 0,8-11-47 0 0,-24 26 127 0 0,1 1 1 0 0,2 2-1 0 0,1 1 1 0 0,2 1-1 0 0,-21 40 0 0 0,-89 211-1097 0 0,79-160-3060 0 0,-4-4-3536 0 0,36-79 2829 0 0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5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373 134 1012 0 0,'9'-33'6161'0'0,"-12"-27"-670"0"0,3 58-5060 0 0,-8-23 1535 0 0,4 23-1902 0 0,0 0 0 0 0,-1 0-1 0 0,1 0 1 0 0,0 1-1 0 0,0 0 1 0 0,-1 0-1 0 0,1 0 1 0 0,-1 0-1 0 0,1 1 1 0 0,-1-1 0 0 0,1 1-1 0 0,-1 0 1 0 0,1 1-1 0 0,-1-1 1 0 0,1 1-1 0 0,0 0 1 0 0,-1 0 0 0 0,1 0-1 0 0,0 1 1 0 0,-1-1-1 0 0,1 1 1 0 0,-5 3-1 0 0,-16 7 26 0 0,1 1 0 0 0,-29 22 0 0 0,48-33-45 0 0,-21 16 147 0 0,-42 37-1 0 0,62-50-185 0 0,0 1 0 0 0,0 1-1 0 0,0-1 1 0 0,1 1-1 0 0,0-1 1 0 0,0 2 0 0 0,1-1-1 0 0,0 0 1 0 0,0 1 0 0 0,1 0-1 0 0,0 0 1 0 0,-2 10 0 0 0,4-16-7 0 0,0 1 1 0 0,1 0-1 0 0,-1-1 1 0 0,1 1-1 0 0,0 0 1 0 0,0 0-1 0 0,0-1 1 0 0,0 1-1 0 0,1 0 1 0 0,-1 0-1 0 0,2 4 1 0 0,-1-5 3 0 0,0-1 1 0 0,1 1 0 0 0,-1-1 0 0 0,0 0-1 0 0,0 1 1 0 0,1-1 0 0 0,-1 0-1 0 0,1 0 1 0 0,-1 0 0 0 0,1 0 0 0 0,-1 0-1 0 0,1 0 1 0 0,0-1 0 0 0,0 1 0 0 0,-1 0-1 0 0,1-1 1 0 0,0 0 0 0 0,0 1-1 0 0,-1-1 1 0 0,1 0 0 0 0,2 0 0 0 0,5 0-1 0 0,0 0 0 0 0,-1 0 1 0 0,0-1-1 0 0,1-1 0 0 0,-1 0 1 0 0,0 0-1 0 0,1 0 0 0 0,-1-1 0 0 0,0 0 1 0 0,-1-1-1 0 0,1 0 0 0 0,-1 0 1 0 0,1 0-1 0 0,-1-1 0 0 0,8-7 1 0 0,3-3-14 0 0,0 0 1 0 0,-1-2 0 0 0,-1 0 0 0 0,19-25 0 0 0,8-17-16 0 0,-42 57 10 0 0,-1 8-220 0 0,-2 26 240 0 0,1-28-10 0 0,0 1-1 0 0,1 0 1 0 0,-1 0-1 0 0,1 0 0 0 0,0 0 1 0 0,0-1-1 0 0,1 1 1 0 0,-1 0-1 0 0,1 0 0 0 0,0 0 1 0 0,0-1-1 0 0,1 1 0 0 0,-1 0 1 0 0,1-1-1 0 0,0 1 1 0 0,0-1-1 0 0,1 0 0 0 0,-1 0 1 0 0,1 0-1 0 0,0 0 0 0 0,0 0 1 0 0,4 3-1 0 0,-5-6 7 0 0,-1 0 0 0 0,1 0 0 0 0,0 0 0 0 0,0-1 0 0 0,0 1 0 0 0,0-1 1 0 0,0 1-1 0 0,0-1 0 0 0,0 0 0 0 0,0 1 0 0 0,0-1 0 0 0,0 0 0 0 0,0 0 0 0 0,0-1 0 0 0,0 1 0 0 0,0 0 0 0 0,0-1 0 0 0,3 0 0 0 0,34-14-10 0 0,-37 15 3 0 0,93-54-367 0 0,-72 39 126 0 0,1 2 0 0 0,38-17-1 0 0,-58 29 225 0 0,1 0 0 0 0,0 1 0 0 0,-1-1 0 0 0,1 1 0 0 0,0 0 0 0 0,0 1 0 0 0,-1-1-1 0 0,1 1 1 0 0,0 0 0 0 0,-1 0 0 0 0,1 0 0 0 0,-1 1 0 0 0,0 0 0 0 0,1 0 0 0 0,-1 0-1 0 0,0 0 1 0 0,0 1 0 0 0,0-1 0 0 0,3 4 0 0 0,40 17-37 0 0,-31-18 47 0 0,0-2-1 0 0,0 0 1 0 0,1 0-1 0 0,-1-2 1 0 0,0 0-1 0 0,1-1 1 0 0,27-3 0 0 0,-32 2 93 0 0,0-1 0 0 0,0-1 0 0 0,0 0 1 0 0,-1-1-1 0 0,1 0 0 0 0,-1 0 0 0 0,0-1 0 0 0,0-1 1 0 0,-1 0-1 0 0,1-1 0 0 0,10-8 0 0 0,-16 10 348 0 0,0 0-1 0 0,1-1 1 0 0,-2 0 0 0 0,1 0-1 0 0,-1-1 1 0 0,5-8-1 0 0,-8 13-116 0 0,1-4 280 0 0,0 4-830 0 0,-2 5-1334 0 0,3 38-945 0 0,12-12-5153 0 0,-3-16 3220 0 0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6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330 311 656 0 0,'4'-6'1158'0'0,"11"-24"6014"0"0,-15 30-7089 0 0,0-1 0 0 0,0 0 1 0 0,0 0-1 0 0,0 1 0 0 0,0-1 0 0 0,0 0 1 0 0,0 0-1 0 0,-1 1 0 0 0,1-1 0 0 0,0 0 0 0 0,0 1 1 0 0,-1-1-1 0 0,1 0 0 0 0,0 1 0 0 0,-1-1 1 0 0,1 0-1 0 0,-1 1 0 0 0,1-1 0 0 0,-1 1 1 0 0,1-1-1 0 0,-1 1 0 0 0,1-1 0 0 0,-1 1 0 0 0,0-1 1 0 0,1 1-1 0 0,-1 0 0 0 0,0-1 0 0 0,1 1 1 0 0,-1 0-1 0 0,0-1 0 0 0,1 1 0 0 0,-1 0 1 0 0,0 0-1 0 0,0 0 0 0 0,1 0 0 0 0,-1 0 0 0 0,0 0 1 0 0,1 0-1 0 0,-1 0 0 0 0,0 0 0 0 0,0 0 1 0 0,1 0-1 0 0,-1 0 0 0 0,0 0 0 0 0,-1 1 1 0 0,-19 0 160 0 0,-1 2 0 0 0,0 0 1 0 0,1 2-1 0 0,0 0 1 0 0,0 1-1 0 0,0 1 1 0 0,1 1-1 0 0,0 1 1 0 0,1 1-1 0 0,-1 0 1 0 0,2 2-1 0 0,-34 26 1 0 0,50-37-233 0 0,0 1 0 0 0,0-1 0 0 0,0 1 0 0 0,0-1 0 0 0,1 1 1 0 0,-1 0-1 0 0,0 0 0 0 0,1-1 0 0 0,0 1 0 0 0,-1 0 0 0 0,1 1 0 0 0,0-1 1 0 0,0 0-1 0 0,0 0 0 0 0,0 0 0 0 0,0 1 0 0 0,1-1 0 0 0,-1 0 0 0 0,1 1 1 0 0,-1-1-1 0 0,1 0 0 0 0,0 1 0 0 0,0-1 0 0 0,0 1 0 0 0,0-1 0 0 0,1 1 0 0 0,-1-1 1 0 0,1 0-1 0 0,-1 1 0 0 0,1-1 0 0 0,1 4 0 0 0,1-3-37 0 0,-1-1 1 0 0,0 1-1 0 0,1-1 0 0 0,0 0 0 0 0,-1 0 0 0 0,1 0 1 0 0,0 0-1 0 0,0 0 0 0 0,0 0 0 0 0,1-1 0 0 0,-1 1 0 0 0,0-1 1 0 0,0 0-1 0 0,1 0 0 0 0,-1-1 0 0 0,1 1 0 0 0,-1-1 1 0 0,1 1-1 0 0,-1-1 0 0 0,1 0 0 0 0,4-1 0 0 0,13-1-70 0 0,0-2-1 0 0,-1 0 1 0 0,0-1-1 0 0,35-13 1 0 0,-9 2 604 0 0,-44 15-441 0 0,4 2-68 0 0,0 0-1 0 0,1 0 1 0 0,-1 0-1 0 0,0 0 1 0 0,0 1-1 0 0,7 3 0 0 0,6 1-705 0 0,1-1-1 0 0,0-1 0 0 0,0 0 0 0 0,1-1 1 0 0,-1-2-1 0 0,0 0 0 0 0,1-1 0 0 0,35-5 1 0 0,-38 2 328 0 0,0 0 1 0 0,0-2 0 0 0,0 0 0 0 0,19-9 0 0 0,-26 9 616 0 0,0 0 0 0 0,-1-1 1 0 0,0 0-1 0 0,0-1 0 0 0,0 0 1 0 0,15-15-1 0 0,-24 22-188 0 0,-1 0-1 0 0,0 0 1 0 0,0 0 0 0 0,0-1-1 0 0,0 1 1 0 0,0 0-1 0 0,0 0 1 0 0,0 0-1 0 0,1 0 1 0 0,-1 0 0 0 0,0 0-1 0 0,0 0 1 0 0,0 0-1 0 0,0-1 1 0 0,0 1 0 0 0,0 0-1 0 0,0 0 1 0 0,0 0-1 0 0,0 0 1 0 0,0 0 0 0 0,0 0-1 0 0,0 0 1 0 0,0-1-1 0 0,0 1 1 0 0,0 0-1 0 0,0 0 1 0 0,0 0 0 0 0,0 0-1 0 0,0 0 1 0 0,0-1-1 0 0,0 1 1 0 0,0 0 0 0 0,0 0-1 0 0,0 0 1 0 0,0 0-1 0 0,0 0 1 0 0,0 0-1 0 0,0-1 1 0 0,0 1 0 0 0,0 0-1 0 0,0 0 1 0 0,0 0-1 0 0,0 0 1 0 0,-1 0 0 0 0,1 0-1 0 0,0 0 1 0 0,0 0-1 0 0,0 0 1 0 0,0-1 0 0 0,0 1-1 0 0,0 0 1 0 0,0 0-1 0 0,-1 0 1 0 0,1 0-1 0 0,0 0 1 0 0,0 0 0 0 0,0 0-1 0 0,0 0 1 0 0,0 0-1 0 0,0 0 1 0 0,-1 0 0 0 0,1 0-1 0 0,0 0 1 0 0,0 0-1 0 0,-17 0 778 0 0,-25 11-236 0 0,37-8-460 0 0,0 0 0 0 0,-1 1 0 0 0,1-1 0 0 0,0 1 0 0 0,1 0 0 0 0,-9 9 0 0 0,11-12-132 0 0,1 1 1 0 0,0-1 0 0 0,-1 1 0 0 0,1 0 0 0 0,0 0 0 0 0,0-1 0 0 0,0 1-1 0 0,1 0 1 0 0,-1 0 0 0 0,0 0 0 0 0,1 0 0 0 0,-1 0 0 0 0,1 0 0 0 0,0 0-1 0 0,-1 0 1 0 0,1 0 0 0 0,0 1 0 0 0,0-1 0 0 0,0 0 0 0 0,1 0-1 0 0,-1 0 1 0 0,0 0 0 0 0,2 3 0 0 0,-2-4-24 0 0,1 0 0 0 0,-1 0 1 0 0,1 0-1 0 0,-1 0 0 0 0,1-1 0 0 0,-1 1 0 0 0,1 0 0 0 0,-1 0 1 0 0,1 0-1 0 0,0-1 0 0 0,-1 1 0 0 0,1 0 0 0 0,0-1 0 0 0,0 1 1 0 0,0-1-1 0 0,0 1 0 0 0,-1-1 0 0 0,1 1 0 0 0,0-1 1 0 0,0 1-1 0 0,0-1 0 0 0,0 0 0 0 0,0 0 0 0 0,0 1 0 0 0,2-1 1 0 0,27-8-246 0 0,-23 5 239 0 0,-1-1-1 0 0,0 1 1 0 0,0-1-1 0 0,0-1 1 0 0,0 1-1 0 0,6-8 1 0 0,11-21 41 0 0,-1 0 1 0 0,-2-1 0 0 0,-1-1-1 0 0,-2-1 1 0 0,-2 0 0 0 0,20-67-1 0 0,-21 11 1968 0 0,-19 66 833 0 0,-3 42-2778 0 0,0 1 0 0 0,2-1 0 0 0,0 2 1 0 0,0-1-1 0 0,-4 32 0 0 0,6-26-796 0 0,2 1-1 0 0,0 0 0 0 0,2 0 1 0 0,2 27-1 0 0,11 3-2066 0 0,-1-20-3137 0 0,-5-20 2345 0 0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6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444 13 392 0 0,'0'0'4212'0'0,"-1"-10"-2745"0"0,1 11-1406 0 0,0-1 0 0 0,0 0 0 0 0,-1 0 0 0 0,1 0 0 0 0,0 0 0 0 0,0 0 0 0 0,0 0 0 0 0,0 0 0 0 0,0 0 0 0 0,0 0 0 0 0,0 0 0 0 0,-1 0 0 0 0,1 0 0 0 0,0 0 0 0 0,0 0 0 0 0,0 0 0 0 0,0 0 1 0 0,0 0-1 0 0,0 0 0 0 0,-1 0 0 0 0,1 0 0 0 0,0 0 0 0 0,0 0 0 0 0,0 0 0 0 0,0 0 0 0 0,0 0 0 0 0,0 0 0 0 0,-1 0 0 0 0,1 0 0 0 0,0 0 0 0 0,0 0 0 0 0,0 0 0 0 0,0 0 0 0 0,0 0 0 0 0,0 0 0 0 0,0 0 0 0 0,0-1 0 0 0,-1 1 0 0 0,1 0 0 0 0,0 0 0 0 0,0 0 0 0 0,0 0 0 0 0,0 0 0 0 0,0 0 0 0 0,0 0 0 0 0,0-1 0 0 0,0 1 0 0 0,0 0 0 0 0,0 0 1 0 0,0 0-1 0 0,0 0 0 0 0,0 0 0 0 0,0 0 0 0 0,0-1 0 0 0,0 1 0 0 0,0 0 0 0 0,0 0 0 0 0,0 0 0 0 0,0 0 0 0 0,0 0 0 0 0,0-1 0 0 0,-13 35 478 0 0,2 1 1 0 0,1 0 0 0 0,2 0-1 0 0,1 1 1 0 0,-2 47-1 0 0,-8 35 14 0 0,-7 41 124 0 0,-13 64 71 0 0,29-188-590 0 0,-2 0 1 0 0,-1-1-1 0 0,-2 0 0 0 0,-19 37 0 0 0,31-68-80 0 0,-1 0 0 0 0,0 1-1 0 0,1-1 1 0 0,-1 0-1 0 0,0 0 1 0 0,-1 0-1 0 0,1 0 1 0 0,0-1-1 0 0,-1 1 1 0 0,0-1-1 0 0,1 1 1 0 0,-1-1-1 0 0,0 0 1 0 0,0 0-1 0 0,0 0 1 0 0,-1-1-1 0 0,1 1 1 0 0,0-1-1 0 0,-1 0 1 0 0,1 1 0 0 0,0-2-1 0 0,-1 1 1 0 0,0 0-1 0 0,1-1 1 0 0,-1 1-1 0 0,-4-1 1 0 0,3-1 8 0 0,0 0 0 0 0,0-1 1 0 0,-1 0-1 0 0,1 0 0 0 0,0 0 0 0 0,1 0 1 0 0,-1-1-1 0 0,0 0 0 0 0,1 1 1 0 0,-1-2-1 0 0,1 1 0 0 0,0-1 0 0 0,0 1 1 0 0,1-1-1 0 0,-1 0 0 0 0,1 0 0 0 0,-4-6 1 0 0,-2-2-46 0 0,2 0 1 0 0,0 0-1 0 0,0 0 0 0 0,1 0 1 0 0,1-1-1 0 0,0 0 1 0 0,0-1-1 0 0,2 1 0 0 0,-1-1 1 0 0,2 0-1 0 0,0 1 0 0 0,0-1 1 0 0,2 0-1 0 0,0 0 1 0 0,0 0-1 0 0,3-14 0 0 0,1 6-695 0 0,1 1 0 0 0,1 0 0 0 0,1 0 0 0 0,1 0-1 0 0,1 1 1 0 0,0 0 0 0 0,2 1 0 0 0,0 0-1 0 0,23-28 1 0 0,9-11-6122 0 0,-23 28 2899 0 0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6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94 528 0 0,'-1'-35'7293'0'0,"-1"-4"-4421"0"0,0 20-3717 0 0,0 41-3216 0 0,2-15 806 0 0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7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13 313 864 0 0,'0'0'12827'0'0,"-9"19"-11933"0"0,7-13-836 0 0,2 0-1 0 0,-1-1 0 0 0,1 1 0 0 0,-1 0 1 0 0,2-1-1 0 0,-1 1 0 0 0,1-1 0 0 0,-1 1 1 0 0,2 0-1 0 0,-1-1 0 0 0,1 1 0 0 0,-1-1 1 0 0,1 0-1 0 0,4 7 0 0 0,-5-10-47 0 0,0 0-1 0 0,1 0 1 0 0,-1 0 0 0 0,0 0-1 0 0,1 0 1 0 0,-1 0-1 0 0,1 0 1 0 0,0-1 0 0 0,0 1-1 0 0,0-1 1 0 0,0 1-1 0 0,0-1 1 0 0,0 0 0 0 0,0 0-1 0 0,0 0 1 0 0,0 0 0 0 0,1 0-1 0 0,-1 0 1 0 0,0 0-1 0 0,1-1 1 0 0,-1 1 0 0 0,0-1-1 0 0,1 0 1 0 0,-1 0-1 0 0,1 0 1 0 0,-1 0 0 0 0,0 0-1 0 0,1 0 1 0 0,-1-1-1 0 0,1 1 1 0 0,-1-1 0 0 0,0 1-1 0 0,1-1 1 0 0,-1 0 0 0 0,4-2-1 0 0,7-4 6 0 0,0-1 1 0 0,-1 0-1 0 0,1-1 0 0 0,-1 0 0 0 0,-1-1 0 0 0,0-1 1 0 0,-1 0-1 0 0,0 0 0 0 0,9-13 0 0 0,16-17 26 0 0,-10 5 1461 0 0,-29 44-1493 0 0,0 0 0 0 0,1 0 0 0 0,0 0 0 0 0,1 0-1 0 0,0 0 1 0 0,0 0 0 0 0,1 1 0 0 0,0-1 0 0 0,0 1 0 0 0,1 13 0 0 0,0 12-5 0 0,-1-32-15 0 0,0 0 0 0 0,1 0 0 0 0,0 0 0 0 0,-1 0 0 0 0,1 0 1 0 0,0 1-1 0 0,0-1 0 0 0,0 0 0 0 0,0 0 0 0 0,1 0 0 0 0,-1 0 0 0 0,0 1 0 0 0,1-1 0 0 0,0 0 0 0 0,-1 0 0 0 0,1 0 0 0 0,0 0 0 0 0,0 0 0 0 0,0 0 1 0 0,0-1-1 0 0,1 1 0 0 0,-1 0 0 0 0,0 0 0 0 0,1-1 0 0 0,1 2 0 0 0,0-2-2 0 0,-1-1 0 0 0,1 0 1 0 0,0 0-1 0 0,0 0 0 0 0,-1 0 1 0 0,1-1-1 0 0,0 1 0 0 0,0-1 0 0 0,-1 1 1 0 0,1-1-1 0 0,-1 0 0 0 0,1 0 1 0 0,0 0-1 0 0,-1 0 0 0 0,4-3 0 0 0,0 1-26 0 0,78-35-321 0 0,-45 19 155 0 0,2 2 0 0 0,54-17 0 0 0,-92 33 169 0 0,0 1 0 0 0,1-1-1 0 0,-1 0 1 0 0,0 1 0 0 0,1-1-1 0 0,-1 1 1 0 0,1 0-1 0 0,-1 0 1 0 0,0 1 0 0 0,1-1-1 0 0,-1 1 1 0 0,1-1-1 0 0,-1 1 1 0 0,0 0 0 0 0,0 0-1 0 0,5 3 1 0 0,-7-3 18 0 0,0 0 0 0 0,0 0-1 0 0,1 1 1 0 0,-1-1 0 0 0,0 0 0 0 0,0 1 0 0 0,-1-1-1 0 0,1 1 1 0 0,0-1 0 0 0,0 1 0 0 0,-1-1 0 0 0,1 1-1 0 0,-1-1 1 0 0,1 1 0 0 0,-1 0 0 0 0,0-1 0 0 0,0 1-1 0 0,1 0 1 0 0,-1-1 0 0 0,0 1 0 0 0,-1 0 0 0 0,1-1-1 0 0,0 1 1 0 0,0 0 0 0 0,-1-1 0 0 0,1 1 0 0 0,-1-1-1 0 0,1 1 1 0 0,-1 0 0 0 0,0-1 0 0 0,1 0 0 0 0,-1 1-1 0 0,0-1 1 0 0,-2 2 0 0 0,-1 6-28 0 0,-1-1 0 0 0,0 0 1 0 0,-1-1-1 0 0,1 1 0 0 0,-1-1 0 0 0,-1 0 0 0 0,-9 8 0 0 0,15-15 42 0 0,1 0 1 0 0,0 0-1 0 0,0 0 0 0 0,0 0 0 0 0,-1 1 0 0 0,1-1 0 0 0,0 0 0 0 0,0 0 1 0 0,0 0-1 0 0,-1 0 0 0 0,1 0 0 0 0,0 1 0 0 0,0-1 0 0 0,0 0 0 0 0,0 0 1 0 0,0 1-1 0 0,-1-1 0 0 0,1 0 0 0 0,0 0 0 0 0,0 0 0 0 0,0 1 0 0 0,0-1 1 0 0,0 0-1 0 0,0 0 0 0 0,0 1 0 0 0,0-1 0 0 0,0 0 0 0 0,0 0 0 0 0,0 1 1 0 0,0-1-1 0 0,0 0 0 0 0,0 0 0 0 0,0 1 0 0 0,0-1 0 0 0,0 0 0 0 0,0 0 1 0 0,0 0-1 0 0,1 1 0 0 0,-1-1 0 0 0,0 0 0 0 0,0 0 0 0 0,0 1 0 0 0,0-1 1 0 0,0 0-1 0 0,1 0 0 0 0,-1 0 0 0 0,0 0 0 0 0,0 1 0 0 0,0-1 0 0 0,0 0 1 0 0,1 0-1 0 0,-1 0 0 0 0,0 0 0 0 0,0 0 0 0 0,1 0 0 0 0,-1 1 0 0 0,20 1-84 0 0,15-12 78 0 0,0-2 0 0 0,-1-1 0 0 0,0-2 0 0 0,-1-1 0 0 0,-1-2 0 0 0,-1-1 1 0 0,0-1-1 0 0,-2-2 0 0 0,0-1 0 0 0,-1-1 0 0 0,-2-1 0 0 0,0-2 0 0 0,26-36 1 0 0,-40 48 155 0 0,-5 8 128 0 0,0 0-1 0 0,-1-1 1 0 0,-1 1 0 0 0,1-1 0 0 0,-1 0-1 0 0,0-1 1 0 0,-1 1 0 0 0,0-1-1 0 0,0 0 1 0 0,-1 0 0 0 0,-1 0 0 0 0,1-1-1 0 0,1-10 1 0 0,-4 18-31 0 0,-5-3 63 0 0,5 4-284 0 0,-1 0 0 0 0,0 0 1 0 0,0 0-1 0 0,1 0 0 0 0,-1 0 0 0 0,0 0 1 0 0,0 1-1 0 0,0-1 0 0 0,0 0 0 0 0,0 0 1 0 0,0 1-1 0 0,0-1 0 0 0,0 0 0 0 0,0 1 0 0 0,0-1 1 0 0,0 1-1 0 0,0 0 0 0 0,-1-1 0 0 0,1 1 1 0 0,0 0-1 0 0,-2-1 0 0 0,-3 2 9 0 0,-1 0 0 0 0,1 1-1 0 0,-1-1 1 0 0,1 1 0 0 0,-1 1 0 0 0,1-1 0 0 0,0 1-1 0 0,0 0 1 0 0,0 0 0 0 0,1 1 0 0 0,-1-1 0 0 0,1 1-1 0 0,-6 5 1 0 0,3 0 1 0 0,0 0-1 0 0,0 0 1 0 0,0 0-1 0 0,1 1 1 0 0,1 0-1 0 0,-11 22 1 0 0,10-16-28 0 0,0 0 0 0 0,2 0-1 0 0,0 1 1 0 0,0 0 0 0 0,2 0 0 0 0,0 0-1 0 0,1 0 1 0 0,1 0 0 0 0,0 0 0 0 0,3 25-1 0 0,-2-37-55 0 0,1-1 0 0 0,-1 1-1 0 0,1-1 1 0 0,0 1-1 0 0,0-1 1 0 0,1 0-1 0 0,-1 1 1 0 0,1-1 0 0 0,0 0-1 0 0,0 0 1 0 0,0 0-1 0 0,1 0 1 0 0,0-1-1 0 0,-1 1 1 0 0,1-1-1 0 0,0 1 1 0 0,1-1 0 0 0,-1 0-1 0 0,0 0 1 0 0,1-1-1 0 0,0 1 1 0 0,0-1-1 0 0,0 1 1 0 0,0-1-1 0 0,0-1 1 0 0,0 1 0 0 0,0 0-1 0 0,0-1 1 0 0,1 0-1 0 0,-1 0 1 0 0,1 0-1 0 0,-1-1 1 0 0,1 1 0 0 0,-1-1-1 0 0,1 0 1 0 0,-1 0-1 0 0,1-1 1 0 0,-1 1-1 0 0,1-1 1 0 0,-1 0-1 0 0,1-1 1 0 0,4-1 0 0 0,14-6 61 0 0,-2-2 1 0 0,1 0 0 0 0,26-18 0 0 0,-33 19 1888 0 0,-42 2-1463 0 0,-6 25-99 0 0,30-14-423 0 0,1-1-1 0 0,0 0 1 0 0,-1 1 0 0 0,1 0 0 0 0,0-1 0 0 0,1 1-1 0 0,-1 0 1 0 0,0 0 0 0 0,1 0 0 0 0,-1 0-1 0 0,1 0 1 0 0,-1 7 0 0 0,1-7-176 0 0,1 0 1 0 0,0 0-1 0 0,0 0 1 0 0,1 1-1 0 0,-1-1 1 0 0,1 0-1 0 0,-1 0 1 0 0,1 0-1 0 0,0 0 0 0 0,0 0 1 0 0,1 0-1 0 0,-1 0 1 0 0,0-1-1 0 0,1 1 1 0 0,0 0-1 0 0,0-1 1 0 0,-1 1-1 0 0,1-1 0 0 0,1 0 1 0 0,-1 1-1 0 0,0-1 1 0 0,4 2-1 0 0,24 16-6173 0 0,-13-11 2737 0 0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8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79 419 1380 0 0,'0'0'2487'0'0,"-3"-3"-1366"0"0,1 1-876 0 0,1 1-1 0 0,-1 0 1 0 0,0 0 0 0 0,1 0 0 0 0,-1 0-1 0 0,0 0 1 0 0,0 0 0 0 0,0 0-1 0 0,0 1 1 0 0,0-1 0 0 0,0 0 0 0 0,0 1-1 0 0,0 0 1 0 0,0-1 0 0 0,0 1 0 0 0,0 0-1 0 0,0 0 1 0 0,0 0 0 0 0,0 1 0 0 0,0-1-1 0 0,0 0 1 0 0,0 1 0 0 0,0-1 0 0 0,0 1-1 0 0,0 0 1 0 0,0 0 0 0 0,1-1 0 0 0,-1 1-1 0 0,0 0 1 0 0,0 1 0 0 0,1-1 0 0 0,-1 0-1 0 0,1 0 1 0 0,-1 1 0 0 0,1-1 0 0 0,-3 3-1 0 0,4-3-197 0 0,-1 0 0 0 0,0 0 0 0 0,1 0 1 0 0,-1 0-1 0 0,1 0 0 0 0,-1 1 0 0 0,1-1 0 0 0,-1 0 0 0 0,1 0 0 0 0,0 1 0 0 0,0-1 0 0 0,0 0 0 0 0,-1 0 0 0 0,1 1 0 0 0,0-1 0 0 0,0 0 0 0 0,1 0 1 0 0,-1 1-1 0 0,0-1 0 0 0,0 0 0 0 0,1 0 0 0 0,-1 0 0 0 0,1 1 0 0 0,-1-1 0 0 0,1 0 0 0 0,-1 0 0 0 0,1 0 0 0 0,0 0 0 0 0,-1 0 0 0 0,1 0 0 0 0,0 0 0 0 0,0 0 1 0 0,0 0-1 0 0,0 0 0 0 0,0-1 0 0 0,0 1 0 0 0,0 0 0 0 0,0 0 0 0 0,0-1 0 0 0,0 1 0 0 0,0-1 0 0 0,0 1 0 0 0,0-1 0 0 0,1 0 0 0 0,-1 1 0 0 0,0-1 0 0 0,0 0 1 0 0,1 0-1 0 0,1 0 0 0 0,2 1-40 0 0,0 0-1 0 0,0-1 1 0 0,0 0 0 0 0,0 0 0 0 0,1 0 0 0 0,-1 0 0 0 0,0-1-1 0 0,0 0 1 0 0,0 0 0 0 0,0 0 0 0 0,-1-1 0 0 0,7-2 0 0 0,-2-2 34 0 0,0-1 0 0 0,-1 1 0 0 0,0-1 0 0 0,0-1 0 0 0,0 0 0 0 0,-1 0 0 0 0,-1 0 0 0 0,1-1 0 0 0,-1 0 0 0 0,-1 0 0 0 0,1 0 0 0 0,3-12 0 0 0,1-3 145 0 0,-1 0-1 0 0,-1-1 1 0 0,9-46 0 0 0,-16 64-118 0 0,3-11 381 0 0,-1-1-1 0 0,0 0 1 0 0,-2 0-1 0 0,0 0 1 0 0,-1-1-1 0 0,-3-20 1 0 0,-11 2 2674 0 0,14 37-1994 0 0,-2 2-1102 0 0,0 0 1 0 0,0 0 0 0 0,0 0 0 0 0,0 0-1 0 0,1 0 1 0 0,-1 1 0 0 0,0-1 0 0 0,1 0-1 0 0,-1 1 1 0 0,1-1 0 0 0,0 1 0 0 0,-2 2-1 0 0,1-2 25 0 0,-3 3 16 0 0,1 1 1 0 0,-1 0-1 0 0,1 1 1 0 0,0-1-1 0 0,0 1 1 0 0,1-1-1 0 0,0 1 0 0 0,0 0 1 0 0,0 0-1 0 0,-1 9 1 0 0,-11 76 39 0 0,13-73-234 0 0,-3 67-2084 0 0,2-24-5241 0 0,1-55 2882 0 0,-1-3 2418 0 0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08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27 1304 0 0,'-13'0'9401'0'0,"45"-20"-10245"0"0,-22 19-804 0 0,9-5-4413 0 0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0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399 132 816 0 0,'-11'-127'11506'0'0,"11"127"-11487"0"0,0 0 0 0 0,0 0-1 0 0,0-1 1 0 0,0 1 0 0 0,0 0-1 0 0,0 0 1 0 0,0 0-1 0 0,0-1 1 0 0,0 1 0 0 0,-1 0-1 0 0,1 0 1 0 0,0 0 0 0 0,0 0-1 0 0,0-1 1 0 0,0 1-1 0 0,0 0 1 0 0,0 0 0 0 0,0 0-1 0 0,0 0 1 0 0,-1 0-1 0 0,1-1 1 0 0,0 1 0 0 0,0 0-1 0 0,0 0 1 0 0,0 0 0 0 0,0 0-1 0 0,-1 0 1 0 0,1 0-1 0 0,0 0 1 0 0,0 0 0 0 0,0 0-1 0 0,-1 0 1 0 0,1 0-1 0 0,0-1 1 0 0,0 1 0 0 0,0 0-1 0 0,0 0 1 0 0,-1 0 0 0 0,1 0-1 0 0,0 0 1 0 0,0 1-1 0 0,0-1 1 0 0,-1 0 0 0 0,1 0-1 0 0,0 0 1 0 0,0 0 0 0 0,0 0-1 0 0,0 0 1 0 0,-1 0-1 0 0,1 0 1 0 0,0 0 0 0 0,0 0-1 0 0,0 0 1 0 0,0 1-1 0 0,0-1 1 0 0,-1 0 0 0 0,1 0-1 0 0,0 0 1 0 0,0 0 0 0 0,0 0-1 0 0,0 1 1 0 0,0-1-1 0 0,0 0 1 0 0,0 0 0 0 0,0 0-1 0 0,-1 1 1 0 0,-167 358 1416 0 0,133-290-1122 0 0,34-67-264 0 0,1-2-44 0 0,0 0 0 0 0,1 0 0 0 0,-1-1 0 0 0,0 1 0 0 0,0 0 0 0 0,0 0 0 0 0,1 0-1 0 0,-1 1 1 0 0,0-1 0 0 0,0 0 0 0 0,0 0 0 0 0,1 0 0 0 0,-1 0 0 0 0,0 0 0 0 0,0 0 0 0 0,0 0 0 0 0,1 0 0 0 0,-1 0 0 0 0,0 0 0 0 0,0 0 0 0 0,0 1 0 0 0,0-1 0 0 0,1 0 0 0 0,-1 0 0 0 0,0 0 0 0 0,0 0 0 0 0,0 0 0 0 0,0 1 0 0 0,0-1 0 0 0,0 0 0 0 0,0 0 0 0 0,1 0 0 0 0,-1 1 0 0 0,0-1 0 0 0,0 0 0 0 0,0 0 0 0 0,0 0 0 0 0,0 1 0 0 0,0-1-1 0 0,0 0 1 0 0,0 0 0 0 0,0 0 0 0 0,0 1 0 0 0,0-1 0 0 0,0 0 0 0 0,0 0 0 0 0,0 0 0 0 0,0 1 0 0 0,0-1 0 0 0,0 0 0 0 0,0 0 0 0 0,-1 1 0 0 0,17-11-43 0 0,-1 0 0 0 0,2 1 0 0 0,-1 1-1 0 0,1 1 1 0 0,23-7 0 0 0,-31 12-13 0 0,0-1 1 0 0,0 1-1 0 0,0 0 0 0 0,0 1 1 0 0,0 0-1 0 0,1 1 1 0 0,-1 0-1 0 0,0 0 0 0 0,1 1 1 0 0,-1 0-1 0 0,0 1 0 0 0,0 0 1 0 0,12 4-1 0 0,-19-6 33 0 0,0 1-1 0 0,0 0 0 0 0,1 0 1 0 0,-1 0-1 0 0,0 0 1 0 0,0 0-1 0 0,-1 0 1 0 0,1 1-1 0 0,0-1 1 0 0,0 1-1 0 0,0-1 1 0 0,-1 1-1 0 0,1 0 1 0 0,-1-1-1 0 0,0 1 1 0 0,1 0-1 0 0,-1 0 1 0 0,0 0-1 0 0,0 0 1 0 0,0 0-1 0 0,1 4 1 0 0,-2-3 5 0 0,0-1 1 0 0,0 1 0 0 0,0-1-1 0 0,-1 1 1 0 0,1-1-1 0 0,-1 1 1 0 0,1-1 0 0 0,-1 0-1 0 0,0 1 1 0 0,0-1-1 0 0,0 0 1 0 0,0 0 0 0 0,-1 0-1 0 0,1 0 1 0 0,0 0 0 0 0,-4 3-1 0 0,-3 4 2 0 0,0-2-1 0 0,0 1 1 0 0,-1-1-1 0 0,0 0 1 0 0,0-1-1 0 0,-1 0 1 0 0,-14 7 0 0 0,-2-2 95 0 0,-1-2 0 0 0,0 0 1 0 0,0-2-1 0 0,-36 6 1 0 0,50-11 19 0 0,0-1 1 0 0,0 0 0 0 0,0-1 0 0 0,0 0 0 0 0,0-1-1 0 0,0 0 1 0 0,0-1 0 0 0,1-1 0 0 0,-1 0 0 0 0,0-1-1 0 0,-19-8 1 0 0,30 11-121 0 0,0 0 0 0 0,0 0 0 0 0,0-1 0 0 0,0 1 0 0 0,0 0 0 0 0,0-1 0 0 0,0 0 0 0 0,1 1 0 0 0,-1-1 0 0 0,0 0 0 0 0,1 0 0 0 0,-1 0 0 0 0,1 0 0 0 0,0 0 0 0 0,0 0 0 0 0,0 0 0 0 0,0 0 0 0 0,0-1 0 0 0,0 1 0 0 0,1 0 0 0 0,-1-1 0 0 0,1 1 0 0 0,0 0 0 0 0,-1-1 0 0 0,1 1 0 0 0,0-1 0 0 0,0 1 0 0 0,1-1 0 0 0,-1 1 0 0 0,0 0 0 0 0,1-1 0 0 0,-1 1 0 0 0,1 0 0 0 0,0-1 0 0 0,0 1 0 0 0,0 0 0 0 0,0 0 0 0 0,0 0 0 0 0,1 0 0 0 0,-1 0 0 0 0,3-3 0 0 0,1-2-289 0 0,0 0 0 0 0,0 1 0 0 0,0 0 1 0 0,1 0-1 0 0,0 1 0 0 0,0-1 0 0 0,0 1 0 0 0,1 1 0 0 0,-1-1 0 0 0,1 1 1 0 0,12-6-1 0 0,23 0-1912 0 0,-12 4-2077 0 0,-11 3 1581 0 0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1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10 488 0 0,'0'0'892'0'0,"15"-9"11363"0"0,-23 10-12036 0 0,-3 1-142 0 0,1 1 0 0 0,-1 1 0 0 0,1-1 1 0 0,-1 2-1 0 0,1-1 0 0 0,1 1 0 0 0,-1 1 0 0 0,1 0 0 0 0,0 0 1 0 0,0 1-1 0 0,0 0 0 0 0,1 1 0 0 0,0-1 0 0 0,1 2 1 0 0,0-1-1 0 0,0 1 0 0 0,1 0 0 0 0,0 0 0 0 0,-7 15 0 0 0,13-23-75 0 0,-1 1 0 0 0,1-1 0 0 0,-1 1 0 0 0,1 0 0 0 0,0-1 0 0 0,0 1-1 0 0,0-1 1 0 0,0 1 0 0 0,0 0 0 0 0,0-1 0 0 0,0 1 0 0 0,1-1 0 0 0,-1 1-1 0 0,1-1 1 0 0,-1 1 0 0 0,1-1 0 0 0,-1 1 0 0 0,1-1 0 0 0,0 1 0 0 0,0-1 0 0 0,-1 0-1 0 0,1 1 1 0 0,0-1 0 0 0,0 0 0 0 0,1 0 0 0 0,-1 0 0 0 0,0 1 0 0 0,2 0-1 0 0,0-1-16 0 0,-1 0 0 0 0,1 0 0 0 0,-1 0 0 0 0,1 0 0 0 0,-1 0 0 0 0,1-1 0 0 0,-1 1 0 0 0,1-1 0 0 0,0 0 0 0 0,-1 0-1 0 0,1 0 1 0 0,0 0 0 0 0,-1 0 0 0 0,1 0 0 0 0,0-1 0 0 0,-1 1 0 0 0,1-1 0 0 0,-1 0 0 0 0,1 0 0 0 0,-1 0 0 0 0,1 0 0 0 0,-1 0-1 0 0,4-3 1 0 0,53-33-511 0 0,-57 36 505 0 0,8-7-90 0 0,-1 0 0 0 0,1-1 0 0 0,-1 0 0 0 0,7-10 0 0 0,-15 18 75 0 0,3-5 1 0 0,-4 4 1 0 0,-2 5-161 0 0,2-2 194 0 0,-33 61-85 0 0,31-56 77 0 0,-1 0-1 0 0,1 0 1 0 0,0 0 0 0 0,1 1-1 0 0,0-1 1 0 0,0 0 0 0 0,0 1-1 0 0,0-1 1 0 0,2 13 0 0 0,-1-18 9 0 0,0 0 0 0 0,0-1 0 0 0,1 1 0 0 0,-1 0 0 0 0,1 0 1 0 0,-1 0-1 0 0,1 0 0 0 0,-1-1 0 0 0,1 1 0 0 0,-1 0 0 0 0,1-1 1 0 0,0 1-1 0 0,-1 0 0 0 0,1-1 0 0 0,0 1 0 0 0,0-1 0 0 0,-1 1 1 0 0,1-1-1 0 0,0 1 0 0 0,0-1 0 0 0,0 1 0 0 0,0-1 0 0 0,-1 0 1 0 0,1 0-1 0 0,0 1 0 0 0,0-1 0 0 0,0 0 0 0 0,0 0 1 0 0,0 0-1 0 0,0 0 0 0 0,0 0 0 0 0,0 0 0 0 0,0 0 0 0 0,0-1 1 0 0,0 1-1 0 0,-1 0 0 0 0,1 0 0 0 0,1-1 0 0 0,33-11 26 0 0,36-27-23 0 0,-31 17-55 0 0,59-24 1 0 0,-48 34-27 0 0,-48 11 68 0 0,0 1 1 0 0,0 0 0 0 0,-1 0-1 0 0,1 0 1 0 0,0 0-1 0 0,0 0 1 0 0,-1 0-1 0 0,1 1 1 0 0,0-1 0 0 0,-1 1-1 0 0,1 0 1 0 0,0 0-1 0 0,-1 0 1 0 0,1 0-1 0 0,3 3 1 0 0,-5-3 5 0 0,0 0-1 0 0,0 1 1 0 0,0-1 0 0 0,-1 0-1 0 0,1 0 1 0 0,0 1 0 0 0,-1-1 0 0 0,1 0-1 0 0,-1 1 1 0 0,1-1 0 0 0,-1 1-1 0 0,0-1 1 0 0,0 0 0 0 0,0 1-1 0 0,0-1 1 0 0,0 1 0 0 0,0-1 0 0 0,0 1-1 0 0,0-1 1 0 0,0 0 0 0 0,-1 4-1 0 0,-11 32-23 0 0,7-25 15 0 0,3-6 13 0 0,-1 0 0 0 0,1 0 0 0 0,-2 0 1 0 0,1-1-1 0 0,-1 0 0 0 0,1 0 0 0 0,-1 0 0 0 0,-1 0 1 0 0,-6 6-1 0 0,10-10-10 0 0,5 0-74 0 0,1-1 1 0 0,0 0 0 0 0,0 0-1 0 0,-1 0 1 0 0,1-1-1 0 0,0 1 1 0 0,-1-1-1 0 0,1 0 1 0 0,-1 0 0 0 0,1-1-1 0 0,7-3 1 0 0,72-24-98 0 0,-82 28 181 0 0,53-19 232 0 0,0-3-1 0 0,-2-2 1 0 0,81-51 0 0 0,-111 59 2327 0 0,-32 22-2510 0 0,-1 1 1 0 0,1 0-1 0 0,0 1 1 0 0,1 0-1 0 0,0 1 0 0 0,0 0 1 0 0,-12 14-1 0 0,19-20-105 0 0,-1 0 0 0 0,1 0 0 0 0,-1 0 0 0 0,1 0 0 0 0,0 0 0 0 0,0 0 0 0 0,0 0 0 0 0,0 0 0 0 0,0 1 0 0 0,0-1 0 0 0,1 0 0 0 0,-1 0 0 0 0,1 1 0 0 0,0-1 0 0 0,0 1 0 0 0,-1-1 0 0 0,2 0 0 0 0,-1 1 0 0 0,0-1 0 0 0,0 0 0 0 0,1 1 0 0 0,-1-1 0 0 0,1 0 0 0 0,0 1 0 0 0,-1-1 0 0 0,1 0 0 0 0,0 0 0 0 0,1 0 0 0 0,-1 0 0 0 0,0 0 0 0 0,0 0 0 0 0,1 0 0 0 0,-1 0 0 0 0,1 0 0 0 0,0-1 0 0 0,0 1 0 0 0,-1-1 0 0 0,1 1 0 0 0,0-1 0 0 0,0 0 0 0 0,0 1 0 0 0,0-1 0 0 0,1 0 0 0 0,-1 0 0 0 0,3 0 0 0 0,7 4-995 0 0,0-1-1 0 0,0 0 1 0 0,0-1 0 0 0,0-1-1 0 0,18 2 1 0 0,-21-3-537 0 0,10 3-1389 0 0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2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78 494 740 0 0,'-20'-1'3419'0'0,"13"3"-3270"0"0,5-1 64 0 0,-1-1-1 0 0,1 0 1 0 0,-1 1-1 0 0,1 0 0 0 0,-1-1 1 0 0,1 1-1 0 0,0 0 1 0 0,-1 0-1 0 0,1 1 1 0 0,0-1-1 0 0,0 0 0 0 0,0 1 1 0 0,0-1-1 0 0,0 1 1 0 0,0 0-1 0 0,0-1 1 0 0,1 1-1 0 0,-1 0 0 0 0,1 0 1 0 0,-1 0-1 0 0,1 1 1 0 0,0-1-1 0 0,-1 0 0 0 0,0 4 1 0 0,2-4 186 0 0,10 5-147 0 0,-9-6-245 0 0,-1 0-1 0 0,1 0 0 0 0,-1 0 0 0 0,1 0 0 0 0,0-1 0 0 0,0 1 0 0 0,-1 0 1 0 0,1-1-1 0 0,0 1 0 0 0,0 0 0 0 0,0-1 0 0 0,0 1 0 0 0,0-1 0 0 0,-1 1 1 0 0,1-1-1 0 0,0 0 0 0 0,0 1 0 0 0,0-1 0 0 0,0 0 0 0 0,0 0 0 0 0,0 0 1 0 0,0 0-1 0 0,0 0 0 0 0,0 0 0 0 0,1 0 0 0 0,0 0 0 0 0,11-5-6 0 0,-1 0 0 0 0,-1-1 1 0 0,1 0-1 0 0,-1-1 0 0 0,0 0 0 0 0,-1-1 0 0 0,1 0 0 0 0,-2 0 0 0 0,1-1 0 0 0,-1-1 0 0 0,0 0 0 0 0,-1 0 0 0 0,-1 0 0 0 0,1-1 0 0 0,10-23 0 0 0,-4 7 32 0 0,-2-2-1 0 0,0 1 1 0 0,-2-2-1 0 0,-2 1 0 0 0,9-54 1 0 0,-14 63 518 0 0,-2-1 0 0 0,0 0 0 0 0,-1 0 0 0 0,-1 1 0 0 0,-1-1 0 0 0,-6-28 0 0 0,8 47 197 0 0,-22 20-383 0 0,17-12-311 0 0,0 0-1 0 0,0 0 0 0 0,1 1 1 0 0,0 0-1 0 0,0 0 0 0 0,0 0 1 0 0,1 0-1 0 0,0 1 0 0 0,-3 12 1 0 0,-12 74 197 0 0,15-66-169 0 0,-3 10-302 0 0,2-1 1 0 0,2 1-1 0 0,4 55 1 0 0,0-76-311 0 0,0 0 0 0 0,1 0 0 0 0,1-1 0 0 0,7 19 1 0 0,-7-25-363 0 0,0-1 0 0 0,1 1 0 0 0,0-1 0 0 0,0 0 0 0 0,1-1 0 0 0,0 1 0 0 0,13 12 1 0 0,-1-5-2351 0 0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2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258 127 272 0 0,'41'-72'10302'0'0,"-40"71"-9226"0"0,0-27 2172 0 0,-5 25-3156 0 0,0 0 0 0 0,0 1 0 0 0,0-1 0 0 0,0 1 0 0 0,0 0 0 0 0,0 0 0 0 0,-1 0 0 0 0,1 1 0 0 0,-1-1 0 0 0,1 1 0 0 0,-1 0 0 0 0,0 1 0 0 0,0-1 0 0 0,1 1 0 0 0,-1 0 1 0 0,0 0-1 0 0,0 0 0 0 0,1 0 0 0 0,-1 1 0 0 0,-6 2 0 0 0,-6 0-11 0 0,0 1 1 0 0,0 1 0 0 0,0 1 0 0 0,-22 10 0 0 0,33-13-75 0 0,0 0 0 0 0,0 0 0 0 0,0 0 0 0 0,0 1 0 0 0,1 0 0 0 0,-1 0 0 0 0,1 1 0 0 0,0-1 0 0 0,1 1 0 0 0,-1 0 0 0 0,1 1 0 0 0,0-1 0 0 0,0 1 0 0 0,0 0 0 0 0,1-1 0 0 0,0 2 0 0 0,0-1 0 0 0,1 0 0 0 0,-4 13 0 0 0,6-18-15 0 0,-1 1 0 0 0,1-1 0 0 0,0 1 0 0 0,0 0 0 0 0,0-1 0 0 0,0 1 0 0 0,0-1 0 0 0,0 1 0 0 0,1-1 0 0 0,-1 1 0 0 0,0-1 0 0 0,1 1 0 0 0,-1-1-1 0 0,1 0 1 0 0,-1 1 0 0 0,1-1 0 0 0,0 0 0 0 0,0 1 0 0 0,0-1 0 0 0,0 0 0 0 0,-1 0 0 0 0,1 1 0 0 0,1-1 0 0 0,0 1 0 0 0,1-1-11 0 0,-1 1 0 0 0,1-1 0 0 0,-1 0 0 0 0,1 0 0 0 0,0-1 0 0 0,-1 1 0 0 0,1-1 0 0 0,0 1 0 0 0,-1-1 0 0 0,1 0 1 0 0,0 0-1 0 0,4 0 0 0 0,4-1-64 0 0,1-1 0 0 0,-1 0 0 0 0,0-1 1 0 0,0-1-1 0 0,13-5 0 0 0,80-39-499 0 0,56-24-45 0 0,-154 69 598 0 0,0 2-1 0 0,0-1 0 0 0,0 0 0 0 0,0 1 0 0 0,0 0 1 0 0,1 1-1 0 0,-1-1 0 0 0,10 1 0 0 0,-15 1 27 0 0,0-1-1 0 0,0 0 1 0 0,0 1-1 0 0,-1-1 1 0 0,1 1-1 0 0,0-1 1 0 0,0 1-1 0 0,0-1 1 0 0,0 1-1 0 0,-1-1 1 0 0,1 1-1 0 0,0 0 1 0 0,-1-1-1 0 0,1 1 1 0 0,0 0-1 0 0,-1 0 1 0 0,1-1 0 0 0,-1 1-1 0 0,1 0 1 0 0,-1 0-1 0 0,1 0 1 0 0,-1 0-1 0 0,1 1 1 0 0,0 2-4 0 0,0 1 1 0 0,0-1 0 0 0,0 0 0 0 0,-1 1 0 0 0,0-1 0 0 0,1 1 0 0 0,-1-1 0 0 0,-1 6 0 0 0,-5 40 30 0 0,6-48-27 0 0,8-4-6 0 0,0 0 0 0 0,0-2 0 0 0,0 1-1 0 0,-1-1 1 0 0,1 0 0 0 0,-1 0 0 0 0,1-1 0 0 0,10-9 0 0 0,-10 7-15 0 0,0 1 1 0 0,1 1 0 0 0,-1-1 0 0 0,1 1-1 0 0,0 1 1 0 0,0 0 0 0 0,17-6-1 0 0,-15 8-63 0 0,16 0-28 0 0,-27 2 106 0 0,1 1 0 0 0,0 0 0 0 0,-1 0 0 0 0,1 0 0 0 0,-1-1 0 0 0,1 1 0 0 0,-1 0 0 0 0,1 0 0 0 0,-1 0 0 0 0,0 0 0 0 0,1 0 0 0 0,-1 0 0 0 0,0 0 0 0 0,0 0 0 0 0,0 0 0 0 0,0 0 0 0 0,0 0 0 0 0,0 0 0 0 0,0 0 0 0 0,0 0 0 0 0,0 0 0 0 0,0 0 0 0 0,0 0 0 0 0,-1 0 0 0 0,1 0 0 0 0,0 0 0 0 0,-1 0 0 0 0,1 0 0 0 0,-1-1 0 0 0,1 1 0 0 0,-2 1 0 0 0,-6 41-1419 0 0,6-8-5863 0 0,2-22 4275 0 0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3.2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24 1180 0 0,'0'-1'574'0'0,"0"0"-1"0"0,0-1 1 0 0,0 1 0 0 0,0 0-1 0 0,-1 0 1 0 0,1 0-1 0 0,0 0 1 0 0,-1-1 0 0 0,1 1-1 0 0,-1 0 1 0 0,1 0-1 0 0,-1 0 1 0 0,1 0 0 0 0,-1 0-1 0 0,0 0 1 0 0,0 0-1 0 0,1 0 1 0 0,-1 0 0 0 0,0 1-1 0 0,0-1 1 0 0,-1-1-1 0 0,1 2-388 0 0,0 1-1 0 0,0-1 0 0 0,0 1 0 0 0,0-1 0 0 0,1 1 0 0 0,-1 0 0 0 0,0-1 0 0 0,1 1 0 0 0,-1 0 0 0 0,0-1 0 0 0,1 1 1 0 0,-1 0-1 0 0,1 0 0 0 0,-1-1 0 0 0,1 1 0 0 0,-1 0 0 0 0,1 0 0 0 0,0 0 0 0 0,-1 0 0 0 0,1 1 0 0 0,-21 73-1524 0 0,17-58 2843 0 0,-78 329 100 0 0,49-269-3541 0 0,10-27-3209 0 0,14-42-976 0 0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4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1 471 416 0 0,'117'-41'5444'0'0,"-71"27"-3936"0"0,46-21-1 0 0,-65 23-913 0 0,0-2 0 0 0,-2 0-1 0 0,1-2 1 0 0,-2 0-1 0 0,23-21 1 0 0,-38 29-392 0 0,0-1 0 0 0,-1 0 0 0 0,1-1 0 0 0,-2 0 1 0 0,0 0-1 0 0,0-1 0 0 0,-1 1 0 0 0,0-2 0 0 0,0 1 0 0 0,-2 0 1 0 0,1-1-1 0 0,-1 0 0 0 0,-1 0 0 0 0,3-19 0 0 0,-4 19 74 0 0,-1 7-93 0 0,-1 1-1 0 0,1 0 0 0 0,-1-1 1 0 0,1 1-1 0 0,-1-1 0 0 0,-1 1 1 0 0,1-1-1 0 0,0 1 0 0 0,-1 0 1 0 0,-2-7-1 0 0,0 1 209 0 0,3 9-361 0 0,0 0 0 0 0,0 1 0 0 0,-1-1 1 0 0,1 0-1 0 0,0 1 0 0 0,0-1 0 0 0,-1 0 0 0 0,1 1 0 0 0,0-1 0 0 0,-1 0 1 0 0,1 1-1 0 0,0-1 0 0 0,-1 1 0 0 0,1-1 0 0 0,-1 0 0 0 0,1 1 1 0 0,-1-1-1 0 0,1 1 0 0 0,-1 0 0 0 0,0-1 0 0 0,1 1 0 0 0,-1-1 0 0 0,1 1 1 0 0,-1 0-1 0 0,0-1 0 0 0,1 1 0 0 0,-1 0 0 0 0,0 0 0 0 0,-1-1 0 0 0,0 1 48 0 0,-18 16 38 0 0,3 4-66 0 0,1 0 0 0 0,1 1 0 0 0,0 1 0 0 0,2 0 1 0 0,-12 27-1 0 0,0-3 2 0 0,-41 105 107 0 0,35-75-87 0 0,6-22 4 0 0,-15 40-217 0 0,41-92-32 0 0,3-7 48 0 0,14-17-16 0 0,36-44-51 0 0,-52 65 180 0 0,-1 0 0 0 0,0 0 0 0 0,1 0 0 0 0,-1 0 0 0 0,1 1 0 0 0,-1-1 0 0 0,1 0-1 0 0,-1 0 1 0 0,1 1 0 0 0,0-1 0 0 0,-1 1 0 0 0,1 0 0 0 0,0-1 0 0 0,-1 1-1 0 0,1 0 1 0 0,0 0 0 0 0,-1 0 0 0 0,1 0 0 0 0,0 0 0 0 0,0 1 0 0 0,-1-1 0 0 0,1 0-1 0 0,0 1 1 0 0,-1 0 0 0 0,1-1 0 0 0,-1 1 0 0 0,1 0 0 0 0,1 1 0 0 0,5 3-96 0 0,0 1 0 0 0,-1 0 0 0 0,0 0 0 0 0,9 10 1 0 0,18 15-507 0 0,-26-26 481 0 0,-1-1-1 0 0,1 0 1 0 0,0 0-1 0 0,0 0 1 0 0,0-1-1 0 0,0 0 1 0 0,1-1-1 0 0,0 0 1 0 0,-1 0-1 0 0,16 0 0 0 0,-22-2 159 0 0,0 0-1 0 0,0 0 0 0 0,1-1 0 0 0,-1 1 0 0 0,0-1 0 0 0,0 0 0 0 0,1 0 0 0 0,-1 0 0 0 0,0 0 0 0 0,0 0 1 0 0,0 0-1 0 0,0 0 0 0 0,0-1 0 0 0,-1 1 0 0 0,1-1 0 0 0,0 1 0 0 0,-1-1 0 0 0,1 0 0 0 0,-1 0 1 0 0,1 1-1 0 0,1-5 0 0 0,0 1 240 0 0,0 0 0 0 0,-1-1 1 0 0,0 1-1 0 0,0 0 1 0 0,0-1-1 0 0,2-10 0 0 0,-4 15 411 0 0,1-8 126 0 0,1 16-5423 0 0,0 11 3272 0 0,4-4-4433 0 0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4.3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61 1528 0 0,'0'0'1868'0'0,"0"-17"3037"0"0,-5 1-4281 0 0,-1 1-1644 0 0,-1 3-3049 0 0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3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109 199 164 0 0,'7'-15'3447'0'0,"-1"-1"0"0"0,7-27 1371 0 0,-11 35-3867 0 0,-6 9 2381 0 0,-18 21-2940 0 0,-34 44 0 0 0,49-57-321 0 0,0 0 0 0 0,1 0-1 0 0,0 1 1 0 0,1 0 0 0 0,0 0 0 0 0,0 1-1 0 0,1 0 1 0 0,-4 19 0 0 0,7-28-65 0 0,1-1 0 0 0,0 0 0 0 0,-1 1 0 0 0,1-1 1 0 0,0 1-1 0 0,0-1 0 0 0,0 0 0 0 0,0 1 1 0 0,1-1-1 0 0,-1 1 0 0 0,0-1 0 0 0,0 0 0 0 0,1 1 1 0 0,-1-1-1 0 0,1 0 0 0 0,-1 1 0 0 0,1-1 1 0 0,0 0-1 0 0,-1 0 0 0 0,1 1 0 0 0,0-1 1 0 0,0 0-1 0 0,0 0 0 0 0,0 0 0 0 0,0 0 0 0 0,0 0 1 0 0,0 0-1 0 0,0-1 0 0 0,2 2 0 0 0,1 0-2 0 0,0-1 0 0 0,-1-1 0 0 0,1 1 0 0 0,0 0 0 0 0,-1-1-1 0 0,1 0 1 0 0,0 0 0 0 0,0 0 0 0 0,-1 0 0 0 0,1 0 0 0 0,4-2 0 0 0,9-2-50 0 0,-1 0 1 0 0,1-1 0 0 0,-1-1 0 0 0,17-9-1 0 0,12-10-198 0 0,-27 14 16 0 0,-1 1 1 0 0,34-12 0 0 0,-47 21 205 0 0,1 1 1 0 0,-1-1-1 0 0,0 1 0 0 0,1 0 0 0 0,-1 1 0 0 0,1-1 0 0 0,-1 1 1 0 0,1 0-1 0 0,7 2 0 0 0,10 2-5 0 0,-12-4 79 0 0,-1-1 0 0 0,1-1 0 0 0,-1 1 0 0 0,0-2 0 0 0,1 1 0 0 0,-1-1 0 0 0,0-1 0 0 0,0 1 0 0 0,0-2 0 0 0,0 1 0 0 0,0-1 0 0 0,-1-1 0 0 0,12-7 0 0 0,-16 10 82 0 0,0-1 0 0 0,0-1 0 0 0,-1 1 1 0 0,1 0-1 0 0,-1-1 0 0 0,1 0 0 0 0,-1 0 0 0 0,0 0 0 0 0,-1 0 1 0 0,1 0-1 0 0,-1 0 0 0 0,0-1 0 0 0,0 1 0 0 0,0-1 0 0 0,0 0 0 0 0,-1 1 1 0 0,0-1-1 0 0,0 0 0 0 0,0 0 0 0 0,-1 0 0 0 0,1 0 0 0 0,-1 0 0 0 0,0 0 1 0 0,-1 0-1 0 0,1 0 0 0 0,-1 0 0 0 0,0 1 0 0 0,-2-6 0 0 0,-25-46 853 0 0,8 19-2201 0 0,19 36 431 0 0,17 28-12463 0 0,-2-15 9433 0 0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3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34 344 0 0,'0'0'3025'0'0,"8"-1"-1585"0"0,-8 6 2591 0 0,-6 9-3419 0 0,2-3-189 0 0,-1 0 0 0 0,1 1 0 0 0,1-1 1 0 0,0 1-1 0 0,1-1 0 0 0,-2 14 0 0 0,4-23-384 0 0,0 1 0 0 0,1 0 0 0 0,-1 0 0 0 0,0-1 0 0 0,1 1 0 0 0,-1 0 1 0 0,1-1-1 0 0,0 1 0 0 0,0 0 0 0 0,0-1 0 0 0,0 0 0 0 0,1 1 0 0 0,-1-1 0 0 0,0 1 0 0 0,1-1 0 0 0,0 0 0 0 0,0 0 0 0 0,-1 0 0 0 0,1 0 1 0 0,0 0-1 0 0,1-1 0 0 0,-1 1 0 0 0,0 0 0 0 0,0-1 0 0 0,1 0 0 0 0,-1 1 0 0 0,1-1 0 0 0,-1 0 0 0 0,1 0 0 0 0,-1 0 0 0 0,1-1 0 0 0,0 1 1 0 0,3 0-1 0 0,-3-1-28 0 0,-1 1 0 0 0,0-1 0 0 0,0 0 0 0 0,0 0 0 0 0,0 0 0 0 0,0 0 0 0 0,0 0 0 0 0,0 0 0 0 0,0-1 1 0 0,0 1-1 0 0,1-1 0 0 0,-1 1 0 0 0,0-1 0 0 0,0 0 0 0 0,-1 0 0 0 0,1 0 0 0 0,0 0 0 0 0,0 0 0 0 0,0 0 0 0 0,-1 0 1 0 0,1 0-1 0 0,0-1 0 0 0,-1 1 0 0 0,1-1 0 0 0,-1 1 0 0 0,0-1 0 0 0,0 0 0 0 0,1 0 0 0 0,-1 1 0 0 0,0-1 0 0 0,0 0 1 0 0,-1 0-1 0 0,1 0 0 0 0,0 0 0 0 0,-1 0 0 0 0,1 0 0 0 0,-1 0 0 0 0,1 0 0 0 0,-1-4 0 0 0,1-2 22 0 0,0-2 0 0 0,0 1 0 0 0,-1 0 0 0 0,0 0 0 0 0,-1 0 0 0 0,0 0-1 0 0,-3-14 1 0 0,2 17-68 0 0,0 0 0 0 0,0 0 0 0 0,0 0-1 0 0,-1 0 1 0 0,0 1 0 0 0,0-1 0 0 0,-6-6-1 0 0,7 9-351 0 0,1 1-1 0 0,-1 0 1 0 0,-1 0-1 0 0,1 0 0 0 0,0 1 1 0 0,0-1-1 0 0,-1 0 0 0 0,1 1 1 0 0,-1-1-1 0 0,-5-1 1 0 0,-7 1-7329 0 0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4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0 195 140 0 0,'15'3'1245'0'0,"0"1"0"0"0,0 1 0 0 0,-1 0 0 0 0,23 12 0 0 0,-28-12-1023 0 0,-1 0 0 0 0,0 1 0 0 0,-1-1 0 0 0,1 2 0 0 0,-1-1 0 0 0,0 1 0 0 0,0 0 0 0 0,-1 0 0 0 0,0 1 0 0 0,0 0 0 0 0,-1 0 0 0 0,0 0 0 0 0,6 14 0 0 0,8 29 4393 0 0,-20-58-4477 0 0,1 4-191 0 0,-1-1-1 0 0,1 0 1 0 0,0 0 0 0 0,1 0-1 0 0,-1 0 1 0 0,1 0 0 0 0,-1 0-1 0 0,1 0 1 0 0,0 0 0 0 0,1 1 0 0 0,-1-1-1 0 0,1 0 1 0 0,-1 1 0 0 0,1-1-1 0 0,0 1 1 0 0,0 0 0 0 0,1-1-1 0 0,-1 1 1 0 0,1 0 0 0 0,-1 0-1 0 0,1 1 1 0 0,0-1 0 0 0,0 0-1 0 0,0 1 1 0 0,6-3 0 0 0,7-2-575 0 0,0 2 1 0 0,1 0-1 0 0,-1 0 1 0 0,1 2-1 0 0,19-2 1 0 0,21-5-763 0 0,-56 9 1406 0 0,1 1 0 0 0,-1-1 0 0 0,0 1 0 0 0,1-1 0 0 0,-1 1 0 0 0,1 0 0 0 0,-1 0 0 0 0,1 0 0 0 0,-1 0 0 0 0,0 0 0 0 0,1 0 0 0 0,-1 0 0 0 0,1 0 0 0 0,-1 1 0 0 0,1-1 0 0 0,-1 0 0 0 0,0 1 0 0 0,1-1 0 0 0,-1 1 0 0 0,0-1-1 0 0,1 1 1 0 0,-1 0 0 0 0,0 0 0 0 0,0 0 0 0 0,0-1 0 0 0,0 1 0 0 0,0 0 0 0 0,0 0 0 0 0,0 1 0 0 0,0-1 0 0 0,0 0 0 0 0,0 0 0 0 0,1 2 0 0 0,-1 3 194 0 0,1-1 0 0 0,-1 1 0 0 0,0 0 0 0 0,-1 0 0 0 0,1 0 0 0 0,-1 0 1 0 0,-1 6-1 0 0,1-8-104 0 0,-1 0 0 0 0,1 0 0 0 0,0 0 0 0 0,0 0 0 0 0,1 0 0 0 0,-1 0 0 0 0,1 1 0 0 0,0-1 0 0 0,0 0 0 0 0,0 0 0 0 0,0-1 0 0 0,4 8 0 0 0,-4-10-88 0 0,0 0-1 0 0,0 0 1 0 0,-1-1 0 0 0,1 1-1 0 0,0 0 1 0 0,0-1 0 0 0,0 1-1 0 0,0 0 1 0 0,0-1 0 0 0,0 1-1 0 0,0-1 1 0 0,0 0-1 0 0,0 1 1 0 0,0-1 0 0 0,0 0-1 0 0,1 1 1 0 0,-1-1 0 0 0,0 0-1 0 0,0 0 1 0 0,0 0 0 0 0,0 0-1 0 0,0 0 1 0 0,1 0 0 0 0,1-1-1 0 0,0 0 6 0 0,0 0-1 0 0,0-1 0 0 0,0 1 1 0 0,-1-1-1 0 0,1 1 1 0 0,0-1-1 0 0,-1 0 0 0 0,1 0 1 0 0,2-3-1 0 0,4-4 36 0 0,-1-1 0 0 0,0 0 0 0 0,12-20 0 0 0,-9 12 84 0 0,-2 0 0 0 0,0-1 0 0 0,-1-1 0 0 0,-1 1 0 0 0,-1-1 0 0 0,7-40 0 0 0,-8 26 1919 0 0,-1-56 0 0 0,-7 79-682 0 0,-3 17 116 0 0,-3 13-844 0 0,5-4-1080 0 0,1 0 0 0 0,1 0 1 0 0,1 0-1 0 0,0 0 1 0 0,0 0-1 0 0,2 0 1 0 0,0 1-1 0 0,1-1 1 0 0,0 0-1 0 0,1-1 1 0 0,1 1-1 0 0,10 27 0 0 0,9 11-7113 0 0,-7-28 3207 0 0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7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35 404 0 0,'0'0'925'0'0,"-7"-16"2479"0"0,3 13-3194 0 0,0 1 1 0 0,-1 0-1 0 0,1 0 0 0 0,0 0 1 0 0,-1 0-1 0 0,1 1 0 0 0,-1-1 1 0 0,0 1-1 0 0,0 1 0 0 0,1-1 1 0 0,-1 1-1 0 0,0-1 0 0 0,0 1 1 0 0,0 1-1 0 0,1-1 1 0 0,-1 1-1 0 0,0 0 0 0 0,0 0 1 0 0,1 0-1 0 0,-1 0 0 0 0,-6 4 1 0 0,8-5-161 0 0,1 1 1 0 0,-1 0-1 0 0,0 0 1 0 0,0 0 0 0 0,1 1-1 0 0,-1-1 1 0 0,1 1-1 0 0,-1-1 1 0 0,1 1-1 0 0,0 0 1 0 0,0 0 0 0 0,0 0-1 0 0,0 0 1 0 0,0 0-1 0 0,0 0 1 0 0,0 0 0 0 0,1 1-1 0 0,-1-1 1 0 0,1 1-1 0 0,-1-1 1 0 0,1 1 0 0 0,0 0-1 0 0,0-1 1 0 0,0 1-1 0 0,1 0 1 0 0,-1 0 0 0 0,1 0-1 0 0,-1 0 1 0 0,1-1-1 0 0,0 1 1 0 0,0 0-1 0 0,0 0 1 0 0,1 0 0 0 0,-1 0-1 0 0,1 0 1 0 0,-1 0-1 0 0,3 4 1 0 0,68 125 684 0 0,-71-131-727 0 0,0 1 0 0 0,0-1 0 0 0,1 0 0 0 0,-1 0 0 0 0,0 0 0 0 0,0 0 0 0 0,0 1 0 0 0,0-1-1 0 0,0 0 1 0 0,0 0 0 0 0,-1 0 0 0 0,1 1 0 0 0,0-1 0 0 0,0 0 0 0 0,-1 0 0 0 0,1 0 0 0 0,-1 0-1 0 0,1 0 1 0 0,-1 0 0 0 0,0 0 0 0 0,1 0 0 0 0,-1 0 0 0 0,0 0 0 0 0,-1 1 0 0 0,-22 19 180 0 0,16-16-93 0 0,-1-1 1 0 0,0 0 0 0 0,0-1-1 0 0,0 0 1 0 0,-1 0 0 0 0,-13 2-1 0 0,18-4-330 0 0,-1 0-1 0 0,0 0 0 0 0,1-1 0 0 0,-1 0 1 0 0,0 0-1 0 0,0 0 0 0 0,1-1 1 0 0,-1 0-1 0 0,0 0 0 0 0,1-1 0 0 0,-1 1 1 0 0,-5-3-1 0 0,0-4-4726 0 0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4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0 416 0 0,'-13'2'11016'0'0,"19"6"-10817"0"0,-1-1 0 0 0,0 1 0 0 0,0 1 0 0 0,-1-1 0 0 0,0 0-1 0 0,5 18 1 0 0,-8-22-168 0 0,-1 0-1 0 0,1 0 0 0 0,-1 0 0 0 0,0 0 0 0 0,0 0 0 0 0,-1 0 0 0 0,1 0 0 0 0,-1 0 0 0 0,0 0 0 0 0,0 0 0 0 0,0 0 0 0 0,0 0 0 0 0,-1 0 0 0 0,1 0 1 0 0,-1-1-1 0 0,0 1 0 0 0,0-1 0 0 0,-1 1 0 0 0,-3 4 0 0 0,-10 11-13 0 0,0-1 0 0 0,-1 0 0 0 0,-21 16 0 0 0,4-9-2234 0 0,-1-4-3306 0 0,24-17 2289 0 0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6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322 108 644 0 0,'15'-30'8349'0'0,"-4"-31"-2856"0"0,-10 59-4952 0 0,-15-3-297 0 0,12 3-229 0 0,-1 1 0 0 0,1 0 1 0 0,0 0-1 0 0,0 0 0 0 0,0 1 1 0 0,0-1-1 0 0,-1 0 0 0 0,1 1 1 0 0,0-1-1 0 0,-1 1 0 0 0,1 0 1 0 0,0 0-1 0 0,-3 0 0 0 0,-16 4-28 0 0,-1 0-1 0 0,2 1 0 0 0,-1 1 0 0 0,1 1 0 0 0,-38 19 0 0 0,47-20-6 0 0,0 0 0 0 0,0 0 0 0 0,0 1 1 0 0,1 1-1 0 0,0 0 0 0 0,1 0 0 0 0,0 1 0 0 0,0 0 1 0 0,1 1-1 0 0,0 0 0 0 0,-11 18 0 0 0,17-26 18 0 0,1 1 0 0 0,-1-1 0 0 0,1 0 0 0 0,0 1 0 0 0,0-1 0 0 0,0 1 0 0 0,0 0 0 0 0,0-1 0 0 0,1 1 0 0 0,-1 0 0 0 0,1-1 1 0 0,-1 1-1 0 0,1 0 0 0 0,0 0 0 0 0,0-1 0 0 0,1 1 0 0 0,-1 0 0 0 0,0-1 0 0 0,1 1 0 0 0,0 0 0 0 0,-1-1 0 0 0,1 1 0 0 0,0 0 0 0 0,1-1 0 0 0,-1 0 0 0 0,0 1 0 0 0,1-1 0 0 0,-1 0 0 0 0,1 1 0 0 0,0-1 0 0 0,-1 0 0 0 0,1 0 0 0 0,0 0 0 0 0,0-1 0 0 0,1 1 0 0 0,-1 0 1 0 0,0-1-1 0 0,1 1 0 0 0,-1-1 0 0 0,0 0 0 0 0,1 0 0 0 0,0 0 0 0 0,-1 0 0 0 0,4 0 0 0 0,3 2-3 0 0,1 0 0 0 0,0-1 0 0 0,-1-1 1 0 0,1 0-1 0 0,0 0 0 0 0,0 0 0 0 0,0-2 0 0 0,0 1 0 0 0,0-1 1 0 0,19-5-1 0 0,-15 2 1 0 0,0-1 0 0 0,0-1 0 0 0,-1 0 1 0 0,0-1-1 0 0,0-1 0 0 0,0 0 0 0 0,-1 0 0 0 0,0-1 1 0 0,-1-1-1 0 0,0 0 0 0 0,-1-1 0 0 0,18-22 0 0 0,-23 28 29 0 0,-1-1 1 0 0,0 0-1 0 0,0-1 0 0 0,0 1 0 0 0,3-9 0 0 0,-7 13-54 0 0,-4 7-67 0 0,3-4 96 0 0,-2 2-2 0 0,0 0 0 0 0,0 0 0 0 0,0 1 0 0 0,0-1 0 0 0,1 1 0 0 0,-1-1 0 0 0,1 1 0 0 0,0 0 0 0 0,0 0 0 0 0,1 0 0 0 0,-1 0-1 0 0,1 0 1 0 0,-1 1 0 0 0,1-1 0 0 0,1 0 0 0 0,-1 0 0 0 0,1 1 0 0 0,-1-1 0 0 0,1 1 0 0 0,1-1 0 0 0,0 9 0 0 0,0-10 1 0 0,0 1 0 0 0,0-1 0 0 0,1 1 0 0 0,-1-1 0 0 0,1 1 0 0 0,0-1-1 0 0,0 0 1 0 0,0 0 0 0 0,0 0 0 0 0,0 0 0 0 0,1 0 0 0 0,-1-1 0 0 0,1 1 0 0 0,0-1 0 0 0,0 1 0 0 0,0-1 0 0 0,0 0-1 0 0,0 0 1 0 0,0 0 0 0 0,0-1 0 0 0,1 1 0 0 0,-1-1 0 0 0,1 0 0 0 0,-1 0 0 0 0,1 0 0 0 0,0 0 0 0 0,-1-1 0 0 0,1 1 0 0 0,0-1-1 0 0,-1 0 1 0 0,8-1 0 0 0,3 1-2 0 0,-1-1-1 0 0,0-1 0 0 0,0 0 1 0 0,0-1-1 0 0,0 0 0 0 0,0-1 1 0 0,19-8-1 0 0,-5-2 2 0 0,-1-2-1 0 0,-1 0 1 0 0,-1-1 0 0 0,0-2-1 0 0,-2 0 1 0 0,0-2 0 0 0,24-28-1 0 0,-44 47 36 0 0,0-1-6 0 0,0-2-20 0 0,-4 5-57 0 0,-11 6 43 0 0,1 1 0 0 0,0 0 0 0 0,1 1 1 0 0,0 0-1 0 0,0 1 0 0 0,0 0 0 0 0,1 0 0 0 0,-8 12 0 0 0,14-17 6 0 0,0 1 1 0 0,0-1-1 0 0,1 1 0 0 0,0 0 0 0 0,0 0 0 0 0,0 0 0 0 0,1 1 0 0 0,0-1 0 0 0,0 1 0 0 0,0-1 1 0 0,1 1-1 0 0,-1 0 0 0 0,1-1 0 0 0,1 1 0 0 0,-1 0 0 0 0,1 0 0 0 0,0 0 0 0 0,0 0 1 0 0,1-1-1 0 0,-1 1 0 0 0,2 0 0 0 0,1 7 0 0 0,-2-10 2 0 0,0 1-1 0 0,1-1 1 0 0,0 0-1 0 0,-1 0 1 0 0,1 0-1 0 0,0 0 1 0 0,1 0-1 0 0,-1 0 1 0 0,0-1 0 0 0,1 1-1 0 0,0-1 1 0 0,-1 1-1 0 0,1-1 1 0 0,0 0-1 0 0,0 0 1 0 0,0 0-1 0 0,0-1 1 0 0,5 3-1 0 0,-2-2 2 0 0,1-1 0 0 0,0 1-1 0 0,-1-1 1 0 0,1 0-1 0 0,0 0 1 0 0,0-1-1 0 0,0 0 1 0 0,0 0 0 0 0,7-2-1 0 0,2-1 6 0 0,-1 0 0 0 0,0-1 1 0 0,0 0-1 0 0,-1-1 0 0 0,1-1 0 0 0,-1 0 0 0 0,24-16 0 0 0,98-80 395 0 0,-136 102-401 0 0,1-1 1 0 0,-1 1 0 0 0,1 0 0 0 0,-1-1-1 0 0,1 1 1 0 0,-1 0 0 0 0,1 0 0 0 0,-1-1-1 0 0,1 1 1 0 0,-1 0 0 0 0,1 0 0 0 0,-1 0-1 0 0,1 0 1 0 0,-1-1 0 0 0,1 1 0 0 0,-1 0-1 0 0,1 0 1 0 0,0 0 0 0 0,-1 0 0 0 0,1 0-1 0 0,-1 1 1 0 0,1-1 0 0 0,-1 0 0 0 0,1 0-1 0 0,-1 0 1 0 0,1 0 0 0 0,-1 1 0 0 0,1-1-1 0 0,-1 0 1 0 0,1 0 0 0 0,-1 1 0 0 0,1-1-1 0 0,-1 0 1 0 0,1 1 0 0 0,-1-1-1 0 0,0 0 1 0 0,1 1 0 0 0,-1-1 0 0 0,0 1-1 0 0,1-1 1 0 0,-1 1 0 0 0,0-1 0 0 0,0 1-1 0 0,1-1 1 0 0,-1 1 0 0 0,0-1 0 0 0,0 2-1 0 0,9 39 340 0 0,-9-35-754 0 0,1-1 0 0 0,0 1 0 0 0,0-1 0 0 0,0 1 0 0 0,0-1 0 0 0,1 0 0 0 0,0 0 0 0 0,4 8 0 0 0,-3-8-646 0 0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6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28 640 0 0,'-30'-26'9697'0'0,"29"25"-9786"0"0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7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49 220 0 0,'0'0'776'0'0,"4"-10"1908"0"0,-4 10-2595 0 0,0-1 0 0 0,0 1 0 0 0,0 0 1 0 0,0 0-1 0 0,0 0 0 0 0,0 0 0 0 0,0-1 0 0 0,0 1 0 0 0,0 0 0 0 0,0 0 0 0 0,0 0 0 0 0,0 0 0 0 0,0-1 0 0 0,0 1 0 0 0,0 0 0 0 0,0 0 0 0 0,0 0 0 0 0,1 0 0 0 0,-1 0 0 0 0,0-1 1 0 0,0 1-1 0 0,0 0 0 0 0,0 0 0 0 0,0 0 0 0 0,0 0 0 0 0,0 0 0 0 0,1-1 0 0 0,-1 1 0 0 0,0 0 0 0 0,0 0 0 0 0,0 0 0 0 0,0 0 0 0 0,0 0 0 0 0,1 0 0 0 0,-1 0 0 0 0,0 0 1 0 0,0 0-1 0 0,0 0 0 0 0,0 0 0 0 0,1 0 0 0 0,-1 0 0 0 0,0 0 0 0 0,0 0 0 0 0,0 0 0 0 0,0 0 0 0 0,1 0 0 0 0,-1 0 0 0 0,0 0 0 0 0,0 0 0 0 0,0 0 0 0 0,0 0 0 0 0,1 0 0 0 0,-1 0 1 0 0,0 0-1 0 0,0 0 0 0 0,0 0 0 0 0,0 0 0 0 0,1 1 0 0 0,3 15 58 0 0,-1 0 1 0 0,-1 1 0 0 0,0 0 0 0 0,-1 0-1 0 0,-1-1 1 0 0,0 1 0 0 0,-4 25-1 0 0,3-40-47 0 0,0 6-126 0 0,2-6 1843 0 0,7-18-1804 0 0,1 0 1 0 0,1 0-1 0 0,0 1 0 0 0,1 0 0 0 0,0 0 1 0 0,1 2-1 0 0,1-1 0 0 0,0 2 1 0 0,1 0-1 0 0,28-20 0 0 0,-37 30-16 0 0,-1 0 0 0 0,1 0 0 0 0,0 0 0 0 0,0 0 0 0 0,0 1 0 0 0,0 0 0 0 0,1 0 0 0 0,5 0 0 0 0,-2 0-11 0 0,-7 1 11 0 0,1 0 1 0 0,-1 0-1 0 0,1 0 0 0 0,-1 0 1 0 0,0 0-1 0 0,1 1 0 0 0,-1-1 1 0 0,1 1-1 0 0,-1 0 1 0 0,0-1-1 0 0,0 1 0 0 0,1 0 1 0 0,-1 1-1 0 0,0-1 0 0 0,0 0 1 0 0,3 3-1 0 0,0 0-3 0 0,-1-1-1 0 0,1 1 1 0 0,-1 0-1 0 0,0 0 1 0 0,-1 0-1 0 0,6 7 1 0 0,-4-3 10 0 0,-1 0 0 0 0,0 1 1 0 0,0 0-1 0 0,3 12 0 0 0,-7-20 226 0 0,2 1-104 0 0,-2-2-119 0 0,0 0 0 0 0,1 1 0 0 0,-1-1 0 0 0,0 0 0 0 0,0 0-1 0 0,0 0 1 0 0,0 0 0 0 0,0 1 0 0 0,1-1 0 0 0,-1 0 0 0 0,0 0 0 0 0,0 0-1 0 0,0 0 1 0 0,1 0 0 0 0,-1 1 0 0 0,0-1 0 0 0,0 0 0 0 0,0 0-1 0 0,1 0 1 0 0,-1 0 0 0 0,0 0 0 0 0,0 0 0 0 0,0 0 0 0 0,1 0 0 0 0,-1 0-1 0 0,0 0 1 0 0,0 0 0 0 0,1 0 0 0 0,-1 0 0 0 0,0 0 0 0 0,0 0-1 0 0,0 0 1 0 0,1 0 0 0 0,-1 0 0 0 0,0-1 0 0 0,0 1 0 0 0,1 0 0 0 0,-1 0-1 0 0,0 0 1 0 0,0 0 0 0 0,0 0 0 0 0,0 0 0 0 0,1-1 0 0 0,-1 1-1 0 0,0 0 1 0 0,0 0 0 0 0,19-26 86 0 0,-14 17-150 0 0,1 0 0 0 0,0 0 0 0 0,1 1 0 0 0,0 0 0 0 0,0 0 0 0 0,1 1 0 0 0,13-11 0 0 0,-18 17 43 0 0,0 0 0 0 0,-1 0-1 0 0,1 0 1 0 0,0 0 0 0 0,0 0 0 0 0,0 1-1 0 0,0 0 1 0 0,0-1 0 0 0,0 1-1 0 0,0 0 1 0 0,0 0 0 0 0,0 0-1 0 0,0 1 1 0 0,-1-1 0 0 0,6 2-1 0 0,46 20-66 0 0,-11-5 31 0 0,74 9-18 0 0,-114-25 80 0 0,-1-1-1 0 0,0 0 0 0 0,1 0 0 0 0,-1 0 0 0 0,1 0 0 0 0,-1 0 1 0 0,0 0-1 0 0,1-1 0 0 0,-1 1 0 0 0,0-1 0 0 0,1 1 0 0 0,-1-1 1 0 0,0 0-1 0 0,0 0 0 0 0,0 0 0 0 0,1 0 0 0 0,-1 0 0 0 0,0-1 0 0 0,0 1 1 0 0,-1-1-1 0 0,4-2 0 0 0,28-35 1156 0 0,-30 34-851 0 0,-2 4-63 0 0,5-11 1143 0 0,-7 6-3419 0 0,0 10 1657 0 0,-4 16-627 0 0,1-4-5215 0 0,1-4 2990 0 0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8.2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12 852 0 0,'0'0'1736'0'0,"-5"-11"1761"0"0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8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0 160 0 0,'13'35'4766'0'0,"-11"-28"-4124"0"0,0 0-1 0 0,1 0 0 0 0,0 0 1 0 0,0 0-1 0 0,5 8 0 0 0,-6-13-496 0 0,-1-1-1 0 0,0 1 0 0 0,1 0 0 0 0,-1-1 1 0 0,1 0-1 0 0,0 1 0 0 0,-1-1 1 0 0,1 0-1 0 0,0 0 0 0 0,0 0 0 0 0,0 0 1 0 0,0 0-1 0 0,0 0 0 0 0,0 0 1 0 0,0-1-1 0 0,0 1 0 0 0,0-1 0 0 0,0 1 1 0 0,0-1-1 0 0,0 0 0 0 0,0 0 1 0 0,0 0-1 0 0,4 0 0 0 0,17-5 129 0 0,-1 0-1 0 0,1-1 1 0 0,-1-1-1 0 0,24-12 1 0 0,37-11-366 0 0,-6 13 9 0 0,-74 16 91 0 0,-3 1-6 0 0,1 0 1 0 0,0 0-1 0 0,0 0 1 0 0,0 0-1 0 0,0 0 0 0 0,0 0 1 0 0,0 0-1 0 0,0 0 1 0 0,0 0-1 0 0,0 0 0 0 0,-1 1 1 0 0,1-1-1 0 0,0 0 1 0 0,0 1-1 0 0,0-1 0 0 0,0 1 1 0 0,-1-1-1 0 0,1 1 1 0 0,0-1-1 0 0,0 1 0 0 0,-1-1 1 0 0,1 1-1 0 0,0 0 1 0 0,-1-1-1 0 0,1 1 0 0 0,-1 0 1 0 0,1-1-1 0 0,0 3 1 0 0,0 7 47 0 0,0 0 0 0 0,-1 0 1 0 0,0 0-1 0 0,-1 0 1 0 0,0 0-1 0 0,0 0 1 0 0,-1 0-1 0 0,-1 0 0 0 0,0 0 1 0 0,-7 17-1 0 0,-5 7 57 0 0,-29 52-1 0 0,36-73-229 0 0,-81 154-337 0 0,55-79-1725 0 0,28-69 255 0 0,2-1-1 0 0,-4 35 0 0 0,5-19-1251 0 0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8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22 1356 0 0,'0'0'1442'0'0,"0"-15"1123"0"0,-2 9 2705 0 0,-20 129-3658 0 0,5 2-1 0 0,-2 130 1 0 0,12-122-1861 0 0,-5-48-3490 0 0,7-78 2004 0 0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59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80 484 0 0,'15'3'7758'0'0,"81"2"-6732"0"0,499-51 2262 0 0,-591 46-3265 0 0,-1-1 0 0 0,0 1 0 0 0,0 0 1 0 0,0 0-1 0 0,0 0 0 0 0,0 1 0 0 0,1-1 0 0 0,-1 1 0 0 0,0 0 1 0 0,0 0-1 0 0,0 0 0 0 0,0 0 0 0 0,0 0 0 0 0,5 4 0 0 0,7 2 85 0 0,-13-6 165 0 0,-2-1-192 0 0,0 0 0 0 0,1 0 1 0 0,-1 0-1 0 0,0 0 0 0 0,0 0 0 0 0,0 0 1 0 0,0 0-1 0 0,0 0 0 0 0,0 0 0 0 0,1 0 0 0 0,-1-1 1 0 0,0 1-1 0 0,0 0 0 0 0,0 0 0 0 0,0 0 1 0 0,0 0-1 0 0,0 0 0 0 0,0 0 0 0 0,1 0 1 0 0,-1 0-1 0 0,0-1 0 0 0,0 1 0 0 0,0 0 0 0 0,0 0 1 0 0,0 0-1 0 0,0 0 0 0 0,0 0 0 0 0,0 0 1 0 0,0-1-1 0 0,0 1 0 0 0,0 0 0 0 0,0 0 1 0 0,0 0-1 0 0,0 0 0 0 0,0 0 0 0 0,0-1 0 0 0,0 1 1 0 0,0 0-1 0 0,0 0 0 0 0,0 0 0 0 0,0 0 1 0 0,0 0-1 0 0,0 0 0 0 0,0-1 0 0 0,0 1 0 0 0,0 0 1 0 0,0 0-1 0 0,0 0 0 0 0,-1 0 0 0 0,1 0 1 0 0,0 0-1 0 0,0-1 0 0 0,0 1 0 0 0,0 0 1 0 0,0 0-1 0 0,0 0 0 0 0,0 0 0 0 0,0 0 0 0 0,-1 0 1 0 0,1 0-1 0 0,0 0 0 0 0,-13-15 760 0 0,8 11-1070 0 0,0 1-1 0 0,0-1 1 0 0,0 0 0 0 0,0 1-1 0 0,-10-5 1 0 0,-29-1-2811 0 0,1 6-3909 0 0,19 2 2565 0 0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00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384 180 652 0 0,'24'-37'6237'0'0,"-23"36"-5541"0"0,-1 0-617 0 0,1 1 0 0 0,-1-1-1 0 0,0 0 1 0 0,0 1 0 0 0,1-1-1 0 0,-1 0 1 0 0,0 1 0 0 0,0-1-1 0 0,0 0 1 0 0,1 0 0 0 0,-1 1-1 0 0,0-1 1 0 0,0 0 0 0 0,0 0 0 0 0,0 1-1 0 0,-1-1 1 0 0,1 0 0 0 0,0 1-1 0 0,0-1 1 0 0,0 0 0 0 0,-1 0-1 0 0,1 1 1 0 0,0-1 0 0 0,0 0-1 0 0,-1 1 1 0 0,1-1 0 0 0,-1 1-1 0 0,1-1 1 0 0,-1 0 0 0 0,0 0-1 0 0,-25-10 1011 0 0,-31 7-426 0 0,34 5-557 0 0,1 1 1 0 0,0 2-1 0 0,0 0 1 0 0,0 1 0 0 0,0 1-1 0 0,1 1 1 0 0,0 1-1 0 0,0 1 1 0 0,1 1-1 0 0,1 1 1 0 0,-22 15 0 0 0,37-24-91 0 0,0 1 1 0 0,1 0 0 0 0,0 0 0 0 0,-1 0 0 0 0,1 0 0 0 0,0 1 0 0 0,1-1 0 0 0,-1 1 0 0 0,1 0-1 0 0,-1 0 1 0 0,1 0 0 0 0,0 0 0 0 0,1 0 0 0 0,-1 0 0 0 0,1 1 0 0 0,0-1 0 0 0,0 0 0 0 0,0 1-1 0 0,0-1 1 0 0,1 9 0 0 0,0-9-8 0 0,1-1-1 0 0,0 1 1 0 0,0 0-1 0 0,0 0 0 0 0,0-1 1 0 0,0 1-1 0 0,1-1 1 0 0,0 1-1 0 0,0-1 1 0 0,0 0-1 0 0,0 1 1 0 0,0-1-1 0 0,1 0 1 0 0,0 0-1 0 0,-1-1 0 0 0,1 1 1 0 0,0 0-1 0 0,0-1 1 0 0,0 0-1 0 0,1 0 1 0 0,-1 0-1 0 0,0 0 1 0 0,1 0-1 0 0,4 1 1 0 0,15 5-11 0 0,0-1 0 0 0,1 0 0 0 0,-1-2 0 0 0,2-1 0 0 0,-1-1 0 0 0,0-1 0 0 0,0 0 0 0 0,1-2 0 0 0,-1-2 0 0 0,0 0 0 0 0,39-8 0 0 0,17-10-28 0 0,-2-2-1 0 0,81-36 1 0 0,-151 55 30 0 0,9-4 204 0 0,1 0-1 0 0,-1-1 1 0 0,-1-1-1 0 0,0-1 1 0 0,0 0 0 0 0,-1-1-1 0 0,0-1 1 0 0,15-15 0 0 0,-29 26 724 0 0,-6 1-847 0 0,-4 0-49 0 0,1 1-1 0 0,0 1 1 0 0,0-1-1 0 0,0 1 1 0 0,0 1-1 0 0,1-1 0 0 0,-1 1 1 0 0,0 1-1 0 0,-10 6 1 0 0,14-8 16 0 0,4-2-55 0 0,0 0 1 0 0,0 0-1 0 0,0 0 0 0 0,0 0 1 0 0,0 0-1 0 0,-1 0 1 0 0,1 0-1 0 0,0 0 1 0 0,0-1-1 0 0,0 1 0 0 0,0 0 1 0 0,-1 0-1 0 0,1 0 1 0 0,0 0-1 0 0,0 0 0 0 0,0 1 1 0 0,0-1-1 0 0,0 0 1 0 0,-1 0-1 0 0,1 0 0 0 0,0 0 1 0 0,0 0-1 0 0,0 0 1 0 0,0 0-1 0 0,0 0 0 0 0,-1 0 1 0 0,1 0-1 0 0,0 0 1 0 0,0 0-1 0 0,0 1 0 0 0,0-1 1 0 0,0 0-1 0 0,0 0 1 0 0,0 0-1 0 0,-1 0 0 0 0,1 0 1 0 0,0 0-1 0 0,0 1 1 0 0,0-1-1 0 0,0 0 0 0 0,0 0 1 0 0,0 0-1 0 0,0 0 1 0 0,0 0-1 0 0,0 1 0 0 0,0-1 1 0 0,0 0-1 0 0,0 0 1 0 0,0 0-1 0 0,0 0 0 0 0,0 1 1 0 0,0-1-1 0 0,0 0 1 0 0,0 0-1 0 0,0 0 1 0 0,0 0-1 0 0,0 0 0 0 0,0 1 1 0 0,0-1-1 0 0,0 0 1 0 0,1 0-1 0 0,-1 0 0 0 0,0 0 1 0 0,0 0-1 0 0,0 1 0 0 0,16-1-146 0 0,24-5-152 0 0,-4-4-223 0 0,-1 2 0 0 0,1 1-1 0 0,50-2 1 0 0,-38 5 200 0 0,48-10 1 0 0,-81 9 341 0 0,1 0 1 0 0,-1 0-1 0 0,0-2 1 0 0,0 0-1 0 0,-1 0 1 0 0,0-1-1 0 0,15-11 1 0 0,-24 15 118 0 0,-1-1 1 0 0,0 0-1 0 0,0 1 1 0 0,-1-2-1 0 0,1 1 1 0 0,-1 0-1 0 0,0-1 1 0 0,3-5-1 0 0,5-7 618 0 0,-11 16-573 0 0,-44 84 574 0 0,5-2-656 0 0,3 1 0 0 0,-49 168-1 0 0,72-198-223 0 0,-19 65-180 0 0,32-117 326 0 0,0 1 0 0 0,0-1-1 0 0,-1 0 1 0 0,1 1 0 0 0,0-1 0 0 0,0 0-1 0 0,0 0 1 0 0,-1 1 0 0 0,1-1-1 0 0,0 0 1 0 0,0 0 0 0 0,-1 1 0 0 0,1-1-1 0 0,0 0 1 0 0,-1 0 0 0 0,1 0 0 0 0,0 1-1 0 0,-1-1 1 0 0,1 0 0 0 0,0 0 0 0 0,-1 0-1 0 0,1 0 1 0 0,0 0 0 0 0,-1 0-1 0 0,1 0 1 0 0,0 0 0 0 0,-1 0 0 0 0,1 0-1 0 0,0 0 1 0 0,-1 0 0 0 0,1 0 0 0 0,-1 0-1 0 0,1 0 1 0 0,0 0 0 0 0,-1 0 0 0 0,1 0-1 0 0,0 0 1 0 0,-1-1 0 0 0,1 1-1 0 0,0 0 1 0 0,0 0 0 0 0,-1 0 0 0 0,1-1-1 0 0,0 1 1 0 0,-1 0 0 0 0,1 0 0 0 0,0-1-1 0 0,0 1 1 0 0,0 0 0 0 0,-1 0 0 0 0,1-1-1 0 0,0 1 1 0 0,0 0 0 0 0,0-1-1 0 0,0 1 1 0 0,-1 0 0 0 0,1-1 0 0 0,0 1-1 0 0,0-1 1 0 0,-12-23 54 0 0,8 3-25 0 0,1 0 1 0 0,1 0-1 0 0,1-1 0 0 0,1 1 0 0 0,0 0 0 0 0,2 0 0 0 0,1 0 0 0 0,0 0 1 0 0,2 0-1 0 0,13-39 0 0 0,0 14-198 0 0,1 1-1 0 0,2 0 1 0 0,44-67 0 0 0,-53 93 54 0 0,2 0 0 0 0,-1 1 1 0 0,2 1-1 0 0,1 0 0 0 0,28-23 1 0 0,-39 35 68 0 0,0 2 0 0 0,0-1 1 0 0,0 0-1 0 0,0 1 0 0 0,0 0 1 0 0,1 0-1 0 0,-1 1 1 0 0,1 0-1 0 0,0 0 0 0 0,-1 0 1 0 0,1 0-1 0 0,0 1 0 0 0,0 0 1 0 0,1 0-1 0 0,-1 1 0 0 0,0 0 1 0 0,0 0-1 0 0,0 0 0 0 0,0 1 1 0 0,0 0-1 0 0,0 0 0 0 0,0 0 1 0 0,0 1-1 0 0,0 0 0 0 0,10 5 1 0 0,-13-6 12 0 0,0 1 0 0 0,0 0-1 0 0,0 0 1 0 0,0 0 0 0 0,0 0 0 0 0,0 1 0 0 0,-1-1 0 0 0,1 1 0 0 0,-1 0 0 0 0,1-1 0 0 0,-1 1 0 0 0,0 0-1 0 0,1 4 1 0 0,-2-5 7 0 0,0 0 0 0 0,0 0 0 0 0,-1 0-1 0 0,1 0 1 0 0,-1 1 0 0 0,0-1-1 0 0,0 0 1 0 0,0 0 0 0 0,0 1 0 0 0,0-1-1 0 0,0 0 1 0 0,0 0 0 0 0,-1 1 0 0 0,1-1-1 0 0,-1 0 1 0 0,-1 3 0 0 0,0 0 3 0 0,-1 0 0 0 0,0 0 1 0 0,-1 0-1 0 0,1 0 0 0 0,-1-1 1 0 0,0 1-1 0 0,0-1 0 0 0,-1 0 0 0 0,1 0 1 0 0,-1-1-1 0 0,0 1 0 0 0,0-1 1 0 0,0 0-1 0 0,-8 3 0 0 0,1 0-467 0 0,-54 21 419 0 0,43-21-2801 0 0,2-3-3378 0 0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01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0 652 48 0 0,'0'0'8405'0'0,"4"-6"-7874"0"0,11-16 25 0 0,0 1 1 0 0,1 1-1 0 0,36-33 0 0 0,22-27 413 0 0,-41 39-701 0 0,-1-2 0 0 0,-3 0 1 0 0,-1-2-1 0 0,25-56 0 0 0,-49 89-201 0 0,-1 0 0 0 0,0-1 1 0 0,-1 1-1 0 0,-1 0 1 0 0,0-1-1 0 0,0 1 1 0 0,-1-1-1 0 0,-3-16 0 0 0,2-11 314 0 0,1 40-380 0 0,0-1-1 0 0,0 1 1 0 0,0 0-1 0 0,0-1 1 0 0,0 1 0 0 0,0 0-1 0 0,-1-1 1 0 0,1 1 0 0 0,0-1-1 0 0,0 1 1 0 0,0 0-1 0 0,-1-1 1 0 0,1 1 0 0 0,0 0-1 0 0,0-1 1 0 0,-1 1 0 0 0,1 0-1 0 0,0 0 1 0 0,0-1-1 0 0,-1 1 1 0 0,1 0 0 0 0,0 0-1 0 0,-1-1 1 0 0,1 1 0 0 0,0 0-1 0 0,-1 0 1 0 0,1 0-1 0 0,-1 0 1 0 0,1 0 0 0 0,0-1-1 0 0,-1 1 1 0 0,1 0 0 0 0,-1 0-1 0 0,1 0 1 0 0,0 0-1 0 0,-1 0 1 0 0,1 0 0 0 0,-1 0-1 0 0,1 0 1 0 0,0 1 0 0 0,-1-1-1 0 0,1 0 1 0 0,0 0-1 0 0,-1 0 1 0 0,1 0 0 0 0,-1 0-1 0 0,1 1 1 0 0,0-1 0 0 0,-1 0-1 0 0,1 0 1 0 0,0 1-1 0 0,-1-1 1 0 0,-17 10 3 0 0,18-10-4 0 0,-9 8 2 0 0,0 0 0 0 0,1 0 0 0 0,0 1 1 0 0,0 0-1 0 0,1 0 0 0 0,0 1 0 0 0,0 0 0 0 0,1 0 1 0 0,0 1-1 0 0,1 0 0 0 0,1-1 0 0 0,-7 22 0 0 0,3-3 16 0 0,1 1 0 0 0,2 0 0 0 0,-3 52 0 0 0,6-43 16 0 0,4 49 0 0 0,-1-76-38 0 0,0 0 0 0 0,1 0 0 0 0,1 0 0 0 0,0 0 0 0 0,0 0 0 0 0,1 0 0 0 0,1-1 0 0 0,7 14 0 0 0,-10-23-1 0 0,0 1 0 0 0,0-1 0 0 0,0 0-1 0 0,0 0 1 0 0,1 1 0 0 0,-1-2 0 0 0,1 1-1 0 0,-1 0 1 0 0,1 0 0 0 0,0-1-1 0 0,-1 0 1 0 0,1 1 0 0 0,0-1 0 0 0,0 0-1 0 0,0-1 1 0 0,0 1 0 0 0,0 0 0 0 0,0-1-1 0 0,0 0 1 0 0,0 1 0 0 0,0-1 0 0 0,0 0-1 0 0,1-1 1 0 0,-1 1 0 0 0,0 0 0 0 0,0-1-1 0 0,0 0 1 0 0,0 0 0 0 0,0 0 0 0 0,-1 0-1 0 0,4-2 1 0 0,7-2 5 0 0,-1 0 1 0 0,0-1-1 0 0,0 0 0 0 0,-1-1 0 0 0,21-16 1 0 0,-3-3 244 0 0,35-39 0 0 0,-63 64-93 0 0,-1 2-149 0 0,0-1 0 0 0,1 1 0 0 0,-1-1 0 0 0,0 1 0 0 0,0-1 0 0 0,1 1 0 0 0,-1-1 0 0 0,0 1 0 0 0,0-1-1 0 0,0 1 1 0 0,0-1 0 0 0,0 1 0 0 0,1 0 0 0 0,-1-1 0 0 0,0 1 0 0 0,0-1 0 0 0,0 1 0 0 0,-1 0 0 0 0,1-1-1 0 0,0 1 1 0 0,0-1 0 0 0,0 1 0 0 0,0-1 0 0 0,0 1 0 0 0,-1-1 0 0 0,1 1 0 0 0,0-1 0 0 0,-1 1 0 0 0,1-1 0 0 0,-1 1-1 0 0,0 4-1 0 0,-1 0-1 0 0,1 0 0 0 0,0 0 0 0 0,1 0 0 0 0,-1 0 0 0 0,1 0 0 0 0,0 0 0 0 0,0 0 0 0 0,1 0 0 0 0,-1 0 0 0 0,1 0 0 0 0,0 0 0 0 0,0 0 1 0 0,1 0-1 0 0,2 5 0 0 0,-2-7 2 0 0,0-1 0 0 0,-1 0-1 0 0,1 0 1 0 0,1 0 0 0 0,-1 0 0 0 0,0 0 0 0 0,1 0 0 0 0,-1-1 0 0 0,0 1 0 0 0,1-1 0 0 0,0 1 0 0 0,-1-1 0 0 0,1 0 0 0 0,0 0-1 0 0,0 0 1 0 0,0-1 0 0 0,-1 1 0 0 0,1-1 0 0 0,0 1 0 0 0,0-1 0 0 0,0 0 0 0 0,0 0 0 0 0,0 0 0 0 0,0-1 0 0 0,0 1 0 0 0,0-1-1 0 0,0 1 1 0 0,-1-1 0 0 0,5-2 0 0 0,8-1-57 0 0,-1-1-1 0 0,0 0 1 0 0,1-1-1 0 0,14-9 1 0 0,-20 9 21 0 0,0 0 1 0 0,0 0 0 0 0,14-15-1 0 0,8-7 36 0 0,-30 28 38 0 0,14-3-70 0 0,-14 3 26 0 0,1 0 0 0 0,-1 0 1 0 0,0 0-1 0 0,0 0 0 0 0,0 0 1 0 0,0 0-1 0 0,0 0 0 0 0,0 0 1 0 0,0 1-1 0 0,0-1 0 0 0,0 0 1 0 0,0 0-1 0 0,0 1 0 0 0,0-1 1 0 0,0 1-1 0 0,0-1 0 0 0,0 1 1 0 0,0-1-1 0 0,-1 1 0 0 0,1 0 1 0 0,0-1-1 0 0,0 1 0 0 0,0 0 1 0 0,-1 0-1 0 0,1 0 0 0 0,0 0 1 0 0,0 0-1 0 0,2 2 8 0 0,0-1-1 0 0,1 0 1 0 0,-1-1-1 0 0,1 1 1 0 0,-1-1-1 0 0,1 1 1 0 0,0-1-1 0 0,0 0 1 0 0,-1 0-1 0 0,1-1 1 0 0,0 1 0 0 0,0-1-1 0 0,0 0 1 0 0,0 0-1 0 0,0 0 1 0 0,0-1-1 0 0,-1 1 1 0 0,6-2-1 0 0,-6 1-1 0 0,40-8 36 0 0,43-6-26 0 0,-79 16-29 0 0,0-1 0 0 0,0 1-1 0 0,0 0 1 0 0,0 1 0 0 0,0 0-1 0 0,-1 0 1 0 0,1 0 0 0 0,11 7-1 0 0,-11-6 32 0 0,0 1 0 0 0,0-1-1 0 0,0-1 1 0 0,1 0-1 0 0,-1 0 1 0 0,1 0 0 0 0,0-1-1 0 0,-1 0 1 0 0,16 0-1 0 0,-16-2 135 0 0,0-1 0 0 0,0 0 0 0 0,0 0 0 0 0,0 0-1 0 0,0-1 1 0 0,-1 0 0 0 0,1-1 0 0 0,-1 0 0 0 0,9-6-1 0 0,-14 9 30 0 0,0 0-164 0 0,-1 1-1 0 0,0-1 1 0 0,0 1-1 0 0,0-1 0 0 0,0 1 1 0 0,0-1-1 0 0,0 1 1 0 0,0-1-1 0 0,1 1 1 0 0,-1-1-1 0 0,0 1 1 0 0,0 0-1 0 0,1-1 0 0 0,-1 1 1 0 0,0-1-1 0 0,1 1 1 0 0,-1 0-1 0 0,0-1 1 0 0,1 1-1 0 0,-1 0 1 0 0,0-1-1 0 0,1 1 0 0 0,-1 0 1 0 0,1 0-1 0 0,-1 0 1 0 0,0-1-1 0 0,1 1 1 0 0,-1 0-1 0 0,1 0 1 0 0,-1 0-1 0 0,1 0 0 0 0,-1 0 1 0 0,1 0-1 0 0,-1 0 1 0 0,1 0-1 0 0,-1 0 1 0 0,1 0-1 0 0,-1 0 1 0 0,1 0-1 0 0,-1 0 1 0 0,1 0-1 0 0,-1 0 0 0 0,1 0 1 0 0,-1 0-1 0 0,0 1 1 0 0,1-1-1 0 0,-1 0 1 0 0,1 0-1 0 0,0 1 1 0 0,22 11-1423 0 0,-20-9 195 0 0,1-1 0 0 0,0 1 0 0 0,0-1 0 0 0,0 0 0 0 0,0 0 1 0 0,1 0-1 0 0,6 2 0 0 0,-1-3-2187 0 0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02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23 1032 0 0,'0'0'1476'0'0,"-9"-5"3901"0"0,39-8-4601 0 0,-11 12-148 0 0,6-3-268 0 0,6 4-316 0 0,7 2-364 0 0,5-2-484 0 0,-3 0-624 0 0,-10 2-1549 0 0,0-2 685 0 0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49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1157 151 544 0 0,'1'-12'1394'0'0,"-1"0"0"0"0,0-1 0 0 0,-1 1 1 0 0,0 0-1 0 0,-1 0 0 0 0,-4-17 0 0 0,5 27-879 0 0,1 2-451 0 0,0-1 1 0 0,1 0-1 0 0,-1 1 1 0 0,0-1 0 0 0,0 1-1 0 0,0-1 1 0 0,0 0-1 0 0,0 1 1 0 0,0-1 0 0 0,0 1-1 0 0,0-1 1 0 0,0 0-1 0 0,0 1 1 0 0,0-1-1 0 0,0 1 1 0 0,-1-1 0 0 0,1 1-1 0 0,0-1 1 0 0,0 0-1 0 0,0 1 1 0 0,-1-1 0 0 0,1 1-1 0 0,0-1 1 0 0,-1 1-1 0 0,1-1 1 0 0,-1 1 0 0 0,1 0-1 0 0,0-1 1 0 0,-1 1-1 0 0,1-1 1 0 0,-1 1 0 0 0,1 0-1 0 0,-1-1 1 0 0,1 1-1 0 0,-1 0 1 0 0,0 0-1 0 0,1-1 1 0 0,-1 1 0 0 0,1 0-1 0 0,-1 0 1 0 0,1 0-1 0 0,-1 0 1 0 0,0 0 0 0 0,1 0-1 0 0,-1 0 1 0 0,1 0-1 0 0,-1 0 1 0 0,0 0 0 0 0,1 0-1 0 0,-1 0 1 0 0,1 0-1 0 0,-1 0 1 0 0,0 0-1 0 0,1 1 1 0 0,-1-1 0 0 0,1 0-1 0 0,-1 1 1 0 0,1-1-1 0 0,-1 0 1 0 0,1 1 0 0 0,-1-1-1 0 0,0 1 1 0 0,-38 32-582 0 0,32-26 862 0 0,-74 74-138 0 0,-102 134-1 0 0,23-23-143 0 0,104-132-35 0 0,-2-1 0 0 0,-3-3 1 0 0,-2-3-1 0 0,-2-3 1 0 0,-3-3-1 0 0,-88 47 0 0 0,75-59 465 0 0,79-34-402 0 0,-2-2-21 0 0,2 0-63 0 0,0 0 0 0 0,0 1 0 0 0,0-1 0 0 0,0 0 0 0 0,1 0 0 0 0,-1-1 0 0 0,0 1 0 0 0,0 0 0 0 0,1-1 0 0 0,-1 1 0 0 0,0 0 0 0 0,1-1 0 0 0,0 0 0 0 0,-1 1 1 0 0,1-1-1 0 0,0 0 0 0 0,0 0 0 0 0,0 0 0 0 0,0 0 0 0 0,-1-2 0 0 0,0-2-27 0 0,1 0 1 0 0,0 0 0 0 0,0 0-1 0 0,0 0 1 0 0,0 0 0 0 0,1 0-1 0 0,1-8 1 0 0,2-13-160 0 0,1 1 1 0 0,12-41-1 0 0,-13 53 134 0 0,5-19-86 0 0,2-1 1 0 0,1 2-1 0 0,1 0 1 0 0,2 0-1 0 0,1 1 1 0 0,2 1 0 0 0,1 0-1 0 0,28-35 1 0 0,-45 64 121 0 0,-1 0 0 0 0,1 0 1 0 0,0 0-1 0 0,0 0 0 0 0,0 0 1 0 0,0 1-1 0 0,0-1 0 0 0,0 0 1 0 0,1 1-1 0 0,-1-1 0 0 0,0 0 1 0 0,0 1-1 0 0,0 0 0 0 0,1-1 1 0 0,-1 1-1 0 0,0 0 0 0 0,0-1 1 0 0,1 1-1 0 0,-1 0 1 0 0,0 0-1 0 0,1 0 0 0 0,-1 0 1 0 0,0 0-1 0 0,0 1 0 0 0,1-1 1 0 0,-1 0-1 0 0,0 0 0 0 0,0 1 1 0 0,1-1-1 0 0,-1 1 0 0 0,0-1 1 0 0,0 1-1 0 0,0 0 0 0 0,0-1 1 0 0,0 1-1 0 0,0 0 0 0 0,0 0 1 0 0,0 0-1 0 0,0 0 0 0 0,0 0 1 0 0,1 1-1 0 0,6 7-5 0 0,0 1 1 0 0,-1-1-1 0 0,10 20 0 0 0,-6-12-21 0 0,14 21 13 0 0,2-1 0 0 0,2-2 0 0 0,47 46 0 0 0,-58-65 20 0 0,-1-1 0 0 0,2-1 0 0 0,0-1 0 0 0,1-1 0 0 0,0 0 0 0 0,1-2 0 0 0,0 0 0 0 0,39 12 0 0 0,-47-18 9 0 0,2-1 0 0 0,-1-1 0 0 0,0 0 0 0 0,0-1 0 0 0,1 0 0 0 0,-1-2 0 0 0,1 1 1 0 0,-1-2-1 0 0,0 0 0 0 0,0 0 0 0 0,0-1 0 0 0,0-1 0 0 0,0-1 0 0 0,0 0 0 0 0,-1 0 0 0 0,14-9 0 0 0,-11 5 31 0 0,0-2 0 0 0,-1 0 1 0 0,0-1-1 0 0,0 0 0 0 0,-1-1 0 0 0,-1 0 1 0 0,0-1-1 0 0,-1-1 0 0 0,-1 0 0 0 0,0-1 1 0 0,16-33-1 0 0,-16 27 3 0 0,-1-1 0 0 0,-2 0-1 0 0,0-1 1 0 0,-2 1 0 0 0,0-2 0 0 0,-2 1 0 0 0,0 0 0 0 0,-2-1-1 0 0,-1 0 1 0 0,-1 0 0 0 0,-1 1 0 0 0,-1-1 0 0 0,-1 0 0 0 0,-1 1-1 0 0,-1 0 1 0 0,-1 0 0 0 0,-2 0 0 0 0,0 1 0 0 0,-1 0 0 0 0,-19-33-1 0 0,23 48-35 0 0,0 0 0 0 0,0 1 0 0 0,-1 0 0 0 0,0 0-1 0 0,0 0 1 0 0,-1 1 0 0 0,1-1 0 0 0,-1 2 0 0 0,-1-1-1 0 0,1 1 1 0 0,-1 0 0 0 0,0 0 0 0 0,0 1 0 0 0,0 0-1 0 0,-1 1 1 0 0,0 0 0 0 0,1 0 0 0 0,-1 1 0 0 0,0 0-1 0 0,0 1 1 0 0,0-1 0 0 0,0 2 0 0 0,-1-1-1 0 0,1 1 1 0 0,0 1 0 0 0,0 0 0 0 0,0 0 0 0 0,0 1-1 0 0,0 0 1 0 0,-15 5 0 0 0,11-2-10 0 0,1 1 1 0 0,0 0-1 0 0,0 1 0 0 0,0 0 0 0 0,1 0 1 0 0,0 1-1 0 0,1 1 0 0 0,0 0 1 0 0,0 0-1 0 0,1 1 0 0 0,0 1 0 0 0,0-1 1 0 0,2 1-1 0 0,-1 0 0 0 0,1 1 1 0 0,1 0-1 0 0,0 0 0 0 0,1 1 0 0 0,0-1 1 0 0,0 1-1 0 0,2 0 0 0 0,0 0 1 0 0,0 1-1 0 0,1-1 0 0 0,1 1 0 0 0,0-1 1 0 0,1 1-1 0 0,0-1 0 0 0,1 1 1 0 0,1-1-1 0 0,0 0 0 0 0,1 1 0 0 0,0-1 1 0 0,1 0-1 0 0,0 0 0 0 0,1-1 1 0 0,1 1-1 0 0,0-1 0 0 0,1 0 0 0 0,13 17 1 0 0,-9-14-14 0 0,0-2 0 0 0,1 1 0 0 0,1-2 0 0 0,0 0 0 0 0,1 0 0 0 0,0-1 0 0 0,1-1 0 0 0,0-1-1 0 0,1 0 1 0 0,0-1 0 0 0,0 0 0 0 0,0-1 0 0 0,1-1 0 0 0,0-1 0 0 0,1 0 0 0 0,-1-1 0 0 0,1-1 0 0 0,0-1 0 0 0,-1-1 0 0 0,1 0 0 0 0,0-1 0 0 0,0-1 0 0 0,0 0 0 0 0,0-2 0 0 0,-1 0 0 0 0,1-1 0 0 0,-1-1 0 0 0,19-7 0 0 0,-5-1 38 0 0,-1-1 0 0 0,-1-1 0 0 0,0-2 0 0 0,-1-1 0 0 0,-1-1 0 0 0,-1-1 0 0 0,0-1 1 0 0,-2-1-1 0 0,31-37 0 0 0,-22 8 913 0 0,-33 50-743 0 0,-21 18-164 0 0,16-11-23 0 0,1-1 0 0 0,-1 1 0 0 0,1 0 0 0 0,0 0 0 0 0,1 0 0 0 0,-1 0 0 0 0,1 1 0 0 0,1-1 0 0 0,-1 1 0 0 0,1 0 0 0 0,-2 9 0 0 0,1-3 1 0 0,1 0 0 0 0,0 0 0 0 0,1 0 0 0 0,1 1 0 0 0,0 13 0 0 0,0-22-17 0 0,1 1 0 0 0,0-1 0 0 0,0 0 0 0 0,0 0 0 0 0,0 1 0 0 0,1-1 0 0 0,0 0 0 0 0,0 0 0 0 0,0 0 0 0 0,1-1 0 0 0,-1 1 0 0 0,1-1 0 0 0,0 1 0 0 0,1-1 0 0 0,-1 0 1 0 0,1 0-1 0 0,0 0 0 0 0,0-1 0 0 0,0 1 0 0 0,7 4 0 0 0,-6-6 5 0 0,-1 0 1 0 0,1 0-1 0 0,0-1 1 0 0,0 1-1 0 0,0-1 1 0 0,0 0-1 0 0,0-1 1 0 0,0 1-1 0 0,0-1 1 0 0,0 0-1 0 0,0 0 1 0 0,0-1-1 0 0,0 0 1 0 0,0 1-1 0 0,0-1 1 0 0,-1-1-1 0 0,1 1 1 0 0,0-1-1 0 0,-1 0 1 0 0,1 0-1 0 0,-1 0 1 0 0,6-4-1 0 0,7-6 47 0 0,-1-1-1 0 0,-1 0 1 0 0,0 0-1 0 0,0-2 1 0 0,-2 0-1 0 0,0 0 0 0 0,0-1 1 0 0,10-20-1 0 0,-8 14 396 0 0,-14 21-81 0 0,1 5-340 0 0,4 10-172 0 0,0-1 0 0 0,2 1 1 0 0,-1-2-1 0 0,2 1 0 0 0,19 22 0 0 0,3-7-2967 0 0,4-7-3647 0 0,-27-18 3480 0 0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49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32 348 0 0,'2'-1'376'0'0,"1"0"0"0"0,0 0 0 0 0,-1 1-1 0 0,1-1 1 0 0,-1 1 0 0 0,1 0 0 0 0,-1 0 0 0 0,1 0 0 0 0,0 0-1 0 0,-1 0 1 0 0,1 1 0 0 0,-1-1 0 0 0,1 1 0 0 0,0-1 0 0 0,2 2-1 0 0,-1 0-113 0 0,0 1 0 0 0,1-1 0 0 0,-1 0 0 0 0,0 1 0 0 0,-1 0 0 0 0,1 0-1 0 0,6 7 1 0 0,-3-2-93 0 0,-1 0 1 0 0,0 0-1 0 0,0 1 0 0 0,-1-1 0 0 0,0 1 0 0 0,-1 1 0 0 0,5 11 1 0 0,-7-15-63 0 0,-1 0 1 0 0,1 1 0 0 0,-1 0 0 0 0,-1-1 0 0 0,1 1 0 0 0,-1 11 0 0 0,0-16-78 0 0,0 1 0 0 0,0-1 0 0 0,-1 0 0 0 0,1 1 0 0 0,-1-1 0 0 0,1 0 0 0 0,-1 1 0 0 0,0-1 0 0 0,0 0 0 0 0,0 0 0 0 0,0 1 0 0 0,0-1 0 0 0,0 0 0 0 0,-1 0 0 0 0,1 0 0 0 0,0-1 0 0 0,-1 1-1 0 0,0 0 1 0 0,0 0 0 0 0,1-1 0 0 0,-4 2 0 0 0,5-2-14 0 0,-1-1 0 0 0,1 1-1 0 0,-1-1 1 0 0,0 1 0 0 0,1-1-1 0 0,-1 0 1 0 0,0 1 0 0 0,1-1 0 0 0,-1 0-1 0 0,0 0 1 0 0,1 0 0 0 0,-1 1-1 0 0,0-1 1 0 0,1 0 0 0 0,-1 0-1 0 0,0 0 1 0 0,0 0 0 0 0,1 0-1 0 0,-1 0 1 0 0,0 0 0 0 0,0 0-1 0 0,1-1 1 0 0,-1 1 0 0 0,0 0 0 0 0,1 0-1 0 0,-1-1 1 0 0,0 1 0 0 0,1 0-1 0 0,-1-1 1 0 0,0 1 0 0 0,1 0-1 0 0,-1-1 1 0 0,0 1 0 0 0,1-1-1 0 0,-1 1 1 0 0,1-1 0 0 0,-1 1-1 0 0,1-1 1 0 0,0 0 0 0 0,-1 1 0 0 0,1-1-1 0 0,-1 0 1 0 0,1 1 0 0 0,0-1-1 0 0,0 0 1 0 0,-1 1 0 0 0,1-1-1 0 0,0 0 1 0 0,0 1 0 0 0,0-3-1 0 0,1-32 124 0 0,4 20-119 0 0,2 0 0 0 0,-1 0 0 0 0,2 1 0 0 0,0 0 0 0 0,0 0 0 0 0,2 1 0 0 0,-1 0 0 0 0,2 1 0 0 0,0 0 0 0 0,0 0 0 0 0,1 1 0 0 0,16-11 0 0 0,-25 20-1 0 0,-1 0-1 0 0,1 0 1 0 0,0 1-1 0 0,0-1 1 0 0,0 1-1 0 0,0 0 1 0 0,1 0-1 0 0,-1 0 0 0 0,0 0 1 0 0,0 1-1 0 0,1-1 1 0 0,-1 1-1 0 0,0 0 1 0 0,1 0-1 0 0,-1 0 1 0 0,0 0-1 0 0,1 0 1 0 0,-1 1-1 0 0,0 0 1 0 0,1 0-1 0 0,-1 0 1 0 0,0 0-1 0 0,0 0 1 0 0,0 0-1 0 0,0 1 1 0 0,0 0-1 0 0,0-1 1 0 0,-1 1-1 0 0,1 0 1 0 0,0 0-1 0 0,-1 1 1 0 0,1-1-1 0 0,1 3 0 0 0,2 2 37 0 0,0-1 0 0 0,-1 1-1 0 0,0 0 1 0 0,0 1-1 0 0,-1-1 1 0 0,0 1 0 0 0,0 0-1 0 0,-1 0 1 0 0,0 0-1 0 0,0 0 1 0 0,-1 1 0 0 0,1 9-1 0 0,-2-12-19 0 0,-1 1-1 0 0,1-1 1 0 0,-2 1-1 0 0,1-1 1 0 0,-1 1-1 0 0,0-1 1 0 0,0 0-1 0 0,-1 1 1 0 0,-3 8-1 0 0,-14 14-1822 0 0,17-27 1193 0 0,0 0-1 0 0,0 0 1 0 0,-1-1 0 0 0,1 1 0 0 0,0-1 0 0 0,-1 1-1 0 0,1-1 1 0 0,-1 0 0 0 0,1 0 0 0 0,-5 1 0 0 0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0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79 324 0 0,'2'-32'3833'0'0,"4"-7"1458"0"0,-5 38-4533 0 0,0-5-841 0 0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0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1 115 448 0 0,'6'37'4630'0'0,"-5"-30"-3977"0"0,0 1 1 0 0,1-1-1 0 0,0 1 0 0 0,1-1 1 0 0,0 0-1 0 0,4 9 1618 0 0,-2-19-2062 0 0,82-62 907 0 0,-74 60-1079 0 0,-1 1 0 0 0,1 0 0 0 0,0 1 0 0 0,0 0 0 0 0,0 1 0 0 0,0 1 0 0 0,1 0 0 0 0,-1 0 0 0 0,0 2 0 0 0,17 1 0 0 0,44-1-65 0 0,-62-2 12 0 0,0-1 0 0 0,-1 0 0 0 0,1 0 0 0 0,0-1 1 0 0,-1 0-1 0 0,0-1 0 0 0,17-8 0 0 0,-21 8 91 0 0,0-1 0 0 0,0 1 1 0 0,-1-1-1 0 0,0 0 0 0 0,0-1 0 0 0,0 1 0 0 0,-1-1 0 0 0,0 0 0 0 0,0-1 0 0 0,-1 1 0 0 0,1-1 0 0 0,3-9 0 0 0,0 4 2165 0 0,-10 21-1222 0 0,-18 47-933 0 0,1-1 211 0 0,-30 99 173 0 0,-87 323-1999 0 0,106-347-1503 0 0,7-44-3342 0 0,10-41 2443 0 0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2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27 694 756 0 0,'-5'11'805'0'0,"0"0"-1"0"0,2 0 1 0 0,-1 0-1 0 0,1 0 1 0 0,1 0 0 0 0,0 1-1 0 0,1 0 1 0 0,-1 11-1 0 0,2-21-443 0 0,0-2-317 0 0,1 0 0 0 0,-1 0 0 0 0,0 0 0 0 0,0-1 0 0 0,0 1 0 0 0,0 0 0 0 0,1 0 0 0 0,-1 0 0 0 0,0 0 0 0 0,0-1 0 0 0,0 1 0 0 0,1 0 0 0 0,-1 0 0 0 0,0 0 1 0 0,0 0-1 0 0,1 0 0 0 0,-1 0 0 0 0,0 0 0 0 0,0 0 0 0 0,1 0 0 0 0,-1 0 0 0 0,0-1 0 0 0,0 1 0 0 0,1 0 0 0 0,-1 1 0 0 0,0-1 0 0 0,0 0 0 0 0,1 0 0 0 0,-1 0 0 0 0,0 0 0 0 0,0 0 0 0 0,1 0 0 0 0,-1 0 0 0 0,0 0 0 0 0,0 0 0 0 0,0 0 0 0 0,1 1 0 0 0,-1-1 0 0 0,0 0 0 0 0,0 0 0 0 0,0 0 0 0 0,1 0 0 0 0,-1 1 0 0 0,0-1 0 0 0,0 0 0 0 0,0 0 0 0 0,0 0 0 0 0,1 1 0 0 0,-1-1 0 0 0,0 0 0 0 0,0 0 1 0 0,0 1-1 0 0,0-1 0 0 0,0 0 0 0 0,0 0 0 0 0,0 1 0 0 0,0-1 0 0 0,0 0 0 0 0,0 0 0 0 0,0 1 0 0 0,0-1 0 0 0,0 0 0 0 0,0 0 0 0 0,0 1 0 0 0,0-1 0 0 0,0 0 0 0 0,15-11 883 0 0,-3-1-710 0 0,-1 0 0 0 0,-1-1 0 0 0,-1 0 0 0 0,1-1 0 0 0,11-25-1 0 0,31-78 341 0 0,-48 107-507 0 0,19-57 165 0 0,-2-1-1 0 0,-3-1 1 0 0,-3-1 0 0 0,10-126-1 0 0,-19 96 37 0 0,-6 98-257 0 0,-1 2-4 0 0,0 1 0 0 0,0 0 0 0 0,0-1 0 0 0,-1 1-1 0 0,1 0 1 0 0,0 0 0 0 0,0-1 0 0 0,0 1 0 0 0,0 0-1 0 0,0 0 1 0 0,1 0 0 0 0,-1 0 0 0 0,0 1 0 0 0,0-1-1 0 0,1 0 1 0 0,-1 0 0 0 0,0 0 0 0 0,1 0 0 0 0,-1 1-1 0 0,1-1 1 0 0,-1 2 0 0 0,-15 52-49 0 0,-3 61 41 0 0,16-62 9 0 0,2 0 0 0 0,2 0 0 0 0,3 0 1 0 0,2 0-1 0 0,2 0 0 0 0,20 64 0 0 0,13 33 63 0 0,-40-148-56 0 0,0-2 5 0 0,-1 0 1 0 0,1 0-1 0 0,0 0 1 0 0,-1 0-1 0 0,1 0 0 0 0,0 0 1 0 0,0 0-1 0 0,0 0 1 0 0,0 0-1 0 0,0 0 1 0 0,0 0-1 0 0,0-1 0 0 0,0 1 1 0 0,0 0-1 0 0,0-1 1 0 0,0 1-1 0 0,0-1 0 0 0,0 1 1 0 0,1-1-1 0 0,-1 0 1 0 0,0 1-1 0 0,0-1 0 0 0,0 0 1 0 0,1 0-1 0 0,-1 0 1 0 0,0 0-1 0 0,0 0 0 0 0,1 0 1 0 0,-1 0-1 0 0,0 0 1 0 0,0-1-1 0 0,1 1 0 0 0,-1 0 1 0 0,0-1-1 0 0,0 1 1 0 0,0-1-1 0 0,0 1 1 0 0,1-1-1 0 0,-1 0 0 0 0,0 1 1 0 0,1-2-1 0 0,6-4-5 0 0,-1 0 0 0 0,0 0 0 0 0,-1-1-1 0 0,9-10 1 0 0,-6 7 6 0 0,58-67-20 0 0,-49 54-17 0 0,1 1 0 0 0,1 1 0 0 0,1 0 0 0 0,45-33 0 0 0,-64 53 29 0 0,0 1-1 0 0,-1-1 1 0 0,1 1-1 0 0,0-1 1 0 0,0 1-1 0 0,0 0 1 0 0,0 0-1 0 0,0 0 1 0 0,0 0-1 0 0,-1 0 1 0 0,1 0-1 0 0,0 1 1 0 0,0-1-1 0 0,0 0 1 0 0,0 1-1 0 0,-1 0 1 0 0,1-1-1 0 0,0 1 1 0 0,-1 0-1 0 0,1 0 1 0 0,0 0-1 0 0,-1 0 1 0 0,1 0-1 0 0,-1 0 1 0 0,1 1-1 0 0,-1-1 1 0 0,0 0-1 0 0,0 1 1 0 0,1-1-1 0 0,-1 1 1 0 0,0-1-1 0 0,1 3 1 0 0,32 53-23 0 0,-31-49-17 0 0,1-1-1 0 0,-1-1 1 0 0,1 1-1 0 0,0 0 1 0 0,1-1-1 0 0,0 0 1 0 0,0 0-1 0 0,0 0 1 0 0,1-1 0 0 0,-1 1-1 0 0,1-1 1 0 0,0-1-1 0 0,9 6 1 0 0,-10-8-304 0 0,1 0 0 0 0,0 0 0 0 0,1 0 0 0 0,-1 0 0 0 0,0-1 1 0 0,0 0-1 0 0,1-1 0 0 0,-1 1 0 0 0,0-1 0 0 0,1 0 0 0 0,-1-1 0 0 0,0 0 1 0 0,1 0-1 0 0,-1 0 0 0 0,0 0 0 0 0,10-5 0 0 0,1 0-2830 0 0,1-1 242 0 0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4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61 496 0 0,'0'-3'249'0'0,"1"1"495"0"0,-1 0 0 0 0,1 0 0 0 0,-1 0-1 0 0,1 0 1 0 0,-1 0 0 0 0,0 0 0 0 0,0-1 0 0 0,0 1 0 0 0,0 0-1 0 0,0 0 1 0 0,0 0 0 0 0,-2-3 0 0 0,-7-5 936 0 0,8 9-1117 0 0,-24 16-117 0 0,7-4-305 0 0,1 2 1 0 0,0 0-1 0 0,1 0 1 0 0,1 2-1 0 0,0 0 1 0 0,1 1-1 0 0,0 0 1 0 0,2 1-1 0 0,-13 21 1 0 0,22-32-104 0 0,0-1-1 0 0,0 1 1 0 0,1 1 0 0 0,0-1 0 0 0,1 0 0 0 0,-2 7 0 0 0,3-12-11 0 0,3 5 20 0 0,-3-5-44 0 0,0-1 0 0 0,0 1 0 0 0,0 0 0 0 0,0 0 0 0 0,1-1 1 0 0,-1 1-1 0 0,0 0 0 0 0,1-1 0 0 0,-1 1 0 0 0,0 0 0 0 0,1-1 0 0 0,-1 1 1 0 0,1-1-1 0 0,-1 1 0 0 0,1-1 0 0 0,-1 1 0 0 0,1-1 0 0 0,-1 1 0 0 0,1-1 1 0 0,-1 1-1 0 0,1-1 0 0 0,0 0 0 0 0,-1 1 0 0 0,1-1 0 0 0,0 0 0 0 0,-1 1 1 0 0,1-1-1 0 0,0 0 0 0 0,0 0 0 0 0,9-1-12 0 0,-1 0 1 0 0,1-1-1 0 0,-1 0 1 0 0,1-1-1 0 0,-1 0 1 0 0,0-1-1 0 0,0 1 1 0 0,0-2-1 0 0,-1 1 0 0 0,0-1 1 0 0,10-8-1 0 0,7-5-273 0 0,-2-1-1 0 0,28-29 0 0 0,-49 46 226 0 0,-2 2 45 0 0,0 0 1 0 0,0-1-1 0 0,0 1 0 0 0,0 0 1 0 0,0 0-1 0 0,0-1 1 0 0,0 1-1 0 0,1 0 0 0 0,-1 0 1 0 0,0-1-1 0 0,0 1 0 0 0,0 0 1 0 0,0 0-1 0 0,0 0 1 0 0,1-1-1 0 0,-1 1 0 0 0,0 0 1 0 0,0 0-1 0 0,0 0 0 0 0,1 0 1 0 0,-1 0-1 0 0,0 0 0 0 0,0-1 1 0 0,1 1-1 0 0,-1 0 1 0 0,0 0-1 0 0,0 0 0 0 0,1 0 1 0 0,-1 0-1 0 0,0 0 0 0 0,0 0 1 0 0,1 0-1 0 0,-1 0 1 0 0,0 0-1 0 0,0 0 0 0 0,1 0 1 0 0,-1 0-1 0 0,0 0 0 0 0,0 0 1 0 0,1 0-1 0 0,-1 0 1 0 0,0 1-1 0 0,1 2 9 0 0,0 0-1 0 0,0 1 1 0 0,0-1 0 0 0,0 0 0 0 0,1 0-1 0 0,0 1 1 0 0,-1-1 0 0 0,1 0 0 0 0,0-1-1 0 0,0 1 1 0 0,0 0 0 0 0,1-1 0 0 0,-1 1 0 0 0,1-1-1 0 0,-1 1 1 0 0,1-1 0 0 0,0 0 0 0 0,0 0-1 0 0,0-1 1 0 0,0 1 0 0 0,0 0 0 0 0,0-1-1 0 0,1 0 1 0 0,-1 0 0 0 0,0 0 0 0 0,1 0-1 0 0,-1 0 1 0 0,0-1 0 0 0,1 0 0 0 0,-1 1-1 0 0,1-1 1 0 0,-1-1 0 0 0,1 1 0 0 0,-1 0-1 0 0,5-2 1 0 0,3-1 7 0 0,0 0-1 0 0,-1-1 0 0 0,1 0 1 0 0,-1-1-1 0 0,0 0 0 0 0,0 0 1 0 0,-1-1-1 0 0,0-1 1 0 0,0 0-1 0 0,10-9 0 0 0,0-2 126 0 0,0-1-1 0 0,-1-1 1 0 0,18-27-1 0 0,-39 44 603 0 0,-11 6-605 0 0,-16 13-150 0 0,22-8 34 0 0,1 0 1 0 0,1 0-1 0 0,0 1 1 0 0,0 0 0 0 0,1 1-1 0 0,0-1 1 0 0,0 1-1 0 0,1 0 1 0 0,0 0-1 0 0,1 0 1 0 0,-3 17 0 0 0,5-23-19 0 0,1-1 1 0 0,-1 1 0 0 0,1 0 0 0 0,0 0-1 0 0,0 0 1 0 0,0 0 0 0 0,0 0-1 0 0,1 0 1 0 0,0 0 0 0 0,-1 0 0 0 0,1-1-1 0 0,1 1 1 0 0,-1 0 0 0 0,1-1-1 0 0,-1 1 1 0 0,1-1 0 0 0,0 1 0 0 0,0-1-1 0 0,0 0 1 0 0,1 0 0 0 0,-1 0-1 0 0,1 0 1 0 0,0 0 0 0 0,0 0 0 0 0,0-1-1 0 0,0 1 1 0 0,0-1 0 0 0,1 0-1 0 0,-1 0 1 0 0,0 0 0 0 0,1-1 0 0 0,0 1-1 0 0,6 1 1 0 0,-5-2-19 0 0,1 0 0 0 0,0-1 0 0 0,-1 0 0 0 0,1 0 0 0 0,0 0 1 0 0,0 0-1 0 0,0-1 0 0 0,-1 0 0 0 0,1 0 0 0 0,-1-1 0 0 0,1 1 0 0 0,-1-1 0 0 0,1-1 0 0 0,-1 1 0 0 0,0-1 0 0 0,9-5 0 0 0,2-3-88 0 0,0 0 0 0 0,-1-1 0 0 0,22-22 0 0 0,115-127-504 0 0,-143 151 566 0 0,-8 9 36 0 0,0-1 1 0 0,-1 1-1 0 0,1 0 1 0 0,0 0 0 0 0,0 0-1 0 0,0 0 1 0 0,0 0 0 0 0,0 0-1 0 0,1 0 1 0 0,-1 0-1 0 0,0 0 1 0 0,0 0 0 0 0,1 1-1 0 0,-1-1 1 0 0,2 0 0 0 0,-2 4 10 0 0,0 0 1 0 0,0 0-1 0 0,-1 0 1 0 0,0 0 0 0 0,0 0-1 0 0,0 0 1 0 0,0 0 0 0 0,0 0-1 0 0,0 0 1 0 0,-2 5-1 0 0,-8 38-19 0 0,-2-5 3 0 0,2-12 15 0 0,-10 20 35 0 0,19-47-18 0 0,23-30-166 0 0,46-45 0 0 0,-53 61 125 0 0,-12 9 3 0 0,1 0 0 0 0,-1 0 1 0 0,1 0-1 0 0,0 1 0 0 0,0-1 0 0 0,0 1 1 0 0,6-2-1 0 0,-8 3 22 0 0,-1 1 0 0 0,0 0 0 0 0,0 0 0 0 0,1 0 0 0 0,-1 0 0 0 0,0 1-1 0 0,0-1 1 0 0,1 0 0 0 0,-1 0 0 0 0,0 1 0 0 0,0-1 0 0 0,0 1 0 0 0,0-1 0 0 0,0 1 0 0 0,1-1 0 0 0,-1 1 0 0 0,0 0 0 0 0,0 0 0 0 0,0-1 0 0 0,-1 1 0 0 0,1 0-1 0 0,0 0 1 0 0,0 0 0 0 0,0 0 0 0 0,0 0 0 0 0,-1 0 0 0 0,1 0 0 0 0,-1 0 0 0 0,1 0 0 0 0,-1 0 0 0 0,1 1 0 0 0,0 1 0 0 0,2 3 7 0 0,0 0 0 0 0,1-1 0 0 0,0 1 0 0 0,0 0 0 0 0,0-1 0 0 0,1 0 0 0 0,0 0 0 0 0,0 0 0 0 0,0-1 0 0 0,1 0 0 0 0,-1 0 0 0 0,1 0 0 0 0,0-1 0 0 0,0 0 0 0 0,0 0 0 0 0,1 0 0 0 0,-1-1 0 0 0,1 1 0 0 0,-1-2 0 0 0,1 1 0 0 0,0-1 0 0 0,0 0 0 0 0,0 0 0 0 0,8-1 0 0 0,-9-2 55 0 0,0 0 0 0 0,0 0 0 0 0,0-1 0 0 0,-1 0 0 0 0,1 0 0 0 0,-1 0 0 0 0,0-1 1 0 0,0 0-1 0 0,0 0 0 0 0,0 0 0 0 0,0 0 0 0 0,-1-1 0 0 0,5-7 0 0 0,-1 4 297 0 0,14-24 3351 0 0,-24 38-4151 0 0,-5 18-822 0 0,0-7-6940 0 0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4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29 964 0 0,'-4'-7'3292'0'0,"1"-3"921"0"0,-2-1-4521 0 0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5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78 352 0 0,'0'0'8188'0'0,"6"6"-8085"0"0,0-6 2438 0 0,-2-3-2465 0 0,1 0-1 0 0,0 1 1 0 0,0 0 0 0 0,0 0 0 0 0,0 1 0 0 0,7-2-1 0 0,-10 3-19 0 0,43-3 444 0 0,-44 3-493 0 0,1 0 0 0 0,-1 0 0 0 0,1 0 1 0 0,-1 0-1 0 0,1 1 0 0 0,-1-1 0 0 0,1 1 0 0 0,-1-1 1 0 0,1 1-1 0 0,-1-1 0 0 0,0 1 0 0 0,1 0 0 0 0,-1 0 1 0 0,0 0-1 0 0,1 0 0 0 0,-1 0 0 0 0,0 0 0 0 0,0 0 1 0 0,0 0-1 0 0,0 0 0 0 0,0 1 0 0 0,1 1 0 0 0,15 39 70 0 0,-17-38-74 0 0,1 0 0 0 0,0 0 0 0 0,0 0 0 0 0,1 0 0 0 0,-1 0 0 0 0,1-1 0 0 0,-1 1 0 0 0,1 0 0 0 0,0-1 0 0 0,1 1 0 0 0,-1-1 0 0 0,1 0 0 0 0,-1 0 0 0 0,1 0 0 0 0,0 0 0 0 0,0 0 0 0 0,0-1 0 0 0,0 1 0 0 0,6 2 0 0 0,-4-4-1 0 0,0 0 0 0 0,1 0 0 0 0,-1-1-1 0 0,0 0 1 0 0,1 0 0 0 0,-1 0 0 0 0,1-1-1 0 0,-1 1 1 0 0,0-1 0 0 0,0-1-1 0 0,1 1 1 0 0,-1-1 0 0 0,0 0 0 0 0,0 0-1 0 0,-1 0 1 0 0,1-1 0 0 0,0 1-1 0 0,-1-1 1 0 0,1 0 0 0 0,-1-1 0 0 0,0 1-1 0 0,0-1 1 0 0,4-5 0 0 0,9-9 35 0 0,-1 0 0 0 0,-1-1 1 0 0,23-37-1 0 0,-9 14 953 0 0,-28 41-548 0 0,-1 7-285 0 0,-4 17 36 0 0,0 1-1 0 0,-2 0 1 0 0,-1-1-1 0 0,-1 0 1 0 0,-12 25 0 0 0,-2 9 60 0 0,-23 63 234 0 0,-58 184 266 0 0,100-292-826 0 0,-25 84-385 0 0,24-87 28 0 0,1 0 0 0 0,-1-1-1 0 0,-1 1 1 0 0,0-1 0 0 0,0 0-1 0 0,0 0 1 0 0,-1-1-1 0 0,-8 9 1 0 0,-13-6-6433 0 0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5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37 556 0 0,'0'0'1531'0'0,"-4"-2"-131"0"0,-11-4-83 0 0,12 4-16 0 0,-9-20 5944 0 0,9 18-9156 0 0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5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88 488 0 0,'-17'0'1392'0'0,"5"2"-124"0"0,1-2 868 0 0,-5 2 2233 0 0,83-16-4425 0 0,-21 4-288 0 0,9-3-428 0 0,15-3-644 0 0,-16 2-1533 0 0,14-11 681 0 0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5:57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15 980 0 0,'-9'-15'11664'0'0,"-41"126"-10633"0"0,-18 37-1595 0 0,29-48-6863 0 0,34-88 4227 0 0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5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791 176 180 0 0,'-19'-63'9060'0'0,"14"52"-8069"0"0,1 1 0 0 0,-2 0 1 0 0,1 1-1 0 0,-10-12 0 0 0,12 17-849 0 0,0 0 1 0 0,0 0-1 0 0,-1 0 0 0 0,0 1 1 0 0,1-1-1 0 0,-1 1 0 0 0,-1 0 1 0 0,1 0-1 0 0,0 0 0 0 0,-1 1 1 0 0,1-1-1 0 0,-1 1 0 0 0,0 0 1 0 0,0 0-1 0 0,0 1 0 0 0,0 0 1 0 0,0-1-1 0 0,0 2 0 0 0,0-1 1 0 0,0 1-1 0 0,0-1 0 0 0,0 1 1 0 0,-1 1-1 0 0,-4 0 0 0 0,-14 5-38 0 0,1 0-1 0 0,1 2 0 0 0,-1 1 1 0 0,1 0-1 0 0,1 2 1 0 0,0 0-1 0 0,-34 26 0 0 0,-126 112 220 0 0,178-146-317 0 0,-35 32 132 0 0,-59 69 0 0 0,86-91-117 0 0,1 0 0 0 0,0 1 1 0 0,1 0-1 0 0,1 1 0 0 0,0 0 0 0 0,1 0 0 0 0,1 1 0 0 0,0 0 1 0 0,-4 22-1 0 0,8-31-34 0 0,1-1 1 0 0,0 0-1 0 0,1 1 1 0 0,-1-1-1 0 0,1 1 1 0 0,1-1-1 0 0,-1 1 1 0 0,1-1-1 0 0,0 0 1 0 0,1 1-1 0 0,-1-1 1 0 0,1 0-1 0 0,1 0 1 0 0,-1 0-1 0 0,1 0 1 0 0,0 0-1 0 0,0-1 0 0 0,0 1 1 0 0,1-1-1 0 0,0 0 1 0 0,0 0-1 0 0,1 0 1 0 0,-1-1-1 0 0,1 1 1 0 0,0-1-1 0 0,0 0 1 0 0,0 0-1 0 0,1-1 1 0 0,-1 0-1 0 0,1 0 1 0 0,0 0-1 0 0,0-1 1 0 0,0 1-1 0 0,12 1 1 0 0,2 1-136 0 0,0-1 1 0 0,1 0-1 0 0,-1-2 0 0 0,1-1 1 0 0,0-1-1 0 0,-1 0 1 0 0,1-1-1 0 0,0-2 1 0 0,36-8-1 0 0,-22 0-43 0 0,-1-1-1 0 0,-1-1 1 0 0,0-2 0 0 0,-1-2-1 0 0,31-20 1 0 0,-12 2-78 0 0,-1-1 1 0 0,49-49-1 0 0,-89 74 357 0 0,-1 1 0 0 0,0-2 1 0 0,-1 1-1 0 0,0-1 0 0 0,-1 0 0 0 0,8-17 0 0 0,-15 28-82 0 0,0 1-1 0 0,0 0 0 0 0,0 0 0 0 0,0-1 1 0 0,0 1-1 0 0,0 0 0 0 0,0-1 0 0 0,-1 1 1 0 0,1 0-1 0 0,0 0 0 0 0,0-1 0 0 0,0 1 1 0 0,0 0-1 0 0,0-1 0 0 0,0 1 0 0 0,-1 0 1 0 0,1 0-1 0 0,0-1 0 0 0,0 1 0 0 0,0 0 1 0 0,0 0-1 0 0,-1 0 0 0 0,1-1 0 0 0,0 1 1 0 0,0 0-1 0 0,-1 0 0 0 0,1 0 1 0 0,0 0-1 0 0,0 0 0 0 0,-1-1 0 0 0,1 1 1 0 0,0 0-1 0 0,-1 0 0 0 0,1 0 0 0 0,0 0 1 0 0,0 0-1 0 0,-1 0 0 0 0,1 0 0 0 0,0 0 1 0 0,-1 0-1 0 0,1 0 0 0 0,0 0 0 0 0,0 0 1 0 0,-1 0-1 0 0,1 0 0 0 0,0 0 0 0 0,-1 1 1 0 0,1-1-1 0 0,0 0 0 0 0,0 0 0 0 0,-1 0 1 0 0,1 0-1 0 0,0 1 0 0 0,-22 2 116 0 0,20-2-139 0 0,-1 0 21 0 0,0 0 0 0 0,0 0 0 0 0,0 0 0 0 0,0 1 0 0 0,0 0 0 0 0,1-1 1 0 0,-1 1-1 0 0,1 0 0 0 0,-1 0 0 0 0,1 1 0 0 0,0-1 0 0 0,-1 0 0 0 0,-2 6 1 0 0,4-6-16 0 0,0-1 0 0 0,0 1 0 0 0,0 0 1 0 0,1 0-1 0 0,-1 0 0 0 0,1 0 1 0 0,0 0-1 0 0,-1 0 0 0 0,1 0 0 0 0,0 0 1 0 0,0 0-1 0 0,0-1 0 0 0,0 1 1 0 0,0 0-1 0 0,1 0 0 0 0,-1 0 0 0 0,2 3 1 0 0,-1-1-15 0 0,1-1 1 0 0,0 1 0 0 0,0-1-1 0 0,0 1 1 0 0,1-1 0 0 0,-1 0 0 0 0,1 1-1 0 0,0-2 1 0 0,-1 1 0 0 0,1 0-1 0 0,1 0 1 0 0,-1-1 0 0 0,0 0 0 0 0,1 1-1 0 0,-1-1 1 0 0,1-1 0 0 0,0 1-1 0 0,-1 0 1 0 0,8 1 0 0 0,-6-2 22 0 0,1 0 0 0 0,0 0-1 0 0,0 0 1 0 0,0-1 0 0 0,0 0 0 0 0,0 0 0 0 0,0-1 0 0 0,-1 0 0 0 0,1 0 0 0 0,0 0 0 0 0,0 0 0 0 0,-1-1 0 0 0,11-4-1 0 0,-15 5 22 0 0,0 1-1 0 0,-1-1 1 0 0,1 1 0 0 0,0-1-1 0 0,0 1 1 0 0,-1-1-1 0 0,1 0 1 0 0,0 1-1 0 0,-1-1 1 0 0,1 0-1 0 0,-1 1 1 0 0,1-1-1 0 0,-1 0 1 0 0,0 0-1 0 0,1 0 1 0 0,-1 1-1 0 0,1-1 1 0 0,-1 0-1 0 0,0 0 1 0 0,0 0-1 0 0,0 0 1 0 0,0 0-1 0 0,1 0 1 0 0,-1 1-1 0 0,0-1 1 0 0,0 0-1 0 0,-1 0 1 0 0,1 0-1 0 0,0 0 1 0 0,0 0-1 0 0,0 0 1 0 0,-1-1-1 0 0,1 0 10 0 0,-1 0 0 0 0,0 1 0 0 0,1-1 0 0 0,-1 0 0 0 0,0 0 0 0 0,0 0 0 0 0,0 1 0 0 0,0-1 0 0 0,0 0 0 0 0,0 1 0 0 0,-1-1 0 0 0,1 1 0 0 0,-1 0 0 0 0,-1-2 0 0 0,-5-2-4 0 0,1 1 0 0 0,-1 1-1 0 0,0-1 1 0 0,0 1 0 0 0,-1 1 0 0 0,1 0-1 0 0,-10-2 1 0 0,12 3-448 0 0,1 1 1 0 0,-1 0-1 0 0,1 0 0 0 0,0 0 0 0 0,-1 0 1 0 0,1 1-1 0 0,-1 0 0 0 0,-4 1 0 0 0,8-1-802 0 0,-5 3-4672 0 0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6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1 312 0 0,'26'16'5146'0'0,"-21"-10"-4718"0"0,-1 1 0 0 0,0 0 0 0 0,-1 0 0 0 0,1 1 0 0 0,-1-1 0 0 0,-1 1 0 0 0,1 0 0 0 0,-1-1 0 0 0,-1 1 0 0 0,1 0 0 0 0,-1 0 0 0 0,-1 0 0 0 0,1 0 0 0 0,-3 14 0 0 0,2-20-110 0 0,4-5-122 0 0,-1 0 0 0 0,0-1 0 0 0,-1 1-1 0 0,1-1 1 0 0,-1 0 0 0 0,1 1 0 0 0,-1-1 0 0 0,2-5-1 0 0,1-2-21 0 0,1 1 0 0 0,1 0 0 0 0,-1 0 0 0 0,12-12-1 0 0,-17 21-61 0 0,1-1 21 0 0,-2 2-123 0 0,0 0 1 0 0,0-1-1 0 0,0 1 1 0 0,0 0-1 0 0,0 0 1 0 0,1 0-1 0 0,-1-1 1 0 0,0 1-1 0 0,0 0 1 0 0,0 0-1 0 0,0 0 1 0 0,0 0 0 0 0,0 0-1 0 0,0-1 1 0 0,1 1-1 0 0,-1 0 1 0 0,0 0-1 0 0,0 0 1 0 0,0 0-1 0 0,0 0 1 0 0,1 0-1 0 0,-1 0 1 0 0,0 0-1 0 0,0-1 1 0 0,0 1-1 0 0,0 0 1 0 0,1 0-1 0 0,-1 0 1 0 0,0 0-1 0 0,0 0 1 0 0,0 0-1 0 0,1 0 1 0 0,-1 0-1 0 0,0 0 1 0 0,0 0-1 0 0,0 0 1 0 0,0 0-1 0 0,1 0 1 0 0,-1 0-1 0 0,0 1 1 0 0,0-1-1 0 0,0 0 1 0 0,1 0-1 0 0,-1 0 1 0 0,0 0-1 0 0,0 0 1 0 0,0 0-1 0 0,1 1 1 0 0,4 2-100 0 0,0 0 1 0 0,0 1-1 0 0,0 0 1 0 0,0 0 0 0 0,-1 0-1 0 0,5 5 1 0 0,9 10-2608 0 0,6-1-4606 0 0,-16-12 4504 0 0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7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125 128 672 0 0,'2'-7'869'0'0,"1"1"0"0"0,-1-1 0 0 0,0 1 0 0 0,-1-1 0 0 0,0 0 0 0 0,0 0-1 0 0,0 0 1 0 0,-1 0 0 0 0,0 0 0 0 0,0 0 0 0 0,-1 1 0 0 0,0-1 0 0 0,0 0 0 0 0,0 0 0 0 0,-5-10 0 0 0,6 15-236 0 0,0 2-565 0 0,0-1-1 0 0,0 1 1 0 0,-1 0 0 0 0,1-1 0 0 0,0 1-1 0 0,0 0 1 0 0,0 0 0 0 0,0-1-1 0 0,0 1 1 0 0,0 0 0 0 0,-1 0 0 0 0,1-1-1 0 0,0 1 1 0 0,0 0 0 0 0,0 0-1 0 0,0-1 1 0 0,-1 1 0 0 0,1 0 0 0 0,0 0-1 0 0,0 0 1 0 0,-1-1 0 0 0,1 1-1 0 0,0 0 1 0 0,-1 0 0 0 0,1 0 0 0 0,0 0-1 0 0,0 0 1 0 0,-1-1 0 0 0,1 1-1 0 0,0 0 1 0 0,-1 0 0 0 0,1 0 0 0 0,0 0-1 0 0,-1 0 1 0 0,1 0 0 0 0,0 0-1 0 0,0 0 1 0 0,-1 0 0 0 0,1 0 0 0 0,-1 1-1 0 0,-6 4 36 0 0,0 1 0 0 0,0 0 0 0 0,0 0 0 0 0,1 0 0 0 0,0 1 0 0 0,1 0 0 0 0,-1 0 0 0 0,1 1 0 0 0,0-1 0 0 0,1 1 0 0 0,0 0 0 0 0,-6 18 0 0 0,2-3 29 0 0,0 0 1 0 0,1 1-1 0 0,-6 45 0 0 0,12-55-134 0 0,0 1-1 0 0,1 0 0 0 0,0 0 0 0 0,2 0 0 0 0,-1 0 0 0 0,2 0 0 0 0,7 23 1 0 0,-9-33-51 0 0,0 0 1 0 0,1 0-1 0 0,0 0 1 0 0,0-1-1 0 0,1 1 1 0 0,-1 0 0 0 0,1-1-1 0 0,0 1 1 0 0,0-1-1 0 0,0 0 1 0 0,1 0 0 0 0,-1-1-1 0 0,1 1 1 0 0,0-1-1 0 0,0 1 1 0 0,1-1-1 0 0,-1 0 1 0 0,1-1 0 0 0,-1 1-1 0 0,1-1 1 0 0,0 0-1 0 0,0 0 1 0 0,0 0-1 0 0,7 1 1 0 0,-10-3 13 0 0,2-1 32 0 0,0 1 0 0 0,-1-1 1 0 0,1 0-1 0 0,0 0 1 0 0,-1 0-1 0 0,1-1 0 0 0,-1 0 1 0 0,1 1-1 0 0,-1-1 1 0 0,0 0-1 0 0,0-1 0 0 0,0 1 1 0 0,0 0-1 0 0,0-1 1 0 0,0 0-1 0 0,-1 1 0 0 0,1-1 1 0 0,3-5-1 0 0,2-4 62 0 0,0 0-1 0 0,-1-1 1 0 0,8-17-1 0 0,-12 23 86 0 0,-1 1 0 0 0,0-1 0 0 0,0 1 0 0 0,0-1 0 0 0,-1 0 0 0 0,0 0 0 0 0,0-7 0 0 0,-1 11 121 0 0,2 7-311 0 0,-1-1 0 0 0,1 1 0 0 0,-1 0 1 0 0,0-1-1 0 0,0 1 0 0 0,0 0 0 0 0,-1 0 0 0 0,1 0 0 0 0,-1-1 0 0 0,0 1 0 0 0,0 5 0 0 0,22 34-956 0 0,-21-41 978 0 0,0 0 0 0 0,1-1 0 0 0,-1 1 0 0 0,0 0-1 0 0,1 0 1 0 0,0-1 0 0 0,-1 1 0 0 0,1-1 0 0 0,0 0-1 0 0,0 1 1 0 0,0-1 0 0 0,0 0 0 0 0,0 0 0 0 0,0 0-1 0 0,0 0 1 0 0,0 0 0 0 0,0-1 0 0 0,0 1 0 0 0,0 0-1 0 0,1-1 1 0 0,-1 0 0 0 0,0 0 0 0 0,0 0 0 0 0,1 0-1 0 0,-1 0 1 0 0,0 0 0 0 0,0 0 0 0 0,1-1 0 0 0,-1 1-1 0 0,0-1 1 0 0,0 1 0 0 0,0-1 0 0 0,0 0 0 0 0,4-2-1 0 0,3-2-10 0 0,0 0 0 0 0,-1 0 0 0 0,0-1 0 0 0,0-1 0 0 0,0 1 0 0 0,9-11 0 0 0,16-31-54 0 0,-16 20 58 0 0,-15 24 31 0 0,8-26 6 0 0,-9 28-16 0 0,-1 1 10 0 0,0 0 0 0 0,0 1 0 0 0,0-1 0 0 0,0 0 0 0 0,0 1 0 0 0,1-1 0 0 0,-1 1 0 0 0,0-1 0 0 0,0 0 0 0 0,0 1 0 0 0,1-1 0 0 0,-1 1 0 0 0,0-1 0 0 0,1 1 0 0 0,-1-1 0 0 0,1 1 0 0 0,-1-1 0 0 0,0 1 0 0 0,1-1 0 0 0,-1 1 0 0 0,1 0 0 0 0,-1-1 0 0 0,1 1 0 0 0,-1 0 0 0 0,1-1 0 0 0,0 1 0 0 0,-1 0 0 0 0,1 0 0 0 0,0-1 0 0 0,10 12-4 0 0,-1 0-1 0 0,0 0 1 0 0,0 1-1 0 0,-1 1 1 0 0,-1 0 0 0 0,0 0-1 0 0,-1 0 1 0 0,11 26-1 0 0,-8-16 13 0 0,-10-22-59 0 0,1 1 0 0 0,0-1 0 0 0,-1 1 1 0 0,1-1-1 0 0,0 0 0 0 0,-1 1 0 0 0,1-1 0 0 0,0 0 0 0 0,0 1 0 0 0,0-1 0 0 0,0 0 0 0 0,0 0 0 0 0,1 0 1 0 0,-1 0-1 0 0,0 0 0 0 0,0 0 0 0 0,1 0 0 0 0,-1 0 0 0 0,1-1 0 0 0,1 2 0 0 0,-2-2 23 0 0,0-1 0 0 0,0 1-1 0 0,0 0 1 0 0,0 0 0 0 0,0-1-1 0 0,0 1 1 0 0,0-1 0 0 0,0 1-1 0 0,-1-1 1 0 0,1 1 0 0 0,0-1-1 0 0,0 0 1 0 0,-1 1 0 0 0,1-1-1 0 0,0 0 1 0 0,0 1 0 0 0,-1-1 0 0 0,1 0-1 0 0,-1 0 1 0 0,1 0 0 0 0,-1 0-1 0 0,1-1 1 0 0,4-9-54 0 0,-1 1 1 0 0,-1-1-1 0 0,5-18 0 0 0,-8 25 147 0 0,1 3 32 0 0,-1 0 0 0 0,1 0-1 0 0,-1 0 1 0 0,0 0 0 0 0,1 0 0 0 0,-1 0 0 0 0,0 0-1 0 0,0 0 1 0 0,0 0 0 0 0,0 0 0 0 0,0 0-1 0 0,0-1 1 0 0,0 1 0 0 0,0 0 0 0 0,0 0 0 0 0,-1 0-1 0 0,1 0 1 0 0,0 0 0 0 0,-1 0 0 0 0,1 0 0 0 0,0 0-1 0 0,-1 0 1 0 0,0 0 0 0 0,1 0 0 0 0,-1 0-1 0 0,0 1 1 0 0,1-1 0 0 0,-2-1 0 0 0,0 1-41 0 0,0 1 0 0 0,0-1 0 0 0,1 1 0 0 0,-1 0 0 0 0,0 0 0 0 0,0 0 0 0 0,0 0 1 0 0,0 0-1 0 0,1 0 0 0 0,-1 0 0 0 0,0 0 0 0 0,0 1 0 0 0,1-1 0 0 0,-1 1 0 0 0,-2 1 0 0 0,-11 4 48 0 0,1 1-1 0 0,-25 15 1 0 0,37-20 34 0 0,-9 6-127 0 0,0 0 0 0 0,0 0 0 0 0,1 1 0 0 0,0 0 0 0 0,1 1 0 0 0,-11 14 0 0 0,12-13-2030 0 0,1 0 0 0 0,0 1 0 0 0,-7 16 0 0 0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7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6 568 0 0,'-9'-5'14194'0'0,"3"69"-12314"0"0,2 78-1 0 0,2-38-1517 0 0,-6-53-1509 0 0,-2-27-1187 0 0,-4-9-3428 0 0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17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487 332 44 0 0,'0'0'939'0'0,"23"-29"4977"0"0,-1 18-4341 0 0,1 0 0 0 0,26-8-1 0 0,15-1-1852 0 0,-7 2-6459 0 0</inkml:trace>
  <inkml:trace contextRef="#ctx0" brushRef="#br0" timeOffset="1">54 23 256 0 0,'-13'3'1692'0'0,"4"0"1108"0"0,-6-1 233 0 0,-2-2-725 0 0,50-12-3444 0 0,-15 4-356 0 0,-1 2-1621 0 0,-2 1 717 0 0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0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 1340 0 0,'0'0'196'0'0,"0"0"-1"0"0,0 0 1 0 0,1-1 0 0 0,-1 1-1 0 0,0 0 1 0 0,0-1 0 0 0,0 1-1 0 0,0 0 1 0 0,0 0 0 0 0,0-1-1 0 0,1 1 1 0 0,-1 0 0 0 0,0-1 391 0 0,1 1-392 0 0,-1 0 1 0 0,0 0 0 0 0,0-1-1 0 0,1 1 1 0 0,-1 0 0 0 0,0 0-1 0 0,0 0 1 0 0,1 0 0 0 0,-1 0-1 0 0,0-1 1 0 0,1 1-1 0 0,-1 0 1 0 0,0 0 0 0 0,1 0-1 0 0,-1 0 1 0 0,0 0 0 0 0,0 0-1 0 0,1 0 1 0 0,-1 0 0 0 0,0 0-1 0 0,1 0 1 0 0,-1 0 0 0 0,0 0-1 0 0,1 1 1 0 0,-1-1 0 0 0,0 0-1 0 0,0 0 1 0 0,1 0 0 0 0,-1 0-1 0 0,0 0 1 0 0,0 1 0 0 0,1-1-1 0 0,-1 0 392 0 0,1 1-391 0 0,-1-1 0 0 0,0 0-1 0 0,0 0 1 0 0,0 1-1 0 0,0-1 1 0 0,1 0 0 0 0,-3 28 2540 0 0,-14 33-4515 0 0,16-60 1129 0 0,-4 7-553 0 0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0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1 103 648 0 0,'3'-43'6065'0'0,"4"1"-346"0"0,-7 41-5613 0 0,3-11-1296 0 0,9 9 52 0 0,-4 2-4152 0 0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0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64 0 0,'22'112'7628'0'0,"-22"-110"-6933"0"0,0-2-669 0 0,0 0 0 0 0,0 0 1 0 0,0 0-1 0 0,0 1 0 0 0,0-1 0 0 0,0 0 1 0 0,0 0-1 0 0,0 1 0 0 0,0-1 0 0 0,0 0 1 0 0,0 0-1 0 0,0 1 0 0 0,0-1 0 0 0,0 0 1 0 0,0 0-1 0 0,0 1 0 0 0,0-1 0 0 0,0 0 1 0 0,0 0-1 0 0,0 1 0 0 0,0-1 0 0 0,0 0 1 0 0,0 0-1 0 0,0 0 0 0 0,1 1 0 0 0,-1-1 1 0 0,0 0-1 0 0,0 0 0 0 0,0 0 0 0 0,0 1 1 0 0,1-1-1 0 0,-1 0 0 0 0,0 0 0 0 0,0 0 1 0 0,0 0-1 0 0,1 0 0 0 0,-1 1 0 0 0,0-1 1 0 0,0 0-1 0 0,0 0 0 0 0,1 0 0 0 0,-1 0 1 0 0,0 0-1 0 0,0 0 0 0 0,1 0 0 0 0,-1 0 1 0 0,0 0-1 0 0,0 0 0 0 0,1 0 0 0 0,-1 0 1 0 0,0 0-1 0 0,0 0 0 0 0,1 0 0 0 0,-1 0 1 0 0,0 0-1 0 0,0 0 0 0 0,1 0 0 0 0,-1 0 1 0 0,0-1-1 0 0,0 1 0 0 0,0 0 0 0 0,1 0 1 0 0,-1 0-1 0 0,0 0 0 0 0,0 0 0 0 0,0-1 1 0 0,1 1-1 0 0,14-9 613 0 0,-15 9-714 0 0,38-30 883 0 0,-31 23-603 0 0,1 0-1 0 0,0 1 1 0 0,0 1-1 0 0,14-9 0 0 0,-20 14-132 0 0,37 12-42 0 0,-6 19-1234 0 0,-26-24-89 0 0,0 0-1 0 0,0 0 1 0 0,1 0 0 0 0,14 8 0 0 0,-5-7-1517 0 0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2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124 711 484 0 0,'2'-5'11762'0'0,"-44"77"-10191"0"0,25-46-1059 0 0,1 1 1 0 0,2 0-1 0 0,-13 35 1 0 0,26-61-423 0 0,-5 23 143 0 0,5-24-221 0 0,1 0 0 0 0,0 1 0 0 0,0-1-1 0 0,-1 1 1 0 0,1-1 0 0 0,0 1 0 0 0,0-1 0 0 0,0 1 0 0 0,0-1 0 0 0,0 1 0 0 0,0-1 0 0 0,0 1 0 0 0,0-1 0 0 0,0 1 0 0 0,0-1 0 0 0,0 1 0 0 0,0-1 0 0 0,0 1 0 0 0,0-1 0 0 0,1 1 0 0 0,-1-1 0 0 0,0 1 0 0 0,0-1 0 0 0,0 0 0 0 0,1 1 0 0 0,-1-1 0 0 0,0 1 0 0 0,1-1 0 0 0,-1 0 0 0 0,0 1-1 0 0,1-1 1 0 0,-1 0 0 0 0,0 1 0 0 0,1-1 0 0 0,-1 0 0 0 0,1 1 0 0 0,-1-1 0 0 0,1 0 0 0 0,5-1-8 0 0,-1-1 0 0 0,1 0 0 0 0,-1-1 0 0 0,1 1 0 0 0,-1-1 0 0 0,0 0 0 0 0,0 0 0 0 0,-1-1 0 0 0,1 0 0 0 0,-1 1 1 0 0,7-9-1 0 0,15-9-131 0 0,-17 15 71 0 0,-8 5 44 0 0,1 0 1 0 0,-1 0-1 0 0,0 0 1 0 0,0 0-1 0 0,1 0 1 0 0,-1 0 0 0 0,0 0-1 0 0,1 1 1 0 0,-1-1-1 0 0,1 1 1 0 0,-1-1-1 0 0,1 1 1 0 0,-1-1 0 0 0,1 1-1 0 0,-1 0 1 0 0,1 0-1 0 0,-1 0 1 0 0,1 0-1 0 0,0 0 1 0 0,-1 0 0 0 0,1 0-1 0 0,-1 0 1 0 0,1 0-1 0 0,-1 1 1 0 0,1-1-1 0 0,-1 1 1 0 0,1-1-1 0 0,-1 1 1 0 0,1 0 0 0 0,-1 0-1 0 0,0-1 1 0 0,1 1-1 0 0,-1 0 1 0 0,2 2-1 0 0,11 5-58 0 0,1-2 0 0 0,-1 1-1 0 0,1-2 1 0 0,0 0 0 0 0,0-1-1 0 0,1-1 1 0 0,-1 0 0 0 0,1-1-1 0 0,0 0 1 0 0,-1-2 0 0 0,1 1-1 0 0,0-2 1 0 0,30-5 0 0 0,-39 5 68 0 0,1 0 1 0 0,-1-1 0 0 0,0 0 0 0 0,0 0-1 0 0,-1-1 1 0 0,1 0 0 0 0,0 0 0 0 0,-1-1-1 0 0,0 0 1 0 0,0 0 0 0 0,0 0 0 0 0,0 0-1 0 0,-1-1 1 0 0,1 0 0 0 0,-1 0 0 0 0,0-1-1 0 0,-1 0 1 0 0,1 0 0 0 0,-1 0 0 0 0,-1 0-1 0 0,1 0 1 0 0,-1-1 0 0 0,0 1 0 0 0,0-1-1 0 0,-1 0 1 0 0,0 0 0 0 0,0 0 0 0 0,0 0-1 0 0,-1-1 1 0 0,-1 1 0 0 0,1-14 0 0 0,-1 11 30 0 0,-1 0-1 0 0,0 0 1 0 0,0 0 0 0 0,-1 1 0 0 0,0-1-1 0 0,-1 0 1 0 0,0 1 0 0 0,0 0 0 0 0,-1 0 0 0 0,0 0-1 0 0,-1 0 1 0 0,0 0 0 0 0,-1 1 0 0 0,1 0 0 0 0,-14-14-1 0 0,14 19-45 0 0,18 16-107 0 0,-9-9 71 0 0,0 0 0 0 0,1 0 0 0 0,0-1 0 0 0,0 1 0 0 0,0-1-1 0 0,0-1 1 0 0,0 1 0 0 0,9 3 0 0 0,13-1-98 0 0,0-1-1 0 0,0-1 1 0 0,0-1 0 0 0,1-2-1 0 0,-1 0 1 0 0,1-2 0 0 0,-1-1-1 0 0,0-1 1 0 0,0-2 0 0 0,36-11-1 0 0,-35 8 101 0 0,0-2 0 0 0,-1 0 0 0 0,-1-2 0 0 0,0-1 0 0 0,0-1 0 0 0,-2-1 0 0 0,0-1 0 0 0,-1-1 0 0 0,33-34 0 0 0,-43 37 34 0 0,0 0 0 0 0,-1-2 0 0 0,-1 1 0 0 0,-1-2 0 0 0,0 1 0 0 0,-1-1 0 0 0,-1-1 0 0 0,-1 1 0 0 0,5-22 1 0 0,-9 29 34 0 0,0 1 1 0 0,-1-1 0 0 0,0 1 0 0 0,-1-1-1 0 0,-1 0 1 0 0,1 0 0 0 0,-2 1 0 0 0,1-1-1 0 0,-2 0 1 0 0,1 0 0 0 0,-1 1 0 0 0,-1-1-1 0 0,0 1 1 0 0,-1 0 0 0 0,1 0 0 0 0,-2 0-1 0 0,0 0 1 0 0,-8-13 0 0 0,11 20 30 0 0,-1 0-1 0 0,1 0 1 0 0,0 0 0 0 0,-1 1 0 0 0,1-1 0 0 0,-1 0 0 0 0,0 1-1 0 0,0 0 1 0 0,0 0 0 0 0,0 0 0 0 0,0 0 0 0 0,0 0-1 0 0,0 1 1 0 0,-1-1 0 0 0,1 1 0 0 0,-1 0 0 0 0,1 0-1 0 0,-1 0 1 0 0,1 0 0 0 0,-7 0 0 0 0,6 2-29 0 0,1 0 0 0 0,-1 0-1 0 0,0 0 1 0 0,1 0 0 0 0,-1 0 0 0 0,1 1 0 0 0,0-1 0 0 0,0 1-1 0 0,-1 0 1 0 0,1 0 0 0 0,0 0 0 0 0,0 1 0 0 0,1-1 0 0 0,-1 1-1 0 0,1-1 1 0 0,-1 1 0 0 0,1 0 0 0 0,0 0 0 0 0,0 0-1 0 0,-3 7 1 0 0,-12 19 66 0 0,2 2 0 0 0,1 0 0 0 0,2 1 0 0 0,-14 57 0 0 0,-17 139 259 0 0,34-167-285 0 0,5-39-49 0 0,-48 263 261 0 0,40-214-114 0 0,12-69-122 0 0,0 0 11 0 0,0-2-39 0 0,0 0 0 0 0,0 0 0 0 0,0 0 0 0 0,0 0 0 0 0,0 1 0 0 0,-1-1 0 0 0,1 0 1 0 0,0 0-1 0 0,0 0 0 0 0,0 1 0 0 0,0-1 0 0 0,0 0 0 0 0,0 0 0 0 0,0 0 0 0 0,0 1 0 0 0,0-1 0 0 0,0 0 0 0 0,0 0 1 0 0,0 1-1 0 0,0-1 0 0 0,0 0 0 0 0,0 0 0 0 0,0 0 0 0 0,1 1 0 0 0,-1-1 0 0 0,0 0 0 0 0,0 0 0 0 0,0 0 0 0 0,0 0 1 0 0,0 1-1 0 0,0-1 0 0 0,0 0 0 0 0,1 0 0 0 0,-1 0 0 0 0,0 0 0 0 0,0 1 0 0 0,0-1 0 0 0,0 0 0 0 0,1 0 1 0 0,-1 0-1 0 0,0 0 0 0 0,0 0 0 0 0,0 0 0 0 0,1 0 0 0 0,-1 0 0 0 0,0 0 0 0 0,0 0 0 0 0,0 0 0 0 0,1 1 0 0 0,-1-1 1 0 0,0 0-1 0 0,0 0 0 0 0,1-1 0 0 0,28-44 36 0 0,-19 32-37 0 0,1 0 0 0 0,0 1-1 0 0,1 0 1 0 0,0 1-1 0 0,1 0 1 0 0,0 1-1 0 0,1 0 1 0 0,0 2-1 0 0,26-13 1 0 0,-36 19-18 0 0,0 0 0 0 0,0 0 1 0 0,0 1-1 0 0,0 0 0 0 0,0-1 0 0 0,0 2 1 0 0,0-1-1 0 0,0 0 0 0 0,0 1 0 0 0,1 0 1 0 0,-1 0-1 0 0,0 0 0 0 0,0 0 0 0 0,0 1 1 0 0,0 0-1 0 0,1 0 0 0 0,-1 0 0 0 0,0 0 1 0 0,0 0-1 0 0,-1 1 0 0 0,1 0 0 0 0,0 0 1 0 0,5 3-1 0 0,20 21 10 0 0,-26-22 4 0 0,0-1 0 0 0,0 0 0 0 0,0 1-1 0 0,0-1 1 0 0,1 0 0 0 0,-1 0 0 0 0,1-1 0 0 0,0 1-1 0 0,0-1 1 0 0,0 0 0 0 0,0 0 0 0 0,1 0-1 0 0,-1-1 1 0 0,0 1 0 0 0,10 1 0 0 0,-12-3 37 0 0,5 0 69 0 0,-6 0-57 0 0,1 0 0 0 0,0 0 0 0 0,0 0 0 0 0,0 0 0 0 0,0 0 1 0 0,0 0-1 0 0,-1 0 0 0 0,1-1 0 0 0,0 1 0 0 0,0-1 0 0 0,0 0 1 0 0,-1 1-1 0 0,1-1 0 0 0,0 0 0 0 0,-1 0 0 0 0,3-1 0 0 0,-3 1 366 0 0,4-16-981 0 0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2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152 493 876 0 0,'-22'0'4541'0'0,"15"2"-4187"0"0,-1 1 0 0 0,1 0 0 0 0,0 0 0 0 0,0 1 0 0 0,0 0 0 0 0,0 0 0 0 0,1 1 0 0 0,-1 0 0 0 0,1 0 0 0 0,0 0 0 0 0,1 1 0 0 0,-1 0-1 0 0,1 0 1 0 0,1 0 0 0 0,-1 1 0 0 0,1 0 0 0 0,0 0 0 0 0,0 0 0 0 0,1 0 0 0 0,0 0 0 0 0,0 1 0 0 0,-3 15 0 0 0,6-21-325 0 0,-1 1 1 0 0,1-1-1 0 0,-1 1 1 0 0,1 0-1 0 0,0-1 1 0 0,0 1-1 0 0,0-1 1 0 0,0 1-1 0 0,0 0 1 0 0,1-1-1 0 0,-1 1 1 0 0,1-1-1 0 0,-1 1 1 0 0,1-1-1 0 0,0 1 1 0 0,0-1-1 0 0,0 1 1 0 0,1-1-1 0 0,-1 0 1 0 0,1 0-1 0 0,-1 0 1 0 0,3 3-1 0 0,-1-3-41 0 0,0 0 1 0 0,0 0-1 0 0,0 0 0 0 0,0-1 0 0 0,0 1 0 0 0,1-1 1 0 0,-1 1-1 0 0,1-1 0 0 0,-1 0 0 0 0,1-1 0 0 0,-1 1 1 0 0,1 0-1 0 0,0-1 0 0 0,3 0 0 0 0,4 0-44 0 0,0 0 0 0 0,1-2-1 0 0,-1 1 1 0 0,0-1 0 0 0,0-1 0 0 0,0 1-1 0 0,0-2 1 0 0,-1 0 0 0 0,12-5 0 0 0,-6-2 34 0 0,-1 0 0 0 0,0 0 1 0 0,-1-1-1 0 0,0-1 0 0 0,-1-1 1 0 0,0 0-1 0 0,18-27 0 0 0,65-117-3 0 0,-91 147 22 0 0,18-32-89 0 0,33-90 0 0 0,-48 108 402 0 0,-1 0 0 0 0,-1-1 0 0 0,-1 1-1 0 0,-1-1 1 0 0,1-35 0 0 0,-5 60-238 0 0,0 0-1 0 0,0 0 0 0 0,0 0 1 0 0,0 0-1 0 0,0 0 1 0 0,0 0-1 0 0,0 0 1 0 0,0 0-1 0 0,0 0 1 0 0,0 0-1 0 0,-1 0 1 0 0,1 0-1 0 0,0 0 1 0 0,-1 0-1 0 0,1 0 1 0 0,-1 0-1 0 0,1 0 1 0 0,-1 0-1 0 0,1 1 1 0 0,-1-1-1 0 0,-1-1 1 0 0,1 2-44 0 0,1 0 1 0 0,-1-1 0 0 0,0 1-1 0 0,0 0 1 0 0,1 0 0 0 0,-1 1-1 0 0,0-1 1 0 0,0 0 0 0 0,1 0 0 0 0,-1 0-1 0 0,0 0 1 0 0,1 1 0 0 0,-1-1-1 0 0,0 0 1 0 0,1 1 0 0 0,-1-1-1 0 0,1 0 1 0 0,-1 1 0 0 0,0-1-1 0 0,1 1 1 0 0,-1-1 0 0 0,0 1-1 0 0,-30 38 280 0 0,21-17-214 0 0,0 0-1 0 0,2 1 0 0 0,0 0 1 0 0,2 0-1 0 0,0 0 0 0 0,2 1 1 0 0,0 0-1 0 0,0 39 0 0 0,4 3-235 0 0,17 123 0 0 0,-17-186 101 0 0,0 0 0 0 0,0 0 0 0 0,1 0 0 0 0,0-1 0 0 0,-1 1 0 0 0,1 0 0 0 0,0-1 1 0 0,0 1-1 0 0,0 0 0 0 0,1-1 0 0 0,-1 1 0 0 0,1-1 0 0 0,-1 0 0 0 0,1 0 0 0 0,0 1 0 0 0,0-1 1 0 0,2 2-1 0 0,-2-3 24 0 0,0-1 0 0 0,0 1 0 0 0,0 0 1 0 0,0 0-1 0 0,0-1 0 0 0,0 1 0 0 0,0-1 0 0 0,0 0 1 0 0,0 0-1 0 0,0 0 0 0 0,0 0 0 0 0,0 0 0 0 0,0 0 1 0 0,0 0-1 0 0,0 0 0 0 0,0-1 0 0 0,0 1 0 0 0,0-1 1 0 0,0 0-1 0 0,0 0 0 0 0,0 1 0 0 0,2-3 1 0 0,81-37 1530 0 0,-83 39-1657 0 0,0 1-112 0 0,0-1 0 0 0,1 1 0 0 0,-1 0 0 0 0,0 1 0 0 0,1-1 0 0 0,-1 0 0 0 0,0 1 0 0 0,1-1 0 0 0,-1 1 0 0 0,0 0-1 0 0,3 1 1 0 0,0 0-720 0 0,21 3-6090 0 0,-7-2 3007 0 0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07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90 352 208 0 0,'-11'-8'1161'0'0,"1"0"0"0"0,0-1-1 0 0,1 0 1 0 0,0-1 0 0 0,0 0 0 0 0,-11-16-1 0 0,19 23-1034 0 0,-1 0-1 0 0,1 1 0 0 0,0-1 1 0 0,-1 0-1 0 0,1 0 0 0 0,0 0 1 0 0,1 0-1 0 0,-1 0 0 0 0,1-1 1 0 0,-1 1-1 0 0,1 0 0 0 0,0 0 1 0 0,0 0-1 0 0,0 0 1 0 0,1 0-1 0 0,-1-1 0 0 0,1 1 1 0 0,-1 0-1 0 0,1 0 0 0 0,0 0 1 0 0,0 0-1 0 0,1 0 0 0 0,-1 1 1 0 0,1-1-1 0 0,-1 0 0 0 0,1 0 1 0 0,0 1-1 0 0,0-1 0 0 0,0 1 1 0 0,0 0-1 0 0,0 0 0 0 0,3-3 1 0 0,1 0-59 0 0,-1 0 1 0 0,1 0-1 0 0,0 1 1 0 0,0 0-1 0 0,0 0 1 0 0,1 0 0 0 0,0 0-1 0 0,-1 1 1 0 0,1 1-1 0 0,0-1 1 0 0,0 1-1 0 0,1 0 1 0 0,-1 0-1 0 0,0 1 1 0 0,1 0-1 0 0,-1 1 1 0 0,1-1-1 0 0,9 2 1 0 0,-9 0-46 0 0,0 1-1 0 0,0 0 1 0 0,0 1 0 0 0,0-1-1 0 0,0 1 1 0 0,-1 1 0 0 0,1 0-1 0 0,-1 0 1 0 0,0 0 0 0 0,0 1-1 0 0,-1 0 1 0 0,0 0 0 0 0,1 0-1 0 0,-2 1 1 0 0,1 0 0 0 0,7 10-1 0 0,-5-5-3 0 0,0 0-1 0 0,-1 0 1 0 0,0 1-1 0 0,-1 0 1 0 0,0 0 0 0 0,-1 0-1 0 0,0 1 1 0 0,4 16-1 0 0,-8-21-7 0 0,0 0 0 0 0,0 0 0 0 0,0 0 0 0 0,-1 0 0 0 0,0 0-1 0 0,-1 0 1 0 0,1 0 0 0 0,-2 0 0 0 0,1-1 0 0 0,-1 1 0 0 0,0 0 0 0 0,-1 0 0 0 0,0-1 0 0 0,0 0-1 0 0,-4 8 1 0 0,-2 0 14 0 0,-19 30 57 0 0,26-43-67 0 0,0 1-1 0 0,0-1 1 0 0,0 0-1 0 0,0 0 1 0 0,0-1-1 0 0,0 1 1 0 0,-1 0-1 0 0,1-1 1 0 0,-1 1-1 0 0,1-1 1 0 0,-1 0-1 0 0,1 0 1 0 0,-1 0-1 0 0,0 0 1 0 0,-4 0-1 0 0,4 0 62 0 0,1-4-58 0 0,-1 0-11 0 0,0 1 1 0 0,0-1-1 0 0,1 0 1 0 0,0-1-1 0 0,0 1 1 0 0,0 0-1 0 0,0 0 1 0 0,0-1-1 0 0,0 0 1 0 0,1 1-1 0 0,0-1 1 0 0,0 0-1 0 0,0 1 1 0 0,0-1-1 0 0,0 0 0 0 0,1 0 1 0 0,0-5-1 0 0,0 0-2 0 0,1 0 0 0 0,0 0 0 0 0,0 0 0 0 0,1 1 0 0 0,1-1 0 0 0,-1 0-1 0 0,7-12 1 0 0,-2 5-9 0 0,2-1-1 0 0,0 1 1 0 0,1 1-1 0 0,1 0 1 0 0,0 0-1 0 0,1 1 1 0 0,19-17-1 0 0,-22 23-4 0 0,0 1-1 0 0,1 1 0 0 0,0 0 0 0 0,1 0 0 0 0,-1 1 1 0 0,1 0-1 0 0,0 1 0 0 0,0 1 0 0 0,1-1 0 0 0,-1 2 1 0 0,1-1-1 0 0,0 2 0 0 0,-1-1 0 0 0,1 2 0 0 0,0 0 1 0 0,0 0-1 0 0,-1 1 0 0 0,1 0 0 0 0,0 1 0 0 0,-1 0 1 0 0,1 1-1 0 0,-1 1 0 0 0,0 0 0 0 0,0 0 0 0 0,0 1 1 0 0,-1 0-1 0 0,1 1 0 0 0,-1 0 0 0 0,0 1 0 0 0,-1 0 1 0 0,0 0-1 0 0,0 1 0 0 0,-1 0 0 0 0,1 1 0 0 0,-2 0 1 0 0,1 0-1 0 0,-1 0 0 0 0,-1 1 0 0 0,6 12 0 0 0,-11-18 15 0 0,0 0-1 0 0,0 0 0 0 0,0 0 0 0 0,-1 0 0 0 0,0 1 1 0 0,0-1-1 0 0,0 0 0 0 0,-1 5 0 0 0,1 2 92 0 0,0-9 340 0 0,0-8-422 0 0,1-4-33 0 0,0 0-1 0 0,1 0 0 0 0,0 0 1 0 0,0 0-1 0 0,1 1 0 0 0,1-1 1 0 0,6-12-1 0 0,-8 17-3 0 0,0 0 0 0 0,1 0 0 0 0,0 1 0 0 0,0 0 0 0 0,0-1 0 0 0,0 1 0 0 0,1 0-1 0 0,0 1 1 0 0,-1-1 0 0 0,2 0 0 0 0,-1 1 0 0 0,0 0 0 0 0,0 0 0 0 0,1 1 0 0 0,0-1 0 0 0,8-3 0 0 0,-4 5 8 0 0,1 0 1 0 0,-1 1 0 0 0,1 0 0 0 0,0 1-1 0 0,-1-1 1 0 0,1 2 0 0 0,0-1-1 0 0,12 5 1 0 0,18 2-16 0 0,6-3-1 0 0,1-2 1 0 0,0-2-1 0 0,68-8 0 0 0,-84 3 29 0 0,0-1 1 0 0,-1-2-1 0 0,0-1 0 0 0,0-1 0 0 0,0-1 1 0 0,31-17-1 0 0,-23 0 52 0 0,-36 26-42 0 0,0-1 1 0 0,0 0 0 0 0,0 0 0 0 0,-1 0 0 0 0,1 1 0 0 0,-1-2 0 0 0,0 1-1 0 0,1 0 1 0 0,-1 0 0 0 0,0 0 0 0 0,0-1 0 0 0,0 1 0 0 0,-1 0-1 0 0,1-1 1 0 0,0 1 0 0 0,-1-3 0 0 0,-1 2-4 0 0,0 1-4 0 0,0 0-1 0 0,0 1 1 0 0,0-1 0 0 0,0 0 0 0 0,-1 1-1 0 0,1-1 1 0 0,0 1 0 0 0,-1-1-1 0 0,1 1 1 0 0,-1 0 0 0 0,0 0 0 0 0,1-1-1 0 0,-1 1 1 0 0,0 0 0 0 0,0 1 0 0 0,0-1-1 0 0,0 0 1 0 0,0 0 0 0 0,0 1-1 0 0,0-1 1 0 0,0 1 0 0 0,0 0 0 0 0,0 0-1 0 0,0-1 1 0 0,0 1 0 0 0,0 0-1 0 0,0 1 1 0 0,0-1 0 0 0,0 0 0 0 0,0 1-1 0 0,0-1 1 0 0,0 1 0 0 0,0-1-1 0 0,1 1 1 0 0,-4 2 0 0 0,-2-1 11 0 0,-9 2-12 0 0,1 2 0 0 0,-1 0-1 0 0,1 0 1 0 0,-24 15 0 0 0,33-17-3 0 0,0-1 0 0 0,0 1 1 0 0,0 0-1 0 0,1 1 0 0 0,-1 0 1 0 0,1 0-1 0 0,0 0 0 0 0,1 0 1 0 0,-1 1-1 0 0,1-1 0 0 0,0 1 1 0 0,1 0-1 0 0,-6 11 0 0 0,9-15 4 0 0,-1 1 0 0 0,1 0 0 0 0,0-1 0 0 0,0 1 0 0 0,0-1 0 0 0,0 1 0 0 0,0-1 0 0 0,1 1 0 0 0,-1-1 0 0 0,1 1 0 0 0,-1-1 0 0 0,1 1 0 0 0,0-1 0 0 0,0 1 0 0 0,0-1 0 0 0,0 0 0 0 0,1 1 0 0 0,-1-1 0 0 0,0 0-1 0 0,1 0 1 0 0,0 0 0 0 0,-1 0 0 0 0,1 0 0 0 0,0-1 0 0 0,0 1 0 0 0,0-1 0 0 0,0 1 0 0 0,0-1 0 0 0,1 1 0 0 0,-1-1 0 0 0,0 0 0 0 0,1 0 0 0 0,3 1 0 0 0,7 3-49 0 0,1 0-1 0 0,0 0 1 0 0,1-1 0 0 0,22 2-1 0 0,11-2-290 0 0,0-2-1 0 0,0-2 1 0 0,0-2 0 0 0,0-3-1 0 0,0-1 1 0 0,0-3-1 0 0,-1-2 1 0 0,-1-1-1 0 0,58-25 1 0 0,-92 33 287 0 0,-1-1 0 0 0,0-1 1 0 0,0 0-1 0 0,0 0 0 0 0,15-13 0 0 0,-21 16 192 0 0,-1-1 0 0 0,0 0 0 0 0,0-1 0 0 0,-1 1 0 0 0,1 0 1 0 0,-1-1-1 0 0,0 0 0 0 0,0 0 0 0 0,-1 0 0 0 0,1 0 0 0 0,-1 0 0 0 0,0-1 0 0 0,2-9 0 0 0,-4 12 104 0 0,-2-1 27 0 0,2 2-198 0 0,-1 1 1 0 0,1-1 0 0 0,-1 1 0 0 0,1-1 0 0 0,-1 1 0 0 0,0-1-1 0 0,0 1 1 0 0,1 0 0 0 0,-1-1 0 0 0,0 1 0 0 0,-1 0 0 0 0,1 0 0 0 0,0-1-1 0 0,0 1 1 0 0,0 0 0 0 0,-1 0 0 0 0,1 0 0 0 0,0 1 0 0 0,-1-1-1 0 0,-1-1 1 0 0,-1 3-39 0 0,-1-1 0 0 0,1 1 0 0 0,-1 0 0 0 0,1 0 0 0 0,0 0-1 0 0,0 1 1 0 0,0-1 0 0 0,0 1 0 0 0,0 0 0 0 0,0 0 0 0 0,0 1 0 0 0,1-1-1 0 0,-1 1 1 0 0,-6 6 0 0 0,-38 47 97 0 0,46-53-124 0 0,1-1-24 0 0,0-2 9 0 0,1 1 0 0 0,0-1 0 0 0,0 1 0 0 0,0 0 0 0 0,0-1 0 0 0,0 1 0 0 0,0-1 0 0 0,0 1-1 0 0,1-1 1 0 0,-1 1 0 0 0,0 0 0 0 0,0-1 0 0 0,0 1 0 0 0,0-1 0 0 0,1 1 0 0 0,-1-1 0 0 0,0 1 0 0 0,1-1 0 0 0,-1 1 0 0 0,0-1 0 0 0,1 1 0 0 0,-1-1 0 0 0,1 0-1 0 0,-1 1 1 0 0,1-1 0 0 0,-1 0 0 0 0,0 1 0 0 0,1-1 0 0 0,-1 0 0 0 0,1 1 0 0 0,0-1 0 0 0,-1 0 0 0 0,1 0 0 0 0,-1 0 0 0 0,1 1 0 0 0,-1-1 0 0 0,1 0 0 0 0,0 0-1 0 0,-1 0 1 0 0,2 0 0 0 0,12-5-110 0 0,0 1-1 0 0,1 0 0 0 0,-1 2 0 0 0,1-1 0 0 0,0 2 0 0 0,0 0 1 0 0,0 0-1 0 0,-1 2 0 0 0,22 2 0 0 0,-21 0 111 0 0,0-1 0 0 0,0-1-1 0 0,-1 0 1 0 0,1-1-1 0 0,0-1 1 0 0,0 0 0 0 0,29-7-1 0 0,-34 5 5 0 0,0 0 0 0 0,0-1 0 0 0,0-1 0 0 0,0 0 0 0 0,0 0-1 0 0,-1-1 1 0 0,0 0 0 0 0,0-1 0 0 0,-1 0 0 0 0,0 0 0 0 0,11-12 0 0 0,-9 7 39 0 0,-1-1 0 0 0,0-1 0 0 0,-1 0 0 0 0,7-17 0 0 0,-14 30 21 0 0,-1-2-120 0 0,0 6 25 0 0,1 13 17 0 0,-2 32 28 0 0,-6 24 153 0 0,19-89-263 0 0,0 0 0 0 0,1 0 1 0 0,26-25-1 0 0,-4 3-170 0 0,-34 38 237 0 0,-1 1 36 0 0,2 0-18 0 0,1 0 0 0 0,-1 0 1 0 0,0 0-1 0 0,0 1 1 0 0,0-1-1 0 0,0 0 0 0 0,0 1 1 0 0,0 0-1 0 0,0-1 1 0 0,0 1-1 0 0,0 0 0 0 0,-1 0 1 0 0,1 0-1 0 0,0 0 1 0 0,0 0-1 0 0,-1 1 0 0 0,1-1 1 0 0,0 0-1 0 0,-1 1 1 0 0,0-1-1 0 0,1 1 0 0 0,-1 0 1 0 0,0-1-1 0 0,0 1 1 0 0,0 0-1 0 0,0 0 0 0 0,0 0 1 0 0,0 0-1 0 0,0 2 0 0 0,4 6 26 0 0,25 47-65 0 0,-28-53 63 0 0,1 0-1 0 0,0-1 1 0 0,0 1-1 0 0,0 0 1 0 0,0-1-1 0 0,1 1 1 0 0,0-1 0 0 0,-1 0-1 0 0,1-1 1 0 0,0 1-1 0 0,0-1 1 0 0,5 3-1 0 0,-7-4 1 0 0,0-1-1 0 0,0 1 0 0 0,-1-1 0 0 0,1 0 0 0 0,0 1 0 0 0,0-1 0 0 0,0 0 0 0 0,0 0 1 0 0,0 0-1 0 0,0 0 0 0 0,0-1 0 0 0,0 1 0 0 0,-1 0 0 0 0,1-1 0 0 0,0 1 0 0 0,0-1 1 0 0,0 0-1 0 0,-1 0 0 0 0,1 1 0 0 0,0-1 0 0 0,-1 0 0 0 0,1 0 0 0 0,0-1 0 0 0,-1 1 1 0 0,0 0-1 0 0,3-3 0 0 0,2-3 113 0 0,-1 0 0 0 0,0 0 1 0 0,0-1-1 0 0,6-11 0 0 0,0-1 532 0 0,-11 19-47 0 0,3-5-459 0 0,-3 6-132 0 0,0 0 0 0 0,0 0 1 0 0,0 0-1 0 0,0 0 0 0 0,0 1 1 0 0,0-1-1 0 0,0 0 0 0 0,0 0 1 0 0,0 0-1 0 0,0 0 0 0 0,0 0 1 0 0,0 0-1 0 0,0 0 0 0 0,0 0 1 0 0,0 1-1 0 0,0-1 0 0 0,0 0 1 0 0,0 0-1 0 0,0 0 0 0 0,0 0 1 0 0,0 0-1 0 0,0 0 0 0 0,0 0 1 0 0,0 0-1 0 0,0 0 0 0 0,1 0 0 0 0,-1 0 1 0 0,0 1-1 0 0,0-1 0 0 0,0 0 1 0 0,0 0-1 0 0,0 0 0 0 0,0 0 1 0 0,0 0-1 0 0,0 0 0 0 0,0 0 1 0 0,0 0-1 0 0,1 0 0 0 0,-1 0 1 0 0,0 0-1 0 0,0 0 0 0 0,0 0 1 0 0,0 0-1 0 0,-6 75-175 0 0,6-73-89 0 0,-2 5-285 0 0,1-1-1578 0 0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07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59 1236 0 0,'-10'-33'6675'0'0,"10"32"-5731"0"0,-3-20 3862 0 0,2 17-7329 0 0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08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1 103 168 0 0,'19'56'10694'0'0,"-5"-93"-10059"0"0,-13 36-613 0 0,0-1 1 0 0,-1 1-1 0 0,1-1 0 0 0,0 1 0 0 0,0 0 1 0 0,0-1-1 0 0,1 1 0 0 0,-1 0 0 0 0,0 0 1 0 0,0 0-1 0 0,1 0 0 0 0,-1 0 0 0 0,1 0 1 0 0,-1 0-1 0 0,1 0 0 0 0,-1 0 0 0 0,1 1 1 0 0,-1-1-1 0 0,1 1 0 0 0,0-1 1 0 0,-1 1-1 0 0,1-1 0 0 0,0 1 0 0 0,-1 0 1 0 0,1 0-1 0 0,0 0 0 0 0,-1 0 0 0 0,1 0 1 0 0,0 0-1 0 0,2 1 0 0 0,50 13-214 0 0,-38-9 95 0 0,0-1-1 0 0,1 0 0 0 0,0-1 1 0 0,-1-1-1 0 0,1 0 1 0 0,0-2-1 0 0,20 0 0 0 0,121-18-664 0 0,-139 15 683 0 0,60-15-195 0 0,-73 17 259 0 0,0-1 0 0 0,0-1 0 0 0,0 1 0 0 0,0-1 0 0 0,-1 0 0 0 0,1-1-1 0 0,-1 1 1 0 0,0-1 0 0 0,10-8 0 0 0,-14 11 28 0 0,-1 0 0 0 0,1 0 0 0 0,0 0 0 0 0,0 1 0 0 0,0-1 0 0 0,0 0 0 0 0,-1 0 0 0 0,1 0 0 0 0,0 0 0 0 0,-1 0 0 0 0,1 0 0 0 0,-1-1 0 0 0,1 1 0 0 0,-1 0 0 0 0,0 0 0 0 0,1 0 0 0 0,-1 0 0 0 0,0 0 0 0 0,0-1 0 0 0,0 1 0 0 0,0 0 0 0 0,0 0 1 0 0,0 0-1 0 0,0-1 0 0 0,0 1 0 0 0,0 0 0 0 0,-1 0 0 0 0,1 0 0 0 0,0 0 0 0 0,-1-1 0 0 0,1 1 0 0 0,-1 0 0 0 0,1 0 0 0 0,-1 0 0 0 0,0 0 0 0 0,1 0 0 0 0,-1 0 0 0 0,0 0 0 0 0,0 0 0 0 0,0 1 0 0 0,0-1 0 0 0,0 0 0 0 0,1 0 0 0 0,-1 1 0 0 0,-1-1 0 0 0,1 1 0 0 0,0-1 0 0 0,0 1 0 0 0,0-1 0 0 0,0 1 0 0 0,0-1 0 0 0,0 1 0 0 0,-2 0 0 0 0,-2-2 39 0 0,-1 1 0 0 0,1-1 0 0 0,0 1 0 0 0,-1 1 1 0 0,1-1-1 0 0,0 1 0 0 0,-1 0 0 0 0,1 0 0 0 0,-1 1 0 0 0,-8 1 0 0 0,-34 16 153 0 0,57-13-207 0 0,-9-5 9 0 0,0 1 0 0 0,1-1 0 0 0,-1 1 1 0 0,0-1-1 0 0,1 0 0 0 0,-1 1 0 0 0,1-1 1 0 0,-1 0-1 0 0,0 0 0 0 0,1 1 0 0 0,-1-1 1 0 0,1 0-1 0 0,-1 0 0 0 0,1 1 0 0 0,-1-1 1 0 0,1 0-1 0 0,-1 0 0 0 0,1 0 0 0 0,-1 0 1 0 0,1 0-1 0 0,-1 0 0 0 0,1 0 0 0 0,-1 0 1 0 0,1 0-1 0 0,-1 0 0 0 0,1 0 0 0 0,-1 0 1 0 0,1 0-1 0 0,-1 0 0 0 0,1-1 0 0 0,-1 1 0 0 0,1 0 1 0 0,0-1-4 0 0,-1 1 1 0 0,0 0 0 0 0,1-1 0 0 0,-1 1-1 0 0,1 0 1 0 0,-1 0 0 0 0,1-1 0 0 0,-1 1-1 0 0,1 0 1 0 0,-1 0 0 0 0,0 0-1 0 0,1 0 1 0 0,-1 0 0 0 0,1 0 0 0 0,-1 0-1 0 0,1 0 1 0 0,-1 0 0 0 0,1 0 0 0 0,-1 0-1 0 0,1 0 1 0 0,-1 0 0 0 0,1 0-1 0 0,-1 0 1 0 0,1 0 0 0 0,-1 0 0 0 0,1 1-1 0 0,-1-1 1 0 0,1 0 0 0 0,-1 0 0 0 0,1 1-1 0 0,2 16 295 0 0,-1 8-172 0 0,9 30 27 0 0,-3 1-1 0 0,-2 0 0 0 0,-2 1 1 0 0,-3-1-1 0 0,-2 1 1 0 0,-11 66-1 0 0,7-93-93 0 0,-5 23 32 0 0,-26 90 0 0 0,31-130-45 0 0,0 1 1 0 0,-1-1 0 0 0,0 0 0 0 0,-1 0 0 0 0,0 0-1 0 0,-1-1 1 0 0,-1-1 0 0 0,0 1 0 0 0,0-1 0 0 0,-1-1-1 0 0,-17 15 1 0 0,24-22 2 0 0,0-1 1 0 0,1 0-1 0 0,-1 0 0 0 0,0 0 0 0 0,0 0 0 0 0,0 0 0 0 0,-1-1 1 0 0,1 1-1 0 0,0-1 0 0 0,-1 0 0 0 0,1 0 0 0 0,0 0 0 0 0,-1 0 1 0 0,1-1-1 0 0,-1 1 0 0 0,1-1 0 0 0,-1 0 0 0 0,0 0 0 0 0,1 0 1 0 0,-1-1-1 0 0,1 1 0 0 0,-1-1 0 0 0,1 0 0 0 0,0 0 1 0 0,-1 0-1 0 0,1 0 0 0 0,0-1 0 0 0,-1 1 0 0 0,1-1 0 0 0,0 0 1 0 0,0 0-1 0 0,1 0 0 0 0,-1 0 0 0 0,-4-5 0 0 0,2 1 5 0 0,0 0-1 0 0,0-1 1 0 0,1 0-1 0 0,0 0 1 0 0,0 0 0 0 0,1 0-1 0 0,0-1 1 0 0,0 0-1 0 0,1 1 1 0 0,0-1-1 0 0,0 0 1 0 0,1 0-1 0 0,0 0 1 0 0,0-14 0 0 0,2 4-187 0 0,0 0 0 0 0,1 1 1 0 0,1-1-1 0 0,1 1 0 0 0,0 0 1 0 0,2 0-1 0 0,0 0 1 0 0,0 1-1 0 0,2 0 0 0 0,0 0 1 0 0,16-24-1 0 0,-13 25-1196 0 0,1 0-1 0 0,0 1 1 0 0,0 1-1 0 0,1 0 1 0 0,1 0-1 0 0,28-18 1 0 0,-20 17-1949 0 0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09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386 177 608 0 0,'0'-15'984'0'0,"-1"-1"0"0"0,0 0 0 0 0,-1 1 0 0 0,-6-24 0 0 0,7 34-670 0 0,-1 1 1 0 0,1-1-1 0 0,-1 1 1 0 0,0-1-1 0 0,0 1 1 0 0,0 0 0 0 0,-1 0-1 0 0,0 0 1 0 0,0 0-1 0 0,0 0 1 0 0,0 1-1 0 0,0-1 1 0 0,-1 1 0 0 0,1 0-1 0 0,-1 0 1 0 0,0 0-1 0 0,0 0 1 0 0,-6-2-1 0 0,8 5-278 0 0,1-1 0 0 0,0 1 0 0 0,0 0-1 0 0,-1 0 1 0 0,1 0 0 0 0,0 0 0 0 0,0 0-1 0 0,-1 0 1 0 0,1 0 0 0 0,0 1 0 0 0,0-1-1 0 0,0 0 1 0 0,-1 1 0 0 0,1-1 0 0 0,0 1-1 0 0,0-1 1 0 0,0 1 0 0 0,0 0 0 0 0,0-1-1 0 0,0 1 1 0 0,0 0 0 0 0,0 0 0 0 0,0 0-1 0 0,-1 1 1 0 0,-21 25 368 0 0,20-23-303 0 0,-11 17 77 0 0,1 1 0 0 0,1 0 0 0 0,1 1 0 0 0,1 0 0 0 0,1 1 0 0 0,1 0 0 0 0,1 1 0 0 0,-6 35 0 0 0,2 16 269 0 0,-2 114 1 0 0,15 30 74 0 0,1-69-227 0 0,-3-149-292 0 0,1 15-142 0 0,-1 1-1 0 0,-1-1 1 0 0,0 0 0 0 0,-2 0-1 0 0,0 0 1 0 0,-8 25 0 0 0,11-41 101 0 0,0-1 0 0 0,0 1 0 0 0,0 0 0 0 0,-1-1 0 0 0,1 1 0 0 0,0 0 0 0 0,-1-1-1 0 0,1 1 1 0 0,0-1 0 0 0,-1 1 0 0 0,1-1 0 0 0,-1 1 0 0 0,1-1 0 0 0,-1 1 0 0 0,1-1 0 0 0,-1 1 0 0 0,1-1 0 0 0,-1 0 0 0 0,1 1 0 0 0,-1-1 0 0 0,0 0 0 0 0,1 1 0 0 0,-1-1 0 0 0,0 0 0 0 0,1 0 0 0 0,-1 1 0 0 0,0-1 0 0 0,1 0 0 0 0,-1 0 0 0 0,-1 0 0 0 0,-21-11-1022 0 0,-11-26-726 0 0,26 25 1516 0 0,2 1 0 0 0,-1-2 0 0 0,2 1 0 0 0,0-1 0 0 0,0 0 0 0 0,1 0 0 0 0,1 0 0 0 0,0 0 0 0 0,-2-27 0 0 0,5 32 297 0 0,0 0 1 0 0,1-1-1 0 0,0 1 1 0 0,1 0 0 0 0,0 0-1 0 0,0 0 1 0 0,1 0-1 0 0,0 0 1 0 0,0 1-1 0 0,1-1 1 0 0,0 1 0 0 0,0 0-1 0 0,0 0 1 0 0,1 0-1 0 0,0 0 1 0 0,1 1 0 0 0,9-9-1 0 0,22-15 362 0 0,0 2 0 0 0,2 1 0 0 0,1 2 0 0 0,52-24 0 0 0,-58 30 135 0 0,-13 9-149 0 0,-15 8-63 0 0,0-1-1 0 0,0 0 1 0 0,0 0-1 0 0,-1-1 1 0 0,1 0-1 0 0,-1 0 0 0 0,0 0 1 0 0,7-7-1 0 0,-11 10-21 0 0,-1 1-264 0 0,0 1 0 0 0,0-1-1 0 0,0 0 1 0 0,0 0 0 0 0,0 0 0 0 0,0 0-1 0 0,0 1 1 0 0,0-1 0 0 0,0 0-1 0 0,0 0 1 0 0,0 0 0 0 0,1 0 0 0 0,-1 0-1 0 0,0 0 1 0 0,0 0 0 0 0,0 1-1 0 0,0-1 1 0 0,0 0 0 0 0,0 0-1 0 0,1 0 1 0 0,-1 0 0 0 0,0 0 0 0 0,0 0-1 0 0,0 0 1 0 0,0 0 0 0 0,1 0-1 0 0,-1 0 1 0 0,0 0 0 0 0,0 0-1 0 0,0 0 1 0 0,0 0 0 0 0,1 0 0 0 0,-1 0-1 0 0,0 0 1 0 0,0 0 0 0 0,0 0-1 0 0,0 0 1 0 0,0 0 0 0 0,1 0 0 0 0,-1 0-1 0 0,0 0 1 0 0,0 0 0 0 0,0 0-1 0 0,0 0 1 0 0,0-1 0 0 0,1 1-1 0 0,-1 0 1 0 0,0 0 0 0 0,0 0 0 0 0,0 0-1 0 0,0 0 1 0 0,0 0 0 0 0,0 0-1 0 0,0-1 1 0 0,1 1 0 0 0,-1 0-1 0 0,0 0 1 0 0,0 0 0 0 0,0 0 0 0 0,0 0-1 0 0,0-1 1 0 0,0 1 0 0 0,0 0-1 0 0,6 19 365 0 0,-6-10-355 0 0,0-1 1 0 0,1 1 0 0 0,0 0 0 0 0,0-1 0 0 0,1 1 0 0 0,0-1 0 0 0,5 12 0 0 0,-6-18-37 0 0,0-2 6 0 0,0 1 1 0 0,0-1-1 0 0,0 0 0 0 0,1 1 0 0 0,-1-1 0 0 0,0 0 0 0 0,0 0 0 0 0,0 0 0 0 0,1 0 1 0 0,-1 0-1 0 0,0 0 0 0 0,0 0 0 0 0,0-1 0 0 0,1 1 0 0 0,-1 0 0 0 0,0-1 0 0 0,0 1 1 0 0,0-1-1 0 0,0 1 0 0 0,0-1 0 0 0,0 1 0 0 0,2-2 0 0 0,22-22-84 0 0,40-50-1 0 0,-46 51-49 0 0,-17 21 83 0 0,10 3-57 0 0,0 1 1 0 0,1 0-1 0 0,-1 1 1 0 0,0 0-1 0 0,17 7 1 0 0,-18-6 47 0 0,-1 0-1 0 0,1-1 0 0 0,0 0 1 0 0,0-1-1 0 0,1 0 1 0 0,-1-1-1 0 0,22 1 1 0 0,-23-3 42 0 0,0-1 0 0 0,0 0 0 0 0,-1 0 0 0 0,1-1 0 0 0,0 0 0 0 0,-1-1 0 0 0,0 0 0 0 0,0 0 1 0 0,0-1-1 0 0,0 0 0 0 0,-1-1 0 0 0,0 0 0 0 0,14-13 0 0 0,-12 8 11 0 0,0 0 1 0 0,-2 0-1 0 0,1-1 0 0 0,-1 0 0 0 0,-1-1 1 0 0,-1 0-1 0 0,1 0 0 0 0,-2 0 1 0 0,5-16-1 0 0,-3 3 149 0 0,0 0-1 0 0,-2-1 1 0 0,-1 0 0 0 0,-1 1 0 0 0,-1-31 0 0 0,-1 56-112 0 0,-1 0 0 0 0,0 0 1 0 0,0 0-1 0 0,0 0 0 0 0,1 0 1 0 0,-1 0-1 0 0,0 0 1 0 0,0 0-1 0 0,0 0 0 0 0,0 1 1 0 0,-1-1-1 0 0,1 0 0 0 0,0 0 1 0 0,0 0-1 0 0,0 0 1 0 0,-1 0-1 0 0,1 0 0 0 0,-1 0 1 0 0,1 0-1 0 0,0 0 1 0 0,-1 1-1 0 0,1-1 0 0 0,-1 0 1 0 0,0 0-1 0 0,1 1 0 0 0,-1-1 1 0 0,0 0-1 0 0,1 1 1 0 0,-3-2-1 0 0,2 3-15 0 0,-1-1 1 0 0,1 1-1 0 0,-1 0 0 0 0,1 0 1 0 0,0 0-1 0 0,-1 0 0 0 0,1 0 1 0 0,0 0-1 0 0,0 0 0 0 0,0 0 1 0 0,0 0-1 0 0,0 1 0 0 0,0-1 1 0 0,-2 3-1 0 0,-32 61 200 0 0,27-46-96 0 0,1 1 1 0 0,2-1-1 0 0,0 1 1 0 0,1 0-1 0 0,0 1 1 0 0,2-1-1 0 0,1 0 1 0 0,1 35-1 0 0,3-28-808 0 0,0 0 1 0 0,7 27-1 0 0,-2-24-4168 0 0,17 42 0 0 0,-18-55 559 0 0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2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1016 36 0 0,'0'0'3923'0'0,"-5"1"-3541"0"0,-10 8 2661 0 0,34-3-1802 0 0,-17-6-1205 0 0,0 0 1 0 0,1 0-1 0 0,-1 0 0 0 0,0-1 1 0 0,0 1-1 0 0,0 0 0 0 0,0-1 1 0 0,0 1-1 0 0,0-1 0 0 0,0 0 1 0 0,0 0-1 0 0,0 0 0 0 0,0 0 1 0 0,0 0-1 0 0,0 0 1 0 0,0 0-1 0 0,2-3 0 0 0,5-2 144 0 0,16-9 163 0 0,-1 0 1 0 0,0-2-1 0 0,-2-1 1 0 0,0 0-1 0 0,39-44 1 0 0,-47 46-188 0 0,-1 0 0 0 0,0-2 0 0 0,-2 0 1 0 0,0 0-1 0 0,0-1 0 0 0,-2 0 0 0 0,0-1 0 0 0,9-34 0 0 0,-15 39 28 0 0,-1 0 1 0 0,0 0-1 0 0,-1-20 0 0 0,-1 33-114 0 0,-1-14 240 0 0,-3 9-299 0 0,3 5-23 0 0,-21 13-57 0 0,17-8 64 0 0,1 1-1 0 0,0 0 1 0 0,0 0 0 0 0,0 0 0 0 0,0 1 0 0 0,1-1-1 0 0,-1 1 1 0 0,1 0 0 0 0,0-1 0 0 0,1 2-1 0 0,-4 8 1 0 0,2-7-7 0 0,-1 3 6 0 0,1-1 0 0 0,0 1 1 0 0,1 0-1 0 0,0 0 1 0 0,0 0-1 0 0,1 1 1 0 0,0-1-1 0 0,1 0 1 0 0,0 15-1 0 0,1-20-1 0 0,1-1 0 0 0,-1 1 0 0 0,1-1-1 0 0,0 0 1 0 0,0 1 0 0 0,0-1 0 0 0,1 0 0 0 0,0 0 0 0 0,-1 0 0 0 0,1 0 0 0 0,1 0-1 0 0,-1 0 1 0 0,1 0 0 0 0,-1-1 0 0 0,1 1 0 0 0,0-1 0 0 0,0 0 0 0 0,0 0-1 0 0,1 0 1 0 0,-1 0 0 0 0,1-1 0 0 0,0 1 0 0 0,0-1 0 0 0,5 3 0 0 0,5 0-37 0 0,1 0 1 0 0,-1 0-1 0 0,1-2 1 0 0,-1 0-1 0 0,1-1 1 0 0,0 0-1 0 0,0-1 1 0 0,0 0-1 0 0,0-2 1 0 0,18-2-1 0 0,-14 1-15 0 0,1-1 0 0 0,-1-2-1 0 0,0 0 1 0 0,0 0 0 0 0,-1-2 0 0 0,1 0 0 0 0,22-14-1 0 0,-35 18 73 0 0,-1-1 0 0 0,1 0-1 0 0,0 0 1 0 0,-1-1 0 0 0,0 1-1 0 0,0-1 1 0 0,-1 0-1 0 0,1-1 1 0 0,-1 1 0 0 0,0-1-1 0 0,0 0 1 0 0,-1 0-1 0 0,0 0 1 0 0,0 0 0 0 0,0-1-1 0 0,-1 1 1 0 0,0-1-1 0 0,0 0 1 0 0,-1 1 0 0 0,2-9-1 0 0,-4 15-7 0 0,1-1 0 0 0,0 1 0 0 0,0-1-1 0 0,0 0 1 0 0,0 1 0 0 0,-1-1 0 0 0,1 1-1 0 0,0-1 1 0 0,0 0 0 0 0,-1 1 0 0 0,1-1-1 0 0,0 1 1 0 0,-1-1 0 0 0,1 1 0 0 0,-1-1 0 0 0,1 1-1 0 0,-1 0 1 0 0,1-1 0 0 0,-1 1 0 0 0,1-1-1 0 0,-1 1 1 0 0,1 0 0 0 0,-1-1 0 0 0,1 1 0 0 0,-1 0-1 0 0,0 0 1 0 0,1 0 0 0 0,-1-1 0 0 0,1 1-1 0 0,-1 0 1 0 0,0 0 0 0 0,1 0 0 0 0,-1 0 0 0 0,0 0-1 0 0,1 0 1 0 0,-2 0 0 0 0,0 0 14 0 0,0 4 11 0 0,0-2-30 0 0,0 1 1 0 0,0-1 0 0 0,0 1 0 0 0,1-1 0 0 0,-1 1 0 0 0,1 0 0 0 0,0 0 0 0 0,0-1-1 0 0,0 1 1 0 0,0 0 0 0 0,0 0 0 0 0,0 0 0 0 0,1 0 0 0 0,0 0 0 0 0,0 1 0 0 0,0-1 0 0 0,0 0-1 0 0,0 0 1 0 0,0 0 0 0 0,1 0 0 0 0,-1 0 0 0 0,1 0 0 0 0,0 0 0 0 0,0 0 0 0 0,0 0 0 0 0,0-1-1 0 0,1 1 1 0 0,-1 0 0 0 0,1-1 0 0 0,0 1 0 0 0,-1 0 0 0 0,1-1 0 0 0,1 0 0 0 0,-1 0-1 0 0,0 1 1 0 0,0-1 0 0 0,1-1 0 0 0,-1 1 0 0 0,1 0 0 0 0,-1 0 0 0 0,1-1 0 0 0,5 2 0 0 0,3 2-3 0 0,1 0 1 0 0,0-2-1 0 0,0 1 1 0 0,0-1-1 0 0,0-1 1 0 0,0 0 0 0 0,1-1-1 0 0,-1 0 1 0 0,1-1-1 0 0,-1-1 1 0 0,0 0-1 0 0,1 0 1 0 0,-1-1 0 0 0,0-1-1 0 0,0 0 1 0 0,0-1-1 0 0,17-7 1 0 0,-14 4-23 0 0,-1 0 0 0 0,0-2 0 0 0,-1 1 0 0 0,1-2 1 0 0,-2 0-1 0 0,0 0 0 0 0,0-1 0 0 0,0-1 0 0 0,-2 0 0 0 0,1 0 1 0 0,-2-1-1 0 0,0 0 0 0 0,9-17 0 0 0,-5 4-32 0 0,0 0-1 0 0,-2-1 1 0 0,-1-1-1 0 0,-1 0 1 0 0,10-55-1 0 0,-17 67 65 0 0,0 0 0 0 0,-1 0 0 0 0,-1 0 0 0 0,-1 0 0 0 0,0 0 0 0 0,-1 0 0 0 0,0 1 0 0 0,-2-1 0 0 0,1 1 0 0 0,-2-1 0 0 0,0 1 0 0 0,-10-19 0 0 0,12 31 0 0 0,2 2-8 0 0,-1 0 0 0 0,1 1 0 0 0,0-1 0 0 0,0 1 0 0 0,-1-1-1 0 0,1 1 1 0 0,0 0 0 0 0,-1-1 0 0 0,1 1 0 0 0,-1 0 0 0 0,1 0-1 0 0,0 0 1 0 0,-1 0 0 0 0,1 0 0 0 0,0 0 0 0 0,-1 1 0 0 0,1-1-1 0 0,-1 0 1 0 0,1 1 0 0 0,0-1 0 0 0,0 1 0 0 0,-1-1-1 0 0,1 1 1 0 0,0 0 0 0 0,0-1 0 0 0,-2 3 0 0 0,-21 24-12 0 0,19-20 0 0 0,-6 8 11 0 0,1 1-1 0 0,0 1 1 0 0,2 0 0 0 0,0 0-1 0 0,0 0 1 0 0,2 1 0 0 0,0 0 0 0 0,1 0-1 0 0,1 1 1 0 0,1-1 0 0 0,0 1-1 0 0,2 0 1 0 0,0 0 0 0 0,1 0 0 0 0,3 25-1 0 0,-1-29 6 0 0,0-1 0 0 0,1 0 0 0 0,1 1 0 0 0,0-2 0 0 0,1 1 0 0 0,1 0 0 0 0,0-1 0 0 0,0 0 0 0 0,10 13 0 0 0,-10-17-7 0 0,1-1 1 0 0,0 0-1 0 0,0 0 1 0 0,0-1-1 0 0,1 0 1 0 0,0 0-1 0 0,1-1 1 0 0,0 0-1 0 0,-1 0 1 0 0,2-1-1 0 0,-1 0 1 0 0,1-1-1 0 0,14 5 1 0 0,-15-7-3 0 0,1 0 0 0 0,0-1 0 0 0,0 0 0 0 0,0-1 0 0 0,0 0 0 0 0,0 0 0 0 0,0-1 0 0 0,-1 0 1 0 0,1-1-1 0 0,0 0 0 0 0,16-7 0 0 0,-8 3 3 0 0,-1-1 0 0 0,0-1 0 0 0,0 0 0 0 0,-1-1 0 0 0,20-15 0 0 0,28-29 395 0 0,-64 53-296 0 0,2-2 32 0 0,0 0 1 0 0,-1 0 0 0 0,0 0-1 0 0,1 0 1 0 0,-1 0 0 0 0,0 0 0 0 0,0 0-1 0 0,0 0 1 0 0,-1 0 0 0 0,1 0-1 0 0,0 0 1 0 0,-1-1 0 0 0,1 1 0 0 0,-1 0-1 0 0,0-5 1 0 0,-12 16-130 0 0,1 0-1 0 0,0 1 1 0 0,0 0 0 0 0,1 1-1 0 0,-17 23 1 0 0,13-17-15 0 0,5-3 27 0 0,12-13-5 0 0,29-18-106 0 0,-24 11-53 0 0,0 1 0 0 0,0 1 0 0 0,0 0-1 0 0,12-5 1 0 0,-18 9 87 0 0,46 14-139 0 0,-32-9 173 0 0,1 0 0 0 0,-1-1 0 0 0,1-1 0 0 0,22 2 0 0 0,-33-5 32 0 0,0-1 1 0 0,0 1-1 0 0,0-1 0 0 0,0 0 0 0 0,0 0 0 0 0,0-1 1 0 0,0 0-1 0 0,0 0 0 0 0,-1 0 0 0 0,1-1 0 0 0,-1 1 1 0 0,1-1-1 0 0,-1-1 0 0 0,0 1 0 0 0,0-1 0 0 0,4-4 1 0 0,3-5 42 0 0,0 0 1 0 0,-2 0-1 0 0,1-1 1 0 0,-2 0-1 0 0,0-1 1 0 0,-1 0-1 0 0,0-1 1 0 0,-1 1 0 0 0,7-26-1 0 0,1-9 43 0 0,15-96 0 0 0,-25 109-6 0 0,0-1 0 0 0,-3 1 0 0 0,-1-1 0 0 0,-2 1 0 0 0,-1-1 0 0 0,-11-52 0 0 0,13 90-79 0 0,0-1-1 0 0,0 1 0 0 0,0 0 0 0 0,0-1 0 0 0,0 1 1 0 0,0 0-1 0 0,0-1 0 0 0,0 1 0 0 0,0 0 1 0 0,0-1-1 0 0,0 1 0 0 0,-1 0 0 0 0,1 0 0 0 0,0-1 1 0 0,0 1-1 0 0,0 0 0 0 0,0 0 0 0 0,-1-1 1 0 0,1 1-1 0 0,0 0 0 0 0,0 0 0 0 0,0-1 0 0 0,-1 1 1 0 0,1 0-1 0 0,0 0 0 0 0,0 0 0 0 0,-1 0 0 0 0,1-1 1 0 0,0 1-1 0 0,-1 0 0 0 0,1 0 0 0 0,0 0 1 0 0,0 0-1 0 0,-1 0 0 0 0,1 0 0 0 0,0 0 0 0 0,-1 0 1 0 0,1 0-1 0 0,0 0 0 0 0,-1 0 0 0 0,1 0 1 0 0,0 0-1 0 0,-1 0 0 0 0,1 0 0 0 0,0 0 0 0 0,0 0 1 0 0,-1 0-1 0 0,1 1 0 0 0,0-1 0 0 0,-1 0 0 0 0,1 0 1 0 0,-9 9-2 0 0,0 0 0 0 0,0 1 0 0 0,1-1 0 0 0,1 2 0 0 0,0-1 0 0 0,0 1 1 0 0,1 0-1 0 0,0 0 0 0 0,1 1 0 0 0,0 0 0 0 0,1 0 0 0 0,0 0 0 0 0,-2 15 1 0 0,2-8 1 0 0,0 1 1 0 0,1 0-1 0 0,1 0 1 0 0,1 0 0 0 0,0 0-1 0 0,2 0 1 0 0,1 0-1 0 0,3 21 1 0 0,1-15 6 0 0,2-1 1 0 0,0 1-1 0 0,1-2 1 0 0,2 1-1 0 0,21 36 0 0 0,-27-52-5 0 0,2 0 0 0 0,-1 0 1 0 0,1 0-1 0 0,0-1 0 0 0,1 0 0 0 0,0-1 0 0 0,0 0 0 0 0,1 0 0 0 0,0-1 0 0 0,0 0 0 0 0,0 0 0 0 0,1-1 0 0 0,0 0 0 0 0,0-1 0 0 0,0 0 0 0 0,15 4 0 0 0,-15-6-795 0 0,14 0 3777 0 0,-3-6-4502 0 0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2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41 988 0 0,'0'0'998'0'0,"-7"-32"5439"0"0,5 23-10996 0 0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3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14 372 0 0,'0'0'5939'0'0,"-4"4"-5405"0"0,-4 6-11 0 0,0 0-1 0 0,1 1 0 0 0,0 0 0 0 0,0 0 0 0 0,1 1 1 0 0,-6 17-1 0 0,11-27-385 0 0,5 9 126 0 0,-3-10-247 0 0,-1-1 1 0 0,0 1-1 0 0,0-1 0 0 0,0 1 0 0 0,0-1 0 0 0,0 1 0 0 0,0-1 1 0 0,1 1-1 0 0,-1-1 0 0 0,0 1 0 0 0,1 0 0 0 0,-1-1 0 0 0,0 0 1 0 0,1 1-1 0 0,-1-1 0 0 0,0 1 0 0 0,1-1 0 0 0,-1 1 0 0 0,1-1 1 0 0,-1 0-1 0 0,1 1 0 0 0,-1-1 0 0 0,1 0 0 0 0,-1 0 0 0 0,1 1 1 0 0,-1-1-1 0 0,1 0 0 0 0,-1 0 0 0 0,1 0 0 0 0,0 1 0 0 0,1-1 122 0 0,21-14 46 0 0,7-28-16 0 0,-24 32-137 0 0,1 0 1 0 0,0 0-1 0 0,1 0 0 0 0,0 1 1 0 0,19-16-1 0 0,-26 24-32 0 0,0 0 1 0 0,0 0 0 0 0,0 1-1 0 0,0-1 1 0 0,0 1-1 0 0,0-1 1 0 0,0 1-1 0 0,0-1 1 0 0,0 1 0 0 0,0 0-1 0 0,1-1 1 0 0,-1 1-1 0 0,0 0 1 0 0,0 0-1 0 0,0 0 1 0 0,0 0 0 0 0,1 0-1 0 0,-1 0 1 0 0,0 0-1 0 0,0 0 1 0 0,0 1-1 0 0,0-1 1 0 0,1 0 0 0 0,-1 1-1 0 0,0-1 1 0 0,0 1-1 0 0,0-1 1 0 0,0 1 0 0 0,2 1-1 0 0,-3-2 1 0 0,2 1-9 0 0,11 22 49 0 0,-13-22-31 0 0,0 0 0 0 0,0 0 0 0 0,1 0 0 0 0,-1 1 0 0 0,0-1 0 0 0,1 0 1 0 0,-1 0-1 0 0,1 0 0 0 0,-1 0 0 0 0,1 0 0 0 0,-1 0 0 0 0,1 0 0 0 0,0 0 0 0 0,-1 0 0 0 0,1 0 1 0 0,0 0-1 0 0,0-1 0 0 0,0 1 0 0 0,-1 0 0 0 0,1 0 0 0 0,0-1 0 0 0,0 1 0 0 0,0-1 1 0 0,0 1-1 0 0,0-1 0 0 0,1 1 0 0 0,-1-1 0 0 0,0 0 0 0 0,0 1 0 0 0,0-1 0 0 0,0 0 0 0 0,2 0 1 0 0,1 0 36 0 0,1-1 0 0 0,-1-1 0 0 0,0 1 1 0 0,0 0-1 0 0,0-1 0 0 0,0 0 0 0 0,5-3 1 0 0,17-7 159 0 0,-25 12-203 0 0,6-3 51 0 0,0 1 1 0 0,1 0-1 0 0,-1 1 1 0 0,1-1-1 0 0,-1 2 1 0 0,13-1-1 0 0,-18 1-22 0 0,2 1-51 0 0,-2-1-55 0 0,0 1 0 0 0,1-1 0 0 0,-1 0 0 0 0,1 1 0 0 0,-1 0 0 0 0,0 0 0 0 0,1 0 0 0 0,-1 0 0 0 0,0 0 0 0 0,0 0 0 0 0,0 0 0 0 0,0 1 0 0 0,0-1 0 0 0,4 4 0 0 0,-3 4-1051 0 0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3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53 604 0 0,'0'0'1496'0'0,"-10"-10"1088"0"0,7 0-519 0 0,0-1 355 0 0,19-2-1920 0 0,-5 8-220 0 0,2 2-232 0 0,6 5-240 0 0,-1-2-244 0 0,9 0-232 0 0,-9 6-784 0 0,0 0-1569 0 0,0 1 693 0 0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4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 1016 0 0,'0'0'10770'0'0,"-1"0"-10717"0"0,0-1-1 0 0,-1 1 1 0 0,1 0-1 0 0,-1 0 0 0 0,1 0 1 0 0,-1 0-1 0 0,1 0 1 0 0,0 1-1 0 0,-1-1 0 0 0,1 0 1 0 0,-1 1-1 0 0,1-1 0 0 0,-2 2 1 0 0,1 5 35 0 0,1 1 1 0 0,0 0 0 0 0,1 0-1 0 0,0 0 1 0 0,0 0 0 0 0,1-1-1 0 0,0 1 1 0 0,0 0 0 0 0,1 0-1 0 0,4 13 1 0 0,-3-13-106 0 0,-1 0-1 0 0,0 0 1 0 0,0 0 0 0 0,-1 1-1 0 0,0-1 1 0 0,0 1-1 0 0,-1-1 1 0 0,-2 17 0 0 0,2-23 57 0 0,-1-2-33 0 0,1 1 0 0 0,0-1 0 0 0,0 0 1 0 0,0 1-1 0 0,-1-1 0 0 0,1 0 1 0 0,0 1-1 0 0,-1-1 0 0 0,1 0 0 0 0,0 0 1 0 0,-1 1-1 0 0,1-1 0 0 0,0 0 0 0 0,-1 0 1 0 0,1 0-1 0 0,0 0 0 0 0,-1 1 1 0 0,1-1-1 0 0,-1 0 0 0 0,1 0 0 0 0,0 0 1 0 0,-1 0-1 0 0,1 0 0 0 0,-1 0 1 0 0,1 0-1 0 0,0 0 0 0 0,-1 0 0 0 0,1 0 1 0 0,-1 0-1 0 0,1 0 0 0 0,0 0 1 0 0,-1-1-1 0 0,1 1 0 0 0,-1 0 0 0 0,1 0 1 0 0,0 0-1 0 0,-1-1 0 0 0,0 1-17 0 0,0 0 0 0 0,0-1 0 0 0,0 1 0 0 0,0-1 0 0 0,0 1 0 0 0,0-1 0 0 0,0 1 1 0 0,0-1-1 0 0,0 1 0 0 0,0-1 0 0 0,0 0 0 0 0,0 0 0 0 0,0 1 0 0 0,1-1 0 0 0,-1 0 0 0 0,0 0 0 0 0,0-1 0 0 0,0-1-164 0 0,1-1 0 0 0,-1 1 1 0 0,1-1-1 0 0,0 1 0 0 0,0 0 1 0 0,0-1-1 0 0,1 1 0 0 0,-1-1 0 0 0,1 1 1 0 0,0-1-1 0 0,-1 1 0 0 0,2 0 0 0 0,-1-1 1 0 0,0 1-1 0 0,1 0 0 0 0,-1 0 1 0 0,4-4-1 0 0,37-51-5077 0 0,-40 56 4797 0 0,16-17-2158 0 0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4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45 560 0 0,'-2'-44'11953'0'0,"-1"50"-10651"0"0,-6 21-550 0 0,-4 34-547 0 0,11-18-45 0 0,2 0-1 0 0,1-1 1 0 0,3 1 0 0 0,12 60 0 0 0,-7-50-394 0 0,-9-51 212 0 0,0-1-1 0 0,0 1 1 0 0,0 0-1 0 0,0 0 1 0 0,1 0-1 0 0,-1 0 1 0 0,0-1-1 0 0,1 1 1 0 0,0 0 0 0 0,-1 0-1 0 0,1-1 1 0 0,0 1-1 0 0,0 0 1 0 0,0-1-1 0 0,0 1 1 0 0,0-1-1 0 0,0 1 1 0 0,1-1-1 0 0,-1 0 1 0 0,0 1-1 0 0,1-1 1 0 0,-1 0-1 0 0,1 0 1 0 0,-1 0-1 0 0,3 1 1 0 0,-2-1-19 0 0,33-17-80 0 0,1 2 16 0 0,-26 9 170 0 0,0 1 1 0 0,1 0-1 0 0,0 0 1 0 0,-1 1-1 0 0,2 0 1 0 0,-1 1-1 0 0,0 1 1 0 0,0 0-1 0 0,0 0 1 0 0,21 2-1 0 0,30 10-1550 0 0,-59-11 796 0 0,6 1-670 0 0,6-11-7838 0 0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4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83 408 0 0,'0'0'828'0'0,"-1"-14"796"0"0,1 1-128 0 0,-5 3-63 0 0,4-3-269 0 0,-5 3-424 0 0,5-1-680 0 0,-5 0-6265 0 0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5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4 472 0 0,'0'0'2834'0'0,"2"33"796"0"0,2-1-2454 0 0,1 0-1 0 0,2 0 1 0 0,11 32 0 0 0,-6-19-343 0 0,18 63 1046 0 0,-29-106-1611 0 0,-1-2-222 0 0,0 0 1 0 0,0 0-1 0 0,-1 0 0 0 0,1 0 0 0 0,0 0 0 0 0,0 0 0 0 0,0 0 0 0 0,0 0 0 0 0,0 0 0 0 0,0 0 1 0 0,-1 0-1 0 0,1 0 0 0 0,0 0 0 0 0,0 0 0 0 0,0 0 0 0 0,0 0 0 0 0,0 0 0 0 0,0 0 0 0 0,-1 0 1 0 0,1 0-1 0 0,0 0 0 0 0,0 0 0 0 0,0 0 0 0 0,0 1 0 0 0,0-1 0 0 0,0 0 0 0 0,0 0 0 0 0,0 0 1 0 0,0 0-1 0 0,-1 0 0 0 0,1 0 0 0 0,0 0 0 0 0,0 1 0 0 0,0-1 0 0 0,0 0 0 0 0,0 0 0 0 0,0 0 1 0 0,0 0-1 0 0,0 0 0 0 0,0 0 0 0 0,0 1 0 0 0,0-1 0 0 0,0 0 0 0 0,0 0 0 0 0,0 0 0 0 0,0 0 1 0 0,0 0-1 0 0,0 0 0 0 0,0 1 0 0 0,0-1 0 0 0,0 0 0 0 0,0 0 0 0 0,0 0 0 0 0,0 0 0 0 0,0 0 1 0 0,1 0-1 0 0,-1 0 0 0 0,0 1 0 0 0,0-1 0 0 0,0 0 0 0 0,0 0 0 0 0,0 0 0 0 0,0 0 0 0 0,0 0 1 0 0,0 0-1 0 0,0 0 0 0 0,1 0 0 0 0,-1 0 0 0 0,-3-5 32 0 0,0 0 0 0 0,0 0 0 0 0,0-1 0 0 0,1 1 0 0 0,0-1 0 0 0,0 0 0 0 0,0 0-1 0 0,1 1 1 0 0,0-1 0 0 0,0 0 0 0 0,1 0 0 0 0,-1 0 0 0 0,2-12 0 0 0,0 7-28 0 0,1-1 1 0 0,1 1-1 0 0,-1 0 0 0 0,2 0 1 0 0,0 0-1 0 0,0 0 1 0 0,7-11-1 0 0,-4 8-30 0 0,1 0-1 0 0,1 1 1 0 0,0 1 0 0 0,1-1 0 0 0,0 1 0 0 0,1 1-1 0 0,0 0 1 0 0,1 1 0 0 0,0 0 0 0 0,0 0 0 0 0,22-11-1 0 0,-28 18-19 0 0,1 1 0 0 0,-1 0 0 0 0,0 0 0 0 0,1 1 0 0 0,-1-1 0 0 0,1 2 0 0 0,9-2 0 0 0,-14 2-5 0 0,1 0-1 0 0,-1 0 1 0 0,0 0 0 0 0,0 0-1 0 0,0 0 1 0 0,1 1 0 0 0,-1-1-1 0 0,0 0 1 0 0,0 1 0 0 0,0 0-1 0 0,0-1 1 0 0,0 1 0 0 0,0 0-1 0 0,0 0 1 0 0,0 0-1 0 0,0 1 1 0 0,-1-1 0 0 0,1 0-1 0 0,0 1 1 0 0,-1-1 0 0 0,1 1-1 0 0,-1-1 1 0 0,1 1 0 0 0,0 1-1 0 0,-1-1 5 0 0,-1 0-1 0 0,0 0 0 0 0,0-1 0 0 0,0 1 0 0 0,0 0 0 0 0,-1-1 1 0 0,1 1-1 0 0,0 0 0 0 0,-1-1 0 0 0,1 1 0 0 0,-1-1 0 0 0,0 1 0 0 0,1 0 1 0 0,-1-1-1 0 0,0 1 0 0 0,0-1 0 0 0,0 0 0 0 0,0 1 0 0 0,0-1 1 0 0,0 0-1 0 0,0 0 0 0 0,-1 1 0 0 0,1-1 0 0 0,-3 1 0 0 0,-36 28-355 0 0,37-28 275 0 0,-26 17-1810 0 0,-50 23 1 0 0,0-14-5672 0 0,36-18 3308 0 0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7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79 752 0 0,'-15'-44'7059'0'0,"13"42"-6877"0"0,0-1 0 0 0,0 0 0 0 0,0 1 0 0 0,0 0 0 0 0,-1-1 0 0 0,1 1 0 0 0,-1 0-1 0 0,0 0 1 0 0,1 0 0 0 0,-1 1 0 0 0,0-1 0 0 0,0 1 0 0 0,0-1 0 0 0,0 1 0 0 0,-1 0 0 0 0,1 0-1 0 0,0 0 1 0 0,0 1 0 0 0,-1-1 0 0 0,1 1 0 0 0,0 0 0 0 0,-1 0 0 0 0,1 0 0 0 0,0 0 0 0 0,-1 1-1 0 0,-3 0 1 0 0,3-1-129 0 0,-1 0 1 0 0,1 1-1 0 0,-1 0 0 0 0,1 0 0 0 0,-1 0 0 0 0,1 0 0 0 0,0 1 1 0 0,0-1-1 0 0,-1 1 0 0 0,1 0 0 0 0,0 0 0 0 0,1 1 0 0 0,-1-1 1 0 0,0 1-1 0 0,1 0 0 0 0,-1 0 0 0 0,-4 6 0 0 0,7-6-31 0 0,0 0 1 0 0,0 0-1 0 0,1 0 0 0 0,-1 1 0 0 0,1-1 0 0 0,0 0 1 0 0,0 0-1 0 0,0 1 0 0 0,1-1 0 0 0,-1 0 0 0 0,1 0 0 0 0,-1 0 1 0 0,1 0-1 0 0,0 1 0 0 0,3 4 0 0 0,-3-5-19 0 0,0 0 0 0 0,0 0-1 0 0,0 0 1 0 0,0 1 0 0 0,-1-1-1 0 0,1 0 1 0 0,-1 0 0 0 0,0 6 0 0 0,-1-8-1 0 0,0 1 1 0 0,0-1-1 0 0,0 0 1 0 0,0 0-1 0 0,0 0 1 0 0,0 0-1 0 0,0 0 1 0 0,0 0-1 0 0,0 0 1 0 0,-1 0-1 0 0,1 0 1 0 0,0-1-1 0 0,-1 1 1 0 0,1-1 0 0 0,-1 1-1 0 0,1-1 1 0 0,0 1-1 0 0,-1-1 1 0 0,1 0-1 0 0,-1 1 1 0 0,1-1-1 0 0,-1 0 1 0 0,0 0-1 0 0,1 0 1 0 0,-1 0-1 0 0,-1-1 1 0 0,-37-2 66 0 0,40 3-66 0 0,-5 0-226 0 0,0-1-1 0 0,0 0 1 0 0,1 0 0 0 0,-1 0-1 0 0,0-1 1 0 0,1 1-1 0 0,-9-5 1 0 0,12 5-650 0 0,5-3-2218 0 0,14-12-108 0 0,0 7 246 0 0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8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253 365 692 0 0,'-2'-44'9054'0'0,"0"43"-8923"0"0,1-1 1 0 0,0 1 0 0 0,0-1 0 0 0,0 1 0 0 0,-1-1 0 0 0,1 1 0 0 0,-1 0 0 0 0,1 0 0 0 0,-1 0 0 0 0,0-1 0 0 0,1 1 0 0 0,-1 1 0 0 0,0-1 0 0 0,0 0 0 0 0,1 0 0 0 0,-1 1 0 0 0,0-1-1 0 0,0 1 1 0 0,0 0 0 0 0,0-1 0 0 0,0 1 0 0 0,0 0 0 0 0,0 0 0 0 0,0 0 0 0 0,0 0 0 0 0,0 1 0 0 0,1-1 0 0 0,-1 0 0 0 0,0 1 0 0 0,0 0 0 0 0,0-1 0 0 0,0 1 0 0 0,0 0-1 0 0,1 0 1 0 0,-1 0 0 0 0,-3 2 0 0 0,-9 6-98 0 0,-1 0 1 0 0,2 1-1 0 0,-20 18 0 0 0,11-9 389 0 0,9-7-313 0 0,1 0 0 0 0,1 0 0 0 0,0 1 0 0 0,0 1 0 0 0,-15 27 0 0 0,25-39-82 0 0,1-2-24 0 0,0 0-1 0 0,-1 0 1 0 0,1 0-1 0 0,0 0 1 0 0,0 0-1 0 0,0 0 1 0 0,0 0-1 0 0,0 1 1 0 0,0-1-1 0 0,0 0 0 0 0,0 0 1 0 0,0 0-1 0 0,-1 0 1 0 0,1 0-1 0 0,0 1 1 0 0,0-1-1 0 0,0 0 1 0 0,0 0-1 0 0,0 0 0 0 0,0 0 1 0 0,0 1-1 0 0,0-1 1 0 0,0 0-1 0 0,0 0 1 0 0,0 0-1 0 0,0 0 1 0 0,0 1-1 0 0,0-1 1 0 0,0 0-1 0 0,0 0 0 0 0,1 0 1 0 0,-1 0-1 0 0,0 1 1 0 0,0-1-1 0 0,0 0 1 0 0,0 0-1 0 0,0 0 1 0 0,0 0-1 0 0,0 0 1 0 0,0 0-1 0 0,1 1 0 0 0,-1-1 1 0 0,0 0-1 0 0,0 0 1 0 0,0 0-1 0 0,0 0 1 0 0,0 0-1 0 0,0 0 1 0 0,1 0-1 0 0,-1 0 1 0 0,0 0-1 0 0,0 0 0 0 0,0 0 1 0 0,0 0-1 0 0,1 0 1 0 0,-1 0-1 0 0,0 0 1 0 0,0 0-1 0 0,0 0 1 0 0,0 0-1 0 0,1 0 0 0 0,14-9-79 0 0,0-1-1 0 0,-1 0 0 0 0,0-2 0 0 0,13-13 0 0 0,-12 11-20 0 0,1 1 1 0 0,0 0-1 0 0,20-12 1 0 0,-32 23 52 0 0,0 0 0 0 0,1 1 0 0 0,-1 0 1 0 0,0-1-1 0 0,1 2 0 0 0,-1-1 0 0 0,1 0 0 0 0,0 1 1 0 0,-1 0-1 0 0,1 0 0 0 0,6 1 0 0 0,59 12-543 0 0,-17-3 154 0 0,-41-10 362 0 0,-1 1 1 0 0,1-2 0 0 0,0 0 0 0 0,0 0-1 0 0,0-1 1 0 0,0 0 0 0 0,-1-1-1 0 0,1 0 1 0 0,-1-1 0 0 0,0-1 0 0 0,11-5-1 0 0,-14 6 108 0 0,0-1 0 0 0,-1 0 0 0 0,1 0-1 0 0,-1 0 1 0 0,-1-1 0 0 0,1 0 0 0 0,-1-1-1 0 0,0 1 1 0 0,-1-1 0 0 0,1 0 0 0 0,-1-1-1 0 0,-1 1 1 0 0,1-1 0 0 0,-1 0-1 0 0,4-12 1 0 0,5-26 687 0 0,-2-1 1 0 0,6-60-1 0 0,-17 105-692 0 0,1-30 2013 0 0,-89 405-1553 0 0,49-181-357 0 0,-4 62-16 0 0,16-79-10 0 0,15-120 243 0 0,12-53-151 0 0,-1-7-156 0 0,-1-15-79 0 0,1 0 1 0 0,1 0-1 0 0,1 0 1 0 0,0 0 0 0 0,2 1-1 0 0,0-1 1 0 0,1 1-1 0 0,11-32 1 0 0,9-15-256 0 0,34-69-1 0 0,-36 91-32 0 0,42-67 0 0 0,-53 95 205 0 0,1 1 0 0 0,0 0 0 0 0,1 0 1 0 0,0 2-1 0 0,1-1 0 0 0,31-21 0 0 0,-40 32 78 0 0,1 0-1 0 0,-1 0 1 0 0,1 1-1 0 0,-1 0 0 0 0,1 0 1 0 0,0 0-1 0 0,0 1 1 0 0,0 0-1 0 0,0 0 1 0 0,0 0-1 0 0,0 1 1 0 0,0 0-1 0 0,0 0 0 0 0,1 0 1 0 0,7 3-1 0 0,-11-3 29 0 0,0 1 0 0 0,-1 0 0 0 0,1 0 0 0 0,-1 0 1 0 0,1 0-1 0 0,-1 0 0 0 0,1 0 0 0 0,-1 1 0 0 0,0-1 0 0 0,1 1 0 0 0,-1-1 0 0 0,0 1 0 0 0,0 0 0 0 0,0 0 0 0 0,0 0 0 0 0,-1 0 0 0 0,1 0 0 0 0,-1 1 0 0 0,1-1 0 0 0,-1 1 0 0 0,0-1 0 0 0,1 0 0 0 0,-1 1 0 0 0,-1 0 0 0 0,1-1 0 0 0,0 1 0 0 0,-1 0 0 0 0,1-1 1 0 0,-1 1-1 0 0,0 0 0 0 0,0 0 0 0 0,0-1 0 0 0,0 1 0 0 0,0 0 0 0 0,-2 4 0 0 0,1 0 12 0 0,-1 0 1 0 0,-1 0-1 0 0,1-1 1 0 0,-1 1-1 0 0,-1-1 1 0 0,1 0-1 0 0,-1 0 1 0 0,0 0-1 0 0,0 0 1 0 0,-1-1-1 0 0,1 1 1 0 0,-1-1-1 0 0,-1 0 0 0 0,1-1 1 0 0,-11 8-1 0 0,6-5-157 0 0,-1 0 0 0 0,-1 0 0 0 0,1-1 0 0 0,-1-1 0 0 0,0 0 0 0 0,0 0-1 0 0,-21 4 1 0 0,32-9-63 0 0,0 0-1 0 0,0 0 1 0 0,1 0-1 0 0,-1 1 1 0 0,0-1-1 0 0,0 0 0 0 0,1 0 1 0 0,-1 0-1 0 0,0 0 1 0 0,0 0-1 0 0,1-1 1 0 0,-1 1-1 0 0,0 0 1 0 0,0 0-1 0 0,1 0 0 0 0,-1-1 1 0 0,0 1-1 0 0,0 0 1 0 0,1-1-1 0 0,-1 1 1 0 0,1 0-1 0 0,-1-1 0 0 0,0 1 1 0 0,1-1-1 0 0,-1 1 1 0 0,1-1-1 0 0,-1 0 1 0 0,1 1-1 0 0,-1-1 1 0 0,1 1-1 0 0,-1-1 0 0 0,1 0 1 0 0,0 1-1 0 0,-1-1 1 0 0,1 0-1 0 0,0 0 1 0 0,0 1-1 0 0,-1-2 1 0 0,2-11-3192 0 0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8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1 976 0 0,'1'0'152'0'0,"-1"0"-1"0"0,0 0 0 0 0,1 0 1 0 0,-1-1-1 0 0,0 1 1 0 0,1 0-1 0 0,-1 0 1 0 0,1 0-1 0 0,-1 1 1 0 0,0-1-1 0 0,1 0 1 0 0,-1 0-1 0 0,0 0 0 0 0,1 0 1 0 0,-1 0-1 0 0,0 0 1 0 0,1 0-1 0 0,-1 0 1 0 0,0 1-1 0 0,0-1 1 0 0,1 0-1 0 0,-1 0 1 0 0,0 1-1 0 0,1-1 1 0 0,-1 0-1 0 0,0 0 0 0 0,0 1 1 0 0,0-1-1 0 0,1 0 1 0 0,-1 0-1 0 0,0 1 1 0 0,0-1-1 0 0,0 0 1 0 0,1 1-1 0 0,-1-1 1 0 0,0 0-1 0 0,0 1 0 0 0,0-1 1 0 0,0 0-1 0 0,0 1 1 0 0,0-1-1 0 0,0 0 1 0 0,0 1-1 0 0,0 0 1 0 0,-3 29 2770 0 0,-20 55-2436 0 0,12-46 506 0 0,-9 52-299 0 0,3 0-1 0 0,5 2 0 0 0,3-1 1 0 0,5 110-1 0 0,1-128-33 0 0,0-54 183 0 0,2-46-551 0 0,3-3-252 0 0,2 0 0 0 0,1 1 0 0 0,1 0 0 0 0,1 0 0 0 0,2 0 0 0 0,12-26-1 0 0,-7 14-20 0 0,-8 22-31 0 0,1 1 0 0 0,0 0 1 0 0,1 0-1 0 0,0 1 0 0 0,2 0 1 0 0,0 1-1 0 0,1 0 0 0 0,0 0 1 0 0,1 1-1 0 0,27-24 0 0 0,-39 37 10 0 0,1 1-1 0 0,0-1 0 0 0,-1 1 1 0 0,1-1-1 0 0,0 1 0 0 0,-1-1 1 0 0,1 1-1 0 0,0 0 0 0 0,0-1 1 0 0,-1 1-1 0 0,1 0 0 0 0,0 0 1 0 0,0-1-1 0 0,0 1 0 0 0,-1 0 1 0 0,1 0-1 0 0,0 0 0 0 0,0 0 1 0 0,0 0-1 0 0,0 0 0 0 0,-1 0 1 0 0,1 0-1 0 0,0 1 0 0 0,0-1 1 0 0,0 0-1 0 0,-1 0 0 0 0,1 1 1 0 0,0-1-1 0 0,0 0 0 0 0,-1 1 1 0 0,1-1-1 0 0,0 1 0 0 0,-1-1 1 0 0,1 1-1 0 0,0-1 0 0 0,-1 1 1 0 0,1 0-1 0 0,-1-1 0 0 0,1 1 1 0 0,-1 0-1 0 0,2 1 0 0 0,9 31-79 0 0,-11-30-42 0 0,0 1-1 0 0,-1-1 1 0 0,1 0-1 0 0,-1 1 1 0 0,0-1 0 0 0,1 0-1 0 0,-1 1 1 0 0,-1-1 0 0 0,1 0-1 0 0,0 0 1 0 0,-1 0-1 0 0,0 0 1 0 0,1 0 0 0 0,-1 0-1 0 0,0 0 1 0 0,-1-1 0 0 0,1 1-1 0 0,0-1 1 0 0,-1 1-1 0 0,1-1 1 0 0,-1 0 0 0 0,-3 2-1 0 0,-7 0-3396 0 0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6:29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0 265 480 0 0,'3'1'325'0'0,"0"-1"1"0"0,-1 0-1 0 0,1 0 0 0 0,-1 0 1 0 0,1-1-1 0 0,-1 1 0 0 0,1 0 1 0 0,0-1-1 0 0,-1 0 0 0 0,0 0 1 0 0,1 0-1 0 0,-1 0 0 0 0,1 0 1 0 0,-1 0-1 0 0,4-3 0 0 0,40-29 1841 0 0,-29 20-1410 0 0,-3 2-115 0 0,1-2-1 0 0,-2 0 1 0 0,1 0-1 0 0,-2-1 0 0 0,19-28 1 0 0,-30 42-608 0 0,0 0 0 0 0,-1-1 1 0 0,1 1-1 0 0,-1-1 0 0 0,1 1 1 0 0,-1-1-1 0 0,1 1 0 0 0,-1-1 1 0 0,1 1-1 0 0,-1-1 0 0 0,0 0 1 0 0,1 1-1 0 0,-1-1 0 0 0,0 0 1 0 0,0 1-1 0 0,1-1 0 0 0,-1 0 1 0 0,0 1-1 0 0,0-1 0 0 0,0 0 1 0 0,0 1-1 0 0,0-1 0 0 0,0 0 1 0 0,0 0-1 0 0,0 1 0 0 0,0-1 1 0 0,0 0-1 0 0,0 1 0 0 0,0-1 0 0 0,0 0 1 0 0,-1 1-1 0 0,1-1 0 0 0,0 0 1 0 0,-1 1-1 0 0,1-1 0 0 0,0 0 1 0 0,-1 1-1 0 0,1-1 0 0 0,-1 1 1 0 0,1-1-1 0 0,-1 1 0 0 0,1-1 1 0 0,-1 1-1 0 0,1-1 0 0 0,-1 1 1 0 0,1 0-1 0 0,-1-1 0 0 0,0 1 1 0 0,1 0-1 0 0,-1-1 0 0 0,0 1 1 0 0,1 0-1 0 0,-1 0 0 0 0,-1-1 1 0 0,-1 1 15 0 0,0-1 1 0 0,-1 1-1 0 0,1 0 1 0 0,0 0 0 0 0,0 0-1 0 0,-1 0 1 0 0,1 1 0 0 0,0-1-1 0 0,0 1 1 0 0,-4 1 0 0 0,-1 2-1 0 0,0 1 0 0 0,1-1 0 0 0,-1 1 1 0 0,1 1-1 0 0,0-1 0 0 0,1 1 0 0 0,0 0 0 0 0,0 1 1 0 0,0 0-1 0 0,0 0 0 0 0,1 0 0 0 0,0 0 1 0 0,1 1-1 0 0,0 0 0 0 0,-6 14 0 0 0,9-18-52 0 0,-1-1 1 0 0,1 1-1 0 0,-1 0 0 0 0,1 0 1 0 0,0 0-1 0 0,1 0 0 0 0,-1 0 1 0 0,1 0-1 0 0,0 0 0 0 0,0 0 1 0 0,0 0-1 0 0,0 0 0 0 0,1 0 1 0 0,0 0-1 0 0,-1 0 0 0 0,1 0 1 0 0,1 0-1 0 0,-1 0 0 0 0,1-1 1 0 0,-1 1-1 0 0,1 0 0 0 0,0-1 1 0 0,0 1-1 0 0,1-1 0 0 0,-1 0 1 0 0,1 0-1 0 0,0 0 0 0 0,-1 0 1 0 0,1 0-1 0 0,1-1 0 0 0,-1 1 1 0 0,0-1-1 0 0,0 0 0 0 0,1 0 1 0 0,0 0-1 0 0,3 1 0 0 0,4 1-42 0 0,0-1-1 0 0,1 0 0 0 0,-1-1 0 0 0,1 0 0 0 0,-1 0 0 0 0,1-2 0 0 0,0 1 1 0 0,-1-2-1 0 0,22-2 0 0 0,4-3-181 0 0,59-17 1 0 0,-39 5 155 0 0,-1-2 0 0 0,-1-2 0 0 0,-1-3 0 0 0,-1-3 0 0 0,-1-1 0 0 0,49-38 0 0 0,-101 67 110 0 0,1 0 1 0 0,0-1 0 0 0,-1 1-1 0 0,1 0 1 0 0,0-1-1 0 0,-1 1 1 0 0,1 0 0 0 0,0-1-1 0 0,-1 1 1 0 0,1-1 0 0 0,0 1-1 0 0,-1-1 1 0 0,1 1 0 0 0,-1-1-1 0 0,1 1 1 0 0,-1-1-1 0 0,0 0 1 0 0,1 1 0 0 0,-1-1-1 0 0,0 0 1 0 0,1 1 0 0 0,-1-1-1 0 0,0 0 1 0 0,0 0 0 0 0,1 1-1 0 0,-1-1 1 0 0,0 0-1 0 0,0 0 1 0 0,0 1 0 0 0,0-1-1 0 0,0 0 1 0 0,0 0 0 0 0,0 1-1 0 0,0-1 1 0 0,0 0 0 0 0,-1 0-1 0 0,1 1 1 0 0,0-1-1 0 0,0 0 1 0 0,-1 0 0 0 0,1 1-1 0 0,0-1 1 0 0,-1 0 0 0 0,1 1-1 0 0,-1-1 1 0 0,1 1 0 0 0,-1-1-1 0 0,0 0 1 0 0,-1 0 7 0 0,-1 0 0 0 0,1 1 1 0 0,0-1-1 0 0,0 1 0 0 0,0-1 1 0 0,-1 1-1 0 0,1 0 1 0 0,0 0-1 0 0,0 0 0 0 0,-1 0 1 0 0,1 0-1 0 0,0 1 0 0 0,0-1 1 0 0,0 1-1 0 0,-1-1 0 0 0,1 1 1 0 0,-3 2-1 0 0,-5 1 38 0 0,-57 28 524 0 0,64-30-587 0 0,0 0 0 0 0,0 0 0 0 0,0 1 0 0 0,1-1 1 0 0,-1 0-1 0 0,0 1 0 0 0,1 0 0 0 0,0-1 0 0 0,-1 1 1 0 0,1 0-1 0 0,0 0 0 0 0,1 1 0 0 0,-1-1 0 0 0,0 0 1 0 0,1 1-1 0 0,0-1 0 0 0,0 0 0 0 0,-1 5 0 0 0,2-7-34 0 0,2 2-109 0 0,-2-2 104 0 0,0 0 1 0 0,1 0 0 0 0,-1 0-1 0 0,1 0 1 0 0,0 0-1 0 0,-1 0 1 0 0,1 0 0 0 0,0-1-1 0 0,-1 1 1 0 0,1 0-1 0 0,0 0 1 0 0,0-1 0 0 0,0 1-1 0 0,0 0 1 0 0,0-1-1 0 0,0 1 1 0 0,0-1 0 0 0,0 1-1 0 0,0-1 1 0 0,0 0-1 0 0,0 1 1 0 0,2-1 0 0 0,3 0-94 0 0,1-1 0 0 0,0 0 0 0 0,0-1 1 0 0,-1 0-1 0 0,1 0 0 0 0,-1 0 0 0 0,1-1 1 0 0,8-5-1 0 0,52-33-893 0 0,-48 29 675 0 0,-18 11 298 0 0,-1 0 0 0 0,1 1 0 0 0,0-1 0 0 0,0 0 0 0 0,0 1 0 0 0,-1-1 1 0 0,1 0-1 0 0,0 1 0 0 0,0-1 0 0 0,0 1 0 0 0,0 0 0 0 0,0-1 0 0 0,0 1 0 0 0,0 0 0 0 0,0 0 1 0 0,0-1-1 0 0,0 1 0 0 0,0 0 0 0 0,1 0 0 0 0,-1 0 0 0 0,0 0 0 0 0,0 0 0 0 0,0 1 1 0 0,0-1-1 0 0,0 0 0 0 0,0 0 0 0 0,0 1 0 0 0,1 0 0 0 0,7 25-378 0 0,-5-6 399 0 0,-4-17 6 0 0,1-1-1 0 0,-1 1 1 0 0,1-1 0 0 0,0 0-1 0 0,-1 1 1 0 0,1-1-1 0 0,0 0 1 0 0,0 1-1 0 0,1-1 1 0 0,-1 0 0 0 0,0 0-1 0 0,1 0 1 0 0,0 0-1 0 0,-1 0 1 0 0,1 0-1 0 0,0-1 1 0 0,0 1-1 0 0,0 0 1 0 0,0-1 0 0 0,0 0-1 0 0,0 1 1 0 0,0-1-1 0 0,1 0 1 0 0,-1 0-1 0 0,0 0 1 0 0,1 0 0 0 0,-1-1-1 0 0,0 1 1 0 0,1-1-1 0 0,-1 1 1 0 0,5-1-1 0 0,1-1-13 0 0,0 0-1 0 0,0-1 1 0 0,-1 0-1 0 0,1 0 1 0 0,0-1-1 0 0,-1 0 0 0 0,1 0 1 0 0,12-9-1 0 0,74-46-150 0 0,-70 40 172 0 0,2 2 0 0 0,0 1 0 0 0,0 0 0 0 0,2 2 0 0 0,51-17 0 0 0,-77 30 42 0 0,18 23 514 0 0,-20-19-551 0 0,0 0 0 0 0,0 0-1 0 0,1-1 1 0 0,-1 1 0 0 0,1 0-1 0 0,-1 0 1 0 0,1 0-1 0 0,0-1 1 0 0,1 1 0 0 0,-1-1-1 0 0,1 1 1 0 0,-1-1 0 0 0,1 1-1 0 0,0-1 1 0 0,5 6 0 0 0,-5-7-220 0 0,0-1 0 0 0,-1 1 1 0 0,1-1-1 0 0,0 0 0 0 0,0 1 1 0 0,1-1-1 0 0,-1 0 0 0 0,0 0 1 0 0,0 0-1 0 0,4 1 0 0 0,32-2-5717 0 0,-18-3 2556 0 0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7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69 120 0 0,'1'-21'2599'0'0,"-1"18"-1784"0"0,1-1 1 0 0,-1 0 0 0 0,0 0 0 0 0,0 0 0 0 0,0 0 0 0 0,-1 1 0 0 0,1-1 0 0 0,-1 0 0 0 0,0 0 0 0 0,-3-5 2899 0 0,2 15-3397 0 0,-60 173 1300 0 0,-8 20-688 0 0,52-164-647 0 0,17-34-177 0 0,1 1-90 0 0,0-2-21 0 0,0 0 0 0 0,0 0 0 0 0,0 0 0 0 0,0 1 0 0 0,0-1 1 0 0,0 0-1 0 0,0 0 0 0 0,-1 0 0 0 0,1 0 0 0 0,0 1 0 0 0,0-1 0 0 0,0 0 0 0 0,0 0 1 0 0,0 0-1 0 0,0 0 0 0 0,0 1 0 0 0,0-1 0 0 0,0 0 0 0 0,0 0 0 0 0,0 0 0 0 0,0 0 0 0 0,0 1 1 0 0,0-1-1 0 0,0 0 0 0 0,0 0 0 0 0,0 0 0 0 0,0 1 0 0 0,1-1 0 0 0,-1 0 0 0 0,0 0 1 0 0,0 0-1 0 0,0 0 0 0 0,0 0 0 0 0,0 1 0 0 0,0-1 0 0 0,0 0 0 0 0,0 0 0 0 0,1 0 0 0 0,-1 0 1 0 0,0 0-1 0 0,0 0 0 0 0,0 1 0 0 0,0-1 0 0 0,1 0 0 0 0,-1 0 0 0 0,0 0 0 0 0,0 0 1 0 0,0 0-1 0 0,0 0 0 0 0,1 0 0 0 0,-1 0 0 0 0,0 0 0 0 0,0 0 0 0 0,0 0 0 0 0,0 0 0 0 0,1 0 1 0 0,-1 0-1 0 0,0 0 0 0 0,0 0 0 0 0,0 0 0 0 0,1 0 0 0 0,-1 0 0 0 0,0 0 0 0 0,0 0 1 0 0,0-1-1 0 0,17-9-145 0 0,0 1 0 0 0,1 0 1 0 0,-1 1-1 0 0,1 0 1 0 0,1 2-1 0 0,22-5 1 0 0,-32 8 85 0 0,0 1 0 0 0,0 1 1 0 0,0-1-1 0 0,1 2 1 0 0,-1-1-1 0 0,0 1 0 0 0,1 1 1 0 0,-1 0-1 0 0,0 0 0 0 0,0 1 1 0 0,0 0-1 0 0,0 0 1 0 0,0 1-1 0 0,0 0 0 0 0,15 8 1 0 0,-22-10 49 0 0,-1 0 0 0 0,1 0 1 0 0,-1-1-1 0 0,1 1 0 0 0,-1 0 0 0 0,1 0 1 0 0,-1 0-1 0 0,0 1 0 0 0,1-1 0 0 0,-1 0 1 0 0,0 0-1 0 0,0 1 0 0 0,0-1 0 0 0,0 1 1 0 0,0-1-1 0 0,0 1 0 0 0,0-1 0 0 0,-1 1 1 0 0,1-1-1 0 0,0 1 0 0 0,-1 0 1 0 0,0-1-1 0 0,1 1 0 0 0,-1 0 0 0 0,0 0 1 0 0,0-1-1 0 0,0 1 0 0 0,0 0 0 0 0,0 0 1 0 0,0-1-1 0 0,0 1 0 0 0,-1 0 0 0 0,1-1 1 0 0,0 1-1 0 0,-1 0 0 0 0,0-1 0 0 0,1 1 1 0 0,-1 0-1 0 0,0-1 0 0 0,0 1 1 0 0,0-1-1 0 0,0 0 0 0 0,0 1 0 0 0,0-1 1 0 0,0 0-1 0 0,-1 1 0 0 0,1-1 0 0 0,0 0 1 0 0,-1 0-1 0 0,-2 1 0 0 0,-4 5 9 0 0,-2-1 0 0 0,1 0 0 0 0,0 0 0 0 0,-1-1 0 0 0,0 0 0 0 0,-17 4 0 0 0,-83 18 205 0 0,99-25-581 0 0,0-1 0 0 0,-1 0 1 0 0,1 0-1 0 0,0-1 0 0 0,0-1 0 0 0,-1 0 0 0 0,-18-4 0 0 0,17-6-5749 0 0,13 9 5833 0 0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8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0 548 232 0 0,'6'3'473'0'0,"0"0"1"0"0,0 0-1 0 0,0-1 0 0 0,1 0 0 0 0,-1 0 0 0 0,0-1 1 0 0,1 1-1 0 0,-1-2 0 0 0,1 1 0 0 0,-1-1 1 0 0,1 0-1 0 0,0 0 0 0 0,-1 0 0 0 0,1-1 1 0 0,-1 0-1 0 0,12-4 0 0 0,-3 1-47 0 0,-1-1-1 0 0,1 0 0 0 0,-1-2 1 0 0,0 1-1 0 0,-1-2 1 0 0,13-8-1 0 0,4-12 999 0 0,-29 27-1196 0 0,4-5 7 0 0,-5 6-211 0 0,0 1-1 0 0,0-1 1 0 0,0 0-1 0 0,0 0 1 0 0,0 0 0 0 0,0 0-1 0 0,0 0 1 0 0,0 0 0 0 0,0 0-1 0 0,0 0 1 0 0,0 1 0 0 0,0-1-1 0 0,0 0 1 0 0,0 0 0 0 0,0 0-1 0 0,0 0 1 0 0,0 0-1 0 0,0 0 1 0 0,0 0 0 0 0,0 0-1 0 0,0 1 1 0 0,0-1 0 0 0,0 0-1 0 0,0 0 1 0 0,0 0 0 0 0,0 0-1 0 0,0 0 1 0 0,0 0 0 0 0,0 0-1 0 0,1 0 1 0 0,-1 0-1 0 0,0 0 1 0 0,0 0 0 0 0,0 0-1 0 0,0 0 1 0 0,0 0 0 0 0,0 1-1 0 0,0-1 1 0 0,0 0 0 0 0,0 0-1 0 0,1 0 1 0 0,-1 0-1 0 0,0 0 1 0 0,0 0 0 0 0,0 0-1 0 0,0 0 1 0 0,0 0 0 0 0,0 0-1 0 0,0 0 1 0 0,0 2-29 0 0,-1 0 1 0 0,1 0-1 0 0,-1 0 0 0 0,1 1 0 0 0,0-1 1 0 0,0 0-1 0 0,0 0 0 0 0,0 1 1 0 0,0-1-1 0 0,0 0 0 0 0,1 0 1 0 0,-1 0-1 0 0,1 1 0 0 0,1 2 0 0 0,-1-3-5 0 0,0-1-1 0 0,0 0 1 0 0,1 1-1 0 0,-1-1 1 0 0,1 0-1 0 0,-1 1 1 0 0,1-1-1 0 0,0 0 1 0 0,-1 0-1 0 0,1 0 1 0 0,0 0-1 0 0,0-1 1 0 0,-1 1-1 0 0,1 0 1 0 0,0-1-1 0 0,0 0 1 0 0,0 1-1 0 0,0-1 1 0 0,0 0-1 0 0,0 0 1 0 0,0 0-1 0 0,0 0 0 0 0,0 0 1 0 0,0 0-1 0 0,2-1 1 0 0,10 0-23 0 0,0-1 1 0 0,-1-1-1 0 0,1 0 1 0 0,0-1-1 0 0,-1 0 1 0 0,0-1-1 0 0,0 0 1 0 0,0-1-1 0 0,0-1 1 0 0,-1 0-1 0 0,0-1 1 0 0,-1 0-1 0 0,0 0 1 0 0,0-2-1 0 0,-1 1 1 0 0,0-1-1 0 0,0-1 1 0 0,-1 1-1 0 0,-1-2 1 0 0,0 1-1 0 0,0-1 1 0 0,-1 0-1 0 0,-1-1 1 0 0,0 0-1 0 0,-1 0 1 0 0,0 0-1 0 0,-1-1 1 0 0,5-25-1 0 0,-5 16 264 0 0,-1-1 0 0 0,0 0 0 0 0,-2 0 0 0 0,-1 0 0 0 0,-1 0 0 0 0,-1 0 0 0 0,-1 0-1 0 0,-8-34 1 0 0,10 56 299 0 0,1 2-523 0 0,0 0 0 0 0,1 0 1 0 0,-1 0-1 0 0,0-1 0 0 0,0 1 0 0 0,0 0 0 0 0,0 0 0 0 0,0 0 0 0 0,0-1 0 0 0,0 1 0 0 0,0 0 0 0 0,0 0 0 0 0,0 0 0 0 0,0 0 0 0 0,0-1 0 0 0,0 1 0 0 0,0 0 0 0 0,0 0 0 0 0,0 0 0 0 0,0-1 0 0 0,-1 1 0 0 0,1 0 0 0 0,0 0 0 0 0,0 0 0 0 0,0 0 0 0 0,0-1 0 0 0,0 1 0 0 0,0 0 0 0 0,0 0 0 0 0,-1 0 0 0 0,1 0 0 0 0,0 0 0 0 0,0 0 0 0 0,0-1 0 0 0,0 1 0 0 0,0 0 0 0 0,-1 0 0 0 0,1 0 0 0 0,0 0 0 0 0,0 0 0 0 0,0 0 0 0 0,-1 0 0 0 0,1 0 0 0 0,0 0 0 0 0,0 0 1 0 0,0 0-1 0 0,0 0 0 0 0,-1 0 0 0 0,1 0 0 0 0,0 0 0 0 0,0 0 0 0 0,0 0 0 0 0,-1 0 0 0 0,1 0 0 0 0,0 0 0 0 0,0 0 0 0 0,0 0 0 0 0,-1 0 0 0 0,1 0 0 0 0,-8 20 83 0 0,0-1 1 0 0,1 1 0 0 0,1 0 0 0 0,1 0-1 0 0,-5 32 1 0 0,-3 115 268 0 0,1-9-1145 0 0,9-125-204 0 0,0 2-1663 0 0,-4-7-4117 0 0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9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1 153 400 0 0,'6'-6'667'0'0,"0"0"0"0"0,1 1 0 0 0,0 0 0 0 0,0 0 0 0 0,0 1 0 0 0,0-1 0 0 0,1 2 1 0 0,-1-1-1 0 0,1 1 0 0 0,14-4 0 0 0,12-1-171 0 0,45-5 0 0 0,-15 2 35 0 0,-48 8-449 0 0,70-19 581 0 0,-85 21-266 0 0,-1 1-350 0 0,1 0 1 0 0,-1 0-1 0 0,1-1 0 0 0,-1 1 0 0 0,1 0 1 0 0,-1 0-1 0 0,1 0 0 0 0,-1 0 0 0 0,1 0 1 0 0,-1 0-1 0 0,1 0 0 0 0,-1 0 1 0 0,1 0-1 0 0,-1 0 0 0 0,0 0 0 0 0,1 0 1 0 0,-1 0-1 0 0,1 0 0 0 0,-1 1 1 0 0,1-1-1 0 0,-1 0 0 0 0,1 0 0 0 0,-1 0 1 0 0,0 1-1 0 0,1-1 0 0 0,-1 0 1 0 0,1 1-1 0 0,-1-1 0 0 0,0 0 0 0 0,1 1 1 0 0,-1-1-1 0 0,0 0 0 0 0,1 1 1 0 0,-1-1-1 0 0,0 0 0 0 0,0 1 0 0 0,1-1 1 0 0,-1 1-1 0 0,0-1 0 0 0,0 1 1 0 0,0-1-1 0 0,0 1 0 0 0,0-1 0 0 0,0 1 1 0 0,0-1-1 0 0,1 1 0 0 0,-1-1 0 0 0,0 1 1 0 0,-1-1-1 0 0,1 1 0 0 0,0-1 1 0 0,0 0-1 0 0,0 1 0 0 0,0-1 0 0 0,0 1 1 0 0,0-1-1 0 0,-1 1 0 0 0,1-1 1 0 0,0 1-1 0 0,-5 8 5 0 0,1 1 0 0 0,0-1 1 0 0,1 1-1 0 0,-4 18 0 0 0,6-23-39 0 0,0-1 0 0 0,1 1 0 0 0,-1 0 0 0 0,1-1 0 0 0,0 1 0 0 0,1 0 0 0 0,-1-1-1 0 0,1 1 1 0 0,0-1 0 0 0,0 1 0 0 0,0-1 0 0 0,1 1 0 0 0,-1-1 0 0 0,1 1 0 0 0,3 3 0 0 0,-4-6-8 0 0,0-1-1 0 0,1 0 1 0 0,0 1-1 0 0,-1-1 1 0 0,1 0-1 0 0,0 0 1 0 0,-1 0 0 0 0,1 0-1 0 0,0 0 1 0 0,0 0-1 0 0,0-1 1 0 0,0 1 0 0 0,0-1-1 0 0,0 1 1 0 0,0-1-1 0 0,0 0 1 0 0,0 0 0 0 0,0 1-1 0 0,0-2 1 0 0,0 1-1 0 0,0 0 1 0 0,0 0 0 0 0,0-1-1 0 0,0 1 1 0 0,0-1-1 0 0,0 1 1 0 0,0-1-1 0 0,3-1 1 0 0,61-30-115 0 0,-50 23 52 0 0,-6 3 25 0 0,1 1 1 0 0,0 0 0 0 0,0 1 0 0 0,0 0-1 0 0,1 1 1 0 0,-1 0 0 0 0,1 1 0 0 0,-1 0-1 0 0,1 0 1 0 0,0 2 0 0 0,0-1 0 0 0,0 2-1 0 0,12 1 1 0 0,-11-1 209 0 0,0-1 0 0 0,0 0-1 0 0,24-2 1 0 0,-36 1-113 0 0,0 1 1 0 0,0-1-1 0 0,0 1 0 0 0,-1-1 1 0 0,1 0-1 0 0,0 1 0 0 0,0-1 1 0 0,0 0-1 0 0,0 0 0 0 0,-1 1 1 0 0,1-1-1 0 0,0 0 0 0 0,-1 0 1 0 0,1 0-1 0 0,0 0 0 0 0,-1 0 1 0 0,0 0-1 0 0,1 0 1 0 0,-1 0-1 0 0,1 0 0 0 0,-1 0 1 0 0,0 0-1 0 0,0 0 0 0 0,0 0 1 0 0,1 0-1 0 0,-1-1 0 0 0,-1-1 1 0 0,1-29 1255 0 0,-3 19-1178 0 0,0 1 1 0 0,-1-1-1 0 0,-7-17 1 0 0,10 28-731 0 0,-2-4-1998 0 0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19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0 162 368 0 0,'22'-1'6006'0'0,"9"-8"-3536"0"0,27-15-1185 0 0,-52 22-867 0 0,9-4-74 0 0,0-1 0 0 0,-1 0 0 0 0,0-1 0 0 0,0-1 0 0 0,-1 0 0 0 0,0 0 0 0 0,18-18 0 0 0,-30 25-264 0 0,-1 1-66 0 0,0 0-1 0 0,-1 0 1 0 0,1 0 0 0 0,-1 0-1 0 0,0 0 1 0 0,1 1-1 0 0,-1-1 1 0 0,0 0-1 0 0,1 0 1 0 0,-1 0 0 0 0,0 1-1 0 0,0-1 1 0 0,0 0-1 0 0,0 1 1 0 0,0-1 0 0 0,0 1-1 0 0,0-1 1 0 0,0 1-1 0 0,0-1 1 0 0,0 1-1 0 0,0 0 1 0 0,0-1 0 0 0,0 1-1 0 0,0 0 1 0 0,0 0-1 0 0,-2 0 1 0 0,-1 0-10 0 0,-1 0 1 0 0,1 1-1 0 0,0 0 1 0 0,0 0-1 0 0,0 0 1 0 0,0 1-1 0 0,0-1 1 0 0,1 1-1 0 0,-1 0 1 0 0,0 0-1 0 0,1 0 1 0 0,-1 0-1 0 0,1 1 1 0 0,0-1-1 0 0,0 1 1 0 0,0 0-1 0 0,0 0 1 0 0,0 0-1 0 0,0 0 1 0 0,1 1-1 0 0,-3 3 1 0 0,4-3-6 0 0,1-1 2 0 0,0 0 1 0 0,0 0-1 0 0,0-1 0 0 0,0 1 1 0 0,1 0-1 0 0,-1 0 0 0 0,1 0 0 0 0,0-1 1 0 0,-1 1-1 0 0,1 0 0 0 0,1-1 1 0 0,-1 1-1 0 0,0 0 0 0 0,1-1 1 0 0,-1 0-1 0 0,1 1 0 0 0,0-1 1 0 0,0 0-1 0 0,-1 0 0 0 0,2 0 1 0 0,-1 0-1 0 0,0 0 0 0 0,0 0 1 0 0,1-1-1 0 0,-1 1 0 0 0,0-1 1 0 0,1 0-1 0 0,3 2 0 0 0,4 1-23 0 0,0-1 1 0 0,0 0-1 0 0,0-1 0 0 0,0 0 0 0 0,16 2 0 0 0,-13-3-12 0 0,0 0 1 0 0,0-1-1 0 0,-1 0 0 0 0,1-1 0 0 0,0 0 0 0 0,0-1 1 0 0,-1-1-1 0 0,1 0 0 0 0,-1 0 0 0 0,0-2 0 0 0,0 1 0 0 0,0-1 1 0 0,0-1-1 0 0,-1 0 0 0 0,0-1 0 0 0,0 0 0 0 0,-1 0 0 0 0,0-2 1 0 0,0 1-1 0 0,-1-1 0 0 0,9-11 0 0 0,-17 19 51 0 0,0 0 0 0 0,0 0 0 0 0,0 0 0 0 0,0 0 0 0 0,0 0 0 0 0,0-1 0 0 0,0 1 0 0 0,-1 0 0 0 0,1-1 0 0 0,-1 1-1 0 0,1 0 1 0 0,-1-1 0 0 0,1 1 0 0 0,-1 0 0 0 0,0-1 0 0 0,0 1 0 0 0,0-1 0 0 0,0 1 0 0 0,0-1 0 0 0,0 1 0 0 0,0 0 0 0 0,0-1 0 0 0,0 1 0 0 0,-1-1-1 0 0,1 1 1 0 0,0 0 0 0 0,-1-1 0 0 0,1 1 0 0 0,-1 0 0 0 0,0-1 0 0 0,0 1 0 0 0,1 0 0 0 0,-1 0 0 0 0,0 0 0 0 0,0-1 0 0 0,0 1 0 0 0,0 0 0 0 0,0 0 0 0 0,0 0-1 0 0,0 1 1 0 0,0-1 0 0 0,-1 0 0 0 0,1 0 0 0 0,0 1 0 0 0,-1-1 0 0 0,1 1 0 0 0,-2-1 0 0 0,1 0 30 0 0,1 1-43 0 0,0-1 1 0 0,0 1-1 0 0,0-1 1 0 0,0 1 0 0 0,0 0-1 0 0,0 0 1 0 0,0 0-1 0 0,0-1 1 0 0,0 1 0 0 0,-1 0-1 0 0,1 0 1 0 0,0 1-1 0 0,0-1 1 0 0,0 0 0 0 0,0 0-1 0 0,0 0 1 0 0,0 1-1 0 0,0-1 1 0 0,0 0-1 0 0,-2 2 1 0 0,-25 8 37 0 0,26-7-47 0 0,-1-1 0 0 0,1 1 0 0 0,0 0-1 0 0,0-1 1 0 0,0 1 0 0 0,0 0 0 0 0,0 0-1 0 0,1 0 1 0 0,-1 0 0 0 0,1 1 0 0 0,0-1-1 0 0,0 0 1 0 0,0 0 0 0 0,0 1 0 0 0,1-1-1 0 0,-1 1 1 0 0,1-1 0 0 0,0 1 0 0 0,0-1-1 0 0,0 5 1 0 0,1-6-32 0 0,0 1-1 0 0,1 0 0 0 0,-1-1 1 0 0,0 1-1 0 0,1-1 0 0 0,-1 0 1 0 0,1 1-1 0 0,0-1 0 0 0,-1 0 1 0 0,1 0-1 0 0,1 0 0 0 0,-1 0 1 0 0,0 0-1 0 0,0-1 0 0 0,0 1 1 0 0,1 0-1 0 0,-1-1 0 0 0,1 0 1 0 0,0 0-1 0 0,-1 0 0 0 0,1 0 1 0 0,0 0-1 0 0,-1 0 0 0 0,1-1 1 0 0,5 1-1 0 0,1 0-87 0 0,1 0 0 0 0,-1-1 0 0 0,0 0 0 0 0,1 0 0 0 0,-1-1-1 0 0,1 0 1 0 0,-1-1 0 0 0,0 0 0 0 0,0 0 0 0 0,17-8 0 0 0,6-4-63 0 0,48-31 0 0 0,-42 23 625 0 0,-36 21-240 0 0,12 3 142 0 0,-12-1-330 0 0,-1-1 0 0 0,1 0-1 0 0,0 1 1 0 0,-1-1 0 0 0,1 1 0 0 0,-1-1-1 0 0,1 1 1 0 0,-1 0 0 0 0,0-1 0 0 0,1 1-1 0 0,-1 0 1 0 0,0 0 0 0 0,1 0-1 0 0,-1 0 1 0 0,0 0 0 0 0,0 0 0 0 0,2 3-1 0 0,1 0 35 0 0,2-1 0 0 0,-1 1 0 0 0,0-1 0 0 0,1 1 0 0 0,-1-2-1 0 0,1 1 1 0 0,0 0 0 0 0,0-1 0 0 0,0 0 0 0 0,0-1 0 0 0,0 0-1 0 0,1 1 1 0 0,-1-2 0 0 0,0 1 0 0 0,1-1 0 0 0,-1 0 0 0 0,13-2-1 0 0,-13 2-655 0 0,-1-2 0 0 0,1 1-1 0 0,0 0 1 0 0,-1-1 0 0 0,1 0-1 0 0,8-5 1 0 0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20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12 1216 0 0,'0'0'2316'0'0,"-7"-12"7329"0"0,-1 18-9475 0 0,0 1 0 0 0,1-1 0 0 0,-1 1 1 0 0,2 0-1 0 0,-1 1 0 0 0,1-1 0 0 0,0 1 0 0 0,1 1 0 0 0,0-1 0 0 0,0 1 0 0 0,1 0 0 0 0,0 0 0 0 0,0 0 1 0 0,1 0-1 0 0,0 1 0 0 0,-2 16 0 0 0,5-25-157 0 0,0 1 1 0 0,-1 0-1 0 0,1-1 0 0 0,0 1 1 0 0,1 0-1 0 0,-1-1 0 0 0,0 1 1 0 0,0-1-1 0 0,1 1 0 0 0,-1-1 1 0 0,1 1-1 0 0,-1-1 1 0 0,1 1-1 0 0,0-1 0 0 0,0 1 1 0 0,-1-1-1 0 0,1 0 0 0 0,0 1 1 0 0,0-1-1 0 0,0 0 1 0 0,1 0-1 0 0,-1 0 0 0 0,0 0 1 0 0,2 2-1 0 0,0-2-17 0 0,0 1 1 0 0,0-1-1 0 0,0 0 0 0 0,1 0 0 0 0,-1 0 1 0 0,0-1-1 0 0,0 1 0 0 0,1-1 0 0 0,-1 0 1 0 0,0 0-1 0 0,5 0 0 0 0,6-2-126 0 0,0 0 0 0 0,0 0-1 0 0,0-2 1 0 0,17-6 0 0 0,10-6-315 0 0,-25 9 227 0 0,0 1-1 0 0,0 0 0 0 0,1 1 1 0 0,0 1-1 0 0,0 0 1 0 0,23-1-1 0 0,-30 6 158 0 0,-1 1 0 0 0,0 0 0 0 0,0 0 0 0 0,0 1 0 0 0,0 0 0 0 0,0 0 0 0 0,0 1 0 0 0,11 8 0 0 0,38 13-89 0 0,-54-24 216 0 0,0 0-1 0 0,0 0 1 0 0,-1 0 0 0 0,1-1-1 0 0,0 1 1 0 0,0-1-1 0 0,0 0 1 0 0,0 0-1 0 0,0-1 1 0 0,0 1 0 0 0,0-1-1 0 0,0 0 1 0 0,0 0-1 0 0,0 0 1 0 0,-1 0 0 0 0,7-3-1 0 0,-8 2 41 0 0,0 0 1 0 0,0 0-1 0 0,0 0 0 0 0,0 0 0 0 0,-1 0 0 0 0,1 0 0 0 0,0 0 1 0 0,-1-1-1 0 0,0 1 0 0 0,1 0 0 0 0,-1-1 0 0 0,0 1 0 0 0,-1-1 1 0 0,1 0-1 0 0,0 1 0 0 0,-1-1 0 0 0,1 1 0 0 0,-1-1 1 0 0,0 0-1 0 0,0 0 0 0 0,0 1 0 0 0,0-1 0 0 0,0 0 0 0 0,-1 1 1 0 0,1-1-1 0 0,-1-2 0 0 0,-20-54-800 0 0,20 58-150 0 0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21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74 368 0 0,'0'0'3075'0'0,"-6"-2"-2107"0"0,1-1-658 0 0,-20-5 1264 0 0,21 10-731 0 0,0-1-588 0 0,0 1 0 0 0,1-1 0 0 0,-1 1 0 0 0,0 0 0 0 0,1 0 0 0 0,0 1 0 0 0,-1-1-1 0 0,1 1 1 0 0,0 0 0 0 0,0 0 0 0 0,1 0 0 0 0,-1 0 0 0 0,1 0 0 0 0,-1 0 0 0 0,1 1 0 0 0,-3 6 0 0 0,4-8-187 0 0,0 1 0 0 0,0-1-1 0 0,1 1 1 0 0,-1-1 0 0 0,1 1 0 0 0,0-1 0 0 0,0 1 0 0 0,0-1 0 0 0,0 1-1 0 0,0-1 1 0 0,1 1 0 0 0,-1-1 0 0 0,1 1 0 0 0,-1-1 0 0 0,1 1-1 0 0,0-1 1 0 0,0 0 0 0 0,0 1 0 0 0,0-1 0 0 0,1 0 0 0 0,-1 0 0 0 0,0 0-1 0 0,1 0 1 0 0,0 0 0 0 0,-1 0 0 0 0,1 0 0 0 0,0 0 0 0 0,0-1 0 0 0,0 1-1 0 0,4 2 1 0 0,-3-2-24 0 0,0 1-1 0 0,0-1 1 0 0,0 0-1 0 0,0 0 1 0 0,0-1-1 0 0,1 1 1 0 0,-1 0-1 0 0,0-1 0 0 0,1 0 1 0 0,-1 0-1 0 0,1 0 1 0 0,0 0-1 0 0,-1-1 1 0 0,1 1-1 0 0,0-1 1 0 0,-1 0-1 0 0,1 0 1 0 0,0 0-1 0 0,-1-1 1 0 0,1 1-1 0 0,0-1 1 0 0,-1 0-1 0 0,1 0 0 0 0,-1 0 1 0 0,1 0-1 0 0,-1-1 1 0 0,0 1-1 0 0,1-1 1 0 0,-1 0-1 0 0,0 0 1 0 0,5-4-1 0 0,-5 2 3 0 0,0 0-1 0 0,0 0 0 0 0,0 0 1 0 0,0 0-1 0 0,-1 0 0 0 0,1 0 1 0 0,-1-1-1 0 0,0 1 0 0 0,-1-1 1 0 0,1 0-1 0 0,-1 0 0 0 0,0 1 1 0 0,0-1-1 0 0,0 0 0 0 0,-1 0 1 0 0,1 0-1 0 0,-1 0 0 0 0,0 0 0 0 0,-1 0 1 0 0,1 0-1 0 0,-1 0 0 0 0,0 1 1 0 0,-2-7-1 0 0,1 6-93 0 0,1 0 0 0 0,-1 0 0 0 0,0 1 0 0 0,0-1-1 0 0,0 0 1 0 0,-1 1 0 0 0,0-1 0 0 0,0 1 0 0 0,-6-7 0 0 0,7 9-451 0 0,0 0 1 0 0,0 1-1 0 0,-1-1 1 0 0,1 1-1 0 0,0-1 1 0 0,-1 1-1 0 0,1 0 1 0 0,-1 0-1 0 0,0 0 1 0 0,1 0-1 0 0,-1 0 1 0 0,-3 0-1 0 0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21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1 364 0 0,'12'10'884'0'0,"0"1"0"0"0,0 0 0 0 0,-1 1 1 0 0,-1 0-1 0 0,0 0 0 0 0,-1 1 0 0 0,0 1 0 0 0,10 21 0 0 0,-19-34-658 0 0,3 8 494 0 0,-3-9-674 0 0,0 0-1 0 0,0 1 1 0 0,0-1 0 0 0,0 0 0 0 0,1 0 0 0 0,-1 0 0 0 0,0 0-1 0 0,0 1 1 0 0,0-1 0 0 0,0 0 0 0 0,0 0 0 0 0,0 0 0 0 0,0 0-1 0 0,0 1 1 0 0,0-1 0 0 0,1 0 0 0 0,-1 0 0 0 0,0 0 0 0 0,0 0 0 0 0,0 0-1 0 0,0 0 1 0 0,0 1 0 0 0,1-1 0 0 0,-1 0 0 0 0,0 0 0 0 0,0 0-1 0 0,0 0 1 0 0,1 0 0 0 0,-1 0 0 0 0,0 0 0 0 0,0 0 0 0 0,0 0-1 0 0,0 0 1 0 0,1 0 0 0 0,-1 0 0 0 0,0 0 0 0 0,0 0 0 0 0,0 0-1 0 0,1 0 1 0 0,-1 0 0 0 0,0 0 0 0 0,0 0 0 0 0,0 0 0 0 0,0 0 0 0 0,1 0-1 0 0,-1 0 1 0 0,0 0 0 0 0,0-1 0 0 0,0 1 0 0 0,0 0 0 0 0,1 0-1 0 0,-1 0 1 0 0,0 0 0 0 0,0 0 0 0 0,0-1 0 0 0,4-5-172 0 0,1-1 1 0 0,-1 0-1 0 0,1 1 1 0 0,0 0-1 0 0,1 0 0 0 0,-1 1 1 0 0,1-1-1 0 0,1 1 1 0 0,7-5-1 0 0,42-19-6202 0 0,-45 26 3934 0 0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7:21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18 427 588 0 0,'0'0'588'0'0,"-15"54"2848"0"0,14-52-3371 0 0,1-1-1 0 0,-1 1 1 0 0,1 0-1 0 0,0 0 0 0 0,-1-1 1 0 0,1 1-1 0 0,0 0 0 0 0,0 0 1 0 0,1-1-1 0 0,-1 1 0 0 0,0 0 1 0 0,0 0-1 0 0,1-1 1 0 0,-1 1-1 0 0,1 0 0 0 0,-1-1 1 0 0,1 1-1 0 0,0 0 0 0 0,0-1 1 0 0,0 1-1 0 0,0-1 0 0 0,0 1 1 0 0,0-1-1 0 0,0 0 1 0 0,0 1-1 0 0,1-1 0 0 0,-1 0 1 0 0,3 2-1 0 0,-1-2-8 0 0,1 0 1 0 0,-1-1-1 0 0,1 1 1 0 0,-1-1-1 0 0,0 0 1 0 0,1 0-1 0 0,-1 0 1 0 0,1 0-1 0 0,-1 0 1 0 0,0-1-1 0 0,1 0 1 0 0,-1 0-1 0 0,6-2 1 0 0,11-5 118 0 0,0 0-1 0 0,-1-2 1 0 0,32-21 0 0 0,-33 18-44 0 0,1-2 0 0 0,-2-1 0 0 0,0 0 0 0 0,-1-1 0 0 0,-1-1 0 0 0,-1 0 0 0 0,20-31 0 0 0,-27 38-43 0 0,0-1 0 0 0,-1 0 0 0 0,-1 0 0 0 0,0-1 0 0 0,0 1 1 0 0,-1-1-1 0 0,-1 0 0 0 0,0 0 0 0 0,-1 0 0 0 0,0 0 0 0 0,-1-1 1 0 0,0 1-1 0 0,-1-1 0 0 0,-3-19 0 0 0,2 28 10 0 0,-1 0 0 0 0,0 0-1 0 0,0 0 1 0 0,0 0 0 0 0,-1 0 0 0 0,0 0 0 0 0,1 0 0 0 0,-2 1-1 0 0,1 0 1 0 0,0-1 0 0 0,-1 1 0 0 0,0 0 0 0 0,0 1 0 0 0,0-1-1 0 0,-1 1 1 0 0,1 0 0 0 0,-1 0 0 0 0,1 0 0 0 0,-1 1 0 0 0,0-1 0 0 0,0 1-1 0 0,0 0 1 0 0,-1 1 0 0 0,1-1 0 0 0,0 1 0 0 0,-9-1 0 0 0,12 2-79 0 0,0 0 1 0 0,0 0-1 0 0,0 0 1 0 0,0 0-1 0 0,0 1 1 0 0,0-1-1 0 0,0 1 1 0 0,0-1-1 0 0,1 1 1 0 0,-1-1-1 0 0,0 1 1 0 0,0 0-1 0 0,1 0 1 0 0,-1 0-1 0 0,0 0 1 0 0,1 0-1 0 0,-1 1 1 0 0,1-1-1 0 0,-1 0 1 0 0,1 1-1 0 0,0-1 1 0 0,0 1 0 0 0,-1-1-1 0 0,1 1 1 0 0,0 0-1 0 0,0-1 1 0 0,1 1-1 0 0,-1 0 1 0 0,0 0-1 0 0,1-1 1 0 0,-1 1-1 0 0,1 0 1 0 0,-1 0-1 0 0,1 0 1 0 0,0 0-1 0 0,0 0 1 0 0,0 0-1 0 0,0 0 1 0 0,0 3-1 0 0,1 4 26 0 0,0 0-1 0 0,0-1 0 0 0,1 1 0 0 0,0 0 1 0 0,0 0-1 0 0,8 15 0 0 0,7 7 68 0 0,1 0 0 0 0,1-2 0 0 0,45 51 0 0 0,19 29 54 0 0,-80-105-160 0 0,-1 0 0 0 0,1 0 0 0 0,-1 0 0 0 0,0 0 0 0 0,0 0-1 0 0,0 1 1 0 0,-1-1 0 0 0,0 0 0 0 0,1 1 0 0 0,-2 0 0 0 0,1-1 0 0 0,0 1-1 0 0,-1 0 1 0 0,0 7 0 0 0,-1-9-36 0 0,0 0 0 0 0,0-1-1 0 0,0 1 1 0 0,0 0 0 0 0,0-1 0 0 0,-1 1-1 0 0,1-1 1 0 0,-1 1 0 0 0,0-1 0 0 0,0 1-1 0 0,0-1 1 0 0,0 0 0 0 0,0 0 0 0 0,0 0-1 0 0,-1 0 1 0 0,1-1 0 0 0,0 1 0 0 0,-1-1-1 0 0,0 1 1 0 0,1-1 0 0 0,-1 0 0 0 0,0 0 0 0 0,-5 1-1 0 0,-43 11-2272 0 0,0-12-3621 0 0,29-4 2652 0 0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17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454 1 244 0 0,'-7'6'9037'0'0,"-15"15"-9249"0"0,9-7 853 0 0,-62 86 400 0 0,-204 254 1152 0 0,271-343-2112 0 0,0 1 1 0 0,0 0-1 0 0,1 0 1 0 0,0 1-1 0 0,1 0 0 0 0,-7 22 1 0 0,13-34-76 0 0,0 0 0 0 0,0 0 0 0 0,0 0 0 0 0,-1 0 0 0 0,1 0 0 0 0,0 0 1 0 0,0 0-1 0 0,1 0 0 0 0,-1 1 0 0 0,0-1 0 0 0,0 0 0 0 0,0 0 0 0 0,1 0 0 0 0,-1 0 0 0 0,1 0 0 0 0,-1 0 1 0 0,1 0-1 0 0,-1 0 0 0 0,1 0 0 0 0,-1 0 0 0 0,1-1 0 0 0,0 1 0 0 0,-1 0 0 0 0,1 0 0 0 0,0 0 0 0 0,0-1 1 0 0,0 1-1 0 0,0 0 0 0 0,0-1 0 0 0,-1 1 0 0 0,1-1 0 0 0,0 1 0 0 0,0-1 0 0 0,0 1 0 0 0,1-1 0 0 0,-1 0 1 0 0,0 0-1 0 0,0 1 0 0 0,0-1 0 0 0,1 0 0 0 0,45 5 107 0 0,-13-6-118 0 0,1-1 0 0 0,57-12 0 0 0,13-15-3659 0 0,-75 12-1392 0 0,-16 8 2162 0 0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17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1 139 640 0 0,'0'0'4312'0'0,"5"-4"-3582"0"0,12-5-178 0 0,1 0 0 0 0,0 1 0 0 0,0 0 0 0 0,30-7 0 0 0,90-15 769 0 0,-45 10-1087 0 0,-74 16-616 0 0,29-8-619 0 0,-18-2-3491 0 0,-22 9 2170 0 0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18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34 156 368 0 0,'-2'-2'274'0'0,"-1"1"1"0"0,1-1-1 0 0,-1 0 0 0 0,1 0 0 0 0,0 0 0 0 0,0-1 1 0 0,0 1-1 0 0,0 0 0 0 0,0-1 0 0 0,1 0 1 0 0,-1 1-1 0 0,1-1 0 0 0,-1 0 0 0 0,1 0 1 0 0,0 0-1 0 0,0 1 0 0 0,0-1 0 0 0,1 0 1 0 0,-1 0-1 0 0,1-1 0 0 0,0 1 0 0 0,-1 0 1 0 0,2-4-1 0 0,0 3-141 0 0,0 1 0 0 0,0-1 1 0 0,0 1-1 0 0,1-1 0 0 0,-1 1 1 0 0,1 0-1 0 0,0 0 0 0 0,0 0 1 0 0,0 0-1 0 0,1 0 0 0 0,-1 0 1 0 0,1 1-1 0 0,-1-1 0 0 0,1 1 1 0 0,0 0-1 0 0,0-1 0 0 0,0 1 1 0 0,0 1-1 0 0,6-4 0 0 0,3 0-183 0 0,0 0-1 0 0,0 0 1 0 0,0 1 0 0 0,1 0-1 0 0,25-3 1 0 0,31 6-5117 0 0,-52 3 2832 0 0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18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1 285 588 0 0,'21'11'3878'0'0,"-16"-8"-3506"0"0,-1 2 0 0 0,1-1 0 0 0,-1 0 0 0 0,0 1 0 0 0,0 0 0 0 0,0 0 0 0 0,-1 0 0 0 0,5 10 0 0 0,14 18 760 0 0,-19-23-535 0 0,5 17 15 0 0,-5-21 3264 0 0,0-15-3824 0 0,1 0 0 0 0,1 0 0 0 0,-1 0 0 0 0,1 1 0 0 0,1 0 0 0 0,-1 0 0 0 0,1 0 0 0 0,13-12 0 0 0,-18 19-51 0 0,5-6 10 0 0,1 1 1 0 0,1-1-1 0 0,-1 1 0 0 0,1 1 0 0 0,0 0 0 0 0,0 0 0 0 0,0 0 1 0 0,1 1-1 0 0,15-6 0 0 0,-21 10-20 0 0,-3-1 7 0 0,1 1 0 0 0,-1 0 0 0 0,1 0 0 0 0,0 0 0 0 0,-1 0 0 0 0,1 0 0 0 0,-1 0 0 0 0,1 0 0 0 0,0 0 0 0 0,-1 0 0 0 0,1 0 0 0 0,-1 0 0 0 0,1 0 0 0 0,0 0 0 0 0,-1 0 0 0 0,1 0 0 0 0,-1 1 0 0 0,1-1 0 0 0,-1 0 0 0 0,1 0 0 0 0,-1 1 0 0 0,1-1 0 0 0,-1 0 0 0 0,1 1 0 0 0,-1-1 0 0 0,1 0 0 0 0,-1 1 0 0 0,1 0 0 0 0,22 13-26 0 0,-21-13 22 0 0,9 12-16 0 0,-10-11 22 0 0,1 0 1 0 0,-1 0-1 0 0,0-1 0 0 0,1 1 1 0 0,-1-1-1 0 0,1 1 1 0 0,-1-1-1 0 0,1 0 1 0 0,-1 1-1 0 0,1-1 0 0 0,0 0 1 0 0,0 0-1 0 0,2 1 1 0 0,-3-2-7 0 0,55 18-274 0 0,-7-1 24 0 0,-34-14 207 0 0,-1 0 0 0 0,1-1 0 0 0,0-1 0 0 0,-1-1 0 0 0,1 0 0 0 0,0-1 0 0 0,0 0 0 0 0,-1-1 0 0 0,1-1 0 0 0,-1 0 0 0 0,26-11-1 0 0,-30 10 47 0 0,0-1-1 0 0,0-1 0 0 0,0 0 0 0 0,-1-1 0 0 0,0 0 0 0 0,-1 0 0 0 0,1 0 0 0 0,-1-1 0 0 0,-1-1 0 0 0,0 1 0 0 0,0-1 0 0 0,0 0 1 0 0,-1-1-1 0 0,-1 0 0 0 0,1 0 0 0 0,3-12 0 0 0,-3 10 102 0 0,-1-1 0 0 0,-1 1 0 0 0,0-1 0 0 0,-1 0 0 0 0,0 0 0 0 0,-1 0 0 0 0,0-1 0 0 0,-1 1 0 0 0,-1 0 0 0 0,0-1 1 0 0,-1 1-1 0 0,-5-26 0 0 0,6 38-91 0 0,0 1 0 0 0,-1-1-1 0 0,1 1 1 0 0,-1-1 0 0 0,1 1 0 0 0,0-1 0 0 0,-1 1 0 0 0,0-1 0 0 0,1 1 0 0 0,-1-1 0 0 0,1 1 0 0 0,-1 0 0 0 0,1 0 0 0 0,-1-1 0 0 0,0 1 0 0 0,1 0 0 0 0,-1 0 0 0 0,0-1 0 0 0,1 1-1 0 0,-1 0 1 0 0,0 0 0 0 0,1 0 0 0 0,-1 0 0 0 0,0 0 0 0 0,1 0 0 0 0,-1 0 0 0 0,0 0 0 0 0,1 0 0 0 0,-1 1 0 0 0,0-1 0 0 0,1 0 0 0 0,-1 0 0 0 0,0 1 0 0 0,1-1 0 0 0,-1 0-1 0 0,1 0 1 0 0,-1 1 0 0 0,1-1 0 0 0,-1 1 0 0 0,1-1 0 0 0,-2 1 0 0 0,-22 18 58 0 0,21-16-61 0 0,0 1 0 0 0,0 0 0 0 0,1-1-1 0 0,0 1 1 0 0,-1 1 0 0 0,2-1-1 0 0,-1 0 1 0 0,0 0 0 0 0,1 1 0 0 0,0-1-1 0 0,0 1 1 0 0,0-1 0 0 0,0 1 0 0 0,1 0-1 0 0,0-1 1 0 0,0 1 0 0 0,0-1-1 0 0,0 1 1 0 0,1 0 0 0 0,0-1 0 0 0,0 1-1 0 0,0-1 1 0 0,1 1 0 0 0,-1-1 0 0 0,1 0-1 0 0,0 0 1 0 0,0 0 0 0 0,0 0-1 0 0,5 6 1 0 0,7 11-18 0 0,2-1 1 0 0,0-1-1 0 0,1 0 0 0 0,22 18 0 0 0,-23-22-58 0 0,25 20-163 0 0,-32-29 73 0 0,1 1-1 0 0,-2 1 0 0 0,1 0 1 0 0,-1 0-1 0 0,0 0 0 0 0,-1 1 1 0 0,9 13-1 0 0,-16-21 150 0 0,1 0 0 0 0,-1 0 0 0 0,0 0 0 0 0,0 0 0 0 0,0 0 0 0 0,0 0 0 0 0,1 0 0 0 0,-1 0 1 0 0,-1 0-1 0 0,1 0 0 0 0,0 0 0 0 0,0 0 0 0 0,0 0 0 0 0,0 0 0 0 0,-1 0 0 0 0,1 0 0 0 0,0 0 0 0 0,-1 0 0 0 0,1 0 0 0 0,-1 0 0 0 0,1 0 0 0 0,-1 0 1 0 0,1 0-1 0 0,-1-1 0 0 0,0 1 0 0 0,0 0 0 0 0,1 0 0 0 0,-1-1 0 0 0,0 1 0 0 0,0-1 0 0 0,0 1 0 0 0,1 0 0 0 0,-1-1 0 0 0,0 0 0 0 0,0 1 1 0 0,0-1-1 0 0,0 1 0 0 0,0-1 0 0 0,-1 0 0 0 0,-40 11-16 0 0,-60-7 367 0 0,92-5-387 0 0,0 0-1 0 0,0 0 1 0 0,1-1-1 0 0,-1 0 1 0 0,1-1-1 0 0,-1 0 1 0 0,1 0 0 0 0,-11-6-1 0 0,5-5-1677 0 0,15-1-3992 0 0,3 3 2758 0 0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1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460 67 220 0 0,'0'-5'898'0'0,"-1"-1"0"0"0,1 1-1 0 0,-1 0 1 0 0,-1-1 0 0 0,1 1 0 0 0,-1 0-1 0 0,0 0 1 0 0,0 0 0 0 0,0 0 0 0 0,-7-10 1725 0 0,6 16-2567 0 0,1-1 1 0 0,-1 1-1 0 0,0 0 1 0 0,1 0-1 0 0,-1 0 0 0 0,1 0 1 0 0,-1 1-1 0 0,1-1 0 0 0,0 1 1 0 0,-1-1-1 0 0,1 1 0 0 0,0 0 1 0 0,0 0-1 0 0,0 0 0 0 0,0 0 1 0 0,-1 2-1 0 0,-31 43 393 0 0,25-34-323 0 0,-65 100 462 0 0,-60 125 1 0 0,128-226-663 0 0,-12 24-1005 0 0,-2-1 0 0 0,-33 44 0 0 0,51-76 525 0 0,-1 0 0 0 0,1-1 1 0 0,-1 1-1 0 0,0-1 1 0 0,0 0-1 0 0,0 0 0 0 0,0 0 1 0 0,0 0-1 0 0,0 0 0 0 0,-5 1 1 0 0,-5 1-2333 0 0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2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1 632 124 0 0,'228'-77'5108'0'0,"47"-19"-3218"0"0,-246 83-1730 0 0,0-1 0 0 0,-2-1 0 0 0,0-2-1 0 0,-1-1 1 0 0,0-1 0 0 0,-2 0-1 0 0,24-26 1 0 0,-37 33 13 0 0,0 0 0 0 0,-1-1 0 0 0,-1-1 0 0 0,0 0 0 0 0,-1 0 0 0 0,-1 0 0 0 0,0-1 0 0 0,-1 0 0 0 0,0-1 0 0 0,-1 1 0 0 0,-1-1 0 0 0,-1 0 0 0 0,3-17 0 0 0,-6 28-25 0 0,-1 0 0 0 0,1 1 0 0 0,-1-1 0 0 0,1 1 0 0 0,-1-1 0 0 0,-1 1 0 0 0,1-1 0 0 0,0 1 0 0 0,-1 0 0 0 0,0 0 0 0 0,0-1 0 0 0,-1 1 0 0 0,1 1 0 0 0,-1-1 0 0 0,1 0 0 0 0,-7-5 0 0 0,8 8 7 0 0,-3 1-119 0 0,1 1-1 0 0,-1 0 1 0 0,0 0-1 0 0,1 0 1 0 0,-1 0-1 0 0,1 1 1 0 0,0 0-1 0 0,-1-1 1 0 0,1 1-1 0 0,0 0 1 0 0,0 0-1 0 0,0 1 1 0 0,0-1-1 0 0,1 1 1 0 0,-1-1-1 0 0,1 1 1 0 0,-1 0-1 0 0,1 0 1 0 0,0 0-1 0 0,0 0 1 0 0,0 1 0 0 0,-1 4-1 0 0,-8 13 0 0 0,2 1 0 0 0,-11 32 1 0 0,12-27 39 0 0,-16 51 49 0 0,-24 147 0 0 0,-7 25 108 0 0,38-191-113 0 0,17-57-97 0 0,0-2-17 0 0,-1 0 1 0 0,1 0-1 0 0,0 0 0 0 0,0 0 0 0 0,0 0 0 0 0,0 0 1 0 0,0 0-1 0 0,0 1 0 0 0,0-1 0 0 0,-1 0 1 0 0,1 0-1 0 0,0 0 0 0 0,0 0 0 0 0,0 0 1 0 0,0 0-1 0 0,0 0 0 0 0,0 1 0 0 0,0-1 0 0 0,0 0 1 0 0,0 0-1 0 0,0 0 0 0 0,0 0 0 0 0,0 0 1 0 0,0 1-1 0 0,0-1 0 0 0,0 0 0 0 0,0 0 1 0 0,0 0-1 0 0,0 0 0 0 0,0 0 0 0 0,0 1 1 0 0,0-1-1 0 0,0 0 0 0 0,0 0 0 0 0,0 0 0 0 0,0 0 1 0 0,0 0-1 0 0,0 1 0 0 0,0-1 0 0 0,0 0 1 0 0,0 0-1 0 0,0 0 0 0 0,0 0 0 0 0,1 0 1 0 0,-1 0-1 0 0,0 1 0 0 0,0-1 0 0 0,0 0 0 0 0,0 0 1 0 0,0 0-1 0 0,0 0 0 0 0,0 0 0 0 0,1 0 1 0 0,-1 0-1 0 0,0 0 0 0 0,0 0 0 0 0,0 0 1 0 0,0 0-1 0 0,0 0 0 0 0,1 0 0 0 0,-1 0 1 0 0,0 0-1 0 0,0 0 0 0 0,0 0 0 0 0,1 0 0 0 0,6-9-7 0 0,3-4-16 0 0,1 0 0 0 0,25-23 0 0 0,-30 33 7 0 0,0 1 1 0 0,1-1 0 0 0,-1 1-1 0 0,1 0 1 0 0,-1 1-1 0 0,1 0 1 0 0,0 0-1 0 0,0 0 1 0 0,0 0 0 0 0,-1 1-1 0 0,1 1 1 0 0,0-1-1 0 0,0 1 1 0 0,9 2 0 0 0,17 0-45 0 0,-19-3 34 0 0,103 0-230 0 0,-104 0 227 0 0,0-2-1 0 0,-1 0 0 0 0,1 0 0 0 0,-1-1 0 0 0,0 0 1 0 0,24-11-1 0 0,-34 13 73 0 0,0 0 0 0 0,0-1 0 0 0,0 1 0 0 0,0-1 0 0 0,0 1 0 0 0,0-1 0 0 0,0 0 0 0 0,0 0 0 0 0,-1 0 1 0 0,1 0-1 0 0,-1 0 0 0 0,1 0 0 0 0,-1 0 0 0 0,0-1 0 0 0,0 1 0 0 0,0 0 0 0 0,0-1 0 0 0,-1 1 0 0 0,1-1 0 0 0,0-3 1 0 0,-1 5 12 0 0,1-1 0 0 0,-1 0 0 0 0,0 1 0 0 0,-1-1 0 0 0,1 1 1 0 0,0-1-1 0 0,0 0 0 0 0,-1 1 0 0 0,1-1 0 0 0,-1 1 0 0 0,1-1 0 0 0,-1 1 1 0 0,0-1-1 0 0,1 1 0 0 0,-1 0 0 0 0,0-1 0 0 0,0 1 0 0 0,0 0 1 0 0,0-1-1 0 0,0 1 0 0 0,0 0 0 0 0,0 0 0 0 0,-1 0 0 0 0,1 0 1 0 0,0 0-1 0 0,-1 0 0 0 0,1 1 0 0 0,-1-1 0 0 0,1 0 0 0 0,-1 1 0 0 0,-1-2 1 0 0,1 2 66 0 0,2 0-54 0 0,-1-1-73 0 0,1 1 1 0 0,-1 0-1 0 0,1 0 1 0 0,-1-1-1 0 0,1 1 1 0 0,-1 0-1 0 0,1 0 1 0 0,-1 0-1 0 0,1-1 1 0 0,-1 1-1 0 0,1 0 1 0 0,-1 0-1 0 0,1 0 1 0 0,-1 0-1 0 0,1 0 1 0 0,-1 0-1 0 0,0 0 1 0 0,1 0-1 0 0,-1 1 1 0 0,1-1-1 0 0,-1 0 1 0 0,1 0-1 0 0,-1 0 1 0 0,1 0-1 0 0,-1 1 1 0 0,0 1-97 0 0,1 0 1 0 0,0 0-1 0 0,-1 0 1 0 0,1 0-1 0 0,0 0 0 0 0,0 0 1 0 0,0 0-1 0 0,1 0 0 0 0,-1 0 1 0 0,0 0-1 0 0,1 0 1 0 0,-1 0-1 0 0,1 0 0 0 0,0 0 1 0 0,0 0-1 0 0,0 0 1 0 0,0 0-1 0 0,0-1 0 0 0,0 1 1 0 0,0 0-1 0 0,0-1 0 0 0,1 1 1 0 0,-1-1-1 0 0,1 1 1 0 0,-1-1-1 0 0,2 1 0 0 0,24 16-2431 0 0,2-5-3375 0 0,-6-5 1982 0 0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4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6 785 344 0 0,'-5'12'3740'0'0,"9"-8"-1394"0"0,19-12-399 0 0,27-23-1084 0 0,-25 12-593 0 0,-1-2 1 0 0,0-1 0 0 0,-2-1 0 0 0,-1 0 0 0 0,0-2 0 0 0,-2-1 0 0 0,-1 0 0 0 0,-1-1 0 0 0,-2-1 0 0 0,0 0 0 0 0,-2-1 0 0 0,-1-1 0 0 0,12-44 0 0 0,-15 35-158 0 0,-1 0-1 0 0,3-57 1 0 0,-10 77-34 0 0,-1 0 0 0 0,0 0 0 0 0,-2-1 0 0 0,0 1 0 0 0,-1 0 0 0 0,-1 0 0 0 0,-6-18 0 0 0,10 36-73 0 0,0 0 0 0 0,0 1 0 0 0,-1-1 1 0 0,1 1-1 0 0,0-1 0 0 0,0 0 1 0 0,0 1-1 0 0,0-1 0 0 0,-1 1 0 0 0,1-1 1 0 0,0 0-1 0 0,0 1 0 0 0,-1-1 1 0 0,1 1-1 0 0,-1-1 0 0 0,1 1 0 0 0,0-1 1 0 0,-1 1-1 0 0,1-1 0 0 0,-1 1 0 0 0,1 0 1 0 0,-1-1-1 0 0,1 1 0 0 0,-1 0 1 0 0,1-1-1 0 0,-1 1 0 0 0,0 0 0 0 0,1 0 1 0 0,-1-1-1 0 0,1 1 0 0 0,-1 0 1 0 0,0 0-1 0 0,1 0 0 0 0,-1 0 0 0 0,0 0 1 0 0,1 0-1 0 0,-1 0 0 0 0,1 0 1 0 0,-2 0-1 0 0,0 2-1 0 0,0-1 0 0 0,0 1 0 0 0,0-1 0 0 0,0 1 0 0 0,1 0 0 0 0,-1-1 0 0 0,0 1 1 0 0,1 0-1 0 0,0 0 0 0 0,-3 5 0 0 0,-25 60 0 0 0,10-3 1 0 0,2 0 0 0 0,4 2 0 0 0,-10 112 0 0 0,18-99 12 0 0,2-39-24 0 0,2 67 0 0 0,2-99-5 0 0,-1 1-12 0 0,0 1 0 0 0,1 0-1 0 0,0-1 1 0 0,0 1 0 0 0,1 0-1 0 0,1-1 1 0 0,-1 0 0 0 0,1 0 0 0 0,1 0-1 0 0,0 0 1 0 0,0 0 0 0 0,11 15-1 0 0,-13-22 22 0 0,1 0-1 0 0,-1-1 0 0 0,0 1 0 0 0,1-1 0 0 0,-1 0 1 0 0,0 0-1 0 0,1 0 0 0 0,-1 0 0 0 0,1 0 0 0 0,0 0 1 0 0,-1-1-1 0 0,1 1 0 0 0,0-1 0 0 0,-1 0 1 0 0,1 0-1 0 0,0 0 0 0 0,-1 0 0 0 0,1 0 0 0 0,3-1 1 0 0,54-12-67 0 0,-49 10 54 0 0,14-6 14 0 0,0 0 0 0 0,0-2 0 0 0,-1-1 1 0 0,0-1-1 0 0,-1 0 0 0 0,0-2 0 0 0,-1-1 0 0 0,-1-1 0 0 0,-1 0 1 0 0,0-2-1 0 0,25-30 0 0 0,-43 46 81 0 0,0 0 1 0 0,-1 0 0 0 0,1-1-1 0 0,0 1 1 0 0,-1 0-1 0 0,0 0 1 0 0,0-1-1 0 0,0 1 1 0 0,0-1-1 0 0,0 1 1 0 0,-1-1-1 0 0,0 0 1 0 0,1 1 0 0 0,-2-6-1 0 0,-1 8-73 0 0,-1 0 1 0 0,0 0-1 0 0,1 0 0 0 0,-1 0 0 0 0,0 1 1 0 0,0-1-1 0 0,0 1 0 0 0,0 0 0 0 0,1-1 0 0 0,-1 1 1 0 0,0 1-1 0 0,0-1 0 0 0,0 0 0 0 0,-5 2 1 0 0,-4 3-8 0 0,1 0 0 0 0,0 1 0 0 0,0 0 0 0 0,0 1 0 0 0,-18 16 0 0 0,24-18-1 0 0,1-1 0 0 0,0 1 0 0 0,-1 0 0 0 0,2 0-1 0 0,-1 0 1 0 0,1 0 0 0 0,0 1 0 0 0,0-1 0 0 0,0 1 0 0 0,1 0 0 0 0,0 0 0 0 0,0 0 0 0 0,0 0 0 0 0,0 8 0 0 0,1-12-3 0 0,1 0-1 0 0,0 0 1 0 0,0 0 0 0 0,0 0 0 0 0,0 0 0 0 0,0 0-1 0 0,0 0 1 0 0,0 0 0 0 0,1-1 0 0 0,-1 1 0 0 0,1 0 0 0 0,0 0-1 0 0,-1 0 1 0 0,1 0 0 0 0,0-1 0 0 0,0 1 0 0 0,0 0-1 0 0,0-1 1 0 0,0 1 0 0 0,0-1 0 0 0,1 1 0 0 0,-1-1-1 0 0,0 0 1 0 0,1 0 0 0 0,-1 1 0 0 0,1-1 0 0 0,0 0 0 0 0,-1 0-1 0 0,1 0 1 0 0,0 0 0 0 0,-1-1 0 0 0,1 1 0 0 0,0 0-1 0 0,0-1 1 0 0,0 1 0 0 0,0-1 0 0 0,0 0 0 0 0,-1 0-1 0 0,1 0 1 0 0,0 0 0 0 0,3 0 0 0 0,10 0-78 0 0,-1-1-1 0 0,1 0 1 0 0,0-1 0 0 0,17-4-1 0 0,-18 3 7 0 0,1-1-70 0 0,0 0 0 0 0,29-11-1 0 0,-38 12 152 0 0,0 1 0 0 0,0-1 0 0 0,0-1 0 0 0,-1 1 0 0 0,0-1 0 0 0,0 1 0 0 0,0-1-1 0 0,0-1 1 0 0,8-8 0 0 0,-13 12 97 0 0,2 1-81 0 0,-1 0 1 0 0,0-1 0 0 0,0 1 0 0 0,0 0 0 0 0,1-1 0 0 0,-1 1-1 0 0,0 0 1 0 0,0-1 0 0 0,0 0 0 0 0,0 1 0 0 0,0-1 0 0 0,0 0-1 0 0,0 1 1 0 0,0-1 0 0 0,0 0 0 0 0,0 0 0 0 0,0 0-1 0 0,-1 0 1 0 0,2-1 0 0 0,15-15 1088 0 0,-15 16-1043 0 0,0-1-62 0 0,0 0 1 0 0,0 0 1 0 0,0 0-1 0 0,0 0 0 0 0,0 0 0 0 0,-1 0 1 0 0,1 0-1 0 0,-1-1 0 0 0,0 1 0 0 0,1-1 1 0 0,-1 1-1 0 0,1-4 0 0 0,-2 4 20 0 0,7-10-67 0 0,-4 4 39 0 0,-2 7-1 0 0,-1-1-25 0 0,1-5 34 0 0,-1 6 104 0 0,-3 0-170 0 0,0 1 56 0 0,0 0 0 0 0,1 0 1 0 0,-1 0-1 0 0,0 0 0 0 0,0 1 1 0 0,0-1-1 0 0,1 1 0 0 0,-1 0 1 0 0,0 0-1 0 0,1 0 0 0 0,-1 0 1 0 0,0 0-1 0 0,1 0 0 0 0,-1 1 1 0 0,1-1-1 0 0,0 1 0 0 0,0 0 1 0 0,-1-1-1 0 0,1 1 0 0 0,-2 2 1 0 0,-36 47-73 0 0,36-46 70 0 0,3-3 6 0 0,0-1 0 0 0,0 1 0 0 0,1-1 1 0 0,-1 1-1 0 0,0-1 0 0 0,1 1 0 0 0,-1 0 0 0 0,1-1 1 0 0,0 1-1 0 0,-1 0 0 0 0,1-1 0 0 0,0 1 0 0 0,0 0 1 0 0,0-1-1 0 0,0 1 0 0 0,1 0 0 0 0,-1-1 0 0 0,0 1 1 0 0,1 0-1 0 0,-1-1 0 0 0,1 1 0 0 0,-1-1 0 0 0,1 1 1 0 0,0-1-1 0 0,1 2 0 0 0,-2-1-14 0 0,8-2-37 0 0,-1-1 0 0 0,0 0 0 0 0,0 0 0 0 0,0 0 0 0 0,0-1 1 0 0,0 0-1 0 0,0 0 0 0 0,-1-1 0 0 0,1 0 0 0 0,-1 0 0 0 0,1-1 0 0 0,6-5 0 0 0,-12 8 5 0 0,0 1 36 0 0,-1 0-1 0 0,1 0 1 0 0,-1 0-1 0 0,1 1 1 0 0,-1-1-1 0 0,1 0 1 0 0,0 0-1 0 0,-1 0 1 0 0,1 0-1 0 0,-1 1 1 0 0,1-1-1 0 0,-1 0 1 0 0,1 1 0 0 0,-1-1-1 0 0,1 0 1 0 0,-1 1-1 0 0,0-1 1 0 0,1 0-1 0 0,-1 1 1 0 0,1-1-1 0 0,-1 1 1 0 0,0-1-1 0 0,1 1 1 0 0,-1-1-1 0 0,0 1 1 0 0,0-1 0 0 0,1 1-1 0 0,-1-1 1 0 0,0 1-1 0 0,0-1 1 0 0,0 1-1 0 0,0 0 1 0 0,0-1-1 0 0,0 1 1 0 0,0-1-1 0 0,0 1 1 0 0,0-1-1 0 0,0 1 1 0 0,0 0 0 0 0,0-1-1 0 0,0 1 1 0 0,0-1-1 0 0,0 1 1 0 0,-1-1-1 0 0,1 2 1 0 0,0 2-34 0 0,0-2 30 0 0,7 20-36 0 0,-2-17 46 0 0,-3-5 8 0 0,-1 1-1 0 0,1-1 0 0 0,0 1 0 0 0,0-1 0 0 0,-1 0 1 0 0,1 1-1 0 0,0-1 0 0 0,0 0 0 0 0,-1 0 1 0 0,1 0-1 0 0,0-1 0 0 0,0 1 0 0 0,0 0 1 0 0,-1-1-1 0 0,1 1 0 0 0,0-1 0 0 0,-1 1 0 0 0,1-1 1 0 0,0 0-1 0 0,-1 0 0 0 0,1 0 0 0 0,-1 0 1 0 0,2-1-1 0 0,51-34 24 0 0,-50 33-29 0 0,-3 2 0 0 0,0-1 0 0 0,1 1 1 0 0,-1 0-1 0 0,0 0 0 0 0,1 0 0 0 0,-1 0 1 0 0,1 0-1 0 0,0 1 0 0 0,-1-1 1 0 0,1 0-1 0 0,0 1 0 0 0,-1-1 0 0 0,1 1 1 0 0,0-1-1 0 0,-1 1 0 0 0,1 0 0 0 0,0 0 1 0 0,0 0-1 0 0,0 0 0 0 0,-1 0 0 0 0,1 0 1 0 0,2 1-1 0 0,-2-1 13 0 0,34 29-2446 0 0,-21-21-4201 0 0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4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1 304 0 0,'0'0'7926'0'0,"0"6"-7633"0"0,1 14 18 0 0,0-4-26 0 0,-1-1 1 0 0,-1 0 0 0 0,0 0-1 0 0,-1 0 1 0 0,0 0 0 0 0,-5 16 0 0 0,6-29-226 0 0,1-2-41 0 0,0 0 0 0 0,1 0 0 0 0,-1 0 0 0 0,0 0 0 0 0,0 0-1 0 0,0 0 1 0 0,0 0 0 0 0,0 0 0 0 0,0 0 0 0 0,0 0 0 0 0,1 0-1 0 0,-1 0 1 0 0,0 0 0 0 0,0 0 0 0 0,0 0 0 0 0,0 0 0 0 0,0 0 0 0 0,0 0-1 0 0,1 0 1 0 0,-1 0 0 0 0,0 0 0 0 0,0 0 0 0 0,0 0 0 0 0,0 0-1 0 0,0 0 1 0 0,0 0 0 0 0,0 1 0 0 0,0-1 0 0 0,0 0 0 0 0,1 0 0 0 0,-1 0-1 0 0,0 0 1 0 0,0 0 0 0 0,0 0 0 0 0,0 0 0 0 0,0 0 0 0 0,0 1-1 0 0,0-1 1 0 0,0 0 0 0 0,0 0 0 0 0,0 0 0 0 0,0 0 0 0 0,0 0 0 0 0,0 0-1 0 0,0 1 1 0 0,0-1 0 0 0,0 0 0 0 0,0 0 0 0 0,0 0 0 0 0,0 0-1 0 0,0 0 1 0 0,0 0 0 0 0,0 1 0 0 0,0-1 0 0 0,0 0 0 0 0,0 0 0 0 0,-1 0-1 0 0,1 0 1 0 0,0 0 0 0 0,0 0 0 0 0,0 0 0 0 0,0 0 0 0 0,0 0-1 0 0,0 1 1 0 0,0-1 0 0 0,0 0 0 0 0,-1 0 0 0 0,65-58 440 0 0,-62 56-449 0 0,-1 1 0 0 0,1 0 1 0 0,-1-1-1 0 0,1 1 0 0 0,0 0 0 0 0,0 0 0 0 0,-1 0 0 0 0,1 0 1 0 0,0 1-1 0 0,0-1 0 0 0,0 0 0 0 0,0 1 0 0 0,0 0 0 0 0,0-1 1 0 0,0 1-1 0 0,0 0 0 0 0,0 0 0 0 0,0 0 0 0 0,0 0 0 0 0,0 0 1 0 0,4 1-1 0 0,45 20 45 0 0,-43-17-50 0 0,-1 0-1 0 0,1 0 1 0 0,0-1 0 0 0,0 0 0 0 0,0-1-1 0 0,11 2 1 0 0,-14-3 28 0 0,0 0 0 0 0,0-1-1 0 0,0 0 1 0 0,-1 0 0 0 0,1 0-1 0 0,0 0 1 0 0,0-1 0 0 0,0 1 0 0 0,-1-2-1 0 0,1 1 1 0 0,0 0 0 0 0,-1-1-1 0 0,1 0 1 0 0,-1 0 0 0 0,0 0-1 0 0,1 0 1 0 0,-1-1 0 0 0,0 0 0 0 0,6-5-1 0 0,-9 7 291 0 0,-31 8-2193 0 0,24-6 1198 0 0,2 5-553 0 0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5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1 362 376 0 0,'0'0'8359'0'0,"8"-4"-7328"0"0,-3 5 1909 0 0,-2 2-2876 0 0,1 0 0 0 0,0-1 0 0 0,0 1 1 0 0,0-1-1 0 0,0 0 0 0 0,0 0 0 0 0,0-1 0 0 0,1 1 0 0 0,-1-1 1 0 0,0 0-1 0 0,1 0 0 0 0,6 0 0 0 0,-8-1-54 0 0,0-1 1 0 0,0 1-1 0 0,1-1 0 0 0,-1 0 1 0 0,0 0-1 0 0,0 0 0 0 0,0 0 1 0 0,0-1-1 0 0,0 1 0 0 0,0-1 1 0 0,0 1-1 0 0,-1-1 0 0 0,1 0 1 0 0,0 0-1 0 0,-1-1 0 0 0,0 1 1 0 0,1 0-1 0 0,-1-1 0 0 0,3-4 1 0 0,1-3-5 0 0,0 0 1 0 0,0-1-1 0 0,-1 1 1 0 0,0-1-1 0 0,-1 0 1 0 0,-1-1 0 0 0,0 1-1 0 0,0-1 1 0 0,-1 1-1 0 0,0-1 1 0 0,-1-23 0 0 0,-1-9 1352 0 0,-11-78 1 0 0,11 121-1255 0 0,0 0 1 0 0,0-1-1 0 0,0 1 0 0 0,0 0 1 0 0,0 0-1 0 0,0-1 0 0 0,0 1 1 0 0,-1 0-1 0 0,1 0 0 0 0,0-1 1 0 0,-1 1-1 0 0,1 0 0 0 0,-1 0 1 0 0,1 0-1 0 0,-1 0 0 0 0,0 0 1 0 0,0 0-1 0 0,1 0 0 0 0,-1 0 1 0 0,-1-1-1 0 0,1 2-56 0 0,0 0 1 0 0,0 1-1 0 0,1-1 0 0 0,-1 1 1 0 0,0-1-1 0 0,1 1 0 0 0,-1-1 1 0 0,0 1-1 0 0,1 0 0 0 0,-1-1 1 0 0,1 1-1 0 0,-1 0 0 0 0,1 0 1 0 0,-1-1-1 0 0,1 1 0 0 0,-1 0 1 0 0,1 0-1 0 0,0-1 0 0 0,-1 1 1 0 0,1 1-1 0 0,-16 57 457 0 0,3 134-1130 0 0,16-128-2774 0 0,8-2-4268 0 0,-5-35 2823 0 0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2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1 819 392 0 0,'9'-3'627'0'0,"1"0"1"0"0,-1-1-1 0 0,0 0 1 0 0,0 0-1 0 0,0-1 0 0 0,0 0 1 0 0,-1-1-1 0 0,14-11 1 0 0,58-62 1665 0 0,-56 53-1604 0 0,3-3-115 0 0,-2-1-1 0 0,0-1 0 0 0,-2-1 1 0 0,28-53-1 0 0,-40 62-412 0 0,0 0 0 0 0,-2 0 1 0 0,0-1-1 0 0,-2 0 1 0 0,0-1-1 0 0,-2 1 0 0 0,0-1 1 0 0,0-30-1 0 0,-5 40-117 0 0,-2 1 1 0 0,1-1-1 0 0,-2 1 1 0 0,0-1-1 0 0,-1 1 1 0 0,0 0-1 0 0,-1 0 1 0 0,0 0-1 0 0,-1 1 1 0 0,-14-23-1 0 0,17 31-30 0 0,2 4-14 0 0,1-1 0 0 0,-1 0 0 0 0,0 1 1 0 0,1-1-1 0 0,-1 1 0 0 0,0 0 0 0 0,0-1 0 0 0,0 1 0 0 0,0 0 0 0 0,0-1 0 0 0,-1 1 0 0 0,1 0 0 0 0,0 0 0 0 0,-1 0 0 0 0,1 0 0 0 0,0 0 0 0 0,-1 0 0 0 0,1 1 0 0 0,-1-1 0 0 0,1 0 0 0 0,-1 1 1 0 0,-3-1-1 0 0,4 1-3 0 0,0 0 1 0 0,-1 1 0 0 0,1 0-1 0 0,0-1 1 0 0,0 1-1 0 0,0 0 1 0 0,-1 0 0 0 0,1 0-1 0 0,0 0 1 0 0,0 0 0 0 0,0 0-1 0 0,0 0 1 0 0,1 0 0 0 0,-1 0-1 0 0,0 0 1 0 0,0 0 0 0 0,1 0-1 0 0,-1 1 1 0 0,1-1 0 0 0,-1 0-1 0 0,0 3 1 0 0,-13 33-11 0 0,13-34 8 0 0,-11 39 6 0 0,1-1 1 0 0,2 2 0 0 0,-5 68 0 0 0,7 128 20 0 0,7-108-17 0 0,-1-97 25 0 0,-2 0 0 0 0,0 0 0 0 0,-14 51 0 0 0,16-83 13 0 0,1 12 1742 0 0,1-21-1717 0 0,-1 4-71 0 0,0-11 28 0 0,1 1 0 0 0,1 0 0 0 0,0 0 0 0 0,1 0 0 0 0,0 0 0 0 0,1 1 0 0 0,8-20 0 0 0,-11 30-45 0 0,1 0-1 0 0,-1 0 1 0 0,1 1-1 0 0,-1-1 1 0 0,1 0-1 0 0,0 1 1 0 0,0 0-1 0 0,-1-1 1 0 0,1 1-1 0 0,0 0 1 0 0,0 0-1 0 0,0 0 1 0 0,1 0-1 0 0,-1 0 1 0 0,0 1 0 0 0,0-1-1 0 0,0 1 1 0 0,1-1-1 0 0,-1 1 1 0 0,0 0-1 0 0,0 0 1 0 0,1 0-1 0 0,-1 0 1 0 0,0 0-1 0 0,1 0 1 0 0,3 2-1 0 0,8 1-12 0 0,-1 1 0 0 0,0 0 1 0 0,20 10-1 0 0,2 0-7 0 0,-13-7 28 0 0,1-1 1 0 0,0-1-1 0 0,0-1 0 0 0,0-1 1 0 0,0-1-1 0 0,45-2 0 0 0,-58-1 13 0 0,0 0 1 0 0,0-1-1 0 0,0-1 0 0 0,0 0 0 0 0,0 0 1 0 0,0 0-1 0 0,0-2 0 0 0,-1 1 0 0 0,0-1 0 0 0,0 0 1 0 0,0-1-1 0 0,-1 0 0 0 0,0 0 0 0 0,0-1 0 0 0,0 0 1 0 0,-1-1-1 0 0,13-16 0 0 0,-14 15-3 0 0,0-1 0 0 0,0 1 1 0 0,-1-1-1 0 0,0-1 0 0 0,0 1 0 0 0,-1-1 0 0 0,-1 0 0 0 0,0 0 1 0 0,-1 0-1 0 0,3-22 0 0 0,-1 9-23 0 0,-4 23 21 0 0,1 0-1 0 0,-1 0 0 0 0,0 0 1 0 0,0 0-1 0 0,0 0 0 0 0,0 0 0 0 0,0 0 1 0 0,0 0-1 0 0,0 0 0 0 0,-1 0 1 0 0,1 0-1 0 0,0 0 0 0 0,-1 0 1 0 0,1 0-1 0 0,0 0 0 0 0,-1 0 0 0 0,1 0 1 0 0,-1 0-1 0 0,1 0 0 0 0,-1 1 1 0 0,0-1-1 0 0,1 0 0 0 0,-1 0 1 0 0,0 1-1 0 0,0-1 0 0 0,0 0 0 0 0,1 1 1 0 0,-1-1-1 0 0,0 1 0 0 0,0-1 1 0 0,0 1-1 0 0,0-1 0 0 0,0 1 0 0 0,0 0 1 0 0,0-1-1 0 0,-1 1 0 0 0,-1 0-22 0 0,-26 18-46 0 0,27-16 69 0 0,0 1-1 0 0,0 0 0 0 0,0-1 1 0 0,0 1-1 0 0,0 0 0 0 0,1 0 1 0 0,-1 0-1 0 0,1 0 0 0 0,0 1 0 0 0,0-1 1 0 0,0 0-1 0 0,0 0 0 0 0,1 1 1 0 0,-1-1-1 0 0,1 0 0 0 0,0 1 1 0 0,0-1-1 0 0,0 1 0 0 0,0-1 1 0 0,1 0-1 0 0,-1 1 0 0 0,1-1 0 0 0,0 0 1 0 0,0 1-1 0 0,0-1 0 0 0,1 0 1 0 0,-1 0-1 0 0,1 0 0 0 0,-1 0 1 0 0,1 0-1 0 0,0-1 0 0 0,0 1 1 0 0,0 0-1 0 0,1-1 0 0 0,-1 1 0 0 0,0-1 1 0 0,1 0-1 0 0,0 0 0 0 0,0 0 1 0 0,-1 0-1 0 0,5 2 0 0 0,5 2-22 0 0,0 0 0 0 0,0 0 0 0 0,0-1 0 0 0,1-1 0 0 0,0 0 0 0 0,-1-1 0 0 0,1 0 0 0 0,1-1-1 0 0,17 1 1 0 0,-4-3-37 0 0,0-2-1 0 0,0-1 0 0 0,0-1 1 0 0,0-2-1 0 0,-1 0 0 0 0,0-2 1 0 0,0 0-1 0 0,-1-2 0 0 0,0-1 1 0 0,0-1-1 0 0,-2-1 0 0 0,1-1 1 0 0,-2-1-1 0 0,0-1 0 0 0,-1-1 1 0 0,0-1-1 0 0,34-40 0 0 0,-48 49 86 0 0,-1-1-1 0 0,0 0 0 0 0,0 0 0 0 0,-1 0 1 0 0,0-1-1 0 0,-1 1 0 0 0,0-1 1 0 0,-1 0-1 0 0,2-14 0 0 0,-4 21 27 0 0,0-1-1 0 0,0 0 0 0 0,-1 1 1 0 0,0-1-1 0 0,0 0 0 0 0,0 1 1 0 0,-1-1-1 0 0,0 0 0 0 0,0 1 1 0 0,0-1-1 0 0,0 1 1 0 0,-1-1-1 0 0,1 1 0 0 0,-1-1 1 0 0,0 1-1 0 0,0 0 0 0 0,-1 0 1 0 0,0 0-1 0 0,1 0 1 0 0,-1 1-1 0 0,0-1 0 0 0,-1 1 1 0 0,1-1-1 0 0,-6-3 0 0 0,8 6-39 0 0,0 0-1 0 0,0 0 0 0 0,0 0 0 0 0,-1 1 1 0 0,1-1-1 0 0,0 1 0 0 0,0-1 1 0 0,0 0-1 0 0,-1 1 0 0 0,1 0 0 0 0,0-1 1 0 0,-1 1-1 0 0,1 0 0 0 0,0 0 1 0 0,0 0-1 0 0,-1 0 0 0 0,1 0 0 0 0,0 0 1 0 0,-1 0-1 0 0,1 0 0 0 0,0 0 1 0 0,-1 0-1 0 0,1 1 0 0 0,0-1 0 0 0,-3 2 1 0 0,2-1-3 0 0,0 1 0 0 0,1-1 0 0 0,-1 1 0 0 0,0 0-1 0 0,0 0 1 0 0,1 0 0 0 0,-1 0 0 0 0,1 0 0 0 0,0 0 0 0 0,-1 0 0 0 0,1 1 0 0 0,-1 3 0 0 0,-2 5-1 0 0,1 1 0 0 0,0-1 1 0 0,1 1-1 0 0,-1 18 0 0 0,3-14 2 0 0,1 1 1 0 0,0-1-1 0 0,2 1 0 0 0,0-1 0 0 0,0 0 1 0 0,2 0-1 0 0,0 0 0 0 0,1-1 0 0 0,0 1 1 0 0,1-2-1 0 0,1 1 0 0 0,0-1 0 0 0,1 0 1 0 0,1 0-1 0 0,0-1 0 0 0,1-1 0 0 0,0 0 1 0 0,1 0-1 0 0,0-1 0 0 0,1 0 0 0 0,0-1 1 0 0,1-1-1 0 0,24 13 0 0 0,-31-19-17 0 0,1 1-1 0 0,0-2 1 0 0,0 1-1 0 0,0-1 0 0 0,0 0 1 0 0,0-1-1 0 0,0 0 1 0 0,0 0-1 0 0,1 0 1 0 0,-1-1-1 0 0,0-1 1 0 0,0 1-1 0 0,1-2 1 0 0,-1 1-1 0 0,15-5 1 0 0,-14 2-2 0 0,1-1 0 0 0,-1 1 0 0 0,0-2 0 0 0,0 1 0 0 0,-1-2 0 0 0,0 1 0 0 0,0-1 0 0 0,0 0 0 0 0,-1 0 0 0 0,0-1 0 0 0,7-9 0 0 0,4-11 61 0 0,-1-1 0 0 0,-1 0 1 0 0,-1-1-1 0 0,-2 0 0 0 0,-1-2 0 0 0,13-53 1 0 0,-7-24 2057 0 0,-17 97-1618 0 0,0 11-337 0 0,-12 153 605 0 0,-7 548-461 0 0,17-597-102 0 0,1-101 421 0 0,-1-12-548 0 0,1-15-84 0 0,1-1 0 0 0,1 1 0 0 0,1 0 0 0 0,1 0 0 0 0,2 0-1 0 0,0 0 1 0 0,2 1 0 0 0,0 0 0 0 0,20-37 0 0 0,-12 29-87 0 0,1 0 1 0 0,2 2 0 0 0,1 0-1 0 0,2 2 1 0 0,0 0-1 0 0,42-39 1 0 0,-56 60 59 0 0,1 0-1 0 0,-1 1 1 0 0,1 0-1 0 0,0 1 1 0 0,0 0 0 0 0,19-7-1 0 0,-26 11 35 0 0,1 0-1 0 0,-1 0 1 0 0,0 0 0 0 0,1 0-1 0 0,-1 1 1 0 0,1-1-1 0 0,-1 1 1 0 0,1 0 0 0 0,-1-1-1 0 0,1 1 1 0 0,-1 1-1 0 0,1-1 1 0 0,-1 0-1 0 0,1 0 1 0 0,-1 1 0 0 0,1-1-1 0 0,-1 1 1 0 0,0 0-1 0 0,1 0 1 0 0,-1 0 0 0 0,0 0-1 0 0,0 0 1 0 0,0 1-1 0 0,1-1 1 0 0,-1 1 0 0 0,0-1-1 0 0,-1 1 1 0 0,1-1-1 0 0,0 1 1 0 0,0 0 0 0 0,-1 0-1 0 0,1 0 1 0 0,1 4-1 0 0,-3-4 12 0 0,1 0-1 0 0,-1 0 0 0 0,0 1 1 0 0,0-1-1 0 0,0 0 0 0 0,-1 0 1 0 0,1 0-1 0 0,0 1 1 0 0,-1-1-1 0 0,1 0 0 0 0,-1 0 1 0 0,0 0-1 0 0,0 0 0 0 0,0 0 1 0 0,0 0-1 0 0,0 0 0 0 0,0-1 1 0 0,0 1-1 0 0,-1 0 0 0 0,1 0 1 0 0,-1-1-1 0 0,1 1 1 0 0,-1-1-1 0 0,0 1 0 0 0,1-1 1 0 0,-1 0-1 0 0,0 0 0 0 0,-3 2 1 0 0,-54 33-23 0 0,35-25-287 0 0,-1-1 1 0 0,-47 13-1 0 0,31-15-2667 0 0,-1-5-3962 0 0,28-3 2983 0 0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3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96 696 0 0,'26'-94'8835'0'0,"-25"92"-8236"0"0,-1 17 3115 0 0,-4 70-3201 0 0,-15 46-1595 0 0,18-128 462 0 0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4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54 912 0 0,'17'-53'8593'0'0,"33"64"-11878"0"0,-43-7 929 0 0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4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0 215 372 0 0,'2'3'326'0'0,"0"0"0"0"0,-1 1-1 0 0,1 0 1 0 0,-1-1 0 0 0,0 1-1 0 0,0 0 1 0 0,0-1 0 0 0,0 1 0 0 0,-1 0-1 0 0,0 0 1 0 0,1 0 0 0 0,-1-1 0 0 0,-1 1-1 0 0,1 0 1 0 0,0 0 0 0 0,-1 0 0 0 0,0-1-1 0 0,0 1 1 0 0,-2 5 0 0 0,-3 25 4963 0 0,6-42-5252 0 0,1-1-1 0 0,0 0 0 0 0,0 0 0 0 0,1 1 0 0 0,0-1 0 0 0,0 0 0 0 0,1 1 0 0 0,0 0 0 0 0,1 0 0 0 0,0 0 0 0 0,0 0 0 0 0,0 0 0 0 0,1 1 0 0 0,1 0 1 0 0,-1 0-1 0 0,1 0 0 0 0,0 1 0 0 0,0 0 0 0 0,1 0 0 0 0,0 0 0 0 0,0 1 0 0 0,0 0 0 0 0,1 1 0 0 0,0-1 0 0 0,-1 1 0 0 0,2 1 0 0 0,13-5 1 0 0,-19 7-39 0 0,0 0 0 0 0,0 1 1 0 0,0-1-1 0 0,0 1 1 0 0,0 0-1 0 0,1-1 1 0 0,-1 1-1 0 0,0 1 1 0 0,0-1-1 0 0,0 0 1 0 0,0 1-1 0 0,0 0 1 0 0,0 0-1 0 0,0 0 1 0 0,0 0-1 0 0,0 0 1 0 0,0 0-1 0 0,-1 1 1 0 0,1 0-1 0 0,0-1 0 0 0,-1 1 1 0 0,1 0-1 0 0,-1 0 1 0 0,3 3-1 0 0,24 16-34 0 0,-27-20 49 0 0,6 1-15 0 0,-8-1-7 0 0,1-1 0 0 0,-1 0 1 0 0,1 1-1 0 0,-1-1 0 0 0,1 0 0 0 0,-1 1 0 0 0,1-1 1 0 0,0 0-1 0 0,-1 0 0 0 0,1 0 0 0 0,-1 0 0 0 0,1 0 1 0 0,0 0-1 0 0,-1 0 0 0 0,1 0 0 0 0,-1 0 1 0 0,1 0-1 0 0,-1 0 0 0 0,1 0 0 0 0,0 0 0 0 0,-1 0 1 0 0,1 0-1 0 0,-1 0 0 0 0,2-1 0 0 0,13-4-194 0 0,-1 0-1 0 0,2 2 0 0 0,-1 0 1 0 0,0 0-1 0 0,1 1 1 0 0,-1 1-1 0 0,1 1 0 0 0,-1 0 1 0 0,1 1-1 0 0,18 4 0 0 0,48 0-586 0 0,-61-6 545 0 0,-1 0 0 0 0,1-1 0 0 0,33-8 1 0 0,-44 7 405 0 0,0 0 1 0 0,0 0 0 0 0,-1-1 0 0 0,1 0-1 0 0,-1-1 1 0 0,0 0 0 0 0,0 0 0 0 0,16-14 0 0 0,-23 18 122 0 0,-2 1-266 0 0,0 1-1 0 0,0-1 1 0 0,0 0-1 0 0,0 0 1 0 0,0 0-1 0 0,0 0 1 0 0,0 0-1 0 0,0 0 1 0 0,1 0-1 0 0,-1 0 1 0 0,0 0-1 0 0,0 0 1 0 0,0 1-1 0 0,0-1 1 0 0,0 0-1 0 0,0 0 1 0 0,1 0-1 0 0,-1 0 1 0 0,0 0-1 0 0,0 0 1 0 0,0 0-1 0 0,0 0 1 0 0,0 0-1 0 0,0 0 1 0 0,1 0-1 0 0,-1 0 1 0 0,0 0-1 0 0,0 0 1 0 0,0 0-1 0 0,0 0 1 0 0,0 0-1 0 0,0-1 1 0 0,1 1-1 0 0,-1 0 1 0 0,0 0-1 0 0,0 0 1 0 0,0 0-1 0 0,0 0 1 0 0,0 0-1 0 0,0 0 1 0 0,0 0-1 0 0,0 0 1 0 0,1 0-1 0 0,-1-1 1 0 0,0 1-1 0 0,0 0 1 0 0,0 0-1 0 0,0 0 1 0 0,6 13 170 0 0,2 81 185 0 0,-6-55-279 0 0,2 0 1 0 0,2-1-1 0 0,1 1 0 0 0,21 65 0 0 0,-21-82-126 0 0,8 46-1 0 0,1-1 2522 0 0,-23-91-2423 0 0,1-1 0 0 0,1 1-1 0 0,1-1 1 0 0,1 0 0 0 0,1 0 0 0 0,1 0-1 0 0,1-1 1 0 0,1 1 0 0 0,2 0 0 0 0,0 0-1 0 0,2 0 1 0 0,1 1 0 0 0,1 0 0 0 0,0 0-1 0 0,2 0 1 0 0,1 1 0 0 0,1 0 0 0 0,1 1 0 0 0,1 0-1 0 0,1 1 1 0 0,26-31 0 0 0,-34 46-64 0 0,1-1-1 0 0,1 1 1 0 0,-1 0 0 0 0,1 1 0 0 0,0 0 0 0 0,0 0-1 0 0,1 1 1 0 0,0 0 0 0 0,-1 0 0 0 0,1 1 0 0 0,1 0-1 0 0,-1 0 1 0 0,0 1 0 0 0,14-1 0 0 0,-18 3-9 0 0,0-1 1 0 0,-1 2-1 0 0,1-1 1 0 0,0 0-1 0 0,0 1 1 0 0,-1 0-1 0 0,1 0 1 0 0,-1 0-1 0 0,1 0 0 0 0,-1 1 1 0 0,1 0-1 0 0,-1 0 1 0 0,0 0-1 0 0,0 1 1 0 0,0-1-1 0 0,0 1 1 0 0,0 0-1 0 0,-1 0 1 0 0,1 0-1 0 0,-1 0 1 0 0,0 1-1 0 0,0 0 1 0 0,0-1-1 0 0,0 1 1 0 0,-1 0-1 0 0,1 0 1 0 0,-1 1-1 0 0,0-1 1 0 0,0 0-1 0 0,2 9 0 0 0,-4-9 1 0 0,1-1 0 0 0,-1 0 0 0 0,0 0-1 0 0,0 1 1 0 0,0-1 0 0 0,0 0-1 0 0,0 1 1 0 0,-1-1 0 0 0,1 0-1 0 0,-1 0 1 0 0,0 1 0 0 0,0-1-1 0 0,0 0 1 0 0,-1 0 0 0 0,1 0 0 0 0,-1 0-1 0 0,1 0 1 0 0,-1-1 0 0 0,0 1-1 0 0,0 0 1 0 0,0-1 0 0 0,-1 1-1 0 0,1-1 1 0 0,0 0 0 0 0,-1 0-1 0 0,0 0 1 0 0,1 0 0 0 0,-5 2 0 0 0,-11 7-297 0 0,-1 0 0 0 0,-1-1 0 0 0,-25 9 0 0 0,20-8-587 0 0,-19 0-1551 0 0,15-10-3566 0 0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5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49 200 0 0,'23'8'769'0'0,"0"1"0"0"0,-1 1 0 0 0,0 1 0 0 0,-1 1 1 0 0,0 1-1 0 0,-1 0 0 0 0,-1 2 0 0 0,30 28 0 0 0,-47-41-720 0 0,4 3 175 0 0,-1 0 0 0 0,1 0 0 0 0,-1 1 0 0 0,0 0 0 0 0,0 0 0 0 0,-1 0 0 0 0,0 0 0 0 0,5 11 0 0 0,-9-17-208 0 0,0 1-1 0 0,0-1 1 0 0,0 0 0 0 0,0 1 0 0 0,0-1 0 0 0,0 0-1 0 0,0 1 1 0 0,0-1 0 0 0,-1 0 0 0 0,1 1-1 0 0,0-1 1 0 0,0 0 0 0 0,0 0 0 0 0,0 1 0 0 0,-1-1-1 0 0,1 0 1 0 0,0 0 0 0 0,0 0 0 0 0,-1 1-1 0 0,1-1 1 0 0,0 0 0 0 0,0 0 0 0 0,-1 0 0 0 0,1 1-1 0 0,0-1 1 0 0,-1 0 0 0 0,1 0 0 0 0,0 0-1 0 0,-1 0 1 0 0,1 0 0 0 0,0 0 0 0 0,0 0 0 0 0,-1 0-1 0 0,1 0 1 0 0,0 0 0 0 0,-1 0 0 0 0,1 0-1 0 0,0 0 1 0 0,-1 0 0 0 0,1 0 0 0 0,0 0 0 0 0,-1 0-1 0 0,1 0 1 0 0,0 0 0 0 0,-1-1 0 0 0,1 1-1 0 0,0 0 1 0 0,0 0 0 0 0,-1 0 0 0 0,1 0 0 0 0,0-1-1 0 0,0 1 1 0 0,-1 0 0 0 0,0-1-2 0 0,0 1 1 0 0,1-1-1 0 0,-1 0 0 0 0,0 1 0 0 0,0-1 1 0 0,1 0-1 0 0,-1 1 0 0 0,0-1 1 0 0,1 0-1 0 0,-1 0 0 0 0,1 0 1 0 0,-1 0-1 0 0,1 1 0 0 0,-1-1 1 0 0,1 0-1 0 0,-1 0 0 0 0,1 0 0 0 0,0 0 1 0 0,0 0-1 0 0,-1 0 0 0 0,1 0 1 0 0,0 0-1 0 0,0-2 0 0 0,1-4 19 0 0,0-1 0 0 0,1 0 0 0 0,0 1 0 0 0,0-1 0 0 0,1 1 0 0 0,0-1 0 0 0,0 1 0 0 0,1 0 0 0 0,0 0 0 0 0,0 1 0 0 0,1-1 0 0 0,-1 1 0 0 0,8-8 0 0 0,-4 6-16 0 0,1 0-1 0 0,-1 0 0 0 0,1 1 1 0 0,1 0-1 0 0,-1 0 0 0 0,1 1 0 0 0,0 1 1 0 0,17-8-1 0 0,-24 12-27 0 0,0 0 1 0 0,0 1-1 0 0,0-1 1 0 0,0 1-1 0 0,0-1 0 0 0,0 1 1 0 0,0 0-1 0 0,0 0 1 0 0,-1 1-1 0 0,1-1 1 0 0,0 0-1 0 0,0 1 0 0 0,0 0 1 0 0,0 0-1 0 0,0 0 1 0 0,0 0-1 0 0,2 1 0 0 0,46 33-296 0 0,-45-29 279 0 0,0-1 0 0 0,1 0-1 0 0,0-1 1 0 0,0 0 0 0 0,0 0 0 0 0,11 5 0 0 0,-13-8 75 0 0,0 0 1 0 0,1 0-1 0 0,-1-1 1 0 0,0 1-1 0 0,1-1 1 0 0,-1 0-1 0 0,0-1 1 0 0,1 1-1 0 0,-1-1 1 0 0,0 0-1 0 0,0 0 0 0 0,1-1 1 0 0,-1 0-1 0 0,0 1 1 0 0,0-2-1 0 0,-1 1 1 0 0,1-1-1 0 0,0 1 1 0 0,-1-1-1 0 0,1 0 1 0 0,3-5-1 0 0,-6 7 29 0 0,-1 0-1 0 0,0-1 1 0 0,1 1 0 0 0,-1-1-1 0 0,0 1 1 0 0,0-1-1 0 0,0 1 1 0 0,0-1-1 0 0,0 0 1 0 0,0 1-1 0 0,-1-1 1 0 0,1 0-1 0 0,-1 0 1 0 0,1 0-1 0 0,-1 0 1 0 0,1 1 0 0 0,-1-1-1 0 0,0 0 1 0 0,0 0-1 0 0,0 0 1 0 0,0 0-1 0 0,0 0 1 0 0,-1 0-1 0 0,1 0 1 0 0,0 0-1 0 0,-1 1 1 0 0,0-1-1 0 0,1 0 1 0 0,-1 0 0 0 0,0 1-1 0 0,0-1 1 0 0,0 0-1 0 0,0 1 1 0 0,0-1-1 0 0,-3-2 1 0 0,2 0-138 0 0,-1 1 1 0 0,0 0-1 0 0,0 0 0 0 0,0 0 1 0 0,0 1-1 0 0,-1-1 1 0 0,1 1-1 0 0,-1-1 1 0 0,0 1-1 0 0,1 0 1 0 0,-1 1-1 0 0,0-1 0 0 0,-8-1 1 0 0,10 2-707 0 0,-13 5-1547 0 0,10-2-2067 0 0,0 2 1157 0 0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5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51 764 0 0,'0'0'9200'0'0,"2"4"-8886"0"0,4 8 52 0 0,0 0-1 0 0,1 0 0 0 0,10 14 0 0 0,-14-23-297 0 0,0 0 0 0 0,-1 1 0 0 0,1-1 0 0 0,0 0 0 0 0,1-1 0 0 0,-1 1 0 0 0,0 0 0 0 0,1-1 0 0 0,0 0 0 0 0,-1 0 0 0 0,1 0 0 0 0,0 0 0 0 0,0-1 0 0 0,0 1 0 0 0,5 0 0 0 0,-7-2-3 0 0,1-1-41 0 0,1-1 0 0 0,-1 0 0 0 0,1 0 0 0 0,-1 0 0 0 0,0 0 0 0 0,0-1 0 0 0,0 1 0 0 0,0-1 0 0 0,4-5 0 0 0,35-47 156 0 0,-37 54-184 0 0,0 0-1 0 0,1 0 1 0 0,-1 0 0 0 0,1 1-1 0 0,0-1 1 0 0,-1 1 0 0 0,1 1-1 0 0,-1-1 1 0 0,1 1 0 0 0,6 1-1 0 0,-11-2 5 0 0,16 3 15 0 0,91 9-93 0 0,-100-12 93 0 0,1 0 1 0 0,0 0-1 0 0,0-1 1 0 0,0 0-1 0 0,-1 0 1 0 0,1-1-1 0 0,-1-1 1 0 0,1 1-1 0 0,15-8 1 0 0,-23 9 68 0 0,1 0 0 0 0,-1 0 0 0 0,0 0 0 0 0,1 0 0 0 0,-1 0-1 0 0,0 0 1 0 0,0 0 0 0 0,0-1 0 0 0,0 1 0 0 0,0 0 0 0 0,0-1 0 0 0,0 1 0 0 0,0 0 0 0 0,-1-1 0 0 0,1 1 0 0 0,0-1 0 0 0,-1 0 0 0 0,1 1 0 0 0,-1-1 0 0 0,0 1 0 0 0,1-1-1 0 0,-1 0 1 0 0,0 1 0 0 0,0-1 0 0 0,0 1 0 0 0,0-1 0 0 0,-1 0 0 0 0,1 1 0 0 0,0-1 0 0 0,-1 0 0 0 0,1 1 0 0 0,-1-1 0 0 0,1 1 0 0 0,-1-1 0 0 0,-1-1-1 0 0,1 1 69 0 0,-1 1-1 0 0,1 0 0 0 0,0 0 1 0 0,-1-1-1 0 0,0 1 0 0 0,1 0 1 0 0,-1 0-1 0 0,0 0 0 0 0,1 1 1 0 0,-1-1-1 0 0,0 0 0 0 0,0 1 0 0 0,0-1 1 0 0,-3 0-1 0 0,6 7-430 0 0,1-1-1 0 0,-1 1 1 0 0,1-1-1 0 0,0 0 1 0 0,1 0-1 0 0,-1 0 1 0 0,6 8-1 0 0,22 17-8466 0 0,-13-19 4437 0 0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8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71 655 336 0 0,'-8'8'659'0'0,"-1"0"0"0"0,1 1 0 0 0,1 0 0 0 0,-1 1 0 0 0,1-1 0 0 0,1 1 0 0 0,-10 20 1 0 0,16-28-308 0 0,-2 10 2178 0 0,6-12-2429 0 0,0-1-1 0 0,-1 0 0 0 0,1 0 0 0 0,-1 0 1 0 0,1 0-1 0 0,-1 0 0 0 0,1-1 0 0 0,-1 0 0 0 0,0 0 1 0 0,0 0-1 0 0,4-3 0 0 0,40-34 286 0 0,-28 22-150 0 0,65-56 552 0 0,98-111 1 0 0,-150 147-622 0 0,-1-2 0 0 0,-1-2-1 0 0,-3 0 1 0 0,-1-2 0 0 0,28-65 0 0 0,-50 97-100 0 0,-1 1 0 0 0,0 0 0 0 0,2-21 0 0 0,-5 29-42 0 0,1 2-25 0 0,-1 0 1 0 0,0 0-1 0 0,0 0 0 0 0,0-1 1 0 0,0 1-1 0 0,1 0 0 0 0,-1 0 0 0 0,0-1 1 0 0,0 1-1 0 0,0 0 0 0 0,0-1 0 0 0,0 1 1 0 0,0 0-1 0 0,0 0 0 0 0,0-1 1 0 0,0 1-1 0 0,0 0 0 0 0,0-1 0 0 0,0 1 1 0 0,0 0-1 0 0,0 0 0 0 0,0-1 0 0 0,0 1 1 0 0,0 0-1 0 0,0-1 0 0 0,0 1 1 0 0,0 0-1 0 0,0 0 0 0 0,0-1 0 0 0,-1 1 1 0 0,1 0-1 0 0,0 0 0 0 0,0-1 0 0 0,0 1 1 0 0,-1 0-1 0 0,1 0 0 0 0,0 0 1 0 0,0-1-1 0 0,0 1 0 0 0,-1 0 0 0 0,1 0 1 0 0,0 0-1 0 0,0 0 0 0 0,-1-1 0 0 0,1 1 1 0 0,0 0-1 0 0,-1 0 0 0 0,1 0 1 0 0,0 0-1 0 0,0 0 0 0 0,-1 0 0 0 0,1 0 1 0 0,0 0-1 0 0,-1 0 0 0 0,1 0 0 0 0,0 0 1 0 0,0 0-1 0 0,-1 0 0 0 0,1 0 1 0 0,0 0-1 0 0,-1 0 0 0 0,1 0 0 0 0,0 0 1 0 0,0 1-1 0 0,-1-1 0 0 0,-15 10 0 0 0,1 1 0 0 0,1 0 0 0 0,0 1-1 0 0,0 1 1 0 0,1 0 0 0 0,1 1 0 0 0,0 0 0 0 0,1 0 0 0 0,-15 27-1 0 0,4-3 7 0 0,2 0 1 0 0,1 1-1 0 0,-16 51 0 0 0,28-68-5 0 0,1 1-1 0 0,1 0 1 0 0,1 0 0 0 0,2 1 0 0 0,0-1-1 0 0,1 0 1 0 0,1 1 0 0 0,5 31 0 0 0,-4-46-4 0 0,1 1 1 0 0,0-1 0 0 0,1 1 0 0 0,0-1 0 0 0,1 0-1 0 0,0 0 1 0 0,0-1 0 0 0,1 1 0 0 0,0-1 0 0 0,6 9-1 0 0,-6-12 0 0 0,0 0 0 0 0,0-1 0 0 0,0 1 0 0 0,0-1 0 0 0,0 0 0 0 0,1 0 0 0 0,0-1 0 0 0,0 0 0 0 0,0 0 0 0 0,0 0 1 0 0,0-1-1 0 0,1 0 0 0 0,-1 0 0 0 0,1 0 0 0 0,13 1 0 0 0,-8-3 1 0 0,1 0 1 0 0,-1 0 0 0 0,1-2 0 0 0,-1 1-1 0 0,0-2 1 0 0,0 1 0 0 0,0-2 0 0 0,0 1 0 0 0,0-2-1 0 0,-1 0 1 0 0,1 0 0 0 0,-1-1 0 0 0,16-11-1 0 0,0-2-5 0 0,-1-1-1 0 0,0-2 1 0 0,42-46-1 0 0,-31 26-54 0 0,-2-2 1 0 0,-2-1-1 0 0,-1-2 0 0 0,-3-1 1 0 0,-2-1-1 0 0,-3-1 0 0 0,-1-1 1 0 0,20-71-1 0 0,-37 102 287 0 0,-1 0 0 0 0,-1-1 0 0 0,-1 1 0 0 0,1-25 0 0 0,-22 68-197 0 0,0 5-9 0 0,2 1 0 0 0,2 1 1 0 0,0 0-1 0 0,-14 48 0 0 0,-12 29 21 0 0,-6 7-10 0 0,27-63 34 0 0,-28 52 0 0 0,22-49 175 0 0,25-53 52 0 0,8-16 580 0 0,-5 8-857 0 0,1 0-1 0 0,0 0 1 0 0,0 1-1 0 0,1 0 1 0 0,0 0 0 0 0,0 0-1 0 0,0 1 1 0 0,1 0-1 0 0,11-9 1 0 0,-16 13-29 0 0,0 1 12 0 0,-1-1-1 0 0,1 1 1 0 0,0-1 0 0 0,0 1 0 0 0,0 0 0 0 0,0-1 0 0 0,0 1-1 0 0,-1 0 1 0 0,1 0 0 0 0,0 0 0 0 0,0 0 0 0 0,0 0 0 0 0,0 0 0 0 0,0 0-1 0 0,0 0 1 0 0,0 0 0 0 0,0 0 0 0 0,-1 0 0 0 0,1 0 0 0 0,0 1-1 0 0,0-1 1 0 0,0 0 0 0 0,0 1 0 0 0,1 0 0 0 0,24 7-50 0 0,4 7 46 0 0,-10-4 2 0 0,1-1-1 0 0,0-1 1 0 0,1 0 0 0 0,0-2-1 0 0,1 0 1 0 0,30 4-1 0 0,-42-10 130 0 0,0 0 0 0 0,-1-1 0 0 0,1 1 1 0 0,-1-2-1 0 0,1 0 0 0 0,0 0 0 0 0,-1-1 0 0 0,0 0 0 0 0,19-7 0 0 0,-23 6-50 0 0,-1 0 0 0 0,0 0-1 0 0,1 0 1 0 0,-1-1-1 0 0,0 1 1 0 0,-1-1 0 0 0,1 0-1 0 0,-1-1 1 0 0,0 1-1 0 0,0-1 1 0 0,0 0-1 0 0,0 0 1 0 0,-1 0 0 0 0,0 0-1 0 0,0-1 1 0 0,-1 1-1 0 0,1-1 1 0 0,1-8 0 0 0,-4 13-54 0 0,0 0 1 0 0,0 0 0 0 0,0 1 0 0 0,1-1 0 0 0,-1 0-1 0 0,0 0 1 0 0,0 1 0 0 0,0-1 0 0 0,1 0-1 0 0,-1 1 1 0 0,0-1 0 0 0,0 0 0 0 0,1 1 0 0 0,-1-1-1 0 0,1 0 1 0 0,-1 1 0 0 0,1-1 0 0 0,-1 1-1 0 0,1-1 1 0 0,-1 1 0 0 0,1-1 0 0 0,-1 1-1 0 0,1-1 1 0 0,0 1 0 0 0,-1-1 0 0 0,1 1 0 0 0,0 0-1 0 0,-1-1 1 0 0,1 1 0 0 0,0 0 0 0 0,-1 0-1 0 0,1-1 1 0 0,0 1 0 0 0,1 0 0 0 0,18 19-5263 0 0,-9-7-1626 0 0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9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72 988 0 0,'-9'-3'2844'0'0,"-3"0"453"0"0,-3 0-369 0 0,50-11-2572 0 0,6 5-200 0 0,10-1-296 0 0,26 0-384 0 0,0 0-1128 0 0,7 4-1793 0 0,1 3 797 0 0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9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300 407 552 0 0,'-3'-8'1102'0'0,"1"0"0"0"0,-1 0 0 0 0,-1 0 0 0 0,0 1 1 0 0,0-1-1 0 0,-6-7 0 0 0,2 2 1318 0 0,7 11-1425 0 0,0 22-659 0 0,-2 0 0 0 0,0 0 0 0 0,-7 21-1 0 0,-3 15-16 0 0,-43 354 1153 0 0,54-399-1139 0 0,0-1 0 0 0,-1 0 0 0 0,0 1 0 0 0,0-1 0 0 0,-9 16 0 0 0,11-24 533 0 0,-4-6-490 0 0,-6-5-250 0 0,1-1 0 0 0,0-1-1 0 0,1 1 1 0 0,0-2 0 0 0,0 1-1 0 0,1-1 1 0 0,0 0 0 0 0,1-1-1 0 0,1 0 1 0 0,0 0 0 0 0,1 0-1 0 0,-5-19 1 0 0,0-2-18 0 0,2 0 0 0 0,2 0-1 0 0,1 0 1 0 0,-1-44 0 0 0,6 26-20 0 0,1 0 0 0 0,3 0 0 0 0,12-55 0 0 0,-10 79-82 0 0,1 1 0 0 0,1-1 0 0 0,1 1 0 0 0,2 1 0 0 0,0 0 0 0 0,2 0 0 0 0,20-30 0 0 0,-29 50-27 0 0,2-1 0 0 0,-1 1 1 0 0,0 0-1 0 0,1 1 0 0 0,0-1 1 0 0,1 1-1 0 0,-1 0 1 0 0,1 1-1 0 0,0-1 0 0 0,0 1 1 0 0,0 1-1 0 0,1-1 0 0 0,-1 1 1 0 0,1 1-1 0 0,0-1 1 0 0,0 1-1 0 0,-1 1 0 0 0,1 0 1 0 0,1 0-1 0 0,-1 0 1 0 0,0 1-1 0 0,0 0 0 0 0,0 0 1 0 0,0 1-1 0 0,9 2 0 0 0,-10-1-26 0 0,0-1-1 0 0,0 2 1 0 0,0-1-1 0 0,0 1 1 0 0,0 0-1 0 0,-1 1 1 0 0,1-1-1 0 0,-1 1 0 0 0,0 1 1 0 0,0-1-1 0 0,0 1 1 0 0,-1 0-1 0 0,0 0 1 0 0,0 1-1 0 0,0-1 1 0 0,0 1-1 0 0,-1 0 1 0 0,0 1-1 0 0,0-1 0 0 0,-1 1 1 0 0,0-1-1 0 0,0 1 1 0 0,0 0-1 0 0,-1 0 1 0 0,0 1-1 0 0,0-1 1 0 0,0 11-1 0 0,-2-10-27 0 0,0-1 0 0 0,0 1 1 0 0,-1-1-1 0 0,0 1 0 0 0,-1-1 0 0 0,0 1 0 0 0,0-1 1 0 0,0 0-1 0 0,-1 0 0 0 0,0 0 0 0 0,-1 0 0 0 0,1 0 1 0 0,-1-1-1 0 0,-6 8 0 0 0,-34 35-2702 0 0,-3-13-5538 0 0,38-30 4632 0 0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0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1 705 888 0 0,'3'0'306'0'0,"0"0"1"0"0,0-1-1 0 0,1 1 1 0 0,-1-1-1 0 0,0 0 0 0 0,0 0 1 0 0,0 0-1 0 0,0 0 1 0 0,0-1-1 0 0,0 1 0 0 0,0-1 1 0 0,0 0-1 0 0,-1 0 0 0 0,1 0 1 0 0,-1 0-1 0 0,1 0 1 0 0,-1-1-1 0 0,2-2 0 0 0,45-54 1845 0 0,-38 44-1497 0 0,-3 5-335 0 0,-1 0 0 0 0,1-1-1 0 0,-2 0 1 0 0,1 0 0 0 0,-2 0 0 0 0,1-1-1 0 0,-2 0 1 0 0,1 0 0 0 0,-2-1 0 0 0,0 1-1 0 0,3-24 1 0 0,-6 34-1 0 0,0 2-304 0 0,0-1-1 0 0,0 1 1 0 0,-1 0 0 0 0,1-1-1 0 0,0 1 1 0 0,0-1 0 0 0,-1 1-1 0 0,1 0 1 0 0,0-1-1 0 0,-1 1 1 0 0,1 0 0 0 0,0-1-1 0 0,-1 1 1 0 0,1 0-1 0 0,-1 0 1 0 0,1-1 0 0 0,0 1-1 0 0,-1 0 1 0 0,1 0-1 0 0,-1 0 1 0 0,1 0 0 0 0,-1-1-1 0 0,1 1 1 0 0,0 0-1 0 0,-1 0 1 0 0,1 0 0 0 0,-1 0-1 0 0,1 0 1 0 0,-1 0-1 0 0,1 0 1 0 0,-1 0 0 0 0,1 0-1 0 0,-1 1 1 0 0,1-1-1 0 0,-1 0 1 0 0,-19 14 113 0 0,-13 29-13 0 0,28-35-97 0 0,1 0 0 0 0,0 1 1 0 0,0 0-1 0 0,1-1 0 0 0,0 1 0 0 0,0 1 0 0 0,-1 10 0 0 0,3-16-11 0 0,0 0 0 0 0,1 0 0 0 0,0 0 0 0 0,-1-1 0 0 0,1 1-1 0 0,0 0 1 0 0,1 0 0 0 0,-1 0 0 0 0,1 0 0 0 0,0 0 0 0 0,0-1-1 0 0,0 1 1 0 0,0 0 0 0 0,0-1 0 0 0,1 1 0 0 0,0-1 0 0 0,0 1-1 0 0,0-1 1 0 0,4 6 0 0 0,-4-8-4 0 0,0 0 1 0 0,1 0-1 0 0,-1 1 1 0 0,0-1-1 0 0,1-1 1 0 0,-1 1-1 0 0,0 0 1 0 0,1-1-1 0 0,-1 1 1 0 0,1-1-1 0 0,-1 1 0 0 0,1-1 1 0 0,-1 0-1 0 0,1 0 1 0 0,-1-1-1 0 0,1 1 1 0 0,-1 0-1 0 0,1-1 1 0 0,-1 1-1 0 0,4-2 1 0 0,52-21-24 0 0,-48 19 8 0 0,57-35-127 0 0,23-34-279 0 0,10-7-191 0 0,-98 78 588 0 0,0 1 1 0 0,1 0-1 0 0,-1 0 0 0 0,0 0 1 0 0,1 0-1 0 0,0 0 0 0 0,-1 0 0 0 0,1 1 1 0 0,-1 0-1 0 0,1-1 0 0 0,0 1 0 0 0,-1 0 1 0 0,1 0-1 0 0,0 0 0 0 0,-1 0 1 0 0,1 1-1 0 0,-1-1 0 0 0,1 1 0 0 0,0 0 1 0 0,-1 0-1 0 0,5 2 0 0 0,5 3-12 0 0,0 0 0 0 0,-1 1 0 0 0,15 12 1 0 0,18 10-20 0 0,-30-23 43 0 0,0 1 0 0 0,1-2 0 0 0,-1 0 0 0 0,1-1 0 0 0,1 0 0 0 0,-1-1 0 0 0,0-1 0 0 0,1-1 0 0 0,-1 0 0 0 0,1 0 0 0 0,-1-2 0 0 0,1 0 0 0 0,25-6 0 0 0,-30 5 25 0 0,0-1 0 0 0,-1 0 0 0 0,0-1 0 0 0,1 0 0 0 0,-1-1 0 0 0,-1 0 0 0 0,1-1 0 0 0,-1 0 0 0 0,0 0 0 0 0,0-1 0 0 0,-1 0 0 0 0,1-1 0 0 0,-2 0 0 0 0,1 0 0 0 0,-1 0 0 0 0,-1-1 0 0 0,1 0 0 0 0,-1-1 0 0 0,8-17 0 0 0,-4 2 123 0 0,-2 0 0 0 0,0-1 0 0 0,-2 0 0 0 0,0 0-1 0 0,-2 0 1 0 0,-1 0 0 0 0,-1-1 0 0 0,-1 0 0 0 0,-2 1 0 0 0,0-1 0 0 0,-2 1-1 0 0,-9-38 1 0 0,12 63-128 0 0,0 1-1 0 0,0-1 0 0 0,0 1 1 0 0,0 0-1 0 0,0-1 0 0 0,0 1 1 0 0,-1-1-1 0 0,1 1 0 0 0,0 0 1 0 0,0-1-1 0 0,0 1 0 0 0,-1-1 1 0 0,1 1-1 0 0,0 0 0 0 0,0-1 0 0 0,-1 1 1 0 0,1 0-1 0 0,0 0 0 0 0,-1-1 1 0 0,1 1-1 0 0,0 0 0 0 0,-1 0 1 0 0,1-1-1 0 0,-1 1 0 0 0,1 0 1 0 0,0 0-1 0 0,-1 0 0 0 0,1 0 1 0 0,-1 0-1 0 0,1-1 0 0 0,-1 1 1 0 0,1 0-1 0 0,0 0 0 0 0,-1 0 1 0 0,1 0-1 0 0,-1 0 0 0 0,1 0 1 0 0,-1 1-1 0 0,1-1 0 0 0,0 0 0 0 0,-1 0 1 0 0,1 0-1 0 0,-1 0 0 0 0,1 0 1 0 0,0 1-1 0 0,-1-1 0 0 0,1 0 1 0 0,-1 0-1 0 0,1 1 0 0 0,0-1 1 0 0,-1 0-1 0 0,1 0 0 0 0,0 1 1 0 0,0-1-1 0 0,-1 0 0 0 0,1 1 1 0 0,0-1-1 0 0,0 1 0 0 0,-1-1 1 0 0,1 1-1 0 0,-20 26 8 0 0,-13 42 81 0 0,3 2 0 0 0,-38 138-1 0 0,-10 158 116 0 0,38-82-118 0 0,-11 57-66 0 0,50-333-306 0 0,-1 0-1 0 0,-1 0 1 0 0,0-1-1 0 0,0 1 0 0 0,0-1 1 0 0,-1 0-1 0 0,0 0 0 0 0,-1 0 1 0 0,0-1-1 0 0,0 1 0 0 0,-13 12 1 0 0,-2-35-2997 0 0,9 0-281 0 0,2-5 270 0 0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0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1 367 404 0 0,'12'-12'976'0'0,"1"1"0"0"0,1 0 1 0 0,0 1-1 0 0,0 1 0 0 0,1 0 0 0 0,19-8 0 0 0,102-37 336 0 0,-101 42-803 0 0,-4 1-165 0 0,78-28 1617 0 0,174-89 1 0 0,-282 128-1529 0 0,-5 0-418 0 0,1 1 1 0 0,-1 0-1 0 0,1 0 1 0 0,-1 1 0 0 0,1-1-1 0 0,-1 1 1 0 0,1 0-1 0 0,0 0 1 0 0,0 0-1 0 0,0 0 1 0 0,0 1-1 0 0,0-1 1 0 0,0 1-1 0 0,1-1 1 0 0,-1 1-1 0 0,1 0 1 0 0,0 0-1 0 0,-3 6 1 0 0,2-6-10 0 0,1 1-1 0 0,-1-1 1 0 0,1 1 0 0 0,0 0-1 0 0,1 0 1 0 0,-1 0 0 0 0,1 0 0 0 0,0 0-1 0 0,0 0 1 0 0,0 0 0 0 0,0 1 0 0 0,1-1-1 0 0,-1 0 1 0 0,1 0 0 0 0,0 1-1 0 0,1-1 1 0 0,0 5 0 0 0,-1-8-6 0 0,0 1 1 0 0,1 0-1 0 0,-1-1 0 0 0,1 1 1 0 0,0 0-1 0 0,-1-1 0 0 0,1 1 1 0 0,0-1-1 0 0,0 1 0 0 0,0-1 1 0 0,0 1-1 0 0,0-1 0 0 0,1 0 0 0 0,-1 1 1 0 0,0-1-1 0 0,1 0 0 0 0,-1 0 1 0 0,1 0-1 0 0,-1 0 0 0 0,3 1 1 0 0,-3-2 13 0 0,0 0 1 0 0,1 0 0 0 0,-1 0-1 0 0,0 0 1 0 0,1 0-1 0 0,-1 0 1 0 0,0 0 0 0 0,1 0-1 0 0,-1-1 1 0 0,0 1-1 0 0,1-1 1 0 0,-1 1 0 0 0,0-1-1 0 0,0 1 1 0 0,0-1-1 0 0,1 0 1 0 0,-1 1 0 0 0,0-1-1 0 0,0 0 1 0 0,1-2-1 0 0,2-1 49 0 0,0 0-1 0 0,-1 0 0 0 0,1 0 0 0 0,-1-1 0 0 0,0 0 0 0 0,0 1 0 0 0,-1-1 0 0 0,0 0 0 0 0,0 0 0 0 0,0-1 1 0 0,0 1-1 0 0,1-7 0 0 0,-2 3 76 0 0,0 0 1 0 0,-1 0 0 0 0,0 0-1 0 0,0 0 1 0 0,-4-18 0 0 0,4 24-255 0 0,-1 0 1 0 0,0 0-1 0 0,0 0 1 0 0,-1 1 0 0 0,1-1-1 0 0,0 0 1 0 0,-1 1-1 0 0,1-1 1 0 0,-3-2 0 0 0,2 4-227 0 0,1-1 1 0 0,0 1-1 0 0,-1 0 0 0 0,0 0 1 0 0,1-1-1 0 0,-1 1 1 0 0,0 0-1 0 0,1 1 1 0 0,-1-1-1 0 0,0 0 0 0 0,0 0 1 0 0,0 1-1 0 0,0-1 1 0 0,1 1-1 0 0,-3-1 1 0 0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1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44 516 0 0,'42'15'3115'0'0,"-30"-7"-2460"0"0,0 1 1 0 0,0 0-1 0 0,-1 1 1 0 0,0 0-1 0 0,0 0 1 0 0,17 25-1 0 0,-27-34 155 0 0,5 1 2854 0 0,-4-11-3793 0 0,-1-1 0 0 0,2 1 0 0 0,-1 0 1 0 0,1 0-1 0 0,0 0 0 0 0,1 0 0 0 0,0 0 0 0 0,8-11 0 0 0,-6 10-1320 0 0,1 1 0 0 0,1 0-1 0 0,-1 0 1 0 0,10-8 0 0 0,-10 11-966 0 0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1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0 392 0 0,'3'2'265'0'0,"1"0"-1"0"0,0 0 1 0 0,-1 1-1 0 0,0-1 1 0 0,1 1-1 0 0,-1 0 1 0 0,0 0-1 0 0,0 0 1 0 0,-1 0-1 0 0,1 0 1 0 0,-1 0-1 0 0,0 1 1 0 0,1 0-1 0 0,-1-1 1 0 0,-1 1-1 0 0,1 0 1 0 0,-1 0-1 0 0,2 4 1 0 0,-2-2-44 0 0,0 1 1 0 0,-1-1 0 0 0,1 1 0 0 0,-1 0 0 0 0,0-1 0 0 0,-1 1-1 0 0,0-1 1 0 0,0 1 0 0 0,0-1 0 0 0,-1 0 0 0 0,-3 8-1 0 0,-11 16 2148 0 0,18-37-2357 0 0,0 1 0 0 0,0-1-1 0 0,0 1 1 0 0,1-1 0 0 0,0 1-1 0 0,0 0 1 0 0,1 0 0 0 0,-1 0-1 0 0,1 0 1 0 0,1 1 0 0 0,-1-1-1 0 0,1 1 1 0 0,0 1 0 0 0,0-1-1 0 0,0 0 1 0 0,9-4 0 0 0,-6 3 1 0 0,1 1 1 0 0,0 0-1 0 0,0 1 1 0 0,0 0-1 0 0,0 0 1 0 0,0 1-1 0 0,1 0 1 0 0,0 1-1 0 0,-1 0 1 0 0,1 1-1 0 0,15-1 1 0 0,-20 3-5 0 0,-1 0 0 0 0,0 0 0 0 0,0 1 1 0 0,0-1-1 0 0,-1 1 0 0 0,1 0 0 0 0,0 0 0 0 0,-1 0 0 0 0,1 1 0 0 0,-1-1 1 0 0,1 1-1 0 0,-1 0 0 0 0,4 5 0 0 0,-6-7 38 0 0,0 0 15 0 0,0 0 0 0 0,0 0 1 0 0,0-1-1 0 0,0 1 0 0 0,1 0 1 0 0,-1-1-1 0 0,0 1 0 0 0,0-1 1 0 0,0 1-1 0 0,1-1 0 0 0,-1 0 1 0 0,0 1-1 0 0,1-1 0 0 0,-1 0 1 0 0,2 0-1 0 0,23-15 104 0 0,-21 12-133 0 0,0-1 0 0 0,0 1-1 0 0,1 0 1 0 0,0 0 0 0 0,-1 0-1 0 0,1 1 1 0 0,0 0 0 0 0,0 0 0 0 0,0 1-1 0 0,1 0 1 0 0,9-1 0 0 0,-14 1-21 0 0,-1 1-1 0 0,1 0 1 0 0,0 0 0 0 0,0 0 0 0 0,0 0-1 0 0,0 0 1 0 0,0 0 0 0 0,0 1 0 0 0,0-1-1 0 0,0 1 1 0 0,0-1 0 0 0,0 1 0 0 0,-1-1-1 0 0,1 1 1 0 0,0 0 0 0 0,0 0 0 0 0,-1 0-1 0 0,1 0 1 0 0,-1 0 0 0 0,1 1 0 0 0,-1-1-1 0 0,1 0 1 0 0,-1 1 0 0 0,0-1 0 0 0,1 1-1 0 0,-1-1 1 0 0,0 1 0 0 0,1 2-1 0 0,-1 0-327 0 0,-1 0-1 0 0,1 1 1 0 0,-1-1-1 0 0,0 0 0 0 0,0 0 1 0 0,0 0-1 0 0,0 1 0 0 0,-1-1 1 0 0,-1 6-1 0 0,-1 4-4169 0 0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2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32 464 0 0,'0'0'1815'0'0,"5"-10"622"0"0,-4-2 3398 0 0,-6 10-5701 0 0,-1 0 1 0 0,1 0-1 0 0,-1 1 0 0 0,1 0 1 0 0,-1 0-1 0 0,0 1 0 0 0,1-1 1 0 0,-1 1-1 0 0,0 0 0 0 0,1 1 1 0 0,-1-1-1 0 0,0 1 0 0 0,1 0 1 0 0,-1 1-1 0 0,1-1 0 0 0,-11 5 1 0 0,-2 2-6 0 0,0 0 1 0 0,0 1-1 0 0,-27 18 1 0 0,42-26-86 0 0,3-1-38 0 0,-1 1 0 0 0,0-1-1 0 0,0 1 1 0 0,0-1 0 0 0,1 1-1 0 0,-1-1 1 0 0,0 1-1 0 0,0-1 1 0 0,1 1 0 0 0,-1 0-1 0 0,1-1 1 0 0,-1 1 0 0 0,0 0-1 0 0,1 0 1 0 0,-1-1 0 0 0,1 1-1 0 0,0 0 1 0 0,-1 0-1 0 0,1 0 1 0 0,0 0 0 0 0,-1-1-1 0 0,1 1 1 0 0,0 0 0 0 0,0 0-1 0 0,0 0 1 0 0,0 0-1 0 0,0 0 1 0 0,0 0 0 0 0,0 0-1 0 0,0 0 1 0 0,0-1 0 0 0,0 1-1 0 0,0 0 1 0 0,1 0 0 0 0,-1 0-1 0 0,0 0 1 0 0,1 0-1 0 0,-1-1 1 0 0,0 1 0 0 0,1 0-1 0 0,-1 0 1 0 0,1-1 0 0 0,0 2-1 0 0,2-2-23 0 0,0 1-1 0 0,0-1 0 0 0,-1 0 1 0 0,1 0-1 0 0,0 0 0 0 0,0 0 1 0 0,0 0-1 0 0,0 0 1 0 0,0-1-1 0 0,-1 0 0 0 0,1 1 1 0 0,0-1-1 0 0,-1 0 0 0 0,1-1 1 0 0,3-1-1 0 0,14-3-189 0 0,-10 6 116 0 0,1 0 1 0 0,0 0 0 0 0,-1 1 0 0 0,1 0-1 0 0,0 1 1 0 0,-1 0 0 0 0,16 6 0 0 0,10 1 13 0 0,-28-8 68 0 0,-1 0 1 0 0,1-1-1 0 0,0 0 0 0 0,-1 0 1 0 0,1-1-1 0 0,-1 0 0 0 0,1 0 0 0 0,-1-1 1 0 0,0 0-1 0 0,1 0 0 0 0,-1 0 1 0 0,0-1-1 0 0,7-4 0 0 0,-1 0 127 0 0,0-1 0 0 0,0 0 0 0 0,-1 0 0 0 0,-1-1 0 0 0,18-17 0 0 0,-28 25-5 0 0,18-9 468 0 0,5 61-406 0 0,-23-50-170 0 0,0 0-1 0 0,-1-1 1 0 0,1 1-1 0 0,0 0 1 0 0,-1-1-1 0 0,1 1 1 0 0,0 0-1 0 0,0-1 1 0 0,0 1-1 0 0,0-1 1 0 0,-1 1-1 0 0,1-1 1 0 0,0 0-1 0 0,0 1 1 0 0,0-1-1 0 0,0 0 1 0 0,0 0-1 0 0,0 1 1 0 0,0-1-1 0 0,0 0 1 0 0,0 0-1 0 0,0 0 1 0 0,0 0-1 0 0,0 0 1 0 0,0-1-1 0 0,0 1 1 0 0,0 0-1 0 0,0 0 1 0 0,1-1-1 0 0,35-12 48 0 0,-27 9-32 0 0,13-5 4 0 0,-18 6-32 0 0,-1 1 1 0 0,0 0-1 0 0,1 0 0 0 0,-1 1 1 0 0,1-1-1 0 0,-1 1 1 0 0,1 0-1 0 0,0 0 1 0 0,-1 1-1 0 0,1-1 0 0 0,0 1 1 0 0,7 1-1 0 0,-9-1-44 0 0,34 34-5622 0 0,-32-29 2601 0 0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2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2 752 0 0,'0'0'2757'0'0,"-5"-1"-1890"0"0,3 1-705 0 0,0 0-1 0 0,0-1 0 0 0,0 1 0 0 0,0 0 1 0 0,0 0-1 0 0,-1 0 0 0 0,1 1 0 0 0,0-1 1 0 0,0 0-1 0 0,0 1 0 0 0,0-1 0 0 0,0 1 1 0 0,0 0-1 0 0,0 0 0 0 0,0 0 0 0 0,0 0 1 0 0,1 0-1 0 0,-1 0 0 0 0,0 0 0 0 0,-2 3 1 0 0,3-4 322 0 0,1 1-429 0 0,-1 0 1 0 0,1-1-1 0 0,-1 1 1 0 0,1 0-1 0 0,-1-1 1 0 0,1 1-1 0 0,0 0 1 0 0,-1 0-1 0 0,1-1 1 0 0,0 1-1 0 0,0 0 1 0 0,-1 0-1 0 0,1 0 1 0 0,0 0-1 0 0,0-1 1 0 0,0 1-1 0 0,0 0 1 0 0,0 0-1 0 0,0 0 1 0 0,0 0-1 0 0,0-1 1 0 0,0 1-1 0 0,1 0 1 0 0,-1 0-1 0 0,0 0 1 0 0,0-1-1 0 0,2 3 1 0 0,10 23 907 0 0,-9-23-900 0 0,1-1 0 0 0,0 1 1 0 0,1-1-1 0 0,-1 0 0 0 0,0 0 1 0 0,1-1-1 0 0,-1 1 0 0 0,1-1 1 0 0,-1 0-1 0 0,1 0 0 0 0,0-1 1 0 0,-1 1-1 0 0,1-1 0 0 0,0 0 1 0 0,0 0-1 0 0,-1-1 0 0 0,1 1 1 0 0,0-1-1 0 0,4-1 0 0 0,-2 0 261 0 0,0 1-1 0 0,0-1 1 0 0,-1 0-1 0 0,1-1 1 0 0,-1 0-1 0 0,0 0 1 0 0,0 0 0 0 0,0-1-1 0 0,0 1 1 0 0,0-1-1 0 0,-1-1 1 0 0,6-5-1 0 0,-10 9 319 0 0,0 0-326 0 0,1 0 1 0 0,-1 0 0 0 0,1 0 0 0 0,-1 0 0 0 0,1 0 0 0 0,-1 0 0 0 0,1 0 0 0 0,0 0 0 0 0,-1 1 0 0 0,1-1 0 0 0,3 0 0 0 0,18 22-3824 0 0,-9-3-5484 0 0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4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490 598 32 0 0,'8'-35'5748'0'0,"-5"10"-863"0"0,-3 25-4826 0 0,0-1-1 0 0,0 0 0 0 0,-1 1 1 0 0,1-1-1 0 0,0 1 1 0 0,0-1-1 0 0,0 1 1 0 0,-1-1-1 0 0,1 1 1 0 0,0-1-1 0 0,-1 1 0 0 0,1-1 1 0 0,0 1-1 0 0,-1-1 1 0 0,1 1-1 0 0,-1-1 1 0 0,1 1-1 0 0,-1 0 1 0 0,1-1-1 0 0,-1 1 0 0 0,1 0 1 0 0,-1-1-1 0 0,1 1 1 0 0,-1 0-1 0 0,1 0 1 0 0,-1-1-1 0 0,1 1 1 0 0,-1 0-1 0 0,-1 0 0 0 0,0 0 109 0 0,-2 2-21 0 0,-8 4-2 0 0,6-3-111 0 0,0 0 0 0 0,1-1 0 0 0,-1 2 0 0 0,1-1 1 0 0,0 1-1 0 0,0-1 0 0 0,0 2 0 0 0,0-1 0 0 0,0 0 1 0 0,1 1-1 0 0,0 0 0 0 0,0 0 0 0 0,0 0 0 0 0,1 0 1 0 0,-4 8-1 0 0,6-11-28 0 0,6 3-6 0 0,-5-4 1 0 0,0-1 0 0 0,0 0 0 0 0,0 1 0 0 0,0-1 0 0 0,1 0 0 0 0,-1 1 1 0 0,0-1-1 0 0,0 0 0 0 0,0 1 0 0 0,0-1 0 0 0,0 0 0 0 0,1 1 0 0 0,-1-1 0 0 0,0 0 1 0 0,0 1-1 0 0,1-1 0 0 0,-1 0 0 0 0,0 0 0 0 0,0 0 0 0 0,1 1 0 0 0,-1-1 0 0 0,0 0 0 0 0,1 0 1 0 0,-1 0-1 0 0,0 1 0 0 0,1-1 0 0 0,-1 0 0 0 0,0 0 0 0 0,1 0 0 0 0,-1 0 0 0 0,0 0 1 0 0,1 0-1 0 0,-1 0 0 0 0,1 0 0 0 0,15-1-2 0 0,0 0 0 0 0,0-2 0 0 0,-1 0 0 0 0,1-1 1 0 0,-1 0-1 0 0,22-10 0 0 0,91-46-199 0 0,-87 39 80 0 0,210-117-567 0 0,-221 119 609 0 0,-1-2-1 0 0,-1-1 1 0 0,0-1-1 0 0,-2-1 0 0 0,43-52 1 0 0,-62 68 133 0 0,0-1 1 0 0,-1 0 0 0 0,0-1 0 0 0,-1 0-1 0 0,0 0 1 0 0,0 0 0 0 0,-1 0-1 0 0,-1-1 1 0 0,1 1 0 0 0,-2-1 0 0 0,1 0-1 0 0,-2 0 1 0 0,1 0 0 0 0,-1-14 0 0 0,-1 24-45 0 0,0 0 0 0 0,0 0 1 0 0,0 0-1 0 0,0 0 0 0 0,0 1 1 0 0,0-1-1 0 0,0 0 0 0 0,-1 0 1 0 0,1 0-1 0 0,0 0 0 0 0,0 0 1 0 0,-1 1-1 0 0,1-1 1 0 0,-1 0-1 0 0,1 0 0 0 0,0 1 1 0 0,-1-1-1 0 0,0 0 0 0 0,1 0 1 0 0,-1 1-1 0 0,1-1 0 0 0,-1 1 1 0 0,0-1-1 0 0,1 1 0 0 0,-1-1 1 0 0,0 1-1 0 0,0-1 1 0 0,0 0-1 0 0,-1 1-3 0 0,1 0-1 0 0,-1 0 1 0 0,1 0 0 0 0,-1 1-1 0 0,1-1 1 0 0,-1 0 0 0 0,1 1-1 0 0,-1-1 1 0 0,1 1 0 0 0,0-1-1 0 0,-1 1 1 0 0,1-1-1 0 0,0 1 1 0 0,0 0 0 0 0,-2 1-1 0 0,-39 37 21 0 0,42-39-26 0 0,-53 61 25 0 0,4 1 0 0 0,-60 101 0 0 0,-58 153-48 0 0,17 28-424 0 0,23-51-469 0 0,111-258 714 0 0,-1-2 0 0 0,-2 0 0 0 0,-43 58 0 0 0,52-80 202 0 0,1 1 1 0 0,-2-2-1 0 0,1 1 1 0 0,-1-1-1 0 0,-1-1 1 0 0,0 0-1 0 0,0-1 1 0 0,-1 0-1 0 0,0-1 1 0 0,0 0-1 0 0,-1-1 1 0 0,-23 7-1 0 0,30-11 55 0 0,1-1-1 0 0,0 0 1 0 0,-1 0 0 0 0,1 0 0 0 0,-1-1-1 0 0,1 0 1 0 0,-1 0 0 0 0,0-1 0 0 0,1 1-1 0 0,0-2 1 0 0,-1 1 0 0 0,1-1 0 0 0,0 0-1 0 0,-1 0 1 0 0,1 0 0 0 0,0-1 0 0 0,0 0-1 0 0,1 0 1 0 0,-1-1 0 0 0,1 1-1 0 0,0-1 1 0 0,0 0 0 0 0,0-1 0 0 0,0 1-1 0 0,-6-10 1 0 0,6 7-23 0 0,0 0 0 0 0,0-1 0 0 0,1 1-1 0 0,1-1 1 0 0,-1 0 0 0 0,1-1 0 0 0,1 1 0 0 0,-1 0-1 0 0,1-1 1 0 0,1 1 0 0 0,0-1 0 0 0,0 0-1 0 0,0 1 1 0 0,1-1 0 0 0,1 0 0 0 0,0 1 0 0 0,0-1-1 0 0,4-16 1 0 0,0 11-119 0 0,0-1 0 0 0,1 1 0 0 0,1 0 0 0 0,0 0 0 0 0,1 1-1 0 0,0 0 1 0 0,1 0 0 0 0,1 1 0 0 0,0 0 0 0 0,0 1 0 0 0,1 0 0 0 0,1 1 0 0 0,16-13-1 0 0,14-5-2269 0 0,0 2-1 0 0,84-37 0 0 0,-76 40-386 0 0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4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0 166 964 0 0,'38'-49'6597'0'0,"-37"48"-5949"0"0,-1 1-604 0 0,0-1 0 0 0,0 1 1 0 0,1 0-1 0 0,-1 0 1 0 0,0 0-1 0 0,0-1 0 0 0,0 1 1 0 0,1 0-1 0 0,-1 0 0 0 0,0 0 1 0 0,0 0-1 0 0,0 0 0 0 0,1 0 1 0 0,-1-1-1 0 0,0 1 0 0 0,0 0 1 0 0,1 0-1 0 0,-1 0 0 0 0,0 0 1 0 0,0 0-1 0 0,1 0 0 0 0,-1 0 1 0 0,0 0-1 0 0,0 0 1 0 0,1 0-1 0 0,-1 0 0 0 0,0 0 1 0 0,0 0-1 0 0,1 0 0 0 0,-1 0 1 0 0,0 1-1 0 0,0-1 0 0 0,0 0 1 0 0,1 0-1 0 0,-1 0 0 0 0,0 0 1 0 0,0 0-1 0 0,0 0 0 0 0,1 1 1 0 0,-1-1-1 0 0,0 0 1 0 0,0 0-1 0 0,1 1 0 0 0,5 13 220 0 0,0 1-1 0 0,0 0 0 0 0,-1 1 1 0 0,-1-1-1 0 0,-1 1 0 0 0,0 0 1 0 0,0 16-1 0 0,0-7 34 0 0,1-1 0 0 0,11 35 0 0 0,-2-34 44 0 0,-13-24-317 0 0,1-1 1 0 0,-1 1 0 0 0,1-1 0 0 0,-1 1 0 0 0,1-1-1 0 0,0 0 1 0 0,-1 1 0 0 0,1-1 0 0 0,-1 0 0 0 0,1 1-1 0 0,0-1 1 0 0,-1 0 0 0 0,1 0 0 0 0,0 1 0 0 0,-1-1-1 0 0,1 0 1 0 0,0 0 0 0 0,-1 0 0 0 0,1 0 0 0 0,0 0-1 0 0,-1 0 1 0 0,2 0 0 0 0,2-2 51 0 0,0 0 0 0 0,0 0 0 0 0,0 0 0 0 0,-1-1 0 0 0,1 1 0 0 0,-1-1 0 0 0,1 0 0 0 0,-1 0 0 0 0,3-4 0 0 0,0 2-94 0 0,22-24 231 0 0,-1-1-1 0 0,29-45 0 0 0,1 0-295 0 0,-33 47-636 0 0,41-41 0 0 0,-53 59-1000 0 0,-1 1 0 0 0,1 1 0 0 0,0 0-1 0 0,14-7 1 0 0,-18 11-1280 0 0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5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89 392 0 0,'3'-5'8858'0'0,"-18"8"-8626"0"0,0 1 0 0 0,1 1 0 0 0,-1 1-1 0 0,-23 12 1 0 0,31-15-129 0 0,0 1 1 0 0,0 1-1 0 0,1-1 0 0 0,-1 1 0 0 0,1 0 0 0 0,0 0 1 0 0,1 1-1 0 0,-1 0 0 0 0,1 0 0 0 0,0 0 1 0 0,-7 14-1 0 0,11-18 5 0 0,1-2-104 0 0,1 1 0 0 0,-1 0 0 0 0,0-1 0 0 0,1 1 0 0 0,-1 0 0 0 0,0-1 0 0 0,1 1 0 0 0,-1-1 0 0 0,1 1 0 0 0,-1 0 0 0 0,1-1 0 0 0,-1 1 0 0 0,1-1 0 0 0,0 0 0 0 0,-1 1 0 0 0,1-1 0 0 0,-1 1 0 0 0,1-1 0 0 0,0 0 0 0 0,-1 0 0 0 0,1 1 0 0 0,0-1 0 0 0,0 0 0 0 0,-1 0 0 0 0,1 0 0 0 0,0 0 0 0 0,0 0 0 0 0,-1 0 0 0 0,1 0 0 0 0,0 0 0 0 0,0 0 0 0 0,-1 0 0 0 0,1 0 0 0 0,0 0 0 0 0,-1 0 0 0 0,2-1 0 0 0,27-5-8 0 0,-29 6 4 0 0,22-7-12 0 0,40-10-361 0 0,-59 17 344 0 0,0-1-1 0 0,0 1 1 0 0,1-1-1 0 0,-1 1 0 0 0,0 0 1 0 0,0 1-1 0 0,1-1 1 0 0,-1 0-1 0 0,0 1 1 0 0,0 0-1 0 0,1 0 1 0 0,-1 0-1 0 0,0 0 0 0 0,0 0 1 0 0,3 3-1 0 0,7 2-17 0 0,0 1 0 0 0,0-1 0 0 0,0-1 0 0 0,0 0 0 0 0,29 5 0 0 0,-33-8 34 0 0,-1 0 43 0 0,0-1 0 0 0,0-1 1 0 0,-1 1-1 0 0,1-2 0 0 0,0 1 0 0 0,0-1 0 0 0,0 0 0 0 0,0 0 1 0 0,-1-1-1 0 0,1 0 0 0 0,0 0 0 0 0,-1-1 0 0 0,0 0 1 0 0,1-1-1 0 0,-1 1 0 0 0,-1-1 0 0 0,1-1 0 0 0,8-6 1 0 0,-1 0 94 0 0,-1 0 0 0 0,-1-1 0 0 0,0-1 0 0 0,0 0 0 0 0,-1 0 0 0 0,-1-1 0 0 0,11-19 0 0 0,-5-11 267 0 0,-7 21-114 0 0,-6 25-239 0 0,1 15-110 0 0,-3-12 44 0 0,0 0 0 0 0,1 0 0 0 0,0 1 1 0 0,0-2-1 0 0,1 1 0 0 0,0 0 0 0 0,-1 0 1 0 0,1-1-1 0 0,1 1 0 0 0,-1-1 0 0 0,1 0 1 0 0,-1 0-1 0 0,1-1 0 0 0,1 1 0 0 0,-1-1 1 0 0,0 0-1 0 0,7 4 0 0 0,2 1-131 0 0,0-1 0 0 0,1 0 0 0 0,0-1 0 0 0,23 8-1 0 0,-25-10 191 0 0,0-1 0 0 0,0 0 0 0 0,1-1-1 0 0,-1 0 1 0 0,1 0 0 0 0,-1-2 0 0 0,1 1 0 0 0,-1-2-1 0 0,1 0 1 0 0,-1 0 0 0 0,1-1 0 0 0,-1-1-1 0 0,0 0 1 0 0,0 0 0 0 0,0-1 0 0 0,0-1-1 0 0,-1 0 1 0 0,0-1 0 0 0,0 0 0 0 0,0 0-1 0 0,-1-1 1 0 0,0-1 0 0 0,0 0 0 0 0,17-17-1 0 0,-2 0 2552 0 0,-28 29-2857 0 0,-16 27-1335 0 0,7-10-5373 0 0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6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96 460 0 0,'0'-13'1260'0'0,"0"0"-120"0"0,0 0-120 0 0,-1 0 729 0 0,-1-5-433 0 0,-2 2-952 0 0,1 7-712 0 0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6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1 336 0 0,'-4'4'382'0'0,"1"0"1"0"0,-1 0-1 0 0,1 1 1 0 0,0-1-1 0 0,0 1 0 0 0,0 0 1 0 0,1 0-1 0 0,-1 0 1 0 0,1 0-1 0 0,0 1 0 0 0,1-1 1 0 0,0 0-1 0 0,-1 1 1 0 0,2-1-1 0 0,-1 1 0 0 0,1 0 1 0 0,-1-1-1 0 0,2 7 1 0 0,0-8-262 0 0,0 1 0 0 0,0 0 0 0 0,0-1-1 0 0,1 1 1 0 0,0-1 0 0 0,0 0 0 0 0,0 1 0 0 0,1-1 0 0 0,-1 0 0 0 0,1 0 0 0 0,0 0 0 0 0,0-1 0 0 0,0 1 0 0 0,1-1 0 0 0,-1 0 0 0 0,1 1 0 0 0,0-2 0 0 0,0 1 0 0 0,0 0 0 0 0,7 3 0 0 0,-9-5-45 0 0,-1-1 0 0 0,1 1 1 0 0,0 0-1 0 0,0-1 0 0 0,0 1 1 0 0,0-1-1 0 0,0 0 0 0 0,0 0 1 0 0,0 0-1 0 0,0 0 0 0 0,0 0 1 0 0,0 0-1 0 0,-1 0 0 0 0,1-1 1 0 0,0 1-1 0 0,0-1 0 0 0,0 1 1 0 0,0-1-1 0 0,0 0 1 0 0,-1 1-1 0 0,1-1 0 0 0,0 0 1 0 0,0 0-1 0 0,-1 0 0 0 0,1-1 1 0 0,-1 1-1 0 0,1 0 0 0 0,-1-1 1 0 0,0 1-1 0 0,1-1 0 0 0,-1 1 1 0 0,0-1-1 0 0,0 1 0 0 0,0-1 1 0 0,0 0-1 0 0,1-2 0 0 0,0-1 99 0 0,1 1-1 0 0,-1-1 1 0 0,0 0-1 0 0,-1 0 0 0 0,1 0 1 0 0,-1 0-1 0 0,0 0 0 0 0,0 0 1 0 0,0 0-1 0 0,-1 0 1 0 0,0-1-1 0 0,0-5 0 0 0,-2 1-169 0 0,2 5-49 0 0,-1 1 0 0 0,1-1 0 0 0,-1 1 1 0 0,0-1-1 0 0,0 1 0 0 0,-1 0 0 0 0,1-1 0 0 0,-1 1 0 0 0,0 0 1 0 0,0 0-1 0 0,0 0 0 0 0,-1 1 0 0 0,1-1 0 0 0,-1 0 0 0 0,-6-5 1 0 0,8 8-953 0 0,-12 1-6359 0 0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6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1 372 0 0,'7'1'8531'0'0,"-4"8"-4063"0"0,-2 25-3075 0 0,-1-28-1428 0 0,-1 1-1 0 0,1 0 0 0 0,1 0 1 0 0,-1-1-1 0 0,1 1 0 0 0,3 11 1 0 0,0-6 152 0 0,-4-11-108 0 0,1-1 0 0 0,-1 1-1 0 0,0 0 1 0 0,0 0-1 0 0,0-1 1 0 0,0 1-1 0 0,1 0 1 0 0,-1-1 0 0 0,0 1-1 0 0,1 0 1 0 0,-1-1-1 0 0,0 1 1 0 0,1 0 0 0 0,-1-1-1 0 0,1 1 1 0 0,-1-1-1 0 0,1 1 1 0 0,-1-1 0 0 0,1 1-1 0 0,0-1 1 0 0,-1 1-1 0 0,1-1 1 0 0,-1 0 0 0 0,1 1-1 0 0,0-1 1 0 0,-1 0-1 0 0,1 1 1 0 0,0-1 0 0 0,0 0-1 0 0,-1 0 1 0 0,1 0-1 0 0,0 0 1 0 0,0 1-1 0 0,-1-1 1 0 0,1 0 0 0 0,0 0-1 0 0,0-1 1 0 0,-1 1-1 0 0,1 0 1 0 0,0 0 0 0 0,0 0-1 0 0,-1 0 1 0 0,1-1-1 0 0,0 1 1 0 0,-1 0 0 0 0,1-1-1 0 0,0 1 1 0 0,0-1-1 0 0,37-9 80 0 0,-36 10-86 0 0,4 6-99 0 0,-5-6 95 0 0,-1 0 0 0 0,1 0 1 0 0,-1 0-1 0 0,1 1 0 0 0,0-1 0 0 0,-1 0 1 0 0,1 1-1 0 0,-1-1 0 0 0,1 1 1 0 0,-1-1-1 0 0,1 1 0 0 0,-1-1 0 0 0,1 0 1 0 0,-1 1-1 0 0,1 0 0 0 0,-1-1 0 0 0,0 1 1 0 0,1-1-1 0 0,-1 1 0 0 0,0-1 1 0 0,0 1-1 0 0,1 0 0 0 0,-1-1 0 0 0,0 2 1 0 0,7 24 11 0 0,-6-25-3 0 0,0 0-1 0 0,0-1 1 0 0,0 1-1 0 0,-1 0 1 0 0,1-1-1 0 0,0 1 1 0 0,0-1-1 0 0,0 1 1 0 0,0-1-1 0 0,0 0 1 0 0,0 1-1 0 0,0-1 1 0 0,0 0-1 0 0,1 0 0 0 0,-1 0 1 0 0,0 1-1 0 0,0-1 1 0 0,0 0-1 0 0,0-1 1 0 0,0 1-1 0 0,0 0 1 0 0,0 0-1 0 0,2-1 1 0 0,22-4 72 0 0,-24 5-80 0 0,96-22 146 0 0,-71 15-68 0 0,0 0 1 0 0,0 2-1 0 0,1 1 0 0 0,-1 1 1 0 0,1 2-1 0 0,37 1 0 0 0,-51 4-53 0 0,-13-4-19 0 0,1 1 0 0 0,-1 0-1 0 0,1-1 1 0 0,-1 1 0 0 0,0 0 0 0 0,1-1 0 0 0,-1 1 0 0 0,0 0 0 0 0,1 0 0 0 0,-1-1 0 0 0,0 1 0 0 0,0 0 0 0 0,0 0 0 0 0,1 0 0 0 0,-1 0 0 0 0,0-1 0 0 0,0 1 0 0 0,0 0 0 0 0,0 0 0 0 0,-1 0 0 0 0,1-1 0 0 0,0 1-1 0 0,0 0 1 0 0,0 0 0 0 0,-1-1 0 0 0,1 1 0 0 0,0 0 0 0 0,-1 0 0 0 0,1-1 0 0 0,0 1 0 0 0,-1 0 0 0 0,1-1 0 0 0,-1 1 0 0 0,0 0 0 0 0,0 0 0 0 0,-2 3-148 0 0,0-1 0 0 0,0 1 0 0 0,0-1 0 0 0,-1 0 0 0 0,1 0 0 0 0,-1 0 0 0 0,0-1 0 0 0,0 1 0 0 0,-6 2 1 0 0,-22 10-6032 0 0,28-13 4497 0 0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7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14933 0 0,'16'-5'36'0'0,"-8"-3"-48"0"0,-1-2-1028 0 0,-5-3-824 0 0,-16-6-7797 0 0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6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0 106 244 0 0,'0'0'6935'0'0,"4"4"-6807"0"0,1-1-81 0 0,0 0 1 0 0,0 0-1 0 0,0-1 1 0 0,1 0-1 0 0,-1 0 1 0 0,1 0-1 0 0,0 0 1 0 0,-1-1-1 0 0,1 0 1 0 0,0 0-1 0 0,0-1 1 0 0,0 1-1 0 0,-1-1 1 0 0,1-1-1 0 0,0 1 1 0 0,0-1-1 0 0,0 0 1 0 0,-1 0-1 0 0,8-3 1 0 0,0 1 36 0 0,1-1 1 0 0,-1 0 0 0 0,-1-1-1 0 0,1 0 1 0 0,-1-1 0 0 0,0 0-1 0 0,20-14 1 0 0,-29 18-49 0 0,-1 0 0 0 0,0 0 0 0 0,0 1 0 0 0,0-2 0 0 0,0 1 1 0 0,0 0-1 0 0,0 0 0 0 0,0 0 0 0 0,-1-1 0 0 0,1 1 0 0 0,-1-1 0 0 0,1 1 0 0 0,-1-1 0 0 0,0 0 0 0 0,0 1 0 0 0,-1-1 0 0 0,1 0 0 0 0,0 0 0 0 0,-1 0 0 0 0,1-5 1 0 0,-1 6 29 0 0,-26-11 118 0 0,14 13-121 0 0,0 0 1 0 0,-1 1 0 0 0,1 1 0 0 0,1-1-1 0 0,-18 6 1 0 0,24-6-32 0 0,0 1 0 0 0,0 0 0 0 0,0-1 0 0 0,0 1 0 0 0,0 1 0 0 0,0-1 0 0 0,1 1 0 0 0,-1 0 0 0 0,1 0 0 0 0,0 0 0 0 0,0 1 0 0 0,0-1 0 0 0,0 1 0 0 0,-5 6 0 0 0,9-8-44 0 0,-1-1 0 0 0,1 0 0 0 0,-1 0-1 0 0,1 1 1 0 0,-1-1 0 0 0,1 0 0 0 0,0 0 0 0 0,0 1-1 0 0,0-1 1 0 0,0 0 0 0 0,0 1 0 0 0,0-1 0 0 0,0 0-1 0 0,0 1 1 0 0,0-1 0 0 0,1 0 0 0 0,-1 1-1 0 0,1-1 1 0 0,-1 0 0 0 0,1 0 0 0 0,-1 0 0 0 0,1 1-1 0 0,-1-1 1 0 0,1 0 0 0 0,0 0 0 0 0,0 0 0 0 0,0 0-1 0 0,0 0 1 0 0,-1 0 0 0 0,1 0 0 0 0,0 0-1 0 0,1-1 1 0 0,-1 1 0 0 0,0 0 0 0 0,0-1 0 0 0,0 1-1 0 0,0-1 1 0 0,1 1 0 0 0,-1-1 0 0 0,0 1-1 0 0,2-1 1 0 0,51 16-1329 0 0,38-4-3553 0 0,-55-10 2610 0 0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7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69 385 640 0 0,'0'0'3789'0'0,"-5"2"-3134"0"0,-1 0-377 0 0,0 0 0 0 0,1 1 1 0 0,-1-1-1 0 0,1 1 0 0 0,-1 1 0 0 0,-6 4 0 0 0,11-7-183 0 0,-1 1-1 0 0,1 0 1 0 0,-1-1 0 0 0,1 1 0 0 0,-1 0 0 0 0,1 0 0 0 0,0 0 0 0 0,0 0 0 0 0,0 0 0 0 0,0 0 0 0 0,0 0 0 0 0,1 0 0 0 0,-1 1 0 0 0,0-1 0 0 0,1 0 0 0 0,0 0 0 0 0,-1 1 0 0 0,1-1 0 0 0,0 0 0 0 0,0 1 0 0 0,1-1 0 0 0,-1 0 0 0 0,1 4 0 0 0,-1-5-72 0 0,1 0 0 0 0,-1 1 0 0 0,1-1 0 0 0,-1 0 0 0 0,1 0 0 0 0,-1 0 0 0 0,1 1 0 0 0,0-1 0 0 0,0 0 0 0 0,-1 0 0 0 0,1 0 0 0 0,0 0 0 0 0,0 0 0 0 0,0 0 0 0 0,0-1 0 0 0,0 1 0 0 0,0 0 0 0 0,1 0 0 0 0,-1-1 0 0 0,0 1 0 0 0,0-1 0 0 0,0 1 0 0 0,1-1 0 0 0,-1 1 0 0 0,0-1 0 0 0,0 0 0 0 0,1 0 0 0 0,-1 1 0 0 0,0-1 1 0 0,1 0-1 0 0,-1 0 0 0 0,0 0 0 0 0,1-1 0 0 0,1 1 0 0 0,41-12 267 0 0,-33 7-248 0 0,-1-1-1 0 0,0 0 1 0 0,-1-1-1 0 0,0 0 0 0 0,0 0 1 0 0,0-1-1 0 0,-1-1 1 0 0,0 1-1 0 0,-1-1 1 0 0,0 0-1 0 0,0-1 0 0 0,-1 0 1 0 0,6-12-1 0 0,2-5 43 0 0,-2-1-1 0 0,-1 0 1 0 0,13-55-1 0 0,-9-9 395 0 0,-14 85-309 0 0,-1 0 0 0 0,0 0 0 0 0,0 1 0 0 0,0-1 0 0 0,-1 0 0 0 0,0 1 0 0 0,0-1 0 0 0,-1 1 0 0 0,0-1-1 0 0,0 1 1 0 0,-4-9 0 0 0,5 15-147 0 0,1-1 0 0 0,-1 1 0 0 0,1-1 0 0 0,-1 1 0 0 0,1-1 0 0 0,-1 1 0 0 0,1 0 0 0 0,-1-1 0 0 0,0 1 0 0 0,1 0 0 0 0,-1-1 0 0 0,0 1 0 0 0,1 0 0 0 0,-1 0 0 0 0,0 0 0 0 0,1 0 0 0 0,-1 0 0 0 0,0-1 0 0 0,1 1-1 0 0,-1 0 1 0 0,0 0 0 0 0,0 1 0 0 0,1-1 0 0 0,-1 0 0 0 0,0 0 0 0 0,1 0 0 0 0,-1 0 0 0 0,0 1 0 0 0,1-1 0 0 0,-1 0 0 0 0,1 1 0 0 0,-1-1 0 0 0,0 0 0 0 0,1 1 0 0 0,-1-1 0 0 0,1 1 0 0 0,-1-1 0 0 0,1 1 0 0 0,-1-1 0 0 0,1 1 0 0 0,-1-1 0 0 0,1 1 0 0 0,0-1 0 0 0,-1 1-1 0 0,1 0 1 0 0,0-1 0 0 0,-1 1 0 0 0,1 0 0 0 0,-21 34 86 0 0,16-21-153 0 0,2 0 0 0 0,-1 0 0 0 0,1 0 0 0 0,1 1 0 0 0,1-1 0 0 0,0 0 0 0 0,1 1-1 0 0,0-1 1 0 0,1 1 0 0 0,1-1 0 0 0,0 1 0 0 0,1-1 0 0 0,1 0 0 0 0,7 20 0 0 0,-5-20-682 0 0,0 1 0 0 0,1 0-1 0 0,9 13 1 0 0,-9-18-521 0 0,1 0 0 0 0,-1 0 0 0 0,2 0-1 0 0,9 8 1 0 0,-4-5-1667 0 0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7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11 423 732 0 0,'0'0'9562'0'0,"-3"4"-9330"0"0,-4 11 247 0 0,23-14 476 0 0,-12-3-892 0 0,0 0 0 0 0,0 0 0 0 0,0 0 0 0 0,0 0 0 0 0,-1 0-1 0 0,1-1 1 0 0,-1 0 0 0 0,1 0 0 0 0,-1 0 0 0 0,0 0 0 0 0,0 0-1 0 0,3-6 1 0 0,5-3 104 0 0,3-4-36 0 0,0 1 0 0 0,-1-2 0 0 0,-1 0 1 0 0,-1-1-1 0 0,0 0 0 0 0,-1 0 0 0 0,8-22 0 0 0,-14 31-89 0 0,-1 0-1 0 0,1 0 0 0 0,-2 0 1 0 0,1 0-1 0 0,-1-1 0 0 0,-1 1 1 0 0,0 0-1 0 0,0-1 0 0 0,-1 1 1 0 0,0-1-1 0 0,-1 0 0 0 0,0 1 1 0 0,0 0-1 0 0,-1-1 0 0 0,0 1 1 0 0,-1 0-1 0 0,-6-17 0 0 0,6 23-33 0 0,0-1 1 0 0,0 0-1 0 0,0 1 0 0 0,-1-1 0 0 0,1 1 0 0 0,-1 0 0 0 0,0 0 0 0 0,0 1 0 0 0,0-1 1 0 0,0 1-1 0 0,0 0 0 0 0,0 0 0 0 0,-1 0 0 0 0,1 1 0 0 0,-1-1 0 0 0,0 1 0 0 0,-8-1 1 0 0,10 1-9 0 0,1 1-1 0 0,-1-1 1 0 0,1 1 0 0 0,-1 0 0 0 0,1 0 0 0 0,-1 0 0 0 0,1 0 0 0 0,-1 0 0 0 0,1 1-1 0 0,-1-1 1 0 0,1 1 0 0 0,-1-1 0 0 0,1 1 0 0 0,0 0 0 0 0,-1 0 0 0 0,1 0 0 0 0,0 0-1 0 0,0 1 1 0 0,0-1 0 0 0,-1 0 0 0 0,2 1 0 0 0,-1 0 0 0 0,0-1 0 0 0,0 1 0 0 0,0 0-1 0 0,1 0 1 0 0,-1 0 0 0 0,1 0 0 0 0,-1 0 0 0 0,1 0 0 0 0,0 1 0 0 0,0-1 0 0 0,-1 4-1 0 0,2-2 2 0 0,1-1 0 0 0,-1 0-1 0 0,1 1 1 0 0,0-1-1 0 0,0 0 1 0 0,1 0 0 0 0,-1 0-1 0 0,1 1 1 0 0,-1-1 0 0 0,1-1-1 0 0,0 1 1 0 0,4 5-1 0 0,-2-3 2 0 0,13 16 0 0 0,0 0 1 0 0,2-2 0 0 0,1 0-1 0 0,0-1 1 0 0,1-1 0 0 0,33 20-1 0 0,43 36-8 0 0,-87-63 0 0 0,0 0 0 0 0,-1 0-1 0 0,0 0 1 0 0,0 1 0 0 0,-1 1-1 0 0,-1-1 1 0 0,9 19 0 0 0,-15-29 2 0 0,-1 0 1 0 0,0-1 0 0 0,1 1 0 0 0,-1 0 0 0 0,0 0-1 0 0,0-1 1 0 0,0 1 0 0 0,1 0 0 0 0,-1 0 0 0 0,0 0-1 0 0,0-1 1 0 0,0 1 0 0 0,0 0 0 0 0,-1 0 0 0 0,1 0-1 0 0,0-1 1 0 0,0 1 0 0 0,0 0 0 0 0,-1 0 0 0 0,1-1-1 0 0,0 1 1 0 0,-1 0 0 0 0,1-1 0 0 0,0 1 0 0 0,-1 0-1 0 0,1-1 1 0 0,-1 1 0 0 0,1-1 0 0 0,-1 1 0 0 0,1 0-1 0 0,-1-1 1 0 0,0 1 0 0 0,1-1 0 0 0,-1 0 0 0 0,-1 1-1 0 0,-12 5-1940 0 0,1-7-4796 0 0,-4-4 3337 0 0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27.8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40 944 0 0,'0'0'1012'0'0,"0"-12"1496"0"0,0-2-383 0 0,-2 0-2093 0 0</inkml:trace>
  <inkml:trace contextRef="#ctx0" brushRef="#br0" timeOffset="1">164 169 304 0 0,'3'2'450'0'0,"0"0"1"0"0,0-1-1 0 0,0 1 0 0 0,0-1 0 0 0,1 0 1 0 0,-1 0-1 0 0,0 0 0 0 0,1-1 0 0 0,-1 1 1 0 0,1-1-1 0 0,-1 0 0 0 0,1 0 0 0 0,-1 0 1 0 0,1 0-1 0 0,-1-1 0 0 0,0 1 0 0 0,5-2 1 0 0,20-1 2554 0 0,-17 11-1828 0 0,-8-3-1093 0 0,0 0-1 0 0,0 0 0 0 0,-1 0 1 0 0,0 1-1 0 0,0-1 1 0 0,0 1-1 0 0,-1 0 1 0 0,0-1-1 0 0,0 1 1 0 0,0 0-1 0 0,-1 0 0 0 0,0 0 1 0 0,0 8-1 0 0,-14 85 340 0 0,11-80-307 0 0,-63 239-356 0 0,9-89-7632 0 0,41-124 4394 0 0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30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77 596 0 0,'0'-6'554'0'0,"0"0"1"0"0,-1 1-1 0 0,0-1 0 0 0,0 1 0 0 0,-1-1 1 0 0,1 1-1 0 0,-1-1 0 0 0,0 1 0 0 0,0 0 1 0 0,-1 0-1 0 0,0 0 0 0 0,-3-5 0 0 0,5 9-44 0 0,0 0-443 0 0,1 1 0 0 0,-1 0 0 0 0,1 0 0 0 0,-1 0 0 0 0,1 1 0 0 0,-1-1 0 0 0,1 0 0 0 0,-1 0 0 0 0,1 0 1 0 0,-1 0-1 0 0,1 0 0 0 0,-1 1 0 0 0,1-1 0 0 0,-1 0 0 0 0,1 0 0 0 0,-1 1 0 0 0,1-1 0 0 0,-1 0 0 0 0,1 1 0 0 0,0-1 0 0 0,-1 0 0 0 0,1 1 1 0 0,0-1-1 0 0,-1 1 0 0 0,1-1 0 0 0,0 0 0 0 0,-1 1 0 0 0,1-1 0 0 0,0 1 0 0 0,0-1 0 0 0,0 1 0 0 0,-1-1 0 0 0,1 1 0 0 0,0 0 0 0 0,4 25 739 0 0,25 34-803 0 0,-23-50 205 0 0,-4-6-184 0 0,0 0 0 0 0,0 1 0 0 0,0-1-1 0 0,-1 1 1 0 0,1-1 0 0 0,-1 1 0 0 0,0 0 0 0 0,0 0-1 0 0,-1-1 1 0 0,1 7 0 0 0,-2-10-19 0 0,1 0 1 0 0,-1 0-1 0 0,1 0 0 0 0,-1 0 1 0 0,1 0-1 0 0,-1 0 0 0 0,0 0 1 0 0,0 0-1 0 0,1 0 0 0 0,-1 0 1 0 0,0 0-1 0 0,0-1 0 0 0,0 1 1 0 0,0 0-1 0 0,0 0 0 0 0,0-1 1 0 0,0 1-1 0 0,0-1 0 0 0,0 1 1 0 0,0-1-1 0 0,0 1 0 0 0,-1-1 1 0 0,1 0-1 0 0,0 0 0 0 0,-2 1 1 0 0,-36 6 46 0 0,32-6-45 0 0,-50-3-530 0 0,23-9-6392 0 0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8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113 112 300 0 0,'-4'-11'5243'0'0,"4"11"-5199"0"0,0 0 1 0 0,0 0-1 0 0,1 0 1 0 0,-1 0-1 0 0,0-1 1 0 0,0 1-1 0 0,0 0 1 0 0,0 0-1 0 0,0 0 1 0 0,0 0-1 0 0,0-1 1 0 0,0 1-1 0 0,0 0 1 0 0,0 0 0 0 0,0 0-1 0 0,0 0 1 0 0,0-1-1 0 0,-1 1 1 0 0,1 0-1 0 0,0 0 1 0 0,0 0-1 0 0,0 0 1 0 0,0 0-1 0 0,0-1 1 0 0,0 1-1 0 0,0 0 1 0 0,0 0 0 0 0,0 0-1 0 0,-1 0 1 0 0,1 0-1 0 0,0 0 1 0 0,0 0-1 0 0,0-1 1 0 0,0 1-1 0 0,0 0 1 0 0,-1 0-1 0 0,1 0 1 0 0,0 0-1 0 0,0 0 1 0 0,0 0-1 0 0,0 0 1 0 0,0 0 0 0 0,-1 0-1 0 0,1 0 1 0 0,0 0-1 0 0,0 0 1 0 0,0 0-1 0 0,0 0 1 0 0,-1 0-1 0 0,1 0 1 0 0,0 0-1 0 0,0 0 1 0 0,0 0-1 0 0,0 0 1 0 0,-1 0-1 0 0,1 0 1 0 0,0 0 0 0 0,0 0-1 0 0,0 0 1 0 0,0 1-1 0 0,0-1 1 0 0,-1 0-1 0 0,1 0 1 0 0,0 0-1 0 0,0 0 1 0 0,0 0-1 0 0,0 0 1 0 0,0 1-1 0 0,-12 31 584 0 0,2 1-1 0 0,2 0 0 0 0,-8 59 0 0 0,7-37-197 0 0,6-41-675 0 0,-3 14 2229 0 0,1-29-861 0 0,-2-16-903 0 0,-1-14-47 0 0,1-1 1 0 0,2 1-1 0 0,1-1 1 0 0,2 0-1 0 0,2-35 1 0 0,5 4-254 0 0,-5 62 67 0 0,1 0 0 0 0,-1 0-1 0 0,0 0 1 0 0,0 0 0 0 0,1 1-1 0 0,-1-1 1 0 0,0 0 0 0 0,1 0-1 0 0,-1 1 1 0 0,1-1-1 0 0,-1 0 1 0 0,1 1 0 0 0,0-1-1 0 0,-1 0 1 0 0,1 1 0 0 0,-1-1-1 0 0,1 1 1 0 0,0-1 0 0 0,0 1-1 0 0,-1-1 1 0 0,1 1-1 0 0,0 0 1 0 0,0-1 0 0 0,-1 1-1 0 0,1 0 1 0 0,0-1 0 0 0,0 1-1 0 0,0 0 1 0 0,0 0 0 0 0,-1 0-1 0 0,1 0 1 0 0,0 0-1 0 0,0 0 1 0 0,0 0 0 0 0,0 0-1 0 0,0 0 1 0 0,-1 0 0 0 0,1 1-1 0 0,0-1 1 0 0,0 0 0 0 0,0 1-1 0 0,-1-1 1 0 0,2 1-1 0 0,34 14-149 0 0,67 66-256 0 0,-71-54 223 0 0,50 33-1 0 0,-68-51 172 0 0,-1-1-1 0 0,2 0 1 0 0,-1-1 0 0 0,1-1 0 0 0,0-1-1 0 0,1 0 1 0 0,16 3 0 0 0,-28-7 73 0 0,0 0 1 0 0,0-1 0 0 0,1 0 0 0 0,-1 0-1 0 0,0 0 1 0 0,0 0 0 0 0,0-1-1 0 0,0 1 1 0 0,0-1 0 0 0,0 0 0 0 0,0 0-1 0 0,0-1 1 0 0,0 1 0 0 0,0-1-1 0 0,0 0 1 0 0,-1 0 0 0 0,1 0 0 0 0,-1-1-1 0 0,0 1 1 0 0,1-1 0 0 0,-1 0 0 0 0,0 0-1 0 0,-1 0 1 0 0,1 0 0 0 0,0 0-1 0 0,-1 0 1 0 0,0-1 0 0 0,0 0 0 0 0,0 1-1 0 0,0-1 1 0 0,0 0 0 0 0,1-5-1 0 0,2-8 291 0 0,-1 0 0 0 0,0-1 0 0 0,-1 1 0 0 0,-1-1 0 0 0,-1 0-1 0 0,0 0 1 0 0,-1 0 0 0 0,-1 0 0 0 0,-4-19 0 0 0,3 22 367 0 0,0-6-7307 0 0,3 21 6392 0 0,-1-1 0 0 0,1 1 1 0 0,-1-1-1 0 0,1 1 1 0 0,-1 0-1 0 0,1-1 0 0 0,-1 1 1 0 0,1 0-1 0 0,-1-1 0 0 0,1 1 1 0 0,-1 0-1 0 0,1 0 1 0 0,-1 0-1 0 0,1 0 0 0 0,0-1 1 0 0,-1 1-1 0 0,1 0 0 0 0,-1 0 1 0 0,1 0-1 0 0,0 0 1 0 0,-1 0-1 0 0,1 0 0 0 0,0 0 1 0 0,-1 0-1 0 0,1 1 0 0 0,-1-1 1 0 0,1 0-1 0 0,-1 0 1 0 0,1 0-1 0 0,1 1 0 0 0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8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3 236 0 0,'8'-2'10758'0'0,"-6"8"-10565"0"0,-1 1-1 0 0,-1 0 1 0 0,1-1-1 0 0,-1 1 0 0 0,0 0 1 0 0,-1 0-1 0 0,0-1 1 0 0,-1 8-1 0 0,-15 62 630 0 0,12-60-652 0 0,-12 46 331 0 0,9-38-229 0 0,1 0 1 0 0,-6 46-1 0 0,13-68-223 0 0,2 3 0 0 0,-1-4-46 0 0,-1 0 1 0 0,0 1 0 0 0,1-1 0 0 0,-1 0-1 0 0,1 1 1 0 0,0-1 0 0 0,-1 0 0 0 0,1 0-1 0 0,0 1 1 0 0,0-1 0 0 0,0 0 0 0 0,0 0-1 0 0,0 0 1 0 0,0 0 0 0 0,0 0 0 0 0,0 0-1 0 0,0 0 1 0 0,1-1 0 0 0,-1 1 0 0 0,0 0-1 0 0,1-1 1 0 0,-1 1 0 0 0,0-1-1 0 0,1 1 1 0 0,-1-1 0 0 0,2 1 0 0 0,8 0-263 0 0,0 0 0 0 0,0-1 0 0 0,0 0 0 0 0,0-1 0 0 0,0 0 0 0 0,0-1 0 0 0,0 0 0 0 0,12-4-1 0 0,48-21-6795 0 0,-48 17 3763 0 0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48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55 132 120 0 0,'7'-3'8780'0'0,"-2"43"-7957"0"0,-2 0 0 0 0,-2-1-1 0 0,-5 58 1 0 0,-15 3 142 0 0,19-99-922 0 0,0 0 1 0 0,0-1-1 0 0,0 1 1 0 0,0 0-1 0 0,0 0 1 0 0,0-1-1 0 0,0 1 1 0 0,0 0-1 0 0,-1-1 1 0 0,1 1-1 0 0,0 0 1 0 0,0-1-1 0 0,0 1 1 0 0,-1 0-1 0 0,1-1 0 0 0,0 1 1 0 0,-1-1-1 0 0,1 1 1 0 0,-1-1-1 0 0,1 1 1 0 0,-1-1-1 0 0,1 1 1 0 0,-1-1-1 0 0,1 1 1 0 0,-1-1-1 0 0,1 1 1 0 0,-2-1-1 0 0,-10-11 576 0 0,-6-28-258 0 0,15 25-314 0 0,1-1 1 0 0,0 1-1 0 0,1-1 0 0 0,0 1 1 0 0,1-1-1 0 0,1 0 0 0 0,0 1 1 0 0,5-17-1 0 0,-2 10-20 0 0,1 0 0 0 0,1 1 1 0 0,1-1-1 0 0,19-37 0 0 0,-20 48-25 0 0,0 0 0 0 0,2 0 0 0 0,-1 1 0 0 0,1 0 0 0 0,0 0 0 0 0,1 0 0 0 0,0 1 0 0 0,0 1 0 0 0,1 0 0 0 0,15-9 0 0 0,-21 14-5 0 0,0-1 0 0 0,0 1 0 0 0,1 0 0 0 0,-1 0 0 0 0,1 0-1 0 0,0 0 1 0 0,-1 1 0 0 0,1 0 0 0 0,0 0 0 0 0,0 0 0 0 0,0 1 0 0 0,0 0 0 0 0,0 0 0 0 0,0 0 0 0 0,0 0 0 0 0,-1 1 0 0 0,1 0 0 0 0,0 0 0 0 0,0 0 0 0 0,0 0 0 0 0,-1 1 0 0 0,1 0 0 0 0,-1 0 0 0 0,1 0 0 0 0,-1 0 0 0 0,0 1-1 0 0,7 5 1 0 0,-9-6-3 0 0,0 0 0 0 0,0-1-1 0 0,0 1 1 0 0,-1 0-1 0 0,1 0 1 0 0,0 1-1 0 0,-1-1 1 0 0,0 0-1 0 0,1 0 1 0 0,-1 1-1 0 0,0-1 1 0 0,0 1-1 0 0,0-1 1 0 0,-1 1-1 0 0,1-1 1 0 0,-1 1 0 0 0,1 0-1 0 0,-1-1 1 0 0,0 1-1 0 0,0 0 1 0 0,0 3-1 0 0,-1-1-31 0 0,-1 0-1 0 0,1 0 0 0 0,-1-1 1 0 0,0 1-1 0 0,0-1 0 0 0,0 1 1 0 0,-1-1-1 0 0,1 0 1 0 0,-1 0-1 0 0,-6 7 0 0 0,-5 3-608 0 0,0-1-1 0 0,0-1 1 0 0,-1 0-1 0 0,-33 19 0 0 0,-18 2-5306 0 0,35-24 2526 0 0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50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212 266 324 0 0,'20'-40'2908'0'0,"45"-68"0"0"0,-6 13 474 0 0,-47 72-1064 0 0,-114 179-1842 0 0,-96 194 0 0 0,190-334-460 0 0,-35 81 90 0 0,40-88-91 0 0,-1 1 0 0 0,2-1 0 0 0,0 1 0 0 0,0-1-1 0 0,0 1 1 0 0,1 0 0 0 0,1 0 0 0 0,0 12 0 0 0,1-19-16 0 0,-1-1 0 0 0,1 1 0 0 0,0 0 0 0 0,0-1 0 0 0,0 1 0 0 0,1 0-1 0 0,-1-1 1 0 0,1 0 0 0 0,-1 1 0 0 0,1-1 0 0 0,0 0 0 0 0,0 0 0 0 0,0 0 0 0 0,0 0 0 0 0,0 0 0 0 0,0 0 0 0 0,0 0 0 0 0,1-1 0 0 0,-1 1 0 0 0,1-1 0 0 0,-1 0 0 0 0,1 0-1 0 0,0 0 1 0 0,-1 0 0 0 0,1 0 0 0 0,0 0 0 0 0,0-1 0 0 0,0 0 0 0 0,0 1 0 0 0,3-1 0 0 0,13 1-185 0 0,0-1-1 0 0,0 0 1 0 0,27-4-1 0 0,-32 2 29 0 0,38-4-1021 0 0,90-24-1 0 0,-16-13-4622 0 0,-101 33 3580 0 0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52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143 281 632 0 0,'-4'-50'7293'0'0,"4"49"-7198"0"0,-1 1 0 0 0,1-1 0 0 0,-1 0 0 0 0,0 0-1 0 0,1 0 1 0 0,-1 0 0 0 0,0 1 0 0 0,1-1 0 0 0,-1 0-1 0 0,0 1 1 0 0,0-1 0 0 0,0 1 0 0 0,1-1 0 0 0,-1 1 0 0 0,0-1-1 0 0,0 1 1 0 0,0-1 0 0 0,0 1 0 0 0,0 0 0 0 0,0-1-1 0 0,0 1 1 0 0,0 0 0 0 0,0 0 0 0 0,0 0 0 0 0,0 0-1 0 0,0 0 1 0 0,0 0 0 0 0,0 0 0 0 0,0 0 0 0 0,0 0-1 0 0,0 1 1 0 0,0-1 0 0 0,0 0 0 0 0,0 1 0 0 0,0-1-1 0 0,0 0 1 0 0,0 1 0 0 0,0-1 0 0 0,0 1 0 0 0,1 0 0 0 0,-1-1-1 0 0,0 1 1 0 0,-1 1 0 0 0,-36 34-56 0 0,34-31 321 0 0,-2 3-294 0 0,0-1 0 0 0,0 1 1 0 0,0 1-1 0 0,1-1 0 0 0,1 1 1 0 0,0 0-1 0 0,0 0 0 0 0,0 0 1 0 0,1 1-1 0 0,1-1 0 0 0,0 1 1 0 0,0-1-1 0 0,0 1 0 0 0,1 13 1 0 0,1-21-72 0 0,0 0 1 0 0,1 0 0 0 0,-1 0 0 0 0,1 0 0 0 0,-1 0-1 0 0,1 0 1 0 0,0 0 0 0 0,0 0 0 0 0,0 0 0 0 0,0-1 0 0 0,0 1-1 0 0,0 0 1 0 0,0-1 0 0 0,1 1 0 0 0,-1-1 0 0 0,1 1-1 0 0,-1-1 1 0 0,1 1 0 0 0,-1-1 0 0 0,1 0 0 0 0,0 0-1 0 0,0 0 1 0 0,-1 0 0 0 0,3 1 0 0 0,-2-2-55 0 0,21-2-77 0 0,-16-1 81 0 0,1 0 0 0 0,-1 0 0 0 0,1-1 0 0 0,-1 0 0 0 0,0 0 0 0 0,0-1 0 0 0,-1 1 0 0 0,0-2 0 0 0,1 1 0 0 0,8-11 0 0 0,13-9-171 0 0,-18 8 456 0 0,-13 22-231 0 0,0 1 0 0 0,0-1 1 0 0,0 1-1 0 0,1-1 0 0 0,0 1 1 0 0,0 0-1 0 0,0-1 0 0 0,1 1 0 0 0,0 0 1 0 0,0 0-1 0 0,0 0 0 0 0,1 12 0 0 0,1-6-1 0 0,-1-10 3 0 0,0-1 0 0 0,0 1-1 0 0,0-1 1 0 0,1 1 0 0 0,-1-1 0 0 0,0 1-1 0 0,1-1 1 0 0,-1 0 0 0 0,1 1 0 0 0,0-1-1 0 0,-1 1 1 0 0,1-1 0 0 0,0 0-1 0 0,0 0 1 0 0,0 1 0 0 0,0-1 0 0 0,0 0-1 0 0,0 0 1 0 0,0 0 0 0 0,0 0-1 0 0,0 0 1 0 0,0 0 0 0 0,1 0 0 0 0,-1-1-1 0 0,0 1 1 0 0,2 0 0 0 0,2 0 2 0 0,-1-2 1 0 0,0 1-1 0 0,1 0 1 0 0,-1-1-1 0 0,0 0 1 0 0,1 0-1 0 0,-1 0 1 0 0,0 0-1 0 0,0-1 1 0 0,5-2-1 0 0,82-43-148 0 0,-67 33 63 0 0,0 0 0 0 0,1 2 0 0 0,1 1 0 0 0,0 1-1 0 0,45-11 1 0 0,-69 20 66 0 0,1 1-1 0 0,0-1 1 0 0,0 1-1 0 0,0 0 1 0 0,0-1-1 0 0,0 1 1 0 0,0 0-1 0 0,-1 1 0 0 0,1-1 1 0 0,0 1-1 0 0,0-1 1 0 0,0 1-1 0 0,0 0 1 0 0,-1 0-1 0 0,1 0 1 0 0,0 0-1 0 0,-1 0 0 0 0,1 1 1 0 0,-1-1-1 0 0,1 1 1 0 0,-1 0-1 0 0,0 0 1 0 0,0 0-1 0 0,0 0 1 0 0,0 0-1 0 0,0 0 0 0 0,0 0 1 0 0,0 1-1 0 0,-1-1 1 0 0,1 0-1 0 0,-1 1 1 0 0,2 4-1 0 0,-1-2-8 0 0,-1 0-1 0 0,0 0 1 0 0,-1 1-1 0 0,1-1 1 0 0,-1 0-1 0 0,0 0 1 0 0,0 1-1 0 0,0-1 1 0 0,-1 0-1 0 0,0 0 1 0 0,0 0-1 0 0,0 0 1 0 0,-1 0 0 0 0,1 0-1 0 0,-1 0 1 0 0,-1 0-1 0 0,-3 6 1 0 0,4-7 0 0 0,0-1-2 0 0,0 0-1 0 0,0 0 1 0 0,0 1-1 0 0,0-1 0 0 0,1 1 1 0 0,0 0-1 0 0,-1-1 0 0 0,1 1 1 0 0,1 0-1 0 0,-2 5 1 0 0,7-13-30 0 0,16-12-17 0 0,-1-1 1 0 0,-1 0-1 0 0,-1-2 0 0 0,0 0 1 0 0,-2-1-1 0 0,24-37 0 0 0,-22 27 115 0 0,-1-1 0 0 0,-1 0-1 0 0,-2-1 1 0 0,17-57 0 0 0,-3-58 3014 0 0,-27 145-2140 0 0,-11 32-778 0 0,0-5-64 0 0,-3 33 33 0 0,4 1 1 0 0,2-1 0 0 0,2 1-1 0 0,5 90 1 0 0,0-148-114 0 0,0 1 0 0 0,0-1-1 0 0,0 1 1 0 0,0-1 0 0 0,1 1 0 0 0,-1-1 0 0 0,0 1 0 0 0,1-1-1 0 0,-1 1 1 0 0,1-1 0 0 0,0 1 0 0 0,-1-1 0 0 0,1 1-1 0 0,0-1 1 0 0,0 0 0 0 0,0 0 0 0 0,0 1 0 0 0,0-1-1 0 0,0 0 1 0 0,0 0 0 0 0,0 0 0 0 0,0 0 0 0 0,1 0-1 0 0,-1 0 1 0 0,0 0 0 0 0,1-1 0 0 0,-1 1 0 0 0,3 1 0 0 0,0-2-10 0 0,-1 0 0 0 0,0 0 0 0 0,1 0 0 0 0,-1-1 0 0 0,1 1 1 0 0,-1-1-1 0 0,0 0 0 0 0,1 0 0 0 0,-1 0 0 0 0,0 0 0 0 0,0 0 1 0 0,5-3-1 0 0,8-6-51 0 0,0 0 1 0 0,-1 0 0 0 0,-1-2 0 0 0,15-13 0 0 0,6-4-6 0 0,-28 24 126 0 0,1-1 0 0 0,-1 0 1 0 0,0 0-1 0 0,-1 0 0 0 0,1-1 0 0 0,-1 0 1 0 0,9-15-1 0 0,-14 20 82 0 0,-4 3-82 0 0,0 0-1 0 0,1 0 1 0 0,-1 0-1 0 0,0 0 1 0 0,0 0-1 0 0,1 0 0 0 0,-1 1 1 0 0,0-1-1 0 0,1 1 1 0 0,0 0-1 0 0,-1 0 1 0 0,1 0-1 0 0,-4 4 0 0 0,5-5-50 0 0,-1 1-1 0 0,1 0 1 0 0,0 0-1 0 0,-1-1 1 0 0,1 1-1 0 0,0 0 0 0 0,0 0 1 0 0,0 0-1 0 0,0 1 1 0 0,0-1-1 0 0,1 0 1 0 0,-1 0-1 0 0,1 0 1 0 0,-1 0-1 0 0,1 1 0 0 0,0-1 1 0 0,0 0-1 0 0,0 0 1 0 0,0 1-1 0 0,0-1 1 0 0,0 0-1 0 0,1 0 0 0 0,-1 1 1 0 0,1-1-1 0 0,1 3 1 0 0,1 1-2 0 0,1-1-1 0 0,0 0 1 0 0,0 0 0 0 0,0-1 0 0 0,0 1-1 0 0,1-1 1 0 0,-1 0 0 0 0,1 0 0 0 0,0-1 0 0 0,0 1-1 0 0,1-1 1 0 0,-1 0 0 0 0,1-1 0 0 0,0 1 0 0 0,-1-1-1 0 0,1 0 1 0 0,0 0 0 0 0,11 1 0 0 0,52 7-2249 0 0,-8-8-5098 0 0,-49-2 4024 0 0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52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30 696 0 0,'-9'-3'2668'0'0,"-9"-1"-640"0"0,11 1 1381 0 0,44-12-3177 0 0,-13 15-276 0 0,7-1-276 0 0,13-1-304 0 0,-2 0-720 0 0,0 4-1453 0 0,-3 0 649 0 0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8:54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308 158 572 0 0,'4'-7'638'0'0,"0"1"1"0"0,0-1-1 0 0,-1 0 0 0 0,0 0 1 0 0,0 0-1 0 0,-1 0 0 0 0,0 0 1 0 0,0-1-1 0 0,-1 1 0 0 0,0-1 1 0 0,0 1-1 0 0,-1-1 0 0 0,0 1 1 0 0,0-1-1 0 0,-1 0 0 0 0,0 1 0 0 0,-3-12 1 0 0,3 18-576 0 0,1 0 0 0 0,-1 0 0 0 0,-1-1 0 0 0,1 1 1 0 0,0 0-1 0 0,0 0 0 0 0,0 0 0 0 0,0 1 0 0 0,-1-1 1 0 0,1 0-1 0 0,0 0 0 0 0,-1 1 0 0 0,1-1 0 0 0,-1 1 0 0 0,1-1 1 0 0,-1 1-1 0 0,1-1 0 0 0,-1 1 0 0 0,1 0 0 0 0,-1 0 0 0 0,1 0 1 0 0,-1 0-1 0 0,1 0 0 0 0,-4 0 0 0 0,-35 6 363 0 0,25-3-292 0 0,1 1 1 0 0,0 1-1 0 0,0 0 1 0 0,-24 14 0 0 0,36-18-123 0 0,0 0 1 0 0,0 0 0 0 0,0 0-1 0 0,0 0 1 0 0,0 1-1 0 0,0-1 1 0 0,0 0-1 0 0,0 1 1 0 0,0 0 0 0 0,1 0-1 0 0,-1-1 1 0 0,1 1-1 0 0,0 0 1 0 0,-1 0 0 0 0,1 0-1 0 0,0 0 1 0 0,0 0-1 0 0,0 1 1 0 0,0-1 0 0 0,1 0-1 0 0,-1 0 1 0 0,0 1-1 0 0,1-1 1 0 0,0 0-1 0 0,0 1 1 0 0,-1-1 0 0 0,1 1-1 0 0,1-1 1 0 0,-1 0-1 0 0,0 1 1 0 0,0-1 0 0 0,1 0-1 0 0,0 1 1 0 0,-1-1-1 0 0,1 0 1 0 0,0 0 0 0 0,0 0-1 0 0,2 4 1 0 0,4 4 19 0 0,1 0 1 0 0,0-1 0 0 0,0 1-1 0 0,1-2 1 0 0,16 13 0 0 0,-15-13-76 0 0,-1 1 0 0 0,0-1 1 0 0,0 2-1 0 0,9 12 0 0 0,-17-21 38 0 0,-1 0 0 0 0,0 0-1 0 0,1 0 1 0 0,-1 0 0 0 0,0 0 0 0 0,0 0-1 0 0,0 0 1 0 0,0 0 0 0 0,0 0-1 0 0,0 0 1 0 0,0 1 0 0 0,-1-1-1 0 0,1 0 1 0 0,0 0 0 0 0,0 0-1 0 0,-1 0 1 0 0,1 0 0 0 0,-1 0-1 0 0,1 0 1 0 0,-1 0 0 0 0,1 0-1 0 0,-1-1 1 0 0,0 1 0 0 0,1 0 0 0 0,-1 0-1 0 0,0 0 1 0 0,0-1 0 0 0,0 1-1 0 0,0 0 1 0 0,1-1 0 0 0,-1 1-1 0 0,0-1 1 0 0,0 1 0 0 0,0-1-1 0 0,0 1 1 0 0,0-1 0 0 0,0 0-1 0 0,0 1 1 0 0,-2-1 0 0 0,-43 17-40 0 0,44-16 38 0 0,-15 3 51 0 0,-1 0 1 0 0,0-1 0 0 0,-20 1-1 0 0,-10-6-1827 0 0,43 1 746 0 0,1 0 1 0 0,-1 0-1 0 0,0 0 0 0 0,0-1 1 0 0,1 0-1 0 0,-8-4 0 0 0,4 0-2386 0 0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2T05:58:58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193 165 804,'-4'-32'3876,"1"0"0,2-36 0,1 55-2574,0 12-1211,1 0-1,-1 1 1,0-1-1,0 0 1,0 0-1,0 0 1,0 0 0,0 1-1,0-1 1,0 0-1,-1 0 1,1 0 0,0 1-1,0-1 1,-1 0-1,1 0 1,0 1-1,-1-1 1,1 0 0,-1 0-1,1 1 1,-1-1-1,0 0 1,-11 11 992,-13 34-728,13-17-267,-26 53 269,-50 159 0,88-238-369,-1 0-1,0 0 1,1 1-1,-1-1 1,1 0-1,0 1 1,-1-1-1,1 0 1,0 1-1,0-1 1,0 0-1,0 1 1,0-1 0,0 0-1,0 1 1,0-1-1,1 0 1,-1 1-1,0-1 1,1 0-1,-1 0 1,1 1-1,0-1 1,-1 0-1,1 0 1,0 0-1,0 0 1,-1 0-1,1 0 1,0 0-1,0 0 1,0 0-1,0 0 1,0 0-1,1-1 1,-1 1-1,1 0 1,4 0-24,-1 0 1,0-1-1,0 1 1,0-1-1,1-1 0,-1 1 1,0-1-1,9-2 1,-10 3 20,99-16-450,-96 16 390,0-1-1,0 1 0,0 0 0,-1 0 1,1 1-1,0 0 0,0 0 0,-1 0 0,1 1 1,-1 0-1,1 1 0,9 4 0,-15-6 66,0 0-1,0 0 0,0 0 0,-1 0 0,1 0 0,0 0 0,-1 0 0,1 0 0,-1 0 0,1 0 0,-1 1 0,0-1 0,1 0 1,-1 0-1,0 0 0,0 1 0,0-1 0,0 0 0,0 0 0,0 1 0,0-1 0,0 0 0,0 0 0,-1 0 0,1 1 1,0-1-1,-1 0 0,1 0 0,-1 0 0,1 0 0,-1 0 0,0 0 0,0 0 0,1 0 0,-1 0 0,0 0 0,0 0 0,-1 1 1,-2 3-9,-1 0 1,0 0-1,0-1 1,0 1 0,-9 4-1,-9 4-117,-50 18-1,32-17-3140,39-13 2186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2T05:58:59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53 440,'82'-8'6308,"-65"5"-5713,-1-1 0,0-1 0,0-1-1,-1 0 1,20-10 0,-34 15-411,14-1 257,-5 1-152,1 17-198,-6-2-52,0 1-1,-1-1 1,-1 1-1,0 0 1,-1 0-1,1 25 1,-9 93 78,5-119-100,-3 34 45,-2-1 1,-3 1-1,-1-1 1,-3 0-1,-1-1 1,-3-1-1,-29 59 1,36-88 62,0-1 1,-1 1-1,0-2 1,-1 0-1,-14 13 0,18-20 68,1-1 0,-1 0 0,1 0 0,-2 0 0,1-1 0,-1-1 0,1 1 0,-1-1 0,0-1 0,-1 0 0,-11 3 0,17-5-122,1-1 0,-1 1 0,0-1 0,0 0 0,0 0 0,0-1 0,1 1 0,-1-1 0,0 0 0,0 1 0,1-2 0,-1 1 0,0 0 0,1-1 1,-1 0-1,1 0 0,0 0 0,0 0 0,0 0 0,0-1 0,0 1 0,0-1 0,0 0 0,1 0 0,-1 0 0,1 0 0,0 0 0,0 0 0,0-1 0,1 1 0,-1-1 0,1 1 0,0-1 0,-2-6 0,1-1-160,-1 0 1,2-1-1,-1 1 0,2 0 1,-1-1-1,2 1 1,-1 0-1,2-1 0,-1 1 1,6-18-1,-1 12-470,1 1 0,0 0 1,1 0-1,1 1 0,19-25 1,32-28-5962,-25 33 2619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2T05:58:59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275 126 972,'0'0'1224,"-3"-5"-69,0 2-805,1-1 0,-1 1 0,0 0 0,-1-1 0,1 1 1,0 1-1,-1-1 0,0 0 0,1 1 0,-1 0 0,0 0 0,0 0 0,-1 0 0,1 1 0,0-1 1,0 1-1,-1 0 0,1 1 0,-1-1 0,-4 0 0,-13 2 288,-1 1 1,1 0-1,0 2 1,0 0-1,-32 11 0,32-7-97,25-7-374,39-9-501,-30 5 190,0 2-42,0 1 0,0 0 0,0 0 0,0 1 0,0 1-1,20 4 1,-10-1-62,4-1-91,0-1 1,50 0-1,-65-4 291,1 1 0,-1-2 0,0 1 0,0-2 0,0 0 0,0 0 0,-1 0 0,1-2 0,12-6 0,-18 8 162,-1-1 1,0 0-1,0 0 1,-1 0-1,1 0 1,-1 0-1,0-1 1,0 0-1,0 1 1,-1-1-1,4-10 1,-5 13 81,5-22 1167,-5 19-4402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2T05:59:01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621 438 1024,'-2'-17'4239,"1"13"-3850,0 1 1,0-1-1,-1 1 0,0 0 0,0 0 0,0-1 1,0 1-1,0 1 0,0-1 0,-1 0 0,1 1 1,-1-1-1,0 1 0,0 0 0,0-1 1,-4-1-1,1 2-122,0-1 0,0 1 0,0 0 0,0 0 0,-1 1 1,1 0-1,0 0 0,-11 0 0,-8 2-24,-1 2-1,1 0 1,-42 11 0,61-12-58,-34 8 209,1 2 0,-47 21-1,65-23-226,0 0 0,1 1 0,0 1 0,1 1 0,-28 25 0,42-32-116,-1 0-1,1 0 1,0 0 0,1 1 0,-1-1-1,1 1 1,1 1 0,-6 12 0,8-18-45,1 0 0,-1 0 0,0 0 1,1 0-1,0 0 0,-1 0 0,1 0 0,0 0 1,0 0-1,0 0 0,0 0 0,1 0 0,-1 0 1,0 0-1,1 0 0,-1 0 0,1 0 0,0 0 1,0 0-1,0 0 0,0-1 0,0 1 0,0 0 1,0-1-1,0 1 0,1-1 0,-1 1 0,1-1 0,-1 1 1,1-1-1,0 0 0,-1 0 0,1 0 0,0 0 1,0 0-1,-1 0 0,1 0 0,0-1 0,4 1 1,6 2-64,1-1 0,1 0 1,-1-1-1,0 0 0,0-1 0,0-1 1,0 0-1,0-1 0,0 0 1,0-1-1,0 0 0,-1-1 0,22-10 1,-20 7-36,0 0 1,0 0 0,-1-1 0,0-1-1,0 0 1,-1-1 0,-1 0-1,1-1 1,-2-1 0,1 1-1,10-18 1,-12 12 193,-2 8-103,0 23-56,-5-10 51,0 0 1,0 0-1,1 0 0,-1 0 0,1 0 0,0-1 1,0 0-1,0 1 0,0-1 0,1 0 0,-1-1 0,1 1 1,0 0-1,-1-1 0,1 0 0,0 0 0,1 0 1,-1-1-1,6 2 0,2 1-29,1-1-1,0 0 1,0-1 0,0 0-1,16-1 1,-1-3 25,1-1-1,-1-1 1,0-2-1,0-1 1,0-1-1,-1-1 1,0-2-1,-1 0 1,0-2 0,-1-1-1,0-1 1,43-34-1,-54 36 31,-1 0-1,0 0 1,-1-1 0,0-1-1,13-23 1,-19 29 90,0-1 0,-1 0 1,0-1-1,-1 1 0,0-1 0,0 0 0,-1 0 0,-1 0 0,0-1 0,0-11 1,-2 20-35,0-1 0,0 1 0,0-1 0,-1 1 0,0-1 0,1 1 0,-1 0 0,0-1 0,-1 1 0,1 0 1,-1 0-1,1-1 0,-5-4 0,5 7-71,0 0 0,0 0 0,0 1 0,0-1 0,0 0 0,0 1 0,0-1 0,0 1 0,-1 0 0,1-1 1,0 1-1,0 0 0,0-1 0,-1 1 0,1 0 0,0 0 0,0 0 0,-1 0 0,1 0 0,0 1 0,0-1 0,0 0 0,-1 0 0,1 1 0,0-1 0,0 1 1,0-1-1,0 1 0,0 0 0,0-1 0,0 1 0,0 0 0,0-1 0,0 1 0,0 0 0,0 0 0,1 0 0,-1 0 0,0 0 0,-1 2 0,-14 16 4,0 0 0,2 2 0,0 0 1,1 0-1,1 1 0,1 0 0,-9 27 0,15-34-72,0 1 0,1-1 1,0 1-1,1-1 0,1 1 1,1 0-1,0 0 1,1 0-1,1 0 0,0 0 1,1-1-1,6 22 0,-7-31 12,0-1-1,1 0 0,0 0 1,0 0-1,1 0 1,-1-1-1,1 1 0,0-1 1,0 1-1,1-1 0,-1 0 1,1 0-1,0 0 1,0-1-1,0 1 0,1-1 1,-1 0-1,1 0 1,-1-1-1,1 1 0,0-1 1,0 0-1,0-1 0,1 1 1,-1-1-1,0 0 1,0 0-1,11 0 0,-4-1-13,0-1 0,0-1 0,-1 0 0,1 0-1,0-2 1,-1 1 0,1-1 0,-1-1 0,0 0 0,0 0-1,-1-1 1,11-8 0,4-4 86,-1-1-1,-2-1 1,0-1-1,-1-1 1,0-1 0,-2 0-1,-1-2 1,-1 0-1,-2-1 1,0 0 0,-1-1-1,-2-1 1,-1-1-1,-1 1 1,-2-1 0,0-1-1,-2 0 1,2-36-1,-9-14 1647,1 78-1503,-1-1-4,1 3-155,0 0 0,0-1 0,0 1 0,0 0 0,0 0 0,0 0 0,0-1 0,0 1 0,0 0 0,0 0 0,0-1 0,0 1 0,0 0 0,0 0 0,0 0-1,0-1 1,0 1 0,0 0 0,0 0 0,-1-1 0,1 1 0,0 0 0,0 0 0,0 0 0,0 0 0,0-1 0,-1 1 0,1 0 0,0 0 0,0 0 0,0 0 0,0 0 0,-1-1 0,1 1 0,0 0 0,0 0 0,0 0 0,-1 0 0,1 0 0,0 0 0,0 0 0,-1 0 0,1 0 0,0 0 0,0 0 0,0 0 0,-1 0 0,1 0 0,0 0 0,0 0 0,-1 0 0,1 0 0,0 0 0,-1 1 0,-11 14 12,1 1-1,1 0 1,0 1-1,1 1 1,0-1-1,2 1 1,0 1-1,-5 20 1,1 5 4,2 0 1,-6 70 0,14-94-40,0 1 1,1-1-1,2 1 1,0-1-1,1 0 1,1 1-1,9 30 1,-11-46-6,0 0 0,-1-1 1,2 1-1,-1 0 0,0-1 1,1 1-1,0-1 1,0 0-1,0 0 0,1 0 1,-1 0-1,1-1 0,0 1 1,0-1-1,0 0 0,0 0 1,1-1-1,-1 1 1,1-1-1,0 0 0,0 0 1,-1 0-1,1-1 0,0 0 1,1 0-1,-1 0 1,0 0-1,0-1 0,0 0 1,0 0-1,0 0 0,1-1 1,-1 0-1,7-2 1,2-1-18,0 0 1,-1-1 0,1-1 0,-1 0-1,0-1 1,-1-1 0,0 0 0,0 0-1,19-19 1,-12 8-40,0 0-1,-1-2 1,-1 0 0,18-30-1,-34 49 40,1-4-285,-4 11 294,0 1 0,0 0 0,0-1 0,1 1 0,0 0 0,0-1 0,1 1 0,0 0 0,0 0-1,0 0 1,0 0 0,1-1 0,2 10 0,-2-12 18,-1 0 1,1-1-1,0 1 0,0 0 1,1-1-1,-1 1 0,0 0 1,1-1-1,0 0 0,-1 1 1,1-1-1,0 0 0,0 0 0,0 0 1,0 0-1,1 0 0,-1-1 1,1 1-1,-1-1 0,1 1 1,-1-1-1,1 0 0,0 0 1,-1 0-1,1 0 0,0 0 0,0-1 1,0 0-1,5 1 0,-6-1 50,0 0-1,-1-1 0,1 1 0,0-1 1,-1 1-1,1-1 0,-1 1 1,1-1-1,-1 0 0,1 0 0,-1 1 1,1-1-1,-1 0 0,0-1 0,1 1 1,-1 0-1,0 0 0,0 0 0,0-1 1,0 1-1,0 0 0,0-1 0,-1 1 1,1-1-1,0 0 0,-1 1 0,1-1 1,-1 1-1,1-1 0,-1 0 0,0 1 1,0-1-1,0 0 0,0 1 1,0-1-1,0 0 0,0 1 0,-1-3 1,1-6 146,-2 0 0,1 0 0,-1 1 0,-6-18 1,8 24-369,-1 1 1,1 0-1,-1-1 1,0 1-1,0 0 1,0 0-1,-1 0 0,1 0 1,0 0-1,-1 0 1,1 0-1,-1 0 1,0 0-1,0 1 1,1-1-1,-1 1 1,0-1-1,0 1 1,-4-2-1,4 2-1242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1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5 48 0 0,'0'0'1205'0'0,"-12"-5"6738"0"0,5 10-7714 0 0,0 0 0 0 0,0 0 0 0 0,1 1 0 0 0,0 0 0 0 0,0 0 0 0 0,0 0 0 0 0,1 1 0 0 0,0 0 0 0 0,0 0 0 0 0,1 0 1 0 0,0 1-1 0 0,0 0 0 0 0,-4 11 0 0 0,5-13-146 0 0,1 0 0 0 0,0 1 0 0 0,0-1 0 0 0,0 1 0 0 0,1-1 1 0 0,0 1-1 0 0,0 0 0 0 0,1-1 0 0 0,0 1 0 0 0,0 0 0 0 0,0 0 0 0 0,1-1 1 0 0,0 1-1 0 0,1 0 0 0 0,-1-1 0 0 0,1 1 0 0 0,5 11 0 0 0,-5-16-76 0 0,0-1-1 0 0,0 1 1 0 0,0 0-1 0 0,0-1 0 0 0,1 0 1 0 0,-1 0-1 0 0,0 1 1 0 0,1-1-1 0 0,-1-1 1 0 0,0 1-1 0 0,1 0 1 0 0,-1-1-1 0 0,1 1 0 0 0,0-1 1 0 0,-1 1-1 0 0,1-1 1 0 0,-1 0-1 0 0,1 0 1 0 0,-1-1-1 0 0,1 1 0 0 0,-1 0 1 0 0,1-1-1 0 0,-1 0 1 0 0,4 0-1 0 0,1-1-17 0 0,0 0 0 0 0,0 0-1 0 0,0 0 1 0 0,0-1 0 0 0,-1 0 0 0 0,1 0-1 0 0,9-6 1 0 0,-10 3-1 0 0,34-23-175 0 0,-39 28 184 0 0,-1 1-1 0 0,1-1 1 0 0,0 1-1 0 0,0-1 1 0 0,0 1-1 0 0,-1 0 1 0 0,1-1 0 0 0,0 1-1 0 0,0 0 1 0 0,0-1-1 0 0,0 1 1 0 0,0 0-1 0 0,0 0 1 0 0,0 0-1 0 0,0 0 1 0 0,0 0-1 0 0,0 0 1 0 0,0 0-1 0 0,0 0 1 0 0,0 0 0 0 0,0 1-1 0 0,0-1 1 0 0,-1 0-1 0 0,1 0 1 0 0,0 1-1 0 0,0-1 1 0 0,0 1-1 0 0,0-1 1 0 0,0 1-1 0 0,-1-1 1 0 0,1 1-1 0 0,0 0 1 0 0,-1-1 0 0 0,1 1-1 0 0,0 0 1 0 0,-1-1-1 0 0,1 1 1 0 0,-1 0-1 0 0,1 0 1 0 0,0 1-1 0 0,-1-1 4 0 0,8 7-8 0 0,20 0 5 0 0,-22-7 11 0 0,-1 0 0 0 0,1-1 0 0 0,0 0 0 0 0,0 0 0 0 0,0 0 0 0 0,-1-1 0 0 0,1 0 0 0 0,0 0 0 0 0,-1 0 1 0 0,1-1-1 0 0,0 0 0 0 0,-1 0 0 0 0,7-3 0 0 0,8-6 63 0 0,0-1 0 0 0,20-16 0 0 0,22-12 153 0 0,-56 37-202 0 0,1 0 1 0 0,-1 0-1 0 0,0 1 1 0 0,1 0-1 0 0,-1 0 0 0 0,1 0 1 0 0,0 1-1 0 0,0 0 1 0 0,0 0-1 0 0,11 1 0 0 0,-15 0-17 0 0,0 1 0 0 0,0-1 0 0 0,0 1 0 0 0,1 0-1 0 0,-2 0 1 0 0,1 1 0 0 0,0-1 0 0 0,0 0 0 0 0,0 1-1 0 0,-1 0 1 0 0,1 0 0 0 0,0 0 0 0 0,-1 0 0 0 0,0 0-1 0 0,1 0 1 0 0,-1 0 0 0 0,0 1 0 0 0,0-1 0 0 0,-1 1-1 0 0,1 0 1 0 0,0 0 0 0 0,-1-1 0 0 0,0 1-1 0 0,1 0 1 0 0,-1 0 0 0 0,0 0 0 0 0,0 6 0 0 0,0-7-53 0 0,0 0 0 0 0,0 1 0 0 0,-1-1 0 0 0,1 0 0 0 0,-1 1 0 0 0,1-1 0 0 0,-1 0 0 0 0,0 1 0 0 0,0-1 0 0 0,0 0 0 0 0,0 1 0 0 0,-1-1 0 0 0,1 1 0 0 0,0-1 0 0 0,-1 0 0 0 0,0 0 0 0 0,0 1 0 0 0,0-1 0 0 0,0 0 0 0 0,0 0 0 0 0,0 0 0 0 0,0 0 0 0 0,0 0 0 0 0,-1 0 0 0 0,1 0 0 0 0,-1 0 0 0 0,0-1 0 0 0,0 1 0 0 0,1 0 0 0 0,-1-1 0 0 0,0 0 0 0 0,-4 3 0 0 0,4-3-995 0 0,-6-1-4836 0 0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2T05:59:02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33 256,'-2'-6'-99,"-4"-16"8186,5 18-8151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2T05:59:02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43 548,'12'18'4429,"-7"-16"-4176,1-1 1,0 0-1,-1 0 0,1-1 0,0 1 1,0-1-1,-1 0 0,1-1 0,0 0 1,-1 0-1,1 0 0,0 0 0,6-3 1,76-34 781,-68 28-572,-17 9-369,-1 0 0,0-1 0,0 1 0,1 0 0,-1 0 1,1 1-1,-1-1 0,1 0 0,-1 1 0,1 0 0,-1-1 0,1 1 0,0 0 0,4 1 0,-6 0-64,0 0 0,0 0-1,0 0 1,0 0 0,-1 1-1,1-1 1,0 0 0,-1 1-1,1-1 1,-1 0 0,1 1-1,-1-1 1,0 0 0,1 1-1,-1-1 1,0 1 0,0-1-1,0 1 1,0-1 0,0 0-1,-1 1 1,1-1 0,0 1-1,-1-1 1,1 0 0,0 1-1,-2 2 1,-17 60 171,-2-1 0,-2-1 0,-36 66-1,5-13-1746,2-5-4141,26-50 2402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3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20 171 276 0 0,'-3'-6'1126'0'0,"0"0"0"0"0,0 0 0 0 0,0-1 0 0 0,1 0 0 0 0,0 1 0 0 0,-1-12-1 0 0,3 16-517 0 0,0-1-379 0 0,0 0 1 0 0,0 0-1 0 0,1 0 0 0 0,-1-1 1 0 0,1 1-1 0 0,0 0 1 0 0,0 0-1 0 0,0 0 0 0 0,0 1 1 0 0,0-1-1 0 0,1 0 1 0 0,-1 0-1 0 0,4-3 0 0 0,1 0-115 0 0,1 1 0 0 0,0 0 0 0 0,1 0 0 0 0,-1 0-1 0 0,1 1 1 0 0,0 0 0 0 0,0 0 0 0 0,0 1 0 0 0,1 0 0 0 0,-1 1-1 0 0,1 0 1 0 0,0 0 0 0 0,-1 1 0 0 0,1 0 0 0 0,0 0-1 0 0,0 1 1 0 0,12 1 0 0 0,-16 0-98 0 0,0 0 0 0 0,0 0-1 0 0,0 0 1 0 0,0 1 0 0 0,0-1 0 0 0,0 1-1 0 0,0 0 1 0 0,0 1 0 0 0,-1-1 0 0 0,1 1 0 0 0,-1 0-1 0 0,0 0 1 0 0,0 0 0 0 0,0 1 0 0 0,0-1-1 0 0,0 1 1 0 0,-1 0 0 0 0,0 0 0 0 0,0 0-1 0 0,0 1 1 0 0,0-1 0 0 0,0 1 0 0 0,-1 0 0 0 0,0-1-1 0 0,0 1 1 0 0,0 0 0 0 0,-1 0 0 0 0,0 0-1 0 0,0 1 1 0 0,1 5 0 0 0,-1-2-1 0 0,0 0 0 0 0,-1-1 0 0 0,0 1 0 0 0,0 0 0 0 0,-1 0 1 0 0,0 0-1 0 0,0-1 0 0 0,-1 1 0 0 0,0-1 0 0 0,-1 1 0 0 0,0-1 0 0 0,0 0 0 0 0,-1 0 0 0 0,0 0 0 0 0,0 0 0 0 0,0-1 0 0 0,-1 0 1 0 0,-1 1-1 0 0,1-2 0 0 0,-1 1 0 0 0,0-1 0 0 0,-1 0 0 0 0,1 0 0 0 0,-1-1 0 0 0,-1 0 0 0 0,-13 8 0 0 0,20-12 4 0 0,-1 0-1 0 0,1 0 0 0 0,-1-1 0 0 0,1 1 1 0 0,-1 0-1 0 0,1-1 0 0 0,-1 1 1 0 0,1-1-1 0 0,-1 0 0 0 0,0 0 0 0 0,1 0 1 0 0,-1 1-1 0 0,0-1 0 0 0,1 0 1 0 0,-1-1-1 0 0,1 1 0 0 0,-1 0 0 0 0,0 0 1 0 0,1-1-1 0 0,-1 1 0 0 0,1-1 1 0 0,-3-1-1 0 0,3 1-13 0 0,0 0 1 0 0,0 0 0 0 0,0 0-1 0 0,0-1 1 0 0,1 1-1 0 0,-1 0 1 0 0,0-1-1 0 0,1 1 1 0 0,-1-1 0 0 0,1 1-1 0 0,0 0 1 0 0,-1-1-1 0 0,1 1 1 0 0,0-1-1 0 0,0 1 1 0 0,0-1 0 0 0,0 1-1 0 0,0-1 1 0 0,0-1-1 0 0,1-5-5 0 0,0 0 0 0 0,1 0-1 0 0,0 0 1 0 0,0 0-1 0 0,1 0 1 0 0,0 1-1 0 0,5-10 1 0 0,9-12 1 0 0,1 1 1 0 0,2 1-1 0 0,34-38 0 0 0,-45 56-7 0 0,1 0-1 0 0,0 0 1 0 0,0 1-1 0 0,0 1 1 0 0,1 0 0 0 0,1 0-1 0 0,-1 1 1 0 0,1 0 0 0 0,0 1-1 0 0,0 0 1 0 0,0 1-1 0 0,15-2 1 0 0,-23 5-3 0 0,0 0-1 0 0,0 1 1 0 0,1-1-1 0 0,-1 1 1 0 0,0 0-1 0 0,0 0 1 0 0,0 1-1 0 0,0-1 1 0 0,0 1-1 0 0,0 0 1 0 0,0 0-1 0 0,0 1 1 0 0,0-1-1 0 0,0 1 1 0 0,0-1-1 0 0,-1 1 1 0 0,1 0-1 0 0,-1 1 1 0 0,1-1-1 0 0,-1 1 1 0 0,0-1-1 0 0,0 1 1 0 0,0 0-1 0 0,0 0 1 0 0,-1 0-1 0 0,1 1 1 0 0,-1-1-1 0 0,0 1 1 0 0,0-1-1 0 0,0 1 1 0 0,0 0-1 0 0,-1 0 1 0 0,3 6-1 0 0,1 8-101 0 0,0 0 0 0 0,-1 0 1 0 0,-1 0-1 0 0,-1 1 0 0 0,0 35 0 0 0,-2-52 88 0 0,0-2-18 0 0,-1 1 37 0 0,1-1 0 0 0,0 0 0 0 0,0 0 0 0 0,0 0 0 0 0,0 0 0 0 0,0 1 0 0 0,0-1-1 0 0,0 0 1 0 0,0 0 0 0 0,-1 0 0 0 0,1 0 0 0 0,0 1 0 0 0,0-1 0 0 0,0 0 0 0 0,0 0 0 0 0,0 0 0 0 0,0 1 0 0 0,0-1 0 0 0,0 0-1 0 0,0 0 1 0 0,0 0 0 0 0,0 1 0 0 0,1-1 0 0 0,-1 0 0 0 0,0 0 0 0 0,0 0 0 0 0,0 0 0 0 0,0 1 0 0 0,0-1 0 0 0,0 0-1 0 0,0 0 1 0 0,0 0 0 0 0,1 0 0 0 0,-1 1 0 0 0,0-1 0 0 0,0 0 0 0 0,0 0 0 0 0,0 0 0 0 0,0 0 0 0 0,1 0 0 0 0,-1 0 0 0 0,0 0-1 0 0,0 0 1 0 0,0 1 0 0 0,0-1 0 0 0,1 0 0 0 0,-1 0 0 0 0,0 0 0 0 0,0 0 0 0 0,0 0 0 0 0,1 0 0 0 0,-1 0 0 0 0,0 0-1 0 0,0 0 1 0 0,1 0 0 0 0,53-46-151 0 0,-42 34 111 0 0,0 1 0 0 0,1 0 0 0 0,1 1 0 0 0,16-10 1 0 0,-27 18 33 0 0,0 1 0 0 0,1 0 1 0 0,-1 0-1 0 0,0 1 1 0 0,0-1-1 0 0,1 0 0 0 0,-1 1 1 0 0,0 0-1 0 0,1 0 1 0 0,-1 0-1 0 0,0 0 0 0 0,1 0 1 0 0,-1 1-1 0 0,0 0 1 0 0,0-1-1 0 0,0 1 0 0 0,5 2 1 0 0,58 32-42 0 0,-55-28 45 0 0,0 0 1 0 0,0-1 0 0 0,19 7-1 0 0,-16-10 10 0 0,0 0-1 0 0,1-1 1 0 0,-1-1-1 0 0,1 0 1 0 0,-1-1-1 0 0,1 0 1 0 0,0-1-1 0 0,-1-1 1 0 0,18-4-1 0 0,1-3-6 0 0,0 0-1 0 0,55-25 0 0 0,-74 26 7 0 0,-1 1-1 0 0,0-1 1 0 0,-1-1 0 0 0,0 0-1 0 0,11-12 1 0 0,-15 14 22 0 0,-10 7-20 0 0,1 0 0 0 0,-1-1 1 0 0,0 1-1 0 0,1 0 0 0 0,-1 0 1 0 0,1 0-1 0 0,-1 0 0 0 0,0 1 1 0 0,1-1-1 0 0,-1 0 0 0 0,0 1 0 0 0,1-1 1 0 0,-1 1-1 0 0,1 0 0 0 0,-1-1 1 0 0,1 1-1 0 0,0 0 0 0 0,-1 0 0 0 0,1 0 1 0 0,0 0-1 0 0,-1 0 0 0 0,1 0 1 0 0,0 0-1 0 0,0 0 0 0 0,0 1 1 0 0,0-1-1 0 0,0 0 0 0 0,0 1 0 0 0,0-1 1 0 0,0 1-1 0 0,0 2 0 0 0,0-3 1 0 0,16 23 17 0 0,-14-24 6 0 0,0 1 0 0 0,1-1 0 0 0,-1 1 0 0 0,0-1 0 0 0,0 0 0 0 0,0 0 0 0 0,1 1 0 0 0,-1-1 0 0 0,0 0 0 0 0,0 0 0 0 0,0 0 0 0 0,1 0 0 0 0,-1-1 0 0 0,0 1 0 0 0,0 0 0 0 0,0 0 0 0 0,1-1 0 0 0,-1 1 0 0 0,0-1 0 0 0,0 1 0 0 0,0-1 0 0 0,0 1 0 0 0,0-1 0 0 0,0 0 0 0 0,0 1 0 0 0,0-1 0 0 0,0 0 0 0 0,0 0 0 0 0,0 0 0 0 0,-1 0 0 0 0,1 0 0 0 0,0 0 0 0 0,-1 0 0 0 0,1 0 0 0 0,0-1 0 0 0,0 0 70 0 0,-2-3-129 0 0,0-1 1 0 0,-1 1-1 0 0,0 0 0 0 0,0 0 0 0 0,0 0 0 0 0,-4-6 0 0 0,-9-1-1634 0 0,-5 1-6219 0 0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4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127 264 740 0 0,'-20'26'2207'0'0,"16"-19"-1752"0"0,-1 1 0 0 0,1 0 1 0 0,0 0-1 0 0,1 1 0 0 0,0-1 1 0 0,-4 13-1 0 0,6-17-336 0 0,0 0 1 0 0,1 0-1 0 0,-1 0 0 0 0,1 0 1 0 0,-1 0-1 0 0,1 0 1 0 0,0 0-1 0 0,1 0 0 0 0,-1-1 1 0 0,1 1-1 0 0,0 0 0 0 0,-1 0 1 0 0,2 0-1 0 0,-1 0 1 0 0,0-1-1 0 0,3 6 0 0 0,-3-8-63 0 0,0 0 0 0 0,0 0 0 0 0,0 0 0 0 0,0 0 0 0 0,0 0 0 0 0,0 0 0 0 0,0 0 0 0 0,0 0 0 0 0,0-1 0 0 0,0 1 0 0 0,0 0 0 0 0,0-1 0 0 0,1 1-1 0 0,-1-1 1 0 0,0 1 0 0 0,1-1 0 0 0,-1 0 0 0 0,0 1 0 0 0,1-1 0 0 0,-1 0 0 0 0,0 0 0 0 0,1 0 0 0 0,1 0 0 0 0,0-1 65 0 0,0 1 0 0 0,1-1 0 0 0,-1 0 0 0 0,0 0 1 0 0,1 0-1 0 0,-1-1 0 0 0,0 1 0 0 0,0-1 0 0 0,3-2 0 0 0,1 0 122 0 0,-1 0 0 0 0,0-1-1 0 0,-1 0 1 0 0,1 0 0 0 0,-1 0-1 0 0,0-1 1 0 0,-1 0 0 0 0,6-8-1 0 0,-5 2-24 0 0,0 0 0 0 0,-1 0 0 0 0,-1 0 0 0 0,0-1 0 0 0,0 1-1 0 0,-2-1 1 0 0,1 1 0 0 0,-2-1 0 0 0,1 0 0 0 0,-2 0 0 0 0,0 1 0 0 0,0-1-1 0 0,-1 0 1 0 0,-1 1 0 0 0,0-1 0 0 0,-1 1 0 0 0,0 0 0 0 0,-1 0 0 0 0,0 1 0 0 0,-1-1-1 0 0,0 1 1 0 0,-1 0 0 0 0,0 1 0 0 0,0-1 0 0 0,-10-8 0 0 0,10 12-288 0 0,-1 0 0 0 0,0 1 1 0 0,0 0-1 0 0,0 1 1 0 0,-1 0-1 0 0,1 0 0 0 0,-1 1 1 0 0,-14-5-1 0 0,21 9-92 0 0,0 0 0 0 0,0-1 1 0 0,0 1-1 0 0,-1 1 0 0 0,1-1 0 0 0,0 0 0 0 0,0 0 1 0 0,0 1-1 0 0,0-1 0 0 0,0 1 0 0 0,-1 0 0 0 0,1 0 1 0 0,0-1-1 0 0,0 1 0 0 0,1 1 0 0 0,-1-1 0 0 0,0 0 1 0 0,0 0-1 0 0,-2 3 0 0 0,-13 19-7442 0 0,15-13 3609 0 0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4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1 432 256 0 0,'0'0'1085'0'0,"51"-17"5218"0"0,-37 7-4981 0 0,1-1 0 0 0,-2-1 0 0 0,1 0 0 0 0,13-18 0 0 0,-15 15 1490 0 0,-14 19-2788 0 0,1 0 0 0 0,-1 0 1 0 0,1 0-1 0 0,0 0 1 0 0,0 0-1 0 0,1 1 0 0 0,-1 5 1 0 0,0-7-60 0 0,1 0 0 0 0,0 1 0 0 0,0-1 0 0 0,1 0 0 0 0,-1 0 0 0 0,0 1 0 0 0,1-1 0 0 0,0 0 0 0 0,0 0 0 0 0,0 0 1 0 0,0 0-1 0 0,1 0 0 0 0,-1 0 0 0 0,1 0 0 0 0,-1-1 0 0 0,1 1 0 0 0,0 0 0 0 0,0-1 0 0 0,0 1 0 0 0,5 3 0 0 0,-2-3-21 0 0,-1 0 0 0 0,1-1 0 0 0,0 1 0 0 0,0-1 0 0 0,0 0 0 0 0,0 0 0 0 0,0-1 0 0 0,1 1 0 0 0,-1-1 0 0 0,0 0 0 0 0,9 0 0 0 0,-1-1-9 0 0,1 0-1 0 0,-1 0 1 0 0,0-2-1 0 0,0 1 1 0 0,1-2-1 0 0,-1 0 1 0 0,0 0-1 0 0,-1-1 1 0 0,17-8-1 0 0,-17 5 75 0 0,1 0 0 0 0,-2-2-1 0 0,1 1 1 0 0,-1-1 0 0 0,0-1 0 0 0,-1 0 0 0 0,0-1-1 0 0,-1 1 1 0 0,0-2 0 0 0,0 0 0 0 0,-1 0 0 0 0,-1 0-1 0 0,6-14 1 0 0,-6 9 217 0 0,0 0-1 0 0,-2 0 1 0 0,0-1 0 0 0,-1 0-1 0 0,0 0 1 0 0,-2 0-1 0 0,0 0 1 0 0,-1 0-1 0 0,-3-36 1 0 0,2 51-56 0 0,0-1 0 0 0,0 1-1 0 0,-1 0 1 0 0,1 0 0 0 0,-1-1 0 0 0,0 1-1 0 0,0 0 1 0 0,0 0 0 0 0,0 0 0 0 0,-1 0 0 0 0,1 0-1 0 0,-1 0 1 0 0,0 1 0 0 0,0-1 0 0 0,0 0-1 0 0,-5-4 1 0 0,6 6 82 0 0,-18 17 158 0 0,13-10-352 0 0,1 1 0 0 0,0 0-1 0 0,0 0 1 0 0,1 0 0 0 0,0 0-1 0 0,0 1 1 0 0,1 0 0 0 0,-3 7-1 0 0,-16 69-68 0 0,17-63-102 0 0,-4 27-930 0 0,-4 73 0 0 0,6-53-2278 0 0,-2 0-4393 0 0,4-40 2989 0 0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6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42 1084 0 0,'-14'-7'1167'0'0,"0"1"0"0"0,0 0 0 0 0,0 1 0 0 0,-1 0-1 0 0,1 1 1 0 0,-1 1 0 0 0,-30-3 0 0 0,44 6-1124 0 0,0 1-1 0 0,-1-1 1 0 0,1 1 0 0 0,0-1-1 0 0,0 0 1 0 0,0 1 0 0 0,0 0-1 0 0,0-1 1 0 0,0 1-1 0 0,0 0 1 0 0,0 0 0 0 0,0-1-1 0 0,1 1 1 0 0,-1 0 0 0 0,0 0-1 0 0,0 0 1 0 0,1 0 0 0 0,-1 0-1 0 0,0 0 1 0 0,1 0 0 0 0,-1 0-1 0 0,1 0 1 0 0,0 0 0 0 0,-1 0-1 0 0,1 1 1 0 0,0-1 0 0 0,-1 0-1 0 0,1 0 1 0 0,0 0 0 0 0,0 1-1 0 0,0-1 1 0 0,0 0-1 0 0,0 0 1 0 0,1 0 0 0 0,-1 0-1 0 0,0 1 1 0 0,0-1 0 0 0,1 1-1 0 0,10 50 417 0 0,-11-51-414 0 0,5 13 59 0 0,-1-2-38 0 0,-1 0 1 0 0,0 0 0 0 0,-1 0-1 0 0,0 0 1 0 0,0 14-1 0 0,-2-22-56 0 0,0 0-1 0 0,-1 0 0 0 0,1-1 1 0 0,-1 1-1 0 0,0 0 1 0 0,0-1-1 0 0,-1 1 0 0 0,1 0 1 0 0,-1-1-1 0 0,1 0 0 0 0,-1 1 1 0 0,0-1-1 0 0,-1 0 0 0 0,1 0 1 0 0,0 0-1 0 0,-1 0 0 0 0,0 0 1 0 0,1-1-1 0 0,-1 1 1 0 0,-6 3-1 0 0,0 0-15 0 0,0-1 0 0 0,-1 0 0 0 0,1 0 1 0 0,-1-1-1 0 0,0 0 0 0 0,0 0 0 0 0,-1-2 0 0 0,1 1 0 0 0,0-1 1 0 0,-1-1-1 0 0,-16 1 0 0 0,24-2-441 0 0,-3-7-778 0 0,32-17-7871 0 0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6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66 1168 0 0,'0'-1'67'0'0,"1"-7"1885"0"0,-1-1 1 0 0,-1 1 0 0 0,0-1 0 0 0,0 1-1 0 0,-3-12 1 0 0,3 18-1045 0 0,-1 3-640 0 0,-1 0-1 0 0,1 1 1 0 0,0-1 0 0 0,0 0-1 0 0,0 1 1 0 0,-1 0-1 0 0,1-1 1 0 0,1 1 0 0 0,-1 0-1 0 0,0 0 1 0 0,0 0-1 0 0,1 0 1 0 0,-1 1-1 0 0,1-1 1 0 0,0 0 0 0 0,-3 5-1 0 0,-26 56 213 0 0,23-47-36 0 0,-19 47-23 0 0,-19 72 1 0 0,17-47-1393 0 0,17-46-239 0 0,-6 20-677 0 0,16-58 1146 0 0,-1 0 0 0 0,1-1 0 0 0,-1 1 0 0 0,0-1 0 0 0,0 0 0 0 0,0 0 0 0 0,0 1 0 0 0,-1-1-1 0 0,1-1 1 0 0,-1 1 0 0 0,0 0 0 0 0,-5 3 0 0 0,0-2-2900 0 0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7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3 176 612 0 0,'-2'-5'5700'0'0,"57"-12"-4552"0"0,1 4 1 0 0,89-11-1 0 0,-15 3-461 0 0,47-14-32 0 0,140-26 494 0 0,-316 61-1126 0 0,1 2-16 0 0,0 1 0 0 0,0-1 0 0 0,0 1 0 0 0,-1-1 0 0 0,0 1 0 0 0,1 0 0 0 0,-1-1 0 0 0,0 1 0 0 0,0 0 0 0 0,0 0 0 0 0,-1 0 0 0 0,1 0 0 0 0,-1 4 0 0 0,3 3 4 0 0,0-6 8 0 0,1 0-1 0 0,-1 0 1 0 0,1-1-1 0 0,0 1 0 0 0,0-1 1 0 0,0 0-1 0 0,1 0 0 0 0,-1 0 1 0 0,1-1-1 0 0,0 0 1 0 0,-1 0-1 0 0,1 0 0 0 0,0 0 1 0 0,0-1-1 0 0,0 0 0 0 0,0 0 1 0 0,1 0-1 0 0,6 0 1 0 0,-7-1 66 0 0,-4 1-53 0 0,-1-1-1 0 0,1 0 1 0 0,0 1-1 0 0,0-1 1 0 0,0 0 0 0 0,0 0-1 0 0,0 0 1 0 0,0 0-1 0 0,0 0 1 0 0,0 0 0 0 0,0 0-1 0 0,0 0 1 0 0,0 0-1 0 0,0 0 1 0 0,-1-1-1 0 0,1 1 1 0 0,0 0 0 0 0,0-1-1 0 0,0 1 1 0 0,0 0-1 0 0,0-1 1 0 0,-1 1-1 0 0,1-1 1 0 0,0 1 0 0 0,0-1-1 0 0,-1 0 1 0 0,1 1-1 0 0,0-1 1 0 0,-1 0-1 0 0,1 0 1 0 0,-1 1 0 0 0,1-1-1 0 0,-1 0 1 0 0,1 0-1 0 0,-1 0 1 0 0,1 0 0 0 0,-1 1-1 0 0,0-1 1 0 0,0 0-1 0 0,1 0 1 0 0,-1 0-1 0 0,0 0 1 0 0,0 0 0 0 0,0 0-1 0 0,0 0 1 0 0,0 0-1 0 0,0 0 1 0 0,0 0-1 0 0,0 0 1 0 0,-1 1 0 0 0,1-1-1 0 0,0 0 1 0 0,-1-2-1 0 0,0-1 19 0 0,0 0 0 0 0,0 1 0 0 0,-1-1 0 0 0,0 0 1 0 0,1 0-1 0 0,-1 1 0 0 0,0-1 0 0 0,-1 1 0 0 0,1 0 0 0 0,-5-5 0 0 0,-8-1-147 0 0,-21 5-8822 0 0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8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60 132 0 0,'-1'-21'3686'0'0,"1"21"-3488"0"0,0 0 0 0 0,0-1 1 0 0,0 1-1 0 0,0 0 0 0 0,1-1 0 0 0,-1 1 1 0 0,0-1-1 0 0,0 1 0 0 0,0 0 0 0 0,0-1 1 0 0,0 1-1 0 0,0-1 0 0 0,0 1 0 0 0,0-1 1 0 0,-1 1-1 0 0,1 0 0 0 0,0-1 0 0 0,0 1 1 0 0,0-1-1 0 0,0 1 0 0 0,0 0 1 0 0,-1-1-1 0 0,1 1 0 0 0,0 0 0 0 0,0-1 1 0 0,-1 1-1 0 0,1 0 0 0 0,0-1 0 0 0,0 1 1 0 0,-1 0-1 0 0,1 0 0 0 0,0-1 0 0 0,-1 1 1 0 0,1 0-1 0 0,0 0 0 0 0,-1 0 0 0 0,0-1 1 0 0,-4 8-70 0 0,1 0 1 0 0,-1 1 0 0 0,1-1-1 0 0,1 1 1 0 0,-1 0-1 0 0,2 0 1 0 0,-1 0 0 0 0,1 1-1 0 0,0-1 1 0 0,0 0-1 0 0,1 1 1 0 0,1 0 0 0 0,-1-1-1 0 0,1 1 1 0 0,1-1-1 0 0,1 9 1 0 0,-2-10-83 0 0,1 0-1 0 0,0-1 1 0 0,0 1-1 0 0,1-1 1 0 0,-1 1 0 0 0,1-1-1 0 0,1 0 1 0 0,0 1 0 0 0,-1-1-1 0 0,2 0 1 0 0,-1-1-1 0 0,1 1 1 0 0,0-1 0 0 0,0 1-1 0 0,0-1 1 0 0,1-1 0 0 0,0 1-1 0 0,0 0 1 0 0,0-1-1 0 0,0 0 1 0 0,1 0 0 0 0,6 3-1 0 0,-7-6-21 0 0,0 0-1 0 0,1 0 1 0 0,-1 0-1 0 0,0-1 1 0 0,1 1-1 0 0,-1-1 1 0 0,1 0 0 0 0,-1-1-1 0 0,0 0 1 0 0,1 1-1 0 0,-1-2 1 0 0,0 1-1 0 0,0-1 1 0 0,0 1-1 0 0,0-1 1 0 0,0-1-1 0 0,0 1 1 0 0,0-1-1 0 0,-1 0 1 0 0,1 0-1 0 0,-1 0 1 0 0,7-7-1 0 0,10-8 268 0 0,-1-1 0 0 0,34-42 0 0 0,-53 60-273 0 0,22-28 352 0 0,-12 14-180 0 0,1 0 0 0 0,0 0-1 0 0,1 2 1 0 0,1-1 0 0 0,0 2 0 0 0,0 0-1 0 0,1 0 1 0 0,31-16 0 0 0,-43 27-189 0 0,-1 0 1 0 0,1 0 0 0 0,0 0-1 0 0,0 0 1 0 0,0 1 0 0 0,0-1-1 0 0,0 1 1 0 0,0 0 0 0 0,0 0 0 0 0,0 0-1 0 0,0 0 1 0 0,0 1 0 0 0,0-1-1 0 0,0 1 1 0 0,0 0 0 0 0,0 0-1 0 0,0 0 1 0 0,0 0 0 0 0,-1 0-1 0 0,1 1 1 0 0,0-1 0 0 0,-1 1-1 0 0,1-1 1 0 0,-1 1 0 0 0,0 0 0 0 0,1 0-1 0 0,-1 0 1 0 0,0 1 0 0 0,3 3-1 0 0,0 1-23 0 0,0 0 1 0 0,0 0-1 0 0,-1 0 0 0 0,0 1 0 0 0,0-1 1 0 0,0 1-1 0 0,-1 0 0 0 0,-1 0 0 0 0,3 9 0 0 0,-4-9-16 0 0,0-1-1 0 0,-1 1 1 0 0,1-1-1 0 0,-2 1 1 0 0,1-1-1 0 0,-1 1 0 0 0,0-1 1 0 0,-1 1-1 0 0,1-1 1 0 0,-1 0-1 0 0,-1 0 1 0 0,0 0-1 0 0,0 0 1 0 0,0 0-1 0 0,-8 11 1 0 0,10-16 18 0 0,5-11 0 0 0,-1 1-1 0 0,2-1 1 0 0,-1 2 0 0 0,1-1 0 0 0,1 0-1 0 0,-1 1 1 0 0,1 0 0 0 0,0 0-1 0 0,8-6 1 0 0,5-7-53 0 0,1 1 0 0 0,39-29 0 0 0,-51 43 39 0 0,-3 1 1 0 0,-1 1 0 0 0,1 0-1 0 0,0 0 1 0 0,0 0 0 0 0,0 1 0 0 0,0-1-1 0 0,0 1 1 0 0,8-2 0 0 0,-12 5 28 0 0,0-1 1 0 0,0 0 0 0 0,0 0-1 0 0,0 1 1 0 0,0-1-1 0 0,0 1 1 0 0,0-1-1 0 0,-1 1 1 0 0,1-1 0 0 0,0 1-1 0 0,0-1 1 0 0,0 1-1 0 0,0 0 1 0 0,-1 0-1 0 0,1-1 1 0 0,0 1 0 0 0,-1 0-1 0 0,1 0 1 0 0,0 0-1 0 0,-1 0 1 0 0,1 0 0 0 0,-1-1-1 0 0,0 1 1 0 0,1 0-1 0 0,-1 0 1 0 0,0 0-1 0 0,1 0 1 0 0,-1 0 0 0 0,0 0-1 0 0,0 2 1 0 0,3 41-45 0 0,-2-23 73 0 0,0 20-435 0 0,0 2-1660 0 0,-1-42 1725 0 0,1 1 0 0 0,-1-1-1 0 0,1 1 1 0 0,0-1 0 0 0,-1 1-1 0 0,1-1 1 0 0,0 1 0 0 0,0-1 0 0 0,0 0-1 0 0,0 1 1 0 0,0-1 0 0 0,0 0-1 0 0,0 0 1 0 0,1 0 0 0 0,-1 0 0 0 0,0 0-1 0 0,1 0 1 0 0,-1 0 0 0 0,0 0-1 0 0,1 0 1 0 0,-1-1 0 0 0,1 1-1 0 0,2 0 1 0 0,7 1-2918 0 0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8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153 409 1096 0 0,'-3'-1'198'0'0,"0"-1"0"0"0,0 1 0 0 0,0 0 0 0 0,-1 0 0 0 0,1 0 0 0 0,0 1 0 0 0,0-1 0 0 0,-1 1 0 0 0,1-1 0 0 0,0 1 0 0 0,0 0 0 0 0,-1 1 0 0 0,1-1 0 0 0,0 0 0 0 0,0 1-1 0 0,-1 0 1 0 0,1 0 0 0 0,0 0 0 0 0,0 0 0 0 0,0 0 0 0 0,0 1 0 0 0,0-1 0 0 0,0 1 0 0 0,1 0 0 0 0,-1 0 0 0 0,-3 3 0 0 0,-1-1 72 0 0,1 1 1 0 0,1 1-1 0 0,-1-1 0 0 0,1 1 1 0 0,0 0-1 0 0,0 0 0 0 0,0 0 1 0 0,1 0-1 0 0,0 1 1 0 0,-5 11-1 0 0,8-14-184 0 0,0-1 1 0 0,0 0 0 0 0,0 0-1 0 0,1 0 1 0 0,0 1-1 0 0,-1-1 1 0 0,1 0-1 0 0,0 1 1 0 0,0-1-1 0 0,1 0 1 0 0,-1 1-1 0 0,1-1 1 0 0,2 6 0 0 0,-3-7-50 0 0,1 0 1 0 0,0-1 0 0 0,0 1-1 0 0,0 0 1 0 0,0-1 0 0 0,0 1 0 0 0,0-1-1 0 0,0 0 1 0 0,0 1 0 0 0,1-1-1 0 0,-1 0 1 0 0,1 0 0 0 0,-1 0-1 0 0,1 0 1 0 0,-1 0 0 0 0,1 0 0 0 0,0 0-1 0 0,-1 0 1 0 0,1-1 0 0 0,0 1-1 0 0,-1-1 1 0 0,1 1 0 0 0,0-1 0 0 0,0 0-1 0 0,0 1 1 0 0,0-1 0 0 0,2 0-1 0 0,0-1 88 0 0,0 0 0 0 0,1 0-1 0 0,-1 0 1 0 0,0 0-1 0 0,0-1 1 0 0,1 1-1 0 0,-1-1 1 0 0,0 0 0 0 0,-1 0-1 0 0,1-1 1 0 0,0 1-1 0 0,-1-1 1 0 0,1 0-1 0 0,-1 0 1 0 0,0 0 0 0 0,0 0-1 0 0,0 0 1 0 0,0-1-1 0 0,-1 0 1 0 0,5-7 0 0 0,-1 1 196 0 0,0-1 0 0 0,-1 1 0 0 0,0-1 0 0 0,-1 0 0 0 0,0-1 1 0 0,3-17-1 0 0,-4 1-113 0 0,-1 0 0 0 0,-1 1-1 0 0,-2-1 1 0 0,0 0 0 0 0,-2 1 0 0 0,-1-1 0 0 0,-2 1 0 0 0,0 0 0 0 0,-2 1 0 0 0,-1-1-1 0 0,0 1 1 0 0,-3 1 0 0 0,-15-27 0 0 0,27 50-340 0 0,0 1 0 0 0,-1 0 0 0 0,1 0 0 0 0,-1 0 0 0 0,1 0 0 0 0,-1 0 0 0 0,0 0 0 0 0,1 0 0 0 0,-1 0 0 0 0,0 0 0 0 0,0 0 0 0 0,0 0 0 0 0,0 0 0 0 0,1 0 0 0 0,-1 1 0 0 0,0-1 0 0 0,-1 0 0 0 0,1 1 0 0 0,0-1 0 0 0,0 0 0 0 0,0 1 0 0 0,0 0 0 0 0,0-1 0 0 0,-1 1-1 0 0,1 0 1 0 0,0-1 0 0 0,0 1 0 0 0,0 0 0 0 0,-1 0 0 0 0,1 0 0 0 0,0 0 0 0 0,0 0 0 0 0,-1 0 0 0 0,0 1 0 0 0,0 0-267 0 0,1 0 0 0 0,0 0 0 0 0,0 1 0 0 0,-1-1 0 0 0,1 0 0 0 0,0 0 0 0 0,0 1 0 0 0,0-1 0 0 0,0 1 0 0 0,1-1 0 0 0,-1 1 0 0 0,0-1 0 0 0,1 1 0 0 0,-1 0 0 0 0,1-1 0 0 0,-1 1 0 0 0,1 0 0 0 0,0-1 0 0 0,0 1 0 0 0,0 0 0 0 0,0 2 0 0 0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9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67 180 0 0,'1'1'525'0'0,"1"-1"0"0"0,-1 1 0 0 0,1 0 0 0 0,0-1-1 0 0,-1 0 1 0 0,1 1 0 0 0,-1-1 0 0 0,1 0 0 0 0,0 0 0 0 0,-1 0 0 0 0,1 0 0 0 0,0 0-1 0 0,-1 0 1 0 0,1 0 0 0 0,2-1 0 0 0,26-15 3330 0 0,-27 14-3553 0 0,0 0-1 0 0,-1 0 1 0 0,1 0 0 0 0,-1 0 0 0 0,0-1-1 0 0,0 1 1 0 0,1-1 0 0 0,-2 0 0 0 0,1 0 0 0 0,0 0-1 0 0,0 0 1 0 0,-1 0 0 0 0,0 0 0 0 0,0 0 0 0 0,0 0-1 0 0,0 0 1 0 0,1-5 0 0 0,-7 13-209 0 0,-5 8-57 0 0,-3 3-6 0 0,1 0-1 0 0,-19 34 0 0 0,28-45-68 0 0,1 0 1 0 0,0-1-1 0 0,0 1 0 0 0,0 0 1 0 0,1 0-1 0 0,-1 0 1 0 0,1 0-1 0 0,0 1 0 0 0,1-1 1 0 0,-1 0-1 0 0,1 0 0 0 0,0 1 1 0 0,1-1-1 0 0,-1 0 0 0 0,1 0 1 0 0,0 0-1 0 0,2 7 0 0 0,-2-10 6 0 0,0 0 0 0 0,0 0-1 0 0,0 0 1 0 0,0 0 0 0 0,1-1-1 0 0,-1 1 1 0 0,1 0 0 0 0,-1 0-1 0 0,1-1 1 0 0,0 1 0 0 0,0-1-1 0 0,-1 0 1 0 0,1 1 0 0 0,0-1-1 0 0,0 0 1 0 0,0 0 0 0 0,0 0-1 0 0,1 0 1 0 0,-1-1 0 0 0,0 1 0 0 0,0-1-1 0 0,0 1 1 0 0,1-1 0 0 0,-1 0-1 0 0,0 1 1 0 0,0-1 0 0 0,1-1-1 0 0,-1 1 1 0 0,0 0 0 0 0,0 0-1 0 0,1-1 1 0 0,-1 1 0 0 0,3-2-1 0 0,10-2-121 0 0,0-1 0 0 0,0 0 0 0 0,23-14-1 0 0,-27 14 65 0 0,69-36-378 0 0,41-19-196 0 0,-120 60 660 0 0,0-1 0 0 0,0 0 0 0 0,0 1 1 0 0,1-1-1 0 0,-1 1 0 0 0,0-1 1 0 0,1 1-1 0 0,-1-1 0 0 0,0 1 0 0 0,1 0 1 0 0,-1 0-1 0 0,0 0 0 0 0,1 0 0 0 0,-1 0 1 0 0,1 0-1 0 0,-1 0 0 0 0,0 0 1 0 0,1 0-1 0 0,-1 1 0 0 0,0-1 0 0 0,1 1 1 0 0,-1-1-1 0 0,0 1 0 0 0,2 0 0 0 0,-2 1 33 0 0,1 1-1 0 0,-1-1 0 0 0,1 0 0 0 0,-1 1 1 0 0,0 0-1 0 0,0-1 0 0 0,0 1 0 0 0,-1-1 1 0 0,1 1-1 0 0,-1 0 0 0 0,1-1 0 0 0,-1 6 1 0 0,1-5-79 0 0,-1 1 1 0 0,1-1 0 0 0,0 0 0 0 0,0 1-1 0 0,1-1 1 0 0,-1 0 0 0 0,1 0-1 0 0,-1 0 1 0 0,1 0 0 0 0,0 0 0 0 0,0-1-1 0 0,0 1 1 0 0,1 0 0 0 0,-1-1 0 0 0,1 0-1 0 0,-1 1 1 0 0,6 3 0 0 0,-2-3-868 0 0,0 0 0 0 0,0 0 0 0 0,0 0-1 0 0,0 0 1 0 0,0-1 0 0 0,1 0 0 0 0,-1 0 0 0 0,12 1 0 0 0,-6-3-2161 0 0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09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49 832 0 0,'0'-3'377'0'0,"-1"1"0"0"0,0-1-1 0 0,0 0 1 0 0,-1 1 0 0 0,1-1 0 0 0,0 1-1 0 0,-1 0 1 0 0,0-1 0 0 0,1 1 0 0 0,-1 0 0 0 0,0 0-1 0 0,0 0 1 0 0,0 0 0 0 0,0 0 0 0 0,-1 1-1 0 0,1-1 1 0 0,0 1 0 0 0,-1-1 0 0 0,1 1 0 0 0,-1 0-1 0 0,0 0 1 0 0,1 0 0 0 0,-1 0 0 0 0,0 0-1 0 0,1 1 1 0 0,-1-1 0 0 0,0 1 0 0 0,0 0-1 0 0,0 0 1 0 0,-4 0 0 0 0,4 0-263 0 0,0 1 0 0 0,0-1 0 0 0,0 1 0 0 0,0-1 0 0 0,0 1 0 0 0,0 0 0 0 0,0 1 0 0 0,0-1 0 0 0,0 0 0 0 0,1 1 0 0 0,-1-1-1 0 0,1 1 1 0 0,-1 0 0 0 0,1 0 0 0 0,-1 0 0 0 0,1 0 0 0 0,0 0 0 0 0,0 1 0 0 0,0-1 0 0 0,0 1 0 0 0,1-1 0 0 0,-1 1 0 0 0,1 0 0 0 0,-1-1 0 0 0,1 1 0 0 0,0 0 0 0 0,0 0 0 0 0,-1 5 0 0 0,0 6-119 0 0,0 0-1 0 0,0 0 1 0 0,1 0 0 0 0,1 1 0 0 0,1-1 0 0 0,0 0-1 0 0,0 0 1 0 0,2 0 0 0 0,0 0 0 0 0,0 0 0 0 0,1-1-1 0 0,1 1 1 0 0,7 14 0 0 0,-11-27-6 0 0,-1 1-1 0 0,0-1 0 0 0,1 0 1 0 0,-1 0-1 0 0,0 0 1 0 0,0 1-1 0 0,0-1 1 0 0,0 0-1 0 0,0 0 1 0 0,0 1-1 0 0,0-1 0 0 0,-1 0 1 0 0,1 0-1 0 0,0 0 1 0 0,-1 1-1 0 0,1-1 1 0 0,-1 0-1 0 0,1 0 1 0 0,-1 0-1 0 0,1 0 0 0 0,-1 0 1 0 0,0 0-1 0 0,0 0 1 0 0,1 0-1 0 0,-1 0 1 0 0,0 0-1 0 0,0 0 1 0 0,0-1-1 0 0,0 1 0 0 0,0 0 1 0 0,0-1-1 0 0,0 1 1 0 0,0 0-1 0 0,-1-1 1 0 0,1 1-1 0 0,0-1 1 0 0,0 0-1 0 0,0 1 0 0 0,-1-1 1 0 0,1 0-1 0 0,-2 0 1 0 0,-3-1-115 0 0,0 0 10 0 0,-1 0 0 0 0,0-1 0 0 0,0 1 0 0 0,1-2 0 0 0,-8-2 0 0 0,11 3-343 0 0,1 1 0 0 0,0-1 0 0 0,0 1 0 0 0,0-1 0 0 0,0 0 0 0 0,0 1 0 0 0,0-1 1 0 0,0 0-1 0 0,0 0 0 0 0,-2-5 0 0 0,3 3-3097 0 0,1-9 271 0 0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1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32 788 0 0,'-2'-21'3540'0'0,"-5"10"4572"0"0,7 11-8030 0 0,0 0 1 0 0,0 0 0 0 0,0 1-1 0 0,-24 54 305 0 0,2 2 0 0 0,2 1 0 0 0,-11 61 0 0 0,-28 81 132 0 0,45-159-516 0 0,-11 28-4533 0 0,15-65-3500 0 0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1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88 260 0 0,'0'0'1056'0'0,"4"3"-80"0"0,-2-2-798 0 0,0 1 0 0 0,1-1 1 0 0,-1 0-1 0 0,1 0 0 0 0,-1-1 0 0 0,1 1 0 0 0,-1 0 0 0 0,1-1 0 0 0,-1 0 0 0 0,1 1 0 0 0,0-1 0 0 0,-1 0 1 0 0,1 0-1 0 0,0-1 0 0 0,-1 1 0 0 0,4-1 0 0 0,57-15 1250 0 0,-23 6-873 0 0,140-20-165 0 0,29-6-5251 0 0,-183 31 3265 0 0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2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36 776 0 0,'0'0'791'0'0,"-7"-27"5881"0"0,3 25-6483 0 0,-1 1-1 0 0,1-1 0 0 0,0 1 1 0 0,0 0-1 0 0,-1 1 0 0 0,1-1 1 0 0,-1 1-1 0 0,1 0 0 0 0,0 0 1 0 0,-1 0-1 0 0,1 1 0 0 0,0-1 1 0 0,-1 1-1 0 0,1 0 0 0 0,0 0 1 0 0,-1 1-1 0 0,1-1 0 0 0,0 1 1 0 0,0 0-1 0 0,0 0 0 0 0,1 0 1 0 0,-5 4-1 0 0,-12 7 103 0 0,1 0 1 0 0,-32 30-1 0 0,44-37-185 0 0,0 1-1 0 0,1 0 1 0 0,0 0-1 0 0,-9 15 1 0 0,15-21-60 0 0,0 3 6 0 0,0-4-50 0 0,0 1-1 0 0,-1-1 1 0 0,1 0-1 0 0,0 0 1 0 0,0 0-1 0 0,0 1 1 0 0,0-1-1 0 0,0 0 1 0 0,0 0-1 0 0,0 0 1 0 0,0 1-1 0 0,0-1 1 0 0,0 0-1 0 0,0 0 1 0 0,0 0-1 0 0,0 1 1 0 0,0-1-1 0 0,0 0 1 0 0,0 0-1 0 0,0 0 1 0 0,0 1-1 0 0,0-1 1 0 0,0 0-1 0 0,0 0 1 0 0,1 0-1 0 0,-1 1 1 0 0,0-1-1 0 0,0 0 1 0 0,0 0-1 0 0,0 0 1 0 0,0 0-1 0 0,0 1 1 0 0,1-1-1 0 0,-1 0 1 0 0,0 0-1 0 0,0 0 1 0 0,0 0-1 0 0,0 0 1 0 0,1 0-1 0 0,-1 0 1 0 0,0 1-1 0 0,0-1 1 0 0,1 0-1 0 0,6 0-77 0 0,0 0-1 0 0,0-1 1 0 0,0 1-1 0 0,0-2 1 0 0,0 1 0 0 0,0-1-1 0 0,0 0 1 0 0,0 0-1 0 0,-1 0 1 0 0,1-1-1 0 0,-1-1 1 0 0,8-3-1 0 0,-6 2-106 0 0,-1 1-1 0 0,2 1 1 0 0,-1-1-1 0 0,0 1 1 0 0,1 1-1 0 0,-1-1 1 0 0,1 2-1 0 0,10-2 1 0 0,-17 3 65 0 0,48 25-473 0 0,-43-21 570 0 0,-1-1 0 0 0,1 0 0 0 0,0 0 1 0 0,0-1-1 0 0,0 0 0 0 0,0 0 0 0 0,0-1 0 0 0,0 0 0 0 0,0 0 1 0 0,0 0-1 0 0,1-1 0 0 0,-1 0 0 0 0,0-1 0 0 0,0 0 0 0 0,1 0 1 0 0,-1 0-1 0 0,0-1 0 0 0,0 0 0 0 0,8-4 0 0 0,12-5 5 0 0,-1-2-1 0 0,0-1 1 0 0,34-24 0 0 0,-41 25 76 0 0,12-6 489 0 0,-29 18-421 0 0,13-1 76 0 0,-13 4-189 0 0,1 0-1 0 0,-1 1 0 0 0,0-1 0 0 0,0 0 1 0 0,-1 1-1 0 0,1-1 0 0 0,-1 1 0 0 0,1 0 1 0 0,1 5-1 0 0,15 20 123 0 0,-17-27-94 0 0,29-2 794 0 0,57-11-1 0 0,-18 2-1819 0 0,1 7-3414 0 0,-54 5 1422 0 0,0-2 228 0 0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2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90 333 80 0 0,'0'0'6624'0'0,"-7"1"-5867"0"0,0 0-451 0 0,0 0 1 0 0,1 0 0 0 0,-1 1-1 0 0,0-1 1 0 0,-11 7 0 0 0,16-8-194 0 0,0 2 1 0 0,0-1 0 0 0,0 0-1 0 0,0 0 1 0 0,1 1 0 0 0,-1-1-1 0 0,0 1 1 0 0,1-1 0 0 0,-1 1-1 0 0,1 0 1 0 0,-1-1 0 0 0,1 1-1 0 0,0 0 1 0 0,0 0 0 0 0,0 0-1 0 0,0 0 1 0 0,0 0 0 0 0,0 0-1 0 0,0 1 1 0 0,1-1 0 0 0,-1 0-1 0 0,1 0 1 0 0,0 1 0 0 0,-1 3-1 0 0,1-5-100 0 0,0 0 0 0 0,1 1-1 0 0,-1-1 1 0 0,0 0 0 0 0,0 0-1 0 0,1 0 1 0 0,-1 0-1 0 0,1 1 1 0 0,-1-1 0 0 0,1 0-1 0 0,-1 0 1 0 0,1 0-1 0 0,0 0 1 0 0,-1 0 0 0 0,1 0-1 0 0,0 0 1 0 0,0-1 0 0 0,0 1-1 0 0,-1 0 1 0 0,1 0-1 0 0,0-1 1 0 0,0 1 0 0 0,0 0-1 0 0,1-1 1 0 0,-1 1 0 0 0,0-1-1 0 0,0 1 1 0 0,0-1-1 0 0,0 0 1 0 0,0 1 0 0 0,1-1-1 0 0,-1 0 1 0 0,0 0-1 0 0,0 0 1 0 0,0 0 0 0 0,1 0-1 0 0,1 0 1 0 0,36-7 32 0 0,-33 4-46 0 0,0 0 0 0 0,0 0 0 0 0,0-1 0 0 0,-1 0 0 0 0,1-1 0 0 0,-1 1 0 0 0,0-1 0 0 0,0 0 0 0 0,-1 0-1 0 0,0 0 1 0 0,1-1 0 0 0,-2 1 0 0 0,1-1 0 0 0,-1 0 0 0 0,0 0 0 0 0,0-1 0 0 0,2-7 0 0 0,5-14 13 0 0,-2-1-1 0 0,7-47 1 0 0,-12 53 25 0 0,1 8 233 0 0,-1 0-1 0 0,-1 0 0 0 0,0 0 0 0 0,-1 0 0 0 0,-1-1 0 0 0,-1 1 0 0 0,0 0 0 0 0,-5-26 0 0 0,5 39 393 0 0,-3 8-529 0 0,-5 6-92 0 0,0 0 0 0 0,1 1 0 0 0,1 0 0 0 0,0 0 0 0 0,1 1 0 0 0,0-1 0 0 0,1 2 0 0 0,0-1 1 0 0,-2 17-1 0 0,-17 149-985 0 0,7-41-3684 0 0,10-101 548 0 0,0 0 312 0 0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4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1352 344 0 0,'-42'33'3751'0'0,"40"-32"-3272"0"0,-2 4-3 0 0,4-5-428 0 0,0 0 1 0 0,0 0-1 0 0,0 0 0 0 0,0 0 1 0 0,0 0-1 0 0,0 0 1 0 0,0 0-1 0 0,0 0 0 0 0,0 0 1 0 0,1 0-1 0 0,-1 0 0 0 0,0-1 1 0 0,0 1-1 0 0,0 0 0 0 0,0 0 1 0 0,0 0-1 0 0,0 0 0 0 0,0 0 1 0 0,0 0-1 0 0,1 1 0 0 0,-1-1 1 0 0,0 0-1 0 0,0 0 1 0 0,0 0-1 0 0,0 0 0 0 0,0 0 1 0 0,0 0-1 0 0,0 0 0 0 0,0 0 1 0 0,0 0-1 0 0,1 0 0 0 0,-1 0 1 0 0,0 0-1 0 0,0 0 0 0 0,0 0 1 0 0,0 0-1 0 0,0 0 0 0 0,0 1 1 0 0,0-1-1 0 0,0 0 0 0 0,0 0 1 0 0,0 0-1 0 0,0 0 1 0 0,0 0-1 0 0,0 0 0 0 0,0 0 1 0 0,0 0-1 0 0,0 0 0 0 0,0 1 1 0 0,0-1-1 0 0,0 0 0 0 0,0 0 1 0 0,41-20 495 0 0,-1-1 0 0 0,-2-2 0 0 0,65-51 0 0 0,-24 18-166 0 0,804-637 1726 0 0,-811 633-1950 0 0,-4-3-1 0 0,-2-3 1 0 0,99-128 0 0 0,-160 187-136 0 0,-1-1 1 0 0,1 1 0 0 0,-2-1-1 0 0,1 0 1 0 0,-1 0-1 0 0,0 0 1 0 0,-1 0-1 0 0,2-10 1 0 0,-3 16-16 0 0,-1 1-1 0 0,0-1 1 0 0,0 0 0 0 0,0 1-1 0 0,0-1 1 0 0,0 0 0 0 0,0 1-1 0 0,0-1 1 0 0,-1 0 0 0 0,1 1 0 0 0,-1-1-1 0 0,1 0 1 0 0,-1 1 0 0 0,0-1-1 0 0,1 1 1 0 0,-1-1 0 0 0,0 1-1 0 0,-2-3 1 0 0,1 3-4 0 0,0 0 1 0 0,0 0-1 0 0,1 0 1 0 0,-1 0-1 0 0,0 0 0 0 0,0 0 1 0 0,0 1-1 0 0,0-1 0 0 0,0 0 1 0 0,-1 1-1 0 0,1 0 0 0 0,0 0 1 0 0,0 0-1 0 0,0 0 0 0 0,0 0 1 0 0,0 0-1 0 0,0 0 0 0 0,-1 0 1 0 0,-1 2-1 0 0,-3-2-1 0 0,0 2-1 0 0,0-1 1 0 0,0 1 0 0 0,0 0-1 0 0,1 1 1 0 0,-1-1 0 0 0,1 1-1 0 0,-1 1 1 0 0,1-1-1 0 0,0 1 1 0 0,0 0 0 0 0,1 0-1 0 0,-1 1 1 0 0,1 0 0 0 0,0 0-1 0 0,0 0 1 0 0,1 1 0 0 0,0-1-1 0 0,-1 1 1 0 0,2 0-1 0 0,-1 0 1 0 0,1 0 0 0 0,0 1-1 0 0,0-1 1 0 0,1 1 0 0 0,0 0-1 0 0,0 0 1 0 0,0 0-1 0 0,0 11 1 0 0,0 3-2 0 0,1 1-1 0 0,1 0 1 0 0,1-1 0 0 0,1 1-1 0 0,1 0 1 0 0,1-1 0 0 0,1 0 0 0 0,10 30-1 0 0,-3-16-3 0 0,34 114-348 0 0,-43-132 244 0 0,0 0-1 0 0,0 0 1 0 0,-2 0 0 0 0,0 1 0 0 0,-1-1 0 0 0,-4 32 0 0 0,4-47 95 0 0,0 1 0 0 0,-1 0 0 0 0,0 0 0 0 0,1-1 0 0 0,-1 1 0 0 0,0-1 0 0 0,0 1 1 0 0,-1-1-1 0 0,1 1 0 0 0,0-1 0 0 0,-1 1 0 0 0,0-1 0 0 0,1 0 0 0 0,-1 0 0 0 0,0 0 0 0 0,0 0 0 0 0,0 0 1 0 0,0 0-1 0 0,-1-1 0 0 0,1 1 0 0 0,0-1 0 0 0,-1 1 0 0 0,1-1 0 0 0,-1 0 0 0 0,-4 2 0 0 0,6-4 13 0 0,1 1-1 0 0,-1-1 0 0 0,1 1 0 0 0,0 0 0 0 0,-1-1 1 0 0,1 1-1 0 0,0-1 0 0 0,-1 1 0 0 0,1-1 0 0 0,0 1 0 0 0,0-1 1 0 0,0 1-1 0 0,-1-1 0 0 0,1 1 0 0 0,0-1 0 0 0,0 1 1 0 0,0-1-1 0 0,0 1 0 0 0,0-1 0 0 0,0 0 0 0 0,0 1 1 0 0,0-1-1 0 0,0 1 0 0 0,0-1 0 0 0,0 1 0 0 0,0-1 0 0 0,0 1 1 0 0,1-1-1 0 0,-1 0 0 0 0,0 1 0 0 0,0-1 0 0 0,1 1 1 0 0,-1 0-1 0 0,0-1 0 0 0,0 1 0 0 0,1-1 0 0 0,0 0 0 0 0,10-23-103 0 0,-11 23 103 0 0,15-19-123 0 0,1 1 0 0 0,0 1 0 0 0,1 0 0 0 0,1 1 0 0 0,0 1 0 0 0,32-20 0 0 0,27-26-246 0 0,-36 28 242 0 0,-27 23 145 0 0,0 0 0 0 0,-1 0 1 0 0,-1-1-1 0 0,0-1 0 0 0,18-24 1 0 0,-29 36 25 0 0,0 0 1 0 0,0-1 0 0 0,0 1 0 0 0,-1 0-1 0 0,1-1 1 0 0,0 1 0 0 0,-1-1 0 0 0,1 1-1 0 0,-1-1 1 0 0,0 1 0 0 0,1-1 0 0 0,-1 1-1 0 0,0-1 1 0 0,0 1 0 0 0,0-1 0 0 0,0 1 0 0 0,-1-4-1 0 0,1 5 9 0 0,0-1 0 0 0,-1 0 0 0 0,1 0 0 0 0,-1 0 0 0 0,1 1 0 0 0,-1-1 0 0 0,0 0 0 0 0,1 0 0 0 0,-1 1 0 0 0,0-1 0 0 0,1 1 0 0 0,-1-1 0 0 0,0 0 0 0 0,0 1 0 0 0,0 0 0 0 0,0-1 0 0 0,1 1 0 0 0,-1-1 0 0 0,0 1 0 0 0,-2 0 0 0 0,0-1 49 0 0,-1 0 1 0 0,1 1-1 0 0,-1 0 0 0 0,0-1 0 0 0,1 1 0 0 0,-1 1 0 0 0,1-1 0 0 0,-1 1 1 0 0,0-1-1 0 0,-6 3 0 0 0,5-1-33 0 0,0 1-1 0 0,0-1 1 0 0,0 1 0 0 0,0 0 0 0 0,1 1-1 0 0,-1-1 1 0 0,1 1 0 0 0,-1 0 0 0 0,1 0 0 0 0,1 0-1 0 0,-1 0 1 0 0,0 1 0 0 0,1 0 0 0 0,0 0-1 0 0,-3 6 1 0 0,5-8-48 0 0,0 0-1 0 0,0 0 1 0 0,0 0 0 0 0,0 1-1 0 0,1-1 1 0 0,-1 0-1 0 0,1 1 1 0 0,0-1 0 0 0,0 1-1 0 0,0-1 1 0 0,0 0-1 0 0,1 1 1 0 0,-1-1 0 0 0,1 0-1 0 0,0 1 1 0 0,0-1-1 0 0,0 0 1 0 0,1 0 0 0 0,-1 0-1 0 0,1 0 1 0 0,-1 0-1 0 0,1 0 1 0 0,0 0-1 0 0,0-1 1 0 0,0 1 0 0 0,5 3-1 0 0,-1 1-196 0 0,1-2-1 0 0,0 1 0 0 0,0-1 0 0 0,0 0 0 0 0,1 0 1 0 0,-1-1-1 0 0,1 0 0 0 0,0 0 0 0 0,0-1 1 0 0,13 3-1 0 0,-9-3-1581 0 0,0-1 0 0 0,0 0 0 0 0,23 0 0 0 0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5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6 240 0 0,'0'0'828'0'0,"5"-6"326"0"0,0 7 2073 0 0,-2 3-3092 0 0,0-1-1 0 0,0 1 1 0 0,0-1-1 0 0,-1 1 1 0 0,1 0-1 0 0,-1 0 1 0 0,0 0-1 0 0,0 0 1 0 0,0 0-1 0 0,-1 1 1 0 0,0-1-1 0 0,0 1 1 0 0,0-1-1 0 0,0 1 1 0 0,0-1-1 0 0,-1 1 1 0 0,0-1-1 0 0,0 1 1 0 0,0-1-1 0 0,-2 8 1 0 0,0-2 209 0 0,0 1-1 0 0,0-1 1 0 0,-1 0 0 0 0,-1 1 0 0 0,0-2 0 0 0,0 1 0 0 0,-10 16-1 0 0,13-24-81 0 0,1-2-239 0 0,0 0 0 0 0,-1 0 0 0 0,1 0 0 0 0,0 0 0 0 0,0-1 1 0 0,0 1-1 0 0,-1 0 0 0 0,1 0 0 0 0,0 0 0 0 0,0 0 0 0 0,0 0 1 0 0,0 0-1 0 0,-1-1 0 0 0,1 1 0 0 0,0 0 0 0 0,0 0 0 0 0,0 0 1 0 0,0 0-1 0 0,0-1 0 0 0,-1 1 0 0 0,1 0 0 0 0,0 0 0 0 0,0 0 1 0 0,0-1-1 0 0,0 1 0 0 0,0 0 0 0 0,0 0 0 0 0,0-1 0 0 0,0 1 0 0 0,0 0 1 0 0,0 0-1 0 0,0 0 0 0 0,0-1 0 0 0,0 1 0 0 0,0 0 0 0 0,0 0 1 0 0,0-1-1 0 0,0 1 0 0 0,0 0 0 0 0,0 0 0 0 0,0 0 0 0 0,1-1 1 0 0,-1 1-1 0 0,0 0 0 0 0,0 0 0 0 0,0 0 0 0 0,0-1 0 0 0,0 1 0 0 0,0 0 1 0 0,1 0-1 0 0,11-22 175 0 0,24-22-247 0 0,-31 39 52 0 0,-1 0 0 0 0,1 1-1 0 0,0-1 1 0 0,1 1-1 0 0,-1 0 1 0 0,1 1-1 0 0,-1 0 1 0 0,1-1-1 0 0,0 2 1 0 0,0-1-1 0 0,0 1 1 0 0,9-2 0 0 0,-12 3-6 0 0,0 1 0 0 0,0-1 0 0 0,0 1 0 0 0,0 0 0 0 0,0 0 1 0 0,0 1-1 0 0,0-1 0 0 0,0 0 0 0 0,0 1 0 0 0,0 0 1 0 0,0 0-1 0 0,0 0 0 0 0,0 0 0 0 0,-1 0 0 0 0,1 0 1 0 0,0 1-1 0 0,-1 0 0 0 0,1-1 0 0 0,-1 1 0 0 0,1 0 0 0 0,-1 0 1 0 0,0 0-1 0 0,0 0 0 0 0,0 1 0 0 0,0-1 0 0 0,0 1 1 0 0,-1-1-1 0 0,1 1 0 0 0,1 3 0 0 0,1 4 3 0 0,0 0 0 0 0,-1 1-1 0 0,0 0 1 0 0,3 16 0 0 0,0 2 74 0 0,-6-28-43 0 0,1 0-30 0 0,0-1-1 0 0,-1 0 0 0 0,1 0 1 0 0,0 0-1 0 0,-1 1 0 0 0,1-1 1 0 0,0 0-1 0 0,0 0 1 0 0,-1 0-1 0 0,1 0 0 0 0,0 0 1 0 0,-1 0-1 0 0,1-1 0 0 0,0 1 1 0 0,0 0-1 0 0,-1 0 1 0 0,1 0-1 0 0,0-1 0 0 0,-1 1 1 0 0,1 0-1 0 0,-1-1 0 0 0,1 1 1 0 0,0 0-1 0 0,-1-1 1 0 0,1 1-1 0 0,-1-1 0 0 0,1 1 1 0 0,0-2-1 0 0,22-19-26 0 0,-15 13 19 0 0,13-8-24 0 0,0 1-1 0 0,0 1 1 0 0,1 1-1 0 0,27-11 1 0 0,-47 23 29 0 0,-1 1 0 0 0,0-1 1 0 0,0 0-1 0 0,0 1 0 0 0,1-1 1 0 0,-1 1-1 0 0,0 0 0 0 0,0-1 0 0 0,1 1 1 0 0,-1 0-1 0 0,0 0 0 0 0,1 0 1 0 0,-1 0-1 0 0,0 0 0 0 0,1 0 1 0 0,-1 0-1 0 0,0 0 0 0 0,0 1 0 0 0,1-1 1 0 0,-1 0-1 0 0,0 1 0 0 0,0-1 1 0 0,1 1-1 0 0,-1-1 0 0 0,0 1 1 0 0,0 0-1 0 0,0-1 0 0 0,0 1 0 0 0,0 0 1 0 0,0 0-1 0 0,0 0 0 0 0,0 0 1 0 0,0 0-1 0 0,0 0 0 0 0,-1 0 1 0 0,1 0-1 0 0,0 0 0 0 0,-1 0 0 0 0,1 1 1 0 0,0 0-1 0 0,2 6-118 0 0,-1 0 0 0 0,0 0 0 0 0,-1 1 0 0 0,1-1 0 0 0,-1 12 0 0 0,0-3-820 0 0,-1-13 425 0 0,2 12 160 0 0,4-3-4565 0 0,2 0 2122 0 0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6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200 502 468 0 0,'-21'-36'9859'0'0,"21"35"-9775"0"0,0 0 0 0 0,0 1 0 0 0,-1-1 0 0 0,1 0 0 0 0,-1 1 0 0 0,1-1 0 0 0,-1 1 0 0 0,1-1 0 0 0,-1 1 0 0 0,1-1 0 0 0,-1 1 0 0 0,1-1 0 0 0,-1 1 0 0 0,1-1 0 0 0,-1 1 0 0 0,0 0 0 0 0,1-1 0 0 0,-1 1 0 0 0,0 0 0 0 0,1 0 0 0 0,-1 0 1 0 0,0-1-1 0 0,1 1 0 0 0,-1 0 0 0 0,0 0 0 0 0,0 0 0 0 0,1 0 0 0 0,-1 0 0 0 0,0 0 0 0 0,1 0 0 0 0,-1 0 0 0 0,0 1 0 0 0,0-1 0 0 0,1 0 0 0 0,-1 0 0 0 0,0 1 0 0 0,-16 8 84 0 0,2 0 0 0 0,-1 2-1 0 0,1 0 1 0 0,1 0 0 0 0,0 1 0 0 0,1 1 0 0 0,0 1-1 0 0,1 0 1 0 0,-14 20 0 0 0,25-32-150 0 0,1-1-14 0 0,0-1-1 0 0,0 1 1 0 0,0-1-1 0 0,0 0 1 0 0,0 1-1 0 0,0-1 1 0 0,0 1-1 0 0,0-1 1 0 0,0 1-1 0 0,0-1 1 0 0,0 1-1 0 0,1-1 1 0 0,-1 1-1 0 0,0-1 1 0 0,0 0-1 0 0,1 1 1 0 0,-1-1-1 0 0,0 0 1 0 0,1 1-1 0 0,-1-1 1 0 0,0 0-1 0 0,1 1 1 0 0,-1-1-1 0 0,0 0 1 0 0,1 1 0 0 0,-1-1-1 0 0,0 0 1 0 0,1 0-1 0 0,-1 0 1 0 0,1 1-1 0 0,-1-1 1 0 0,1 0-1 0 0,-1 0 1 0 0,1 0-1 0 0,22-3-45 0 0,29-21-302 0 0,-42 19 227 0 0,71-30-1139 0 0,-79 34 1145 0 0,-2 1 103 0 0,0 0 1 0 0,1-1-1 0 0,-1 1 0 0 0,1 0 0 0 0,-1 0 0 0 0,0-1 0 0 0,1 1 0 0 0,-1 0 1 0 0,1 0-1 0 0,-1 0 0 0 0,1 0 0 0 0,-1 0 0 0 0,1 0 0 0 0,-1 0 0 0 0,1 0 0 0 0,-1 0 1 0 0,1 0-1 0 0,-1 0 0 0 0,0 0 0 0 0,1 0 0 0 0,-1 0 0 0 0,1 0 0 0 0,-1 0 1 0 0,1 1-1 0 0,-1-1 0 0 0,1 0 0 0 0,-1 0 0 0 0,0 1 0 0 0,1-1 0 0 0,-1 0 1 0 0,0 0-1 0 0,1 1 0 0 0,-1-1 0 0 0,0 0 0 0 0,1 1 0 0 0,19 11-168 0 0,-19-11 163 0 0,5 3-19 0 0,0 0 0 0 0,0 0 0 0 0,0-1 0 0 0,0 0 0 0 0,0 0 0 0 0,1 0-1 0 0,-1-1 1 0 0,1 0 0 0 0,0 0 0 0 0,0-1 0 0 0,0 0 0 0 0,-1 0 0 0 0,1-1 0 0 0,0 1 0 0 0,0-2 0 0 0,0 1 0 0 0,0-1-1 0 0,0 0 1 0 0,0 0 0 0 0,0-1 0 0 0,-1 1 0 0 0,1-2 0 0 0,0 1 0 0 0,9-6 0 0 0,8-5 144 0 0,1-1 1 0 0,-2-1-1 0 0,0-1 1 0 0,37-34-1 0 0,-59 49-88 0 0,-1 0-1 0 0,1 1 1 0 0,0-1-1 0 0,0 0 0 0 0,0 0 1 0 0,0 0-1 0 0,0 0 1 0 0,0 1-1 0 0,0-1 1 0 0,1 0-1 0 0,-1 1 1 0 0,0-1-1 0 0,0 1 1 0 0,0 0-1 0 0,1-1 1 0 0,-1 1-1 0 0,0 0 0 0 0,0 0 1 0 0,1 0-1 0 0,-1-1 1 0 0,0 1-1 0 0,0 1 1 0 0,1-1-1 0 0,1 0 1 0 0,-1 1-13 0 0,-1 1 0 0 0,0-1 0 0 0,1 1 0 0 0,-1-1 0 0 0,0 1 0 0 0,0-1 0 0 0,0 1 0 0 0,0 0 0 0 0,0 0 0 0 0,0-1 0 0 0,0 1 1 0 0,0 0-1 0 0,-1 0 0 0 0,1 0 0 0 0,-1 0 0 0 0,1 2 0 0 0,-1-2 3 0 0,0 3 3 0 0,0 0 1 0 0,1 0-1 0 0,-1 0 0 0 0,1 0 1 0 0,0 0-1 0 0,3 9 0 0 0,-3-13 19 0 0,1 0-20 0 0,5 3-9 0 0,-5-3 2 0 0,2-3-5 0 0,0 0 0 0 0,0 0 0 0 0,0-1 0 0 0,0 1 0 0 0,0-1 0 0 0,-1 0 0 0 0,1 0 0 0 0,-1 0 0 0 0,5-5 0 0 0,7-5-12 0 0,0 1 1 0 0,-11 8-8 0 0,1 0 0 0 0,0 0 0 0 0,1 0 0 0 0,-1 0 0 0 0,1 1 1 0 0,-1 0-1 0 0,1 0 0 0 0,0 1 0 0 0,7-3 0 0 0,-11 5 0 0 0,43 7-37 0 0,-24-2-15 0 0,0-1 0 0 0,0 0 1 0 0,0-2-1 0 0,0-1 0 0 0,1 0 1 0 0,39-5-1 0 0,-51 3 91 0 0,-1-1 0 0 0,1 0 0 0 0,-1-1 0 0 0,1 0 0 0 0,-1-1 0 0 0,0 0 0 0 0,0 0 0 0 0,0-1 0 0 0,-1 0 0 0 0,0-1 0 0 0,0 1 0 0 0,0-2 0 0 0,-1 1 0 0 0,1-1 0 0 0,-2 0 0 0 0,1 0 0 0 0,7-12 0 0 0,0-2 89 0 0,-1-1 0 0 0,-1 0 0 0 0,-1-1 0 0 0,-1 0 1 0 0,-1-1-1 0 0,-1 0 0 0 0,-1-1 0 0 0,-2 1 1 0 0,0-1-1 0 0,-1 0 0 0 0,0-32 0 0 0,-4 53-48 0 0,0 1 0 0 0,0-1 0 0 0,0 1 0 0 0,0-1-1 0 0,-1 1 1 0 0,0 0 0 0 0,1-1 0 0 0,-1 1 0 0 0,0 0 0 0 0,-1 0-1 0 0,1 0 1 0 0,0-1 0 0 0,-3-1 0 0 0,3 3-9 0 0,-3 3-31 0 0,2-1-16 0 0,0 1 0 0 0,0-1 1 0 0,0 1-1 0 0,0-1 0 0 0,0 1 0 0 0,0 0 1 0 0,0 0-1 0 0,1 0 0 0 0,-1 0 0 0 0,0 0 1 0 0,0 0-1 0 0,1 0 0 0 0,-1 1 0 0 0,1-1 1 0 0,-1 1-1 0 0,1-1 0 0 0,-1 1 0 0 0,1-1 1 0 0,-2 4-1 0 0,-6 9 2 0 0,1 0 0 0 0,0 1 1 0 0,1-1-1 0 0,0 2 0 0 0,1-1 0 0 0,1 1 1 0 0,1 0-1 0 0,0 0 0 0 0,1 0 0 0 0,1 1 1 0 0,0-1-1 0 0,1 24 0 0 0,2-26-1 0 0,0 0 0 0 0,0 0 0 0 0,1-1-1 0 0,1 1 1 0 0,1-1 0 0 0,0 1 0 0 0,0-1 0 0 0,1-1-1 0 0,1 1 1 0 0,0 0 0 0 0,1-1 0 0 0,0-1 0 0 0,1 1 0 0 0,0-1-1 0 0,12 12 1 0 0,-16-18-39 0 0,1 0-1 0 0,0 0 1 0 0,0-1-1 0 0,0 0 1 0 0,1 0 0 0 0,0 0-1 0 0,0 0 1 0 0,0-1-1 0 0,0 0 1 0 0,0 0 0 0 0,0-1-1 0 0,1 1 1 0 0,-1-1-1 0 0,1-1 1 0 0,11 2-1 0 0,-16-3-280 0 0,44-20-5795 0 0,-40 16 2556 0 0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6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20 88 0 0,'0'0'2660'0'0,"-3"-3"-1392"0"0,-26-13 2545 0 0,27 16-2678 0 0,-34 11 3070 0 0,34-9-4124 0 0,0-1 0 0 0,1 0 0 0 0,-1 1 0 0 0,0-1 0 0 0,1 1 0 0 0,-1 0 0 0 0,1 0 0 0 0,0-1 0 0 0,0 1 0 0 0,-1 0 0 0 0,1 0 0 0 0,0 0 0 0 0,1 0 0 0 0,-1 0 0 0 0,0 0 0 0 0,0 1 0 0 0,1-1 0 0 0,0 0 0 0 0,-1 0 0 0 0,1 0 0 0 0,0 1 0 0 0,0-1 0 0 0,0 0 1 0 0,0 0-1 0 0,1 1 0 0 0,-1-1 0 0 0,0 0 0 0 0,1 0 0 0 0,0 0 0 0 0,-1 0 0 0 0,1 1 0 0 0,0-1 0 0 0,0 0 0 0 0,0 0 0 0 0,0-1 0 0 0,1 1 0 0 0,-1 0 0 0 0,1 0 0 0 0,-1-1 0 0 0,1 1 0 0 0,-1 0 0 0 0,1-1 0 0 0,0 0 0 0 0,0 1 0 0 0,2 0 0 0 0,3 4-383 0 0,1-1-1 0 0,0 0 0 0 0,0-1 1 0 0,0 0-1 0 0,1 0 1 0 0,-1-1-1 0 0,1 0 0 0 0,0 0 1 0 0,0-1-1 0 0,14 2 0 0 0,31-5-2342 0 0,-16-5-2630 0 0,-15 0 2096 0 0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7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37 236 0 0,'-16'0'6477'0'0,"41"-18"-5793"0"0,-10 15-196 0 0,4-1-236 0 0,6 3-280 0 0,2-1-288 0 0,4-1-368 0 0,-2 1-504 0 0,-3 0-1281 0 0,1 1 565 0 0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17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0 892 0 0,'0'0'17447'0'0,"6"7"-18446"0"0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0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599 772 1048 0 0,'0'0'5311'0'0,"-4"-5"-4559"0"0,-113-136 4588 0 0,-88-58-3444 0 0,187 182-1770 0 0,0 0 1 0 0,1-2-1 0 0,-25-35 0 0 0,35 43-83 0 0,0 0 0 0 0,0-1 0 0 0,1 1 0 0 0,1-1 0 0 0,0-1 0 0 0,1 1-1 0 0,0-1 1 0 0,-4-20 0 0 0,8 25-32 0 0,0-1 0 0 0,1 0 0 0 0,0 0 0 0 0,0 1 0 0 0,1-1 0 0 0,0 0 0 0 0,0 1 0 0 0,1 0 0 0 0,0-1 0 0 0,0 1 0 0 0,1 0 0 0 0,0 1 0 0 0,1-1 0 0 0,5-7 0 0 0,-7 11-35 0 0,0-1 0 0 0,0 1 0 0 0,1 0 1 0 0,-1 0-1 0 0,1 0 0 0 0,0 0 1 0 0,0 1-1 0 0,0 0 0 0 0,1-1 0 0 0,-1 2 1 0 0,1-1-1 0 0,0 0 0 0 0,-1 1 1 0 0,1 0-1 0 0,0 0 0 0 0,0 0 0 0 0,1 1 1 0 0,-1 0-1 0 0,0 0 0 0 0,0 0 1 0 0,1 0-1 0 0,-1 1 0 0 0,10 1 0 0 0,-12 0 2 0 0,0 0-1 0 0,0 0 1 0 0,0 1-1 0 0,-1-1 1 0 0,1 1-1 0 0,0-1 1 0 0,-1 1-1 0 0,1 0 1 0 0,-1 0-1 0 0,0 1 1 0 0,0-1-1 0 0,1 0 1 0 0,-1 1-1 0 0,-1-1 1 0 0,1 1 0 0 0,0 0-1 0 0,-1-1 1 0 0,1 1-1 0 0,-1 0 1 0 0,0 0-1 0 0,0 0 1 0 0,0 0-1 0 0,0 0 1 0 0,-1 0-1 0 0,1 0 1 0 0,-1 1-1 0 0,0 4 1 0 0,2 9-32 0 0,-1 1 0 0 0,-1 0 0 0 0,-4 25 1 0 0,0-14 6 0 0,-2 0 1 0 0,-1-1 0 0 0,-1 1 0 0 0,-2-2 0 0 0,0 1 0 0 0,-2-2 0 0 0,-17 30-1 0 0,-6 1 28 0 0,-2-2-1 0 0,-46 53 0 0 0,46-68 91 0 0,-14 19 93 0 0,51-58-168 0 0,0-1 1 0 0,-1 1 0 0 0,1-1-1 0 0,0 0 1 0 0,0 1 0 0 0,0-1 0 0 0,-1 1-1 0 0,1-1 1 0 0,0 1 0 0 0,0-1 0 0 0,0 1-1 0 0,0-1 1 0 0,0 1 0 0 0,0-1-1 0 0,0 1 1 0 0,0-1 0 0 0,0 1 0 0 0,0-1-1 0 0,0 1 1 0 0,0-1 0 0 0,0 1 0 0 0,1-1-1 0 0,-1 0 1 0 0,0 1 0 0 0,0-1-1 0 0,0 1 1 0 0,1-1 0 0 0,-1 1 0 0 0,0-1-1 0 0,0 0 1 0 0,1 1 0 0 0,-1-1 0 0 0,0 0-1 0 0,1 1 1 0 0,-1-1 0 0 0,1 0-1 0 0,-1 1 1 0 0,0-1 0 0 0,1 0 0 0 0,-1 0-1 0 0,1 1 1 0 0,-1-1 0 0 0,1 0 0 0 0,-1 0-1 0 0,1 0 1 0 0,-1 0 0 0 0,1 0-1 0 0,-1 0 1 0 0,1 0 0 0 0,-1 0 0 0 0,0 0-1 0 0,1 0 1 0 0,-1 0 0 0 0,1 0 0 0 0,-1 0-1 0 0,2 0 1 0 0,31 0-356 0 0,-30 0 297 0 0,45-6-946 0 0,1-1-1 0 0,55-17 0 0 0,23-12-4060 0 0,-72 19 2201 0 0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0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284 87 692 0 0,'9'-38'6571'0'0,"-8"36"-6397"0"0,-1 0-1 0 0,1 1 1 0 0,-1-1-1 0 0,0 1 1 0 0,0-1-1 0 0,0 0 1 0 0,0 1-1 0 0,0-1 0 0 0,0 1 1 0 0,0-1-1 0 0,0 0 1 0 0,0 1-1 0 0,-1-1 1 0 0,1 0-1 0 0,-1 1 1 0 0,1-1-1 0 0,-1 1 1 0 0,0-1-1 0 0,1 1 0 0 0,-1 0 1 0 0,0-1-1 0 0,0 1 1 0 0,0 0-1 0 0,0-1 1 0 0,0 1-1 0 0,0 0 1 0 0,-1 0-1 0 0,-1-2 1 0 0,0 2-77 0 0,0 1 0 0 0,0-1 0 0 0,0 1 0 0 0,0-1 0 0 0,0 1 0 0 0,0 0-1 0 0,0 0 1 0 0,0 0 0 0 0,0 0 0 0 0,0 1 0 0 0,0-1 0 0 0,0 1 0 0 0,0 0 0 0 0,-3 1 0 0 0,-8 3-9 0 0,1 1 0 0 0,-1 0 0 0 0,2 1 0 0 0,-1 0 0 0 0,-20 17 0 0 0,29-21-66 0 0,0 0 0 0 0,1 0 1 0 0,0 1-1 0 0,0-1 0 0 0,0 1 0 0 0,0-1 0 0 0,0 1 1 0 0,1 0-1 0 0,0 0 0 0 0,-1 1 0 0 0,2-1 0 0 0,-1 0 1 0 0,0 1-1 0 0,1-1 0 0 0,0 1 0 0 0,0-1 1 0 0,0 1-1 0 0,1-1 0 0 0,-1 1 0 0 0,1 0 0 0 0,0-1 1 0 0,2 9-1 0 0,1 2-29 0 0,2 0 1 0 0,0 0 0 0 0,0-1 0 0 0,2 1-1 0 0,11 19 1 0 0,-11-22-111 0 0,0 0 1 0 0,-1 1 0 0 0,-1 0-1 0 0,0 0 1 0 0,-1 0-1 0 0,5 20 1 0 0,-9-32 105 0 0,0 1 0 0 0,0-1-1 0 0,0 1 1 0 0,0-1 0 0 0,0 0 0 0 0,-1 1 0 0 0,1-1 0 0 0,0 0-1 0 0,0 1 1 0 0,-1-1 0 0 0,1 0 0 0 0,-1 1 0 0 0,1-1 0 0 0,-1 0-1 0 0,0 0 1 0 0,0 1 0 0 0,1-1 0 0 0,-1 0 0 0 0,0 0 0 0 0,0 0-1 0 0,0 0 1 0 0,0 0 0 0 0,-2 1 0 0 0,0 0 5 0 0,0-1 0 0 0,0 1 0 0 0,0-1 0 0 0,0 1 0 0 0,-1-1 0 0 0,1 0 0 0 0,0 0 0 0 0,-1-1 0 0 0,-4 1-1 0 0,-1 0-32 0 0,-1-1-1 0 0,1 0 1 0 0,0 0-1 0 0,-1-1 1 0 0,1-1-1 0 0,-12-2 1 0 0,18 3-87 0 0,-1 0 1 0 0,1 0 0 0 0,-1-1 0 0 0,1 1 0 0 0,0-1 0 0 0,0 0 0 0 0,0 0-1 0 0,0 0 1 0 0,0 0 0 0 0,-4-5 0 0 0,6 6-225 0 0,0-1-1 0 0,0 1 1 0 0,0-1-1 0 0,0 0 0 0 0,0 1 1 0 0,0-1-1 0 0,1 0 1 0 0,-1 0-1 0 0,1 1 1 0 0,-1-1-1 0 0,1 0 1 0 0,-1 0-1 0 0,1 0 1 0 0,0 0-1 0 0,0 0 1 0 0,0 0-1 0 0,0 0 1 0 0,1 1-1 0 0,-1-1 1 0 0,1-3-1 0 0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2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26 102 76 0 0,'0'0'10102'0'0,"-3"-4"-10121"0"0,1 1 71 0 0,-1 0 0 0 0,1 1 0 0 0,0-1 1 0 0,0 0-1 0 0,1 0 0 0 0,-1-1 0 0 0,0 1 0 0 0,1 0 0 0 0,0 0 0 0 0,0-1 1 0 0,0 1-1 0 0,0-1 0 0 0,1 1 0 0 0,-1-1 0 0 0,1 1 0 0 0,0-1 0 0 0,0 1 1 0 0,1-6-1 0 0,-1 7 58 0 0,1-16 438 0 0,-1 18-514 0 0,0 0 0 0 0,0 0 0 0 0,0-1 0 0 0,-1 1-1 0 0,1 0 1 0 0,0-1 0 0 0,0 1 0 0 0,0 0 0 0 0,0-1 0 0 0,0 1 0 0 0,0 0 0 0 0,0-1-1 0 0,0 1 1 0 0,0 0 0 0 0,0 0 0 0 0,0-1 0 0 0,1 1 0 0 0,-1 0 0 0 0,0-1-1 0 0,0 1 1 0 0,0 0 0 0 0,0 0 0 0 0,0-1 0 0 0,1 1 0 0 0,-1 0 0 0 0,0-1 0 0 0,0 1-1 0 0,0 0 1 0 0,1 0 0 0 0,-1 0 0 0 0,0-1 0 0 0,0 1 0 0 0,1 0 0 0 0,-1 0-1 0 0,0 0 1 0 0,0 0 0 0 0,1 0 0 0 0,-1-1 0 0 0,0 1 0 0 0,1 0 0 0 0,-1 0 0 0 0,0 0-1 0 0,0 0 1 0 0,1 0 0 0 0,-1 0 0 0 0,0 0 0 0 0,1 0 0 0 0,-1 0 0 0 0,0 0 0 0 0,1 0-1 0 0,-1 0 1 0 0,6 10-11 0 0,0-1-1 0 0,0 1 1 0 0,0-2-1 0 0,1 1 1 0 0,1-1-1 0 0,-1 0 0 0 0,1 0 1 0 0,1-1-1 0 0,-1 0 1 0 0,1 0-1 0 0,0-1 1 0 0,14 6-1 0 0,-18-9-2 0 0,1-2-1 0 0,0 1 0 0 0,0 0 0 0 0,0-1 1 0 0,0 0-1 0 0,1-1 0 0 0,-1 1 0 0 0,0-1 1 0 0,0 0-1 0 0,0-1 0 0 0,0 0 0 0 0,0 0 1 0 0,1 0-1 0 0,-1 0 0 0 0,-1-1 0 0 0,1 0 1 0 0,0 0-1 0 0,0-1 0 0 0,-1 0 1 0 0,1 0-1 0 0,-1 0 0 0 0,0 0 0 0 0,0-1 1 0 0,0 0-1 0 0,-1 0 0 0 0,1 0 0 0 0,6-10 1 0 0,-10 13-20 0 0,-1 1 0 0 0,0-1 1 0 0,1 0-1 0 0,-1 1 0 0 0,1-1 0 0 0,-1 1 1 0 0,1-1-1 0 0,-1 1 0 0 0,1-1 1 0 0,-1 1-1 0 0,1-1 0 0 0,0 1 1 0 0,-1-1-1 0 0,1 1 0 0 0,0 0 0 0 0,-1-1 1 0 0,1 1-1 0 0,0 0 0 0 0,0-1 1 0 0,-1 1-1 0 0,1 0 0 0 0,0 0 1 0 0,0 0-1 0 0,-1 0 0 0 0,1 0 0 0 0,0 0 1 0 0,0 0-1 0 0,-1 0 0 0 0,1 0 1 0 0,0 0-1 0 0,0 0 0 0 0,-1 0 0 0 0,1 1 1 0 0,0-1-1 0 0,0 0 0 0 0,-1 1 1 0 0,1-1-1 0 0,0 0 0 0 0,-1 1 1 0 0,1-1-1 0 0,0 1 0 0 0,-1-1 0 0 0,1 1 1 0 0,-1-1-1 0 0,1 1 0 0 0,-1-1 1 0 0,1 1-1 0 0,-1 0 0 0 0,1-1 1 0 0,-1 1-1 0 0,0 0 0 0 0,1 1 0 0 0,20 40-20 0 0,-19-38 17 0 0,11 30 7 0 0,-2 2-1 0 0,-2-1 1 0 0,0 1 0 0 0,-3 1-1 0 0,-1-1 1 0 0,-2 1-1 0 0,-2 70 1 0 0,-3-89 18 0 0,0 1 0 0 0,-2-1 1 0 0,-8 28-1 0 0,10-38 37 0 0,-1 0 0 0 0,0 0 0 0 0,0 0 0 0 0,-1-1 0 0 0,0 1 1 0 0,-1-1-1 0 0,1 0 0 0 0,-1 0 0 0 0,-11 10 0 0 0,15-16-39 0 0,0 0-1 0 0,0 1 1 0 0,0-1 0 0 0,0 0-1 0 0,0 0 1 0 0,0-1 0 0 0,0 1-1 0 0,-1 0 1 0 0,1 0 0 0 0,0 0-1 0 0,-1-1 1 0 0,1 1-1 0 0,-1-1 1 0 0,1 1 0 0 0,-1-1-1 0 0,1 0 1 0 0,-1 1 0 0 0,1-1-1 0 0,-1 0 1 0 0,1 0 0 0 0,-1 0-1 0 0,1 0 1 0 0,-1 0 0 0 0,1-1-1 0 0,-1 1 1 0 0,1 0 0 0 0,-1-1-1 0 0,1 1 1 0 0,-1-1 0 0 0,1 1-1 0 0,0-1 1 0 0,-1 0-1 0 0,1 1 1 0 0,0-1 0 0 0,0 0-1 0 0,-1 0 1 0 0,1 0 0 0 0,0 0-1 0 0,0 0 1 0 0,0 0 0 0 0,0 0-1 0 0,0-1 1 0 0,0 1 0 0 0,1 0-1 0 0,-1-1 1 0 0,0 1 0 0 0,-1-3-1 0 0,-1-3 6 0 0,0 0-1 0 0,1 0 1 0 0,-1-1 0 0 0,1 1-1 0 0,1-1 1 0 0,-1 1 0 0 0,1-16-1 0 0,2-5-24 0 0,2 0 0 0 0,1 0 0 0 0,1 1 0 0 0,2 0 0 0 0,0-1 0 0 0,2 2 0 0 0,1 0-1 0 0,1 0 1 0 0,1 0 0 0 0,2 2 0 0 0,0 0 0 0 0,2 0 0 0 0,0 1 0 0 0,31-33 0 0 0,-32 42-36 0 0,0 0 1 0 0,0 1-1 0 0,2 0 1 0 0,-1 1-1 0 0,20-9 0 0 0,-27 15 21 0 0,0 1 0 0 0,0 1-1 0 0,1 0 1 0 0,0 0-1 0 0,0 1 1 0 0,0 0-1 0 0,0 1 1 0 0,0 0-1 0 0,0 1 1 0 0,1 0 0 0 0,17 0-1 0 0,-22 2 12 0 0,-1 0-1 0 0,0 0 1 0 0,0 1 0 0 0,1-1-1 0 0,-1 1 1 0 0,0 0-1 0 0,0 0 1 0 0,-1 1 0 0 0,1 0-1 0 0,0 0 1 0 0,-1 0-1 0 0,0 0 1 0 0,1 0 0 0 0,-1 1-1 0 0,-1 0 1 0 0,1 0-1 0 0,0 0 1 0 0,-1 0 0 0 0,0 1-1 0 0,0-1 1 0 0,0 1-1 0 0,-1 0 1 0 0,0 0 0 0 0,0 0-1 0 0,0 0 1 0 0,0 0-1 0 0,-1 0 1 0 0,1 1 0 0 0,-2-1-1 0 0,1 0 1 0 0,0 1-1 0 0,-1-1 1 0 0,0 0 0 0 0,-1 11-1 0 0,0-14 89 0 0,6-8-358 0 0,2-4 244 0 0,12-14-126 0 0,1 0 1 0 0,1 2 0 0 0,42-36 0 0 0,-61 57 140 0 0,-1-1 0 0 0,1 1 0 0 0,-1 0 0 0 0,1 0 0 0 0,0 0 0 0 0,0 0 0 0 0,0 0 0 0 0,0 0 0 0 0,0 1 0 0 0,0-1 0 0 0,0 0 0 0 0,0 1 0 0 0,0 0-1 0 0,0 0 1 0 0,0-1 0 0 0,0 1 0 0 0,0 0 0 0 0,0 0 0 0 0,0 1 0 0 0,0-1 0 0 0,0 0 0 0 0,0 1 0 0 0,3 0 0 0 0,-2 1 34 0 0,0 0 0 0 0,0 0 0 0 0,0 0 0 0 0,-1 0-1 0 0,1 1 1 0 0,-1-1 0 0 0,1 1 0 0 0,-1-1 0 0 0,0 1 0 0 0,0 0-1 0 0,0 0 1 0 0,2 5 0 0 0,1 1-356 0 0,-1 1 0 0 0,0 0-1 0 0,0 0 1 0 0,-1 0 0 0 0,-1 1 0 0 0,0-1-1 0 0,2 18 1 0 0,-5-25-48 0 0,1 1-291 0 0,4 18-7920 0 0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2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1 644 0 0,'0'2'11001'0'0,"-1"11"-11300"0"0,1 4 859 0 0,12 167 1978 0 0,-6-129-1940 0 0,-2-1 1 0 0,-5 75-1 0 0,-15-27-3516 0 0,15-100 2077 0 0,-4 2-930 0 0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3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1 154 880 0 0,'0'0'1580'0'0,"3"-1"-892"0"0,233-63 3585 0 0,22-7-3099 0 0,-200 53 2509 0 0,-61 18-3663 0 0,1 0 1 0 0,-1 1 0 0 0,1-1-1 0 0,0 1 1 0 0,-1-1-1 0 0,1 1 1 0 0,0 0 0 0 0,0-1-1 0 0,-1 1 1 0 0,1 0-1 0 0,0 1 1 0 0,-3 1 0 0 0,1-1 18 0 0,-4 3 59 0 0,-1-1 0 0 0,1 1 1 0 0,0 0-1 0 0,1 1 0 0 0,-13 11 0 0 0,-7 5 167 0 0,26-22-257 0 0,1 0 0 0 0,-1 1 0 0 0,0-1 0 0 0,1 0 1 0 0,-1 0-1 0 0,0 1 0 0 0,1-1 0 0 0,-1 0 0 0 0,1 1 0 0 0,-1-1 0 0 0,1 1 0 0 0,-1-1 0 0 0,1 1 0 0 0,-1-1 0 0 0,1 1 0 0 0,-1-1 0 0 0,1 1 0 0 0,-1-1 0 0 0,1 1 0 0 0,0-1 0 0 0,-1 1 0 0 0,1 0 1 0 0,0-1-1 0 0,0 1 0 0 0,0 0 0 0 0,-1-1 0 0 0,1 1 0 0 0,0 0 0 0 0,0-1 0 0 0,0 1 0 0 0,0 0 0 0 0,0-1 0 0 0,0 1 0 0 0,0 0 0 0 0,0-1 0 0 0,0 1 0 0 0,1 0 0 0 0,-1-1 0 0 0,0 1 0 0 0,0 0 1 0 0,1-1-1 0 0,-1 1 0 0 0,0 0 0 0 0,1-1 0 0 0,-1 1 0 0 0,0-1 0 0 0,1 1 0 0 0,-1-1 0 0 0,1 1 0 0 0,-1-1 0 0 0,1 1 0 0 0,-1-1 0 0 0,1 1 0 0 0,-1-1 0 0 0,1 0 0 0 0,0 1 0 0 0,-1-1 1 0 0,1 0-1 0 0,0 1 0 0 0,3 0 32 0 0,19-10 23 0 0,-2 2-16 0 0,-15 6-26 0 0,0-1-1 0 0,0 0 1 0 0,-1-1-1 0 0,1 1 1 0 0,0-1-1 0 0,-1 0 1 0 0,7-5-1 0 0,-10 7-14 0 0,13-2-139 0 0,49 12-2705 0 0,-19-7-2987 0 0,-26-2 2762 0 0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3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75 558 1036 0 0,'0'0'2979'0'0,"-4"-1"-2030"0"0,-12-3-42 0 0,12 3-63 0 0,-32 16 2245 0 0,35-14-3049 0 0,0 0-1 0 0,0 0 1 0 0,-1 0 0 0 0,1 0-1 0 0,0 0 1 0 0,0 1-1 0 0,0-1 1 0 0,1 0-1 0 0,-1 1 1 0 0,0-1 0 0 0,0 1-1 0 0,1-1 1 0 0,-1 1-1 0 0,1-1 1 0 0,-1 1-1 0 0,1-1 1 0 0,0 1 0 0 0,-1-1-1 0 0,1 1 1 0 0,0-1-1 0 0,0 1 1 0 0,0 0-1 0 0,0-1 1 0 0,1 1 0 0 0,-1-1-1 0 0,0 1 1 0 0,1 0-1 0 0,-1-1 1 0 0,1 1-1 0 0,-1-1 1 0 0,1 0 0 0 0,0 1-1 0 0,-1-1 1 0 0,1 1-1 0 0,0-1 1 0 0,0 0 0 0 0,0 0-1 0 0,0 1 1 0 0,0-1-1 0 0,0 0 1 0 0,1 0-1 0 0,-1 0 1 0 0,0 0 0 0 0,1 0-1 0 0,-1-1 1 0 0,0 1-1 0 0,1 0 1 0 0,-1-1-1 0 0,1 1 1 0 0,-1-1 0 0 0,1 1-1 0 0,-1-1 1 0 0,1 1-1 0 0,0-1 1 0 0,1 0-1 0 0,4 1-58 0 0,0 1 0 0 0,0-2 0 0 0,1 1-1 0 0,-1-1 1 0 0,0 0 0 0 0,0 0 0 0 0,1-1-1 0 0,-1 0 1 0 0,0-1 0 0 0,0 1 0 0 0,0-1-1 0 0,9-4 1 0 0,-5 0 39 0 0,1 1-1 0 0,-1-2 1 0 0,0 0 0 0 0,0 0-1 0 0,-1-1 1 0 0,14-12-1 0 0,-4-1 75 0 0,-1-1 0 0 0,-1 0-1 0 0,-1-1 1 0 0,0-1 0 0 0,18-38-1 0 0,-20 34 79 0 0,-2-1-1 0 0,-1-1 1 0 0,-2 0-1 0 0,0-1 1 0 0,-2 0-1 0 0,-2 0 1 0 0,-1 0-1 0 0,3-61 1 0 0,-8 87 7 0 0,0 0 1 0 0,-1 1-1 0 0,1-1 1 0 0,-1 0-1 0 0,0 0 1 0 0,0 0 0 0 0,-1 0-1 0 0,-3-8 1 0 0,4 11-39 0 0,1 2-130 0 0,-1 0 0 0 0,1-1 0 0 0,0 1-1 0 0,-1 0 1 0 0,1 0 0 0 0,-1-1 0 0 0,1 1 0 0 0,0 0 0 0 0,-1 0 0 0 0,1 0-1 0 0,-1 0 1 0 0,1 0 0 0 0,-1-1 0 0 0,1 1 0 0 0,0 0 0 0 0,-1 0-1 0 0,1 0 1 0 0,-1 0 0 0 0,1 0 0 0 0,-1 0 0 0 0,1 0 0 0 0,-1 1 0 0 0,1-1-1 0 0,0 0 1 0 0,-1 0 0 0 0,1 0 0 0 0,-1 0 0 0 0,1 0 0 0 0,0 1-1 0 0,-1-1 1 0 0,1 0 0 0 0,-1 0 0 0 0,1 1 0 0 0,-10 9 19 0 0,1 0-1 0 0,0 1 1 0 0,1 0 0 0 0,0 0 0 0 0,0 1-1 0 0,2 0 1 0 0,-1 1 0 0 0,2-1 0 0 0,-1 1-1 0 0,2 0 1 0 0,0 1 0 0 0,-4 21 0 0 0,4-13-4 0 0,1 2 1 0 0,0-1-1 0 0,2 0 1 0 0,1 0-1 0 0,1 1 1 0 0,8 44 0 0 0,-7-56-19 0 0,1 1 1 0 0,1-1-1 0 0,0 1 1 0 0,1-1 0 0 0,1 0-1 0 0,-1-1 1 0 0,2 1-1 0 0,12 16 1 0 0,-16-23 5 0 0,1-1-1 0 0,0 0 1 0 0,0 0-1 0 0,0 0 1 0 0,0 0-1 0 0,1-1 1 0 0,-1 1-1 0 0,1-1 1 0 0,0-1-1 0 0,0 1 1 0 0,0-1 0 0 0,0 1-1 0 0,1-1 1 0 0,-1-1-1 0 0,0 1 1 0 0,1-1-1 0 0,0 0 1 0 0,-1 0-1 0 0,1-1 1 0 0,-1 1-1 0 0,10-2 1 0 0,-12 1 67 0 0,3-1 1004 0 0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3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32 0 0,'0'0'1060'0'0,"11"-16"-476"0"0,-1 10-448 0 0,-4 3-136 0 0,10-3-936 0 0</inkml:trace>
  <inkml:trace contextRef="#ctx0" brushRef="#br0" timeOffset="1">197 0 796 0 0,'0'0'3001'0'0,"-4"5"-2004"0"0,-20 17 688 0 0,13-13-403 0 0,1 0 1 0 0,0 1-1 0 0,0 0 1 0 0,-11 17-1 0 0,21-26-1223 0 0,-1 0 0 0 0,1 1 0 0 0,-1-1 0 0 0,1 1 0 0 0,-1-1 0 0 0,1 1 0 0 0,0 0 0 0 0,0-1 0 0 0,0 1 0 0 0,0-1 0 0 0,0 1-1 0 0,0-1 1 0 0,1 1 0 0 0,-1-1 0 0 0,0 1 0 0 0,1-1 0 0 0,-1 1 0 0 0,1-1 0 0 0,-1 1 0 0 0,1-1 0 0 0,0 0 0 0 0,0 1 0 0 0,0-1 0 0 0,0 0 0 0 0,0 0 0 0 0,0 1 0 0 0,0-1 0 0 0,0 0 0 0 0,0 0-1 0 0,0 0 1 0 0,0 0 0 0 0,1-1 0 0 0,-1 1 0 0 0,0 0 0 0 0,1 0 0 0 0,-1-1 0 0 0,1 1 0 0 0,1 0 0 0 0,5 2 3 0 0,0 1 0 0 0,0-1 0 0 0,1-1 0 0 0,-1 0 0 0 0,10 2 0 0 0,6-2-420 0 0,1-1 1 0 0,0-1-1 0 0,0-1 0 0 0,33-5 0 0 0,-31 1-3501 0 0,47-14-1 0 0,-50 9 454 0 0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4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20 1344 0 0,'0'0'4213'0'0,"-14"0"363"0"0,60-14-5384 0 0,-31 12-748 0 0,1 0-1685 0 0,3 1 749 0 0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6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157 265 1000 0 0,'0'0'89'0'0,"0"1"0"0"0,0-1 0 0 0,0 0 0 0 0,0 0 0 0 0,0 1 0 0 0,0-1 0 0 0,0 0 0 0 0,0 0-1 0 0,0 0 1 0 0,0 1 0 0 0,0-1 0 0 0,0 0 0 0 0,0 0 0 0 0,0 0 0 0 0,1 1 0 0 0,-1-1 0 0 0,0 0 0 0 0,0 0 0 0 0,0 0 0 0 0,0 0 0 0 0,0 1 0 0 0,1-1-1 0 0,-1 0 1 0 0,0 0 0 0 0,0 0 0 0 0,0 0 0 0 0,0 0 0 0 0,1 0 0 0 0,-1 1 0 0 0,0-1 0 0 0,0 0 0 0 0,0 0 0 0 0,1 0 0 0 0,-1 0 0 0 0,0 0-1 0 0,0 0 1 0 0,0 0 0 0 0,1 0 0 0 0,-1 0 0 0 0,0 0 0 0 0,0 0 0 0 0,1 0 0 0 0,-1 0 0 0 0,0 0 0 0 0,0 0 0 0 0,0 0 0 0 0,1 0 0 0 0,-1-1 0 0 0,0 1-1 0 0,0 0 1 0 0,0 0 0 0 0,1 0 0 0 0,-1 0 0 0 0,0 0 0 0 0,0 0 0 0 0,0 0 0 0 0,0-1 0 0 0,1 1 0 0 0,-1 0 0 0 0,0 0 0 0 0,0 0 0 0 0,0 0 0 0 0,0-1-1 0 0,0 1 1 0 0,0 0 0 0 0,0 0 0 0 0,0 0 0 0 0,1-1 0 0 0,-3 31 1544 0 0,-11 37-1115 0 0,4-32-154 0 0,-83 427 2597 0 0,58-310-1404 0 0,34-151-565 0 0,-2-7-774 0 0,-3-18-136 0 0,1 0 0 0 0,1 0 0 0 0,1-1 1 0 0,2 1-1 0 0,2-36 0 0 0,23-127-113 0 0,-15 130-32 0 0,3 1-1 0 0,3 0 0 0 0,27-65 0 0 0,-28 86 29 0 0,2 0 1 0 0,1 1 0 0 0,2 1-1 0 0,1 0 1 0 0,42-47-1 0 0,-49 65 13 0 0,1 0 0 0 0,0 1 0 0 0,22-15 0 0 0,-33 26 12 0 0,-1 0 0 0 0,1 0 0 0 0,0 1 0 0 0,0-1-1 0 0,0 1 1 0 0,0 0 0 0 0,0 0 0 0 0,0 1-1 0 0,1-1 1 0 0,-1 1 0 0 0,1 0 0 0 0,-1 0 0 0 0,1 1-1 0 0,-1-1 1 0 0,1 1 0 0 0,-1 0 0 0 0,1 0-1 0 0,0 1 1 0 0,-1-1 0 0 0,9 3 0 0 0,-9-1 5 0 0,-1 0 0 0 0,-1 0 0 0 0,1 1 0 0 0,0-1 0 0 0,-1 1 1 0 0,1-1-1 0 0,-1 1 0 0 0,0 0 0 0 0,0 0 0 0 0,0 0 0 0 0,0 0 1 0 0,0 0-1 0 0,0 0 0 0 0,-1 1 0 0 0,0-1 0 0 0,0 1 0 0 0,0-1 0 0 0,0 1 1 0 0,0-1-1 0 0,-1 1 0 0 0,0-1 0 0 0,1 1 0 0 0,-2 5 0 0 0,1 3 3 0 0,0-1 1 0 0,-1 1-1 0 0,-1 0 0 0 0,0-1 0 0 0,0 0 0 0 0,-5 13 0 0 0,0-8 2 0 0,-1-1-1 0 0,0 0 0 0 0,-1 0 1 0 0,0-1-1 0 0,-1-1 0 0 0,-1 1 0 0 0,0-2 1 0 0,-18 17-1 0 0,10-12-1281 0 0,-1-1-1 0 0,0 0 1 0 0,-1-2 0 0 0,-43 23-1 0 0,45-28-1944 0 0,2-3 245 0 0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1 326 212 0 0,'5'-2'280'0'0,"1"0"-1"0"0,-1 0 1 0 0,1 1-1 0 0,-1 0 1 0 0,1 0-1 0 0,0 0 1 0 0,-1 0 0 0 0,1 1-1 0 0,0 0 1 0 0,0 0-1 0 0,0 1 1 0 0,-1 0 0 0 0,1 0-1 0 0,0 0 1 0 0,-1 0-1 0 0,1 1 1 0 0,-1 0-1 0 0,1 0 1 0 0,-1 1 0 0 0,10 6-1 0 0,-10-5-176 0 0,-1 0 1 0 0,1 0-1 0 0,-1 1 0 0 0,0 0 1 0 0,0 0-1 0 0,0 0 0 0 0,-1 0 1 0 0,0 0-1 0 0,0 1 0 0 0,0 0 1 0 0,-1-1-1 0 0,0 1 0 0 0,0 0 1 0 0,0 0-1 0 0,-1 0 0 0 0,0 1 0 0 0,0-1 1 0 0,0 0-1 0 0,-1 7 0 0 0,0-5-4 0 0,0-1 0 0 0,-1 1 0 0 0,0-1 1 0 0,-1 0-1 0 0,1 1 0 0 0,-1-1 0 0 0,-1 0 0 0 0,1 0 0 0 0,-1 0 0 0 0,-1 0 0 0 0,1-1 0 0 0,-1 1 0 0 0,0-1 0 0 0,0 0 0 0 0,-1 0 0 0 0,-8 8 0 0 0,12-13-74 0 0,1 0 0 0 0,-1 0 0 0 0,0 0 0 0 0,0-1 0 0 0,0 1 0 0 0,0 0 0 0 0,0-1 0 0 0,0 1 1 0 0,0-1-1 0 0,0 1 0 0 0,0-1 0 0 0,0 1 0 0 0,0-1 0 0 0,0 0 0 0 0,0 1 0 0 0,0-1 0 0 0,-1 0 0 0 0,1 0 0 0 0,-2 0 0 0 0,2 0-18 0 0,1-1-1 0 0,-1 1 0 0 0,1 0 0 0 0,0-1 1 0 0,-1 1-1 0 0,1-1 0 0 0,-1 1 1 0 0,1-1-1 0 0,0 1 0 0 0,-1-1 0 0 0,1 0 1 0 0,0 1-1 0 0,0-1 0 0 0,0 1 1 0 0,-1-1-1 0 0,1 0 0 0 0,0 1 0 0 0,0-1 1 0 0,0 1-1 0 0,0-1 0 0 0,0 0 1 0 0,0 1-1 0 0,0-1 0 0 0,0 0 0 0 0,0 0 1 0 0,1-4-25 0 0,0 1 1 0 0,-1-1-1 0 0,2 0 1 0 0,-1 0 0 0 0,0 1-1 0 0,1-1 1 0 0,0 1-1 0 0,3-6 1 0 0,-4 9 11 0 0,9-16-75 0 0,1 0-1 0 0,1 1 1 0 0,1 0 0 0 0,0 1 0 0 0,1 0-1 0 0,22-17 1 0 0,-31 28 36 0 0,-2 3 39 0 0,14-3-56 0 0,-13 5 58 0 0,0 1-1 0 0,0-1 1 0 0,0 1-1 0 0,0 0 1 0 0,0 0 0 0 0,0 0-1 0 0,-1 1 1 0 0,1-1 0 0 0,-1 1-1 0 0,1 0 1 0 0,-1 0-1 0 0,5 6 1 0 0,2 0 3 0 0,-1-2 9 0 0,1 0 1 0 0,0-1-1 0 0,0-1 0 0 0,0 1 1 0 0,1-1-1 0 0,0-1 0 0 0,15 4 1 0 0,-20-6 17 0 0,0-1 1 0 0,0 1-1 0 0,0-1 1 0 0,0-1-1 0 0,0 1 1 0 0,0-1-1 0 0,0 0 1 0 0,0-1 0 0 0,0 1-1 0 0,0-1 1 0 0,0 0-1 0 0,0-1 1 0 0,0 1-1 0 0,0-1 1 0 0,-1 0-1 0 0,6-4 1 0 0,-8 5-14 0 0,0-1 1 0 0,-1 0 0 0 0,1 0-1 0 0,-1 0 1 0 0,1 0-1 0 0,-1 0 1 0 0,0-1-1 0 0,0 1 1 0 0,0-1-1 0 0,0 1 1 0 0,-1-1-1 0 0,1 0 1 0 0,-1 1-1 0 0,0-1 1 0 0,1 0 0 0 0,-1 0-1 0 0,0 0 1 0 0,-1 0-1 0 0,1 0 1 0 0,0-1-1 0 0,-1 1 1 0 0,0 0-1 0 0,0 0 1 0 0,0 0-1 0 0,0 0 1 0 0,0 0 0 0 0,-1-1-1 0 0,1 1 1 0 0,-1 0-1 0 0,0 0 1 0 0,-2-4-1 0 0,2 3 0 0 0,-1 0 0 0 0,0 0 0 0 0,0 0 0 0 0,0 0 0 0 0,0 1-1 0 0,0-1 1 0 0,-1 1 0 0 0,0 0 0 0 0,0 0 0 0 0,0 0 0 0 0,0 0 0 0 0,0 0 0 0 0,0 0-1 0 0,-1 1 1 0 0,0 0 0 0 0,1-1 0 0 0,-1 1 0 0 0,0 1 0 0 0,0-1 0 0 0,0 1 0 0 0,0-1-1 0 0,-5 0 1 0 0,6 2-4 0 0,2 0-5 0 0,0 0-5 0 0,0 0-1 0 0,1 0 1 0 0,-1 0 0 0 0,0 0-1 0 0,1 0 1 0 0,-1 1-1 0 0,0-1 1 0 0,1 0 0 0 0,-1 0-1 0 0,1 0 1 0 0,-1 1-1 0 0,0-1 1 0 0,1 0-1 0 0,-1 1 1 0 0,1-1 0 0 0,-1 0-1 0 0,1 1 1 0 0,-1-1-1 0 0,1 1 1 0 0,-1-1-1 0 0,1 1 1 0 0,-1-1 0 0 0,1 1-1 0 0,-1-1 1 0 0,1 1-1 0 0,0 0 1 0 0,-1-1 0 0 0,1 1-1 0 0,0-1 1 0 0,0 1-1 0 0,0 0 1 0 0,-1-1-1 0 0,1 2 1 0 0,3 1-31 0 0,1 0-1 0 0,-1-1 1 0 0,1 0-1 0 0,0 1 1 0 0,0-1-1 0 0,-1-1 1 0 0,1 1-1 0 0,0 0 1 0 0,1-1-1 0 0,-1 0 1 0 0,0 0 0 0 0,0 0-1 0 0,0-1 1 0 0,1 1-1 0 0,-1-1 1 0 0,0 0-1 0 0,1 0 1 0 0,-1-1-1 0 0,0 1 1 0 0,8-3-1 0 0,9 0-224 0 0,0-1 0 0 0,39-15 0 0 0,-49 15 191 0 0,0 0 0 0 0,0-1 1 0 0,-1-1-1 0 0,0 0 0 0 0,0 0 1 0 0,-1-1-1 0 0,1 0 0 0 0,-2-1 1 0 0,1 0-1 0 0,-1 0 0 0 0,0-1 1 0 0,0 0-1 0 0,9-16 0 0 0,-12 16 170 0 0,-1 1 0 0 0,0 0 0 0 0,-1-1 0 0 0,0 0-1 0 0,0 0 1 0 0,-1 0 0 0 0,0 0 0 0 0,-1 0 0 0 0,0 0-1 0 0,0 0 1 0 0,-1 0 0 0 0,0-1 0 0 0,0 1 0 0 0,-1 0 0 0 0,-1 0-1 0 0,0 0 1 0 0,0 0 0 0 0,-4-12 0 0 0,5 18 78 0 0,0 1 0 0 0,1-1 0 0 0,-1 1 0 0 0,0-1 0 0 0,-1 1 0 0 0,1 0 0 0 0,0-1 0 0 0,-1 1 0 0 0,1 0 0 0 0,-4-3 0 0 0,-6 33-73 0 0,2 1 1 0 0,0 1-1 0 0,2-1 0 0 0,-4 36 0 0 0,-9 132 195 0 0,17-157-227 0 0,-16 315 452 0 0,10-135-257 0 0,-6-71 804 0 0,15-146-780 0 0,-1-2 94 0 0,0-1-380 0 0,1 1-1 0 0,0-1 1 0 0,0 0 0 0 0,0 0-1 0 0,0 0 1 0 0,0 0-1 0 0,0 0 1 0 0,0 1 0 0 0,0-1-1 0 0,0 0 1 0 0,0 0-1 0 0,-1 0 1 0 0,1 0 0 0 0,0 0-1 0 0,0 0 1 0 0,0 0-1 0 0,0 1 1 0 0,0-1 0 0 0,-1 0-1 0 0,1 0 1 0 0,0 0-1 0 0,0 0 1 0 0,0 0 0 0 0,0 0-1 0 0,-1 0 1 0 0,1 0-1 0 0,0 0 1 0 0,0 0 0 0 0,0 0-1 0 0,0 0 1 0 0,-1 0-1 0 0,1 0 1 0 0,0 0 0 0 0,0 0-1 0 0,0 0 1 0 0,0 0-1 0 0,-1 0 1 0 0,1 0 0 0 0,0 0-1 0 0,0 0 1 0 0,0 0-1 0 0,0-1 1 0 0,0 1 0 0 0,-1 0-1 0 0,1 0 1 0 0,0 0-1 0 0,0 0 1 0 0,0 0 0 0 0,0 0-1 0 0,0 0 1 0 0,0-1-1 0 0,0 1 1 0 0,-1 0 0 0 0,1 0-1 0 0,0 0 1 0 0,0 0-1 0 0,0 0 1 0 0,0-1 0 0 0,-6-8 49 0 0,1 0 1 0 0,0 0-1 0 0,0-1 1 0 0,1 0-1 0 0,0 0 1 0 0,0 0-1 0 0,2 0 1 0 0,-1 0-1 0 0,1-1 1 0 0,0 1-1 0 0,1-1 1 0 0,1-20-1 0 0,0-8-90 0 0,3-1-1 0 0,8-47 0 0 0,-5 49-77 0 0,2 1-1 0 0,2 0 1 0 0,1 1-1 0 0,17-35 0 0 0,-21 55 55 0 0,1 0 0 0 0,0 1 0 0 0,1 0 0 0 0,0 1 0 0 0,2 0 0 0 0,-1 1 0 0 0,2 0 0 0 0,0 0 0 0 0,0 1 0 0 0,1 1 0 0 0,18-12 0 0 0,-25 19 25 0 0,1 0 1 0 0,-1 1-1 0 0,1 0 0 0 0,0 0 1 0 0,0 0-1 0 0,0 1 0 0 0,1 0 0 0 0,-1 1 1 0 0,13-2-1 0 0,-17 3 18 0 0,-1 0 1 0 0,1 0-1 0 0,0 0 0 0 0,-1 0 0 0 0,1 1 1 0 0,-1-1-1 0 0,1 1 0 0 0,0-1 0 0 0,-1 1 1 0 0,1 0-1 0 0,-1 0 0 0 0,1 0 1 0 0,-1 0-1 0 0,0 1 0 0 0,0-1 0 0 0,1 1 1 0 0,-1-1-1 0 0,0 1 0 0 0,0 0 1 0 0,0 0-1 0 0,-1 0 0 0 0,1 0 0 0 0,0 0 1 0 0,-1 0-1 0 0,1 0 0 0 0,-1 0 1 0 0,0 1-1 0 0,0-1 0 0 0,1 3 0 0 0,-2-3 7 0 0,1-1-1 0 0,-1 1 0 0 0,0-1 0 0 0,0 1 1 0 0,0-1-1 0 0,-1 0 0 0 0,1 1 1 0 0,0-1-1 0 0,-1 1 0 0 0,1-1 0 0 0,0 1 1 0 0,-1-1-1 0 0,0 0 0 0 0,1 1 0 0 0,-1-1 1 0 0,0 0-1 0 0,0 0 0 0 0,0 1 1 0 0,1-1-1 0 0,-1 0 0 0 0,0 0 0 0 0,-3 2 1 0 0,-27 22-629 0 0,25-20 249 0 0,-19 9-1464 0 0,9-9-4837 0 0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8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0 561 228 0 0,'0'0'1722'0'0,"14"-2"2713"0"0,-8-4-3982 0 0,0 1 0 0 0,0-2 1 0 0,0 1-1 0 0,-1 0 0 0 0,0-1 1 0 0,-1 0-1 0 0,0 0 0 0 0,0-1 0 0 0,0 1 1 0 0,-1-1-1 0 0,0 0 0 0 0,2-8 1 0 0,0 5 368 0 0,-2 5-424 0 0,-5 6 371 0 0,-2 4-734 0 0,0 1 1 0 0,0 0-1 0 0,0 0 0 0 0,0 0 1 0 0,1 0-1 0 0,0 0 1 0 0,0 1-1 0 0,1-1 1 0 0,-4 10-1 0 0,5-12-22 0 0,0 0 0 0 0,0 0-1 0 0,1 1 1 0 0,-1-1 0 0 0,1 0-1 0 0,-1 1 1 0 0,1-1 0 0 0,0 1-1 0 0,0-1 1 0 0,1 0 0 0 0,-1 1-1 0 0,1-1 1 0 0,-1 0 0 0 0,1 1-1 0 0,0-1 1 0 0,0 0 0 0 0,1 0-1 0 0,-1 0 1 0 0,1 0 0 0 0,1 3-1 0 0,0-3 2 0 0,-1-3-23 0 0,1 1 0 0 0,0 0-1 0 0,-1 0 1 0 0,1-1 0 0 0,0 1-1 0 0,0-1 1 0 0,-1 0 0 0 0,1 0 0 0 0,0 0-1 0 0,0 0 1 0 0,-1-1 0 0 0,1 1-1 0 0,0-1 1 0 0,-1 1 0 0 0,1-1-1 0 0,0 0 1 0 0,-1 0 0 0 0,1 0-1 0 0,2-2 1 0 0,-1 1-9 0 0,20-10-288 0 0,-1-1 0 0 0,29-20 0 0 0,33-19-724 0 0,-82 51 995 0 0,-1 0 0 0 0,1 1-1 0 0,0-1 1 0 0,-1 1 0 0 0,1-1 0 0 0,0 1-1 0 0,-1 0 1 0 0,1 0 0 0 0,0 0 0 0 0,0 1-1 0 0,-1-1 1 0 0,1 0 0 0 0,0 1-1 0 0,-1 0 1 0 0,1 0 0 0 0,0 0 0 0 0,2 1-1 0 0,49 29-171 0 0,-15-9 51 0 0,-24-15 77 0 0,1-2 0 0 0,0 0 0 0 0,0-1 0 0 0,0-1 0 0 0,0 0 0 0 0,0-1 1 0 0,1-1-1 0 0,-1 0 0 0 0,1-1 0 0 0,-1-1 0 0 0,1-1 0 0 0,-1 0 0 0 0,0-1 0 0 0,0-1 0 0 0,20-7 0 0 0,-23 6 83 0 0,-1 0 0 0 0,0-1 0 0 0,-1 0 0 0 0,1-1 0 0 0,-1 0 0 0 0,-1-1 0 0 0,1 0 0 0 0,-1-1 1 0 0,-1 0-1 0 0,1 0 0 0 0,-2-1 0 0 0,1 0 0 0 0,-1-1 0 0 0,-1 0 0 0 0,0 0 0 0 0,0 0 0 0 0,-1-1 0 0 0,-1 0 0 0 0,6-17 0 0 0,-5 3 178 0 0,0 0 1 0 0,-1 0-1 0 0,-2 0 0 0 0,-1 0 0 0 0,-1 0 1 0 0,-1-1-1 0 0,-1 1 0 0 0,-1 0 1 0 0,-8-35-1 0 0,10 59-119 0 0,0 0 0 0 0,0 1 0 0 0,-1-1 0 0 0,1 1 0 0 0,0-1 0 0 0,-1 0 0 0 0,1 1 0 0 0,-1-1 0 0 0,0 1 0 0 0,1 0 0 0 0,-1-1 0 0 0,0 1 0 0 0,0-1 0 0 0,0 1 0 0 0,0 0 1 0 0,0 0-1 0 0,0 0 0 0 0,0-1 0 0 0,0 1 0 0 0,-1 0 0 0 0,1 0 0 0 0,-3-1 0 0 0,3 2-36 0 0,0 0 0 0 0,-1 0 0 0 0,1 0 0 0 0,0 0 0 0 0,-1 1 0 0 0,1-1-1 0 0,0 0 1 0 0,-1 1 0 0 0,1-1 0 0 0,0 1 0 0 0,-1-1 0 0 0,1 1 0 0 0,0 0 0 0 0,0-1 0 0 0,0 1 0 0 0,0 0 0 0 0,-1 0 0 0 0,1 0 0 0 0,0 0 0 0 0,-1 1 0 0 0,-4 5 27 0 0,-1 1 0 0 0,1 0 0 0 0,0 0-1 0 0,1 1 1 0 0,-8 15 0 0 0,7-7-10 0 0,0 1-1 0 0,1 0 0 0 0,1 0 1 0 0,1 0-1 0 0,1 1 0 0 0,0 0 0 0 0,1-1 1 0 0,1 1-1 0 0,1-1 0 0 0,0 1 1 0 0,2 0-1 0 0,5 20 0 0 0,-5-25-17 0 0,0 1-1 0 0,2-1 0 0 0,0 0 1 0 0,0 0-1 0 0,2 0 1 0 0,-1-1-1 0 0,2 0 0 0 0,0-1 1 0 0,0 1-1 0 0,1-1 1 0 0,1-1-1 0 0,0 0 1 0 0,0 0-1 0 0,1-1 0 0 0,19 14 1 0 0,-28-22-54 0 0,0-1 0 0 0,0 0-1 0 0,-1 0 1 0 0,1 0 0 0 0,0 0 0 0 0,0 0 0 0 0,0 0 0 0 0,0-1 0 0 0,0 1 0 0 0,1-1 0 0 0,-1 1-1 0 0,0-1 1 0 0,0 0 0 0 0,0 1 0 0 0,0-1 0 0 0,0 0 0 0 0,1-1 0 0 0,-1 1 0 0 0,0 0 0 0 0,0-1-1 0 0,0 1 1 0 0,0-1 0 0 0,0 0 0 0 0,0 1 0 0 0,0-1 0 0 0,0 0 0 0 0,0 0 0 0 0,0 0 0 0 0,0-1-1 0 0,-1 1 1 0 0,1 0 0 0 0,0-1 0 0 0,-1 1 0 0 0,1-1 0 0 0,-1 1 0 0 0,0-1 0 0 0,1 0 0 0 0,-1 0-1 0 0,0 0 1 0 0,0 1 0 0 0,0-1 0 0 0,1-3 0 0 0,-2 3-878 0 0,2-10-1725 0 0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8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41 320 0 0,'0'0'1309'0'0,"-13"-39"8003"0"0,12 37-9026 0 0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8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37 128 0 0,'0'0'5043'0'0,"17"-37"2186"0"0,-21 41-7100 0 0,0 1-72 0 0,1 0-1 0 0,-1-1 1 0 0,1 1-1 0 0,0 0 1 0 0,0 1-1 0 0,0-1 1 0 0,1 0-1 0 0,0 1 1 0 0,-2 7 0 0 0,4-11-42 0 0,-1-1 0 0 0,1 1 0 0 0,0-1 1 0 0,0 1-1 0 0,0-1 0 0 0,0 1 1 0 0,0-1-1 0 0,0 1 0 0 0,0-1 0 0 0,0 1 1 0 0,0-1-1 0 0,1 1 0 0 0,-1-1 1 0 0,1 1-1 0 0,-1-1 0 0 0,1 0 0 0 0,0 1 1 0 0,1 1-1 0 0,-1-2-22 0 0,0 0-1 0 0,1 0 1 0 0,-1 0-1 0 0,1 0 0 0 0,-1 0 1 0 0,1 0-1 0 0,0-1 1 0 0,-1 1-1 0 0,1 0 1 0 0,0-1-1 0 0,-1 0 1 0 0,1 1-1 0 0,0-1 1 0 0,0 0-1 0 0,-1 0 1 0 0,1 0-1 0 0,0 0 1 0 0,0 0-1 0 0,-1 0 1 0 0,4-1-1 0 0,10-2-138 0 0,0 0 0 0 0,-1-1 0 0 0,1-1 0 0 0,-1 0 0 0 0,0-1 0 0 0,17-10 0 0 0,-19 9 101 0 0,0 1 0 0 0,1 0-1 0 0,0 1 1 0 0,1 0-1 0 0,-1 1 1 0 0,1 1-1 0 0,22-3 1 0 0,-25 5 82 0 0,38 1 201 0 0,-47 0-226 0 0,0 0 0 0 0,0 1 0 0 0,0-1 0 0 0,0 1-1 0 0,0-1 1 0 0,-1 1 0 0 0,1 0 0 0 0,0-1 0 0 0,0 1-1 0 0,-1 0 1 0 0,1 0 0 0 0,0 0 0 0 0,-1 1 0 0 0,1-1-1 0 0,-1 0 1 0 0,1 1 0 0 0,-1-1 0 0 0,0 1 0 0 0,0-1-1 0 0,2 3 1 0 0,-3-2-16 0 0,1 0-1 0 0,-1 0 1 0 0,0-1 0 0 0,0 1-1 0 0,0 0 1 0 0,0 0-1 0 0,0 0 1 0 0,-1 0 0 0 0,1 0-1 0 0,0 0 1 0 0,-1-1-1 0 0,0 1 1 0 0,1 0 0 0 0,-1 0-1 0 0,0-1 1 0 0,0 1-1 0 0,0-1 1 0 0,0 1 0 0 0,0 0-1 0 0,0-1 1 0 0,0 0 0 0 0,-1 1-1 0 0,1-1 1 0 0,0 0-1 0 0,-1 0 1 0 0,-1 2 0 0 0,-40 29-2322 0 0,42-31 2105 0 0,-2 1-302 0 0,-1 0-94 0 0,-4 1-3048 0 0,-14 4 910 0 0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9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1136 0 0,'0'0'1260'0'0,"9"-14"-228"0"0,2 5-128 0 0,-2 3-92 0 0,8-4-63 0 0,1 5-133 0 0,5 0-220 0 0,4 2-276 0 0,4 0-352 0 0,10-1-324 0 0,4 4-489 0 0,1 2-1123 0 0,3-2 504 0 0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29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166 229 736 0 0,'0'0'1284'0'0,"-14"-34"7326"0"0,13 33-8500 0 0,1 0 1 0 0,-1 1 0 0 0,0-1-1 0 0,1 1 1 0 0,-1-1-1 0 0,0 1 1 0 0,1-1 0 0 0,-1 1-1 0 0,0 0 1 0 0,1-1 0 0 0,-1 1-1 0 0,0 0 1 0 0,0 0 0 0 0,0-1-1 0 0,1 1 1 0 0,-1 0-1 0 0,0 0 1 0 0,0 0 0 0 0,0 0-1 0 0,1 0 1 0 0,-1 0 0 0 0,0 0-1 0 0,0 0 1 0 0,0 0 0 0 0,1 1-1 0 0,-1-1 1 0 0,0 0-1 0 0,0 0 1 0 0,-1 1 0 0 0,-28 20 1213 0 0,23-15-1156 0 0,1 0 1 0 0,1 0 0 0 0,-1 1-1 0 0,1 0 1 0 0,0 0 0 0 0,-6 12 0 0 0,10-16-58 0 0,-1 1-35 0 0,0 0 1 0 0,1 0 0 0 0,0 1 0 0 0,0-1 0 0 0,0 0 0 0 0,0 1 0 0 0,1-1-1 0 0,0 6 1 0 0,0-9-66 0 0,0 0-1 0 0,0 0 0 0 0,0 0 1 0 0,1 0-1 0 0,-1 0 0 0 0,0 0 0 0 0,1 0 1 0 0,-1 0-1 0 0,0 0 0 0 0,1 0 1 0 0,0 0-1 0 0,-1-1 0 0 0,1 1 0 0 0,-1 0 1 0 0,1 0-1 0 0,0-1 0 0 0,0 1 1 0 0,-1 0-1 0 0,1-1 0 0 0,1 2 0 0 0,1-1-4 0 0,-1-1-1 0 0,0 1 0 0 0,1 0 0 0 0,-1-1 0 0 0,0 1 0 0 0,1-1 0 0 0,-1 0 0 0 0,1 0 1 0 0,-1 0-1 0 0,1 0 0 0 0,-1-1 0 0 0,0 1 0 0 0,4-1 0 0 0,9-3-32 0 0,0 0 0 0 0,-1-2 0 0 0,1 1 1 0 0,-1-2-1 0 0,26-15 0 0 0,68-52-450 0 0,-86 58 383 0 0,24-16-70 0 0,-25 19 113 0 0,-1-1 0 0 0,0-1 1 0 0,-1-1-1 0 0,-1-1 0 0 0,29-32 0 0 0,-37 23 692 0 0,-10 26-629 0 0,1-1 1 0 0,-1 1 0 0 0,0-1 0 0 0,0 1-1 0 0,0-1 1 0 0,0 0 0 0 0,0 1-1 0 0,0-1 1 0 0,0 1 0 0 0,0-1 0 0 0,0 1-1 0 0,-1-1 1 0 0,1 1 0 0 0,0-1-1 0 0,0 1 1 0 0,0-1 0 0 0,-1 1 0 0 0,1-1-1 0 0,0 1 1 0 0,0-1 0 0 0,-1 1-1 0 0,1-1 1 0 0,0 1 0 0 0,-1 0-1 0 0,1-1 1 0 0,-1 1 0 0 0,1-1 0 0 0,-1 1-1 0 0,1 0 1 0 0,0 0 0 0 0,-1-1-1 0 0,1 1 1 0 0,-1 0 0 0 0,1 0 0 0 0,-1-1-1 0 0,0 1 1 0 0,1 0 0 0 0,-1 0-1 0 0,1 0 1 0 0,-1 0 0 0 0,1 0 0 0 0,-1 0-1 0 0,0 0 1 0 0,-3 5 38 0 0,-8 11-23 0 0,1 0 0 0 0,0 1 0 0 0,1 0 0 0 0,1 1 0 0 0,1 0-1 0 0,-10 31 1 0 0,-29 129 26 0 0,31-110-31 0 0,-114 376 24 0 0,115-400-124 0 0,-21 41 0 0 0,29-69 69 0 0,-1-1-1 0 0,-1-1 0 0 0,-1 0 0 0 0,0 0 0 0 0,-22 24 0 0 0,30-36 39 0 0,-1 1-1 0 0,0-1 1 0 0,1 0 0 0 0,-1 0 0 0 0,0 0 0 0 0,0 0 0 0 0,0 0 0 0 0,0-1 0 0 0,0 1 0 0 0,0-1-1 0 0,0 0 1 0 0,-1 0 0 0 0,1 0 0 0 0,-1 0 0 0 0,-4 0 0 0 0,6-1 14 0 0,0 0 1 0 0,0 0-1 0 0,-1-1 1 0 0,1 1-1 0 0,0-1 0 0 0,0 1 1 0 0,0-1-1 0 0,-1 0 1 0 0,1 0-1 0 0,0 0 0 0 0,0 0 1 0 0,0 0-1 0 0,1-1 1 0 0,-1 1-1 0 0,0 0 0 0 0,0-1 1 0 0,1 0-1 0 0,-3-1 1 0 0,1-1-11 0 0,0-1 0 0 0,0 0 1 0 0,1 0-1 0 0,-1 1 0 0 0,1-1 1 0 0,0-1-1 0 0,0 1 0 0 0,0 0 1 0 0,1 0-1 0 0,0-1 1 0 0,0 1-1 0 0,1-1 0 0 0,-1 1 1 0 0,1-1-1 0 0,0 1 0 0 0,0-1 1 0 0,1 1-1 0 0,1-6 0 0 0,2-7-284 0 0,2 1 0 0 0,-1 0 0 0 0,2 1 0 0 0,0-1 0 0 0,2 1 0 0 0,12-19 0 0 0,70-86-7737 0 0,-80 107 6141 0 0,32-39-2707 0 0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30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40 100 0 0,'0'-2'339'0'0,"0"1"0"0"0,0-1 0 0 0,0 0 0 0 0,-1 1 0 0 0,1-1 0 0 0,0 1 0 0 0,-1-1 0 0 0,1 0 0 0 0,-1 1-1 0 0,1-1 1 0 0,-1 1 0 0 0,0-1 0 0 0,0 1 0 0 0,0 0 0 0 0,0-1 0 0 0,0 1 0 0 0,0 0 0 0 0,0 0 0 0 0,0-1 0 0 0,0 1 0 0 0,0 0 0 0 0,-1 0 0 0 0,1 0 0 0 0,0 0 0 0 0,-1 1 0 0 0,1-1 0 0 0,-1 0 0 0 0,1 1-1 0 0,-1-1 1 0 0,1 1 0 0 0,-3-1 0 0 0,0 2-112 0 0,-1 0 0 0 0,1 0 0 0 0,0 0 0 0 0,0 1 0 0 0,0 0 0 0 0,0 0 0 0 0,0 0 0 0 0,1 0 1 0 0,-1 1-1 0 0,1 0 0 0 0,-6 5 0 0 0,1-2-45 0 0,-12 10 432 0 0,0 2-1 0 0,-23 25 0 0 0,38-38-489 0 0,1 1 1 0 0,0-1-1 0 0,0 1 0 0 0,0 0 0 0 0,1 0 0 0 0,0 0 1 0 0,0 0-1 0 0,0 1 0 0 0,1-1 0 0 0,0 1 0 0 0,0 0 1 0 0,1-1-1 0 0,0 1 0 0 0,0 8 0 0 0,1-14-115 0 0,0-1 0 0 0,1 1 0 0 0,-1 0 0 0 0,1-1 0 0 0,-1 1 0 0 0,1 0-1 0 0,-1-1 1 0 0,1 1 0 0 0,-1-1 0 0 0,1 1 0 0 0,0-1 0 0 0,-1 1 0 0 0,1-1-1 0 0,0 1 1 0 0,-1-1 0 0 0,1 0 0 0 0,0 1 0 0 0,0-1 0 0 0,0 0 0 0 0,-1 0 0 0 0,1 0-1 0 0,0 1 1 0 0,0-1 0 0 0,0 0 0 0 0,-1 0 0 0 0,1 0 0 0 0,0 0 0 0 0,1-1 0 0 0,23 1 72 0 0,4-6-218 0 0,-1-2 0 0 0,0-1 0 0 0,-1-1 0 0 0,30-15 0 0 0,19-8-729 0 0,-73 33 833 0 0,0 0 0 0 0,0-1 0 0 0,0 1 0 0 0,0 0 0 0 0,0 1 0 0 0,0-1 0 0 0,0 0 0 0 0,0 1 0 0 0,0 0 0 0 0,0-1 0 0 0,0 1 0 0 0,0 1 0 0 0,0-1 0 0 0,0 0 0 0 0,0 1 0 0 0,-1-1 0 0 0,1 1 0 0 0,3 2 0 0 0,19 9-163 0 0,-20-11 192 0 0,19 6-141 0 0,0-1 1 0 0,1-1 0 0 0,45 4-1 0 0,-64-9 258 0 0,0-1 0 0 0,-1 0 0 0 0,1 0 0 0 0,0 0 0 0 0,0-1 0 0 0,-1 0 1 0 0,1 0-1 0 0,-1 0 0 0 0,1-1 0 0 0,-1 1 0 0 0,1-2 0 0 0,-1 1 0 0 0,0 0 0 0 0,0-1 0 0 0,0 0 0 0 0,0 0 0 0 0,-1-1 0 0 0,1 1 0 0 0,-1-1 0 0 0,0 0 0 0 0,0 0 0 0 0,0 0 0 0 0,4-7 0 0 0,-7 9 8 0 0,1-1 0 0 0,-1 0 0 0 0,1 0 0 0 0,-1 0 0 0 0,0 0 0 0 0,0 0 0 0 0,-1 0 0 0 0,1 0 0 0 0,0 0 0 0 0,-1 0 0 0 0,0-1 0 0 0,0 1 0 0 0,0 0 0 0 0,0 0 0 0 0,-1-6 0 0 0,-19-44 866 0 0,13 38-1140 0 0,7 13-340 0 0,-5-4 39 0 0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30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80 424 0 0,'0'0'3314'0'0,"-5"-2"-2326"0"0,3 2-731 0 0,-1-1 1 0 0,0 1 0 0 0,0 0-1 0 0,0-1 1 0 0,1 1 0 0 0,-1 0-1 0 0,0 1 1 0 0,0-1-1 0 0,0 1 1 0 0,0-1 0 0 0,1 1-1 0 0,-1 0 1 0 0,0 0 0 0 0,1 0-1 0 0,-1 0 1 0 0,1 0-1 0 0,-1 0 1 0 0,1 1 0 0 0,-5 3-1 0 0,5-3-163 0 0,0 0-1 0 0,0 0 0 0 0,0 0 0 0 0,0 1 1 0 0,1-1-1 0 0,-1 1 0 0 0,1-1 1 0 0,-1 1-1 0 0,1 0 0 0 0,0-1 0 0 0,0 1 1 0 0,0 0-1 0 0,0 0 0 0 0,1 0 0 0 0,-1 0 1 0 0,1-1-1 0 0,-1 1 0 0 0,1 0 1 0 0,0 0-1 0 0,1 0 0 0 0,-1 0 0 0 0,0 0 1 0 0,1 0-1 0 0,-1 0 0 0 0,1 0 1 0 0,0 0-1 0 0,0-1 0 0 0,0 1 0 0 0,0 0 1 0 0,1 0-1 0 0,1 2 0 0 0,0-1-72 0 0,0-1 0 0 0,-1 0 1 0 0,1 0-1 0 0,0 0 0 0 0,0 0 0 0 0,1-1 0 0 0,-1 1 0 0 0,1-1 1 0 0,-1 0-1 0 0,1 0 0 0 0,0 0 0 0 0,0 0 0 0 0,0 0 0 0 0,0-1 0 0 0,0 0 1 0 0,0 0-1 0 0,0 0 0 0 0,0 0 0 0 0,0-1 0 0 0,0 0 0 0 0,1 0 0 0 0,3 0 1 0 0,-2 0 0 0 0,0 0 1 0 0,0-1-1 0 0,-1 0 1 0 0,1 0-1 0 0,0 0 1 0 0,-1-1 0 0 0,1 1-1 0 0,-1-1 1 0 0,1-1-1 0 0,-1 1 1 0 0,0-1-1 0 0,0 0 1 0 0,0 0-1 0 0,0 0 1 0 0,5-6 0 0 0,-7 6 45 0 0,0 0 0 0 0,0-1 0 0 0,0 1 0 0 0,0 0 0 0 0,-1-1 0 0 0,0 0 0 0 0,0 0 0 0 0,0 1 0 0 0,0-1 0 0 0,0-1 0 0 0,-1 1 0 0 0,0 0 0 0 0,0 0 0 0 0,0 0 0 0 0,0-1 0 0 0,-1 1 0 0 0,1 0 0 0 0,-1-1 0 0 0,0 1 0 0 0,-1 0 0 0 0,1-1 0 0 0,-1 1 0 0 0,0 0 0 0 0,0 0 0 0 0,0-1 0 0 0,0 1 0 0 0,-1 0 0 0 0,0 0 0 0 0,1 0 0 0 0,-2 1 0 0 0,1-1 0 0 0,0 0 0 0 0,-1 1 0 0 0,1-1 0 0 0,-1 1 0 0 0,0 0 0 0 0,0 0 0 0 0,-1 0 0 0 0,1 0 0 0 0,-1 1 0 0 0,-4-3 0 0 0,3 1-124 0 0,-1 0 0 0 0,0 1 0 0 0,-1 0 0 0 0,1 0 0 0 0,0 1 0 0 0,-1 0 0 0 0,-10-3 0 0 0,14 5-449 0 0,-16 17-3035 0 0,18-9 2212 0 0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31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12 0 0,'0'0'762'0'0,"29"6"1812"0"0,-23-3-2341 0 0,-1 0 1 0 0,0 0-1 0 0,-1 0 0 0 0,1 1 0 0 0,0 0 0 0 0,-1 0 0 0 0,0 0 1 0 0,0 0-1 0 0,0 1 0 0 0,-1-1 0 0 0,1 1 0 0 0,-1 0 0 0 0,0 0 1 0 0,0 0-1 0 0,-1 1 0 0 0,0-1 0 0 0,0 1 0 0 0,0-1 0 0 0,0 1 1 0 0,0 6-1 0 0,-2-10 413 0 0,5 7 5209 0 0,-3-17-5925 0 0,1 1-1 0 0,0 0 1 0 0,0 0 0 0 0,1 0 0 0 0,0 1-1 0 0,0-1 1 0 0,0 1 0 0 0,1 0-1 0 0,0 0 1 0 0,1 0 0 0 0,-1 1 0 0 0,1 0-1 0 0,8-6 1 0 0,-7 6-998 0 0,1 1 0 0 0,1-1 1 0 0,-1 1-1 0 0,0 1 0 0 0,1-1 0 0 0,0 2 1 0 0,10-3-1 0 0,-5 4-1868 0 0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31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88 217 144 0 0,'0'0'1607'0'0,"-3"3"-838"0"0,-26 24 1272 0 0,23-23-1588 0 0,0 1 1 0 0,1-1 0 0 0,0 1-1 0 0,0 1 1 0 0,0-1 0 0 0,0 1-1 0 0,1 0 1 0 0,0 0 0 0 0,-5 10-1 0 0,9-15-419 0 0,-1 0 0 0 0,1-1-1 0 0,0 1 1 0 0,0 0 0 0 0,-1 0-1 0 0,1 0 1 0 0,0 0-1 0 0,0-1 1 0 0,0 1 0 0 0,0 0-1 0 0,0 0 1 0 0,0 0-1 0 0,0 0 1 0 0,1 0 0 0 0,-1-1-1 0 0,0 1 1 0 0,0 0 0 0 0,1 0-1 0 0,-1 0 1 0 0,0-1-1 0 0,1 1 1 0 0,-1 0 0 0 0,1 0-1 0 0,-1-1 1 0 0,1 1-1 0 0,-1 0 1 0 0,1-1 0 0 0,0 1-1 0 0,-1-1 1 0 0,1 1 0 0 0,0-1-1 0 0,-1 1 1 0 0,1-1-1 0 0,0 1 1 0 0,0-1 0 0 0,-1 0-1 0 0,1 1 1 0 0,0-1-1 0 0,0 0 1 0 0,1 1 0 0 0,0-1 94 0 0,20-11 183 0 0,-14 2-192 0 0,-1-1 1 0 0,0-1-1 0 0,-1 1 1 0 0,0-1-1 0 0,-1 0 1 0 0,0 0-1 0 0,0-1 1 0 0,-1 1-1 0 0,4-20 0 0 0,-3 3 524 0 0,0 1-1 0 0,-2-1 1 0 0,0-34-1 0 0,-8 8 3600 0 0,5 55-4222 0 0,-1 1 0 0 0,1 0 0 0 0,-1 0 0 0 0,0 0 0 0 0,0-1 0 0 0,0 1 0 0 0,1 0 0 0 0,-1-1 0 0 0,-1 1 0 0 0,1-1-1 0 0,-2 3 1 0 0,-1 1 8 0 0,1 7-308 0 0,0 0 1 0 0,0 1 0 0 0,1-1 0 0 0,0 1-1 0 0,1 0 1 0 0,1 0 0 0 0,0-1 0 0 0,1 1-1 0 0,0 0 1 0 0,4 16 0 0 0,-1 8-2178 0 0,1-4-4297 0 0,-2-18 2873 0 0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32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45 660 0 0,'4'-15'3389'0'0,"-4"2"3024"0"0,-1 12-6292 0 0,1 0 0 0 0,-1 0 0 0 0,0 0 0 0 0,0 0 0 0 0,0 0 0 0 0,0 0 0 0 0,0 0-1 0 0,0 0 1 0 0,0 0 0 0 0,-1 0 0 0 0,1 0 0 0 0,0 1 0 0 0,0-1 0 0 0,-1 0 0 0 0,1 1 0 0 0,0-1 0 0 0,-1 1 0 0 0,1 0 0 0 0,0-1 0 0 0,-1 1 0 0 0,1 0 0 0 0,-3 0 0 0 0,-1 0 67 0 0,1 0 0 0 0,-1 0-1 0 0,1 1 1 0 0,-1 0-1 0 0,1 0 1 0 0,-1 0 0 0 0,-7 3-1 0 0,7-2-96 0 0,1 0 1 0 0,-1 0-1 0 0,1 0 0 0 0,-1 0 0 0 0,1 1 0 0 0,0 0 0 0 0,0 0 0 0 0,0 0 0 0 0,0 0 0 0 0,1 1 0 0 0,0 0 0 0 0,-1-1 0 0 0,1 1 0 0 0,0 0 0 0 0,1 0 0 0 0,-4 7 0 0 0,5-5-21 0 0,-1 1-1 0 0,2-1 1 0 0,-1 1-1 0 0,1-1 0 0 0,0 1 1 0 0,0 0-1 0 0,1-1 1 0 0,0 1-1 0 0,0-1 0 0 0,0 1 1 0 0,1-1-1 0 0,0 0 1 0 0,0 1-1 0 0,4 6 0 0 0,1 7-37 0 0,-6-19-65 0 0,-1 0 0 0 0,1 1 0 0 0,-1-1 0 0 0,1 1 0 0 0,-1-1 0 0 0,1 1 0 0 0,-1-1 1 0 0,0 1-1 0 0,0-1 0 0 0,0 1 0 0 0,0-1 0 0 0,0 1 0 0 0,0 0 0 0 0,0-1 0 0 0,-1 1 1 0 0,1-1-1 0 0,-1 1 0 0 0,1-1 0 0 0,-1 0 0 0 0,1 1 0 0 0,-1-1 0 0 0,0 1 0 0 0,0-1 1 0 0,1 0-1 0 0,-1 0 0 0 0,0 1 0 0 0,0-1 0 0 0,0 0 0 0 0,-2 2 0 0 0,-27 7-4979 0 0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5:59:32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75 1164 0 0,'0'0'2404'0'0,"7"-11"2005"0"0,-5-3-749 0 0,-2 1-640 0 0,-2-2 29 0 0,-5 0-2841 0 0,-8 8-1632 0 0,4 7-1325 0 0,-5 2-2979 0 0,-2-1 1315 0 0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6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80 1000 0 0,'-1'-10'1658'0'0,"0"1"-1"0"0,0 0 0 0 0,-1 1 1 0 0,-4-15-1 0 0,0 2 3953 0 0,4 57-5280 0 0,-2-8-182 0 0,-5 423 1190 0 0,9-442-1680 0 0,-1 0-1 0 0,0 0 1 0 0,0 0 0 0 0,-1 0-1 0 0,0 0 1 0 0,-1-1 0 0 0,-4 10 0 0 0,6-17-570 0 0,-10 2-1614 0 0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6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18 340 268 0 0,'0'0'125'0'0,"-1"0"-1"0"0,0 0 1 0 0,1 0 0 0 0,-1 0-1 0 0,0 0 1 0 0,0 0 0 0 0,1-1-1 0 0,-1 1 1 0 0,0 0-1 0 0,1 0 1 0 0,-1-1 0 0 0,0 1-1 0 0,1 0 1 0 0,-1-1 0 0 0,0 1-1 0 0,1 0 1 0 0,-1-1 0 0 0,1 1-1 0 0,-1-1 1 0 0,1 1 0 0 0,-1-1-1 0 0,1 1 1 0 0,-1-1-1 0 0,1 0 1 0 0,-1 1 0 0 0,1-1-1 0 0,0 0 1 0 0,-1 1 0 0 0,1-1-1 0 0,0 0 1 0 0,0 1 0 0 0,0-1-1 0 0,-1 0 1 0 0,1 1 0 0 0,0-2-1 0 0,1 0 11 0 0,0 0 0 0 0,-1 0 1 0 0,1 0-1 0 0,0 0 0 0 0,0 0 0 0 0,1 0 0 0 0,-1 0 0 0 0,0 1 0 0 0,1-1 0 0 0,-1 0 1 0 0,1 1-1 0 0,1-2 0 0 0,60-43 836 0 0,-58 43-647 0 0,68-39 518 0 0,2 3 0 0 0,2 4-1 0 0,150-47 1 0 0,-186 68-638 0 0,1 3 1 0 0,1 2-1 0 0,81-8 0 0 0,-40 17-2223 0 0,-1 11-3333 0 0,-66-8 2752 0 0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7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221 247 416 0 0,'0'0'873'0'0,"-4"-15"3313"0"0,4 13-3996 0 0,0 1 0 0 0,0 0 0 0 0,0 0 0 0 0,0 0-1 0 0,0 0 1 0 0,-1 0 0 0 0,1 0 0 0 0,0 0 0 0 0,-1 0 0 0 0,1 1-1 0 0,-1-1 1 0 0,1 0 0 0 0,-1 0 0 0 0,1 0 0 0 0,-1 0 0 0 0,0 0-1 0 0,1 1 1 0 0,-1-1 0 0 0,0 0 0 0 0,0 1 0 0 0,0-1 0 0 0,1 0-1 0 0,-1 1 1 0 0,0-1 0 0 0,0 1 0 0 0,0-1 0 0 0,0 1 0 0 0,0 0 0 0 0,-1-1-1 0 0,0 1 981 0 0,1-1-1140 0 0,0 1 0 0 0,0 0-1 0 0,0-1 1 0 0,0 1 0 0 0,0 0-1 0 0,0 0 1 0 0,1 0-1 0 0,-1 0 1 0 0,0 0 0 0 0,0 0-1 0 0,0 0 1 0 0,0 0-1 0 0,0 0 1 0 0,0 0 0 0 0,0 0-1 0 0,0 1 1 0 0,0-1 0 0 0,0 0-1 0 0,0 1 1 0 0,0-1-1 0 0,0 1 1 0 0,0-1 0 0 0,-1 2-1 0 0,-26 10 215 0 0,6 7-85 0 0,0 0 1 0 0,-20 24-1 0 0,35-36-132 0 0,1 1-1 0 0,0 0 1 0 0,0 0 0 0 0,1 0-1 0 0,0 1 1 0 0,0-1 0 0 0,1 1 0 0 0,0 1-1 0 0,-4 17 1 0 0,7-24-18 0 0,0 1-1 0 0,1 0 1 0 0,-1-1-1 0 0,1 1 1 0 0,0 0-1 0 0,0-1 1 0 0,0 1 0 0 0,1 0-1 0 0,0 0 1 0 0,-1-1-1 0 0,1 1 1 0 0,0-1 0 0 0,2 5-1 0 0,-1-6-2 0 0,-1 0 1 0 0,0 0-1 0 0,0 0 0 0 0,1 0 0 0 0,-1 0 0 0 0,1-1 0 0 0,0 1 1 0 0,-1 0-1 0 0,1-1 0 0 0,0 0 0 0 0,0 1 0 0 0,0-1 1 0 0,0 0-1 0 0,0 0 0 0 0,0 0 0 0 0,4 1 0 0 0,0-1 4 0 0,-1 0-1 0 0,0-1 0 0 0,1 1 0 0 0,-1-1 0 0 0,0 0 0 0 0,1-1 1 0 0,-1 1-1 0 0,1-1 0 0 0,-1 0 0 0 0,0 0 0 0 0,0-1 0 0 0,0 0 1 0 0,1 0-1 0 0,-2 0 0 0 0,1 0 0 0 0,9-7 0 0 0,-6 4 8 0 0,-1-1 1 0 0,0 0-1 0 0,0 0 0 0 0,0-1 0 0 0,-1 0 0 0 0,6-8 0 0 0,4-5 20 0 0,9-12 68 0 0,-24 31-71 0 0,-1 1-35 0 0,0 0 0 0 0,0 0 1 0 0,0 0-1 0 0,1 0 1 0 0,-1 0-1 0 0,0 0 0 0 0,0 1 1 0 0,0-1-1 0 0,0 0 0 0 0,0 0 1 0 0,0 0-1 0 0,1 0 1 0 0,-1 0-1 0 0,0 0 0 0 0,0 0 1 0 0,0 0-1 0 0,0 0 1 0 0,0 0-1 0 0,1 0 0 0 0,-1 0 1 0 0,0 0-1 0 0,0 0 0 0 0,0 0 1 0 0,0 0-1 0 0,0 0 1 0 0,1 0-1 0 0,-1 0 0 0 0,0 0 1 0 0,0 0-1 0 0,0 0 0 0 0,0 0 1 0 0,0-1-1 0 0,0 1 1 0 0,1 0-1 0 0,-1 0 0 0 0,0 0 1 0 0,0 0-1 0 0,0 0 0 0 0,0 0 1 0 0,0 0-1 0 0,0 0 1 0 0,0-1-1 0 0,0 1 0 0 0,1 0 1 0 0,-1 0-1 0 0,0 0 0 0 0,0 0 1 0 0,0 0-1 0 0,0-1 1 0 0,0 1-1 0 0,0 0 0 0 0,0 0 1 0 0,0 0-1 0 0,0 0 1 0 0,0 0-1 0 0,0-1 0 0 0,0 1 1 0 0,0 0-1 0 0,-1 10 0 0 0,1 1-1 0 0,1-1 1 0 0,0 1-1 0 0,0-1 1 0 0,1 1-1 0 0,0-1 1 0 0,1 0-1 0 0,0 0 1 0 0,0 0 0 0 0,1 0-1 0 0,9 15 1 0 0,-1-14 8 0 0,-11-10 2 0 0,29-1 55 0 0,-13-9-49 0 0,-1 0 0 0 0,0 0-1 0 0,-1-2 1 0 0,0 0 0 0 0,-1-1-1 0 0,13-13 1 0 0,40-30 0 0 0,-54 46-22 0 0,2-3-7 0 0,0 2 0 0 0,0 0 0 0 0,1 0 0 0 0,0 2 0 0 0,1 0 0 0 0,-1 1 0 0 0,21-6 0 0 0,-35 13 10 0 0,0 0 0 0 0,1 0 0 0 0,-1 0 0 0 0,0 0 1 0 0,0 0-1 0 0,0 1 0 0 0,0-1 0 0 0,0 1 0 0 0,0 0 0 0 0,0-1 0 0 0,0 1 0 0 0,-1 0 1 0 0,1 0-1 0 0,0 0 0 0 0,0 0 0 0 0,-1 0 0 0 0,1 1 0 0 0,0-1 0 0 0,-1 1 0 0 0,1-1 0 0 0,-1 1 1 0 0,0-1-1 0 0,0 1 0 0 0,1 0 0 0 0,-1-1 0 0 0,0 1 0 0 0,0 0 0 0 0,-1 0 0 0 0,2 3 0 0 0,4 9-7 0 0,-2 0 0 0 0,0 0-1 0 0,3 19 1 0 0,0-3-30 0 0,-7-29 36 0 0,0 0 0 0 0,0 0 0 0 0,1 1 0 0 0,-1-1 0 0 0,0 0 0 0 0,1 0 1 0 0,-1 0-1 0 0,1 0 0 0 0,-1 0 0 0 0,1 0 0 0 0,-1 0 0 0 0,1 0 0 0 0,0 0 1 0 0,0 0-1 0 0,-1 0 0 0 0,1 0 0 0 0,0 0 0 0 0,0 0 0 0 0,0-1 0 0 0,0 1 0 0 0,0 0 1 0 0,0-1-1 0 0,0 1 0 0 0,0-1 0 0 0,2 2 0 0 0,-1-3 6 0 0,0 0-1 0 0,-1 1 1 0 0,1-1-1 0 0,-1 0 1 0 0,1 0-1 0 0,-1 1 1 0 0,1-1-1 0 0,-1-1 1 0 0,0 1-1 0 0,1 0 1 0 0,-1 0-1 0 0,0 0 1 0 0,0-1-1 0 0,0 1 1 0 0,0 0 0 0 0,0-1-1 0 0,0 1 1 0 0,0-1-1 0 0,0-1 1 0 0,41-75 12 0 0,35-90 1 0 0,-37 76 131 0 0,-12 10 1597 0 0,-28 80-1589 0 0,0 9-100 0 0,-3 57 6 0 0,0-22 51 0 0,3 60 0 0 0,1-89-113 0 0,1 0 1 0 0,0 0-1 0 0,0 0 0 0 0,2 0 1 0 0,-1-1-1 0 0,2 1 1 0 0,0-1-1 0 0,0 0 0 0 0,8 12 1 0 0,-12-22-9 0 0,1 1 0 0 0,-1-1 0 0 0,1 1 0 0 0,0-1 0 0 0,0 0 1 0 0,0 0-1 0 0,0 0 0 0 0,0 0 0 0 0,1 0 0 0 0,-1-1 1 0 0,1 1-1 0 0,-1-1 0 0 0,1 1 0 0 0,-1-1 0 0 0,1 0 0 0 0,0 0 1 0 0,-1 0-1 0 0,1 0 0 0 0,0-1 0 0 0,0 1 0 0 0,3 0 1 0 0,-1-2 1 0 0,1 1 0 0 0,-1-1 1 0 0,0 1-1 0 0,0-1 0 0 0,1-1 1 0 0,-1 1-1 0 0,0-1 0 0 0,0 0 1 0 0,-1 0-1 0 0,10-5 1 0 0,0-3 9 0 0,1 0 1 0 0,-1-1 0 0 0,-1 0 0 0 0,0-1 0 0 0,-1-1 0 0 0,11-14 0 0 0,1 0 794 0 0,-23 26-711 0 0,24 24-105 0 0,-20-18-377 0 0,0 0 0 0 0,0 0 0 0 0,1 0 0 0 0,-1-1 0 0 0,8 5 0 0 0,16 8-7439 0 0,-15-12 3833 0 0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7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0 132 0 0,'-20'0'132'0'0,"7"0"-176"0"0,-4 2-52 0 0,2 4 24 0 0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8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31 278 248 0 0,'-2'0'138'0'0,"0"0"0"0"0,1 0-1 0 0,-1 1 1 0 0,0-1 0 0 0,1 1 0 0 0,-1-1-1 0 0,0 1 1 0 0,1 0 0 0 0,-1 0 0 0 0,1-1 0 0 0,-1 1-1 0 0,1 0 1 0 0,0 0 0 0 0,-1 0 0 0 0,1 1-1 0 0,0-1 1 0 0,0 0 0 0 0,0 0 0 0 0,-2 2 0 0 0,4-2-64 0 0,-1 0 0 0 0,1 0 1 0 0,-1 0-1 0 0,1-1 0 0 0,0 1 0 0 0,-1 0 1 0 0,1 0-1 0 0,-1-1 0 0 0,1 1 1 0 0,0 0-1 0 0,0-1 0 0 0,0 1 0 0 0,-1-1 1 0 0,1 1-1 0 0,0-1 0 0 0,0 1 1 0 0,0-1-1 0 0,0 0 0 0 0,0 1 1 0 0,0-1-1 0 0,-1 0 0 0 0,1 0 0 0 0,1 0 1 0 0,71 13 1053 0 0,7-10-690 0 0,-1-4-1 0 0,1-3 1 0 0,79-15-1 0 0,-68 8-187 0 0,663-96 1666 0 0,-252 31-777 0 0,-348 53-825 0 0,188-20 460 0 0,-196 30-384 0 0,-46 2 136 0 0,154 4 1 0 0,-196 4-176 0 0,7 2 1286 0 0,-63 1-1359 0 0,9-4-4427 0 0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8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114 103 15661 0 0,'0'-7'192'0'0,"0"-1"0"0"0,0 1 0 0 0,-1-1 0 0 0,0 1 0 0 0,0-1 0 0 0,-1 1 0 0 0,1 0 0 0 0,-2 0 0 0 0,-4-11 0 0 0,6 16 89 0 0,-5-9 173 0 0,6 11-500 0 0,0 0 0 0 0,0-1 0 0 0,0 1 0 0 0,0 0 0 0 0,0 0 0 0 0,0-1 0 0 0,0 1 0 0 0,0 0 0 0 0,-1 0 0 0 0,1 0 0 0 0,0-1 0 0 0,0 1 0 0 0,0 0 0 0 0,0 0 0 0 0,0-1 0 0 0,-1 1 0 0 0,1 0 0 0 0,0 0 0 0 0,0 0 0 0 0,0 0 0 0 0,-1 0 0 0 0,1-1 0 0 0,0 1 0 0 0,0 0 0 0 0,-1 0 0 0 0,1 0 0 0 0,0 0 0 0 0,0 0 0 0 0,-1 0 0 0 0,1 0 0 0 0,0 0 0 0 0,0 0 0 0 0,-1 0 0 0 0,1 0 0 0 0,0 0 0 0 0,-1 0 0 0 0,1 0 0 0 0,0 0 0 0 0,0 0 0 0 0,-1 0 0 0 0,1 0 0 0 0,0 0 0 0 0,0 0 0 0 0,-1 0 0 0 0,1 1 0 0 0,0-1 0 0 0,-1 0 0 0 0,-18 36-1491 0 0,-27 43-6598 0 0,30-58 4515 0 0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9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1 608 0 0,'0'0'1408'0'0,"2"11"2141"0"0,4-1 1071 0 0,-2-2-1840 0 0,12-25-13161 0 0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29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1 560 0 0,'0'0'278'0'0,"4"4"3186"0"0,1 1-52 0 0,-2 6-350 0 0,-5-1-946 0 0,1-10-2486 0 0,1 1 465 0 0,0-1 0 0 0,0 0 1 0 0,-1 0-1 0 0,1 1 0 0 0,0-1 0 0 0,0 0 0 0 0,0 0 0 0 0,-1 1 0 0 0,1-1 0 0 0,0 0 0 0 0,0 0 0 0 0,0 1 0 0 0,0-1 1 0 0,0 0-1 0 0,0 1 0 0 0,0-1 0 0 0,0 0 0 0 0,0 1 0 0 0,0-1 0 0 0,0 0 0 0 0,0 1 0 0 0,0-1 0 0 0,0 0 1 0 0,0 1-1 0 0,0-1 0 0 0,0 0 0 0 0,0 0 0 0 0,0 1 0 0 0,0-1 0 0 0,0 0 0 0 0,1 1 0 0 0,-1-1 0 0 0,0 0 1 0 0,0 0-1 0 0,0 1 0 0 0,1-1 0 0 0,-1 0 0 0 0,0 0 0 0 0,0 0 0 0 0,0 1 0 0 0,1-1 0 0 0,-1 0 0 0 0,0 0 0 0 0,1 0 1 0 0,-1 0-1 0 0,0 1 0 0 0,0-1 0 0 0,1 0 0 0 0,-1 0 0 0 0,0 0 0 0 0,1 0 0 0 0,-1 0 0 0 0,0 0 0 0 0,1 0 1 0 0,-1 0-1 0 0,2 0 1310 0 0,-5 6-3469 0 0,-8 5-4336 0 0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3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422 309 672 0 0,'14'-31'6871'0'0,"-10"12"-4744"0"0,0-21 2242 0 0,-5 38-3863 0 0,-34-20 700 0 0,23 24-1171 0 0,-1-1-1 0 0,1 2 1 0 0,0 0-1 0 0,-1 0 0 0 0,1 1 1 0 0,1 0-1 0 0,-1 1 0 0 0,-15 9 1 0 0,-85 56 31 0 0,106-65-64 0 0,-22 14 19 0 0,-50 46-1 0 0,72-60-20 0 0,1 0 0 0 0,0 1 0 0 0,0-1 0 0 0,0 1 0 0 0,1 0 0 0 0,0 0 0 0 0,0 1 0 0 0,0 0 0 0 0,1-1 0 0 0,0 1 0 0 0,1 0 0 0 0,-1 0 0 0 0,1 0 0 0 0,0 1 0 0 0,-1 11 0 0 0,3-15-1 0 0,0 0 0 0 0,1 0 0 0 0,-1 0-1 0 0,1 0 1 0 0,0 0 0 0 0,0 0 0 0 0,0 0 0 0 0,0 0-1 0 0,1 0 1 0 0,-1 0 0 0 0,1-1 0 0 0,0 1 0 0 0,0-1-1 0 0,1 1 1 0 0,-1-1 0 0 0,1 0 0 0 0,3 4 0 0 0,-1-3 0 0 0,0 0 1 0 0,1 0 0 0 0,-1 0-1 0 0,1-1 1 0 0,0 0 0 0 0,0 0-1 0 0,0 0 1 0 0,0-1 0 0 0,12 3 0 0 0,8-1-11 0 0,0 0 0 0 0,0-2 0 0 0,0-1 0 0 0,33-3 0 0 0,12-4-116 0 0,0-3 0 0 0,-1-3 0 0 0,0-3 0 0 0,-1-3 0 0 0,0-4 0 0 0,90-41 0 0 0,-141 56 258 0 0,-1-2-1 0 0,0 0 1 0 0,0-1 0 0 0,-1-1-1 0 0,0-1 1 0 0,-1 0 0 0 0,16-17-1 0 0,-30 28 115 0 0,-2 1-156 0 0,-1-1 1 0 0,0 1 0 0 0,1 0-1 0 0,-1 0 1 0 0,0 0 0 0 0,1 0 0 0 0,-1 0-1 0 0,0 0 1 0 0,1 1 0 0 0,-1-1 0 0 0,1 0-1 0 0,-1 1 1 0 0,0 0 0 0 0,1-1 0 0 0,-1 1-1 0 0,1 0 1 0 0,-1-1 0 0 0,1 1 0 0 0,0 0-1 0 0,-1 0 1 0 0,-1 2 0 0 0,-3 0-83 0 0,1 1 1 0 0,-1-1-1 0 0,1 1 0 0 0,-1 0 1 0 0,1 0-1 0 0,-7 8 1 0 0,19-15-221 0 0,0 0 0 0 0,1 1 1 0 0,-1 0-1 0 0,1 1 0 0 0,-1 0 1 0 0,1 0-1 0 0,-1 0 0 0 0,1 1 1 0 0,-1 0-1 0 0,1 0 0 0 0,9 3 0 0 0,27 3-33 0 0,0-1-1 0 0,0-2 0 0 0,0-2 0 0 0,0-2 1 0 0,0-1-1 0 0,63-13 0 0 0,-100 13 258 0 0,0 0-1 0 0,0 0 1 0 0,0 0 0 0 0,0-1-1 0 0,-1 0 1 0 0,1 0-1 0 0,-1-1 1 0 0,0 0 0 0 0,0 0-1 0 0,0-1 1 0 0,-1 1 0 0 0,1-1-1 0 0,-1 0 1 0 0,0-1 0 0 0,-1 1-1 0 0,1-1 1 0 0,-1 0-1 0 0,0 0 1 0 0,0 0 0 0 0,-1-1-1 0 0,0 1 1 0 0,0-1 0 0 0,-1 0-1 0 0,1 0 1 0 0,-1 0 0 0 0,1-9-1 0 0,-1 1 146 0 0,0 0 1 0 0,0 0-1 0 0,-1-1 0 0 0,-1 1 0 0 0,-1 0 1 0 0,0-1-1 0 0,-1 1 0 0 0,-1 0 0 0 0,0 0 1 0 0,-1 0-1 0 0,-8-20 0 0 0,-20-28 1938 0 0,31 61-1676 0 0,-2 6-332 0 0,-2 5-59 0 0,0-1 0 0 0,0 1 1 0 0,1 0-1 0 0,0 0 0 0 0,1 0 0 0 0,0 1 1 0 0,0 0-1 0 0,1-1 0 0 0,1 1 1 0 0,-1 0-1 0 0,1 0 0 0 0,1 13 0 0 0,0 24 76 0 0,8 57 0 0 0,25 156-17 0 0,-29-243-458 0 0,-1-4-1804 0 0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3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43 744 0 0,'0'0'2536'0'0,"1"9"4912"0"0,156-32-3844 0 0,-88 11-3986 0 0,-1 2-3511 0 0,-55 7 87 0 0,-5 0 291 0 0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5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22 724 0 0,'0'-21'13311'0'0,"-1"35"-13610"0"0,1 38-786 0 0,7-16-6601 0 0,-5-29 4893 0 0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5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4 708 0 0,'0'0'760'0'0,"11"-4"3321"0"0,-22 37-3829 0 0,3-20-220 0 0,2 0-284 0 0,-5 5-681 0 0,-4 2-1007 0 0,1-4 448 0 0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5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40 0 0,'5'-25'8224'0'0,"-2"30"-5211"0"0,0 8-3435 0 0,-2-8 360 0 0,6 39 1378 0 0,5 0-3591 0 0,1-16-2627 0 0,-5-15 2130 0 0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6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11 292 0 0,'0'0'1494'0'0,"-1"-2"-547"0"0,-3-4-1074 0 0,-3 4 3658 0 0,5 8-3380 0 0,0 0 0 0 0,1 0 0 0 0,0 0 0 0 0,0 0 0 0 0,1 0 0 0 0,0 0 0 0 0,0 0 0 0 0,0 1 0 0 0,1-1 0 0 0,0 0 0 0 0,0 0 0 0 0,1 0 0 0 0,-1 0 0 0 0,1 0 0 0 0,0 0 0 0 0,1-1 0 0 0,5 11 0 0 0,-3-9-298 0 0,-1 1 0 0 0,2-1 1 0 0,-1 0-1 0 0,1 0 0 0 0,9 9 0 0 0,-10-12-378 0 0,0 0-1 0 0,0 0 0 0 0,0 0 1 0 0,1 0-1 0 0,0-1 0 0 0,0 0 1 0 0,9 3-1 0 0,9 1-1595 0 0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7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90 1440 0 0,'0'0'1881'0'0,"-5"-2"-198"0"0,2-1-1043 0 0,-1-1-1 0 0,1 1 1 0 0,0-1 0 0 0,0 1 0 0 0,1-1-1 0 0,-1 0 1 0 0,1 0 0 0 0,-1 0-1 0 0,1-1 1 0 0,1 1 0 0 0,-1-1 0 0 0,0 1-1 0 0,1-1 1 0 0,0 1 0 0 0,0-1 0 0 0,0-7-1 0 0,1 10-334 0 0,-1-7-59 0 0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7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38 364 0 0,'0'13'15341'0'0,"-5"-29"-17559"0"0,1 4 870 0 0,6 1-3557 0 0,3 0 839 0 0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8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21 876 0 0,'-3'-21'12666'0'0,"-53"253"-11425"0"0,12-41-587 0 0,43-188-648 0 0,-87 278 920 0 0,78-253-776 0 0,0 0 0 0 0,-6 40 1 0 0,15-66-142 0 0,1 1 0 0 0,0-1 0 0 0,-1 0 0 0 0,1 0 0 0 0,0 0 1 0 0,0 1-1 0 0,1-1 0 0 0,-1 0 0 0 0,0 0 0 0 0,1 0 1 0 0,-1 0-1 0 0,1 1 0 0 0,0-1 0 0 0,-1 0 0 0 0,1 0 1 0 0,0 0-1 0 0,0 0 0 0 0,1-1 0 0 0,-1 1 0 0 0,0 0 0 0 0,1 0 1 0 0,-1-1-1 0 0,1 1 0 0 0,-1-1 0 0 0,1 1 0 0 0,0-1 1 0 0,-1 1-1 0 0,1-1 0 0 0,0 0 0 0 0,0 0 0 0 0,0 0 0 0 0,0 0 1 0 0,0-1-1 0 0,0 1 0 0 0,1 0 0 0 0,-1-1 0 0 0,0 1 1 0 0,0-1-1 0 0,3 0 0 0 0,10 2 31 0 0,1-1 0 0 0,0-1 0 0 0,0 0 0 0 0,22-4 0 0 0,-21 3-15 0 0,246-29 252 0 0,-213 21-1159 0 0,0-2 0 0 0,0-3 0 0 0,56-22 0 0 0,-72 16-1660 0 0,-14 3-2958 0 0,-12 7 2057 0 0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8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1168 0 0,'8'-15'2871'0'0,"-2"9"-2425"0"0,1 0 0 0 0,0 0 0 0 0,0 1 0 0 0,0 0 0 0 0,14-6 0 0 0,-9 6-54 0 0,0 0 0 0 0,0 1 0 0 0,1 0 1 0 0,0 1-1 0 0,24-3 0 0 0,53 5-1164 0 0,-5 11-3660 0 0,-66-6 2260 0 0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9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271 15 280 0 0,'-7'-3'462'0'0,"0"0"0"0"0,-1 1 0 0 0,0 0 0 0 0,1 1 1 0 0,-1-1-1 0 0,0 1 0 0 0,0 1 0 0 0,0 0 0 0 0,1 0 0 0 0,-1 0 0 0 0,0 1 0 0 0,0 0 0 0 0,0 1 1 0 0,1 0-1 0 0,-1 0 0 0 0,1 0 0 0 0,-1 1 0 0 0,1 0 0 0 0,-12 7 0 0 0,11-5-307 0 0,1-1 0 0 0,-1 1 0 0 0,1 1 0 0 0,0 0 0 0 0,0 0 0 0 0,1 0 0 0 0,-1 0 0 0 0,2 1 0 0 0,-1 0 0 0 0,1 1 0 0 0,0-1 0 0 0,0 1 0 0 0,1 0 0 0 0,0 0 0 0 0,0 0 0 0 0,1 1 0 0 0,-3 9 0 0 0,5-12-111 0 0,1-1-1 0 0,-1 0 1 0 0,1 0-1 0 0,0 1 1 0 0,0-1-1 0 0,1 0 1 0 0,-1 1-1 0 0,1-1 1 0 0,0 0-1 0 0,1 0 1 0 0,-1 0-1 0 0,1 0 1 0 0,0 0-1 0 0,1 0 1 0 0,-1 0-1 0 0,1 0 1 0 0,-1-1-1 0 0,2 0 1 0 0,-1 1-1 0 0,0-1 1 0 0,1 0-1 0 0,0-1 1 0 0,-1 1-1 0 0,2 0 1 0 0,-1-1-1 0 0,0 0 1 0 0,1 0-1 0 0,-1-1 1 0 0,1 1-1 0 0,0-1 1 0 0,0 0-1 0 0,6 2 1 0 0,-1 0-3 0 0,0-1 0 0 0,0 0 0 0 0,1 0 0 0 0,-1-1-1 0 0,1-1 1 0 0,-1 1 0 0 0,1-2 0 0 0,0 1 0 0 0,-1-2 0 0 0,1 1 0 0 0,-1-2 0 0 0,1 1 0 0 0,-1-1 0 0 0,1-1 0 0 0,14-5 0 0 0,-18 4 27 0 0,-1 0 1 0 0,1 0 0 0 0,-1-1-1 0 0,0 0 1 0 0,0 0 0 0 0,-1 0 0 0 0,1-1-1 0 0,-1 0 1 0 0,-1 0 0 0 0,1 0-1 0 0,-1-1 1 0 0,0 1 0 0 0,0-1-1 0 0,-1 0 1 0 0,0 0 0 0 0,0-1 0 0 0,0 1-1 0 0,-1-1 1 0 0,2-10 0 0 0,-3 11-56 0 0,0 1 1 0 0,0-1-1 0 0,-1 0 1 0 0,0 1-1 0 0,0-1 0 0 0,0 0 1 0 0,-1 1-1 0 0,0-1 1 0 0,0 1-1 0 0,-1-1 1 0 0,0 1-1 0 0,0-1 1 0 0,0 1-1 0 0,-1 0 1 0 0,0 0-1 0 0,0 0 1 0 0,0 1-1 0 0,-1-1 1 0 0,0 1-1 0 0,0-1 1 0 0,0 1-1 0 0,-1 1 1 0 0,-6-7-1 0 0,-11 4-1789 0 0,-8 7-6227 0 0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9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67 448 0 0,'0'0'1720'0'0,"20"-23"7385"0"0,-17 1-3711 0 0,4 2-6444 0 0,-6 19 43 0 0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39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8 900 0 0,'-3'-7'12725'0'0,"12"91"-11007"0"0,-2-37-1550 0 0,-3 0 0 0 0,-2 58 0 0 0,-6-73-1680 0 0,1-4-1489 0 0,2-10-1934 0 0,3-7 1336 0 0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0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1 976 0 0,'0'0'1746'0'0,"13"32"5891"0"0,-46 122-3192 0 0,-14-1-5012 0 0,39-134-205 0 0,-10 29-1873 0 0,9-16-2508 0 0,6-18 1962 0 0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0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20 208 0 0,'-25'-19'6477'0'0,"18"20"-6263"0"0,0 1 0 0 0,0 0 1 0 0,1 1-1 0 0,-1-1 0 0 0,0 1 1 0 0,1 1-1 0 0,0-1 0 0 0,0 1 1 0 0,0 0-1 0 0,0 1 1 0 0,0 0-1 0 0,1-1 0 0 0,0 1 1 0 0,0 1-1 0 0,0-1 0 0 0,1 1 1 0 0,0 0-1 0 0,0 0 0 0 0,-6 13 1 0 0,5-10-87 0 0,0 1 1 0 0,1 0 0 0 0,-1 0-1 0 0,2 1 1 0 0,0-1 0 0 0,0 1-1 0 0,1 0 1 0 0,0-1 0 0 0,1 1-1 0 0,0 0 1 0 0,1 0 0 0 0,2 20-1 0 0,-1-25-92 0 0,0 0-1 0 0,1 0 0 0 0,0-1 0 0 0,0 1 0 0 0,0 0 1 0 0,1-1-1 0 0,0 0 0 0 0,0 0 0 0 0,0 0 0 0 0,1 0 1 0 0,-1 0-1 0 0,1-1 0 0 0,0 1 0 0 0,7 5 0 0 0,-8-8-19 0 0,0 0 1 0 0,0-1-1 0 0,0 1 0 0 0,0-1 0 0 0,0 1 0 0 0,0-1 0 0 0,0 0 0 0 0,0 0 1 0 0,0 0-1 0 0,1-1 0 0 0,-1 1 0 0 0,0-1 0 0 0,1 0 0 0 0,-1 0 0 0 0,0 0 0 0 0,0 0 1 0 0,1 0-1 0 0,-1-1 0 0 0,0 1 0 0 0,1-1 0 0 0,-1 0 0 0 0,0 0 0 0 0,0-1 0 0 0,0 1 1 0 0,0 0-1 0 0,0-1 0 0 0,3-2 0 0 0,2-1 142 0 0,0-1 1 0 0,0 0-1 0 0,0 0 1 0 0,-1-1-1 0 0,0 0 1 0 0,0 0-1 0 0,-1-1 1 0 0,1 0 0 0 0,-2 0-1 0 0,1 0 1 0 0,-1-1-1 0 0,-1 1 1 0 0,0-1-1 0 0,6-17 1 0 0,-8 18 104 0 0,0 0 0 0 0,-1 0 0 0 0,1 0 0 0 0,-2 0 0 0 0,1 0 0 0 0,-1-1 0 0 0,-1 1 0 0 0,1 0 0 0 0,-1 0 0 0 0,-1 0 0 0 0,0 0 0 0 0,0 0 0 0 0,0 0 0 0 0,-1 1 0 0 0,0-1 0 0 0,0 1 0 0 0,-10-14 0 0 0,13 20-323 0 0,0 0 0 0 0,0 1 0 0 0,-1-1 1 0 0,1 0-1 0 0,-1 1 0 0 0,1-1 0 0 0,0 0 0 0 0,-1 1 0 0 0,1-1 1 0 0,-1 1-1 0 0,1-1 0 0 0,-1 1 0 0 0,0-1 0 0 0,1 1 1 0 0,-1 0-1 0 0,0-1 0 0 0,1 1 0 0 0,-1 0 0 0 0,0-1 0 0 0,1 1 1 0 0,-1 0-1 0 0,0 0 0 0 0,1 0 0 0 0,-1-1 0 0 0,0 1 1 0 0,0 0-1 0 0,1 0 0 0 0,-1 0 0 0 0,0 0 0 0 0,0 0 0 0 0,1 1 1 0 0,-1-1-1 0 0,0 0 0 0 0,1 0 0 0 0,-1 0 0 0 0,0 1 0 0 0,0-1 1 0 0,1 0-1 0 0,-1 0 0 0 0,1 1 0 0 0,-1-1 0 0 0,0 1 1 0 0,1-1-1 0 0,-1 1 0 0 0,1-1 0 0 0,-1 1 0 0 0,1-1 0 0 0,-1 1 1 0 0,1-1-1 0 0,-1 1 0 0 0,1 0 0 0 0,-1 0 0 0 0,-15 33-10112 0 0</inkml:trace>
  <inkml:trace contextRef="#ctx0" brushRef="#br0" timeOffset="1">516 208 752 0 0,'14'1'15713'0'0,"-11"-5"-16139"0"0,2-6 7684 0 0,-3 5-5094 0 0,1 0-4099 0 0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0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46 876 0 0,'4'-5'884'0'0,"0"1"0"0"0,0 0-1 0 0,1 0 1 0 0,0 1 0 0 0,0 0 0 0 0,0-1-1 0 0,0 2 1 0 0,11-5 0 0 0,-12 5-509 0 0,1 0 0 0 0,1 1 0 0 0,-1 0 0 0 0,0 0 0 0 0,0 0 0 0 0,0 0 0 0 0,1 1 0 0 0,-1 0 0 0 0,8 1 0 0 0,-10-1-340 0 0,0 1-1 0 0,0 0 1 0 0,0-1-1 0 0,0 1 1 0 0,0 0 0 0 0,0 1-1 0 0,-1-1 1 0 0,1 0-1 0 0,0 1 1 0 0,-1 0-1 0 0,1-1 1 0 0,-1 1-1 0 0,0 0 1 0 0,1 0 0 0 0,-1 1-1 0 0,0-1 1 0 0,0 0-1 0 0,0 1 1 0 0,-1-1-1 0 0,1 1 1 0 0,0 0-1 0 0,-1-1 1 0 0,0 1 0 0 0,0 0-1 0 0,0 0 1 0 0,0 0-1 0 0,0 0 1 0 0,0 0-1 0 0,-1 0 1 0 0,1 0-1 0 0,-1 0 1 0 0,0 0 0 0 0,0 0-1 0 0,0 0 1 0 0,-1 0-1 0 0,1 0 1 0 0,-2 5-1 0 0,-1 8-72 0 0,-1-1 1 0 0,-1 0-1 0 0,0 0 0 0 0,-1 0 0 0 0,-1 0 0 0 0,0-1 0 0 0,-14 20 0 0 0,-18 38-77 0 0,38-71 109 0 0,1 0 1 0 0,0 0 0 0 0,-1 0 0 0 0,1 0 0 0 0,0 0 0 0 0,-1 0 0 0 0,1 0 0 0 0,0 0 0 0 0,0 0 0 0 0,0 0 0 0 0,0 0 0 0 0,0 0 0 0 0,0 0-1 0 0,0 1 1 0 0,0-1 0 0 0,0 0 0 0 0,1 0 0 0 0,-1 0 0 0 0,0 0 0 0 0,1 0 0 0 0,-1-1 0 0 0,0 1 0 0 0,1 0 0 0 0,0 0 0 0 0,-1 0-1 0 0,1 0 1 0 0,-1 0 0 0 0,1 0 0 0 0,1 1 0 0 0,1-1-33 0 0,0 1 1 0 0,0 0-1 0 0,0-1 0 0 0,0 1 1 0 0,0-1-1 0 0,0 0 0 0 0,0 0 0 0 0,0 0 1 0 0,7 0-1 0 0,4 1-199 0 0,1-1 0 0 0,0-1 0 0 0,23-2-1 0 0,32-11-6222 0 0,-45 5 3344 0 0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1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87 1020 0 0,'0'-2'241'0'0,"0"1"0"0"0,0-1 0 0 0,0 0 0 0 0,0 0 0 0 0,1 0-1 0 0,-1 0 1 0 0,0 1 0 0 0,1-1 0 0 0,-1 0 0 0 0,1 0 0 0 0,0 1 0 0 0,0-1 0 0 0,-1 0 0 0 0,1 1-1 0 0,0-1 1 0 0,0 1 0 0 0,1-1 0 0 0,-1 1 0 0 0,0-1 0 0 0,0 1 0 0 0,1 0 0 0 0,-1 0 0 0 0,0-1 0 0 0,1 1-1 0 0,0 0 1 0 0,-1 0 0 0 0,1 1 0 0 0,-1-1 0 0 0,1 0 0 0 0,2 0 0 0 0,57-20 1709 0 0,-59 20-1817 0 0,25-5 673 0 0,0 1-1 0 0,52-3 1 0 0,-67 8-660 0 0,0 0 0 0 0,-1 0 0 0 0,1 1 0 0 0,0 0 0 0 0,0 1 0 0 0,-1 1-1 0 0,1 0 1 0 0,-1 0 0 0 0,14 7 0 0 0,-20-7-112 0 0,0 0 0 0 0,-1 1 0 0 0,1 0 0 0 0,-1 0-1 0 0,0 0 1 0 0,0 0 0 0 0,0 1 0 0 0,0 0-1 0 0,-1 0 1 0 0,0-1 0 0 0,0 2 0 0 0,0-1 0 0 0,-1 0-1 0 0,1 1 1 0 0,-1-1 0 0 0,-1 1 0 0 0,1 0 0 0 0,-1-1-1 0 0,0 1 1 0 0,0 9 0 0 0,2 14 109 0 0,-3-1 0 0 0,-4 57 0 0 0,1-50 18 0 0,-6 67 392 0 0,-28 141 1 0 0,34-234-527 0 0,1 1 1 0 0,-1-1 0 0 0,-1 1 0 0 0,1-1-1 0 0,-2 0 1 0 0,1-1 0 0 0,-1 1 0 0 0,-1-1 0 0 0,1 0-1 0 0,-1 0 1 0 0,-14 14 0 0 0,9-13-29 0 0,0 0 1 0 0,-1 0-1 0 0,0-1 0 0 0,0-1 1 0 0,-1 0-1 0 0,0-1 0 0 0,-22 8 1 0 0,0-2-574 0 0,-1-2 0 0 0,0-2 0 0 0,-40 5 1 0 0,36-9-3326 0 0,-45-1 1 0 0,39-6-88 0 0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3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0 440 0 0,'0'0'2002'0'0,"-17"15"4946"0"0,11-9-6417 0 0,4-2-349 0 0,0 0 0 0 0,1 0-1 0 0,0 0 1 0 0,-1 0 0 0 0,1 0 0 0 0,1 1 0 0 0,-1-1-1 0 0,0 6 1 0 0,1-9-229 0 0,0 0 0 0 0,0 0 0 0 0,0 0 1 0 0,0 1-1 0 0,0-1 0 0 0,0 0 0 0 0,0 0 0 0 0,1 0 0 0 0,-1 0 0 0 0,0 0 0 0 0,1 0 0 0 0,-1 0 1 0 0,0 0-1 0 0,1 0 0 0 0,-1 0 0 0 0,1 0 0 0 0,0 0 0 0 0,-1 0 0 0 0,1 0 0 0 0,0-1 0 0 0,0 1 0 0 0,-1 0 1 0 0,1 0-1 0 0,0-1 0 0 0,0 1 0 0 0,0 0 0 0 0,0-1 0 0 0,0 1 0 0 0,0-1 0 0 0,0 1 0 0 0,0-1 1 0 0,0 0-1 0 0,0 1 0 0 0,0-1 0 0 0,0 0 0 0 0,0 0 0 0 0,0 0 0 0 0,2 0 0 0 0,-1 0-313 0 0,2-1 14 0 0,5-4 126 0 0,-1 0 1 0 0,1-1-1 0 0,-1 0 0 0 0,0-1 1 0 0,10-10-1 0 0,-12 11 467 0 0,-5 5-130 0 0,0 0 0 0 0,-1 0 0 0 0,1 0 0 0 0,0 0 0 0 0,0 0 0 0 0,0 0 0 0 0,0 1 1 0 0,0-1-1 0 0,0 0 0 0 0,0 1 0 0 0,0-1 0 0 0,0 0 0 0 0,1 1 0 0 0,-1 0 0 0 0,0-1 0 0 0,0 1 0 0 0,0 0 0 0 0,1-1 1 0 0,-1 1-1 0 0,0 0 0 0 0,2 0 0 0 0,-2 1-190 0 0,1 0-1 0 0,-1 0 1 0 0,0 0 0 0 0,0 1 0 0 0,0-1-1 0 0,0 0 1 0 0,0 1 0 0 0,0-1 0 0 0,0 1 0 0 0,0-1-1 0 0,0 1 1 0 0,-1-1 0 0 0,2 4 0 0 0,7 11-4612 0 0,-3-10 1976 0 0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3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5 360 0 0,'-2'-5'10519'0'0,"23"114"-9329"0"0,-4 1 0 0 0,2 129 0 0 0,-19-237-942 0 0,1-26-270 0 0,-1 0 0 0 0,-5-36 1 0 0,1 12-99 0 0,4 45 111 0 0,0 0-1 0 0,0 0 1 0 0,-1 0 0 0 0,1 0-1 0 0,-1 0 1 0 0,0 1 0 0 0,0-1-1 0 0,0 0 1 0 0,0 0 0 0 0,0 0-1 0 0,0 1 1 0 0,-1-1 0 0 0,1 1-1 0 0,-1-1 1 0 0,0 1 0 0 0,0 0-1 0 0,0-1 1 0 0,-2-1 0 0 0,2 3-13 0 0,-22 6-36 0 0,16-3 46 0 0,1 1 0 0 0,0 0 0 0 0,0 0 0 0 0,1 0 0 0 0,-1 1 0 0 0,1-1 0 0 0,-1 2 0 0 0,1-1-1 0 0,0 1 1 0 0,1 0 0 0 0,-1 0 0 0 0,-4 6 0 0 0,7-7 8 0 0,0-1-1 0 0,0 0 0 0 0,1 1 1 0 0,-1 0-1 0 0,1-1 1 0 0,0 1-1 0 0,0 0 1 0 0,0 0-1 0 0,0 0 1 0 0,1 0-1 0 0,0 1 1 0 0,0-1-1 0 0,0 0 0 0 0,0 1 1 0 0,1-1-1 0 0,-1 1 1 0 0,1-1-1 0 0,0 0 1 0 0,1 1-1 0 0,1 7 1 0 0,-1-9 3 0 0,0-1 1 0 0,1 1-1 0 0,-1-1 1 0 0,1 1-1 0 0,0-1 1 0 0,0 0 0 0 0,-1 0-1 0 0,2 0 1 0 0,-1 0-1 0 0,0 0 1 0 0,0 0-1 0 0,1 0 1 0 0,-1-1 0 0 0,1 1-1 0 0,-1-1 1 0 0,1 0-1 0 0,0 0 1 0 0,-1 0-1 0 0,1 0 1 0 0,0 0-1 0 0,0-1 1 0 0,0 1 0 0 0,-1-1-1 0 0,1 0 1 0 0,0 1-1 0 0,5-2 1 0 0,7 1-25 0 0,1 0 1 0 0,-1-1 0 0 0,23-5-1 0 0,-8-2-73 0 0,0 0 0 0 0,-1-2 0 0 0,0-1 0 0 0,-1-1 1 0 0,27-16-1 0 0,128-87-1089 0 0,-181 114 1179 0 0,17-10-354 0 0,-18 12 354 0 0,-1-1 0 0 0,1 0 1 0 0,-1 0-1 0 0,0 1 1 0 0,1-1-1 0 0,-1 0 0 0 0,1 1 1 0 0,-1-1-1 0 0,0 0 0 0 0,1 1 1 0 0,-1-1-1 0 0,0 0 0 0 0,0 1 1 0 0,1-1-1 0 0,-1 1 1 0 0,0-1-1 0 0,0 1 0 0 0,0-1 1 0 0,1 1-1 0 0,-1-1 0 0 0,0 0 1 0 0,0 1-1 0 0,0-1 1 0 0,0 1-1 0 0,0-1 0 0 0,0 1 1 0 0,0-1-1 0 0,0 1 0 0 0,0 0 1 0 0,0 3-8 0 0,2 0 4 0 0,-2-2 7 0 0,1 0 0 0 0,-1 0 1 0 0,1-1-1 0 0,0 1 0 0 0,0 0 0 0 0,0 0 0 0 0,0 0 0 0 0,0 0 1 0 0,0-1-1 0 0,0 1 0 0 0,0-1 0 0 0,1 1 0 0 0,-1-1 1 0 0,1 1-1 0 0,-1-1 0 0 0,4 2 0 0 0,-3-2 93 0 0,1-1 0 0 0,-1 1 0 0 0,1-1 0 0 0,0 0 0 0 0,-1 0 0 0 0,1 0 0 0 0,-1-1 0 0 0,1 1 0 0 0,0-1-1 0 0,-1 1 1 0 0,1-1 0 0 0,-1 0 0 0 0,1 0 0 0 0,-1 0 0 0 0,0 0 0 0 0,1 0 0 0 0,-1 0 0 0 0,0-1 0 0 0,4-3 0 0 0,-4 4 228 0 0,-8-18 637 0 0,4 16-985 0 0,0-1 0 0 0,0 1 0 0 0,0 0-1 0 0,-1-1 1 0 0,1 1 0 0 0,-1 0-1 0 0,0 1 1 0 0,1-1 0 0 0,-1 0 0 0 0,-1 1-1 0 0,1-1 1 0 0,0 1 0 0 0,0 0 0 0 0,-1 0-1 0 0,1 1 1 0 0,-1-1 0 0 0,0 1-1 0 0,0 0 1 0 0,-7-2 0 0 0,9 3-756 0 0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4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14 348 0 0,'-5'-2'887'0'0,"-18"-7"-56"0"0,17 6-45 0 0,3 3-481 0 0,0 0 0 0 0,1 0 0 0 0,-1 0 1 0 0,0 1-1 0 0,0-1 0 0 0,0 1 0 0 0,0 0 0 0 0,1-1 0 0 0,-1 1 0 0 0,0 1 0 0 0,1-1 0 0 0,-1 0 0 0 0,-4 3 0 0 0,2 2-76 0 0,0-1-1 0 0,1 1 0 0 0,-1 0 0 0 0,1 0 1 0 0,1 0-1 0 0,-1 0 0 0 0,1 1 0 0 0,0 0 1 0 0,0-1-1 0 0,1 1 0 0 0,-3 13 0 0 0,5-19-215 0 0,-1 1-1 0 0,1-1 0 0 0,0 1 0 0 0,0-1 1 0 0,-1 1-1 0 0,1-1 0 0 0,0 1 1 0 0,0 0-1 0 0,1-1 0 0 0,-1 1 1 0 0,0-1-1 0 0,0 1 0 0 0,1-1 1 0 0,0 3-1 0 0,-1-3-15 0 0,1-1 0 0 0,-1 1 1 0 0,1-1-1 0 0,-1 0 0 0 0,1 1 0 0 0,-1-1 0 0 0,1 1 1 0 0,-1-1-1 0 0,1 0 0 0 0,-1 1 0 0 0,1-1 1 0 0,-1 0-1 0 0,1 1 0 0 0,-1-1 0 0 0,1 0 1 0 0,0 0-1 0 0,-1 0 0 0 0,1 1 0 0 0,0-1 1 0 0,-1 0-1 0 0,1 0 0 0 0,-1 0 0 0 0,2 0 0 0 0,1-1-7 0 0,0 1-1 0 0,-1-1 1 0 0,1 0-1 0 0,0 0 0 0 0,-1 0 1 0 0,1 0-1 0 0,0 0 0 0 0,-1 0 1 0 0,0-1-1 0 0,1 1 1 0 0,-1-1-1 0 0,3-2 0 0 0,4-4-5 0 0,-5 3 17 0 0,1 1 0 0 0,-1 1 0 0 0,1-1 0 0 0,0 1-1 0 0,0-1 1 0 0,1 1 0 0 0,-1 1 0 0 0,8-4 0 0 0,-11 6-1 0 0,-1 0 1 0 0,0 0 0 0 0,1 0-1 0 0,-1 0 1 0 0,0 0 0 0 0,1 0-1 0 0,-1 1 1 0 0,0-1 0 0 0,1 0-1 0 0,-1 1 1 0 0,0-1 0 0 0,0 1 0 0 0,1-1-1 0 0,-1 1 1 0 0,0 0 0 0 0,0 0-1 0 0,0-1 1 0 0,0 1 0 0 0,0 0-1 0 0,0 0 1 0 0,0 0 0 0 0,1 2 0 0 0,19 22 5 0 0,-10-1 51 0 0,0 0-1 0 0,-2 1 1 0 0,0 0 0 0 0,-2 1-1 0 0,0 0 1 0 0,-2 0-1 0 0,-1 0 1 0 0,0 29 0 0 0,-2-8 63 0 0,-3 0 1 0 0,-2 0 0 0 0,-15 80-1 0 0,15-112 29 0 0,-1 0 0 0 0,0 1 0 0 0,-1-2 0 0 0,-1 1 0 0 0,-1 0 0 0 0,0-1 0 0 0,0-1 0 0 0,-20 26 0 0 0,24-35-58 0 0,1 0 0 0 0,-2-1-1 0 0,1 0 1 0 0,0 1 0 0 0,0-1 0 0 0,-1-1 0 0 0,0 1 0 0 0,1 0-1 0 0,-1-1 1 0 0,0 0 0 0 0,0 0 0 0 0,-1 0 0 0 0,1 0 0 0 0,0-1 0 0 0,-1 0-1 0 0,1 1 1 0 0,-1-2 0 0 0,1 1 0 0 0,-1 0 0 0 0,1-1 0 0 0,-1 0 0 0 0,1 0-1 0 0,-1 0 1 0 0,1-1 0 0 0,-1 0 0 0 0,1 1 0 0 0,-1-2 0 0 0,1 1-1 0 0,-1 0 1 0 0,1-1 0 0 0,0 0 0 0 0,0 0 0 0 0,0 0 0 0 0,0 0 0 0 0,-4-4-1 0 0,3 2-82 0 0,0 0 0 0 0,0 0 0 0 0,0-1 0 0 0,0 1 0 0 0,1-1 0 0 0,-1 0 0 0 0,1 0 0 0 0,1-1 0 0 0,-1 0 0 0 0,1 1 0 0 0,0-1 0 0 0,0 0 0 0 0,0 0 0 0 0,1-1 0 0 0,0 1 0 0 0,0 0 0 0 0,1-1 0 0 0,0 1 0 0 0,0-1 0 0 0,0 1 0 0 0,1-11 0 0 0,1 4-568 0 0,-1 0 0 0 0,2 0 1 0 0,0 0-1 0 0,4-15 1 0 0,22-44-6331 0 0,-16 51 3543 0 0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4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52 0 0,'7'-17'8629'0'0,"1"18"-4219"0"0,9 35-3414 0 0,-15-29-1390 0 0,1-1 1 0 0,-1 1 0 0 0,1-1-1 0 0,0 0 1 0 0,1 0 0 0 0,6 9 0 0 0,-8-13 253 0 0,0-1 1 0 0,0 0-1 0 0,0 0 1 0 0,0 0-1 0 0,0-1 1 0 0,0 1-1 0 0,0 0 1 0 0,0-1 0 0 0,0 1-1 0 0,0-1 1 0 0,0 0-1 0 0,0 1 1 0 0,0-1-1 0 0,1 0 1 0 0,-1 0-1 0 0,0-1 1 0 0,0 1-1 0 0,0 0 1 0 0,0-1-1 0 0,0 1 1 0 0,0-1-1 0 0,3-1 1 0 0,48-24-793 0 0,-36 17 1660 0 0,-16 8-359 0 0,-1 1-333 0 0,0 0 1 0 0,0 0-1 0 0,0 0 1 0 0,0 0 0 0 0,1 0-1 0 0,-1 0 1 0 0,0-1-1 0 0,0 1 1 0 0,0 0-1 0 0,0 0 1 0 0,0 0-1 0 0,0 0 1 0 0,0 0-1 0 0,0 0 1 0 0,1 0 0 0 0,-1 0-1 0 0,0-1 1 0 0,0 1-1 0 0,0 0 1 0 0,0 0-1 0 0,0 0 1 0 0,1 0-1 0 0,-1 0 1 0 0,0 0 0 0 0,0 0-1 0 0,0 0 1 0 0,0 0-1 0 0,1 0 1 0 0,-1 0-1 0 0,0 0 1 0 0,0 0-1 0 0,0 0 1 0 0,0 0 0 0 0,0 0-1 0 0,1 0 1 0 0,-1 0-1 0 0,0 0 1 0 0,0 0-1 0 0,0 1 1 0 0,0-1-1 0 0,0 0 1 0 0,1 0-1 0 0,-1 0 1 0 0,0 0 0 0 0,0 0-1 0 0,0 0 1 0 0,0 0-1 0 0,0 0 1 0 0,0 0-1 0 0,0 1 1 0 0,0-1-1 0 0,1 0 1 0 0,-1 0 0 0 0,0 0-1 0 0,0 0 1 0 0,0 0-1 0 0,0 1 1 0 0,0-1-1 0 0,0 0 1 0 0,8 12 829 0 0,-5 26-574 0 0,-3-14-1768 0 0,5-2-3722 0 0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5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1196 0 0,'0'0'1798'0'0,"8"-11"2430"0"0,1-2 3735 0 0,-7 5-7718 0 0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5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1 604 0 0,'-7'26'7905'0'0,"8"-18"-9518"0"0,13-8-2267 0 0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6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20 916 0 0,'3'-20'10947'0'0,"-4"28"-7471"0"0,-5 31-1644 0 0,-13 54-2061 0 0,-159 451 1647 0 0,150-469-1302 0 0,-30 68 140 0 0,57-139-234 0 0,1-2-20 0 0,-1-1 0 0 0,1 1 0 0 0,0-1 0 0 0,-1 1 1 0 0,1-1-1 0 0,0 1 0 0 0,0-1 0 0 0,0 1 0 0 0,0-1 0 0 0,0 1 0 0 0,1-1 1 0 0,-1 1-1 0 0,0-1 0 0 0,1 1 0 0 0,-1-1 0 0 0,1 0 0 0 0,-1 1 1 0 0,1-1-1 0 0,0 0 0 0 0,-1 1 0 0 0,1-1 0 0 0,0 0 0 0 0,0 0 1 0 0,0 0-1 0 0,0 0 0 0 0,0 0 0 0 0,0 0 0 0 0,0 0 0 0 0,1 0 1 0 0,1 1-1 0 0,1 0 0 0 0,0-1-1 0 0,-1 0 1 0 0,1-1 0 0 0,0 1 0 0 0,0 0 0 0 0,0-1-1 0 0,0 0 1 0 0,5-1 0 0 0,0 1-11 0 0,54 1-652 0 0,0-4 1 0 0,1-2-1 0 0,110-25 0 0 0,-122 12-2609 0 0,-35 7-3718 0 0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6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0 105 804 0 0,'7'-46'7389'0'0,"-3"42"-7168"0"0,-1 1 0 0 0,1-1 0 0 0,0 1-1 0 0,0 0 1 0 0,0 0 0 0 0,0 1 0 0 0,1-1-1 0 0,-1 1 1 0 0,1 0 0 0 0,-1 0-1 0 0,1 1 1 0 0,0-1 0 0 0,5 0 0 0 0,71-11 792 0 0,-69 11-820 0 0,97-5-368 0 0,-40 13-6862 0 0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8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367 22 752 0 0,'0'0'1890'0'0,"-32"-22"6639"0"0,18 25-8241 0 0,0 0-1 0 0,0 1 1 0 0,1 0 0 0 0,-1 1-1 0 0,1 0 1 0 0,0 2 0 0 0,0-1 0 0 0,-22 16-1 0 0,3 1 126 0 0,0 2 0 0 0,-28 28 0 0 0,53-45-321 0 0,0-1-1 0 0,1 2 0 0 0,-1-1 0 0 0,2 1 0 0 0,-1-1 0 0 0,1 1 1 0 0,1 1-1 0 0,-1-1 0 0 0,2 1 0 0 0,-6 19 0 0 0,8-26-77 0 0,1 0 0 0 0,-1 0-1 0 0,1-1 1 0 0,-1 1 0 0 0,1 0 0 0 0,0 0-1 0 0,0 0 1 0 0,0 0 0 0 0,1 0-1 0 0,-1 0 1 0 0,1 0 0 0 0,-1-1 0 0 0,1 1-1 0 0,0 0 1 0 0,0 0 0 0 0,0-1-1 0 0,0 1 1 0 0,1-1 0 0 0,-1 1 0 0 0,1-1-1 0 0,0 1 1 0 0,-1-1 0 0 0,1 0-1 0 0,0 0 1 0 0,1 0 0 0 0,-1 0 0 0 0,0 0-1 0 0,0 0 1 0 0,1-1 0 0 0,-1 1 0 0 0,1-1-1 0 0,-1 1 1 0 0,1-1 0 0 0,0 0-1 0 0,-1 0 1 0 0,1 0 0 0 0,0-1 0 0 0,0 1-1 0 0,0-1 1 0 0,0 1 0 0 0,0-1-1 0 0,3 0 1 0 0,1 0-6 0 0,1 0 0 0 0,-1-1 0 0 0,0 1 0 0 0,1-1-1 0 0,-1-1 1 0 0,0 1 0 0 0,0-1 0 0 0,0-1 0 0 0,0 1 0 0 0,0-1 0 0 0,-1 0 0 0 0,1-1-1 0 0,-1 0 1 0 0,0 0 0 0 0,9-7 0 0 0,-2 0 6 0 0,-1 0 1 0 0,-1 0-1 0 0,1-1 1 0 0,-2-1-1 0 0,16-24 1 0 0,-23 33-35 0 0,0 0 1 0 0,-1-1 0 0 0,1 1-1 0 0,-1 0 1 0 0,0-1-1 0 0,-1 1 1 0 0,1-1-1 0 0,-1 0 1 0 0,0 0 0 0 0,0 1-1 0 0,0-1 1 0 0,-1 0-1 0 0,0 0 1 0 0,0 0-1 0 0,0 0 1 0 0,0 0-1 0 0,-1 1 1 0 0,0-1 0 0 0,0 0-1 0 0,0 0 1 0 0,-1 1-1 0 0,1-1 1 0 0,-1 0-1 0 0,0 1 1 0 0,0 0 0 0 0,-1-1-1 0 0,1 1 1 0 0,-1 0-1 0 0,0 0 1 0 0,0 1-1 0 0,-1-1 1 0 0,1 1-1 0 0,-1-1 1 0 0,1 1 0 0 0,-1 0-1 0 0,0 0 1 0 0,0 1-1 0 0,-7-4 1 0 0,10 6-156 0 0,0 0 0 0 0,-1-1 0 0 0,1 1 0 0 0,-1 0 1 0 0,1 0-1 0 0,-1 0 0 0 0,1 0 0 0 0,-1 0 0 0 0,1 0 0 0 0,-1 1 0 0 0,1-1 1 0 0,-1 0-1 0 0,1 1 0 0 0,0-1 0 0 0,-1 1 0 0 0,1-1 0 0 0,0 1 0 0 0,-1 0 1 0 0,-1 1-1 0 0,-7 3-6210 0 0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8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1216 0 0,'0'0'4146'0'0,"10"-10"-1983"0"0,-7 4 2464 0 0,-4 2-3742 0 0,-2-22 1834 0 0,4 18-5261 0 0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8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86 368 0 0,'0'0'1117'0'0,"9"-12"1790"0"0,-3 6-2313 0 0,0 0 1 0 0,0 1-1 0 0,1 0 1 0 0,0 1 0 0 0,0-1-1 0 0,0 1 1 0 0,0 1-1 0 0,1-1 1 0 0,0 1-1 0 0,9-2 1 0 0,4-1 84 0 0,0 0 1 0 0,39-3-1 0 0,-53 8-573 0 0,0 0 0 0 0,0 1 0 0 0,-1 0 0 0 0,1 0 0 0 0,0 1 0 0 0,0 0 0 0 0,0 0 0 0 0,-1 0 0 0 0,11 5 0 0 0,-15-5-89 0 0,0 0 0 0 0,0 0 0 0 0,-1 0 0 0 0,1 0 0 0 0,0 1 0 0 0,-1-1 0 0 0,1 1 0 0 0,-1-1 0 0 0,1 1 0 0 0,-1 0 0 0 0,0-1 0 0 0,0 1 0 0 0,0 0 0 0 0,0 0 0 0 0,0 0 0 0 0,0 0 0 0 0,0 0 0 0 0,-1 0 0 0 0,1 0 0 0 0,0 0 0 0 0,-1 0 0 0 0,0 1 0 0 0,0-1 0 0 0,0 0 0 0 0,0 0 0 0 0,0 0 0 0 0,0 0 0 0 0,0 0 0 0 0,-1 1 0 0 0,1-1 0 0 0,-1 0 0 0 0,1 0 0 0 0,-1 0 0 0 0,-1 2 0 0 0,-3 9-14 0 0,0 0 0 0 0,-1-1 0 0 0,0 0 0 0 0,-1 0 0 0 0,-1 0 0 0 0,-9 11 0 0 0,-17 27-177 0 0,34-49 165 0 0,-1 0 0 0 0,0 1 0 0 0,1-1 0 0 0,-1 0 0 0 0,1 0 0 0 0,0 1 0 0 0,-1-1 0 0 0,1 0 0 0 0,0 1 0 0 0,0-1 0 0 0,0 0 0 0 0,0 1-1 0 0,0-1 1 0 0,0 0 0 0 0,0 1 0 0 0,1-1 0 0 0,-1 0 0 0 0,0 1 0 0 0,1-1 0 0 0,-1 0 0 0 0,1 0 0 0 0,-1 1 0 0 0,1-1 0 0 0,0 0 0 0 0,-1 0 0 0 0,1 0 0 0 0,0 0 0 0 0,0 0 0 0 0,2 2 0 0 0,35 25-220 0 0,-21-17 134 0 0,-9-5 26 0 0,-1-3 17 0 0,-1 1-1 0 0,-1 0 1 0 0,1 1-1 0 0,0-1 0 0 0,-1 1 1 0 0,0 0-1 0 0,0 1 1 0 0,-1-1-1 0 0,1 1 0 0 0,-1 0 1 0 0,-1 0-1 0 0,1 0 0 0 0,3 9 1 0 0,-7-13 49 0 0,0 1 0 0 0,0-1 0 0 0,0 0 0 0 0,0 0 0 0 0,-1 0 0 0 0,1 1 0 0 0,-1-1 0 0 0,1 0-1 0 0,-1 0 1 0 0,0 0 0 0 0,0 0 0 0 0,0 0 0 0 0,0 0 0 0 0,0 0 0 0 0,0 0 0 0 0,-1-1 0 0 0,1 1 0 0 0,-1 0 0 0 0,1-1 0 0 0,-1 1 0 0 0,1-1 0 0 0,-1 1 0 0 0,0-1 0 0 0,0 0 0 0 0,0 0 0 0 0,-3 2 0 0 0,-61 27 266 0 0,50-24-205 0 0,2 0-196 0 0,-51 18 185 0 0,21-12-4599 0 0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9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0 1208 0 0,'28'22'8858'0'0,"-27"-13"-8388"0"0,-2-1 1 0 0,1 1-1 0 0,-1 0 1 0 0,-1 0 0 0 0,1 0-1 0 0,-2-1 1 0 0,1 1-1 0 0,-1-1 1 0 0,-7 16 0 0 0,-48 77 13 0 0,31-57-1584 0 0,11-13-870 0 0,3-5-4535 0 0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49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19 8 0 0,'0'0'1267'0'0,"5"-12"5970"0"0,-5 11-7154 0 0,0 1-1 0 0,0 0 0 0 0,0-1 1 0 0,0 1-1 0 0,0 0 1 0 0,0-1-1 0 0,-1 1 0 0 0,1 0 1 0 0,0 0-1 0 0,0-1 1 0 0,0 1-1 0 0,-1 0 0 0 0,1 0 1 0 0,0-1-1 0 0,0 1 1 0 0,-1 0-1 0 0,1 0 0 0 0,0 0 1 0 0,0-1-1 0 0,-1 1 1 0 0,1 0-1 0 0,0 0 0 0 0,-1 0 1 0 0,1 0-1 0 0,0 0 1 0 0,-1 0-1 0 0,1 0 0 0 0,0-1 1 0 0,-1 1-1 0 0,1 0 1 0 0,0 0-1 0 0,-1 0 0 0 0,1 0 1 0 0,0 1-1 0 0,-1-1 1 0 0,1 0-1 0 0,0 0 0 0 0,-1 0 1 0 0,1 0-1 0 0,0 0 1 0 0,-1 0-1 0 0,1 0 0 0 0,0 1 1 0 0,0-1-1 0 0,-1 0 1 0 0,1 0-1 0 0,0 0 0 0 0,0 1 1 0 0,-1-1-1 0 0,1 0 1 0 0,-26 21 1030 0 0,-6 14-1229 0 0,18-18 651 0 0,0 2-278 0 0,0 2 1 0 0,1 0-1 0 0,-19 42 1 0 0,28-54-206 0 0,0 1 1 0 0,1-1-1 0 0,0 1 1 0 0,1-1-1 0 0,0 1 1 0 0,0 0-1 0 0,1 0 1 0 0,1 0-1 0 0,-1 0 1 0 0,2 0-1 0 0,-1 0 1 0 0,4 13-1 0 0,-3-19-49 0 0,0 0 0 0 0,1 0 0 0 0,-1-1-1 0 0,1 1 1 0 0,0 0 0 0 0,0-1-1 0 0,0 0 1 0 0,1 1 0 0 0,-1-1-1 0 0,1 0 1 0 0,0 0 0 0 0,0 0 0 0 0,0-1-1 0 0,0 1 1 0 0,0-1 0 0 0,1 0-1 0 0,-1 0 1 0 0,1 0 0 0 0,0 0-1 0 0,5 2 1 0 0,-2-4 7 0 0,0 1 1 0 0,-1-2-1 0 0,1 1 0 0 0,0-1 1 0 0,-1 0-1 0 0,1 0 0 0 0,-1 0 1 0 0,1-1-1 0 0,-1 0 0 0 0,0-1 1 0 0,0 1-1 0 0,0-1 0 0 0,0-1 0 0 0,0 1 1 0 0,0-1-1 0 0,-1 0 0 0 0,0 0 1 0 0,0 0-1 0 0,0-1 0 0 0,0 0 1 0 0,-1 0-1 0 0,0 0 0 0 0,6-10 0 0 0,-2 5 168 0 0,0 0-1 0 0,-1-1 1 0 0,-1-1-1 0 0,0 1 1 0 0,-1-1-1 0 0,0 0 1 0 0,0 0-1 0 0,-1-1 0 0 0,-1 1 1 0 0,0-1-1 0 0,-1 0 1 0 0,0 1-1 0 0,-1-1 1 0 0,-1 0-1 0 0,-1-24 0 0 0,0 35-129 0 0,0-1-1 0 0,0 0 1 0 0,0 0-1 0 0,-1 1 1 0 0,1-1-1 0 0,-1 1 0 0 0,1-1 1 0 0,-1 1-1 0 0,0 0 1 0 0,0-1-1 0 0,0 1 1 0 0,0 0-1 0 0,0 0 0 0 0,-1 0 1 0 0,1 1-1 0 0,0-1 1 0 0,-1 1-1 0 0,0-1 1 0 0,1 1-1 0 0,-1 0 0 0 0,-3-2 1 0 0,4 2-150 0 0,0 0 0 0 0,-1 0 1 0 0,1 0-1 0 0,0 1 0 0 0,-1-1 1 0 0,1 0-1 0 0,-1 1 0 0 0,1-1 1 0 0,0 1-1 0 0,-1 0 0 0 0,1 0 1 0 0,-1 0-1 0 0,1 0 0 0 0,-1 1 0 0 0,1-1 1 0 0,-1 0-1 0 0,1 1 0 0 0,0 0 1 0 0,-1 0-1 0 0,1 0 0 0 0,0 0 1 0 0,-5 2-1 0 0,7-2-375 0 0,-1 1 0 0 0,0-1 0 0 0,0 0 1 0 0,1 1-1 0 0,-1-1 0 0 0,0 1 0 0 0,1-1 0 0 0,0 1 0 0 0,-1-1 1 0 0,1 1-1 0 0,0-1 0 0 0,0 1 0 0 0,0-1 0 0 0,0 1 0 0 0,0-1 1 0 0,0 1-1 0 0,0 0 0 0 0,0-1 0 0 0,1 1 0 0 0,-1-1 0 0 0,1 2 1 0 0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0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1800 0 0,'0'0'4469'0'0,"18"1"4734"0"0,-15 0-11424 0 0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0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15 204 0 0,'0'-1'422'0'0,"0"1"0"0"0,0-1 0 0 0,1 0 0 0 0,-1 0 0 0 0,0 1 0 0 0,1-1 0 0 0,-1 0 0 0 0,0 1 0 0 0,1-1 0 0 0,-1 0 0 0 0,1 1 0 0 0,-1-1 0 0 0,1 1 0 0 0,-1-1 0 0 0,1 1-1 0 0,0-1 1 0 0,-1 1 0 0 0,1-1 0 0 0,0 1 0 0 0,-1 0 0 0 0,1-1 0 0 0,0 1 0 0 0,0 0 0 0 0,-1 0 0 0 0,1-1 0 0 0,0 1 0 0 0,1 0 0 0 0,0 21 2950 0 0,-14 55-4948 0 0,9-60 2912 0 0,-4 20-1018 0 0,-7 61 297 0 0,13-91-592 0 0,1 1 0 0 0,0 0 0 0 0,0 0 1 0 0,1-1-1 0 0,0 1 0 0 0,0 0 0 0 0,0-1 0 0 0,1 1 0 0 0,0-1 0 0 0,1 0 0 0 0,3 9 0 0 0,-4-12-50 0 0,0 0 0 0 0,0-1 0 0 0,-1 0 0 0 0,1 1 0 0 0,1-1-1 0 0,-1 0 1 0 0,0 0 0 0 0,0 0 0 0 0,1 0 0 0 0,-1-1-1 0 0,1 1 1 0 0,0-1 0 0 0,-1 1 0 0 0,1-1 0 0 0,0 0-1 0 0,0 0 1 0 0,0 0 0 0 0,0-1 0 0 0,0 1 0 0 0,0-1 0 0 0,0 1-1 0 0,0-1 1 0 0,0 0 0 0 0,0 0 0 0 0,0 0 0 0 0,0-1-1 0 0,0 1 1 0 0,0-1 0 0 0,0 1 0 0 0,0-1 0 0 0,0 0-1 0 0,5-3 1 0 0,9-3-28 0 0,-1-2 0 0 0,1 0 0 0 0,-1 0 0 0 0,18-16 0 0 0,-10 8 153 0 0,-21 16 20 0 0,-1-1-1 0 0,0 0 0 0 0,0 0 0 0 0,1 0 0 0 0,-1 0 0 0 0,-1-1 0 0 0,1 1 0 0 0,0 0 0 0 0,1-4 1 0 0,2-2 595 0 0,-4 7-308 0 0,-1 11-28 0 0,-2 0 0 0 0,1 0 0 0 0,-1 0 0 0 0,-1 0 0 0 0,0-1 0 0 0,-6 14 0 0 0,-7 29-1417 0 0,1 7-1254 0 0,1-10-1279 0 0,8-17-3213 0 0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0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487 60 700 0 0,'0'0'4939'0'0,"6"-2"-4261"0"0,229-51 4837 0 0,-233 52-5461 0 0,-1 0-1 0 0,1 1 0 0 0,0-1 1 0 0,0 1-1 0 0,0-1 0 0 0,0 1 0 0 0,0 0 1 0 0,0-1-1 0 0,0 1 0 0 0,0 0 1 0 0,0 1-1 0 0,0-1 0 0 0,0 0 0 0 0,0 0 1 0 0,0 1-1 0 0,0-1 0 0 0,0 1 0 0 0,-1 0 1 0 0,1 0-1 0 0,0 0 0 0 0,0-1 1 0 0,-1 1-1 0 0,1 1 0 0 0,0-1 0 0 0,-1 0 1 0 0,1 0-1 0 0,-1 1 0 0 0,0-1 1 0 0,1 1-1 0 0,-1-1 0 0 0,0 1 0 0 0,0-1 1 0 0,0 1-1 0 0,0 0 0 0 0,0 0 1 0 0,0-1-1 0 0,0 1 0 0 0,0 3 0 0 0,2 6-1 0 0,-1 0-1 0 0,0 1 0 0 0,-1-1 0 0 0,-1 1 0 0 0,0 16 0 0 0,0-14 45 0 0,0 41 64 0 0,-7 230 273 0 0,7-275-424 0 0,-8 104 164 0 0,-41 204 0 0 0,46-307-163 0 0,0-1 0 0 0,0 0 0 0 0,-1 0-1 0 0,-1 0 1 0 0,1 0 0 0 0,-1-1 0 0 0,-1 0 0 0 0,0 0 0 0 0,0 0 0 0 0,-1-1 0 0 0,0 0 0 0 0,-1 0 0 0 0,-15 13 0 0 0,10-12 3 0 0,-1-1 0 0 0,0 0 0 0 0,0-1 0 0 0,0 0 0 0 0,-1-1 1 0 0,0-1-1 0 0,-1 0 0 0 0,-28 5 0 0 0,-16-1-307 0 0,0-3 0 0 0,-71-1 0 0 0,-37-9-6963 0 0,155 4 6224 0 0,-40-3-2537 0 0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2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20 236 0 0,'0'0'1722'0'0,"3"-20"11087"0"0,-14 100-12309 0 0,11-77-723 0 0,0 1-1 0 0,0-1 0 0 0,0 1 0 0 0,0-1 0 0 0,1 1 0 0 0,0-1 0 0 0,-1 1 0 0 0,1-1 0 0 0,0 0 1 0 0,1 1-1 0 0,-1-1 0 0 0,1 0 0 0 0,-1 0 0 0 0,1 0 0 0 0,0 0 0 0 0,0 0 0 0 0,0 0 1 0 0,4 3-1 0 0,-5-5-615 0 0,5-2-717 0 0,8-1-2439 0 0,-5-7 1395 0 0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2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2 340 0 0,'4'-1'6256'0'0,"-3"8"-2554"0"0,-4 26-1576 0 0,-1 17-4021 0 0,6-22 1057 0 0,-2-24 387 0 0,1 6-3882 0 0,3 6 1570 0 0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4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16 160 0 0,'-6'-15'11041'0'0,"17"253"-9602"0"0,-11-193-1264 0 0,-3 0 0 0 0,-1 0 0 0 0,-15 63 1 0 0,2-55 395 0 0,16-51-318 0 0,4-8-421 0 0,2-4 91 0 0,1 1 0 0 0,0 0-1 0 0,0 0 1 0 0,1 0 0 0 0,0 1-1 0 0,1 0 1 0 0,0 0 0 0 0,0 0-1 0 0,0 2 1 0 0,18-12 0 0 0,-18 13 14 0 0,0 0 0 0 0,0 0 1 0 0,0 1-1 0 0,0 0 0 0 0,1 0 1 0 0,0 1-1 0 0,-1 1 0 0 0,1-1 1 0 0,0 1-1 0 0,0 1 0 0 0,1 0 0 0 0,-1 0 1 0 0,0 1-1 0 0,12 0 0 0 0,-19 0 51 0 0,1 1-1 0 0,0-1 1 0 0,0 0-1 0 0,0 1 1 0 0,0 0-1 0 0,0 0 0 0 0,-1 0 1 0 0,1 0-1 0 0,0 0 1 0 0,-1 0-1 0 0,1 1 0 0 0,0-1 1 0 0,-1 1-1 0 0,0 0 1 0 0,1 0-1 0 0,-1 0 1 0 0,0 0-1 0 0,0 0 0 0 0,0 0 1 0 0,0 0-1 0 0,-1 1 1 0 0,1-1-1 0 0,-1 1 0 0 0,1-1 1 0 0,-1 1-1 0 0,0 0 1 0 0,0-1-1 0 0,0 1 1 0 0,0 0-1 0 0,-1 0 0 0 0,1 0 1 0 0,-1 0-1 0 0,1 0 1 0 0,-1 0-1 0 0,0 0 1 0 0,0-1-1 0 0,-1 1 0 0 0,1 0 1 0 0,0 0-1 0 0,-1 0 1 0 0,-1 5-1 0 0,-1 0 16 0 0,0 0 0 0 0,0 0 1 0 0,0-1-1 0 0,-1 1 0 0 0,0-1 0 0 0,-1 0 1 0 0,1 0-1 0 0,-2 0 0 0 0,1 0 0 0 0,-1-1 0 0 0,1 0 1 0 0,-2 0-1 0 0,-9 7 0 0 0,-1-2 142 0 0,1 0-1 0 0,-1-2 1 0 0,-1 0-1 0 0,0-1 1 0 0,0 0-1 0 0,-1-2 0 0 0,1 0 1 0 0,-1-1-1 0 0,-1-1 1 0 0,1-1-1 0 0,0-1 1 0 0,-1 0-1 0 0,-34-2 1 0 0,52 0-176 0 0,0 0-1 0 0,0 0 1 0 0,1 0 0 0 0,-1 0-1 0 0,0 0 1 0 0,0-1 0 0 0,1 1-1 0 0,-1-1 1 0 0,0 1 0 0 0,1-1-1 0 0,-1 1 1 0 0,1-1 0 0 0,-1 0-1 0 0,1 0 1 0 0,-1 0 0 0 0,1 0-1 0 0,-1 0 1 0 0,1 0 0 0 0,0 0-1 0 0,-1 0 1 0 0,1 0 0 0 0,0-1-1 0 0,0 1 1 0 0,0 0 0 0 0,0-1 0 0 0,0 1-1 0 0,1-1 1 0 0,-1 0 0 0 0,0 1-1 0 0,1-1 1 0 0,-1 1 0 0 0,1-1-1 0 0,-1 0 1 0 0,1 1 0 0 0,0-1-1 0 0,-1 0 1 0 0,1 0 0 0 0,0 1-1 0 0,0-1 1 0 0,1 0 0 0 0,-1 1-1 0 0,0-1 1 0 0,0 0 0 0 0,1 0-1 0 0,0-2 1 0 0,2-3-806 0 0,0-1 1 0 0,1 1-1 0 0,-1 0 1 0 0,1 0-1 0 0,1 1 1 0 0,-1-1-1 0 0,1 1 0 0 0,7-7 1 0 0,0 2-1852 0 0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5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34 276 0 0,'0'0'2718'0'0,"-2"-19"5730"0"0,2 18-8391 0 0,0 0 1 0 0,-1 0 0 0 0,1 1-1 0 0,0-1 1 0 0,-1 0 0 0 0,1 0-1 0 0,0 1 1 0 0,-1-1 0 0 0,1 0-1 0 0,-1 1 1 0 0,1-1 0 0 0,-1 1-1 0 0,0-1 1 0 0,1 0-1 0 0,-1 1 1 0 0,0-1 0 0 0,1 1-1 0 0,-1 0 1 0 0,0-1 0 0 0,1 1-1 0 0,-1 0 1 0 0,0-1 0 0 0,0 1-1 0 0,0 0 1 0 0,1 0 0 0 0,-1-1-1 0 0,0 1 1 0 0,0 0 0 0 0,0 0-1 0 0,0 0 1 0 0,-1 0 0 0 0,-1 1 307 0 0,-1-1-308 0 0,0 1 1 0 0,0 1-1 0 0,1-1 1 0 0,-1 1-1 0 0,0-1 1 0 0,0 1-1 0 0,1 0 1 0 0,-1 0-1 0 0,1 1 1 0 0,-1-1-1 0 0,1 1 1 0 0,-4 4-1 0 0,-34 38 425 0 0,3 14-155 0 0,38-58-290 0 0,0 1-37 0 0,0 0-1 0 0,0 1 1 0 0,0-1-1 0 0,0 0 1 0 0,1 1 0 0 0,-1-1-1 0 0,1 0 1 0 0,0 0-1 0 0,0 1 1 0 0,-1-1-1 0 0,1 0 1 0 0,1 0-1 0 0,0 2 1 0 0,6-6-61 0 0,-1-1 0 0 0,0 0 1 0 0,1-1-1 0 0,-1 1 0 0 0,-1-1 0 0 0,1-1 1 0 0,-1 1-1 0 0,0-1 0 0 0,0 0 0 0 0,0-1 1 0 0,0 1-1 0 0,4-8 0 0 0,-10 13 48 0 0,1-1 0 0 0,-1 0 0 0 0,1 1 0 0 0,0-1 0 0 0,-1 0 0 0 0,1 1 0 0 0,0-1-1 0 0,-1 1 1 0 0,1-1 0 0 0,0 1 0 0 0,0 0 0 0 0,-1-1 0 0 0,1 1 0 0 0,0 0 0 0 0,0-1 0 0 0,-1 1-1 0 0,1 0 1 0 0,0 0 0 0 0,0 0 0 0 0,0 0 0 0 0,0 0 0 0 0,0 0 0 0 0,-1 0 0 0 0,1 0 0 0 0,0 0 0 0 0,0 0-1 0 0,0 0 1 0 0,0 0 0 0 0,-1 1 0 0 0,1-1 0 0 0,0 0 0 0 0,0 1 0 0 0,0-1 0 0 0,-1 0 0 0 0,1 1-1 0 0,0-1 1 0 0,-1 1 0 0 0,1-1 0 0 0,0 1 0 0 0,-1 0 0 0 0,1-1 0 0 0,-1 1 0 0 0,1-1 0 0 0,-1 1-1 0 0,1 0 1 0 0,0 1 0 0 0,0 0-3 0 0,0 1 1 0 0,0 0-1 0 0,1-1 0 0 0,-1 0 0 0 0,1 1 1 0 0,-1-1-1 0 0,1 0 0 0 0,0 0 0 0 0,0 0 0 0 0,0 0 1 0 0,0 0-1 0 0,0 0 0 0 0,0-1 0 0 0,1 1 1 0 0,-1-1-1 0 0,1 1 0 0 0,-1-1 0 0 0,1 0 0 0 0,-1 0 1 0 0,1 0-1 0 0,0 0 0 0 0,-1 0 0 0 0,1-1 1 0 0,0 1-1 0 0,0-1 0 0 0,0 0 0 0 0,-1 0 0 0 0,1 0 1 0 0,0 0-1 0 0,0-1 0 0 0,0 1 0 0 0,-1-1 1 0 0,1 1-1 0 0,0-1 0 0 0,-1 0 0 0 0,1 0 0 0 0,0 0 1 0 0,-1 0-1 0 0,0-1 0 0 0,1 1 0 0 0,-1-1 1 0 0,0 1-1 0 0,1-1 0 0 0,1-2 0 0 0,41-42-318 0 0,-38 37 300 0 0,0 1 1 0 0,0 1-1 0 0,0-1 0 0 0,1 1 1 0 0,0 0-1 0 0,1 1 0 0 0,-1 0 1 0 0,1 0-1 0 0,0 1 0 0 0,14-6 0 0 0,-21 11 23 0 0,1 1-7 0 0,0 0 17 0 0,-1 0-1 0 0,1 1 1 0 0,-1-1-1 0 0,1 1 1 0 0,-1 0-1 0 0,0 0 1 0 0,0 0 0 0 0,0 0-1 0 0,0 0 1 0 0,0 0-1 0 0,0 1 1 0 0,-1-1-1 0 0,1 1 1 0 0,-1-1 0 0 0,1 1-1 0 0,-1 0 1 0 0,0-1-1 0 0,0 1 1 0 0,0 0-1 0 0,0 0 1 0 0,-1 0 0 0 0,1-1-1 0 0,-1 1 1 0 0,0 0-1 0 0,0 0 1 0 0,0 4-1 0 0,0-6 3 0 0,0-1 0 0 0,0 0 0 0 0,1 1 0 0 0,-1-1 0 0 0,0 0 0 0 0,0 0 0 0 0,1 1 0 0 0,-1-1-1 0 0,0 0 1 0 0,0 0 0 0 0,1 0 0 0 0,-1 1 0 0 0,0-1 0 0 0,1 0 0 0 0,-1 0 0 0 0,0 0 0 0 0,1 0-1 0 0,-1 0 1 0 0,0 0 0 0 0,1 0 0 0 0,-1 1 0 0 0,0-1 0 0 0,1 0 0 0 0,-1 0 0 0 0,0 0 0 0 0,1 0-1 0 0,-1-1 1 0 0,0 1 0 0 0,1 0 0 0 0,-1 0 0 0 0,0 0 0 0 0,1 0 0 0 0,-1 0 0 0 0,0 0 0 0 0,1 0-1 0 0,-1-1 1 0 0,0 1 0 0 0,0 0 0 0 0,1 0 0 0 0,-1 0 0 0 0,0-1 0 0 0,1 1 0 0 0,-1 0 0 0 0,27-16 11 0 0,-19 10-1 0 0,1 0 0 0 0,0 0 0 0 0,18-8 0 0 0,-25 13 4 0 0,0 0-1 0 0,0 0 1 0 0,1 0-1 0 0,-1 1 1 0 0,1-1 0 0 0,-1 0-1 0 0,0 1 1 0 0,1 0-1 0 0,-1 0 1 0 0,1-1-1 0 0,-1 1 1 0 0,1 1 0 0 0,-1-1-1 0 0,1 0 1 0 0,-1 1-1 0 0,1-1 1 0 0,-1 1-1 0 0,0 0 1 0 0,1 0-1 0 0,-1 0 1 0 0,0 0 0 0 0,3 2-1 0 0,-2-1 6 0 0,13 26-387 0 0,-4-9-1959 0 0,-1-8-2854 0 0,-5-5 2404 0 0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5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0 560 0 0,'0'0'11180'0'0,"-5"2"-10907"0"0,-2 0-124 0 0,1 1 0 0 0,-1 0-1 0 0,1 0 1 0 0,0 1 0 0 0,0-1 0 0 0,0 1-1 0 0,0 1 1 0 0,1-1 0 0 0,-1 1 0 0 0,-4 6-1 0 0,10-10-133 0 0,-1-1-1 0 0,1 1 0 0 0,0-1 1 0 0,-1 1-1 0 0,1 0 1 0 0,0-1-1 0 0,0 1 0 0 0,-1 0 1 0 0,1-1-1 0 0,0 1 0 0 0,0 0 1 0 0,0-1-1 0 0,0 1 1 0 0,0 0-1 0 0,0-1 0 0 0,0 1 1 0 0,0 0-1 0 0,0-1 0 0 0,0 1 1 0 0,0 0-1 0 0,1-1 1 0 0,-1 1-1 0 0,0 0 0 0 0,0-1 1 0 0,1 1-1 0 0,-1 0 1 0 0,0-1-1 0 0,1 1 0 0 0,-1-1 1 0 0,1 1-1 0 0,-1-1 0 0 0,1 1 1 0 0,-1-1-1 0 0,1 1 1 0 0,-1-1-1 0 0,1 1 0 0 0,-1-1 1 0 0,1 0-1 0 0,0 1 0 0 0,-1-1 1 0 0,1 0-1 0 0,0 0 1 0 0,-1 1-1 0 0,1-1 0 0 0,0 0 1 0 0,-1 0-1 0 0,1 0 1 0 0,0 0-1 0 0,-1 0 0 0 0,1 0 1 0 0,1 0-1 0 0,56 10-626 0 0,-32-6-1162 0 0,-13-1 532 0 0,2 1-4415 0 0,-5-3 2781 0 0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6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5 876 0 0,'0'0'898'0'0,"4"-5"397"0"0,0 6 1983 0 0,1 5-3040 0 0,0 0 1 0 0,-1 1 0 0 0,1-1-1 0 0,-1 1 1 0 0,-1 0 0 0 0,1 0-1 0 0,-1 1 1 0 0,0-1 0 0 0,-1 0-1 0 0,0 1 1 0 0,0 0 0 0 0,-1-1 0 0 0,0 1-1 0 0,0 0 1 0 0,0 8 0 0 0,-1-14-106 0 0,-1-1-96 0 0,1 0-1 0 0,0-1 1 0 0,0 1-1 0 0,0 0 1 0 0,0 0 0 0 0,0 0-1 0 0,0 0 1 0 0,0 0-1 0 0,0 0 1 0 0,0 0 0 0 0,0 0-1 0 0,1 0 1 0 0,-1-1-1 0 0,0 1 1 0 0,1 0 0 0 0,-1 0-1 0 0,0 0 1 0 0,1 0 0 0 0,-1-1-1 0 0,1 1 1 0 0,0 1-1 0 0,8-13-22 0 0,0-1 13 0 0,0 1-1 0 0,1 0 1 0 0,0 0 0 0 0,1 1-1 0 0,0 0 1 0 0,15-9-1 0 0,-23 18-31 0 0,0 1-1 0 0,0-1 0 0 0,1 1 0 0 0,-1 0 0 0 0,0 1 0 0 0,0-1 0 0 0,1 1 1 0 0,-1-1-1 0 0,0 1 0 0 0,0 0 0 0 0,0 0 0 0 0,0 0 0 0 0,0 0 0 0 0,0 1 1 0 0,0-1-1 0 0,0 1 0 0 0,-1 0 0 0 0,1 0 0 0 0,4 4 0 0 0,19 9-308 0 0,-17-12 56 0 0,0 1-1 0 0,1-1 1 0 0,0-1 0 0 0,-1 0-1 0 0,1 0 1 0 0,0-1 0 0 0,12 0-1 0 0,47-7-5258 0 0,-55 3 3668 0 0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6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9 740 0 0,'0'0'2664'0'0,"-1"-9"5080"0"0,-20 9-7392 0 0,16 0-44 0 0,-31 19 971 0 0,36-19-1252 0 0,-1 1 1 0 0,0 0 0 0 0,0 0 0 0 0,0-1-1 0 0,0 1 1 0 0,1 0 0 0 0,-1 0-1 0 0,0 0 1 0 0,1 0 0 0 0,-1 0 0 0 0,0 0-1 0 0,1 0 1 0 0,0 0 0 0 0,-1 0 0 0 0,1 0-1 0 0,-1 0 1 0 0,1 0 0 0 0,0 0 0 0 0,0 2-1 0 0,0-3-19 0 0,0 1-1 0 0,0 0 0 0 0,1-1 0 0 0,-1 1 1 0 0,0-1-1 0 0,1 1 0 0 0,-1 0 0 0 0,1-1 1 0 0,-1 1-1 0 0,1-1 0 0 0,-1 1 0 0 0,1-1 1 0 0,-1 1-1 0 0,1-1 0 0 0,-1 0 0 0 0,1 1 0 0 0,0-1 1 0 0,-1 0-1 0 0,1 1 0 0 0,0-1 0 0 0,-1 0 1 0 0,2 1-1 0 0,49 5-281 0 0,-37-5 141 0 0,-11-1-79 0 0,11 3-1014 0 0,11 1-5731 0 0,-18-2 4139 0 0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6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4 1164 0 0,'-15'-3'11327'0'0,"15"3"-11291"0"0,-1 0-1 0 0,0 0 0 0 0,1 0 1 0 0,-1 0-1 0 0,1 1 1 0 0,-1-1-1 0 0,0 0 1 0 0,1 0-1 0 0,-1 1 0 0 0,1-1 1 0 0,-1 1-1 0 0,0-1 1 0 0,1 0-1 0 0,-1 1 1 0 0,1-1-1 0 0,-1 1 0 0 0,1-1 1 0 0,0 1-1 0 0,-1-1 1 0 0,1 1-1 0 0,0 0 1 0 0,-1-1-1 0 0,1 1 0 0 0,0-1 1 0 0,-1 1-1 0 0,1 0 1 0 0,0-1-1 0 0,0 1 0 0 0,0 0 1 0 0,0-1-1 0 0,0 1 1 0 0,0 0-1 0 0,0-1 1 0 0,0 1-1 0 0,0 0 0 0 0,0-1 1 0 0,0 1-1 0 0,0 0 1 0 0,1 0-1 0 0,10 34-3468 0 0,-4-29 1466 0 0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7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1 560 0 0,'0'0'1688'0'0,"9"0"6031"0"0,-12 32-8513 0 0,-3-9-3891 0 0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7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25 1392 0 0,'-8'18'17872'0'0,"8"-47"-23340"0"0,-3 16-51 0 0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7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33 740 0 0,'-3'-8'4528'0'0,"-1"-5"-2107"0"0,2 1-2493 0 0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8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17 1076 0 0,'0'0'1086'0'0,"8"-16"13252"0"0,-9 61-14134 0 0,-1 0 1 0 0,-3 0 0 0 0,-2 0 0 0 0,-1-1 0 0 0,-15 45 0 0 0,-1-6 30 0 0,18-57-106 0 0,-1-1 1 0 0,-1 0-1 0 0,-1-1 1 0 0,-16 31-1 0 0,16-40-28 0 0,1 0 0 0 0,1 1 0 0 0,0 0 0 0 0,1 0-1 0 0,1 0 1 0 0,-7 33 0 0 0,12-46-94 0 0,0-1 0 0 0,0 0 0 0 0,0 0 0 0 0,0 1-1 0 0,0-1 1 0 0,1 0 0 0 0,-1 0 0 0 0,1 1 0 0 0,-1-1 0 0 0,1 0 0 0 0,0 0 0 0 0,0 0-1 0 0,0 0 1 0 0,0 0 0 0 0,0 0 0 0 0,1 0 0 0 0,-1 0 0 0 0,0-1 0 0 0,3 3-1 0 0,0-1 4 0 0,-1 0-1 0 0,1 0 0 0 0,0-1 0 0 0,0 0 1 0 0,0 0-1 0 0,0 0 0 0 0,0 0 1 0 0,0-1-1 0 0,7 2 0 0 0,8 0 25 0 0,0 0 0 0 0,0-1 0 0 0,31-1 0 0 0,-40-1-16 0 0,23 0-19 0 0,5 1-280 0 0,-1-2 0 0 0,0-1 0 0 0,66-13 0 0 0,-94 13-141 0 0,33-12-1428 0 0,-26 1-1354 0 0,-7-7-3501 0 0,-8 10 3110 0 0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0:58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1 105 148 0 0,'0'-15'3811'0'0,"7"8"-3336"0"0,0-1 1 0 0,1 1-1 0 0,-1 1 0 0 0,2-1 1 0 0,-1 2-1 0 0,1-1 0 0 0,0 1 0 0 0,0 0 1 0 0,0 1-1 0 0,1 0 0 0 0,-1 0 1 0 0,13-2-1 0 0,-2 1-1068 0 0,-1 1 1 0 0,0 1-1 0 0,1 1 0 0 0,-1 1 1 0 0,33 2-1 0 0,-40 0-1899 0 0,-1 1 190 0 0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0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8 988 0 0,'-8'0'738'0'0,"0"1"1"0"0,0 0-1 0 0,0 0 0 0 0,0 1 1 0 0,0 0-1 0 0,0 1 1 0 0,-8 3-1 0 0,4-1-226 0 0,1 1 0 0 0,0 0 0 0 0,0 1 0 0 0,-11 9 0 0 0,9-6-195 0 0,1 1 0 0 0,1 1-1 0 0,0-1 1 0 0,0 2 0 0 0,1-1 0 0 0,1 2-1 0 0,-12 19 1 0 0,20-32-290 0 0,0 1 0 0 0,0 0 0 0 0,0 0 1 0 0,0 0-1 0 0,0-1 0 0 0,0 1 0 0 0,1 0 0 0 0,-1 0 0 0 0,1 0 0 0 0,-1 1 0 0 0,1-1 1 0 0,0 0-1 0 0,0 0 0 0 0,-1 0 0 0 0,2 0 0 0 0,-1 0 0 0 0,0 0 0 0 0,0 0 0 0 0,1 0 1 0 0,-1 0-1 0 0,1 1 0 0 0,-1-1 0 0 0,1-1 0 0 0,0 1 0 0 0,0 0 0 0 0,0 0 0 0 0,0 0 0 0 0,0 0 1 0 0,1-1-1 0 0,-1 1 0 0 0,0 0 0 0 0,1-1 0 0 0,-1 1 0 0 0,1-1 0 0 0,-1 0 0 0 0,1 1 1 0 0,0-1-1 0 0,0 0 0 0 0,0 0 0 0 0,-1 0 0 0 0,1 0 0 0 0,0-1 0 0 0,0 1 0 0 0,0 0 1 0 0,0-1-1 0 0,3 1 0 0 0,4 1-7 0 0,-1 0 1 0 0,0-1 0 0 0,1 0-1 0 0,-1-1 1 0 0,0 1 0 0 0,1-2 0 0 0,-1 1-1 0 0,1-1 1 0 0,-1 0 0 0 0,12-4-1 0 0,-14 3 9 0 0,-1 1-1 0 0,0-2 1 0 0,0 1-1 0 0,0 0 1 0 0,-1-1-1 0 0,1 0 0 0 0,-1 0 1 0 0,1 0-1 0 0,-1 0 1 0 0,0-1-1 0 0,0 0 1 0 0,0 0-1 0 0,-1 0 1 0 0,0 0-1 0 0,1-1 1 0 0,-1 1-1 0 0,-1-1 0 0 0,1 0 1 0 0,-1 1-1 0 0,0-1 1 0 0,0 0-1 0 0,0-1 1 0 0,-1 1-1 0 0,1 0 1 0 0,-1 0-1 0 0,0-8 1 0 0,-1 5 80 0 0,0 1 1 0 0,-1 0 0 0 0,0 0 0 0 0,0 0 0 0 0,0 0 0 0 0,-1 0 0 0 0,0 0-1 0 0,-1 0 1 0 0,0 0 0 0 0,0 1 0 0 0,0-1 0 0 0,-1 1 0 0 0,1 0 0 0 0,-2 0 0 0 0,1 0-1 0 0,-1 1 1 0 0,1-1 0 0 0,-2 1 0 0 0,-6-6 0 0 0,10 10-240 0 0,1 0 0 0 0,-1 0 0 0 0,1 0 0 0 0,-1 1 1 0 0,0-1-1 0 0,1 0 0 0 0,-1 1 0 0 0,0-1 0 0 0,0 1 0 0 0,1-1 0 0 0,-1 1 1 0 0,0 0-1 0 0,0 0 0 0 0,-2 0 0 0 0,3 0-74 0 0,0 0-1 0 0,1 0 1 0 0,-1 0 0 0 0,1 0-1 0 0,-1 0 1 0 0,0 1-1 0 0,1-1 1 0 0,-1 0 0 0 0,0 0-1 0 0,1 1 1 0 0,-1-1 0 0 0,1 0-1 0 0,-1 1 1 0 0,1-1 0 0 0,-1 0-1 0 0,1 1 1 0 0,-1-1-1 0 0,1 1 1 0 0,-1-1 0 0 0,1 1-1 0 0,-1-1 1 0 0,1 1 0 0 0,0-1-1 0 0,-1 1 1 0 0,1 0 0 0 0,0-1-1 0 0,0 1 1 0 0,-1-1 0 0 0,1 1-1 0 0,0 0 1 0 0,0-1-1 0 0,0 1 1 0 0,0 0 0 0 0,0-1-1 0 0,0 1 1 0 0,0 0 0 0 0,0-1-1 0 0,0 1 1 0 0,0 0 0 0 0,0-1-1 0 0,0 2 1 0 0,2 6-3130 0 0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0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41 704 0 0,'30'-17'9984'0'0,"-29"16"-9259"0"0,6-7-738 0 0,7-6-6295 0 0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0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45 236 0 0,'0'0'4081'0'0,"-6"2"-3056"0"0,1-1-932 0 0,-29 10 2398 0 0,33-11-2365 0 0,-1 1 1 0 0,1 0-1 0 0,0 0 0 0 0,0-1 0 0 0,0 1 1 0 0,0 0-1 0 0,0 0 0 0 0,0 0 1 0 0,0 0-1 0 0,0 0 0 0 0,0 0 0 0 0,1 0 1 0 0,-1 1-1 0 0,0-1 0 0 0,1 0 1 0 0,-1 0-1 0 0,1 0 0 0 0,-1 1 0 0 0,1-1 1 0 0,0 0-1 0 0,-1 1 0 0 0,1-1 1 0 0,0 0-1 0 0,0 1 0 0 0,0-1 1 0 0,0 1-1 0 0,0-1 0 0 0,0 2 0 0 0,4 9 158 0 0,-1 0-1 0 0,1 0 1 0 0,1 0 0 0 0,0-1-1 0 0,1 1 1 0 0,0-2-1 0 0,1 1 1 0 0,11 14-1 0 0,19 32 452 0 0,-36-55-742 0 0,0 0-1 0 0,0 0 0 0 0,0 0 1 0 0,0 0-1 0 0,-1 1 1 0 0,1-1-1 0 0,0 0 0 0 0,-1 1 1 0 0,0-1-1 0 0,0 0 0 0 0,1 1 1 0 0,-1-1-1 0 0,-1 0 1 0 0,1 1-1 0 0,0-1 0 0 0,0 0 1 0 0,-1 1-1 0 0,0-1 0 0 0,1 0 1 0 0,-1 1-1 0 0,0-1 0 0 0,0 0 1 0 0,0 0-1 0 0,0 0 1 0 0,0 0-1 0 0,-4 4 0 0 0,-12 5-2839 0 0,-7-9-3516 0 0</inkml:trace>
  <inkml:trace contextRef="#ctx0" brushRef="#br0" timeOffset="1">113 75 832 0 0,'0'0'1272'0'0,"6"-9"888"0"0,1 1-1236 0 0,-1 2-39 0 0,1-1 655 0 0,8-3-888 0 0,-5 5-60 0 0,4-1-156 0 0,2 0-156 0 0,-1 4-236 0 0,3-5-212 0 0,1 4-236 0 0,7 0-244 0 0,-7 0-756 0 0,-4 3-1513 0 0,5 0 669 0 0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1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1 1064 0 0,'-15'49'3876'0'0,"-29"64"0"0"0,-31 39-3815 0 0,70-144-1805 0 0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1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76 404 0 0,'0'0'5431'0'0,"-4"4"-4647"0"0,0 0-580 0 0,0 1 1 0 0,1 0-1 0 0,0-1 1 0 0,0 1 0 0 0,0 1-1 0 0,0-1 1 0 0,1 0 0 0 0,-1 1-1 0 0,2-1 1 0 0,-1 1-1 0 0,0 0 1 0 0,1-1 0 0 0,0 1-1 0 0,1 0 1 0 0,-1 0-1 0 0,1 0 1 0 0,0 0 0 0 0,1 6-1 0 0,0-8-157 0 0,-1 1 0 0 0,1-1 0 0 0,0 0 0 0 0,0 0 0 0 0,0 0-1 0 0,1 1 1 0 0,-1-1 0 0 0,1 0 0 0 0,0-1 0 0 0,0 1 0 0 0,0 0-1 0 0,1-1 1 0 0,-1 1 0 0 0,1-1 0 0 0,0 0 0 0 0,0 0 0 0 0,0 0-1 0 0,1 0 1 0 0,-1 0 0 0 0,1-1 0 0 0,-1 1 0 0 0,1-1 0 0 0,0 0-1 0 0,0 0 1 0 0,0-1 0 0 0,0 1 0 0 0,4 0 0 0 0,-4-1-8 0 0,-1 0 1 0 0,0 0 0 0 0,0-1-1 0 0,0 1 1 0 0,1-1 0 0 0,-1 0-1 0 0,0 0 1 0 0,0 0 0 0 0,1-1-1 0 0,-1 1 1 0 0,0-1 0 0 0,0 1-1 0 0,0-1 1 0 0,0 0 0 0 0,1-1-1 0 0,-1 1 1 0 0,-1 0 0 0 0,1-1-1 0 0,0 1 1 0 0,0-1 0 0 0,-1 0-1 0 0,4-3 1 0 0,-2 1 104 0 0,0-1 0 0 0,-1 0 0 0 0,1 1 0 0 0,-1-1 0 0 0,0-1-1 0 0,-1 1 1 0 0,1 0 0 0 0,-1-1 0 0 0,0 1 0 0 0,0-1 0 0 0,1-10 0 0 0,-1 6 128 0 0,0 0 0 0 0,-1-1 0 0 0,0 1 1 0 0,-1 0-1 0 0,0-1 0 0 0,-1 1 0 0 0,0 0 0 0 0,-1 0 1 0 0,0-1-1 0 0,0 1 0 0 0,-1 0 0 0 0,-1 1 0 0 0,1-1 1 0 0,-7-11-1 0 0,0 4 657 0 0,2 6-7577 0 0,-6 20 682 0 0</inkml:trace>
  <inkml:trace contextRef="#ctx0" brushRef="#br0" timeOffset="1">348 148 568 0 0,'10'-1'18028'0'0,"-9"-16"-19334"0"0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1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6 980 0 0,'0'0'7058'0'0,"0"-1"-6907"0"0,-1 1 0 0 0,0-1-1 0 0,0 1 1 0 0,0-1 0 0 0,0 1 0 0 0,0-1 0 0 0,0 1 0 0 0,0 0-1 0 0,0-1 1 0 0,-1 1 0 0 0,1 0 0 0 0,0 0 0 0 0,0 0-1 0 0,0 0 1 0 0,0 0 0 0 0,0 0 0 0 0,0 0 0 0 0,0 0-1 0 0,0 1 1 0 0,-2-1 0 0 0,-7 10 179 0 0,-1-1 0 0 0,2 1 0 0 0,-1 1 0 0 0,1-1 0 0 0,1 2 0 0 0,0-1 0 0 0,1 1 0 0 0,0 0-1 0 0,1 1 1 0 0,-9 23 0 0 0,12-28-324 0 0,0 1 1 0 0,1 0-1 0 0,0-1 0 0 0,1 1 0 0 0,0 0 0 0 0,0 0 0 0 0,1 0 1 0 0,0 0-1 0 0,0 0 0 0 0,1-1 0 0 0,0 1 0 0 0,1 0 0 0 0,0 0 1 0 0,0-1-1 0 0,1 1 0 0 0,0-1 0 0 0,0 0 0 0 0,7 11 0 0 0,-9-17-17 0 0,1-1 0 0 0,-1 1-1 0 0,1-1 1 0 0,0 1-1 0 0,-1-1 1 0 0,1 1 0 0 0,0-1-1 0 0,0 0 1 0 0,0 0-1 0 0,0 0 1 0 0,0 0 0 0 0,0 0-1 0 0,0 0 1 0 0,0-1-1 0 0,3 1 1 0 0,-4 0 25 0 0,-1-1 0 0 0,1 0 0 0 0,-1 0 0 0 0,1 0 0 0 0,-1 0 0 0 0,1 0 0 0 0,0 0-1 0 0,-1 0 1 0 0,1 0 0 0 0,-1 0 0 0 0,1-1 0 0 0,0 1 0 0 0,-1 0 0 0 0,1 0 0 0 0,-1 0 0 0 0,1-1 0 0 0,-1 1 0 0 0,1 0 0 0 0,-1-1 0 0 0,1 1 0 0 0,-1 0-1 0 0,1-1 1 0 0,0 0 0 0 0,-1 0 29 0 0,1 0 0 0 0,-1 0 1 0 0,0 0-1 0 0,0 0 0 0 0,1 0 0 0 0,-1 0 0 0 0,0 0 0 0 0,0 0 0 0 0,0-1 0 0 0,0 1 0 0 0,0 0 0 0 0,0 0 1 0 0,0 0-1 0 0,-1 0 0 0 0,1 0 0 0 0,0 0 0 0 0,-1 0 0 0 0,1-1 0 0 0,-2-2 8 0 0,1 0 0 0 0,-1 1 0 0 0,1-1 0 0 0,-1 0 0 0 0,0 1 0 0 0,-1 0 0 0 0,1 0 0 0 0,0 0 0 0 0,-1 0 0 0 0,0 0 0 0 0,0 0 0 0 0,0 0 0 0 0,0 1 1 0 0,-4-3-1 0 0,3 2-306 0 0,0 1 1 0 0,-1 0-1 0 0,1 0 1 0 0,0 0-1 0 0,-1 1 1 0 0,1-1-1 0 0,-1 1 1 0 0,0 0-1 0 0,-6 0 1 0 0,-12-4-7778 0 0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2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58 972 0 0,'0'0'5649'0'0,"7"-11"-1704"0"0,33 3-2283 0 0,47-1 0 0 0,1-1-834 0 0,-45 1-477 0 0,-32 6-219 0 0,0 0 0 0 0,1 1 1 0 0,0 1-1 0 0,-1 0 0 0 0,1 0 0 0 0,12 1 0 0 0,-22 2-99 0 0,0 0-1 0 0,1-1 1 0 0,-1 1-1 0 0,0 0 1 0 0,0 0-1 0 0,0 0 1 0 0,0 1-1 0 0,-1-1 1 0 0,1 0-1 0 0,1 4 0 0 0,-1 11 6 0 0,0 0 0 0 0,-1 1-1 0 0,-1-1 1 0 0,-1 0 0 0 0,-4 27-1 0 0,0 5 10 0 0,-3 69 31 0 0,-5 0-1 0 0,-28 115 0 0 0,36-205-37 0 0,-2-1 0 0 0,-2 0 0 0 0,0-1-1 0 0,-1 0 1 0 0,-16 27 0 0 0,22-46-73 0 0,-1 1 0 0 0,-1-1-1 0 0,1 0 1 0 0,-1 0 0 0 0,0-1 0 0 0,-1 0 0 0 0,1 0 0 0 0,-1 0 0 0 0,0-1-1 0 0,-1 0 1 0 0,1 0 0 0 0,-1-1 0 0 0,0 0 0 0 0,0 0 0 0 0,-1-1 0 0 0,1 0-1 0 0,-1 0 1 0 0,1-1 0 0 0,-1 0 0 0 0,-9 0 0 0 0,-55 1-2977 0 0,21-7-3568 0 0,24 0 2747 0 0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4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36 736 0 0,'-6'-6'1096'0'0,"4"3"-529"0"0,0 1 1 0 0,0-1-1 0 0,-1 1 0 0 0,1-1 0 0 0,0 1 1 0 0,-1 0-1 0 0,0 0 0 0 0,0 0 0 0 0,1 1 0 0 0,-1-1 1 0 0,0 1-1 0 0,-5-2 0 0 0,6 2 124 0 0,-16 1 1282 0 0,14 2-1801 0 0,-1 1-1 0 0,1-1 0 0 0,0 1 0 0 0,0 0 0 0 0,0 1 0 0 0,1-1 1 0 0,-1 0-1 0 0,1 1 0 0 0,-5 7 0 0 0,7-10-219 0 0,0 0 0 0 0,0 0 0 0 0,0 0 1 0 0,0 1-1 0 0,1-1 0 0 0,-1 0 0 0 0,0 1 0 0 0,1-1 0 0 0,-1 0 0 0 0,1 1 1 0 0,0-1-1 0 0,-1 1 0 0 0,1-1 0 0 0,0 1 0 0 0,0-1 0 0 0,0 0 0 0 0,0 1 1 0 0,0-1-1 0 0,0 1 0 0 0,0-1 0 0 0,1 1 0 0 0,-1-1 0 0 0,1 1 0 0 0,-1-1 1 0 0,1 0-1 0 0,-1 1 0 0 0,1-1 0 0 0,0 0 0 0 0,-1 0 0 0 0,1 1 0 0 0,0-1 0 0 0,0 0 1 0 0,0 0-1 0 0,0 0 0 0 0,0 0 0 0 0,0 0 0 0 0,0 0 0 0 0,0 0 0 0 0,1 0 1 0 0,0 0-1 0 0,1 0-123 0 0,0 0 1 0 0,0 0 0 0 0,0 0-1 0 0,0 0 1 0 0,0-1 0 0 0,0 1-1 0 0,0-1 1 0 0,0 0 0 0 0,0 0-1 0 0,0 0 1 0 0,0 0-1 0 0,0-1 1 0 0,0 1 0 0 0,0-1-1 0 0,0 0 1 0 0,0 0 0 0 0,0 0-1 0 0,0 0 1 0 0,4-2 0 0 0,2-2-44 0 0,0 0 0 0 0,0 0 0 0 0,0-1 0 0 0,11-10 0 0 0,12-8 3541 0 0,-32 28-3200 0 0,1 12-214 0 0,4 45-310 0 0,6-22-5170 0 0,-6-29 3009 0 0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5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172 129 148 0 0,'0'0'1077'0'0,"-1"-14"8610"0"0,1 14-9633 0 0,0-1 1 0 0,-1 1-1 0 0,1-1 1 0 0,0 1-1 0 0,-1 0 1 0 0,1-1 0 0 0,0 1-1 0 0,-1 0 1 0 0,1 0-1 0 0,0-1 1 0 0,-1 1-1 0 0,1 0 1 0 0,-1 0-1 0 0,1-1 1 0 0,0 1-1 0 0,-1 0 1 0 0,1 0 0 0 0,-1 0-1 0 0,1 0 1 0 0,-1 0-1 0 0,1 0 1 0 0,-1 0-1 0 0,1 0 1 0 0,-1 0-1 0 0,1 0 1 0 0,-1 0-1 0 0,1 0 1 0 0,0 0 0 0 0,-1 0-1 0 0,1 0 1 0 0,-1 0-1 0 0,1 1 1 0 0,-1-1-1 0 0,1 0 1 0 0,-1 1-1 0 0,-24 15 870 0 0,-32 37-481 0 0,39-35-104 0 0,8-10-203 0 0,1 2 0 0 0,0 0 1 0 0,0 0-1 0 0,-9 15 1 0 0,17-23-99 0 0,2 1-17 0 0,-1-2-24 0 0,0-1 0 0 0,-1 1 0 0 0,1-1 0 0 0,0 0 1 0 0,0 1-1 0 0,0-1 0 0 0,0 1 0 0 0,0-1 0 0 0,0 1 0 0 0,0-1 0 0 0,1 1 0 0 0,-1-1 0 0 0,0 0 0 0 0,0 1 1 0 0,0-1-1 0 0,0 1 0 0 0,0-1 0 0 0,1 0 0 0 0,-1 1 0 0 0,0-1 0 0 0,0 1 0 0 0,1-1 0 0 0,-1 0 0 0 0,0 1 1 0 0,1-1-1 0 0,-1 0 0 0 0,0 0 0 0 0,1 1 0 0 0,-1-1 0 0 0,0 0 0 0 0,1 0 0 0 0,-1 1 0 0 0,1-1 0 0 0,-1 0 1 0 0,0 0-1 0 0,1 0 0 0 0,-1 0 0 0 0,1 0 0 0 0,-1 0 0 0 0,1 1 0 0 0,-1-1 0 0 0,0 0 0 0 0,1 0 0 0 0,-1 0 1 0 0,1-1-1 0 0,-1 1 0 0 0,1 0 0 0 0,-1 0 0 0 0,1 0 0 0 0,-1 0 0 0 0,0 0 0 0 0,1 0 0 0 0,-1-1 0 0 0,1 1 1 0 0,-1 0-1 0 0,0 0 0 0 0,1-1 0 0 0,-1 1 0 0 0,1-1 0 0 0,79-54-886 0 0,-78 54 831 0 0,49 18-334 0 0,-38-11 272 0 0,1-1 1 0 0,0 0-1 0 0,0 0 0 0 0,0-2 0 0 0,0 0 0 0 0,1 0 0 0 0,-1-2 0 0 0,23 1 1 0 0,-31-3 136 0 0,-1 1 1 0 0,1-1-1 0 0,-1 0 1 0 0,1-1 0 0 0,-1 0-1 0 0,1 1 1 0 0,-1-2 0 0 0,0 1-1 0 0,0-1 1 0 0,0 1-1 0 0,0-1 1 0 0,-1-1 0 0 0,1 1-1 0 0,-1-1 1 0 0,0 0-1 0 0,1 0 1 0 0,-2 0 0 0 0,1 0-1 0 0,-1-1 1 0 0,1 1-1 0 0,-1-1 1 0 0,0 0 0 0 0,-1 0-1 0 0,1 0 1 0 0,1-6 0 0 0,2-6 247 0 0,-2 1 1 0 0,0-1-1 0 0,0 0 0 0 0,-2-1 1 0 0,1-24-1 0 0,1-2 1190 0 0,-4 42-1079 0 0,0-4-179 0 0,0 2-166 0 0,-1 8 442 0 0,-28 517-2 0 0,22-365-251 0 0,7-154-18 0 0,-2-8-168 0 0,-1-2-35 0 0,1-1 0 0 0,0 1 0 0 0,1-1-1 0 0,0 0 1 0 0,0 0 0 0 0,1 0 0 0 0,0 1 0 0 0,1-1 0 0 0,0 0 0 0 0,0 0 0 0 0,0 1 0 0 0,2-1 0 0 0,5-16 0 0 0,4-8-40 0 0,2 0 1 0 0,21-38-1 0 0,-25 55 6 0 0,0 1 0 0 0,1 0-1 0 0,0 1 1 0 0,1 0 0 0 0,1 1 0 0 0,0 0 0 0 0,1 1-1 0 0,20-13 1 0 0,-32 22 22 0 0,1 1-1 0 0,0 0 1 0 0,-1 1 0 0 0,1-1-1 0 0,0 0 1 0 0,0 1-1 0 0,1-1 1 0 0,-1 1 0 0 0,0 0-1 0 0,0 0 1 0 0,0 0-1 0 0,1 1 1 0 0,-1-1 0 0 0,1 1-1 0 0,-1 0 1 0 0,0 0-1 0 0,1 0 1 0 0,-1 0 0 0 0,0 0-1 0 0,1 1 1 0 0,-1 0-1 0 0,0-1 1 0 0,1 1 0 0 0,-1 1-1 0 0,0-1 1 0 0,0 0-1 0 0,0 1 1 0 0,0-1 0 0 0,0 1-1 0 0,5 4 1 0 0,-7-5 9 0 0,-1 1-1 0 0,1-1 1 0 0,-1 0 0 0 0,1 0 0 0 0,-1 1 0 0 0,0-1-1 0 0,1 0 1 0 0,-1 0 0 0 0,0 1 0 0 0,0-1-1 0 0,0 0 1 0 0,0 1 0 0 0,0-1 0 0 0,0 1 0 0 0,0-1-1 0 0,-1 0 1 0 0,1 0 0 0 0,0 1 0 0 0,-1-1-1 0 0,1 0 1 0 0,-1 1 0 0 0,1-1 0 0 0,-1 0-1 0 0,0 0 1 0 0,1 0 0 0 0,-1 0 0 0 0,0 0 0 0 0,0 0-1 0 0,0 0 1 0 0,0 0 0 0 0,0 0 0 0 0,0 0-1 0 0,-2 1 1 0 0,-36 28-671 0 0,29-24-51 0 0,-16 10-804 0 0,10-15-7135 0 0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6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1080 0 0,'0'0'117'0'0,"0"0"0"0"0,0 0 1 0 0,0 0-1 0 0,0 0 0 0 0,1-1 117 0 0,-1 1-117 0 0,0 0 0 0 0,0 0 1 0 0,0 0-1 0 0,0 0 0 0 0,0 0 0 0 0,1 0 0 0 0,-1 0 0 0 0,0-1 1 0 0,0 1-1 0 0,0 0 0 0 0,1 0 0 0 0,-1 0 0 0 0,0 0 0 0 0,0 0 1 0 0,0 0-1 0 0,0 0 0 0 0,1 0 0 0 0,-1 0 0 0 0,0 0 0 0 0,0 0 0 0 0,0 0 1 0 0,1 0-1 0 0,-1 0 0 0 0,0 0 0 0 0,0 0 0 0 0,0 1 0 0 0,0-1 1 0 0,1 0-1 0 0,-1 0 0 0 0,0 0 0 0 0,0 0 0 0 0,0 0 0 0 0,0 0 0 0 0,1 0 118 0 0,-1 1-118 0 0,0-1 0 0 0,0 0 0 0 0,0 0 0 0 0,0 0 1 0 0,0 0-1 0 0,0 0 0 0 0,0 1 0 0 0,0-1 0 0 0,1 0 0 0 0,-1 0 0 0 0,0 0 1 0 0,0 1-1 0 0,0-1 0 0 0,0 0 0 0 0,0 0 0 0 0,0 0 0 0 0,0 0 1 0 0,0 1-1 0 0,0-1 0 0 0,0 0 0 0 0,0 0 0 0 0,0 1 0 0 0,4 24 1763 0 0,-3 32-1447 0 0,-1-56-316 0 0,5 105 1520 0 0,20 116 0 0 0,-16-160-1210 0 0,-3 13 331 0 0,-6-73-140 0 0,0-10-552 0 0,0-10-83 0 0,1 0 0 0 0,1 0 0 0 0,0 0 1 0 0,2 0-1 0 0,0 1 0 0 0,1 0 0 0 0,1-1 1 0 0,0 1-1 0 0,1 1 0 0 0,1 0 0 0 0,12-19 0 0 0,-9 17-35 0 0,1 2-1 0 0,0-1 0 0 0,1 2 0 0 0,1 0 0 0 0,0 0 0 0 0,1 1 0 0 0,1 1 0 0 0,0 0 0 0 0,0 2 0 0 0,22-12 0 0 0,-37 22 42 0 0,1 0 0 0 0,0 0-1 0 0,-1 0 1 0 0,1 0 0 0 0,0 0 0 0 0,0 1 0 0 0,-1-1 0 0 0,1 0 0 0 0,0 1 0 0 0,0 0 0 0 0,0-1-1 0 0,0 1 1 0 0,-1 0 0 0 0,1 0 0 0 0,0 0 0 0 0,0 0 0 0 0,0 0 0 0 0,0 1 0 0 0,0-1 0 0 0,0 1 0 0 0,-1-1-1 0 0,1 1 1 0 0,0-1 0 0 0,0 1 0 0 0,-1 0 0 0 0,1 0 0 0 0,0 0 0 0 0,-1 0 0 0 0,1 0 0 0 0,-1 0-1 0 0,2 2 1 0 0,-2-1 7 0 0,0 0 0 0 0,0 0 0 0 0,0-1-1 0 0,0 1 1 0 0,-1 0 0 0 0,1 0 0 0 0,-1 0-1 0 0,1 0 1 0 0,-1 0 0 0 0,0 0 0 0 0,1 0 0 0 0,-1 0-1 0 0,0 0 1 0 0,-1 0 0 0 0,1 0 0 0 0,0 0-1 0 0,0 0 1 0 0,-1 0 0 0 0,1 0 0 0 0,-1 0-1 0 0,0 0 1 0 0,0 0 0 0 0,1 0 0 0 0,-1-1-1 0 0,0 1 1 0 0,-1 0 0 0 0,-1 2 0 0 0,-3 4-276 0 0,-1 0 0 0 0,-1-1 1 0 0,1 0-1 0 0,-1 0 0 0 0,-1-1 0 0 0,1 1 1 0 0,-1-2-1 0 0,0 1 0 0 0,0-1 0 0 0,-17 6 1 0 0,13-10-1962 0 0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6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0 644 0 0,'-1'3'9589'0'0,"-6"27"-9354"0"0,-7 42 1126 0 0,-7 101 0 0 0,19-137-1101 0 0,2 1 0 0 0,1-1 0 0 0,2 1 0 0 0,13 58 0 0 0,-14-86-275 0 0,0 0-1 0 0,0 1 1 0 0,1-1-1 0 0,1-1 1 0 0,-1 1-1 0 0,2 0 1 0 0,-1-1-1 0 0,1 0 1 0 0,0 0-1 0 0,1 0 1 0 0,0-1-1 0 0,0 0 1 0 0,8 7-1 0 0,-13-13 10 0 0,1 0-1 0 0,-1 0 0 0 0,1 0 1 0 0,0 0-1 0 0,-1-1 0 0 0,1 1 1 0 0,0-1-1 0 0,0 1 0 0 0,-1-1 1 0 0,1 0-1 0 0,0 1 0 0 0,0-1 1 0 0,-1 0-1 0 0,1 0 0 0 0,0 0 1 0 0,0-1-1 0 0,0 1 0 0 0,-1 0 1 0 0,1-1-1 0 0,0 1 0 0 0,2-2 1 0 0,0 0-5 0 0,0 0 1 0 0,-1 0-1 0 0,0 0 0 0 0,1-1 1 0 0,-1 0-1 0 0,0 1 1 0 0,0-1-1 0 0,0 0 1 0 0,2-4-1 0 0,1-1 73 0 0,-1 0-1 0 0,0 0 1 0 0,0-1-1 0 0,-1 1 1 0 0,0-1-1 0 0,-1 0 1 0 0,4-11-1 0 0,-6-1 1152 0 0,-8 27 17 0 0,-10 28-918 0 0,16-30-517 0 0,0 0-1 0 0,0 0 0 0 0,0 0 1 0 0,1 1-1 0 0,-1-1 0 0 0,1 0 1 0 0,0 0-1 0 0,1 0 1 0 0,-1 0-1 0 0,1 1 0 0 0,1 3 1 0 0,-2-5-498 0 0,1-1-1 0 0,0 1 1 0 0,0-1 0 0 0,0 0 0 0 0,0 0 0 0 0,0 1-1 0 0,1-1 1 0 0,-1 0 0 0 0,1 0 0 0 0,-1 0 0 0 0,4 3 0 0 0,5 2-2876 0 0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7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1 256 0 0,'0'0'12381'0'0,"-1"5"-12077"0"0,0 3-325 0 0,-1 46 75 0 0,2-51-367 0 0,0 0 1 0 0,0 0-1 0 0,0 0 0 0 0,1 0 1 0 0,-1 0-1 0 0,1 0 0 0 0,0 0 0 0 0,0 0 1 0 0,0-1-1 0 0,0 1 0 0 0,0 0 1 0 0,1-1-1 0 0,-1 1 0 0 0,1-1 0 0 0,-1 1 1 0 0,4 2-1 0 0,8 1-5265 0 0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7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6 108 0 0,'0'0'1140'0'0,"20"-5"7499"0"0,-20 13-8574 0 0,-1 0 1 0 0,0 1-1 0 0,0-1 0 0 0,-5 16 1 0 0,3-14-1534 0 0,0 1 1 0 0,1 0 0 0 0,-1 19-1 0 0,4-16-976 0 0</inkml:trace>
  <inkml:trace contextRef="#ctx0" brushRef="#br0" timeOffset="1">716 589 572 0 0,'-13'18'22726'0'0,"22"-49"-30145"0"0,-1 9 162 0 0,-6 8 2407 0 0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7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55 508 0 0,'-8'-6'5405'0'0,"2"-7"-1609"0"0,0 5-1292 0 0,5-5-2320 0 0,7-2-10133 0 0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09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44 540 0 0,'-4'-29'3561'0'0,"2"15"5002"0"0,2 58-8369 0 0,-2 0 0 0 0,-2-1 0 0 0,-2 1 0 0 0,-2-1-1 0 0,-2 0 1 0 0,-1 0 0 0 0,-3-2 0 0 0,-1 1 0 0 0,-2-2-1 0 0,-2 0 1 0 0,-1-1 0 0 0,-2-1 0 0 0,-29 36-1 0 0,43-64-127 0 0,3-4-13 0 0,1-1 1 0 0,-1 1 0 0 0,1 0 0 0 0,0 0 0 0 0,0 1-1 0 0,1-1 1 0 0,-4 9 0 0 0,7-14-51 0 0,1-1 0 0 0,-1 1 0 0 0,0 0 0 0 0,1 0 0 0 0,-1-1 0 0 0,0 1 0 0 0,1 0 0 0 0,-1-1 0 0 0,1 1 0 0 0,-1-1 0 0 0,1 1 0 0 0,-1 0 0 0 0,1-1 0 0 0,0 1 0 0 0,-1-1 0 0 0,1 0 0 0 0,0 1 0 0 0,-1-1 0 0 0,1 1 0 0 0,0-1 0 0 0,0 0 0 0 0,-1 0 0 0 0,1 1 0 0 0,0-1 0 0 0,0 0 0 0 0,-1 0 0 0 0,1 0 0 0 0,0 0 0 0 0,0 0 0 0 0,-1 0 0 0 0,2 0 0 0 0,30 0 51 0 0,-27 0-47 0 0,72-7-869 0 0,0-3 0 0 0,119-32 1 0 0,-153 26-1363 0 0,-19-2-3480 0 0,-17 10 2599 0 0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0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0 202 852 0 0,'5'-10'1060'0'0,"2"-4"-92"0"0,8 1-88 0 0,3-5-80 0 0,1-3-56 0 0,2 4-67 0 0,3 0-61 0 0,1 1-72 0 0,10-3-80 0 0,-7 7-108 0 0,0 0-160 0 0,-1 1-176 0 0,-1 5-212 0 0,0-3-216 0 0,0 6-176 0 0,-6 1-584 0 0,-5 2-1261 0 0,0-2 557 0 0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0.5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1 560 0 0,'-11'12'747'0'0,"1"1"1"0"0,0 0-1 0 0,1 0 0 0 0,0 1 1 0 0,1 1-1 0 0,1-1 0 0 0,0 1 1 0 0,1 0-1 0 0,-7 32 0 0 0,11-41-642 0 0,1 0-1 0 0,0 1 1 0 0,1-1-1 0 0,0 1 1 0 0,0-1-1 0 0,0 1 0 0 0,1-1 1 0 0,0 0-1 0 0,0 1 1 0 0,0-1-1 0 0,1 0 1 0 0,3 7-1 0 0,-3-8-41 0 0,1-1 1 0 0,-1 0-1 0 0,1 1 1 0 0,0-2-1 0 0,0 1 1 0 0,1 0-1 0 0,-1 0 1 0 0,1-1-1 0 0,0 0 0 0 0,0 0 1 0 0,0 0-1 0 0,0 0 1 0 0,1-1-1 0 0,-1 0 1 0 0,1 1-1 0 0,-1-1 1 0 0,9 2-1 0 0,-11-3-13 0 0,1 0-1 0 0,-1-1 1 0 0,1 1-1 0 0,0 0 1 0 0,-1-1-1 0 0,1 1 1 0 0,0-1 0 0 0,0 0-1 0 0,-1 0 1 0 0,1 0-1 0 0,0 0 1 0 0,0-1 0 0 0,-1 1-1 0 0,1-1 1 0 0,0 1-1 0 0,-1-1 1 0 0,1 0 0 0 0,0 0-1 0 0,-1 0 1 0 0,0 0-1 0 0,1-1 1 0 0,-1 1-1 0 0,0-1 1 0 0,1 1 0 0 0,-1-1-1 0 0,0 0 1 0 0,0 0-1 0 0,0 0 1 0 0,-1 0 0 0 0,1 0-1 0 0,0 0 1 0 0,-1-1-1 0 0,1 1 1 0 0,1-5 0 0 0,-1 1 32 0 0,0 1 1 0 0,0-1 0 0 0,-1 0-1 0 0,1 0 1 0 0,-1 0 0 0 0,-1 0 0 0 0,1 0-1 0 0,-1 0 1 0 0,0 0 0 0 0,-1 0-1 0 0,1 0 1 0 0,-1 0 0 0 0,0 0 0 0 0,-4-10-1 0 0,4 11-154 0 0,-1 0-1 0 0,0 0 1 0 0,0 1-1 0 0,0-1 0 0 0,-1 1 1 0 0,0 0-1 0 0,0 0 1 0 0,0 0-1 0 0,0 0 1 0 0,0 0-1 0 0,-1 0 0 0 0,1 1 1 0 0,-1 0-1 0 0,0-1 1 0 0,0 2-1 0 0,-1-1 0 0 0,1 0 1 0 0,-1 1-1 0 0,-7-3 1 0 0,10 4-979 0 0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0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26 788 0 0,'0'0'3827'0'0,"16"-11"4577"0"0,-16 11-8439 0 0,0 0 1 0 0,0-1 0 0 0,-1 1-1 0 0,1-1 1 0 0,0 1 0 0 0,0 0-1 0 0,0-1 1 0 0,0 1 0 0 0,0-1 0 0 0,0 1-1 0 0,0-1 1 0 0,0 1 0 0 0,0 0-1 0 0,0-1 1 0 0,0 1 0 0 0,0-1-1 0 0,0 1 1 0 0,0-1 0 0 0,0 1 0 0 0,1 0-1 0 0,-1-1 1 0 0,0 1 0 0 0,0 0-1 0 0,0-1 1 0 0,1 1 0 0 0,-1 0-1 0 0,0-1 1 0 0,0 1 0 0 0,1 0 0 0 0,-1-1-1 0 0,0 1 1 0 0,1 0 0 0 0,-1-1-1 0 0,0 1 1 0 0,1 0 0 0 0,-1 0-1 0 0,1 0 1 0 0,-1-1 0 0 0,0 1 0 0 0,1 0-1 0 0,-1 0 1 0 0,1 0 0 0 0,-1 0-1 0 0,1 0 1 0 0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1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14 376 0 0,'0'0'10594'0'0,"4"1"-10140"0"0,39-1 531 0 0,65-8 0 0 0,-68 4-482 0 0,0 1 0 0 0,50 4 0 0 0,-89-1-496 0 0,0 1 1 0 0,-1-1-1 0 0,1 1 1 0 0,0-1 0 0 0,-1 1-1 0 0,1 0 1 0 0,-1-1-1 0 0,1 1 1 0 0,-1 0 0 0 0,1-1-1 0 0,-1 1 1 0 0,1 0-1 0 0,-1 0 1 0 0,0-1 0 0 0,1 1-1 0 0,-1 0 1 0 0,0 0-1 0 0,0 0 1 0 0,0 0 0 0 0,0 0-1 0 0,1-1 1 0 0,-1 1-1 0 0,0 0 1 0 0,-1 0 0 0 0,1 0-1 0 0,0 0 1 0 0,0 0-1 0 0,0-1 1 0 0,0 1-1 0 0,-1 0 1 0 0,1 0 0 0 0,-1 1-1 0 0,-7 27 155 0 0,-22 41-410 0 0,-22 79 1 0 0,25-55-8856 0 0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1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1 496 0 0,'1'1'311'0'0,"0"1"0"0"0,0-1-1 0 0,-1 0 1 0 0,1 1 0 0 0,0-1 0 0 0,0 1-1 0 0,-1-1 1 0 0,1 1 0 0 0,-1 0 0 0 0,1-1 0 0 0,-1 1-1 0 0,0 0 1 0 0,1-1 0 0 0,-1 1 0 0 0,0 0-1 0 0,0-1 1 0 0,0 1 0 0 0,-1 0 0 0 0,1-1-1 0 0,0 1 1 0 0,0 0 0 0 0,-1-1 0 0 0,1 1 0 0 0,-2 2-1 0 0,-20 46 2166 0 0,14-33-1563 0 0,-44 87 1468 0 0,17-38-3264 0 0,5 2-3890 0 0,26-56 1601 0 0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1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26 1440 0 0,'0'0'6340'0'0,"-5"4"-5615"0"0,-2 2-492 0 0,1 0 1 0 0,-1 0-1 0 0,1 0 1 0 0,1 1-1 0 0,-1 0 1 0 0,1 1-1 0 0,1-1 1 0 0,-1 1-1 0 0,1 0 1 0 0,0 0-1 0 0,1 0 1 0 0,0 1-1 0 0,-3 11 1 0 0,5-15-220 0 0,0-1 0 0 0,0 1 0 0 0,1 0 0 0 0,0-1 0 0 0,0 1 0 0 0,0-1 0 0 0,0 1 0 0 0,0 0 0 0 0,1-1 0 0 0,0 1 0 0 0,0-1 0 0 0,0 1 0 0 0,1-1 0 0 0,0 0-1 0 0,-1 1 1 0 0,1-1 0 0 0,1 0 0 0 0,-1 0 0 0 0,1 0 0 0 0,-1-1 0 0 0,1 1 0 0 0,0 0 0 0 0,1-1 0 0 0,-1 0 0 0 0,0 0 0 0 0,1 0 0 0 0,0 0 0 0 0,0-1 0 0 0,4 3 0 0 0,-6-4-12 0 0,0 0-1 0 0,0 0 1 0 0,0 0 0 0 0,1 0-1 0 0,-1 0 1 0 0,0 0 0 0 0,1-1-1 0 0,-1 1 1 0 0,1-1-1 0 0,-1 0 1 0 0,0 0 0 0 0,1 0-1 0 0,-1 0 1 0 0,1 0 0 0 0,-1 0-1 0 0,1-1 1 0 0,-1 1-1 0 0,0-1 1 0 0,1 0 0 0 0,2-1-1 0 0,0 0 42 0 0,-1-1-1 0 0,0 1 1 0 0,0-1 0 0 0,-1 0-1 0 0,1 0 1 0 0,-1 0-1 0 0,1-1 1 0 0,-1 1-1 0 0,0-1 1 0 0,3-4-1 0 0,-1-1 85 0 0,0 1 0 0 0,0 0 0 0 0,-1-1 0 0 0,0 0 0 0 0,-1 0 0 0 0,0 0 0 0 0,0 0 0 0 0,-1-1 0 0 0,0 1-1 0 0,0-12 1 0 0,-2 10 109 0 0,0 0 0 0 0,-2 0 0 0 0,1 0 0 0 0,-4-11 0 0 0,4 18-287 0 0,0 0-1 0 0,0 0 0 0 0,-1 0 0 0 0,1 1 1 0 0,-1-1-1 0 0,0 0 0 0 0,0 1 1 0 0,0 0-1 0 0,-1-1 0 0 0,1 1 0 0 0,-1 0 1 0 0,0 0-1 0 0,-4-3 0 0 0,6 5-641 0 0,-2 0-717 0 0,-8 0 1174 0 0,4 2-6025 0 0,-8 5 2914 0 0</inkml:trace>
  <inkml:trace contextRef="#ctx0" brushRef="#br0" timeOffset="1">401 170 1000 0 0,'8'-2'14591'0'0,"3"-5"-12590"0"0,1-2-4587 0 0,7-4-5343 0 0,-7 9 3948 0 0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2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13 238 1120 0 0,'0'0'2186'0'0,"4"-2"-1182"0"0,157-108 7982 0 0,-152 103-8617 0 0,0-1 1 0 0,-1 0-1 0 0,0-1 1 0 0,0 0-1 0 0,-1 0 1 0 0,8-12-1 0 0,-15 19-348 0 0,1 1 0 0 0,0 0 0 0 0,-1 0 0 0 0,1 0 0 0 0,-1 0 0 0 0,1 0 0 0 0,-1 0 0 0 0,0-1 0 0 0,1 1 0 0 0,-1 0 0 0 0,0 0 0 0 0,0-1 0 0 0,0 1 0 0 0,0 0 0 0 0,0 0 0 0 0,0-1 0 0 0,0 1 0 0 0,0 0 0 0 0,0 0 0 0 0,-1 0-1 0 0,1-1 1 0 0,-1 1 0 0 0,1 0 0 0 0,-1 0 0 0 0,1 0 0 0 0,-1 0 0 0 0,1 0 0 0 0,-1 0 0 0 0,0 0 0 0 0,0 0 0 0 0,1 0 0 0 0,-1 0 0 0 0,0 0 0 0 0,0 0 0 0 0,0 0 0 0 0,0 1 0 0 0,0-1 0 0 0,0 0 0 0 0,0 1 0 0 0,-1-1 0 0 0,1 1 0 0 0,0-1 0 0 0,0 1 0 0 0,0-1 0 0 0,-1 1 0 0 0,1 0 0 0 0,-2 0 0 0 0,-4-2 10 0 0,0 0 0 0 0,0 0 1 0 0,-1 1-1 0 0,1 0 0 0 0,0 1 1 0 0,-11 0-1 0 0,14 0-28 0 0,-1 1 0 0 0,0-1 0 0 0,0 1-1 0 0,1 0 1 0 0,-1 0 0 0 0,0 1 0 0 0,1-1 0 0 0,-1 1-1 0 0,1 0 1 0 0,0 0 0 0 0,0 1 0 0 0,0-1-1 0 0,0 1 1 0 0,0 0 0 0 0,0 0 0 0 0,1 0 0 0 0,-1 1-1 0 0,1-1 1 0 0,0 1 0 0 0,0-1 0 0 0,0 1 0 0 0,0 0-1 0 0,1 1 1 0 0,0-1 0 0 0,0 0 0 0 0,0 1-1 0 0,0-1 1 0 0,1 1 0 0 0,-1-1 0 0 0,1 1 0 0 0,0 0-1 0 0,1-1 1 0 0,-1 1 0 0 0,1 0 0 0 0,0 0 0 0 0,0 0-1 0 0,1-1 1 0 0,1 9 0 0 0,1 5-21 0 0,2 1 1 0 0,0-1-1 0 0,2 0 1 0 0,0-1-1 0 0,0 1 1 0 0,13 19-1 0 0,-10-19-112 0 0,-1 0 1 0 0,-1 0-1 0 0,0 1 0 0 0,-1 0 0 0 0,3 20 0 0 0,-9-34 86 0 0,0-1 1 0 0,0 1 0 0 0,-1-1-1 0 0,0 1 1 0 0,0-1 0 0 0,0 1-1 0 0,0 0 1 0 0,-1-1 0 0 0,0 1-1 0 0,0-1 1 0 0,0 1 0 0 0,0-1-1 0 0,-1 0 1 0 0,0 0 0 0 0,-3 8-1 0 0,3-10 63 0 0,0 0 0 0 0,0 0 0 0 0,0 0 0 0 0,0 0 0 0 0,-1 0-1 0 0,1-1 1 0 0,0 1 0 0 0,-1-1 0 0 0,1 1 0 0 0,-1-1 0 0 0,1 0 0 0 0,-1 0 0 0 0,0 0-1 0 0,0 0 1 0 0,1-1 0 0 0,-1 1 0 0 0,0-1 0 0 0,0 0 0 0 0,0 0 0 0 0,1 1 0 0 0,-1-2-1 0 0,0 1 1 0 0,0 0 0 0 0,0-1 0 0 0,0 1 0 0 0,-3-2 0 0 0,3 1 34 0 0,-1 1 1 0 0,0-1-1 0 0,0-1 0 0 0,1 1 1 0 0,-1 0-1 0 0,1-1 1 0 0,-1 0-1 0 0,1 0 1 0 0,0 0-1 0 0,-1 0 0 0 0,1 0 1 0 0,0-1-1 0 0,0 1 1 0 0,1-1-1 0 0,-1 0 0 0 0,1 0 1 0 0,-1 0-1 0 0,1 0 1 0 0,0-1-1 0 0,0 1 0 0 0,0 0 1 0 0,0-1-1 0 0,1 1 1 0 0,0-1-1 0 0,-1 0 0 0 0,1 0 1 0 0,1 1-1 0 0,-1-1 1 0 0,0 0-1 0 0,1 0 1 0 0,0 0-1 0 0,0 0 0 0 0,0 1 1 0 0,1-8-1 0 0,1 0-246 0 0,0 0 0 0 0,0 1 1 0 0,1-1-1 0 0,0 0 0 0 0,1 1 0 0 0,0 0 0 0 0,0 0 0 0 0,1 0 0 0 0,1 1 1 0 0,12-18-1 0 0,28-21-3321 0 0,-11 21-2471 0 0,-18 15 2397 0 0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1:12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69 1092 0 0,'-1'-1'260'0'0,"1"0"1"0"0,0 0-1 0 0,0 0 0 0 0,0 0 0 0 0,0-1 1 0 0,-1 1-1 0 0,1 0 0 0 0,1 0 0 0 0,-1 0 0 0 0,0 0 1 0 0,0 0-1 0 0,0-1 0 0 0,1 1 0 0 0,-1 0 1 0 0,0 0-1 0 0,1 0 0 0 0,-1 0 0 0 0,1 0 1 0 0,-1 0-1 0 0,1 0 0 0 0,0 0 0 0 0,-1 0 1 0 0,2-1-1 0 0,28-15 2344 0 0,43 4-1400 0 0,-65 12-750 0 0,142-9 1894 0 0,-147 10-2323 0 0,0 0 1 0 0,-1 0-1 0 0,1 0 1 0 0,-1 1-1 0 0,1-1 1 0 0,-1 1-1 0 0,1 0 1 0 0,-1 0-1 0 0,0 0 1 0 0,1 0-1 0 0,-1 0 0 0 0,0 1 1 0 0,0-1-1 0 0,0 1 1 0 0,0-1-1 0 0,0 1 1 0 0,0 0-1 0 0,0-1 1 0 0,0 1-1 0 0,-1 0 1 0 0,1 0-1 0 0,-1 1 1 0 0,1-1-1 0 0,-1 0 0 0 0,0 0 1 0 0,0 1-1 0 0,0-1 1 0 0,0 1-1 0 0,0-1 1 0 0,-1 0-1 0 0,1 1 1 0 0,-1 0-1 0 0,1 3 1 0 0,1 10 20 0 0,-1 1 1 0 0,-1-1 0 0 0,0 1 0 0 0,-3 18 0 0 0,1-11 36 0 0,-21 358 391 0 0,23-347-428 0 0,-2 0-1 0 0,-2-1 0 0 0,-1 1 0 0 0,-1-1 0 0 0,-3 0 0 0 0,-16 46 0 0 0,20-71 37 0 0,0-1-1 0 0,0 1 0 0 0,-1-1 1 0 0,0-1-1 0 0,0 1 0 0 0,-1-1 1 0 0,0 0-1 0 0,-1 0 0 0 0,1-1 1 0 0,-1 0-1 0 0,0 0 0 0 0,-1-1 0 0 0,1 0 1 0 0,-1-1-1 0 0,0 0 0 0 0,0 0 1 0 0,-1-1-1 0 0,1 0 0 0 0,-14 2 1 0 0,4 0-518 0 0,0-2 1 0 0,-1-1-1 0 0,-32 0 1 0 0,32-2-1771 0 0,1-1 0 0 0,-1-2 1 0 0,-22-5-1 0 0,26 5-1725 0 0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03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13 337 540 0 0,'-5'-21'1549'0'0,"2"-1"-1"0"0,0 0 1 0 0,2 0 0 0 0,1-29-1 0 0,0 44-1327 0 0,2-1 0 0 0,-1 1 0 0 0,1 0 0 0 0,0-1 0 0 0,0 1 0 0 0,1 0 0 0 0,0 0 0 0 0,0 1 0 0 0,1-1 0 0 0,0 1 0 0 0,0-1 0 0 0,0 1 0 0 0,1 0 0 0 0,6-5 0 0 0,-1 2-149 0 0,1 0 0 0 0,1 1 0 0 0,-1 0 0 0 0,1 1 0 0 0,0 1 0 0 0,24-9 0 0 0,-24 9-36 0 0,1 1 0 0 0,0 1 0 0 0,0 0 0 0 0,0 1 0 0 0,0 0 0 0 0,24-1 0 0 0,-34 4-28 0 0,0 0-1 0 0,1 0 0 0 0,-1 1 0 0 0,0-1 0 0 0,0 1 0 0 0,1-1 0 0 0,-1 1 0 0 0,0 0 0 0 0,0 1 0 0 0,0-1 0 0 0,0 0 1 0 0,0 1-1 0 0,0 0 0 0 0,0 0 0 0 0,-1 0 0 0 0,1 0 0 0 0,0 0 0 0 0,-1 0 0 0 0,0 0 0 0 0,1 1 0 0 0,-1 0 0 0 0,0-1 1 0 0,-1 1-1 0 0,1 0 0 0 0,0 0 0 0 0,-1 0 0 0 0,1 0 0 0 0,-1 0 0 0 0,0 0 0 0 0,0 0 0 0 0,0 0 0 0 0,0 7 0 0 0,2 13 28 0 0,-1 1 0 0 0,-1 0 0 0 0,-1 0 0 0 0,-1 0 0 0 0,-7 42 0 0 0,4-33-12 0 0,2-19-13 0 0,-8 66 74 0 0,1 89 0 0 0,10-141-68 0 0,0 0 0 0 0,2 0-1 0 0,2-1 1 0 0,0 1 0 0 0,2-1-1 0 0,19 52 1 0 0,-18-62-11 0 0,0 1 1 0 0,1-1-1 0 0,1 0 0 0 0,14 18 0 0 0,-19-28-1 0 0,1 0 0 0 0,1 0 0 0 0,-1-1-1 0 0,1 0 1 0 0,0-1 0 0 0,0 1 0 0 0,1-1-1 0 0,-1 0 1 0 0,1-1 0 0 0,0 0 0 0 0,12 4 0 0 0,-18-7 1 0 0,0 0 1 0 0,0 0 0 0 0,0 0 0 0 0,0-1-1 0 0,0 1 1 0 0,1-1 0 0 0,-1 1 0 0 0,0-1 0 0 0,0 0-1 0 0,0 0 1 0 0,0 0 0 0 0,0 0 0 0 0,1 0-1 0 0,-1 0 1 0 0,0-1 0 0 0,0 1 0 0 0,0-1 0 0 0,0 1-1 0 0,0-1 1 0 0,0 0 0 0 0,0 0 0 0 0,0 0-1 0 0,0 0 1 0 0,2-2 0 0 0,-2 0 11 0 0,0 0-1 0 0,0 0 1 0 0,0-1 0 0 0,0 1-1 0 0,0-1 1 0 0,-1 1-1 0 0,0-1 1 0 0,1 0 0 0 0,-1 0-1 0 0,-1 0 1 0 0,1 1 0 0 0,0-6-1 0 0,-1 7 29 0 0,-19-14-14 0 0,17 16-33 0 0,-2 3 0 0 0,-8 5-2 0 0,2 0 1 0 0,-1 1 0 0 0,1 0 0 0 0,0 0 0 0 0,1 1-1 0 0,0 1 1 0 0,0 0 0 0 0,2 0 0 0 0,-1 0 0 0 0,1 1 0 0 0,1 0-1 0 0,0 1 1 0 0,1-1 0 0 0,0 1 0 0 0,1 0 0 0 0,0 0-1 0 0,1 1 1 0 0,0-1 0 0 0,0 15 0 0 0,1-4 7 0 0,1 0 1 0 0,1 0-1 0 0,0 0 1 0 0,2 1-1 0 0,1-1 1 0 0,1-1-1 0 0,2 1 1 0 0,0-1-1 0 0,1 0 0 0 0,12 27 1 0 0,27 29 17 0 0,-29-52-5 0 0,21 43 1 0 0,-35-63-15 0 0,0 1-1 0 0,0 0 1 0 0,-1-1 0 0 0,0 1-1 0 0,0 0 1 0 0,0 0-1 0 0,-1 0 1 0 0,-1 0 0 0 0,1 1-1 0 0,-3 14 1 0 0,1-15 8 0 0,0 0 0 0 0,-1 0 1 0 0,-1 0-1 0 0,0 0 0 0 0,0 0 0 0 0,0 0 1 0 0,-1-1-1 0 0,0 1 0 0 0,0-1 0 0 0,-9 11 1 0 0,-1-3 187 0 0,0-1 0 0 0,-31 25 0 0 0,18-17 22 0 0,26-21-440 0 0,-5 2 103 0 0,2-2-1849 0 0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03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6 56 0 0,'-15'5'3848'0'0,"-3"-10"-3452"0"0,-1 0-1368 0 0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06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57 183 40 0 0,'0'-5'1110'0'0,"0"-15"-89"0"0,0 15-103 0 0,-4-42 4452 0 0,7-33-863 0 0,-3 78-4226 0 0,0-12 215 0 0,0 13-476 0 0,0 1 1 0 0,0 0-1 0 0,1 0 0 0 0,-1 0 1 0 0,0-1-1 0 0,0 1 0 0 0,0 0 0 0 0,0 0 1 0 0,0 0-1 0 0,0-1 0 0 0,0 1 1 0 0,0 0-1 0 0,0 0 0 0 0,0 0 1 0 0,1-1-1 0 0,-1 1 0 0 0,0 0 0 0 0,0 0 1 0 0,0-1-1 0 0,0 1 0 0 0,-1 0 1 0 0,1 0-1 0 0,0 0 0 0 0,0-1 0 0 0,0 1 1 0 0,0 0-1 0 0,0 0 0 0 0,0 0 1 0 0,0-1-1 0 0,0 1 0 0 0,0 0 1 0 0,-1 0-1 0 0,1 0 0 0 0,0-1 0 0 0,0 1 1 0 0,0 0-1 0 0,0 0 0 0 0,0 0 1 0 0,-1 0-1 0 0,1 0 0 0 0,0-1 1 0 0,0 1-1 0 0,0 0 0 0 0,-1 0 0 0 0,1 0 1 0 0,0 0-1 0 0,0 0 0 0 0,-1 0 1 0 0,1 0-1 0 0,0 0 0 0 0,0 0 0 0 0,0 0 1 0 0,-1 0-1 0 0,1 0 0 0 0,0 0 1 0 0,0 0-1 0 0,-1 0 0 0 0,1 0 1 0 0,0 0-1 0 0,0 0 0 0 0,-1 0 0 0 0,-4 7-17 0 0,0-1-1 0 0,0 1 1 0 0,0 1-1 0 0,1-1 1 0 0,0 1-1 0 0,0-1 1 0 0,1 1-1 0 0,0 0 1 0 0,1 0-1 0 0,0 0 1 0 0,-2 11-1 0 0,2-4-2 0 0,1 0 0 0 0,1 0 0 0 0,0 0 0 0 0,0 0-1 0 0,7 29 1 0 0,-2-19 4 0 0,1-1 0 0 0,2 0 0 0 0,0 0 0 0 0,2-1-1 0 0,1-1 1 0 0,0 1 0 0 0,24 33 0 0 0,-28-47-1 0 0,-1-1 1 0 0,1 0 0 0 0,0-1 0 0 0,1 0-1 0 0,0 0 1 0 0,0 0 0 0 0,0-1 0 0 0,1 0-1 0 0,0-1 1 0 0,0 0 0 0 0,1 0 0 0 0,-1-1-1 0 0,1 0 1 0 0,0-1 0 0 0,0 0-1 0 0,0 0 1 0 0,0-1 0 0 0,1 0 0 0 0,-1-1-1 0 0,0-1 1 0 0,1 1 0 0 0,-1-2 0 0 0,1 1-1 0 0,-1-1 1 0 0,1-1 0 0 0,-1 0 0 0 0,0-1-1 0 0,0 1 1 0 0,18-9 0 0 0,-7-1 745 0 0,-54 33-504 0 0,18-7-228 0 0,2 0 0 0 0,0 1 0 0 0,1 0-1 0 0,0 1 1 0 0,1 1 0 0 0,1-1 0 0 0,1 2 0 0 0,0-1 0 0 0,2 1 0 0 0,0 1 0 0 0,0-1 0 0 0,-4 25 0 0 0,1 7 5 0 0,2 0 0 0 0,2 1 0 0 0,1 79 1 0 0,7-85-13 0 0,2 0 1 0 0,2 1 0 0 0,2-2 0 0 0,2 1-1 0 0,3-1 1 0 0,0-1 0 0 0,27 55 0 0 0,-28-73-17 0 0,-8-18 13 0 0,0 0 0 0 0,0 0 1 0 0,-1 0-1 0 0,0 1 0 0 0,0-1 1 0 0,-1 1-1 0 0,0 0 0 0 0,-1 0 1 0 0,1-1-1 0 0,-1 1 0 0 0,-1 0 1 0 0,1 0-1 0 0,-1 0 0 0 0,-1 0 1 0 0,0 0-1 0 0,-2 10 0 0 0,-5 5-49 0 0,-2-1 0 0 0,-1 1-1 0 0,-1-2 1 0 0,0 0-1 0 0,-2 0 1 0 0,-23 27 0 0 0,-3 5-2805 0 0,17-26-3842 0 0,16-18 2837 0 0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07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4 548 0 0,'0'0'7181'0'0,"-34"-4"-5945"0"0,15 4-1024 0 0,7 0-472 0 0,-13 4-1892 0 0,10-6-673 0 0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3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1 447 528 0 0,'0'0'9064'0'0,"0"1"-9022"0"0,0-1 0 0 0,0 1 0 0 0,1 0 0 0 0,-1-1 0 0 0,0 1 1 0 0,1 0-1 0 0,-1-1 0 0 0,1 1 0 0 0,-1-1 0 0 0,1 1 0 0 0,-1-1 0 0 0,1 1 0 0 0,-1-1 0 0 0,1 1 0 0 0,-1-1 0 0 0,1 1 0 0 0,0-1 0 0 0,-1 1 0 0 0,1-1 0 0 0,0 0 0 0 0,-1 0 0 0 0,1 1 0 0 0,0-1 0 0 0,-1 0 0 0 0,1 0 1 0 0,0 0-1 0 0,1 0 0 0 0,15-9 209 0 0,-1-2 0 0 0,0 0 0 0 0,-1-1 1 0 0,0 0-1 0 0,-1-1 0 0 0,0-1 0 0 0,20-27 0 0 0,-9 9 129 0 0,-2-1-1 0 0,33-67 0 0 0,-50 89-307 0 0,0-1 0 0 0,-1 0-1 0 0,-1-1 1 0 0,0 1-1 0 0,-1-1 1 0 0,0 0 0 0 0,-1 0-1 0 0,0 0 1 0 0,-1 0 0 0 0,-1-24-1 0 0,-4 28-480 0 0,-1 18 328 0 0,4-7 77 0 0,0 1-1 0 0,0 0 1 0 0,1 0-1 0 0,0-1 1 0 0,-1 1-1 0 0,1 0 1 0 0,0 0-1 0 0,0 0 1 0 0,1-1-1 0 0,0 6 1 0 0,9 17-83 0 0,0 0 1 0 0,29 45-1 0 0,-24-44 25 0 0,-1 0 0 0 0,13 35 0 0 0,-23-49 31 0 0,0-1 1 0 0,-1 1-1 0 0,0 1 0 0 0,-1-1 1 0 0,-1 0-1 0 0,0 0 0 0 0,-1 1 1 0 0,0-1-1 0 0,0 1 0 0 0,-5 22 1 0 0,3-27 25 0 0,0-1 0 0 0,-1 0 0 0 0,1 1 0 0 0,-2-1 1 0 0,1 0-1 0 0,-1-1 0 0 0,0 1 0 0 0,0-1 1 0 0,0 1-1 0 0,-1-1 0 0 0,0-1 0 0 0,-1 1 1 0 0,1-1-1 0 0,-1 0 0 0 0,0 0 0 0 0,0 0 0 0 0,-1-1 1 0 0,-11 7-1 0 0,12-9 30 0 0,1 0 0 0 0,0 0 0 0 0,-1 0 0 0 0,0 0 0 0 0,0-1-1 0 0,1 0 1 0 0,-1 0 0 0 0,0 0 0 0 0,-6-1 0 0 0,10 0-85 0 0,0 0 0 0 0,0 0 0 0 0,0 0 1 0 0,1 0-1 0 0,-1-1 0 0 0,0 1 0 0 0,0-1 0 0 0,0 1 0 0 0,1-1 0 0 0,-1 0 0 0 0,0 1 0 0 0,1-1 0 0 0,-1 0 1 0 0,1 0-1 0 0,-1 0 0 0 0,1 0 0 0 0,-1 0 0 0 0,1-1 0 0 0,0 1 0 0 0,0 0 0 0 0,-1-1 0 0 0,1 1 0 0 0,0-1 1 0 0,0 1-1 0 0,0-1 0 0 0,1 1 0 0 0,-1-1 0 0 0,0 0 0 0 0,0 0 0 0 0,1 1 0 0 0,-1-4 0 0 0,2-1-611 0 0,0 1-1 0 0,0 0 0 0 0,0-1 0 0 0,1 1 1 0 0,0 0-1 0 0,0 0 0 0 0,0 0 1 0 0,1 0-1 0 0,5-7 0 0 0,3-4-2091 0 0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3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0 206 364 0 0,'3'-2'884'0'0,"6"-5"-328"0"0,0 0-1 0 0,-1-1 1 0 0,0 0-1 0 0,0 0 1 0 0,-1-1 0 0 0,0 0-1 0 0,0 0 1 0 0,-1-1-1 0 0,-1 0 1 0 0,1 0-1 0 0,-2 0 1 0 0,1-1 0 0 0,-1 0-1 0 0,-1 1 1 0 0,0-1-1 0 0,2-19 1 0 0,-4 28-225 0 0,3-15 57 0 0,-4 17-366 0 0,0 0 0 0 0,0 0-1 0 0,0 0 1 0 0,1 0 0 0 0,-1 0-1 0 0,0-1 1 0 0,0 1 0 0 0,0 0-1 0 0,0 0 1 0 0,0 0-1 0 0,0 0 1 0 0,0-1 0 0 0,0 1-1 0 0,0 0 1 0 0,0 0 0 0 0,0 0-1 0 0,0 0 1 0 0,0-1 0 0 0,0 1-1 0 0,0 0 1 0 0,0 0 0 0 0,0 0-1 0 0,0 0 1 0 0,0-1 0 0 0,0 1-1 0 0,0 0 1 0 0,0 0 0 0 0,0 0-1 0 0,0 0 1 0 0,0-1 0 0 0,0 1-1 0 0,0 0 1 0 0,0 0-1 0 0,0 0 1 0 0,0 0 0 0 0,-1-1-1 0 0,1 1 1 0 0,0 0 0 0 0,0 0-1 0 0,0 0 1 0 0,0 0 0 0 0,0 0-1 0 0,0 0 1 0 0,-1 0 0 0 0,1-1-1 0 0,0 1 1 0 0,0 0 0 0 0,0 0-1 0 0,0 0 1 0 0,-1 0 0 0 0,1 0-1 0 0,0 0 1 0 0,0 0-1 0 0,0 0 1 0 0,-1 0 0 0 0,1 0-1 0 0,0 0 1 0 0,0 0 0 0 0,0 0-1 0 0,0 0 1 0 0,-1 0 0 0 0,1 0-1 0 0,0 0 1 0 0,0 0 0 0 0,0 0-1 0 0,0 0 1 0 0,-1 1 0 0 0,1-1-1 0 0,0 0 1 0 0,-6 5 7 0 0,0 0 1 0 0,0 0-1 0 0,0 1 0 0 0,1 0 1 0 0,0 0-1 0 0,0 0 0 0 0,1 1 1 0 0,0-1-1 0 0,0 1 1 0 0,0 0-1 0 0,1 1 0 0 0,0-1 1 0 0,0 0-1 0 0,1 1 0 0 0,0 0 1 0 0,0-1-1 0 0,0 10 1 0 0,2-9-31 0 0,1 0 1 0 0,0 0-1 0 0,0-1 1 0 0,1 1 0 0 0,0-1-1 0 0,1 1 1 0 0,-1-1 0 0 0,1 0-1 0 0,1 0 1 0 0,-1 0 0 0 0,1 0-1 0 0,1-1 1 0 0,-1 0 0 0 0,1 1-1 0 0,0-2 1 0 0,0 1-1 0 0,8 6 1 0 0,-10-9-181 0 0,1 0 0 0 0,0-1-1 0 0,0 1 1 0 0,0-1 0 0 0,0 0 0 0 0,1 0 0 0 0,-1 0 0 0 0,0 0-1 0 0,1-1 1 0 0,0 0 0 0 0,-1 0 0 0 0,9 1 0 0 0,-9-2-244 0 0,0 0 0 0 0,1-1 0 0 0,-1 1 0 0 0,0-1 0 0 0,1 0 0 0 0,-1 0 0 0 0,0 0 0 0 0,0-1 0 0 0,0 1 0 0 0,0-1 0 0 0,0 0 0 0 0,0 0 0 0 0,-1-1 0 0 0,1 1 0 0 0,5-6 0 0 0,0-1-1990 0 0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4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88 404 0 0,'0'0'275'0'0,"0"-1"0"0"0,1 1-1 0 0,-1-1 1 0 0,0 0 0 0 0,0 1-1 0 0,0-1 1 0 0,0 1 0 0 0,1-1 0 0 0,-1 0-1 0 0,0 1 1 0 0,0-1 0 0 0,1 1 0 0 0,-1-1-1 0 0,1 1 1 0 0,-1-1 0 0 0,0 1 0 0 0,1 0-1 0 0,-1-1 1 0 0,1 1 0 0 0,-1-1-1 0 0,1 1 1 0 0,-1 0 0 0 0,1-1 0 0 0,-1 1-1 0 0,1 0 1 0 0,-1 0 0 0 0,2-1 0 0 0,5 14 1214 0 0,-3 29-1251 0 0,-5-39-130 0 0,1-3-91 0 0,0 0 1 0 0,0 0 0 0 0,0 0 0 0 0,0 0 0 0 0,0 0-1 0 0,0 1 1 0 0,-1-1 0 0 0,1 0 0 0 0,0 0-1 0 0,0 0 1 0 0,0 0 0 0 0,0 1 0 0 0,0-1 0 0 0,0 0-1 0 0,0 0 1 0 0,0 0 0 0 0,0 1 0 0 0,0-1 0 0 0,0 0-1 0 0,0 0 1 0 0,0 0 0 0 0,0 1 0 0 0,0-1 0 0 0,0 0-1 0 0,0 0 1 0 0,0 0 0 0 0,0 1 0 0 0,0-1-1 0 0,0 0 1 0 0,0 0 0 0 0,0 0 0 0 0,0 0 0 0 0,0 1-1 0 0,0-1 1 0 0,1 0 0 0 0,-1 0 0 0 0,0 0 0 0 0,0 0-1 0 0,0 1 1 0 0,0-1 0 0 0,0 0 0 0 0,1 0 0 0 0,-1 0-1 0 0,0 0 1 0 0,0 0 0 0 0,0 0 0 0 0,0 0-1 0 0,1 0 1 0 0,-1 1 0 0 0,0-1 0 0 0,0 0 0 0 0,0 0-1 0 0,1 0 1 0 0,-1 0 0 0 0,0 0 0 0 0,0 0 0 0 0,0 0-1 0 0,1 0 1 0 0,-1 0 0 0 0,0 0 0 0 0,0 0 0 0 0,1 0-1 0 0,79-64 255 0 0,-79 64-271 0 0,1-1 1 0 0,-1 1 0 0 0,1 0-1 0 0,0 0 1 0 0,-1-1-1 0 0,1 1 1 0 0,-1 0 0 0 0,1 1-1 0 0,0-1 1 0 0,-1 0 0 0 0,1 0-1 0 0,-1 1 1 0 0,1-1-1 0 0,-1 1 1 0 0,1-1 0 0 0,-1 1-1 0 0,1 0 1 0 0,-1-1 0 0 0,0 1-1 0 0,1 0 1 0 0,-1 0-1 0 0,0 0 1 0 0,0 0 0 0 0,1 0-1 0 0,0 2 1 0 0,13 7 1 0 0,-14-9 28 0 0,1 0 0 0 0,0-1 0 0 0,-1 1 0 0 0,1 0 1 0 0,0-1-1 0 0,0 1 0 0 0,0-1 0 0 0,-1 1 0 0 0,1-1 0 0 0,0 0 0 0 0,0 0 0 0 0,0 0 0 0 0,0 0 1 0 0,-1 0-1 0 0,1 0 0 0 0,0-1 0 0 0,0 1 0 0 0,0-1 0 0 0,-1 1 0 0 0,1-1 0 0 0,0 0 1 0 0,0 1-1 0 0,-1-1 0 0 0,1 0 0 0 0,-1 0 0 0 0,1 0 0 0 0,-1 0 0 0 0,1 0 0 0 0,-1-1 0 0 0,2-1 1 0 0,8-4-12 0 0,28-23 355 0 0,-28 20-216 0 0,0 2 1 0 0,0-1 0 0 0,1 2 0 0 0,17-9-1 0 0,-28 15-151 0 0,1 1 0 0 0,-1 0 0 0 0,1-1 0 0 0,-1 1 0 0 0,1 0 0 0 0,0 0 0 0 0,-1 0 0 0 0,1 0 0 0 0,-1 0 0 0 0,1 0 0 0 0,0 0 0 0 0,-1 1-1 0 0,1-1 1 0 0,-1 0 0 0 0,1 1 0 0 0,-1-1 0 0 0,1 1 0 0 0,-1 0 0 0 0,0 0 0 0 0,1-1 0 0 0,-1 1 0 0 0,0 0 0 0 0,1 0 0 0 0,-1 0 0 0 0,0 0 0 0 0,0 0 0 0 0,0 1 0 0 0,0-1-1 0 0,0 0 1 0 0,2 3 0 0 0,25 50-349 0 0,-20-35-459 0 0,-3-9 176 0 0,5 8-1428 0 0,-4-5-2331 0 0,-2-4 1250 0 0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4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121 341 716 0 0,'-2'-5'545'0'0,"2"5"-235"0"0,0-1-1 0 0,0 1 1 0 0,-1-1 0 0 0,1 1-1 0 0,0-1 1 0 0,0 0 0 0 0,-1 1-1 0 0,1-1 1 0 0,0 1 0 0 0,-1-1-1 0 0,1 1 1 0 0,0-1 0 0 0,-1 1-1 0 0,1 0 1 0 0,0-1 0 0 0,-1 1-1 0 0,1-1 1 0 0,-1 1 0 0 0,1 0-1 0 0,-1 0 1 0 0,1-1 0 0 0,-1 1-1 0 0,1 0 1 0 0,-1 0 0 0 0,0-1-1 0 0,1 1 1 0 0,-1 0 0 0 0,1 0-1 0 0,-2 0 1 0 0,-13 12 72 0 0,-10 9 547 0 0,-41 42 0 0 0,66-63-931 0 0,0 0 1 0 0,1 0 0 0 0,-1 0 0 0 0,0 0 0 0 0,0 0 0 0 0,1 0 0 0 0,-1 0 0 0 0,0 0 0 0 0,0 0 0 0 0,0 0 0 0 0,1 0 0 0 0,-1 0 0 0 0,0 0 0 0 0,0 1 0 0 0,0-1 0 0 0,1 0 0 0 0,-1 0 0 0 0,0 0 0 0 0,0 0 0 0 0,0 0 0 0 0,0 1 0 0 0,1-1 0 0 0,-1 0 0 0 0,0 0 0 0 0,0 0 0 0 0,0 0 0 0 0,0 1 0 0 0,0-1 0 0 0,0 0 0 0 0,0 0 0 0 0,1 0-1 0 0,-1 1 1 0 0,0-1 0 0 0,0 0 0 0 0,0 0 0 0 0,0 0 0 0 0,0 1 0 0 0,0-1 0 0 0,0 0 0 0 0,0 0 0 0 0,0 1 0 0 0,0-1 0 0 0,0 0 0 0 0,0 0 0 0 0,0 0 0 0 0,0 1 0 0 0,-1-1 0 0 0,1 0 0 0 0,0 0 0 0 0,0 0 0 0 0,0 1 0 0 0,0-1 0 0 0,0 0 0 0 0,0 0 0 0 0,0 0 0 0 0,-1 0 0 0 0,1 1 0 0 0,0-1 0 0 0,0 0 0 0 0,0 0 0 0 0,0 0 0 0 0,-1 0-1 0 0,1 0 1 0 0,0 0 0 0 0,0 1 0 0 0,0-1 0 0 0,-1 0 0 0 0,1 0 0 0 0,0 0 0 0 0,15-2-250 0 0,-14 1 287 0 0,3 1-177 0 0,0-1-5 0 0,23-3-80 0 0,-1 1 0 0 0,1 2 1 0 0,0 0-1 0 0,0 2 0 0 0,-1 1 0 0 0,34 6 1 0 0,-56-8 218 0 0,0 0 0 0 0,0 0 0 0 0,1 0 0 0 0,-1-1 0 0 0,0 1 0 0 0,0-1 0 0 0,0 0 0 0 0,0 0 0 0 0,0-1 0 0 0,0 1 0 0 0,0-1 0 0 0,0 0 0 0 0,-1 0 0 0 0,1 0 1 0 0,6-6-1 0 0,-6 5 53 0 0,1-1 0 0 0,0 0 1 0 0,-1 0-1 0 0,0-1 0 0 0,0 1 0 0 0,0-1 1 0 0,-1 0-1 0 0,0 0 0 0 0,5-8 1 0 0,-8 12-25 0 0,0 0 1 0 0,0 0 0 0 0,1 0 0 0 0,-1 0 0 0 0,0 0-1 0 0,1 0 1 0 0,-1 0 0 0 0,1 0 0 0 0,-1 1-1 0 0,1-1 1 0 0,-1 0 0 0 0,1 0 0 0 0,0 1-1 0 0,-1-1 1 0 0,1 0 0 0 0,0 1 0 0 0,-1-1-1 0 0,1 0 1 0 0,0 1 0 0 0,0-1 0 0 0,0 1 0 0 0,0-1-1 0 0,0 1 1 0 0,-1 0 0 0 0,1-1 0 0 0,0 1-1 0 0,0 0 1 0 0,0 0 0 0 0,0 0 0 0 0,0 0-1 0 0,0-1 1 0 0,0 1 0 0 0,0 1 0 0 0,0-1 0 0 0,1 0-1 0 0,31 20 118 0 0,-3-2-81 0 0,-21-16-66 0 0,1-1-1 0 0,0 0 0 0 0,0 0 0 0 0,0-1 0 0 0,0 0 0 0 0,0-1 0 0 0,0 0 0 0 0,0-1 0 0 0,-1 1 0 0 0,1-2 0 0 0,15-5 0 0 0,-4 0-92 0 0,0-1 0 0 0,-1 0-1 0 0,0-2 1 0 0,19-12 0 0 0,-28 14 98 0 0,0 0 1 0 0,-1 0-1 0 0,0-1 1 0 0,-1 0-1 0 0,0 0 1 0 0,0-1-1 0 0,-1 0 1 0 0,0-1-1 0 0,-1 0 1 0 0,-1 0-1 0 0,0-1 0 0 0,0 0 1 0 0,-1 0-1 0 0,-1 0 1 0 0,0 0-1 0 0,-1-1 1 0 0,2-22-1 0 0,-5 32 99 0 0,0 1 0 0 0,0-1 0 0 0,0 1 0 0 0,-1-1 0 0 0,0 1 0 0 0,0 0 0 0 0,0-1 0 0 0,0 1 0 0 0,0 0 0 0 0,0-1 0 0 0,-1 1 0 0 0,0 0 0 0 0,0 0 0 0 0,0 0 0 0 0,0 0 0 0 0,0 1 0 0 0,0-1 0 0 0,-1 1 0 0 0,1-1 0 0 0,-1 1 0 0 0,-4-4 0 0 0,6 6 2 0 0,-3 1-20 0 0,1-1-68 0 0,1 1 1 0 0,0-1-1 0 0,0 1 0 0 0,0 0 0 0 0,0 0 1 0 0,0-1-1 0 0,0 1 0 0 0,0 1 1 0 0,1-1-1 0 0,-1 0 0 0 0,0 0 1 0 0,1 1-1 0 0,-1-1 0 0 0,1 1 1 0 0,-1-1-1 0 0,1 1 0 0 0,-1 0 0 0 0,1 0 1 0 0,0-1-1 0 0,0 1 0 0 0,-1 2 1 0 0,0 1 4 0 0,1-1 1 0 0,0 1 0 0 0,0 0-1 0 0,0-1 1 0 0,1 1-1 0 0,-1 0 1 0 0,1-1 0 0 0,0 1-1 0 0,1 7 1 0 0,1 1 14 0 0,1-1 1 0 0,0 1-1 0 0,1-1 0 0 0,0 0 1 0 0,0 0-1 0 0,12 21 1 0 0,7 7 24 0 0,-9-15-237 0 0,33 45-1 0 0,-40-62-116 0 0,-2 0-119 0 0,2-1 0 0 0,-1 1 0 0 0,1-2 0 0 0,14 13 0 0 0,-18-17-209 0 0,0 0 0 0 0,1-1 1 0 0,-1 1-1 0 0,0-1 0 0 0,1 1 0 0 0,-1-1 1 0 0,1 0-1 0 0,-1 0 0 0 0,1 0 1 0 0,4-1-1 0 0,6 1-2050 0 0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5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8 676 0 0,'7'-7'15063'0'0,"-3"11"-15122"0"0,1 0 0 0 0,0 0 0 0 0,0 0 0 0 0,0 0 0 0 0,0-1 0 0 0,0 0 0 0 0,1 0 0 0 0,0-1 0 0 0,-1 1 0 0 0,1-1 0 0 0,0 0 0 0 0,0-1 0 0 0,0 1 0 0 0,1-1-1 0 0,-1-1 1 0 0,0 1 0 0 0,8-1 0 0 0,23 1-2476 0 0,59-5-1 0 0,-86 3 1772 0 0,12-1-2582 0 0,-3-2 255 0 0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5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87 268 0 0,'0'0'1500'0'0,"-16"0"4153"0"0,43-24-5133 0 0,-9 17-248 0 0,9 0-388 0 0,11-5-476 0 0,3 2-660 0 0,-1-3-1357 0 0,2 0 601 0 0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7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55 131 60 0 0,'-31'-3'2459'0'0,"7"3"4030"0"0,40 5-6370 0 0,0-1 0 0 0,0 0 0 0 0,0-2 0 0 0,0 1 0 0 0,30-1-1 0 0,91-9 193 0 0,-73 2-189 0 0,407-37 587 0 0,-87 6-84 0 0,194-9 152 0 0,-464 33-459 0 0,-112 12-275 0 0,-33 7-7877 0 0,7-5 5138 0 0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7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2 140 752 0 0,'0'0'77'0'0,"0"0"0"0"0,0 0 1 0 0,0 0-1 0 0,0 1 0 0 0,-1-1 0 0 0,1 0 0 0 0,0 0 0 0 0,0 0 0 0 0,0 1 1 0 0,0-1-1 0 0,0 0 0 0 0,0 0 0 0 0,0 0 0 0 0,0 0 0 0 0,0 1 1 0 0,0-1-1 0 0,0 0 0 0 0,0 0 0 0 0,0 0 0 0 0,0 1 0 0 0,0-1 0 0 0,0 0 1 0 0,0 0-1 0 0,0 1 0 0 0,0-1 0 0 0,0 0 0 0 0,0 0 0 0 0,0 0 1 0 0,0 0-1 0 0,0 1 0 0 0,0-1 0 0 0,0 0 0 0 0,0 0 0 0 0,1 0 0 0 0,-1 0 1 0 0,0 1-1 0 0,0-1 0 0 0,0 0 0 0 0,0 0 0 0 0,0 0 0 0 0,1 0 1 0 0,-1 0-1 0 0,0 1 0 0 0,0-1 0 0 0,0 0 0 0 0,1 0 0 0 0,-1 0 0 0 0,0 0 1 0 0,0 0-1 0 0,0 0 0 0 0,1 0 0 0 0,-1 0 0 0 0,0 0 0 0 0,21 4 1268 0 0,22-3-500 0 0,353-68 3181 0 0,38-4-2005 0 0,-180 56-2072 0 0,-252 15-407 0 0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8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1 696 100 0 0,'2'12'3162'0'0,"-2"-12"-3034"0"0,0 0 0 0 0,0 0 1 0 0,0 0-1 0 0,0 1 0 0 0,0-1 0 0 0,0 0 1 0 0,0 0-1 0 0,0 0 0 0 0,0 1 1 0 0,0-1-1 0 0,0 0 0 0 0,0 0 0 0 0,0 0 1 0 0,0 1-1 0 0,0-1 0 0 0,0 0 0 0 0,0 0 1 0 0,0 0-1 0 0,0 1 0 0 0,0-1 1 0 0,0 0-1 0 0,0 0 0 0 0,0 0 0 0 0,1 1 514 0 0,-1-1-514 0 0,0 0 0 0 0,1 0 1 0 0,-1 0-1 0 0,0 1 0 0 0,0-1 1 0 0,0 0-1 0 0,0 0 0 0 0,1 0 0 0 0,-1 0 1 0 0,0 0-1 0 0,0 0 0 0 0,0 0 1 0 0,1 0-1 0 0,-1 0 0 0 0,0 0 0 0 0,0 0 1 0 0,0 0-1 0 0,1 0 0 0 0,-1 0 1 0 0,0 0-1 0 0,0 0 0 0 0,0 0 0 0 0,1 0 1 0 0,-1 0-1 0 0,0 0 0 0 0,0 0 0 0 0,0 0 1 0 0,0 0-1 0 0,1-1 0 0 0,19-24 651 0 0,-2 5-263 0 0,-2-2 0 0 0,0 0 0 0 0,-1-1 0 0 0,21-44 0 0 0,-11 10-90 0 0,-14 35-227 0 0,-1-2-1 0 0,-1 1 0 0 0,-1-1 0 0 0,10-46 1 0 0,-20 45-5 0 0,2 24-195 0 0,0 0 1 0 0,0 0 0 0 0,0 0 0 0 0,-1 0 0 0 0,1 0 0 0 0,0 1 0 0 0,0-1-1 0 0,-1 0 1 0 0,1 0 0 0 0,0 0 0 0 0,-1 1 0 0 0,1-1 0 0 0,-1 0-1 0 0,1 1 1 0 0,-1-1 0 0 0,1 0 0 0 0,-1 1 0 0 0,1-1 0 0 0,-1 0-1 0 0,0 1 1 0 0,1-1 0 0 0,-1 1 0 0 0,0-1 0 0 0,0 1 0 0 0,1 0-1 0 0,-1-1 1 0 0,-2 0 0 0 0,2 1-2 0 0,-1 0 0 0 0,1 1 1 0 0,-1-1-1 0 0,1 0 0 0 0,-1 0 0 0 0,0 1 0 0 0,1-1 1 0 0,-1 1-1 0 0,1-1 0 0 0,-1 1 0 0 0,1 0 0 0 0,0 0 1 0 0,-1-1-1 0 0,1 1 0 0 0,0 0 0 0 0,0 0 0 0 0,-1 0 0 0 0,1 0 1 0 0,0 1-1 0 0,0-1 0 0 0,0 0 0 0 0,-1 2 0 0 0,0 0-3 0 0,1 1 0 0 0,-1-1 1 0 0,1 1-1 0 0,-1 0 0 0 0,1 0 0 0 0,0-1 0 0 0,1 1 0 0 0,-1 0 0 0 0,0 4 0 0 0,1 0-4 0 0,0-1 0 0 0,0 0 1 0 0,1 0-1 0 0,0 0 0 0 0,0 1 0 0 0,0-1 1 0 0,1 0-1 0 0,0 0 0 0 0,6 12 0 0 0,-4-13-1 0 0,0 0 0 0 0,0 0-1 0 0,0 0 1 0 0,1-1-1 0 0,0 0 1 0 0,0 0-1 0 0,1 0 1 0 0,-1-1 0 0 0,1 0-1 0 0,0 0 1 0 0,0 0-1 0 0,12 5 1 0 0,-5-5-65 0 0,-1 0 1 0 0,2 0-1 0 0,-1-1 1 0 0,0-1-1 0 0,26 1 1 0 0,-15-1-211 0 0,0-2 0 0 0,36-3 0 0 0,-52 2 230 0 0,0-1 1 0 0,-1 1-1 0 0,1-1 0 0 0,0-1 1 0 0,-1 1-1 0 0,0-1 1 0 0,0-1-1 0 0,1 1 0 0 0,-2-1 1 0 0,1 0-1 0 0,10-9 1 0 0,-14 11 41 0 0,3-3 18 0 0,-1 0 1 0 0,0 0 0 0 0,0 0-1 0 0,0-1 1 0 0,5-7 0 0 0,-10 11 44 0 0,14-28 646 0 0,-14 30-690 0 0,0-1 0 0 0,0 0-1 0 0,0 1 1 0 0,0-1 0 0 0,-1 1 0 0 0,1-1 0 0 0,0 0-1 0 0,0 1 1 0 0,0-1 0 0 0,-1 1 0 0 0,1-1 0 0 0,0 1-1 0 0,-1-1 1 0 0,1 1 0 0 0,-1-1 0 0 0,1 1 0 0 0,0-1-1 0 0,-1 1 1 0 0,1-1 0 0 0,-1 1 0 0 0,1 0 0 0 0,-1-1-1 0 0,1 1 1 0 0,-1 0 0 0 0,1-1 0 0 0,-1 1 0 0 0,0 0-1 0 0,1 0 1 0 0,-1 0 0 0 0,1-1 0 0 0,-1 1 0 0 0,0 0-1 0 0,1 0 1 0 0,-2 0 0 0 0,-24 1-146 0 0,18 0 168 0 0,5-1-38 0 0,-22 12-12 0 0,21-11 17 0 0,0 1 0 0 0,-1-1 1 0 0,1 1-1 0 0,0 0 1 0 0,0 1-1 0 0,0-1 0 0 0,0 1 1 0 0,1 0-1 0 0,-1 0 0 0 0,1 0 1 0 0,-1 0-1 0 0,1 0 1 0 0,0 1-1 0 0,0-1 0 0 0,1 1 1 0 0,-4 5-1 0 0,5-7 3 0 0,0 0 0 0 0,1 0 0 0 0,-1 0 0 0 0,0 0 0 0 0,1 1 1 0 0,-1-1-1 0 0,1 0 0 0 0,-1 0 0 0 0,1 0 0 0 0,0 0 0 0 0,0 1 0 0 0,0-1 0 0 0,0 0 0 0 0,1 0 0 0 0,-1 0 0 0 0,1 0 0 0 0,-1 1 0 0 0,1-1 0 0 0,0 0 0 0 0,-1 0 0 0 0,1 0 1 0 0,0 0-1 0 0,1 0 0 0 0,-1-1 0 0 0,0 1 0 0 0,0 0 0 0 0,1 0 0 0 0,-1-1 0 0 0,1 1 0 0 0,-1-1 0 0 0,1 1 0 0 0,0-1 0 0 0,0 0 0 0 0,-1 0 0 0 0,1 0 0 0 0,0 1 0 0 0,0-2 1 0 0,3 2-1 0 0,4 3-3 0 0,1 0 0 0 0,0-1 1 0 0,0-1-1 0 0,0 1 0 0 0,0-2 1 0 0,0 1-1 0 0,1-2 0 0 0,-1 1 1 0 0,1-1-1 0 0,0-1 0 0 0,-1 0 1 0 0,1 0-1 0 0,-1-1 0 0 0,21-5 1 0 0,-16 2-25 0 0,0-1 0 0 0,-1-1 1 0 0,0 0-1 0 0,0-1 1 0 0,-1-1-1 0 0,0 0 0 0 0,0-1 1 0 0,-1 0-1 0 0,21-20 1 0 0,-13 7 65 0 0,0-2 0 0 0,-2 0 0 0 0,0-1 0 0 0,-2 0 0 0 0,-1-2 1 0 0,-1 0-1 0 0,-1-1 0 0 0,-1 0 0 0 0,-2 0 0 0 0,-1-1 0 0 0,7-35 1 0 0,-10-18 1832 0 0,-6 80-1359 0 0,0 2-505 0 0,0 0 1 0 0,-1 0-1 0 0,1 0 1 0 0,0 0-1 0 0,0 1 1 0 0,0-1-1 0 0,0 0 1 0 0,-1 0 0 0 0,1 0-1 0 0,0 0 1 0 0,0 0-1 0 0,0 0 1 0 0,-1 0-1 0 0,1 0 1 0 0,0 1 0 0 0,0-1-1 0 0,0 0 1 0 0,-1 0-1 0 0,1 0 1 0 0,0 0-1 0 0,0 0 1 0 0,0 0-1 0 0,-1 0 1 0 0,1 0 0 0 0,0 0-1 0 0,0 0 1 0 0,-1-1-1 0 0,1 1 1 0 0,0 0-1 0 0,0 0 1 0 0,0 0 0 0 0,0 0-1 0 0,-1 0 1 0 0,1 0-1 0 0,0 0 1 0 0,0 0-1 0 0,0-1 1 0 0,-1 1-1 0 0,1 0 1 0 0,0 0 0 0 0,0 0-1 0 0,0 0 1 0 0,0-1-1 0 0,0 1 1 0 0,0 0-1 0 0,-1 0 1 0 0,1 0 0 0 0,0 0-1 0 0,0-1 1 0 0,0 1-1 0 0,0 0 1 0 0,0 0-1 0 0,0 0 1 0 0,0-1-1 0 0,0 1 1 0 0,0 0 0 0 0,0 0-1 0 0,0-1 1 0 0,0 1-1 0 0,0 0 1 0 0,0 0-1 0 0,0 0 1 0 0,0-1 0 0 0,-13 39 131 0 0,2 0 1 0 0,1 1 0 0 0,2 1-1 0 0,-5 75 1 0 0,14 170 469 0 0,1-270-1314 0 0,0-1 0 0 0,0 0 0 0 0,6 18 0 0 0,-1-27-660 0 0,16-23-10081 0 0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9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4 284 0 0,'8'-3'8482'0'0,"5"28"-6901"0"0,-9-17-1142 0 0,-1-1 0 0 0,1 0 0 0 0,0 0-1 0 0,1 0 1 0 0,9 11 0 0 0,-11-16-327 0 0,-1 0 0 0 0,1 0 0 0 0,0 0 1 0 0,-1 0-1 0 0,1 0 0 0 0,0-1 0 0 0,0 1 0 0 0,1-1 1 0 0,-1 0-1 0 0,0 0 0 0 0,0 0 0 0 0,0 0 1 0 0,1 0-1 0 0,-1-1 0 0 0,0 0 0 0 0,1 0 0 0 0,-1 0 1 0 0,1 0-1 0 0,2 0 0 0 0,53-14 1073 0 0,-23 5-3254 0 0,0 4-6152 0 0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19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0 704 0 0,'0'0'1772'0'0,"13"7"1257"0"0,4 0 5471 0 0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4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6 32 0 0,'3'-6'10721'0'0,"-27"115"-9122"0"0,14-80-1377 0 0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4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54 244 0 0,'0'-4'863'0'0,"-1"0"0"0"0,1-1-1 0 0,0 1 1 0 0,0-1 0 0 0,0 1 0 0 0,1 0 0 0 0,0-1 0 0 0,2-7-1 0 0,-3 11-920 0 0,18-3-1442 0 0,-13 3-2033 0 0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4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1 436 0 0,'13'40'4332'0'0,"-13"-39"-4021"0"0,1-1-205 0 0,-1 1 0 0 0,1 0 0 0 0,-1-1 0 0 0,1 1 0 0 0,-1 0 0 0 0,1-1 0 0 0,-1 1 0 0 0,1-1 0 0 0,0 1 0 0 0,-1-1 0 0 0,1 1 0 0 0,0-1 0 0 0,-1 1 0 0 0,1-1 0 0 0,0 0 0 0 0,0 1 0 0 0,0-1 0 0 0,-1 0 0 0 0,1 0 0 0 0,0 0 0 0 0,0 1 0 0 0,0-1 0 0 0,-1 0 0 0 0,1 0 0 0 0,0 0 0 0 0,0 0 0 0 0,0 0 0 0 0,-1-1 0 0 0,1 1 0 0 0,0 0 0 0 0,0 0 0 0 0,0 0 0 0 0,-1-1 0 0 0,1 1 0 0 0,0 0 0 0 0,0-1 0 0 0,0 0 0 0 0,43-19 1481 0 0,-35 16-1048 0 0,-4 2-656 0 0,0 0 0 0 0,0 1 1 0 0,0-1-1 0 0,0 1 0 0 0,0 0 0 0 0,1 1 0 0 0,-1-1 0 0 0,0 1 1 0 0,0 0-1 0 0,0 1 0 0 0,1-1 0 0 0,-1 1 0 0 0,7 2 1 0 0,2 0-7358 0 0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5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22 200 0 0,'0'0'3564'0'0,"-1"-13"-2248"0"0,-2 8 1850 0 0,-3 4-3016 0 0,1 0 1 0 0,-1 0-1 0 0,0 1 0 0 0,1-1 0 0 0,-1 1 0 0 0,0 0 1 0 0,0 1-1 0 0,1-1 0 0 0,-1 1 0 0 0,1 0 0 0 0,-1 1 1 0 0,1-1-1 0 0,-1 1 0 0 0,1 0 0 0 0,0 0 1 0 0,-1 1-1 0 0,1 0 0 0 0,1 0 0 0 0,-1 0 0 0 0,-8 7 1 0 0,2-1-59 0 0,-1 0 1 0 0,1 1-1 0 0,1 0 1 0 0,0 0-1 0 0,0 1 1 0 0,1 1 0 0 0,-10 17-1 0 0,16-24-70 0 0,1 0 0 0 0,-1-1-1 0 0,1 1 1 0 0,0 0 0 0 0,1 1 0 0 0,-1-1 0 0 0,1 0-1 0 0,0 0 1 0 0,0 1 0 0 0,1-1 0 0 0,-1 0-1 0 0,1 1 1 0 0,1-1 0 0 0,-1 1 0 0 0,1-1 0 0 0,0 0-1 0 0,0 1 1 0 0,3 8 0 0 0,-2-11-29 0 0,-1 0 0 0 0,1 1 0 0 0,1-1 0 0 0,-1 0 0 0 0,0 0 0 0 0,1 0 0 0 0,-1-1 0 0 0,1 1 0 0 0,0-1 0 0 0,0 1 0 0 0,0-1 0 0 0,0 0 0 0 0,1 0 0 0 0,-1 0 0 0 0,0-1 0 0 0,1 1 0 0 0,-1-1 0 0 0,1 0 0 0 0,0 0 0 0 0,-1 0 0 0 0,1 0 0 0 0,0-1 0 0 0,0 1 0 0 0,-1-1 0 0 0,1 0 0 0 0,0 0-1 0 0,4-1 1 0 0,9 0-62 0 0,-1 0 0 0 0,0-1 0 0 0,0-1 0 0 0,0 0 0 0 0,0-1 0 0 0,-1-1 0 0 0,26-11 0 0 0,77-42-30 0 0,-117 57 130 0 0,4-3-30 0 0,21 19-37 0 0,-23-14 60 0 0,0 0 0 0 0,-1 0 0 0 0,1 0 1 0 0,0 0-1 0 0,-1 0 0 0 0,1-1 0 0 0,0 1 0 0 0,0-1 0 0 0,0 0 0 0 0,0 0 0 0 0,0 0 1 0 0,-1 0-1 0 0,1-1 0 0 0,0 1 0 0 0,5-2 0 0 0,-6 1 115 0 0,-1 1-100 0 0,-1 0 0 0 0,1 1 0 0 0,-1-1 0 0 0,1 0-1 0 0,0 0 1 0 0,-1 0 0 0 0,1 0 0 0 0,-1 0-1 0 0,1-1 1 0 0,-1 1 0 0 0,1 0 0 0 0,-1 0 0 0 0,1 0-1 0 0,-1 0 1 0 0,1 0 0 0 0,-1-1 0 0 0,0 1-1 0 0,1 0 1 0 0,-1 0 0 0 0,1-1 0 0 0,-1 1-1 0 0,1 0 1 0 0,-1-1 0 0 0,0 1 0 0 0,1 0 0 0 0,-1-1-1 0 0,0 1 1 0 0,1-1 0 0 0,-1 1 0 0 0,0-1-1 0 0,0 1 1 0 0,1-1 0 0 0,-1 1 0 0 0,0-1 0 0 0,0 1-1 0 0,0-1 1 0 0,0 1 0 0 0,0-1 0 0 0,0 1-1 0 0,1-1 1 0 0,-1 1 0 0 0,0-1 0 0 0,0 1 0 0 0,-1-1-1 0 0,-19-15-1228 0 0,-2 13-6567 0 0,9 3 4927 0 0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6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0 416 0 0,'0'0'2358'0'0,"15"8"2045"0"0,-14-6-3945 0 0,23 16 1756 0 0,-19-17-2236 0 0,-1 0-1 0 0,1 0 1 0 0,0-1 0 0 0,-1 1-1 0 0,1-1 1 0 0,0 0 0 0 0,7-2-1 0 0,14-6-5603 0 0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6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67 752 0 0,'1'-3'241'0'0,"2"-6"1488"0"0,0 0 1 0 0,-1-1 0 0 0,0 0 0 0 0,2-16 4963 0 0,-8 30-6452 0 0,-2 3-194 0 0,0 1-1 0 0,1 0 0 0 0,0 0 1 0 0,0 0-1 0 0,1 0 1 0 0,0 1-1 0 0,0 0 1 0 0,1-1-1 0 0,0 1 1 0 0,1 1-1 0 0,0-1 1 0 0,0 0-1 0 0,1 1 1 0 0,0-1-1 0 0,1 1 1 0 0,1 16-1 0 0,-1-21-124 0 0,0 1 0 0 0,0 0 0 0 0,1 0 0 0 0,0-1-1 0 0,0 1 1 0 0,1 0 0 0 0,-1-1 0 0 0,1 1 0 0 0,0-1 0 0 0,1 0 0 0 0,-1 0-1 0 0,1 0 1 0 0,0 0 0 0 0,0 0 0 0 0,1 0 0 0 0,-1-1 0 0 0,1 0 0 0 0,0 0-1 0 0,0 0 1 0 0,1 0 0 0 0,-1 0 0 0 0,1-1 0 0 0,0 0 0 0 0,0 0 0 0 0,0 0-1 0 0,0-1 1 0 0,0 1 0 0 0,1-1 0 0 0,8 2 0 0 0,-9-4 66 0 0,0 0 0 0 0,0 0-1 0 0,-1 0 1 0 0,1-1 0 0 0,0 1 0 0 0,0-1 0 0 0,0 0-1 0 0,-1-1 1 0 0,1 1 0 0 0,-1-1 0 0 0,1 0 0 0 0,-1 0 0 0 0,0 0-1 0 0,1-1 1 0 0,-1 1 0 0 0,-1-1 0 0 0,1 0 0 0 0,6-6 0 0 0,-9 8 527 0 0,-1 4-544 0 0,0-1 5 0 0,0 1 1 0 0,0 0-1 0 0,1 0 1 0 0,-1-1-1 0 0,1 1 0 0 0,-1 0 1 0 0,1 0-1 0 0,0-1 1 0 0,0 1-1 0 0,0-1 0 0 0,1 1 1 0 0,-1-1-1 0 0,1 1 1 0 0,-1-1-1 0 0,1 0 0 0 0,3 4 1 0 0,-3-5 0 0 0,0 0 1 0 0,0 0-1 0 0,0 0 1 0 0,0 0-1 0 0,0 0 1 0 0,0 0-1 0 0,0 0 1 0 0,1-1-1 0 0,-1 1 1 0 0,0-1-1 0 0,0 0 1 0 0,0 0 0 0 0,1 0-1 0 0,-1 0 1 0 0,0 0-1 0 0,0 0 1 0 0,1 0-1 0 0,-1-1 1 0 0,0 1-1 0 0,0-1 1 0 0,0 1-1 0 0,0-1 1 0 0,0 0-1 0 0,4-2 1 0 0,5-1-34 0 0,0 1-1 0 0,1 0 1 0 0,0 0 0 0 0,-1 1-1 0 0,1 1 1 0 0,0 0 0 0 0,0 1-1 0 0,21 2 1 0 0,7-2-656 0 0,-23 0 449 0 0,49-3-913 0 0,-62 3 1269 0 0,0-1 1 0 0,0 0-1 0 0,0 0 0 0 0,0-1 1 0 0,0 1-1 0 0,0-1 1 0 0,0 0-1 0 0,-1 1 0 0 0,1-2 1 0 0,-1 1-1 0 0,1 0 0 0 0,-1-1 1 0 0,5-4-1 0 0,-7 6 766 0 0,-1 1-814 0 0,0-1-1 0 0,0 1 1 0 0,0 0-1 0 0,0 0 0 0 0,1 0 1 0 0,-1-1-1 0 0,0 1 0 0 0,0 0 1 0 0,0 0-1 0 0,0 0 0 0 0,0-1 1 0 0,0 1-1 0 0,0 0 1 0 0,0 0-1 0 0,1-1 0 0 0,-1 1 1 0 0,0 0-1 0 0,0 0 0 0 0,0-1 1 0 0,0 1-1 0 0,0 0 0 0 0,0 0 1 0 0,0 0-1 0 0,0-1 0 0 0,0 1 1 0 0,-1 0-1 0 0,1 0 1 0 0,0-1-1 0 0,0 1 0 0 0,0 0 1 0 0,0 0-1 0 0,0-1 0 0 0,0 1 1 0 0,0 0-1 0 0,-1 0 0 0 0,1 0 1 0 0,0-1-1 0 0,0 1 1 0 0,0 0-1 0 0,0 0 0 0 0,-1 0 1 0 0,1 0-1 0 0,0 0 0 0 0,0-1 1 0 0,0 1-1 0 0,-1 0 0 0 0,1 0 1 0 0,0 0-1 0 0,0 0 1 0 0,-1 0-1 0 0,1 0 0 0 0,0 0 1 0 0,0 0-1 0 0,-8 1 4 0 0,1 0 1 0 0,1 1-1 0 0,-1 0 0 0 0,0 1 0 0 0,0-1 1 0 0,1 1-1 0 0,-1 1 0 0 0,1-1 0 0 0,0 1 1 0 0,0 0-1 0 0,-8 8 0 0 0,-11 13-2553 0 0,8 1-3929 0 0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7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0 1056 0 0,'0'0'6497'0'0,"0"6"-5678"0"0,-9 65 2110 0 0,5-46-1941 0 0,-3 47 0 0 0,-1-19-1809 0 0,-2-21-6074 0 0,6-23 3766 0 0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7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19 109 364 0 0,'-12'-9'3612'0'0,"6"2"1593"0"0,16-17-4221 0 0,-2 19-108 0 0,0-6-192 0 0,6 2-296 0 0,4 3-296 0 0,7-7-356 0 0,2 8-412 0 0,3 0-1204 0 0,8-2-2032 0 0,1 0 899 0 0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27.8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89 212 1040 0 0,'0'0'7476'0'0,"-4"-3"-6803"0"0,-13-9-74 0 0,13 9 1206 0 0,-28 12-204 0 0,2 15-693 0 0,29-23-741 0 0,11 21 68 0 0,-8-20-232 0 0,1 0-1 0 0,0 0 1 0 0,0-1 0 0 0,0 0-1 0 0,0 0 1 0 0,0 0-1 0 0,1 0 1 0 0,-1 0 0 0 0,0 0-1 0 0,0-1 1 0 0,1 1 0 0 0,-1-1-1 0 0,0 0 1 0 0,0 0 0 0 0,5-1-1 0 0,52-11-158 0 0,-50 9 123 0 0,8-3 44 0 0,-1-1 1 0 0,0 0-1 0 0,-1-1 0 0 0,0-1 0 0 0,0 0 0 0 0,-1-1 0 0 0,0-1 0 0 0,-1 0 1 0 0,0-1-1 0 0,0-1 0 0 0,-2 0 0 0 0,0-1 0 0 0,19-27 0 0 0,-23 31 254 0 0,0-1-1 0 0,-1-1 1 0 0,0 1 0 0 0,8-20-1 0 0,-14 30-223 0 0,-3 16-78 0 0,0-1 10 0 0,-1 1 0 0 0,0 0 1 0 0,-8 21-1 0 0,-5 18-59 0 0,-16 85-268 0 0,-97 262 0 0 0,123-387 378 0 0,-1 1 0 0 0,0-1 0 0 0,-1 0-1 0 0,0 0 1 0 0,-1-1 0 0 0,0 0 0 0 0,-2-1 0 0 0,1 0 0 0 0,-1 0 0 0 0,-1-1 0 0 0,-23 17 0 0 0,34-27 3 0 0,1-1 1 0 0,-1 1-1 0 0,0-1 0 0 0,1 0 0 0 0,-1 1 1 0 0,1-1-1 0 0,-1 0 0 0 0,0 0 1 0 0,1 1-1 0 0,-1-1 0 0 0,0 0 0 0 0,1 0 1 0 0,-1 0-1 0 0,0 0 0 0 0,1 0 0 0 0,-1 0 1 0 0,0 0-1 0 0,1 0 0 0 0,-1 0 1 0 0,0 0-1 0 0,0 0 0 0 0,1 0 0 0 0,-1 0 1 0 0,0 0-1 0 0,1-1 0 0 0,-1 1 1 0 0,1 0-1 0 0,-1-1 0 0 0,0 1 0 0 0,1 0 1 0 0,-1-1-1 0 0,1 1 0 0 0,-1-1 0 0 0,1 1 1 0 0,-1-1-1 0 0,1 1 0 0 0,-1-1 1 0 0,1 1-1 0 0,-1-1 0 0 0,1 1 0 0 0,0-1 1 0 0,-1 0-1 0 0,1 1 0 0 0,0-1 0 0 0,0 0 1 0 0,-1 1-1 0 0,1-2 0 0 0,-5-28 299 0 0,7 20-358 0 0,1 0-1 0 0,1 1 1 0 0,-1-1 0 0 0,1 1 0 0 0,1-1-1 0 0,0 1 1 0 0,0 0 0 0 0,1 1-1 0 0,0 0 1 0 0,11-13 0 0 0,11-8-1820 0 0,42-35 1 0 0,-46 43-16 0 0,9-8-2272 0 0,3-2 314 0 0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0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9 289 492 0 0,'0'0'1788'0'0,"-3"4"-1249"0"0,3-4-435 0 0,-1 1-1 0 0,1-1 1 0 0,-1 1-1 0 0,1-1 1 0 0,-1 1 0 0 0,1 0-1 0 0,0-1 1 0 0,-1 1-1 0 0,1-1 1 0 0,0 1 0 0 0,-1 0-1 0 0,1-1 1 0 0,0 1-1 0 0,0 0 1 0 0,0-1 0 0 0,0 1-1 0 0,0 0 1 0 0,0 0-1 0 0,0-1 1 0 0,0 1 0 0 0,0 0-1 0 0,0-1 1 0 0,0 1-1 0 0,0 0 1 0 0,0-1 0 0 0,0 1-1 0 0,1 0 1 0 0,-1-1-1 0 0,0 1 1 0 0,0 0 0 0 0,2 0-1 0 0,0 0 70 0 0,0 0-1 0 0,0-1 1 0 0,0 0-1 0 0,1 1 1 0 0,-1-1-1 0 0,0 0 1 0 0,0 0-1 0 0,1 0 0 0 0,-1 0 1 0 0,0-1-1 0 0,0 1 1 0 0,1-1-1 0 0,2 0 1 0 0,14-4 185 0 0,-1 0 1 0 0,0-1-1 0 0,0-1 1 0 0,-1 0-1 0 0,0-1 1 0 0,31-21-1 0 0,-41 25-265 0 0,0-1-1 0 0,0 0 1 0 0,0-1-1 0 0,-1 0 1 0 0,0 0-1 0 0,0 0 1 0 0,-1-1-1 0 0,0 0 1 0 0,0 0-1 0 0,0 0 1 0 0,-1 0-1 0 0,0-1 1 0 0,0 0-1 0 0,-1 0 1 0 0,0 0-1 0 0,-1 0 1 0 0,1 0-1 0 0,0-13 1 0 0,-2 7 98 0 0,-2 0 0 0 0,1 0 0 0 0,-2 0 0 0 0,-3-14 0 0 0,5 26-90 0 0,0 1-71 0 0,0 1-1 0 0,0-1 1 0 0,0 0 0 0 0,0 0 0 0 0,0 1 0 0 0,0-1-1 0 0,0 0 1 0 0,0 1 0 0 0,0-1 0 0 0,-1 0 0 0 0,1 0-1 0 0,0 1 1 0 0,0-1 0 0 0,0 0 0 0 0,-1 1-1 0 0,1-1 1 0 0,-1 0 0 0 0,1 1 0 0 0,0-1 0 0 0,-1 1-1 0 0,1-1 1 0 0,-1 1 0 0 0,1-1 0 0 0,-1 1-1 0 0,1-1 1 0 0,-1 1 0 0 0,0-1 0 0 0,1 1 0 0 0,-2-1-1 0 0,-9 16-25 0 0,-1 0 0 0 0,2 0 0 0 0,0 1 0 0 0,1 0-1 0 0,-8 21 1 0 0,-32 95 397 0 0,48-128-375 0 0,-42 135 1049 0 0,42-137-1012 0 0,0 9-1354 0 0,6-37-815 0 0,6-3-5412 0 0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1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176 167 112 0 0,'0'0'627'0'0,"12"-21"12999"0"0,-54 98-13405 0 0,3 2 0 0 0,-29 86 1 0 0,65-156-196 0 0,-1-1 0 0 0,1 0 0 0 0,-1 0 0 0 0,-8 11 0 0 0,11-18 36 0 0,-3 11 74 0 0,1-5 316 0 0,0-8 1065 0 0,2-12-1492 0 0,0 1 1 0 0,1 0-1 0 0,1 0 1 0 0,0-1-1 0 0,1 1 1 0 0,0 0-1 0 0,0 0 1 0 0,2 0-1 0 0,-1 1 1 0 0,8-15-1 0 0,5-11-272 0 0,39-68 0 0 0,-45 89 185 0 0,18-30-171 0 0,32-40-1 0 0,-51 74 173 0 0,0 2-1 0 0,0-1 1 0 0,1 1-1 0 0,1 1 1 0 0,-1 0-1 0 0,2 0 1 0 0,-1 1-1 0 0,1 1 1 0 0,13-7-1 0 0,-23 14 55 0 0,-1 0-1 0 0,1-1 1 0 0,0 1-1 0 0,-1 0 1 0 0,1 0-1 0 0,0 0 1 0 0,-1 0-1 0 0,1 0 1 0 0,0 1-1 0 0,-1-1 0 0 0,1 0 1 0 0,-1 1-1 0 0,1-1 1 0 0,0 1-1 0 0,-1 0 1 0 0,1-1-1 0 0,-1 1 1 0 0,1 0-1 0 0,-1 0 1 0 0,0 0-1 0 0,1 0 1 0 0,-1 0-1 0 0,0 0 1 0 0,0 1-1 0 0,0-1 1 0 0,0 0-1 0 0,0 1 1 0 0,0-1-1 0 0,1 2 1 0 0,29 52 39 0 0,-24-41-4 0 0,7 15 36 0 0,-1 0-1 0 0,-2 1 0 0 0,9 36 1 0 0,-10-33-6 0 0,36 138 195 0 0,-43-162-391 0 0,-1-3 144 0 0,-1 0 1 0 0,1 0-1 0 0,-1 0 0 0 0,-1 0 1 0 0,1 0-1 0 0,-1 8 0 0 0,0-12-142 0 0,0-1-1 0 0,0 0 0 0 0,-1 1 0 0 0,1-1 0 0 0,-1 0 0 0 0,1 1 0 0 0,-1-1 1 0 0,1 0-1 0 0,-1 1 0 0 0,0-1 0 0 0,1 0 0 0 0,-1 0 0 0 0,0 0 0 0 0,0 0 0 0 0,0 0 1 0 0,0 0-1 0 0,0 0 0 0 0,0 0 0 0 0,0 0 0 0 0,-1 0 0 0 0,1-1 0 0 0,0 1 1 0 0,0 0-1 0 0,0-1 0 0 0,-1 1 0 0 0,1-1 0 0 0,0 1 0 0 0,-1-1 0 0 0,1 0 0 0 0,-1 0 1 0 0,1 1-1 0 0,0-1 0 0 0,-1 0 0 0 0,1 0 0 0 0,-1 0 0 0 0,-1-1 0 0 0,-32-1-5422 0 0,18-4 2380 0 0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2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1 111 384 0 0,'46'-5'2081'0'0,"0"-2"0"0"0,58-17 1 0 0,27-4-1064 0 0,42-1-3510 0 0,-160 26 2083 0 0,-10 3 444 0 0,0 0 0 0 0,0-1-1 0 0,0 1 1 0 0,-1-1 0 0 0,1 0-1 0 0,0 0 1 0 0,-1 0 0 0 0,1 0-1 0 0,0-1 1 0 0,3-2-1 0 0,-4 3 1142 0 0,8-1 2859 0 0,-11 15-3792 0 0,0 0 0 0 0,-2-1 0 0 0,-4 17 0 0 0,-3 17 230 0 0,2 0-91 0 0,8-44-260 0 0,1 1-63 0 0,-1-3-50 0 0,0 0 1 0 0,0 0-1 0 0,0 1 0 0 0,0-1 1 0 0,0 0-1 0 0,0 0 1 0 0,0 0-1 0 0,0 1 0 0 0,0-1 1 0 0,0 0-1 0 0,0 0 1 0 0,0 0-1 0 0,0 0 0 0 0,0 1 1 0 0,0-1-1 0 0,0 0 1 0 0,0 0-1 0 0,0 0 1 0 0,0 1-1 0 0,0-1 0 0 0,1 0 1 0 0,-1 0-1 0 0,0 0 1 0 0,0 0-1 0 0,0 1 0 0 0,0-1 1 0 0,0 0-1 0 0,0 0 1 0 0,1 0-1 0 0,-1 0 1 0 0,0 0-1 0 0,0 0 0 0 0,0 1 1 0 0,0-1-1 0 0,1 0 1 0 0,-1 0-1 0 0,0 0 0 0 0,0 0 1 0 0,0 0-1 0 0,0 0 1 0 0,1 0-1 0 0,-1 0 1 0 0,0 0-1 0 0,0 0 0 0 0,0 0 1 0 0,1 0-1 0 0,-1 0 1 0 0,0 0-1 0 0,0 0 0 0 0,0 0 1 0 0,1 0-1 0 0,-1 0 1 0 0,0 0-1 0 0,0 0 1 0 0,120-76 225 0 0,-108 71-239 0 0,2 3-12 0 0,-4 2 9 0 0,1 1 1 0 0,-1 0-1 0 0,1 0 1 0 0,-1 1-1 0 0,1 0 1 0 0,-1 1 0 0 0,0 1-1 0 0,15 6 1 0 0,-13-5 9 0 0,1 0 1 0 0,0-1-1 0 0,0-1 1 0 0,13 2-1 0 0,62 3 223 0 0,-51-7-4987 0 0,-39-6 1544 0 0,-12-18 244 0 0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2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1176 0 0,'16'-57'16075'0'0,"-16"47"-15937"0"0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3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0 314 128 0 0,'0'0'3641'0'0,"20"28"369"0"0,5 28-2020 0 0,-25-54-1885 0 0,1 0 209 0 0,3 15-450 0 0,-4-16 191 0 0,0-1 1 0 0,0 0-1 0 0,0 1 1 0 0,0-1 0 0 0,0 0-1 0 0,0 0 1 0 0,0 1-1 0 0,0-1 1 0 0,0 0 0 0 0,0 1-1 0 0,1-1 1 0 0,-1 0-1 0 0,0 0 1 0 0,0 1-1 0 0,0-1 1 0 0,0 0 0 0 0,0 0-1 0 0,1 1 1 0 0,-1-1-1 0 0,0 0 1 0 0,0 0-1 0 0,0 0 1 0 0,1 1 0 0 0,-1-1-1 0 0,0 0 1 0 0,0 0-1 0 0,1 0 1 0 0,-1 0-1 0 0,0 0 1 0 0,0 1 0 0 0,1-1-1 0 0,-1 0 1 0 0,0 0-1 0 0,1 0 1 0 0,-1 0 0 0 0,0 0-1 0 0,0 0 1 0 0,1 0-1 0 0,-1 0 1 0 0,0 0-1 0 0,1 0 1 0 0,-1 0 0 0 0,0 0-1 0 0,11-9 63 0 0,0 1 1 0 0,1 0-1 0 0,0 1 0 0 0,0 0 0 0 0,0 1 1 0 0,1 0-1 0 0,24-6 0 0 0,-36 11-115 0 0,15-1 11 0 0,-9 0-5 0 0,-5 1 25 0 0,81 6-511 0 0,-71-4-29 0 0,0 0 0 0 0,0 1 0 0 0,19 5 0 0 0,-20-5 104 0 0,1 1 0 0 0,-1-1 0 0 0,19 0 0 0 0,22-1-446 0 0,-26 1 921 0 0,-1-2-1 0 0,1 0 1 0 0,0-2 0 0 0,-1-1-1 0 0,1-1 1 0 0,44-13 0 0 0,-22 5 7934 0 0,-9 36-8134 0 0,-23-19 0 0 0,-1-1 1 0 0,1-1-1 0 0,0 0 0 0 0,0-1 1 0 0,0-1-1 0 0,0 0 1 0 0,25-3-1 0 0,-12-1 13 0 0,-1-1 0 0 0,1-2 0 0 0,35-10-1 0 0,-55 13 102 0 0,-1 0 0 0 0,0-1 0 0 0,0 0 0 0 0,0 0-1 0 0,0-1 1 0 0,-1 0 0 0 0,1 0 0 0 0,-1-1-1 0 0,-1 0 1 0 0,1 0 0 0 0,-1-1 0 0 0,0 1 0 0 0,0-1-1 0 0,-1-1 1 0 0,0 1 0 0 0,0-1 0 0 0,-1 0-1 0 0,0 0 1 0 0,0 0 0 0 0,2-10 0 0 0,-1 1 220 0 0,-1 0-1 0 0,0-1 1 0 0,-2 1 0 0 0,0-1 0 0 0,-1 1 0 0 0,0-1 0 0 0,-2 1 0 0 0,0-1-1 0 0,-4-21 1 0 0,5 38-159 0 0,0 0-1 0 0,0-1 1 0 0,0 1 0 0 0,0 0-1 0 0,0 0 1 0 0,-1-1-1 0 0,1 1 1 0 0,0 0-1 0 0,-1 0 1 0 0,1 0 0 0 0,-1 0-1 0 0,1 0 1 0 0,-1-1-1 0 0,0 1 1 0 0,1 0-1 0 0,-1 0 1 0 0,0 0-1 0 0,0 1 1 0 0,1-1 0 0 0,-1 0-1 0 0,0 0 1 0 0,0 0-1 0 0,0 0 1 0 0,-2 0-1 0 0,1 1-24 0 0,1 0-1 0 0,0 0 1 0 0,0 0-1 0 0,-1 1 1 0 0,1-1-1 0 0,0 1 1 0 0,0-1-1 0 0,0 1 1 0 0,-1-1-1 0 0,1 1 1 0 0,0 0-1 0 0,0-1 0 0 0,0 1 1 0 0,0 0-1 0 0,0 0 1 0 0,0 0-1 0 0,0 0 1 0 0,1 0-1 0 0,-2 1 1 0 0,-7 10 81 0 0,1 0 1 0 0,-14 24-1 0 0,22-35-84 0 0,-6 12 56 0 0,1-1 0 0 0,0 1-1 0 0,1-1 1 0 0,1 1-1 0 0,0 1 1 0 0,1-1 0 0 0,0 0-1 0 0,1 1 1 0 0,0 17-1 0 0,3 8-2474 0 0,13 75-1 0 0,-7-84-5112 0 0,-2-18 3195 0 0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3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38 2036 0 0,'0'0'2024'0'0,"14"6"6193"0"0,-13-24-7205 0 0,-22 5-1692 0 0,2 10-548 0 0,-6 0-672 0 0,-2 0-2052 0 0,0-1 907 0 0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6.6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4 641 336 0 0,'-1'1'136'0'0,"1"-1"0"0"0,0 0 0 0 0,0 0 0 0 0,0 0-1 0 0,-1 1 1 0 0,1-1 0 0 0,0 0 0 0 0,0 0 0 0 0,0 1 0 0 0,0-1 0 0 0,0 0 0 0 0,-1 0 0 0 0,1 1-1 0 0,0-1 1 0 0,0 0 0 0 0,0 1 0 0 0,0-1 0 0 0,0 0 0 0 0,0 0 0 0 0,0 1 0 0 0,0-1-1 0 0,0 0 1 0 0,0 1 0 0 0,0-1 0 0 0,0 0 0 0 0,0 0 0 0 0,0 1 0 0 0,0-1 0 0 0,0 0 0 0 0,1 1-1 0 0,-1-1 1 0 0,0 0 0 0 0,0 0 0 0 0,0 1 0 0 0,0-1 0 0 0,0 0 0 0 0,1 0 0 0 0,-1 0-1 0 0,0 1 1 0 0,0-1 0 0 0,0 0 0 0 0,1 0 0 0 0,-1 0 0 0 0,0 1 0 0 0,0-1 0 0 0,1 0 0 0 0,-1 0-1 0 0,0 0 1 0 0,1 0 0 0 0,-1 0 0 0 0,0 0 0 0 0,0 0 0 0 0,1 0 0 0 0,-1 0 0 0 0,0 0 0 0 0,1 0-1 0 0,-1 0 1 0 0,0 0 0 0 0,0 0 0 0 0,1 0 0 0 0,-1 0 0 0 0,0 0 0 0 0,1 0 0 0 0,-1 0-1 0 0,0 0 1 0 0,0 0 0 0 0,1 0 0 0 0,-1-1 0 0 0,29-20 1977 0 0,29-38-1714 0 0,10-12 596 0 0,-17 19 210 0 0,62-83 0 0 0,-100 116-1025 0 0,-1 1-1 0 0,0-1 1 0 0,-2-1 0 0 0,0 0 0 0 0,-1-1-1 0 0,-1 1 1 0 0,-1-2 0 0 0,-1 1 0 0 0,3-24-1 0 0,-8 42-151 0 0,-1-1-1 0 0,1 0 1 0 0,-1 0-1 0 0,0 1 1 0 0,0-1-1 0 0,0 0 1 0 0,0 0-1 0 0,-1 1 1 0 0,0-1-1 0 0,0 0 1 0 0,0 1-1 0 0,0-1 1 0 0,0 1-1 0 0,-1-1 1 0 0,1 1-1 0 0,-1 0 1 0 0,0-1-1 0 0,0 1 1 0 0,0 0-1 0 0,-1 0 1 0 0,-2-3-1 0 0,3 5-22 0 0,1 0 0 0 0,-1 0-1 0 0,1 0 1 0 0,-1 0-1 0 0,1 1 1 0 0,-1-1 0 0 0,1 1-1 0 0,-1-1 1 0 0,0 1-1 0 0,1-1 1 0 0,-1 1-1 0 0,0 0 1 0 0,1 0 0 0 0,-1 0-1 0 0,0 0 1 0 0,1 0-1 0 0,-1 0 1 0 0,-2 0 0 0 0,1 1-7 0 0,0 0 0 0 0,0 1 0 0 0,0-1 1 0 0,0 0-1 0 0,0 1 0 0 0,0 0 1 0 0,0 0-1 0 0,0 0 0 0 0,1 0 0 0 0,-1 0 1 0 0,1 0-1 0 0,-3 4 0 0 0,-2 2-12 0 0,1 0-1 0 0,0 0 0 0 0,1 0 0 0 0,0 1 1 0 0,0 0-1 0 0,1 0 0 0 0,0 1 0 0 0,1-1 1 0 0,0 1-1 0 0,0-1 0 0 0,1 1 0 0 0,1 0 0 0 0,-1 0 1 0 0,1 0-1 0 0,1 0 0 0 0,0 0 0 0 0,0 0 1 0 0,1 0-1 0 0,4 16 0 0 0,4 14-125 0 0,2-1-1 0 0,2 0 0 0 0,28 58 1 0 0,-5-8-263 0 0,-33-82 346 0 0,0 0-1 0 0,0 0 0 0 0,-1 0 0 0 0,-1 1 1 0 0,1-1-1 0 0,-1 1 0 0 0,0 0 1 0 0,-1-1-1 0 0,0 1 0 0 0,-1 8 0 0 0,0-13 49 0 0,0-1-1 0 0,0 1 0 0 0,0-1 1 0 0,0 1-1 0 0,0-1 0 0 0,-1 0 1 0 0,1 1-1 0 0,-1-1 0 0 0,0 0 1 0 0,0 0-1 0 0,0 0 0 0 0,0 0 1 0 0,0 0-1 0 0,0-1 0 0 0,0 1 1 0 0,-1-1-1 0 0,1 1 0 0 0,0-1 1 0 0,-1 0-1 0 0,0 0 0 0 0,1 0 1 0 0,-1 0-1 0 0,1 0 0 0 0,-1-1 1 0 0,0 1-1 0 0,0-1 0 0 0,1 0 0 0 0,-1 0 1 0 0,0 0-1 0 0,-4 0 0 0 0,0 0-70 0 0,0 0-1 0 0,1-1 1 0 0,-1 1-1 0 0,0-1 1 0 0,0-1-1 0 0,1 1 1 0 0,-13-6-1 0 0,16 6-109 0 0,0 0-1 0 0,0 0 0 0 0,0-1 1 0 0,1 1-1 0 0,-1-1 0 0 0,1 1 1 0 0,-1-1-1 0 0,1 0 0 0 0,0 0 1 0 0,-1-1-1 0 0,1 1 1 0 0,0 0-1 0 0,0-1 0 0 0,1 1 1 0 0,-1-1-1 0 0,0 0 0 0 0,1 1 1 0 0,-2-4-1 0 0,3 5-96 0 0,0-1-1 0 0,0 1 1 0 0,0 0-1 0 0,0 0 1 0 0,1 0-1 0 0,-1-1 1 0 0,0 1-1 0 0,0 0 1 0 0,1 0-1 0 0,-1 0 1 0 0,1 0-1 0 0,-1 0 1 0 0,1 0-1 0 0,0 0 1 0 0,-1 0-1 0 0,2-2 1 0 0,0 1-579 0 0,6-12-2444 0 0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6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0 145 452 0 0,'12'-5'847'0'0,"-1"-1"0"0"0,1 0 0 0 0,-2-1-1 0 0,1 0 1 0 0,12-11 0 0 0,-19 15-550 0 0,0-1 0 0 0,-1 1 0 0 0,1-1-1 0 0,-1 0 1 0 0,0 0 0 0 0,0-1 0 0 0,0 1-1 0 0,-1-1 1 0 0,1 1 0 0 0,-1-1 0 0 0,0 0 0 0 0,-1 0-1 0 0,1 0 1 0 0,-1 0 0 0 0,1-6 0 0 0,-2 9 449 0 0,0 1-678 0 0,0 0-1 0 0,0 0 1 0 0,0 0 0 0 0,0 0 0 0 0,-1 0 0 0 0,1 0 0 0 0,0 0-1 0 0,-1-1 1 0 0,1 1 0 0 0,0 0 0 0 0,-1 0 0 0 0,0 1 0 0 0,1-1-1 0 0,-1 0 1 0 0,-1-2 0 0 0,0 3-32 0 0,-1 1 0 0 0,1-1 0 0 0,-1 0 0 0 0,1 1 0 0 0,0-1 0 0 0,-1 1 0 0 0,1 0 0 0 0,-1-1 0 0 0,1 1 0 0 0,0 0-1 0 0,0 1 1 0 0,-1-1 0 0 0,1 0 0 0 0,0 1 0 0 0,0-1 0 0 0,0 1 0 0 0,1 0 0 0 0,-1-1 0 0 0,0 1 0 0 0,1 0 0 0 0,-1 0 0 0 0,1 0 0 0 0,-1 0 0 0 0,1 0 0 0 0,0 1 0 0 0,0-1-1 0 0,0 0 1 0 0,0 1 0 0 0,0-1 0 0 0,1 0 0 0 0,-1 1 0 0 0,1-1 0 0 0,-1 1 0 0 0,1-1 0 0 0,0 5 0 0 0,0-2-17 0 0,-1 0 0 0 0,1-1 0 0 0,0 1 1 0 0,0 0-1 0 0,0-1 0 0 0,1 1 0 0 0,0 0 0 0 0,0-1 1 0 0,0 1-1 0 0,0-1 0 0 0,1 1 0 0 0,-1-1 0 0 0,1 1 0 0 0,1-1 1 0 0,-1 0-1 0 0,0 0 0 0 0,1 0 0 0 0,0 0 0 0 0,5 5 1 0 0,-4-6-171 0 0,0 0 1 0 0,0-1 0 0 0,0 1 0 0 0,0-1-1 0 0,0 0 1 0 0,1 0 0 0 0,-1 0-1 0 0,1 0 1 0 0,-1-1 0 0 0,1 0 0 0 0,-1 0-1 0 0,1 0 1 0 0,0-1 0 0 0,0 1 0 0 0,-1-1-1 0 0,1 0 1 0 0,0-1 0 0 0,5 0-1 0 0,-5 0-460 0 0,0-1 0 0 0,0 1 0 0 0,0-1 0 0 0,0 0 0 0 0,0-1 0 0 0,0 1 0 0 0,-1-1-1 0 0,1 0 1 0 0,-1 0 0 0 0,7-6 0 0 0,0-2-1758 0 0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7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44 260 0 0,'3'-4'555'0'0,"-1"0"1"0"0,1-1-1 0 0,0 1 0 0 0,0 0 1 0 0,0 0-1 0 0,0 1 0 0 0,0-1 1 0 0,8-5-1 0 0,-10 8 312 0 0,0 1-824 0 0,-1 0 1 0 0,1 0-1 0 0,-1-1 0 0 0,1 1 0 0 0,-1 0 0 0 0,1 0 1 0 0,-1 0-1 0 0,1 0 0 0 0,-1 0 0 0 0,1 0 1 0 0,0 0-1 0 0,-1 0 0 0 0,1 0 0 0 0,-1 0 0 0 0,1 0 1 0 0,-1 0-1 0 0,1 0 0 0 0,0 0 0 0 0,-1 0 0 0 0,1 0 1 0 0,-1 1-1 0 0,1-1 0 0 0,-1 0 0 0 0,1 0 0 0 0,-1 1 1 0 0,1-1-1 0 0,-1 0 0 0 0,1 1 0 0 0,0 0 1 0 0,19 10 748 0 0,-19-11-793 0 0,2 5 129 0 0,0 0 0 0 0,-1 0-1 0 0,1 0 1 0 0,-1 1 0 0 0,0-1 0 0 0,0 0 0 0 0,-1 1 0 0 0,0-1 0 0 0,0 1 0 0 0,0 0 0 0 0,0-1-1 0 0,-1 1 1 0 0,0 0 0 0 0,0-1 0 0 0,-2 7 0 0 0,2-10-16 0 0,21-19 1786 0 0,24-24-1830 0 0,-42 38-55 0 0,0 1-1 0 0,0-1 1 0 0,0 1-1 0 0,1 0 1 0 0,-1 0 0 0 0,1 1-1 0 0,-1-1 1 0 0,1 0 0 0 0,-1 1-1 0 0,1 0 1 0 0,7-1-1 0 0,-10 1-10 0 0,1 1 0 0 0,-1 0 0 0 0,1 0-1 0 0,-1 0 1 0 0,1 0 0 0 0,-1 0 0 0 0,1 0-1 0 0,-1 1 1 0 0,1-1 0 0 0,-1 0 0 0 0,1 1-1 0 0,-1-1 1 0 0,1 1 0 0 0,-1 0 0 0 0,0-1-1 0 0,1 1 1 0 0,-1 0 0 0 0,0 0 0 0 0,1 0-1 0 0,-1 0 1 0 0,0 0 0 0 0,0 0-1 0 0,0 0 1 0 0,0 0 0 0 0,0 0 0 0 0,0 1-1 0 0,0-1 1 0 0,-1 0 0 0 0,2 2 0 0 0,15 20 13 0 0,-16-22 35 0 0,0-1 12 0 0,0 1 0 0 0,0-1 0 0 0,0 1-1 0 0,-1-1 1 0 0,1 1 0 0 0,0-1 0 0 0,0 1-1 0 0,0-1 1 0 0,0 0 0 0 0,0 0-1 0 0,0 1 1 0 0,0-1 0 0 0,0 0 0 0 0,0 0-1 0 0,0 0 1 0 0,0 0 0 0 0,0 0 0 0 0,0 0-1 0 0,0 0 1 0 0,0-1 0 0 0,0 1-1 0 0,0 0 1 0 0,1-1 0 0 0,-1 1-56 0 0,8-7 183 0 0,-1 1-1 0 0,2 0 1 0 0,18-9-1 0 0,-24 14-374 0 0,0-1 0 0 0,1 1-1 0 0,0 0 1 0 0,-1 0-1 0 0,1 1 1 0 0,0-1 0 0 0,-1 1-1 0 0,1 0 1 0 0,0 1-1 0 0,-1-1 1 0 0,1 1 0 0 0,4 1-1 0 0,3 0-1475 0 0,4 1 1059 0 0,0-4-4531 0 0,-2 0 2304 0 0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8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119 306 676 0 0,'0'0'5830'0'0,"-1"-1"-5576"0"0,1 0 0 0 0,-1 0 0 0 0,0 0 1 0 0,0 0-1 0 0,0 0 0 0 0,0-1 0 0 0,0 2 0 0 0,0-1 0 0 0,0 0 1 0 0,0 0-1 0 0,-1 0 0 0 0,1 0 0 0 0,-3 0 0 0 0,-3 3-55 0 0,0 0 0 0 0,0 0 0 0 0,0 1 0 0 0,0 0 0 0 0,0 1 0 0 0,0-1 0 0 0,1 1 0 0 0,0 1-1 0 0,0-1 1 0 0,0 1 0 0 0,0 0 0 0 0,1 0 0 0 0,-1 1 0 0 0,-5 8 0 0 0,10-13 52 0 0,4 3-206 0 0,-3-4-44 0 0,0 1-1 0 0,0-1 1 0 0,0 1 0 0 0,0-1-1 0 0,0 1 1 0 0,1-1-1 0 0,-1 1 1 0 0,0-1-1 0 0,0 0 1 0 0,1 1-1 0 0,-1-1 1 0 0,0 1-1 0 0,0-1 1 0 0,1 0-1 0 0,-1 1 1 0 0,0-1-1 0 0,1 0 1 0 0,-1 1-1 0 0,0-1 1 0 0,1 0-1 0 0,-1 0 1 0 0,1 1-1 0 0,-1-1 1 0 0,0 0-1 0 0,1 0 1 0 0,-1 0-1 0 0,1 0 1 0 0,-1 0-1 0 0,1 1 1 0 0,50-13-406 0 0,-35 7 243 0 0,-1 1 1 0 0,1 1-1 0 0,0 0 1 0 0,0 1 0 0 0,0 1-1 0 0,0 1 1 0 0,17 1-1 0 0,-23-1 133 0 0,0 0-1 0 0,-1 0 1 0 0,1-1 0 0 0,0 0 0 0 0,16-4-1 0 0,12-1-17 0 0,14-6 24 0 0,-17 2 14 0 0,-34 10 9 0 0,41-6 350 0 0,-28 7-377 0 0,1 0 0 0 0,-1-1-1 0 0,1 0 1 0 0,0-1-1 0 0,-1-1 1 0 0,1 0-1 0 0,-1-1 1 0 0,0 0 0 0 0,21-9-1 0 0,-14 4-26 0 0,-1 0 1 0 0,1-2-1 0 0,-2 0 0 0 0,1-1 0 0 0,29-24 1 0 0,-42 29 101 0 0,0 0 1 0 0,0 0-1 0 0,-1-1 1 0 0,0 0-1 0 0,0 0 1 0 0,-1-1-1 0 0,0 1 0 0 0,0-1 1 0 0,0 0-1 0 0,-1-1 1 0 0,-1 1-1 0 0,1-1 1 0 0,-1 0-1 0 0,-1 1 1 0 0,1-2-1 0 0,0-12 1 0 0,-2 20 62 0 0,-1 0 0 0 0,1 0 0 0 0,-1-1 0 0 0,1 1 0 0 0,-1 0 0 0 0,0-1 0 0 0,0 1 0 0 0,0 0 0 0 0,0-1 0 0 0,-1 1 0 0 0,1 0 0 0 0,-1-1 0 0 0,1 1 0 0 0,-1 0 0 0 0,0 0 0 0 0,0 0 0 0 0,0 0 0 0 0,0-1 0 0 0,0 1 1 0 0,0 0-1 0 0,-1 1 0 0 0,1-1 0 0 0,-3-2 0 0 0,3 3 242 0 0,-27 23 46 0 0,25-16-361 0 0,0-1-1 0 0,0 1 1 0 0,0 0-1 0 0,1 0 1 0 0,0 0-1 0 0,0 0 1 0 0,1 0-1 0 0,-1 0 1 0 0,1 1-1 0 0,1-1 1 0 0,-1 0-1 0 0,1 1 1 0 0,0-1-1 0 0,1 0 1 0 0,-1 1-1 0 0,1-1 1 0 0,0 0-1 0 0,1 0 1 0 0,0 1-1 0 0,0-1 1 0 0,0 0-1 0 0,1-1 1 0 0,4 10-1 0 0,-1-4-207 0 0,-1-1 0 0 0,2 0 0 0 0,-1-1 1 0 0,1 1-1 0 0,1-1 0 0 0,-1 0 0 0 0,2-1 0 0 0,-1 0 0 0 0,1-1 0 0 0,0 1 0 0 0,1-2 1 0 0,13 9-1 0 0,-17-13-271 0 0,1 1 0 0 0,0 0 0 0 0,0-1 1 0 0,0-1-1 0 0,0 1 0 0 0,0-1 0 0 0,1 0 1 0 0,-1-1-1 0 0,9 0 0 0 0,17-4-4334 0 0,-19 1 2011 0 0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8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54 242 760 0 0,'11'-2'-707'0'0,"17"-2"8896"0"0,-23 11-3284 0 0,-9 4-5224 0 0,3-7 783 0 0,0-3-413 0 0,1-1 0 0 0,-1 1 0 0 0,1-1 0 0 0,-1 1 0 0 0,1 0 0 0 0,-1-1 0 0 0,1 1 0 0 0,0 0 0 0 0,-1-1 0 0 0,1 1 0 0 0,0 0 0 0 0,0-1 0 0 0,0 1 0 0 0,-1 0 0 0 0,1-1 0 0 0,0 1 0 0 0,0 0 0 0 0,0 0 0 0 0,0-1 0 0 0,0 1 0 0 0,0 0 0 0 0,0 0 0 0 0,0-1 0 0 0,1 1 1 0 0,-1 0-1 0 0,0-1 0 0 0,0 1 0 0 0,1 0 0 0 0,0 1 0 0 0,9 23 560 0 0,-4-22-740 0 0,0 0 0 0 0,0 0 0 0 0,1 0 0 0 0,-1-1 0 0 0,0 0 0 0 0,1 0 0 0 0,0 0-1 0 0,-1-1 1 0 0,1 0 0 0 0,0-1 0 0 0,8 0 0 0 0,78-7-5607 0 0,-79 5 3448 0 0,6-1-1009 0 0</inkml:trace>
  <inkml:trace contextRef="#ctx0" brushRef="#br0" timeOffset="1">30 49 92 0 0,'-9'2'2020'0'0,"0"-1"1373"0"0,-3 3 2303 0 0,53-16-5472 0 0,-10 7-516 0 0,10-3-696 0 0,6 0-704 0 0,-3-2-1833 0 0,4-3 813 0 0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9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0 572 460 0 0,'0'0'2079'0'0,"4"-1"-1218"0"0,9-4-328 0 0,0-2 0 0 0,-1 1 1 0 0,0-1-1 0 0,0-1 1 0 0,-1 0-1 0 0,0-1 1 0 0,0 0-1 0 0,13-15 0 0 0,13-9 188 0 0,-35 31-689 0 0,146-131 2147 0 0,-131 115-1879 0 0,-1-1-1 0 0,0-1 1 0 0,-1 0 0 0 0,-2-1-1 0 0,0 0 1 0 0,11-24 0 0 0,-19 34-112 0 0,-1-1-1 0 0,0 0 1 0 0,-1 0 0 0 0,3-19-1 0 0,-5 25-83 0 0,0 1-1 0 0,-1 0 0 0 0,0-1 0 0 0,0 1 1 0 0,-1 0-1 0 0,1-1 0 0 0,-1 1 0 0 0,0 0 1 0 0,-1 0-1 0 0,1-1 0 0 0,-1 1 0 0 0,-4-7 1 0 0,5 10 50 0 0,-12 19-100 0 0,12-16-55 0 0,-1 0 0 0 0,1 1 0 0 0,0-1 0 0 0,0 0 0 0 0,0 1 0 0 0,0-1 1 0 0,0 1-1 0 0,0-1 0 0 0,0 1 0 0 0,0 0 0 0 0,0-1 0 0 0,1 1 1 0 0,-1 0-1 0 0,1 0 0 0 0,-1-1 0 0 0,1 1 0 0 0,0 0 0 0 0,0 0 0 0 0,-1 0 1 0 0,1-1-1 0 0,1 1 0 0 0,-1 0 0 0 0,0 0 0 0 0,1 1 0 0 0,0 6-9 0 0,0-1 0 0 0,1 0-1 0 0,0 0 1 0 0,1-1 0 0 0,0 1-1 0 0,5 9 1 0 0,-4-9-19 0 0,1 0-1 0 0,0 0 1 0 0,1-1-1 0 0,0 0 1 0 0,0 0-1 0 0,0 0 1 0 0,1-1-1 0 0,13 10 1 0 0,-9-9-16 0 0,0 0 0 0 0,1-1 0 0 0,-1 0 0 0 0,1-1 1 0 0,1 0-1 0 0,-1-1 0 0 0,1-1 0 0 0,0 0 0 0 0,-1 0 1 0 0,1-1-1 0 0,16 0 0 0 0,-11-1-60 0 0,1-1-1 0 0,-1-1 1 0 0,29-5-1 0 0,-40 5 83 0 0,-1-1 0 0 0,1 0 1 0 0,-1 0-1 0 0,0 0 0 0 0,0-1 0 0 0,0 0 0 0 0,0 0 0 0 0,0-1 0 0 0,-1 1 0 0 0,1-1 0 0 0,-1-1 1 0 0,9-9-1 0 0,-12 13 17 0 0,1-3 63 0 0,1 1-1 0 0,-1-1 1 0 0,0 0-1 0 0,0 0 1 0 0,-1 0-1 0 0,1-1 0 0 0,-1 1 1 0 0,2-6-1 0 0,-3 8 98 0 0,-1-4-1 0 0,0 6-122 0 0,0 0 1 0 0,0 0-1 0 0,0 0 1 0 0,0 0-1 0 0,0 0 1 0 0,0 0-1 0 0,0 0 1 0 0,0 0-1 0 0,0 0 1 0 0,-1 0-1 0 0,1 0 1 0 0,0 0-1 0 0,0 0 1 0 0,0 0-1 0 0,0 0 1 0 0,0 0-1 0 0,0 0 1 0 0,0 0-1 0 0,0 0 1 0 0,0 0-1 0 0,0 0 1 0 0,0 0-1 0 0,0 0 0 0 0,0 0 1 0 0,0 0-1 0 0,0 0 1 0 0,-1 0-1 0 0,1 0 1 0 0,0 0-1 0 0,0 0 1 0 0,0 0-1 0 0,-1 2-43 0 0,1 1-1 0 0,-1 0 0 0 0,1 0 0 0 0,-1-1 1 0 0,1 1-1 0 0,0 0 0 0 0,0 0 0 0 0,0 0 1 0 0,1-1-1 0 0,-1 1 0 0 0,1 0 0 0 0,-1 0 1 0 0,1 0-1 0 0,0-1 0 0 0,0 1 0 0 0,0-1 1 0 0,0 1-1 0 0,1-1 0 0 0,-1 1 0 0 0,1-1 1 0 0,0 0-1 0 0,-1 1 0 0 0,1-1 0 0 0,0 0 1 0 0,0 0-1 0 0,0 0 0 0 0,0-1 0 0 0,1 1 1 0 0,-1 0-1 0 0,1-1 0 0 0,2 2 0 0 0,1 1-278 0 0,0-1 0 0 0,1 0-1 0 0,-1 0 1 0 0,1-1 0 0 0,-1 0-1 0 0,1 0 1 0 0,0 0 0 0 0,9 0-1 0 0,32 1-6210 0 0,-28-4 2907 0 0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39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15 808 0 0,'-6'-15'11114'0'0,"8"26"-10891"0"0,1 0-1 0 0,0 0 1 0 0,1 0 0 0 0,0-1 0 0 0,6 11-1 0 0,-7-16-105 0 0,0 0-1 0 0,0 0 1 0 0,0 0-1 0 0,0 0 1 0 0,1 0-1 0 0,0-1 1 0 0,0 0-1 0 0,0 0 1 0 0,1 0-1 0 0,0 0 1 0 0,-1-1-1 0 0,7 4 1 0 0,-10-7 5 0 0,59-1 642 0 0,-15 11-2166 0 0,-14-1-3096 0 0,-19-5 1138 0 0,1 0-239 0 0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0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0 1180 0 0,'1'1'459'0'0,"0"-1"0"0"0,0 1-1 0 0,0-1 1 0 0,0 1 0 0 0,0-1 0 0 0,0 1-1 0 0,-1 0 1 0 0,1-1 0 0 0,0 1 0 0 0,-1 0-1 0 0,1 0 1 0 0,0-1 0 0 0,-1 1 0 0 0,1 0-1 0 0,-1 0 1 0 0,1 0 0 0 0,-1 0-1 0 0,1 0 1 0 0,-1 0 0 0 0,0 0 0 0 0,1 1-1 0 0,-2 28 2410 0 0,0-24-3557 0 0,0 0 0 0 0,-1 0 0 0 0,0 0 1 0 0,-1-1-1 0 0,1 1 0 0 0,-1 0 0 0 0,-4 6 0 0 0,-2-7-5592 0 0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0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58 352 0 0,'0'-15'2620'0'0,"0"-3"-1572"0"0,-3 7-780 0 0,3-2-2484 0 0</inkml:trace>
  <inkml:trace contextRef="#ctx0" brushRef="#br0" timeOffset="1">181 204 596 0 0,'20'22'8459'0'0,"-13"-15"-7518"0"0,30 15 1473 0 0,24 14-1343 0 0,-19-19-8704 0 0,-32-15 4341 0 0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1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399 78 364 0 0,'8'-39'7593'0'0,"-8"37"-7430"0"0,-1 0 0 0 0,0 0 1 0 0,0 0-1 0 0,0-1 0 0 0,-1 1 0 0 0,1 0 1 0 0,0 0-1 0 0,-1 1 0 0 0,1-1 1 0 0,-1 0-1 0 0,0 0 0 0 0,0 1 0 0 0,1-1 1 0 0,-1 1-1 0 0,0 0 0 0 0,0-1 1 0 0,0 1-1 0 0,-1 0 0 0 0,1 0 0 0 0,0 0 1 0 0,0 1-1 0 0,-4-2 0 0 0,1 1-10 0 0,-1 1 0 0 0,1-1-1 0 0,-1 1 1 0 0,1 1 0 0 0,-1-1-1 0 0,1 1 1 0 0,-1 0 0 0 0,1 0-1 0 0,-8 2 1 0 0,-5 4 54 0 0,0 0-1 0 0,1 1 1 0 0,0 1-1 0 0,-30 20 1 0 0,23-12 5 0 0,1 2 0 0 0,1 0 0 0 0,1 1 1 0 0,-20 24-1 0 0,35-37-161 0 0,0 0 0 0 0,1 0 1 0 0,0 0-1 0 0,0 1 0 0 0,1 0 1 0 0,0 0-1 0 0,0 0 0 0 0,1 1 1 0 0,0-1-1 0 0,0 1 0 0 0,1 0 1 0 0,0 0-1 0 0,1-1 0 0 0,0 1 1 0 0,0 0-1 0 0,1 0 0 0 0,1 12 1 0 0,0-16-41 0 0,0 0 0 0 0,1 0 1 0 0,0 0-1 0 0,0 0 0 0 0,0 0 0 0 0,0-1 0 0 0,1 1 1 0 0,0-1-1 0 0,0 0 0 0 0,0 0 0 0 0,0 0 1 0 0,1 0-1 0 0,-1 0 0 0 0,1-1 0 0 0,0 0 1 0 0,0 0-1 0 0,0 0 0 0 0,1 0 0 0 0,-1 0 1 0 0,1-1-1 0 0,-1 0 0 0 0,1 0 0 0 0,0 0 0 0 0,0-1 1 0 0,0 1-1 0 0,0-1 0 0 0,6 0 0 0 0,12 3-105 0 0,0-2 0 0 0,0 0 0 0 0,0-1 0 0 0,36-5 0 0 0,-31 0-129 0 0,-1-1-1 0 0,1-2 0 0 0,-1-1 0 0 0,0-1 1 0 0,-1-1-1 0 0,0-1 0 0 0,0-2 0 0 0,-1 0 0 0 0,-1-2 1 0 0,26-20-1 0 0,-50 35 213 0 0,8-6-18 0 0,-15 34-1 0 0,5-22 43 0 0,0 11-2099 0 0,-6-23-3197 0 0,1 0 4880 0 0,4 3-2868 0 0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1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0 236 0 0,'0'0'1882'0'0,"12"5"8"0"0,-4 1-328 0 0,3 25 709 0 0,8 18-372 0 0,-18-48-1737 0 0,-1 0-134 0 0,1 0 1 0 0,-1-1 0 0 0,0 1 0 0 0,1-1 0 0 0,-1 1 0 0 0,1-1 0 0 0,-1 0 0 0 0,0 1-1 0 0,1-1 1 0 0,-1 1 0 0 0,1-1 0 0 0,0 0 0 0 0,-1 1 0 0 0,1-1 0 0 0,-1 0 0 0 0,1 1-1 0 0,-1-1 1 0 0,1 0 0 0 0,0 0 0 0 0,-1 0 0 0 0,1 0 0 0 0,0 0 0 0 0,-1 0 0 0 0,1 0-1 0 0,-1 0 1 0 0,1 0 0 0 0,0 0 0 0 0,-1 0 0 0 0,1 0 0 0 0,0 0 0 0 0,-1 0 0 0 0,1 0-1 0 0,1-1 1 0 0,23-4 549 0 0,-24 5-540 0 0,1-2-70 0 0,0 1-1 0 0,0 0 1 0 0,0 1 0 0 0,0-1-1 0 0,0 0 1 0 0,0 1 0 0 0,0-1 0 0 0,0 1-1 0 0,0 0 1 0 0,0-1 0 0 0,0 1-1 0 0,0 0 1 0 0,1 0 0 0 0,-1 0-1 0 0,0 1 1 0 0,0-1 0 0 0,0 1-1 0 0,0-1 1 0 0,0 1 0 0 0,4 1-1 0 0,12 4-3102 0 0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2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72 772 0 0,'1'-6'1100'0'0,"0"0"0"0"0,0 0 0 0 0,0-1 0 0 0,-1 1 0 0 0,0-1 0 0 0,0 1 0 0 0,-2-12 0 0 0,2 16-262 0 0,-1 0 214 0 0,1 1-1009 0 0,0 1 0 0 0,0 0-1 0 0,0 0 1 0 0,0 0 0 0 0,0 0-1 0 0,0 0 1 0 0,0-1-1 0 0,0 1 1 0 0,0 0 0 0 0,0 0-1 0 0,0 0 1 0 0,0 0 0 0 0,0-1-1 0 0,0 1 1 0 0,0 0-1 0 0,0 0 1 0 0,0 0 0 0 0,0 0-1 0 0,0-1 1 0 0,0 1 0 0 0,0 0-1 0 0,0 0 1 0 0,0 0 0 0 0,-1 0-1 0 0,1 0 1 0 0,0-1-1 0 0,0 1 1 0 0,0 0 0 0 0,0 0-1 0 0,0 0 1 0 0,0 0 0 0 0,-1 0-1 0 0,1 0 1 0 0,0 0-1 0 0,0 0 1 0 0,0 0 0 0 0,0-1-1 0 0,0 1 1 0 0,-1 0 0 0 0,1 0-1 0 0,0 0 1 0 0,0 0-1 0 0,0 0 1 0 0,0 0 0 0 0,-1 0-1 0 0,1 0 1 0 0,0 0 0 0 0,0 0-1 0 0,0 0 1 0 0,0 0 0 0 0,-1 0-1 0 0,1 0 1 0 0,0 0-1 0 0,0 1 1 0 0,0-1 0 0 0,0 0-1 0 0,0 0 1 0 0,-1 0 0 0 0,1 0-1 0 0,0 0 1 0 0,0 0-1 0 0,0 0 1 0 0,0 0 0 0 0,0 0-1 0 0,-1 1 1 0 0,-7 7 150 0 0,0 0 0 0 0,0 1 0 0 0,0 0-1 0 0,1 1 1 0 0,1-1 0 0 0,0 2 0 0 0,0-1 0 0 0,1 0 0 0 0,0 1 0 0 0,-7 22 0 0 0,10-25-153 0 0,0 0 0 0 0,1 1 0 0 0,-1-1 0 0 0,2 1 0 0 0,-1-1 0 0 0,1 1 0 0 0,0-1 0 0 0,1 1 1 0 0,0-1-1 0 0,1 1 0 0 0,-1-1 0 0 0,1 1 0 0 0,1-1 0 0 0,0 0 0 0 0,0 0 0 0 0,6 11 1 0 0,-4-12-101 0 0,-1 0-1 0 0,1-1 1 0 0,0 1 0 0 0,1-1 0 0 0,-1 0 0 0 0,1 0 0 0 0,1-1 0 0 0,-1 1 0 0 0,14 7 0 0 0,-17-11 38 0 0,0-1-1 0 0,0 1 1 0 0,0-1 0 0 0,0 1 0 0 0,1-1-1 0 0,-1 0 1 0 0,0-1 0 0 0,1 1 0 0 0,-1-1-1 0 0,1 1 1 0 0,-1-1 0 0 0,1 0 0 0 0,-1 0-1 0 0,1 0 1 0 0,-1-1 0 0 0,1 1 0 0 0,-1-1-1 0 0,0 0 1 0 0,1 0 0 0 0,-1 0 0 0 0,0 0-1 0 0,0-1 1 0 0,0 1 0 0 0,0-1 0 0 0,0 0-1 0 0,3-2 1 0 0,23-31-85 0 0,-18 11 393 0 0,-10 26-294 0 0,0 0-1 0 0,0 0 0 0 0,0 0 0 0 0,0 0 1 0 0,0 0-1 0 0,0 0 0 0 0,0-1 0 0 0,1 1 1 0 0,-1-1-1 0 0,1 1 0 0 0,-1-1 0 0 0,1 1 1 0 0,0-1-1 0 0,0 0 0 0 0,-1 0 0 0 0,1 1 1 0 0,0-1-1 0 0,0-1 0 0 0,0 1 0 0 0,0 0 1 0 0,0 0-1 0 0,0-1 0 0 0,2 1 1 0 0,52 13-579 0 0,-32-12 402 0 0,0 0 0 0 0,0-1 0 0 0,1-2 1 0 0,-1 0-1 0 0,0-2 0 0 0,0-1 0 0 0,0 0 1 0 0,26-10-1 0 0,-4-7 1172 0 0,-44 21-625 0 0,4-6-42 0 0,-4 4 228 0 0,-8 3 2788 0 0,-2 2-3341 0 0,1 0 0 0 0,0 1 0 0 0,-1-1 0 0 0,1 2-1 0 0,1-1 1 0 0,-1 1 0 0 0,1 0 0 0 0,-7 6 0 0 0,8-5-990 0 0,0-1 0 0 0,0 1-1 0 0,1 0 1 0 0,-1 0 0 0 0,1 1 0 0 0,-3 7-1 0 0,2-7-3596 0 0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2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10 600 0 0,'6'-9'9424'0'0,"-6"9"-9129"0"0,0 0-1 0 0,1 0 1 0 0,-1 0-1 0 0,0 0 1 0 0,1 0-1 0 0,-1 0 1 0 0,0 0-1 0 0,1 0 1 0 0,-1 0-1 0 0,0 0 1 0 0,1 0-1 0 0,8 19 3691 0 0,3 47-4861 0 0,-10-54 2305 0 0,1 8-1502 0 0,-2 0-1 0 0,0 0 1 0 0,-1 0-1 0 0,-3 28 0 0 0,-5-6-3347 0 0,-2-5-3857 0 0</inkml:trace>
  <inkml:trace contextRef="#ctx0" brushRef="#br0" timeOffset="1">96 191 236 0 0,'0'0'1180'0'0,"14"-10"-136"0"0,-4 4-160 0 0,-1-2-160 0 0,-2 3-128 0 0,-1-2 188 0 0,6-4-627 0 0,0 0-674 0 0,-10-4-3463 0 0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3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67 1328 0 0,'-18'-5'1296'0'0,"4"3"-104"0"0,4-4-28 0 0,0 3 1145 0 0,-4-4-265 0 0,5 2 0 0 0,29-12-2444 0 0,-6 12-132 0 0,12 0-272 0 0,-7 0-804 0 0,-3 2-1741 0 0,11 0 769 0 0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3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62 213 48 0 0,'12'-8'14806'0'0,"-42"14"-14537"0"0,29-6-265 0 0,0 0 1 0 0,0 1-1 0 0,0-1 1 0 0,0 1-1 0 0,0-1 1 0 0,0 1-1 0 0,0 0 1 0 0,0 0-1 0 0,1-1 1 0 0,-1 1-1 0 0,0 0 1 0 0,0 0 0 0 0,1 0-1 0 0,-1 0 1 0 0,0 0-1 0 0,1 0 1 0 0,-1 0-1 0 0,1 0 1 0 0,-1 0-1 0 0,1 0 1 0 0,-1 0-1 0 0,1 0 1 0 0,0 0-1 0 0,0 0 1 0 0,0 0-1 0 0,-1 0 1 0 0,1 0-1 0 0,0 1 1 0 0,0-1-1 0 0,0 0 1 0 0,1 0 0 0 0,-1 0-1 0 0,0 0 1 0 0,0 0-1 0 0,1 0 1 0 0,-1 1-1 0 0,0-1 1 0 0,1 0-1 0 0,-1 0 1 0 0,1 0-1 0 0,0 0 1 0 0,-1 0-1 0 0,1-1 1 0 0,0 1-1 0 0,-1 0 1 0 0,1 0-1 0 0,0 0 1 0 0,0-1-1 0 0,0 1 1 0 0,0 0 0 0 0,0-1-1 0 0,0 1 1 0 0,0 0-1 0 0,0-1 1 0 0,0 1-1 0 0,0-1 1 0 0,0 0-1 0 0,0 1 1 0 0,0-1-1 0 0,1 0 1 0 0,4 1 3 0 0,0 0 1 0 0,0 0 0 0 0,0-1-1 0 0,0 1 1 0 0,0-2 0 0 0,0 1-1 0 0,0-1 1 0 0,0 1 0 0 0,-1-2-1 0 0,1 1 1 0 0,0-1 0 0 0,-1 1-1 0 0,1-2 1 0 0,-1 1-1 0 0,1-1 1 0 0,-1 1 0 0 0,0-1-1 0 0,0-1 1 0 0,0 1 0 0 0,0-1-1 0 0,-1 0 1 0 0,0 0 0 0 0,0 0-1 0 0,0-1 1 0 0,6-8 0 0 0,7-10 120 0 0,-1-1 0 0 0,-1-1 1 0 0,21-49-1 0 0,-35 72-107 0 0,23-51 596 0 0,-23 51-650 0 0,0 9-179 0 0,3 41 36 0 0,-3 1 0 0 0,-9 89 0 0 0,0-17-199 0 0,5-12-155 0 0,-6 0 0 0 0,-29 146 1 0 0,34-239 467 0 0,0 0 0 0 0,-2-1 0 0 0,0 1 0 0 0,-1-1 0 0 0,0-1 0 0 0,-1 1 0 0 0,-13 15 0 0 0,18-25 120 0 0,0-1-1 0 0,0 1 1 0 0,-1-1 0 0 0,0 0 0 0 0,1-1-1 0 0,-2 1 1 0 0,1 0 0 0 0,0-1-1 0 0,-1 0 1 0 0,1 0 0 0 0,-1-1-1 0 0,0 1 1 0 0,0-1 0 0 0,0 0-1 0 0,0 0 1 0 0,0-1 0 0 0,-1 1-1 0 0,1-1 1 0 0,0 0 0 0 0,-1-1-1 0 0,1 1 1 0 0,-1-1 0 0 0,1 0-1 0 0,-1 0 1 0 0,-7-2 0 0 0,11 1-15 0 0,-1 1 1 0 0,1-1-1 0 0,-1 1 0 0 0,1-1 1 0 0,0 0-1 0 0,-1 0 1 0 0,1 0-1 0 0,0-1 1 0 0,-1 1-1 0 0,1 0 0 0 0,0-1 1 0 0,0 0-1 0 0,0 1 1 0 0,1-1-1 0 0,-1 0 1 0 0,0 0-1 0 0,0 0 1 0 0,1 0-1 0 0,0 0 0 0 0,-1 0 1 0 0,1 0-1 0 0,0-1 1 0 0,-1-2-1 0 0,1 1-50 0 0,0-1 0 0 0,0 1 0 0 0,1-1 1 0 0,0 0-1 0 0,0 1 0 0 0,0-1 0 0 0,1 1 0 0 0,-1-1 0 0 0,1 0 0 0 0,0 1 0 0 0,3-9 0 0 0,2-2-405 0 0,1-1 0 0 0,0 1-1 0 0,1 0 1 0 0,1 1-1 0 0,19-26 1 0 0,54-47-6310 0 0,-29 37 2840 0 0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4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557 279 1056 0 0,'5'-12'681'0'0,"-1"-2"0"0"0,0 1 0 0 0,-1 0 0 0 0,0-1 0 0 0,-1 0 0 0 0,0 1 0 0 0,-1-23 0 0 0,-3 0 1854 0 0,-10-57-1 0 0,13 93-2438 0 0,-1-1-1 0 0,0 0 1 0 0,0 0 0 0 0,-1 0-1 0 0,1 0 1 0 0,0 0 0 0 0,0 0-1 0 0,0 0 1 0 0,-1 0 0 0 0,1 0-1 0 0,0 0 1 0 0,-1 1 0 0 0,1-1-1 0 0,0 0 1 0 0,-1 0-1 0 0,0 0 1 0 0,1 1 0 0 0,-1-1-1 0 0,1 0 1 0 0,-1 0 0 0 0,0 1-1 0 0,1-1 1 0 0,-1 1 0 0 0,-1-2-1 0 0,1 2-62 0 0,0 1-1 0 0,0-1 1 0 0,0 0-1 0 0,0 1 0 0 0,0-1 1 0 0,0 0-1 0 0,0 1 1 0 0,1 0-1 0 0,-1-1 0 0 0,0 1 1 0 0,0-1-1 0 0,0 1 1 0 0,1 0-1 0 0,-1-1 0 0 0,1 1 1 0 0,-1 0-1 0 0,0 0 1 0 0,1 0-1 0 0,-1 0 1 0 0,-28 55-137 0 0,27-51 284 0 0,-221 530 1182 0 0,-41 48-183 0 0,241-544-2205 0 0,34-81 565 0 0,2 0 0 0 0,2 0 0 0 0,1 2 0 0 0,31-55 0 0 0,-20 40 455 0 0,-15 33 107 0 0,2-1-1 0 0,0 2 0 0 0,1 0 0 0 0,1 1 1 0 0,1 0-1 0 0,1 2 0 0 0,1 0 0 0 0,0 1 1 0 0,1 0-1 0 0,33-19 0 0 0,-47 32-77 0 0,1 0 1 0 0,0 1-1 0 0,0 0 1 0 0,0 0-1 0 0,0 1 0 0 0,1-1 1 0 0,-1 1-1 0 0,1 1 0 0 0,-1 0 1 0 0,1 0-1 0 0,-1 0 1 0 0,1 1-1 0 0,0 0 0 0 0,-1 1 1 0 0,11 1-1 0 0,-12 0-14 0 0,0 0 0 0 0,-1 0 1 0 0,0 0-1 0 0,1 1 0 0 0,-1-1 0 0 0,0 1 0 0 0,0 1 1 0 0,-1-1-1 0 0,1 1 0 0 0,-1 0 0 0 0,1 0 1 0 0,-1 0-1 0 0,0 0 0 0 0,-1 1 0 0 0,1-1 0 0 0,-1 1 1 0 0,0 0-1 0 0,0 0 0 0 0,-1 1 0 0 0,4 9 0 0 0,5 36 37 0 0,-7-27 330 0 0,0-11 365 0 0,-4-11-367 0 0,4-7-260 0 0,23-29-7 0 0,1 1-1 0 0,1 2 1 0 0,2 1 0 0 0,61-47 0 0 0,-66 59-297 0 0,47-24-1 0 0,-31 23-3003 0 0,-35 15 1055 0 0,5-4-7059 0 0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4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19 404 0 0,'0'0'12281'0'0,"3"39"-11015"0"0,-1-34-1218 0 0,1 1-1 0 0,0-1 0 0 0,0 0 0 0 0,0 0 0 0 0,0 0 1 0 0,1 0-1 0 0,0-1 0 0 0,0 0 0 0 0,1 0 1 0 0,-1 0-1 0 0,1 0 0 0 0,-1 0 0 0 0,1-1 1 0 0,0 0-1 0 0,1 0 0 0 0,-1 0 0 0 0,1-1 0 0 0,-1 0 1 0 0,1 0-1 0 0,-1 0 0 0 0,1-1 0 0 0,0 1 1 0 0,0-1-1 0 0,0-1 0 0 0,0 1 0 0 0,0-1 1 0 0,0 0-1 0 0,0-1 0 0 0,0 1 0 0 0,0-1 1 0 0,0 0-1 0 0,-1-1 0 0 0,1 1 0 0 0,0-1 0 0 0,-1 0 1 0 0,1-1-1 0 0,-1 1 0 0 0,0-1 0 0 0,1 0 1 0 0,-1-1-1 0 0,-1 1 0 0 0,1-1 0 0 0,0 0 1 0 0,4-5-1 0 0,-6 6 25 0 0,0-1-1 0 0,1 0 1 0 0,-1-1 0 0 0,-1 1 0 0 0,1 0 0 0 0,-1-1 0 0 0,1 1-1 0 0,-1-1 1 0 0,-1 0 0 0 0,1 0 0 0 0,-1 0 0 0 0,0 0-1 0 0,0 0 1 0 0,0 0 0 0 0,0 0 0 0 0,-1 0 0 0 0,0-6 0 0 0,-9 2-1677 0 0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5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1 364 0 0,'0'0'3954'0'0,"22"11"5343"0"0,-22-4-9135 0 0,-1 0 0 0 0,1 0 0 0 0,-2 0 0 0 0,1 0 0 0 0,-1 0 0 0 0,0 0 1 0 0,0 0-1 0 0,-3 7 0 0 0,3-11-1056 0 0,0 1 0 0 0,0-1 0 0 0,0 1 1 0 0,-1-1-1 0 0,1 0 0 0 0,-1 0 0 0 0,0 0 0 0 0,0 0 1 0 0,-5 4-1 0 0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5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0 173 684 0 0,'8'-18'1965'0'0,"0"-1"0"0"0,1 1 0 0 0,18-26 0 0 0,14-30 6375 0 0,-43 89-1953 0 0,-7 43-5341 0 0,-1-2-699 0 0,7-36-386 0 0,0 0 0 0 0,1 0 0 0 0,2 0 0 0 0,0 0 1 0 0,1 0-1 0 0,0 0 0 0 0,2 0 0 0 0,1 0 0 0 0,0 0 1 0 0,13 35-1 0 0,3-18-916 0 0,-20-35 872 0 0,1-1-87 0 0,0 0 169 0 0,0 0 1 0 0,0 0 0 0 0,0 1 0 0 0,-1-1 0 0 0,1 0 0 0 0,-1 0 0 0 0,1 1-1 0 0,-1-1 1 0 0,1 1 0 0 0,-1-1 0 0 0,0 0 0 0 0,0 1 0 0 0,0-1-1 0 0,1 1 1 0 0,-1-1 0 0 0,-1 0 0 0 0,1 1 0 0 0,0-1 0 0 0,0 1 0 0 0,0-1-1 0 0,-1 0 1 0 0,1 1 0 0 0,-1 1 0 0 0,-9 53-12 0 0,8-44 12 0 0,-2 69-331 0 0,4-55-2926 0 0,-6-21 640 0 0,0-3 398 0 0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6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1120 0 0,'30'-1'6091'0'0,"55"-15"1671"0"0,-28 3-5747 0 0,-10 2-4354 0 0,-37 7-3439 0 0,-8 3 4322 0 0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2T06:02:46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68 204 0 0,'-17'0'2360'0'0,"3"-2"-144"0"0,4-2 1473 0 0,-8-1-2249 0 0,11 0-284 0 0,-1-2-284 0 0,2 0-240 0 0,-2 0-208 0 0,-3-5-908 0 0,7 7-700 0 0,0-9-4640 0 0</inkml:trace>
  <inkml:trace contextRef="#ctx0" brushRef="#br0" timeOffset="1">812 371 876 0 0,'8'10'1071'0'0,"15"0"18055"0"0,-19-19-19588 0 0,-4 8 400 0 0,0 0 1 0 0,1 0 0 0 0,-1-1-1 0 0,0 1 1 0 0,-1 0 0 0 0,1 0-1 0 0,0-1 1 0 0,0 1 0 0 0,0 0-1 0 0,-1 0 1 0 0,1 0 0 0 0,-1-1-1 0 0,1 1 1 0 0,-1 0 0 0 0,1 0 0 0 0,-1 0-1 0 0,0 0 1 0 0,1 0 0 0 0,-1 0-1 0 0,0 0 1 0 0,0 0 0 0 0,0 0-1 0 0,0 0 1 0 0,0 1 0 0 0,0-1-1 0 0,0 0 1 0 0,-1 0 0 0 0,-31-19-4387 0 0,31 19 3729 0 0,-21-11-4475 0 0,-2 1 397 0 0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37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9 277 4 0 0,'0'0'777'0'0,"-9"-55"4113"0"0,9 53-4470 0 0,1-2-306 0 0,0 0-1 0 0,1-1 0 0 0,-1 1 1 0 0,0 0-1 0 0,1 0 1 0 0,0 1-1 0 0,0-1 1 0 0,0 0-1 0 0,1 1 0 0 0,-1-1 1 0 0,1 1-1 0 0,0-1 1 0 0,0 1-1 0 0,0 0 0 0 0,0 1 1 0 0,1-1-1 0 0,4-3 1 0 0,4-2 19 0 0,0-1 1 0 0,0 2-1 0 0,24-12 1 0 0,-14 11-52 0 0,-1 0 0 0 0,2 1 0 0 0,-1 1 0 0 0,1 1 0 0 0,-1 1 0 0 0,1 1 0 0 0,0 1 0 0 0,1 1 1 0 0,29 3-1 0 0,-45-2-70 0 0,0 1 0 0 0,0 1 0 0 0,0-1 0 0 0,-1 1 0 0 0,1 1 0 0 0,-1-1 0 0 0,0 1 0 0 0,1 1 0 0 0,-1-1 0 0 0,0 1 0 0 0,-1 0 0 0 0,1 1 0 0 0,-1-1 0 0 0,0 1 0 0 0,0 1 0 0 0,0-1 0 0 0,-1 1 0 0 0,0 0 0 0 0,0 0 0 0 0,-1 1 0 0 0,1-1 1 0 0,-1 1-1 0 0,-1 0 0 0 0,1 0 0 0 0,-1 0 0 0 0,0 1 0 0 0,-1-1 0 0 0,0 1 0 0 0,0-1 0 0 0,1 15 0 0 0,0 1 6 0 0,-2 0 0 0 0,0 0 0 0 0,-1 0 0 0 0,-2 0 0 0 0,-6 38 0 0 0,6-49-6 0 0,-1-1-1 0 0,0 1 1 0 0,-1-1 0 0 0,0 0-1 0 0,-1 0 1 0 0,0 0-1 0 0,-1 0 1 0 0,0-1 0 0 0,0 0-1 0 0,-1 0 1 0 0,-1-1 0 0 0,-15 17-1 0 0,20-24-3 0 0,0 0-1 0 0,0 1 0 0 0,0-1 0 0 0,0 0 1 0 0,0-1-1 0 0,0 1 0 0 0,0 0 1 0 0,-1-1-1 0 0,1 0 0 0 0,-7 2 1 0 0,9-3-2 0 0,-1 0 1 0 0,1 0-1 0 0,-1 0 1 0 0,0 0-1 0 0,1 0 1 0 0,-1 0-1 0 0,0 0 1 0 0,1-1-1 0 0,-1 1 1 0 0,1-1-1 0 0,-1 1 0 0 0,1-1 1 0 0,-1 1-1 0 0,1-1 1 0 0,-1 0-1 0 0,1 0 1 0 0,-3-1-1 0 0,1-1 1 0 0,1 0 0 0 0,0-1 0 0 0,-1 1 0 0 0,1 0-1 0 0,0-1 1 0 0,0 1 0 0 0,1-1 0 0 0,-1 0 0 0 0,1 0-1 0 0,0 1 1 0 0,0-1 0 0 0,0 0 0 0 0,0 0-1 0 0,1 0 1 0 0,0 0 0 0 0,0 0 0 0 0,0-8 0 0 0,3-10-7 0 0,0 1-1 0 0,1-1 1 0 0,1 1 0 0 0,1 0 0 0 0,1 0 0 0 0,1 1 0 0 0,1 0 0 0 0,0 0 0 0 0,2 1 0 0 0,0 0-1 0 0,1 1 1 0 0,16-18 0 0 0,-11 14-1 0 0,2 1 0 0 0,0 1 0 0 0,1 1 0 0 0,1 0 0 0 0,1 2 0 0 0,1 0 0 0 0,0 2 0 0 0,51-25 0 0 0,-62 34 23 0 0,1 1 0 0 0,0 0 0 0 0,1 1 0 0 0,-1 0 1 0 0,1 1-1 0 0,0 1 0 0 0,24-1 0 0 0,-34 3-13 0 0,1 0 0 0 0,0 1 1 0 0,0-1-1 0 0,0 1 0 0 0,0 1 0 0 0,-1-1 0 0 0,1 0 1 0 0,-1 1-1 0 0,1 0 0 0 0,-1 0 0 0 0,1 1 0 0 0,-1-1 0 0 0,0 1 1 0 0,0 0-1 0 0,0 0 0 0 0,-1 0 0 0 0,1 0 0 0 0,-1 1 1 0 0,0 0-1 0 0,1-1 0 0 0,-2 1 0 0 0,1 0 0 0 0,0 0 1 0 0,-1 1-1 0 0,3 5 0 0 0,5 15 92 0 0,-1 2 0 0 0,-1-1-1 0 0,-1 1 1 0 0,-1 0 0 0 0,-1 1 0 0 0,-2-1 0 0 0,0 39 0 0 0,-3-13 342 0 0,-3 0 0 0 0,-18 101 0 0 0,17-140-299 0 0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38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1 1 13257 0 0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38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0 312 0 0,'-6'2'614'0'0,"0"-1"0"0"0,0 1 0 0 0,0-1-1 0 0,0-1 1 0 0,-10 1 0 0 0,-4 2 5067 0 0,47 3-5610 0 0,59-3 538 0 0,-6 1-580 0 0,-28 9-4426 0 0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39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428 53 56 0 0,'0'0'741'0'0,"-15"-23"2930"0"0,3 23-3425 0 0,0-1-1 0 0,0 2 1 0 0,0 0-1 0 0,0 0 0 0 0,0 1 1 0 0,1 1-1 0 0,-1 0 1 0 0,1 0-1 0 0,-17 8 0 0 0,-14 8 438 0 0,-41 25-1 0 0,79-42-602 0 0,2-1-40 0 0,0 0 1 0 0,0 1 0 0 0,0-1 0 0 0,0 0-1 0 0,0 0 1 0 0,0 1 0 0 0,1-1-1 0 0,-1 1 1 0 0,0 0 0 0 0,1 0 0 0 0,-1-1-1 0 0,1 1 1 0 0,0 0 0 0 0,0 0-1 0 0,-2 3 1 0 0,3-3 159 0 0,4-2-140 0 0,3 0-41 0 0,0-1 0 0 0,0 0-1 0 0,0 0 1 0 0,-1 0 0 0 0,1-1-1 0 0,0 0 1 0 0,-1 0 0 0 0,1 0-1 0 0,-1-1 1 0 0,1 0 0 0 0,-1-1-1 0 0,10-7 1 0 0,10-8 26 0 0,36-34-1 0 0,-25 19 0 0 0,-34 31-30 0 0,17-3 5 0 0,-18 6-15 0 0,0 0 0 0 0,0 0 0 0 0,-1 0 0 0 0,1 0 0 0 0,0 0 0 0 0,0 0 0 0 0,-1 0 0 0 0,1 0 0 0 0,0 1 0 0 0,0-1 0 0 0,-1 1 0 0 0,1 0 0 0 0,0-1 0 0 0,-1 1 0 0 0,1 0 0 0 0,-1 0 0 0 0,1 0 0 0 0,-1 0 0 0 0,0 0 0 0 0,1 0 0 0 0,-1 0 0 0 0,0 0 0 0 0,0 1 0 0 0,1-1 0 0 0,-1 1 0 0 0,0-1 0 0 0,0 0 0 0 0,-1 1 0 0 0,1 0 0 0 0,0-1-1 0 0,0 1 1 0 0,-1-1 0 0 0,1 1 0 0 0,-1 0 0 0 0,0 0 0 0 0,1 2 0 0 0,1 2 24 0 0,5 20 32 0 0,0 0 0 0 0,-1 1 1 0 0,-2-1-1 0 0,-1 1 0 0 0,0 44 1 0 0,-18 138 139 0 0,5-141-125 0 0,-2-1 1 0 0,-24 73 0 0 0,24-102-42 0 0,-2-1-1 0 0,-1 0 1 0 0,-2-1 0 0 0,-2-1 0 0 0,-23 34 0 0 0,36-61-16 0 0,-1 1-1 0 0,0-1 1 0 0,-1 0 0 0 0,0-1 0 0 0,0 0 0 0 0,-1 0 0 0 0,1-1 0 0 0,-1 0 0 0 0,-1 0 0 0 0,1-1 0 0 0,-12 4 0 0 0,18-7 5 0 0,-1-1 0 0 0,1 0 0 0 0,0 0 0 0 0,-1 0 0 0 0,1-1 0 0 0,-1 1 0 0 0,1-1 0 0 0,-1 1 0 0 0,0-1 0 0 0,1-1 0 0 0,-1 1 0 0 0,1 0 0 0 0,-1-1 0 0 0,1 1 1 0 0,-1-1-1 0 0,1 0 0 0 0,0-1 0 0 0,-1 1 0 0 0,1 0 0 0 0,0-1 0 0 0,0 0 0 0 0,0 1 0 0 0,0-1 0 0 0,0-1 0 0 0,0 1 0 0 0,0 0 0 0 0,1-1 0 0 0,-1 1 0 0 0,1-1 0 0 0,0 0 0 0 0,0 0 0 0 0,0 0 1 0 0,0 0-1 0 0,0 0 0 0 0,1 0 0 0 0,-2-4 0 0 0,-5-13 45 0 0,1 1 1 0 0,2-1 0 0 0,0 0 0 0 0,0-1-1 0 0,2 1 1 0 0,1-1 0 0 0,1 0 0 0 0,0 1-1 0 0,1-1 1 0 0,2 0 0 0 0,0 0 0 0 0,1 1-1 0 0,1-1 1 0 0,12-36 0 0 0,-8 33-131 0 0,1 1 0 0 0,1 0 0 0 0,1 1 0 0 0,1 0 0 0 0,1 1 0 0 0,1 0 0 0 0,0 1 0 0 0,2 0 0 0 0,0 2 1 0 0,1 0-1 0 0,1 0 0 0 0,22-15 0 0 0,12 4-1881 0 0,-14 16-3408 0 0,-23 9 2621 0 0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39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21 324 0 0,'7'4'299'0'0,"0"-1"0"0"0,1 2 0 0 0,-2-1 0 0 0,1 1 0 0 0,0 0 0 0 0,-1 0 1 0 0,0 1-1 0 0,0-1 0 0 0,-1 1 0 0 0,1 1 0 0 0,-1-1 0 0 0,-1 1 0 0 0,1 0 0 0 0,-1 0 0 0 0,0 0 0 0 0,3 12 0 0 0,-2-8-63 0 0,0 1 0 0 0,-1 0 1 0 0,-1 0-1 0 0,0 0 0 0 0,-1 1 0 0 0,0-1 0 0 0,-1 1 0 0 0,0-1 0 0 0,-1 1 0 0 0,-1 13 0 0 0,-2-16 2451 0 0,2-32-2072 0 0,8-43-400 0 0,-3 50-233 0 0,1 0 0 0 0,0 0 0 0 0,1 0 0 0 0,1 1 0 0 0,0-1 0 0 0,1 2 0 0 0,0-1 0 0 0,1 1 0 0 0,1 0 0 0 0,0 1 0 0 0,23-21 0 0 0,-29 31-718 0 0,1 0-1 0 0,-1 0 1 0 0,1 1 0 0 0,-1-1-1 0 0,1 1 1 0 0,-1 0-1 0 0,1 1 1 0 0,6-1-1 0 0,-11 1 690 0 0,3-1-2560 0 0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39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22 540 0 0,'0'0'789'0'0,"-2"-3"-32"0"0,1 2-611 0 0,0-1 1 0 0,0 1-1 0 0,0 0 0 0 0,0-1 0 0 0,0 1 1 0 0,0 0-1 0 0,-1 0 0 0 0,1 0 0 0 0,0 0 0 0 0,-1 0 1 0 0,1 0-1 0 0,0 1 0 0 0,-1-1 0 0 0,1 0 1 0 0,-1 1-1 0 0,1-1 0 0 0,-1 1 0 0 0,1-1 1 0 0,-1 1-1 0 0,0 0 0 0 0,1 0 0 0 0,-1 0 0 0 0,1 0 1 0 0,-1 0-1 0 0,0 0 0 0 0,1 0 0 0 0,-1 0 1 0 0,1 0-1 0 0,-1 1 0 0 0,1-1 0 0 0,-1 1 1 0 0,1-1-1 0 0,-3 2 0 0 0,-14 4 397 0 0,0 1 0 0 0,1 1 1 0 0,-28 16-1 0 0,38-19-380 0 0,-1 0 1 0 0,1 1 0 0 0,0 0-1 0 0,0 0 1 0 0,1 0 0 0 0,0 1-1 0 0,0 0 1 0 0,0 0 0 0 0,1 0-1 0 0,-6 10 1 0 0,11-16-150 0 0,-1 0 1 0 0,1 0-1 0 0,-1 1 0 0 0,1-1 0 0 0,0 0 1 0 0,-1 0-1 0 0,1 0 0 0 0,0 0 1 0 0,0 0-1 0 0,0 0 0 0 0,0 1 0 0 0,0-1 1 0 0,0 0-1 0 0,0 0 0 0 0,0 0 1 0 0,0 0-1 0 0,0 0 0 0 0,1 0 0 0 0,-1 1 1 0 0,0-1-1 0 0,1 0 0 0 0,-1 0 0 0 0,1 0 1 0 0,-1 0-1 0 0,1 0 0 0 0,0 0 1 0 0,-1 0-1 0 0,1-1 0 0 0,0 1 0 0 0,0 0 1 0 0,0 0-1 0 0,-1 0 0 0 0,1-1 1 0 0,0 1-1 0 0,0 0 0 0 0,0-1 0 0 0,0 1 1 0 0,0-1-1 0 0,0 1 0 0 0,0-1 1 0 0,1 0-1 0 0,-1 1 0 0 0,0-1 0 0 0,0 0 1 0 0,0 0-1 0 0,0 0 0 0 0,0 0 0 0 0,2 0 1 0 0,5 1 14 0 0,-1 0 1 0 0,1 0 0 0 0,0-1 0 0 0,0 0-1 0 0,11-2 1 0 0,5-3-40 0 0,1-2-1 0 0,-1-1 0 0 0,38-19 1 0 0,-41 17-46 0 0,1 1 1 0 0,0 1-1 0 0,46-10 0 0 0,-65 17-11 0 0,1 1-1 0 0,0 0 0 0 0,-1 0 0 0 0,1 0 0 0 0,0 0 0 0 0,0 0 1 0 0,-1 1-1 0 0,1 0 0 0 0,-1 0 0 0 0,1 0 0 0 0,0 0 0 0 0,3 2 1 0 0,19 17-6216 0 0,-17-11 3763 0 0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0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17 560 0 0,'34'-16'3810'0'0,"-33"16"-3738"0"0,1 0-1 0 0,-1 0 1 0 0,1 0 0 0 0,-1 0 0 0 0,0 0 0 0 0,1 0 0 0 0,-1 1-1 0 0,1-1 1 0 0,-1 0 0 0 0,0 1 0 0 0,1-1 0 0 0,-1 1-1 0 0,0-1 1 0 0,0 1 0 0 0,1 0 0 0 0,-1 0 0 0 0,0-1 0 0 0,0 1-1 0 0,0 0 1 0 0,0 0 0 0 0,0 0 0 0 0,0 0 0 0 0,0 0 0 0 0,0 1-1 0 0,0-1 1 0 0,0 2 0 0 0,0-1-3 0 0,0 1 0 0 0,-1 0 0 0 0,1 0 0 0 0,-1 0 0 0 0,1 0 0 0 0,-1 0 0 0 0,0 0 0 0 0,0-1 0 0 0,-1 1 0 0 0,1 0 1 0 0,-1 0-1 0 0,0 4 0 0 0,-2 2 35 0 0,0 0 0 0 0,0 0 1 0 0,-1 0-1 0 0,0 0 0 0 0,-1-1 1 0 0,0 1-1 0 0,-7 8 0 0 0,10-14-64 0 0,0-1-1 0 0,0 0 0 0 0,0 1 1 0 0,0-1-1 0 0,-1 0 0 0 0,1 0 1 0 0,0 0-1 0 0,-1-1 0 0 0,0 1 1 0 0,1-1-1 0 0,-1 1 0 0 0,0-1 1 0 0,0 0-1 0 0,0 0 0 0 0,0 0 1 0 0,-3 0-1 0 0,4-1 108 0 0,2-2-141 0 0,1-1 0 0 0,0 0-1 0 0,0 1 1 0 0,0-1 0 0 0,0 0 0 0 0,0 1 0 0 0,1-1 0 0 0,-1 1-1 0 0,1 0 1 0 0,0 0 0 0 0,-1-1 0 0 0,1 1 0 0 0,0 0 0 0 0,0 0-1 0 0,3-1 1 0 0,41-33 38 0 0,-32 25-21 0 0,-3 3-15 0 0,0 1 0 0 0,0 0 0 0 0,0 0 1 0 0,1 1-1 0 0,0 1 0 0 0,0 0 0 0 0,17-5 1 0 0,-26 9-8 0 0,0 1 0 0 0,0-1 1 0 0,0 1-1 0 0,0-1 1 0 0,0 1-1 0 0,0 0 1 0 0,0 0-1 0 0,0 0 1 0 0,0 0-1 0 0,0 1 1 0 0,0-1-1 0 0,0 1 0 0 0,0 0 1 0 0,0 0-1 0 0,0 0 1 0 0,0 0-1 0 0,0 1 1 0 0,-1-1-1 0 0,1 1 1 0 0,0-1-1 0 0,-1 1 1 0 0,0 0-1 0 0,1 0 0 0 0,-1 0 1 0 0,0 0-1 0 0,0 1 1 0 0,0-1-1 0 0,0 0 1 0 0,0 1-1 0 0,-1 0 1 0 0,1-1-1 0 0,-1 1 1 0 0,0 0-1 0 0,0 0 0 0 0,0 0 1 0 0,0 0-1 0 0,0-1 1 0 0,0 1-1 0 0,-1 1 1 0 0,1 4-1 0 0,-1-8 2 0 0,0 1 0 0 0,0 0-1 0 0,0 0 1 0 0,0 0 0 0 0,1 0-1 0 0,-1 0 1 0 0,0 0 0 0 0,0-1-1 0 0,1 1 1 0 0,-1 0 0 0 0,1 0-1 0 0,-1 0 1 0 0,1-1 0 0 0,-1 1-1 0 0,1 0 1 0 0,-1-1 0 0 0,1 1-1 0 0,0 0 1 0 0,-1-1 0 0 0,1 1-1 0 0,0-1 1 0 0,-1 1 0 0 0,1-1-1 0 0,0 1 1 0 0,0-1 0 0 0,0 0-1 0 0,-1 1 1 0 0,1-1 0 0 0,0 0-1 0 0,0 1 1 0 0,0-1 0 0 0,0 0-1 0 0,0 0 1 0 0,0 0 0 0 0,-1 0-1 0 0,1 0 1 0 0,2 0 0 0 0,35-15 167 0 0,-16 5-119 0 0,-18 9-52 0 0,22-8 152 0 0,0 1-1 0 0,1 1 1 0 0,30-4 0 0 0,-51 10-78 0 0,-1 0 0 0 0,0 1 1 0 0,0-1-1 0 0,0 1 0 0 0,0 0 0 0 0,1 0 0 0 0,-1 1 1 0 0,0 0-1 0 0,0 0 0 0 0,0 0 0 0 0,0 0 0 0 0,0 1 1 0 0,0 0-1 0 0,0 0 0 0 0,-1 0 0 0 0,1 0 0 0 0,-1 1 1 0 0,1 0-1 0 0,-1 0 0 0 0,0 0 0 0 0,0 0 0 0 0,0 1 1 0 0,-1-1-1 0 0,5 6 0 0 0,-6-5-12 0 0,-1-1 0 0 0,1 0 0 0 0,-1 1-1 0 0,0 0 1 0 0,0-1 0 0 0,0 1 0 0 0,-1-1 0 0 0,1 1 0 0 0,-1 0 0 0 0,0 0-1 0 0,0-1 1 0 0,0 1 0 0 0,0 0 0 0 0,0-1 0 0 0,-1 1 0 0 0,0 0-1 0 0,0-1 1 0 0,0 1 0 0 0,0-1 0 0 0,-1 1 0 0 0,-3 6 0 0 0,-20 29-1194 0 0,-5-8-5252 0 0,22-25 3167 0 0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3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17 239 284 0 0,'-6'-7'1976'0'0,"-5"-5"2011"0"0,20 11-3326 0 0,26 1-610 0 0,898-63 1151 0 0,-757 70-1010 0 0,-174-7-140 0 0,6-2 12 0 0,-8 2-43 0 0,0 0 1 0 0,0 0-1 0 0,0 0 1 0 0,0 0-1 0 0,0 0 1 0 0,-1 0-1 0 0,1 0 1 0 0,0 0-1 0 0,0 0 1 0 0,0 0-1 0 0,0 0 0 0 0,0 0 1 0 0,0 0-1 0 0,0 0 1 0 0,0 0-1 0 0,0-1 1 0 0,0 1-1 0 0,-1 0 1 0 0,1 0-1 0 0,0 0 1 0 0,0 0-1 0 0,0 0 1 0 0,0 0-1 0 0,0 0 0 0 0,0 0 1 0 0,0 0-1 0 0,0-1 1 0 0,0 1-1 0 0,0 0 1 0 0,0 0-1 0 0,0 0 1 0 0,0 0-1 0 0,0 0 1 0 0,0 0-1 0 0,0 0 0 0 0,0-1 1 0 0,0 1-1 0 0,0 0 1 0 0,0 0-1 0 0,0 0 1 0 0,0 0-1 0 0,-86-14-502 0 0,64 12 112 0 0,0-1 0 0 0,0-1-1 0 0,1-1 1 0 0,-1-1 0 0 0,1 0-1 0 0,-22-11 1 0 0,38 14 337 0 0,0 0 1 0 0,0 0 0 0 0,1 0-1 0 0,-1 0 1 0 0,1-1-1 0 0,0 0 1 0 0,0 1-1 0 0,0-2 1 0 0,0 1 0 0 0,1 0-1 0 0,0-1 1 0 0,0 1-1 0 0,-3-7 1 0 0,4 8 88 0 0,15-22 68 0 0,-10 23-108 0 0,0 1 0 0 0,0-1 0 0 0,0 1 0 0 0,0-1 0 0 0,0 1 0 0 0,0 0 0 0 0,0 0 0 0 0,0 0 0 0 0,0 0 0 0 0,1 1-1 0 0,-1-1 1 0 0,0 1 0 0 0,0 0 0 0 0,1 0 0 0 0,-1 0 0 0 0,0 1 0 0 0,1-1 0 0 0,-1 1 0 0 0,0-1 0 0 0,0 1 0 0 0,0 0 0 0 0,0 0 0 0 0,0 1 0 0 0,4 1 0 0 0,-2-1 42 0 0,0 1-1 0 0,0 0 1 0 0,0 1 0 0 0,0-1-1 0 0,0 1 1 0 0,-1 0 0 0 0,0 0-1 0 0,1 0 1 0 0,-2 0 0 0 0,1 1-1 0 0,0 0 1 0 0,4 8 0 0 0,-5-7 12 0 0,0 0 0 0 0,-1 1-1 0 0,1-1 1 0 0,-1 1 0 0 0,-1-1 0 0 0,1 1 0 0 0,-1 0 0 0 0,-1 0 0 0 0,1 0 0 0 0,-1 0 0 0 0,0 0 0 0 0,0-1 0 0 0,-1 1 0 0 0,0 0 0 0 0,0 0-1 0 0,-1 0 1 0 0,0-1 0 0 0,0 1 0 0 0,0-1 0 0 0,-1 1 0 0 0,0-1 0 0 0,-1 0 0 0 0,-5 9 0 0 0,-1-3 48 0 0,0 0 1 0 0,0 0 0 0 0,-1-1-1 0 0,-1 0 1 0 0,0-1 0 0 0,-1-1-1 0 0,0 1 1 0 0,0-2-1 0 0,-18 9 1 0 0,-1-1-308 0 0,-58 22 1 0 0,78-38-2055 0 0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5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294 591 232 0 0,'7'-27'2122'0'0,"4"-31"1562"0"0,-11 55-3566 0 0,1 1 1 0 0,-1-1 0 0 0,0 1 0 0 0,0-1-1 0 0,-1 1 1 0 0,1-1 0 0 0,0 1 0 0 0,-1-1 0 0 0,1 1-1 0 0,-1-1 1 0 0,0 1 0 0 0,0 0 0 0 0,0-1 0 0 0,0 1-1 0 0,0 0 1 0 0,-1 0 0 0 0,1 0 0 0 0,-1 0 0 0 0,1 0-1 0 0,-4-3 1 0 0,2 4-50 0 0,-1-1-1 0 0,1 1 1 0 0,-1 0 0 0 0,0 0-1 0 0,0 0 1 0 0,1 0 0 0 0,-1 1-1 0 0,0-1 1 0 0,0 1 0 0 0,0 0-1 0 0,1 0 1 0 0,-1 1 0 0 0,0-1-1 0 0,-7 3 1 0 0,-51 16 459 0 0,50-14-429 0 0,1 0 1 0 0,0 1 0 0 0,0 1 0 0 0,1 0-1 0 0,0 0 1 0 0,0 1 0 0 0,1 0-1 0 0,0 1 1 0 0,0 0 0 0 0,1 1 0 0 0,0-1-1 0 0,1 2 1 0 0,0-1 0 0 0,0 1 0 0 0,-7 17-1 0 0,11-20-56 0 0,0-1 0 0 0,1 1 0 0 0,0 0 0 0 0,0-1 0 0 0,1 1 0 0 0,0 0 0 0 0,0 0-1 0 0,0 0 1 0 0,1 0 0 0 0,1 0 0 0 0,-1 0 0 0 0,2 0 0 0 0,-1 0 0 0 0,1 0 0 0 0,0 0 0 0 0,0-1-1 0 0,1 1 1 0 0,0-1 0 0 0,0 1 0 0 0,1-1 0 0 0,0 0 0 0 0,0-1 0 0 0,1 1 0 0 0,0-1 0 0 0,5 7 0 0 0,0-4-20 0 0,0 0 1 0 0,0 0-1 0 0,1-1 1 0 0,0 0-1 0 0,0 0 1 0 0,1-2-1 0 0,0 1 1 0 0,0-1-1 0 0,1-1 1 0 0,0 0-1 0 0,0-1 1 0 0,0-1 0 0 0,0 0-1 0 0,0 0 1 0 0,1-2-1 0 0,-1 1 1 0 0,1-2-1 0 0,-1 0 1 0 0,1 0-1 0 0,-1-1 1 0 0,1-1-1 0 0,-1 0 1 0 0,18-6-1 0 0,-7 1-20 0 0,-1 0-1 0 0,0-2 1 0 0,-1 0-1 0 0,0-2 1 0 0,0 0-1 0 0,-1-1 1 0 0,0-2-1 0 0,-2 0 1 0 0,1-1-1 0 0,-2-1 1 0 0,0 0-1 0 0,19-24 1 0 0,-5-2-11 0 0,-3-2 1 0 0,-1-1 0 0 0,-3-2-1 0 0,-1 0 1 0 0,-3-1-1 0 0,-1-1 1 0 0,-3-1 0 0 0,21-103-1 0 0,-35 137 84 0 0,0 0 0 0 0,-1 0 0 0 0,-1-1 0 0 0,0 1 0 0 0,-1 0 0 0 0,-1-1 0 0 0,-6-30 0 0 0,5 30 156 0 0,3 16-225 0 0,-1 0 1 0 0,0 0-1 0 0,0 1 0 0 0,0-1 0 0 0,0 0 1 0 0,-1 0-1 0 0,1 0 0 0 0,0 1 0 0 0,0-1 0 0 0,0 0 1 0 0,0 0-1 0 0,-1 1 0 0 0,1-1 0 0 0,0 0 1 0 0,-1 0-1 0 0,1 1 0 0 0,-1-1 0 0 0,1 0 0 0 0,-1 1 1 0 0,1-1-1 0 0,-1 1 0 0 0,0-2 0 0 0,0 1 61 0 0,-4 4-44 0 0,-4 4-15 0 0,0 1 0 0 0,0 0-1 0 0,1 0 1 0 0,0 0-1 0 0,0 1 1 0 0,1 0 0 0 0,0 1-1 0 0,1 0 1 0 0,0 0-1 0 0,1 0 1 0 0,-7 18 0 0 0,-5 17 36 0 0,-17 74 0 0 0,11-36-15 0 0,14-43-2 0 0,2-1-1 0 0,1 1 1 0 0,3 0-1 0 0,2 80 1 0 0,1-108-13 0 0,1 1 0 0 0,0-1 0 0 0,1 1 0 0 0,0-1 1 0 0,1 0-1 0 0,1 0 0 0 0,0 0 0 0 0,0 0 0 0 0,8 12 1 0 0,-9-18-14 0 0,0-1 0 0 0,1 1 0 0 0,0-1 0 0 0,0 0 0 0 0,0 0 0 0 0,1-1 0 0 0,-1 1 0 0 0,1-1 1 0 0,0 0-1 0 0,0-1 0 0 0,1 1 0 0 0,-1-1 0 0 0,1 0 0 0 0,0 0 0 0 0,0 0 0 0 0,0-1 0 0 0,0 0 1 0 0,0 0-1 0 0,9 1 0 0 0,3-1-129 0 0,0 0 0 0 0,0-1 0 0 0,0-1 0 0 0,0-1 0 0 0,0-1 1 0 0,0 0-1 0 0,18-5 0 0 0,-17 2-438 0 0,-1-1 0 0 0,0-1 1 0 0,0 0-1 0 0,0-1 0 0 0,-1-1 1 0 0,-1-1-1 0 0,1 0 0 0 0,-1-1 0 0 0,-1-1 1 0 0,23-23-1 0 0,16-16-591 0 0,-28 26 1487 0 0,0-1-1 0 0,35-45 1 0 0,-59 69-207 0 0,-1-1 1 0 0,1 1-1 0 0,0-1 0 0 0,-1 0 1 0 0,0 1-1 0 0,0-1 0 0 0,0 0 1 0 0,0 0-1 0 0,0 0 0 0 0,0 0 1 0 0,-1 0-1 0 0,1 0 0 0 0,-1 0 1 0 0,0 0-1 0 0,0 0 0 0 0,0 0 1 0 0,0 0-1 0 0,-1 0 1 0 0,1 0-1 0 0,-1 0 0 0 0,0 0 1 0 0,0 0-1 0 0,0 1 0 0 0,-1-4 1 0 0,1 4-65 0 0,-1 0 1 0 0,1 0 0 0 0,-1 0 0 0 0,1 0 0 0 0,-1 0 0 0 0,0 1 0 0 0,0-1-1 0 0,0 1 1 0 0,0-1 0 0 0,0 1 0 0 0,0 0 0 0 0,0 0 0 0 0,0 0 0 0 0,0 0 0 0 0,0 0-1 0 0,-1 0 1 0 0,1 0 0 0 0,0 1 0 0 0,-1-1 0 0 0,1 1 0 0 0,-1 0 0 0 0,1 0-1 0 0,0 0 1 0 0,-1 0 0 0 0,1 0 0 0 0,-1 0 0 0 0,1 1 0 0 0,0-1 0 0 0,-3 2-1 0 0,-7 1 13 0 0,0 1 0 0 0,0 0 0 0 0,0 1 0 0 0,1 1-1 0 0,0 0 1 0 0,0 0 0 0 0,1 1 0 0 0,0 0 0 0 0,0 1-1 0 0,0 0 1 0 0,1 1 0 0 0,0 0 0 0 0,1 0 0 0 0,0 1-1 0 0,0 0 1 0 0,1 0 0 0 0,1 1 0 0 0,0 0 0 0 0,0 0-1 0 0,-4 12 1 0 0,9-19-56 0 0,0-1 0 0 0,0 1 0 0 0,0 0-1 0 0,0-1 1 0 0,0 1 0 0 0,1 0-1 0 0,0 0 1 0 0,0-1 0 0 0,0 1 0 0 0,0 0-1 0 0,0-1 1 0 0,1 1 0 0 0,0 0 0 0 0,-1-1-1 0 0,1 1 1 0 0,1 0 0 0 0,-1-1 0 0 0,1 0-1 0 0,-1 1 1 0 0,1-1 0 0 0,0 0 0 0 0,3 4-1 0 0,-2-4-5 0 0,0-1-1 0 0,1 0 1 0 0,-1 0 0 0 0,1 0-1 0 0,-1 0 1 0 0,1 0-1 0 0,0-1 1 0 0,0 0-1 0 0,0 0 1 0 0,0 0-1 0 0,0 0 1 0 0,0 0-1 0 0,0-1 1 0 0,0 0 0 0 0,0 0-1 0 0,0 0 1 0 0,0 0-1 0 0,0-1 1 0 0,6-1-1 0 0,-1 1-2 0 0,1-2 0 0 0,-1 1-1 0 0,0-1 1 0 0,0-1 0 0 0,0 0-1 0 0,-1 0 1 0 0,1 0-1 0 0,-1-1 1 0 0,8-7 0 0 0,64-58 41 0 0,-72 63-41 0 0,-8 7-10 0 0,0 0 0 0 0,-1 0 1 0 0,1 0-1 0 0,0 0 0 0 0,0 0 1 0 0,0 1-1 0 0,0-1 0 0 0,0 0 1 0 0,0 0-1 0 0,0 0 0 0 0,0 0 1 0 0,0 0-1 0 0,0 1 0 0 0,0-1 1 0 0,0 0-1 0 0,0 0 0 0 0,0 0 1 0 0,0 0-1 0 0,0 1 1 0 0,0-1-1 0 0,0 0 0 0 0,0 0 1 0 0,0 0-1 0 0,1 0 0 0 0,-1 0 1 0 0,0 0-1 0 0,0 1 0 0 0,0-1 1 0 0,0 0-1 0 0,0 0 0 0 0,0 0 1 0 0,0 0-1 0 0,0 0 0 0 0,0 0 1 0 0,1 0-1 0 0,-1 0 0 0 0,0 1 1 0 0,0-1-1 0 0,0 0 0 0 0,0 0 1 0 0,0 0-1 0 0,1 0 0 0 0,-1 0 1 0 0,0 0-1 0 0,0 0 0 0 0,0 0 1 0 0,0 0-1 0 0,0 0 0 0 0,1 0 1 0 0,-1 0-1 0 0,0 0 0 0 0,0 0 1 0 0,0 0-1 0 0,0 0 0 0 0,0 0 1 0 0,1 0-1 0 0,-1 0 0 0 0,0 0 1 0 0,0 0-1 0 0,0-1 0 0 0,-4 30-25 0 0,1-19 30 0 0,1 0-1 0 0,1 1 1 0 0,0-1 0 0 0,0 0 0 0 0,1 1 0 0 0,1 14-1 0 0,0-22 1 0 0,0 0-1 0 0,0 0 1 0 0,0 1-1 0 0,0-1 1 0 0,1 0-1 0 0,-1 0 1 0 0,1 0-1 0 0,0 0 1 0 0,0 0-1 0 0,0-1 1 0 0,0 1-1 0 0,0 0 1 0 0,1-1-1 0 0,-1 0 1 0 0,1 1-1 0 0,-1-1 1 0 0,1 0-1 0 0,0 0 1 0 0,0-1-1 0 0,5 3 1 0 0,-3-2 2 0 0,0-1 0 0 0,0 0 0 0 0,0 0 0 0 0,1-1 0 0 0,-1 0 0 0 0,0 0 0 0 0,1 0 0 0 0,-1 0-1 0 0,0-1 1 0 0,0 0 0 0 0,1 0 0 0 0,4-2 0 0 0,10-3 3 0 0,-1-2 0 0 0,1-1-1 0 0,-2 0 1 0 0,1-1 0 0 0,25-19 0 0 0,63-55 1 0 0,-95 73 0 0 0,0-1 1 0 0,-1 0-1 0 0,-1-1 1 0 0,0 0 0 0 0,0 0-1 0 0,9-18 1 0 0,-19 30-9 0 0,1 0 1 0 0,0-1-1 0 0,0 1 1 0 0,0-1 0 0 0,-1 1-1 0 0,1 0 1 0 0,0-1-1 0 0,-1 0 1 0 0,0 1 0 0 0,1-1-1 0 0,-1 1 1 0 0,0-1-1 0 0,0 1 1 0 0,0-1 0 0 0,0 0-1 0 0,0 1 1 0 0,0-1-1 0 0,0 1 1 0 0,0-1 0 0 0,-1 0-1 0 0,1 1 1 0 0,-1-1-1 0 0,1 1 1 0 0,-1-1 0 0 0,0 1-1 0 0,1-1 1 0 0,-1 1-1 0 0,0 0 1 0 0,0-1-1 0 0,0 1 1 0 0,0 0 0 0 0,0 0-1 0 0,0 0 1 0 0,0 0-1 0 0,-1 0 1 0 0,1 0 0 0 0,0 0-1 0 0,-1 0 1 0 0,1 0-1 0 0,0 0 1 0 0,-4 0 0 0 0,2-1-7 0 0,0 2 0 0 0,-1-1 1 0 0,1 0-1 0 0,0 1 1 0 0,-1-1-1 0 0,1 1 0 0 0,0 0 1 0 0,-1 0-1 0 0,1 0 1 0 0,-1 1-1 0 0,1-1 0 0 0,0 1 1 0 0,-1 0-1 0 0,1 0 0 0 0,0 0 1 0 0,0 0-1 0 0,0 1 1 0 0,-5 2-1 0 0,7-3 3 0 0,0 0 1 0 0,0 0-1 0 0,0 0 1 0 0,1 0-1 0 0,-1 0 1 0 0,0 0-1 0 0,1 0 1 0 0,-1 0-1 0 0,1 1 1 0 0,-1-1-1 0 0,1 0 0 0 0,0 0 1 0 0,-1 1-1 0 0,1-1 1 0 0,0 0-1 0 0,0 0 1 0 0,0 1-1 0 0,0-1 1 0 0,0 0-1 0 0,0 1 1 0 0,0-1-1 0 0,0 0 0 0 0,1 0 1 0 0,0 3-1 0 0,8 22-1 0 0,5 1-9 0 0,-2 0-1 0 0,-1 0 1 0 0,-1 1-1 0 0,-1 0 1 0 0,-2 1-1 0 0,0 0 1 0 0,-2 0-1 0 0,1 36 1 0 0,-9-45-53 0 0,2-16 62 0 0,0-1-1 0 0,0 0 1 0 0,1 1-1 0 0,0 0 1 0 0,-1-1 0 0 0,1 1-1 0 0,0-1 1 0 0,1 1-1 0 0,-1-1 1 0 0,2 4-1 0 0,-2-5 14 0 0,3-8-50 0 0,21-32 9 0 0,1 1 1 0 0,2 1-1 0 0,46-48 1 0 0,3-3 2 0 0,-73 83 30 0 0,5-6-3 0 0,0 1 0 0 0,-1-1 0 0 0,-1 1 0 0 0,1-2 0 0 0,-1 1 0 0 0,7-21 0 0 0,-12 29-1 0 0,-1 1 1 0 0,1-1-1 0 0,-1 1 1 0 0,0-1-1 0 0,0 1 1 0 0,0-1-1 0 0,0 1 0 0 0,0-1 1 0 0,0 1-1 0 0,0-1 1 0 0,0 1-1 0 0,-1-1 0 0 0,1 1 1 0 0,0-1-1 0 0,-1 1 1 0 0,0-1-1 0 0,1 1 1 0 0,-1-1-1 0 0,0 1 0 0 0,1 0 1 0 0,-1 0-1 0 0,0-1 1 0 0,0 1-1 0 0,0 0 1 0 0,0 0-1 0 0,-1 0 0 0 0,1 0 1 0 0,0 0-1 0 0,0 0 1 0 0,0 0-1 0 0,-1 0 1 0 0,1 1-1 0 0,-1-1 0 0 0,1 1 1 0 0,0-1-1 0 0,-1 1 1 0 0,1-1-1 0 0,-3 0 1 0 0,2 1-2 0 0,0-1 1 0 0,0 1 0 0 0,0 0 0 0 0,0 0 0 0 0,-1 0 0 0 0,1 0 0 0 0,0 0 0 0 0,0 0 0 0 0,0 0 0 0 0,0 1 0 0 0,0-1 0 0 0,0 1 0 0 0,0-1 0 0 0,0 1 0 0 0,0 0 0 0 0,0 0 0 0 0,0 0 0 0 0,0 0 0 0 0,0 0 0 0 0,0 0 0 0 0,1 0 0 0 0,-1 1 0 0 0,0-1 0 0 0,1 1 0 0 0,-1-1 0 0 0,0 3 0 0 0,2 0 4 0 0,0 0-1 0 0,0 0 1 0 0,1-1 0 0 0,0 1 0 0 0,0 0-1 0 0,0 0 1 0 0,0-1 0 0 0,0 1-1 0 0,1-1 1 0 0,0 1 0 0 0,0-1 0 0 0,0 0-1 0 0,0 1 1 0 0,3 3 0 0 0,1 2-3 0 0,25 43 16 0 0,-22-40-21 0 0,-1 1 0 0 0,0 0-1 0 0,-1 0 1 0 0,0 0 0 0 0,-1 1 0 0 0,-1 0 0 0 0,0 1 0 0 0,-1-1-1 0 0,0 1 1 0 0,2 21 0 0 0,-5-18-34 0 0,0 22-103 0 0,-2-38 136 0 0,1-1 0 0 0,0 1 0 0 0,-1-1-1 0 0,1 1 1 0 0,-1-1 0 0 0,1 0-1 0 0,-1 1 1 0 0,0-1 0 0 0,1 0 0 0 0,-1 1-1 0 0,0-1 1 0 0,0 0 0 0 0,0 0-1 0 0,0 0 1 0 0,0 0 0 0 0,0 0 0 0 0,-1 0-1 0 0,1 0 1 0 0,0 0 0 0 0,0 0-1 0 0,-1 0 1 0 0,1-1 0 0 0,-2 2 0 0 0,1-2-13 0 0,0-3-4 0 0,1 1 19 0 0,0 0 0 0 0,0 1 0 0 0,0-1 0 0 0,0 0 0 0 0,1 0 0 0 0,-1 0 0 0 0,1 0 0 0 0,-1 0 0 0 0,1 0 0 0 0,0 0 0 0 0,0 0 0 0 0,-1 0 0 0 0,2 0 0 0 0,-1 0 0 0 0,0 0 0 0 0,0 0 0 0 0,1 0 0 0 0,-1 0 0 0 0,1 0 0 0 0,-1 0 0 0 0,2-2 0 0 0,1-2-7 0 0,0 0 0 0 0,0 0 0 0 0,0 1 1 0 0,1 0-1 0 0,0-1 0 0 0,8-7 0 0 0,6-3-22 0 0,-1 1 0 0 0,39-26 1 0 0,-45 34 31 0 0,83-49-49 0 0,-84 52 40 0 0,-1-1 1 0 0,1 1-1 0 0,0 1 0 0 0,0 0 1 0 0,0 0-1 0 0,0 1 0 0 0,1 1 1 0 0,12-2-1 0 0,-19 4 9 0 0,0-1 0 0 0,-1 1 1 0 0,1-1-1 0 0,0 1 0 0 0,0 0 0 0 0,-1 1 0 0 0,1-1 1 0 0,0 0-1 0 0,-1 1 0 0 0,1 0 0 0 0,-1 0 1 0 0,0 0-1 0 0,0 0 0 0 0,0 1 0 0 0,0-1 0 0 0,0 1 1 0 0,0 0-1 0 0,0 0 0 0 0,-1 0 0 0 0,0 0 1 0 0,0 0-1 0 0,1 0 0 0 0,-2 1 0 0 0,1-1 0 0 0,0 1 1 0 0,2 7-1 0 0,2 8 19 0 0,-1 1 1 0 0,0 0-1 0 0,4 38 1 0 0,-7-41-1 0 0,-5 20-244 0 0,2-27-7585 0 0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6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0 133 1068 0 0,'31'-132'9076'0'0,"-45"188"-14087"0"0,11-38 2122 0 0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6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187 340 820 0 0,'2'-6'529'0'0,"10"-40"4679"0"0,-12 44-4586 0 0,-2 0 80 0 0,2 0-595 0 0,-1 1 0 0 0,0-1 0 0 0,1 1 1 0 0,-1 0-1 0 0,0-1 0 0 0,0 1 0 0 0,0 0 0 0 0,0 0 1 0 0,0 0-1 0 0,0-1 0 0 0,0 1 0 0 0,0 0 1 0 0,-1 0-1 0 0,1 1 0 0 0,-2-2 0 0 0,-4 1 33 0 0,1 1 0 0 0,-1-1 0 0 0,0 1 0 0 0,1 1 0 0 0,-1-1 0 0 0,0 1 0 0 0,1 0 0 0 0,-1 1 0 0 0,1 0 0 0 0,-1 0 0 0 0,1 0 0 0 0,-8 4 0 0 0,7-3-46 0 0,0 1 0 0 0,0-1 0 0 0,0 1-1 0 0,0 0 1 0 0,1 1 0 0 0,0-1 0 0 0,0 1-1 0 0,0 1 1 0 0,0-1 0 0 0,-7 11 0 0 0,11-14-74 0 0,1 0 0 0 0,0 0 0 0 0,0 0 1 0 0,0 0-1 0 0,0 1 0 0 0,0-1 0 0 0,1 0 0 0 0,-1 0 1 0 0,1 0-1 0 0,-1 1 0 0 0,1-1 0 0 0,0 0 1 0 0,0 0-1 0 0,0 1 0 0 0,0-1 0 0 0,0 0 0 0 0,0 0 1 0 0,1 1-1 0 0,-1-1 0 0 0,1 0 0 0 0,0 0 0 0 0,0 0 1 0 0,1 3-1 0 0,0-1-6 0 0,1-1 0 0 0,0 1 1 0 0,0 0-1 0 0,0-1 0 0 0,0 0 0 0 0,0 0 1 0 0,1 0-1 0 0,0 0 0 0 0,-1-1 0 0 0,9 5 0 0 0,2 0-35 0 0,0-1 0 0 0,0-1-1 0 0,0 0 1 0 0,0-1-1 0 0,1-1 1 0 0,18 3-1 0 0,-9-5-30 0 0,0 0-1 0 0,0-2 1 0 0,0 0-1 0 0,0-2 1 0 0,0-1-1 0 0,42-11 1 0 0,-27 1 17 0 0,1-1 1 0 0,-2-2-1 0 0,37-22 1 0 0,-61 32 185 0 0,0-2 0 0 0,-1 0 1 0 0,-1 0-1 0 0,0-1 0 0 0,0-1 0 0 0,-1 0 1 0 0,15-18-1 0 0,-25 28-128 0 0,-1 1 0 0 0,1-1-1 0 0,-1 0 1 0 0,1 0 0 0 0,-1 1 0 0 0,1-1 0 0 0,-1 0 0 0 0,1 0-1 0 0,-1 0 1 0 0,1 0 0 0 0,-1 0 0 0 0,0 0 0 0 0,0 1 0 0 0,1-1-1 0 0,-1 0 1 0 0,0 0 0 0 0,0 0 0 0 0,0 0 0 0 0,0 0 0 0 0,0 0-1 0 0,0 0 1 0 0,0 0 0 0 0,-1 0 0 0 0,1 0 0 0 0,0 0 0 0 0,0 0-1 0 0,-1 0 1 0 0,1 0 0 0 0,-1 1 0 0 0,1-1 0 0 0,-1 0 0 0 0,1 0-1 0 0,-1 0 1 0 0,1 1 0 0 0,-1-1 0 0 0,0 0 0 0 0,1 1 0 0 0,-1-1-1 0 0,0 0 1 0 0,0 1 0 0 0,1-1 0 0 0,-1 1 0 0 0,0-1 0 0 0,0 1 0 0 0,0 0-1 0 0,0-1 1 0 0,0 1 0 0 0,1 0 0 0 0,-1-1 0 0 0,0 1 0 0 0,0 0-1 0 0,-1 0 1 0 0,-2-1 7 0 0,1 0-1 0 0,0 1 0 0 0,-1-1 1 0 0,1 1-1 0 0,-1 0 1 0 0,1 0-1 0 0,-1 0 0 0 0,1 1 1 0 0,-1-1-1 0 0,1 1 1 0 0,0 0-1 0 0,-1 0 1 0 0,1 0-1 0 0,-5 2 0 0 0,1 1 1 0 0,1-1 0 0 0,0 1 1 0 0,0-1 0 0 0,0 1-1 0 0,1 1 1 0 0,-1-1 0 0 0,1 1-1 0 0,0 0 1 0 0,0 0 0 0 0,-5 8-1 0 0,9-11 11 0 0,1-1-44 0 0,1 1 1 0 0,-1-1-1 0 0,0 0 1 0 0,1 1-1 0 0,0-1 0 0 0,-1 0 1 0 0,1 1-1 0 0,0-1 1 0 0,-1 0-1 0 0,1 0 0 0 0,0 1 1 0 0,0-1-1 0 0,0 0 1 0 0,0 0-1 0 0,0 0 0 0 0,1 0 1 0 0,-1-1-1 0 0,0 1 1 0 0,0 0-1 0 0,1 0 0 0 0,-1-1 1 0 0,3 2-1 0 0,40 14-302 0 0,-23-9 137 0 0,4 5-16 0 0,2-2-1 0 0,-1 0 1 0 0,1-2-1 0 0,1-1 1 0 0,38 5-1 0 0,-58-11 170 0 0,0 0 0 0 0,-1-1 0 0 0,1 1 0 0 0,-1-2 0 0 0,1 1 0 0 0,0-1 1 0 0,-1 0-1 0 0,1-1 0 0 0,-1 0 0 0 0,0 0 0 0 0,1 0 0 0 0,-1-1 0 0 0,0 0 0 0 0,0-1 0 0 0,-1 1 0 0 0,1-1 0 0 0,-1-1 0 0 0,0 1 0 0 0,0-1 0 0 0,0 0 0 0 0,-1 0 0 0 0,1-1 0 0 0,-1 0 1 0 0,8-12-1 0 0,-7 6 103 0 0,0 0 0 0 0,0-1 0 0 0,-1 0 0 0 0,-1 0 0 0 0,-1 0 0 0 0,1-1 0 0 0,-2 1 0 0 0,0-1 0 0 0,-1 0 0 0 0,0 1 0 0 0,-1-1 0 0 0,0 0 0 0 0,-1 0 0 0 0,-1 1 0 0 0,0-1 0 0 0,-1 1 0 0 0,-1-1 0 0 0,0 1 0 0 0,0 0 0 0 0,-11-20 0 0 0,15 32-66 0 0,-1 0 0 0 0,1 0-1 0 0,0 0 1 0 0,-1 0 0 0 0,1 0 0 0 0,-1 0 0 0 0,1 0 0 0 0,-1 0 0 0 0,1 0 0 0 0,-1 1-1 0 0,0-1 1 0 0,1 0 0 0 0,-1 0 0 0 0,0 1 0 0 0,0-1 0 0 0,0 0 0 0 0,1 1 0 0 0,-1-1-1 0 0,0 1 1 0 0,0-1 0 0 0,0 1 0 0 0,0-1 0 0 0,0 1 0 0 0,0 0 0 0 0,0 0 0 0 0,0-1 0 0 0,0 1-1 0 0,0 0 1 0 0,0 0 0 0 0,0 0 0 0 0,0 0 0 0 0,0 0 0 0 0,-1 0 0 0 0,1 0 0 0 0,0 1-1 0 0,0-1 1 0 0,0 0 0 0 0,0 0 0 0 0,0 1 0 0 0,0-1 0 0 0,1 1 0 0 0,-1-1 0 0 0,0 1 0 0 0,0-1-1 0 0,0 1 1 0 0,0-1 0 0 0,0 1 0 0 0,1 0 0 0 0,-1 0 0 0 0,0-1 0 0 0,0 3 0 0 0,-4 1 31 0 0,0 2 1 0 0,0-1 0 0 0,1 0-1 0 0,0 1 1 0 0,0 0 0 0 0,-3 7-1 0 0,-3 13-150 0 0,0 0 1 0 0,2 1-1 0 0,1 0 0 0 0,1 0 0 0 0,-4 50 0 0 0,6-5-2849 0 0,4-3-3384 0 0,2-40 2299 0 0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7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94 270 11793 0 0,'16'-91'95'0'0,"-14"83"91"0"0,-2 11 6 0 0,-9 46 98 0 0,5-29-195 0 0,1 0 19 0 0,0 0 0 0 0,-2 0-1 0 0,0-1 1 0 0,-2 0 0 0 0,0 0 0 0 0,-1 0 0 0 0,-13 21 0 0 0,21-39-98 0 0,0 0 0 0 0,0-1-1 0 0,0 1 1 0 0,0 0 0 0 0,-1-1 0 0 0,1 1 0 0 0,0-1-1 0 0,-1 1 1 0 0,1 0 0 0 0,0-1 0 0 0,-1 1 0 0 0,1-1 0 0 0,-1 1-1 0 0,1-1 1 0 0,-1 1 0 0 0,1-1 0 0 0,-1 0 0 0 0,1 1 0 0 0,-1-1-1 0 0,0 1 1 0 0,1-1 0 0 0,-1 0 0 0 0,1 0 0 0 0,-1 1-1 0 0,0-1 1 0 0,1 0 0 0 0,-1 0 0 0 0,0 0 0 0 0,1 0 0 0 0,-1 0-1 0 0,0 0 1 0 0,1 0 0 0 0,-1 0 0 0 0,0 0 0 0 0,0 0-1 0 0,1 0 1 0 0,-1 0 0 0 0,0 0 0 0 0,1 0 0 0 0,-1-1 0 0 0,1 1-1 0 0,-1 0 1 0 0,0-1 0 0 0,1 1 0 0 0,-1 0 0 0 0,1-1-1 0 0,-1 1 1 0 0,1 0 0 0 0,-1-1 0 0 0,1 1 0 0 0,-1-1 0 0 0,1 1-1 0 0,-1-1 1 0 0,1 0 0 0 0,-1 1 0 0 0,1-1 0 0 0,0 1 0 0 0,0-1-1 0 0,-1 0 1 0 0,1 1 0 0 0,0-1 0 0 0,0 0 0 0 0,-1 1-1 0 0,1-2 1 0 0,-8-44 267 0 0,8 25-232 0 0,2 1 0 0 0,0 0-1 0 0,1 0 1 0 0,1 0 0 0 0,11-32-1 0 0,3 6 12 0 0,27-51 0 0 0,-44 96-62 0 0,-1 0-1 0 0,0 0 1 0 0,1 0 0 0 0,-1 0-1 0 0,0 1 1 0 0,1-1-1 0 0,-1 0 1 0 0,1 0-1 0 0,0 0 1 0 0,-1 1-1 0 0,1-1 1 0 0,0 0-1 0 0,-1 0 1 0 0,1 1-1 0 0,0-1 1 0 0,0 1-1 0 0,-1-1 1 0 0,1 1 0 0 0,0-1-1 0 0,0 1 1 0 0,0-1-1 0 0,0 1 1 0 0,0 0-1 0 0,0-1 1 0 0,0 1-1 0 0,0 0 1 0 0,0 0-1 0 0,0 0 1 0 0,-1 0-1 0 0,1 0 1 0 0,0 0-1 0 0,0 0 1 0 0,0 0 0 0 0,0 0-1 0 0,0 0 1 0 0,0 1-1 0 0,0-1 1 0 0,0 0-1 0 0,0 1 1 0 0,0-1-1 0 0,0 0 1 0 0,0 1-1 0 0,-1-1 1 0 0,2 2-1 0 0,21 22-16 0 0,26 50 6 0 0,-30-43 11 0 0,2-1 1 0 0,0 0-1 0 0,2-2 1 0 0,37 36-1 0 0,-48-54 5 0 0,-1 0 0 0 0,2-1 0 0 0,-1 0 0 0 0,2-1 0 0 0,-1-1 0 0 0,1 0 0 0 0,0-1 0 0 0,0 0 0 0 0,0-1 0 0 0,1-1 0 0 0,24 5 0 0 0,-32-8-1 0 0,1-1-1 0 0,-1 1 1 0 0,1-1-1 0 0,0-1 1 0 0,-1 0 0 0 0,1 0-1 0 0,-1 0 1 0 0,0-1-1 0 0,1 0 1 0 0,-1 0-1 0 0,0-1 1 0 0,0 1 0 0 0,0-2-1 0 0,-1 1 1 0 0,1-1-1 0 0,-1 0 1 0 0,1-1-1 0 0,-2 1 1 0 0,1-1 0 0 0,0 0-1 0 0,-1-1 1 0 0,0 1-1 0 0,0-1 1 0 0,8-12-1 0 0,-8 7 39 0 0,1 0-1 0 0,-1 0 0 0 0,-1 0 0 0 0,0 0 1 0 0,-1-1-1 0 0,0 0 0 0 0,0 1 0 0 0,-2-1 1 0 0,1 0-1 0 0,-2 0 0 0 0,1 0 0 0 0,-3-18 1 0 0,-1-2 263 0 0,-2 0 1 0 0,-1 0 0 0 0,-13-42-1 0 0,19 74-331 0 0,0-1 0 0 0,0 0 0 0 0,0 1 0 0 0,-1-1 0 0 0,1 1 0 0 0,0-1 0 0 0,0 0 0 0 0,0 1 0 0 0,0-1-1 0 0,0 1 1 0 0,-1-1 0 0 0,1 1 0 0 0,0-1 0 0 0,-1 1 0 0 0,1-1 0 0 0,0 1 0 0 0,-1-1 0 0 0,1 1 0 0 0,-1-1 0 0 0,1 1 0 0 0,0 0 0 0 0,-1-1-1 0 0,1 1 1 0 0,-1 0 0 0 0,1-1 0 0 0,-1 1 0 0 0,1 0 0 0 0,-1 0 0 0 0,0-1 0 0 0,1 1 0 0 0,-1 0 0 0 0,0 0 0 0 0,-11 15-1143 0 0,-4 30-3458 0 0,16-45 4339 0 0,-2 13-3579 0 0,1-2 296 0 0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7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45 760 0 0,'9'-6'901'0'0,"-1"0"0"0"0,2 0 0 0 0,-1 0 0 0 0,0 2 0 0 0,1-1 0 0 0,0 1-1 0 0,13-3 1 0 0,-22 6-854 0 0,0 1-1 0 0,0 0 0 0 0,0 0 0 0 0,0 1 0 0 0,0-1 0 0 0,0 0 0 0 0,0 0 1 0 0,0 0-1 0 0,0 1 0 0 0,0-1 0 0 0,0 0 0 0 0,0 1 0 0 0,0-1 1 0 0,0 1-1 0 0,0-1 0 0 0,0 1 0 0 0,-1 0 0 0 0,1-1 0 0 0,0 1 0 0 0,0 0 1 0 0,-1 0-1 0 0,1-1 0 0 0,0 1 0 0 0,-1 0 0 0 0,1 0 0 0 0,-1 0 1 0 0,1 0-1 0 0,-1 0 0 0 0,1 0 0 0 0,-1 0 0 0 0,0-1 0 0 0,0 1 0 0 0,1 0 1 0 0,-1 0-1 0 0,0 1 0 0 0,0-1 0 0 0,0 0 0 0 0,0 0 0 0 0,0 0 1 0 0,0 0-1 0 0,0 0 0 0 0,0 0 0 0 0,-1 1 0 0 0,-6 45 638 0 0,-17 12-32 0 0,-16 46 110 0 0,38-96-697 0 0,0-1 0 0 0,0 1 0 0 0,0 0 0 0 0,1 0 0 0 0,1 0 0 0 0,-1 0 0 0 0,2 0 0 0 0,-1 0 0 0 0,3 14 0 0 0,-2-20-43 0 0,0-1 0 0 0,0 1-1 0 0,0-1 1 0 0,0 1 0 0 0,0-1 0 0 0,0 1 0 0 0,1-1 0 0 0,-1 0 0 0 0,1 0-1 0 0,0 0 1 0 0,-1 0 0 0 0,1 0 0 0 0,0 0 0 0 0,0 0 0 0 0,0 0 0 0 0,1-1-1 0 0,3 3 1 0 0,-1-1 3 0 0,1-1-1 0 0,-1 0 1 0 0,1 0-1 0 0,0-1 0 0 0,-1 1 1 0 0,1-1-1 0 0,11 0 1 0 0,7-1 3 0 0,-1-1 0 0 0,0-1 1 0 0,28-6-1 0 0,-44 7-21 0 0,62-9-554 0 0,-9 2-2006 0 0,-20 0-2668 0 0,-23 3 2331 0 0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48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72 282 1044 0 0,'-26'77'6859'0'0,"12"-22"-6129"0"0,2 1 1 0 0,-6 79-1 0 0,16-109 1734 0 0,3-57-1932 0 0,4-68-409 0 0,0 57-38 0 0,1-1-1 0 0,1 1 1 0 0,3 0-1 0 0,2 0 0 0 0,20-50 1 0 0,-26 79-71 0 0,0 1 1 0 0,1-1-1 0 0,0 1 1 0 0,1 0-1 0 0,0 0 1 0 0,1 1-1 0 0,0 0 1 0 0,1 1-1 0 0,0 0 1 0 0,1 0-1 0 0,0 1 1 0 0,0 1-1 0 0,1 0 1 0 0,0 0-1 0 0,1 1 1 0 0,0 1-1 0 0,0 0 1 0 0,0 1-1 0 0,23-6 1 0 0,-29 9-14 0 0,0 2-1 0 0,1-1 1 0 0,-1 1 0 0 0,0 0-1 0 0,0 0 1 0 0,1 1 0 0 0,-1-1-1 0 0,0 2 1 0 0,0-1 0 0 0,0 1-1 0 0,0 0 1 0 0,0 1 0 0 0,0 0-1 0 0,-1 0 1 0 0,1 0 0 0 0,-1 1-1 0 0,0 0 1 0 0,0 0 0 0 0,0 0-1 0 0,6 7 1 0 0,-6-6-2 0 0,0 1 1 0 0,0 1-1 0 0,0-1 1 0 0,-1 1-1 0 0,0 0 0 0 0,-1 0 1 0 0,1 0-1 0 0,-1 1 1 0 0,-1-1-1 0 0,1 1 0 0 0,-1 0 1 0 0,-1 0-1 0 0,1 1 1 0 0,-1-1-1 0 0,-1 0 1 0 0,2 16-1 0 0,-4-20 8 0 0,1-1-1 0 0,-1 1 1 0 0,0 0-1 0 0,1 0 1 0 0,-2-1 0 0 0,1 1-1 0 0,0-1 1 0 0,-1 1-1 0 0,0-1 1 0 0,1 0 0 0 0,-1 0-1 0 0,-1 0 1 0 0,1 0-1 0 0,0 0 1 0 0,-1 0 0 0 0,1 0-1 0 0,-1-1 1 0 0,0 1-1 0 0,0-1 1 0 0,0 0 0 0 0,0 0-1 0 0,-1 0 1 0 0,1 0-1 0 0,-7 2 1 0 0,-7 3-61 0 0,-1 0 0 0 0,0-2 0 0 0,-29 6 0 0 0,43-10 28 0 0,-24 3-1257 0 0,-1-2-1 0 0,0 0 0 0 0,1-2 1 0 0,-1-1-1 0 0,-45-7 0 0 0,-6-4-2223 0 0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2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214 330 380 0 0,'-6'-1'268'0'0,"0"-1"1"0"0,0 1-1 0 0,0 0 1 0 0,0 0-1 0 0,0 0 0 0 0,0 1 1 0 0,0 0-1 0 0,0 0 0 0 0,0 1 1 0 0,0-1-1 0 0,0 2 1 0 0,0-1-1 0 0,0 0 0 0 0,1 1 1 0 0,-1 0-1 0 0,0 1 0 0 0,1-1 1 0 0,-1 1-1 0 0,1 0 1 0 0,0 0-1 0 0,0 1 0 0 0,-6 5 1 0 0,4-5-145 0 0,1 1 1 0 0,1 0 0 0 0,-1 0 0 0 0,1 0 0 0 0,0 1-1 0 0,0-1 1 0 0,1 1 0 0 0,-1 1 0 0 0,1-1 0 0 0,1 0-1 0 0,-1 1 1 0 0,1 0 0 0 0,0 0 0 0 0,1 0-1 0 0,-1 0 1 0 0,1 0 0 0 0,-1 14 0 0 0,3-20-96 0 0,-1 1 0 0 0,1 0 0 0 0,0 0 0 0 0,0-1 0 0 0,1 1 1 0 0,-1 0-1 0 0,0 0 0 0 0,1-1 0 0 0,-1 1 0 0 0,1 0 0 0 0,-1-1 0 0 0,1 1 1 0 0,0-1-1 0 0,0 1 0 0 0,-1 0 0 0 0,1-1 0 0 0,0 0 0 0 0,1 1 0 0 0,-1-1 0 0 0,0 0 1 0 0,0 1-1 0 0,0-1 0 0 0,1 0 0 0 0,2 2 0 0 0,-1-2-8 0 0,-1-1 0 0 0,1 1 0 0 0,0 0 0 0 0,0-1 0 0 0,0 1-1 0 0,0-1 1 0 0,0 0 0 0 0,0 0 0 0 0,0 0 0 0 0,0 0 0 0 0,0-1 0 0 0,0 1 0 0 0,3-2-1 0 0,9-2 20 0 0,-1-1-1 0 0,0-1 1 0 0,0 0-1 0 0,20-13 1 0 0,-16 7-3 0 0,0-2 1 0 0,-1-1-1 0 0,-1 0 0 0 0,0-1 1 0 0,15-19-1 0 0,-17 18-31 0 0,-11 15-29 0 0,4 1 22 0 0,2 3 4 0 0,-1 1 0 0 0,-1-1 0 0 0,1 1 0 0 0,0 0-1 0 0,13 9 1 0 0,0-3 7 0 0,-16-7-6 0 0,0 0 1 0 0,1-1-1 0 0,-1 0 1 0 0,1 0-1 0 0,-1 0 1 0 0,1-1-1 0 0,0 0 1 0 0,-1 0-1 0 0,1 0 1 0 0,-1-1-1 0 0,1 0 0 0 0,-1 0 1 0 0,1 0-1 0 0,-1-1 1 0 0,1 0-1 0 0,-1 0 1 0 0,0 0-1 0 0,0 0 1 0 0,0-1-1 0 0,0 0 1 0 0,-1 0-1 0 0,1 0 1 0 0,-1-1-1 0 0,1 0 1 0 0,-1 1-1 0 0,0-2 1 0 0,-1 1-1 0 0,1 0 1 0 0,2-5-1 0 0,4-5 14 0 0,6-7 26 0 0,0-1 0 0 0,-1-1 0 0 0,-2-1 0 0 0,0 0 0 0 0,-1 0-1 0 0,-2-1 1 0 0,14-47 0 0 0,-14-7 1093 0 0,-10 77-1022 0 0,-1-1 33 0 0,1 3-143 0 0,0 0 0 0 0,0 0 0 0 0,0 0 1 0 0,0 0-1 0 0,0 0 0 0 0,-1 0 0 0 0,1 0 0 0 0,0 0 0 0 0,0 0 0 0 0,0 0 0 0 0,0 0 0 0 0,0 0 0 0 0,-1 0 0 0 0,1 0 0 0 0,0 0 0 0 0,0 0 1 0 0,0 0-1 0 0,0 0 0 0 0,0 0 0 0 0,-1 0 0 0 0,1 0 0 0 0,0 0 0 0 0,0 0 0 0 0,0 0 0 0 0,0 0 0 0 0,0 0 0 0 0,0-1 0 0 0,0 1 0 0 0,-1 0 1 0 0,1 0-1 0 0,0 0 0 0 0,0 0 0 0 0,0 0 0 0 0,0 0 0 0 0,0 0 0 0 0,0-1 0 0 0,0 1 0 0 0,0 0 0 0 0,0 0 0 0 0,0 0 0 0 0,-1 0 0 0 0,1 0 1 0 0,0 0-1 0 0,0-1 0 0 0,0 1 0 0 0,0 0 0 0 0,0 0 0 0 0,0 0 0 0 0,0 0 0 0 0,0 0 0 0 0,0-1 0 0 0,0 1 0 0 0,0 0 0 0 0,0 0 0 0 0,1 0 1 0 0,-1 0-1 0 0,0 0 0 0 0,0-1 0 0 0,0 1 0 0 0,0 0 0 0 0,0 0 0 0 0,0 0 0 0 0,0 0 0 0 0,0 0 0 0 0,0 0 0 0 0,0 0 0 0 0,1-1 0 0 0,-8 10 37 0 0,0 0-1 0 0,1 0 1 0 0,0 0-1 0 0,0 1 1 0 0,1 0-1 0 0,1 0 1 0 0,-1 1-1 0 0,2-1 1 0 0,-4 15-1 0 0,-18 112 344 0 0,17-86-248 0 0,5-34-101 0 0,-65 517 840 0 0,60-362-117 0 0,13-241-746 0 0,3 0-1 0 0,4 1 1 0 0,26-91 0 0 0,-30 132-37 0 0,2 0-1 0 0,0 1 1 0 0,2 0 0 0 0,1 1 0 0 0,1 0 0 0 0,1 1 0 0 0,1 1-1 0 0,1 0 1 0 0,1 1 0 0 0,1 1 0 0 0,30-26 0 0 0,-41 41 11 0 0,0 1 0 0 0,0-1 0 0 0,0 1 0 0 0,1 1 0 0 0,0-1 0 0 0,0 2 0 0 0,0-1 0 0 0,1 1 0 0 0,17-3 0 0 0,-24 5 10 0 0,-1 1 0 0 0,1 0-1 0 0,0 0 1 0 0,0-1 0 0 0,-1 2 0 0 0,1-1-1 0 0,0 0 1 0 0,-1 0 0 0 0,1 1 0 0 0,0 0-1 0 0,-1-1 1 0 0,1 1 0 0 0,-1 0-1 0 0,1 0 1 0 0,-1 1 0 0 0,0-1 0 0 0,1 0-1 0 0,-1 1 1 0 0,0-1 0 0 0,0 1 0 0 0,0 0-1 0 0,0 0 1 0 0,0 0 0 0 0,0 0 0 0 0,-1 0-1 0 0,1 0 1 0 0,0 0 0 0 0,-1 1 0 0 0,0-1-1 0 0,0 0 1 0 0,1 1 0 0 0,-2-1-1 0 0,1 1 1 0 0,0 0 0 0 0,0-1 0 0 0,-1 1-1 0 0,1-1 1 0 0,-1 1 0 0 0,0 4 0 0 0,0-2 4 0 0,0 0 0 0 0,-1 0 0 0 0,0 0 0 0 0,1 0 0 0 0,-2 0 0 0 0,1 0 0 0 0,-1 0 0 0 0,1 0 1 0 0,-1-1-1 0 0,-1 1 0 0 0,1-1 0 0 0,-1 1 0 0 0,1-1 0 0 0,-1 0 0 0 0,0 0 0 0 0,-1 0 0 0 0,1-1 1 0 0,-1 1-1 0 0,0-1 0 0 0,0 0 0 0 0,0 0 0 0 0,0 0 0 0 0,0 0 0 0 0,-7 3 0 0 0,-13 6 0 0 0,0 0 0 0 0,-1-1 0 0 0,-28 8 0 0 0,51-19-2 0 0,-4 3-272 0 0,0-2 1 0 0,0 1-1 0 0,0-1 0 0 0,-1 0 0 0 0,1 0 0 0 0,0 0 0 0 0,-1-1 1 0 0,1 0-1 0 0,0 0 0 0 0,-1-1 0 0 0,1 0 0 0 0,-9-2 0 0 0,9-7-5206 0 0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3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0 64 0 0,'0'1'83'0'0,"0"-1"-1"0"0,0 1 1 0 0,0-1-1 0 0,0 0 1 0 0,1 1 0 0 0,-1-1-1 0 0,0 1 1 0 0,0-1-1 0 0,0 1 1 0 0,1-1 0 0 0,-1 0-1 0 0,0 1 1 0 0,1-1-1 0 0,-1 0 1 0 0,0 1 0 0 0,0-1-1 0 0,1 0 1 0 0,-1 1-1 0 0,1-1 1 0 0,-1 0 0 0 0,0 1-1 0 0,1-1 1 0 0,-1 0-1 0 0,1 0 1 0 0,-1 0 0 0 0,1 0-1 0 0,-1 1 1 0 0,1-1 0 0 0,-1 0-1 0 0,0 0 1 0 0,1 0-1 0 0,-1 0 1 0 0,1 0 0 0 0,-1 0-1 0 0,1 0 1 0 0,-1 0-1 0 0,1 0 1 0 0,-1 0 0 0 0,1 0-1 0 0,-1-1 1 0 0,1 1-1 0 0,-1 0 1 0 0,0 0 0 0 0,1 0-1 0 0,-1-1 1 0 0,1 1-1 0 0,-1 0 1 0 0,1 0 0 0 0,-1-1-1 0 0,0 1 1 0 0,1 0-1 0 0,-1-1 1 0 0,0 1 0 0 0,1 0-1 0 0,-1-1 1 0 0,0 1-1 0 0,0-1 1 0 0,1 1 0 0 0,-1 0-1 0 0,0-1 1 0 0,0 1-1 0 0,0-1 1 0 0,1 0 0 0 0,7 42 1262 0 0,-8 90 917 0 0,-29 238 0 0 0,5-133-1080 0 0,10-160-365 0 0,13-75-403 0 0,0-7-344 0 0,-1-17-26 0 0,0-1 0 0 0,1 1 0 0 0,2-1 0 0 0,0 1 0 0 0,1-1 0 0 0,2 1 0 0 0,0 0 0 0 0,14-39 0 0 0,-7 28-31 0 0,1 2 1 0 0,2-1-1 0 0,2 2 0 0 0,0 0 1 0 0,31-41-1 0 0,-39 61-15 0 0,2-1 0 0 0,0 2-1 0 0,0 0 1 0 0,1 0 0 0 0,19-14-1 0 0,-25 21 1 0 0,-1 0 0 0 0,1 0 0 0 0,0 0 0 0 0,0 0 0 0 0,1 1 0 0 0,-1 0-1 0 0,0 0 1 0 0,1 0 0 0 0,-1 1 0 0 0,1 0 0 0 0,0 0 0 0 0,-1 0 0 0 0,1 1 0 0 0,0 0 0 0 0,-1 0-1 0 0,1 0 1 0 0,6 2 0 0 0,-10-2 1 0 0,1 1 0 0 0,-1-1 0 0 0,0 1 0 0 0,0 0-1 0 0,0 0 1 0 0,0 0 0 0 0,0 0 0 0 0,0 0 0 0 0,0 0 0 0 0,0 0-1 0 0,0 1 1 0 0,-1-1 0 0 0,1 1 0 0 0,0-1 0 0 0,-1 1 0 0 0,1 0-1 0 0,-1-1 1 0 0,0 1 0 0 0,0 0 0 0 0,1 0 0 0 0,-1 0 0 0 0,0 0-1 0 0,-1 0 1 0 0,1 0 0 0 0,0 0 0 0 0,0 1 0 0 0,-1-1 0 0 0,0 0-1 0 0,1 0 1 0 0,-1 0 0 0 0,0 1 0 0 0,0-1 0 0 0,0 0-1 0 0,0 0 1 0 0,0 1 0 0 0,-1-1 0 0 0,0 3 0 0 0,-1 1 3 0 0,1-1 0 0 0,-1 1 0 0 0,0 0 0 0 0,-1-1 0 0 0,1 1 0 0 0,-1-1 0 0 0,0 0 0 0 0,-1 0 0 0 0,1 0 0 0 0,-1-1 0 0 0,0 1 0 0 0,-6 5 0 0 0,-2-1-151 0 0,-1 0 0 0 0,0 0 0 0 0,0-1 0 0 0,-1-1 0 0 0,0 0 0 0 0,-1-1 0 0 0,1-1 0 0 0,-1 0 0 0 0,0-1-1 0 0,0 0 1 0 0,-1-2 0 0 0,1 1 0 0 0,-25-1 0 0 0,38-2-303 0 0,0 0-1 0 0,0 0 0 0 0,0-1 0 0 0,-1 1 0 0 0,1 0 0 0 0,0-1 0 0 0,0 0 0 0 0,0 1 0 0 0,1-1 1 0 0,-1 0-1 0 0,0 0 0 0 0,0 0 0 0 0,-3-3 0 0 0,5 4 336 0 0,-10-7-3016 0 0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26 656 0 0,'6'-17'1699'0'0,"-2"8"3761"0"0,-28 70-4495 0 0,6-17-372 0 0,1 1-1 0 0,-17 78 1 0 0,27-82-386 0 0,-1-7-38 0 0,2 1 0 0 0,1-1 1 0 0,2 1-1 0 0,1 0 1 0 0,2 0-1 0 0,4 38 0 0 0,-1-55-72 0 0,0 0 1 0 0,1-1-1 0 0,1 1 0 0 0,0-1 0 0 0,13 29 0 0 0,-16-43-83 0 0,0 1 1 0 0,0-1 0 0 0,1 0 0 0 0,-1 0-1 0 0,0 0 1 0 0,1 0 0 0 0,0 0-1 0 0,0-1 1 0 0,0 1 0 0 0,0-1 0 0 0,0 1-1 0 0,0-1 1 0 0,0 0 0 0 0,1-1-1 0 0,-1 1 1 0 0,1-1 0 0 0,0 1 0 0 0,-1-1-1 0 0,1 0 1 0 0,0 0 0 0 0,0 0 0 0 0,0-1-1 0 0,-1 0 1 0 0,1 1 0 0 0,0-1-1 0 0,0-1 1 0 0,0 1 0 0 0,0 0 0 0 0,0-1-1 0 0,-1 0 1 0 0,1 0 0 0 0,0 0-1 0 0,3-2 1 0 0,5-2 88 0 0,-1 0 0 0 0,0-1 0 0 0,0 0 0 0 0,-1-1 0 0 0,0 0-1 0 0,0-1 1 0 0,-1 0 0 0 0,1-1 0 0 0,-2 0 0 0 0,1 0 0 0 0,-2 0 0 0 0,11-16-1 0 0,-17 23 1184 0 0,-3 3-1265 0 0,0 0 0 0 0,0 0 0 0 0,0 1 0 0 0,0-1 0 0 0,0 0 0 0 0,0 1 0 0 0,1-1 0 0 0,-1 1 0 0 0,0-1 1 0 0,1 1-1 0 0,0 0 0 0 0,-1 0 0 0 0,1 0 0 0 0,0 0 0 0 0,0 0 0 0 0,0 0 0 0 0,-2 4 0 0 0,-9 19-2030 0 0,5-6-6033 0 0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4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53 732 0 0,'-3'-20'1068'0'0,"6"13"760"0"0,-1-7 293 0 0,-1 2-553 0 0,16 36-7493 0 0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4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247 510 16 0 0,'-1'-4'394'0'0,"0"1"0"0"0,0-1-1 0 0,0 0 1 0 0,0 1 0 0 0,-1-1 0 0 0,0 1 0 0 0,0 0 0 0 0,0-1-1 0 0,0 1 1 0 0,0 0 0 0 0,-1 0 0 0 0,1 0 0 0 0,-1 1 0 0 0,0-1-1 0 0,0 1 1 0 0,0-1 0 0 0,0 1 0 0 0,0 0 0 0 0,-5-2 0 0 0,5 3-252 0 0,0 0 0 0 0,0 1 0 0 0,0-1 0 0 0,0 1 0 0 0,0-1 0 0 0,0 1 0 0 0,0 0 0 0 0,0 1 0 0 0,0-1 0 0 0,0 0 0 0 0,0 1 0 0 0,-4 1 0 0 0,-28 13 405 0 0,24-9-378 0 0,1 1-1 0 0,0 0 0 0 0,1 1 0 0 0,0 0 1 0 0,0 1-1 0 0,0 0 0 0 0,1 0 0 0 0,1 0 0 0 0,-1 1 1 0 0,-9 20-1 0 0,15-27-138 0 0,0 1 0 0 0,0-1-1 0 0,1 1 1 0 0,-1-1 0 0 0,1 1 0 0 0,0-1-1 0 0,0 1 1 0 0,0 0 0 0 0,1 0 0 0 0,-1 0-1 0 0,1-1 1 0 0,0 1 0 0 0,0 0 0 0 0,0 0-1 0 0,1 0 1 0 0,0 0 0 0 0,-1-1 0 0 0,1 1-1 0 0,0 0 1 0 0,1-1 0 0 0,-1 1 0 0 0,1-1-1 0 0,-1 1 1 0 0,1-1 0 0 0,0 0 0 0 0,0 1 0 0 0,1-1-1 0 0,-1 0 1 0 0,1 0 0 0 0,-1-1 0 0 0,1 1-1 0 0,0-1 1 0 0,0 1 0 0 0,0-1 0 0 0,0 0-1 0 0,1 0 1 0 0,6 3 0 0 0,1 0-7 0 0,2 0 0 0 0,-1-1 0 0 0,1-1 0 0 0,-1 0 0 0 0,1 0 0 0 0,0-1 0 0 0,0-1 0 0 0,0 0 0 0 0,0-1 0 0 0,0 0 0 0 0,22-4 0 0 0,-7-1-35 0 0,0 0-1 0 0,-1-2 1 0 0,0-1 0 0 0,37-16 0 0 0,-45 16 64 0 0,1-1 0 0 0,-2 0 0 0 0,1-2 0 0 0,-1 0 0 0 0,-1-1 0 0 0,0-1 1 0 0,0 0-1 0 0,-2-1 0 0 0,25-29 0 0 0,-35 32 451 0 0,-11 8-147 0 0,1 1-426 0 0,2 1 131 0 0,-1 3-1 0 0,-7 3-10 0 0,0 1 0 0 0,0 1 1 0 0,1-1-1 0 0,0 2 0 0 0,0-1 0 0 0,0 1 0 0 0,-14 17 0 0 0,23-23-8 0 0,41 1-160 0 0,3-8-370 0 0,48 0 0 0 0,-49 4 30 0 0,57-9 0 0 0,-85 7 423 0 0,0 0 0 0 0,0-1 0 0 0,0 0 0 0 0,-1-1 0 0 0,0-1-1 0 0,0 0 1 0 0,0-1 0 0 0,12-8 0 0 0,-12 5 17 0 0,-1-1 0 0 0,0 0-1 0 0,-1-1 1 0 0,0 0 0 0 0,-1-1 0 0 0,0 0-1 0 0,-1-1 1 0 0,0 0 0 0 0,-2 0 0 0 0,1-1-1 0 0,-2 0 1 0 0,0 0 0 0 0,0 0 0 0 0,5-32-1 0 0,-8 34 48 0 0,-1 0 0 0 0,0 0-1 0 0,-1-1 1 0 0,0 1 0 0 0,-1 0-1 0 0,-1-1 1 0 0,0 1-1 0 0,-1 0 1 0 0,0-1 0 0 0,-1 1-1 0 0,0 1 1 0 0,-1-1 0 0 0,-1 0-1 0 0,0 1 1 0 0,-1 0-1 0 0,0 0 1 0 0,-1 0 0 0 0,-14-19-1 0 0,19 29-11 0 0,1 0-1 0 0,-1 0 0 0 0,0 0 1 0 0,0 0-1 0 0,1 0 0 0 0,-1 1 1 0 0,-1-1-1 0 0,1 0 1 0 0,0 1-1 0 0,0 0 0 0 0,-1-1 1 0 0,1 1-1 0 0,0 0 1 0 0,-1 0-1 0 0,1 0 0 0 0,-1 1 1 0 0,0-1-1 0 0,1 0 0 0 0,-1 1 1 0 0,0 0-1 0 0,1 0 1 0 0,-1 0-1 0 0,0 0 0 0 0,1 0 1 0 0,-1 0-1 0 0,1 1 0 0 0,-1-1 1 0 0,0 1-1 0 0,1 0 1 0 0,-1-1-1 0 0,1 1 0 0 0,-1 1 1 0 0,1-1-1 0 0,0 0 1 0 0,-1 0-1 0 0,1 1 0 0 0,0 0 1 0 0,0-1-1 0 0,0 1 0 0 0,0 0 1 0 0,0 0-1 0 0,-3 4 1 0 0,-1 1 32 0 0,0 1 0 0 0,0 0 1 0 0,1 0-1 0 0,0 1 1 0 0,1 0-1 0 0,-1-1 1 0 0,2 1-1 0 0,-1 1 0 0 0,1-1 1 0 0,-3 17-1 0 0,4-1 29 0 0,1 0-1 0 0,1 1 1 0 0,1-1-1 0 0,1 1 1 0 0,1-1-1 0 0,2 0 1 0 0,0 0-1 0 0,2-1 1 0 0,1 1-1 0 0,0-1 1 0 0,2-1-1 0 0,1 0 0 0 0,1 0 1 0 0,26 37-1 0 0,-34-54-53 0 0,0-1-1 0 0,0 0 0 0 0,0 0 1 0 0,1 0-1 0 0,0-1 0 0 0,0 0 1 0 0,0 0-1 0 0,1 0 0 0 0,-1-1 1 0 0,1 1-1 0 0,0-1 0 0 0,0 0 1 0 0,0-1-1 0 0,0 0 0 0 0,0 0 0 0 0,0 0 1 0 0,1-1-1 0 0,-1 0 0 0 0,1 0 1 0 0,-1 0-1 0 0,1-1 0 0 0,-1 0 1 0 0,1 0-1 0 0,-1-1 0 0 0,1 0 1 0 0,-1 0-1 0 0,1 0 0 0 0,6-3 1 0 0,-7 3 11 0 0,-4 1 12 0 0,1-1 0 0 0,-1 1 0 0 0,0-1 0 0 0,0 0 0 0 0,0 0 0 0 0,1 1 0 0 0,-1-1 0 0 0,0-1 0 0 0,0 1 0 0 0,0 0 0 0 0,-1 0 0 0 0,1-1 0 0 0,3-2 0 0 0,-3 2-138 0 0,-6 0-1648 0 0,-2-1 1968 0 0,-15-8-9539 0 0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5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80 0 0,'7'-12'2219'0'0,"1"1"1"0"0,0-1-1 0 0,14-13 0 0 0,-10 11-567 0 0,-11 13-1443 0 0,1-1-136 0 0,2 0-408 0 0,18 14-8217 0 0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5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1 416 0 0,'0'0'8277'0'0,"-7"0"-7980"0"0,3 1-251 0 0,1-1 0 0 0,-1 1-1 0 0,1-1 1 0 0,0 1 0 0 0,-1 0 0 0 0,1 0 0 0 0,0 0-1 0 0,0 1 1 0 0,0-1 0 0 0,0 1 0 0 0,0 0-1 0 0,-4 2 1 0 0,2 1 120 0 0,0 0-1 0 0,0 1 0 0 0,0-1 0 0 0,1 1 1 0 0,0 0-1 0 0,-6 10 0 0 0,9-15-150 0 0,1-1-1 0 0,0 1 0 0 0,-1-1 1 0 0,1 1-1 0 0,-1-1 0 0 0,1 1 1 0 0,0-1-1 0 0,0 1 1 0 0,-1 0-1 0 0,1-1 0 0 0,0 1 1 0 0,0-1-1 0 0,0 1 0 0 0,0 0 1 0 0,0-1-1 0 0,-1 1 0 0 0,1-1 1 0 0,0 1-1 0 0,0 0 0 0 0,1-1 1 0 0,-1 1-1 0 0,0-1 1 0 0,0 1-1 0 0,0 0 0 0 0,0-1 1 0 0,0 1-1 0 0,1-1 0 0 0,-1 1 1 0 0,0-1-1 0 0,0 1 0 0 0,1-1 1 0 0,-1 1-1 0 0,1-1 0 0 0,-1 1 1 0 0,0-1-1 0 0,2 1 1 0 0,25 4 200 0 0,40-18-107 0 0,-63 13-85 0 0,16-6 199 0 0,1 1 0 0 0,0 1 0 0 0,0 0 0 0 0,1 2 0 0 0,-1 1 0 0 0,0 0 0 0 0,1 2 0 0 0,41 6 0 0 0,-48-3-431 0 0,22 3 946 0 0,-12-9-5810 0 0,-23-11-1532 0 0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49:55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59 372 0 0,'0'0'1304'0'0,"7"-11"-100"0"0,-1 4-92 0 0,0 0 845 0 0,4-4-1121 0 0,-7 5 612 0 0,9-5-456 0 0,-4 6-904 0 0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0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1 298 268 0 0,'0'0'5433'0'0,"4"-3"-5059"0"0,21-9-45 0 0,-1 1 0 0 0,2 1 0 0 0,-1 2 0 0 0,51-11 0 0 0,42-15 318 0 0,-96 26-545 0 0,62-26 560 0 0,-78 31-573 0 0,0 0 1 0 0,-1-1 0 0 0,1 1 0 0 0,-1-1 0 0 0,0 0 0 0 0,0 0 0 0 0,0-1 0 0 0,0 0 0 0 0,-1 0 0 0 0,8-10 0 0 0,-10 12-27 0 0,0-1 0 0 0,-1 1 1 0 0,1-1-1 0 0,-1 1 1 0 0,1-1-1 0 0,-1 0 0 0 0,0 0 1 0 0,-1 1-1 0 0,1-1 1 0 0,0-5-1 0 0,-1 8 14 0 0,-2-2-5 0 0,-2-1-56 0 0,0 0 1 0 0,0 1-1 0 0,0 0 1 0 0,0 0-1 0 0,0 0 1 0 0,-1 0-1 0 0,1 0 1 0 0,-1 1-1 0 0,0 0 0 0 0,0 0 1 0 0,0 0-1 0 0,0 1 1 0 0,0 0-1 0 0,0 0 1 0 0,0 0-1 0 0,0 0 1 0 0,-1 1-1 0 0,1 0 1 0 0,-9 1-1 0 0,8-1-10 0 0,0 0-1 0 0,0 0 0 0 0,0 1 1 0 0,0 0-1 0 0,0 0 0 0 0,0 1 1 0 0,1 0-1 0 0,-1 0 0 0 0,0 0 0 0 0,1 0 1 0 0,0 1-1 0 0,-1 0 0 0 0,1 0 1 0 0,0 0-1 0 0,1 1 0 0 0,-1 0 1 0 0,-7 7-1 0 0,11-8-1 0 0,-1 0 0 0 0,1-1 1 0 0,0 1-1 0 0,0 0 0 0 0,0 0 0 0 0,0 0 0 0 0,1 0 0 0 0,-1 0 0 0 0,1 0 1 0 0,-1 0-1 0 0,1 0 0 0 0,0 0 0 0 0,0 0 0 0 0,1 0 0 0 0,-1 0 1 0 0,1 0-1 0 0,-1 0 0 0 0,1 0 0 0 0,0 0 0 0 0,0-1 0 0 0,0 1 1 0 0,0 0-1 0 0,1 0 0 0 0,-1-1 0 0 0,1 1 0 0 0,0-1 0 0 0,0 1 1 0 0,0-1-1 0 0,0 0 0 0 0,0 0 0 0 0,3 3 0 0 0,2 2 10 0 0,0-1-1 0 0,0 1 1 0 0,1-2 0 0 0,0 1-1 0 0,0-1 1 0 0,0 0 0 0 0,1 0-1 0 0,15 5 1 0 0,-2-5 1 0 0,0 0-1 0 0,1-2 0 0 0,0-1 1 0 0,-1 0-1 0 0,1-2 1 0 0,0-1-1 0 0,0 0 1 0 0,-1-2-1 0 0,1 0 0 0 0,-1-2 1 0 0,0-1-1 0 0,0 0 1 0 0,34-16-1 0 0,-46 17-13 0 0,0 0 0 0 0,-1-1 1 0 0,1-1-1 0 0,-2 0 0 0 0,1 0 0 0 0,11-12 0 0 0,-16 15 11 0 0,-1 1 0 0 0,0-1 0 0 0,-1 0 1 0 0,1 0-1 0 0,-1 0 0 0 0,1 0 0 0 0,-1-1 0 0 0,1-5 0 0 0,-2 9-3 0 0,-1-1 1 0 0,1 0-1 0 0,-1 0 1 0 0,0 0-1 0 0,1 0 1 0 0,-1 0-1 0 0,0 0 0 0 0,-1 0 1 0 0,1 0-1 0 0,0 1 1 0 0,0-1-1 0 0,-1 0 0 0 0,1 0 1 0 0,-1 0-1 0 0,0 0 1 0 0,1 1-1 0 0,-1-1 1 0 0,0 0-1 0 0,0 0 0 0 0,-2-1 1 0 0,-3-2 7 0 0,-1 0 1 0 0,0 1-1 0 0,0 0 1 0 0,0 0-1 0 0,-1 1 1 0 0,1 0 0 0 0,-1 0-1 0 0,-13-2 1 0 0,12 2-31 0 0,7 3 112 0 0,8 1-90 0 0,-1 0-10 0 0,-1-1 1 0 0,0 0 0 0 0,0 1 1 0 0,0 0-1 0 0,0-1 0 0 0,-1 1 1 0 0,1 0-1 0 0,0 1 0 0 0,-1-1 1 0 0,1 1-1 0 0,-1 0 0 0 0,1 0 1 0 0,-1 0-1 0 0,5 4 0 0 0,-2 2-12 0 0,-5-5 12 0 0,0-1-1 0 0,0 1 1 0 0,0 0-1 0 0,-1-1 1 0 0,1 1-1 0 0,-1 0 0 0 0,0-1 1 0 0,0 1-1 0 0,0 0 1 0 0,0-1-1 0 0,0 1 1 0 0,-1 0-1 0 0,1-1 0 0 0,-1 1 1 0 0,-1 4-1 0 0,-2 7 0 0 0,-34 414 716 0 0,36-413-693 0 0,-1 0-1 0 0,-1 0 1 0 0,0-1-1 0 0,-1 1 1 0 0,-1-1-1 0 0,-1 0 1 0 0,1 0-1 0 0,-2-1 1 0 0,-17 23-1 0 0,21-30 22 0 0,0 1 0 0 0,-1-1 0 0 0,0-1 0 0 0,-1 1 0 0 0,1-1 0 0 0,-1 0 0 0 0,0 0 0 0 0,0 0 1 0 0,0-1-1 0 0,-1 0 0 0 0,0-1 0 0 0,0 1 0 0 0,0-1 0 0 0,0 0 0 0 0,0-1 0 0 0,0 0 0 0 0,-1 0 0 0 0,1-1 0 0 0,-1 1 0 0 0,1-2 0 0 0,-13 1 0 0 0,16-1 9 0 0,1 0 1 0 0,0-1-1 0 0,-1 0 1 0 0,1 1-1 0 0,0-1 1 0 0,-1 0-1 0 0,1 0 1 0 0,0-1-1 0 0,0 1 1 0 0,0-1-1 0 0,0 0 1 0 0,0 1-1 0 0,0-1 1 0 0,1 0-1 0 0,-1-1 1 0 0,1 1-1 0 0,-1 0 1 0 0,1-1-1 0 0,0 0 1 0 0,-4-5-1 0 0,4 4-3 0 0,0-1 0 0 0,0 0 0 0 0,1 0 0 0 0,0 0 0 0 0,0 0 0 0 0,0 0 0 0 0,0 0 0 0 0,1 0 1 0 0,0 0-1 0 0,0 0 0 0 0,0 0 0 0 0,2-9 0 0 0,1 0 7 0 0,0 1 1 0 0,1-1-1 0 0,0 1 1 0 0,1-1-1 0 0,1 2 1 0 0,0-1-1 0 0,1 0 1 0 0,0 1-1 0 0,12-15 1 0 0,-11 18-79 0 0,0 0 1 0 0,1 0-1 0 0,0 1 1 0 0,0 0 0 0 0,1 1-1 0 0,0 0 1 0 0,0 0 0 0 0,1 1-1 0 0,-1 0 1 0 0,1 1 0 0 0,1 0-1 0 0,-1 1 1 0 0,1 0-1 0 0,20-3 1 0 0,35 4-3211 0 0,3 15-4128 0 0,-54-9 4169 0 0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0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73 220 0 0,'-41'-45'16591'0'0,"38"39"-17318"0"0,-4-15-9006 0 0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1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1180 0 0,'2'-17'5026'0'0,"-2"16"-4927"0"0,0 1 0 0 0,0-1 1 0 0,0 1-1 0 0,0-1 0 0 0,0 1 0 0 0,0-1 1 0 0,0 1-1 0 0,0-1 0 0 0,0 1 0 0 0,0-1 1 0 0,0 1-1 0 0,0 0 0 0 0,1-1 0 0 0,-1 1 0 0 0,0-1 1 0 0,0 1-1 0 0,0-1 0 0 0,1 1 0 0 0,-1 0 1 0 0,0-1-1 0 0,1 1 0 0 0,-1-1 0 0 0,0 1 1 0 0,1 0-1 0 0,-1-1 0 0 0,0 1 0 0 0,1 0 1 0 0,-1 0-1 0 0,1-1 0 0 0,-1 1 0 0 0,0 0 1 0 0,2-1-1 0 0,-2 2-131 0 0,18 12-1085 0 0,-6 1-3130 0 0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1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66 336 0 0,'-3'-65'10850'0'0,"-1"71"-10480"0"0,-15 29 29 0 0,1 2-1 0 0,3 0 1 0 0,0 0 0 0 0,3 1 0 0 0,1 1 0 0 0,-8 52-1 0 0,16-62-209 0 0,-6 30 746 0 0,43-125-1567 0 0,-33 64 412 0 0,9-15-1408 0 0,-5 7-6287 0 0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2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235 209 416 0 0,'0'0'2002'0'0,"0"-6"-1414"0"0,2-20-44 0 0,-2 20-34 0 0,0 2-358 0 0,-1 0 0 0 0,1 0 0 0 0,-1 0 0 0 0,0 0-1 0 0,0 0 1 0 0,0 0 0 0 0,-1 0 0 0 0,1 0 0 0 0,-1 1-1 0 0,0-1 1 0 0,0 1 0 0 0,-1-1 0 0 0,1 1-1 0 0,0 0 1 0 0,-1-1 0 0 0,0 1 0 0 0,0 1 0 0 0,0-1-1 0 0,0 0 1 0 0,0 1 0 0 0,-1-1 0 0 0,1 1 0 0 0,-1 0-1 0 0,0 0 1 0 0,1 1 0 0 0,-1-1 0 0 0,0 1 0 0 0,0 0-1 0 0,-8-2 1 0 0,1 0 37 0 0,-1 1-1 0 0,0 0 1 0 0,0 0-1 0 0,0 1 0 0 0,-1 1 1 0 0,1 0-1 0 0,0 0 1 0 0,-22 5-1 0 0,33-5-163 0 0,-1 0 0 0 0,1 0 0 0 0,0 1 0 0 0,0-1 0 0 0,-1 1-1 0 0,1-1 1 0 0,0 1 0 0 0,-1-1 0 0 0,1 1 0 0 0,0-1 0 0 0,0 1 0 0 0,0 0-1 0 0,0 0 1 0 0,0 0 0 0 0,0 0 0 0 0,0 0 0 0 0,0 0 0 0 0,0 0 0 0 0,0 0 0 0 0,-1 2-1 0 0,2-2-10 0 0,0 0 0 0 0,0 0-1 0 0,0 0 1 0 0,0 0 0 0 0,0 1 0 0 0,0-1-1 0 0,0 0 1 0 0,0 0 0 0 0,0 0-1 0 0,0 0 1 0 0,1 0 0 0 0,-1 0-1 0 0,1 0 1 0 0,-1 0 0 0 0,1 0 0 0 0,-1 0-1 0 0,1 0 1 0 0,-1 0 0 0 0,2 1-1 0 0,2 3 21 0 0,1 0-1 0 0,-1-1 0 0 0,1 1 0 0 0,0-1 1 0 0,0 0-1 0 0,12 6 0 0 0,2-1-2 0 0,1 0 0 0 0,0-2 0 0 0,0-1 0 0 0,0 0 0 0 0,1-1 0 0 0,0-1 0 0 0,0-1 0 0 0,1-1 0 0 0,-1-1 0 0 0,42-4 0 0 0,-23-1-31 0 0,0-2 1 0 0,-1-2-1 0 0,1-2 0 0 0,70-27 1 0 0,-99 32 0 0 0,-1 0 1 0 0,0 0-1 0 0,19-14 0 0 0,-26 17 10 0 0,0-1-1 0 0,0 1 1 0 0,1-1-1 0 0,-1 0 1 0 0,-1 0-1 0 0,1 0 1 0 0,0 0-1 0 0,-1-1 0 0 0,0 1 1 0 0,0-1-1 0 0,0 1 1 0 0,0-1-1 0 0,2-7 1 0 0,-3 10 84 0 0,-4-6-26 0 0,3 6-62 0 0,0 1 1 0 0,0-1-1 0 0,0 0 0 0 0,0 1 1 0 0,0-1-1 0 0,0 1 0 0 0,0-1 1 0 0,0 0-1 0 0,0 1 0 0 0,-1-1 1 0 0,1 0-1 0 0,0 1 0 0 0,0-1 1 0 0,-1 1-1 0 0,1-1 0 0 0,0 1 1 0 0,-1-1-1 0 0,1 1 0 0 0,0-1 1 0 0,-1 1-1 0 0,1-1 0 0 0,-1 1 1 0 0,1-1-1 0 0,0 1 0 0 0,-1-1 1 0 0,0 1-1 0 0,1 0 0 0 0,-1-1 1 0 0,1 1-1 0 0,-1 0 0 0 0,1 0 1 0 0,-1-1-1 0 0,1 1 0 0 0,-1 0 1 0 0,0 0-1 0 0,1 0 0 0 0,-1 0 0 0 0,0 0 1 0 0,1 0-1 0 0,-1 0 0 0 0,1 0 1 0 0,-1 0-1 0 0,-1 0 0 0 0,1 1-2 0 0,0-1-1 0 0,0 1 0 0 0,0-1 1 0 0,0 1-1 0 0,0 0 0 0 0,0 0 1 0 0,0 0-1 0 0,0-1 0 0 0,0 1 1 0 0,0 0-1 0 0,0 0 0 0 0,1 0 0 0 0,-1 0 1 0 0,0 1-1 0 0,1-1 0 0 0,-1 0 1 0 0,0 0-1 0 0,1 0 0 0 0,0 0 1 0 0,-1 1-1 0 0,1-1 0 0 0,0 0 0 0 0,-1 0 1 0 0,1 1-1 0 0,0-1 0 0 0,0 0 1 0 0,0 1-1 0 0,0-1 0 0 0,1 2 1 0 0,0 0 1 0 0,0 0 0 0 0,0-1 1 0 0,1 1-1 0 0,-1 0 0 0 0,1 0 1 0 0,0-1-1 0 0,0 1 0 0 0,0-1 1 0 0,0 1-1 0 0,0-1 0 0 0,5 4 1 0 0,2 1 7 0 0,1 0 0 0 0,-1-1 0 0 0,1 0 0 0 0,0-1 0 0 0,1 0 0 0 0,15 6 0 0 0,-15-8 1 0 0,-1-1-1 0 0,1 0 0 0 0,-1-1 0 0 0,21 1 1 0 0,-28-2-12 0 0,-1 0 1 0 0,1 0 0 0 0,0 0 0 0 0,0-1 0 0 0,0 1 0 0 0,-1-1-1 0 0,1 0 1 0 0,0 1 0 0 0,-1-1 0 0 0,1 0 0 0 0,-1-1-1 0 0,1 1 1 0 0,-1 0 0 0 0,1-1 0 0 0,-1 1 0 0 0,0-1-1 0 0,0 0 1 0 0,0 0 0 0 0,0 0 0 0 0,0 0 0 0 0,0 0 0 0 0,0 0-1 0 0,1-3 1 0 0,-2 2-1 0 0,0 1-1 0 0,0-1 0 0 0,0 0 1 0 0,0 1-1 0 0,-1-1 0 0 0,1 0 1 0 0,-1 1-1 0 0,0-1 1 0 0,0 0-1 0 0,0 0 0 0 0,0 1 1 0 0,0-1-1 0 0,0 0 1 0 0,-1 0-1 0 0,1 1 0 0 0,-1-1 1 0 0,0 0-1 0 0,0 1 0 0 0,0-1 1 0 0,0 1-1 0 0,-1-1 1 0 0,1 1-1 0 0,0 0 0 0 0,-1-1 1 0 0,0 1-1 0 0,0 0 0 0 0,1 0 1 0 0,-4-2-1 0 0,-3-8 10 0 0,6 10-26 0 0,0 0 1 0 0,1-1-1 0 0,-1 1 1 0 0,0 0-1 0 0,0 0 1 0 0,0 0-1 0 0,0 0 1 0 0,0 0-1 0 0,-1 0 1 0 0,1 0-1 0 0,-1 1 1 0 0,1-1-1 0 0,-1 1 1 0 0,1 0-1 0 0,-4-1 1 0 0,4 1-237 0 0,-2 2-717 0 0,-10 5 208 0 0,10-4-273 0 0,6 11-3742 0 0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3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44 80 0 0,'-1'-2'196'0'0,"1"0"0"0"0,-1 0 1 0 0,1 0-1 0 0,-1 0 0 0 0,1 0 0 0 0,-1 0 0 0 0,0 0 1 0 0,0 0-1 0 0,0 0 0 0 0,0 0 0 0 0,0 0 0 0 0,-1 1 1 0 0,1-1-1 0 0,0 1 0 0 0,-1-1 0 0 0,1 1 0 0 0,-1-1 1 0 0,0 1-1 0 0,1 0 0 0 0,-1 0 0 0 0,0 0 0 0 0,0 0 1 0 0,0 0-1 0 0,0 0 0 0 0,0 0 0 0 0,0 0 0 0 0,0 1 1 0 0,0-1-1 0 0,0 1 0 0 0,0 0 0 0 0,0-1 0 0 0,0 1 1 0 0,0 0-1 0 0,-4 1 0 0 0,-3-2 174 0 0,1 1 1 0 0,-1 1-1 0 0,0-1 0 0 0,1 2 1 0 0,-1-1-1 0 0,-15 5 1 0 0,24-6-350 0 0,-1 1 0 0 0,0-1 0 0 0,0 0 0 0 0,1 0 0 0 0,-1 0 0 0 0,0 1 0 0 0,1-1 0 0 0,-1 0 0 0 0,1 1 0 0 0,-1-1 0 0 0,0 0 0 0 0,1 1 0 0 0,-1-1 1 0 0,1 1-1 0 0,-1-1 0 0 0,1 1 0 0 0,-1-1 0 0 0,1 1 0 0 0,-1 0 0 0 0,1-1 0 0 0,0 1 0 0 0,-1-1 0 0 0,1 1 0 0 0,0 0 0 0 0,-1 0 0 0 0,1-1 0 0 0,0 1 1 0 0,0 0-1 0 0,0-1 0 0 0,0 1 0 0 0,0 0 0 0 0,0-1 0 0 0,0 1 0 0 0,0 0 0 0 0,0 0 0 0 0,0-1 0 0 0,0 1 0 0 0,0 0 0 0 0,0 0 0 0 0,0-1 0 0 0,1 1 1 0 0,-1 0-1 0 0,0-1 0 0 0,1 1 0 0 0,-1-1 0 0 0,0 1 0 0 0,1 0 0 0 0,-1-1 0 0 0,1 1 0 0 0,-1-1 0 0 0,1 1 0 0 0,-1-1 0 0 0,1 1 0 0 0,-1-1 0 0 0,2 1 0 0 0,30 21 313 0 0,-23-20-305 0 0,0 1 1 0 0,0 1-1 0 0,-1-1 1 0 0,1 2-1 0 0,-1-1 1 0 0,0 1-1 0 0,0 0 0 0 0,0 1 1 0 0,-1-1-1 0 0,0 1 1 0 0,10 12-1 0 0,-13-13-23 0 0,0 1 0 0 0,-1-1 0 0 0,0 1 0 0 0,0 0-1 0 0,0 0 1 0 0,-1 0 0 0 0,0 0 0 0 0,0 1 0 0 0,-1-1-1 0 0,1 1 1 0 0,-1-1 0 0 0,-1 1 0 0 0,1-1 0 0 0,-1 1 0 0 0,0-1-1 0 0,-1 1 1 0 0,-1 9 0 0 0,-1-1 9 0 0,0 0-1 0 0,0 0 1 0 0,-2-1-1 0 0,0 1 1 0 0,0-1-1 0 0,-1 0 1 0 0,-1 0 0 0 0,-1-1-1 0 0,-10 16 1 0 0,12-21 8 0 0,-1 0 0 0 0,0 0 0 0 0,0-1 0 0 0,-1 0-1 0 0,1 0 1 0 0,-1-1 0 0 0,-1 0 0 0 0,1 0 0 0 0,-1-1 0 0 0,0 0 0 0 0,0-1 0 0 0,-1 0 0 0 0,0 0 0 0 0,-15 3 0 0 0,-40 3 649 0 0,62-10-599 0 0,-1 0 0 0 0,0 0 0 0 0,1-1-1 0 0,-1 1 1 0 0,1-1 0 0 0,-1 1 0 0 0,1-1 0 0 0,-1 0 0 0 0,1 0 0 0 0,-1-1-1 0 0,1 1 1 0 0,0-1 0 0 0,0 1 0 0 0,-6-5 0 0 0,8 4-53 0 0,0 1 0 0 0,0-1-1 0 0,0 0 1 0 0,0 0 0 0 0,0 1 0 0 0,0-1 0 0 0,1 0 0 0 0,-1 0 0 0 0,1 0-1 0 0,-1 0 1 0 0,1 0 0 0 0,0 0 0 0 0,-1 0 0 0 0,1 0 0 0 0,0 1-1 0 0,0-1 1 0 0,1 0 0 0 0,-1 0 0 0 0,0 0 0 0 0,1 0 0 0 0,-1 0-1 0 0,1 0 1 0 0,0 0 0 0 0,-1 0 0 0 0,3-3 0 0 0,24-40 171 0 0,-9 25-566 0 0,0 1 0 0 0,33-25 0 0 0,-7 11-7795 0 0,-35 26 5260 0 0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3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8 428 0 0,'-1'-8'8577'0'0,"33"78"-8849"0"0,-30-70 234 0 0,1 1 1 0 0,0-1 0 0 0,-1 0-1 0 0,1 0 1 0 0,-1 0 0 0 0,1 0-1 0 0,0 0 1 0 0,-1-1 0 0 0,1 1-1 0 0,-1-1 1 0 0,3 0 0 0 0,-4 0 59 0 0,-1 1 0 0 0,1 0 1 0 0,-1-1-1 0 0,1 1 0 0 0,-1 0 1 0 0,0-1-1 0 0,1 1 0 0 0,0 0 1 0 0,-1 0-1 0 0,1-1 0 0 0,-1 1 1 0 0,1 0-1 0 0,-1 0 0 0 0,1 0 1 0 0,-1 0-1 0 0,1 0 0 0 0,-1 0 1 0 0,1 0-1 0 0,0 0 0 0 0,-1 0 1 0 0,1 0-1 0 0,-1 0 0 0 0,1 0 1 0 0,-1 0-1 0 0,1 0 0 0 0,-1 1 1 0 0,1-1-1 0 0,0 0 0 0 0,-1 0 1 0 0,1 1-1 0 0,-1-1 0 0 0,0 0 1 0 0,1 1-1 0 0,-1-1 0 0 0,1 0 1 0 0,-1 1-1 0 0,1-1 0 0 0,-1 1 1 0 0,0-1-1 0 0,1 1 1 0 0,-1-1-1 0 0,0 1 0 0 0,0-1 1 0 0,1 1-1 0 0,-1-1 0 0 0,0 1 1 0 0,0-1-1 0 0,0 1 0 0 0,0-1 1 0 0,1 1-1 0 0,-1-1 0 0 0,0 1 1 0 0,0 0-1 0 0,0-1 0 0 0,0 1 1 0 0,-1 2 37 0 0,1 4-69 0 0,0 0 0 0 0,0 0 0 0 0,1 0 0 0 0,3 13 1 0 0,9 10-1556 0 0,1-11-2215 0 0,-3-7 1410 0 0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4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16 700 0 0,'17'-15'6570'0'0,"-16"15"-6484"0"0,-1 0 0 0 0,1 0 0 0 0,-1 0 0 0 0,0 0 1 0 0,1 0-1 0 0,-1 0 0 0 0,1 1 0 0 0,-1-1 1 0 0,0 0-1 0 0,1 0 0 0 0,-1 0 0 0 0,0 1 1 0 0,1-1-1 0 0,-1 0 0 0 0,0 0 0 0 0,1 1 0 0 0,-1-1 1 0 0,0 0-1 0 0,0 0 0 0 0,1 1 0 0 0,-1-1 1 0 0,0 1-1 0 0,0-1 0 0 0,1 0 0 0 0,-1 1 0 0 0,0-1 1 0 0,0 0-1 0 0,0 1 0 0 0,0-1 0 0 0,0 1 1 0 0,0-1-1 0 0,0 0 0 0 0,0 1 0 0 0,0-1 0 0 0,0 1 1 0 0,0-1-1 0 0,0 0 0 0 0,0 1 0 0 0,1 3 190 0 0,-12 42 174 0 0,2-17-2368 0 0,7-23-3314 0 0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4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1 680 0 0,'0'0'5429'0'0,"15"8"-4769"0"0,-21 8-536 0 0,-1 7-900 0 0,2-13-249 0 0,-1-2-1099 0 0,1 4 488 0 0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6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190 153 4 0 0,'24'-21'3158'0'0,"-22"18"-2686"0"0,1-1 1 0 0,0 1-1 0 0,-1-1 0 0 0,0 0 0 0 0,1 1 0 0 0,-2-1 0 0 0,1 0 0 0 0,0-1 0 0 0,1-7 0 0 0,-2 9 5 0 0,-2-39 2299 0 0,-2 38-2707 0 0,0 1 1 0 0,1 0 0 0 0,-1 0-1 0 0,0 0 1 0 0,0 0 0 0 0,-1 1 0 0 0,1-1-1 0 0,-1 1 1 0 0,1 0 0 0 0,-1 0-1 0 0,0 0 1 0 0,1 0 0 0 0,-1 1 0 0 0,0-1-1 0 0,0 1 1 0 0,0 0 0 0 0,-1 0-1 0 0,1 1 1 0 0,0-1 0 0 0,0 1-1 0 0,0 0 1 0 0,0 0 0 0 0,-8 2 0 0 0,1-2-9 0 0,-1 2 1 0 0,1-1-1 0 0,0 2 1 0 0,0 0-1 0 0,0 0 1 0 0,0 1 0 0 0,-19 9-1 0 0,28-12-49 0 0,0 0 1 0 0,0 0-1 0 0,0 0 0 0 0,0 1 0 0 0,0-1 0 0 0,0 1 0 0 0,0-1 1 0 0,0 1-1 0 0,1 0 0 0 0,-1-1 0 0 0,1 1 0 0 0,-1 0 1 0 0,1 0-1 0 0,0 0 0 0 0,0 0 0 0 0,0 0 0 0 0,0 1 0 0 0,0-1 1 0 0,0 0-1 0 0,1 0 0 0 0,-1 1 0 0 0,1-1 0 0 0,-1 0 1 0 0,1 1-1 0 0,0 3 0 0 0,0-5-7 0 0,1 0 0 0 0,-1 0-1 0 0,1 1 1 0 0,0-1 0 0 0,0 0 0 0 0,-1 0 0 0 0,1 0 0 0 0,0 0 0 0 0,0 0-1 0 0,0 0 1 0 0,0 0 0 0 0,0 0 0 0 0,0 0 0 0 0,0 0 0 0 0,0 0 0 0 0,1-1-1 0 0,-1 1 1 0 0,0 0 0 0 0,0-1 0 0 0,1 1 0 0 0,-1-1 0 0 0,0 0 0 0 0,2 1-1 0 0,30 7 47 0 0,-15-6-37 0 0,-1-2 0 0 0,0 0 0 0 0,0-1 0 0 0,0-1 0 0 0,0 0 0 0 0,0-1 0 0 0,0-1 1 0 0,-1-1-1 0 0,1 0 0 0 0,-1-1 0 0 0,17-9 0 0 0,-10 5 19 0 0,-7 6-96 0 0,-11 12-63 0 0,-4-6 127 0 0,0 1-9 0 0,-2 13 28 0 0,1-15-17 0 0,1 1 0 0 0,0 0 0 0 0,1 0 0 0 0,-1-1 0 0 0,0 1 0 0 0,0-1 0 0 0,1 1 0 0 0,-1-1 0 0 0,1 0 0 0 0,-1 1 0 0 0,1-1 0 0 0,-1 0 0 0 0,1 0 0 0 0,0 0 0 0 0,0 0 0 0 0,-1 0 0 0 0,1-1 0 0 0,0 1 0 0 0,0 0 0 0 0,0-1 0 0 0,0 1 0 0 0,0-1 0 0 0,0 0 0 0 0,0 0 0 0 0,0 0 0 0 0,0 0 0 0 0,3 0 1 0 0,70-6-4 0 0,-53 3 5 0 0,22-2 4 0 0,-22 1-17 0 0,1 1-1 0 0,-1 1 1 0 0,0 1 0 0 0,1 2 0 0 0,-1 0 0 0 0,37 6 0 0 0,-58-6 4 0 0,0-1 1 0 0,0 0-1 0 0,0 0 1 0 0,0 1-1 0 0,0-1 0 0 0,-1 1 1 0 0,1-1-1 0 0,0 1 1 0 0,0-1-1 0 0,0 1 1 0 0,0-1-1 0 0,0 1 1 0 0,-1 0-1 0 0,1-1 1 0 0,0 1-1 0 0,-1 0 1 0 0,1 0-1 0 0,0 0 1 0 0,-1-1-1 0 0,1 1 1 0 0,-1 0-1 0 0,1 0 1 0 0,-1 0-1 0 0,0 0 0 0 0,1 0 1 0 0,-1 2-1 0 0,0-1 7 0 0,0 0 0 0 0,0 0 0 0 0,0 1 0 0 0,-1-1 0 0 0,1 0 0 0 0,-1 0 0 0 0,0 1 0 0 0,1-1 0 0 0,-1 0 0 0 0,0 0 0 0 0,-2 4-1 0 0,-6 7-23 0 0,0-1 0 0 0,-1 0-1 0 0,-10 12 1 0 0,8-11-247 0 0,5 4-1521 0 0,8-9-4425 0 0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7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133 165 1012 0 0,'21'-12'4182'0'0,"-13"11"859"0"0,-6 3-4926 0 0,0 1 1 0 0,0-1-1 0 0,0 1 0 0 0,0 0 1 0 0,-1 0-1 0 0,1 0 1 0 0,-1-1-1 0 0,0 1 0 0 0,0 1 1 0 0,0-1-1 0 0,0 0 0 0 0,-1 0 1 0 0,1 0-1 0 0,-1 0 1 0 0,0 1-1 0 0,0-1 0 0 0,0 0 1 0 0,0 5-1 0 0,-11 73 932 0 0,5-47-590 0 0,5-22-296 0 0,-2 1 0 0 0,1 0 0 0 0,-1 0 0 0 0,-1-1 0 0 0,0 0 0 0 0,-7 14 0 0 0,10-25-150 0 0,0-1-1 0 0,0 1 0 0 0,0-1 1 0 0,0 1-1 0 0,1-1 1 0 0,-1 0-1 0 0,0 1 1 0 0,0-1-1 0 0,0 0 1 0 0,0 0-1 0 0,0 0 1 0 0,0 0-1 0 0,0 0 1 0 0,0 0-1 0 0,1 0 0 0 0,-1 0 1 0 0,0 0-1 0 0,0 0 1 0 0,0 0-1 0 0,0 0 1 0 0,0-1-1 0 0,0 1 1 0 0,0 0-1 0 0,1-1 1 0 0,-1 1-1 0 0,0-1 1 0 0,0 1-1 0 0,0-1 1 0 0,1 1-1 0 0,-1-1 0 0 0,0 0 1 0 0,1 1-1 0 0,-1-1 1 0 0,0 0-1 0 0,0 0 1 0 0,0 0 20 0 0,-8-9-8 0 0,-1 0-1 0 0,1-1 1 0 0,1 0-1 0 0,0-1 0 0 0,0 0 1 0 0,1 0-1 0 0,1-1 1 0 0,0 1-1 0 0,-5-17 1 0 0,11 29-23 0 0,-4-10 6 0 0,0 0-1 0 0,1 0 0 0 0,0-1 0 0 0,0 1 1 0 0,1-1-1 0 0,1 0 0 0 0,0 0 0 0 0,0 1 1 0 0,1-1-1 0 0,1 0 0 0 0,-1 0 0 0 0,2 1 1 0 0,0-1-1 0 0,4-15 0 0 0,-4 20-6 0 0,1-1-1 0 0,0 1 1 0 0,0-1-1 0 0,1 1 1 0 0,0 0-1 0 0,0 0 1 0 0,0 1-1 0 0,1-1 1 0 0,0 1-1 0 0,0 0 0 0 0,0 0 1 0 0,1 1-1 0 0,-1-1 1 0 0,1 1-1 0 0,0 0 1 0 0,0 1-1 0 0,1-1 1 0 0,-1 1-1 0 0,1 1 1 0 0,-1-1-1 0 0,1 1 1 0 0,12-2-1 0 0,0 1-6 0 0,1 0 0 0 0,0 1 0 0 0,-1 1 0 0 0,1 1 0 0 0,0 1 0 0 0,0 1 0 0 0,-1 0 0 0 0,1 2 0 0 0,31 9 0 0 0,-40-10 3 0 0,0 1 1 0 0,-1 0-1 0 0,1 1 0 0 0,-1 0 1 0 0,0 1-1 0 0,0 0 1 0 0,-1 0-1 0 0,0 1 0 0 0,0 0 1 0 0,0 1-1 0 0,-1 0 0 0 0,0 0 1 0 0,-1 1-1 0 0,0 0 0 0 0,0 0 1 0 0,-1 1-1 0 0,0-1 0 0 0,6 16 1 0 0,-6-10 6 0 0,-2 0 1 0 0,0 0-1 0 0,0 1 1 0 0,-2-1 0 0 0,0 1-1 0 0,0 0 1 0 0,-2 0-1 0 0,0-1 1 0 0,-1 1-1 0 0,0 0 1 0 0,-1 0-1 0 0,-7 26 1 0 0,6-34 1 0 0,1 1 1 0 0,-2-1-1 0 0,1 0 0 0 0,-1 0 1 0 0,0 0-1 0 0,0-1 0 0 0,-1 1 0 0 0,0-1 1 0 0,-1 0-1 0 0,1-1 0 0 0,-1 1 1 0 0,0-1-1 0 0,-1 0 0 0 0,0-1 0 0 0,0 1 1 0 0,0-1-1 0 0,0-1 0 0 0,-1 1 1 0 0,0-1-1 0 0,0-1 0 0 0,0 1 1 0 0,0-1-1 0 0,-1-1 0 0 0,-13 3 0 0 0,3-2 19 0 0,0-1 0 0 0,-1-1 0 0 0,1-1-1 0 0,-31-3 1 0 0,40 2-73 0 0,0-1 0 0 0,1 0 0 0 0,-1 0 0 0 0,0-1 0 0 0,1 0 0 0 0,-1-1 0 0 0,1 0 0 0 0,0 0 0 0 0,0-1 0 0 0,-13-9 0 0 0,21 13-64 0 0,0 0 0 0 0,-1 1 0 0 0,1-1 0 0 0,0 0 0 0 0,0 0 0 0 0,0 0-1 0 0,0 0 1 0 0,1 0 0 0 0,-1 0 0 0 0,0-1 0 0 0,0 1 0 0 0,1 0-1 0 0,-1 0 1 0 0,0-1 0 0 0,1 1 0 0 0,0 0 0 0 0,-1 0 0 0 0,1-1 0 0 0,0 1-1 0 0,-1-1 1 0 0,1 1 0 0 0,0 0 0 0 0,0-1 0 0 0,0 1 0 0 0,0 0 0 0 0,0-1-1 0 0,1 1 1 0 0,-1-1 0 0 0,1-2 0 0 0,1 1-535 0 0,0 0 0 0 0,0-1-1 0 0,1 1 1 0 0,-1 0 0 0 0,1 0 0 0 0,0 0 0 0 0,0 1 0 0 0,0-1-1 0 0,3-2 1 0 0,9-5-2366 0 0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7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35 920 0 0,'-3'0'5048'0'0,"-14"6"-3156"0"0,-20 13-1541 0 0,30-12-206 0 0,-1 0-1 0 0,2 0 0 0 0,-1 1 0 0 0,1 0 1 0 0,0 0-1 0 0,0 0 0 0 0,1 1 0 0 0,0 0 1 0 0,1 0-1 0 0,0 1 0 0 0,0-1 0 0 0,1 1 0 0 0,1 0 1 0 0,-1-1-1 0 0,-1 17 0 0 0,4-20-109 0 0,0-1 0 0 0,0 1-1 0 0,0-1 1 0 0,1 1 0 0 0,-1-1-1 0 0,1 1 1 0 0,1-1 0 0 0,-1 1-1 0 0,1-1 1 0 0,0 0 0 0 0,0 0 0 0 0,0 0-1 0 0,1 0 1 0 0,0 0 0 0 0,0 0-1 0 0,0-1 1 0 0,0 1 0 0 0,1-1 0 0 0,0 0-1 0 0,0 0 1 0 0,0 0 0 0 0,0-1-1 0 0,1 0 1 0 0,-1 1 0 0 0,1-1 0 0 0,0-1-1 0 0,0 1 1 0 0,0-1 0 0 0,0 0-1 0 0,6 2 1 0 0,-6-2-2 0 0,1 0-1 0 0,0-1 1 0 0,1 0-1 0 0,-1 0 1 0 0,0 0-1 0 0,0-1 1 0 0,0 1-1 0 0,0-2 1 0 0,1 1-1 0 0,-1-1 1 0 0,0 1-1 0 0,0-2 1 0 0,0 1-1 0 0,0-1 1 0 0,0 0-1 0 0,0 0 1 0 0,-1 0-1 0 0,1-1 1 0 0,-1 0-1 0 0,1 0 1 0 0,-1-1 0 0 0,0 1-1 0 0,0-1 1 0 0,-1 0-1 0 0,1 0 1 0 0,-1-1-1 0 0,0 0 1 0 0,0 1-1 0 0,0-1 1 0 0,5-10-1 0 0,-3 6 32 0 0,-1 0-1 0 0,-1-1 0 0 0,1 0 1 0 0,-1 0-1 0 0,-1 0 1 0 0,0 0-1 0 0,0 0 0 0 0,-1-1 1 0 0,0 1-1 0 0,-1-1 1 0 0,-1 0-1 0 0,1 1 1 0 0,-1-1-1 0 0,-1 0 0 0 0,0 1 1 0 0,-1-1-1 0 0,-3-12 1 0 0,2 14 69 0 0,0 0 1 0 0,-1 1 0 0 0,0-1 0 0 0,-6-10-1 0 0,8 16-113 0 0,1 1-1 0 0,-1 0 0 0 0,0-1 0 0 0,0 1 0 0 0,0 0 0 0 0,-1 0 1 0 0,1 0-1 0 0,0 0 0 0 0,-1 0 0 0 0,0 1 0 0 0,1-1 0 0 0,-1 1 1 0 0,0-1-1 0 0,1 1 0 0 0,-7-1 0 0 0,7 1-141 0 0,-2 2-88 0 0,0-1 39 0 0,0 1 1 0 0,1 0-1 0 0,-1 0 0 0 0,1 0 0 0 0,-1 1 1 0 0,1-1-1 0 0,0 1 0 0 0,-6 3 1 0 0,8-4-378 0 0,-1 1 0 0 0,0-1 0 0 0,1 1 1 0 0,0-1-1 0 0,-1 1 0 0 0,1 0 0 0 0,0 0 1 0 0,0-1-1 0 0,0 1 0 0 0,0 0 0 0 0,0 0 1 0 0,1 0-1 0 0,-2 3 0 0 0,0 5-2367 0 0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8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53 312 0 0,'0'-18'4392'0'0,"-6"-4"-2492"0"0,6 20-1387 0 0,-13-8 749 0 0,5 10-1142 0 0,1 0 1 0 0,-1 1-1 0 0,1 0 1 0 0,0 0 0 0 0,0 1-1 0 0,-1 0 1 0 0,1 0-1 0 0,0 1 1 0 0,1 0-1 0 0,-1 0 1 0 0,0 0 0 0 0,1 1-1 0 0,0 0 1 0 0,0 1-1 0 0,0-1 1 0 0,0 1-1 0 0,1 0 1 0 0,-8 9-1 0 0,1-1-10 0 0,0 1-1 0 0,1 0 1 0 0,1 1-1 0 0,0 1 1 0 0,1-1-1 0 0,-12 28 1 0 0,19-40-91 0 0,1 1 0 0 0,-1 0 0 0 0,1-1 0 0 0,0 1 0 0 0,0 0 0 0 0,1 0 0 0 0,-1 0 0 0 0,1 0 0 0 0,-1 0 1 0 0,1 0-1 0 0,0 0 0 0 0,1 0 0 0 0,-1-1 0 0 0,1 1 0 0 0,0 0 0 0 0,0 0 0 0 0,0 0 0 0 0,0-1 0 0 0,1 1 0 0 0,2 4 0 0 0,-1-4-4 0 0,0 0 0 0 0,0-1-1 0 0,1 1 1 0 0,-1-1-1 0 0,1 0 1 0 0,0 0 0 0 0,0 0-1 0 0,0-1 1 0 0,0 1-1 0 0,0-1 1 0 0,1 0-1 0 0,-1 0 1 0 0,1-1 0 0 0,-1 1-1 0 0,1-1 1 0 0,5 1-1 0 0,72 6 90 0 0,-61-7-96 0 0,-1 1 1 0 0,25 6 0 0 0,-44-8-2 0 0,1 1 0 0 0,-1-1-1 0 0,0 1 1 0 0,0 0 0 0 0,0-1 0 0 0,0 1 0 0 0,-1 0 0 0 0,1 0 0 0 0,0 0 0 0 0,0 0-1 0 0,0 0 1 0 0,-1 0 0 0 0,1 0 0 0 0,0 0 0 0 0,-1 0 0 0 0,1 0 0 0 0,-1 0 0 0 0,1 0-1 0 0,-1 0 1 0 0,0 0 0 0 0,1 0 0 0 0,-1 1 0 0 0,0-1 0 0 0,0 0 0 0 0,0 0 0 0 0,0 2-1 0 0,-1 30 303 0 0,-3-14-196 0 0,-1 0 0 0 0,-1-1 0 0 0,0 0 0 0 0,-1 0 0 0 0,-1 0 0 0 0,-1-1-1 0 0,-20 29 1 0 0,3-18-590 0 0,12-17-3418 0 0,9-6 603 0 0,-2 1-55 0 0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08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44 0 0,'0'0'392'0'0,"3"-11"-468"0"0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5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228 472 6913 0 0,'-3'-2'2'0'0,"0"1"0"0"0,0-1 0 0 0,0-1 0 0 0,1 1 0 0 0,-1 0 0 0 0,1-1 0 0 0,-1 1 0 0 0,1-1 0 0 0,0 0 0 0 0,0 0 0 0 0,0 0 0 0 0,0 0 0 0 0,1 0 0 0 0,-3-6 0 0 0,-15-25 65 0 0,18 32-48 0 0,1 9-31 0 0,-2 62 112 0 0,-11 209 630 0 0,8-107-478 0 0,5-111-73 0 0,-2-1 1 0 0,-20 117-1 0 0,22-175-166 0 0,-11 36 111 0 0,11-35-73 0 0,0-1 0 0 0,-1 1 1 0 0,1-1-1 0 0,-1 1 0 0 0,1-1 0 0 0,-1 1 0 0 0,0-1 0 0 0,1 1 0 0 0,-1-1 1 0 0,0 0-1 0 0,0 0 0 0 0,0 1 0 0 0,0-1 0 0 0,0 0 0 0 0,0 0 0 0 0,-1 0 1 0 0,1 0-1 0 0,0 0 0 0 0,0 0 0 0 0,-2 0 0 0 0,-1-5 43 0 0,-3-9-47 0 0,-1 0 0 0 0,2 0 0 0 0,0-1-1 0 0,1 0 1 0 0,0 0 0 0 0,1 0 0 0 0,-3-20 0 0 0,-11-115 71 0 0,13 94-83 0 0,-16-255 12 0 0,21 270-53 0 0,1-1 0 0 0,3 0 0 0 0,1 0-1 0 0,2 1 1 0 0,19-61 0 0 0,-19 82 0 0 0,0-1 0 0 0,1 1 0 0 0,1 1 0 0 0,1 0 0 0 0,1 0 0 0 0,0 1 0 0 0,1 0 0 0 0,1 1 0 0 0,1 0 0 0 0,0 1 0 0 0,1 1 0 0 0,0 0 0 0 0,2 1 0 0 0,-1 1 0 0 0,1 0 0 0 0,1 1 0 0 0,0 1 0 0 0,1 1 0 0 0,-1 1 0 0 0,2 0 0 0 0,-1 1 0 0 0,23-4 0 0 0,-37 10 4 0 0,0 0 0 0 0,-1 0 0 0 0,1 1-1 0 0,0-1 1 0 0,0 1 0 0 0,0 0 0 0 0,0 0 0 0 0,0 1 0 0 0,0 0 0 0 0,-1-1 0 0 0,1 2 0 0 0,0-1 0 0 0,0 0 0 0 0,-1 1 0 0 0,1 0 0 0 0,-1 0 0 0 0,0 1 0 0 0,1-1 0 0 0,-1 1 0 0 0,0 0 0 0 0,0 0 0 0 0,-1 0 0 0 0,1 0 0 0 0,-1 1 0 0 0,5 5 0 0 0,-3-2 1 0 0,-1 1 0 0 0,0-1 0 0 0,-1 1 0 0 0,0 0 1 0 0,0 0-1 0 0,0 0 0 0 0,-1 0 0 0 0,0 0 0 0 0,-1 1 0 0 0,0-1 1 0 0,0 1-1 0 0,-1-1 0 0 0,0 1 0 0 0,-1 8 0 0 0,-2 7 1 0 0,-1 0 0 0 0,-1-1 0 0 0,-1 0 0 0 0,-1 0 0 0 0,-2 0 0 0 0,0-1 0 0 0,-1 0-1 0 0,-1 0 1 0 0,-1-1 0 0 0,0-1 0 0 0,-18 21 0 0 0,18-26 10 0 0,0 0 0 0 0,-1-1 0 0 0,-1-1 0 0 0,0 0 0 0 0,-1 0 0 0 0,0-2 0 0 0,-1 0 0 0 0,0-1 0 0 0,-1 0 0 0 0,0-1 0 0 0,0-1 0 0 0,-1-1 0 0 0,0 0 0 0 0,-26 5 0 0 0,41-12-9 0 0,-12 4 8 0 0,22 0-6 0 0,2-1-3 0 0,48 22 9 0 0,-1 3 0 0 0,57 38 0 0 0,-63-36 10 0 0,1-1-1 0 0,88 35 1 0 0,-121-58-17 0 0,0 0 1 0 0,0-2-1 0 0,0 0 1 0 0,1-1 0 0 0,-1 0-1 0 0,1-2 1 0 0,-1 0-1 0 0,1-1 1 0 0,0-1-1 0 0,-1-1 1 0 0,1-1-1 0 0,24-6 1 0 0,-32 6 0 0 0,-1-1 0 0 0,0 0 1 0 0,0-1-1 0 0,0 0 1 0 0,-1 0-1 0 0,1-1 1 0 0,-1 0-1 0 0,-1-1 0 0 0,1 0 1 0 0,-1 0-1 0 0,0-1 1 0 0,-1 0-1 0 0,0 0 1 0 0,0-1-1 0 0,-1 0 0 0 0,0 0 1 0 0,0 0-1 0 0,-1-1 1 0 0,5-13-1 0 0,-7 15-1 0 0,0 0 0 0 0,-1 0-1 0 0,0 0 1 0 0,0 0 0 0 0,-1-1-1 0 0,0 1 1 0 0,-1-1 0 0 0,0 1-1 0 0,0 0 1 0 0,-1-1 0 0 0,0 1-1 0 0,0-1 1 0 0,-1 1 0 0 0,0 0-1 0 0,0 0 1 0 0,-1 0 0 0 0,0 0-1 0 0,-1 0 1 0 0,1 1 0 0 0,-2-1-1 0 0,1 1 1 0 0,-1 0 0 0 0,0 0-1 0 0,0 1 1 0 0,-7-7 0 0 0,11 11 2 0 0,0 1 1 0 0,0-1 0 0 0,0 1-1 0 0,0 0 1 0 0,0 0 0 0 0,-1 0-1 0 0,1 0 1 0 0,0 0 0 0 0,0 0-1 0 0,-1 0 1 0 0,1 0 0 0 0,-1 0 0 0 0,1 0-1 0 0,-1 1 1 0 0,1-1 0 0 0,-1 1-1 0 0,1-1 1 0 0,-1 1 0 0 0,1-1-1 0 0,-1 1 1 0 0,0 0 0 0 0,1 0-1 0 0,-1 0 1 0 0,0 0 0 0 0,1 0-1 0 0,-1 0 1 0 0,1 0 0 0 0,-1 1-1 0 0,0-1 1 0 0,1 1 0 0 0,-1-1-1 0 0,1 1 1 0 0,-1-1 0 0 0,1 1 0 0 0,-1 0-1 0 0,1 0 1 0 0,0 0 0 0 0,-1 0-1 0 0,1 0 1 0 0,0 0 0 0 0,-2 2-1 0 0,0 1 2 0 0,0 0 0 0 0,1 0 0 0 0,0 0 0 0 0,0 0 0 0 0,0 1 0 0 0,0-1 0 0 0,1 1 0 0 0,0-1 0 0 0,-1 1 0 0 0,2-1 0 0 0,-1 1 0 0 0,1 0 0 0 0,-1 6 0 0 0,3 4 3 0 0,0 0 1 0 0,1 0 0 0 0,0 0-1 0 0,2-1 1 0 0,-1 1 0 0 0,2-1-1 0 0,0 0 1 0 0,0 0 0 0 0,2-1-1 0 0,-1 0 1 0 0,2 0 0 0 0,0-1-1 0 0,20 23 1 0 0,-20-26-7 0 0,-1 0-1 0 0,1-1 1 0 0,1 1-1 0 0,0-2 1 0 0,0 1-1 0 0,0-2 1 0 0,1 1 0 0 0,0-1-1 0 0,0-1 1 0 0,0 0-1 0 0,1 0 1 0 0,0-1-1 0 0,0-1 1 0 0,0 0-1 0 0,0-1 1 0 0,1 0-1 0 0,19 0 1 0 0,-27-2-12 0 0,0 0 0 0 0,0-1 1 0 0,1 0-1 0 0,-2 0 0 0 0,1 0 0 0 0,0-1 0 0 0,0 0 1 0 0,0 0-1 0 0,-1 0 0 0 0,1 0 0 0 0,-1-1 0 0 0,1 0 0 0 0,-1 0 1 0 0,0 0-1 0 0,0 0 0 0 0,6-7 0 0 0,-4 3-2 0 0,-1-1-1 0 0,0 1 1 0 0,-1-1 0 0 0,0 1-1 0 0,0-1 1 0 0,-1 0-1 0 0,1-1 1 0 0,-2 1-1 0 0,3-10 1 0 0,-1-7-6 0 0,0 0 0 0 0,-2-1 0 0 0,-1 1 0 0 0,-1 0 0 0 0,-6-47 0 0 0,-1 20 238 0 0,-2 0 1 0 0,-2 1-1 0 0,-26-72 0 0 0,36 121-13 0 0,3 8-155 0 0,10 54 301 0 0,7 110 1 0 0,-14-105-205 0 0,21 271 502 0 0,41 306 227 0 0,-58-604-808 0 0,-6-24 40 0 0,0 0-1 0 0,0 0 1 0 0,0 17-1 0 0,-2-170-52 0 0,-8-259-195 0 0,3 338 101 0 0,3-1 1 0 0,3 0-1 0 0,2 0 0 0 0,13-66 0 0 0,-14 115 28 0 0,0 0 0 0 0,1 1 0 0 0,1 0 0 0 0,0 0 0 0 0,0 0 0 0 0,1 0 0 0 0,1 1-1 0 0,0 0 1 0 0,0 1 0 0 0,1-1 0 0 0,0 1 0 0 0,0 1 0 0 0,15-12 0 0 0,-18 16 6 0 0,0 0-1 0 0,0 0 1 0 0,1 1-1 0 0,-1 0 1 0 0,1 0-1 0 0,-1 1 1 0 0,1-1-1 0 0,0 1 1 0 0,0 0-1 0 0,0 1 1 0 0,0-1-1 0 0,0 1 1 0 0,1 1 0 0 0,-1-1-1 0 0,0 1 1 0 0,0 0-1 0 0,1 0 1 0 0,-1 1-1 0 0,0 0 1 0 0,0 0-1 0 0,0 0 1 0 0,0 1-1 0 0,0 0 1 0 0,0 0-1 0 0,0 1 1 0 0,0-1-1 0 0,6 5 1 0 0,-9-5 0 0 0,1 0 1 0 0,-1 0-1 0 0,0 1 0 0 0,0-1 0 0 0,0 1 1 0 0,0 0-1 0 0,0-1 0 0 0,-1 1 1 0 0,1 0-1 0 0,-1 1 0 0 0,0-1 1 0 0,0 0-1 0 0,0 1 0 0 0,0-1 0 0 0,-1 1 1 0 0,1 0-1 0 0,-1-1 0 0 0,0 1 1 0 0,0 0-1 0 0,0 0 0 0 0,-1 0 0 0 0,0 0 1 0 0,1 0-1 0 0,-1-1 0 0 0,0 1 1 0 0,-1 0-1 0 0,1 0 0 0 0,-1 0 1 0 0,1 0-1 0 0,-1 0 0 0 0,-1-1 0 0 0,1 1 1 0 0,-2 4-1 0 0,-2 2-1 0 0,0 0 0 0 0,-1 0 0 0 0,0 0 1 0 0,-1-1-1 0 0,0 0 0 0 0,0 0 0 0 0,-1-1 0 0 0,0 0 0 0 0,0 0 0 0 0,-13 8 1 0 0,4-4-76 0 0,-1-2 1 0 0,-1 0 0 0 0,1-1-1 0 0,-1-1 1 0 0,-1 0 0 0 0,1-2-1 0 0,-1 0 1 0 0,-1-2 0 0 0,1 0-1 0 0,-1-1 1 0 0,1-1 0 0 0,-1-1-1 0 0,0 0 1 0 0,-27-4 0 0 0,14-7-1321 0 0,33 9 1197 0 0,0 1 0 0 0,0 0 0 0 0,0-1 0 0 0,1 1-1 0 0,-1-1 1 0 0,0 1 0 0 0,0-1 0 0 0,0 1 0 0 0,0-1 0 0 0,1 0-1 0 0,-1 1 1 0 0,0-1 0 0 0,0 0 0 0 0,1 0 0 0 0,-1 0-1 0 0,1 0 1 0 0,-1 1 0 0 0,1-1 0 0 0,-1 0 0 0 0,1 0-1 0 0,-1 0 1 0 0,1 0 0 0 0,0 0 0 0 0,0 0 0 0 0,-1 0-1 0 0,1 0 1 0 0,0 0 0 0 0,0 0 0 0 0,0 0 0 0 0,0 0 0 0 0,0 0-1 0 0,0 0 1 0 0,1 0 0 0 0,-1-1 0 0 0,6-16-2437 0 0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5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0 408 0 0,'4'2'160'0'0,"0"0"0"0"0,-1 0-1 0 0,1 0 1 0 0,-1 0 0 0 0,1 1 0 0 0,-1-1 0 0 0,0 1-1 0 0,0 0 1 0 0,0 0 0 0 0,-1 0 0 0 0,1 0 0 0 0,-1 0-1 0 0,0 1 1 0 0,1-1 0 0 0,1 6 0 0 0,-1-1 12 0 0,0 0 0 0 0,0 0-1 0 0,-1 0 1 0 0,0 1 0 0 0,-1-1 0 0 0,0 1 0 0 0,1 9 0 0 0,-2-4 0 0 0,0 0 1 0 0,-1 0-1 0 0,-1 0 1 0 0,0 0-1 0 0,-1-1 1 0 0,0 1-1 0 0,-1-1 1 0 0,-1 0-1 0 0,-6 14 1 0 0,10-26-123 0 0,1 1 1 0 0,0-1-1 0 0,-1 0 1 0 0,0 0 0 0 0,1 0-1 0 0,-1 0 1 0 0,1 0-1 0 0,-1 0 1 0 0,0 0 0 0 0,0 0-1 0 0,0 0 1 0 0,0 0 0 0 0,1-1-1 0 0,-1 1 1 0 0,0 0-1 0 0,0 0 1 0 0,-1-1 0 0 0,1 1-1 0 0,-1 0 1 0 0,1-1-24 0 0,0-1 1 0 0,1 1 0 0 0,-1 0-1 0 0,1-1 1 0 0,-1 1-1 0 0,1 0 1 0 0,-1-1 0 0 0,1 1-1 0 0,0-1 1 0 0,-1 1-1 0 0,1-1 1 0 0,-1 1-1 0 0,1-1 1 0 0,0 0 0 0 0,-1 1-1 0 0,1-1 1 0 0,0 1-1 0 0,0-1 1 0 0,0 0 0 0 0,-1 1-1 0 0,1-1 1 0 0,0 1-1 0 0,0-1 1 0 0,0-1-1 0 0,-1-45 427 0 0,3 36-473 0 0,1-6 150 0 0,1-1 1 0 0,1 0 0 0 0,9-22 0 0 0,-12 35-343 0 0,1-1-1 0 0,0 1 0 0 0,0 0 1 0 0,1-1-1 0 0,0 2 0 0 0,0-1 0 0 0,0 0 1 0 0,0 1-1 0 0,1 0 0 0 0,0 0 1 0 0,0 0-1 0 0,0 1 0 0 0,7-5 1 0 0,-4 3-1974 0 0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6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11 467 280 0 0,'49'-43'3411'0'0,"-46"40"-3163"0"0,0 0-1 0 0,0 0 1 0 0,-1 0 0 0 0,1 0 0 0 0,-1-1 0 0 0,1 1 0 0 0,-1-1 0 0 0,-1 1 0 0 0,1-1 0 0 0,0 0 0 0 0,-1 0 0 0 0,0 0-1 0 0,2-7 1 0 0,-3 10-229 0 0,0 1 0 0 0,0-1 0 0 0,0 1 0 0 0,0-1 0 0 0,0 0 0 0 0,0 1 0 0 0,0-1 0 0 0,-1 1 0 0 0,1-1 0 0 0,0 0 0 0 0,0 1 0 0 0,-1-1 0 0 0,1 1 0 0 0,0-1 0 0 0,0 1 0 0 0,-1-1 0 0 0,1 1 0 0 0,-1-1 0 0 0,1 1 0 0 0,0 0 0 0 0,-1-1 0 0 0,1 1 0 0 0,-1-1 0 0 0,1 1 0 0 0,-1 0 0 0 0,1-1 0 0 0,-1 1 0 0 0,0 0 0 0 0,1 0 0 0 0,-1-1 0 0 0,1 1 0 0 0,-1 0-1 0 0,1 0 1 0 0,-1 0 0 0 0,0 0 0 0 0,1 0 0 0 0,-1 0 0 0 0,0 0 0 0 0,1 0 0 0 0,-1 0 0 0 0,1 0 0 0 0,-1 0 0 0 0,0 0 0 0 0,1 0 0 0 0,-1 1 0 0 0,1-1 0 0 0,-1 0 0 0 0,1 0 0 0 0,-1 1 0 0 0,1-1 0 0 0,-1 0 0 0 0,1 1 0 0 0,-1-1 0 0 0,0 1 0 0 0,-30 21 367 0 0,26-17-324 0 0,1 0 0 0 0,1 1-1 0 0,-1-1 1 0 0,1 1 0 0 0,0 0-1 0 0,0 0 1 0 0,1 0-1 0 0,0 0 1 0 0,0 0 0 0 0,-2 9-1 0 0,4-13-49 0 0,0 0-1 0 0,0 0 0 0 0,0 0 1 0 0,0 0-1 0 0,0 0 0 0 0,0 0 1 0 0,0 0-1 0 0,1 0 1 0 0,-1 0-1 0 0,1 0 0 0 0,-1 0 1 0 0,1-1-1 0 0,0 1 0 0 0,0 0 1 0 0,0 0-1 0 0,0-1 1 0 0,0 1-1 0 0,0 0 0 0 0,0-1 1 0 0,0 1-1 0 0,1-1 0 0 0,-1 1 1 0 0,1-1-1 0 0,-1 0 1 0 0,1 0-1 0 0,-1 0 0 0 0,1 0 1 0 0,0 0-1 0 0,0 0 0 0 0,-1 0 1 0 0,1 0-1 0 0,0-1 1 0 0,0 1-1 0 0,0-1 0 0 0,0 1 1 0 0,0-1-1 0 0,0 0 0 0 0,0 1 1 0 0,3-1-1 0 0,5 0 8 0 0,0 1 0 0 0,0-2 0 0 0,-1 1 0 0 0,1-1 0 0 0,0-1 0 0 0,0 1 0 0 0,17-7 0 0 0,68-31 34 0 0,-68 27-58 0 0,54-18 1 0 0,-65 25 1 0 0,5-1 0 0 0,1 1-1 0 0,40-4 1 0 0,-58 9 1 0 0,0-1 1 0 0,0 1-1 0 0,0 0 0 0 0,0 0 1 0 0,0 0-1 0 0,0 1 0 0 0,0-1 1 0 0,0 1-1 0 0,0 0 0 0 0,0 0 1 0 0,0 0-1 0 0,-1 1 0 0 0,1-1 1 0 0,0 1-1 0 0,-1 0 1 0 0,1 0-1 0 0,-1 0 0 0 0,0 1 1 0 0,0-1-1 0 0,0 1 0 0 0,0 0 1 0 0,4 5-1 0 0,-5-5 0 0 0,-1 0 1 0 0,0 0-1 0 0,-1 0 0 0 0,1 0 0 0 0,0 0 1 0 0,-1 0-1 0 0,0 0 0 0 0,0 0 1 0 0,0 0-1 0 0,0 0 0 0 0,0 0 1 0 0,0 0-1 0 0,-1 0 0 0 0,1 0 0 0 0,-1 0 1 0 0,0 0-1 0 0,0 0 0 0 0,0 0 1 0 0,-1-1-1 0 0,1 1 0 0 0,-1 0 1 0 0,1-1-1 0 0,-1 1 0 0 0,0-1 1 0 0,0 1-1 0 0,0-1 0 0 0,-4 4 0 0 0,-3 3 5 0 0,0 1 0 0 0,-1-1 0 0 0,0-1-1 0 0,-22 14 1 0 0,30-21-8 0 0,17-3-216 0 0,1 0 0 0 0,-1-2 1 0 0,0 0-1 0 0,20-8 1 0 0,78-31-1009 0 0,-98 37 1094 0 0,-1 0 20 0 0,0 0 0 0 0,-1-1 0 0 0,1-1 0 0 0,-1 0-1 0 0,-1 0 1 0 0,1-1 0 0 0,-2-1 0 0 0,1 0-1 0 0,16-19 1 0 0,-27 28 130 0 0,0 0-1 0 0,0-1 1 0 0,0 1-1 0 0,-1 0 0 0 0,1 0 1 0 0,0 0-1 0 0,-1 0 1 0 0,1-1-1 0 0,-1 1 1 0 0,1 0-1 0 0,-1-1 1 0 0,0 1-1 0 0,0 0 0 0 0,1-1 1 0 0,-1 1-1 0 0,0 0 1 0 0,0-1-1 0 0,0 1 1 0 0,-1-3-1 0 0,1 4 13 0 0,-1-1 0 0 0,1 0 0 0 0,-1 0-1 0 0,1 1 1 0 0,-1-1 0 0 0,0 0 0 0 0,1 1 0 0 0,-1-1 0 0 0,0 1-1 0 0,1-1 1 0 0,-1 1 0 0 0,0-1 0 0 0,0 1 0 0 0,0 0-1 0 0,1-1 1 0 0,-1 1 0 0 0,0 0 0 0 0,0 0 0 0 0,0-1 0 0 0,0 1-1 0 0,1 0 1 0 0,-2 0 0 0 0,-3 0 76 0 0,0 0 1 0 0,0 0-1 0 0,0 0 0 0 0,0 1 1 0 0,0 0-1 0 0,0 0 0 0 0,0 0 0 0 0,1 1 1 0 0,-8 2-1 0 0,9-2-69 0 0,0-1 0 0 0,-1 1 1 0 0,1 0-1 0 0,0 0 0 0 0,0 1 0 0 0,0-1 0 0 0,0 1 1 0 0,1-1-1 0 0,-1 1 0 0 0,1 0 0 0 0,-1 0 0 0 0,1 0 1 0 0,0 0-1 0 0,0 0 0 0 0,0 0 0 0 0,1 1 0 0 0,-1-1 1 0 0,1 1-1 0 0,0-1 0 0 0,0 1 0 0 0,0 0 0 0 0,0-1 1 0 0,1 1-1 0 0,-1 0 0 0 0,1-1 0 0 0,0 1 0 0 0,0 0 1 0 0,1 0-1 0 0,-1-1 0 0 0,1 1 0 0 0,-1 0 0 0 0,1-1 1 0 0,0 1-1 0 0,1 0 0 0 0,-1-1 0 0 0,1 0 0 0 0,-1 1 1 0 0,1-1-1 0 0,0 0 0 0 0,0 0 0 0 0,0 0 0 0 0,1 0 1 0 0,-1 0-1 0 0,1 0 0 0 0,0-1 0 0 0,0 1 0 0 0,0-1 1 0 0,0 0-1 0 0,0 0 0 0 0,0 0 0 0 0,0 0 0 0 0,1 0 1 0 0,-1-1-1 0 0,7 2 0 0 0,0 0-26 0 0,1-1 0 0 0,0-1 1 0 0,0 0-1 0 0,0 0 0 0 0,0-1 0 0 0,0 0 0 0 0,-1-1 1 0 0,1 0-1 0 0,0-1 0 0 0,0 0 0 0 0,-1-1 0 0 0,1 0 1 0 0,-1-1-1 0 0,0 0 0 0 0,19-10 0 0 0,-13 4 4 0 0,0-1 0 0 0,0-1 0 0 0,-1 0 0 0 0,-1-1 0 0 0,0 0 0 0 0,0-1 0 0 0,-1-1 0 0 0,11-18 0 0 0,-18 21 7 0 0,-6 11-15 0 0,0-1-1 0 0,1 1 1 0 0,-1-1 0 0 0,1 0-1 0 0,0 1 1 0 0,-1-1 0 0 0,1 1 0 0 0,0-1-1 0 0,0 1 1 0 0,0 0 0 0 0,0-1 0 0 0,0 1-1 0 0,0 0 1 0 0,0 0 0 0 0,1-1 0 0 0,1 0-1 0 0,-2 2-2 0 0,-1 0 0 0 0,1 0 0 0 0,0 0 0 0 0,-1 1 0 0 0,1-1 0 0 0,-1 0-1 0 0,1 0 1 0 0,0 1 0 0 0,-1-1 0 0 0,1 0 0 0 0,-1 1 0 0 0,1-1 0 0 0,-1 1 0 0 0,1-1 0 0 0,-1 1-1 0 0,1-1 1 0 0,-1 1 0 0 0,1-1 0 0 0,-1 1 0 0 0,1-1 0 0 0,-1 1 0 0 0,0-1 0 0 0,0 1 0 0 0,1 0-1 0 0,-1-1 1 0 0,0 1 0 0 0,0 0 0 0 0,0-1 0 0 0,1 1 0 0 0,-1 0 0 0 0,0 0 0 0 0,2 31 28 0 0,-1-8-30 0 0,2-6 13 0 0,-3-13-5 0 0,1 0 1 0 0,0 1 0 0 0,0-1-1 0 0,0 0 1 0 0,1 0-1 0 0,-1 1 1 0 0,1-1 0 0 0,0 0-1 0 0,5 6 1 0 0,-6-11-5 0 0,1 1-1 0 0,0-1 1 0 0,-1 0-1 0 0,1 0 1 0 0,0 0-1 0 0,0 0 1 0 0,-1 0-1 0 0,1 0 1 0 0,0 0-1 0 0,-1-1 1 0 0,1 1 0 0 0,0-1-1 0 0,-1 1 1 0 0,1-1-1 0 0,0 1 1 0 0,-1-1-1 0 0,1 0 1 0 0,-1 0-1 0 0,1 0 1 0 0,-1 0 0 0 0,0 0-1 0 0,2-2 1 0 0,24-20-9 0 0,-25 20 4 0 0,1 0 1 0 0,0 0 0 0 0,0 0-1 0 0,0 0 1 0 0,0 1 0 0 0,0-1-1 0 0,1 1 1 0 0,-1 0 0 0 0,1 0-1 0 0,-1 0 1 0 0,1 0-1 0 0,0 0 1 0 0,0 1 0 0 0,0 0-1 0 0,0 0 1 0 0,0 0 0 0 0,0 0-1 0 0,0 1 1 0 0,0-1-1 0 0,0 1 1 0 0,1 0 0 0 0,7 2-1 0 0,19 4-27 0 0,1-1-1 0 0,0-1 1 0 0,61-1-1 0 0,-82-3 23 0 0,-1-1 1 0 0,1 0-1 0 0,-1-1 0 0 0,0 0 0 0 0,0 0 1 0 0,0-1-1 0 0,0 0 0 0 0,0-1 1 0 0,-1 0-1 0 0,1-1 0 0 0,-1 0 0 0 0,0 0 1 0 0,-1-1-1 0 0,1 0 0 0 0,-1 0 0 0 0,11-12 1 0 0,-14 10 3 0 0,0 0 0 0 0,0 0 0 0 0,0 0 0 0 0,-1-1 0 0 0,0 1 0 0 0,-1-1 0 0 0,0 0 0 0 0,0-1 0 0 0,-1 1 0 0 0,0 0 0 0 0,1-19 0 0 0,-2 7 91 0 0,-1 0-1 0 0,0 0 1 0 0,-2 1 0 0 0,-5-30-1 0 0,-20-41 1719 0 0,26 90-1171 0 0,-1 2-589 0 0,0 1 1 0 0,1 0-1 0 0,-1 0 0 0 0,1 0 0 0 0,-1 0 0 0 0,1 0 1 0 0,0 0-1 0 0,0 0 0 0 0,0 0 0 0 0,0 1 0 0 0,0-1 1 0 0,0 0-1 0 0,0 5 0 0 0,-1 9 73 0 0,1 1 0 0 0,0-1 0 0 0,2 1-1 0 0,0 0 1 0 0,0-1 0 0 0,2 1 0 0 0,5 20 0 0 0,43 115 271 0 0,-27-85-214 0 0,0 13-2820 0 0,-23-78 1859 0 0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7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33 596 0 0,'10'-5'540'0'0,"-1"2"-28"0"0,8-2-68 0 0,-3 0-28 0 0,0 3-60 0 0,3 0-44 0 0,0-1-4 0 0,2 1-124 0 0,0 2-128 0 0,7-2-180 0 0,-2 0-112 0 0,1 1-328 0 0,-7 2-604 0 0,8-1 268 0 0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7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155 528 596 0 0,'-33'3'4721'0'0,"22"4"-4326"0"0,1 0 0 0 0,1 0 0 0 0,-1 1 1 0 0,1 1-1 0 0,1-1 0 0 0,-1 1 0 0 0,2 1 0 0 0,-1 0 0 0 0,1 0 0 0 0,1 0 0 0 0,0 1 0 0 0,0 0 0 0 0,1 0 1 0 0,-5 15-1 0 0,10-25-219 0 0,0 0-169 0 0,0-1 1 0 0,1 1 0 0 0,-1-1 0 0 0,1 0 0 0 0,-1 1-1 0 0,1-1 1 0 0,-1 1 0 0 0,1-1 0 0 0,-1 0-1 0 0,1 0 1 0 0,-1 1 0 0 0,1-1 0 0 0,-1 0-1 0 0,1 0 1 0 0,0 0 0 0 0,-1 0 0 0 0,1 0-1 0 0,-1 0 1 0 0,1 0 0 0 0,0 0 0 0 0,-1 0-1 0 0,1 0 1 0 0,-1 0 0 0 0,1 0 0 0 0,-1 0-1 0 0,1 0 1 0 0,0 0 0 0 0,-1 0 0 0 0,1-1 0 0 0,-1 1-1 0 0,1 0 1 0 0,-1 0 0 0 0,1-1 0 0 0,0 0-1 0 0,17-5 56 0 0,28-22 85 0 0,-40 23-135 0 0,1 1-1 0 0,0-1 1 0 0,-1 1-1 0 0,1 1 0 0 0,1-1 1 0 0,-1 1-1 0 0,0 1 1 0 0,1-1-1 0 0,13-2 0 0 0,-13 6-7 0 0,0 1-1 0 0,0-1 1 0 0,-1 1-1 0 0,1 1 1 0 0,9 4-1 0 0,2 0-8 0 0,-10-5-6 0 0,-1 0-1 0 0,0 0 1 0 0,1-1-1 0 0,-1 0 1 0 0,1-1-1 0 0,-1 1 1 0 0,1-2-1 0 0,-1 1 1 0 0,1-1-1 0 0,-1 0 1 0 0,1-1-1 0 0,-1 0 1 0 0,0-1-1 0 0,0 1 1 0 0,0-1-1 0 0,0-1 1 0 0,0 0-1 0 0,-1 0 1 0 0,0 0-1 0 0,9-7 1 0 0,-7 3 2 0 0,0 0 1 0 0,0-1-1 0 0,-1 0 0 0 0,0 0 1 0 0,-1-1-1 0 0,0 0 1 0 0,0 0-1 0 0,-1-1 0 0 0,0 1 1 0 0,-1-1-1 0 0,-1-1 1 0 0,1 1-1 0 0,3-21 0 0 0,-1 0-2 0 0,-1-1-1 0 0,-2 1 1 0 0,-1-1-1 0 0,-3-43 0 0 0,-1 56 25 0 0,-1 0-1 0 0,-1 1 0 0 0,-1-1 1 0 0,0 1-1 0 0,-2-1 0 0 0,0 2 0 0 0,-1-1 1 0 0,-13-25-1 0 0,-5 5 548 0 0,24 37-451 0 0,-3 4-60 0 0,0 1-34 0 0,1 0-1 0 0,0-1 1 0 0,0 1 0 0 0,0 1 0 0 0,0-1-1 0 0,0 0 1 0 0,1 1 0 0 0,0-1 0 0 0,-1 1 0 0 0,1 0-1 0 0,1 0 1 0 0,-1 0 0 0 0,0 0 0 0 0,1 0-1 0 0,0 0 1 0 0,0 0 0 0 0,0 0 0 0 0,1 0-1 0 0,-1 9 1 0 0,-2 14 66 0 0,3 51-1 0 0,2-41-27 0 0,2 0 1 0 0,2 0-1 0 0,2-1 0 0 0,20 63 1 0 0,-18-72-16 0 0,0-1 0 0 0,2-1 0 0 0,1 0 1 0 0,1 0-1 0 0,1-1 0 0 0,36 42 1 0 0,-49-64-39 0 0,1 3 6 0 0,1 0 0 0 0,0-1 0 0 0,1 0 0 0 0,-1 0 0 0 0,1 0-1 0 0,0-1 1 0 0,0 1 0 0 0,7 3 0 0 0,-6-5 4 0 0,1-1 0 0 0,-1 1 0 0 0,1-2 0 0 0,-1 1 0 0 0,1-1 0 0 0,-1 1 0 0 0,1-2 0 0 0,-1 1 0 0 0,1-1 0 0 0,9-2 0 0 0,-14 3-11 0 0,-1 0-1 0 0,0-1 1 0 0,0 1-1 0 0,1 0 1 0 0,-1-1 0 0 0,0 1-1 0 0,0 0 1 0 0,1-1-1 0 0,-1 0 1 0 0,0 1-1 0 0,0-1 1 0 0,0 0-1 0 0,0 1 1 0 0,0-1-1 0 0,0 0 1 0 0,0 0 0 0 0,0 0-1 0 0,0 0 1 0 0,0 0-1 0 0,-1 0 1 0 0,1 0-1 0 0,0 0 1 0 0,-1 0-1 0 0,1-1 1 0 0,-1 1-1 0 0,1 0 1 0 0,-1 0 0 0 0,1 0-1 0 0,-1-1 1 0 0,0 1-1 0 0,0 0 1 0 0,1-1-1 0 0,-1 1 1 0 0,0 0-1 0 0,0 0 1 0 0,-1-1-1 0 0,1 1 1 0 0,0 0 0 0 0,0-1-1 0 0,0 1 1 0 0,-1 0-1 0 0,1 0 1 0 0,-1-1-1 0 0,1 1 1 0 0,-1 0-1 0 0,0-1 1 0 0,-2-1-581 0 0,-22 0-6848 0 0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7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59 328 0 0,'4'-26'4191'0'0,"0"7"-1879"0"0,-3 6-5041 0 0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8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29 664 0 0,'-23'-26'6620'0'0,"19"25"-6487"0"0,0 1 1 0 0,0-1-1 0 0,0 1 1 0 0,0-1-1 0 0,-1 1 0 0 0,1 0 1 0 0,0 1-1 0 0,0-1 0 0 0,0 1 1 0 0,0 0-1 0 0,0 0 1 0 0,0 0-1 0 0,0 0 0 0 0,0 1 1 0 0,1-1-1 0 0,-1 1 0 0 0,0 0 1 0 0,1 0-1 0 0,-1 1 1 0 0,1-1-1 0 0,0 1 0 0 0,0-1 1 0 0,0 1-1 0 0,0 0 0 0 0,-3 5 1 0 0,0-2-29 0 0,0 1 1 0 0,0 0 0 0 0,1 0-1 0 0,0 0 1 0 0,0 1-1 0 0,1 0 1 0 0,0 0-1 0 0,0 0 1 0 0,1 0 0 0 0,-5 17-1 0 0,8-24-96 0 0,0 0 0 0 0,0 0 0 0 0,0 0-1 0 0,0 0 1 0 0,0-1 0 0 0,0 1 0 0 0,1 0 0 0 0,-1 0 0 0 0,0-1-1 0 0,0 1 1 0 0,1 0 0 0 0,-1 0 0 0 0,0-1 0 0 0,1 1 0 0 0,-1 0-1 0 0,0 0 1 0 0,1-1 0 0 0,-1 1 0 0 0,1-1 0 0 0,-1 1 0 0 0,1 0-1 0 0,0-1 1 0 0,-1 1 0 0 0,1-1 0 0 0,0 1 0 0 0,-1-1 0 0 0,1 1-1 0 0,0-1 1 0 0,-1 0 0 0 0,1 1 0 0 0,0-1 0 0 0,0 0 0 0 0,-1 0-1 0 0,1 0 1 0 0,0 1 0 0 0,0-1 0 0 0,0 0 0 0 0,-1 0 0 0 0,1 0-1 0 0,0 0 1 0 0,0 0 0 0 0,0 0 0 0 0,-1-1 0 0 0,1 1 0 0 0,0 0-1 0 0,0 0 1 0 0,0-1 0 0 0,0 1 0 0 0,45-13 46 0 0,-42 12-30 0 0,84-39 69 0 0,-60 26-65 0 0,42-14-1 0 0,-63 26 79 0 0,-1 2 0 0 0,1-1 0 0 0,0 1 0 0 0,-1 0 1 0 0,1 0-1 0 0,-1 0 0 0 0,1 1 0 0 0,0 0 0 0 0,-1 1 0 0 0,0-1 0 0 0,1 1 0 0 0,-1 0 0 0 0,0 1 0 0 0,9 4 0 0 0,-6-3 87 0 0,0 0 1 0 0,0-1-1 0 0,0 0 0 0 0,0-1 0 0 0,14 2 0 0 0,-5-3 55 0 0,0-1 1 0 0,1-1-1 0 0,31-6 0 0 0,-43 6-419 0 0,0-1 0 0 0,0 0-1 0 0,0-1 1 0 0,0 0-1 0 0,9-4 1 0 0,-14 5-164 0 0,1 1 1 0 0,-1-1-1 0 0,0 1 1 0 0,0-1-1 0 0,0 0 1 0 0,0 0-1 0 0,0 0 1 0 0,-1 0-1 0 0,1 0 0 0 0,0 0 1 0 0,-1 0-1 0 0,0 0 1 0 0,1-1-1 0 0,-1 1 1 0 0,1-4-1 0 0,-1 0-3445 0 0,1-15 288 0 0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28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53 1012 0 0,'0'0'1376'0'0,"-2"-13"1981"0"0,19-2-2465 0 0,-4 6-72 0 0,11 2-96 0 0,-6 2-64 0 0,-2 2-224 0 0,5 3-360 0 0,-2 0-568 0 0,0 0-988 0 0,7 0-1597 0 0,-7 0 709 0 0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31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83 120 244 0 0,'2'-13'938'0'0,"0"0"1"0"0,0-1-1 0 0,2 1 1 0 0,-1 0-1 0 0,2 1 1 0 0,8-19-1 0 0,-13 30-655 0 0,3-6 20 0 0,-3 4-132 0 0,-2 7 872 0 0,-26 58-373 0 0,-35 118 1 0 0,56-152-589 0 0,1 0-1 0 0,2 1 1 0 0,0-1 0 0 0,2 1 0 0 0,1 0 0 0 0,2 0 0 0 0,4 35-1 0 0,-4-54-59 0 0,1 0 1 0 0,0-1-1 0 0,0 0 0 0 0,1 1 0 0 0,0-1 0 0 0,0 0 1 0 0,1 0-1 0 0,0 0 0 0 0,7 9 0 0 0,-8-15-14 0 0,0 1 1 0 0,0-1-1 0 0,1 0 1 0 0,-1 0-1 0 0,1 0 1 0 0,-1 0-1 0 0,1-1 0 0 0,0 1 1 0 0,0-1-1 0 0,0 0 1 0 0,1 0-1 0 0,-1-1 0 0 0,0 1 1 0 0,1-1-1 0 0,-1 0 1 0 0,1 0-1 0 0,-1-1 0 0 0,1 1 1 0 0,-1-1-1 0 0,1 0 1 0 0,7-1-1 0 0,3 0 3 0 0,1 0 0 0 0,-1-2 0 0 0,0 0 0 0 0,0-1 1 0 0,0 0-1 0 0,-1-1 0 0 0,1 0 0 0 0,-1-2 0 0 0,-1 0 0 0 0,1 0 0 0 0,-1-1 0 0 0,0-1 0 0 0,-1 0 1 0 0,0 0-1 0 0,0-2 0 0 0,-1 1 0 0 0,12-16 0 0 0,-21 23-12 0 0,1-1 1 0 0,-1 0-1 0 0,0 0 0 0 0,0 0 1 0 0,-1-1-1 0 0,1 1 0 0 0,-1 0 1 0 0,0-1-1 0 0,0 1 0 0 0,0-1 1 0 0,0-8-1 0 0,-1 11 5 0 0,0 0 0 0 0,0-1 0 0 0,0 1 0 0 0,0 0 0 0 0,-1-1 0 0 0,1 1 0 0 0,0 0 0 0 0,-1 0 0 0 0,0 0 0 0 0,0 0 0 0 0,0-1 0 0 0,1 1 0 0 0,-2 0 0 0 0,1 0 0 0 0,0 1 0 0 0,0-1 0 0 0,-1 0 0 0 0,1 0 0 0 0,-1 1 0 0 0,1-1 0 0 0,-1 0 0 0 0,-2-1 0 0 0,0 3 20 0 0,0 0-1 0 0,1 0 1 0 0,-1 0 0 0 0,1 1-1 0 0,-1-1 1 0 0,1 1-1 0 0,-1 0 1 0 0,1 0 0 0 0,-1 0-1 0 0,1 0 1 0 0,0 1 0 0 0,-1-1-1 0 0,1 1 1 0 0,0 0 0 0 0,0 0-1 0 0,0 0 1 0 0,-4 4-1 0 0,5-4-12 0 0,0 0 0 0 0,-1 1 0 0 0,1-1-1 0 0,0 1 1 0 0,0-1 0 0 0,0 1 0 0 0,1 0-1 0 0,-1-1 1 0 0,1 1 0 0 0,-1 0 0 0 0,1 0-1 0 0,0 0 1 0 0,0 0 0 0 0,0 1 0 0 0,1-1-1 0 0,-1 0 1 0 0,1 0 0 0 0,0 0 0 0 0,0 1 0 0 0,0-1-1 0 0,0 0 1 0 0,0 0 0 0 0,1 0 0 0 0,-1 1-1 0 0,1-1 1 0 0,0 0 0 0 0,0 0 0 0 0,0 0-1 0 0,0 0 1 0 0,3 4 0 0 0,1-1 2 0 0,-1 0 0 0 0,1 0-1 0 0,1-1 1 0 0,-1 0 0 0 0,1 0 0 0 0,0 0 0 0 0,0-1 0 0 0,0 0 0 0 0,1 0 0 0 0,0 0-1 0 0,-1-1 1 0 0,11 3 0 0 0,10 3-223 0 0,0-1 1 0 0,1-2-1 0 0,0-1 0 0 0,1-1 0 0 0,-1-2 1 0 0,1-1-1 0 0,-1 0 0 0 0,1-3 0 0 0,-1 0 0 0 0,1-2 1 0 0,-1-1-1 0 0,30-9 0 0 0,-43 10 78 0 0,0-2 1 0 0,0 1-1 0 0,0-2 0 0 0,-1 0 0 0 0,0-1 0 0 0,0 0 0 0 0,-1-1 0 0 0,0 0 1 0 0,-1-1-1 0 0,0-1 0 0 0,12-13 0 0 0,-22 21 199 0 0,1 0 1 0 0,-1 0-1 0 0,0-1 0 0 0,0 1 1 0 0,0-1-1 0 0,0 1 0 0 0,-1-1 0 0 0,1 0 1 0 0,-1 1-1 0 0,0-1 0 0 0,0 0 1 0 0,0-4-1 0 0,-1 6 132 0 0,-8-4 150 0 0,8 5-326 0 0,-1 0-1 0 0,1 0 1 0 0,0 1 0 0 0,-1-1-1 0 0,0 0 1 0 0,1 1 0 0 0,-1-1-1 0 0,1 0 1 0 0,-1 1 0 0 0,0-1-1 0 0,1 1 1 0 0,-1-1 0 0 0,0 1-1 0 0,0-1 1 0 0,1 1 0 0 0,-1 0-1 0 0,0-1 1 0 0,0 1 0 0 0,0 0-1 0 0,1 0 1 0 0,-1 0 0 0 0,0-1-1 0 0,-1 1 1 0 0,-5 0 110 0 0,-1 1-1 0 0,1-1 1 0 0,-1 1-1 0 0,1 1 1 0 0,-1-1 0 0 0,1 1-1 0 0,-13 6 1 0 0,16-7-86 0 0,0 1-1 0 0,0-1 1 0 0,1 1 0 0 0,-1 0-1 0 0,1 0 1 0 0,-1 1 0 0 0,1-1 0 0 0,0 1-1 0 0,0 0 1 0 0,0 0 0 0 0,0 0-1 0 0,0 0 1 0 0,1 0 0 0 0,-1 1-1 0 0,1-1 1 0 0,-3 6 0 0 0,4-7-37 0 0,0-1 0 0 0,1 1 0 0 0,-1-1 1 0 0,1 1-1 0 0,-1-1 0 0 0,1 1 0 0 0,0-1 0 0 0,0 1 1 0 0,-1-1-1 0 0,1 1 0 0 0,0-1 0 0 0,0 1 0 0 0,0 0 1 0 0,1-1-1 0 0,-1 1 0 0 0,0-1 0 0 0,1 1 0 0 0,-1-1 1 0 0,1 1-1 0 0,-1-1 0 0 0,1 1 0 0 0,0-1 1 0 0,-1 0-1 0 0,1 1 0 0 0,0-1 0 0 0,0 0 0 0 0,0 1 1 0 0,0-1-1 0 0,0 0 0 0 0,0 0 0 0 0,1 0 0 0 0,-1 0 1 0 0,0 0-1 0 0,1 0 0 0 0,-1-1 0 0 0,0 1 0 0 0,1 0 1 0 0,-1-1-1 0 0,1 1 0 0 0,-1-1 0 0 0,1 1 1 0 0,-1-1-1 0 0,1 0 0 0 0,2 1 0 0 0,7 0-27 0 0,1 0 0 0 0,-1 0 0 0 0,0-1 0 0 0,21-3 0 0 0,-24 2-39 0 0,11-2-69 0 0,0-2 1 0 0,0 0-1 0 0,0-1 1 0 0,0 0-1 0 0,19-11 0 0 0,-38 17 57 0 0,1 0 66 0 0,-1 0 0 0 0,1 0 0 0 0,-1 1-1 0 0,1-1 1 0 0,-1 0 0 0 0,1 0 0 0 0,-1 1 0 0 0,1-1 0 0 0,-1 0-1 0 0,1 0 1 0 0,-1 1 0 0 0,1-1 0 0 0,-1 0 0 0 0,0 1-1 0 0,1-1 1 0 0,-1 1 0 0 0,0-1 0 0 0,1 1 0 0 0,-1-1 0 0 0,0 0-1 0 0,0 1 1 0 0,1-1 0 0 0,-1 1 0 0 0,0-1 0 0 0,0 1 0 0 0,0 0-1 0 0,0-1 1 0 0,0 1 0 0 0,1-1 0 0 0,-1 1 0 0 0,7 25-61 0 0,-5-19 34 0 0,4 10 14 0 0,-5-15 15 0 0,0 0-1 0 0,0 0 1 0 0,1 0 0 0 0,-1 0-1 0 0,0 0 1 0 0,1 0 0 0 0,0 0-1 0 0,-1 0 1 0 0,1 0-1 0 0,0-1 1 0 0,0 1 0 0 0,0-1-1 0 0,4 3 1 0 0,-3-3 2 0 0,0 0-1 0 0,1 0 1 0 0,-1-1-1 0 0,1 1 1 0 0,-1-1-1 0 0,0 0 1 0 0,1 0 0 0 0,-1 0-1 0 0,1 0 1 0 0,-1 0-1 0 0,1-1 1 0 0,-1 0 0 0 0,0 1-1 0 0,1-1 1 0 0,-1-1-1 0 0,0 1 1 0 0,0 0-1 0 0,0-1 1 0 0,0 1 0 0 0,0-1-1 0 0,3-3 1 0 0,7-2 4 0 0,36-18-4 0 0,-37 18-5 0 0,1 0 0 0 0,0 1 1 0 0,0 0-1 0 0,0 1 0 0 0,0 1 1 0 0,20-5-1 0 0,-31 9-19 0 0,0-1 1 0 0,0 1-1 0 0,0 0 1 0 0,0 0-1 0 0,0 0 0 0 0,0 0 1 0 0,0 0-1 0 0,0 0 0 0 0,0 0 1 0 0,0 1-1 0 0,0-1 1 0 0,0 1-1 0 0,0-1 0 0 0,0 1 1 0 0,-1 0-1 0 0,1 0 0 0 0,0 0 1 0 0,0 0-1 0 0,-1 0 1 0 0,1 0-1 0 0,-1 0 0 0 0,1 0 1 0 0,-1 1-1 0 0,1-1 0 0 0,-1 1 1 0 0,0-1-1 0 0,0 1 1 0 0,1-1-1 0 0,-1 1 0 0 0,0 0 1 0 0,0 0-1 0 0,-1-1 0 0 0,1 1 1 0 0,0 0-1 0 0,-1 0 1 0 0,1 0-1 0 0,-1 0 0 0 0,1 2 1 0 0,10 21-6193 0 0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31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88 0 0,'7'-3'2119'0'0,"9"1"282"0"0,-10 10-2123 0 0,-1 0 0 0 0,-1 0-1 0 0,1 0 1 0 0,-1 1 0 0 0,-1-1 0 0 0,1 1 0 0 0,-2 0 0 0 0,1 0 0 0 0,-1 0 0 0 0,0 0-1 0 0,-1 0 1 0 0,0 1 0 0 0,-1 16 0 0 0,-2-20-126 0 0,-1 5-100 0 0,3-11-43 0 0,1 0 0 0 0,-1 0 0 0 0,0 0 0 0 0,0 0 0 0 0,0 0 0 0 0,0 0 1 0 0,0 0-1 0 0,0 0 0 0 0,0 0 0 0 0,0 0 0 0 0,0 0 0 0 0,0 0 0 0 0,0 0 0 0 0,1 0 0 0 0,-1 0 0 0 0,0 0 0 0 0,0 0 1 0 0,0 0-1 0 0,0 0 0 0 0,0 0 0 0 0,0 0 0 0 0,0 0 0 0 0,0 0 0 0 0,0 0 0 0 0,1 0 0 0 0,-1 0 0 0 0,0 0 1 0 0,0 0-1 0 0,0 0 0 0 0,0 0 0 0 0,0 0 0 0 0,0 0 0 0 0,0 0 0 0 0,0 0 0 0 0,0 0 0 0 0,0 1 0 0 0,0-1 0 0 0,0 0 1 0 0,1 0-1 0 0,-1 0 0 0 0,0 0 0 0 0,0 0 0 0 0,0 0 0 0 0,0 0 0 0 0,0 0 0 0 0,0 0 0 0 0,0 0 0 0 0,0 0 1 0 0,0 1-1 0 0,0-1 0 0 0,0 0 0 0 0,0 0 0 0 0,0 0 0 0 0,0 0 0 0 0,0 0 0 0 0,0 0 0 0 0,0 0 0 0 0,0 0 0 0 0,0 0 1 0 0,0 1-1 0 0,0-1 0 0 0,0 0 0 0 0,0 0 0 0 0,0 0 0 0 0,0 0 0 0 0,38-31 23 0 0,29-22 11 0 0,-60 49-43 0 0,-1 0 1 0 0,1 0 0 0 0,1 0-1 0 0,-1 1 1 0 0,0 0-1 0 0,1 0 1 0 0,-1 1 0 0 0,11-2-1 0 0,-12 3 2 0 0,0 1 0 0 0,1 0-1 0 0,-1 1 1 0 0,0 0 0 0 0,0 0-1 0 0,0 0 1 0 0,0 0 0 0 0,0 1 0 0 0,0 0-1 0 0,0 0 1 0 0,0 1 0 0 0,0 0-1 0 0,-1 0 1 0 0,0 0 0 0 0,1 1 0 0 0,-1-1-1 0 0,0 1 1 0 0,-1 0 0 0 0,1 1-1 0 0,-1-1 1 0 0,6 9 0 0 0,28 21 27 0 0,-26-26-54 0 0,0 0 0 0 0,0-1-1 0 0,1 0 1 0 0,1-1 0 0 0,-1-1 0 0 0,23 7 0 0 0,-34-11-305 0 0,14-19-4713 0 0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32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47 628 0 0,'4'-35'6392'0'0,"-4"24"-6018"0"0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32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5 528 0 0,'13'18'3133'0'0,"-6"-16"-2776"0"0,1 0-1 0 0,0-1 1 0 0,0 0-1 0 0,0 0 1 0 0,0-1-1 0 0,12 0 1 0 0,2-3 82 0 0,-1-1 0 0 0,37-12-1 0 0,-51 14-343 0 0,-5 1-42 0 0,1 0-1 0 0,0 1 1 0 0,0-1-1 0 0,0 1 1 0 0,-1-1-1 0 0,1 1 1 0 0,0 0 0 0 0,0 0-1 0 0,0 0 1 0 0,3 1-1 0 0,-5-1-5 0 0,-1 0-1 0 0,1 1 0 0 0,0-1 1 0 0,0 0-1 0 0,-1 1 1 0 0,1-1-1 0 0,0 1 0 0 0,-1-1 1 0 0,1 1-1 0 0,0-1 1 0 0,-1 1-1 0 0,1-1 0 0 0,-1 1 1 0 0,1-1-1 0 0,0 1 1 0 0,-1 0-1 0 0,0-1 0 0 0,1 1 1 0 0,-1 0-1 0 0,1 0 1 0 0,-1-1-1 0 0,0 1 1 0 0,1 1-1 0 0,-1 4 124 0 0,0-1-1 0 0,0 1 1 0 0,0-1-1 0 0,-1 1 1 0 0,0-1 0 0 0,0 1-1 0 0,0-1 1 0 0,-4 10-1 0 0,-42 167 1240 0 0,-3 13-1299 0 0,4-72-3709 0 0,35-96 303 0 0,3-2 254 0 0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34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85 186 164 0 0,'0'0'9397'0'0,"-5"1"-9232"0"0,-17 5-2 0 0,17-5 1626 0 0,-18 1-805 0 0,9-5 1276 0 0,33-6-2246 0 0,-14 7 8 0 0,9-3 8 0 0,-10 2-29 0 0,-2 2 13 0 0,1 0 0 0 0,2 0-18 0 0,-9 1 152 0 0,-6 2-139 0 0,6-1-7 0 0,0 0-1 0 0,0-1 1 0 0,-1 0 0 0 0,1 0 0 0 0,0 0 0 0 0,0 0 0 0 0,0 0 0 0 0,0-1 0 0 0,0 0 0 0 0,-7-2 0 0 0,9 3 33 0 0,9-2-42 0 0,66-9 20 0 0,1 3-1 0 0,85 2 0 0 0,302 1 31 0 0,-446 5-41 0 0,12 0 22 0 0,0-1-1 0 0,34-6 1 0 0,-60 7-24 0 0,-1 0 1 0 0,0 0-1 0 0,1 0 1 0 0,-1 0-1 0 0,0 0 0 0 0,1 0 1 0 0,-1 0-1 0 0,1 0 1 0 0,-1 0-1 0 0,0 0 0 0 0,1 0 1 0 0,-1-1-1 0 0,0 1 1 0 0,1 0-1 0 0,-1 0 0 0 0,0 0 1 0 0,1-1-1 0 0,-1 1 0 0 0,0 0 1 0 0,0 0-1 0 0,1-1 1 0 0,-1 1-1 0 0,0 0 0 0 0,0 0 1 0 0,0-1-1 0 0,1 1 1 0 0,-1 0-1 0 0,0-1 0 0 0,0 1 1 0 0,0 0-1 0 0,0-1 1 0 0,1 1-1 0 0,-1 0 0 0 0,0-1 1 0 0,0 1-1 0 0,0 0 0 0 0,0-1 1 0 0,0 1-1 0 0,0-1 1 0 0,0 1-1 0 0,0 0 0 0 0,0-1 1 0 0,0 1-1 0 0,0 0 1 0 0,-1-1-1 0 0,1 1 0 0 0,0 0 1 0 0,0-1-1 0 0,0 1 1 0 0,0 0-1 0 0,-1-1 0 0 0,1 1 1 0 0,0 0-1 0 0,0-1 0 0 0,0 1 1 0 0,-1 0-1 0 0,1 0 1 0 0,0-1-1 0 0,-1 1 0 0 0,1 0 1 0 0,-1-1-1 0 0,-16-15-11 0 0,-8 0-70 0 0,20 13-50 0 0,0 0 0 0 0,-1 0 0 0 0,1-1 0 0 0,1 0-1 0 0,-1 0 1 0 0,1 0 0 0 0,-1 0 0 0 0,1-1 0 0 0,0 0-1 0 0,-3-6 1 0 0,-15-20-1374 0 0,23 41 1547 0 0,0 0 1 0 0,0 0-1 0 0,0 0 1 0 0,-1 0-1 0 0,-1 0 1 0 0,0 0-1 0 0,0 0 1 0 0,-1 0 0 0 0,0 0-1 0 0,-5 11 1 0 0,4-11-262 0 0,-1-1 1 0 0,0 1-1 0 0,0-1 1 0 0,-10 14 0 0 0,10-18-488 0 0,1-1 0 0 0,-1 1 0 0 0,0-1 1 0 0,0 0-1 0 0,0 0 0 0 0,-1 0 0 0 0,1-1 1 0 0,-10 6-1 0 0,0-2-2322 0 0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49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401 471 536 0 0,'2'-11'624'0'0,"-1"0"0"0"0,-1 0 1 0 0,0 1-1 0 0,0-1 0 0 0,-2-12 0 0 0,2 20-499 0 0,-1 0-1 0 0,1 0 1 0 0,-1 0 0 0 0,0 0 0 0 0,0 0-1 0 0,0 0 1 0 0,0 0 0 0 0,-1 1-1 0 0,1-1 1 0 0,-1 0 0 0 0,1 1-1 0 0,-1-1 1 0 0,0 1 0 0 0,0-1-1 0 0,0 1 1 0 0,0 0 0 0 0,0 0-1 0 0,-1 0 1 0 0,1 0 0 0 0,-1 0-1 0 0,0 0 1 0 0,-3-1 0 0 0,1 2-57 0 0,1 0 0 0 0,-1 0 0 0 0,0 0 0 0 0,1 1 0 0 0,-1-1 0 0 0,0 1 0 0 0,0 0 0 0 0,0 1 0 0 0,1-1 0 0 0,-1 1 0 0 0,-8 2 0 0 0,-52 21 335 0 0,42-14-238 0 0,6-3-74 0 0,1 0 1 0 0,0 1-1 0 0,0 1 1 0 0,1 1-1 0 0,0 0 1 0 0,1 1-1 0 0,0 0 1 0 0,-18 21 0 0 0,27-27-66 0 0,-1 1 1 0 0,1 0-1 0 0,1 1 1 0 0,-1 0-1 0 0,1-1 1 0 0,1 1-1 0 0,-1 0 1 0 0,1 1-1 0 0,0-1 1 0 0,1 1-1 0 0,-1-1 1 0 0,2 1-1 0 0,-1 0 1 0 0,1-1 0 0 0,0 1-1 0 0,1 0 1 0 0,-1 0-1 0 0,2 0 1 0 0,-1 0-1 0 0,1 0 1 0 0,3 12-1 0 0,-3-17-17 0 0,0 0 0 0 0,0 0 0 0 0,0 0 0 0 0,0 0 0 0 0,0 0 1 0 0,1 0-1 0 0,-1-1 0 0 0,1 1 0 0 0,0 0 0 0 0,0-1 0 0 0,0 1 0 0 0,0-1 0 0 0,1 0 0 0 0,-1 0 0 0 0,0 0 0 0 0,1 0 0 0 0,0 0 0 0 0,-1 0 0 0 0,1-1 0 0 0,0 1 0 0 0,4 1 0 0 0,-2-2 1 0 0,1 1 0 0 0,0-1 1 0 0,0-1-1 0 0,0 1 0 0 0,0-1 0 0 0,0 0 0 0 0,0 0 0 0 0,0-1 0 0 0,-1 0 0 0 0,12-2 0 0 0,2-3 0 0 0,-1 0 0 0 0,0-1-1 0 0,0-1 1 0 0,0-1 0 0 0,32-22-1 0 0,-29 15 5 0 0,0-1-1 0 0,-2-1 0 0 0,0-1 0 0 0,0-1 0 0 0,-2 0 1 0 0,16-26-1 0 0,-25 18-151 0 0,-10 34 141 0 0,0 0 1 0 0,0 0-1 0 0,1 0 1 0 0,0 0-1 0 0,0 0 1 0 0,1 1-1 0 0,-1-1 1 0 0,1 0-1 0 0,1 1 1 0 0,-1-1-1 0 0,1 0 1 0 0,0 1-1 0 0,1-1 1 0 0,-1 0-1 0 0,6 12 0 0 0,-6-15-1 0 0,1 0 0 0 0,0 0 0 0 0,0 1-1 0 0,0-1 1 0 0,0 0 0 0 0,0-1 0 0 0,1 1 0 0 0,0 0-1 0 0,-1-1 1 0 0,1 1 0 0 0,0-1 0 0 0,0 0-1 0 0,0 0 1 0 0,0 0 0 0 0,0 0 0 0 0,1 0-1 0 0,-1-1 1 0 0,1 0 0 0 0,-1 0 0 0 0,1 0-1 0 0,-1 0 1 0 0,1 0 0 0 0,0 0 0 0 0,-1-1-1 0 0,1 0 1 0 0,0 0 0 0 0,-1 0 0 0 0,1 0-1 0 0,0-1 1 0 0,4 0 0 0 0,6-2 3 0 0,-1-1 0 0 0,0 0 0 0 0,0 0 1 0 0,-1-2-1 0 0,1 1 0 0 0,-1-1 0 0 0,16-12 0 0 0,-2-1 9 0 0,-1 0 0 0 0,26-28 0 0 0,-31 32 26 0 0,-29 34 30 0 0,0-2-44 0 0,6-11-15 0 0,1 1-1 0 0,-1-1 0 0 0,1 1 1 0 0,1 0-1 0 0,-1 0 1 0 0,1-1-1 0 0,1 1 0 0 0,-1 0 1 0 0,1 0-1 0 0,0 0 0 0 0,0 0 1 0 0,1 0-1 0 0,0 0 1 0 0,1-1-1 0 0,3 13 0 0 0,-5-19-7 0 0,1 1-1 0 0,-1 0 1 0 0,0 0-1 0 0,1-1 0 0 0,-1 1 1 0 0,1-1-1 0 0,0 1 1 0 0,-1-1-1 0 0,1 1 1 0 0,0 0-1 0 0,-1-1 1 0 0,1 0-1 0 0,0 1 0 0 0,-1-1 1 0 0,1 1-1 0 0,0-1 1 0 0,0 0-1 0 0,-1 0 1 0 0,1 1-1 0 0,0-1 0 0 0,0 0 1 0 0,0 0-1 0 0,-1 0 1 0 0,1 0-1 0 0,0 0 1 0 0,0 0-1 0 0,0 0 0 0 0,-1 0 1 0 0,1 0-1 0 0,0-1 1 0 0,0 1-1 0 0,0 0 1 0 0,-1 0-1 0 0,1-1 0 0 0,0 1 1 0 0,0 0-1 0 0,-1-1 1 0 0,2 0-1 0 0,33-19 32 0 0,-26 15-29 0 0,72-48 57 0 0,-77 52-72 0 0,13-1 6 0 0,-1 2 0 0 0,0 0 0 0 0,0 1 0 0 0,1 0 0 0 0,19 5 0 0 0,-26-3 7 0 0,0-1 1 0 0,0-1 0 0 0,1 0 0 0 0,-1 0 0 0 0,1-1-1 0 0,-1 0 1 0 0,0-1 0 0 0,1 0 0 0 0,-1-1-1 0 0,13-3 1 0 0,-13 1-3 0 0,0 0-1 0 0,0 0 1 0 0,-1-1 0 0 0,0-1 0 0 0,0 1-1 0 0,0-2 1 0 0,0 1 0 0 0,-1-1-1 0 0,0 0 1 0 0,-1-1 0 0 0,1 0 0 0 0,-1 0-1 0 0,-1-1 1 0 0,0 1 0 0 0,9-18 0 0 0,1-8-10 0 0,-2 1 0 0 0,-1-2 0 0 0,10-45 0 0 0,-8 27 1 0 0,1-25-27 0 0,2-3-21 0 0,-12 51 3 0 0,-7 30 52 0 0,1 0-1 0 0,-1 0 1 0 0,1 0-1 0 0,-1 0 1 0 0,0 0-1 0 0,1 0 1 0 0,-1 0-1 0 0,1 1 1 0 0,-1-1-1 0 0,0 0 1 0 0,1 0-1 0 0,-1 1 1 0 0,1-1-1 0 0,-1 0 1 0 0,1 1-1 0 0,-1-1 1 0 0,1 0-1 0 0,-1 1 1 0 0,1-1-1 0 0,0 1 1 0 0,-1-1-1 0 0,1 1 1 0 0,-1-1-1 0 0,1 1 1 0 0,0 0-1 0 0,-32 42-12 0 0,15-16 21 0 0,1 1 0 0 0,2 1 0 0 0,1 0 0 0 0,2 1-1 0 0,0 0 1 0 0,3 1 0 0 0,0 0 0 0 0,2 1 0 0 0,1 0 0 0 0,1 0-1 0 0,2 0 1 0 0,2 36 0 0 0,1-57 1 0 0,0 0 0 0 0,0 0 0 0 0,1 0 0 0 0,1 0 0 0 0,0 0 0 0 0,0 0 0 0 0,1 0 1 0 0,9 18-1 0 0,-11-26-4 0 0,0 0 1 0 0,1 0-1 0 0,-1 1 1 0 0,0-2-1 0 0,1 1 1 0 0,0 0-1 0 0,0 0 0 0 0,-1-1 1 0 0,1 0-1 0 0,1 1 1 0 0,-1-1-1 0 0,0 0 1 0 0,1-1-1 0 0,-1 1 1 0 0,1-1-1 0 0,-1 1 1 0 0,1-1-1 0 0,0 0 1 0 0,-1 0-1 0 0,1-1 1 0 0,0 1-1 0 0,0-1 1 0 0,-1 0-1 0 0,1 0 1 0 0,0 0-1 0 0,0 0 1 0 0,0-1-1 0 0,6-1 1 0 0,1-1 2 0 0,0-1 1 0 0,-1 0-1 0 0,0 0 1 0 0,0-1 0 0 0,0-1-1 0 0,0 0 1 0 0,-1 0-1 0 0,0-1 1 0 0,10-9 0 0 0,33-22-14 0 0,-50 37-16 0 0,2 3-45 0 0,0 1 68 0 0,-1 0 0 0 0,1 0 0 0 0,-1 1 1 0 0,1-1-1 0 0,-1 1 0 0 0,4 5 0 0 0,9 8 4 0 0,-12-14 0 0 0,1 0 1 0 0,-1-1-1 0 0,0 0 0 0 0,1 0 0 0 0,0 0 0 0 0,-1 0 0 0 0,1-1 0 0 0,0 0 1 0 0,8 1-1 0 0,-11-1 13 0 0,24-20 56 0 0,-26 16-72 0 0,1 1 0 0 0,-1 0 0 0 0,0-1 0 0 0,0 1-1 0 0,0-1 1 0 0,0 1 0 0 0,0 0 0 0 0,-1-1 0 0 0,1 1 0 0 0,-1 0 0 0 0,1-1 0 0 0,-1 1 0 0 0,0 0 0 0 0,0 0 0 0 0,0-1 0 0 0,0 1 0 0 0,-1 0 0 0 0,1 0 0 0 0,0 0 0 0 0,-1 0 0 0 0,1 1 0 0 0,-1-1 0 0 0,0 0 0 0 0,0 1 0 0 0,1-1-1 0 0,-1 1 1 0 0,0-1 0 0 0,0 1 0 0 0,-1 0 0 0 0,1 0 0 0 0,0 0 0 0 0,0 0 0 0 0,0 0 0 0 0,-1 1 0 0 0,1-1 0 0 0,-5 0 0 0 0,-11-3-923 0 0,-1 0 1 0 0,1 2-1 0 0,-34-1 1 0 0,31 2-1808 0 0,-7-1 12 0 0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49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15 204 9173 0 0,'-5'-22'-7'0'0,"2"12"83"0"0,1 0 0 0 0,0 1-1 0 0,1-1 1 0 0,0 0 0 0 0,1-19 0 0 0,0 25-58 0 0,1 0 1 0 0,0 0-1 0 0,0 0 1 0 0,1 1-1 0 0,-1-1 0 0 0,1 0 1 0 0,0 1-1 0 0,-1 0 1 0 0,2-1-1 0 0,-1 1 1 0 0,0 0-1 0 0,1 0 1 0 0,-1 0-1 0 0,1 0 1 0 0,0 1-1 0 0,0-1 1 0 0,0 1-1 0 0,0-1 1 0 0,5-2-1 0 0,3 0-3 0 0,0-1 1 0 0,0 2-1 0 0,0-1 0 0 0,0 1 0 0 0,1 1 0 0 0,-1 0 0 0 0,1 1 0 0 0,0 0 0 0 0,0 1 1 0 0,19 0-1 0 0,12 2-2709 0 0,67 12 0 0 0,-104-13 2184 0 0,19 4-1885 0 0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0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19 580 0 0,'0'0'1121'0'0,"-7"11"210"0"0,8-1-1164 0 0,-1-1 0 0 0,0 1 0 0 0,0 0 0 0 0,-1-1 0 0 0,0 1 0 0 0,0 0 0 0 0,-1-1 0 0 0,-1 0 0 0 0,0 1 0 0 0,0-1 0 0 0,0 0 0 0 0,-1 0 0 0 0,-1-1 0 0 0,0 1 0 0 0,0-1 0 0 0,0 0 1 0 0,-13 13-1 0 0,19-21-157 0 0,-1 0 0 0 0,0-1 0 0 0,0 1 0 0 0,0 0 0 0 0,0-1 0 0 0,0 1 0 0 0,0 0 0 0 0,0-1 0 0 0,0 1 0 0 0,0-1 0 0 0,0 1 0 0 0,0 0 0 0 0,0-1 0 0 0,0 1 0 0 0,0 0 0 0 0,0-1 1 0 0,-1 1-1 0 0,1 0 0 0 0,0-1 0 0 0,0 1 0 0 0,0 0 0 0 0,0-1 0 0 0,-1 1 0 0 0,1 0 0 0 0,0 0 0 0 0,0-1 0 0 0,-1 1 0 0 0,1 0 0 0 0,0 0 0 0 0,0-1 0 0 0,-1 1 0 0 0,1 0 0 0 0,0 0 1 0 0,-1 0-1 0 0,1-1 0 0 0,0 1 0 0 0,-1 0 0 0 0,1 0 0 0 0,0 0 0 0 0,-1 0 0 0 0,1 0 0 0 0,0 0 0 0 0,-1 0 0 0 0,1 0 0 0 0,-1 0 0 0 0,1 0 0 0 0,0 0 0 0 0,-1 0 0 0 0,1 0 0 0 0,0 0 0 0 0,-1 0 1 0 0,1 0-1 0 0,0 0 0 0 0,-1 1 0 0 0,1-1 0 0 0,0 0 0 0 0,-1 0 0 0 0,1 0 0 0 0,0 1 0 0 0,-1-1 0 0 0,1 0 0 0 0,0 0 0 0 0,0 0 0 0 0,-1 1 0 0 0,1-1 0 0 0,0 0 0 0 0,0 1 0 0 0,-1-1 1 0 0,2-26 81 0 0,3 17-71 0 0,0 0 0 0 0,0 0 1 0 0,1 0-1 0 0,0 0 0 0 0,0 1 1 0 0,1 0-1 0 0,1 0 0 0 0,-1 1 1 0 0,1 0-1 0 0,0 0 0 0 0,1 0 1 0 0,12-8-1 0 0,-8 7-6 0 0,0-1 0 0 0,1 2 0 0 0,0 0 1 0 0,1 0-1 0 0,0 1 0 0 0,0 1 0 0 0,23-6 0 0 0,-34 10-13 0 0,1 1 0 0 0,0 0 0 0 0,0 0 1 0 0,0 0-1 0 0,-1 0 0 0 0,1 1 0 0 0,0-1 0 0 0,0 1 0 0 0,-1 0 0 0 0,1 0 0 0 0,0 1 0 0 0,-1-1 0 0 0,1 1 0 0 0,-1-1 0 0 0,0 1 0 0 0,4 3 0 0 0,-5-4 0 0 0,0 0 0 0 0,0 1 0 0 0,-1 0 1 0 0,1-1-1 0 0,0 1 0 0 0,-1 0 0 0 0,1 0 0 0 0,-1 0 0 0 0,0 0 0 0 0,0 0 1 0 0,1 0-1 0 0,-1 0 0 0 0,-1 1 0 0 0,1-1 0 0 0,0 0 0 0 0,0 1 0 0 0,-1-1 1 0 0,1 0-1 0 0,-1 1 0 0 0,0-1 0 0 0,0 1 0 0 0,0-1 0 0 0,0 0 0 0 0,0 1 0 0 0,-1-1 1 0 0,1 1-1 0 0,-1-1 0 0 0,0 4 0 0 0,-5 17 350 0 0,16-30 31 0 0,24-20-266 0 0,-34 27-117 0 0,61-25 163 0 0,-58 24-148 0 0,0 0-1 0 0,0 0 0 0 0,0 0 1 0 0,0 1-1 0 0,0-1 0 0 0,0 1 0 0 0,0 0 1 0 0,0 0-1 0 0,0 0 0 0 0,0 1 0 0 0,0-1 1 0 0,0 0-1 0 0,0 1 0 0 0,0 0 0 0 0,0 0 1 0 0,-1 0-1 0 0,1 0 0 0 0,0 0 1 0 0,2 2-1 0 0,-1 1 16 0 0,0 1 0 0 0,0-1 0 0 0,-1 0 0 0 0,0 1 0 0 0,0 0 0 0 0,0 0 0 0 0,0 0 0 0 0,-1 0-1 0 0,0 0 1 0 0,0 1 0 0 0,2 9 0 0 0,15 30-727 0 0,-18-43 439 0 0,0 0-1 0 0,0 0 1 0 0,1-1 0 0 0,-1 1-1 0 0,1-1 1 0 0,-1 1 0 0 0,1-1-1 0 0,0 1 1 0 0,-1-1-1 0 0,1 0 1 0 0,0 0 0 0 0,0 0-1 0 0,0 0 1 0 0,0 0 0 0 0,0 0-1 0 0,0 0 1 0 0,0-1 0 0 0,4 1-1 0 0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1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97 560 304 0 0,'-1'-1'198'0'0,"0"-1"-1"0"0,1 1 1 0 0,-1 0-1 0 0,0 1 1 0 0,1-1-1 0 0,-1 0 1 0 0,0 0-1 0 0,0 0 1 0 0,0 0-1 0 0,0 1 1 0 0,0-1-1 0 0,0 0 1 0 0,0 1 0 0 0,0-1-1 0 0,0 1 1 0 0,0-1-1 0 0,-2 0 1 0 0,-2 2 27 0 0,1 0 1 0 0,-1 1 0 0 0,0-1 0 0 0,1 1-1 0 0,0 0 1 0 0,-1 0 0 0 0,1 0-1 0 0,0 1 1 0 0,0-1 0 0 0,-6 6 0 0 0,6-5 99 0 0,-12 10 205 0 0,11-8-104 0 0,7-3 252 0 0,69-13-483 0 0,130-28 29 0 0,-176 31-218 0 0,1-1-1 0 0,-1-1 1 0 0,-1 0-1 0 0,0-2 1 0 0,0-1-1 0 0,-1-2 1 0 0,-1 0-1 0 0,28-24 1 0 0,-40 30 5 0 0,0-1 0 0 0,0 0 0 0 0,-1-1 1 0 0,0 0-1 0 0,-1-1 0 0 0,0 0 1 0 0,-1 0-1 0 0,0 0 0 0 0,-1-1 0 0 0,-1 0 1 0 0,0 0-1 0 0,-1-1 0 0 0,0 1 0 0 0,-1-1 1 0 0,0 0-1 0 0,-1 0 0 0 0,0-21 0 0 0,-2 18 74 0 0,0 0-1 0 0,-2 0 0 0 0,-3-20 1 0 0,3 31-19 0 0,1 0 1 0 0,-1-1 0 0 0,-1 1-1 0 0,1 0 1 0 0,-1 0-1 0 0,0 1 1 0 0,0-1-1 0 0,-1 0 1 0 0,0 1-1 0 0,1 0 1 0 0,-7-6 0 0 0,8 10-51 0 0,1 0 1 0 0,0 0-1 0 0,-1 1 1 0 0,1-1-1 0 0,-1 0 1 0 0,1 1-1 0 0,-1-1 1 0 0,1 1-1 0 0,-1-1 1 0 0,1 1-1 0 0,-1 0 1 0 0,0 0-1 0 0,1 0 1 0 0,-1-1-1 0 0,1 2 1 0 0,-1-1 0 0 0,0 0-1 0 0,1 0 1 0 0,-1 0-1 0 0,1 1 1 0 0,-1-1-1 0 0,1 1 1 0 0,-1-1-1 0 0,1 1 1 0 0,-1 0-1 0 0,1 0 1 0 0,-1-1-1 0 0,1 1 1 0 0,0 0-1 0 0,0 0 1 0 0,-3 3-1 0 0,-35 35 231 0 0,30-27-206 0 0,2 1 0 0 0,0-1-1 0 0,0 1 1 0 0,1 0 0 0 0,1 1 0 0 0,0 0-1 0 0,1-1 1 0 0,0 1 0 0 0,1 1 0 0 0,1-1-1 0 0,0 0 1 0 0,1 1 0 0 0,0-1 0 0 0,1 1-1 0 0,1-1 1 0 0,1 1 0 0 0,0-1 0 0 0,0 0-1 0 0,2 1 1 0 0,-1-1 0 0 0,2-1 0 0 0,6 14-1 0 0,-3-7 2 0 0,2 8 51 0 0,2-1 0 0 0,30 50-1 0 0,-37-70-73 0 0,0 0 0 0 0,0-1 0 0 0,1 1-1 0 0,-1-1 1 0 0,1-1 0 0 0,1 1 0 0 0,-1-1 0 0 0,1 0-1 0 0,0 0 1 0 0,0-1 0 0 0,0 1 0 0 0,1-2 0 0 0,0 1 0 0 0,-1-1-1 0 0,11 2 1 0 0,-15-4 34 0 0,0-1-1 0 0,0 0 0 0 0,0 1 1 0 0,0-2-1 0 0,0 1 1 0 0,0 0-1 0 0,0 0 1 0 0,0-1-1 0 0,0 0 0 0 0,-1 1 1 0 0,1-1-1 0 0,0 0 1 0 0,0-1-1 0 0,0 1 1 0 0,-1 0-1 0 0,1-1 0 0 0,-1 0 1 0 0,1 1-1 0 0,-1-1 1 0 0,0 0-1 0 0,1 0 0 0 0,-1 0 1 0 0,0-1-1 0 0,0 1 1 0 0,-1 0-1 0 0,4-6 1 0 0,-4 7 444 0 0,-9-4-587 0 0,1-1-736 0 0,-1 7-4062 0 0,-7 4 1650 0 0,11-3 248 0 0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1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53 440 0 0,'0'0'828'0'0,"0"-16"1400"0"0,-2-2-524 0 0,4 5-791 0 0,3 8-1013 0 0,15 5-4669 0 0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3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123 395 844 0 0,'-30'-6'4701'0'0,"25"7"-4515"0"0,0 0 1 0 0,0 0 0 0 0,1 0-1 0 0,-1 1 1 0 0,0-1 0 0 0,1 1-1 0 0,-1 0 1 0 0,1 0 0 0 0,0 1-1 0 0,0 0 1 0 0,0-1 0 0 0,0 1-1 0 0,0 1 1 0 0,0-1 0 0 0,1 0-1 0 0,-1 1 1 0 0,1 0 0 0 0,0 0 0 0 0,0 0-1 0 0,1 0 1 0 0,-4 7 0 0 0,5-9-21 0 0,1-1-142 0 0,0 0 0 0 0,-1 0 0 0 0,1 1 0 0 0,0-1 0 0 0,0 0 0 0 0,0 1 0 0 0,0-1 1 0 0,0 0-1 0 0,0 1 0 0 0,0-1 0 0 0,0 0 0 0 0,0 1 0 0 0,1-1 0 0 0,-1 0 0 0 0,1 1 1 0 0,-1-1-1 0 0,1 0 0 0 0,-1 0 0 0 0,1 0 0 0 0,0 0 0 0 0,-1 1 0 0 0,1-1 1 0 0,0 0-1 0 0,0 0 0 0 0,0 0 0 0 0,0 0 0 0 0,0-1 0 0 0,0 1 0 0 0,0 0 0 0 0,0 0 1 0 0,0-1-1 0 0,1 1 0 0 0,-1 0 0 0 0,0-1 0 0 0,0 1 0 0 0,3 0 0 0 0,33-1 78 0 0,47-6 0 0 0,-73 4-129 0 0,-1 0 0 0 0,1 0 0 0 0,0-1 0 0 0,-1 0 0 0 0,0 0 0 0 0,0-2 0 0 0,0 1 0 0 0,0-1 0 0 0,11-8 0 0 0,-20 12 15 0 0,1 1-3 0 0,-2 0 15 0 0,0 0-1 0 0,1-1 0 0 0,-1 1 0 0 0,1 0 0 0 0,-1 0 0 0 0,0 0 0 0 0,1 0 1 0 0,-1-1-1 0 0,1 1 0 0 0,-1 0 0 0 0,0-1 0 0 0,1 1 0 0 0,-1 0 0 0 0,0 0 0 0 0,1-1 1 0 0,-1 1-1 0 0,0-1 0 0 0,0 1 0 0 0,1 0 0 0 0,-1-1 0 0 0,0 1 0 0 0,0-1 1 0 0,0 1-1 0 0,0 0 0 0 0,1-1 0 0 0,-1 1 0 0 0,0-1 0 0 0,0 1 0 0 0,0-1 0 0 0,0 1 1 0 0,0-1-1 0 0,0 1 0 0 0,0 0 0 0 0,0-1 0 0 0,-1 0 0 0 0,2-1 27 0 0,-2 2-20 0 0,0 0-1 0 0,0 0 1 0 0,0 0-1 0 0,0 0 1 0 0,1-1-1 0 0,-1 1 1 0 0,0 0-1 0 0,0-1 1 0 0,0 1-1 0 0,0 0 1 0 0,1-1-1 0 0,-1 1 1 0 0,0-1-1 0 0,1 1 1 0 0,-1-1-1 0 0,0 0 1 0 0,1 1-1 0 0,-1-1 1 0 0,0-1-1 0 0,-6-4 174 0 0,6 5 86 0 0,-2 1-288 0 0,-6-1 30 0 0,7 0 9 0 0,-10 0 2 0 0,9 0 3 0 0,-1 1 0 0 0,1 0 1 0 0,-1-1-1 0 0,0 1 0 0 0,1 1 0 0 0,-1-1 1 0 0,0 0-1 0 0,1 1 0 0 0,-8 2 0 0 0,9-3-14 0 0,1 0-8 0 0,-9 4 13 0 0,-3 23 23 0 0,12-25-18 0 0,1-2-16 0 0,0 0-1 0 0,0 1 1 0 0,0-1 0 0 0,-1 0-1 0 0,1 1 1 0 0,0-1-1 0 0,0 0 1 0 0,0 1-1 0 0,0-1 1 0 0,0 0-1 0 0,0 1 1 0 0,0-1-1 0 0,0 0 1 0 0,0 1-1 0 0,0-1 1 0 0,0 0-1 0 0,0 1 1 0 0,0-1-1 0 0,0 0 1 0 0,0 1 0 0 0,0-1-1 0 0,0 0 1 0 0,0 1-1 0 0,0-1 1 0 0,1 0-1 0 0,-1 0 1 0 0,0 1-1 0 0,0-1 1 0 0,0 0-1 0 0,1 1 1 0 0,-1-1-1 0 0,0 0 1 0 0,0 0-1 0 0,1 0 1 0 0,-1 1 0 0 0,0-1-1 0 0,0 0 1 0 0,1 0-1 0 0,-1 0 1 0 0,1 1-1 0 0,13 14 46 0 0,-12-14-42 0 0,0 0 0 0 0,1 0 1 0 0,-1-1-1 0 0,0 1 0 0 0,1 0 1 0 0,-1-1-1 0 0,0 1 0 0 0,1-1 1 0 0,-1 0-1 0 0,1 0 0 0 0,-1 0 1 0 0,1 0-1 0 0,-1 0 0 0 0,1 0 1 0 0,-1-1-1 0 0,1 1 0 0 0,-1-1 1 0 0,0 0-1 0 0,1 1 0 0 0,-1-1 1 0 0,0 0-1 0 0,0 0 0 0 0,0-1 1 0 0,1 1-1 0 0,-1 0 0 0 0,3-4 1 0 0,1 2-2 0 0,-5 2 9 0 0,1 0-10 0 0,27-14-16 0 0,35-6 0 0 0,-51 18 14 0 0,0-1 1 0 0,0 0 0 0 0,-1-1-1 0 0,0 0 1 0 0,0 0-1 0 0,0-2 1 0 0,-1 1-1 0 0,0-1 1 0 0,0-1-1 0 0,0 0 1 0 0,11-13-1 0 0,-10 8-3 0 0,-2-1-1 0 0,0 0 0 0 0,-1-1 0 0 0,0 0 0 0 0,-1-1 0 0 0,-1 1 0 0 0,10-33 1 0 0,-13 36 86 0 0,-1 1 1 0 0,0 0 0 0 0,-1-1 0 0 0,-1 0-1 0 0,0 1 1 0 0,0-1 0 0 0,-1 0 0 0 0,-1 0-1 0 0,0 0 1 0 0,0 1 0 0 0,-1-1 0 0 0,-5-16 0 0 0,7 27-61 0 0,-1 0 0 0 0,1-1 1 0 0,0 1-1 0 0,-1 0 1 0 0,1 0-1 0 0,-1 0 1 0 0,1 0-1 0 0,-1-1 1 0 0,0 1-1 0 0,1 0 1 0 0,-1 0-1 0 0,0 0 0 0 0,0 0 1 0 0,0 0-1 0 0,0 1 1 0 0,0-1-1 0 0,0 0 1 0 0,0 0-1 0 0,0 0 1 0 0,0 1-1 0 0,0-1 1 0 0,0 1-1 0 0,0-1 0 0 0,-1 1 1 0 0,1-1-1 0 0,-2 1 1 0 0,1 0-8 0 0,1 0 0 0 0,-1 1 0 0 0,0-1 0 0 0,1 1 0 0 0,-1 0 0 0 0,0-1 0 0 0,1 1 0 0 0,-1 0 0 0 0,1 0 0 0 0,-1 0 0 0 0,1 0 0 0 0,0 0 1 0 0,-1 1-1 0 0,1-1 0 0 0,0 0 0 0 0,-2 3 0 0 0,-3 3 11 0 0,1 1 0 0 0,-1 0 1 0 0,1 1-1 0 0,1-1 0 0 0,0 1 1 0 0,-4 10-1 0 0,4-2 8 0 0,0 0 1 0 0,0 0-1 0 0,2 1 0 0 0,0 0 0 0 0,1-1 1 0 0,1 1-1 0 0,1 0 0 0 0,3 25 1 0 0,3-9 5 0 0,1-1 1 0 0,2 0 0 0 0,19 44 0 0 0,-28-73-51 0 0,1 1 0 0 0,-1-1 1 0 0,1 0-1 0 0,1 0 0 0 0,-1 0 1 0 0,0-1-1 0 0,1 1 0 0 0,0-1 0 0 0,-1 1 1 0 0,2-1-1 0 0,-1 0 0 0 0,0 0 1 0 0,0 0-1 0 0,1 0 0 0 0,0-1 1 0 0,0 1-1 0 0,-1-1 0 0 0,1 0 1 0 0,0 0-1 0 0,1-1 0 0 0,-1 1 1 0 0,0-1-1 0 0,0 0 0 0 0,1 0 0 0 0,-1 0 1 0 0,1-1-1 0 0,-1 1 0 0 0,1-1 1 0 0,4 0-1 0 0,-1-2-2 0 0,-1 1 0 0 0,1-1-1 0 0,-1 0 1 0 0,1-1 0 0 0,-1 1 0 0 0,0-2 0 0 0,0 1 0 0 0,0-1-1 0 0,-1 0 1 0 0,1 0 0 0 0,-1-1 0 0 0,0 1 0 0 0,0-2-1 0 0,-1 1 1 0 0,1-1 0 0 0,4-6 0 0 0,3-5 0 0 0,0 0 1 0 0,-1 0-1 0 0,-1-1 1 0 0,-1 0-1 0 0,0-1 1 0 0,-2 0-1 0 0,0-1 1 0 0,-1 0-1 0 0,-1 0 1 0 0,-1 0-1 0 0,3-23 1 0 0,-6 24 54 0 0,0-1 1 0 0,-2 1 0 0 0,0 0-1 0 0,-4-30 1 0 0,4 47 81 0 0,-4 7-108 0 0,-3 7-2 0 0,0 1 1 0 0,1-1 0 0 0,1 1 0 0 0,0 0 0 0 0,1 0-1 0 0,0 0 1 0 0,1 1 0 0 0,1-1 0 0 0,0 1 0 0 0,0 0 0 0 0,2-1-1 0 0,0 19 1 0 0,1-19 2 0 0,0 1 0 0 0,0-1 0 0 0,2 1 0 0 0,-1-1 0 0 0,2 1-1 0 0,0-1 1 0 0,0 0 0 0 0,1-1 0 0 0,1 1 0 0 0,0-1 0 0 0,0 0 0 0 0,2-1-1 0 0,8 12 1 0 0,-10-16-10 0 0,0 0 0 0 0,1-1-1 0 0,0 0 1 0 0,0 0-1 0 0,0-1 1 0 0,0 0 0 0 0,1 0-1 0 0,0-1 1 0 0,0 0 0 0 0,1 0-1 0 0,-1-1 1 0 0,1 0-1 0 0,16 4 1 0 0,-20-7-6 0 0,0 1-1 0 0,0-1 1 0 0,0 0-1 0 0,0 0 1 0 0,0-1 0 0 0,0 1-1 0 0,-1-1 1 0 0,1 0 0 0 0,0 0-1 0 0,0-1 1 0 0,-1 0-1 0 0,1 1 1 0 0,-1-2 0 0 0,1 1-1 0 0,-1 0 1 0 0,0-1 0 0 0,0 0-1 0 0,0 0 1 0 0,0 0-1 0 0,-1 0 1 0 0,1-1 0 0 0,-1 1-1 0 0,0-1 1 0 0,0 0-1 0 0,0 0 1 0 0,0 0 0 0 0,2-5-1 0 0,11-48 66 0 0,-15 55-59 0 0,1-12 17 0 0,-2 12-32 0 0,-3-4 18 0 0,9 36-211 0 0,-4-27 204 0 0,-1 0-1 0 0,0 0 0 0 0,0 0 1 0 0,1-1-1 0 0,0 1 0 0 0,0 0 1 0 0,-1-1-1 0 0,1 1 0 0 0,1-1 1 0 0,-1 1-1 0 0,0-1 1 0 0,1 0-1 0 0,-1 0 0 0 0,1 0 1 0 0,0 0-1 0 0,-1-1 0 0 0,1 1 1 0 0,0-1-1 0 0,0 1 0 0 0,0-1 1 0 0,0 0-1 0 0,0 0 0 0 0,0-1 1 0 0,0 1-1 0 0,1-1 0 0 0,-1 1 1 0 0,0-1-1 0 0,4 0 0 0 0,9 1 14 0 0,-1-1 0 0 0,1-1 0 0 0,0 0 0 0 0,18-5 0 0 0,-24 4 2 0 0,1-1-1 0 0,0-1 0 0 0,-1 0 0 0 0,18-9 1 0 0,31-13-5 0 0,-57 25-9 0 0,-2 0-4 0 0,1 1 0 0 0,-1 0 0 0 0,0 0 0 0 0,1-1 0 0 0,-1 1 0 0 0,0 0 0 0 0,1 0 0 0 0,-1 0 0 0 0,0 0 0 0 0,1-1 0 0 0,-1 1 0 0 0,1 0-1 0 0,-1 0 1 0 0,0 0 0 0 0,1 0 0 0 0,-1 0 0 0 0,1 0 0 0 0,-1 0 0 0 0,0 0 0 0 0,1 0 0 0 0,-1 0 0 0 0,1 0 0 0 0,-1 0 0 0 0,0 0 0 0 0,1 0 0 0 0,-1 1 0 0 0,0-1-1 0 0,1 0 1 0 0,-1 0 0 0 0,1 0 0 0 0,-1 1 0 0 0,0-1 0 0 0,1 0 0 0 0,-1 0 0 0 0,0 1 0 0 0,0-1 0 0 0,1 0 0 0 0,-1 0 0 0 0,0 1 0 0 0,0-1 0 0 0,1 0 0 0 0,-1 1-1 0 0,0-1 1 0 0,0 1 0 0 0,0-1 0 0 0,0 0 0 0 0,1 1 0 0 0,-1-1 0 0 0,0 0 0 0 0,0 1 0 0 0,0-1 0 0 0,0 1 0 0 0,0-1 0 0 0,0 1 0 0 0,0-1 0 0 0,0 0-1 0 0,0 1 1 0 0,0-1 0 0 0,0 1 0 0 0,0-1 0 0 0,-1 0 0 0 0,1 1 0 0 0,0-1 0 0 0,0 0 0 0 0,0 1 0 0 0,0-1 0 0 0,-1 1 0 0 0,-24 93 405 0 0,-37 93 0 0 0,19-64-221 0 0,38-106-148 0 0,0-1-1 0 0,-1-1 1 0 0,-1 1 0 0 0,-1-1 0 0 0,0 0-1 0 0,0-1 1 0 0,-22 26 0 0 0,29-39-43 0 0,0 1-1 0 0,0-1 1 0 0,0 0 0 0 0,0 0-1 0 0,0 0 1 0 0,0 0 0 0 0,0 0 0 0 0,-1-1-1 0 0,1 1 1 0 0,0 0 0 0 0,-1-1 0 0 0,1 1-1 0 0,-1 0 1 0 0,1-1 0 0 0,-1 0-1 0 0,1 1 1 0 0,-1-1 0 0 0,1 0 0 0 0,-1 0-1 0 0,1 0 1 0 0,-1 0 0 0 0,1 0-1 0 0,-1 0 1 0 0,1 0 0 0 0,-1 0 0 0 0,1-1-1 0 0,-1 1 1 0 0,1-1 0 0 0,0 1 0 0 0,-1-1-1 0 0,1 1 1 0 0,-1-1 0 0 0,1 0-1 0 0,0 0 1 0 0,0 0 0 0 0,-1 0 0 0 0,1 0-1 0 0,0 0 1 0 0,0 0 0 0 0,0 0-1 0 0,-1-1 1 0 0,-5-7-644 0 0,1-1 1 0 0,0 1-1 0 0,0-1 0 0 0,-7-18 0 0 0,2 4-2008 0 0,-3 1-1244 0 0,-4-7 294 0 0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3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7 628 0 0,'0'0'1600'0'0,"-15"-2"1200"0"0,0 0-2482 0 0,1 0 0 0 0,0 1 0 0 0,-1 1 0 0 0,1 1 0 0 0,0 0 0 0 0,-21 4 0 0 0,26-4-113 0 0,-1 1 0 0 0,1 0 1 0 0,0 1-1 0 0,0 0 1 0 0,0 1-1 0 0,0 0 0 0 0,0 0 1 0 0,1 1-1 0 0,0 0 0 0 0,-15 11 1 0 0,21-14-150 0 0,0 0 0 0 0,0 0 0 0 0,0 0 0 0 0,1 0 0 0 0,-1 0 0 0 0,0 0 0 0 0,1 0 0 0 0,0 1 0 0 0,-1-1 1 0 0,1 1-1 0 0,0-1 0 0 0,0 1 0 0 0,0-1 0 0 0,1 1 0 0 0,-1-1 0 0 0,1 1 0 0 0,-1 0 0 0 0,1-1 0 0 0,0 1 0 0 0,0 0 0 0 0,1 4 0 0 0,0-4-7 0 0,0 1 0 0 0,0-1 0 0 0,1 1 0 0 0,0-1 0 0 0,-1 0 0 0 0,1 1 0 0 0,1-1 0 0 0,-1 0 0 0 0,0 0 1 0 0,1-1-1 0 0,-1 1 0 0 0,1-1 0 0 0,5 5 0 0 0,4 1-6 0 0,0 0 1 0 0,0-1-1 0 0,1-1 1 0 0,0 0-1 0 0,0 0 0 0 0,1-2 1 0 0,14 4-1 0 0,47 5-1606 0 0,-26-9-3476 0 0,-26-4 2129 0 0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9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37 820 0 0,'8'-22'3943'0'0,"-2"8"3368"0"0,-9 25-7198 0 0,0-1 0 0 0,1 1 0 0 0,1 0 0 0 0,0 0 0 0 0,0 1 0 0 0,1-1 0 0 0,0 0 0 0 0,1 0 0 0 0,0 0 0 0 0,1 0 0 0 0,6 19 0 0 0,-7-26-83 0 0,0 0 0 0 0,0-1 1 0 0,0 1-1 0 0,1-1 0 0 0,0 1 1 0 0,-1-1-1 0 0,1 0 0 0 0,1 0 1 0 0,-1 0-1 0 0,0 0 0 0 0,1 0 1 0 0,-1 0-1 0 0,1 0 0 0 0,0-1 1 0 0,0 0-1 0 0,0 1 0 0 0,0-1 1 0 0,0 0-1 0 0,1 0 0 0 0,-1-1 1 0 0,1 1-1 0 0,-1-1 0 0 0,1 0 0 0 0,-1 0 1 0 0,1 0-1 0 0,0 0 0 0 0,0 0 1 0 0,-1-1-1 0 0,1 0 0 0 0,0 0 1 0 0,0 0-1 0 0,0 0 0 0 0,-1 0 1 0 0,1-1-1 0 0,0 0 0 0 0,0 0 1 0 0,-1 0-1 0 0,1 0 0 0 0,4-3 1 0 0,8-1-51 0 0,0-2-1 0 0,-1 0 1 0 0,0-1 0 0 0,-1 0 0 0 0,0-2 0 0 0,0 1-1 0 0,0-2 1 0 0,-2 1 0 0 0,1-2 0 0 0,-1 0 0 0 0,15-20 0 0 0,-26 29 2 0 0,0-2 26 0 0,-15 29-121 0 0,11-18 113 0 0,1 0 0 0 0,0 0 0 0 0,0 0 0 0 0,1 1 0 0 0,0-1 0 0 0,0 0 0 0 0,0 1 1 0 0,1 7-1 0 0,0-13 1 0 0,0 0 1 0 0,0 0 0 0 0,0 1-1 0 0,1-1 1 0 0,-1 0 0 0 0,1 0 0 0 0,-1 0-1 0 0,1 0 1 0 0,-1 0 0 0 0,1 0-1 0 0,-1 0 1 0 0,1 0 0 0 0,0 0 0 0 0,0 0-1 0 0,-1-1 1 0 0,1 1 0 0 0,0 0-1 0 0,0 0 1 0 0,0-1 0 0 0,0 1 0 0 0,0 0-1 0 0,0-1 1 0 0,0 1 0 0 0,0-1-1 0 0,0 0 1 0 0,0 1 0 0 0,0-1 0 0 0,1 0-1 0 0,-1 1 1 0 0,2-1 0 0 0,28-2 6 0 0,-27 1-5 0 0,121-19-2 0 0,-83 11-18 0 0,1 2-1 0 0,54-1 1 0 0,-94 8 12 0 0,-1 0 1 0 0,0 0-1 0 0,1 0 1 0 0,-1 1-1 0 0,0-1 1 0 0,0 1-1 0 0,0-1 0 0 0,1 1 1 0 0,-1 0-1 0 0,0 0 1 0 0,0 0-1 0 0,0 0 1 0 0,0 0-1 0 0,0 0 0 0 0,0 1 1 0 0,-1-1-1 0 0,1 0 1 0 0,0 1-1 0 0,2 2 1 0 0,-3-2 6 0 0,-3 2 6 0 0,-4 3-7 0 0,0-1 0 0 0,0 1 0 0 0,0-1 0 0 0,0 0-1 0 0,-1-1 1 0 0,0 1 0 0 0,0-2 0 0 0,-1 1 0 0 0,1-1-1 0 0,-1 0 1 0 0,0 0 0 0 0,0-1 0 0 0,-12 3 0 0 0,19-5-15 0 0,-1 0-9 0 0,2-1 21 0 0,0 0 0 0 0,0 0 0 0 0,-1 0 0 0 0,1 0 0 0 0,0 0 0 0 0,0 0 0 0 0,0 0 0 0 0,0 0-1 0 0,0 0 1 0 0,0 1 0 0 0,-1-1 0 0 0,1 0 0 0 0,0 0 0 0 0,0 0 0 0 0,0 0 0 0 0,0 0 0 0 0,0 0 0 0 0,0 0 0 0 0,-1 0 0 0 0,1 0-1 0 0,0 0 1 0 0,0 1 0 0 0,0-1 0 0 0,0 0 0 0 0,0 0 0 0 0,0 0 0 0 0,0 0 0 0 0,0 0 0 0 0,0 0 0 0 0,0 0 0 0 0,0 1 0 0 0,0-1 0 0 0,0 0-1 0 0,0 0 1 0 0,0 0 0 0 0,-1 0 0 0 0,1 0 0 0 0,0 1 0 0 0,0-1 0 0 0,1 0 0 0 0,-1 0 0 0 0,0 0 0 0 0,0 0 0 0 0,0 0 0 0 0,0 1-1 0 0,0-1 1 0 0,0 0 0 0 0,0 0 0 0 0,0 0 0 0 0,0 0 0 0 0,0 0 0 0 0,0 0 0 0 0,0 1 0 0 0,0-1 0 0 0,0 0 0 0 0,0 0 0 0 0,1 0-1 0 0,-1 0 1 0 0,0 0 0 0 0,0 0 0 0 0,0 0 0 0 0,0 0 0 0 0,0 0 0 0 0,0 0 0 0 0,1 0 0 0 0,-1 1 0 0 0,0-1 0 0 0,0 0 0 0 0,14 1-76 0 0,0 0 0 0 0,0-1 0 0 0,0 0 1 0 0,-1-1-1 0 0,1-1 0 0 0,0 0 0 0 0,-1-1 1 0 0,23-7-1 0 0,2-3-149 0 0,67-33 0 0 0,-58 17 1847 0 0,-69 38-1481 0 0,17-6-114 0 0,-1 0 47 0 0,7 0-112 0 0,-1-1 0 0 0,1 1 0 0 0,-1 0-1 0 0,1 0 1 0 0,0-1 0 0 0,0 1 0 0 0,0 0 0 0 0,1-1-1 0 0,-1 1 1 0 0,1-1 0 0 0,-1 1 0 0 0,1-1-1 0 0,0 0 1 0 0,0 0 0 0 0,0 0 0 0 0,0 0 0 0 0,0 0-1 0 0,4 3 1 0 0,29 13-7678 0 0,-21-14 4195 0 0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9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607 140 68 0 0,'-13'-39'1746'0'0,"10"29"-1063"0"0,1 1 0 0 0,-1 0 0 0 0,0 0 0 0 0,-1 1 0 0 0,0-1-1 0 0,-1 1 1 0 0,0 0 0 0 0,0 0 0 0 0,-11-13 0 0 0,15 21-604 0 0,-1 0 1 0 0,1-1 0 0 0,0 1-1 0 0,-1 0 1 0 0,1 0 0 0 0,-1 0-1 0 0,1 0 1 0 0,0 0 0 0 0,-1 0-1 0 0,1 1 1 0 0,-1-1 0 0 0,1 0 0 0 0,0 1-1 0 0,-1-1 1 0 0,1 1 0 0 0,0-1-1 0 0,0 1 1 0 0,-1 0 0 0 0,1-1-1 0 0,0 1 1 0 0,0 0 0 0 0,0 0-1 0 0,0 0 1 0 0,0 0 0 0 0,0 0-1 0 0,0 0 1 0 0,-1 2 0 0 0,0-2-58 0 0,-15 19 284 0 0,0 1 1 0 0,2 1 0 0 0,0 1 0 0 0,1 0-1 0 0,1 0 1 0 0,-17 47 0 0 0,10-25-20 0 0,-81 180 708 0 0,-86 288 1 0 0,140-399-877 0 0,47-114-141 0 0,0 1 1 0 0,0-1-1 0 0,0 0 0 0 0,-1 1 1 0 0,1-1-1 0 0,0 0 0 0 0,0 0 1 0 0,0 1-1 0 0,0-1 0 0 0,0 0 1 0 0,-1 0-1 0 0,1 1 0 0 0,0-1 0 0 0,0 0 1 0 0,0 0-1 0 0,-1 0 0 0 0,1 1 1 0 0,0-1-1 0 0,0 0 0 0 0,-1 0 1 0 0,1 0-1 0 0,0 0 0 0 0,0 0 1 0 0,-1 0-1 0 0,1 1 0 0 0,0-1 1 0 0,0 0-1 0 0,-1 0 0 0 0,1 0 0 0 0,0 0 1 0 0,-1 0-1 0 0,1 0 0 0 0,0 0 1 0 0,-1 0-1 0 0,1 0 0 0 0,0 0 1 0 0,0 0-1 0 0,-1 0 0 0 0,1-1 1 0 0,0 1-1 0 0,-1 0 0 0 0,1 0 1 0 0,0 0-1 0 0,0 0 0 0 0,-1 0 0 0 0,1 0 1 0 0,0-1-1 0 0,0 1 0 0 0,0 0 1 0 0,-1 0-1 0 0,1 0 0 0 0,0-1 1 0 0,0 1-1 0 0,0 0 0 0 0,-1 0 1 0 0,1-1-1 0 0,0 1 0 0 0,0 0 1 0 0,0 0-1 0 0,0-1 0 0 0,0 1 0 0 0,0 0 1 0 0,0-1-1 0 0,-9-13-619 0 0,7 8 501 0 0,0-1-1 0 0,1 1 1 0 0,0 0 0 0 0,0-1-1 0 0,0 1 1 0 0,1-1-1 0 0,0 1 1 0 0,0-1 0 0 0,1 1-1 0 0,0-1 1 0 0,0 1-1 0 0,0 0 1 0 0,1-1 0 0 0,0 1-1 0 0,0 0 1 0 0,1 0-1 0 0,-1 0 1 0 0,8-10 0 0 0,4-5-123 0 0,0 0 0 0 0,1 1 0 0 0,24-24 0 0 0,-26 32 209 0 0,0 0 0 0 0,0 1 0 0 0,1 0 0 0 0,1 1 0 0 0,30-16 0 0 0,88-31 63 0 0,-11 6 697 0 0,-5-21 2500 0 0,-115 71-2942 0 0,8-7 1668 0 0,-31 41-1729 0 0,21-32-196 0 0,-1 0 1 0 0,0 0 0 0 0,1 0-1 0 0,-1 0 1 0 0,1 0 0 0 0,0 1 0 0 0,-1-1-1 0 0,1 0 1 0 0,0 0 0 0 0,-1 1-1 0 0,1-1 1 0 0,0 0 0 0 0,0 0 0 0 0,0 1-1 0 0,0-1 1 0 0,1 0 0 0 0,-1 0-1 0 0,0 1 1 0 0,0-1 0 0 0,1 0 0 0 0,-1 0-1 0 0,1 0 1 0 0,-1 1 0 0 0,1-1-1 0 0,-1 0 1 0 0,1 0 0 0 0,0 0 0 0 0,-1 0-1 0 0,1 0 1 0 0,2 1 0 0 0,-2-1 6 0 0,54-6 71 0 0,-28 0-88 0 0,1 0-1 0 0,47 0 1 0 0,19-3-73 0 0,-85 6 71 0 0,1 0 0 0 0,-1-1 0 0 0,0 0 0 0 0,1-1 0 0 0,-2 0 0 0 0,1 0 0 0 0,0 0 0 0 0,-1-1 0 0 0,0-1 0 0 0,0 0 0 0 0,0 0 0 0 0,-1 0 0 0 0,0-1 0 0 0,0 0 0 0 0,-1 0 0 0 0,1-1 0 0 0,-2 1 0 0 0,1-2 0 0 0,7-15 0 0 0,0-1 30 0 0,-2-2 0 0 0,-1 0-1 0 0,-1 0 1 0 0,-1-1-1 0 0,5-36 1 0 0,-13 64-10 0 0,0-1 0 0 0,0 0 0 0 0,1 1 0 0 0,-1-1 0 0 0,0 0 1 0 0,0 1-1 0 0,0-1 0 0 0,0 0 0 0 0,0 1 0 0 0,0-1 0 0 0,0 0 0 0 0,0 1 0 0 0,0-1 0 0 0,0 0 0 0 0,0 1 0 0 0,0-1 0 0 0,0 0 0 0 0,-1 1 0 0 0,1-1 0 0 0,0 0 0 0 0,0 1 1 0 0,-1-1-1 0 0,1 1 0 0 0,-1-1 0 0 0,1 0 0 0 0,0 1 0 0 0,-2-1 0 0 0,-14 5 286 0 0,-14 26 46 0 0,22-14-147 0 0,2 1 1 0 0,0 0 0 0 0,0 0 0 0 0,2 1-1 0 0,0-1 1 0 0,1 1 0 0 0,-2 33 0 0 0,5-40-461 0 0,1 0-1 0 0,0 1 1 0 0,1-1 0 0 0,0 0 0 0 0,6 21 0 0 0,-5-25-670 0 0,0 1-1 0 0,0-1 1 0 0,1 0 0 0 0,0 0 0 0 0,0 0 0 0 0,1-1-1 0 0,0 1 1 0 0,0-1 0 0 0,6 6 0 0 0,3 0-3459 0 0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05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5 558 740 0 0,'0'0'1384'0'0,"-1"-4"-730"0"0,0 2-574 0 0,0 1 0 0 0,1 0 0 0 0,0-1 0 0 0,-1 1 0 0 0,1 0 0 0 0,0-1-1 0 0,-1 1 1 0 0,1 0 0 0 0,0-1 0 0 0,0 1 0 0 0,0 0 0 0 0,0-1 0 0 0,1 1 0 0 0,-1 0-1 0 0,0-1 1 0 0,0 1 0 0 0,1 0 0 0 0,-1-1 0 0 0,1 1 0 0 0,-1 0 0 0 0,2-2 0 0 0,25-29 1387 0 0,193-162 1473 0 0,-186 168-2747 0 0,-2-2 0 0 0,-2-1 0 0 0,0-1 0 0 0,-2-1 1 0 0,-1-2-1 0 0,35-55 0 0 0,-62 88-180 0 0,1-1-1 0 0,0 0 1 0 0,-1 0 0 0 0,1 1-1 0 0,0-1 1 0 0,-1 0 0 0 0,1 0-1 0 0,-1 0 1 0 0,0 0 0 0 0,1 1-1 0 0,-1-1 1 0 0,0 0 0 0 0,1 0-1 0 0,-1 0 1 0 0,0 0 0 0 0,0 0-1 0 0,0 0 1 0 0,0 0 0 0 0,0 0-1 0 0,0 0 1 0 0,0 0 0 0 0,0 0-1 0 0,0 0 1 0 0,0 0 0 0 0,0 0-1 0 0,-1 0 1 0 0,1 0 0 0 0,0 0-1 0 0,-1 0 1 0 0,1 0 0 0 0,-2-1-1 0 0,1 2-4 0 0,-1-1 0 0 0,0 1 0 0 0,0 0 0 0 0,0 0 0 0 0,1 0 0 0 0,-1 0-1 0 0,0 0 1 0 0,0 0 0 0 0,0 0 0 0 0,0 1 0 0 0,1-1 0 0 0,-1 1 0 0 0,0-1 0 0 0,0 1 0 0 0,-1 0-1 0 0,-12 5 7 0 0,0 1 0 0 0,-24 16 0 0 0,33-20-9 0 0,0 1 1 0 0,1 1-1 0 0,0-1 1 0 0,-1 1-1 0 0,2 0 1 0 0,-1 0 0 0 0,1 0-1 0 0,-1 1 1 0 0,1-1-1 0 0,1 1 1 0 0,-1 0-1 0 0,1 0 1 0 0,0 0-1 0 0,1 1 1 0 0,-1-1 0 0 0,1 1-1 0 0,1 0 1 0 0,-1-1-1 0 0,0 9 1 0 0,2-8 0 0 0,0 1-1 0 0,1-1 1 0 0,0 0 0 0 0,1 1 0 0 0,-1-1 0 0 0,1 0 0 0 0,0 0-1 0 0,1 0 1 0 0,0 0 0 0 0,0 0 0 0 0,1-1 0 0 0,-1 1 0 0 0,1-1-1 0 0,1 0 1 0 0,-1 0 0 0 0,1 0 0 0 0,9 8 0 0 0,-3-4-5 0 0,1-1 1 0 0,0-1 0 0 0,0 0-1 0 0,0 0 1 0 0,1-1 0 0 0,0 0 0 0 0,1-2-1 0 0,-1 1 1 0 0,1-2 0 0 0,0 1-1 0 0,0-2 1 0 0,1 0 0 0 0,-1-1-1 0 0,26 1 1 0 0,-22-2 1 0 0,0-2 0 0 0,0 0-1 0 0,0 0 1 0 0,0-2 0 0 0,-1 0-1 0 0,1-1 1 0 0,-1-1 0 0 0,1-1 0 0 0,-2 0-1 0 0,1-1 1 0 0,26-16 0 0 0,-36 19 0 0 0,-1 0 1 0 0,0-1-1 0 0,0 0 1 0 0,0 0-1 0 0,0 0 1 0 0,-1-1 0 0 0,0 0-1 0 0,0 0 1 0 0,0 0-1 0 0,-1 0 1 0 0,0-1-1 0 0,0 0 1 0 0,-1 0-1 0 0,0 0 1 0 0,0 0 0 0 0,0 0-1 0 0,-1-1 1 0 0,0 1-1 0 0,-1-1 1 0 0,1-8-1 0 0,-2 14 40 0 0,-1-1 4 0 0,1 3-45 0 0,0-1 0 0 0,1 1 1 0 0,-1 0-1 0 0,0 0 0 0 0,0 0 1 0 0,0 0-1 0 0,0-1 0 0 0,0 1 1 0 0,0 0-1 0 0,0 0 1 0 0,0 0-1 0 0,0-1 0 0 0,0 1 1 0 0,0 0-1 0 0,0 0 0 0 0,-1 0 1 0 0,1 0-1 0 0,0-1 0 0 0,0 1 1 0 0,0 0-1 0 0,0 0 1 0 0,0 0-1 0 0,0 0 0 0 0,0-1 1 0 0,0 1-1 0 0,0 0 0 0 0,-1 0 1 0 0,1 0-1 0 0,0 0 0 0 0,0 0 1 0 0,0-1-1 0 0,0 1 1 0 0,-1 0-1 0 0,1 0 0 0 0,0 0 1 0 0,0 0-1 0 0,0 0 0 0 0,0 0 1 0 0,-1 0-1 0 0,1 0 0 0 0,0 0 1 0 0,0 0-1 0 0,0 0 1 0 0,-1 0-1 0 0,1 0 0 0 0,0 0 1 0 0,0 0-1 0 0,0 0 0 0 0,0 0 1 0 0,-1 0-1 0 0,1 0 0 0 0,0 0 1 0 0,0 0-1 0 0,0 0 1 0 0,-1 0-1 0 0,1 0 0 0 0,0 0 1 0 0,0 1-1 0 0,-2 1 1 0 0,0 0 0 0 0,1 0 0 0 0,-1 1 0 0 0,1-1 0 0 0,0 1 0 0 0,0-1 0 0 0,0 1 0 0 0,0 0 0 0 0,0-1 0 0 0,0 1 0 0 0,1 0 0 0 0,-1 0 0 0 0,1-1 0 0 0,0 1 0 0 0,0 0 0 0 0,0 0 0 0 0,0 0 0 0 0,0-1 0 0 0,1 1 0 0 0,-1 0 0 0 0,1 0 0 0 0,0-1 0 0 0,-1 1 0 0 0,1 0 0 0 0,1-1 0 0 0,-1 1 0 0 0,0-1 0 0 0,1 1 0 0 0,-1-1 0 0 0,1 0 0 0 0,0 0 0 0 0,2 3 0 0 0,4 4-2 0 0,0-1-1 0 0,1 0 1 0 0,0 0-1 0 0,1-1 0 0 0,0 0 1 0 0,0 0-1 0 0,0-1 0 0 0,1-1 1 0 0,0 0-1 0 0,0 0 0 0 0,0-1 1 0 0,0-1-1 0 0,1 1 1 0 0,0-2-1 0 0,-1 0 0 0 0,1 0 1 0 0,17-1-1 0 0,-19-1-4 0 0,-1 0 0 0 0,1-1-1 0 0,-1 0 1 0 0,1-1 0 0 0,-1 0 0 0 0,0 0-1 0 0,0-1 1 0 0,0-1 0 0 0,0 1 0 0 0,-1-1 0 0 0,1-1-1 0 0,-1 1 1 0 0,0-2 0 0 0,0 1 0 0 0,-1-1-1 0 0,1 0 1 0 0,-1 0 0 0 0,-1-1 0 0 0,1 0-1 0 0,-1-1 1 0 0,0 1 0 0 0,6-12 0 0 0,17-40 351 0 0,-26 48 224 0 0,-19 34-387 0 0,-10 25-51 0 0,3 1-1 0 0,1 0 1 0 0,-24 88-1 0 0,25-74-51 0 0,-8 38 59 0 0,-17 112 1 0 0,26-87 92 0 0,19-124-112 0 0,4-8-99 0 0,47-120 29 0 0,-32 74-52 0 0,3 2 1 0 0,2 0 0 0 0,38-61-1 0 0,55-45-34 0 0,-101 139 31 0 0,0 1-1 0 0,2 0 0 0 0,0 1 0 0 0,0 1 1 0 0,2 0-1 0 0,30-16 0 0 0,-41 26 0 0 0,0 1 1 0 0,0 1-1 0 0,0 0 0 0 0,1 0 0 0 0,-1 0 1 0 0,1 1-1 0 0,9 0 0 0 0,-15 1 3 0 0,1 0-1 0 0,-1 0 0 0 0,0 0 1 0 0,1 1-1 0 0,-1-1 1 0 0,0 1-1 0 0,1 0 0 0 0,-1 0 1 0 0,4 2-1 0 0,-5-2 3 0 0,-1 0-1 0 0,0-1 1 0 0,0 1-1 0 0,0 0 1 0 0,0 0-1 0 0,0 0 1 0 0,0 0 0 0 0,0 0-1 0 0,-1 0 1 0 0,1 0-1 0 0,0 0 1 0 0,-1 0-1 0 0,1 0 1 0 0,0 0-1 0 0,-1 0 1 0 0,1 1 0 0 0,-1-1-1 0 0,0 0 1 0 0,1 0-1 0 0,-1 1 1 0 0,0-1-1 0 0,0 0 1 0 0,0 1-1 0 0,0 0 1 0 0,0 1 0 0 0,0 0 1 0 0,0 0-1 0 0,-1 0 0 0 0,0 0 1 0 0,1 0-1 0 0,-1 0 0 0 0,0 0 0 0 0,0-1 1 0 0,-1 1-1 0 0,1 0 0 0 0,-1-1 1 0 0,1 1-1 0 0,-1-1 0 0 0,0 1 1 0 0,0-1-1 0 0,0 0 0 0 0,0 0 1 0 0,0 0-1 0 0,0 0 0 0 0,-1 0 1 0 0,1 0-1 0 0,-4 1 0 0 0,-5 3 3 0 0,-1 0 1 0 0,-1 0-1 0 0,-21 5 0 0 0,3 0-18 0 0,28-10-183 0 0,0-1 0 0 0,0 1-1 0 0,0-1 1 0 0,0 0 0 0 0,0 0-1 0 0,0 0 1 0 0,0 0 0 0 0,0-1 0 0 0,0 1-1 0 0,0-1 1 0 0,0 0 0 0 0,0 0-1 0 0,-4-1 1 0 0,5 0-795 0 0,-1-7-3934 0 0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06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0 176 0 0,'6'0'432'0'0,"-1"0"0"0"0,1 1 0 0 0,0-1 0 0 0,-1 1 0 0 0,1 0 0 0 0,-1 0 0 0 0,1 1 0 0 0,-1 0 0 0 0,0 0 0 0 0,10 5 0 0 0,-14-6-352 0 0,1 0 0 0 0,0 1 0 0 0,-1-1 0 0 0,1 1 0 0 0,-1-1-1 0 0,1 1 1 0 0,-1 0 0 0 0,0 0 0 0 0,0-1 0 0 0,1 1 0 0 0,-1 0 0 0 0,-1 0 0 0 0,1 0 0 0 0,0 0 0 0 0,0 0 0 0 0,-1 0 0 0 0,1 1-1 0 0,-1-1 1 0 0,0 0 0 0 0,0 0 0 0 0,1 0 0 0 0,-1 0 0 0 0,-1 1 0 0 0,1-1 0 0 0,0 0 0 0 0,0 0 0 0 0,-1 0 0 0 0,1 0 0 0 0,-1 0-1 0 0,-1 3 1 0 0,-14 21 787 0 0,12-22 437 0 0,12-14-1356 0 0,1 1 1 0 0,0 0 0 0 0,1 0 0 0 0,0 1 0 0 0,0 0 0 0 0,14-7 0 0 0,44-21-5600 0 0,-55 31 3644 0 0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07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31 488 472 0 0,'0'0'779'0'0,"51"-28"4107"0"0,-60 32-1641 0 0,3-1-3173 0 0,1 0 0 0 0,-1 1 0 0 0,1 0 0 0 0,0 0 0 0 0,0 0 0 0 0,0 0 0 0 0,0 1 0 0 0,-7 9 0 0 0,8-7 10 0 0,3-5-53 0 0,-1 0-1 0 0,0 0 0 0 0,1 1 0 0 0,0-1 0 0 0,-1 1 1 0 0,1 0-1 0 0,0-1 0 0 0,0 1 0 0 0,1 0 1 0 0,-1 0-1 0 0,0-1 0 0 0,1 1 0 0 0,0 0 0 0 0,0 6 1 0 0,0-7 21 0 0,1 0 3 0 0,-1-1-46 0 0,1 0-1 0 0,-1 0 1 0 0,1 0-1 0 0,-1 0 1 0 0,1 0-1 0 0,-1-1 1 0 0,1 1-1 0 0,-1 0 1 0 0,1 0-1 0 0,0 0 1 0 0,0 0-1 0 0,-1-1 1 0 0,1 1-1 0 0,0 0 1 0 0,0-1-1 0 0,0 1 1 0 0,0-1-1 0 0,0 1 1 0 0,0-1-1 0 0,0 1 1 0 0,0-1-1 0 0,2 1 1 0 0,12-2 11 0 0,0 0-1 0 0,0 0 1 0 0,0-2-1 0 0,0 0 1 0 0,0 0-1 0 0,-1-2 1 0 0,1 0-1 0 0,25-13 1 0 0,49-13-51 0 0,-73 27 17 0 0,1 0 1 0 0,0 1-1 0 0,-1 1 0 0 0,1 1 1 0 0,22 0-1 0 0,-31 9-27 0 0,-8 18 11 0 0,-3-16 33 0 0,3-9-1 0 0,0 0-1 0 0,-1 0 0 0 0,1 1 1 0 0,0-1-1 0 0,0 0 0 0 0,-1 0 0 0 0,1 1 1 0 0,0-1-1 0 0,0 0 0 0 0,0 0 1 0 0,1 1-1 0 0,-1-1 0 0 0,0 0 1 0 0,0 0-1 0 0,1 0 0 0 0,-1 1 0 0 0,1-1 1 0 0,-1 0-1 0 0,1 0 0 0 0,-1 0 1 0 0,1 0-1 0 0,0 0 0 0 0,-1 0 1 0 0,1 0-1 0 0,0 0 0 0 0,0 0 0 0 0,0 0 1 0 0,0 0-1 0 0,1 1 0 0 0,2-1 1 0 0,-1 1 0 0 0,0-1 0 0 0,1 0-1 0 0,-1 0 1 0 0,1 0 0 0 0,-1-1 0 0 0,1 1-1 0 0,-1-1 1 0 0,1 0 0 0 0,5 0 0 0 0,10-1-15 0 0,-1-2 1 0 0,1 0-1 0 0,19-5 1 0 0,-29 6 2 0 0,0-1-1 0 0,0 0 1 0 0,-1 0-1 0 0,1 0 1 0 0,0-1 0 0 0,-1 0-1 0 0,0-1 1 0 0,0 0-1 0 0,0 0 1 0 0,-1-1 0 0 0,13-11-1 0 0,-19 15 1 0 0,-1 2-1 0 0,-1 0 13 0 0,1 0 0 0 0,0 0 0 0 0,0 0 0 0 0,0 0-1 0 0,-1 0 1 0 0,1 0 0 0 0,0 0 0 0 0,0 0 0 0 0,-1 0 0 0 0,1 0 0 0 0,0 0 0 0 0,0 0 0 0 0,0 0 0 0 0,-1 0 0 0 0,1 0 0 0 0,0 0 0 0 0,0 0-1 0 0,-1 0 1 0 0,1 0 0 0 0,0-1 0 0 0,0 1 0 0 0,0 0 0 0 0,-1 0 0 0 0,1 0 0 0 0,0 0 0 0 0,0 0 0 0 0,0-1 0 0 0,0 1 0 0 0,0 0-1 0 0,-1 0 1 0 0,1 0 0 0 0,0-1 0 0 0,0 1 0 0 0,0 0 0 0 0,0 0 0 0 0,0 0 0 0 0,0-1 0 0 0,0 1 0 0 0,0 0 0 0 0,0-1 0 0 0,-4-4-2 0 0,-18 4-14 0 0,19 1 6 0 0,1 2-3 0 0,1-2 13 0 0,0 1 1 0 0,0-1-1 0 0,0 1 0 0 0,0-1 1 0 0,0 1-1 0 0,1-1 0 0 0,-1 1 0 0 0,0 0 1 0 0,0-1-1 0 0,1 1 0 0 0,-1 0 1 0 0,0 0-1 0 0,1-1 0 0 0,-1 1 1 0 0,1 0-1 0 0,-1 0 0 0 0,1 0 1 0 0,-1 0-1 0 0,1 0 0 0 0,-1 0 1 0 0,1 0-1 0 0,0 0 0 0 0,0 0 1 0 0,0 0-1 0 0,-1 0 0 0 0,1 0 1 0 0,0 0-1 0 0,0 0 0 0 0,0 0 0 0 0,1 0 1 0 0,-1 0-1 0 0,0 0 0 0 0,0 0 1 0 0,0 0-1 0 0,1 1 0 0 0,0-1-2 0 0,-1 2 11 0 0,37 24 23 0 0,-25-26-29 0 0,-1 0 0 0 0,1-1 0 0 0,-1-1 0 0 0,0 0 0 0 0,1 0-1 0 0,-1-1 1 0 0,0-1 0 0 0,0 0 0 0 0,0 0 0 0 0,-1-1 0 0 0,1-1 0 0 0,-1 1 0 0 0,0-2 0 0 0,0 1 0 0 0,11-10 0 0 0,19-10 201 0 0,-38 24-60 0 0,5 9-117 0 0,1 1-1 0 0,0-1 1 0 0,15 11-1 0 0,-15-14-21 0 0,1 0 0 0 0,-1 0 0 0 0,1-1 0 0 0,1 0 0 0 0,-1 0 0 0 0,0-1 0 0 0,1 0-1 0 0,0-1 1 0 0,-1 0 0 0 0,1 0 0 0 0,0-1 0 0 0,0-1 0 0 0,0 1 0 0 0,0-2 0 0 0,17-1 0 0 0,-20 0-5 0 0,0 1 1 0 0,0-1 0 0 0,0 0-1 0 0,0 0 1 0 0,0-1 0 0 0,0 0-1 0 0,-1 0 1 0 0,0-1 0 0 0,1 0-1 0 0,-1 0 1 0 0,0 0 0 0 0,-1-1 0 0 0,1 0-1 0 0,-1 0 1 0 0,0 0 0 0 0,0-1-1 0 0,-1 1 1 0 0,1-1 0 0 0,-1 0-1 0 0,-1-1 1 0 0,1 1 0 0 0,3-10-1 0 0,6-23 453 0 0,-2-1-1 0 0,-1 0 1 0 0,7-78 0 0 0,-31 157 1973 0 0,-3 33-2020 0 0,8 157 307 0 0,8-221-1159 0 0,0 0 0 0 0,-1 0 0 0 0,0 0 0 0 0,0 0-1 0 0,-5 11 1 0 0,6-19 322 0 0,0 1 0 0 0,0-1-1 0 0,1 0 1 0 0,-1 0 0 0 0,0 1-1 0 0,0-1 1 0 0,0 0 0 0 0,1 0-1 0 0,-1 0 1 0 0,0 0 0 0 0,0 0 0 0 0,0 0-1 0 0,1 0 1 0 0,-1 0 0 0 0,0 0-1 0 0,0 0 1 0 0,0 0 0 0 0,1-1-1 0 0,-1 1 1 0 0,0 0 0 0 0,0-1-1 0 0,1 1 1 0 0,-1 0 0 0 0,0-1-1 0 0,0 1 1 0 0,1-1 0 0 0,-1 1 0 0 0,1-1-1 0 0,-1 1 1 0 0,0-1 0 0 0,1 0-1 0 0,-1 1 1 0 0,1-1 0 0 0,-1 0-1 0 0,1 1 1 0 0,0-1 0 0 0,-1 0-1 0 0,1 0 1 0 0,-1 0 0 0 0,0-1 48 0 0,0-1 0 0 0,0 1 0 0 0,0 0 0 0 0,1-1 1 0 0,-1 1-1 0 0,0 0 0 0 0,1-1 0 0 0,-1 1 0 0 0,1 0 0 0 0,0-1 1 0 0,0 1-1 0 0,0-1 0 0 0,0 1 0 0 0,1-1 0 0 0,-1 1 0 0 0,0 0 1 0 0,1-1-1 0 0,0 1 0 0 0,0 0 0 0 0,-1-1 0 0 0,3-3 0 0 0,0 3 93 0 0,-1 0-1 0 0,1 0 0 0 0,-1 0 0 0 0,1 1 0 0 0,0-1 1 0 0,0 1-1 0 0,0-1 0 0 0,1 1 0 0 0,-1 0 0 0 0,0 0 1 0 0,1 0-1 0 0,0 1 0 0 0,-1-1 0 0 0,5 0 0 0 0,29-8 149 0 0,1 1-1 0 0,75-5 1 0 0,-67 9 1294 0 0,62-14 2010 0 0,-110 18-3410 0 0,-1 1-1 0 0,1 0 0 0 0,0 0 1 0 0,-1 0-1 0 0,1 0 1 0 0,-1 0-1 0 0,1 1 0 0 0,0-1 1 0 0,-1 1-1 0 0,1-1 1 0 0,0 1-1 0 0,0 0 0 0 0,-1 0 1 0 0,-2 2-1 0 0,3-2-22 0 0,1 0-12 0 0,0 0 0 0 0,1 1 0 0 0,-1-1 0 0 0,0 0 0 0 0,1 1-1 0 0,0-1 1 0 0,-1 0 0 0 0,1 1 0 0 0,0-1 0 0 0,0 1 0 0 0,0-1 0 0 0,-1 0-1 0 0,2 3 1 0 0,2-1-17 0 0,1-1 0 0 0,0 0 0 0 0,0 0 0 0 0,1 0 0 0 0,-1-1 0 0 0,0 1 0 0 0,0-1 0 0 0,1 0 0 0 0,-1-1 0 0 0,1 1-1 0 0,-1-1 1 0 0,1 1 0 0 0,-1-1 0 0 0,1-1 0 0 0,-1 1 0 0 0,0-1 0 0 0,1 1 0 0 0,7-3 0 0 0,15-4-99 0 0,48-20 1 0 0,-52 19 65 0 0,-7 0 43 0 0,-1 0-1 0 0,0 0 1 0 0,0-2 0 0 0,0 1-1 0 0,-2-2 1 0 0,1 0-1 0 0,-1-1 1 0 0,-1 0 0 0 0,0-1-1 0 0,0 0 1 0 0,-2-1 0 0 0,0 0-1 0 0,0-1 1 0 0,-1 0 0 0 0,-1-1-1 0 0,-1 1 1 0 0,0-2-1 0 0,-1 1 1 0 0,0-1 0 0 0,-2 1-1 0 0,0-1 1 0 0,-1-1 0 0 0,0 1-1 0 0,-1-29 1 0 0,-12-40 310 0 0,9 84-273 0 0,-1 0-30 0 0,2 2-23 0 0,-1 0 0 0 0,1-1-1 0 0,0 1 1 0 0,0 0 0 0 0,0 0 0 0 0,0 0-1 0 0,0 0 1 0 0,0 0 0 0 0,0-1-1 0 0,-1 1 1 0 0,1 0 0 0 0,0 0-1 0 0,0 0 1 0 0,0 0 0 0 0,0 0-1 0 0,-1 0 1 0 0,1 0 0 0 0,0 0 0 0 0,0 0-1 0 0,0 0 1 0 0,0 0 0 0 0,-1-1-1 0 0,1 1 1 0 0,0 0 0 0 0,0 0-1 0 0,0 0 1 0 0,-1 0 0 0 0,1 0-1 0 0,0 1 1 0 0,0-1 0 0 0,0 0 0 0 0,0 0-1 0 0,-1 0 1 0 0,1 0 0 0 0,0 0-1 0 0,0 0 1 0 0,0 0 0 0 0,0 0-1 0 0,-1 0 1 0 0,1 0 0 0 0,0 0-1 0 0,0 1 1 0 0,0-1 0 0 0,0 0 0 0 0,0 0-1 0 0,-1 0 1 0 0,1 0 0 0 0,0 0-1 0 0,0 1 1 0 0,0-1 0 0 0,-11 17 17 0 0,0 0 0 0 0,1 0 0 0 0,1 1 0 0 0,1 0 0 0 0,1 1 0 0 0,0-1 0 0 0,1 2 1 0 0,1-1-1 0 0,-3 30 0 0 0,6-35-7 0 0,1 0 1 0 0,0 0-1 0 0,1 0 1 0 0,1 0-1 0 0,0 0 1 0 0,1 0-1 0 0,1 0 1 0 0,0 0-1 0 0,1-1 1 0 0,0 1-1 0 0,1-1 1 0 0,0 0-1 0 0,1 0 1 0 0,13 19-1 0 0,-15-25-1 0 0,1-1-1 0 0,-1 0 1 0 0,1-1-1 0 0,0 1 1 0 0,1-1-1 0 0,-1 0 1 0 0,1 0-1 0 0,0-1 1 0 0,10 6-1 0 0,-13-9 35 0 0,-1 0 0 0 0,1 0 0 0 0,0 0-1 0 0,-1 0 1 0 0,1 0 0 0 0,0-1 0 0 0,0 0 0 0 0,-1 1-1 0 0,1-1 1 0 0,0 0 0 0 0,0 0 0 0 0,0-1 0 0 0,0 1 0 0 0,-1-1-1 0 0,1 1 1 0 0,0-1 0 0 0,0 0 0 0 0,-1 0 0 0 0,1 0 0 0 0,-1 0-1 0 0,1 0 1 0 0,-1-1 0 0 0,1 1 0 0 0,-1-1 0 0 0,0 0 0 0 0,0 0-1 0 0,3-2 1 0 0,-5 4-130 0 0,0-1 0 0 0,1 0-1 0 0,-1 1 1 0 0,0-1 0 0 0,1 0-1 0 0,-1 0 1 0 0,0 1 0 0 0,0-1 0 0 0,0 0-1 0 0,0 0 1 0 0,0 1 0 0 0,0-1-1 0 0,0 0 1 0 0,0 0 0 0 0,0 1 0 0 0,0-1-1 0 0,0 0 1 0 0,0 1 0 0 0,-1-1-1 0 0,1 0 1 0 0,0 0 0 0 0,-1 1 0 0 0,1-1-1 0 0,0 0 1 0 0,-1 1 0 0 0,1-1-1 0 0,-1 1 1 0 0,1-1 0 0 0,-1 0 0 0 0,1 1-1 0 0,-1-1 1 0 0,0 0 0 0 0,-4-6-5285 0 0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08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2824 0 0,'3'-2'463'0'0,"0"1"-1"0"0,0-1 0 0 0,0 0 1 0 0,0 0-1 0 0,0 0 1 0 0,0-1-1 0 0,-1 1 0 0 0,1 0 1 0 0,-1-1-1 0 0,1 0 1 0 0,-1 0-1 0 0,0 0 1 0 0,0 0-1 0 0,-1 0 0 0 0,3-4 1 0 0,6-9 3158 0 0,-9 15-3114 0 0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08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60 198 584 0 0,'0'0'3594'0'0,"-2"-4"-2807"0"0,-9-12-67 0 0,8 12 1049 0 0,-16 5 158 0 0,17 0-1854 0 0,1-1 1 0 0,-1 1-1 0 0,1 0 1 0 0,-1 0-1 0 0,1 0 1 0 0,-1 0-1 0 0,1 1 1 0 0,0-1-1 0 0,-1 0 1 0 0,1 0-1 0 0,0 1 1 0 0,0-1-1 0 0,0 1 1 0 0,0-1-1 0 0,0 1 1 0 0,1-1-1 0 0,-1 1 1 0 0,0 0-1 0 0,0 2 1 0 0,1-2 66 0 0,18 19 335 0 0,-6-17-404 0 0,0 0 1 0 0,1-1-1 0 0,-1-1 0 0 0,1 0 1 0 0,-1-1-1 0 0,1 0 1 0 0,-1-1-1 0 0,21-3 1 0 0,-2 3 80 0 0,-25 0-117 0 0,0 0 1 0 0,0 0-1 0 0,0-1 0 0 0,0 1 0 0 0,-1-1 1 0 0,1 0-1 0 0,8-3 0 0 0,-13 3-27 0 0</inkml:trace>
  <inkml:trace contextRef="#ctx0" brushRef="#br0" timeOffset="1">226 18 224 0 0,'10'-4'1036'0'0,"-1"1"-104"0"0,4 0-104 0 0,-3 0 632 0 0,11-1-912 0 0,-13 4-236 0 0,7 2-812 0 0,2-2-3284 0 0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0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202 180 540 0 0,'-5'0'259'0'0,"0"0"0"0"0,0 1 1 0 0,0 0-1 0 0,0 0 0 0 0,0 0 0 0 0,0 0 0 0 0,0 1 1 0 0,0 0-1 0 0,1 0 0 0 0,-1 0 0 0 0,1 1 0 0 0,-1-1 1 0 0,1 1-1 0 0,0 0 0 0 0,0 0 0 0 0,0 1 0 0 0,0-1 1 0 0,1 1-1 0 0,-5 6 0 0 0,-2 4 98 0 0,1 1 0 0 0,0 0 1 0 0,1 1-1 0 0,-7 18 0 0 0,14-31-314 0 0,1-1 0 0 0,0 1 0 0 0,0-1 0 0 0,0 1 0 0 0,0 0 0 0 0,0-1 0 0 0,1 1-1 0 0,-1-1 1 0 0,1 1 0 0 0,0 0 0 0 0,0-1 0 0 0,-1 0 0 0 0,2 1 0 0 0,-1-1 0 0 0,0 0 0 0 0,0 1 0 0 0,1-1 0 0 0,-1 0 0 0 0,1 0 0 0 0,0 0 0 0 0,0 0 0 0 0,-1 0-1 0 0,1-1 1 0 0,1 1 0 0 0,-1 0 0 0 0,0-1 0 0 0,0 0 0 0 0,0 1 0 0 0,1-1 0 0 0,-1 0 0 0 0,1 0 0 0 0,4 1 0 0 0,-1-2-3 0 0,0 0 1 0 0,0 0 0 0 0,0 0 0 0 0,0-1-1 0 0,0 0 1 0 0,0 0 0 0 0,0 0-1 0 0,0-1 1 0 0,0 0 0 0 0,-1 0-1 0 0,1-1 1 0 0,-1 1 0 0 0,1-1-1 0 0,-1-1 1 0 0,0 1 0 0 0,5-5-1 0 0,5-6 32 0 0,-1 0 0 0 0,-1 0 0 0 0,19-28 0 0 0,21-22 21 0 0,-43 56-89 0 0,0 0 0 0 0,1 1 0 0 0,0 0 0 0 0,0 0 0 0 0,1 1 0 0 0,0 1 0 0 0,19-6 0 0 0,-20 7-2 0 0,1-1 0 0 0,-1 1 0 0 0,1-2 0 0 0,-2 0 0 0 0,1 0 0 0 0,-1-1 0 0 0,15-11 1 0 0,-23 16 13 0 0,-1 1 0 0 0,1 0 1 0 0,-1-1-1 0 0,1 1 0 0 0,-1-1 1 0 0,0 0-1 0 0,1 1 1 0 0,-1-1-1 0 0,0 0 0 0 0,0 0 1 0 0,0 0-1 0 0,-1 0 0 0 0,1 0 1 0 0,0 0-1 0 0,-1 0 0 0 0,1 0 1 0 0,-1 0-1 0 0,0 0 1 0 0,1 0-1 0 0,-1 0 0 0 0,0 0 1 0 0,0 0-1 0 0,-1 0 0 0 0,1 0 1 0 0,0 0-1 0 0,-1 0 1 0 0,1-1-1 0 0,-1 2 0 0 0,1-1 1 0 0,-1 0-1 0 0,0 0 0 0 0,0 0 1 0 0,0 0-1 0 0,0 0 0 0 0,0 1 1 0 0,-1-1-1 0 0,1 0 1 0 0,0 1-1 0 0,-1-1 0 0 0,0 1 1 0 0,1-1-1 0 0,-3 0 0 0 0,2 0 14 0 0,-1 0 0 0 0,0 0 0 0 0,0 1-1 0 0,0-1 1 0 0,0 1 0 0 0,0 0-1 0 0,0 0 1 0 0,0 0 0 0 0,0 0 0 0 0,0 0-1 0 0,-1 1 1 0 0,1 0 0 0 0,0-1-1 0 0,0 1 1 0 0,-1 0 0 0 0,1 1 0 0 0,0-1-1 0 0,0 0 1 0 0,-1 1 0 0 0,1 0-1 0 0,0 0 1 0 0,0 0 0 0 0,0 0 0 0 0,0 0-1 0 0,0 1 1 0 0,-4 2 0 0 0,1 1-9 0 0,0 0 0 0 0,1 1 0 0 0,0-1 0 0 0,0 1 1 0 0,0 1-1 0 0,1-1 0 0 0,0 1 0 0 0,0-1 0 0 0,0 1 1 0 0,1 0-1 0 0,0 1 0 0 0,-3 9 0 0 0,-2 14 25 0 0,-7 56 0 0 0,10-49-6 0 0,-26 164 78 0 0,-57 296 139 0 0,83-481-246 0 0,0 0 1 0 0,-2 0-1 0 0,0-1 1 0 0,0 0 0 0 0,-2 0-1 0 0,-15 23 1 0 0,20-34-5 0 0,1-1 1 0 0,-1 1-1 0 0,0-1 1 0 0,0 0 0 0 0,-1 0-1 0 0,1-1 1 0 0,-1 1-1 0 0,1-1 1 0 0,-1 0 0 0 0,-10 4-1 0 0,12-6-1 0 0,-1 0 0 0 0,1 0 0 0 0,0-1 0 0 0,0 1-1 0 0,0-1 1 0 0,-1 0 0 0 0,1 0 0 0 0,0 0 0 0 0,0 0-1 0 0,-1-1 1 0 0,1 1 0 0 0,0-1 0 0 0,0 0 0 0 0,0 0 0 0 0,0 0-1 0 0,0 0 1 0 0,0-1 0 0 0,0 1 0 0 0,0-1 0 0 0,-4-3-1 0 0,3 2 0 0 0,-1 0 0 0 0,1 0-1 0 0,0-1 1 0 0,1 0-1 0 0,-1 0 1 0 0,1 0 0 0 0,-1 0-1 0 0,1 0 1 0 0,1-1-1 0 0,-1 1 1 0 0,0-1-1 0 0,1 0 1 0 0,0 0 0 0 0,0 0-1 0 0,1 0 1 0 0,-2-6-1 0 0,2 2 0 0 0,0 0 0 0 0,0 0-1 0 0,1 1 1 0 0,1-1 0 0 0,-1 0-1 0 0,1 0 1 0 0,1 1 0 0 0,0-1-1 0 0,3-10 1 0 0,1 3-6 0 0,1 0 0 0 0,0 0 0 0 0,1 0-1 0 0,1 1 1 0 0,0 0 0 0 0,1 1 0 0 0,0 0 0 0 0,1 0 0 0 0,18-16 0 0 0,-4 9-91 0 0,1 2 1 0 0,0 1 0 0 0,1 1-1 0 0,43-19 1 0 0,122-39-862 0 0,148-20-2359 0 0,-231 67-358 0 0,-42 11 1243 0 0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1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182 334 616 0 0,'0'-2'98'0'0,"2"-6"601"0"0,-2 1 0 0 0,1 0 0 0 0,-1-1 0 0 0,0 1 1 0 0,0 0-1 0 0,-1-1 0 0 0,0 1 0 0 0,0 0 0 0 0,-3-9 1613 0 0,-1 20-1806 0 0,-4 5-298 0 0,0 1 0 0 0,1 0 0 0 0,1 1 0 0 0,0-1 0 0 0,0 1 0 0 0,1 1 1 0 0,0-1-1 0 0,1 1 0 0 0,0 0 0 0 0,1 0 0 0 0,-4 22 0 0 0,-2 18 417 0 0,-5 85 0 0 0,6-34-121 0 0,6-65-395 0 0,3-31-320 0 0,0 1 0 0 0,-1 0 1 0 0,0-1-1 0 0,0 1 0 0 0,0-1 0 0 0,-1 0 1 0 0,0 1-1 0 0,-4 8 0 0 0,5-16 104 0 0,1 1-1 0 0,-1-1 1 0 0,1 0 0 0 0,-1 0-1 0 0,1 1 1 0 0,0-1-1 0 0,-1 0 1 0 0,1 0-1 0 0,-1 0 1 0 0,1 0 0 0 0,-1 0-1 0 0,1 1 1 0 0,-1-1-1 0 0,1 0 1 0 0,-1 0 0 0 0,1 0-1 0 0,-1 0 1 0 0,1 0-1 0 0,-1-1 1 0 0,1 1 0 0 0,-1 0-1 0 0,1 0 1 0 0,-1 0-1 0 0,1 0 1 0 0,-1-1 0 0 0,1 1-1 0 0,-1 0 1 0 0,1 0-1 0 0,0-1 1 0 0,-1 1 0 0 0,1 0-1 0 0,-1 0 1 0 0,1-1-1 0 0,0 1 1 0 0,-1-1 0 0 0,1 0-1 0 0,-16-17-622 0 0,14 12 571 0 0,1 1 0 0 0,0-1 0 0 0,0 1-1 0 0,0-1 1 0 0,0 0 0 0 0,1 0-1 0 0,0 1 1 0 0,0-1 0 0 0,1 0-1 0 0,-1 1 1 0 0,1-1 0 0 0,0 0 0 0 0,1 1-1 0 0,2-7 1 0 0,0 3 79 0 0,0 1-1 0 0,0 0 1 0 0,1 0 0 0 0,0 0-1 0 0,1 1 1 0 0,0-1 0 0 0,0 1-1 0 0,7-6 1 0 0,9-5 73 0 0,0 1 0 0 0,1 0 1 0 0,1 2-1 0 0,45-21 0 0 0,79-27 128 0 0,21-9 212 0 0,-147 60-250 0 0,0-1 0 0 0,0-1 0 0 0,-1 0 0 0 0,-1-2 0 0 0,21-20 0 0 0,-34 29 18 0 0,-1-1-1 0 0,1 1 1 0 0,-2-1 0 0 0,1-1-1 0 0,-1 1 1 0 0,0-1-1 0 0,-1 0 1 0 0,0 0 0 0 0,0 0-1 0 0,-1-1 1 0 0,0 1-1 0 0,-1-1 1 0 0,0 0 0 0 0,1-15-1 0 0,-3 19 35 0 0,0 1 0 0 0,0-1 0 0 0,0 0 0 0 0,-1 0 0 0 0,0 0 0 0 0,0 1 0 0 0,0-1 0 0 0,-1 0 0 0 0,0 1 0 0 0,0-1-1 0 0,0 1 1 0 0,-1 0 0 0 0,0-1 0 0 0,0 1 0 0 0,0 1 0 0 0,0-1 0 0 0,-1 0 0 0 0,0 1 0 0 0,0 0 0 0 0,0 0 0 0 0,-1 0 0 0 0,1 0 0 0 0,-1 0-1 0 0,0 1 1 0 0,-6-3 0 0 0,8 5-90 0 0,1 0-1 0 0,-1 0 1 0 0,1 1-1 0 0,-1-1 1 0 0,1 1-1 0 0,-1-1 1 0 0,1 1-1 0 0,-1 0 1 0 0,1 0-1 0 0,-1 0 1 0 0,1 1-1 0 0,-1-1 1 0 0,1 1-1 0 0,-1-1 1 0 0,1 1-1 0 0,0 0 1 0 0,-1 0-1 0 0,1 0 1 0 0,0 0-1 0 0,-1 0 1 0 0,1 0-1 0 0,0 1 1 0 0,0-1-1 0 0,0 1 1 0 0,0 0-1 0 0,0-1 1 0 0,1 1-1 0 0,-1 0 1 0 0,0 0-1 0 0,1 0 1 0 0,-1 0-1 0 0,0 3 1 0 0,-5 5 80 0 0,0 1 0 0 0,0 0 1 0 0,1 1-1 0 0,-8 22 0 0 0,0 11 112 0 0,2 1 0 0 0,2 0 0 0 0,-6 77 0 0 0,7 141 482 0 0,9-263-715 0 0,0-1-1 0 0,0 0 1 0 0,0 1 0 0 0,0-1 0 0 0,0 0 0 0 0,0 1-1 0 0,1-1 1 0 0,-1 0 0 0 0,0 1 0 0 0,0-1-1 0 0,0 0 1 0 0,0 1 0 0 0,1-1 0 0 0,-1 0-1 0 0,0 0 1 0 0,0 1 0 0 0,1-1 0 0 0,-1 0-1 0 0,0 0 1 0 0,1 1 0 0 0,-1-1 0 0 0,0 0-1 0 0,0 0 1 0 0,1 0 0 0 0,-1 1 0 0 0,1-1 0 0 0,-1 0-1 0 0,0 0 1 0 0,1 0 0 0 0,-1 0 0 0 0,0 0-1 0 0,1 0 1 0 0,-1 0 0 0 0,0 0 0 0 0,1 0-1 0 0,-1 0 1 0 0,0 0 0 0 0,1 0 0 0 0,-1 0-1 0 0,1 0 1 0 0,-1 0 0 0 0,0 0 0 0 0,1-1-1 0 0,-1 1 1 0 0,0 0 0 0 0,1 0 0 0 0,-1 0 0 0 0,0-1-1 0 0,0 1 1 0 0,1 0 0 0 0,25-13-15 0 0,-16 7 43 0 0,2 0-29 0 0,0 0 0 0 0,0 1 1 0 0,1 1-1 0 0,0 0 0 0 0,-1 0 0 0 0,2 1 0 0 0,-1 1 0 0 0,0 0 0 0 0,0 1 0 0 0,27 1 0 0 0,89 2-101 0 0,-127-2 102 0 0,34 2-158 0 0,-23 2-772 0 0,1 0 1 0 0,0-1-1 0 0,0 0 0 0 0,0-2 0 0 0,22 1 0 0 0,-14 0-1816 0 0,19-1-560 0 0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7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1113 668 0 0,'0'0'682'0'0,"0"0"-631"0"0,0 0-1 0 0,0 0 1 0 0,0 1-1 0 0,0-1 1 0 0,0 0 0 0 0,0 1-1 0 0,0-1 1 0 0,0 0-1 0 0,0 1 1 0 0,0-1 0 0 0,0 0-1 0 0,0 1 1 0 0,1-1-1 0 0,-1 0 1 0 0,0 0 0 0 0,0 1-1 0 0,0-1 1 0 0,0 0-1 0 0,1 0 1 0 0,-1 1 0 0 0,0-1-1 0 0,0 0 1 0 0,1 0-1 0 0,-1 0 1 0 0,0 1-1 0 0,0-1 1 0 0,1 0 0 0 0,-1 0-1 0 0,0 0 1 0 0,1 0-1 0 0,-1 0 1 0 0,0 0 0 0 0,1 0-1 0 0,-1 1 1 0 0,0-1-1 0 0,0 0 1 0 0,1 0 0 0 0,-1 0-1 0 0,0 0 1 0 0,1 0-1 0 0,-1 0 1 0 0,0-1 0 0 0,1 1-1 0 0,-1 0 1 0 0,0 0-1 0 0,1 0 1 0 0,-1 0 0 0 0,0 0-1 0 0,1-1 1 0 0,116-88 1488 0 0,-64 42-1115 0 0,-2-2 0 0 0,89-112 0 0 0,-94 98-258 0 0,41-75 0 0 0,-55 75-111 0 0,-3-1 0 0 0,-2-2 0 0 0,-4 0 0 0 0,-2-2 0 0 0,-3 0 0 0 0,9-79 0 0 0,-26 125 191 0 0,-9 15-87 0 0,6 7-148 0 0,0 0-1 0 0,-1 1 0 0 0,1 0 1 0 0,0-1-1 0 0,0 1 1 0 0,0 0-1 0 0,0 0 0 0 0,0 0 1 0 0,0 1-1 0 0,0-1 1 0 0,0 0-1 0 0,0 1 0 0 0,-1 1 1 0 0,-59 59 206 0 0,61-60-196 0 0,-25 28 95 0 0,2 1 1 0 0,1 1 0 0 0,2 1-1 0 0,1 1 1 0 0,1 0-1 0 0,3 2 1 0 0,-15 41 0 0 0,25-59-75 0 0,0 0-1 0 0,2 1 1 0 0,0-1 0 0 0,1 1 0 0 0,0 0 0 0 0,2 0 0 0 0,0 0 0 0 0,1 0 0 0 0,1 0-1 0 0,1 0 1 0 0,1 0 0 0 0,1 0 0 0 0,0 0 0 0 0,1-1 0 0 0,1 0 0 0 0,14 30 0 0 0,-14-37-23 0 0,0-1 1 0 0,0 0 0 0 0,1-1 0 0 0,0 0 0 0 0,1 0 0 0 0,0 0 0 0 0,0-1 0 0 0,1 0 0 0 0,19 13 0 0 0,-22-17-12 0 0,1-1-1 0 0,0 1 1 0 0,0-1 0 0 0,1 0 0 0 0,-1-1 0 0 0,1 0 0 0 0,-1 0 0 0 0,1-1-1 0 0,0 0 1 0 0,-1 0 0 0 0,1 0 0 0 0,0-1 0 0 0,0-1 0 0 0,-1 1-1 0 0,16-4 1 0 0,0-2 2 0 0,-1-1 0 0 0,0-1 1 0 0,0 0-1 0 0,-1-2 0 0 0,0-1 0 0 0,0-1 0 0 0,-1 0 0 0 0,-1-1 0 0 0,0-2 0 0 0,-1 1 0 0 0,19-22 1 0 0,-34 33-12 0 0,2-2 4 0 0,0 1 0 0 0,-1-1 1 0 0,1 0-1 0 0,-1 0 0 0 0,0 0 0 0 0,0-1 0 0 0,-1 1 0 0 0,0-1 0 0 0,0 0 0 0 0,0 0 0 0 0,-1 0 0 0 0,3-10 0 0 0,-5 13-13 0 0,-4-4 32 0 0,4 7-18 0 0,0-1 0 0 0,-1 0 1 0 0,1 1-1 0 0,0-1 0 0 0,0 1 0 0 0,-1-1 1 0 0,1 0-1 0 0,0 1 0 0 0,-1-1 0 0 0,1 1 1 0 0,0-1-1 0 0,-1 1 0 0 0,1-1 0 0 0,-1 1 0 0 0,1 0 1 0 0,-1-1-1 0 0,1 1 0 0 0,-1-1 0 0 0,1 1 1 0 0,-1 0-1 0 0,0-1 0 0 0,1 1 0 0 0,-1 0 1 0 0,1 0-1 0 0,-1 0 0 0 0,0-1 0 0 0,1 1 1 0 0,-1 0-1 0 0,0 0 0 0 0,1 0 0 0 0,-1 0 1 0 0,1 0-1 0 0,-1 0 0 0 0,0 0 0 0 0,-1 1 1 0 0,-5 0 22 0 0,0 1 0 0 0,-1 0 0 0 0,1 0 1 0 0,0 1-1 0 0,0 0 0 0 0,1 0 0 0 0,-1 1 0 0 0,0 0 1 0 0,1 0-1 0 0,0 1 0 0 0,0-1 0 0 0,0 1 0 0 0,1 0 1 0 0,0 1-1 0 0,0 0 0 0 0,0-1 0 0 0,1 2 1 0 0,-7 10-1 0 0,9-13-18 0 0,0 0 0 0 0,0 1 1 0 0,1-1-1 0 0,-1 0 0 0 0,1 1 1 0 0,0-1-1 0 0,1 1 0 0 0,-1-1 1 0 0,1 1-1 0 0,0-1 0 0 0,0 1 1 0 0,0-1-1 0 0,0 1 0 0 0,1-1 1 0 0,0 1-1 0 0,0-1 0 0 0,0 1 1 0 0,1-1-1 0 0,-1 0 0 0 0,1 0 1 0 0,0 0-1 0 0,0 0 0 0 0,0 0 0 0 0,1 0 1 0 0,0 0-1 0 0,-1-1 0 0 0,1 1 1 0 0,1-1-1 0 0,-1 0 0 0 0,0 0 1 0 0,1 0-1 0 0,7 5 0 0 0,-1-2 1 0 0,1 1 0 0 0,0-2 0 0 0,1 1 0 0 0,-1-2 0 0 0,1 1 0 0 0,0-2-1 0 0,0 1 1 0 0,0-2 0 0 0,0 1 0 0 0,1-2 0 0 0,-1 0 0 0 0,25-1 0 0 0,10-3-8 0 0,0-2 0 0 0,49-11 1 0 0,-61 8-9 0 0,0-1 1 0 0,65-26 0 0 0,-84 28 3 0 0,0 0 0 0 0,0-2 0 0 0,-1 0 0 0 0,0 0 1 0 0,-1-2-1 0 0,0 0 0 0 0,-1 0 0 0 0,14-16 1 0 0,-25 26 3 0 0,-1 0 0 0 0,0 0 0 0 0,1 0 0 0 0,-1-1 0 0 0,0 1 0 0 0,0-1 0 0 0,0 1 0 0 0,0-1 0 0 0,0 1 0 0 0,-1-1 0 0 0,1 0 0 0 0,0 1 0 0 0,-1-1 0 0 0,1 0 0 0 0,-1 1 0 0 0,0-1 0 0 0,1 0 0 0 0,-1 0 0 0 0,0 0 0 0 0,0 1 1 0 0,0-1-1 0 0,0 0 0 0 0,0 0 0 0 0,-1 1 0 0 0,1-1 0 0 0,-1 0 0 0 0,1 0 0 0 0,-1 1 0 0 0,1-1 0 0 0,-1 0 0 0 0,0 1 0 0 0,-1-2 0 0 0,0 1 10 0 0,1 1-1 0 0,-1-1 1 0 0,0 1-1 0 0,0-1 1 0 0,0 1-1 0 0,0 0 1 0 0,0 0 0 0 0,-1 0-1 0 0,1 0 1 0 0,0 1-1 0 0,0-1 1 0 0,-1 0-1 0 0,1 1 1 0 0,0 0 0 0 0,-1-1-1 0 0,1 1 1 0 0,-1 0-1 0 0,1 0 1 0 0,0 1-1 0 0,-1-1 1 0 0,1 0-1 0 0,-4 2 1 0 0,-8 1 67 0 0,0 1-1 0 0,0 1 1 0 0,-20 9-1 0 0,31-13-64 0 0,-1 1 0 0 0,1 0 0 0 0,0 0 0 0 0,0 0 0 0 0,0 0 0 0 0,0 0 0 0 0,0 1 0 0 0,1 0 0 0 0,-1-1 0 0 0,0 1 0 0 0,1 0 0 0 0,0 0 0 0 0,0 0 0 0 0,0 0 0 0 0,0 1 0 0 0,1-1 0 0 0,-1 1 0 0 0,-1 3-1 0 0,3-4 13 0 0,9 6 32 0 0,-8-8-56 0 0,0 0-1 0 0,-1 0 1 0 0,1 0 0 0 0,0 0-1 0 0,0 1 1 0 0,0-2 0 0 0,0 1 0 0 0,0 0-1 0 0,0 0 1 0 0,0 0 0 0 0,0 0-1 0 0,0-1 1 0 0,1 1 0 0 0,-1 0-1 0 0,2 0 1 0 0,14 1-45 0 0,0 0 1 0 0,0-1-1 0 0,1-1 0 0 0,-1-1 1 0 0,21-3-1 0 0,-3 0-60 0 0,-32 4 91 0 0,0 0 0 0 0,-1-1 0 0 0,1 1 0 0 0,-1 0 0 0 0,1 0 1 0 0,0 1-1 0 0,-1-1 0 0 0,1 0 0 0 0,-1 1 0 0 0,1 0 0 0 0,-1-1 0 0 0,1 1 1 0 0,-1 0-1 0 0,1 0 0 0 0,-1 1 0 0 0,0-1 0 0 0,1 0 0 0 0,2 3 0 0 0,-4-3-4 0 0,0 1 7 0 0,-1 0 9 0 0,1 0 0 0 0,0 0 0 0 0,0 0-1 0 0,0 0 1 0 0,0 0 0 0 0,0 0 0 0 0,0 0 0 0 0,1 0-1 0 0,-1-1 1 0 0,1 1 0 0 0,-1 0 0 0 0,1-1 0 0 0,-1 0-1 0 0,1 1 1 0 0,0-1 0 0 0,0 0 0 0 0,0 0 0 0 0,0 0 0 0 0,0 0-1 0 0,0 0 1 0 0,0 0 0 0 0,0-1 0 0 0,0 1 0 0 0,0-1-1 0 0,0 1 1 0 0,0-1 0 0 0,1 0 0 0 0,-1 0 0 0 0,0 0-1 0 0,3 0 1 0 0,2-1 5 0 0,1-1 0 0 0,-1 0 0 0 0,0 0 0 0 0,1-1 0 0 0,-1 0 0 0 0,9-5 0 0 0,-7 4-9 0 0,51-30 14 0 0,-43 23-22 0 0,1 1 1 0 0,1 1-1 0 0,31-11 0 0 0,-48 19 11 0 0,-1 1 0 0 0,1 0 0 0 0,0-1-1 0 0,0 1 1 0 0,0 0 0 0 0,0 0 0 0 0,0 1 0 0 0,-1-1 0 0 0,1 0-1 0 0,0 0 1 0 0,0 1 0 0 0,0 0 0 0 0,0-1 0 0 0,-1 1 0 0 0,1 0-1 0 0,0-1 1 0 0,-1 1 0 0 0,1 0 0 0 0,-1 0 0 0 0,4 3-1 0 0,27 32-72 0 0,-28-31-398 0 0,0 0 0 0 0,0 0 1 0 0,0 0-1 0 0,0-1 0 0 0,1 1 1 0 0,6 3-1 0 0,-10-7 8 0 0,3 1-34 0 0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7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1 712 0 0,'0'0'5181'0'0,"2"5"-4909"0"0,1 3-85 0 0,-1 0-1 0 0,0 0 1 0 0,0 0-1 0 0,-1 1 1 0 0,0-1 0 0 0,0 0-1 0 0,-1 1 1 0 0,0-1-1 0 0,-2 17 1 0 0,2-24-49 0 0,-1 0-120 0 0,1-1 1 0 0,0 1 0 0 0,0-1-1 0 0,-1 1 1 0 0,1-1-1 0 0,0 1 1 0 0,0-1 0 0 0,0 1-1 0 0,0-1 1 0 0,0 1 0 0 0,0-1-1 0 0,0 1 1 0 0,0-1-1 0 0,0 1 1 0 0,0-1 0 0 0,0 1-1 0 0,0-1 1 0 0,0 1 0 0 0,0-1-1 0 0,1 0 1 0 0,-1 1-1 0 0,0-1 1 0 0,0 1 0 0 0,0-1-1 0 0,1 1 1 0 0,-1 0-1 0 0,53-22 95 0 0,-46 17-108 0 0,0 0 0 0 0,0 0 0 0 0,0 1 1 0 0,0 1-1 0 0,1-1 0 0 0,-1 1 0 0 0,1 0 1 0 0,0 1-1 0 0,-1 0 0 0 0,1 0 0 0 0,0 1 1 0 0,0-1-1 0 0,0 2 0 0 0,0-1 0 0 0,-1 1 1 0 0,1 0-1 0 0,0 1 0 0 0,8 3 0 0 0,-1-1 15 0 0,-1 0 0 0 0,1-1 0 0 0,23 3 0 0 0,-35-6-16 0 0,49-4-730 0 0,-51 3 55 0 0,4-6-3065 0 0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7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39 628 0 0,'-3'-30'6876'0'0,"2"21"-11059"0"0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0:5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23 596 0 0,'8'0'719'0'0,"1"0"1"0"0,0 0-1 0 0,-1-1 1 0 0,1 0-1 0 0,-1 0 0 0 0,1-1 1 0 0,12-5-1 0 0,27-3 867 0 0,-47 10-1561 0 0,-1 0 1 0 0,1 1 0 0 0,0-1-1 0 0,0 1 1 0 0,0-1 0 0 0,-1 1-1 0 0,1-1 1 0 0,0 1-1 0 0,0-1 1 0 0,-1 1 0 0 0,1 0-1 0 0,-1 0 1 0 0,1-1 0 0 0,-1 1-1 0 0,1 0 1 0 0,-1 0-1 0 0,1 0 1 0 0,-1-1 0 0 0,1 1-1 0 0,-1 0 1 0 0,0 0 0 0 0,0 0-1 0 0,0 0 1 0 0,1 0 0 0 0,-1 0-1 0 0,0 0 1 0 0,0 0-1 0 0,0 0 1 0 0,0 0 0 0 0,0-1-1 0 0,-1 1 1 0 0,1 0 0 0 0,0 0-1 0 0,0 1 1 0 0,-4 34 395 0 0,4-35-410 0 0,-12 55 424 0 0,-3-1 1 0 0,-40 101-1 0 0,16-51-128 0 0,-13 55-551 0 0,25-52-5574 0 0,22-82 3109 0 0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1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1000 0 0,'0'0'5991'0'0,"-2"4"-5435"0"0,1 9-247 0 0,0 0 1 0 0,1 0 0 0 0,0 0-1 0 0,1 0 1 0 0,0 0 0 0 0,1 0-1 0 0,1-1 1 0 0,5 19 0 0 0,-8-30-927 0 0,3 6-1225 0 0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2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70 508 0 0,'7'-68'8249'0'0,"-7"66"-7758"0"0,4 5-1431 0 0,23 19-3512 0 0,-20-17 2280 0 0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2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1 596 0 0,'-9'38'1870'0'0,"6"-29"-1151"0"0,1 0 0 0 0,0-1-1 0 0,0 1 1 0 0,0 13-1 0 0,5-27-359 0 0,0 1 0 0 0,0-1 0 0 0,0 0 0 0 0,1 1 0 0 0,0 0 0 0 0,-1 0 0 0 0,1 0 0 0 0,1 1 0 0 0,5-5 0 0 0,-7 5-343 0 0,1 1 1 0 0,0-1-1 0 0,-1 1 1 0 0,1 0-1 0 0,0 0 1 0 0,0 0-1 0 0,0 0 1 0 0,1 1 0 0 0,-1 0-1 0 0,0 0 1 0 0,0 0-1 0 0,1 0 1 0 0,-1 1-1 0 0,1-1 1 0 0,-1 1 0 0 0,0 0-1 0 0,1 1 1 0 0,-1-1-1 0 0,1 1 1 0 0,-1 0-1 0 0,8 2 1 0 0,-3 1 16 0 0,10 4-40 0 0,0-1-1 0 0,0 0 1 0 0,1-2-1 0 0,38 7 1 0 0,-48-12 29 0 0,-1 0 0 0 0,0-1 0 0 0,0 1-1 0 0,0-2 1 0 0,0 1 0 0 0,0-1 0 0 0,0-1 0 0 0,-1 0 0 0 0,1 0 0 0 0,-1-1-1 0 0,1 0 1 0 0,-1 0 0 0 0,-1 0 0 0 0,13-11 0 0 0,-19 15 24 0 0,-1 0 0 0 0,1-1-1 0 0,-1 1 1 0 0,1-1 0 0 0,-1 1 0 0 0,1 0-1 0 0,0 0 1 0 0,-1-1 0 0 0,1 1 0 0 0,-1 0 0 0 0,1 0-1 0 0,0-1 1 0 0,-1 1 0 0 0,1 0 0 0 0,-1 0-1 0 0,1 0 1 0 0,0 0 0 0 0,-1 0 0 0 0,1 0 0 0 0,0 0-1 0 0,-1 0 1 0 0,1 0 0 0 0,0 1 0 0 0,-1-1-1 0 0,1 0 1 0 0,-1 0 0 0 0,1 0 0 0 0,0 1 0 0 0,0 0-1 0 0,10 18 391 0 0,-5 28-247 0 0,-6-47-159 0 0,5 47 138 0 0,-3-28-101 0 0,-1-1-1 0 0,-1 35 1 0 0,-4-9-9 0 0,1-4 54 0 0,-13 63 1 0 0,16-102-92 0 0,-6 20 9 0 0,6-21-18 0 0,0 0 1 0 0,1 0-1 0 0,-1 1 1 0 0,0-1-1 0 0,0 0 0 0 0,0 1 1 0 0,0-1-1 0 0,0 0 1 0 0,0 0-1 0 0,0 1 1 0 0,0-1-1 0 0,0 0 1 0 0,0 1-1 0 0,0-1 1 0 0,0 0-1 0 0,-1 0 1 0 0,1 1-1 0 0,0-1 1 0 0,0 0-1 0 0,0 1 1 0 0,0-1-1 0 0,0 0 0 0 0,-1 0 1 0 0,1 1-1 0 0,0-1 1 0 0,0 0-1 0 0,0 0 1 0 0,-1 0-1 0 0,1 1 1 0 0,0-1-1 0 0,0 0 1 0 0,-1 0-1 0 0,1 0 1 0 0,0 0-1 0 0,0 0 1 0 0,-1 1-1 0 0,1-1 1 0 0,0 0-1 0 0,0 0 1 0 0,-1 0-1 0 0,1 0 0 0 0,0 0 1 0 0,-1 0-1 0 0,1 0 1 0 0,0 0-1 0 0,-1 0 1 0 0,1 0-1 0 0,0 0 1 0 0,0 0-1 0 0,-1 0 1 0 0,1 0-1 0 0,0 0 1 0 0,-1 0-1 0 0,1-1 1 0 0,-3-4 3 0 0,1 1 0 0 0,0-1 0 0 0,0-1 0 0 0,0 1 0 0 0,0 0 0 0 0,1 0 0 0 0,0-1 0 0 0,0 1 0 0 0,0-1 0 0 0,1 1 0 0 0,0 0 0 0 0,0-1 0 0 0,1-7 0 0 0,1 1 2 0 0,0-1 0 0 0,1 1 0 0 0,1-1 1 0 0,0 1-1 0 0,9-17 0 0 0,-1 5-5 0 0,0 2 1 0 0,2 0 0 0 0,1 0-1 0 0,0 2 1 0 0,26-27-1 0 0,-35 41-10 0 0,11-12 16 0 0,1 1-1 0 0,0 1 0 0 0,28-18 1 0 0,-42 31-20 0 0,1 0 0 0 0,-1 0 0 0 0,1 1 0 0 0,0-1 1 0 0,0 1-1 0 0,0 0 0 0 0,0 1 0 0 0,0-1 0 0 0,1 1 0 0 0,-1 0 1 0 0,0 0-1 0 0,1 1 0 0 0,-1-1 0 0 0,0 1 0 0 0,1 0 0 0 0,-1 1 1 0 0,0-1-1 0 0,1 1 0 0 0,-1 0 0 0 0,0 1 0 0 0,7 2 0 0 0,-11-4 0 0 0,0 0 0 0 0,0 1 0 0 0,0-1 0 0 0,0 1 0 0 0,0-1-1 0 0,0 1 1 0 0,0 0 0 0 0,0-1 0 0 0,-1 1 0 0 0,1 0 0 0 0,0 0-1 0 0,0-1 1 0 0,-1 1 0 0 0,1 0 0 0 0,0 0 0 0 0,-1 0 0 0 0,1 0-1 0 0,-1 0 1 0 0,1 0 0 0 0,-1 0 0 0 0,1 0 0 0 0,-1 0 0 0 0,0 0-1 0 0,0 0 1 0 0,1 0 0 0 0,-1 2 0 0 0,0-1 1 0 0,-1 1 0 0 0,1-1 0 0 0,-1 0 0 0 0,0 0 0 0 0,1 0 0 0 0,-1 0 0 0 0,0 0 0 0 0,0 0 0 0 0,0 0 0 0 0,-1 0 0 0 0,1 0 0 0 0,-2 2 0 0 0,-3 2 3 0 0,1 1 0 0 0,-2-1 0 0 0,1-1 0 0 0,-1 1 0 0 0,-10 6 0 0 0,0-4 13 0 0,1-1-1 0 0,-1-1 1 0 0,0-1-1 0 0,-1 0 1 0 0,-32 4 0 0 0,5-1-119 0 0,44-8-69 0 0,0 1 1 0 0,-1-1 0 0 0,1 0 0 0 0,0 0 0 0 0,0 0 0 0 0,-1 0 0 0 0,1 0 0 0 0,0 0-1 0 0,0-1 1 0 0,0 1 0 0 0,-1 0 0 0 0,1-1 0 0 0,0 1 0 0 0,0-1 0 0 0,0 1-1 0 0,0-1 1 0 0,-1 1 0 0 0,1-1 0 0 0,0 0 0 0 0,0 1 0 0 0,0-1 0 0 0,1 0-1 0 0,-1 0 1 0 0,0 0 0 0 0,0 0 0 0 0,0 0 0 0 0,1 0 0 0 0,-1 0 0 0 0,0 0-1 0 0,1 0 1 0 0,-2-2 0 0 0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3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0 174 736 0 0,'3'3'567'0'0,"0"0"0"0"0,-1 1 0 0 0,1-1-1 0 0,-1 0 1 0 0,0 1 0 0 0,0-1 0 0 0,0 1 0 0 0,0-1-1 0 0,-1 1 1 0 0,3 7 0 0 0,8 17 1683 0 0,-11-27-1910 0 0,-1 0-252 0 0,0 0-1 0 0,1 0 1 0 0,-1 0-1 0 0,0 0 1 0 0,1 0 0 0 0,-1-1-1 0 0,1 1 1 0 0,-1 0 0 0 0,1 0-1 0 0,0 0 1 0 0,-1-1 0 0 0,1 1-1 0 0,-1 0 1 0 0,1-1 0 0 0,0 1-1 0 0,0-1 1 0 0,-1 1-1 0 0,1 0 1 0 0,0-1 0 0 0,0 0-1 0 0,1 1 1 0 0,17-6 53 0 0,-1 1 0 0 0,1 0-1 0 0,-1 1 1 0 0,1 2 0 0 0,0-1 0 0 0,28 3-1 0 0,-26-1-108 0 0,-13 0-30 0 0,0 0-1 0 0,0-1 1 0 0,-1 0 0 0 0,1-1-1 0 0,-1 0 1 0 0,1 0 0 0 0,-1 0-1 0 0,0-1 1 0 0,1 0 0 0 0,-2-1-1 0 0,1 0 1 0 0,0 0 0 0 0,-1 0 0 0 0,1 0-1 0 0,-1-1 1 0 0,-1 0 0 0 0,1-1-1 0 0,-1 1 1 0 0,1-1 0 0 0,-2 0-1 0 0,6-8 1 0 0,3-7 336 0 0,-2 0-1 0 0,0-1 1 0 0,-1 0-1 0 0,-1-1 1 0 0,7-29 0 0 0,-16 52-285 0 0,-1 0 1 0 0,1 0 0 0 0,0 0-1 0 0,0 0 1 0 0,0 0 0 0 0,0 0-1 0 0,0 0 1 0 0,0 0 0 0 0,0 0-1 0 0,0 0 1 0 0,0 1 0 0 0,0-1-1 0 0,0 0 1 0 0,-1 0 0 0 0,1 0-1 0 0,0 0 1 0 0,0 0-1 0 0,0 0 1 0 0,0 0 0 0 0,0 0-1 0 0,0-1 1 0 0,0 1 0 0 0,0 0-1 0 0,0 0 1 0 0,0 0 0 0 0,-1 0-1 0 0,1 0 1 0 0,0 0 0 0 0,0 0-1 0 0,0 0 1 0 0,0 0 0 0 0,0 0-1 0 0,0 0 55 0 0,0 0-55 0 0,0 0 1 0 0,0 0 0 0 0,0 0-1 0 0,0 0 1 0 0,0 0 0 0 0,0-1-1 0 0,0 1 1 0 0,-1 0 0 0 0,1 0-1 0 0,0 0 1 0 0,0 0 0 0 0,0 0-1 0 0,0 0 1 0 0,0 0-1 0 0,0 0 1 0 0,0 0 0 0 0,0 0-1 0 0,0-1 1 0 0,0 1 0 0 0,0 0-1 0 0,0 0 1 0 0,-12 11 587 0 0,-13 24-197 0 0,17-12-91 0 0,1 0 0 0 0,1 0 0 0 0,1 0-1 0 0,0 1 1 0 0,-1 40 0 0 0,2-18-2723 0 0,-3-2-3419 0 0,1-31-3433 0 0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3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67 224 0 0,'9'-16'1088'0'0,"-2"10"-76"0"0,3-1-84 0 0,1-2-84 0 0,-2 4-92 0 0,6 0-87 0 0,0 0-61 0 0,1-1-56 0 0,-1 2-60 0 0,3 3-148 0 0,-1-1-220 0 0,1 2-240 0 0,14 0-320 0 0,-8 2-740 0 0,4-1-1269 0 0,2 1 565 0 0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3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19 204 0 0,'0'-1'182'0'0,"-1"0"-1"0"0,1 0 1 0 0,-1 0-1 0 0,1 0 1 0 0,-1 0 0 0 0,0 0-1 0 0,1 0 1 0 0,-1 0-1 0 0,0 0 1 0 0,0 0 0 0 0,1 0-1 0 0,-1 1 1 0 0,0-1-1 0 0,0 0 1 0 0,0 1 0 0 0,0-1-1 0 0,0 0 1 0 0,0 1-1 0 0,0-1 1 0 0,0 1 0 0 0,0 0-1 0 0,0-1 1 0 0,0 1-1 0 0,-1 0 1 0 0,1 0 0 0 0,0 0-1 0 0,0 0 1 0 0,0 0-1 0 0,0 0 1 0 0,-2 0 0 0 0,0 1 22 0 0,0 1 1 0 0,1 0 0 0 0,-1 0-1 0 0,0 0 1 0 0,1 0 0 0 0,0 1 0 0 0,-1-1-1 0 0,1 1 1 0 0,0-1 0 0 0,-2 4-1 0 0,-10 14 210 0 0,2 1 0 0 0,0 0-1 0 0,1 0 1 0 0,2 1-1 0 0,0 0 1 0 0,1 1-1 0 0,1 0 1 0 0,1 0 0 0 0,-5 43-1 0 0,10-55-326 0 0,1 0 0 0 0,-1 0 0 0 0,2 0 0 0 0,-1-1 0 0 0,2 1 0 0 0,-1 0 0 0 0,2 0 0 0 0,-1-1 0 0 0,1 0 0 0 0,1 1 0 0 0,0-1 0 0 0,0 0 0 0 0,9 13 0 0 0,-11-19-84 0 0,1-1 0 0 0,-1 1 0 0 0,1-1 0 0 0,0 1 0 0 0,0-1-1 0 0,1 0 1 0 0,-1 0 0 0 0,0-1 0 0 0,1 1 0 0 0,0-1 0 0 0,0 1-1 0 0,0-1 1 0 0,0 0 0 0 0,0-1 0 0 0,0 1 0 0 0,0-1 0 0 0,0 0-1 0 0,1 0 1 0 0,-1 0 0 0 0,0 0 0 0 0,1-1 0 0 0,-1 0 0 0 0,1 0-1 0 0,-1 0 1 0 0,0 0 0 0 0,1-1 0 0 0,-1 1 0 0 0,1-1 0 0 0,-1 0-1 0 0,0-1 1 0 0,0 1 0 0 0,0-1 0 0 0,0 0 0 0 0,8-4 0 0 0,-5 1-18 0 0,-1 1 1 0 0,1-2-1 0 0,-1 1 1 0 0,0-1 0 0 0,0 0-1 0 0,-1 0 1 0 0,0 0 0 0 0,0-1-1 0 0,0 0 1 0 0,-1 0 0 0 0,0 0-1 0 0,6-15 1 0 0,-5 13 19 0 0,-14 17 215 0 0,8-6-215 0 0,0 0 0 0 0,0-1 0 0 0,1 1 1 0 0,-1 0-1 0 0,1 0 0 0 0,-1 0 0 0 0,1 0 1 0 0,0 0-1 0 0,-1 0 0 0 0,1 0 0 0 0,0 0 1 0 0,0 0-1 0 0,1 0 0 0 0,-1 0 0 0 0,0 0 1 0 0,1 0-1 0 0,0 3 0 0 0,1-1 3 0 0,-1-1-1 0 0,0 1 1 0 0,1-1-1 0 0,0 1 1 0 0,0-1 0 0 0,0 0-1 0 0,0 0 1 0 0,1 0-1 0 0,-1 0 1 0 0,1 0-1 0 0,-1 0 1 0 0,1-1-1 0 0,0 1 1 0 0,0-1-1 0 0,0 0 1 0 0,1 0 0 0 0,-1 0-1 0 0,0 0 1 0 0,1-1-1 0 0,-1 1 1 0 0,1-1-1 0 0,0 0 1 0 0,-1 0-1 0 0,1 0 1 0 0,0-1-1 0 0,0 1 1 0 0,5-1 0 0 0,8 0-10 0 0,-1-1 1 0 0,0-1-1 0 0,1 0 1 0 0,28-9-1 0 0,-40 10 2 0 0,4-2 14 0 0,4 0-9 0 0,1 0-1 0 0,-1 0 1 0 0,22 0 0 0 0,-31 3-5 0 0,-1 0-1 0 0,1 0 0 0 0,0 0 1 0 0,0 1-1 0 0,0 0 1 0 0,-1-1-1 0 0,1 2 1 0 0,0-1-1 0 0,-1 0 0 0 0,1 1 1 0 0,-1-1-1 0 0,1 1 1 0 0,-1 0-1 0 0,0 0 1 0 0,0 1-1 0 0,0-1 1 0 0,4 4-1 0 0,41 38-206 0 0,-46-42 77 0 0,0 0 1 0 0,-1 0 0 0 0,2 0-1 0 0,-1 0 1 0 0,0 0 0 0 0,0 0 0 0 0,0-1-1 0 0,1 1 1 0 0,-1-1 0 0 0,1 0-1 0 0,-1 0 1 0 0,1 0 0 0 0,0 0-1 0 0,-1 0 1 0 0,1 0 0 0 0,0-1 0 0 0,0 1-1 0 0,0-1 1 0 0,-1 0 0 0 0,1 1-1 0 0,0-2 1 0 0,0 1 0 0 0,0 0-1 0 0,-1 0 1 0 0,1-1 0 0 0,0 0 0 0 0,0 1-1 0 0,-1-1 1 0 0,1 0 0 0 0,0 0-1 0 0,-1-1 1 0 0,1 1 0 0 0,-1 0-1 0 0,1-1 1 0 0,-1 0 0 0 0,0 1 0 0 0,0-1-1 0 0,0 0 1 0 0,0 0 0 0 0,0 0-1 0 0,3-5 1 0 0,-4 6 173 0 0,0 0 0 0 0,-1 0-1 0 0,1 0 1 0 0,0 0 0 0 0,0 0-1 0 0,-1 0 1 0 0,1 0 0 0 0,-1 0 0 0 0,1-1-1 0 0,-1 1 1 0 0,0 0 0 0 0,1 0 0 0 0,-1-1-1 0 0,0 1 1 0 0,0 0 0 0 0,0-1 0 0 0,0 1-1 0 0,0 0 1 0 0,0 0 0 0 0,0-1-1 0 0,0 1 1 0 0,0 0 0 0 0,-1-1 0 0 0,1 1-1 0 0,0 0 1 0 0,-2-2 0 0 0,1 1 51 0 0,-1 1 1 0 0,1 0-1 0 0,-1 0 1 0 0,1 0-1 0 0,-1 0 0 0 0,0 0 1 0 0,1 0-1 0 0,-1 0 1 0 0,0 0-1 0 0,0 1 1 0 0,0-1-1 0 0,0 1 0 0 0,0-1 1 0 0,0 1-1 0 0,-3-1 1 0 0,-6 1 244 0 0,0 0 0 0 0,0 0 0 0 0,0 1 0 0 0,0 0 0 0 0,-16 4 0 0 0,22-3-258 0 0,0 0 0 0 0,0 0 0 0 0,0 1 0 0 0,0 0 0 0 0,1-1 0 0 0,-1 2 0 0 0,1-1 0 0 0,-7 6 0 0 0,-11 19-4686 0 0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4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1 852 0 0,'7'1'8861'0'0,"-21"54"-5332"0"0,-11 98-1 0 0,12-89-4410 0 0,13-63 151 0 0,-3 6-690 0 0,-2 4 273 0 0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4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297 391 200 0 0,'103'-23'5233'0'0,"-71"14"-2609"0"0,67-9 0 0 0,-72 22-2264 0 0,-15-1-6703 0 0</inkml:trace>
  <inkml:trace contextRef="#ctx0" brushRef="#br0" timeOffset="1">16 56 9077 0 0,'-2'-4'275'0'0,"0"0"0"0"0,-1 1 0 0 0,1-1 0 0 0,1 0 0 0 0,-1 0 0 0 0,-2-7 0 0 0,6 9-242 0 0,0 0 0 0 0,1 0 0 0 0,-1 0 0 0 0,0 1 0 0 0,1-1 0 0 0,-1 1-1 0 0,1-1 1 0 0,-1 1 0 0 0,1 0 0 0 0,-1 0 0 0 0,1 0 0 0 0,0 0 0 0 0,0 0 0 0 0,0 1 0 0 0,-1-1 0 0 0,1 1 0 0 0,0 0 0 0 0,0-1 0 0 0,0 1 0 0 0,0 1 0 0 0,0-1 0 0 0,0 0 0 0 0,-1 1 0 0 0,5 1 0 0 0,9 1-258 0 0,-1 1 1 0 0,1 0-1 0 0,16 9 1 0 0,47 17-5640 0 0,-43-18 3016 0 0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14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7 368 0 0,'6'4'3148'0'0,"6"-1"7093"0"0,-54-13-17733 0 0,25 7 4043 0 0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21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41 208 0 0,'0'0'793'0'0,"-4"-38"7676"0"0,3 38-8452 0 0,1-1 0 0 0,0 1 0 0 0,0 0 0 0 0,-1 0 0 0 0,1 0 0 0 0,0 0 0 0 0,0-1 0 0 0,-1 1 0 0 0,1 0 0 0 0,0 0 0 0 0,0 0 0 0 0,-1 0 0 0 0,1 0 0 0 0,0 0 0 0 0,-1-1 0 0 0,1 1 0 0 0,0 0 0 0 0,0 0 0 0 0,-1 0 0 0 0,1 0 0 0 0,0 0 0 0 0,-1 0 0 0 0,1 0 0 0 0,0 1 0 0 0,-1-1 0 0 0,1 0 0 0 0,0 0 0 0 0,0 0-1 0 0,-1 0 1 0 0,1 0 0 0 0,0 0 0 0 0,0 0 0 0 0,-1 1 0 0 0,1-1 0 0 0,0 0 0 0 0,0 0 0 0 0,-1 0 0 0 0,1 1 0 0 0,0-1 0 0 0,0 0 0 0 0,0 0 0 0 0,-1 0 0 0 0,1 1 0 0 0,0-1 0 0 0,-23 21 287 0 0,-17 25 58 0 0,13-10-168 0 0,1 1-1 0 0,3 1 0 0 0,1 1 0 0 0,1 1 1 0 0,3 1-1 0 0,1 1 0 0 0,2 0 1 0 0,-12 58-1 0 0,24-86-149 0 0,0-1 0 0 0,1 1 0 0 0,1 0 0 0 0,0 0 0 0 0,1 0 1 0 0,0 0-1 0 0,1 0 0 0 0,1 0 0 0 0,0-1 0 0 0,1 1 0 0 0,0 0 0 0 0,1-1 0 0 0,1 0 0 0 0,0 0 1 0 0,1 0-1 0 0,0-1 0 0 0,1 0 0 0 0,0 0 0 0 0,1 0 0 0 0,1-1 0 0 0,-1 0 0 0 0,2-1 1 0 0,-1 0-1 0 0,2 0 0 0 0,-1-1 0 0 0,1 0 0 0 0,0-1 0 0 0,22 11 0 0 0,4-1 33 0 0,0-2-1 0 0,1-2 1 0 0,1-1-1 0 0,0-2 1 0 0,1-2-1 0 0,0-1 0 0 0,0-2 1 0 0,60 0-1 0 0,-81-4 644 0 0,7-2-2984 0 0,-27-1 2102 0 0,1 0 1 0 0,-1 0-1 0 0,1 0 1 0 0,-1 1 0 0 0,1-1-1 0 0,-1 0 1 0 0,1 0-1 0 0,-1 1 1 0 0,0-1 0 0 0,1 0-1 0 0,-1 1 1 0 0,0-1-1 0 0,0 1 1 0 0,1-1-1 0 0,-1 1 1 0 0,0-1 0 0 0,0 1-1 0 0,0-1 1 0 0,0 1-1 0 0,0 0 1 0 0,1-1 0 0 0,-3 1-1 0 0,-9-8-3377 0 0,5 0 268 0 0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23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1 264 0 0,'0'0'1540'0'0,"11"30"387"0"0,-7-26-1834 0 0,0-1 1 0 0,1 1-1 0 0,0-1 1 0 0,-1 0-1 0 0,1 0 1 0 0,0-1-1 0 0,0 1 1 0 0,1-1-1 0 0,-1-1 0 0 0,0 1 1 0 0,8 1-1 0 0,67 9 362 0 0,-61-10-382 0 0,272 22 499 0 0,-70-9-321 0 0,260 3-92 0 0,-248-15 8 0 0,-86-1-149 0 0,122 7-2 0 0,-79 2-11 0 0,128 15-1 0 0,-204-16 12 0 0,172-5 1 0 0,-101-6 2 0 0,487 37-11 0 0,-126-32 41 0 0,-352-9-50 0 0,500-19 47 0 0,25-1 5 0 0,-113 33-50 0 0,-316-2 2 0 0,221-7 92 0 0,-241-7 336 0 0,60 1 1740 0 0,-149 9 2605 0 0,-170-4-3453 0 0,-1 1-1473 0 0,-35 12-12397 0 0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28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196 454 228 0 0,'-1'0'111'0'0,"1"-1"0"0"0,0 1 0 0 0,0-1 0 0 0,-1 1-1 0 0,1-1 1 0 0,-1 1 0 0 0,1 0 0 0 0,0-1 0 0 0,-1 1 0 0 0,1-1 0 0 0,-1 1 0 0 0,1 0 0 0 0,-1-1 0 0 0,1 1-1 0 0,-1 0 1 0 0,1 0 0 0 0,-1-1 0 0 0,0 1 0 0 0,1 0 0 0 0,-1 0 0 0 0,1 0 0 0 0,-1 0 0 0 0,0 0-1 0 0,1-1 1 0 0,-1 1 0 0 0,1 0 0 0 0,-1 1 0 0 0,0-1 0 0 0,1 0 0 0 0,-1 0 0 0 0,1 0 0 0 0,-1 0 0 0 0,1 0-1 0 0,-1 1 1 0 0,0-1 0 0 0,0 0 0 0 0,-16 24 1316 0 0,-5 47-1274 0 0,19-59 317 0 0,-76 247 1196 0 0,70-241-268 0 0,0-15-535 0 0,8-5-819 0 0,-1 1 1 0 0,1-1-1 0 0,-1 1 0 0 0,1-1 0 0 0,0 0 1 0 0,0 1-1 0 0,0-1 0 0 0,0 0 1 0 0,0 0-1 0 0,0 0 0 0 0,1 0 1 0 0,-1 0-1 0 0,0-2 0 0 0,-16-75 253 0 0,14 29-197 0 0,1 0 0 0 0,3 0 1 0 0,3 0-1 0 0,1 0 0 0 0,2 1 0 0 0,20-68 0 0 0,-17 79-60 0 0,2 1 0 0 0,27-60 0 0 0,-33 83-35 0 0,1 1 0 0 0,0 0 0 0 0,1 1 0 0 0,1 0 0 0 0,0 0 0 0 0,0 1 0 0 0,1 0 0 0 0,1 0 0 0 0,0 1 0 0 0,14-10-1 0 0,-22 19-14 0 0,6 0 5 0 0,-8 2 5 0 0,-1-1-1 0 0,1 0 1 0 0,0 1-1 0 0,0-1 1 0 0,0 1-1 0 0,-1-1 1 0 0,1 1-1 0 0,0-1 1 0 0,-1 1-1 0 0,1 0 1 0 0,0-1 0 0 0,-1 1-1 0 0,1 0 1 0 0,-1-1-1 0 0,1 1 1 0 0,-1 0-1 0 0,1 0 1 0 0,-1 0-1 0 0,1-1 1 0 0,-1 1-1 0 0,0 0 1 0 0,0 0-1 0 0,1 0 1 0 0,-1 0-1 0 0,0 0 1 0 0,0 0 0 0 0,0 1-1 0 0,3 27 4 0 0,-6 80-20 0 0,0-77 22 0 0,1 0 0 0 0,2 0 0 0 0,1 0 0 0 0,1 0 0 0 0,2 0 0 0 0,2-1 0 0 0,12 45 0 0 0,-9-51 1 0 0,1-1-1 0 0,1 1 1 0 0,1-2-1 0 0,20 29 1 0 0,-26-44-3 0 0,0 0 1 0 0,0 0 0 0 0,1 0 0 0 0,1-1 0 0 0,-1 0 0 0 0,1 0-1 0 0,0 0 1 0 0,1-1 0 0 0,-1-1 0 0 0,1 0 0 0 0,0 0 0 0 0,1 0-1 0 0,-1-1 1 0 0,12 3 0 0 0,-17-6-4 0 0,0 0 0 0 0,0 0 0 0 0,0-1 0 0 0,0 1 0 0 0,1-1 0 0 0,-1 0 0 0 0,0 0 0 0 0,0 0 0 0 0,1-1 0 0 0,-1 1 0 0 0,0-1 0 0 0,0 0 0 0 0,0-1 0 0 0,8-2 0 0 0,-10 2-1 0 0,1 1-1 0 0,-1-1 1 0 0,0 1-1 0 0,0-1 1 0 0,0 0-1 0 0,0 0 1 0 0,0 0-1 0 0,-1 0 1 0 0,1 0-1 0 0,-1-1 1 0 0,1 1-1 0 0,-1 0 1 0 0,0-1-1 0 0,0 1 1 0 0,0-1-1 0 0,0 1 1 0 0,0-1-1 0 0,0 1 1 0 0,-1-1-1 0 0,1 0 1 0 0,-1 1-1 0 0,0-1 1 0 0,0 0-1 0 0,0-5 1 0 0,-1 2-7 0 0,-1 0 0 0 0,1 1 1 0 0,-1-1-1 0 0,0 0 0 0 0,0 1 0 0 0,-1-1 0 0 0,0 1 1 0 0,1-1-1 0 0,-2 1 0 0 0,-3-5 0 0 0,6 9-17 0 0,4 5-82 0 0,3 1 107 0 0,-1 0 0 0 0,1 0-1 0 0,-1 0 1 0 0,1-1 0 0 0,1 0 0 0 0,-1 0 0 0 0,0-1 0 0 0,1 0 0 0 0,0 0 0 0 0,0 0 0 0 0,0-1 0 0 0,0 0-1 0 0,0 0 1 0 0,0-1 0 0 0,0 0 0 0 0,1 0 0 0 0,-1-1 0 0 0,1 0 0 0 0,-1 0 0 0 0,0-1 0 0 0,0 0 0 0 0,1 0-1 0 0,-1 0 1 0 0,0-1 0 0 0,13-5 0 0 0,-12 4 0 0 0,-1 0 1 0 0,0 0-1 0 0,0-1 0 0 0,0 0 1 0 0,-1 0-1 0 0,0 0 0 0 0,1-1 1 0 0,-1 0-1 0 0,-1 0 0 0 0,1-1 1 0 0,-1 0-1 0 0,0 0 0 0 0,0 0 0 0 0,-1 0 1 0 0,0-1-1 0 0,0 1 0 0 0,0-1 1 0 0,-1 0-1 0 0,0-1 0 0 0,0 1 1 0 0,-1 0-1 0 0,0-1 0 0 0,0 1 0 0 0,-1-1 1 0 0,1-10-1 0 0,-1 10-3 0 0,-1 1 1 0 0,0-1-1 0 0,0 0 0 0 0,-1 0 0 0 0,0 0 1 0 0,0 0-1 0 0,-1 1 0 0 0,0-1 0 0 0,-1 0 1 0 0,1 1-1 0 0,-1 0 0 0 0,-1 0 0 0 0,1-1 1 0 0,-1 2-1 0 0,-1-1 0 0 0,-4-6 0 0 0,7 12-3 0 0,-13 40-26 0 0,7 38 31 0 0,4 1 0 0 0,9 132 0 0 0,-1 48 24 0 0,-4-199-6 0 0,-2 36 4 0 0,1-88-12 0 0,0 0 0 0 0,-1 0 0 0 0,0 0 0 0 0,0 0 0 0 0,0 0 0 0 0,-1 0-1 0 0,0 0 1 0 0,0-1 0 0 0,-1 0 0 0 0,-5 9 0 0 0,6-12 8 0 0,1-1 1 0 0,0 0-1 0 0,0 0 1 0 0,-1 0 0 0 0,0 0-1 0 0,1 0 1 0 0,-1 0-1 0 0,0-1 1 0 0,0 1-1 0 0,0-1 1 0 0,1 0-1 0 0,-2 0 1 0 0,1 0 0 0 0,0 0-1 0 0,0-1 1 0 0,0 1-1 0 0,0-1 1 0 0,0 0-1 0 0,-1 0 1 0 0,1 0-1 0 0,0 0 1 0 0,0 0 0 0 0,0-1-1 0 0,0 1 1 0 0,0-1-1 0 0,-1 0 1 0 0,1 0-1 0 0,-5-3 1 0 0,2 2 50 0 0,-1-1-1 0 0,1-1 1 0 0,0 1 0 0 0,0-1 0 0 0,0 0-1 0 0,0-1 1 0 0,1 1 0 0 0,-1-1 0 0 0,1 0-1 0 0,0-1 1 0 0,-7-10 0 0 0,8 10-30 0 0,0 0 1 0 0,1-1-1 0 0,0 0 1 0 0,0 0-1 0 0,0 0 1 0 0,1 0-1 0 0,0 0 1 0 0,0 0-1 0 0,1 0 1 0 0,0-1-1 0 0,0 1 0 0 0,1-1 1 0 0,0 1-1 0 0,0-1 1 0 0,1 1-1 0 0,0 0 1 0 0,0-1-1 0 0,1 1 1 0 0,-1 0-1 0 0,2 0 1 0 0,-1 0-1 0 0,1 0 1 0 0,0 0-1 0 0,1 0 1 0 0,5-8-1 0 0,-6 12-81 0 0,-1 0 0 0 0,1 0-1 0 0,0 0 1 0 0,0 0 0 0 0,1 1 0 0 0,-1 0 0 0 0,0-1-1 0 0,1 1 1 0 0,-1 0 0 0 0,1 1 0 0 0,0-1 0 0 0,0 1-1 0 0,0 0 1 0 0,-1-1 0 0 0,1 2 0 0 0,0-1 0 0 0,0 0-1 0 0,5 1 1 0 0,32 1-2438 0 0,-2 6-3529 0 0,-29-5 3192 0 0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28.4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53 696 0 0,'0'0'1064'0'0,"2"-3"2"0"0,0 0-594 0 0,-1 0 1 0 0,0 0-1 0 0,0 0 0 0 0,0 0 1 0 0,0 0-1 0 0,0 0 1 0 0,0 0-1 0 0,-1 0 1 0 0,0 0-1 0 0,1 0 1 0 0,-1 0-1 0 0,0 0 1 0 0,-1-4-1 0 0,1 4 433 0 0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29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77 259 708 0 0,'-9'-35'7346'0'0,"6"80"-6428"0"0,-2 1 1 0 0,-18 70-1 0 0,13-66-556 0 0,-7 9 303 0 0,17-57-453 0 0,-1 4 55 0 0,0-4-67 0 0,0-6 982 0 0,-2-18-1104 0 0,1 1 0 0 0,0-1 0 0 0,2 0 0 0 0,1 0-1 0 0,0 0 1 0 0,2 1 0 0 0,0-1 0 0 0,2 1 0 0 0,0 0-1 0 0,14-34 1 0 0,-12 36-71 0 0,1 0-1 0 0,1 0 1 0 0,1 1-1 0 0,1 1 0 0 0,0-1 1 0 0,1 2-1 0 0,1 0 1 0 0,0 0-1 0 0,1 1 1 0 0,1 1-1 0 0,30-23 1 0 0,-35 30-13 0 0,0 1 0 0 0,0 0 0 0 0,1 1 0 0 0,0 0 0 0 0,0 1 0 0 0,0 0 0 0 0,0 0 0 0 0,1 1 0 0 0,0 1 0 0 0,23-2 0 0 0,-34 4 3 0 0,0 0 1 0 0,0 0-1 0 0,0 0 1 0 0,0 0-1 0 0,0 0 1 0 0,-1 0-1 0 0,1 0 1 0 0,0 0-1 0 0,0 0 1 0 0,0 1-1 0 0,0-1 1 0 0,0 0-1 0 0,0 1 1 0 0,0-1-1 0 0,0 1 1 0 0,-1-1-1 0 0,1 1 1 0 0,0-1-1 0 0,0 1 1 0 0,-1-1-1 0 0,1 1 1 0 0,0 0-1 0 0,-1 0 1 0 0,1-1-1 0 0,-1 1 1 0 0,1 0-1 0 0,-1 0 1 0 0,1 0-1 0 0,-1-1 1 0 0,1 3-1 0 0,0-1 1 0 0,-1 1 0 0 0,0 0 0 0 0,0-1 1 0 0,0 1-1 0 0,0 0 0 0 0,0-1 0 0 0,-1 1 0 0 0,1 0 0 0 0,-1-1 0 0 0,-2 6 0 0 0,-2 4 3 0 0,0 1-1 0 0,-1-1 1 0 0,-10 14-1 0 0,10-17 2 0 0,0 0-1 0 0,1 0 1 0 0,0 1-1 0 0,1 0 1 0 0,0 0-1 0 0,0 0 1 0 0,1 0-1 0 0,0 1 1 0 0,1-1-1 0 0,0 1 1 0 0,0 12 0 0 0,3-9 3 0 0,0 0 1 0 0,0-1 0 0 0,2 1 0 0 0,0-1-1 0 0,0 1 1 0 0,1-1 0 0 0,1 0 0 0 0,8 18 0 0 0,-7-21-7 0 0,-2 0 1 0 0,0 1 0 0 0,0-1 0 0 0,-1 1 0 0 0,0 0 0 0 0,1 14-1 0 0,-4-22 3 0 0,0 0 0 0 0,0 0 0 0 0,0 0-1 0 0,0 1 1 0 0,-1-1 0 0 0,1 0-1 0 0,-1 0 1 0 0,0-1 0 0 0,0 1-1 0 0,0 0 1 0 0,0 0 0 0 0,0 0 0 0 0,-1 0-1 0 0,1-1 1 0 0,-1 1 0 0 0,0-1-1 0 0,0 1 1 0 0,0-1 0 0 0,0 0-1 0 0,0 0 1 0 0,0 0 0 0 0,-1 0-1 0 0,1 0 1 0 0,-1 0 0 0 0,1-1 0 0 0,-1 1-1 0 0,0-1 1 0 0,-3 2 0 0 0,-9 3-15 0 0,-1 0 1 0 0,-33 8 0 0 0,47-14-117 0 0,-11 2-190 0 0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1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11 182 56 0 0,'0'0'145'0'0,"0"0"0"0"0,-1 0 0 0 0,1 0 0 0 0,0 0 0 0 0,0 1 0 0 0,-1-1 0 0 0,1 0 0 0 0,0 0 0 0 0,-1 0 0 0 0,1 0 0 0 0,0 0 0 0 0,-1 0 0 0 0,1 0 0 0 0,0 0 0 0 0,-1-1 0 0 0,1 1 0 0 0,0 0 0 0 0,-1 0 0 0 0,1 0 0 0 0,0 0 0 0 0,-1 0 0 0 0,1 0 0 0 0,0-1-1 0 0,0 1 1 0 0,-1 0 0 0 0,1 0 0 0 0,0 0 0 0 0,0-1 0 0 0,-1 1 0 0 0,1 0 0 0 0,0 0 0 0 0,0-1 0 0 0,0 1 0 0 0,-1 0 0 0 0,1-1 0 0 0,0 1 0 0 0,0 0 0 0 0,0-1 0 0 0,0 1 0 0 0,0 0 0 0 0,0 0 0 0 0,0-1 0 0 0,14-11 1679 0 0,37-11-2120 0 0,-43 19 1085 0 0,83-46 690 0 0,-69 37-1083 0 0,-19 10-301 0 0,-1 1 0 0 0,1-1 1 0 0,-1 0-1 0 0,0 0 0 0 0,0 0 1 0 0,0 0-1 0 0,0 0 0 0 0,0 0 1 0 0,0-1-1 0 0,1-5 0 0 0,-3 8 151 0 0,-19-10-66 0 0,13 12-157 0 0,1 0 1 0 0,-1 0-1 0 0,1 1 1 0 0,0-1-1 0 0,-1 1 0 0 0,1 1 1 0 0,0-1-1 0 0,0 1 1 0 0,0 0-1 0 0,1 0 1 0 0,-1 0-1 0 0,1 1 0 0 0,0-1 1 0 0,-1 1-1 0 0,2 0 1 0 0,-8 8-1 0 0,10-10-19 0 0,0 0 1 0 0,-1 1-1 0 0,1-1 0 0 0,0 0 0 0 0,0 0 1 0 0,0 1-1 0 0,1-1 0 0 0,-1 0 0 0 0,0 1 1 0 0,1-1-1 0 0,0 1 0 0 0,-1-1 0 0 0,1 1 1 0 0,0-1-1 0 0,0 0 0 0 0,1 1 0 0 0,-1-1 1 0 0,0 1-1 0 0,1-1 0 0 0,-1 1 0 0 0,1-1 1 0 0,0 0-1 0 0,0 1 0 0 0,0-1 0 0 0,0 0 1 0 0,0 0-1 0 0,1 0 0 0 0,-1 0 0 0 0,0 0 1 0 0,1 0-1 0 0,0 0 0 0 0,-1 0 0 0 0,1 0 1 0 0,0-1-1 0 0,0 1 0 0 0,0-1 0 0 0,0 0 1 0 0,0 1-1 0 0,1-1 0 0 0,1 1 0 0 0,10 5 8 0 0,0-1-1 0 0,0 0 0 0 0,1-1 0 0 0,-1-1 0 0 0,1 0 0 0 0,0-1 0 0 0,0 0 0 0 0,0-1 1 0 0,1-1-1 0 0,-1-1 0 0 0,17-1 0 0 0,2-1-1 0 0,-1-2 0 0 0,0-1 0 0 0,0-2 0 0 0,33-10 0 0 0,-56 13-10 0 0,7 0 8 0 0,-1-1 0 0 0,0 0 0 0 0,0-2 0 0 0,0 0 0 0 0,-1 0 0 0 0,0-2 0 0 0,0 0 0 0 0,21-17 0 0 0,-25 16-6 0 0,-2-9 2 0 0,-5 7-9 0 0,-3 8 23 0 0,0 3-13 0 0,0 0 0 0 0,-1 0 0 0 0,1 0 0 0 0,-1 0-1 0 0,1 0 1 0 0,-1 0 0 0 0,0 0 0 0 0,1 0 0 0 0,-1 0 0 0 0,0 0 0 0 0,0 0 0 0 0,1 0-1 0 0,-1 0 1 0 0,0 0 0 0 0,0 0 0 0 0,0 0 0 0 0,0 0 0 0 0,-1 0 0 0 0,1 0 0 0 0,0 0-1 0 0,0 0 1 0 0,-1 0 0 0 0,1 0 0 0 0,0 0 0 0 0,-1 0 0 0 0,1 0 0 0 0,-1 0 0 0 0,1 0-1 0 0,-1 0 1 0 0,0 0 0 0 0,1 0 0 0 0,-1 1 0 0 0,0-1 0 0 0,0 0 0 0 0,-1 0 0 0 0,0 0 3 0 0,-4-1 8 0 0,-24 7-31 0 0,-4 17 26 0 0,33-21-1 0 0,-1 0 15 0 0,0 1 0 0 0,0 0 0 0 0,0 0-1 0 0,0 0 1 0 0,0 0 0 0 0,1 0 0 0 0,-1 0 0 0 0,1 0 0 0 0,0 1-1 0 0,-1-1 1 0 0,1 0 0 0 0,-1 5 0 0 0,1-6 342 0 0,-6 8-427 0 0,-1-5 70 0 0,6-3 24 0 0,-4 141 446 0 0,26-161-418 0 0,6-5-31 0 0,1 0 0 0 0,1 1 0 0 0,2 2 0 0 0,42-24 0 0 0,-70 44-41 0 0,0 1 5 0 0,1 0 1 0 0,-1 0-1 0 0,0 1 0 0 0,1-1 1 0 0,-1 1-1 0 0,0 0 0 0 0,0 0 1 0 0,0-1-1 0 0,0 1 0 0 0,0 1 1 0 0,0-1-1 0 0,0 0 0 0 0,0 0 1 0 0,0 1-1 0 0,0-1 0 0 0,-1 1 1 0 0,3 2-1 0 0,25 38 6 0 0,-26-37 2 0 0,0 1 0 0 0,0-1-1 0 0,1 0 1 0 0,-1 0 0 0 0,1-1 0 0 0,0 1-1 0 0,0-1 1 0 0,9 7 0 0 0,17 9 46 0 0,-26-16-654 0 0,1 0 0 0 0,0-1 1 0 0,0 0-1 0 0,1 0 0 0 0,-1 0 1 0 0,1 0-1 0 0,11 3 1 0 0,-8-4-3001 0 0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1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23 708 0 0,'-23'-22'5715'0'0,"16"22"-5500"0"0,1 1 0 0 0,0 0 0 0 0,-1 0 0 0 0,1 1 0 0 0,0 0 0 0 0,0 0 0 0 0,0 0 1 0 0,0 1-1 0 0,1 0 0 0 0,-1 0 0 0 0,1 0 0 0 0,0 1 0 0 0,-1-1 0 0 0,2 1 0 0 0,-1 1 0 0 0,0-1 0 0 0,1 1 0 0 0,0-1 0 0 0,0 1 0 0 0,0 1 0 0 0,0-1 0 0 0,1 0 0 0 0,0 1 0 0 0,-4 9 0 0 0,7-13-191 0 0,0-1 1 0 0,0 1-1 0 0,-1-1 0 0 0,1 1 0 0 0,0-1 1 0 0,0 1-1 0 0,0 0 0 0 0,1-1 0 0 0,-1 1 1 0 0,0-1-1 0 0,0 1 0 0 0,1-1 1 0 0,-1 1-1 0 0,1-1 0 0 0,0 1 0 0 0,-1-1 1 0 0,1 0-1 0 0,0 1 0 0 0,0-1 0 0 0,0 0 1 0 0,0 1-1 0 0,0-1 0 0 0,0 0 1 0 0,0 0-1 0 0,0 0 0 0 0,0 0 0 0 0,1 0 1 0 0,-1 0-1 0 0,0 0 0 0 0,1-1 0 0 0,-1 1 1 0 0,1 0-1 0 0,1 0 0 0 0,7 2 38 0 0,-1 0 1 0 0,0 0-1 0 0,1-1 0 0 0,11 2 0 0 0,-11-3-15 0 0,-4 0-36 0 0,0 0-1 0 0,0 1 1 0 0,1-1 0 0 0,-2 1 0 0 0,1 1 0 0 0,0-1 0 0 0,0 1-1 0 0,-1 0 1 0 0,1 0 0 0 0,-1 1 0 0 0,0 0 0 0 0,0 0-1 0 0,0 0 1 0 0,-1 0 0 0 0,1 1 0 0 0,-1-1 0 0 0,5 8-1 0 0,-4-4 2 0 0,-1 1-1 0 0,1 0 1 0 0,-2 0-1 0 0,1 1 1 0 0,-1-1-1 0 0,0 1 1 0 0,-1 0-1 0 0,0-1 1 0 0,-1 1 0 0 0,0 11-1 0 0,-1 7 16 0 0,-1-1 1 0 0,-1 1-1 0 0,-1 0 0 0 0,-2-1 0 0 0,-1 0 1 0 0,-17 49-1 0 0,17-62-15 0 0,0-1-1 0 0,-1-1 1 0 0,0 1 0 0 0,-1-1-1 0 0,0-1 1 0 0,-1 1 0 0 0,0-1-1 0 0,-13 11 1 0 0,18-17 44 0 0,0-1-1 0 0,-1 0 1 0 0,1-1 0 0 0,-1 1-1 0 0,0-1 1 0 0,1 0 0 0 0,-2 0-1 0 0,1 0 1 0 0,0-1-1 0 0,0 0 1 0 0,-1 0 0 0 0,1 0-1 0 0,-1-1 1 0 0,0 0 0 0 0,1 0-1 0 0,-1 0 1 0 0,0-1 0 0 0,0 1-1 0 0,0-1 1 0 0,1-1-1 0 0,-1 1 1 0 0,-6-2 0 0 0,10 1-43 0 0,1 0 0 0 0,-1 0 1 0 0,1 0-1 0 0,0 1 0 0 0,0-1 0 0 0,-1-1 1 0 0,1 1-1 0 0,0 0 0 0 0,0 0 0 0 0,0 0 1 0 0,0-1-1 0 0,0 1 0 0 0,0 0 1 0 0,0-1-1 0 0,1 1 0 0 0,-1-1 0 0 0,1 1 1 0 0,-1-1-1 0 0,1 1 0 0 0,-1-1 0 0 0,1 0 1 0 0,0 1-1 0 0,-1-1 0 0 0,1 1 1 0 0,0-1-1 0 0,0 0 0 0 0,1 1 0 0 0,-1-1 1 0 0,0 1-1 0 0,0-1 0 0 0,2-2 0 0 0,-1-4 19 0 0,1-1-1 0 0,0 1 1 0 0,1 1-1 0 0,5-14 1 0 0,9-11 18 0 0,2 1 1 0 0,2 0 0 0 0,0 1 0 0 0,34-35-1 0 0,111-97-35 0 0,-142 141-17 0 0,1 2-1 0 0,1 1 0 0 0,0 1 0 0 0,2 1 0 0 0,0 1 0 0 0,46-17 0 0 0,-71 32 7 0 0,-1-1 0 0 0,0 1 0 0 0,0-1 0 0 0,0 1 0 0 0,1 0 0 0 0,-1 0 0 0 0,0 0 0 0 0,0 0 0 0 0,1 1 0 0 0,-1-1 0 0 0,0 0-1 0 0,0 1 1 0 0,0 0 0 0 0,0-1 0 0 0,0 1 0 0 0,0 0 0 0 0,0 0 0 0 0,0 0 0 0 0,0 0 0 0 0,0 1 0 0 0,0-1 0 0 0,0 0 0 0 0,-1 1-1 0 0,1-1 1 0 0,-1 1 0 0 0,1 0 0 0 0,-1 0 0 0 0,0-1 0 0 0,1 1 0 0 0,-1 0 0 0 0,0 0 0 0 0,0 0 0 0 0,0 0 0 0 0,0 0 0 0 0,0 4 0 0 0,4 6 35 0 0,-1 0 1 0 0,0 1 0 0 0,-1 0 0 0 0,3 18-1 0 0,-6-26-44 0 0,0 0 0 0 0,0 0 0 0 0,0 1 0 0 0,-1-1 0 0 0,1 0-1 0 0,-1 0 1 0 0,-1 0 0 0 0,1 0 0 0 0,-1 0 0 0 0,0-1-1 0 0,0 1 1 0 0,0 0 0 0 0,0-1 0 0 0,-6 7 0 0 0,-12 17-2571 0 0,10-26 444 0 0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2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1 141 932 0 0,'49'-139'9562'0'0,"-49"138"-8974"0"0,1 3-1361 0 0,0-1 461 0 0,0 1-1 0 0,0 0 1 0 0,0 0-1 0 0,0 0 1 0 0,0 0-1 0 0,-1 0 1 0 0,1 0-1 0 0,-1 0 1 0 0,1 0-1 0 0,-1 0 1 0 0,0 0-1 0 0,0 0 1 0 0,0 0-1 0 0,0 0 1 0 0,-1 3-1 0 0,1-3-286 0 0,2 8-2051 0 0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2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108 110 708 0 0,'-4'-18'4205'0'0,"5"18"-4081"0"0,-1-1 0 0 0,0 1 1 0 0,0-1-1 0 0,-1 0 0 0 0,1 1 1 0 0,0-1-1 0 0,0 1 1 0 0,0-1-1 0 0,0 1 0 0 0,0-1 1 0 0,-1 1-1 0 0,1-1 0 0 0,0 1 1 0 0,0-1-1 0 0,-1 1 0 0 0,1-1 1 0 0,0 1-1 0 0,-1-1 1 0 0,1 1-1 0 0,0-1 0 0 0,-1 1 1 0 0,1 0-1 0 0,-1-1 0 0 0,1 1 1 0 0,-1 0-1 0 0,1-1 1 0 0,-1 1-1 0 0,1 0 0 0 0,-1 0 1 0 0,1-1-1 0 0,-1 1 0 0 0,0 0 1 0 0,-7 4 24 0 0,1 0 1 0 0,0 1-1 0 0,-1-1 1 0 0,2 2-1 0 0,-1-1 1 0 0,1 1-1 0 0,-1 0 1 0 0,1 0-1 0 0,1 0 0 0 0,-8 12 1 0 0,12-16-120 0 0,-1 1 0 0 0,0-1 0 0 0,1 1 1 0 0,0 0-1 0 0,-1 0 0 0 0,1 0 0 0 0,0 0 0 0 0,1 0 0 0 0,-1 0 1 0 0,1 0-1 0 0,-1 0 0 0 0,1 0 0 0 0,0 0 0 0 0,0 0 0 0 0,0 0 0 0 0,0 0 1 0 0,1 0-1 0 0,-1 0 0 0 0,1 0 0 0 0,0 0 0 0 0,0 0 0 0 0,0 0 1 0 0,0 0-1 0 0,0 0 0 0 0,1 0 0 0 0,-1-1 0 0 0,1 1 0 0 0,0-1 1 0 0,-1 1-1 0 0,1-1 0 0 0,1 0 0 0 0,-1 1 0 0 0,3 1 0 0 0,0 0-8 0 0,1 0-1 0 0,0-1 1 0 0,0 1 0 0 0,0-1-1 0 0,0 0 1 0 0,0-1-1 0 0,1 0 1 0 0,-1 0-1 0 0,1 0 1 0 0,0-1-1 0 0,0 0 1 0 0,-1 0 0 0 0,1 0-1 0 0,0-1 1 0 0,0 0-1 0 0,0-1 1 0 0,0 1-1 0 0,-1-1 1 0 0,1-1-1 0 0,0 1 1 0 0,-1-1-1 0 0,1 0 1 0 0,-1-1 0 0 0,1 0-1 0 0,8-5 1 0 0,-9 5 33 0 0,0 0 0 0 0,0 0 0 0 0,0-1 1 0 0,-1 0-1 0 0,1 0 0 0 0,-1 0 0 0 0,0-1 1 0 0,0 1-1 0 0,0-1 0 0 0,-1 0 0 0 0,0-1 1 0 0,0 1-1 0 0,0-1 0 0 0,-1 0 0 0 0,0 0 1 0 0,0 0-1 0 0,0 0 0 0 0,-1-1 0 0 0,0 1 1 0 0,0-1-1 0 0,0 1 0 0 0,-1-1 0 0 0,0 0 1 0 0,-1 0-1 0 0,1-12 0 0 0,-2 13-3 0 0,0 1 0 0 0,-1 0 0 0 0,1 0 0 0 0,-1 0 0 0 0,0 0 0 0 0,0 1 0 0 0,0-1 0 0 0,-1 0 0 0 0,0 1 0 0 0,0 0 0 0 0,0 0 0 0 0,0-1 0 0 0,-1 2 0 0 0,1-1 0 0 0,-1 0 0 0 0,0 1 0 0 0,0 0 0 0 0,-1 0 0 0 0,1 0 0 0 0,0 0 0 0 0,-1 1-1 0 0,0-1 1 0 0,-6-1 0 0 0,7 3-158 0 0,0-1-1 0 0,0 1 1 0 0,0 0-1 0 0,0 1 1 0 0,0-1-1 0 0,0 1 1 0 0,0 0-1 0 0,0 0 0 0 0,0 0 1 0 0,0 0-1 0 0,-1 1 1 0 0,1 0-1 0 0,0-1 1 0 0,1 2-1 0 0,-1-1 1 0 0,0 0-1 0 0,0 1 0 0 0,0-1 1 0 0,1 1-1 0 0,-1 0 1 0 0,1 1-1 0 0,0-1 1 0 0,-1 0-1 0 0,1 1 1 0 0,0 0-1 0 0,0 0 0 0 0,1 0 1 0 0,-1 0-1 0 0,-4 7 1 0 0,-10 16-5709 0 0,11-12 2488 0 0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3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9 593 748 0 0,'-8'-4'7943'0'0,"31"-4"-7426"0"0,0 0 0 0 0,0 1-1 0 0,37-5 1 0 0,-36 9-266 0 0,-1-2 0 0 0,-1 0 1 0 0,1-2-1 0 0,-1 0 0 0 0,29-15 0 0 0,-48 21-225 0 0,0-1 0 0 0,-1 1 0 0 0,1-1 1 0 0,-1 0-1 0 0,1 0 0 0 0,-1 0 0 0 0,0 0 0 0 0,0 0 0 0 0,0-1 0 0 0,0 1 0 0 0,0-1 0 0 0,0 1 1 0 0,-1-1-1 0 0,1 0 0 0 0,-1 0 0 0 0,1 0 0 0 0,-1 0 0 0 0,0 0 0 0 0,0-3 0 0 0,-1 4-19 0 0,0 1-1 0 0,0-1 1 0 0,0 0-1 0 0,0 1 1 0 0,-1-1 0 0 0,1 0-1 0 0,-1 1 1 0 0,1-1-1 0 0,-1 0 1 0 0,1 1-1 0 0,-1-1 1 0 0,0 1-1 0 0,0-1 1 0 0,0 1-1 0 0,0-1 1 0 0,0 1 0 0 0,0 0-1 0 0,0 0 1 0 0,0-1-1 0 0,-1 1 1 0 0,1 0-1 0 0,-1 0 1 0 0,1 0-1 0 0,0 0 1 0 0,-1 0-1 0 0,1 1 1 0 0,-1-1 0 0 0,0 0-1 0 0,1 1 1 0 0,-1-1-1 0 0,0 1 1 0 0,1 0-1 0 0,-4-1 1 0 0,2 1-5 0 0,1-1-1 0 0,-1 1 1 0 0,0 0 0 0 0,0 0 0 0 0,0 0 0 0 0,0 0-1 0 0,0 0 1 0 0,1 1 0 0 0,-1-1 0 0 0,0 1 0 0 0,0 0-1 0 0,1 0 1 0 0,-1 0 0 0 0,0 0 0 0 0,1 0 0 0 0,-1 1-1 0 0,1-1 1 0 0,-1 1 0 0 0,1-1 0 0 0,0 1-1 0 0,0 0 1 0 0,0 0 0 0 0,0 0 0 0 0,0 0 0 0 0,0 1-1 0 0,0-1 1 0 0,1 0 0 0 0,-1 1 0 0 0,1-1 0 0 0,0 1-1 0 0,0 0 1 0 0,0-1 0 0 0,0 1 0 0 0,0 0 0 0 0,0-1-1 0 0,1 1 1 0 0,-1 0 0 0 0,1 0 0 0 0,0 0 0 0 0,0 0-1 0 0,0 0 1 0 0,0-1 0 0 0,0 1 0 0 0,1 0-1 0 0,-1 0 1 0 0,1 0 0 0 0,1 3 0 0 0,1-1 2 0 0,1 0-1 0 0,-1 0 1 0 0,1 0 0 0 0,0-1 0 0 0,1 1 0 0 0,-1-1-1 0 0,1 0 1 0 0,-1 0 0 0 0,1-1 0 0 0,0 1 0 0 0,1-1-1 0 0,-1 0 1 0 0,1-1 0 0 0,-1 1 0 0 0,1-1 0 0 0,0 0-1 0 0,0 0 1 0 0,0-1 0 0 0,0 0 0 0 0,0 0 0 0 0,0 0 0 0 0,12-1-1 0 0,0 1 2 0 0,-1-2-1 0 0,1 0 1 0 0,0-1 0 0 0,-1-1-1 0 0,0 0 1 0 0,32-11-1 0 0,-33 7-2 0 0,0 0 0 0 0,-1-1 0 0 0,0-1 0 0 0,0-1 0 0 0,-1 0 0 0 0,0-1 0 0 0,-1 0 0 0 0,0-1 0 0 0,-1 0 0 0 0,-1-1 0 0 0,1-1 0 0 0,-2 0 0 0 0,17-30 0 0 0,-15 23 3 0 0,-2 0 0 0 0,0-1 0 0 0,-1 0-1 0 0,-2-1 1 0 0,0 0 0 0 0,-2 0-1 0 0,0-1 1 0 0,-2 1 0 0 0,2-42 0 0 0,-5 50 266 0 0,-1 0 1 0 0,0-1-1 0 0,-1 1 1 0 0,-6-21 0 0 0,7 35 242 0 0,-1 1-481 0 0,0 1-1 0 0,1-1 1 0 0,-1 1 0 0 0,0 0-1 0 0,0 0 1 0 0,0 0-1 0 0,0 0 1 0 0,1 0-1 0 0,-1 0 1 0 0,1 1-1 0 0,-1-1 1 0 0,1 0 0 0 0,-1 1-1 0 0,1-1 1 0 0,0 1-1 0 0,-1 0 1 0 0,1-1-1 0 0,0 1 1 0 0,0 0-1 0 0,0 0 1 0 0,1 0 0 0 0,-2 3-1 0 0,-17 51 499 0 0,16-47-474 0 0,-3 22 103 0 0,1 0 0 0 0,1 0 0 0 0,2 0 0 0 0,0 0 0 0 0,3 1 0 0 0,6 50 0 0 0,-5-61-109 0 0,5 108 52 0 0,-6-122-987 0 0,-1 11-1892 0 0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3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55 548 0 0,'8'-11'2341'0'0,"-4"7"-2000"0"0,1 0-1 0 0,-1 0 1 0 0,1 0 0 0 0,0 1 0 0 0,0 0 0 0 0,0 0-1 0 0,0 0 1 0 0,0 0 0 0 0,1 1 0 0 0,0 0-1 0 0,-1 0 1 0 0,1 1 0 0 0,0-1 0 0 0,0 1 0 0 0,9 0-1 0 0,-7 0-973 0 0,1 1-1 0 0,0 0 0 0 0,-1 0 0 0 0,1 1 1 0 0,-1 1-1 0 0,16 3 0 0 0,-14-2-1563 0 0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1 176 0 0,'0'0'11788'0'0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5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164 253 252 0 0,'7'-29'5630'0'0,"-7"28"-5512"0"0,0 1 0 0 0,0-1-1 0 0,0 0 1 0 0,-1 0 0 0 0,1 0-1 0 0,0 1 1 0 0,0-1-1 0 0,-1 0 1 0 0,1 0 0 0 0,0 1-1 0 0,-1-1 1 0 0,1 0 0 0 0,-1 1-1 0 0,1-1 1 0 0,-1 0-1 0 0,1 1 1 0 0,-1-1 0 0 0,0 1-1 0 0,1-1 1 0 0,-1 1 0 0 0,1-1-1 0 0,-1 1 1 0 0,0 0 0 0 0,0-1-1 0 0,1 1 1 0 0,-1 0-1 0 0,0-1 1 0 0,0 1 0 0 0,1 0-1 0 0,-1 0 1 0 0,0 0 0 0 0,-1-1-1 0 0,0 1 265 0 0,-51 15 827 0 0,44-11-1034 0 0,1 1 0 0 0,0-1 0 0 0,0 2 0 0 0,1-1 0 0 0,-14 12-1 0 0,18-14-118 0 0,0 1 1 0 0,-1-1-1 0 0,1 0 0 0 0,1 1 0 0 0,-1 0 0 0 0,0-1 0 0 0,1 1 0 0 0,0 0 0 0 0,0 0 0 0 0,0 1 0 0 0,0-1 0 0 0,-2 8 0 0 0,4-10-2 0 0,0-2-49 0 0,0 1 1 0 0,0-1 0 0 0,-1 0 0 0 0,1 1-1 0 0,0-1 1 0 0,0 1 0 0 0,0-1-1 0 0,0 0 1 0 0,0 1 0 0 0,0-1 0 0 0,0 1-1 0 0,0-1 1 0 0,0 1 0 0 0,0-1 0 0 0,0 1-1 0 0,0-1 1 0 0,0 0 0 0 0,0 1 0 0 0,0-1-1 0 0,1 1 1 0 0,-1-1 0 0 0,0 1 0 0 0,0-1-1 0 0,0 0 1 0 0,1 1 0 0 0,-1-1 0 0 0,0 0-1 0 0,1 1 1 0 0,-1-1 0 0 0,0 0 0 0 0,1 1-1 0 0,-1-1 1 0 0,0 0 0 0 0,1 0 0 0 0,0 1-1 0 0,10 13 101 0 0,-9-12-96 0 0,1-1 0 0 0,-1 0 1 0 0,0 0-1 0 0,1 0 0 0 0,-1-1 0 0 0,1 1 0 0 0,-1 0 0 0 0,1-1 0 0 0,0 0 0 0 0,-1 1 1 0 0,1-1-1 0 0,-1 0 0 0 0,1-1 0 0 0,-1 1 0 0 0,1 0 0 0 0,0-1 0 0 0,-1 1 0 0 0,1-1 1 0 0,-1 0-1 0 0,1 0 0 0 0,-1 0 0 0 0,0 0 0 0 0,4-2 0 0 0,2 0-2 0 0,0 0 0 0 0,1 0 0 0 0,-1 1 1 0 0,13-2-1 0 0,0 2 2 0 0,-1 2 0 0 0,36 5 0 0 0,22-2 52 0 0,-68-4-59 0 0,-1 0-1 0 0,0-1 0 0 0,1 0 1 0 0,-1-1-1 0 0,0 0 0 0 0,0 0 0 0 0,-1-1 1 0 0,1 0-1 0 0,-1 0 0 0 0,1-1 1 0 0,-2 0-1 0 0,9-7 0 0 0,-7 3 0 0 0,0 1 0 0 0,0-2 0 0 0,-1 1 0 0 0,-1-2 0 0 0,0 1 0 0 0,0-1 0 0 0,-1 1 0 0 0,8-21 0 0 0,-8 17 107 0 0,0 0 0 0 0,-2 0 0 0 0,0 0 0 0 0,0 0 0 0 0,-1-1 0 0 0,-1 1 0 0 0,-1-1 0 0 0,0 0 0 0 0,-1 0-1 0 0,-1-14 1 0 0,0 28-73 0 0,1 1 0 0 0,-1-1 0 0 0,1 0-1 0 0,-1 1 1 0 0,0-1 0 0 0,1 1 0 0 0,-1-1-1 0 0,0 1 1 0 0,0-1 0 0 0,1 1 0 0 0,-1 0-1 0 0,0-1 1 0 0,0 1 0 0 0,0 0 0 0 0,0 0-1 0 0,1-1 1 0 0,-1 1 0 0 0,0 0 0 0 0,0 0-1 0 0,0 0 1 0 0,0 0 0 0 0,0 0 0 0 0,1 0-1 0 0,-1 0 1 0 0,0 0 0 0 0,0 1 0 0 0,0-1-1 0 0,0 0 1 0 0,0 1 0 0 0,1-1 0 0 0,-1 0-1 0 0,0 1 1 0 0,0-1 0 0 0,1 1 0 0 0,-1-1-1 0 0,0 1 1 0 0,1-1 0 0 0,-1 1 0 0 0,0-1-1 0 0,1 1 1 0 0,-2 1 0 0 0,-9 14 144 0 0,1 1 1 0 0,0 0-1 0 0,2 0 0 0 0,0 1 0 0 0,0 0 1 0 0,-6 25-1 0 0,6-10-280 0 0,1 0 0 0 0,-6 66 0 0 0,13-88-307 0 0,-2 25-2672 0 0,4-12-4021 0 0,0-15 3161 0 0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6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1044 0 0,'0'0'1031'0'0,"34"-28"6065"0"0,-33 27-6940 0 0,0 0-1 0 0,-1-1 1 0 0,1 1 0 0 0,0 0-1 0 0,0 1 1 0 0,0-1 0 0 0,0 0 0 0 0,0 0-1 0 0,0 0 1 0 0,0 0 0 0 0,0 1-1 0 0,0-1 1 0 0,0 0 0 0 0,0 1 0 0 0,0-1-1 0 0,0 1 1 0 0,1-1 0 0 0,-1 1-1 0 0,0 0 1 0 0,0 0 0 0 0,1-1 0 0 0,-1 1-1 0 0,0 0 1 0 0,2 0 0 0 0,-1 1-316 0 0,-1 0 1 0 0,1 0-1 0 0,-1 1 1 0 0,1-1-1 0 0,-1 0 1 0 0,0 0-1 0 0,1 1 1 0 0,-1-1-1 0 0,0 1 1 0 0,0 0-1 0 0,0-1 1 0 0,1 3-1 0 0,14 18-5574 0 0,-7-15 2774 0 0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7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56 472 0 0,'-9'-5'11184'0'0,"19"0"-11136"0"0,-1 0-1 0 0,1 0 0 0 0,0 1 0 0 0,0 0 0 0 0,0 0 0 0 0,0 1 0 0 0,1 1 0 0 0,15-2 0 0 0,101-6 30 0 0,-58 6-129 0 0,-63 4 71 0 0,13 1 4 0 0,-15 0-86 0 0,12-3-169 0 0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8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92 268 0 0,'0'0'3254'0'0,"20"-31"-7"0"0,-3 22-2843 0 0,0 0 0 0 0,1 2 1 0 0,0 0-1 0 0,0 0 0 0 0,0 2 1 0 0,1 0-1 0 0,0 1 0 0 0,19-1 1 0 0,-27 4-313 0 0,0 0 0 0 0,0 0 1 0 0,-1 1-1 0 0,1 1 0 0 0,0 0 1 0 0,0 0-1 0 0,-1 1 1 0 0,20 6-1 0 0,-27-7-73 0 0,-1 0 0 0 0,1 0 1 0 0,-1 0-1 0 0,1 1 0 0 0,-1-1 0 0 0,0 1 0 0 0,0 0 0 0 0,1 0 1 0 0,-1 0-1 0 0,0 0 0 0 0,-1 0 0 0 0,1 0 0 0 0,0 0 1 0 0,-1 0-1 0 0,3 5 0 0 0,-3-3-8 0 0,0-1 0 0 0,0 1 0 0 0,0-1 0 0 0,-1 0 0 0 0,1 1 1 0 0,-1-1-1 0 0,0 1 0 0 0,0-1 0 0 0,-1 1 0 0 0,1-1 0 0 0,-1 1 0 0 0,1-1 0 0 0,-1 0 1 0 0,0 1-1 0 0,-3 5 0 0 0,-2 3 8 0 0,0 0 0 0 0,0 0-1 0 0,-1 0 1 0 0,-1-1 0 0 0,0-1 0 0 0,-1 1 0 0 0,0-1 0 0 0,-17 15 0 0 0,-12 6 35 0 0,-44 28 1 0 0,21-16-10 0 0,30-22-17 0 0,24-17 14 0 0,-1 1 0 0 0,1 0 0 0 0,0 0 0 0 0,0 0 0 0 0,0 1 0 0 0,1 0 0 0 0,-8 10 0 0 0,13-14 293 0 0,41 7 117 0 0,21-9-17 0 0,73-9-1 0 0,18-1-1103 0 0,-149 10-9 0 0,0 0 0 0 0,0-1 0 0 0,0 1 1 0 0,0-1-1 0 0,0 0 0 0 0,0 0 0 0 0,0 0 1 0 0,0 0-1 0 0,0 0 0 0 0,-1-1 1 0 0,5-3-1 0 0,0 1-2284 0 0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8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5 36 0 0,'-8'-1'432'0'0,"0"-1"0"0"0,-1 1-1 0 0,1 1 1 0 0,-1 0 0 0 0,1 0 0 0 0,0 0 0 0 0,-1 1 0 0 0,1 0-1 0 0,0 1 1 0 0,0 0 0 0 0,-1 0 0 0 0,1 1 0 0 0,1 0 0 0 0,-1 0-1 0 0,0 1 1 0 0,1 0 0 0 0,-11 7 0 0 0,14-8-344 0 0,1-1 0 0 0,-1 1 0 0 0,1 0-1 0 0,0 0 1 0 0,-1 0 0 0 0,1 0 0 0 0,1 1 0 0 0,-1-1 0 0 0,0 1 0 0 0,1-1 0 0 0,0 1 0 0 0,0 0 0 0 0,0 0 0 0 0,0 0-1 0 0,1 1 1 0 0,-1-1 0 0 0,1 0 0 0 0,0 0 0 0 0,1 1 0 0 0,-1-1 0 0 0,1 1 0 0 0,-1-1 0 0 0,1 1 0 0 0,1-1 0 0 0,-1 0-1 0 0,1 1 1 0 0,-1-1 0 0 0,1 1 0 0 0,1-1 0 0 0,-1 0 0 0 0,0 0 0 0 0,1 0 0 0 0,0 0 0 0 0,3 5 0 0 0,-1-3-36 0 0,1 0 0 0 0,0 0 0 0 0,1-1 0 0 0,-1 0 1 0 0,1 0-1 0 0,0 0 0 0 0,0 0 0 0 0,1-1 0 0 0,-1 0 1 0 0,1-1-1 0 0,0 1 0 0 0,0-1 0 0 0,0 0 0 0 0,0-1 0 0 0,1 0 1 0 0,-1 0-1 0 0,1-1 0 0 0,-1 0 0 0 0,1 0 0 0 0,0 0 1 0 0,-1-1-1 0 0,10-1 0 0 0,-11 0-26 0 0,-1 1 0 0 0,1-1 0 0 0,-1 0 0 0 0,0 0 0 0 0,1-1 1 0 0,-1 1-1 0 0,0-1 0 0 0,0 0 0 0 0,0-1 0 0 0,0 1 0 0 0,-1-1 0 0 0,1 0 0 0 0,8-7 0 0 0,-10 7-5 0 0,-1 0 0 0 0,1-1 0 0 0,-1 1-1 0 0,1 0 1 0 0,-1-1 0 0 0,0 0 0 0 0,-1 0-1 0 0,1 1 1 0 0,-1-1 0 0 0,1 0 0 0 0,-1 0-1 0 0,0 0 1 0 0,-1-1 0 0 0,1 1 0 0 0,-1 0-1 0 0,1 0 1 0 0,-1 0 0 0 0,-1 0 0 0 0,1-1-1 0 0,-1-4 1 0 0,-1 2 11 0 0,0 0 1 0 0,0-1-1 0 0,-1 1 0 0 0,0 0 0 0 0,0 1 1 0 0,0-1-1 0 0,-1 0 0 0 0,0 1 0 0 0,-1 0 1 0 0,1 0-1 0 0,-1 0 0 0 0,0 0 0 0 0,-1 1 1 0 0,1 0-1 0 0,-11-7 0 0 0,15 11-150 0 0,-2 2-533 0 0,2 0 633 0 0,-18 13-1887 0 0,18-13 1651 0 0,1 0-1 0 0,-1 0 1 0 0,1 0-1 0 0,0 0 0 0 0,-1 0 1 0 0,1-1-1 0 0,0 1 0 0 0,0 0 1 0 0,0 0-1 0 0,0 0 1 0 0,0 0-1 0 0,0 0 0 0 0,0 0 1 0 0,0 0-1 0 0,0 0 0 0 0,0 0 1 0 0,0 0-1 0 0,1-1 1 0 0,-1 1-1 0 0,0 0 0 0 0,0 0 1 0 0,1 1-1 0 0,7 13-2476 0 0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8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22 888 0 0,'7'-21'9932'0'0,"-16"44"-7923"0"0,-18 51-1765 0 0,-26 132 1443 0 0,32-119-3403 0 0,21-86 898 0 0,6 6-1503 0 0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9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69 360 0 0,'2'-5'520'0'0,"1"1"0"0"0,-1 0 1 0 0,1 0-1 0 0,0 0 0 0 0,0 1 0 0 0,1-1 1 0 0,-1 1-1 0 0,1-1 0 0 0,-1 1 0 0 0,1 0 0 0 0,0 0 1 0 0,0 1-1 0 0,0-1 0 0 0,5-1 0 0 0,-4 2-368 0 0,0-1-1 0 0,1 1 0 0 0,-1 0 1 0 0,0 1-1 0 0,0-1 0 0 0,1 1 1 0 0,-1 0-1 0 0,1 0 1 0 0,0 1-1 0 0,-1 0 0 0 0,1 0 1 0 0,-1 0-1 0 0,1 1 0 0 0,-1-1 1 0 0,1 1-1 0 0,-1 1 0 0 0,1-1 1 0 0,-1 1-1 0 0,7 3 0 0 0,-10-4-131 0 0,-1 0 0 0 0,1 0-1 0 0,-1 0 1 0 0,0 1-1 0 0,0-1 1 0 0,1 0 0 0 0,-1 1-1 0 0,0-1 1 0 0,0 1 0 0 0,0-1-1 0 0,0 1 1 0 0,-1-1 0 0 0,1 1-1 0 0,0 0 1 0 0,-1-1-1 0 0,1 1 1 0 0,-1 0 0 0 0,1 0-1 0 0,-1-1 1 0 0,0 1 0 0 0,0 0-1 0 0,0 0 1 0 0,0 0-1 0 0,0-1 1 0 0,0 1 0 0 0,-1 0-1 0 0,0 2 1 0 0,-19 55 210 0 0,9-31-96 0 0,10-22-122 0 0,0-1 0 0 0,1 1 0 0 0,-1-1 0 0 0,1 1 0 0 0,0-1 0 0 0,1 1 0 0 0,-1 0 0 0 0,1-1 0 0 0,0 1 0 0 0,1-1 0 0 0,-1 0 0 0 0,1 1 0 0 0,0-1 0 0 0,1 0 0 0 0,-1 0-1 0 0,1 0 1 0 0,0-1 0 0 0,0 1 0 0 0,0-1 0 0 0,4 5 0 0 0,22 39 54 0 0,-28-47-60 0 0,-1 1-1 0 0,1-1 1 0 0,0 1 0 0 0,-1-1-1 0 0,1 1 1 0 0,-1 0-1 0 0,1-1 1 0 0,-1 1 0 0 0,0-1-1 0 0,0 1 1 0 0,0 0-1 0 0,0-1 1 0 0,0 1 0 0 0,0 0-1 0 0,0-1 1 0 0,0 1-1 0 0,-1-1 1 0 0,1 1 0 0 0,-1 0-1 0 0,1-1 1 0 0,-1 1-1 0 0,0-1 1 0 0,1 1 0 0 0,-1-1-1 0 0,0 1 1 0 0,0-1-1 0 0,0 0 1 0 0,0 0 0 0 0,0 1-1 0 0,0-1 1 0 0,-1 0-1 0 0,1 0 1 0 0,0 0 0 0 0,-1 0-1 0 0,1 0 1 0 0,-3 1-1 0 0,-4 2 48 0 0,-1-1-1 0 0,1 0 1 0 0,-1 0-1 0 0,0-1 1 0 0,-11 2 0 0 0,2 0-1 0 0,-72 12-820 0 0,88-15 62 0 0,-7 3-1436 0 0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9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457 0 472 0 0,'13'4'341'0'0,"-1"0"1"0"0,1 0-1 0 0,-1 2 1 0 0,-1-1-1 0 0,1 1 0 0 0,-1 1 1 0 0,0 0-1 0 0,0 1 0 0 0,-1 0 1 0 0,0 1-1 0 0,-1 0 0 0 0,1 0 1 0 0,-2 1-1 0 0,1 0 1 0 0,-2 0-1 0 0,1 1 0 0 0,-1 0 1 0 0,-1 1-1 0 0,0-1 0 0 0,-1 1 1 0 0,0 0-1 0 0,-1 1 0 0 0,0-1 1 0 0,3 17-1 0 0,-3 0-11 0 0,-1-1 0 0 0,-2 1-1 0 0,0 0 1 0 0,-2-1 0 0 0,-1 1 0 0 0,-2-1-1 0 0,0 1 1 0 0,-13 39 0 0 0,7-36-110 0 0,0 0 0 0 0,-3-1 0 0 0,0-1 0 0 0,-2 0 0 0 0,-1-1 0 0 0,-1-1 1 0 0,-24 30-1 0 0,21-36-239 0 0,-1-2 1 0 0,-1 0 0 0 0,-1-1-1 0 0,0-1 1 0 0,-1-2 0 0 0,-1 0-1 0 0,-1-1 1 0 0,0-2 0 0 0,0-1-1 0 0,-2 0 1 0 0,1-3 0 0 0,-1 0 0 0 0,-1-1-1 0 0,-54 6 1 0 0,36-12-2069 0 0,16-4-3079 0 0,16 0 1675 0 0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39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48 1024 0 0,'9'-5'2208'0'0,"-3"-4"-408"0"0,0 0 305 0 0,-28-4-2845 0 0,10 9-329 0 0,-1 1-1151 0 0,-7-1 508 0 0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3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232 49 176 0 0,'-8'-11'924'0'0,"4"6"141"0"0,0 0 0 0 0,0-1 0 0 0,-1 1 0 0 0,1 1 1 0 0,-10-8-1 0 0,12 11-203 0 0,1 8-706 0 0,-2 0 0 0 0,1 0-1 0 0,-1 0 1 0 0,0 0-1 0 0,-7 12 1 0 0,1-1 136 0 0,-30 79 575 0 0,-38 141 1 0 0,67-204-782 0 0,1 0 0 0 0,2 1 0 0 0,1 0 0 0 0,2 1 0 0 0,2-1 0 0 0,1 1 0 0 0,4 43 0 0 0,-2-73-72 0 0,0 1 1 0 0,1-1-1 0 0,-1 1 1 0 0,1-1 0 0 0,1 0-1 0 0,-1 1 1 0 0,1-1-1 0 0,0-1 1 0 0,0 1-1 0 0,1 0 1 0 0,0-1 0 0 0,0 1-1 0 0,0-1 1 0 0,1 0-1 0 0,-1-1 1 0 0,1 1-1 0 0,0-1 1 0 0,1 0 0 0 0,-1 0-1 0 0,7 3 1 0 0,-4-3-2 0 0,0-1-1 0 0,0 0 1 0 0,1-1 0 0 0,-1 0 0 0 0,1 0 0 0 0,0-1 0 0 0,0 0 0 0 0,-1 0-1 0 0,1-1 1 0 0,0 0 0 0 0,0-1 0 0 0,0 0 0 0 0,-1 0 0 0 0,16-5-1 0 0,-1 0 3 0 0,-1-1 0 0 0,0-1 0 0 0,0-2 0 0 0,-1 0 0 0 0,0-1 0 0 0,21-15 0 0 0,-30 18-6 0 0,-1 0 0 0 0,0-1 0 0 0,0-1 0 0 0,-1 0 0 0 0,0-1 0 0 0,-1 0 0 0 0,0 0 0 0 0,-1-1 0 0 0,0 0 0 0 0,-1 0 0 0 0,7-16 0 0 0,-13 25-10 0 0,0 1 1 0 0,0-1-1 0 0,0 1 0 0 0,0-1 0 0 0,0 1 0 0 0,-1-1 1 0 0,1 0-1 0 0,-1 1 0 0 0,0-1 0 0 0,0 0 0 0 0,0 1 1 0 0,0-1-1 0 0,0 0 0 0 0,-1 1 0 0 0,1-1 1 0 0,-1 1-1 0 0,0-4 0 0 0,0 5 1 0 0,0-1-1 0 0,0 1 1 0 0,0 0 0 0 0,0 0 0 0 0,0-1-1 0 0,0 1 1 0 0,0 0 0 0 0,0 0 0 0 0,-1 0-1 0 0,1 0 1 0 0,0 0 0 0 0,-1 1 0 0 0,1-1-1 0 0,-1 0 1 0 0,1 1 0 0 0,-1-1 0 0 0,1 1-1 0 0,-1-1 1 0 0,1 1 0 0 0,-4-1 0 0 0,1 1-1 0 0,0 0 1 0 0,0 0 0 0 0,1 0 0 0 0,-1 0-1 0 0,0 1 1 0 0,0 0 0 0 0,0-1 0 0 0,0 1-1 0 0,0 1 1 0 0,0-1 0 0 0,1 0 0 0 0,-1 1-1 0 0,1 0 1 0 0,-1 0 0 0 0,1 0 0 0 0,0 0-1 0 0,-1 1 1 0 0,1-1 0 0 0,-2 4-1 0 0,1-2 2 0 0,0 0 0 0 0,1 1-1 0 0,0-1 1 0 0,0 1-1 0 0,1 0 1 0 0,-1 0-1 0 0,1 0 1 0 0,0 0-1 0 0,0 0 1 0 0,1 0-1 0 0,-1 1 1 0 0,1-1-1 0 0,0 0 1 0 0,1 1-1 0 0,-1-1 1 0 0,1 1 0 0 0,0-1-1 0 0,1 1 1 0 0,-1-1-1 0 0,1 1 1 0 0,0-1-1 0 0,0 0 1 0 0,1 1-1 0 0,0-1 1 0 0,0 0-1 0 0,0 0 1 0 0,0 0-1 0 0,1 0 1 0 0,0 0-1 0 0,0-1 1 0 0,0 1-1 0 0,0-1 1 0 0,1 0 0 0 0,0 0-1 0 0,0 0 1 0 0,0 0-1 0 0,0-1 1 0 0,10 6-1 0 0,-8-5 3 0 0,1 0 0 0 0,-1 0-1 0 0,1-1 1 0 0,0 1 0 0 0,0-2 0 0 0,0 1-1 0 0,1-1 1 0 0,-1 0 0 0 0,0-1 0 0 0,1 1-1 0 0,0-2 1 0 0,-1 1 0 0 0,1-1 0 0 0,-1 0-1 0 0,1 0 1 0 0,0-1 0 0 0,-1 0 0 0 0,13-4-1 0 0,-8 0 3 0 0,0 0 0 0 0,0 0-1 0 0,0-2 1 0 0,-1 1-1 0 0,0-2 1 0 0,0 1 0 0 0,-1-1-1 0 0,0-1 1 0 0,0 0-1 0 0,10-13 1 0 0,11-15-2 0 0,-17 20-2 0 0,1 0 0 0 0,0 1 1 0 0,29-23-1 0 0,-42 37-3 0 0,0 1-1 0 0,0 0 1 0 0,1 1 0 0 0,-1-1-1 0 0,0 0 1 0 0,0 1 0 0 0,1-1-1 0 0,-1 1 1 0 0,0 0 0 0 0,1-1-1 0 0,-1 1 1 0 0,0 0 0 0 0,0 0-1 0 0,1 1 1 0 0,-1-1 0 0 0,0 1 0 0 0,1-1-1 0 0,-1 1 1 0 0,0-1 0 0 0,0 1-1 0 0,0 0 1 0 0,1 0 0 0 0,-1 0-1 0 0,0 1 1 0 0,0-1 0 0 0,-1 0-1 0 0,1 1 1 0 0,0-1 0 0 0,0 1-1 0 0,1 2 1 0 0,10 8 1 0 0,-1 1 0 0 0,-1 0 0 0 0,12 18 0 0 0,-7-9 15 0 0,127 161-868 0 0,-142-182 718 0 0,-1 0 0 0 0,1 0 0 0 0,-1 0 0 0 0,1-1 0 0 0,-1 1 0 0 0,1 0-1 0 0,0-1 1 0 0,-1 1 0 0 0,1 0 0 0 0,0-1 0 0 0,0 1 0 0 0,-1-1 0 0 0,1 1-1 0 0,0-1 1 0 0,0 0 0 0 0,0 1 0 0 0,0-1 0 0 0,-1 0 0 0 0,1 1-1 0 0,0-1 1 0 0,0 0 0 0 0,0 0 0 0 0,0 0 0 0 0,0 0 0 0 0,0 0 0 0 0,0 0-1 0 0,0 0 1 0 0,0 0 0 0 0,-1 0 0 0 0,1 0 0 0 0,0-1 0 0 0,2 0 0 0 0,-1 0-53 0 0,1-1 0 0 0,-1 0 0 0 0,0 0 0 0 0,0 0 0 0 0,0 0 0 0 0,0 0 0 0 0,0-1 0 0 0,0 1 0 0 0,-1 0 0 0 0,3-6 0 0 0,5-10-204 0 0,-1-1-1 0 0,8-26 1 0 0,-15 39 227 0 0,10-44 574 0 0,-11 48-319 0 0,0 0 0 0 0,0-1 0 0 0,0 1 0 0 0,0 0 0 0 0,0 0 0 0 0,0 0 0 0 0,-1 0 0 0 0,1 0 0 0 0,-1-1 1 0 0,1 1-1 0 0,-1 0 0 0 0,0 0 0 0 0,0 0 0 0 0,0 1 0 0 0,0-1 0 0 0,0 0 0 0 0,0 0 0 0 0,-1 0 0 0 0,1 1 0 0 0,-3-3 0 0 0,0 3 50 0 0,1 0 0 0 0,-1 1 0 0 0,1-1 0 0 0,-1 1 0 0 0,1 0 0 0 0,-1 0 0 0 0,0 0 0 0 0,1 1 0 0 0,-1-1 0 0 0,1 1 0 0 0,-1 0 1 0 0,1 0-1 0 0,-1 0 0 0 0,-5 3 0 0 0,-4 2 51 0 0,0 0 1 0 0,0 0 0 0 0,1 2-1 0 0,0-1 1 0 0,0 2-1 0 0,1-1 1 0 0,0 2 0 0 0,0-1-1 0 0,1 2 1 0 0,0-1 0 0 0,1 1-1 0 0,1 1 1 0 0,-1-1-1 0 0,2 2 1 0 0,0-1 0 0 0,0 1-1 0 0,1 0 1 0 0,-6 17-1 0 0,12-26-249 0 0,-1-1-1 0 0,1 0 0 0 0,-1 1 1 0 0,1-1-1 0 0,0 0 0 0 0,0 1 0 0 0,1-1 1 0 0,-1 0-1 0 0,1 1 0 0 0,-1-1 1 0 0,3 6-1 0 0,-2-7-156 0 0,-1-1 0 0 0,1 0-1 0 0,0 1 1 0 0,0-1 0 0 0,0 0 0 0 0,-1 0 0 0 0,1 1 0 0 0,0-1-1 0 0,0 0 1 0 0,1 0 0 0 0,-1 0 0 0 0,0 0 0 0 0,0-1 0 0 0,0 1-1 0 0,1 0 1 0 0,-1 0 0 0 0,0-1 0 0 0,1 1 0 0 0,-1-1 0 0 0,1 1-1 0 0,-1-1 1 0 0,0 1 0 0 0,1-1 0 0 0,-1 0 0 0 0,1 0 0 0 0,-1 0-1 0 0,1 0 1 0 0,-1 0 0 0 0,1 0 0 0 0,-1 0 0 0 0,1 0 0 0 0,1-1-1 0 0,18-3-2105 0 0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4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36 0 0,'0'3'9305'0'0,"-1"20"-9090"0"0,0-9 256 0 0,-1 0 0 0 0,2-1 0 0 0,0 1 0 0 0,0 0 0 0 0,4 20 0 0 0,0-8-2577 0 0,-2 3-3490 0 0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4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50 708 0 0,'-1'-47'6479'0'0,"2"45"-6094"0"0,2 5-678 0 0,14 18-449 0 0,-7-3-2626 0 0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5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200 424 64 0 0,'0'0'840'0'0,"-7"-14"1528"0"0,4 11-2165 0 0,0 0 1 0 0,0 0 0 0 0,-1 1 0 0 0,1-1 0 0 0,-1 1 0 0 0,0 0 0 0 0,1 0 0 0 0,-1 0-1 0 0,0 0 1 0 0,0 0 0 0 0,0 1 0 0 0,0 0 0 0 0,0 0 0 0 0,-1 0 0 0 0,1 1-1 0 0,0-1 1 0 0,0 1 0 0 0,-1 0 0 0 0,1 0 0 0 0,0 0 0 0 0,0 1 0 0 0,-1 0-1 0 0,1-1 1 0 0,0 1 0 0 0,0 1 0 0 0,0-1 0 0 0,0 1 0 0 0,0-1 0 0 0,0 1-1 0 0,1 0 1 0 0,-1 1 0 0 0,0-1 0 0 0,-5 6 0 0 0,5-5-153 0 0,0 0 0 0 0,0 0 0 0 0,0 0 0 0 0,0 0 0 0 0,1 1 0 0 0,-1-1 0 0 0,1 1 0 0 0,0 0 0 0 0,0 0 0 0 0,1 1 0 0 0,-1-1 0 0 0,1 0 0 0 0,0 1 0 0 0,0-1 0 0 0,1 1 0 0 0,-1 0 0 0 0,1 0 0 0 0,0-1 0 0 0,0 1 0 0 0,0 0 0 0 0,1 0 0 0 0,0 0 0 0 0,0 0 0 0 0,0 0 0 0 0,1 0 0 0 0,-1 0 0 0 0,1 0 0 0 0,0 0 0 0 0,1 0 0 0 0,1 4 0 0 0,1-3-24 0 0,-1-1 1 0 0,1 0 0 0 0,1 0 0 0 0,-1 0-1 0 0,1 0 1 0 0,0-1 0 0 0,0 1-1 0 0,0-1 1 0 0,0-1 0 0 0,1 1-1 0 0,0-1 1 0 0,-1 0 0 0 0,1 0 0 0 0,0 0-1 0 0,1-1 1 0 0,12 3 0 0 0,1 0 15 0 0,0-1 1 0 0,1-1-1 0 0,0-1 0 0 0,22 0 1 0 0,-28-3-38 0 0,0 0 1 0 0,0-1 0 0 0,-1 0-1 0 0,1-1 1 0 0,-1-1-1 0 0,0 0 1 0 0,0-1 0 0 0,0 0-1 0 0,-1-1 1 0 0,1-1-1 0 0,-1 0 1 0 0,-1-1 0 0 0,0-1-1 0 0,0 1 1 0 0,0-2-1 0 0,-1 0 1 0 0,-1 0 0 0 0,10-12-1 0 0,-12 14 0 0 0,-4 4 6 0 0,0-1 0 0 0,0 1 0 0 0,-1 0 0 0 0,1-1-1 0 0,-1 0 1 0 0,0 0 0 0 0,0 0 0 0 0,-1 0 0 0 0,0 0-1 0 0,3-8 1 0 0,-31 16 34 0 0,23-2-45 0 0,0 0-1 0 0,0 0 0 0 0,0 0 1 0 0,1 0-1 0 0,-1 1 1 0 0,1-1-1 0 0,-1 1 1 0 0,1 0-1 0 0,-1 0 0 0 0,1 0 1 0 0,0 0-1 0 0,0 0 1 0 0,0 0-1 0 0,0 0 1 0 0,-1 3-1 0 0,-1 0-2 0 0,3-4 3 0 0,-1 0 18 0 0,2-1-18 0 0,0 0 0 0 0,-1 0 1 0 0,1 0-1 0 0,0 0 0 0 0,0 1 0 0 0,0-1 0 0 0,0 0 0 0 0,0 0 1 0 0,-1 0-1 0 0,1 0 0 0 0,0 0 0 0 0,0 0 0 0 0,0 0 1 0 0,0 0-1 0 0,0 0 0 0 0,0 0 0 0 0,-1 0 0 0 0,1 1 0 0 0,0-1 1 0 0,0 0-1 0 0,0 0 0 0 0,0 0 0 0 0,0 0 0 0 0,0 0 0 0 0,0 1 1 0 0,0-1-1 0 0,0 0 0 0 0,0 0 0 0 0,0 0 0 0 0,0 0 1 0 0,0 0-1 0 0,0 1 0 0 0,0-1 0 0 0,0 0 0 0 0,0 0 0 0 0,0 0 1 0 0,0 0-1 0 0,0 0 0 0 0,0 1 0 0 0,0-1 0 0 0,0 0 1 0 0,0 0-1 0 0,0 0 0 0 0,0 0 0 0 0,0 0 0 0 0,0 1 0 0 0,0-1 1 0 0,0 0-1 0 0,0 0 0 0 0,0 0 0 0 0,0 0 0 0 0,1 0 0 0 0,-1 0 1 0 0,0 1-1 0 0,0-1 0 0 0,0 0 0 0 0,15 4 11 0 0,1-1 0 0 0,-1-1 0 0 0,1 0 0 0 0,0-1 0 0 0,29-1 1 0 0,14 0-17 0 0,-36 1-4 0 0,0-1 1 0 0,0-1-1 0 0,-1-1 0 0 0,1-2 1 0 0,-1 0-1 0 0,1-1 0 0 0,-1-1 1 0 0,-1-1-1 0 0,30-14 0 0 0,-44 17 7 0 0,1 0 0 0 0,-1-1-1 0 0,1 0 1 0 0,-2 0 0 0 0,1-1 0 0 0,0 0-1 0 0,-1 0 1 0 0,0 0 0 0 0,-1-1-1 0 0,1 1 1 0 0,-1-2 0 0 0,-1 1 0 0 0,1 0-1 0 0,-1-1 1 0 0,-1 0 0 0 0,1 0 0 0 0,-1 0-1 0 0,-1 0 1 0 0,1-1 0 0 0,-1 1 0 0 0,-1-1-1 0 0,0 1 1 0 0,0-1 0 0 0,0 0-1 0 0,-1 1 1 0 0,-1-1 0 0 0,-1-13 0 0 0,-2 1 213 0 0,0 0-1 0 0,-2 1 1 0 0,0-1 0 0 0,-1 1 0 0 0,-1 0 0 0 0,-1 1 0 0 0,0 0-1 0 0,-2 0 1 0 0,-25-34 0 0 0,35 52-51 0 0,-2 2-135 0 0,0 0 0 0 0,0 1 0 0 0,0-1 0 0 0,1 1 0 0 0,-1-1 0 0 0,0 1 0 0 0,1 0 0 0 0,-1 0 0 0 0,1 0 0 0 0,0 0 0 0 0,0 1 0 0 0,0-1 0 0 0,0 1 0 0 0,0-1 0 0 0,0 1-1 0 0,1-1 1 0 0,-1 1 0 0 0,1 0 0 0 0,0 0 0 0 0,-1 0 0 0 0,0 5 0 0 0,-2 10 33 0 0,1 0-1 0 0,0 0 1 0 0,1 1 0 0 0,1 0-1 0 0,1-1 1 0 0,1 1-1 0 0,4 25 1 0 0,33 133-254 0 0,-9-60-1716 0 0,-17-35-3736 0 0,-11-69 3616 0 0,3 14-1548 0 0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6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789 202 212 0 0,'0'-7'200'0'0,"-1"0"1"0"0,0 0-1 0 0,-1 1 0 0 0,1-1 0 0 0,-1 1 1 0 0,-1-1-1 0 0,1 1 0 0 0,-1 0 0 0 0,0 0 1 0 0,0 0-1 0 0,-1 0 0 0 0,0 0 0 0 0,0 1 1 0 0,0 0-1 0 0,-1 0 0 0 0,0 0 1 0 0,0 0-1 0 0,0 1 0 0 0,0 0 0 0 0,-1 0 1 0 0,1 0-1 0 0,-1 1 0 0 0,0-1 0 0 0,-8-2 1 0 0,-13-5 130 0 0,1 0 0 0 0,-1 2 1 0 0,-1 1-1 0 0,-38-6 0 0 0,44 10-129 0 0,0 0 0 0 0,0 2 0 0 0,0 1 0 0 0,-1 0 0 0 0,1 2 0 0 0,0 0-1 0 0,0 2 1 0 0,-37 8 0 0 0,57-10-182 0 0,1-1 0 0 0,-1 1-1 0 0,1 0 1 0 0,-1-1 0 0 0,1 1 0 0 0,-1 0-1 0 0,1 0 1 0 0,-1 0 0 0 0,1 0-1 0 0,0 0 1 0 0,-1 0 0 0 0,1 0 0 0 0,0 1-1 0 0,0-1 1 0 0,0 0 0 0 0,0 1 0 0 0,0-1-1 0 0,0 1 1 0 0,0-1 0 0 0,1 1-1 0 0,-1-1 1 0 0,0 3 0 0 0,0-1 2 0 0,1 0 0 0 0,0 0-1 0 0,0 0 1 0 0,0 1 0 0 0,0-1 0 0 0,1 0 0 0 0,-1 0 0 0 0,1 0 0 0 0,0 0-1 0 0,-1 0 1 0 0,3 4 0 0 0,5 8 36 0 0,0 0 0 0 0,0 0 0 0 0,18 22 0 0 0,-21-31-36 0 0,22 32 41 0 0,-3 0 1 0 0,-1 1-1 0 0,-1 2 0 0 0,16 45 0 0 0,-36-79-55 0 0,1 0 0 0 0,-1 1 0 0 0,0-1 1 0 0,-1 1-1 0 0,0-1 0 0 0,0 1 0 0 0,-1-1 0 0 0,0 1 0 0 0,0 0 0 0 0,-1-1 0 0 0,0 1 0 0 0,0-1 0 0 0,0 1 0 0 0,-1-1 0 0 0,-1 0 0 0 0,1 1 0 0 0,-1-1 1 0 0,-4 7-1 0 0,1-5-1 0 0,0 1 1 0 0,0-1 0 0 0,-1 0 0 0 0,-1-1 0 0 0,1 0 0 0 0,-1 0-1 0 0,-1-1 1 0 0,1 0 0 0 0,-1 0 0 0 0,-1-1 0 0 0,-15 9-1 0 0,12-9 0 0 0,0 0 0 0 0,0-1 0 0 0,0-1 0 0 0,0 0 0 0 0,-1 0 0 0 0,0-2 0 0 0,1 1 0 0 0,-1-2 0 0 0,-19 1 0 0 0,24-3-1 0 0,0 1-1 0 0,-1-1 0 0 0,1 0 1 0 0,0-1-1 0 0,0 0 1 0 0,1-1-1 0 0,-1 0 0 0 0,0 0 1 0 0,1-1-1 0 0,0 0 1 0 0,-1 0-1 0 0,2-1 0 0 0,-1 0 1 0 0,-10-8-1 0 0,15 10-5 0 0,0 1 0 0 0,1-1-1 0 0,-1 1 1 0 0,0-1 0 0 0,1 0 0 0 0,0 0-1 0 0,-1 0 1 0 0,1 0 0 0 0,1 0 0 0 0,-1-1-1 0 0,0 1 1 0 0,1-1 0 0 0,0 1 0 0 0,-1-1-1 0 0,1 1 1 0 0,1-1 0 0 0,-1 0-1 0 0,0 0 1 0 0,1 1 0 0 0,0-1 0 0 0,0 0-1 0 0,0 0 1 0 0,0 1 0 0 0,1-1 0 0 0,0 0-1 0 0,-1 0 1 0 0,1 1 0 0 0,1-1-1 0 0,-1 1 1 0 0,0-1 0 0 0,4-5 0 0 0,-1 2-403 0 0,1 1 0 0 0,-1 0 1 0 0,1 1-1 0 0,1-1 0 0 0,-1 1 1 0 0,1 0-1 0 0,0 0 0 0 0,0 1 1 0 0,0-1-1 0 0,0 1 0 0 0,1 1 1 0 0,0-1-1 0 0,0 1 0 0 0,0 0 1 0 0,8-1-1 0 0,4 0-1806 0 0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7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0 205 76 0 0,'17'-3'429'0'0,"-1"-1"0"0"0,0-1-1 0 0,0 0 1 0 0,0-1 0 0 0,-1 0 0 0 0,0-1 0 0 0,0-1-1 0 0,-1-1 1 0 0,0 0 0 0 0,0-1 0 0 0,-1 0 0 0 0,0-1-1 0 0,15-17 1 0 0,-26 26-401 0 0,-1 1 1 0 0,0 0-1 0 0,0-1 0 0 0,0 1 0 0 0,0-1 0 0 0,0 1 0 0 0,0-1 1 0 0,0 1-1 0 0,-1-1 0 0 0,1 0 0 0 0,-1 1 0 0 0,1-1 0 0 0,-1 0 1 0 0,1 0-1 0 0,-1 1 0 0 0,0-1 0 0 0,0 0 0 0 0,0 0 0 0 0,0 0 1 0 0,0 1-1 0 0,0-1 0 0 0,-1 0 0 0 0,1 0 0 0 0,0 0 0 0 0,-1 1 1 0 0,0-1-1 0 0,1 0 0 0 0,-1 1 0 0 0,0-1 0 0 0,0 1 0 0 0,0-1 1 0 0,0 1-1 0 0,0-1 0 0 0,0 1 0 0 0,0-1 0 0 0,0 1 0 0 0,-1 0 1 0 0,1 0-1 0 0,-1 0 0 0 0,1 0 0 0 0,-1 0 0 0 0,1 0 0 0 0,-3-1 1 0 0,0 0 45 0 0,0 0 0 0 0,0 0 0 0 0,0 0 0 0 0,-1 0 0 0 0,1 1 0 0 0,-1 0 0 0 0,1 0 0 0 0,-1 0 0 0 0,1 0 0 0 0,-1 1 0 0 0,0 0 0 0 0,1 0 0 0 0,-1 0 0 0 0,0 0 0 0 0,-7 2 0 0 0,9-1-36 0 0,-1 0 0 0 0,1 0 0 0 0,0 0 0 0 0,0 1 0 0 0,0-1 0 0 0,0 1 0 0 0,0 0 0 0 0,0 0 0 0 0,0 0 0 0 0,0 0 0 0 0,1 0 0 0 0,-1 1 0 0 0,1-1 0 0 0,0 1 0 0 0,-1-1 0 0 0,1 1 0 0 0,1 0 0 0 0,-1 0 0 0 0,0 0 0 0 0,1 0 0 0 0,-1 0 0 0 0,1 1 0 0 0,0-1 0 0 0,0 0 0 0 0,0 1 0 0 0,0-1 0 0 0,1 0 0 0 0,-1 1 0 0 0,1-1 0 0 0,0 1 0 0 0,1 5 0 0 0,0-4-10 0 0,0 1-1 0 0,0 0 1 0 0,1 0 0 0 0,0 0-1 0 0,0-1 1 0 0,1 1-1 0 0,-1-1 1 0 0,1 1 0 0 0,1-1-1 0 0,-1 0 1 0 0,1 0 0 0 0,-1-1-1 0 0,1 1 1 0 0,1-1-1 0 0,-1 1 1 0 0,1-2 0 0 0,6 6-1 0 0,-1-2-118 0 0,1-1 0 0 0,-1 0 1 0 0,1-1-1 0 0,1 0 0 0 0,-1-1 0 0 0,1 0 0 0 0,-1 0 0 0 0,1-2 0 0 0,0 1 0 0 0,25 1 0 0 0,-26-4-628 0 0,0-1 0 0 0,1 0-1 0 0,-1 0 1 0 0,0-1-1 0 0,0 0 1 0 0,0-1-1 0 0,16-6 1 0 0,-11 1-1230 0 0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7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0 171 340 0 0,'28'-28'886'0'0,"-17"16"-334"0"0,0 0-1 0 0,1 1 1 0 0,0 1 0 0 0,0-1-1 0 0,1 2 1 0 0,1 0-1 0 0,-1 1 1 0 0,22-10 0 0 0,-33 17-509 0 0,0 1-1 0 0,0-1 1 0 0,0 0 0 0 0,1 1 0 0 0,-1-1 0 0 0,0 1 0 0 0,0 0 0 0 0,1 0 0 0 0,-1 0 0 0 0,0 0 0 0 0,1 0 0 0 0,-1 0 0 0 0,0 1 0 0 0,0-1 0 0 0,0 1 0 0 0,1-1 0 0 0,-1 1 0 0 0,0 0-1 0 0,0 0 1 0 0,0 0 0 0 0,0 0 0 0 0,0 0 0 0 0,0 1 0 0 0,0-1 0 0 0,-1 1 0 0 0,1-1 0 0 0,0 1 0 0 0,-1-1 0 0 0,1 1 0 0 0,-1 0 0 0 0,0 0 0 0 0,1 0 0 0 0,-1 0 0 0 0,0 0 0 0 0,0 0-1 0 0,0 0 1 0 0,1 4 0 0 0,0 0 18 0 0,-1 0-1 0 0,1 0 1 0 0,-1 1-1 0 0,0-1 1 0 0,0 0 0 0 0,-1 1-1 0 0,0-1 1 0 0,0 0-1 0 0,0 1 1 0 0,-1-1-1 0 0,-3 13 1 0 0,3-15 4 0 0,0 1 0 0 0,-1-1 0 0 0,0 1 1 0 0,0-1-1 0 0,0 0 0 0 0,-1 0 0 0 0,1 0 0 0 0,-1 0 0 0 0,0 0 1 0 0,0 0-1 0 0,-1-1 0 0 0,1 1 0 0 0,-1-1 0 0 0,1 0 1 0 0,-1 0-1 0 0,0-1 0 0 0,0 1 0 0 0,-1-1 0 0 0,1 0 1 0 0,0 0-1 0 0,-8 2 0 0 0,11-3 180 0 0,-1-15-46 0 0,2 13-192 0 0,0 0 1 0 0,0-1-1 0 0,0 1 1 0 0,-1 0 0 0 0,1 0-1 0 0,1 0 1 0 0,-1 0-1 0 0,0 0 1 0 0,0-1-1 0 0,0 1 1 0 0,0 0-1 0 0,1 0 1 0 0,-1 0 0 0 0,1 0-1 0 0,-1 0 1 0 0,1 0-1 0 0,-1 0 1 0 0,2-2-1 0 0,11-15 26 0 0,2 0 0 0 0,0 0-1 0 0,1 2 1 0 0,0 0-1 0 0,1 1 1 0 0,1 0 0 0 0,0 2-1 0 0,1 0 1 0 0,1 1-1 0 0,0 1 1 0 0,0 1 0 0 0,28-10-1 0 0,-44 18-29 0 0,0 0-1 0 0,0 1 0 0 0,1-1 0 0 0,-1 1 0 0 0,0 0 1 0 0,1 0-1 0 0,-1 1 0 0 0,1-1 0 0 0,-1 1 0 0 0,1 0 0 0 0,-1 0 1 0 0,1 0-1 0 0,-1 1 0 0 0,1 0 0 0 0,-1 0 0 0 0,0 0 1 0 0,1 0-1 0 0,-1 1 0 0 0,0-1 0 0 0,0 1 0 0 0,0 0 1 0 0,0 0-1 0 0,0 1 0 0 0,0-1 0 0 0,-1 1 0 0 0,1 0 1 0 0,-1 0-1 0 0,1 0 0 0 0,-1 0 0 0 0,3 5 0 0 0,-3-2 1 0 0,0-1-1 0 0,0 1 0 0 0,-1 0 0 0 0,1 0 0 0 0,-1 0 1 0 0,-1 0-1 0 0,1 0 0 0 0,-1 0 0 0 0,0 0 0 0 0,-1 1 1 0 0,1-1-1 0 0,-1 0 0 0 0,0 1 0 0 0,-1-1 1 0 0,1 0-1 0 0,-1 1 0 0 0,-1-1 0 0 0,1 0 0 0 0,-1 0 1 0 0,0 0-1 0 0,-4 8 0 0 0,6-14-1 0 0,-1 0 0 0 0,1 0 0 0 0,0 0 0 0 0,0 0 0 0 0,0 1 0 0 0,0-1 0 0 0,0 0 1 0 0,0 0-1 0 0,0 0 0 0 0,0 0 0 0 0,0 0 0 0 0,-1 0 0 0 0,1 0 0 0 0,0 0 0 0 0,0 1 0 0 0,0-1 0 0 0,0 0 0 0 0,0 0 0 0 0,0 0 0 0 0,0 0 0 0 0,0 0 1 0 0,0 0-1 0 0,0 1 0 0 0,0-1 0 0 0,0 0 0 0 0,0 0 0 0 0,0 0 0 0 0,0 0 0 0 0,0 0 0 0 0,0 1 0 0 0,0-1 0 0 0,0 0 0 0 0,0 0 0 0 0,0 0 0 0 0,0 0 0 0 0,1 0 1 0 0,-1 0-1 0 0,0 0 0 0 0,0 1 0 0 0,0-1 0 0 0,0 0 0 0 0,0 0 0 0 0,0 0 0 0 0,0 0 0 0 0,0 0 0 0 0,0 0 0 0 0,1 0 0 0 0,-1 0 0 0 0,0 0 0 0 0,0 0 1 0 0,0 0-1 0 0,0 0 0 0 0,0 1 0 0 0,0-1 0 0 0,0 0 0 0 0,1 0 0 0 0,-1 0 0 0 0,0 0 0 0 0,0 0 0 0 0,0 0 0 0 0,0 0 0 0 0,1 0 0 0 0,14-7 32 0 0,37-26-28 0 0,13-7 9 0 0,-63 38-15 0 0,1 1 0 0 0,0 0 0 0 0,0 0 0 0 0,0 0 0 0 0,0 0 0 0 0,0 0 0 0 0,1 1 0 0 0,-1-1 0 0 0,0 1 0 0 0,0 0 0 0 0,0 0 0 0 0,0 0 0 0 0,1 0 0 0 0,-1 1 0 0 0,0-1 0 0 0,0 1 0 0 0,0 0 0 0 0,0 0 0 0 0,0 0 0 0 0,0 0 0 0 0,4 3 0 0 0,-5-3 0 0 0,0 1 1 0 0,0 0 0 0 0,0 0-1 0 0,0 0 1 0 0,0 0 0 0 0,-1 0-1 0 0,1 1 1 0 0,-1-1 0 0 0,0 0-1 0 0,1 1 1 0 0,-1-1 0 0 0,0 1-1 0 0,0-1 1 0 0,-1 1 0 0 0,1 0-1 0 0,0-1 1 0 0,-1 1 0 0 0,0 0-1 0 0,0-1 1 0 0,0 1 0 0 0,0 0-1 0 0,0-1 1 0 0,0 1 0 0 0,-1 0-1 0 0,0 3 1 0 0,0 4 22 0 0,0 0 1 0 0,0 0-1 0 0,1 0 1 0 0,1 1-1 0 0,0-1 1 0 0,3 17-1 0 0,13 16-1565 0 0,-16-41 1072 0 0,1 1-1 0 0,0-1 0 0 0,0 1 0 0 0,0-1 0 0 0,0 0 1 0 0,0 0-1 0 0,1 0 0 0 0,-1 0 0 0 0,0 0 0 0 0,1-1 1 0 0,4 3-1 0 0,1 0-1864 0 0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9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331 621 200 0 0,'-10'-27'4198'0'0,"7"24"-3912"0"0,-1 0 1 0 0,1 0-1 0 0,-1 0 1 0 0,1 1-1 0 0,-1 0 1 0 0,0-1-1 0 0,0 2 0 0 0,0-1 1 0 0,0 0-1 0 0,0 1 1 0 0,-1 0-1 0 0,1-1 1 0 0,0 2-1 0 0,-1-1 1 0 0,-7 0-1 0 0,3 1-16 0 0,-1 1 0 0 0,1 0 0 0 0,0 0 0 0 0,-1 1 0 0 0,1 0 1 0 0,0 0-1 0 0,-12 6 0 0 0,9-3-105 0 0,-1 1 1 0 0,1 0 0 0 0,0 1 0 0 0,0 0 0 0 0,1 1 0 0 0,0 0-1 0 0,0 1 1 0 0,1 0 0 0 0,0 1 0 0 0,-14 18 0 0 0,0 17 286 0 0,23-44-367 0 0,17 24 119 0 0,-9-23-190 0 0,-1 0 1 0 0,1 0 0 0 0,-1-1-1 0 0,1 1 1 0 0,0-1-1 0 0,-1-1 1 0 0,1 1 0 0 0,0-1-1 0 0,0-1 1 0 0,0 1 0 0 0,-1-1-1 0 0,12-3 1 0 0,4-1-163 0 0,0-2 0 0 0,29-12 0 0 0,-32 10 66 0 0,-12 6-4 0 0,0-1 0 0 0,1 1 0 0 0,-1 1 0 0 0,1-1 1 0 0,-1 1-1 0 0,13-2 0 0 0,-17 4 55 0 0,23 38-124 0 0,-23-35 155 0 0,0 0 0 0 0,0 0 0 0 0,1 0 0 0 0,0-1 0 0 0,-1 0 0 0 0,1 1 0 0 0,0-1 0 0 0,0-1 0 0 0,0 1 0 0 0,0 0 1 0 0,1-1-1 0 0,-1 0 0 0 0,0 0 0 0 0,0 0 0 0 0,1-1 0 0 0,-1 0 0 0 0,1 1 0 0 0,-1-1 0 0 0,0-1 0 0 0,1 1 0 0 0,-1-1 0 0 0,1 1 0 0 0,-1-1 0 0 0,0-1 0 0 0,6-1 0 0 0,1-2 1 0 0,-1 0 0 0 0,0 0 0 0 0,0-1 0 0 0,0-1 0 0 0,0 1 0 0 0,-1-2-1 0 0,0 1 1 0 0,13-15 0 0 0,66-68 40 0 0,-85 87-53 0 0,9-6-12 0 0,-11 11 25 0 0,0 0 0 0 0,-1 0 0 0 0,1 1 0 0 0,-1-1 0 0 0,1 0 0 0 0,-1 0 0 0 0,1 0 0 0 0,-1 0 0 0 0,0 1-1 0 0,0-1 1 0 0,0 0 0 0 0,-1 0 0 0 0,1 3 0 0 0,-2 12 1 0 0,1-10 2 0 0,1 0 0 0 0,-1 0 0 0 0,1 0 0 0 0,0-1 0 0 0,1 1 0 0 0,0 0 1 0 0,0 0-1 0 0,0 0 0 0 0,1 0 0 0 0,4 11 0 0 0,-5-17-3 0 0,-1 0 0 0 0,1-1 1 0 0,0 1-1 0 0,-1 0 0 0 0,1 0 0 0 0,0 0 1 0 0,0-1-1 0 0,0 1 0 0 0,-1 0 1 0 0,1-1-1 0 0,0 1 0 0 0,0 0 0 0 0,0-1 1 0 0,0 1-1 0 0,0-1 0 0 0,0 0 1 0 0,0 1-1 0 0,0-1 0 0 0,0 0 0 0 0,0 0 1 0 0,0 1-1 0 0,0-1 0 0 0,1 0 0 0 0,-1 0 1 0 0,0 0-1 0 0,0 0 0 0 0,0-1 1 0 0,0 1-1 0 0,0 0 0 0 0,0 0 0 0 0,0-1 1 0 0,0 1-1 0 0,0 0 0 0 0,0-1 1 0 0,0 1-1 0 0,0-1 0 0 0,0 1 0 0 0,0-1 1 0 0,1-1-1 0 0,47-32 71 0 0,-33 21-58 0 0,-14 12-15 0 0,0-1 0 0 0,0 1 1 0 0,0-1-1 0 0,1 1 1 0 0,-1 0-1 0 0,0 0 1 0 0,1 0-1 0 0,-1 1 1 0 0,1-1-1 0 0,-1 0 1 0 0,1 1-1 0 0,0 0 1 0 0,-1-1-1 0 0,1 1 1 0 0,-1 0-1 0 0,1 0 1 0 0,-1 1-1 0 0,1-1 1 0 0,4 1-1 0 0,-3 2-1 0 0,1-1 0 0 0,-1 0-1 0 0,0 1 1 0 0,1 0-1 0 0,-2 0 1 0 0,1 0 0 0 0,6 6-1 0 0,-6-5 1 0 0,0 0 1 0 0,0 0-1 0 0,1 0 0 0 0,-1-1 1 0 0,1 0-1 0 0,9 5 0 0 0,-6-5 0 0 0,-1-1 0 0 0,1 1 0 0 0,-1-2 0 0 0,1 1 0 0 0,0-1 0 0 0,-1 0 0 0 0,1 0 0 0 0,0-1 0 0 0,0 0 0 0 0,0-1 0 0 0,-1 0 0 0 0,1 0 0 0 0,0 0 0 0 0,-1-1 0 0 0,1 0 0 0 0,9-4 0 0 0,-11 3 1 0 0,-1 0 0 0 0,1-1 0 0 0,-1 1-1 0 0,0-1 1 0 0,0 0 0 0 0,0 0 0 0 0,-1-1 0 0 0,1 1-1 0 0,-1-1 1 0 0,0 0 0 0 0,0 0 0 0 0,-1-1 0 0 0,1 1-1 0 0,-1-1 1 0 0,-1 0 0 0 0,1 0 0 0 0,-1 0-1 0 0,0 0 1 0 0,0 0 0 0 0,1-7 0 0 0,2-15 3 0 0,-2 0 0 0 0,-1 0 0 0 0,0 0 0 0 0,-3 0 0 0 0,0 0 0 0 0,-8-43 0 0 0,-50-161 24 0 0,38 163-25 0 0,6-9 299 0 0,15 76-244 0 0,0 8-36 0 0,-5 67 42 0 0,1-37-29 0 0,2 0-1 0 0,5 56 1 0 0,1-56-7 0 0,3 0-1 0 0,1 0 1 0 0,1-1 0 0 0,2-1-1 0 0,1 1 1 0 0,2-2 0 0 0,2 0-1 0 0,0-1 1 0 0,3 0 0 0 0,40 53-1 0 0,-54-79-7 0 0,1-1 1 0 0,0 1-1 0 0,0-1 0 0 0,0 0 0 0 0,1 0 0 0 0,0-1 0 0 0,12 6 1 0 0,-17-9-12 0 0,1-2 71 0 0,0 0 1 0 0,0 0-1 0 0,0 1 0 0 0,0-2 0 0 0,-1 1 1 0 0,1 0-1 0 0,0-1 0 0 0,0 1 1 0 0,-1-1-1 0 0,4-3 0 0 0,1 1-1926 0 0,4-1-5442 0 0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9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14 504 0 0,'-1'-13'1324'0'0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49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443 399 840 0 0,'-2'0'241'0'0,"0"0"0"0"0,1 0-1 0 0,-1 0 1 0 0,0 0 0 0 0,1 0-1 0 0,-1 1 1 0 0,0-1 0 0 0,0 0 0 0 0,1 1-1 0 0,-1-1 1 0 0,0 1 0 0 0,1 0-1 0 0,-1-1 1 0 0,1 1 0 0 0,-1 0 0 0 0,1 0-1 0 0,-1 0 1 0 0,1 0 0 0 0,0 0-1 0 0,-1 0 1 0 0,1 1 0 0 0,0-1 0 0 0,0 0-1 0 0,-2 3 1 0 0,3-2 224 0 0,2 1-36 0 0,4 4-158 0 0,1 0 0 0 0,1 0-1 0 0,-1 0 1 0 0,1-1 0 0 0,0 0 0 0 0,1-1 0 0 0,-1 0-1 0 0,1 0 1 0 0,15 5 0 0 0,-16-6-727 0 0,1-1 0 0 0,0-1 0 0 0,0 1 0 0 0,0-1 0 0 0,0-1 1 0 0,14 1-1 0 0,-19-3-2297 0 0,6-5 209 0 0</inkml:trace>
  <inkml:trace contextRef="#ctx0" brushRef="#br0" timeOffset="1">80 85 10897 0 0,'-75'-29'300'0'0,"74"29"-295"0"0,1-1-1 0 0,0 1 1 0 0,-1 0 0 0 0,1 0-1 0 0,0-1 1 0 0,0 1 0 0 0,-1 0-1 0 0,1-1 1 0 0,0 1 0 0 0,0 0-1 0 0,-1-1 1 0 0,1 1 0 0 0,0-1-1 0 0,0 1 1 0 0,0 0 0 0 0,0-1-1 0 0,0 1 1 0 0,0-1 0 0 0,-1 1-1 0 0,1 0 1 0 0,0-1 0 0 0,0 1 0 0 0,0-1-1 0 0,0 1 1 0 0,1-1 0 0 0,-1 1-1 0 0,0 0 1 0 0,0-1 0 0 0,0 1-1 0 0,0-1 1 0 0,0 1 0 0 0,0 0-1 0 0,1-1 1 0 0,-1 1 0 0 0,0 0-1 0 0,0-1 1 0 0,1 1 0 0 0,-1 0-1 0 0,0-1 1 0 0,0 1 0 0 0,1 0-1 0 0,-1-1 1 0 0,0 1 0 0 0,1 0-1 0 0,-1 0 1 0 0,0-1 0 0 0,1 1-1 0 0,-1 0 1 0 0,1 0 0 0 0,15-12 40 0 0,-16 11-45 0 0,7-2 12 0 0,0-1 0 0 0,1 0 0 0 0,-1 1 0 0 0,1 1 0 0 0,0-1 0 0 0,0 1-1 0 0,0 1 1 0 0,0-1 0 0 0,0 1 0 0 0,9 1 0 0 0,84 4-232 0 0,-82-2 53 0 0,83 12-1704 0 0,-34-1-2903 0 0,-40-7 2199 0 0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50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7 756 0 0,'0'0'3998'0'0,"-6"-2"-3320"0"0,3 1-525 0 0,0 0 0 0 0,0 0 0 0 0,0 1 0 0 0,0-1 0 0 0,-1 1 1 0 0,1 0-1 0 0,0 0 0 0 0,0 0 0 0 0,-1 0 0 0 0,1 0 0 0 0,0 1 0 0 0,-3 0 1 0 0,4 0-86 0 0,0 0 1 0 0,1-1-1 0 0,-1 1 1 0 0,1 0 0 0 0,0 0-1 0 0,-1 0 1 0 0,1 0-1 0 0,0 0 1 0 0,0 0 0 0 0,-1 0-1 0 0,1 0 1 0 0,0 1-1 0 0,0-1 1 0 0,0 0 0 0 0,0 1-1 0 0,1-1 1 0 0,-1 1 0 0 0,0-1-1 0 0,1 1 1 0 0,-1-1-1 0 0,1 1 1 0 0,-1-1 0 0 0,1 1-1 0 0,0 0 1 0 0,-1-1-1 0 0,1 1 1 0 0,0 0 0 0 0,0-1-1 0 0,1 3 1 0 0,-1 0-16 0 0,0-1 1 0 0,1 1 0 0 0,0 0-1 0 0,0 0 1 0 0,0-1 0 0 0,0 1-1 0 0,0 0 1 0 0,1-1-1 0 0,0 1 1 0 0,0-1 0 0 0,0 0-1 0 0,0 1 1 0 0,0-1 0 0 0,1 0-1 0 0,-1-1 1 0 0,1 1-1 0 0,4 3 1 0 0,7 6 101 0 0,0-2 0 0 0,26 15-1 0 0,0 1 101 0 0,-27-17-207 0 0,5 8 201 0 0,-18-16-244 0 0,0-1 0 0 0,-1 1-1 0 0,1-1 1 0 0,0 1 0 0 0,-1-1-1 0 0,1 1 1 0 0,-1-1 0 0 0,1 1-1 0 0,-1-1 1 0 0,1 1 0 0 0,-1-1-1 0 0,1 0 1 0 0,-1 1 0 0 0,1-1-1 0 0,-1 0 1 0 0,1 1 0 0 0,-1-1-1 0 0,0 0 1 0 0,1 0 0 0 0,-1 0-1 0 0,0 1 1 0 0,1-1 0 0 0,-1 0-1 0 0,0 0 1 0 0,1 0 0 0 0,-1 0-1 0 0,0 0 1 0 0,1 0 0 0 0,-1 0-1 0 0,1-1 1 0 0,-1 1 0 0 0,0 0-1 0 0,0 0 1 0 0,-51 1-3391 0 0,-67-6 1 0 0,112 4 3147 0 0,-12-1-2358 0 0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50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31 268 0 0,'1'-15'1766'0'0,"3"0"7047"0"0,-6 26-8718 0 0,-2 9 337 0 0,1 0 0 0 0,1 0-1 0 0,0 24 1 0 0,3 28 84 0 0,-1-70-507 0 0,0 6 51 0 0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51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20 904 0 0,'0'0'952'0'0,"1"-13"773"0"0,3 7 2636 0 0,10 37-8649 0 0,-11-22 2230 0 0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52.8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0 372 0 0,'0'0'67'0'0,"0"0"0"0"0,0 0 0 0 0,-1 0 0 0 0,1 0 0 0 0,0 0 0 0 0,0 1 0 0 0,0-1 0 0 0,0 0 0 0 0,0 0 0 0 0,0 0 0 0 0,0 0 0 0 0,-1 0 0 0 0,1 0 0 0 0,0 0 0 0 0,0 0 0 0 0,0 1 0 0 0,0-1 1 0 0,0 0-1 0 0,0 0 0 0 0,0 0 0 0 0,0 0 0 0 0,0 0 0 0 0,0 0 0 0 0,0 1 0 0 0,0-1 0 0 0,0 0 0 0 0,0 0 0 0 0,0 0 0 0 0,0 0 0 0 0,0 0 0 0 0,0 1 0 0 0,0-1 0 0 0,0 0 0 0 0,0 0 0 0 0,0 0 0 0 0,0 0 0 0 0,0 0 0 0 0,0 1 0 0 0,0-1 0 0 0,0 0 0 0 0,0 0 0 0 0,0 0 0 0 0,1 0 0 0 0,-1 0 0 0 0,0 0 0 0 0,0 0 0 0 0,0 1 0 0 0,0-1 0 0 0,0 0 0 0 0,0 0 0 0 0,0 0 0 0 0,1 0 0 0 0,-1 0 0 0 0,0 0 1 0 0,0 0-1 0 0,0 0 0 0 0,0 0 0 0 0,0 0 0 0 0,0 0 0 0 0,1 0 0 0 0,16 6 1171 0 0,30 1-1743 0 0,-37-5 964 0 0,120 12-128 0 0,152-2 0 0 0,-173-9-219 0 0,104 0-2 0 0,160 8-42 0 0,121 18-12 0 0,-158-19-1 0 0,-84-11-55 0 0,542 14 17 0 0,-557-7-8 0 0,49 4 22 0 0,50 16 14 0 0,211 5 22 0 0,-517-31-74 0 0,435 10 16 0 0,-11-9-59 0 0,-212-5 66 0 0,429-9 410 0 0,245 8 470 0 0,-688 3-481 0 0,298-11 735 0 0,-257-7 2287 0 0,-267 19-2948 0 0,-2 2-477 0 0,0-1-1 0 0,1 0 1 0 0,-1 0 0 0 0,0 0-1 0 0,0 0 1 0 0,0 0 0 0 0,1 0-1 0 0,-1 0 1 0 0,0 0 0 0 0,0 0-1 0 0,0 0 1 0 0,0 0 0 0 0,1 0-1 0 0,-1 0 1 0 0,0 0 0 0 0,0 0 0 0 0,0-1-1 0 0,1 1 1 0 0,-1 0 0 0 0,0 0-1 0 0,0 0 1 0 0,0 0 0 0 0,0 0-1 0 0,0 0 1 0 0,1 0 0 0 0,-1 0-1 0 0,0-1 1 0 0,0 1 0 0 0,0 0-1 0 0,0 0 1 0 0,0 0 0 0 0,0 0-1 0 0,1 0 1 0 0,-1-1 0 0 0,0 1 0 0 0,0 0-1 0 0,0 0 1 0 0,0 0 0 0 0,0 0-1 0 0,0-1 1 0 0,0 1 0 0 0,0 0-1 0 0,0 0 1 0 0,0 0 0 0 0,0-1-1 0 0,0 1 1 0 0,0 0 0 0 0,0 0-1 0 0,0 0 1 0 0,0-1 0 0 0,0 1-1 0 0,0 0 1 0 0,0 0 0 0 0,0 0-1 0 0,0 0 1 0 0,0-1 0 0 0,-1 1 0 0 0,1 0-1 0 0,0 0 1 0 0,0 0 0 0 0,0 0-1 0 0,0 0 1 0 0,0-1 0 0 0,-1 1-1 0 0,-1-1-91 0 0,-22-10-1939 0 0,15 10-4381 0 0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53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1 225 11105 0 0,'0'0'10'0'0,"21"-37"2439"0"0,-11-7-863 0 0,-1 3 541 0 0,15-46 0 0 0,-19 78-2013 0 0,-1 3-2669 0 0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1:53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28 173 9765 0 0,'-27'-150'1136'0'0,"29"128"-996"0"0,18 39-9161 0 0</inkml:trace>
  <inkml:trace contextRef="#ctx0" brushRef="#br0" timeOffset="1">357 391 380 0 0,'16'4'980'0'0,"1"-1"-48"0"0,1-1 64 0 0,-1 0-12 0 0,-1-4-52 0 0,1 0-75 0 0,-2-1-81 0 0,0-1-88 0 0,-3 0-76 0 0,-3 3-68 0 0,1-2 248 0 0,6 3-704 0 0,-4-2-996 0 0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06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181 129 456 0 0,'18'-100'6459'0'0,"-16"78"-5374"0"0,-2 22-1052 0 0,0 0 0 0 0,0-1 0 0 0,0 1 1 0 0,0 0-1 0 0,0-1 0 0 0,0 1 0 0 0,0 0 0 0 0,-1-1 0 0 0,1 1 0 0 0,0 0 0 0 0,0 0 0 0 0,0-1 0 0 0,0 1 0 0 0,-1 0 0 0 0,1 0 0 0 0,0-1 1 0 0,0 1-1 0 0,0 0 0 0 0,-1 0 0 0 0,1 0 0 0 0,0-1 0 0 0,0 1 0 0 0,-1 0 0 0 0,1 0 0 0 0,0 0 0 0 0,-1 0 0 0 0,1 0 0 0 0,0 0 1 0 0,0-1-1 0 0,-1 1 0 0 0,1 0 0 0 0,0 0 0 0 0,-1 0 0 0 0,-3 2 14 0 0,0-1 0 0 0,1 1 1 0 0,-1-1-1 0 0,1 1 0 0 0,-1 0 0 0 0,1 0 0 0 0,0 1 1 0 0,0-1-1 0 0,0 1 0 0 0,-3 2 0 0 0,-11 10 16 0 0,1 1 0 0 0,1 1 0 0 0,0 0 0 0 0,1 0 0 0 0,1 2 0 0 0,-19 33 0 0 0,27-43-46 0 0,1 1-1 0 0,0-1 0 0 0,0 1 1 0 0,0 0-1 0 0,1 0 1 0 0,1 1-1 0 0,0-1 1 0 0,0 1-1 0 0,1-1 1 0 0,1 1-1 0 0,0-1 1 0 0,0 1-1 0 0,1-1 1 0 0,0 1-1 0 0,0-1 0 0 0,5 14 1 0 0,-5-21-9 0 0,0 0 0 0 0,0-1 0 0 0,0 1 0 0 0,0 0 0 0 0,0 0 0 0 0,1-1 0 0 0,0 1 1 0 0,-1-1-1 0 0,1 1 0 0 0,0-1 0 0 0,0 0 0 0 0,0 0 0 0 0,0 0 0 0 0,1 0 0 0 0,-1 0 0 0 0,0 0 0 0 0,1-1 0 0 0,0 1 0 0 0,-1-1 0 0 0,1 0 1 0 0,3 2-1 0 0,-1-2 1 0 0,0-1 0 0 0,0 1 0 0 0,-1-1 0 0 0,1 0 1 0 0,0 0-1 0 0,0 0 0 0 0,0-1 0 0 0,-1 1 0 0 0,1-1 1 0 0,0 0-1 0 0,-1-1 0 0 0,6-2 0 0 0,4-1 7 0 0,-1-2 0 0 0,0 0 0 0 0,0 0 0 0 0,0-2-1 0 0,-1 1 1 0 0,-1-1 0 0 0,18-18 0 0 0,16-15-20 0 0,-44 41-6 0 0,-1 0 10 0 0,0 1-1 0 0,0 0 1 0 0,0 0-1 0 0,1-1 1 0 0,-1 1-1 0 0,0 0 1 0 0,0 0-1 0 0,0 0 1 0 0,0 0-1 0 0,0-1 1 0 0,0 1 0 0 0,1 0-1 0 0,-1 0 1 0 0,0 0-1 0 0,0 0 1 0 0,0 0-1 0 0,1-1 1 0 0,-1 1-1 0 0,0 0 1 0 0,0 0 0 0 0,0 0-1 0 0,1 0 1 0 0,-1 0-1 0 0,0 0 1 0 0,0 0-1 0 0,0 0 1 0 0,1 0-1 0 0,-1 0 1 0 0,0 0 0 0 0,0 0-1 0 0,0 0 1 0 0,1 0-1 0 0,-1 0 1 0 0,0 0-1 0 0,0 0 1 0 0,1 0-1 0 0,-1 0 1 0 0,0 0-1 0 0,0 0 1 0 0,0 0 0 0 0,1 0-1 0 0,-1 1 1 0 0,0-1-1 0 0,0 0 1 0 0,0 0-1 0 0,0 0 1 0 0,1 0-1 0 0,-1 0 1 0 0,0 1 0 0 0,0-1-1 0 0,0 0 1 0 0,0 0-1 0 0,0 0 1 0 0,1 1-1 0 0,-1-1 1 0 0,13 11-18 0 0,-5-5 20 0 0,0 0 1 0 0,0 0 0 0 0,0-1 0 0 0,0 0 0 0 0,1 0-1 0 0,0-1 1 0 0,0 0 0 0 0,0-1 0 0 0,1 0 0 0 0,-1 0-1 0 0,1-1 1 0 0,-1 0 0 0 0,1-1 0 0 0,0 0 0 0 0,0-1-1 0 0,0 0 1 0 0,-1 0 0 0 0,1-1 0 0 0,0 0 0 0 0,0-1-1 0 0,-1 0 1 0 0,1 0 0 0 0,-1-1 0 0 0,17-8 0 0 0,-14 7 0 0 0,-1-1 1 0 0,0-1-1 0 0,0 0 1 0 0,0 0-1 0 0,-1-1 1 0 0,0 0-1 0 0,-1-1 1 0 0,1 0-1 0 0,-1-1 1 0 0,-1 0-1 0 0,0 0 1 0 0,0 0-1 0 0,-1-1 1 0 0,0-1-1 0 0,0 1 1 0 0,-1-1-1 0 0,-1 0 1 0 0,0 0-1 0 0,6-20 1 0 0,-10 26-8 0 0,0 1 1 0 0,0-1-1 0 0,0 1 1 0 0,0-1-1 0 0,-1 0 1 0 0,0 1-1 0 0,0-1 1 0 0,0 0 0 0 0,-1 0-1 0 0,1 1 1 0 0,-1-1-1 0 0,0 0 1 0 0,0 1-1 0 0,-1-1 1 0 0,0 1-1 0 0,1 0 1 0 0,-1-1 0 0 0,-1 1-1 0 0,1 0 1 0 0,-1 0-1 0 0,1 0 1 0 0,-1 1-1 0 0,0-1 1 0 0,-1 1-1 0 0,1-1 1 0 0,0 1-1 0 0,-8-5 1 0 0,10 8-11 0 0,0 0-66 0 0,-1 1 41 0 0,1-1 1 0 0,0 1-1 0 0,0-1 0 0 0,-1 1 0 0 0,1 0 1 0 0,0 0-1 0 0,0 0 0 0 0,0 0 1 0 0,0 0-1 0 0,0 0 0 0 0,0 0 1 0 0,0 0-1 0 0,0 0 0 0 0,1 0 1 0 0,-1 0-1 0 0,0 1 0 0 0,1-1 0 0 0,-1 0 1 0 0,1 1-1 0 0,-1-1 0 0 0,1 0 1 0 0,-1 1-1 0 0,1-1 0 0 0,0 0 1 0 0,0 1-1 0 0,0 2 0 0 0,0-2-582 0 0,5 4-730 0 0,2 3-2191 0 0,3-1 1220 0 0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07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2 392 0 0,'-32'-1'2764'0'0,"28"2"-2656"0"0,1 1 1 0 0,-1-1 0 0 0,1 1-1 0 0,0 0 1 0 0,0 0 0 0 0,0 0-1 0 0,0 1 1 0 0,0-1 0 0 0,0 1-1 0 0,1 0 1 0 0,-1-1 0 0 0,1 1-1 0 0,0 0 1 0 0,-1 1 0 0 0,2-1-1 0 0,-1 0 1 0 0,0 1 0 0 0,1-1-1 0 0,-1 0 1 0 0,1 1 0 0 0,0 0-1 0 0,0-1 1 0 0,0 1 0 0 0,1 0-1 0 0,-1 0 1 0 0,1-1 0 0 0,0 1-1 0 0,0 0 1 0 0,0 0 0 0 0,1-1-1 0 0,-1 1 1 0 0,1 0 0 0 0,0-1-1 0 0,2 7 1 0 0,-1-4-44 0 0,0 1 1 0 0,0 0-1 0 0,1-1 0 0 0,0 0 1 0 0,0 0-1 0 0,1 0 0 0 0,-1 0 1 0 0,1 0-1 0 0,0 0 0 0 0,1-1 1 0 0,0 0-1 0 0,-1 0 0 0 0,2 0 1 0 0,-1-1-1 0 0,0 0 0 0 0,1 0 0 0 0,0 0 1 0 0,11 5-1 0 0,-15-8-35 0 0,0 0 0 0 0,0 0 0 0 0,1 0 1 0 0,-1-1-1 0 0,0 1 0 0 0,1-1 0 0 0,-1 1 0 0 0,0-1 0 0 0,1 0 0 0 0,-1 0 1 0 0,0 0-1 0 0,1 0 0 0 0,-1 0 0 0 0,0-1 0 0 0,1 1 0 0 0,-1-1 0 0 0,0 1 0 0 0,1-1 1 0 0,-1 0-1 0 0,0 0 0 0 0,0 0 0 0 0,0 0 0 0 0,0 0 0 0 0,0-1 0 0 0,0 1 0 0 0,0 0 1 0 0,0-1-1 0 0,-1 0 0 0 0,1 1 0 0 0,0-1 0 0 0,-1 0 0 0 0,0 0 0 0 0,1 0 1 0 0,-1 0-1 0 0,0 0 0 0 0,0 0 0 0 0,0 0 0 0 0,0 0 0 0 0,0-1 0 0 0,-1 1 0 0 0,1 0 1 0 0,-1-1-1 0 0,1 1 0 0 0,-1-4 0 0 0,2-3 39 0 0,-1 0 0 0 0,-1 1 1 0 0,0-1-1 0 0,0 0 0 0 0,0 0 0 0 0,-1 0 1 0 0,-1 0-1 0 0,0 0 0 0 0,0 1 0 0 0,-6-17 1 0 0,6 21-242 0 0,-15-29 779 0 0,2 20-3410 0 0,-1 16-1140 0 0,12-3 1688 0 0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07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1 156 0 0,'14'8'476'0'0,"-1"2"-1"0"0,-1 0 1 0 0,0 0-1 0 0,0 1 1 0 0,-1 0-1 0 0,0 1 1 0 0,-1 1 0 0 0,-1-1-1 0 0,16 29 1 0 0,-24-40-309 0 0,-1 0-139 0 0,0-1 0 0 0,0 0 0 0 0,0 0 0 0 0,0 0 0 0 0,0 0 1 0 0,0 0-1 0 0,0 1 0 0 0,0-1 0 0 0,0 0 0 0 0,0 0 0 0 0,1 0 0 0 0,-1 0 0 0 0,0 1 0 0 0,0-1 0 0 0,0 0 0 0 0,0 0 0 0 0,0 0 0 0 0,0 0 0 0 0,0 0 0 0 0,1 0 0 0 0,-1 0 1 0 0,0 1-1 0 0,0-1 0 0 0,0 0 0 0 0,0 0 0 0 0,0 0 0 0 0,1 0 0 0 0,-1 0 0 0 0,0 0 0 0 0,0 0 0 0 0,0 0 0 0 0,0 0 0 0 0,1 0 0 0 0,-1 0 0 0 0,0 0 0 0 0,0 0 1 0 0,0 0-1 0 0,0 0 0 0 0,0 0 0 0 0,1 0 0 0 0,-1 0 0 0 0,0 0 0 0 0,0 0 0 0 0,0 0 0 0 0,0 0 0 0 0,1 0 0 0 0,-1 0 0 0 0,0-1 0 0 0,0 1 0 0 0,0 0 0 0 0,0 0 1 0 0,0 0-1 0 0,0 0 0 0 0,1 0 0 0 0,-1 0 0 0 0,0 0 0 0 0,0-1 0 0 0,0 1 0 0 0,0 0 0 0 0,0 0 0 0 0,0 0 0 0 0,0 0 0 0 0,0-1 0 0 0,8-21 107 0 0,-6 12 103 0 0,1 1 0 0 0,1 0 1 0 0,0 0-1 0 0,8-14 0 0 0,-10 20-386 0 0,-1 0 1 0 0,1 1-1 0 0,0-1 1 0 0,1 1 0 0 0,-1 0-1 0 0,0 0 1 0 0,1 0-1 0 0,-1 0 1 0 0,1 0-1 0 0,0 0 1 0 0,-1 1-1 0 0,1-1 1 0 0,0 1-1 0 0,0 0 1 0 0,0 0 0 0 0,0 0-1 0 0,0 0 1 0 0,0 1-1 0 0,6-2 1 0 0,8 1-1842 0 0,-3-1 150 0 0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07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20 333 252 0 0,'-1'1'92'0'0,"-1"0"0"0"0,1 0-1 0 0,-1 0 1 0 0,1 1 0 0 0,0-1 0 0 0,0 0-1 0 0,-1 0 1 0 0,1 1 0 0 0,0-1 0 0 0,0 1-1 0 0,0-1 1 0 0,1 1 0 0 0,-1-1 0 0 0,0 1-1 0 0,0 0 1 0 0,1-1 0 0 0,-1 1 0 0 0,1 0-1 0 0,0 0 1 0 0,-1-1 0 0 0,1 1 0 0 0,0 0-1 0 0,0 0 1 0 0,0-1 0 0 0,0 1 0 0 0,1 0 0 0 0,-1 0-1 0 0,0 0 1 0 0,1-1 0 0 0,-1 1 0 0 0,1 0-1 0 0,-1-1 1 0 0,1 1 0 0 0,0 0 0 0 0,0-1-1 0 0,0 1 1 0 0,0-1 0 0 0,0 1 0 0 0,0-1-1 0 0,0 0 1 0 0,2 2 0 0 0,0 0-21 0 0,0-1 1 0 0,0 1-1 0 0,0-1 1 0 0,1 0-1 0 0,-1 0 1 0 0,1 0 0 0 0,-1 0-1 0 0,1-1 1 0 0,0 1-1 0 0,0-1 1 0 0,0 0-1 0 0,0 0 1 0 0,-1 0-1 0 0,2-1 1 0 0,-1 1-1 0 0,0-1 1 0 0,6 0-1 0 0,-4-1-22 0 0,1 0 0 0 0,-1 0 0 0 0,0-1-1 0 0,1 0 1 0 0,-1 0 0 0 0,0 0 0 0 0,0-1 0 0 0,-1 1 0 0 0,1-2-1 0 0,0 1 1 0 0,-1 0 0 0 0,0-1 0 0 0,0 0 0 0 0,0-1-1 0 0,8-8 1 0 0,-7 5-36 0 0,-1 0 0 0 0,0 0-1 0 0,0 0 1 0 0,-1-1 0 0 0,0 1 0 0 0,-1-1-1 0 0,0 0 1 0 0,0 0 0 0 0,2-17 0 0 0,-1-9 372 0 0,-2 1 0 0 0,-2-1 0 0 0,-1 0 0 0 0,-9-58 0 0 0,10 90-245 0 0,0 0 0 0 0,0 0 0 0 0,-1 0 0 0 0,0 0 0 0 0,1-1 0 0 0,-1 1 0 0 0,0 1 0 0 0,0-1 0 0 0,0 0 0 0 0,-4-5 0 0 0,5 8-118 0 0,-1 0 0 0 0,1 0 0 0 0,-1 0 0 0 0,1 0 0 0 0,-1 0 0 0 0,1 0 0 0 0,0 0 0 0 0,-1 0 0 0 0,1 0 0 0 0,-1 1 0 0 0,1-1 0 0 0,-1 0 0 0 0,1 0 0 0 0,0 0 0 0 0,-1 1 0 0 0,1-1 1 0 0,-1 0-1 0 0,1 1 0 0 0,0-1 0 0 0,-1 0 0 0 0,1 1 0 0 0,0-1 0 0 0,-1 0 0 0 0,1 1 0 0 0,0-1 0 0 0,0 1 0 0 0,0-1 0 0 0,-1 0 0 0 0,1 1 0 0 0,0-1 0 0 0,0 1 0 0 0,0-1 0 0 0,0 1 0 0 0,0-1 0 0 0,0 1 0 0 0,0-1 0 0 0,0 0 0 0 0,0 2 0 0 0,-3 8 52 0 0,0 0 1 0 0,1 0-1 0 0,0 1 0 0 0,1-1 0 0 0,0 16 1 0 0,3 6-583 0 0,1-1 0 0 0,15 57 1 0 0,14 11-4447 0 0,-13-57 2367 0 0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09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25 256 0 0,'1'-2'210'0'0,"1"0"0"0"0,-1 0 0 0 0,1 0 0 0 0,0 1 0 0 0,0-1 0 0 0,0 0 0 0 0,0 1 0 0 0,0 0 0 0 0,0-1 0 0 0,0 1 0 0 0,0 0 0 0 0,1 0 0 0 0,-1 0 0 0 0,1 0 0 0 0,-1 0 0 0 0,0 1 0 0 0,1-1 0 0 0,-1 1 0 0 0,4 0 0 0 0,-4 0-114 0 0,0 0 0 0 0,0 1 0 0 0,0 0 0 0 0,0-1 0 0 0,0 1 0 0 0,0 0 0 0 0,0 0 0 0 0,0 0 0 0 0,0 0 0 0 0,0 0 0 0 0,-1 1 0 0 0,1-1 0 0 0,-1 0 0 0 0,1 1 0 0 0,-1-1 0 0 0,1 1 0 0 0,-1 0 0 0 0,2 1 0 0 0,0 3-19 0 0,1 0 1 0 0,-1 0-1 0 0,0 0 1 0 0,-1 1-1 0 0,0-1 1 0 0,0 0-1 0 0,0 1 1 0 0,-1 0-1 0 0,1-1 1 0 0,-2 1-1 0 0,1 0 1 0 0,-1 0-1 0 0,0 8 1 0 0,-5 14 211 0 0,-2 1 1 0 0,-16 45 0 0 0,11-37 191 0 0,13-38-460 0 0,-1 1 0 0 0,0-1 0 0 0,0 1 0 0 0,0-1 0 0 0,-1 1 0 0 0,1-1 0 0 0,0 0 0 0 0,0 1 0 0 0,0-1 0 0 0,0 1 0 0 0,0-1 0 0 0,0 1 0 0 0,-1-1 0 0 0,1 0 0 0 0,0 1 0 0 0,0-1 0 0 0,-1 1 0 0 0,1-1 0 0 0,0 0 0 0 0,0 1 0 0 0,-1-1 0 0 0,1 0 0 0 0,0 1 0 0 0,-1-1 0 0 0,1 0 0 0 0,-1 0 0 0 0,1 1 0 0 0,0-1 0 0 0,-1 0 0 0 0,1 0 0 0 0,-1 0 0 0 0,1 0 0 0 0,-1 1 0 0 0,1-1 0 0 0,0 0 0 0 0,-1 0 0 0 0,1 0 0 0 0,-1 0 0 0 0,1 0 0 0 0,-1 0 0 0 0,1 0 1 0 0,-1 0-1 0 0,1 0 0 0 0,-1 0 0 0 0,1-1 0 0 0,0 1 0 0 0,-1 0 0 0 0,1 0 0 0 0,-1 0 0 0 0,1 0 0 0 0,0-1 0 0 0,-1 1 0 0 0,1 0 0 0 0,-1 0 0 0 0,1-1 0 0 0,0 1 0 0 0,-1 0 0 0 0,1-1 0 0 0,0 1 0 0 0,-1 0 0 0 0,1-1 0 0 0,-1-1 5 0 0,-1 0 0 0 0,1 0 0 0 0,0 1 1 0 0,0-1-1 0 0,0 0 0 0 0,0 0 0 0 0,0 0 0 0 0,0 0 1 0 0,0 0-1 0 0,1 0 0 0 0,-1 0 0 0 0,1-3 0 0 0,1-6 12 0 0,0 0-1 0 0,1 0 0 0 0,0 0 1 0 0,1 1-1 0 0,0-1 0 0 0,1 0 0 0 0,0 1 1 0 0,1 0-1 0 0,0 0 0 0 0,1 1 1 0 0,0-1-1 0 0,0 1 0 0 0,14-15 1 0 0,-11 13-36 0 0,1 1 0 0 0,1 0 1 0 0,-1 0-1 0 0,1 1 1 0 0,1 1-1 0 0,0 0 0 0 0,0 0 1 0 0,1 1-1 0 0,-1 1 1 0 0,18-7-1 0 0,-25 12-4 0 0,0 0 1 0 0,0 0-1 0 0,-1 0 1 0 0,1 0-1 0 0,0 1 0 0 0,0 0 1 0 0,0 0-1 0 0,0 0 1 0 0,0 0-1 0 0,0 1 1 0 0,0 0-1 0 0,0 0 0 0 0,-1 0 1 0 0,1 1-1 0 0,0-1 1 0 0,-1 1-1 0 0,1 0 0 0 0,-1 1 1 0 0,0-1-1 0 0,1 1 1 0 0,-1 0-1 0 0,0 0 1 0 0,-1 0-1 0 0,1 0 0 0 0,0 1 1 0 0,-1-1-1 0 0,3 5 1 0 0,2 3-3 0 0,0 0-1 0 0,-1 1 1 0 0,-1 0 0 0 0,0 0 0 0 0,0 0 0 0 0,-1 1 0 0 0,-1 0 0 0 0,5 21 0 0 0,-9-28 7 0 0,4 12 27 0 0,-4-18-29 0 0,0 0 0 0 0,-1 0-1 0 0,1 0 1 0 0,0 0 0 0 0,0 1 0 0 0,0-1 0 0 0,0 0 0 0 0,0 0 0 0 0,0 0 0 0 0,0 0 0 0 0,0 1 0 0 0,0-1-1 0 0,0 0 1 0 0,0 0 0 0 0,0 0 0 0 0,0 0 0 0 0,0 0 0 0 0,0 1 0 0 0,0-1 0 0 0,0 0 0 0 0,0 0-1 0 0,0 0 1 0 0,0 0 0 0 0,0 1 0 0 0,0-1 0 0 0,0 0 0 0 0,0 0 0 0 0,1 0 0 0 0,-1 0 0 0 0,0 0 0 0 0,0 1-1 0 0,0-1 1 0 0,0 0 0 0 0,0 0 0 0 0,0 0 0 0 0,0 0 0 0 0,1 0 0 0 0,-1 0 0 0 0,0 0 0 0 0,0 0 0 0 0,0 1-1 0 0,0-1 1 0 0,0 0 0 0 0,1 0 0 0 0,-1 0 0 0 0,0 0 0 0 0,0 0 0 0 0,0 0 0 0 0,0 0 0 0 0,1 0-1 0 0,-1 0 1 0 0,0 0 0 0 0,0 0 0 0 0,0 0 0 0 0,0 0 0 0 0,0 0 0 0 0,1 0 0 0 0,-1 0 0 0 0,0 0 0 0 0,0 0-1 0 0,0-1 1 0 0,11-12-5 0 0,-1 0 0 0 0,2 0-1 0 0,-1 1 1 0 0,2 0 0 0 0,0 1 0 0 0,0 1-1 0 0,1 0 1 0 0,0 1 0 0 0,0 0-1 0 0,1 1 1 0 0,1 1 0 0 0,-1 0 0 0 0,1 1-1 0 0,0 1 1 0 0,22-4 0 0 0,-34 8 1 0 0,1 1 1 0 0,-1 0-1 0 0,0 0 0 0 0,0 0 1 0 0,1 1-1 0 0,-1 0 1 0 0,0-1-1 0 0,0 1 1 0 0,0 1-1 0 0,0-1 0 0 0,0 1 1 0 0,0-1-1 0 0,0 1 1 0 0,0 0-1 0 0,-1 1 1 0 0,1-1-1 0 0,-1 1 0 0 0,5 3 1 0 0,4 6-4 0 0,-1 1 0 0 0,0-1 1 0 0,13 23-1 0 0,-15-22 10 0 0,0 0 0 0 0,1-1 0 0 0,11 12 0 0 0,-8-14-11 0 0,0-1-1 0 0,0 0 0 0 0,1-1 0 0 0,0 0 1 0 0,0-1-1 0 0,1 0 0 0 0,0-1 0 0 0,0-1 0 0 0,1-1 1 0 0,-1 0-1 0 0,1-1 0 0 0,0 0 0 0 0,19 0 1 0 0,-15-2-28 0 0,0-1 1 0 0,-1-1 0 0 0,1-1 0 0 0,-1 0-1 0 0,1-1 1 0 0,-1-2 0 0 0,0 0 0 0 0,0 0-1 0 0,-1-2 1 0 0,27-13 0 0 0,-39 17 29 0 0,0-1 1 0 0,-1 0-1 0 0,0 0 1 0 0,1 0-1 0 0,-1 0 0 0 0,-1-1 1 0 0,1 1-1 0 0,-1-1 1 0 0,0-1-1 0 0,0 1 1 0 0,0-1-1 0 0,-1 1 0 0 0,0-1 1 0 0,0 0-1 0 0,0 0 1 0 0,-1 0-1 0 0,4-13 1 0 0,-6 15 9 0 0,1 1 1 0 0,-1-1 0 0 0,0 1-1 0 0,0-1 1 0 0,0 1 0 0 0,-1-1-1 0 0,1 1 1 0 0,-1-1 0 0 0,0 1-1 0 0,0-1 1 0 0,0 1 0 0 0,0 0-1 0 0,-1-1 1 0 0,1 1 0 0 0,-1 0 0 0 0,0 0-1 0 0,0 0 1 0 0,0 0 0 0 0,0 0-1 0 0,-1 1 1 0 0,1-1 0 0 0,-1 1-1 0 0,1-1 1 0 0,-1 1 0 0 0,0 0-1 0 0,0 0 1 0 0,0 0 0 0 0,0 0-1 0 0,0 1 1 0 0,-1-1 0 0 0,1 1 0 0 0,0 0-1 0 0,-1 0 1 0 0,-3-1 0 0 0,2 1 6 0 0,0 0 1 0 0,0 0-1 0 0,0 0 0 0 0,0 1 1 0 0,0-1-1 0 0,1 1 1 0 0,-1 0-1 0 0,0 1 1 0 0,0-1-1 0 0,0 1 1 0 0,0 0-1 0 0,0 0 1 0 0,0 0-1 0 0,1 1 1 0 0,-1 0-1 0 0,0 0 0 0 0,1 0 1 0 0,0 0-1 0 0,-1 1 1 0 0,1 0-1 0 0,0 0 1 0 0,0 0-1 0 0,0 0 1 0 0,-5 6-1 0 0,7-6-5 0 0,0 0 0 0 0,0 0 0 0 0,0 0 0 0 0,0 1 0 0 0,1-1 0 0 0,-1 0 0 0 0,1 1 0 0 0,0-1 0 0 0,0 1 0 0 0,0-1 0 0 0,1 1 0 0 0,-1-1 0 0 0,1 1 0 0 0,0 0 0 0 0,-1-1 0 0 0,2 1 0 0 0,-1 0 0 0 0,0-1 0 0 0,1 1 0 0 0,0-1 0 0 0,0 1 0 0 0,0-1 0 0 0,0 1 0 0 0,0-1 0 0 0,1 1 0 0 0,-1-1 0 0 0,1 0 0 0 0,0 0 0 0 0,0 0 0 0 0,0 0 0 0 0,1 0 0 0 0,-1-1 0 0 0,1 1 0 0 0,4 3 0 0 0,6 6 9 0 0,1 0-1 0 0,1-1 0 0 0,0-1 0 0 0,0 0 0 0 0,1-2 0 0 0,0 1 1 0 0,1-2-1 0 0,0 0 0 0 0,0-1 0 0 0,33 7 0 0 0,-14-6-42 0 0,1-2 0 0 0,-1-1 0 0 0,1-2 0 0 0,52-4 0 0 0,-69 0 5 0 0,0-1 0 0 0,0 0 0 0 0,-1-2 0 0 0,1 0 0 0 0,18-8 0 0 0,-26 8 14 0 0,-1 0-1 0 0,1-1 0 0 0,-1 0 0 0 0,0 0 1 0 0,-1-1-1 0 0,0-1 0 0 0,0 0 0 0 0,0 0 1 0 0,8-10-1 0 0,-16 16 14 0 0,-1 0-1 0 0,1 0 1 0 0,-1 0 0 0 0,1 0-1 0 0,-1 0 1 0 0,0-1 0 0 0,0 1-1 0 0,0 0 1 0 0,0-1 0 0 0,0 1-1 0 0,0-1 1 0 0,-1 1 0 0 0,1-1-1 0 0,-1 1 1 0 0,0-1 0 0 0,0 1-1 0 0,0-1 1 0 0,0 0 0 0 0,0 1-1 0 0,-1-3 1 0 0,0 3-1 0 0,1 1 1 0 0,-1-1-1 0 0,0 1 0 0 0,0-1 1 0 0,0 1-1 0 0,0 0 0 0 0,0 0 1 0 0,-1-1-1 0 0,1 1 0 0 0,0 0 1 0 0,0 0-1 0 0,-1 0 0 0 0,1 1 1 0 0,-1-1-1 0 0,1 0 0 0 0,-1 0 1 0 0,1 1-1 0 0,-1-1 0 0 0,1 1 1 0 0,-4-1-1 0 0,-34-3 19 0 0,33 5-13 0 0,-1 0-1 0 0,1 0 1 0 0,-1 1-1 0 0,1 0 1 0 0,-1 1-1 0 0,1 0 1 0 0,0 0 0 0 0,0 0-1 0 0,0 0 1 0 0,1 1-1 0 0,-1 0 1 0 0,1 0-1 0 0,-6 6 1 0 0,11-10-8 0 0,0 1-1 0 0,-1-1 1 0 0,1 1 0 0 0,0-1-1 0 0,-1 1 1 0 0,1-1 0 0 0,0 1-1 0 0,-1 0 1 0 0,1-1 0 0 0,0 1-1 0 0,0-1 1 0 0,0 1 0 0 0,0 0-1 0 0,0-1 1 0 0,0 1 0 0 0,0-1-1 0 0,0 1 1 0 0,0 0 0 0 0,0-1-1 0 0,0 1 1 0 0,0 0 0 0 0,0-1-1 0 0,0 1 1 0 0,0-1 0 0 0,1 1-1 0 0,-1 0 1 0 0,0-1 0 0 0,0 1-1 0 0,1-1 1 0 0,-1 1 0 0 0,1-1-1 0 0,-1 1 1 0 0,0-1 0 0 0,1 1-1 0 0,-1-1 1 0 0,1 0 0 0 0,-1 1-1 0 0,1-1 1 0 0,-1 1 0 0 0,1-1-1 0 0,0 1 1 0 0,23 13-5 0 0,-23-14 6 0 0,13 6-4 0 0,0-2-1 0 0,0 1 1 0 0,0-2-1 0 0,20 3 1 0 0,10 3-26 0 0,-12 0 10 0 0,-6-2-13 0 0,-1-1 1 0 0,28 2 0 0 0,-46-7 24 0 0,-1 0 1 0 0,1-1 0 0 0,0 0-1 0 0,-1-1 1 0 0,1 1-1 0 0,-1-1 1 0 0,1-1-1 0 0,-1 1 1 0 0,1-1-1 0 0,-1 0 1 0 0,0 0 0 0 0,0-1-1 0 0,8-4 1 0 0,-11 5 3 0 0,7-4 6 0 0,-1 0 0 0 0,0 0 0 0 0,0-1 0 0 0,-1 0-1 0 0,0 0 1 0 0,0-1 0 0 0,0 0 0 0 0,-1 0 0 0 0,-1-1 0 0 0,1 0 0 0 0,-2 0-1 0 0,8-14 1 0 0,-1 9-64 0 0,-4 20 36 0 0,2 38 33 0 0,-3-10-4 0 0,-6-31-4 0 0,0 0 1 0 0,-1 0 0 0 0,1 0 0 0 0,1 0 0 0 0,-1-1-1 0 0,0 1 1 0 0,1 0 0 0 0,-1-1 0 0 0,1 1-1 0 0,0-1 1 0 0,0 1 0 0 0,0-1 0 0 0,0 0-1 0 0,0 0 1 0 0,0 0 0 0 0,1 0 0 0 0,-1 0 0 0 0,1-1-1 0 0,-1 1 1 0 0,1-1 0 0 0,0 1 0 0 0,0-1-1 0 0,-1 0 1 0 0,1 0 0 0 0,0 0 0 0 0,0 0-1 0 0,0-1 1 0 0,0 1 0 0 0,0-1 0 0 0,0 0 0 0 0,0 0-1 0 0,0 0 1 0 0,5-1 0 0 0,9-2 2 0 0,0-1 1 0 0,0 0-1 0 0,-1-2 0 0 0,1 0 1 0 0,15-8-1 0 0,33-10-19 0 0,-51 22 12 0 0,0 2 0 0 0,-1-1 0 0 0,1 2 1 0 0,0 0-1 0 0,0 0 0 0 0,0 2 0 0 0,-1-1 1 0 0,1 2-1 0 0,14 5 0 0 0,42 8 0 0 0,-54-14-125 0 0,0-1 0 0 0,1 0 0 0 0,0-1 1 0 0,-1-1-1 0 0,1 0 0 0 0,24-4 0 0 0,-39 3-550 0 0,-5-12-4532 0 0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09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28 364 0 0,'0'0'1264'0'0,"0"-15"644"0"0,5 3-1236 0 0,8 13-1328 0 0</inkml:trace>
  <inkml:trace contextRef="#ctx0" brushRef="#br0" timeOffset="1">196 158 504 0 0,'21'41'3858'0'0,"-10"1"-2686"0"0,-2 1-1 0 0,-2 0 1 0 0,3 62-1 0 0,-2-21-427 0 0,3 59-456 0 0,-11-47-5921 0 0,-1-72 3130 0 0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2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1 488 328 0 0,'2'-6'189'0'0,"-1"1"0"0"0,1 0 1 0 0,1 0-1 0 0,-1 0 0 0 0,1 0 0 0 0,0 0 0 0 0,0 1 1 0 0,0-1-1 0 0,1 1 0 0 0,0 0 0 0 0,0 0 0 0 0,0 0 1 0 0,0 0-1 0 0,0 1 0 0 0,1 0 0 0 0,-1 0 1 0 0,1 0-1 0 0,0 0 0 0 0,6-2 0 0 0,13-5 256 0 0,0 0 0 0 0,41-10-1 0 0,-50 16-276 0 0,1 0 0 0 0,0 1 0 0 0,0 1 0 0 0,24 0 0 0 0,-32 2-105 0 0,-1 1-1 0 0,0-1 0 0 0,0 1 1 0 0,0 0-1 0 0,0 1 0 0 0,0 0 1 0 0,0 0-1 0 0,0 1 0 0 0,0-1 1 0 0,-1 1-1 0 0,1 1 0 0 0,7 5 1 0 0,-11-6-38 0 0,0 0-1 0 0,0 0 1 0 0,0 1 0 0 0,-1-1 0 0 0,0 1 0 0 0,1-1 0 0 0,-1 1-1 0 0,-1 0 1 0 0,1 0 0 0 0,-1 0 0 0 0,1 0 0 0 0,-1 0 0 0 0,0 0 0 0 0,0 0-1 0 0,-1 1 1 0 0,1-1 0 0 0,-1 0 0 0 0,0 0 0 0 0,-1 7 0 0 0,0-1 15 0 0,0 1-1 0 0,0-1 1 0 0,-1 0 0 0 0,0 0 0 0 0,-1 0 0 0 0,0-1 0 0 0,-5 11 0 0 0,-3-3 48 0 0,-1 0 1 0 0,0-1 0 0 0,-1 0-1 0 0,-1-1 1 0 0,0 0 0 0 0,-1-1-1 0 0,-1-1 1 0 0,0-1 0 0 0,-25 16-1 0 0,52-42 906 0 0,24-14-955 0 0,24 0 58 0 0,81-27 0 0 0,-99 41-85 0 0,1-1 1 0 0,-2-3-1 0 0,0-1 1 0 0,-1-2-1 0 0,50-36 0 0 0,-72 44-10 0 0,-1-2-1 0 0,-1 1 1 0 0,0-2-1 0 0,-1 0 1 0 0,-1-1-1 0 0,0 0 1 0 0,-2-1 0 0 0,0-1-1 0 0,13-29 1 0 0,-18 35 0 0 0,-2 0 1 0 0,0 0 0 0 0,0 0 0 0 0,-1 0-1 0 0,-1 0 1 0 0,0-1 0 0 0,-1 1 0 0 0,0-1 0 0 0,-1 0-1 0 0,-1 1 1 0 0,0-1 0 0 0,-1 1 0 0 0,0-1 0 0 0,-1 1-1 0 0,-1 0 1 0 0,-4-13 0 0 0,8 25-2 0 0,-1 1 0 0 0,1-1 0 0 0,0 0 0 0 0,0 1 0 0 0,0-1 0 0 0,-1 1 0 0 0,1-1 0 0 0,0 1 0 0 0,-1-1 0 0 0,1 0 0 0 0,0 1 0 0 0,-1-1 0 0 0,1 1 0 0 0,-1 0 0 0 0,1-1 0 0 0,-1 1 0 0 0,1-1 0 0 0,-1 1 1 0 0,1 0-1 0 0,-1-1 0 0 0,0 1 0 0 0,1 0 0 0 0,-1-1 0 0 0,1 1 0 0 0,-1 0 0 0 0,0 0 0 0 0,1 0 0 0 0,-1 0 0 0 0,1 0 0 0 0,-1 0 0 0 0,0 0 0 0 0,-1 0 0 0 0,-18 14 10 0 0,-9 30-5 0 0,14-9 12 0 0,1 0 0 0 0,2 2 0 0 0,2 0 0 0 0,-7 38 0 0 0,14-60-9 0 0,-4 16 27 0 0,2-1 0 0 0,1 1 1 0 0,1 0-1 0 0,1 0 0 0 0,6 57 0 0 0,-4-86-30 0 0,0 0 1 0 0,0 0-1 0 0,1 0 0 0 0,-1 0 0 0 0,1-1 0 0 0,0 1 0 0 0,-1 0 1 0 0,1 0-1 0 0,0 0 0 0 0,0-1 0 0 0,0 1 0 0 0,0 0 0 0 0,1-1 1 0 0,-1 1-1 0 0,0-1 0 0 0,1 1 0 0 0,-1-1 0 0 0,1 0 0 0 0,-1 1 1 0 0,1-1-1 0 0,0 0 0 0 0,-1 0 0 0 0,1 0 0 0 0,0 0 0 0 0,0-1 1 0 0,0 1-1 0 0,0 0 0 0 0,-1-1 0 0 0,1 0 0 0 0,0 1 0 0 0,0-1 0 0 0,0 0 1 0 0,0 0-1 0 0,0 0 0 0 0,3 0 0 0 0,9-1 1 0 0,-1-1 0 0 0,0-1-1 0 0,1 0 1 0 0,17-6 0 0 0,4-1 1 0 0,-3 4 1 0 0,0 1 0 0 0,1 1 0 0 0,-1 2 0 0 0,44 3 0 0 0,-58 0-4 0 0,17 1 7 0 0,-1-2 1 0 0,37-3 0 0 0,-61 2-11 0 0,-1-1 1 0 0,1 0 0 0 0,-1 0 0 0 0,1 0 0 0 0,-1-2 0 0 0,0 1 0 0 0,0-1 0 0 0,0 0-1 0 0,-1-1 1 0 0,0 0 0 0 0,1 0 0 0 0,7-8 0 0 0,8-16 121 0 0,-16 17 67 0 0,-7 10-107 0 0,-1 1-34 0 0,0 1-47 0 0,0 0 0 0 0,0 0 0 0 0,0-1 0 0 0,0 1 0 0 0,0 0 0 0 0,0 0 0 0 0,0 0 0 0 0,0 0 0 0 0,0-1 0 0 0,0 1 0 0 0,0 0 0 0 0,0 0 0 0 0,0 0 0 0 0,0 0 0 0 0,0-1 0 0 0,0 1 0 0 0,0 0 0 0 0,0 0 0 0 0,0 0 0 0 0,0-1 0 0 0,0 1 0 0 0,0 0 0 0 0,0 0 0 0 0,0 0 0 0 0,0 0 0 0 0,0 0 0 0 0,0-1 0 0 0,1 1 0 0 0,-1 0 0 0 0,0 0 0 0 0,0 0 0 0 0,0 0 0 0 0,0 0 0 0 0,0-1 0 0 0,0 1 0 0 0,1 0 0 0 0,-1 0 0 0 0,0 0 0 0 0,0 0 0 0 0,0 0 0 0 0,0 0 0 0 0,1 0 0 0 0,-1 0 0 0 0,0 0 0 0 0,0 0 0 0 0,0 0 0 0 0,0 0 0 0 0,1 0 0 0 0,-1 0 0 0 0,0 0 0 0 0,0 0 0 0 0,0 0 0 0 0,1 0 0 0 0,3 4 15 0 0,1 1 0 0 0,0-1 1 0 0,0 0-1 0 0,1 0 0 0 0,-1 0 0 0 0,1-1 1 0 0,0 0-1 0 0,0 0 0 0 0,0-1 0 0 0,0 1 1 0 0,0-1-1 0 0,1-1 0 0 0,-1 1 0 0 0,1-1 1 0 0,-1 0-1 0 0,1 0 0 0 0,8-1 0 0 0,-14 0-9 0 0,0-1-1 0 0,-1 1 0 0 0,1 0 1 0 0,0 0-1 0 0,0-1 1 0 0,-1 1-1 0 0,1-1 0 0 0,-1 1 1 0 0,1-1-1 0 0,0 1 0 0 0,-1-1 1 0 0,1 1-1 0 0,-1-1 0 0 0,1 1 1 0 0,-1-1-1 0 0,1 0 0 0 0,-1 1 1 0 0,0-1-1 0 0,1 0 0 0 0,-1 1 1 0 0,0-1-1 0 0,1 0 0 0 0,-1 0 1 0 0,0 1-1 0 0,0-1 1 0 0,0 0-1 0 0,0 0 0 0 0,1 1 1 0 0,-1-1-1 0 0,0 0 0 0 0,-1 0 1 0 0,1 0-1 0 0,0 1 0 0 0,0-1 1 0 0,0 0-1 0 0,0 0 0 0 0,0 1 1 0 0,-1-1-1 0 0,1 0 0 0 0,0 1 1 0 0,-1-1-1 0 0,1 0 0 0 0,-1 1 1 0 0,1-1-1 0 0,-1 0 1 0 0,1 1-1 0 0,-1-1 0 0 0,1 1 1 0 0,-1-1-1 0 0,1 1 0 0 0,-1-1 1 0 0,0 1-1 0 0,1-1 0 0 0,-1 1 1 0 0,0 0-1 0 0,1-1 0 0 0,-1 1 1 0 0,0 0-1 0 0,0 0 0 0 0,-1-1 1 0 0,-2-1-523 0 0,-16-4 1263 0 0,10 4-8244 0 0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3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1 259 284 0 0,'0'0'4203'0'0,"3"22"-3056"0"0,2-17-1019 0 0,1 0 0 0 0,-1 0 0 0 0,1-1 0 0 0,0 1 0 0 0,1-1 0 0 0,-1-1 0 0 0,0 1 0 0 0,1-1-1 0 0,0-1 1 0 0,0 1 0 0 0,0-1 0 0 0,0 0 0 0 0,0 0 0 0 0,12 0 0 0 0,-8 0-54 0 0,1-2-1 0 0,-1 1 1 0 0,1-2-1 0 0,-1 1 0 0 0,1-2 1 0 0,-1 1-1 0 0,1-1 1 0 0,17-7-1 0 0,-20 5-35 0 0,0 0 0 0 0,-1-1 0 0 0,1-1 0 0 0,-1 0 0 0 0,0 0 0 0 0,-1 0 1 0 0,1-1-1 0 0,-1 0 0 0 0,0 0 0 0 0,-1-1 0 0 0,0 0 0 0 0,0 0 0 0 0,-1-1 0 0 0,0 1 0 0 0,0-1 0 0 0,-1 0 0 0 0,0-1 0 0 0,-1 1 0 0 0,0 0 0 0 0,0-1 1 0 0,-1 0-1 0 0,0 0 0 0 0,-1 0 0 0 0,0 0 0 0 0,-1 0 0 0 0,0 0 0 0 0,0 0 0 0 0,-1 0 0 0 0,0 1 0 0 0,-6-20 0 0 0,4 13 340 0 0,3 14-337 0 0,0 0 1 0 0,0 1 0 0 0,-1-1 0 0 0,1 0-1 0 0,0 1 1 0 0,-1-1 0 0 0,1 0 0 0 0,-1 1 0 0 0,0-1-1 0 0,1 1 1 0 0,-1-1 0 0 0,0 1 0 0 0,0-1-1 0 0,0 1 1 0 0,0-1 0 0 0,0 1 0 0 0,-3-2 0 0 0,3 2 210 0 0,-1 6-188 0 0,0 3-44 0 0,0-1-1 0 0,1 1 0 0 0,-1 0 1 0 0,1-1-1 0 0,1 1 0 0 0,0 0 0 0 0,0-1 1 0 0,0 1-1 0 0,1 0 0 0 0,0-1 1 0 0,1 1-1 0 0,-1-1 0 0 0,1 1 0 0 0,1-1 1 0 0,5 13-1 0 0,-1-8 1 0 0,-1-1 1 0 0,2 0-1 0 0,0 0 0 0 0,0 0 1 0 0,1-1-1 0 0,0 0 0 0 0,0-1 1 0 0,21 15-1 0 0,-16-13-6 0 0,1-1-1 0 0,0-1 1 0 0,0 0 0 0 0,1-1-1 0 0,0-1 1 0 0,1 0 0 0 0,0-1-1 0 0,0-1 1 0 0,0-1 0 0 0,0 0-1 0 0,1-1 1 0 0,-1-1 0 0 0,1-1-1 0 0,29-1 1 0 0,-39-1-11 0 0,0-1 0 0 0,0 1 0 0 0,0-2 0 0 0,0 1-1 0 0,0-1 1 0 0,-1-1 0 0 0,1 1 0 0 0,-1-1 0 0 0,0 0 0 0 0,0-1 0 0 0,0 0-1 0 0,-1 0 1 0 0,0 0 0 0 0,0-1 0 0 0,0 0 0 0 0,5-7 0 0 0,1-4 29 0 0,-1 0 1 0 0,-1 0-1 0 0,0-2 1 0 0,-1 1 0 0 0,7-22-1 0 0,-13 37 68 0 0,0 11 111 0 0,1 30 133 0 0,0 64-2842 0 0,-3-86 811 0 0,-1 1-1435 0 0,1-1 237 0 0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4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271 454 100 0 0,'-21'-36'4284'0'0,"14"33"-4043"0"0,0 0 1 0 0,0 0 0 0 0,0 1-1 0 0,0 0 1 0 0,0 0 0 0 0,0 0-1 0 0,-1 1 1 0 0,1 0 0 0 0,0 1-1 0 0,-1-1 1 0 0,1 2-1 0 0,-1-1 1 0 0,-12 3 0 0 0,8-1-49 0 0,0 0 0 0 0,1 1-1 0 0,-1 1 1 0 0,1 0 0 0 0,0 0 0 0 0,0 1 0 0 0,1 1 0 0 0,-12 7 0 0 0,20-11-147 0 0,0 0 1 0 0,0 0 0 0 0,0 0-1 0 0,0 1 1 0 0,0-1-1 0 0,0 1 1 0 0,1-1 0 0 0,-1 1-1 0 0,1 0 1 0 0,0-1-1 0 0,0 1 1 0 0,0 0 0 0 0,0 0-1 0 0,1 0 1 0 0,-1 0-1 0 0,0 5 1 0 0,2-7-38 0 0,-1 0-1 0 0,0-1 1 0 0,1 1 0 0 0,-1 0 0 0 0,1 0-1 0 0,-1 0 1 0 0,1 0 0 0 0,0-1-1 0 0,-1 1 1 0 0,1 0 0 0 0,0-1 0 0 0,-1 1-1 0 0,1 0 1 0 0,0-1 0 0 0,0 1-1 0 0,0-1 1 0 0,0 1 0 0 0,-1-1 0 0 0,1 0-1 0 0,0 1 1 0 0,0-1 0 0 0,0 0 0 0 0,0 0-1 0 0,0 1 1 0 0,0-1 0 0 0,2 0-1 0 0,25 2 118 0 0,-15-3-101 0 0,1-2 0 0 0,-1 0 0 0 0,0 0 1 0 0,0-1-1 0 0,0-1 0 0 0,-1 0 0 0 0,1 0 1 0 0,-1-2-1 0 0,0 1 0 0 0,-1-2 0 0 0,1 1 1 0 0,-2-2-1 0 0,1 1 0 0 0,17-20 0 0 0,-15 15-22 0 0,-1-1-1 0 0,-1-1 0 0 0,0 0 0 0 0,-1 0 1 0 0,-1-1-1 0 0,0 0 0 0 0,-2-1 0 0 0,1 1 1 0 0,-2-2-1 0 0,7-27 0 0 0,-10 29-1 0 0,-1 0 0 0 0,0 0-1 0 0,-2 0 1 0 0,0 0 0 0 0,-1 0 0 0 0,0 0-1 0 0,-1 0 1 0 0,-1 0 0 0 0,0 1 0 0 0,-2-1 0 0 0,-6-16-1 0 0,10 30 14 0 0,-18 18 18 0 0,14-9-21 0 0,1 0-1 0 0,0 1 1 0 0,0 0-1 0 0,1-1 0 0 0,0 1 1 0 0,0 0-1 0 0,1 0 1 0 0,0 1-1 0 0,0-1 1 0 0,1 0-1 0 0,0 1 0 0 0,1 11 1 0 0,-1-9 1 0 0,1 12 11 0 0,2 0 0 0 0,0 0 0 0 0,1-1 0 0 0,1 1 0 0 0,1-1 0 0 0,16 42 0 0 0,4 23-82 0 0,-21-70-245 0 0,1 0 0 0 0,1 0 0 0 0,9 19 0 0 0,17 14-5105 0 0,-20-37 2742 0 0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5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0 796 7397 0 0,'4'-2'78'0'0,"5"-6"90"0"0,0-1 0 0 0,0 0 1 0 0,0-1-1 0 0,-1 0 0 0 0,-1 0 0 0 0,11-18 0 0 0,-9 13 62 0 0,2 0 0 0 0,0 0 1 0 0,13-13-1 0 0,-11 16-120 0 0,36-35 269 0 0,-1-3 0 0 0,42-56 0 0 0,-77 88-344 0 0,-1 0 1 0 0,-1-1 0 0 0,-1 0 0 0 0,0 0-1 0 0,-1-1 1 0 0,-1 0 0 0 0,-1-1 0 0 0,-1 0 0 0 0,-1 0-1 0 0,4-36 1 0 0,-8 43-8 0 0,0-1-1 0 0,0 0 1 0 0,-2 1 0 0 0,0-1-1 0 0,0 0 1 0 0,-2 1-1 0 0,0-1 1 0 0,-7-21 0 0 0,10 36-28 0 0,0-1 0 0 0,-1 1 1 0 0,1-1-1 0 0,-1 1 0 0 0,1 0 1 0 0,0-1-1 0 0,-1 1 0 0 0,1 0 1 0 0,-1-1-1 0 0,1 1 0 0 0,-1 0 1 0 0,1 0-1 0 0,-1-1 1 0 0,1 1-1 0 0,-1 0 0 0 0,1 0 1 0 0,-1 0-1 0 0,1 0 0 0 0,-1 0 1 0 0,1-1-1 0 0,-1 1 0 0 0,0 0 1 0 0,1 0-1 0 0,-1 0 0 0 0,1 1 1 0 0,-1-1-1 0 0,1 0 0 0 0,-1 0 1 0 0,1 0-1 0 0,-1 0 0 0 0,1 0 1 0 0,-1 1-1 0 0,1-1 0 0 0,-1 0 1 0 0,1 0-1 0 0,-1 1 0 0 0,1-1 1 0 0,-1 1-1 0 0,-17 11 14 0 0,18-11-15 0 0,-9 7 5 0 0,0 0 0 0 0,0 1-1 0 0,1 0 1 0 0,1 1-1 0 0,0 0 1 0 0,0 0 0 0 0,1 0-1 0 0,0 1 1 0 0,0 0-1 0 0,-4 15 1 0 0,3-8 2 0 0,1 1-1 0 0,1 0 1 0 0,1 0 0 0 0,1 0 0 0 0,-2 29-1 0 0,5-32 5 0 0,0 0-1 0 0,1 0 1 0 0,1 0-1 0 0,1 0 1 0 0,0-1 0 0 0,1 1-1 0 0,1-1 1 0 0,0 0-1 0 0,1 0 1 0 0,0 0-1 0 0,2-1 1 0 0,-1 0-1 0 0,2 0 1 0 0,0-1-1 0 0,1 0 1 0 0,20 21-1 0 0,-20-25-1 0 0,0 0-1 0 0,0-1 1 0 0,0 0 0 0 0,1-1-1 0 0,0 0 1 0 0,1-1-1 0 0,-1 0 1 0 0,1-1-1 0 0,0 0 1 0 0,1-1 0 0 0,-1-1-1 0 0,1 0 1 0 0,-1 0-1 0 0,1-1 1 0 0,0-1 0 0 0,0 0-1 0 0,0-1 1 0 0,0 0-1 0 0,0-1 1 0 0,0 0-1 0 0,13-4 1 0 0,-12 2-6 0 0,0-1 1 0 0,1-1-1 0 0,-2-1 1 0 0,1 0-1 0 0,0 0 0 0 0,-1-1 1 0 0,-1-1-1 0 0,20-15 0 0 0,-28 21 9 0 0,-1-1 0 0 0,0 1 0 0 0,0-1 1 0 0,0 0-1 0 0,0 0 0 0 0,-1 0 0 0 0,1 0 0 0 0,-1-1 0 0 0,1 1 0 0 0,-1-1 0 0 0,-1 1 0 0 0,1-1 0 0 0,0 0 0 0 0,-1 0 0 0 0,0 0 0 0 0,0 0 0 0 0,0 0 0 0 0,0 0 0 0 0,0 0 0 0 0,-1 0 0 0 0,0 0 0 0 0,0 0 0 0 0,0 0 0 0 0,0 0 0 0 0,-1 0 0 0 0,0 0 0 0 0,1 0 0 0 0,-2 0 1 0 0,1 0-1 0 0,0 0 0 0 0,-1 0 0 0 0,1 1 0 0 0,-1-1 0 0 0,0 0 0 0 0,-5-5 0 0 0,7 8-3 0 0,-1 0 0 0 0,0 0 0 0 0,0-1 1 0 0,0 1-1 0 0,0 0 0 0 0,0 0 0 0 0,0 0 1 0 0,0 0-1 0 0,0 0 0 0 0,0 0 0 0 0,0 1 1 0 0,-1-1-1 0 0,1 0 0 0 0,0 1 0 0 0,-1-1 0 0 0,1 1 1 0 0,0-1-1 0 0,-1 1 0 0 0,1-1 0 0 0,-1 1 1 0 0,1 0-1 0 0,-1 0 0 0 0,1 0 0 0 0,0 0 1 0 0,-1 0-1 0 0,1 0 0 0 0,-1 0 0 0 0,1 0 0 0 0,-1 1 1 0 0,1-1-1 0 0,0 0 0 0 0,-1 1 0 0 0,1 0 1 0 0,0-1-1 0 0,-1 1 0 0 0,1-1 0 0 0,0 1 1 0 0,0 0-1 0 0,-1 0 0 0 0,1 0 0 0 0,0 0 0 0 0,0 0 1 0 0,0 0-1 0 0,0 0 0 0 0,0 0 0 0 0,1 0 1 0 0,-1 1-1 0 0,0-1 0 0 0,0 0 0 0 0,1 0 0 0 0,-1 1 1 0 0,1-1-1 0 0,-1 1 0 0 0,1-1 0 0 0,-1 0 1 0 0,1 1-1 0 0,0-1 0 0 0,0 1 0 0 0,0-1 1 0 0,0 1-1 0 0,0-1 0 0 0,0 0 0 0 0,0 1 0 0 0,0-1 1 0 0,1 1-1 0 0,0 1 0 0 0,1 3 4 0 0,0 0 0 0 0,0 1 0 0 0,1-1-1 0 0,0 0 1 0 0,0-1 0 0 0,1 1 0 0 0,0 0 0 0 0,0-1-1 0 0,0 0 1 0 0,1 0 0 0 0,-1 0 0 0 0,1-1 0 0 0,0 1-1 0 0,11 6 1 0 0,-5-3-1 0 0,2-1 0 0 0,-1 0 0 0 0,1-1 0 0 0,0 0 0 0 0,25 7 1 0 0,-22-9-7 0 0,1-1 0 0 0,-1-1 0 0 0,0 0 0 0 0,1-1 1 0 0,-1-1-1 0 0,1-1 0 0 0,-1 0 0 0 0,0-1 1 0 0,1-1-1 0 0,-1 0 0 0 0,0-1 0 0 0,-1-1 1 0 0,1-1-1 0 0,-1 0 0 0 0,0-1 0 0 0,0 0 1 0 0,22-16-1 0 0,-13 6-3 0 0,-1-1 0 0 0,-1-1 0 0 0,-1 0 0 0 0,0-2 0 0 0,-2 0 0 0 0,0-2 0 0 0,-2 0 0 0 0,0-1 0 0 0,14-29 0 0 0,-17 29 2 0 0,-1 0 1 0 0,-1 0-1 0 0,-1-1 1 0 0,-1 0-1 0 0,-2-1 1 0 0,0 0-1 0 0,5-41 1 0 0,-9 2 318 0 0,-4 63-246 0 0,-5 5-70 0 0,0 1 1 0 0,1 0-1 0 0,-1 0 0 0 0,1 0 0 0 0,-1 1 1 0 0,1-1-1 0 0,1 1 0 0 0,-1 0 0 0 0,1 0 1 0 0,0 0-1 0 0,0 0 0 0 0,0 1 0 0 0,-3 9 0 0 0,1-2 2 0 0,1 0-1 0 0,0-1 1 0 0,1 2-1 0 0,1-1 1 0 0,-2 17-1 0 0,4-9 5 0 0,1 0 0 0 0,0 0 0 0 0,1 0 0 0 0,2 0 0 0 0,0 0-1 0 0,1-1 1 0 0,1 1 0 0 0,1-1 0 0 0,1-1 0 0 0,1 1 0 0 0,12 20 0 0 0,-15-31-5 0 0,0 0 0 0 0,0-1 0 0 0,1 0 0 0 0,0-1-1 0 0,0 1 1 0 0,0-1 0 0 0,1 0 0 0 0,1-1 0 0 0,-1 0 0 0 0,17 9 0 0 0,-17-12-3 0 0,0 0 0 0 0,-1 0 0 0 0,1-1 0 0 0,1 0 0 0 0,-1 0 0 0 0,0-1-1 0 0,0 0 1 0 0,1-1 0 0 0,-1 0 0 0 0,0 0 0 0 0,1 0 0 0 0,-1-1 0 0 0,0-1 0 0 0,16-4 0 0 0,-12 3-4 0 0,-1-1 0 0 0,0-1 1 0 0,0 1-1 0 0,-1-2 1 0 0,1 0-1 0 0,-1 0 0 0 0,-1 0 1 0 0,1-2-1 0 0,-1 1 1 0 0,0-1-1 0 0,-1 0 0 0 0,0-1 1 0 0,0 0-1 0 0,-1 0 1 0 0,0-1-1 0 0,8-14 0 0 0,-1-4 132 0 0,-1-1-1 0 0,-1-1 1 0 0,-2 0-1 0 0,12-59 1 0 0,-18 56 880 0 0,-4 32-316 0 0,-2 7-446 0 0,-3 12-73 0 0,0 0 0 0 0,2 1 1 0 0,0-1-1 0 0,1 1 0 0 0,1-1 1 0 0,2 37-1 0 0,22 116 415 0 0,-8-82-503 0 0,-12-26-1482 0 0,-8-31-1381 0 0,-7-6-4817 0 0,4-19 3684 0 0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5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21 684 0 0,'0'0'1784'0'0,"30"-10"-1012"0"0,-11 5-72 0 0,8 3-68 0 0,3 1-60 0 0,10-1-191 0 0,5 2-297 0 0,0 2-301 0 0,2-1-683 0 0,-2 2-976 0 0,4-1 432 0 0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6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55 820 0 0,'0'0'1539'0'0,"9"-41"5187"0"0,-9 39-5683 0 0,-12-8-304 0 0,5 9-655 0 0,-1 1-1 0 0,1-1 1 0 0,0 2 0 0 0,-1-1-1 0 0,1 1 1 0 0,-1 0 0 0 0,1 1-1 0 0,0 0 1 0 0,0 0 0 0 0,0 1-1 0 0,0-1 1 0 0,0 1 0 0 0,-6 5-1 0 0,-13 7 184 0 0,-44 35 0 0 0,65-46-233 0 0,3-2-15 0 0,-1 0 0 0 0,1 0 0 0 0,0 1 1 0 0,0-1-1 0 0,0 1 0 0 0,1-1 0 0 0,-1 1 1 0 0,1-1-1 0 0,-2 5 0 0 0,2-7-10 0 0,1 1 0 0 0,0 0 0 0 0,-1 0 1 0 0,1 0-1 0 0,0-1 0 0 0,-1 1 0 0 0,1 0 0 0 0,0 0 0 0 0,0 0 0 0 0,0 0 0 0 0,0 0 1 0 0,0 0-1 0 0,0-1 0 0 0,0 1 0 0 0,0 0 0 0 0,0 0 0 0 0,0 0 0 0 0,1 0 0 0 0,-1 0 1 0 0,0-1-1 0 0,0 1 0 0 0,1 0 0 0 0,-1 0 0 0 0,1 0 0 0 0,-1-1 0 0 0,1 1 0 0 0,-1 0 1 0 0,1 0-1 0 0,-1-1 0 0 0,1 1 0 0 0,0-1 0 0 0,-1 1 0 0 0,1 0 0 0 0,0-1 0 0 0,0 1 1 0 0,3-1 3 0 0,0 0 0 0 0,0 0 1 0 0,0 0-1 0 0,-1 0 1 0 0,1-1-1 0 0,0 0 1 0 0,0 0-1 0 0,-1 0 1 0 0,1 0-1 0 0,-1 0 1 0 0,1-1-1 0 0,-1 1 1 0 0,1-1-1 0 0,-1 0 1 0 0,0 0-1 0 0,4-4 1 0 0,10-3 16 0 0,16-10-13 0 0,-32 18-29 0 0,-10 73-103 0 0,8-70 116 0 0,-7 9-546 0 0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7.1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10 792 0 0,'0'-9'5495'0'0,"-6"10"-2245"0"0,-11 25-1276 0 0,-16 45-1335 0 0,32-66-558 0 0,-1 0 0 0 0,1 0 1 0 0,0 0-1 0 0,0 1 0 0 0,1-1 0 0 0,0 0 0 0 0,0 0 0 0 0,0 1 0 0 0,0-1 0 0 0,1 0 0 0 0,0 0 0 0 0,0 0 0 0 0,3 8 0 0 0,-3-11-62 0 0,1 1 1 0 0,-1-1-1 0 0,1 0 0 0 0,-1 0 1 0 0,1 0-1 0 0,0 0 1 0 0,0 0-1 0 0,0-1 0 0 0,0 1 1 0 0,0 0-1 0 0,0-1 1 0 0,0 0-1 0 0,1 1 0 0 0,-1-1 1 0 0,0 0-1 0 0,1 0 1 0 0,-1 0-1 0 0,1-1 0 0 0,-1 1 1 0 0,1 0-1 0 0,-1-1 0 0 0,1 0 1 0 0,0 0-1 0 0,-1 0 1 0 0,1 0-1 0 0,0 0 0 0 0,-1 0 1 0 0,5-1-1 0 0,6-1 7 0 0,-1-1 0 0 0,0 0 0 0 0,0-1-1 0 0,0 0 1 0 0,0-1 0 0 0,-1 0 0 0 0,0-1 0 0 0,0 0-1 0 0,0 0 1 0 0,-1-1 0 0 0,0-1 0 0 0,0 0 0 0 0,-1 0-1 0 0,0-1 1 0 0,8-10 0 0 0,27-28 4 0 0,-43 46-26 0 0,-3 2-79 0 0,1 1 73 0 0,-1-1 1 0 0,1 1 0 0 0,0-1-1 0 0,-1 1 1 0 0,1 0 0 0 0,0-1-1 0 0,0 1 1 0 0,0 0-1 0 0,0 0 1 0 0,-1 2 0 0 0,1-2-2 0 0,-3 4-4 0 0,1-2 5 0 0,0 1 0 0 0,0-1 0 0 0,0 1 0 0 0,1 0-1 0 0,-1 0 1 0 0,1 0 0 0 0,0 0 0 0 0,1 0-1 0 0,0 1 1 0 0,-2 6 0 0 0,1 23 52 0 0,2-34-48 0 0,1 0 0 0 0,-1 0 1 0 0,0 0-1 0 0,0 0 0 0 0,1 1 0 0 0,-1-1 0 0 0,0 0 0 0 0,1 0 0 0 0,-1 0 0 0 0,1 0 0 0 0,0 0 0 0 0,-1 0 0 0 0,1 0 0 0 0,0 0 0 0 0,0-1 0 0 0,-1 1 0 0 0,1 0 1 0 0,0 0-1 0 0,0-1 0 0 0,0 1 0 0 0,0 0 0 0 0,0-1 0 0 0,0 1 0 0 0,0-1 0 0 0,0 1 0 0 0,0-1 0 0 0,0 1 0 0 0,0-1 0 0 0,1 0 0 0 0,-1 0 0 0 0,0 0 0 0 0,0 1 1 0 0,0-1-1 0 0,2 0 0 0 0,48-4 26 0 0,-1-1-1 0 0,98-23 1 0 0,-102 16-32 0 0,0 3 0 0 0,1 2 1 0 0,0 2-1 0 0,52 0 0 0 0,-94 6-4 0 0,0-1 0 0 0,-1 1 0 0 0,1 0 0 0 0,-1 0 0 0 0,1 0 0 0 0,-1 0 0 0 0,1 1 0 0 0,-1 0 0 0 0,0 0 0 0 0,0 0 0 0 0,5 3 0 0 0,-8-4 5 0 0,1 0 1 0 0,-1 1 0 0 0,1-1 0 0 0,-1 1 0 0 0,1-1 0 0 0,-1 1 0 0 0,0-1 0 0 0,0 1 0 0 0,1 0 0 0 0,-1-1 0 0 0,-1 1 0 0 0,1 0 0 0 0,0 0 0 0 0,0 0 0 0 0,-1 0 0 0 0,1 0 0 0 0,-1 0 0 0 0,1 0 0 0 0,-1 0 0 0 0,0 0 0 0 0,0 0-1 0 0,0 0 1 0 0,0 0 0 0 0,0 0 0 0 0,-1 3 0 0 0,-2 1-34 0 0,0-1-1 0 0,-1 0 0 0 0,1 1 0 0 0,-1-2 1 0 0,0 1-1 0 0,-1 0 0 0 0,1-1 1 0 0,-1 0-1 0 0,0 0 0 0 0,0 0 0 0 0,0 0 1 0 0,0-1-1 0 0,-7 3 0 0 0,3 0-475 0 0,3-3 147 0 0,-31 18-6381 0 0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7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51 1120 0 0,'0'0'1216'0'0,"5"-16"-136"0"0,-5 8 1533 0 0,-7-13-2013 0 0,-2 17-364 0 0,-3 3-456 0 0,-6 1-892 0 0,-7 1-1197 0 0,1 3 533 0 0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18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66 780 0 0,'-27'-21'4391'0'0,"22"11"2776"0"0,8 8-7114 0 0,0 0 0 0 0,0 0 0 0 0,0 1 0 0 0,1 0 0 0 0,-1-1 0 0 0,0 1 1 0 0,1 0-1 0 0,6 0 0 0 0,193-20 804 0 0,-201 20-762 0 0,-9 2-79 0 0,-306 20-105 0 0,292-20-22 0 0,29 1 118 0 0,37-1 70 0 0,119-12 278 0 0,-162 11-304 0 0,-68 26-2115 0 0,19-15-3797 0 0,22-7 2404 0 0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27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243 126 688 0 0,'6'-16'2050'0'0,"3"-86"4410"0"0,-9 102-6447 0 0,0 0 0 0 0,0-1-1 0 0,0 1 1 0 0,0 0 0 0 0,-1-1-1 0 0,1 1 1 0 0,0 0 0 0 0,0-1-1 0 0,0 1 1 0 0,0 0 0 0 0,0-1-1 0 0,0 1 1 0 0,-1 0 0 0 0,1 0-1 0 0,0-1 1 0 0,0 1 0 0 0,-1 0-1 0 0,1 0 1 0 0,0-1 0 0 0,0 1-1 0 0,-1 0 1 0 0,1 0 0 0 0,0 0-1 0 0,0-1 1 0 0,-1 1 0 0 0,1 0-1 0 0,0 0 1 0 0,-1 0 0 0 0,1 0-1 0 0,0 0 1 0 0,-1 0 0 0 0,1 0-1 0 0,0-1 1 0 0,-1 1 0 0 0,1 0-1 0 0,0 0 1 0 0,-1 0 0 0 0,1 1-1 0 0,-1-1 1 0 0,1 0 0 0 0,0 0-1 0 0,-1 0 1 0 0,1 0 0 0 0,-1 0-1 0 0,-19 11 52 0 0,-1 0 0 0 0,2 1-1 0 0,0 1 1 0 0,0 1 0 0 0,1 1 0 0 0,1 0-1 0 0,-19 22 1 0 0,28-27-44 0 0,0 1-1 0 0,0-1 1 0 0,1 2-1 0 0,0-1 1 0 0,1 1 0 0 0,0 0-1 0 0,1 0 1 0 0,0 0-1 0 0,1 1 1 0 0,1 0-1 0 0,0-1 1 0 0,0 1 0 0 0,2 1-1 0 0,-2 17 1 0 0,3-29-14 0 0,0-1-1 0 0,0 1 1 0 0,0 0 0 0 0,1 0 0 0 0,-1 0 0 0 0,0 0 0 0 0,1 0 0 0 0,-1-1 0 0 0,1 1 0 0 0,-1 0 0 0 0,1 0 0 0 0,0-1 0 0 0,0 1 0 0 0,0 0-1 0 0,0-1 1 0 0,0 1 0 0 0,0-1 0 0 0,0 1 0 0 0,0-1 0 0 0,1 0 0 0 0,-1 0 0 0 0,0 1 0 0 0,1-1 0 0 0,2 2 0 0 0,0-2 1 0 0,0 0 0 0 0,-1 0 1 0 0,1 0-1 0 0,0 0 0 0 0,0 0 1 0 0,0-1-1 0 0,-1 0 0 0 0,1 0 1 0 0,0 0-1 0 0,0 0 0 0 0,5-1 1 0 0,6-2 3 0 0,0 0 0 0 0,-1-1 0 0 0,0-1 1 0 0,0 0-1 0 0,14-8 0 0 0,-8 3-6 0 0,0-2 1 0 0,-1 0-1 0 0,-1-1 0 0 0,0-1 1 0 0,0-1-1 0 0,-2 0 0 0 0,0-1 1 0 0,15-20-1 0 0,-30 35-26 0 0,2 4-40 0 0,2 7 64 0 0,1 0 0 0 0,1-1 0 0 0,0 0 0 0 0,0 0 0 0 0,1-1 0 0 0,0 0 0 0 0,1 0 0 0 0,-1-1 0 0 0,19 12 0 0 0,-22-17 0 0 0,0 0 0 0 0,0-1 1 0 0,0 1-1 0 0,0-1 0 0 0,0 0 0 0 0,0 0 0 0 0,0 0 0 0 0,0-1 0 0 0,1 0 0 0 0,-1 0 1 0 0,0 0-1 0 0,0-1 0 0 0,0 0 0 0 0,0 0 0 0 0,0 0 0 0 0,0 0 0 0 0,0-1 0 0 0,0 0 1 0 0,7-4-1 0 0,-7 4-2 0 0,-1 0 0 0 0,0 0 0 0 0,0-1 0 0 0,0 1 1 0 0,-1-1-1 0 0,1 0 0 0 0,-1 0 0 0 0,1-1 0 0 0,-1 1 1 0 0,0-1-1 0 0,0 1 0 0 0,-1-1 0 0 0,1 0 0 0 0,-1 0 1 0 0,0 0-1 0 0,0 0 0 0 0,0-1 0 0 0,0 1 0 0 0,-1 0 0 0 0,0-1 1 0 0,0 1-1 0 0,0-1 0 0 0,0 0 0 0 0,-1 1 0 0 0,0-10 1 0 0,0 4 22 0 0,-1 1 1 0 0,-1-1-1 0 0,0 0 1 0 0,0 0 0 0 0,-1 1-1 0 0,-1-1 1 0 0,1 1-1 0 0,-1 0 1 0 0,-1 0 0 0 0,0 0-1 0 0,0 1 1 0 0,-9-12-1 0 0,13 19-16 0 0,0 1-48 0 0,0 0 0 0 0,0 0 0 0 0,1 0 0 0 0,-1 0-1 0 0,0 0 1 0 0,0 0 0 0 0,0 1 0 0 0,1-1 0 0 0,-1 0-1 0 0,0 1 1 0 0,0-1 0 0 0,1 0 0 0 0,-1 1 0 0 0,0-1-1 0 0,1 1 1 0 0,-1-1 0 0 0,0 1 0 0 0,1-1 0 0 0,-1 1-1 0 0,1 0 1 0 0,-1-1 0 0 0,1 1 0 0 0,-1 0 0 0 0,1 0 0 0 0,0-1-1 0 0,-1 1 1 0 0,1 0 0 0 0,0 0 0 0 0,-1-1 0 0 0,1 1-1 0 0,0 0 1 0 0,0 0 0 0 0,0 0 0 0 0,0 1 0 0 0,0 1-363 0 0,0-1 0 0 0,0 1 1 0 0,0 0-1 0 0,1-1 1 0 0,0 1-1 0 0,-1-1 0 0 0,1 1 1 0 0,0 0-1 0 0,0-1 0 0 0,0 0 1 0 0,1 1-1 0 0,-1-1 1 0 0,4 4-1 0 0,2 2-1990 0 0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28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16 380 0 0,'-22'3'1858'0'0,"19"-1"-1733"0"0,-1-1 1 0 0,0 1-1 0 0,1 0 0 0 0,-1 0 0 0 0,1 0 0 0 0,-1 0 0 0 0,1 1 1 0 0,0-1-1 0 0,0 1 0 0 0,0 0 0 0 0,0-1 0 0 0,1 2 0 0 0,-1-1 1 0 0,1 0-1 0 0,0 0 0 0 0,0 1 0 0 0,0-1 0 0 0,0 1 1 0 0,0 0-1 0 0,1-1 0 0 0,0 1 0 0 0,0 0 0 0 0,0 0 0 0 0,-1 6 1 0 0,1-6-59 0 0,0 0 1 0 0,0 1 0 0 0,1-1-1 0 0,-1 1 1 0 0,1-1 0 0 0,0 1-1 0 0,0-1 1 0 0,1 1 0 0 0,-1-1-1 0 0,1 1 1 0 0,0-1 0 0 0,0 0-1 0 0,1 1 1 0 0,-1-1 0 0 0,1 0-1 0 0,0 0 1 0 0,0 0 0 0 0,0 0-1 0 0,1 0 1 0 0,-1-1 0 0 0,1 1-1 0 0,5 5 1 0 0,-8-9-17 0 0,1 1 1 0 0,0 0-1 0 0,0-1 1 0 0,-1 1-1 0 0,1-1 0 0 0,0 1 1 0 0,0-1-1 0 0,0 1 1 0 0,0-1-1 0 0,0 1 0 0 0,0-1 1 0 0,0 0-1 0 0,0 0 1 0 0,0 1-1 0 0,0-1 0 0 0,0 0 1 0 0,0 0-1 0 0,0 0 1 0 0,0 0-1 0 0,0 0 1 0 0,0 0-1 0 0,0 0 0 0 0,-1-1 1 0 0,1 1-1 0 0,0 0 1 0 0,0 0-1 0 0,0-1 0 0 0,2 0 1 0 0,-2 0-6 0 0,1-1 1 0 0,0 1-1 0 0,-1-1 0 0 0,0 0 1 0 0,1 0-1 0 0,-1 1 1 0 0,0-1-1 0 0,0 0 1 0 0,0 0-1 0 0,0 0 1 0 0,0 0-1 0 0,1-3 0 0 0,0-3 36 0 0,0-1-1 0 0,0 1 1 0 0,-1 0-1 0 0,0-1 0 0 0,0-14 1 0 0,-2 11-13 0 0,0 0 5 0 0,0 1 0 0 0,-1-1 0 0 0,0 0 0 0 0,-1 0 0 0 0,-7-18 0 0 0,10 29-172 0 0,-4-9-290 0 0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28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55 492 0 0,'7'8'388'0'0,"-1"0"0"0"0,0 0 0 0 0,-1 0-1 0 0,0 1 1 0 0,0-1 0 0 0,-1 1 0 0 0,0 0 0 0 0,0 1 0 0 0,4 17-1 0 0,-8-26-85 0 0,1 0-217 0 0,0-1-1 0 0,0 0 0 0 0,-1 1 1 0 0,1-1-1 0 0,0 0 0 0 0,0 0 1 0 0,0 1-1 0 0,0-1 0 0 0,0 0 1 0 0,0 0-1 0 0,0 0 0 0 0,0 0 1 0 0,-1 0-1 0 0,1 0 0 0 0,0 0 1 0 0,0-1-1 0 0,0 1 0 0 0,0 0 1 0 0,0 0-1 0 0,0-1 0 0 0,-1 1 1 0 0,1-1-1 0 0,0 1 0 0 0,0-1 1 0 0,0 1-1 0 0,-1-1 0 0 0,1 1 1 0 0,0-1-1 0 0,-1 1 0 0 0,1-1 1 0 0,0 0-1 0 0,0-1 0 0 0,37-29 98 0 0,-26 21 174 0 0,12-10-85 0 0,1 1-1 0 0,32-17 1 0 0,-46 30-880 0 0,0 1 0 0 0,0 0 0 0 0,1 1 0 0 0,-1 0 1 0 0,1 0-1 0 0,0 2 0 0 0,0-1 0 0 0,20 0 0 0 0,-15 2-1264 0 0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28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12 469 100 0 0,'0'0'2722'0'0,"-2"4"-2381"0"0,0-1-217 0 0,1-2-95 0 0,0 0 1 0 0,1 0-1 0 0,-1-1 0 0 0,0 1 1 0 0,1 0-1 0 0,-1 0 0 0 0,1 0 1 0 0,-1 0-1 0 0,1 0 0 0 0,0 0 1 0 0,-1 0-1 0 0,1 0 0 0 0,0 0 1 0 0,0 0-1 0 0,0 0 0 0 0,-1 0 1 0 0,1 0-1 0 0,0 0 0 0 0,0 0 1 0 0,1 0-1 0 0,-1 0 0 0 0,0 0 1 0 0,0 1-1 0 0,1-1 16 0 0,0 0-1 0 0,0 0 1 0 0,0 0-1 0 0,0 0 1 0 0,0 0-1 0 0,0 0 1 0 0,0 0-1 0 0,0-1 1 0 0,0 1-1 0 0,0 0 1 0 0,0-1 0 0 0,0 1-1 0 0,0 0 1 0 0,1-1-1 0 0,-1 0 1 0 0,0 1-1 0 0,0-1 1 0 0,1 0-1 0 0,-1 1 1 0 0,0-1-1 0 0,1 0 1 0 0,-1 0 0 0 0,3 0-1 0 0,34-3 399 0 0,-32 3-374 0 0,13-3 74 0 0,0-1-1 0 0,-1-1 1 0 0,1 0 0 0 0,-1-1 0 0 0,0-1-1 0 0,-1-1 1 0 0,1-1 0 0 0,-1 0-1 0 0,-1-1 1 0 0,0-1 0 0 0,24-21 0 0 0,-28 23-77 0 0,-1-1 0 0 0,-1-1 0 0 0,0 0 0 0 0,0 0-1 0 0,-1-1 1 0 0,-1 0 0 0 0,0-1 0 0 0,-1 0 0 0 0,0 0 0 0 0,-1 0 0 0 0,0-1 0 0 0,-1 0 0 0 0,-1 0 0 0 0,0-1 0 0 0,3-23 0 0 0,-6 29-22 0 0,-1 0 0 0 0,0 0-1 0 0,-1 0 1 0 0,0 0 0 0 0,0 0 0 0 0,-1 0-1 0 0,0 0 1 0 0,0 0 0 0 0,-1 1 0 0 0,0-1-1 0 0,-6-9 1 0 0,6 13-7 0 0,1 1 0 0 0,-1 0 0 0 0,0 0 0 0 0,0 0 0 0 0,-1 0 0 0 0,1 0 0 0 0,-1 1 0 0 0,0-1 0 0 0,0 1 0 0 0,0 0 0 0 0,0 0 0 0 0,-1 1 0 0 0,1-1 0 0 0,-1 1 0 0 0,1 0 0 0 0,-1 0 0 0 0,0 1 0 0 0,0-1 0 0 0,0 1 0 0 0,-7-1 0 0 0,10 2-28 0 0,0 0 1 0 0,0 0-1 0 0,0 0 0 0 0,0 0 0 0 0,0 0 0 0 0,1 0 0 0 0,-1 1 0 0 0,0-1 1 0 0,0 1-1 0 0,0-1 0 0 0,1 1 0 0 0,-1 0 0 0 0,0 0 0 0 0,0 0 0 0 0,1 0 1 0 0,-1 0-1 0 0,1 0 0 0 0,-1 0 0 0 0,1 0 0 0 0,0 1 0 0 0,-1-1 0 0 0,1 1 1 0 0,0-1-1 0 0,0 1 0 0 0,0-1 0 0 0,0 1 0 0 0,0-1 0 0 0,0 1 0 0 0,0 0 1 0 0,1 0-1 0 0,-1-1 0 0 0,1 1 0 0 0,-1 0 0 0 0,1 0 0 0 0,-1 2 0 0 0,0 3 8 0 0,0 0 0 0 0,1 0-1 0 0,-1 0 1 0 0,1 0-1 0 0,1 0 1 0 0,-1 0-1 0 0,1-1 1 0 0,2 9-1 0 0,3 2 12 0 0,0-1-1 0 0,1 1 1 0 0,1-1 0 0 0,0-1-1 0 0,18 25 1 0 0,62 70 85 0 0,2 5-20 0 0,-80-100-82 0 0,-1 0 0 0 0,0 1 1 0 0,-1 0-1 0 0,-1 1 0 0 0,9 32 1 0 0,-14-44-8 0 0,-1-1 1 0 0,0 1-1 0 0,0-1 1 0 0,0 1 0 0 0,-1-1-1 0 0,0 1 1 0 0,1-1-1 0 0,-2 1 1 0 0,1-1-1 0 0,0 1 1 0 0,-1 0-1 0 0,0-1 1 0 0,0 0-1 0 0,0 1 1 0 0,-1-1 0 0 0,0 0-1 0 0,0 1 1 0 0,0-1-1 0 0,0 0 1 0 0,0 0-1 0 0,-1-1 1 0 0,1 1-1 0 0,-1 0 1 0 0,0-1-1 0 0,-1 0 1 0 0,1 0 0 0 0,0 0-1 0 0,-6 4 1 0 0,6-5-80 0 0,0-1 0 0 0,-1 1 0 0 0,1-1 0 0 0,0 0 0 0 0,0 0 0 0 0,-1 0 1 0 0,1 0-1 0 0,0-1 0 0 0,-1 1 0 0 0,1-1 0 0 0,0 0 0 0 0,-1 0 0 0 0,-4-1 1 0 0,5 0-1692 0 0,-15-4-3972 0 0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1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0 870 620 0 0,'0'0'4062'0'0,"7"-3"-3560"0"0,126-53 1245 0 0,-46 20-978 0 0,98-56-1 0 0,-161 78-682 0 0,0-1 0 0 0,-1-1 1 0 0,-1 0-1 0 0,-1-2 0 0 0,0-1 0 0 0,-1-1 0 0 0,-2 0 0 0 0,28-38 1 0 0,-37 42-56 0 0,0-1 1 0 0,-1 0 0 0 0,0 0 0 0 0,-2-1 0 0 0,0 0 0 0 0,-1 0 0 0 0,0-1 0 0 0,-2 1 0 0 0,0-1-1 0 0,-1 1 1 0 0,-1-1 0 0 0,-2-20 0 0 0,1 28-22 0 0,-1 0-1 0 0,0 0 1 0 0,-1 1-1 0 0,0-1 0 0 0,0 0 1 0 0,-1 0-1 0 0,-1 1 1 0 0,0 0-1 0 0,0 0 1 0 0,-1 0-1 0 0,-1 0 1 0 0,1 1-1 0 0,-1 0 1 0 0,-1 0-1 0 0,0 0 1 0 0,0 1-1 0 0,-1 0 0 0 0,0 0 1 0 0,0 1-1 0 0,-1 0 1 0 0,-16-10-1 0 0,21 15-8 0 0,0-1-1 0 0,-1 1 1 0 0,1 0 0 0 0,-1 1-1 0 0,1-1 1 0 0,-1 1-1 0 0,1 0 1 0 0,-1 0 0 0 0,0 0-1 0 0,1 1 1 0 0,-1-1-1 0 0,0 1 1 0 0,0 0 0 0 0,0 1-1 0 0,1-1 1 0 0,-1 1-1 0 0,0 0 1 0 0,1 0-1 0 0,-1 0 1 0 0,1 1 0 0 0,-1 0-1 0 0,1-1 1 0 0,0 2-1 0 0,-1-1 1 0 0,1 0 0 0 0,0 1-1 0 0,1 0 1 0 0,-1 0-1 0 0,0 0 1 0 0,1 0 0 0 0,-1 1-1 0 0,1-1 1 0 0,0 1-1 0 0,1 0 1 0 0,-5 7 0 0 0,-5 8 1 0 0,2 1 1 0 0,0 0 0 0 0,1 0-1 0 0,1 1 1 0 0,1 1 0 0 0,-6 25-1 0 0,5-5 19 0 0,1 0 0 0 0,2 1 0 0 0,1 50 0 0 0,13 127 87 0 0,0-15 4 0 0,-7-182 249 0 0,6-30 210 0 0,14-20-467 0 0,-19 25-101 0 0,0-1 1 0 0,-1 1 0 0 0,1 0 0 0 0,0-1-1 0 0,1 1 1 0 0,-1 1 0 0 0,0-1-1 0 0,0 0 1 0 0,1 1 0 0 0,-1 0-1 0 0,1-1 1 0 0,-1 2 0 0 0,1-1 0 0 0,0 0-1 0 0,-1 1 1 0 0,1-1 0 0 0,0 1-1 0 0,-1 0 1 0 0,1 0 0 0 0,0 0 0 0 0,-1 1-1 0 0,1 0 1 0 0,0-1 0 0 0,-1 1-1 0 0,1 0 1 0 0,-1 1 0 0 0,1-1 0 0 0,-1 1-1 0 0,0-1 1 0 0,1 1 0 0 0,4 4-1 0 0,56 36-91 0 0,17 10-1835 0 0,-23-27-3394 0 0,-43-23 3045 0 0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2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66 188 0 0,'0'0'711'0'0,"-14"-32"3960"0"0,13 31-4135 0 0,-9-4 783 0 0,10 4-1268 0 0,-1 1 0 0 0,1-1-1 0 0,-1 1 1 0 0,1-1 0 0 0,-1 1 0 0 0,0-1-1 0 0,1 1 1 0 0,-1 0 0 0 0,0-1 0 0 0,1 1 0 0 0,-1 0-1 0 0,0 0 1 0 0,1-1 0 0 0,-1 1 0 0 0,0 0-1 0 0,1 0 1 0 0,-1 0 0 0 0,0 0 0 0 0,0 0-1 0 0,1 0 1 0 0,-1 0 0 0 0,0 0 0 0 0,1 0 0 0 0,-1 1-1 0 0,0-1 1 0 0,0 0 0 0 0,1 0 0 0 0,-1 0-1 0 0,0 1 1 0 0,-11 5 207 0 0,0 1-1 0 0,1-1 1 0 0,0 2-1 0 0,1 0 1 0 0,-19 17-1 0 0,23-19-171 0 0,1-1 0 0 0,-1 1-1 0 0,1 0 1 0 0,1 1 0 0 0,-1 0-1 0 0,1-1 1 0 0,0 1 0 0 0,1 0 0 0 0,-1 1-1 0 0,1-1 1 0 0,-2 12 0 0 0,4-17-24 0 0,5 4 33 0 0,-4-5-90 0 0,0-1 0 0 0,0 1 0 0 0,1-1 0 0 0,-1 1-1 0 0,0-1 1 0 0,0 1 0 0 0,0-1 0 0 0,1 1 0 0 0,-1-1 0 0 0,0 1 0 0 0,1-1 0 0 0,-1 0-1 0 0,0 1 1 0 0,1-1 0 0 0,-1 1 0 0 0,0-1 0 0 0,1 0 0 0 0,-1 1 0 0 0,1-1-1 0 0,-1 0 1 0 0,1 1 0 0 0,-1-1 0 0 0,1 0 0 0 0,-1 0 0 0 0,1 0 0 0 0,-1 1 0 0 0,1-1-1 0 0,-1 0 1 0 0,1 0 0 0 0,-1 0 0 0 0,1 0 0 0 0,0 0 0 0 0,-1 0 0 0 0,1 0-1 0 0,-1 0 1 0 0,1 0 0 0 0,-1 0 0 0 0,1 0 0 0 0,0-1 0 0 0,10 0 27 0 0,-1-2 1 0 0,1 1 0 0 0,-1-1 0 0 0,1 0-1 0 0,-1-1 1 0 0,0-1 0 0 0,0 1 0 0 0,-1-1-1 0 0,18-13 1 0 0,-25 17-35 0 0,0 0 0 0 0,0 0 1 0 0,0 0-1 0 0,0 1 0 0 0,-1-1 0 0 0,1 0 0 0 0,0 1 1 0 0,0 0-1 0 0,0-1 0 0 0,1 1 0 0 0,-1 0 0 0 0,0 0 0 0 0,0 0 1 0 0,0 0-1 0 0,0 1 0 0 0,0-1 0 0 0,3 1 0 0 0,42 16-124 0 0,4-1-105 0 0,-39-15 153 0 0,1 0-1 0 0,-1 0 1 0 0,0-1-1 0 0,1-1 1 0 0,15-2 0 0 0,-23 2 65 0 0,-1 0 0 0 0,0-1 0 0 0,0 1 0 0 0,0-1 0 0 0,0 0 0 0 0,0 0 1 0 0,0 0-1 0 0,-1 0 0 0 0,1-1 0 0 0,-1 1 0 0 0,1-1 0 0 0,-1 0 1 0 0,0 0-1 0 0,0 0 0 0 0,0-1 0 0 0,0 1 0 0 0,-1-1 0 0 0,1 1 1 0 0,1-6-1 0 0,10-20 4 0 0,19-54 1 0 0,-33 81 18 0 0,1 2-9 0 0,-1 0 0 0 0,0 0-1 0 0,0 0 1 0 0,0 0 0 0 0,0 1 0 0 0,0-1-1 0 0,0 0 1 0 0,0 0 0 0 0,0 0 0 0 0,0 0 0 0 0,1 0-1 0 0,-1 0 1 0 0,0 0 0 0 0,0 0 0 0 0,0 0-1 0 0,0 0 1 0 0,0 0 0 0 0,0 0 0 0 0,0 0 0 0 0,0 0-1 0 0,0 0 1 0 0,1 0 0 0 0,-1 0 0 0 0,0 0 0 0 0,0 0-1 0 0,0-1 1 0 0,0 1 0 0 0,0 0 0 0 0,0 0-1 0 0,0 0 1 0 0,0 0 0 0 0,0 0 0 0 0,1 0 0 0 0,-1 0-1 0 0,0 0 1 0 0,0 0 0 0 0,0 0 0 0 0,0 0-1 0 0,0 0 1 0 0,0 0 0 0 0,0-1 0 0 0,0 1 0 0 0,0 0-1 0 0,0 0 1 0 0,0 0 0 0 0,0 0 0 0 0,0 0-1 0 0,0 0 1 0 0,0 0 0 0 0,0 0 0 0 0,0 0 0 0 0,0-1-1 0 0,0 1 1 0 0,0 0 0 0 0,0 0 0 0 0,0 0-1 0 0,0 0 1 0 0,0 0 0 0 0,0 0 0 0 0,8 12 14 0 0,4 15-4 0 0,-8-20-5 0 0,0-1 1 0 0,-1 0-1 0 0,2 0 0 0 0,-1 0 0 0 0,1 0 0 0 0,0-1 0 0 0,0 1 0 0 0,1-1 0 0 0,-1-1 0 0 0,1 1 0 0 0,0-1 0 0 0,0 0 0 0 0,1 0 0 0 0,-1-1 1 0 0,1 0-1 0 0,13 4 0 0 0,-17-6-2 0 0,-1 0 1 0 0,1-1-1 0 0,-1 0 0 0 0,1 1 1 0 0,-1-1-1 0 0,1 0 1 0 0,0 0-1 0 0,-1-1 0 0 0,1 1 1 0 0,-1-1-1 0 0,1 1 1 0 0,-1-1-1 0 0,1 0 0 0 0,-1 1 1 0 0,0-1-1 0 0,1-1 1 0 0,-1 1-1 0 0,0 0 0 0 0,0-1 1 0 0,1 1-1 0 0,-1-1 1 0 0,0 1-1 0 0,3-4 0 0 0,4-5 10 0 0,-1 0-1 0 0,0 0 0 0 0,10-16 1 0 0,-9 12-1 0 0,-3 4-3 0 0,-2-2-6 0 0,5-2-4 0 0,-8 13-1 0 0,0 0-8 0 0,2 3-83 0 0,9 13 78 0 0,-7-7 13 0 0,1-1 0 0 0,0 0 0 0 0,0-1 0 0 0,0 1 0 0 0,1-1-1 0 0,0 0 1 0 0,0-1 0 0 0,1 0 0 0 0,-1 0 0 0 0,1-1-1 0 0,0 1 1 0 0,10 2 0 0 0,-12-5-1 0 0,0 0 1 0 0,0 0-1 0 0,0-1 0 0 0,1 0 0 0 0,-1 0 1 0 0,1-1-1 0 0,-1 1 0 0 0,0-1 1 0 0,1-1-1 0 0,-1 1 0 0 0,1-1 1 0 0,-1 0-1 0 0,0-1 0 0 0,0 1 0 0 0,13-6 1 0 0,-15 5 54 0 0,0-1 0 0 0,1 1 0 0 0,-1-1 0 0 0,0 0 1 0 0,0 0-1 0 0,0-1 0 0 0,-1 1 0 0 0,1-1 0 0 0,-1 0 0 0 0,0 0 1 0 0,0 0-1 0 0,0 0 0 0 0,0 0 0 0 0,-1-1 0 0 0,0 1 1 0 0,0-1-1 0 0,0 1 0 0 0,0-1 0 0 0,-1 0 0 0 0,2-9 0 0 0,-3 12 108 0 0,59 108-1350 0 0,-9-48-1041 0 0,-13-23-2076 0 0,-13-16 1588 0 0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2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0 310 672 0 0,'0'-7'351'0'0,"1"1"1"0"0,-1 0-1 0 0,1-1 0 0 0,0 1 1 0 0,1-1-1 0 0,0 1 0 0 0,-1 0 1 0 0,2 0-1 0 0,-1 0 0 0 0,1 0 1 0 0,0 0-1 0 0,0 1 0 0 0,1-1 1 0 0,-1 1-1 0 0,1 0 0 0 0,1 0 1 0 0,-1 0-1 0 0,1 0 0 0 0,6-5 1 0 0,12-8-19 0 0,0 1 1 0 0,1 1 0 0 0,25-13-1 0 0,-35 21-108 0 0,19-10 60 0 0,0 2 0 0 0,0 1-1 0 0,68-20 1 0 0,-87 31-228 0 0,0 0 0 0 0,0 1-1 0 0,1 1 1 0 0,-1 0 0 0 0,1 1-1 0 0,0 0 1 0 0,-1 2 0 0 0,1-1 0 0 0,-1 2-1 0 0,1 0 1 0 0,-1 1 0 0 0,23 7-1 0 0,-33-8-45 0 0,0-1-1 0 0,0 1 1 0 0,0 1-1 0 0,-1-1 1 0 0,1 1-1 0 0,-1-1 1 0 0,0 1-1 0 0,1 0 0 0 0,-1 0 1 0 0,0 0-1 0 0,-1 1 1 0 0,1-1-1 0 0,0 1 1 0 0,-1-1-1 0 0,0 1 1 0 0,0 0-1 0 0,0 0 1 0 0,-1 0-1 0 0,1 0 1 0 0,-1 0-1 0 0,0 1 0 0 0,0-1 1 0 0,0 0-1 0 0,-1 0 1 0 0,1 1-1 0 0,-1-1 1 0 0,0 0-1 0 0,0 1 1 0 0,-1-1-1 0 0,0 5 1 0 0,-1 2 6 0 0,0 0 1 0 0,-1 0 0 0 0,0 0 0 0 0,-1 0 0 0 0,0-1 0 0 0,-1 0 0 0 0,0 0-1 0 0,-1 0 1 0 0,0-1 0 0 0,-10 13 0 0 0,8-13-4 0 0,0-1 0 0 0,-1-1 0 0 0,1 1 0 0 0,-2-2 0 0 0,1 1 0 0 0,-1-1-1 0 0,-19 9 1 0 0,23-12-5 0 0,1-1 0 0 0,-1 0 0 0 0,0 0 0 0 0,-1 0-1 0 0,1 0 1 0 0,0-1 0 0 0,0 0 0 0 0,-1 0 0 0 0,1-1-1 0 0,0 0 1 0 0,-1 0 0 0 0,1 0 0 0 0,-1-1-1 0 0,1 0 1 0 0,-6-2 0 0 0,11 3-9 0 0,0-1 1 0 0,0 1-1 0 0,0-1 1 0 0,0 0-1 0 0,1 1 0 0 0,-1-1 1 0 0,0 0-1 0 0,0 1 1 0 0,1-1-1 0 0,-1 0 1 0 0,1 0-1 0 0,-1 0 0 0 0,1 0 1 0 0,-1 0-1 0 0,1 0 1 0 0,-1 0-1 0 0,1 0 0 0 0,0 0 1 0 0,0 0-1 0 0,-1 0 1 0 0,1 0-1 0 0,0 0 0 0 0,0 0 1 0 0,0 0-1 0 0,0 0 1 0 0,0 0-1 0 0,0 0 0 0 0,0 0 1 0 0,1 0-1 0 0,-1 0 1 0 0,0 0-1 0 0,0 0 0 0 0,1 0 1 0 0,-1 0-1 0 0,1 1 1 0 0,0-2-1 0 0,20-34 10 0 0,-9 26-17 0 0,0 0 1 0 0,1 0-1 0 0,0 1 0 0 0,1 1 1 0 0,-1 0-1 0 0,2 1 1 0 0,-1 1-1 0 0,1 0 0 0 0,0 1 1 0 0,0 0-1 0 0,1 1 1 0 0,-1 1-1 0 0,1 0 0 0 0,0 2 1 0 0,0-1-1 0 0,-1 2 1 0 0,1 0-1 0 0,0 1 0 0 0,0 1 1 0 0,31 7-1 0 0,-30-5-10 0 0,-10-3 5 0 0,1 1-1 0 0,-1 0 1 0 0,1 0-1 0 0,-1 1 1 0 0,13 7-1 0 0,-20-10 14 0 0,1 0 0 0 0,-1 0 0 0 0,0 0-1 0 0,0 1 1 0 0,1-1 0 0 0,-1 0 0 0 0,0 0 0 0 0,0 1 0 0 0,1-1-1 0 0,-1 0 1 0 0,0 1 0 0 0,0-1 0 0 0,0 0 0 0 0,1 1 0 0 0,-1-1-1 0 0,0 0 1 0 0,0 1 0 0 0,0-1 0 0 0,0 0 0 0 0,0 1 0 0 0,0-1-1 0 0,0 0 1 0 0,0 1 0 0 0,0-1 0 0 0,0 0 0 0 0,0 1 0 0 0,0-1-1 0 0,0 0 1 0 0,0 1 0 0 0,0-1 0 0 0,0 1 0 0 0,0-1 0 0 0,0 0-1 0 0,-1 1 1 0 0,1-1 0 0 0,0 0 0 0 0,0 0 0 0 0,0 1 0 0 0,-1-1-1 0 0,1 0 1 0 0,0 1 0 0 0,0-1 0 0 0,-1 0 0 0 0,1 0 0 0 0,0 1-1 0 0,0-1 1 0 0,-1 0 0 0 0,1 0 0 0 0,-20 13 10 0 0,14-9-16 0 0,5-4-8 0 0,-7 8-630 0 0,-8 9-5932 0 0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3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5 436 0 0,'5'-5'8649'0'0,"1"22"-8343"0"0,-1-1 1 0 0,0 1 0 0 0,-1 1-1 0 0,-1-1 1 0 0,-1 0-1 0 0,0 1 1 0 0,-2-1-1 0 0,0 1 1 0 0,-4 33-1 0 0,2-32-1440 0 0,2-28-3059 0 0,3-17 1702 0 0,-3 6 51 0 0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3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38 360 0 0,'-3'-13'2664'0'0,"-1"0"-656"0"0,4 2-411 0 0,-12 45-6966 0 0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3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 8 0 0,'-13'47'3918'0'0,"10"-33"-3354"0"0,2-8-330 0 0,-1 0 0 0 0,1 0-1 0 0,-1-1 1 0 0,0 1 0 0 0,0-1-1 0 0,0 1 1 0 0,-1-1 0 0 0,0 0 0 0 0,0 1-1 0 0,0-2 1 0 0,-6 7 0 0 0,8-10 39 0 0,1-1-238 0 0,0 0 1 0 0,-1 0-1 0 0,1 0 0 0 0,0 0 1 0 0,0 0-1 0 0,-1 0 1 0 0,1-1-1 0 0,0 1 0 0 0,0 0 1 0 0,0 0-1 0 0,-1 0 0 0 0,1 0 1 0 0,0 0-1 0 0,0-1 0 0 0,0 1 1 0 0,-1 0-1 0 0,1 0 0 0 0,0 0 1 0 0,0-1-1 0 0,0 1 1 0 0,0 0-1 0 0,0 0 0 0 0,0-1 1 0 0,0 1-1 0 0,-1 0 0 0 0,1 0 1 0 0,0-1-1 0 0,0 1 0 0 0,0 0 1 0 0,0 0-1 0 0,0-1 0 0 0,0 1 1 0 0,0 0-1 0 0,0 0 1 0 0,0-1-1 0 0,0 1 0 0 0,0 0 1 0 0,1 0-1 0 0,-1 0 0 0 0,0-1 1 0 0,0 1-1 0 0,0 0 0 0 0,0 0 1 0 0,0-1-1 0 0,0 1 0 0 0,0 0 1 0 0,1 0-1 0 0,-1 0 1 0 0,0-1-1 0 0,0 1 0 0 0,0 0 1 0 0,1 0-1 0 0,-1 0 0 0 0,0-1 1 0 0,18-23 401 0 0,27-20-339 0 0,-27 30-24 0 0,-13 10-58 0 0,-1 0 0 0 0,1 0 0 0 0,0 1 0 0 0,0-1 0 0 0,0 1 0 0 0,0 0 0 0 0,0 1 0 0 0,1-1 0 0 0,-1 1 0 0 0,1 0 0 0 0,0 1 0 0 0,-1-1 0 0 0,1 1 0 0 0,0 0 0 0 0,8 0 0 0 0,-12 1-15 0 0,0 1 1 0 0,0-1 0 0 0,0 1-1 0 0,0-1 1 0 0,0 1 0 0 0,0 0-1 0 0,0-1 1 0 0,0 1 0 0 0,0 0-1 0 0,0 0 1 0 0,-1 1-1 0 0,1-1 1 0 0,0 0 0 0 0,-1 0-1 0 0,1 1 1 0 0,-1-1 0 0 0,1 1-1 0 0,-1 0 1 0 0,0-1 0 0 0,0 1-1 0 0,0 0 1 0 0,0 0 0 0 0,1 1-1 0 0,10 45 9 0 0,-8-27 19 0 0,-3-19-14 0 0,-1-1 0 0 0,0 0 0 0 0,1 1 0 0 0,-1-1 0 0 0,1 0 0 0 0,-1 0 0 0 0,1 0 1 0 0,0 1-1 0 0,-1-1 0 0 0,1 0 0 0 0,0 0 0 0 0,0 0 0 0 0,0 0 0 0 0,0 0 0 0 0,0 0 1 0 0,0-1-1 0 0,0 1 0 0 0,0 0 0 0 0,0 0 0 0 0,0-1 0 0 0,1 1 0 0 0,-1-1 0 0 0,0 1 1 0 0,0-1-1 0 0,1 1 0 0 0,-1-1 0 0 0,0 0 0 0 0,1 1 0 0 0,-1-1 0 0 0,0 0 0 0 0,1 0 0 0 0,-1 0 1 0 0,2 0-1 0 0,2-2 19 0 0,1 0 0 0 0,0 0 0 0 0,0 0 1 0 0,-1 0-1 0 0,1-1 0 0 0,6-5 0 0 0,19-7 22 0 0,7 0 0 0 0,-27 10-26 0 0,0 0 0 0 0,0 1 0 0 0,1 0-1 0 0,-1 1 1 0 0,1 1 0 0 0,22-3 0 0 0,-32 5 32 0 0,51 5 876 0 0,-35-6-657 0 0,-16 1-375 0 0,0 0 0 0 0,0-1 0 0 0,0 1-1 0 0,1 0 1 0 0,-1 0 0 0 0,0 0 0 0 0,0 1-1 0 0,0-1 1 0 0,0 0 0 0 0,0 1 0 0 0,0 0-1 0 0,0-1 1 0 0,0 1 0 0 0,2 1 0 0 0,-2-1-918 0 0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4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7 129 648 0 0,'-3'-20'940'0'0,"1"9"-28"0"0,2-2-80 0 0,0-1 12 0 0,2 2 765 0 0,-4-9-917 0 0,2 11 488 0 0,0-6-264 0 0,-1 5-716 0 0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4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11 572 0 0,'-4'-10'1542'0'0,"-2"11"2049"0"0,-4 11-3275 0 0,0 0 0 0 0,1 0 0 0 0,0 0 0 0 0,1 1 0 0 0,0 1 0 0 0,1-1 0 0 0,1 1 0 0 0,0 0 0 0 0,1 1-1 0 0,1-1 1 0 0,0 1 0 0 0,1 0 0 0 0,0 0 0 0 0,1 0 0 0 0,1 21 0 0 0,0-19-230 0 0,0 1 1 0 0,2-1-1 0 0,0 1 1 0 0,1-1-1 0 0,1 0 1 0 0,1 1-1 0 0,0-1 0 0 0,1-1 1 0 0,1 1-1 0 0,0-1 1 0 0,1 0-1 0 0,1 0 0 0 0,16 23 1 0 0,-19-33-281 0 0,1 1-1 0 0,-1-1 1 0 0,1-1 0 0 0,1 1 0 0 0,-1-1 0 0 0,1 0-1 0 0,0-1 1 0 0,0 1 0 0 0,0-1 0 0 0,1-1 0 0 0,-1 1-1 0 0,1-2 1 0 0,14 5 0 0 0,-13-5-565 0 0,1-1 1 0 0,0 1-1 0 0,0-2 1 0 0,0 1-1 0 0,0-2 1 0 0,19-1-1 0 0,-2-4-1462 0 0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4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86 336 0 0,'2'-3'319'0'0,"-1"-1"0"0"0,0 0 1 0 0,0 1-1 0 0,0-1 0 0 0,0 0 0 0 0,-1 1 0 0 0,1-1 1 0 0,-1 0-1 0 0,0 0 0 0 0,0 0 0 0 0,0 0 0 0 0,-1 1 1 0 0,-1-7-1 0 0,2 9-203 0 0,0-1 1 0 0,-1 1 0 0 0,1 0-1 0 0,-1-1 1 0 0,1 1-1 0 0,-1 0 1 0 0,0-1 0 0 0,1 1-1 0 0,-1 0 1 0 0,0 0-1 0 0,0-1 1 0 0,0 1 0 0 0,0 0-1 0 0,0 0 1 0 0,0 0-1 0 0,0 0 1 0 0,0 0-1 0 0,-1 1 1 0 0,1-1 0 0 0,0 0-1 0 0,0 0 1 0 0,-1 1-1 0 0,1-1 1 0 0,-1 1 0 0 0,1-1-1 0 0,0 1 1 0 0,-1 0-1 0 0,1-1 1 0 0,-1 1 0 0 0,1 0-1 0 0,-1 0 1 0 0,1 0-1 0 0,-1 0 1 0 0,1 0-1 0 0,0 0 1 0 0,-1 1 0 0 0,1-1-1 0 0,-1 0 1 0 0,1 1-1 0 0,-1-1 1 0 0,-1 2 0 0 0,-6 1 99 0 0,1 1 0 0 0,0 0 0 0 0,0 0 0 0 0,0 0 1 0 0,1 1-1 0 0,0 0 0 0 0,0 1 0 0 0,0-1 1 0 0,0 1-1 0 0,1 1 0 0 0,0-1 0 0 0,-9 13 0 0 0,15-18-126 0 0,-1 4 21 0 0,3 6 166 0 0,16-10-148 0 0,-4-4-104 0 0,0-1 1 0 0,0 0-1 0 0,0-1 1 0 0,15-7-1 0 0,43-16-160 0 0,-70 27 121 0 0,-2 6-18 0 0,0-1 28 0 0,-1 1 0 0 0,0-1-1 0 0,0 1 1 0 0,0-1 0 0 0,-1 0 0 0 0,1 0 0 0 0,-1 0 0 0 0,0 0-1 0 0,-3 4 1 0 0,2-3 1 0 0,1-1 0 0 0,0 0-1 0 0,0 1 1 0 0,0-1 0 0 0,1 1-1 0 0,-1 0 1 0 0,1-1 0 0 0,0 1-1 0 0,0 0 1 0 0,0 6 0 0 0,4 26 3 0 0,-2-36 2 0 0,0 0-1 0 0,1-1 0 0 0,-1 1 1 0 0,1-1-1 0 0,-1 1 1 0 0,0-1-1 0 0,1 1 1 0 0,-1-1-1 0 0,1 0 0 0 0,-1 0 1 0 0,1 0-1 0 0,-1 0 1 0 0,1 0-1 0 0,-1 0 1 0 0,0 0-1 0 0,1 0 0 0 0,-1-1 1 0 0,1 1-1 0 0,-1-1 1 0 0,1 1-1 0 0,-1-1 0 0 0,2 0 1 0 0,92-40 47 0 0,-66 27-54 0 0,-1 2 0 0 0,2 0 0 0 0,0 2 0 0 0,50-10 1 0 0,-77 19 3 0 0,1 1 0 0 0,-1 0 0 0 0,1-1 1 0 0,-1 1-1 0 0,1 0 0 0 0,-1 1 1 0 0,1-1-1 0 0,-1 1 0 0 0,0 0 1 0 0,1-1-1 0 0,-1 1 0 0 0,0 1 1 0 0,1-1-1 0 0,-1 0 0 0 0,0 1 1 0 0,0 0-1 0 0,0 0 0 0 0,0 0 0 0 0,0 0 1 0 0,-1 0-1 0 0,4 4 0 0 0,0 1-16 0 0,-1 0-1 0 0,0 1 1 0 0,-1-1-1 0 0,0 1 1 0 0,0 0-1 0 0,3 10 0 0 0,11 19-1182 0 0,4-14-4559 0 0,-9-13 2412 0 0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7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1 101 244 0 0,'15'-5'552'0'0,"69"-22"1972"0"0,-76 25-2210 0 0,0 1 0 0 0,-1-1 0 0 0,1 1-1 0 0,0 1 1 0 0,0 0 0 0 0,0 0-1 0 0,0 0 1 0 0,13 4 0 0 0,-18-4-244 0 0,-1 1-1 0 0,0 0 1 0 0,1 0 0 0 0,-1-1-1 0 0,0 2 1 0 0,0-1 0 0 0,0 0 0 0 0,0 0-1 0 0,0 1 1 0 0,0-1 0 0 0,0 1-1 0 0,0-1 1 0 0,-1 1 0 0 0,1 0-1 0 0,-1 0 1 0 0,1 0 0 0 0,-1 0 0 0 0,0 0-1 0 0,0 0 1 0 0,2 3 0 0 0,-2-1 13 0 0,0 1 0 0 0,0-1 0 0 0,0 0 1 0 0,0 1-1 0 0,-1-1 0 0 0,0 0 0 0 0,0 1 0 0 0,0-1 1 0 0,0 0-1 0 0,-2 9 0 0 0,1-7 0 0 0,-1 1-1 0 0,0-1 1 0 0,0 1 0 0 0,0-1-1 0 0,-1 0 1 0 0,0 0 0 0 0,0 0-1 0 0,0 0 1 0 0,-1-1 0 0 0,0 1-1 0 0,0-1 1 0 0,0 0 0 0 0,-1 0-1 0 0,-9 8 1 0 0,8-10 21 0 0,0 0 0 0 0,0-1 0 0 0,0 1 1 0 0,-1-1-1 0 0,1-1 0 0 0,-1 1 0 0 0,-6 0 0 0 0,12-2-89 0 0,-1 1 1 0 0,1-1-1 0 0,-1 0 0 0 0,1 0 1 0 0,-1 0-1 0 0,1 0 0 0 0,-1 0 1 0 0,1 0-1 0 0,0 0 0 0 0,-1 0 0 0 0,1 0 1 0 0,-1-1-1 0 0,1 1 0 0 0,0-1 1 0 0,-1 1-1 0 0,1-1 0 0 0,0 1 0 0 0,-1-1 1 0 0,1 0-1 0 0,0 0 0 0 0,0 1 1 0 0,0-1-1 0 0,-1 0 0 0 0,1 0 0 0 0,0 0 1 0 0,0 0-1 0 0,1-1 0 0 0,-1 1 1 0 0,0 0-1 0 0,0 0 0 0 0,0-1 1 0 0,1 1-1 0 0,-1 0 0 0 0,1-1 0 0 0,-1 1 1 0 0,1 0-1 0 0,0-1 0 0 0,-1 1 1 0 0,1-1-1 0 0,0 1 0 0 0,0 0 0 0 0,0-3 1 0 0,1-4 0 0 0,0 0 0 0 0,1 0 1 0 0,1 0-1 0 0,-1 0 0 0 0,1 0 1 0 0,0 0-1 0 0,1 1 0 0 0,0 0 0 0 0,0-1 1 0 0,1 1-1 0 0,-1 1 0 0 0,1-1 1 0 0,1 1-1 0 0,0 0 0 0 0,-1 0 1 0 0,2 0-1 0 0,-1 1 0 0 0,13-8 0 0 0,2-2-4 0 0,1 1-1 0 0,0 1 0 0 0,1 1 0 0 0,48-18 0 0 0,-65 28-12 0 0,0 0 0 0 0,0 0 0 0 0,1 1 0 0 0,-1 0 0 0 0,0 0 0 0 0,1 0-1 0 0,-1 1 1 0 0,1 0 0 0 0,-1 0 0 0 0,0 0 0 0 0,1 1 0 0 0,-1 0 0 0 0,1 0 0 0 0,-1 1 0 0 0,8 3 0 0 0,-11-3 1 0 0,0-1-1 0 0,0 1 1 0 0,0 1 0 0 0,0-1 0 0 0,0 0-1 0 0,-1 1 1 0 0,1-1 0 0 0,-1 1 0 0 0,0 0 0 0 0,0 0-1 0 0,0 0 1 0 0,0 0 0 0 0,0 0 0 0 0,-1 1 0 0 0,1-1-1 0 0,-1 0 1 0 0,0 1 0 0 0,0-1 0 0 0,0 1 0 0 0,0-1-1 0 0,-1 1 1 0 0,1-1 0 0 0,-1 1 0 0 0,0 0 0 0 0,0-1-1 0 0,-1 1 1 0 0,1-1 0 0 0,-1 5 0 0 0,-1 1 12 0 0,1 0 1 0 0,-1-1-1 0 0,-1 1 1 0 0,1-1 0 0 0,-2 1-1 0 0,1-1 1 0 0,-1 0-1 0 0,0 0 1 0 0,-1 0-1 0 0,1-1 1 0 0,-7 8-1 0 0,-4-10 93 0 0,10-6-61 0 0,4-2-15 0 0,3-2-26 0 0,-1 1-1 0 0,1 0 1 0 0,-1 0-1 0 0,1 0 1 0 0,0 0-1 0 0,1 0 1 0 0,-1 0-1 0 0,5-5 0 0 0,15-14 6 0 0,20-10-2 0 0,-21 20-14 0 0,1 1 0 0 0,0 0 0 0 0,42-14 0 0 0,-60 24 5 0 0,0 1 0 0 0,1-1-1 0 0,-1 1 1 0 0,0 0 0 0 0,1 0-1 0 0,-1 1 1 0 0,1-1-1 0 0,0 1 1 0 0,-1 0 0 0 0,1 0-1 0 0,-1 1 1 0 0,1-1 0 0 0,-1 1-1 0 0,1 0 1 0 0,-1 0-1 0 0,1 1 1 0 0,-1-1 0 0 0,0 1-1 0 0,0 0 1 0 0,0 0 0 0 0,0 0-1 0 0,0 1 1 0 0,0-1-1 0 0,0 1 1 0 0,-1 0 0 0 0,1 0-1 0 0,-1 0 1 0 0,0 1 0 0 0,0-1-1 0 0,0 1 1 0 0,-1 0-1 0 0,1-1 1 0 0,3 9 0 0 0,1-1 5 0 0,1 0 0 0 0,0 0 0 0 0,1-1 0 0 0,0-1 0 0 0,0 0 0 0 0,1 0 0 0 0,0 0 0 0 0,0-1 0 0 0,1-1 0 0 0,1 0 0 0 0,-1 0 0 0 0,1-1 0 0 0,22 8 1 0 0,-10-7-78 0 0,0-1 0 0 0,0-1 0 0 0,0-1 1 0 0,1-1-1 0 0,-1-1 0 0 0,37-2 1 0 0,-34-1-73 0 0,0-1 1 0 0,-1-2 0 0 0,37-8-1 0 0,-55 10 117 0 0,0 0 0 0 0,-1 0-1 0 0,1-1 1 0 0,0-1 0 0 0,-1 1 0 0 0,1-1-1 0 0,-1 0 1 0 0,0-1 0 0 0,-1 1-1 0 0,1-2 1 0 0,-1 1 0 0 0,0-1-1 0 0,0 1 1 0 0,-1-2 0 0 0,7-7 0 0 0,-10 11 35 0 0,-1 1 0 0 0,0 0 1 0 0,0-1-1 0 0,1 1 0 0 0,-2 0 1 0 0,1-1-1 0 0,0 1 0 0 0,0-1 1 0 0,-1 0-1 0 0,1 1 0 0 0,-1-1 0 0 0,0 1 1 0 0,0-1-1 0 0,0 0 0 0 0,0 1 1 0 0,0-1-1 0 0,-1 0 0 0 0,1 1 1 0 0,-1-1-1 0 0,1 1 0 0 0,-1-1 1 0 0,0 1-1 0 0,0-1 0 0 0,0 1 1 0 0,-1 0-1 0 0,1-1 0 0 0,-1 1 1 0 0,1 0-1 0 0,-1 0 0 0 0,1 0 1 0 0,-1 0-1 0 0,0 0 0 0 0,0 1 1 0 0,0-1-1 0 0,0 0 0 0 0,0 1 1 0 0,-1 0-1 0 0,1-1 0 0 0,0 1 1 0 0,-1 0-1 0 0,-3-1 0 0 0,-1-1 59 0 0,0 0 0 0 0,0 0 0 0 0,0 1 0 0 0,-1 0 0 0 0,1 0 0 0 0,-1 1 0 0 0,1 0 0 0 0,-1 0 0 0 0,0 1 0 0 0,1 0 0 0 0,-1 0-1 0 0,0 1 1 0 0,-10 2 0 0 0,11-1-17 0 0,0 1-1 0 0,0 0 1 0 0,0 0-1 0 0,0 1 1 0 0,0-1-1 0 0,-11 10 1 0 0,16-11-34 0 0,-1 1-1 0 0,1-1 1 0 0,-1 0-1 0 0,1 1 1 0 0,0-1 0 0 0,0 1-1 0 0,0 0 1 0 0,0 0 0 0 0,1-1-1 0 0,-1 1 1 0 0,1 0-1 0 0,-1 0 1 0 0,1 1 0 0 0,0-1-1 0 0,0 0 1 0 0,1 0 0 0 0,-1 1-1 0 0,0 3 1 0 0,2-4-6 0 0,0 1 0 0 0,-1-1 0 0 0,1 1 0 0 0,1-1 0 0 0,-1 1-1 0 0,0-1 1 0 0,1 0 0 0 0,0 0 0 0 0,-1 1 0 0 0,1-1 0 0 0,1-1 0 0 0,-1 1 0 0 0,0 0 0 0 0,1 0 0 0 0,-1-1 0 0 0,1 1 0 0 0,0-1 0 0 0,0 0 0 0 0,0 0 0 0 0,0 0 0 0 0,0 0 0 0 0,0-1 0 0 0,5 2 0 0 0,7 4 16 0 0,0 0 0 0 0,1-2 0 0 0,23 6 0 0 0,2-3-62 0 0,1-2 0 0 0,0-2 1 0 0,0-2-1 0 0,0-1 0 0 0,0-2 0 0 0,0-2 0 0 0,0-2 1 0 0,42-11-1 0 0,-64 11 28 0 0,0-1 1 0 0,-1-1-1 0 0,0-1 1 0 0,0 0 0 0 0,-1-2-1 0 0,0 0 1 0 0,21-16-1 0 0,-38 26 20 0 0,0-1 0 0 0,0 0 0 0 0,0 0-1 0 0,0 1 1 0 0,0-1 0 0 0,0 0 0 0 0,0 0-1 0 0,0 0 1 0 0,-1 0 0 0 0,1 0 0 0 0,0 0-1 0 0,-1 0 1 0 0,1 0 0 0 0,0-1 0 0 0,-1 1-1 0 0,0 0 1 0 0,1 0 0 0 0,-1 0 0 0 0,0-1-1 0 0,1 1 1 0 0,-1 0 0 0 0,0 0 0 0 0,0-1-1 0 0,0 1 1 0 0,0 0 0 0 0,0 0 0 0 0,0-1-1 0 0,-1 1 1 0 0,1 0 0 0 0,0 0 0 0 0,-1 0-1 0 0,1-1 1 0 0,-1 1 0 0 0,1 0 0 0 0,-1 0-1 0 0,1 0 1 0 0,-1 0 0 0 0,0 0 0 0 0,0 0-1 0 0,1 0 1 0 0,-1 0 0 0 0,-1-1 0 0 0,-1-1 27 0 0,0 0 0 0 0,0 1 1 0 0,0 0-1 0 0,-1-1 1 0 0,1 1-1 0 0,0 0 0 0 0,-1 1 1 0 0,1-1-1 0 0,-1 0 0 0 0,0 1 1 0 0,0 0-1 0 0,1 0 0 0 0,-7-1 1 0 0,3 2-7 0 0,0 1-1 0 0,0-1 1 0 0,0 1 0 0 0,1 0 0 0 0,-1 1-1 0 0,0 0 1 0 0,1 0 0 0 0,0 0 0 0 0,-11 6-1 0 0,12-6-18 0 0,1 0 1 0 0,0 1-1 0 0,0-1 0 0 0,0 1 0 0 0,0 0 0 0 0,0 0 0 0 0,1 0 0 0 0,-1 1 0 0 0,1-1 0 0 0,0 1 1 0 0,0 0-1 0 0,0 0 0 0 0,1 0 0 0 0,-1 0 0 0 0,-2 6 0 0 0,4-8-8 0 0,1-1 0 0 0,0 1 0 0 0,-1 0 1 0 0,1 0-1 0 0,0-1 0 0 0,0 1 0 0 0,0 0 0 0 0,0 0 0 0 0,0-1 0 0 0,0 1 0 0 0,0 0 0 0 0,0-1 0 0 0,1 1 0 0 0,-1 0 0 0 0,1 0 1 0 0,-1-1-1 0 0,1 1 0 0 0,0-1 0 0 0,0 1 0 0 0,0-1 0 0 0,0 1 0 0 0,0-1 0 0 0,0 1 0 0 0,0-1 0 0 0,0 0 0 0 0,0 0 0 0 0,1 1 0 0 0,-1-1 1 0 0,0 0-1 0 0,1 0 0 0 0,-1 0 0 0 0,1 0 0 0 0,-1-1 0 0 0,1 1 0 0 0,0 0 0 0 0,-1-1 0 0 0,1 1 0 0 0,0-1 0 0 0,-1 1 0 0 0,4-1 1 0 0,4 2-19 0 0,0 0 0 0 0,0-1 1 0 0,0 0-1 0 0,0-1 0 0 0,0 0 1 0 0,11-2-1 0 0,24-5-157 0 0,-38 5 153 0 0,0 0 0 0 0,0 1 0 0 0,0 0 0 0 0,0 0 0 0 0,0 1 0 0 0,1-1 0 0 0,-1 1 0 0 0,0 1 0 0 0,0-1 0 0 0,0 1 0 0 0,0 0 0 0 0,0 1-1 0 0,0-1 1 0 0,0 1 0 0 0,-1 0 0 0 0,10 5 0 0 0,-6-2 7 0 0,0-1 1 0 0,1 0-1 0 0,-1 0 0 0 0,1-1 0 0 0,0 0 1 0 0,0-1-1 0 0,0 0 0 0 0,0-1 0 0 0,18 0 1 0 0,-22-1 9 0 0,0 0 0 0 0,1-1 0 0 0,-1 0 0 0 0,0 0 0 0 0,0-1 0 0 0,0 0 0 0 0,0 0 0 0 0,-1 0 0 0 0,1-1 0 0 0,0 0 1 0 0,-1 0-1 0 0,0 0 0 0 0,1-1 0 0 0,-1 1 0 0 0,-1-1 0 0 0,9-9 0 0 0,26-26-27 0 0,-20 21 4 0 0,29-38 1 0 0,-34 42 60 0 0,1-5 14 0 0,-15 18-33 0 0,3 3-39 0 0,-2-1 23 0 0,0 1-1 0 0,0-1 1 0 0,1 1 0 0 0,-1 0 0 0 0,0-1 0 0 0,0 1 0 0 0,0 0-1 0 0,-1 0 1 0 0,1 0 0 0 0,0-1 0 0 0,-1 1 0 0 0,1 0 0 0 0,-1 0-1 0 0,1 0 1 0 0,-1 0 0 0 0,0 0 0 0 0,0 0 0 0 0,0 0 0 0 0,0 0-1 0 0,0 0 1 0 0,-1 0 0 0 0,1 0 0 0 0,-1 0 0 0 0,1 0 0 0 0,-2 3-1 0 0,1-1 2 0 0,-5 45 3 0 0,6-47 9 0 0,-1 4 3 0 0,1 0 0 0 0,1 1 0 0 0,-1-1 0 0 0,1 0 1 0 0,0 0-1 0 0,1 0 0 0 0,3 12 0 0 0,-5-16-11 0 0,3 0-7 0 0,24-13 51 0 0,102-50-42 0 0,-109 53-19 0 0,-13 5 1 0 0,-1 0-1 0 0,1 1 0 0 0,0 0 0 0 0,0 0 1 0 0,0 0-1 0 0,0 1 0 0 0,0 0 0 0 0,9 0 0 0 0,-12 2 6 0 0,0 0 0 0 0,0 1 0 0 0,0 0 0 0 0,0 0 0 0 0,0 0-1 0 0,0 0 1 0 0,-1 1 0 0 0,1-1 0 0 0,-1 1 0 0 0,1 0-1 0 0,-1 0 1 0 0,0 0 0 0 0,3 5 0 0 0,20 15 23 0 0,-19-19-19 0 0,0 0 0 0 0,1 0 0 0 0,-1-1 0 0 0,1 0-1 0 0,0-1 1 0 0,0 1 0 0 0,0-1 0 0 0,0-1 0 0 0,1 0-1 0 0,-1 0 1 0 0,0 0 0 0 0,1-1 0 0 0,-1 0 0 0 0,0-1-1 0 0,0 0 1 0 0,14-3 0 0 0,-5 0 262 0 0,0-1 0 0 0,1-1-1 0 0,-2 0 1 0 0,1-2 0 0 0,-1 1 0 0 0,28-20 0 0 0,-43 27 53 0 0,27-14 2395 0 0,-25 25-2765 0 0,-4 17-7748 0 0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7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1 231 12 0 0,'42'-228'13777'0'0,"-41"225"-13431"0"0,-13 16-3574 0 0,4 4-2373 0 0,4-6 2615 0 0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37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365 56 284 0 0,'2'12'2563'0'0,"-5"1"-1893"0"0,1 0 0 0 0,1 0 0 0 0,0 0 0 0 0,1 1 0 0 0,1 14 1 0 0,0 0 491 0 0,-1-28-1142 0 0,1 1 0 0 0,-1-1 0 0 0,0 0 1 0 0,1 1-1 0 0,-1-1 0 0 0,1 0 0 0 0,-1 0 0 0 0,1 0 0 0 0,-1 1 0 0 0,1-1 0 0 0,-1 0 0 0 0,1 0 0 0 0,-1 0 1 0 0,1 0-1 0 0,-1 0 0 0 0,1 0 0 0 0,-1 0 0 0 0,1 0 0 0 0,-1 0 0 0 0,1 0 0 0 0,-1 0 0 0 0,1 0 1 0 0,-1 0-1 0 0,0 0 0 0 0,1-1 0 0 0,-1 1 0 0 0,1 0 0 0 0,-1 0 0 0 0,1 0 0 0 0,-1-1 0 0 0,1 1 1 0 0,20-9 230 0 0,96-42 575 0 0,-109 50-795 0 0,0 0 1 0 0,1 1-1 0 0,-1-1 0 0 0,1 2 1 0 0,-1 0-1 0 0,1 0 0 0 0,-1 0 1 0 0,0 1-1 0 0,0 0 0 0 0,1 0 1 0 0,10 6-1 0 0,6 0 23 0 0,12 1 9 0 0,62 9 0 0 0,-87-17-49 0 0,0 0-1 0 0,0-1 0 0 0,0 0 1 0 0,1 0-1 0 0,-1-2 0 0 0,0 1 0 0 0,-1-2 1 0 0,1 0-1 0 0,17-6 0 0 0,-25 7 32 0 0,0 0-1 0 0,-1-1 0 0 0,1 0 1 0 0,0 0-1 0 0,-1 0 0 0 0,0 0 1 0 0,0 0-1 0 0,0-1 1 0 0,0 0-1 0 0,0 1 0 0 0,-1-1 1 0 0,1 0-1 0 0,-1 0 0 0 0,0-1 1 0 0,0 1-1 0 0,-1 0 0 0 0,1-1 1 0 0,-1 1-1 0 0,0-1 1 0 0,0 1-1 0 0,-1-1 0 0 0,1 1 1 0 0,-1-1-1 0 0,0 1 0 0 0,0-1 1 0 0,-1 0-1 0 0,1 1 1 0 0,-1-1-1 0 0,0 1 0 0 0,0-1 1 0 0,0 1-1 0 0,-1-1 0 0 0,0 1 1 0 0,0 0-1 0 0,0 0 0 0 0,-3-5 1 0 0,4 8-17 0 0,1 0 0 0 0,-1 0 0 0 0,0 0 0 0 0,0 0 0 0 0,0 1 0 0 0,0-1 0 0 0,0 0 0 0 0,0 0 0 0 0,0 1 0 0 0,0-1 0 0 0,-1 0 0 0 0,1 1 0 0 0,0-1 0 0 0,0 1 0 0 0,0 0 0 0 0,-1-1 0 0 0,1 1 0 0 0,0 0 0 0 0,0 0 0 0 0,-1-1 0 0 0,1 1 0 0 0,0 0 0 0 0,-1 1 0 0 0,1-1 0 0 0,0 0 0 0 0,0 0 0 0 0,-1 0 0 0 0,1 1 0 0 0,0-1 0 0 0,0 1 0 0 0,0-1 0 0 0,-1 1 0 0 0,1-1 0 0 0,0 1 0 0 0,0 0 0 0 0,0-1 1 0 0,-2 3-1 0 0,-2 0 70 0 0,0 1 1 0 0,0 0 0 0 0,0 0 0 0 0,1 1 0 0 0,-1-1 0 0 0,-3 7 0 0 0,-2 4 85 0 0,1 0 1 0 0,1 1-1 0 0,0 1 1 0 0,1-1-1 0 0,1 1 1 0 0,-4 17-1 0 0,-19 113 642 0 0,13-57-316 0 0,10-64-446 0 0,0 0-1 0 0,-2 0 1 0 0,0-1 0 0 0,-2 0-1 0 0,-1-1 1 0 0,-1 0 0 0 0,0-1-1 0 0,-2 0 1 0 0,-1-1 0 0 0,-1 0-1 0 0,-1-1 1 0 0,0-1-1 0 0,-2-1 1 0 0,0-1 0 0 0,-1 0-1 0 0,-1-2 1 0 0,-42 27 0 0 0,29-25-714 0 0,-1-1 0 0 0,-1-2 0 0 0,-1-1 1 0 0,-52 12-1 0 0,43-15-2849 0 0,-71 5 0 0 0,29-11-642 0 0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0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10 205 8017 0 0,'-9'1'30'0'0,"9"-1"-25"0"0,1 0 1 0 0,-1 0-1 0 0,0 0 1 0 0,0 0-1 0 0,0 0 1 0 0,0 0-1 0 0,0-1 1 0 0,0 1 0 0 0,0 0-1 0 0,0 0 1 0 0,0 0-1 0 0,0 0 1 0 0,0 0-1 0 0,0 0 1 0 0,0 0-1 0 0,0 0 1 0 0,0 0-1 0 0,0-1 1 0 0,0 1 0 0 0,0 0-1 0 0,0 0 1 0 0,0 0-1 0 0,0 0 1 0 0,0 0-1 0 0,0 0 1 0 0,0 0-1 0 0,0 0 1 0 0,0 0-1 0 0,0-1 1 0 0,0 1 0 0 0,0 0-1 0 0,-1 0 1 0 0,1 0-1 0 0,0 0 1 0 0,0 0-1 0 0,0 0 1 0 0,0 0-1 0 0,29-12 18 0 0,0 2-1 0 0,1 1 0 0 0,43-6 0 0 0,-38 8 25 0 0,0-1 0 0 0,59-23 0 0 0,-90 29-19 0 0,-2 1 2 0 0,0 1-1 0 0,0-1 1 0 0,0 0-1 0 0,0 0 1 0 0,0 0-1 0 0,0 0 1 0 0,0-1-1 0 0,0 1 1 0 0,-1 0 0 0 0,1-1-1 0 0,-1 1 1 0 0,1-1-1 0 0,-1 0 1 0 0,3-3-1 0 0,-3 4 158 0 0,-17-6-44 0 0,-9-1 75 0 0,19 8-161 0 0,1 0 0 0 0,-1 0 0 0 0,1 1 0 0 0,0 0 0 0 0,-1 0-1 0 0,1 0 1 0 0,0 0 0 0 0,-1 1 0 0 0,1 0 0 0 0,0 0 0 0 0,0 1 0 0 0,-7 4 0 0 0,11-7-51 0 0,1 1 1 0 0,-1 0-1 0 0,0 0 1 0 0,0 0 0 0 0,1-1-1 0 0,-1 1 1 0 0,0 0 0 0 0,1 0-1 0 0,-1 0 1 0 0,1 0-1 0 0,-1 0 1 0 0,1 0 0 0 0,0 0-1 0 0,-1 0 1 0 0,1 0 0 0 0,0 0-1 0 0,0 0 1 0 0,0 0-1 0 0,-1 0 1 0 0,1 0 0 0 0,0 1-1 0 0,0-1 1 0 0,1 0 0 0 0,-1 0-1 0 0,0 0 1 0 0,0 0-1 0 0,0 0 1 0 0,1 0 0 0 0,-1 0-1 0 0,1 0 1 0 0,-1 0 0 0 0,1 0-1 0 0,-1 0 1 0 0,1 0-1 0 0,-1 0 1 0 0,1-1 0 0 0,0 1-1 0 0,0 0 1 0 0,-1 0 0 0 0,1 0-1 0 0,0-1 1 0 0,2 2-1 0 0,37 25 81 0 0,-13-16-62 0 0,1-1-1 0 0,-1-2 1 0 0,2 0 0 0 0,-1-2 0 0 0,1-1-1 0 0,51 2 1 0 0,-13-6 33 0 0,121-14 0 0 0,-168 10-51 0 0,-1 0 0 0 0,0-1-1 0 0,33-12 1 0 0,-46 14-4 0 0,-1 0 1 0 0,0 0-1 0 0,0 0 0 0 0,0-1 0 0 0,0 0 1 0 0,-1 0-1 0 0,1 0 0 0 0,-1-1 0 0 0,1 1 1 0 0,-1-1-1 0 0,-1 0 0 0 0,1 0 0 0 0,0 0 1 0 0,-1-1-1 0 0,0 0 0 0 0,0 1 0 0 0,4-10 1 0 0,-6 12-2 0 0,-1-1 0 0 0,0 0 1 0 0,0 0-1 0 0,1 0 0 0 0,-2 0 0 0 0,1 0 1 0 0,0 0-1 0 0,-1 0 0 0 0,1 0 0 0 0,-1 1 1 0 0,0-1-1 0 0,0 0 0 0 0,0 0 1 0 0,0 1-1 0 0,0-1 0 0 0,-1 1 0 0 0,1-1 1 0 0,-1 1-1 0 0,1-1 0 0 0,-1 1 1 0 0,0 0-1 0 0,0 0 0 0 0,0 0 0 0 0,-1 0 1 0 0,1 0-1 0 0,-5-3 0 0 0,1 1 39 0 0,0 0 0 0 0,0 0 0 0 0,0 0-1 0 0,-1 1 1 0 0,0-1 0 0 0,0 2 0 0 0,0-1 0 0 0,0 1-1 0 0,-8-2 1 0 0,13 4-35 0 0,1 1 0 0 0,-1-1 0 0 0,1 1 0 0 0,-1-1 0 0 0,1 1 0 0 0,0-1 0 0 0,-1 1 0 0 0,1 0 1 0 0,0 0-1 0 0,-1-1 0 0 0,1 1 0 0 0,0 0 0 0 0,0 0 0 0 0,0 1 0 0 0,0-1 0 0 0,0 0 0 0 0,0 0 0 0 0,0 0 0 0 0,1 1 0 0 0,-1-1 0 0 0,0 0 0 0 0,0 1 0 0 0,1-1 0 0 0,-1 0 0 0 0,1 3 1 0 0,-13 35 55 0 0,-3 46 39 0 0,-7 109 1 0 0,-4 26 3 0 0,21-189-86 0 0,-35 158 68 0 0,35-169-74 0 0,-1 0 0 0 0,-1-1 0 0 0,-1 0 0 0 0,0 0 1 0 0,-1-1-1 0 0,-1-1 0 0 0,-16 20 0 0 0,23-32-2 0 0,0-1 1 0 0,-1 0 0 0 0,1 0-1 0 0,0 0 1 0 0,-1-1 0 0 0,0 1-1 0 0,0-1 1 0 0,0 0 0 0 0,-1-1-1 0 0,1 1 1 0 0,0-1-1 0 0,-1 0 1 0 0,0-1 0 0 0,1 1-1 0 0,-10 0 1 0 0,12-2-69 0 0,0 0 0 0 0,0 0 0 0 0,1 0 0 0 0,-1 0 0 0 0,0-1 0 0 0,0 1 0 0 0,0-1 0 0 0,1 1 0 0 0,-1-1-1 0 0,0 0 1 0 0,1-1 0 0 0,-1 1 0 0 0,1 0 0 0 0,-1-1 0 0 0,1 1 0 0 0,0-1 0 0 0,-1 0 0 0 0,1 1 0 0 0,0-1 0 0 0,0 0 0 0 0,0-1 0 0 0,1 1 0 0 0,-1 0 0 0 0,0 0 0 0 0,1-1 0 0 0,-1 1 0 0 0,1-1 0 0 0,0 0 0 0 0,0 1-1 0 0,0-1 1 0 0,0 0 0 0 0,1 1 0 0 0,-2-6 0 0 0,0 1-750 0 0,1 0-1 0 0,0 0 0 0 0,0-1 1 0 0,0 1-1 0 0,1 0 0 0 0,0-10 0 0 0,6-8-1888 0 0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1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32 127 196 0 0,'-16'-30'4801'0'0,"1"-40"484"0"0,15 68-4787 0 0,7-9-709 0 0,1 3-5870 0 0,-2 2 3557 0 0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1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0 688 0 0,'0'0'3780'0'0,"31"20"-4728"0"0,-29-16-520 0 0,5 6 336 0 0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2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319 185 32 0 0,'2'-13'3657'0'0,"-1"11"-3397"0"0,0 0 0 0 0,0-1 1 0 0,-1 1-1 0 0,1 0 0 0 0,-1-1 0 0 0,0 1 0 0 0,0-1 0 0 0,0 1 1 0 0,0 0-1 0 0,0-1 0 0 0,0 1 0 0 0,0-1 0 0 0,-1 1 1 0 0,1 0-1 0 0,-1-1 0 0 0,0 1 0 0 0,0 0 0 0 0,0 0 1 0 0,0 0-1 0 0,0-1 0 0 0,-2-1 0 0 0,1 2-175 0 0,0 1 0 0 0,0-1 0 0 0,0 1 0 0 0,-1 0 0 0 0,1 0 0 0 0,0 0 0 0 0,-1 0-1 0 0,1 0 1 0 0,-1 0 0 0 0,1 1 0 0 0,-1-1 0 0 0,1 1 0 0 0,-1-1 0 0 0,1 1 0 0 0,-1 0 0 0 0,0 0 0 0 0,1 0 0 0 0,-1 1 0 0 0,1-1-1 0 0,-4 2 1 0 0,-20 2 233 0 0,1 1 0 0 0,0 2-1 0 0,-39 14 1 0 0,55-17-264 0 0,0 0 0 0 0,0 0 0 0 0,1 1 0 0 0,0 0 0 0 0,0 0 1 0 0,0 1-1 0 0,1 0 0 0 0,0 1 0 0 0,0-1 0 0 0,0 1 0 0 0,1 1 0 0 0,0-1 0 0 0,-5 10 1 0 0,9-15-43 0 0,1 0 1 0 0,0 0-1 0 0,-1 1 1 0 0,1-1-1 0 0,0 1 1 0 0,1-1 0 0 0,-1 1-1 0 0,0 0 1 0 0,1-1-1 0 0,-1 1 1 0 0,1 0 0 0 0,0-1-1 0 0,0 1 1 0 0,0 0-1 0 0,0-1 1 0 0,1 1-1 0 0,-1 0 1 0 0,1-1 0 0 0,-1 1-1 0 0,1 0 1 0 0,0-1-1 0 0,2 3 1 0 0,-1-1 0 0 0,1 0 1 0 0,0 0-1 0 0,0-1 0 0 0,0 0 1 0 0,0 0-1 0 0,0 0 1 0 0,1 0-1 0 0,0 0 0 0 0,-1 0 1 0 0,1-1-1 0 0,0 0 1 0 0,5 2-1 0 0,6 2 3 0 0,0 0 0 0 0,0-2 0 0 0,0 0 0 0 0,1 0 0 0 0,-1-2 0 0 0,26 2 0 0 0,23-3-75 0 0,0-3 0 0 0,0-3-1 0 0,0-3 1 0 0,0-3 0 0 0,-2-2 0 0 0,119-42 0 0 0,-161 48 69 0 0,-12 5 17 0 0,-1-1 0 0 0,0 1 0 0 0,0-1 0 0 0,0 0-1 0 0,0-1 1 0 0,0 0 0 0 0,-1 0 0 0 0,12-9 0 0 0,-18 12 272 0 0,-3-1-239 0 0,-1 1-42 0 0,0 0-1 0 0,1 0 1 0 0,-1 0-1 0 0,0 1 1 0 0,0 0-1 0 0,1-1 1 0 0,-1 1 0 0 0,0 1-1 0 0,0-1 1 0 0,0 0-1 0 0,1 1 1 0 0,-1 0-1 0 0,0 0 1 0 0,1 0-1 0 0,-7 3 1 0 0,8-4-13 0 0,-38 18 89 0 0,38-17-64 0 0,2-1-26 0 0,0 0 0 0 0,0 0 0 0 0,-1 0 0 0 0,1 1 0 0 0,0-1 0 0 0,0 0 0 0 0,-1 0 0 0 0,1 0 0 0 0,0 1-1 0 0,0-1 1 0 0,0 0 0 0 0,0 1 0 0 0,-1-1 0 0 0,1 0 0 0 0,0 0 0 0 0,0 1 0 0 0,0-1 0 0 0,0 0 0 0 0,0 1 0 0 0,0-1 0 0 0,0 0 0 0 0,0 1 0 0 0,0-1 0 0 0,0 0 0 0 0,0 1 0 0 0,0-1 0 0 0,0 0 0 0 0,0 0 0 0 0,0 1 0 0 0,0-1 0 0 0,0 0 0 0 0,1 1 0 0 0,-1-1 0 0 0,0 0 0 0 0,0 0 0 0 0,0 1 0 0 0,1-1 0 0 0,61 4-49 0 0,-46-4-16 0 0,0 1 0 0 0,-1 0-1 0 0,18 4 1 0 0,19 8-185 0 0,-21-4-118 0 0,64 10-1 0 0,-88-18 332 0 0,0 0 0 0 0,1-1-1 0 0,-1 0 1 0 0,0 0 0 0 0,0 0 0 0 0,1-1-1 0 0,-1 0 1 0 0,0-1 0 0 0,0 0-1 0 0,0 0 1 0 0,0 0 0 0 0,0-1-1 0 0,-1 0 1 0 0,9-5 0 0 0,-9 3 23 0 0,0 0 0 0 0,0-1 0 0 0,-1 1 0 0 0,0-1 0 0 0,0 0 0 0 0,-1-1-1 0 0,1 1 1 0 0,-1-1 0 0 0,-1 0 0 0 0,1 0 0 0 0,-1 0 0 0 0,3-12 0 0 0,1-4 133 0 0,-2 1 0 0 0,-1 0 0 0 0,2-24 0 0 0,-3-23 1766 0 0,-3 67-1643 0 0,1-7 25 0 0,-2 6-119 0 0,-2 7 762 0 0,-2 13-836 0 0,0 0 1 0 0,2 0-1 0 0,-1 0 1 0 0,2 1-1 0 0,0 21 1 0 0,1 15 36 0 0,0 17-353 0 0,4-23-2928 0 0,7-31-4832 0 0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3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30 468 0 0,'0'0'6989'0'0,"2"-9"-6959"0"0,-2 2 2583 0 0,-2-7-1359 0 0,-5 45-560 0 0,7-29-684 0 0,0 0 4 0 0,1 9-6 0 0,-1-7-2 0 0,-1 3 4 0 0,1-5 176 0 0,0-1-669 0 0,0-1 197 0 0,0 1-1 0 0,0 0 1 0 0,0-1-1 0 0,0 1 1 0 0,-1 0-1 0 0,1 0 1 0 0,0-1-1 0 0,0 1 1 0 0,-1 0 0 0 0,1-1-1 0 0,0 1 1 0 0,-1-1-1 0 0,1 1 1 0 0,0 0-1 0 0,-1-1 1 0 0,1 1-1 0 0,-1-1 1 0 0,1 1-1 0 0,-1-1 1 0 0,1 1-1 0 0,-1-1 1 0 0,1 1-1 0 0,-1-1 1 0 0,0 0-1 0 0,1 1 1 0 0,-2-1-1 0 0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5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0 281 260 0 0,'1'-5'721'0'0,"12"-39"2127"0"0,6 13-770 0 0,-10 20-1592 0 0,-1 0 0 0 0,1-1 0 0 0,-2 0 0 0 0,0 0 0 0 0,8-20 0 0 0,-12 27-356 0 0,-1-1 0 0 0,-1 1-1 0 0,1-1 1 0 0,-1 0 0 0 0,0 1-1 0 0,0-1 1 0 0,0 0-1 0 0,-1 1 1 0 0,0-1 0 0 0,0 0-1 0 0,-1 0 1 0 0,1 1 0 0 0,-1-1-1 0 0,0 0 1 0 0,-4-9 0 0 0,4 13-30 0 0,1 0 32 0 0,0 1-124 0 0,0 1 0 0 0,0 0 0 0 0,0 0 0 0 0,0 0 1 0 0,0 0-1 0 0,0-1 0 0 0,0 1 0 0 0,0 0 0 0 0,0 0 0 0 0,0 0 0 0 0,0 0 0 0 0,0-1 0 0 0,0 1 0 0 0,0 0 0 0 0,0 0 0 0 0,0 0 0 0 0,0 0 0 0 0,0 0 0 0 0,0-1 0 0 0,0 1 0 0 0,0 0 0 0 0,0 0 0 0 0,0 0 0 0 0,0 0 0 0 0,0-1 0 0 0,0 1 0 0 0,-1 0 1 0 0,1 0-1 0 0,0 0 0 0 0,0 0 0 0 0,0 0 0 0 0,0 0 0 0 0,0 0 0 0 0,0-1 0 0 0,-1 1 0 0 0,1 0 0 0 0,0 0 0 0 0,0 0 0 0 0,0 0 0 0 0,0 0 0 0 0,0 0 0 0 0,-1 0 0 0 0,1 0 0 0 0,0 0 0 0 0,0 0 0 0 0,0 0 0 0 0,0 0 0 0 0,-1 0 0 0 0,1 0 0 0 0,0 0 0 0 0,0 0 1 0 0,0 0-1 0 0,0 0 0 0 0,-1 0 0 0 0,1 0 0 0 0,0 0 0 0 0,0 0 0 0 0,0 0 0 0 0,0 0 0 0 0,0 0 0 0 0,-1 0 0 0 0,1 1 0 0 0,0-1 0 0 0,-4 3 5 0 0,0 0-1 0 0,0 0 1 0 0,1 0-1 0 0,-1 1 1 0 0,1 0 0 0 0,0 0-1 0 0,0 0 1 0 0,0 0-1 0 0,1 0 1 0 0,-1 0 0 0 0,1 1-1 0 0,0-1 1 0 0,1 1-1 0 0,-1-1 1 0 0,1 1 0 0 0,-1 0-1 0 0,1 0 1 0 0,1 0-1 0 0,-1 0 1 0 0,1 0 0 0 0,0-1-1 0 0,0 1 1 0 0,0 0-1 0 0,1 0 1 0 0,-1 0 0 0 0,1 0-1 0 0,1 0 1 0 0,-1 0-1 0 0,0-1 1 0 0,1 1 0 0 0,0-1-1 0 0,0 1 1 0 0,4 4-1 0 0,-3-3 2 0 0,0 0-1 0 0,1 0 0 0 0,0 0 0 0 0,0 0 0 0 0,0 0 0 0 0,1-1 1 0 0,0 0-1 0 0,0 0 0 0 0,0-1 0 0 0,1 1 0 0 0,0-1 0 0 0,-1 0 0 0 0,1 0 1 0 0,1-1-1 0 0,-1 0 0 0 0,0 0 0 0 0,1 0 0 0 0,0-1 0 0 0,0 0 1 0 0,-1-1-1 0 0,1 1 0 0 0,0-1 0 0 0,14 0 0 0 0,-13-1-4 0 0,0-1 0 0 0,1-1 0 0 0,-1 0 0 0 0,0 0 1 0 0,0 0-1 0 0,0-1 0 0 0,0 0 0 0 0,-1-1 0 0 0,1 1 0 0 0,-1-1 0 0 0,9-7 0 0 0,2-4 10 0 0,-1 1 0 0 0,26-31 0 0 0,-27 27-13 0 0,1 1 0 0 0,30-25 0 0 0,-43 39-9 0 0,1 1 0 0 0,0-1 0 0 0,1 1 0 0 0,-1 0-1 0 0,0 0 1 0 0,1 0 0 0 0,-1 1 0 0 0,1 0 0 0 0,-1 0 0 0 0,1 0 0 0 0,0 0 0 0 0,0 1-1 0 0,-1 0 1 0 0,1 1 0 0 0,0-1 0 0 0,-1 1 0 0 0,1 0 0 0 0,-1 0 0 0 0,1 1-1 0 0,-1 0 1 0 0,1 0 0 0 0,-1 0 0 0 0,0 0 0 0 0,8 6 0 0 0,-7-5 6 0 0,1 1 1 0 0,-1 1-1 0 0,0-1 1 0 0,0 1-1 0 0,0 0 1 0 0,0 0 0 0 0,-1 1-1 0 0,0 0 1 0 0,0 0-1 0 0,-1 0 1 0 0,0 0-1 0 0,0 1 1 0 0,0 0-1 0 0,-1-1 1 0 0,0 1-1 0 0,0 1 1 0 0,3 11-1 0 0,-6-17 7 0 0,0 0-1 0 0,1 0 0 0 0,-1-1 0 0 0,0 1 0 0 0,0 0 0 0 0,0 0 0 0 0,-1 0 0 0 0,1 0 0 0 0,0 0 1 0 0,-1-1-1 0 0,1 1 0 0 0,-1 0 0 0 0,0 0 0 0 0,0 0 0 0 0,1-1 0 0 0,-1 1 0 0 0,0-1 1 0 0,0 1-1 0 0,0-1 0 0 0,-1 1 0 0 0,1-1 0 0 0,0 1 0 0 0,-1-1 0 0 0,1 0 0 0 0,-1 0 0 0 0,1 0 1 0 0,-1 0-1 0 0,1 0 0 0 0,-1 0 0 0 0,0 0 0 0 0,1 0 0 0 0,-1 0 0 0 0,0-1 0 0 0,0 1 0 0 0,0-1 1 0 0,-3 1-1 0 0,0 0-455 0 0,-1 0 0 0 0,0-1 0 0 0,0 1 0 0 0,0-1 1 0 0,0 0-1 0 0,0-1 0 0 0,0 1 0 0 0,1-1 0 0 0,-11-3 0 0 0,-1-3-2747 0 0,1-1 245 0 0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6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56 0 0,'0'0'924'0'0,"2"-19"656"0"0,2 9-64 0 0,2 3-1472 0 0,3 2-984 0 0,8 7-1412 0 0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6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1 450 776 0 0,'63'-29'2545'0'0,"3"1"-855"0"0,-2-3 1 0 0,0-3-1 0 0,97-70 1 0 0,-151 96-1462 0 0,-1 0 0 0 0,1-1 0 0 0,-1 0 0 0 0,-1 0 0 0 0,0-1 0 0 0,0 0 0 0 0,8-15 0 0 0,-14 22-193 0 0,-1 1 0 0 0,0-1 0 0 0,1 0 0 0 0,-1 0 0 0 0,-1 1 0 0 0,1-1 0 0 0,0 0 0 0 0,-1 0 0 0 0,1 0 0 0 0,-1 0 0 0 0,0 0 0 0 0,0 0 0 0 0,0 0 0 0 0,0 0 0 0 0,-1 0 0 0 0,1 1 0 0 0,-1-1 0 0 0,0 0 0 0 0,0 0 0 0 0,0 0 0 0 0,0 1 0 0 0,0-1 0 0 0,0 0 0 0 0,-1 1 0 0 0,1-1 0 0 0,-1 1 0 0 0,0 0 0 0 0,0-1 0 0 0,0 1 0 0 0,0 0 0 0 0,0 0 0 0 0,0 0 0 0 0,-1 0 0 0 0,1 1 0 0 0,-1-1 0 0 0,-3-1 0 0 0,-4-3 49 0 0,-1 0 1 0 0,1 0-1 0 0,-1 2 1 0 0,-22-8-1 0 0,28 11-67 0 0,0 0 0 0 0,0 0-1 0 0,0 0 1 0 0,-1 0 0 0 0,1 1 0 0 0,0 0-1 0 0,-1 0 1 0 0,1 0 0 0 0,0 1 0 0 0,0 0-1 0 0,0 0 1 0 0,-1 0 0 0 0,-4 2 0 0 0,9-2-14 0 0,0 0 0 0 0,0 1 1 0 0,0-1-1 0 0,0 0 1 0 0,0 1-1 0 0,0-1 0 0 0,1 0 1 0 0,-1 1-1 0 0,0-1 0 0 0,1 1 1 0 0,0-1-1 0 0,-1 1 1 0 0,1-1-1 0 0,0 1 0 0 0,0-1 1 0 0,-1 1-1 0 0,1-1 0 0 0,0 1 1 0 0,1-1-1 0 0,-1 1 1 0 0,0-1-1 0 0,0 1 0 0 0,1 2 1 0 0,9 37 45 0 0,1-8-33 0 0,-1-6 0 0 0,-1 1 0 0 0,6 38 1 0 0,-14-59-14 0 0,0 0 0 0 0,0 0 0 0 0,-1 0 0 0 0,1 0 0 0 0,-2 0 0 0 0,1 0 0 0 0,-1 0 0 0 0,0 0 0 0 0,-1 0 0 0 0,0 0 0 0 0,0 0 0 0 0,0 0 0 0 0,-1-1 0 0 0,-5 11 0 0 0,-2-3 38 0 0,8-18-29 0 0,11-17-39 0 0,-3 15 13 0 0,0 0 0 0 0,1 1 1 0 0,0 0-1 0 0,0 0 0 0 0,1 0 0 0 0,0 1 0 0 0,-1 0 1 0 0,13-4-1 0 0,8-5-43 0 0,15-6-32 0 0,0 1 1 0 0,1 3-1 0 0,53-12 1 0 0,-96 27 84 0 0,0-1 0 0 0,0 1 1 0 0,-1 0-1 0 0,1 0 0 0 0,0 0 1 0 0,0 0-1 0 0,0 0 1 0 0,0 0-1 0 0,0 0 0 0 0,0 0 1 0 0,0 0-1 0 0,-1 0 0 0 0,1 1 1 0 0,0-1-1 0 0,0 0 1 0 0,0 0-1 0 0,0 1 0 0 0,-1-1 1 0 0,1 1-1 0 0,0-1 0 0 0,0 1 1 0 0,-1-1-1 0 0,1 1 1 0 0,0-1-1 0 0,-1 1 0 0 0,1 0 1 0 0,0 0-1 0 0,10 29-37 0 0,-11-28 36 0 0,-12 40 2 0 0,-15 10-1429 0 0,4-26-5685 0 0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7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32 0 0,'5'-8'944'0'0,"-4"0"688"0"0,7-7-304 0 0,-2 4-284 0 0,0 4 293 0 0,6 29-4958 0 0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7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6 32 0 0,'0'0'501'0'0,"-8"52"2204"0"0,-3-27-1236 0 0,14-33-298 0 0,-1 3-1099 0 0,0 1 0 0 0,1 0 1 0 0,-1 0-1 0 0,1 0 1 0 0,0 0-1 0 0,0 1 1 0 0,0-1-1 0 0,0 1 1 0 0,5-5-1 0 0,0 3-16 0 0,0 1-1 0 0,0-1 1 0 0,1 2-1 0 0,-1-1 1 0 0,1 1 0 0 0,14-4-1 0 0,-19 7-47 0 0,0-1 0 0 0,0 1 0 0 0,1 0 0 0 0,-1 0 0 0 0,0 0 1 0 0,0 1-1 0 0,0 0 0 0 0,0-1 0 0 0,0 1 0 0 0,0 1 0 0 0,0-1 0 0 0,-1 0 0 0 0,1 1 0 0 0,0 0 0 0 0,-1 0 0 0 0,1 0 0 0 0,-1 0 0 0 0,4 3 0 0 0,-1-1 4 0 0,1 0 0 0 0,0 0 0 0 0,0-1 1 0 0,1-1-1 0 0,-1 1 0 0 0,0-1 0 0 0,1 0 0 0 0,0-1 1 0 0,7 1-1 0 0,68 2 82 0 0,-58-6 795 0 0,-1-1-1 0 0,46-12 1 0 0,-69 14-965 0 0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7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56 156 0 0,'0'0'732'0'0,"4"-14"632"0"0,-2 2-228 0 0,1 4 196 0 0,-2-3-724 0 0,1 1-3668 0 0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8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12 356 0 0,'10'-12'5126'0'0,"-11"25"-2056"0"0,-1-1-3601 0 0,0 8 878 0 0,-2-1 0 0 0,0 0 1 0 0,-10 26-1 0 0,8-28-169 0 0,0 1-1 0 0,2 0 1 0 0,-3 25-1 0 0,6-30-109 0 0,1-1 0 0 0,0 1 0 0 0,2-1 0 0 0,-1 1 0 0 0,1-1 0 0 0,1 1 0 0 0,0-1 0 0 0,1 0 0 0 0,0 0 0 0 0,1 0 0 0 0,1-1 0 0 0,6 12 0 0 0,-9-19-56 0 0,-1 1 0 0 0,1-1 0 0 0,0-1 0 0 0,0 1 0 0 0,0 0 0 0 0,0-1 0 0 0,1 1 0 0 0,-1-1 0 0 0,1 0 0 0 0,0 0-1 0 0,0-1 1 0 0,0 1 0 0 0,0-1 0 0 0,1 0 0 0 0,-1 0 0 0 0,1 0 0 0 0,-1-1 0 0 0,1 1 0 0 0,0-1 0 0 0,-1 0 0 0 0,1-1 0 0 0,0 1 0 0 0,0-1 0 0 0,-1 0 0 0 0,1 0 0 0 0,0 0 0 0 0,0-1 0 0 0,0 1 0 0 0,-1-1 0 0 0,1-1 0 0 0,0 1 0 0 0,-1 0-1 0 0,1-1 1 0 0,4-3 0 0 0,0 0 236 0 0,-1 0 0 0 0,0-1-1 0 0,-1 1 1 0 0,1-2-1 0 0,10-11 1 0 0,4-2 1950 0 0,-21 19-1400 0 0,1-2-574 0 0,2 0-2671 0 0,-4 6 1780 0 0,-2 8 678 0 0,4-3-6771 0 0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8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61 112 0 0,'13'-38'5420'0'0,"-12"36"-5195"0"0,1-1 0 0 0,-1 1 0 0 0,1 1 0 0 0,-1-1 0 0 0,1 0 0 0 0,-1 0 1 0 0,1 1-1 0 0,0-1 0 0 0,0 0 0 0 0,3-1 0 0 0,-4 3-366 0 0,0 0 1 0 0,0-1-1 0 0,0 1 0 0 0,0 0 0 0 0,0 0 1 0 0,0 0-1 0 0,0 0 0 0 0,0 0 0 0 0,0 1 1 0 0,0-1-1 0 0,-1 0 0 0 0,1 0 0 0 0,0 0 1 0 0,0 1-1 0 0,0-1 0 0 0,0 1 0 0 0,0-1 1 0 0,0 1-1 0 0,-1-1 0 0 0,1 1 0 0 0,0-1 1 0 0,0 1-1 0 0,-1-1 0 0 0,1 1 0 0 0,0 0 1 0 0,-1 0-1 0 0,1-1 0 0 0,-1 1 0 0 0,1 0 1 0 0,0 1-1 0 0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9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25 436 0 0,'0'0'2698'0'0,"0"-2"-2265"0"0,-1 0 0 0 0,0 0 0 0 0,0 0 0 0 0,-1 0 1 0 0,1 0-1 0 0,0 1 0 0 0,-1-1 0 0 0,1 0 1 0 0,-1 1-1 0 0,1-1 0 0 0,-1 1 0 0 0,-3-3 0 0 0,2 5-317 0 0,0 0-1 0 0,0 0 0 0 0,0 0 0 0 0,0 0 0 0 0,0 0 0 0 0,0 0 0 0 0,0 1 0 0 0,1 0 0 0 0,-1-1 0 0 0,0 1 0 0 0,1 0 1 0 0,-3 3-1 0 0,-9 19 957 0 0,13-15-763 0 0,2-3-270 0 0,-1-4 55 0 0,11 1 95 0 0,2 1-102 0 0,3-1 44 0 0,42-8-11 0 0,-53 5-115 0 0,137 7 125 0 0,-106-8-437 0 0,52-5 345 0 0,-33-5-6905 0 0,-44 6 3885 0 0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9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14 1068 0 0,'14'-14'8950'0'0,"-13"32"-8512"0"0,0-1 0 0 0,-1 1 1 0 0,-1 0-1 0 0,-3 17 0 0 0,-2 39 373 0 0,6-68-958 0 0,-5 94 1357 0 0,-7-52-2844 0 0,10-42 613 0 0,-1-1 1 0 0,1 0 0 0 0,-1 1-1 0 0,0-2 1 0 0,-1 1 0 0 0,-3 5-1 0 0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49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68 28 0 0,'0'0'852'0'0,"28"-19"2174"0"0,-7 12-2524 0 0,0 1 1 0 0,1 1-1 0 0,0 0 0 0 0,0 2 1 0 0,0 1-1 0 0,0 0 1 0 0,0 2-1 0 0,0 0 1 0 0,35 6-1 0 0,-55-5-474 0 0,0-1-1 0 0,0 1 0 0 0,0 0 1 0 0,0 0-1 0 0,-1 0 0 0 0,1 0 1 0 0,0 0-1 0 0,-1 1 0 0 0,1-1 1 0 0,-1 0-1 0 0,0 1 0 0 0,1-1 1 0 0,-1 1-1 0 0,0-1 0 0 0,0 1 1 0 0,0 0-1 0 0,0-1 1 0 0,0 1-1 0 0,0 0 0 0 0,0 0 1 0 0,-1 0-1 0 0,1 0 0 0 0,-1 0 1 0 0,1 3-1 0 0,0-2-13 0 0,-1-1-1 0 0,1 1 1 0 0,0-1-1 0 0,0 0 1 0 0,0 1-1 0 0,0-1 1 0 0,0 0-1 0 0,0 1 1 0 0,1-1-1 0 0,-1 0 1 0 0,1 0-1 0 0,-1 0 1 0 0,1 0-1 0 0,0 0 1 0 0,0-1-1 0 0,0 1 1 0 0,0-1-1 0 0,0 1 1 0 0,4 1-1 0 0,-2-1 98 0 0,0-1-1 0 0,0 0 1 0 0,1 0-1 0 0,-1 0 1 0 0,0 0-1 0 0,1-1 1 0 0,-1 0-1 0 0,0 0 1 0 0,1 0-1 0 0,-1 0 1 0 0,0-1-1 0 0,1 0 1 0 0,-1 0 0 0 0,0 0-1 0 0,0 0 1 0 0,0-1-1 0 0,0 1 1 0 0,0-1-1 0 0,0 0 1 0 0,0 0-1 0 0,0-1 1 0 0,-1 1-1 0 0,1-1 1 0 0,-1 0-1 0 0,0 0 1 0 0,0 0-1 0 0,0 0 1 0 0,0 0-1 0 0,0-1 1 0 0,-1 1-1 0 0,1-1 1 0 0,-1 0-1 0 0,0 1 1 0 0,0-1-1 0 0,-1 0 1 0 0,1-1-1 0 0,1-5 1 0 0,-3 9-99 0 0,0 0 0 0 0,1 0 0 0 0,-1 0 0 0 0,0 0-1 0 0,1 0 1 0 0,-1 0 0 0 0,0 0 0 0 0,0 0 0 0 0,0 0 0 0 0,0-1 0 0 0,0 1 0 0 0,0 0 0 0 0,0 0 0 0 0,0 0-1 0 0,-1 0 1 0 0,1 0 0 0 0,0 0 0 0 0,-1 0 0 0 0,1 0 0 0 0,-1 0 0 0 0,1 0 0 0 0,-1 0 0 0 0,1 0 0 0 0,-1 0-1 0 0,0 0 1 0 0,1 0 0 0 0,-1 0 0 0 0,0 0 0 0 0,0 1 0 0 0,0-1 0 0 0,0 0 0 0 0,0 1 0 0 0,0-1 0 0 0,-1 0-1 0 0,0 0-264 0 0,0 1-1 0 0,0 0 1 0 0,0-1-1 0 0,0 1 0 0 0,-1 0 1 0 0,1 0-1 0 0,0 1 1 0 0,0-1-1 0 0,0 0 1 0 0,0 1-1 0 0,-1-1 0 0 0,1 1 1 0 0,0 0-1 0 0,0-1 1 0 0,0 1-1 0 0,0 0 0 0 0,0 0 1 0 0,-2 2-1 0 0,-12 3-6796 0 0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50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10 640 0 0,'6'-9'6303'0'0,"-2"10"-2678"0"0,1 25-1695 0 0,-3 45-1918 0 0,-10-7 596 0 0,-28 107-1 0 0,29-140-491 0 0,-6 22 123 0 0,12-51-221 0 0,0 11 73 0 0,0-6-108 0 0,0-10-211 0 0,1-6 261 0 0,-6-45-736 0 0,6 51 671 0 0,-1 0-1 0 0,0 1 1 0 0,0-1 0 0 0,0 0 0 0 0,-1 1-1 0 0,1-1 1 0 0,-1 1 0 0 0,1-1-1 0 0,-1 1 1 0 0,0 0 0 0 0,0-1-1 0 0,0 1 1 0 0,0 0 0 0 0,0 0 0 0 0,0 1-1 0 0,0-1 1 0 0,-1 0 0 0 0,-3-1 0 0 0,-2 0 7 0 0,0 0 0 0 0,-1 0 0 0 0,1 1 1 0 0,-1 0-1 0 0,1 1 0 0 0,-1 0 0 0 0,0 0 1 0 0,1 1-1 0 0,-1 0 0 0 0,0 1 0 0 0,0 0 1 0 0,1 0-1 0 0,-1 0 0 0 0,1 1 0 0 0,-1 1 1 0 0,1 0-1 0 0,0 0 0 0 0,-11 5 0 0 0,17-6 39 0 0,-3 4-13 0 0,4-5-4 0 0,3 4 5 0 0,3 1-3 0 0,0-1 0 0 0,0 1 0 0 0,1-1 0 0 0,0 0 0 0 0,0 0 0 0 0,0-1 0 0 0,0 0 0 0 0,0 0 0 0 0,1 0 0 0 0,0-1 0 0 0,0 0 0 0 0,0 0 0 0 0,0-1 0 0 0,0 1 0 0 0,1-2 0 0 0,8 2 0 0 0,23 4-47 0 0,70 3 1 0 0,-99-10 35 0 0,30 0-27 0 0,0-1 1 0 0,-1-3-1 0 0,1-1 1 0 0,53-14-1 0 0,-43 9 35 0 0,-48 10 17 0 0,7-1-43 0 0,7 2 3 0 0,-7 5 28 0 0,1 0-1 0 0,0 0 1 0 0,1-1-1 0 0,-1 0 1 0 0,1 0-1 0 0,0-2 1 0 0,0 1-1 0 0,0-1 1 0 0,0-1 0 0 0,15 2-1 0 0,-22-3 16 0 0,0-1-1 0 0,0 1 1 0 0,0-1 0 0 0,0 0 0 0 0,0 0-1 0 0,1-1 1 0 0,-1 1 0 0 0,0-1-1 0 0,0 0 1 0 0,0 0 0 0 0,0 0-1 0 0,-1 0 1 0 0,1-1 0 0 0,0 0-1 0 0,0 1 1 0 0,-1-1 0 0 0,1-1 0 0 0,-1 1-1 0 0,0 0 1 0 0,0-1 0 0 0,1 0-1 0 0,-2 0 1 0 0,1 0 0 0 0,0 0-1 0 0,-1 0 1 0 0,1 0 0 0 0,-1-1-1 0 0,0 1 1 0 0,3-7 0 0 0,-5 8 10 0 0,1 0 0 0 0,-1 0 1 0 0,0 0-1 0 0,1 0 0 0 0,-1 0 0 0 0,0 0 0 0 0,0 0 1 0 0,-1 0-1 0 0,1 0 0 0 0,0 0 0 0 0,-1 0 1 0 0,1 0-1 0 0,-1 0 0 0 0,1 0 0 0 0,-1 0 1 0 0,0 0-1 0 0,0 0 0 0 0,0 1 0 0 0,0-1 1 0 0,0 0-1 0 0,-1 1 0 0 0,1-1 0 0 0,0 0 1 0 0,-1 1-1 0 0,1 0 0 0 0,-1-1 0 0 0,-2-1 0 0 0,-46-25 344 0 0,48 27-356 0 0,0 0 4 0 0,-1 1-700 0 0,-23 6 80 0 0,13 1-6588 0 0,9 0 4388 0 0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51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19 88 0 0,'-13'-8'2783'0'0,"7"5"-2495"0"0,-1 1 0 0 0,0 1-1 0 0,0-1 1 0 0,0 1 0 0 0,0 0 0 0 0,0 0-1 0 0,0 1 1 0 0,0 0 0 0 0,0 0 0 0 0,0 1 0 0 0,0 0-1 0 0,0 0 1 0 0,0 1 0 0 0,0 0 0 0 0,1 0 0 0 0,-1 0-1 0 0,0 1 1 0 0,1 0 0 0 0,0 0 0 0 0,0 1-1 0 0,0 0 1 0 0,0 0 0 0 0,0 0 0 0 0,-4 6 0 0 0,9-10-272 0 0,1 0 0 0 0,0 1-1 0 0,-1-1 1 0 0,1 1 0 0 0,0-1 0 0 0,-1 1 0 0 0,1-1 0 0 0,0 1 0 0 0,0-1 0 0 0,-1 1 0 0 0,1-1 0 0 0,0 1 0 0 0,0-1 0 0 0,0 1 0 0 0,0-1 0 0 0,0 1 0 0 0,0-1 0 0 0,0 1 0 0 0,0 0 0 0 0,0-1 0 0 0,0 1 0 0 0,0-1 0 0 0,0 1 0 0 0,0-1 0 0 0,0 1 0 0 0,0-1 0 0 0,1 1 0 0 0,-1-1 0 0 0,0 1-1 0 0,0-1 1 0 0,1 1 0 0 0,-1-1 0 0 0,0 1 0 0 0,1-1 0 0 0,-1 1 0 0 0,0-1 0 0 0,1 0 0 0 0,-1 1 0 0 0,1-1 0 0 0,-1 1 0 0 0,0-1 0 0 0,1 0 0 0 0,-1 0 0 0 0,1 1 0 0 0,-1-1 0 0 0,1 0 0 0 0,0 0 0 0 0,-1 0 0 0 0,1 1 0 0 0,-1-1 0 0 0,1 0 0 0 0,-1 0 0 0 0,1 0 0 0 0,-1 0 0 0 0,2 0 0 0 0,31 2 214 0 0,-13-6-181 0 0,0 1 0 0 0,1 0 1 0 0,0 2-1 0 0,-1 1 0 0 0,28 2 1 0 0,-41-1-46 0 0,0 1-1 0 0,-1-1 1 0 0,1 1 0 0 0,-1 0 0 0 0,0 1-1 0 0,1-1 1 0 0,-1 1 0 0 0,0 1 0 0 0,0-1-1 0 0,-1 1 1 0 0,1 0 0 0 0,-1 0-1 0 0,0 1 1 0 0,0-1 0 0 0,0 1 0 0 0,-1 0-1 0 0,1 1 1 0 0,-1-1 0 0 0,0 1 0 0 0,4 9-1 0 0,0 3 39 0 0,-1-1-1 0 0,-1 0 1 0 0,0 1-1 0 0,-1 0 0 0 0,-2 1 1 0 0,0-1-1 0 0,0 1 1 0 0,-2-1-1 0 0,0 1 0 0 0,-1 0 1 0 0,-1-1-1 0 0,-1 1 0 0 0,-1 0 1 0 0,-6 23-1 0 0,3-19 27 0 0,0-1-1 0 0,-2 0 0 0 0,-1-1 1 0 0,0 1-1 0 0,-2-2 0 0 0,0 1 1 0 0,-1-2-1 0 0,-1 0 0 0 0,-1 0 1 0 0,-1-1-1 0 0,-20 19 0 0 0,27-30 69 0 0,0 0 0 0 0,0-1-1 0 0,0 0 1 0 0,-1 0 0 0 0,0-1 0 0 0,-1 0-1 0 0,1 0 1 0 0,-1-1 0 0 0,1-1 0 0 0,-1 1-1 0 0,-16 2 1 0 0,25-6-96 0 0,0 0 0 0 0,0 1 0 0 0,0-1 0 0 0,0 0 0 0 0,0 0 1 0 0,0 0-1 0 0,-1 0 0 0 0,1 0 0 0 0,0 0 0 0 0,0 0 0 0 0,0 0 0 0 0,0 0 0 0 0,0 0 0 0 0,0 0 0 0 0,0-1 1 0 0,0 1-1 0 0,0 0 0 0 0,0-1 0 0 0,0 1 0 0 0,0-1 0 0 0,0 1 0 0 0,1-1 0 0 0,-1 0 0 0 0,0 1 0 0 0,0-1 0 0 0,0 0 1 0 0,1 0-1 0 0,-1 1 0 0 0,0-1 0 0 0,1 0 0 0 0,-1 0 0 0 0,1 0 0 0 0,-1 0 0 0 0,1 0 0 0 0,-1 0 0 0 0,1 0 0 0 0,-1 0 1 0 0,1 0-1 0 0,0 0 0 0 0,0 0 0 0 0,0 0 0 0 0,-1 0 0 0 0,1 0 0 0 0,0 0 0 0 0,0 0 0 0 0,1 0 0 0 0,-1 0 0 0 0,0 0 1 0 0,0 0-1 0 0,0 0 0 0 0,1 0 0 0 0,0-2 0 0 0,0-3 53 0 0,1 0 0 0 0,0 0 0 0 0,0 1 0 0 0,1-1 0 0 0,-1 0-1 0 0,1 1 1 0 0,5-6 0 0 0,3-1 8 0 0,0 0 1 0 0,1 1-1 0 0,0 0 0 0 0,1 1 0 0 0,0 1 0 0 0,15-9 0 0 0,91-43-8 0 0,-91 48-192 0 0,56-27-786 0 0,40-18-2336 0 0,-42 13-3184 0 0,-24 9 2084 0 0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2:58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37 200 0 0,'-7'-18'3288'0'0,"6"17"-3081"0"0,1-1 0 0 0,-1 1 0 0 0,0 0 0 0 0,0 0 0 0 0,0 0-1 0 0,0-1 1 0 0,0 1 0 0 0,-1 0 0 0 0,1 0 0 0 0,0 1-1 0 0,0-1 1 0 0,-1 0 0 0 0,-1-1 0 0 0,1 1 220 0 0,-55 0 2572 0 0,-13 18-404 0 0,68-16-1999 0 0,8 0-450 0 0,44 2 169 0 0,0-1 1 0 0,79-9 0 0 0,12 0 54 0 0,-124 10-121 0 0,-43 4-183 0 0,-54 6-37 0 0,22-6 5 0 0,33-3-2 0 0,0-1 0 0 0,0-1 0 0 0,-1-2 1 0 0,-46-4-1 0 0,72 4-33 0 0,0 0 0 0 0,0 0-1 0 0,0 0 1 0 0,0 0 0 0 0,0 0 0 0 0,0 0 0 0 0,0 0 0 0 0,0 0 0 0 0,0 0 0 0 0,1 0 0 0 0,-1 0 0 0 0,0 0-1 0 0,0 0 1 0 0,0 0 0 0 0,0 0 0 0 0,0 0 0 0 0,0 0 0 0 0,0 0 0 0 0,0-1 0 0 0,0 1 0 0 0,0 0 0 0 0,0 0 0 0 0,0 0-1 0 0,0 0 1 0 0,0 0 0 0 0,1 0 0 0 0,-1 0 0 0 0,0 0 0 0 0,0 0 0 0 0,0 0 0 0 0,0-1 0 0 0,0 1 0 0 0,0 0 0 0 0,0 0-1 0 0,0 0 1 0 0,0 0 0 0 0,0 0 0 0 0,0 0 0 0 0,0 0 0 0 0,0 0 0 0 0,0 0 0 0 0,0-1 0 0 0,0 1 0 0 0,0 0-1 0 0,0 0 1 0 0,-1 0 0 0 0,21-6-143 0 0,29-1-1404 0 0,2 7-5633 0 0,-33 0 3759 0 0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3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86 472 0 0,'-3'-15'2433'0'0,"-3"-34"1479"0"0,6 47-3500 0 0,-2-12 562 0 0,1 8-7 0 0,1 10 703 0 0,7 64-986 0 0,25 111 1 0 0,-26-151-581 0 0,8 31 233 0 0,-13-57-313 0 0,0 5 144 0 0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4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18 392 0 0,'24'-6'291'0'0,"0"2"0"0"0,0 1-1 0 0,0 0 1 0 0,0 2 0 0 0,0 1-1 0 0,1 1 1 0 0,-1 1 0 0 0,0 1 0 0 0,0 1-1 0 0,24 7 1 0 0,-32-6-184 0 0,0 0 1 0 0,0 1-1 0 0,0 0 0 0 0,-1 2 1 0 0,0 0-1 0 0,0 0 0 0 0,-1 1 1 0 0,0 1-1 0 0,-1 1 0 0 0,0 0 1 0 0,0 0-1 0 0,-1 1 0 0 0,-1 1 1 0 0,0 0-1 0 0,9 15 0 0 0,-16-22-63 0 0,-1 1 1 0 0,1-1-1 0 0,-2 1 0 0 0,1-1 1 0 0,-1 1-1 0 0,0 0 0 0 0,0 0 0 0 0,0 0 1 0 0,-1 0-1 0 0,-1 0 0 0 0,1 0 1 0 0,-1 1-1 0 0,0-1 0 0 0,-1 0 0 0 0,1 0 1 0 0,-1 0-1 0 0,-1 0 0 0 0,1 0 1 0 0,-1 0-1 0 0,-1 0 0 0 0,1 0 0 0 0,-1-1 1 0 0,-7 12-1 0 0,4-9 44 0 0,0 1 0 0 0,-1-1 0 0 0,-1-1 0 0 0,1 0 0 0 0,-1 0-1 0 0,-1 0 1 0 0,1-1 0 0 0,-1 0 0 0 0,-1 0 0 0 0,1-1 0 0 0,-1-1 0 0 0,0 0 0 0 0,0 0 0 0 0,-15 4 0 0 0,2-1 101 0 0,0-2 1 0 0,0 0-1 0 0,0-2 1 0 0,-1 0-1 0 0,1-2 1 0 0,-1 0-1 0 0,0-2 1 0 0,0-1-1 0 0,0 0 1 0 0,1-2-1 0 0,-46-11 1 0 0,59 12-270 0 0,-20-6 256 0 0,29 7-327 0 0,0 1 0 0 0,0 0 1 0 0,0 0-1 0 0,0-1 0 0 0,0 1 0 0 0,0-1 0 0 0,0 1 0 0 0,1 0 0 0 0,-1-1 1 0 0,0 0-1 0 0,0 1 0 0 0,1-1 0 0 0,-1 0 0 0 0,0 1 0 0 0,1-1 0 0 0,-1 0 1 0 0,0 1-1 0 0,1-1 0 0 0,-1 0 0 0 0,1 0 0 0 0,-1 0 0 0 0,1 0 0 0 0,-1-1 1 0 0,16-12-4541 0 0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4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1 808 0 0,'0'0'819'0'0,"16"3"2000"0"0,-12 3-2443 0 0,1 1-1 0 0,-1-1 1 0 0,0 1 0 0 0,0 0 0 0 0,-1 0-1 0 0,0 0 1 0 0,0 0 0 0 0,-1 1 0 0 0,0-1 0 0 0,2 11-1 0 0,-1 5 180 0 0,0-1-1 0 0,0 32 0 0 0,-10-29-717 0 0,3-14-6081 0 0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4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81 632 0 0,'5'-44'3806'0'0,"-5"42"-3685"0"0,0 1 0 0 0,0-1 0 0 0,0 0 0 0 0,0 1 0 0 0,0-1 0 0 0,1 1-1 0 0,-1-1 1 0 0,1 0 0 0 0,-1 1 0 0 0,1-1 0 0 0,0 1 0 0 0,-1 0 0 0 0,1-1-1 0 0,0 1 1 0 0,0-1 0 0 0,0 1 0 0 0,0 0 0 0 0,0 0 0 0 0,1 0 0 0 0,-1-1-1 0 0,0 1 1 0 0,0 0 0 0 0,1 1 0 0 0,1-3 0 0 0,-1 3-136 0 0,0 0-1 0 0,-1 0 1 0 0,1 0 0 0 0,0 0 0 0 0,-1 0 0 0 0,1 0-1 0 0,-1 1 1 0 0,1-1 0 0 0,0 0 0 0 0,-1 1 0 0 0,1-1-1 0 0,-1 1 1 0 0,1-1 0 0 0,-1 1 0 0 0,1 0 0 0 0,-1 0 0 0 0,0 0-1 0 0,1 0 1 0 0,-1 0 0 0 0,0 0 0 0 0,0 0 0 0 0,0 0-1 0 0,1 0 1 0 0,0 3 0 0 0,5 11-3477 0 0,-3-6 1472 0 0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5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20 644 0 0,'-26'-11'3379'0'0,"17"9"-3086"0"0,0 0 0 0 0,0 0 0 0 0,0 1 1 0 0,0 0-1 0 0,0 1 0 0 0,0 0 0 0 0,-1 0 0 0 0,1 1 0 0 0,0 0 0 0 0,0 1 1 0 0,0 0-1 0 0,0 0 0 0 0,0 1 0 0 0,-8 4 0 0 0,16-6-264 0 0,0 0 0 0 0,0 0 0 0 0,0 0-1 0 0,0 1 1 0 0,0-1 0 0 0,0 0 0 0 0,1 0 0 0 0,-1 1-1 0 0,1-1 1 0 0,-1 0 0 0 0,1 1 0 0 0,-1-1 0 0 0,1 1-1 0 0,0-1 1 0 0,-1 1 0 0 0,1-1 0 0 0,0 0 0 0 0,0 1 0 0 0,0-1-1 0 0,0 1 1 0 0,0-1 0 0 0,1 1 0 0 0,-1-1 0 0 0,0 1-1 0 0,1-1 1 0 0,-1 0 0 0 0,1 1 0 0 0,-1-1 0 0 0,1 0 0 0 0,1 3-1 0 0,24 36 327 0 0,-8-20-200 0 0,-7-8-55 0 0,0-1 0 0 0,-1 2 0 0 0,12 19 1 0 0,-21-31-96 0 0,-1 0 1 0 0,1 0 0 0 0,-1 0-1 0 0,1 0 1 0 0,-1 0 0 0 0,0 0-1 0 0,1 0 1 0 0,-1 0 0 0 0,0 0-1 0 0,0 0 1 0 0,1 0 0 0 0,-1 0-1 0 0,0 0 1 0 0,0 0 0 0 0,0 0-1 0 0,0 0 1 0 0,-1 0 0 0 0,1 0 0 0 0,0 0-1 0 0,0 0 1 0 0,-1 0 0 0 0,1 0-1 0 0,0 0 1 0 0,-1 0 0 0 0,1 0-1 0 0,-1 0 1 0 0,0 1 0 0 0,-1 0 2 0 0,0-1 1 0 0,0 1-1 0 0,0-1 1 0 0,0 0 0 0 0,0 1-1 0 0,0-1 1 0 0,0 0-1 0 0,0 0 1 0 0,0 0 0 0 0,-1-1-1 0 0,-2 2 1 0 0,-60 4 100 0 0,44-7-93 0 0,0-1 0 0 0,-39-9 0 0 0,30 5-888 0 0,28 6 288 0 0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5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0 282 364 0 0,'0'0'2675'0'0,"13"2"373"0"0,-10 1-2794 0 0,0 1-1 0 0,0 1 1 0 0,0-1-1 0 0,-1 0 1 0 0,0 1-1 0 0,0-1 1 0 0,0 1-1 0 0,-1-1 1 0 0,1 1-1 0 0,-1 0 1 0 0,0 0-1 0 0,0 8 1 0 0,0 21-5737 0 0</inkml:trace>
  <inkml:trace contextRef="#ctx0" brushRef="#br0" timeOffset="1">51 53 180 0 0,'0'0'860'0'0,"-5"-19"-100"0"0,4 10 604 0 0,-2-5 240 0 0,1 4-499 0 0,16 43-5826 0 0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6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98 572 0 0,'0'0'3065'0'0,"-20"27"-269"0"0,36-43-2441 0 0,1 1-1 0 0,0 1 1 0 0,2 0-1 0 0,-1 1 1 0 0,2 1-1 0 0,-1 1 1 0 0,37-15 0 0 0,-53 25-351 0 0,-1 1 1 0 0,1-1-1 0 0,-1 1 1 0 0,1-1-1 0 0,0 1 1 0 0,0 0-1 0 0,-1 0 1 0 0,1 0 0 0 0,0 0-1 0 0,-1 0 1 0 0,1 1-1 0 0,0-1 1 0 0,-1 1-1 0 0,1 0 1 0 0,0 0 0 0 0,-1 0-1 0 0,1 0 1 0 0,-1 0-1 0 0,0 0 1 0 0,1 1-1 0 0,-1-1 1 0 0,0 1-1 0 0,0 0 1 0 0,0-1 0 0 0,4 5-1 0 0,-3-2 9 0 0,1 1 0 0 0,-1 0 0 0 0,0 0 0 0 0,0 0 0 0 0,0 0 0 0 0,-1 0 0 0 0,1 0 0 0 0,-1 1 0 0 0,-1 0 0 0 0,1-1 0 0 0,1 9 0 0 0,-3-12 6 0 0,2 10 369 0 0,4-13-338 0 0,-1 0 0 0 0,1 0 0 0 0,0 0 0 0 0,-1 0 0 0 0,1-1 0 0 0,-1 0 0 0 0,1-1 0 0 0,-1 1 1 0 0,6-4-1 0 0,55-32 74 0 0,-59 33-110 0 0,-2 2-7 0 0,-1 2-4 0 0,20-1-2 0 0,-18 2-4 0 0,1 1 0 0 0,-1-1 0 0 0,0 1 0 0 0,0 0-1 0 0,0 0 1 0 0,0 0 0 0 0,0 1 0 0 0,-1 0 0 0 0,1 0 0 0 0,0 1 0 0 0,-1 0 0 0 0,0 0 0 0 0,7 4-1 0 0,26 14-7 0 0,-30-18-74 0 0,0 0 0 0 0,0-1 0 0 0,0 0 0 0 0,0 0 0 0 0,0-1 1 0 0,0 0-1 0 0,0 0 0 0 0,1-1 0 0 0,-1 0 0 0 0,0 0 0 0 0,0-1 1 0 0,1 0-1 0 0,-1 0 0 0 0,0-1 0 0 0,10-4 0 0 0,-16 6-774 0 0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6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50 132 0 0,'-2'-12'1876'0'0,"2"-4"-852"0"0,-2 6 196 0 0,-3-2-2224 0 0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7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0 832 0 0,'0'0'5650'0'0,"-1"8"-5233"0"0,-1 16-116 0 0,-4 20 503 0 0,1 1 0 0 0,5 84 0 0 0,0-117-839 0 0,1 0 1 0 0,1 0-1 0 0,0-1 1 0 0,1 1-1 0 0,0-1 1 0 0,1 1-1 0 0,0-1 1 0 0,0 0-1 0 0,1 0 1 0 0,1-1-1 0 0,0 0 1 0 0,1 0-1 0 0,-1 0 1 0 0,2-1-1 0 0,-1 0 1 0 0,15 13-1 0 0,-14-16-162 0 0,-1-1-1 0 0,1 0 1 0 0,1-1-1 0 0,-1 0 1 0 0,1 0-1 0 0,0-1 1 0 0,-1 0-1 0 0,1 0 1 0 0,1-1-1 0 0,-1 0 1 0 0,0-1-1 0 0,0 0 1 0 0,1 0-1 0 0,-1-1 1 0 0,1 0-1 0 0,11-3 1 0 0,2 0 107 0 0,-1-1 0 0 0,0-1 0 0 0,-1-2-1 0 0,1 0 1 0 0,31-15 0 0 0,-48 20 320 0 0,0 0-1 0 0,0 0 1 0 0,0-1-1 0 0,-1 1 1 0 0,1-1-1 0 0,0-1 1 0 0,-1 1-1 0 0,0 0 1 0 0,0-1-1 0 0,0 0 1 0 0,0 0 0 0 0,-1 0-1 0 0,1 0 1 0 0,4-10-1 0 0,-7 13 214 0 0,3-16 1460 0 0,-4 16-1867 0 0,-1 0 0 0 0,1 1 0 0 0,-1-1 0 0 0,1 0 0 0 0,-1 0 0 0 0,0 1 0 0 0,0-1 0 0 0,1 0 0 0 0,-1 1 0 0 0,0-1 0 0 0,0 1 0 0 0,0-1 0 0 0,1 1 0 0 0,-1-1 0 0 0,0 1 0 0 0,0-1 0 0 0,0 1 0 0 0,0 0 0 0 0,0 0 0 0 0,0 0 0 0 0,0-1 0 0 0,0 1 0 0 0,0 0 0 0 0,0 0 0 0 0,0 0 0 0 0,0 0 0 0 0,0 1 0 0 0,0-1 0 0 0,0 0 0 0 0,0 0 0 0 0,-1 1 0 0 0,-1 0-1 0 0,1 0 0 0 0,-1 0 0 0 0,1 1 0 0 0,-1-1 0 0 0,1 0 0 0 0,0 1 0 0 0,0 0 0 0 0,0-1 0 0 0,0 1 0 0 0,0 0 0 0 0,-2 3 0 0 0,3-4 11 0 0,1 0 29 0 0,-1 0-68 0 0,1 0 0 0 0,0 0 1 0 0,0-1-1 0 0,-1 1 1 0 0,1 0-1 0 0,0-1 0 0 0,0 1 1 0 0,0 0-1 0 0,0 0 0 0 0,0-1 1 0 0,0 1-1 0 0,0 0 0 0 0,0 0 1 0 0,0 0-1 0 0,0-1 0 0 0,1 1 1 0 0,-1 0-1 0 0,0-1 1 0 0,0 1-1 0 0,1 0 0 0 0,-1 0 1 0 0,0-1-1 0 0,1 1 0 0 0,-1-1 1 0 0,1 1-1 0 0,-1 0 0 0 0,1-1 1 0 0,-1 1-1 0 0,1-1 0 0 0,-1 1 1 0 0,1-1-1 0 0,0 1 0 0 0,-1-1 1 0 0,1 0-1 0 0,0 1 1 0 0,-1-1-1 0 0,1 0 0 0 0,0 1 1 0 0,-1-1-1 0 0,1 0 0 0 0,0 0 1 0 0,0 0-1 0 0,-1 1 0 0 0,1-1 1 0 0,0 0-1 0 0,0 0 0 0 0,-1 0 1 0 0,1 0-1 0 0,1-1 1 0 0,64-3-40 0 0,-64 4 8 0 0,14 31-69 0 0,-16-29 95 0 0,0 1 0 0 0,1-1 0 0 0,0 0 0 0 0,-1 0 0 0 0,1 1-1 0 0,0-1 1 0 0,0 0 0 0 0,0 0 0 0 0,0 0 0 0 0,1 0 0 0 0,-1 0 0 0 0,1 0 0 0 0,-1-1 0 0 0,1 1 0 0 0,0 0-1 0 0,-1-1 1 0 0,1 1 0 0 0,0-1 0 0 0,0 1 0 0 0,0-1 0 0 0,0 0 0 0 0,0 0 0 0 0,0 0 0 0 0,1 0 0 0 0,-1 0-1 0 0,0-1 1 0 0,0 1 0 0 0,1-1 0 0 0,-1 1 0 0 0,0-1 0 0 0,1 0 0 0 0,-1 0 0 0 0,0 0 0 0 0,1 0 0 0 0,2-1 0 0 0,45-5 5 0 0,-1-3 1 0 0,48-15 0 0 0,-77 19-5 0 0,-11 1-3 0 0,27 1-26 0 0,-34 3-5 0 0,1 0 0 0 0,0 1 1 0 0,0 0-1 0 0,0-1 1 0 0,0 1-1 0 0,-1 0 1 0 0,1 0-1 0 0,0 1 1 0 0,-1-1-1 0 0,1 0 1 0 0,-1 1-1 0 0,1 0 1 0 0,-1 0-1 0 0,0-1 1 0 0,0 1-1 0 0,3 4 0 0 0,23 15-6888 0 0,-19-18 3849 0 0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9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99 124 0 0,'2'-3'395'0'0,"0"-1"1"0"0,1 1-1 0 0,-1-1 1 0 0,1 1-1 0 0,0 0 0 0 0,0 0 1 0 0,0 0-1 0 0,0 0 0 0 0,0 1 1 0 0,1-1-1 0 0,-1 1 1 0 0,1 0-1 0 0,-1 0 0 0 0,6-2 1 0 0,-8 4-297 0 0,0-1 1 0 0,0 1 0 0 0,1 0 0 0 0,-1 0 0 0 0,0 0 0 0 0,0 0-1 0 0,1 0 1 0 0,-1 0 0 0 0,0 0 0 0 0,1 0 0 0 0,-1 0-1 0 0,0 1 1 0 0,0-1 0 0 0,0 1 0 0 0,1-1 0 0 0,-1 1-1 0 0,0-1 1 0 0,0 1 0 0 0,2 0 0 0 0,-1 1-63 0 0,-1 0 1 0 0,1 0-1 0 0,0 0 1 0 0,0 0-1 0 0,-1 1 0 0 0,1-1 1 0 0,-1 0-1 0 0,0 1 1 0 0,0-1-1 0 0,0 1 1 0 0,0-1-1 0 0,1 5 0 0 0,2 6 137 0 0,-1-1-1 0 0,-1 1 0 0 0,0 0 0 0 0,-1 0 1 0 0,0 15-1 0 0,-1-23-104 0 0,0 0 0 0 0,-1 1 0 0 0,1-1-1 0 0,-1 0 1 0 0,0 0 0 0 0,-1 0 0 0 0,1 0 0 0 0,-1 0 0 0 0,0 0 0 0 0,0-1 0 0 0,-1 1 0 0 0,1 0 0 0 0,-1-1 0 0 0,0 0 0 0 0,-5 6 0 0 0,8-10-57 0 0,-1 0 1 0 0,1 1-1 0 0,-1-1 1 0 0,1 0-1 0 0,-1 0 1 0 0,1 1-1 0 0,-1-1 1 0 0,1 0-1 0 0,-1 0 1 0 0,0 0-1 0 0,1 0 1 0 0,-1 0-1 0 0,1 0 1 0 0,-1 0-1 0 0,0 0 1 0 0,1 0-1 0 0,-1 0 1 0 0,1 0-1 0 0,-1 0 1 0 0,1 0-1 0 0,-1 0 1 0 0,0 0-1 0 0,1-1 1 0 0,-1 1-1 0 0,1 0 1 0 0,-1 0-1 0 0,1-1 1 0 0,-1 1-1 0 0,1 0 1 0 0,-1-1-1 0 0,1 1 1 0 0,-1-1-1 0 0,1 1 1 0 0,0-1-1 0 0,-1 1 1 0 0,1 0-1 0 0,0-1 1 0 0,-1 0-1 0 0,0 0 4 0 0,0 0 0 0 0,1 0-1 0 0,-1-1 1 0 0,0 1 0 0 0,1 0-1 0 0,-1 0 1 0 0,1 0-1 0 0,-1 0 1 0 0,1-1 0 0 0,-1 1-1 0 0,1 0 1 0 0,0 0 0 0 0,0-1-1 0 0,0 1 1 0 0,0 0 0 0 0,0 0-1 0 0,0-1 1 0 0,0 1-1 0 0,0 0 1 0 0,1-2 0 0 0,6-14 12 0 0,2 0 1 0 0,0 1-1 0 0,1 1 1 0 0,0-1-1 0 0,1 2 1 0 0,1-1-1 0 0,0 1 1 0 0,1 1 0 0 0,1 1-1 0 0,0 0 1 0 0,0 0-1 0 0,1 1 1 0 0,1 1-1 0 0,23-11 1 0 0,-38 20-29 0 0,1 0 0 0 0,0-1 0 0 0,0 1 0 0 0,0 1 0 0 0,0-1 0 0 0,0 0 0 0 0,0 0 0 0 0,0 1 0 0 0,0-1 0 0 0,0 1 0 0 0,0 0 0 0 0,0-1 0 0 0,0 1 0 0 0,1 0 0 0 0,-1 0 1 0 0,0 1-1 0 0,0-1 0 0 0,0 0 0 0 0,0 1 0 0 0,0-1 0 0 0,0 1 0 0 0,0 0 0 0 0,0-1 0 0 0,0 1 0 0 0,0 0 0 0 0,0 0 0 0 0,0 0 0 0 0,-1 1 0 0 0,1-1 0 0 0,0 0 0 0 0,-1 1 0 0 0,1-1 0 0 0,-1 1 0 0 0,1-1 0 0 0,-1 1 0 0 0,0 0 0 0 0,0 0 1 0 0,0-1-1 0 0,0 1 0 0 0,0 0 0 0 0,0 0 0 0 0,1 4 0 0 0,2 7 0 0 0,-1 0 0 0 0,0 0 1 0 0,-1 0-1 0 0,0 1 0 0 0,-1-1 0 0 0,-1 16 1 0 0,3-7 13 0 0,5-18 22 0 0,17-28 51 0 0,-5 1-56 0 0,31-14-39 0 0,-47 34 3 0 0,1 0 1 0 0,0 0 0 0 0,-1 0-1 0 0,1 1 1 0 0,1 0 0 0 0,-1 0-1 0 0,0 0 1 0 0,0 1 0 0 0,11-2-1 0 0,-15 3-1 0 0,31 6-22 0 0,-14 6 25 0 0,1-1-1 0 0,0-1 1 0 0,1 0-1 0 0,0-1 1 0 0,1-2-1 0 0,-1 0 0 0 0,1-1 1 0 0,0-1-1 0 0,33 3 1 0 0,-36-6 0 0 0,-1-2 1 0 0,1 0 0 0 0,0 0 0 0 0,-1-2 0 0 0,1 0 0 0 0,-1-2-1 0 0,1 1 1 0 0,-1-2 0 0 0,0 0 0 0 0,-1-2 0 0 0,1 1 0 0 0,20-14-1 0 0,-32 18 6 0 0,-1-2 0 0 0,1 1 0 0 0,-1 0 0 0 0,0-1 0 0 0,0 0 0 0 0,0 0 0 0 0,-1 0 0 0 0,0 0 0 0 0,0-1-1 0 0,0 1 1 0 0,0-1 0 0 0,0 0 0 0 0,1-5 0 0 0,-3 9 46 0 0,-8-6 38 0 0,6 6-76 0 0,1 0 0 0 0,0 1 0 0 0,0-1 0 0 0,-1 0 0 0 0,1 0-1 0 0,-1 1 1 0 0,1-1 0 0 0,-1 1 0 0 0,1-1 0 0 0,-1 0 0 0 0,1 1-1 0 0,-1-1 1 0 0,1 1 0 0 0,-1-1 0 0 0,0 1 0 0 0,1 0 0 0 0,-1-1-1 0 0,0 1 1 0 0,1-1 0 0 0,-1 1 0 0 0,0 0 0 0 0,0 0 0 0 0,1-1-1 0 0,-1 1 1 0 0,0 0 0 0 0,0 0 0 0 0,1 0 0 0 0,-1 0 0 0 0,-1 0-1 0 0,0 0 2 0 0,0 0-1 0 0,0 1 0 0 0,0-1 0 0 0,0 0 0 0 0,-1 1 0 0 0,1 0 1 0 0,0-1-1 0 0,0 1 0 0 0,0 0 0 0 0,1 0 0 0 0,-1 0 0 0 0,0 0 1 0 0,0 0-1 0 0,0 1 0 0 0,1-1 0 0 0,-1 1 0 0 0,1-1 0 0 0,-1 1 1 0 0,1-1-1 0 0,0 1 0 0 0,-1 0 0 0 0,1-1 0 0 0,0 1 0 0 0,0 0 1 0 0,0 0-1 0 0,0 0 0 0 0,1 0 0 0 0,-1 0 0 0 0,0 0 0 0 0,1 0 1 0 0,0 0-1 0 0,-1 0 0 0 0,1 1 0 0 0,0-1 0 0 0,0 0 0 0 0,0 0 1 0 0,0 0-1 0 0,1 0 0 0 0,-1 0 0 0 0,0 0 0 0 0,1 0 0 0 0,0 1 1 0 0,-1-1-1 0 0,1 0 0 0 0,0-1 0 0 0,0 1 0 0 0,0 0 0 0 0,0 0 1 0 0,0 0-1 0 0,1-1 0 0 0,-1 1 0 0 0,0 0 0 0 0,1-1 0 0 0,-1 1 1 0 0,1-1-1 0 0,0 0 0 0 0,0 1 0 0 0,3 1 0 0 0,5 5-76 0 0,1-1-1 0 0,1 0 0 0 0,-1 0 1 0 0,1-1-1 0 0,1 0 1 0 0,-1-1-1 0 0,1-1 1 0 0,-1 0-1 0 0,1 0 0 0 0,20 2 1 0 0,-5-2-138 0 0,0-1 1 0 0,0-1 0 0 0,0-1-1 0 0,1-2 1 0 0,-1-1 0 0 0,0-1-1 0 0,0-1 1 0 0,-1-1 0 0 0,1-2-1 0 0,-1-1 1 0 0,0 0 0 0 0,-1-3-1 0 0,32-16 1 0 0,-52 24 330 0 0,-1 0 1 0 0,0-1-1 0 0,0 0 1 0 0,-1 1-1 0 0,1-2 1 0 0,-1 1-1 0 0,0 0 1 0 0,0-1-1 0 0,0 0 1 0 0,-1 0-1 0 0,1 0 1 0 0,-1 0-1 0 0,4-10 1 0 0,-7 14 420 0 0,-13-5-289 0 0,12 5-240 0 0,0 1 0 0 0,0-1 0 0 0,0 0 0 0 0,-1 0 0 0 0,1 1 0 0 0,0-1 1 0 0,-1 1-1 0 0,1-1 0 0 0,0 1 0 0 0,-1-1 0 0 0,1 1 0 0 0,-1 0 0 0 0,1 0 0 0 0,0-1 0 0 0,-1 1 0 0 0,1 0 0 0 0,-1 1 0 0 0,-2-1 0 0 0,-2 1 19 0 0,-1 0 18 0 0,-1 0 0 0 0,1 1 0 0 0,0-1 0 0 0,0 1 0 0 0,0 1 0 0 0,0 0 0 0 0,0 0 0 0 0,1 0 0 0 0,-1 0 1 0 0,-7 7-1 0 0,13-9-23 0 0,1 1-26 0 0,1-1 0 0 0,-1 1-1 0 0,1-1 1 0 0,0 1 0 0 0,-1-1-1 0 0,1 1 1 0 0,0-1 0 0 0,0 1-1 0 0,0-1 1 0 0,0 0 0 0 0,1 1 0 0 0,-1-1-1 0 0,0 0 1 0 0,0 0 0 0 0,1 0-1 0 0,-1 0 1 0 0,1 0 0 0 0,-1 0-1 0 0,1 0 1 0 0,-1-1 0 0 0,1 1-1 0 0,-1-1 1 0 0,1 1 0 0 0,0-1 0 0 0,-1 1-1 0 0,1-1 1 0 0,0 0 0 0 0,-1 0-1 0 0,1 0 1 0 0,2 0 0 0 0,8 3 1 0 0,-9-1-12 0 0,4 4 30 0 0,0-1-62 0 0,0 0 0 0 0,0 0-1 0 0,1 0 1 0 0,0-1-1 0 0,-1-1 1 0 0,2 1 0 0 0,-1-1-1 0 0,0-1 1 0 0,1 1 0 0 0,12 0-1 0 0,-14-1-5 0 0,-1-2 15 0 0,1 0 0 0 0,-1-1 0 0 0,1 0 0 0 0,-1 0 0 0 0,0 0 0 0 0,1-1 0 0 0,-1 0 0 0 0,0 0-1 0 0,0-1 1 0 0,0 0 0 0 0,6-4 0 0 0,9-2-9 0 0,-8 3 16 0 0,0 0 0 0 0,0-1 0 0 0,-1 0 0 0 0,0-1 0 0 0,0 0 0 0 0,-1-1 0 0 0,20-20-1 0 0,-9 1 87 0 0,-22 27-48 0 0,0 0-1 0 0,1 0 0 0 0,-1 0 0 0 0,1 0 1 0 0,0 0-1 0 0,-1 1 0 0 0,1-1 0 0 0,0 0 1 0 0,-1 0-1 0 0,1 0 0 0 0,0 1 0 0 0,0-1 1 0 0,0 0-1 0 0,0 1 0 0 0,0-1 0 0 0,-1 1 1 0 0,1-1-1 0 0,0 1 0 0 0,0 0 0 0 0,2-1 1 0 0,-2 2-19 0 0,0 0 0 0 0,1 0 1 0 0,-1 0-1 0 0,0 0 1 0 0,0 0-1 0 0,0 1 1 0 0,0-1-1 0 0,0 0 1 0 0,0 1-1 0 0,0-1 1 0 0,-1 1-1 0 0,1-1 0 0 0,-1 1 1 0 0,1-1-1 0 0,-1 1 1 0 0,1-1-1 0 0,-1 1 1 0 0,0 0-1 0 0,1-1 1 0 0,-1 1-1 0 0,0-1 0 0 0,0 1 1 0 0,0 0-1 0 0,-1 1 1 0 0,6 23 28 0 0,-3-23-38 0 0,0 4 19 0 0,1-1 0 0 0,0 0 0 0 0,0 0 0 0 0,0 0 0 0 0,1-1 0 0 0,0 1 0 0 0,7 7 0 0 0,-10-13 7 0 0,4 1-4 0 0,-1 0 0 0 0,1 0 0 0 0,0 0 0 0 0,-1-1 0 0 0,1 1 0 0 0,8-2 1 0 0,1-4-7 0 0,0-1 1 0 0,0 0 0 0 0,0-1 0 0 0,14-9 0 0 0,40-22-13 0 0,-66 38-7 0 0,20-2-3 0 0,-21 2 12 0 0,1-1 1 0 0,0 1-1 0 0,0 0 0 0 0,0 0 1 0 0,0 0-1 0 0,0 0 1 0 0,0 1-1 0 0,-1-1 0 0 0,1 0 1 0 0,0 1-1 0 0,0-1 0 0 0,0 1 1 0 0,2 1-1 0 0,0-1-3 0 0,28 14-37 0 0,-28-12 46 0 0,1-1 0 0 0,-1 1 1 0 0,1-1-1 0 0,0 0 0 0 0,0-1 0 0 0,0 1 0 0 0,0-1 1 0 0,0 0-1 0 0,8 1 0 0 0,-3-2 409 0 0,14-3-6165 0 0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9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0 127 188 0 0,'3'-15'1603'0'0,"1"0"0"0"0,1-1 0 0 0,0 2 0 0 0,1-1 0 0 0,1 1 0 0 0,8-16 0 0 0,-13 28-1298 0 0,4-4 11 0 0,2 31-10178 0 0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09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26 836 0 0,'13'-6'1205'0'0,"0"2"0"0"0,1-1 0 0 0,-1 2 0 0 0,25-4 0 0 0,-37 7-1139 0 0,1 0 0 0 0,-1 0-1 0 0,1 0 1 0 0,-1 0 0 0 0,1 1 0 0 0,-1-1-1 0 0,1 0 1 0 0,-1 1 0 0 0,1-1 0 0 0,-1 1-1 0 0,1-1 1 0 0,-1 1 0 0 0,0 0-1 0 0,1 0 1 0 0,-1 0 0 0 0,0-1 0 0 0,1 1-1 0 0,-1 0 1 0 0,0 1 0 0 0,0-1-1 0 0,0 0 1 0 0,0 0 0 0 0,0 0 0 0 0,0 1-1 0 0,-1-1 1 0 0,1 0 0 0 0,0 1 0 0 0,-1-1-1 0 0,1 1 1 0 0,-1-1 0 0 0,1 1-1 0 0,-1-1 1 0 0,1 1 0 0 0,-1-1 0 0 0,0 1-1 0 0,0-1 1 0 0,0 3 0 0 0,1 4 108 0 0,-1-1 0 0 0,0 1 1 0 0,-1-1-1 0 0,1 1 0 0 0,-1-1 1 0 0,-3 9-1 0 0,-45 133 931 0 0,-125 262-1 0 0,160-381-1537 0 0,-28 46-5659 0 0,30-50 2569 0 0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3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1 156 0 0,'-48'22'5463'0'0,"47"-18"-5290"0"0,0-1-1 0 0,0 1 0 0 0,1-1 1 0 0,-1 1-1 0 0,1-1 0 0 0,0 1 1 0 0,0-1-1 0 0,0 1 0 0 0,1-1 1 0 0,-1 1-1 0 0,1-1 1 0 0,0 1-1 0 0,0-1 0 0 0,0 1 1 0 0,0-1-1 0 0,1 0 0 0 0,-1 0 1 0 0,5 6-1 0 0,-4-6-185 0 0,0 0 1 0 0,0-1-1 0 0,0 1 0 0 0,0-1 1 0 0,1 0-1 0 0,-1 0 0 0 0,1 1 1 0 0,0-2-1 0 0,-1 1 0 0 0,5 2 1 0 0,-5-3-324 0 0,1 0 0 0 0,0 0-1 0 0,-1 0 1 0 0,1 0 0 0 0,0-1 0 0 0,0 1 0 0 0,0-1 0 0 0,0 0 0 0 0,-1 0 0 0 0,1 0-1 0 0,0 0 1 0 0,0 0 0 0 0,4-1 0 0 0,6-2-1941 0 0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4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80 912 0 0,'-2'-10'504'0'0,"0"2"877"0"0,0-1 0 0 0,1 0 1 0 0,0 1-1 0 0,1-1 1 0 0,0-16-1 0 0,0 23-705 0 0,3 7-1512 0 0,9 21-259 0 0,-7-9-2930 0 0,-3-7 1537 0 0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4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10 712 0 0,'0'0'9207'0'0,"4"-2"-9848"0"0,-1 0 246 0 0,5-2 361 0 0,2 3-4515 0 0,1 1 2129 0 0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4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0 131 60 0 0,'0'0'4533'0'0,"5"-3"-3986"0"0,12-6-152 0 0,0 1 1 0 0,1 0 0 0 0,0 2 0 0 0,24-7-1 0 0,-25 9-136 0 0,0 0-1 0 0,-1-2 0 0 0,0 0 1 0 0,-1-1-1 0 0,1 0 0 0 0,-1-1 1 0 0,18-14-1 0 0,-32 22-223 0 0,-1 0 1 0 0,1-1-1 0 0,0 1 1 0 0,-1-1-1 0 0,1 1 1 0 0,0 0-1 0 0,-1-1 1 0 0,1 1-1 0 0,-1-1 1 0 0,1 1-1 0 0,-1-1 1 0 0,1 0-1 0 0,-1 1 1 0 0,0-1-1 0 0,1 1 1 0 0,-1-1-1 0 0,0 0 1 0 0,1 1-1 0 0,-1-1 1 0 0,0 0-1 0 0,0 1 1 0 0,0-1-1 0 0,1 0 1 0 0,-1 0 0 0 0,0 1-1 0 0,0-2 1 0 0,-17-1 570 0 0,-26 11-61 0 0,41-7-530 0 0,0-1 0 0 0,1 1 1 0 0,-1-1-1 0 0,0 1 0 0 0,1 0 0 0 0,-1 0 1 0 0,1 0-1 0 0,-1-1 0 0 0,0 1 0 0 0,1 1 1 0 0,0-1-1 0 0,-1 0 0 0 0,1 0 0 0 0,0 1 0 0 0,0-1 1 0 0,0 0-1 0 0,-1 1 0 0 0,1-1 0 0 0,1 1 1 0 0,-1-1-1 0 0,0 1 0 0 0,0 0 0 0 0,1-1 0 0 0,-1 1 1 0 0,1 0-1 0 0,-1 0 0 0 0,1-1 0 0 0,0 1 1 0 0,-1 0-1 0 0,1 0 0 0 0,0 0 0 0 0,0-1 1 0 0,1 1-1 0 0,-1 0 0 0 0,0 0 0 0 0,0 0 0 0 0,1-1 1 0 0,-1 1-1 0 0,1 0 0 0 0,0-1 0 0 0,-1 1 1 0 0,1 0-1 0 0,0-1 0 0 0,0 1 0 0 0,0-1 0 0 0,0 1 1 0 0,0-1-1 0 0,2 2 0 0 0,2 4-399 0 0,1-1-1 0 0,0 0 0 0 0,0 0 1 0 0,1 0-1 0 0,-1-1 0 0 0,1 0 1 0 0,1 0-1 0 0,13 7 0 0 0,5-3-2863 0 0,1-2 249 0 0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6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315 87 528 0 0,'12'-12'2116'0'0,"-9"8"-1578"0"0,-1 0-1 0 0,1 0 1 0 0,-1-1-1 0 0,1 1 1 0 0,-1-1-1 0 0,-1 1 1 0 0,3-8-1 0 0,-4 11-92 0 0,0 0-393 0 0,0 0 0 0 0,-1 0 0 0 0,1 0 0 0 0,-1 0 0 0 0,1 0 0 0 0,-1 0 1 0 0,1 1-1 0 0,-1-1 0 0 0,0 0 0 0 0,1 0 0 0 0,-1 1 0 0 0,0-1 0 0 0,0 0 0 0 0,1 1 1 0 0,-1-1-1 0 0,0 1 0 0 0,0-1 0 0 0,0 1 0 0 0,0-1 0 0 0,0 1 0 0 0,0 0 0 0 0,0-1 1 0 0,0 1-1 0 0,-1 0 0 0 0,-28-12 586 0 0,19 11-476 0 0,0-1-1 0 0,0 2 1 0 0,0 0-1 0 0,0 0 1 0 0,0 1-1 0 0,-1 0 0 0 0,-15 5 1 0 0,-75 25 662 0 0,96-29-772 0 0,1 0 0 0 0,-1 0 0 0 0,0 1 0 0 0,1 0 0 0 0,0 0 0 0 0,0 0 0 0 0,0 0 0 0 0,0 1 0 0 0,0 0 0 0 0,0 0 0 0 0,1 0 0 0 0,0 1 0 0 0,0-1 0 0 0,0 1 0 0 0,1 0 0 0 0,-1 0 0 0 0,1 0 0 0 0,-2 7 0 0 0,4-10-41 0 0,1 1-1 0 0,0-1 1 0 0,0 0-1 0 0,0 0 0 0 0,0 1 1 0 0,0-1-1 0 0,0 0 0 0 0,1 1 1 0 0,-1-1-1 0 0,1 0 1 0 0,-1 0-1 0 0,1 0 0 0 0,0 0 1 0 0,0 1-1 0 0,0-1 0 0 0,0 0 1 0 0,0 0-1 0 0,1-1 1 0 0,-1 1-1 0 0,1 0 0 0 0,-1 0 1 0 0,1-1-1 0 0,-1 1 0 0 0,1-1 1 0 0,0 1-1 0 0,0-1 1 0 0,0 0-1 0 0,0 0 0 0 0,0 0 1 0 0,0 0-1 0 0,0 0 0 0 0,0 0 1 0 0,3 0-1 0 0,6 4 21 0 0,-1-2 0 0 0,1 1 0 0 0,0-2-1 0 0,23 4 1 0 0,-19-5-12 0 0,0-1 0 0 0,0 0 0 0 0,0-1-1 0 0,0 0 1 0 0,0-2 0 0 0,0 1 0 0 0,25-10 0 0 0,-7 0 7 0 0,-1-2 0 0 0,43-25 0 0 0,-74 38-45 0 0,4 3 12 0 0,-1 0 1 0 0,0 1 0 0 0,1 0 0 0 0,-1 0 0 0 0,0 0 0 0 0,-1 0 0 0 0,1 1 0 0 0,-1-1 0 0 0,1 1 0 0 0,4 7 0 0 0,24 22 19 0 0,-25-28-33 0 0,0 0-1 0 0,1 0 1 0 0,-1-1 0 0 0,1 0-1 0 0,0 0 1 0 0,-1-1 0 0 0,2 0-1 0 0,-1-1 1 0 0,0 1-1 0 0,1-2 1 0 0,13 3 0 0 0,-16-5-1 0 0,1 1 0 0 0,-1-1 0 0 0,0 0 0 0 0,0 0 0 0 0,0 0 1 0 0,0-1-1 0 0,0 0 0 0 0,0 0 0 0 0,0-1 0 0 0,0 0 0 0 0,-1 0 1 0 0,1 0-1 0 0,-1 0 0 0 0,0-1 0 0 0,0 0 0 0 0,5-5 0 0 0,40-49-125 0 0,-21 21 66 0 0,-29 37 62 0 0,2-2-3 0 0,-2 2 18 0 0,0-1 0 0 0,0 1 0 0 0,0 0 0 0 0,0 0 0 0 0,0 0 0 0 0,0 0 1 0 0,0-1-1 0 0,0 1 0 0 0,1 0 0 0 0,-1 0 0 0 0,0 0 0 0 0,0 0 0 0 0,0-1 0 0 0,0 1 1 0 0,0 0-1 0 0,0 0 0 0 0,0 0 0 0 0,0 0 0 0 0,1 0 0 0 0,-1 0 0 0 0,0-1 0 0 0,0 1 0 0 0,0 0 1 0 0,0 0-1 0 0,0 0 0 0 0,1 0 0 0 0,-1 0 0 0 0,0 0 0 0 0,0 0 0 0 0,0 0 0 0 0,0 0 1 0 0,1 0-1 0 0,-1 0 0 0 0,0 0 0 0 0,0 0 0 0 0,0 0 0 0 0,0 0 0 0 0,1 0 0 0 0,-1 0 0 0 0,0 0 1 0 0,0 0-1 0 0,0 0 0 0 0,0 0 0 0 0,1 0 0 0 0,-1 0 0 0 0,0 0 0 0 0,0 0 0 0 0,0 0 1 0 0,0 0-1 0 0,1 1 0 0 0,1 13 5 0 0,0 1 0 0 0,-1 0 0 0 0,-1 0 0 0 0,0-1 0 0 0,-1 1 0 0 0,-1 0 0 0 0,-5 26 0 0 0,5-35 27 0 0,1 1 0 0 0,0-1 0 0 0,0 0 0 0 0,0 1 0 0 0,1-1 0 0 0,0 0 0 0 0,2 11 0 0 0,55-67 40 0 0,-44 37-68 0 0,2 0-1 0 0,-1 1 1 0 0,1 0-1 0 0,19-10 1 0 0,-29 20-13 0 0,0-1 1 0 0,1 1 0 0 0,-1 0-1 0 0,1 1 1 0 0,-1-1 0 0 0,1 1-1 0 0,0 0 1 0 0,0 0 0 0 0,6 1-1 0 0,-10 0 11 0 0,9 11-22 0 0,-1 1 3 0 0,8 24 0 0 0,-1-6 20 0 0,-7-11 21 0 0,-9-17-10 0 0,50 8 45 0 0,-2-11-3124 0 0,-41-1 572 0 0,-3 0 1306 0 0,-1 0 301 0 0,5-3-1740 0 0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7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18 107 304 0 0,'0'0'1961'0'0,"7"-35"3869"0"0,-7 26-5391 0 0,-1 6-267 0 0,1 1 1 0 0,0-1-1 0 0,0 1 1 0 0,0-1-1 0 0,0 0 1 0 0,0 1-1 0 0,1-1 1 0 0,-1 1-1 0 0,1-1 1 0 0,0 0-1 0 0,0 1 1 0 0,1-4-1 0 0,-1 4 4 0 0,12-22 1148 0 0,-15 50-1175 0 0,-1 0-1 0 0,-8 35 0 0 0,4-31 69 0 0,-5 62-1 0 0,8-24-45 0 0,2-47-118 0 0,0 1 1 0 0,1 0 0 0 0,1-1 0 0 0,2 1 0 0 0,0 0-1 0 0,7 28 1 0 0,-9-46-46 0 0,1-1 0 0 0,0 0 0 0 0,1 0 0 0 0,-1 0 0 0 0,1 0 0 0 0,-1 0 0 0 0,1 0 0 0 0,0 0 0 0 0,0-1 1 0 0,0 1-1 0 0,0 0 0 0 0,1-1 0 0 0,-1 0 0 0 0,1 0 0 0 0,-1 1 0 0 0,1-1 0 0 0,0-1 0 0 0,0 1 0 0 0,0 0 0 0 0,5 1 0 0 0,-3-1-1 0 0,1-1 0 0 0,0 0-1 0 0,-1 0 1 0 0,1-1 0 0 0,0 0 0 0 0,-1 0 0 0 0,1 0 0 0 0,0-1 0 0 0,-1 1 0 0 0,1-1 0 0 0,7-3 0 0 0,3-1 5 0 0,-1 0 1 0 0,0-2 0 0 0,0 0 0 0 0,-1 0 0 0 0,1-1 0 0 0,-2-1-1 0 0,23-18 1 0 0,8-14 13 0 0,-43 40-2 0 0,3-5-22 0 0,-4 6-9 0 0,0 0 0 0 0,0 0 0 0 0,0 1 1 0 0,0-1-1 0 0,0 0 0 0 0,0 0 0 0 0,0 0 1 0 0,0 0-1 0 0,0 0 0 0 0,0 0 0 0 0,0 0 1 0 0,0 0-1 0 0,0 0 0 0 0,1 0 0 0 0,-1 0 1 0 0,0 0-1 0 0,0 0 0 0 0,0 0 1 0 0,0 0-1 0 0,0 1 0 0 0,0-1 0 0 0,0 0 1 0 0,0 0-1 0 0,0 0 0 0 0,0 0 0 0 0,0 0 1 0 0,-2 7 4 0 0,-1 1 0 0 0,1 0 0 0 0,1-1 1 0 0,-1 1-1 0 0,1 0 0 0 0,1 0 0 0 0,-1 0 1 0 0,1 0-1 0 0,3 15 0 0 0,-2-20 5 0 0,0 0 0 0 0,1 0 0 0 0,-1 0 0 0 0,1-1-1 0 0,0 1 1 0 0,0 0 0 0 0,0-1 0 0 0,1 1 0 0 0,-1-1 0 0 0,0 1 0 0 0,1-1-1 0 0,0 0 1 0 0,-1 0 0 0 0,1 0 0 0 0,0-1 0 0 0,0 1 0 0 0,0-1-1 0 0,0 1 1 0 0,0-1 0 0 0,0 0 0 0 0,1 0 0 0 0,-1 0 0 0 0,0-1-1 0 0,1 1 1 0 0,-1-1 0 0 0,0 0 0 0 0,1 0 0 0 0,-1 0 0 0 0,0 0 0 0 0,1-1-1 0 0,-1 1 1 0 0,0-1 0 0 0,1 0 0 0 0,-1 0 0 0 0,0 0 0 0 0,0 0-1 0 0,0 0 1 0 0,0-1 0 0 0,0 0 0 0 0,0 1 0 0 0,5-5 0 0 0,-3 1-6 0 0,-1-3 6 0 0,-3 7-12 0 0,-1 1 1 0 0,0-1-1 0 0,1 0 1 0 0,-1 1 0 0 0,0-1-1 0 0,0 1 1 0 0,0-1 0 0 0,1 0-1 0 0,-1 1 1 0 0,0-1-1 0 0,0 0 1 0 0,0 1 0 0 0,0-1-1 0 0,0 0 1 0 0,0 1-1 0 0,0-1 1 0 0,0 0 0 0 0,0 1-1 0 0,-1-1 1 0 0,1 0-1 0 0,0 1 1 0 0,0-1 0 0 0,0 1-1 0 0,-1-1 1 0 0,1 0 0 0 0,0 1-1 0 0,-1-1 1 0 0,1 1-1 0 0,-1-1 1 0 0,1 1 0 0 0,0-1-1 0 0,-1 1 1 0 0,1-1-1 0 0,-1 1 1 0 0,0 0 0 0 0,1-1-1 0 0,-1 1 1 0 0,1 0-1 0 0,-1-1 1 0 0,0 1 0 0 0,-32-6-2664 0 0,16 5-3029 0 0,4-2 2715 0 0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7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88 0 0,'12'-6'636'0'0,"1"5"-84"0"0,6-3-40 0 0,-2 4-48 0 0,8 0-40 0 0,2 0-176 0 0,-2 0-220 0 0,3 2-232 0 0,-3 0-256 0 0,2 1-496 0 0,-1-1 220 0 0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8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44 548 0 0,'0'0'731'0'0,"0"-14"2078"0"0,1 11-2567 0 0,1 1 1 0 0,-1-1-1 0 0,1 1 0 0 0,0 0 1 0 0,0 0-1 0 0,0-1 1 0 0,0 1-1 0 0,1 0 0 0 0,-1 1 1 0 0,0-1-1 0 0,6-2 1 0 0,-7 3 9 0 0,30 0 898 0 0,-28 4-1115 0 0,0-1-1 0 0,0 0 1 0 0,0 1-1 0 0,-1 0 0 0 0,0 0 1 0 0,1-1-1 0 0,-1 1 0 0 0,0 1 1 0 0,0-1-1 0 0,-1 0 1 0 0,1 0-1 0 0,-1 1 0 0 0,0-1 1 0 0,1 1-1 0 0,-1-1 0 0 0,-1 1 1 0 0,1 0-1 0 0,0 4 1 0 0,-1 3 14 0 0,0 0 1 0 0,-1-1-1 0 0,0 1 1 0 0,-1 0 0 0 0,-3 12-1 0 0,4-21-18 0 0,2 16 1736 0 0,9-32-1694 0 0,1 1 1 0 0,1 0-1 0 0,22-18 0 0 0,-27 24-60 0 0,0 2 1 0 0,1-1 0 0 0,-1 1 0 0 0,1 0-1 0 0,1 1 1 0 0,-1-1 0 0 0,1 2 0 0 0,17-6-1 0 0,-25 9-13 0 0,0 0-1 0 0,1 0 0 0 0,-1 0 1 0 0,0 0-1 0 0,1 1 0 0 0,-1-1 0 0 0,1 1 1 0 0,-1-1-1 0 0,0 1 0 0 0,0-1 1 0 0,1 1-1 0 0,-1 0 0 0 0,0-1 1 0 0,0 1-1 0 0,0 0 0 0 0,0 0 0 0 0,0 0 1 0 0,0 0-1 0 0,0 0 0 0 0,0 0 1 0 0,1 1-1 0 0,22 33 15 0 0,-8-11 1 0 0,-9-18-9 0 0,0 0 0 0 0,0 0-1 0 0,1 0 1 0 0,0-1 0 0 0,-1 0-1 0 0,2 0 1 0 0,8 3 0 0 0,-15-6-5 0 0,1-2 1 0 0,-1 1-1 0 0,0 0 0 0 0,0 0 1 0 0,1-1-1 0 0,-1 1 1 0 0,0-1-1 0 0,1 0 0 0 0,-1 0 1 0 0,1 1-1 0 0,-1-2 1 0 0,1 1-1 0 0,-1 0 0 0 0,0 0 1 0 0,1-1-1 0 0,-1 1 1 0 0,0-1-1 0 0,1 0 0 0 0,-1 0 1 0 0,0 0-1 0 0,0 0 1 0 0,0 0-1 0 0,0 0 0 0 0,0-1 1 0 0,0 1-1 0 0,0-1 0 0 0,0 1 1 0 0,0-1-1 0 0,-1 0 1 0 0,4-3-1 0 0,59-63 27 0 0,-39 33-80 0 0,-14 23 166 0 0,-11 20 406 0 0,0-6-518 0 0,0-1 1 0 0,0 0-1 0 0,0 1 1 0 0,0-1-1 0 0,0 1 0 0 0,0-1 1 0 0,0 1-1 0 0,1-1 0 0 0,-1 1 1 0 0,1-1-1 0 0,-1 0 0 0 0,1 1 1 0 0,-1-1-1 0 0,1 0 0 0 0,0 1 1 0 0,-1-1-1 0 0,1 0 0 0 0,0 0 1 0 0,0 0-1 0 0,0 0 0 0 0,0 0 1 0 0,0 0-1 0 0,0 0 0 0 0,0 0 1 0 0,1 0-1 0 0,-1 0 1 0 0,1 0-1 0 0,30 17 45 0 0,-24-15-40 0 0,-1-1-1 0 0,0 0 0 0 0,0 0 0 0 0,1-1 0 0 0,-1 1 1 0 0,1-2-1 0 0,-1 1 0 0 0,1-1 0 0 0,0 0 0 0 0,-1-1 0 0 0,1 0 1 0 0,-1 0-1 0 0,1-1 0 0 0,-1 0 0 0 0,0 0 0 0 0,0 0 0 0 0,0-1 1 0 0,0 0-1 0 0,0-1 0 0 0,0 1 0 0 0,-1-1 0 0 0,9-7 0 0 0,6-4 3 0 0,-12 15-52 0 0,-13 39-6 0 0,1-26 73 0 0,-18 81-3 0 0,-41 117 0 0 0,43-161-9 0 0,-2-2 0 0 0,-1 0-1 0 0,-59 88 1 0 0,79-132-10 0 0,-28 35 21 0 0,28-37-18 0 0,0 0 0 0 0,0 0 0 0 0,1 0 0 0 0,-1-1 0 0 0,-1 1-1 0 0,1 0 1 0 0,0-1 0 0 0,0 0 0 0 0,0 1 0 0 0,-1-1 0 0 0,1 0 0 0 0,-1 0 0 0 0,1 0-1 0 0,-1 0 1 0 0,-3 0 0 0 0,5-1 5 0 0,-1-1-1 0 0,1 1 1 0 0,0 0 0 0 0,0-1-1 0 0,-1 1 1 0 0,1-1-1 0 0,0 1 1 0 0,0-1 0 0 0,0 0-1 0 0,0 1 1 0 0,0-1-1 0 0,0 0 1 0 0,0 0 0 0 0,0 0-1 0 0,0 0 1 0 0,0 0-1 0 0,0 0 1 0 0,1 0 0 0 0,-1 0-1 0 0,0 0 1 0 0,1 0-1 0 0,-1 0 1 0 0,1 0 0 0 0,-1 0-1 0 0,1-1 1 0 0,0 1-1 0 0,-1 0 1 0 0,1 0 0 0 0,0-1-1 0 0,0 1 1 0 0,0 0-1 0 0,0 0 1 0 0,0-1 0 0 0,0 1-1 0 0,0 0 1 0 0,0-1-1 0 0,0 1 1 0 0,1 0 0 0 0,0-2-1 0 0,10-48 261 0 0,8 4-116 0 0,3 0 1 0 0,1 2 0 0 0,31-45 0 0 0,-42 72-295 0 0,1 0 0 0 0,0 2 0 0 0,1-1 0 0 0,1 2 0 0 0,1 0 0 0 0,0 1 0 0 0,1 0 0 0 0,1 1 0 0 0,35-19 0 0 0,-8 18-2046 0 0,-13 11-3102 0 0,-20 3 2440 0 0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19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49 167 548 0 0,'0'0'6873'0'0,"-2"5"-6693"0"0,-44 85 1491 0 0,45-89-1016 0 0,4-6-584 0 0,3-5-35 0 0,0 1 1 0 0,0-1-1 0 0,1 1 1 0 0,0 0-1 0 0,1 1 0 0 0,0 0 1 0 0,1 0-1 0 0,-1 1 1 0 0,1 0-1 0 0,1 0 1 0 0,-1 1-1 0 0,1 0 1 0 0,12-5-1 0 0,-20 11-38 0 0,34 21-4 0 0,-15 24-8 0 0,-20-44 42 0 0,1 2 0 0 0,-2-3-26 0 0,0 0-1 0 0,0 1 0 0 0,0-1 0 0 0,0 0 1 0 0,0 0-1 0 0,0 1 0 0 0,0-1 0 0 0,0 0 0 0 0,0 0 1 0 0,0 1-1 0 0,1-1 0 0 0,-1 0 0 0 0,0 0 1 0 0,0 0-1 0 0,0 1 0 0 0,0-1 0 0 0,0 0 1 0 0,1 0-1 0 0,-1 0 0 0 0,0 0 0 0 0,0 1 0 0 0,0-1 1 0 0,0 0-1 0 0,1 0 0 0 0,-1 0 0 0 0,0 0 1 0 0,0 0-1 0 0,1 0 0 0 0,-1 0 0 0 0,0 0 1 0 0,0 1-1 0 0,0-1 0 0 0,1 0 0 0 0,-1 0 0 0 0,0 0 1 0 0,0 0-1 0 0,1 0 0 0 0,-1 0 0 0 0,0 0 1 0 0,5-2 10 0 0,-1 1-1 0 0,1-1 1 0 0,-1 0 0 0 0,0 0 0 0 0,0 0 0 0 0,0-1 0 0 0,0 1 0 0 0,4-5 0 0 0,-3 3-11 0 0,0 1 1 0 0,0-1 0 0 0,0 1 0 0 0,1 0 0 0 0,0 0-1 0 0,-1 1 1 0 0,1-1 0 0 0,0 1 0 0 0,0 0 0 0 0,10-1-1 0 0,-6 4-1 0 0,-1 0-1 0 0,0 0 1 0 0,0 1-1 0 0,0 1 1 0 0,11 3-1 0 0,-7-2 8 0 0,-3-2 2 0 0,-1 0-1 0 0,1 0 1 0 0,-1-1-1 0 0,1-1 0 0 0,0 0 1 0 0,-1 0-1 0 0,1-1 0 0 0,0 0 1 0 0,-1-1-1 0 0,1 0 1 0 0,-1 0-1 0 0,13-5 0 0 0,-17 5 29 0 0,0-1-1 0 0,0 1 0 0 0,0-1 1 0 0,-1 0-1 0 0,1 0 0 0 0,-1 0 1 0 0,0-1-1 0 0,0 0 0 0 0,0 0 0 0 0,0 0 1 0 0,-1 0-1 0 0,1 0 0 0 0,-1-1 1 0 0,0 1-1 0 0,0-1 0 0 0,-1 0 1 0 0,0 0-1 0 0,1 0 0 0 0,-2 0 1 0 0,1 0-1 0 0,-1-1 0 0 0,2-9 0 0 0,5-44 840 0 0,-8 58-869 0 0,0 1 0 0 0,1-1 0 0 0,-1 0 0 0 0,1 1 0 0 0,-1-1 0 0 0,1 0 0 0 0,-1 1 0 0 0,1-1 0 0 0,-1 1 0 0 0,1-1 0 0 0,-1 1 0 0 0,1-1 0 0 0,0 1 0 0 0,-1-1 0 0 0,1 1 0 0 0,0 0 0 0 0,0-1 0 0 0,-1 1 0 0 0,1 0 0 0 0,0-1 0 0 0,0 1 0 0 0,-1 0 0 0 0,1 0 0 0 0,0 0 0 0 0,0 0 0 0 0,0 0 0 0 0,-1 0 0 0 0,1 0 0 0 0,0 0 0 0 0,0 0 0 0 0,0 0 0 0 0,-1 1 0 0 0,1-1 0 0 0,0 0 0 0 0,0 0 0 0 0,-1 1 0 0 0,1-1 0 0 0,0 0 0 0 0,-1 1 0 0 0,1-1 0 0 0,1 2 0 0 0,30 14 61 0 0,-21-7-55 0 0,-1 0 0 0 0,0 0 0 0 0,-1 1 0 0 0,0 0 1 0 0,0 1-1 0 0,-1 0 0 0 0,0 0 0 0 0,-1 1 0 0 0,0 0 0 0 0,-1 0 1 0 0,-1 0-1 0 0,0 1 0 0 0,0 0 0 0 0,-1 0 0 0 0,-1 0 0 0 0,0 1 1 0 0,-1-1-1 0 0,1 16 0 0 0,-4-27-5 0 0,1 0 0 0 0,0 1 1 0 0,-1-1-1 0 0,1 0 0 0 0,-1 0 0 0 0,1 0 0 0 0,-1 0 1 0 0,0 0-1 0 0,0 0 0 0 0,0 0 0 0 0,0 0 1 0 0,-1 0-1 0 0,1 0 0 0 0,0 0 0 0 0,-1 0 0 0 0,1-1 1 0 0,-1 1-1 0 0,0-1 0 0 0,1 1 0 0 0,-1-1 1 0 0,0 0-1 0 0,0 0 0 0 0,0 1 0 0 0,0-1 0 0 0,0-1 1 0 0,0 1-1 0 0,-2 1 0 0 0,-9 2-203 0 0,1-1 1 0 0,0 0-1 0 0,-22 2 0 0 0,12-2-1384 0 0,5-10-7007 0 0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0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67 11873 0 0,'5'1'117'0'0,"0"-2"-1"0"0,0 1 1 0 0,-1 0 0 0 0,1-1-1 0 0,0 0 1 0 0,0 0 0 0 0,-1 0 0 0 0,1-1-1 0 0,-1 0 1 0 0,1 0 0 0 0,-1 0-1 0 0,0 0 1 0 0,1-1 0 0 0,-1 1-1 0 0,-1-1 1 0 0,1 0 0 0 0,0 0-1 0 0,-1-1 1 0 0,1 1 0 0 0,-1-1-1 0 0,5-6 1 0 0,-7 8 58 0 0,-16-5-672 0 0,14 6 427 0 0,1 1 0 0 0,-2-1 0 0 0,1 0 0 0 0,0 0-1 0 0,0 0 1 0 0,0 1 0 0 0,0-1 0 0 0,0 1 0 0 0,-1-1 0 0 0,1 1 0 0 0,0-1 0 0 0,0 1-1 0 0,-1 0 1 0 0,1 0 0 0 0,0-1 0 0 0,-3 1 0 0 0,-41 1-6295 0 0,21 2 2676 0 0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3:23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0 152 56,'0'0'4388,"6"-2"-3976,102-24 1136,7-1-681,-104 24-743,1-1 0,-1 0 0,-1-1 0,1-1 1,-1 1-1,0-2 0,12-8 0,-21 14-106,0 1-1,-1 0 1,1-1-1,0 1 1,0-1-1,-1 1 1,1-1-1,0 1 1,-1-1-1,1 0 0,-1 1 1,1-1-1,-1 0 1,1 0-1,-1 1 1,1-1-1,-1 0 1,0 0-1,1 0 1,-1 1-1,0-1 1,0 0-1,0 0 1,0 0-1,0 0 1,0 0-1,0 1 1,0-1-1,0 0 1,0 0-1,0 0 1,0 0-1,0 0 1,-1 1-1,1-1 1,0 0-1,-1 0 1,1 0-1,-1 1 1,1-1-1,-1 0 1,1 1-1,-1-1 1,1 0-1,-1 1 1,0-1-1,1 1 1,-1-1-1,0 1 1,1-1-1,-1 1 1,0-1-1,0 1 1,0 0-1,1-1 1,-1 1-1,0 0 1,0 0-1,0 0 1,-1 0-1,-5-3 92,0 1-1,0 1 1,-1 0-1,1 0 1,0 0-1,-11 1 1,14 0-59,1 1-1,-1-1 1,0 1-1,1 0 1,-1 0-1,0 0 1,1 0 0,-1 1-1,1 0 1,0-1-1,-7 6 1,10-7-37,-1 1 0,0 0 0,1-1-1,-1 1 1,1 0 0,-1 0 0,1-1 0,-1 1-1,1 0 1,-1 0 0,1 0 0,0 0 0,-1 0 0,1-1-1,0 1 1,0 0 0,0 0 0,0 0 0,0 0-1,0 0 1,0 1 0,0 0-5,1 0-1,0 0 1,0 0 0,-1 0-1,1 0 1,1 0 0,-1-1-1,0 1 1,0 0-1,1-1 1,-1 1 0,1-1-1,2 3 1,8 5 25,0-1-1,1-1 1,0 1 0,0-2-1,0 0 1,1-1-1,0 0 1,15 3 0,26 10 93,-53-18-46,-7 5 18,-37 37 148,20-22-174,1 1 0,1 0 0,1 1 0,1 1 0,1 1 0,-26 49 0,26-32-17,2 2 1,1 0-1,-14 85 0,16-59-281,11-67-116,24-26-9590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4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1 191 368 0 0,'2'16'3295'0'0,"5"-13"-2906"0"0,-1-1 0 0 0,1 0 0 0 0,1 0 1 0 0,-1 0-1 0 0,0-1 0 0 0,0 0 0 0 0,1 0 0 0 0,-1-1 0 0 0,0 0 0 0 0,1-1 1 0 0,9-1-1 0 0,32-7 397 0 0,27-16 74 0 0,-57 17-705 0 0,0-1 1 0 0,0 0 0 0 0,-1-2-1 0 0,0 0 1 0 0,-1-1-1 0 0,0-1 1 0 0,20-20 0 0 0,-35 32-144 0 0,-1-1 1 0 0,1 0-1 0 0,0 1 0 0 0,-1-1 1 0 0,0 0-1 0 0,1 1 1 0 0,-1-1-1 0 0,0 0 1 0 0,0 0-1 0 0,0 0 1 0 0,0 0-1 0 0,0 0 1 0 0,0 0-1 0 0,-1 0 0 0 0,1-1 1 0 0,-1 1-1 0 0,1 0 1 0 0,-1 0-1 0 0,0-5 1 0 0,-1 6-8 0 0,1-1 0 0 0,-1 1 0 0 0,0-1 0 0 0,0 1 1 0 0,1-1-1 0 0,-1 1 0 0 0,0 0 0 0 0,0-1 0 0 0,0 1 1 0 0,-1 0-1 0 0,1 0 0 0 0,0 0 0 0 0,0 0 0 0 0,-1 0 0 0 0,1 0 1 0 0,-1 0-1 0 0,1 1 0 0 0,0-1 0 0 0,-1 0 0 0 0,-2 0 1 0 0,-4-2 2 0 0,0 1 1 0 0,-1 0-1 0 0,0 1 1 0 0,0 0 0 0 0,1 0-1 0 0,-1 1 1 0 0,-17 1-1 0 0,10 1 4 0 0,1 1 0 0 0,0 1-1 0 0,0 0 1 0 0,0 1 0 0 0,1 1 0 0 0,0 0-1 0 0,0 1 1 0 0,0 0 0 0 0,1 1-1 0 0,0 1 1 0 0,0 0 0 0 0,-18 18-1 0 0,26-22-1 0 0,1 0-1 0 0,-1 0 0 0 0,1 0 0 0 0,0 1 0 0 0,0-1 0 0 0,1 1 0 0 0,0 0 0 0 0,0 0 1 0 0,0 0-1 0 0,1 0 0 0 0,0 1 0 0 0,0-1 0 0 0,0 1 0 0 0,1-1 0 0 0,0 1 0 0 0,1 0 1 0 0,-1-1-1 0 0,1 1 0 0 0,0 0 0 0 0,1 0 0 0 0,0-1 0 0 0,0 1 0 0 0,0-1 0 0 0,1 1 1 0 0,0-1-1 0 0,0 1 0 0 0,0-1 0 0 0,1 0 0 0 0,0 0 0 0 0,0 0 0 0 0,5 6 0 0 0,-2-3 2 0 0,1 0-1 0 0,0 0 1 0 0,0 0-1 0 0,1-1 0 0 0,0 0 1 0 0,0-1-1 0 0,1 1 0 0 0,0-2 1 0 0,0 1-1 0 0,1-1 0 0 0,0-1 1 0 0,19 9-1 0 0,-14-9 3 0 0,1 0 0 0 0,0-2 1 0 0,0 1-1 0 0,0-2 0 0 0,0 0 0 0 0,1-1 0 0 0,-1 0 0 0 0,20-3 1 0 0,-8-1 0 0 0,0-2 0 0 0,0 0 0 0 0,0-2 0 0 0,-1-1 0 0 0,0-1 0 0 0,0-2 1 0 0,-1 0-1 0 0,0-2 0 0 0,42-28 0 0 0,-46 25-5 0 0,-1-1-1 0 0,0 0 0 0 0,30-35 1 0 0,-44 45-10 0 0,-1 0 0 0 0,-1-1 1 0 0,1 0-1 0 0,-1 0 1 0 0,-1 0-1 0 0,1 0 1 0 0,-1-1-1 0 0,-1 1 0 0 0,0-1 1 0 0,0 0-1 0 0,-1 0 1 0 0,0 0-1 0 0,2-19 0 0 0,-4 26 1 0 0,0-1 0 0 0,0 1 0 0 0,0 0-1 0 0,-1-1 1 0 0,1 1 0 0 0,-1 0-1 0 0,1 0 1 0 0,-1-1 0 0 0,0 1-1 0 0,0 0 1 0 0,0 0 0 0 0,0 0-1 0 0,0 0 1 0 0,-1 0 0 0 0,1 0-1 0 0,0 0 1 0 0,-1 1 0 0 0,1-1-1 0 0,-1 0 1 0 0,0 1 0 0 0,0-1 0 0 0,1 1-1 0 0,-1 0 1 0 0,0 0 0 0 0,0-1-1 0 0,0 1 1 0 0,-1 0 0 0 0,1 1-1 0 0,0-1 1 0 0,0 0 0 0 0,0 1-1 0 0,-1-1 1 0 0,1 1 0 0 0,0 0-1 0 0,-1-1 1 0 0,1 1 0 0 0,0 0-1 0 0,-1 0 1 0 0,1 1 0 0 0,-3 0 0 0 0,2-1 0 0 0,-1 0 1 0 0,1 1-1 0 0,-1 0 1 0 0,1-1-1 0 0,0 1 1 0 0,-1 0-1 0 0,1 1 1 0 0,0-1-1 0 0,0 1 1 0 0,0-1-1 0 0,0 1 1 0 0,0 0-1 0 0,0 0 1 0 0,0 0-1 0 0,1 1 1 0 0,-1-1-1 0 0,1 1 1 0 0,0-1-1 0 0,-1 1 1 0 0,1 0-1 0 0,0 0 1 0 0,1 0-1 0 0,-1 0 1 0 0,0 0-1 0 0,1 0 1 0 0,-2 7-1 0 0,2-4 6 0 0,0 1 0 0 0,1-1-1 0 0,0 1 1 0 0,0 0 0 0 0,1-1 0 0 0,0 1-1 0 0,0-1 1 0 0,0 1 0 0 0,1-1 0 0 0,0 0-1 0 0,0 1 1 0 0,1-1 0 0 0,0 0-1 0 0,0 0 1 0 0,0-1 0 0 0,1 1 0 0 0,-1-1-1 0 0,1 1 1 0 0,1-1 0 0 0,-1-1 0 0 0,1 1-1 0 0,0 0 1 0 0,0-1 0 0 0,0 0 0 0 0,0 0-1 0 0,1-1 1 0 0,0 0 0 0 0,0 0 0 0 0,0 0-1 0 0,0 0 1 0 0,0-1 0 0 0,8 2-1 0 0,-11-4-1 0 0,-1 1-1 0 0,1-1 0 0 0,-1 0 0 0 0,1-1 0 0 0,0 1 1 0 0,-1 0-1 0 0,1-1 0 0 0,-1 1 0 0 0,1-1 0 0 0,-1 0 1 0 0,0 0-1 0 0,1 0 0 0 0,-1 0 0 0 0,0 0 0 0 0,1-1 0 0 0,-1 1 1 0 0,0-1-1 0 0,0 1 0 0 0,0-1 0 0 0,0 0 0 0 0,0 1 1 0 0,-1-1-1 0 0,1 0 0 0 0,-1-1 0 0 0,1 1 0 0 0,-1 0 1 0 0,0 0-1 0 0,1 0 0 0 0,0-5 0 0 0,2-3 2 0 0,0-1 0 0 0,-1 1 1 0 0,0-1-1 0 0,3-20 0 0 0,-6 29-3 0 0,0 0-5 0 0,-5-22-43 0 0,3 17 30 0 0,1 3 8 0 0,0 2 2 0 0,1 1 156 0 0,-14 25-151 0 0,12-17 5 0 0,-1 0 0 0 0,1 0 0 0 0,1 0 1 0 0,0 1-1 0 0,0-1 0 0 0,0 1 0 0 0,1-1 0 0 0,1 11 0 0 0,-2 12 16 0 0,-8 111 74 0 0,7-72-57 0 0,-3 0-1 0 0,-3 0 1 0 0,-34 130-1 0 0,40-192-23 0 0,-1 0-1 0 0,0-1 0 0 0,0 1 0 0 0,-1-1 1 0 0,0 1-1 0 0,0-1 0 0 0,-1 0 1 0 0,0-1-1 0 0,0 1 0 0 0,0-1 1 0 0,0 0-1 0 0,-1 0 0 0 0,0 0 1 0 0,0-1-1 0 0,0 0 0 0 0,-1 0 0 0 0,-9 3 1 0 0,13-5 20 0 0,-1-1-1 0 0,0 0 1 0 0,0 0 0 0 0,1 0 0 0 0,-1-1 0 0 0,0 1-1 0 0,0-1 1 0 0,0 0 0 0 0,0 0 0 0 0,0 0 0 0 0,1-1 0 0 0,-1 1-1 0 0,0-1 1 0 0,0 0 0 0 0,1 0 0 0 0,-1 0 0 0 0,0-1-1 0 0,1 1 1 0 0,-1-1 0 0 0,1 0 0 0 0,0 0 0 0 0,-1 0 0 0 0,1 0-1 0 0,0-1 1 0 0,0 1 0 0 0,0-1 0 0 0,1 0 0 0 0,-1 1-1 0 0,1-1 1 0 0,0-1 0 0 0,-1 1 0 0 0,1 0 0 0 0,1-1 0 0 0,-4-6-1 0 0,1 1 2 0 0,0-1-1 0 0,1 0 0 0 0,1 1 1 0 0,-1-1-1 0 0,2 0 0 0 0,-1-1 0 0 0,1 1 1 0 0,1 0-1 0 0,0 0 0 0 0,0-1 1 0 0,1 1-1 0 0,0 0 0 0 0,1 0 1 0 0,0 0-1 0 0,1 0 0 0 0,0 0 0 0 0,0 1 1 0 0,1-1-1 0 0,0 1 0 0 0,1 0 1 0 0,10-15-1 0 0,-5 8-46 0 0,1 0 0 0 0,0 1 0 0 0,2 1 1 0 0,-1 0-1 0 0,2 1 0 0 0,0 0 0 0 0,0 1 0 0 0,1 0 1 0 0,1 1-1 0 0,0 1 0 0 0,18-8 0 0 0,-23 13-302 0 0,0 0 0 0 0,0 1 0 0 0,1 0 0 0 0,0 1 1 0 0,21-2-1 0 0,-23 4-1549 0 0,1 1 0 0 0,0 0 0 0 0,20 3 0 0 0,-17-1-1399 0 0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5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8853 0 0,'0'0'2993'0'0,"0"-6"-2683"0"0,3-26 718 0 0,0 8-719 0 0,1 10-4664 0 0,1 11 897 0 0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6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16 292 0 0,'0'0'676'0'0,"3"-9"992"0"0,6 4-824 0 0,3 4-1704 0 0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7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221 102 284 0 0,'0'0'501'0'0,"18"-29"5657"0"0,-19 25-5862 0 0,0 0 1 0 0,0 1 0 0 0,0-1 0 0 0,0 0 0 0 0,-1 0 0 0 0,0 1-1 0 0,1-1 1 0 0,-1 1 0 0 0,-1 0 0 0 0,-2-4 0 0 0,4 6-97 0 0,-27-21 896 0 0,25 21-1017 0 0,0 0 0 0 0,0 0-1 0 0,0 0 1 0 0,0 0-1 0 0,0 1 1 0 0,0-1-1 0 0,0 1 1 0 0,0 0 0 0 0,0 0-1 0 0,0 0 1 0 0,0 0-1 0 0,0 0 1 0 0,0 1 0 0 0,0-1-1 0 0,-5 3 1 0 0,1 0-19 0 0,0 0 1 0 0,1 1 0 0 0,-1 0-1 0 0,1 0 1 0 0,-11 9 0 0 0,9-6-8 0 0,1 0 1 0 0,-1 0-1 0 0,1 1 1 0 0,1 0-1 0 0,-1 0 0 0 0,1 1 1 0 0,1 0-1 0 0,-1 0 1 0 0,2 0-1 0 0,-1 0 0 0 0,1 1 1 0 0,1 0-1 0 0,0 0 1 0 0,-3 13-1 0 0,5-18-40 0 0,1 1 1 0 0,0-1-1 0 0,0 0 0 0 0,0 1 1 0 0,0-1-1 0 0,1 1 0 0 0,0-1 1 0 0,0 0-1 0 0,0 1 0 0 0,1-1 1 0 0,0 0-1 0 0,0 0 0 0 0,0 0 1 0 0,1 0-1 0 0,-1 0 0 0 0,1-1 0 0 0,0 1 1 0 0,0-1-1 0 0,1 0 0 0 0,0 0 1 0 0,-1 0-1 0 0,1 0 0 0 0,1-1 1 0 0,-1 1-1 0 0,0-1 0 0 0,1 0 1 0 0,-1-1-1 0 0,1 1 0 0 0,6 2 1 0 0,4 1 3 0 0,0 0 0 0 0,1-2 1 0 0,0 1-1 0 0,0-2 1 0 0,0 0-1 0 0,0-1 0 0 0,0 0 1 0 0,1-2-1 0 0,22-1 0 0 0,-3-2 19 0 0,0-2-1 0 0,0-1 0 0 0,41-13 0 0 0,-63 15-28 0 0,-1-1 0 0 0,0 0 0 0 0,0-1 1 0 0,-1 0-1 0 0,1-1 0 0 0,-2 0 0 0 0,1-1 1 0 0,-1 0-1 0 0,0-1 0 0 0,0-1 0 0 0,-1 1 0 0 0,10-15 1 0 0,1 5-26 0 0,-14 30-15 0 0,1 5 16 0 0,0-7 20 0 0,0 0-1 0 0,0-1 1 0 0,1-1 0 0 0,0 1 0 0 0,0-1 0 0 0,1-1 0 0 0,0 0-1 0 0,0 0 1 0 0,0-1 0 0 0,1 0 0 0 0,-1-1 0 0 0,1 0 0 0 0,1-1 0 0 0,-1 0-1 0 0,0-1 1 0 0,1 0 0 0 0,14 0 0 0 0,-25-1-2 0 0,0-1 0 0 0,0 0 1 0 0,0 0-1 0 0,0 0 0 0 0,1 1 0 0 0,-1-1 0 0 0,0 0 1 0 0,0-1-1 0 0,0 1 0 0 0,0 0 0 0 0,0 0 0 0 0,0 0 1 0 0,0-1-1 0 0,1 1 0 0 0,-1 0 0 0 0,0-1 0 0 0,0 1 1 0 0,0-1-1 0 0,0 0 0 0 0,0 1 0 0 0,-1-1 0 0 0,1 0 0 0 0,0 1 1 0 0,0-1-1 0 0,0 0 0 0 0,0 0 0 0 0,-1 0 0 0 0,1 1 1 0 0,0-1-1 0 0,-1 0 0 0 0,1 0 0 0 0,-1 0 0 0 0,1 0 1 0 0,-1 0-1 0 0,0-1 0 0 0,1 1 0 0 0,-1 0 0 0 0,0 0 1 0 0,0 0-1 0 0,1 0 0 0 0,-1 0 0 0 0,0 0 0 0 0,0 0 1 0 0,0-1-1 0 0,-1 1 0 0 0,1 0 0 0 0,0 0 0 0 0,0 0 1 0 0,-1 0-1 0 0,1 0 0 0 0,0 0 0 0 0,-1 0 0 0 0,1 0 1 0 0,-1 0-1 0 0,1 0 0 0 0,-1 0 0 0 0,-1-2 0 0 0,-3-6-7 0 0,0 1 0 0 0,-1-1 0 0 0,0 1 0 0 0,-8-9 0 0 0,-43-33-34 0 0,56 49 10 0 0,-8 0-487 0 0,8 1 388 0 0,0 0 0 0 0,0 0-1 0 0,0-1 1 0 0,0 1 0 0 0,0 0-1 0 0,0 0 1 0 0,0 0 0 0 0,0 1-1 0 0,0-1 1 0 0,0 0 0 0 0,0 0-1 0 0,0 0 1 0 0,0 1 0 0 0,0-1-1 0 0,0 1 1 0 0,0-1 0 0 0,0 1 0 0 0,0-1-1 0 0,0 1 1 0 0,0-1 0 0 0,1 1-1 0 0,-1 0 1 0 0,0-1 0 0 0,0 1-1 0 0,1 0 1 0 0,-1 0 0 0 0,0 0-1 0 0,1-1 1 0 0,-1 1 0 0 0,1 0 0 0 0,-1 0-1 0 0,1 0 1 0 0,-1 1 0 0 0,0-1-404 0 0,-1 2 5 0 0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8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2 384 0 0,'0'0'852'0'0,"7"-1"3905"0"0,1 28-3748 0 0,-2 1 1 0 0,-1 0-1 0 0,3 43 0 0 0,-6-40-610 0 0,2 1-1 0 0,1-1 1 0 0,10 34-1 0 0,-10-49-420 0 0,1 4 312 0 0,1 0 0 0 0,1-1 0 0 0,12 23 1 0 0,-16-36-462 0 0,-1-1 0 0 0,1 1 0 0 0,0-1 0 0 0,1 0 0 0 0,-1 0 0 0 0,1 0 0 0 0,0-1 0 0 0,0 0 0 0 0,1 0 0 0 0,-1 0 0 0 0,1-1 0 0 0,0 1 0 0 0,12 4 0 0 0,7-7-2604 0 0,-13-2-39 0 0,5-2 122 0 0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8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94 317 584 0 0,'1'-8'1240'0'0,"-6"6"2036"0"0,0 3-3161 0 0,1 0 1 0 0,0 1-1 0 0,-1-1 0 0 0,1 1 1 0 0,0 0-1 0 0,0 0 0 0 0,0 0 1 0 0,0 0-1 0 0,0 1 0 0 0,1 0 1 0 0,-1-1-1 0 0,1 1 0 0 0,0 1 1 0 0,-1-1-1 0 0,1 0 0 0 0,1 1 1 0 0,-1 0-1 0 0,0-1 1 0 0,1 1-1 0 0,0 0 0 0 0,0 0 1 0 0,0 1-1 0 0,1-1 0 0 0,-1 0 1 0 0,0 6-1 0 0,0-7-74 0 0,1 1 1 0 0,0 0-1 0 0,0-1 1 0 0,1 1-1 0 0,-1 0 1 0 0,1 0-1 0 0,0-1 0 0 0,0 1 1 0 0,0 0-1 0 0,0 0 1 0 0,1-1-1 0 0,-1 1 1 0 0,1 0-1 0 0,0-1 1 0 0,0 1-1 0 0,0 0 0 0 0,1-1 1 0 0,-1 0-1 0 0,1 1 1 0 0,0-1-1 0 0,0 0 1 0 0,0 0-1 0 0,0 0 0 0 0,1 0 1 0 0,-1 0-1 0 0,1 0 1 0 0,0-1-1 0 0,-1 1 1 0 0,1-1-1 0 0,0 0 0 0 0,4 3 1 0 0,-4-5-31 0 0,-1 1 0 0 0,0-1 0 0 0,0 1 0 0 0,1-1 0 0 0,-1 0-1 0 0,0 0 1 0 0,1 0 0 0 0,-1 0 0 0 0,1 0 0 0 0,-1 0 0 0 0,0-1 0 0 0,0 1 0 0 0,1-1 0 0 0,-1 1 0 0 0,0-1 0 0 0,0 0 0 0 0,1 0 0 0 0,-1 0 0 0 0,0 0 0 0 0,3-3-1 0 0,1 0 5 0 0,0-1-1 0 0,0 1 0 0 0,-1-1 1 0 0,0 0-1 0 0,8-9 0 0 0,-2-3-3 0 0,-1 0-1 0 0,0 0 0 0 0,-1-1 0 0 0,-1 0 1 0 0,0-1-1 0 0,-2 0 0 0 0,0 0 1 0 0,-1-1-1 0 0,2-22 0 0 0,-2 11 79 0 0,-2-1 0 0 0,-2 1 0 0 0,-1-1 0 0 0,-1 1-1 0 0,-6-35 1 0 0,7 65-55 0 0,0 0 0 0 0,0 1-1 0 0,1-1 1 0 0,-1 0-1 0 0,0 0 1 0 0,0 1 0 0 0,0-1-1 0 0,-1 0 1 0 0,1 0-1 0 0,0 1 1 0 0,0-1 0 0 0,0 0-1 0 0,0 1 1 0 0,-1-1-1 0 0,1 0 1 0 0,0 1 0 0 0,-1-1-1 0 0,1 0 1 0 0,0 1 0 0 0,-1-1-1 0 0,1 1 1 0 0,-1-1-1 0 0,1 0 1 0 0,-1 1 0 0 0,1 0-1 0 0,-1-1 1 0 0,0 1-1 0 0,1-1 1 0 0,-1 1 0 0 0,1-1-1 0 0,-1 1 1 0 0,0 0 0 0 0,1 0-1 0 0,-1-1 1 0 0,-1 1-1 0 0,1 1-2 0 0,-1 0 1 0 0,1 0-1 0 0,-1 0 0 0 0,1 0 0 0 0,-1 1 0 0 0,1-1 0 0 0,0 0 0 0 0,0 1 0 0 0,0-1 0 0 0,0 1 0 0 0,0 0 0 0 0,0-1 0 0 0,-1 3 0 0 0,-25 62 347 0 0,24-49-288 0 0,0 0 1 0 0,0 1-1 0 0,2-1 1 0 0,0 1-1 0 0,1 0 0 0 0,4 24 1 0 0,22 106 16 0 0,-23-134-146 0 0,2 6-548 0 0,1 0-1 0 0,12 30 1 0 0,11 5-5795 0 0,-17-42 3594 0 0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8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1 196 0 0,'0'0'96'0'0,"0"0"-1"0"0,0 0 1 0 0,0 0-1 0 0,0 0 1 0 0,0 1 0 0 0,-1 0 1242 0 0,0-1-1242 0 0,1 0-1 0 0,0 0 1 0 0,0 0 0 0 0,0 0-1 0 0,0 0 1 0 0,0 1-1 0 0,0-1 1 0 0,-1 0 0 0 0,1 0-1 0 0,0 0 1 0 0,0 0-1 0 0,0 0 1 0 0,0 0 0 0 0,0 0-1 0 0,-1 0 1 0 0,1 0-1 0 0,0 0 1 0 0,0 0 0 0 0,0 0-1 0 0,0 0 1 0 0,0 0-1 0 0,-2-2 1244 0 0,2 2-1244 0 0,0 0 1 0 0,0 0 0 0 0,0 0-1 0 0,0 0 1 0 0,0 0-1 0 0,0-1 1 0 0,-9 24 1441 0 0,8-19-1419 0 0,0 1 1 0 0,0-1-1 0 0,0 0 1 0 0,1 0-1 0 0,-1 0 1 0 0,1 0-1 0 0,0 1 1 0 0,1-1-1 0 0,-1 0 0 0 0,1 0 1 0 0,-1 0-1 0 0,1 0 1 0 0,2 5-1 0 0,-1-7-86 0 0,-1-1 1 0 0,1 1-1 0 0,-1-1 0 0 0,1 1 1 0 0,0-1-1 0 0,0 0 0 0 0,0 0 1 0 0,0 0-1 0 0,0 0 0 0 0,0 0 0 0 0,0 0 1 0 0,0-1-1 0 0,0 1 0 0 0,0-1 1 0 0,0 1-1 0 0,1-1 0 0 0,-1 0 1 0 0,0 0-1 0 0,0 0 0 0 0,0 0 0 0 0,0 0 1 0 0,1 0-1 0 0,-1-1 0 0 0,0 1 1 0 0,2-1-1 0 0,65-17 168 0 0,-59 14-149 0 0,45-11 160 0 0,111-18 0 0 0,-163 33-179 0 0,0-1 0 0 0,0 1 0 0 0,0-1 0 0 0,1 1 0 0 0,-1 0 0 0 0,0 0 0 0 0,0 1 0 0 0,1-1 0 0 0,-1 1 0 0 0,0-1 0 0 0,0 1 0 0 0,0 0 0 0 0,0 0 0 0 0,0 0 0 0 0,0 1 0 0 0,0-1 0 0 0,0 1 0 0 0,0 0 0 0 0,0 0 0 0 0,-1 0 0 0 0,1 0 0 0 0,-1 0 0 0 0,0 0 0 0 0,1 1 0 0 0,-1-1 0 0 0,0 1 0 0 0,0-1 0 0 0,2 5 0 0 0,-4-5 49 0 0,-1 2-38 0 0,-1 0 1 0 0,1 0 0 0 0,-1-1-1 0 0,0 1 1 0 0,0 0-1 0 0,0-1 1 0 0,-6 7-1 0 0,3-5-204 0 0,0 0 0 0 0,-1-1 0 0 0,0 1 0 0 0,0-1 0 0 0,0-1 0 0 0,-13 7 0 0 0,-22 1-5826 0 0,27-11 3077 0 0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29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2 146 9829 0 0,'0'-4'-13'0'0,"-1"-8"119"0"0,1 1-1 0 0,0-1 1 0 0,1 1 0 0 0,0-1-1 0 0,0 1 1 0 0,2-1 0 0 0,-1 1-1 0 0,2 0 1 0 0,-1 0 0 0 0,8-14-1 0 0,-10 25-128 0 0,0-1-1 0 0,0 1 1 0 0,0 0-1 0 0,1-1 1 0 0,-1 1-1 0 0,0 0 1 0 0,0 0 0 0 0,1 0-1 0 0,-1 0 1 0 0,0 0-1 0 0,0 0 1 0 0,1 0-1 0 0,-1 0 1 0 0,0 0-1 0 0,0 1 1 0 0,0-1-1 0 0,1 1 1 0 0,-1-1-1 0 0,0 1 1 0 0,0-1-1 0 0,0 1 1 0 0,0-1-1 0 0,2 2 1 0 0,-2-1-12 0 0,7 3-1164 0 0,-1 0 0 0 0,0 0 0 0 0,0 1 0 0 0,12 10 0 0 0,-5-2-1270 0 0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0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128 267 376 0 0,'0'0'2244'0'0,"-4"-2"-1574"0"0,2 2-558 0 0,0-1 0 0 0,0 0-1 0 0,0 1 1 0 0,0 0 0 0 0,0 0 0 0 0,0-1 0 0 0,0 1 0 0 0,0 0 0 0 0,0 0 0 0 0,0 1 0 0 0,0-1 0 0 0,0 0 0 0 0,0 1 0 0 0,0-1 0 0 0,0 1 0 0 0,1 0-1 0 0,-1 0 1 0 0,0-1 0 0 0,-3 3 0 0 0,0 0 87 0 0,0 1 0 0 0,0 0 0 0 0,1 0 0 0 0,-1 0 0 0 0,1 0 0 0 0,-7 9 0 0 0,6-5 4 0 0,-1-1 1 0 0,1 1-1 0 0,1 0 0 0 0,0 0 0 0 0,0 0 1 0 0,0 0-1 0 0,1 1 0 0 0,0-1 0 0 0,-2 14 0 0 0,5-21-188 0 0,0 0 0 0 0,0 0-1 0 0,0 0 1 0 0,0 0 0 0 0,1 0-1 0 0,-1-1 1 0 0,0 1-1 0 0,0 0 1 0 0,1 0 0 0 0,-1 0-1 0 0,0 0 1 0 0,1-1 0 0 0,-1 1-1 0 0,1 0 1 0 0,-1-1-1 0 0,1 1 1 0 0,-1 0 0 0 0,1-1-1 0 0,0 1 1 0 0,-1 0-1 0 0,1-1 1 0 0,0 1 0 0 0,0-1-1 0 0,-1 1 1 0 0,1-1 0 0 0,0 0-1 0 0,0 1 1 0 0,-1-1-1 0 0,1 0 1 0 0,0 0 0 0 0,0 1-1 0 0,0-1 1 0 0,0 0-1 0 0,0 0 1 0 0,-1 0 0 0 0,1 0-1 0 0,0 0 1 0 0,0 0 0 0 0,0 0-1 0 0,0 0 1 0 0,0 0-1 0 0,-1-1 1 0 0,2 1 0 0 0,40-10 170 0 0,-39 9-167 0 0,8-3 15 0 0,0-1 0 0 0,-1 0 1 0 0,0-1-1 0 0,0 0 0 0 0,0 0 0 0 0,-1-1 0 0 0,0 0 0 0 0,11-12 0 0 0,60-71 120 0 0,-79 88-152 0 0,2-1 7 0 0,7-5-10 0 0,-10 7 1 0 0,1 1 1 0 0,-1-1 0 0 0,1 1 0 0 0,-1-1-1 0 0,1 1 1 0 0,-1-1 0 0 0,1 1 0 0 0,0 0-1 0 0,-1-1 1 0 0,1 1 0 0 0,0 0 0 0 0,-1-1-1 0 0,1 1 1 0 0,0 0 0 0 0,0 0 0 0 0,-1 0-1 0 0,1 0 1 0 0,0-1 0 0 0,0 1 0 0 0,-1 0-1 0 0,1 0 1 0 0,0 1 0 0 0,0-1 0 0 0,-1 0-1 0 0,1 0 1 0 0,0 0 0 0 0,0 0 0 0 0,-1 1-1 0 0,1-1 1 0 0,0 0 0 0 0,-1 0 0 0 0,1 1-1 0 0,0-1 1 0 0,-1 1 0 0 0,2 0 0 0 0,7 2 5 0 0,1 1-1 0 0,-1-2-1 0 0,1 1 0 0 0,0-1 1 0 0,0 0-1 0 0,0-1 1 0 0,0-1-1 0 0,0 1 1 0 0,0-1-1 0 0,0-1 0 0 0,18-3 1 0 0,-23 3-3 0 0,0-1 0 0 0,-1 0 0 0 0,1 1 0 0 0,-1-2 0 0 0,0 1 1 0 0,1 0-1 0 0,-1-1 0 0 0,0 0 0 0 0,0 0 0 0 0,-1 0 0 0 0,1 0 0 0 0,-1-1 0 0 0,1 0 1 0 0,-1 1-1 0 0,0-1 0 0 0,0 0 0 0 0,-1 0 0 0 0,1-1 0 0 0,-1 1 0 0 0,0-1 1 0 0,0 1-1 0 0,-1-1 0 0 0,3-8 0 0 0,-2 1 132 0 0,0 1 1 0 0,-1-1-1 0 0,0 1 0 0 0,-1-1 0 0 0,0 0 1 0 0,-1 1-1 0 0,0-1 0 0 0,-5-17 1 0 0,1-5 637 0 0,5 32-659 0 0,0 2-104 0 0,0 0-1 0 0,0-1 1 0 0,0 1 0 0 0,0 0 0 0 0,0 0 0 0 0,0 0 0 0 0,0-1-1 0 0,0 1 1 0 0,0 0 0 0 0,0 0 0 0 0,0 0 0 0 0,0-1 0 0 0,0 1 0 0 0,0 0-1 0 0,0 0 1 0 0,0 0 0 0 0,0-1 0 0 0,0 1 0 0 0,0 0 0 0 0,0 0-1 0 0,0 0 1 0 0,0 0 0 0 0,-1-1 0 0 0,1 1 0 0 0,0 0 0 0 0,0 0-1 0 0,0 0 1 0 0,0 0 0 0 0,0-1 0 0 0,0 1 0 0 0,-1 0 0 0 0,1 0-1 0 0,0 0 1 0 0,0 0 0 0 0,0 0 0 0 0,0 0 0 0 0,-1 0 0 0 0,1-1-1 0 0,0 1 1 0 0,0 0 0 0 0,0 0 0 0 0,-1 0 0 0 0,1 0 0 0 0,0 0-1 0 0,0 0 1 0 0,0 0 0 0 0,-1 0 0 0 0,1 0 0 0 0,0 0 0 0 0,0 0-1 0 0,0 0 1 0 0,-1 0 0 0 0,1 0 0 0 0,0 1 0 0 0,0-1 0 0 0,-1 0 0 0 0,-12 25 41 0 0,1 1 1 0 0,1 1 0 0 0,1 0 0 0 0,1 0 0 0 0,-5 35 0 0 0,-20 152 43 0 0,27-155-59 0 0,-11 91 107 0 0,1 170 0 0 0,18-308-3 0 0,2-11-52 0 0,7-25-24 0 0,9-44-46 0 0,-18 66-3 0 0,8-35-9 0 0,66-216 37 0 0,-63 223-41 0 0,1 0 0 0 0,2 0 0 0 0,0 2 0 0 0,2-1 1 0 0,41-50-1 0 0,-51 71-5 0 0,0 0-1 0 0,1 1 1 0 0,0-1 0 0 0,0 1 0 0 0,1 1 0 0 0,-1-1-1 0 0,1 2 1 0 0,1-1 0 0 0,-1 1 0 0 0,1 1-1 0 0,0-1 1 0 0,17-3 0 0 0,-25 7 0 0 0,0 1 0 0 0,0 0 1 0 0,0 0-1 0 0,0 0 0 0 0,0 0 1 0 0,0 1-1 0 0,1-1 0 0 0,-1 0 0 0 0,0 1 1 0 0,0 0-1 0 0,0-1 0 0 0,0 1 0 0 0,0 0 1 0 0,-1 0-1 0 0,1 0 0 0 0,0 0 0 0 0,0 0 1 0 0,2 3-1 0 0,-3-2 4 0 0,0 0 0 0 0,0-1 0 0 0,0 1 0 0 0,-1 0 0 0 0,1 0 0 0 0,-1 0 0 0 0,1 0 0 0 0,-1 0 0 0 0,0 1 0 0 0,0-1 0 0 0,1 0 0 0 0,-2 0 0 0 0,1 0 0 0 0,0 0 0 0 0,0 0 0 0 0,-1 0 0 0 0,1 0 0 0 0,-1 0 0 0 0,1 0 0 0 0,-1 0 0 0 0,0 0 0 0 0,0 0 0 0 0,0-1 0 0 0,0 1 0 0 0,0 0 0 0 0,0 0 0 0 0,-1-1 0 0 0,-1 3 0 0 0,1-1 2 0 0,-3 3-23 0 0,-1 0 0 0 0,1 0 0 0 0,-1 0 0 0 0,0 0 0 0 0,-1-1 0 0 0,1 0 0 0 0,-13 6 1 0 0,-8 5-3432 0 0,23-14 2519 0 0,-8 0-5744 0 0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0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5 732 0 0,'6'-4'4502'0'0,"-4"19"-4082"0"0,-1 0 0 0 0,-1 0 0 0 0,0 0 0 0 0,-1 0 0 0 0,-1 0 0 0 0,0 0 0 0 0,-8 26 0 0 0,1 2 15 0 0,-16 89 616 0 0,-12 69 118 0 0,7 8-103 0 0,23-184 667 0 0,4-47-1334 0 0,7-52-271 0 0,0 44-87 0 0,2 1 0 0 0,1-1 0 0 0,1 1 0 0 0,2 0 0 0 0,0 1 0 0 0,2 0 0 0 0,2 1 1 0 0,0 0-1 0 0,1 1 0 0 0,2 1 0 0 0,1 0 0 0 0,0 1 0 0 0,2 1 0 0 0,43-38 0 0 0,-52 52-39 0 0,0 0-1 0 0,1 1 1 0 0,1 0-1 0 0,-1 0 0 0 0,23-8 1 0 0,-31 14-5 0 0,1 0 0 0 0,-1 1 0 0 0,1-1 0 0 0,0 1 0 0 0,-1 0 0 0 0,1 0 0 0 0,0 0 0 0 0,0 1 0 0 0,0-1 0 0 0,0 1 0 0 0,0 1 0 0 0,-1-1 0 0 0,1 1 0 0 0,0 0 0 0 0,0 0 1 0 0,0 0-1 0 0,-1 0 0 0 0,1 1 0 0 0,8 4 0 0 0,-11-4 1 0 0,-1-1 1 0 0,1 1-1 0 0,-1 0 0 0 0,1 0 1 0 0,-1 0-1 0 0,0 0 1 0 0,0 0-1 0 0,1 0 1 0 0,-2 0-1 0 0,1 1 0 0 0,0-1 1 0 0,0 0-1 0 0,-1 0 1 0 0,1 1-1 0 0,-1-1 1 0 0,0 0-1 0 0,0 1 0 0 0,1-1 1 0 0,-2 1-1 0 0,1-1 1 0 0,0 0-1 0 0,0 1 0 0 0,-1-1 1 0 0,1 0-1 0 0,-1 1 1 0 0,0-1-1 0 0,0 0 1 0 0,0 0-1 0 0,0 0 0 0 0,0 0 1 0 0,0 0-1 0 0,-3 4 1 0 0,0-2 47 0 0,0 1 0 0 0,0-1 0 0 0,-1-1 0 0 0,1 1 0 0 0,-1 0 0 0 0,0-1 1 0 0,0 0-1 0 0,0 0 0 0 0,0-1 0 0 0,-1 0 0 0 0,1 1 0 0 0,-1-2 0 0 0,1 1 0 0 0,-11 1 1 0 0,-46 3-1188 0 0,21-6-4255 0 0,27 0 2000 0 0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0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28 564 0 0,'0'0'2196'0'0,"-6"21"-572"0"0,8-15-1485 0 0,2-1 1 0 0,-1 1-1 0 0,1-1 0 0 0,0 0 0 0 0,0 0 0 0 0,0 0 0 0 0,1 0 0 0 0,-1-1 0 0 0,1 1 0 0 0,0-1 0 0 0,1-1 0 0 0,-1 1 0 0 0,1-1 0 0 0,-1 0 0 0 0,1 0 0 0 0,0 0 0 0 0,0-1 0 0 0,0 0 1 0 0,1 0-1 0 0,-1-1 0 0 0,0 1 0 0 0,1-1 0 0 0,-1-1 0 0 0,1 1 0 0 0,-1-1 0 0 0,1 0 0 0 0,8-2 0 0 0,-14 1-113 0 0,1 1-1 0 0,-1-1 1 0 0,1 0-1 0 0,-1 0 1 0 0,0 0 0 0 0,1 0-1 0 0,-1 0 1 0 0,0 0-1 0 0,0-1 1 0 0,0 1-1 0 0,1 0 1 0 0,-1-1 0 0 0,-1 1-1 0 0,1 0 1 0 0,0-1-1 0 0,0 1 1 0 0,0-1-1 0 0,-1 0 1 0 0,1 1 0 0 0,-1-1-1 0 0,1 1 1 0 0,-1-1-1 0 0,0 0 1 0 0,0 1-1 0 0,0-1 1 0 0,0 0 0 0 0,0 1-1 0 0,0-1 1 0 0,0 0-1 0 0,0 1 1 0 0,0-1-1 0 0,-1 0 1 0 0,1 1 0 0 0,-1-1-1 0 0,-1-2 1 0 0,1-1-7 0 0,0 0 0 0 0,-1 0 0 0 0,1 0 0 0 0,-1 1 0 0 0,0-1 0 0 0,-1 1 1 0 0,1-1-1 0 0,-1 1 0 0 0,0 0 0 0 0,0 0 0 0 0,-6-6 0 0 0,-7 0-949 0 0,0 1-3454 0 0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1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43 388 0 0,'-3'-16'3201'0'0,"2"14"-3033"0"0,-1 0 0 0 0,1 0 0 0 0,-1 0 0 0 0,1 1 0 0 0,-1-1 0 0 0,1 0 0 0 0,-1 1 0 0 0,0-1 0 0 0,0 1 0 0 0,0 0 0 0 0,0 0 0 0 0,0-1 0 0 0,0 1 0 0 0,0 0 0 0 0,0 1 0 0 0,0-1 0 0 0,0 0 0 0 0,-1 1 0 0 0,1-1 0 0 0,0 1 0 0 0,-4-1 0 0 0,0 1 6 0 0,1 1 0 0 0,-1-1 0 0 0,1 1-1 0 0,-1-1 1 0 0,1 2 0 0 0,0-1 0 0 0,-1 1 0 0 0,-7 3-1 0 0,11-5-143 0 0,1 1-1 0 0,-1 0 0 0 0,1 0 1 0 0,-1 0-1 0 0,1 0 0 0 0,-1 0 1 0 0,1 0-1 0 0,-1 0 0 0 0,1 0 1 0 0,0 1-1 0 0,0-1 0 0 0,0 0 1 0 0,0 1-1 0 0,0-1 0 0 0,0 1 1 0 0,0-1-1 0 0,0 1 0 0 0,0 0 1 0 0,1-1-1 0 0,-1 1 0 0 0,1 0 1 0 0,-1 0-1 0 0,1-1 0 0 0,0 1 1 0 0,0 0-1 0 0,0 0 0 0 0,0-1 0 0 0,0 1 1 0 0,0 0-1 0 0,0 0 0 0 0,0-1 1 0 0,1 1-1 0 0,-1 0 0 0 0,1 0 1 0 0,-1-1-1 0 0,1 1 0 0 0,1 3 1 0 0,4 7 49 0 0,0-1 0 0 0,0 0 0 0 0,1 0 0 0 0,10 12 0 0 0,-4-5 15 0 0,14 43 118 0 0,-20-43-139 0 0,-6-16 15 0 0,-1 0-53 0 0,0-1-34 0 0,0-1 0 0 0,0 0 0 0 0,0 0 0 0 0,0 0 0 0 0,0 0 0 0 0,0 0 0 0 0,0 0 0 0 0,0 1 0 0 0,0-1 0 0 0,0 0 0 0 0,0 0 0 0 0,0 0-1 0 0,0 0 1 0 0,0 1 0 0 0,0-1 0 0 0,0 0 0 0 0,0 0 0 0 0,0 0 0 0 0,0 0 0 0 0,0 0 0 0 0,0 1 0 0 0,0-1 0 0 0,0 0 0 0 0,0 0 0 0 0,0 0 0 0 0,0 0 0 0 0,0 0 0 0 0,0 1 0 0 0,1-1 0 0 0,-1 0 0 0 0,0 0 0 0 0,0 0-1 0 0,0 0 1 0 0,0 0 0 0 0,0 0 0 0 0,0 0 0 0 0,0 0 0 0 0,1 0 0 0 0,-1 1 0 0 0,0-1 0 0 0,0 0 0 0 0,0 0 0 0 0,0 0 0 0 0,0 0 0 0 0,1 0 0 0 0,-1 0 0 0 0,0 0 0 0 0,0 0 0 0 0,0 0 0 0 0,0 0 0 0 0,1 0 0 0 0,-1 0 0 0 0,0 0-1 0 0,0 0 1 0 0,0 0 0 0 0,0 0 0 0 0,0 0 0 0 0,1 0 0 0 0,-1 0 0 0 0,0-1 0 0 0,0 1 0 0 0,0 0 0 0 0,0 0 0 0 0,0 0 0 0 0,0 0 0 0 0,1 0 0 0 0,-1 0 0 0 0,0 0 0 0 0,0-1 0 0 0,25-15-4 0 0,46-23 1 0 0,-60 34 56 0 0,0 1 0 0 0,0-1 0 0 0,1 2-1 0 0,-1 0 1 0 0,1 0 0 0 0,0 1 0 0 0,19-1 0 0 0,-29 3 18 0 0,0 0-17 0 0,0 1 0 0 0,0 0 1 0 0,0 0-1 0 0,-1 0 1 0 0,1 1-1 0 0,0-1 0 0 0,0 0 1 0 0,-1 1-1 0 0,1-1 0 0 0,0 1 1 0 0,-1-1-1 0 0,0 1 1 0 0,1 0-1 0 0,-1 0 0 0 0,0 0 1 0 0,0 0-1 0 0,0-1 0 0 0,0 1 1 0 0,0 1-1 0 0,0-1 0 0 0,0 2 1 0 0,-1-2 73 0 0,-30 33-4624 0 0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1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57 125 8797 0 0,'15'-30'1737'0'0,"20"-55"0"0"0,-37 76 931 0 0,-38 223-1922 0 0,0-10-319 0 0,29-140-311 0 0,6-44-71 0 0,2-1 0 0 0,0 0 1 0 0,1 1-1 0 0,1 0 0 0 0,3 39 0 0 0,-2-58-40 0 0,0 0-1 0 0,0 1 1 0 0,0-1 0 0 0,1 1-1 0 0,-1-1 1 0 0,0 1 0 0 0,1-1-1 0 0,-1 0 1 0 0,1 1 0 0 0,-1-1 0 0 0,1 0-1 0 0,0 1 1 0 0,-1-1 0 0 0,1 0-1 0 0,0 0 1 0 0,0 0 0 0 0,0 0 0 0 0,0 0-1 0 0,0 0 1 0 0,0 0 0 0 0,0 0-1 0 0,0 0 1 0 0,1 0 0 0 0,-1-1-1 0 0,3 2 1 0 0,-2-1-1 0 0,0-1 0 0 0,0 0 0 0 0,1 0-1 0 0,-1 0 1 0 0,0-1 0 0 0,0 1 0 0 0,1 0-1 0 0,-1-1 1 0 0,0 1 0 0 0,0-1 0 0 0,0 0 0 0 0,0 0-1 0 0,0 0 1 0 0,4-2 0 0 0,2-2 8 0 0,1-1 1 0 0,-1 0-1 0 0,0 0 1 0 0,-1-1-1 0 0,0 0 0 0 0,10-12 1 0 0,8-30 11 0 0,-12 24-146 0 0,-11 26 74 0 0,-4 16 35 0 0,1-12-56 0 0,1 0 0 0 0,0 0 0 0 0,1-1 0 0 0,-1 1 0 0 0,1 0 0 0 0,0 0 0 0 0,0-1 0 0 0,0 1 0 0 0,1 0 0 0 0,0-1 0 0 0,0 0 0 0 0,0 1 0 0 0,0-1 0 0 0,6 7 0 0 0,9 7-9066 0 0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2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20 212 0 0,'8'-4'821'0'0,"1"1"1"0"0,0 0-1 0 0,0 1 0 0 0,0-1 0 0 0,0 2 1 0 0,1-1-1 0 0,-1 1 0 0 0,12 1 0 0 0,-11 1-1164 0 0,1 0 0 0 0,-1 1 0 0 0,0 0 0 0 0,12 4 0 0 0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2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26 424 0 0,'-12'-11'1904'0'0,"6"3"424"0"0,0 1-7 0 0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2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49 1124 0 0,'37'-43'10201'0'0,"-32"38"-9382"0"0,-2 7 1645 0 0,-1 14-2243 0 0,-2-1 0 0 0,0 1 0 0 0,0-1 0 0 0,-2 1 0 0 0,0-1 1 0 0,-6 22-1 0 0,-3 37 205 0 0,-14 77 200 0 0,22-137-580 0 0,-1-1-426 0 0,-1 0 1 0 0,0 0 0 0 0,-1-1 0 0 0,0 0 0 0 0,-1 0 0 0 0,-15 19 0 0 0,21-29-451 0 0,-3 2-212 0 0,1-2-632 0 0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3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36 184 0 0,'-1'-1'225'0'0,"1"0"1"0"0,0 1-1 0 0,-1-1 1 0 0,1 0-1 0 0,0 1 0 0 0,-1-1 1 0 0,1 0-1 0 0,0 0 1 0 0,0 0-1 0 0,0 1 0 0 0,0-1 1 0 0,0 0-1 0 0,0 0 1 0 0,0 0-1 0 0,0 1 0 0 0,0-1 1 0 0,0 0-1 0 0,0 0 1 0 0,0 1-1 0 0,1-1 0 0 0,-1 0 1 0 0,0 0-1 0 0,0 1 1 0 0,1-1-1 0 0,-1 0 0 0 0,1 0 1 0 0,-1 1-1 0 0,1-1 1 0 0,-1 1-1 0 0,1-1 0 0 0,0 0 1 0 0,1-1-28 0 0,0 1 1 0 0,1 0 0 0 0,-1 0 0 0 0,0 0-1 0 0,1 0 1 0 0,-1 0 0 0 0,1 0-1 0 0,-1 1 1 0 0,1-1 0 0 0,3 1-1 0 0,66 0 434 0 0,-70 1-455 0 0,108-1 690 0 0,-81-1-671 0 0,0 1-1 0 0,1 1 0 0 0,34 6 0 0 0,-61-7-177 0 0,1 1 1 0 0,-1-1-1 0 0,0 1 0 0 0,0 0 0 0 0,0 0 1 0 0,0 0-1 0 0,0 0 0 0 0,0 0 0 0 0,-1 1 1 0 0,1 0-1 0 0,2 1 0 0 0,-3-1-8 0 0,-1 0 0 0 0,0-1-1 0 0,0 1 1 0 0,0 0 0 0 0,-1 0 0 0 0,1 0-1 0 0,0 0 1 0 0,-1 0 0 0 0,1 0 0 0 0,-1 0-1 0 0,0 0 1 0 0,1 3 0 0 0,2 14 32 0 0,-2-15-34 0 0,1 1 0 0 0,0-1 0 0 0,0 0 0 0 0,0 0 0 0 0,0-1 0 0 0,1 1 0 0 0,-1 0 0 0 0,1-1 0 0 0,0 1 0 0 0,0-1 0 0 0,1 0 0 0 0,-1 0 0 0 0,1 0 0 0 0,-1-1 0 0 0,1 1 0 0 0,0-1-1 0 0,0 0 1 0 0,0 0 0 0 0,0 0 0 0 0,1 0 0 0 0,-1-1 0 0 0,0 0 0 0 0,1 1 0 0 0,-1-2 0 0 0,1 1 0 0 0,8 0 0 0 0,-8 0 42 0 0,0-1 0 0 0,1 1 0 0 0,-1-1 0 0 0,1 0-1 0 0,-1 0 1 0 0,1-1 0 0 0,-1 0 0 0 0,1 0 0 0 0,-1 0 0 0 0,0 0 0 0 0,0-1 0 0 0,1 0-1 0 0,-1 0 1 0 0,0-1 0 0 0,-1 1 0 0 0,1-1 0 0 0,0 0 0 0 0,-1 0 0 0 0,0-1 0 0 0,1 1-1 0 0,6-8 1 0 0,-10 9-33 0 0,0 0-1 0 0,0 0 0 0 0,0 0 0 0 0,0 0 1 0 0,-1 0-1 0 0,1 0 0 0 0,0 0 0 0 0,-1 0 1 0 0,0 0-1 0 0,1-1 0 0 0,-1 1 0 0 0,0 0 1 0 0,0 0-1 0 0,0 0 0 0 0,0 0 0 0 0,0 0 1 0 0,-1-1-1 0 0,1 1 0 0 0,-1 0 0 0 0,0 0 1 0 0,1 0-1 0 0,-1 0 0 0 0,0 0 0 0 0,0 0 1 0 0,0 0-1 0 0,0 1 0 0 0,0-1 0 0 0,-1 0 1 0 0,1 0-1 0 0,-1 1 0 0 0,1-1 0 0 0,-1 1 1 0 0,1-1-1 0 0,-1 1 0 0 0,0 0 1 0 0,0 0-1 0 0,0 0 0 0 0,-2-2 0 0 0,-3-1-228 0 0,0 0-1 0 0,0 1 0 0 0,0 0 1 0 0,-1 0-1 0 0,0 0 1 0 0,1 1-1 0 0,-1 0 0 0 0,0 0 1 0 0,-10 0-1 0 0,-34 7-5827 0 0,26-2 2549 0 0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4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338 291 508 0 0,'1'-4'423'0'0,"0"0"-1"0"0,0 0 1 0 0,-1-1-1 0 0,0 1 1 0 0,1 0-1 0 0,-2 0 1 0 0,1 0 0 0 0,-1-5-1 0 0,0-4 559 0 0,0 12-913 0 0,0 0 0 0 0,1 0-1 0 0,-1 0 1 0 0,0 0 0 0 0,0 0-1 0 0,1 0 1 0 0,-1 0-1 0 0,0 0 1 0 0,0 0 0 0 0,0 0-1 0 0,0 0 1 0 0,0 1 0 0 0,0-1-1 0 0,0 0 1 0 0,-1 1-1 0 0,1-1 1 0 0,0 1 0 0 0,0-1-1 0 0,0 1 1 0 0,-1-1 0 0 0,1 1-1 0 0,0 0 1 0 0,0 0-1 0 0,-1 0 1 0 0,1 0 0 0 0,0 0-1 0 0,-1 0 1 0 0,1 0-1 0 0,-2 0 1 0 0,-25 1 318 0 0,15 1-104 0 0,-7 2 14 0 0,-1 1-1 0 0,1 1 0 0 0,0 1 1 0 0,0 1-1 0 0,-35 19 0 0 0,47-23-211 0 0,0 1 0 0 0,0 0 0 0 0,1 1-1 0 0,-1-1 1 0 0,1 2 0 0 0,1-1 0 0 0,-1 1 0 0 0,1 0 0 0 0,0 0-1 0 0,0 0 1 0 0,1 1 0 0 0,0 0 0 0 0,1 0 0 0 0,-1 1 0 0 0,-4 15-1 0 0,8-21-57 0 0,0 0 0 0 0,1 0 0 0 0,0 0-1 0 0,0 0 1 0 0,-1 0 0 0 0,2 1-1 0 0,-1-1 1 0 0,0 0 0 0 0,1 0 0 0 0,-1 0-1 0 0,1 0 1 0 0,0 0 0 0 0,0 0 0 0 0,0 0-1 0 0,1 0 1 0 0,-1-1 0 0 0,1 1 0 0 0,-1 0-1 0 0,1-1 1 0 0,0 1 0 0 0,0-1-1 0 0,0 1 1 0 0,0-1 0 0 0,0 0 0 0 0,1 0-1 0 0,-1 0 1 0 0,1 0 0 0 0,-1-1 0 0 0,1 1-1 0 0,0-1 1 0 0,0 1 0 0 0,0-1-1 0 0,0 0 1 0 0,5 1 0 0 0,-2 0 14 0 0,0 0-1 0 0,0 0 1 0 0,0-1-1 0 0,0 0 1 0 0,0 0 0 0 0,0-1-1 0 0,0 1 1 0 0,1-1 0 0 0,-1-1-1 0 0,0 1 1 0 0,0-1-1 0 0,0 0 1 0 0,0-1 0 0 0,0 1-1 0 0,0-1 1 0 0,11-5-1 0 0,-8 0-25 0 0,1 0 0 0 0,-1 0 0 0 0,-1-1 0 0 0,1 0 0 0 0,-1 0 0 0 0,-1-1 0 0 0,0 0 0 0 0,0-1 0 0 0,-1 1 0 0 0,0-1 0 0 0,0 0 0 0 0,-1-1 0 0 0,-1 0 0 0 0,1 1 0 0 0,-2-1-1 0 0,0-1 1 0 0,0 1 0 0 0,-1 0 0 0 0,0-1 0 0 0,-1 1 0 0 0,0-1 0 0 0,-1 0 0 0 0,-1 1 0 0 0,1-1 0 0 0,-2 1 0 0 0,0-1 0 0 0,0 1 0 0 0,-1 0 0 0 0,0 0 0 0 0,-8-17 0 0 0,-14-11-76 0 0,24 38 50 0 0,1 3 3 0 0,1 0 10 0 0,0 0-1 0 0,0 0 1 0 0,0 0 0 0 0,0 0 0 0 0,0 0-1 0 0,1 0 1 0 0,-1 0 0 0 0,0 0-1 0 0,1 0 1 0 0,0-1 0 0 0,-1 1 0 0 0,1-1-1 0 0,0 1 1 0 0,0-1 0 0 0,0 0-1 0 0,0 1 1 0 0,0-1 0 0 0,0 0 0 0 0,4 1-1 0 0,48 19 13 0 0,-51-20-13 0 0,26 8 7 0 0,1-1 0 0 0,0-1 0 0 0,0-2 1 0 0,55 2-1 0 0,-65-6-3 0 0,0-2 0 0 0,0 0 1 0 0,0-1-1 0 0,0-2 0 0 0,0 0 0 0 0,-1 0 1 0 0,0-2-1 0 0,26-11 0 0 0,-39 14-2 0 0,1-1 1 0 0,-1 0-1 0 0,0 0 0 0 0,-1 0 0 0 0,1-1 1 0 0,-1 0-1 0 0,1 0 0 0 0,-1 0 0 0 0,8-12 0 0 0,-11 15-3 0 0,-1-1-1 0 0,1 0 1 0 0,-1 1-1 0 0,0-1 1 0 0,1 0 0 0 0,-1 0-1 0 0,0 1 1 0 0,-1-1-1 0 0,1 0 1 0 0,0 0-1 0 0,-1 0 1 0 0,0 0-1 0 0,0 0 1 0 0,0 0-1 0 0,0 0 1 0 0,0 0-1 0 0,0 0 1 0 0,-1 0-1 0 0,1 0 1 0 0,-1 0-1 0 0,0 0 1 0 0,0 0-1 0 0,0 0 1 0 0,0 1 0 0 0,-1-1-1 0 0,1 0 1 0 0,-1 1-1 0 0,0-1 1 0 0,-3-3-1 0 0,3 4 0 0 0,1 0-1 0 0,-1 0 0 0 0,1 1 1 0 0,-1-1-1 0 0,0 0 1 0 0,0 1-1 0 0,0 0 0 0 0,0-1 1 0 0,0 1-1 0 0,0 0 1 0 0,0 0-1 0 0,0 0 1 0 0,-1 0-1 0 0,1 1 0 0 0,0-1 1 0 0,0 0-1 0 0,-1 1 1 0 0,1 0-1 0 0,-1 0 0 0 0,1-1 1 0 0,0 1-1 0 0,-1 1 1 0 0,1-1-1 0 0,0 0 0 0 0,-1 1 1 0 0,1-1-1 0 0,0 1 1 0 0,-1-1-1 0 0,1 1 0 0 0,0 0 1 0 0,0 0-1 0 0,0 0 1 0 0,0 0-1 0 0,0 1 0 0 0,0-1 1 0 0,0 0-1 0 0,0 1 1 0 0,-2 2-1 0 0,-3 2-3 0 0,0 1 0 0 0,1 0 0 0 0,0 0 0 0 0,0 0 0 0 0,0 1-1 0 0,1 0 1 0 0,1 0 0 0 0,-6 10 0 0 0,-8 33 1 0 0,3 1 1 0 0,1 0-1 0 0,-11 103 0 0 0,-16 59 27 0 0,24-145-14 0 0,11-38 7 0 0,-2-1 0 0 0,-1 0 0 0 0,-1-1-1 0 0,-2 0 1 0 0,-27 50 0 0 0,35-72-7 0 0,-1-1-1 0 0,0 0 1 0 0,-1 0-1 0 0,0-1 1 0 0,0 1 0 0 0,0-1-1 0 0,0-1 1 0 0,-1 1-1 0 0,1-1 1 0 0,-1 0-1 0 0,0-1 1 0 0,-1 1 0 0 0,1-2-1 0 0,0 1 1 0 0,-1-1-1 0 0,-13 3 1 0 0,17-5-3 0 0,0 1 0 0 0,0-1 0 0 0,0 0 0 0 0,1 0 0 0 0,-1-1 0 0 0,0 1 0 0 0,0-1 0 0 0,0 0 0 0 0,1 0 0 0 0,-1 0 0 0 0,0 0 0 0 0,1-1 0 0 0,0 1-1 0 0,-1-1 1 0 0,1 0 0 0 0,0 0 0 0 0,-1 0 0 0 0,1 0 0 0 0,0-1 0 0 0,1 1 0 0 0,-1-1 0 0 0,0 0 0 0 0,1 0 0 0 0,0 0 0 0 0,-1 0 0 0 0,1 0 0 0 0,0-1 0 0 0,1 1 0 0 0,-1 0 0 0 0,1-1 0 0 0,-1 0 0 0 0,1 1 0 0 0,0-1 0 0 0,0 0 0 0 0,1 1 0 0 0,-1-6 0 0 0,-1-2-3 0 0,2-1 0 0 0,-1 1 0 0 0,1 0 0 0 0,1-1 1 0 0,0 1-1 0 0,1-1 0 0 0,0 1 0 0 0,0 0 0 0 0,1 0 0 0 0,1 0 0 0 0,0 1 1 0 0,0-1-1 0 0,8-12 0 0 0,2-1-19 0 0,1 1 1 0 0,0 0-1 0 0,2 1 1 0 0,27-27-1 0 0,-33 38-124 0 0,2 0 1 0 0,-1 1-1 0 0,1 0 0 0 0,0 1 0 0 0,1 1 1 0 0,0 0-1 0 0,1 1 0 0 0,-1 0 0 0 0,1 1 1 0 0,1 1-1 0 0,21-5 0 0 0,3 3-1661 0 0,0 1-1 0 0,0 2 1 0 0,53 2-1 0 0,-51 3-679 0 0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5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21 284 0 0,'-2'-21'8999'0'0,"-12"49"-8542"0"0,1 0 1 0 0,2 1-1 0 0,-10 41 0 0 0,-19 102 399 0 0,33-135-688 0 0,-10 58 331 0 0,17-93-434 0 0,-1 3 74 0 0,1-1-122 0 0,2-5 803 0 0,32-49-651 0 0,43-47 0 0 0,-64 81-151 0 0,2 1 0 0 0,0 1 0 0 0,1 0 0 0 0,0 1 0 0 0,1 1 0 0 0,1 1 1 0 0,21-11-1 0 0,-38 21-20 0 0,1 0 0 0 0,-1 1 0 0 0,1-1 0 0 0,-1 0 0 0 0,1 1 1 0 0,-1 0-1 0 0,1-1 0 0 0,-1 1 0 0 0,1 0 0 0 0,0 0 1 0 0,-1 0-1 0 0,1 0 0 0 0,-1 0 0 0 0,1 0 0 0 0,0 0 0 0 0,-1 1 1 0 0,1-1-1 0 0,-1 0 0 0 0,1 1 0 0 0,-1-1 0 0 0,1 1 0 0 0,2 1 1 0 0,-1 1 1 0 0,0-1 0 0 0,-1 1 1 0 0,1 0-1 0 0,0 0 1 0 0,-1 0-1 0 0,1 0 1 0 0,-1 1-1 0 0,0-1 0 0 0,0 1 1 0 0,1 3-1 0 0,13 28-111 0 0,26 49 207 0 0,-37-77-545 0 0,-1 0 0 0 0,1-1 0 0 0,1 0 1 0 0,-1 0-1 0 0,11 8 0 0 0,-12-13 51 0 0,0 1 0 0 0,0-1 0 0 0,0 0-1 0 0,0 0 1 0 0,1 0 0 0 0,-1 0 0 0 0,0-1 0 0 0,0 0-1 0 0,1 0 1 0 0,-1 0 0 0 0,0 0 0 0 0,1-1 0 0 0,-1 0 0 0 0,0 0-1 0 0,0 0 1 0 0,1 0 0 0 0,-1 0 0 0 0,6-4 0 0 0,6-2-1766 0 0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5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16 130 852 0 0,'9'-8'286'0'0,"-1"0"1"0"0,-1 0-1 0 0,1-1 0 0 0,-1 0 1 0 0,9-17-1 0 0,-13 21 123 0 0,-1 0 1 0 0,0 0-1 0 0,0 0 1 0 0,-1 0-1 0 0,1 0 0 0 0,-1 0 1 0 0,0-1-1 0 0,-1 1 1 0 0,1-6-1 0 0,-1 11-388 0 0,-1 0 1 0 0,1-1-1 0 0,0 1 1 0 0,0 0-1 0 0,-1-1 1 0 0,1 1-1 0 0,0 0 1 0 0,-1-1-1 0 0,1 1 1 0 0,0 0-1 0 0,-1 0 1 0 0,1-1-1 0 0,0 1 1 0 0,-1 0-1 0 0,1 0 0 0 0,-1 0 1 0 0,1-1-1 0 0,-1 1 1 0 0,1 0-1 0 0,0 0 1 0 0,-1 0-1 0 0,1 0 1 0 0,-1 0-1 0 0,1 0 1 0 0,-1 0-1 0 0,1 0 1 0 0,0 0-1 0 0,-1 0 1 0 0,1 0-1 0 0,-1 0 1 0 0,1 1-1 0 0,-1-1 0 0 0,1 0 1 0 0,0 0-1 0 0,-1 0 1 0 0,1 0-1 0 0,-1 1 1 0 0,1-1-1 0 0,0 0 1 0 0,-1 0-1 0 0,1 1 1 0 0,0-1-1 0 0,-1 1 1 0 0,-22 11 391 0 0,21-11-430 0 0,-2 2 71 0 0,0 1 0 0 0,1 0 0 0 0,-1 0-1 0 0,1 0 1 0 0,-1 1 0 0 0,1-1-1 0 0,1 1 1 0 0,-1 0 0 0 0,1 0 0 0 0,-1 0-1 0 0,1 0 1 0 0,1 0 0 0 0,-1 0 0 0 0,1 1-1 0 0,0-1 1 0 0,0 0 0 0 0,1 1 0 0 0,-1-1-1 0 0,1 1 1 0 0,0-1 0 0 0,1 1-1 0 0,-1-1 1 0 0,1 0 0 0 0,2 8 0 0 0,-2-7-20 0 0,1 0 1 0 0,0 1-1 0 0,0-2 1 0 0,0 1-1 0 0,1 0 1 0 0,-1 0-1 0 0,1-1 1 0 0,1 1 0 0 0,-1-1-1 0 0,1 0 1 0 0,0 0-1 0 0,0 0 1 0 0,1-1-1 0 0,-1 0 1 0 0,1 1-1 0 0,0-1 1 0 0,0-1-1 0 0,0 1 1 0 0,9 4 0 0 0,-12-8-27 0 0,0 1-1 0 0,0-1 1 0 0,1 1 0 0 0,-1-1 0 0 0,0 0 0 0 0,0 1 0 0 0,0-1 0 0 0,0 0 0 0 0,0 0 0 0 0,0-1 0 0 0,0 1 0 0 0,0 0 0 0 0,0-1-1 0 0,1 1 1 0 0,-1-1 0 0 0,-1 0 0 0 0,1 0 0 0 0,0 0 0 0 0,0 0 0 0 0,0 0 0 0 0,0 0 0 0 0,-1 0 0 0 0,1 0 0 0 0,0-1 0 0 0,-1 1-1 0 0,1-1 1 0 0,-1 1 0 0 0,0-1 0 0 0,1 0 0 0 0,-1 1 0 0 0,0-1 0 0 0,0 0 0 0 0,1-3 0 0 0,1 0 23 0 0,0-1 0 0 0,-1 1 0 0 0,0-1 0 0 0,0 0 0 0 0,-1 1 0 0 0,1-1 0 0 0,-1 0 0 0 0,0 0 0 0 0,-1 0 0 0 0,1-6 0 0 0,-2 4 63 0 0,0 1 0 0 0,0 0-1 0 0,0 0 1 0 0,-1 1 0 0 0,0-1-1 0 0,-1 0 1 0 0,-4-9 0 0 0,-14-9-1212 0 0,20 24 650 0 0,-1 0 1 0 0,0 0-1 0 0,0 0 1 0 0,0 0-1 0 0,0 0 1 0 0,-1 0-1 0 0,1 0 1 0 0,0 1-1 0 0,0-1 1 0 0,0 1-1 0 0,-1 0 1 0 0,-2-1-1 0 0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6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7 372 0 0,'0'-6'7804'0'0,"-10"128"-5910"0"0,-48 215-1 0 0,42-260-1590 0 0,10-51-162 0 0,-1-1 0 0 0,-2 0 0 0 0,-22 46 0 0 0,24-55-478 0 0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36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16 848 0 0,'0'0'2647'0'0,"4"-1"-1878"0"0,24-3 179 0 0,-1 1 1 0 0,1 1-1 0 0,53 3 1 0 0,18 0 395 0 0,98-8 107 0 0,-211 12-3017 0 0,-4 5-2732 0 0,2-6 1489 0 0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41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29 484 0 0,'-65'-23'5814'0'0,"63"22"-5296"0"0,-17-4 4208 0 0,78 13-4343 0 0,99 1 0 0 0,27 3-76 0 0,-150-8-285 0 0,14 2 249 0 0,-49-6-268 0 0,0 0-1 0 0,0 0 1 0 0,0 0-1 0 0,0 0 0 0 0,0 0 1 0 0,0 0-1 0 0,-1 0 1 0 0,1 0-1 0 0,0 0 0 0 0,0 0 1 0 0,0 1-1 0 0,0-1 0 0 0,0 0 1 0 0,0 0-1 0 0,0 0 1 0 0,-1 0-1 0 0,1 0 0 0 0,0 0 1 0 0,0 0-1 0 0,0 0 1 0 0,0 0-1 0 0,0 0 0 0 0,0 0 1 0 0,0 0-1 0 0,0 0 1 0 0,0 1-1 0 0,0-1 0 0 0,0 0 1 0 0,-1 0-1 0 0,1 0 0 0 0,0 0 1 0 0,0 0-1 0 0,0 0 1 0 0,0 0-1 0 0,0 1 0 0 0,0-1 1 0 0,0 0-1 0 0,0 0 1 0 0,0 0-1 0 0,0 0 0 0 0,0 0 1 0 0,0 0-1 0 0,0 0 0 0 0,0 1 1 0 0,0-1-1 0 0,0 0 1 0 0,0 0-1 0 0,0 0 0 0 0,0 0 1 0 0,1 0-1 0 0,-1 0 1 0 0,-36 5 33 0 0,-10-3 262 0 0,-1-2 0 0 0,1-2-1 0 0,-79-13 1 0 0,124 15-49 0 0,11 1-1064 0 0,0 1 223 0 0,0 0 0 0 0,0 0 0 0 0,-1 1 0 0 0,15 7-1 0 0,10 2-4127 0 0,-7-5 1335 0 0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45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43 117 212 0 0,'0'0'1698'0'0,"-24"-26"4675"0"0,5 25-2378 0 0,596-82-3083 0 0,-551 82-889 0 0,18-3 43 0 0,-43 4-52 0 0,8-1 239 0 0,-16 7-3850 0 0,-8 1 3286 0 0,-4-4-4539 0 0,2-2 2158 0 0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45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21 536 0 0,'0'0'936'0'0,"-2"-20"6657"0"0,9 373-3740 0 0,-6-304-3687 0 0,1 3-1305 0 0,1-19-2921 0 0,-2-29 1075 0 0,4 3 229 0 0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46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5 748 0 0,'8'-4'6053'0'0,"-4"22"-5594"0"0,-1 0 0 0 0,-1 0 1 0 0,0 0-1 0 0,-1 1 0 0 0,-2 22 0 0 0,1 25 273 0 0,0-65-724 0 0,1 23 319 0 0,1 0-1 0 0,1-1 0 0 0,1 1 0 0 0,13 44 1 0 0,-17-67-314 0 0,0-1 1 0 0,1 1-1 0 0,-1 0 0 0 0,0-1 1 0 0,0 1-1 0 0,1-1 0 0 0,-1 1 1 0 0,0 0-1 0 0,1-1 1 0 0,-1 1-1 0 0,0-1 0 0 0,1 1 1 0 0,-1-1-1 0 0,1 0 1 0 0,-1 1-1 0 0,1-1 0 0 0,-1 1 1 0 0,1-1-1 0 0,0 0 1 0 0,-1 1-1 0 0,1-1 0 0 0,-1 0 1 0 0,1 0-1 0 0,0 0 1 0 0,-1 1-1 0 0,1-1 0 0 0,-1 0 1 0 0,1 0-1 0 0,0 0 0 0 0,-1 0 1 0 0,1 0-1 0 0,0 0 1 0 0,-1 0-1 0 0,1 0 0 0 0,0 0 1 0 0,-1 0-1 0 0,1-1 1 0 0,-1 1-1 0 0,2 0 0 0 0,27-24 181 0 0,15-38-89 0 0,61-132 39 0 0,-105 193-147 0 0,1 1 1 0 0,-1-1-1 0 0,1 0 1 0 0,-1 1-1 0 0,1-1 1 0 0,0 1-1 0 0,-1-1 1 0 0,1 1-1 0 0,0-1 1 0 0,0 1-1 0 0,-1-1 1 0 0,1 1-1 0 0,0 0 1 0 0,0-1-1 0 0,0 1 1 0 0,0 0-1 0 0,-1 0 1 0 0,1 0-1 0 0,0-1 1 0 0,0 1-1 0 0,0 0 1 0 0,0 0-1 0 0,0 0 1 0 0,-1 0-1 0 0,1 1 1 0 0,0-1-1 0 0,0 0 1 0 0,1 1-1 0 0,31 10 6 0 0,-11-3-6 0 0,11-4 13 0 0,0-1 1 0 0,0-1-1 0 0,0-2 0 0 0,35-4 0 0 0,-54 3-2 0 0,0-1 1 0 0,0-1-1 0 0,-1 0 0 0 0,1-1 1 0 0,-1 0-1 0 0,0-1 0 0 0,0 0 0 0 0,-1-1 1 0 0,1-1-1 0 0,-1 0 0 0 0,-1-1 1 0 0,14-10-1 0 0,-24 17-6 0 0,0 0 0 0 0,0 0 1 0 0,0 1-1 0 0,0-1 0 0 0,0 0 1 0 0,0 0-1 0 0,0 0 0 0 0,0 0 1 0 0,0 0-1 0 0,0-1 0 0 0,-1 1 0 0 0,1 0 1 0 0,0 0-1 0 0,-1 0 0 0 0,1-1 1 0 0,-1 1-1 0 0,1 0 0 0 0,-1-1 1 0 0,1-1-1 0 0,-2 3 5 0 0,0-1 1 0 0,1 1 0 0 0,-1-1-1 0 0,1 1 1 0 0,-1-1-1 0 0,1 1 1 0 0,-1 0-1 0 0,0-1 1 0 0,1 1 0 0 0,-1 0-1 0 0,0 0 1 0 0,1-1-1 0 0,-1 1 1 0 0,0 0-1 0 0,0 0 1 0 0,1 0 0 0 0,-1 0-1 0 0,0 0 1 0 0,1 0-1 0 0,-1 0 1 0 0,0 0 0 0 0,0 0-1 0 0,1 0 1 0 0,-2 1-1 0 0,-6 0 65 0 0,0 1 0 0 0,0 0 0 0 0,0 0 0 0 0,1 0 0 0 0,-13 7 0 0 0,12-5 1 0 0,1 1-1 0 0,0 0 1 0 0,0 0-1 0 0,0 1 1 0 0,0 0-1 0 0,1 0 0 0 0,0 1 1 0 0,0-1-1 0 0,1 1 1 0 0,-8 13-1 0 0,11-16-53 0 0,0 0 0 0 0,0-1 0 0 0,1 1 0 0 0,0 0 0 0 0,0 0 0 0 0,0 0 0 0 0,0 0 0 0 0,1 1 0 0 0,-1-1 0 0 0,1 0 0 0 0,0 0 0 0 0,0 0 0 0 0,1 0 0 0 0,-1 0 0 0 0,1 1-1 0 0,0-1 1 0 0,0 0 0 0 0,0 0 0 0 0,1-1 0 0 0,-1 1 0 0 0,1 0 0 0 0,0 0 0 0 0,0-1 0 0 0,4 6 0 0 0,5 5-434 0 0,0 0-1 0 0,0-1 1 0 0,25 21-1 0 0,19 3-6350 0 0,-29-26 3108 0 0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48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534 143 32 0 0,'15'-31'2102'0'0,"-8"18"-1043"0"0,0-1-1 0 0,-1-1 1 0 0,4-17 0 0 0,-9 31-1004 0 0,-1 0 0 0 0,0-1 0 0 0,0 1 0 0 0,0 0 1 0 0,0-1-1 0 0,0 1 0 0 0,0 0 0 0 0,0 0 0 0 0,0-1 1 0 0,0 1-1 0 0,-1 0 0 0 0,1 0 0 0 0,0-1 0 0 0,-1 1 1 0 0,1 0-1 0 0,-1 0 0 0 0,0 0 0 0 0,1 0 0 0 0,-1-1 1 0 0,0 1-1 0 0,0 0 0 0 0,0 0 0 0 0,1 1 1 0 0,-1-1-1 0 0,0 0 0 0 0,0 0 0 0 0,0 0 0 0 0,-1 0 1 0 0,1 1-1 0 0,0-1 0 0 0,0 1 0 0 0,0-1 0 0 0,0 1 1 0 0,-1-1-1 0 0,1 1 0 0 0,0 0 0 0 0,0-1 0 0 0,-1 1 1 0 0,1 0-1 0 0,0 0 0 0 0,0 0 0 0 0,-1 0 0 0 0,1 0 1 0 0,0 0-1 0 0,-2 1 0 0 0,-9-1 35 0 0,0 1 0 0 0,0 0 0 0 0,-19 5 0 0 0,25-4 82 0 0,-31 5 97 0 0,0 2 1 0 0,0 2-1 0 0,1 2 0 0 0,1 1 1 0 0,0 1-1 0 0,1 2 0 0 0,0 2 1 0 0,2 1-1 0 0,-56 45 0 0 0,81-59-206 0 0,1-1 0 0 0,0 1-1 0 0,1 1 1 0 0,0-1 0 0 0,0 1-1 0 0,0 0 1 0 0,0 0 0 0 0,1 0 0 0 0,1 1-1 0 0,-1 0 1 0 0,1 0 0 0 0,-4 16-1 0 0,6-20-39 0 0,1 0-1 0 0,0 0 0 0 0,0 1 0 0 0,0-1 0 0 0,1 0 1 0 0,-1 1-1 0 0,1-1 0 0 0,0 0 0 0 0,0 0 0 0 0,1 0 0 0 0,-1 0 1 0 0,1 0-1 0 0,0 0 0 0 0,0 0 0 0 0,0-1 0 0 0,0 1 0 0 0,1-1 1 0 0,0 1-1 0 0,-1-1 0 0 0,1 0 0 0 0,0 0 0 0 0,1 0 0 0 0,-1 0 1 0 0,0-1-1 0 0,1 1 0 0 0,0-1 0 0 0,3 2 0 0 0,8 4 8 0 0,0-1-1 0 0,1 0 0 0 0,-1-1 0 0 0,1-1 1 0 0,0 0-1 0 0,1-2 0 0 0,-1 0 1 0 0,1 0-1 0 0,22 0 0 0 0,1-3 37 0 0,0-1-1 0 0,70-12 1 0 0,-81 9-37 0 0,-1-2 0 0 0,0-1 1 0 0,0-2-1 0 0,-1 0 0 0 0,42-21 1 0 0,-69 29-45 0 0,10-6 47 0 0,-10 7-38 0 0,1 1-1 0 0,0-1 1 0 0,-1 1-1 0 0,1-1 0 0 0,-1 1 1 0 0,1-1-1 0 0,-1 1 1 0 0,1 0-1 0 0,-1-1 1 0 0,1 1-1 0 0,-1 0 0 0 0,0-1 1 0 0,1 1-1 0 0,-1 0 1 0 0,0-1-1 0 0,0 1 1 0 0,1 0-1 0 0,-1 0 0 0 0,0-1 1 0 0,0 1-1 0 0,0 0 1 0 0,0 0-1 0 0,0 0 1 0 0,0-1-1 0 0,0 1 0 0 0,0 0 1 0 0,0 0-1 0 0,-1-1 1 0 0,1 1-1 0 0,0 1 1 0 0,0-1 7 0 0,0 1 0 0 0,0-1 1 0 0,0 1-1 0 0,0-1 1 0 0,1 0-1 0 0,-1 1 1 0 0,1-1-1 0 0,-1 0 0 0 0,1 1 1 0 0,-1-1-1 0 0,1 0 1 0 0,0 0-1 0 0,0 0 1 0 0,0 1-1 0 0,0-1 0 0 0,-1 0 1 0 0,1 0-1 0 0,1 0 1 0 0,-1 0-1 0 0,0-1 1 0 0,0 1-1 0 0,2 1 0 0 0,2 1 3 0 0,-1-1-1 0 0,1-1 0 0 0,-1 1 0 0 0,1 0 0 0 0,0-1 0 0 0,9 1 0 0 0,-2-1 3 0 0,0 0 0 0 0,-1-1 0 0 0,1 0-1 0 0,0-1 1 0 0,12-2 0 0 0,-24 3-6 0 0,45-16 53 0 0,-44 16-52 0 0,1-1 1 0 0,-1 0-1 0 0,1 1 1 0 0,-1-1 0 0 0,0 0-1 0 0,0 0 1 0 0,1 0 0 0 0,-1 0-1 0 0,0 0 1 0 0,0 0-1 0 0,0 0 1 0 0,0 0 0 0 0,0-1-1 0 0,0 1 1 0 0,0 0 0 0 0,-1 0-1 0 0,1-1 1 0 0,0 1 0 0 0,-1-1-1 0 0,1 1 1 0 0,-1-1-1 0 0,1 1 1 0 0,-1-1 0 0 0,0 1-1 0 0,0-1 1 0 0,1 1 0 0 0,-1-1-1 0 0,0 1 1 0 0,0-1-1 0 0,-1 1 1 0 0,1-1 0 0 0,0 1-1 0 0,-1-2 1 0 0,-1-1-3 0 0,1 0 0 0 0,-1 0 0 0 0,0 0 1 0 0,-1 0-1 0 0,1 0 0 0 0,-1 1 0 0 0,0 0 0 0 0,1-1 0 0 0,-1 1 1 0 0,-1 0-1 0 0,1 0 0 0 0,0 0 0 0 0,-1 1 0 0 0,0 0 0 0 0,1-1 0 0 0,-1 1 1 0 0,0 0-1 0 0,0 1 0 0 0,0-1 0 0 0,0 1 0 0 0,-1-1 0 0 0,-3 0 1 0 0,5 2-3 0 0,0-1-129 0 0,0 1 0 0 0,1 0 0 0 0,-1-1 0 0 0,0 1-1 0 0,1 1 1 0 0,-1-1 0 0 0,0 0 0 0 0,1 1 0 0 0,-1-1 0 0 0,0 1 0 0 0,1 0 0 0 0,-1 0 0 0 0,1 0 0 0 0,-1 0 0 0 0,1 0-1 0 0,0 0 1 0 0,-1 1 0 0 0,1-1 0 0 0,0 1 0 0 0,0-1 0 0 0,0 1 0 0 0,0 0 0 0 0,-3 4 0 0 0,5 5-1945 0 0,3-6-1815 0 0,5 5 1031 0 0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49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4 540 0 0,'12'-3'2294'0'0,"-9"3"-2192"0"0,0 0 0 0 0,0 1 0 0 0,0-1 0 0 0,0 1-1 0 0,0 0 1 0 0,0 0 0 0 0,0 0 0 0 0,0 1 0 0 0,0-1 0 0 0,-1 1 0 0 0,1-1-1 0 0,-1 1 1 0 0,1 0 0 0 0,-1 0 0 0 0,0 0 0 0 0,1 0 0 0 0,-1 0-1 0 0,0 1 1 0 0,0-1 0 0 0,-1 1 0 0 0,1-1 0 0 0,0 1 0 0 0,-1 0 0 0 0,2 3-1 0 0,-1 0 20 0 0,0-1-1 0 0,-1 1 1 0 0,1 0-1 0 0,-1 0 1 0 0,-1-1-1 0 0,1 1 1 0 0,-1 0-1 0 0,0 0 1 0 0,0 0-1 0 0,-1 0 0 0 0,-2 10 1 0 0,3-14 0 0 0,0-3-79 0 0,0 0 0 0 0,0 1 0 0 0,0-1 0 0 0,0 0 0 0 0,0 0 0 0 0,0 0 0 0 0,0 0 0 0 0,1 0 0 0 0,-1 0 0 0 0,0 0 0 0 0,0 1 0 0 0,1-1 0 0 0,-1 0 0 0 0,1 0 0 0 0,-1 0 0 0 0,1 1 0 0 0,-1-1 1 0 0,1 0-1 0 0,-1 1 0 0 0,1-1 0 0 0,0 0 0 0 0,-1 1 0 0 0,1-1 0 0 0,1 0 0 0 0,36-33 222 0 0,-24 23-225 0 0,0 1 1 0 0,0 1 0 0 0,32-16-1 0 0,-44 24-24 0 0,1 0 0 0 0,-1 1 0 0 0,1-1-1 0 0,-1 0 1 0 0,1 1 0 0 0,-1-1 0 0 0,1 1 0 0 0,0 0 0 0 0,-1 0-1 0 0,1 0 1 0 0,0 0 0 0 0,-1 0 0 0 0,1 1 0 0 0,-1-1 0 0 0,1 1 0 0 0,0 0-1 0 0,-1 0 1 0 0,1 0 0 0 0,-1 0 0 0 0,0 0 0 0 0,1 0 0 0 0,-1 1-1 0 0,0-1 1 0 0,0 1 0 0 0,0-1 0 0 0,0 1 0 0 0,0 0 0 0 0,0 0-1 0 0,0 0 1 0 0,-1 0 0 0 0,1 0 0 0 0,-1 0 0 0 0,1 0 0 0 0,-1 1-1 0 0,0-1 1 0 0,2 5 0 0 0,-1-2-28 0 0,-1 0 0 0 0,0 0 0 0 0,0 0 0 0 0,0 0 0 0 0,0 0 0 0 0,-1 0 0 0 0,1 0 0 0 0,-2 0 0 0 0,1 1-1 0 0,0-1 1 0 0,-1 0 0 0 0,0 0 0 0 0,0 0 0 0 0,-1 0 0 0 0,1 0 0 0 0,-1 0 0 0 0,0-1 0 0 0,-3 7 0 0 0,-4 6-5234 0 0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49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0 308 0 0,'0'0'1796'0'0,"25"20"56"0"0,-23-14-1610 0 0,0 1 1 0 0,-1-1 0 0 0,1 1 0 0 0,-1 0 0 0 0,-1 0-1 0 0,0 0 1 0 0,0 0 0 0 0,0-1 0 0 0,0 1-1 0 0,-1 0 1 0 0,-2 8 0 0 0,-1 14 106 0 0,3-27-239 0 0,-3 11 1279 0 0,4-14-1358 0 0,1-1 0 0 0,-1 1 0 0 0,1 0 0 0 0,0 0 0 0 0,-1 0 0 0 0,1 0 0 0 0,0 0 0 0 0,0 0 0 0 0,0 0 0 0 0,0 0 0 0 0,0 0 0 0 0,0 0 0 0 0,0 0 0 0 0,0 0 0 0 0,0 0 0 0 0,0 1 0 0 0,1-1 1 0 0,4-4-6 0 0,8-5 12 0 0,0-1 0 0 0,1 2 0 0 0,-1 0 0 0 0,2 0 0 0 0,-1 2 0 0 0,1 0 0 0 0,1 0 0 0 0,-1 2 0 0 0,30-7 0 0 0,-43 12-40 0 0,0 0 0 0 0,0 0 0 0 0,0 1 0 0 0,-1-1 0 0 0,1 1 0 0 0,0 0 0 0 0,0 0-1 0 0,-1-1 1 0 0,1 2 0 0 0,0-1 0 0 0,-1 0 0 0 0,1 0 0 0 0,-1 1 0 0 0,0 0 0 0 0,1-1 0 0 0,-1 1 0 0 0,3 4 0 0 0,0-2 3 0 0,-1 1 0 0 0,0 1 0 0 0,0-1 0 0 0,0 0 0 0 0,-1 1 0 0 0,6 11 0 0 0,-9-16-17 0 0,3 6-5 0 0,0 0 1 0 0,0 0-1 0 0,0-1 1 0 0,1 1-1 0 0,0-1 1 0 0,7 9-1 0 0,-8-13-303 0 0,-1 0-1 0 0,1 0 1 0 0,0 0 0 0 0,0 0-1 0 0,-1 0 1 0 0,1-1 0 0 0,0 1-1 0 0,1-1 1 0 0,-1 0 0 0 0,0 0-1 0 0,0 0 1 0 0,0-1 0 0 0,1 1-1 0 0,-1-1 1 0 0,0 1 0 0 0,1-1-1 0 0,-1 0 1 0 0,5-1 0 0 0,16 0-1550 0 0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0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40 416 0 0,'-2'2'5557'0'0,"-15"27"-5073"0"0,17-27-453 0 0,0 0 0 0 0,0 0 1 0 0,0-1-1 0 0,0 1 0 0 0,0 0 1 0 0,0 0-1 0 0,0 0 0 0 0,1-1 1 0 0,-1 1-1 0 0,1 0 1 0 0,-1 0-1 0 0,1-1 0 0 0,0 1 1 0 0,0-1-1 0 0,-1 1 0 0 0,1-1 1 0 0,0 1-1 0 0,1-1 0 0 0,-1 1 1 0 0,0-1-1 0 0,0 0 0 0 0,1 1 1 0 0,-1-1-1 0 0,0 0 1 0 0,1 0-1 0 0,-1 0 0 0 0,1 0 1 0 0,0 0-1 0 0,-1-1 0 0 0,3 2 1 0 0,0 0 12 0 0,0 0-1 0 0,0 0 1 0 0,0 0 0 0 0,0-1 0 0 0,0 1 0 0 0,1-1 0 0 0,-1 0 0 0 0,0-1 0 0 0,1 1 0 0 0,-1-1 0 0 0,0 1 0 0 0,6-2-1 0 0,-8 1 2 0 0,1-1-1 0 0,-1 1 1 0 0,0-1-1 0 0,0 0 1 0 0,0 0-1 0 0,0 0 1 0 0,0 0-1 0 0,0 0 1 0 0,0 0-1 0 0,0-1 1 0 0,0 1-1 0 0,0-1 1 0 0,-1 1-1 0 0,1-1 1 0 0,0 0-1 0 0,-1 0 1 0 0,0 1-1 0 0,1-1 1 0 0,-1 0-1 0 0,0 0 1 0 0,0 0-1 0 0,0-1 1 0 0,0 1-1 0 0,0 0 1 0 0,-1 0-1 0 0,1 0 1 0 0,0-5-1 0 0,-1 2 52 0 0,1 0-1 0 0,-1 0 0 0 0,-1 0 0 0 0,1 0 0 0 0,0 0 1 0 0,-1 0-1 0 0,0 0 0 0 0,-1 0 0 0 0,1 1 0 0 0,-1-1 1 0 0,1 0-1 0 0,-5-6 0 0 0,5 10-115 0 0,1 0 0 0 0,-1 0 0 0 0,0 0 1 0 0,1 0-1 0 0,-1 0 0 0 0,0 1 0 0 0,0-1 0 0 0,1 0 0 0 0,-1 1 1 0 0,0-1-1 0 0,0 0 0 0 0,0 1 0 0 0,0-1 0 0 0,0 1 1 0 0,0-1-1 0 0,0 1 0 0 0,0 0 0 0 0,0-1 0 0 0,0 1 0 0 0,0 0 1 0 0,0 0-1 0 0,0 0 0 0 0,0 0 0 0 0,0 0 0 0 0,-1 0 0 0 0,1 0 1 0 0,0 0-1 0 0,-1 0 0 0 0,-24 10-5291 0 0,26-9 5014 0 0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0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17 664 0 0,'4'-11'1711'0'0,"-4"11"-1623"0"0,0-1 0 0 0,0 1 0 0 0,0 0 0 0 0,0 0 0 0 0,0 0 0 0 0,0 0 0 0 0,0 0-1 0 0,0-1 1 0 0,0 1 0 0 0,0 0 0 0 0,0 0 0 0 0,0 0 0 0 0,0 0 0 0 0,0-1 0 0 0,0 1 0 0 0,0 0-1 0 0,0 0 1 0 0,0 0 0 0 0,0 0 0 0 0,0-1 0 0 0,1 1 0 0 0,-1 0 0 0 0,0 0 0 0 0,0 0-1 0 0,0 0 1 0 0,0 0 0 0 0,0-1 0 0 0,0 1 0 0 0,0 0 0 0 0,1 0 0 0 0,-1 0 0 0 0,0 0 0 0 0,0 0-1 0 0,0 0 1 0 0,0 0 0 0 0,0 0 0 0 0,1 0 0 0 0,-1 0 0 0 0,0 0 0 0 0,0 0 0 0 0,0-1-1 0 0,0 1 1 0 0,1 0 0 0 0,-1 0 0 0 0,0 0 0 0 0,0 0 0 0 0,0 0 0 0 0,0 0 0 0 0,1 1 0 0 0,-1-1-1 0 0,0 0 1 0 0,0 0 0 0 0,0 0 0 0 0,0 0 0 0 0,0 0 0 0 0,1 0 0 0 0,-1 0 0 0 0,0 0-1 0 0,0 0 1 0 0,0 0 0 0 0,0 0 0 0 0,0 1 0 0 0,1-1 0 0 0,-1 0 0 0 0,0 0 0 0 0,0 0 0 0 0,0 0-1 0 0,11 38 642 0 0,-2 1 0 0 0,-1 0-1 0 0,-2 0 1 0 0,2 66-1 0 0,-3-33-209 0 0,-3-55-527 0 0,0 0 0 0 0,-1-1 0 0 0,-1 1 0 0 0,-1 0 1 0 0,0-1-1 0 0,-1 1 0 0 0,-1 0 0 0 0,-7 24 0 0 0,-1-32-1456 0 0,-2-12-4931 0 0,-6-6 3816 0 0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1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1 613 592 0 0,'0'0'558'0'0,"15"-13"894"0"0,47 2-30 0 0,124-8-1 0 0,-90 11-999 0 0,-67 6-183 0 0,-4 0 142 0 0,0 0-1 0 0,0-1 1 0 0,-1-2-1 0 0,1 0 1 0 0,-1-2 0 0 0,24-10-1 0 0,-37 5 2809 0 0,-14 14-3185 0 0,-2 1 38 0 0,1-1 1 0 0,-1 1-1 0 0,1 0 0 0 0,0 1 0 0 0,0-1 0 0 0,0 1 1 0 0,0 0-1 0 0,-4 6 0 0 0,7-9 11 0 0,-5 3-12 0 0,4-2 55 0 0,7-3 500 0 0,58-14-514 0 0,-61 14-69 0 0,25 8 18 0 0,-10 0-25 0 0,-12-5-3 0 0,1 1 0 0 0,0 0 0 0 0,-1-1 0 0 0,1 0 1 0 0,0-1-1 0 0,0 1 0 0 0,0-1 0 0 0,0 0 0 0 0,0-1 1 0 0,0 1-1 0 0,0-1 0 0 0,0-1 0 0 0,0 1 0 0 0,10-2 1 0 0,2-5 1 0 0,0 1 0 0 0,-1-2 1 0 0,0 0-1 0 0,-1-2 1 0 0,1 1-1 0 0,-2-2 1 0 0,0 0-1 0 0,0-1 0 0 0,-1 0 1 0 0,0-1-1 0 0,17-22 1 0 0,-18 19-6 0 0,0-1 0 0 0,-2 0 0 0 0,0 0 0 0 0,0-1 0 0 0,-2-1-1 0 0,0 0 1 0 0,-2 0 0 0 0,0 0 0 0 0,-1-1 0 0 0,5-25 0 0 0,-9 35-7 0 0,-1 0 1 0 0,1-1-1 0 0,-1 1 0 0 0,-1 0 0 0 0,0 0 1 0 0,-1-1-1 0 0,0 1 0 0 0,0 0 0 0 0,-1 0 1 0 0,0 0-1 0 0,-1 0 0 0 0,0 0 0 0 0,-1 1 1 0 0,0-1-1 0 0,-9-15 0 0 0,12 24 5 0 0,1 0 0 0 0,-1 0 0 0 0,0-1 0 0 0,1 1 0 0 0,-1 0 0 0 0,0 0 0 0 0,0 0 0 0 0,0 0 0 0 0,0 0 0 0 0,0 0 0 0 0,0 0 0 0 0,0 1 0 0 0,0-1 0 0 0,0 0 0 0 0,0 0 0 0 0,0 1 0 0 0,0-1 0 0 0,-1 1 0 0 0,1-1 0 0 0,0 1 0 0 0,-2-1 0 0 0,-1 1-10 0 0,3-1-7 0 0,-2 2 4 0 0,-2 1 19 0 0,0 0 1 0 0,1 1-1 0 0,0-1 1 0 0,-1 1-1 0 0,1 0 1 0 0,0 0-1 0 0,0 0 1 0 0,1 0-1 0 0,-1 1 1 0 0,1-1-1 0 0,0 1 1 0 0,-1 0 0 0 0,2 0-1 0 0,-1 1 1 0 0,0-1-1 0 0,1 0 1 0 0,0 1-1 0 0,0-1 1 0 0,0 1-1 0 0,1 0 1 0 0,-1 0-1 0 0,0 6 1 0 0,-4 13 67 0 0,2 1-1 0 0,0 1 1 0 0,0 28 0 0 0,3-22-11 0 0,1-1 1 0 0,1 1 0 0 0,7 37-1 0 0,-6-57-38 0 0,1 0 0 0 0,0-1 0 0 0,0 1 0 0 0,1-1 0 0 0,1 0 0 0 0,-1 0 0 0 0,2 0 0 0 0,0-1-1 0 0,0 0 1 0 0,1 0 0 0 0,13 15 0 0 0,-17-22-10 0 0,0 0 1 0 0,0-1-1 0 0,0 1 0 0 0,0-1 0 0 0,1 0 0 0 0,-1 0 0 0 0,1 0 0 0 0,0-1 0 0 0,-1 1 0 0 0,1-1 0 0 0,0 0 1 0 0,0 0-1 0 0,0 0 0 0 0,0 0 0 0 0,0-1 0 0 0,0 0 0 0 0,0 1 0 0 0,7-2 0 0 0,2-1 258 0 0,0-1 0 0 0,0 0 0 0 0,0 0 0 0 0,13-7 0 0 0,-13 6 210 0 0,0-9 1095 0 0,-7 3-4149 0 0,-31 3-10006 0 0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1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81 176 0 0,'1'-16'2318'0'0,"23"-41"3463"0"0,-23 56-5031 0 0,0-1-406 0 0,-1 2-357 0 0,0 0 0 0 0,0 0 0 0 0,0 0 0 0 0,-1-1 0 0 0,1 1 0 0 0,0 0 0 0 0,0 0 0 0 0,0 0 0 0 0,0 0 0 0 0,0 0 0 0 0,0 0-1 0 0,0-1 1 0 0,0 1 0 0 0,1 0 0 0 0,-1 0 0 0 0,0 0 0 0 0,0 0 0 0 0,0 0 0 0 0,0-1 0 0 0,0 1 0 0 0,0 0 0 0 0,0 0 0 0 0,0 0 0 0 0,0 0-1 0 0,0 0 1 0 0,0 0 0 0 0,0 0 0 0 0,0 0 0 0 0,1-1 0 0 0,-1 1 0 0 0,0 0 0 0 0,0 0 0 0 0,0 0 0 0 0,0 0 0 0 0,0 0 0 0 0,0 0 0 0 0,1 0 0 0 0,-1 0-1 0 0,0 0 1 0 0,0 0 0 0 0,0 0 0 0 0,0 0 0 0 0,0 0 0 0 0,0 0 0 0 0,1 0 0 0 0,-1 0 0 0 0,0 0 0 0 0,0 0 0 0 0,0 0 0 0 0,0 0 0 0 0,0 0 0 0 0,1 0-1 0 0,-1 0 1 0 0,0 0 0 0 0,0 0 0 0 0,0 0 0 0 0,0 0 0 0 0,0 0 0 0 0,0 0 0 0 0,1 0 0 0 0,-1 1 0 0 0,2 2-424 0 0,2 5-66 0 0,-3 2-2772 0 0,-1 2 831 0 0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2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51 16 0 0,'-20'-39'6661'0'0,"20"37"-6215"0"0,-13-7 1070 0 0,2 10-1268 0 0,1 1 0 0 0,-1 0 0 0 0,1 0 0 0 0,0 1 0 0 0,0 1 0 0 0,0 0 0 0 0,0 0 0 0 0,1 1 0 0 0,-1 0 0 0 0,1 1 0 0 0,1-1 0 0 0,-1 2 0 0 0,1 0 0 0 0,0 0 0 0 0,-9 10-1 0 0,16-17-238 0 0,1 1 0 0 0,-1-1 0 0 0,1 0-1 0 0,-1 1 1 0 0,1-1 0 0 0,-1 1-1 0 0,1-1 1 0 0,0 0 0 0 0,-1 1 0 0 0,1-1-1 0 0,-1 1 1 0 0,1-1 0 0 0,0 1-1 0 0,-1 0 1 0 0,1-1 0 0 0,0 1 0 0 0,0-1-1 0 0,0 1 1 0 0,-1-1 0 0 0,1 1-1 0 0,0 0 1 0 0,0-1 0 0 0,0 1 0 0 0,0 0-1 0 0,0-1 1 0 0,0 1 0 0 0,0-1-1 0 0,0 1 1 0 0,0 0 0 0 0,0-1 0 0 0,1 1-1 0 0,-1 0 1 0 0,0-1 0 0 0,0 1-1 0 0,1-1 1 0 0,-1 1 0 0 0,0-1 0 0 0,0 1-1 0 0,1-1 1 0 0,-1 1 0 0 0,1-1-1 0 0,-1 1 1 0 0,0-1 0 0 0,1 1 0 0 0,-1-1-1 0 0,1 0 1 0 0,-1 1 0 0 0,1-1-1 0 0,0 0 1 0 0,-1 1 0 0 0,1-1 0 0 0,-1 0-1 0 0,1 0 1 0 0,-1 1 0 0 0,1-1-1 0 0,0 0 1 0 0,-1 0 0 0 0,1 0 0 0 0,-1 0-1 0 0,1 0 1 0 0,0 0 0 0 0,-1 0-1 0 0,1 0 1 0 0,0 0 0 0 0,-1 0 0 0 0,1 0-1 0 0,0-1 1 0 0,36-1 149 0 0,65-44 47 0 0,-97 44-203 0 0,-4 1-5 0 0,0 0 1 0 0,1 0-1 0 0,-1 0 1 0 0,1 0-1 0 0,-1 0 0 0 0,1 0 1 0 0,-1 1-1 0 0,1-1 1 0 0,0 0-1 0 0,-1 1 0 0 0,1-1 1 0 0,0 1-1 0 0,0 0 1 0 0,-1 0-1 0 0,1-1 0 0 0,0 1 1 0 0,0 0-1 0 0,-1 0 1 0 0,1 1-1 0 0,0-1 1 0 0,0 0-1 0 0,-1 1 0 0 0,1-1 1 0 0,0 1-1 0 0,-1-1 1 0 0,1 1-1 0 0,-1 0 0 0 0,1 0 1 0 0,-1-1-1 0 0,1 1 1 0 0,-1 0-1 0 0,1 1 0 0 0,0 0 1 0 0,2 3 5 0 0,-1-3-4 0 0,4 1-1 0 0,-5-2-3 0 0,4 9 74 0 0,0-7-59 0 0,-5-2 0 0 0,57-23 45 0 0,-43 17-67 0 0,1 1-1 0 0,0 0 1 0 0,31-2-1 0 0,-45 6-3 0 0,-1 0 2 0 0,29 24-21 0 0,-29-22 61 0 0,0-1 0 0 0,1 1 0 0 0,-1-1-1 0 0,1 0 1 0 0,-1 1 0 0 0,1-1 0 0 0,0 0-1 0 0,-1 0 1 0 0,1 0 0 0 0,0 0-1 0 0,0 0 1 0 0,0-1 0 0 0,3 2 0 0 0,21 5 164 0 0,5 2-1561 0 0,-9-8-5575 0 0,-6-2 3720 0 0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2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14 412 0 0,'14'-7'980'0'0,"-6"3"724"0"0,8 1-540 0 0,0 5-1052 0 0,1 1-1072 0 0,-10 1-464 0 0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6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6 307 216 0 0,'0'0'7898'0'0,"-5"-5"-7258"0"0,8 2 2135 0 0,31-6-2454 0 0,2 0 18 0 0,60-23 1 0 0,-88 29-308 0 0,1-1 0 0 0,-1 1 0 0 0,-1-2 1 0 0,1 1-1 0 0,-1-1 0 0 0,1 0 1 0 0,-1-1-1 0 0,-1 0 0 0 0,1 0 0 0 0,-1 0 1 0 0,0-1-1 0 0,-1 0 0 0 0,6-8 1 0 0,-10 14-24 0 0,0-1 1 0 0,0 1 0 0 0,-1 0 0 0 0,1-1 0 0 0,0 1-1 0 0,-1-1 1 0 0,1 1 0 0 0,0-1 0 0 0,-1 1 0 0 0,0-1 0 0 0,1 0-1 0 0,-1 1 1 0 0,0-1 0 0 0,0 1 0 0 0,0-1 0 0 0,0 0 0 0 0,0 1-1 0 0,0-1 1 0 0,-1 1 0 0 0,1-1 0 0 0,-1 1 0 0 0,0-4-1 0 0,0 4-3 0 0,0 0 0 0 0,0 0-1 0 0,-1 0 1 0 0,1 0 0 0 0,0 0-1 0 0,-1 0 1 0 0,1 0-1 0 0,0 1 1 0 0,-1-1 0 0 0,1 0-1 0 0,-1 1 1 0 0,1-1 0 0 0,-1 1-1 0 0,1-1 1 0 0,-1 1 0 0 0,0 0-1 0 0,1 0 1 0 0,-3 0-1 0 0,-5 0 4 0 0,-1 0-1 0 0,1 1 0 0 0,-1 0 1 0 0,1 0-1 0 0,-1 1 1 0 0,-11 5-1 0 0,18-6-4 0 0,0 0-1 0 0,-1 0 1 0 0,1 0-1 0 0,0 1 1 0 0,0-1 0 0 0,0 1-1 0 0,0 0 1 0 0,0 0 0 0 0,0 0-1 0 0,1 0 1 0 0,-1 0 0 0 0,1 1-1 0 0,-1-1 1 0 0,1 1 0 0 0,0 0-1 0 0,0 0 1 0 0,0-1 0 0 0,0 1-1 0 0,1 1 1 0 0,-1-1-1 0 0,1 0 1 0 0,0 0 0 0 0,0 0-1 0 0,-1 7 1 0 0,2-8-1 0 0,0 1 0 0 0,1 0 0 0 0,-1 0 0 0 0,1 0 0 0 0,0-1 0 0 0,0 1 0 0 0,0 0 0 0 0,0-1 1 0 0,0 1-1 0 0,0 0 0 0 0,1-1 0 0 0,0 0 0 0 0,-1 1 0 0 0,1-1 0 0 0,0 0 0 0 0,0 0 0 0 0,0 0 0 0 0,0 0 0 0 0,0 0 0 0 0,1-1 0 0 0,-1 1 0 0 0,1-1 0 0 0,-1 1 0 0 0,1-1 0 0 0,-1 0 0 0 0,1 0 0 0 0,0 0 0 0 0,-1 0 1 0 0,6 1-1 0 0,14 3 8 0 0,-1-1 1 0 0,1-1 0 0 0,-1-1 0 0 0,1 0 0 0 0,0-2 0 0 0,34-3 0 0 0,-17-2 14 0 0,0-1 0 0 0,68-21 0 0 0,-77 17-5 0 0,0-1-1 0 0,30-16 1 0 0,-53 24-16 0 0,0-1 1 0 0,0 0-1 0 0,0 0 0 0 0,-1-1 0 0 0,1 1 1 0 0,-1-1-1 0 0,-1-1 0 0 0,1 1 1 0 0,-1-1-1 0 0,0 0 0 0 0,0 0 0 0 0,0-1 1 0 0,-1 1-1 0 0,5-11 0 0 0,-8 15 7 0 0,0 0 1 0 0,-1-1-1 0 0,1 1 0 0 0,0-1 0 0 0,-1 1 0 0 0,0-1 0 0 0,0 1 0 0 0,0-1 1 0 0,0 1-1 0 0,0 0 0 0 0,0-1 0 0 0,0 1 0 0 0,-1-1 0 0 0,1 1 0 0 0,-1-1 1 0 0,0 1-1 0 0,0 0 0 0 0,0-1 0 0 0,0 1 0 0 0,0 0 0 0 0,0 0 0 0 0,-1 0 1 0 0,1 0-1 0 0,-1 0 0 0 0,1 0 0 0 0,-1 0 0 0 0,0 0 0 0 0,0 1 0 0 0,0-1 1 0 0,-4-2-1 0 0,1 1 4 0 0,-1 0 0 0 0,0 0 0 0 0,1 1 0 0 0,-1-1 0 0 0,0 1 0 0 0,0 1 0 0 0,0-1 0 0 0,0 1 0 0 0,-1 0 0 0 0,-10 0 0 0 0,15 1-12 0 0,1 0 1 0 0,-1-1-1 0 0,0 1 0 0 0,0 1 1 0 0,0-1-1 0 0,0 0 1 0 0,1 0-1 0 0,-1 0 0 0 0,0 1 1 0 0,0-1-1 0 0,1 1 0 0 0,-1 0 1 0 0,0-1-1 0 0,1 1 1 0 0,-1 0-1 0 0,0 0 0 0 0,1 0 1 0 0,-1 0-1 0 0,1 0 0 0 0,0 1 1 0 0,-1-1-1 0 0,1 0 1 0 0,0 1-1 0 0,0-1 0 0 0,-2 3 1 0 0,2-1 0 0 0,0 0 1 0 0,1 0-1 0 0,-1 0 1 0 0,1 0 0 0 0,0 0-1 0 0,0-1 1 0 0,0 1-1 0 0,0 0 1 0 0,1 0 0 0 0,-1 0-1 0 0,1 0 1 0 0,-1 0-1 0 0,1-1 1 0 0,2 5-1 0 0,2 6 13 0 0,1-1-1 0 0,0 0 0 0 0,1 0 1 0 0,0-1-1 0 0,16 19 0 0 0,79 81 89 0 0,-101-110-101 0 0,-1-1-1 0 0,1 1 1 0 0,0 0 0 0 0,0-1 0 0 0,-1 1 0 0 0,1-1 0 0 0,0 0-1 0 0,0 1 1 0 0,0-1 0 0 0,0 0 0 0 0,-1 1 0 0 0,1-1 0 0 0,0 0-1 0 0,0 0 1 0 0,0 0 0 0 0,0 1 0 0 0,0-1 0 0 0,0 0 0 0 0,0 0-1 0 0,0 0 1 0 0,-1-1 0 0 0,1 1 0 0 0,0 0 0 0 0,0 0 0 0 0,0 0-1 0 0,0-1 1 0 0,0 1 0 0 0,0-1 0 0 0,0 1-7 0 0,-1-1 0 0 0,0 1 0 0 0,1 0-1 0 0,-1 0 1 0 0,0-1 0 0 0,1 1 0 0 0,-1 0 0 0 0,0 0 0 0 0,1 0 0 0 0,-1 0-1 0 0,1 0 1 0 0,-1-1 0 0 0,0 1 0 0 0,1 0 0 0 0,-1 0 0 0 0,1 0 0 0 0,-1 0 0 0 0,0 0-1 0 0,1 0 1 0 0,-1 0 0 0 0,1 0 0 0 0,-1 0 0 0 0,0 1 0 0 0,1-1 0 0 0,-1 0-1 0 0,0 0 1 0 0,1 0 0 0 0,-1 0 0 0 0,1 0 0 0 0,-1 1 0 0 0,0-1 0 0 0,1 0-1 0 0,-1 0 1 0 0,0 1 0 0 0,0-1 0 0 0,1 0 0 0 0,-1 1 0 0 0,0-1 0 0 0,0 0 0 0 0,1 0-1 0 0,-1 1 1 0 0,0-1 0 0 0,0 1 0 0 0,0-1 0 0 0,1 0 0 0 0,-1 1 0 0 0,0-1-1 0 0,0 0 1 0 0,0 1 0 0 0,0-1 0 0 0,0 1 0 0 0,0-1 0 0 0,0 0 0 0 0,0 1 0 0 0,0-1-1 0 0,0 1 1 0 0,0-1 0 0 0,0 0 0 0 0,0 1 0 0 0,0-1 0 0 0,0 1 0 0 0,-1-1-1 0 0,1 0 1 0 0,0 1 0 0 0,0 0 0 0 0,-5 29-6 0 0,-2 1 1 0 0,0-1-1 0 0,-2-1 1 0 0,-1 1-1 0 0,-1-2 1 0 0,-2 1-1 0 0,-1-2 1 0 0,-1 1-1 0 0,-24 31 1 0 0,32-50 17 0 0,-1 0 0 0 0,0 0 0 0 0,-1-1 0 0 0,0 0 0 0 0,0-1 1 0 0,0 0-1 0 0,-1 0 0 0 0,0-1 0 0 0,-1 0 0 0 0,1-1 0 0 0,-1 0 1 0 0,-20 5-1 0 0,29-9 4 0 0,1-1 1 0 0,-1 1 0 0 0,0-1 0 0 0,0 0-1 0 0,0 0 1 0 0,0 0 0 0 0,0 0 0 0 0,0 0-1 0 0,0 0 1 0 0,0 0 0 0 0,0-1-1 0 0,0 1 1 0 0,1-1 0 0 0,-1 1 0 0 0,0-1-1 0 0,0 0 1 0 0,0 1 0 0 0,1-1 0 0 0,-1 0-1 0 0,0 0 1 0 0,1-1 0 0 0,-1 1-1 0 0,1 0 1 0 0,-1 0 0 0 0,1-1 0 0 0,0 1-1 0 0,0-1 1 0 0,-1 1 0 0 0,1-1 0 0 0,0 0-1 0 0,0 1 1 0 0,1-1 0 0 0,-1 0-1 0 0,0 0 1 0 0,0 1 0 0 0,1-1 0 0 0,-1 0-1 0 0,1 0 1 0 0,0 0 0 0 0,-1 0 0 0 0,1-2-1 0 0,0-2 9 0 0,-1 0-1 0 0,1 0 1 0 0,0 0-1 0 0,0 0 0 0 0,1 0 1 0 0,0 0-1 0 0,0 0 1 0 0,0 0-1 0 0,1 0 1 0 0,0 0-1 0 0,0 1 0 0 0,3-6 1 0 0,1 1-101 0 0,1 1 1 0 0,0 1-1 0 0,0-1 0 0 0,1 1 1 0 0,0 0-1 0 0,0 1 0 0 0,1 0 1 0 0,0 0-1 0 0,0 1 1 0 0,1 0-1 0 0,13-6 0 0 0,48-13-2628 0 0,3 14-4001 0 0,-56 11 3645 0 0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0 158 404 0 0,'0'0'1195'0'0,"1"-7"-64"0"0,-1 3-1119 0 0,1-1 523 0 0,-1 1-1 0 0,1-1 1 0 0,0 0-1 0 0,0 1 0 0 0,0-1 1 0 0,1 1-1 0 0,-1 0 1 0 0,1-1-1 0 0,3-5 1 0 0,30-53 6267 0 0,-34 61-6463 0 0,-1 1-640 0 0,0 0-1 0 0,0 0 1 0 0,0 0-1 0 0,0-1 1 0 0,0 1-1 0 0,-1 0 1 0 0,1 0-1 0 0,-1 0 1 0 0,1 0-1 0 0,0 0 1 0 0,-1 0-1 0 0,0 0 1 0 0,1 0-1 0 0,-1 0 1 0 0,0 0-1 0 0,1 0 1 0 0,-1 0-1 0 0,0 0 1 0 0,0 1-1 0 0,0-1 1 0 0,0 0-1 0 0,0 1 1 0 0,0-1 0 0 0,0 0-1 0 0,0 1 1 0 0,0-1-1 0 0,0 1 1 0 0,0-1-1 0 0,-2 1 1 0 0,2-1-43 0 0,-10-3-2940 0 0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6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76 920 0 0,'3'-19'940'0'0,"-1"11"848"0"0,-1-10-988 0 0,2 10 569 0 0,0-6 195 0 0,2 5-816 0 0,17 22-3004 0 0,-16-5-193 0 0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46 1068 0 0,'0'-4'1034'0'0,"-4"-13"211"0"0,-1-8 5913 0 0,-6 122-6152 0 0,3-1 0 0 0,6 109 0 0 0,2-141-629 0 0,0-59-306 0 0,0-3-43 0 0,0 1 1 0 0,0-1 0 0 0,0 0 0 0 0,0 0 0 0 0,0 0-1 0 0,1 0 1 0 0,-1 0 0 0 0,1 0 0 0 0,-1 1-1 0 0,1-1 1 0 0,1 3 0 0 0,-1-4 143 0 0,3-6-141 0 0,8-11-16 0 0,1 1 0 0 0,1 1 0 0 0,1 0 0 0 0,0 0 0 0 0,0 2 0 0 0,1 0 0 0 0,1 1 0 0 0,0 0 0 0 0,1 2-1 0 0,26-12 1 0 0,-40 21-25 0 0,4 1 8 0 0,-1 0 0 0 0,0 1 0 0 0,1 0 0 0 0,-1 0 0 0 0,0 0 0 0 0,0 1 0 0 0,0 0 0 0 0,-1 1 0 0 0,1-1-1 0 0,-1 1 1 0 0,0 1 0 0 0,0-1 0 0 0,0 1 0 0 0,0 0 0 0 0,-1 0 0 0 0,0 1 0 0 0,6 7 0 0 0,29 25-797 0 0,-33-33 390 0 0,46 31-2218 0 0,-14-22-3110 0 0,-25-11 2889 0 0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7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115 213 64 0 0,'2'-5'697'0'0,"-1"0"0"0"0,0-1 0 0 0,-1 1 0 0 0,1 0 0 0 0,-1 0 0 0 0,0-1 0 0 0,0 1 0 0 0,-1 0 0 0 0,1-1 0 0 0,-3-7 0 0 0,2 11-241 0 0,-14 2 1002 0 0,4 5-1122 0 0,-1 1 1 0 0,1 1 0 0 0,0-1-1 0 0,1 2 1 0 0,-14 12-1 0 0,5-6 22 0 0,17-12-270 0 0,2-1-76 0 0,0-1 1 0 0,0 1 0 0 0,0-1-1 0 0,0 1 1 0 0,0 0-1 0 0,0-1 1 0 0,0 1-1 0 0,0 0 1 0 0,1-1 0 0 0,-1 1-1 0 0,0 0 1 0 0,0-1-1 0 0,0 1 1 0 0,1-1 0 0 0,-1 1-1 0 0,0 0 1 0 0,1-1-1 0 0,-1 1 1 0 0,0-1-1 0 0,1 1 1 0 0,-1-1 0 0 0,1 1-1 0 0,-1-1 1 0 0,1 0-1 0 0,-1 1 1 0 0,1-1 0 0 0,-1 1-1 0 0,1-1 1 0 0,0 0-1 0 0,-1 0 1 0 0,1 1-1 0 0,-1-1 1 0 0,1 0 0 0 0,0 0-1 0 0,-1 0 1 0 0,1 0-1 0 0,0 1 1 0 0,0-1-1 0 0,247 6-693 0 0,-205-6 340 0 0,-33 0 316 0 0,-1 0-1 0 0,1-1 1 0 0,0 0 0 0 0,-1 0 0 0 0,0-1-1 0 0,1-1 1 0 0,-1 1 0 0 0,0-1 0 0 0,0-1 0 0 0,0 0-1 0 0,0 0 1 0 0,-1-1 0 0 0,0 0 0 0 0,0 0 0 0 0,0-1-1 0 0,0 0 1 0 0,-1 0 0 0 0,0-1 0 0 0,-1 0-1 0 0,1 0 1 0 0,-1 0 0 0 0,0-1 0 0 0,-1 0 0 0 0,0 0-1 0 0,0-1 1 0 0,4-12 0 0 0,23-68 1615 0 0,-31 88-1399 0 0,4-5 629 0 0,-26 52-732 0 0,2 1 0 0 0,2 2 1 0 0,2-1-1 0 0,3 2 0 0 0,1 0 0 0 0,3 0 1 0 0,2 1-1 0 0,0 82 0 0 0,6-132-78 0 0,0 0 1 0 0,-1 0-1 0 0,1 0 1 0 0,0 0-1 0 0,0 1 0 0 0,0-1 1 0 0,0 0-1 0 0,0 0 1 0 0,0 0-1 0 0,0 0 0 0 0,0 0 1 0 0,0 0-1 0 0,1 0 1 0 0,-1 1-1 0 0,0-1 1 0 0,1 0-1 0 0,-1 0 0 0 0,1 0 1 0 0,-1 0-1 0 0,1 0 1 0 0,-1 0-1 0 0,1 0 0 0 0,0-1 1 0 0,-1 1-1 0 0,1 0 1 0 0,1 1-1 0 0,0-3-6 0 0,-1 0 0 0 0,0 1 0 0 0,1-1 0 0 0,-1 0 0 0 0,0 0 0 0 0,0 0 1 0 0,1 0-1 0 0,-1 0 0 0 0,0-1 0 0 0,0 1 0 0 0,0 0 0 0 0,-1 0 0 0 0,1-1 0 0 0,0 1 0 0 0,1-2 0 0 0,31-68 11 0 0,-24 46-11 0 0,1 0 0 0 0,1 0 0 0 0,2 1-1 0 0,0 0 1 0 0,1 1 0 0 0,2 1 0 0 0,23-28-1 0 0,-31 43-1 0 0,-5 2-5 0 0,1 1 0 0 0,-1 1 0 0 0,1-1 0 0 0,0 0-1 0 0,0 1 1 0 0,0 0 0 0 0,1 0 0 0 0,-1 0 0 0 0,1 0-1 0 0,-1 1 1 0 0,1-1 0 0 0,0 1 0 0 0,5-1 0 0 0,-8 3-22 0 0,23 17-58 0 0,-24-15 90 0 0,0 1 0 0 0,0-1 0 0 0,0 1 0 0 0,0-1 0 0 0,0 1 0 0 0,-1 0-1 0 0,1-1 1 0 0,-1 1 0 0 0,0 0 0 0 0,0-1 0 0 0,0 1 0 0 0,0 0 0 0 0,0 0-1 0 0,-1-1 1 0 0,1 1 0 0 0,-1 0 0 0 0,0-1 0 0 0,1 1 0 0 0,-1-1 0 0 0,0 1 0 0 0,-1-1-1 0 0,1 1 1 0 0,0-1 0 0 0,-4 4 0 0 0,0 1-570 0 0,0 0 0 0 0,-1 0 1 0 0,0-1-1 0 0,0 0 0 0 0,0 0 0 0 0,-10 5 1 0 0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8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12 400 0 0,'6'-8'2040'0'0,"-6"8"-1949"0"0,0 0 1 0 0,1 0 0 0 0,-1-1 0 0 0,0 1-1 0 0,0 0 1 0 0,0 0 0 0 0,0 0-1 0 0,0 0 1 0 0,0-1 0 0 0,0 1 0 0 0,0 0-1 0 0,0 0 1 0 0,1 0 0 0 0,-1 0-1 0 0,0 0 1 0 0,0-1 0 0 0,0 1 0 0 0,0 0-1 0 0,0 0 1 0 0,1 0 0 0 0,-1 0-1 0 0,0 0 1 0 0,0 0 0 0 0,0 0-1 0 0,0 0 1 0 0,1 0 0 0 0,-1 0 0 0 0,0-1-1 0 0,0 1 1 0 0,0 0 0 0 0,1 0-1 0 0,-1 0 1 0 0,0 0 0 0 0,0 0 0 0 0,0 0-1 0 0,1 1 1 0 0,-1-1 0 0 0,0 0-1 0 0,0 0 1 0 0,0 0 0 0 0,0 0 0 0 0,1 0-1 0 0,-1 0 1 0 0,0 0 0 0 0,0 0-1 0 0,0 0 1 0 0,0 0 0 0 0,1 1-1 0 0,-1-1 1 0 0,0 0 0 0 0,0 0 0 0 0,0 0-1 0 0,0 0 1 0 0,2 19 396 0 0,-1-1-1 0 0,0 1 1 0 0,-2-1 0 0 0,0 0 0 0 0,-7 34-1 0 0,0 7 98 0 0,-8 82 744 0 0,19-147-1238 0 0,0-1 1 0 0,0 1-1 0 0,1 0 0 0 0,0 1 1 0 0,0-1-1 0 0,1 0 1 0 0,-1 1-1 0 0,9-7 0 0 0,-1 0-83 0 0,1 0 0 0 0,0 1-1 0 0,30-19 1 0 0,-24 18-1 0 0,-13 8-7 0 0,1 0 1 0 0,-1 1-1 0 0,0-1 0 0 0,1 2 1 0 0,0-1-1 0 0,0 1 0 0 0,0-1 1 0 0,0 2-1 0 0,0-1 1 0 0,12 0-1 0 0,17 4-31 0 0,-36-2 30 0 0,1 0 1 0 0,-1 1-1 0 0,1-1 0 0 0,-1 0 0 0 0,1 0 1 0 0,-1 1-1 0 0,1-1 0 0 0,-1 0 0 0 0,1 1 1 0 0,-1-1-1 0 0,1 0 0 0 0,-1 1 0 0 0,0-1 1 0 0,1 0-1 0 0,-1 1 0 0 0,0-1 0 0 0,1 1 1 0 0,-1-1-1 0 0,0 1 0 0 0,0-1 0 0 0,0 1 1 0 0,1-1-1 0 0,-1 1 0 0 0,0-1 0 0 0,0 1 0 0 0,0-1 1 0 0,0 1-1 0 0,0 0 0 0 0,0 0 0 0 0,0 1 2 0 0,-1 0 0 0 0,0-1 0 0 0,1 1 0 0 0,-1 0 0 0 0,0 0-1 0 0,0-1 1 0 0,0 1 0 0 0,-1-1 0 0 0,1 1 0 0 0,0-1-1 0 0,0 1 1 0 0,-1-1 0 0 0,1 0 0 0 0,-1 1 0 0 0,1-1-1 0 0,-1 0 1 0 0,0 0 0 0 0,-2 1 0 0 0,-17 4 223 0 0,0 0-1938 0 0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3:58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39 336 0 0,'0'0'3907'0'0,"43"19"-1527"0"0,-37-16-2228 0 0,-1 0 0 0 0,0-1 0 0 0,1 1 0 0 0,-1-1 0 0 0,1 0 0 0 0,0-1 0 0 0,0 1 0 0 0,0-1 0 0 0,0 0 0 0 0,0-1 0 0 0,0 1-1 0 0,0-1 1 0 0,0 0 0 0 0,0-1 0 0 0,0 0 0 0 0,-1 0 0 0 0,1 0 0 0 0,0 0 0 0 0,0-1 0 0 0,0 0 0 0 0,-1 0 0 0 0,1-1 0 0 0,-1 1 0 0 0,0-1 0 0 0,0 0 0 0 0,0-1 0 0 0,0 1 0 0 0,8-9 0 0 0,32-24 942 0 0,-45 36-1085 0 0,1 0 0 0 0,0-1 0 0 0,-1 1 0 0 0,1 0 0 0 0,0 0 0 0 0,-1 0 0 0 0,1 0 0 0 0,-1 0 0 0 0,1 0 0 0 0,0 0 0 0 0,-1 0 0 0 0,1 0 0 0 0,0 0 0 0 0,-1 0-1 0 0,1 0 1 0 0,-1 1 0 0 0,1-1 0 0 0,0 0 0 0 0,-1 0 0 0 0,1 1 0 0 0,-1-1 0 0 0,1 0 0 0 0,-1 1 0 0 0,1-1 0 0 0,-1 0 0 0 0,1 1 0 0 0,-1-1 0 0 0,1 1 0 0 0,-1-1 0 0 0,0 1 0 0 0,1-1 0 0 0,0 2 0 0 0,10 16 84 0 0,-8-3-63 0 0,0-1 0 0 0,-1 1-1 0 0,0-1 1 0 0,-1 1 0 0 0,-1-1 0 0 0,0 1 0 0 0,-1 0-1 0 0,-1-1 1 0 0,-6 26 0 0 0,-1-5 12 0 0,-1 0 0 0 0,-28 59 0 0 0,-112 207 702 0 0,183-324 3138 0 0,128-75-3078 0 0,126-47-209 0 0,6 19-1851 0 0,-111 48-1742 0 0,-2-2-3346 0 0,-45 17 1640 0 0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5:50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1 132 0 0,'0'0'1495'0'0,"-4"1"-726"0"0,-1 2-495 0 0,0 1 1 0 0,0-1 0 0 0,1 1 0 0 0,-1 0 0 0 0,1 0 0 0 0,0 0 0 0 0,0 0 0 0 0,1 1 0 0 0,-1 0 0 0 0,1-1 0 0 0,0 1 0 0 0,0 1-1 0 0,-3 8 1 0 0,-32 88 1755 0 0,28-73-1381 0 0,-70 247 2807 0 0,76-262-3221 0 0,4-12-221 0 0,-1-1 0 0 0,1 0 0 0 0,0 1 0 0 0,0-1 0 0 0,-1 0 0 0 0,1 0 0 0 0,-1 1 0 0 0,1-1 0 0 0,-1 0 0 0 0,1 0 0 0 0,-1 1-1 0 0,0-1 1 0 0,0 0 0 0 0,0 0 0 0 0,1 0 0 0 0,-1 0 0 0 0,0 0 0 0 0,0 0 0 0 0,-2 0 0 0 0,3 0-107 0 0,-1-1-1 0 0,1 0 0 0 0,-1 0 1 0 0,0 0-1 0 0,1 0 1 0 0,-1 0-1 0 0,0 0 0 0 0,1 0 1 0 0,-1 0-1 0 0,0 0 1 0 0,1 0-1 0 0,-1 0 0 0 0,1 0 1 0 0,-1 0-1 0 0,0 0 1 0 0,1-1-1 0 0,-1 1 0 0 0,1 0 1 0 0,-1 0-1 0 0,0-1 1 0 0,1 1-1 0 0,-1 0 0 0 0,1-1 1 0 0,-1 1-1 0 0,1-1 1 0 0,-1 1-1 0 0,1-1 0 0 0,0 1 1 0 0,-1-1-1 0 0,1 1 1 0 0,-1-1-1 0 0,1 1 0 0 0,0-1 1 0 0,-1 1-1 0 0,1-1 1 0 0,0 0-1 0 0,0 1 0 0 0,0-1 1 0 0,0 1-1 0 0,-1-1 1 0 0,1 0-1 0 0,-8-37-4194 0 0,7 16 1658 0 0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5:51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89 212,'3'-8'367,"0"0"0,1 0 0,0 0 0,0 0 0,1 1 1,0 0-1,7-8 0,-9 13-267,-1 0 0,1 0 0,-1 0 0,1 0 1,-1 1-1,1 0 0,0-1 0,0 1 0,0 0 1,0 0-1,0 1 0,0-1 0,0 0 0,0 1 0,0 0 1,0 0-1,0 0 0,0 0 0,0 0 0,0 1 1,0-1-1,0 1 0,5 1 0,14 7 147,0 0-1,-1 1 0,0 1 1,0 1-1,22 17 0,53 30-584,-85-53-150,0-1 1,0-1-1,1 0 0,0 0 0,-1-2 0,1 1 0,16 0 0,-1-3-1086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5:51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0 220,'-5'1'703,"-15"2"11,1 1-1,-1 1 1,1 1 0,0 0 0,-22 11-1,32-13-497,-1 1-1,1 0 0,0 1 1,0 0-1,0 0 0,1 1 1,0 0-1,0 0 0,1 1 1,0 0-1,-12 16 0,19-22-251,-1-1-1,0 0 0,0 0 0,1 0 0,-1 1 1,0-1-1,1 0 0,0 1 0,-1-1 0,1 0 0,0 1 1,-1-1-1,1 0 0,0 1 0,0-1 0,0 1 1,0-1-1,0 0 0,1 1 0,-1-1 0,0 1 0,1-1 1,-1 0-1,1 1 0,-1-1 0,1 0 0,1 3 1,-1-4-44,1 1 1,-1 0-1,1-1 1,-1 0-1,1 1 1,-1-1-1,1 0 1,-1 0-1,1 1 1,-1-1-1,1 0 1,0-1-1,-1 1 1,1 0-1,-1 0 1,1-1-1,-1 1 1,3-2-1,28-9-1289,-14 3-101,4-3 113</inkml:trace>
  <inkml:trace contextRef="#ctx0" brushRef="#br0" timeOffset="1">145 129 2680,'100'-47'1352,"-98"46"-720,16 21 886,-18-8-1225,1 0 0,-2 1-1,0-1 1,0 0 0,-1 0 0,0 1 0,-7 15 0,-3 29 238,11-50-644,-3 51 76,5-55-494,-1 0 0,1 0 0,0 0 0,0 0 0,0 0 0,0 0 0,0 0 0,0 0 0,4 3 0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5:52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1 136,'-7'4'312,"0"1"-1,0 0 1,0 0-1,1 0 1,0 1-1,0 0 1,0 1 0,1-1-1,0 1 1,0 0-1,1 0 1,-1 1 0,2-1-1,-4 10 1,5-12-190,1 0 0,0 1 0,0-1 0,0 0 0,1 1 1,0-1-1,0 1 0,0-1 0,1 0 0,0 1 0,0-1 1,0 0-1,1 1 0,-1-1 0,1 0 0,1 0 0,-1 0 0,1-1 1,-1 1-1,1 0 0,1-1 0,-1 0 0,5 5 0,-5-6-72,1 1-1,0-1 0,-1 0 1,1 0-1,0-1 0,0 1 1,1-1-1,-1 0 0,0 0 0,1 0 1,-1-1-1,1 1 0,0-1 1,-1 0-1,1 0 0,0-1 1,0 0-1,-1 0 0,1 0 1,0 0-1,0-1 0,0 1 1,-1-1-1,1 0 0,0-1 0,-1 1 1,1-1-1,-1 0 0,0 0 1,0 0-1,1-1 0,-1 0 1,5-5-1,-5 6-6,0-1 0,0 0 0,-1-1 0,1 1 0,-1-1 0,0 1 0,0-1 0,-1 0 0,1 0 0,-1 0 1,1-1-1,-2 1 0,1 0 0,0-1 0,-1 1 0,0-1 0,0 0 0,0 1 0,0-1 0,-1 0 0,0 0 0,0 0 0,0 1 0,0-1 0,-1 0 0,0 0 0,0 1 0,0-1 0,-1 1 0,1-1 1,-1 1-1,0-1 0,-4-5 0,4 8-51,0 0 1,1 0-1,-1 0 1,0 0-1,0 0 1,0 0-1,0 1 1,0-1-1,0 1 1,0-1-1,-1 1 1,1 0-1,0 0 1,-1 0-1,1 0 1,-1 1-1,1-1 1,-1 1-1,1-1 1,-1 1-1,0 0 1,1 0-1,-1 0 1,1 0-1,-1 0 1,0 1-1,1-1 1,-1 1-1,1 0 1,-1 0-1,1 0 1,0 0-1,-5 2 1,4-1-615,1 0 1,-1 0 0,0 0 0,0 0-1,1 0 1,0 1 0,-1-1 0,1 1 0,-3 4-1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5:5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79 297 260 0 0,'-4'1'386'0'0,"0"1"-1"0"0,0 0 1 0 0,1 0-1 0 0,-1 1 1 0 0,1-1-1 0 0,0 1 1 0 0,-1 0 0 0 0,1-1-1 0 0,0 2 1 0 0,-3 3-1 0 0,6-6-321 0 0,-1 1 0 0 0,1-1 0 0 0,-1 0 0 0 0,1 1 0 0 0,0-1 0 0 0,-1 0-1 0 0,1 1 1 0 0,0-1 0 0 0,0 0 0 0 0,0 1 0 0 0,0-1 0 0 0,0 1 0 0 0,1-1-1 0 0,-1 0 1 0 0,0 1 0 0 0,1-1 0 0 0,-1 0 0 0 0,1 1 0 0 0,-1-1 0 0 0,1 0 0 0 0,-1 0-1 0 0,1 1 1 0 0,0-1 0 0 0,0 0 0 0 0,0 0 0 0 0,0 0 0 0 0,0 0 0 0 0,0 0 0 0 0,0 0-1 0 0,0 0 1 0 0,0 0 0 0 0,0-1 0 0 0,0 1 0 0 0,0 0 0 0 0,2 0 0 0 0,3 3 18 0 0,-1-1 1 0 0,0 0-1 0 0,1 0 1 0 0,0-1-1 0 0,0 1 1 0 0,0-1-1 0 0,0 0 1 0 0,0-1-1 0 0,0 1 1 0 0,0-1-1 0 0,1-1 1 0 0,-1 1-1 0 0,0-1 1 0 0,1 0-1 0 0,-1-1 1 0 0,0 1-1 0 0,0-1 1 0 0,1 0-1 0 0,-1-1 1 0 0,0 1-1 0 0,0-1 1 0 0,0-1 0 0 0,0 1-1 0 0,-1-1 1 0 0,9-5-1 0 0,-8 5-1 0 0,-1-1-1 0 0,1 0 1 0 0,-1 0-1 0 0,0 0 1 0 0,0-1-1 0 0,-1 1 1 0 0,1-1-1 0 0,-1 0 0 0 0,0-1 1 0 0,-1 1-1 0 0,1-1 1 0 0,-1 1-1 0 0,0-1 1 0 0,0 0-1 0 0,-1 0 1 0 0,0 0-1 0 0,0-1 1 0 0,0 1-1 0 0,-1-1 1 0 0,0 1-1 0 0,0-1 1 0 0,-1 1-1 0 0,1-1 1 0 0,-2-8-1 0 0,-1 2 97 0 0,-1 1-1 0 0,0-1 1 0 0,0 1-1 0 0,-1 0 1 0 0,-7-13 0 0 0,-22-31 370 0 0,26 48-470 0 0,1 0 0 0 0,-1 0 0 0 0,-1 1 0 0 0,1 0 0 0 0,-1 0 0 0 0,0 1 0 0 0,-11-7 0 0 0,13 9-35 0 0,0 1-1 0 0,-1 1 1 0 0,1-1 0 0 0,-1 1 0 0 0,1 0-1 0 0,-14-2 1 0 0,15 3-158 0 0,0 1 0 0 0,0-1 1 0 0,0 1-1 0 0,-1 1 0 0 0,1-1 0 0 0,0 1 0 0 0,0 0 0 0 0,0 0 0 0 0,0 0 0 0 0,0 1 0 0 0,-6 2 0 0 0,8-2-547 0 0,-1 0 0 0 0,1 0 0 0 0,0 0 0 0 0,0 0-1 0 0,0 1 1 0 0,0-1 0 0 0,0 1 0 0 0,0 0 0 0 0,-4 5 0 0 0,1 2-2404 0 0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5:52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1 438 676 0 0,'31'-21'3383'0'0,"81"-53"1491"0"0,-100 62-4139 0 0,-20 9-149 0 0,-14 6-371 0 0,21-3-211 0 0,0 1 1 0 0,0-1-1 0 0,0 0 1 0 0,1 1-1 0 0,-1-1 0 0 0,0 1 1 0 0,0 0-1 0 0,0-1 1 0 0,1 1-1 0 0,-1 0 0 0 0,0-1 1 0 0,1 1-1 0 0,-1 0 0 0 0,0 0 1 0 0,1 0-1 0 0,-1-1 1 0 0,1 1-1 0 0,0 0 0 0 0,-1 0 1 0 0,1 0-1 0 0,0 0 1 0 0,-1 0-1 0 0,1 0 0 0 0,0 0 1 0 0,0 0-1 0 0,0 0 1 0 0,0 0-1 0 0,0 0 0 0 0,0 0 1 0 0,0 0-1 0 0,0 0 1 0 0,0 0-1 0 0,0 0 0 0 0,1 0 1 0 0,-1 0-1 0 0,0 0 1 0 0,1 1-1 0 0,14 28 92 0 0,-8-24-90 0 0,0 0-1 0 0,0 0 1 0 0,0-1-1 0 0,1 0 1 0 0,0-1-1 0 0,0 1 1 0 0,1-2-1 0 0,-1 1 1 0 0,1-1-1 0 0,-1 0 1 0 0,1-1-1 0 0,0 0 1 0 0,0 0-1 0 0,0-1 1 0 0,0-1-1 0 0,0 1 1 0 0,0-1-1 0 0,1-1 1 0 0,-1 1-1 0 0,0-2 1 0 0,0 1-1 0 0,0-1 0 0 0,10-4 1 0 0,-9 3-7 0 0,-1-1 0 0 0,1 1 0 0 0,-1-2 0 0 0,0 1 0 0 0,0-1 0 0 0,0-1 0 0 0,-1 1-1 0 0,1-2 1 0 0,-2 1 0 0 0,1-1 0 0 0,-1 0 0 0 0,0-1 0 0 0,0 1 0 0 0,-1-1 0 0 0,0-1 0 0 0,0 1 0 0 0,-1-1 0 0 0,0 0 0 0 0,-1 0 0 0 0,6-16 0 0 0,-6 7-12 0 0,0 0 1 0 0,-1 0 0 0 0,-1 0-1 0 0,-1-1 1 0 0,0 1 0 0 0,-2-20-1 0 0,0 28 152 0 0,0-1 0 0 0,-1 1-1 0 0,0 0 1 0 0,-1 0 0 0 0,0 0 0 0 0,0 0-1 0 0,-1 0 1 0 0,0 0 0 0 0,-1 1-1 0 0,0 0 1 0 0,0 0 0 0 0,-8-8-1 0 0,12 15 392 0 0,-3 5-185 0 0,-2 3-252 0 0,1 0 0 0 0,1-1 0 0 0,-1 2 0 0 0,1-1 1 0 0,0 0-1 0 0,1 1 0 0 0,-1 0 0 0 0,1 0 0 0 0,1 0 0 0 0,-1 0 1 0 0,1 0-1 0 0,0 0 0 0 0,1 1 0 0 0,0-1 0 0 0,0 1 1 0 0,0-1-1 0 0,1 1 0 0 0,1 9 0 0 0,2 25 22 0 0,1-1 0 0 0,11 48 0 0 0,-5-37-507 0 0,2 52-5534 0 0,-11-88 3412 0 0,3 8-1266 0 0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5:53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159 298 16 0 0,'0'0'2716'0'0,"-2"-16"1064"0"0,1 16-3679 0 0,1-1 1 0 0,-1 0-1 0 0,1 0 1 0 0,-1 0-1 0 0,0 1 1 0 0,1-1-1 0 0,-1 0 1 0 0,0 1-1 0 0,0-1 1 0 0,1 1-1 0 0,-1-1 1 0 0,0 1-1 0 0,0-1 0 0 0,0 1 1 0 0,0-1-1 0 0,0 1 1 0 0,0 0-1 0 0,0 0 1 0 0,0-1-1 0 0,0 1 1 0 0,0 0-1 0 0,0 0 1 0 0,0 0-1 0 0,0 0 1 0 0,0 0-1 0 0,0 0 1 0 0,0 0-1 0 0,-1 1 1 0 0,-2 0 58 0 0,0 0 0 0 0,0 1 0 0 0,0 0 0 0 0,0-1 0 0 0,0 1 0 0 0,1 1 0 0 0,-5 2 0 0 0,-55 53 738 0 0,58-53-662 0 0,2-2-178 0 0,0 1 0 0 0,0-1 1 0 0,1 1-1 0 0,-1 0 0 0 0,1 0 0 0 0,0 0 0 0 0,0 0 1 0 0,1 0-1 0 0,-1 0 0 0 0,1 1 0 0 0,0-1 0 0 0,0 0 1 0 0,0 9-1 0 0,1-11-47 0 0,0-1 0 0 0,0 1 1 0 0,0 0-1 0 0,0-1 0 0 0,0 1 1 0 0,1 0-1 0 0,-1-1 0 0 0,1 1 1 0 0,-1-1-1 0 0,1 1 0 0 0,0-1 0 0 0,0 1 1 0 0,-1-1-1 0 0,1 1 0 0 0,0-1 1 0 0,0 0-1 0 0,0 1 0 0 0,0-1 1 0 0,1 0-1 0 0,-1 0 0 0 0,0 0 0 0 0,0 0 1 0 0,1 0-1 0 0,-1 0 0 0 0,1 0 1 0 0,-1 0-1 0 0,1-1 0 0 0,-1 1 1 0 0,1 0-1 0 0,-1-1 0 0 0,1 0 1 0 0,0 1-1 0 0,-1-1 0 0 0,1 0 0 0 0,0 0 1 0 0,-1 0-1 0 0,1 0 0 0 0,0 0 1 0 0,-1 0-1 0 0,1 0 0 0 0,3-1 1 0 0,5 0-6 0 0,1 0 0 0 0,-1 0 1 0 0,1-1-1 0 0,-1-1 1 0 0,0 0-1 0 0,0 0 1 0 0,0-1-1 0 0,0 0 1 0 0,-1-1-1 0 0,0 0 0 0 0,1-1 1 0 0,-2 1-1 0 0,1-2 1 0 0,-1 1-1 0 0,0-1 1 0 0,0-1-1 0 0,7-8 1 0 0,-8 9-15 0 0,0 0 0 0 0,1 0 1 0 0,0 1-1 0 0,1 0 0 0 0,-1 0 1 0 0,1 1-1 0 0,0 0 1 0 0,1 1-1 0 0,-1 0 0 0 0,16-5 1 0 0,-9 4-21 0 0,-1-1 0 0 0,0-1 0 0 0,14-9 0 0 0,-23 12 23 0 0,-1 0-1 0 0,1-1 1 0 0,-1 0-1 0 0,1 0 0 0 0,-2 0 1 0 0,1-1-1 0 0,0 0 1 0 0,-1 1-1 0 0,0-2 1 0 0,-1 1-1 0 0,1 0 0 0 0,-1-1 1 0 0,0 0-1 0 0,-1 0 1 0 0,0 1-1 0 0,2-11 1 0 0,1-7 4 0 0,-2-1 0 0 0,-1 0 1 0 0,-1-31-1 0 0,-1 55 1 0 0,-2-26-85 0 0,1 25 60 0 0,-1 7 9 0 0,-9 51 9 0 0,2-10 6 0 0,-121 346 64 0 0,31-107 29 0 0,88-243 58 0 0,-3-2 1 0 0,0 0-1 0 0,-3 0 0 0 0,-1-2 1 0 0,-3 0-1 0 0,-43 63 0 0 0,64-101-120 0 0,-1 1 0 0 0,1 0 0 0 0,0-1-1 0 0,-1 1 1 0 0,1 0 0 0 0,0-1 0 0 0,-1 1 0 0 0,1-1-1 0 0,-1 1 1 0 0,1-1 0 0 0,-1 1 0 0 0,1-1 0 0 0,-1 1-1 0 0,1-1 1 0 0,-1 1 0 0 0,0-1 0 0 0,1 0 0 0 0,-1 1-1 0 0,0-1 1 0 0,1 0 0 0 0,-1 1 0 0 0,0-1-1 0 0,1 0 1 0 0,-1 0 0 0 0,0 0 0 0 0,0 0 0 0 0,1 0-1 0 0,-1 0 1 0 0,0 0 0 0 0,0 0 0 0 0,1 0 0 0 0,-1 0-1 0 0,0 0 1 0 0,1 0 0 0 0,-1 0 0 0 0,0-1 0 0 0,1 1-1 0 0,-1 0 1 0 0,0-1 0 0 0,1 1 0 0 0,-1 0-1 0 0,0-1 1 0 0,1 1 0 0 0,-1-1 0 0 0,1 1 0 0 0,-1-1-1 0 0,1 1 1 0 0,-1-1 0 0 0,1 1 0 0 0,-1-1 0 0 0,0 0-1 0 0,0-2 26 0 0,-1 0-1 0 0,1 0 0 0 0,0 0 0 0 0,0 0 0 0 0,0 0 1 0 0,0 0-1 0 0,1 0 0 0 0,-1 0 0 0 0,1 0 0 0 0,-1 0 1 0 0,2-5-1 0 0,1-7-69 0 0,0 0 0 0 0,2 0 1 0 0,0 0-1 0 0,1 1 0 0 0,0-1 1 0 0,1 1-1 0 0,1 1 0 0 0,8-15 1 0 0,5-4-731 0 0,1 1 1 0 0,28-31-1 0 0,56-52-6120 0 0,-45 57 2913 0 0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5:54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38 248,'-10'-38'6715,"6"40"-6271,-5 5-267,0-1 0,1 1-1,0 1 1,0 0 0,1 0-1,0 0 1,0 1 0,1 0 0,0 0-1,0 1 1,-4 10 0,-3 9 260,0 0 1,-14 53-1,25-71-329,0 0 0,0 1 0,1-1 0,0 0-1,1 0 1,2 19 0,-2-28-93,0 0 0,1 0 0,-1 0 1,0 0-1,1 0 0,-1 0 0,1 0 0,-1 0 1,1-1-1,0 1 0,0 0 0,0 0 0,0-1 1,0 1-1,0 0 0,1-1 0,-1 1 0,0-1 0,1 0 1,-1 1-1,1-1 0,-1 0 0,1 0 0,0 0 1,0 0-1,-1 0 0,1-1 0,0 1 0,0 0 0,0-1 1,0 1-1,0-1 0,0 0 0,0 0 0,0 1 1,0-1-1,0-1 0,0 1 0,0 0 0,-1 0 1,1-1-1,0 1 0,0-1 0,0 0 0,0 1 0,0-1 1,3-2-1,5-3 16,0 1 1,0-2 0,0 0-1,-1 0 1,1 0-1,-2-1 1,1-1 0,8-11-1,1 0 24,-16 20-56,-1-1 0,1 0 0,-1 0 0,1 1 0,-1-1 0,1 1-1,-1 0 1,1-1 0,0 1 0,-1 0 0,1 0 0,0 0 0,-1 0 0,1 0 0,0 1 0,-1-1-1,1 0 1,-1 1 0,1-1 0,-1 1 0,1-1 0,-1 1 0,1 0 0,1 1 0,47 26 15,-30-16 0,-16-10-9,-1 0-1,0-1 0,1 1 0,-1-1 0,1 0 1,0 0-1,-1 0 0,1 0 0,0-1 0,0 1 1,-1-1-1,1 0 0,0 0 0,0-1 0,-1 1 1,1-1-1,0 1 0,0-1 0,-1-1 0,1 1 0,-1 0 1,1-1-1,-1 0 0,0 1 0,1-1 0,-1-1 1,0 1-1,0 0 0,4-6 0,-4 5-3,-1-1 0,0 1 0,1-1 0,-2 0 0,1 1 0,0-1 0,-1 0 0,0 0 0,0 0 0,0-1 0,0 1 0,0 0 0,-1 0 0,0 0 0,0-1 0,0 1 0,-1 0 0,1 0 0,-1 0 0,0 0 0,0-1 0,0 1 0,-1 1 0,1-1 0,-1 0 0,-4-6 0,3 5 3,-1-1 1,1 1-1,-1 0 1,0 0-1,-1 1 1,1-1-1,-10-6 1,13 10-50,0 0 0,0 0 1,0 1-1,0-1 1,0 0-1,0 1 1,-1-1-1,1 1 1,0-1-1,0 1 1,0-1-1,-1 1 0,1 0 1,0 0-1,0 0 1,-1 0-1,1 0 1,0 0-1,-1 0 1,1 0-1,0 0 0,0 0 1,-1 1-1,1-1 1,0 0-1,0 1 1,0-1-1,-1 1 1,1 0-1,0-1 1,0 1-1,0 0 0,0 0 1,0 0-1,0-1 1,0 1-1,-1 2 1,1 23-6353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5:55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 20,'-9'8'6001,"-13"14"-2380,19-18-3557,0-1-1,0 1 0,0 0 0,0 0 1,0 0-1,1 0 0,0 1 1,0-1-1,0 1 0,0-1 1,1 1-1,0 0 0,0-1 0,0 1 1,0 0-1,1 0 0,0 5 1,1-3 28,1 0 0,-1-1 0,1 1 1,1-1-1,-1 1 0,1-1 0,0 0 1,1 0-1,-1 0 0,1 0 0,1 0 0,-1-1 1,1 0-1,9 8 0,-12-11-64,0 0-1,0-1 1,0 0 0,1 1-1,-1-1 1,0 0 0,1 0-1,-1 0 1,1 0 0,-1-1-1,1 1 1,-1-1-1,1 1 1,-1-1 0,1 0-1,-1 0 1,5-1 0,-3 0-13,-1 0 0,0 0-1,-1-1 1,1 1 0,0-1 0,0 0 0,-1 1 0,1-1 0,-1-1 0,1 1 0,-1 0 0,0 0-1,0-1 1,0 1 0,0-1 0,-1 0 0,1 0 0,1-3 0,0 0 10,-1 0 1,0-1 0,0 1-1,0-1 1,0 0 0,-1 1-1,-1-1 1,1 0-1,-1 0 1,0 0 0,0 0-1,-3-10 1,3 13-54,-1-1 1,0 1-1,0 0 0,0-1 0,-1 1 1,1 0-1,-1 0 0,0 0 1,0 0-1,-1 1 0,1-1 0,-1 0 1,0 1-1,0 0 0,0 0 1,0 0-1,0 0 0,-1 0 1,1 0-1,-7-2 0,8 4-534,-1 0-1,1 1 0,-1-1 1,1 1-1,-1 0 1,1 0-1,-1 0 1,1 0-1,-1 1 0,1-1 1,-1 0-1,1 1 1,-5 1-1,-2 1-2150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5:55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1 305 596,'7'6'441,"1"0"0,-2 0 0,1 1-1,-1 0 1,0 1 0,0-1 0,-1 1 0,0 0 0,0 0 0,-1 1-1,0 0 1,0-1 0,3 15 0,-7-21-54,0-2-352,0 0 1,0 1-1,0-1 1,0 0 0,0 0-1,0 1 1,0-1-1,1 0 1,-1 0-1,0 0 1,0 1-1,0-1 1,0 0 0,0 0-1,0 0 1,0 1-1,1-1 1,-1 0-1,0 0 1,0 0 0,0 0-1,0 1 1,1-1-1,-1 0 1,0 0-1,0 0 1,0 0 0,1 0-1,-1 0 1,0 0-1,0 0 1,1 0-1,-1 1 1,0-1 0,0 0-1,0 0 1,1 0-1,-1 0 1,0 0-1,0-1 1,1 1 0,-1 0-1,0 0 1,0 0-1,1 0 1,-1 0-1,0 0 1,0 0 0,0 0-1,1 0 1,-1-1-1,0 1 1,0 0-1,0 0 1,0 0-1,1 0 1,-1 0 0,0-1-1,0 1 1,0 0-1,0-1 1,12-8 657,-12 9-776,20-20 627,-6 5-525,1 2 0,0 0 1,19-13-1,-27 22-295,0 0 0,0 0 0,1 1 0,-1 0 0,1 1 0,0 0 0,0 0 1,0 0-1,0 1 0,0 0 0,10 1 0,-13 0 252,0-1-120,0 1 0,0 0 0,0 0-1,0 1 1,0-1 0,0 1 0,-1 0 0,1 0-1,0 1 1,5 2 0,-9-3 200,5 33 1805,-4-31-1818,1 0 0,0 0 0,0-1 1,0 1-1,0-1 0,1 0 0,-1 1 0,1-1 1,-1-1-1,1 1 0,0-1 0,-1 1 0,1-1 1,0 0-1,0 0 0,0-1 0,0 1 1,0-1-1,0 0 0,0 0 0,0 0 0,0 0 1,5-2-1,2 1-11,0-1 1,-1 0-1,0 0 0,1-1 1,-1 0-1,0-1 0,18-9 1,-22 8-30,0 0 0,-1-1-1,1 1 1,-1-1 0,-1 0 0,1 0 0,-1-1 0,0 1 0,0-1-1,0 0 1,-1 0 0,0 0 0,-1 0 0,0-1 0,0 1 0,0-1-1,-1 0 1,0 1 0,-1-1 0,0 0 0,-1-14 0,0 7 196,0 0 1,-1 0-1,-1 0 1,-1 0-1,0 1 0,0-1 1,-2 1-1,0 0 1,0 1-1,-13-20 1,18 32-174,1 1 1,-1-1-1,0 0 1,1 1-1,-1-1 1,0 1-1,1-1 1,-1 1-1,0-1 1,0 1-1,0 0 0,1-1 1,-1 1-1,0 0 1,0-1-1,0 1 1,0 0-1,0 0 1,0 0-1,1 0 1,-1 0-1,0 0 1,0 0-1,0 0 1,0 0-1,0 1 1,0-1-1,0 0 1,1 1-1,-1-1 1,0 0-1,0 1 1,0-1-1,1 1 1,-1-1-1,0 1 1,1-1-1,-1 1 1,0 0-1,1-1 0,-1 1 1,1 0-1,-1-1 1,1 1-1,-1 0 1,1 0-1,-1 0 1,1 1-1,-4 2 25,1 1 1,0 0-1,0 1 0,0-1 0,1 1 0,-3 7 0,1 9 110,1 1 0,1 0 1,1 0-1,1 0 0,4 35 0,9 28-1598,5-2-4989,-12-56 3107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1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320 397 120 0 0,'1'-3'314'0'0,"-1"1"1"0"0,0-1-1 0 0,0 0 0 0 0,0 1 1 0 0,0-1-1 0 0,0 1 0 0 0,-1-1 1 0 0,1 1-1 0 0,-1-1 0 0 0,0 1 1 0 0,0-1-1 0 0,0 1 0 0 0,0-1 0 0 0,0 1 1 0 0,-3-4-1 0 0,3 5-201 0 0,0 0 1 0 0,-1 0-1 0 0,1 1 0 0 0,0-1 1 0 0,-1 0-1 0 0,1 1 0 0 0,-1-1 0 0 0,0 1 1 0 0,1 0-1 0 0,-1 0 0 0 0,1-1 1 0 0,-1 1-1 0 0,1 0 0 0 0,-1 0 1 0 0,0 1-1 0 0,1-1 0 0 0,-3 0 0 0 0,-27 5 894 0 0,21-2-767 0 0,1 0-1 0 0,-1 1 1 0 0,0 0 0 0 0,1 0 0 0 0,0 1-1 0 0,0 1 1 0 0,0-1 0 0 0,1 1 0 0 0,0 1 0 0 0,0 0-1 0 0,-9 10 1 0 0,15-15-190 0 0,-1 0-1 0 0,1 1 0 0 0,0 0 1 0 0,-1-1-1 0 0,1 1 0 0 0,0 0 1 0 0,1 0-1 0 0,-1 0 0 0 0,1 0 1 0 0,-1 0-1 0 0,1 1 0 0 0,0-1 1 0 0,0 0-1 0 0,0 1 0 0 0,1-1 1 0 0,-1 0-1 0 0,1 1 0 0 0,0-1 1 0 0,0 1-1 0 0,0-1 0 0 0,0 1 1 0 0,0-1-1 0 0,1 1 0 0 0,0-1 1 0 0,-1 0-1 0 0,2 1 0 0 0,-1-1 1 0 0,0 0-1 0 0,0 0 0 0 0,1 0 1 0 0,0 0-1 0 0,-1 0 0 0 0,1 0 1 0 0,1 0-1 0 0,-1 0 0 0 0,0-1 1 0 0,3 3-1 0 0,-3-3-25 0 0,0 0 0 0 0,-1-1 0 0 0,1 1 0 0 0,0 0 0 0 0,1-1 0 0 0,-1 0 0 0 0,0 1 0 0 0,0-1 0 0 0,1 0 0 0 0,-1 0 0 0 0,0 0 0 0 0,1 0 0 0 0,-1-1-1 0 0,1 1 1 0 0,-1-1 0 0 0,1 1 0 0 0,-1-1 0 0 0,1 0 0 0 0,-1 0 0 0 0,1 0 0 0 0,4-1 0 0 0,-3 0-6 0 0,0-1 1 0 0,0 1-1 0 0,-1-1 0 0 0,1 0 1 0 0,0 0-1 0 0,-1 0 0 0 0,1-1 1 0 0,-1 1-1 0 0,1-1 0 0 0,-1 0 1 0 0,0 0-1 0 0,3-3 0 0 0,1-3 18 0 0,0-1-1 0 0,0 1 1 0 0,-1-1-1 0 0,0 0 0 0 0,-1 0 1 0 0,0-1-1 0 0,-1 0 1 0 0,5-18-1 0 0,-5 7 50 0 0,-1 1-1 0 0,-2 0 1 0 0,0-1-1 0 0,-1 1 1 0 0,-1-1-1 0 0,-1 1 1 0 0,-1-1-1 0 0,-1 1 1 0 0,-10-31 0 0 0,11 42-75 0 0,0 0 1 0 0,-1 0 0 0 0,0 0 0 0 0,-1 0 0 0 0,0 1 0 0 0,0 0 0 0 0,-1 0 0 0 0,0 0 0 0 0,-1 1 0 0 0,0 0 0 0 0,0 0 0 0 0,-1 1 0 0 0,0 0 0 0 0,0 0 0 0 0,0 1 0 0 0,-1 0 0 0 0,0 0 0 0 0,-1 1 0 0 0,1 0 0 0 0,-21-7 0 0 0,25 11-223 0 0,-1 0 1 0 0,1 1 0 0 0,-1-1-1 0 0,1 1 1 0 0,-1 0 0 0 0,1 0-1 0 0,-1 1 1 0 0,0-1 0 0 0,1 1-1 0 0,-7 2 1 0 0,-27 16-6336 0 0,28-11 3040 0 0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1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1 284 0 0,'12'0'472'0'0,"0"1"0"0"0,0 0 0 0 0,0 1 1 0 0,0 0-1 0 0,-1 1 0 0 0,1 1 0 0 0,-1-1 0 0 0,0 2 0 0 0,0 0 1 0 0,0 0-1 0 0,0 1 0 0 0,15 11 0 0 0,-21-13-364 0 0,-1-1 0 0 0,1 1 0 0 0,-1 0 0 0 0,0 1 0 0 0,0-1 0 0 0,0 1 0 0 0,-1-1 0 0 0,0 1 1 0 0,0 0-1 0 0,0 1 0 0 0,0-1 0 0 0,-1 0 0 0 0,0 1 0 0 0,0 0 0 0 0,-1-1 0 0 0,1 1 0 0 0,-1 0 0 0 0,0 0 0 0 0,-1-1 0 0 0,1 1 0 0 0,-1 0 0 0 0,0 0 0 0 0,-1 0 0 0 0,0 0 0 0 0,1 0 0 0 0,-2-1 0 0 0,-2 11 1 0 0,3-12-51 0 0,-1-1-1 0 0,1 1 1 0 0,-1-1 0 0 0,0 1 0 0 0,0-1 0 0 0,0 0 0 0 0,0 1 0 0 0,0-1 0 0 0,-1 0 0 0 0,1-1 0 0 0,-1 1 0 0 0,0 0 0 0 0,0-1 0 0 0,0 1 0 0 0,0-1 0 0 0,0 0 0 0 0,-1 0 0 0 0,1 0 0 0 0,-1-1 0 0 0,1 1 0 0 0,-1-1 0 0 0,0 0 0 0 0,-5 1 0 0 0,6-1 193 0 0,-11-15 401 0 0,14 6-592 0 0,0 1 0 0 0,1-1 0 0 0,0 1 0 0 0,0-1 0 0 0,1 1 0 0 0,-1 0 0 0 0,2 0 0 0 0,-1 0 1 0 0,1 0-1 0 0,0 0 0 0 0,0 0 0 0 0,1 1 0 0 0,0-1 0 0 0,0 1 0 0 0,10-11 0 0 0,-5 6-113 0 0,0 1-1 0 0,1 0 0 0 0,1 0 1 0 0,-1 1-1 0 0,1 0 1 0 0,1 1-1 0 0,22-13 0 0 0,-27 18-283 0 0,0 0 0 0 0,0 0 0 0 0,1 1-1 0 0,-1 0 1 0 0,10-1 0 0 0,9 2-5093 0 0,-8 2 2717 0 0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2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41 776 0 0,'0'-1'-75'0'0,"-1"-1"463"0"0,0 0 0 0 0,-1 0 0 0 0,1 0 0 0 0,0 0 0 0 0,0 0-1 0 0,-1 1 1 0 0,1-1 0 0 0,-1 1 0 0 0,0-1 0 0 0,1 1 0 0 0,-1-1 0 0 0,0 1 0 0 0,0 0 0 0 0,0 0-1 0 0,-3-2 1 0 0,3 3 525 0 0,-1 2-524 0 0,-14 6-9 0 0,1 2-1 0 0,1 0 0 0 0,0 0 1 0 0,0 2-1 0 0,1-1 0 0 0,1 2 1 0 0,0 0-1 0 0,0 1 0 0 0,-12 18 0 0 0,24-30-113 0 0,1-2-263 0 0,0 0-1 0 0,0 1 1 0 0,0-1 0 0 0,0 0 0 0 0,0 1 0 0 0,0-1-1 0 0,0 0 1 0 0,0 1 0 0 0,0-1 0 0 0,0 0 0 0 0,1 1 0 0 0,-1-1-1 0 0,0 0 1 0 0,0 1 0 0 0,0-1 0 0 0,1 0 0 0 0,-1 0-1 0 0,0 1 1 0 0,0-1 0 0 0,1 0 0 0 0,-1 0 0 0 0,0 1-1 0 0,0-1 1 0 0,1 0 0 0 0,-1 0 0 0 0,0 0 0 0 0,1 0 0 0 0,-1 0-1 0 0,0 1 1 0 0,1-1 0 0 0,-1 0 0 0 0,0 0 0 0 0,1 0-1 0 0,-1 0 1 0 0,0 0 0 0 0,1 0 0 0 0,-1 0 0 0 0,19-3 73 0 0,10-10-37 0 0,60-37-121 0 0,-87 49 88 0 0,24 42-124 0 0,-23-38 112 0 0,-1 0 0 0 0,2 0 1 0 0,-1 0-1 0 0,0 0 0 0 0,1-1 0 0 0,-1 1 1 0 0,1-1-1 0 0,-1 0 0 0 0,1 0 1 0 0,0 0-1 0 0,0-1 0 0 0,0 1 0 0 0,0-1 1 0 0,0 0-1 0 0,8 1 0 0 0,-3-1-27 0 0,0-1 0 0 0,0 0-1 0 0,0-1 1 0 0,0 0-1 0 0,0 0 1 0 0,0 0 0 0 0,10-5-1 0 0,6-2-42 0 0,-2-1 0 0 0,1-2-1 0 0,-1 0 1 0 0,30-21 0 0 0,55-54 851 0 0,-107 86-347 0 0,-3 27-350 0 0,-4-8-31 0 0,0 0 1 0 0,1 1 0 0 0,2-1 0 0 0,-3 34 0 0 0,6-52-43 0 0,0 0 0 0 0,0 0 1 0 0,0 0-1 0 0,0 0 0 0 0,0 0 0 0 0,0 1 1 0 0,0-1-1 0 0,0 0 0 0 0,1 0 0 0 0,-1 0 1 0 0,0 0-1 0 0,1 0 0 0 0,-1 0 0 0 0,1 0 1 0 0,-1 0-1 0 0,1 0 0 0 0,0 0 0 0 0,-1 0 1 0 0,1-1-1 0 0,0 1 0 0 0,-1 0 0 0 0,1 0 1 0 0,0-1-1 0 0,0 1 0 0 0,0 0 0 0 0,0-1 1 0 0,1 1-1 0 0,0 0 1 0 0,1 0-1 0 0,-1-1 1 0 0,0 0 0 0 0,1 0-1 0 0,-1 1 1 0 0,0-1 0 0 0,1-1-1 0 0,-1 1 1 0 0,1 0 0 0 0,-1 0-1 0 0,0-1 1 0 0,3-1 0 0 0,10-3 0 0 0,-1 0 0 0 0,0-2 0 0 0,15-8 0 0 0,-22 11-8 0 0,0 0 0 0 0,-1 0 0 0 0,1 1 0 0 0,0 0 0 0 0,0 1 0 0 0,0-1 0 0 0,0 1 0 0 0,1 1 0 0 0,-1-1 0 0 0,0 1 0 0 0,1 0 0 0 0,-1 1 0 0 0,1 0 0 0 0,-1 0 0 0 0,1 1 0 0 0,-1-1 0 0 0,1 2 0 0 0,-1-1 0 0 0,8 3 0 0 0,8 3 91 0 0,-9-2-114 0 0,-1-1 0 0 0,1-1 0 0 0,0 0 0 0 0,0-1 1 0 0,18 1-1 0 0,-29-3 65 0 0,-1 0-1 0 0,0 0 1 0 0,1 0 0 0 0,-1-1 0 0 0,0 1 0 0 0,1-1 0 0 0,-1 1 0 0 0,0-1-1 0 0,0 0 1 0 0,0 0 0 0 0,1 0 0 0 0,-1 0 0 0 0,0 0 0 0 0,0 0-1 0 0,0-1 1 0 0,-1 1 0 0 0,1-1 0 0 0,0 1 0 0 0,0-1 0 0 0,-1 0-1 0 0,1 1 1 0 0,-1-1 0 0 0,0 0 0 0 0,1 0 0 0 0,-1 0 0 0 0,0 0 0 0 0,0 0-1 0 0,0-1 1 0 0,0 1 0 0 0,-1 0 0 0 0,1 0 0 0 0,-1-1 0 0 0,1 1-1 0 0,-1 0 1 0 0,0-1 0 0 0,0 1 0 0 0,0 0 0 0 0,0-5 0 0 0,0 3 21 0 0,0 0 0 0 0,0 0 1 0 0,-1 0-1 0 0,1 1 0 0 0,-1-1 0 0 0,0 0 1 0 0,0 0-1 0 0,0 1 0 0 0,-1-1 0 0 0,1 1 1 0 0,-1-1-1 0 0,0 1 0 0 0,0 0 1 0 0,0-1-1 0 0,0 1 0 0 0,-1 0 0 0 0,1 0 1 0 0,-1 1-1 0 0,0-1 0 0 0,0 0 1 0 0,0 1-1 0 0,0 0 0 0 0,0 0 0 0 0,0-1 1 0 0,0 2-1 0 0,-7-4 0 0 0,-25 2-2642 0 0,31 3 1732 0 0,0 1 0 0 0,0 0 0 0 0,0 0 1 0 0,0 0-1 0 0,1 1 0 0 0,-1-1 0 0 0,-6 5 0 0 0,-2 2-3120 0 0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3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70 684 0 0,'-34'-48'12807'0'0,"28"46"-11189"0"0,12-3 257 0 0,12-4-369 0 0,-18 9-1839 0 0,13-2 499 0 0,0 0 0 0 0,0 1 0 0 0,0 0 0 0 0,0 1 1 0 0,23 3-1 0 0,-1-1 50 0 0,101 14 519 0 0,-70-7-385 0 0,-64-8-312 0 0,-1-2-184 0 0,-1 1-1 0 0,1 0 0 0 0,-1 0 1 0 0,1 0-1 0 0,0 0 1 0 0,-1 0-1 0 0,1 0 1 0 0,-1 0-1 0 0,1 0 0 0 0,-1 0 1 0 0,1 1-1 0 0,0-1 1 0 0,-1 0-1 0 0,1 0 1 0 0,-1 0-1 0 0,1 1 0 0 0,-1-1 1 0 0,1 0-1 0 0,-1 1 1 0 0,1-1-1 0 0,-1 0 0 0 0,0 1 1 0 0,1-1-1 0 0,-1 0 1 0 0,1 1-1 0 0,-1-1 1 0 0,0 1-1 0 0,1-1 0 0 0,-1 1 1 0 0,0-1-1 0 0,1 1 1 0 0,-1-1-1 0 0,0 1 1 0 0,0-1-1 0 0,0 1 0 0 0,0 0 1 0 0,1-1-1 0 0,-1 1 1 0 0,0-1-1 0 0,0 1 0 0 0,0-1 1 0 0,0 1-1 0 0,0 0 1 0 0,0-1-1 0 0,-1 1 1 0 0,1-1-1 0 0,0 1 0 0 0,0-1 1 0 0,0 1-1 0 0,0-1 1 0 0,-1 1-1 0 0,1 0 1 0 0,0-1-1 0 0,0 1 0 0 0,-1-1 1 0 0,1 0-1 0 0,0 1 1 0 0,-1-1-1 0 0,1 1 0 0 0,-1-1 1 0 0,1 1-1 0 0,-1-1 1 0 0,1 0-1 0 0,-1 1 1 0 0,-1 1 258 0 0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3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35 640 0 0,'2'-23'9939'0'0,"2"48"-8035"0"0,2 58-1863 0 0,-6-74 37 0 0,1-1 1 0 0,0 1 0 0 0,0-1-1 0 0,1 1 1 0 0,0-1 0 0 0,0 1-1 0 0,1-1 1 0 0,0 0 0 0 0,5 9 0 0 0,-6-15-65 0 0,-1 0 1 0 0,0 0 0 0 0,1 0 0 0 0,0 0 0 0 0,0 0 0 0 0,-1 0-1 0 0,1-1 1 0 0,0 1 0 0 0,0-1 0 0 0,1 1 0 0 0,-1-1 0 0 0,0 0-1 0 0,0 0 1 0 0,1 0 0 0 0,-1 0 0 0 0,0 0 0 0 0,1 0 0 0 0,-1-1-1 0 0,1 1 1 0 0,-1-1 0 0 0,1 1 0 0 0,0-1 0 0 0,-1 0 0 0 0,1 0 0 0 0,-1-1-1 0 0,1 1 1 0 0,-1 0 0 0 0,1-1 0 0 0,-1 1 0 0 0,1-1 0 0 0,-1 0-1 0 0,0 0 1 0 0,1 0 0 0 0,3-2 0 0 0,7-5 4 0 0,0 0 0 0 0,0 0 0 0 0,-1-2-1 0 0,0 1 1 0 0,0-1 0 0 0,-1-1 0 0 0,0 0 0 0 0,-1-1 0 0 0,15-22 0 0 0,4-3 1 0 0,-29 36-24 0 0,1-1 1 0 0,0 0-1 0 0,0 1 1 0 0,0-1-1 0 0,0 1 1 0 0,0 0-1 0 0,0-1 1 0 0,1 1-1 0 0,-1 0 0 0 0,0 0 1 0 0,1-1-1 0 0,-1 1 1 0 0,1 0-1 0 0,-1 0 1 0 0,1 1-1 0 0,-1-1 1 0 0,1 0-1 0 0,0 0 1 0 0,-1 1-1 0 0,1-1 1 0 0,0 1-1 0 0,0 0 1 0 0,-1-1-1 0 0,1 1 1 0 0,0 0-1 0 0,0 0 1 0 0,0 0-1 0 0,-1 0 1 0 0,1 0-1 0 0,0 1 1 0 0,0-1-1 0 0,-1 1 1 0 0,1-1-1 0 0,0 1 1 0 0,0-1-1 0 0,-1 1 1 0 0,1 0-1 0 0,-1 0 1 0 0,3 1-1 0 0,11 3 20 0 0,9 4-28 0 0,1-2 0 0 0,0-1 0 0 0,44 5 0 0 0,-61-10-6 0 0,0 0 0 0 0,0-1 0 0 0,0 0 0 0 0,0 0 0 0 0,0-1 0 0 0,0 0 0 0 0,0 0-1 0 0,-1-1 1 0 0,1 0 0 0 0,0 0 0 0 0,-1-1 0 0 0,1 0 0 0 0,-1-1 0 0 0,0 1 0 0 0,12-9 0 0 0,-18 11 35 0 0,0 0 0 0 0,0 0 0 0 0,0 0 0 0 0,0 1 0 0 0,0-2 0 0 0,-1 1 0 0 0,1 0 0 0 0,0 0 0 0 0,-1 0 0 0 0,1 0 1 0 0,-1 0-1 0 0,1 0 0 0 0,-1-1 0 0 0,1 1 0 0 0,-1 0 0 0 0,0-1 0 0 0,0 1 0 0 0,1 0 0 0 0,-1 0 0 0 0,0-1 1 0 0,0 1-1 0 0,0 0 0 0 0,-1-1 0 0 0,1 1 0 0 0,0 0 0 0 0,0 0 0 0 0,-1-1 0 0 0,1 1 0 0 0,-1 0 0 0 0,1 0 0 0 0,-1 0 1 0 0,1-1-1 0 0,-2 0 0 0 0,1 0 68 0 0,0 1 0 0 0,0-1 0 0 0,-1 0 0 0 0,1 1 0 0 0,0 0 0 0 0,-1-1 0 0 0,1 1 0 0 0,-1 0 1 0 0,0 0-1 0 0,1-1 0 0 0,-1 1 0 0 0,0 1 0 0 0,1-1 0 0 0,-1 0 0 0 0,0 0 0 0 0,0 1 0 0 0,0-1 0 0 0,0 1 0 0 0,-2-1 0 0 0,1 1 112 0 0,-1 1-16 0 0,0 1-117 0 0,2-2-37 0 0,0 1 0 0 0,0 0 0 0 0,0-1 0 0 0,1 1 0 0 0,-1 0 0 0 0,0 0 0 0 0,0 0 0 0 0,0 1 0 0 0,1-1 0 0 0,-1 0 0 0 0,1 0 0 0 0,-1 1 0 0 0,1-1 0 0 0,-1 1 0 0 0,1 0 1 0 0,0-1-1 0 0,0 1 0 0 0,0 0 0 0 0,0 0 0 0 0,0 0 0 0 0,0-1 0 0 0,0 1 0 0 0,1 0 0 0 0,-1 0 0 0 0,1 0 0 0 0,-1 0 0 0 0,1 0 0 0 0,0 1 0 0 0,0-1 0 0 0,0 0 0 0 0,0 2 0 0 0,1 5-267 0 0,0 1 0 0 0,0-1 0 0 0,1 1 1 0 0,0-1-1 0 0,1 0 0 0 0,0 0 0 0 0,0 0 0 0 0,5 8 0 0 0,25 39-7900 0 0,-19-41 4277 0 0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4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50 1320 0 0,'-1'-14'4484'0'0,"1"12"-4357"0"0,0 1 1 0 0,0-1-1 0 0,0 1 0 0 0,1-1 1 0 0,-1 1-1 0 0,0-1 0 0 0,1 1 1 0 0,-1-1-1 0 0,1 1 0 0 0,0 0 1 0 0,-1-1-1 0 0,1 1 0 0 0,0 0 1 0 0,0-1-1 0 0,0 1 1 0 0,0 0-1 0 0,0 0 0 0 0,0 0 1 0 0,0 0-1 0 0,0 0 0 0 0,0 0 1 0 0,1 0-1 0 0,-1 0 0 0 0,0 1 1 0 0,1-1-1 0 0,-1 0 0 0 0,0 1 1 0 0,1-1-1 0 0,-1 1 1 0 0,1-1-1 0 0,-1 1 0 0 0,1 0 1 0 0,1 0-1 0 0,5-1-490 0 0,1 2 1 0 0,-1-1-1 0 0,1 1 1 0 0,-1 0-1 0 0,10 3 1 0 0,6 1-3087 0 0,-2-3 911 0 0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4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1168 0 0,'8'-5'1180'0'0,"5"-4"-124"0"0,-2 1-100 0 0,-1 2-104 0 0,-3 3-63 0 0,7-2-97 0 0,-1-3-40 0 0,-1 4-88 0 0,1 2-72 0 0,1 0-96 0 0,0 4-188 0 0,5 1-236 0 0,-3 0-256 0 0,3 2-200 0 0,1 0-884 0 0,-3 0-1485 0 0,3 0 657 0 0</inkml:trace>
  <inkml:trace contextRef="#ctx0" brushRef="#br0" timeOffset="1">923 106 244 0 0,'0'0'864'0'0,"14"-7"-80"0"0,-8 3 544 0 0,6-3-252 0 0,-3 4-220 0 0,11 3-980 0 0,-9 3-1012 0 0,10-1-1740 0 0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4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40 776 0 0,'0'0'1152'0'0,"17"-9"8"0"0,-7 6-72 0 0,-3-2-84 0 0,2-1 745 0 0,8 0-1005 0 0,-8 2 492 0 0,8-1-696 0 0,-7 3 124 0 0,7 4-788 0 0,-8 2-428 0 0,4-3-4301 0 0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6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1 255 348 0 0,'0'0'843'0'0,"2"-1"304"0"0,8-2 1462 0 0,69-6 524 0 0,-49 7-2387 0 0,-1-2-1 0 0,51-12 1 0 0,-50 6-397 0 0,-1 0-1 0 0,51-26 1 0 0,-72 32-258 0 0,0-1 0 0 0,0 0 0 0 0,-1 0 0 0 0,1-1 0 0 0,-1 1 0 0 0,-1-2-1 0 0,1 1 1 0 0,-1-1 0 0 0,0 0 0 0 0,0 0 0 0 0,-1-1 0 0 0,0 0 0 0 0,7-14 0 0 0,-11 20-47 0 0,0 0 0 0 0,0 0 1 0 0,0 0-1 0 0,-1-1 0 0 0,1 1 1 0 0,-1 0-1 0 0,1 0 0 0 0,-1 0 1 0 0,0-1-1 0 0,0 1 0 0 0,0 0 1 0 0,0 0-1 0 0,0 0 0 0 0,-1-1 1 0 0,1 1-1 0 0,-1 0 0 0 0,1 0 1 0 0,-2-3-1 0 0,1 3-23 0 0,0 1 1 0 0,0 0-1 0 0,0 0 1 0 0,0 0-1 0 0,-1-1 0 0 0,1 1 1 0 0,0 0-1 0 0,0 0 1 0 0,-1 1-1 0 0,1-1 0 0 0,-1 0 1 0 0,1 0-1 0 0,0 1 1 0 0,-1-1-1 0 0,1 0 0 0 0,-1 1 1 0 0,0 0-1 0 0,1-1 0 0 0,-3 1 1 0 0,0 0-7 0 0,0-1 1 0 0,0 2-1 0 0,1-1 0 0 0,-1 0 1 0 0,0 1-1 0 0,0-1 0 0 0,1 1 1 0 0,-1 0-1 0 0,0 0 1 0 0,1 1-1 0 0,-1-1 0 0 0,1 1 1 0 0,0 0-1 0 0,-1 0 0 0 0,1 0 1 0 0,0 0-1 0 0,0 0 1 0 0,0 1-1 0 0,-5 5 0 0 0,6-6-6 0 0,0 1 0 0 0,0 0-1 0 0,0 0 1 0 0,1 0 0 0 0,-1 0-1 0 0,1 0 1 0 0,-1 0 0 0 0,1 0 0 0 0,0 0-1 0 0,0 1 1 0 0,1-1 0 0 0,-1 0-1 0 0,1 1 1 0 0,-1-1 0 0 0,1 1-1 0 0,0-1 1 0 0,1 0 0 0 0,-1 1 0 0 0,0-1-1 0 0,1 0 1 0 0,0 1 0 0 0,0-1-1 0 0,0 0 1 0 0,0 0 0 0 0,0 1-1 0 0,1-1 1 0 0,-1 0 0 0 0,1 0-1 0 0,0-1 1 0 0,0 1 0 0 0,0 0 0 0 0,0 0-1 0 0,0-1 1 0 0,1 0 0 0 0,-1 1-1 0 0,1-1 1 0 0,4 3 0 0 0,2 2 6 0 0,1-1 0 0 0,0 1 0 0 0,0-2 0 0 0,1 1 0 0 0,0-1 0 0 0,-1-1-1 0 0,2 0 1 0 0,-1-1 0 0 0,19 4 0 0 0,-15-5-6 0 0,0 0 0 0 0,1-1 0 0 0,-1-1 0 0 0,0-1 0 0 0,0 0-1 0 0,0-1 1 0 0,1 0 0 0 0,-2-1 0 0 0,1-1 0 0 0,0 0 0 0 0,-1-1 0 0 0,0-1-1 0 0,0 0 1 0 0,0-1 0 0 0,-1 0 0 0 0,0-1 0 0 0,19-16 0 0 0,-28 21-8 0 0,0-1 1 0 0,-1 1-1 0 0,1-1 1 0 0,-1 0-1 0 0,0-1 1 0 0,-1 1-1 0 0,1 0 1 0 0,-1-1-1 0 0,1 0 1 0 0,-2 1-1 0 0,1-1 1 0 0,0 0-1 0 0,-1 0 1 0 0,0 0-1 0 0,0 0 1 0 0,0 0 0 0 0,0-10-1 0 0,-1 12-14 0 0,-1 1 5 0 0,-3-7-4 0 0,3 8 8 0 0,1 0-1 0 0,0 0 1 0 0,-1 1 0 0 0,1-1 0 0 0,-1 0 0 0 0,1 0 0 0 0,-1 0 0 0 0,1 0-1 0 0,-1 1 1 0 0,1-1 0 0 0,-1 0 0 0 0,0 0 0 0 0,1 1 0 0 0,-1-1 0 0 0,0 1 0 0 0,0-1-1 0 0,0 1 1 0 0,1-1 0 0 0,-1 1 0 0 0,0-1 0 0 0,0 1 0 0 0,0 0 0 0 0,0-1-1 0 0,0 1 1 0 0,0 0 0 0 0,0 0 0 0 0,-1-1 0 0 0,0 2 1 0 0,0-1 0 0 0,0 1-1 0 0,0-1 1 0 0,0 1 0 0 0,0 0 0 0 0,1-1 0 0 0,-1 1 0 0 0,0 0 0 0 0,0 0-1 0 0,1 1 1 0 0,-1-1 0 0 0,-2 2 0 0 0,-1 3-3 0 0,-1-1 0 0 0,1 1 0 0 0,1 0 0 0 0,-1 0 0 0 0,1 0-1 0 0,-5 11 1 0 0,8-17 9 0 0,1 1 0 0 0,-1 0 1 0 0,1 0-1 0 0,-1 0 0 0 0,1 0 0 0 0,0 0 0 0 0,0 0 0 0 0,0 0 0 0 0,-1 0 0 0 0,1 0 0 0 0,0 0 0 0 0,0 0 0 0 0,0 0 0 0 0,0 0 0 0 0,1 0 1 0 0,-1 0-1 0 0,0 0 0 0 0,0 0 0 0 0,0 0 0 0 0,1 0 0 0 0,-1 0 0 0 0,1 0 0 0 0,-1 0 0 0 0,1 0 0 0 0,-1 0 0 0 0,1 0 0 0 0,-1-1 0 0 0,1 1 1 0 0,1 1-1 0 0,0 0 1 0 0,1-1 1 0 0,-1 1 0 0 0,0-1 0 0 0,1 0-1 0 0,0 0 1 0 0,-1 0 0 0 0,1 0-1 0 0,-1-1 1 0 0,1 1 0 0 0,0-1 0 0 0,3 1-1 0 0,1 0 3 0 0,1-1-1 0 0,-1 0 1 0 0,0 0-1 0 0,1-1 0 0 0,-1 0 1 0 0,0 0-1 0 0,0-1 1 0 0,8-2-1 0 0,-11 2-3 0 0,0 0 1 0 0,0 0-1 0 0,0 0 1 0 0,-1 0-1 0 0,1-1 1 0 0,-1 1-1 0 0,1-1 1 0 0,-1 0-1 0 0,0 0 1 0 0,0 0-1 0 0,-1-1 1 0 0,1 1-1 0 0,-1-1 1 0 0,1 1-1 0 0,-1-1 1 0 0,0 0-1 0 0,0 0 1 0 0,2-8-1 0 0,-4 11-20 0 0,0 1 15 0 0,0-1 1 0 0,0 1-1 0 0,0 0 0 0 0,0 0 0 0 0,0 0 0 0 0,0 0 0 0 0,0 0 0 0 0,0-1 0 0 0,1 1 0 0 0,-1 0 0 0 0,0 0 0 0 0,0 0 1 0 0,0 0-1 0 0,0 0 0 0 0,0-1 0 0 0,0 1 0 0 0,0 0 0 0 0,0 0 0 0 0,0 0 0 0 0,0 0 0 0 0,1 0 0 0 0,-1 0 0 0 0,0 0 0 0 0,0-1 1 0 0,0 1-1 0 0,0 0 0 0 0,0 0 0 0 0,0 0 0 0 0,1 0 0 0 0,-1 0 0 0 0,0 0 0 0 0,0 0 0 0 0,0 0 0 0 0,0 0 0 0 0,0 0 1 0 0,1 0-1 0 0,-1 0 0 0 0,0 0 0 0 0,0 0 0 0 0,0 0 0 0 0,0 0 0 0 0,1 0 0 0 0,-1 0 0 0 0,0 0 0 0 0,0 0 0 0 0,0 0 0 0 0,0 0 1 0 0,0 0-1 0 0,0 0 0 0 0,1 0 0 0 0,-1 0 0 0 0,0 1 0 0 0,0-1 0 0 0,0 0 0 0 0,0 0 0 0 0,0 0 0 0 0,0 0 0 0 0,1 0 1 0 0,-1 0-1 0 0,0 0 0 0 0,0 1 0 0 0,0-1 0 0 0,0 0 0 0 0,0 0 0 0 0,0 0 0 0 0,0 0 0 0 0,0 1 0 0 0,2 16 0 0 0,0 1-1 0 0,-2 1 0 0 0,0-1 0 0 0,-1 0 0 0 0,-4 21 1 0 0,-23 98 11 0 0,21-104 8 0 0,-86 291 519 0 0,90-308-491 0 0,-1 0-1 0 0,-1 0 0 0 0,0 0 1 0 0,-2 0-1 0 0,1-1 0 0 0,-2 0 1 0 0,-10 16-1 0 0,18-31-36 0 0,-1 1-1 0 0,1 0 1 0 0,0-1-1 0 0,-1 1 0 0 0,1 0 1 0 0,0-1-1 0 0,-1 1 1 0 0,1-1-1 0 0,-1 1 1 0 0,1-1-1 0 0,-1 1 1 0 0,1-1-1 0 0,-1 1 1 0 0,1-1-1 0 0,-1 1 1 0 0,1-1-1 0 0,-1 0 1 0 0,0 1-1 0 0,1-1 1 0 0,-1 0-1 0 0,0 0 1 0 0,1 1-1 0 0,-1-1 1 0 0,0 0-1 0 0,0 0 1 0 0,1 0-1 0 0,-1 0 0 0 0,0 0 1 0 0,1 0-1 0 0,-1 0 1 0 0,0 0-1 0 0,1 0 1 0 0,-1 0-1 0 0,0 0 1 0 0,0 0-1 0 0,1-1 1 0 0,-1 1-1 0 0,0 0 1 0 0,1-1-1 0 0,-1 1 1 0 0,1 0-1 0 0,-1-1 1 0 0,0 1-1 0 0,1-1 1 0 0,-1 1-1 0 0,1 0 1 0 0,-1-1-1 0 0,1 0 1 0 0,-1 1-1 0 0,1-1 0 0 0,0 1 1 0 0,-1-1-1 0 0,1 1 1 0 0,0-1-1 0 0,-1 0 1 0 0,1 1-1 0 0,0-1 1 0 0,0 0-1 0 0,-1-1 1 0 0,-9-44 279 0 0,10 29-200 0 0,0 0 1 0 0,2 0 0 0 0,0 0 0 0 0,1-1 0 0 0,0 2 0 0 0,2-1 0 0 0,0 0 0 0 0,1 1 0 0 0,0 0 0 0 0,15-24 0 0 0,-16 30-215 0 0,1 1 0 0 0,1 0-1 0 0,0 0 1 0 0,0 1 0 0 0,1 0 0 0 0,-1 0-1 0 0,18-11 1 0 0,-19 15-331 0 0,0 0 1 0 0,1 0-1 0 0,0 1 1 0 0,0-1 0 0 0,0 2-1 0 0,0-1 1 0 0,0 1-1 0 0,1 0 1 0 0,-1 1-1 0 0,1-1 1 0 0,-1 2-1 0 0,10-1 1 0 0,1 1-3482 0 0,2-2 298 0 0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6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85 336 0 0,'41'-74'13619'0'0,"-40"72"-12829"0"0,0-1-97 0 0,1-3-220 0 0,-25 16-6154 0 0,18-8 1809 0 0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6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1 170 10257 0 0,'5'-19'221'0'0,"0"0"0"0"0,-1-1 0 0 0,1-24 1 0 0,4-22 708 0 0,-9 65-954 0 0,14 17-3053 0 0,-9-7-810 0 0,0 4 1027 0 0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7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0 381 468 0 0,'0'0'5364'0'0,"4"-4"-4851"0"0,201-145 3420 0 0,-182 126-3585 0 0,-1 0 0 0 0,-1-1 0 0 0,25-36 0 0 0,-4 4 53 0 0,-40 53-384 0 0,1 0-1 0 0,0-1 1 0 0,0 1 0 0 0,0 0-1 0 0,0 1 1 0 0,0-1 0 0 0,0 1-1 0 0,1-1 1 0 0,-1 1-1 0 0,1 0 1 0 0,0 0 0 0 0,-1 0-1 0 0,1 1 1 0 0,0-1 0 0 0,0 1-1 0 0,0 0 1 0 0,0 0 0 0 0,0 1-1 0 0,0-1 1 0 0,5 1 0 0 0,-5 0-14 0 0,-1 1 0 0 0,1 0 0 0 0,-1 0 1 0 0,1 0-1 0 0,-1 0 0 0 0,0 1 0 0 0,0-1 1 0 0,0 1-1 0 0,0 0 0 0 0,0 0 1 0 0,0 0-1 0 0,0 0 0 0 0,0 0 0 0 0,-1 1 1 0 0,1-1-1 0 0,-1 1 0 0 0,0 0 1 0 0,0 0-1 0 0,0 0 0 0 0,0 0 0 0 0,0 0 1 0 0,0 0-1 0 0,-1 0 0 0 0,2 5 0 0 0,2 6 22 0 0,-1 0 0 0 0,0 0 0 0 0,-1 0 0 0 0,-1 0 0 0 0,0 0 0 0 0,-1 1 0 0 0,-1-1 0 0 0,0 1 0 0 0,-1-1 0 0 0,-2 18 0 0 0,1-23 0 0 0,1-1 0 0 0,-1 1 0 0 0,0-1 0 0 0,-1 0 0 0 0,0 0 0 0 0,0 0 0 0 0,0 0 0 0 0,-1 0 0 0 0,-1-1 0 0 0,1 0 0 0 0,-1 1 0 0 0,0-2 0 0 0,-1 1 0 0 0,0-1-1 0 0,0 1 1 0 0,0-2 0 0 0,-1 1 0 0 0,-9 6 0 0 0,14-11 2 0 0,1 0-1 0 0,0 0 1 0 0,-1 0-1 0 0,1 0 1 0 0,-1 0-1 0 0,0-1 0 0 0,1 1 1 0 0,-1-1-1 0 0,0 1 1 0 0,1-1-1 0 0,-1 1 1 0 0,0-1-1 0 0,1 0 1 0 0,-1 0-1 0 0,0 0 1 0 0,0 0-1 0 0,1 0 1 0 0,-1 0-1 0 0,0 0 1 0 0,0-1-1 0 0,1 1 0 0 0,-1 0 1 0 0,0-1-1 0 0,1 0 1 0 0,-1 1-1 0 0,1-1 1 0 0,-1 0-1 0 0,1 0 1 0 0,-1 0-1 0 0,1 0 1 0 0,-1 0-1 0 0,1 0 1 0 0,0 0-1 0 0,0 0 1 0 0,-1-1-1 0 0,1 1 0 0 0,0 0 1 0 0,0-1-1 0 0,0 1 1 0 0,1-1-1 0 0,-1 1 1 0 0,0-1-1 0 0,0 0 1 0 0,1 1-1 0 0,-1-4 1 0 0,1 3-15 0 0,0 0 0 0 0,0 0 1 0 0,0 0-1 0 0,1 0 1 0 0,-1 0-1 0 0,1 0 0 0 0,-1 0 1 0 0,1 0-1 0 0,0 1 1 0 0,0-1-1 0 0,0 0 0 0 0,0 0 1 0 0,0 1-1 0 0,0-1 0 0 0,0 0 1 0 0,1 1-1 0 0,2-3 1 0 0,24-24 121 0 0,-19 21-146 0 0,1 0 0 0 0,-1 1-1 0 0,1 0 1 0 0,1 1 0 0 0,-1 0 0 0 0,1 0 0 0 0,0 1 0 0 0,0 0-1 0 0,1 1 1 0 0,-1 1 0 0 0,1-1 0 0 0,19 0 0 0 0,-12 2-869 0 0,-1 1 0 0 0,32 4 0 0 0,33 15-6479 0 0,-73-16 4735 0 0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8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49 380 0 0,'1'-1'259'0'0,"0"-1"0"0"0,0 1 0 0 0,-1 0 0 0 0,1-1 0 0 0,-1 1 0 0 0,1 0 0 0 0,-1-1 0 0 0,1 1 1 0 0,-1-1-1 0 0,0 1 0 0 0,1-1 0 0 0,-1 1 0 0 0,0-1 0 0 0,0 1 0 0 0,0-1 0 0 0,-1 1 0 0 0,1-1 0 0 0,0 1 0 0 0,0-1 0 0 0,-1 1 0 0 0,1-1 0 0 0,-1 1 0 0 0,1 0 0 0 0,-2-3 0 0 0,1 3-86 0 0,-1 0 0 0 0,1 0-1 0 0,0 0 1 0 0,-1 0 0 0 0,0 0-1 0 0,1 0 1 0 0,-1 1 0 0 0,1-1-1 0 0,-1 0 1 0 0,0 1 0 0 0,1-1-1 0 0,-1 1 1 0 0,0 0 0 0 0,0-1-1 0 0,1 1 1 0 0,-1 0 0 0 0,-2 0-1 0 0,-2 0 33 0 0,0 1-1 0 0,0-1 1 0 0,0 1-1 0 0,0 0 1 0 0,0 0-1 0 0,1 1 1 0 0,-1 0-1 0 0,0 0 1 0 0,1 0-1 0 0,0 1 1 0 0,-8 4-1 0 0,12-6-163 0 0,0 0-1 0 0,0-1 1 0 0,0 1-1 0 0,0 0 1 0 0,0 0-1 0 0,0 0 1 0 0,0 0-1 0 0,0 0 1 0 0,0 0-1 0 0,0 0 1 0 0,0 0-1 0 0,1 0 1 0 0,-1 0-1 0 0,1 1 1 0 0,-1-1-1 0 0,1 0 0 0 0,-1 0 1 0 0,1 1-1 0 0,-1-1 1 0 0,1 0-1 0 0,0 1 1 0 0,0-1-1 0 0,0 0 1 0 0,0 2-1 0 0,1-2-14 0 0,-1 0 0 0 0,1 0 0 0 0,0 0 0 0 0,0 0-1 0 0,-1 1 1 0 0,1-2 0 0 0,0 1 0 0 0,0 0 0 0 0,0 0-1 0 0,0 0 1 0 0,1 0 0 0 0,-1-1 0 0 0,0 1 0 0 0,0 0 0 0 0,0-1-1 0 0,1 1 1 0 0,-1-1 0 0 0,0 1 0 0 0,2-1 0 0 0,6 2 30 0 0,0 0 1 0 0,0-1-1 0 0,0 0 1 0 0,0 0-1 0 0,0-1 1 0 0,13-1-1 0 0,77-21 136 0 0,-92 22-480 0 0,-1-1-1 0 0,0 1 1 0 0,0 0-1 0 0,0 1 1 0 0,0-1-1 0 0,1 1 1 0 0,-1 0-1 0 0,0 1 1 0 0,0 0 0 0 0,11 4-1 0 0,22 6-5975 0 0,-22-10 3399 0 0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4:08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36 286 528 0 0,'-5'-11'7437'0'0,"-18"19"-7063"0"0,22-8-336 0 0,0 1 1 0 0,1-1-1 0 0,-1 1 0 0 0,1 0 1 0 0,-1-1-1 0 0,1 1 1 0 0,-1 0-1 0 0,1-1 0 0 0,-1 1 1 0 0,1 0-1 0 0,0 0 1 0 0,-1-1-1 0 0,1 1 0 0 0,0 0 1 0 0,0 0-1 0 0,-1 0 1 0 0,1 0-1 0 0,0-1 0 0 0,0 1 1 0 0,0 0-1 0 0,0 0 1 0 0,0 0-1 0 0,0 0 1 0 0,0-1-1 0 0,1 1 0 0 0,-1 0 1 0 0,0 0-1 0 0,0 0 1 0 0,1-1-1 0 0,-1 1 0 0 0,0 0 1 0 0,1 0-1 0 0,-1-1 1 0 0,1 1-1 0 0,-1 0 0 0 0,1-1 1 0 0,-1 1-1 0 0,1 0 1 0 0,-1-1-1 0 0,2 2 0 0 0,0 0 29 0 0,-1 0-32 0 0,0 1 0 0 0,0-1 0 0 0,0 0 0 0 0,1 0 1 0 0,0 0-1 0 0,-1 0 0 0 0,1 0 0 0 0,0 0 0 0 0,0 0 1 0 0,0 0-1 0 0,0-1 0 0 0,0 1 0 0 0,0-1 0 0 0,0 1 1 0 0,1-1-1 0 0,-1 0 0 0 0,0 0 0 0 0,1 0 0 0 0,-1 0 1 0 0,1 0-1 0 0,0-1 0 0 0,-1 1 0 0 0,1-1 0 0 0,-1 1 1 0 0,1-1-1 0 0,0 0 0 0 0,-1 0 0 0 0,1-1 0 0 0,0 1 1 0 0,-1 0-1 0 0,1-1 0 0 0,-1 1 0 0 0,1-1 1 0 0,-1 0-1 0 0,4-2 0 0 0,1 0-10 0 0,-1-1 0 0 0,0 0 0 0 0,0-1 0 0 0,0 1-1 0 0,-1-1 1 0 0,1-1 0 0 0,-1 1 0 0 0,-1-1 0 0 0,1 1 0 0 0,-1-2 0 0 0,7-10 0 0 0,-2-2 168 0 0,-1 0 0 0 0,-1 0 1 0 0,-1 0-1 0 0,0-1 0 0 0,-2 0 1 0 0,0-1-1 0 0,-1 1 1 0 0,-1 0-1 0 0,-1-1 0 0 0,-1 0 1 0 0,-4-32-1 0 0,4 51 854 0 0,-2 9-918 0 0,-1 12-43 0 0,1 1 0 0 0,1-1-1 0 0,1 0 1 0 0,1 1 0 0 0,0-1 0 0 0,2 0-1 0 0,6 27 1 0 0,-3-14-1035 0 0,3 59 1 0 0,-10-34-5864 0 0,-1-29 2865 0 0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5:57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37 122 556 0 0,'0'0'839'0'0,"2"-17"7022"0"0,-5 36-7227 0 0,0 0 1 0 0,1 1 0 0 0,2-1-1 0 0,0 1 1 0 0,0-1 0 0 0,6 28 0 0 0,-6-45-486 0 0,-1 38 966 0 0,-7-23-967 0 0,3-11-89 0 0,2 1-1 0 0,-1 0 0 0 0,1-1 0 0 0,0 2 0 0 0,-2 8 0 0 0,5-14 11 0 0,-3 5-78 0 0,2-5 62 0 0,1-7 281 0 0,22-129-292 0 0,12-55-6 0 0,-25 168-222 0 0,5 33 98 0 0,-7-5 96 0 0,7 11-19 0 0,5 3 4 0 0,40 39-1 0 0,-53-56 19 0 0,0 1 0 0 0,0-1 0 0 0,0 1 1 0 0,1-2-1 0 0,-1 1 0 0 0,1-1 0 0 0,0 0 0 0 0,0 0 0 0 0,0-1 0 0 0,1 0 0 0 0,-1 0 0 0 0,9 0 0 0 0,-12-2-9 0 0,0 0 0 0 0,0-1 1 0 0,0 1-1 0 0,1-1 0 0 0,-1 0 1 0 0,0-1-1 0 0,0 1 0 0 0,-1-1 1 0 0,1 1-1 0 0,0-1 0 0 0,0 0 1 0 0,-1 0-1 0 0,1-1 0 0 0,-1 1 1 0 0,0-1-1 0 0,0 0 0 0 0,0 0 1 0 0,0 0-1 0 0,0 0 0 0 0,3-5 1 0 0,3-5 3 0 0,0-1 1 0 0,0 0 0 0 0,10-23 0 0 0,-12 16 1 0 0,-6 13-14 0 0,2 0 0 0 0,-1 1 0 0 0,1-1 0 0 0,0 1 0 0 0,6-10 0 0 0,-8 15-6 0 0,-6 14-9 0 0,2 0 0 0 0,-1 0 0 0 0,2 1 0 0 0,-1-1 0 0 0,2 1 0 0 0,0-1 0 0 0,0 1-1 0 0,2 21 1 0 0,1-22 29 0 0,1-1 0 0 0,0 1-1 0 0,1 0 1 0 0,0-1 0 0 0,1 0-1 0 0,0 0 1 0 0,1 0 0 0 0,0-1 0 0 0,0 1-1 0 0,1-1 1 0 0,10 10 0 0 0,-12-15-2 0 0,0 0 1 0 0,1-1-1 0 0,-1 0 1 0 0,1 0 0 0 0,0 0-1 0 0,0-1 1 0 0,0 0-1 0 0,0 0 1 0 0,0-1 0 0 0,1 1-1 0 0,-1-1 1 0 0,1-1-1 0 0,0 1 1 0 0,0-1 0 0 0,-1 0-1 0 0,1-1 1 0 0,0 0-1 0 0,0 0 1 0 0,0 0 0 0 0,0-1-1 0 0,11-2 1 0 0,1-1 5 0 0,-1 0 1 0 0,1-1-1 0 0,31-15 0 0 0,-43 17-9 0 0,0 0-1 0 0,-1-1 1 0 0,1 0-1 0 0,-1-1 1 0 0,0 1-1 0 0,0-1 1 0 0,0 0-1 0 0,-1-1 1 0 0,1 1-1 0 0,-1-1 1 0 0,-1 0-1 0 0,8-12 1 0 0,-11 17-5 0 0,0 0 0 0 0,-1-1 1 0 0,1 1-1 0 0,0-1 0 0 0,-1 1 1 0 0,1 0-1 0 0,-1-1 0 0 0,1 1 1 0 0,-1-1-1 0 0,0 1 0 0 0,0-1 1 0 0,1 0-1 0 0,-1 1 0 0 0,0-1 1 0 0,-1 1-1 0 0,1-1 0 0 0,0 1 1 0 0,0-1-1 0 0,-1 1 0 0 0,1-1 1 0 0,0 1-1 0 0,-1-1 0 0 0,0 1 1 0 0,1-1-1 0 0,-1 1 0 0 0,0 0 1 0 0,0-1-1 0 0,1 1 0 0 0,-1 0 1 0 0,0 0-1 0 0,0 0 0 0 0,-1-1 1 0 0,1 1-1 0 0,0 0 0 0 0,0 1 1 0 0,0-1-1 0 0,-1 0 0 0 0,1 0 1 0 0,0 0-1 0 0,-1 1 0 0 0,1-1 1 0 0,-1 1-1 0 0,1-1 0 0 0,-1 1 1 0 0,1-1-1 0 0,-1 1 0 0 0,1 0 1 0 0,-3 0-1 0 0,1-1-3 0 0,-1 1 0 0 0,1-1 0 0 0,0 1 1 0 0,0 0-1 0 0,0 0 0 0 0,-1 1 0 0 0,1-1 0 0 0,0 0 0 0 0,0 1 0 0 0,0 0 1 0 0,0 0-1 0 0,0 0 0 0 0,0 0 0 0 0,0 0 0 0 0,0 1 0 0 0,0-1 0 0 0,1 1 0 0 0,-1 0 1 0 0,0 0-1 0 0,1 0 0 0 0,0 0 0 0 0,-1 0 0 0 0,1 1 0 0 0,-3 3 0 0 0,3-3 6 0 0,1 0 0 0 0,0-1 0 0 0,-1 1 0 0 0,1 0-1 0 0,1-1 1 0 0,-1 1 0 0 0,0 0 0 0 0,1 0-1 0 0,-1 0 1 0 0,1 0 0 0 0,0 0 0 0 0,0 0-1 0 0,0-1 1 0 0,0 1 0 0 0,0 0 0 0 0,1 0 0 0 0,-1 0-1 0 0,1 0 1 0 0,0 0 0 0 0,0-1 0 0 0,2 6-1 0 0,1-3 6 0 0,-1 0 0 0 0,1 0 0 0 0,0-1 0 0 0,0 1-1 0 0,0-1 1 0 0,0 0 0 0 0,1 0 0 0 0,0 0 0 0 0,0-1-1 0 0,7 4 1 0 0,4 2 0 0 0,1-1 0 0 0,1-1 0 0 0,-1 0-1 0 0,1-1 1 0 0,1-1 0 0 0,23 3 0 0 0,-11-5 2 0 0,-1-2 0 0 0,1-1 0 0 0,-1-1 0 0 0,1-2 0 0 0,-1-1 1 0 0,0-2-1 0 0,0 0 0 0 0,-1-2 0 0 0,52-22 0 0 0,-72 26 4 0 0,-1 0-1 0 0,1-1 1 0 0,-2-1-1 0 0,1 1 1 0 0,0-1-1 0 0,9-11 1 0 0,-15 16-8 0 0,-2 1-6 0 0,1-1 1 0 0,0 1-1 0 0,-1-1 1 0 0,1 1-1 0 0,-1-1 1 0 0,1 1 0 0 0,-1-1-1 0 0,1 1 1 0 0,-1-1-1 0 0,1 0 1 0 0,-1 1-1 0 0,1-1 1 0 0,-1 0-1 0 0,0 0 1 0 0,1 1-1 0 0,-1-1 1 0 0,0 0-1 0 0,0 0 1 0 0,1 1-1 0 0,-1-1 1 0 0,0 0-1 0 0,0 0 1 0 0,0 0-1 0 0,0 1 1 0 0,0-1 0 0 0,0 0-1 0 0,0 0 1 0 0,-1 1-1 0 0,1-1 1 0 0,0 0-1 0 0,0 0 1 0 0,0 0-1 0 0,-1 1 1 0 0,1-1-1 0 0,-1 0 1 0 0,1 1-1 0 0,0-1 1 0 0,-1 0-1 0 0,1 1 1 0 0,-1-1-1 0 0,1 0 1 0 0,-1 1-1 0 0,0-1 1 0 0,1 1 0 0 0,-1-1-1 0 0,1 1 1 0 0,-1 0-1 0 0,0-1 1 0 0,0 1-1 0 0,1-1 1 0 0,-1 1-1 0 0,0 0 1 0 0,0 0-1 0 0,1-1 1 0 0,-2 1-1 0 0,-37-9-67 0 0,36 9 64 0 0,0 0 0 0 0,1 0 1 0 0,-1 0-1 0 0,0 1 0 0 0,0-1 0 0 0,0 1 1 0 0,1 0-1 0 0,-1 0 0 0 0,0 0 0 0 0,1 0 1 0 0,-1 0-1 0 0,1 1 0 0 0,-1-1 0 0 0,1 1 1 0 0,0-1-1 0 0,-1 1 0 0 0,1 0 0 0 0,0 0 1 0 0,0 0-1 0 0,0 0 0 0 0,1 0 0 0 0,-1 1 1 0 0,0-1-1 0 0,1 1 0 0 0,-3 3 0 0 0,-1 2 22 0 0,5-6-24 0 0,-1-1 8 0 0,1 1 1 0 0,0 0-1 0 0,0 0 1 0 0,0-1-1 0 0,1 1 1 0 0,-1 0 0 0 0,0 0-1 0 0,1-1 1 0 0,-1 1-1 0 0,1 0 1 0 0,-1-1-1 0 0,1 1 1 0 0,0-1-1 0 0,0 1 1 0 0,1 2-1 0 0,3-1 8 0 0,0-1-1 0 0,1 1 1 0 0,-1-1-1 0 0,0 0 1 0 0,1-1-1 0 0,-1 1 0 0 0,1-1 1 0 0,0 0-1 0 0,-1-1 1 0 0,1 1-1 0 0,0-1 0 0 0,7-1 1 0 0,-6 0-19 0 0,0 0 1 0 0,-1-1 0 0 0,1 0-1 0 0,0 0 1 0 0,-1 0 0 0 0,1-1-1 0 0,-1 0 1 0 0,0-1 0 0 0,11-6-1 0 0,-16 9-4 0 0,-7 25-280 0 0,6-22 294 0 0,1-1 0 0 0,-1 0 0 0 0,1 0 1 0 0,-1 1-1 0 0,1-1 0 0 0,-1 0 0 0 0,1 0 0 0 0,-1 0 1 0 0,1 0-1 0 0,0 0 0 0 0,0 0 0 0 0,0 0 1 0 0,0 0-1 0 0,0 0 0 0 0,0 0 0 0 0,0 0 0 0 0,0 0 1 0 0,0-1-1 0 0,0 1 0 0 0,0 0 0 0 0,0-1 0 0 0,0 1 1 0 0,1-1-1 0 0,-1 1 0 0 0,0-1 0 0 0,0 0 1 0 0,1 0-1 0 0,-1 1 0 0 0,0-1 0 0 0,2 0 0 0 0,13 2-1 0 0,1 0 0 0 0,-1-1 0 0 0,1-1 0 0 0,0 0 0 0 0,-1-1-1 0 0,1-1 1 0 0,-1-1 0 0 0,0 0 0 0 0,0-1 0 0 0,0-1-1 0 0,0-1 1 0 0,20-9 0 0 0,-32 12-4 0 0,11-12 13 0 0,-13 14-8 0 0,0-1 0 0 0,-1 0-1 0 0,1 0 1 0 0,0 0 0 0 0,-1 0 0 0 0,1 0 0 0 0,-1-1-1 0 0,0 1 1 0 0,0 0 0 0 0,2-5 0 0 0,-2 6-26 0 0,0-4 20 0 0,2-5 43 0 0,-2 10-44 0 0,0 0 0 0 0,-1 0 0 0 0,1 0-1 0 0,0 1 1 0 0,-1-1 0 0 0,1 0-1 0 0,-1 1 1 0 0,1-1 0 0 0,-1 1-1 0 0,1-1 1 0 0,-1 1 0 0 0,1-1 0 0 0,-1 0-1 0 0,1 1 1 0 0,-1 0 0 0 0,1-1-1 0 0,-1 1 1 0 0,0-1 0 0 0,1 1 0 0 0,-1 0-1 0 0,0-1 1 0 0,0 1 0 0 0,1-1-1 0 0,-1 1 1 0 0,0 1 0 0 0,10 25 20 0 0,-9-24-10 0 0,-1 0-1 0 0,1 0 1 0 0,0 0-1 0 0,0-1 1 0 0,0 1-1 0 0,1 0 1 0 0,-1 0-1 0 0,0-1 1 0 0,1 1 0 0 0,0-1-1 0 0,0 1 1 0 0,-1-1-1 0 0,1 0 1 0 0,1 0-1 0 0,-1 0 1 0 0,5 4-1 0 0,-5-5 14 0 0,4 0 5 0 0,20-3 19 0 0,41-24 17 0 0,-64 25-58 0 0,1 0 1 0 0,-1 0 0 0 0,0 0 0 0 0,0 0-1 0 0,1 1 1 0 0,-1 0 0 0 0,1 0-1 0 0,-1 0 1 0 0,0 0 0 0 0,1 0-1 0 0,-1 0 1 0 0,0 1 0 0 0,5 1 0 0 0,44 16 12 0 0,-38-12 2 0 0,55 9-552 0 0,-67-15 104 0 0,15-10-5306 0 0,-9 3 1158 0 0,-3-1 2175 0 0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5:58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4336 0 0,'10'-39'710'0'0,"-10"-3"2325"0"0,2 18-1069 0 0,-2 22-1566 0 0,1-10 548 0 0,-1 12-947 0 0,0 0 0 0 0,0-1 0 0 0,0 1 0 0 0,0 0 0 0 0,0-1-1 0 0,0 1 1 0 0,0 0 0 0 0,0 0 0 0 0,0-1 0 0 0,0 1 0 0 0,1 0-1 0 0,-1-1 1 0 0,0 1 0 0 0,0 0 0 0 0,0-1 0 0 0,0 1 0 0 0,0 0-1 0 0,1 0 1 0 0,-1-1 0 0 0,0 1 0 0 0,0 0 0 0 0,0 0 0 0 0,1-1 0 0 0,-1 1-1 0 0,0 0 1 0 0,0 0 0 0 0,1 0 0 0 0,-1-1 0 0 0,0 1 0 0 0,0 0-1 0 0,1 0 1 0 0,-1 0 0 0 0,0 0 0 0 0,1 0 0 0 0,-1 0 0 0 0,0 0 0 0 0,1 0-1 0 0,-1 0 1 0 0,1-1 0 0 0,147 78-4355 0 0,-142-74 4568 0 0,1-1 1 0 0,-1 0 0 0 0,1 0 0 0 0,0 0 0 0 0,0-1 0 0 0,0 0-1 0 0,0-1 1 0 0,0 1 0 0 0,0-1 0 0 0,0-1 0 0 0,0 1 0 0 0,0-1-1 0 0,0-1 1 0 0,0 1 0 0 0,0-1 0 0 0,9-4 0 0 0,31-4 1756 0 0,-45 9-1708 0 0,3 2 89 0 0,6 2 42 0 0,-10 1-314 0 0,0-1 1 0 0,-1 1 0 0 0,1 0-1 0 0,-1-1 1 0 0,0 1 0 0 0,0 0-1 0 0,0-1 1 0 0,-1 1 0 0 0,1-1-1 0 0,-1 1 1 0 0,0-1 0 0 0,0 1-1 0 0,-2 4 1 0 0,-23 54 414 0 0,15-38-268 0 0,-13 30-294 0 0,-61 140-21 0 0,25-67-8570 0 0,47-98 4865 0 0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6:02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7 826 100,'-1'-6'920,"-1"-9"188,0 1 0,1-1 0,0 0 0,1 0 1,4-25-1,-2 25-703,2 0 1,-1 0-1,2 0 0,0 1 1,9-18-1,-5 16-330,1 0 0,0 1-1,0 0 1,2 1-1,0 0 1,0 0 0,2 2-1,-1 0 1,1 0 0,30-18-1,-1 6 75,1 1-1,1 2 0,66-20 1,-77 30-71,0 2 0,0 2 0,1 1 0,0 2 0,55 0 0,-84 4-68,-1 0 0,0 0 0,0 1 0,0 0 0,0 0 0,0 0 0,0 1 0,0 0 0,0 0 0,0 0 0,-1 0 0,1 1 0,-1 0-1,0 0 1,0 0 0,0 0 0,6 6 0,-8-5-5,0-1 0,0 0 1,0 0-1,-1 1 0,1-1 0,-1 1 0,0-1 0,0 1 0,0 0 0,0-1 1,-1 1-1,0 0 0,1-1 0,-1 1 0,-1 0 0,1 0 0,0-1 0,-1 1 1,0 0-1,0-1 0,0 1 0,0 0 0,-1-1 0,1 0 0,-3 4 0,-6 12 11,-1-1 0,-1 0-1,0-1 1,-1 0-1,-1-1 1,-30 27 0,2-9 67,-69 45 1,103-78 39,12-11-103,19-17-42,14 4-162,0 2 1,2 2-1,0 2 1,58-18-1,-22 7-184,-53 20 237,-1-1 0,0-1-1,0-1 1,-1-1-1,0 0 1,20-18 0,-32 22 103,0 0 0,0 0 0,-1-1 0,0 0 0,0-1 0,-1 1-1,0-1 1,-1 0 0,0-1 0,0 1 0,-1-1 0,-1 0 0,0 0 0,2-15 0,0-11 105,-3 1-1,0-2 0,-2 1 1,-8-54-1,8 89-10,-1 1-54,0 1 1,0 0-1,1 0 0,-1 0 0,0-1 0,0 1 0,0 0 1,1 0-1,-1 0 0,0 1 0,0-1 0,0 0 0,1 0 0,-1 0 1,0 0-1,0 1 0,0-1 0,1 0 0,-1 1 0,0-1 1,1 1-1,-1-1 0,0 0 0,1 1 0,-1 0 0,1-1 0,-1 1 1,0-1-1,1 1 0,0 0 0,-2 1 0,-17 36 169,-3 49 19,13-27-50,-2 75 0,11-111-111,1 1-1,0-1 1,2 0 0,1 0 0,13 46 0,-14-61-14,0 1 1,1-1-1,0 0 0,10 14 0,-13-20-17,1-1 0,0 0 0,0 0 0,0 0 0,0 0 0,0 0 0,0-1 0,1 1 0,-1-1 0,1 1 0,-1-1 0,1 0 0,-1 0 0,1 0 0,0 0 0,-1 0 0,1-1 0,0 1 0,0-1-1,4 0 1,0-1 3,0-1-1,0 0 1,0 0-1,0 0 0,-1-1 1,1 0-1,-1 0 1,8-6-1,4-1 14,-5 4-20,1 0 0,-1 1 0,1 1-1,0 0 1,0 0 0,1 2 0,-1 0 0,27-1 0,-21 3 8,0-1-1,0-1 1,0-1-1,0-1 1,-1-1-1,1-1 0,-1 0 1,30-15-1,-48 21-9,0-1 0,0 1 0,0 0 0,0-1 0,0 1 0,-1-1 0,1 0 0,0 1 0,0-1-1,0 1 1,-1-1 0,1 0 0,0 0 0,-1 0 0,1 1 0,0-1 0,-1 0 0,1 0 0,-1 0-1,0 0 1,1 0 0,-1 0 0,0 0 0,1 0 0,-1 0 0,0 0 0,0 0 0,0 0 0,0 0 0,0 0-1,0 0 1,0 0 0,0 0 0,0 0 0,-1 0 0,1 0 0,0 0 0,-1 0 0,1 0 0,-1 0-1,1 0 1,-1 0 0,1 0 0,-1 1 0,0-1 0,1 0 0,-1 0 0,0 1 0,1-1 0,-1 0-1,0 1 1,0-1 0,-1 0 0,0 0 51,4 6-43,-1-2-6,0 0 1,0-1 0,1 1-1,-1 0 1,1-1-1,-1 1 1,1-1 0,0 1-1,0-1 1,0 0 0,0 0-1,0 0 1,1 0-1,-1 0 1,1 0 0,-1-1-1,1 1 1,-1-1-1,1 0 1,0 0 0,0 0-1,0 0 1,0 0 0,5 0-1,42 6 59,-47-7-58,-1 0 0,1 0 0,-1 0-1,1 0 1,-1 0 0,0-1-1,1 1 1,-1-1 0,1 1 0,-1-1-1,0 0 1,1 0 0,-1 0-1,0 0 1,4-3 0,-5 3 4,-3-2-5,1-1-1,0 0 1,-1 1-1,0-1 0,0 0 0,0 1 1,0-1-1,0 1 0,-1 0 0,0 0 1,1 0-1,-1 0 0,0 0 0,0 1 1,-6-4-1,-16-17-164,24 22-115,17-10-9869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6:03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15 177 912,'0'0'5956,"-2"3"-5556,-8 7-35,8-7-41,32 14 1423,-23-17-1619,1-1 0,-1 1 1,0-1-1,0-1 0,12-2 0,-17 3-83,-1 1-49,-1-1 0,1 1 0,0 0 1,-1-1-1,1 1 0,0 0 0,-1 0 1,1-1-1,0 1 0,-1 0 0,1 0 1,0 0-1,0 0 0,-1 0 0,1 0 1,0 0-1,0 0 0,-1 0 1,1 0-1,0 1 0,-1-1 0,1 0 1,0 0-1,-1 1 0,1-1 0,0 1 1,23 7-436,-24-8 438,8 3-149,1 0-1,-1 0 1,1-1 0,-1-1 0,1 1-1,0-1 1,0-1 0,0 1 0,15-3-1,-18 1 130,-1 0-1,1 0 0,-1-1 0,1 0 0,-1 0 1,0-1-1,0 1 0,0-1 0,0 0 0,-1 0 1,1-1-1,-1 1 0,0-1 0,0 0 0,0 0 1,0-1-1,3-5 0,0-1 295,-1-1 0,0 0 0,-1 0 1,0-1-1,-1 0 0,-1 1 0,0-1 0,2-18 0,-4 30-145,-1-1-1,0 1 0,0 0 0,1-1 1,-1 1-1,0 0 0,0 0 1,0-1-1,0 1 0,-1 0 1,1-1-1,0 1 0,-1 0 0,1-1 1,0 1-1,-1 0 0,1 0 1,-1 0-1,0-1 0,1 1 1,-1 0-1,0 0 0,0 0 0,0 0 1,0 0-1,0 0 0,0 1 1,-1-2-1,0 1 82,-11 37 337,2-9-248,8-16-309,1 1-1,1 0 0,0 0 0,0 0 1,2 0-1,-1-1 0,1 1 0,1 0 0,4 17 1,11 13-2831,9-6-3602,-14-27 3134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6:03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79 263 1112,'-7'1'844,"1"0"0,-1 0 1,0 0-1,1 1 0,-1 0 0,-10 5 0,15-6-721,1-1-1,-1 1 0,1 0 1,0 0-1,-1 0 0,1 0 1,0 1-1,0-1 0,0 0 1,0 0-1,0 1 0,0-1 1,0 0-1,0 1 1,1-1-1,-1 1 0,0-1 1,1 1-1,-1 0 0,1-1 1,0 1-1,0-1 0,-1 1 1,1 0-1,0-1 0,0 1 1,1 0-1,-1-1 0,0 1 1,0-1-1,1 1 0,-1 0 1,2 2-1,-2-3-85,1 0-1,-1 0 1,1 0-1,0-1 1,-1 1 0,1 0-1,0 0 1,0 0-1,0 0 1,0-1 0,-1 1-1,1 0 1,0-1-1,0 1 1,0-1 0,0 1-1,1-1 1,-1 1-1,0-1 1,0 0 0,0 0-1,0 1 1,0-1 0,0 0-1,0 0 1,1 0-1,-1 0 1,0 0 0,0-1-1,0 1 1,0 0-1,0 0 1,0-1 0,1 1-1,-1-1 1,0 1-1,0-1 1,0 1 0,0-1-1,1 0 1,3-2 19,0 1 1,0-1-1,0 0 1,-1-1-1,1 1 1,4-6-1,10-15 94,-1-1 0,-1-1-1,-1 0 1,-1-1 0,-2-1-1,-1-1 1,-1 1 0,8-36 0,-12 33 1124,-6 29-419,-5 7-665,-5 11-53,0 0 0,1 0-1,0 1 1,2 0 0,0 1-1,0-1 1,-3 31 0,-12 140-1925,16-117-1808,2-36-1119,3-7 360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06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402 241 468 0 0,'-22'-32'3145'0'0,"19"27"-2601"0"0,-1 0-1 0 0,0 0 1 0 0,0 0-1 0 0,-1 1 1 0 0,0-1-1 0 0,1 1 1 0 0,-1 0-1 0 0,-1 0 1 0 0,-7-4-1 0 0,11 7-327 0 0,1 1-184 0 0,0-1 0 0 0,-1 0-1 0 0,1 1 1 0 0,0-1 0 0 0,0 1-1 0 0,0 0 1 0 0,-1-1 0 0 0,1 1 0 0 0,0 0-1 0 0,-1-1 1 0 0,1 1 0 0 0,0 0-1 0 0,-1 0 1 0 0,1 0 0 0 0,0 0 0 0 0,-1 1-1 0 0,1-1 1 0 0,0 0 0 0 0,-1 1-1 0 0,1-1 1 0 0,0 0 0 0 0,0 1 0 0 0,-2 0-1 0 0,-34 9 535 0 0,-11 12 195 0 0,1 2-1 0 0,-60 41 1 0 0,103-63-691 0 0,0 1 0 0 0,0-1 0 0 0,0 1 0 0 0,0 0 0 0 0,1 0 0 0 0,-1 1 1 0 0,1-1-1 0 0,0 1 0 0 0,0-1 0 0 0,0 1 0 0 0,0 0 0 0 0,1 0 0 0 0,0 0 0 0 0,-1 1 0 0 0,0 4 0 0 0,2-7 14 0 0,13 11 122 0 0,-4-12-184 0 0,-1 0 0 0 0,1 0 1 0 0,1-1-1 0 0,-1 0 0 0 0,0 0 1 0 0,0-1-1 0 0,0 0 0 0 0,-1 0 0 0 0,1-1 1 0 0,0 0-1 0 0,0-1 0 0 0,13-6 0 0 0,11-5 80 0 0,47-31 0 0 0,-65 37-68 0 0,-13 7-36 0 0,46 10-22 0 0,-25-4 37 0 0,1-1 0 0 0,0 0 0 0 0,0-2 0 0 0,1-1 0 0 0,-1-1 0 0 0,0-1 0 0 0,0-1-1 0 0,42-9 1 0 0,-54 8-7 0 0,0-1 0 0 0,0 0-1 0 0,-1 0 1 0 0,1-1-1 0 0,-1 0 1 0 0,0-1 0 0 0,-1 0-1 0 0,1-1 1 0 0,-1 0-1 0 0,0-1 1 0 0,-1 1 0 0 0,0-2-1 0 0,0 1 1 0 0,-1-1-1 0 0,0 0 1 0 0,-1 0 0 0 0,1-1-1 0 0,-2 0 1 0 0,10-21-1 0 0,-13 24-12 0 0,1 0 0 0 0,-1 0-1 0 0,0 0 1 0 0,-1 0 0 0 0,1 0-1 0 0,-1-12 1 0 0,-1 17-2 0 0,-7-2-22 0 0,7 4 31 0 0,-1-1 0 0 0,1 1 0 0 0,-1 0 0 0 0,1-1 0 0 0,0 1 0 0 0,-1 0 0 0 0,1-1 0 0 0,-1 1 0 0 0,1 0 0 0 0,0 0 0 0 0,-1-1-1 0 0,1 1 1 0 0,-1 0 0 0 0,1 0 0 0 0,-1 0 0 0 0,1 0 0 0 0,-1-1 0 0 0,1 1 0 0 0,-1 0 0 0 0,0 0 0 0 0,1 0 0 0 0,-1 0-1 0 0,1 0 1 0 0,-1 0 0 0 0,1 0 0 0 0,-1 1 0 0 0,1-1 0 0 0,-1 0 0 0 0,1 0 0 0 0,-1 0 0 0 0,1 0 0 0 0,-1 1 0 0 0,1-1-1 0 0,0 0 1 0 0,-1 1 0 0 0,1-1 0 0 0,-1 0 0 0 0,1 1 0 0 0,0-1 0 0 0,-1 0 0 0 0,1 1 0 0 0,-1 0 0 0 0,-6 5-2 0 0,0 0 0 0 0,0 1 0 0 0,1 0-1 0 0,0 0 1 0 0,0 1 0 0 0,0 0 0 0 0,1 0 0 0 0,0 0 0 0 0,1 1 0 0 0,0-1 0 0 0,0 1 0 0 0,1 0 0 0 0,0 0 0 0 0,1 1 0 0 0,0-1 0 0 0,0 0 0 0 0,1 1 0 0 0,0-1-1 0 0,1 18 1 0 0,1-18 15 0 0,0-1 0 0 0,0 0 0 0 0,1 1 0 0 0,0-1 0 0 0,1 0 0 0 0,0 0 0 0 0,0 0 0 0 0,1-1 0 0 0,0 1 0 0 0,0-1 0 0 0,0 0 0 0 0,1 0 0 0 0,0 0 0 0 0,1-1 0 0 0,-1 0 0 0 0,9 7 0 0 0,-9-9 8 0 0,0-1 0 0 0,1 1 0 0 0,0-1 1 0 0,-1 0-1 0 0,1-1 0 0 0,0 0 0 0 0,0 0 0 0 0,1 0 1 0 0,-1 0-1 0 0,0-1 0 0 0,0 0 0 0 0,1 0 0 0 0,-1-1 1 0 0,1 0-1 0 0,-1 0 0 0 0,1-1 0 0 0,-1 1 0 0 0,0-1 1 0 0,1-1-1 0 0,-1 1 0 0 0,0-1 0 0 0,6-3 0 0 0,4-1-9 0 0,-2-1 0 0 0,1-1 0 0 0,-1 0 0 0 0,0-1 0 0 0,-1-1 0 0 0,0 0 0 0 0,-1 0 0 0 0,0-2 0 0 0,0 1 0 0 0,-1-2 0 0 0,-1 1 0 0 0,12-20 0 0 0,-3 2 20 0 0,-1-1 1 0 0,-1-1-1 0 0,-2 0 0 0 0,17-57 1 0 0,-31 88-11 0 0,0 0 1 0 0,-1 0-1 0 0,1 0 0 0 0,-1 0 1 0 0,1 0-1 0 0,-1 0 0 0 0,0 0 1 0 0,1 0-1 0 0,-1 0 0 0 0,0 0 1 0 0,0 0-1 0 0,0 0 0 0 0,0 0 1 0 0,0-1-1 0 0,0 1 1 0 0,0 0-1 0 0,0 0 0 0 0,0 0 1 0 0,0 0-1 0 0,-1 0 0 0 0,1 0 1 0 0,0 0-1 0 0,-1-2 0 0 0,-17 18 127 0 0,10-5-114 0 0,0 0 0 0 0,1 1 0 0 0,-11 21 0 0 0,10-5-50 0 0,2 0 0 0 0,1 1 0 0 0,1 0 1 0 0,1 0-1 0 0,2-1 0 0 0,0 1 0 0 0,2 0 1 0 0,1 0-1 0 0,2 0 0 0 0,12 52 1 0 0,-15-75-199 0 0,1 0 0 0 0,-1-1 0 0 0,1 1 0 0 0,-1-1 0 0 0,1 0 0 0 0,1 0 0 0 0,-1 0 0 0 0,0 0 0 0 0,1 0 1 0 0,5 5-1 0 0,-6-7-427 0 0,0 0 1 0 0,0 0 0 0 0,0-1 0 0 0,0 1 0 0 0,0-1-1 0 0,1 1 1 0 0,-1-1 0 0 0,1 0 0 0 0,-1 0 0 0 0,1 0-1 0 0,-1 0 1 0 0,4 0 0 0 0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07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47 172 0 0,'-9'-4'1625'0'0,"4"3"1395"0"0,-2 2-2733 0 0,1 0 0 0 0,0 0 0 0 0,-1 1 1 0 0,1 0-1 0 0,0 0 0 0 0,0 1 0 0 0,0 0 0 0 0,0 0 0 0 0,1 0 0 0 0,-1 0 1 0 0,1 1-1 0 0,-1 0 0 0 0,1 0 0 0 0,1 1 0 0 0,-1 0 0 0 0,1-1 0 0 0,-1 1 0 0 0,1 1 1 0 0,1-1-1 0 0,-1 1 0 0 0,1-1 0 0 0,-4 9 0 0 0,5-10-217 0 0,0-1 0 0 0,0 1-1 0 0,1 0 1 0 0,-1 0 0 0 0,1 0 0 0 0,0 0-1 0 0,0 0 1 0 0,0 0 0 0 0,1 0 0 0 0,-1 0-1 0 0,1 0 1 0 0,0 0 0 0 0,0 0 0 0 0,1 0-1 0 0,-1 0 1 0 0,1 0 0 0 0,0 0 0 0 0,0 0-1 0 0,0 0 1 0 0,0 0 0 0 0,1 0 0 0 0,-1 0-1 0 0,1-1 1 0 0,0 1 0 0 0,0-1 0 0 0,1 1-1 0 0,-1-1 1 0 0,1 0 0 0 0,-1 0 0 0 0,1 0-1 0 0,0 0 1 0 0,0 0 0 0 0,1-1 0 0 0,-1 1-1 0 0,0-1 1 0 0,6 3 0 0 0,-5-3-45 0 0,1 0-1 0 0,-1-1 1 0 0,0 1-1 0 0,0-1 1 0 0,1 0-1 0 0,-1 0 1 0 0,1 0 0 0 0,-1-1-1 0 0,1 1 1 0 0,-1-1-1 0 0,1 0 1 0 0,-1-1 0 0 0,1 1-1 0 0,-1-1 1 0 0,1 0-1 0 0,-1 0 1 0 0,0 0-1 0 0,1-1 1 0 0,-1 1 0 0 0,0-1-1 0 0,0 0 1 0 0,0 0-1 0 0,0 0 1 0 0,0-1-1 0 0,-1 0 1 0 0,1 1 0 0 0,-1-1-1 0 0,0-1 1 0 0,0 1-1 0 0,0 0 1 0 0,0-1 0 0 0,0 1-1 0 0,-1-1 1 0 0,4-6-1 0 0,-1 1-4 0 0,0 1 1 0 0,0-2-1 0 0,-1 1 0 0 0,0 0 0 0 0,-1-1 0 0 0,0 0 0 0 0,0 1 0 0 0,-1-1 0 0 0,-1 0 0 0 0,0 0 1 0 0,0-1-1 0 0,-1 1 0 0 0,0 0 0 0 0,-2-16 0 0 0,0 11-5 0 0,1 12-20 0 0,1 0 1 0 0,0-1-1 0 0,-1 1 1 0 0,0 0 0 0 0,0 0-1 0 0,0 0 1 0 0,0 0-1 0 0,0-1 1 0 0,0 1 0 0 0,-1 1-1 0 0,0-1 1 0 0,-3-5-1 0 0,-3 9-207 0 0,8-1 175 0 0,-1 0 0 0 0,1 0 0 0 0,0 0 1 0 0,-1 0-1 0 0,1 0 0 0 0,-1 0 0 0 0,1 0 0 0 0,0 0 0 0 0,-1 0 0 0 0,1 0 0 0 0,0 0 1 0 0,-1 0-1 0 0,1 0 0 0 0,-1 0 0 0 0,1 0 0 0 0,0 0 0 0 0,-1 0 0 0 0,1 0 0 0 0,0 1 1 0 0,-1-1-1 0 0,1 0 0 0 0,0 0 0 0 0,-1 0 0 0 0,1 1 0 0 0,0-1 0 0 0,-1 0 1 0 0,1 0-1 0 0,0 1 0 0 0,0-1 0 0 0,-1 0 0 0 0,1 1 0 0 0,0-1 0 0 0,0 0 0 0 0,0 1 1 0 0,-1 1-210 0 0,-6 13-1130 0 0,6 0-4702 0 0,2-7 2751 0 0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07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16 772 0 0,'0'0'6021'0'0,"-3"6"-5337"0"0,-57 128 3389 0 0,59-132-4005 0 0,0 0 0 0 0,0 0-1 0 0,0 0 1 0 0,1 0-1 0 0,-1 0 1 0 0,1 0 0 0 0,-1 1-1 0 0,1-1 1 0 0,0 0 0 0 0,0 0-1 0 0,0 0 1 0 0,0 0-1 0 0,0 3 1 0 0,1-4-48 0 0,-1-1 0 0 0,0 1 1 0 0,1-1-1 0 0,-1 1 0 0 0,0-1 0 0 0,1 0 0 0 0,-1 1 1 0 0,0-1-1 0 0,1 1 0 0 0,-1-1 0 0 0,1 0 0 0 0,-1 1 0 0 0,1-1 1 0 0,-1 0-1 0 0,1 0 0 0 0,-1 1 0 0 0,1-1 0 0 0,-1 0 1 0 0,1 0-1 0 0,-1 0 0 0 0,1 0 0 0 0,-1 0 0 0 0,1 1 0 0 0,0-1 1 0 0,-1 0-1 0 0,1 0 0 0 0,-1 0 0 0 0,1-1 0 0 0,-1 1 1 0 0,2 0-1 0 0,6-2 58 0 0,0-1 0 0 0,0 1 1 0 0,-1-2-1 0 0,1 1 0 0 0,7-5 1 0 0,-6 3-85 0 0,0 1 6 0 0,1 1-1 0 0,-1-1 1 0 0,1 2 0 0 0,0-1-1 0 0,0 2 1 0 0,0-1-1 0 0,0 1 1 0 0,0 1-1 0 0,1 0 1 0 0,13 1 0 0 0,-17 0-9 0 0,4 1-28 0 0,-1 0 0 0 0,1-1 1 0 0,-1-1-1 0 0,1 0 0 0 0,19-2 0 0 0,-28 2 50 0 0,0-1-1 0 0,0 0 1 0 0,0 1-1 0 0,0-1 1 0 0,0 0 0 0 0,0 0-1 0 0,0 0 1 0 0,0 0-1 0 0,0-1 1 0 0,0 1-1 0 0,0-1 1 0 0,-1 1-1 0 0,1-1 1 0 0,-1 1-1 0 0,1-1 1 0 0,-1 0 0 0 0,1 0-1 0 0,-1 1 1 0 0,0-1-1 0 0,0 0 1 0 0,0 0-1 0 0,0 0 1 0 0,0-1-1 0 0,-1 1 1 0 0,1 0-1 0 0,-1 0 1 0 0,1 0 0 0 0,-1 0-1 0 0,0-1 1 0 0,1 1-1 0 0,-1 0 1 0 0,-1-5-1 0 0,1 0 91 0 0,-1 0 0 0 0,0-1 0 0 0,0 1 0 0 0,-1 0 0 0 0,0 0 0 0 0,0 0 0 0 0,-1 0-1 0 0,0 0 1 0 0,0 1 0 0 0,0-1 0 0 0,-7-8 0 0 0,9 13-188 0 0,-7 2-804 0 0,-10-1-1629 0 0,10 10-2770 0 0,5 3 1786 0 0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08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 1296 0 0,'0'0'9752'0'0,"-2"6"-9296"0"0,-2 8 7 0 0,1 1 0 0 0,1 0 0 0 0,-2 28 0 0 0,3-38-370 0 0,1 0 1 0 0,0 0-1 0 0,1 1 1 0 0,-1-1-1 0 0,1 0 1 0 0,0 0-1 0 0,1 0 1 0 0,-1 0-1 0 0,1 0 1 0 0,0 0-1 0 0,0 0 1 0 0,0 0-1 0 0,1-1 1 0 0,-1 1-1 0 0,1-1 1 0 0,5 5-1 0 0,-5-6-60 0 0,0-1 0 0 0,1 0 0 0 0,-1 0 0 0 0,1 0 0 0 0,0 0 0 0 0,0-1 0 0 0,-1 1 0 0 0,1-1-1 0 0,0 0 1 0 0,0 0 0 0 0,0-1 0 0 0,1 1 0 0 0,-1-1 0 0 0,0 0 0 0 0,0 0 0 0 0,0 0 0 0 0,0 0 0 0 0,0-1-1 0 0,0 0 1 0 0,0 0 0 0 0,0 0 0 0 0,0 0 0 0 0,0 0 0 0 0,0-1 0 0 0,-1 0 0 0 0,7-3 0 0 0,8-5 23 0 0,1 0 0 0 0,-1-2 0 0 0,29-24-1 0 0,40-42 384 0 0,-86 76-347 0 0,5 30 325 0 0,-6-23-405 0 0,0 1 0 0 0,1 0 0 0 0,0 0 0 0 0,0 0 0 0 0,0 0 0 0 0,0-1 0 0 0,1 1 0 0 0,0 0 0 0 0,0-1 0 0 0,1 1 0 0 0,-1-1 1 0 0,5 6-1 0 0,-5-9-5 0 0,-1 0-1 0 0,1-1 1 0 0,0 1 0 0 0,-1 0 0 0 0,1-1 0 0 0,0 0 0 0 0,0 1 0 0 0,0-1 0 0 0,0 0 0 0 0,0 0 0 0 0,0 0 0 0 0,1 0 0 0 0,-1 0 0 0 0,0-1 0 0 0,0 1 0 0 0,1-1 0 0 0,-1 1 0 0 0,0-1 0 0 0,1 0 0 0 0,-1 0 0 0 0,0 0 0 0 0,1 0-1 0 0,-1 0 1 0 0,0-1 0 0 0,1 1 0 0 0,-1-1 0 0 0,0 1 0 0 0,0-1 0 0 0,1 0 0 0 0,-1 0 0 0 0,0 0 0 0 0,0 0 0 0 0,0 0 0 0 0,2-3 0 0 0,11-5 20 0 0,-1-1 0 0 0,0 0 0 0 0,14-14-1 0 0,-20 15-28 0 0,1 1 0 0 0,1 1-1 0 0,-1-1 1 0 0,1 2 0 0 0,1-1-1 0 0,-1 1 1 0 0,23-8 0 0 0,-19 9-14 0 0,0 1 1 0 0,0 1-1 0 0,0 1 0 0 0,0 0 1 0 0,1 1-1 0 0,25 0 1 0 0,-35 2 11 0 0,1-1 0 0 0,0 1 0 0 0,-1 0 0 0 0,1 0 1 0 0,0 0-1 0 0,-1 1 0 0 0,0 0 0 0 0,1 0 0 0 0,-1 1 0 0 0,0-1 0 0 0,0 1 0 0 0,0 0 1 0 0,0 0-1 0 0,-1 1 0 0 0,1-1 0 0 0,-1 1 0 0 0,0 0 0 0 0,0 0 0 0 0,0 1 0 0 0,4 6 1 0 0,-7-10-7 0 0,-1 1 0 0 0,1-1 1 0 0,0 1-1 0 0,0-1 0 0 0,-1 1 1 0 0,1 0-1 0 0,-1-1 1 0 0,1 1-1 0 0,-1-1 0 0 0,0 1 1 0 0,1 0-1 0 0,-1 0 1 0 0,0-1-1 0 0,0 1 0 0 0,0 0 1 0 0,0-1-1 0 0,-1 1 0 0 0,1 0 1 0 0,0-1-1 0 0,-1 1 1 0 0,1 0-1 0 0,-2 2 0 0 0,0-1 48 0 0,0 0-1 0 0,0-1 1 0 0,0 1-1 0 0,-1 0 1 0 0,1-1-1 0 0,0 1 1 0 0,-1-1-1 0 0,0 0 1 0 0,0 0-1 0 0,-4 3 1 0 0,-38 16-1860 0 0,5-9-5099 0 0,36-10 5280 0 0,-6 0-2358 0 0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0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188 106 704 0 0,'-2'-23'2842'0'0,"1"1"0"0"0,4-39 2827 0 0,-6 65-5190 0 0,-5 7-272 0 0,0 0-1 0 0,1 0 1 0 0,1 1-1 0 0,0 0 1 0 0,0 0-1 0 0,2 1 1 0 0,-1-1-1 0 0,-2 17 1 0 0,-20 118 866 0 0,19-93-742 0 0,-5 45 190 0 0,9-56-485 0 0,-2 0 1 0 0,-2-1 0 0 0,-14 45-1 0 0,8-63-2753 0 0,1-16-4813 0 0,1-9 4031 0 0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0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0 100 560 0 0,'36'4'6657'0'0,"65"1"-6526"0"0,-72-4 580 0 0,137-1 1 0 0,0-7 0 0 0,187-33 0 0 0,-105-1 697 0 0,-246 41-358 0 0,-5 5-957 0 0,1-2-75 0 0,0 0 1 0 0,1 1 0 0 0,-1-1 0 0 0,1 0-1 0 0,-1 0 1 0 0,1 1 0 0 0,0-1 0 0 0,0 0 0 0 0,0 1-1 0 0,1-1 1 0 0,-1 1 0 0 0,1 0 0 0 0,0-1 0 0 0,0 1-1 0 0,0-1 1 0 0,1 1 0 0 0,-1-1 0 0 0,1 1-1 0 0,0-1 1 0 0,0 1 0 0 0,0-1 0 0 0,0 0 0 0 0,0 1-1 0 0,1-1 1 0 0,-1 0 0 0 0,1 0 0 0 0,0 0 0 0 0,0 0-1 0 0,1 0 1 0 0,-1 0 0 0 0,0-1 0 0 0,1 1-1 0 0,3 2 1 0 0,2 0 13 0 0,1 0 1 0 0,-1 0-1 0 0,1-1 0 0 0,0 0 0 0 0,0-1 0 0 0,0 1 0 0 0,1-2 0 0 0,-1 0 1 0 0,1 0-1 0 0,19 1 0 0 0,-28-3-25 0 0,1 1 0 0 0,-1-1-1 0 0,1 0 1 0 0,-1 0 0 0 0,0 0 0 0 0,1-1 0 0 0,-1 1-1 0 0,1 0 1 0 0,-1 0 0 0 0,1-1 0 0 0,-1 1 0 0 0,0-1-1 0 0,1 1 1 0 0,-1-1 0 0 0,0 0 0 0 0,1 1 0 0 0,-1-1-1 0 0,0 0 1 0 0,0 0 0 0 0,0 0 0 0 0,0 0 0 0 0,0 0-1 0 0,0 0 1 0 0,0 0 0 0 0,1-3 0 0 0,-1 2 9 0 0,-1 0 0 0 0,1 0 0 0 0,-1 0 0 0 0,0 0 0 0 0,1 0 0 0 0,-1-1 0 0 0,-1 1 0 0 0,1 0 0 0 0,0 0 1 0 0,0 0-1 0 0,-1 0 0 0 0,1-1 0 0 0,-1 1 0 0 0,0 0 0 0 0,-1-2 0 0 0,-2-6 69 0 0,-1 0 1 0 0,0 1-1 0 0,-1 0 1 0 0,0 0-1 0 0,-11-12 1 0 0,12 15-141 0 0,0 0 1 0 0,0 0-1 0 0,-1 1 0 0 0,0 0 1 0 0,0 0-1 0 0,-1 0 1 0 0,1 1-1 0 0,-1 0 0 0 0,0 0 1 0 0,-10-4-1 0 0,15 8-626 0 0,-12 22-7089 0 0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37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0 642 652 0 0,'0'0'2646'0'0,"34"-20"-69"0"0,12-9-1917 0 0,-2-3-1 0 0,-1-1 1 0 0,-1-3 0 0 0,-2-1-1 0 0,47-56 1 0 0,-65 65-466 0 0,-1-2 0 0 0,33-63 0 0 0,-45 74-90 0 0,0-1 0 0 0,-2 0-1 0 0,0-1 1 0 0,-1 0 0 0 0,-1 0-1 0 0,3-29 1 0 0,-6 29 211 0 0,-3 7-61 0 0,1 14-245 0 0,0 0 0 0 0,0 0 0 0 0,0 0-1 0 0,0 0 1 0 0,0-1 0 0 0,0 1 0 0 0,0 0 0 0 0,0 0 0 0 0,0 0-1 0 0,0 0 1 0 0,0 0 0 0 0,0-1 0 0 0,0 1 0 0 0,0 0 0 0 0,0 0-1 0 0,0 0 1 0 0,0 0 0 0 0,-1 0 0 0 0,1 0 0 0 0,0-1-1 0 0,0 1 1 0 0,0 0 0 0 0,0 0 0 0 0,0 0 0 0 0,0 0 0 0 0,-1 0-1 0 0,1 0 1 0 0,0 0 0 0 0,0 0 0 0 0,0 0 0 0 0,0 0 0 0 0,0 0-1 0 0,-1 0 1 0 0,1 0 0 0 0,0 0 0 0 0,0 0 0 0 0,0 0 0 0 0,0 0-1 0 0,0 0 1 0 0,-1 0 0 0 0,1 0 0 0 0,0 0 0 0 0,0 0 0 0 0,0 0-1 0 0,0 0 1 0 0,0 0 0 0 0,-1 0 0 0 0,1 0 0 0 0,0 0 0 0 0,0 0-1 0 0,-11 8 45 0 0,0 0 0 0 0,0 0 0 0 0,1 1 1 0 0,1 1-1 0 0,-1-1 0 0 0,2 2 0 0 0,-1-1 0 0 0,1 1 0 0 0,1 0 0 0 0,0 1 0 0 0,0 0 0 0 0,2 0 0 0 0,-1 0 0 0 0,1 1 0 0 0,-4 19 0 0 0,3-5 56 0 0,1 0 1 0 0,1 1-1 0 0,1-1 1 0 0,2 1-1 0 0,0-1 1 0 0,8 53-1 0 0,-7-74-109 0 0,1 0-1 0 0,0 1 0 0 0,1-1 0 0 0,-1 0 1 0 0,1 0-1 0 0,0 1 0 0 0,1-2 1 0 0,0 1-1 0 0,0 0 0 0 0,0 0 1 0 0,0-1-1 0 0,1 0 0 0 0,0 0 0 0 0,0 0 1 0 0,0 0-1 0 0,1 0 0 0 0,0-1 1 0 0,8 6-1 0 0,-6-6-114 0 0,0-1 1 0 0,0 0 0 0 0,0 0-1 0 0,0 0 1 0 0,0-1-1 0 0,1 0 1 0 0,-1-1-1 0 0,1 1 1 0 0,-1-2 0 0 0,1 1-1 0 0,0-1 1 0 0,-1 0-1 0 0,1-1 1 0 0,0 1 0 0 0,8-3-1 0 0,3-1-217 0 0,-1-1 0 0 0,0-1 0 0 0,0 0 0 0 0,28-15 0 0 0,-36 16 232 0 0,1-1 0 0 0,-1 0 0 0 0,0-1 0 0 0,-1 0 0 0 0,1 0-1 0 0,-1-1 1 0 0,-1-1 0 0 0,11-12 0 0 0,-15 16 278 0 0,-1-1 0 0 0,0 0 0 0 0,-1 0 0 0 0,1 0 0 0 0,2-11 0 0 0,-5 16-114 0 0,1-1 1294 0 0,-5-3-1026 0 0,4 5-317 0 0,0-1 0 0 0,0 1 0 0 0,0 0 0 0 0,0 0-1 0 0,0-1 1 0 0,0 1 0 0 0,0 0 0 0 0,0-1 0 0 0,0 1-1 0 0,0 0 1 0 0,-1-1 0 0 0,1 1 0 0 0,0 0 0 0 0,0 0-1 0 0,0-1 1 0 0,-1 1 0 0 0,1 0 0 0 0,0 0 0 0 0,0-1-1 0 0,0 1 1 0 0,-1 0 0 0 0,1 0 0 0 0,0 0 0 0 0,-1 0-1 0 0,1-1 1 0 0,0 1 0 0 0,0 0 0 0 0,-1 0 0 0 0,1 0-1 0 0,0 0 1 0 0,-1 0 0 0 0,1 0 0 0 0,0 0-1 0 0,-1 0 1 0 0,1 0 0 0 0,0 0 0 0 0,-1 0 0 0 0,1 0-1 0 0,0 0 1 0 0,0 0 0 0 0,-1 0 0 0 0,-5 4 51 0 0,0-1 1 0 0,1 1-1 0 0,0 0 1 0 0,0 0-1 0 0,0 1 0 0 0,0 0 1 0 0,1 0-1 0 0,-1 0 1 0 0,1 0-1 0 0,1 1 1 0 0,-1-1-1 0 0,1 1 1 0 0,0 0-1 0 0,0 0 0 0 0,1 0 1 0 0,-4 13-1 0 0,4-12 56 0 0,-1 22 106 0 0,3-28-224 0 0,0 0 0 0 0,0-1 1 0 0,0 1-1 0 0,0-1 0 0 0,1 1 1 0 0,-1 0-1 0 0,0-1 0 0 0,1 1 1 0 0,-1 0-1 0 0,0-1 0 0 0,1 1 1 0 0,-1-1-1 0 0,1 1 0 0 0,-1-1 1 0 0,1 1-1 0 0,-1-1 0 0 0,1 1 1 0 0,-1-1-1 0 0,1 0 0 0 0,-1 1 1 0 0,1-1-1 0 0,0 0 0 0 0,-1 1 1 0 0,1-1-1 0 0,-1 0 0 0 0,1 0 1 0 0,0 0-1 0 0,-1 1 0 0 0,1-1 1 0 0,0 0-1 0 0,0 0 0 0 0,-1 0 1 0 0,1 0-1 0 0,0 0 0 0 0,-1 0 1 0 0,1-1-1 0 0,0 1 0 0 0,-1 0 1 0 0,1 0-1 0 0,0 0 0 0 0,0-1 1 0 0,8-1-3 0 0,-1 0 1 0 0,0-1-1 0 0,-1 0 1 0 0,1 0-1 0 0,0-1 1 0 0,-1 0-1 0 0,0 0 1 0 0,9-7-1 0 0,4 0-63 0 0,-18 23-66 0 0,0 18 101 0 0,2-18 21 0 0,5 5 23 0 0,19-11 32 0 0,-14-6-55 0 0,1 0-1 0 0,0-2 1 0 0,0 0 0 0 0,-1 0 0 0 0,0-2-1 0 0,26-8 1 0 0,-20 6-2 0 0,0 0-1 0 0,0 1 1 0 0,1 1 0 0 0,-1 1 0 0 0,23 0-1 0 0,-42 2 7 0 0,0 1 0 0 0,0 0-1 0 0,1-1 1 0 0,-1 1-1 0 0,0 0 1 0 0,0 0 0 0 0,0 0-1 0 0,0 0 1 0 0,1 0 0 0 0,-1 0-1 0 0,0 1 1 0 0,0-1-1 0 0,0 0 1 0 0,0 0 0 0 0,0 1-1 0 0,1-1 1 0 0,-1 1-1 0 0,0-1 1 0 0,0 1 0 0 0,0 0-1 0 0,0-1 1 0 0,0 1 0 0 0,-1 0-1 0 0,1-1 1 0 0,0 1-1 0 0,0 0 1 0 0,0 0 0 0 0,-1 0-1 0 0,1 0 1 0 0,0 0 0 0 0,-1 0-1 0 0,1 0 1 0 0,-1 0-1 0 0,1 0 1 0 0,-1 0 0 0 0,1 0-1 0 0,-1 1 1 0 0,0-1-1 0 0,0 0 1 0 0,0 0 0 0 0,1 0-1 0 0,-1 0 1 0 0,0 0 0 0 0,0 1-1 0 0,0-1 1 0 0,-1 0-1 0 0,1 0 1 0 0,0 0 0 0 0,0 0-1 0 0,-1 1 1 0 0,1-1 0 0 0,-1 0-1 0 0,0 1 1 0 0,-1 4-10 0 0,-1 1 1 0 0,-1-1-1 0 0,1 0 1 0 0,-1 0 0 0 0,0 0-1 0 0,-1-1 1 0 0,-5 6-1 0 0,8-8-7 0 0,-7 10-41 0 0,4-5-259 0 0,8-6 13 0 0,5 0 305 0 0,-5-2-74 0 0,1 0 0 0 0,-1 0 1 0 0,1-1-1 0 0,0 1 1 0 0,-1-1-1 0 0,1 0 0 0 0,-1 0 1 0 0,0 0-1 0 0,1 0 1 0 0,-1-1-1 0 0,0 1 0 0 0,6-5 1 0 0,5-1-153 0 0,7-1-39 0 0,0-2 0 0 0,-1 0-1 0 0,0-1 1 0 0,-1-1 0 0 0,-1-1-1 0 0,26-23 1 0 0,-34 26 208 0 0,0 0-1 0 0,-1 0 1 0 0,0-1 0 0 0,-1 0-1 0 0,0 0 1 0 0,-1-1 0 0 0,0 0-1 0 0,-1 0 1 0 0,0-1 0 0 0,-1 0-1 0 0,6-25 1 0 0,-3 10 156 0 0,-6 23 0 0 0,0-1-1 0 0,0 1 1 0 0,-1-1-1 0 0,0 1 1 0 0,0-1 0 0 0,-1 0-1 0 0,1-7 1 0 0,3-6 1418 0 0,-15 49-1445 0 0,1 1 0 0 0,2 0 0 0 0,1 1 0 0 0,1 0 0 0 0,2 0-1 0 0,0 48 1 0 0,4-79-68 0 0,-1 1-1 0 0,1-1 0 0 0,0 0 1 0 0,0 1-1 0 0,0-1 0 0 0,0 0 1 0 0,0 1-1 0 0,1-1 0 0 0,-1 0 1 0 0,0 1-1 0 0,1-1 0 0 0,-1 0 1 0 0,1 1-1 0 0,-1-1 0 0 0,1 0 1 0 0,-1 0-1 0 0,1 0 1 0 0,0 0-1 0 0,0 0 0 0 0,-1 1 1 0 0,1-1-1 0 0,0-1 0 0 0,0 1 1 0 0,0 0-1 0 0,0 0 0 0 0,0 0 1 0 0,1 0-1 0 0,-1-1 0 0 0,0 1 1 0 0,0 0-1 0 0,0-1 1 0 0,1 1-1 0 0,-1-1 0 0 0,0 0 1 0 0,1 1-1 0 0,-1-1 0 0 0,0 0 1 0 0,1 0-1 0 0,-1 0 0 0 0,0 0 1 0 0,1 0-1 0 0,-1 0 0 0 0,0 0 1 0 0,1 0-1 0 0,-1 0 1 0 0,0-1-1 0 0,0 1 0 0 0,1-1 1 0 0,-1 1-1 0 0,0-1 0 0 0,2 0 1 0 0,12-5 6 0 0,-1 0-1 0 0,0-1 1 0 0,22-15 0 0 0,-17 10-9 0 0,82-49 977 0 0,-100 60-748 0 0,6-3 835 0 0,-18 12-993 0 0,6-5-32 0 0,0 0 1 0 0,1 0-1 0 0,-1 0 1 0 0,1 1-1 0 0,0-1 1 0 0,0 1-1 0 0,0 0 1 0 0,0 0-1 0 0,1 1 1 0 0,0-1-1 0 0,0 1 0 0 0,0-1 1 0 0,-3 7-1 0 0,6-8-22 0 0,0 1 0 0 0,-1-1 0 0 0,1 0 0 0 0,0 0 0 0 0,1 0 0 0 0,-1 0 0 0 0,1 0 0 0 0,-1 0 0 0 0,1 0 0 0 0,0 0 0 0 0,0 0 0 0 0,0 0 0 0 0,0 0 0 0 0,1 0 0 0 0,-1 0 0 0 0,1-1 0 0 0,0 1 0 0 0,0-1 0 0 0,0 1 0 0 0,0-1 0 0 0,0 0 0 0 0,0 1 0 0 0,1-1 0 0 0,-1 0 0 0 0,1-1 0 0 0,2 3 0 0 0,2 1-304 0 0,0-1 0 0 0,0 0 0 0 0,0 0 1 0 0,0-1-1 0 0,1 0 0 0 0,-1 0 0 0 0,1 0 0 0 0,0-1 0 0 0,9 1 1 0 0,-15-3-479 0 0,1 0 0 0 0,0 0 1 0 0,-1 0-1 0 0,1 0 1 0 0,0-1-1 0 0,-1 1 1 0 0,1-1-1 0 0,0 1 1 0 0,3-3-1 0 0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37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50 756 0 0,'0'0'908'0'0,"14"-18"-96"0"0,-8 10-88 0 0,11 5-52 0 0,3-4-64 0 0,7 2-80 0 0,3 2-51 0 0,8 3-53 0 0,4-4-152 0 0,4 3-196 0 0,0 2-220 0 0,3-1-268 0 0,-9 2-541 0 0,2 1-1031 0 0,-12-1 460 0 0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38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41 572 0 0,'-3'-4'692'0'0,"-1"0"1"0"0,0 0-1 0 0,0 0 0 0 0,0 1 0 0 0,0-1 1 0 0,-1 1-1 0 0,1 0 0 0 0,-1 0 1 0 0,-9-3-1 0 0,12 5-548 0 0,-1 0 0 0 0,1 1 0 0 0,-1-1 0 0 0,1 1 0 0 0,-1 0 0 0 0,0 0 0 0 0,1 0 0 0 0,-1 0 0 0 0,1 1 0 0 0,-1-1 0 0 0,0 1 0 0 0,1-1 0 0 0,-1 1 0 0 0,1 0 0 0 0,0 0-1 0 0,-1 0 1 0 0,1 0 0 0 0,0 1 0 0 0,-1-1 0 0 0,1 0 0 0 0,-3 4 0 0 0,4-4-106 0 0,0 0-1 0 0,0 0 1 0 0,1 0-1 0 0,-1 0 1 0 0,0 0-1 0 0,1 1 1 0 0,-1-1-1 0 0,0 0 1 0 0,1 0-1 0 0,0 1 1 0 0,-1-1-1 0 0,1 0 1 0 0,0 1-1 0 0,0-1 1 0 0,-1 0-1 0 0,1 1 1 0 0,0-1-1 0 0,0 1 1 0 0,1-1-1 0 0,-1 0 1 0 0,0 1-1 0 0,0-1 1 0 0,1 0-1 0 0,-1 1 0 0 0,1 1 1 0 0,16 37 397 0 0,-11-28-281 0 0,-2 3-14 0 0,-3-11-86 0 0,0 0 0 0 0,1 1 0 0 0,-1-1 1 0 0,1 0-1 0 0,0 0 0 0 0,0 0 0 0 0,2 4 0 0 0,-4-7-44 0 0,-1 1 0 0 0,0-1 0 0 0,1 1 0 0 0,-1-1 0 0 0,0 0 0 0 0,0 0 0 0 0,0 1 0 0 0,0-1 0 0 0,0 0 0 0 0,-1 0 1 0 0,1 0-1 0 0,0 0 0 0 0,0 0 0 0 0,-1 0 0 0 0,1 0 0 0 0,0-1 0 0 0,-1 1 0 0 0,1 0 0 0 0,-1-1 0 0 0,1 0 0 0 0,-1 1 0 0 0,-2 0 0 0 0,-53 1-803 0 0,18-4-5871 0 0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1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1 596 100 0 0,'0'0'1297'0'0,"0"1"-1243"0"0,0-1-1 0 0,0 0 0 0 0,0 1 0 0 0,0-1 1 0 0,0 0-1 0 0,1 0 0 0 0,-1 1 1 0 0,0-1-1 0 0,0 0 0 0 0,1 0 0 0 0,-1 1 1 0 0,0-1-1 0 0,0 0 0 0 0,1 0 0 0 0,-1 0 1 0 0,0 0-1 0 0,0 1 0 0 0,1-1 0 0 0,-1 0 1 0 0,0 0-1 0 0,1 0 0 0 0,-1 0 0 0 0,0 0 1 0 0,1 0-1 0 0,-1 0 0 0 0,0 0 0 0 0,1 0 1 0 0,-1 0-1 0 0,0 0 0 0 0,0 0 0 0 0,1 0 1 0 0,-1 0-1 0 0,0 0 0 0 0,1 0 0 0 0,-1 0 1 0 0,0 0-1 0 0,1-1 0 0 0,-1 1 0 0 0,0 0 1 0 0,0 0-1 0 0,1 0 0 0 0,-1 0 0 0 0,0-1 1 0 0,0 1-1 0 0,1 0 0 0 0,-1 0 0 0 0,0-1 1 0 0,42-28 984 0 0,-2-3 0 0 0,-1-1 0 0 0,65-73 0 0 0,-88 87-813 0 0,-1-1 1 0 0,-1 0-1 0 0,0-2 1 0 0,-2 1-1 0 0,14-33 1 0 0,-20 39-92 0 0,0 0 1 0 0,-1 0 0 0 0,0-1 0 0 0,-2 0 0 0 0,0 0 0 0 0,0 0-1 0 0,-2 0 1 0 0,0-1 0 0 0,-2-18 0 0 0,0 24 42 0 0,1 7-127 0 0,0 0-1 0 0,0 0 1 0 0,-1 0-1 0 0,1 0 1 0 0,-1 0 0 0 0,0 0-1 0 0,0 0 1 0 0,-1 1 0 0 0,1-1-1 0 0,-1 0 1 0 0,-2-3 0 0 0,3 5 2 0 0,-1 2-43 0 0,1-1 0 0 0,-1 1 0 0 0,1 0 1 0 0,-1 0-1 0 0,1-1 0 0 0,-1 1 0 0 0,1 0 0 0 0,-1 0 1 0 0,1 0-1 0 0,0 1 0 0 0,-1-1 0 0 0,1 0 0 0 0,-1 0 1 0 0,1 1-1 0 0,-1-1 0 0 0,1 1 0 0 0,-2 0 0 0 0,0 0-12 0 0,-2 2 15 0 0,0 0 0 0 0,0 0 1 0 0,0 1-1 0 0,0 0 0 0 0,1 0 0 0 0,-1 0 1 0 0,1 1-1 0 0,0-1 0 0 0,0 1 1 0 0,-3 5-1 0 0,-31 52 230 0 0,38-61-241 0 0,-8 15 70 0 0,2 1-1 0 0,-1 1 1 0 0,2-1-1 0 0,0 1 0 0 0,1 0 1 0 0,1 0-1 0 0,1 0 1 0 0,0 1-1 0 0,2-1 0 0 0,0 1 1 0 0,1-1-1 0 0,0 0 0 0 0,2 0 1 0 0,0 1-1 0 0,9 27 1 0 0,-9-38-39 0 0,1 1 1 0 0,-1-1 0 0 0,1 0 0 0 0,1-1 0 0 0,-1 1 0 0 0,1-1 0 0 0,8 10 0 0 0,-11-15-22 0 0,1 0 0 0 0,-1 1-1 0 0,0-1 1 0 0,1 0 0 0 0,-1 0 0 0 0,1-1 0 0 0,0 1 0 0 0,-1 0 0 0 0,1-1 0 0 0,0 0 0 0 0,0 0-1 0 0,0 0 1 0 0,0 0 0 0 0,0 0 0 0 0,0 0 0 0 0,0-1 0 0 0,1 1 0 0 0,-1-1 0 0 0,0 0 0 0 0,0 0-1 0 0,0 0 1 0 0,1-1 0 0 0,-1 1 0 0 0,5-2 0 0 0,9-4 60 0 0,0-1-1 0 0,0-1 1 0 0,19-11 0 0 0,-30 15 261 0 0,-6 3-323 0 0,1 1 1 0 0,-1 0-1 0 0,0 0 1 0 0,0-1-1 0 0,0 1 1 0 0,1 0-1 0 0,-1 0 1 0 0,0-1-1 0 0,0 1 1 0 0,1 0-1 0 0,-1 0 1 0 0,0-1-1 0 0,1 1 0 0 0,-1 0 1 0 0,0 0-1 0 0,1 0 1 0 0,-1 0-1 0 0,0 0 1 0 0,1-1-1 0 0,-1 1 1 0 0,0 0-1 0 0,1 0 1 0 0,-1 0-1 0 0,0 0 1 0 0,1 0-1 0 0,-1 0 1 0 0,0 0-1 0 0,1 0 1 0 0,-1 0-1 0 0,0 0 1 0 0,1 1-1 0 0,-1-1 1 0 0,0 0-1 0 0,1 0 1 0 0,-1 0-1 0 0,0 0 1 0 0,1 0-1 0 0,-1 1 1 0 0,0-1-1 0 0,1 0 1 0 0,-1 0-1 0 0,0 1 1 0 0,0-1-1 0 0,1 0 1 0 0,-1 0-1 0 0,0 1 0 0 0,0-1 1 0 0,0 0-1 0 0,1 0 1 0 0,-1 1-1 0 0,0-1 1 0 0,0 0-1 0 0,0 1 1 0 0,0-1-1 0 0,0 0 1 0 0,0 1-1 0 0,1-1 1 0 0,-1 1-1 0 0,0-1 1 0 0,0 0-1 0 0,0 1 1 0 0,0-1-1 0 0,0 0 1 0 0,0 1-1 0 0,-1-1 1 0 0,2 3 14 0 0,2 6-111 0 0,12 30-3079 0 0,-12-35 1861 0 0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1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1116 0 0,'10'-72'8360'0'0,"-10"71"-8323"0"0,0 1 1 0 0,1-1-1 0 0,-1 0 0 0 0,0 1 0 0 0,0-1 0 0 0,1 1 0 0 0,-1-1 1 0 0,0 0-1 0 0,1 1 0 0 0,-1-1 0 0 0,1 1 0 0 0,-1-1 0 0 0,1 1 1 0 0,-1 0-1 0 0,1-1 0 0 0,-1 1 0 0 0,1-1 0 0 0,-1 1 0 0 0,1 0 1 0 0,-1-1-1 0 0,1 1 0 0 0,0 0 0 0 0,-1 0 0 0 0,1 0 0 0 0,0-1 1 0 0,-1 1-1 0 0,1 0 0 0 0,0 0 0 0 0,-1 0 0 0 0,1 0 0 0 0,0 0 1 0 0,-1 0-1 0 0,1 0 0 0 0,0 0 0 0 0,-1 0 0 0 0,1 1 0 0 0,-1-1 1 0 0,1 0-1 0 0,0 0 0 0 0,-1 0 0 0 0,1 1 0 0 0,0-1 0 0 0,-1 0-232 0 0,1 1-1 0 0,-1-1 0 0 0,1 0 1 0 0,-1 0-1 0 0,0 0 0 0 0,1 0 0 0 0,-1 0 1 0 0,1 0-1 0 0,-1 1 0 0 0,0-1 0 0 0,1 0 1 0 0,-1 0-1 0 0,0 0 0 0 0,1 1 1 0 0,-1-1-1 0 0,0 0 0 0 0,1 1 0 0 0,-1-1 1 0 0,0 0-1 0 0,0 1 0 0 0,0-1 1 0 0,1 0-1 0 0,-1 1 0 0 0,0-1 0 0 0,0 0 1 0 0,0 1-1 0 0,0-1 0 0 0,1 1 1 0 0,-1-1-1 0 0,0 0 0 0 0,0 1 0 0 0,0 0 1 0 0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2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6 236 0 0,'7'-6'7898'0'0,"-5"10"-7773"0"0,-1-1-1 0 0,1 0 0 0 0,0 1 1 0 0,-1-1-1 0 0,0 1 1 0 0,1-1-1 0 0,-1 1 1 0 0,-1-1-1 0 0,1 1 1 0 0,0 0-1 0 0,-1 0 1 0 0,0-1-1 0 0,0 1 1 0 0,0 0-1 0 0,0 0 1 0 0,-1-1-1 0 0,0 1 1 0 0,1 0-1 0 0,-3 6 0 0 0,-28 84 821 0 0,24-75-689 0 0,-29 58 521 0 0,36-75-720 0 0,0-2-51 0 0,0 0 0 0 0,-1 0 0 0 0,1 0 0 0 0,0 0 0 0 0,0 0 0 0 0,0 0-1 0 0,-1 0 1 0 0,1 0 0 0 0,0 0 0 0 0,0 0 0 0 0,0 0 0 0 0,-1 0 0 0 0,1 0-1 0 0,0 0 1 0 0,0 1 0 0 0,0-1 0 0 0,0 0 0 0 0,-1 0 0 0 0,1 0 0 0 0,0 0-1 0 0,0 0 1 0 0,0 1 0 0 0,0-1 0 0 0,0 0 0 0 0,0 0 0 0 0,-1 0 0 0 0,1 0-1 0 0,0 1 1 0 0,0-1 0 0 0,0 0 0 0 0,0 0 0 0 0,0 0 0 0 0,0 1 0 0 0,0-1-1 0 0,0 0 1 0 0,0 0 0 0 0,0 1 0 0 0,0-1 0 0 0,0 0 0 0 0,0 0 0 0 0,0 0-1 0 0,0 1 1 0 0,0-1 0 0 0,0 0 0 0 0,0 0 0 0 0,0 0 0 0 0,1 1 0 0 0,-1-1-1 0 0,0 0 1 0 0,0 0 0 0 0,0 0 0 0 0,0 0 0 0 0,0 1 0 0 0,0-1-1 0 0,1 0 1 0 0,6 11 233 0 0,-7-10-299 0 0,3 1 99 0 0,0-3-10 0 0,194-67 208 0 0,-176 58-229 0 0,-1 0-1 0 0,0-1 1 0 0,-1-1-1 0 0,0-1 1 0 0,-1 0 0 0 0,23-23-1 0 0,-22 20 644 0 0,-25 27 60 0 0,2-5-629 0 0,0-1 0 0 0,1 1-1 0 0,0 0 1 0 0,0 0 0 0 0,0 1 0 0 0,0-1 0 0 0,-1 7-1 0 0,4-10-66 0 0,0 0-1 0 0,0-1 1 0 0,-1 1-1 0 0,2 0 0 0 0,-1-1 1 0 0,0 1-1 0 0,1 0 0 0 0,-1 0 1 0 0,1-1-1 0 0,0 1 1 0 0,-1-1-1 0 0,1 1 0 0 0,1-1 1 0 0,-1 1-1 0 0,0-1 0 0 0,0 0 1 0 0,1 1-1 0 0,0-1 1 0 0,-1 0-1 0 0,1 0 0 0 0,2 2 1 0 0,0-1-11 0 0,1 0 1 0 0,-1 0-1 0 0,1 0 1 0 0,0-1-1 0 0,0 1 1 0 0,0-1-1 0 0,0 0 1 0 0,0-1 0 0 0,0 1-1 0 0,7 0 1 0 0,4 0-50 0 0,0 0 0 0 0,0-2 0 0 0,0 1 0 0 0,0-2 0 0 0,0 0 0 0 0,24-6 0 0 0,-27 4 38 0 0,0 0 0 0 0,-1-1-1 0 0,0-1 1 0 0,0 0-1 0 0,0 0 1 0 0,12-9-1 0 0,-22 13 144 0 0,21-25 3435 0 0,-22 27-3635 0 0,20 28-2450 0 0,4-13-6777 0 0,-15-12 5142 0 0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2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28 0 0,'8'-5'1324'0'0,"-2"-2"1140"0"0,1-4-1408 0 0,-1 5 737 0 0,1-1-793 0 0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6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1 553 408 0 0,'0'0'5323'0'0,"5"-1"-4965"0"0,37-3 519 0 0,-5 1-268 0 0,0-2 0 0 0,42-11 0 0 0,-29 1-360 0 0,-1-3-1 0 0,-1-1 1 0 0,0-3-1 0 0,57-36 1 0 0,-100 55-220 0 0,0 0 0 0 0,0 0 0 0 0,-1 0 0 0 0,1-1 0 0 0,-1 1 0 0 0,0-1 0 0 0,0 0 0 0 0,-1-1 0 0 0,1 1 0 0 0,-1-1 0 0 0,0 1 0 0 0,0-1 0 0 0,0 0 0 0 0,-1 0 0 0 0,1 0 0 0 0,-1-1 0 0 0,0 1 0 0 0,-1 0 0 0 0,2-9 0 0 0,-3 11 8 0 0,-2 1-1 0 0,1 1-32 0 0,1 0 0 0 0,-1 0 1 0 0,0 0-1 0 0,0 0 0 0 0,0 0 1 0 0,0 0-1 0 0,1 0 1 0 0,-1 1-1 0 0,0-1 0 0 0,0 0 1 0 0,-1 0-1 0 0,1 1 0 0 0,0-1 1 0 0,0 1-1 0 0,0-1 1 0 0,0 1-1 0 0,0 0 0 0 0,-2-1 1 0 0,-2 2-1 0 0,-1 1 0 0 0,1-1 0 0 0,0 1 0 0 0,0 1 1 0 0,0-1-1 0 0,0 1 0 0 0,1-1 0 0 0,-1 1 0 0 0,1 1 1 0 0,-1-1-1 0 0,1 1 0 0 0,0-1 0 0 0,0 1 0 0 0,1 0 1 0 0,-1 1-1 0 0,1-1 0 0 0,0 1 0 0 0,0-1 0 0 0,0 1 0 0 0,1 0 1 0 0,0 0-1 0 0,0 0 0 0 0,0 0 0 0 0,0 0 0 0 0,1 1 1 0 0,0-1-1 0 0,-1 9 0 0 0,2-11 0 0 0,-1 0-1 0 0,1 0 1 0 0,0 0 0 0 0,0 0-1 0 0,0 0 1 0 0,1 0 0 0 0,-1 0-1 0 0,1 0 1 0 0,-1 0 0 0 0,1 0-1 0 0,0 0 1 0 0,0 0 0 0 0,1 0-1 0 0,-1 0 1 0 0,1-1 0 0 0,-1 1-1 0 0,1 0 1 0 0,0-1 0 0 0,0 0-1 0 0,0 1 1 0 0,0-1 0 0 0,0 0-1 0 0,0 0 1 0 0,1 0-1 0 0,-1 0 1 0 0,1 0 0 0 0,0-1-1 0 0,-1 1 1 0 0,1-1 0 0 0,0 0-1 0 0,0 0 1 0 0,0 0 0 0 0,0 0-1 0 0,0 0 1 0 0,0-1 0 0 0,5 1-1 0 0,1 1 10 0 0,0-1 0 0 0,0-1 0 0 0,0 0 0 0 0,0 0 0 0 0,-1 0-1 0 0,1-1 1 0 0,0-1 0 0 0,0 1 0 0 0,-1-2 0 0 0,1 1 0 0 0,15-7-1 0 0,4-6-106 0 0,0 0-1 0 0,-1-2 0 0 0,26-22 1 0 0,-51 38 86 0 0,-1 0 1 0 0,0 1 0 0 0,1-1-1 0 0,-1 0 1 0 0,1 1 0 0 0,-1-1-1 0 0,1 1 1 0 0,-1-1 0 0 0,1 1-1 0 0,-1 0 1 0 0,1-1 0 0 0,0 1-1 0 0,-1 0 1 0 0,1 0 0 0 0,-1 0-1 0 0,1 0 1 0 0,0 1 0 0 0,-1-1-1 0 0,1 0 1 0 0,-1 1-1 0 0,1-1 1 0 0,-1 1 0 0 0,1-1-1 0 0,-1 1 1 0 0,1 0 0 0 0,-1 0-1 0 0,0-1 1 0 0,1 1 0 0 0,-1 0-1 0 0,0 0 1 0 0,0 0 0 0 0,0 1-1 0 0,0-1 1 0 0,0 0 0 0 0,0 0-1 0 0,0 0 1 0 0,1 3 0 0 0,2 1 4 0 0,0 0 0 0 0,-1 0 0 0 0,0 0 1 0 0,0 0-1 0 0,0 0 0 0 0,-1 1 0 0 0,0 0 1 0 0,0-1-1 0 0,2 12 0 0 0,-3-10 13 0 0,-1-5 19 0 0,4 0 0 0 0,-4-2-28 0 0,0 0-1 0 0,0 1 1 0 0,0-1-1 0 0,0 0 1 0 0,1 0-1 0 0,-1 0 1 0 0,0 0-1 0 0,0 1 1 0 0,0-1 0 0 0,0 0-1 0 0,1 0 1 0 0,-1 0-1 0 0,0 0 1 0 0,0 0-1 0 0,1 1 1 0 0,-1-1-1 0 0,0 0 1 0 0,0 0-1 0 0,1 0 1 0 0,-1 0-1 0 0,0 0 1 0 0,0 0-1 0 0,0 0 1 0 0,1 0-1 0 0,-1 0 1 0 0,0 0-1 0 0,0 0 1 0 0,1 0 0 0 0,-1 0-1 0 0,0 0 1 0 0,0 0-1 0 0,1 0 1 0 0,-1 0-1 0 0,0-1 1 0 0,0 1-1 0 0,1 0 1 0 0,-1 0-1 0 0,0 0 1 0 0,0 0-1 0 0,0 0 1 0 0,1 0-1 0 0,-1-1 1 0 0,0 1-1 0 0,0 0 1 0 0,20-16-83 0 0,0 1 0 0 0,1 1 0 0 0,0 1 0 0 0,1 1 0 0 0,1 1-1 0 0,0 1 1 0 0,47-14 0 0 0,-44 18 19 0 0,10-2-106 0 0,-1-1 0 0 0,36-15-1 0 0,-63 21 146 0 0,0 0-1 0 0,-1-1 0 0 0,1 0 0 0 0,-1 0 0 0 0,0 0 0 0 0,0-1 1 0 0,-1 0-1 0 0,0-1 0 0 0,1 1 0 0 0,-2-1 0 0 0,1 0 0 0 0,-1-1 0 0 0,0 1 1 0 0,8-14-1 0 0,-10 10 73 0 0,0 1 0 0 0,-1-1 1 0 0,0 0-1 0 0,0 1 0 0 0,-1-1 1 0 0,-1 0-1 0 0,0 0 0 0 0,0 0 1 0 0,-1 0-1 0 0,0 0 0 0 0,0 1 0 0 0,-1-1 1 0 0,-1 0-1 0 0,0 1 0 0 0,0 0 1 0 0,0-1-1 0 0,-2 1 0 0 0,1 0 1 0 0,-7-9-1 0 0,11 18-35 0 0,0-1-1 0 0,-1 0 1 0 0,1 1 0 0 0,0-1 0 0 0,-1 0 0 0 0,1 1-1 0 0,-1-1 1 0 0,1 1 0 0 0,-1-1 0 0 0,1 1 0 0 0,-1-1-1 0 0,1 1 1 0 0,-1-1 0 0 0,1 1 0 0 0,-1-1 0 0 0,0 1-1 0 0,1 0 1 0 0,-1-1 0 0 0,0 1 0 0 0,1 0-1 0 0,-1 0 1 0 0,0 0 0 0 0,0-1 0 0 0,1 1 0 0 0,-1 0-1 0 0,0 0 1 0 0,1 0 0 0 0,-1 0 0 0 0,0 0 0 0 0,0 0-1 0 0,1 0 1 0 0,-1 1 0 0 0,0-1 0 0 0,0 0 0 0 0,1 0-1 0 0,-1 0 1 0 0,0 1 0 0 0,1-1 0 0 0,-1 0-1 0 0,0 1 1 0 0,1-1 0 0 0,-1 1 0 0 0,1-1 0 0 0,-1 1-1 0 0,1-1 1 0 0,-1 1 0 0 0,1-1 0 0 0,-1 1 0 0 0,1-1-1 0 0,-1 1 1 0 0,1-1 0 0 0,-1 1 0 0 0,1 0 0 0 0,0-1-1 0 0,0 1 1 0 0,-1 0 0 0 0,1 1 0 0 0,-15 40 262 0 0,7 4 61 0 0,3 1 1 0 0,1 90-1 0 0,3-33-68 0 0,1-34-75 0 0,12 83-1 0 0,-6-101-70 0 0,-2-1 0 0 0,-2 1-1 0 0,-10 100 1 0 0,-10-96-763 0 0,18-55 581 0 0,-1 0 0 0 0,0-1 0 0 0,1 1 1 0 0,-1-1-1 0 0,0 1 0 0 0,1-1 0 0 0,-1 1 0 0 0,0-1 1 0 0,1 0-1 0 0,-1 1 0 0 0,0-1 0 0 0,0 0 0 0 0,1 0 0 0 0,-1 1 1 0 0,0-1-1 0 0,0 0 0 0 0,0 0 0 0 0,1 0 0 0 0,-1 0 1 0 0,0 0-1 0 0,0 0 0 0 0,0 0 0 0 0,1 0 0 0 0,-1 0 1 0 0,0-1-1 0 0,0 1 0 0 0,0 0 0 0 0,1 0 0 0 0,-1-1 1 0 0,-1 0-1 0 0,-22-9-1644 0 0,-10-16-2709 0 0,15 8 1880 0 0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7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0 434 184 0 0,'6'-12'98'0'0,"0"1"-1"0"0,1 0 1 0 0,0 1 0 0 0,0-1-1 0 0,1 1 1 0 0,1 1 0 0 0,0 0-1 0 0,0 0 1 0 0,0 0 0 0 0,1 1-1 0 0,16-9 1 0 0,15-8 109 0 0,74-33 0 0 0,-70 37-33 0 0,-19 9-38 0 0,14-7 215 0 0,46-30-1 0 0,-76 43 39 0 0,-1-1 1 0 0,1 0-1 0 0,-1-1 1 0 0,-1 0-1 0 0,0 0 1 0 0,0-1-1 0 0,0 0 1 0 0,-1 0-1 0 0,10-18 1 0 0,-17 27-324 0 0,1-1 0 0 0,-1 1 1 0 0,0-1-1 0 0,1 0 0 0 0,-1 1 0 0 0,0-1 1 0 0,0 1-1 0 0,1-1 0 0 0,-1 0 0 0 0,0 1 0 0 0,0-1 1 0 0,0 0-1 0 0,0 1 0 0 0,0-1 0 0 0,0 0 1 0 0,0 0-1 0 0,0 1 0 0 0,0-1 0 0 0,0 0 0 0 0,-1 1 1 0 0,1-1-1 0 0,0 1 0 0 0,0-1 0 0 0,-1 0 1 0 0,1 1-1 0 0,0-1 0 0 0,-1 1 0 0 0,1-1 1 0 0,0 0-1 0 0,-1 1 0 0 0,1-1 0 0 0,-1 1 0 0 0,1-1 1 0 0,-1 1-1 0 0,1 0 0 0 0,-1-1 0 0 0,1 1 1 0 0,-1-1-1 0 0,0 1 0 0 0,0 0 0 0 0,0-1-46 0 0,0 1 0 0 0,-1-1 1 0 0,1 1-1 0 0,0 0 0 0 0,0 0 0 0 0,-1 0 0 0 0,1 0 0 0 0,0 0 0 0 0,-1 0 0 0 0,1 0 0 0 0,0 0 0 0 0,0 0 1 0 0,-1 1-1 0 0,1-1 0 0 0,0 0 0 0 0,0 1 0 0 0,0-1 0 0 0,-1 1 0 0 0,1-1 0 0 0,0 1 0 0 0,-2 1 1 0 0,-3 3 40 0 0,1 1 0 0 0,-1 0 1 0 0,1 0-1 0 0,0 0 1 0 0,0 0-1 0 0,1 1 1 0 0,0 0-1 0 0,0 0 1 0 0,1 0-1 0 0,0 0 1 0 0,0 0-1 0 0,0 1 1 0 0,1-1-1 0 0,-1 12 0 0 0,2-14-37 0 0,0 0-1 0 0,1 0 0 0 0,0 1 0 0 0,0-1 0 0 0,0 0 0 0 0,1 0 0 0 0,-1 1 0 0 0,1-1 1 0 0,1 0-1 0 0,-1 0 0 0 0,1 0 0 0 0,0 0 0 0 0,0 0 0 0 0,0-1 0 0 0,0 1 0 0 0,1-1 1 0 0,0 1-1 0 0,0-1 0 0 0,0 0 0 0 0,1 0 0 0 0,0 0 0 0 0,-1 0 0 0 0,6 3 0 0 0,-6-5-11 0 0,0-1-1 0 0,0 1 1 0 0,0-1-1 0 0,0 0 1 0 0,0 0 0 0 0,0 0-1 0 0,0 0 1 0 0,0-1-1 0 0,1 1 1 0 0,-1-1-1 0 0,0 0 1 0 0,0 0-1 0 0,1 0 1 0 0,-1 0-1 0 0,0 0 1 0 0,0-1-1 0 0,0 0 1 0 0,0 1-1 0 0,1-1 1 0 0,-1-1-1 0 0,0 1 1 0 0,0 0 0 0 0,-1-1-1 0 0,6-3 1 0 0,6-3-9 0 0,0-1 0 0 0,-1 0 0 0 0,17-18 1 0 0,1 0-32 0 0,0 1 0 0 0,1 1 1 0 0,51-29-1 0 0,-81 53 22 0 0,0-1 1 0 0,1 1-1 0 0,-1 0 0 0 0,1-1 1 0 0,-1 1-1 0 0,1 1 1 0 0,0-1-1 0 0,-1 0 0 0 0,1 1 1 0 0,0-1-1 0 0,0 1 0 0 0,-1 0 1 0 0,1 0-1 0 0,0 0 0 0 0,0 0 1 0 0,0 0-1 0 0,-1 1 0 0 0,1-1 1 0 0,0 1-1 0 0,0 0 1 0 0,-1-1-1 0 0,1 1 0 0 0,-1 1 1 0 0,1-1-1 0 0,-1 0 0 0 0,1 1 1 0 0,-1-1-1 0 0,3 3 0 0 0,1 3-1 0 0,-1-1-1 0 0,0 1 0 0 0,0 0 0 0 0,0 0 0 0 0,-1 0 0 0 0,0 1 1 0 0,-1 0-1 0 0,3 8 0 0 0,-4-12 9 0 0,0 0 0 0 0,-1 0-1 0 0,1 0 1 0 0,1-1 0 0 0,-1 1 0 0 0,0-1 0 0 0,1 1 0 0 0,0-1-1 0 0,0 0 1 0 0,0 0 0 0 0,0 0 0 0 0,0 0 0 0 0,0 0-1 0 0,1-1 1 0 0,0 0 0 0 0,-1 1 0 0 0,1-1 0 0 0,0-1 0 0 0,8 4-1 0 0,-6-4-19 0 0,1 0 1 0 0,0 0-1 0 0,0 0 0 0 0,0-1 0 0 0,0 0 0 0 0,0-1 0 0 0,0 1 0 0 0,0-1 0 0 0,0-1 1 0 0,-1 1-1 0 0,11-4 0 0 0,-5 0-22 0 0,0 1 0 0 0,0-2 0 0 0,-1 1 0 0 0,0-2 0 0 0,0 1 0 0 0,0-2 0 0 0,-1 1 0 0 0,0-1 0 0 0,-1-1 0 0 0,0 0 0 0 0,0 0 0 0 0,0-1 0 0 0,6-11 0 0 0,-14 21 43 0 0,-1 0-1 0 0,1-1 1 0 0,-1 1-1 0 0,1-1 1 0 0,-1 1-1 0 0,0-1 1 0 0,1 1-1 0 0,-1-1 1 0 0,0 1-1 0 0,1-1 1 0 0,-1 1-1 0 0,0-1 1 0 0,1 1 0 0 0,-1-1-1 0 0,0 1 1 0 0,0-1-1 0 0,0 0 1 0 0,0 1-1 0 0,1-1 1 0 0,-1 0-1 0 0,0 1 1 0 0,0-1-1 0 0,0 1 1 0 0,0-1 0 0 0,0 0-1 0 0,-1 1 1 0 0,1-1-1 0 0,0 0 1 0 0,0 1-1 0 0,0-1 1 0 0,0 1-1 0 0,-1-1 1 0 0,1 1-1 0 0,0-1 1 0 0,-1 0 0 0 0,1 1-1 0 0,0-1 1 0 0,-1 1-1 0 0,1-1 1 0 0,-1 1-1 0 0,1 0 1 0 0,-1-1-1 0 0,1 1 1 0 0,-1-1-1 0 0,1 1 1 0 0,-1 0 0 0 0,1-1-1 0 0,-1 1 1 0 0,1 0-1 0 0,-1 0 1 0 0,0 0-1 0 0,1-1 1 0 0,-1 1-1 0 0,1 0 1 0 0,-1 0-1 0 0,0 0 1 0 0,1 0 0 0 0,-1 0-1 0 0,0 0 1 0 0,0 0-1 0 0,-30 6 71 0 0,29-5-69 0 0,0 0-1 0 0,1 1 1 0 0,-1-1 0 0 0,0 0-1 0 0,1 1 1 0 0,-1-1 0 0 0,1 1-1 0 0,-1-1 1 0 0,1 1 0 0 0,0 0-1 0 0,-1 0 1 0 0,1-1 0 0 0,0 1-1 0 0,0 0 1 0 0,0 0 0 0 0,1 0-1 0 0,-1 0 1 0 0,0 0 0 0 0,1 0-1 0 0,-1 0 1 0 0,1 1 0 0 0,0-1-1 0 0,0 0 1 0 0,0 0 0 0 0,0 0-1 0 0,0 0 1 0 0,0 0 0 0 0,1 1-1 0 0,-1-1 1 0 0,0 0 0 0 0,1 0-1 0 0,0 0 1 0 0,0 0 0 0 0,-1 0-1 0 0,1 0 1 0 0,2 2 0 0 0,0 1 6 0 0,0 0 0 0 0,0 0 1 0 0,0 0-1 0 0,1-1 0 0 0,0 1 1 0 0,0-1-1 0 0,0 0 0 0 0,1 0 1 0 0,-1 0-1 0 0,1-1 0 0 0,7 5 1 0 0,-3-4-73 0 0,0 0 0 0 0,0-1 0 0 0,0 0 0 0 0,1 0 0 0 0,-1-1 0 0 0,1 0 0 0 0,0-1 0 0 0,-1 0 0 0 0,1 0 0 0 0,0-1 1 0 0,0-1-1 0 0,-1 1 0 0 0,1-2 0 0 0,0 1 0 0 0,-1-1 0 0 0,1-1 0 0 0,-1 0 0 0 0,0 0 0 0 0,0-1 0 0 0,0 0 0 0 0,0 0 0 0 0,-1-1 1 0 0,0 0-1 0 0,0-1 0 0 0,0 0 0 0 0,12-12 0 0 0,3-5-43 0 0,-10 11 148 0 0,-2 0 0 0 0,19-24 0 0 0,-29 33-21 0 0,7 1-8 0 0,6 1 30 0 0,-12 1-33 0 0,-1 0 0 0 0,0 0 0 0 0,1 0 0 0 0,-1 0 0 0 0,0 0 0 0 0,1 1 0 0 0,-1-1 0 0 0,0 1 0 0 0,0-1 0 0 0,1 1 0 0 0,-1-1 0 0 0,0 1 0 0 0,0 0 0 0 0,0-1 0 0 0,0 1 0 0 0,0 0 0 0 0,0 0 0 0 0,0 0 0 0 0,0 0 0 0 0,0 0 0 0 0,0 0 0 0 0,0 0 0 0 0,0 0 0 0 0,-1 0 0 0 0,1 1 0 0 0,0 1 0 0 0,14 41 303 0 0,-8-22-175 0 0,-5-17-122 0 0,13 22 257 0 0,-14-26-156 0 0,3-3-86 0 0,10-9 22 0 0,-5 4-32 0 0,1 1 1 0 0,-1 0-1 0 0,1 0 1 0 0,1 1-1 0 0,19-8 1 0 0,-25 12-27 0 0,0 0 0 0 0,0 0 0 0 0,0 1 0 0 0,0-1 0 0 0,0 1 0 0 0,0 1 0 0 0,0-1 0 0 0,0 1 0 0 0,0 0 0 0 0,0 0 0 0 0,0 0 0 0 0,0 1 0 0 0,-1-1 0 0 0,1 1 0 0 0,-1 0 0 0 0,1 1 0 0 0,6 3 0 0 0,5 6-757 0 0,6 4-4755 0 0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8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22 692 0 0,'0'0'889'0'0,"6"-11"1255"0"0,-6 11-2014 0 0,0 0 0 0 0,0 0 0 0 0,0-1 0 0 0,0 1 0 0 0,1 0 0 0 0,-1 0 0 0 0,0 0 1 0 0,0 0-1 0 0,0-1 0 0 0,0 1 0 0 0,0 0 0 0 0,1 0 0 0 0,-1-1 0 0 0,0 1 0 0 0,0 0 1 0 0,0 0-1 0 0,0-1 0 0 0,0 1 0 0 0,0 0 0 0 0,0 0 0 0 0,0-1 0 0 0,0 1 0 0 0,0 0 1 0 0,0 0-1 0 0,0 0 0 0 0,0-1 0 0 0,0 1 0 0 0,0 0 0 0 0,0 0 0 0 0,0-1 1 0 0,0 1-1 0 0,0 0 0 0 0,-1 0 0 0 0,1-1 0 0 0,0 1 0 0 0,0 0 0 0 0,0 0 0 0 0,0 0 1 0 0,0-1-1 0 0,-1 1 0 0 0,1 0 0 0 0,0 0 0 0 0,0 0 0 0 0,0 0 0 0 0,-1-1 0 0 0,1 1 1 0 0,0 0-1 0 0,0 0 0 0 0,-1 0 0 0 0,-5 1 13 0 0,1 1 0 0 0,-1 0-1 0 0,0 0 1 0 0,1 0 0 0 0,0 1 0 0 0,-1-1-1 0 0,1 2 1 0 0,0-1 0 0 0,0 0 0 0 0,1 1 0 0 0,-1 0-1 0 0,-7 8 1 0 0,10-10-109 0 0,0 0 0 0 0,0-1 1 0 0,0 1-1 0 0,1 0 0 0 0,-1 0 0 0 0,0 0 0 0 0,1 1 0 0 0,0-1 0 0 0,0 0 1 0 0,0 1-1 0 0,0-1 0 0 0,0 0 0 0 0,0 1 0 0 0,0-1 0 0 0,1 1 0 0 0,-1-1 0 0 0,1 1 1 0 0,0 0-1 0 0,-1-1 0 0 0,1 1 0 0 0,1-1 0 0 0,-1 1 0 0 0,0-1 0 0 0,1 1 1 0 0,-1 0-1 0 0,1-1 0 0 0,0 1 0 0 0,-1-1 0 0 0,1 0 0 0 0,1 1 0 0 0,-1-1 0 0 0,0 0 1 0 0,0 0-1 0 0,3 3 0 0 0,-2-3-19 0 0,1 0 1 0 0,-1 0-1 0 0,0 0 1 0 0,1-1-1 0 0,0 0 1 0 0,-1 1-1 0 0,1-1 1 0 0,0 0-1 0 0,-1 0 1 0 0,1 0-1 0 0,0-1 1 0 0,0 1-1 0 0,0-1 1 0 0,0 1-1 0 0,0-1 1 0 0,0 0-1 0 0,0 0 1 0 0,0 0-1 0 0,5-1 1 0 0,61-16-257 0 0,-42 9 87 0 0,-8 3 2 0 0,-18 4 145 0 0,0 1 1 0 0,0-1-1 0 0,0 1 0 0 0,0 0 0 0 0,0-1 1 0 0,0 1-1 0 0,0 0 0 0 0,0 0 1 0 0,0-1-1 0 0,0 1 0 0 0,0 0 0 0 0,0 0 1 0 0,0 0-1 0 0,0 0 0 0 0,-1 1 0 0 0,1-1 1 0 0,0 0-1 0 0,0 0 0 0 0,0 0 0 0 0,0 1 1 0 0,0-1-1 0 0,0 1 0 0 0,0-1 1 0 0,0 1-1 0 0,0-1 0 0 0,-1 1 0 0 0,1-1 1 0 0,0 1-1 0 0,1 0 0 0 0,-1 1 1 0 0,-1-2 15 0 0,1 1-9 0 0,1 0 0 0 0,-1 0 0 0 0,0 0 0 0 0,0 0 0 0 0,0-1 0 0 0,0 1 0 0 0,1 0-1 0 0,-1-1 1 0 0,0 1 0 0 0,1-1 0 0 0,-1 1 0 0 0,0-1 0 0 0,1 1 0 0 0,-1-1 0 0 0,0 0 0 0 0,1 0 0 0 0,-1 0 0 0 0,1 0 0 0 0,-1 0 0 0 0,1 0 0 0 0,-1 0 0 0 0,0 0 0 0 0,3-1 0 0 0,48-10 31 0 0,70-11-45 0 0,-106 21 19 0 0,-1 0 1 0 0,1 0 0 0 0,-1 2-1 0 0,1 0 1 0 0,28 5-1 0 0,-42-5-7 0 0,-1-1 0 0 0,1 0-1 0 0,0 1 1 0 0,0 0 0 0 0,0-1 0 0 0,-1 1 0 0 0,1 0-1 0 0,0 0 1 0 0,-1 0 0 0 0,1 0 0 0 0,-1 0-1 0 0,1 0 1 0 0,-1 1 0 0 0,0-1 0 0 0,1 0-1 0 0,-1 1 1 0 0,0-1 0 0 0,0 1 0 0 0,1 1 0 0 0,-1-1-18 0 0,-2 0-39 0 0,0 0 0 0 0,1 1 0 0 0,-1-1 0 0 0,0 1 0 0 0,0-1 0 0 0,0 0 0 0 0,-1 0 0 0 0,1 0 0 0 0,0 1 1 0 0,-1-1-1 0 0,-2 2 0 0 0,0-1-707 0 0,1 0-1 0 0,-1-1 1 0 0,0 1 0 0 0,0-1 0 0 0,0 0-1 0 0,0 0 1 0 0,0-1 0 0 0,-7 3 0 0 0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18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90 134 10113 0 0,'-42'-50'416'0'0,"36"44"-321"0"0,-1-1 0 0 0,1 0 0 0 0,0-1 0 0 0,0 1 0 0 0,1-1 0 0 0,-6-11 0 0 0,11 18-53 0 0,0 0-315 0 0,0 0 213 0 0,1 0 1 0 0,-1 0-1 0 0,0 1 0 0 0,1-1 0 0 0,0 0 1 0 0,-1 0-1 0 0,1 1 0 0 0,-1-1 0 0 0,1 0 1 0 0,0 1-1 0 0,-1-1 0 0 0,1 0 0 0 0,0 1 0 0 0,0-1 1 0 0,-1 1-1 0 0,1-1 0 0 0,0 1 0 0 0,0 0 1 0 0,0-1-1 0 0,1 1 0 0 0,9-4-4671 0 0,7 2 1930 0 0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0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41 200 0 0,'0'-8'505'0'0,"1"-25"5495"0"0,4 33-3233 0 0,4 18-2467 0 0,-3 2 101 0 0,-1 0 1 0 0,0 0-1 0 0,-1 0 0 0 0,1 30 1 0 0,0-8 27 0 0,1-8-295 0 0,-1 1-1 0 0,-2-1 1 0 0,-1 1-1 0 0,-2 0 1 0 0,-2 0-1 0 0,-1-1 0 0 0,-8 40 1 0 0,11-73-177 0 0,-2 5-309 0 0,1 1 0 0 0,-1-1-1 0 0,-1 0 1 0 0,1 0 0 0 0,-1 0 0 0 0,-5 9 0 0 0,6-13-146 0 0,1 0 0 0 0,-1 1 0 0 0,0-1 0 0 0,-1 0 0 0 0,1 0 0 0 0,0-1 0 0 0,-1 1 0 0 0,1 0 0 0 0,-1-1 0 0 0,1 0 0 0 0,-5 2 0 0 0,-9 2-2198 0 0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1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10 151 796 0 0,'0'0'764'0'0,"-10"1"2987"0"0,10 0-3602 0 0,23 3 124 0 0,-1-1 0 0 0,1-2 0 0 0,0 0 0 0 0,44-3 0 0 0,101-21 313 0 0,-142 19-503 0 0,287-48 689 0 0,146-22 232 0 0,-449 72-974 0 0,-2 1 24 0 0,1-1-1 0 0,-1 1 0 0 0,0 1 1 0 0,0 0-1 0 0,0 0 1 0 0,12 1-1 0 0,-18 0 9 0 0,-3 21 141 0 0,1-16-171 0 0,-1 0 0 0 0,1 0 0 0 0,0 0 0 0 0,1 0-1 0 0,1 12 1 0 0,-1-16-26 0 0,0 1 0 0 0,0-1 0 0 0,0 0 0 0 0,1 1 1 0 0,-1-1-1 0 0,0 0 0 0 0,1 0 0 0 0,0 0 0 0 0,-1 0 0 0 0,1 0 0 0 0,0 0 0 0 0,0 0 0 0 0,0-1 0 0 0,0 1 0 0 0,0-1 0 0 0,1 1 0 0 0,-1-1 1 0 0,3 1-1 0 0,3 2 16 0 0,1-1 0 0 0,0 0 0 0 0,0-1 0 0 0,0 1 0 0 0,11 0 0 0 0,-17-2-13 0 0,-1-1-1 0 0,0 0 0 0 0,0 1 0 0 0,1-1 0 0 0,-1 0 0 0 0,0 0 0 0 0,0 0 0 0 0,1 0 0 0 0,-1-1 0 0 0,0 1 0 0 0,0-1 0 0 0,0 1 0 0 0,1-1 0 0 0,-1 0 0 0 0,0 1 1 0 0,0-1-1 0 0,0 0 0 0 0,0-1 0 0 0,0 1 0 0 0,0 0 0 0 0,-1-1 0 0 0,1 1 0 0 0,0-1 0 0 0,-1 1 0 0 0,1-1 0 0 0,1-2 0 0 0,-3 2 1 0 0,1 0 0 0 0,-1 1 0 0 0,0-1 1 0 0,0 0-1 0 0,-1 0 0 0 0,1 1 0 0 0,0-1 0 0 0,-1 0 0 0 0,1 0 0 0 0,-1 1 0 0 0,1-1 0 0 0,-1 0 0 0 0,0 1 0 0 0,1-1 0 0 0,-1 1 0 0 0,0-1 0 0 0,0 1 0 0 0,0-1 1 0 0,-1 1-1 0 0,1 0 0 0 0,0-1 0 0 0,0 1 0 0 0,-1 0 0 0 0,1 0 0 0 0,-1 0 0 0 0,1 0 0 0 0,-1 0 0 0 0,-1-1 0 0 0,-45-24 182 0 0,40 23-280 0 0,0 0 0 0 0,0 0 0 0 0,-1 1 0 0 0,1 0 0 0 0,-1 1 0 0 0,1 0 0 0 0,-18 0 0 0 0,20 6-1291 0 0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2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74 160 0 0,'0'-7'1175'0'0,"-1"-30"8970"0"0,-1 31-10196 0 0,-5 2 197 0 0,0 1 0 0 0,-1-1 0 0 0,1 2 1 0 0,-1-1-1 0 0,0 1 0 0 0,1 0 0 0 0,-1 1 0 0 0,0 0 0 0 0,0 0 0 0 0,0 1 0 0 0,0 0 0 0 0,0 0 1 0 0,0 1-1 0 0,0 0 0 0 0,0 0 0 0 0,0 1 0 0 0,1 0 0 0 0,-14 5 0 0 0,11-4-64 0 0,0 1-1 0 0,0 0 1 0 0,1 1-1 0 0,-1 0 1 0 0,1 0-1 0 0,0 1 1 0 0,0 1 0 0 0,1-1-1 0 0,0 1 1 0 0,0 0-1 0 0,0 1 1 0 0,1 0-1 0 0,-10 15 1 0 0,16-22-70 0 0,0 1-1 0 0,0-1 1 0 0,0 1 0 0 0,0-1 0 0 0,0 0 0 0 0,0 1-1 0 0,0-1 1 0 0,1 1 0 0 0,-1 0 0 0 0,1-1 0 0 0,-1 1-1 0 0,1 0 1 0 0,0-1 0 0 0,0 1 0 0 0,-1 0 0 0 0,1-1-1 0 0,0 1 1 0 0,0 0 0 0 0,1-1 0 0 0,-1 1 0 0 0,0 0-1 0 0,1-1 1 0 0,-1 1 0 0 0,1-1 0 0 0,-1 1 0 0 0,1 0-1 0 0,0-1 1 0 0,-1 1 0 0 0,1-1 0 0 0,0 0 0 0 0,0 1-1 0 0,0-1 1 0 0,0 0 0 0 0,0 1 0 0 0,1-1 0 0 0,-1 0-1 0 0,0 0 1 0 0,1 0 0 0 0,1 1 0 0 0,1 0-3 0 0,0 0-1 0 0,0-1 1 0 0,0 0 0 0 0,0 0 0 0 0,0 0 0 0 0,0 0-1 0 0,1-1 1 0 0,-1 1 0 0 0,0-1 0 0 0,0 0 0 0 0,1 0-1 0 0,-1-1 1 0 0,6-1 0 0 0,2-1-27 0 0,-1-2-1 0 0,0 0 0 0 0,0 0 1 0 0,-1-1-1 0 0,0 0 1 0 0,1 0-1 0 0,-2-1 1 0 0,14-13-1 0 0,-6 7-13 0 0,-6 3 28 0 0,-11 10-4 0 0,1-1 0 0 0,-1 1 0 0 0,0-1 0 0 0,1 1 0 0 0,-1-1 0 0 0,1 1 0 0 0,-1-1 0 0 0,1 1 0 0 0,0-1 0 0 0,-1 1 0 0 0,1 0 0 0 0,-1-1-1 0 0,1 1 1 0 0,0 0 0 0 0,-1 0 0 0 0,1-1 0 0 0,0 1 0 0 0,-1 0 0 0 0,1 0 0 0 0,0 0 0 0 0,-1 0 0 0 0,1 0 0 0 0,1 0 0 0 0,23 22-82 0 0,-16-13-252 0 0,0 0 0 0 0,1 0 0 0 0,0-1 1 0 0,0 0-1 0 0,23 12 0 0 0,-24-16-1262 0 0,0 0 0 0 0,1 0 0 0 0,-1-1 0 0 0,20 3-1 0 0,-12-5-1423 0 0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2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120 303 8 0 0,'0'0'2946'0'0,"-6"1"-2041"0"0,-2 0-495 0 0,0 0 1 0 0,1 1-1 0 0,0 0 0 0 0,-1 1 0 0 0,1-1 1 0 0,0 1-1 0 0,-9 5 0 0 0,13-6-238 0 0,0 1 0 0 0,-1-1 0 0 0,1 0 0 0 0,0 1 1 0 0,0-1-1 0 0,1 1 0 0 0,-1 0 0 0 0,0 0 0 0 0,1 0 0 0 0,0 1 0 0 0,0-1 0 0 0,0 0 0 0 0,0 1 0 0 0,0-1 0 0 0,1 1 0 0 0,0 0 0 0 0,-1-1 0 0 0,1 5 0 0 0,0-6-148 0 0,1-1-1 0 0,0 1 1 0 0,-1-1-1 0 0,1 1 1 0 0,0-1-1 0 0,0 1 1 0 0,0-1-1 0 0,0 1 1 0 0,1-1-1 0 0,-1 1 1 0 0,0-1-1 0 0,1 1 1 0 0,-1-1-1 0 0,1 1 1 0 0,-1-1-1 0 0,1 1 1 0 0,0-1-1 0 0,-1 0 1 0 0,1 1-1 0 0,0-1 1 0 0,0 0-1 0 0,0 0 1 0 0,0 0-1 0 0,0 0 0 0 0,0 0 1 0 0,0 0-1 0 0,1 0 1 0 0,-1 0-1 0 0,0 0 1 0 0,0 0-1 0 0,1 0 1 0 0,-1-1-1 0 0,1 1 1 0 0,-1-1-1 0 0,1 1 1 0 0,-1-1-1 0 0,1 1 1 0 0,-1-1-1 0 0,1 0 1 0 0,-1 0-1 0 0,1 0 1 0 0,-1 0-1 0 0,3 0 1 0 0,1 0-29 0 0,0 0-1 0 0,0 0 1 0 0,1-1 0 0 0,-1 0 0 0 0,0 0 0 0 0,0 0 0 0 0,0 0-1 0 0,0-1 1 0 0,0 0 0 0 0,-1 0 0 0 0,6-3 0 0 0,-1-2 3 0 0,-1-1 0 0 0,0 0-1 0 0,0 0 1 0 0,-1-1 0 0 0,0 0 0 0 0,0 0 0 0 0,-1-1 0 0 0,0 0 0 0 0,-1 0 0 0 0,0 0 0 0 0,-1 0 0 0 0,0-1 0 0 0,3-12-1 0 0,1-11 155 0 0,-1 0 0 0 0,5-68 0 0 0,-12 86 452 0 0,0 0-1 0 0,-1 0 1 0 0,0 0 0 0 0,-6-22 0 0 0,7 36 163 0 0,-2 3-748 0 0,0 0-1 0 0,0 0 1 0 0,0 1-1 0 0,1-1 1 0 0,-1 0-1 0 0,0 1 1 0 0,1 0-1 0 0,-1-1 1 0 0,1 1 0 0 0,-1 0-1 0 0,1 0 1 0 0,-1 2-1 0 0,1-4 4 0 0,-2 6 16 0 0,-1-1 1 0 0,1 1 0 0 0,0 0-1 0 0,1 0 1 0 0,-1 0 0 0 0,1 1-1 0 0,0-1 1 0 0,1 0 0 0 0,0 1-1 0 0,-1 9 1 0 0,0 64-191 0 0,3-73 63 0 0,8 108-2616 0 0,-7-101 804 0 0,1-1 1 0 0,1 1-1 0 0,6 17 1 0 0,-3-16-1326 0 0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3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98 425 976 0 0,'-24'-10'4026'0'0,"20"10"-3865"0"0,1 1 0 0 0,0 0-1 0 0,-1 0 1 0 0,1 0-1 0 0,0 1 1 0 0,-1-1 0 0 0,1 1-1 0 0,0-1 1 0 0,0 1-1 0 0,0 0 1 0 0,0 0-1 0 0,1 1 1 0 0,-1-1 0 0 0,0 1-1 0 0,1-1 1 0 0,0 1-1 0 0,0 0 1 0 0,-1 0-1 0 0,2 0 1 0 0,-1 0 0 0 0,0 0-1 0 0,1 0 1 0 0,-1 0-1 0 0,1 1 1 0 0,0-1 0 0 0,0 0-1 0 0,0 1 1 0 0,0 5-1 0 0,-1 1 47 0 0,1-1-1 0 0,0 1 1 0 0,1 0-1 0 0,0 0 1 0 0,1-1-1 0 0,0 1 1 0 0,0 0-1 0 0,1-1 1 0 0,5 16-1 0 0,-7-24-185 0 0,0 0 0 0 0,1 0 0 0 0,-1 0-1 0 0,0 0 1 0 0,1 0 0 0 0,-1 0 0 0 0,1 0-1 0 0,-1-1 1 0 0,1 1 0 0 0,0 0-1 0 0,-1 0 1 0 0,1-1 0 0 0,0 1 0 0 0,-1 0-1 0 0,1-1 1 0 0,0 1 0 0 0,0 0 0 0 0,0-1-1 0 0,0 1 1 0 0,0-1 0 0 0,0 0 0 0 0,0 1-1 0 0,-1-1 1 0 0,1 0 0 0 0,0 1 0 0 0,2-1-1 0 0,-1 0 1 0 0,1 0 1 0 0,-1-1-1 0 0,0 1 0 0 0,1 0 0 0 0,-1-1 1 0 0,0 0-1 0 0,0 1 0 0 0,1-1 0 0 0,-1 0 1 0 0,0 0-1 0 0,2-2 0 0 0,4-2 21 0 0,0-1-1 0 0,-1 1 1 0 0,0-1-1 0 0,10-11 1 0 0,-2-1 17 0 0,-2 0 0 0 0,0-2 1 0 0,-1 1-1 0 0,0-2 1 0 0,-2 1-1 0 0,-1-1 1 0 0,0-1-1 0 0,-2 0 1 0 0,0 0-1 0 0,-1 0 1 0 0,-2-1-1 0 0,0 0 1 0 0,-1 0-1 0 0,-2 0 1 0 0,0 0-1 0 0,-2 0 1 0 0,0 0-1 0 0,-1 0 1 0 0,-2 0-1 0 0,0 0 1 0 0,-12-34-1 0 0,15 53 18 0 0,-1-1 0 0 0,1 1 0 0 0,-1 0-1 0 0,0 1 1 0 0,0-1 0 0 0,-1 0 0 0 0,1 0-1 0 0,-1 1 1 0 0,1 0 0 0 0,-1-1 0 0 0,0 1-1 0 0,-1 0 1 0 0,-3-2 0 0 0,6 4-51 0 0,-1 0 0 0 0,0 1 0 0 0,1-1 0 0 0,-1 1 0 0 0,0-1 0 0 0,0 1 0 0 0,0 0 0 0 0,1 0 0 0 0,-1 0 0 0 0,0 0 0 0 0,0 0 0 0 0,0 0 0 0 0,1 0 0 0 0,-1 1 0 0 0,0-1 0 0 0,0 1 0 0 0,1-1 0 0 0,-1 1 0 0 0,0 0 0 0 0,1 0 0 0 0,-1-1 0 0 0,1 1 1 0 0,-1 0-1 0 0,1 0 0 0 0,-1 1 0 0 0,1-1 0 0 0,-1 0 0 0 0,1 0 0 0 0,0 1 0 0 0,0-1 0 0 0,0 1 0 0 0,0-1 0 0 0,-1 3 0 0 0,-3 3 19 0 0,0 0 0 0 0,0 0 0 0 0,1 0 0 0 0,1 1 0 0 0,-1-1 0 0 0,1 1 1 0 0,0 0-1 0 0,1 0 0 0 0,0 0 0 0 0,0 0 0 0 0,1 1 0 0 0,0-1 0 0 0,0 0 0 0 0,1 1 0 0 0,0-1 0 0 0,0 0 1 0 0,4 17-1 0 0,3 7-314 0 0,2 0 1 0 0,1 0 0 0 0,19 40 0 0 0,9 31-5731 0 0,-33-88 2307 0 0,2-3 281 0 0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3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15 424 0 0,'0'0'1041'0'0,"14"0"2220"0"0,-9 2-3019 0 0,1 2-1 0 0,-1-1 0 0 0,1 1 1 0 0,-1 0-1 0 0,0 0 0 0 0,0 0 1 0 0,-1 1-1 0 0,1-1 1 0 0,-1 1-1 0 0,0 0 0 0 0,-1 0 1 0 0,6 10-1 0 0,-3-4 99 0 0,0 0 0 0 0,-1 1 1 0 0,0-1-1 0 0,-1 1 0 0 0,6 22 1 0 0,-10-40-84 0 0,2 0 0 0 0,-1 0 0 0 0,1 0 1 0 0,0 0-1 0 0,0 1 0 0 0,0-1 1 0 0,1 0-1 0 0,0 1 0 0 0,0 0 0 0 0,1 0 1 0 0,-1 0-1 0 0,1 0 0 0 0,0 1 1 0 0,0-1-1 0 0,7-4 0 0 0,41-37-2907 0 0,-44 40 1348 0 0,0 1 0 0 0,1-1 0 0 0,0 2 0 0 0,11-6 0 0 0,-8 8-1436 0 0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4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1 120 56 0 0,'8'1'445'0'0,"1"-2"1"0"0,0 1-1 0 0,-1-1 0 0 0,1 0 0 0 0,-1 0 1 0 0,1-1-1 0 0,-1-1 0 0 0,1 1 1 0 0,-1-1-1 0 0,12-6 0 0 0,9-7 1003 0 0,37-25 0 0 0,-44 26-283 0 0,-21 15-942 0 0,0-1-1 0 0,-1 0 0 0 0,1 0 1 0 0,0 0-1 0 0,0 0 0 0 0,0 0 1 0 0,-1 0-1 0 0,1 0 0 0 0,0 0 0 0 0,-1 0 1 0 0,1 0-1 0 0,-1-1 0 0 0,0 1 1 0 0,1 0-1 0 0,-1 0 0 0 0,0 0 0 0 0,0-1 1 0 0,1 1-1 0 0,-1 0 0 0 0,0 0 1 0 0,-1-2-1 0 0,-5 6-163 0 0,0 0 1 0 0,1 1-1 0 0,-1 0 1 0 0,1 0-1 0 0,-1 0 0 0 0,1 1 1 0 0,0-1-1 0 0,1 1 1 0 0,-1 1-1 0 0,1-1 0 0 0,0 0 1 0 0,1 1-1 0 0,-1 0 1 0 0,1 0-1 0 0,0 0 0 0 0,0 0 1 0 0,1 1-1 0 0,0-1 1 0 0,0 1-1 0 0,-1 12 0 0 0,3-12-21 0 0,-1-4-8 0 0,0 1 1 0 0,1 0 0 0 0,0 0-1 0 0,0 0 1 0 0,0 0 0 0 0,0 0-1 0 0,1 0 1 0 0,-1 0 0 0 0,1 0-1 0 0,0 0 1 0 0,0 0 0 0 0,1 0-1 0 0,-1-1 1 0 0,1 1 0 0 0,0-1-1 0 0,0 1 1 0 0,0-1 0 0 0,0 0-1 0 0,1 1 1 0 0,4 4 0 0 0,-3-7-23 0 0,0-1-1 0 0,-1 0 1 0 0,1-1 0 0 0,-1 1 0 0 0,1 0 0 0 0,-1-1 0 0 0,1 0-1 0 0,-1 0 1 0 0,1 0 0 0 0,-1 0 0 0 0,5-3 0 0 0,-3 2 2 0 0,94-37-219 0 0,-70 26 98 0 0,1 0 0 0 0,1 2-1 0 0,0 1 1 0 0,0 2-1 0 0,1 1 1 0 0,57-5 0 0 0,-86 12 101 0 0,0 0 0 0 0,0 0 0 0 0,0 0 1 0 0,0 1-1 0 0,0 0 0 0 0,0-1 0 0 0,-1 1 1 0 0,1 0-1 0 0,0 0 0 0 0,0 1 0 0 0,-1-1 1 0 0,1 1-1 0 0,-1-1 0 0 0,1 1 0 0 0,-1 0 0 0 0,0 0 1 0 0,1 0-1 0 0,-1 0 0 0 0,0 0 0 0 0,0 0 1 0 0,-1 1-1 0 0,1-1 0 0 0,0 0 0 0 0,-1 1 1 0 0,0 0-1 0 0,1-1 0 0 0,-1 1 0 0 0,0 0 1 0 0,0 0-1 0 0,0 3 0 0 0,0-5 9 0 0,-1 0-1 0 0,1 1 1 0 0,0-1 0 0 0,-1 0-1 0 0,1 0 1 0 0,0 1 0 0 0,0-1-1 0 0,0 0 1 0 0,0 0 0 0 0,0 0-1 0 0,0 0 1 0 0,0-1 0 0 0,1 1-1 0 0,-1 0 1 0 0,0 0 0 0 0,0-1-1 0 0,1 1 1 0 0,-1 0 0 0 0,0-1-1 0 0,1 1 1 0 0,-1-1 0 0 0,0 0 0 0 0,1 0-1 0 0,-1 1 1 0 0,1-1 0 0 0,-1 0-1 0 0,1 0 1 0 0,-1 0 0 0 0,1 0-1 0 0,1-1 1 0 0,52-12-119 0 0,-30 5 82 0 0,6 0-2 0 0,36-5-113 0 0,-64 12 147 0 0,1 1 1 0 0,-1 0-1 0 0,1 0 0 0 0,-1 0 0 0 0,1 1 0 0 0,-1-1 0 0 0,1 1 0 0 0,-1 0 1 0 0,0 0-1 0 0,1 0 0 0 0,-1 0 0 0 0,0 1 0 0 0,0-1 0 0 0,0 1 0 0 0,6 4 1 0 0,-9-4 9 0 0,1 1 0 0 0,-1-1 0 0 0,0 0-1 0 0,0 1 1 0 0,0-1 0 0 0,0 0 0 0 0,-1 1 0 0 0,1-1 0 0 0,-1 0 0 0 0,1 1 0 0 0,-1-1 0 0 0,0 0 0 0 0,0 0 0 0 0,0 0 0 0 0,0 0 0 0 0,0 1 0 0 0,0-1 0 0 0,-3 3 0 0 0,-1 1-233 0 0,-1 1 0 0 0,1-1 0 0 0,-1 0 0 0 0,-1-1-1 0 0,1 1 1 0 0,-8 4 0 0 0,-25 14-4508 0 0,31-19 3030 0 0,-8 6-1775 0 0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3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362 129 352 0 0,'1'-47'3343'0'0,"0"43"-3014"0"0,-1-1 0 0 0,1 0 0 0 0,-1 0 0 0 0,0 0-1 0 0,0 0 1 0 0,0 0 0 0 0,-1 0 0 0 0,0 0-1 0 0,0 0 1 0 0,0 0 0 0 0,-1 0 0 0 0,-2-6-1 0 0,3 10 3 0 0,1 0-291 0 0,-1 1 0 0 0,1-1 0 0 0,0 0 0 0 0,-1 1-1 0 0,1-1 1 0 0,-1 0 0 0 0,1 1 0 0 0,-1-1 0 0 0,1 1 0 0 0,-1-1 0 0 0,1 1-1 0 0,-1-1 1 0 0,0 1 0 0 0,1 0 0 0 0,-1-1 0 0 0,0 1 0 0 0,1 0 0 0 0,-1-1 0 0 0,0 1-1 0 0,0 0 1 0 0,1 0 0 0 0,-1 0 0 0 0,0 0 0 0 0,0-1 0 0 0,1 1 0 0 0,-1 0-1 0 0,0 0 1 0 0,-1 1 0 0 0,-21-1 489 0 0,5 4-337 0 0,0 0 0 0 0,0 1 0 0 0,1 1-1 0 0,0 1 1 0 0,-25 13 0 0 0,-75 52 585 0 0,115-70-755 0 0,-36 27 246 0 0,35-28-241 0 0,1 1 0 0 0,0-1 1 0 0,1 1-1 0 0,-1 0 0 0 0,0 0 0 0 0,0 0 1 0 0,1 0-1 0 0,-1 0 0 0 0,1 1 0 0 0,0-1 0 0 0,-1 0 1 0 0,1 1-1 0 0,0-1 0 0 0,-1 6 0 0 0,2-7-22 0 0,0 0 0 0 0,1 0 0 0 0,-1 0 0 0 0,0 0 0 0 0,1 1 1 0 0,-1-1-1 0 0,0 0 0 0 0,1 0 0 0 0,-1 0 0 0 0,1 0 0 0 0,0 0 0 0 0,-1 0 0 0 0,1 0 0 0 0,0 0 0 0 0,0 0 0 0 0,-1 0 0 0 0,1-1 0 0 0,0 1 0 0 0,0 0 0 0 0,0 0 0 0 0,0-1 0 0 0,0 1 0 0 0,0-1 1 0 0,0 1-1 0 0,0-1 0 0 0,0 1 0 0 0,1-1 0 0 0,-1 0 0 0 0,0 1 0 0 0,0-1 0 0 0,0 0 0 0 0,0 0 0 0 0,1 0 0 0 0,-1 0 0 0 0,0 0 0 0 0,0 0 0 0 0,0 0 0 0 0,2-1 0 0 0,51-8 62 0 0,-47 8-57 0 0,140-27 22 0 0,-146 27-34 0 0,0 1 0 0 0,0 0 0 0 0,0 0 0 0 0,1 0 0 0 0,-1 0 1 0 0,0 0-1 0 0,0 1 0 0 0,0-1 0 0 0,1 0 0 0 0,-1 0 1 0 0,0 1-1 0 0,0-1 0 0 0,0 1 0 0 0,0-1 0 0 0,0 1 0 0 0,0-1 1 0 0,0 1-1 0 0,0 0 0 0 0,0-1 0 0 0,0 1 0 0 0,0 0 1 0 0,0 0-1 0 0,0 0 0 0 0,0 0 0 0 0,-1 0 0 0 0,1 0 0 0 0,0 0 1 0 0,-1 0-1 0 0,1 0 0 0 0,-1 0 0 0 0,1 0 0 0 0,-1 0 1 0 0,1 0-1 0 0,-1 1 0 0 0,0-1 0 0 0,0 0 0 0 0,1 0 0 0 0,-1 0 1 0 0,0 1-1 0 0,0-1 0 0 0,0 0 0 0 0,-1 2 0 0 0,2 4-2 0 0,-1 0-1 0 0,0 0 0 0 0,-1 0 1 0 0,0 0-1 0 0,-3 13 1 0 0,-34 151 166 0 0,38-170-156 0 0,0 0 0 0 0,0 0 0 0 0,0 0-1 0 0,0 1 1 0 0,0-1 0 0 0,0 0 0 0 0,0 0 0 0 0,1 0 0 0 0,-1 0-1 0 0,0 0 1 0 0,1 1 0 0 0,-1-1 0 0 0,1 0 0 0 0,-1 0 0 0 0,1 0-1 0 0,-1 0 1 0 0,1 0 0 0 0,0 0 0 0 0,-1-1 0 0 0,1 1-1 0 0,0 0 1 0 0,0 0 0 0 0,0 0 0 0 0,0-1 0 0 0,0 1 0 0 0,0 0-1 0 0,0-1 1 0 0,0 1 0 0 0,0-1 0 0 0,0 1 0 0 0,0-1 0 0 0,0 0-1 0 0,0 1 1 0 0,0-1 0 0 0,1 0 0 0 0,-1 0 0 0 0,0 0-1 0 0,0 0 1 0 0,0 0 0 0 0,0 0 0 0 0,1 0 0 0 0,-1 0 0 0 0,0 0-1 0 0,2-1 1 0 0,53-9-51 0 0,-53 10 24 0 0,9-4-346 0 0,0 0 0 0 0,1 0 0 0 0,-1-1 0 0 0,14-8 0 0 0,16-20-6048 0 0,-31 21 3648 0 0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4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73 868 0 0,'0'0'946'0'0,"5"-6"4261"0"0,11 25-4401 0 0,0 1 0 0 0,14 26 0 0 0,-29-44-699 0 0,0-1-90 0 0,-1-1 0 0 0,1 1 0 0 0,-1 0 0 0 0,1-1 0 0 0,-1 1 0 0 0,1-1 0 0 0,0 1 0 0 0,-1-1 0 0 0,1 0 0 0 0,-1 1 0 0 0,1-1 0 0 0,0 1 0 0 0,0-1 0 0 0,-1 0 0 0 0,1 0 0 0 0,0 1 0 0 0,0-1 0 0 0,-1 0 0 0 0,1 0 0 0 0,0 0 0 0 0,0 0 0 0 0,-1 0 0 0 0,1 0 0 0 0,0 0 0 0 0,0 0 0 0 0,0 0 0 0 0,-1 0 0 0 0,1-1 0 0 0,0 1 0 0 0,0 0 0 0 0,-1 0 0 0 0,1-1 0 0 0,0 1 0 0 0,-1 0 0 0 0,2-2 1 0 0,0 0 8 0 0,0 0 0 0 0,0 0 0 0 0,0-1 0 0 0,0 1 0 0 0,-1-1 0 0 0,1 0 0 0 0,-1 0 0 0 0,0 1 0 0 0,2-7 0 0 0,2-4-14 0 0,-2-1 1 0 0,0 0-1 0 0,2-19 0 0 0,2-1-1733 0 0,1 23-2768 0 0,-2 4 2095 0 0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4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0 491 236 0 0,'0'0'1389'0'0,"4"-1"-752"0"0,8-5 16 0 0,0 0-1 0 0,-1-1 0 0 0,1-1 1 0 0,-1 0-1 0 0,-1 0 0 0 0,1-1 1 0 0,-1-1-1 0 0,15-18 0 0 0,-25 27-488 0 0,1 0-1 0 0,-1 1 0 0 0,0-1 0 0 0,1 0 0 0 0,-1 0 0 0 0,0 0 0 0 0,0 0 0 0 0,1 0 0 0 0,-1 0 1 0 0,0 0-1 0 0,0 0 0 0 0,0 0 0 0 0,0 0 0 0 0,0 0 0 0 0,0 0 0 0 0,-1 1 0 0 0,1-1 0 0 0,0 0 1 0 0,-1-1-1 0 0,-5 7-79 0 0,1 1 0 0 0,-1 0 1 0 0,1 1-1 0 0,0 0 1 0 0,1-1-1 0 0,0 1 0 0 0,0 1 1 0 0,0-1-1 0 0,1 1 1 0 0,0-1-1 0 0,1 1 0 0 0,-1 0 1 0 0,0 8-1 0 0,2-15-74 0 0,1 0-1 0 0,-1 1 0 0 0,1-1 1 0 0,0 0-1 0 0,-1 0 1 0 0,1 0-1 0 0,0 0 1 0 0,0 1-1 0 0,0-1 1 0 0,0 0-1 0 0,0 0 0 0 0,0 1 1 0 0,0-1-1 0 0,0 0 1 0 0,0 0-1 0 0,1 0 1 0 0,-1 0-1 0 0,0 1 1 0 0,1-1-1 0 0,-1 0 0 0 0,1 0 1 0 0,-1 0-1 0 0,1 0 1 0 0,0 0-1 0 0,-1 0 1 0 0,1 0-1 0 0,0 0 1 0 0,0 0-1 0 0,0 0 1 0 0,0 0-1 0 0,0-1 0 0 0,0 1 1 0 0,0 0-1 0 0,0-1 1 0 0,0 1-1 0 0,0-1 1 0 0,0 1-1 0 0,0-1 1 0 0,0 1-1 0 0,0-1 0 0 0,0 0 1 0 0,1 1-1 0 0,-1-1 1 0 0,0 0-1 0 0,0 0 1 0 0,1 0-1 0 0,-1 0 1 0 0,2 0-1 0 0,7-1 19 0 0,0 0-1 0 0,0 0 1 0 0,-1-1-1 0 0,16-4 1 0 0,-21 5-18 0 0,82-31-5 0 0,-71 24-13 0 0,0 2 1 0 0,1 0-1 0 0,0 1 1 0 0,0 0-1 0 0,0 1 1 0 0,0 1 0 0 0,18-1-1 0 0,-32 4 5 0 0,-1 0-1 0 0,1 0 0 0 0,-1 0 1 0 0,1 0-1 0 0,0 0 1 0 0,-1 1-1 0 0,1-1 0 0 0,-1 1 1 0 0,1-1-1 0 0,-1 1 0 0 0,1-1 1 0 0,-1 1-1 0 0,1 0 1 0 0,-1 0-1 0 0,0 0 0 0 0,1 0 1 0 0,-1 0-1 0 0,0 0 1 0 0,0 0-1 0 0,0 0 0 0 0,0 0 1 0 0,0 1-1 0 0,0-1 1 0 0,0 0-1 0 0,0 1 0 0 0,0-1 1 0 0,-1 1-1 0 0,1-1 0 0 0,0 1 1 0 0,-1-1-1 0 0,1 1 1 0 0,-1-1-1 0 0,0 1 0 0 0,0-1 1 0 0,1 1-1 0 0,-1 0 1 0 0,0 2-1 0 0,-1 7-1 0 0,1-1 0 0 0,-2 0 0 0 0,1 0 0 0 0,-6 17-1 0 0,4-15-15 0 0,3-11 12 0 0,0-1-1 0 0,-1 1 1 0 0,1 0 0 0 0,0-1-1 0 0,0 1 1 0 0,-1 0 0 0 0,1 0-1 0 0,0-1 1 0 0,0 1-1 0 0,0 0 1 0 0,0 0 0 0 0,0-1-1 0 0,0 1 1 0 0,0 0 0 0 0,0 0-1 0 0,0 0 1 0 0,1-1-1 0 0,-1 1 1 0 0,0 0 0 0 0,0-1-1 0 0,1 1 1 0 0,-1 0 0 0 0,1 1-1 0 0,13-8-386 0 0,-3 0 420 0 0,3-3-187 0 0,1 0-1 0 0,-2-1 0 0 0,1-1 0 0 0,-1-1 1 0 0,-1 0-1 0 0,0 0 0 0 0,-1-1 0 0 0,15-22 1 0 0,-21 29 109 0 0,13-19-77 0 0,-2 0 0 0 0,0 0 0 0 0,-1-1 0 0 0,-2-1 0 0 0,11-32 0 0 0,-19 46 221 0 0,0 0-1 0 0,-2 0 1 0 0,1-1-1 0 0,-2 1 1 0 0,0-1-1 0 0,0 0 1 0 0,-1 0-1 0 0,-1 0 0 0 0,-1 1 1 0 0,1-1-1 0 0,-2 0 1 0 0,0 0-1 0 0,-5-15 1 0 0,5 12 401 0 0,2 16-433 0 0,0-1 0 0 0,0 1 1 0 0,0-1-1 0 0,0 1 0 0 0,0-1 0 0 0,-1 1 1 0 0,1-1-1 0 0,0 1 0 0 0,-1 0 1 0 0,1-1-1 0 0,-1 1 0 0 0,1 0 1 0 0,-1-1-1 0 0,0 1 0 0 0,1 0 0 0 0,-1-1 1 0 0,0 1-1 0 0,0 0 0 0 0,0 0 1 0 0,0 0-1 0 0,-1-1 0 0 0,-6 23 123 0 0,2-4-132 0 0,2 0-1 0 0,0 1 1 0 0,0 0 0 0 0,2-1-1 0 0,0 1 1 0 0,2 0 0 0 0,-1 0-1 0 0,2 0 1 0 0,1 0 0 0 0,5 29-1 0 0,0-18-4 0 0,1-1-1 0 0,1 0 1 0 0,1 0-1 0 0,1-1 1 0 0,25 42-1 0 0,-33-64 69 0 0,0 0 0 0 0,0-1-1 0 0,0 1 1 0 0,1-1 0 0 0,-1 0 0 0 0,1 1 0 0 0,0-2 0 0 0,0 1-1 0 0,1 0 1 0 0,6 4 0 0 0,2-18-93 0 0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5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56 1124 0 0,'0'0'1148'0'0,"-7"-31"5714"0"0,8 29-6883 0 0,0 1 1 0 0,0-1 0 0 0,-1 1-1 0 0,1-1 1 0 0,0 1 0 0 0,0 0 0 0 0,1-1-1 0 0,-1 1 1 0 0,0 0 0 0 0,0 0 0 0 0,1 0-1 0 0,-1 0 1 0 0,0 0 0 0 0,1 0 0 0 0,-1 0-1 0 0,1 0 1 0 0,-1 0 0 0 0,1 1 0 0 0,0-1-1 0 0,2 0 1 0 0,-2 1-1608 0 0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5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29 220 0 0,'-18'-25'8313'0'0,"13"25"-8105"0"0,0 1-1 0 0,1-1 0 0 0,-1 1 0 0 0,0 0 0 0 0,0 1 0 0 0,1-1 1 0 0,-1 1-1 0 0,1 0 0 0 0,-1 0 0 0 0,1 0 0 0 0,0 1 0 0 0,0-1 0 0 0,-7 7 1 0 0,1-1 1 0 0,0 0 1 0 0,0 1-1 0 0,1 1 1 0 0,-8 10-1 0 0,14-16-145 0 0,0 1 1 0 0,0 0-1 0 0,1 0 0 0 0,0 0 1 0 0,0 0-1 0 0,0 0 0 0 0,-1 9 0 0 0,1-4 12 0 0,1-8 26 0 0,4 4-18 0 0,-3-6-80 0 0,0 1 1 0 0,0 0 0 0 0,0-1 0 0 0,0 1-1 0 0,0-1 1 0 0,0 1 0 0 0,0-1 0 0 0,0 1-1 0 0,1-1 1 0 0,-1 1 0 0 0,0-1 0 0 0,0 0-1 0 0,1 1 1 0 0,-1-1 0 0 0,0 1 0 0 0,1-1 0 0 0,-1 1-1 0 0,0-1 1 0 0,1 0 0 0 0,-1 1 0 0 0,0-1-1 0 0,1 0 1 0 0,-1 1 0 0 0,1-1 0 0 0,-1 0-1 0 0,1 0 1 0 0,-1 1 0 0 0,1-1 0 0 0,-1 0-1 0 0,1 0 1 0 0,-1 0 0 0 0,1 0 0 0 0,-1 0-1 0 0,1 0 1 0 0,4 0 9 0 0,1-1-1 0 0,-1 0 1 0 0,0 0-1 0 0,0 0 1 0 0,-1-1 0 0 0,1 1-1 0 0,0-1 1 0 0,0 0-1 0 0,-1-1 1 0 0,1 1-1 0 0,-1-1 1 0 0,0 0 0 0 0,5-4-1 0 0,55-47 11 0 0,-61 51-26 0 0,53-44-34 0 0,-52 44 28 0 0,0 0 1 0 0,0 1 0 0 0,0 0-1 0 0,0-1 1 0 0,0 1-1 0 0,1 0 1 0 0,-1 1 0 0 0,0-1-1 0 0,1 1 1 0 0,0 0-1 0 0,-1 0 1 0 0,1 1 0 0 0,5-1-1 0 0,3 3-3 0 0,-10-2 10 0 0,-1 1 1 0 0,0 0-1 0 0,0-1 0 0 0,0 1 1 0 0,0 0-1 0 0,0 0 0 0 0,0 0 0 0 0,0 1 1 0 0,-1-1-1 0 0,1 0 0 0 0,3 3 1 0 0,8 5 38 0 0,-10-8-35 0 0,0 0 1 0 0,0 0-1 0 0,0-1 0 0 0,1 1 1 0 0,-1-1-1 0 0,0 1 1 0 0,0-1-1 0 0,1 0 0 0 0,-1 0 1 0 0,0-1-1 0 0,1 1 1 0 0,-1-1-1 0 0,0 1 0 0 0,5-3 1 0 0,40-5 26 0 0,18-4-681 0 0,-29-1-7102 0 0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64 1124 0 0,'0'0'1436'0'0,"-10"-8"1092"0"0,2-2 365 0 0,10-5-1429 0 0,10 7-868 0 0,-3 3-120 0 0,4 1-228 0 0,-1 2-280 0 0,3-1-296 0 0,3-1-348 0 0,-2 4-948 0 0,3-3-1757 0 0,-1 1 781 0 0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6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32 164 0 0,'-19'-1'7656'0'0,"31"-2"-4542"0"0,54-5-3142 0 0,-29 4 823 0 0,30-5-2457 0 0,-23 4-3559 0 0,-26 3 2511 0 0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7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285 391 420 0 0,'-9'11'2085'0'0,"5"-6"-1793"0"0,1-1 0 0 0,-1 0 1 0 0,0 0-1 0 0,0 0 0 0 0,0 0 0 0 0,-1-1 0 0 0,1 0 1 0 0,-1 0-1 0 0,0 0 0 0 0,0 0 0 0 0,0-1 0 0 0,0 0 1 0 0,-1 0-1 0 0,-9 2 0 0 0,11-4-215 0 0,0 0 1 0 0,0 0-1 0 0,0 0 0 0 0,0-1 1 0 0,0 1-1 0 0,0-1 0 0 0,0 0 1 0 0,1-1-1 0 0,-1 1 0 0 0,0 0 1 0 0,0-1-1 0 0,1 0 1 0 0,-1 0-1 0 0,1 0 0 0 0,-4-4 1 0 0,-47-39 724 0 0,53 44-781 0 0,-7-7 72 0 0,1 0 0 0 0,-1-1 0 0 0,2 0 0 0 0,-1 0 0 0 0,1 0 0 0 0,1-1-1 0 0,-1 0 1 0 0,2 0 0 0 0,-1-1 0 0 0,1 1 0 0 0,1-1 0 0 0,0 0 0 0 0,1 0-1 0 0,0 0 1 0 0,0 0 0 0 0,1 0 0 0 0,1-22 0 0 0,1 25-59 0 0,0 0 1 0 0,0 0-1 0 0,1 0 1 0 0,0 0 0 0 0,1 0-1 0 0,-1 0 1 0 0,1 1-1 0 0,1-1 1 0 0,0 1-1 0 0,0 0 1 0 0,0 0-1 0 0,1 0 1 0 0,0 1-1 0 0,0-1 1 0 0,0 1 0 0 0,1 0-1 0 0,0 1 1 0 0,0-1-1 0 0,1 1 1 0 0,-1 1-1 0 0,1-1 1 0 0,0 1-1 0 0,1 0 1 0 0,-1 1 0 0 0,9-3-1 0 0,-5 2-19 0 0,1 0 0 0 0,0 1 0 0 0,0 1 0 0 0,0 0 0 0 0,1 1 0 0 0,-1 0 0 0 0,0 1 0 0 0,1 0 0 0 0,-1 1-1 0 0,0 1 1 0 0,0 0 0 0 0,0 0 0 0 0,0 1 0 0 0,0 1 0 0 0,0 0 0 0 0,-1 0 0 0 0,0 1 0 0 0,0 1 0 0 0,0 0 0 0 0,0 0 0 0 0,11 10 0 0 0,8 8 16 0 0,-2 1 1 0 0,-1 1-1 0 0,0 1 1 0 0,-2 1-1 0 0,35 52 0 0 0,-52-67-17 0 0,0 0-1 0 0,-1 0 1 0 0,0 1-1 0 0,-1 0 1 0 0,-1 0 0 0 0,0 0-1 0 0,-1 1 1 0 0,0 0-1 0 0,-2 0 1 0 0,3 25-1 0 0,-5-37-13 0 0,0 1 1 0 0,0-1-1 0 0,0 1 1 0 0,0 0-1 0 0,-1-1 0 0 0,0 1 1 0 0,1-1-1 0 0,-1 1 0 0 0,0-1 1 0 0,-1 0-1 0 0,1 1 0 0 0,-1-1 1 0 0,1 0-1 0 0,-1 0 0 0 0,0 0 1 0 0,0 0-1 0 0,0 0 0 0 0,-1 0 1 0 0,1-1-1 0 0,-1 1 0 0 0,1-1 1 0 0,-1 1-1 0 0,0-1 0 0 0,0 0 1 0 0,-4 2-1 0 0,2-2-45 0 0,0-1-1 0 0,1 0 1 0 0,-1 0-1 0 0,0 0 1 0 0,0 0-1 0 0,0-1 1 0 0,1 0-1 0 0,-1 0 1 0 0,0 0 0 0 0,0-1-1 0 0,0 1 1 0 0,0-1-1 0 0,1 0 1 0 0,-1-1-1 0 0,0 1 1 0 0,1-1-1 0 0,-1 0 1 0 0,-5-3-1 0 0,-9-6-172 0 0,1-1 0 0 0,0 0 0 0 0,0-1 0 0 0,1-1 0 0 0,1 0 0 0 0,-19-23 0 0 0,34 37 211 0 0,1-1-1 0 0,0 1 1 0 0,-1-1 0 0 0,1 1-1 0 0,0 0 1 0 0,-1-1 0 0 0,1 1-1 0 0,0-1 1 0 0,0 1-1 0 0,-1 0 1 0 0,1-1 0 0 0,0 1-1 0 0,0-1 1 0 0,0 1 0 0 0,0-1-1 0 0,-1 1 1 0 0,1-1-1 0 0,0 1 1 0 0,0-1 0 0 0,0 1-1 0 0,0-1 1 0 0,0 1 0 0 0,0-1-1 0 0,1 1 1 0 0,-1-1-1 0 0,0 1 1 0 0,0-1 0 0 0,0 1-1 0 0,0-1 1 0 0,1 1 0 0 0,-1-1-1 0 0,0 1 1 0 0,0 0-1 0 0,1-1 1 0 0,-1 1 0 0 0,0-1-1 0 0,0 1 1 0 0,1 0 0 0 0,0-1-1 0 0,25-10-99 0 0,30 4-55 0 0,7 4 23 0 0,-1-3 1 0 0,0-2-1 0 0,0-3 1 0 0,-1-3-1 0 0,107-39 1 0 0,-127 37 3687 0 0,-45 76-2891 0 0,1-44-533 0 0,2 0 1 0 0,0 1 0 0 0,2 18 0 0 0,-1-35-123 0 0,0 1 1 0 0,1-1 0 0 0,-1 1-1 0 0,0-1 1 0 0,0 1 0 0 0,0-1-1 0 0,1 1 1 0 0,-1-1 0 0 0,0 1-1 0 0,1-1 1 0 0,-1 0 0 0 0,0 1-1 0 0,1-1 1 0 0,-1 1 0 0 0,0-1-1 0 0,1 0 1 0 0,-1 1 0 0 0,1-1-1 0 0,-1 0 1 0 0,1 0 0 0 0,-1 1-1 0 0,1-1 1 0 0,-1 0 0 0 0,1 0 0 0 0,-1 0-1 0 0,1 0 1 0 0,-1 0 0 0 0,1 0-1 0 0,-1 1 1 0 0,1-1 0 0 0,-1 0-1 0 0,1 0 1 0 0,-1-1 0 0 0,1 1-1 0 0,-1 0 1 0 0,1 0 0 0 0,-1 0-1 0 0,1 0 1 0 0,-1 0 0 0 0,1 0-1 0 0,-1-1 1 0 0,1 1 0 0 0,-1 0-1 0 0,1 0 1 0 0,-1-1 0 0 0,0 1-1 0 0,1 0 1 0 0,0-1 0 0 0,21-15 45 0 0,-12 3-32 0 0,2 1 1 0 0,-1-1-1 0 0,2 2 1 0 0,15-13-1 0 0,-14 13-7 0 0,-11 9-14 0 0,4-2 0 0 0,-5 4-2 0 0,5-1-9 0 0,15 9-2 0 0,-15-4 1 0 0,1-1-1 0 0,0 1 0 0 0,0-1 1 0 0,0 0-1 0 0,0-1 0 0 0,0 0 1 0 0,0 0-1 0 0,1-1 0 0 0,-1 0 1 0 0,1-1-1 0 0,-1 1 0 0 0,1-2 1 0 0,-1 1-1 0 0,15-4 0 0 0,-14 3-10 0 0,-1-1-1 0 0,-1-1 0 0 0,1 1 1 0 0,0-1-1 0 0,-1-1 0 0 0,1 1 1 0 0,-1-1-1 0 0,0-1 0 0 0,0 1 1 0 0,-1-1-1 0 0,1-1 0 0 0,-1 1 1 0 0,0-1-1 0 0,0 0 0 0 0,5-7 0 0 0,-10 11 24 0 0,1 1-1 0 0,0-1 1 0 0,-1 1-1 0 0,1-1 0 0 0,0 1 1 0 0,0 0-1 0 0,0-1 0 0 0,0 1 1 0 0,0 0-1 0 0,0 1 0 0 0,0-1 1 0 0,1 0-1 0 0,-1 1 0 0 0,0-1 1 0 0,0 1-1 0 0,5-1 0 0 0,35 1-45 0 0,-37 0 46 0 0,-1 0 1 0 0,0 1-1 0 0,1 0 0 0 0,-1 0 1 0 0,0 0-1 0 0,0 1 0 0 0,0-1 1 0 0,1 1-1 0 0,-2 0 0 0 0,1 0 1 0 0,0 1-1 0 0,0-1 0 0 0,-1 1 1 0 0,1 0-1 0 0,-1-1 0 0 0,0 2 1 0 0,3 2-1 0 0,-5-4 4 0 0,-1-1 0 0 0,1 0-1 0 0,-1 1 1 0 0,0-1 0 0 0,0 0 0 0 0,0 1-1 0 0,1-1 1 0 0,-1 0 0 0 0,-1 1 0 0 0,1-1-1 0 0,0 0 1 0 0,0 1 0 0 0,0-1 0 0 0,-1 0 0 0 0,1 1-1 0 0,-1-1 1 0 0,1 0 0 0 0,-1 0 0 0 0,1 1-1 0 0,-1-1 1 0 0,0 0 0 0 0,1 0 0 0 0,-1 0-1 0 0,0 0 1 0 0,0 0 0 0 0,0 0 0 0 0,0 0-1 0 0,0 0 1 0 0,-1 1 0 0 0,-30 23-5 0 0,-20 1-617 0 0,18-14-6031 0 0,24-9 3713 0 0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7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98 892 0 0,'0'0'10653'0'0,"-1"6"-10276"0"0,-5 16-30 0 0,4-16-42 0 0,2 0 22 0 0,1 11 886 0 0,-1-17-1197 0 0,0 1 1 0 0,1-1-1 0 0,-1 0 1 0 0,0 0-1 0 0,0 1 1 0 0,0-1-1 0 0,0 0 1 0 0,1 1-1 0 0,-1-1 1 0 0,0 0-1 0 0,0 0 1 0 0,1 1-1 0 0,-1-1 1 0 0,0 0-1 0 0,1 0 1 0 0,-1 0-1 0 0,0 1 1 0 0,1-1-1 0 0,-1 0 1 0 0,0 0-1 0 0,1 0 1 0 0,-1 0-1 0 0,0 0 1 0 0,1 0-1 0 0,-1 0 1 0 0,0 0-1 0 0,1 0 0 0 0,-1 0 1 0 0,0 0-1 0 0,1 0 1 0 0,-1 0-1 0 0,0 0 1 0 0,1 0-1 0 0,-1 0 1 0 0,0 0-1 0 0,1 0 1 0 0,-1 0-1 0 0,0 0 1 0 0,1-1-1 0 0,-1 1 1 0 0,0 0-1 0 0,1 0 1 0 0,-1 0-1 0 0,0-1 1 0 0,0 1-1 0 0,1 0 1 0 0,-1-1-1 0 0,5-2-7 0 0,6-3 80 0 0,0 0 0 0 0,0 0 0 0 0,23-8-1 0 0,-32 14-68 0 0,33 7 18 0 0,12 1-115 0 0,-43-7 70 0 0,1 1 0 0 0,0-1 0 0 0,-1 0 0 0 0,1-1 0 0 0,-1 1 0 0 0,1-1 0 0 0,0 0 1 0 0,0 0-1 0 0,-1-1 0 0 0,1 1 0 0 0,-1-1 0 0 0,1 0 0 0 0,0 0 0 0 0,-1 0 0 0 0,0-1 0 0 0,1 0 0 0 0,-1 0 0 0 0,0 0 0 0 0,6-4 0 0 0,-7 3 42 0 0,1 0 1 0 0,-1 0-1 0 0,0-1 1 0 0,-1 1-1 0 0,1-1 1 0 0,-1 1-1 0 0,1-1 1 0 0,-1 0-1 0 0,0 0 0 0 0,0 0 1 0 0,-1-1-1 0 0,0 1 1 0 0,1 0-1 0 0,-1-1 1 0 0,0 1-1 0 0,-1 0 1 0 0,1-1-1 0 0,-1 1 1 0 0,0-1-1 0 0,0 1 1 0 0,-1-1-1 0 0,1 1 1 0 0,-3-8-1 0 0,3 10-5 0 0,2-16-930 0 0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8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92 584 0 0,'38'-17'2759'0'0,"-35"16"-2628"0"0,1 0 0 0 0,-1-1 0 0 0,0 1 0 0 0,0-1 0 0 0,0 0 0 0 0,0 0 0 0 0,0 0 0 0 0,-1 0 0 0 0,1 0 0 0 0,0-1 0 0 0,-1 1 0 0 0,0-1 0 0 0,0 0 0 0 0,1 0 0 0 0,-2 0 0 0 0,1 0 0 0 0,0 0 0 0 0,-1 0 0 0 0,1 0 0 0 0,1-6 0 0 0,-3 7 196 0 0,0 1-212 0 0,-1 0-1 0 0,1-1 0 0 0,-1 1 1 0 0,0 0-1 0 0,1 0 1 0 0,-1 1-1 0 0,0-1 0 0 0,1 0 1 0 0,-1 0-1 0 0,0 0 1 0 0,0 0-1 0 0,0 1 0 0 0,0-1 1 0 0,0 0-1 0 0,0 1 1 0 0,0-1-1 0 0,0 1 0 0 0,0-1 1 0 0,0 1-1 0 0,-2-1 0 0 0,2 1-62 0 0,-1 0-1 0 0,1-1 1 0 0,-1 1-1 0 0,0 0 1 0 0,1 1-1 0 0,-1-1 1 0 0,1 0-1 0 0,-1 0 1 0 0,1 1-1 0 0,-1-1 1 0 0,1 1-1 0 0,-1-1 1 0 0,1 1-1 0 0,-1 0 1 0 0,1-1-1 0 0,-1 1 1 0 0,1 0-1 0 0,0 0 1 0 0,-1 0-1 0 0,1 0 1 0 0,0 0-1 0 0,0 0 0 0 0,0 1 1 0 0,0-1-1 0 0,0 0 1 0 0,0 0-1 0 0,0 1 1 0 0,1-1-1 0 0,-1 1 1 0 0,0-1-1 0 0,1 1 1 0 0,-1-1-1 0 0,1 1 1 0 0,-1-1-1 0 0,1 1 1 0 0,0-1-1 0 0,0 1 1 0 0,-1 0-1 0 0,1-1 1 0 0,1 3-1 0 0,-1 0-16 0 0,0 0 0 0 0,0-1 0 0 0,0 1 0 0 0,1-1 0 0 0,0 1 0 0 0,-1-1 0 0 0,1 1 0 0 0,0-1 0 0 0,1 0 0 0 0,-1 1 0 0 0,1-1 0 0 0,0 0 0 0 0,-1 0 0 0 0,1 0 0 0 0,0 0 0 0 0,1 0 0 0 0,-1-1 0 0 0,1 1 0 0 0,2 2 0 0 0,0-2-22 0 0,-1 0 1 0 0,1-1-1 0 0,-1 1 0 0 0,1-1 0 0 0,0 0 0 0 0,0 0 0 0 0,0-1 0 0 0,0 1 0 0 0,1-1 0 0 0,-1-1 0 0 0,0 1 0 0 0,0-1 0 0 0,1 1 0 0 0,-1-2 1 0 0,0 1-1 0 0,1 0 0 0 0,-1-1 0 0 0,6-2 0 0 0,8-2-13 0 0,-1-1 1 0 0,0-1-1 0 0,28-16 1 0 0,0 1 20 0 0,-41 20-19 0 0,0 1 0 0 0,1 1-1 0 0,-1-1 1 0 0,1 1-1 0 0,-1 0 1 0 0,1 0 0 0 0,-1 1-1 0 0,1-1 1 0 0,-1 1-1 0 0,1 0 1 0 0,-1 1 0 0 0,8 2-1 0 0,15 3 18 0 0,-20-7-5 0 0,1 0 0 0 0,0-1 0 0 0,0 0-1 0 0,-1 0 1 0 0,1-1 0 0 0,-1 0-1 0 0,14-5 1 0 0,1 0 160 0 0,-21 6-3 0 0,21-10 1538 0 0,-19 9-4327 0 0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8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19 416 0 0,'2'-8'3136'0'0,"2"-3"-2060"0"0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49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35 100 0 0,'1'-5'558'0'0,"-1"4"-143"0"0,0 0 0 0 0,0 1-1 0 0,0-1 1 0 0,0 1 0 0 0,0-1-1 0 0,0 0 1 0 0,0 1-1 0 0,1-1 1 0 0,-1 0 0 0 0,0 1-1 0 0,0-1 1 0 0,0 1 0 0 0,1-1-1 0 0,-1 1 1 0 0,0-1-1 0 0,0 0 1 0 0,3-1 2073 0 0,-3 1-2074 0 0,1 1 1 0 0,-1-1 0 0 0,1 1-1 0 0,-1 0 1 0 0,1-1 0 0 0,1 1-1 0 0,3 3-311 0 0,1 0 1 0 0,0 0-1 0 0,1 0 0 0 0,-1-1 0 0 0,0 0 0 0 0,1 0 1 0 0,-1-1-1 0 0,1 0 0 0 0,0 0 0 0 0,-1 0 0 0 0,1-1 0 0 0,0 0 1 0 0,-1 0-1 0 0,1-1 0 0 0,0 1 0 0 0,-1-2 0 0 0,1 1 1 0 0,-1-1-1 0 0,1 0 0 0 0,-1 0 0 0 0,0 0 0 0 0,0-1 1 0 0,0 0-1 0 0,0-1 0 0 0,10-7 0 0 0,-16 11-50 0 0,0 0 1 0 0,0 0-1 0 0,1-1 0 0 0,-1 1 0 0 0,0 0 1 0 0,0 0-1 0 0,0 0 0 0 0,0 0 1 0 0,1 0-1 0 0,-1-1 0 0 0,0 1 0 0 0,0 0 1 0 0,0 0-1 0 0,0 0 0 0 0,1 0 0 0 0,-1 0 1 0 0,0 0-1 0 0,0 0 0 0 0,1 0 0 0 0,-1 0 1 0 0,0-1-1 0 0,0 1 0 0 0,0 0 1 0 0,1 0-1 0 0,-1 0 0 0 0,0 0 0 0 0,0 0 1 0 0,1 1-1 0 0,-1-1 0 0 0,0 0 0 0 0,0 0 1 0 0,0 0-1 0 0,1 0 0 0 0,-1 0 1 0 0,0 0-1 0 0,0 0 0 0 0,0 0 0 0 0,1 0 1 0 0,-1 0-1 0 0,0 1 0 0 0,0-1 0 0 0,0 0 1 0 0,0 0-1 0 0,1 0 0 0 0,-1 0 0 0 0,0 1 1 0 0,0-1-1 0 0,0 0 0 0 0,0 15 621 0 0,-7 11-604 0 0,-21 38 91 0 0,-64 105 0 0 0,44-97-3666 0 0,-3-4-4526 0 0,36-50 3575 0 0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2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72 976 0 0,'-23'-46'7360'0'0,"21"44"-7151"0"0,1 0 0 0 0,-1 1-1 0 0,1-1 1 0 0,-1 0 0 0 0,0 0-1 0 0,0 1 1 0 0,1-1 0 0 0,-1 1-1 0 0,0-1 1 0 0,-1 1 0 0 0,1 0 0 0 0,0 0-1 0 0,0 0 1 0 0,0 0 0 0 0,-1 0-1 0 0,1 0 1 0 0,0 1 0 0 0,-1-1 0 0 0,-3 0-1 0 0,0 1-17 0 0,0 0 0 0 0,-1 0-1 0 0,1 1 1 0 0,0 0 0 0 0,0 0-1 0 0,0 0 1 0 0,-10 5 0 0 0,-4 2 194 0 0,1 1 0 0 0,0 1 1 0 0,-32 22-1 0 0,46-30-288 0 0,2 1 0 0 0,-1 0 1 0 0,0 0-1 0 0,0 0 0 0 0,1 0 0 0 0,0 0 1 0 0,0 1-1 0 0,0-1 0 0 0,0 1 1 0 0,0 0-1 0 0,-2 4 0 0 0,4-6-13 0 0,14 4 148 0 0,-11-5-218 0 0,-1 0-1 0 0,1 0 1 0 0,0 0-1 0 0,-1 0 0 0 0,1-1 1 0 0,0 1-1 0 0,0 0 1 0 0,0-1-1 0 0,-1 1 1 0 0,1-1-1 0 0,0 1 0 0 0,0-1 1 0 0,0 0-1 0 0,3 0 1 0 0,-5 0-11 0 0,22-2 57 0 0,-1 0 1 0 0,0 2 0 0 0,1 1-1 0 0,23 3 1 0 0,-38-2-61 0 0,0-1 0 0 0,-1 1 1 0 0,1 0-1 0 0,-1 0 0 0 0,0 1 0 0 0,0 0 0 0 0,0 0 1 0 0,0 1-1 0 0,0-1 0 0 0,-1 1 0 0 0,1 1 0 0 0,-1-1 1 0 0,0 1-1 0 0,-1 0 0 0 0,1 0 0 0 0,-1 0 0 0 0,7 10 1 0 0,-3 0 22 0 0,-3-8-9 0 0,-1 0 0 0 0,1 0-1 0 0,-1 0 1 0 0,11 10-1 0 0,-13-16-8 0 0,-1 1 0 0 0,1-1-1 0 0,-1 0 1 0 0,1 0 0 0 0,0 0 0 0 0,0 0-1 0 0,-1 0 1 0 0,1 0 0 0 0,0-1-1 0 0,0 1 1 0 0,0-1 0 0 0,0 1-1 0 0,0-1 1 0 0,0 0 0 0 0,0 1 0 0 0,0-1-1 0 0,0 0 1 0 0,-1 0 0 0 0,1 0-1 0 0,0-1 1 0 0,0 1 0 0 0,0 0 0 0 0,0-1-1 0 0,2 0 1 0 0,9-5 22 0 0,0 0 0 0 0,-1 0 0 0 0,0-2 0 0 0,0 1 0 0 0,-1-1 0 0 0,19-17 0 0 0,-18 15-134 0 0,0-1 0 0 0,1 2 0 0 0,1 0-1 0 0,23-12 1 0 0,-26 16-428 0 0,32-12-1697 0 0,-13 12-5904 0 0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0 128 380 0 0,'23'-44'5597'0'0,"-22"42"-5479"0"0,7-6 621 0 0,1-1 1 0 0,0 1 0 0 0,18-12 0 0 0,-23 17-632 0 0,0 1-1 0 0,0 0 1 0 0,0 1 0 0 0,0-1 0 0 0,0 1 0 0 0,0 0 0 0 0,0 0 0 0 0,0 0 0 0 0,1 0 0 0 0,-1 1 0 0 0,0-1 0 0 0,0 1 0 0 0,1 0-1 0 0,-1 1 1 0 0,6 0 0 0 0,-7 0-62 0 0,0-1 0 0 0,1 1 0 0 0,-1 0 0 0 0,0 0 1 0 0,0 0-1 0 0,0 0 0 0 0,0 1 0 0 0,0-1 0 0 0,0 1 0 0 0,0 0 0 0 0,-1 0 0 0 0,1 0 0 0 0,-1 0 0 0 0,1 1 0 0 0,-1-1 0 0 0,0 0 0 0 0,0 1 0 0 0,0 0 0 0 0,0-1 0 0 0,0 1 0 0 0,0 0 0 0 0,-1 0 0 0 0,1 0 0 0 0,-1 0 0 0 0,0 0 0 0 0,0 1 0 0 0,0-1 1 0 0,0 5-1 0 0,0-1 0 0 0,-1-1 0 0 0,0 1 0 0 0,-1 0 0 0 0,1 0 0 0 0,-1-1 0 0 0,0 1 0 0 0,-1 0 0 0 0,0-1 0 0 0,0 1 0 0 0,0-1 0 0 0,-1 0 0 0 0,1 0 0 0 0,-2 0 0 0 0,-3 6 0 0 0,-4 6 55 0 0,6-9-45 0 0,0 0 0 0 0,-1-1 1 0 0,0 0-1 0 0,0 0 0 0 0,-1 0 1 0 0,0 0-1 0 0,-12 8 0 0 0,18-15 0 0 0,1-1-50 0 0,-1 0 0 0 0,1 0 0 0 0,-1 0 0 0 0,1 0 0 0 0,-1 0 0 0 0,1 0 0 0 0,-1 0 0 0 0,1 0 1 0 0,0 0-1 0 0,-1-1 0 0 0,1 1 0 0 0,-1 0 0 0 0,1 0 0 0 0,-1 0 0 0 0,1-1 0 0 0,0 1 0 0 0,-1 0 0 0 0,1 0 0 0 0,-1-1 0 0 0,1 1 0 0 0,0 0 0 0 0,-1-1 0 0 0,1 1 0 0 0,0 0 0 0 0,0-1 0 0 0,-1 1 0 0 0,1-1 0 0 0,0 1 0 0 0,0 0 0 0 0,0-1 0 0 0,-1 1 0 0 0,1-1 0 0 0,0 1 0 0 0,0-1 0 0 0,0 1 0 0 0,0 0 0 0 0,0-1 0 0 0,0 1 0 0 0,0-1 0 0 0,0 1 1 0 0,0-2-1 0 0,10-27 61 0 0,28-29-40 0 0,-19 36-21 0 0,0 2-1 0 0,2 0 1 0 0,1 1 0 0 0,0 0 0 0 0,1 2 0 0 0,1 1 0 0 0,1 1 0 0 0,36-16 0 0 0,-59 30-7 0 0,1 0-1 0 0,-1 0 1 0 0,0 0 0 0 0,0 0-1 0 0,0 1 1 0 0,1-1 0 0 0,-1 1-1 0 0,0-1 1 0 0,0 1 0 0 0,1 0-1 0 0,-1 0 1 0 0,0 0 0 0 0,1 0 0 0 0,-1 1-1 0 0,0-1 1 0 0,1 1 0 0 0,-1-1-1 0 0,0 1 1 0 0,0 0 0 0 0,0-1-1 0 0,3 3 1 0 0,-2-1-4 0 0,0 1 0 0 0,0-1 1 0 0,0 1-1 0 0,0 0 0 0 0,0 0 0 0 0,-1 0 1 0 0,1 0-1 0 0,-1 0 0 0 0,0 0 0 0 0,0 1 1 0 0,2 5-1 0 0,1 3-7 0 0,-1-1 1 0 0,0 1-1 0 0,-1 0 0 0 0,-1 1 1 0 0,0-1-1 0 0,1 23 1 0 0,-3-33 13 0 0,-2 12 55 0 0,2-5-7 0 0,3-9 52 0 0,9-15-108 0 0,1 0 0 0 0,0 1 0 0 0,0 0 0 0 0,2 1 0 0 0,-1 1-1 0 0,2 1 1 0 0,32-20 0 0 0,-47 31-6 0 0,35 15 48 0 0,-24-4-12 0 0,0 1 0 0 0,-1 0 0 0 0,14 20 0 0 0,-15-19-2 0 0,0-1 0 0 0,0 0 0 0 0,18 15 0 0 0,-23-23-233 0 0,0-1 0 0 0,0 1 0 0 0,0-1 0 0 0,0 0 0 0 0,1-1 0 0 0,-1 0 1 0 0,1 1-1 0 0,-1-1 0 0 0,1-1 0 0 0,0 1 0 0 0,0-1 0 0 0,0-1 0 0 0,7 1 0 0 0,6 1-730 0 0,29-2-4599 0 0,-30-3 2961 0 0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8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1 227 256 0 0,'16'-5'5591'0'0,"71"-29"-3757"0"0,-62 23-1356 0 0,1-1 0 0 0,25-17-1 0 0,-45 26-380 0 0,0-1-1 0 0,0 0 1 0 0,-1 0 0 0 0,1 0-1 0 0,-1-1 1 0 0,0 0 0 0 0,-1 0-1 0 0,1 0 1 0 0,-1-1-1 0 0,0 1 1 0 0,0-1 0 0 0,-1 0-1 0 0,1 0 1 0 0,2-8 0 0 0,-6 12-69 0 0,1 1 1 0 0,-1-1 0 0 0,1 0 0 0 0,-1 1 0 0 0,1-1 0 0 0,-1 0-1 0 0,0 1 1 0 0,0-1 0 0 0,0 1 0 0 0,0-1 0 0 0,0 0 0 0 0,-1 1-1 0 0,1-1 1 0 0,0 0 0 0 0,-1 1 0 0 0,1-1 0 0 0,-1 1 0 0 0,1-1 0 0 0,-1 1-1 0 0,0-1 1 0 0,0 1 0 0 0,0-1 0 0 0,1 1 0 0 0,-1 0 0 0 0,-1-1-1 0 0,1 1 1 0 0,0 0 0 0 0,0 0 0 0 0,0 0 0 0 0,-1 0 0 0 0,1 0-1 0 0,0 0 1 0 0,-1 0 0 0 0,1 0 0 0 0,-1 1 0 0 0,1-1 0 0 0,-1 1-1 0 0,0-1 1 0 0,1 1 0 0 0,-1-1 0 0 0,1 1 0 0 0,-1 0 0 0 0,0 0-1 0 0,1 0 1 0 0,-1 0 0 0 0,0 0 0 0 0,1 0 0 0 0,-4 1 0 0 0,-3-1 88 0 0,0 0-1 0 0,0 1 1 0 0,0 1 0 0 0,0-1 0 0 0,0 1 0 0 0,1 1 0 0 0,-1-1 0 0 0,-10 6 0 0 0,15-6-88 0 0,0-1 0 0 0,1 0-1 0 0,-1 1 1 0 0,1-1 0 0 0,-1 1-1 0 0,1 0 1 0 0,0 0 0 0 0,-1 0-1 0 0,1 0 1 0 0,0 0 0 0 0,0 0 0 0 0,1 1-1 0 0,-1-1 1 0 0,0 1 0 0 0,1-1-1 0 0,0 1 1 0 0,-1-1 0 0 0,1 1-1 0 0,0 0 1 0 0,0 0 0 0 0,1 0 0 0 0,-1 0-1 0 0,1-1 1 0 0,-1 1 0 0 0,1 0-1 0 0,0 0 1 0 0,0 0 0 0 0,0 0-1 0 0,0 0 1 0 0,1 0 0 0 0,-1 0 0 0 0,1 0-1 0 0,0 0 1 0 0,0-1 0 0 0,0 1-1 0 0,0 0 1 0 0,0 0 0 0 0,1-1-1 0 0,-1 1 1 0 0,1-1 0 0 0,-1 1 0 0 0,4 2-1 0 0,2 4-18 0 0,1 0 0 0 0,0 0 0 0 0,1-1 0 0 0,-1 0 0 0 0,2-1 0 0 0,-1 0-1 0 0,1 0 1 0 0,0-1 0 0 0,15 6 0 0 0,-10-6-299 0 0,1-2 0 0 0,-1 0 0 0 0,1 0 1 0 0,0-2-1 0 0,1 0 0 0 0,-1 0 0 0 0,0-2 0 0 0,0 0 0 0 0,1-1 0 0 0,23-4 1 0 0,6-4-689 0 0,1-1 0 0 0,59-23 0 0 0,-93 29 877 0 0,10-3 25 0 0,-1-1 0 0 0,0-1 0 0 0,0-1 0 0 0,-1-1-1 0 0,29-19 1 0 0,-23-4 2508 0 0,-24 29-1903 0 0,-2 3-28 0 0,0-13 1583 0 0,-2 13-1990 0 0,-1 1-1 0 0,1-1 1 0 0,0 1 0 0 0,-1-1-1 0 0,0 1 1 0 0,1 0-1 0 0,-1 0 1 0 0,0 0-1 0 0,0 0 1 0 0,1 0 0 0 0,-1 0-1 0 0,0 0 1 0 0,0 1-1 0 0,0-1 1 0 0,0 1-1 0 0,0-1 1 0 0,0 1 0 0 0,0 0-1 0 0,-3 0 1 0 0,-1 0 37 0 0,0 0 0 0 0,0 1 1 0 0,-1 0-1 0 0,1 0 0 0 0,0 0 1 0 0,-9 4-1 0 0,2 0 25 0 0,0 1 0 0 0,1 0 1 0 0,0 1-1 0 0,0 0 1 0 0,-18 14-1 0 0,29-19-136 0 0,-2 0 11 0 0,0 0 0 0 0,0 0 0 0 0,1 0-1 0 0,-1 1 1 0 0,1-1 0 0 0,0 1 0 0 0,0-1 0 0 0,0 1-1 0 0,0 0 1 0 0,0 0 0 0 0,1 0 0 0 0,-1 0-1 0 0,1 0 1 0 0,-2 4 0 0 0,4-6-31 0 0,-1 0 0 0 0,1 0 0 0 0,-1 0-1 0 0,1 0 1 0 0,-1-1 0 0 0,1 1 0 0 0,0 0 0 0 0,-1 0 0 0 0,1-1 0 0 0,0 1 0 0 0,0 0-1 0 0,0-1 1 0 0,-1 1 0 0 0,1-1 0 0 0,0 1 0 0 0,0-1 0 0 0,0 1 0 0 0,0-1 0 0 0,0 0-1 0 0,0 0 1 0 0,0 1 0 0 0,0-1 0 0 0,0 0 0 0 0,0 0 0 0 0,0 0 0 0 0,0 0 0 0 0,0 0-1 0 0,0 0 1 0 0,0 0 0 0 0,0 0 0 0 0,0 0 0 0 0,0-1 0 0 0,1 1 0 0 0,32-6-272 0 0,110-35-1854 0 0,-143 41 2037 0 0,112 19-523 0 0,-98-18 616 0 0,1-1 0 0 0,-1 0 0 0 0,0-1-1 0 0,0-1 1 0 0,0 0 0 0 0,0-1 0 0 0,-1-1 0 0 0,1 0 0 0 0,-1-1-1 0 0,24-11 1 0 0,-26 9 15 0 0,-1-1 0 0 0,0 0 0 0 0,0 0-1 0 0,16-17 1 0 0,-26 23-21 0 0,0 2-8 0 0,0-1-1 0 0,0 0 1 0 0,-1 1-1 0 0,1-1 0 0 0,0 0 1 0 0,0 1-1 0 0,0-1 0 0 0,0 1 1 0 0,0-1-1 0 0,0 1 1 0 0,0-1-1 0 0,0 1 0 0 0,0 0 1 0 0,0 0-1 0 0,0-1 1 0 0,2 1-1 0 0,-1 15 2 0 0,0-1 1 0 0,0 0-1 0 0,-2 1 1 0 0,0 0-1 0 0,0-1 1 0 0,-1 1-1 0 0,-5 20 1 0 0,6-32 8 0 0,2 5-12 0 0,-1-4 17 0 0,1 4 13 0 0,-1-6-4 0 0,-2-1-11 0 0,1-1 0 0 0,0 0 1 0 0,0 0-1 0 0,0 0 0 0 0,0 0 0 0 0,0 1 1 0 0,0-1-1 0 0,0 0 0 0 0,-1 0 1 0 0,1 0-1 0 0,0 1 0 0 0,0-1 0 0 0,0 0 1 0 0,0 0-1 0 0,0 1 0 0 0,0-1 0 0 0,0 0 1 0 0,0 0-1 0 0,0 0 0 0 0,0 1 0 0 0,0-1 1 0 0,0 0-1 0 0,0 0 0 0 0,0 1 0 0 0,1-1 1 0 0,-1 0-1 0 0,0 0 0 0 0,0 0 0 0 0,0 1 1 0 0,0-1-1 0 0,0 0 0 0 0,0 0 0 0 0,0 0 1 0 0,1 0-1 0 0,-1 1 0 0 0,0-1 0 0 0,0 0 1 0 0,0 0-1 0 0,0 0 0 0 0,1 0 0 0 0,-1 0 1 0 0,0 0-1 0 0,0 1 0 0 0,1-1 0 0 0,102-100 50 0 0,-102 99-60 0 0,0 0 0 0 0,0 0 1 0 0,0 0-1 0 0,0 1 1 0 0,0-1-1 0 0,0 0 0 0 0,0 1 1 0 0,0-1-1 0 0,0 0 0 0 0,1 1 1 0 0,-1-1-1 0 0,0 1 1 0 0,0 0-1 0 0,0-1 0 0 0,1 1 1 0 0,-1 0-1 0 0,0 0 0 0 0,1 0 1 0 0,-1 0-1 0 0,0 0 0 0 0,0 0 1 0 0,1 0-1 0 0,-1 0 1 0 0,0 1-1 0 0,0-1 0 0 0,1 0 1 0 0,0 1-1 0 0,27 25-36 0 0,-27-23 46 0 0,0 0-1 0 0,1 0 1 0 0,-1 0-1 0 0,1 0 1 0 0,0 0-1 0 0,0-1 1 0 0,0 0-1 0 0,0 1 1 0 0,0-1-1 0 0,0 0 1 0 0,1-1-1 0 0,-1 1 1 0 0,1 0-1 0 0,-1-1 1 0 0,5 1-1 0 0,-1-2 1 0 0,0 0 1 0 0,0-1-1 0 0,0 0 0 0 0,0 0 0 0 0,-1-1 0 0 0,1 1 0 0 0,0-1 1 0 0,0-1-1 0 0,-1 0 0 0 0,1 0 0 0 0,7-5 0 0 0,-5 4 30 0 0,0 0-1 0 0,0 0 0 0 0,0 0 1 0 0,15-3-1 0 0,-22 7 50 0 0,-1-1-55 0 0,1 0 0 0 0,0 0 0 0 0,0 0 0 0 0,0 0 0 0 0,0 0 1 0 0,0 0-1 0 0,0 1 0 0 0,0-1 0 0 0,0 1 0 0 0,0 0 0 0 0,1-1 0 0 0,-1 1 1 0 0,3 0-1 0 0,-5 16-576 0 0,0-8-1992 0 0,0-1-3531 0 0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8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77 608 0 0,'5'-42'6510'0'0,"-1"27"-4354"0"0,-1 2-1631 0 0,-1 7-5506 0 0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29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12 360 0 0,'2'2'430'0'0,"0"0"0"0"0,0 0 0 0 0,0 0 0 0 0,0 0 0 0 0,0 0 0 0 0,1 0 0 0 0,-1-1 0 0 0,0 1 0 0 0,1-1 0 0 0,-1 0 0 0 0,1 0 0 0 0,0 0 1 0 0,-1 0-1 0 0,4 1 0 0 0,0-1-115 0 0,1 0-1 0 0,-1-1 1 0 0,0 1 0 0 0,0-1 0 0 0,0 0 0 0 0,8-2 0 0 0,9-2-135 0 0,-1-1-1 0 0,36-14 1 0 0,-45 15 268 0 0,-11 3-347 0 0,1 0 0 0 0,-1 0 0 0 0,1 1 0 0 0,-1-1 0 0 0,1 1-1 0 0,0-1 1 0 0,-1 1 0 0 0,1 0 0 0 0,0 0 0 0 0,3 1 0 0 0,-5-1-35 0 0,-1 0 0 0 0,1 0 0 0 0,0 1 0 0 0,0-1 0 0 0,-1 0 0 0 0,1 1 1 0 0,0-1-1 0 0,0 0 0 0 0,-1 1 0 0 0,1-1 0 0 0,0 1 0 0 0,-1 0 0 0 0,1-1 0 0 0,-1 1 0 0 0,1-1 0 0 0,-1 1 1 0 0,1 0-1 0 0,-1-1 0 0 0,1 1 0 0 0,-1 0 0 0 0,0 0 0 0 0,1 1 0 0 0,0 3 69 0 0,-1 0-1 0 0,1-1 1 0 0,-1 1-1 0 0,-1 0 0 0 0,1 0 1 0 0,-1 0-1 0 0,1 0 1 0 0,-1 0-1 0 0,-1 0 1 0 0,-1 4-1 0 0,-12 39 204 0 0,-2-2 1 0 0,-2 0-1 0 0,-31 55 0 0 0,7-26-2837 0 0,-2-1-3960 0 0,30-48 2797 0 0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31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86 344 0 0,'-35'-17'10439'0'0,"31"12"-10252"0"0,7 0 3429 0 0,18-3-3209 0 0,1 0-1 0 0,0 2 1 0 0,1 0-1 0 0,-1 1 1 0 0,30-1 0 0 0,-22 1-148 0 0,1 2 41 0 0,-24 3-218 0 0,0-1-1 0 0,0 0 0 0 0,0 0 0 0 0,0 0 0 0 0,0-1 0 0 0,7-3 0 0 0,-12 4-133 0 0,12 5-522 0 0,-8-2-4531 0 0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33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6 523 68 0 0,'-5'3'9029'0'0,"12"-2"-8857"0"0,1 0-1 0 0,-1-1 0 0 0,1 0 0 0 0,-1 0 0 0 0,1-1 0 0 0,-1 0 0 0 0,0 0 0 0 0,1-1 0 0 0,-1 1 0 0 0,12-6 0 0 0,-10 3-103 0 0,-1 0 0 0 0,0-1 1 0 0,0 0-1 0 0,0 0 0 0 0,-1 0 0 0 0,1-1 1 0 0,-1 0-1 0 0,-1-1 0 0 0,1 1 0 0 0,-1-1 0 0 0,0-1 1 0 0,-1 1-1 0 0,0-1 0 0 0,0 0 0 0 0,0 0 1 0 0,-1 0-1 0 0,-1-1 0 0 0,1 1 0 0 0,-1-1 0 0 0,-1 0 1 0 0,0 0-1 0 0,0 0 0 0 0,0 0 0 0 0,-1-18 0 0 0,-1 24-55 0 0,1 0 0 0 0,0-1 0 0 0,-1 0 0 0 0,0 1 0 0 0,0-1 0 0 0,0 0 1 0 0,0 1-1 0 0,-1-1 0 0 0,1 0 0 0 0,-1 1 0 0 0,0-1 0 0 0,0 0 0 0 0,0 1 1 0 0,-1-1-1 0 0,1 1 0 0 0,-1 0 0 0 0,0 0 0 0 0,0-1 0 0 0,0 1 0 0 0,0 0 1 0 0,0 0-1 0 0,-1 1 0 0 0,1-1 0 0 0,-1 1 0 0 0,-4-4 0 0 0,7 6-15 0 0,-1-1-1 0 0,0 1 1 0 0,0 0-1 0 0,0-1 1 0 0,1 1-1 0 0,-1 0 1 0 0,0 0 0 0 0,0 0-1 0 0,0-1 1 0 0,0 1-1 0 0,0 0 1 0 0,1 0-1 0 0,-1 0 1 0 0,0 0-1 0 0,0 0 1 0 0,0 1-1 0 0,0-1 1 0 0,0 0 0 0 0,1 0-1 0 0,-1 1 1 0 0,0-1-1 0 0,0 0 1 0 0,0 1-1 0 0,1-1 1 0 0,-1 1-1 0 0,0-1 1 0 0,1 1 0 0 0,-1-1-1 0 0,0 1 1 0 0,1-1-1 0 0,-1 1 1 0 0,0 0-1 0 0,1-1 1 0 0,-1 1-1 0 0,1 0 1 0 0,-1-1-1 0 0,1 1 1 0 0,0 0 0 0 0,-1 0-1 0 0,1 0 1 0 0,-1 1 1 0 0,0 0 0 0 0,0 0 0 0 0,0 0 0 0 0,1 1 0 0 0,-1-1 0 0 0,1 0 0 0 0,-1 0 0 0 0,1 0 0 0 0,0 0 0 0 0,0 0 0 0 0,0 1 0 0 0,0-1 0 0 0,0 0 0 0 0,0 0 0 0 0,1 0 0 0 0,0 3 1 0 0,5 9 5 0 0,1 0 1 0 0,1-1-1 0 0,0 0 1 0 0,0 0-1 0 0,2-1 1 0 0,-1 0-1 0 0,1-1 1 0 0,1 0 0 0 0,0 0-1 0 0,18 12 1 0 0,-22-18 1 0 0,1 0-1 0 0,-1-1 1 0 0,1 1 0 0 0,0-2 0 0 0,0 1 0 0 0,0-1 0 0 0,0 0-1 0 0,1-1 1 0 0,-1 0 0 0 0,1 0 0 0 0,0-1 0 0 0,-1 0 0 0 0,1 0-1 0 0,0-1 1 0 0,0 0 0 0 0,0-1 0 0 0,-1 0 0 0 0,1 0 0 0 0,15-5 0 0 0,-10 2 7 0 0,0-1 1 0 0,-1 0 0 0 0,0-1 0 0 0,0-1-1 0 0,0 0 1 0 0,-1-1 0 0 0,0 0 0 0 0,-1-1-1 0 0,0 0 1 0 0,0 0 0 0 0,0-1 0 0 0,16-23 0 0 0,-26 32 71 0 0,-7 3-85 0 0,5-2-1 0 0,-1 0 0 0 0,0 1 0 0 0,1-1 0 0 0,-1 0 0 0 0,1 1 0 0 0,-1-1 0 0 0,0 1 0 0 0,1 0 0 0 0,-1 0 0 0 0,1-1 0 0 0,0 1 0 0 0,-1 0 0 0 0,1 0 0 0 0,0 0 0 0 0,0 0 0 0 0,-1 1 0 0 0,1-1 0 0 0,0 0 0 0 0,0 0 0 0 0,0 1 0 0 0,0-1 0 0 0,1 1 0 0 0,-1-1 0 0 0,0 1 0 0 0,1-1 0 0 0,-1 1 0 0 0,0 2 1 0 0,1-3 0 0 0,0 1 1 0 0,1 0 0 0 0,-1-1-1 0 0,1 1 1 0 0,-1-1 0 0 0,1 0 0 0 0,-1 1-1 0 0,1-1 1 0 0,0 1 0 0 0,0-1 0 0 0,0 0-1 0 0,0 0 1 0 0,2 3 0 0 0,-3-4 0 0 0,5 5-29 0 0,0 0 0 0 0,0 0 0 0 0,0 0 0 0 0,0-1 0 0 0,1 0 0 0 0,0 0 0 0 0,0 0 0 0 0,0-1 0 0 0,0 0 1 0 0,1 0-1 0 0,-1 0 0 0 0,1-1 0 0 0,0 0 0 0 0,-1-1 0 0 0,12 2 0 0 0,-8-2-31 0 0,0-1 1 0 0,0-1-1 0 0,-1 1 0 0 0,1-2 1 0 0,0 1-1 0 0,0-1 0 0 0,-1-1 1 0 0,0 0-1 0 0,1 0 0 0 0,10-6 0 0 0,-4 1 10 0 0,-1-1-1 0 0,1-1 0 0 0,-2 0 0 0 0,1-1 0 0 0,-2 0 1 0 0,1-2-1 0 0,-1 1 0 0 0,-1-1 0 0 0,-1-1 0 0 0,0 0 1 0 0,18-31-1 0 0,-19 24 96 0 0,0-1-1 0 0,-2-1 1 0 0,0 0 0 0 0,-2 0 0 0 0,-1 0 0 0 0,5-40 0 0 0,-10 60-2 0 0,0 0 1 0 0,1 1-1 0 0,-1-1 1 0 0,0 0-1 0 0,-1 0 1 0 0,1 0-1 0 0,0 0 1 0 0,-1 1-1 0 0,0-1 1 0 0,0 0-1 0 0,1 0 1 0 0,-2 1-1 0 0,1-1 1 0 0,0 1-1 0 0,0-1 1 0 0,-1 1-1 0 0,1-1 1 0 0,-1 1-1 0 0,-2-3 1 0 0,2 5 37 0 0,-2 2-5 0 0,-7 7-39 0 0,1-1 0 0 0,0 1 0 0 0,0 1 1 0 0,1 0-1 0 0,0 0 0 0 0,1 1 1 0 0,1 0-1 0 0,-1 0 0 0 0,2 1 1 0 0,-1 0-1 0 0,2 0 0 0 0,-7 18 0 0 0,8-18-14 0 0,0 1-1 0 0,0-1 0 0 0,1 1 1 0 0,0 0-1 0 0,1 0 1 0 0,1 0-1 0 0,0 0 0 0 0,1 1 1 0 0,0-1-1 0 0,1 0 0 0 0,1 0 1 0 0,5 25-1 0 0,-5-33-9 0 0,3 10-51 0 0,0 1 0 0 0,1-1-1 0 0,1-1 1 0 0,10 18 0 0 0,-13-27-104 0 0,1 0-1 0 0,-1 0 1 0 0,1 0-1 0 0,-1-1 0 0 0,1 1 1 0 0,1-1-1 0 0,-1 0 1 0 0,1-1-1 0 0,-1 1 1 0 0,1-1-1 0 0,0 0 1 0 0,0-1-1 0 0,9 4 0 0 0,-2-3-319 0 0,1 1 0 0 0,0-2 1 0 0,0 0-1 0 0,-1 0 0 0 0,1-2 0 0 0,0 1 0 0 0,0-2 0 0 0,0 0 0 0 0,0 0 0 0 0,0-2 0 0 0,-1 0 0 0 0,21-6 0 0 0,-19 3 461 0 0,0 0 0 0 0,0 0 1 0 0,-1-1-1 0 0,0-1 0 0 0,0 0 1 0 0,15-13-1 0 0,-27 19 322 0 0,0-1 1 0 0,1 1 0 0 0,-1-1-1 0 0,0 0 1 0 0,0 0 0 0 0,-1 0-1 0 0,1 0 1 0 0,-1 0 0 0 0,1 0-1 0 0,-1 0 1 0 0,1-6 3139 0 0,-8 11-3348 0 0,0 0 0 0 0,0 1 0 0 0,0 0 0 0 0,0 0 0 0 0,1 1 0 0 0,-1-1 0 0 0,1 1 0 0 0,0 0 0 0 0,0 1 0 0 0,0-1 0 0 0,-5 8 0 0 0,9-11-44 0 0,-4 8 168 0 0,5-9-234 0 0,0 0-1 0 0,0 0 1 0 0,0 0-1 0 0,0 0 1 0 0,1 0-1 0 0,-1 0 1 0 0,0 0-1 0 0,0 0 1 0 0,0 0-1 0 0,0 0 1 0 0,0 0-1 0 0,1 0 1 0 0,-1 1-1 0 0,0-1 1 0 0,0 0-1 0 0,0 0 1 0 0,0 0-1 0 0,0 0 1 0 0,0 0-1 0 0,1 0 1 0 0,-1 0-1 0 0,0 0 1 0 0,0 0-1 0 0,0 0 1 0 0,0 0-1 0 0,0 1 1 0 0,0-1-1 0 0,0 0 1 0 0,0 0-1 0 0,0 0 1 0 0,1 0-1 0 0,-1 0 1 0 0,0 0-1 0 0,0 1 1 0 0,0-1-1 0 0,0 0 1 0 0,0 0-1 0 0,0 0 1 0 0,0 0-1 0 0,0 0 1 0 0,0 1-1 0 0,0-1 0 0 0,0 0 1 0 0,0 0-1 0 0,0 0 1 0 0,0 0-1 0 0,0 0 1 0 0,0 1-1 0 0,0-1 1 0 0,0 0-1 0 0,-1 0 1 0 0,1 0-1 0 0,0 0 1 0 0,0 0-1 0 0,0 1 1 0 0,0-1-1 0 0,0 0 1 0 0,0 0-1 0 0,0 0 1 0 0,0 0-1 0 0,0 0 1 0 0,0 0-1 0 0,-1 0 1 0 0,1 0-1 0 0,0 0 1 0 0,0 1-1 0 0,0-1 1 0 0,5-3-6 0 0,41-12 69 0 0,-34 13-110 0 0,1 1 1 0 0,0-1-1 0 0,0 2 1 0 0,0 0-1 0 0,14 2 0 0 0,-15-1-30 0 0,-1 0 0 0 0,1-1 0 0 0,0 0 1 0 0,-1-1-1 0 0,1 0 0 0 0,21-6 0 0 0,-19 1 61 0 0,-1 0 1 0 0,0-1 0 0 0,0-1 0 0 0,-1 0 0 0 0,0-1 0 0 0,0 0 0 0 0,-1-1-1 0 0,-1 0 1 0 0,1-1 0 0 0,-1 0 0 0 0,-1 0 0 0 0,0-1 0 0 0,-1 0-1 0 0,0-1 1 0 0,-1 0 0 0 0,10-24 0 0 0,-15 30 73 0 0,0 0-1 0 0,-1-1 1 0 0,1 1 0 0 0,-1 0-1 0 0,-1-1 1 0 0,1 1 0 0 0,-1-1-1 0 0,0 1 1 0 0,-1-1 0 0 0,0 1-1 0 0,0-1 1 0 0,-1 1 0 0 0,-2-8-1 0 0,3 13 35 0 0,-2-3 29 0 0,3 5-118 0 0,0-1 0 0 0,0 1 0 0 0,-1-1 1 0 0,1 1-1 0 0,0 0 0 0 0,0-1 0 0 0,0 1 1 0 0,0-1-1 0 0,-1 1 0 0 0,1-1 0 0 0,0 1 1 0 0,0 0-1 0 0,-1-1 0 0 0,1 1 0 0 0,0 0 1 0 0,-1-1-1 0 0,1 1 0 0 0,0 0 0 0 0,-1-1 1 0 0,1 1-1 0 0,-1 0 0 0 0,1 0 0 0 0,-1-1 1 0 0,1 1-1 0 0,0 0 0 0 0,-1 0 0 0 0,1 0 1 0 0,-1 0-1 0 0,1 0 0 0 0,-1-1 0 0 0,1 1 1 0 0,-1 0-1 0 0,1 0 0 0 0,-1 0 0 0 0,1 0 1 0 0,-1 0-1 0 0,1 1 0 0 0,-1-1 0 0 0,1 0 1 0 0,0 0-1 0 0,-1 0 0 0 0,1 0 1 0 0,-1 1-1 0 0,-4 1 7 0 0,0 0 1 0 0,1 1 0 0 0,-1 0 0 0 0,1-1-1 0 0,0 2 1 0 0,0-1 0 0 0,0 0 0 0 0,1 1-1 0 0,-1 0 1 0 0,1 0 0 0 0,0 0-1 0 0,0 0 1 0 0,0 0 0 0 0,0 1 0 0 0,-1 4-1 0 0,0 0 0 0 0,1-1 0 0 0,0 1 0 0 0,1 0 0 0 0,0-1-1 0 0,0 1 1 0 0,1 0 0 0 0,0 0 0 0 0,1 13 0 0 0,0-11-3 0 0,1 0 1 0 0,0 0 0 0 0,1 0 0 0 0,0 0 0 0 0,0 0-1 0 0,1-1 1 0 0,1 1 0 0 0,0-1 0 0 0,0 0-1 0 0,1 0 1 0 0,0 0 0 0 0,1-1 0 0 0,0 1 0 0 0,0-1-1 0 0,11 10 1 0 0,-14-16-15 0 0,0 0 1 0 0,1-1-1 0 0,-1 1 0 0 0,1-1 1 0 0,0 0-1 0 0,0 0 0 0 0,0 0 1 0 0,0 0-1 0 0,0 0 0 0 0,1-1 1 0 0,-1 0-1 0 0,0 0 0 0 0,1 0 1 0 0,-1-1-1 0 0,0 1 0 0 0,1-1 1 0 0,4 0-1 0 0,4-2-8 0 0,0 0 0 0 0,1-1 0 0 0,-1 0 1 0 0,14-6-1 0 0,6-1 41 0 0,-31 9-4 0 0,-2 1-15 0 0,0 0 1 0 0,1 0-1 0 0,-1 0 0 0 0,0 0 1 0 0,0 0-1 0 0,1 0 0 0 0,-1 0 1 0 0,0 0-1 0 0,0 0 0 0 0,0 0 1 0 0,1 0-1 0 0,-1-1 0 0 0,0 1 1 0 0,0 0-1 0 0,0 0 0 0 0,0 0 1 0 0,1 0-1 0 0,-1 0 0 0 0,0-1 1 0 0,0 1-1 0 0,0 0 0 0 0,0 0 1 0 0,0 0-1 0 0,1-1 1 0 0,-1 1-1 0 0,0 0 0 0 0,0 0 1 0 0,0 0-1 0 0,0-1 0 0 0,0 1 1 0 0,0 0-1 0 0,0 0 0 0 0,0-1 1 0 0,0 1-1 0 0,0 0 0 0 0,0 0 1 0 0,0 0-1 0 0,0-1 0 0 0,0 1 1 0 0,0 0-1 0 0,0 0 0 0 0,0-1 1 0 0,0 1-1 0 0,0 0 0 0 0,-1 0 1 0 0,1 0-1 0 0,0-1 1 0 0,0 1-1 0 0,0 0 0 0 0,-1-1-1 0 0,0 0 0 0 0,0 1 0 0 0,0-1 0 0 0,0 1 0 0 0,0-1 0 0 0,0 1 0 0 0,0-1 0 0 0,-1 1 0 0 0,1 0 0 0 0,0-1 0 0 0,0 1-1 0 0,0 0 1 0 0,0 0 0 0 0,0 0 0 0 0,-1 0 0 0 0,1 0 0 0 0,0 0 0 0 0,0 0 0 0 0,0 0 0 0 0,0 1 0 0 0,-1-1 0 0 0,1 0 0 0 0,0 1 0 0 0,0-1 0 0 0,0 1 0 0 0,0-1 0 0 0,0 1-1 0 0,0-1 1 0 0,0 1 0 0 0,0 0 0 0 0,0 0 0 0 0,1-1 0 0 0,-1 1 0 0 0,0 0 0 0 0,0 0 0 0 0,1 0 0 0 0,-1 0 0 0 0,0 0 0 0 0,1 0 0 0 0,-1 0 0 0 0,0 2 0 0 0,0-2-82 0 0,17 29-1587 0 0,11-13-1674 0 0,-7-12-2536 0 0,-9-3 2365 0 0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33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1 305 660 0 0,'0'0'2320'0'0,"31"0"7412"0"0,-19 0-9614 0 0,-5-1-3 0 0,0 1-1 0 0,0-2 1 0 0,0 1-1 0 0,0-1 1 0 0,-1 0 0 0 0,1-1-1 0 0,0 1 1 0 0,-1-1 0 0 0,0-1-1 0 0,0 1 1 0 0,0-1 0 0 0,0 0-1 0 0,0 0 1 0 0,6-7 0 0 0,-3 1-51 0 0,-1 0 1 0 0,0-1-1 0 0,-1 1 1 0 0,0-2-1 0 0,0 1 0 0 0,-2-1 1 0 0,7-15-1 0 0,-8 14 315 0 0,1-1 0 0 0,-2 1 0 0 0,0-1-1 0 0,0 0 1 0 0,-1 0 0 0 0,-1-1 0 0 0,0 1 0 0 0,-3-22-1 0 0,2 35-337 0 0,1 1-1 0 0,-1 0 0 0 0,0 0 0 0 0,0-1 1 0 0,0 1-1 0 0,0 0 0 0 0,0 0 0 0 0,0-1 1 0 0,0 1-1 0 0,0 0 0 0 0,0 0 0 0 0,0-1 1 0 0,0 1-1 0 0,0 0 0 0 0,0 0 0 0 0,0-1 1 0 0,-1 1-1 0 0,1 0 0 0 0,0 0 0 0 0,0 0 1 0 0,0-1-1 0 0,0 1 0 0 0,0 0 0 0 0,0 0 1 0 0,-1 0-1 0 0,1-1 0 0 0,0 1 0 0 0,0 0 1 0 0,0 0-1 0 0,-1 0 0 0 0,1 0 1 0 0,0 0-1 0 0,0-1 0 0 0,0 1 0 0 0,-1 0 1 0 0,1 0-1 0 0,0 0 0 0 0,0 0 0 0 0,0 0 1 0 0,-1 0-1 0 0,1 0 0 0 0,0 0 0 0 0,-1 0 1 0 0,-8 9 333 0 0,-5 18-305 0 0,11-8 40 0 0,0 0-1 0 0,2 0 1 0 0,0 0-1 0 0,1 1 1 0 0,1-1-1 0 0,4 21 1 0 0,6 22-2150 0 0,-11-55 1454 0 0,0 4-6795 0 0,0-6 3280 0 0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33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42 340 0 0,'0'0'3392'0'0,"4"-18"-1688"0"0,11 10-967 0 0,-8 5 483 0 0,16-2-848 0 0,-13 5-260 0 0,2-2-300 0 0,0 0-300 0 0,10-2-5141 0 0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2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117 208 12965 0 0,'1'-57'2295'0'0,"-1"54"-1540"0"0,1 11-670 0 0,-1 1-71 0 0,0 138 434 0 0,-1-126-399 0 0,1-19-38 0 0,1 0 0 0 0,-1 1 0 0 0,0-1 0 0 0,0 1 0 0 0,0-1 0 0 0,0 1 0 0 0,-1-1 0 0 0,1 1 0 0 0,-1-1 0 0 0,1 1 0 0 0,-1-1 0 0 0,0 0 0 0 0,0 1 0 0 0,0-1 0 0 0,0 0 0 0 0,0 0 0 0 0,-1 0 0 0 0,1 0 0 0 0,-1 0 0 0 0,1 0 0 0 0,-1 0 0 0 0,0 0 0 0 0,-3 2 0 0 0,4-4-8 0 0,0 0 1 0 0,0 1-1 0 0,-1-1 0 0 0,1 0 1 0 0,0 0-1 0 0,0 0 0 0 0,-1 0 1 0 0,1 0-1 0 0,0-1 1 0 0,0 1-1 0 0,-1 0 0 0 0,1-1 1 0 0,0 1-1 0 0,0-1 0 0 0,0 1 1 0 0,0-1-1 0 0,-1 1 0 0 0,1-1 1 0 0,0 0-1 0 0,-1-1 1 0 0,-21-16-22 0 0,18 14 10 0 0,1-1 1 0 0,0 0-1 0 0,0 1 1 0 0,1-1 0 0 0,-1 0-1 0 0,1-1 1 0 0,0 1 0 0 0,0-1-1 0 0,1 1 1 0 0,0-1-1 0 0,0 0 1 0 0,0 0 0 0 0,0 0-1 0 0,1 0 1 0 0,0 0 0 0 0,1 0-1 0 0,-1-7 1 0 0,2 4-1 0 0,0 1 1 0 0,0-1-1 0 0,1 0 1 0 0,0 1-1 0 0,0-1 1 0 0,1 1 0 0 0,0-1-1 0 0,1 1 1 0 0,0 0-1 0 0,10-14 1 0 0,-6 9-5 0 0,1 1 1 0 0,1 1-1 0 0,0 0 1 0 0,0 0-1 0 0,1 1 1 0 0,1 0-1 0 0,-1 1 1 0 0,2 0 0 0 0,-1 1-1 0 0,1 1 1 0 0,0-1-1 0 0,1 2 1 0 0,28-10-1 0 0,-25 13 2 0 0,1 0-1 0 0,0 0 0 0 0,0 2 1 0 0,0 0-1 0 0,0 2 1 0 0,0-1-1 0 0,0 2 0 0 0,31 7 1 0 0,-40-7 2 0 0,0 0 1 0 0,0 1-1 0 0,0 0 1 0 0,-1 1 0 0 0,1 0-1 0 0,-1 0 1 0 0,0 1-1 0 0,0 0 1 0 0,-1 0-1 0 0,0 1 1 0 0,0 0 0 0 0,0 0-1 0 0,0 1 1 0 0,-1-1-1 0 0,0 2 1 0 0,-1-1-1 0 0,1 0 1 0 0,-1 1 0 0 0,4 10-1 0 0,-7-13 5 0 0,0-1 0 0 0,0 1-1 0 0,-1 0 1 0 0,0-1 0 0 0,0 1-1 0 0,0 0 1 0 0,0 0 0 0 0,-1 0-1 0 0,0 0 1 0 0,0 0 0 0 0,0 0 0 0 0,-1-1-1 0 0,1 1 1 0 0,-1 0 0 0 0,0 0-1 0 0,-1 0 1 0 0,-1 4 0 0 0,-1-1 0 0 0,1-1-1 0 0,-2 0 1 0 0,1 0 0 0 0,-1-1 0 0 0,0 1 0 0 0,0-1 0 0 0,-1 0 0 0 0,0-1 0 0 0,-10 8-1 0 0,-7 3 7 0 0,0-1 0 0 0,-1-1 0 0 0,-1-2 0 0 0,-50 19-1 0 0,45-21-15 0 0,0-1-1 0 0,-1-2 0 0 0,0-1 1 0 0,0-1-1 0 0,-53 1 0 0 0,81-6-273 0 0,-19-2-1187 0 0,12-6-2606 0 0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3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1 152 0 0,'2'0'226'0'0,"-1"-1"-1"0"0,0 1 1 0 0,1 0-1 0 0,-1 0 1 0 0,0 0-1 0 0,0 0 1 0 0,1 0-1 0 0,-1 0 1 0 0,0 1-1 0 0,1-1 1 0 0,-1 0-1 0 0,0 1 1 0 0,0-1-1 0 0,1 1 1 0 0,-1-1-1 0 0,0 1 1 0 0,0 0-1 0 0,0-1 1 0 0,0 1 0 0 0,0 0-1 0 0,0 0 1 0 0,0 0-1 0 0,0-1 1 0 0,0 1-1 0 0,0 0 1 0 0,0 1-1 0 0,-1-1 1 0 0,1 0-1 0 0,0 0 1 0 0,-1 0-1 0 0,1 0 1 0 0,-1 0-1 0 0,1 1 1 0 0,-1-1-1 0 0,1 0 1 0 0,-1 0-1 0 0,0 3 1 0 0,8 60 1986 0 0,-7-46-1412 0 0,0-13-685 0 0,-1 0 1 0 0,-1 0 0 0 0,1 0 0 0 0,-1 0-1 0 0,0-1 1 0 0,0 1 0 0 0,0 0 0 0 0,0 0-1 0 0,-3 4 1 0 0,3-7-103 0 0,-10 11-1804 0 0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3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1 102 604 0 0,'3'-13'4286'0'0,"1"6"-3058"0"0,0-1 510 0 0,-1-1 0 0 0,1-1 0 0 0,-1 1 1 0 0,-1 0-1 0 0,2-12 0 0 0,-3 19-1250 0 0,4-12 1386 0 0,-11 34-8781 0 0,-1-8 2041 0 0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4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 68 308 0 0,'13'-34'9430'0'0,"-12"33"-9257"0"0,-1 0 1 0 0,0 0 0 0 0,1 0 0 0 0,-1 0 0 0 0,0 0 0 0 0,0 0 0 0 0,1 0 0 0 0,-1 0-1 0 0,0 0 1 0 0,0 0 0 0 0,0 0 0 0 0,0 0 0 0 0,0 0 0 0 0,-1 0 0 0 0,1 0 0 0 0,0 0-1 0 0,0 0 1 0 0,-1 0 0 0 0,1 0 0 0 0,-1 0 0 0 0,1 0 0 0 0,-1 0 0 0 0,1 0 0 0 0,-1 0-1 0 0,1 0 1 0 0,-1 0 0 0 0,0 1 0 0 0,1-1 0 0 0,-1 0 0 0 0,-1-1 0 0 0,-1 2-69 0 0,1-1 0 0 0,0 0 0 0 0,-1 1 0 0 0,1 0 0 0 0,0-1 0 0 0,-1 1 0 0 0,1 0 0 0 0,0 0 0 0 0,-1 1 0 0 0,1-1 0 0 0,0 0 1 0 0,-1 1-1 0 0,-2 0 0 0 0,-9 3-30 0 0,1 1 1 0 0,-1 0-1 0 0,-21 12 1 0 0,16-5 83 0 0,0 0 1 0 0,-24 21-1 0 0,36-28-121 0 0,1 0 0 0 0,0 1-1 0 0,0 0 1 0 0,1 1 0 0 0,0-1 0 0 0,0 1 0 0 0,0 0-1 0 0,1 0 1 0 0,-6 14 0 0 0,10-20-30 0 0,-1 0 0 0 0,1 0 0 0 0,-1 0 0 0 0,1 0 0 0 0,0 0 0 0 0,-1 0 0 0 0,1 1 0 0 0,0-1 0 0 0,0 0 0 0 0,0 0 0 0 0,0 0 0 0 0,0 1 0 0 0,0-1 0 0 0,0 0 0 0 0,0 0 0 0 0,1 0 1 0 0,-1 0-1 0 0,0 1 0 0 0,1-1 0 0 0,-1 0 0 0 0,1 0 0 0 0,-1 0 0 0 0,1 0 0 0 0,0 0 0 0 0,-1 0 0 0 0,1 0 0 0 0,1 1 0 0 0,0 0 1 0 0,1-1 0 0 0,-1 0 1 0 0,0 0-1 0 0,0 0 0 0 0,1 0 0 0 0,-1-1 1 0 0,0 1-1 0 0,1 0 0 0 0,-1-1 0 0 0,1 0 1 0 0,-1 0-1 0 0,5 0 0 0 0,6 0 14 0 0,0-1 0 0 0,0-1-1 0 0,24-7 1 0 0,137-48-3 0 0,-173 57-48 0 0,3 0 20 0 0,0 0-1 0 0,0 1 1 0 0,0 0 0 0 0,-1 0-1 0 0,1 0 1 0 0,0 0-1 0 0,-1 1 1 0 0,1-1 0 0 0,0 1-1 0 0,4 3 1 0 0,-5-2-280 0 0,0-1 0 0 0,0 0 1 0 0,0 1-1 0 0,-1 0 0 0 0,1-1 0 0 0,-1 1 0 0 0,0 0 0 0 0,0 1 1 0 0,0-1-1 0 0,0 0 0 0 0,0 0 0 0 0,1 5 0 0 0,7 12-7125 0 0,-4-11 3511 0 0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5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89 228 0 0,'5'-9'923'0'0,"0"1"1"0"0,1 0-1 0 0,0 0 0 0 0,1 1 1 0 0,0 0-1 0 0,0 0 1 0 0,0 0-1 0 0,1 1 0 0 0,0 0 1 0 0,17-9-1 0 0,-24 15-271 0 0,13 23 449 0 0,-13-8-879 0 0,-2 0 0 0 0,0-1 0 0 0,0 1 0 0 0,-2 0-1 0 0,0-1 1 0 0,0 1 0 0 0,-7 14 0 0 0,-7 38 234 0 0,16-58-399 0 0,-5 22 233 0 0,-2 50 0 0 0,7-74-250 0 0,1 0 0 0 0,0 0 0 0 0,0 0 0 0 0,1 1 0 0 0,0-1 0 0 0,0 0 0 0 0,1 0 0 0 0,0 0 0 0 0,0 0 0 0 0,1 0 0 0 0,0-1 0 0 0,0 1-1 0 0,4 6 1 0 0,-4-10-25 0 0,1 0-1 0 0,-1 0 1 0 0,0-1 0 0 0,1 1-1 0 0,-1-1 1 0 0,1 0-1 0 0,0 0 1 0 0,0 0-1 0 0,-1 0 1 0 0,1-1-1 0 0,0 0 1 0 0,1 1-1 0 0,-1-2 1 0 0,0 1-1 0 0,0 0 1 0 0,0-1-1 0 0,1 0 1 0 0,-1 0-1 0 0,0 0 1 0 0,0 0 0 0 0,1-1-1 0 0,5-1 1 0 0,6-1-6 0 0,-1-1 1 0 0,1 0 0 0 0,-1-1 0 0 0,23-11 0 0 0,-20 5 2 0 0,-1 0 0 0 0,-1-1 0 0 0,0-1 0 0 0,24-23 0 0 0,-40 35-12 0 0,1 0-13 0 0,12 33-81 0 0,-10-28 88 0 0,0 0 0 0 0,0-1 0 0 0,0 1 1 0 0,0-1-1 0 0,0 0 0 0 0,1 0 0 0 0,0 0 0 0 0,-1 0 0 0 0,1 0 0 0 0,0-1 0 0 0,0 0 1 0 0,1 1-1 0 0,-1-2 0 0 0,0 1 0 0 0,1 0 0 0 0,-1-1 0 0 0,1 0 0 0 0,-1 0 0 0 0,1 0 1 0 0,-1-1-1 0 0,1 1 0 0 0,0-1 0 0 0,0 0 0 0 0,-1-1 0 0 0,1 1 0 0 0,7-3 0 0 0,-11 3 6 0 0,0 0-1 0 0,0 0 0 0 0,0 0 0 0 0,-1 0 0 0 0,1 0 1 0 0,0-1-1 0 0,0 1 0 0 0,-1 0 0 0 0,1-1 0 0 0,0 1 0 0 0,-1 0 1 0 0,1-1-1 0 0,0 1 0 0 0,-1-1 0 0 0,1 1 0 0 0,0-1 1 0 0,-1 1-1 0 0,1-1 0 0 0,-1 0 0 0 0,1 1 0 0 0,-1-1 0 0 0,1 0 1 0 0,-1 1-1 0 0,0-1 0 0 0,1 0 0 0 0,-1 0 0 0 0,0 1 1 0 0,0-1-1 0 0,1-1 0 0 0,-1 0 3 0 0,-1 1 0 0 0,1-1 0 0 0,0 0 0 0 0,-1 1 0 0 0,1-1 0 0 0,-1 1 1 0 0,1-1-1 0 0,-1 0 0 0 0,0 1 0 0 0,0-1 0 0 0,0 1 0 0 0,0 0 0 0 0,-1-2 0 0 0,-38-37-353 0 0,40 40 344 0 0,-2-1-268 0 0,-14-9-649 0 0,1 10-7817 0 0,4 4 5675 0 0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5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19 876 0 0,'-5'-3'749'0'0,"0"0"0"0"0,0 1 0 0 0,0 0 1 0 0,0 0-1 0 0,0 0 0 0 0,-1 1 0 0 0,1 0 0 0 0,-1 0 0 0 0,-6 0 0 0 0,7 0-529 0 0,0 1 1 0 0,1 0-1 0 0,-1 1 0 0 0,1-1 1 0 0,-1 1-1 0 0,0 0 0 0 0,1 0 1 0 0,0 0-1 0 0,-1 1 0 0 0,1-1 0 0 0,0 1 1 0 0,-1 0-1 0 0,1 1 0 0 0,0-1 1 0 0,1 1-1 0 0,-1-1 0 0 0,-4 5 0 0 0,7-6-193 0 0,1 0 0 0 0,-1 0 0 0 0,0-1 0 0 0,1 1-1 0 0,-1 0 1 0 0,1 0 0 0 0,-1 0 0 0 0,1 0-1 0 0,-1 0 1 0 0,1 0 0 0 0,0 0 0 0 0,-1 0-1 0 0,1 0 1 0 0,0 0 0 0 0,0 0 0 0 0,0 0-1 0 0,0 0 1 0 0,0 0 0 0 0,0 0 0 0 0,0 0-1 0 0,0 0 1 0 0,0 0 0 0 0,1 0 0 0 0,-1 0-1 0 0,0 0 1 0 0,1 0 0 0 0,-1 0 0 0 0,1 0 0 0 0,-1 0-1 0 0,1 0 1 0 0,-1 0 0 0 0,1 0 0 0 0,-1 0-1 0 0,1-1 1 0 0,0 1 0 0 0,0 0 0 0 0,-1 0-1 0 0,1-1 1 0 0,2 2 0 0 0,37 25 233 0 0,-32-23-186 0 0,0 1-62 0 0,0 1 1 0 0,-1 1 0 0 0,0-1 0 0 0,1 1 0 0 0,-2 0-1 0 0,1 1 1 0 0,-1-1 0 0 0,0 1 0 0 0,-1 0 0 0 0,0 1-1 0 0,0 0 1 0 0,-1-1 0 0 0,0 1 0 0 0,-1 1 0 0 0,0-1-1 0 0,0 0 1 0 0,-1 1 0 0 0,0 0 0 0 0,0-1 0 0 0,-1 17-1 0 0,0-8-8 0 0,-1 1-1 0 0,-1-1 1 0 0,-1 1-1 0 0,0-1 1 0 0,-2 0-1 0 0,0 0 1 0 0,-1 0-1 0 0,-1-1 1 0 0,0 1-1 0 0,-10 17 1 0 0,14-30 1 0 0,0 0 1 0 0,-1-1-1 0 0,1 1 1 0 0,-1-1-1 0 0,0 1 1 0 0,0-1-1 0 0,-1 0 1 0 0,1 0-1 0 0,-1-1 1 0 0,0 1-1 0 0,0-1 1 0 0,0 0-1 0 0,0 0 1 0 0,0 0-1 0 0,-1 0 1 0 0,1-1-1 0 0,-1 0 1 0 0,0 0-1 0 0,0 0 1 0 0,0 0-1 0 0,0-1 1 0 0,0 0-1 0 0,0 0 1 0 0,0 0-1 0 0,-7-1 1 0 0,10 0-2 0 0,1 0 0 0 0,-1-1 1 0 0,1 0-1 0 0,-1 1 1 0 0,0-1-1 0 0,1 0 0 0 0,-1 0 1 0 0,1 0-1 0 0,-1 0 1 0 0,1 0-1 0 0,0 0 1 0 0,0 0-1 0 0,-1-1 0 0 0,1 1 1 0 0,0 0-1 0 0,0-1 1 0 0,0 1-1 0 0,0-1 0 0 0,0 1 1 0 0,1-1-1 0 0,-1 1 1 0 0,0-1-1 0 0,1 0 0 0 0,-1 1 1 0 0,1-1-1 0 0,-1-3 1 0 0,-4-43 79 0 0,6 38-97 0 0,0 0 0 0 0,1 0 0 0 0,0 0 0 0 0,1 0 0 0 0,0 0 0 0 0,0 0 0 0 0,1 1 0 0 0,0-1 0 0 0,1 1 0 0 0,0 0 0 0 0,0 1 0 0 0,9-10 0 0 0,-3 3-614 0 0,1 0-1 0 0,1 2 0 0 0,0-1 1 0 0,1 2-1 0 0,27-20 1 0 0,2 5-5111 0 0,-31 18 3084 0 0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6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15 196 0 0,'0'0'1197'0'0,"1"-14"10241"0"0,-1 16-11425 0 0,-6 19 353 0 0,2-1 0 0 0,0 1 0 0 0,1 1 0 0 0,1-1 0 0 0,2 36 0 0 0,0-55-350 0 0,0-1 1 0 0,0 0-1 0 0,0 1 1 0 0,1-1-1 0 0,-1 0 0 0 0,0 1 1 0 0,1-1-1 0 0,-1 0 0 0 0,1 0 1 0 0,0 1-1 0 0,-1-1 1 0 0,1 0-1 0 0,0 0 0 0 0,0 0 1 0 0,0 0-1 0 0,0 0 1 0 0,-1 0-1 0 0,1 0 0 0 0,1 0 1 0 0,-1 0-1 0 0,0-1 0 0 0,0 1 1 0 0,0 0-1 0 0,2 0 1 0 0,0 0-3 0 0,0-1 0 0 0,0 1 1 0 0,0-1-1 0 0,-1 0 1 0 0,1 0-1 0 0,0 0 1 0 0,0 0-1 0 0,0 0 1 0 0,0-1-1 0 0,-1 1 1 0 0,5-2-1 0 0,10-4 9 0 0,-1-1 0 0 0,1 0 0 0 0,17-12 0 0 0,-19 10 33 0 0,72-48 83 0 0,-86 56-100 0 0,11 2 159 0 0,-10 4-149 0 0,-2-3-47 0 0,0 0 0 0 0,0 0 0 0 0,0 0 0 0 0,0 0 0 0 0,1 0 1 0 0,-1-1-1 0 0,1 1 0 0 0,0 0 0 0 0,-1 0 0 0 0,1-1 0 0 0,0 1 0 0 0,0 0 1 0 0,0-1-1 0 0,0 1 0 0 0,0-1 0 0 0,0 1 0 0 0,1-1 0 0 0,-1 0 1 0 0,0 1-1 0 0,3 1 0 0 0,1 0 0 0 0,0 1-1 0 0,0-1 1 0 0,0 0 0 0 0,1 0 0 0 0,-1-1 0 0 0,1 0-1 0 0,-1 0 1 0 0,1 0 0 0 0,0-1 0 0 0,0 1 0 0 0,-1-1-1 0 0,1-1 1 0 0,0 1 0 0 0,0-1 0 0 0,0 0 0 0 0,12-2-1 0 0,-4 1 5 0 0,0-1-1 0 0,0-1 0 0 0,0 0 0 0 0,0-1 0 0 0,25-11 0 0 0,-35 12 68 0 0,0 1 1 0 0,-1-1-1 0 0,1 1 0 0 0,-1-1 0 0 0,0 0 0 0 0,1 0 1 0 0,-1-1-1 0 0,-1 1 0 0 0,1-1 0 0 0,-1 1 0 0 0,1-1 1 0 0,1-5-1 0 0,3 1 1433 0 0,-4 27-1557 0 0,-2-17-160 0 0,-1 0 0 0 0,1 0 0 0 0,-1 0 0 0 0,1-1 0 0 0,0 1 0 0 0,-1 0 0 0 0,1-1-1 0 0,0 1 1 0 0,0 0 0 0 0,0-1 0 0 0,1 1 0 0 0,-1-1 0 0 0,0 0 0 0 0,0 1 0 0 0,1-1 0 0 0,-1 0 0 0 0,1 0 0 0 0,2 2 0 0 0,9 5-4158 0 0,-10-6 1663 0 0,10 5-1582 0 0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6:57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25 260 0 0,'0'0'1336'0'0,"14"-4"128"0"0,-4 2 1741 0 0,2-3-313 0 0,1 0-540 0 0,-6 2-488 0 0,1-2-648 0 0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7:45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6 154 392,'0'-4'763,"-3"-11"233,2 0-1,-1 0 1,2-1 0,0 1 0,1 0-1,1 0 1,4-17 0,-6 31-718,1-7 13,1 6-107,-2 7 955,4 205-633,-5-123-317,20 169 0,-18-250-182,-1 0 0,2-1 0,-1 1 0,1-1 0,0 1 1,0-1-1,0 1 0,1-1 0,-1 0 0,1 0 0,1-1 0,-1 1 0,1-1 0,0 1 0,0-1 0,0 0 0,0 0 0,1-1 0,-1 1 1,1-1-1,8 4 0,-5-4 0,1-1 1,0 1 0,0-1-1,0-1 1,0 0 0,0 0-1,0-1 1,0 0 0,0 0-1,0-1 1,0-1-1,0 1 1,9-4 0,2 0 39,0-1 0,0 0 0,-1-2 0,0-1 1,0 0-1,28-19 0,-41 24-30,1-1 1,-1 0-1,0 0 1,-1-1-1,1 1 0,-1-1 1,0 0-1,0-1 0,-1 1 1,0-1-1,0 0 1,0 0-1,-1 0 0,0-1 1,-1 1-1,0-1 1,0 1-1,0-1 0,-1 0 1,1-10-1,-4 14-21,1 3 2,-1-1 0,1 1 1,-1 0-1,0 0 1,0 0-1,0 0 0,1 0 1,-1 0-1,0 1 1,0-1-1,0 1 1,0-1-1,0 1 0,0 0 1,0 0-1,0 0 1,0 0-1,0 0 1,0 0-1,0 0 0,0 1 1,0-1-1,0 1 1,0 0-1,0-1 1,0 1-1,0 0 0,-3 2 1,2-2-1,0 1-1,0-1 0,0 1 0,0 0 1,0 0-1,0 0 0,1 0 0,-1 1 1,0-1-1,1 1 0,0-1 0,0 1 1,0 0-1,0 0 0,0 0 0,-2 5 1,3-5 2,0-1 0,0 0 0,1 1 0,-1-1 0,1 1 0,0-1 0,0 0 0,0 1 0,0-1 0,0 1 0,0-1 0,1 1 0,-1-1 0,1 0 0,-1 1 0,1-1 0,0 0 0,0 1 0,0-1 0,0 0 0,1 0 0,-1 0 0,0 0 0,1 0 0,0 0 0,-1 0 0,1-1 0,0 1 0,0 0 0,4 1 0,1 2 3,1-1-1,0 0 1,0 0-1,0-1 1,16 4 0,-18-5-205,53 12-1017,-16-10-4919,-30-4 3202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7:46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8 584,'0'-1'156,"1"1"-1,-1-1 1,0 1-1,1-1 1,-1 1-1,1 0 1,-1-1-1,1 1 1,-1-1 0,1 1-1,-1 0 1,1-1-1,-1 1 1,1 0-1,-1 0 1,1-1-1,0 1 1,-1 0 0,1 0-1,-1 0 1,1 0-1,1 0 1,3 3-11,-1 0 0,1 0 0,-1 1 0,1 0 0,-1 0 0,0 0 1,0 0-1,-1 1 0,1-1 0,-1 1 0,0 0 0,0 0 0,-1 0 0,1 0 1,-1 1-1,0-1 0,-1 1 0,1-1 0,-1 1 0,0 0 0,-1-1 0,1 1 1,-2 10-1,4-4 339,2-12 281,13-21 351,-9 9-1332,-7 8 231,0 1 0,0 0 0,1 0 0,-1 0 0,1 1 0,0-1 0,0 1 0,0-1 0,0 1 0,0 0 0,1 0 0,-1 0-1,0 1 1,1-1 0,-1 1 0,7-2 0,-5 3-11,0 0 0,1 1 0,-1 0 0,0 0 0,0 0-1,0 1 1,0-1 0,0 1 0,0 0 0,-1 1 0,1-1 0,-1 1-1,1 0 1,-1 0 0,0 0 0,0 1 0,0 0 0,-1-1 0,6 8-1,26 20 66,-34-31-57,-1 1-8,0-1-1,0 1 1,0-1 0,1 0 0,-1 1 0,0-1 0,0 0 0,1 1 0,-1-1 0,0 0-1,0 0 1,1 1 0,-1-1 0,0 0 0,1 0 0,-1 1 0,0-1 0,1 0 0,-1 0 0,1 0-1,-1 0 1,0 0 0,1 1 0,-1-1 0,1 0 0,-1 0 0,0 0 0,1 0 0,-1 0 0,1 0-1,-1 0 1,1-1 0,9-4 16,-1 0-1,0-1 0,0 0 1,13-13-1,-14 12-8,0 1 0,0-1-1,0 1 1,1 1-1,0-1 1,17-6 0,-25 12-15,1 0 4,0 1 1,0 0-1,0 0 0,0 0 1,0 0-1,0 0 1,0 1-1,-1-1 1,1 1-1,0-1 1,-1 1-1,1-1 1,-1 1-1,0 0 0,2 2 1,-1 11-551,0 1 0,-1 28-1,-1-44 514,0 2-877,2 7-3010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7:46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0 396,'0'0'1393,"52"25"2212,27 36-644,-78-60-2661,1 1-191,-2-2-94,0 0-1,0 0 1,0 0-1,0 1 0,0-1 1,0 0-1,0 0 1,0 0-1,0 0 0,0 1 1,0-1-1,1 0 0,-1 0 1,0 0-1,0 0 1,0 0-1,0 1 0,0-1 1,0 0-1,1 0 1,-1 0-1,0 0 0,0 0 1,0 0-1,0 0 0,0 0 1,1 0-1,-1 1 1,0-1-1,0 0 0,0 0 1,1 0-1,-1 0 0,0 0 1,0 0-1,0 0 1,0 0-1,1 0 0,-1 0 1,0 0-1,0-1 1,0 1-1,0 0 0,1 0 1,-1 0-1,0 0 0,0 0 1,11-12 77,-8 7-82,0 1 0,0 0 0,0 1 0,1-1 0,0 1 0,-1-1 0,1 1 0,1 0 0,-1 0-1,0 1 1,1-1 0,-1 1 0,1 0 0,-1 0 0,1 1 0,0-1 0,0 1 0,0 0 0,0 0 0,0 1 0,9 0 0,-9 0-11,0 1 0,0 0 0,0 0 1,0 0-1,-1 1 0,1-1 1,0 1-1,-1 0 0,1 1 0,-1-1 1,1 1-1,-1 0 0,0 0 0,0 0 1,4 5-1,-5-5 85,0 0-1,0 0 1,1-1-1,-1 1 1,1-1-1,-1 0 1,8 3-1,-9-4 77,32-11 370,54-31 228,-86 41-737,10 9-1547,-5-3-4100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4:57:47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1 644,'0'0'5196,"-4"3"-4811,-37 28 794,30-24-729,0 0-1,1 1 1,0 0-1,1 1 0,-15 17 1,23-24-65,4 2-260,-2-3-118,-1 0 0,0-1 1,1 1-1,-1-1 0,0 1 1,1 0-1,-1-1 0,1 1 1,-1-1-1,1 1 0,-1-1 1,1 1-1,0-1 0,-1 1 1,1-1-1,-1 1 0,1-1 1,0 0-1,-1 1 0,1-1 0,0 0 1,0 0-1,-1 0 0,1 0 1,0 1-1,0-1 0,-1 0 1,1 0-1,0 0 0,0 0 1,0-1-1,2 1-100,34-3 295,1 1 0,48 4-1,-18 11-6675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49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87 110 40 0 0,'0'0'1104'0'0,"-44"-5"3519"0"0,43 5-4617 0 0,-4 0 282 0 0,0 1 0 0 0,0 0 1 0 0,0 0-1 0 0,0 1 0 0 0,0-1 0 0 0,-6 4 1 0 0,10-5 459 0 0,6 1-553 0 0,32 0 84 0 0,0-2 0 0 0,62-8 0 0 0,-13 0-58 0 0,444-31 749 0 0,-365 23-627 0 0,-122 5 131 0 0,-82 3-390 0 0,-72-8 0 0 0,83 14-59 0 0,26 3-29 0 0,1 0 4 0 0,1 0 3 0 0,0 0 1 0 0,-1 0-1 0 0,1 0 1 0 0,-1 1 0 0 0,1-1-1 0 0,0 0 1 0 0,-1 0-1 0 0,1 0 1 0 0,0 1-1 0 0,0-1 1 0 0,-1 0-1 0 0,1 0 1 0 0,0 1-1 0 0,-1-1 1 0 0,1 0-1 0 0,0 1 1 0 0,0-1-1 0 0,0 0 1 0 0,-1 1-1 0 0,1-1 1 0 0,0 1-1 0 0,0-1 1 0 0,0 0-1 0 0,0 1 1 0 0,0-1-1 0 0,0 0 1 0 0,0 1-1 0 0,-1-1 1 0 0,1 1-1 0 0,0-1 1 0 0,0 0 0 0 0,1 1-1 0 0,-1-1 1 0 0,0 1-1 0 0,0-1 1 0 0,0 0-1 0 0,0 1 1 0 0,0 0-1 0 0,8 17 95 0 0,-4-12-159 0 0,20 36 142 0 0,-23-40-325 0 0,0-1 0 0 0,-1 1 0 0 0,1-1 0 0 0,-1 1 0 0 0,0 0 0 0 0,1-1 1 0 0,-1 1-1 0 0,0 0 0 0 0,0-1 0 0 0,0 1 0 0 0,0 0 0 0 0,-1-1 0 0 0,1 1 0 0 0,0 0 0 0 0,-1-1 0 0 0,1 1 0 0 0,-1-1 0 0 0,1 1 0 0 0,-1-1 0 0 0,0 1 0 0 0,1-1 0 0 0,-1 1 0 0 0,0-1 0 0 0,0 0 0 0 0,0 1 0 0 0,-3 1 0 0 0,-4 3-2816 0 0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50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68 628 0 0,'-8'-3'5834'0'0,"6"25"-5451"0"0,1 1 1 0 0,1 0 0 0 0,1-1-1 0 0,1 1 1 0 0,1-1-1 0 0,1 1 1 0 0,9 30-1 0 0,-15-20 1445 0 0,-6-56-1706 0 0,0 0 0 0 0,1-1 0 0 0,1 1 0 0 0,2-1 0 0 0,0-1 0 0 0,1 1 0 0 0,2-49 0 0 0,1 68-100 0 0,0 0 0 0 0,0 0 0 0 0,0 0 0 0 0,0 0-1 0 0,1 0 1 0 0,0 0 0 0 0,0 0 0 0 0,3-9 0 0 0,-4 13-20 0 0,1 0-1 0 0,-1 0 0 0 0,0 0 1 0 0,1 1-1 0 0,-1-1 1 0 0,1 0-1 0 0,-1 0 1 0 0,1 0-1 0 0,-1 1 0 0 0,1-1 1 0 0,0 0-1 0 0,-1 1 1 0 0,1-1-1 0 0,0 1 1 0 0,0-1-1 0 0,-1 1 0 0 0,1-1 1 0 0,0 1-1 0 0,0-1 1 0 0,0 1-1 0 0,0 0 1 0 0,-1-1-1 0 0,1 1 0 0 0,0 0 1 0 0,0 0-1 0 0,0 0 1 0 0,0 0-1 0 0,0-1 1 0 0,0 1-1 0 0,0 1 0 0 0,0-1 1 0 0,0 0-1 0 0,0 0 1 0 0,0 0-1 0 0,-1 0 1 0 0,1 1-1 0 0,0-1 0 0 0,0 0 1 0 0,0 1-1 0 0,0-1 1 0 0,0 1-1 0 0,0 0 1 0 0,1 0-5 0 0,24 8 25 0 0,0 2-1 0 0,0 0 1 0 0,-2 2 0 0 0,36 23-1 0 0,-32-18-809 0 0,0-1-1 0 0,49 20 1 0 0,-12-15-5151 0 0,-50-22 3465 0 0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51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27 548 0 0,'0'-1'101'0'0,"0"1"0"0"0,0 0 0 0 0,-1 0 1 0 0,1-1-1 0 0,0 1 0 0 0,0 0 0 0 0,0 0 0 0 0,0-1 0 0 0,0 1 0 0 0,-1 0 0 0 0,1 0 1 0 0,0 0-1 0 0,0-1 0 0 0,0 1 0 0 0,-1 0 0 0 0,1 0 0 0 0,0 0 0 0 0,0 0 0 0 0,0-1 1 0 0,-1 1-1 0 0,1 0 0 0 0,0 0 0 0 0,-1 0 0 0 0,1 0 0 0 0,0 0 0 0 0,0 0 0 0 0,-1 0 1 0 0,1 0-1 0 0,0 0 0 0 0,0 0 0 0 0,-1 0 0 0 0,1 0 0 0 0,0 0 0 0 0,0 0 0 0 0,-1 0 1 0 0,1 0-1 0 0,0 0 0 0 0,0 0 0 0 0,-1 0 0 0 0,1 0 0 0 0,0 1 0 0 0,-1-1 1 0 0,-26 5 1240 0 0,-25 11-124 0 0,36-9-931 0 0,0 0-1 0 0,1 0 1 0 0,0 2 0 0 0,0 0 0 0 0,1 1 0 0 0,0 0 0 0 0,-13 13 0 0 0,26-22-437 0 0,86-27-3557 0 0,-48 7 3102 0 0,-1-2-1 0 0,43-31 1 0 0,-79 51 659 0 0,1 0 0 0 0,0 1 0 0 0,0-1 0 0 0,0 0 0 0 0,0 0 0 0 0,0 1 0 0 0,0-1 0 0 0,0 1 0 0 0,0-1 0 0 0,0 1 1 0 0,0 0-1 0 0,0-1 0 0 0,0 1 0 0 0,0 0 0 0 0,0 0 0 0 0,0-1 0 0 0,1 1 0 0 0,-1 0 0 0 0,0 0 0 0 0,0 0 0 0 0,0 0 0 0 0,0 1 0 0 0,2-1 0 0 0,-2 1-3 0 0,-1 0 0 0 0,1-1 0 0 0,0 1 0 0 0,0 0 0 0 0,-1 0 0 0 0,1 0 0 0 0,0 0 0 0 0,-1 0 0 0 0,1 0 0 0 0,-1 0 0 0 0,1 0 0 0 0,-1 0 0 0 0,1 0 0 0 0,-1 0 0 0 0,0 0 1 0 0,0 1-1 0 0,1-1 0 0 0,-1 0 0 0 0,0 1 0 0 0,0 13 288 0 0,0 0 1 0 0,-1 0 0 0 0,-3 15-1 0 0,1-2 83 0 0,2 23-1 0 0,0-19-832 0 0,2 1 0 0 0,6 48 0 0 0,-2-71-3230 0 0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51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7 100 0 0,'0'0'5675'0'0,"-2"7"-5275"0"0,1-2-297 0 0,0 1 0 0 0,0-1 1 0 0,0 1-1 0 0,1 0 0 0 0,0 0 0 0 0,0-1 0 0 0,0 1 0 0 0,0 0 0 0 0,1 0 0 0 0,0-1 0 0 0,1 1 1 0 0,-1 0-1 0 0,1-1 0 0 0,0 0 0 0 0,0 1 0 0 0,6 9 0 0 0,0-4 24 0 0,0-1-1 0 0,1 1 1 0 0,0-1-1 0 0,1-1 1 0 0,0 0-1 0 0,0 0 1 0 0,12 7-1 0 0,-18-14-75 0 0,-1 1 0 0 0,1-1 0 0 0,0 0 0 0 0,-1 0 0 0 0,1 0 0 0 0,0 0 0 0 0,0 0 0 0 0,0-1 0 0 0,0 0 1 0 0,1 0-1 0 0,-1 0 0 0 0,0-1 0 0 0,0 1 0 0 0,1-1 0 0 0,-1 0 0 0 0,0 0 0 0 0,1 0 0 0 0,-1-1 0 0 0,0 0 0 0 0,0 1 0 0 0,1-1 0 0 0,-1-1 0 0 0,0 1 0 0 0,0-1 0 0 0,7-3 0 0 0,-9 3-3 0 0,-1 1 0 0 0,1 0 0 0 0,-1 0 0 0 0,1-1 0 0 0,-1 1 0 0 0,1-1-1 0 0,-1 1 1 0 0,0-1 0 0 0,0 0 0 0 0,0 0 0 0 0,0 1 0 0 0,0-1 0 0 0,0 0 0 0 0,-1 0 0 0 0,1 0 0 0 0,0 0 0 0 0,-1 0 0 0 0,0 0 0 0 0,1 0 0 0 0,-1 0 0 0 0,0-3-1 0 0,0 1 21 0 0,-1-1-1 0 0,0 1 0 0 0,0-1 0 0 0,0 1 0 0 0,0-1 0 0 0,-1 1 0 0 0,0 0 0 0 0,0-1 0 0 0,-2-3 0 0 0,-3-3 83 0 0,0 0 0 0 0,-1 0 1 0 0,0 1-1 0 0,-1 0 0 0 0,-18-15 0 0 0,20 18-54 0 0,-1 1 0 0 0,0 0-1 0 0,0 1 1 0 0,-1 0 0 0 0,0 0 0 0 0,-16-6-1 0 0,23 10-135 0 0,-4 3-487 0 0,6-2 490 0 0,0 0-1 0 0,-1 0 1 0 0,1 0 0 0 0,0 0 0 0 0,-1 0 0 0 0,1 0 0 0 0,0 0-1 0 0,-1 0 1 0 0,1 0 0 0 0,0 0 0 0 0,0 0 0 0 0,-1 0 0 0 0,1 0-1 0 0,0 1 1 0 0,-1-1 0 0 0,1 0 0 0 0,0 0 0 0 0,-1 0 0 0 0,1 0-1 0 0,0 1 1 0 0,0-1 0 0 0,-1 0 0 0 0,1 0 0 0 0,0 0 0 0 0,0 1 0 0 0,0-1-1 0 0,-1 0 1 0 0,1 0 0 0 0,0 1 0 0 0,0-1 0 0 0,0 0 0 0 0,0 1-1 0 0,0-1 1 0 0,-1 1 0 0 0,2 2-467 0 0,-1-1-1 0 0,1 1 1 0 0,0 0-1 0 0,0-1 0 0 0,0 1 1 0 0,0 0-1 0 0,1-1 1 0 0,-1 1-1 0 0,1-1 1 0 0,-1 0-1 0 0,1 0 1 0 0,0 1-1 0 0,2 1 1 0 0,3 1-2104 0 0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52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47 168 0 0,'0'0'5138'0'0,"33"49"-3055"0"0,-27-40-1941 0 0,1 0-1 0 0,0 0 0 0 0,1-1 0 0 0,0 0 1 0 0,0 0-1 0 0,0-1 0 0 0,1 0 1 0 0,0-1-1 0 0,1 0 0 0 0,0 0 0 0 0,0-1 1 0 0,0 0-1 0 0,0-1 0 0 0,17 5 0 0 0,-21-7-121 0 0,-1-1-1 0 0,1 0 0 0 0,-1 0 0 0 0,1-1 0 0 0,0 0 0 0 0,0 0 1 0 0,-1 0-1 0 0,1-1 0 0 0,-1 0 0 0 0,1 0 0 0 0,0 0 0 0 0,-1-1 0 0 0,1 1 1 0 0,-1-1-1 0 0,0-1 0 0 0,0 1 0 0 0,0-1 0 0 0,0 0 0 0 0,0 0 1 0 0,-1 0-1 0 0,1-1 0 0 0,-1 1 0 0 0,0-1 0 0 0,0 0 0 0 0,0-1 0 0 0,0 1 1 0 0,-1-1-1 0 0,0 1 0 0 0,0-1 0 0 0,3-6 0 0 0,22-60 721 0 0,-27 69-534 0 0,-1-4-110 0 0,0 3-38 0 0,0 5 381 0 0,0 7-425 0 0,-1-1 0 0 0,2 0-1 0 0,-1 0 1 0 0,1 1 0 0 0,2 9 0 0 0,-2-14-5 0 0,0-1 1 0 0,0 0 0 0 0,0 0-1 0 0,1 0 1 0 0,-1 0 0 0 0,1 0-1 0 0,-1 0 1 0 0,1 0 0 0 0,0 0-1 0 0,0-1 1 0 0,0 1 0 0 0,1-1-1 0 0,-1 1 1 0 0,1-1 0 0 0,-1 0-1 0 0,1 0 1 0 0,0 0-1 0 0,4 2 1 0 0,-2-3-2 0 0,0-1 0 0 0,1 0 0 0 0,-1 0 0 0 0,0 0 0 0 0,0-1 0 0 0,0 1 0 0 0,0-1-1 0 0,0-1 1 0 0,0 1 0 0 0,0-1 0 0 0,5-2 0 0 0,-8 3-5 0 0,26-10 21 0 0,42-25-1 0 0,-40 20-11 0 0,42-17-1 0 0,-63 29-19 0 0,0 1 0 0 0,0 1 0 0 0,0 0 0 0 0,0 0 0 0 0,0 1 0 0 0,0 0 0 0 0,0 0 0 0 0,0 1 0 0 0,16 2-1 0 0,-24-2 9 0 0,-1 0-1 0 0,1 0 1 0 0,0 0-1 0 0,-1 0 1 0 0,1 1-1 0 0,0-1 1 0 0,-1 0-1 0 0,1 0 1 0 0,0 1 0 0 0,-1-1-1 0 0,1 0 1 0 0,-1 1-1 0 0,1-1 1 0 0,-1 1-1 0 0,1-1 1 0 0,-1 1-1 0 0,1-1 1 0 0,-1 1-1 0 0,1-1 1 0 0,-1 1-1 0 0,0-1 1 0 0,1 1-1 0 0,-1 0 1 0 0,0-1-1 0 0,0 1 1 0 0,1 0-1 0 0,-1-1 1 0 0,0 1-1 0 0,0 0 1 0 0,-3 25-1 0 0,-17 16 35 0 0,-39 22-26 0 0,59-63 7 0 0,3 1-9 0 0,6-1-14 0 0,-1 1-1 0 0,1-1 1 0 0,0-1 0 0 0,0 0 0 0 0,0 0-1 0 0,0-1 1 0 0,0 0 0 0 0,0 0 0 0 0,0-1-1 0 0,10-3 1 0 0,93-32-321 0 0,-92 29 253 0 0,0-1-1 0 0,32-21 0 0 0,-46 27 61 0 0,1-1-1 0 0,-1-1 1 0 0,-1 1 0 0 0,1-1-1 0 0,-1 0 1 0 0,0 0-1 0 0,0-1 1 0 0,0 0 0 0 0,-1 0-1 0 0,0 0 1 0 0,6-11 0 0 0,-9 16 24 0 0,-1 1 1 0 0,1-1-1 0 0,-1 0 0 0 0,1 1 1 0 0,-1-1-1 0 0,0 0 1 0 0,1 0-1 0 0,-1 1 1 0 0,0-1-1 0 0,0 0 1 0 0,0 0-1 0 0,1 1 0 0 0,-1-1 1 0 0,0 0-1 0 0,0 0 1 0 0,0 1-1 0 0,0-1 1 0 0,0 0-1 0 0,0 0 0 0 0,-1 1 1 0 0,1-1-1 0 0,0 0 1 0 0,0 0-1 0 0,0 1 1 0 0,-1-1-1 0 0,1 0 1 0 0,0 0-1 0 0,-1 1 0 0 0,1-1 1 0 0,-1 0-1 0 0,1 1 1 0 0,-1-1-1 0 0,1 1 1 0 0,-1-1-1 0 0,1 1 0 0 0,-1-1 1 0 0,1 1-1 0 0,-1-1 1 0 0,0 1-1 0 0,1-1 1 0 0,-1 1-1 0 0,0 0 1 0 0,0-1-1 0 0,1 1 0 0 0,-1 0 1 0 0,0 0-1 0 0,0-1 1 0 0,1 1-1 0 0,-1 0 1 0 0,0 0-1 0 0,0 0 0 0 0,-1 0 1 0 0,-1 0 28 0 0,1 1 0 0 0,-1-1 1 0 0,0 0-1 0 0,0 1 0 0 0,1 0 0 0 0,-1-1 1 0 0,0 1-1 0 0,1 0 0 0 0,-1 1 0 0 0,1-1 1 0 0,-1 0-1 0 0,-4 4 0 0 0,6-3-19 0 0,-1-1 0 0 0,1 1 0 0 0,0-1 0 0 0,0 1 0 0 0,0 0 0 0 0,0 0 0 0 0,0 0 0 0 0,0 0 0 0 0,1 0 0 0 0,-1 0 0 0 0,0 0 0 0 0,1 0 0 0 0,0 0 0 0 0,-1 0 0 0 0,1 0 0 0 0,0 0 0 0 0,0 0 0 0 0,0 0 0 0 0,1 0 0 0 0,-1 0 0 0 0,0 0 0 0 0,1 0 0 0 0,-1 0 0 0 0,1 0 0 0 0,0 0 0 0 0,-1 0 0 0 0,1 0 0 0 0,2 3 0 0 0,3 5-336 0 0,0 1 0 0 0,1-1-1 0 0,12 15 1 0 0,-15-20-69 0 0,20 21-5029 0 0,-10-14 2283 0 0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52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97 8665 0 0,'-8'-22'105'0'0,"-1"1"1"0"0,-17-27-1 0 0,26 47-83 0 0,0 1 0 0 0,-1 0 0 0 0,1-1-1 0 0,0 1 1 0 0,-1-1 0 0 0,1 1 0 0 0,-1 0-1 0 0,1-1 1 0 0,-1 1 0 0 0,1 0 0 0 0,-1-1-1 0 0,1 1 1 0 0,-1 0 0 0 0,1 0-1 0 0,-1 0 1 0 0,1-1 0 0 0,-1 1 0 0 0,1 0-1 0 0,-1 0 1 0 0,1 0 0 0 0,-1 0 0 0 0,1 0-1 0 0,-1 0 1 0 0,1 0 0 0 0,-1 0-1 0 0,0 0 1 0 0,1 0 0 0 0,-1 1 0 0 0,1-1-1 0 0,-1 0 1 0 0,1 0 0 0 0,-1 0 0 0 0,1 1-1 0 0,-1-1 1 0 0,1 0 0 0 0,-1 0-1 0 0,1 1 1 0 0,0-1 0 0 0,-1 0 0 0 0,1 1-1 0 0,-1-1 1 0 0,1 1 0 0 0,0-1 0 0 0,-1 0-1 0 0,1 1 1 0 0,-1 0 0 0 0,-13 21 293 0 0,10-4-169 0 0,2 0 1 0 0,0 0-1 0 0,1 0 1 0 0,1 0-1 0 0,1 1 1 0 0,0-1-1 0 0,1 0 1 0 0,1 0-1 0 0,1-1 1 0 0,1 1-1 0 0,0-1 1 0 0,8 17 0 0 0,-3-11-139 0 0,1-1 0 0 0,1 0 1 0 0,1-1-1 0 0,0 0 0 0 0,2-1 1 0 0,1-1-1 0 0,0 0 0 0 0,23 19 1 0 0,-34-33-366 0 0,0-1 0 0 0,1-1 0 0 0,-1 1 1 0 0,1-1-1 0 0,0 0 0 0 0,11 4 0 0 0,4-3-4684 0 0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53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88 360 0 0,'1'1'6019'0'0,"8"17"-5695"0"0,-2 6 314 0 0,-2 1-1 0 0,0-1 1 0 0,1 30 0 0 0,-5-34-226 0 0,-1 1 0 0 0,0-1 1 0 0,-2 0-1 0 0,-3 21 1 0 0,5-40-136 0 0,-2 1 105 0 0,2-2-367 0 0,0 0 1 0 0,0 0 0 0 0,0 0-1 0 0,0 1 1 0 0,0-1 0 0 0,0 0-1 0 0,0 0 1 0 0,0 0 0 0 0,0 0-1 0 0,0 0 1 0 0,-1 0 0 0 0,1 1-1 0 0,0-1 1 0 0,0 0-1 0 0,0 0 1 0 0,0 0 0 0 0,0 0-1 0 0,0 0 1 0 0,0 0 0 0 0,0 0-1 0 0,-1 1 1 0 0,1-1 0 0 0,0 0-1 0 0,0 0 1 0 0,0 0 0 0 0,0 0-1 0 0,0 0 1 0 0,-1 0 0 0 0,1 0-1 0 0,0 0 1 0 0,0 0 0 0 0,0 0-1 0 0,0 0 1 0 0,0 0 0 0 0,-1 0-1 0 0,1 0 1 0 0,0 0 0 0 0,0 0-1 0 0,0 0 1 0 0,0 0 0 0 0,-1 0-1 0 0,1 0 1 0 0,0 0 0 0 0,0 0-1 0 0,0 0 1 0 0,0-1 0 0 0,0 1-1 0 0,0 0 1 0 0,-1 0 0 0 0,1 0-1 0 0,0 0 1 0 0,0 0 0 0 0,0 0-1 0 0,0 0 1 0 0,0 0 0 0 0,0-1-1 0 0,0 1 1 0 0,-1 0 0 0 0,-5-15 53 0 0,0 0 1 0 0,0-1 0 0 0,2 0 0 0 0,0 1 0 0 0,0-2 0 0 0,2 1 0 0 0,0 0 0 0 0,1 0 0 0 0,0-1 0 0 0,1 1 0 0 0,1-1 0 0 0,1 1 0 0 0,1 0 0 0 0,0 0 0 0 0,8-25 0 0 0,-11 39-69 0 0,0 0-1 0 0,1 0 1 0 0,0 0 0 0 0,-1 0 0 0 0,1 0-1 0 0,0 0 1 0 0,0 0 0 0 0,0 0-1 0 0,0 1 1 0 0,0-1 0 0 0,1 0 0 0 0,-1 1-1 0 0,0-1 1 0 0,1 0 0 0 0,-1 1-1 0 0,1 0 1 0 0,0-1 0 0 0,-1 1 0 0 0,1 0-1 0 0,0 0 1 0 0,0 0 0 0 0,0 0-1 0 0,0 0 1 0 0,0 0 0 0 0,0 1 0 0 0,0-1-1 0 0,0 1 1 0 0,0-1 0 0 0,0 1-1 0 0,0 0 1 0 0,1-1 0 0 0,-1 1 0 0 0,0 1-1 0 0,0-1 1 0 0,0 0 0 0 0,0 0-1 0 0,0 1 1 0 0,0-1 0 0 0,0 1 0 0 0,0 0-1 0 0,0-1 1 0 0,0 1 0 0 0,0 0-1 0 0,0 0 1 0 0,2 2 0 0 0,7 4-1 0 0,-1 0 1 0 0,0 1-1 0 0,0 0 1 0 0,-1 1-1 0 0,0 0 1 0 0,8 11-1 0 0,57 77 24 0 0,21 25 132 0 0,-94-121-154 0 0,0-1-1 0 0,0 0 1 0 0,1 1-1 0 0,-1-1 1 0 0,0 0-1 0 0,0 0 1 0 0,0 0-1 0 0,0 0 1 0 0,0 0-1 0 0,0 0 1 0 0,0 0-1 0 0,0 0 1 0 0,0 0 0 0 0,0-1-1 0 0,0 1 1 0 0,0 0-1 0 0,0-1 1 0 0,0 1-1 0 0,0-1 1 0 0,0 1-1 0 0,0-1 1 0 0,0 1-1 0 0,-1-1 1 0 0,1 0-1 0 0,0 1 1 0 0,0-1 0 0 0,-1 0-1 0 0,2-1 1 0 0,-1 2-3 0 0,3-4 18 0 0,0 0 1 0 0,-1 0-1 0 0,1 0 1 0 0,-1-1-1 0 0,0 1 0 0 0,0-1 1 0 0,0 0-1 0 0,-1 1 1 0 0,0-1-1 0 0,0 0 1 0 0,0-1-1 0 0,0 1 0 0 0,0-6 1 0 0,10-74 210 0 0,-10 70-195 0 0,7-132 593 0 0,-8 145-618 0 0,-1-4 741 0 0,-8 33-14223 0 0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7:53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25 444 0 0,'-1'-1'131'0'0,"1"1"1"0"0,-1-1-1 0 0,1 1 0 0 0,-1-1 1 0 0,1 1-1 0 0,-1-1 0 0 0,1 1 0 0 0,0-1 1 0 0,-1 1-1 0 0,1-1 0 0 0,0 0 1 0 0,0 1-1 0 0,-1-1 0 0 0,1 1 0 0 0,0-1 1 0 0,0 0-1 0 0,0 1 0 0 0,0-1 1 0 0,0 0-1 0 0,0 1 0 0 0,0-1 0 0 0,0 0 1 0 0,0 1-1 0 0,0-1 0 0 0,0 1 1 0 0,0-1-1 0 0,1 0 0 0 0,-1 1 1 0 0,0-1-1 0 0,0 0 0 0 0,1 1 0 0 0,-1-1 1 0 0,0 1-1 0 0,1-1 0 0 0,-1 1 1 0 0,0-1-1 0 0,1 1 0 0 0,-1-1 0 0 0,1 1 1 0 0,-1-1-1 0 0,1 1 0 0 0,3-1 31 0 0,-1 1-1 0 0,0 1 1 0 0,1-1 0 0 0,-1 0-1 0 0,0 1 1 0 0,1 0-1 0 0,-1 0 1 0 0,0 0-1 0 0,3 1 1 0 0,27 10 175 0 0,-1 1-1 0 0,-1 1 1 0 0,-1 2-1 0 0,0 1 1 0 0,0 1 0 0 0,-2 1-1 0 0,-1 2 1 0 0,31 29-1 0 0,-43-35-229 0 0,-1 0 0 0 0,-1 0-1 0 0,0 1 1 0 0,-1 1 0 0 0,-1 0 0 0 0,-1 1-1 0 0,0 0 1 0 0,-1 1 0 0 0,-1 0-1 0 0,-1 0 1 0 0,-1 0 0 0 0,0 1-1 0 0,-2 0 1 0 0,0 0 0 0 0,1 23-1 0 0,-5-35-27 0 0,0 0 0 0 0,0 0 0 0 0,-1 0 0 0 0,0 0 0 0 0,-1 0 0 0 0,1-1 0 0 0,-2 1 0 0 0,1 0 0 0 0,-1-1 0 0 0,0 0 0 0 0,0 0 0 0 0,-8 11 0 0 0,3-7 56 0 0,0 0 0 0 0,0-1 1 0 0,-1 0-1 0 0,-1-1 1 0 0,0 0-1 0 0,-21 15 1 0 0,6-8 244 0 0,-1-2-1 0 0,-1 0 1 0 0,0-2 0 0 0,-1-1-1 0 0,0-1 1 0 0,-30 6 0 0 0,12-5 1625 0 0,44-11-1795 0 0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0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11 108 0 0,'0'0'1331'0'0,"-8"-7"2195"0"0,7 7-3464 0 0,1-1-1 0 0,0 1 1 0 0,0 0-1 0 0,0 0 1 0 0,0 0-1 0 0,0-1 1 0 0,0 1-1 0 0,0 0 1 0 0,-1 0-1 0 0,1 0 1 0 0,0 0-1 0 0,0-1 1 0 0,0 1-1 0 0,0 0 1 0 0,0 0-1 0 0,-1 0 1 0 0,1 0-1 0 0,0 0 1 0 0,0 0 0 0 0,0 0-1 0 0,-1 0 1 0 0,1-1-1 0 0,0 1 1 0 0,0 0-1 0 0,0 0 1 0 0,-1 0-1 0 0,1 0 1 0 0,0 0-1 0 0,0 0 1 0 0,-1 0-1 0 0,1 0 1 0 0,0 0-1 0 0,0 0 1 0 0,0 0-1 0 0,-1 0 1 0 0,1 1-1 0 0,0-1 1 0 0,0 0-1 0 0,0 0 1 0 0,-1 0 0 0 0,1 0-1 0 0,0 0 1 0 0,0 0-1 0 0,0 0 1 0 0,0 0-1 0 0,-1 1 1 0 0,1-1-1 0 0,0 0 1 0 0,0 0-1 0 0,0 1 1 0 0,-12 162 1501 0 0,6-99-1231 0 0,1 77 0 0 0,12 25 132 0 0,-7-164-406 0 0,0 5 14 0 0,0-5 95 0 0,1-5 835 0 0,3-12-973 0 0,-1-1-1 0 0,-1 0 0 0 0,0 0 1 0 0,-1 0-1 0 0,-1-1 1 0 0,0 1-1 0 0,-1 0 0 0 0,-1 0 1 0 0,-7-28-1 0 0,8 40-28 0 0,0 0-1 0 0,0-1 1 0 0,-1 1-1 0 0,0 0 1 0 0,0 0 0 0 0,0 0-1 0 0,0 0 1 0 0,-1 0-1 0 0,1 0 1 0 0,-1 1-1 0 0,0-1 1 0 0,0 1-1 0 0,-7-6 1 0 0,8 8-4 0 0,0 0 1 0 0,0 0-1 0 0,0 0 0 0 0,0 0 1 0 0,-1 0-1 0 0,1 1 0 0 0,0-1 1 0 0,-1 0-1 0 0,1 1 0 0 0,0 0 0 0 0,-1 0 1 0 0,1 0-1 0 0,0 0 0 0 0,-1 0 1 0 0,1 0-1 0 0,-1 0 0 0 0,1 1 1 0 0,0-1-1 0 0,-1 1 0 0 0,1 0 1 0 0,0 0-1 0 0,0 0 0 0 0,0 0 1 0 0,-1 0-1 0 0,-2 3 0 0 0,2-3 2 0 0,1 1 0 0 0,-1-1 0 0 0,1 1-1 0 0,-1-1 1 0 0,1 1 0 0 0,0 0 0 0 0,0 0 0 0 0,0 0 0 0 0,0 0-1 0 0,1 0 1 0 0,-1 1 0 0 0,0-1 0 0 0,1 1 0 0 0,0-1 0 0 0,-1 1-1 0 0,1-1 1 0 0,0 1 0 0 0,0 0 0 0 0,1-1 0 0 0,-1 1 0 0 0,0 0-1 0 0,1 0 1 0 0,-1 5 0 0 0,2-5 3 0 0,-1 0-1 0 0,1 1 1 0 0,-1-1 0 0 0,1 0-1 0 0,0 0 1 0 0,0 0 0 0 0,1 1-1 0 0,-1-1 1 0 0,1 0 0 0 0,-1-1-1 0 0,1 1 1 0 0,0 0 0 0 0,0 0-1 0 0,0-1 1 0 0,0 1 0 0 0,1-1-1 0 0,-1 0 1 0 0,1 1 0 0 0,-1-1-1 0 0,1 0 1 0 0,3 1 0 0 0,2 1 2 0 0,-1-2 0 0 0,0 1 1 0 0,0-1-1 0 0,1 0 0 0 0,-1-1 1 0 0,11 2-1 0 0,-6-2-2 0 0,26 4 7 0 0,0-1 0 0 0,0-3 0 0 0,0-1 0 0 0,57-7 0 0 0,-70 4-4 0 0,-1-2 1 0 0,1 0-1 0 0,-1-2 1 0 0,-1-1-1 0 0,1 0 0 0 0,-1-2 1 0 0,42-24-1 0 0,-61 31-4 0 0,1 0 0 0 0,0 0 0 0 0,-1-1 0 0 0,0 0-1 0 0,0 0 1 0 0,0 0 0 0 0,0 0 0 0 0,-1 0 0 0 0,1-1 0 0 0,-1 1 0 0 0,0-1 0 0 0,-1 0-1 0 0,1 0 1 0 0,-1 0 0 0 0,3-11 0 0 0,-5 14 1 0 0,-2-4-29 0 0,2 5 28 0 0,0 1-1 0 0,0-1 0 0 0,0 1 0 0 0,0-1 0 0 0,0 1 0 0 0,0-1 0 0 0,0 1 0 0 0,0-1 1 0 0,0 1-1 0 0,-1-1 0 0 0,1 1 0 0 0,0 0 0 0 0,0-1 0 0 0,0 1 0 0 0,0-1 0 0 0,-1 1 1 0 0,1-1-1 0 0,0 1 0 0 0,0 0 0 0 0,-1-1 0 0 0,1 1 0 0 0,0 0 0 0 0,-1-1 0 0 0,1 1 0 0 0,-1 0 1 0 0,1-1-1 0 0,-1 1 0 0 0,-21-1-73 0 0,21 1 73 0 0,0 0-1 0 0,0 0 1 0 0,1 0 0 0 0,-1 0-1 0 0,0 0 1 0 0,0 1 0 0 0,0-1-1 0 0,1 0 1 0 0,-1 0 0 0 0,0 1-1 0 0,0-1 1 0 0,1 1 0 0 0,-1-1-1 0 0,0 1 1 0 0,1-1 0 0 0,-1 1-1 0 0,0-1 1 0 0,1 1 0 0 0,-1 0-1 0 0,1-1 1 0 0,-1 1 0 0 0,1 0-1 0 0,-1-1 1 0 0,1 1 0 0 0,0 0-1 0 0,-1 0 1 0 0,1-1 0 0 0,0 1-1 0 0,0 0 1 0 0,-1 0 0 0 0,1 0-1 0 0,0-1 1 0 0,0 1 0 0 0,0 0-1 0 0,0 0 1 0 0,0 0 0 0 0,0 0-1 0 0,0-1 1 0 0,0 1-1 0 0,0 0 1 0 0,1 0 0 0 0,-1 0-1 0 0,1 1 1 0 0,0 2 0 0 0,1 0 0 0 0,0 0-1 0 0,0-1 1 0 0,1 1 0 0 0,-1-1-1 0 0,1 1 1 0 0,-1-1 0 0 0,1 0 0 0 0,0 0-1 0 0,0 0 1 0 0,1 0 0 0 0,-1 0-1 0 0,0-1 1 0 0,1 1 0 0 0,0-1 0 0 0,0 0-1 0 0,-1 0 1 0 0,1-1 0 0 0,0 1-1 0 0,0-1 1 0 0,1 0 0 0 0,-1 0 0 0 0,0 0-1 0 0,0-1 1 0 0,0 1 0 0 0,6-1-1 0 0,3 1-24 0 0,-1 0-1 0 0,1-1 1 0 0,-1-1-1 0 0,1 0 0 0 0,-1 0 1 0 0,1-1-1 0 0,23-8 1 0 0,-27 7 15 0 0,-1-1 0 0 0,1 0 1 0 0,-1-1-1 0 0,0 0 0 0 0,-1 0 1 0 0,1-1-1 0 0,-1 0 0 0 0,0 0 0 0 0,0 0 1 0 0,-1-1-1 0 0,0 0 0 0 0,0-1 1 0 0,0 1-1 0 0,-1-1 0 0 0,-1 0 1 0 0,1 0-1 0 0,3-10 0 0 0,-6 11 10 0 0,0 1 0 0 0,0-1 0 0 0,0 1 0 0 0,-1-1 0 0 0,0 1 0 0 0,0-1 0 0 0,-1 0 0 0 0,0 0 1 0 0,0 1-1 0 0,-1-1 0 0 0,0 0 0 0 0,0 1 0 0 0,0-1 0 0 0,-1 1 0 0 0,0-1 0 0 0,0 1 0 0 0,-1 0 0 0 0,1-1 0 0 0,-1 1 0 0 0,-1 1 0 0 0,1-1 0 0 0,-1 0 0 0 0,0 1 0 0 0,-7-7 0 0 0,9 9 15 0 0,0 1 1 0 0,0 0-1 0 0,0 0 0 0 0,0 0 0 0 0,0 0 1 0 0,0 0-1 0 0,0 1 0 0 0,-1-1 1 0 0,1 0-1 0 0,-1 1 0 0 0,1 0 0 0 0,-1 0 1 0 0,0 0-1 0 0,1 0 0 0 0,-1 0 1 0 0,0 0-1 0 0,0 1 0 0 0,-4-1 0 0 0,6 1-12 0 0,0 1 0 0 0,0 0-1 0 0,0 0 1 0 0,0-1-1 0 0,0 1 1 0 0,0 0-1 0 0,0 0 1 0 0,0 0-1 0 0,0 0 1 0 0,1 0-1 0 0,-1 0 1 0 0,0 0 0 0 0,0 0-1 0 0,1 1 1 0 0,-1-1-1 0 0,1 0 1 0 0,-1 0-1 0 0,1 0 1 0 0,0 1-1 0 0,-1-1 1 0 0,1 2-1 0 0,-6 30 22 0 0,5-29-19 0 0,-3 46 32 0 0,3 0 0 0 0,5 65 0 0 0,-1-61-13 0 0,15 120 58 0 0,-1-3 4 0 0,-16-145-67 0 0,-1 0-1 0 0,-1 1 0 0 0,-2-1 1 0 0,-8 36-1 0 0,10-57-11 0 0,0 0-1 0 0,0 0 1 0 0,-1 0-1 0 0,0 0 1 0 0,0-1 0 0 0,-1 1-1 0 0,1-1 1 0 0,-1 0-1 0 0,0 1 1 0 0,0-1 0 0 0,0 0-1 0 0,0-1 1 0 0,-1 1-1 0 0,0-1 1 0 0,0 1 0 0 0,0-1-1 0 0,0 0 1 0 0,0-1-1 0 0,0 1 1 0 0,-1-1-1 0 0,1 0 1 0 0,-1 0 0 0 0,0 0-1 0 0,0 0 1 0 0,0-1-1 0 0,-5 1 1 0 0,3-1 5 0 0,1-1 0 0 0,0 0-1 0 0,0 0 1 0 0,-1 0 0 0 0,1-1 0 0 0,0 0-1 0 0,0 0 1 0 0,-1-1 0 0 0,1 1 0 0 0,0-1-1 0 0,0-1 1 0 0,1 1 0 0 0,-1-1 0 0 0,0 0-1 0 0,1 0 1 0 0,0-1 0 0 0,0 1 0 0 0,0-1-1 0 0,0-1 1 0 0,-7-7 0 0 0,8 8-3 0 0,0-1 0 0 0,0 0 0 0 0,1 0 0 0 0,-1 0 0 0 0,1-1 0 0 0,0 1 0 0 0,1-1 0 0 0,-1 0-1 0 0,1 0 1 0 0,0 0 0 0 0,1 0 0 0 0,0 0 0 0 0,-1 0 0 0 0,2 0 0 0 0,-1 0 0 0 0,1 0 0 0 0,0-1 0 0 0,0 1 0 0 0,1 0 0 0 0,0 0 0 0 0,0 0 0 0 0,0 0 0 0 0,1 0 0 0 0,0 0 0 0 0,0 0 0 0 0,0 0 0 0 0,1 0 0 0 0,0 1 0 0 0,4-7 0 0 0,1 0-7 0 0,1 0-1 0 0,0 0 1 0 0,1 1 0 0 0,0 0 0 0 0,1 1 0 0 0,1 0 0 0 0,-1 0 0 0 0,1 1 0 0 0,1 1-1 0 0,-1 0 1 0 0,17-7 0 0 0,-10 8-273 0 0,-1 1 1 0 0,2 0-1 0 0,31-5 0 0 0,21-6-7010 0 0,-61 14 4658 0 0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1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11 820 0 0,'0'0'2598'0'0,"-2"-8"-1744"0"0,1 6-346 0 0,1 7 2578 0 0,-1 40-2361 0 0,2 0-1 0 0,2 0 0 0 0,2 0 1 0 0,19 74-1 0 0,-18-95-986 0 0,6 20 1163 0 0,-7-14-8183 0 0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1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 9765 0 0,'0'0'1339'0'0,"1"-4"-1036"0"0,13-74 2761 0 0,-14 77-2897 0 0,6-18 479 0 0,-5 15-3633 0 0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1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39 732 0 0,'-2'-3'1090'0'0,"1"0"1"0"0,-1 0-1 0 0,1 0 0 0 0,-1 0 1 0 0,1-1-1 0 0,0 1 0 0 0,0 0 1 0 0,0-5-1 0 0,25 2-736 0 0,-23 6-617 0 0,0 1 1 0 0,0-1-1 0 0,0 0 0 0 0,0 0 1 0 0,0 1-1 0 0,0-1 0 0 0,-1 0 1 0 0,1 1-1 0 0,0-1 1 0 0,0 1-1 0 0,0-1 0 0 0,-1 1 1 0 0,1-1-1 0 0,0 1 0 0 0,0 0 1 0 0,-1-1-1 0 0,1 1 1 0 0,-1 0-1 0 0,1 0 0 0 0,-1-1 1 0 0,1 2-1 0 0,3 5-2618 0 0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4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17 921 304 0 0,'0'-1'136'0'0,"-1"1"-1"0"0,0 0 1 0 0,0 0 0 0 0,0 0-1 0 0,1-1 1 0 0,-1 1 0 0 0,0 0-1 0 0,0-1 1 0 0,1 1 0 0 0,-1-1-1 0 0,0 1 1 0 0,1-1 0 0 0,-1 1-1 0 0,0-1 1 0 0,1 1 0 0 0,-1-1-1 0 0,1 0 1 0 0,-1 1 0 0 0,1-1-1 0 0,-1 0 1 0 0,1 1 0 0 0,0-1-1 0 0,-1 0 1 0 0,1 0 0 0 0,0 1-1 0 0,-1-1 1 0 0,1 0 0 0 0,0 0-1 0 0,0 0 1 0 0,0 1 0 0 0,0-1-1 0 0,0 0 1 0 0,0 0 0 0 0,0 0-1 0 0,0 0 1 0 0,0 1 0 0 0,0-2-1 0 0,2-3 47 0 0,-1 1 1 0 0,1 0-1 0 0,0 0 0 0 0,0 0 0 0 0,0 0 0 0 0,1 0 0 0 0,4-6 1 0 0,10-10 149 0 0,31-29 1 0 0,171-131 1211 0 0,17-16-342 0 0,-201 162-1011 0 0,-1-1 1 0 0,-2-2-1 0 0,-1-1 1 0 0,32-52-1 0 0,-55 77-83 0 0,-2 1 1 0 0,1-1-1 0 0,-2 0 0 0 0,1 0 0 0 0,-2 0 1 0 0,0-1-1 0 0,0 1 0 0 0,-2-1 0 0 0,1 0 1 0 0,0-25-1 0 0,-3 36-29 0 0,-1 2-71 0 0,1 1-1 0 0,-1-1 0 0 0,1 1 1 0 0,-1 0-1 0 0,1-1 1 0 0,-1 1-1 0 0,1 0 1 0 0,-1-1-1 0 0,1 1 1 0 0,-1 0-1 0 0,1 0 1 0 0,-1 0-1 0 0,1-1 0 0 0,-1 1 1 0 0,0 0-1 0 0,1 0 1 0 0,-1 0-1 0 0,1 0 1 0 0,-1 0-1 0 0,0 0 1 0 0,1 0-1 0 0,-1 0 0 0 0,1 0 1 0 0,-1 0-1 0 0,1 1 1 0 0,-1-1-1 0 0,0 0 1 0 0,1 0-1 0 0,-1 0 1 0 0,1 1-1 0 0,-1-1 1 0 0,1 0-1 0 0,-1 1 0 0 0,1-1 1 0 0,-1 1-1 0 0,-18 25 90 0 0,-5 34-32 0 0,-12 134 60 0 0,-8 30 22 0 0,39-210-131 0 0,0 0 0 0 0,-1 0 0 0 0,-14 24 1 0 0,18-34-9 0 0,0 0 1 0 0,-1 0-1 0 0,0 0 1 0 0,0 0 0 0 0,0 0-1 0 0,0 0 1 0 0,-1-1 0 0 0,1 0-1 0 0,-1 0 1 0 0,0 0 0 0 0,0 0-1 0 0,0 0 1 0 0,0-1 0 0 0,-1 0-1 0 0,-4 2 1 0 0,8-3 28 0 0,-1-1-33 0 0,1 0 0 0 0,-1 1 0 0 0,0-1 0 0 0,1 0 0 0 0,-1 0 1 0 0,0 0-1 0 0,1 0 0 0 0,-1 0 0 0 0,0-1 0 0 0,1 1 1 0 0,-1 0-1 0 0,1-1 0 0 0,-1 1 0 0 0,0-1 0 0 0,1 0 0 0 0,-1 1 1 0 0,1-1-1 0 0,0 0 0 0 0,-1 0 0 0 0,1 0 0 0 0,0 0 0 0 0,-1 0 1 0 0,1 0-1 0 0,0 0 0 0 0,0-1 0 0 0,0 1 0 0 0,0 0 0 0 0,0-1 1 0 0,0 1-1 0 0,0 0 0 0 0,1-1 0 0 0,-1 1 0 0 0,0-1 1 0 0,1 0-1 0 0,-1 1 0 0 0,1-1 0 0 0,-1-2 0 0 0,1 2-52 0 0,15-24-1859 0 0,21 14-5173 0 0,-26 10 4480 0 0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4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66 276 0 0,'6'-4'994'0'0,"1"2"450"0"0,-6 2-1361 0 0,0 0 0 0 0,1 0 1 0 0,-1 0-1 0 0,0 0 0 0 0,1 0 1 0 0,-1 0-1 0 0,0 1 0 0 0,0-1 1 0 0,1 0-1 0 0,-1 1 0 0 0,0-1 1 0 0,0 1-1 0 0,1-1 1 0 0,-1 1-1 0 0,0-1 0 0 0,0 1 1 0 0,0 0-1 0 0,0 0 0 0 0,0 0 1 0 0,0-1-1 0 0,0 1 0 0 0,0 0 1 0 0,0 0-1 0 0,-1 0 0 0 0,1 0 1 0 0,0 0-1 0 0,-1 1 0 0 0,1-1 1 0 0,0 0-1 0 0,0 2 0 0 0,-1 1 18 0 0,1-1-1 0 0,-1 1 0 0 0,0 0 1 0 0,0-1-1 0 0,0 1 0 0 0,0 0 1 0 0,-1 0-1 0 0,0-1 0 0 0,1 1 1 0 0,-4 6-1 0 0,0 2 86 0 0,-1 0 0 0 0,0 0-1 0 0,-1-1 1 0 0,-1 0 0 0 0,1 0 0 0 0,-10 10-1 0 0,-5-4 718 0 0,20-17-875 0 0,0 0 0 0 0,1-1 0 0 0,-1 1 0 0 0,0 0 1 0 0,0 0-1 0 0,1 0 0 0 0,-1-1 0 0 0,0 1 0 0 0,1 0 0 0 0,-1 0 0 0 0,1-1 1 0 0,-1 1-1 0 0,0-1 0 0 0,1 1 0 0 0,-1-1 0 0 0,1 1 0 0 0,-1-1 0 0 0,1 1 0 0 0,-1-1 1 0 0,1 1-1 0 0,0-1 0 0 0,-1 1 0 0 0,1-1 0 0 0,0 0 0 0 0,-1 1 0 0 0,1-2 1 0 0,0 0-16 0 0,0 0 1 0 0,0-1 0 0 0,0 1 0 0 0,0 0 0 0 0,1 0 0 0 0,-1 0 0 0 0,1-1 0 0 0,-1 1 0 0 0,1 0 0 0 0,0 0 0 0 0,0 0 0 0 0,0 0 0 0 0,2-3 0 0 0,0 0 27 0 0,6-12 4 0 0,1 1 1 0 0,0 1 0 0 0,1 0-1 0 0,1 0 1 0 0,1 1 0 0 0,0 1 0 0 0,0 0-1 0 0,25-18 1 0 0,-31 26-40 0 0,1 1 1 0 0,0 0-1 0 0,0 0 0 0 0,0 0 1 0 0,1 1-1 0 0,-1 0 1 0 0,1 1-1 0 0,11-2 0 0 0,-17 3-5 0 0,-1 0 0 0 0,1 1 0 0 0,-1 0 0 0 0,1-1 0 0 0,-1 1-1 0 0,1 0 1 0 0,-1 1 0 0 0,1-1 0 0 0,0 0 0 0 0,-1 1 0 0 0,1-1 0 0 0,-1 1-1 0 0,0 0 1 0 0,1 0 0 0 0,-1-1 0 0 0,0 2 0 0 0,1-1 0 0 0,-1 0-1 0 0,0 0 1 0 0,0 1 0 0 0,0-1 0 0 0,0 1 0 0 0,0 0 0 0 0,0 0-1 0 0,-1 0 1 0 0,1 0 0 0 0,0 0 0 0 0,-1 0 0 0 0,0 0 0 0 0,1 0 0 0 0,-1 0-1 0 0,2 5 1 0 0,-2-3 4 0 0,0 0-1 0 0,0 0 1 0 0,0 0-1 0 0,-1 0 1 0 0,1 0-1 0 0,-1 0 0 0 0,0 0 1 0 0,0 0-1 0 0,0 0 1 0 0,-1 0-1 0 0,1-1 1 0 0,-1 1-1 0 0,0 0 1 0 0,0 0-1 0 0,0 0 1 0 0,-1 0-1 0 0,1-1 0 0 0,-3 4 1 0 0,-3 10 167 0 0,17-19 72 0 0,12-13-123 0 0,-6 3-109 0 0,0 1 0 0 0,0 1 0 0 0,1 0 0 0 0,1 1 0 0 0,0 1 0 0 0,0 1 0 0 0,0 1 0 0 0,1 0 0 0 0,23-4 0 0 0,-40 11-10 0 0,0-1 0 0 0,1 0 0 0 0,-1 1-1 0 0,0 0 1 0 0,0-1 0 0 0,0 1 0 0 0,0 0-1 0 0,0 0 1 0 0,0 0 0 0 0,0 1 0 0 0,-1-1 0 0 0,1 0-1 0 0,0 1 1 0 0,-1-1 0 0 0,1 1 0 0 0,0-1-1 0 0,-1 1 1 0 0,0 0 0 0 0,1-1 0 0 0,-1 1-1 0 0,0 0 1 0 0,0 0 0 0 0,0 0 0 0 0,0 0 0 0 0,0 3-1 0 0,-21 113-726 0 0,20-116 244 0 0,12 13-5041 0 0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5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142 219 424 0 0,'0'0'5824'0'0,"-4"4"-5387"0"0,-28 26 1472 0 0,-44 29 1 0 0,48-23-799 0 0,27-35-721 0 0,7-2-369 0 0,-1 0 1 0 0,1 0-1 0 0,0 0 0 0 0,-1-1 0 0 0,1 0 1 0 0,-1 0-1 0 0,1-1 0 0 0,-1 1 1 0 0,0-1-1 0 0,0 0 0 0 0,0-1 0 0 0,-1 1 1 0 0,1-1-1 0 0,-1 0 0 0 0,0 0 1 0 0,7-8-1 0 0,23-20 52 0 0,-33 31-81 0 0,4 6 4 0 0,0-2 9 0 0,0 1 0 0 0,0-1-1 0 0,0 1 1 0 0,1-2-1 0 0,-1 1 1 0 0,1 0 0 0 0,0-1-1 0 0,0 0 1 0 0,11 2-1 0 0,-3-5 2 0 0,0-1-1 0 0,0 0 0 0 0,0-1 1 0 0,-1-1-1 0 0,1 0 0 0 0,-1-1 1 0 0,1 0-1 0 0,21-12 0 0 0,-28 12-6 0 0,1-1 0 0 0,-1 0-1 0 0,0 0 1 0 0,0 0-1 0 0,-1-1 1 0 0,0 1-1 0 0,0-2 1 0 0,0 1 0 0 0,-1-1-1 0 0,0 0 1 0 0,-1 0-1 0 0,0 0 1 0 0,6-15-1 0 0,-6 14 1 0 0,-1-1 0 0 0,0 1-1 0 0,0-1 1 0 0,-1 1 0 0 0,0-1-1 0 0,-1 0 1 0 0,0 1 0 0 0,0-1-1 0 0,-1 0 1 0 0,-2-18 0 0 0,1 24-22 0 0,1 3 21 0 0,0 1 1 0 0,0-1-1 0 0,-1 0 0 0 0,1 1 1 0 0,0-1-1 0 0,-1 1 1 0 0,1-1-1 0 0,0 0 0 0 0,-1 1 1 0 0,1-1-1 0 0,-1 1 1 0 0,1-1-1 0 0,-1 1 1 0 0,1 0-1 0 0,-1-1 0 0 0,1 1 1 0 0,-1-1-1 0 0,1 1 1 0 0,-1 0-1 0 0,0 0 1 0 0,1-1-1 0 0,-1 1 0 0 0,0 0 1 0 0,1 0-1 0 0,-1 0 1 0 0,1-1-1 0 0,-2 1 0 0 0,0 0 1 0 0,0 0 0 0 0,0 0 0 0 0,0 0 0 0 0,1 0 0 0 0,-1 0 0 0 0,0 1 0 0 0,0-1 0 0 0,1 1 0 0 0,-1-1 0 0 0,0 1 0 0 0,0-1 0 0 0,1 1 0 0 0,-1 0 0 0 0,1 0 0 0 0,-1 0 0 0 0,1 0 0 0 0,-1 0 0 0 0,1 0 0 0 0,0 0 0 0 0,-1 1 0 0 0,1-1 0 0 0,0 0 0 0 0,0 1 0 0 0,0-1 0 0 0,0 1 0 0 0,0-1 0 0 0,0 1 0 0 0,0-1 0 0 0,0 3 0 0 0,-24 49 19 0 0,24-41-13 0 0,-1 1-1 0 0,2 0 0 0 0,-1 0 1 0 0,2 0-1 0 0,0 0 0 0 0,0-1 0 0 0,1 1 1 0 0,1 0-1 0 0,0-1 0 0 0,1 1 0 0 0,0-1 1 0 0,1 0-1 0 0,0-1 0 0 0,1 1 0 0 0,0-1 1 0 0,1 0-1 0 0,0 0 0 0 0,1-1 1 0 0,13 14-1 0 0,-18-21 0 0 0,0 1 0 0 0,0-1 1 0 0,1 0-1 0 0,0 0 0 0 0,0 0 1 0 0,0 0-1 0 0,0 0 0 0 0,0-1 0 0 0,0 0 1 0 0,1 0-1 0 0,-1 0 0 0 0,1 0 1 0 0,0-1-1 0 0,-1 0 0 0 0,1 0 0 0 0,0 0 1 0 0,0 0-1 0 0,5-1 0 0 0,-3 0 1 0 0,0-1 1 0 0,0-1-1 0 0,-1 1 0 0 0,1-1 0 0 0,-1 0 0 0 0,1-1 0 0 0,-1 1 1 0 0,0-1-1 0 0,0 0 0 0 0,0-1 0 0 0,8-6 0 0 0,4-4-1 0 0,-1-2 1 0 0,-1 1-1 0 0,-1-2 0 0 0,0 0 0 0 0,-1-1 0 0 0,19-32 0 0 0,-23 29 193 0 0,0 0-1 0 0,-2 0 0 0 0,0-1 0 0 0,-1 0 1 0 0,-1-1-1 0 0,4-37 0 0 0,-9 58-7 0 0,-1 2-175 0 0,0-1 0 0 0,0 1 0 0 0,0 0 0 0 0,0 0 0 0 0,0 0 0 0 0,0 0 0 0 0,0-1 1 0 0,0 1-1 0 0,0 0 0 0 0,0 0 0 0 0,0 0 0 0 0,0-1 0 0 0,0 1 0 0 0,0 0 0 0 0,0 0 1 0 0,0 0-1 0 0,0-1 0 0 0,0 1 0 0 0,0 0 0 0 0,0 0 0 0 0,0 0 0 0 0,0 0 0 0 0,0-1 1 0 0,0 1-1 0 0,0 0 0 0 0,-1 0 0 0 0,1 0 0 0 0,0 0 0 0 0,0 0 0 0 0,0-1 0 0 0,0 1 1 0 0,0 0-1 0 0,0 0 0 0 0,-1 0 0 0 0,1 0 0 0 0,0 0 0 0 0,0 0 0 0 0,0 0 0 0 0,0 0 1 0 0,-1-1-1 0 0,1 1 0 0 0,0 0 0 0 0,0 0 0 0 0,0 0 0 0 0,-1 0 0 0 0,1 0 0 0 0,0 0 1 0 0,0 0-1 0 0,0 0 0 0 0,-1 0 0 0 0,1 0 0 0 0,0 0 0 0 0,0 0 0 0 0,0 0 0 0 0,0 0 1 0 0,-1 1-1 0 0,-11 10 173 0 0,-11 22-66 0 0,18-21-51 0 0,1 1-1 0 0,1 0 0 0 0,0 0 1 0 0,0 0-1 0 0,1 0 1 0 0,1 1-1 0 0,0 14 1 0 0,8 96-2055 0 0,-7-123 1966 0 0,1 13-1850 0 0,2 1-1 0 0,0-1 1 0 0,8 25 0 0 0,2-7-1740 0 0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6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0 393 56 0 0,'0'0'2409'0'0,"0"0"-2274"0"0,0 1 1 0 0,0 0 0 0 0,1-1-1 0 0,-1 1 1 0 0,0 0-1 0 0,0-1 1 0 0,0 1-1 0 0,0-1 1 0 0,1 1-1 0 0,-1 0 1 0 0,0-1 0 0 0,0 1-1 0 0,1-1 1 0 0,-1 1-1 0 0,0 0 1 0 0,1-1-1 0 0,-1 1 1 0 0,1-1-1 0 0,-1 1 1 0 0,1-1 0 0 0,0 1-1 0 0,8-4 255 0 0,-1 0-1 0 0,1 0 1 0 0,-1-1 0 0 0,0 0-1 0 0,-1-1 1 0 0,1 1 0 0 0,-1-2-1 0 0,12-9 1 0 0,54-56 953 0 0,-68 66-1249 0 0,24-29 392 0 0,0-2-1 0 0,38-64 1 0 0,-30 43-231 0 0,-23 18 443 0 0,-14 38-638 0 0,3-9 266 0 0,-2 4-173 0 0,-3 7-119 0 0,-23 24-14 0 0,8-22 23 0 0,5-3-52 0 0,2 2 5 0 0,5-1-1 0 0,0 0 1 0 0,1 0 0 0 0,-1 0-1 0 0,0 1 1 0 0,1-1-1 0 0,0 1 1 0 0,-1 0 0 0 0,1 1-1 0 0,0-1 1 0 0,0 1-1 0 0,0-1 1 0 0,0 1-1 0 0,1 1 1 0 0,-1-1 0 0 0,-4 7-1 0 0,7-10 6 0 0,1 1 0 0 0,0 0 0 0 0,-1 0 0 0 0,1 0 0 0 0,0 0-1 0 0,0-1 1 0 0,0 1 0 0 0,0 0 0 0 0,0 0 0 0 0,0 0 0 0 0,0 0 0 0 0,0 0-1 0 0,0 0 1 0 0,0-1 0 0 0,0 1 0 0 0,1 0 0 0 0,-1 0 0 0 0,0 0 0 0 0,1-1-1 0 0,-1 1 1 0 0,0 0 0 0 0,1 0 0 0 0,-1-1 0 0 0,1 1 0 0 0,-1 0 0 0 0,1 0 0 0 0,0-1-1 0 0,-1 1 1 0 0,1-1 0 0 0,0 1 0 0 0,-1-1 0 0 0,1 1 0 0 0,0-1 0 0 0,-1 1-1 0 0,1-1 1 0 0,0 0 0 0 0,0 1 0 0 0,1-1 0 0 0,30 17 22 0 0,-20-13-17 0 0,-1 0 0 0 0,0 1 0 0 0,17 10 0 0 0,-24-13-4 0 0,-1 1 0 0 0,1-1-1 0 0,-1 1 1 0 0,0-1 0 0 0,0 1 0 0 0,0 0-1 0 0,0 0 1 0 0,0 0 0 0 0,-1 1 0 0 0,1-1-1 0 0,-1 1 1 0 0,0-1 0 0 0,3 8 0 0 0,-4-7-7 0 0,-1 1 1 0 0,1 0 0 0 0,-1-1-1 0 0,1 1 1 0 0,-2 0 0 0 0,1 0 0 0 0,0-1-1 0 0,-1 1 1 0 0,-2 8 0 0 0,2-8 3 0 0,0 1 1 0 0,0-1 0 0 0,0 1-1 0 0,1 0 1 0 0,0-1-1 0 0,0 1 1 0 0,1 6 0 0 0,-1-9-1 0 0,0-2 3 0 0,1 1 0 0 0,-1-1 0 0 0,0 1 0 0 0,1-1 0 0 0,-1 1 0 0 0,0-1 0 0 0,1 0 0 0 0,0 1 0 0 0,-1-1 0 0 0,1 0 0 0 0,0 0 0 0 0,0 1-1 0 0,-1-1 1 0 0,1 0 0 0 0,0 0 0 0 0,0 0 0 0 0,0 0 0 0 0,1 0 0 0 0,-1 0 0 0 0,0 0 0 0 0,0-1 0 0 0,0 1 0 0 0,1 0 0 0 0,-1 0 0 0 0,0-1 0 0 0,1 1-1 0 0,-1-1 1 0 0,0 0 0 0 0,1 1 0 0 0,-1-1 0 0 0,1 0 0 0 0,-1 0 0 0 0,1 0 0 0 0,2 0 0 0 0,9 1-14 0 0,0 0 0 0 0,1-1 0 0 0,-1-1 0 0 0,0 0 0 0 0,0-1 0 0 0,1 0 0 0 0,-2-1 0 0 0,1-1 0 0 0,0 0 0 0 0,-1-1 0 0 0,1 0 0 0 0,11-7 0 0 0,-9 3-8 0 0,0-1 1 0 0,0-1-1 0 0,-1 0 0 0 0,-1 0 1 0 0,0-2-1 0 0,0 1 0 0 0,-1-2 1 0 0,15-22-1 0 0,-26 35 22 0 0,0 0-1 0 0,0 0 1 0 0,-1 0 0 0 0,1 0-1 0 0,0 0 1 0 0,-1-1-1 0 0,1 1 1 0 0,-1 0 0 0 0,1 0-1 0 0,-1-1 1 0 0,1 1-1 0 0,-1 0 1 0 0,0-1-1 0 0,0 1 1 0 0,0-1 0 0 0,0 1-1 0 0,0 0 1 0 0,0-1-1 0 0,0 1 1 0 0,0 0 0 0 0,0-1-1 0 0,-1 1 1 0 0,1 0-1 0 0,0-1 1 0 0,-1 1 0 0 0,0 0-1 0 0,1-1 1 0 0,-1 1-1 0 0,1 0 1 0 0,-2-2 0 0 0,0 1 3 0 0,-3 5 0 0 0,3-2-2 0 0,-1 0-1 0 0,1 0 0 0 0,0 0 1 0 0,-1 1-1 0 0,1 0 1 0 0,0-1-1 0 0,0 1 1 0 0,0 0-1 0 0,0 0 0 0 0,0 0 1 0 0,1 0-1 0 0,-1 0 1 0 0,0 0-1 0 0,1 1 0 0 0,0-1 1 0 0,-1 0-1 0 0,1 1 1 0 0,0-1-1 0 0,0 1 1 0 0,0 0-1 0 0,1-1 0 0 0,-1 1 1 0 0,1-1-1 0 0,-1 1 1 0 0,1 0-1 0 0,0 0 1 0 0,0-1-1 0 0,0 1 0 0 0,1 0 1 0 0,-1-1-1 0 0,0 1 1 0 0,1 0-1 0 0,0-1 0 0 0,0 1 1 0 0,0 0-1 0 0,0-1 1 0 0,0 0-1 0 0,0 1 1 0 0,0-1-1 0 0,1 0 0 0 0,-1 1 1 0 0,5 3-1 0 0,-1-1 3 0 0,1 0 1 0 0,0 0-1 0 0,1 0 0 0 0,-1-1 0 0 0,1 0 1 0 0,0 0-1 0 0,0-1 0 0 0,0 0 0 0 0,0 0 1 0 0,1 0-1 0 0,-1-1 0 0 0,1 0 0 0 0,9 0 1 0 0,-10 0-1 0 0,0-2 1 0 0,0 1 0 0 0,0-1 0 0 0,0 0-1 0 0,0 0 1 0 0,0-1 0 0 0,0 0 0 0 0,0 0-1 0 0,-1 0 1 0 0,1-1 0 0 0,0 0 0 0 0,-1-1-1 0 0,1 1 1 0 0,-1-1 0 0 0,8-5 0 0 0,-12 6-4 0 0,0 1 1 0 0,0-1-1 0 0,-1 0 1 0 0,1 0-1 0 0,0 1 1 0 0,0-1-1 0 0,-1 0 1 0 0,0-1-1 0 0,1 1 1 0 0,-1 0-1 0 0,0 0 1 0 0,0-1 0 0 0,0 1-1 0 0,1-4 1 0 0,-3 1 2 0 0,0 0 0 0 0,0 0 1 0 0,-1 0-1 0 0,1 0 1 0 0,-1 0-1 0 0,-1 1 1 0 0,1-1-1 0 0,0 1 0 0 0,-1-1 1 0 0,0 1-1 0 0,0 0 1 0 0,0 0-1 0 0,-1 0 1 0 0,1 0-1 0 0,-1 1 1 0 0,0-1-1 0 0,0 1 0 0 0,0 0 1 0 0,-1 0-1 0 0,-7-3 1 0 0,3 0-12 0 0,8 6-39 0 0,0-1 0 0 0,-1 1 0 0 0,1 0 0 0 0,0-1 0 0 0,0 1 0 0 0,0 0 0 0 0,-1 0 0 0 0,1 0 0 0 0,0 0 0 0 0,0 0 0 0 0,0 0 0 0 0,-1 0 0 0 0,1 1 0 0 0,0-1 0 0 0,0 0 0 0 0,0 1 1 0 0,0-1-1 0 0,0 1 0 0 0,-1-1 0 0 0,1 1 0 0 0,0-1 0 0 0,0 1 0 0 0,0 0 0 0 0,-1 1 0 0 0,-3 9-6749 0 0,6 0 3585 0 0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7.8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86 475 200 0 0,'5'-8'11744'0'0,"-6"8"-11715"0"0,1-1 1 0 0,-1 0 0 0 0,0 1-1 0 0,1-1 1 0 0,-1 0-1 0 0,1 1 1 0 0,-1-1 0 0 0,0 1-1 0 0,0-1 1 0 0,1 1 0 0 0,-1 0-1 0 0,0-1 1 0 0,0 1-1 0 0,0 0 1 0 0,1-1 0 0 0,-1 1-1 0 0,0 0 1 0 0,0 0 0 0 0,0 0-1 0 0,0 0 1 0 0,0 0-1 0 0,1 0 1 0 0,-1 0 0 0 0,0 0-1 0 0,0 0 1 0 0,0 0 0 0 0,0 0-1 0 0,0 1 1 0 0,1-1-1 0 0,-1 0 1 0 0,0 1 0 0 0,-1 0-1 0 0,-1 0-1 0 0,0 2 0 0 0,0-1 0 0 0,0 0 0 0 0,0 1 1 0 0,0-1-1 0 0,1 1 0 0 0,-1 0 0 0 0,-3 5 0 0 0,1-2-17 0 0,1 0 1 0 0,1 0-1 0 0,-1 0 1 0 0,1 1 0 0 0,0-1-1 0 0,0 1 1 0 0,1 0-1 0 0,0 0 1 0 0,0 0 0 0 0,-1 13-1 0 0,3-12 4 0 0,0 0 1 0 0,1 0-1 0 0,0 0 0 0 0,0 0 0 0 0,1 0 1 0 0,0-1-1 0 0,4 11 0 0 0,-5-16-9 0 0,0 0 0 0 0,0 0 0 0 0,0 0 0 0 0,0 0 0 0 0,0-1 0 0 0,1 1 0 0 0,-1 0 0 0 0,1-1 1 0 0,-1 1-1 0 0,1-1 0 0 0,-1 1 0 0 0,1-1 0 0 0,0 1 0 0 0,0-1 0 0 0,-1 0 0 0 0,1 0 0 0 0,0 0 0 0 0,0 0 0 0 0,0 0 0 0 0,0-1 0 0 0,0 1 0 0 0,1-1 0 0 0,-1 1 0 0 0,0-1 1 0 0,0 0-1 0 0,0 0 0 0 0,0 0 0 0 0,1 0 0 0 0,-1 0 0 0 0,0 0 0 0 0,0 0 0 0 0,0-1 0 0 0,0 1 0 0 0,0-1 0 0 0,0 0 0 0 0,4-1 0 0 0,10-6 4 0 0,0 0 0 0 0,-1 0 0 0 0,0-2 0 0 0,0 0 0 0 0,-1-1 0 0 0,-1 0 0 0 0,0-1 0 0 0,0 0 0 0 0,-1-1 0 0 0,-1-1 0 0 0,0 0 0 0 0,-1 0 0 0 0,0-1 0 0 0,-1 0 0 0 0,-1-1 0 0 0,8-21 0 0 0,-9 21 18 0 0,-1 0-1 0 0,-1 0 1 0 0,0 0-1 0 0,-1 0 1 0 0,-1-1-1 0 0,0 0 1 0 0,-1 0-1 0 0,-1 0 1 0 0,-1 1-1 0 0,0-1 1 0 0,-1 0-1 0 0,-1 0 1 0 0,-1 0-1 0 0,0 0 1 0 0,-1 1-1 0 0,-1 0 0 0 0,-8-21 1 0 0,6 25-12 0 0,0-1-1 0 0,-1 1 1 0 0,0 0-1 0 0,-17-17 1 0 0,21 24-16 0 0,-1 0 0 0 0,0 0 1 0 0,0 1-1 0 0,0 0 0 0 0,-1 0 0 0 0,1 1 0 0 0,-1-1 0 0 0,0 1 0 0 0,0 0 1 0 0,0 1-1 0 0,-1 0 0 0 0,-6-2 0 0 0,12 3-13 0 0,-1 1-1 0 0,0 0 1 0 0,0 0-1 0 0,0-1 1 0 0,0 1 0 0 0,0 1-1 0 0,0-1 1 0 0,1 0-1 0 0,-1 0 1 0 0,0 1 0 0 0,0-1-1 0 0,0 1 1 0 0,0-1 0 0 0,1 1-1 0 0,-1 0 1 0 0,0 0-1 0 0,1 0 1 0 0,-1 0 0 0 0,0 0-1 0 0,1 0 1 0 0,0 0-1 0 0,-1 0 1 0 0,1 1 0 0 0,-1-1-1 0 0,1 0 1 0 0,0 1-1 0 0,0-1 1 0 0,0 1 0 0 0,0 0-1 0 0,-1 1 1 0 0,-6 26-2055 0 0,9 1-3800 0 0,2-16 2471 0 0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09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0 465 52 0 0,'0'0'723'0'0,"19"0"1167"0"0,7 0-543 0 0,-1-2 0 0 0,30-4 0 0 0,-45 4-1108 0 0,0-1 0 0 0,0 1 0 0 0,0-1 0 0 0,0-1 0 0 0,0 0 0 0 0,-1 0 0 0 0,0-1 0 0 0,11-8 0 0 0,-18 13-213 0 0,-1-1-1 0 0,0 0 1 0 0,-1 1 0 0 0,1-1 0 0 0,0 0 0 0 0,0 0 0 0 0,0 0 0 0 0,0 0-1 0 0,-1 0 1 0 0,1 1 0 0 0,0-1 0 0 0,-1 0 0 0 0,1-1 0 0 0,-1 1-1 0 0,1 0 1 0 0,-1 0 0 0 0,1-2 0 0 0,-1 3-11 0 0,0-1 0 0 0,0 1-1 0 0,0-1 1 0 0,0 1 0 0 0,-1-1 0 0 0,1 1 0 0 0,0-1 0 0 0,0 1-1 0 0,0-1 1 0 0,-1 1 0 0 0,1-1 0 0 0,0 1 0 0 0,-1-1 0 0 0,1 1-1 0 0,0 0 1 0 0,-1-1 0 0 0,1 1 0 0 0,-1 0 0 0 0,1-1 0 0 0,-1 1 0 0 0,1 0-1 0 0,0-1 1 0 0,-1 1 0 0 0,1 0 0 0 0,-2-1 0 0 0,-1 0 20 0 0,1 0-1 0 0,-2 0 1 0 0,1 1 0 0 0,0-1 0 0 0,0 1 0 0 0,0-1 0 0 0,0 1-1 0 0,0 0 1 0 0,0 0 0 0 0,-6 1 0 0 0,4 0 4 0 0,0 1-1 0 0,0-1 1 0 0,-1 1-1 0 0,1 0 1 0 0,0 1-1 0 0,0-1 1 0 0,-8 7 0 0 0,11-8-29 0 0,0 0-1 0 0,1 1 1 0 0,-1-1 0 0 0,1 0 0 0 0,-1 1 0 0 0,1-1-1 0 0,0 1 1 0 0,0-1 0 0 0,0 1 0 0 0,0 0 0 0 0,0-1 0 0 0,0 1-1 0 0,0 0 1 0 0,0 0 0 0 0,0 0 0 0 0,1 0 0 0 0,-1-1 0 0 0,1 1-1 0 0,0 0 1 0 0,-1 0 0 0 0,1 0 0 0 0,0 0 0 0 0,0 4 0 0 0,2-3-4 0 0,-1 1 1 0 0,0-1 0 0 0,1 0-1 0 0,-1 0 1 0 0,1 0-1 0 0,0-1 1 0 0,0 1 0 0 0,0 0-1 0 0,1-1 1 0 0,-1 1 0 0 0,0-1-1 0 0,1 0 1 0 0,0 0-1 0 0,-1 0 1 0 0,1 0 0 0 0,0 0-1 0 0,0 0 1 0 0,0-1 0 0 0,0 1-1 0 0,0-1 1 0 0,7 1 0 0 0,-2 1 6 0 0,0-1 0 0 0,0 0 0 0 0,1 0 0 0 0,-1-1 0 0 0,0 0 0 0 0,1-1 0 0 0,11 0 0 0 0,-8-2-5 0 0,-1 0-1 0 0,1-1 0 0 0,-1 0 0 0 0,0-1 1 0 0,0 0-1 0 0,0 0 0 0 0,-1-1 0 0 0,16-11 1 0 0,1-2 4 0 0,41-41 0 0 0,-51 44 0 0 0,17-9 281 0 0,-23 24-94 0 0,-15 20-164 0 0,-1-9-23 0 0,2-1 0 0 0,-1 1 0 0 0,1-1 0 0 0,1 1 0 0 0,0 0 1 0 0,0 0-1 0 0,1 11 0 0 0,1-20 8 0 0,0-2-16 0 0,-1 1-1 0 0,1-1 1 0 0,0 1 0 0 0,0-1 0 0 0,0 0 0 0 0,0 1-1 0 0,0-1 1 0 0,0 1 0 0 0,0-1 0 0 0,0 1 0 0 0,0-1-1 0 0,0 0 1 0 0,0 1 0 0 0,0-1 0 0 0,0 1 0 0 0,0-1-1 0 0,0 1 1 0 0,0-1 0 0 0,0 0 0 0 0,1 1 0 0 0,-1-1-1 0 0,0 1 1 0 0,0-1 0 0 0,0 0 0 0 0,1 1 0 0 0,-1-1 0 0 0,0 0-1 0 0,1 1 1 0 0,-1-1 0 0 0,0 0 0 0 0,1 0 0 0 0,-1 1-1 0 0,0-1 1 0 0,1 0 0 0 0,-1 0 0 0 0,0 1 0 0 0,1-1-1 0 0,-1 0 1 0 0,1 0 0 0 0,-1 0 0 0 0,0 0 0 0 0,1 0-1 0 0,-1 1 1 0 0,1-1 0 0 0,-1 0 0 0 0,1 0 0 0 0,-1 0-1 0 0,0 0 1 0 0,1 0 0 0 0,-1-1 0 0 0,1 1 0 0 0,-1 0-1 0 0,1 0 1 0 0,0 0 0 0 0,92-73-9 0 0,-92 72-4 0 0,51 36-24 0 0,-48-34 36 0 0,1 1-1 0 0,-1-1 1 0 0,1 0 0 0 0,0 0 0 0 0,-1-1-1 0 0,1 0 1 0 0,0 0 0 0 0,-1 0 0 0 0,1 0-1 0 0,0 0 1 0 0,-1-1 0 0 0,1 0 0 0 0,-1 0-1 0 0,8-3 1 0 0,-1-3 0 0 0,-1-1 1 0 0,0-1-1 0 0,0 1 0 0 0,-1-1 1 0 0,0-1-1 0 0,-1 0 0 0 0,0 0 0 0 0,0-1 1 0 0,-1 1-1 0 0,-1-2 0 0 0,0 1 1 0 0,7-17-1 0 0,4-19-11 0 0,22-94-1 0 0,-27 90-3 0 0,-8 33 75 0 0,10-28 627 0 0,-14 45-371 0 0,-3 5-301 0 0,-2 5-6 0 0,0 0 0 0 0,0 0 0 0 0,0 0 0 0 0,1 0 0 0 0,1 1 0 0 0,0 0 0 0 0,0 0 0 0 0,1 0 0 0 0,-2 16 0 0 0,0 16 43 0 0,3 45 1 0 0,-1 2 23 0 0,2-82-66 0 0,0 0 0 0 0,1 0-1 0 0,0 0 1 0 0,0 0 0 0 0,1-1-1 0 0,0 1 1 0 0,0 0 0 0 0,0 0-1 0 0,1-1 1 0 0,0 0 0 0 0,4 7-1 0 0,-6-12 0 0 0,14-3 11 0 0,-1 0 0 0 0,0-1-1 0 0,0-1 1 0 0,25-11 0 0 0,18-3-20 0 0,-41 14 6 0 0,3 0-7 0 0,0 1-1 0 0,26-2 0 0 0,-39 5-5 0 0,-1 0-1 0 0,1 0 1 0 0,0 1-1 0 0,-1 0 0 0 0,1 0 1 0 0,-1 0-1 0 0,1 1 1 0 0,-1-1-1 0 0,0 1 1 0 0,1 0-1 0 0,-1 1 0 0 0,8 5 1 0 0,-12-8 5 0 0,1 1 0 0 0,-1 0 1 0 0,1 0-1 0 0,-1 1 0 0 0,0-1 0 0 0,0 0 0 0 0,0 0 1 0 0,1 1-1 0 0,-1-1 0 0 0,0 1 0 0 0,-1-1 0 0 0,1 1 1 0 0,0-1-1 0 0,0 1 0 0 0,-1-1 0 0 0,1 1 0 0 0,0 0 1 0 0,-1-1-1 0 0,0 1 0 0 0,1 0 0 0 0,-1-1 1 0 0,0 1-1 0 0,0 0 0 0 0,0 0 0 0 0,0-1 0 0 0,0 1 1 0 0,-1 0-1 0 0,1-1 0 0 0,0 1 0 0 0,-1 0 0 0 0,1-1 1 0 0,-1 1-1 0 0,0 0 0 0 0,1-1 0 0 0,-1 1 0 0 0,0-1 1 0 0,0 1-1 0 0,0-1 0 0 0,0 0 0 0 0,0 1 1 0 0,-2 1-1 0 0,-1 1 41 0 0,0 1-1 0 0,-1-1 1 0 0,1 0 0 0 0,-1 0 0 0 0,0-1 0 0 0,0 1-1 0 0,0-1 1 0 0,-1 0 0 0 0,1 0 0 0 0,-8 2 0 0 0,1-2 56 0 0,0-1 1 0 0,0 0 0 0 0,-1-1 0 0 0,-20-1-1 0 0,31 0-88 0 0,0 0-37 0 0,-3 0-142 0 0,3 0 58 0 0,1 0 1 0 0,-1 0-1 0 0,0 0 1 0 0,1-1-1 0 0,-1 1 1 0 0,0 0-1 0 0,1-1 1 0 0,-1 1-1 0 0,1-1 1 0 0,-1 1-1 0 0,1-1 1 0 0,-1 0-1 0 0,1 0 1 0 0,-3-1-1 0 0,2-1-668 0 0,-2-5-1163 0 0,2 1-2601 0 0,2-4 1515 0 0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0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84 0 0,'0'0'4172'0'0,"5"-2"-3272"0"0,13-6-284 0 0,0 1-1 0 0,0 0 1 0 0,1 1 0 0 0,0 1-1 0 0,0 1 1 0 0,0 1 0 0 0,0 1 0 0 0,1 0-1 0 0,21 1 1 0 0,-37 8-1398 0 0,-23 6-7505 0 0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2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118 594 8933 0 0,'42'-148'775'0'0,"-41"145"-699"0"0,0 0 1 0 0,0 0 0 0 0,0 0 0 0 0,0 0-1 0 0,-1 0 1 0 0,1 0 0 0 0,-1 0 0 0 0,0 0-1 0 0,0 0 1 0 0,0 0 0 0 0,0 0 0 0 0,-1 0-1 0 0,1 0 1 0 0,-1 0 0 0 0,0 0 0 0 0,0 0-1 0 0,0 0 1 0 0,0 0 0 0 0,0 0 0 0 0,-1 1-1 0 0,1-1 1 0 0,-1 0 0 0 0,0 1 0 0 0,0-1-1 0 0,-4-3 1 0 0,5 5-2 0 0,-3 1-44 0 0,0 0-1 0 0,0 1 1 0 0,0-1 0 0 0,0 1 0 0 0,0 0 0 0 0,0 1-1 0 0,-7 2 1 0 0,8-3-21 0 0,-4 2 7 0 0,1 0-1 0 0,0 0 0 0 0,0 0 0 0 0,0 1 0 0 0,0 0 0 0 0,0 0 0 0 0,1 1 0 0 0,0-1 0 0 0,0 1 0 0 0,0 1 0 0 0,0-1 1 0 0,1 0-1 0 0,0 1 0 0 0,0 0 0 0 0,0 0 0 0 0,1 0 0 0 0,0 1 0 0 0,0-1 0 0 0,1 1 0 0 0,-3 12 0 0 0,4-16 6 0 0,4 2 13 0 0,-3-4-34 0 0,0 0 1 0 0,1-1 0 0 0,-1 1-1 0 0,0 0 1 0 0,1 0 0 0 0,-1 0 0 0 0,0 0-1 0 0,1-1 1 0 0,-1 1 0 0 0,1 0-1 0 0,0-1 1 0 0,-1 1 0 0 0,1 0 0 0 0,-1-1-1 0 0,1 1 1 0 0,0 0 0 0 0,0-1-1 0 0,1 1 1 0 0,1 0 2 0 0,0-1-1 0 0,1 0 1 0 0,-1 0 0 0 0,1 0-1 0 0,-1 0 1 0 0,0-1 0 0 0,1 1 0 0 0,-1-1-1 0 0,0 0 1 0 0,1 0 0 0 0,-1 0-1 0 0,0-1 1 0 0,0 1 0 0 0,0-1-1 0 0,0 0 1 0 0,0 1 0 0 0,0-1-1 0 0,-1 0 1 0 0,1-1 0 0 0,-1 1-1 0 0,1 0 1 0 0,-1-1 0 0 0,0 0-1 0 0,4-5 1 0 0,9-11 16 0 0,-2 0-1 0 0,16-28 1 0 0,-24 39-10 0 0,7-16 5 0 0,-1-1 0 0 0,-2-1 0 0 0,0 1 0 0 0,-1-1 1 0 0,-2-1-1 0 0,0 1 0 0 0,-2-1 0 0 0,-1 0 0 0 0,-2-1 0 0 0,-1-34 1 0 0,-3 40 298 0 0,0-10 359 0 0,3 32-667 0 0,1 0 0 0 0,-1 0-1 0 0,0-1 1 0 0,0 1 0 0 0,0 0 0 0 0,0-1 0 0 0,0 1-1 0 0,0 0 1 0 0,-1 0 0 0 0,1-1 0 0 0,0 1-1 0 0,0 0 1 0 0,0-1 0 0 0,0 1 0 0 0,0 0 0 0 0,0 0-1 0 0,0-1 1 0 0,0 1 0 0 0,-1 0 0 0 0,1 0 0 0 0,0 0-1 0 0,0-1 1 0 0,0 1 0 0 0,-1 0 0 0 0,1 0 0 0 0,0 0-1 0 0,0-1 1 0 0,-1 1 0 0 0,1 0 0 0 0,0 0 0 0 0,0 0-1 0 0,-1 0 1 0 0,1 0 0 0 0,0 0 0 0 0,0-1 0 0 0,-1 1-1 0 0,1 0 1 0 0,0 0 0 0 0,-1 0 0 0 0,1 0 0 0 0,0 0-1 0 0,0 0 1 0 0,-1 0 0 0 0,1 0 0 0 0,0 0 0 0 0,-1 0-1 0 0,1 1 1 0 0,0-1 0 0 0,0 0 0 0 0,-1 0 0 0 0,1 0-1 0 0,0 0 1 0 0,0 0 0 0 0,-1 0 0 0 0,1 1 0 0 0,0-1-1 0 0,0 0 1 0 0,-1 0 0 0 0,1 0 0 0 0,0 1 0 0 0,0-1-1 0 0,0 0 1 0 0,0 0 0 0 0,-1 0 0 0 0,1 1 0 0 0,0-1-1 0 0,0 0 1 0 0,0 1 0 0 0,-15 11 76 0 0,10-7-62 0 0,1-1-1 0 0,0 1 1 0 0,0 1-1 0 0,0-1 1 0 0,1 0 0 0 0,-1 1-1 0 0,1 0 1 0 0,0 0 0 0 0,1 0-1 0 0,0 0 1 0 0,0 0-1 0 0,0 1 1 0 0,1-1 0 0 0,-1 1-1 0 0,2-1 1 0 0,-1 1-1 0 0,1-1 1 0 0,0 9 0 0 0,1 7 12 0 0,1 0 0 0 0,2 0 1 0 0,10 41-1 0 0,-13-61-239 0 0,13 37-377 0 0,-1-21-1540 0 0,5-10-4271 0 0,-7-6 3329 0 0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3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1 319 472 0 0,'0'0'1859'0'0,"10"7"959"0"0,-5-8-2612 0 0,0-1-1 0 0,1 0 1 0 0,-1 0-1 0 0,0-1 1 0 0,0 1-1 0 0,-1-1 1 0 0,1 0-1 0 0,0 0 1 0 0,-1 0-1 0 0,7-7 1 0 0,30-20 2597 0 0,-42 33-2783 0 0,1 1 0 0 0,0-1 0 0 0,0 0 0 0 0,0 0 0 0 0,1 0 0 0 0,-1 0 0 0 0,0 0 0 0 0,1 1 0 0 0,0-1 1 0 0,2 4-1 0 0,-2-5-10 0 0,1 0 0 0 0,0 0 1 0 0,0-1-1 0 0,0 1 1 0 0,0-1-1 0 0,0 0 1 0 0,0 1-1 0 0,1-1 1 0 0,-1 0-1 0 0,0 0 0 0 0,1-1 1 0 0,-1 1-1 0 0,0 0 1 0 0,1-1-1 0 0,-1 1 1 0 0,1-1-1 0 0,-1 0 0 0 0,1 0 1 0 0,-1 0-1 0 0,1 0 1 0 0,2-1-1 0 0,54-7 95 0 0,-47 4-97 0 0,0 1 0 0 0,0-1 0 0 0,-1-1 0 0 0,0 0 0 0 0,0 0 0 0 0,0-2 0 0 0,0 1 0 0 0,-1-1-1 0 0,0 0 1 0 0,-1-1 0 0 0,1-1 0 0 0,-2 1 0 0 0,1-1 0 0 0,-1-1 0 0 0,0 1 0 0 0,-1-1 0 0 0,0-1-1 0 0,-1 1 1 0 0,0-1 0 0 0,-1 0 0 0 0,0-1 0 0 0,-1 1 0 0 0,0-1 0 0 0,-1 0 0 0 0,3-18 0 0 0,-5 25 10 0 0,-1 0 0 0 0,-1 0 1 0 0,1 0-1 0 0,-1 0 1 0 0,0 0-1 0 0,0 0 0 0 0,0 0 1 0 0,-1 0-1 0 0,0 1 0 0 0,0-1 1 0 0,0 0-1 0 0,0 1 1 0 0,-4-5-1 0 0,5 9-9 0 0,0-1 0 0 0,-1 1 0 0 0,1-1 0 0 0,-1 1 0 0 0,1 0 0 0 0,0 0 0 0 0,-1 0 0 0 0,1-1 0 0 0,-1 1 0 0 0,1 0 0 0 0,-1 1 0 0 0,1-1 0 0 0,-1 0 0 0 0,1 0 0 0 0,0 1 0 0 0,-1-1 0 0 0,1 1 0 0 0,0-1 0 0 0,-1 1 0 0 0,1-1 0 0 0,0 1 0 0 0,-1 0 0 0 0,1 0 0 0 0,0 0 0 0 0,0 0 0 0 0,0-1 0 0 0,0 2 0 0 0,-1 0 0 0 0,1-1-13 0 0,-8 8 58 0 0,0 1 1 0 0,1 0-1 0 0,0 1 1 0 0,1-1 0 0 0,0 1-1 0 0,1 1 1 0 0,0-1-1 0 0,1 1 1 0 0,-6 21-1 0 0,-3 1 42 0 0,-20 50 88 0 0,4 2 0 0 0,3 1 0 0 0,4 1 0 0 0,-18 144 0 0 0,39-223-166 0 0,-15 97 205 0 0,16-104-186 0 0,0 0 13 0 0,1-2-48 0 0,0 0 0 0 0,0 0 0 0 0,0 0 1 0 0,0 0-1 0 0,0-1 0 0 0,-1 1 0 0 0,1 0 1 0 0,0 0-1 0 0,0 0 0 0 0,0 0 0 0 0,0 0 1 0 0,0 0-1 0 0,0 0 0 0 0,0 0 0 0 0,-1 0 1 0 0,1 0-1 0 0,0 0 0 0 0,0 0 0 0 0,0 0 1 0 0,0 0-1 0 0,0 0 0 0 0,-1 0 0 0 0,1 0 1 0 0,0 0-1 0 0,0 0 0 0 0,0 0 0 0 0,0 0 1 0 0,0 0-1 0 0,0 0 0 0 0,-1 0 0 0 0,1 0 0 0 0,0 0 1 0 0,0 0-1 0 0,0 0 0 0 0,0 0 0 0 0,0 0 1 0 0,0 0-1 0 0,0 1 0 0 0,0-1 0 0 0,-1 0 1 0 0,1 0-1 0 0,0 0 0 0 0,0 0 0 0 0,0 0 1 0 0,0 0-1 0 0,0 0 0 0 0,0 0 0 0 0,0 1 1 0 0,0-1-1 0 0,0 0 0 0 0,0 0 0 0 0,0 0 1 0 0,0 0-1 0 0,0 0 0 0 0,0 0 0 0 0,0 1 1 0 0,0-1-1 0 0,0 0 0 0 0,0 0 0 0 0,0 0 1 0 0,0 0-1 0 0,0 0 0 0 0,0 0 0 0 0,0 1 1 0 0,-2-20 74 0 0,1 0 0 0 0,0 1 0 0 0,2-1 0 0 0,0 0 0 0 0,1 1 0 0 0,1-1 0 0 0,1 1 0 0 0,0-1 0 0 0,8-18 0 0 0,-7 25-265 0 0,0 0 0 0 0,1 0 0 0 0,0 0 1 0 0,1 1-1 0 0,0 0 0 0 0,10-11 0 0 0,-11 15-525 0 0,0 1 0 0 0,0 0 0 0 0,1 0 0 0 0,-1 1 0 0 0,1 0-1 0 0,1 0 1 0 0,-1 1 0 0 0,0 0 0 0 0,1 0 0 0 0,9-3 0 0 0,-6 4-2177 0 0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3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67 560 0 0,'26'-19'2299'0'0,"36"-19"1600"0"0,-58 36-3732 0 0,0 1 0 0 0,0-1 0 0 0,-1 1 0 0 0,1 0 0 0 0,0 0 0 0 0,0 1 0 0 0,0-1 0 0 0,0 1-1 0 0,0-1 1 0 0,0 1 0 0 0,0 1 0 0 0,0-1 0 0 0,0 0 0 0 0,8 3 0 0 0,-11-3-143 0 0,-1 1 0 0 0,1 0 0 0 0,0-1 0 0 0,0 1 0 0 0,-1 0 0 0 0,1-1 0 0 0,0 1 0 0 0,-1 0 0 0 0,1 0 0 0 0,-1 0 0 0 0,1 0 0 0 0,-1-1 0 0 0,1 1 0 0 0,-1 0 0 0 0,0 0 1 0 0,1 0-1 0 0,-1 0 0 0 0,0 0 0 0 0,0 0 0 0 0,0 0 0 0 0,1 0 0 0 0,-1 0 0 0 0,0 0 0 0 0,-1 0 0 0 0,1 0 0 0 0,0 0 0 0 0,0 0 0 0 0,0 0 0 0 0,0 0 0 0 0,-1 0 0 0 0,1 0 0 0 0,-1 0 0 0 0,1 0 0 0 0,0 0 0 0 0,-2 1 0 0 0,-15 33 260 0 0,-71 100 691 0 0,87-135-955 0 0,1 1 0 0 0,-1-1-1 0 0,1 1 1 0 0,0 0 0 0 0,-1-1 0 0 0,1 1 0 0 0,0-1 0 0 0,-1 1 0 0 0,1 0 0 0 0,0-1 0 0 0,0 1-1 0 0,0 0 1 0 0,0 0 0 0 0,0-1 0 0 0,0 1 0 0 0,0 0 0 0 0,0-1 0 0 0,0 1 0 0 0,0 0 0 0 0,0-1 0 0 0,0 1-1 0 0,0 0 1 0 0,0-1 0 0 0,1 1 0 0 0,-1 0 0 0 0,0-1 0 0 0,1 1 0 0 0,-1 0 0 0 0,0-1 0 0 0,1 1 0 0 0,-1-1-1 0 0,1 1 1 0 0,-1-1 0 0 0,1 1 0 0 0,1 1 9 0 0,0-1 0 0 0,0 0-1 0 0,1 0 1 0 0,-1 0 0 0 0,0-1 0 0 0,1 1-1 0 0,-1 0 1 0 0,0-1 0 0 0,1 1 0 0 0,3-1-1 0 0,64-3-1154 0 0,-65 3 733 0 0,4-1-95 0 0,0 0-655 0 0,2 0-3152 0 0,10-2 1510 0 0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4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60 504 0 0,'0'0'1197'0'0,"32"-17"5951"0"0,-30 14-6594 0 0,-1 1 0 0 0,1 0 0 0 0,-1-1 0 0 0,1 1-1 0 0,-1-1 1 0 0,0 0 0 0 0,0 0 0 0 0,0 1-1 0 0,-1-1 1 0 0,1 0 0 0 0,0-5 0 0 0,-1 5-88 0 0,1 1-383 0 0,-22 1-9386 0 0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4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77 504 0 0,'0'0'1168'0'0,"0"-16"844"0"0,3 1-380 0 0,3 2-319 0 0,-2 2-265 0 0,-2-2-596 0 0,-1 5-1224 0 0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7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96 272 0 0,'-20'-36'3986'0'0,"17"11"-2318"0"0,3 22-1392 0 0,0 1 1 0 0,0-1-1 0 0,0 0 0 0 0,-1 0 1 0 0,1 1-1 0 0,-1-1 1 0 0,0 0-1 0 0,1 0 0 0 0,-1 1 1 0 0,-2-4-1 0 0,2 5 208 0 0,-6 1-393 0 0,-1 1 0 0 0,1 1 1 0 0,0-1-1 0 0,0 1 0 0 0,0 0 1 0 0,0 1-1 0 0,0 0 0 0 0,0 0 1 0 0,1 0-1 0 0,-1 1 0 0 0,1 0 1 0 0,0 0-1 0 0,0 0 1 0 0,0 1-1 0 0,1 0 0 0 0,-1 0 1 0 0,1 1-1 0 0,-7 9 0 0 0,7-8-29 0 0,-1 1 0 0 0,1 0 0 0 0,0 0 0 0 0,1 0 0 0 0,0 1 0 0 0,0-1 0 0 0,1 1 0 0 0,0 0 0 0 0,0 0 0 0 0,1 0 0 0 0,1 0 0 0 0,-1 1 0 0 0,1-1 0 0 0,1 10 0 0 0,0-17-51 0 0,0-1-1 0 0,0 0 0 0 0,0 1 1 0 0,0-1-1 0 0,1 1 0 0 0,-1-1 1 0 0,0 1-1 0 0,1-1 1 0 0,-1 0-1 0 0,1 1 0 0 0,0-1 1 0 0,-1 0-1 0 0,1 0 1 0 0,0 1-1 0 0,0-1 0 0 0,0 0 1 0 0,0 0-1 0 0,0 0 1 0 0,0 0-1 0 0,0 0 0 0 0,0 0 1 0 0,0 0-1 0 0,0 0 1 0 0,3 1-1 0 0,-1-1 2 0 0,0-1-1 0 0,0 1 1 0 0,0-1-1 0 0,0 1 1 0 0,0-1-1 0 0,0 0 1 0 0,0 0-1 0 0,0 0 1 0 0,0 0 0 0 0,0-1-1 0 0,4 0 1 0 0,8-4 21 0 0,1 0-1 0 0,-1 0 1 0 0,21-12 0 0 0,-33 15-24 0 0,30-16 23 0 0,42-32-1 0 0,-50 32-19 0 0,-23 16-13 0 0,0 1 1 0 0,0 0 0 0 0,-1 0 0 0 0,1 0-1 0 0,0 0 1 0 0,0 0 0 0 0,0 0 0 0 0,0 1-1 0 0,0-1 1 0 0,1 1 0 0 0,-1-1 0 0 0,0 1 0 0 0,0 0-1 0 0,0 0 1 0 0,0 0 0 0 0,1 0 0 0 0,-1 0-1 0 0,0 0 1 0 0,0 0 0 0 0,0 1 0 0 0,0-1 0 0 0,0 1-1 0 0,0 0 1 0 0,0 0 0 0 0,0 0 0 0 0,4 1-1 0 0,1 4-133 0 0,1 0-1 0 0,-1 0 1 0 0,-1 1-1 0 0,1-1 0 0 0,6 10 1 0 0,-7-9-533 0 0,-1 0 0 0 0,1-1 0 0 0,0 0 0 0 0,1 0 0 0 0,10 7 0 0 0,1-4-2327 0 0,7 2 227 0 0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8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0 802 644 0 0,'74'-26'2431'0'0,"75"-38"-1"0"0,-141 61-2332 0 0,9-5 75 0 0,0 0 0 0 0,-1-2 1 0 0,0 1-1 0 0,0-2 1 0 0,-1 0-1 0 0,26-25 1 0 0,-35 30-110 0 0,-1-1 1 0 0,0 0-1 0 0,0 1 1 0 0,0-1 0 0 0,-1-1-1 0 0,0 1 1 0 0,0-1-1 0 0,-1 0 1 0 0,0 0 0 0 0,0 0-1 0 0,-1 0 1 0 0,0 0-1 0 0,0 0 1 0 0,-1-1 0 0 0,0 1-1 0 0,-1-1 1 0 0,0-13-1 0 0,-4-8 90 0 0,-1 0-1 0 0,-1 1 0 0 0,-2 0 0 0 0,-15-40 1 0 0,-58-107 481 0 0,66 145-449 0 0,-21-37 578 0 0,35 67-586 0 0,-3 22-140 0 0,1 1 0 0 0,1 0 0 0 0,1 31 0 0 0,-1 14 9 0 0,-2 126 24 0 0,3-82-16 0 0,-2 201 205 0 0,3-310-169 0 0,5-3-64 0 0,0 0 0 0 0,0 0 0 0 0,0-1 1 0 0,0 1-1 0 0,0-1 0 0 0,-1 0 0 0 0,1-1 0 0 0,-1 1 0 0 0,5-4 0 0 0,51-35 47 0 0,-24 15-67 0 0,-34 25-13 0 0,-1 0 5 0 0,0 1 1 0 0,1-1-1 0 0,-1 1 0 0 0,0 0 0 0 0,0-1 1 0 0,0 1-1 0 0,1 0 0 0 0,-1 0 0 0 0,0 0 1 0 0,0 0-1 0 0,1 0 0 0 0,-1 0 1 0 0,0 0-1 0 0,0 0 0 0 0,1 0 0 0 0,-1 1 1 0 0,0-1-1 0 0,0 0 0 0 0,0 1 1 0 0,0-1-1 0 0,0 1 0 0 0,2 0 0 0 0,2 1 3 0 0,-1 1-1 0 0,1-1 1 0 0,-1 1-1 0 0,0 0 1 0 0,0 0-1 0 0,0 0 0 0 0,0 0 1 0 0,0 1-1 0 0,-1 0 1 0 0,6 8-1 0 0,29 24-243 0 0,-30-32-45 0 0,0 1-1 0 0,0-1 0 0 0,1-1 0 0 0,-1 0 0 0 0,1 0 0 0 0,0 0 1 0 0,12 1-1 0 0,37-2-4864 0 0,-43-3 2994 0 0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8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34 552 0 0,'-2'-19'1913'0'0,"-1"8"4383"0"0,0 12-6174 0 0,0-1 1 0 0,0 1 0 0 0,0 0 0 0 0,0-1-1 0 0,0 1 1 0 0,0 0 0 0 0,0 1-1 0 0,0-1 1 0 0,0 0 0 0 0,1 1-1 0 0,-1 0 1 0 0,1 0 0 0 0,-1 0-1 0 0,1 0 1 0 0,0 0 0 0 0,0 0-1 0 0,-3 4 1 0 0,-38 44 1061 0 0,42-49-1162 0 0,0-1 1 0 0,1 1-1 0 0,-1 0 0 0 0,0 0 1 0 0,1 0-1 0 0,-1 0 0 0 0,1 0 1 0 0,-1 0-1 0 0,1 0 0 0 0,0 0 1 0 0,-1 0-1 0 0,1 0 0 0 0,0 0 1 0 0,0 0-1 0 0,0 0 0 0 0,-1 0 1 0 0,1 0-1 0 0,0 0 0 0 0,0 0 1 0 0,1 2-1 0 0,-1-3-8 0 0,1 1 0 0 0,-1 0 0 0 0,1-1 0 0 0,-1 0 0 0 0,1 1 0 0 0,-1-1 0 0 0,1 1 0 0 0,-1-1 0 0 0,1 0 0 0 0,0 1 0 0 0,-1-1 0 0 0,1 0 0 0 0,0 1 0 0 0,-1-1 0 0 0,1 0 0 0 0,0 0 0 0 0,-1 0 0 0 0,1 0 0 0 0,0 0 0 0 0,-1 0 0 0 0,1 0 0 0 0,1 0 0 0 0,44-8 244 0 0,-35 4-224 0 0,-4 2-22 0 0,1-1-1 0 0,0 1 0 0 0,-1 1 1 0 0,1-1-1 0 0,0 1 0 0 0,0 1 1 0 0,0 0-1 0 0,0 0 0 0 0,0 0 1 0 0,0 1-1 0 0,0 0 1 0 0,-1 1-1 0 0,10 2 0 0 0,-6 1-7 0 0,9 2 9 0 0,-16-8-10 0 0,0 0-1 0 0,0 0 0 0 0,-1 0 0 0 0,1 0 0 0 0,0 0 0 0 0,-1-1 0 0 0,1 0 1 0 0,0 1-1 0 0,3-4 0 0 0,52-44 26 0 0,-24 17-34 0 0,-34 31-5 0 0,1 0 4 0 0,-1 0-1 0 0,1 0 1 0 0,0 0-1 0 0,0 0 0 0 0,-1 0 1 0 0,1 0-1 0 0,0 1 1 0 0,0-1-1 0 0,0 1 1 0 0,0-1-1 0 0,0 1 1 0 0,0 0-1 0 0,0 0 0 0 0,0 0 1 0 0,0 0-1 0 0,0 0 1 0 0,2 0-1 0 0,14 26 8 0 0,-18-24 3 0 0,1-1 0 0 0,-1 1 0 0 0,1-1 0 0 0,0 1-1 0 0,0-1 1 0 0,0 1 0 0 0,-1-1 0 0 0,1 1 0 0 0,0-1 0 0 0,1 0 0 0 0,-1 1 0 0 0,0-1 0 0 0,0 0-1 0 0,1 0 1 0 0,-1 0 0 0 0,0 0 0 0 0,1 0 0 0 0,-1 0 0 0 0,1-1 0 0 0,-1 1 0 0 0,1 0 0 0 0,-1-1-1 0 0,1 1 1 0 0,0-1 0 0 0,-1 1 0 0 0,1-1 0 0 0,0 0 0 0 0,-1 0 0 0 0,1 0 0 0 0,0 0 0 0 0,0 0-1 0 0,-1 0 1 0 0,4-1 0 0 0,48-2 23 0 0,-50 3-46 0 0,-3 0-63 0 0,1 1 0 0 0,0-1-1 0 0,0 1 1 0 0,0-1 0 0 0,0 1 0 0 0,0-1-1 0 0,0 0 1 0 0,1 1 0 0 0,-1-1-1 0 0,0 0 1 0 0,0 0 0 0 0,0 0 0 0 0,0 0-1 0 0,0 0 1 0 0,0 0 0 0 0,0 0-1 0 0,0 0 1 0 0,0 0 0 0 0,0-1 0 0 0,0 1-1 0 0,0 0 1 0 0,2-2 0 0 0,26-4-3625 0 0,-29 6 3545 0 0,13-4-2725 0 0,0-1 221 0 0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19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18 288 516 0 0,'0'0'3275'0'0,"-3"3"-2784"0"0,-8 10-39 0 0,8-10 678 0 0,3-2-1085 0 0,0 0 1 0 0,0 0 0 0 0,0 0-1 0 0,0 0 1 0 0,0 0-1 0 0,0-1 1 0 0,0 1-1 0 0,0 0 1 0 0,1 0 0 0 0,-1 0-1 0 0,0 0 1 0 0,1 0-1 0 0,-1-1 1 0 0,0 1-1 0 0,1 0 1 0 0,-1 0 0 0 0,1-1-1 0 0,0 1 1 0 0,-1 0-1 0 0,1-1 1 0 0,-1 1-1 0 0,1-1 1 0 0,0 1-1 0 0,0-1 1 0 0,-1 1 0 0 0,1-1-1 0 0,0 1 1 0 0,1 0-1 0 0,0-1 2 0 0,1 1 0 0 0,-1-1-1 0 0,1 0 1 0 0,-1 1 0 0 0,0-1 0 0 0,1 0-1 0 0,-1-1 1 0 0,1 1 0 0 0,-1 0-1 0 0,4-2 1 0 0,0 1-29 0 0,-1 0 1 0 0,0-1-1 0 0,0 0 1 0 0,0 0-1 0 0,0-1 0 0 0,0 1 1 0 0,-1-1-1 0 0,1 0 0 0 0,6-5 1 0 0,-8 3-9 0 0,0 0 1 0 0,-1 1 0 0 0,1-1 0 0 0,-1 0 0 0 0,0 0-1 0 0,-1 0 1 0 0,1 0 0 0 0,-1-1 0 0 0,0 1-1 0 0,0 0 1 0 0,0-1 0 0 0,-1 1 0 0 0,0-8 0 0 0,-8-76 319 0 0,5 72-153 0 0,2 7-143 0 0,-3-16 1202 0 0,0 1 0 0 0,-9-28 0 0 0,13 51-458 0 0,-3 6-570 0 0,-1 3-138 0 0,1 1 0 0 0,0-1 0 0 0,0 1-1 0 0,1 0 1 0 0,0 0 0 0 0,1 0 0 0 0,-1 1 0 0 0,1-1 0 0 0,1 0-1 0 0,0 0 1 0 0,0 1 0 0 0,1-1 0 0 0,0 0 0 0 0,3 16-1 0 0,3 7-904 0 0,1-1 0 0 0,20 51 0 0 0,1-22-5013 0 0,-12-36 2493 0 0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0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164 259 564 0 0,'1'-3'749'0'0,"-1"0"-1"0"0,0 0 1 0 0,0 0 0 0 0,0 0-1 0 0,-1 0 1 0 0,1 0-1 0 0,-1 0 1 0 0,1 0 0 0 0,-1 0-1 0 0,0 0 1 0 0,-2-4 0 0 0,-8 9-479 0 0,1 1 1 0 0,0 1 0 0 0,0 0-1 0 0,1 0 1 0 0,-1 1 0 0 0,1 0 0 0 0,0 1-1 0 0,1 0 1 0 0,-1 1 0 0 0,1-1 0 0 0,0 1-1 0 0,1 1 1 0 0,-1 0 0 0 0,1 0 0 0 0,-11 17-1 0 0,17-24-240 0 0,1 1 0 0 0,-1-1 0 0 0,0 1 0 0 0,0-1 0 0 0,1 1 0 0 0,-1-1 0 0 0,1 1 0 0 0,-1-1 0 0 0,1 1 0 0 0,0-1 0 0 0,0 1 0 0 0,0 0 0 0 0,0-1 0 0 0,0 1 0 0 0,0-1 0 0 0,0 1 0 0 0,0 0 0 0 0,0-1 0 0 0,1 1 0 0 0,-1-1 0 0 0,1 1 1 0 0,-1-1-1 0 0,1 1 0 0 0,0-1 0 0 0,0 3 0 0 0,1-3-6 0 0,0 0 1 0 0,0 0-1 0 0,-1 0 1 0 0,1 0-1 0 0,0 0 1 0 0,0 0 0 0 0,0-1-1 0 0,0 1 1 0 0,0-1-1 0 0,0 1 1 0 0,0-1 0 0 0,0 0-1 0 0,0 1 1 0 0,0-1-1 0 0,0 0 1 0 0,4-1 0 0 0,7 0 38 0 0,0-1 1 0 0,0-1 0 0 0,0 0 0 0 0,21-8 0 0 0,-24 5-28 0 0,0 1 0 0 0,0-1 0 0 0,0-1 0 0 0,-1 0 0 0 0,17-15 1 0 0,-12 9-19 0 0,-12 12-34 0 0,-1 0 6 0 0,0 0 7 0 0,0 1 0 0 0,0-1 1 0 0,0 1-1 0 0,1-1 1 0 0,-1 1-1 0 0,0-1 0 0 0,0 1 1 0 0,1 0-1 0 0,-1 0 1 0 0,0 0-1 0 0,1-1 0 0 0,-1 1 1 0 0,0 0-1 0 0,0 1 1 0 0,1-1-1 0 0,-1 0 1 0 0,0 0-1 0 0,1 1 0 0 0,-1-1 1 0 0,0 0-1 0 0,3 2 1 0 0,-2-1 3 0 0,10 1-12 0 0,0-1-1 0 0,0 1 0 0 0,0-2 1 0 0,0 0-1 0 0,1 0 1 0 0,-1-1-1 0 0,0 0 1 0 0,0-1-1 0 0,-1-1 1 0 0,1 0-1 0 0,21-8 0 0 0,-27 8 5 0 0,1 0 0 0 0,-1-1 0 0 0,1 0 0 0 0,-1 0 0 0 0,0 0 0 0 0,-1-1 0 0 0,1 0 0 0 0,-1 0-1 0 0,0 0 1 0 0,0-1 0 0 0,0 1 0 0 0,-1-1 0 0 0,0 0 0 0 0,0-1 0 0 0,-1 1 0 0 0,1-1 0 0 0,-1 1-1 0 0,-1-1 1 0 0,1 0 0 0 0,2-14 0 0 0,-5 18 8 0 0,4-14-11 0 0,-2-1-1 0 0,0 1 1 0 0,-1 0 0 0 0,-2-23-1 0 0,1 4 25 0 0,-3 38-80 0 0,-5 19 60 0 0,-6 35 48 0 0,-2 105 176 0 0,8 229 0 0 0,8-280-107 0 0,0-105-71 0 0,1-1-1 0 0,-1 0 0 0 0,-1 0 1 0 0,1 0-1 0 0,0 1 1 0 0,-1-1-1 0 0,0 0 1 0 0,0 0-1 0 0,0 0 1 0 0,-1 0-1 0 0,-3 7 0 0 0,4-10 168 0 0,-2-6-133 0 0,-2-5-59 0 0,1 0 0 0 0,0 0 0 0 0,0-1 1 0 0,1 1-1 0 0,0-1 0 0 0,1 0 0 0 0,0 0 1 0 0,1 0-1 0 0,0 0 0 0 0,1 0 0 0 0,0 0 1 0 0,1 0-1 0 0,0 0 0 0 0,0 0 1 0 0,1 0-1 0 0,1 0 0 0 0,0 0 0 0 0,6-14 1 0 0,0 1-13 0 0,1 1 0 0 0,1 1 1 0 0,1 0-1 0 0,0 1 1 0 0,2 0-1 0 0,1 1 0 0 0,24-27 1 0 0,-33 41-7 0 0,0 1 0 0 0,0 0 1 0 0,0 0-1 0 0,0 1 0 0 0,1 0 0 0 0,0 0 0 0 0,0 0 1 0 0,0 1-1 0 0,0 0 0 0 0,0 0 0 0 0,1 1 1 0 0,11-2-1 0 0,-18 4 1 0 0,0-1 1 0 0,-1 1-1 0 0,1 0 1 0 0,0 0-1 0 0,0-1 1 0 0,-1 1-1 0 0,1 0 1 0 0,0 0-1 0 0,0 0 1 0 0,-1 0-1 0 0,1 0 1 0 0,0 0-1 0 0,0 0 1 0 0,-1 0 0 0 0,1 0-1 0 0,0 0 1 0 0,0 1-1 0 0,-1-1 1 0 0,1 0-1 0 0,0 0 1 0 0,0 1-1 0 0,-1-1 1 0 0,1 1-1 0 0,-1-1 1 0 0,1 0-1 0 0,0 1 1 0 0,-1-1-1 0 0,1 1 1 0 0,-1-1-1 0 0,1 1 1 0 0,-1 0-1 0 0,1-1 1 0 0,-1 1-1 0 0,1 0 1 0 0,-1-1-1 0 0,0 1 1 0 0,1 0-1 0 0,-1-1 1 0 0,0 1-1 0 0,0 0 1 0 0,1 0-1 0 0,-1-1 1 0 0,0 1-1 0 0,0 0 1 0 0,0 0-1 0 0,0-1 1 0 0,0 1-1 0 0,0 1 1 0 0,-1 0 6 0 0,1 1 0 0 0,-1-1-1 0 0,0 0 1 0 0,0 0 0 0 0,0 1 0 0 0,0-1 0 0 0,0 0 0 0 0,0 0-1 0 0,-1 0 1 0 0,1 0 0 0 0,-1 0 0 0 0,-2 2 0 0 0,-10 7-43 0 0,-1 0-1 0 0,0-2 1 0 0,0 0 0 0 0,-26 11 0 0 0,-3-6-2507 0 0,42-14 1584 0 0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1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11 488 188 0 0,'0'0'841'0'0,"40"-30"5206"0"0,-28 13-4432 0 0,-6 7-36 0 0,-8 7 859 0 0,-2 4-2409 0 0,0 1-1 0 0,0 0 1 0 0,0 0-1 0 0,0 0 1 0 0,0 1-1 0 0,1-1 1 0 0,-1 1-1 0 0,1 0 1 0 0,0 0-1 0 0,0 0 1 0 0,0 0-1 0 0,0 1 1 0 0,0-1-1 0 0,1 1 0 0 0,-1 0 1 0 0,1-1-1 0 0,0 1 1 0 0,0 0-1 0 0,1 0 1 0 0,-1 0-1 0 0,1 1 1 0 0,-2 8-1 0 0,3 33 240 0 0,1-45-263 0 0,-1 0 0 0 0,0 0 0 0 0,1 0 0 0 0,-1 0 1 0 0,0 0-1 0 0,1 0 0 0 0,-1 0 0 0 0,1-1 0 0 0,-1 1 0 0 0,1 0 0 0 0,0 0 0 0 0,-1-1 0 0 0,1 1 0 0 0,0 0 0 0 0,0-1 0 0 0,-1 1 0 0 0,1 0 0 0 0,0-1 0 0 0,0 1 0 0 0,0-1 0 0 0,0 0 0 0 0,0 1 0 0 0,-1-1 1 0 0,1 0-1 0 0,0 1 0 0 0,0-1 0 0 0,0 0 0 0 0,0 0 0 0 0,0 0 0 0 0,0 0 0 0 0,0 0 0 0 0,0 0 0 0 0,0 0 0 0 0,0 0 0 0 0,2-1 0 0 0,37-9 79 0 0,-35 9-68 0 0,18-8 8 0 0,0-1 1 0 0,30-19 0 0 0,28-11-9 0 0,-64 32-23 0 0,-13 6-3 0 0,0 0 1 0 0,-1 0 0 0 0,1 1-1 0 0,0-1 1 0 0,0 1-1 0 0,0 0 1 0 0,0 0 0 0 0,0 1-1 0 0,6-1 1 0 0,-8 3-7 0 0,0-1 14 0 0,0 1-1 0 0,0 0 1 0 0,0 0-1 0 0,0 0 1 0 0,0 0 0 0 0,0 0-1 0 0,-1 0 1 0 0,1 1 0 0 0,-1-1-1 0 0,1 0 1 0 0,-1 1-1 0 0,0-1 1 0 0,0 1 0 0 0,0 0-1 0 0,-1-1 1 0 0,1 1-1 0 0,0 3 1 0 0,2 5 0 0 0,-1-7-20 0 0,1 0 0 0 0,0 0 0 0 0,0 0 0 0 0,0-1 0 0 0,0 1-1 0 0,1-1 1 0 0,-1 0 0 0 0,1 1 0 0 0,0-2 0 0 0,0 1 0 0 0,0 0 0 0 0,0-1-1 0 0,1 0 1 0 0,-1 0 0 0 0,0 0 0 0 0,1-1 0 0 0,0 1 0 0 0,-1-1 0 0 0,1 0-1 0 0,0 0 1 0 0,-1-1 0 0 0,1 1 0 0 0,0-1 0 0 0,6-1 0 0 0,10 1-213 0 0,-1-1 1 0 0,-1-1 0 0 0,1-1 0 0 0,30-8-1 0 0,-39 8 177 0 0,1 0-1 0 0,-1-1 1 0 0,0 0-1 0 0,0-1 1 0 0,0 0-1 0 0,0 0 0 0 0,-1-2 1 0 0,0 1-1 0 0,0-1 1 0 0,-1 0-1 0 0,0-1 1 0 0,13-14-1 0 0,-21 21 105 0 0,0 0 0 0 0,0 0 0 0 0,0 0 0 0 0,0 0 0 0 0,0 0 0 0 0,-1 0 0 0 0,1 0 0 0 0,0-1 0 0 0,0 1 0 0 0,-1 0 0 0 0,1-1 0 0 0,-1 1-1 0 0,1 0 1 0 0,-1-1 0 0 0,0 1 0 0 0,1-1 0 0 0,-1-2 0 0 0,0 3-30 0 0,-1 1 0 0 0,1 0 0 0 0,-1-1 0 0 0,1 1-1 0 0,-1-1 1 0 0,1 1 0 0 0,-1 0 0 0 0,1-1 0 0 0,-1 1 0 0 0,1 0 0 0 0,-1 0-1 0 0,1-1 1 0 0,-1 1 0 0 0,0 0 0 0 0,1 0 0 0 0,-1 0 0 0 0,1 0-1 0 0,-1 0 1 0 0,0 0 0 0 0,1 0 0 0 0,-1 0 0 0 0,1 0 0 0 0,-1 0-1 0 0,0 0 1 0 0,1 0 0 0 0,-1 0 0 0 0,0 1 0 0 0,-5 0 21 0 0,1 0 1 0 0,-1 1 0 0 0,1 0-1 0 0,-1 0 1 0 0,1 0-1 0 0,0 1 1 0 0,-6 3 0 0 0,3 0 25 0 0,6-5-51 0 0,0 1-1 0 0,-1-1 1 0 0,1 1-1 0 0,0-1 0 0 0,0 1 1 0 0,0 0-1 0 0,0 0 0 0 0,1 0 1 0 0,-1 0-1 0 0,0 0 1 0 0,1 0-1 0 0,0 0 0 0 0,-1 0 1 0 0,0 4 66 0 0,5-5-61 0 0,7-1-4 0 0,1 0-1 0 0,-1 0 1 0 0,0-1-1 0 0,0-1 1 0 0,0 1-1 0 0,0-2 1 0 0,-1 1-1 0 0,19-8 0 0 0,36-8-18 0 0,-31 13-5 0 0,0-1-1 0 0,-1-1 1 0 0,1-2 0 0 0,39-17-1 0 0,-63 22 12 0 0,-1 0 0 0 0,1-1-1 0 0,-1 0 1 0 0,0 0 0 0 0,0 0 0 0 0,-1-1-1 0 0,0 0 1 0 0,0-1 0 0 0,0 0-1 0 0,-1 0 1 0 0,0 0 0 0 0,0-1 0 0 0,-1 0-1 0 0,0 0 1 0 0,0 0 0 0 0,-1-1-1 0 0,0 1 1 0 0,0-1 0 0 0,4-16 0 0 0,-5 11-6 0 0,-1-1 0 0 0,0 0 0 0 0,-1 1 0 0 0,-1-1 1 0 0,0 0-1 0 0,-1 0 0 0 0,-1 1 0 0 0,0-1 0 0 0,-1 0 1 0 0,0 1-1 0 0,-1 0 0 0 0,-1 0 0 0 0,0 0 0 0 0,-1 1 1 0 0,-9-15-1 0 0,14 26-6 0 0,1 2-6 0 0,-1 0 16 0 0,1 0 1 0 0,0-1 0 0 0,-1 1 0 0 0,1 0 0 0 0,-1 0 0 0 0,1 0 0 0 0,-1 0 0 0 0,1 0 0 0 0,-1 0 0 0 0,1 0 0 0 0,0 0 0 0 0,-1 0 0 0 0,1 0 0 0 0,-1 0 0 0 0,1 0 0 0 0,-1 0 0 0 0,1 0 0 0 0,-1 0 0 0 0,1 0 0 0 0,0 0 0 0 0,-1 1 0 0 0,1-1 0 0 0,-1 0 0 0 0,1 0 0 0 0,-1 0 0 0 0,1 1 0 0 0,0-1 0 0 0,-1 1 0 0 0,-4 5 4 0 0,1 1 0 0 0,0 0 1 0 0,0 0-1 0 0,0 0 0 0 0,1 0 1 0 0,0 0-1 0 0,1 1 0 0 0,-1-1 0 0 0,2 1 1 0 0,-1 0-1 0 0,0 12 0 0 0,0 5 21 0 0,1 0 0 0 0,4 38 0 0 0,-1-50-14 0 0,0-1 0 0 0,1 0 1 0 0,0 0-1 0 0,1 0 0 0 0,0 0 1 0 0,1-1-1 0 0,0 0 0 0 0,1 0 1 0 0,0 0-1 0 0,0 0 0 0 0,12 12 1 0 0,-13-17-6 0 0,0 1 1 0 0,0-2 0 0 0,1 1 0 0 0,0-1-1 0 0,0 0 1 0 0,1 0 0 0 0,-1 0 0 0 0,1-1-1 0 0,0 0 1 0 0,0-1 0 0 0,0 1 0 0 0,1-1-1 0 0,-1-1 1 0 0,1 1 0 0 0,0-1 0 0 0,0-1-1 0 0,0 1 1 0 0,10-1 0 0 0,-16 0-4 0 0,-1-1 0 0 0,1 0 0 0 0,0 0 0 0 0,0 0 0 0 0,0 0 0 0 0,-1 0 0 0 0,1 0 0 0 0,0 0 0 0 0,0-1 0 0 0,-1 1 0 0 0,1-1 0 0 0,0 1 0 0 0,-1-1 0 0 0,1 0 0 0 0,0 1 0 0 0,-1-1 0 0 0,1 0 0 0 0,-1 0 0 0 0,1 0 0 0 0,-1 0 0 0 0,0-1 0 0 0,1 1 0 0 0,-1 0 0 0 0,0-1 0 0 0,0 1 0 0 0,0 0 0 0 0,0-1 0 0 0,0 1 0 0 0,0-1 0 0 0,0 0 0 0 0,0 1 0 0 0,-1-1 0 0 0,1 0 0 0 0,-1 1 1 0 0,1-1-1 0 0,-1 0 0 0 0,0 0 0 0 0,1-2 0 0 0,-2 1 2 0 0,-14-5 56 0 0,9 7-44 0 0,4 0-3 0 0,1 1 1 0 0,-1-1 0 0 0,0 1 0 0 0,0 0-1 0 0,1-1 1 0 0,-1 1 0 0 0,0 0-1 0 0,1 0 1 0 0,-1 0 0 0 0,0 0 0 0 0,0 1-1 0 0,1-1 1 0 0,-1 0 0 0 0,0 1-1 0 0,1-1 1 0 0,-1 1 0 0 0,0 0 0 0 0,1-1-1 0 0,-1 1 1 0 0,1 0 0 0 0,-1 0 0 0 0,1 0-1 0 0,-3 2 1 0 0,3-2 10 0 0,16 25-637 0 0,-11-23 155 0 0,1 0 1 0 0,0 0-1 0 0,0-1 1 0 0,0 1-1 0 0,0-1 1 0 0,8 2-1 0 0,20 1-4614 0 0,-16-4 2200 0 0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1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2 303 8 0 0,'0'0'10287'0'0,"0"1"-10247"0"0,0 0 0 0 0,-1 0 0 0 0,1 0 0 0 0,0 0 0 0 0,-1 0 0 0 0,1 0 0 0 0,0 0 0 0 0,0 0 0 0 0,0 0 0 0 0,0 0 0 0 0,0 0 0 0 0,0 1-1 0 0,1-1 1 0 0,-1 0 0 0 0,0 0 0 0 0,1 2 0 0 0,3-3 12 0 0,0 1 0 0 0,0-1 0 0 0,-1 1 0 0 0,1-1-1 0 0,0 0 1 0 0,0 0 0 0 0,0-1 0 0 0,0 1 0 0 0,0-1 0 0 0,-1 0-1 0 0,1 0 1 0 0,0 0 0 0 0,-1-1 0 0 0,1 1 0 0 0,-1-1 0 0 0,1 0-1 0 0,-1 0 1 0 0,6-4 0 0 0,-3 1-16 0 0,-1 0 1 0 0,0-1-1 0 0,0 1 1 0 0,-1-1-1 0 0,0 0 0 0 0,0-1 1 0 0,0 1-1 0 0,0-1 1 0 0,3-9-1 0 0,-1-3 18 0 0,0 1-1 0 0,-1-1 1 0 0,-1 0 0 0 0,-1 0 0 0 0,0 0 0 0 0,-2-1-1 0 0,0-19 1 0 0,-1 34 116 0 0,-1-1 0 0 0,1 0 1 0 0,-1 1-1 0 0,-1 0 0 0 0,1-1 0 0 0,-1 1 0 0 0,1 0 0 0 0,-2-1 1 0 0,-3-7-1 0 0,5 11 70 0 0,-1 3-174 0 0,0-1 0 0 0,0 0 0 0 0,0 1 0 0 0,1-1 0 0 0,-1 1 0 0 0,0 0 0 0 0,0-1 0 0 0,1 1 0 0 0,-1 0 0 0 0,1 0 0 0 0,-1 0 0 0 0,1 0 0 0 0,-1 0 0 0 0,1 1 0 0 0,0-1 0 0 0,-1 0 0 0 0,1 1 0 0 0,0-1 0 0 0,0 1 0 0 0,0-1 0 0 0,0 1 0 0 0,0-1 0 0 0,0 1 0 0 0,1 0 0 0 0,-1 0 0 0 0,0-1 0 0 0,1 1 0 0 0,0 0 0 0 0,-1 0 0 0 0,1 0 0 0 0,0-1 0 0 0,0 1 0 0 0,0 0 0 0 0,0 0 0 0 0,0 2 0 0 0,0 12 173 0 0,1 1 1 0 0,0-1-1 0 0,4 16 0 0 0,-3-17-53 0 0,2 9-30 0 0,2-1-1 0 0,0 0 1 0 0,2 0-1 0 0,12 28 1 0 0,6 6-3019 0 0,-20-48 421 0 0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2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64 0 0,'0'0'2140'0'0,"14"-19"-516"0"0,-1 10-1068 0 0,-4 4-268 0 0,-1 0-272 0 0,3 2-336 0 0,-2-1-408 0 0,2 0-792 0 0,0 3 352 0 0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5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28 708 0 0,'7'-18'2507'0'0,"2"9"3096"0"0,-5 32-5284 0 0,-2 1-1 0 0,-1 0 1 0 0,-1 0-1 0 0,-6 43 1 0 0,3-30 22 0 0,2 49 1 0 0,0 67 262 0 0,-1-63-325 0 0,-4-31-7 0 0,5-57-11 0 0,5-7-249 0 0,1-3-7 0 0,0 0 0 0 0,-1-1 0 0 0,0 0 0 0 0,0 0 0 0 0,-1 0 0 0 0,0 0 0 0 0,-1-1 0 0 0,0 1 0 0 0,0-1 1 0 0,-1 1-1 0 0,0-12 0 0 0,0 15-6 0 0,-1 0 0 0 0,0-1 0 0 0,0 1 0 0 0,0 0 0 0 0,-1 0 0 0 0,0-1 1 0 0,0 1-1 0 0,0 0 0 0 0,-1 0 0 0 0,0 0 0 0 0,0 1 0 0 0,-1-1 0 0 0,1 0 0 0 0,-1 1 1 0 0,-1-1-1 0 0,1 1 0 0 0,-1 0 0 0 0,0 0 0 0 0,-5-5 0 0 0,4 7-1 0 0,1 1-1 0 0,-1 0 1 0 0,0-1-1 0 0,0 2 1 0 0,0-1-1 0 0,0 1 1 0 0,-1-1 0 0 0,1 2-1 0 0,0-1 1 0 0,0 0-1 0 0,-1 1 1 0 0,1 0-1 0 0,0 0 1 0 0,-1 1-1 0 0,1-1 1 0 0,0 1 0 0 0,-1 0-1 0 0,1 1 1 0 0,0-1-1 0 0,0 1 1 0 0,0 0-1 0 0,0 0 1 0 0,1 1-1 0 0,-1 0 1 0 0,1-1 0 0 0,-6 5-1 0 0,5-4 4 0 0,0 0 0 0 0,1 1-1 0 0,-1-1 1 0 0,1 1 0 0 0,-1 0 0 0 0,1 0-1 0 0,0 1 1 0 0,1-1 0 0 0,-1 1 0 0 0,1-1-1 0 0,0 1 1 0 0,0 0 0 0 0,0 1 0 0 0,1-1-1 0 0,0 0 1 0 0,0 1 0 0 0,0-1 0 0 0,1 1-1 0 0,-1 0 1 0 0,2 0 0 0 0,-1-1 0 0 0,0 1-1 0 0,1 7 1 0 0,1-9 3 0 0,0-1-1 0 0,0 0 1 0 0,0 1-1 0 0,0-1 1 0 0,0 0-1 0 0,1 0 1 0 0,-1 0-1 0 0,1 0 1 0 0,0 0-1 0 0,0 0 1 0 0,0-1-1 0 0,0 1 1 0 0,1-1-1 0 0,-1 1 1 0 0,1-1-1 0 0,-1 0 1 0 0,1 0-1 0 0,0 0 1 0 0,0 0 0 0 0,0 0-1 0 0,4 1 1 0 0,4 1-1 0 0,-1 0 0 0 0,1-1 0 0 0,0 0 1 0 0,18 1-1 0 0,-16-2 0 0 0,23 2-11 0 0,1-2 0 0 0,-1-1-1 0 0,0-2 1 0 0,0-2-1 0 0,0-1 1 0 0,0-2-1 0 0,0-1 1 0 0,-1-2-1 0 0,-1-2 1 0 0,63-27-1 0 0,-82 31 8 0 0,0-2 0 0 0,-1 0 0 0 0,0 0 0 0 0,0-1 1 0 0,-1-1-1 0 0,-1 0 0 0 0,17-18 0 0 0,-28 27 12 0 0,-1 2-9 0 0,0 0-1 0 0,-1 0 1 0 0,1 0-1 0 0,0 0 1 0 0,0 0 0 0 0,0 0-1 0 0,0 0 1 0 0,0 0-1 0 0,0 0 1 0 0,-1 0-1 0 0,1 0 1 0 0,0 0 0 0 0,0 0-1 0 0,0 0 1 0 0,0 0-1 0 0,0-1 1 0 0,0 1 0 0 0,0 0-1 0 0,0 0 1 0 0,0 0-1 0 0,-1 0 1 0 0,1 0-1 0 0,0 0 1 0 0,0 0 0 0 0,0-1-1 0 0,0 1 1 0 0,0 0-1 0 0,0 0 1 0 0,0 0-1 0 0,0 0 1 0 0,0 0 0 0 0,0 0-1 0 0,0-1 1 0 0,0 1-1 0 0,0 0 1 0 0,0 0-1 0 0,0 0 1 0 0,0 0 0 0 0,0 0-1 0 0,0 0 1 0 0,0-1-1 0 0,0 1 1 0 0,0 0-1 0 0,0 0 1 0 0,0 0 0 0 0,0 0-1 0 0,1 0 1 0 0,-1 0-1 0 0,0-1 1 0 0,0 1-1 0 0,0 0 1 0 0,0 0 0 0 0,0 0-1 0 0,0 0 1 0 0,0 0-1 0 0,0 0 1 0 0,0 0 0 0 0,1 0-1 0 0,-1 0 1 0 0,0 0-1 0 0,0 0 1 0 0,0 0-1 0 0,0-1 1 0 0,0 1 0 0 0,0 0-1 0 0,1 0 1 0 0,-1 0-1 0 0,0 0 1 0 0,-4 4 0 0 0,-1-1 1 0 0,1 1 0 0 0,0 0-1 0 0,0 0 1 0 0,1 0 0 0 0,-1 1-1 0 0,1-1 1 0 0,0 1-1 0 0,0 0 1 0 0,1 0 0 0 0,-1 0-1 0 0,1 0 1 0 0,0 0-1 0 0,-2 12 1 0 0,3-14 1 0 0,1 0 0 0 0,0 0-1 0 0,-1 0 1 0 0,2 0 0 0 0,-1 1 0 0 0,0-1 0 0 0,0 0-1 0 0,1 0 1 0 0,0 0 0 0 0,0 0 0 0 0,0 0-1 0 0,0 0 1 0 0,0 0 0 0 0,0 0 0 0 0,1 0 0 0 0,-1 0-1 0 0,1-1 1 0 0,0 1 0 0 0,0-1 0 0 0,0 1-1 0 0,0-1 1 0 0,1 0 0 0 0,-1 0 0 0 0,0 0 0 0 0,1 0-1 0 0,0 0 1 0 0,-1 0 0 0 0,1-1 0 0 0,4 3 0 0 0,6 1 5 0 0,-1 0 1 0 0,1-1 0 0 0,0-1 0 0 0,0 0 0 0 0,1-1 0 0 0,-1 0 0 0 0,1-1 0 0 0,-1 0 0 0 0,1-1 0 0 0,21-3 0 0 0,-18 1-2 0 0,1-1-1 0 0,0 0 0 0 0,-1-2 0 0 0,1 0 1 0 0,-1-1-1 0 0,0 0 0 0 0,23-14 1 0 0,-34 17 7 0 0,0-1 1 0 0,-1-1 0 0 0,1 1 0 0 0,-1-1-1 0 0,0 0 1 0 0,0 0 0 0 0,-1 0 0 0 0,1-1-1 0 0,-1 0 1 0 0,0 0 0 0 0,-1 0 0 0 0,1 0-1 0 0,-1 0 1 0 0,0-1 0 0 0,-1 0 0 0 0,3-11 0 0 0,7-26 582 0 0,-11 43-534 0 0,-2 7-60 0 0,0 2-1 0 0,0 0 0 0 0,1 1 0 0 0,0-1 0 0 0,0 0-1 0 0,3 14 1 0 0,-3-18 5 0 0,1-1-1 0 0,0 0 1 0 0,0 1-1 0 0,0-1 0 0 0,0 0 1 0 0,0 0-1 0 0,1 0 0 0 0,-1 0 1 0 0,1 0-1 0 0,0 0 1 0 0,0 0-1 0 0,0-1 0 0 0,1 1 1 0 0,-1-1-1 0 0,0 1 0 0 0,1-1 1 0 0,0 0-1 0 0,-1 0 0 0 0,1 0 1 0 0,0 0-1 0 0,0 0 1 0 0,5 1-1 0 0,-6-2 6 0 0,1-1-7 0 0,0-1 1 0 0,0 1 0 0 0,1-1-1 0 0,-1 1 1 0 0,0-1 0 0 0,0 0-1 0 0,1 0 1 0 0,-1 0 0 0 0,0-1-1 0 0,0 1 1 0 0,-1-1 0 0 0,1 0-1 0 0,0 0 1 0 0,0 0 0 0 0,-1 0-1 0 0,1 0 1 0 0,-1 0 0 0 0,4-5-1 0 0,1-3 5 0 0,0-1-1 0 0,0 1 1 0 0,7-19 0 0 0,-9 19-35 0 0,-4 8 24 0 0,0 0 0 0 0,-1 1 0 0 0,1-1 0 0 0,-1 1 0 0 0,1-1 0 0 0,-1 0 1 0 0,0 0-1 0 0,0 1 0 0 0,0-1 0 0 0,0 0 0 0 0,0 1 0 0 0,0-1 0 0 0,0 0 0 0 0,0 0 0 0 0,-1 1 0 0 0,1-1 0 0 0,-2-3 0 0 0,-2-15 243 0 0,4 19-227 0 0,0 1-9 0 0,0-1 0 0 0,0 0-1 0 0,0 1 1 0 0,0-1 0 0 0,0 1-1 0 0,-1-1 1 0 0,1 1 0 0 0,0 0-1 0 0,0-1 1 0 0,-1 1 0 0 0,1-1-1 0 0,0 1 1 0 0,-1-1 0 0 0,1 1-1 0 0,0 0 1 0 0,-1-1 0 0 0,1 1-1 0 0,-1 0 1 0 0,1-1 0 0 0,-1 1 0 0 0,1 0-1 0 0,0 0 1 0 0,-1-1 0 0 0,1 1-1 0 0,-1 0 1 0 0,1 0 0 0 0,-1 0-1 0 0,1 0 1 0 0,-1-1 0 0 0,0 1-1 0 0,1 0 1 0 0,-1 0 0 0 0,1 0-1 0 0,-1 0 1 0 0,0 1 0 0 0,-1-2 72 0 0,1 2-83 0 0,0 0 4 0 0,0 0-1 0 0,-1 0 1 0 0,2 0 0 0 0,-1 0 0 0 0,0 0-1 0 0,0 0 1 0 0,0 0 0 0 0,0 1 0 0 0,1-1-1 0 0,-1 0 1 0 0,0 1 0 0 0,0 1 0 0 0,3 0 5 0 0,-1 0 1 0 0,1-1-1 0 0,0 1 1 0 0,0 0-1 0 0,0-1 1 0 0,0 1-1 0 0,1-1 1 0 0,-1 0-1 0 0,1 0 1 0 0,-1 0-1 0 0,1 0 1 0 0,-1 0-1 0 0,1-1 1 0 0,0 1-1 0 0,0-1 1 0 0,0 1-1 0 0,0-1 1 0 0,0 0-1 0 0,0-1 1 0 0,1 1-1 0 0,-1 0 0 0 0,0-1 1 0 0,5 1-1 0 0,14 1 9 0 0,1-1-1 0 0,30-3 1 0 0,-22 1 9 0 0,0 1-3 0 0,-1-1 1 0 0,0-1-1 0 0,0-2 1 0 0,39-10-1 0 0,-49 3-2 0 0,-19 11-19 0 0,-1-1 1 0 0,0 1 0 0 0,0 0-1 0 0,1 0 1 0 0,-1-1-1 0 0,0 1 1 0 0,1 0 0 0 0,-1 0-1 0 0,0 0 1 0 0,1-1-1 0 0,-1 1 1 0 0,0 0 0 0 0,1 0-1 0 0,-1 0 1 0 0,0 0-1 0 0,1 0 1 0 0,-1 0 0 0 0,0-1-1 0 0,1 1 1 0 0,-1 0-1 0 0,0 0 1 0 0,1 0 0 0 0,-1 0-1 0 0,1 1 1 0 0,-1-1-1 0 0,0 0 1 0 0,1 0 0 0 0,-1 0-1 0 0,0 0 1 0 0,1 0-1 0 0,-1 0 1 0 0,0 0 0 0 0,1 1-1 0 0,-1-1 1 0 0,0 0-1 0 0,1 0 1 0 0,-1 1-1 0 0,0-1 1 0 0,0 0 0 0 0,1 0-1 0 0,-1 1 1 0 0,0-1-1 0 0,0 0 1 0 0,1 1 0 0 0,-1-1-1 0 0,0 0 1 0 0,0 1-1 0 0,0-1 1 0 0,0 0 0 0 0,1 1-1 0 0,-1-1 1 0 0,0 0-1 0 0,0 1 1 0 0,2 2 10 0 0,-3 53 159 0 0,-4 20 15 0 0,5-74-194 0 0,-1 7 483 0 0,0-6-2796 0 0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5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54 244 0 0,'6'-42'8309'0'0,"1"31"-5071"0"0,0 14-1877 0 0,7 26-4492 0 0,-8-14-1424 0 0,0-3 1481 0 0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5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30 248 0 0,'0'0'784'0'0,"7"-12"7088"0"0,-7 11-7763 0 0,-12 4 189 0 0,1 0 1 0 0,-1 1-1 0 0,0 0 0 0 0,1 0 1 0 0,-13 8-1 0 0,20-10-200 0 0,0 0-1 0 0,0 1 1 0 0,0-1-1 0 0,0 1 1 0 0,1 0-1 0 0,-1 0 1 0 0,1 0-1 0 0,0 1 1 0 0,0-1-1 0 0,0 1 1 0 0,0 0-1 0 0,1 0 1 0 0,-1 0-1 0 0,1 0 1 0 0,0 0-1 0 0,0 0 1 0 0,-1 6-1 0 0,3-8-80 0 0,0-1 0 0 0,0 1 0 0 0,0 0 0 0 0,0-1-1 0 0,0 1 1 0 0,1 0 0 0 0,-1-1 0 0 0,1 1 0 0 0,-1 0-1 0 0,1-1 1 0 0,0 1 0 0 0,0-1 0 0 0,-1 1 0 0 0,1-1-1 0 0,0 0 1 0 0,0 1 0 0 0,0-1 0 0 0,1 0 0 0 0,-1 0-1 0 0,0 0 1 0 0,0 0 0 0 0,1 0 0 0 0,-1 0 0 0 0,0 0-1 0 0,1 0 1 0 0,-1 0 0 0 0,1 0 0 0 0,1 0 0 0 0,44 16 220 0 0,-22-11-177 0 0,-1-1-1 0 0,1-2 0 0 0,0 0 1 0 0,0-2-1 0 0,0-1 0 0 0,31-3 1 0 0,-45 2-43 0 0,0 0 0 0 0,-1-1 0 0 0,1-1 0 0 0,0 1 0 0 0,-1-2 0 0 0,1 1 1 0 0,-1-2-1 0 0,0 1 0 0 0,0-1 0 0 0,0-1 0 0 0,-1 0 0 0 0,0 0 0 0 0,0-1 1 0 0,-1 0-1 0 0,0 0 0 0 0,11-12 0 0 0,-17 17 26 0 0,0-1 1 0 0,0 1-1 0 0,0 0 1 0 0,-1-1-1 0 0,1 1 1 0 0,-1 0-1 0 0,1-1 0 0 0,-1 0 1 0 0,0 1-1 0 0,0-1 1 0 0,0 0-1 0 0,0 0 1 0 0,0 0-1 0 0,-1 1 1 0 0,0-1-1 0 0,1 0 0 0 0,-1 0 1 0 0,0 0-1 0 0,0 0 1 0 0,0 0-1 0 0,-1 0 1 0 0,1 0-1 0 0,-1 1 0 0 0,0-1 1 0 0,1 0-1 0 0,-1 0 1 0 0,0 0-1 0 0,-1 1 1 0 0,1-1-1 0 0,0 1 1 0 0,-1-1-1 0 0,-2-2 0 0 0,4 5 0 0 0,-1-1 0 0 0,1 1 0 0 0,-1-1 0 0 0,0 1 0 0 0,1-1 0 0 0,-1 1 0 0 0,0 0 0 0 0,0-1 0 0 0,1 1 0 0 0,-1 0-1 0 0,0 0 1 0 0,0 0 0 0 0,0-1 0 0 0,1 1 0 0 0,-1 0 0 0 0,0 0 0 0 0,0 0 0 0 0,0 0 0 0 0,1 0 0 0 0,-1 0 0 0 0,0 1 0 0 0,0-1-1 0 0,0 0 1 0 0,1 0 0 0 0,-1 1 0 0 0,0-1 0 0 0,0 0 0 0 0,1 1 0 0 0,-1-1 0 0 0,0 1 0 0 0,1-1 0 0 0,-1 0 0 0 0,0 1 0 0 0,1 0-1 0 0,-1-1 1 0 0,0 2 0 0 0,-1-1 6 0 0,0 1 1 0 0,1 0-1 0 0,-1 0 0 0 0,0 0 0 0 0,1 0 0 0 0,-1 0 0 0 0,1 0 0 0 0,0 0 0 0 0,0 0 0 0 0,-2 4 1 0 0,3 1 17 0 0,0 0 1 0 0,0-1 0 0 0,0 1 0 0 0,1 0 0 0 0,0-1-1 0 0,0 1 1 0 0,0-1 0 0 0,1 1 0 0 0,0-1-1 0 0,1 0 1 0 0,-1 0 0 0 0,1 0 0 0 0,0 0 0 0 0,1 0-1 0 0,-1 0 1 0 0,1-1 0 0 0,0 0 0 0 0,1 0 0 0 0,7 8-1 0 0,47 38-2653 0 0,-1-14-6760 0 0,-48-32 5423 0 0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26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37 508 0 0,'0'0'2892'0'0,"19"-16"397"0"0,-19 4-105 0 0,-22 3-4264 0 0,-6 11-3445 0 0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36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770 223 9101 0 0,'4'-10'90'0'0,"-1"-1"0"0"0,0 0 0 0 0,0 0 0 0 0,-1 0 0 0 0,-1 0 0 0 0,0 0 0 0 0,0 0 0 0 0,-1-1 0 0 0,0 1 0 0 0,-1 0 0 0 0,0 0 0 0 0,-1-1 0 0 0,0 1 0 0 0,-1 0 0 0 0,-6-14 0 0 0,8 23-52 0 0,-1 0 0 0 0,1-1 0 0 0,-1 1 0 0 0,0 0 0 0 0,0 0 0 0 0,0 0 0 0 0,0 0 0 0 0,-1 1 0 0 0,1-1 0 0 0,0 0 0 0 0,-1 1 0 0 0,1 0 0 0 0,-1-1 0 0 0,1 1 0 0 0,-1 0 0 0 0,0 1 0 0 0,0-1 0 0 0,1 0 0 0 0,-1 1 0 0 0,0-1 0 0 0,0 1 0 0 0,0 0 0 0 0,1 0 0 0 0,-1 0 0 0 0,0 0 0 0 0,0 1 0 0 0,0-1 0 0 0,0 1 0 0 0,1-1 0 0 0,-1 1 0 0 0,-4 2 0 0 0,-6 1 18 0 0,0 0 0 0 0,0 1 0 0 0,0 1-1 0 0,0 1 1 0 0,-12 7 0 0 0,9-3-13 0 0,1 0 0 0 0,0 1 0 0 0,0 1-1 0 0,1 0 1 0 0,1 1 0 0 0,0 0 0 0 0,1 1 0 0 0,1 0 0 0 0,0 1 0 0 0,1 1 0 0 0,1 0 0 0 0,-9 20 0 0 0,13-23-25 0 0,0 0 0 0 0,1 1 1 0 0,0-1-1 0 0,2 1 0 0 0,-1 0 1 0 0,2 0-1 0 0,0 0 1 0 0,1 0-1 0 0,0 0 0 0 0,1 0 1 0 0,1 0-1 0 0,0 0 0 0 0,2 0 1 0 0,-1-1-1 0 0,2 1 0 0 0,5 13 1 0 0,5 6 6 0 0,-2 1 0 0 0,-1 1-1 0 0,-2 0 1 0 0,-1 0 0 0 0,4 43 0 0 0,-12-61-17 0 0,0-1 1 0 0,-2 1-1 0 0,0 0 1 0 0,-1 0-1 0 0,0 0 0 0 0,-1-1 1 0 0,-2 0-1 0 0,1 1 1 0 0,-2-1-1 0 0,0-1 1 0 0,-2 1-1 0 0,-15 26 1 0 0,8-18 5 0 0,-2-1 1 0 0,-1-1-1 0 0,0-1 1 0 0,-2 0-1 0 0,-30 25 1 0 0,38-36-5 0 0,-1-1 0 0 0,-1 0 1 0 0,0-1-1 0 0,0 0 1 0 0,-1-2-1 0 0,0 1 1 0 0,0-2-1 0 0,-1 0 1 0 0,0 0-1 0 0,-28 4 1 0 0,42-9-9 0 0,0 0 1 0 0,0-1-1 0 0,0 0 1 0 0,0 1 0 0 0,0-1-1 0 0,1 0 1 0 0,-1 0-1 0 0,0 0 1 0 0,0 0 0 0 0,0-1-1 0 0,0 1 1 0 0,0 0-1 0 0,0-1 1 0 0,1 1 0 0 0,-1-1-1 0 0,0 0 1 0 0,0 0 0 0 0,1 1-1 0 0,-1-1 1 0 0,0 0-1 0 0,1 0 1 0 0,-1-1 0 0 0,1 1-1 0 0,-1 0 1 0 0,1 0-1 0 0,0-1 1 0 0,-1 1 0 0 0,1-1-1 0 0,-1-1 1 0 0,1 0-3 0 0,1 1-1 0 0,0-1 1 0 0,-1 0 0 0 0,1 1 0 0 0,0-1-1 0 0,0 0 1 0 0,1 0 0 0 0,-1 1 0 0 0,0-1-1 0 0,1 0 1 0 0,0 1 0 0 0,0-1 0 0 0,-1 1 0 0 0,1-1-1 0 0,1 1 1 0 0,-1-1 0 0 0,0 1 0 0 0,1 0-1 0 0,-1 0 1 0 0,4-4 0 0 0,5-8-3 0 0,2 0 1 0 0,0 0 0 0 0,1 1-1 0 0,0 0 1 0 0,1 2-1 0 0,0-1 1 0 0,1 2 0 0 0,0 0-1 0 0,0 0 1 0 0,1 2-1 0 0,1 0 1 0 0,0 0 0 0 0,0 2-1 0 0,33-9 1 0 0,-46 15 1 0 0,0-1 0 0 0,0 1 0 0 0,0 0 1 0 0,-1 0-1 0 0,1 0 0 0 0,0 0 0 0 0,0 1 0 0 0,-1-1 0 0 0,1 1 1 0 0,0 0-1 0 0,-1 0 0 0 0,1 0 0 0 0,0 1 0 0 0,-1-1 0 0 0,0 1 0 0 0,1 0 1 0 0,-1 0-1 0 0,0 0 0 0 0,0 1 0 0 0,0-1 0 0 0,0 1 0 0 0,0-1 1 0 0,-1 1-1 0 0,1 0 0 0 0,-1 0 0 0 0,0 0 0 0 0,0 0 0 0 0,0 1 1 0 0,0-1-1 0 0,-1 0 0 0 0,1 1 0 0 0,-1-1 0 0 0,0 1 0 0 0,2 7 1 0 0,0 5-4 0 0,0 0 0 0 0,-1 0 1 0 0,0 1-1 0 0,-2-1 0 0 0,0 1 1 0 0,-3 28-1 0 0,-16 55 13 0 0,-3 0-1 0 0,-66 177 1 0 0,78-249-7 0 0,-28 84 38 0 0,-196 636 786 0 0,225-709-611 0 0,2-1-1 0 0,2 2 1 0 0,1-1-1 0 0,2 69 0 0 0,2-95-152 0 0,1 0-1 0 0,1 1 0 0 0,0-1 1 0 0,1 0-1 0 0,0 0 0 0 0,0 0 1 0 0,2-1-1 0 0,0 1 0 0 0,0-1 0 0 0,1 0 1 0 0,0 0-1 0 0,1-1 0 0 0,1 0 1 0 0,0 0-1 0 0,0-1 0 0 0,1 0 1 0 0,16 15-1 0 0,-15-19-55 0 0,0 0 1 0 0,0 0 0 0 0,1-1-1 0 0,0-1 1 0 0,0 1-1 0 0,0-2 1 0 0,1 0-1 0 0,-1 0 1 0 0,1-1 0 0 0,0 0-1 0 0,0-1 1 0 0,-1 0-1 0 0,13-2 1 0 0,17-1-950 0 0,0-1 0 0 0,55-14 1 0 0,-9-7-5834 0 0,-43 7 2857 0 0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39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1 152 0 0,'0'0'7667'0'0,"2"17"-6305"0"0,-2 47 324 0 0,-12 81 0 0 0,-1 17-22 0 0,13 49 386 0 0,-9-288-12578 0 0,4 43 7301 0 0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39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15 636 0 0,'1'-1'328'0'0,"0"-1"1"0"0,0 1-1 0 0,0 0 1 0 0,0 0-1 0 0,0 0 1 0 0,0 0-1 0 0,1 0 0 0 0,-1 0 1 0 0,0 0-1 0 0,1 0 1 0 0,-1 0-1 0 0,1 0 0 0 0,1 0 1 0 0,10 7 176 0 0,-1 0-1 0 0,0 1 1 0 0,0 1 0 0 0,-1 0 0 0 0,0 0 0 0 0,0 1-1 0 0,-1 1 1 0 0,0 0 0 0 0,9 12 0 0 0,-6-7-287 0 0,2-1 0 0 0,0 0 0 0 0,0 0 0 0 0,19 10 0 0 0,-28-19-428 0 0,1-2-1 0 0,0 1 1 0 0,0-1-1 0 0,0 0 1 0 0,0-1 0 0 0,1 1-1 0 0,-1-1 1 0 0,1-1-1 0 0,0 0 1 0 0,-1 0-1 0 0,1 0 1 0 0,0-1-1 0 0,12-1 1 0 0,-7-1-765 0 0,-1-1 0 0 0,1 0 0 0 0,-1 0 0 0 0,18-9 0 0 0,-8 3-1024 0 0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0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37 1660 0 0,'27'-24'217'0'0,"-12"12"4871"0"0,-24 16-4907 0 0,-93 47 1962 0 0,92-46-1907 0 0,0 1 0 0 0,1 1 0 0 0,0 0 1 0 0,0 0-1 0 0,0 0 0 0 0,1 1 1 0 0,0 1-1 0 0,-8 12 0 0 0,15-20-248 0 0,0 0 0 0 0,0 0 0 0 0,0 1 0 0 0,0-1 0 0 0,0 0 0 0 0,1 1 0 0 0,-1-1 0 0 0,0 1 0 0 0,1-1 0 0 0,0 0 0 0 0,-1 1 0 0 0,1 0 0 0 0,0-1 0 0 0,0 1 0 0 0,-1-1 0 0 0,1 1 0 0 0,1-1 0 0 0,-1 1 0 0 0,0-1-1 0 0,0 1 1 0 0,0-1 0 0 0,1 1 0 0 0,-1-1 0 0 0,1 2 0 0 0,1-1-462 0 0,2-3-52 0 0,21-9-238 0 0,-1-1 1 0 0,0-1-1 0 0,-1-1 0 0 0,0-1 0 0 0,40-32 0 0 0,-62 45 897 0 0,0 0 1 0 0,0-1-1 0 0,1 2 0 0 0,-1-1 0 0 0,0 0 1 0 0,0 0-1 0 0,1 0 0 0 0,-1 0 0 0 0,1 1 1 0 0,-1-1-1 0 0,0 1 0 0 0,1-1 0 0 0,-1 1 1 0 0,1 0-1 0 0,-1-1 0 0 0,1 1 0 0 0,-1 0 1 0 0,1 0-1 0 0,0 0 0 0 0,1 0 0 0 0,-2 1-39 0 0,0-1 0 0 0,0 1 0 0 0,1 0 0 0 0,-1 0-1 0 0,0-1 1 0 0,0 1 0 0 0,0 0 0 0 0,0 0 0 0 0,-1 0-1 0 0,1 0 1 0 0,0 0 0 0 0,0 0 0 0 0,0 0 0 0 0,-1 0-1 0 0,1 0 1 0 0,-1 0 0 0 0,1 1 0 0 0,0 1-1 0 0,2 9 269 0 0,0-1-1 0 0,-1 1 0 0 0,-1-1 0 0 0,1 17 0 0 0,-1-9 96 0 0,1 34 231 0 0,-2-44-803 0 0,-1 1 0 0 0,1-1 0 0 0,1 0 0 0 0,-1 0 0 0 0,2 0 0 0 0,-1 1-1 0 0,1-1 1 0 0,1-1 0 0 0,-1 1 0 0 0,1 0 0 0 0,1-1 0 0 0,6 12 0 0 0,-9-18-402 0 0,1-1 0 0 0,-1 0 0 0 0,1 1 0 0 0,-1-1 0 0 0,1 0 0 0 0,-1 0 0 0 0,1 0 0 0 0,0 0 0 0 0,0 0 1 0 0,-1-1-1 0 0,1 1 0 0 0,2 0 0 0 0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0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3 448 0 0,'-4'0'1111'0'0,"1"-1"-918"0"0,1 1-1 0 0,-1 0 1 0 0,0 0-1 0 0,1 0 0 0 0,-1 1 1 0 0,1-1-1 0 0,-1 1 1 0 0,0-1-1 0 0,1 1 0 0 0,-1 0 1 0 0,1 0-1 0 0,0 0 1 0 0,-1 0-1 0 0,1 1 0 0 0,0-1 1 0 0,0 0-1 0 0,-1 1 1 0 0,1 0-1 0 0,-3 3 0 0 0,1-1 84 0 0,1 0 0 0 0,0 1 0 0 0,0-1-1 0 0,0 1 1 0 0,0 0 0 0 0,1 0 0 0 0,0 0 0 0 0,0 0-1 0 0,-3 10 1 0 0,4-10-150 0 0,0 0-1 0 0,0-1 1 0 0,0 1-1 0 0,0 0 1 0 0,1 0 0 0 0,0 0-1 0 0,0 0 1 0 0,0 0-1 0 0,0 0 1 0 0,1 0-1 0 0,0-1 1 0 0,0 1 0 0 0,0 0-1 0 0,1 0 1 0 0,-1-1-1 0 0,1 1 1 0 0,0-1-1 0 0,1 1 1 0 0,-1-1 0 0 0,1 0-1 0 0,0 0 1 0 0,0 0-1 0 0,0 0 1 0 0,7 6-1 0 0,-4-6-19 0 0,0-1 0 0 0,0 1-1 0 0,0-1 1 0 0,1 0 0 0 0,-1 0 0 0 0,1-1-1 0 0,12 3 1 0 0,-15-4-77 0 0,-1-1 1 0 0,1 0-1 0 0,-1 0 0 0 0,1 0 1 0 0,0 0-1 0 0,-1-1 0 0 0,1 1 1 0 0,-1-1-1 0 0,1 0 1 0 0,-1 0-1 0 0,0 0 0 0 0,1 0 1 0 0,-1-1-1 0 0,0 1 0 0 0,0-1 1 0 0,1 0-1 0 0,2-2 0 0 0,-3 1-3 0 0,0 0 0 0 0,0 0 0 0 0,0 0 0 0 0,-1-1-1 0 0,1 1 1 0 0,-1-1 0 0 0,0 1 0 0 0,1-1 0 0 0,-2 0-1 0 0,1 0 1 0 0,0 0 0 0 0,-1 0 0 0 0,0 0-1 0 0,0 0 1 0 0,0 0 0 0 0,0 0 0 0 0,-1-1 0 0 0,0 1-1 0 0,1 0 1 0 0,-2 0 0 0 0,1-1 0 0 0,0 1-1 0 0,-2-5 1 0 0,1 2 42 0 0,-1 0 0 0 0,1 0 0 0 0,-2 0-1 0 0,1 0 1 0 0,-1 0 0 0 0,0 0 0 0 0,0 1 0 0 0,0 0-1 0 0,-1-1 1 0 0,0 1 0 0 0,-1 1 0 0 0,-7-10 0 0 0,9 13-128 0 0,1 0 0 0 0,-1 0 1 0 0,0 0-1 0 0,0 0 0 0 0,0 1 1 0 0,0-1-1 0 0,-1 1 0 0 0,1 0 1 0 0,0 0-1 0 0,0 0 0 0 0,-1 0 1 0 0,1 0-1 0 0,-1 1 0 0 0,1 0 1 0 0,0-1-1 0 0,-1 1 0 0 0,1 0 1 0 0,-1 1-1 0 0,1-1 0 0 0,-1 1 1 0 0,-5 1-1 0 0,7-1-814 0 0,-4 4-1481 0 0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0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88 0 0,'4'1'1064'0'0,"0"-1"-790"0"0,0 1 0 0 0,0-1 0 0 0,0 1 0 0 0,-1 0 0 0 0,1 1 0 0 0,0-1 0 0 0,0 1-1 0 0,0-1 1 0 0,-1 1 0 0 0,1 0 0 0 0,-1 0 0 0 0,0 1 0 0 0,1-1 0 0 0,-1 1 0 0 0,0 0 0 0 0,0 0 0 0 0,-1 0 0 0 0,1 0 0 0 0,-1 0 0 0 0,1 0-1 0 0,-1 1 1 0 0,0-1 0 0 0,0 1 0 0 0,0-1 0 0 0,1 8 0 0 0,-1-4-143 0 0,-1-4 158 0 0,0-1 0 0 0,0 0-1 0 0,0 1 1 0 0,-1-1 0 0 0,1 1-1 0 0,-1 0 1 0 0,0-1 0 0 0,0 1 0 0 0,0-1-1 0 0,0 1 1 0 0,0-1 0 0 0,0 1-1 0 0,-1 0 1 0 0,0 3 0 0 0,0-4 1466 0 0,-1-4-1715 0 0,1 0 0 0 0,0 0 0 0 0,0-1 1 0 0,0 1-1 0 0,0-1 0 0 0,0 1 0 0 0,1-1 0 0 0,-1 1 1 0 0,1-1-1 0 0,-1 1 0 0 0,1-1 0 0 0,0 0 0 0 0,0 1 1 0 0,0-1-1 0 0,0 1 0 0 0,1-1 0 0 0,-1 1 1 0 0,1-1-1 0 0,0 0 0 0 0,-1 1 0 0 0,3-4 0 0 0,22-52-492 0 0,-17 44-283 0 0,7-11-675 0 0,-2 7-5507 0 0,-5 10 3620 0 0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1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1 161 72 0 0,'3'-1'856'0'0,"8"-3"-236"0"0,-1-1 1 0 0,0 0-1 0 0,0-1 0 0 0,0 0 1 0 0,0 0-1 0 0,-1-1 0 0 0,0 0 1 0 0,-1-1-1 0 0,1 0 0 0 0,-1-1 0 0 0,-1 1 1 0 0,0-1-1 0 0,0-1 0 0 0,-1 1 1 0 0,8-16-1 0 0,-13 24-545 0 0,-1 1-1 0 0,0-1 1 0 0,1 1 0 0 0,-1-1 0 0 0,1 0-1 0 0,-1 1 1 0 0,0-1 0 0 0,1 1 0 0 0,-1-1-1 0 0,0 0 1 0 0,0 1 0 0 0,1-1-1 0 0,-1 0 1 0 0,0 1 0 0 0,0-1 0 0 0,0 0-1 0 0,0 1 1 0 0,0-1 0 0 0,0 0-1 0 0,0 1 1 0 0,0-1 0 0 0,0 0 0 0 0,0 1-1 0 0,0-1 1 0 0,0 0 0 0 0,-1 1 0 0 0,1-1-1 0 0,0 1 1 0 0,0-1 0 0 0,-1 0-1 0 0,1 1 1 0 0,0-1 0 0 0,-1 1 0 0 0,1-1-1 0 0,-1 1 1 0 0,1-1 0 0 0,-1 1 0 0 0,1-1-1 0 0,-1 1 1 0 0,1-1 0 0 0,-1 1-1 0 0,1 0 1 0 0,-1-1 0 0 0,0 1 0 0 0,1 0-1 0 0,-1-1 1 0 0,1 1 0 0 0,-1 0-1 0 0,0 0 1 0 0,1 0 0 0 0,-1 0 0 0 0,0-1-1 0 0,1 1 1 0 0,-1 0 0 0 0,0 0 0 0 0,0 0-1 0 0,1 0 1 0 0,-1 1 0 0 0,-1-1-1 0 0,0 0 60 0 0,-1 1 0 0 0,0-1 0 0 0,1 1 0 0 0,-1 0 0 0 0,0 0 0 0 0,1 0 0 0 0,-1 0 0 0 0,1 1 0 0 0,-1-1 0 0 0,1 0 0 0 0,0 1 0 0 0,0 0 0 0 0,-4 3 0 0 0,3-2-37 0 0,1 1 0 0 0,-1-1-1 0 0,1 1 1 0 0,0 0 0 0 0,-1 0 0 0 0,2 0-1 0 0,-1 0 1 0 0,0 0 0 0 0,1 0 0 0 0,0 0-1 0 0,0 1 1 0 0,0-1 0 0 0,1 0 0 0 0,-1 1-1 0 0,1-1 1 0 0,0 0 0 0 0,0 1-1 0 0,1-1 1 0 0,-1 0 0 0 0,1 1 0 0 0,0-1-1 0 0,0 0 1 0 0,0 1 0 0 0,1-1 0 0 0,0 0-1 0 0,-1 0 1 0 0,5 5 0 0 0,-4-5-484 0 0,1-1 0 0 0,0 1 0 0 0,0-1 0 0 0,0 0-1 0 0,1 0 1 0 0,-1 0 0 0 0,6 3 0 0 0,-4-3-808 0 0,0 0 0 0 0,0 0 0 0 0,1-1 0 0 0,-1 0 0 0 0,0 0 0 0 0,8 1 0 0 0,13 2-3564 0 0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1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5 115 184 0 0,'7'-42'6947'0'0,"-6"41"-5889"0"0,-3 10 5402 0 0,-4 42-5384 0 0,3 5 75 0 0,2 0 1 0 0,2-1 0 0 0,16 98-1 0 0,-12-106-755 0 0,-5-38-346 0 0,1 1 1 0 0,0 0-1 0 0,1-1 1 0 0,0 1-1 0 0,0-1 1 0 0,1 0-1 0 0,7 16 1 0 0,-6-9-969 0 0,-9-50-6435 0 0,2 5 6199 0 0,-2 0-1 0 0,0 1 0 0 0,-2 0 1 0 0,-11-28-1 0 0,17 54 1457 0 0,30-14 233 0 0,18 2-308 0 0,-26 9-78 0 0,1-2 0 0 0,-1 0-1 0 0,-1-1 1 0 0,1-1 0 0 0,-1-1 0 0 0,21-14 0 0 0,-32 17-49 0 0,1 0 1 0 0,-1-1-1 0 0,0-1 0 0 0,-1 1 1 0 0,0-1-1 0 0,0-1 0 0 0,-1 1 1 0 0,0-2-1 0 0,-1 1 0 0 0,0 0 1 0 0,-1-1-1 0 0,6-14 0 0 0,-9 16 193 0 0,1 1 0 0 0,-2-1 0 0 0,1 1-1 0 0,-1-1 1 0 0,0 0 0 0 0,-1 0-1 0 0,0 0 1 0 0,0 0 0 0 0,-1 1-1 0 0,0-1 1 0 0,0 0 0 0 0,-1 1 0 0 0,0-1-1 0 0,-1 1 1 0 0,0-1 0 0 0,0 1-1 0 0,-7-11 1433 0 0,6 25-1404 0 0,0 1-197 0 0,-1 0 1 0 0,1 1-1 0 0,0 0 1 0 0,1 0-1 0 0,0 0 1 0 0,0 0-1 0 0,0 0 0 0 0,-2 17 1 0 0,-3 77 721 0 0,6-47-581 0 0,1-45-193 0 0,0-1 1 0 0,1 0 0 0 0,0 1-1 0 0,1-1 1 0 0,0 0-1 0 0,1 1 1 0 0,0-1 0 0 0,4 12-1 0 0,-5-19-6 0 0,5-4-43 0 0,-1 1 0 0 0,1-1 0 0 0,0-1 0 0 0,-1 1 0 0 0,10-6 0 0 0,-10 4-8 0 0,-1 1 1 0 0,1 1-1 0 0,1-1 1 0 0,-1 1 0 0 0,0 0-1 0 0,1 0 1 0 0,-1 0-1 0 0,1 1 1 0 0,-1 0 0 0 0,10-1-1 0 0,-12 2-113 0 0,1 1-1 0 0,-1-1 0 0 0,0 1 1 0 0,1-1-1 0 0,-1 1 0 0 0,1 0 1 0 0,-1 0-1 0 0,0 1 0 0 0,0-1 1 0 0,0 1-1 0 0,0-1 0 0 0,0 1 1 0 0,0 0-1 0 0,0 0 0 0 0,0 0 1 0 0,-1 1-1 0 0,1-1 0 0 0,-1 1 1 0 0,3 3-1 0 0,-2-4-330 0 0,-1 0-1 0 0,1 0 1 0 0,0 0-1 0 0,0 0 1 0 0,0 0 0 0 0,0-1-1 0 0,0 0 1 0 0,0 1-1 0 0,0-1 1 0 0,1 0 0 0 0,-1 0-1 0 0,0-1 1 0 0,1 1-1 0 0,5-1 1 0 0,10 1-5980 0 0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2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39 484 0 0,'0'-11'1424'0'0,"-1"5"2229"0"0,-9-16 2574 0 0,-11 27-5280 0 0,9 5-598 0 0,1 0 1 0 0,1 1-1 0 0,0 0 0 0 0,1 1 0 0 0,0 0 1 0 0,0 0-1 0 0,1 1 0 0 0,1 0 0 0 0,-11 27 0 0 0,18-40-337 0 0,-1 1 0 0 0,1-1-1 0 0,-1 1 1 0 0,1-1-1 0 0,0 1 1 0 0,-1 0 0 0 0,1-1-1 0 0,0 1 1 0 0,-1 0-1 0 0,1-1 1 0 0,0 1 0 0 0,0 0-1 0 0,0-1 1 0 0,0 1-1 0 0,0 0 1 0 0,0-1 0 0 0,0 1-1 0 0,0 0 1 0 0,0-1-1 0 0,0 1 1 0 0,0 0-1 0 0,0 0 1 0 0,0-1 0 0 0,0 1-1 0 0,1 0 1 0 0,-1-1-1 0 0,0 1 1 0 0,1-1 0 0 0,-1 1-1 0 0,0 0 1 0 0,1-1-1 0 0,-1 1 1 0 0,1-1 0 0 0,-1 1-1 0 0,1-1 1 0 0,-1 1-1 0 0,1-1 1 0 0,-1 1 0 0 0,1-1-1 0 0,-1 0 1 0 0,1 1-1 0 0,0-1 1 0 0,-1 0-1 0 0,1 1 1 0 0,-1-1 0 0 0,1 0-1 0 0,0 0 1 0 0,-1 0-1 0 0,1 0 1 0 0,0 1 0 0 0,0-1-1 0 0,-1 0 1 0 0,2 0-1 0 0,1-1-1 0 0,1 1-1 0 0,-1-1 0 0 0,0 0 0 0 0,0 0 1 0 0,0 0-1 0 0,0-1 0 0 0,0 1 0 0 0,0-1 0 0 0,0 1 1 0 0,3-3-1 0 0,1-1-10 0 0,0 1 0 0 0,0 0 0 0 0,1 0 0 0 0,-1 1 0 0 0,1 0 0 0 0,12-3 0 0 0,-19 6-35 0 0,44 13-173 0 0,-38-8 117 0 0,-1 0 1 0 0,1-1 0 0 0,0 0-1 0 0,0 0 1 0 0,1 0-1 0 0,10 3 1 0 0,-15-7 31 0 0,27-12-160 0 0,-19 2 173 0 0,0 0 0 0 0,-1-1 0 0 0,0-1 0 0 0,15-22 0 0 0,10-12 72 0 0,-34 45-23 0 0,24 10 109 0 0,-24-6-70 0 0,1 1 0 0 0,-1-1 0 0 0,1 1 0 0 0,0-1 0 0 0,0 0 0 0 0,1 0 0 0 0,-1 0 0 0 0,1 0 0 0 0,-1 0 0 0 0,1 0 0 0 0,0-1 0 0 0,0 0 0 0 0,0 1 0 0 0,0-1 0 0 0,1 0 0 0 0,-1 0 0 0 0,1-1 0 0 0,-1 1 0 0 0,1-1 0 0 0,-1 1 0 0 0,1-1 0 0 0,6 1 0 0 0,-6-1-216 0 0,0-1-1 0 0,0 1 1 0 0,0-1-1 0 0,1 0 1 0 0,-1 0-1 0 0,0 0 1 0 0,0-1-1 0 0,0 1 0 0 0,0-1 1 0 0,0 0-1 0 0,0 0 1 0 0,6-3-1 0 0,-7 3-464 0 0,0-1 0 0 0,0 0 0 0 0,-1 1 0 0 0,1-1 0 0 0,-1 0 0 0 0,0 0-1 0 0,1-1 1 0 0,-1 1 0 0 0,0 0 0 0 0,0-1 0 0 0,2-3 0 0 0,2-3-3110 0 0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2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40 80 0 0,'0'0'2372'0'0,"9"-12"981"0"0,-22-9-4458 0 0,-1 14-2367 0 0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4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251 124 328 0 0,'3'-9'765'0'0,"-1"-1"1"0"0,-1 1-1 0 0,0 0 1 0 0,0-1-1 0 0,-1 1 1 0 0,0-1-1 0 0,-1 1 1 0 0,0-1-1 0 0,-1 1 1 0 0,-2-10-1 0 0,3 18-688 0 0,0 0 1 0 0,0 0-1 0 0,0 0 0 0 0,-1 0 0 0 0,1 1 1 0 0,0-1-1 0 0,-1 0 0 0 0,1 1 1 0 0,-1-1-1 0 0,1 1 0 0 0,-1-1 0 0 0,1 1 1 0 0,-1-1-1 0 0,1 1 0 0 0,-1 0 0 0 0,1 0 1 0 0,-1 0-1 0 0,1 0 0 0 0,-1 0 0 0 0,1 0 1 0 0,-1 0-1 0 0,1 1 0 0 0,-1-1 1 0 0,1 0-1 0 0,-1 1 0 0 0,1 0 0 0 0,-1-1 1 0 0,1 1-1 0 0,0 0 0 0 0,-1-1 0 0 0,-1 2 1 0 0,-45 24 675 0 0,32-14-509 0 0,0 0 0 0 0,0 1 0 0 0,1 1 0 0 0,1 1 0 0 0,0 0 0 0 0,-14 20 1 0 0,24-30-194 0 0,0 1 1 0 0,0-1-1 0 0,1 1 1 0 0,-1 0 0 0 0,1 0-1 0 0,0 0 1 0 0,1 0-1 0 0,0 1 1 0 0,0-1 0 0 0,0 1-1 0 0,1-1 1 0 0,0 1-1 0 0,0 0 1 0 0,0-1 0 0 0,1 1-1 0 0,0 0 1 0 0,1 0-1 0 0,-1-1 1 0 0,1 1 0 0 0,0 0-1 0 0,1-1 1 0 0,2 8-1 0 0,-1-8-22 0 0,0 0-1 0 0,1-1 0 0 0,-1 0 1 0 0,1 0-1 0 0,0 0 0 0 0,0 0 1 0 0,1-1-1 0 0,-1 1 0 0 0,1-1 1 0 0,0 0-1 0 0,0 0 1 0 0,1-1-1 0 0,-1 0 0 0 0,1 0 1 0 0,10 4-1 0 0,-7-3-2 0 0,1-2 0 0 0,0 1 0 0 0,-1-1 0 0 0,1-1 0 0 0,0 0 1 0 0,0 0-1 0 0,0-1 0 0 0,-1 0 0 0 0,19-3 0 0 0,-17 1-6 0 0,0-1-1 0 0,0 1 1 0 0,-1-2 0 0 0,1 1-1 0 0,-1-2 1 0 0,0 1 0 0 0,0-1-1 0 0,16-11 1 0 0,-21 12-6 0 0,1-1 1 0 0,-1 1-1 0 0,0-1 1 0 0,0 0-1 0 0,0 0 1 0 0,-1-1-1 0 0,0 1 0 0 0,0-1 1 0 0,0 0-1 0 0,-1 0 1 0 0,1 0-1 0 0,-2-1 0 0 0,5-12 1 0 0,-6 12-12 0 0,0 1 0 0 0,0-1 1 0 0,-1 0-1 0 0,0 0 0 0 0,0 0 1 0 0,-1 0-1 0 0,0 1 0 0 0,0-1 1 0 0,0 0-1 0 0,-1 0 0 0 0,0 1 1 0 0,0-1-1 0 0,-1 1 0 0 0,0 0 1 0 0,0 0-1 0 0,-1 0 0 0 0,1 0 0 0 0,-1 0 1 0 0,0 1-1 0 0,-1 0 0 0 0,1 0 1 0 0,-10-8-1 0 0,2 2-7 0 0,-1 0 0 0 0,-1 1 1 0 0,0 0-1 0 0,0 1 0 0 0,-1 1 0 0 0,0 0 1 0 0,-31-11-1 0 0,43 17-17 0 0,0 1 0 0 0,0 0 1 0 0,0 0-1 0 0,0 0 0 0 0,0 0 0 0 0,0 1 0 0 0,0-1 1 0 0,-1 1-1 0 0,1 0 0 0 0,0 0 0 0 0,0 0 1 0 0,0 0-1 0 0,-1 0 0 0 0,1 1 0 0 0,0 0 1 0 0,0-1-1 0 0,0 1 0 0 0,0 0 0 0 0,-3 2 0 0 0,5-2-226 0 0,18 36-3061 0 0,1-19-3294 0 0,-11-11 3542 0 0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5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0 516 0 0,'40'6'3164'0'0,"-35"-5"-2972"0"0,0 0 0 0 0,0 1 0 0 0,0 0 0 0 0,0 0 0 0 0,0 1 0 0 0,-1-1 0 0 0,1 1 0 0 0,-1 0 0 0 0,1 0 0 0 0,-1 0 0 0 0,0 1-1 0 0,-1 0 1 0 0,1-1 0 0 0,0 1 0 0 0,-1 0 0 0 0,0 1 0 0 0,0-1 0 0 0,0 1 0 0 0,-1-1 0 0 0,0 1 0 0 0,3 5 0 0 0,-3-2-34 0 0,0 0 0 0 0,0 0 0 0 0,-1 0 0 0 0,0 0 0 0 0,0 0 0 0 0,-1 0 0 0 0,0 0 0 0 0,0 0 0 0 0,-1 0 0 0 0,0 0 0 0 0,0 0 0 0 0,-5 14 0 0 0,-2 0 909 0 0,11-33-479 0 0,15-37-308 0 0,-11 33-213 0 0,29-47 113 0 0,-34 59-145 0 0,0-1 0 0 0,1 1 0 0 0,-1 0 0 0 0,1-1 0 0 0,0 1 0 0 0,0 1 0 0 0,0-1 0 0 0,0 0 0 0 0,1 1 0 0 0,-1-1 0 0 0,1 1 0 0 0,0 0 0 0 0,6-2-1 0 0,-8 4-16 0 0,0 0 0 0 0,1 0 0 0 0,-1 0 0 0 0,1 1 0 0 0,-1-1 0 0 0,0 1 0 0 0,1 0 0 0 0,-1-1 0 0 0,0 1-1 0 0,1 0 1 0 0,-1 0 0 0 0,0 1 0 0 0,0-1 0 0 0,0 0 0 0 0,0 1 0 0 0,0-1 0 0 0,0 1 0 0 0,0 0-1 0 0,-1-1 1 0 0,1 1 0 0 0,-1 0 0 0 0,1 0 0 0 0,1 4 0 0 0,34 56-316 0 0,-33-54 59 0 0,5 12-983 0 0,2 4-4569 0 0,-6-15 2695 0 0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6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0 249 252 0 0,'0'0'2750'0'0,"2"-5"-1882"0"0,4-9-407 0 0,0 1 0 0 0,0 0 1 0 0,2 1-1 0 0,-1-1 0 0 0,2 1 0 0 0,0 1 1 0 0,0 0-1 0 0,1 0 0 0 0,0 0 1 0 0,17-12-1 0 0,-10 9-162 0 0,1 1 0 0 0,0 1-1 0 0,0 0 1 0 0,2 1 0 0 0,-1 1 0 0 0,35-12 0 0 0,-50 21-250 0 0,1-1 1 0 0,-1 1 0 0 0,1 1-1 0 0,-1-1 1 0 0,1 0 0 0 0,-1 1-1 0 0,1 0 1 0 0,-1 0 0 0 0,1 0-1 0 0,-1 1 1 0 0,9 1 0 0 0,-12-1-36 0 0,1 0 1 0 0,0 0 0 0 0,-1-1 0 0 0,1 1 0 0 0,-1 0 0 0 0,1 0 0 0 0,-1 0 0 0 0,1 1 0 0 0,-1-1 0 0 0,0 0 0 0 0,1 0 0 0 0,-1 1 0 0 0,0-1 0 0 0,0 1 0 0 0,0-1-1 0 0,0 1 1 0 0,0-1 0 0 0,-1 1 0 0 0,1 0 0 0 0,0 0 0 0 0,-1-1 0 0 0,1 1 0 0 0,-1 0 0 0 0,0 0 0 0 0,1-1 0 0 0,-1 1 0 0 0,0 0 0 0 0,0 0 0 0 0,0 0-1 0 0,-1 3 1 0 0,0 2 9 0 0,-1 1 1 0 0,0-1-1 0 0,0 0 0 0 0,0 1 0 0 0,-1-1 0 0 0,0 0 0 0 0,-1 0 0 0 0,0-1 0 0 0,0 1 0 0 0,0-1 0 0 0,-1 0 0 0 0,1 0 0 0 0,-1 0 0 0 0,-1-1 0 0 0,1 1 0 0 0,-10 6 0 0 0,-20 22 65 0 0,28-29-33 0 0,-1 1-15 0 0,9-6 84 0 0,170-63-254 0 0,-146 52 29 0 0,-23 10 89 0 0,-22 22-2753 0 0,8-14-4874 0 0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6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91 156 324 0 0,'0'0'9412'0'0,"-1"-4"-9220"0"0,2 0-124 0 0,-1 1 0 0 0,1-1 0 0 0,0 0 0 0 0,0 0 0 0 0,0 0 0 0 0,0 1 0 0 0,1-1 0 0 0,0 0 0 0 0,-1 1 1 0 0,1-1-1 0 0,1 1 0 0 0,-1 0 0 0 0,0 0 0 0 0,5-5 0 0 0,-3 4-13 0 0,-1-1-1 0 0,1 0 1 0 0,-1 0 0 0 0,0 0-1 0 0,-1 0 1 0 0,1 0 0 0 0,-1-1-1 0 0,3-9 1 0 0,-5 14-42 0 0,1 0-1 0 0,-1 0 1 0 0,0-1-1 0 0,1 1 1 0 0,-1 0-1 0 0,0 0 1 0 0,0 0-1 0 0,0-1 1 0 0,0 1-1 0 0,0 0 1 0 0,0 0-1 0 0,0-1 1 0 0,-1 1-1 0 0,1 0 1 0 0,0 0-1 0 0,-1-1 1 0 0,1 1-1 0 0,-1 0 1 0 0,1 0 0 0 0,-1 0-1 0 0,1 0 1 0 0,-1 0-1 0 0,0 0 1 0 0,0 0-1 0 0,1 0 1 0 0,-1 0-1 0 0,0 0 1 0 0,0 0-1 0 0,0 1 1 0 0,0-1-1 0 0,0 0 1 0 0,0 1-1 0 0,0-1 1 0 0,0 0-1 0 0,-1 1 1 0 0,1-1-1 0 0,0 1 1 0 0,0 0 0 0 0,-2-1-1 0 0,-1 1 10 0 0,1 0-1 0 0,-1 1 1 0 0,0 0-1 0 0,0-1 1 0 0,0 1-1 0 0,1 0 1 0 0,-1 1 0 0 0,0-1-1 0 0,1 1 1 0 0,-1-1-1 0 0,1 1 1 0 0,-4 2-1 0 0,1 1 45 0 0,0-1-1 0 0,1 0 1 0 0,-1 1-1 0 0,1 0 1 0 0,0 0-1 0 0,0 1 0 0 0,1-1 1 0 0,0 1-1 0 0,-1 0 1 0 0,2 1-1 0 0,-1-1 1 0 0,1 0-1 0 0,0 1 0 0 0,1 0 1 0 0,-3 7-1 0 0,5-11-52 0 0,-1-1 0 0 0,1 0 0 0 0,0 1 0 0 0,0-1 0 0 0,0 1 0 0 0,0-1 0 0 0,1 0 0 0 0,-1 1 0 0 0,1-1 0 0 0,-1 0 0 0 0,1 1 0 0 0,0-1 0 0 0,0 0 0 0 0,0 0 0 0 0,0 0 0 0 0,0 0 0 0 0,0 0 0 0 0,1 0 0 0 0,-1 0 0 0 0,1 0 0 0 0,-1 0 0 0 0,1-1 0 0 0,0 1 0 0 0,2 2 0 0 0,2 0-140 0 0,-1 0 0 0 0,1 0-1 0 0,0 0 1 0 0,0-1-1 0 0,0 0 1 0 0,13 5-1 0 0,-12-6-687 0 0,0-1 0 0 0,0 0-1 0 0,0 0 1 0 0,1 0-1 0 0,-1-1 1 0 0,0 0 0 0 0,1 0-1 0 0,8-2 1 0 0,2-2-2201 0 0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48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0 482 348 0 0,'0'0'2941'0'0,"4"-4"-2488"0"0,68-62 2595 0 0,11-12-780 0 0,-75 69-2002 0 0,0 0-1 0 0,-1-1 1 0 0,0 0-1 0 0,0 0 1 0 0,-1-1 0 0 0,-1 0-1 0 0,6-14 1 0 0,-11 24-252 0 0,1 1 1 0 0,-1-1-1 0 0,1 1 1 0 0,-1-1-1 0 0,0 0 0 0 0,1 1 1 0 0,-1-1-1 0 0,0 0 0 0 0,1 1 1 0 0,-1-1-1 0 0,0 0 1 0 0,0 1-1 0 0,0-1 0 0 0,0 0 1 0 0,0 0-1 0 0,0 1 0 0 0,0-1 1 0 0,0 0-1 0 0,0 0 1 0 0,0 1-1 0 0,0-1 0 0 0,0 0 1 0 0,0 0-1 0 0,-1 1 0 0 0,1-1 1 0 0,0 0-1 0 0,-1 1 1 0 0,1-1-1 0 0,0 0 0 0 0,-1 1 1 0 0,1-1-1 0 0,-1 1 0 0 0,1-1 1 0 0,-1 1-1 0 0,1-1 1 0 0,-1 1-1 0 0,1-1 0 0 0,-1 1 1 0 0,0-1-1 0 0,1 1 0 0 0,-1 0 1 0 0,0-1-1 0 0,1 1 1 0 0,-1 0-1 0 0,0-1 0 0 0,1 1 1 0 0,-1 0-1 0 0,0 0 0 0 0,1 0 1 0 0,-1 0-1 0 0,0 0 1 0 0,0 0-1 0 0,1 0 0 0 0,-1 0 1 0 0,0 0-1 0 0,-1 0 0 0 0,-2 1 8 0 0,0 0 0 0 0,0 0 0 0 0,0 0 0 0 0,0 0-1 0 0,0 1 1 0 0,1-1 0 0 0,-1 1 0 0 0,-6 3-1 0 0,6-2 7 0 0,0 0 0 0 0,0-1-1 0 0,0 1 1 0 0,0 1 0 0 0,1-1-1 0 0,-1 1 1 0 0,1-1-1 0 0,0 1 1 0 0,0 0 0 0 0,0 0-1 0 0,0 0 1 0 0,1 0 0 0 0,0 1-1 0 0,0-1 1 0 0,0 1-1 0 0,0-1 1 0 0,1 1 0 0 0,-1 0-1 0 0,1 0 1 0 0,1 0 0 0 0,-1-1-1 0 0,0 9 1 0 0,2-11-22 0 0,0 0 0 0 0,-1 0 0 0 0,1 0 0 0 0,0 0-1 0 0,0 0 1 0 0,0 0 0 0 0,1 0 0 0 0,-1 0 0 0 0,0 0 0 0 0,1-1 0 0 0,-1 1 0 0 0,1 0 0 0 0,-1-1 0 0 0,1 0 0 0 0,0 1 0 0 0,0-1 0 0 0,-1 0 0 0 0,1 0 0 0 0,0 0-1 0 0,0 0 1 0 0,0 0 0 0 0,0 0 0 0 0,1-1 0 0 0,-1 1 0 0 0,0-1 0 0 0,0 1 0 0 0,0-1 0 0 0,0 0 0 0 0,1 0 0 0 0,1 0 0 0 0,4 1 3 0 0,-1-1 1 0 0,1 0 0 0 0,0 0-1 0 0,-1 0 1 0 0,1-1 0 0 0,10-3-1 0 0,-5-2 12 0 0,-1 0-1 0 0,1-1 1 0 0,-2-1-1 0 0,1 0 1 0 0,-1 0-1 0 0,0-1 1 0 0,-1 0-1 0 0,0-1 0 0 0,0 0 1 0 0,-1-1-1 0 0,-1 0 1 0 0,1-1-1 0 0,-2 1 1 0 0,0-2-1 0 0,0 1 1 0 0,4-14-1 0 0,16-10 543 0 0,-26 44-542 0 0,1 1 0 0 0,0-1 0 0 0,0 0 0 0 0,1 1 0 0 0,0-1 0 0 0,1-1 0 0 0,5 12 0 0 0,4 8 42 0 0,-12-26-58 0 0,-1 0 0 0 0,0 0 1 0 0,0-1-1 0 0,1 1 0 0 0,-1 0 0 0 0,0 0 0 0 0,1 0 0 0 0,-1-1 0 0 0,1 1 0 0 0,-1 0 0 0 0,1-1 0 0 0,-1 1 1 0 0,1-1-1 0 0,0 1 0 0 0,-1 0 0 0 0,1-1 0 0 0,0 1 0 0 0,0-1 0 0 0,-1 0 0 0 0,1 1 0 0 0,0-1 0 0 0,0 1 0 0 0,-1-1 1 0 0,1 0-1 0 0,0 0 0 0 0,0 0 0 0 0,0 1 0 0 0,0-1 0 0 0,1 0 0 0 0,0-1 2 0 0,0 1-1 0 0,0-1 1 0 0,0 0-1 0 0,1 1 1 0 0,-1-1-1 0 0,0 0 1 0 0,0-1-1 0 0,-1 1 1 0 0,1 0-1 0 0,0 0 1 0 0,2-3-1 0 0,44-51 32 0 0,-41 47-34 0 0,-7 7-14 0 0,23-24 35 0 0,-22 24-30 0 0,0 0 0 0 0,0 0 0 0 0,0-1 0 0 0,0 1 1 0 0,0 0-1 0 0,1 0 0 0 0,-1 0 0 0 0,0 0 0 0 0,1 0 0 0 0,-1 0 1 0 0,0 1-1 0 0,1-1 0 0 0,-1 0 0 0 0,1 1 0 0 0,-1-1 0 0 0,3 0 1 0 0,47 47 28 0 0,-50-45-8 0 0,2-3-4 0 0,10-4-10 0 0,-1 0-1 0 0,-1-1 1 0 0,1 0-1 0 0,14-13 1 0 0,-21 15 0 0 0,1 1 0 0 0,0-1 1 0 0,0 1-1 0 0,1 1 0 0 0,0-1 1 0 0,-1 1-1 0 0,12-4 0 0 0,-13 5-9 0 0,1 0 0 0 0,-1 1 1 0 0,1 0-1 0 0,0 0 0 0 0,0 0 0 0 0,10 0 0 0 0,-15 1 5 0 0,0 1 0 0 0,0-1 0 0 0,0 0 0 0 0,1 0 0 0 0,-1 1 0 0 0,0-1 0 0 0,0 0 1 0 0,0 1-1 0 0,0-1 0 0 0,0 1 0 0 0,0-1 0 0 0,0 1 0 0 0,0 0 0 0 0,0-1 0 0 0,0 1 0 0 0,-1 0 0 0 0,1 0 0 0 0,0 0 0 0 0,0-1 1 0 0,-1 1-1 0 0,1 0 0 0 0,0 0 0 0 0,-1 0 0 0 0,1 0 0 0 0,-1 0 0 0 0,1 0 0 0 0,-1 1 0 0 0,0-1 0 0 0,1 0 0 0 0,-1 0 0 0 0,0 0 1 0 0,0 0-1 0 0,0 0 0 0 0,0 0 0 0 0,0 1 0 0 0,0 1 0 0 0,0-1-4 0 0,-3 8-8 0 0,-7 17-11 0 0,10-26 25 0 0,1-1 0 0 0,-1 1 0 0 0,0 0 0 0 0,0-1 0 0 0,1 1 0 0 0,-1 0 1 0 0,0-1-1 0 0,0 1 0 0 0,1-1 0 0 0,-1 1 0 0 0,1-1 0 0 0,-1 1 0 0 0,1-1 0 0 0,-1 1 1 0 0,1-1-1 0 0,-1 1 0 0 0,1-1 0 0 0,-1 0 0 0 0,1 1 0 0 0,-1-1 0 0 0,1 0 1 0 0,-1 1-1 0 0,1-1 0 0 0,0 0 0 0 0,-1 0 0 0 0,1 1 0 0 0,0-1 0 0 0,-1 0 0 0 0,1 0 1 0 0,0 0-1 0 0,-1 0 0 0 0,1 0 0 0 0,0 0 0 0 0,-1 0 0 0 0,1 0 0 0 0,0 0 0 0 0,-1-1 1 0 0,1 1-1 0 0,0 0 0 0 0,-1 0 0 0 0,1 0 0 0 0,-1-1 0 0 0,1 1 0 0 0,0 0 1 0 0,0-1-1 0 0,12-2 1 0 0,0 0 0 0 0,-1-1 1 0 0,1 0-1 0 0,-1-1 0 0 0,0 0 1 0 0,0-1-1 0 0,0 0 0 0 0,-1-1 1 0 0,0 0-1 0 0,0-1 0 0 0,-1-1 1 0 0,0 1-1 0 0,0-1 0 0 0,-1-1 1 0 0,0 0-1 0 0,12-18 0 0 0,-20 26 6 0 0,0 0 0 0 0,0 0 0 0 0,-1 0 0 0 0,1 0 0 0 0,0 0 0 0 0,-1 0 0 0 0,1 0 0 0 0,-1 0 0 0 0,0 0 0 0 0,0-1 0 0 0,1 1 0 0 0,-2 0 0 0 0,1 0 0 0 0,0 0 0 0 0,0 0 0 0 0,-1 0 0 0 0,1 0 0 0 0,-1 0-1 0 0,1-1 1 0 0,-1 1 0 0 0,0 0 0 0 0,-1-2 0 0 0,0 5-3 0 0,0-1 0 0 0,0 1 0 0 0,0 0 0 0 0,0 0 0 0 0,0 0 0 0 0,0 0 0 0 0,1 0 0 0 0,-1 0-1 0 0,0 0 1 0 0,1 1 0 0 0,-1-1 0 0 0,-1 2 0 0 0,1 2-3 0 0,-1 0 0 0 0,1-1 0 0 0,0 1 0 0 0,0 0 0 0 0,1 0 0 0 0,-1 1 0 0 0,1-1 0 0 0,-1 10 0 0 0,2-13 2 0 0,0-1-1 0 0,-1 0 0 0 0,1 1 0 0 0,0-1 0 0 0,0 1 0 0 0,0-1 1 0 0,0 1-1 0 0,0-1 0 0 0,0 0 0 0 0,0 1 0 0 0,1-1 0 0 0,-1 1 1 0 0,0-1-1 0 0,1 0 0 0 0,-1 1 0 0 0,1-1 0 0 0,0 0 0 0 0,-1 0 1 0 0,1 1-1 0 0,0-1 0 0 0,0 0 0 0 0,-1 0 0 0 0,1 0 1 0 0,0 0-1 0 0,0 0 0 0 0,0 0 0 0 0,1 0 0 0 0,-1 0 0 0 0,2 1 1 0 0,0-1 2 0 0,-1-1 0 0 0,1 1 0 0 0,0-1 1 0 0,0 0-1 0 0,0 0 0 0 0,0 0 0 0 0,0 0 1 0 0,0 0-1 0 0,0 0 0 0 0,0-1 0 0 0,0 0 1 0 0,0 1-1 0 0,4-3 0 0 0,72-31 18 0 0,-66 26-26 0 0,0 2 0 0 0,1 0 0 0 0,0 0 0 0 0,0 1 1 0 0,1 1-1 0 0,20-3 0 0 0,-32 6 2 0 0,-1 1 0 0 0,1 0 0 0 0,0 1 0 0 0,-1-1-1 0 0,1 0 1 0 0,0 1 0 0 0,-1-1 0 0 0,1 1 0 0 0,-1 0 0 0 0,1 0 0 0 0,-1 0 0 0 0,1 0 0 0 0,-1 0 0 0 0,1 1 0 0 0,-1-1 0 0 0,0 1 0 0 0,0-1 0 0 0,0 1 0 0 0,0 0 0 0 0,0 0 0 0 0,0 0 0 0 0,0 0 0 0 0,-1 0 0 0 0,1 0 0 0 0,-1 1 0 0 0,0-1 0 0 0,1 1 0 0 0,0 3-1 0 0,0-1 7 0 0,0-1-1 0 0,-1 0 1 0 0,0 1-1 0 0,0-1 0 0 0,0 1 1 0 0,-1-1-1 0 0,1 1 0 0 0,-1-1 1 0 0,0 1-1 0 0,-1-1 0 0 0,1 1 1 0 0,-1-1-1 0 0,0 1 0 0 0,0-1 1 0 0,-2 7-1 0 0,2-9-73 0 0,-1 0 0 0 0,1 0 0 0 0,-1 0 0 0 0,1 0 0 0 0,-1 0 0 0 0,0 0 0 0 0,0-1 0 0 0,0 1 0 0 0,0-1 0 0 0,-4 3 0 0 0,-15 3-7512 0 0,8-7 3961 0 0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22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1 263 356 0 0,'0'0'8864'0'0,"6"0"-8634"0"0,27-2 10 0 0,-1-2 0 0 0,1-1 1 0 0,-1-1-1 0 0,-1-2 0 0 0,1-1 0 0 0,-1-2 0 0 0,55-27 0 0 0,-82 36-214 0 0,0-1-1 0 0,0 0 1 0 0,0 0-1 0 0,0 0 1 0 0,-1 0-1 0 0,1 0 1 0 0,-1-1-1 0 0,0 0 1 0 0,0 0 0 0 0,0 0-1 0 0,0 0 1 0 0,-1 0-1 0 0,0 0 1 0 0,0-1-1 0 0,0 1 1 0 0,0-1-1 0 0,-1 1 1 0 0,0-1-1 0 0,1 0 1 0 0,-2 0 0 0 0,1 1-1 0 0,-1-1 1 0 0,1 0-1 0 0,-2-9 1 0 0,1 12-22 0 0,0 1 1 0 0,-1-1-1 0 0,1 0 1 0 0,-1 0-1 0 0,1 0 1 0 0,-1 0-1 0 0,0 0 1 0 0,1 0-1 0 0,-1 1 0 0 0,0-1 1 0 0,0 0-1 0 0,0 1 1 0 0,0-1-1 0 0,-1 1 1 0 0,1-1-1 0 0,0 1 1 0 0,-1-1-1 0 0,1 1 1 0 0,-1 0-1 0 0,1 0 1 0 0,-1 0-1 0 0,0 0 1 0 0,0 0-1 0 0,1 0 1 0 0,-1 0-1 0 0,-3 0 0 0 0,-2-2 3 0 0,1 2 0 0 0,0-1 0 0 0,-1 1 0 0 0,1 0 0 0 0,-14-1 0 0 0,13 3-7 0 0,-1-1-1 0 0,1 1 0 0 0,-1 0 0 0 0,1 0 0 0 0,0 1 0 0 0,-1 0 0 0 0,1 1 0 0 0,0 0 0 0 0,0 0 0 0 0,-11 6 1 0 0,16-7-2 0 0,1-1 1 0 0,-1 0 0 0 0,0 0 0 0 0,0 1-1 0 0,1 0 1 0 0,-1-1 0 0 0,1 1 0 0 0,-1 0 0 0 0,1-1-1 0 0,-1 1 1 0 0,1 0 0 0 0,0 0 0 0 0,0 0-1 0 0,0 0 1 0 0,0 0 0 0 0,1 1 0 0 0,-1-1 0 0 0,1 0-1 0 0,-1 0 1 0 0,1 0 0 0 0,0 1 0 0 0,-1-1-1 0 0,1 0 1 0 0,0 0 0 0 0,0 1 0 0 0,1-1 0 0 0,-1 0-1 0 0,0 0 1 0 0,1 0 0 0 0,0 1 0 0 0,-1-1 0 0 0,1 0-1 0 0,0 0 1 0 0,0 0 0 0 0,0 0 0 0 0,0 0-1 0 0,1 0 1 0 0,-1 0 0 0 0,2 2 0 0 0,3 3 1 0 0,0-1 0 0 0,1 1 0 0 0,-1-1 0 0 0,1 0 0 0 0,1-1 0 0 0,-1 1 0 0 0,1-1 0 0 0,0-1 0 0 0,0 1 0 0 0,0-2 0 0 0,0 1 0 0 0,1-1 0 0 0,0 0 0 0 0,-1-1 0 0 0,19 3 0 0 0,1-1 5 0 0,0-1 1 0 0,0-2-1 0 0,56-3 1 0 0,-62 0-1 0 0,1-1 1 0 0,-1-1-1 0 0,1-2 0 0 0,-1 0 1 0 0,-1 0-1 0 0,1-2 1 0 0,-1-1-1 0 0,-1-1 0 0 0,1 0 1 0 0,31-24-1 0 0,-49 31 2 0 0,1 0 0 0 0,-1-1-1 0 0,1 1 1 0 0,-1-1 0 0 0,0 0 0 0 0,-1 0-1 0 0,1 0 1 0 0,-1 0 0 0 0,0-1 0 0 0,0 1 0 0 0,0-1-1 0 0,0 1 1 0 0,1-10 0 0 0,-2 12-7 0 0,-1 0 0 0 0,0 0 0 0 0,0 1 0 0 0,0-1-1 0 0,0 0 1 0 0,0 0 0 0 0,0 0 0 0 0,-1 0 0 0 0,1 1 0 0 0,-1-1 0 0 0,1 0 0 0 0,-1 0 0 0 0,1 1 0 0 0,-1-1 0 0 0,0 0 0 0 0,0 1 0 0 0,0-1 0 0 0,0 0-1 0 0,0 1 1 0 0,0 0 0 0 0,-1-1 0 0 0,1 1 0 0 0,0 0 0 0 0,-1-1 0 0 0,-1 0 0 0 0,-1 1 0 0 0,1 0 1 0 0,-1 1-1 0 0,1-1 0 0 0,-1 1 0 0 0,0 0 0 0 0,1 0 1 0 0,-1 0-1 0 0,0 1 0 0 0,1-1 0 0 0,-1 1 1 0 0,0 0-1 0 0,-3 1 0 0 0,5-2-2 0 0,0 1 0 0 0,-1-1 0 0 0,1 1 0 0 0,0-1 0 0 0,0 1 1 0 0,0 0-1 0 0,0 0 0 0 0,0 0 0 0 0,0 0 0 0 0,0 0 0 0 0,0 1 0 0 0,0-1 0 0 0,0 1 0 0 0,0-1 0 0 0,1 1 0 0 0,-1-1 0 0 0,1 1 0 0 0,-2 2 0 0 0,2-2-4 0 0,0 0 0 0 0,-2 5 6 0 0,2-5 6 0 0,3 0 4 0 0,3 6 8 0 0,-5-8-18 0 0,0 0 0 0 0,1 1 1 0 0,-1-1-1 0 0,0 0 0 0 0,0 1 0 0 0,1-1 1 0 0,-1 0-1 0 0,0 1 0 0 0,0-1 0 0 0,1 0 1 0 0,-1 0-1 0 0,0 1 0 0 0,1-1 0 0 0,-1 0 0 0 0,0 0 1 0 0,1 0-1 0 0,-1 1 0 0 0,0-1 0 0 0,1 0 1 0 0,-1 0-1 0 0,0 0 0 0 0,1 0 0 0 0,-1 0 1 0 0,1 0-1 0 0,-1 0 0 0 0,0 0 0 0 0,1 0 1 0 0,-1 0-1 0 0,1 0 0 0 0,-1 0 0 0 0,0 0 1 0 0,1 0-1 0 0,-1 0 0 0 0,0 0 0 0 0,1 0 0 0 0,-1 0 1 0 0,1-1-1 0 0,-1 1 0 0 0,0 0 0 0 0,1 0 1 0 0,-1 0-1 0 0,0-1 0 0 0,1 1 0 0 0,21-7-10 0 0,-13 5 12 0 0,-7 2-2 0 0,0-1-1 0 0,-1 0-1 0 0,1 1 1 0 0,-1-1-1 0 0,0 1 1 0 0,1 0-1 0 0,0-1 0 0 0,-1 1 1 0 0,1 0-1 0 0,-1 0 1 0 0,1 0-1 0 0,-1 0 1 0 0,1 0-1 0 0,-1 0 0 0 0,1 0 1 0 0,0 1-1 0 0,-1-1 1 0 0,1 0-1 0 0,-1 1 0 0 0,0 0 1 0 0,1-1-1 0 0,-1 1 1 0 0,1 0-1 0 0,-1-1 1 0 0,0 1-1 0 0,1 0 0 0 0,-1 0 1 0 0,0 0-1 0 0,0 0 1 0 0,2 3-1 0 0,6 15 13 0 0,-1 1 0 0 0,-1 0 1 0 0,0 0-1 0 0,-2 1 0 0 0,0 0 0 0 0,-1 0 0 0 0,1 28 0 0 0,-1-16 6 0 0,2 14 21 0 0,-1 80-1 0 0,-5-106-15 0 0,-1 0-1 0 0,-2-1 0 0 0,0 1 1 0 0,-1-1-1 0 0,-1 1 0 0 0,-10 24 1 0 0,14-41 20 0 0,-1 0 1 0 0,0-1-1 0 0,0 1 1 0 0,0 0-1 0 0,0-1 1 0 0,-1 1 0 0 0,1-1-1 0 0,-1 0 1 0 0,0 0-1 0 0,0 0 1 0 0,0 0-1 0 0,0 0 1 0 0,0-1-1 0 0,-1 1 1 0 0,1-1-1 0 0,-1 0 1 0 0,0 0-1 0 0,1 0 1 0 0,-1-1-1 0 0,0 1 1 0 0,0-1 0 0 0,-7 1-1 0 0,8-2-8 0 0,0 0 0 0 0,-1 0 0 0 0,1 0 0 0 0,0-1 0 0 0,-1 1-1 0 0,1-1 1 0 0,0 0 0 0 0,0 0 0 0 0,-1 0 0 0 0,1 0 0 0 0,0-1 0 0 0,0 1 0 0 0,0-1 0 0 0,1 0 0 0 0,-1 0 0 0 0,0 0-1 0 0,1 0 1 0 0,-1 0 0 0 0,1-1 0 0 0,0 1 0 0 0,-1-1 0 0 0,1 1 0 0 0,0-1 0 0 0,1 0 0 0 0,-1 0 0 0 0,0 0 0 0 0,1 0-1 0 0,-1-3 1 0 0,-3-5 26 0 0,2 1-1 0 0,-1 0 1 0 0,2-1-1 0 0,-1 0 0 0 0,1 0 1 0 0,1 0-1 0 0,0 0 1 0 0,1 0-1 0 0,0 0 1 0 0,0 0-1 0 0,1 0 0 0 0,4-18 1 0 0,-3 23-169 0 0,0 0-1 0 0,0 0 1 0 0,0 0 0 0 0,1 0 0 0 0,0 0-1 0 0,0 1 1 0 0,0-1 0 0 0,1 1-1 0 0,8-10 1 0 0,-8 12-295 0 0,0-1-1 0 0,0 1 1 0 0,0 0-1 0 0,0 0 1 0 0,0 0-1 0 0,1 1 1 0 0,0-1 0 0 0,-1 1-1 0 0,1 0 1 0 0,0 0-1 0 0,0 1 1 0 0,0 0-1 0 0,8-2 1 0 0,-2 1-2831 0 0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28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44 268 0 0,'0'0'899'0'0,"2"-3"862"0"0,10-13 9359 0 0,-10 11-11340 0 0,-11-3-5298 0 0,3 2 2000 0 0,2 1 822 0 0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29.3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73 740 0 0,'-1'-4'430'0'0,"1"1"0"0"0,-1-1 0 0 0,1 0-1 0 0,-1 0 1 0 0,1 0 0 0 0,0 0 0 0 0,0 1 0 0 0,1-1 0 0 0,-1 0-1 0 0,1 0 1 0 0,0 1 0 0 0,0-1 0 0 0,0 0 0 0 0,1 1 0 0 0,1-4-1 0 0,-2 5 472 0 0,-1 1-851 0 0,0 1-73 0 0,0 0 1 0 0,0 0-1 0 0,0 0 0 0 0,-1-1 1 0 0,1 1-1 0 0,0 0 0 0 0,0 0 1 0 0,0 0-1 0 0,0 0 0 0 0,0-1 1 0 0,0 1-1 0 0,0 0 0 0 0,0 0 1 0 0,0 0-1 0 0,0 0 0 0 0,0-1 1 0 0,0 1-1 0 0,0 0 0 0 0,0 0 1 0 0,0 0-1 0 0,0 0 0 0 0,0-1 0 0 0,0 1 1 0 0,0 0-1 0 0,0 0 0 0 0,0 0 1 0 0,0 0-1 0 0,0 0 0 0 0,0-1 1 0 0,1 1-1 0 0,-1 0 0 0 0,0 0 1 0 0,0 0-1 0 0,0 0 0 0 0,0 0 1 0 0,0 0-1 0 0,0-1 0 0 0,1 1 1 0 0,-1 0-1 0 0,0 0 0 0 0,0 0 1 0 0,0 0-1 0 0,0 0 0 0 0,0 0 0 0 0,1 0 1 0 0,-1 0-1 0 0,0 0 0 0 0,0 0 1 0 0,0 0-1 0 0,0 0 0 0 0,1 0 1 0 0,-1 0-1 0 0,0 0 0 0 0,3 4-360 0 0,5 12-2867 0 0,-5-9 1160 0 0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31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562 256 360 0 0,'11'-46'1396'0'0,"-6"27"-840"0"0,0 0 0 0 0,-1 1 0 0 0,-1-1 0 0 0,-1-1 0 0 0,-1 1 1 0 0,-1-22-1 0 0,-1 39-483 0 0,1 0-1 0 0,0-1 1 0 0,-1 1 0 0 0,0-1 0 0 0,0 1 0 0 0,0 0 0 0 0,0-1 0 0 0,0 1 0 0 0,0 0 0 0 0,0 0 0 0 0,-1 0 0 0 0,1 0 0 0 0,-1 0 0 0 0,1 0 0 0 0,-1 0 0 0 0,0 1 0 0 0,0-1 0 0 0,0 1 0 0 0,0-1 0 0 0,-2-1 0 0 0,-1 1-9 0 0,0 0-1 0 0,1 1 1 0 0,-1-1-1 0 0,0 1 1 0 0,0 0-1 0 0,0 0 1 0 0,1 1-1 0 0,-1-1 1 0 0,-9 1 0 0 0,-9 3 26 0 0,0 0 1 0 0,0 1 0 0 0,-34 11 0 0 0,44-11 20 0 0,-26 6 82 0 0,0 2 1 0 0,1 2-1 0 0,1 2 0 0 0,0 1 1 0 0,2 2-1 0 0,0 1 1 0 0,-47 36-1 0 0,80-55-182 0 0,0 1-1 0 0,1-1 1 0 0,-1 1 0 0 0,0-1-1 0 0,0 1 1 0 0,1 0-1 0 0,-1 0 1 0 0,1 0 0 0 0,-1 0-1 0 0,1 0 1 0 0,0 0 0 0 0,0 0-1 0 0,0 0 1 0 0,0 0-1 0 0,0 1 1 0 0,0-1 0 0 0,1 0-1 0 0,-1 1 1 0 0,1-1-1 0 0,-1 1 1 0 0,1-1 0 0 0,0 0-1 0 0,0 4 1 0 0,1-3-1 0 0,1 1 0 0 0,-1-1 0 0 0,0 0 0 0 0,1 0 0 0 0,0 0 0 0 0,0 0 0 0 0,0 0 0 0 0,0 0 0 0 0,0-1 0 0 0,0 1 0 0 0,1-1 0 0 0,-1 1 0 0 0,1-1 0 0 0,3 3 0 0 0,11 6 18 0 0,0-1 1 0 0,1 0-1 0 0,0-1 0 0 0,23 7 0 0 0,74 22 41 0 0,-60-22-33 0 0,57 26 0 0 0,-98-35-27 0 0,1 0 0 0 0,-1 1 1 0 0,-1 0-1 0 0,1 1 0 0 0,-1 1 0 0 0,-1 0 0 0 0,0 0 0 0 0,17 20 1 0 0,-26-26-4 0 0,0 0 1 0 0,1 1 0 0 0,-2-1-1 0 0,1 1 1 0 0,0-1 0 0 0,-1 1-1 0 0,0 0 1 0 0,0 0 0 0 0,0 0-1 0 0,-1 0 1 0 0,0 0 0 0 0,0 1 0 0 0,0-1-1 0 0,-1 0 1 0 0,1 1 0 0 0,-1-1-1 0 0,0 0 1 0 0,-1 1 0 0 0,0-1-1 0 0,1 0 1 0 0,-2 0 0 0 0,1 0-1 0 0,0 1 1 0 0,-1-1 0 0 0,0-1-1 0 0,0 1 1 0 0,-1 0 0 0 0,1 0-1 0 0,-1-1 1 0 0,0 1 0 0 0,0-1 0 0 0,-1 0-1 0 0,1 0 1 0 0,-1 0 0 0 0,0-1-1 0 0,0 1 1 0 0,0-1 0 0 0,-10 6-1 0 0,13-9 32 0 0,-5-3-14 0 0,5 3-24 0 0,1 0 0 0 0,0 0 0 0 0,-1 0 0 0 0,1 0 0 0 0,-1 0 0 0 0,1 0 0 0 0,0 0 1 0 0,-1 0-1 0 0,1 0 0 0 0,-1 0 0 0 0,1 0 0 0 0,0 0 0 0 0,-1 0 0 0 0,1 0 0 0 0,0-1 0 0 0,-1 1 0 0 0,1 0 0 0 0,0 0 0 0 0,-1 0 0 0 0,1-1 0 0 0,0 1 0 0 0,-1 0 0 0 0,1-1 0 0 0,0 1 0 0 0,0 0 0 0 0,-1 0 1 0 0,1-1-1 0 0,0 1 0 0 0,0-1 0 0 0,0 1 0 0 0,0 0 0 0 0,-1-1 0 0 0,1 1 0 0 0,0 0 0 0 0,0-1 0 0 0,0 1 0 0 0,0-1 0 0 0,0 1 0 0 0,0 0 0 0 0,0-1 0 0 0,0 1 0 0 0,0-1 0 0 0,6-9 2 0 0,-1 0 0 0 0,2 1 0 0 0,-1 0 0 0 0,2 0 1 0 0,-1 0-1 0 0,1 1 0 0 0,0 0 0 0 0,1 0 0 0 0,9-5 0 0 0,-11 7-7 0 0,1 0 0 0 0,0 1 0 0 0,0 0 0 0 0,0 1 1 0 0,1 0-1 0 0,-1 0 0 0 0,1 1 0 0 0,0 0 0 0 0,0 0 1 0 0,0 1-1 0 0,18-2 0 0 0,-22 5 4 0 0,-1-1 0 0 0,1 1 0 0 0,-1 0 0 0 0,1 0 0 0 0,-1 0 0 0 0,1 0 0 0 0,-1 1 1 0 0,1 0-1 0 0,-1 0 0 0 0,0 0 0 0 0,0 0 0 0 0,0 1 0 0 0,0-1 0 0 0,-1 1 0 0 0,1 0 0 0 0,-1 1 0 0 0,0-1 0 0 0,1 0 0 0 0,-2 1 0 0 0,1 0 0 0 0,0-1 1 0 0,-1 1-1 0 0,1 0 0 0 0,-1 1 0 0 0,0-1 0 0 0,-1 0 0 0 0,4 9 0 0 0,-4-8 19 0 0,-1-2-22 0 0,0 1 1 0 0,0-1-1 0 0,-1 0 0 0 0,1 0 0 0 0,-1 1 1 0 0,1-1-1 0 0,-1 0 0 0 0,0 0 1 0 0,0 0-1 0 0,0 0 0 0 0,-2 4 1 0 0,2-6-197 0 0,0 0 0 0 0,0 0 1 0 0,0 0-1 0 0,0 0 0 0 0,0 0 1 0 0,0 0-1 0 0,-1 0 0 0 0,1 0 1 0 0,0 0-1 0 0,0-1 0 0 0,-1 1 1 0 0,1 0-1 0 0,0-1 0 0 0,-1 1 1 0 0,1-1-1 0 0,-1 1 0 0 0,-1-1 1 0 0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32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9 380 0 0,'4'-8'1748'0'0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32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0 198 84 0 0,'21'28'6365'0'0,"-16"-30"-6196"0"0,0-1 0 0 0,1 1 1 0 0,-1 0-1 0 0,0-1 0 0 0,-1 0 1 0 0,1 0-1 0 0,0-1 0 0 0,-1 0 1 0 0,0 1-1 0 0,0-1 0 0 0,4-5 1 0 0,-7 8-86 0 0,14 1 40 0 0,0 1-1 0 0,0 0 1 0 0,27 7-1 0 0,-12-2-96 0 0,1-1-1 0 0,0-2 1 0 0,0-1-1 0 0,0-1 0 0 0,1-1 1 0 0,-1-2-1 0 0,0-2 0 0 0,0 0 1 0 0,39-12-1 0 0,-60 13-19 0 0,-1 0 0 0 0,1-1 0 0 0,-1 0 0 0 0,0-1 0 0 0,17-11 0 0 0,-23 14-3 0 0,0 0 1 0 0,0 0 0 0 0,-1-1 0 0 0,1 1 0 0 0,0-1 0 0 0,-1 0-1 0 0,0 1 1 0 0,0-1 0 0 0,0 0 0 0 0,0 0 0 0 0,0-1-1 0 0,0 1 1 0 0,-1 0 0 0 0,1-1 0 0 0,-1 1 0 0 0,0 0-1 0 0,0-1 1 0 0,-1 0 0 0 0,2-5 0 0 0,-3 6 6 0 0,0 0 1 0 0,1-1-1 0 0,-1 1 0 0 0,0 0 1 0 0,0 0-1 0 0,-1 0 0 0 0,1 0 1 0 0,-1 0-1 0 0,0 0 0 0 0,1 0 1 0 0,-1 1-1 0 0,0-1 0 0 0,-1 0 1 0 0,1 1-1 0 0,0 0 0 0 0,-1-1 1 0 0,1 1-1 0 0,-1 0 0 0 0,0 0 1 0 0,0 1-1 0 0,0-1 0 0 0,0 1 1 0 0,-4-3-1 0 0,-1 1 57 0 0,-1-1-1 0 0,1 1 1 0 0,0 1 0 0 0,-1 0 0 0 0,1 0-1 0 0,-1 0 1 0 0,-12 0 0 0 0,21 2-65 0 0,-1 0 0 0 0,0 0 1 0 0,1 0-1 0 0,-1-1 0 0 0,0 1 0 0 0,1 0 1 0 0,-1 0-1 0 0,0 0 0 0 0,1 1 0 0 0,-1-1 0 0 0,0 0 1 0 0,1 0-1 0 0,-1 0 0 0 0,0 0 0 0 0,1 1 1 0 0,-1-1-1 0 0,1 0 0 0 0,-1 1 0 0 0,0-1 0 0 0,1 0 1 0 0,-1 1-1 0 0,1-1 0 0 0,-1 1 0 0 0,1-1 1 0 0,-1 1-1 0 0,1-1 0 0 0,-1 1 0 0 0,1-1 0 0 0,0 1 1 0 0,-1-1-1 0 0,1 1 0 0 0,0 0 0 0 0,0-1 1 0 0,-1 1-1 0 0,1 0 0 0 0,0-1 0 0 0,0 1 0 0 0,0 0 1 0 0,0-1-1 0 0,-1 1 0 0 0,1 0 0 0 0,0-1 1 0 0,0 1-1 0 0,1 0 0 0 0,-1-1 0 0 0,0 1 0 0 0,0 0 1 0 0,0-1-1 0 0,0 1 0 0 0,0 0 0 0 0,1-1 1 0 0,-1 1-1 0 0,0-1 0 0 0,1 1 0 0 0,-1 0 0 0 0,0-1 1 0 0,1 1-1 0 0,-1-1 0 0 0,1 1 0 0 0,-1-1 1 0 0,1 1-1 0 0,-1-1 0 0 0,2 1 0 0 0,29 35 64 0 0,-26-32-58 0 0,0 1 0 0 0,1-1 0 0 0,-1-1 0 0 0,1 1-1 0 0,0-1 1 0 0,0 0 0 0 0,0 0 0 0 0,0-1 0 0 0,1 1 0 0 0,11 1 0 0 0,-16-4 22 0 0,1-1-19 0 0,-1 1-7 0 0,0-1-1 0 0,0 0 1 0 0,0 0 0 0 0,0 0-1 0 0,-1 0 1 0 0,1 0 0 0 0,0 0 0 0 0,0 0-1 0 0,-1 0 1 0 0,1-1 0 0 0,-1 1-1 0 0,1-1 1 0 0,-1 1 0 0 0,0-1-1 0 0,1 0 1 0 0,-1 1 0 0 0,0-1 0 0 0,0 0-1 0 0,1-2 1 0 0,-2 2 1 0 0,7-15-81 0 0,20 80 235 0 0,-2 1-1 0 0,-4 2 1 0 0,-2 0 0 0 0,-3 1-1 0 0,-3 1 1 0 0,-3 0-1 0 0,-3 0 1 0 0,-4 139-1 0 0,-4-189-141 0 0,-1-1 0 0 0,-1 1 0 0 0,-1-1 0 0 0,0 0 0 0 0,-2 0-1 0 0,0-1 1 0 0,-12 26 0 0 0,15-37 25 0 0,1 0 0 0 0,-1 0 0 0 0,0-1-1 0 0,0 1 1 0 0,-1-1 0 0 0,1 0 0 0 0,-1 0 0 0 0,0 0-1 0 0,0-1 1 0 0,-1 1 0 0 0,1-1 0 0 0,-1 0 0 0 0,1 0-1 0 0,-1 0 1 0 0,0-1 0 0 0,0 0 0 0 0,0 0 0 0 0,0 0-1 0 0,-1 0 1 0 0,1-1 0 0 0,0 0 0 0 0,-1 0 0 0 0,1 0 0 0 0,-1-1-1 0 0,1 0 1 0 0,-1 0 0 0 0,1 0 0 0 0,-10-3 0 0 0,9 2 29 0 0,0 0 0 0 0,0-1 1 0 0,1 0-1 0 0,-1-1 0 0 0,1 1 1 0 0,0-1-1 0 0,-1 0 0 0 0,1 0 1 0 0,0 0-1 0 0,1-1 0 0 0,-1 0 1 0 0,1 0-1 0 0,-1 0 0 0 0,1-1 1 0 0,0 1-1 0 0,1-1 0 0 0,-1 0 1 0 0,1 0-1 0 0,0 0 0 0 0,0 0 1 0 0,1-1-1 0 0,-1 1 0 0 0,1-1 1 0 0,1 0-1 0 0,-1 1 0 0 0,1-1 1 0 0,-1-7-1 0 0,0-2 22 0 0,0 0 1 0 0,1 0 0 0 0,1 0-1 0 0,1 0 1 0 0,0 0-1 0 0,1 0 1 0 0,1 0-1 0 0,0 1 1 0 0,9-28 0 0 0,3 7 45 0 0,1 0 0 0 0,1 1 0 0 0,2 1 0 0 0,32-43 0 0 0,-33 53-529 0 0,0 1-1 0 0,29-25 1 0 0,-31 34-753 0 0,-1 0 0 0 0,2 1 0 0 0,33-19 0 0 0,-21 19-3201 0 0,1 1 332 0 0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35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23 112 0 0,'0'0'925'0'0,"0"-2"-338"0"0,1 0-1 0 0,1 1 0 0 0,-1-1 0 0 0,0 0 1 0 0,0 0-1 0 0,1 1 0 0 0,-1-1 0 0 0,1 1 1 0 0,-1-1-1 0 0,1 1 0 0 0,0 0 1 0 0,3-2-1 0 0,2 7-554 0 0,1 1 1 0 0,-1 1 0 0 0,0-1-1 0 0,-1 1 1 0 0,1 1 0 0 0,-1-1-1 0 0,0 1 1 0 0,9 13 0 0 0,7 10 30 0 0,-21-29-52 0 0,-2-1 23 0 0,1 1-1 0 0,0-1 1 0 0,0 1-1 0 0,0-1 1 0 0,0 1-1 0 0,0-1 0 0 0,0 1 1 0 0,0 0-1 0 0,0-1 1 0 0,0 1-1 0 0,0-1 0 0 0,0 1 1 0 0,0-1-1 0 0,0 1 1 0 0,0-1-1 0 0,1 1 1 0 0,-1-1-1 0 0,0 1 0 0 0,0-1 1 0 0,1 1-1 0 0,-1-1 1 0 0,0 1-1 0 0,1-1 0 0 0,-1 1 1 0 0,0-1-1 0 0,1 0 1 0 0,-1 1-1 0 0,1-1 1 0 0,-1 0-1 0 0,0 1 0 0 0,1-1 1 0 0,-1 0-1 0 0,2 1 1 0 0,3-9-26 0 0,1 0 0 0 0,0 1 0 0 0,0-1 1 0 0,1 1-1 0 0,0 1 0 0 0,1 0 0 0 0,-1 0 1 0 0,1 0-1 0 0,0 1 0 0 0,1 0 0 0 0,-1 0 1 0 0,1 1-1 0 0,0 0 0 0 0,0 1 0 0 0,0 0 1 0 0,1 0-1 0 0,-1 1 0 0 0,12-1 0 0 0,-18 3-15 0 0,26 23 213 0 0,-18 1 103 0 0,-10-21-345 0 0,1 0 1 0 0,-1 1-1 0 0,1-1 1 0 0,0 0-1 0 0,0 0 0 0 0,0 0 1 0 0,0 0-1 0 0,0 0 1 0 0,1-1-1 0 0,-1 1 1 0 0,4 2-1 0 0,-5-4-767 0 0,10 0-3929 0 0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37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39 204 0 0,'3'-10'13940'0'0,"-22"-6"-13621"0"0,14 4-5805 0 0,9 16 2090 0 0,15 16 255 0 0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39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33 360 0 0,'11'-24'3243'0'0,"-7"15"1597"0"0,-10 28-3779 0 0,1-2-816 0 0,0 0 1 0 0,1 1 0 0 0,2-1 0 0 0,-1 1 0 0 0,1 28 0 0 0,2-44-197 0 0,2 2 12 0 0,-2-3-58 0 0,0-1 1 0 0,0 0-1 0 0,0 0 1 0 0,0 1-1 0 0,0-1 0 0 0,0 0 1 0 0,0 0-1 0 0,0 1 0 0 0,0-1 1 0 0,0 0-1 0 0,0 0 0 0 0,0 1 1 0 0,0-1-1 0 0,0 0 1 0 0,0 0-1 0 0,1 1 0 0 0,-1-1 1 0 0,0 0-1 0 0,0 0 0 0 0,0 1 1 0 0,0-1-1 0 0,0 0 1 0 0,1 0-1 0 0,-1 0 0 0 0,0 1 1 0 0,0-1-1 0 0,0 0 0 0 0,1 0 1 0 0,-1 0-1 0 0,0 0 0 0 0,0 0 1 0 0,1 1-1 0 0,-1-1 1 0 0,0 0-1 0 0,0 0 0 0 0,1 0 1 0 0,12-2 26 0 0,1 0 0 0 0,-1-1 1 0 0,0 0-1 0 0,0-1 1 0 0,-1-1-1 0 0,24-11 0 0 0,38-13 14 0 0,-60 26-31 0 0,4-3-7 0 0,1 2 0 0 0,0 0 0 0 0,21-1 0 0 0,-33 5-3 0 0,0 0 1 0 0,0 0-1 0 0,0 1 1 0 0,-1 0-1 0 0,1 0 1 0 0,0 0-1 0 0,0 1 1 0 0,-1 0-1 0 0,1 0 1 0 0,-1 1-1 0 0,0 0 1 0 0,1 0-1 0 0,5 5 1 0 0,-11-8 1 0 0,0 1 0 0 0,0-1 1 0 0,-1 1-1 0 0,1-1 1 0 0,0 1-1 0 0,-1 0 0 0 0,1-1 1 0 0,0 1-1 0 0,-1 0 1 0 0,1 0-1 0 0,-1-1 0 0 0,1 1 1 0 0,-1 0-1 0 0,1 0 0 0 0,-1 0 1 0 0,0 0-1 0 0,1 0 1 0 0,-1-1-1 0 0,0 1 0 0 0,0 0 1 0 0,0 0-1 0 0,1 0 0 0 0,-1 0 1 0 0,0 0-1 0 0,0 0 1 0 0,-1 0-1 0 0,1 0 0 0 0,0 0 1 0 0,0 1-1 0 0,-1 1 32 0 0,-1-1 0 0 0,1 1 0 0 0,0-1-1 0 0,-1 1 1 0 0,1-1 0 0 0,-1 1 0 0 0,0-1-1 0 0,0 0 1 0 0,0 0 0 0 0,-3 2 0 0 0,0 1-263 0 0,-1-1 1 0 0,1 1-1 0 0,-1-1 1 0 0,-1-1-1 0 0,1 1 1 0 0,0-1-1 0 0,-1 0 1 0 0,-7 2-1 0 0,12-4-294 0 0,-5 1-68 0 0,-1-3-3276 0 0,-6-2 984 0 0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0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63 1124 0 0,'-3'-37'4420'0'0,"3"33"-4431"0"0,0 3 102 0 0,-1 0-1 0 0,1 1 1 0 0,0-1-1 0 0,0 0 1 0 0,0 1-1 0 0,0-1 1 0 0,0 0-1 0 0,0 0 1 0 0,0 1-1 0 0,0-1 1 0 0,0 0-1 0 0,0 1 0 0 0,1-1 1 0 0,-1 0-1 0 0,0 1 1 0 0,0-1-1 0 0,0 1 1 0 0,1-1-1 0 0,-1 0 1 0 0,0 1-1 0 0,1-1 1 0 0,-1 1-1 0 0,1-1 0 0 0,-1 1 1 0 0,1-1-1 0 0,-1 1 1 0 0,1-1-1 0 0,-1 1 1 0 0,1-1-1 0 0,-1 1 1 0 0,1 0-1 0 0,0-1 1 0 0,-1 1-1 0 0,2-1 0 0 0,0 1-80 0 0,25 29-1088 0 0,-7-5-2681 0 0,-11-12 1579 0 0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1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1 652 396 0 0,'12'-6'377'0'0,"1"0"0"0"0,-1-1 0 0 0,0 0 0 0 0,-1-1 0 0 0,0 0 1 0 0,0-1-1 0 0,-1 0 0 0 0,0-1 0 0 0,0 0 0 0 0,-1 0 0 0 0,-1-1 0 0 0,0 0 0 0 0,0-1 0 0 0,9-18 0 0 0,-12 19-261 0 0,0 0-1 0 0,-1 1 0 0 0,0-2 0 0 0,-1 1 1 0 0,0 0-1 0 0,-1-1 0 0 0,0 1 1 0 0,-1-1-1 0 0,0 0 0 0 0,-1 1 0 0 0,0-1 1 0 0,-1 0-1 0 0,0 0 0 0 0,-1 1 1 0 0,0-1-1 0 0,-1 1 0 0 0,-5-15 0 0 0,7 23-103 0 0,0 1-1 0 0,0-1 0 0 0,0 1 1 0 0,0-1-1 0 0,0 1 0 0 0,0 0 0 0 0,-1-1 1 0 0,1 1-1 0 0,-1 0 0 0 0,0 0 1 0 0,0 0-1 0 0,1 0 0 0 0,-1 0 0 0 0,0 0 1 0 0,-1 1-1 0 0,1-1 0 0 0,0 1 1 0 0,0-1-1 0 0,-1 1 0 0 0,1 0 0 0 0,-1 0 1 0 0,1 0-1 0 0,-1 0 0 0 0,0 0 1 0 0,1 1-1 0 0,-1-1 0 0 0,1 1 0 0 0,-1 0 1 0 0,0 0-1 0 0,0 0 0 0 0,1 0 0 0 0,-1 0 1 0 0,0 0-1 0 0,1 1 0 0 0,-1-1 1 0 0,0 1-1 0 0,1 0 0 0 0,-1 0 0 0 0,1 0 1 0 0,-1 0-1 0 0,1 0 0 0 0,0 1 1 0 0,-1-1-1 0 0,1 1 0 0 0,0-1 0 0 0,0 1 1 0 0,0 0-1 0 0,0 0 0 0 0,0 0 1 0 0,0 0-1 0 0,1 0 0 0 0,-1 0 0 0 0,1 0 1 0 0,-1 1-1 0 0,1-1 0 0 0,0 0 1 0 0,0 1-1 0 0,0 0 0 0 0,0-1 0 0 0,0 1 1 0 0,1-1-1 0 0,-1 1 0 0 0,1 0 1 0 0,0-1-1 0 0,0 4 0 0 0,0 3-3 0 0,0-1 0 0 0,1 1 0 0 0,0 0 1 0 0,0-1-1 0 0,1 1 0 0 0,0-1 0 0 0,0 0 0 0 0,1 0 0 0 0,1 0 0 0 0,-1 0 0 0 0,1 0 0 0 0,0 0 1 0 0,1-1-1 0 0,0 0 0 0 0,0 0 0 0 0,9 9 0 0 0,9 9 10 0 0,2 0 0 0 0,46 35-1 0 0,-57-48-8 0 0,1-1-1 0 0,0-1 0 0 0,0 0 0 0 0,1-1 1 0 0,1-1-1 0 0,0-1 0 0 0,0 0 0 0 0,0-1 1 0 0,28 6-1 0 0,-36-11-5 0 0,0 0 1 0 0,1 0 0 0 0,-1-1-1 0 0,0 0 1 0 0,0-1 0 0 0,0 0-1 0 0,0-1 1 0 0,0 1 0 0 0,0-2-1 0 0,-1 1 1 0 0,1-1-1 0 0,-1-1 1 0 0,1 1 0 0 0,-1-1-1 0 0,0-1 1 0 0,-1 1 0 0 0,1-2-1 0 0,-1 1 1 0 0,0-1 0 0 0,13-13-1 0 0,-13 11 22 0 0,0-1 0 0 0,-1 0 0 0 0,0-1 0 0 0,0 0 0 0 0,-1 0-1 0 0,-1 0 1 0 0,1 0 0 0 0,-2-1 0 0 0,1 0 0 0 0,-2 1 0 0 0,1-1 0 0 0,-1 0 0 0 0,-1-1-1 0 0,0 1 1 0 0,-1-18 0 0 0,-1-5 100 0 0,-2 1-1 0 0,-1-1 1 0 0,-17-60-1 0 0,11 59 561 0 0,-1 0 0 0 0,-3 1 0 0 0,-30-56 1 0 0,44 89-674 0 0,0 1 0 0 0,0 0 1 0 0,-1-1-1 0 0,1 1 0 0 0,0 0 1 0 0,0 0-1 0 0,-1 0 1 0 0,1-1-1 0 0,0 1 0 0 0,-1 0 1 0 0,1 0-1 0 0,0 0 0 0 0,-1 0 1 0 0,1 0-1 0 0,-1-1 1 0 0,1 1-1 0 0,0 0 0 0 0,-1 0 1 0 0,1 0-1 0 0,0 0 0 0 0,-1 0 1 0 0,1 0-1 0 0,0 0 1 0 0,-1 0-1 0 0,1 0 0 0 0,-1 1 1 0 0,1-1-1 0 0,0 0 0 0 0,-1 0 1 0 0,1 0-1 0 0,0 0 1 0 0,-1 0-1 0 0,1 1 0 0 0,0-1 1 0 0,-1 0-1 0 0,1 0 0 0 0,0 0 1 0 0,0 1-1 0 0,-1-1 0 0 0,1 0 1 0 0,0 1-1 0 0,0-1 1 0 0,-1 0-1 0 0,1 1 0 0 0,0-1 1 0 0,0 0-1 0 0,0 1 0 0 0,0-1 1 0 0,-1 0-1 0 0,1 1 1 0 0,0-1-1 0 0,0 0 0 0 0,0 1 1 0 0,0-1-1 0 0,0 0 0 0 0,0 1 1 0 0,0 0-1 0 0,-9 25 37 0 0,6 21 50 0 0,2-1 0 0 0,2 1 0 0 0,2-1 1 0 0,3 0-1 0 0,13 57 0 0 0,-17-92-82 0 0,8 34 94 0 0,32 84 0 0 0,-38-115-85 0 0,-3-11-4 0 0,0 0-1 0 0,0 0 0 0 0,0 0 0 0 0,0 0 1 0 0,1 0-1 0 0,-1-1 0 0 0,1 1 1 0 0,0 0-1 0 0,0-1 0 0 0,4 5 0 0 0,-5-6 10 0 0,0-5-38 0 0,3-15 3 0 0,-4 18 3 0 0,0 0 0 0 0,1-1-1 0 0,-1 1 1 0 0,1 0 0 0 0,0-1-1 0 0,-1 1 1 0 0,1 0 0 0 0,0 0-1 0 0,0-1 1 0 0,0 1 0 0 0,0 0-1 0 0,0 0 1 0 0,0 0 0 0 0,0 0-1 0 0,0 1 1 0 0,0-1 0 0 0,1 0-1 0 0,-1 0 1 0 0,0 1 0 0 0,0-1-1 0 0,1 0 1 0 0,-1 1 0 0 0,0-1-1 0 0,1 1 1 0 0,-1 0 0 0 0,3-1-1 0 0,36 1-46 0 0,36 13 37 0 0,-52-9 16 0 0,0 0 0 0 0,45 1 0 0 0,-62-5 11 0 0,1 0 0 0 0,0-1 0 0 0,-1 0 0 0 0,0-1 0 0 0,1 0 0 0 0,-1 0 0 0 0,0 0 0 0 0,0-1 0 0 0,0 0 0 0 0,0-1 0 0 0,-1 1 0 0 0,1-1 0 0 0,6-6 0 0 0,-11 8 94 0 0,0 0 0 0 0,0-1 0 0 0,0 1 0 0 0,-1-1 0 0 0,1 1 0 0 0,-1-1-1 0 0,0 0 1 0 0,0 1 0 0 0,0-1 0 0 0,0 0 0 0 0,0 0 0 0 0,0 0 0 0 0,-1 0-1 0 0,0 0 1 0 0,1 0 0 0 0,-1 0 0 0 0,0 0 0 0 0,-1-4 0 0 0,1 6-42 0 0,0-1 501 0 0,0 2-557 0 0,0-1 0 0 0,0 1 0 0 0,0 0-1 0 0,0 0 1 0 0,0-1 0 0 0,0 1 0 0 0,0 0 0 0 0,0 0-1 0 0,0-1 1 0 0,0 1 0 0 0,0 0 0 0 0,0 0 0 0 0,0-1-1 0 0,0 1 1 0 0,0 0 0 0 0,0 0 0 0 0,0 0 0 0 0,0-1-1 0 0,0 1 1 0 0,0 0 0 0 0,0 0 0 0 0,0-1 0 0 0,0 1-1 0 0,0 0 1 0 0,1 0 0 0 0,-1 0 0 0 0,0-1 0 0 0,0 1-1 0 0,0 0 1 0 0,0 0 0 0 0,1 0 0 0 0,-1 0 0 0 0,0 0-1 0 0,0-1 1 0 0,0 1 0 0 0,1 0 0 0 0,-1 0 0 0 0,0 0-1 0 0,0 0 1 0 0,1 0 0 0 0,-1 0 0 0 0,0 0 0 0 0,0 0-1 0 0,1 0 1 0 0,-1 0 0 0 0,0 0 0 0 0,0 0 0 0 0,0 0 0 0 0,1 0-1 0 0,15 13-355 0 0,20 23-769 0 0,-35-34 397 0 0,0 0 0 0 0,0-1 0 0 0,0 1 0 0 0,0 0 0 0 0,-1 0-1 0 0,1 0 1 0 0,-1 0 0 0 0,1 0 0 0 0,-1 0 0 0 0,1 0 0 0 0,-1 0 0 0 0,0 0 0 0 0,0 3 0 0 0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1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21 114 272 0 0,'-13'-12'1200'0'0,"8"0"-128"0"0,2 4 764 0 0,15-17-1056 0 0,0 13-71 0 0,3 0-81 0 0,10 0-68 0 0,2 5-48 0 0,14-2-64 0 0,3 4-64 0 0,-4 5-236 0 0,3 7-296 0 0,3-5-308 0 0,-1 3-868 0 0,-1 2-1441 0 0,-2-2 641 0 0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1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22 64 0 0,'7'-15'3144'0'0,"0"9"2150"0"0,-7 30-4954 0 0,-1 1-1 0 0,0-1 1 0 0,-2 1 0 0 0,-1-1-1 0 0,-10 31 1 0 0,8-29-185 0 0,0-1-1 0 0,2 0 1 0 0,0 1 0 0 0,2 0 0 0 0,1 41-1 0 0,3-49-76 0 0,0 1 0 0 0,1-1 0 0 0,1 1 0 0 0,1-1 0 0 0,0 0 0 0 0,15 31 0 0 0,-17-43-56 0 0,1-1-1 0 0,-1 1 0 0 0,1-1 1 0 0,1 1-1 0 0,-1-1 1 0 0,1 0-1 0 0,0 0 0 0 0,0-1 1 0 0,0 0-1 0 0,0 0 0 0 0,1 0 1 0 0,0 0-1 0 0,0-1 1 0 0,0 0-1 0 0,0 0 0 0 0,0-1 1 0 0,1 0-1 0 0,-1 0 0 0 0,1 0 1 0 0,-1-1-1 0 0,1 0 0 0 0,7 1 1 0 0,-3-2-2 0 0,1 0 0 0 0,0-1 0 0 0,-1 0 1 0 0,1-1-1 0 0,-1 0 0 0 0,0-1 0 0 0,0 0 1 0 0,0-1-1 0 0,0 0 0 0 0,0-1 0 0 0,18-11 0 0 0,-21 12-10 0 0,-1-1-1 0 0,1 0 0 0 0,-1 0 0 0 0,-1-1 1 0 0,1 0-1 0 0,-1 0 0 0 0,0 0 0 0 0,0-1 1 0 0,-1 0-1 0 0,0 0 0 0 0,0 0 1 0 0,-1-1-1 0 0,0 1 0 0 0,0-1 0 0 0,-1 0 1 0 0,4-12-1 0 0,-6 19 2 0 0,-1 0-1 0 0,0 0 1 0 0,1 0 0 0 0,-1 0 0 0 0,0 0 0 0 0,0 0 0 0 0,0-1-1 0 0,0 1 1 0 0,0 0 0 0 0,0 0 0 0 0,0 0 0 0 0,0 0-1 0 0,0 0 1 0 0,0-1 0 0 0,-1 1 0 0 0,1 0 0 0 0,0 0-1 0 0,-1 0 1 0 0,1 0 0 0 0,-1 0 0 0 0,1 0 0 0 0,-1 0-1 0 0,0 0 1 0 0,1 0 0 0 0,-1 0 0 0 0,0 0 0 0 0,0 1 0 0 0,1-1-1 0 0,-1 0 1 0 0,0 0 0 0 0,0 1 0 0 0,0-1 0 0 0,0 0-1 0 0,0 1 1 0 0,0-1 0 0 0,0 1 0 0 0,0 0 0 0 0,0-1-1 0 0,-1 1 1 0 0,1 0 0 0 0,0-1 0 0 0,0 1 0 0 0,0 0-1 0 0,0 0 1 0 0,0 0 0 0 0,-2 0 0 0 0,-3 0 85 0 0,0 1 0 0 0,0 0 0 0 0,0 0 0 0 0,1 0 0 0 0,-1 0 0 0 0,-11 5 0 0 0,17-6-86 0 0,-1 1 0 0 0,0 0 0 0 0,0-1 0 0 0,0 1 0 0 0,1-1 0 0 0,-1 1 0 0 0,0 0 0 0 0,1-1 0 0 0,-1 1 0 0 0,0 0 0 0 0,1 0 0 0 0,-1 0 0 0 0,1-1 0 0 0,-1 1 0 0 0,1 0 0 0 0,0 0 0 0 0,-1 0 0 0 0,1 0 0 0 0,0 0 0 0 0,0 0 0 0 0,-1 0 0 0 0,1 0 0 0 0,0 0 0 0 0,0 0 0 0 0,0 0 0 0 0,0 0 0 0 0,0 0 0 0 0,1 0 0 0 0,-1-1 0 0 0,0 1 0 0 0,0 0 0 0 0,0 0 0 0 0,1 1 0 0 0,14 31 140 0 0,-15-32-149 0 0,6 7-137 0 0,0 0 0 0 0,0 0 0 0 0,0 0 0 0 0,1-1 0 0 0,0 0 0 0 0,1 0 0 0 0,0-1 0 0 0,0 0 0 0 0,10 6 0 0 0,-8-6-1809 0 0,1 0 0 0 0,0-1 1 0 0,23 8-1 0 0,-20-7-1117 0 0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2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 0 0,'0'0'5348'0'0,"3"5"-4984"0"0,0 2-135 0 0,0 0 0 0 0,0 0 0 0 0,-1 0 0 0 0,0 1 0 0 0,0-1 0 0 0,-1 1 0 0 0,0-1 0 0 0,0 14 0 0 0,-1-19-81 0 0,-7 10 145 0 0,3-8 98 0 0,3-7 780 0 0,4-3-1152 0 0,-1 0 0 0 0,1 1 1 0 0,0 0-1 0 0,0-1 1 0 0,0 1-1 0 0,1 0 1 0 0,0 1-1 0 0,0-1 1 0 0,0 1-1 0 0,1-1 0 0 0,-1 1 1 0 0,1 1-1 0 0,0-1 1 0 0,0 1-1 0 0,0-1 1 0 0,1 2-1 0 0,8-5 1 0 0,-11 5-4 0 0,0 0 1 0 0,0 1 0 0 0,1-1 0 0 0,-1 1 0 0 0,1-1 0 0 0,-1 1-1 0 0,1 0 1 0 0,-1 1 0 0 0,1-1 0 0 0,-1 1 0 0 0,1-1 0 0 0,0 1-1 0 0,-1 0 1 0 0,1 0 0 0 0,0 1 0 0 0,-1-1 0 0 0,1 1 0 0 0,0-1-1 0 0,-1 1 1 0 0,1 1 0 0 0,-1-1 0 0 0,1 0 0 0 0,-1 1 0 0 0,0-1-1 0 0,0 1 1 0 0,0 0 0 0 0,0 0 0 0 0,0 1 0 0 0,0-1 0 0 0,0 0-1 0 0,-1 1 1 0 0,1 0 0 0 0,-1 0 0 0 0,1 0 0 0 0,-1 0 0 0 0,0 0-1 0 0,-1 0 1 0 0,1 0 0 0 0,2 5 0 0 0,-4-6 20 0 0,3 1 43 0 0,-4-3-58 0 0,1 0 1 0 0,1 0-1 0 0,-1 0 0 0 0,0 1 0 0 0,0-1 1 0 0,0 0-1 0 0,0 0 0 0 0,0 1 0 0 0,0-1 1 0 0,0 0-1 0 0,0 0 0 0 0,0 0 0 0 0,0 1 1 0 0,0-1-1 0 0,1 0 0 0 0,-1 0 0 0 0,0 0 1 0 0,0 0-1 0 0,0 1 0 0 0,0-1 0 0 0,0 0 1 0 0,1 0-1 0 0,-1 0 0 0 0,0 0 1 0 0,0 0-1 0 0,0 0 0 0 0,1 1 0 0 0,-1-1 1 0 0,0 0-1 0 0,0 0 0 0 0,0 0 0 0 0,1 0 1 0 0,-1 0-1 0 0,0 0 0 0 0,0 0 0 0 0,1 0 1 0 0,-1 0-1 0 0,0 0 0 0 0,0 0 0 0 0,0 0 1 0 0,1 0-1 0 0,-1 0 0 0 0,0 0 0 0 0,0 0 1 0 0,1 0-1 0 0,-1 0 0 0 0,0-1 0 0 0,30-11 253 0 0,-21 7-219 0 0,1 0 0 0 0,-1 1 1 0 0,1 0-1 0 0,0 1 0 0 0,0 0 1 0 0,0 1-1 0 0,0 0 0 0 0,0 0 1 0 0,1 1-1 0 0,-1 1 0 0 0,0-1 1 0 0,14 3-1 0 0,-22-2-49 0 0,0 1 0 0 0,-1 0 0 0 0,1 0 0 0 0,0 0 0 0 0,0 0-1 0 0,0 0 1 0 0,-1 0 0 0 0,1 0 0 0 0,-1 0 0 0 0,1 1 0 0 0,-1-1 0 0 0,1 1 0 0 0,-1-1-1 0 0,0 1 1 0 0,1-1 0 0 0,-1 1 0 0 0,0 0 0 0 0,0 0 0 0 0,0-1 0 0 0,-1 1 0 0 0,1 0-1 0 0,0 0 1 0 0,-1 0 0 0 0,1 0 0 0 0,-1 0 0 0 0,0 0 0 0 0,1 0 0 0 0,-1 0 0 0 0,0 4-1 0 0,-5 27-1787 0 0,-6-9-4809 0 0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2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3 740 0 0,'2'-1'231'0'0,"1"1"0"0"0,-1-1 1 0 0,0 1-1 0 0,1 0 0 0 0,-1 0 0 0 0,0 0 0 0 0,1 0 0 0 0,-1 0 1 0 0,0 0-1 0 0,1 0 0 0 0,-1 1 0 0 0,0-1 0 0 0,1 1 0 0 0,-1 0 1 0 0,0 0-1 0 0,0 0 0 0 0,0 0 0 0 0,0 0 0 0 0,0 0 1 0 0,0 0-1 0 0,0 1 0 0 0,0-1 0 0 0,0 1 0 0 0,-1-1 0 0 0,1 1 1 0 0,0 0-1 0 0,-1 0 0 0 0,2 2 0 0 0,1 0-44 0 0,-1 1 0 0 0,1-1 0 0 0,-1 1 0 0 0,0 0 0 0 0,0 0 0 0 0,-1 1 0 0 0,1-1 0 0 0,-1 1 0 0 0,-1-1 0 0 0,3 8 1 0 0,-4-11 84 0 0,0-2-227 0 0,0 0 0 0 0,-1 1 0 0 0,1-1 0 0 0,0 0 1 0 0,0 0-1 0 0,0 0 0 0 0,0 1 0 0 0,0-1 0 0 0,0 0 0 0 0,0 0 0 0 0,0 1 0 0 0,0-1 0 0 0,-1 0 0 0 0,1 0 0 0 0,0 1 0 0 0,0-1 0 0 0,0 0 0 0 0,0 0 0 0 0,0 0 0 0 0,1 1 0 0 0,-1-1 1 0 0,0 0-1 0 0,0 0 0 0 0,0 1 0 0 0,0-1 0 0 0,0 0 0 0 0,0 0 0 0 0,0 1 0 0 0,0-1 0 0 0,0 0 0 0 0,1 0 0 0 0,-1 0 0 0 0,0 1 0 0 0,0-1 0 0 0,0 0 0 0 0,0 0 0 0 0,1 0 0 0 0,-1 0 1 0 0,0 0-1 0 0,0 1 0 0 0,0-1 0 0 0,1 0 0 0 0,2-4-26 0 0,1-1 0 0 0,-1 1 0 0 0,1 0 0 0 0,0 1 0 0 0,0-1 0 0 0,0 1 0 0 0,1 0 0 0 0,-1 0 0 0 0,1 0 0 0 0,9-4 1 0 0,-11 6-16 0 0,0 1 1 0 0,0-1 0 0 0,0 1 0 0 0,0-1-1 0 0,1 1 1 0 0,-1 0 0 0 0,0 0 0 0 0,0 1-1 0 0,1-1 1 0 0,-1 0 0 0 0,0 1 0 0 0,0 0-1 0 0,0 0 1 0 0,0 0 0 0 0,0 0 0 0 0,0 1-1 0 0,0-1 1 0 0,0 1 0 0 0,0-1 0 0 0,-1 1-1 0 0,1 0 1 0 0,-1 0 0 0 0,1 0 0 0 0,-1 1-1 0 0,0-1 1 0 0,3 4 0 0 0,-4-5 9 0 0,1 1 1 0 0,0 0-1 0 0,-1-1 1 0 0,1 1-1 0 0,0-1 1 0 0,0 0-1 0 0,0 0 1 0 0,0 0-1 0 0,0 0 1 0 0,0 0-1 0 0,0 0 1 0 0,1 0-1 0 0,-1 0 1 0 0,0-1-1 0 0,0 1 1 0 0,1-1-1 0 0,-1 0 1 0 0,0 0-1 0 0,1 0 1 0 0,-1 0-1 0 0,0 0 1 0 0,1 0-1 0 0,-1 0 1 0 0,0-1-1 0 0,0 1 1 0 0,1-1-1 0 0,-1 0 1 0 0,0 0-1 0 0,0 0 1 0 0,0 0-1 0 0,0 0 1 0 0,3-2-1 0 0,2 0-2 0 0,0 0 1 0 0,1 1-1 0 0,-1 0 0 0 0,1 0 1 0 0,0 0-1 0 0,0 1 0 0 0,11 0 0 0 0,-15 1-31 0 0,1 0-1 0 0,-1 1 1 0 0,1-1 0 0 0,-1 1-1 0 0,1 0 1 0 0,-1 1-1 0 0,1-1 1 0 0,-1 1-1 0 0,0-1 1 0 0,0 1-1 0 0,0 1 1 0 0,0-1-1 0 0,0 0 1 0 0,0 1-1 0 0,-1 0 1 0 0,4 4-1 0 0,-3-4-813 0 0,-1-1 0 0 0,0 1 0 0 0,1-1 0 0 0,-1 1 0 0 0,1-1-1 0 0,-1 0 1 0 0,1 0 0 0 0,8 2 0 0 0,-4-3-1868 0 0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3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15 652 0 0,'0'0'3422'0'0,"-6"-15"261"0"0,-3 15-3300 0 0,1 0 1 0 0,-1 1 0 0 0,0 0 0 0 0,0 1-1 0 0,1-1 1 0 0,-1 2 0 0 0,0-1-1 0 0,1 1 1 0 0,0 0 0 0 0,0 1-1 0 0,0 0 1 0 0,0 0 0 0 0,-12 10 0 0 0,19-13-227 0 0,-9 5 128 0 0,10-6-273 0 0,0 1-1 0 0,0-1 0 0 0,-1 0 1 0 0,1 0-1 0 0,0 0 0 0 0,0 0 1 0 0,0 0-1 0 0,0 0 0 0 0,-1 0 1 0 0,1 1-1 0 0,0-1 0 0 0,0 0 1 0 0,0 0-1 0 0,0 0 0 0 0,0 0 1 0 0,-1 1-1 0 0,1-1 0 0 0,0 0 1 0 0,0 0-1 0 0,0 0 0 0 0,0 1 0 0 0,0-1 1 0 0,0 0-1 0 0,0 0 0 0 0,0 0 1 0 0,0 1-1 0 0,0-1 0 0 0,0 0 1 0 0,0 0-1 0 0,0 0 0 0 0,0 1 1 0 0,0-1-1 0 0,0 0 0 0 0,0 0 1 0 0,0 0-1 0 0,0 1 0 0 0,0-1 1 0 0,0 0-1 0 0,0 0 0 0 0,0 0 1 0 0,0 1-1 0 0,1-1 0 0 0,-1 0 1 0 0,0 0-1 0 0,0 0 0 0 0,0 0 0 0 0,0 1 1 0 0,0-1-1 0 0,1 0 0 0 0,-1 0 1 0 0,0 0-1 0 0,0 0 0 0 0,0 0 1 0 0,0 0-1 0 0,1 1 0 0 0,-1-1 1 0 0,0 0-1 0 0,20 4 130 0 0,0-1 1 0 0,0 0-1 0 0,38-1 0 0 0,26 3 15 0 0,-32 11-544 0 0,-30-8-1921 0 0,0-2-3975 0 0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5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1 631 620 0 0,'0'0'4429'0'0,"6"-3"-4032"0"0,37-20 154 0 0,2 1-35 0 0,-1-3 0 0 0,68-49-1 0 0,-101 65-454 0 0,1-1 0 0 0,-2 0-1 0 0,1 0 1 0 0,-1-1-1 0 0,-1-1 1 0 0,0 0-1 0 0,0 0 1 0 0,-2 0-1 0 0,1-1 1 0 0,-2 0-1 0 0,1-1 1 0 0,-2 0 0 0 0,8-26-1 0 0,-10 24-21 0 0,0 0 0 0 0,-1-1-1 0 0,0 1 1 0 0,-2-1 0 0 0,0 0 0 0 0,0 1 0 0 0,-5-23-1 0 0,3 31-19 0 0,1 0 0 0 0,-2 0-1 0 0,1 0 1 0 0,-1 1-1 0 0,0-1 1 0 0,-1 1 0 0 0,0 0-1 0 0,0 0 1 0 0,-1 0 0 0 0,1 1-1 0 0,-1-1 1 0 0,-1 1-1 0 0,1 1 1 0 0,-1-1 0 0 0,0 1-1 0 0,0-1 1 0 0,-8-3-1 0 0,11 7-1 0 0,1 1 0 0 0,0-1 0 0 0,0 1-1 0 0,-1 0 1 0 0,1 0 0 0 0,-1 0-1 0 0,1 0 1 0 0,-1 0 0 0 0,1 1-1 0 0,-1-1 1 0 0,1 1 0 0 0,-1 0-1 0 0,0 0 1 0 0,1-1 0 0 0,-1 2-1 0 0,1-1 1 0 0,-1 0 0 0 0,0 0-1 0 0,1 1 1 0 0,-6 1 0 0 0,5 0 9 0 0,-1 0 1 0 0,1 0 0 0 0,-1 1 0 0 0,1-1-1 0 0,0 1 1 0 0,0 0 0 0 0,0 0 0 0 0,0 0-1 0 0,1 0 1 0 0,-1 0 0 0 0,1 0 0 0 0,-3 5-1 0 0,-3 8 92 0 0,0 0 0 0 0,1 1 0 0 0,1 0 0 0 0,-8 33 0 0 0,2 29 111 0 0,3 1-1 0 0,3 0 1 0 0,7 112-1 0 0,0-119-116 0 0,10 139 173 0 0,-4-139-285 0 0,-3 0 0 0 0,-4 1-1 0 0,-12 110 1 0 0,9-170-279 0 0,0 0 0 0 0,0 0 0 0 0,-1-1 0 0 0,-1 1 0 0 0,-6 12 0 0 0,7-19-515 0 0,0 0 0 0 0,0-1-1 0 0,-1 1 1 0 0,1-1 0 0 0,-1-1-1 0 0,-9 9 1 0 0,-1-3-1683 0 0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6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1 286 256 0 0,'380'-79'3812'0'0,"-48"12"-2636"0"0,-296 59-968 0 0,75-20 60 0 0,-100 25-69 0 0,1-1 0 0 0,-1-1 0 0 0,0 0 0 0 0,0-1 1 0 0,-1 0-1 0 0,20-14 0 0 0,-29 19-162 0 0,-1 1-1 0 0,1-1 1 0 0,0 1-1 0 0,-1-1 1 0 0,1 1 0 0 0,0-1-1 0 0,-1 0 1 0 0,1 1-1 0 0,-1-1 1 0 0,1 0-1 0 0,-1 1 1 0 0,1-1 0 0 0,-1 0-1 0 0,0 0 1 0 0,1 0-1 0 0,-1 1 1 0 0,0-1 0 0 0,0 0-1 0 0,0 0 1 0 0,1 0-1 0 0,-1 0 1 0 0,0 1 0 0 0,0-1-1 0 0,0 0 1 0 0,0 0-1 0 0,0 0 1 0 0,-1 0-1 0 0,1-1 1 0 0,-1 1 6 0 0,0 0 1 0 0,0-1-1 0 0,0 1 0 0 0,0 0 1 0 0,0-1-1 0 0,0 1 0 0 0,0 0 0 0 0,-1 0 1 0 0,1 0-1 0 0,0 0 0 0 0,-1 0 1 0 0,1 0-1 0 0,-3 0 0 0 0,-2-2 88 0 0,0 0-1 0 0,0 1 1 0 0,-1 0 0 0 0,1 1-1 0 0,0-1 1 0 0,-11 0 0 0 0,4 2 87 0 0,-1 0 1 0 0,1 1 0 0 0,-1 1 0 0 0,1 0 0 0 0,-16 5 0 0 0,25-6-167 0 0,-1 0 0 0 0,1 1 0 0 0,0 0 0 0 0,0 0 0 0 0,0 0 0 0 0,1 1 0 0 0,-1-1 0 0 0,1 1 0 0 0,-1 0 0 0 0,1 0 0 0 0,0 0 0 0 0,0 0 0 0 0,0 1 0 0 0,0-1 0 0 0,1 1 0 0 0,-1 0 0 0 0,1 0 0 0 0,0-1 0 0 0,-2 6 0 0 0,4-7 14 0 0,0 0-55 0 0,1 0 1 0 0,-1 0-1 0 0,1 0 0 0 0,0 0 0 0 0,-1 0 0 0 0,1 1 1 0 0,0-2-1 0 0,1 1 0 0 0,-1 0 0 0 0,0 0 1 0 0,0 0-1 0 0,1 0 0 0 0,-1-1 0 0 0,1 1 1 0 0,0-1-1 0 0,-1 1 0 0 0,1-1 0 0 0,0 0 0 0 0,0 0 1 0 0,0 1-1 0 0,0-1 0 0 0,0-1 0 0 0,0 1 1 0 0,0 0-1 0 0,0 0 0 0 0,0-1 0 0 0,4 1 1 0 0,3 2 15 0 0,0-1 1 0 0,0-1 0 0 0,0 0 0 0 0,1 0 0 0 0,10 0 0 0 0,6-4 28 0 0,-1-1-1 0 0,46-12 1 0 0,-42 9-22 0 0,0 0 0 0 0,52-4 0 0 0,-78 11-35 0 0,0 0-1 0 0,0 0 1 0 0,0 0 0 0 0,0 1 0 0 0,0-1-1 0 0,-1 1 1 0 0,1 0 0 0 0,0-1 0 0 0,0 1-1 0 0,-1 0 1 0 0,1 1 0 0 0,0-1 0 0 0,-1 0-1 0 0,1 1 1 0 0,-1-1 0 0 0,0 1 0 0 0,1 0-1 0 0,-1 0 1 0 0,0 0 0 0 0,0 0 0 0 0,0 0-1 0 0,0 1 1 0 0,2 3 0 0 0,-2-3 5 0 0,1 1-1 0 0,-1-1 1 0 0,1 0-1 0 0,0 0 1 0 0,1 0 0 0 0,-1 0-1 0 0,0-1 1 0 0,1 1 0 0 0,-1-1-1 0 0,1 0 1 0 0,0 0 0 0 0,0 0-1 0 0,0-1 1 0 0,0 1 0 0 0,0-1-1 0 0,0 0 1 0 0,0 0 0 0 0,6 1-1 0 0,-4-2 24 0 0,0 0 0 0 0,0-1 0 0 0,0 1 0 0 0,0-1-1 0 0,0 0 1 0 0,-1 0 0 0 0,1-1 0 0 0,0 0 0 0 0,-1 0 0 0 0,1 0-1 0 0,-1-1 1 0 0,7-4 0 0 0,63-47-2514 0 0,-47 32-2805 0 0,-18 13 2213 0 0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6.7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670 169 52 0 0,'-3'-8'312'0'0,"-1"-1"0"0"0,1 1 0 0 0,-2 0 0 0 0,1 0 0 0 0,-1 0 0 0 0,0 0 0 0 0,-1 1 1 0 0,0 0-1 0 0,0 0 0 0 0,0 1 0 0 0,-1 0 0 0 0,0 0 0 0 0,-10-7 0 0 0,4 5-17 0 0,0 1 0 0 0,-1 1 0 0 0,1-1 0 0 0,-2 2-1 0 0,1 0 1 0 0,0 1 0 0 0,-22-4 0 0 0,-6 3 262 0 0,0 2 0 0 0,1 2 0 0 0,-1 1-1 0 0,-78 11 1 0 0,108-9-418 0 0,-1 1 0 0 0,1-1-1 0 0,0 2 1 0 0,0 0 0 0 0,1 0-1 0 0,-1 1 1 0 0,1 1 0 0 0,-21 13-1 0 0,29-17-114 0 0,0 0 0 0 0,0 0 0 0 0,0 0-1 0 0,1 1 1 0 0,-1-1 0 0 0,1 1-1 0 0,-1 0 1 0 0,1-1 0 0 0,0 1 0 0 0,0 0-1 0 0,1 0 1 0 0,-1 0 0 0 0,0 1-1 0 0,1-1 1 0 0,0 0 0 0 0,0 1 0 0 0,0-1-1 0 0,0 0 1 0 0,0 1 0 0 0,1-1 0 0 0,0 1-1 0 0,-1-1 1 0 0,1 1 0 0 0,0 0-1 0 0,1-1 1 0 0,-1 1 0 0 0,1-1 0 0 0,0 1-1 0 0,-1-1 1 0 0,1 0 0 0 0,1 1 0 0 0,-1-1-1 0 0,0 0 1 0 0,1 0 0 0 0,2 4-1 0 0,6 8 20 0 0,0-1-1 0 0,1 1 1 0 0,1-2-1 0 0,0 0 1 0 0,0 0-1 0 0,18 12 0 0 0,92 62 132 0 0,-72-53-124 0 0,26 16 16 0 0,90 69 51 0 0,-149-105-105 0 0,-1 1 0 0 0,-1 1 1 0 0,0 0-1 0 0,-1 1 0 0 0,-1 0 1 0 0,-1 2-1 0 0,13 23 0 0 0,-22-37-6 0 0,0 1-1 0 0,0 0 0 0 0,-1 0 0 0 0,1 0 1 0 0,-2 0-1 0 0,1 1 0 0 0,-1-1 0 0 0,0 1 1 0 0,0-1-1 0 0,0 0 0 0 0,-1 1 0 0 0,0 0 0 0 0,-1-1 1 0 0,1 0-1 0 0,-1 1 0 0 0,-1-1 0 0 0,1 1 1 0 0,-1-1-1 0 0,-3 7 0 0 0,1-5 1 0 0,0 0-1 0 0,-1-1 1 0 0,-1 0 0 0 0,1 0 0 0 0,-1-1-1 0 0,0 1 1 0 0,0-1 0 0 0,-1 0 0 0 0,0-1-1 0 0,0 0 1 0 0,0 0 0 0 0,-1 0-1 0 0,-13 5 1 0 0,4-2 6 0 0,-2 0 1 0 0,1-2-1 0 0,-1 0 0 0 0,0-1 0 0 0,-26 3 0 0 0,33-6 0 0 0,0-1 1 0 0,0 0-1 0 0,0-1 0 0 0,0-1 0 0 0,0 0 1 0 0,0 0-1 0 0,0-1 0 0 0,0-1 0 0 0,-22-7 1 0 0,32 10-10 0 0,1-1 0 0 0,-1 0 0 0 0,0 1 0 0 0,0-1 0 0 0,1 0 1 0 0,-1 0-1 0 0,1 0 0 0 0,-1 0 0 0 0,1 0 0 0 0,-1 0 1 0 0,1-1-1 0 0,-1 1 0 0 0,1 0 0 0 0,0-1 0 0 0,0 1 0 0 0,0-1 1 0 0,0 0-1 0 0,0 1 0 0 0,0-1 0 0 0,0 0 0 0 0,0 1 1 0 0,0-4-1 0 0,1 3-1 0 0,0 0 0 0 0,0 0 1 0 0,1 0-1 0 0,-1 0 0 0 0,1 0 0 0 0,-1 0 1 0 0,1 0-1 0 0,0 0 0 0 0,-1 0 1 0 0,1 1-1 0 0,0-1 0 0 0,0 0 0 0 0,0 1 1 0 0,1-1-1 0 0,-1 0 0 0 0,0 1 1 0 0,3-2-1 0 0,2-3-3 0 0,0 0 0 0 0,1 1 0 0 0,0-1 0 0 0,0 2 0 0 0,0-1 0 0 0,1 1 0 0 0,0 0 0 0 0,12-4 0 0 0,-6 5-26 0 0,1-1 0 0 0,0 2-1 0 0,-1 0 1 0 0,1 1 0 0 0,0 1 0 0 0,0 0 0 0 0,-1 1 0 0 0,1 0-1 0 0,0 1 1 0 0,-1 1 0 0 0,23 7 0 0 0,-19-4-2724 0 0,-1 1-1 0 0,29 15 1 0 0,-35-16 289 0 0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7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1 408 0 0,'0'0'5937'0'0,"0"4"-5311"0"0,27 90 3097 0 0,-12-46-3099 0 0,-15-46-888 0 0,1-1-562 0 0,0 7 1194 0 0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7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57 540 0 0,'0'-18'1284'0'0,"1"4"-260"0"0,-1 2 148 0 0,3 0-576 0 0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48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0 120 636 0 0,'4'6'828'0'0,"1"-1"0"0"0,-1 0 0 0 0,1 0 0 0 0,0 0 0 0 0,1 0 0 0 0,-1-1-1 0 0,9 5 1 0 0,-13-7-689 0 0,1-1-1 0 0,-1-1 0 0 0,1 1 1 0 0,0 0-1 0 0,0 0 0 0 0,-1 0 0 0 0,1-1 1 0 0,0 1-1 0 0,0-1 0 0 0,0 0 1 0 0,-1 1-1 0 0,1-1 0 0 0,0 0 1 0 0,0 0-1 0 0,0 0 0 0 0,0 0 0 0 0,0 0 1 0 0,-1-1-1 0 0,1 1 0 0 0,0-1 1 0 0,3 0-1 0 0,28-25 699 0 0,-31 23-820 0 0,1 0 1 0 0,-1 1-1 0 0,1-1 1 0 0,-1 1 0 0 0,1-1-1 0 0,0 1 1 0 0,0 0-1 0 0,0 0 1 0 0,0 0 0 0 0,0 1-1 0 0,1-1 1 0 0,-1 1-1 0 0,0-1 1 0 0,1 1 0 0 0,-1 0-1 0 0,1 1 1 0 0,-1-1-1 0 0,1 1 1 0 0,-1-1 0 0 0,1 1-1 0 0,4 0 1 0 0,22 7 48 0 0,42 14 0 0 0,-54-14-68 0 0,0-1 0 0 0,1-1 1 0 0,0 0-1 0 0,0-1 0 0 0,0-2 1 0 0,0 0-1 0 0,1 0 0 0 0,18-3 0 0 0,-22-1-3 0 0,0 0-1 0 0,-1-2 0 0 0,1 0 0 0 0,-1 0 0 0 0,24-12 0 0 0,-34 14 5 0 0,0 0 0 0 0,-1 0-1 0 0,1-1 1 0 0,-1 1-1 0 0,1-1 1 0 0,-1 0 0 0 0,0-1-1 0 0,0 1 1 0 0,0-1 0 0 0,-1 0-1 0 0,1 0 1 0 0,-1 0-1 0 0,0 0 1 0 0,0 0 0 0 0,-1-1-1 0 0,1 1 1 0 0,-1-1 0 0 0,0 0-1 0 0,0 0 1 0 0,2-9-1 0 0,-4 8 10 0 0,0 4-5 0 0,0 0 0 0 0,-1 1 0 0 0,1-1-1 0 0,0 0 1 0 0,-1 0 0 0 0,0 0-1 0 0,1 0 1 0 0,-1 0 0 0 0,0 0-1 0 0,0 1 1 0 0,0-1 0 0 0,0 0 0 0 0,0 1-1 0 0,-1-1 1 0 0,1 1 0 0 0,0-1-1 0 0,-1 1 1 0 0,1 0 0 0 0,-1-1-1 0 0,1 1 1 0 0,-1 0 0 0 0,0 0 0 0 0,1 0-1 0 0,-1 0 1 0 0,0 1 0 0 0,0-1-1 0 0,-4-1 1 0 0,1 1 5 0 0,-1 0-1 0 0,0 0 1 0 0,1 1 0 0 0,-1 0-1 0 0,0 0 1 0 0,-6 1 0 0 0,8-1 0 0 0,2 0-6 0 0,-1 1 0 0 0,0-1 0 0 0,0 1-1 0 0,0 0 1 0 0,1-1 0 0 0,-1 1-1 0 0,0 0 1 0 0,1 1 0 0 0,-1-1-1 0 0,1 0 1 0 0,-1 1 0 0 0,1-1 0 0 0,0 1-1 0 0,0 0 1 0 0,-1 0 0 0 0,1 0-1 0 0,0 0 1 0 0,1 0 0 0 0,-3 3-1 0 0,3-4 13 0 0,15 25 57 0 0,-11-24-66 0 0,1-1 0 0 0,-1 1 0 0 0,1 0 0 0 0,0-1 0 0 0,-1 0 0 0 0,1 0 0 0 0,0 0 0 0 0,0 0 0 0 0,0-1 1 0 0,0 0-1 0 0,0 1 0 0 0,0-1 0 0 0,-1-1 0 0 0,1 1 0 0 0,0-1 0 0 0,0 1 0 0 0,0-1 0 0 0,0 0 0 0 0,-1 0 0 0 0,7-3 0 0 0,5-3 82 0 0,0-1-1 0 0,0 0 1 0 0,20-16-1 0 0,-34 23 162 0 0,0 2-245 0 0,0-1 0 0 0,0 1 0 0 0,0-1 1 0 0,0 0-1 0 0,-1 1 0 0 0,1 0 0 0 0,0-1 0 0 0,0 1 0 0 0,-1-1 0 0 0,1 1 0 0 0,0 0 0 0 0,-1 0 1 0 0,1-1-1 0 0,0 1 0 0 0,-1 0 0 0 0,1 0 0 0 0,-1 0 0 0 0,0 0 0 0 0,1 0 0 0 0,-1 0 0 0 0,0-1 0 0 0,1 1 1 0 0,-1 0-1 0 0,0 2 0 0 0,9 32 121 0 0,-7-25-64 0 0,17 64 301 0 0,15 131 0 0 0,-31-171-221 0 0,-1 0 0 0 0,-2 0 0 0 0,-2 0 0 0 0,-1 0 0 0 0,-1 0 0 0 0,-13 45 0 0 0,16-74-90 0 0,0 0-1 0 0,-1 0 1 0 0,0 0 0 0 0,0 0-1 0 0,0 0 1 0 0,0 0-1 0 0,-1-1 1 0 0,0 1-1 0 0,0-1 1 0 0,0 0-1 0 0,-1 0 1 0 0,1 0-1 0 0,-1 0 1 0 0,0 0-1 0 0,0-1 1 0 0,0 0 0 0 0,0 0-1 0 0,-1 0 1 0 0,1 0-1 0 0,-1-1 1 0 0,0 0-1 0 0,0 0 1 0 0,0 0-1 0 0,0 0 1 0 0,0-1-1 0 0,0 0 1 0 0,0 0 0 0 0,-6 1-1 0 0,8-3-21 0 0,0 1-1 0 0,0-1 1 0 0,0 0-1 0 0,0 0 0 0 0,0 0 1 0 0,0 0-1 0 0,1 0 1 0 0,-1-1-1 0 0,0 1 1 0 0,1-1-1 0 0,-1 0 1 0 0,1 1-1 0 0,0-1 1 0 0,-1 0-1 0 0,1-1 1 0 0,0 1-1 0 0,0 0 1 0 0,0-1-1 0 0,1 1 1 0 0,-1-1-1 0 0,0 1 0 0 0,1-1 1 0 0,0 0-1 0 0,0 0 1 0 0,-2-5-1 0 0,0-2 12 0 0,-1 1-1 0 0,2-1 1 0 0,0-1-1 0 0,0 1 0 0 0,-1-20 1 0 0,4 18-23 0 0,0 1 1 0 0,0-1 0 0 0,1 1-1 0 0,1 0 1 0 0,-1 0 0 0 0,2 0-1 0 0,0 0 1 0 0,8-15-1 0 0,-8 17-497 0 0,1 1 0 0 0,0 1-1 0 0,0-1 1 0 0,11-11-1 0 0,-12 15-569 0 0,1 0 0 0 0,0 0 0 0 0,-1 0 0 0 0,2 0 0 0 0,-1 1 0 0 0,0 0 0 0 0,9-4 0 0 0,-2 3-2452 0 0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0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1 688 0 0,'0'0'6111'0'0,"-1"6"-5509"0"0,-42 168 3222 0 0,16-98-5701 0 0,24-69 732 0 0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1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0 430 312 0 0,'0'0'2160'0'0,"1"1"-2014"0"0,0-1 0 0 0,-1 1 0 0 0,1-1 0 0 0,0 0 0 0 0,-1 0 0 0 0,1 1 0 0 0,0-1 0 0 0,-1 0 0 0 0,1 0 0 0 0,0 0 0 0 0,0 0 0 0 0,-1 0 0 0 0,1 0 0 0 0,0 0-1 0 0,0 0 1 0 0,-1 0 0 0 0,1 0 0 0 0,0 0 0 0 0,0 0 0 0 0,0-1 0 0 0,11-5 222 0 0,-1-1-1 0 0,0 0 0 0 0,0-1 1 0 0,0 0-1 0 0,-1 0 0 0 0,-1-1 1 0 0,1-1-1 0 0,-2 0 1 0 0,1 0-1 0 0,-1 0 0 0 0,-1-1 1 0 0,0 0-1 0 0,11-24 0 0 0,-5 6-60 0 0,-2 0-1 0 0,-1-1 0 0 0,-1 0 0 0 0,9-60 0 0 0,-17 85-259 0 0,-1 0 0 0 0,0 0 0 0 0,0 0 0 0 0,0 0 0 0 0,0 0 0 0 0,-1 0 0 0 0,-1-6 0 0 0,1 9-38 0 0,1 1 0 0 0,0-1 0 0 0,-1 1 1 0 0,1 0-1 0 0,-1-1 0 0 0,1 1 0 0 0,-1 0 0 0 0,0 0 0 0 0,0-1 0 0 0,0 1 1 0 0,1 0-1 0 0,-1 0 0 0 0,0 0 0 0 0,0 0 0 0 0,-1 0 0 0 0,1 0 0 0 0,0 0 1 0 0,0 0-1 0 0,0 1 0 0 0,0-1 0 0 0,-1 0 0 0 0,1 1 0 0 0,0-1 0 0 0,-1 1 1 0 0,1-1-1 0 0,-1 1 0 0 0,1 0 0 0 0,0 0 0 0 0,-3-1 0 0 0,3 1-7 0 0,0 0-1 0 0,0 0 1 0 0,1 1 0 0 0,-1-1-1 0 0,0 0 1 0 0,0 0 0 0 0,1 0-1 0 0,-1 1 1 0 0,0-1-1 0 0,0 0 1 0 0,1 1 0 0 0,-1-1-1 0 0,0 1 1 0 0,1-1 0 0 0,-1 0-1 0 0,0 1 1 0 0,1 0-1 0 0,-1-1 1 0 0,1 1 0 0 0,-1-1-1 0 0,1 1 1 0 0,-1 0 0 0 0,1-1-1 0 0,-1 1 1 0 0,1 0-1 0 0,0 0 1 0 0,-1-1 0 0 0,1 1-1 0 0,0 0 1 0 0,0 0 0 0 0,-1-1-1 0 0,1 1 1 0 0,0 0-1 0 0,0 0 1 0 0,0 0 0 0 0,0-1-1 0 0,0 1 1 0 0,0 0 0 0 0,0 0-1 0 0,0 0 1 0 0,1-1-1 0 0,-1 2 1 0 0,10 32 43 0 0,44 73 54 0 0,-34-72-68 0 0,25 63-1 0 0,-40-86-26 0 0,-1 1-1 0 0,-1 0 0 0 0,0 0 1 0 0,-1 0-1 0 0,0 0 0 0 0,-1 0 1 0 0,-1 0-1 0 0,0 1 1 0 0,-2 14-1 0 0,1-24 0 0 0,1-1 1 0 0,-1 1-1 0 0,0 0 1 0 0,-1-1 0 0 0,1 1-1 0 0,-1-1 1 0 0,0 0-1 0 0,1 1 1 0 0,-1-1-1 0 0,-1 0 1 0 0,1 0-1 0 0,0 0 1 0 0,-1 0-1 0 0,0-1 1 0 0,1 1-1 0 0,-1-1 1 0 0,0 1 0 0 0,0-1-1 0 0,0 0 1 0 0,-1 0-1 0 0,1-1 1 0 0,0 1-1 0 0,-1-1 1 0 0,1 1-1 0 0,-1-1 1 0 0,0 0-1 0 0,1 0 1 0 0,-1-1-1 0 0,0 1 1 0 0,0-1 0 0 0,1 0-1 0 0,-7 0 1 0 0,2 0 56 0 0,1 0 1 0 0,-1 0 0 0 0,1-1-1 0 0,-1 0 1 0 0,1-1 0 0 0,0 0-1 0 0,-1 0 1 0 0,1 0 0 0 0,0-1-1 0 0,0 0 1 0 0,0 0 0 0 0,1-1-1 0 0,-1 0 1 0 0,1 0 0 0 0,-8-7-1 0 0,13 11-51 0 0,1-1 0 0 0,-1 1 0 0 0,0-1-1 0 0,1 1 1 0 0,-1-1 0 0 0,1 1 0 0 0,-1-1-1 0 0,1 1 1 0 0,-1-1 0 0 0,1 1 0 0 0,-1-1-1 0 0,1 0 1 0 0,0 1 0 0 0,-1-1-1 0 0,1 0 1 0 0,0 1 0 0 0,0-1 0 0 0,-1 0-1 0 0,1 0 1 0 0,0 1 0 0 0,0-1 0 0 0,0 0-1 0 0,0 0 1 0 0,0 1 0 0 0,0-1 0 0 0,0 0-1 0 0,0 0 1 0 0,0 1 0 0 0,0-1 0 0 0,1 0-1 0 0,-1 0 1 0 0,0 1 0 0 0,0-1 0 0 0,1 0-1 0 0,-1 1 1 0 0,0-1 0 0 0,1 0 0 0 0,-1 1-1 0 0,1-1 1 0 0,-1 1 0 0 0,1-1 0 0 0,-1 0-1 0 0,1 1 1 0 0,-1-1 0 0 0,1 1 0 0 0,0 0-1 0 0,-1-1 1 0 0,1 1 0 0 0,0-1 0 0 0,1 0-225 0 0,0 1 0 0 0,0-1 0 0 0,0 1 0 0 0,0-1 0 0 0,0 1 0 0 0,0-1 0 0 0,0 1 0 0 0,0 0 0 0 0,0 0 0 0 0,0 0 1 0 0,0 0-1 0 0,0 1 0 0 0,0-1 0 0 0,0 1 0 0 0,0-1 0 0 0,0 1 0 0 0,-1-1 0 0 0,1 1 0 0 0,3 2 0 0 0,-3-2-323 0 0,2 1-239 0 0,1 1-3037 0 0,4 2 867 0 0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2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89 44 0 0,'5'-12'1913'0'0,"0"-1"0"0"0,-2-1 1 0 0,3-15-1 0 0,-5 27-1473 0 0,-1 1-368 0 0,0 1 0 0 0,0-1-1 0 0,0 0 1 0 0,0 1 0 0 0,0-1 0 0 0,0 0 0 0 0,0 0 0 0 0,-1 1 0 0 0,1-1 0 0 0,0 0 0 0 0,0 1-1 0 0,0-1 1 0 0,-1 0 0 0 0,1 1 0 0 0,0-1 0 0 0,-1 0 0 0 0,1 1 0 0 0,-1-1 0 0 0,1 1 0 0 0,-1-1-1 0 0,1 1 1 0 0,-1-1 0 0 0,1 1 0 0 0,-1-1 0 0 0,1 1 0 0 0,-1-1 0 0 0,0 1 0 0 0,1 0 0 0 0,-1-1-1 0 0,1 1 1 0 0,-1 0 0 0 0,0-1 0 0 0,0 1 0 0 0,-9 1 29 0 0,1 0 0 0 0,-1 1-1 0 0,1 0 1 0 0,0 0 0 0 0,-1 1 0 0 0,1 1-1 0 0,0-1 1 0 0,1 1 0 0 0,-12 7 0 0 0,6-3-15 0 0,1 1 0 0 0,-1 1 1 0 0,1 0-1 0 0,-19 20 0 0 0,30-28-73 0 0,0 0 0 0 0,0 0-1 0 0,0 1 1 0 0,0-1-1 0 0,1 0 1 0 0,-1 1 0 0 0,1-1-1 0 0,0 1 1 0 0,0 0-1 0 0,0-1 1 0 0,0 1 0 0 0,0 0-1 0 0,0 0 1 0 0,0 4-1 0 0,1-6-2 0 0,0 1 0 0 0,0 0-1 0 0,0-1 1 0 0,1 1 0 0 0,-1-1-1 0 0,1 1 1 0 0,-1-1 0 0 0,1 1-1 0 0,-1-1 1 0 0,1 1 0 0 0,0-1-1 0 0,0 1 1 0 0,0-1 0 0 0,0 0-1 0 0,0 1 1 0 0,0-1 0 0 0,0 0-1 0 0,0 0 1 0 0,1 1 0 0 0,2 1 0 0 0,1 0 1 0 0,-1-1-1 0 0,0 0 1 0 0,1 0-1 0 0,-1 0 1 0 0,1 0-1 0 0,0-1 1 0 0,-1 1-1 0 0,1-1 1 0 0,0-1-1 0 0,0 1 1 0 0,0-1-1 0 0,0 0 1 0 0,0 0-1 0 0,5 0 0 0 0,7-3 5 0 0,0-1 0 0 0,0 0 0 0 0,18-8-1 0 0,-8 3-3 0 0,-25 8-15 0 0,-1 1-12 0 0,0 0 11 0 0,-1-1 0 0 0,1 1-1 0 0,0 0 1 0 0,0 0 0 0 0,-1 0-1 0 0,1 0 1 0 0,0 0 0 0 0,-1 0-1 0 0,1 0 1 0 0,0 1-1 0 0,0-1 1 0 0,-1 0 0 0 0,1 0-1 0 0,0 0 1 0 0,-1 1 0 0 0,1-1-1 0 0,0 0 1 0 0,-1 1 0 0 0,2 0-1 0 0,-2 0-2 0 0,25 64-109 0 0,-3-32-3640 0 0,-17-27 2549 0 0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2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12 468 0 0,'11'-11'2837'0'0,"-7"12"1045"0"0,-3 7-3726 0 0,0 1-1 0 0,-1 0 1 0 0,-1-1 0 0 0,1 1 0 0 0,-1-1 0 0 0,-1 1 0 0 0,1-1 0 0 0,-2 1 0 0 0,1-1 0 0 0,-1 0 0 0 0,0 0 0 0 0,-1 0 0 0 0,-4 7 0 0 0,7-13 1102 0 0,3-5-1236 0 0,0-1-1 0 0,0 1 1 0 0,1 0 0 0 0,-1 0 0 0 0,1 0 0 0 0,0 0 0 0 0,0 0 0 0 0,0 1 0 0 0,0-1 0 0 0,0 1-1 0 0,7-4 1 0 0,-4 2 12 0 0,1-1-1 0 0,0 1 1 0 0,1 1 0 0 0,-1-1-1 0 0,14-3 1 0 0,-14 5-27 0 0,0 1 0 0 0,0 0 0 0 0,0 0 0 0 0,0 1 1 0 0,0 0-1 0 0,1 0 0 0 0,11 2 0 0 0,-16-1-9 0 0,0 0-1 0 0,0 0 1 0 0,0 0-1 0 0,-1 0 1 0 0,1 1-1 0 0,0-1 1 0 0,-1 1-1 0 0,1 0 1 0 0,-1 0-1 0 0,4 3 1 0 0,26 39 39 0 0,-31-43-22 0 0,0 0 1 0 0,-1 0-1 0 0,1 0 0 0 0,0-1 0 0 0,0 1 1 0 0,0 0-1 0 0,0 0 0 0 0,0-1 1 0 0,0 1-1 0 0,0-1 0 0 0,0 1 0 0 0,0-1 1 0 0,0 1-1 0 0,0-1 0 0 0,0 0 1 0 0,0 0-1 0 0,1 1 0 0 0,-1-1 0 0 0,0 0 1 0 0,0 0-1 0 0,0 0 0 0 0,0 0 1 0 0,0 0-1 0 0,1 0 0 0 0,-1-1 0 0 0,0 1 1 0 0,1-1-1 0 0,40-14-2 0 0,-9 3 34 0 0,6 6-62 0 0,-36 6 3 0 0,22 6-56 0 0,-25-5 23 0 0,1-1-1 0 0,-1 1 0 0 0,1 0 0 0 0,-1 0 1 0 0,0 0-1 0 0,1-1 0 0 0,-1 1 0 0 0,0 0 0 0 0,0 0 1 0 0,0 0-1 0 0,0-1 0 0 0,0 1 0 0 0,0 0 1 0 0,0 0-1 0 0,0 0 0 0 0,0 0 0 0 0,0 0 1 0 0,0-1-1 0 0,0 1 0 0 0,-1 0 0 0 0,1 0 1 0 0,0 0-1 0 0,-1-1 0 0 0,1 1 0 0 0,0 0 0 0 0,-1 0 1 0 0,1-1-1 0 0,-1 1 0 0 0,0 1 0 0 0,-15 13-5633 0 0,9-9 3147 0 0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3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72 124 0 0,'-2'-16'3381'0'0,"2"13"-3334"0"0,0 1 131 0 0,0 1 1 0 0,0-1-1 0 0,0 0 0 0 0,-1 0 1 0 0,1 1-1 0 0,0-1 0 0 0,-1 0 1 0 0,1 1-1 0 0,-1-1 0 0 0,0 0 1 0 0,1 1-1 0 0,-1-1 0 0 0,0 1 1 0 0,0-1-1 0 0,0 1 1 0 0,0-1-1 0 0,0 1 0 0 0,-1 0 1 0 0,1-1-1 0 0,-2 0 0 0 0,1 1 16 0 0,-2-2-13 0 0,-1 1 0 0 0,0-1 0 0 0,0 1-1 0 0,0 0 1 0 0,-1 1 0 0 0,1-1 0 0 0,-10-1-1 0 0,3 3 1 0 0,-12 0 197 0 0,0 1-1 0 0,-29 4 0 0 0,46-4-311 0 0,1 1 0 0 0,-1-1-1 0 0,1 1 1 0 0,0 0 0 0 0,0 1-1 0 0,0-1 1 0 0,0 1-1 0 0,0 1 1 0 0,0-1 0 0 0,1 1-1 0 0,-1 0 1 0 0,1 0-1 0 0,-6 6 1 0 0,10-9-55 0 0,0 0 1 0 0,0 0-1 0 0,0 0 1 0 0,0-1-1 0 0,1 1 0 0 0,-1 0 1 0 0,0 1-1 0 0,0-1 0 0 0,1 0 1 0 0,-1 0-1 0 0,1 0 1 0 0,-1 0-1 0 0,1 0 0 0 0,-1 1 1 0 0,1-1-1 0 0,0 0 1 0 0,0 0-1 0 0,0 1 0 0 0,-1-1 1 0 0,1 0-1 0 0,0 1 0 0 0,0-1 1 0 0,1 0-1 0 0,-1 0 1 0 0,0 1-1 0 0,0-1 0 0 0,1 0 1 0 0,-1 0-1 0 0,1 1 0 0 0,-1-1 1 0 0,1 0-1 0 0,-1 0 1 0 0,1 0-1 0 0,0 0 0 0 0,-1 0 1 0 0,1 0-1 0 0,0 0 1 0 0,0 0-1 0 0,0 0 0 0 0,0 0 1 0 0,0 0-1 0 0,0 0 0 0 0,0-1 1 0 0,0 1-1 0 0,0 0 1 0 0,0-1-1 0 0,0 1 0 0 0,0-1 1 0 0,1 1-1 0 0,1 0 1 0 0,3 1 11 0 0,1 0 1 0 0,-1 0 0 0 0,1 0 0 0 0,-1-1 0 0 0,1 0 0 0 0,-1 0 0 0 0,1-1 0 0 0,13 0-1 0 0,-7-3 0 0 0,0-1-1 0 0,0 0 0 0 0,0-1 1 0 0,-1-1-1 0 0,0 0 0 0 0,0 0 1 0 0,0-1-1 0 0,-1-1 0 0 0,0 0 1 0 0,20-19-1 0 0,-23 21-12 0 0,-7 5-7 0 0,-1 0 0 0 0,1 0 0 0 0,0 0-1 0 0,0 0 1 0 0,0 0 0 0 0,0 0-1 0 0,0 0 1 0 0,0 0 0 0 0,1 1 0 0 0,-1-1-1 0 0,0 0 1 0 0,0 1 0 0 0,1-1-1 0 0,-1 1 1 0 0,0-1 0 0 0,0 1 0 0 0,1 0-1 0 0,-1 0 1 0 0,0-1 0 0 0,1 1-1 0 0,-1 0 1 0 0,1 0 0 0 0,-1 0 0 0 0,0 1-1 0 0,1-1 1 0 0,-1 0 0 0 0,0 0-1 0 0,1 1 1 0 0,-1-1 0 0 0,0 1 0 0 0,0-1-1 0 0,1 1 1 0 0,-1-1 0 0 0,0 1-1 0 0,0 0 1 0 0,0 0 0 0 0,0-1 0 0 0,0 1-1 0 0,0 0 1 0 0,0 0 0 0 0,0 0-1 0 0,0 0 1 0 0,0 0 0 0 0,0 0 0 0 0,-1 1-1 0 0,1-1 1 0 0,0 0 0 0 0,-1 0-1 0 0,1 1 1 0 0,-1-1 0 0 0,1 0 0 0 0,-1 0-1 0 0,0 3 1 0 0,3 7 15 0 0,0 0 1 0 0,-1-1-1 0 0,-1 1 1 0 0,1 16-1 0 0,-2-26-17 0 0,-1 25 26 0 0,-1 0-1 0 0,0 1 0 0 0,-3-1 0 0 0,0 0 0 0 0,-1-1 0 0 0,-1 1 0 0 0,-15 32 0 0 0,-11 16 29 0 0,-45 73 1 0 0,67-127-46 0 0,-2-1 0 0 0,0-1 0 0 0,-1 0 1 0 0,0-1-1 0 0,-1-1 0 0 0,-27 23 0 0 0,35-33 6 0 0,1-1 1 0 0,-1 0-1 0 0,0 0 0 0 0,0-1 0 0 0,0 0 0 0 0,0 0 0 0 0,-1-1 1 0 0,0 0-1 0 0,1 0 0 0 0,-1-1 0 0 0,-1 0 0 0 0,1 0 0 0 0,0-1 0 0 0,0 0 1 0 0,0 0-1 0 0,-1-1 0 0 0,1 0 0 0 0,0 0 0 0 0,-1-1 0 0 0,-14-4 1 0 0,19 4-1 0 0,0-1 0 0 0,0 1 0 0 0,0-1 1 0 0,0 0-1 0 0,1-1 0 0 0,-1 1 1 0 0,0-1-1 0 0,1 1 0 0 0,0-1 1 0 0,0 0-1 0 0,0 0 0 0 0,0 0 1 0 0,0-1-1 0 0,1 1 0 0 0,-1-1 0 0 0,1 1 1 0 0,0-1-1 0 0,0 0 0 0 0,1 0 1 0 0,-1 0-1 0 0,1 0 0 0 0,-1 0 1 0 0,1 0-1 0 0,1-1 0 0 0,-1 1 1 0 0,0 0-1 0 0,1 0 0 0 0,0-1 0 0 0,0 1 1 0 0,0 0-1 0 0,2-5 0 0 0,-1-3-98 0 0,1 0-1 0 0,0 0 0 0 0,1 0 1 0 0,1 1-1 0 0,0-1 0 0 0,0 1 1 0 0,1 0-1 0 0,0 0 0 0 0,13-18 1 0 0,20-19-1709 0 0,-11 18-3940 0 0,-18 20 2715 0 0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4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19 372 0 0,'1'-1'789'0'0,"0"-1"-1"0"0,0 1 1 0 0,1-1 0 0 0,-1 1-1 0 0,0-1 1 0 0,0 1 0 0 0,1-1 0 0 0,-1 1-1 0 0,1 0 1 0 0,-1 0 0 0 0,1 0-1 0 0,2-2 1 0 0,6 42-342 0 0,1-1-1 0 0,2-1 1 0 0,20 42-1 0 0,-32-78-404 0 0,2 10 27 0 0,-4-11-52 0 0,1 0 0 0 0,0 1 0 0 0,0-1 0 0 0,0 0 0 0 0,0 0 0 0 0,0 0 0 0 0,0 0 0 0 0,0 1 1 0 0,0-1-1 0 0,0 0 0 0 0,0 0 0 0 0,0 0 0 0 0,0 0 0 0 0,0 1 0 0 0,0-1 0 0 0,0 0 0 0 0,0 0 0 0 0,0 0 0 0 0,0 0 0 0 0,0 1 1 0 0,0-1-1 0 0,0 0 0 0 0,0 0 0 0 0,1 0 0 0 0,-1 0 0 0 0,0 1 0 0 0,0-1 0 0 0,0 0 0 0 0,0 0 0 0 0,0 0 0 0 0,0 0 0 0 0,0 0 0 0 0,1 0 1 0 0,-1 0-1 0 0,0 1 0 0 0,0-1 0 0 0,0 0 0 0 0,0 0 0 0 0,1 0 0 0 0,-1 0 0 0 0,0 0 0 0 0,0 0 0 0 0,0 0 0 0 0,0 0 0 0 0,1 0 0 0 0,-1 0 1 0 0,0 0-1 0 0,0 0 0 0 0,0 0 0 0 0,0 0 0 0 0,1 0 0 0 0,-1 0 0 0 0,0 0 0 0 0,0 0 0 0 0,0 0 0 0 0,0 0 0 0 0,1 0 0 0 0,-1 0 1 0 0,0-1-1 0 0,5-6-5 0 0,0 0 0 0 0,1 1 1 0 0,0-1-1 0 0,0 1 0 0 0,0 0 0 0 0,1 0 1 0 0,0 1-1 0 0,0 0 0 0 0,0 0 1 0 0,1 1-1 0 0,-1 0 0 0 0,1 0 1 0 0,0 1-1 0 0,1 0 0 0 0,-1 0 1 0 0,0 1-1 0 0,1 0 0 0 0,-1 0 1 0 0,1 1-1 0 0,0 0 0 0 0,-1 1 1 0 0,15 1-1 0 0,-20-2-15 0 0,0 1 0 0 0,-1 1 0 0 0,1-1 0 0 0,-1 0 0 0 0,1 0 0 0 0,-1 1 0 0 0,1 0 0 0 0,-1-1 0 0 0,0 1 1 0 0,1 0-1 0 0,-1 0 0 0 0,0 0 0 0 0,1 1 0 0 0,-1-1 0 0 0,0 0 0 0 0,0 1 0 0 0,0 0 0 0 0,0-1 0 0 0,0 1 0 0 0,-1 0 0 0 0,3 3 0 0 0,-1 0 1 0 0,-1 1-1 0 0,0-1 1 0 0,-1 1 0 0 0,1 0-1 0 0,-1-1 1 0 0,-1 1-1 0 0,1 11 1 0 0,3 18 52 0 0,-3-33-43 0 0,14 17-1127 0 0,-3-9-5735 0 0,-3-10 3575 0 0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5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23 392 0 0,'0'0'3896'0'0,"2"-3"-3017"0"0,2-5-404 0 0,3-1 5820 0 0,2 7-925 0 0,-1 6-6541 0 0,-6-2 1270 0 0,0 28 428 0 0,-4-20-520 0 0,0-1 0 0 0,-1 1 0 0 0,0-1 0 0 0,-1 0 0 0 0,0 0 0 0 0,0 0 0 0 0,-1-1 0 0 0,0 1 0 0 0,0-1 0 0 0,-1 0 0 0 0,0-1 0 0 0,-14 14 0 0 0,-10 7-2939 0 0,-60 43-1 0 0,58-48-1022 0 0,-1 1-2 0 0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8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1 936 708 0 0,'0'0'2203'0'0,"5"-5"-1575"0"0,38-31 236 0 0,3 1 0 0 0,0 3 0 0 0,75-39 0 0 0,6-5-2 0 0,-79 45-532 0 0,45-29 490 0 0,119-98-1 0 0,-187 137-699 0 0,-2 0-1 0 0,-1-2 0 0 0,0-1 1 0 0,-2 0-1 0 0,-1-2 0 0 0,0 0 1 0 0,-2-1-1 0 0,-2-1 0 0 0,21-48 1 0 0,-32 64-14 0 0,-1 0 1 0 0,0 0-1 0 0,0 0 0 0 0,-2 0 1 0 0,1-1-1 0 0,-2 1 1 0 0,0-1-1 0 0,-1-16 1 0 0,1 28-102 0 0,-1 1 0 0 0,1 0 0 0 0,0-1 0 0 0,0 1 0 0 0,0-1 0 0 0,0 1 0 0 0,-1 0 0 0 0,1-1 0 0 0,0 1 0 0 0,0 0 0 0 0,-1-1 0 0 0,1 1 0 0 0,0 0 0 0 0,-1-1 0 0 0,1 1 0 0 0,0 0 0 0 0,-1-1 0 0 0,1 1 0 0 0,-1 0 0 0 0,1 0 0 0 0,0 0 0 0 0,-1-1 0 0 0,1 1 0 0 0,-1 0 0 0 0,1 0 0 0 0,0 0 0 0 0,-1 0 1 0 0,1 0-1 0 0,-1 0 0 0 0,1 0 0 0 0,-1 0 0 0 0,1 0 0 0 0,-1 0 0 0 0,1 0 0 0 0,0 0 0 0 0,-1 0 0 0 0,1 0 0 0 0,-1 0 0 0 0,1 0 0 0 0,-1 1 0 0 0,1-1 0 0 0,0 0 0 0 0,-1 0 0 0 0,1 1 0 0 0,-1-1 0 0 0,1 0 0 0 0,0 0 0 0 0,-1 1 0 0 0,1-1 0 0 0,-1 1 0 0 0,-18 12 67 0 0,19-13-78 0 0,-7 7 21 0 0,0 1-1 0 0,0 0 1 0 0,1 0 0 0 0,0 1 0 0 0,1 0 0 0 0,0 0 0 0 0,0 0 0 0 0,1 1-1 0 0,0-1 1 0 0,-3 12 0 0 0,-2 11 31 0 0,-7 54 0 0 0,10-35-7 0 0,2 55 0 0 0,-4 36 31 0 0,6-124-62 0 0,-1-1 1 0 0,-1 1-1 0 0,0-1 1 0 0,-1 1-1 0 0,-13 25 1 0 0,17-40-6 0 0,0 0 1 0 0,0-1 0 0 0,-1 1-1 0 0,1-1 1 0 0,-1 1-1 0 0,0-1 1 0 0,0 1 0 0 0,0-1-1 0 0,0 0 1 0 0,0 0-1 0 0,-1 0 1 0 0,1-1-1 0 0,0 1 1 0 0,-1 0 0 0 0,1-1-1 0 0,-1 1 1 0 0,0-1-1 0 0,0 0 1 0 0,1 0 0 0 0,-1 0-1 0 0,0 0 1 0 0,0-1-1 0 0,0 1 1 0 0,0-1-1 0 0,0 0 1 0 0,0 1 0 0 0,0-1-1 0 0,0-1 1 0 0,0 1-1 0 0,0 0 1 0 0,0-1 0 0 0,1 1-1 0 0,-1-1 1 0 0,0 0-1 0 0,0 0 1 0 0,0 0-1 0 0,1-1 1 0 0,-5-1 0 0 0,1 0 6 0 0,1-1 0 0 0,-1 1 0 0 0,1-1 0 0 0,0 0 0 0 0,0 0-1 0 0,0-1 1 0 0,1 1 0 0 0,-1-1 0 0 0,1 0 0 0 0,0 0 0 0 0,1-1 0 0 0,-1 1 0 0 0,1-1 0 0 0,0 0 0 0 0,1 1 0 0 0,-1-1 0 0 0,-2-10 0 0 0,5 14-26 0 0,-1 0 0 0 0,1 0 1 0 0,0 1-1 0 0,0-1 0 0 0,0 0 0 0 0,0 0 0 0 0,0 0 0 0 0,0 0 0 0 0,0 1 0 0 0,0-1 0 0 0,1 0 0 0 0,-1 0 1 0 0,1 0-1 0 0,-1 1 0 0 0,1-1 0 0 0,0 0 0 0 0,0 1 0 0 0,0-1 0 0 0,0 1 0 0 0,0-1 0 0 0,0 1 0 0 0,0-1 1 0 0,0 1-1 0 0,0 0 0 0 0,1-1 0 0 0,2-1 0 0 0,21-3-2249 0 0,8 13-3692 0 0,-23-3 3471 0 0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8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16 36 0 0,'5'-16'9023'0'0,"-8"25"-8974"0"0,-3 5 179 0 0,1 0 0 0 0,0 1 0 0 0,1 0-1 0 0,1 0 1 0 0,-3 25 0 0 0,6-38-205 0 0,0 5 55 0 0,0 0-1 0 0,0 0 1 0 0,1 1 0 0 0,0-1 0 0 0,0 0 0 0 0,4 12 0 0 0,-4-17-65 0 0,0 0 1 0 0,0 0-1 0 0,0 0 0 0 0,1 0 1 0 0,-1-1-1 0 0,0 1 1 0 0,1 0-1 0 0,-1-1 1 0 0,1 1-1 0 0,-1-1 1 0 0,1 1-1 0 0,0-1 1 0 0,0 0-1 0 0,-1 0 0 0 0,1 0 1 0 0,0 0-1 0 0,0 0 1 0 0,0 0-1 0 0,0 0 1 0 0,0-1-1 0 0,1 1 1 0 0,-1-1-1 0 0,0 0 1 0 0,0 1-1 0 0,0-1 1 0 0,0 0-1 0 0,1 0 0 0 0,-1 0 1 0 0,3-1-1 0 0,3 0 2 0 0,0-1-1 0 0,0 0 0 0 0,0 0 0 0 0,-1 0 0 0 0,1-1 0 0 0,-1 0 1 0 0,1-1-1 0 0,-1 0 0 0 0,0 0 0 0 0,-1 0 0 0 0,1-1 0 0 0,-1 0 1 0 0,1 0-1 0 0,-2-1 0 0 0,7-6 0 0 0,3-6 50 0 0,0 0 0 0 0,-1-1-1 0 0,-1-1 1 0 0,11-22 0 0 0,-25 47-2 0 0,1 0 1 0 0,-1 0-1 0 0,1 0 0 0 0,1 0 1 0 0,-1 0-1 0 0,0 0 1 0 0,1 0-1 0 0,0 0 1 0 0,1 0-1 0 0,-1 0 0 0 0,1 0 1 0 0,-1 0-1 0 0,2-1 1 0 0,-1 1-1 0 0,6 7 1 0 0,-4-2-454 0 0,2-1 1 0 0,-1 0 0 0 0,1-1 0 0 0,1 1 0 0 0,-1-1 0 0 0,2 0 0 0 0,-1-1 0 0 0,12 10 0 0 0,-9-14-4310 0 0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59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18 200 0 0,'0'0'2240'0'0,"19"37"506"0"0,-18-28-2453 0 0,-1 0 1 0 0,-1 0 0 0 0,0 0-1 0 0,0 0 1 0 0,0 0 0 0 0,-1-1 0 0 0,0 1-1 0 0,-1 0 1 0 0,0-1 0 0 0,0 0-1 0 0,-1 1 1 0 0,0-2 0 0 0,-1 1-1 0 0,-7 10 1 0 0,12-17 166 0 0,2-6-341 0 0,0-1 0 0 0,1 1 0 0 0,0 0 1 0 0,0 1-1 0 0,0-1 0 0 0,1 0 0 0 0,-1 1 0 0 0,1 0 0 0 0,0 0 1 0 0,0 0-1 0 0,1 0 0 0 0,-1 1 0 0 0,7-4 0 0 0,80-54 52 0 0,-88 60-168 0 0,0-1 1 0 0,0 1-1 0 0,0-1 1 0 0,0 1 0 0 0,0 0-1 0 0,0 0 1 0 0,0 1-1 0 0,0-1 1 0 0,0 1-1 0 0,1-1 1 0 0,-1 1 0 0 0,0 0-1 0 0,0 0 1 0 0,1 1-1 0 0,-1-1 1 0 0,0 1-1 0 0,0-1 1 0 0,5 3 0 0 0,-1 0 1 0 0,0 0 0 0 0,0 1 0 0 0,0 0 1 0 0,-1 0-1 0 0,9 8 0 0 0,8 5 8 0 0,2-6-6 0 0,0-1 0 0 0,1-2-1 0 0,-1 0 1 0 0,2-1 0 0 0,-1-2 0 0 0,1-1 0 0 0,-1-1 0 0 0,1-1 0 0 0,0-1 0 0 0,0-2 0 0 0,0 0 0 0 0,0-2 0 0 0,-1-1-1 0 0,1-1 1 0 0,-1-1 0 0 0,34-14 0 0 0,-53 18-3 0 0,1-2 0 0 0,-1 1 1 0 0,0-1-1 0 0,0 0 0 0 0,0-1 0 0 0,-1 1 0 0 0,0-1 0 0 0,0 0 0 0 0,0-1 1 0 0,0 0-1 0 0,-1 0 0 0 0,0 0 0 0 0,5-8 0 0 0,-10 13-5 0 0,1 1 0 0 0,-1-1 0 0 0,1 0 0 0 0,-1 0 0 0 0,0 1 0 0 0,0-1 0 0 0,1 0 0 0 0,-1 0 0 0 0,0 1 0 0 0,0-1 0 0 0,0 0 0 0 0,0 0 0 0 0,0 1 0 0 0,0-1 0 0 0,0 0 0 0 0,0 0 0 0 0,0 0 0 0 0,0 1 0 0 0,0-1-1 0 0,-1 0 1 0 0,1 0 0 0 0,0 1 0 0 0,0-1 0 0 0,-1 0 0 0 0,1 1 0 0 0,-1-1 0 0 0,1 0 0 0 0,-1 1 0 0 0,0-2 0 0 0,-25-9 4 0 0,-28 9 14 0 0,49 2-13 0 0,0 1-1 0 0,1 0 0 0 0,-1 0 0 0 0,0 0 0 0 0,1 0 1 0 0,-1 1-1 0 0,1-1 0 0 0,-1 1 0 0 0,1 0 0 0 0,0 1 1 0 0,0-1-1 0 0,0 1 0 0 0,0 0 0 0 0,0 0 0 0 0,0 0 1 0 0,1 0-1 0 0,0 1 0 0 0,-1-1 0 0 0,-3 7 0 0 0,7-9 12 0 0,11 25 22 0 0,-6-23-35 0 0,0 1-1 0 0,0-1 1 0 0,1-1-1 0 0,-1 1 1 0 0,1-1 0 0 0,0 0-1 0 0,-1 0 1 0 0,1-1-1 0 0,0 1 1 0 0,0-1-1 0 0,0-1 1 0 0,0 1-1 0 0,0-1 1 0 0,1 0-1 0 0,-1 0 1 0 0,0-1-1 0 0,0 0 1 0 0,0 0-1 0 0,0 0 1 0 0,8-4-1 0 0,-5 3 1 0 0,0-1 0 0 0,-1 0 0 0 0,1-1 0 0 0,-1 0 0 0 0,0 0 0 0 0,0-1 0 0 0,0 0 0 0 0,-1 0 0 0 0,0-1 0 0 0,0 0 0 0 0,0 0 0 0 0,11-14 0 0 0,-11 12 0 0 0,-5 6-1 0 0,0 0 0 0 0,-1 0 0 0 0,1 0 1 0 0,0-1-1 0 0,-1 1 0 0 0,0 0 0 0 0,1-1 0 0 0,-1 1 0 0 0,2-6 0 0 0,-3 6 0 0 0,-7 23-14 0 0,0 0 11 0 0,1 1-1 0 0,-4 29 1 0 0,4-22 14 0 0,-34 152 100 0 0,-75 205 0 0 0,109-372-102 0 0,0 0 0 0 0,-1-1 0 0 0,0 1 0 0 0,-1-1 0 0 0,-1-1 0 0 0,0 0-1 0 0,0 0 1 0 0,-20 18 0 0 0,26-26 6 0 0,0-1 0 0 0,0-1 0 0 0,-1 1 0 0 0,1 0 0 0 0,-1-1 0 0 0,0 0 0 0 0,1 0 0 0 0,-1 0 0 0 0,0 0 0 0 0,0-1 0 0 0,0 1 1 0 0,0-1-1 0 0,-1 0 0 0 0,1 0 0 0 0,0-1 0 0 0,-1 1 0 0 0,1-1 0 0 0,0 0 0 0 0,0 0 0 0 0,-1 0 0 0 0,1-1 0 0 0,0 1 0 0 0,-1-1 0 0 0,1 0 0 0 0,0 0 0 0 0,0-1 0 0 0,0 1 0 0 0,0-1 0 0 0,0 0 0 0 0,0 0 0 0 0,1 0 0 0 0,-1-1 0 0 0,1 1 0 0 0,-7-7 1 0 0,3 2 28 0 0,0 0 0 0 0,1 0 0 0 0,0-1 0 0 0,0 0 1 0 0,1 0-1 0 0,0-1 0 0 0,0 1 0 0 0,1-1 0 0 0,0 0 0 0 0,0 0 1 0 0,1-1-1 0 0,1 1 0 0 0,-1-1 0 0 0,1 1 0 0 0,1-1 1 0 0,0 0-1 0 0,0 0 0 0 0,1 0 0 0 0,1 0 0 0 0,-1 1 1 0 0,2-1-1 0 0,1-9 0 0 0,1-1 11 0 0,1 0-1 0 0,1 1 1 0 0,1 0 0 0 0,0 0-1 0 0,2 1 1 0 0,0 0 0 0 0,1 1-1 0 0,0 0 1 0 0,24-29 0 0 0,-23 34-118 0 0,0-1 0 0 0,1 2-1 0 0,1-1 1 0 0,0 2 0 0 0,0 0 0 0 0,1 0 0 0 0,0 1 0 0 0,22-9 0 0 0,-23 12-1105 0 0,0 1 0 0 0,1 1 1 0 0,0 0-1 0 0,0 1 0 0 0,0 1 0 0 0,17-2 1 0 0,-5 3-2261 0 0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00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77 664 0 0,'4'-7'3424'0'0,"4"-11"-1963"0"0,-7 10-121 0 0,4 0-168 0 0,-3-3 924 0 0,0-3-464 0 0,1 3-1096 0 0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09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31 392 604 0 0,'-23'-5'5831'0'0,"22"6"-5759"0"0,0 0 0 0 0,0 0 0 0 0,1 0 0 0 0,-1 0 0 0 0,1-1-1 0 0,-1 1 1 0 0,1 0 0 0 0,-1 0 0 0 0,1 0 0 0 0,0 0 0 0 0,-1 0 0 0 0,1 1 0 0 0,0-1 0 0 0,0 0 0 0 0,0 0 0 0 0,0 0 0 0 0,0 0 0 0 0,0 0 0 0 0,0 0 0 0 0,0 0 0 0 0,0 0 0 0 0,0 0 0 0 0,1 0 0 0 0,-1 0 0 0 0,0 0 0 0 0,1 0 0 0 0,-1 0 0 0 0,1 0 0 0 0,0 2 0 0 0,1-1 16 0 0,1 1-1 0 0,-1-1 0 0 0,1 0 1 0 0,-1 0-1 0 0,1 0 1 0 0,-1-1-1 0 0,1 1 0 0 0,0-1 1 0 0,0 1-1 0 0,4 1 1 0 0,4 0 42 0 0,0 1 0 0 0,1-1 0 0 0,-1-1 0 0 0,0 0 0 0 0,15 0 0 0 0,7-2 96 0 0,0-2 1 0 0,0-2-1 0 0,53-11 1 0 0,-70 11-163 0 0,1-1 0 0 0,-1-1 0 0 0,0 0 0 0 0,0-1 0 0 0,-1-1 0 0 0,0 0 0 0 0,0-1 0 0 0,24-20 0 0 0,-35 25-44 0 0,0 0-1 0 0,0 0 1 0 0,-1 0 0 0 0,1-1 0 0 0,-1 1-1 0 0,0-1 1 0 0,-1 0 0 0 0,1 0 0 0 0,-1 0-1 0 0,0 0 1 0 0,0 0 0 0 0,-1 0 0 0 0,2-9-1 0 0,-2 12-15 0 0,-1 0-1 0 0,0 0 1 0 0,0 1-1 0 0,0-1 1 0 0,0 0-1 0 0,-1 0 1 0 0,1 0-1 0 0,0 0 1 0 0,-1 0-1 0 0,1 0 1 0 0,-1 1-1 0 0,0-1 1 0 0,1 0-1 0 0,-1 0 1 0 0,0 1-1 0 0,0-1 1 0 0,0 1-1 0 0,0-1 1 0 0,-1 1-1 0 0,1-1 1 0 0,0 1-1 0 0,-1 0 1 0 0,1-1-1 0 0,-1 1 1 0 0,1 0-1 0 0,-1 0 1 0 0,1 0-1 0 0,-1 0 1 0 0,0 0-1 0 0,1 1 1 0 0,-1-1-1 0 0,0 0 1 0 0,0 1-1 0 0,0-1 1 0 0,0 1-1 0 0,1 0 1 0 0,-1 0-1 0 0,0-1 1 0 0,0 1-1 0 0,0 1 1 0 0,-2-1-1 0 0,-10 0 1 0 0,1 1 0 0 0,0 1 0 0 0,0 0-1 0 0,0 0 1 0 0,0 1 0 0 0,0 1 0 0 0,0 0 0 0 0,1 1-1 0 0,0 1 1 0 0,0 0 0 0 0,0 0 0 0 0,-11 9 0 0 0,14-9-3 0 0,0 0 1 0 0,0 1-1 0 0,0 0 1 0 0,1 1-1 0 0,0 0 1 0 0,1 0-1 0 0,0 1 1 0 0,0 0-1 0 0,1 0 0 0 0,0 0 1 0 0,1 1-1 0 0,0 0 1 0 0,0 0-1 0 0,1 0 1 0 0,-3 12-1 0 0,5-17 2 0 0,1 0-1 0 0,0 1 0 0 0,1-1 1 0 0,-1 0-1 0 0,1 1 0 0 0,0-1 1 0 0,1 1-1 0 0,-1-1 0 0 0,1 0 0 0 0,0 1 1 0 0,0-1-1 0 0,1 0 0 0 0,-1 0 1 0 0,1 0-1 0 0,1 0 0 0 0,-1 0 1 0 0,0 0-1 0 0,5 5 0 0 0,-2-4 4 0 0,0 0 0 0 0,1 0-1 0 0,0-1 1 0 0,0 0 0 0 0,0 0-1 0 0,1 0 1 0 0,-1-1 0 0 0,1 0-1 0 0,1 0 1 0 0,-1 0 0 0 0,9 2-1 0 0,5 1 11 0 0,1-1-1 0 0,0-2 0 0 0,0 0 1 0 0,0-1-1 0 0,0 0 0 0 0,0-2 1 0 0,44-4-1 0 0,-31-1-9 0 0,0-2 1 0 0,0-1-1 0 0,-1-1 0 0 0,0-2 0 0 0,0-2 0 0 0,-1-1 1 0 0,-1-2-1 0 0,0-1 0 0 0,-1-1 0 0 0,-1-1 0 0 0,-1-2 1 0 0,37-32-1 0 0,-63 49 26 0 0,1 0 1 0 0,-1 0-1 0 0,0 0 1 0 0,0 0-1 0 0,0-1 1 0 0,0 1 0 0 0,-1-1-1 0 0,1 0 1 0 0,-1 0-1 0 0,0 0 1 0 0,0 0-1 0 0,0 0 1 0 0,-1 0-1 0 0,1-1 1 0 0,-1 1-1 0 0,0 0 1 0 0,-1-1-1 0 0,1 1 1 0 0,-1-1-1 0 0,1 1 1 0 0,-1-1-1 0 0,-1 1 1 0 0,0-9 0 0 0,0 10 35 0 0,-3 3-50 0 0,1 1 0 0 0,-1 0 0 0 0,1-1 0 0 0,0 1 0 0 0,-1 0 0 0 0,1 1 0 0 0,0-1 0 0 0,0 0 0 0 0,0 1 0 0 0,0 0 0 0 0,0 0 0 0 0,0 0 0 0 0,1 0 0 0 0,-1 0 0 0 0,0 0 0 0 0,1 1 0 0 0,0 0 0 0 0,0-1 0 0 0,0 1 0 0 0,0 0 1 0 0,0 0-1 0 0,0 0 0 0 0,1 0 0 0 0,-3 4 0 0 0,3-4-8 0 0,0-1 0 0 0,0 0 0 0 0,0 1 1 0 0,1-1-1 0 0,-1 0 0 0 0,1 1 0 0 0,-1-1 1 0 0,1 1-1 0 0,0-1 0 0 0,0 1 0 0 0,0-1 0 0 0,0 1 1 0 0,0-1-1 0 0,0 1 0 0 0,1-1 0 0 0,-1 1 1 0 0,1-1-1 0 0,0 0 0 0 0,0 1 0 0 0,0-1 0 0 0,0 0 1 0 0,0 1-1 0 0,0-1 0 0 0,1 0 0 0 0,-1 0 1 0 0,1 0-1 0 0,-1 0 0 0 0,1-1 0 0 0,0 1 0 0 0,0 0 1 0 0,0-1-1 0 0,0 1 0 0 0,2 1 0 0 0,0-2 0 0 0,0 1 0 0 0,0-1 0 0 0,0 0 0 0 0,0 0 0 0 0,0-1 0 0 0,0 1 0 0 0,0-1 0 0 0,0 0 0 0 0,0 0 0 0 0,0 0 0 0 0,7-2 0 0 0,49-10 22 0 0,-40 7-7 0 0,-2 2-507 0 0,-1 2 0 0 0,0 0 0 0 0,1 1 0 0 0,-1 0 0 0 0,1 2 0 0 0,20 4 0 0 0,52 2-2855 0 0,-55-9 2428 0 0,0-1 0 0 0,41-8 0 0 0,-75 10 1081 0 0,10-2 186 0 0,-10 5 2212 0 0,-1-1-2548 0 0,-1-1 0 0 0,0 1-1 0 0,1-1 1 0 0,-1 1 0 0 0,1-1 0 0 0,0 1-1 0 0,-1-1 1 0 0,1 1 0 0 0,0-1 0 0 0,0 1-1 0 0,0 0 1 0 0,0-1 0 0 0,0 1 0 0 0,1-1-1 0 0,-1 1 1 0 0,0-1 0 0 0,1 1 0 0 0,-1-1-1 0 0,1 1 1 0 0,-1-1 0 0 0,1 1 0 0 0,0-1-1 0 0,-1 0 1 0 0,1 1 0 0 0,0-1 0 0 0,0 0-1 0 0,0 1 1 0 0,0-1 0 0 0,0 0 0 0 0,1 0-1 0 0,-1 0 1 0 0,0 0 0 0 0,0 0 0 0 0,1 0-1 0 0,-1-1 1 0 0,0 1 0 0 0,1 0 0 0 0,-1-1-1 0 0,1 1 1 0 0,-1-1 0 0 0,3 1-1 0 0,10 0 1 0 0,0-1 0 0 0,0 0 0 0 0,1-1 0 0 0,-1-1 0 0 0,0 0 0 0 0,0-1 0 0 0,0 0-1 0 0,-1-1 1 0 0,1-1 0 0 0,-1 0 0 0 0,0-1 0 0 0,0 0 0 0 0,-1-1 0 0 0,0 0 0 0 0,0-1-1 0 0,0-1 1 0 0,-1 0 0 0 0,-1 0 0 0 0,1-1 0 0 0,-1 0 0 0 0,-1-1 0 0 0,0 0 0 0 0,-1-1-1 0 0,0 1 1 0 0,-1-2 0 0 0,0 1 0 0 0,0-1 0 0 0,-2 0 0 0 0,0 0 0 0 0,0-1 0 0 0,-1 1-1 0 0,-1-1 1 0 0,0 0 0 0 0,-1 0 0 0 0,1-25 0 0 0,-3 21 26 0 0,-4-59 326 0 0,3 71-300 0 0,0 0 1 0 0,-1 1 0 0 0,1-1 0 0 0,-1 1-1 0 0,0-1 1 0 0,-1 1 0 0 0,1 0 0 0 0,-1 0-1 0 0,0 0 1 0 0,-1 0 0 0 0,-3-4 0 0 0,6 9-66 0 0,1-1 0 0 0,-1 1 0 0 0,0 0 0 0 0,0-1 0 0 0,0 1 0 0 0,1 0 0 0 0,-1 0 0 0 0,0-1 0 0 0,0 1 0 0 0,0 0 0 0 0,0 0 0 0 0,1 0 0 0 0,-1 0 0 0 0,0 0 0 0 0,0 0 0 0 0,0 0 0 0 0,0 1 0 0 0,0-1 1 0 0,1 0-1 0 0,-1 0 0 0 0,0 1 0 0 0,0-1 0 0 0,1 0 0 0 0,-1 1 0 0 0,0-1 0 0 0,0 1 0 0 0,1-1 0 0 0,-1 1 0 0 0,-1 0 0 0 0,-19 17 102 0 0,17-12-90 0 0,-1-1-1 0 0,1 1 0 0 0,0 1 1 0 0,0-1-1 0 0,0 1 0 0 0,1-1 1 0 0,0 1-1 0 0,1 0 0 0 0,-1 0 0 0 0,1 0 1 0 0,1 0-1 0 0,-1 0 0 0 0,1 1 1 0 0,1-1-1 0 0,-1 0 0 0 0,1 1 1 0 0,0-1-1 0 0,1 0 0 0 0,0 1 1 0 0,0-1-1 0 0,1 0 0 0 0,-1 0 1 0 0,2 1-1 0 0,-1-2 0 0 0,1 1 0 0 0,0 0 1 0 0,0 0-1 0 0,7 8 0 0 0,-5-6-2 0 0,0-1-1 0 0,1 0 0 0 0,0 0 1 0 0,0-1-1 0 0,1 0 0 0 0,0 0 0 0 0,0 0 1 0 0,1-1-1 0 0,0 0 0 0 0,0-1 1 0 0,0 1-1 0 0,1-2 0 0 0,0 1 0 0 0,0-1 1 0 0,0 0-1 0 0,0-1 0 0 0,0 0 1 0 0,1-1-1 0 0,0 0 0 0 0,-1 0 1 0 0,12 0-1 0 0,-8-2-433 0 0,7-1 665 0 0,1 2-1 0 0,34 5 1 0 0,-23 3-2488 0 0,-3 7-3416 0 0,-18-9 2883 0 0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11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1 970 836 0 0,'0'0'3665'0'0,"1"-5"-3098"0"0,8-14-88 0 0,0 0 0 0 0,1 1 1 0 0,0 0-1 0 0,2 1 0 0 0,0 0 1 0 0,24-24-1 0 0,19-30 319 0 0,-20 20-406 0 0,-3-2-1 0 0,47-105 1 0 0,-64 121-306 0 0,-1 0 1 0 0,-3-1-1 0 0,-1 0 1 0 0,-1-1-1 0 0,5-64 1 0 0,-13 85-38 0 0,-1 1-1 0 0,-1-1 1 0 0,-1 0-1 0 0,-1 1 1 0 0,0-1 0 0 0,-1 1-1 0 0,-1 0 1 0 0,-11-28-1 0 0,16 44-47 0 0,0 1-1 0 0,0 0 0 0 0,-1 0 0 0 0,1-1 0 0 0,0 1 1 0 0,0 0-1 0 0,0 0 0 0 0,0-1 0 0 0,0 1 1 0 0,-1 0-1 0 0,1 0 0 0 0,0 0 0 0 0,0-1 0 0 0,0 1 1 0 0,-1 0-1 0 0,1 0 0 0 0,0 0 0 0 0,0-1 0 0 0,0 1 1 0 0,-1 0-1 0 0,1 0 0 0 0,0 0 0 0 0,-1 0 1 0 0,1 0-1 0 0,0 0 0 0 0,0 0 0 0 0,-1 0 0 0 0,1 0 1 0 0,0 0-1 0 0,0 0 0 0 0,-1 0 0 0 0,1 0 0 0 0,0 0 1 0 0,-1 0-1 0 0,1 0 0 0 0,0 0 0 0 0,0 0 1 0 0,-1 0-1 0 0,1 0 0 0 0,0 0 0 0 0,-1 0 0 0 0,-10 13 0 0 0,-5 21 5 0 0,7-1 9 0 0,2 0-1 0 0,2 0 1 0 0,1 1 0 0 0,1 0-1 0 0,2 0 1 0 0,2 0-1 0 0,1 0 1 0 0,1 0-1 0 0,2-1 1 0 0,1 1-1 0 0,2-1 1 0 0,22 59-1 0 0,-24-75 5 0 0,1 1-1 0 0,1-2 0 0 0,1 1 0 0 0,0-1 1 0 0,1 0-1 0 0,21 26 0 0 0,-27-38-11 0 0,0 1-1 0 0,1-1 1 0 0,0 0 0 0 0,0 0-1 0 0,0-1 1 0 0,1 0 0 0 0,-1 0-1 0 0,1 0 1 0 0,-1 0 0 0 0,1-1-1 0 0,0 0 1 0 0,0 0-1 0 0,0-1 1 0 0,1 1 0 0 0,-1-1-1 0 0,0-1 1 0 0,0 1 0 0 0,0-1-1 0 0,1 0 1 0 0,-1 0 0 0 0,0-1-1 0 0,0 0 1 0 0,11-3-1 0 0,1-1 0 0 0,0-1 0 0 0,0 0 0 0 0,-1-2 0 0 0,0 0 0 0 0,0-1 0 0 0,-1 0 0 0 0,0-1 0 0 0,-1-1 0 0 0,0-1 0 0 0,0 0 0 0 0,-2-1 0 0 0,1-1 0 0 0,-2 0 0 0 0,0 0 0 0 0,-1-1-1 0 0,11-19 1 0 0,-19 30 3 0 0,-1-1-1 0 0,-1 1 1 0 0,1-1 0 0 0,-1 0-1 0 0,1 0 1 0 0,0-8-1 0 0,-2 12-5 0 0,0 0 1 0 0,1 1-1 0 0,-1-1 1 0 0,0 0-1 0 0,0 0 0 0 0,0 0 1 0 0,0 0-1 0 0,0 0 1 0 0,0 0-1 0 0,0 0 0 0 0,0 0 1 0 0,-1 0-1 0 0,1 0 0 0 0,0 1 1 0 0,0-1-1 0 0,-1 0 1 0 0,1 0-1 0 0,0 0 0 0 0,-1 0 1 0 0,1 1-1 0 0,-1-1 0 0 0,0 0 1 0 0,1 0-1 0 0,-1 1 1 0 0,1-1-1 0 0,-1 0 0 0 0,0 1 1 0 0,1-1-1 0 0,-1 1 1 0 0,0-1-1 0 0,0 1 0 0 0,0-1 1 0 0,1 1-1 0 0,-1-1 0 0 0,0 1 1 0 0,0 0-1 0 0,0 0 1 0 0,0-1-1 0 0,0 1 0 0 0,0 0 1 0 0,-1 0-1 0 0,0 0 6 0 0,-1 0 1 0 0,1 0-1 0 0,-1 1 0 0 0,1-1 0 0 0,-1 1 0 0 0,1-1 1 0 0,-1 1-1 0 0,1 0 0 0 0,-1 0 0 0 0,1 0 0 0 0,0 0 1 0 0,0 1-1 0 0,0-1 0 0 0,-1 0 0 0 0,1 1 1 0 0,0 0-1 0 0,1-1 0 0 0,-1 1 0 0 0,0 0 0 0 0,0 0 1 0 0,1 0-1 0 0,-1 0 0 0 0,1 0 0 0 0,0 0 0 0 0,0 1 1 0 0,-1-1-1 0 0,2 0 0 0 0,-1 1 0 0 0,0-1 1 0 0,0 1-1 0 0,1-1 0 0 0,-1 4 0 0 0,0 1 16 0 0,0 0 0 0 0,0 0-1 0 0,1 0 1 0 0,0 0 0 0 0,1 0 0 0 0,-1 0-1 0 0,1 0 1 0 0,0-1 0 0 0,1 1-1 0 0,2 7 1 0 0,1-4-40 0 0,0 0 0 0 0,0 0 0 0 0,1-1 0 0 0,0 0 0 0 0,0 0 0 0 0,1 0 0 0 0,1-1 0 0 0,-1 0 0 0 0,16 12 0 0 0,-19-16-216 0 0,1-1 0 0 0,0 1 1 0 0,0-1-1 0 0,0 0 0 0 0,0 0 0 0 0,0 0 1 0 0,0-1-1 0 0,1 0 0 0 0,0 0 0 0 0,-1-1 1 0 0,1 1-1 0 0,0-1 0 0 0,0 0 0 0 0,-1-1 1 0 0,1 1-1 0 0,0-1 0 0 0,0 0 1 0 0,0-1-1 0 0,9-1 0 0 0,6-6-3619 0 0,-8-1 1642 0 0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11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16 356 0 0,'0'-1'161'0'0,"1"0"0"0"0,0 0 0 0 0,0-1 0 0 0,0 1 0 0 0,0 0 0 0 0,0 0 0 0 0,0 1-1 0 0,0-1 1 0 0,0 0 0 0 0,0 0 0 0 0,0 0 0 0 0,0 1 0 0 0,1-1 0 0 0,-1 0 0 0 0,0 1 0 0 0,0 0 0 0 0,1-1 0 0 0,-1 1 0 0 0,0 0 0 0 0,1-1 0 0 0,-1 1 0 0 0,1 0-1 0 0,1 0 1 0 0,-2 1-88 0 0,0 0 0 0 0,-1-1 0 0 0,1 1 0 0 0,0 0 0 0 0,0 0 0 0 0,-1 0 0 0 0,1 0 0 0 0,-1 0 0 0 0,1 0 0 0 0,-1 0 0 0 0,1 0-1 0 0,-1 0 1 0 0,1 0 0 0 0,-1 0 0 0 0,0 1 0 0 0,0-1 0 0 0,0 0 0 0 0,1 0 0 0 0,-1 0 0 0 0,0 0 0 0 0,-1 2 0 0 0,1 7 143 0 0,0-1 1 0 0,-1 1-1 0 0,0 0 1 0 0,-1 0-1 0 0,-4 12 1 0 0,-20 55 1066 0 0,25-75-360 0 0,6-8-825 0 0,6-9-40 0 0,1 1 0 0 0,1 0 1 0 0,1 1-1 0 0,-1 1 1 0 0,2 0-1 0 0,0 1 1 0 0,0 1-1 0 0,1 0 0 0 0,0 1 1 0 0,29-12-1 0 0,-41 21-41 0 0,7 1-13 0 0,-9-1-4 0 0,0 0 0 0 0,-1 0 0 0 0,1 0 0 0 0,0 1 0 0 0,-1-1 0 0 0,1 0 0 0 0,0 1 0 0 0,-1-1-1 0 0,1 1 1 0 0,-1 0 0 0 0,1-1 0 0 0,-1 1 0 0 0,1 0 0 0 0,-1 0 0 0 0,1 0 0 0 0,-1 0 0 0 0,0 0 0 0 0,0 0 0 0 0,1 0 0 0 0,-1 1 0 0 0,0-1 0 0 0,0 0 0 0 0,0 1 0 0 0,0-1 0 0 0,-1 0 0 0 0,1 1 0 0 0,0 0 0 0 0,0-1 0 0 0,0 3-1 0 0,-1-2 6 0 0,1 0 22 0 0,8 1-4 0 0,-8-2-18 0 0,1 0 0 0 0,-1 0 0 0 0,0 0 0 0 0,1-1-1 0 0,-1 1 1 0 0,1-1 0 0 0,0 1 0 0 0,-1-1 0 0 0,1 1 0 0 0,-1-1 0 0 0,1 0 0 0 0,0 0 0 0 0,-1 0-1 0 0,1 0 1 0 0,2 0 0 0 0,8-2 2 0 0,-1 0 0 0 0,1 2 0 0 0,0-1 0 0 0,0 1 0 0 0,18 3 0 0 0,-25-3-3 0 0,0 1 1 0 0,-1 1-1 0 0,1-1 1 0 0,0 1-1 0 0,0-1 1 0 0,0 1-1 0 0,-1 1 1 0 0,1-1-1 0 0,-1 1 1 0 0,0-1-1 0 0,0 1 1 0 0,0 1-1 0 0,0-1 1 0 0,0 0-1 0 0,-1 1 1 0 0,1 0-1 0 0,4 7 1 0 0,13 24-234 0 0,-20-34-56 0 0,6 1-1055 0 0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11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1 100 0 0,'0'0'3537'0'0,"2"3"-3064"0"0,13 37 1352 0 0,-14-32-1613 0 0,3 30 1253 0 0,-4-27-1042 0 0,0-9-1 0 0,-1 5-195 0 0,2-4 268 0 0,1-5 1058 0 0,7-13-1441 0 0,-2 7-16 0 0,0 0 1 0 0,0 0-1 0 0,1 0 0 0 0,-1 1 0 0 0,14-9 0 0 0,0 3 25 0 0,-13 9-76 0 0,-6 2-38 0 0,0 0 0 0 0,0 1 1 0 0,1-1-1 0 0,-1 0 0 0 0,1 1 0 0 0,-1 0 0 0 0,1 0 0 0 0,0 0 0 0 0,0 0 1 0 0,-1 0-1 0 0,1 0 0 0 0,0 1 0 0 0,0-1 0 0 0,0 1 0 0 0,0 0 0 0 0,-1 0 1 0 0,1 0-1 0 0,0 0 0 0 0,0 0 0 0 0,0 1 0 0 0,0-1 0 0 0,0 1 0 0 0,-1 0 1 0 0,1 0-1 0 0,0 0 0 0 0,-1 0 0 0 0,1 0 0 0 0,0 1 0 0 0,-1-1 0 0 0,0 1 1 0 0,3 2-1 0 0,74 33 24 0 0,-22-17-3036 0 0,-54-19 2543 0 0,1-1-124 0 0,3 1-2736 0 0,10 1 806 0 0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12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28 552 0 0,'0'0'654'0'0,"-9"-24"4974"0"0,5 23-5388 0 0,-1 0 0 0 0,1 0 0 0 0,0 1 0 0 0,0 0 0 0 0,-1 0 0 0 0,1 0 0 0 0,0 0 0 0 0,-1 1 0 0 0,1-1 0 0 0,0 1 0 0 0,0 0 0 0 0,0 1 0 0 0,0-1 0 0 0,0 1 0 0 0,0-1 0 0 0,0 1 0 0 0,0 0 0 0 0,1 1 0 0 0,-7 4 0 0 0,9-6-34 0 0,-1 8 400 0 0,2-9-590 0 0,0 0 0 0 0,0 1 0 0 0,0-1 0 0 0,0 1 0 0 0,0-1 0 0 0,-1 1 1 0 0,1-1-1 0 0,0 0 0 0 0,0 1 0 0 0,0-1 0 0 0,0 1 0 0 0,1-1 0 0 0,-1 0 0 0 0,0 1 0 0 0,0-1 0 0 0,0 1 0 0 0,0-1 0 0 0,0 0 1 0 0,0 1-1 0 0,1-1 0 0 0,-1 1 0 0 0,0-1 0 0 0,0 0 0 0 0,1 1 0 0 0,-1-1 0 0 0,0 0 0 0 0,0 1 0 0 0,1-1 0 0 0,-1 0 0 0 0,0 0 1 0 0,1 1-1 0 0,-1-1 0 0 0,0 0 0 0 0,1 0 0 0 0,-1 0 0 0 0,1 1 0 0 0,-1-1 0 0 0,1 0 0 0 0,5 3 36 0 0,1 0 0 0 0,-1 0 0 0 0,1-1 0 0 0,-1 0 0 0 0,1 0 0 0 0,0-1 0 0 0,0 0 0 0 0,0 0 0 0 0,7 0-1 0 0,24 4 104 0 0,-17 0-354 0 0,23 7-172 0 0,-19 2-6665 0 0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62 320 0 0,'-1'-3'340'0'0,"0"0"-1"0"0,0-1 1 0 0,0 1-1 0 0,0 0 1 0 0,0 0-1 0 0,-1 0 1 0 0,1 0-1 0 0,-1 0 1 0 0,0 1-1 0 0,0-1 1 0 0,0 0-1 0 0,0 1 1 0 0,0-1-1 0 0,-1 1 1 0 0,1 0-1 0 0,-1 0 1 0 0,1 0-1 0 0,-1 0 1 0 0,0 0-1 0 0,0 1 1 0 0,-5-3-1 0 0,3 3-231 0 0,0 0 0 0 0,0 0 1 0 0,0 0-1 0 0,0 1 0 0 0,-1 0 0 0 0,1 0 0 0 0,0 1 0 0 0,0-1 0 0 0,0 1 0 0 0,0 0 0 0 0,0 0 1 0 0,0 1-1 0 0,-5 2 0 0 0,-15 4 225 0 0,-85 35 534 0 0,98-37-774 0 0,0 0-1 0 0,1 0 1 0 0,-1 1 0 0 0,2 1 0 0 0,-1 0 0 0 0,-15 15-1 0 0,25-23-78 0 0,0 1 1 0 0,0 0-1 0 0,0 0 0 0 0,0 0 0 0 0,0 0 0 0 0,0 0 0 0 0,1 1 0 0 0,-1-1 0 0 0,0 0 0 0 0,1 0 0 0 0,-1 0 0 0 0,0 1 0 0 0,1-1 1 0 0,-1 0-1 0 0,1 1 0 0 0,0-1 0 0 0,0 1 0 0 0,-1-1 0 0 0,1 0 0 0 0,0 1 0 0 0,0-1 0 0 0,0 1 0 0 0,0-1 0 0 0,0 0 1 0 0,1 1-1 0 0,-1-1 0 0 0,0 0 0 0 0,2 3 0 0 0,-1-1-3 0 0,1-1 0 0 0,0 0 0 0 0,0 0 0 0 0,0 0 0 0 0,1-1 0 0 0,-1 1 0 0 0,0 0 0 0 0,1-1 0 0 0,-1 1 0 0 0,1-1 0 0 0,-1 0 0 0 0,1 0 0 0 0,3 1 0 0 0,11 3 13 0 0,1-1 0 0 0,-1 0 0 0 0,25 1 0 0 0,12-3 3 0 0,1-2 1 0 0,0-2-1 0 0,-1-3 0 0 0,0-2 0 0 0,0-2 1 0 0,0-3-1 0 0,101-36 0 0 0,-150 46-24 0 0,0 0 0 0 0,0 0 0 0 0,-1-1 1 0 0,1 1-1 0 0,0-1 0 0 0,-1 0 0 0 0,0 0 0 0 0,1-1 0 0 0,-1 1 0 0 0,-1-1 0 0 0,1 0 0 0 0,0 0 1 0 0,-1 0-1 0 0,0 0 0 0 0,0-1 0 0 0,0 1 0 0 0,2-7 0 0 0,-4 9 6 0 0,-15 1-11 0 0,13 1 2 0 0,-1 0 1 0 0,1 0-1 0 0,0 0 1 0 0,-1 0-1 0 0,1 0 1 0 0,-1 0-1 0 0,1 0 1 0 0,0 0 0 0 0,-1 0-1 0 0,1 1 1 0 0,-1-1-1 0 0,1 1 1 0 0,0-1-1 0 0,-3 2 1 0 0,-4 3 1 0 0,0 1 1 0 0,0-1-1 0 0,0 2 1 0 0,1-1 0 0 0,0 1-1 0 0,1 0 1 0 0,-1 0-1 0 0,1 1 1 0 0,1 0-1 0 0,-1 0 1 0 0,1 1-1 0 0,1-1 1 0 0,0 1-1 0 0,0 0 1 0 0,0 0 0 0 0,-1 10-1 0 0,4-17 25 0 0,3-1-22 0 0,0 0 0 0 0,0 0 0 0 0,0 0 0 0 0,0 0 1 0 0,0-1-1 0 0,0 1 0 0 0,0-1 0 0 0,0 1 0 0 0,0-1 0 0 0,0 1 0 0 0,0-1 1 0 0,0 0-1 0 0,1 0 0 0 0,-1 0 0 0 0,0-1 0 0 0,0 1 0 0 0,0 0 0 0 0,0-1 1 0 0,0 1-1 0 0,0-1 0 0 0,0 0 0 0 0,0 0 0 0 0,0 0 0 0 0,0 0 0 0 0,3-2 1 0 0,61-39 15 0 0,-41 25-5 0 0,23 0-26 0 0,-37 20 3 0 0,75 33 8 0 0,-78-34 2 0 0,-1-1 1 0 0,1 0-1 0 0,0 0 0 0 0,1 0 0 0 0,-1-1 0 0 0,0-1 1 0 0,0 1-1 0 0,0-1 0 0 0,0 0 0 0 0,0-1 0 0 0,-1 0 1 0 0,1 0-1 0 0,0-1 0 0 0,9-5 0 0 0,-1-1 4 0 0,0-1-1 0 0,0-1 0 0 0,-1 0 1 0 0,16-17-1 0 0,-13 13 0 0 0,-17 14 9 0 0,2 0-9 0 0,0 1-1 0 0,-1 0 0 0 0,1 0 0 0 0,0 0 0 0 0,0 1 0 0 0,0-1 0 0 0,-1 1 0 0 0,1-1 1 0 0,0 1-1 0 0,-1 0 0 0 0,1 0 0 0 0,-1 0 0 0 0,1 0 0 0 0,-1 1 0 0 0,1-1 0 0 0,-1 1 1 0 0,0-1-1 0 0,1 1 0 0 0,-1 0 0 0 0,0 0 0 0 0,2 3 0 0 0,0-2 16 0 0,-1-1 0 0 0,1 1 0 0 0,0-1 0 0 0,0 0 0 0 0,0 0 0 0 0,0 0 1 0 0,0-1-1 0 0,1 1 0 0 0,-1-1 0 0 0,0 0 0 0 0,1 0 0 0 0,-1-1 0 0 0,1 1 0 0 0,4-1 0 0 0,64-6-474 0 0,-55 3-712 0 0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3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0 712 204 0 0,'31'-5'2452'0'0,"-6"-2"-1861"0"0,0-2 0 0 0,-1 0 0 0 0,0-1-1 0 0,-1-2 1 0 0,0 0 0 0 0,-1-1 0 0 0,0-2 0 0 0,-1 0 0 0 0,20-19 0 0 0,-25 19-454 0 0,-1 0-1 0 0,0-2 1 0 0,-1 1-1 0 0,-1-2 0 0 0,-1 0 1 0 0,-1 0-1 0 0,0-1 1 0 0,-1-1-1 0 0,-1 0 0 0 0,-1 0 1 0 0,6-23-1 0 0,-4 11-63 0 0,-2-1-1 0 0,-1 0 0 0 0,-2 0 0 0 0,-1-1 1 0 0,-1 1-1 0 0,-3-46 0 0 0,-6 24-40 0 0,2 60-38 0 0,-2 3 9 0 0,0 1 0 0 0,1-1 0 0 0,0 1-1 0 0,1 0 1 0 0,-1 0 0 0 0,2 1 0 0 0,-1-1-1 0 0,-3 18 1 0 0,-11 92 175 0 0,8-50-103 0 0,3-7 17 0 0,2 0 0 0 0,4 0 0 0 0,7 84 0 0 0,2-102 535 0 0,-8-42-424 0 0,17-5 394 0 0,21-26-363 0 0,47-31 154 0 0,-78 56-364 0 0,1 0-1 0 0,-1 0 0 0 0,1 1 1 0 0,0 0-1 0 0,0 0 0 0 0,0 1 1 0 0,0 0-1 0 0,0 0 0 0 0,16 0 1 0 0,-15 3-33 0 0,-1 1 0 0 0,0 0 0 0 0,1 1 0 0 0,-1 0 0 0 0,0 0 1 0 0,0 1-1 0 0,-1-1 0 0 0,1 2 0 0 0,-1-1 0 0 0,0 1 1 0 0,0 1-1 0 0,0-1 0 0 0,8 10 0 0 0,34 22-1872 0 0,-17-21-314 0 0,-9-9-2242 0 0,-11-3 1607 0 0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4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24 492 0 0,'0'-2'456'0'0,"0"1"0"0"0,0 0 0 0 0,0 0 0 0 0,0-1 0 0 0,0 1 1 0 0,0 0-1 0 0,-1 0 0 0 0,1-1 0 0 0,0 1 0 0 0,-1 0 0 0 0,1 0 0 0 0,-1 0 0 0 0,1 0 0 0 0,-1-1 0 0 0,0 1 0 0 0,1 0 0 0 0,-3-2 0 0 0,-5 6-239 0 0,0-1-1 0 0,-1 1 1 0 0,1 1-1 0 0,0-1 1 0 0,1 1-1 0 0,-1 1 1 0 0,1-1-1 0 0,0 1 0 0 0,0 1 1 0 0,0-1-1 0 0,1 1 1 0 0,0 0-1 0 0,-7 8 1 0 0,13-13-122 0 0,0 0-78 0 0,0-1 0 0 0,0 1 0 0 0,0 0 0 0 0,0-1 0 0 0,0 1 0 0 0,0 0 0 0 0,1-1 0 0 0,-1 1 0 0 0,0 0 0 0 0,0-1 0 0 0,1 1 0 0 0,-1 0 0 0 0,0-1 0 0 0,1 1 0 0 0,-1 0 0 0 0,1-1 1 0 0,-1 1-1 0 0,1-1 0 0 0,-1 1 0 0 0,1-1 0 0 0,-1 1 0 0 0,1-1 0 0 0,-1 0 0 0 0,1 1 0 0 0,0-1 0 0 0,-1 0 0 0 0,1 1 0 0 0,0-1 0 0 0,1 1 0 0 0,29 0 159 0 0,42-19-155 0 0,-58 14 50 0 0,2-2-66 0 0,-7 3 0 0 0,0 1-1 0 0,0 0 0 0 0,0 0 0 0 0,-1 1 1 0 0,2 0-1 0 0,15 1 0 0 0,36 6 0 0 0,-57-5 2 0 0,1 0-1 0 0,-1 0 0 0 0,0 0 1 0 0,0-1-1 0 0,1 1 0 0 0,-1-1 1 0 0,0-1-1 0 0,0 1 0 0 0,1-1 1 0 0,-1 0-1 0 0,0 0 0 0 0,0 0 1 0 0,0-1-1 0 0,0 1 0 0 0,6-4 0 0 0,-7 3-11 0 0,2 0 5 0 0,-3 1-3 0 0,1 1 1 0 0,0-1-1 0 0,0 1 0 0 0,0 1 1 0 0,-1-1-1 0 0,1 0 0 0 0,0 1 0 0 0,0 0 1 0 0,-1 0-1 0 0,1 0 0 0 0,0 0 1 0 0,-1 0-1 0 0,1 1 0 0 0,-1 0 1 0 0,1-1-1 0 0,-1 1 0 0 0,0 1 0 0 0,0-1 1 0 0,5 5-1 0 0,7 3 15 0 0,-12-9-7 0 0,0 0 1 0 0,0-1 0 0 0,0 1-1 0 0,0-1 1 0 0,0 1-1 0 0,0-1 1 0 0,0 0 0 0 0,0 0-1 0 0,5-1 1 0 0,-2 1-1 0 0,-5 0-8 0 0,29-7 8 0 0,-21 4 0 0 0,-1 0-1 0 0,1-1 1 0 0,-1-1-1 0 0,13-8 0 0 0,8-4 6 0 0,-27 17-17 0 0,21-4-20 0 0,-21 4 25 0 0,18 1 513 0 0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5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1 175 180 0 0,'0'0'705'0'0,"6"-1"-22"0"0,55-9 1221 0 0,-26 5-887 0 0,45-12-1 0 0,-71 15-821 0 0,1-1 0 0 0,-1-1 0 0 0,0 0 0 0 0,1 0 0 0 0,-2-1 0 0 0,1 0 0 0 0,0 0 0 0 0,-1-1 0 0 0,10-10 0 0 0,-16 15-150 0 0,0-1 0 0 0,-1 1 0 0 0,1-1 0 0 0,-1 0 0 0 0,0 1 0 0 0,0-1 0 0 0,0 0-1 0 0,0 0 1 0 0,0 0 0 0 0,0 0 0 0 0,0 0 0 0 0,0 0 0 0 0,-1 0 0 0 0,1-1 0 0 0,-1 1-1 0 0,0 0 1 0 0,1 0 0 0 0,-1 0 0 0 0,0 0 0 0 0,0-1 0 0 0,-1 1 0 0 0,1 0 0 0 0,0 0 0 0 0,-1 0-1 0 0,1 0 1 0 0,-1-1 0 0 0,0 1 0 0 0,0 0 0 0 0,0 0 0 0 0,0 0 0 0 0,0 1 0 0 0,0-1-1 0 0,0 0 1 0 0,0 0 0 0 0,-1 0 0 0 0,1 1 0 0 0,-1-1 0 0 0,1 1 0 0 0,-1-1 0 0 0,0 1 0 0 0,0 0-1 0 0,1 0 1 0 0,-1 0 0 0 0,0 0 0 0 0,0 0 0 0 0,0 0 0 0 0,0 0 0 0 0,0 0 0 0 0,-1 1-1 0 0,1-1 1 0 0,0 1 0 0 0,0 0 0 0 0,0-1 0 0 0,0 1 0 0 0,-1 0 0 0 0,1 0 0 0 0,0 1 0 0 0,0-1-1 0 0,0 0 1 0 0,0 1 0 0 0,-1-1 0 0 0,-3 2 0 0 0,2 0 10 0 0,-1-1 0 0 0,0 0 0 0 0,1 1 0 0 0,0 0-1 0 0,-1 0 1 0 0,1 0 0 0 0,0 1 0 0 0,0-1 0 0 0,0 1 0 0 0,0 0 0 0 0,-4 4 0 0 0,8-6-38 0 0,-1 0 0 0 0,0 0 0 0 0,0 0 0 0 0,1 0 0 0 0,-1 0 0 0 0,1 1 0 0 0,-1-1 0 0 0,1 0 0 0 0,-1 0 0 0 0,1 1 0 0 0,0-1 0 0 0,-1 0 0 0 0,1 1 0 0 0,0-1 0 0 0,0 0 0 0 0,0 0 0 0 0,0 1 0 0 0,0 1 0 0 0,1-1-10 0 0,0 1 0 0 0,0-1 0 0 0,0 1 0 0 0,0-1 0 0 0,0 1 1 0 0,1-1-1 0 0,-1 0 0 0 0,1 0 0 0 0,0 0 0 0 0,-1 0 0 0 0,1 0 1 0 0,3 3-1 0 0,14 9-489 0 0,1-1 1 0 0,1-1 0 0 0,0-1 0 0 0,1 0-1 0 0,0-2 1 0 0,0 0 0 0 0,28 5-1 0 0,-8-3-2360 0 0,1-1 217 0 0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7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1 436 800 0 0,'6'-6'412'0'0,"0"0"0"0"0,1 1 0 0 0,-1 0 0 0 0,1 0 0 0 0,0 0 0 0 0,1 1 0 0 0,-1 0 0 0 0,1 1 0 0 0,0-1 0 0 0,0 2 1 0 0,0-1-1 0 0,0 1 0 0 0,13-2 0 0 0,-17 3-337 0 0,0 1 1 0 0,0-1-1 0 0,-1 1 0 0 0,1 0 1 0 0,0 0-1 0 0,0 0 1 0 0,0 1-1 0 0,-1 0 1 0 0,1-1-1 0 0,0 1 0 0 0,-1 0 1 0 0,1 1-1 0 0,-1-1 1 0 0,1 1-1 0 0,-1-1 1 0 0,0 1-1 0 0,1 0 1 0 0,-1 0-1 0 0,0 1 0 0 0,0-1 1 0 0,-1 1-1 0 0,1-1 1 0 0,0 1-1 0 0,-1 0 1 0 0,1 0-1 0 0,-1 0 1 0 0,0 0-1 0 0,0 0 0 0 0,-1 1 1 0 0,1-1-1 0 0,0 1 1 0 0,1 4-1 0 0,-2-3 14 0 0,0 0-1 0 0,0-1 1 0 0,-1 1-1 0 0,0 0 1 0 0,1-1-1 0 0,-1 1 1 0 0,-1 0-1 0 0,1 0 1 0 0,-1-1-1 0 0,0 1 1 0 0,0 0-1 0 0,0-1 1 0 0,0 1-1 0 0,-1-1 1 0 0,0 0-1 0 0,0 1 1 0 0,0-1-1 0 0,0 0 1 0 0,-1 0-1 0 0,0 0 1 0 0,0-1-1 0 0,0 1 1 0 0,0-1-1 0 0,0 1 1 0 0,-1-1-1 0 0,1 0 1 0 0,-1 0 0 0 0,0 0-1 0 0,0-1 1 0 0,0 0-1 0 0,0 1 1 0 0,-1-2-1 0 0,1 1 1 0 0,-1 0-1 0 0,1-1 1 0 0,-9 2-1 0 0,12-3-70 0 0,0 1 0 0 0,0-1 0 0 0,0 0 0 0 0,0 0 0 0 0,0 0 0 0 0,0 0 0 0 0,0 0 0 0 0,0 0 0 0 0,0 0 0 0 0,0 0-1 0 0,0 0 1 0 0,0 0 0 0 0,0-1 0 0 0,0 1 0 0 0,0 0 0 0 0,0-1 0 0 0,0 1 0 0 0,1 0 0 0 0,-1-1 0 0 0,0 1 0 0 0,0-1 0 0 0,0 0 0 0 0,0 1 0 0 0,1-1 0 0 0,-1 0 0 0 0,0 1 0 0 0,1-1-1 0 0,-1 0 1 0 0,0 0 0 0 0,1 0 0 0 0,-1 1 0 0 0,1-1 0 0 0,-1 0 0 0 0,1 0 0 0 0,0 0 0 0 0,-1 0 0 0 0,1 0 0 0 0,0 0 0 0 0,0 0 0 0 0,0 0 0 0 0,-1 0 0 0 0,1 0 0 0 0,0 0 0 0 0,0 0-1 0 0,1 0 1 0 0,-1 0 0 0 0,0 0 0 0 0,0 0 0 0 0,0 0 0 0 0,1 0 0 0 0,-1 0 0 0 0,0 0 0 0 0,1-1 0 0 0,1-5 26 0 0,1 1 1 0 0,-1-1-1 0 0,1 1 1 0 0,0 0-1 0 0,8-12 1 0 0,-3 9-47 0 0,1-1 1 0 0,0 1-1 0 0,0 1 1 0 0,1-1 0 0 0,0 2-1 0 0,0-1 1 0 0,1 1 0 0 0,0 1-1 0 0,0 0 1 0 0,1 1-1 0 0,0 0 1 0 0,0 0 0 0 0,20-4-1 0 0,-28 9-1 0 0,-1-1 0 0 0,0 1 0 0 0,1 0-1 0 0,-1 0 1 0 0,0 0 0 0 0,0 0 0 0 0,1 1 0 0 0,-1-1 0 0 0,0 1-1 0 0,0 0 1 0 0,0 0 0 0 0,1 0 0 0 0,-1 0 0 0 0,0 1-1 0 0,-1-1 1 0 0,1 1 0 0 0,0 0 0 0 0,0 0 0 0 0,-1 0-1 0 0,1 0 1 0 0,-1 0 0 0 0,1 1 0 0 0,-1-1 0 0 0,3 4-1 0 0,-2-1 4 0 0,0 0-1 0 0,0 1 0 0 0,0-1 1 0 0,-1 0-1 0 0,1 1 0 0 0,-1 0 0 0 0,-1 0 1 0 0,1-1-1 0 0,-1 1 0 0 0,0 0 0 0 0,0 0 1 0 0,-1 0-1 0 0,0 0 0 0 0,0 7 1 0 0,-2 1 6 0 0,-2-4-1 0 0,5-10-2 0 0,-1 0 0 0 0,0 0 0 0 0,0 0 0 0 0,0 0 0 0 0,0 0 0 0 0,0 0 0 0 0,0 0 0 0 0,1 0 0 0 0,-1 0 0 0 0,0 0 1 0 0,0 0-1 0 0,0 0 0 0 0,0 0 0 0 0,0 0 0 0 0,1 0 0 0 0,-1 0 0 0 0,0 0 0 0 0,0 0 0 0 0,0 0 0 0 0,0 0 0 0 0,0 0 0 0 0,0 0 0 0 0,1 0 0 0 0,-1 0 0 0 0,0 0 0 0 0,0 0 1 0 0,0 0-1 0 0,0 0 0 0 0,0 0 0 0 0,0 0 0 0 0,1 1 0 0 0,-1-1 0 0 0,0 0 0 0 0,0 0 0 0 0,0 0 0 0 0,0 0 0 0 0,0 0 0 0 0,0 0 0 0 0,0 0 0 0 0,0 0 0 0 0,0 1 0 0 0,0-1 0 0 0,0 0 1 0 0,0 0-1 0 0,1 0 0 0 0,-1 0 0 0 0,0 0 0 0 0,0 1 0 0 0,0-1 0 0 0,0 0 0 0 0,0 0 0 0 0,24-18 32 0 0,-11 7-47 0 0,1 0 0 0 0,1 2 0 0 0,27-15 1 0 0,-35 23 6 0 0,-1 1 0 0 0,1 0 0 0 0,0 0 0 0 0,-1 0 0 0 0,1 1 0 0 0,-1 0 0 0 0,1 1 0 0 0,-1 0 0 0 0,1-1 0 0 0,-1 2 0 0 0,0-1 0 0 0,0 1 0 0 0,6 4 0 0 0,37 10 1 0 0,-26-11-2 0 0,-4-1 16 0 0,1 0-1 0 0,0-1 1 0 0,32 1 0 0 0,-45-5-4 0 0,-1 0 1 0 0,1-1-1 0 0,-1 0 1 0 0,1 0-1 0 0,-1 0 1 0 0,0-1-1 0 0,1 0 1 0 0,-1 0-1 0 0,0 0 1 0 0,0-1-1 0 0,-1 0 1 0 0,1 0-1 0 0,-1 0 1 0 0,1-1-1 0 0,8-8 1 0 0,30-32-12 0 0,-44 43 48 0 0,2 0-55 0 0,4-2 13 0 0,-5 2 3 0 0,-5 5-40 0 0,-21 21 31 0 0,22-11 5 0 0,3 2-1 0 0,0-15 3 0 0,0 1 0 0 0,0-1 1 0 0,0 1-1 0 0,0-1 0 0 0,0 1 0 0 0,0-1 1 0 0,1 1-1 0 0,-1-1 0 0 0,1 0 1 0 0,-1 1-1 0 0,1-1 0 0 0,-1 1 1 0 0,1-1-1 0 0,0 0 0 0 0,-1 1 1 0 0,1-1-1 0 0,0 0 0 0 0,0 0 1 0 0,0 0-1 0 0,0 0 0 0 0,0 0 0 0 0,0 0 1 0 0,2 1-1 0 0,0 0 5 0 0,0 0 1 0 0,1-1-1 0 0,-1 1 0 0 0,1-1 1 0 0,-1 0-1 0 0,1 0 0 0 0,-1 0 1 0 0,1-1-1 0 0,5 1 0 0 0,6 0 14 0 0,1-1-1 0 0,0-1 0 0 0,20-4 0 0 0,-21 1-18 0 0,0 0 0 0 0,-1-1 0 0 0,1-1 0 0 0,-1 0 0 0 0,0-1 0 0 0,0-1 0 0 0,-1 0 1 0 0,0-1-1 0 0,0 0 0 0 0,-1-1 0 0 0,-1 0 0 0 0,1-1 0 0 0,-2 0 0 0 0,1-1 0 0 0,-2 0 0 0 0,0-1 0 0 0,0 0 0 0 0,-1 0 0 0 0,0-1 0 0 0,-2 0 1 0 0,1 0-1 0 0,-2-1 0 0 0,0 1 0 0 0,-1-1 0 0 0,5-27 0 0 0,-7 10-81 0 0,-6 36 78 0 0,0 0 0 0 0,1 0 1 0 0,-1 1-1 0 0,1 0 0 0 0,0-1 1 0 0,1 1-1 0 0,-1 0 0 0 0,1 0 1 0 0,0 1-1 0 0,0-1 0 0 0,1 0 1 0 0,-1 1-1 0 0,1-1 0 0 0,0 1 1 0 0,1-1-1 0 0,-1 1 0 0 0,1-1 1 0 0,0 1-1 0 0,1 0 0 0 0,-1-1 1 0 0,1 1-1 0 0,3 7 0 0 0,-2-2 7 0 0,0-1 0 0 0,1 0 0 0 0,0 0 0 0 0,1-1 0 0 0,0 1 0 0 0,0-1 0 0 0,1 1 0 0 0,1-1 1 0 0,-1-1-1 0 0,14 16 0 0 0,-13-19 0 0 0,-1 1 0 0 0,2-1 0 0 0,-1 0 1 0 0,1 0-1 0 0,-1-1 0 0 0,1 0 1 0 0,1 0-1 0 0,-1 0 0 0 0,0-1 0 0 0,1-1 1 0 0,0 1-1 0 0,-1-1 0 0 0,1 0 1 0 0,14 1-1 0 0,-5-2-5 0 0,0 0 1 0 0,-1-1-1 0 0,1-1 1 0 0,0-1-1 0 0,-1 0 1 0 0,1-1-1 0 0,-1-1 1 0 0,0 0-1 0 0,0-2 1 0 0,0 1-1 0 0,-1-2 0 0 0,0 0 1 0 0,0-1-1 0 0,-1 0 1 0 0,0-2-1 0 0,24-19 1 0 0,-27 19 0 0 0,-2 1 1 0 0,1-2 0 0 0,-1 1-1 0 0,-1-1 1 0 0,1 0 0 0 0,-2-1 0 0 0,0 0-1 0 0,0 0 1 0 0,-1-1 0 0 0,-1 1-1 0 0,0-1 1 0 0,-1-1 0 0 0,0 1-1 0 0,-1-1 1 0 0,0 1 0 0 0,-2-1 0 0 0,1 0-1 0 0,-2 0 1 0 0,1 0 0 0 0,-4-20-1 0 0,2 19-10 0 0,-1 0 0 0 0,-1 1 0 0 0,0-1 0 0 0,-1 1 0 0 0,-1 0 0 0 0,-6-14 0 0 0,11 26-6 0 0,-4-11 12 0 0,0 8-17 0 0,1 6-20 0 0,-1 3 34 0 0,1 0 1 0 0,-1 1-1 0 0,1-1 1 0 0,0 1 0 0 0,0-1-1 0 0,1 1 1 0 0,0 0-1 0 0,-3 6 1 0 0,2 1 0 0 0,0 0 0 0 0,0 0 0 0 0,1 0 0 0 0,1 0 0 0 0,-1 21 0 0 0,4 1 17 0 0,1-1 0 0 0,12 57-1 0 0,-12-78-5 0 0,0 0 0 0 0,0 0 0 0 0,1-1 0 0 0,0 1 0 0 0,1-1 0 0 0,1 0 1 0 0,0 0-1 0 0,0-1 0 0 0,1 1 0 0 0,0-1 0 0 0,1-1 0 0 0,0 0 0 0 0,1 0 0 0 0,0 0 0 0 0,0-1 0 0 0,1-1 0 0 0,0 1 0 0 0,0-1 0 0 0,0-1 0 0 0,1 0 0 0 0,0-1 0 0 0,0 0 0 0 0,1 0 0 0 0,0-1 0 0 0,-1-1 0 0 0,1 0 0 0 0,0-1 0 0 0,25 2 0 0 0,-33-4-1 0 0,-1-1-1 0 0,1 1 0 0 0,0-1 0 0 0,-1 0 1 0 0,1 0-1 0 0,-1 0 0 0 0,0-1 0 0 0,1 1 1 0 0,-1-1-1 0 0,0 0 0 0 0,0 0 0 0 0,0 0 1 0 0,0 0-1 0 0,0 0 0 0 0,3-4 0 0 0,36-45 50 0 0,-31 36-7 0 0,2-4 261 0 0,1 3 361 0 0,-13 17-653 0 0,1 0-1 0 0,-1 0 0 0 0,0 0 1 0 0,0 0-1 0 0,0 0 0 0 0,0 0 1 0 0,0 1-1 0 0,0-1 0 0 0,-1 0 1 0 0,1 1-1 0 0,0-1 0 0 0,-1 0 1 0 0,1 1-1 0 0,-1-1 0 0 0,1 1 1 0 0,-1-1-1 0 0,1 4 0 0 0,23 76 56 0 0,-21-64-3091 0 0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7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95 808 0 0,'7'-81'8929'0'0,"-6"79"-8407"0"0,0-6 242 0 0,-17 5-6817 0 0,13 2 3255 0 0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8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2 136 7425 0 0,'-1'-4'13'0'0,"1"1"1"0"0,0 0 0 0 0,0 0-1 0 0,0-1 1 0 0,0 1 0 0 0,0 0-1 0 0,1 0 1 0 0,-1-1 0 0 0,1 1-1 0 0,0 0 1 0 0,0 0 0 0 0,0 0 0 0 0,1 0-1 0 0,-1 0 1 0 0,1 0 0 0 0,-1 1-1 0 0,1-1 1 0 0,2-3 0 0 0,1 1 24 0 0,0 1 1 0 0,0-1-1 0 0,0 1 0 0 0,0-1 1 0 0,1 2-1 0 0,0-1 1 0 0,0 1-1 0 0,8-4 1 0 0,3 0 38 0 0,1 1 0 0 0,-1 1 1 0 0,1 0-1 0 0,0 1 0 0 0,32-2 1 0 0,-31 6-122 0 0,0 0 0 0 0,0 1 0 0 0,0 1 0 0 0,30 7 0 0 0,-31-4-1506 0 0,0 0 0 0 0,25 12-1 0 0,-26-8-489 0 0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28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40 503 628 0 0,'-10'77'2521'0'0,"3"-42"-1689"0"0,3 0 1 0 0,1 0-1 0 0,1 1 0 0 0,6 59 1 0 0,8 10 454 0 0,-10-60 1819 0 0,-2-48-3066 0 0,0 1 0 0 0,-1-1 0 0 0,1 0 0 0 0,-1 1 0 0 0,0-1 0 0 0,1 1 0 0 0,-1-1 0 0 0,-1 1 0 0 0,-1-5 0 0 0,-10-24 184 0 0,9 3-119 0 0,1 1 1 0 0,1-1-1 0 0,1 0 1 0 0,2 0-1 0 0,0 0 1 0 0,2 0-1 0 0,1 1 1 0 0,13-46-1 0 0,-11 53-78 0 0,0 0 0 0 0,2 1 0 0 0,0 0 0 0 0,1 0 0 0 0,1 1 0 0 0,1 0 0 0 0,0 1 0 0 0,2 0 0 0 0,0 1 0 0 0,0 0 0 0 0,2 1 0 0 0,22-19 0 0 0,-31 30-26 0 0,0-1-1 0 0,1 1 1 0 0,0 1 0 0 0,0-1 0 0 0,0 1-1 0 0,0 0 1 0 0,0 1 0 0 0,1 0 0 0 0,-1 0-1 0 0,1 0 1 0 0,-1 1 0 0 0,1 0 0 0 0,0 1-1 0 0,-1 0 1 0 0,1 0 0 0 0,14 2 0 0 0,-18-1-1 0 0,0 0 0 0 0,-1 0 0 0 0,1 1 0 0 0,0-1 0 0 0,-1 1 0 0 0,1 0 0 0 0,-1 0 0 0 0,1 0 0 0 0,-1 0 0 0 0,0 0 0 0 0,0 1 0 0 0,0 0 0 0 0,0 0 0 0 0,0-1 0 0 0,-1 2 0 0 0,1-1 0 0 0,-1 0 0 0 0,0 0 0 0 0,0 1 0 0 0,0-1 0 0 0,0 1 0 0 0,-1 0 0 0 0,1-1 0 0 0,-1 1 0 0 0,0 0 0 0 0,0 0 0 0 0,0 0 0 0 0,-1 0 0 0 0,0 0 0 0 0,1 0 0 0 0,-1 0 0 0 0,-1 0 0 0 0,1 0 0 0 0,-1 5 0 0 0,0-2 5 0 0,0 1-1 0 0,-1-1 1 0 0,0 1-1 0 0,0-1 1 0 0,-1 0-1 0 0,1 0 1 0 0,-2 0-1 0 0,1 0 1 0 0,-1 0-1 0 0,0-1 0 0 0,0 1 1 0 0,-1-1-1 0 0,-8 9 1 0 0,12-14 10 0 0,28-19 127 0 0,58-34-112 0 0,-52 34-37 0 0,-1-2-1 0 0,31-26 1 0 0,-49 35 13 0 0,-2 0 0 0 0,0-1 0 0 0,0 0 0 0 0,-1-1 0 0 0,0-1 0 0 0,-1 0 0 0 0,-1 0 1 0 0,0-1-1 0 0,-1 0 0 0 0,-1 0 0 0 0,0-1 0 0 0,-1 0 0 0 0,-1 0 0 0 0,0 0 0 0 0,-2-1 1 0 0,1 0-1 0 0,-2 0 0 0 0,0 0 0 0 0,-1 0 0 0 0,-1 0 0 0 0,-3-28 0 0 0,2 43 9 0 0,1 0 0 0 0,0 0 0 0 0,-1 0 0 0 0,1 0 0 0 0,-1 0 0 0 0,0 0 0 0 0,0 0 0 0 0,1 0 0 0 0,-1 1 0 0 0,-1-1 1 0 0,1 0-1 0 0,0 1 0 0 0,0-1 0 0 0,0 1 0 0 0,-1-1 0 0 0,-2-2 0 0 0,0 8-1 0 0,-5 6-6 0 0,1 1 1 0 0,0 0 0 0 0,1 0-1 0 0,0 1 1 0 0,1-1 0 0 0,0 1-1 0 0,1 1 1 0 0,1-1 0 0 0,0 1-1 0 0,0 0 1 0 0,1 0 0 0 0,1 0-1 0 0,0 1 1 0 0,0 23 0 0 0,1-19 3 0 0,1 0 1 0 0,1 0 0 0 0,0-1-1 0 0,2 1 1 0 0,0 0 0 0 0,1-1-1 0 0,0 0 1 0 0,1 0 0 0 0,1 0-1 0 0,1 0 1 0 0,9 16 0 0 0,-13-28-3 0 0,1 0 0 0 0,-1 0-1 0 0,1 0 1 0 0,0 0 0 0 0,0-1 0 0 0,0 0 0 0 0,0 1 0 0 0,1-2 0 0 0,0 1 0 0 0,0 0 0 0 0,0-1 0 0 0,0 0 0 0 0,0 0 0 0 0,1-1 0 0 0,0 1-1 0 0,9 2 1 0 0,-11-5 36 0 0,0 0-1 0 0,0-1 0 0 0,-1 1 0 0 0,1-1 1 0 0,0 0-1 0 0,0 0 0 0 0,-1 0 0 0 0,1 0 1 0 0,-1-1-1 0 0,1 0 0 0 0,-1 1 0 0 0,0-1 1 0 0,0 0-1 0 0,1-1 0 0 0,-1 1 0 0 0,-1-1 0 0 0,1 1 1 0 0,0-1-1 0 0,-1 0 0 0 0,5-5 0 0 0,-7 8-25 0 0,1 0-1 0 0,-1 0 0 0 0,0 0 0 0 0,1 0 0 0 0,-1 0 0 0 0,1 0 0 0 0,-1 0 0 0 0,0 0 0 0 0,1 1 0 0 0,-1-1 1 0 0,0 0-1 0 0,1 0 0 0 0,-1 0 0 0 0,0 1 0 0 0,1-1 0 0 0,-1 0 0 0 0,0 0 0 0 0,1 1 0 0 0,-1-1 0 0 0,0 0 1 0 0,1 0-1 0 0,-1 1 0 0 0,0-1 0 0 0,0 0 0 0 0,0 1 0 0 0,1-1 0 0 0,-1 1 0 0 0,0-1 0 0 0,0 0 0 0 0,0 1 1 0 0,0-1-1 0 0,0 0 0 0 0,1 1 0 0 0,-1-1 0 0 0,0 1 0 0 0,0-1 0 0 0,0 0 0 0 0,0 1 0 0 0,14 37-310 0 0,-10-24-215 0 0,2 1 1 0 0,0-1 0 0 0,0 0-1 0 0,10 15 1 0 0,-5-16-1934 0 0,0 0 1 0 0,23 20 0 0 0,-12-16-1099 0 0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30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0 177 7321 0 0,'16'-13'46'0'0,"-14"11"-10"0"0,0 1 1 0 0,0-1-1 0 0,0 0 1 0 0,1 1 0 0 0,-1-1-1 0 0,0 1 1 0 0,1-1-1 0 0,-1 1 1 0 0,1 0-1 0 0,4-1 1 0 0,-5 2-16 0 0,0 0 1 0 0,0 0-1 0 0,-1 1 1 0 0,1-1-1 0 0,0 1 1 0 0,0-1-1 0 0,-1 1 1 0 0,1 0-1 0 0,0 0 0 0 0,-1 0 1 0 0,1 0-1 0 0,-1 0 1 0 0,1 0-1 0 0,-1 0 1 0 0,1 0-1 0 0,-1 0 1 0 0,0 1-1 0 0,1-1 0 0 0,-1 1 1 0 0,0-1-1 0 0,1 3 1 0 0,0-1 35 0 0,0 0 1 0 0,0 0-1 0 0,-1 0 1 0 0,1 0-1 0 0,-1 0 1 0 0,0 0-1 0 0,0 1 1 0 0,0-1-1 0 0,0 0 1 0 0,-1 1-1 0 0,0-1 1 0 0,1 0-1 0 0,-1 1 0 0 0,0-1 1 0 0,0 1-1 0 0,-1-1 1 0 0,1 1-1 0 0,-1-1 1 0 0,0 0-1 0 0,0 1 1 0 0,0-1-1 0 0,0 0 1 0 0,0 0-1 0 0,-1 0 1 0 0,1 0-1 0 0,-1 0 1 0 0,-3 4-1 0 0,4-6-22 0 0,1 0-1 0 0,-1-1 1 0 0,0 1 0 0 0,1 0-1 0 0,-1-1 1 0 0,0 1-1 0 0,0-1 1 0 0,0 1 0 0 0,1-1-1 0 0,-1 0 1 0 0,0 1-1 0 0,0-1 1 0 0,0 0 0 0 0,0 1-1 0 0,0-1 1 0 0,0 0-1 0 0,1 0 1 0 0,-1 0 0 0 0,0 0-1 0 0,0 0 1 0 0,0 0-1 0 0,0 0 1 0 0,0 0 0 0 0,0 0-1 0 0,0-1 1 0 0,0 1-1 0 0,0 0 1 0 0,1-1 0 0 0,-1 1-1 0 0,0 0 1 0 0,0-1-1 0 0,0 1 1 0 0,0-1 0 0 0,1 1-1 0 0,-1-1 1 0 0,0 0-1 0 0,1 1 1 0 0,-1-1 0 0 0,0 0-1 0 0,1 1 1 0 0,-1-1-1 0 0,1 0 1 0 0,-2-1 0 0 0,-13-30 391 0 0,15 26-399 0 0,1 0 1 0 0,0 0-1 0 0,0 0 1 0 0,1 0-1 0 0,-1 0 0 0 0,1 1 1 0 0,1-1-1 0 0,-1 0 0 0 0,1 1 1 0 0,0 0-1 0 0,0 0 0 0 0,0 0 1 0 0,1 0-1 0 0,0 0 1 0 0,0 1-1 0 0,9-9 0 0 0,7-4 29 0 0,0 0-1 0 0,33-19 1 0 0,-46 31-39 0 0,1 0-14 0 0,0 0 0 0 0,0 1 0 0 0,0-1-1 0 0,1 1 1 0 0,0 1 0 0 0,-1 0-1 0 0,1 0 1 0 0,0 1 0 0 0,12-2 0 0 0,-17 4-3 0 0,-1 0 1 0 0,1 0 0 0 0,-1 0 0 0 0,0 0-1 0 0,1 1 1 0 0,-1-1 0 0 0,1 1-1 0 0,-1 0 1 0 0,0 0 0 0 0,1 0 0 0 0,-1 1-1 0 0,0-1 1 0 0,0 1 0 0 0,0-1-1 0 0,0 1 1 0 0,0 0 0 0 0,-1 0 0 0 0,1 1-1 0 0,0-1 1 0 0,-1 0 0 0 0,0 1-1 0 0,1 0 1 0 0,-1-1 0 0 0,0 1 0 0 0,-1 0-1 0 0,1 0 1 0 0,1 3 0 0 0,7 13 8 0 0,-2 1 1 0 0,12 39-1 0 0,-20-57-1 0 0,1 0 33 0 0,-1-2-39 0 0,0 0 1 0 0,0 0-1 0 0,0 1 1 0 0,0-1-1 0 0,0 0 1 0 0,0 0-1 0 0,0 0 0 0 0,0 0 1 0 0,0 1-1 0 0,0-1 1 0 0,0 0-1 0 0,0 0 0 0 0,0 0 1 0 0,0 0-1 0 0,0 1 1 0 0,0-1-1 0 0,0 0 1 0 0,0 0-1 0 0,0 0 0 0 0,1 0 1 0 0,-1 0-1 0 0,0 1 1 0 0,0-1-1 0 0,0 0 1 0 0,0 0-1 0 0,0 0 0 0 0,0 0 1 0 0,0 0-1 0 0,1 0 1 0 0,-1 1-1 0 0,0-1 0 0 0,0 0 1 0 0,0 0-1 0 0,0 0 1 0 0,0 0-1 0 0,1 0 1 0 0,-1 0-1 0 0,0 0 0 0 0,0 0 1 0 0,0 0-1 0 0,0 0 1 0 0,1 0-1 0 0,-1 0 1 0 0,0 0-1 0 0,0 0 0 0 0,0 0 1 0 0,0 0-1 0 0,1 0 1 0 0,-1 0-1 0 0,0 0 0 0 0,0 0 1 0 0,0 0-1 0 0,0 0 1 0 0,1 0-1 0 0,-1 0 1 0 0,0 0-1 0 0,0 0 0 0 0,0-1 1 0 0,14-13-7 0 0,26-25-14 0 0,-38 37 17 0 0,1 0 0 0 0,-1-1 0 0 0,1 1 0 0 0,0 1 0 0 0,0-1 0 0 0,0 0 0 0 0,0 1 0 0 0,1 0 0 0 0,-1-1 0 0 0,0 1 0 0 0,1 0 0 0 0,6 0 0 0 0,-3 1 1 0 0,1 1-1 0 0,-1-1 1 0 0,0 2 0 0 0,1-1-1 0 0,-1 1 1 0 0,0 0 0 0 0,0 1-1 0 0,0-1 1 0 0,0 1 0 0 0,-1 1-1 0 0,8 4 1 0 0,1 0-9 0 0,1 0 9 0 0,1-1 0 0 0,0-1 0 0 0,0 0 0 0 0,1-1 0 0 0,-1-1 0 0 0,1 0 0 0 0,0-2-1 0 0,28 1 1 0 0,-34-2 3 0 0,-1-2-1 0 0,0 1 1 0 0,0-1 0 0 0,0-1-1 0 0,0 0 1 0 0,0-1 0 0 0,0 0-1 0 0,-1 0 1 0 0,1-1-1 0 0,-1-1 1 0 0,0 1 0 0 0,0-2-1 0 0,0 0 1 0 0,-1 0 0 0 0,11-9-1 0 0,-18 14-3 0 0,0-2-1 0 0,1 1 1 0 0,-1 0 0 0 0,0 0-1 0 0,0-1 1 0 0,-1 1-1 0 0,1-1 1 0 0,0 0 0 0 0,-1 1-1 0 0,0-1 1 0 0,1 0-1 0 0,-1 0 1 0 0,0 0 0 0 0,-1 0-1 0 0,1 0 1 0 0,0 0-1 0 0,-1 0 1 0 0,0 0 0 0 0,0 0-1 0 0,0 0 1 0 0,0-5 0 0 0,-1 6 2 0 0,0 0 0 0 0,0 0 0 0 0,0 0 1 0 0,0 0-1 0 0,0 0 0 0 0,0 0 0 0 0,-1 0 1 0 0,1 0-1 0 0,-1 1 0 0 0,1-1 0 0 0,-1 1 1 0 0,0-1-1 0 0,1 1 0 0 0,-1-1 1 0 0,0 1-1 0 0,0 0 0 0 0,0 0 0 0 0,0 0 1 0 0,0 0-1 0 0,0 0 0 0 0,-1 0 0 0 0,1 1 1 0 0,0-1-1 0 0,0 1 0 0 0,0 0 1 0 0,-1-1-1 0 0,1 1 0 0 0,0 0 0 0 0,-1 0 1 0 0,-3 1-1 0 0,4-1 2 0 0,-1 0 0 0 0,1 0 0 0 0,-1 0-1 0 0,1 1 1 0 0,-1-1 0 0 0,1 1 0 0 0,0-1 0 0 0,-1 1 0 0 0,1 0 0 0 0,0 0 0 0 0,0 0 0 0 0,0 0 0 0 0,-1 0 0 0 0,1 1 0 0 0,0-1-1 0 0,0 1 1 0 0,1-1 0 0 0,-1 1 0 0 0,0 0 0 0 0,0 0 0 0 0,1 0 0 0 0,-1 0 0 0 0,1 0 0 0 0,0 0 0 0 0,0 0 0 0 0,0 0-1 0 0,0 0 1 0 0,0 0 0 0 0,0 1 0 0 0,0-1 0 0 0,1 1 0 0 0,-1-1 0 0 0,1 0 0 0 0,-1 1 0 0 0,1-1 0 0 0,0 1 0 0 0,0-1-1 0 0,0 1 1 0 0,1-1 0 0 0,-1 0 0 0 0,0 1 0 0 0,1-1 0 0 0,0 1 0 0 0,-1-1 0 0 0,1 0 0 0 0,0 0 0 0 0,0 1 0 0 0,0-1-1 0 0,1 0 1 0 0,-1 0 0 0 0,0 0 0 0 0,1 0 0 0 0,0 0 0 0 0,-1-1 0 0 0,1 1 0 0 0,0 0 0 0 0,0-1 0 0 0,0 1 0 0 0,3 1 0 0 0,10 8 7 0 0,0-2 0 0 0,0 0 0 0 0,1-1 1 0 0,0 0-1 0 0,1-1 0 0 0,-1-1 0 0 0,1-1 1 0 0,1 0-1 0 0,-1-1 0 0 0,0-1 0 0 0,1-1 1 0 0,0 0-1 0 0,31-2 0 0 0,-15-2 5 0 0,1-2-1 0 0,-1-1 0 0 0,0-1 1 0 0,-1-2-1 0 0,0-2 1 0 0,37-15-1 0 0,-65 24-1 0 0,-1-1-1 0 0,0 1 1 0 0,0-1-1 0 0,0 0 0 0 0,0-1 1 0 0,0 1-1 0 0,0-1 1 0 0,0 1-1 0 0,-1-1 1 0 0,0 0-1 0 0,1 0 1 0 0,-1-1-1 0 0,0 1 1 0 0,-1-1-1 0 0,1 1 0 0 0,0-1 1 0 0,-1 0-1 0 0,0 0 1 0 0,0 0-1 0 0,0-1 1 0 0,-1 1-1 0 0,1 0 1 0 0,-1-1-1 0 0,1-5 1 0 0,-2 8 45 0 0,0-1-46 0 0,-1 1 0 0 0,1 0 0 0 0,-1-1 0 0 0,1 1 0 0 0,-1 0 0 0 0,0-1 0 0 0,0 1 0 0 0,0 0 0 0 0,0 0 0 0 0,-1 0 0 0 0,1 0 0 0 0,0 0 0 0 0,-1 0 0 0 0,0 1 0 0 0,1-1 0 0 0,-1 0 0 0 0,0 1 0 0 0,0-1 0 0 0,0 1 0 0 0,0 0 0 0 0,0-1 1 0 0,0 1-1 0 0,0 0 0 0 0,0 0 0 0 0,0 1 0 0 0,-1-1 0 0 0,1 0 0 0 0,0 1 0 0 0,-1-1 0 0 0,1 1 0 0 0,-3 0 0 0 0,1-1-5 0 0,1 0 1 0 0,-1 1 0 0 0,0 0-1 0 0,0 0 1 0 0,1 0-1 0 0,-1 0 1 0 0,0 1-1 0 0,0-1 1 0 0,1 1-1 0 0,-1 0 1 0 0,0 0-1 0 0,1 0 1 0 0,-1 1-1 0 0,1-1 1 0 0,-1 1-1 0 0,1 0 1 0 0,0 0-1 0 0,0 0 1 0 0,0 0-1 0 0,-4 4 1 0 0,4-2 1 0 0,0 0-1 0 0,1 0 1 0 0,-1 0 0 0 0,1 0 0 0 0,0 1-1 0 0,0-1 1 0 0,0 0 0 0 0,-1 9 0 0 0,3-11 35 0 0,2 5-21 0 0,-2-7-19 0 0,1 1-1 0 0,-1 0 0 0 0,0 0 1 0 0,0 0-1 0 0,0 0 1 0 0,0-1-1 0 0,1 1 1 0 0,-1 0-1 0 0,0 0 1 0 0,1-1-1 0 0,-1 1 1 0 0,1 0-1 0 0,-1-1 1 0 0,1 1-1 0 0,-1 0 1 0 0,1-1-1 0 0,0 1 0 0 0,-1-1 1 0 0,1 1-1 0 0,-1-1 1 0 0,1 1-1 0 0,0-1 1 0 0,1 1-1 0 0,4 0 11 0 0,-1-1-9 0 0,-1 1 1 0 0,1-1-1 0 0,0 0 0 0 0,-1-1 0 0 0,1 1 1 0 0,0-1-1 0 0,-1 0 0 0 0,1 0 0 0 0,0-1 1 0 0,-1 1-1 0 0,0-1 0 0 0,7-3 0 0 0,-9 4-6 0 0,0 0-1 0 0,0 1 0 0 0,1 0 0 0 0,-1-1 1 0 0,0 1-1 0 0,0 0 0 0 0,0 0 1 0 0,1 0-1 0 0,-1 0 0 0 0,0 1 0 0 0,0-1 1 0 0,0 0-1 0 0,0 1 0 0 0,0 0 1 0 0,1-1-1 0 0,-1 1 0 0 0,0 0 0 0 0,0 0 1 0 0,-1 0-1 0 0,1 1 0 0 0,0-1 1 0 0,0 0-1 0 0,3 4 0 0 0,0-1 6 0 0,1 0 0 0 0,0-1-1 0 0,0 1 1 0 0,1-1 0 0 0,-1 0-1 0 0,14 4 1 0 0,-11-5-7 0 0,0-1-1 0 0,0 1 1 0 0,0-1 0 0 0,0-1-1 0 0,0 0 1 0 0,1 0 0 0 0,12-2-1 0 0,-12-1 12 0 0,-1-1-1 0 0,1 0 1 0 0,-1 0-1 0 0,1-1 1 0 0,-2 0 0 0 0,1-1-1 0 0,0 0 1 0 0,9-9-1 0 0,22-15-13 0 0,-29 22-34 0 0,5-1-66 0 0,-15 9 103 0 0,0 1-1 0 0,0-1 1 0 0,0 1 0 0 0,-1 0-1 0 0,1-1 1 0 0,0 1-1 0 0,0 0 1 0 0,-1 0-1 0 0,1 0 1 0 0,-1-1-1 0 0,1 1 1 0 0,0 0 0 0 0,-1 0-1 0 0,0 0 1 0 0,1 0-1 0 0,-1 0 1 0 0,0 0-1 0 0,1 0 1 0 0,-1 0-1 0 0,0 0 1 0 0,0 0 0 0 0,0 0-1 0 0,0 1 1 0 0,4 17 12 0 0,-3-9 4 0 0,1 0 0 0 0,0 0 0 0 0,0 0 0 0 0,1-1 0 0 0,4 10 0 0 0,-6-17-6 0 0,10 3 2 0 0,-10-4-5 0 0,0 0-1 0 0,0-1 1 0 0,0 1-1 0 0,0 0 1 0 0,0-1-1 0 0,0 1 1 0 0,0-1-1 0 0,0 1 0 0 0,0-1 1 0 0,0 1-1 0 0,0-1 1 0 0,0 0-1 0 0,0 0 1 0 0,0 1-1 0 0,1-1 1 0 0,-1 0-1 0 0,0 0 1 0 0,0 0-1 0 0,0 0 1 0 0,0 0-1 0 0,0-1 1 0 0,2 1-1 0 0,197-72-24 0 0,-198 71 25 0 0,1-2 758 0 0,0 2-2970 0 0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30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12 180 0 0,'0'-1'182'0'0,"1"0"-1"0"0,-1 0 1 0 0,1 0 0 0 0,0 1 0 0 0,-1-1-1 0 0,1 0 1 0 0,0 1 0 0 0,0-1-1 0 0,-1 0 1 0 0,1 1 0 0 0,0-1 0 0 0,0 1-1 0 0,0 0 1 0 0,0-1 0 0 0,0 1-1 0 0,0 0 1 0 0,0-1 0 0 0,-1 1 0 0 0,2 0-1 0 0,3 0-101 0 0,-1-1-1 0 0,0 2 1 0 0,0-1-1 0 0,0 0 0 0 0,0 1 1 0 0,0 0-1 0 0,0 0 1 0 0,5 2-1 0 0,2 0-323 0 0,-1 2 1 0 0,0-1-1 0 0,1 2 0 0 0,12 8 0 0 0,20 7 866 0 0,-14-9 1581 0 0,-28-11-2033 0 0,0 1 0 0 0,1-1 0 0 0,-1 1 1 0 0,0 0-1 0 0,0-1 0 0 0,0 1 1 0 0,0 0-1 0 0,0 0 0 0 0,0-1 1 0 0,-1 1-1 0 0,1 0 0 0 0,0 0 0 0 0,-1 0 1 0 0,0 0-1 0 0,1 0 0 0 0,-1 3 1 0 0,3 34 1027 0 0,-3-36-1023 0 0,17 223 3020 0 0,-14-59-2065 0 0,-3-154-1409 0 0,-1-1 1 0 0,0 0-1 0 0,-4 19 0 0 0,-4 0-7485 0 0,5-19 4471 0 0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30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68 496 0 0,'11'-7'2912'0'0,"-3"-4"-1524"0"0,-4 5 929 0 0,-3-10-449 0 0,1 4 140 0 0,-12 1-1932 0 0,-9 10-500 0 0,2-1-576 0 0,-10 2-608 0 0,0-2-1741 0 0,-3 2 769 0 0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56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46 380 0 0,'-1'-10'884'0'0,"0"-10"1736"0"0,3 5 5008 0 0,-6 19-7568 0 0,0 0 0 0 0,1 0 1 0 0,-1 0-1 0 0,1 0 0 0 0,0 1 0 0 0,0-1 0 0 0,0 1 0 0 0,1 0 0 0 0,-1 0 0 0 0,1 0 0 0 0,0 0 0 0 0,1 0 0 0 0,-1 1 0 0 0,1-1 0 0 0,0 0 0 0 0,1 1 0 0 0,-1-1 0 0 0,1 1 0 0 0,1 10 0 0 0,-1-13-48 0 0,1 1 0 0 0,-1 0 0 0 0,1-1 0 0 0,0 0-1 0 0,0 1 1 0 0,0-1 0 0 0,1 0 0 0 0,-1 1 0 0 0,1-1 0 0 0,0 0 0 0 0,0 0 0 0 0,0 0-1 0 0,0 0 1 0 0,0-1 0 0 0,1 1 0 0 0,-1 0 0 0 0,1-1 0 0 0,0 0 0 0 0,0 0-1 0 0,0 0 1 0 0,0 0 0 0 0,0 0 0 0 0,0 0 0 0 0,0-1 0 0 0,1 0 0 0 0,-1 1-1 0 0,0-1 1 0 0,1 0 0 0 0,5 0 0 0 0,-4 0-531 0 0,0-1-1 0 0,-1 0 1 0 0,1 0-1 0 0,0 0 1 0 0,-1-1-1 0 0,1 1 1 0 0,-1-1-1 0 0,1 0 1 0 0,-1-1-1 0 0,1 1 1 0 0,-1-1 0 0 0,0 1-1 0 0,1-1 1 0 0,5-5-1 0 0,1 1-2449 0 0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56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41 544 0 0,'-30'-38'10031'0'0,"28"36"-10538"0"0,5 7 255 0 0,14 13-4381 0 0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57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9 924 0 0,'0'0'9470'0'0,"6"-1"-10418"0"0,-1-1 606 0 0,6-2 124 0 0,0 3-4303 0 0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57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1 143 228 0 0,'9'-5'591'0'0,"0"0"0"0"0,0 0 0 0 0,0-1 0 0 0,-1 0 0 0 0,0 0 0 0 0,0-1 1 0 0,-1 0-1 0 0,0-1 0 0 0,0 0 0 0 0,-1 0 0 0 0,0 0 0 0 0,7-12 0 0 0,-12 19-479 0 0,-1 0 1 0 0,1-1-1 0 0,-1 1 1 0 0,1 0-1 0 0,-1-1 1 0 0,0 1-1 0 0,1 0 0 0 0,-1-1 1 0 0,0 1-1 0 0,0 0 1 0 0,0-1-1 0 0,0 1 0 0 0,0-1 1 0 0,0 1-1 0 0,0 0 1 0 0,-1-1-1 0 0,1 1 0 0 0,0 0 1 0 0,-1-1-1 0 0,1 1 1 0 0,-1 0-1 0 0,0-1 1 0 0,1 1-1 0 0,-1 0 0 0 0,0 0 1 0 0,0 0-1 0 0,1 0 1 0 0,-1 0-1 0 0,0 0 0 0 0,0 0 1 0 0,0 0-1 0 0,0 0 1 0 0,-1 0-1 0 0,0 0 0 0 0,1 0 514 0 0,-3 3-329 0 0,3-1-255 0 0,-1 0 1 0 0,1 0 0 0 0,0 0-1 0 0,-1 0 1 0 0,1 0 0 0 0,0 1 0 0 0,0-1-1 0 0,0 0 1 0 0,0 0 0 0 0,0 1 0 0 0,0-1-1 0 0,0 1 1 0 0,0-1 0 0 0,1 1-1 0 0,-1-1 1 0 0,0 1 0 0 0,1-1 0 0 0,-1 1-1 0 0,1 0 1 0 0,0-1 0 0 0,0 1 0 0 0,-1 0-1 0 0,1-1 1 0 0,0 1 0 0 0,0 0 0 0 0,1 1-1 0 0,0 1 28 0 0,0-1 0 0 0,1 0 0 0 0,-1 0-1 0 0,1 0 1 0 0,0 0 0 0 0,0 0 0 0 0,0 0 0 0 0,0 0-1 0 0,0-1 1 0 0,1 1 0 0 0,-1-1 0 0 0,4 3 0 0 0,44 28-1880 0 0,-5-13-5188 0 0,-29-17 3612 0 0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58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99 101 896 0 0,'-12'-23'11278'0'0,"2"135"-9879"0"0,4-60-619 0 0,1 92 0 0 0,21 76 440 0 0,-27-309-826 0 0,5 50-396 0 0,1 0 0 0 0,2 0 0 0 0,3-44 1 0 0,4 21 0 0 0,-3 32-9 0 0,2 0 1 0 0,7-37 0 0 0,-8 59 8 0 0,0 0 1 0 0,0 0-1 0 0,1 0 1 0 0,0 1 0 0 0,1 0-1 0 0,0-1 1 0 0,0 1-1 0 0,0 0 1 0 0,1 1 0 0 0,0-1-1 0 0,0 1 1 0 0,0 0-1 0 0,8-6 1 0 0,-11 10-2 0 0,1-1 1 0 0,0 1-1 0 0,0 0 1 0 0,0 0-1 0 0,0 0 1 0 0,0 1 0 0 0,0-1-1 0 0,1 1 1 0 0,-1 0-1 0 0,1 0 1 0 0,-1 0-1 0 0,1 0 1 0 0,-1 0-1 0 0,1 1 1 0 0,-1 0-1 0 0,1 0 1 0 0,-1 0-1 0 0,1 0 1 0 0,-1 0-1 0 0,1 1 1 0 0,-1-1-1 0 0,1 1 1 0 0,-1 0-1 0 0,1 0 1 0 0,-1 0-1 0 0,0 1 1 0 0,1-1-1 0 0,-1 1 1 0 0,0 0 0 0 0,0 0-1 0 0,0 0 1 0 0,0 0-1 0 0,-1 0 1 0 0,1 1-1 0 0,-1-1 1 0 0,1 1-1 0 0,-1 0 1 0 0,0 0-1 0 0,0-1 1 0 0,0 1-1 0 0,0 1 1 0 0,0-1-1 0 0,-1 0 1 0 0,0 0-1 0 0,1 1 1 0 0,-1-1-1 0 0,-1 1 1 0 0,1-1-1 0 0,0 1 1 0 0,-1-1-1 0 0,1 1 1 0 0,-1-1 0 0 0,0 1-1 0 0,-1 3 1 0 0,0 0 6 0 0,-1 1 1 0 0,0-1-1 0 0,0 0 1 0 0,0 1 0 0 0,-1-1-1 0 0,0-1 1 0 0,-1 1-1 0 0,0 0 1 0 0,0-1 0 0 0,0 0-1 0 0,-1 0 1 0 0,1 0-1 0 0,-2 0 1 0 0,1-1 0 0 0,0 0-1 0 0,-12 8 1 0 0,7-6 10 0 0,0 0 0 0 0,0-1 0 0 0,-1-1 1 0 0,0 0-1 0 0,0 0 0 0 0,0-1 0 0 0,0-1 0 0 0,-1 0 0 0 0,1 0 1 0 0,-13 0-1 0 0,20-2-4 0 0,1-1 0 0 0,-1 0 0 0 0,0 0 0 0 0,1-1 0 0 0,-1 1 0 0 0,1-1 0 0 0,-1 0 0 0 0,1 0 1 0 0,-1 0-1 0 0,1 0 0 0 0,0-1 0 0 0,-1 1 0 0 0,1-1 0 0 0,0 0 0 0 0,0 0 0 0 0,0 0 0 0 0,-5-4 0 0 0,7 4-36 0 0,1 1-93 0 0,0 0 1 0 0,0 0-1 0 0,-1 0 0 0 0,1 0 0 0 0,0 0 0 0 0,0 0 0 0 0,0 0 1 0 0,0 0-1 0 0,1 0 0 0 0,-1 0 0 0 0,0-1 0 0 0,0 1 0 0 0,1 0 1 0 0,-1 0-1 0 0,0 0 0 0 0,1 0 0 0 0,-1 0 0 0 0,1 0 0 0 0,-1 1 0 0 0,1-1 1 0 0,0 0-1 0 0,-1 0 0 0 0,1 0 0 0 0,1-1 0 0 0,17-6-1922 0 0,-2 3-4481 0 0,-6 2 3366 0 0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58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0 192 0 0,'-5'24'2167'0'0,"2"-15"-1731"0"0,1-1-1 0 0,0 2 1 0 0,1-1 0 0 0,0 0-1 0 0,0 0 1 0 0,1 0 0 0 0,0 1 0 0 0,0-1-1 0 0,1 0 1 0 0,0 0 0 0 0,1 1-1 0 0,0-1 1 0 0,1-1 0 0 0,0 1-1 0 0,4 9 1 0 0,-7-17-408 0 0,1 0 1 0 0,-1 0-1 0 0,1 0 0 0 0,-1-1 0 0 0,1 1 1 0 0,-1 0-1 0 0,1-1 0 0 0,0 1 0 0 0,-1 0 1 0 0,1-1-1 0 0,0 1 0 0 0,-1-1 0 0 0,1 1 1 0 0,0-1-1 0 0,0 1 0 0 0,0-1 0 0 0,-1 1 0 0 0,1-1 1 0 0,0 0-1 0 0,0 0 0 0 0,0 1 0 0 0,0-1 1 0 0,0 0-1 0 0,0 0 0 0 0,0 0 0 0 0,0 0 1 0 0,-1 0-1 0 0,1 0 0 0 0,0 0 0 0 0,0 0 1 0 0,0 0-1 0 0,0-1 0 0 0,0 1 0 0 0,0 0 1 0 0,0-1-1 0 0,-1 1 0 0 0,1 0 0 0 0,0-1 1 0 0,0 1-1 0 0,0-1 0 0 0,-1 1 0 0 0,2-2 0 0 0,0 1 22 0 0,0 0-1 0 0,-1 0 1 0 0,1-1-1 0 0,0 1 0 0 0,0-1 1 0 0,-1 0-1 0 0,1 1 1 0 0,-1-1-1 0 0,0 0 0 0 0,1 0 1 0 0,-1 0-1 0 0,0 0 1 0 0,0 0-1 0 0,0 0 1 0 0,0 0-1 0 0,-1 0 0 0 0,2-3 1 0 0,-2 1 34 0 0,0-1 1 0 0,0 1 0 0 0,0 0-1 0 0,-1-1 1 0 0,0 1 0 0 0,1 0 0 0 0,-2 0-1 0 0,1-1 1 0 0,0 1 0 0 0,-1 0-1 0 0,0 0 1 0 0,1 0 0 0 0,-2 1-1 0 0,1-1 1 0 0,-5-6 0 0 0,1 3 58 0 0,-1 1-1 0 0,1-1 1 0 0,-1 1 0 0 0,0 1 0 0 0,-1 0 0 0 0,-12-7 0 0 0,9 5-217 0 0,-3-3 303 0 0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8:59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78 520 0 0,'0'0'7911'0'0,"-11"-46"-3358"0"0,11 44-4297 0 0,0 2-248 0 0,-6-29 2142 0 0,11 28-1239 0 0,7 11-903 0 0,-5 0 13 0 0,0 0 1 0 0,0 0-1 0 0,-1 1 1 0 0,-1 0 0 0 0,0 0-1 0 0,0 1 1 0 0,5 19-1 0 0,-9-28-18 0 0,14 45 20 0 0,-4-12 6 0 0,1-1-1 0 0,1 0 1 0 0,2-1 0 0 0,21 36-1 0 0,-33-67-28 0 0,0 1 0 0 0,1 0 1 0 0,-1-1-1 0 0,1 1 0 0 0,-1-1 0 0 0,1 0 0 0 0,0 0 0 0 0,0-1 0 0 0,0 1 0 0 0,1-1 0 0 0,-1 0 0 0 0,8 3 1 0 0,-11-5 17 0 0,3 0-14 0 0,-1 0 0 0 0,1-1-1 0 0,-1 1 1 0 0,1-1 0 0 0,0 0-1 0 0,-1 0 1 0 0,0 0 0 0 0,1-1-1 0 0,-1 1 1 0 0,0-1 0 0 0,5-3-1 0 0,-2-1-3 0 0,0-1-1 0 0,-1 0 1 0 0,0-1 0 0 0,0 1-1 0 0,-1-1 1 0 0,1 0 0 0 0,-2 0-1 0 0,1 0 1 0 0,-1 0-1 0 0,-1 0 1 0 0,0-1 0 0 0,0 0-1 0 0,0 1 1 0 0,-1-1 0 0 0,0 0-1 0 0,-1 0 1 0 0,-1-12 0 0 0,1 19-13 0 0,2-6-4 0 0,-2 9 13 0 0,0-1 1 0 0,0 0-1 0 0,0 0 1 0 0,0 0-1 0 0,0 0 1 0 0,0 0 0 0 0,0 0-1 0 0,0 0 1 0 0,0 0-1 0 0,0 0 1 0 0,0 0-1 0 0,1 0 1 0 0,-1 0-1 0 0,0 0 1 0 0,0 0 0 0 0,0 0-1 0 0,0 0 1 0 0,0 0-1 0 0,0 0 1 0 0,0 0-1 0 0,0 0 1 0 0,0 0 0 0 0,0 0-1 0 0,0 0 1 0 0,1 0-1 0 0,-1 0 1 0 0,0 5 2 0 0,1-1-1 0 0,-1 1 1 0 0,1-1 0 0 0,0 1 0 0 0,0-1-1 0 0,1 0 1 0 0,-1 1 0 0 0,1-1 0 0 0,0 0-1 0 0,0 0 1 0 0,1 0 0 0 0,-1 0 0 0 0,1-1-1 0 0,4 5 1 0 0,-6-6 3 0 0,0-1-1 0 0,1 0 1 0 0,-1 1-1 0 0,1-1 1 0 0,-1 0 0 0 0,1 0-1 0 0,-1 0 1 0 0,1 0-1 0 0,0 0 1 0 0,0 0-1 0 0,-1-1 1 0 0,1 1-1 0 0,0-1 1 0 0,0 1-1 0 0,0-1 1 0 0,0 0 0 0 0,0 1-1 0 0,0-1 1 0 0,0 0-1 0 0,-1 0 1 0 0,1 0-1 0 0,0-1 1 0 0,0 1-1 0 0,0 0 1 0 0,0-1 0 0 0,0 1-1 0 0,0-1 1 0 0,-1 0-1 0 0,1 1 1 0 0,0-1-1 0 0,-1 0 1 0 0,1 0-1 0 0,0 0 1 0 0,-1 0 0 0 0,3-3-1 0 0,2 0 1 0 0,0-1 0 0 0,0 0-1 0 0,-1 0 1 0 0,0-1 0 0 0,0 1-1 0 0,0-1 1 0 0,-1 0 0 0 0,4-7 0 0 0,11-25 21 0 0,-18 36-17 0 0,-1 1 2 0 0,3-6-9 0 0,-2 5-8 0 0,6 29-42 0 0,9 117 52 0 0,1 10 321 0 0,54 264 489 0 0,-69-408-783 0 0,-1 1 0 0 0,0-1 0 0 0,0 1 0 0 0,-1-1 0 0 0,0 0 0 0 0,-1 1 0 0 0,0-1 0 0 0,-5 18 0 0 0,5-27-22 0 0,1-1 0 0 0,0 0-1 0 0,-1 1 1 0 0,1-1-1 0 0,0 0 1 0 0,-1 1 0 0 0,1-1-1 0 0,-1 0 1 0 0,1 0-1 0 0,-1 1 1 0 0,1-1 0 0 0,-1 0-1 0 0,1 0 1 0 0,0 0 0 0 0,-1 0-1 0 0,1 0 1 0 0,-1 1-1 0 0,1-1 1 0 0,-1 0 0 0 0,1 0-1 0 0,-1 0 1 0 0,1 0-1 0 0,-1-1 1 0 0,1 1 0 0 0,-1 0-1 0 0,1 0 1 0 0,-1 0-1 0 0,1 0 1 0 0,-1 0 0 0 0,1-1-1 0 0,-1 1 1 0 0,1 0 0 0 0,-1 0-1 0 0,1-1 1 0 0,0 1-1 0 0,-1 0 1 0 0,0-1 0 0 0,-12-9 96 0 0,6 1-57 0 0,1-1 0 0 0,0 1 0 0 0,1-1 0 0 0,0 0 0 0 0,1 0 1 0 0,0-1-1 0 0,1 1 0 0 0,-1-1 0 0 0,2 0 0 0 0,-2-13 0 0 0,1 4 17 0 0,0-1 0 0 0,1 0 0 0 0,2 1-1 0 0,0-1 1 0 0,5-37 0 0 0,-3 46-430 0 0,1-1 1 0 0,0 1 0 0 0,0 1 0 0 0,1-1 0 0 0,0 1-1 0 0,1-1 1 0 0,1 1 0 0 0,0 0 0 0 0,0 1-1 0 0,1 0 1 0 0,10-13 0 0 0,25-10-5873 0 0,-36 29 3886 0 0,3-3-1128 0 0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2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50 548 0 0,'13'-45'8124'0'0,"-27"42"-7585"0"0,-9 1-108 0 0,9 6-252 0 0,1 0 0 0 0,-1 1-1 0 0,1 0 1 0 0,1 1 0 0 0,-16 9-1 0 0,-36 15 514 0 0,63-29-682 0 0,1-1-1 0 0,-1 0 0 0 0,0 0 1 0 0,0 0-1 0 0,1 1 0 0 0,-1-1 1 0 0,0 0-1 0 0,1 1 1 0 0,-1-1-1 0 0,0 0 0 0 0,1 1 1 0 0,-1-1-1 0 0,0 1 0 0 0,1-1 1 0 0,-1 1-1 0 0,1-1 0 0 0,-1 1 1 0 0,1 0-1 0 0,-1-1 0 0 0,1 1 1 0 0,0 0-1 0 0,-1-1 0 0 0,1 1 1 0 0,0 0-1 0 0,-1-1 1 0 0,1 1-1 0 0,0 0 0 0 0,0 0 1 0 0,0-1-1 0 0,-1 1 0 0 0,1 0 1 0 0,0 0-1 0 0,0-1 0 0 0,0 1 1 0 0,1 0-1 0 0,-1 0 0 0 0,0 0 1 0 0,0-1-1 0 0,0 1 0 0 0,0 0 1 0 0,1 0-1 0 0,-1-1 1 0 0,1 2-1 0 0,0-1 1 0 0,0 1 0 0 0,0 0 0 0 0,0-1 1 0 0,0 1-1 0 0,1 0 0 0 0,-1-1 0 0 0,0 0 0 0 0,1 1 0 0 0,-1-1 1 0 0,1 0-1 0 0,0 0 0 0 0,0 0 0 0 0,-1 0 0 0 0,3 1 0 0 0,69 15 122 0 0,-59-15-116 0 0,0 1-1 0 0,0 0 1 0 0,0 1-1 0 0,-1 1 1 0 0,1 0 0 0 0,21 12-1 0 0,-33-17-14 0 0,-1 1 0 0 0,0 0 0 0 0,0-1 0 0 0,0 1 0 0 0,0 0 0 0 0,0 0 0 0 0,0 0 0 0 0,0 0 0 0 0,0 0 0 0 0,0 0 0 0 0,0 0-1 0 0,0 0 1 0 0,0 0 0 0 0,-1 0 0 0 0,1 0 0 0 0,0 1 0 0 0,-1-1 0 0 0,1 0 0 0 0,-1 0 0 0 0,0 1 0 0 0,1-1 0 0 0,-1 0 0 0 0,0 1 0 0 0,0-1 0 0 0,0 0 0 0 0,0 3 0 0 0,-1-1 0 0 0,0 0 0 0 0,0-1 0 0 0,0 1 0 0 0,0-1 0 0 0,0 1 0 0 0,-1-1 0 0 0,1 0 0 0 0,-1 0 0 0 0,0 1 0 0 0,1-1 0 0 0,-1 0 0 0 0,-4 2 0 0 0,-4 4 3 0 0,0 0 0 0 0,-1 0 0 0 0,0-2 0 0 0,-18 10 0 0 0,20-13-2 0 0,0 2 6 0 0,0-1-1 0 0,0-1 1 0 0,0 0-1 0 0,-1 0 1 0 0,0-1 0 0 0,1 0-1 0 0,-1 0 1 0 0,0-1 0 0 0,0-1-1 0 0,-14 0 1 0 0,23 0-103 0 0,0 0 0 0 0,0 0 0 0 0,1 0 0 0 0,-1 1 1 0 0,0-2-1 0 0,0 1 0 0 0,1 0 0 0 0,-1 0 0 0 0,0 0 0 0 0,0 0 1 0 0,1 0-1 0 0,-1-1 0 0 0,0 1 0 0 0,0 0 0 0 0,1 0 0 0 0,-1-1 1 0 0,0 1-1 0 0,1-1 0 0 0,-1 1 0 0 0,1-1 0 0 0,-1 1 0 0 0,1-1 1 0 0,-1 1-1 0 0,1-1 0 0 0,-1 1 0 0 0,1-1 0 0 0,-1 0 0 0 0,1 1 1 0 0,-1-1-1 0 0,1 0 0 0 0,0 1 0 0 0,-1-2 0 0 0,1 1-112 0 0,1 0-1 0 0,-1 0 1 0 0,0 0-1 0 0,1-1 1 0 0,-1 1-1 0 0,1 0 0 0 0,-1 0 1 0 0,1 0-1 0 0,-1 0 1 0 0,1 0-1 0 0,0 0 1 0 0,0 1-1 0 0,-1-1 1 0 0,1 0-1 0 0,0 0 1 0 0,0 0-1 0 0,0 1 1 0 0,0-1-1 0 0,0 0 0 0 0,0 1 1 0 0,1-1-1 0 0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3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1 165 436 0 0,'0'0'5345'0'0,"35"-11"-3657"0"0,-14 2-1211 0 0,-1-1 1 0 0,25-15-1 0 0,-38 20-385 0 0,0 0 1 0 0,-1 0-1 0 0,1 0 1 0 0,-1-1-1 0 0,0 0 1 0 0,0 0-1 0 0,-1 0 1 0 0,0-1-1 0 0,7-12 1 0 0,-11 18-71 0 0,-1 0 1 0 0,1 0 0 0 0,-1 0-1 0 0,1 1 1 0 0,-1-2 0 0 0,0 1 0 0 0,1 0-1 0 0,-1 0 1 0 0,0 0 0 0 0,1 0-1 0 0,-1 0 1 0 0,0 0 0 0 0,0 0 0 0 0,0 0-1 0 0,0 0 1 0 0,0 0 0 0 0,-1 0 0 0 0,1 0-1 0 0,0 0 1 0 0,0 0 0 0 0,-1-1-1 0 0,1 1 1 0 0,0 0 0 0 0,-1 0 0 0 0,1 1-1 0 0,-1-1 1 0 0,1 0 0 0 0,-1 0-1 0 0,0 0 1 0 0,1 0 0 0 0,-1 0 0 0 0,0 1-1 0 0,0-1 1 0 0,0 0 0 0 0,1 0 0 0 0,-1 1-1 0 0,0-1 1 0 0,0 1 0 0 0,0-1-1 0 0,0 1 1 0 0,0-1 0 0 0,0 1 0 0 0,0 0-1 0 0,0-1 1 0 0,0 1 0 0 0,0 0-1 0 0,0 0 1 0 0,-1 0 0 0 0,1 0 0 0 0,-1 0-1 0 0,0 0 127 0 0,-3 1 0 0 0,1 1-86 0 0,0 1-1 0 0,0-1 1 0 0,0 0-1 0 0,0 1 0 0 0,0 0 1 0 0,1 0-1 0 0,-1 0 1 0 0,1 0-1 0 0,0 1 0 0 0,0-1 1 0 0,0 1-1 0 0,0 0 0 0 0,1 0 1 0 0,-1 0-1 0 0,1 0 1 0 0,0 0-1 0 0,1 0 0 0 0,-3 8 1 0 0,4-11-52 0 0,0 1 0 0 0,0-1 0 0 0,0 1 0 0 0,0-1 1 0 0,0 1-1 0 0,0-1 0 0 0,0 1 0 0 0,1-1 0 0 0,-1 1 0 0 0,1-1 0 0 0,-1 1 1 0 0,1-1-1 0 0,0 0 0 0 0,-1 1 0 0 0,1-1 0 0 0,0 0 0 0 0,0 0 0 0 0,0 0 0 0 0,0 1 1 0 0,0-1-1 0 0,0 0 0 0 0,0 0 0 0 0,0 0 0 0 0,1-1 0 0 0,0 2 0 0 0,33 18 188 0 0,-23-15-408 0 0,-1-1 0 0 0,1-1 1 0 0,0 0-1 0 0,21 2 0 0 0,4-7-6591 0 0,-21-1 3924 0 0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3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 4 0 0,'0'0'2314'0'0,"2"-15"109"0"0,-1 13-2291 0 0,0 1 0 0 0,0-1 0 0 0,1 1 0 0 0,-1 0 0 0 0,1-1 0 0 0,-1 1 0 0 0,1 0 0 0 0,0 0 0 0 0,-1 0 0 0 0,1 0 0 0 0,0 0 0 0 0,0 1 0 0 0,0-1 0 0 0,0 0 0 0 0,0 1 0 0 0,-1-1 0 0 0,1 1 1 0 0,0 0-1 0 0,0 0 0 0 0,0 0 0 0 0,0 0 0 0 0,0 0 0 0 0,0 0 0 0 0,0 0 0 0 0,4 1 0 0 0,-4 0-72 0 0,0 1-1 0 0,0-1 1 0 0,0 0 0 0 0,0 0 0 0 0,0 1 0 0 0,0-1 0 0 0,0 1-1 0 0,0 0 1 0 0,0-1 0 0 0,-1 1 0 0 0,1 0 0 0 0,-1 0 0 0 0,1 0 0 0 0,-1 0-1 0 0,0 0 1 0 0,0 0 0 0 0,0 1 0 0 0,0-1 0 0 0,0 0 0 0 0,0 1 0 0 0,-1-1-1 0 0,1 4 1 0 0,6 56 673 0 0,-7-58-688 0 0,0 0-1 0 0,0-1 1 0 0,0 1 0 0 0,0-1 0 0 0,-1 1 0 0 0,0-1 0 0 0,0 1-1 0 0,0-1 1 0 0,0 0 0 0 0,0 1 0 0 0,-1-1 0 0 0,0 0-1 0 0,1 0 1 0 0,-5 5 0 0 0,5-7 77 0 0,-2 8 7 0 0,1-6-7 0 0,3-7 614 0 0,3-7-717 0 0,1 0 0 0 0,-1 0 0 0 0,2 1 0 0 0,0-1 0 0 0,0 1 0 0 0,0 0 0 0 0,2 1 0 0 0,-1 0 0 0 0,1 0 0 0 0,0 0 0 0 0,1 1 0 0 0,0 1 0 0 0,19-13 0 0 0,-27 19-19 0 0,1 0 0 0 0,0 0 0 0 0,0 1 0 0 0,-1-1 0 0 0,1 1-1 0 0,0-1 1 0 0,0 1 0 0 0,0 0 0 0 0,0 0 0 0 0,0-1-1 0 0,0 2 1 0 0,0-1 0 0 0,0 0 0 0 0,-1 0 0 0 0,1 0-1 0 0,0 1 1 0 0,0-1 0 0 0,0 1 0 0 0,0 0 0 0 0,-1 0-1 0 0,1-1 1 0 0,0 1 0 0 0,-1 0 0 0 0,1 0 0 0 0,0 0 0 0 0,-1 1-1 0 0,0-1 1 0 0,1 0 0 0 0,-1 1 0 0 0,0-1 0 0 0,1 0-1 0 0,-1 1 1 0 0,0 0 0 0 0,0-1 0 0 0,0 1 0 0 0,0 0-1 0 0,-1-1 1 0 0,1 1 0 0 0,0 0 0 0 0,-1 0 0 0 0,1 3-1 0 0,-1-4 8 0 0,1 1 25 0 0,-1-2-28 0 0,0 0-1 0 0,0 1 0 0 0,0-1 0 0 0,-1 0 0 0 0,1 0 1 0 0,0 0-1 0 0,0 1 0 0 0,0-1 0 0 0,0 0 0 0 0,0 0 1 0 0,0 0-1 0 0,0 0 0 0 0,0 1 0 0 0,0-1 0 0 0,0 0 1 0 0,1 0-1 0 0,-1 0 0 0 0,0 1 0 0 0,0-1 0 0 0,0 0 1 0 0,0 0-1 0 0,0 0 0 0 0,0 0 0 0 0,0 1 1 0 0,0-1-1 0 0,0 0 0 0 0,1 0 0 0 0,-1 0 0 0 0,0 0 1 0 0,0 0-1 0 0,0 0 0 0 0,0 1 0 0 0,0-1 0 0 0,1 0 1 0 0,-1 0-1 0 0,0 0 0 0 0,0 0 0 0 0,0 0 0 0 0,0 0 1 0 0,1 0-1 0 0,-1 0 0 0 0,0 0 0 0 0,0 0 1 0 0,0 0-1 0 0,1 0 0 0 0,-1 0 0 0 0,0 0 0 0 0,0 0 1 0 0,0 0-1 0 0,0 0 0 0 0,1 0 0 0 0,-1 0 0 0 0,0 0 1 0 0,0 0-1 0 0,22-21 52 0 0,0-3 1 0 0,2 1 0 0 0,44-31 0 0 0,-67 53-52 0 0,0 0-1 0 0,1 0 0 0 0,-1 1 1 0 0,0-1-1 0 0,0 0 0 0 0,1 1 1 0 0,-1-1-1 0 0,0 1 0 0 0,1 0 1 0 0,-1-1-1 0 0,1 1 1 0 0,-1 0-1 0 0,0 0 0 0 0,1 0 1 0 0,-1 0-1 0 0,1 0 0 0 0,-1 0 1 0 0,0 0-1 0 0,1 1 0 0 0,-1-1 1 0 0,1 0-1 0 0,-1 1 1 0 0,0-1-1 0 0,1 1 0 0 0,-1 0 1 0 0,0-1-1 0 0,0 1 0 0 0,0 0 1 0 0,1 0-1 0 0,-1-1 1 0 0,0 1-1 0 0,0 0 0 0 0,0 0 1 0 0,0 0-1 0 0,0 1 0 0 0,-1-1 1 0 0,1 0-1 0 0,0 0 0 0 0,0 0 1 0 0,0 2-1 0 0,-1-1 3 0 0,6 47-1897 0 0,-6-47 908 0 0,-3 10-6828 0 0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4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59 100 0 0,'-16'5'2135'0'0,"15"-5"-1996"0"0,1 0 0 0 0,-1 0 1 0 0,1 0-1 0 0,-1 0 1 0 0,1 0-1 0 0,0 0 1 0 0,-1 0-1 0 0,1 0 1 0 0,-1 0-1 0 0,1 1 1 0 0,-1-1-1 0 0,1 0 1 0 0,-1 0-1 0 0,1 1 1 0 0,0-1-1 0 0,-1 0 1 0 0,1 0-1 0 0,0 1 1 0 0,-1-1-1 0 0,1 0 0 0 0,0 1 1 0 0,-1-1-1 0 0,1 1 1 0 0,0-1-1 0 0,-1 0 1 0 0,1 1-1 0 0,0-1 1 0 0,0 1-1 0 0,0-1 1 0 0,0 1-1 0 0,-1-1 1 0 0,1 1-1 0 0,0 0 1 0 0,2 1-71 0 0,-1-1 1 0 0,1 1 0 0 0,0 0-1 0 0,-1-1 1 0 0,1 1 0 0 0,0-1-1 0 0,0 1 1 0 0,0-1 0 0 0,0 0-1 0 0,0 0 1 0 0,0 0 0 0 0,1 0-1 0 0,-1-1 1 0 0,0 1 0 0 0,0 0-1 0 0,1-1 1 0 0,-1 0 0 0 0,0 1-1 0 0,1-1 1 0 0,-1 0 0 0 0,5-1-1 0 0,1 2 39 0 0,0-1 0 0 0,0-1-1 0 0,0 1 1 0 0,0-1-1 0 0,0-1 1 0 0,0 0 0 0 0,0 0-1 0 0,14-6 1 0 0,-19 6-53 0 0,0 0 1 0 0,0 0-1 0 0,0 0 1 0 0,-1 0-1 0 0,1-1 0 0 0,-1 1 1 0 0,1-1-1 0 0,-1 0 1 0 0,0 1-1 0 0,0-1 1 0 0,0 0-1 0 0,-1 0 0 0 0,1 0 1 0 0,-1-1-1 0 0,0 1 1 0 0,1 0-1 0 0,-1-1 1 0 0,-1 1-1 0 0,1 0 0 0 0,0-1 1 0 0,-1 1-1 0 0,0-1 1 0 0,0 1-1 0 0,0-6 1 0 0,0 49 869 0 0,-2 35-656 0 0,4-1 1 0 0,20 126 0 0 0,0-75-205 0 0,13 48 45 0 0,-34-166-88 0 0,1 0 0 0 0,-1 0 0 0 0,0 0 0 0 0,-1 1 1 0 0,1-1-1 0 0,-1 0 0 0 0,-1 0 0 0 0,-1 7 0 0 0,2-13-2 0 0,0-1 0 0 0,-1 1-1 0 0,1 0 1 0 0,0-1 0 0 0,-1 1 0 0 0,1-1 0 0 0,-1 1 0 0 0,1-1-1 0 0,-1 1 1 0 0,1-1 0 0 0,-1 1 0 0 0,1-1 0 0 0,-1 0 0 0 0,0 1 0 0 0,1-1-1 0 0,-1 0 1 0 0,1 1 0 0 0,-1-1 0 0 0,0 0 0 0 0,1 0 0 0 0,-1 0-1 0 0,0 1 1 0 0,1-1 0 0 0,-1 0 0 0 0,0 0 0 0 0,0 0 0 0 0,1 0 0 0 0,-1 0-1 0 0,0 0 1 0 0,1-1 0 0 0,-1 1 0 0 0,0 0 0 0 0,1 0 0 0 0,-1 0 0 0 0,0-1-1 0 0,1 1 1 0 0,-1 0 0 0 0,1-1 0 0 0,-1 1 0 0 0,0 0 0 0 0,1-1-1 0 0,-2 0 1 0 0,-4-8 106 0 0,0 0-1 0 0,0-1 0 0 0,0 0 0 0 0,1 0 0 0 0,1 0 1 0 0,0 0-1 0 0,0-1 0 0 0,1 1 0 0 0,0-1 1 0 0,1 0-1 0 0,0 0 0 0 0,1 0 0 0 0,0-15 1 0 0,0 0 107 0 0,2 1-1 0 0,1 0 1 0 0,1 0 0 0 0,11-47 0 0 0,-10 60-230 0 0,0 0 0 0 0,0 0 1 0 0,1 1-1 0 0,1 0 0 0 0,0 0 0 0 0,0 0 0 0 0,1 1 1 0 0,1 0-1 0 0,-1 0 0 0 0,2 1 0 0 0,-1 0 1 0 0,1 1-1 0 0,0 0 0 0 0,13-9 0 0 0,-10 10-2510 0 0,0-1 0 0 0,0 1-1 0 0,27-9 1 0 0,-26 11-1295 0 0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4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13317 0 0,'0'0'198'0'0,"21"-21"1253"0"0,-21 7-757 0 0,0 1-809 0 0,0 2-8859 0 0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5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38 760 88 0 0,'-36'20'6483'0'0,"35"-19"-5491"0"0,30 4-530 0 0,19-12-152 0 0,1-3-1 0 0,-1-2 0 0 0,58-21 0 0 0,-13 3-86 0 0,658-197 1147 0 0,-17 32-570 0 0,57-17 239 0 0,-582 156 1193 0 0,-207 56-1930 0 0,3-3 217 0 0,-3 2-609 0 0,-4 3-550 0 0,-8 5 429 0 0,-13 9-2039 0 0,-3-1-4280 0 0,13-9 3140 0 0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6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18 766 720 0 0,'0'0'746'0'0,"-16"0"2566"0"0,15-3-2034 0 0,7-2-480 0 0,23-9-189 0 0,37-11-195 0 0,500-156 798 0 0,-259 87-883 0 0,582-128 767 0 0,-485 131-418 0 0,81-25 610 0 0,-469 108-518 0 0,-26 4-573 0 0,-22 1-1320 0 0,29 4-65 0 0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4:59:06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16582 0 0,'0'0'44'0'0,"9"-2"-92"0"0,-3-10-1221 0 0,0-2-1595 0 0,-7-2-3532 0 0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37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17 496 380 0 0,'-16'7'7258'0'0,"35"-4"-7134"0"0,1-1 0 0 0,-1-1 0 0 0,1-1 1 0 0,34-4-1 0 0,84-18 62 0 0,-94 13-120 0 0,456-86 378 0 0,408-68 255 0 0,-571 103-482 0 0,152-21 182 0 0,-464 78 104 0 0,-1-1-1 0 0,-1-1 1 0 0,1-2 0 0 0,-1 0-1 0 0,29-13 1 0 0,-26-1 1060 0 0,-19 14-1125 0 0,-6 6-284 0 0,-6 5-1998 0 0,0 1 1482 0 0,0-1 0 0 0,0 1 0 0 0,-1-2 0 0 0,0 1 0 0 0,-9 4 0 0 0,-43 12-5683 0 0,30-14 3017 0 0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38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1 629 688 0 0,'0'0'3774'0'0,"4"-4"-3195"0"0,18-10-184 0 0,-1 2 0 0 0,2 0 0 0 0,-1 1 1 0 0,2 2-1 0 0,47-14 0 0 0,-49 16-270 0 0,424-128 1693 0 0,634-107 1 0 0,-178 107-54 0 0,-886 132-1531 0 0,26-7 1239 0 0,-40 10-479 0 0,-6-3-858 0 0,0 2-151 0 0,0-1 0 0 0,0 1-1 0 0,-1 0 1 0 0,1 0 0 0 0,0 0 0 0 0,0 0 0 0 0,-1 1-1 0 0,1-1 1 0 0,0 1 0 0 0,0 0 0 0 0,-1 1 0 0 0,1-1-1 0 0,0 1 1 0 0,0-1 0 0 0,-1 1 0 0 0,1 1 0 0 0,-5 1-1 0 0,-24 18-8914 0 0,26-16 5230 0 0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42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532 323 448 0 0,'6'-12'985'0'0,"11"-22"1507"0"0,17-47 0 0 0,-30 73-2208 0 0,-1-1 0 0 0,-1 0 0 0 0,0 0 0 0 0,0 0 0 0 0,-1 0-1 0 0,0 0 1 0 0,-1-1 0 0 0,1 1 0 0 0,-2 0 0 0 0,1 0 0 0 0,-3-10 0 0 0,1 14-219 0 0,0 1 1 0 0,0 0 0 0 0,0 0 0 0 0,-1-1 0 0 0,1 2 0 0 0,-1-1 0 0 0,0 0 0 0 0,0 0-1 0 0,0 1 1 0 0,-1 0 0 0 0,1-1 0 0 0,-1 1 0 0 0,0 1 0 0 0,0-1 0 0 0,0 0 0 0 0,0 1 0 0 0,0 0-1 0 0,-1 0 1 0 0,1 0 0 0 0,-1 1 0 0 0,1 0 0 0 0,-1-1 0 0 0,0 1 0 0 0,-8 0 0 0 0,-8-2 23 0 0,0 1 1 0 0,-1 1 0 0 0,1 1-1 0 0,-24 3 1 0 0,-82 14 193 0 0,112-14-238 0 0,0 1 1 0 0,1 0-1 0 0,0 0 1 0 0,0 2-1 0 0,0-1 1 0 0,-20 13-1 0 0,33-17-39 0 0,-1 1 0 0 0,0-1-1 0 0,1 1 1 0 0,-1-1 0 0 0,1 1-1 0 0,0-1 1 0 0,-1 1-1 0 0,1 0 1 0 0,0 0 0 0 0,0 0-1 0 0,0 0 1 0 0,0 0-1 0 0,1 0 1 0 0,-1 0 0 0 0,0 0-1 0 0,1 0 1 0 0,0 0-1 0 0,-1 0 1 0 0,1 0 0 0 0,0 1-1 0 0,0-1 1 0 0,0 0 0 0 0,0 0-1 0 0,0 0 1 0 0,1 0-1 0 0,-1 0 1 0 0,1 1 0 0 0,-1-1-1 0 0,1 0 1 0 0,0 0-1 0 0,0 0 1 0 0,0-1 0 0 0,0 1-1 0 0,0 0 1 0 0,0 0-1 0 0,3 2 1 0 0,3 7 13 0 0,1 0 0 0 0,1 0 1 0 0,-1-1-1 0 0,15 12 0 0 0,78 57 55 0 0,-74-59-60 0 0,0 0-1 0 0,-1 2 1 0 0,38 41 0 0 0,-60-59-10 0 0,0 1-1 0 0,-1 0 1 0 0,1 0-1 0 0,-1 0 1 0 0,0 0-1 0 0,-1 1 1 0 0,1-1-1 0 0,-1 1 1 0 0,0-1-1 0 0,-1 1 1 0 0,1 0-1 0 0,-1 0 1 0 0,0-1-1 0 0,0 8 1 0 0,-2-9-1 0 0,1 0 0 0 0,-1 0 0 0 0,0 1 0 0 0,0-1 1 0 0,0 0-1 0 0,0 0 0 0 0,-1 0 0 0 0,0 0 0 0 0,1 0 0 0 0,-2 0 1 0 0,1 0-1 0 0,0-1 0 0 0,-1 1 0 0 0,0-1 0 0 0,1 0 1 0 0,-1 1-1 0 0,-1-1 0 0 0,1-1 0 0 0,0 1 0 0 0,-5 3 1 0 0,-7 3 9 0 0,0 0 1 0 0,0-1 0 0 0,-1 0-1 0 0,0-1 1 0 0,0-1 0 0 0,-1-1-1 0 0,0 0 1 0 0,0-1 0 0 0,-29 3-1 0 0,23-5 29 0 0,-1-1-1 0 0,1-2 0 0 0,-1 0 0 0 0,1-1 0 0 0,-1-1 1 0 0,-35-10-1 0 0,40 3-220 0 0,28 2-600 0 0,34-1-985 0 0,-7 6-3553 0 0,-16 1 2246 0 0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45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25 137 100 0 0,'0'0'545'0'0,"-4"-13"2386"0"0,6 7-2911 0 0,-1 4 356 0 0,-1 0-1 0 0,1 0 1 0 0,-1-1 0 0 0,1 1 0 0 0,-1 0 0 0 0,0 0 0 0 0,0 0 0 0 0,0-1 0 0 0,0 1 0 0 0,0 0 0 0 0,0 0 0 0 0,-1 0 0 0 0,1-1 0 0 0,-1 1 0 0 0,1 0 0 0 0,-2-3 0 0 0,1 3 702 0 0,-18-34-242 0 0,17 35 136 0 0,3 4-882 0 0,0 0 0 0 0,0-1 1 0 0,1 1-1 0 0,-1 0 1 0 0,0 0-1 0 0,1-1 1 0 0,0 1-1 0 0,0-1 1 0 0,0 1-1 0 0,0-1 0 0 0,0 0 1 0 0,0 0-1 0 0,0 0 1 0 0,1 0-1 0 0,2 2 1 0 0,3 2-96 0 0,-1 0 0 0 0,1 0 0 0 0,1-1 0 0 0,-1 0 1 0 0,1 0-1 0 0,11 3 0 0 0,-11-4 15 0 0,0-1 0 0 0,1 0 0 0 0,-1-1 1 0 0,0 0-1 0 0,1 0 0 0 0,-1-1 0 0 0,1 0 0 0 0,0-1 0 0 0,-1 0 0 0 0,1 0 1 0 0,-1-1-1 0 0,1-1 0 0 0,17-4 0 0 0,-24 5-7 0 0,0-1-1 0 0,-1 1 1 0 0,1-1 0 0 0,-1 0-1 0 0,0 0 1 0 0,1 0-1 0 0,-1 0 1 0 0,0-1 0 0 0,0 1-1 0 0,0-1 1 0 0,-1 1 0 0 0,1-1-1 0 0,-1 1 1 0 0,1-1 0 0 0,-1 0-1 0 0,0 0 1 0 0,0 0-1 0 0,0 0 1 0 0,0 0 0 0 0,0 0-1 0 0,-1 0 1 0 0,1-4 0 0 0,-1 4-1 0 0,1-1 1 0 0,-1 1-1 0 0,0-1 1 0 0,0 1-1 0 0,-1-1 1 0 0,1 1 0 0 0,0-1-1 0 0,-1 1 1 0 0,0-1-1 0 0,0 1 1 0 0,-2-6-1 0 0,-1 2-6 0 0,-5-8-83 0 0,11 19-46 0 0,3 14 137 0 0,8 42 0 0 0,-3 0-1 0 0,-2 1 1 0 0,-4 1 0 0 0,-1-1 0 0 0,-9 85 0 0 0,3-69-5 0 0,3-56 8 0 0,-1 1-1 0 0,-1 0 1 0 0,0-1 0 0 0,-2 1 0 0 0,0-1 0 0 0,-8 21 0 0 0,11-40 4 0 0,0 1 1 0 0,0-1-1 0 0,0 1 1 0 0,-1-1-1 0 0,1 1 1 0 0,-1-1-1 0 0,0 0 1 0 0,1 0-1 0 0,-1 0 1 0 0,0 0-1 0 0,0 0 1 0 0,-1 0-1 0 0,1 0 1 0 0,0-1-1 0 0,0 1 1 0 0,-1-1-1 0 0,1 0 1 0 0,-1 0-1 0 0,-4 2 1 0 0,3-2-1 0 0,-1 0 0 0 0,1-1 1 0 0,-1 1-1 0 0,1-1 0 0 0,-1 0 0 0 0,1-1 0 0 0,-1 1 1 0 0,0-1-1 0 0,1 0 0 0 0,-1 0 0 0 0,-4-1 0 0 0,-4-3 7 0 0,1-1-1 0 0,-1 0 1 0 0,1 0-1 0 0,0-1 0 0 0,0-1 1 0 0,1 0-1 0 0,-11-10 1 0 0,18 15-14 0 0,1 0 0 0 0,-1-1 0 0 0,1 1 0 0 0,0-1 0 0 0,0 0 0 0 0,0 0 0 0 0,1 0 1 0 0,-1 0-1 0 0,1 0 0 0 0,0-1 0 0 0,0 1 0 0 0,0-1 0 0 0,1 1 0 0 0,0-1 0 0 0,0 0 0 0 0,0 1 0 0 0,0-1 1 0 0,1 0-1 0 0,0 0 0 0 0,0 0 0 0 0,1-7 0 0 0,1 3-2 0 0,0 0 0 0 0,1 0 1 0 0,0 0-1 0 0,1 0 0 0 0,0 0 0 0 0,0 0 1 0 0,1 1-1 0 0,0 0 0 0 0,1 0 0 0 0,6-8 0 0 0,141-152-3 0 0,-80 91 8 0 0,-20 15-21 0 0,-41 45 4 0 0,1 1 0 0 0,1 0 1 0 0,0 1-1 0 0,1 0 0 0 0,0 1 1 0 0,2 1-1 0 0,-1 0 0 0 0,27-14 0 0 0,-33 23 6 0 0,-1 0-1 0 0,1 0 1 0 0,0 1-1 0 0,1 0 1 0 0,-1 1-1 0 0,14-2 0 0 0,-21 4 3 0 0,0 0-1 0 0,0 0 0 0 0,0 0 0 0 0,1 0 0 0 0,-1 1 0 0 0,0-1 0 0 0,0 1 0 0 0,0 0 0 0 0,0 0 0 0 0,0 0 0 0 0,0 0 0 0 0,-1 0 0 0 0,1 1 0 0 0,0-1 1 0 0,-1 1-1 0 0,1 0 0 0 0,-1 0 0 0 0,1 0 0 0 0,-1 0 0 0 0,0 0 0 0 0,0 0 0 0 0,0 1 0 0 0,0-1 0 0 0,0 1 0 0 0,2 4 0 0 0,0 1 1 0 0,0 1 0 0 0,-1 0 0 0 0,-1-1 0 0 0,1 1-1 0 0,-1 0 1 0 0,-1 1 0 0 0,0-1 0 0 0,0 0 0 0 0,0 0-1 0 0,-1 0 1 0 0,-1 1 0 0 0,0-1 0 0 0,0 0 0 0 0,-1 0 0 0 0,0 0-1 0 0,0 0 1 0 0,-4 10 0 0 0,5-18 27 0 0,-1 12 14 0 0,-3-10-1 0 0,-6-22 153 0 0,10 3-185 0 0,5 4-8 0 0,0 1-1 0 0,1-1 1 0 0,0 1 0 0 0,1 0 0 0 0,1 0 0 0 0,0 1 0 0 0,0 0 0 0 0,1 0 0 0 0,0 1-1 0 0,1-1 1 0 0,0 2 0 0 0,0 0 0 0 0,1 0 0 0 0,18-12 0 0 0,-19 16-10 0 0,-1 0 0 0 0,1 0 0 0 0,-1 1 0 0 0,1 0 0 0 0,0 0 0 0 0,17-2 0 0 0,-20 4 2 0 0,-4 1 8 0 0,-1 0 1 0 0,0 0-1 0 0,1 0 0 0 0,-1 0 0 0 0,0 1 0 0 0,0-1 0 0 0,1 0 0 0 0,-1 1 0 0 0,0-1 0 0 0,0 1 0 0 0,0-1 1 0 0,1 1-1 0 0,-1 0 0 0 0,0 0 0 0 0,0-1 0 0 0,0 1 0 0 0,0 0 0 0 0,0 0 0 0 0,-1 0 0 0 0,1 0 1 0 0,0 0-1 0 0,0 0 0 0 0,0 0 0 0 0,-1 0 0 0 0,1 2 0 0 0,16 33-13 0 0,-13-27 29 0 0,0 2-30 0 0,1 0 1 0 0,-2 0-1 0 0,0 0 1 0 0,0 0 0 0 0,0 0-1 0 0,-2 0 1 0 0,2 23-1 0 0,-3-32 20 0 0,0 0-1 0 0,0-1 0 0 0,1 1 0 0 0,-1 0 0 0 0,0-1 1 0 0,1 1-1 0 0,0 0 0 0 0,-1-1 0 0 0,1 1 1 0 0,0-1-1 0 0,0 1 0 0 0,0-1 0 0 0,0 0 0 0 0,0 1 1 0 0,0-1-1 0 0,0 0 0 0 0,2 2 0 0 0,3 3 76 0 0,-5-4-56 0 0,0-2-26 0 0,6 4 6 0 0,-5-4 45 0 0,1 1-824 0 0,15 2 2536 0 0,-9-4-4047 0 0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45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37 424 0 0,'0'0'1862'0'0,"-2"-29"5865"0"0,0 24-7932 0 0,1 2 922 0 0,-21 8-246 0 0,18-2-445 0 0,0-1 0 0 0,0 1 1 0 0,0 0-1 0 0,0 0 1 0 0,1 1-1 0 0,-1-1 1 0 0,1 1-1 0 0,0-1 0 0 0,0 1 1 0 0,0 0-1 0 0,0 1 1 0 0,1-1-1 0 0,0 0 0 0 0,0 1 1 0 0,0-1-1 0 0,0 1 1 0 0,1-1-1 0 0,-1 1 0 0 0,1 0 1 0 0,1 0-1 0 0,-1-1 1 0 0,1 1-1 0 0,-1 0 1 0 0,1 0-1 0 0,1 0 0 0 0,-1 0 1 0 0,1 0-1 0 0,0-1 1 0 0,0 1-1 0 0,0 0 0 0 0,0 0 1 0 0,1-1-1 0 0,0 1 1 0 0,0-1-1 0 0,0 0 0 0 0,1 1 1 0 0,-1-1-1 0 0,1 0 1 0 0,0 0-1 0 0,0-1 1 0 0,1 1-1 0 0,-1-1 0 0 0,7 6 1 0 0,-5-6-16 0 0,1 0 0 0 0,-1 0 0 0 0,0 0 0 0 0,1-1 1 0 0,0 0-1 0 0,-1 0 0 0 0,1 0 0 0 0,0-1 0 0 0,0 0 0 0 0,0 0 1 0 0,0-1-1 0 0,0 1 0 0 0,0-1 0 0 0,0-1 0 0 0,0 1 0 0 0,0-1 0 0 0,7-1 1 0 0,-9 1 11 0 0,0 0 0 0 0,0-1 0 0 0,0 1 1 0 0,0-1-1 0 0,0 0 0 0 0,0 0 1 0 0,0 0-1 0 0,0-1 0 0 0,-1 1 0 0 0,1-1 1 0 0,-1 0-1 0 0,0 0 0 0 0,0 0 0 0 0,0 0 1 0 0,0 0-1 0 0,0-1 0 0 0,-1 1 1 0 0,0-1-1 0 0,0 0 0 0 0,0 0 0 0 0,0 0 1 0 0,0 0-1 0 0,-1 0 0 0 0,2-7 1 0 0,-2 8-6 0 0,-1 0 1 0 0,0 0 0 0 0,0-1 0 0 0,0 1 0 0 0,0 0-1 0 0,-1 0 1 0 0,0 0 0 0 0,1 0 0 0 0,-1 0 0 0 0,0 0 0 0 0,0 1-1 0 0,0-1 1 0 0,-1 0 0 0 0,1 0 0 0 0,-1 1 0 0 0,1-1 0 0 0,-1 1-1 0 0,0-1 1 0 0,0 1 0 0 0,0 0 0 0 0,0 0 0 0 0,-1 0-1 0 0,1 0 1 0 0,-4-2 0 0 0,2 0-28 0 0,-1 1 0 0 0,0 0 0 0 0,0 0 0 0 0,0 1 0 0 0,0 0 0 0 0,0 0 1 0 0,0 0-1 0 0,0 0 0 0 0,-1 1 0 0 0,1 0 0 0 0,-9-1 0 0 0,12 2-160 0 0,0 0 0 0 0,0 1 1 0 0,0-1-1 0 0,0 1 0 0 0,0 0 0 0 0,1 0 1 0 0,-1-1-1 0 0,0 1 0 0 0,0 0 0 0 0,1 0 1 0 0,-1 1-1 0 0,1-1 0 0 0,-1 0 0 0 0,-2 3 0 0 0,-7 10-4869 0 0,7-7 1812 0 0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47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61 312 0 0,'-9'-23'5788'0'0,"10"20"-5691"0"0,1 1-1 0 0,-1-1 1 0 0,1 1 0 0 0,-1 0-1 0 0,1-1 1 0 0,0 1 0 0 0,0 0-1 0 0,0 0 1 0 0,0 0 0 0 0,0 1-1 0 0,1-1 1 0 0,-1 1 0 0 0,0-1 0 0 0,1 1-1 0 0,-1 0 1 0 0,1-1 0 0 0,0 1-1 0 0,-1 0 1 0 0,1 1 0 0 0,0-1-1 0 0,0 1 1 0 0,-1-1 0 0 0,1 1-1 0 0,0 0 1 0 0,0 0 0 0 0,0 0 0 0 0,-1 0-1 0 0,1 0 1 0 0,0 1 0 0 0,0-1-1 0 0,0 1 1 0 0,4 2 0 0 0,-2-2-69 0 0,0 1-1 0 0,-1-1 1 0 0,1 1 0 0 0,-1 1 0 0 0,0-1 0 0 0,0 0 0 0 0,0 1-1 0 0,0 0 1 0 0,0 0 0 0 0,0 0 0 0 0,-1 1 0 0 0,1-1 0 0 0,-1 1 0 0 0,0 0-1 0 0,0 0 1 0 0,-1 0 0 0 0,1 0 0 0 0,-1 0 0 0 0,3 6 0 0 0,-1 0 24 0 0,-1 1 0 0 0,0-1-1 0 0,0 1 1 0 0,-1-1 0 0 0,-1 1 0 0 0,0 0 0 0 0,0 0 0 0 0,-1 0 0 0 0,0 0 0 0 0,-1 0 0 0 0,0 0 0 0 0,-1-1 0 0 0,0 1 0 0 0,-1 0 0 0 0,0-1 0 0 0,0 0 0 0 0,-2 1 0 0 0,1-2 0 0 0,-1 1 0 0 0,-7 11 0 0 0,11-20 258 0 0,0-1-285 0 0,1 0-1 0 0,-1-1 1 0 0,0 1-1 0 0,0 0 1 0 0,1 0-1 0 0,-1-1 1 0 0,0 1-1 0 0,1-1 1 0 0,-1 1 0 0 0,1-1-1 0 0,-1 1 1 0 0,0-1-1 0 0,1 1 1 0 0,-1-1-1 0 0,1 1 1 0 0,-1-1-1 0 0,1 0 1 0 0,0 1-1 0 0,-1-1 1 0 0,1 0 0 0 0,-1 1-1 0 0,1-1 1 0 0,0 0-1 0 0,0 0 1 0 0,0 1-1 0 0,-1-1 1 0 0,1 0-1 0 0,0 0 1 0 0,0 1 0 0 0,0-1-1 0 0,0 0 1 0 0,0 0-1 0 0,0 1 1 0 0,0-1-1 0 0,0 0 1 0 0,1 0-1 0 0,-1 1 1 0 0,0-2-1 0 0,6-15 13 0 0,0 1-1 0 0,1 0 1 0 0,1 1-1 0 0,0 0 1 0 0,1 0-1 0 0,0 0 1 0 0,2 1-1 0 0,-1 1 1 0 0,2 0-1 0 0,0 0 1 0 0,21-17-1 0 0,-29 28-34 0 0,0-1-1 0 0,0 1 1 0 0,1 0-1 0 0,-1 0 1 0 0,0 0-1 0 0,1 1 1 0 0,-1 0-1 0 0,6-1 1 0 0,3-1-10 0 0,-11 2 20 0 0,30 19-42 0 0,-27-9 26 0 0,0 1 0 0 0,0 0 0 0 0,-1 0 0 0 0,0 1 0 0 0,-1-1 0 0 0,0 1 0 0 0,0 0 0 0 0,0 17 0 0 0,-1 22-48 0 0,-2-48-72 0 0,8 14-2478 0 0,-6-16 1700 0 0,19-14-6042 0 0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48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19 608 0 0,'0'0'4288'0'0,"4"4"-4006"0"0,0 0-179 0 0,1 1-1 0 0,0-1 1 0 0,0 0 0 0 0,1 0-1 0 0,-1-1 1 0 0,1 1 0 0 0,0-1 0 0 0,0-1-1 0 0,0 1 1 0 0,0-1 0 0 0,0 0-1 0 0,1 0 1 0 0,-1-1 0 0 0,0 0 0 0 0,1 0-1 0 0,-1 0 1 0 0,1-1 0 0 0,0 0-1 0 0,-1 0 1 0 0,1-1 0 0 0,-1 1-1 0 0,1-2 1 0 0,-1 1 0 0 0,0-1 0 0 0,1 0-1 0 0,-1 0 1 0 0,0 0 0 0 0,0-1-1 0 0,0 0 1 0 0,-1 0 0 0 0,1-1 0 0 0,-1 0-1 0 0,1 0 1 0 0,-1 0 0 0 0,8-9-1 0 0,2-5 1040 0 0,-21 24-212 0 0,2-1-867 0 0,0 0 0 0 0,0 0 0 0 0,0 1-1 0 0,1 0 1 0 0,-1-1 0 0 0,-3 11-1 0 0,0 15 18 0 0,1 0 0 0 0,2 0-1 0 0,-1 59 1 0 0,0-4 8 0 0,0-22-28 0 0,2-12 17 0 0,-10 52-1 0 0,10-91-60 0 0,0 0 0 0 0,0 1 1 0 0,-2-1-1 0 0,1 0 0 0 0,-2-1 0 0 0,0 1 0 0 0,0-1 0 0 0,-16 22 0 0 0,21-32 6 0 0,-1 0 0 0 0,0 1 0 0 0,0-1 0 0 0,0 0 1 0 0,0 0-1 0 0,0 0 0 0 0,0 0 0 0 0,0 0 0 0 0,-1 0 0 0 0,1-1 0 0 0,-1 1 0 0 0,1-1 0 0 0,-1 1 0 0 0,0-1 1 0 0,0 0-1 0 0,1 0 0 0 0,-1-1 0 0 0,0 1 0 0 0,0 0 0 0 0,0-1 0 0 0,0 0 0 0 0,0 0 0 0 0,0 0 0 0 0,0 0 0 0 0,0 0 1 0 0,1 0-1 0 0,-1-1 0 0 0,0 1 0 0 0,-5-3 0 0 0,3 1 16 0 0,1-1 1 0 0,0 0-1 0 0,-1 0 1 0 0,1 0-1 0 0,0 0 1 0 0,1-1-1 0 0,-1 0 1 0 0,1 1 0 0 0,-1-1-1 0 0,1-1 1 0 0,0 1-1 0 0,1 0 1 0 0,-1-1-1 0 0,1 1 1 0 0,0-1-1 0 0,-2-6 1 0 0,1 2-5 0 0,1 0 0 0 0,0 0 0 0 0,0 0 0 0 0,1-1 0 0 0,0 1 0 0 0,1-1 1 0 0,0 1-1 0 0,1 0 0 0 0,-1-1 0 0 0,2 1 0 0 0,-1 0 0 0 0,2 0 0 0 0,-1-1 0 0 0,1 2 1 0 0,0-1-1 0 0,1 0 0 0 0,0 1 0 0 0,0-1 0 0 0,1 1 0 0 0,0 0 0 0 0,1 1 1 0 0,0-1-1 0 0,11-10 0 0 0,-5 4-405 0 0,1 2 1 0 0,1 0 0 0 0,0 0-1 0 0,30-18 1 0 0,-27 21-1178 0 0,0 0 0 0 0,0 1 1 0 0,0 1-1 0 0,26-7 0 0 0,-25 9-1097 0 0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49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1 147 428 0 0,'0'-5'557'0'0,"1"0"0"0"0,0 0 0 0 0,0 1-1 0 0,0-1 1 0 0,0 0 0 0 0,1 0 0 0 0,0 1 0 0 0,2-6 0 0 0,-3 8-423 0 0,0 1 0 0 0,0-1 1 0 0,0 0-1 0 0,0 1 0 0 0,0-1 1 0 0,0 0-1 0 0,0 1 0 0 0,0-1 1 0 0,1 1-1 0 0,-1 0 0 0 0,1-1 1 0 0,-1 1-1 0 0,1 0 0 0 0,-1 0 1 0 0,1 0-1 0 0,0 0 0 0 0,-1 0 1 0 0,1 1-1 0 0,0-1 0 0 0,0 0 0 0 0,3 0 1 0 0,-4 1-112 0 0,0 1 1 0 0,0-1 0 0 0,0 0 0 0 0,0 1-1 0 0,0-1 1 0 0,0 1 0 0 0,-1-1-1 0 0,1 1 1 0 0,0 0 0 0 0,0-1-1 0 0,-1 1 1 0 0,1 0 0 0 0,0 0 0 0 0,-1-1-1 0 0,1 1 1 0 0,-1 0 0 0 0,1 0-1 0 0,-1 0 1 0 0,1 0 0 0 0,-1 0-1 0 0,0-1 1 0 0,1 1 0 0 0,-1 2 0 0 0,8 29 369 0 0,-6-23-310 0 0,0 5 22 0 0,0 0 1 0 0,-1 0 0 0 0,0 0 0 0 0,-1 1 0 0 0,-1-1 0 0 0,-5 24-1 0 0,3-8 264 0 0,2-28-206 0 0,-2 0 1607 0 0,-3-13-1422 0 0,6 9-347 0 0,-1 0 0 0 0,0 0 0 0 0,1 0 0 0 0,-1 0 0 0 0,1 0 0 0 0,0 0 0 0 0,0 0 0 0 0,0-1 0 0 0,0 1 0 0 0,0 0 0 0 0,0 0 0 0 0,1 0 0 0 0,-1 0 0 0 0,1 0 0 0 0,-1 0 0 0 0,3-4 0 0 0,1-3 18 0 0,0 1 1 0 0,1-1-1 0 0,0 1 0 0 0,1 0 0 0 0,0 0 1 0 0,0 1-1 0 0,1-1 0 0 0,0 1 0 0 0,0 1 1 0 0,0 0-1 0 0,1 0 0 0 0,0 0 0 0 0,0 1 1 0 0,1 0-1 0 0,-1 0 0 0 0,1 1 0 0 0,0 0 0 0 0,0 1 1 0 0,0 0-1 0 0,20-4 0 0 0,-27 7-19 0 0,0 1-1 0 0,1-1 1 0 0,-1 0-1 0 0,0 0 1 0 0,0 1-1 0 0,1-1 1 0 0,-1 1-1 0 0,0 0 1 0 0,0 0-1 0 0,0 0 1 0 0,0 0-1 0 0,0 0 1 0 0,0 0 0 0 0,0 1-1 0 0,0-1 1 0 0,0 0-1 0 0,-1 1 1 0 0,1 0-1 0 0,0-1 1 0 0,-1 1-1 0 0,1 0 1 0 0,-1 0-1 0 0,0 0 1 0 0,2 2-1 0 0,3 8-6 0 0,-1-1 0 0 0,0 1 0 0 0,5 15 0 0 0,0-1 0 0 0,-1 13 47 0 0,-8-38 66 0 0,2-6-83 0 0,0-1-18 0 0,3-3-5 0 0,0-1-1 0 0,0 1 1 0 0,1 0 0 0 0,0 0 0 0 0,0 1-1 0 0,1 0 1 0 0,0 0 0 0 0,1 1 0 0 0,-1 0 0 0 0,2 0-1 0 0,15-9 1 0 0,-23 16-9 0 0,1 1-21 0 0,2 1 24 0 0,-1 0 0 0 0,0 0 1 0 0,0 0-1 0 0,0 0 0 0 0,0 1 1 0 0,0-1-1 0 0,-1 1 0 0 0,1 0 1 0 0,-1 1-1 0 0,6 5 0 0 0,-5-3 10 0 0,1-1 1 0 0,1-1-1 0 0,-1 1 0 0 0,0-1 0 0 0,1 0 0 0 0,0 0 1 0 0,0-1-1 0 0,0 0 0 0 0,1 0 0 0 0,-1 0 0 0 0,1-1 1 0 0,-1 0-1 0 0,1 0 0 0 0,0-1 0 0 0,0 1 0 0 0,-1-1 0 0 0,1-1 1 0 0,0 0-1 0 0,0 0 0 0 0,11-1 0 0 0,-5-4-2 0 0,0 0 0 0 0,0 0 0 0 0,-1-1-1 0 0,0-1 1 0 0,0 0 0 0 0,11-9 0 0 0,-16 9 9 0 0,11-16 26 0 0,-16 22-29 0 0,8-39 1186 0 0,-10 43-1191 0 0,-1-1 0 0 0,1 1 0 0 0,-1 0 0 0 0,1-1 0 0 0,0 1 0 0 0,0 0 0 0 0,0-1 0 0 0,0 1 0 0 0,0-1 0 0 0,1 1 0 0 0,-1 0 0 0 0,1-1 0 0 0,0 1 0 0 0,0-1 0 0 0,0 1 0 0 0,0-1 1 0 0,0 1-1 0 0,0-1 0 0 0,1 0 0 0 0,-1 0 0 0 0,1 0 0 0 0,0 0 0 0 0,-1 0 0 0 0,1 0 0 0 0,0 0 0 0 0,0 0 0 0 0,0-1 0 0 0,1 1 0 0 0,-1-1 0 0 0,0 1 0 0 0,0-1 0 0 0,6 2 0 0 0,-4-1 0 0 0,0-1 0 0 0,0 0 1 0 0,0 1-1 0 0,0-2 0 0 0,1 1 0 0 0,-1 0 0 0 0,1-1 1 0 0,-1 0-1 0 0,0 0 0 0 0,1 0 0 0 0,-1-1 0 0 0,0 1 0 0 0,1-1 1 0 0,-1 0-1 0 0,0 0 0 0 0,0-1 0 0 0,0 1 0 0 0,0-1 1 0 0,0 0-1 0 0,0 0 0 0 0,0 0 0 0 0,0 0 0 0 0,-1-1 0 0 0,1 0 1 0 0,-1 1-1 0 0,0-1 0 0 0,0-1 0 0 0,0 1 0 0 0,4-6 1 0 0,6-9 117 0 0,-1-1 0 0 0,0 0 0 0 0,-2-1 1 0 0,13-32-1 0 0,-17 37 129 0 0,-5 13-207 0 0,0 0-11 0 0,-1 2-29 0 0,0 0-1 0 0,0 0 1 0 0,0 0-1 0 0,0 0 1 0 0,0 0-1 0 0,1-1 1 0 0,-1 1-1 0 0,0 0 1 0 0,0 0-1 0 0,0 0 1 0 0,0 0-1 0 0,0 0 1 0 0,0 0-1 0 0,0-1 1 0 0,0 1-1 0 0,0 0 1 0 0,0 0-1 0 0,0 0 1 0 0,0 0-1 0 0,1 0 1 0 0,-1 0-1 0 0,0 0 1 0 0,0 0-1 0 0,0-1 1 0 0,0 1 0 0 0,0 0-1 0 0,0 0 1 0 0,1 0-1 0 0,-1 0 1 0 0,0 0-1 0 0,0 0 1 0 0,0 0-1 0 0,0 0 1 0 0,0 0-1 0 0,1 0 1 0 0,-1 0-1 0 0,0 0 1 0 0,0 0-1 0 0,0 0 1 0 0,0 0-1 0 0,0 0 1 0 0,0 0-1 0 0,1 0 1 0 0,-1 0-1 0 0,0 0 1 0 0,0 0-1 0 0,0 0 1 0 0,0 1-1 0 0,0-1 1 0 0,1 0-1 0 0,-1 0 1 0 0,0 0-1 0 0,0 0 1 0 0,0 0-1 0 0,0 0 1 0 0,0 0-1 0 0,0 0 1 0 0,0 0-1 0 0,0 1 1 0 0,0-1-1 0 0,1 0 1 0 0,-1 0-1 0 0,4 13 4 0 0,-1 0-1 0 0,0 0 0 0 0,-1 0 0 0 0,0 0 1 0 0,-1 0-1 0 0,-1 0 0 0 0,0 0 0 0 0,-3 25 0 0 0,-24 111 21 0 0,5-57 14 0 0,-3-2 0 0 0,-5-2 1 0 0,-70 144-1 0 0,99-229 6 0 0,-1 0 0 0 0,1 0 0 0 0,-1 0 0 0 0,0 0 0 0 0,0 0 0 0 0,0-1 0 0 0,0 1 0 0 0,0-1 0 0 0,0 0 0 0 0,-1 1 0 0 0,1-1 1 0 0,-1 0-1 0 0,0-1 0 0 0,1 1 0 0 0,-1 0 0 0 0,0-1 0 0 0,0 1 0 0 0,0-1 0 0 0,0 0 0 0 0,-1 0 0 0 0,-2 0 0 0 0,4-1 5 0 0,0 0 1 0 0,-1 0-1 0 0,1-1 0 0 0,0 1 0 0 0,0-1 1 0 0,0 0-1 0 0,0 0 0 0 0,0 1 0 0 0,0-1 1 0 0,0 0-1 0 0,0-1 0 0 0,0 1 0 0 0,0 0 1 0 0,1-1-1 0 0,-1 1 0 0 0,0-1 1 0 0,1 1-1 0 0,-1-1 0 0 0,1 0 0 0 0,0 1 1 0 0,-1-1-1 0 0,1 0 0 0 0,0 0 0 0 0,0 0 1 0 0,0 0-1 0 0,1 0 0 0 0,-1 0 0 0 0,0 0 1 0 0,1 0-1 0 0,-1-1 0 0 0,1-1 0 0 0,-2-6 52 0 0,1-1 0 0 0,0 1-1 0 0,1 0 1 0 0,0-1-1 0 0,1 1 1 0 0,0 0 0 0 0,0-1-1 0 0,1 1 1 0 0,0 0 0 0 0,1 0-1 0 0,1 0 1 0 0,-1 1-1 0 0,1-1 1 0 0,1 1 0 0 0,0 0-1 0 0,0 0 1 0 0,1 0 0 0 0,8-9-1 0 0,-8 10-193 0 0,1 0 0 0 0,0 0-1 0 0,0 1 1 0 0,1 1 0 0 0,0-1-1 0 0,0 1 1 0 0,1 0 0 0 0,12-6 0 0 0,-15 9-391 0 0,0 1 0 0 0,0-1 0 0 0,0 1 0 0 0,0 1 0 0 0,1-1 1 0 0,-1 1-1 0 0,0 0 0 0 0,1 0 0 0 0,-1 1 0 0 0,1 0 1 0 0,-1 0-1 0 0,0 1 0 0 0,12 1 0 0 0,-7 2-4506 0 0,-2-1 381 0 0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51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1 174 412 0 0,'0'-16'3450'0'0,"44"-96"7591"0"0,-33 89-9903 0 0,1 1-126 0 0,-10 35-1523 0 0,-14 44-3187 0 0,1-23-2668 0 0,5-17 2724 0 0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0:51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4 0 0,'5'6'12787'0'0,"23"-27"-11417"0"0,-27 20-1012 0 0,3-2 920 0 0,-1 2-2581 0 0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08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37 677 7181 0 0,'5'-30'27'0'0,"-7"-12"1138"0"0,2 42-1150 0 0,0 0-1 0 0,-1 0 1 0 0,1 0-1 0 0,0 0 1 0 0,0 0-1 0 0,0 0 1 0 0,0 0-1 0 0,0 1 1 0 0,0-1-1 0 0,0 0 1 0 0,0 0-1 0 0,0 0 1 0 0,0 0-1 0 0,-1 0 1 0 0,1 0-1 0 0,0 0 0 0 0,0 0 1 0 0,0 0-1 0 0,0 0 1 0 0,0 0-1 0 0,0 0 1 0 0,0 0-1 0 0,0 0 1 0 0,0 0-1 0 0,-1 0 1 0 0,1 0-1 0 0,0 0 1 0 0,0 0-1 0 0,0 0 1 0 0,0 0-1 0 0,0 0 1 0 0,0 0-1 0 0,0 0 1 0 0,0 0-1 0 0,0 0 0 0 0,-1-1 1 0 0,1 1-1 0 0,0 0 1 0 0,0 0-1 0 0,0 0 1 0 0,0 0-1 0 0,0 0 1 0 0,0 0-1 0 0,0 0 1 0 0,0 0-1 0 0,0 0 1 0 0,0 0-1 0 0,0 0 1 0 0,0-1-1 0 0,0 1 1 0 0,0 0-1 0 0,0 0 0 0 0,0 0 1 0 0,0 0-1 0 0,0 0 1 0 0,0 0-1 0 0,0 0 1 0 0,0 0-1 0 0,0 0 1 0 0,0-1-1 0 0,0 1 1 0 0,0 0-1 0 0,0 0 1 0 0,0 0-1 0 0,0 0 1 0 0,0 0-1 0 0,-6 21 109 0 0,-7 61 492 0 0,5 1 0 0 0,2 119 0 0 0,4-144-420 0 0,1-26 1424 0 0,5-62-851 0 0,-2 8-685 0 0,61-425 621 0 0,-51 391-751 0 0,3 1-1 0 0,2 0 1 0 0,2 0 0 0 0,3 2-1 0 0,49-87 1 0 0,-60 122 26 0 0,0 1 0 0 0,2 1 0 0 0,0 0 0 0 0,1 1 1 0 0,20-18-1 0 0,-28 28 10 0 0,1-1 0 0 0,0 1 0 0 0,0 0 0 0 0,1 1 0 0 0,-1-1 0 0 0,1 1 0 0 0,0 1 0 0 0,0 0 0 0 0,0 0 0 0 0,0 0 0 0 0,1 1 0 0 0,-1 0 0 0 0,1 1 0 0 0,0 0 0 0 0,9 0 0 0 0,-16 1 7 0 0,1 0 0 0 0,0 1 0 0 0,-1-1 0 0 0,1 1 0 0 0,0-1 0 0 0,-1 1 0 0 0,1 0 0 0 0,-1 0 0 0 0,0 0 1 0 0,1 0-1 0 0,-1 1 0 0 0,0-1 0 0 0,1 1 0 0 0,-1-1 0 0 0,0 1 0 0 0,0 0 0 0 0,0 0 0 0 0,3 4 0 0 0,-3-2-1 0 0,1 0 1 0 0,-1 1 0 0 0,1-1 0 0 0,-1 1-1 0 0,-1 0 1 0 0,1-1 0 0 0,-1 1 0 0 0,0 0-1 0 0,1 7 1 0 0,0 3 0 0 0,-2 0-1 0 0,0 0 1 0 0,0 0-1 0 0,-2 0 1 0 0,-5 26 0 0 0,-1-11 5 0 0,-2 1 1 0 0,-2-1-1 0 0,0-1 1 0 0,-2 0-1 0 0,-1-1 1 0 0,-2 0-1 0 0,0-1 1 0 0,-2-1-1 0 0,-1-1 1 0 0,0-1 0 0 0,-2 0-1 0 0,-37 30 1 0 0,51-47 2 0 0,5-4 0 0 0,0 0-1 0 0,0 0 1 0 0,0-1-1 0 0,0 1 1 0 0,-1-1 0 0 0,1 0-1 0 0,-1 0 1 0 0,1 0-1 0 0,-1 0 1 0 0,0-1 0 0 0,1 1-1 0 0,-1-1 1 0 0,0 0 0 0 0,0 0-1 0 0,0 0 1 0 0,0-1-1 0 0,0 1 1 0 0,0-1 0 0 0,0 0-1 0 0,0 0 1 0 0,0-1-1 0 0,-6 0 1 0 0,9 1-9 0 0,-6-1 14 0 0,3-17-74 0 0,5 17 63 0 0,-1 0 0 0 0,1 0 0 0 0,0 0 0 0 0,-1 0 0 0 0,1 0 0 0 0,0 0 0 0 0,0 0 0 0 0,-1 0 0 0 0,1 0 0 0 0,0 0 0 0 0,0 0 0 0 0,0 1 1 0 0,0-1-1 0 0,0 0 0 0 0,1 1 0 0 0,-1-1 0 0 0,0 0 0 0 0,0 1 0 0 0,0 0 0 0 0,0-1 0 0 0,1 1 0 0 0,-1 0 0 0 0,0 0 0 0 0,0-1 0 0 0,1 1 0 0 0,-1 0 1 0 0,0 0-1 0 0,0 0 0 0 0,2 1 0 0 0,38 1-53 0 0,-16 4 47 0 0,1 2 0 0 0,-1 0 1 0 0,0 2-1 0 0,-1 1 0 0 0,0 1 0 0 0,28 19 1 0 0,36 16-29 0 0,-44-27-65 0 0,69 22-1 0 0,-95-36 78 0 0,0-2-1 0 0,1 0 1 0 0,-1-1 0 0 0,1-1-1 0 0,0-1 1 0 0,36-2 0 0 0,-45 0 13 0 0,-1 0 1 0 0,0-1 0 0 0,0 0 0 0 0,0-1 0 0 0,0 0-1 0 0,0 0 1 0 0,-1-1 0 0 0,15-7 0 0 0,-18 6 4 0 0,1 1 1 0 0,0-1-1 0 0,-1 0 0 0 0,0 0 1 0 0,0 0-1 0 0,0-1 0 0 0,-1 1 1 0 0,0-1-1 0 0,0-1 0 0 0,0 1 1 0 0,-1 0-1 0 0,0-1 0 0 0,0 0 1 0 0,-1 1-1 0 0,0-1 1 0 0,0 0-1 0 0,2-14 0 0 0,-4 18 7 0 0,7-54-36 0 0,-7 53 27 0 0,0 0-1 0 0,0 1 1 0 0,0-1 0 0 0,0 0-1 0 0,-1 0 1 0 0,1 0 0 0 0,-1 0-1 0 0,0 1 1 0 0,-1-1 0 0 0,1 0-1 0 0,0 1 1 0 0,-3-4 0 0 0,4 6 6 0 0,-1 0 0 0 0,1 1 0 0 0,0-1 0 0 0,-1 0 0 0 0,1 1 0 0 0,0-1 0 0 0,-1 1 0 0 0,1-1 0 0 0,-1 1 0 0 0,1-1 0 0 0,-1 1 0 0 0,1-1 0 0 0,-1 1 0 0 0,0 0 0 0 0,1-1 0 0 0,-1 1 0 0 0,1 0 0 0 0,-1-1 0 0 0,0 1 0 0 0,1 0 0 0 0,-1 0 1 0 0,0-1-1 0 0,1 1 0 0 0,-1 0 0 0 0,0 0 0 0 0,1 0 0 0 0,-1 0 0 0 0,0 0 0 0 0,0 0 0 0 0,1 0 0 0 0,-1 0 0 0 0,0 0 0 0 0,1 1 0 0 0,-1-1 0 0 0,0 0 0 0 0,1 0 0 0 0,-1 1 0 0 0,0-1 0 0 0,1 0 0 0 0,-1 1 0 0 0,1-1 0 0 0,-1 0 0 0 0,1 1 0 0 0,-1-1 1 0 0,0 1-1 0 0,1-1 0 0 0,0 1 0 0 0,-1-1 0 0 0,1 1 0 0 0,-1 0 0 0 0,1-1 0 0 0,0 1 0 0 0,-1-1 0 0 0,1 1 0 0 0,0 0 0 0 0,-1 1 0 0 0,-10 32-40 0 0,12-30 43 0 0,0 1-1 0 0,1-1 1 0 0,-1 1 0 0 0,1-1-1 0 0,0 0 1 0 0,0 0 0 0 0,1 0-1 0 0,-1 0 1 0 0,1 0-1 0 0,0-1 1 0 0,0 1 0 0 0,0-1-1 0 0,0 0 1 0 0,0 0 0 0 0,1 0-1 0 0,0 0 1 0 0,-1 0-1 0 0,1-1 1 0 0,0 0 0 0 0,0 0-1 0 0,7 3 1 0 0,0 0-2 0 0,0-1 0 0 0,0 0 0 0 0,1-1 0 0 0,-1 0 0 0 0,1 0 0 0 0,22 1 0 0 0,-13-5 0 0 0,1 0 0 0 0,-1-1-1 0 0,0-1 1 0 0,0-1 0 0 0,-1-1 0 0 0,1-1 0 0 0,-1-1 0 0 0,0 0-1 0 0,-1-2 1 0 0,0 0 0 0 0,0-1 0 0 0,-1-1 0 0 0,0-1 0 0 0,-1 0-1 0 0,-1-2 1 0 0,17-16 0 0 0,-20 18-2 0 0,-1 0 0 0 0,-1-1 1 0 0,0-1-1 0 0,-1 1 0 0 0,0-2 0 0 0,-1 1 1 0 0,-1-2-1 0 0,-1 1 0 0 0,0-1 0 0 0,0 0 1 0 0,-2 0-1 0 0,0-1 0 0 0,-1 1 0 0 0,-1-1 0 0 0,0 0 1 0 0,-1 0-1 0 0,-1-1 0 0 0,-1 1 0 0 0,0 0 1 0 0,-3-20-1 0 0,2 31-4 0 0,0-1 1 0 0,-1 1-1 0 0,1-1 1 0 0,-1 1 0 0 0,0-1-1 0 0,-1 1 1 0 0,1 0-1 0 0,-1 0 1 0 0,-1 0-1 0 0,1 0 1 0 0,-1 1-1 0 0,0 0 1 0 0,0-1-1 0 0,-1 1 1 0 0,1 1 0 0 0,-1-1-1 0 0,0 1 1 0 0,-10-7-1 0 0,14 10 6 0 0,-1 1 0 0 0,1 0 0 0 0,0 0-1 0 0,0-1 1 0 0,-1 1 0 0 0,1 0 0 0 0,0 0 0 0 0,-1 1-1 0 0,1-1 1 0 0,0 0 0 0 0,0 0 0 0 0,-1 1 0 0 0,1-1 0 0 0,0 0-1 0 0,0 1 1 0 0,0-1 0 0 0,-1 1 0 0 0,1 0 0 0 0,0-1-1 0 0,0 1 1 0 0,0 0 0 0 0,0 0 0 0 0,0 0 0 0 0,0 0-1 0 0,0 0 1 0 0,1 0 0 0 0,-1 0 0 0 0,0 0 0 0 0,0 0 0 0 0,1 0-1 0 0,-2 2 1 0 0,-15 36-29 0 0,12-21 36 0 0,2 0 1 0 0,0 0-1 0 0,1 0 0 0 0,1 0 0 0 0,1 0 1 0 0,0 0-1 0 0,1 0 0 0 0,1 0 0 0 0,7 30 1 0 0,7 7 40 0 0,38 90 1 0 0,-25-71-31 0 0,27 53-825 0 0,-29-75-6238 0 0,-23-45 4236 0 0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08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0 216 0 0,'7'23'1290'0'0,"-3"-5"-410"0"0,2 0 0 0 0,13 28 1 0 0,-18-43-773 0 0,1 1 1 0 0,0-1-1 0 0,0 0 1 0 0,0 0-1 0 0,0 0 0 0 0,0 0 1 0 0,1 0-1 0 0,-1 0 1 0 0,1-1-1 0 0,0 1 0 0 0,0-1 1 0 0,0 0-1 0 0,0 1 1 0 0,0-1-1 0 0,0-1 1 0 0,1 1-1 0 0,-1-1 0 0 0,1 1 1 0 0,4 0-1 0 0,-1-1-17 0 0,-1-2-1 0 0,0 1 0 0 0,1-1 1 0 0,-1 0-1 0 0,1 0 0 0 0,-1-1 1 0 0,0 0-1 0 0,0 0 0 0 0,0 0 1 0 0,0-1-1 0 0,0 0 1 0 0,-1 0-1 0 0,1 0 0 0 0,6-6 1 0 0,41-18 1071 0 0,-48 25-1080 0 0,0 1-1 0 0,0 0 1 0 0,1 0-1 0 0,-1 0 1 0 0,0 1-1 0 0,0 0 1 0 0,0 0-1 0 0,1 0 1 0 0,-1 1-1 0 0,0 0 1 0 0,0 0-1 0 0,0 0 1 0 0,0 1-1 0 0,0-1 1 0 0,0 1-1 0 0,5 3 1 0 0,31 19-1007 0 0,-3 5-3991 0 0,-28-22 2454 0 0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2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1 412 0 0,'0'0'2638'0'0,"-2"6"-2333"0"0,-37 213 1454 0 0,0 5-935 0 0,34-207-618 0 0,-1-1-1 0 0,-14 26 1 0 0,8-18 840 0 0,11-22-754 0 0,0-2-224 0 0,0 0 0 0 0,0 0 0 0 0,-1 0 1 0 0,1 0-1 0 0,0 0 0 0 0,0 0 0 0 0,-1 0 1 0 0,1-1-1 0 0,0 1 0 0 0,0 0 0 0 0,0-1 1 0 0,0 1-1 0 0,0-1 0 0 0,-1 1 0 0 0,1-1 1 0 0,0 0-1 0 0,0 1 0 0 0,0-1 0 0 0,1 0 0 0 0,-1 0 1 0 0,0 0-1 0 0,0 0 0 0 0,0 0 0 0 0,0 0 1 0 0,0-2-1 0 0,1 0-40 0 0,0 1 0 0 0,0-1 0 0 0,0 0 0 0 0,1 0 0 0 0,-1 0 0 0 0,1 0 1 0 0,0 0-1 0 0,0 0 0 0 0,0 1 0 0 0,0-1 0 0 0,1 0 0 0 0,-1 1 0 0 0,1-1 0 0 0,-1 1 0 0 0,1-1 0 0 0,0 1 1 0 0,0 0-1 0 0,0 0 0 0 0,0 0 0 0 0,0 0 0 0 0,1 0 0 0 0,-1 0 0 0 0,3-1 0 0 0,9-7 37 0 0,1 0 1 0 0,24-12-1 0 0,-21 14-30 0 0,-1 0 0 0 0,2 1 0 0 0,-1 1 1 0 0,1 1-1 0 0,34-5 0 0 0,-45 9-28 0 0,-1 0 0 0 0,1 0 0 0 0,0 1 0 0 0,0 0 0 0 0,0 0 0 0 0,0 1 0 0 0,0 0 0 0 0,0 1 0 0 0,0-1 0 0 0,-1 2 0 0 0,1-1 0 0 0,0 1 0 0 0,-1 0 0 0 0,0 0 0 0 0,0 1 0 0 0,12 9 0 0 0,-16-12-7 0 0,-1 1 0 0 0,0 0 0 0 0,1 1 0 0 0,-1-1 0 0 0,0 0 0 0 0,0 1 0 0 0,0-1 0 0 0,-1 1-1 0 0,1-1 1 0 0,-1 1 0 0 0,1 0 0 0 0,-1 0 0 0 0,0-1 0 0 0,0 1 0 0 0,0 0 0 0 0,0 0 0 0 0,-1 0 0 0 0,1 0 0 0 0,-1 0 0 0 0,0 1 0 0 0,0 3 0 0 0,-1-3 1 0 0,0 0 1 0 0,0 0 0 0 0,0 0-1 0 0,-1 0 1 0 0,0 0-1 0 0,0 0 1 0 0,0-1 0 0 0,0 1-1 0 0,0-1 1 0 0,-1 1 0 0 0,0-1-1 0 0,0 0 1 0 0,-5 5-1 0 0,-1 0 7 0 0,-1 0 0 0 0,0-1-1 0 0,0-1 1 0 0,-1 0 0 0 0,1 0 0 0 0,-1-1-1 0 0,0 0 1 0 0,-1-1 0 0 0,1 0-1 0 0,-13 2 1 0 0,21-6-24 0 0,-58 6 142 0 0,59-6-154 0 0,-1 0-1 0 0,0 0 1 0 0,0 0 0 0 0,1 0-1 0 0,-1-1 1 0 0,0 1 0 0 0,0-1-1 0 0,1 1 1 0 0,-1-1-1 0 0,1 0 1 0 0,-1 0 0 0 0,1-1-1 0 0,-1 1 1 0 0,1 0-1 0 0,-1-1 1 0 0,1 1 0 0 0,-4-5-1 0 0,5 5-359 0 0,23-25-3314 0 0,-11 17 1248 0 0,1-2 190 0 0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3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0 591 320 0 0,'22'-7'868'0'0,"48"-22"957"0"0,-66 27-1712 0 0,0 0 1 0 0,0 0-1 0 0,0-1 0 0 0,-1 0 1 0 0,1 0-1 0 0,-1 0 0 0 0,1 0 1 0 0,-1-1-1 0 0,0 1 0 0 0,0-1 1 0 0,-1 1-1 0 0,1-1 0 0 0,2-6 1 0 0,-4 9 813 0 0,-5 1-821 0 0,3-1-94 0 0,-1 1 1 0 0,1 0-1 0 0,0 0 1 0 0,-1 0-1 0 0,1 0 1 0 0,0 0-1 0 0,-1 0 1 0 0,1 1-1 0 0,0-1 1 0 0,-1 0-1 0 0,1 1 1 0 0,0-1-1 0 0,0 1 1 0 0,-1-1 0 0 0,1 1-1 0 0,0-1 1 0 0,0 1-1 0 0,0 0 1 0 0,0 0-1 0 0,0 0 1 0 0,0 0-1 0 0,0 0 1 0 0,0 0-1 0 0,0 0 1 0 0,0 0-1 0 0,0 0 1 0 0,1 0-1 0 0,-1 0 1 0 0,0 0 0 0 0,1 0-1 0 0,-1 1 1 0 0,1-1-1 0 0,-1 0 1 0 0,1 1-1 0 0,0-1 1 0 0,-1 0-1 0 0,1 1 1 0 0,0-1-1 0 0,0 0 1 0 0,0 1-1 0 0,0-1 1 0 0,0 0-1 0 0,0 1 1 0 0,1 0 0 0 0,0 1-2 0 0,0 0 1 0 0,0 0-1 0 0,0 0 1 0 0,0-1-1 0 0,1 1 1 0 0,-1-1-1 0 0,1 1 0 0 0,0-1 1 0 0,-1 1-1 0 0,1-1 1 0 0,0 0-1 0 0,1 0 1 0 0,-1 0-1 0 0,0 0 1 0 0,0 0-1 0 0,1-1 1 0 0,-1 1-1 0 0,4 1 1 0 0,0 0-1 0 0,0-1 1 0 0,0 0 0 0 0,1 0-1 0 0,-1-1 1 0 0,0 0-1 0 0,1 0 1 0 0,-1 0 0 0 0,9-1-1 0 0,-2 0 2 0 0,0-1-1 0 0,-1-1 1 0 0,1 0 0 0 0,0 0-1 0 0,-1-1 1 0 0,1-1-1 0 0,-1 0 1 0 0,15-7 0 0 0,-17 4-5 0 0,1-1 1 0 0,-1 1 0 0 0,-1-2 0 0 0,1 1-1 0 0,-1-1 1 0 0,-1-1 0 0 0,0 1 0 0 0,0-1-1 0 0,-1-1 1 0 0,0 0 0 0 0,-1 0 0 0 0,0 0-1 0 0,0 0 1 0 0,6-24 0 0 0,0-5 56 0 0,-1-1-1 0 0,-3 0 1 0 0,5-51 0 0 0,-10 72 20 0 0,-2 0 1 0 0,0-1-1 0 0,0 1 0 0 0,-2 0 1 0 0,-6-37-1 0 0,-4 25 690 0 0,4 65-468 0 0,5 1-150 0 0,2-1 1 0 0,1 1 0 0 0,7 49-1 0 0,28 100 150 0 0,-18-96-125 0 0,-13-64-148 0 0,6 46-284 0 0,-11-67-48 0 0,0 8-438 0 0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3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14 252 0 0,'12'-3'436'0'0,"4"-1"-44"0"0,1 3-40 0 0,2 1-20 0 0,-4-2-40 0 0,5 2-20 0 0,-1-2-24 0 0,-3 4-144 0 0,4-2-108 0 0,5-2-116 0 0,-7 2-308 0 0,-2 0-460 0 0,2-1 204 0 0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4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84 260 0 0,'0'0'4829'0'0,"-2"5"-4564"0"0,0 1-163 0 0,1-4-63 0 0,0-1 0 0 0,0 1 0 0 0,1 0 0 0 0,-1-1 0 0 0,0 1 0 0 0,1 0 0 0 0,0 0 0 0 0,-1-1 1 0 0,1 1-1 0 0,0 0 0 0 0,0 0 0 0 0,0 0 0 0 0,1 3 0 0 0,-1-3 137 0 0,14 40 930 0 0,-13-41-1028 0 0,28-1 281 0 0,-22-4-342 0 0,1 1 0 0 0,0-1-1 0 0,0 1 1 0 0,1 1 0 0 0,-1-1 0 0 0,0 1 0 0 0,1 1-1 0 0,-1 0 1 0 0,1 0 0 0 0,0 1 0 0 0,-1 0 0 0 0,1 0-1 0 0,0 1 1 0 0,9 2 0 0 0,-6-1-13 0 0,-1-1 0 0 0,1 1 0 0 0,0-2 0 0 0,0 0 0 0 0,-1 0 0 0 0,1-1 0 0 0,16-3 0 0 0,-24 3 20 0 0,0 0 1 0 0,-1 0-1 0 0,1 0 0 0 0,-1 0 0 0 0,0-1 1 0 0,1 1-1 0 0,-1-1 0 0 0,0 0 0 0 0,0 0 1 0 0,0 0-1 0 0,0 0 0 0 0,-1-1 0 0 0,1 1 1 0 0,0-1-1 0 0,-1 1 0 0 0,0-1 0 0 0,1 0 1 0 0,-1 0-1 0 0,-1 0 0 0 0,1 0 0 0 0,0-1 1 0 0,-1 1-1 0 0,1 0 0 0 0,-1-1 0 0 0,0 1 1 0 0,0-1-1 0 0,0 1 0 0 0,0-7 0 0 0,-1-1 120 0 0,1-1 0 0 0,-1 0 0 0 0,-4-22 0 0 0,3 32-200 0 0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4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1 114 236 0 0,'0'0'2168'0'0,"7"-1"-1754"0"0,51-9 373 0 0,-38 8-494 0 0,0 0 0 0 0,0-2 0 0 0,0 0 1 0 0,0-2-1 0 0,0 0 0 0 0,-1-1 0 0 0,32-17 1 0 0,-50 24-283 0 0,-1 0 0 0 0,0 0 0 0 0,1 0 0 0 0,-1 0 1 0 0,0-1-1 0 0,1 1 0 0 0,-1 0 0 0 0,0 0 0 0 0,1 0 1 0 0,-1-1-1 0 0,0 1 0 0 0,1 0 0 0 0,-1 0 0 0 0,0-1 1 0 0,0 1-1 0 0,1 0 0 0 0,-1 0 0 0 0,0-1 0 0 0,0 1 1 0 0,0 0-1 0 0,1-1 0 0 0,-1 1 0 0 0,0 0 0 0 0,0-1 1 0 0,0 1-1 0 0,0 0 0 0 0,0-1 0 0 0,0 1 0 0 0,0-1 1 0 0,0 1-1 0 0,0 0 0 0 0,0-1 0 0 0,0 1 0 0 0,0 0 1 0 0,0-1-1 0 0,0 1 0 0 0,0-1 0 0 0,0 1 0 0 0,0 0 1 0 0,0-1-1 0 0,0 1 0 0 0,-1 0 0 0 0,1-1 0 0 0,0 1 1 0 0,0 0-1 0 0,0 0 0 0 0,-1-1 0 0 0,1 1 0 0 0,0 0 1 0 0,0-1-1 0 0,-1 1 0 0 0,1 0 0 0 0,0 0 0 0 0,-1-1 1 0 0,1 1-1 0 0,0 0 0 0 0,0 0 0 0 0,-1 0 0 0 0,1 0 1 0 0,-1 0-1 0 0,1-1 0 0 0,0 1 0 0 0,-1 0 0 0 0,1 0 1 0 0,0 0-1 0 0,-1 0 0 0 0,1 0 0 0 0,0 0 0 0 0,-1 0 1 0 0,-30-2 66 0 0,-16 18 227 0 0,45-14-266 0 0,1-2-35 0 0,1 0-1 0 0,-1 0 0 0 0,1 0 1 0 0,0 0-1 0 0,-1 0 1 0 0,1 1-1 0 0,-1-1 0 0 0,1 0 1 0 0,0 0-1 0 0,-1 1 0 0 0,1-1 1 0 0,0 0-1 0 0,-1 0 0 0 0,1 1 1 0 0,0-1-1 0 0,-1 0 1 0 0,1 1-1 0 0,0-1 0 0 0,0 1 1 0 0,-1-1-1 0 0,1 0 0 0 0,0 1 1 0 0,0-1-1 0 0,0 1 0 0 0,0-1 1 0 0,0 0-1 0 0,0 1 1 0 0,-1-1-1 0 0,1 1 0 0 0,0-1 1 0 0,0 1-1 0 0,0-1 0 0 0,0 0 1 0 0,0 1-1 0 0,1-1 0 0 0,-1 1 1 0 0,0-1-1 0 0,0 1 1 0 0,0-1-1 0 0,0 0 0 0 0,0 1 1 0 0,1-1-1 0 0,-1 1 0 0 0,0-1 1 0 0,0 0-1 0 0,1 1 0 0 0,-1-1 1 0 0,0 0-1 0 0,0 1 1 0 0,1-1-1 0 0,-1 0 0 0 0,0 1 1 0 0,2-1-1 0 0,12 20 114 0 0,-5-14-104 0 0,0-1 1 0 0,0-1-1 0 0,0 0 1 0 0,1 0-1 0 0,-1-1 0 0 0,1 0 1 0 0,0-1-1 0 0,0 0 1 0 0,0 0-1 0 0,0-1 0 0 0,0-1 1 0 0,18 0-1 0 0,-4-2 5 0 0,0-1 0 0 0,0-1 0 0 0,-1-1 0 0 0,28-10-1 0 0,-47 13-11 0 0,0 0-1 0 0,0-1 0 0 0,0 0 1 0 0,0 1-1 0 0,0-1 0 0 0,-1-1 0 0 0,1 1 1 0 0,-1 0-1 0 0,0-1 0 0 0,0 0 1 0 0,0 0-1 0 0,0 0 0 0 0,-1 0 0 0 0,0 0 1 0 0,3-6-1 0 0,-5 8 1 0 0,-20-24 101 0 0,18 25-101 0 0,1 0 1 0 0,0 1-1 0 0,0-1 1 0 0,-1 1-1 0 0,1 0 1 0 0,-1-1-1 0 0,1 1 1 0 0,0 0-1 0 0,-1 0 1 0 0,1-1-1 0 0,-1 1 1 0 0,1 0-1 0 0,0 1 1 0 0,-1-1-1 0 0,1 0 1 0 0,-1 0-1 0 0,1 1 1 0 0,0-1-1 0 0,-1 0 1 0 0,1 1-1 0 0,0-1 1 0 0,0 1-1 0 0,-1 0 1 0 0,1-1-1 0 0,0 1 1 0 0,0 0-1 0 0,0 0 1 0 0,0 0-1 0 0,0 0 1 0 0,0 0-1 0 0,0 0 1 0 0,0 0-1 0 0,0 0 1 0 0,0 0-1 0 0,0 1 1 0 0,1-1-1 0 0,-1 0 1 0 0,1 0-1 0 0,-1 1 1 0 0,0 2-1 0 0,0-2 6 0 0,0 1 0 0 0,1 0 0 0 0,-1 0-1 0 0,1-1 1 0 0,0 1 0 0 0,-1 0-1 0 0,1 0 1 0 0,0 0 0 0 0,1 0-1 0 0,-1-1 1 0 0,1 1 0 0 0,-1 0 0 0 0,1 0-1 0 0,0 0 1 0 0,0-1 0 0 0,0 1-1 0 0,0-1 1 0 0,0 1 0 0 0,4 4-1 0 0,0-1 1 0 0,1-1 0 0 0,0 1 0 0 0,0-1-1 0 0,0 0 1 0 0,1-1 0 0 0,-1 0 0 0 0,1 0-1 0 0,0 0 1 0 0,1-1 0 0 0,-1 0 0 0 0,1 0-1 0 0,-1-1 1 0 0,1 0 0 0 0,0 0 0 0 0,-1-1-1 0 0,1 0 1 0 0,0 0 0 0 0,0-1 0 0 0,0 0-1 0 0,10-1 1 0 0,3-2 4 0 0,-1 0-1 0 0,1-2 1 0 0,-1 0 0 0 0,0-1-1 0 0,0-1 1 0 0,26-13-1 0 0,-43 18-14 0 0,1 0 0 0 0,0 0 0 0 0,0 1 0 0 0,0 0-1 0 0,0 0 1 0 0,0 0 0 0 0,0 0 0 0 0,0 1 0 0 0,0 0-1 0 0,1-1 1 0 0,-1 1 0 0 0,0 1 0 0 0,0-1 0 0 0,0 1-1 0 0,0-1 1 0 0,0 1 0 0 0,0 1 0 0 0,0-1 0 0 0,0 0-1 0 0,7 5 1 0 0,10 1 106 0 0,56 6 370 0 0,-76-13-427 0 0,12-2 151 0 0,10-3-561 0 0,-14 0-4827 0 0,-5 0 2893 0 0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6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0 484 0 0,'0'0'4460'0'0,"-1"6"-4312"0"0,-2 16 301 0 0,1 1 1 0 0,1 27 114 0 0,1-50-548 0 0,0 1-1 0 0,0-1 1 0 0,0 0-1 0 0,0 0 1 0 0,0 0-1 0 0,1 1 1 0 0,-1-1-1 0 0,0 0 0 0 0,0 0 1 0 0,0 0-1 0 0,0 0 1 0 0,1 1-1 0 0,-1-1 1 0 0,0 0-1 0 0,0 0 1 0 0,0 0-1 0 0,1 0 0 0 0,-1 0 1 0 0,0 0-1 0 0,0 0 1 0 0,0 0-1 0 0,1 1 1 0 0,-1-1-1 0 0,0 0 1 0 0,0 0-1 0 0,1 0 1 0 0,-1 0-1 0 0,0 0 0 0 0,0 0 1 0 0,0 0-1 0 0,1 0 1 0 0,-1 0-1 0 0,0 0 1 0 0,0-1-1 0 0,1 1 1 0 0,-1 0-1 0 0,0 0 0 0 0,0 0 1 0 0,0 0-1 0 0,1 0 1 0 0,-1 0-1 0 0,0 0 1 0 0,0 0-1 0 0,0-1 1 0 0,1 1-1 0 0,-1 0 1 0 0,0 0-1 0 0,0 0 0 0 0,0 0 1 0 0,0-1-1 0 0,6-5 30 0 0,-1 1-1 0 0,1 0 0 0 0,0-1 0 0 0,0 2 1 0 0,0-1-1 0 0,1 1 0 0 0,0 0 0 0 0,-1 0 0 0 0,1 1 1 0 0,1 0-1 0 0,-1 0 0 0 0,0 1 0 0 0,1 0 1 0 0,0 0-1 0 0,-1 1 0 0 0,11-1 0 0 0,-14 3-45 0 0,0 0 0 0 0,0 0 0 0 0,-1 0 0 0 0,1 1 0 0 0,-1-1 0 0 0,1 1 0 0 0,-1 0 0 0 0,0 0 0 0 0,0 1 0 0 0,0-1 0 0 0,0 1 0 0 0,0-1 0 0 0,0 1 0 0 0,-1 0 0 0 0,3 3 0 0 0,12 11-561 0 0,22 11-3523 0 0,-26-21 2153 0 0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6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9 132 0 0,'3'-8'3893'0'0,"-3"12"-1660"0"0,-8 28-913 0 0,-15 52-1027 0 0,21-76-212 0 0,-1-1 1 0 0,1 1-1 0 0,1 0 1 0 0,0-1 0 0 0,0 1-1 0 0,0 0 1 0 0,1 0-1 0 0,1 14 1 0 0,0-21-73 0 0,-1 0 0 0 0,1 1 0 0 0,-1-1 1 0 0,1 0-1 0 0,0 0 0 0 0,-1 0 0 0 0,1 0 1 0 0,0 0-1 0 0,0 0 0 0 0,0 0 0 0 0,0 0 1 0 0,0-1-1 0 0,0 1 0 0 0,0 0 0 0 0,0 0 0 0 0,0-1 1 0 0,0 1-1 0 0,0-1 0 0 0,0 1 0 0 0,1-1 1 0 0,-1 1-1 0 0,0-1 0 0 0,0 0 0 0 0,1 1 0 0 0,-1-1 1 0 0,0 0-1 0 0,0 0 0 0 0,1 0 0 0 0,0 0 1 0 0,37-4 77 0 0,-22-1-50 0 0,0-1-1 0 0,0-1 1 0 0,-1 0 0 0 0,0-1 0 0 0,0-1-1 0 0,27-21 1 0 0,52-28 37 0 0,-94 57-75 0 0,25 13-23 0 0,-11 1 26 0 0,0 0 1 0 0,1 0-1 0 0,28 15 1 0 0,-39-25 5 0 0,0 0 0 0 0,0 0 0 0 0,0-1 0 0 0,0 0 0 0 0,1 0 0 0 0,-1-1 0 0 0,1 1 0 0 0,0-1 0 0 0,-1 0 0 0 0,1 0 0 0 0,0-1 0 0 0,-1 0 0 0 0,1 0 0 0 0,0 0 0 0 0,0-1 0 0 0,-1 0 0 0 0,7-2 0 0 0,-9 2 36 0 0,-1 0 0 0 0,1 0 0 0 0,-1 0 1 0 0,1-1-1 0 0,-1 1 0 0 0,0-1 0 0 0,0 0 0 0 0,0 0 0 0 0,0 1 1 0 0,0-1-1 0 0,0-1 0 0 0,0 1 0 0 0,-1 0 0 0 0,1 0 0 0 0,-1-1 1 0 0,1 1-1 0 0,-1-1 0 0 0,0 1 0 0 0,0-1 0 0 0,0 1 1 0 0,0-1-1 0 0,0-5 0 0 0,1-4 109 0 0,-1 0 0 0 0,-1 0 0 0 0,-1-23 0 0 0,0 11 42 0 0,-8 0 131 0 0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7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76 604 0 0,'0'0'584'0'0,"-20"36"2468"0"0,20-34-2967 0 0,1 1 1 0 0,0 0 0 0 0,0 0 0 0 0,0 0-1 0 0,1 0 1 0 0,-1-1 0 0 0,1 1 0 0 0,-1-1 0 0 0,1 1-1 0 0,0-1 1 0 0,0 0 0 0 0,0 1 0 0 0,0-1-1 0 0,1 0 1 0 0,-1 0 0 0 0,1-1 0 0 0,2 3-1 0 0,-4-3-38 0 0,1 0 0 0 0,-1-1-1 0 0,0 1 1 0 0,1 0 0 0 0,-1-1 0 0 0,0 1-1 0 0,1-1 1 0 0,-1 1 0 0 0,1-1-1 0 0,-1 0 1 0 0,0 0 0 0 0,1 1 0 0 0,-1-1-1 0 0,1 0 1 0 0,-1 0 0 0 0,1 0 0 0 0,-1-1-1 0 0,1 1 1 0 0,-1 0 0 0 0,1-1-1 0 0,-1 1 1 0 0,0-1 0 0 0,1 1 0 0 0,-1-1-1 0 0,0 1 1 0 0,1-1 0 0 0,-1 0-1 0 0,0 0 1 0 0,0 0 0 0 0,0 0 0 0 0,1 0-1 0 0,-1 0 1 0 0,0 0 0 0 0,0 0 0 0 0,-1 0-1 0 0,1 0 1 0 0,1-2 0 0 0,0-1 47 0 0,-1 0 0 0 0,1 0 0 0 0,-1 0 0 0 0,0 0 0 0 0,0 0 0 0 0,0 0 0 0 0,-1 0 0 0 0,1 0 0 0 0,-1 0 0 0 0,0 0 0 0 0,0 0 0 0 0,0 0 0 0 0,-1 0 1 0 0,-1-7-1 0 0,-1-14 176 0 0,2 21-203 0 0,1-1 1 0 0,-1 1 0 0 0,-1-1-1 0 0,1 1 1 0 0,-1 0 0 0 0,1-1-1 0 0,-1 1 1 0 0,0 0 0 0 0,-1 0 0 0 0,-3-5-1 0 0,5 8-15 0 0,-22 13-2337 0 0,21-11 1992 0 0,-5 7-2901 0 0,7-8 2847 0 0,-5 10-1858 0 0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7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0 412 0 0,'5'3'316'0'0,"0"0"0"0"0,-1 0-1 0 0,0 0 1 0 0,0 1 0 0 0,1 0 0 0 0,-2 0 0 0 0,1 0-1 0 0,0 0 1 0 0,-1 0 0 0 0,0 1 0 0 0,0-1 0 0 0,0 1-1 0 0,4 11 3795 0 0,24-47-3473 0 0,-23 27-1110 0 0,1 1 0 0 0,-1 0 0 0 0,1 0 0 0 0,-1 1 0 0 0,1 0 0 0 0,0 1 0 0 0,0 0 1 0 0,0 0-1 0 0,0 1 0 0 0,13 1 0 0 0,-18-1-137 0 0,14 0-1330 0 0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7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19 442 504 0 0,'-2'1'152'0'0,"1"0"0"0"0,0-1 1 0 0,-1 1-1 0 0,1 0 0 0 0,0 0 0 0 0,0 0 1 0 0,-1 0-1 0 0,1 0 0 0 0,0 1 0 0 0,0-1 0 0 0,0 0 1 0 0,0 0-1 0 0,1 1 0 0 0,-1-1 0 0 0,-1 2 0 0 0,3-3-103 0 0,-1 1 1 0 0,1-1-1 0 0,-1 0 0 0 0,1 1 0 0 0,-1-1 0 0 0,1 0 0 0 0,-1 1 0 0 0,0-1 0 0 0,1 0 0 0 0,-1 0 0 0 0,1 0 0 0 0,0 0 0 0 0,-1 0 0 0 0,1 1 0 0 0,-1-1 0 0 0,1 0 0 0 0,-1 0 0 0 0,1 0 0 0 0,-1 0 0 0 0,1 0 0 0 0,-1-1 0 0 0,1 1 0 0 0,-1 0 0 0 0,1 0 0 0 0,-1 0 0 0 0,1 0 0 0 0,0-1 0 0 0,4 0 30 0 0,1 0 0 0 0,-1-1 0 0 0,0 0-1 0 0,0 0 1 0 0,0 0 0 0 0,0 0 0 0 0,0-1-1 0 0,6-4 1 0 0,-5-1-10 0 0,0 1 0 0 0,0-1 0 0 0,0 0-1 0 0,-1 0 1 0 0,0-1 0 0 0,-1 0 0 0 0,0 0 0 0 0,0 0 0 0 0,-1 0-1 0 0,4-14 1 0 0,1-15 309 0 0,4-51 0 0 0,-7 41-8 0 0,13-108 1910 0 0,-18 153-1569 0 0,-3 12-659 0 0,1 0-1 0 0,0 0 1 0 0,1 0 0 0 0,-1 1 0 0 0,2 17 0 0 0,-1-8 12 0 0,-1 29-7 0 0,2-1-1 0 0,2 1 1 0 0,3-1 0 0 0,12 58 0 0 0,-9-69-1556 0 0,2 0 0 0 0,2-1 0 0 0,20 44 0 0 0,-11-38-1067 0 0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1:18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36 548,'-31'-9'1002,"-1"1"-1,-61-8 1,78 15-720,0 0 0,0 1 0,0 0 0,1 1 0,-1 1 0,0 1 0,0 0 0,-20 7 0,32-9-215,-1 0 0,1 0 0,0 1 0,0-1 0,0 1 0,0 0 0,0 0 0,1 0 0,-1 0 0,1 0 0,-1 0 0,1 1 0,0-1 0,-1 1 0,2 0 0,-1-1 0,0 1 0,0 0 0,1 0 0,-1 0 0,0 6 0,1-5-10,1 1 1,0 0 0,0-1 0,0 1-1,1 0 1,-1 0 0,1-1-1,0 1 1,1-1 0,-1 1-1,1-1 1,0 0 0,4 7 0,4 6 40,1 0 1,1-1 0,1-1 0,0 0 0,1-1-1,16 13 1,0-2 30,-9-10-33,-2 1 0,0 1 0,0 0 0,-2 2-1,0 0 1,-2 1 0,18 27 0,-33-46-92,0 0-1,0 0 0,0 0 0,0 0 1,0 0-1,0 0 0,0 0 1,0 0-1,-1 0 0,1 0 0,0 0 1,-1 0-1,1 0 0,-1 0 1,1-1-1,-1 1 0,1 0 1,-1 0-1,1 0 0,-1 0 0,0-1 1,1 1-1,-1 0 0,0-1 1,0 1-1,0-1 0,1 1 0,-1 0 1,0-1-1,0 0 0,0 1 1,0-1-1,0 0 0,0 1 0,0-1 1,-1 0-1,-37 11 71,16-9-89,-1-2-1,1 0 1,-1-1-1,1-2 1,0 0-1,0-2 1,-27-8 0,38 10-130,10 2-342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19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1 171 76 0 0,'14'-3'442'0'0,"-1"0"-1"0"0,1-1 1 0 0,0-1-1 0 0,-1 0 1 0 0,0-1-1 0 0,0 0 1 0 0,0-1-1 0 0,-1 0 1 0 0,0-1-1 0 0,-1-1 1 0 0,18-16-1 0 0,-27 24-402 0 0,-1-1-1 0 0,0 1 0 0 0,0-1 0 0 0,0 0 0 0 0,-1 1 0 0 0,1-1 1 0 0,0 0-1 0 0,0 0 0 0 0,-1 1 0 0 0,1-1 0 0 0,-1 0 0 0 0,0 0 1 0 0,0 0-1 0 0,1 0 0 0 0,-1 1 0 0 0,0-1 0 0 0,-1 0 0 0 0,1 0 1 0 0,0 0-1 0 0,0 0 0 0 0,-1 0 0 0 0,1 1 0 0 0,-1-1 0 0 0,0 0 1 0 0,1 0-1 0 0,-1 1 0 0 0,0-1 0 0 0,0 0 0 0 0,-2-2 0 0 0,1 2-11 0 0,1 0 0 0 0,-1 0 0 0 0,0 0 0 0 0,0 0 0 0 0,0 0 0 0 0,0 0 0 0 0,0 1 0 0 0,0-1 0 0 0,0 1 0 0 0,-1-1 0 0 0,1 1 0 0 0,0 0 0 0 0,-1 0 0 0 0,1 0 0 0 0,-1 0 0 0 0,0 1 0 0 0,1-1 0 0 0,-1 1 0 0 0,1-1 0 0 0,-1 1 0 0 0,-3 0 0 0 0,2 0-15 0 0,1 0 0 0 0,0 1-1 0 0,-1-1 1 0 0,1 1 0 0 0,0 0 0 0 0,0 0 0 0 0,0 0 0 0 0,-1 0 0 0 0,1 0 0 0 0,0 1 0 0 0,0 0 0 0 0,1-1 0 0 0,-1 1 0 0 0,0 0 0 0 0,1 0 0 0 0,-1 1 0 0 0,1-1 0 0 0,-1 0 0 0 0,1 1 0 0 0,0 0-1 0 0,0-1 1 0 0,-2 6 0 0 0,3-5-4 0 0,0 0 0 0 0,0 1 0 0 0,0-1 0 0 0,1 0 0 0 0,-1 1 0 0 0,1-1 0 0 0,0 0 0 0 0,0 1-1 0 0,1-1 1 0 0,-1 0 0 0 0,1 0 0 0 0,-1 1 0 0 0,1-1 0 0 0,0 0 0 0 0,0 0 0 0 0,0 0 0 0 0,1 0-1 0 0,-1 0 1 0 0,1 0 0 0 0,0 0 0 0 0,-1 0 0 0 0,1 0 0 0 0,1-1 0 0 0,2 4 0 0 0,1-1 1 0 0,-1 0 1 0 0,1 0 0 0 0,0 0 0 0 0,1-1-1 0 0,-1 0 1 0 0,1 0 0 0 0,0-1 0 0 0,0 0-1 0 0,0 0 1 0 0,0-1 0 0 0,0 0 0 0 0,0 0-1 0 0,15 2 1 0 0,0-2 14 0 0,0 0 1 0 0,0-1-1 0 0,35-4 1 0 0,-43 1-21 0 0,0-1 1 0 0,0-1 0 0 0,0 0 0 0 0,-1 0-1 0 0,0-1 1 0 0,0-1 0 0 0,0-1-1 0 0,0 1 1 0 0,-1-2 0 0 0,0 0 0 0 0,-1 0-1 0 0,1-1 1 0 0,-2-1 0 0 0,1 0-1 0 0,14-19 1 0 0,3-3 76 0 0,-28 30-21 0 0,3 5-52 0 0,1 3 1 0 0,-1 0 0 0 0,1 0-1 0 0,-1 1 1 0 0,-1-1 0 0 0,1 1-1 0 0,-1-1 1 0 0,0 1 0 0 0,1 10-1 0 0,13 35 71 0 0,-15-50-50 0 0,-1-2-26 0 0,0 1-1 0 0,0-1 0 0 0,0 1 0 0 0,0-1 1 0 0,0 1-1 0 0,0-1 0 0 0,0 1 0 0 0,0-1 0 0 0,0 1 1 0 0,0-1-1 0 0,0 0 0 0 0,0 1 0 0 0,1-1 1 0 0,-1 1-1 0 0,0-1 0 0 0,0 1 0 0 0,0-1 0 0 0,1 0 1 0 0,-1 1-1 0 0,0-1 0 0 0,0 0 0 0 0,1 1 1 0 0,-1-1-1 0 0,0 0 0 0 0,1 1 0 0 0,-1-1 0 0 0,1 0 1 0 0,-1 1-1 0 0,0-1 0 0 0,1 0 0 0 0,-1 0 1 0 0,1 0-1 0 0,-1 0 0 0 0,1 1 0 0 0,-1-1 0 0 0,0 0 1 0 0,1 0-1 0 0,-1 0 0 0 0,1 0 0 0 0,-1 0 1 0 0,1 0-1 0 0,-1 0 0 0 0,1 0 0 0 0,-1 0 0 0 0,1 0 1 0 0,-1 0-1 0 0,1 0 0 0 0,-1-1 0 0 0,0 1 1 0 0,1 0-1 0 0,-1 0 0 0 0,1 0 0 0 0,-1-1 0 0 0,0 1 1 0 0,1 0-1 0 0,-1 0 0 0 0,1-1 0 0 0,31-21 36 0 0,-19 13-19 0 0,2 1-21 0 0,-11 5-2 0 0,0 0 1 0 0,0 0 0 0 0,1 1 0 0 0,-1 0 0 0 0,1 0 0 0 0,-1 0-1 0 0,1 0 1 0 0,0 1 0 0 0,-1 0 0 0 0,1 0 0 0 0,0 0-1 0 0,0 0 1 0 0,6 1 0 0 0,112 19 53 0 0,-105-20-43 0 0,0-1-1 0 0,-1-1 0 0 0,1 0 1 0 0,-1-1-1 0 0,1-1 1 0 0,17-8-1 0 0,14-2 10 0 0,-46 14-18 0 0,0 0 0 0 0,0 0 0 0 0,0 0 0 0 0,1 1 0 0 0,-1-1-1 0 0,0 1 1 0 0,0 0 0 0 0,0 0 0 0 0,1 0 0 0 0,-1 0 0 0 0,0 0-1 0 0,0 1 1 0 0,0-1 0 0 0,0 1 0 0 0,0 0 0 0 0,1 0 0 0 0,-2 0-1 0 0,1 1 1 0 0,0-1 0 0 0,0 1 0 0 0,0-1 0 0 0,0 1 0 0 0,-1 0-1 0 0,1 0 1 0 0,-1 0 0 0 0,0 0 0 0 0,1 1 0 0 0,-1-1 0 0 0,0 0-1 0 0,0 1 1 0 0,-1 0 0 0 0,1 0 0 0 0,0-1 0 0 0,-1 1 0 0 0,2 4-1 0 0,-2-5 4 0 0,0 0-1 0 0,-1 0 0 0 0,1 0 0 0 0,-1 0 1 0 0,1-1-1 0 0,-1 1 0 0 0,1 0 0 0 0,-1 0 0 0 0,0 0 1 0 0,0 0-1 0 0,0 0 0 0 0,0 0 0 0 0,0 0 0 0 0,-1 0 1 0 0,1 0-1 0 0,-1 0 0 0 0,1 0 0 0 0,-1 0 1 0 0,0 0-1 0 0,1 0 0 0 0,-1 0 0 0 0,0-1 0 0 0,0 1 1 0 0,0 0-1 0 0,0-1 0 0 0,-1 1 0 0 0,1-1 0 0 0,0 1 1 0 0,-1-1-1 0 0,1 1 0 0 0,-1-1 0 0 0,0 0 1 0 0,1 0-1 0 0,-1 0 0 0 0,0 0 0 0 0,-2 1 0 0 0,2-1 4 0 0,-3 1 11 0 0,5-2-10 0 0,0 0 1 0 0,0 0-1 0 0,0 0 1 0 0,0 0 0 0 0,0 0-1 0 0,0 0 1 0 0,0 0 0 0 0,0 0-1 0 0,0-1 1 0 0,0 1 0 0 0,0 0-1 0 0,0 0 1 0 0,0 0-1 0 0,0 0 1 0 0,0 0 0 0 0,0 0-1 0 0,0 0 1 0 0,0 0 0 0 0,0 0-1 0 0,0 0 1 0 0,0 0 0 0 0,-1 0-1 0 0,1 0 1 0 0,26-12-10 0 0,-1 0-1 0 0,2 2 1 0 0,32-8 0 0 0,-33 11 7 0 0,0-1 0 0 0,0-1-1 0 0,-1-1 1 0 0,35-21 0 0 0,-58 30-4 0 0,-1 1 1 0 0,1-1-1 0 0,0 0 0 0 0,-1 0 0 0 0,1 0 1 0 0,-1-1-1 0 0,1 1 0 0 0,-1 0 0 0 0,0-1 1 0 0,0 1-1 0 0,1 0 0 0 0,-1-1 1 0 0,0 1-1 0 0,0-1 0 0 0,0 0 0 0 0,-1 1 1 0 0,1-1-1 0 0,0 0 0 0 0,-1 0 0 0 0,1 1 1 0 0,-1-1-1 0 0,1 0 0 0 0,-1 0 0 0 0,0 0 1 0 0,0 0-1 0 0,0 0 0 0 0,0-2 0 0 0,0 2-7 0 0,-28-7-47 0 0,26 9 55 0 0,0 1 1 0 0,0 0-1 0 0,0-1 1 0 0,1 1-1 0 0,-1 0 0 0 0,0 0 1 0 0,1 0-1 0 0,-1 1 1 0 0,0-1-1 0 0,1 0 0 0 0,0 1 1 0 0,-1-1-1 0 0,1 1 1 0 0,0-1-1 0 0,0 1 0 0 0,-1-1 1 0 0,1 1-1 0 0,1 0 0 0 0,-1 0 1 0 0,0-1-1 0 0,0 1 1 0 0,1 0-1 0 0,-1 0 0 0 0,1 0 1 0 0,-1 0-1 0 0,1 0 1 0 0,0 0-1 0 0,0 0 0 0 0,0 0 1 0 0,0 0-1 0 0,0 0 1 0 0,0 0-1 0 0,0-1 0 0 0,1 1 1 0 0,-1 0-1 0 0,1 0 0 0 0,0 0 1 0 0,-1 0-1 0 0,1 0 1 0 0,0-1-1 0 0,0 1 0 0 0,2 3 1 0 0,-1-4 2 0 0,-1 1 1 0 0,1-1 0 0 0,0 0-1 0 0,-1 1 1 0 0,1-1 0 0 0,0 0-1 0 0,0 0 1 0 0,0 0 0 0 0,0-1-1 0 0,0 1 1 0 0,0 0 0 0 0,0-1-1 0 0,0 1 1 0 0,0-1 0 0 0,0 0-1 0 0,0 1 1 0 0,0-1 0 0 0,3 0-1 0 0,38-3 52 0 0,-37 2-56 0 0,35-6 34 0 0,75-21-1 0 0,2-1-14 0 0,-108 27-24 0 0,-1 1-1 0 0,1 0 1 0 0,-1 1-1 0 0,1 0 1 0 0,0 0-1 0 0,-1 1 1 0 0,1 1-1 0 0,-1-1 1 0 0,1 2-1 0 0,-1-1 1 0 0,0 1-1 0 0,0 1 1 0 0,17 8-1 0 0,-25-11 7 0 0,1 0 0 0 0,0 0 0 0 0,-1 0 0 0 0,1 1 0 0 0,-1-1 0 0 0,1 1-1 0 0,-1-1 1 0 0,0 1 0 0 0,0-1 0 0 0,0 1 0 0 0,0 0 0 0 0,0 0 0 0 0,0 0 0 0 0,0-1 0 0 0,0 1 0 0 0,-1 0 0 0 0,1 0-1 0 0,0 0 1 0 0,-1 0 0 0 0,0 0 0 0 0,0 0 0 0 0,0 0 0 0 0,1 0 0 0 0,-2 0 0 0 0,1 0 0 0 0,0 0 0 0 0,0 0 0 0 0,-1 3-1 0 0,-1-1-25 0 0,0 1-1 0 0,0-1 0 0 0,-1 0 0 0 0,1 0 0 0 0,-1 0 0 0 0,0-1 1 0 0,0 1-1 0 0,0-1 0 0 0,0 1 0 0 0,-1-1 0 0 0,1 0 0 0 0,-1 0 0 0 0,0-1 1 0 0,0 1-1 0 0,-7 3 0 0 0,7-4-176 0 0,3-1-530 0 0,-4 8-2853 0 0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22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78 612 0 0,'-6'-31'3603'0'0,"5"20"-3224"0"0,-3-23 2920 0 0,4 34-3275 0 0,0 0 0 0 0,0 0 0 0 0,0 0 0 0 0,0 0 0 0 0,0 0 0 0 0,0 0 0 0 0,0 0 0 0 0,0 0 0 0 0,0 0 0 0 0,0 0 0 0 0,0 0-1 0 0,0 0 1 0 0,0 0 0 0 0,0 0 0 0 0,1 0 0 0 0,-1 0 0 0 0,0 0 0 0 0,0 0 0 0 0,0 0 0 0 0,0 0 0 0 0,0 0 0 0 0,0 0 0 0 0,0 0 0 0 0,0 0 0 0 0,0 0 0 0 0,0-1 0 0 0,0 1-1 0 0,0 0 1 0 0,0 0 0 0 0,0 0 0 0 0,0 0 0 0 0,0 0 0 0 0,0 0 0 0 0,0 0 0 0 0,0 0 0 0 0,0 0 0 0 0,0 0 0 0 0,0 0 0 0 0,1 0 0 0 0,-1 0 0 0 0,0 0 0 0 0,0 0 0 0 0,6 19-739 0 0,1 12-3341 0 0,-6-16 1720 0 0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22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10 76 0 0,'-41'-10'5199'0'0,"37"14"-5059"0"0,-1 0 1 0 0,1 0-1 0 0,0 0 0 0 0,1 0 1 0 0,-1 1-1 0 0,1 0 0 0 0,0-1 0 0 0,0 1 1 0 0,0 0-1 0 0,1 1 0 0 0,-1-1 0 0 0,1 0 1 0 0,1 1-1 0 0,-1-1 0 0 0,1 1 1 0 0,0 0-1 0 0,0-1 0 0 0,1 1 0 0 0,-1 0 1 0 0,1-1-1 0 0,0 1 0 0 0,1 0 0 0 0,0 0 1 0 0,0-1-1 0 0,2 9 0 0 0,1 1 6 0 0,1 1 0 0 0,1-1-1 0 0,0 0 1 0 0,1-1-1 0 0,0 0 1 0 0,1 0 0 0 0,1 0-1 0 0,10 12 1 0 0,-2-8-1600 0 0,-16-18 1285 0 0,0 0-1 0 0,-1 0 1 0 0,1 0 0 0 0,0 0 0 0 0,-1 0-1 0 0,1 0 1 0 0,-1 0 0 0 0,1 0 0 0 0,0 0-1 0 0,-1 0 1 0 0,1 0 0 0 0,0 0 0 0 0,-1 0-1 0 0,1 0 1 0 0,-1 0 0 0 0,1-1 0 0 0,0 1-1 0 0,-1 0 1 0 0,1 0 0 0 0,-1-1-1 0 0,1 1 1 0 0,-1 0 0 0 0,1-1 0 0 0,-1 1-1 0 0,1-1 1 0 0,-1 1 0 0 0,1-1 0 0 0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22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46 8929 0 0,'0'0'-49'0'0,"-34"-11"1055"0"0,33 10-968 0 0,0 1 0 0 0,1-1 0 0 0,-1 1 0 0 0,1-1 1 0 0,-1 1-1 0 0,0-1 0 0 0,1 1 0 0 0,-1-1 1 0 0,1 1-1 0 0,-1-1 0 0 0,1 0 0 0 0,0 1 0 0 0,-1-1 1 0 0,1 0-1 0 0,-1 0 0 0 0,1 1 0 0 0,0-1 1 0 0,0 0-1 0 0,0 0 0 0 0,-1 1 0 0 0,1-1 0 0 0,0 0 1 0 0,0 0-1 0 0,0 0 0 0 0,0 1 0 0 0,0-1 1 0 0,0 0-1 0 0,0 0 0 0 0,1 0 0 0 0,-1 1 0 0 0,0-1 1 0 0,0 0-1 0 0,1 0 0 0 0,-1 1 0 0 0,0-1 1 0 0,1 0-1 0 0,-1 1 0 0 0,1-1 0 0 0,-1 0 0 0 0,1 1 1 0 0,-1-1-1 0 0,1 1 0 0 0,-1-1 0 0 0,1 1 1 0 0,-1-1-1 0 0,1 1 0 0 0,0-1 0 0 0,-1 1 0 0 0,1-1 1 0 0,0 1-1 0 0,1-1 0 0 0,1 0 27 0 0,10 17-324 0 0,-11-15-32 0 0,0 0-1 0 0,0 1 1 0 0,-1-1-1 0 0,1 1 1 0 0,-1 0-1 0 0,1 0 1 0 0,-1-1-1 0 0,1 1 1 0 0,-1 0-1 0 0,0 0 1 0 0,0 0-1 0 0,0 0 1 0 0,0 1-1 0 0,1 3 1 0 0,0 6-2478 0 0,1-4 215 0 0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1:23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1 202 272 0 0,'130'-49'3303'0'0,"-100"40"-2890"0"0,0-1 0 0 0,-1-2-1 0 0,0 0 1 0 0,-1-2 0 0 0,33-22-1 0 0,-59 34-354 0 0,0 1 0 0 0,0 0 0 0 0,-1-1-1 0 0,1 1 1 0 0,0-1 0 0 0,-1 1 0 0 0,1-1-1 0 0,-1 0 1 0 0,0 0 0 0 0,1 1 0 0 0,-1-1 0 0 0,0 0-1 0 0,0 0 1 0 0,0 0 0 0 0,0-3 0 0 0,0 4-27 0 0,-1 0 1 0 0,0 0 0 0 0,0 0-1 0 0,-1 1 1 0 0,1-1 0 0 0,0 0-1 0 0,0 0 1 0 0,0 0 0 0 0,-1 0-1 0 0,1 1 1 0 0,0-1 0 0 0,-1 0-1 0 0,1 0 1 0 0,0 0 0 0 0,-1 1-1 0 0,1-1 1 0 0,-1 0 0 0 0,1 1-1 0 0,-1-1 1 0 0,0 0 0 0 0,1 1-1 0 0,-1-1 1 0 0,0 1 0 0 0,1-1-1 0 0,-2 0 1 0 0,-2-1 54 0 0,1 1-1 0 0,-1-1 0 0 0,0 1 1 0 0,1 0-1 0 0,-1 0 1 0 0,0 0-1 0 0,0 1 0 0 0,1-1 1 0 0,-1 1-1 0 0,0 0 1 0 0,0 0-1 0 0,0 0 0 0 0,0 1 1 0 0,1-1-1 0 0,-5 2 1 0 0,5-1-45 0 0,0-1 1 0 0,1 1-1 0 0,-1 0 1 0 0,1 0-1 0 0,-1 0 1 0 0,1 0-1 0 0,-1 1 1 0 0,1-1-1 0 0,0 1 1 0 0,-1-1-1 0 0,1 1 1 0 0,0 0-1 0 0,0 0 1 0 0,0 0-1 0 0,1 0 1 0 0,-1 0-1 0 0,-2 3 1 0 0,3-3-15 0 0,1 0 1 0 0,-1 0-1 0 0,1 0 1 0 0,-1 0 0 0 0,1 0-1 0 0,0 0 1 0 0,0 0-1 0 0,0 0 1 0 0,0 0 0 0 0,0 0-1 0 0,0 0 1 0 0,0 0-1 0 0,1 0 1 0 0,-1 0 0 0 0,1 0-1 0 0,0-1 1 0 0,-1 1-1 0 0,2 3 1 0 0,2 2-3 0 0,1 0-1 0 0,0 0 1 0 0,0 0 0 0 0,0-1-1 0 0,1 1 1 0 0,0-1 0 0 0,0-1-1 0 0,1 1 1 0 0,11 7 0 0 0,-1-4-676 0 0,0-1 0 0 0,1 0 0 0 0,-1-1 0 0 0,2-1 0 0 0,-1-1 0 0 0,1 0 1 0 0,0-2-1 0 0,20 2 0 0 0,16 1-2067 0 0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2:04.1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309 785 652 0 0,'0'-2'390'0'0,"-1"1"-1"0"0,1-1 1 0 0,-1 0-1 0 0,1 1 1 0 0,-1-1 0 0 0,0 1-1 0 0,1-1 1 0 0,-1 1-1 0 0,0-1 1 0 0,0 1-1 0 0,0-1 1 0 0,0 1 0 0 0,-1 0-1 0 0,1 0 1 0 0,0-1-1 0 0,-1 1 1 0 0,1 0 0 0 0,0 0-1 0 0,-1 0 1 0 0,-2-1-1 0 0,2 3-320 0 0,-1 0 0 0 0,0 0 0 0 0,1 0-1 0 0,0 1 1 0 0,-1-1 0 0 0,1 0 0 0 0,0 1-1 0 0,0 0 1 0 0,0-1 0 0 0,0 1 0 0 0,0 0-1 0 0,-2 3 1 0 0,-5 3-88 0 0,-40 34 300 0 0,25-22-86 0 0,1 0-1 0 0,1 2 1 0 0,-31 38 0 0 0,38-40-100 0 0,-31 47 190 0 0,44-63-262 0 0,0-1-1 0 0,1 1 1 0 0,-1 0 0 0 0,1 0-1 0 0,-1 0 1 0 0,1 0-1 0 0,0 0 1 0 0,1 0 0 0 0,-1 0-1 0 0,1 1 1 0 0,0-1-1 0 0,0 0 1 0 0,0 0 0 0 0,0 0-1 0 0,2 8 1 0 0,-1-10-14 0 0,1 0 0 0 0,-1 1 0 0 0,0-1 0 0 0,1 0 0 0 0,-1-1 0 0 0,1 1 0 0 0,0 0 0 0 0,-1 0 0 0 0,1-1 1 0 0,0 1-1 0 0,0-1 0 0 0,0 0 0 0 0,0 1 0 0 0,0-1 0 0 0,1 0 0 0 0,-1 0 0 0 0,0 0 0 0 0,0-1 0 0 0,1 1 0 0 0,-1 0 0 0 0,1-1 1 0 0,-1 0-1 0 0,0 1 0 0 0,1-1 0 0 0,3 0 0 0 0,66-5 97 0 0,-66 4-102 0 0,26-6 22 0 0,0-1 0 0 0,0-2 0 0 0,-1-1 0 0 0,-1-2 0 0 0,44-24-1 0 0,-50 25 6 0 0,-23 12-25 0 0,1-2-2 0 0,4-2-4 0 0,-2 4 1 0 0,0 1 1 0 0,-1 0-1 0 0,1 0 1 0 0,-1 0-1 0 0,1 0 1 0 0,-1 0-1 0 0,1 1 1 0 0,-1 0-1 0 0,0-1 1 0 0,0 1-1 0 0,0 0 1 0 0,5 5-1 0 0,21 9 9 0 0,-21-13-7 0 0,-1-1-1 0 0,1 0 1 0 0,0-1 0 0 0,-1 0-1 0 0,1 0 1 0 0,0 0-1 0 0,0-1 1 0 0,-1 0 0 0 0,1-1-1 0 0,0 0 1 0 0,-1 0-1 0 0,1 0 1 0 0,0-1 0 0 0,-1 0-1 0 0,1-1 1 0 0,-1 0-1 0 0,0 0 1 0 0,0 0 0 0 0,0-1-1 0 0,-1 0 1 0 0,1-1-1 0 0,-1 1 1 0 0,0-1 0 0 0,0 0-1 0 0,0-1 1 0 0,-1 1-1 0 0,0-1 1 0 0,0 0 0 0 0,0 0-1 0 0,-1-1 1 0 0,0 0-1 0 0,0 1 1 0 0,-1-1 0 0 0,0 0-1 0 0,0-1 1 0 0,-1 1-1 0 0,1-1 1 0 0,-2 1 0 0 0,1-1-1 0 0,-1 1 1 0 0,0-1-1 0 0,0 0 1 0 0,-1 0 0 0 0,-1 0-1 0 0,1 1 1 0 0,-1-1-1 0 0,0 0 1 0 0,-1 1 0 0 0,1-1-1 0 0,-4-7 1 0 0,-13-30 28 0 0,18 45-12 0 0,-2-17 29 0 0,12 15-48 0 0,0 0 0 0 0,0 1 1 0 0,1 0-1 0 0,-1 0 0 0 0,19 2 0 0 0,21-1 2 0 0,-3-7-2 0 0,-1-2 0 0 0,0-2 0 0 0,-1-2 0 0 0,0-2 0 0 0,-1-2-1 0 0,-1-1 1 0 0,-1-3 0 0 0,-1-1 0 0 0,0-2 0 0 0,62-50 0 0 0,-79 56 1 0 0,-2 0 0 0 0,0-2 0 0 0,-1 0-1 0 0,0-1 1 0 0,-2-1 0 0 0,-1-1 0 0 0,-1-1 0 0 0,-1-1 0 0 0,0 0 0 0 0,-2-1 0 0 0,-2 0 0 0 0,17-49 0 0 0,-26 67-1 0 0,-1-1 0 0 0,-1 0 1 0 0,0 0-1 0 0,0 0 0 0 0,-1-1 0 0 0,0 1 0 0 0,0 0 1 0 0,-1 0-1 0 0,0 0 0 0 0,-1 0 0 0 0,0 0 1 0 0,-4-11-1 0 0,4 16-1 0 0,0 0 0 0 0,1 0 0 0 0,-2 0 1 0 0,1 0-1 0 0,0 0 0 0 0,-1 1 0 0 0,1-1 0 0 0,-1 1 0 0 0,0 0 0 0 0,0 0 1 0 0,-1 0-1 0 0,1 0 0 0 0,-1 0 0 0 0,1 1 0 0 0,-1-1 0 0 0,0 1 0 0 0,0 0 1 0 0,0 0-1 0 0,0 1 0 0 0,0-1 0 0 0,0 1 0 0 0,-1 0 0 0 0,1 0 1 0 0,0 0-1 0 0,-1 0 0 0 0,1 1 0 0 0,-6 0 0 0 0,2 0-2 0 0,-1 1 0 0 0,0 0 1 0 0,0 0-1 0 0,0 1 0 0 0,1 0 0 0 0,-1 0 0 0 0,1 1 0 0 0,-1 0 1 0 0,1 1-1 0 0,0 0 0 0 0,0 0 0 0 0,-12 9 0 0 0,8-3 7 0 0,1-1-1 0 0,1 1 0 0 0,0 1 1 0 0,0 0-1 0 0,1 1 0 0 0,0-1 1 0 0,-8 16-1 0 0,0 7 23 0 0,0 1 0 0 0,2 1 0 0 0,2 0 1 0 0,2 1-1 0 0,-8 39 0 0 0,-39 148 109 0 0,-8 35 319 0 0,63-244-376 0 0,-7 55 564 0 0,37-85-601 0 0,13-5-28 0 0,-38 19-23 0 0,0 2-4 0 0,43 2-8 0 0,-10 5 35 0 0,-21-3-12 0 0,16 5 0 0 0,-1-1 1 0 0,1-2 0 0 0,1-1 0 0 0,52 4-1 0 0,-67-9 0 0 0,0-1 0 0 0,0-1 0 0 0,0 0 0 0 0,0-1 1 0 0,-1-1-1 0 0,1 0 0 0 0,-1-1 0 0 0,1-1 0 0 0,-1 0 0 0 0,-1-1 0 0 0,17-9 0 0 0,-27 13-3 0 0,0-1 0 0 0,-1 1 0 0 0,1 0 1 0 0,0-1-1 0 0,-1 0 0 0 0,0 0 0 0 0,1 0 0 0 0,-1 0 0 0 0,0-1 1 0 0,-1 1-1 0 0,1-1 0 0 0,-1 0 0 0 0,1 0 0 0 0,-1 1 1 0 0,0-2-1 0 0,-1 1 0 0 0,1 0 0 0 0,-1 0 0 0 0,1 0 0 0 0,-1-1 1 0 0,-1 1-1 0 0,2-9 0 0 0,-2 12 0 0 0,0 0 0 0 0,1 0 1 0 0,-1-1-1 0 0,0 1 0 0 0,0 0 0 0 0,0 0 1 0 0,1 0-1 0 0,-1 0 0 0 0,0-1 0 0 0,-1 1 1 0 0,1 0-1 0 0,0 0 0 0 0,0 0 0 0 0,0 0 1 0 0,-1-1-1 0 0,1 1 0 0 0,-1 0 0 0 0,1 0 1 0 0,-1 0-1 0 0,1 0 0 0 0,-1 0 0 0 0,0 0 1 0 0,1 0-1 0 0,-1 0 0 0 0,0 0 0 0 0,0 0 1 0 0,1 1-1 0 0,-1-1 0 0 0,0 0 0 0 0,0 0 1 0 0,0 1-1 0 0,0-1 0 0 0,0 1 0 0 0,0-1 1 0 0,-1 1-1 0 0,1-1 0 0 0,0 1 0 0 0,0 0 1 0 0,0-1-1 0 0,0 1 0 0 0,0 0 0 0 0,-1 0 1 0 0,1 0-1 0 0,0 0 0 0 0,0 0 0 0 0,0 0 1 0 0,0 0-1 0 0,-3 1 0 0 0,-1 0-4 0 0,0 0 1 0 0,0 0-1 0 0,0 1 0 0 0,0-1 1 0 0,1 1-1 0 0,-1 1 0 0 0,-5 2 1 0 0,6-2 3 0 0,0 0 0 0 0,0 0 0 0 0,1 1 0 0 0,-1-1-1 0 0,1 1 1 0 0,0-1 0 0 0,0 1 0 0 0,0 0 0 0 0,1 0 0 0 0,-1 1 0 0 0,1-1 0 0 0,0 1 0 0 0,0-1 0 0 0,0 1 0 0 0,1-1 0 0 0,0 1 0 0 0,0 0 0 0 0,0 0 0 0 0,0 0 0 0 0,0 6 0 0 0,2-8 3 0 0,-1 1-1 0 0,1-1 1 0 0,0 0 0 0 0,0 1-1 0 0,0-1 1 0 0,0 0 0 0 0,0 1-1 0 0,1-1 1 0 0,0 0-1 0 0,-1 0 1 0 0,1 0 0 0 0,0 0-1 0 0,1-1 1 0 0,-1 1-1 0 0,0-1 1 0 0,1 1 0 0 0,-1-1-1 0 0,1 0 1 0 0,0 1-1 0 0,0-2 1 0 0,0 1 0 0 0,0 0-1 0 0,0 0 1 0 0,0-1 0 0 0,0 0-1 0 0,1 0 1 0 0,-1 0-1 0 0,0 0 1 0 0,5 1 0 0 0,2 0-4 0 0,0 0-1 0 0,0-1 1 0 0,0 0 0 0 0,0 0 0 0 0,1-1 0 0 0,-1 0 0 0 0,0-1 0 0 0,0 0 0 0 0,0-1 0 0 0,0 0 0 0 0,0-1 0 0 0,0 0 0 0 0,0 0 0 0 0,-1-1 0 0 0,1 0 0 0 0,-1-1 0 0 0,0 0 0 0 0,10-8 0 0 0,134-100-229 0 0,-152 113 232 0 0,-1-1 0 0 0,1 1-1 0 0,-1 0 1 0 0,1 0 0 0 0,-1-1 0 0 0,1 1-1 0 0,-1 0 1 0 0,1 0 0 0 0,-1 0-1 0 0,1 0 1 0 0,-1 0 0 0 0,1 0 0 0 0,-1 0-1 0 0,1 0 1 0 0,-1 0 0 0 0,1 0 0 0 0,-1 0-1 0 0,1 0 1 0 0,-1 0 0 0 0,1 0-1 0 0,-1 1 1 0 0,1-1 0 0 0,-1 0 0 0 0,1 0-1 0 0,-1 1 1 0 0,1-1 0 0 0,-1 0-1 0 0,1 1 1 0 0,-1-1 0 0 0,0 0 0 0 0,1 1-1 0 0,-1-1 1 0 0,1 0 0 0 0,-1 1 0 0 0,0-1-1 0 0,0 1 1 0 0,1-1 0 0 0,-1 1-1 0 0,0-1 1 0 0,0 1 0 0 0,1-1 0 0 0,-1 1-1 0 0,0-1 1 0 0,0 1 0 0 0,0-1 0 0 0,0 1-1 0 0,0-1 1 0 0,0 1 0 0 0,0-1-1 0 0,0 2 1 0 0,4 44-26 0 0,1-4 13 0 0,-4-40 15 0 0,9 13-2 0 0,-8-14 4 0 0,0 0 0 0 0,0 0-1 0 0,1 0 1 0 0,-1 0 0 0 0,0-1 0 0 0,1 1 0 0 0,-1-1 0 0 0,0 1 0 0 0,1-1-1 0 0,-1 0 1 0 0,1 0 0 0 0,4 0 0 0 0,182-26-22 0 0,-169 33-707 0 0,-8 0-3732 0 0,-3 0-1183 0 0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2:05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94 60 0 0,'0'0'582'0'0,"7"-25"4622"0"0,-9 21-4894 0 0,0 0 1 0 0,0 1-1 0 0,-1-1 0 0 0,0 0 0 0 0,0 1 1 0 0,0 0-1 0 0,0 0 0 0 0,-4-4 1 0 0,5 6-85 0 0,-1-1-82 0 0,0 1-1 0 0,0 0 0 0 0,-1-1 0 0 0,1 1 1 0 0,0 0-1 0 0,-1 1 0 0 0,1-1 0 0 0,-7 0 1 0 0,7 1-17 0 0,-3-1-37 0 0,0 1-1 0 0,-1 0 0 0 0,1 1 0 0 0,0-1 1 0 0,-10 3-1 0 0,-5 1 69 0 0,17-4-119 0 0,0 2 1 0 0,1-1-1 0 0,-1 0 1 0 0,0 1-1 0 0,1 0 1 0 0,-1 0 0 0 0,1 0-1 0 0,0 0 1 0 0,0 0-1 0 0,-1 1 1 0 0,2-1-1 0 0,-1 1 1 0 0,0 0 0 0 0,0 0-1 0 0,-3 6 1 0 0,-30 49 476 0 0,32-50-466 0 0,1 0-1 0 0,0 1 0 0 0,0-1 1 0 0,1 1-1 0 0,0 0 1 0 0,0 0-1 0 0,1 0 0 0 0,0 0 1 0 0,1 0-1 0 0,0-1 1 0 0,0 1-1 0 0,1 0 0 0 0,0 0 1 0 0,1 0-1 0 0,3 13 1 0 0,-3-18-42 0 0,-1-1 1 0 0,0 1 0 0 0,1-1 0 0 0,0 1-1 0 0,0-1 1 0 0,0 0 0 0 0,0 0 0 0 0,0 0-1 0 0,1 0 1 0 0,-1 0 0 0 0,1 0 0 0 0,0-1-1 0 0,0 1 1 0 0,0-1 0 0 0,0 0 0 0 0,0 0-1 0 0,1 0 1 0 0,-1 0 0 0 0,1 0-1 0 0,-1-1 1 0 0,1 0 0 0 0,-1 1 0 0 0,1-1-1 0 0,0-1 1 0 0,0 1 0 0 0,-1-1 0 0 0,1 1-1 0 0,0-1 1 0 0,0 0 0 0 0,0 0 0 0 0,0-1-1 0 0,-1 1 1 0 0,1-1 0 0 0,0 0 0 0 0,0 0-1 0 0,-1 0 1 0 0,1 0 0 0 0,3-2 0 0 0,2-1 0 0 0,-1 0 1 0 0,1 0-1 0 0,-1-1 1 0 0,0 0 0 0 0,0-1-1 0 0,0 0 1 0 0,-1 0 0 0 0,0 0-1 0 0,0-1 1 0 0,-1 0-1 0 0,0 0 1 0 0,0-1 0 0 0,0 0-1 0 0,-1 0 1 0 0,7-14-1 0 0,-8 15 2 0 0,-1-1 0 0 0,1 0 0 0 0,-1 0 0 0 0,-1-1 0 0 0,0 1-1 0 0,0-1 1 0 0,0 1 0 0 0,-1-1 0 0 0,0 1 0 0 0,-1-1-1 0 0,0 0 1 0 0,-1 1 0 0 0,1-1 0 0 0,-1 0 0 0 0,-1 1 0 0 0,0-1-1 0 0,-4-11 1 0 0,4 16-17 0 0,1 1 1 0 0,-1-1-1 0 0,0 1 0 0 0,0-1 0 0 0,-1 1 1 0 0,1 0-1 0 0,-1 0 0 0 0,1 0 0 0 0,-1 0 1 0 0,0 1-1 0 0,0-1 0 0 0,-1 1 0 0 0,1-1 1 0 0,0 1-1 0 0,-1 0 0 0 0,1 0 0 0 0,-1 1 1 0 0,0-1-1 0 0,1 1 0 0 0,-1 0 0 0 0,0 0 1 0 0,0 0-1 0 0,0 0 0 0 0,-4 0 0 0 0,6 1-203 0 0,0 1 75 0 0,0-1 0 0 0,0 0 0 0 0,0 0 0 0 0,0 1 0 0 0,0-1 0 0 0,1 1-1 0 0,-1 0 1 0 0,0 0 0 0 0,0-1 0 0 0,0 1 0 0 0,1 0 0 0 0,-1 1 0 0 0,1-1 0 0 0,-4 2 0 0 0,5-2-364 0 0,-9 8 69 0 0,6 0-4715 0 0,3 3 2234 0 0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2:05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1 552 0 0,'0'0'9069'0'0,"-1"16"-8194"0"0,1-5-692 0 0,-1 1 0 0 0,0 0 1 0 0,-1-1-1 0 0,0 1 0 0 0,-1-1 1 0 0,0 0-1 0 0,0 0 0 0 0,-2 0 1 0 0,-6 13-1 0 0,-15 47 354 0 0,26-70-488 0 0,-12 26 629 0 0,17-38-676 0 0,0 0 1 0 0,0 0-1 0 0,1 1 1 0 0,0-1-1 0 0,1 1 1 0 0,0 1-1 0 0,1-1 1 0 0,0 1-1 0 0,0 1 1 0 0,1 0-1 0 0,0 0 1 0 0,0 0-1 0 0,1 1 1 0 0,0 1-1 0 0,0-1 1 0 0,1 2 0 0 0,0-1-1 0 0,20-6 1 0 0,-8 5-5 0 0,-21 7 2 0 0,0 0 0 0 0,0 0 0 0 0,0 0 0 0 0,0 0 0 0 0,0 1 0 0 0,0-1 0 0 0,0 0 0 0 0,0 1 0 0 0,0 0 0 0 0,0-1 1 0 0,-1 1-1 0 0,1 0 0 0 0,0 0 0 0 0,0 0 0 0 0,-1 0 0 0 0,1 0 0 0 0,0 0 0 0 0,-1 1 0 0 0,1-1 0 0 0,-1 1 0 0 0,0-1 0 0 0,1 1 1 0 0,-1-1-1 0 0,0 1 0 0 0,0 0 0 0 0,0-1 0 0 0,0 1 0 0 0,0 0 0 0 0,-1 0 0 0 0,1 0 0 0 0,0 0 0 0 0,-1-1 0 0 0,1 1 0 0 0,-1 3 1 0 0,3 2-11 0 0,0-1 13 0 0,0 0 1 0 0,0-1-1 0 0,0 1 0 0 0,1-1 1 0 0,0 0-1 0 0,0 1 1 0 0,0-2-1 0 0,1 1 0 0 0,0-1 1 0 0,-1 1-1 0 0,2-1 1 0 0,-1 0-1 0 0,0-1 0 0 0,1 0 1 0 0,0 0-1 0 0,0 0 0 0 0,0 0 1 0 0,0-1-1 0 0,0 0 1 0 0,0 0-1 0 0,0-1 0 0 0,1 1 1 0 0,-1-1-1 0 0,1-1 1 0 0,-1 1-1 0 0,1-1 0 0 0,-1-1 1 0 0,1 1-1 0 0,-1-1 0 0 0,1 0 1 0 0,-1 0-1 0 0,0-1 1 0 0,1 0-1 0 0,-1 0 0 0 0,0 0 1 0 0,0-1-1 0 0,-1 0 0 0 0,1 0 1 0 0,7-6-1 0 0,1 0 13 0 0,-1-1-1 0 0,0 0 1 0 0,19-20-1 0 0,-29 26 20 0 0,1 0 0 0 0,-1 0-1 0 0,1-1 1 0 0,-1 1 0 0 0,-1-1-1 0 0,1 0 1 0 0,0 0 0 0 0,-1 0-1 0 0,0 0 1 0 0,-1 0 0 0 0,1 0-1 0 0,-1 0 1 0 0,0-1 0 0 0,1-9-1 0 0,-2 14-22 0 0,0 1 0 0 0,0-1 0 0 0,0 1 0 0 0,0-1 0 0 0,0 1 0 0 0,0-1 0 0 0,0 1 0 0 0,0-1 0 0 0,-1 1 0 0 0,1-1 0 0 0,0 1 0 0 0,0-1 0 0 0,0 1 0 0 0,-1-1 0 0 0,1 1 0 0 0,0 0 0 0 0,-1-1 0 0 0,1 1 0 0 0,0-1 0 0 0,-1 1 0 0 0,1 0 0 0 0,-1-1 1 0 0,1 1-1 0 0,0 0 0 0 0,-1 0 0 0 0,1-1 0 0 0,-1 1 0 0 0,1 0 0 0 0,-1 0 0 0 0,1 0 0 0 0,-1-1 0 0 0,1 1 0 0 0,-1 0 0 0 0,1 0 0 0 0,-1 0 0 0 0,1 0 0 0 0,-1 0 0 0 0,1 0 0 0 0,-1 0 0 0 0,1 0 0 0 0,-1 0 0 0 0,1 0 0 0 0,-1 0 0 0 0,1 1 0 0 0,-1-1 0 0 0,1 0 0 0 0,-1 0 0 0 0,1 0 0 0 0,-1 1 0 0 0,0 0 0 0 0,-22 12 507 0 0,20-11-474 0 0,0 1 1 0 0,1 0 0 0 0,0 0-1 0 0,-1 0 1 0 0,1 1 0 0 0,0-1 0 0 0,1 0-1 0 0,-1 1 1 0 0,1 0 0 0 0,-1-1-1 0 0,1 1 1 0 0,0 0 0 0 0,0-1-1 0 0,1 1 1 0 0,-1 0 0 0 0,1 0-1 0 0,0 0 1 0 0,0 0 0 0 0,0-1-1 0 0,0 1 1 0 0,1 0 0 0 0,-1 0-1 0 0,1 0 1 0 0,0-1 0 0 0,0 1-1 0 0,1 0 1 0 0,-1-1 0 0 0,1 1 0 0 0,-1-1-1 0 0,1 1 1 0 0,0-1 0 0 0,4 4-1 0 0,-1 0-400 0 0,1 0 0 0 0,0 0-1 0 0,0 0 1 0 0,0-1 0 0 0,12 9 0 0 0,-10-9-1172 0 0,0-1 1 0 0,1 0 0 0 0,-1 0 0 0 0,16 5-1 0 0,3-1-2538 0 0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1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59 432 0 0,'-6'-19'2003'0'0,"5"16"-1462"0"0,-1 0 1 0 0,1-1-1 0 0,0 1 1 0 0,1 0-1 0 0,-1 0 1 0 0,0-1-1 0 0,1 1 0 0 0,0 0 1 0 0,0-7-1 0 0,-4 19-399 0 0,-1 0-1 0 0,1 1 1 0 0,-2-1-1 0 0,1-1 0 0 0,-11 13 1 0 0,-12 21 247 0 0,23-33-328 0 0,0-1 0 0 0,2 1 0 0 0,-1 0 0 0 0,1 0 0 0 0,0 1 0 0 0,1-1 0 0 0,0 0 1 0 0,0 1-1 0 0,1 0 0 0 0,0-1 0 0 0,1 1 0 0 0,0 0 0 0 0,1-1 0 0 0,0 1 0 0 0,3 16 0 0 0,-2-24-53 0 0,-1 0-1 0 0,0-1 1 0 0,0 1-1 0 0,1 0 1 0 0,-1-1-1 0 0,1 1 1 0 0,-1-1-1 0 0,1 0 0 0 0,-1 1 1 0 0,1-1-1 0 0,0 0 1 0 0,0 0-1 0 0,0 0 1 0 0,0 0-1 0 0,0 0 1 0 0,0-1-1 0 0,0 1 1 0 0,0-1-1 0 0,0 1 1 0 0,0-1-1 0 0,0 0 1 0 0,0 0-1 0 0,0 1 1 0 0,0-2-1 0 0,0 1 0 0 0,0 0 1 0 0,0 0-1 0 0,0-1 1 0 0,1 1-1 0 0,-1-1 1 0 0,2 0-1 0 0,6-1 13 0 0,0-1 0 0 0,0 0 0 0 0,0-1 1 0 0,16-8-1 0 0,70-46 66 0 0,-92 58-88 0 0,1 0 0 0 0,-1-1 0 0 0,0 1 0 0 0,0 1 0 0 0,0-1 0 0 0,1 1 0 0 0,-1 0 0 0 0,0 0 0 0 0,0 0 0 0 0,0 0 0 0 0,0 1 0 0 0,0-1 0 0 0,0 1 0 0 0,-1 0 0 0 0,7 5 0 0 0,16 4 15 0 0,-12-6-11 0 0,1-1 1 0 0,0 0-1 0 0,0-2 1 0 0,0 0-1 0 0,0 0 1 0 0,0-1-1 0 0,19-2 0 0 0,-29 1 14 0 0,-1-1-1 0 0,1 0 1 0 0,0 0-1 0 0,0 0 0 0 0,-1-1 1 0 0,1 0-1 0 0,-1 1 0 0 0,0-1 1 0 0,1-1-1 0 0,-1 1 1 0 0,0-1-1 0 0,0 0 0 0 0,0 1 1 0 0,-1-2-1 0 0,1 1 0 0 0,-1 0 1 0 0,0-1-1 0 0,1 0 1 0 0,-2 1-1 0 0,1-1 0 0 0,0-1 1 0 0,-1 1-1 0 0,0 0 0 0 0,0 0 1 0 0,0-1-1 0 0,0 1 1 0 0,1-8-1 0 0,-1 5 37 0 0,-1 0 1 0 0,0-1-1 0 0,-1 1 1 0 0,1 0-1 0 0,-1-1 1 0 0,0 1-1 0 0,-1-1 0 0 0,0 1 1 0 0,0 0-1 0 0,-1-1 1 0 0,0 1-1 0 0,0 0 0 0 0,-1 0 1 0 0,1 0-1 0 0,-8-12 1 0 0,9 18-47 0 0,-1 2-1468 0 0,1 0 1240 0 0,0-1 0 0 0,0 1 1 0 0,0 0-1 0 0,0 0 1 0 0,0 0-1 0 0,0-1 0 0 0,0 1 1 0 0,1 0-1 0 0,-1 0 0 0 0,0 0 1 0 0,1 1-1 0 0,-1-1 1 0 0,1 0-1 0 0,-1 0 0 0 0,1 0 1 0 0,0 0-1 0 0,-1 0 0 0 0,1 1 1 0 0,0-1-1 0 0,0 0 1 0 0,0 0-1 0 0,0 0 0 0 0,0 1 1 0 0,0-1-1 0 0,0 0 0 0 0,1 3 1 0 0,-1-1-2211 0 0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1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37 20 0 0,'0'0'1351'0'0,"-4"3"-740"0"0,2-3-542 0 0,1 1 0 0 0,0-1-1 0 0,-1 1 1 0 0,1-1-1 0 0,0 1 1 0 0,-1 0 0 0 0,1 0-1 0 0,0 0 1 0 0,0 0 0 0 0,0-1-1 0 0,-1 2 1 0 0,1-1 0 0 0,0 0-1 0 0,0 0 1 0 0,1 0 0 0 0,-1 0-1 0 0,0 1 1 0 0,0-1 0 0 0,1 0-1 0 0,-1 1 1 0 0,0-1 0 0 0,1 0-1 0 0,-1 1 1 0 0,1-1 0 0 0,0 1-1 0 0,0-1 1 0 0,-1 1 0 0 0,1-1-1 0 0,0 1 1 0 0,0-1 0 0 0,0 1-1 0 0,1-1 1 0 0,-1 1 0 0 0,0-1-1 0 0,0 1 1 0 0,1-1 0 0 0,-1 0-1 0 0,1 1 1 0 0,-1-1 0 0 0,1 1-1 0 0,0-1 1 0 0,0 0 0 0 0,-1 0-1 0 0,1 1 1 0 0,0-1 0 0 0,0 0-1 0 0,0 0 1 0 0,2 2-1 0 0,-1-1 18 0 0,-1 0 0 0 0,1 0 0 0 0,0 0 0 0 0,-1 0 0 0 0,1-1 0 0 0,0 1 0 0 0,0 0 0 0 0,1-1 0 0 0,-1 1-1 0 0,0-1 1 0 0,0 0 0 0 0,1 0 0 0 0,-1 0 0 0 0,0 0 0 0 0,1 0 0 0 0,-1 0 0 0 0,1-1 0 0 0,-1 1-1 0 0,1-1 1 0 0,0 0 0 0 0,-1 0 0 0 0,1 0 0 0 0,-1 0 0 0 0,1 0 0 0 0,0 0 0 0 0,-1-1 0 0 0,1 1-1 0 0,-1-1 1 0 0,1 0 0 0 0,-1 1 0 0 0,0-1 0 0 0,1 0 0 0 0,2-3 0 0 0,-4 3-40 0 0,0 0 1 0 0,0 0-1 0 0,0 0 1 0 0,0 0-1 0 0,0 0 1 0 0,0 0-1 0 0,-1-1 1 0 0,1 1-1 0 0,0 0 1 0 0,-1-1-1 0 0,1 1 1 0 0,-1-1 0 0 0,0 1-1 0 0,1 0 1 0 0,-1-1-1 0 0,0 1 1 0 0,0-1-1 0 0,0 1 1 0 0,0-1-1 0 0,0 1 1 0 0,0-1-1 0 0,0 1 1 0 0,-1 0-1 0 0,1-1 1 0 0,0 1-1 0 0,-1-1 1 0 0,1 1-1 0 0,-1 0 1 0 0,0-1-1 0 0,1 1 1 0 0,-1 0-1 0 0,-1-2 1 0 0,-26-44 560 0 0,25 43-526 0 0,-18-13 48 0 0,13 14-6719 0 0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1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1 560 0 0,'5'6'341'0'0,"1"0"0"0"0,-1 1-1 0 0,0 0 1 0 0,0 0 0 0 0,-1 0 0 0 0,0 0-1 0 0,0 1 1 0 0,-1 0 0 0 0,0-1 0 0 0,0 1-1 0 0,-1 1 1 0 0,2 12 0 0 0,2 1 577 0 0,-1-19 142 0 0,8-31 728 0 0,2-6-1672 0 0,20-7-810 0 0,-5 24-4076 0 0,-18 14 2850 0 0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2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1 279 192 0 0,'15'14'2256'0'0,"-12"-14"-2174"0"0,0 1 0 0 0,0-1 0 0 0,0 0 0 0 0,0 0 0 0 0,0 0 0 0 0,-1-1 0 0 0,1 1 0 0 0,0-1-1 0 0,0 1 1 0 0,0-1 0 0 0,-1 0 0 0 0,1 0 0 0 0,0 0 0 0 0,-1-1 0 0 0,1 1 0 0 0,-1-1 0 0 0,0 1 0 0 0,1-1 0 0 0,-1 0-1 0 0,3-3 1 0 0,0 0 19 0 0,-1 0 0 0 0,0-1 0 0 0,-1 1 0 0 0,1-1 0 0 0,-1 0 0 0 0,-1 0 0 0 0,1 0 0 0 0,3-11 0 0 0,-1-5 203 0 0,0 0 0 0 0,-2 0 1 0 0,0-1-1 0 0,-1-29 0 0 0,-3-9 1882 0 0,1 59-1866 0 0,-2 0 76 0 0,2 2-380 0 0,0 0 0 0 0,0 0 0 0 0,0-1-1 0 0,0 1 1 0 0,0 0 0 0 0,0 0-1 0 0,0 0 1 0 0,0 0 0 0 0,0-1 0 0 0,0 1-1 0 0,0 0 1 0 0,0 0 0 0 0,0 0 0 0 0,0 0-1 0 0,0 0 1 0 0,0-1 0 0 0,0 1-1 0 0,0 0 1 0 0,0 0 0 0 0,0 0 0 0 0,-1 0-1 0 0,1 0 1 0 0,0-1 0 0 0,0 1-1 0 0,0 0 1 0 0,0 0 0 0 0,0 0 0 0 0,0 0-1 0 0,-1 0 1 0 0,1 0 0 0 0,0 0-1 0 0,0 0 1 0 0,0 0 0 0 0,0-1 0 0 0,0 1-1 0 0,-1 0 1 0 0,1 0 0 0 0,0 0-1 0 0,0 0 1 0 0,0 0 0 0 0,0 0 0 0 0,-1 0-1 0 0,1 0 1 0 0,0 0 0 0 0,0 0 0 0 0,0 0-1 0 0,0 0 1 0 0,-1 1 0 0 0,1-1-1 0 0,0 0 1 0 0,0 0 0 0 0,0 0 0 0 0,0 0-1 0 0,-1 0 1 0 0,1 0 0 0 0,0 0-1 0 0,0 0 1 0 0,0 0 0 0 0,0 1 0 0 0,-5 9 98 0 0,1 1 1 0 0,1 0 0 0 0,0 1 0 0 0,0-1 0 0 0,1 0 0 0 0,1 1-1 0 0,0 0 1 0 0,1-1 0 0 0,0 1 0 0 0,0-1 0 0 0,1 1-1 0 0,1-1 1 0 0,0 1 0 0 0,6 18 0 0 0,25 68-1280 0 0,8-9-4888 0 0,-31-71 3269 0 0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5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1031 412 0 0,'0'0'1781'0'0,"4"-5"-1278"0"0,23-23 46 0 0,1 2 0 0 0,1 2 0 0 0,49-32 0 0 0,-6 3-91 0 0,-27 19-220 0 0,-2-2 0 0 0,-1-3 0 0 0,-2-1 0 0 0,-2-2 0 0 0,-2-1 0 0 0,40-63 0 0 0,-67 91-196 0 0,0-1 0 0 0,-2 0 0 0 0,0 0 0 0 0,-1-1 0 0 0,-1 0 0 0 0,0 0 0 0 0,-1 0 0 0 0,2-24 0 0 0,-5 24-2 0 0,0 0 0 0 0,-1 0 0 0 0,-1 0-1 0 0,-6-33 1 0 0,3 34-12 0 0,0 0 0 0 0,-1 1 1 0 0,-1 0-1 0 0,-1 0 0 0 0,-10-19 0 0 0,9 20-2 0 0,-1 1-1 0 0,-1 0 1 0 0,-12-12-1 0 0,1 5 8 0 0,19 19-30 0 0,1-1-1 0 0,-1 1 1 0 0,0 0 0 0 0,0 0 0 0 0,0 0-1 0 0,0 0 1 0 0,0 0 0 0 0,0 0-1 0 0,-1 1 1 0 0,1-1 0 0 0,0 0 0 0 0,-3 1-1 0 0,-13 5 6 0 0,14-3-11 0 0,1 0 0 0 0,0 1 0 0 0,0 0 0 0 0,0 0 0 0 0,0 0 1 0 0,0 0-1 0 0,1 0 0 0 0,-3 4 0 0 0,-30 52-29 0 0,-8 40 27 0 0,-8 75 41 0 0,29-69 26 0 0,5 1 0 0 0,-7 198 0 0 0,23-270-10 0 0,1-19 13 0 0,0 0 1 0 0,-1 0 0 0 0,0-1 0 0 0,-1 1 0 0 0,-1 0 0 0 0,-7 21 0 0 0,10-35 428 0 0,1-2-481 0 0,1 0-1 0 0,0 0 1 0 0,0 0 0 0 0,-1-1-1 0 0,1 1 1 0 0,0 0-1 0 0,-1-1 1 0 0,0 1 0 0 0,1-1-1 0 0,-1 0 1 0 0,2-2-1 0 0,-1 2 11 0 0,37-40 172 0 0,-3 4-51 0 0,42-35 1 0 0,-77 72-145 0 0,1 0 0 0 0,-1 0 0 0 0,0 0 0 0 0,1 0 1 0 0,-1 0-1 0 0,1 1 0 0 0,-1-1 0 0 0,1 0 0 0 0,-1 1 1 0 0,1-1-1 0 0,0 1 0 0 0,-1 0 0 0 0,1 0 0 0 0,0-1 1 0 0,-1 1-1 0 0,1 0 0 0 0,0 0 0 0 0,-1 0 0 0 0,1 1 1 0 0,0-1-1 0 0,-1 0 0 0 0,1 1 0 0 0,0-1 0 0 0,-1 1 1 0 0,1-1-1 0 0,2 2 0 0 0,0 0 4 0 0,6 3 5 0 0,0 0 0 0 0,-1 0 0 0 0,1 1 0 0 0,-1 0 0 0 0,-1 1 1 0 0,1 0-1 0 0,8 10 0 0 0,-7-8-222 0 0,0-1 1 0 0,0 1-1 0 0,0-2 1 0 0,19 11-1 0 0,-22-14-443 0 0,1 0-1 0 0,0-1 0 0 0,0 0 1 0 0,0 0-1 0 0,0-1 0 0 0,0 0 0 0 0,12 1 1 0 0,-5-2-1334 0 0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5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38 308 0 0,'0'0'2339'0'0,"-1"0"-2279"0"0,1 0 1 0 0,-1-1-1 0 0,1 1 0 0 0,0 0 1 0 0,-1-1-1 0 0,1 1 0 0 0,-1 0 1 0 0,1 0-1 0 0,-1-1 0 0 0,1 1 1 0 0,-1 0-1 0 0,1 0 0 0 0,-1 0 0 0 0,1 0 1 0 0,-1-1-1 0 0,1 1 0 0 0,-1 0 1 0 0,1 0-1 0 0,-1 0 0 0 0,1 0 1 0 0,-1 0-1 0 0,1 0 0 0 0,-1 1 1 0 0,1-1-1 0 0,-1 0 0 0 0,1 0 1 0 0,-1 0-1 0 0,0 1 0 0 0,-10 6 233 0 0,-1 1-1 0 0,2 1 1 0 0,-1 0 0 0 0,1 1-1 0 0,0 0 1 0 0,1 0-1 0 0,0 1 1 0 0,1 0-1 0 0,0 0 1 0 0,1 1-1 0 0,-6 14 1 0 0,12-25-114 0 0,1 0-171 0 0,1 0-1 0 0,-1-1 1 0 0,0 1-1 0 0,1-1 0 0 0,-1 0 1 0 0,0 1-1 0 0,1-1 1 0 0,-1 1-1 0 0,1-1 1 0 0,-1 1-1 0 0,1-1 1 0 0,-1 0-1 0 0,1 0 1 0 0,-1 1-1 0 0,1-1 1 0 0,0 0-1 0 0,-1 0 1 0 0,1 1-1 0 0,-1-1 1 0 0,1 0-1 0 0,0 0 1 0 0,-1 0-1 0 0,1 0 1 0 0,-1 0-1 0 0,1 0 1 0 0,0 0-1 0 0,-1 0 0 0 0,1 0 1 0 0,-1 0-1 0 0,1 0 1 0 0,0 0-1 0 0,-1-1 1 0 0,1 1-1 0 0,0-1 1 0 0,19-3 52 0 0,-20 4-61 0 0,8-3 30 0 0,1 0 0 0 0,-1-1 0 0 0,0 0 0 0 0,0 0 0 0 0,-1-1 0 0 0,14-11-1 0 0,-12 9-20 0 0,0 1-1 0 0,0-1 1 0 0,1 2 0 0 0,0-1-1 0 0,13-4 1 0 0,-21 11-7 0 0,0 0 0 0 0,0 0 0 0 0,-1 0 0 0 0,1 0 0 0 0,-1 1 0 0 0,1-1 1 0 0,-1 0-1 0 0,1 1 0 0 0,-1 0 0 0 0,0-1 0 0 0,0 1 0 0 0,0 0 0 0 0,0-1 0 0 0,0 1 1 0 0,0 0-1 0 0,0 0 0 0 0,0 3 0 0 0,10 12 11 0 0,-6-12-3 0 0,0 0 0 0 0,1 0-1 0 0,0 0 1 0 0,0-1-1 0 0,0 0 1 0 0,0 0-1 0 0,12 4 1 0 0,-14-6-5 0 0,-1-1 1 0 0,1 0-1 0 0,-1-1 0 0 0,1 1 1 0 0,0-1-1 0 0,-1 1 0 0 0,1-1 1 0 0,0 0-1 0 0,0 0 0 0 0,-1-1 1 0 0,1 1-1 0 0,0-1 0 0 0,-1 0 1 0 0,1 0-1 0 0,-1 0 0 0 0,5-2 0 0 0,9-5 10 0 0,-1-2-1 0 0,0 1 0 0 0,0-2 1 0 0,-1 0-1 0 0,-1-1 0 0 0,0 0 1 0 0,0-2-1 0 0,-1 1 0 0 0,-1-1 1 0 0,14-22-1 0 0,-26 36-9 0 0,1 0 0 0 0,-1-1 0 0 0,0 1 0 0 0,0 0 1 0 0,0-1-1 0 0,0 1 0 0 0,0 0 0 0 0,1-1 0 0 0,-1 1 0 0 0,0 0 0 0 0,0 0 0 0 0,0-1 0 0 0,1 1 0 0 0,-1 0 0 0 0,0-1 0 0 0,0 1 0 0 0,1 0 0 0 0,-1 0 1 0 0,0 0-1 0 0,1-1 0 0 0,-1 1 0 0 0,0 0 0 0 0,1 0 0 0 0,-1 0 0 0 0,0 0 0 0 0,1 0 0 0 0,-1 0 0 0 0,0 0 0 0 0,1 0 0 0 0,-1 0 0 0 0,1 0 0 0 0,-1 0 1 0 0,0 0-1 0 0,1 0 0 0 0,-1 0 0 0 0,0 0 0 0 0,1 0 0 0 0,-1 0 0 0 0,0 0 0 0 0,1 0 0 0 0,-1 0 0 0 0,0 1 0 0 0,1-1 0 0 0,-1 0 0 0 0,0 0 0 0 0,1 0 1 0 0,-1 1-1 0 0,0-1 0 0 0,0 0 0 0 0,1 1 0 0 0,11 24 43 0 0,-11-21-42 0 0,0 0 0 0 0,0 0 0 0 0,1 0 1 0 0,0 0-1 0 0,0-1 0 0 0,0 1 0 0 0,0 0 0 0 0,0-1 0 0 0,1 0 0 0 0,5 6 0 0 0,-4-6 4 0 0,0-1 1 0 0,0 1 0 0 0,1-1-1 0 0,0 0 1 0 0,-1 0-1 0 0,1 0 1 0 0,0-1-1 0 0,0 0 1 0 0,0 0 0 0 0,0 0-1 0 0,0 0 1 0 0,0-1-1 0 0,0 0 1 0 0,0 0-1 0 0,0-1 1 0 0,0 1 0 0 0,0-1-1 0 0,0 0 1 0 0,7-2-1 0 0,0-2 5 0 0,0 0 0 0 0,0-1 0 0 0,-1-1-1 0 0,0 0 1 0 0,0 0 0 0 0,-1-1-1 0 0,10-9 1 0 0,-19 16-22 0 0,12-3-68 0 0,52 28 79 0 0,-57-20 0 0 0,1 0-1 0 0,0-1 1 0 0,0 0 0 0 0,0-1-1 0 0,1 0 1 0 0,-1 0 0 0 0,14 0-1 0 0,-10-1 1 0 0,-1 0 0 0 0,0-1-1 0 0,0 0 1 0 0,0-1 0 0 0,0 0-1 0 0,0-1 1 0 0,0 0 0 0 0,0-1-1 0 0,0-1 1 0 0,-1 0 0 0 0,1 0-1 0 0,-1-1 1 0 0,0 0 0 0 0,16-12-1 0 0,-20 12 0 0 0,-1 0-1 0 0,0-1 1 0 0,-1 0-1 0 0,1-1 0 0 0,4-6 1 0 0,-9 12 3 0 0,-5 4-37 0 0,2-2 31 0 0,1 1-1 0 0,-1-1 1 0 0,1 0 0 0 0,-1 1-1 0 0,1 0 1 0 0,0-1-1 0 0,-1 1 1 0 0,1 0-1 0 0,0 0 1 0 0,0 0 0 0 0,0-1-1 0 0,0 1 1 0 0,1 0-1 0 0,-1 0 1 0 0,0 0-1 0 0,1 1 1 0 0,-1 1 0 0 0,9 17-153 0 0,-6-17 40 0 0,2 2-487 0 0,-1 1 0 0 0,2-1 0 0 0,-1 0 0 0 0,0 0 0 0 0,1 0 0 0 0,0-1 0 0 0,1 1 0 0 0,6 4 0 0 0,1 1-1563 0 0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6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9 276 0 0,'0'0'721'0'0,"0"0"-663"0"0,1 0 1 0 0,-1 0 0 0 0,0 0-1 0 0,0 0 1 0 0,0 0 0 0 0,0 0-1 0 0,1 0 1 0 0,-1 0-1 0 0,0 0 1 0 0,0 0 0 0 0,0-1-1 0 0,0 1 1 0 0,0 0 0 0 0,1 0-1 0 0,-1 0 1 0 0,0 0-1 0 0,0-1 1 0 0,0 1 0 0 0,0 0-1 0 0,0 0 1 0 0,0 0 0 0 0,0 0-1 0 0,0-1 1 0 0,1 1-1 0 0,-1 0 1 0 0,0 0 0 0 0,0 0-1 0 0,0-1 1 0 0,0 1 0 0 0,0 0-1 0 0,0 0 1 0 0,0 0-1 0 0,0-1 1 0 0,0 1 0 0 0,0 0-1 0 0,-1 0 1 0 0,1 0 0 0 0,0-1-1 0 0,0 1 1 0 0,0 0 0 0 0,0 0-1 0 0,0 0 1 0 0,0 0-1 0 0,0-1 1 0 0,0 1 0 0 0,0 0-1 0 0,-1 0 1 0 0,1 0 0 0 0,0 0-1 0 0,0-1 1 0 0,0 1-1 0 0,0 0 1 0 0,0 0 0 0 0,-1 0-1 0 0,1 0 1 0 0,0 0 0 0 0,0 0-1 0 0,0 0 1 0 0,-1 0-1 0 0,1 0 1 0 0,-25 3 409 0 0,0 2 0 0 0,1 1 1 0 0,0 1-1 0 0,0 1 0 0 0,0 1 0 0 0,1 1 0 0 0,0 1 0 0 0,1 1 1 0 0,-36 25-1 0 0,57-36-436 0 0,-1 0 0 0 0,0 0 0 0 0,1 0-1 0 0,-1 0 1 0 0,1 0 0 0 0,0 0 0 0 0,-1 1 0 0 0,1-1 0 0 0,0 0 0 0 0,0 1 0 0 0,0-1 0 0 0,0 1-1 0 0,0-1 1 0 0,0 1 0 0 0,0-1 0 0 0,1 1 0 0 0,-1 0 0 0 0,0-1 0 0 0,1 1 0 0 0,-1 0 0 0 0,1 2 0 0 0,0-3-14 0 0,1 0 1 0 0,0 0-1 0 0,-1 0 1 0 0,1 0 0 0 0,0 0-1 0 0,0 0 1 0 0,0 0 0 0 0,0-1-1 0 0,0 1 1 0 0,0 0 0 0 0,0-1-1 0 0,0 1 1 0 0,0 0 0 0 0,0-1-1 0 0,0 0 1 0 0,1 1-1 0 0,-1-1 1 0 0,0 0 0 0 0,0 1-1 0 0,0-1 1 0 0,1 0 0 0 0,1 0-1 0 0,11 1 65 0 0,0 0 0 0 0,0-1 0 0 0,26-3-1 0 0,94-24 157 0 0,-131 27-240 0 0,0-1 0 0 0,0 1 1 0 0,0 0-1 0 0,0 0 0 0 0,0 1 0 0 0,0-1 0 0 0,0 0 1 0 0,0 1-1 0 0,0 0 0 0 0,0 0 0 0 0,0 0 0 0 0,0 0 1 0 0,0 0-1 0 0,0 1 0 0 0,-1-1 0 0 0,1 1 0 0 0,0 0 1 0 0,2 2-1 0 0,10 10-2665 0 0,-8-6-906 0 0,0-1 926 0 0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07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18 285 108 0 0,'-18'-25'6451'0'0,"19"19"-6326"0"0,-1 0 0 0 0,1-1 0 0 0,0 1 1 0 0,1 0-1 0 0,0 0 0 0 0,0 0 1 0 0,0 0-1 0 0,0 1 0 0 0,1-1 0 0 0,0 1 1 0 0,0-1-1 0 0,1 1 0 0 0,-1 0 0 0 0,1 0 1 0 0,0 0-1 0 0,1 1 0 0 0,-1-1 1 0 0,1 1-1 0 0,5-4 0 0 0,10-8-34 0 0,1 1-1 0 0,0 0 1 0 0,32-16-1 0 0,-27 19-40 0 0,1 0 0 0 0,0 1 0 0 0,1 2 0 0 0,33-7 0 0 0,-45 13-35 0 0,-1 0-1 0 0,1 1 0 0 0,0 1 1 0 0,0 0-1 0 0,0 1 0 0 0,-1 1 1 0 0,1 0-1 0 0,0 1 0 0 0,19 6 1 0 0,-31-8-12 0 0,-1 1 1 0 0,1 0 0 0 0,0 0 0 0 0,-1 1 0 0 0,1-1 0 0 0,-1 1 0 0 0,1 0-1 0 0,-1 0 1 0 0,0 0 0 0 0,0 0 0 0 0,0 0 0 0 0,0 1 0 0 0,0 0-1 0 0,0-1 1 0 0,-1 1 0 0 0,1 0 0 0 0,-1 0 0 0 0,0 0 0 0 0,0 1 0 0 0,0-1-1 0 0,0 1 1 0 0,-1-1 0 0 0,1 1 0 0 0,-1-1 0 0 0,0 1 0 0 0,0 0-1 0 0,0-1 1 0 0,0 1 0 0 0,-1 0 0 0 0,0 0 0 0 0,0 0 0 0 0,0 0 0 0 0,0-1-1 0 0,0 1 1 0 0,-1 0 0 0 0,1 0 0 0 0,-1 0 0 0 0,-3 6 0 0 0,0 1 5 0 0,0-1-1 0 0,-1 1 1 0 0,0-1 0 0 0,-1 0 0 0 0,0-1 0 0 0,0 1 0 0 0,-1-1 0 0 0,-1 0 0 0 0,1-1-1 0 0,-2 0 1 0 0,-17 14 0 0 0,18-15 25 0 0,0-2 0 0 0,-1 1 0 0 0,1-1 0 0 0,-2-1 1 0 0,1 1-1 0 0,0-1 0 0 0,-1-1 0 0 0,0 0 0 0 0,1 0 0 0 0,-1-1 0 0 0,0-1 0 0 0,0 1 0 0 0,-12-1 0 0 0,21-1-29 0 0,0 0 0 0 0,0 0 0 0 0,0 0 0 0 0,0 0 0 0 0,1 0 0 0 0,-1 0-1 0 0,0-1 1 0 0,0 1 0 0 0,0 0 0 0 0,1 0 0 0 0,-1-1 0 0 0,0 1 0 0 0,0 0 0 0 0,1-1 0 0 0,-1 1 0 0 0,0-1 0 0 0,1 1 0 0 0,-1-1 0 0 0,0 1-1 0 0,1-1 1 0 0,-1 0 0 0 0,1 1 0 0 0,-1-1 0 0 0,1 0 0 0 0,-1 1 0 0 0,1-1 0 0 0,-1 0 0 0 0,1 0 0 0 0,0 1 0 0 0,0-1 0 0 0,-1 0 0 0 0,1 0-1 0 0,0 0 1 0 0,0 1 0 0 0,0-1 0 0 0,0 0 0 0 0,0 0 0 0 0,0 0 0 0 0,0 0 0 0 0,0 1 0 0 0,0-1 0 0 0,0-1 0 0 0,1 0-1 0 0,-1 0 0 0 0,1 0 0 0 0,-1 0 0 0 0,1 0 1 0 0,0 0-1 0 0,0 1 0 0 0,0-1 0 0 0,0 0 0 0 0,0 1 1 0 0,0-1-1 0 0,0 1 0 0 0,1-1 0 0 0,-1 1 0 0 0,1-1 0 0 0,1 0 1 0 0,2-2-70 0 0,1 1 1 0 0,0 1-1 0 0,0-1 1 0 0,0 1 0 0 0,0 0-1 0 0,0 0 1 0 0,0 1-1 0 0,1 0 1 0 0,-1 0-1 0 0,1 0 1 0 0,-1 1 0 0 0,9 1-1 0 0,-7-1-767 0 0,-1 2 0 0 0,0-1 1 0 0,0 1-1 0 0,-1 0 0 0 0,1 0 0 0 0,11 6 0 0 0,-8-2-1515 0 0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14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0 203 88 0 0,'0'0'3068'0'0,"5"-1"-2857"0"0,19-4 59 0 0,12-5 87 0 0,57-25 367 0 0,-56 16-454 0 0,-31 16-217 0 0,-1 0 0 0 0,0 0 0 0 0,0-1 0 0 0,-1 0 0 0 0,1 0 0 0 0,-1 0-1 0 0,0 0 1 0 0,0-1 0 0 0,0 0 0 0 0,-1 0 0 0 0,1 0 0 0 0,-1 0-1 0 0,0 0 1 0 0,-1-1 0 0 0,1 1 0 0 0,-1-1 0 0 0,0 0 0 0 0,-1 0 0 0 0,1 1-1 0 0,-1-1 1 0 0,0 0 0 0 0,-1-10 0 0 0,0 13 31 0 0,-3 1 42 0 0,2 2-113 0 0,0-1 0 0 0,0 0 0 0 0,0 0 0 0 0,0 1 0 0 0,0-1 0 0 0,0 1-1 0 0,0-1 1 0 0,-1 1 0 0 0,1-1 0 0 0,0 1 0 0 0,0 0 0 0 0,-1-1 0 0 0,1 1 0 0 0,0 0 0 0 0,0 0 0 0 0,-1 0 0 0 0,-1 0 0 0 0,-1 1 6 0 0,0 0 0 0 0,-1 0 0 0 0,1 1 0 0 0,0-1 0 0 0,0 1 0 0 0,0 0 1 0 0,1 0-1 0 0,-1 0 0 0 0,0 0 0 0 0,1 1 0 0 0,0 0 0 0 0,-1-1 0 0 0,1 1 0 0 0,0 0 1 0 0,0 1-1 0 0,1-1 0 0 0,-1 0 0 0 0,1 1 0 0 0,-1 0 0 0 0,1-1 0 0 0,0 1 1 0 0,1 0-1 0 0,-1 0 0 0 0,1 0 0 0 0,-1 0 0 0 0,1 0 0 0 0,0 1 0 0 0,1-1 0 0 0,-1 0 1 0 0,1 0-1 0 0,0 1 0 0 0,0 4 0 0 0,1-4 5 0 0,-1-1 0 0 0,1 0 0 0 0,0 1 0 0 0,1-1 0 0 0,-1 0 0 0 0,1 0 1 0 0,0 0-1 0 0,-1 0 0 0 0,2 0 0 0 0,-1 0 0 0 0,0 0 0 0 0,1-1 0 0 0,0 1 0 0 0,0-1 0 0 0,0 0 0 0 0,0 0 0 0 0,0 0 0 0 0,1 0 0 0 0,-1-1 1 0 0,1 1-1 0 0,0-1 0 0 0,0 0 0 0 0,0 0 0 0 0,8 3 0 0 0,-4-3-9 0 0,0 0 0 0 0,1-1 0 0 0,-1 0 0 0 0,0 0 0 0 0,1-1 1 0 0,-1 0-1 0 0,0 0 0 0 0,0-1 0 0 0,1 0 0 0 0,-1-1 0 0 0,0 0 0 0 0,0 0 0 0 0,9-4 0 0 0,1-2 5 0 0,-1-2 0 0 0,0 0 0 0 0,0 0 0 0 0,-1-2 0 0 0,0 0 0 0 0,26-27 0 0 0,0 2 62 0 0,-39 33-61 0 0,12-6-1 0 0,-10 17-24 0 0,-5 16 0 0 0,-1-15 14 0 0,-1 9 18 0 0,0 7 21 0 0,4 3-1 0 0,11 28-5 0 0,-13-54-40 0 0,1 0 1 0 0,-1 0-1 0 0,1-1 0 0 0,-1 1 0 0 0,1 0 1 0 0,-1 0-1 0 0,1 0 0 0 0,-1 0 0 0 0,1-1 1 0 0,0 1-1 0 0,0 0 0 0 0,-1-1 1 0 0,1 1-1 0 0,0 0 0 0 0,0-1 0 0 0,0 1 1 0 0,0-1-1 0 0,0 1 0 0 0,0-1 0 0 0,0 0 1 0 0,-1 1-1 0 0,1-1 0 0 0,0 0 0 0 0,0 0 1 0 0,0 1-1 0 0,0-1 0 0 0,1 0 0 0 0,-1 0 1 0 0,0 0-1 0 0,0 0 0 0 0,0-1 1 0 0,0 1-1 0 0,0 0 0 0 0,0 0 0 0 0,0 0 1 0 0,1-1-1 0 0,36-15 35 0 0,-34 14-34 0 0,12-7 8 0 0,0 0-1 0 0,0-2 0 0 0,-1 1 0 0 0,0-2 0 0 0,-1 0 0 0 0,18-20 0 0 0,-26 23-93 0 0,2 9 25 0 0,-2 15 32 0 0,-5-1 13 0 0,4 28 19 0 0,-5-41-5 0 0,0 0 1 0 0,0 0-1 0 0,1 0 1 0 0,-1 0-1 0 0,1 1 1 0 0,-1-1-1 0 0,1 0 1 0 0,-1 0-1 0 0,1 0 1 0 0,0 0-1 0 0,-1 0 1 0 0,1 0-1 0 0,0 0 1 0 0,0 0-1 0 0,0-1 1 0 0,-1 1-1 0 0,1 0 1 0 0,0 0-1 0 0,0-1 1 0 0,0 1-1 0 0,0-1 1 0 0,1 1-1 0 0,-1-1 1 0 0,0 1-1 0 0,0-1 1 0 0,0 1-1 0 0,0-1 1 0 0,0 0-1 0 0,3 1 1 0 0,17-3 7 0 0,0-1 0 0 0,-1-1 0 0 0,1-1 0 0 0,-1 0-1 0 0,28-12 1 0 0,-24 8-11 0 0,2 1 0 0 0,-1 1 0 0 0,33-5-1 0 0,-44 10-12 0 0,30-2-19 0 0,-43 4 33 0 0,0 0 0 0 0,0 1 0 0 0,1-1 0 0 0,-1 0-1 0 0,0 0 1 0 0,0 0 0 0 0,0 1 0 0 0,0-1 0 0 0,0 1 0 0 0,1-1 0 0 0,-1 1 0 0 0,0-1 0 0 0,0 1 0 0 0,0 0 0 0 0,0-1 0 0 0,-1 1 0 0 0,1 0 0 0 0,0 0-1 0 0,0 0 1 0 0,0 0 0 0 0,-1-1 0 0 0,1 1 0 0 0,0 0 0 0 0,-1 0 0 0 0,1 1 0 0 0,-1-1 0 0 0,1 0 0 0 0,-1 0 0 0 0,1 0 0 0 0,-1 0 0 0 0,1 2-1 0 0,-1-1-1 0 0,1 0 0 0 0,-1 0-1 0 0,0 0 1 0 0,1 0 0 0 0,-1 0-1 0 0,0 0 1 0 0,0 0 0 0 0,0 0-1 0 0,-1 0 1 0 0,1 0 0 0 0,0 0-1 0 0,-1 0 1 0 0,1 0 0 0 0,-1 0-1 0 0,0 0 1 0 0,0 0 0 0 0,-1 3-1 0 0,-10 20-5 0 0,12-24 69 0 0,16 1-18 0 0,-14-2-41 0 0,0 1 1 0 0,1-1 0 0 0,-1 0-1 0 0,0 0 1 0 0,1 0-1 0 0,-1 0 1 0 0,0 0 0 0 0,1 0-1 0 0,-1-1 1 0 0,0 1 0 0 0,4-2-1 0 0,27-12 46 0 0,0-2 0 0 0,-1-1 0 0 0,0-2 1 0 0,-2-1-1 0 0,49-41 0 0 0,-81 63 1 0 0,0 0 0 0 0,0 0 0 0 0,0 0 1 0 0,0 0-1 0 0,0 0 0 0 0,1 1 0 0 0,-1-1 0 0 0,1 0 0 0 0,-1 1 1 0 0,1-1-1 0 0,0 1 0 0 0,0-1 0 0 0,0 1 0 0 0,1 0 1 0 0,-1-1-1 0 0,1 1 0 0 0,-1 0 0 0 0,1-1 0 0 0,0 1 0 0 0,0 0 1 0 0,0 0-1 0 0,0 0 0 0 0,0-1 0 0 0,1 1 0 0 0,0 0 1 0 0,-1-1-1 0 0,1 1 0 0 0,0 0 0 0 0,1 2 0 0 0,1 0-86 0 0,0 0 0 0 0,1 0 0 0 0,-1 0 0 0 0,1 0 0 0 0,0-1 0 0 0,0 1-1 0 0,1-1 1 0 0,-1 0 0 0 0,1-1 0 0 0,0 1 0 0 0,0-1 0 0 0,0 0 0 0 0,0 0 0 0 0,1 0-1 0 0,-1-1 1 0 0,8 3 0 0 0,9 2-1739 0 0,1 0 1 0 0,39 6-1 0 0,-17-6-794 0 0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17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241 757 640 0 0,'59'-69'6755'0'0,"-60"72"-6680"0"0,-1 1 0 0 0,0-1 0 0 0,-1 0 0 0 0,1 0 0 0 0,0-1 0 0 0,-1 1 0 0 0,0 0 0 0 0,1-1-1 0 0,-1 1 1 0 0,-5 2 0 0 0,1 1 99 0 0,-27 25 350 0 0,2 0 0 0 0,-54 71 0 0 0,69-78-345 0 0,1 0 0 0 0,1 1 0 0 0,1 0 0 0 0,1 1-1 0 0,-16 47 1 0 0,29-73-174 0 0,-5 35 356 0 0,5-35-356 0 0,0 1 1 0 0,0 0 0 0 0,0 0 0 0 0,1 0-1 0 0,-1-1 1 0 0,0 1 0 0 0,1 0 0 0 0,-1-1-1 0 0,1 1 1 0 0,-1 0 0 0 0,0 0 0 0 0,1-1-1 0 0,0 1 1 0 0,-1-1 0 0 0,1 1 0 0 0,-1-1 0 0 0,1 1-1 0 0,0-1 1 0 0,-1 1 0 0 0,1-1 0 0 0,0 1-1 0 0,-1-1 1 0 0,1 0 0 0 0,0 1 0 0 0,0-1-1 0 0,0 0 1 0 0,-1 0 0 0 0,1 1 0 0 0,0-1-1 0 0,0 0 1 0 0,0 0 0 0 0,-1 0 0 0 0,1 0-1 0 0,0 0 1 0 0,0 0 0 0 0,0 0 0 0 0,0-1 0 0 0,-1 1-1 0 0,1 0 1 0 0,0 0 0 0 0,0-1 0 0 0,-1 1-1 0 0,1 0 1 0 0,0-1 0 0 0,0 1 0 0 0,0-1-1 0 0,30-11 71 0 0,0-1 0 0 0,58-33-1 0 0,18-10 12 0 0,-103 56-87 0 0,1 0-1 0 0,0 0 0 0 0,-1 0 1 0 0,1 1-1 0 0,-1 0 0 0 0,1 0 0 0 0,-1 0 1 0 0,1 0-1 0 0,-1 1 0 0 0,0 0 0 0 0,1 0 1 0 0,-1 0-1 0 0,0 0 0 0 0,4 4 0 0 0,26 9 34 0 0,-25-13-29 0 0,0 0 0 0 0,0-1 0 0 0,0 0 0 0 0,0-1 0 0 0,0 1 0 0 0,0-2 1 0 0,0 1-1 0 0,0-2 0 0 0,0 1 0 0 0,0-1 0 0 0,-1 0 0 0 0,1-1 0 0 0,10-4 0 0 0,-13 4-1 0 0,1-1 0 0 0,-1 1 0 0 0,-1-1 0 0 0,1 0 0 0 0,0-1 0 0 0,-1 1 0 0 0,0-1 0 0 0,0 0 0 0 0,0-1-1 0 0,-1 1 1 0 0,0-1 0 0 0,0 0 0 0 0,0 0 0 0 0,-1 0 0 0 0,0 0 0 0 0,0-1 0 0 0,3-8 0 0 0,-3 4-2 0 0,0 0 0 0 0,-1 0 0 0 0,0 0 0 0 0,1-16 0 0 0,-3 25-12 0 0,1-2-1 0 0,-1 4 10 0 0,0 0 1 0 0,0-1 0 0 0,0 1 0 0 0,-1-1 0 0 0,1 1 0 0 0,0-1 0 0 0,0 1-1 0 0,0 0 1 0 0,0-1 0 0 0,0 1 0 0 0,0-1 0 0 0,0 1 0 0 0,0-1 0 0 0,1 1-1 0 0,-1 0 1 0 0,0-1 0 0 0,0 1 0 0 0,0-1 0 0 0,0 1 0 0 0,1 0 0 0 0,-1-1-1 0 0,0 1 1 0 0,0-1 0 0 0,0 1 0 0 0,1 0 0 0 0,-1-1 0 0 0,0 1 0 0 0,1 0-1 0 0,-1 0 1 0 0,0-1 0 0 0,1 1 0 0 0,-1 0 0 0 0,0 0 0 0 0,1-1 0 0 0,-1 1-1 0 0,1 0 1 0 0,-1 0 0 0 0,1 0 0 0 0,-1 0 0 0 0,0-1 0 0 0,1 1 0 0 0,-1 0-1 0 0,1 0 1 0 0,-1 0 0 0 0,1 0 0 0 0,0 0 0 0 0,11 0 3 0 0,-1 0 0 0 0,1 0 0 0 0,0 2 0 0 0,13 1 0 0 0,24 3-4 0 0,-5-6 2 0 0,1-2 0 0 0,-1-2 1 0 0,0-2-1 0 0,0-2 0 0 0,0-1 1 0 0,50-19-1 0 0,-62 16 2 0 0,0-1-1 0 0,0-1 1 0 0,-1-2 0 0 0,-1-1-1 0 0,-1-1 1 0 0,0-2 0 0 0,-1 0-1 0 0,38-39 1 0 0,-51 41-8 0 0,0-1-1 0 0,-2 0 1 0 0,0-1-1 0 0,-1 0 1 0 0,-1-1-1 0 0,-1-1 1 0 0,-1 0 0 0 0,0 0-1 0 0,-2 0 1 0 0,-1-1-1 0 0,0-1 1 0 0,-2 1-1 0 0,-1 0 1 0 0,-1-1-1 0 0,-1 0 1 0 0,-1 1 0 0 0,0-1-1 0 0,-2 0 1 0 0,-1 1-1 0 0,-1-1 1 0 0,-1 1-1 0 0,-1 0 1 0 0,-15-37-1 0 0,20 58 4 0 0,0 0-1 0 0,0 0 1 0 0,0-1-1 0 0,0 1 1 0 0,0 0-1 0 0,0 0 1 0 0,-1 0-1 0 0,1 0 1 0 0,-1 1-1 0 0,1-1 1 0 0,-1 0-1 0 0,0 1 1 0 0,0-1-1 0 0,1 1 1 0 0,-1-1-1 0 0,0 1 1 0 0,0 0-1 0 0,-1 0 1 0 0,1 0-1 0 0,0 0 1 0 0,0 0-1 0 0,-5-1 1 0 0,4 2-1 0 0,-1 0 1 0 0,1 0-1 0 0,-1 1 0 0 0,1-1 1 0 0,-1 1-1 0 0,1 0 1 0 0,-1 0-1 0 0,1 0 1 0 0,0 0-1 0 0,0 1 1 0 0,0-1-1 0 0,-1 1 1 0 0,-4 4-1 0 0,-5 4-6 0 0,0 1 0 0 0,0 0 0 0 0,1 2-1 0 0,0-1 1 0 0,-12 19 0 0 0,-16 27-8 0 0,-61 121 0 0 0,22-12 30 0 0,52-109-10 0 0,-48 118 17 0 0,46-95 18 0 0,-26 114-1 0 0,29-121-5 0 0,11-35 39 0 0,15-37-38 0 0,-1 0 7 0 0,1-2-36 0 0,0 0-1 0 0,0 0 0 0 0,0 0 1 0 0,0 0-1 0 0,-1 1 0 0 0,1-1 0 0 0,0 0 1 0 0,0 0-1 0 0,0 0 0 0 0,0 0 1 0 0,0 0-1 0 0,0 1 0 0 0,0-1 1 0 0,-1 0-1 0 0,1 0 0 0 0,0 0 1 0 0,0 0-1 0 0,0 1 0 0 0,0-1 1 0 0,0 0-1 0 0,0 0 0 0 0,0 0 1 0 0,0 0-1 0 0,0 1 0 0 0,0-1 1 0 0,0 0-1 0 0,0 0 0 0 0,0 0 1 0 0,0 1-1 0 0,0-1 0 0 0,0 0 0 0 0,0 0 1 0 0,0 0-1 0 0,1 0 0 0 0,-1 1 1 0 0,0-1-1 0 0,0 0 0 0 0,0 0 1 0 0,0 0-1 0 0,0 0 0 0 0,0 0 1 0 0,0 1-1 0 0,1-1 0 0 0,-1 0 1 0 0,0 0-1 0 0,0 0 0 0 0,0 0 1 0 0,0 0-1 0 0,0 0 0 0 0,1 0 1 0 0,-1 0-1 0 0,0 0 0 0 0,0 0 1 0 0,0 1-1 0 0,0-1 0 0 0,1 0 1 0 0,-1 0-1 0 0,0 0 0 0 0,0 0 0 0 0,0 0 1 0 0,1 0-1 0 0,-1 0 0 0 0,0 0 1 0 0,24-13 5 0 0,0 2 0 0 0,1 1 0 0 0,0 1 0 0 0,0 1 0 0 0,1 1 1 0 0,0 2-1 0 0,1 0 0 0 0,-1 2 0 0 0,1 1 0 0 0,30 1 0 0 0,3 4-9 0 0,-6 0 19 0 0,71-4-1 0 0,-108 0-12 0 0,0-2 1 0 0,0 0 0 0 0,0 0 0 0 0,-1-2-1 0 0,1 0 1 0 0,-1-1 0 0 0,0 0 0 0 0,20-12-1 0 0,-24 11 0 0 0,-1 0 0 0 0,1-1-1 0 0,-1 0 1 0 0,-1-1 0 0 0,1 0-1 0 0,-2 0 1 0 0,1-1 0 0 0,-1-1-1 0 0,-1 1 1 0 0,14-24 0 0 0,-21 32 2 0 0,-2 2-49 0 0,-1 0 40 0 0,1 1 1 0 0,-1-1 0 0 0,1 1 0 0 0,-1-1-1 0 0,1 1 1 0 0,-1-1 0 0 0,1 1 0 0 0,0 0-1 0 0,-1 0 1 0 0,1 0 0 0 0,0 0 0 0 0,-1 0-1 0 0,1 0 1 0 0,0 0 0 0 0,0 0 0 0 0,0 0-1 0 0,0 0 1 0 0,0 0 0 0 0,0 1 0 0 0,1-1-1 0 0,-1 1 1 0 0,0-1 0 0 0,1 0-1 0 0,-1 1 1 0 0,1-1 0 0 0,-1 1 0 0 0,1-1-1 0 0,0 1 1 0 0,-1-1 0 0 0,1 4 0 0 0,0-2 3 0 0,-1 0 0 0 0,1 0 0 0 0,0 0 0 0 0,0 0 0 0 0,0 0 0 0 0,0 0-1 0 0,1 0 1 0 0,-1 0 0 0 0,1 0 0 0 0,0 0 0 0 0,0 0 0 0 0,0 0 0 0 0,0-1 0 0 0,1 1 0 0 0,-1 0 0 0 0,3 3 0 0 0,1-1 8 0 0,0 0 0 0 0,1 0 0 0 0,0 0-1 0 0,-1-1 1 0 0,2 0 0 0 0,-1-1 0 0 0,0 1 0 0 0,1-1 0 0 0,7 3-1 0 0,-12-5-6 0 0,0-1 0 0 0,0 1 0 0 0,0 0 0 0 0,0-1 0 0 0,0 0 0 0 0,0 1 0 0 0,0-1 0 0 0,-1 0 0 0 0,1 0 0 0 0,0 0 0 0 0,0 0 0 0 0,0 0 0 0 0,0 0 0 0 0,0-1-1 0 0,0 1 1 0 0,0-1 0 0 0,0 1 0 0 0,0-1 0 0 0,-1 0 0 0 0,1 0 0 0 0,0 0 0 0 0,0 0 0 0 0,-1 0 0 0 0,1 0 0 0 0,-1 0 0 0 0,1 0 0 0 0,-1-1 0 0 0,1 1 0 0 0,-1-1 0 0 0,0 1 0 0 0,0-1-1 0 0,1 1 1 0 0,-1-1 0 0 0,0 0 0 0 0,-1 1 0 0 0,1-1 0 0 0,1-3 0 0 0,-2 2 7 0 0,1 0 0 0 0,-1 0-1 0 0,0-1 1 0 0,0 1 0 0 0,0 0-1 0 0,0 0 1 0 0,-1 0 0 0 0,1-1 0 0 0,-1 1-1 0 0,0 0 1 0 0,0 0 0 0 0,0 0-1 0 0,0 0 1 0 0,0 0 0 0 0,-4-5 0 0 0,3 4-4 0 0,-1-1 0 0 0,0 0 0 0 0,0 1 1 0 0,0 0-1 0 0,-1 0 0 0 0,0 0 0 0 0,-8-7 0 0 0,11 10-109 0 0,-9 0-764 0 0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18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56 572 0 0,'1'-3'379'0'0,"0"1"0"0"0,0-1 0 0 0,0 0 0 0 0,-1 0 0 0 0,1 0 0 0 0,-1 0 0 0 0,0 1 0 0 0,0-1 1 0 0,0 0-1 0 0,0 0 0 0 0,-1-5 0 0 0,0 7-287 0 0,0-1 1 0 0,0 1 0 0 0,1 0 0 0 0,-1 0 0 0 0,0 0-1 0 0,0 0 1 0 0,0 0 0 0 0,0 0 0 0 0,0 1-1 0 0,-1-1 1 0 0,1 0 0 0 0,0 0 0 0 0,0 1 0 0 0,-1-1-1 0 0,1 1 1 0 0,0-1 0 0 0,0 1 0 0 0,-1 0-1 0 0,1-1 1 0 0,-1 1 0 0 0,1 0 0 0 0,0 0 0 0 0,-3 0-1 0 0,2 0 180 0 0,-25 4 360 0 0,24-2-586 0 0,1-1 0 0 0,0 1-1 0 0,1 0 1 0 0,-1 0-1 0 0,0 0 1 0 0,0 0 0 0 0,1 0-1 0 0,-1 0 1 0 0,1 0-1 0 0,0 1 1 0 0,0-1 0 0 0,0 0-1 0 0,0 1 1 0 0,0-1-1 0 0,0 1 1 0 0,0-1 0 0 0,1 1-1 0 0,0-1 1 0 0,-1 1-1 0 0,1 0 1 0 0,0-1 0 0 0,0 1-1 0 0,0 0 1 0 0,1-1-1 0 0,-1 1 1 0 0,0-1 0 0 0,1 1-1 0 0,0-1 1 0 0,1 5-1 0 0,5 12 72 0 0,0 1-1 0 0,2-2 1 0 0,10 19-1 0 0,0 2 80 0 0,-15-30-148 0 0,-1 0-1 0 0,0 0 1 0 0,0 0 0 0 0,2 14-1 0 0,-5-20-34 0 0,0-1-1 0 0,1 0 0 0 0,-1 0 0 0 0,0 1 1 0 0,0-1-1 0 0,-1 0 0 0 0,1 0 0 0 0,0 0 1 0 0,-1 1-1 0 0,1-1 0 0 0,-1 0 0 0 0,0 0 0 0 0,0 0 1 0 0,0 0-1 0 0,0 0 0 0 0,0 0 0 0 0,0 0 1 0 0,0 0-1 0 0,-1-1 0 0 0,1 1 0 0 0,-1 0 1 0 0,1-1-1 0 0,-4 3 0 0 0,3-2 183 0 0,5-3-193 0 0,-1 1 0 0 0,1-1 0 0 0,-1 1 0 0 0,1-1 0 0 0,-1 0 0 0 0,0 0 0 0 0,1 0 0 0 0,-1 0-1 0 0,0 0 1 0 0,0-1 0 0 0,0 1 0 0 0,3-3 0 0 0,2 0 0 0 0,44-23-27 0 0,-1-3 0 0 0,-2-1 0 0 0,-1-3 0 0 0,81-74 0 0 0,-127 102 485 0 0,-10 6-382 0 0,7 1-76 0 0,0-1 1 0 0,1 0-1 0 0,-1 1 0 0 0,0 0 1 0 0,1-1-1 0 0,-1 1 1 0 0,1 0-1 0 0,-1 0 1 0 0,1 0-1 0 0,-1 0 1 0 0,1 0-1 0 0,0 0 0 0 0,0 0 1 0 0,-3 3-1 0 0,3-1-6 0 0,0-1 0 0 0,0 1-1 0 0,0 0 1 0 0,1-1 0 0 0,-1 1 0 0 0,1 0-1 0 0,-1 0 1 0 0,1 0 0 0 0,0-1-1 0 0,0 1 1 0 0,0 0 0 0 0,1 0-1 0 0,-1 0 1 0 0,1 0 0 0 0,-1-1-1 0 0,1 1 1 0 0,0 0 0 0 0,0-1-1 0 0,0 1 1 0 0,0-1 0 0 0,1 1-1 0 0,-1-1 1 0 0,1 1 0 0 0,0-1 0 0 0,-1 0-1 0 0,1 0 1 0 0,0 0 0 0 0,0 0-1 0 0,3 2 1 0 0,2 3-940 0 0,1-1 0 0 0,0 0 0 0 0,0 0 0 0 0,0-1 1 0 0,1 0-1 0 0,16 7 0 0 0,-1-4-1728 0 0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2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52 272 0 0,'1'-16'2973'0'0,"-1"14"-2813"0"0,0 0 0 0 0,1 0 0 0 0,-1 0 1 0 0,1 0-1 0 0,-1 0 0 0 0,1 0 0 0 0,0 0 0 0 0,0 0 0 0 0,0 1 0 0 0,0-1 0 0 0,0 0 1 0 0,0 1-1 0 0,1-1 0 0 0,-1 0 0 0 0,0 1 0 0 0,1 0 0 0 0,-1-1 0 0 0,3-1 1 0 0,-3 3-123 0 0,1 0 0 0 0,-1 0 0 0 0,0 0 1 0 0,0 0-1 0 0,1 0 0 0 0,-1 0 1 0 0,0 0-1 0 0,0 0 0 0 0,1 0 1 0 0,-1 0-1 0 0,0 1 0 0 0,0-1 0 0 0,1 0 1 0 0,-1 1-1 0 0,0-1 0 0 0,0 1 1 0 0,0 0-1 0 0,0-1 0 0 0,0 1 1 0 0,0 0-1 0 0,0 0 0 0 0,0-1 0 0 0,0 1 1 0 0,0 0-1 0 0,0 0 0 0 0,0 0 1 0 0,0 0-1 0 0,-1 0 0 0 0,1 0 1 0 0,-1 1-1 0 0,1-1 0 0 0,0 0 0 0 0,-1 0 1 0 0,1 3-1 0 0,4 6 49 0 0,-1 0 0 0 0,0 1 0 0 0,0 0 0 0 0,-1 0 0 0 0,-1 0 0 0 0,0 0 0 0 0,1 16 0 0 0,-1 80 249 0 0,-2-99-258 0 0,0 0 0 0 0,-1 0 0 0 0,0 0-1 0 0,-1-1 1 0 0,0 1 0 0 0,0 0 0 0 0,0-1-1 0 0,-1 0 1 0 0,0 1 0 0 0,-1-1 0 0 0,1 0 0 0 0,-1 0-1 0 0,-1-1 1 0 0,1 1 0 0 0,-1-1 0 0 0,0 0 0 0 0,-1 0-1 0 0,-10 8 1 0 0,15-13 138 0 0,-7-8-74 0 0,7 7-137 0 0,0-1 0 0 0,1 1 1 0 0,-1 0-1 0 0,0 0 0 0 0,1-1 0 0 0,-1 1 1 0 0,0 0-1 0 0,1-1 0 0 0,-1 1 1 0 0,1 0-1 0 0,-1-1 0 0 0,0 1 1 0 0,1-1-1 0 0,-1 1 0 0 0,1-1 1 0 0,0 1-1 0 0,-1-1 0 0 0,1 0 1 0 0,-1 1-1 0 0,1-1 0 0 0,0 0 1 0 0,-1 1-1 0 0,1-1 0 0 0,0 0 0 0 0,0 1 1 0 0,0-1-1 0 0,0 0 0 0 0,-1 1 1 0 0,1-1-1 0 0,0 0 0 0 0,0 1 1 0 0,0-2-1 0 0,2-12 26 0 0,-1 0 0 0 0,1 0 1 0 0,1 1-1 0 0,1-1 0 0 0,0 1 0 0 0,1 0 1 0 0,0 0-1 0 0,1 0 0 0 0,0 1 0 0 0,13-19 1 0 0,-7 12-18 0 0,1 1 1 0 0,1 1-1 0 0,1 0 1 0 0,0 0 0 0 0,36-27-1 0 0,-46 39-16 0 0,1 1 0 0 0,0 0 0 0 0,0 0 0 0 0,0 0 0 0 0,1 1 0 0 0,0 0 0 0 0,-1 0 0 0 0,1 1 0 0 0,0 0 0 0 0,0 0 0 0 0,0 0 0 0 0,0 1 0 0 0,1 0 0 0 0,-1 1 0 0 0,0-1 0 0 0,0 1 0 0 0,0 1 0 0 0,1 0 0 0 0,-1 0 0 0 0,0 0 0 0 0,0 0 0 0 0,0 1 0 0 0,0 1 0 0 0,0-1 0 0 0,0 1 0 0 0,-1 0 0 0 0,0 0 0 0 0,11 8 0 0 0,-9-5 2 0 0,0 1 0 0 0,0 0 1 0 0,-1 0-1 0 0,0 1 1 0 0,0 0-1 0 0,-1 1 1 0 0,0-1-1 0 0,0 1 0 0 0,-1 0 1 0 0,0 0-1 0 0,-1 1 1 0 0,7 19-1 0 0,-4 15 68 0 0,-6-43-28 0 0,-1 6-26 0 0,-1-5 11 0 0,1-5 123 0 0,-1-3-147 0 0,1 1-1 0 0,0-1 0 0 0,1 1 1 0 0,-1-1-1 0 0,1 0 0 0 0,0 1 0 0 0,0 0 1 0 0,1-1-1 0 0,0 1 0 0 0,-1 0 1 0 0,2 0-1 0 0,-1 0 0 0 0,1 0 1 0 0,0 0-1 0 0,0 0 0 0 0,0 1 1 0 0,0-1-1 0 0,1 1 0 0 0,0 0 0 0 0,0 0 1 0 0,6-4-1 0 0,-7 5-1 0 0,1 1-1 0 0,0 0 0 0 0,0 0 1 0 0,0 0-1 0 0,0 0 1 0 0,0 1-1 0 0,0-1 1 0 0,1 1-1 0 0,-1 0 1 0 0,0 1-1 0 0,1-1 1 0 0,-1 1-1 0 0,1-1 1 0 0,-1 1-1 0 0,1 1 1 0 0,-1-1-1 0 0,0 1 1 0 0,5 0-1 0 0,6 4-8 0 0,0 0 0 0 0,0 1 0 0 0,25 13 0 0 0,8 4 1 0 0,-28-16 14 0 0,-1-2 0 0 0,1 0-1 0 0,0-1 1 0 0,1 0 0 0 0,-1-2 0 0 0,0-1-1 0 0,1 0 1 0 0,29-4 0 0 0,-20 0 3 0 0,0-2-1 0 0,1-1 1 0 0,-2-1-1 0 0,1-1 1 0 0,29-14 0 0 0,-51 19-6 0 0,-4 2-1 0 0,0 0-1 0 0,-1-1 0 0 0,1 1 1 0 0,-1-1-1 0 0,1 0 0 0 0,-1 0 1 0 0,0 0-1 0 0,1 0 1 0 0,-1 0-1 0 0,-1-1 0 0 0,1 1 1 0 0,0-1-1 0 0,0 0 1 0 0,-1 0-1 0 0,0 0 0 0 0,0 0 1 0 0,0-1-1 0 0,0 1 1 0 0,0 0-1 0 0,1-5 0 0 0,-2 6 0 0 0,0 0-1 0 0,-1 1 0 0 0,1-1 0 0 0,-1 0 1 0 0,0 0-1 0 0,1 0 0 0 0,-1 0 1 0 0,0 1-1 0 0,0-1 0 0 0,0 0 0 0 0,0 0 1 0 0,-1 0-1 0 0,1 0 0 0 0,0 1 0 0 0,-1-1 1 0 0,1 0-1 0 0,-1 0 0 0 0,0 1 1 0 0,1-1-1 0 0,-1 0 0 0 0,0 1 0 0 0,0-1 1 0 0,0 0-1 0 0,0 1 0 0 0,-1 0 0 0 0,1-1 1 0 0,0 1-1 0 0,-1 0 0 0 0,1-1 1 0 0,0 1-1 0 0,-1 0 0 0 0,0 0 0 0 0,1 0 1 0 0,-1 0-1 0 0,0 1 0 0 0,1-1 0 0 0,-1 0 1 0 0,0 1-1 0 0,0-1 0 0 0,1 1 1 0 0,-1 0-1 0 0,-3-1 0 0 0,-5 2 4 0 0,-1 0 1 0 0,1 0-1 0 0,-1 1 0 0 0,1 1 0 0 0,0-1 0 0 0,0 2 1 0 0,0-1-1 0 0,0 2 0 0 0,1-1 0 0 0,-1 1 1 0 0,-12 10-1 0 0,18-13 4 0 0,1 0 1 0 0,0 1 0 0 0,-1-1-1 0 0,1 1 1 0 0,0 0 0 0 0,1 0-1 0 0,-1 0 1 0 0,1 1 0 0 0,-1-1-1 0 0,1 1 1 0 0,0-1 0 0 0,0 1-1 0 0,0 0 1 0 0,1-1-1 0 0,-1 1 1 0 0,1 0 0 0 0,0 0-1 0 0,0 0 1 0 0,0 0 0 0 0,1 0-1 0 0,-1 0 1 0 0,1 1 0 0 0,0-1-1 0 0,0 0 1 0 0,1 0 0 0 0,-1 0-1 0 0,1 0 1 0 0,0 0 0 0 0,0 0-1 0 0,0 0 1 0 0,1 0-1 0 0,-1 0 1 0 0,4 5 0 0 0,-2-4 2 0 0,1 0 1 0 0,0 0-1 0 0,1 0 1 0 0,-1 0 0 0 0,1-1-1 0 0,0 1 1 0 0,0-1-1 0 0,0-1 1 0 0,1 1-1 0 0,-1-1 1 0 0,1 0-1 0 0,0 0 1 0 0,0 0 0 0 0,0-1-1 0 0,0 0 1 0 0,0 0-1 0 0,12 1 1 0 0,5 1-108 0 0,-1-1 1 0 0,2-1 0 0 0,36-1-1 0 0,-30-2-200 0 0,0-1-1 0 0,0-1 0 0 0,0-2 0 0 0,-1-1 1 0 0,1-1-1 0 0,-1-2 0 0 0,-1-1 0 0 0,0-1 1 0 0,27-14-1 0 0,-50 21 278 0 0,0 0 1 0 0,0 0-1 0 0,-1 0 1 0 0,1-1-1 0 0,-1 0 1 0 0,0 0-1 0 0,0 0 1 0 0,-1 0-1 0 0,0-1 1 0 0,4-7-1 0 0,-4 9 105 0 0,-3 3 89 0 0,1-1-119 0 0,-1 0 0 0 0,0 1 0 0 0,0-1 0 0 0,0 1-1 0 0,0-1 1 0 0,0 1 0 0 0,0-1 0 0 0,-1 1-1 0 0,1-1 1 0 0,-1 1 0 0 0,1-1 0 0 0,-1 1 0 0 0,1-1-1 0 0,-1 1 1 0 0,0 0 0 0 0,1-1 0 0 0,-1 1 0 0 0,0 0-1 0 0,0 0 1 0 0,0-1 0 0 0,0 1 0 0 0,0 0-1 0 0,0 0 1 0 0,-1 0 0 0 0,1 0 0 0 0,0 0 0 0 0,0 0-1 0 0,-3 0 1 0 0,2 0-23 0 0,-1 1-1 0 0,0 0 1 0 0,0-1 0 0 0,0 1-1 0 0,0 0 1 0 0,1 1-1 0 0,-1-1 1 0 0,0 0 0 0 0,0 1-1 0 0,0 0 1 0 0,1 0-1 0 0,-1-1 1 0 0,0 1 0 0 0,-2 2-1 0 0,4-2-4 0 0,-58 42 61 0 0,53-37-72 0 0,0 0 0 0 0,0 1 1 0 0,1-1-1 0 0,0 1 0 0 0,0 0 1 0 0,0 0-1 0 0,1 1 0 0 0,1-1 0 0 0,-1 1 1 0 0,1 0-1 0 0,0 0 0 0 0,-2 13 0 0 0,5-21-13 0 0,0 1-1 0 0,0 0 0 0 0,0-1 0 0 0,0 1 0 0 0,0 0 0 0 0,1-1 1 0 0,-1 1-1 0 0,0 0 0 0 0,0-1 0 0 0,1 1 0 0 0,-1 0 0 0 0,0-1 1 0 0,1 1-1 0 0,-1-1 0 0 0,1 1 0 0 0,-1-1 0 0 0,1 1 1 0 0,-1-1-1 0 0,1 1 0 0 0,-1-1 0 0 0,1 1 0 0 0,-1-1 0 0 0,1 1 1 0 0,0-1-1 0 0,-1 0 0 0 0,1 0 0 0 0,0 1 0 0 0,-1-1 1 0 0,1 0-1 0 0,0 0 0 0 0,-1 0 0 0 0,1 0 0 0 0,0 1 0 0 0,0-1 1 0 0,-1 0-1 0 0,2-1 0 0 0,30-2 58 0 0,-26 2-41 0 0,6-2-2 0 0,-1-1 0 0 0,-1 0 1 0 0,1-1-1 0 0,-1 0 0 0 0,1-1 0 0 0,-1 0 1 0 0,-1 0-1 0 0,18-16 0 0 0,-19 16-12 0 0,-6 5-12 0 0,4-3-28 0 0,-6 4 32 0 0,0-1-1 0 0,0 1 1 0 0,0 0 0 0 0,1-1 0 0 0,-1 1 0 0 0,0 0 0 0 0,1-1 0 0 0,-1 1-1 0 0,0 0 1 0 0,0 0 0 0 0,1-1 0 0 0,-1 1 0 0 0,0 0 0 0 0,1 0 0 0 0,-1 0 0 0 0,1 0-1 0 0,-1-1 1 0 0,0 1 0 0 0,1 0 0 0 0,-1 0 0 0 0,0 0 0 0 0,1 0 0 0 0,-1 0-1 0 0,1 0 1 0 0,-1 0 0 0 0,0 0 0 0 0,1 0 0 0 0,-1 0 0 0 0,1 0 0 0 0,-1 0-1 0 0,0 0 1 0 0,1 0 0 0 0,0 1 0 0 0,0 2 0 0 0,0-2 5 0 0,0 1-1 0 0,0 0 1 0 0,0-1-1 0 0,0 1 1 0 0,1-1-1 0 0,-1 1 1 0 0,0-1 0 0 0,1 1-1 0 0,-1-1 1 0 0,1 0-1 0 0,-1 0 1 0 0,1 0-1 0 0,0 0 1 0 0,-1 0-1 0 0,1 0 1 0 0,0 0-1 0 0,0-1 1 0 0,0 1-1 0 0,0 0 1 0 0,0-1-1 0 0,-1 0 1 0 0,1 1-1 0 0,0-1 1 0 0,3 0-1 0 0,1 1 1 0 0,1 0-1 0 0,0 0 1 0 0,0-1-1 0 0,-1 0 0 0 0,1 0 1 0 0,0-1-1 0 0,0 0 0 0 0,-1 0 1 0 0,1 0-1 0 0,0-1 1 0 0,-1 0-1 0 0,1 0 0 0 0,-1-1 1 0 0,0 0-1 0 0,11-6 1 0 0,3-5-4 0 0,0-1 1 0 0,36-33 0 0 0,-53 45 2 0 0,28-40-17 0 0,-30 41 10 0 0,11-8-114 0 0,-11 129 86 0 0,-1-117 35 0 0,0 0 4 0 0,-2 8-5 0 0,1-8 11 0 0,1-1 20 0 0,0-1-29 0 0,0 0 1 0 0,0 1-1 0 0,-1-1 1 0 0,1 0-1 0 0,0 0 1 0 0,0 0-1 0 0,0 0 1 0 0,0 1-1 0 0,0-1 1 0 0,0 0-1 0 0,0 0 1 0 0,0 0-1 0 0,0 0 1 0 0,0 1-1 0 0,0-1 1 0 0,0 0-1 0 0,0 0 1 0 0,0 0-1 0 0,0 1 1 0 0,0-1-1 0 0,0 0 0 0 0,0 0 1 0 0,0 0-1 0 0,0 1 1 0 0,0-1-1 0 0,0 0 1 0 0,0 0-1 0 0,0 0 1 0 0,0 0-1 0 0,0 1 1 0 0,0-1-1 0 0,0 0 1 0 0,1 0-1 0 0,-1 0 1 0 0,0 0-1 0 0,0 0 1 0 0,0 1-1 0 0,0-1 1 0 0,0 0-1 0 0,1 0 1 0 0,-1 0-1 0 0,0 0 1 0 0,0 0-1 0 0,0 0 0 0 0,0 0 1 0 0,1 0-1 0 0,-1 1 1 0 0,0-1-1 0 0,0 0 1 0 0,0 0-1 0 0,0 0 1 0 0,1 0-1 0 0,-1 0 1 0 0,0 0-1 0 0,0 0 1 0 0,0 0-1 0 0,1 0 1 0 0,34-37 9 0 0,-23 23-21 0 0,0 1 0 0 0,1 1 1 0 0,0 0-1 0 0,1 1 0 0 0,27-18 1 0 0,-40 28 5 0 0,1 0 1 0 0,-1 0 0 0 0,1 1-1 0 0,-1-1 1 0 0,1 0 0 0 0,0 0 0 0 0,-1 1-1 0 0,1-1 1 0 0,0 1 0 0 0,0 0-1 0 0,-1-1 1 0 0,1 1 0 0 0,0 0-1 0 0,0 0 1 0 0,0 0 0 0 0,-1 0-1 0 0,1 0 1 0 0,0 0 0 0 0,0 1 0 0 0,-1-1-1 0 0,1 1 1 0 0,0-1 0 0 0,-1 1-1 0 0,1 0 1 0 0,0-1 0 0 0,-1 1-1 0 0,3 1 1 0 0,2 3-2 0 0,-1 0-1 0 0,1 1 1 0 0,-1-1 0 0 0,0 1 0 0 0,6 9-1 0 0,-8-11 8 0 0,0 1 0 0 0,0-1 0 0 0,1 0 0 0 0,-1 0 0 0 0,1 0 0 0 0,0 0 0 0 0,0-1 1 0 0,0 0-1 0 0,0 1 0 0 0,1-2 0 0 0,8 6 0 0 0,-7-7 0 0 0,0 1 1 0 0,0-1-1 0 0,0 0 1 0 0,0 0-1 0 0,0-1 1 0 0,0 1 0 0 0,0-1-1 0 0,0-1 1 0 0,0 1-1 0 0,0-1 1 0 0,0 0-1 0 0,0-1 1 0 0,9-2-1 0 0,-6-1 6 0 0,0 1 0 0 0,-1-2 0 0 0,1 1-1 0 0,-1-1 1 0 0,12-12 0 0 0,19-13 230 0 0,-38 30-112 0 0,0 0-88 0 0,4-4-50 0 0,-1 24 178 0 0,-8 18-4316 0 0,2-30 1441 0 0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3:22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40 140,'0'0'760,"-3"-14"568,3 2 248,-3-2-4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2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47 84 0 0,'-10'33'5014'0'0,"10"-33"-4985"0"0,0 0 1 0 0,0 1 0 0 0,0-1-1 0 0,0 1 1 0 0,0-1-1 0 0,0 0 1 0 0,0 1-1 0 0,0-1 1 0 0,0 0-1 0 0,0 1 1 0 0,0-1 0 0 0,0 1-1 0 0,1-1 1 0 0,-1 0-1 0 0,0 1 1 0 0,0-1-1 0 0,0 0 1 0 0,0 1 0 0 0,1-1-1 0 0,-1 0 1 0 0,0 0-1 0 0,0 1 1 0 0,1-1-1 0 0,-1 0 1 0 0,0 0 0 0 0,0 1-1 0 0,1-1 1 0 0,-1 0-1 0 0,0 0 1 0 0,1 0-1 0 0,-1 1 1 0 0,0-1 0 0 0,1 0-1 0 0,0 0 1 0 0,15-5 471 0 0,31-28-377 0 0,-12 8-10 0 0,-15 14-83 0 0,-17 9-28 0 0,0 0 1 0 0,0 0-1 0 0,0 1 0 0 0,0-1 1 0 0,0 1-1 0 0,0 0 0 0 0,0 0 0 0 0,1 0 1 0 0,-1 0-1 0 0,0 0 0 0 0,1 1 1 0 0,-1-1-1 0 0,1 1 0 0 0,-1 0 1 0 0,1 0-1 0 0,5 1 0 0 0,-7 0 15 0 0,-1-1-1 0 0,0 0 0 0 0,0 1 1 0 0,0-1-1 0 0,0 1 0 0 0,0-1 1 0 0,0 1-1 0 0,0 0 0 0 0,0-1 1 0 0,0 1-1 0 0,0 0 0 0 0,-1 0 1 0 0,1-1-1 0 0,0 1 0 0 0,0 0 1 0 0,-1 0-1 0 0,1 0 0 0 0,0 0 1 0 0,-1 0-1 0 0,1 0 1 0 0,-1 0-1 0 0,1 0 0 0 0,-1 0 1 0 0,0 1-1 0 0,1-1 0 0 0,-1 0 1 0 0,0 0-1 0 0,0 0 0 0 0,0 0 1 0 0,0 2-1 0 0,-2 33 567 0 0,-33 117 843 0 0,2-13-726 0 0,29-114-669 0 0,2 0 1 0 0,0 36 0 0 0,6 14-3052 0 0,1-57 260 0 0,4 2 210 0 0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3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0 804 0 0,'1'1'5989'0'0,"3"13"-3931"0"0,5 17-2132 0 0,-8-30 182 0 0,28 3 185 0 0,0-6-166 0 0,-1-1-1 0 0,30-7 1 0 0,-28 5-46 0 0,59-5 0 0 0,-80 10-56 0 0,1 0 0 0 0,-1 1 0 0 0,0 0-1 0 0,1 1 1 0 0,-1 0 0 0 0,0 0 0 0 0,0 1 0 0 0,0 0 0 0 0,0 0 0 0 0,13 8 0 0 0,-20-10-13 0 0,0 0 0 0 0,0 0 0 0 0,0 1 0 0 0,0-1 0 0 0,-1 0 0 0 0,1 1 0 0 0,0 0 0 0 0,0-1 0 0 0,-1 1 0 0 0,1 0 0 0 0,-1 0 0 0 0,0 0 0 0 0,1 0 0 0 0,0 2 0 0 0,-2-2 13 0 0,0-1 0 0 0,1 0 0 0 0,-1 0 0 0 0,0 0-1 0 0,0 0 1 0 0,0 1 0 0 0,0-1 0 0 0,0 0 0 0 0,0 0 0 0 0,0 0 0 0 0,-1 1-1 0 0,1-1 1 0 0,0 0 0 0 0,-1 0 0 0 0,1 0 0 0 0,-1 0 0 0 0,1 0 0 0 0,-1 0-1 0 0,1 0 1 0 0,-2 1 0 0 0,-2 3-156 0 0,0-1 0 0 0,-1 1-1 0 0,0-1 1 0 0,0 0 0 0 0,0-1 0 0 0,0 1-1 0 0,-1-1 1 0 0,-8 4 0 0 0,-5-5-3622 0 0,13-2 2817 0 0,-14 0-1782 0 0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3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8641 0 0,'2'-17'44'0'0,"-1"1"12"0"0,-1 3 244 0 0,4-2 4 0 0,-2 1-88 0 0,-1 1-68 0 0,-1 3 44 0 0,5-10-128 0 0,-4 12-4 0 0,4 1-12 0 0,5 2-300 0 0,4 5-1916 0 0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4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39 64 0 0,'-1'-1'308'0'0,"0"-1"-56"0"0,1 0 0 0 0,-1-1 0 0 0,0 1 0 0 0,0 0 0 0 0,-1 0 0 0 0,1 0 0 0 0,0 1 0 0 0,0-1 0 0 0,-1 0 0 0 0,0 0 0 0 0,1 1 0 0 0,-1-1 0 0 0,0 1 0 0 0,1-1 0 0 0,-1 1 0 0 0,0 0-1 0 0,0 0 1 0 0,0 0 0 0 0,0 0 0 0 0,0 0 0 0 0,-1 0 0 0 0,1 0 0 0 0,0 1 0 0 0,0-1 0 0 0,0 1 0 0 0,-4-1 0 0 0,5 2-184 0 0,0-1 0 0 0,0 0-1 0 0,-1 0 1 0 0,1 1 0 0 0,0-1-1 0 0,0 1 1 0 0,-1-1-1 0 0,1 1 1 0 0,0 0 0 0 0,0-1-1 0 0,0 1 1 0 0,0 0 0 0 0,0 0-1 0 0,0 0 1 0 0,0-1 0 0 0,0 1-1 0 0,0 0 1 0 0,0 0 0 0 0,0 1-1 0 0,1-1 1 0 0,-1 0-1 0 0,0 1 1 0 0,-14 28 833 0 0,15-30-883 0 0,-1 3 41 0 0,-1 1-1 0 0,1-1 0 0 0,0 1 1 0 0,0-1-1 0 0,1 1 1 0 0,-1-1-1 0 0,1 1 1 0 0,-1-1-1 0 0,1 1 0 0 0,0 0 1 0 0,1-1-1 0 0,-1 1 1 0 0,1-1-1 0 0,-1 1 0 0 0,1-1 1 0 0,0 1-1 0 0,1-1 1 0 0,-1 1-1 0 0,0-1 1 0 0,1 0-1 0 0,0 0 0 0 0,0 0 1 0 0,0 0-1 0 0,0 0 1 0 0,0 0-1 0 0,0 0 0 0 0,1-1 1 0 0,0 1-1 0 0,-1-1 1 0 0,1 0-1 0 0,0 1 1 0 0,0-1-1 0 0,0-1 0 0 0,4 3 1 0 0,-1-1-203 0 0,0 0 1 0 0,0-1-1 0 0,0 1 1 0 0,1-1-1 0 0,-1 0 1 0 0,1-1 0 0 0,-1 0-1 0 0,8 1 1 0 0,-9-2-440 0 0,1 0 0 0 0,-1 0 0 0 0,1 0 0 0 0,-1-1 0 0 0,1 0 0 0 0,-1 0 0 0 0,0 0 0 0 0,1 0 0 0 0,8-5 0 0 0,-2-1-1991 0 0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4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27 304 0 0,'-16'-26'5997'0'0,"30"51"-6356"0"0,-2-4-2742 0 0,-7-14 1500 0 0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5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78 277 524 0 0,'-7'6'329'0'0,"0"0"-1"0"0,0 1 1 0 0,1 0 0 0 0,0 0-1 0 0,0 0 1 0 0,1 1 0 0 0,0 0-1 0 0,0 0 1 0 0,0 1 0 0 0,1-1-1 0 0,1 1 1 0 0,0 0-1 0 0,-4 13 1 0 0,7-20-274 0 0,-1 0 0 0 0,1 0 0 0 0,0 1 0 0 0,0-1-1 0 0,-1 0 1 0 0,1 0 0 0 0,1 0 0 0 0,-1 1 0 0 0,0-1 0 0 0,0 0 0 0 0,1 0 0 0 0,0 0-1 0 0,-1 0 1 0 0,1 0 0 0 0,0 0 0 0 0,0 0 0 0 0,0 0 0 0 0,2 3 0 0 0,-2-4-17 0 0,1 1-1 0 0,-1-1 1 0 0,0 0 0 0 0,1-1 0 0 0,-1 1 0 0 0,1 0 0 0 0,-1 0 0 0 0,1 0 0 0 0,0-1 0 0 0,-1 1-1 0 0,1-1 1 0 0,0 1 0 0 0,-1-1 0 0 0,1 0 0 0 0,0 0 0 0 0,0 0 0 0 0,-1 0 0 0 0,4 0 0 0 0,0-1 25 0 0,1 0 1 0 0,0 0 0 0 0,0 0 0 0 0,0-1 0 0 0,0 0-1 0 0,-1 0 1 0 0,1-1 0 0 0,-1 0 0 0 0,0 0 0 0 0,0 0 0 0 0,9-7-1 0 0,-6 2 25 0 0,-1 0 0 0 0,0-1 0 0 0,0 0 0 0 0,-1-1 0 0 0,0 1 0 0 0,0-1 0 0 0,-1 0 0 0 0,-1-1 0 0 0,0 1 0 0 0,0-1 0 0 0,-1 0 0 0 0,0 0 0 0 0,-1 0 0 0 0,0 0 0 0 0,-1 0 0 0 0,0 0 0 0 0,-2-21 0 0 0,0 13 5 0 0,-1 0 0 0 0,0-1 0 0 0,-2 1 0 0 0,0 1 0 0 0,-1-1 0 0 0,-1 1 0 0 0,-1-1 0 0 0,0 2 0 0 0,-15-26 0 0 0,21 42-204 0 0,1 1 0 0 0,-1-1 0 0 0,1 1 0 0 0,-1-1 1 0 0,0 1-1 0 0,1-1 0 0 0,-1 1 0 0 0,0 0 0 0 0,1-1 0 0 0,-1 1 0 0 0,0 0 1 0 0,0 0-1 0 0,1-1 0 0 0,-1 1 0 0 0,0 0 0 0 0,0 0 0 0 0,1 0 0 0 0,-1 0 1 0 0,0 0-1 0 0,0 0 0 0 0,1 0 0 0 0,-1 0 0 0 0,0 1 0 0 0,0-1 0 0 0,1 0 1 0 0,-1 0-1 0 0,0 0 0 0 0,0 1 0 0 0,1-1 0 0 0,-1 0 0 0 0,0 1 0 0 0,1-1 0 0 0,-1 1 1 0 0,1-1-1 0 0,-1 1 0 0 0,1-1 0 0 0,-1 1 0 0 0,0-1 0 0 0,1 1 0 0 0,0 0 1 0 0,-1-1-1 0 0,1 1 0 0 0,-1 0 0 0 0,1-1 0 0 0,0 1 0 0 0,-1 0 0 0 0,1-1 1 0 0,0 1-1 0 0,0 0 0 0 0,0 0 0 0 0,0-1 0 0 0,-1 1 0 0 0,1 1 0 0 0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5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14 587 280 0 0,'17'-13'813'0'0,"0"-1"0"0"0,0 0-1 0 0,-2-2 1 0 0,0 0 0 0 0,0 0-1 0 0,13-23 1 0 0,-27 39-783 0 0,0-1-1 0 0,-1 1 1 0 0,1-1 0 0 0,-1 0-1 0 0,1 1 1 0 0,0-1-1 0 0,-1 1 1 0 0,0-1 0 0 0,1 0-1 0 0,-1 1 1 0 0,1-1-1 0 0,-1 0 1 0 0,0 1 0 0 0,1-1-1 0 0,-1 0 1 0 0,0 0-1 0 0,0 1 1 0 0,0-1 0 0 0,0 0-1 0 0,0 0 1 0 0,0 1-1 0 0,1-1 1 0 0,-2 0 0 0 0,1 0-1 0 0,0 0 1 0 0,0 1-1 0 0,0-1 1 0 0,0 0 0 0 0,0 0-1 0 0,-1 1 1 0 0,1-1-1 0 0,0 0 1 0 0,-1 1 0 0 0,1-1-1 0 0,0 0 1 0 0,-1 1-1 0 0,1-1 1 0 0,-1 0 0 0 0,1 1-1 0 0,-1-1 1 0 0,0 1-1 0 0,1-1 1 0 0,-1 1 0 0 0,1-1-1 0 0,-1 1 1 0 0,0-1-1 0 0,1 1 1 0 0,-1 0 0 0 0,0-1-1 0 0,0 1 1 0 0,1 0-1 0 0,-2 0 1 0 0,-1-1 35 0 0,-1 0 0 0 0,1 1 0 0 0,0-1 1 0 0,-1 1-1 0 0,1 0 0 0 0,0 0 0 0 0,-1 0 0 0 0,-5 1 0 0 0,3 2-26 0 0,0 0 0 0 0,0 0 0 0 0,1 0 1 0 0,-1 0-1 0 0,1 1 0 0 0,0 0 0 0 0,0 0 0 0 0,0 1 0 0 0,0-1 0 0 0,1 1 0 0 0,-1 0 0 0 0,1 0 1 0 0,1 1-1 0 0,-1-1 0 0 0,1 1 0 0 0,0 0 0 0 0,0 0 0 0 0,0 0 0 0 0,1 0 0 0 0,0 0 0 0 0,0 0 1 0 0,1 1-1 0 0,-1 8 0 0 0,2-12-29 0 0,0 0 0 0 0,0-1 0 0 0,0 1 0 0 0,0 0 0 0 0,1-1 0 0 0,-1 1 1 0 0,1 0-1 0 0,0-1 0 0 0,0 1 0 0 0,0-1 0 0 0,0 1 0 0 0,0-1 0 0 0,0 0 0 0 0,1 1 0 0 0,-1-1 0 0 0,1 0 0 0 0,0 0 1 0 0,-1 0-1 0 0,1 0 0 0 0,0 0 0 0 0,0 0 0 0 0,0-1 0 0 0,1 1 0 0 0,-1-1 0 0 0,0 1 0 0 0,0-1 0 0 0,4 1 1 0 0,2 2 8 0 0,0 0 0 0 0,0-1 1 0 0,0 0-1 0 0,0-1 1 0 0,0 0-1 0 0,1 0 0 0 0,9 0 1 0 0,-7-2-11 0 0,0-1 1 0 0,0-1 0 0 0,-1 1-1 0 0,1-2 1 0 0,-1 0-1 0 0,1 0 1 0 0,-1-1-1 0 0,0 0 1 0 0,0 0 0 0 0,-1-1-1 0 0,18-12 1 0 0,4-5-13 0 0,-1 0 1 0 0,28-29 0 0 0,-47 39 11 0 0,-11 11-13 0 0,1 0 0 0 0,0 0 0 0 0,-1 0 0 0 0,1 0-1 0 0,0 0 1 0 0,-1 1 0 0 0,1-1 0 0 0,0 0 0 0 0,0 0-1 0 0,0 1 1 0 0,0-1 0 0 0,-1 0 0 0 0,1 1 0 0 0,0-1-1 0 0,0 1 1 0 0,0-1 0 0 0,0 1 0 0 0,0 0 0 0 0,1-1-1 0 0,1 1 1 0 0,-2 2-2 0 0,1 1-1 0 0,-1-1 1 0 0,1 0-1 0 0,-1 1 1 0 0,0 0-1 0 0,0-1 1 0 0,0 1 0 0 0,0 0-1 0 0,-1-1 1 0 0,1 1-1 0 0,-1 0 1 0 0,0 0-1 0 0,0 0 1 0 0,0-1-1 0 0,0 6 1 0 0,0-6 3 0 0,0 7 7 0 0,1-1 0 0 0,0 0 1 0 0,1 1-1 0 0,-1-1 0 0 0,5 9 1 0 0,-6-15 3 0 0,1 1 14 0 0,-1-2-20 0 0,0-1 0 0 0,0 0 0 0 0,0 1 0 0 0,0-1 0 0 0,0 0 0 0 0,1 1 0 0 0,-1-1 0 0 0,0 1 0 0 0,0-1 0 0 0,0 0 0 0 0,0 1 0 0 0,0-1 0 0 0,1 0 0 0 0,-1 1 0 0 0,0-1 0 0 0,0 0 0 0 0,0 1 0 0 0,1-1 0 0 0,-1 0 0 0 0,0 1 0 0 0,1-1 0 0 0,-1 0 0 0 0,0 0 0 0 0,1 1 0 0 0,-1-1 0 0 0,0 0 0 0 0,1 0 0 0 0,-1 0 0 0 0,0 0 0 0 0,1 0 0 0 0,-1 1 0 0 0,0-1 0 0 0,1 0 0 0 0,-1 0 0 0 0,1 0 0 0 0,-1 0 0 0 0,0 0 0 0 0,1 0 0 0 0,-1 0 0 0 0,1 0 0 0 0,-1 0 0 0 0,0 0 0 0 0,1 0 0 0 0,0-1 0 0 0,26-15 7 0 0,-18 10-10 0 0,0 0 0 0 0,0 1 1 0 0,0 0-1 0 0,0 1 0 0 0,17-6 1 0 0,-17 8 2 0 0,-1 1 0 0 0,1-1 0 0 0,0 1 0 0 0,0 1 1 0 0,0 0-1 0 0,-1 0 0 0 0,1 1 0 0 0,10 1 0 0 0,13 1 10 0 0,-21-3-11 0 0,1-1 1 0 0,0-1-1 0 0,-1 0 0 0 0,1-1 0 0 0,-1 0 1 0 0,0 0-1 0 0,0-1 0 0 0,0-1 0 0 0,0 0 1 0 0,-1 0-1 0 0,0-1 0 0 0,0-1 0 0 0,0 1 0 0 0,-1-2 1 0 0,0 1-1 0 0,0-1 0 0 0,-1-1 0 0 0,0 1 1 0 0,-1-1-1 0 0,0-1 0 0 0,0 1 0 0 0,-1-1 1 0 0,9-18-1 0 0,-7 11 26 0 0,0-1 0 0 0,-1 0 0 0 0,0 0 0 0 0,-2-1 0 0 0,0 0 0 0 0,-1 0 0 0 0,-1-1 0 0 0,-1 1 1 0 0,0 0-1 0 0,-2-1 0 0 0,0 0 0 0 0,-2 1 0 0 0,-4-30 0 0 0,5 44 17 0 0,0-1 0 0 0,0 1-1 0 0,-1 0 1 0 0,0-1 0 0 0,0 1 0 0 0,0 0-1 0 0,0 0 1 0 0,-1 0 0 0 0,0 1 0 0 0,0-1 0 0 0,0 0-1 0 0,-1 1 1 0 0,1 0 0 0 0,-1 0 0 0 0,-9-7 0 0 0,11 11-36 0 0,-1 0 1 0 0,0 0-1 0 0,1 0 1 0 0,-1 0-1 0 0,1 1 1 0 0,-1 0-1 0 0,0-1 1 0 0,1 1-1 0 0,-1 0 1 0 0,1 0 0 0 0,0 0-1 0 0,-1 0 1 0 0,1 1-1 0 0,0-1 1 0 0,-1 1-1 0 0,1-1 1 0 0,0 1-1 0 0,0 0 1 0 0,-3 3-1 0 0,0 1 2 0 0,0 1 0 0 0,0-1 0 0 0,0 1 0 0 0,1 0 0 0 0,0 0 0 0 0,1 1 0 0 0,-1-1 0 0 0,1 1 0 0 0,1 0-1 0 0,-1 0 1 0 0,1 0 0 0 0,1 0 0 0 0,-1 0 0 0 0,2 0 0 0 0,-1 0 0 0 0,1 1 0 0 0,0-1 0 0 0,2 13 0 0 0,2 9 21 0 0,1-1 0 0 0,2 0 0 0 0,17 49 0 0 0,-18-62-16 0 0,0 0-1 0 0,2 0 1 0 0,0 0-1 0 0,0-1 1 0 0,2 0-1 0 0,0-1 1 0 0,14 16-1 0 0,-19-24-4 0 0,1 0 1 0 0,0 0-1 0 0,0-1 0 0 0,0 0 1 0 0,1 0-1 0 0,0-1 0 0 0,0 0 1 0 0,0 0-1 0 0,0 0 0 0 0,0-1 1 0 0,1 0-1 0 0,0 0 0 0 0,0-1 1 0 0,-1 0-1 0 0,1-1 0 0 0,0 0 1 0 0,11 1-1 0 0,-11-2 133 0 0,0-1 1 0 0,0 0-1 0 0,0 0 0 0 0,0 0 1 0 0,0-1-1 0 0,0-1 0 0 0,0 1 1 0 0,-1-1-1 0 0,1 0 1 0 0,9-7-1 0 0,-15 9-42 0 0,2-1 702 0 0,-3 1-1939 0 0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6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48 168 0 0,'-1'-10'2060'0'0,"-4"-5"-380"0"0,3 2 1545 0 0,10 3-3085 0 0,13 27-4333 0 0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6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132 487 280 0 0,'-3'-2'302'0'0,"1"0"0"0"0,0 1 1 0 0,0-1-1 0 0,0 0 0 0 0,-1 1 0 0 0,1-1 1 0 0,-1 1-1 0 0,1 0 0 0 0,-1 0 0 0 0,0 0 0 0 0,0 0 1 0 0,1 0-1 0 0,-1 0 0 0 0,0 1 0 0 0,0 0 0 0 0,0-1 1 0 0,0 1-1 0 0,1 0 0 0 0,-1 0 0 0 0,0 1 1 0 0,0-1-1 0 0,0 0 0 0 0,0 1 0 0 0,1 0 0 0 0,-1 0 1 0 0,0 0-1 0 0,-3 1 0 0 0,3 0-205 0 0,-1 0-1 0 0,1 0 1 0 0,-1 0-1 0 0,1 0 0 0 0,0 0 1 0 0,0 1-1 0 0,0 0 1 0 0,0-1-1 0 0,1 1 1 0 0,-1 0-1 0 0,1 0 1 0 0,-1 0-1 0 0,1 1 1 0 0,0-1-1 0 0,0 1 1 0 0,1-1-1 0 0,-1 1 1 0 0,1 0-1 0 0,-2 4 1 0 0,3-6-69 0 0,0 0 0 0 0,-1 0 0 0 0,1 0 0 0 0,0 0 0 0 0,0 0 0 0 0,0 0 0 0 0,0-1 0 0 0,0 1 0 0 0,1 0 0 0 0,-1 0 0 0 0,1 0 0 0 0,-1 0 0 0 0,1 0 0 0 0,0 0 0 0 0,-1-1 0 0 0,1 1 1 0 0,0 0-1 0 0,0 0 0 0 0,0-1 0 0 0,1 1 0 0 0,0 1 0 0 0,1 0-2 0 0,1-1 0 0 0,-1 1 0 0 0,0-1 0 0 0,0 0 0 0 0,1 0 0 0 0,-1 0 1 0 0,1-1-1 0 0,0 1 0 0 0,7 1 0 0 0,3 0-31 0 0,0-1 0 0 0,1 0 0 0 0,-1-1 1 0 0,24-1-1 0 0,-15-1 10 0 0,0-2 0 0 0,0 0 0 0 0,-1-1 0 0 0,1-2 0 0 0,-1 0 0 0 0,0-1 0 0 0,0-2 0 0 0,-1 0-1 0 0,0-1 1 0 0,-1-1 0 0 0,0-1 0 0 0,28-22 0 0 0,-35 15 382 0 0,-12 19-376 0 0,-1 0 0 0 0,0-1 1 0 0,0 1-1 0 0,0-1 0 0 0,-1 1 0 0 0,1-1 0 0 0,0 1 0 0 0,0-1 0 0 0,0 1 0 0 0,0-1 0 0 0,0 1 0 0 0,0 0 0 0 0,-1-1 0 0 0,1 1 0 0 0,0-1 1 0 0,0 1-1 0 0,-1 0 0 0 0,1-1 0 0 0,0 1 0 0 0,-1-1 0 0 0,1 1 0 0 0,0 0 0 0 0,-1 0 0 0 0,1-1 0 0 0,0 1 0 0 0,-1 0 0 0 0,1 0 0 0 0,-1-1 1 0 0,-1 0-1 0 0,0 1 0 0 0,-1-1 0 0 0,1 1 0 0 0,0 0 1 0 0,0-1-1 0 0,0 1 0 0 0,0 0 0 0 0,-1 0 1 0 0,1 1-1 0 0,0-1 0 0 0,0 0 0 0 0,0 1 0 0 0,0-1 1 0 0,0 1-1 0 0,0 0 0 0 0,0-1 0 0 0,0 1 1 0 0,-3 2-1 0 0,-54 41 66 0 0,58-43-80 0 0,-1 1 6 0 0,-2 3 8 0 0,3-3 109 0 0,26-5-106 0 0,-19 2-3 0 0,29-6 21 0 0,-13 7-151 0 0,1 0 0 0 0,-1 1 0 0 0,25 5 0 0 0,-33-4-45 0 0,0 1 0 0 0,0-2 1 0 0,0 1-1 0 0,1-2 0 0 0,-1 0 0 0 0,0-1 1 0 0,0 0-1 0 0,0-1 0 0 0,0-1 0 0 0,0 0 1 0 0,0-1-1 0 0,14-6 0 0 0,-15 3 106 0 0,0-1-1 0 0,-1-1 1 0 0,0 0-1 0 0,0-1 1 0 0,-1 0 0 0 0,0 0-1 0 0,-1-1 1 0 0,0-1-1 0 0,-1 0 1 0 0,0 0-1 0 0,0-1 1 0 0,-2 0-1 0 0,0 0 1 0 0,11-28 0 0 0,-11 21 145 0 0,-1 0 1 0 0,-1-1 0 0 0,0 1 0 0 0,-2-1 0 0 0,0 0 0 0 0,-2 0 0 0 0,0 0 0 0 0,-1-1 0 0 0,-1 1 0 0 0,-5-26 0 0 0,4 38 142 0 0,2 6-128 0 0,0 1 1 0 0,0-1-1 0 0,0 0 0 0 0,-1 0 1 0 0,1 1-1 0 0,-1-1 1 0 0,0 0-1 0 0,0 1 0 0 0,0-1 1 0 0,0 1-1 0 0,0-1 1 0 0,0 1-1 0 0,-1 0 0 0 0,1-1 1 0 0,-1 1-1 0 0,0 0 0 0 0,-2-3 1 0 0,1 6-67 0 0,0 0 0 0 0,1 0 1 0 0,-1 0-1 0 0,1 0 0 0 0,-1 1 1 0 0,1-1-1 0 0,0 1 0 0 0,-5 3 0 0 0,7-5-31 0 0,-5 5 53 0 0,1 0 1 0 0,0 1-1 0 0,0-1 0 0 0,0 1 0 0 0,0 0 1 0 0,1 0-1 0 0,0 0 0 0 0,0 0 0 0 0,1 1 1 0 0,0-1-1 0 0,0 1 0 0 0,0 0 0 0 0,1-1 1 0 0,-1 13-1 0 0,-1-3 21 0 0,1 11 33 0 0,0 0 0 0 0,2 0 0 0 0,1 0 0 0 0,1 0 0 0 0,7 37 1 0 0,-1-12 38 0 0,3 25-170 0 0,-2-18-3438 0 0,-9-57 2309 0 0,-1 8-3724 0 0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7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29 360 0 0,'-7'-5'2136'0'0,"-2"-2"1597"0"0,37-9-3201 0 0,-10 16-100 0 0,0 0-208 0 0,2 2-312 0 0,5-1-384 0 0,-6 1-672 0 0,2 1-1237 0 0,6 3 545 0 0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29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9 762 536 0 0,'0'0'721'0'0,"-7"-2"3587"0"0,7 2-4232 0 0,0 0 0 0 0,0 0 1 0 0,0 0-1 0 0,-1 0 0 0 0,1 0 1 0 0,0 0-1 0 0,0 0 0 0 0,0 0 1 0 0,0 0-1 0 0,31-34 552 0 0,52-54 463 0 0,75-107 1 0 0,-137 165-1039 0 0,-1 0 1 0 0,-1-1-1 0 0,-2 0 1 0 0,-2-2 0 0 0,0 0-1 0 0,-3-1 1 0 0,0 0-1 0 0,8-47 1 0 0,-16 29-12 0 0,-5 13-35 0 0,1 35-21 0 0,-4-3 12 0 0,-3 4 7 0 0,-1 5-8 0 0,-7 9 9 0 0,0 0 0 0 0,0 1-1 0 0,1 1 1 0 0,1 0 0 0 0,0 1 0 0 0,0 0-1 0 0,2 1 1 0 0,0 0 0 0 0,0 1-1 0 0,2 0 1 0 0,0 1 0 0 0,0 0 0 0 0,-9 32-1 0 0,11-29 26 0 0,1 1 1 0 0,0 0-1 0 0,2 0 0 0 0,1 0 0 0 0,1 1 0 0 0,0 0 1 0 0,2-1-1 0 0,0 1 0 0 0,2-1 0 0 0,0 1 0 0 0,1-1 0 0 0,7 24 1 0 0,-8-41-22 0 0,-1 0 0 0 0,1 0 1 0 0,-1 0-1 0 0,1 0 1 0 0,0 0-1 0 0,1 0 0 0 0,-1 0 1 0 0,1-1-1 0 0,-1 1 1 0 0,1-1-1 0 0,0 0 0 0 0,1 0 1 0 0,-1 0-1 0 0,0 0 1 0 0,1 0-1 0 0,0-1 0 0 0,-1 1 1 0 0,1-1-1 0 0,0 0 0 0 0,0-1 1 0 0,1 1-1 0 0,-1 0 1 0 0,0-1-1 0 0,0 0 0 0 0,1 0 1 0 0,-1-1-1 0 0,8 1 1 0 0,-1-1 6 0 0,-1 0 0 0 0,1-1 0 0 0,0 0 0 0 0,0-1 0 0 0,-1 0 0 0 0,1-1 0 0 0,-1 0 0 0 0,0 0 0 0 0,0-1 0 0 0,13-7 0 0 0,-17 7 4 0 0,0-1 1 0 0,-1 0 0 0 0,1 0-1 0 0,-1 0 1 0 0,0 0 0 0 0,0-1-1 0 0,-1 1 1 0 0,7-12-1 0 0,-2 4 181 0 0,-8 12 147 0 0,-2 7-325 0 0,0-2-16 0 0,1 0-1 0 0,0 0 1 0 0,0 0-1 0 0,0 0 1 0 0,0 0-1 0 0,1 0 1 0 0,0 0-1 0 0,0 0 1 0 0,0 0-1 0 0,0 0 1 0 0,0-1-1 0 0,1 1 1 0 0,0 0-1 0 0,0-1 1 0 0,0 1-1 0 0,0-1 1 0 0,0 0-1 0 0,1 0 1 0 0,-1 0-1 0 0,1 0 1 0 0,0 0-1 0 0,0 0 1 0 0,0-1-1 0 0,0 1 1 0 0,0-1-1 0 0,1 0 1 0 0,6 3-1 0 0,2 1 38 0 0,-12-6-40 0 0,0 0 0 0 0,1 1 0 0 0,-1-1 0 0 0,1 0-1 0 0,-1 0 1 0 0,0 0 0 0 0,1 1 0 0 0,-1-1 0 0 0,1 0-1 0 0,-1 0 1 0 0,1 0 0 0 0,-1 0 0 0 0,1 0 0 0 0,-1 0-1 0 0,1 0 1 0 0,-1 0 0 0 0,1 0 0 0 0,-1 0 0 0 0,1 0 0 0 0,-1 0-1 0 0,1 0 1 0 0,-1 0 0 0 0,1 0 0 0 0,-1 0 0 0 0,0-1-1 0 0,1 1 1 0 0,-1 0 0 0 0,1 0 0 0 0,-1-1 0 0 0,1 1-1 0 0,-1 0 1 0 0,0 0 0 0 0,1-1 0 0 0,-1 1 0 0 0,0-1 0 0 0,1 1-1 0 0,-1 0 1 0 0,0-1 0 0 0,0 1 0 0 0,1-1 0 0 0,-1 0-1 0 0,2-1 10 0 0,-10-31-212 0 0,-15-15-3043 0 0,14 30-556 0 0,3 7 1197 0 0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0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21 240 0 0,'0'0'1728'0'0,"-7"-10"1312"0"0,35-1-2600 0 0,-12 11-35 0 0,0 0-105 0 0,6 0-164 0 0,-3 2-176 0 0,14 1-200 0 0,5 2-300 0 0,-9-4-377 0 0,2-1-983 0 0,0 2 436 0 0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0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41 236 0 0,'0'0'848'0'0,"-3"-5"-56"0"0,1 2-813 0 0,-1-1 547 0 0,1 0 1 0 0,-1 1 0 0 0,0-1-1 0 0,-1 1 1 0 0,1-1 0 0 0,0 1-1 0 0,-6-4 1 0 0,7 6 289 0 0,-5 7-546 0 0,0-1 1 0 0,0-1-1 0 0,-1 1 1 0 0,-11 4 0 0 0,-20 13 321 0 0,27-14-400 0 0,1 0 1 0 0,1 1-1 0 0,-1 0 0 0 0,2 1 1 0 0,-1 0-1 0 0,1 1 1 0 0,1 0-1 0 0,-10 15 0 0 0,17-25-180 0 0,1 0 0 0 0,-1 0-1 0 0,1 0 1 0 0,0 0 0 0 0,-1 0 0 0 0,1 0-1 0 0,0 0 1 0 0,0-1 0 0 0,0 1 0 0 0,0 0-1 0 0,0 0 1 0 0,0 0 0 0 0,0 0 0 0 0,0 0-1 0 0,0 0 1 0 0,0 0 0 0 0,0 0-1 0 0,0 0 1 0 0,1 0 0 0 0,-1 0 0 0 0,0 0-1 0 0,1 0 1 0 0,-1 0 0 0 0,1 0 0 0 0,-1-1-1 0 0,1 1 1 0 0,0 0 0 0 0,-1 0-1 0 0,1-1 1 0 0,-1 1 0 0 0,1 0 0 0 0,0-1-1 0 0,0 1 1 0 0,0 0 0 0 0,-1-1 0 0 0,1 1-1 0 0,0-1 1 0 0,0 0 0 0 0,0 1 0 0 0,0-1-1 0 0,0 0 1 0 0,0 1 0 0 0,0-1-1 0 0,0 0 1 0 0,0 0 0 0 0,0 0 0 0 0,0 0-1 0 0,-1 0 1 0 0,1 0 0 0 0,0 0 0 0 0,0 0-1 0 0,2 0 1 0 0,4 0 24 0 0,0 0 0 0 0,1 0 0 0 0,-1-1 0 0 0,1 0 0 0 0,8-2 0 0 0,1-3 16 0 0,-1-1-1 0 0,1-1 0 0 0,-1-1 0 0 0,-1 0 0 0 0,28-22 1 0 0,-20 16-25 0 0,-23 14-31 0 0,5 3-36 0 0,-1-1 0 0 0,0 1 0 0 0,1 0 0 0 0,-1 1 0 0 0,0-1 0 0 0,-1 1 1 0 0,1-1-1 0 0,0 1 0 0 0,-1 0 0 0 0,1 1 0 0 0,4 5 0 0 0,10 8-715 0 0,27 19-4878 0 0,-24-23 2895 0 0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1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56 0 0,'61'-25'2069'0'0,"-44"17"-1719"0"0,1 0-1 0 0,0 1 1 0 0,0 1 0 0 0,1 0-1 0 0,0 2 1 0 0,-1 0 0 0 0,36-2-1 0 0,-41 6-211 0 0,-1 0-1 0 0,0 1 1 0 0,0 0-1 0 0,0 1 1 0 0,0 0-1 0 0,0 1 1 0 0,15 5-1 0 0,-25-7-102 0 0,0 0 0 0 0,1 1 0 0 0,-1-1 0 0 0,0 0-1 0 0,1 1 1 0 0,-1 0 0 0 0,0-1 0 0 0,0 1 0 0 0,-1 0-1 0 0,1 0 1 0 0,0 0 0 0 0,-1 0 0 0 0,1 1 0 0 0,-1-1 0 0 0,3 5-1 0 0,-3-4-10 0 0,-1 1-1 0 0,1-1 0 0 0,0 1 0 0 0,-1-1 0 0 0,0 1 1 0 0,0-1-1 0 0,0 1 0 0 0,0-1 0 0 0,-1 0 0 0 0,1 1 1 0 0,-1-1-1 0 0,0 1 0 0 0,0-1 0 0 0,0 0 0 0 0,-3 5 1 0 0,-2 3 64 0 0,0-1 1 0 0,-1 1 0 0 0,0-1 0 0 0,-1 0-1 0 0,0-1 1 0 0,-1 0 0 0 0,0 0 0 0 0,0-1 0 0 0,-1 0-1 0 0,0-1 1 0 0,0 0 0 0 0,-1-1 0 0 0,0 1-1 0 0,-12 3 1 0 0,4-6 1027 0 0,30-16-900 0 0,34-17-203 0 0,-9 15 40 0 0,0 1 0 0 0,0 2 1 0 0,69-12-1 0 0,-69 17-39 0 0,0-2 0 0 0,-1-1 1 0 0,1-2-1 0 0,41-20 0 0 0,-64 25-11 0 0,-9 5 10 0 0,-1 0 0 0 0,1-1 1 0 0,0 1-1 0 0,-1-1 0 0 0,1 0 1 0 0,-1 0-1 0 0,0 0 0 0 0,1-1 0 0 0,-1 1 1 0 0,0-1-1 0 0,-1 0 0 0 0,1 1 1 0 0,0-1-1 0 0,-1-1 0 0 0,1 1 0 0 0,-1 0 1 0 0,0 0-1 0 0,2-5 0 0 0,-4 7 129 0 0,-7-7-72 0 0,7 7-66 0 0,0 1-1 0 0,0-1 1 0 0,0 1-1 0 0,-1-1 1 0 0,1 1 0 0 0,0-1-1 0 0,0 1 1 0 0,-1-1-1 0 0,1 0 1 0 0,0 1-1 0 0,-1 0 1 0 0,1-1-1 0 0,-1 1 1 0 0,1-1-1 0 0,-1 1 1 0 0,1-1 0 0 0,-1 1-1 0 0,1 0 1 0 0,-1-1-1 0 0,1 1 1 0 0,-1 0-1 0 0,1 0 1 0 0,-1-1-1 0 0,1 1 1 0 0,-1 0 0 0 0,0 0-1 0 0,1 0 1 0 0,-1 0-1 0 0,1 0 1 0 0,-1 0-1 0 0,0 0 1 0 0,1 0-1 0 0,-1 0 1 0 0,1 0 0 0 0,-1 0-1 0 0,0 0 1 0 0,1 0-1 0 0,-1 0 1 0 0,0 1-1 0 0,-4 0 7 0 0,0 1 0 0 0,0 0-1 0 0,0 0 1 0 0,1 0 0 0 0,-1 1-1 0 0,1-1 1 0 0,0 1 0 0 0,-1 0-1 0 0,1 1 1 0 0,0-1-1 0 0,1 1 1 0 0,-1-1 0 0 0,1 1-1 0 0,-6 9 1 0 0,8-11-5 0 0,-1 1 0 0 0,1-1-1 0 0,0 1 1 0 0,0-1 0 0 0,1 1 0 0 0,-1 0 0 0 0,0 0-1 0 0,1-1 1 0 0,0 1 0 0 0,-1 0 0 0 0,1 0 0 0 0,1-1-1 0 0,-1 1 1 0 0,0 0 0 0 0,0 0 0 0 0,1 0-1 0 0,0-1 1 0 0,-1 1 0 0 0,1 0 0 0 0,0-1 0 0 0,1 1-1 0 0,-1-1 1 0 0,0 1 0 0 0,1-1 0 0 0,-1 0 0 0 0,1 1-1 0 0,0-1 1 0 0,-1 0 0 0 0,1 0 0 0 0,0 0 0 0 0,3 2-1 0 0,1 1 1 0 0,1 0-1 0 0,-1-1 1 0 0,1 1-1 0 0,0-1 1 0 0,0 0-1 0 0,1-1 1 0 0,-1 0-1 0 0,1 0 1 0 0,-1-1 0 0 0,1 0-1 0 0,0 0 1 0 0,0 0-1 0 0,0-1 1 0 0,0-1-1 0 0,0 1 1 0 0,0-1-1 0 0,1-1 1 0 0,-1 1-1 0 0,0-1 1 0 0,0-1-1 0 0,0 0 1 0 0,-1 0-1 0 0,13-5 1 0 0,-5 2-6 0 0,0-1 1 0 0,-1-1 0 0 0,0 0 0 0 0,0-1-1 0 0,-1-1 1 0 0,0 0 0 0 0,0-1-1 0 0,-1 0 1 0 0,0-1 0 0 0,-1 0-1 0 0,13-16 1 0 0,-15 12-3 0 0,12-11 61 0 0,-20 26-37 0 0,0-1-62 0 0,4-3 37 0 0,-4 32-6 0 0,0 54 60 0 0,-1-81-47 0 0,0 0 0 0 0,0-1 0 0 0,0 1-1 0 0,0 0 1 0 0,1 0 0 0 0,-1 0-1 0 0,0-1 1 0 0,1 1 0 0 0,-1 0 0 0 0,0-1-1 0 0,1 1 1 0 0,-1 0 0 0 0,1-1 0 0 0,0 1-1 0 0,-1-1 1 0 0,1 1 0 0 0,-1 0 0 0 0,1-1-1 0 0,0 1 1 0 0,-1-1 0 0 0,1 0-1 0 0,0 1 1 0 0,-1-1 0 0 0,1 0 0 0 0,0 1-1 0 0,0-1 1 0 0,-1 0 0 0 0,1 0 0 0 0,0 1-1 0 0,0-1 1 0 0,0 0 0 0 0,-1 0 0 0 0,1 0-1 0 0,0 0 1 0 0,0 0 0 0 0,0 0 0 0 0,0-1-1 0 0,-1 1 1 0 0,1 0 0 0 0,0 0-1 0 0,0 0 1 0 0,-1-1 0 0 0,1 1 0 0 0,0 0-1 0 0,0-1 1 0 0,-1 1 0 0 0,2-1 0 0 0,39-18 32 0 0,50-31-11 0 0,-89 49-27 0 0,4 1-27 0 0,-6 0 27 0 0,1 0 0 0 0,-1 0 0 0 0,1 0 0 0 0,-1 0 0 0 0,1 0-1 0 0,-1 0 1 0 0,1 0 0 0 0,-1 0 0 0 0,0 0 0 0 0,1 0 0 0 0,-1 0 0 0 0,1 0 0 0 0,-1 0 0 0 0,0 0 0 0 0,1 1 0 0 0,-1-1 0 0 0,1 0 0 0 0,-1 0 0 0 0,0 1 0 0 0,1-1 0 0 0,-1 0-1 0 0,0 0 1 0 0,1 1 0 0 0,-1-1 0 0 0,0 0 0 0 0,0 1 0 0 0,1-1 0 0 0,-1 1 0 0 0,2 1 2 0 0,-2 0-6 0 0,1 1 9 0 0,-1-1 0 0 0,0 1 0 0 0,1-1 0 0 0,-1 1 0 0 0,1 0 0 0 0,0-1-1 0 0,-1 0 1 0 0,1 1 0 0 0,1-1 0 0 0,-1 1 0 0 0,0-1 0 0 0,1 0 0 0 0,-1 0 0 0 0,1 0 0 0 0,-1 0 0 0 0,1 0 0 0 0,0 0 0 0 0,0 0-1 0 0,0-1 1 0 0,0 1 0 0 0,0 0 0 0 0,0-1 0 0 0,5 2 0 0 0,-3-2 3 0 0,-1-1 0 0 0,1 0-1 0 0,0-1 1 0 0,0 1 0 0 0,-1-1-1 0 0,1 0 1 0 0,0 0 0 0 0,-1 0 0 0 0,1 0-1 0 0,-1 0 1 0 0,6-4 0 0 0,6-1-5 0 0,25-9 20 0 0,71-16 1 0 0,-96 28-27 0 0,-1 0 1 0 0,0 2-1 0 0,1-1 0 0 0,-1 2 0 0 0,1 0 0 0 0,-1 0 1 0 0,0 1-1 0 0,28 7 0 0 0,-39-8 3 0 0,-1 1 0 0 0,0 0 0 0 0,0-1 0 0 0,1 1 0 0 0,-1 0 0 0 0,0 0 0 0 0,0 1 0 0 0,0-1 0 0 0,0 0 0 0 0,0 1 1 0 0,0-1-1 0 0,0 1 0 0 0,-1-1 0 0 0,1 1 0 0 0,0 0 0 0 0,-1 0 0 0 0,1 0 0 0 0,-1 0 0 0 0,0 0 0 0 0,0 0 0 0 0,0 0 0 0 0,0 1 0 0 0,0-1 0 0 0,0 0 0 0 0,-1 0 0 0 0,1 1 0 0 0,-1-1 0 0 0,1 1 0 0 0,-1-1 0 0 0,0 0 0 0 0,0 1 0 0 0,0-1 1 0 0,0 1-1 0 0,0-1 0 0 0,-1 0 0 0 0,0 4 0 0 0,-1-3 5 0 0,-4 2-1 0 0,-6 8 10 0 0,16-9-6 0 0,14-4-2 0 0,16-5-38 0 0,0-1 1 0 0,0-1-1 0 0,-1-2 0 0 0,0-2 1 0 0,50-22-1 0 0,-38 4-3 0 0,-44 28 22 0 0,-4-2-2 0 0,3 2 22 0 0,-1 0 1 0 0,0 0 0 0 0,-1-1-1 0 0,1 1 1 0 0,0 0 0 0 0,0 0-1 0 0,0 0 1 0 0,-1 0 0 0 0,1 1-1 0 0,0-1 1 0 0,-1 0 0 0 0,1 0-1 0 0,-1 1 1 0 0,1-1 0 0 0,-3 0-1 0 0,1 1 29 0 0,0 0 0 0 0,1 0 0 0 0,-1 0 0 0 0,1 1 0 0 0,-1-1 0 0 0,1 1 0 0 0,-1 0 0 0 0,1-1 0 0 0,-1 1 0 0 0,1 0-1 0 0,-1 1 1 0 0,-3 1 0 0 0,5-2-23 0 0,0-1-1 0 0,1 0 0 0 0,-1 1 1 0 0,0-1-1 0 0,1 0 0 0 0,-1 1 1 0 0,0-1-1 0 0,1 1 0 0 0,-1-1 1 0 0,1 1-1 0 0,-1-1 0 0 0,0 1 0 0 0,1-1 1 0 0,-1 1-1 0 0,1 0 0 0 0,0-1 1 0 0,-1 1-1 0 0,1 0 0 0 0,0-1 1 0 0,-1 1-1 0 0,1 0 0 0 0,0 0 1 0 0,0-1-1 0 0,-1 1 0 0 0,1 0 1 0 0,0 0-1 0 0,0-1 0 0 0,0 1 1 0 0,0 0-1 0 0,0 0 0 0 0,0-1 0 0 0,0 1 1 0 0,0 0-1 0 0,0 0 0 0 0,1 1 1 0 0,0 0 7 0 0,1 0 0 0 0,0 1 0 0 0,-1-1 0 0 0,1 0 1 0 0,0 0-1 0 0,0 0 0 0 0,0-1 0 0 0,0 1 0 0 0,1 0 1 0 0,3 2-1 0 0,5 2-183 0 0,1 0 0 0 0,-1-1 0 0 0,26 8 0 0 0,-6-6-2821 0 0,49 4 1 0 0,-36-7 76 0 0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4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189 321 424 0 0,'-4'-42'5572'0'0,"2"41"-5500"0"0,0 1 0 0 0,0 0 0 0 0,0-1 0 0 0,0 1 0 0 0,0 0 0 0 0,-1 0 0 0 0,1 0 0 0 0,0 0 1 0 0,0 0-1 0 0,0 0 0 0 0,0 1 0 0 0,0-1 0 0 0,0 1 0 0 0,0 0 0 0 0,0-1 0 0 0,0 1 0 0 0,0 0 0 0 0,0 0 0 0 0,0 0 0 0 0,0 0 0 0 0,0 1 1 0 0,1-1-1 0 0,-1 0 0 0 0,-2 4 0 0 0,-1-1 25 0 0,0 0 1 0 0,1 0 0 0 0,-1 1-1 0 0,1 0 1 0 0,0 0 0 0 0,0 0-1 0 0,1 0 1 0 0,-4 8 0 0 0,6-11-73 0 0,0 0 0 0 0,0 0 1 0 0,1-1-1 0 0,-1 1 0 0 0,1 0 0 0 0,-1 0 1 0 0,1 0-1 0 0,0 0 0 0 0,-1 0 0 0 0,1 0 1 0 0,0 0-1 0 0,1 0 0 0 0,-1 0 0 0 0,0-1 1 0 0,0 1-1 0 0,2 3 0 0 0,-2-4-10 0 0,1 0 0 0 0,-1 0 0 0 0,1 0 0 0 0,0 0 0 0 0,0 0 0 0 0,-1-1 0 0 0,1 1 0 0 0,0 0 0 0 0,0 0 0 0 0,0-1 0 0 0,0 1 0 0 0,0-1 0 0 0,0 1 0 0 0,0 0 0 0 0,0-1 0 0 0,0 0-1 0 0,0 1 1 0 0,0-1 0 0 0,0 0 0 0 0,0 0 0 0 0,2 1 0 0 0,1-1 7 0 0,1 0 0 0 0,-1 0-1 0 0,1-1 1 0 0,0 1 0 0 0,-1-1-1 0 0,1 0 1 0 0,-1 0 0 0 0,0-1-1 0 0,1 1 1 0 0,-1-1 0 0 0,0 0 0 0 0,0 0-1 0 0,4-3 1 0 0,32-29 91 0 0,5-2-64 0 0,-30 29-46 0 0,0 1 0 0 0,0 0 0 0 0,1 1 1 0 0,29-5-1 0 0,31-11 6 0 0,-60 15-8 0 0,-1-1 0 0 0,0-1 0 0 0,-1 0 0 0 0,1-1-1 0 0,-1-1 1 0 0,-1 0 0 0 0,20-19 0 0 0,-26 21 13 0 0,1 1 0 0 0,-2-1 0 0 0,1-1 0 0 0,-1 1 0 0 0,0-1 0 0 0,-1 0 0 0 0,0 0 0 0 0,0-1 0 0 0,-1 0 0 0 0,-1 1 0 0 0,1-1 0 0 0,-2-1 0 0 0,3-13 0 0 0,-5 2 153 0 0,-15 39-137 0 0,0 7-16 0 0,2 0-1 0 0,0 1 0 0 0,-17 50 1 0 0,6-15-5 0 0,-414 878 174 0 0,438-938-183 0 0,-2 5 35 0 0,0 0 1 0 0,0 0-1 0 0,-1 0 1 0 0,0 0-1 0 0,0-1 1 0 0,0 0-1 0 0,0 1 1 0 0,-1-1-1 0 0,1 0 1 0 0,-1 0-1 0 0,0-1 0 0 0,0 1 1 0 0,-9 4-1 0 0,12-7 91 0 0,-3-5 14 0 0,0 1-111 0 0,1-1 0 0 0,-1 1 0 0 0,1-1-1 0 0,0 0 1 0 0,0 0 0 0 0,0 0-1 0 0,0-1 1 0 0,1 1 0 0 0,0-1 0 0 0,0 1-1 0 0,0-1 1 0 0,1 0 0 0 0,-1 1 0 0 0,0-7-1 0 0,0-1 14 0 0,1 0 0 0 0,0 0 0 0 0,1 0 0 0 0,0 0 0 0 0,4-21 0 0 0,1 4 12 0 0,2 1-1 0 0,1-1 1 0 0,2 1-1 0 0,16-34 1 0 0,-20 49-131 0 0,0 1 0 0 0,2 0 0 0 0,-1 1 0 0 0,2-1 0 0 0,-1 2 0 0 0,1-1 0 0 0,1 1 0 0 0,0 1 0 0 0,0-1 0 0 0,1 2 0 0 0,1-1 0 0 0,20-10 0 0 0,-15 10-1042 0 0,1 1-1 0 0,0 0 1 0 0,0 2-1 0 0,1 0 1 0 0,20-3-1 0 0,-9 5-1451 0 0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5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239 511 632 0 0,'0'-16'1918'0'0,"-2"-30"2587"0"0,1 44-4136 0 0,-11 3-190 0 0,-1 1 0 0 0,1 0 0 0 0,0 0 0 0 0,0 1 0 0 0,0 1 0 0 0,0 0 0 0 0,1 1 0 0 0,0 0 0 0 0,0 1 0 0 0,0 0 0 0 0,0 0 0 0 0,1 1 0 0 0,0 1 0 0 0,1 0 0 0 0,-1 0 0 0 0,1 1-1 0 0,1 0 1 0 0,0 0 0 0 0,0 1 0 0 0,-8 15 0 0 0,15-24-162 0 0,0 0 1 0 0,0 0-1 0 0,1 0 0 0 0,-1 0 0 0 0,0 0 0 0 0,1 1 0 0 0,-1-1 0 0 0,1 0 1 0 0,-1 1-1 0 0,1-1 0 0 0,0 0 0 0 0,0 1 0 0 0,0-1 0 0 0,-1 0 0 0 0,1 1 0 0 0,0-1 1 0 0,0 0-1 0 0,1 1 0 0 0,-1-1 0 0 0,0 0 0 0 0,0 1 0 0 0,1 1 0 0 0,0-3-7 0 0,0 1 1 0 0,0 0-1 0 0,0 0 0 0 0,0-1 0 0 0,0 1 0 0 0,-1 0 0 0 0,1-1 0 0 0,0 1 0 0 0,1-1 0 0 0,-1 1 0 0 0,0-1 0 0 0,0 0 1 0 0,0 1-1 0 0,0-1 0 0 0,0 0 0 0 0,0 0 0 0 0,0 0 0 0 0,1 0 0 0 0,-1 0 0 0 0,1 0 0 0 0,4 0 12 0 0,1-1 1 0 0,-1 1-1 0 0,0-2 0 0 0,0 1 0 0 0,0-1 0 0 0,0 1 0 0 0,-1-2 1 0 0,8-2-1 0 0,70-41 56 0 0,-82 45-90 0 0,1 1 8 0 0,-1 0 1 0 0,0 0 0 0 0,0-1 0 0 0,0 1-1 0 0,0 0 1 0 0,0 1 0 0 0,0-1-1 0 0,0 0 1 0 0,0 0 0 0 0,1 0-1 0 0,-1 1 1 0 0,0-1 0 0 0,0 0-1 0 0,0 1 1 0 0,0-1 0 0 0,0 1 0 0 0,0 0-1 0 0,0-1 1 0 0,-1 1 0 0 0,1-1-1 0 0,0 1 1 0 0,0 0 0 0 0,0 0-1 0 0,0 1 1 0 0,-1 1 5 0 0,0 0 0 0 0,0-1 1 0 0,1 1-1 0 0,-1 0 0 0 0,1-1 0 0 0,-1 1 0 0 0,1 0 0 0 0,0-1 1 0 0,0 1-1 0 0,0-1 0 0 0,0 1 0 0 0,0-1 0 0 0,1 1 0 0 0,-1-1 1 0 0,1 0-1 0 0,-1 0 0 0 0,1 0 0 0 0,0 0 0 0 0,0 0 0 0 0,0 0 1 0 0,0 0-1 0 0,3 1 0 0 0,0-1 2 0 0,0-1 0 0 0,-1-1 0 0 0,1 1 0 0 0,0-1 0 0 0,0 0-1 0 0,0 0 1 0 0,0 0 0 0 0,0 0 0 0 0,0-1 0 0 0,-1 0 0 0 0,1 0 0 0 0,0 0 0 0 0,8-4 0 0 0,25-9-33 0 0,66-34 0 0 0,-27 11 0 0 0,-72 35 23 0 0,24-10-54 0 0,-29 12 57 0 0,1 0 0 0 0,-1 0 0 0 0,1-1 0 0 0,-1 1 1 0 0,1 0-1 0 0,0 0 0 0 0,-1 0 0 0 0,1 0 1 0 0,-1 0-1 0 0,1 0 0 0 0,-1 0 0 0 0,1 0 1 0 0,-1 0-1 0 0,1 0 0 0 0,0 0 0 0 0,-1 0 0 0 0,1 0 1 0 0,-1 1-1 0 0,1-1 0 0 0,-1 0 0 0 0,1 0 1 0 0,-1 1-1 0 0,1-1 0 0 0,-1 0 0 0 0,0 0 1 0 0,1 1-1 0 0,-1-1 0 0 0,1 1 0 0 0,-1-1 0 0 0,0 0 1 0 0,1 1-1 0 0,-1-1 0 0 0,0 1 0 0 0,1-1 1 0 0,-1 1-1 0 0,0-1 0 0 0,0 1 0 0 0,1-1 1 0 0,-1 1-1 0 0,0-1 0 0 0,0 1 0 0 0,0-1 0 0 0,0 1 1 0 0,0-1-1 0 0,0 1 0 0 0,0 0 0 0 0,0 5-2 0 0,-1-1 0 0 0,0 1-1 0 0,-1-1 1 0 0,1 0-1 0 0,-1 0 1 0 0,0 0 0 0 0,-1 0-1 0 0,1 0 1 0 0,-1 0-1 0 0,0 0 1 0 0,-6 7 0 0 0,-12 21-4 0 0,-3 0 71 0 0,23-31 57 0 0,4-6-115 0 0,20-18-69 0 0,47-36 1 0 0,-59 50 34 0 0,0 1 1 0 0,1 0 0 0 0,0 0-1 0 0,0 1 1 0 0,0 1 0 0 0,0 0 0 0 0,19-4-1 0 0,-29 8 11 0 0,1 3 0 0 0,4 1 10 0 0,-1 0-1 0 0,1 1 0 0 0,-1 0 1 0 0,0 0-1 0 0,0 1 0 0 0,-1 0 1 0 0,1 0-1 0 0,-1 0 0 0 0,5 7 0 0 0,21 17 19 0 0,-25-25-5 0 0,-1-1-1 0 0,1 0 0 0 0,0-1 1 0 0,0 1-1 0 0,0-1 0 0 0,0-1 1 0 0,0 1-1 0 0,0-1 1 0 0,0 0-1 0 0,1 0 0 0 0,-1-1 1 0 0,0 1-1 0 0,1-2 0 0 0,-1 1 1 0 0,0-1-1 0 0,1 1 0 0 0,-1-2 1 0 0,0 1-1 0 0,0-1 0 0 0,8-3 1 0 0,6-4 0 0 0,0 0 0 0 0,-1-2 0 0 0,0 0 0 0 0,19-16 0 0 0,-26 19-1 0 0,46-45-21 0 0,-57 52 2 0 0,-19 24-80 0 0,14-18 94 0 0,3-4 2 0 0,0 1 0 0 0,0-1 1 0 0,1 0-1 0 0,-1 0 0 0 0,0 1 0 0 0,1-1 1 0 0,-1 1-1 0 0,1-1 0 0 0,0 0 1 0 0,-1 1-1 0 0,1-1 0 0 0,0 1 0 0 0,0-1 1 0 0,0 1-1 0 0,0-1 0 0 0,0 1 1 0 0,0-1-1 0 0,0 1 0 0 0,1-1 0 0 0,-1 1 1 0 0,1 2-1 0 0,-1-4 1 0 0,10 34 35 0 0,-10-34-35 0 0,0 1 1 0 0,0-1-1 0 0,0 1 0 0 0,1-1 1 0 0,-1 1-1 0 0,0 0 0 0 0,0-1 1 0 0,0 1-1 0 0,1-1 0 0 0,-1 1 0 0 0,0-1 1 0 0,0 1-1 0 0,1-1 0 0 0,-1 1 1 0 0,1-1-1 0 0,-1 0 0 0 0,0 1 1 0 0,1-1-1 0 0,-1 1 0 0 0,1-1 0 0 0,-1 0 1 0 0,1 1-1 0 0,-1-1 0 0 0,1 0 1 0 0,-1 0-1 0 0,1 1 0 0 0,-1-1 0 0 0,1 0 1 0 0,-1 0-1 0 0,1 0 0 0 0,0 0 1 0 0,-1 0-1 0 0,1 0 0 0 0,-1 0 1 0 0,1 0-1 0 0,0 0 0 0 0,-1 0 0 0 0,1 0 1 0 0,-1 0-1 0 0,1 0 0 0 0,-1 0 1 0 0,1 0-1 0 0,-1-1 0 0 0,1 1 1 0 0,-1 0-1 0 0,1 0 0 0 0,-1-1 0 0 0,1 1 1 0 0,-1 0-1 0 0,1-1 0 0 0,-1 1 1 0 0,1-1-1 0 0,-1 1 0 0 0,1 0 1 0 0,-1-1-1 0 0,0 1 0 0 0,1-1 0 0 0,-1 0 1 0 0,11-16 11 0 0,-2-1 1 0 0,0-1 0 0 0,-1 0 0 0 0,-1 0 0 0 0,0 0-1 0 0,-2-1 1 0 0,4-25 0 0 0,21-62 14 0 0,-14 66-10 0 0,36-66 1 0 0,-41 89-22 0 0,0 1 0 0 0,0 0 0 0 0,2 0 0 0 0,0 2 0 0 0,30-28 0 0 0,-40 40-3 0 0,0 0 0 0 0,0 0 1 0 0,0 1-1 0 0,1 0 0 0 0,-1 0 0 0 0,1 0 0 0 0,0 0 1 0 0,0 0-1 0 0,0 1 0 0 0,0 0 0 0 0,0-1 0 0 0,0 2 0 0 0,0-1 1 0 0,0 0-1 0 0,0 1 0 0 0,5 0 0 0 0,-7 0 3 0 0,-1 0-1 0 0,1 1 1 0 0,-1-1-1 0 0,1 1 1 0 0,-1-1-1 0 0,1 1 1 0 0,-1-1 0 0 0,0 1-1 0 0,1 0 1 0 0,-1 0-1 0 0,0 0 1 0 0,0 0-1 0 0,0 0 1 0 0,1 0-1 0 0,-1 0 1 0 0,0 0-1 0 0,1 3 1 0 0,0-1 2 0 0,-1 0-1 0 0,0 0 1 0 0,1 0-1 0 0,-1 0 1 0 0,0 0-1 0 0,-1 0 1 0 0,1 1-1 0 0,-1-1 1 0 0,1 0-1 0 0,-1 1 1 0 0,0 2-1 0 0,-13 214 17 0 0,1-56 48 0 0,12-129-194 0 0,-4 39 179 0 0,-7-27-3170 0 0,1-43-3381 0 0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6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1 509 180 0 0,'28'-19'641'0'0,"-1"-1"-1"0"0,-1-2 1 0 0,45-47 0 0 0,-59 57-484 0 0,-2-1 0 0 0,1 0 0 0 0,-2-1 0 0 0,0 0 0 0 0,-1-1 0 0 0,0 0 0 0 0,-1 0 0 0 0,0 0 0 0 0,-2-1 0 0 0,5-16 0 0 0,-8 11 168 0 0,0 1 0 0 0,-1 0-1 0 0,-1-1 1 0 0,-1 1-1 0 0,-1 0 1 0 0,-1-1 0 0 0,-9-32-1 0 0,12 52-301 0 0,0 1 0 0 0,0-1 0 0 0,0 1-1 0 0,0-1 1 0 0,-1 1 0 0 0,1 0 0 0 0,0-1-1 0 0,0 1 1 0 0,-1-1 0 0 0,1 1 0 0 0,0 0-1 0 0,-1-1 1 0 0,1 1 0 0 0,0 0 0 0 0,-1 0-1 0 0,1-1 1 0 0,-1 1 0 0 0,1 0 0 0 0,0 0-1 0 0,-1-1 1 0 0,1 1 0 0 0,-1 0 0 0 0,1 0 0 0 0,-1 0-1 0 0,1 0 1 0 0,0 0 0 0 0,-1 0 0 0 0,1-1-1 0 0,-1 1 1 0 0,1 0 0 0 0,-1 0 0 0 0,1 1-1 0 0,-1-1 1 0 0,1 0 0 0 0,-1 0 0 0 0,1 0-1 0 0,-1 0 1 0 0,1 0 0 0 0,-1 1 0 0 0,-14 5-42 0 0,15-6 76 0 0,-7 4 33 0 0,1 0 1 0 0,-1 1-1 0 0,1 0 0 0 0,0 0 0 0 0,0 0 1 0 0,1 1-1 0 0,0-1 0 0 0,0 1 0 0 0,0 1 1 0 0,0-1-1 0 0,1 1 0 0 0,-4 9 1 0 0,-6 12 292 0 0,-17 51 0 0 0,25-60-255 0 0,-6 21 71 0 0,2 1 1 0 0,2 0 0 0 0,-4 45-1 0 0,-5 33 204 0 0,16-114-341 0 0,0-1 0 0 0,1 1-1 0 0,-1 0 1 0 0,1 0 0 0 0,0 0 0 0 0,1 0 0 0 0,-1 0-1 0 0,2 7 1 0 0,20-31-13 0 0,-5 6-27 0 0,1 1 1 0 0,0 0 0 0 0,0 2-1 0 0,29-13 1 0 0,-43 22-25 0 0,0 1 0 0 0,0-1 0 0 0,-1 1 0 0 0,1 0 0 0 0,0 0 0 0 0,0 1 0 0 0,0-1 0 0 0,0 1 0 0 0,0 0 0 0 0,-1 0 0 0 0,1 0-1 0 0,0 0 1 0 0,-1 1 0 0 0,1 0 0 0 0,-1-1 0 0 0,1 1 0 0 0,-1 1 0 0 0,6 3 0 0 0,31 15 43 0 0,-35-19-38 0 0,1-1 1 0 0,0 1-1 0 0,0-1 1 0 0,0 0-1 0 0,0 0 0 0 0,0-1 1 0 0,0 0-1 0 0,0 0 1 0 0,0 0-1 0 0,0-1 0 0 0,0 0 1 0 0,0 0-1 0 0,0 0 0 0 0,0-1 1 0 0,0 0-1 0 0,-1 0 1 0 0,1 0-1 0 0,0-1 0 0 0,-1 0 1 0 0,0 0-1 0 0,0 0 1 0 0,0-1-1 0 0,0 0 0 0 0,-1 0 1 0 0,7-7-1 0 0,-2 0-42 0 0,-19 13-52 0 0,-20 21 14 0 0,26-18 76 0 0,0 1 1 0 0,1-1-1 0 0,0 1 0 0 0,0-1 1 0 0,1 1-1 0 0,-1 0 1 0 0,1 0-1 0 0,-2 9 0 0 0,2-9 11 0 0,2-6-8 0 0,-1 1 0 0 0,1 0-1 0 0,0-1 1 0 0,-1 1 0 0 0,1 0-1 0 0,0-1 1 0 0,0 1 0 0 0,-1 0-1 0 0,1 0 1 0 0,0-1 0 0 0,0 1-1 0 0,0 0 1 0 0,0 0 0 0 0,0-1-1 0 0,0 1 1 0 0,0 0 0 0 0,0 0 0 0 0,0-1-1 0 0,0 1 1 0 0,1 0 0 0 0,-1 0-1 0 0,0-1 1 0 0,0 1 0 0 0,1 0-1 0 0,-1-1 1 0 0,0 1 0 0 0,1 0-1 0 0,-1-1 1 0 0,1 1 0 0 0,-1-1-1 0 0,1 1 1 0 0,-1 0 0 0 0,1-1-1 0 0,-1 1 1 0 0,1-1 0 0 0,0 0-1 0 0,-1 1 1 0 0,1-1 0 0 0,0 1-1 0 0,-1-1 1 0 0,1 0 0 0 0,1 1-1 0 0,2 0 5 0 0,0 0-1 0 0,1 1 0 0 0,-1-2 0 0 0,0 1 0 0 0,1 0 1 0 0,-1-1-1 0 0,0 0 0 0 0,1 0 0 0 0,-1 0 0 0 0,1-1 1 0 0,-1 1-1 0 0,8-3 0 0 0,60-20 1 0 0,-48 15-10 0 0,24-9 3 0 0,-27 8-16 0 0,0 2 0 0 0,37-8 0 0 0,-55 14 13 0 0,-1 1-1 0 0,1 0 1 0 0,-1 0 0 0 0,1 0 0 0 0,-1 0-1 0 0,1 0 1 0 0,-1 0 0 0 0,0 0 0 0 0,1 1 0 0 0,-1 0-1 0 0,1-1 1 0 0,-1 1 0 0 0,0 0 0 0 0,1 0-1 0 0,-1 0 1 0 0,0 0 0 0 0,0 1 0 0 0,0-1 0 0 0,3 3-1 0 0,-2 0 27 0 0,1 0 0 0 0,-1 0 0 0 0,0 0 0 0 0,0 0 0 0 0,-1 1 0 0 0,1 0 0 0 0,2 7-1 0 0,-3-8-15 0 0,1-1 0 0 0,-1 1-1 0 0,1-1 1 0 0,-1 0 0 0 0,1 0-1 0 0,0 0 1 0 0,0 0 0 0 0,1-1-1 0 0,-1 1 1 0 0,0-1 0 0 0,1 0-1 0 0,0 0 1 0 0,-1 0 0 0 0,1 0-1 0 0,5 1 1 0 0,2 1-753 0 0,0-1 0 0 0,1 0 0 0 0,-1 0 0 0 0,14 0-1 0 0,-3-1-2441 0 0,6-2 241 0 0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9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265 129 596 0 0,'-11'-26'1745'0'0,"6"10"-396"0"0,-1 0 0 0 0,-1 1-1 0 0,-1 0 1 0 0,-14-20-1 0 0,22 34-872 0 0,-1 1-450 0 0,1-1 0 0 0,0 1 0 0 0,-1-1 0 0 0,1 1-1 0 0,0 0 1 0 0,-1 0 0 0 0,1-1 0 0 0,0 1 0 0 0,-1 0 0 0 0,1 0 0 0 0,-1-1-1 0 0,1 1 1 0 0,0 0 0 0 0,-1 0 0 0 0,1 0 0 0 0,-1 0 0 0 0,1 0 0 0 0,-1-1-1 0 0,1 1 1 0 0,-1 0 0 0 0,1 0 0 0 0,-1 0 0 0 0,1 0 0 0 0,0 0 0 0 0,-1 1-1 0 0,1-1 1 0 0,-1 0 0 0 0,1 0 0 0 0,-1 0 0 0 0,1 0 0 0 0,-1 0-1 0 0,1 1 1 0 0,0-1 0 0 0,-1 0 0 0 0,1 0 0 0 0,-1 1 0 0 0,1-1 0 0 0,0 0-1 0 0,-1 0 1 0 0,1 1 0 0 0,0-1 0 0 0,-1 1 0 0 0,1-1 0 0 0,-20 13 293 0 0,19-13-306 0 0,-15 15 208 0 0,0 0-1 0 0,0 0 1 0 0,2 2 0 0 0,0 0 0 0 0,0 1 0 0 0,-16 31 0 0 0,22-37-144 0 0,2 1 0 0 0,0 0 0 0 0,1 1 0 0 0,0-1 0 0 0,1 1 1 0 0,0 0-1 0 0,1 0 0 0 0,1 0 0 0 0,0 0 0 0 0,1 1 0 0 0,0 16 0 0 0,1-29-60 0 0,0 0-1 0 0,0 0 0 0 0,0 1 1 0 0,1-1-1 0 0,-1 0 0 0 0,1 0 1 0 0,-1 0-1 0 0,1 1 0 0 0,0-1 1 0 0,-1 0-1 0 0,1 0 0 0 0,0 0 0 0 0,1 0 1 0 0,-1 0-1 0 0,0-1 0 0 0,0 1 1 0 0,1 0-1 0 0,-1 0 0 0 0,1-1 1 0 0,0 1-1 0 0,-1-1 0 0 0,1 0 1 0 0,0 1-1 0 0,0-1 0 0 0,3 2 1 0 0,-1-2-7 0 0,-1-1 1 0 0,0 0 0 0 0,1 1-1 0 0,-1-1 1 0 0,0 0 0 0 0,1-1-1 0 0,-1 1 1 0 0,0-1 0 0 0,1 1 0 0 0,-1-1-1 0 0,0 0 1 0 0,0 0 0 0 0,1 0-1 0 0,-1-1 1 0 0,0 1 0 0 0,0-1-1 0 0,3-2 1 0 0,47-33 85 0 0,-35 24-82 0 0,0 0 0 0 0,31-15-1 0 0,-44 27-14 0 0,0 0 0 0 0,-1 0 0 0 0,1 1-1 0 0,0 0 1 0 0,0 0 0 0 0,-1 0 0 0 0,1 0 0 0 0,0 1-1 0 0,-1 0 1 0 0,1 0 0 0 0,0 0 0 0 0,-1 1-1 0 0,1-1 1 0 0,-1 1 0 0 0,0 0 0 0 0,7 4 0 0 0,27 8 6 0 0,-31-13 4 0 0,0 0-1 0 0,0 0 1 0 0,0 0-1 0 0,1-1 1 0 0,-1 0-1 0 0,0-1 1 0 0,0 1-1 0 0,0-1 1 0 0,13-4 0 0 0,-16 4-7 0 0,-1-1 1 0 0,0 1-1 0 0,1-1 0 0 0,-1 0 1 0 0,0 0-1 0 0,0 0 1 0 0,0 0-1 0 0,-1-1 1 0 0,1 1-1 0 0,-1-1 1 0 0,1 1-1 0 0,-1-1 1 0 0,0 0-1 0 0,0 0 1 0 0,0 0-1 0 0,0 0 1 0 0,0 0-1 0 0,-1-1 1 0 0,1 1-1 0 0,-1-1 1 0 0,1-5-1 0 0,0-3-1 0 0,0 0 0 0 0,-2 0 0 0 0,1-1 0 0 0,-2 1 0 0 0,1 0 0 0 0,-2 0 1 0 0,0-1-1 0 0,0 1 0 0 0,-1 0 0 0 0,-1 1 0 0 0,1-1 0 0 0,-12-22 0 0 0,14 32-11 0 0,3 9-3168 0 0,0-1 2760 0 0,6 18-585 0 0,1-7-3652 0 0,-2-9 1769 0 0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39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18 24 0 0,'0'0'761'0'0,"-4"0"-36"0"0,0 1-538 0 0,0 0-1 0 0,0 0 1 0 0,1 0-1 0 0,-1 1 1 0 0,0 0 0 0 0,1-1-1 0 0,0 1 1 0 0,-1 0-1 0 0,1 1 1 0 0,0-1-1 0 0,0 0 1 0 0,0 1 0 0 0,0 0-1 0 0,1 0 1 0 0,-1-1-1 0 0,1 2 1 0 0,-1-1-1 0 0,1 0 1 0 0,0 0 0 0 0,0 1-1 0 0,1-1 1 0 0,-1 1-1 0 0,-1 5 1 0 0,2-6-102 0 0,1 0-1 0 0,-1 1 1 0 0,1-1 0 0 0,0 0 0 0 0,-1 0-1 0 0,2 0 1 0 0,-1 1 0 0 0,0-1 0 0 0,0 0-1 0 0,1 0 1 0 0,0 0 0 0 0,0 0-1 0 0,0 0 1 0 0,0 0 0 0 0,0 0 0 0 0,0 0-1 0 0,1 0 1 0 0,0 0 0 0 0,-1-1 0 0 0,5 5-1 0 0,-5-5-46 0 0,0-1 0 0 0,0 1 0 0 0,0-1-1 0 0,0 1 1 0 0,1-1 0 0 0,-1 0 0 0 0,1 0 0 0 0,-1 1-1 0 0,1-1 1 0 0,-1 0 0 0 0,1 0 0 0 0,0 0-1 0 0,0-1 1 0 0,-1 1 0 0 0,1 0 0 0 0,0-1 0 0 0,0 1-1 0 0,0-1 1 0 0,0 0 0 0 0,-1 1 0 0 0,1-1-1 0 0,0 0 1 0 0,0 0 0 0 0,0 0 0 0 0,0 0 0 0 0,0-1-1 0 0,0 1 1 0 0,0 0 0 0 0,2-2 0 0 0,-1 1 8 0 0,-1-1 1 0 0,1 1 0 0 0,-1-1 0 0 0,0 0-1 0 0,0 1 1 0 0,0-1 0 0 0,0 0 0 0 0,0 0-1 0 0,0-1 1 0 0,-1 1 0 0 0,1 0 0 0 0,-1 0-1 0 0,1-1 1 0 0,-1 1 0 0 0,0-1 0 0 0,0 0-1 0 0,0 1 1 0 0,1-5 0 0 0,-1-2 27 0 0,0 0 0 0 0,0 0 1 0 0,-1-1-1 0 0,0 1 0 0 0,-1 0 0 0 0,0 0 1 0 0,0 0-1 0 0,-1 0 0 0 0,0 0 0 0 0,-6-15 1 0 0,6 17-50 0 0,1 5-166 0 0,-18 6-8477 0 0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0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1 136 0 0,'19'33'1633'0'0,"-8"23"964"0"0,-9-42 734 0 0,-1-35-2371 0 0,-1 18-939 0 0,0 0 0 0 0,0 0 1 0 0,1 0-1 0 0,-1 0 0 0 0,1 0 0 0 0,0 1 1 0 0,0-1-1 0 0,0 0 0 0 0,0 0 0 0 0,0 0 1 0 0,1 1-1 0 0,-1-1 0 0 0,1 1 0 0 0,0-1 1 0 0,0 1-1 0 0,0-1 0 0 0,0 1 0 0 0,0 0 1 0 0,0 0-1 0 0,1 0 0 0 0,-1 0 0 0 0,1 1 1 0 0,-1-1-1 0 0,1 1 0 0 0,0-1 0 0 0,-1 1 1 0 0,1 0-1 0 0,0 0 0 0 0,3-1 0 0 0,7-1-600 0 0,-1 0-1 0 0,1 1 0 0 0,0 1 0 0 0,-1 0 1 0 0,16 0-1 0 0,1 4-2301 0 0,-16-2 1226 0 0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0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1 269 1244 0 0,'32'7'1212'0'0,"-31"24"-153"0"0,-1-23-885 0 0,0 0 1 0 0,0 0 0 0 0,1 0-1 0 0,3 13 1 0 0,-4-20-168 0 0,0 0 0 0 0,1 0 1 0 0,-1-1-1 0 0,0 1 0 0 0,1 0 0 0 0,-1-1 1 0 0,1 1-1 0 0,-1 0 0 0 0,1-1 0 0 0,-1 1 1 0 0,1-1-1 0 0,-1 1 0 0 0,1-1 0 0 0,-1 1 1 0 0,1-1-1 0 0,0 1 0 0 0,-1-1 0 0 0,1 0 1 0 0,0 1-1 0 0,-1-1 0 0 0,1 0 0 0 0,0 1 1 0 0,0-1-1 0 0,-1 0 0 0 0,1 0 0 0 0,0 0 1 0 0,0 0-1 0 0,0 0 0 0 0,-1 0 0 0 0,1 0 1 0 0,0 0-1 0 0,0 0 0 0 0,-1 0 0 0 0,1 0 1 0 0,0 0-1 0 0,0-1 0 0 0,-1 1 1 0 0,1 0-1 0 0,0-1 0 0 0,-1 1 0 0 0,1 0 1 0 0,0-1-1 0 0,-1 1 0 0 0,1-1 0 0 0,0 1 1 0 0,-1-1-1 0 0,1 0 0 0 0,30-25 107 0 0,-23 17-68 0 0,-1-1-1 0 0,-1 0 0 0 0,0 0 0 0 0,0 0 1 0 0,-1-1-1 0 0,0 0 0 0 0,-1 0 0 0 0,0 0 1 0 0,-1-1-1 0 0,-1 1 0 0 0,3-21 0 0 0,-2 2 617 0 0,-2-1 0 0 0,0 1 0 0 0,-6-42 0 0 0,5 71-531 0 0,0 0 0 0 0,0-1 0 0 0,0 1 0 0 0,0 0 0 0 0,0-1 0 0 0,0 1 0 0 0,0-1 0 0 0,-1 1 1 0 0,1 0-1 0 0,0-1 0 0 0,-1 1 0 0 0,1 0 0 0 0,-1 0 0 0 0,0-1 0 0 0,1 1 0 0 0,-1 0 0 0 0,0 0 0 0 0,0 0 0 0 0,1 0 0 0 0,-1 0 1 0 0,0 0-1 0 0,-2-2 0 0 0,2 4-91 0 0,0 1 1 0 0,-1-1 0 0 0,1 0-1 0 0,0 1 1 0 0,0-1 0 0 0,0 1-1 0 0,0 0 1 0 0,1-1-1 0 0,-1 1 1 0 0,0-1 0 0 0,1 1-1 0 0,-1 0 1 0 0,1 0 0 0 0,-1-1-1 0 0,1 1 1 0 0,0 0 0 0 0,0 0-1 0 0,0-1 1 0 0,0 3-1 0 0,-1 12 42 0 0,0-1-1 0 0,1 0 0 0 0,1 1 0 0 0,0-1 1 0 0,2 0-1 0 0,-1 0 0 0 0,7 19 0 0 0,4 8-686 0 0,23 49-1 0 0,-25-69-1835 0 0,27 40 0 0 0,-31-51 1158 0 0,8 12-1611 0 0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1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260 100 336 0 0,'-3'-6'498'0'0,"0"0"1"0"0,0 1-1 0 0,-1-1 0 0 0,0 1 0 0 0,0 0 1 0 0,0 0-1 0 0,0 0 0 0 0,-1 0 1 0 0,0 1-1 0 0,0-1 0 0 0,0 2 1 0 0,0-1-1 0 0,-11-5 0 0 0,11 6-352 0 0,0 1-1 0 0,0 1 1 0 0,0-1-1 0 0,-1 1 1 0 0,1 0 0 0 0,-1 0-1 0 0,1 0 1 0 0,0 1-1 0 0,-1-1 1 0 0,1 2 0 0 0,-1-1-1 0 0,1 0 1 0 0,-1 1-1 0 0,1 0 1 0 0,0 0 0 0 0,-1 1-1 0 0,1 0 1 0 0,0 0-1 0 0,0 0 1 0 0,0 0-1 0 0,0 1 1 0 0,0 0 0 0 0,1 0-1 0 0,-1 0 1 0 0,1 0-1 0 0,-5 5 1 0 0,5-4-77 0 0,0 0 1 0 0,0 0-1 0 0,0 0 0 0 0,1 0 1 0 0,-1 1-1 0 0,1-1 0 0 0,0 1 0 0 0,1 0 1 0 0,-1 0-1 0 0,1 0 0 0 0,0 1 1 0 0,0-1-1 0 0,0 0 0 0 0,1 1 1 0 0,0-1-1 0 0,0 1 0 0 0,0 10 0 0 0,1-16-61 0 0,0 1 0 0 0,0 0 0 0 0,0 0 0 0 0,0-1 0 0 0,0 1-1 0 0,0 0 1 0 0,0 0 0 0 0,1-1 0 0 0,-1 1 0 0 0,0 0-1 0 0,0-1 1 0 0,1 1 0 0 0,-1 0 0 0 0,0-1 0 0 0,1 1 0 0 0,-1 0-1 0 0,1-1 1 0 0,-1 1 0 0 0,1-1 0 0 0,-1 1 0 0 0,1-1-1 0 0,-1 1 1 0 0,1-1 0 0 0,0 1 0 0 0,-1-1 0 0 0,1 0 0 0 0,-1 1-1 0 0,2 0 1 0 0,25-1 114 0 0,29-19-38 0 0,-53 18-78 0 0,89-43 76 0 0,-71 31-74 0 0,2 2-1 0 0,-1 1 1 0 0,2 0-1 0 0,-1 2 1 0 0,43-10 0 0 0,-64 18-10 0 0,0 0 0 0 0,-1 1 1 0 0,1-1-1 0 0,0 0 1 0 0,0 0-1 0 0,-1 1 0 0 0,1-1 1 0 0,0 1-1 0 0,-1 0 1 0 0,1-1-1 0 0,-1 1 1 0 0,1 0-1 0 0,-1 0 0 0 0,1 0 1 0 0,-1 0-1 0 0,1 0 1 0 0,-1 0-1 0 0,0 1 0 0 0,0-1 1 0 0,0 0-1 0 0,0 1 1 0 0,0-1-1 0 0,0 1 1 0 0,0-1-1 0 0,0 1 0 0 0,0-1 1 0 0,-1 1-1 0 0,1-1 1 0 0,0 1-1 0 0,-1 0 0 0 0,0-1 1 0 0,1 4-1 0 0,7 51-3 0 0,-9-55 6 0 0,1 1 1 0 0,0 0 0 0 0,0-1 0 0 0,0 1 0 0 0,0-1 0 0 0,0 1 0 0 0,0-1 0 0 0,1 1 0 0 0,-1-1 0 0 0,0 1 0 0 0,1-1 0 0 0,-1 1 0 0 0,1-1 0 0 0,0 0 0 0 0,-1 1 0 0 0,1-1 0 0 0,0 0 0 0 0,0 1 0 0 0,0-1 0 0 0,0 0 0 0 0,0 0-1 0 0,0 0 1 0 0,0 0 0 0 0,0 0 0 0 0,0 0 0 0 0,1 0 0 0 0,-1 0 0 0 0,0 0 0 0 0,1-1 0 0 0,-1 1 0 0 0,1 0 0 0 0,-1-1 0 0 0,1 1 0 0 0,-1-1 0 0 0,1 0 0 0 0,-1 1 0 0 0,1-1 0 0 0,-1 0 0 0 0,1 0 0 0 0,-1 0 0 0 0,1 0-1 0 0,-1 0 1 0 0,1-1 0 0 0,-1 1 0 0 0,1 0 0 0 0,-1-1 0 0 0,3 0 0 0 0,9-3 17 0 0,0 0-1 0 0,-1-1 1 0 0,1 0 0 0 0,15-10-1 0 0,-17 9-6 0 0,119-73-591 0 0,-76 43-6248 0 0,-38 25 3568 0 0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3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7 402 764 0 0,'-7'-26'4265'0'0,"20"33"-1872"0"0,-7 0-2190 0 0,0-1 0 0 0,0 1-1 0 0,-1 0 1 0 0,8 13 0 0 0,-8-8-79 0 0,0 1 1 0 0,0-1-1 0 0,-1 1 0 0 0,0 0 0 0 0,-2 1 0 0 0,1-1 1 0 0,-1 0-1 0 0,-1 1 0 0 0,-1-1 0 0 0,0 1 0 0 0,0-1 1 0 0,-2 1-1 0 0,1-1 0 0 0,-2 1 0 0 0,0-1 0 0 0,-7 21 1141 0 0,11-45-1226 0 0,0 1 1 0 0,1 0-1 0 0,0-1 1 0 0,1 1-1 0 0,0 0 1 0 0,0 0-1 0 0,1 1 1 0 0,1-1 0 0 0,0 1-1 0 0,0 0 1 0 0,0 0-1 0 0,11-12 1 0 0,-7 10-20 0 0,0 0 0 0 0,1 0 0 0 0,1 1 1 0 0,0 0-1 0 0,0 1 0 0 0,1 0 0 0 0,0 1 1 0 0,20-11-1 0 0,-29 18-21 0 0,0 0 1 0 0,1-1 0 0 0,-1 2-1 0 0,1-1 1 0 0,-1 0-1 0 0,1 1 1 0 0,-1-1-1 0 0,1 1 1 0 0,-1 0 0 0 0,1 0-1 0 0,-1 0 1 0 0,1 1-1 0 0,0-1 1 0 0,-1 1-1 0 0,1 0 1 0 0,-1 0 0 0 0,0 0-1 0 0,1 1 1 0 0,2 1-1 0 0,8 4-3 0 0,-2 1-1 0 0,1 1 1 0 0,16 13-1 0 0,-19-13 3 0 0,1-1-1 0 0,0 0 1 0 0,17 9 0 0 0,-11-10 12 0 0,0-1 0 0 0,1-1 0 0 0,-1-1-1 0 0,1 0 1 0 0,0-1 0 0 0,0-1 0 0 0,1-1 0 0 0,26-1 0 0 0,-35 0-5 0 0,1-1 1 0 0,-1 0-1 0 0,0 0 0 0 0,0-1 0 0 0,0-1 1 0 0,0 1-1 0 0,-1-2 0 0 0,1 1 1 0 0,-1-1-1 0 0,0-1 0 0 0,0 0 1 0 0,0 0-1 0 0,-1-1 0 0 0,1 1 1 0 0,-1-2-1 0 0,12-12 0 0 0,-18 16-6 0 0,0 1 0 0 0,0 0 0 0 0,0-1 0 0 0,0 0 0 0 0,-1 1 0 0 0,1-1 0 0 0,-1 0-1 0 0,0 0 1 0 0,0 0 0 0 0,0 0 0 0 0,0 0 0 0 0,0 0 0 0 0,-1 0 0 0 0,1 0 0 0 0,-1-1 0 0 0,0 1 0 0 0,0 0 0 0 0,0 0-1 0 0,0 0 1 0 0,-1 0 0 0 0,1 0 0 0 0,-1-1 0 0 0,0 1 0 0 0,0 0 0 0 0,0 0 0 0 0,0 1 0 0 0,0-1 0 0 0,-1 0 0 0 0,1 0-1 0 0,-1 0 1 0 0,0 1 0 0 0,0-1 0 0 0,0 1 0 0 0,0 0 0 0 0,0-1 0 0 0,0 1 0 0 0,-1 0 0 0 0,1 0 0 0 0,-1 1 0 0 0,-4-3-1 0 0,4 2-1 0 0,0 1 0 0 0,-1 0 0 0 0,1 0 0 0 0,-1 0 0 0 0,1 0 0 0 0,-1 0 0 0 0,0 1 0 0 0,1 0 0 0 0,-1 0-1 0 0,0 0 1 0 0,1 0 0 0 0,-1 0 0 0 0,0 1 0 0 0,1-1 0 0 0,-1 1 0 0 0,1 0 0 0 0,-1 0 0 0 0,1 1 0 0 0,-1-1 0 0 0,1 1-1 0 0,0 0 1 0 0,0-1 0 0 0,0 1 0 0 0,0 1 0 0 0,0-1 0 0 0,0 0 0 0 0,1 1 0 0 0,-4 3 0 0 0,3-3 3 0 0,1 0 0 0 0,-1 0 0 0 0,0 1 0 0 0,1-1 0 0 0,0 1 0 0 0,0 0 0 0 0,0 0 0 0 0,1 0 0 0 0,-1 0 0 0 0,1 0 0 0 0,0 0 0 0 0,0 0 0 0 0,0 0 0 0 0,1 0 0 0 0,-1 1 0 0 0,1-1 0 0 0,0 0 1 0 0,0 0-1 0 0,1 1 0 0 0,-1-1 0 0 0,1 0 0 0 0,0 0 0 0 0,2 8 0 0 0,1-5 3 0 0,1 0-1 0 0,-1-1 1 0 0,1 1 0 0 0,1-1 0 0 0,-1 0 0 0 0,1 0-1 0 0,0-1 1 0 0,0 0 0 0 0,0 0 0 0 0,1 0-1 0 0,0-1 1 0 0,0 0 0 0 0,0 0 0 0 0,0-1 0 0 0,1 0-1 0 0,14 4 1 0 0,-1-1-10 0 0,0 0-1 0 0,0-2 1 0 0,0 0 0 0 0,1-2-1 0 0,23 1 1 0 0,-13-4-40 0 0,0-1 0 0 0,0-2 0 0 0,-1-1 1 0 0,0-1-1 0 0,39-14 0 0 0,-53 15 24 0 0,-1-1 1 0 0,0-1-1 0 0,0-1 1 0 0,0 0 0 0 0,-1-1-1 0 0,0 0 1 0 0,-1-1-1 0 0,0-1 1 0 0,-1-1-1 0 0,0 0 1 0 0,13-14-1 0 0,-24 22 44 0 0,1 1 0 0 0,0-1 0 0 0,-1 0 0 0 0,0 0 0 0 0,0 1 0 0 0,0-2 0 0 0,0 1 0 0 0,-1 0 0 0 0,0 0-1 0 0,0 0 1 0 0,0-1 0 0 0,0 1 0 0 0,0 0 0 0 0,-1-1 0 0 0,0 1 0 0 0,-1-9 0 0 0,1 12-14 0 0,0 0 0 0 0,-1 0-1 0 0,1 1 1 0 0,-1-1 0 0 0,1 1 0 0 0,-1-1 0 0 0,1 0 0 0 0,-1 1 0 0 0,1-1 0 0 0,-1 1 0 0 0,1-1-1 0 0,-1 1 1 0 0,0-1 0 0 0,1 1 0 0 0,-1 0 0 0 0,0-1 0 0 0,1 1 0 0 0,-1 0 0 0 0,0 0-1 0 0,0-1 1 0 0,1 1 0 0 0,-1 0 0 0 0,0 0 0 0 0,0 0 0 0 0,1 0 0 0 0,-1 0 0 0 0,0 0 0 0 0,0 0-1 0 0,1 0 1 0 0,-1 0 0 0 0,0 0 0 0 0,0 0 0 0 0,0 1 0 0 0,1-1 0 0 0,-2 1 0 0 0,-26 9 18 0 0,26-10-15 0 0,-4 3-2 0 0,0 1-1 0 0,1-1 1 0 0,-1 1-1 0 0,1 0 1 0 0,0 0-1 0 0,0 0 1 0 0,0 1-1 0 0,0-1 1 0 0,1 1-1 0 0,0 1 1 0 0,0-1-1 0 0,0 0 1 0 0,1 1-1 0 0,-4 7 1 0 0,6-11-4 0 0,1-1 0 0 0,0-1 0 0 0,0 1 0 0 0,0 0 0 0 0,0-1 0 0 0,0 1 0 0 0,0 0 0 0 0,0-1 0 0 0,0 1 0 0 0,0 0 0 0 0,0 0 0 0 0,0-1 0 0 0,0 1 0 0 0,1 0 0 0 0,-1-1 0 0 0,0 1 0 0 0,0 0 0 0 0,1-1 0 0 0,-1 1 0 0 0,0-1 0 0 0,1 1 0 0 0,-1 0 0 0 0,1-1 0 0 0,-1 1 0 0 0,1-1 0 0 0,-1 1 0 0 0,1-1 0 0 0,-1 0 0 0 0,1 1 0 0 0,0-1 0 0 0,-1 1 0 0 0,1-1 0 0 0,-1 0 0 0 0,1 0 0 0 0,1 1 1 0 0,4-1 4 0 0,-1-1 0 0 0,1 1 0 0 0,0-1 1 0 0,0-1-1 0 0,-1 1 0 0 0,1-1 0 0 0,-1 0 1 0 0,10-4-1 0 0,33-13-6 0 0,-46 19-15 0 0,15 4-65 0 0,-6 26 41 0 0,9 17 57 0 0,-19-45-18 0 0,0-1 1 0 0,0 0-1 0 0,0 0 0 0 0,0 0 1 0 0,0 0-1 0 0,0 0 1 0 0,0 0-1 0 0,0 0 1 0 0,0 0-1 0 0,0 0 1 0 0,1-1-1 0 0,-1 1 0 0 0,0 0 1 0 0,1-1-1 0 0,-1 1 1 0 0,0-1-1 0 0,1 1 1 0 0,-1-1-1 0 0,1 0 0 0 0,-1 0 1 0 0,0 0-1 0 0,1 1 1 0 0,-1-1-1 0 0,1 0 1 0 0,-1-1-1 0 0,1 1 1 0 0,-1 0-1 0 0,1 0 0 0 0,1-1 1 0 0,19-9-9 0 0,0 0 0 0 0,0-1 0 0 0,-1-2 0 0 0,31-23 0 0 0,-3 3-14 0 0,-47 32 15 0 0,-1 0-1 0 0,1 0 1 0 0,0 0 0 0 0,0 0-1 0 0,0 0 1 0 0,0 0 0 0 0,0 1-1 0 0,0-1 1 0 0,0 1 0 0 0,0-1-1 0 0,0 1 1 0 0,0 0 0 0 0,0 0-1 0 0,0 0 1 0 0,0 0 0 0 0,0 0-1 0 0,0 0 1 0 0,0 1 0 0 0,0-1 0 0 0,0 1-1 0 0,0-1 1 0 0,0 1 0 0 0,0 0-1 0 0,0 0 1 0 0,2 1 0 0 0,2 3-5 0 0,1 0 1 0 0,-1 0 0 0 0,0 1-1 0 0,0 0 1 0 0,6 7 0 0 0,-8-8 10 0 0,0 0 0 0 0,1 0 1 0 0,0 0-1 0 0,-1-1 0 0 0,1 0 1 0 0,1 0-1 0 0,6 4 0 0 0,-1-4-14 0 0,1 0 0 0 0,-1-2-1 0 0,0 1 1 0 0,1-1 0 0 0,-1-1-1 0 0,1 0 1 0 0,-1-1 0 0 0,1 0-1 0 0,0-1 1 0 0,-1 0 0 0 0,1-1-1 0 0,-1 0 1 0 0,1 0 0 0 0,-1-2-1 0 0,0 1 1 0 0,0-1 0 0 0,-1-1-1 0 0,1 0 1 0 0,-1-1 0 0 0,0 0-1 0 0,0 0 1 0 0,-1-1 0 0 0,0 0-1 0 0,0-1 1 0 0,0 0 0 0 0,-1 0-1 0 0,-1-1 1 0 0,1 0 0 0 0,5-10-1 0 0,-3 4 5 0 0,-1-2-1 0 0,-1 1 0 0 0,-1-1 1 0 0,0 0-1 0 0,-2-1 0 0 0,1 1 1 0 0,-2-1-1 0 0,3-23 0 0 0,-4 12 2 0 0,-1 0-1 0 0,-2 1 1 0 0,-1-1-1 0 0,-6-43 0 0 0,7 71 6 0 0,0 0-1 0 0,0-1 1 0 0,0 1-1 0 0,0 0 0 0 0,0-1 1 0 0,0 1-1 0 0,0 0 1 0 0,0-1-1 0 0,-1 1 0 0 0,1 0 1 0 0,0-1-1 0 0,-1 1 1 0 0,1 0-1 0 0,-1 0 0 0 0,0 0 1 0 0,1-1-1 0 0,-1 1 1 0 0,0 0-1 0 0,0 0 0 0 0,0 0 1 0 0,0 0-1 0 0,0 0 1 0 0,-1-1-1 0 0,-1 3 2 0 0,1 1 0 0 0,1 0-1 0 0,-1-1 1 0 0,0 1 0 0 0,0 0 0 0 0,0 0 0 0 0,1 0-1 0 0,-1 0 1 0 0,1 1 0 0 0,0-1 0 0 0,0 0 0 0 0,-2 5-1 0 0,-4 8 12 0 0,1 0 0 0 0,0 0-1 0 0,2 1 1 0 0,-1 0-1 0 0,2 0 1 0 0,0 0 0 0 0,1 0-1 0 0,1 1 1 0 0,1 26-1 0 0,2-9 15 0 0,1 0-1 0 0,2-1 1 0 0,15 57-1 0 0,-18-83-16 0 0,0-1 0 0 0,1 1 0 0 0,-1 0 0 0 0,1-1 0 0 0,1 0-1 0 0,-1 0 1 0 0,1 0 0 0 0,0 0 0 0 0,1 0 0 0 0,-1-1-1 0 0,1 1 1 0 0,0-1 0 0 0,0-1 0 0 0,1 1 0 0 0,-1-1 0 0 0,1 0-1 0 0,0 0 1 0 0,11 5 0 0 0,-11-7-1 0 0,-1 0 0 0 0,1-1 0 0 0,-1 1 0 0 0,1-1 0 0 0,0-1 0 0 0,0 1 1 0 0,-1-1-1 0 0,1 0 0 0 0,0 0 0 0 0,0-1 0 0 0,-1 0 0 0 0,1 0 0 0 0,0 0 0 0 0,-1 0 0 0 0,1-1 0 0 0,-1 0 0 0 0,0 0 0 0 0,0-1 0 0 0,1 0 1 0 0,-2 1-1 0 0,1-2 0 0 0,0 1 0 0 0,6-6 0 0 0,-3 3 13 0 0,-5 5 19 0 0,-1-1-1 0 0,1 1 1 0 0,-1-1-1 0 0,0 0 1 0 0,1 0-1 0 0,-1 0 1 0 0,0 0-1 0 0,0 0 1 0 0,0 0-1 0 0,0-1 1 0 0,-1 1-1 0 0,4-6 1 0 0,-4 13-29 0 0,0-1 1 0 0,1 0-1 0 0,0 0 1 0 0,0 0-1 0 0,0 0 1 0 0,0 0-1 0 0,1 0 1 0 0,-1 0 0 0 0,1-1-1 0 0,0 0 1 0 0,0 1-1 0 0,0-1 1 0 0,1 0-1 0 0,-1 0 1 0 0,1-1-1 0 0,0 1 1 0 0,6 3 0 0 0,-7-5-4 0 0,1 0 1 0 0,-1 0 0 0 0,0-1 0 0 0,1 1 0 0 0,-1-1-1 0 0,1 1 1 0 0,-1-1 0 0 0,1 0 0 0 0,-1 0 0 0 0,1-1 0 0 0,-1 1-1 0 0,0-1 1 0 0,1 0 0 0 0,-1 0 0 0 0,0 0 0 0 0,1 0 0 0 0,4-3-1 0 0,3-2 1 0 0,-1-1-1 0 0,1-1 1 0 0,15-14-1 0 0,19-15 10 0 0,-44 36-36 0 0,1 4-12 0 0,-1-1 31 0 0,0 1-1 0 0,1-1 1 0 0,-1 1 0 0 0,0 0-1 0 0,0-1 1 0 0,0 1-1 0 0,-1 0 1 0 0,1 0 0 0 0,-1 0-1 0 0,1 2 1 0 0,-1 23-16 0 0,-2-1 0 0 0,-1 0 1 0 0,-6 27-1 0 0,-2 17 17 0 0,-35 246 78 0 0,16-124-2 0 0,29-181-33 0 0,-1 0 1 0 0,-1 0-1 0 0,0-1 1 0 0,-1 1-1 0 0,0-1 1 0 0,-1 1-1 0 0,-11 19 1 0 0,16-31-27 0 0,-1 1 1 0 0,1-1-1 0 0,-1 0 1 0 0,1 1 0 0 0,-1-1-1 0 0,1 1 1 0 0,-1-1-1 0 0,1 0 1 0 0,-1 1 0 0 0,1-1-1 0 0,-1 0 1 0 0,1 1-1 0 0,-1-1 1 0 0,0 0 0 0 0,1 0-1 0 0,-1 0 1 0 0,0 0-1 0 0,1 0 1 0 0,-1 0 0 0 0,1 0-1 0 0,-1 0 1 0 0,0 0-1 0 0,1 0 1 0 0,-1 0 0 0 0,0 0-1 0 0,1 0 1 0 0,-1 0-1 0 0,0 0 1 0 0,1-1 0 0 0,-1 1-1 0 0,1 0 1 0 0,-1 0-1 0 0,0-1 1 0 0,1 1 0 0 0,-1 0-1 0 0,1-1 1 0 0,-1 1-1 0 0,1-1 1 0 0,-1 1 0 0 0,1-1-1 0 0,-1 0 1 0 0,-15-22 308 0 0,14 12-277 0 0,1 1 1 0 0,0-1-1 0 0,0 1 1 0 0,1-1-1 0 0,0 1 0 0 0,1-1 1 0 0,0 1-1 0 0,1-1 0 0 0,0 1 1 0 0,6-18-1 0 0,-2 11-10 0 0,1 1 0 0 0,1 0-1 0 0,1 0 1 0 0,0 1 0 0 0,22-27-1 0 0,-8 15-366 0 0,2 1-1 0 0,2 1 1 0 0,0 1-1 0 0,1 2 1 0 0,56-35-1 0 0,9 8-2418 0 0,-23 19-1905 0 0,-3 5 1149 0 0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6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12 68 0 0,'-1'-1'160'0'0,"0"0"0"0"0,0 0 0 0 0,0 0 0 0 0,-1 0-1 0 0,1 0 1 0 0,0 0 0 0 0,0 0 0 0 0,0 1 0 0 0,-1-1 0 0 0,1 1 0 0 0,0-1 0 0 0,-1 1-1 0 0,1-1 1 0 0,-1 1 0 0 0,1 0 0 0 0,0-1 0 0 0,-1 1 0 0 0,1 0 0 0 0,-1 0 0 0 0,1 0 0 0 0,-1 0-1 0 0,1 1 1 0 0,0-1 0 0 0,-3 1 0 0 0,0 0 32 0 0,0 1 0 0 0,0 0 0 0 0,0 0 0 0 0,0 0 0 0 0,1 0 0 0 0,-1 0-1 0 0,1 1 1 0 0,-5 4 0 0 0,-1 1 85 0 0,2 1-1 0 0,-1-1 0 0 0,1 1 1 0 0,0 1-1 0 0,-9 17 1 0 0,11-17-66 0 0,1 0 1 0 0,0 0 0 0 0,1 0 0 0 0,-4 14-1 0 0,7-20-151 0 0,0 0-1 0 0,-1-1 0 0 0,1 1 0 0 0,0 0 0 0 0,1-1 0 0 0,-1 1 0 0 0,1 0 0 0 0,-1-1 1 0 0,1 1-1 0 0,0 0 0 0 0,0-1 0 0 0,1 1 0 0 0,-1-1 0 0 0,1 0 0 0 0,3 6 1 0 0,-4-7-62 0 0,1 0 1 0 0,-1-1-1 0 0,1 1 1 0 0,0 0 0 0 0,-1-1-1 0 0,1 1 1 0 0,0-1 0 0 0,0 1-1 0 0,0-1 1 0 0,0 0-1 0 0,0 0 1 0 0,0 0 0 0 0,0 0-1 0 0,0 0 1 0 0,1 0 0 0 0,-1-1-1 0 0,0 1 1 0 0,1-1 0 0 0,-1 0-1 0 0,0 1 1 0 0,1-1-1 0 0,-1 0 1 0 0,0 0 0 0 0,1-1-1 0 0,-1 1 1 0 0,0 0 0 0 0,5-2-1 0 0,-2 0-522 0 0,1 0 0 0 0,-1 0 0 0 0,0 0 0 0 0,0 0 0 0 0,0-1 0 0 0,0 0 1 0 0,-1 0-1 0 0,1-1 0 0 0,-1 1 0 0 0,7-7 0 0 0,-2-1-1534 0 0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6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90 744 0 0,'-30'-79'5498'0'0,"29"78"-5007"0"0,-1-6 208 0 0,1 4-721 0 0,2 6-201 0 0,13 42-3330 0 0,-9-34 1507 0 0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7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50 420 516 0 0,'-2'2'249'0'0,"-1"0"0"0"0,0 0 0 0 0,1 1 0 0 0,-1-1 0 0 0,1 1 0 0 0,0 0-1 0 0,-1 0 1 0 0,2 0 0 0 0,-1 0 0 0 0,0 0 0 0 0,1 0 0 0 0,-1 1 0 0 0,1-1 0 0 0,0 1 0 0 0,0-1 0 0 0,-1 7 0 0 0,2-8-200 0 0,0-1-1 0 0,0 0 1 0 0,0 0 0 0 0,0 1 0 0 0,0-1 0 0 0,1 0 0 0 0,-1 0 0 0 0,0 0 0 0 0,1 0 0 0 0,-1 1-1 0 0,1-1 1 0 0,-1 0 0 0 0,1 0 0 0 0,-1 0 0 0 0,1 0 0 0 0,0 0 0 0 0,0 0 0 0 0,-1 0 0 0 0,1-1 0 0 0,2 3-1 0 0,-1-2-1 0 0,1 0-1 0 0,-1 0 1 0 0,0 0-1 0 0,1 0 0 0 0,-1 0 1 0 0,1 0-1 0 0,-1-1 1 0 0,1 1-1 0 0,0-1 0 0 0,-1 0 1 0 0,1 0-1 0 0,-1 0 1 0 0,6 0-1 0 0,-3-1-14 0 0,-1 1 0 0 0,1-1 0 0 0,0 0 0 0 0,0 0 0 0 0,-1 0 0 0 0,1-1 0 0 0,-1 1 0 0 0,1-1 1 0 0,-1 0-1 0 0,0-1 0 0 0,0 1 0 0 0,0-1 0 0 0,0 1 0 0 0,0-1 0 0 0,0-1 0 0 0,5-6 0 0 0,-4 5 25 0 0,-1-1 0 0 0,0-1 1 0 0,-1 1-1 0 0,1 0 0 0 0,-1-1 0 0 0,-1 0 0 0 0,1 0 0 0 0,-1 1 0 0 0,0-1 1 0 0,1-11-1 0 0,-1 2 75 0 0,-1 0 0 0 0,-1-1 1 0 0,0 1-1 0 0,-1 0 1 0 0,-1 0-1 0 0,-1 0 0 0 0,0 0 1 0 0,-1 0-1 0 0,-9-26 0 0 0,11 38-110 0 0,-11-29 338 0 0,-26-44 0 0 0,34 69-281 0 0,-1-1 0 0 0,0 1 0 0 0,0 0 0 0 0,-1 0 0 0 0,0 0 0 0 0,0 1 0 0 0,-1 0 0 0 0,1 1 0 0 0,-17-10 0 0 0,23 15-208 0 0,-6 3-290 0 0,7-3 389 0 0,-1 1 1 0 0,1 0-1 0 0,-1 0 0 0 0,1 0 1 0 0,-1 0-1 0 0,1 0 1 0 0,0 0-1 0 0,-1 0 1 0 0,1 0-1 0 0,-1 0 1 0 0,1 0-1 0 0,-1 0 0 0 0,1 1 1 0 0,-1-1-1 0 0,1 0 1 0 0,-1 0-1 0 0,1 0 1 0 0,0 1-1 0 0,-1-1 1 0 0,1 0-1 0 0,-1 0 1 0 0,1 1-1 0 0,0-1 0 0 0,-1 0 1 0 0,1 1-1 0 0,0-1 1 0 0,-1 0-1 0 0,1 1 1 0 0,-1 0-1 0 0,1-1-3 0 0,0 4-509 0 0,-1 0 0 0 0,1-1 0 0 0,0 1 0 0 0,0-1 0 0 0,0 1 0 0 0,1 0 0 0 0,-1-1-1 0 0,3 8 1 0 0,1 1-1772 0 0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7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1 614 548 0 0,'26'-19'1290'0'0,"-5"5"-462"0"0,-2-1 0 0 0,1-1 0 0 0,31-35 0 0 0,-38 28 372 0 0,-14 23-1165 0 0,1-1 1 0 0,0 0-1 0 0,-1 1 0 0 0,1-1 0 0 0,0 1 0 0 0,-1-1 0 0 0,1 1 1 0 0,-1-1-1 0 0,1 1 0 0 0,-1-1 0 0 0,1 1 0 0 0,-1 0 1 0 0,1-1-1 0 0,-1 1 0 0 0,1 0 0 0 0,-1-1 0 0 0,0 1 0 0 0,1 0 1 0 0,-1 0-1 0 0,1-1 0 0 0,-1 1 0 0 0,0 0 0 0 0,1 0 0 0 0,-1 0 1 0 0,0 0-1 0 0,0 0 0 0 0,-3-1 122 0 0,-19 13 133 0 0,20-10-260 0 0,0 0 1 0 0,0 0-1 0 0,0 0 0 0 0,0 1 0 0 0,0 0 0 0 0,1-1 0 0 0,-1 1 0 0 0,1 0 0 0 0,-1 0 0 0 0,1 1 0 0 0,0-1 0 0 0,1 0 1 0 0,-1 1-1 0 0,0-1 0 0 0,1 1 0 0 0,0 0 0 0 0,0-1 0 0 0,0 1 0 0 0,0 0 0 0 0,1 0 0 0 0,-1-1 0 0 0,1 1 0 0 0,0 0 1 0 0,0 0-1 0 0,0 0 0 0 0,1 0 0 0 0,-1-1 0 0 0,1 1 0 0 0,2 7 0 0 0,-1-6-7 0 0,0 1 0 0 0,1-1 0 0 0,-1 0-1 0 0,1 1 1 0 0,0-1 0 0 0,1 0 0 0 0,-1-1 0 0 0,1 1-1 0 0,0-1 1 0 0,0 1 0 0 0,0-1 0 0 0,1 0 0 0 0,-1-1-1 0 0,1 1 1 0 0,0-1 0 0 0,0 0 0 0 0,0 0 0 0 0,7 2-1 0 0,-5-3-10 0 0,0 0 0 0 0,0-1-1 0 0,0 0 1 0 0,0 0 0 0 0,0-1-1 0 0,1 1 1 0 0,-1-2 0 0 0,0 1-1 0 0,0-1 1 0 0,0 0-1 0 0,0-1 1 0 0,0 1 0 0 0,0-1-1 0 0,0-1 1 0 0,0 0 0 0 0,-1 1-1 0 0,1-2 1 0 0,-1 1 0 0 0,0-1-1 0 0,11-9 1 0 0,1-1 106 0 0,0-2 1 0 0,-2 0-1 0 0,0-1 0 0 0,-1 0 1 0 0,17-24-1 0 0,-31 39-46 0 0,4 1 48 0 0,2 1 68 0 0,-1 13-150 0 0,0 42 62 0 0,-6-53-91 0 0,0-1 0 0 0,0 0 0 0 0,1 1 1 0 0,-1-1-1 0 0,0 0 0 0 0,1 1 1 0 0,-1-1-1 0 0,1 0 0 0 0,-1 0 0 0 0,1 0 1 0 0,-1 0-1 0 0,1 1 0 0 0,0-1 1 0 0,0 0-1 0 0,0 0 0 0 0,-1 0 0 0 0,1 0 1 0 0,0 0-1 0 0,0-1 0 0 0,2 3 0 0 0,0-3-4 0 0,-1-1 0 0 0,1 1 0 0 0,-1 0 0 0 0,0-1-1 0 0,0 1 1 0 0,1-1 0 0 0,-1 1 0 0 0,0-1 0 0 0,0 0-1 0 0,0 0 1 0 0,0 0 0 0 0,0-1 0 0 0,2 0 0 0 0,13-5-2 0 0,0 2 0 0 0,0 0 0 0 0,1 1 0 0 0,-1 0 0 0 0,1 2 0 0 0,0 0 1 0 0,0 1-1 0 0,0 0 0 0 0,18 3 0 0 0,41-4 5 0 0,-69 1-6 0 0,0-1 0 0 0,0 0-1 0 0,-1-1 1 0 0,1 0 0 0 0,-1 0 0 0 0,1-1 0 0 0,-1 1 0 0 0,0-2-1 0 0,-1 1 1 0 0,1-1 0 0 0,-1 0 0 0 0,0 0 0 0 0,0-1-1 0 0,0 1 1 0 0,-1-1 0 0 0,0-1 0 0 0,0 1 0 0 0,0-1 0 0 0,-1 0-1 0 0,0 0 1 0 0,-1 0 0 0 0,5-12 0 0 0,3-10 6 0 0,0-1-1 0 0,-3 0 1 0 0,0-1 0 0 0,4-40 0 0 0,-12 69-7 0 0,13-112-20 0 0,-13 102 27 0 0,0 1-1 0 0,0 0 0 0 0,-1-1 0 0 0,-1 1 0 0 0,1 0 0 0 0,-2 0 0 0 0,-6-20 0 0 0,9 30-2 0 0,-1 0 0 0 0,1-1 1 0 0,-1 1-1 0 0,1 0 0 0 0,-1-1 0 0 0,0 1 0 0 0,1 0 0 0 0,-1 0 1 0 0,0 0-1 0 0,0 0 0 0 0,0 0 0 0 0,0 0 0 0 0,0 0 1 0 0,0 0-1 0 0,0 0 0 0 0,0 0 0 0 0,0 0 0 0 0,0 1 1 0 0,0-1-1 0 0,-1 0 0 0 0,1 1 0 0 0,0-1 0 0 0,-1 1 0 0 0,1-1 1 0 0,-3 1-1 0 0,2 0 0 0 0,1 0 1 0 0,-1 1 0 0 0,0-1-1 0 0,0 1 1 0 0,0 0-1 0 0,0 0 1 0 0,1-1-1 0 0,-1 1 1 0 0,0 0-1 0 0,1 1 1 0 0,-1-1 0 0 0,0 0-1 0 0,1 0 1 0 0,0 1-1 0 0,-3 2 1 0 0,-2 2 14 0 0,1 1 1 0 0,0 0-1 0 0,0 1 0 0 0,1-1 1 0 0,0 1-1 0 0,-6 16 1 0 0,6-6 14 0 0,0 1-1 0 0,1-1 1 0 0,2 1 0 0 0,0-1 0 0 0,1 1 0 0 0,0 0-1 0 0,2-1 1 0 0,0 1 0 0 0,1-1 0 0 0,1 1 0 0 0,10 29 0 0 0,-3-18 14 0 0,2-1 1 0 0,0-1-1 0 0,2 0 1 0 0,1-1-1 0 0,1-1 1 0 0,24 30-1 0 0,-38-53-29 0 0,-1 0-1 0 0,1 1 1 0 0,-1-1-1 0 0,1 0 1 0 0,0 0-1 0 0,0-1 1 0 0,0 1-1 0 0,1 0 0 0 0,-1-1 1 0 0,1 0-1 0 0,-1 0 1 0 0,1 0-1 0 0,0 0 1 0 0,-1-1-1 0 0,1 0 0 0 0,0 1 1 0 0,0-1-1 0 0,0 0 1 0 0,0-1-1 0 0,1 1 1 0 0,-1-1-1 0 0,0 0 1 0 0,0 0-1 0 0,0 0 0 0 0,8-2 1 0 0,-10 2 34 0 0,19-13 275 0 0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8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66 708 0 0,'-2'-17'908'0'0,"-1"9"752"0"0,2-8-296 0 0,0 4 613 0 0,2 0-1353 0 0,11 38-4889 0 0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8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86 470 392 0 0,'-2'-1'322'0'0,"1"0"1"0"0,0 0-1 0 0,0 0 0 0 0,-1 0 0 0 0,1 1 1 0 0,0-1-1 0 0,-1 0 0 0 0,1 1 0 0 0,-1-1 1 0 0,1 1-1 0 0,-1 0 0 0 0,1-1 1 0 0,-3 1-1 0 0,0 2-194 0 0,0-1 1 0 0,0 1 0 0 0,1 1 0 0 0,-1-1-1 0 0,1 0 1 0 0,-1 1 0 0 0,1 0 0 0 0,0 0-1 0 0,0 0 1 0 0,0 0 0 0 0,0 0-1 0 0,1 1 1 0 0,-1-1 0 0 0,1 1 0 0 0,0-1-1 0 0,0 1 1 0 0,0 0 0 0 0,0 0-1 0 0,1 0 1 0 0,-2 7 0 0 0,2-9-94 0 0,0 1 0 0 0,1 0 0 0 0,-1-1 1 0 0,1 1-1 0 0,0 0 0 0 0,0 0 0 0 0,0-1 1 0 0,0 1-1 0 0,0 0 0 0 0,0 0 0 0 0,1-1 0 0 0,-1 1 1 0 0,1 0-1 0 0,0-1 0 0 0,0 1 0 0 0,0 0 1 0 0,0-1-1 0 0,0 0 0 0 0,1 1 0 0 0,-1-1 0 0 0,1 0 1 0 0,-1 1-1 0 0,1-1 0 0 0,0 0 0 0 0,0 0 1 0 0,0 0-1 0 0,0-1 0 0 0,0 1 0 0 0,0 0 0 0 0,1-1 1 0 0,-1 1-1 0 0,0-1 0 0 0,1 0 0 0 0,3 2 0 0 0,10 2 7 0 0,0-1 0 0 0,0-1 0 0 0,1 0-1 0 0,-1-1 1 0 0,1 0 0 0 0,0-1-1 0 0,-1-1 1 0 0,1-1 0 0 0,0-1-1 0 0,-1 0 1 0 0,24-6 0 0 0,-15 1-24 0 0,0-1 0 0 0,-1-1 0 0 0,0-1 0 0 0,-1-1 1 0 0,0-2-1 0 0,36-24 0 0 0,-53 32 81 0 0,-1-1 1 0 0,1 1-1 0 0,-1-1 0 0 0,0 0 1 0 0,-1-1-1 0 0,1 1 1 0 0,-1-1-1 0 0,-1 0 0 0 0,1 0 1 0 0,-1 0-1 0 0,3-10 1 0 0,-6 15 308 0 0,-16-24 708 0 0,12 27-1088 0 0,1-1-1 0 0,-1 1 1 0 0,0 0 0 0 0,0 0 0 0 0,0 1-1 0 0,1-1 1 0 0,-1 1 0 0 0,1-1 0 0 0,-1 1-1 0 0,1 0 1 0 0,0 0 0 0 0,0 1-1 0 0,0-1 1 0 0,-5 5 0 0 0,-39 47 87 0 0,33-37-38 0 0,14-17-74 0 0,1 0 0 0 0,-1 0 1 0 0,0 0-1 0 0,0 0 0 0 0,0 0 0 0 0,0 0 1 0 0,0 0-1 0 0,1 0 0 0 0,-1 0 0 0 0,0 0 1 0 0,0 0-1 0 0,0 0 0 0 0,0 0 0 0 0,0 1 1 0 0,1-1-1 0 0,-1 0 0 0 0,0 0 0 0 0,0 0 1 0 0,0 0-1 0 0,0 0 0 0 0,0 0 0 0 0,0 0 1 0 0,0 0-1 0 0,0 0 0 0 0,1 1 1 0 0,-1-1-1 0 0,0 0 0 0 0,0 0 0 0 0,0 0 1 0 0,0 0-1 0 0,0 0 0 0 0,0 1 0 0 0,0-1 1 0 0,0 0-1 0 0,0 0 0 0 0,0 0 0 0 0,0 0 1 0 0,0 0-1 0 0,0 1 0 0 0,0-1 0 0 0,0 0 1 0 0,0 0-1 0 0,0 0 0 0 0,0 0 0 0 0,0 0 1 0 0,0 0-1 0 0,0 1 0 0 0,0-1 0 0 0,0 0 1 0 0,0 0-1 0 0,0 0 0 0 0,-1 0 0 0 0,1 0 1 0 0,0 0-1 0 0,0 1 0 0 0,0-1 0 0 0,0 0 1 0 0,0 0-1 0 0,0 0 0 0 0,0 0 1 0 0,-1 0-1 0 0,1 0 0 0 0,0 0 0 0 0,0 0 1 0 0,0 0-1 0 0,0 0 0 0 0,-1 1 0 0 0,22-7 81 0 0,46-20-129 0 0,-30 11 18 0 0,-16 9-41 0 0,0 2 0 0 0,0 1 0 0 0,0 0-1 0 0,0 2 1 0 0,1 0 0 0 0,-1 2 0 0 0,24 3-1 0 0,-12-2-112 0 0,64-3 0 0 0,-82-1 154 0 0,1 0 0 0 0,-1-1 0 0 0,1-1 0 0 0,-1 0 0 0 0,0-1 0 0 0,-1 0 0 0 0,18-10 1 0 0,-25 11 19 0 0,-1 0 1 0 0,1 0 0 0 0,-1-1 0 0 0,0 0 0 0 0,-1 0 0 0 0,1-1 0 0 0,-1 1 0 0 0,0-1 0 0 0,0 0-1 0 0,-1-1 1 0 0,0 1 0 0 0,0-1 0 0 0,-1 0 0 0 0,1 0 0 0 0,-1 0 0 0 0,3-13 0 0 0,-2 3 0 0 0,-1 1 1 0 0,-1-1-1 0 0,-1 0 1 0 0,0 0-1 0 0,-1 1 1 0 0,-1-1-1 0 0,-3-20 1 0 0,2 26 103 0 0,0 0 0 0 0,0 0 0 0 0,-1 1 0 0 0,-1-1 0 0 0,0 1 0 0 0,0 0 0 0 0,-1 0 0 0 0,0 0 0 0 0,0 0 0 0 0,-1 1 0 0 0,-1 0 0 0 0,-8-10 0 0 0,14 18-81 0 0,0 0 0 0 0,0 0 0 0 0,0 0-1 0 0,0 0 1 0 0,-1 0 0 0 0,1 1 0 0 0,0-1 0 0 0,-1 0 0 0 0,1 0 0 0 0,0 1 0 0 0,-1-1 0 0 0,1 1-1 0 0,-1-1 1 0 0,1 1 0 0 0,-1 0 0 0 0,1 0 0 0 0,-1-1 0 0 0,1 1 0 0 0,-1 0 0 0 0,1 0 0 0 0,-1 0 0 0 0,1 1-1 0 0,-1-1 1 0 0,1 0 0 0 0,-1 1 0 0 0,1-1 0 0 0,-1 1 0 0 0,1-1 0 0 0,-1 1 0 0 0,1-1 0 0 0,0 1-1 0 0,0 0 1 0 0,-1 0 0 0 0,1 0 0 0 0,0 0 0 0 0,0 0 0 0 0,0 0 0 0 0,0 0 0 0 0,0 0 0 0 0,0 0-1 0 0,0 1 1 0 0,0-1 0 0 0,0 0 0 0 0,0 0 0 0 0,1 1 0 0 0,-2 2 0 0 0,-2 3 13 0 0,0 1 1 0 0,1-1 0 0 0,0 1-1 0 0,0 0 1 0 0,0 0-1 0 0,1 0 1 0 0,-2 13 0 0 0,4 10 63 0 0,1 1 0 0 0,1-1 0 0 0,2 0 0 0 0,1 1 1 0 0,1-2-1 0 0,19 53 0 0 0,-12-38-1159 0 0,14 88 0 0 0,-28-100-6229 0 0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3:49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85 10241 0 0,'-24'-16'88'0'0,"5"1"12"0"0,6 5-32 0 0,4 2-36 0 0,-2 0 0 0 0,10 0 4 0 0,19-2-48 0 0,-3 4-100 0 0,4 6-208 0 0,21-3-256 0 0,2 4-1020 0 0,6 1-1733 0 0,2 2 765 0 0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04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210 412 48 0 0,'-46'-27'8676'0'0,"44"26"-7952"0"0,-2-6 4054 0 0,15-1-4543 0 0,0 1 0 0 0,1 0 0 0 0,0 1-1 0 0,22-9 1 0 0,-17 8-76 0 0,-1-1 0 0 0,26-15 0 0 0,-31 15-95 0 0,0-1 0 0 0,-1 0 0 0 0,0 0 0 0 0,0-1 0 0 0,-1-1 0 0 0,13-19 1 0 0,-19 26-52 0 0,0-1 0 0 0,0 0 0 0 0,-1 1 0 0 0,0-1 0 0 0,0 0 1 0 0,0 0-1 0 0,0-1 0 0 0,-1 1 0 0 0,0 0 0 0 0,0 0 0 0 0,0-1 1 0 0,0 1-1 0 0,-1-1 0 0 0,0 1 0 0 0,-1 0 0 0 0,1-1 0 0 0,-1 1 1 0 0,0 0-1 0 0,-3-10 0 0 0,2 11-12 0 0,0 1 0 0 0,0-1 0 0 0,-1 1 0 0 0,1 0 0 0 0,-1 0 0 0 0,0 0 0 0 0,0 0 0 0 0,0 0 1 0 0,-1 0-1 0 0,1 1 0 0 0,0 0 0 0 0,-1 0 0 0 0,0 0 0 0 0,1 0 0 0 0,-1 0 0 0 0,0 1 0 0 0,0-1 0 0 0,0 1 0 0 0,0 0 0 0 0,0 1 0 0 0,0-1 0 0 0,-1 1 1 0 0,-4-1-1 0 0,-12 0-2 0 0,1 1 0 0 0,0 1 0 0 0,-25 3 1 0 0,26-1-6 0 0,1 1 1 0 0,-1 0-1 0 0,1 1 1 0 0,0 1 0 0 0,1 0-1 0 0,0 2 1 0 0,-21 11 0 0 0,34-16 2 0 0,-1 0 1 0 0,1 0 0 0 0,0 0 0 0 0,0 1 0 0 0,0 0-1 0 0,0-1 1 0 0,0 2 0 0 0,1-1 0 0 0,0 0 0 0 0,0 0-1 0 0,0 1 1 0 0,-4 9 0 0 0,6-10 1 0 0,0 0 1 0 0,0 0-1 0 0,1 0 0 0 0,-1 0 1 0 0,1 0-1 0 0,0 0 0 0 0,0 0 1 0 0,0 0-1 0 0,1 0 0 0 0,-1 0 1 0 0,1 0-1 0 0,0 0 0 0 0,0 0 1 0 0,1 0-1 0 0,-1 0 0 0 0,1-1 1 0 0,0 1-1 0 0,0 0 0 0 0,2 3 1 0 0,2 1 0 0 0,1 1 1 0 0,0-2-1 0 0,0 1 1 0 0,0-1-1 0 0,1 0 1 0 0,0 0-1 0 0,0-1 1 0 0,1 0 0 0 0,-1-1-1 0 0,2 0 1 0 0,-1 0-1 0 0,0-1 1 0 0,1 0-1 0 0,0-1 1 0 0,-1 0-1 0 0,1 0 1 0 0,1-1-1 0 0,17 1 1 0 0,1 0 0 0 0,0-2 1 0 0,0-1 0 0 0,0-1 0 0 0,0-2 0 0 0,40-8 0 0 0,-40 5-2 0 0,-1-2 1 0 0,0 0 0 0 0,0-2 0 0 0,-1-2 0 0 0,36-19 0 0 0,-47 21 0 0 0,0 0 1 0 0,-1-1 0 0 0,0 0 0 0 0,-1-2-1 0 0,0 1 1 0 0,-1-2 0 0 0,-1 0 0 0 0,0 0-1 0 0,15-25 1 0 0,-24 35 3 0 0,-1-1 0 0 0,0 1-1 0 0,0-1 1 0 0,0 0 0 0 0,-1 0 0 0 0,1 0-1 0 0,-1 0 1 0 0,0 0 0 0 0,-1 0 0 0 0,1 0-1 0 0,-1 0 1 0 0,0 0 0 0 0,-1-5-1 0 0,1 8-3 0 0,0 0 0 0 0,-1 0 0 0 0,1 0 0 0 0,-1 0 1 0 0,1 0-1 0 0,-1 1 0 0 0,0-1 0 0 0,1 0 0 0 0,-1 0 0 0 0,0 1 0 0 0,0-1 0 0 0,0 1 0 0 0,-1-1 0 0 0,1 1 0 0 0,0-1 0 0 0,-1 1 0 0 0,1 0 0 0 0,0-1 0 0 0,-1 1 0 0 0,0 0 0 0 0,1 0 0 0 0,-1 0 0 0 0,0 0 0 0 0,1 0 0 0 0,-1 1 0 0 0,0-1 0 0 0,0 0 0 0 0,0 1 0 0 0,0-1 0 0 0,1 1 0 0 0,-1 0 0 0 0,0 0 0 0 0,-4 0 0 0 0,4 0-28 0 0,-13 21-25 0 0,15-17 51 0 0,0-1 1 0 0,0 0 0 0 0,1 1 0 0 0,-1-1-1 0 0,1 0 1 0 0,0 0 0 0 0,0 1 0 0 0,0-1-1 0 0,0 0 1 0 0,1 0 0 0 0,-1 0 0 0 0,1 0 0 0 0,0-1-1 0 0,0 1 1 0 0,0 0 0 0 0,0-1 0 0 0,0 1-1 0 0,0-1 1 0 0,1 0 0 0 0,-1 0 0 0 0,4 3 0 0 0,3 0 8 0 0,-1 0 0 0 0,1-1 0 0 0,1 0 0 0 0,18 6 1 0 0,-12-4 20 0 0,33 7-46 0 0,-46-13 14 0 0,0 1-1 0 0,0-1 0 0 0,0 1 0 0 0,0 0 1 0 0,0 0-1 0 0,0 0 0 0 0,0 0 1 0 0,0 0-1 0 0,-1 0 0 0 0,1 1 0 0 0,0 0 1 0 0,-1-1-1 0 0,1 1 0 0 0,-1 0 1 0 0,0 0-1 0 0,1 1 0 0 0,-1-1 0 0 0,0 0 1 0 0,-1 1-1 0 0,1-1 0 0 0,0 1 1 0 0,2 4-1 0 0,2 6-5 0 0,1 1 0 0 0,-2 0-1 0 0,0 0 1 0 0,0 1 0 0 0,-2-1 0 0 0,0 1 0 0 0,0 0 0 0 0,0 21 0 0 0,-4 125 42 0 0,-1-132-42 0 0,1-6 10 0 0,-2 1-1 0 0,0-1 1 0 0,-2 0 0 0 0,0-1 0 0 0,-11 28 0 0 0,12-39 3 0 0,0-2 0 0 0,0 1 0 0 0,-1 0 0 0 0,0-1 0 0 0,-1 0 0 0 0,0 0 0 0 0,-1 0 0 0 0,0-1 0 0 0,0 0 1 0 0,0 0-1 0 0,-1-1 0 0 0,0 0 0 0 0,-15 9 0 0 0,20-14 14 0 0,0 0 1 0 0,0 0-1 0 0,0-1 1 0 0,0 1-1 0 0,0-1 1 0 0,-1 0-1 0 0,1 0 1 0 0,0 0-1 0 0,-1 0 1 0 0,1 0-1 0 0,-1-1 0 0 0,1 0 1 0 0,-1 1-1 0 0,0-2 1 0 0,1 1-1 0 0,-1 0 1 0 0,1 0-1 0 0,-1-1 1 0 0,1 0-1 0 0,0 0 1 0 0,-1 0-1 0 0,1 0 1 0 0,0-1-1 0 0,-1 1 1 0 0,1-1-1 0 0,0 1 1 0 0,0-1-1 0 0,0 0 0 0 0,0-1 1 0 0,1 1-1 0 0,-1 0 1 0 0,-4-6-1 0 0,4 3 8 0 0,-1 0 0 0 0,1-1-1 0 0,0 1 1 0 0,1-1 0 0 0,-1 1 0 0 0,1-1-1 0 0,0 0 1 0 0,1 0 0 0 0,-1 0 0 0 0,1 0-1 0 0,0-1 1 0 0,1 1 0 0 0,-1 0-1 0 0,1 0 1 0 0,1 0 0 0 0,-1-1 0 0 0,1 1-1 0 0,2-9 1 0 0,0 2-36 0 0,2 0 1 0 0,-1-1-1 0 0,1 1 1 0 0,1 1-1 0 0,0-1 1 0 0,1 1-1 0 0,1 0 1 0 0,-1 1-1 0 0,2 0 1 0 0,0 0-1 0 0,0 1 1 0 0,1 0-1 0 0,0 0 0 0 0,0 1 1 0 0,23-14-1 0 0,-17 13-614 0 0,1 1-1 0 0,0 2 0 0 0,0-1 0 0 0,1 2 0 0 0,0 0 0 0 0,0 1 0 0 0,1 1 0 0 0,-1 1 0 0 0,1 1 0 0 0,0 0 0 0 0,27 2 1 0 0,-9 1-3163 0 0,-4 1 288 0 0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05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51 144 188,'-6'-8'1047,"1"1"-1,-1 0 1,2-1-1,-1 0 1,1 0-1,0-1 1,1 1-1,0-1 1,0 0 0,1 0-1,-2-16 1,3 19-714,0 4-208,6-18-7851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05.6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12 224 0 0,'0'0'772'0'0,"0"-11"2232"0"0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07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80 740 0 0,'-11'-23'1663'0'0,"7"17"-770"0"0,1 0-1 0 0,0-1 0 0 0,0 0 1 0 0,0 1-1 0 0,1-1 0 0 0,-2-11 0 0 0,8 21-590 0 0,2 2-224 0 0,-1 0 1 0 0,0 0 0 0 0,0 0-1 0 0,0 1 1 0 0,-1-1 0 0 0,0 1-1 0 0,0 0 1 0 0,0 0 0 0 0,-1 1-1 0 0,4 8 1 0 0,27 83 377 0 0,-15-39-229 0 0,18 51 103 0 0,-22-60-143 0 0,3 0 0 0 0,1-2 1 0 0,51 90-1 0 0,-70-137-173 0 0,0-1-1 0 0,0 1 0 0 0,1-1 1 0 0,-1 1-1 0 0,0-1 0 0 0,0 0 1 0 0,1 1-1 0 0,-1-1 0 0 0,0 0 1 0 0,1 1-1 0 0,-1-1 0 0 0,0 0 1 0 0,1 1-1 0 0,-1-1 0 0 0,0 0 1 0 0,1 1-1 0 0,-1-1 0 0 0,1 0 1 0 0,-1 0-1 0 0,1 0 1 0 0,-1 0-1 0 0,0 1 0 0 0,1-1 1 0 0,-1 0-1 0 0,1 0 0 0 0,-1 0 1 0 0,1 0-1 0 0,-1 0 0 0 0,1 0 1 0 0,-1 0-1 0 0,1 0 0 0 0,-1 0 1 0 0,1 0-1 0 0,-1 0 0 0 0,0 0 1 0 0,1-1-1 0 0,-1 1 0 0 0,1 0 1 0 0,-1 0-1 0 0,1 0 0 0 0,-1-1 1 0 0,0 1-1 0 0,1 0 0 0 0,15-25 186 0 0,3-37-93 0 0,20-240 207 0 0,-18 119-190 0 0,-13 159-356 0 0,-7 24 203 0 0,-1 0 0 0 0,0 0 0 0 0,1 0 0 0 0,-1 0 0 0 0,1 0 0 0 0,-1 0 0 0 0,0 0 1 0 0,1 0-1 0 0,-1 0 0 0 0,1 0 0 0 0,-1 0 0 0 0,0 0 0 0 0,1 0 0 0 0,-1 0 0 0 0,1 0 0 0 0,-1 1 0 0 0,0-1 0 0 0,1 0 1 0 0,-1 0-1 0 0,0 0 0 0 0,1 1 0 0 0,-1-1 0 0 0,0 0 0 0 0,1 0 0 0 0,-1 1 0 0 0,0-1 0 0 0,0 0 0 0 0,1 1 1 0 0,-1-1-1 0 0,0 0 0 0 0,0 1 0 0 0,0-1 0 0 0,1 1 0 0 0,23 51-4285 0 0,-16-33 1347 0 0,-1-6 507 0 0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07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3 724 0 0,'-5'2'220'0'0,"1"0"0"0"0,0 0 1 0 0,-1 0-1 0 0,1 1 0 0 0,0 0 0 0 0,0 0 0 0 0,1 0 1 0 0,-1 0-1 0 0,1 0 0 0 0,-1 1 0 0 0,1 0 0 0 0,0 0 0 0 0,1 0 1 0 0,-1 0-1 0 0,1 0 0 0 0,-1 0 0 0 0,1 0 0 0 0,0 1 1 0 0,1 0-1 0 0,-1-1 0 0 0,1 1 0 0 0,0 0 0 0 0,0-1 1 0 0,0 1-1 0 0,1 0 0 0 0,0 0 0 0 0,0 0 0 0 0,1 6 0 0 0,-1-6-128 0 0,0 1 0 0 0,1-1 0 0 0,0 1-1 0 0,0-1 1 0 0,1 1 0 0 0,0-1 0 0 0,-1 0-1 0 0,2 1 1 0 0,-1-1 0 0 0,1 0-1 0 0,-1 0 1 0 0,2-1 0 0 0,-1 1 0 0 0,0-1-1 0 0,1 1 1 0 0,0-1 0 0 0,0 0 0 0 0,0 0-1 0 0,0-1 1 0 0,1 1 0 0 0,-1-1-1 0 0,1 0 1 0 0,9 4 0 0 0,-11-5-52 0 0,1-1 1 0 0,-1 0-1 0 0,1 0 1 0 0,0 0-1 0 0,-1 0 0 0 0,1 0 1 0 0,0-1-1 0 0,0 0 1 0 0,-1 0-1 0 0,1 0 0 0 0,0 0 1 0 0,0 0-1 0 0,-1-1 1 0 0,1 0-1 0 0,0 0 0 0 0,-1 0 1 0 0,1 0-1 0 0,0 0 1 0 0,-1-1-1 0 0,0 1 1 0 0,1-1-1 0 0,-1 0 0 0 0,0 0 1 0 0,0 0-1 0 0,0-1 1 0 0,0 1-1 0 0,0-1 0 0 0,3-4 1 0 0,-3 3-1 0 0,0 0 0 0 0,-1 0 1 0 0,1-1-1 0 0,-1 1 0 0 0,0-1 1 0 0,-1 1-1 0 0,1-1 0 0 0,-1 0 0 0 0,0 1 1 0 0,0-1-1 0 0,0 0 0 0 0,-1 0 1 0 0,0 0-1 0 0,1 0 0 0 0,-2 0 0 0 0,1 0 1 0 0,-1 1-1 0 0,1-1 0 0 0,-2 0 0 0 0,1 0 1 0 0,-3-6-1 0 0,2 4 21 0 0,-1 0 0 0 0,0 0 0 0 0,0 1-1 0 0,-1-1 1 0 0,0 1 0 0 0,0 0 0 0 0,0 0 0 0 0,-1 0 0 0 0,0 0 0 0 0,0 1-1 0 0,0 0 1 0 0,-1 0 0 0 0,0 0 0 0 0,-11-6 0 0 0,16 10-108 0 0,0 0 1 0 0,0 1-1 0 0,-1-1 0 0 0,1 1 1 0 0,0-1-1 0 0,0 1 0 0 0,0 0 1 0 0,0-1-1 0 0,0 1 0 0 0,-1 0 1 0 0,1 0-1 0 0,0 0 0 0 0,0 0 1 0 0,0 0-1 0 0,-1 0 1 0 0,1 0-1 0 0,0 0 0 0 0,0 1 1 0 0,0-1-1 0 0,-1 0 0 0 0,1 1 1 0 0,0-1-1 0 0,0 1 0 0 0,0-1 1 0 0,0 1-1 0 0,0-1 0 0 0,0 1 1 0 0,0 0-1 0 0,0-1 1 0 0,0 1-1 0 0,0 0 0 0 0,1 0 1 0 0,-1 0-1 0 0,0 0 0 0 0,0 0 1 0 0,0 2-1 0 0,-6 21-6013 0 0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08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40 344 0 0,'4'-6'1044'0'0,"-1"7"1751"0"0,1 6-2653 0 0,0-1 1 0 0,-1 0-1 0 0,0 1 1 0 0,0 0-1 0 0,-1-1 0 0 0,0 1 1 0 0,0 0-1 0 0,-1 0 0 0 0,0 1 1 0 0,0-1-1 0 0,0 0 0 0 0,-1 0 1 0 0,0 1-1 0 0,0-1 1 0 0,-1 0-1 0 0,-3 14 0 0 0,3-19-64 0 0,2 0 140 0 0,-1-2-199 0 0,0 0 0 0 0,0 0 1 0 0,-1 0-1 0 0,1 0 0 0 0,0 1 1 0 0,0-1-1 0 0,0 0 0 0 0,0 0 1 0 0,0 0-1 0 0,0 0 0 0 0,0 0 1 0 0,0 0-1 0 0,0 1 0 0 0,0-1 1 0 0,0 0-1 0 0,0 0 0 0 0,0 0 1 0 0,0 0-1 0 0,0 0 0 0 0,0 1 1 0 0,0-1-1 0 0,0 0 0 0 0,0 0 1 0 0,0 0-1 0 0,0 0 0 0 0,0 0 1 0 0,0 1-1 0 0,0-1 0 0 0,0 0 1 0 0,0 0-1 0 0,0 0 0 0 0,1 0 1 0 0,-1 0-1 0 0,0 0 0 0 0,0 0 1 0 0,0 1-1 0 0,0-1 0 0 0,0 0 1 0 0,0 0-1 0 0,0 0 0 0 0,0 0 1 0 0,1 0-1 0 0,-1 0 0 0 0,0 0 1 0 0,0 0-1 0 0,0 0 0 0 0,0 0 1 0 0,0 0-1 0 0,0 0 0 0 0,1 0 1 0 0,-1 0-1 0 0,0 0 0 0 0,0 0 1 0 0,0 0-1 0 0,0 0 0 0 0,0 0 1 0 0,1 0-1 0 0,-1 0 0 0 0,0 0 1 0 0,0 0-1 0 0,0 0 0 0 0,0 0 1 0 0,0 0-1 0 0,1 0 0 0 0,-1 0 1 0 0,0 0-1 0 0,0 0 0 0 0,7-16 38 0 0,0 2 0 0 0,2-1 0 0 0,0 1 0 0 0,0 0 0 0 0,19-20 0 0 0,-23 27-36 0 0,1 1 0 0 0,0-1 0 0 0,1 2 1 0 0,-1-1-1 0 0,1 1 0 0 0,0 0 0 0 0,1 0 0 0 0,-1 1 1 0 0,1 0-1 0 0,0 0 0 0 0,0 1 0 0 0,0 0 0 0 0,9-2 0 0 0,-13 6-24 0 0,1-1 0 0 0,-1 1 0 0 0,0 0 0 0 0,0 0 0 0 0,1 0 0 0 0,-1 1-1 0 0,0-1 1 0 0,0 1 0 0 0,0 0 0 0 0,5 4 0 0 0,-5-3 8 0 0,0 1-1 0 0,-1 1 1 0 0,1-1 0 0 0,-1 0-1 0 0,0 1 1 0 0,0 0 0 0 0,-1 0-1 0 0,1 0 1 0 0,-1 0 0 0 0,0 0 0 0 0,0 0-1 0 0,-1 0 1 0 0,0 1 0 0 0,0-1-1 0 0,0 1 1 0 0,0-1 0 0 0,-1 0-1 0 0,0 8 1 0 0,0-11 50 0 0,2-3 17 0 0,0 0 0 0 0,0 0 0 0 0,0 0 0 0 0,-1 0 1 0 0,1 0-1 0 0,0 0 0 0 0,0 0 0 0 0,-1-1 0 0 0,1 1 0 0 0,-1 0 0 0 0,1-1 0 0 0,-1 0 0 0 0,0 1 0 0 0,1-1 0 0 0,-1 0 0 0 0,0 0 0 0 0,0 1 0 0 0,0-1 0 0 0,0 0 0 0 0,0-2 0 0 0,3-3-63 0 0,0 0 1 0 0,0 1 0 0 0,0 0 0 0 0,1 0 0 0 0,0 0-1 0 0,0 0 1 0 0,1 1 0 0 0,0 0 0 0 0,0 0 0 0 0,10-6 0 0 0,-14 10-12 0 0,0 0 1 0 0,0 1-1 0 0,0-1 1 0 0,0 1 0 0 0,0-1-1 0 0,0 1 1 0 0,0 0 0 0 0,0 0-1 0 0,0 0 1 0 0,0 0-1 0 0,0 0 1 0 0,2 1 0 0 0,0 0-3 0 0,1 0 0 0 0,-1 0 0 0 0,1 1 0 0 0,-1 0 0 0 0,0 0 1 0 0,1 0-1 0 0,-1 0 0 0 0,4 4 0 0 0,1 0 12 0 0,-1-1 0 0 0,2 1 0 0 0,-1-2 0 0 0,0 1 1 0 0,1-1-1 0 0,0-1 0 0 0,0 1 0 0 0,0-2 0 0 0,0 1 0 0 0,1-2 0 0 0,-1 1 0 0 0,1-1 1 0 0,-1-1-1 0 0,1 0 0 0 0,-1 0 0 0 0,1-1 0 0 0,-1-1 0 0 0,0 0 0 0 0,1 0 1 0 0,10-4-1 0 0,36-22 427 0 0,-56 28-294 0 0,0-1-99 0 0,0 0 0 0 0,1 0 0 0 0,-1 0 0 0 0,0 1 1 0 0,0-1-1 0 0,0 0 0 0 0,1 1 0 0 0,-1-1 0 0 0,0 1 0 0 0,1-1 1 0 0,-1 1-1 0 0,0 0 0 0 0,1-1 0 0 0,-1 1 0 0 0,0 0 1 0 0,1 0-1 0 0,-1 0 0 0 0,1 0 0 0 0,-1 0 0 0 0,0 1 0 0 0,1-1 1 0 0,-1 0-1 0 0,0 1 0 0 0,1-1 0 0 0,-1 0 0 0 0,2 2 0 0 0,-1 0-289 0 0,12 21 83 0 0,-13-14-6993 0 0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09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56 404,'-2'-15'909,"-2"-9"1673,4 8-3612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09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10 596 0 0,'0'0'1568'0'0,"-1"-7"-772"0"0,1 5-359 0 0,1 6 2229 0 0,43 203 764 0 0,-15-58-2251 0 0,-26-132-1040 0 0,-1 1 1 0 0,0 0 0 0 0,-2 24 0 0 0,1 16 200 0 0,0-52-288 0 0,-1 1 1 0 0,0 0-1 0 0,0-1 0 0 0,-1 1 0 0 0,0 0 1 0 0,0-1-1 0 0,-3 13 0 0 0,3-18 0 0 0,4 21 190 0 0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09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76 640 0 0,'0'0'788'0'0,"7"-16"-68"0"0,-1 12-64 0 0,3-2-84 0 0,-2 1-52 0 0,6-2-44 0 0,1 3-44 0 0,1-1-56 0 0,3 1-27 0 0,9 0-41 0 0,-1 2-16 0 0,1-3-148 0 0,0 3-216 0 0,4-2-248 0 0,-1 3-661 0 0,0-4-1063 0 0,-2 3 468 0 0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10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49 404 0 0,'-19'-47'4925'0'0,"18"45"-3816"0"0,0 7-898 0 0,0 0 1 0 0,0 0-1 0 0,1 0 1 0 0,0-1-1 0 0,0 1 0 0 0,0 0 1 0 0,1 0-1 0 0,0 0 1 0 0,2 8-1 0 0,13 77 369 0 0,-14-79-414 0 0,47 374 1095 0 0,-25-165-928 0 0,16 174 187 0 0,-40-391-502 0 0,0 10 673 0 0,0-7-1958 0 0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12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6 148 0 0,'-2'-5'8777'0'0,"-5"61"-8209"0"0,2 0 0 0 0,3 1 0 0 0,2-1 0 0 0,2 1 0 0 0,12 65 0 0 0,-8 13-511 0 0,-4-126-430 0 0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14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1 421 56 0 0,'0'0'2374'0'0,"5"3"-2068"0"0,4 1-214 0 0,-1 0 1 0 0,1-1 0 0 0,0 0 0 0 0,0 0-1 0 0,0-1 1 0 0,0 0 0 0 0,1-1 0 0 0,-1 0-1 0 0,1 0 1 0 0,-1-1 0 0 0,16-2 0 0 0,120-18 536 0 0,-106 13-477 0 0,-21 4-88 0 0,1-1-1 0 0,0-1 1 0 0,-1-1-1 0 0,0-1 0 0 0,-1 0 1 0 0,1-1-1 0 0,-1-1 0 0 0,-1-1 1 0 0,0 0-1 0 0,0-1 1 0 0,27-25-1 0 0,-36 29 27 0 0,-1 0 0 0 0,0 0 0 0 0,0 0 0 0 0,-1 0 0 0 0,0-1 0 0 0,-1 0 0 0 0,1 0 0 0 0,-2-1 0 0 0,1 1 0 0 0,-1-1 0 0 0,0 0 0 0 0,-1 1 0 0 0,0-1 0 0 0,0 0 0 0 0,-1-1 0 0 0,0 1 0 0 0,-1 0 0 0 0,0 0 0 0 0,0 0 0 0 0,-1 0 0 0 0,0 0 0 0 0,-1 0 0 0 0,0 0 0 0 0,0 0 0 0 0,-1 0 0 0 0,-6-14 0 0 0,7 17 65 0 0,-1 0 0 0 0,0 1 1 0 0,0-1-1 0 0,0 0 0 0 0,0 1 0 0 0,-1-1 0 0 0,0 1 0 0 0,-8-8 0 0 0,10 11-40 0 0,-16 5 241 0 0,11 3-316 0 0,1 0 1 0 0,0 1-1 0 0,1 0 1 0 0,0 0-1 0 0,0 1 1 0 0,1-1-1 0 0,-1 1 1 0 0,2 0 0 0 0,-1 0-1 0 0,1 0 1 0 0,0 1-1 0 0,1-1 1 0 0,0 1-1 0 0,-2 12 1 0 0,-1 14 66 0 0,1 1 0 0 0,2 44-1 0 0,3-6 116 0 0,19 120 0 0 0,-19-192-187 0 0,-1 0 21 0 0,0-2-54 0 0,0 0 1 0 0,0 0-1 0 0,0 0 1 0 0,0 1-1 0 0,0-1 1 0 0,0 0-1 0 0,0 0 1 0 0,0 0-1 0 0,0 0 1 0 0,0 1-1 0 0,0-1 1 0 0,0 0-1 0 0,0 0 1 0 0,0 0-1 0 0,0 0 1 0 0,0 1-1 0 0,0-1 1 0 0,0 0-1 0 0,0 0 1 0 0,0 0-1 0 0,0 0 1 0 0,1 1-1 0 0,-1-1 1 0 0,0 0-1 0 0,0 0 1 0 0,0 0-1 0 0,0 0 1 0 0,0 0-1 0 0,0 0 1 0 0,0 1-1 0 0,1-1 1 0 0,-1 0-1 0 0,0 0 1 0 0,0 0-1 0 0,0 0 1 0 0,0 0-1 0 0,1 0 1 0 0,-1 0-1 0 0,0 0 1 0 0,0 0-1 0 0,0 0 1 0 0,0 0-1 0 0,1 0 1 0 0,-1 0-1 0 0,0 0 1 0 0,0 0-1 0 0,0 0 1 0 0,0 0-1 0 0,1 0 1 0 0,-1 0-1 0 0,0 0 1 0 0,0 0-1 0 0,0 0 1 0 0,0 0-1 0 0,0 0 1 0 0,1 0-1 0 0,-1 0 1 0 0,0 0-1 0 0,0 0 1 0 0,0-1-1 0 0,0 1 1 0 0,77-67 97 0 0,-74 66-102 0 0,-1-1-1 0 0,0 1 0 0 0,1 0 0 0 0,-1 0 0 0 0,1 0 0 0 0,-1 0 1 0 0,1 0-1 0 0,0 0 0 0 0,-1 1 0 0 0,1-1 0 0 0,0 1 0 0 0,0-1 1 0 0,-1 1-1 0 0,1 0 0 0 0,0 0 0 0 0,5 1 0 0 0,51 13-5 0 0,-18-4 18 0 0,37-8 42 0 0,-70-4-49 0 0,-1 0 0 0 0,0-1 0 0 0,-1 0 0 0 0,1 0 0 0 0,0 0 0 0 0,-1-1 1 0 0,0 0-1 0 0,0 0 0 0 0,0-1 0 0 0,0 1 0 0 0,-1-2 0 0 0,1 1 0 0 0,-1 0 1 0 0,-1-1-1 0 0,1 0 0 0 0,-1 0 0 0 0,0 0 0 0 0,0-1 0 0 0,-1 1 0 0 0,0-1 0 0 0,0 0 1 0 0,0 0-1 0 0,-1 0 0 0 0,0 0 0 0 0,1-13 0 0 0,-2-26-26 0 0,-1 44 15 0 0,-3-2-13 0 0,3 3 19 0 0,-1 1 0 0 0,1-1 0 0 0,-1 0 1 0 0,1 0-1 0 0,-1 0 0 0 0,0 1 0 0 0,1-1 0 0 0,-1 0 1 0 0,0 1-1 0 0,0-1 0 0 0,1 0 0 0 0,-1 1 1 0 0,0-1-1 0 0,0 1 0 0 0,0-1 0 0 0,0 1 0 0 0,0 0 1 0 0,1-1-1 0 0,-2 1 0 0 0,0 0-2 0 0,1-1 1 0 0,0 1 0 0 0,0 0 1 0 0,0 0-1 0 0,0 0 0 0 0,0 0 1 0 0,0 0-1 0 0,0 0 1 0 0,0 0-1 0 0,0 0 0 0 0,0 0 1 0 0,0 0-1 0 0,0 1 0 0 0,0-1 1 0 0,0 0-1 0 0,0 1 0 0 0,0-1 1 0 0,1 1-1 0 0,-1-1 1 0 0,0 1-1 0 0,0-1 0 0 0,0 1 1 0 0,1-1-1 0 0,-1 1 0 0 0,0 0 1 0 0,0 0-1 0 0,1-1 0 0 0,-1 1 1 0 0,1 0-1 0 0,-1 0 1 0 0,1 0-1 0 0,-1-1 0 0 0,1 1 1 0 0,-1 0-1 0 0,1 2 0 0 0,-1-1 19 0 0,9 33-9 0 0,-7-33 16 0 0,16-2-22 0 0,0 1 1 0 0,0 0-1 0 0,0 2 0 0 0,-1 0 1 0 0,1 0-1 0 0,22 9 1 0 0,-35-9-2 0 0,1 0 0 0 0,-1 1 0 0 0,1-1 0 0 0,-1 1 0 0 0,0 0 0 0 0,0 0 0 0 0,-1 0 0 0 0,1 0 0 0 0,-1 1 1 0 0,0-1-1 0 0,0 1 0 0 0,-1 0 0 0 0,1 0 0 0 0,1 7 0 0 0,7 11-3 0 0,-8-18 6 0 0,-1-1 0 0 0,1 1 0 0 0,-1 0-1 0 0,1-1 1 0 0,0 0 0 0 0,1 0 0 0 0,-1 0-1 0 0,1 0 1 0 0,0 0 0 0 0,0-1 0 0 0,0 1-1 0 0,7 3 1 0 0,-7-6 1 0 0,0-1 0 0 0,0 1 0 0 0,0-1-1 0 0,0 0 1 0 0,0-1 0 0 0,0 1 0 0 0,0-1 0 0 0,0 0-1 0 0,0 0 1 0 0,0 0 0 0 0,0 0 0 0 0,-1 0 0 0 0,5-3 0 0 0,-6 4-4 0 0,8-4 2 0 0,-1 0 1 0 0,1 0 0 0 0,0-1-1 0 0,-1 0 1 0 0,0 0 0 0 0,0-1-1 0 0,-1 0 1 0 0,0-1 0 0 0,0 0-1 0 0,0 0 1 0 0,-1-1 0 0 0,0 0-1 0 0,11-16 1 0 0,-3-1-75 0 0,-25 42-27 0 0,7-12 106 0 0,27 23 5 0 0,-17-25-7 0 0,-1 0 0 0 0,1 0 0 0 0,0-1 0 0 0,0 0-1 0 0,0-1 1 0 0,0 1 0 0 0,0-2 0 0 0,0 1 0 0 0,0-1 0 0 0,0 0 0 0 0,1 0 0 0 0,-1 0-1 0 0,0-1 1 0 0,0-1 0 0 0,0 1 0 0 0,0-1 0 0 0,0 0 0 0 0,10-5 0 0 0,-15 6-5 0 0,-1 0 0 0 0,1 0 1 0 0,0-1-1 0 0,-1 1 1 0 0,1 0-1 0 0,-1-1 0 0 0,1 1 1 0 0,-1-1-1 0 0,0 1 0 0 0,1-1 1 0 0,-1 0-1 0 0,0 1 1 0 0,0-1-1 0 0,0 0 0 0 0,-1 0 1 0 0,1 0-1 0 0,0 0 1 0 0,-1 0-1 0 0,1 0 0 0 0,-1 0 1 0 0,1 0-1 0 0,-1 0 0 0 0,0 0 1 0 0,0 0-1 0 0,0 0 1 0 0,0 0-1 0 0,-1 0 0 0 0,1 0 1 0 0,0 0-1 0 0,-1 0 0 0 0,1 0 1 0 0,-1 0-1 0 0,0 0 1 0 0,0 0-1 0 0,0 0 0 0 0,0 1 1 0 0,-1-4-1 0 0,-1 0-3 0 0,-1-1-1 0 0,1 1 0 0 0,-1 0 1 0 0,0 0-1 0 0,0 1 1 0 0,0-1-1 0 0,-1 1 1 0 0,1 0-1 0 0,-1 0 1 0 0,-6-4-1 0 0,10 8-27 0 0,-1 0 1 0 0,1-1-1 0 0,0 1 1 0 0,0 0-1 0 0,-1 0 1 0 0,1-1-1 0 0,0 1 0 0 0,0 0 1 0 0,-1 0-1 0 0,1 1 1 0 0,0-1-1 0 0,0 0 1 0 0,-1 0-1 0 0,1 1 1 0 0,0-1-1 0 0,0 0 0 0 0,-1 1 1 0 0,1-1-1 0 0,0 1 1 0 0,0 0-1 0 0,0-1 1 0 0,0 1-1 0 0,0 0 0 0 0,0 0 1 0 0,-1 1-1 0 0,-12 17-6070 0 0,10-11 3564 0 0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14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28 172 0 0,'-8'-5'8056'0'0,"8"11"-7918"0"0,1 53 589 0 0,0-56-700 0 0,-1 0 1 0 0,1 0-1 0 0,-1-1 1 0 0,1 1-1 0 0,0 0 0 0 0,0 0 1 0 0,1-1-1 0 0,-1 1 0 0 0,0-1 1 0 0,1 1-1 0 0,0-1 0 0 0,-1 1 1 0 0,1-1-1 0 0,0 0 0 0 0,0 0 1 0 0,0 0-1 0 0,1 0 1 0 0,3 3-1 0 0,-3-4-13 0 0,0 0 0 0 0,-1-1 0 0 0,1 1 0 0 0,0 0 0 0 0,0-1 0 0 0,0 1 0 0 0,0-1 0 0 0,0 0 0 0 0,1 0 0 0 0,-1 0 0 0 0,0-1 0 0 0,0 1 0 0 0,0-1 0 0 0,-1 1 0 0 0,1-1 0 0 0,4-2 0 0 0,42-21 73 0 0,-35 15-65 0 0,-11 6-21 0 0,1-1 0 0 0,0 1 0 0 0,0 0 0 0 0,1 0-1 0 0,-1 0 1 0 0,1 1 0 0 0,-1 0 0 0 0,1 0 0 0 0,0 0 0 0 0,0 0 0 0 0,0 1 0 0 0,0 0 0 0 0,0 0 0 0 0,0 0-1 0 0,0 0 1 0 0,0 1 0 0 0,0 0 0 0 0,0 0 0 0 0,0 0 0 0 0,7 2 0 0 0,27 13 3 0 0,-31-10 2 0 0,1-2 0 0 0,0 1 0 0 0,1-1 0 0 0,-1 0 0 0 0,0-1 0 0 0,1 0 0 0 0,0-1-1 0 0,-1 0 1 0 0,1-1 0 0 0,18 0 0 0 0,-27 0 18 0 0,1 0 0 0 0,-1 0 0 0 0,1 0 0 0 0,-1 0-1 0 0,0 0 1 0 0,1-1 0 0 0,-1 1 0 0 0,1 0 0 0 0,-1-1 0 0 0,0 1-1 0 0,1-1 1 0 0,-1 1 0 0 0,0-1 0 0 0,1 0 0 0 0,-1 0 0 0 0,0 1-1 0 0,0-1 1 0 0,0 0 0 0 0,0 0 0 0 0,0 0 0 0 0,0 0 0 0 0,0 0 0 0 0,0 0-1 0 0,0-1 1 0 0,0 1 0 0 0,0 0 0 0 0,-1 0 0 0 0,1-1 0 0 0,0 1-1 0 0,-1 0 1 0 0,0-1 0 0 0,1 1 0 0 0,-1 0 0 0 0,0-1 0 0 0,1 1-1 0 0,-1-1 1 0 0,0 1 0 0 0,0-1 0 0 0,0 1 0 0 0,0-1 0 0 0,0 1-1 0 0,-1-2 1 0 0,-1-5 100 0 0,0-1 1 0 0,-1 1-1 0 0,0 0 0 0 0,0 0 0 0 0,-7-11 0 0 0,7 12-118 0 0,2 6-157 0 0,-5 0-772 0 0,3 0-326 0 0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16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20 128 428 0 0,'-1'0'230'0'0,"1"-1"0"0"0,0 1 0 0 0,0-1 0 0 0,-1 1 0 0 0,1 0 0 0 0,-1 0 0 0 0,1-1 0 0 0,0 1 0 0 0,-1 0-1 0 0,1-1 1 0 0,-1 1 0 0 0,1 0 0 0 0,0 0 0 0 0,-1 0 0 0 0,1 0 0 0 0,-1-1 0 0 0,1 1 0 0 0,-1 0 0 0 0,1 0 0 0 0,-1 0 0 0 0,1 0 0 0 0,-1 0 0 0 0,1 0 0 0 0,-1 0 0 0 0,1 0 0 0 0,-1 0-1 0 0,1 0 1 0 0,-1 1 0 0 0,1-1 0 0 0,0 0 0 0 0,-1 0 0 0 0,1 0 0 0 0,-1 1 0 0 0,-3 17 2078 0 0,12 38-3466 0 0,-5-42 2023 0 0,-3-13-856 0 0,0 0 1 0 0,1 1-1 0 0,-1-1 0 0 0,1 0 1 0 0,-1 0-1 0 0,1 1 0 0 0,-1-1 1 0 0,1 0-1 0 0,0 0 0 0 0,-1 0 1 0 0,1 0-1 0 0,0 0 0 0 0,0 0 1 0 0,0 0-1 0 0,0 0 0 0 0,0 0 1 0 0,0 0-1 0 0,0-1 1 0 0,0 1-1 0 0,0 0 0 0 0,1-1 1 0 0,-1 1-1 0 0,0-1 0 0 0,0 1 1 0 0,0-1-1 0 0,1 0 0 0 0,-1 1 1 0 0,0-1-1 0 0,1 0 0 0 0,-1 0 1 0 0,0 0-1 0 0,1 0 0 0 0,-1 0 1 0 0,0 0-1 0 0,2 0 0 0 0,46-12 112 0 0,-44 10-113 0 0,12-4 30 0 0,-1-1-1 0 0,0-1 1 0 0,24-15-1 0 0,-26 14-33 0 0,0 0 0 0 0,0 2 0 0 0,1 0 0 0 0,0 0 0 0 0,0 1 0 0 0,0 1 0 0 0,1 1 0 0 0,0 0 0 0 0,0 1 0 0 0,19-1 0 0 0,-29 4 32 0 0,1-1 0 0 0,-1 0-1 0 0,1 0 1 0 0,-1-1-1 0 0,1 1 1 0 0,-1-1-1 0 0,0-1 1 0 0,0 1 0 0 0,0-1-1 0 0,0 0 1 0 0,-1 0-1 0 0,1-1 1 0 0,-1 0 0 0 0,0 0-1 0 0,0 0 1 0 0,0 0-1 0 0,0-1 1 0 0,-1 0 0 0 0,0 0-1 0 0,6-9 1 0 0,-10 15-19 0 0,0-1 0 0 0,0 0 0 0 0,0 0 0 0 0,0 0 0 0 0,0 0 0 0 0,0 0 0 0 0,0 1 0 0 0,0-1 0 0 0,0 0 0 0 0,0 0 0 0 0,0 0 0 0 0,0 0 0 0 0,1 0 0 0 0,-1 0 0 0 0,0 0 0 0 0,0 1 0 0 0,0-1 0 0 0,0 0 0 0 0,0 0 0 0 0,0 0 0 0 0,1 0 0 0 0,-1 0 0 0 0,0 0 0 0 0,0 0 0 0 0,0 0 0 0 0,0 0 0 0 0,0 0 0 0 0,0 0 0 0 0,1 0 0 0 0,-1 0 0 0 0,0 0 0 0 0,0 0 0 0 0,0 0 0 0 0,0 0 0 0 0,1 0 0 0 0,-1 0 0 0 0,0 0 0 0 0,0 0 1 0 0,0 0-1 0 0,0 0 0 0 0,0 0 0 0 0,0 0 0 0 0,1 0 0 0 0,-1 0 0 0 0,0 0 0 0 0,0 0 0 0 0,0 0 0 0 0,0 0 0 0 0,0-1 0 0 0,0 1 0 0 0,1 0 0 0 0,-1 0 0 0 0,0 0 0 0 0,0 0 0 0 0,0 0 0 0 0,0 0 0 0 0,0 0 0 0 0,0-1 0 0 0,0 1 0 0 0,0 0 0 0 0,0 0 0 0 0,0 0 0 0 0,0 0 0 0 0,0 0 0 0 0,0-1 0 0 0,0 1 0 0 0,0 0 0 0 0,0 0 0 0 0,-1 21 459 0 0,-13 51-555 0 0,4-23 184 0 0,-2 20-61 0 0,4-28-8 0 0,2-1 1 0 0,1 1-1 0 0,2 41 1 0 0,3-80-36 0 0,1 17 18 0 0,-1-1 0 0 0,0 1 0 0 0,-1 0 0 0 0,-6 29 0 0 0,10-21 279 0 0,6-82-293 0 0,3 1 1 0 0,1 0-1 0 0,3 1 1 0 0,25-54-1 0 0,-31 83-7 0 0,2 1-1 0 0,0 1 1 0 0,1 0 0 0 0,2 1-1 0 0,0 0 1 0 0,1 2 0 0 0,1-1 0 0 0,0 2-1 0 0,2 0 1 0 0,0 2 0 0 0,30-21-1 0 0,-42 33-2 0 0,0 0 0 0 0,0 1-1 0 0,0 0 1 0 0,1 0 0 0 0,-1 1-1 0 0,1 0 1 0 0,0 0 0 0 0,0 1 0 0 0,-1 0-1 0 0,16 0 1 0 0,-21 1 4 0 0,0 0 0 0 0,0 0 1 0 0,0 0-1 0 0,0 0 0 0 0,0 1 0 0 0,0-1 0 0 0,0 0 1 0 0,0 1-1 0 0,0 0 0 0 0,0 0 0 0 0,0-1 0 0 0,0 1 0 0 0,0 0 1 0 0,0 0-1 0 0,-1 1 0 0 0,1-1 0 0 0,0 0 0 0 0,-1 1 1 0 0,1-1-1 0 0,-1 1 0 0 0,1-1 0 0 0,-1 1 0 0 0,0 0 1 0 0,0-1-1 0 0,0 1 0 0 0,0 0 0 0 0,0 0 0 0 0,0 0 0 0 0,0 0 1 0 0,0 0-1 0 0,-1 0 0 0 0,1 0 0 0 0,-1 0 0 0 0,0 0 1 0 0,1 0-1 0 0,-1 0 0 0 0,0 0 0 0 0,0 0 0 0 0,-1 0 1 0 0,1 1-1 0 0,0-1 0 0 0,-1 0 0 0 0,0 3 0 0 0,0-2 0 0 0,-1 1 0 0 0,1 0 0 0 0,-1-1 1 0 0,0 1-1 0 0,0-1 0 0 0,0 0 0 0 0,0 1 0 0 0,-1-1 0 0 0,1 0 0 0 0,-1 0 0 0 0,0-1 0 0 0,0 1 0 0 0,0-1 0 0 0,0 1 0 0 0,0-1 0 0 0,-6 3 0 0 0,-61 29-24 0 0,64-32 14 0 0,-74 24-1450 0 0,24-19-5043 0 0,36-8 3232 0 0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24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482 106 688 0 0,'0'-4'525'0'0,"1"-1"-38"0"0,0 0 1 0 0,0 1-1 0 0,0-1 0 0 0,0 0 1 0 0,-1 0-1 0 0,0 0 0 0 0,0 0 0 0 0,-1 0 1 0 0,1 0-1 0 0,-1 0 0 0 0,0 0 0 0 0,0 0 1 0 0,-1 0-1 0 0,0 0 0 0 0,1 1 1 0 0,-6-9-1 0 0,5 12-438 0 0,0-1-1 0 0,0 1 1 0 0,0 0 0 0 0,0 0-1 0 0,0 0 1 0 0,0 1 0 0 0,-1-1-1 0 0,1 0 1 0 0,0 1 0 0 0,-1-1-1 0 0,1 1 1 0 0,0 0 0 0 0,-1 0-1 0 0,1 0 1 0 0,0 0 0 0 0,-4 1-1 0 0,-40 6 136 0 0,39-6-117 0 0,-33 8 83 0 0,1 1 0 0 0,-64 26 0 0 0,82-27-63 0 0,0 1 1 0 0,1 1-1 0 0,0 0 0 0 0,1 2 0 0 0,0 0 0 0 0,-21 20 0 0 0,37-31-71 0 0,0 1-1 0 0,0 0 1 0 0,1-1-1 0 0,-1 1 1 0 0,1 1 0 0 0,-1-1-1 0 0,1 0 1 0 0,0 0-1 0 0,0 1 1 0 0,1-1 0 0 0,-1 1-1 0 0,1 0 1 0 0,0-1-1 0 0,-1 1 1 0 0,2 0 0 0 0,-1 0-1 0 0,0 0 1 0 0,1-1-1 0 0,0 1 1 0 0,0 0 0 0 0,0 0-1 0 0,0 0 1 0 0,1 0-1 0 0,-1 0 1 0 0,1 0 0 0 0,0-1-1 0 0,0 1 1 0 0,0 0-1 0 0,1 0 1 0 0,-1-1 0 0 0,1 1-1 0 0,0-1 1 0 0,0 0-1 0 0,0 1 1 0 0,1-1-1 0 0,-1 0 1 0 0,1 0 0 0 0,0-1-1 0 0,-1 1 1 0 0,1 0-1 0 0,0-1 1 0 0,1 0 0 0 0,-1 1-1 0 0,0-1 1 0 0,6 2-1 0 0,12 5 13 0 0,-1 0 0 0 0,1-2 0 0 0,0 0 0 0 0,1-1 0 0 0,0-2 0 0 0,0 0 0 0 0,0-1 0 0 0,32 0 0 0 0,182-15-38 0 0,-221 11-3 0 0,36-5-82 0 0,0-1 0 0 0,-1-3 0 0 0,0-2 0 0 0,69-26 0 0 0,-111 35 77 0 0,-1 0 1 0 0,1-1 0 0 0,-1 0-1 0 0,0 0 1 0 0,0 0-1 0 0,0-1 1 0 0,-1 0 0 0 0,1 0-1 0 0,-1-1 1 0 0,0 0 0 0 0,-1 0-1 0 0,5-7 1 0 0,-9 13 19 0 0,-1-1 1 0 0,0 0-1 0 0,1 0 1 0 0,-1 0-1 0 0,0 0 1 0 0,0 0-1 0 0,0 0 1 0 0,0 0-1 0 0,0 0 1 0 0,0 0 0 0 0,0 0-1 0 0,0 0 1 0 0,0 0-1 0 0,0 0 1 0 0,-1 0-1 0 0,1 0 1 0 0,0 1-1 0 0,-1-1 1 0 0,1 0-1 0 0,-1 0 1 0 0,1 0-1 0 0,-1 0 1 0 0,1 1-1 0 0,-1-1 1 0 0,1 0-1 0 0,-1 0 1 0 0,0 1-1 0 0,1-1 1 0 0,-1 0-1 0 0,0 1 1 0 0,0-1 0 0 0,0 1-1 0 0,1-1 1 0 0,-1 1-1 0 0,0-1 1 0 0,0 1-1 0 0,0 0 1 0 0,0 0-1 0 0,0-1 1 0 0,0 1-1 0 0,0 0 1 0 0,0 0-1 0 0,0 0 1 0 0,-1 0-1 0 0,-4-2 57 0 0,0 1 1 0 0,-1 0-1 0 0,1 0 0 0 0,0 1 0 0 0,-1-1 0 0 0,-7 2 0 0 0,-3 2 95 0 0,-1 0 1 0 0,-26 9-1 0 0,43-11 121 0 0,5 0-245 0 0,7 0-12 0 0,0-1-1 0 0,0 0 1 0 0,0 0-1 0 0,1-1 1 0 0,-1-1 0 0 0,0 0-1 0 0,-1 0 1 0 0,1-1-1 0 0,13-6 1 0 0,15-1-15 0 0,-37 9-23 0 0,14 19-68 0 0,-16-7 88 0 0,0 1 0 0 0,1-1-1 0 0,0 1 1 0 0,1-1 0 0 0,0 0 0 0 0,0 1 0 0 0,5 11 0 0 0,-5-21 2 0 0,-1 0 0 0 0,1 1 0 0 0,-1-1 1 0 0,1 0-1 0 0,0 0 0 0 0,0 0 0 0 0,0 0 1 0 0,0-1-1 0 0,0 1 0 0 0,0 0 0 0 0,0-1 1 0 0,1 1-1 0 0,-1-1 0 0 0,0 0 0 0 0,1 0 1 0 0,-1 0-1 0 0,1 0 0 0 0,-1 0 0 0 0,1-1 1 0 0,0 1-1 0 0,-1-1 0 0 0,1 0 0 0 0,0 0 1 0 0,-1 1-1 0 0,1-2 0 0 0,0 1 1 0 0,-1 0-1 0 0,1 0 0 0 0,0-1 0 0 0,-1 0 1 0 0,6-1-1 0 0,11-3 3 0 0,0-1 0 0 0,-1-1 1 0 0,22-11-1 0 0,-28 12 1 0 0,147-76-117 0 0,-157 82 105 0 0,0-1 1 0 0,0 1-1 0 0,0-1 1 0 0,0 1-1 0 0,0 0 1 0 0,0 0 0 0 0,0 0-1 0 0,0 0 1 0 0,0 0-1 0 0,-1 0 1 0 0,1 1 0 0 0,0-1-1 0 0,0 0 1 0 0,0 1-1 0 0,0 0 1 0 0,0-1 0 0 0,-1 1-1 0 0,3 1 1 0 0,33 20 10 0 0,-23-13 5 0 0,-1-3-35 0 0,-1-2 0 0 0,1 0-1 0 0,0 0 1 0 0,0-1 0 0 0,0-1-1 0 0,24 2 1 0 0,24-3-1920 0 0,-3-3-3727 0 0,-29 0 2661 0 0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25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19 264 0 0,'2'-19'7569'0'0,"3"233"-5341"0"0,-2 117-1057 0 0,-8-266-2277 0 0,-1-25-4663 0 0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28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287 267 584 0 0,'0'0'727'0'0,"-9"-58"5054"0"0,9 55-5602 0 0,0 0-1 0 0,0 0 1 0 0,0 0-1 0 0,-1 0 1 0 0,1 0 0 0 0,-1 0-1 0 0,0 0 1 0 0,0 1 0 0 0,0-1-1 0 0,0 0 1 0 0,0 0-1 0 0,0 1 1 0 0,-1-1 0 0 0,1 1-1 0 0,-1-1 1 0 0,0 1 0 0 0,0 0-1 0 0,0 0 1 0 0,0 0-1 0 0,0 0 1 0 0,-5-4 0 0 0,6 6-15 0 0,-1-1-135 0 0,0 1 0 0 0,0 0 1 0 0,0-1-1 0 0,0 1 1 0 0,0 0-1 0 0,0 0 0 0 0,0 0 1 0 0,0 1-1 0 0,0-1 1 0 0,0 0-1 0 0,0 1 0 0 0,1-1 1 0 0,-1 1-1 0 0,0 0 1 0 0,0 0-1 0 0,-2 1 1 0 0,-35 15 242 0 0,23-9-165 0 0,0 2 0 0 0,1 0 0 0 0,0 1 0 0 0,0 0 0 0 0,2 1 0 0 0,-20 21 0 0 0,28-27-71 0 0,-1 0 0 0 0,2 1 0 0 0,-1 0 0 0 0,1 0 0 0 0,0 0 0 0 0,0 0 1 0 0,1 1-1 0 0,0-1 0 0 0,0 1 0 0 0,1 0 0 0 0,0 0 0 0 0,0 0 0 0 0,1 0 0 0 0,0 0 0 0 0,1 0 0 0 0,-1 0 0 0 0,2 11 1 0 0,-1-17-32 0 0,0-1 0 0 0,0 0 0 0 0,1 0 1 0 0,-1 0-1 0 0,0 0 0 0 0,0 0 1 0 0,1 0-1 0 0,-1 0 0 0 0,0 0 1 0 0,1 0-1 0 0,-1 0 0 0 0,1 0 1 0 0,-1 0-1 0 0,1 0 0 0 0,0 0 0 0 0,-1 0 1 0 0,1 0-1 0 0,0-1 0 0 0,0 1 1 0 0,-1 0-1 0 0,1 0 0 0 0,0-1 1 0 0,0 1-1 0 0,0-1 0 0 0,0 1 1 0 0,0-1-1 0 0,0 1 0 0 0,0-1 0 0 0,0 1 1 0 0,0-1-1 0 0,2 0 0 0 0,0 0 3 0 0,1 0-1 0 0,-1 0 1 0 0,0 0 0 0 0,1-1-1 0 0,-1 0 1 0 0,0 0-1 0 0,0 0 1 0 0,1 0-1 0 0,-1 0 1 0 0,5-3-1 0 0,4-3 20 0 0,-1 0 0 0 0,1-1 0 0 0,-1 0 0 0 0,15-14 0 0 0,5-14 0 0 0,19-17-33 0 0,-49 52-18 0 0,-1 1-3 0 0,1 0 25 0 0,-1 1 1 0 0,0-1-1 0 0,0 0 0 0 0,0 0 1 0 0,0 0-1 0 0,0 0 0 0 0,0 0 0 0 0,0 0 1 0 0,0 0-1 0 0,1 1 0 0 0,-1-1 1 0 0,0 0-1 0 0,0 0 0 0 0,0 0 0 0 0,0 0 1 0 0,0 0-1 0 0,0 0 0 0 0,1 0 0 0 0,-1 0 1 0 0,0 0-1 0 0,0 0 0 0 0,0 0 1 0 0,0 0-1 0 0,0 0 0 0 0,1 0 0 0 0,-1 0 1 0 0,0 0-1 0 0,0 0 0 0 0,0 0 0 0 0,0 0 1 0 0,0 0-1 0 0,1 0 0 0 0,-1 0 1 0 0,0 0-1 0 0,0 0 0 0 0,0 0 0 0 0,0 0 1 0 0,0 0-1 0 0,0-1 0 0 0,1 1 1 0 0,-1 0-1 0 0,0 0 0 0 0,0 0 0 0 0,0 0 1 0 0,0 0-1 0 0,0 0 0 0 0,0 0 0 0 0,0-1 1 0 0,0 1-1 0 0,0 0 0 0 0,1 0 1 0 0,-1 0-1 0 0,0 0 0 0 0,0 0 0 0 0,0 0 1 0 0,0-1-1 0 0,0 1 0 0 0,0 0 1 0 0,0 0-1 0 0,0 0 0 0 0,0 0 0 0 0,0-1 1 0 0,0 1-1 0 0,0 0 0 0 0,0 0 0 0 0,0 0 1 0 0,0 0-1 0 0,0-1 0 0 0,0 7 6 0 0,0-1-1 0 0,0 0 1 0 0,1 0-1 0 0,0 0 1 0 0,0 0-1 0 0,0 0 0 0 0,1 0 1 0 0,0 0-1 0 0,0-1 1 0 0,0 1-1 0 0,0-1 1 0 0,1 1-1 0 0,0-1 1 0 0,0 0-1 0 0,0 0 1 0 0,0 0-1 0 0,1 0 0 0 0,-1 0 1 0 0,1-1-1 0 0,0 0 1 0 0,0 0-1 0 0,0 0 1 0 0,1 0-1 0 0,-1 0 1 0 0,1-1-1 0 0,9 4 1 0 0,-8-5 26 0 0,1 0-1 0 0,0 0 1 0 0,0-1 0 0 0,0 1 0 0 0,0-2 0 0 0,0 1 0 0 0,0-1 0 0 0,-1 0 0 0 0,1 0 0 0 0,0-1 0 0 0,-1 0 0 0 0,1 0 0 0 0,-1 0 0 0 0,1-1 0 0 0,7-4 0 0 0,-3 0 29 0 0,0-1 0 0 0,0 0 1 0 0,-1 0-1 0 0,0-1 0 0 0,0 0 0 0 0,15-21 1 0 0,4-16 70 0 0,-28 45-109 0 0,-3 7-18 0 0,0-1 1 0 0,0 1-1 0 0,1 0 1 0 0,-1 0-1 0 0,1 0 0 0 0,1 1 1 0 0,-1 9-1 0 0,1-10 1 0 0,-1 0-1 0 0,1 0 0 0 0,0-1 1 0 0,1 1-1 0 0,-1 0 0 0 0,1 0 1 0 0,1-1-1 0 0,-1 1 0 0 0,1 0 1 0 0,0-1-1 0 0,0 0 0 0 0,0 1 1 0 0,1-1-1 0 0,4 7 0 0 0,-5-10 5 0 0,1 0-1 0 0,-1 0 0 0 0,0-1 0 0 0,1 1 0 0 0,-1-1 1 0 0,1 1-1 0 0,-1-1 0 0 0,1 0 0 0 0,0 0 1 0 0,0 0-1 0 0,-1-1 0 0 0,1 1 0 0 0,0-1 1 0 0,0 1-1 0 0,0-1 0 0 0,0 0 0 0 0,-1 0 0 0 0,1 0 1 0 0,0-1-1 0 0,0 1 0 0 0,0-1 0 0 0,0 1 1 0 0,-1-1-1 0 0,1 0 0 0 0,0 0 0 0 0,-1 0 0 0 0,1 0 1 0 0,3-3-1 0 0,11-5 0 0 0,-1-1-1 0 0,0 0 1 0 0,17-14 0 0 0,-18 13 25 0 0,-12 9-37 0 0,-1 1 0 0 0,1 1-1 0 0,0-1 1 0 0,0 0 0 0 0,0 1 0 0 0,0-1-1 0 0,0 1 1 0 0,0 0 0 0 0,-1 0 0 0 0,1 0-1 0 0,0 0 1 0 0,0 0 0 0 0,0 1 0 0 0,0-1-1 0 0,0 1 1 0 0,0 0 0 0 0,0 0 0 0 0,-1 0-1 0 0,1 0 1 0 0,0 1 0 0 0,-1-1 0 0 0,4 3-1 0 0,33 11 22 0 0,-31-13-18 0 0,1 0-1 0 0,0 0 1 0 0,0-1-1 0 0,-1 0 0 0 0,1-1 1 0 0,0 0-1 0 0,0 0 1 0 0,0-1-1 0 0,0 0 1 0 0,0-1-1 0 0,-1 0 0 0 0,1 0 1 0 0,0-1-1 0 0,-1 0 1 0 0,0 0-1 0 0,0-1 0 0 0,0 0 1 0 0,0 0-1 0 0,0-1 1 0 0,-1 0-1 0 0,0-1 1 0 0,0 1-1 0 0,10-12 0 0 0,-7 4-6 0 0,-1 1-1 0 0,0-2 0 0 0,-1 1 1 0 0,0-1-1 0 0,-1 0 0 0 0,0-1 1 0 0,-2 0-1 0 0,1 0 0 0 0,-2 0 1 0 0,0-1-1 0 0,-1 1 0 0 0,0-1 1 0 0,0-26-1 0 0,0-9-1 0 0,-3 50 4 0 0,-1-14-30 0 0,1 15 34 0 0,0-1-1 0 0,0 1 0 0 0,0-1 0 0 0,0 1 0 0 0,0 0 0 0 0,0-1 1 0 0,0 1-1 0 0,0 0 0 0 0,0-1 0 0 0,0 1 0 0 0,0 0 1 0 0,0-1-1 0 0,0 1 0 0 0,-1 0 0 0 0,1-1 0 0 0,0 1 1 0 0,0 0-1 0 0,0 0 0 0 0,0-1 0 0 0,-1 1 0 0 0,1 0 1 0 0,0 0-1 0 0,0-1 0 0 0,-1 1 0 0 0,1 0 0 0 0,0 0 0 0 0,-1 0 1 0 0,1-1-1 0 0,0 1 0 0 0,-1 0 0 0 0,1 0 0 0 0,0 0 1 0 0,-1 0-1 0 0,1 0 0 0 0,0 0 0 0 0,-1 0 0 0 0,1 0 1 0 0,0 0-1 0 0,-1 0 0 0 0,1 0 0 0 0,-1 0 0 0 0,-6 7-2 0 0,1 0 0 0 0,0 1 0 0 0,0-1-1 0 0,0 2 1 0 0,1-1 0 0 0,1 1 0 0 0,-1-1-1 0 0,1 1 1 0 0,1 0 0 0 0,0 1 0 0 0,0-1-1 0 0,1 0 1 0 0,0 1 0 0 0,0 0 0 0 0,1-1-1 0 0,0 19 1 0 0,1-11 9 0 0,1 0 1 0 0,1-1-1 0 0,0 1 1 0 0,1 0-1 0 0,1 0 0 0 0,1-1 1 0 0,0 0-1 0 0,1 0 0 0 0,9 17 1 0 0,-13-30 1 0 0,0 1 0 0 0,0-1 0 0 0,0 0 1 0 0,0 0-1 0 0,1 0 0 0 0,-1 0 0 0 0,1-1 1 0 0,0 1-1 0 0,0-1 0 0 0,0 0 0 0 0,0 0 1 0 0,0 0-1 0 0,0 0 0 0 0,0 0 0 0 0,1 0 0 0 0,-1-1 1 0 0,1 0-1 0 0,-1 0 0 0 0,1 0 0 0 0,0 0 1 0 0,0 0-1 0 0,-1-1 0 0 0,1 0 0 0 0,0 1 1 0 0,0-1-1 0 0,-1-1 0 0 0,1 1 0 0 0,6-2 1 0 0,0 0-1 0 0,-1 0 0 0 0,1-1 1 0 0,-1 0-1 0 0,0-1 0 0 0,0 0 1 0 0,0-1-1 0 0,0 0 0 0 0,-1 0 1 0 0,11-8-1 0 0,-13 8-17 0 0,-6 5 10 0 0,0-1-1 0 0,0 1 0 0 0,0-1 0 0 0,1 1 1 0 0,-1-1-1 0 0,0 1 0 0 0,0 0 1 0 0,1-1-1 0 0,-1 1 0 0 0,0 0 0 0 0,1-1 1 0 0,-1 1-1 0 0,0 0 0 0 0,1-1 1 0 0,-1 1-1 0 0,1 0 0 0 0,-1 0 0 0 0,1-1 1 0 0,-1 1-1 0 0,0 0 0 0 0,1 0 1 0 0,-1 0-1 0 0,1 0 0 0 0,-1-1 0 0 0,1 1 1 0 0,-1 0-1 0 0,1 0 0 0 0,-1 0 1 0 0,1 0-1 0 0,-1 0 0 0 0,1 0 0 0 0,-1 0 1 0 0,1 1-1 0 0,-1-1 0 0 0,0 0 1 0 0,1 0-1 0 0,-1 0 0 0 0,1 0 0 0 0,-1 1 1 0 0,1-1-1 0 0,-1 0 0 0 0,0 0 1 0 0,1 1-1 0 0,-1-1 0 0 0,1 0 0 0 0,-1 0 1 0 0,0 1-1 0 0,1-1 0 0 0,-1 1 1 0 0,0-1-1 0 0,0 0 0 0 0,1 1 0 0 0,9 9 21 0 0,-4-4-18 0 0,-4-4 3 0 0,0 0-1 0 0,0 0 1 0 0,0 0-1 0 0,0-1 1 0 0,0 1-1 0 0,0-1 1 0 0,1 0-1 0 0,-1 0 1 0 0,1 1-1 0 0,-1-1 1 0 0,1-1 0 0 0,-1 1-1 0 0,1 0 1 0 0,0-1-1 0 0,-1 1 1 0 0,1-1-1 0 0,0 0 1 0 0,-1 0-1 0 0,4 0 1 0 0,3 2 14 0 0,17-9 12 0 0,-21 6-28 0 0,-4 0 2 0 0,1 1 0 0 0,-1-1 0 0 0,0 0-1 0 0,1 1 1 0 0,-1-1 0 0 0,0 0 0 0 0,1 0 0 0 0,-1 0 0 0 0,0 0-1 0 0,0 0 1 0 0,0 0 0 0 0,0 0 0 0 0,0 0 0 0 0,0-1-1 0 0,0 1 1 0 0,1-2 0 0 0,2-6 4 0 0,-7-5 2 0 0,0 11-33 0 0,1 0 0 0 0,-1 0 0 0 0,0 1-1 0 0,1-1 1 0 0,-1 0 0 0 0,0 1 0 0 0,-1 0 0 0 0,1 0 0 0 0,0 0 0 0 0,-1 0 0 0 0,1 0-1 0 0,-1 1 1 0 0,1-1 0 0 0,-9-1 0 0 0,-16-4-2503 0 0,1 0-3949 0 0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29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43 320 0 0,'8'-10'620'0'0,"1"5"-36"0"0,-2-1-72 0 0,7 1-48 0 0,-1 2-56 0 0,2 0-52 0 0,-1-1-96 0 0,6 3-228 0 0,6-1-320 0 0,-7 0-260 0 0,7 1-588 0 0,-6 1 264 0 0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30.6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49 268 0 0,'-7'-8'3693'0'0,"7"8"-3607"0"0,0 0 0 0 0,0 0 0 0 0,0 0 0 0 0,-1 1 603 0 0,1-1-603 0 0,0 0 0 0 0,0 0 1 0 0,0 0-1 0 0,-1 0 0 0 0,1 0 0 0 0,0 0 0 0 0,0 0 0 0 0,0 0 0 0 0,0 1 0 0 0,0-1 0 0 0,0 0 0 0 0,-1 0 1 0 0,1 0-1 0 0,0 0 0 0 0,0 0 0 0 0,0 0 0 0 0,0 0 0 0 0,0 0 0 0 0,0 0 0 0 0,-1 0 0 0 0,1 0 1 0 0,0-1-1 0 0,0 1 0 0 0,0 0 0 0 0,0 0 0 0 0,0 0 0 0 0,0 0 0 0 0,-1 0 603 0 0,1-1-603 0 0,0 1 0 0 0,0 0 0 0 0,-1 0 0 0 0,1 0 1 0 0,0 0-1 0 0,0 0 0 0 0,0 0 0 0 0,0 0 0 0 0,0-1 0 0 0,0 1 0 0 0,0 0 0 0 0,0 0 0 0 0,0 0 1 0 0,1 12-5 0 0,0 0 1 0 0,0 0 0 0 0,-2 0 0 0 0,1 0 0 0 0,-2 0 0 0 0,0 0 0 0 0,0 0 0 0 0,-1 0 0 0 0,0 0 0 0 0,-1-1 0 0 0,0 1 0 0 0,-7 11 0 0 0,10-22-43 0 0,0-1-28 0 0,1 0 1 0 0,-1 0-1 0 0,1 0 0 0 0,-1 0 0 0 0,1-1 0 0 0,-1 1 1 0 0,1 0-1 0 0,-1-1 0 0 0,1 1 0 0 0,-1 0 0 0 0,1-1 1 0 0,0 1-1 0 0,-1 0 0 0 0,1-1 0 0 0,0 1 0 0 0,-1-1 0 0 0,1 1 1 0 0,0-1-1 0 0,-1 1 0 0 0,1-1 0 0 0,0 1 0 0 0,0-1 1 0 0,-1 1-1 0 0,1-1 0 0 0,0 1 0 0 0,0-1 0 0 0,0 1 0 0 0,0-1 1 0 0,0 0-1 0 0,0 1 0 0 0,0-1 0 0 0,0 1 0 0 0,0-1 1 0 0,0 1-1 0 0,0-1 0 0 0,0 1 0 0 0,1-2 0 0 0,8-39 117 0 0,-5 30-125 0 0,0 1-1 0 0,1-1 0 0 0,1 0 0 0 0,-1 1 0 0 0,12-14 1 0 0,-12 17-5 0 0,3-1-2 0 0,0 0-1 0 0,0 0 0 0 0,0 1 0 0 0,12-8 0 0 0,-16 12 4 0 0,-1 1-1 0 0,1 0 0 0 0,0 0 0 0 0,0 0 0 0 0,0 1 0 0 0,1-1 0 0 0,-1 1 0 0 0,0 0 0 0 0,0 0 0 0 0,1 1 1 0 0,-1-1-1 0 0,0 1 0 0 0,1 0 0 0 0,-1 0 0 0 0,0 0 0 0 0,1 1 0 0 0,4 1 0 0 0,-6-2-2 0 0,0 2-1 0 0,-1-1 0 0 0,1 0 0 0 0,0 0 0 0 0,0 1 0 0 0,-1 0 0 0 0,1 0 1 0 0,-1-1-1 0 0,1 1 0 0 0,-1 1 0 0 0,0-1 0 0 0,0 0 0 0 0,0 0 1 0 0,0 1-1 0 0,0-1 0 0 0,0 1 0 0 0,-1 0 0 0 0,1 0 0 0 0,-1-1 1 0 0,0 1-1 0 0,0 0 0 0 0,0 0 0 0 0,0 0 0 0 0,0 0 0 0 0,-1 0 1 0 0,1 0-1 0 0,-1 0 0 0 0,0 4 0 0 0,0 2 26 0 0,-4 14-49 0 0,3-21 46 0 0,1-2-16 0 0,0 0 1 0 0,0 0-1 0 0,0 0 1 0 0,0 0-1 0 0,0 0 0 0 0,0 0 1 0 0,-1 0-1 0 0,1 0 0 0 0,0 0 1 0 0,0 0-1 0 0,0 1 1 0 0,0-1-1 0 0,0 0 0 0 0,0 0 1 0 0,0 0-1 0 0,0 0 1 0 0,-1 0-1 0 0,1 0 0 0 0,0 0 1 0 0,0 0-1 0 0,0 1 0 0 0,0-1 1 0 0,0 0-1 0 0,0 0 1 0 0,0 0-1 0 0,0 0 0 0 0,0 0 1 0 0,0 0-1 0 0,0 1 1 0 0,0-1-1 0 0,0 0 0 0 0,0 0 1 0 0,0 0-1 0 0,0 0 0 0 0,0 0 1 0 0,0 0-1 0 0,0 1 1 0 0,0-1-1 0 0,0 0 0 0 0,0 0 1 0 0,0 0-1 0 0,0 0 0 0 0,0 0 1 0 0,0 0-1 0 0,0 0 1 0 0,0 1-1 0 0,1-1 0 0 0,-1 0 1 0 0,0 0-1 0 0,0 0 1 0 0,0 0-1 0 0,0 0 0 0 0,0 0 1 0 0,0 0-1 0 0,0 0 0 0 0,0 0 1 0 0,1 0-1 0 0,-1 1 1 0 0,0-1-1 0 0,0 0 0 0 0,0 0 1 0 0,0 0-1 0 0,0 0 1 0 0,0 0-1 0 0,1 0 0 0 0,8-10-5 0 0,1 0-1 0 0,0 1 1 0 0,1 0 0 0 0,0 1-1 0 0,23-14 1 0 0,-24 17-5 0 0,-6 3 2 0 0,-1 0 0 0 0,0 1 1 0 0,1-1-1 0 0,-1 1 0 0 0,1 0 0 0 0,-1 0 1 0 0,1 0-1 0 0,0 0 0 0 0,-1 1 0 0 0,1 0 0 0 0,4-1 1 0 0,-5 1-1 0 0,-1 0 1 0 0,0 1-1 0 0,1-1 0 0 0,-1 0 1 0 0,0 1-1 0 0,0-1 1 0 0,1 1-1 0 0,-1-1 1 0 0,0 1-1 0 0,0 0 1 0 0,0 0-1 0 0,0 0 1 0 0,0 0-1 0 0,0 1 0 0 0,0-1 1 0 0,0 0-1 0 0,0 1 1 0 0,2 2-1 0 0,-1 1 0 0 0,-1-1 1 0 0,0 1-1 0 0,0-1 0 0 0,0 1 0 0 0,-1 0 0 0 0,1 0 0 0 0,0 6 1 0 0,8 29 17 0 0,-9-38-10 0 0,-1-1 0 0 0,0 1-1 0 0,0-1 1 0 0,1 1 0 0 0,-1-1 0 0 0,1 0-1 0 0,-1 1 1 0 0,1-1 0 0 0,0 0-1 0 0,0 1 1 0 0,-1-1 0 0 0,1 0 0 0 0,0 0-1 0 0,0 1 1 0 0,0-1 0 0 0,0 0-1 0 0,0 0 1 0 0,1 0 0 0 0,-1 0 0 0 0,0-1-1 0 0,0 1 1 0 0,1 0 0 0 0,-1 0-1 0 0,0-1 1 0 0,1 1 0 0 0,-1-1-1 0 0,1 1 1 0 0,-1-1 0 0 0,0 0 0 0 0,1 1-1 0 0,-1-1 1 0 0,1 0 0 0 0,1 0-1 0 0,22 5 115 0 0,-7-20-86 0 0,-17 13 126 0 0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31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40 112 0 0,'0'0'2530'0'0,"-5"-29"2147"0"0,4 28-4607 0 0,-1 0-1 0 0,0 0 0 0 0,1 0 0 0 0,-1 0 0 0 0,1 0 0 0 0,-1 1 1 0 0,0-1-1 0 0,0 0 0 0 0,0 1 0 0 0,1-1 0 0 0,-1 1 1 0 0,0 0-1 0 0,0 0 0 0 0,0 0 0 0 0,0 0 0 0 0,1 0 0 0 0,-1 0 1 0 0,0 0-1 0 0,0 0 0 0 0,0 1 0 0 0,0-1 0 0 0,1 1 1 0 0,-1-1-1 0 0,0 1 0 0 0,0 0 0 0 0,1 0 0 0 0,-1 0 0 0 0,0 0 1 0 0,1 0-1 0 0,-1 0 0 0 0,1 0 0 0 0,0 0 0 0 0,-1 1 1 0 0,1-1-1 0 0,0 0 0 0 0,0 1 0 0 0,-2 1 0 0 0,1 0-50 0 0,-1 0 0 0 0,1 0 0 0 0,-1 0-1 0 0,1 0 1 0 0,0 0 0 0 0,1 0 0 0 0,-1 0-1 0 0,0 1 1 0 0,1-1 0 0 0,0 1 0 0 0,0-1 0 0 0,0 1-1 0 0,0 0 1 0 0,0-1 0 0 0,1 1 0 0 0,-1 0-1 0 0,1-1 1 0 0,0 1 0 0 0,1 0 0 0 0,-1 0 0 0 0,0-1-1 0 0,1 1 1 0 0,0 0 0 0 0,0-1 0 0 0,0 1-1 0 0,0-1 1 0 0,1 1 0 0 0,-1-1 0 0 0,1 0 0 0 0,0 1-1 0 0,0-1 1 0 0,0 0 0 0 0,1 0 0 0 0,-1-1-1 0 0,1 1 1 0 0,-1 0 0 0 0,1-1 0 0 0,0 1 0 0 0,0-1-1 0 0,0 0 1 0 0,0 0 0 0 0,4 2 0 0 0,-3-2-7 0 0,1 0 0 0 0,-1-1 1 0 0,1 1-1 0 0,-1-1 0 0 0,1 0 1 0 0,-1 0-1 0 0,1-1 0 0 0,0 1 1 0 0,-1-1-1 0 0,1 0 0 0 0,0 0 1 0 0,-1-1-1 0 0,10-1 0 0 0,-12 2 0 0 0,0-1 0 0 0,0 0 0 0 0,0 1-1 0 0,0-1 1 0 0,0 0 0 0 0,0 0 0 0 0,0 0-1 0 0,0 0 1 0 0,-1-1 0 0 0,1 1 0 0 0,0 0-1 0 0,-1-1 1 0 0,1 1 0 0 0,-1-1 0 0 0,0 0 0 0 0,1 1-1 0 0,-1-1 1 0 0,0 0 0 0 0,0 0 0 0 0,0 0-1 0 0,0 0 1 0 0,0 0 0 0 0,0 0 0 0 0,-1 0-1 0 0,1 0 1 0 0,-1 0 0 0 0,1 0 0 0 0,-1 0 0 0 0,0 0-1 0 0,0-1 1 0 0,0 1 0 0 0,0 0 0 0 0,-1-4-1 0 0,-1-2 28 0 0,0-1 1 0 0,0 1-1 0 0,-1 0 0 0 0,-1 0 0 0 0,1 0 0 0 0,-1 0 0 0 0,-1 0 0 0 0,1 1 0 0 0,-8-10 0 0 0,1 0-38 0 0,9 16-100 0 0,-4-3-193 0 0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32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28 572 0 0,'-8'-27'5698'0'0,"8"27"-5633"0"0,-1 0 0 0 0,1 0 1 0 0,0 0-1 0 0,-1 0 0 0 0,1 0 1 0 0,0 0-1 0 0,-1 0 0 0 0,1 0 1 0 0,0 0-1 0 0,0 0 0 0 0,-1 0 0 0 0,1 0 1 0 0,0 0-1 0 0,-1 0 0 0 0,1 0 1 0 0,0 0-1 0 0,0 0 0 0 0,-1 1 1 0 0,1-1-1 0 0,0 0 0 0 0,0 0 1 0 0,-1 0-1 0 0,1 1 0 0 0,0-1 1 0 0,0 0-1 0 0,-1 0 0 0 0,1 1 1 0 0,0-1-1 0 0,0 0 0 0 0,0 0 1 0 0,0 1-1 0 0,0-1 0 0 0,-1 0 1 0 0,1 0-1 0 0,0 1 0 0 0,0-1 1 0 0,0 0-1 0 0,0 1 0 0 0,0-1 1 0 0,0 0-1 0 0,0 1 0 0 0,-16 59 1024 0 0,10-38-653 0 0,2 0-234 0 0,1 0 0 0 0,0 0-1 0 0,1 42 1 0 0,1-14 20 0 0,-6 66 203 0 0,10-80 185 0 0,-3-41-608 0 0,0 0-1 0 0,0 0 0 0 0,1 0 1 0 0,0 0-1 0 0,0 0 0 0 0,0 0 0 0 0,1 0 1 0 0,-1 0-1 0 0,1 1 0 0 0,0-1 1 0 0,1 1-1 0 0,-1-1 0 0 0,1 1 0 0 0,0 0 1 0 0,0 0-1 0 0,0 0 0 0 0,0 0 0 0 0,1 0 1 0 0,-1 1-1 0 0,1 0 0 0 0,0-1 1 0 0,6-2-1 0 0,-5 4-6 0 0,0 0 0 0 0,1 0 1 0 0,-1 1-1 0 0,0-1 0 0 0,1 1 0 0 0,0 0 0 0 0,-1 1 1 0 0,1-1-1 0 0,-1 1 0 0 0,1 1 0 0 0,0-1 1 0 0,-1 1-1 0 0,11 2 0 0 0,-13-2 2 0 0,0 0-1 0 0,1 0 1 0 0,-1 1 0 0 0,0 0 0 0 0,0-1-1 0 0,0 1 1 0 0,0 0 0 0 0,-1 1 0 0 0,1-1-1 0 0,0 0 1 0 0,-1 1 0 0 0,0-1 0 0 0,1 1-1 0 0,-1 0 1 0 0,0 0 0 0 0,0 0 0 0 0,-1 0-1 0 0,1 0 1 0 0,-1 0 0 0 0,1 0 0 0 0,-1 1-1 0 0,0-1 1 0 0,0 0 0 0 0,0 1 0 0 0,0 3-1 0 0,-1-5 5 0 0,0 1-1 0 0,0-1 0 0 0,0 0 0 0 0,0 0 0 0 0,0 0 0 0 0,-1 0 0 0 0,1 1 0 0 0,-1-1 0 0 0,1 0 0 0 0,-1 0 0 0 0,0 0 0 0 0,0 0 0 0 0,0 0 0 0 0,0 0 0 0 0,0 0 0 0 0,0-1 0 0 0,0 1 0 0 0,-1 0 0 0 0,1 0 0 0 0,-1-1 0 0 0,1 1 0 0 0,-4 1 0 0 0,-33 19 23 0 0,31-19-32 0 0,0-1-1 0 0,0 1 1 0 0,0-1 0 0 0,-1-1-1 0 0,1 1 1 0 0,-1-1 0 0 0,1-1-1 0 0,-1 1 1 0 0,1-1 0 0 0,-1 0 0 0 0,1-1-1 0 0,-1 0 1 0 0,1 0 0 0 0,-10-3-1 0 0,16 3-165 0 0,1 1 0 0 0,-1 0 0 0 0,1-1-1 0 0,0 1 1 0 0,-1-1 0 0 0,1 1-1 0 0,-1-1 1 0 0,1 1 0 0 0,0-1-1 0 0,-1 1 1 0 0,1-1 0 0 0,0 1-1 0 0,-1-1 1 0 0,1 1 0 0 0,0-1 0 0 0,0 0-1 0 0,0 1 1 0 0,0-1 0 0 0,-1 1-1 0 0,1-1 1 0 0,0 0 0 0 0,0 1-1 0 0,0-1 1 0 0,0 1 0 0 0,0-1-1 0 0,1 0 1 0 0,-1 1 0 0 0,0-1-1 0 0,0 1 1 0 0,0-1 0 0 0,0 0 0 0 0,1 1-1 0 0,-1-1 1 0 0,0 1 0 0 0,1-1-1 0 0,-1 1 1 0 0,0-1 0 0 0,1 1-1 0 0,-1-1 1 0 0,1 1 0 0 0,-1-1-1 0 0,1 0 1 0 0,0 0 289 0 0,1-3-2894 0 0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32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0 536 0 0,'0'0'790'0'0,"15"22"3830"0"0,-15-20-4228 0 0,-13 41 1675 0 0,12-38-2153 0 0,0 1-1 0 0,0-1 1 0 0,0 0 0 0 0,-1 0-1 0 0,0 0 1 0 0,0 0-1 0 0,0 0 1 0 0,-5 7-1 0 0,6-11-673 0 0,-8 4-4595 0 0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32.8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99 380 0 0,'-3'-33'3794'0'0,"3"30"-3640"0"0,0-2 493 0 0,0-1-1 0 0,0 0 0 0 0,1 0 1 0 0,0 0-1 0 0,2-11 0 0 0,-2 16-379 0 0,5-9-881 0 0,-3 5-3599 0 0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33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5 24 0 0,'-1'-5'5779'0'0,"4"41"-5281"0"0,-2-1 0 0 0,-2 1 0 0 0,-1 0 0 0 0,-2-1 1 0 0,-15 68-1 0 0,-7 58 106 0 0,25-150-556 0 0,0 1 1 0 0,1-1-1 0 0,0 1 1 0 0,1-1-1 0 0,0 1 1 0 0,5 20 0 0 0,-5-29-41 0 0,0-1 1 0 0,0 1 0 0 0,0 0 0 0 0,0-1-1 0 0,0 1 1 0 0,1-1 0 0 0,0 1-1 0 0,-1-1 1 0 0,1 0 0 0 0,0 0 0 0 0,0 0-1 0 0,0 0 1 0 0,0 0 0 0 0,0 0 0 0 0,1 0-1 0 0,-1-1 1 0 0,0 1 0 0 0,1-1-1 0 0,0 1 1 0 0,-1-1 0 0 0,1 0 0 0 0,0 0-1 0 0,-1 0 1 0 0,1-1 0 0 0,0 1 0 0 0,0-1-1 0 0,0 1 1 0 0,-1-1 0 0 0,1 0-1 0 0,0 0 1 0 0,0 0 0 0 0,4-1 0 0 0,9-1 6 0 0,0 0-1 0 0,0-1 1 0 0,0 0 0 0 0,0-1 0 0 0,-1-1 0 0 0,23-10 0 0 0,-30 11 53 0 0,0-1-1 0 0,0 0 0 0 0,-1 0 1 0 0,0 0-1 0 0,1-1 0 0 0,-2 0 1 0 0,1 0-1 0 0,-1-1 0 0 0,0 0 1 0 0,0 0-1 0 0,0 0 0 0 0,7-15 1 0 0,-13 22-40 0 0,0-1 1 0 0,1 0-1 0 0,-1 1 0 0 0,0-1 1 0 0,0 1-1 0 0,0-1 1 0 0,1 0-1 0 0,-1 1 1 0 0,0-1-1 0 0,0 1 1 0 0,0-1-1 0 0,0 0 0 0 0,0 1 1 0 0,0-1-1 0 0,0 0 1 0 0,0 1-1 0 0,-1-1 1 0 0,1 1-1 0 0,0-1 1 0 0,0 0-1 0 0,0 1 0 0 0,-1-1 1 0 0,1 1-1 0 0,0-1 1 0 0,-1 1-1 0 0,1-1 1 0 0,0 1-1 0 0,-1-1 0 0 0,1 1 1 0 0,-1-1-1 0 0,1 1 1 0 0,-1-1-1 0 0,1 1 1 0 0,-1 0-1 0 0,1-1 1 0 0,-1 1-1 0 0,0-1 0 0 0,-17-4 545 0 0,16 5-399 0 0,-30 12 715 0 0,31-12-871 0 0,1 1 1 0 0,-1 0 0 0 0,1 0-1 0 0,0 0 1 0 0,-1 0-1 0 0,1 0 1 0 0,0 0-1 0 0,0 0 1 0 0,0 0 0 0 0,0 0-1 0 0,0 0 1 0 0,0 0-1 0 0,0 0 1 0 0,0 0-1 0 0,0 0 1 0 0,0 0-1 0 0,1 0 1 0 0,-1 0 0 0 0,0 0-1 0 0,1 0 1 0 0,-1 0-1 0 0,0 0 1 0 0,1 0-1 0 0,0 0 1 0 0,-1-1-1 0 0,1 1 1 0 0,0 1 0 0 0,31 23-130 0 0,-20-18-357 0 0,0-1 1 0 0,1-1-1 0 0,18 6 0 0 0,45 6-5596 0 0,-24-10 2578 0 0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5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610 233 10177,'-6'-2'0,"-1"-1"1,1 0-1,0-1 1,0 1-1,0-1 1,0 0 0,1-1-1,0 1 1,0-1-1,0 0 1,0-1-1,1 1 1,0-1-1,0 0 1,-6-11-1,0 1 8,3 5 5,-2-4 218,-1 1 0,0 0 1,-1 0-1,0 1 0,-16-14 1,23 24-182,0 0 1,0 1-1,0-1 0,-1 1 1,1-1-1,-1 1 0,1 1 1,-1-1-1,0 1 1,1-1-1,-1 1 0,0 1 1,0-1-1,0 1 1,0 0-1,0 0 0,0 0 1,0 1-1,0-1 1,0 1-1,1 0 0,-1 1 1,-5 1-1,-10 5 30,0 1 0,0 1-1,0 1 1,1 0 0,1 1-1,0 1 1,1 1 0,0 1 0,1 0-1,1 1 1,1 1 0,0 0-1,1 1 1,0 0 0,2 1 0,0 0-1,-12 34 1,21-48-62,0 0-1,1-1 1,0 1 0,0 0-1,0 0 1,0 0 0,1 0 0,0 0-1,0 0 1,1 0 0,-1 0-1,1 0 1,0 0 0,0 0 0,0 0-1,1-1 1,0 1 0,0 0-1,0-1 1,1 1 0,-1-1-1,4 4 1,-2-4-5,0 0 0,1 0 0,-1-1-1,1 0 1,0 0 0,0 0 0,0 0 0,0-1-1,1 0 1,-1 0 0,0 0 0,1 0 0,-1-1 0,1 0-1,0-1 1,-1 1 0,1-1 0,0 0 0,7-1-1,15-2 9,0-1 0,0-2 0,0-1 0,-1-1 0,0-1 0,0-1 0,27-16 0,-14 5 21,-1-2 0,-1-2 0,58-50 0,-94 73-46,-9 17-49,5-13 55,0 1-1,0 0 0,0 0 0,0 0 1,1 0-1,0 0 0,-1 0 1,1 0-1,1 1 0,-1-1 1,0 0-1,1 1 0,-1-1 0,1 0 1,0 1-1,0-1 0,1 0 1,-1 1-1,1-1 0,-1 0 0,3 6 1,-2-6 4,0-1 0,1 1 0,-1-1 1,1 1-1,-1-1 0,1 0 0,0 0 0,0 0 1,0 0-1,0 0 0,0 0 0,0 0 1,1-1-1,-1 1 0,1-1 0,-1 0 0,1 0 1,-1 0-1,1 0 0,0 0 0,-1 0 0,1-1 1,0 1-1,0-1 0,-1 0 0,1 0 1,0 0-1,0 0 0,0 0 0,3-1 0,-5 1-4,0 0 0,0 0 1,0 0-1,0 0 0,1-1 0,-1 1 0,0 0 0,0-1 0,0 1 0,0-1 0,0 1 0,0-1 0,0 1 0,0-1 0,0 0 0,0 1 0,0-1 0,0 0 0,0 0 0,0 0 0,-1 0 0,1 0 0,0 1 0,-1-1 0,1-1 0,-1 1 0,1 0 0,-1 0 0,1 0 0,-1 0 0,0 0 1,1 0-1,-1 0 0,0-1 0,0 1 0,0 0 0,0 0 0,0 0 0,0-1 0,0 1 0,-1 0 0,1 0 0,0 0 0,-1 0 0,1 0 0,-1 0 0,1-1 0,-1 1 0,0-1 0,-2-3-8,1 0 1,-1 1-1,-1-1 0,1 0 0,0 1 0,-1 0 1,0 0-1,0 0 0,-1 0 0,1 1 1,-1 0-1,-4-3 0,7 5-75,1 0 0,0 0 1,0 0-1,-1 1 0,1-1 0,0 0 0,-1 1 0,1-1 0,-1 1 0,1 0 1,0 0-1,-1-1 0,1 1 0,-1 0 0,1 0 0,-1 0 0,1 0 1,-3 1-1,-9 13-4896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6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20 564,'0'0'1328,"0"-20"6463,-2 23-7737,-1 0 0,1 0-1,-1 0 1,1 1 0,0-1 0,0 0 0,0 1 0,1-1 0,-1 1-1,1 0 1,0 0 0,0-1 0,0 1 0,0 0 0,1 0-1,0 0 1,0 0 0,0 0 0,0 0 0,0 0 0,1 0 0,0-1-1,-1 1 1,1 0 0,1 0 0,-1-1 0,1 1 0,-1 0 0,3 3-1,-2-6-40,-1 0-1,0-1 1,1 1-1,-1 0 1,1-1 0,-1 1-1,0-1 1,1 1-1,-1-1 1,1 1-1,0-1 1,-1 0-1,1 0 1,-1 0-1,1 0 1,-1 0-1,1 0 1,-1 0-1,1-1 1,-1 1 0,1-1-1,2 0 1,33-14 111,-27 10-82,27-23 42,-36 27-70,0 0-8,1 1 1,-1-1-1,0 1 1,0-1-1,0 1 0,0-1 1,1 1-1,-1 0 1,0-1-1,0 1 0,1 0 1,-1 0-1,0 0 1,0 0-1,1 0 0,-1 0 1,0 0-1,1 1 1,-1-1-1,0 0 0,2 1 1,18 22-932,-17-18 576,21 13-5761,-17-15 3518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7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48 217 696,'-18'-4'4105,"16"4"-4024,1 0-1,0 0 1,0 0-1,-1 1 1,1-1 0,0 0-1,0 1 1,0-1-1,-1 0 1,1 1-1,0 0 1,0-1 0,0 1-1,0 0 1,0-1-1,0 1 1,0 0-1,0 0 1,0 0 0,1 0-1,-1 0 1,0 0-1,1 0 1,-1 0-1,0 0 1,1 0-1,-1 0 1,1 0 0,0 1-1,-1-1 1,1 0-1,0 0 1,0 0-1,-1 1 1,1-1 0,0 0-1,0 0 1,1 1-1,-1-1 1,0 0-1,0 0 1,0 1 0,1-1-1,-1 0 1,1 0-1,-1 0 1,1 0-1,1 2 1,0 2 17,1-1 0,0 0 0,0 0-1,1 0 1,-1 0 0,1-1 0,-1 0 0,1 1-1,0-1 1,1-1 0,8 6 0,-9-6-77,1 0-1,0 0 1,-1-1-1,1 0 1,0 0-1,0 0 1,0 0 0,0-1-1,0 1 1,0-1-1,0-1 1,1 1 0,-1-1-1,0 0 1,0 0-1,-1 0 1,9-4 0,-6 2-20,-1 0 0,0-1 0,0 0 0,-1 0 0,1-1 0,-1 0 0,0 0 0,0 0 0,0 0 0,-1-1 0,6-9 0,-4 5 17,0 0 1,-1-1 0,-1 1-1,1-1 1,-2 0 0,0 0-1,0-1 1,-1 1 0,0 0-1,-1-1 1,0 1 0,-1-1-1,0 0 1,-1 1 0,-3-15-1,1 10 301,3 14-240,0-1 1,-1 0 0,1 1 0,-1-1-1,1 0 1,-1 1 0,0-1 0,0 1 0,-1 0-1,1-1 1,0 1 0,-3-4 0,0 10-14,-3 6-32,1 1 0,0-1-1,0 1 1,1 1 0,0-1 0,1 0-1,0 1 1,1 0 0,0 0-1,-1 23 1,2-20-9,2-1 1,-1 0-1,2 0 0,0 0 0,1 0 1,0 0-1,1 0 0,0 0 1,9 21-1,-11-33-19,0-1 1,0 1-1,0 0 1,0 0-1,0-1 1,0 1-1,0-1 1,1 1-1,-1-1 0,1 0 1,-1 1-1,1-1 1,0 0-1,-1 0 1,1 0-1,0 0 1,0 0-1,-1 0 1,1-1-1,0 1 1,0-1-1,0 1 1,0-1-1,2 0 0,6 0 10,0 0 0,-1-1-1,1 0 1,12-3-1,20-4 0,-6 7-1594,-12 7-4740,-16-3 3501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7.7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1 852,'-5'0'5765,"5"-1"-5651,-5 24 2480,-3 57-2129,3-32 460,-3 17-413,-23 262 723,28-289-1743,0 13-1372,6-19-3126,1-22 2154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8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170 101 124,'0'-31'2940,"-1"28"-2753,0-1-1,-1 1 1,1 0 0,0 0-1,-1 0 1,0 0-1,0 0 1,0 0-1,0 0 1,0 1 0,-1-1-1,1 1 1,-1-1-1,1 1 1,-1 0-1,0 0 1,0 0-1,0 0 1,-4-1 0,0 0 112,0 1 0,0-1 0,-1 1 0,1 1 0,0-1 0,-1 1 0,-14 0 0,21 1-269,-1 0 0,1 0 0,0 0 0,0 0 0,-1 0 0,1 0 0,0 0 0,-1 0 0,1 1 0,0-1 0,0 0 0,-1 1 0,1-1 0,0 1 0,0 0 0,0-1 0,0 1 0,0 0 0,0 0 0,0-1 0,0 1 0,0 0 0,0 0 0,0 0 0,0 0 0,1 0 0,-1 0 0,0 1 0,1-1 0,-1 0 0,1 0 0,-1 0 0,1 1 0,0-1 0,0 0 0,-1 0 0,1 1 0,0-1 0,0 0 0,0 1 0,0-1 0,0 0 0,0 0 0,1 1 0,-1-1 0,0 0 0,1 0 0,0 2 0,1 6 28,1-1 0,1 0 0,-1 0 1,1 0-1,6 9 0,50 63 271,-44-60-263,-1-1 1,0 2-1,-2 0 1,0 0-1,-1 2 1,13 35-1,-24-57-60,-1 1-1,1-1 0,-1 1 1,1-1-1,-1 1 1,0-1-1,0 1 1,0-1-1,0 1 1,0-1-1,0 1 0,0-1 1,0 1-1,0-1 1,-1 1-1,1-1 1,-1 0-1,1 1 1,-1-1-1,1 1 0,-1-1 1,0 0-1,0 0 1,0 1-1,-2 1 1,1-2 0,0 1 1,0-1 0,-1 0-1,1 1 1,-1-1 0,1-1 0,-1 1-1,1 0 1,-1-1 0,0 1-1,1-1 1,-1 0 0,-4 0-1,-2 0 11,0 0-1,0-1 1,1-1-1,-1 0 0,0 0 1,0 0-1,1-1 0,-10-5 1,0-1 3,10 5-23,1 0-1,-1 0 0,1-1 1,0 0-1,1 0 0,-10-9 0,15 13-184,20-14-3447,7 13-511,-15 0 1777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8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17 672,'0'0'1870,"-5"0"-1036,2 0-693,0 0-1,0 0 1,0 0 0,0 1-1,0-1 1,1 1-1,-1 0 1,0 0-1,0 0 1,1 0 0,-1 0-1,1 0 1,-1 1-1,1 0 1,-1-1 0,1 1-1,0 0 1,0 0-1,0 0 1,0 0-1,0 0 1,0 1 0,1-1-1,-1 1 1,1-1-1,-1 1 1,1-1-1,0 1 1,0 0 0,0 0-1,1-1 1,-1 1-1,0 0 1,1 0-1,0 0 1,0 0 0,0 0-1,0 0 1,0-1-1,1 1 1,-1 0-1,1 0 1,0 0 0,1 2-1,-2-3-99,1 0 0,0 0-1,0 0 1,0-1 0,0 1-1,1 0 1,-1-1 0,0 1-1,1-1 1,-1 1 0,1-1-1,-1 0 1,1 1 0,0-1-1,-1 0 1,1 0 0,0 0-1,0-1 1,0 1 0,0 0-1,0-1 1,0 1 0,0-1-1,3 1 1,-3-1 28,7-11 68,-8 10-127,0 1 0,1-1 0,-1 0 1,0 0-1,0 0 0,0 0 0,0 0 0,0-1 1,-1 1-1,1 0 0,0 0 0,0 0 0,-1-1 1,1 1-1,-1 0 0,1-3 0,0-3 8,0 1-1,-1 0 0,0 0 1,-1 0-1,1-1 0,-1 1 0,0 0 1,-1 0-1,0 0 0,-3-8 1,-2-10 9,6 23-37,-7-5-142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8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91 180,'-6'-19'2024,"5"14"-1596,0 0 0,0 1 0,-1-1-1,1 0 1,-1 1 0,0 0-1,0-1 1,0 1 0,-1 0-1,0 0 1,1 0 0,-2 0-1,1 1 1,0-1 0,-4-2-1,5 5 28,-1 2-59,-3 4-273,1-1 0,-1 0-1,1 1 1,0 0 0,0 1 0,0-1-1,1 1 1,0-1 0,0 1 0,1 1-1,-1-1 1,1 0 0,1 1 0,-4 8-1,-3 15 134,0-1 0,-4 32-1,-8 54 221,6 2-1,-1 133 1,16-249-565,-2 62 347,-2-38-9382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9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0 238 540,'2'-3'188,"-1"1"-1,1-1 1,0 0-1,0 1 1,0-1-1,0 1 1,0 0-1,1-1 1,-1 1-1,1 0 1,-1 1-1,1-1 1,0 0-1,0 1 1,0-1-1,5-1 1,56-16 1148,-59 18-1180,113-25 1188,-56 13-766,88-28 1,-142 38-373,-1-1-1,1 0 1,-1 0 0,0 0 0,0-1 0,-1 0 0,0-1 0,1 1-1,-2-1 1,1 0 0,-1-1 0,7-8 0,-11 13 107,-1 1-264,0 1-1,0-1 1,0 0 0,0 0 0,0 0 0,0 0 0,0 1 0,0-1-1,0 0 1,0 0 0,-1 0 0,1 1 0,0-1 0,0 0 0,-1 0 0,1 1-1,-1-1 1,1 0 0,0 1 0,-1-1 0,1 0 0,-1 1 0,0-1-1,1 1 1,-1-1 0,1 1 0,-1-1 0,0 1 0,1-1 0,-1 1 0,0-1-1,0 1 1,1 0 0,-1 0 0,0-1 0,0 1 0,0 0 0,1 0-1,-1 0 1,0 0 0,0 0 0,-1 0 0,-1 1-15,1-1 1,-1 1-1,0 0 1,1 0-1,-1 0 1,1 0-1,-1 0 0,1 1 1,-1-1-1,1 1 1,0 0-1,-3 2 1,4-3-21,0 0 0,0 0 0,0 0 1,0 0-1,0 0 0,0 0 0,0 0 1,0 0-1,0 0 0,0 1 0,0-1 1,1 0-1,-1 1 0,1-1 0,-1 1 0,1-1 1,-1 1-1,1-1 0,0 1 0,0-1 1,0 1-1,0-1 0,0 1 0,0 1 1,1-2-4,0 0 1,0 1 0,0-1-1,0 0 1,0 1-1,0-1 1,0 0 0,1 0-1,-1 0 1,0 0 0,1 0-1,-1 0 1,1 0-1,-1-1 1,1 1 0,-1-1-1,4 2 1,11 1 54,0 1 1,0-2-1,24 1 0,-29-3 3,48 12-346,-29-4-7849,-19-5 4891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04:39.7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0 888,'0'0'2540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4:47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7 224 40 0 0,'0'0'1003'0'0,"-6"-14"6185"0"0,34 44-7032 0 0,-26-29-44 0 0,16-2 374 0 0,-2-5-364 0 0,0 0-1 0 0,0-2 0 0 0,0 0 0 0 0,-1 0 0 0 0,-1-2 0 0 0,1 0 0 0 0,-1 0 0 0 0,-1-1 0 0 0,0-1 1 0 0,14-17-1 0 0,-17 18 28 0 0,-1 0 0 0 0,-1 0 0 0 0,1-1 0 0 0,-2-1 0 0 0,0 1 0 0 0,6-16 0 0 0,-12 26-126 0 0,2-9 25 0 0,-3 10-43 0 0,0 1 1 0 0,0 0 0 0 0,0-1-1 0 0,0 1 1 0 0,0 0 0 0 0,0 0 0 0 0,1-1-1 0 0,-1 1 1 0 0,0 0 0 0 0,0 0 0 0 0,0-1-1 0 0,0 1 1 0 0,0 0 0 0 0,0-1 0 0 0,0 1-1 0 0,0 0 1 0 0,0-1 0 0 0,0 1-1 0 0,-1 0 1 0 0,1 0 0 0 0,0-1 0 0 0,0 1-1 0 0,0 0 1 0 0,0 0 0 0 0,0-1 0 0 0,0 1-1 0 0,-1 0 1 0 0,1 0 0 0 0,0-1 0 0 0,0 1-1 0 0,0 0 1 0 0,-1 0 0 0 0,1 0-1 0 0,0-1 1 0 0,0 1 0 0 0,-1 0 0 0 0,1 0-1 0 0,0 0 1 0 0,0 0 0 0 0,-1 0 0 0 0,1-1-1 0 0,0 1 1 0 0,-1 0 0 0 0,-9 2 1 0 0,1 0 1 0 0,-1 0-1 0 0,1 1 1 0 0,-1 0-1 0 0,1 1 1 0 0,0 0-1 0 0,0 0 1 0 0,-12 9-1 0 0,17-9-8 0 0,4-3 2 0 0,-1-1 0 0 0,1 1-1 0 0,-1-1 1 0 0,1 1 0 0 0,-1 0-1 0 0,1-1 1 0 0,-1 1 0 0 0,1 0-1 0 0,-1-1 1 0 0,1 1 0 0 0,0 0 0 0 0,-1 0-1 0 0,1-1 1 0 0,0 1 0 0 0,0 0-1 0 0,0 0 1 0 0,-1 0 0 0 0,1-1-1 0 0,0 1 1 0 0,0 0 0 0 0,0 0-1 0 0,0 0 1 0 0,0-1 0 0 0,1 1-1 0 0,-1 0 1 0 0,0 0 0 0 0,0 0-1 0 0,0-1 1 0 0,1 1 0 0 0,0 1-1 0 0,0-1 4 0 0,0 1 0 0 0,1-1 0 0 0,-1 1 0 0 0,1-1 0 0 0,0 0 0 0 0,-1 1-1 0 0,1-1 1 0 0,0 0 0 0 0,0 0 0 0 0,0 0 0 0 0,3 0 0 0 0,53 13 67 0 0,-7-10-46 0 0,-39-4-26 0 0,0 0 0 0 0,1 1 0 0 0,-1 1 0 0 0,0 0 0 0 0,0 0 0 0 0,0 1 0 0 0,0 1 0 0 0,0 0 1 0 0,0 1-1 0 0,16 9 0 0 0,-26-13-1 0 0,0 1 0 0 0,0-1 0 0 0,-1 1 0 0 0,1 0 0 0 0,-1 0 0 0 0,0-1 0 0 0,1 1 0 0 0,-1 0 0 0 0,0 0 0 0 0,0 0 0 0 0,0 0 1 0 0,0 1-1 0 0,-1-1 0 0 0,1 0 0 0 0,-1 0 0 0 0,1 0 0 0 0,-1 1 0 0 0,0-1 0 0 0,0 5 0 0 0,-8 44 71 0 0,6-43-38 0 0,2-6-2 0 0,-5 15 80 0 0,5-16-101 0 0,0-1-1 0 0,0 1 0 0 0,0 0 1 0 0,0 0-1 0 0,0-1 1 0 0,0 1-1 0 0,0 0 1 0 0,0-1-1 0 0,0 1 1 0 0,0 0-1 0 0,0-1 0 0 0,0 1 1 0 0,0 0-1 0 0,1-1 1 0 0,-1 1-1 0 0,0 0 1 0 0,1-1-1 0 0,-1 1 0 0 0,0-1 1 0 0,1 1-1 0 0,-1-1 1 0 0,1 1-1 0 0,-1-1 1 0 0,1 1-1 0 0,-1-1 1 0 0,1 1-1 0 0,-1-1 0 0 0,1 1 1 0 0,-1-1-1 0 0,1 0 1 0 0,1 1-1 0 0,11 0 117 0 0,1-1-1 0 0,-1-1 1 0 0,0 0-1 0 0,1-1 1 0 0,23-6-1 0 0,18-8-1441 0 0,-6-1-4922 0 0,-34 12 3132 0 0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00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83 368 0 0,'-9'-83'8465'0'0,"-5"100"-3434"0"0,-45 93-4304 0 0,28-34-375 0 0,3 1-1 0 0,3 1 1 0 0,-26 148-1 0 0,47-201-109 0 0,1-4-769 0 0,1-12-4360 0 0,6-19 4213 0 0,2-10-477 0 0,-4-3-2383 0 0,-2 2 460 0 0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00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6 228 148 0 0,'0'0'142'0'0,"-1"0"0"0"0,1 0 1 0 0,0-1-1 0 0,-1 1 0 0 0,1 0 0 0 0,0 0 0 0 0,-1-1 0 0 0,1 1 1 0 0,0 0-1 0 0,-1-1 0 0 0,1 1 0 0 0,0 0 0 0 0,0-1 1 0 0,-1 1-1 0 0,1 0 0 0 0,0-1 0 0 0,0 1 0 0 0,0-1 1 0 0,-1 1-1 0 0,1 0 0 0 0,0-1 0 0 0,0 1 0 0 0,0-1 0 0 0,0 1 1 0 0,0 0-1 0 0,0-1 0 0 0,0 1 0 0 0,0-1 0 0 0,0 1 1 0 0,0-1-1 0 0,3-3 18 0 0,0 0 1 0 0,1 0-1 0 0,-1 0 1 0 0,1 0-1 0 0,0 1 0 0 0,0 0 1 0 0,0 0-1 0 0,0 0 1 0 0,0 0-1 0 0,0 1 1 0 0,1-1-1 0 0,8-2 1 0 0,69-21 764 0 0,-54 18-632 0 0,122-32 802 0 0,1 6 0 0 0,296-26 0 0 0,-434 59-1102 0 0,58-1 415 0 0,-65 2-457 0 0,-1 0 0 0 0,1 0 0 0 0,-1 1 0 0 0,0 0 0 0 0,1 0 0 0 0,-1 1 0 0 0,0-1 0 0 0,0 1 0 0 0,9 4 0 0 0,-14-5-130 0 0,1 0-1 0 0,-1 0 1 0 0,1 0-1 0 0,0 0 0 0 0,-1 0 1 0 0,0 0-1 0 0,1 0 1 0 0,-1 0-1 0 0,0 0 0 0 0,1 0 1 0 0,-1 0-1 0 0,0 0 1 0 0,0 0-1 0 0,0 0 1 0 0,0 0-1 0 0,0 1 0 0 0,0-1 1 0 0,0 0-1 0 0,0 0 1 0 0,0 0-1 0 0,-1 0 0 0 0,1 0 1 0 0,0 0-1 0 0,-1 0 1 0 0,1 0-1 0 0,-1 0 1 0 0,1 0-1 0 0,-1 0 0 0 0,1 0 1 0 0,-1 0-1 0 0,0-1 1 0 0,1 1-1 0 0,-1 0 0 0 0,0 0 1 0 0,0-1-1 0 0,-1 2 1 0 0,1 0 115 0 0,-10 10-2384 0 0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01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31 836 0 0,'3'-18'3895'0'0,"-5"6"813"0"0,-6 21-4514 0 0,-13 16 405 0 0,2 1 0 0 0,-30 52 0 0 0,45-70-534 0 0,0 0-1 0 0,1 0 1 0 0,0 0 0 0 0,0 0-1 0 0,0 1 1 0 0,1-1 0 0 0,1 1 0 0 0,-1-1-1 0 0,1 1 1 0 0,1 0 0 0 0,-1 0-1 0 0,2-1 1 0 0,-1 1 0 0 0,1 0-1 0 0,0-1 1 0 0,3 10 0 0 0,-2-12-42 0 0,0-1 0 0 0,0 0 0 0 0,0 0 0 0 0,1 0 0 0 0,-1-1 0 0 0,1 1 0 0 0,0-1 0 0 0,0 1 0 0 0,1-1 0 0 0,-1 0 0 0 0,1 0 0 0 0,0 0 0 0 0,0-1 0 0 0,0 0 0 0 0,1 1 0 0 0,-1-1 0 0 0,1-1 0 0 0,0 1 0 0 0,0-1 0 0 0,0 0 0 0 0,0 0 0 0 0,0 0 0 0 0,0 0 0 0 0,0-1 0 0 0,1 0 0 0 0,-1 0 0 0 0,1-1 0 0 0,-1 0 0 0 0,8 0 0 0 0,-3 0-5 0 0,0-2 0 0 0,0 1 0 0 0,0-1 0 0 0,0 0 0 0 0,0-1 0 0 0,-1-1-1 0 0,1 1 1 0 0,-1-1 0 0 0,0-1 0 0 0,0 0 0 0 0,0 0 0 0 0,-1-1 0 0 0,0 0 0 0 0,0 0 0 0 0,8-8 0 0 0,33-35 139 0 0,-49 48-100 0 0,5 6-57 0 0,-1 0 2 0 0,1 0 1 0 0,0 0-1 0 0,0-1 1 0 0,0 1-1 0 0,0-1 1 0 0,0 0-1 0 0,1 0 1 0 0,0-1 0 0 0,0 0-1 0 0,0 0 1 0 0,0 0-1 0 0,0-1 1 0 0,0 0-1 0 0,1 0 1 0 0,7 1-1 0 0,0-1 16 0 0,0-1 0 0 0,-1-1-1 0 0,1 0 1 0 0,-1-1-1 0 0,1-1 1 0 0,-1 0 0 0 0,1-1-1 0 0,-1 0 1 0 0,0-1 0 0 0,0 0-1 0 0,0-1 1 0 0,13-7 0 0 0,-22 10-16 0 0,0-1 1 0 0,1 1-1 0 0,-1-1 1 0 0,0 0-1 0 0,0 0 1 0 0,0 0-1 0 0,-1 0 1 0 0,1-1-1 0 0,-1 1 1 0 0,0-1-1 0 0,0 0 1 0 0,0 0-1 0 0,0 0 1 0 0,-1-1-1 0 0,0 1 1 0 0,0-1-1 0 0,0 1 1 0 0,0-1-1 0 0,-1 0 1 0 0,1 1-1 0 0,-1-1 1 0 0,-1 0-1 0 0,1 0 1 0 0,-1 0-1 0 0,1 0 1 0 0,-1 0-1 0 0,-1 0 1 0 0,1 0-1 0 0,-1 1 1 0 0,0-1-1 0 0,0 0 1 0 0,0 0-1 0 0,-1 0 1 0 0,1 1-1 0 0,-5-9 1 0 0,2 5-4 0 0,0 0 1 0 0,-1 1-1 0 0,1 0 1 0 0,-1 0 0 0 0,0 0-1 0 0,-1 1 1 0 0,0 0 0 0 0,0 0-1 0 0,0 0 1 0 0,-1 1-1 0 0,-7-6 1 0 0,7 6-8 0 0,148 39-152 0 0,-131-30 156 0 0,0 0 1 0 0,0 1-1 0 0,-1 0 0 0 0,0 1 1 0 0,1 0-1 0 0,-2 0 0 0 0,1 1 1 0 0,-1 0-1 0 0,11 11 0 0 0,-2 3 15 0 0,-1 0-1 0 0,19 34 1 0 0,-19-29 7 0 0,-11-18-9 0 0,0 0 0 0 0,1-1 0 0 0,1 0 1 0 0,-1 0-1 0 0,1 0 0 0 0,0-1 0 0 0,0 0 1 0 0,1 0-1 0 0,0-1 0 0 0,12 7 1 0 0,-17-11-4 0 0,0 1 0 0 0,-1-1 0 0 0,1 0 0 0 0,0 0 0 0 0,0 0 0 0 0,1 0 1 0 0,-1 0-1 0 0,0-1 0 0 0,0 0 0 0 0,0 1 0 0 0,0-1 0 0 0,1 0 1 0 0,-1-1-1 0 0,0 1 0 0 0,0 0 0 0 0,0-1 0 0 0,0 0 0 0 0,0 0 1 0 0,0 0-1 0 0,0 0 0 0 0,0 0 0 0 0,0-1 0 0 0,0 1 0 0 0,0-1 1 0 0,-1 1-1 0 0,1-1 0 0 0,-1 0 0 0 0,1 0 0 0 0,-1-1 0 0 0,0 1 0 0 0,0 0 1 0 0,0-1-1 0 0,4-5 0 0 0,-4 3 25 0 0,1 0 1 0 0,-1 0-1 0 0,0 0 1 0 0,0 0-1 0 0,-1 0 0 0 0,1-1 1 0 0,-1 1-1 0 0,0-1 1 0 0,-1 1-1 0 0,1-1 0 0 0,-1 1 1 0 0,0-1-1 0 0,-1 0 0 0 0,1 1 1 0 0,-1-1-1 0 0,0 1 1 0 0,-1 0-1 0 0,1-1 0 0 0,-1 1 1 0 0,0 0-1 0 0,-5-9 1 0 0,2 4 35 0 0,0 0 0 0 0,-1 1 0 0 0,0-1 1 0 0,0 1-1 0 0,-1 1 0 0 0,0-1 1 0 0,-1 1-1 0 0,0 1 0 0 0,-17-14 0 0 0,23 20-90 0 0,1 0-1 0 0,-1 0 1 0 0,1 0-1 0 0,-1 0 1 0 0,0 0-1 0 0,0 1 1 0 0,1-1 0 0 0,-1 1-1 0 0,0-1 1 0 0,0 1-1 0 0,0-1 1 0 0,0 1-1 0 0,1 0 1 0 0,-1 0-1 0 0,0 0 1 0 0,0 0-1 0 0,0 0 1 0 0,0 0-1 0 0,0 1 1 0 0,0-1-1 0 0,1 0 1 0 0,-1 1-1 0 0,0 0 1 0 0,0-1-1 0 0,-2 2 1 0 0,-7 10-2841 0 0,3 5-3626 0 0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36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26 181 76 0 0,'0'0'763'0'0,"-2"0"-321"0"0,1 0 0 0 0,-1-1 0 0 0,1 1 0 0 0,-1 0 0 0 0,1 0 0 0 0,-1 0 0 0 0,1 0 0 0 0,-1 0 0 0 0,1 1 1 0 0,0-1-1 0 0,-1 0 0 0 0,1 1 0 0 0,-1-1 0 0 0,1 1 0 0 0,-3 0 0 0 0,5 2-358 0 0,0-1-1 0 0,0 1 1 0 0,0-1-1 0 0,0 0 1 0 0,0 0-1 0 0,1 1 1 0 0,-1-1-1 0 0,1 0 1 0 0,-1 0-1 0 0,1-1 1 0 0,0 1-1 0 0,0 0 1 0 0,0 0-1 0 0,0-1 1 0 0,0 1-1 0 0,0-1 1 0 0,0 0-1 0 0,5 2 1 0 0,-1-1 21 0 0,-1 0-1 0 0,1 0 1 0 0,0-1 0 0 0,0 0 0 0 0,0 0 0 0 0,1-1 0 0 0,9 0 0 0 0,9-2 128 0 0,-1-1 0 0 0,48-13 0 0 0,-67 15-198 0 0,1 0 2 0 0,1 0 1 0 0,-1-1 0 0 0,1 0-1 0 0,-1 0 1 0 0,0-1 0 0 0,0 0 0 0 0,0 0-1 0 0,0 0 1 0 0,0-1 0 0 0,-1 1-1 0 0,0-2 1 0 0,1 1 0 0 0,-1 0-1 0 0,-1-1 1 0 0,1 0 0 0 0,-1 0 0 0 0,0 0-1 0 0,0-1 1 0 0,0 1 0 0 0,-1-1-1 0 0,0 0 1 0 0,0 0 0 0 0,3-9-1 0 0,-6 14-33 0 0,0 0 0 0 0,1 0 0 0 0,-1 0 0 0 0,0 1 0 0 0,0-1-1 0 0,0 0 1 0 0,0 0 0 0 0,0 0 0 0 0,0 1 0 0 0,0-1 0 0 0,0 0 0 0 0,-1 0-1 0 0,1 0 1 0 0,0 1 0 0 0,0-1 0 0 0,-1 0 0 0 0,1 0 0 0 0,0 1-1 0 0,-1-1 1 0 0,1 0 0 0 0,-1 1 0 0 0,1-1 0 0 0,-1 0 0 0 0,1 1-1 0 0,-1-1 1 0 0,0 1 0 0 0,1-1 0 0 0,-1 1 0 0 0,-1-2 0 0 0,-27-5 81 0 0,-22 11-10 0 0,42-2-71 0 0,0 0 0 0 0,0 1 0 0 0,1 0 0 0 0,-1 0 0 0 0,1 1 0 0 0,-1 0 1 0 0,1 1-1 0 0,-8 5 0 0 0,14-8-3 0 0,-1 0 1 0 0,0 0-1 0 0,1 0 1 0 0,0 1-1 0 0,-1-1 1 0 0,1 0 0 0 0,0 1-1 0 0,0 0 1 0 0,0-1-1 0 0,0 1 1 0 0,1 0-1 0 0,-1 0 1 0 0,1 0-1 0 0,0 0 1 0 0,0 0-1 0 0,0 0 1 0 0,0 0-1 0 0,0 1 1 0 0,1-1-1 0 0,-1 0 1 0 0,1 0 0 0 0,0 1-1 0 0,0-1 1 0 0,1 5-1 0 0,0-5-2 0 0,0 0 1 0 0,1 0-1 0 0,0 0 0 0 0,-1 0 0 0 0,1 0 0 0 0,0 0 1 0 0,1 0-1 0 0,-1-1 0 0 0,0 1 0 0 0,1-1 0 0 0,-1 0 1 0 0,1 0-1 0 0,0 0 0 0 0,-1 0 0 0 0,1 0 0 0 0,0 0 1 0 0,1-1-1 0 0,-1 1 0 0 0,3 0 0 0 0,5 3 3 0 0,1-1 0 0 0,-1-1-1 0 0,1 0 1 0 0,12 2 0 0 0,5-2 2 0 0,1-1 0 0 0,-1-1 0 0 0,0-1 0 0 0,1-2 0 0 0,-1-1 0 0 0,0-2 0 0 0,36-9 0 0 0,-46 8-4 0 0,0 0 0 0 0,0-1 0 0 0,-1 0 0 0 0,0-2-1 0 0,-1 0 1 0 0,1-1 0 0 0,-2-1 0 0 0,0-1 0 0 0,0 0 0 0 0,-1-1 0 0 0,22-23-1 0 0,-32 28 2 0 0,0 0 0 0 0,0 0-1 0 0,-1 0 1 0 0,0-1-1 0 0,-1 1 1 0 0,0-1 0 0 0,4-14-1 0 0,-7 21-6 0 0,-20-16-8 0 0,19 18 13 0 0,0 0 0 0 0,0 0 0 0 0,0 0 0 0 0,1 0 0 0 0,-1 0 0 0 0,0 0 0 0 0,0 1 0 0 0,0-1-1 0 0,0 0 1 0 0,0 0 0 0 0,1 1 0 0 0,-1-1 0 0 0,0 1 0 0 0,0-1 0 0 0,0 1 0 0 0,1-1 0 0 0,-1 1 0 0 0,0 0 0 0 0,1-1 0 0 0,-1 1 0 0 0,0 0-1 0 0,1-1 1 0 0,-1 1 0 0 0,1 0 0 0 0,-1 0 0 0 0,1-1 0 0 0,0 1 0 0 0,-1 0 0 0 0,1 0 0 0 0,0 0 0 0 0,-1 0 0 0 0,1 0 0 0 0,0 0 0 0 0,0-1-1 0 0,0 1 1 0 0,0 0 0 0 0,0 0 0 0 0,0 1 0 0 0,-7 53 27 0 0,5-32-21 0 0,-1-1 4 0 0,2 0-1 0 0,0 0 0 0 0,1 1 0 0 0,1-1 0 0 0,0 0 0 0 0,2 0 0 0 0,8 30 0 0 0,7-14 71 0 0,-15-42-71 0 0,57-89-27 0 0,-57 91 7 0 0,-1 1 11 0 0,-1 0-1 0 0,1 0 1 0 0,-1 0 0 0 0,1 0-1 0 0,-1 1 1 0 0,1-1-1 0 0,-1 1 1 0 0,1-1 0 0 0,0 1-1 0 0,-1 0 1 0 0,1 0 0 0 0,0 0-1 0 0,0-1 1 0 0,-1 2-1 0 0,1-1 1 0 0,0 0 0 0 0,-1 0-1 0 0,1 0 1 0 0,0 1-1 0 0,-1-1 1 0 0,1 1 0 0 0,-1-1-1 0 0,1 1 1 0 0,-1 0 0 0 0,1 0-1 0 0,-1 0 1 0 0,1-1-1 0 0,-1 1 1 0 0,0 0 0 0 0,1 1-1 0 0,-1-1 1 0 0,0 0-1 0 0,1 2 1 0 0,3 2 4 0 0,-2 1 0 0 0,1 0 0 0 0,-1 0 1 0 0,0 0-1 0 0,5 13 0 0 0,-5-11-2 0 0,5 16 34 0 0,0-1-1 0 0,-2 1 1 0 0,-1 1-1 0 0,-1-1 0 0 0,-1 1 1 0 0,-1-1-1 0 0,-1 1 0 0 0,-2 0 1 0 0,0-1-1 0 0,-1 1 0 0 0,-2-1 1 0 0,-1 1-1 0 0,0-1 0 0 0,-2 0 1 0 0,0-1-1 0 0,-2 0 0 0 0,-1 0 1 0 0,-1-1-1 0 0,0 0 1 0 0,-16 21-1 0 0,23-38 109 0 0,-1 1 1 0 0,0-1-1 0 0,0-1 0 0 0,0 1 1 0 0,0-1-1 0 0,-1 1 1 0 0,1-2-1 0 0,-1 1 1 0 0,-1 0-1 0 0,1-1 0 0 0,0-1 1 0 0,-10 4-1 0 0,14-5-88 0 0,-1-1 1 0 0,1 1-1 0 0,-1-1 0 0 0,1 0 0 0 0,-1 0 0 0 0,1 0 0 0 0,0 0 1 0 0,-1 0-1 0 0,1 0 0 0 0,-1-1 0 0 0,1 1 0 0 0,-1-1 1 0 0,1 0-1 0 0,0 1 0 0 0,-1-1 0 0 0,1 0 0 0 0,0 0 1 0 0,0-1-1 0 0,-1 1 0 0 0,1 0 0 0 0,0-1 0 0 0,1 0 1 0 0,-1 1-1 0 0,0-1 0 0 0,0 0 0 0 0,1 0 0 0 0,-1 0 0 0 0,1 0 1 0 0,-1 0-1 0 0,1 0 0 0 0,0 0 0 0 0,0 0 0 0 0,0-1 1 0 0,0 1-1 0 0,0 0 0 0 0,0-6 0 0 0,-2 1-99 0 0,1 0-1 0 0,1-1 0 0 0,-1 1 1 0 0,1-1-1 0 0,1 0 0 0 0,-1 1 1 0 0,1-1-1 0 0,0 0 0 0 0,1 1 1 0 0,0-1-1 0 0,0 0 0 0 0,1 1 1 0 0,0 0-1 0 0,0-1 1 0 0,1 1-1 0 0,0 0 0 0 0,0 0 1 0 0,5-8-1 0 0,-2 6-618 0 0,1-1 0 0 0,0 1 0 0 0,0 0-1 0 0,14-12 1 0 0,42-26-6358 0 0,-39 33 3724 0 0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37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26 15145 0 0,'0'0'210'0'0,"-4"-3"-23"0"0,-26-15 140 0 0,28 18-203 0 0,-4-5 785 0 0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38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19 516 0 0,'6'-19'8018'0'0,"-20"114"-6701"0"0,4 1 0 0 0,5 0 0 0 0,9 135 0 0 0,-4-228-1393 0 0,7 39-338 0 0,4-19-4199 0 0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38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1 952 0 0,'0'0'5673'0'0,"-2"8"-4800"0"0,-4 19-32 0 0,2 1 1 0 0,1 0-1 0 0,1 0 0 0 0,2 0 0 0 0,2 32 1 0 0,26 150 1625 0 0,-15-125-2311 0 0,-13-82-460 0 0,1 1 1 0 0,-1-1 0 0 0,0 0 0 0 0,0 0-1 0 0,0 0 1 0 0,-1 0 0 0 0,1 0 0 0 0,-1 0-1 0 0,-2 6 1 0 0,-7 0-6251 0 0,1-6 3412 0 0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39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8865 0 0,'0'0'713'0'0,"3"-5"-633"0"0,3-2-41 0 0,0 1 0 0 0,0 0 0 0 0,1 0 0 0 0,-1 0 0 0 0,1 1 0 0 0,1 0 0 0 0,-1 0 0 0 0,1 1 1 0 0,0 0-1 0 0,0 1 0 0 0,0-1 0 0 0,0 2 0 0 0,1-1 0 0 0,12-2 0 0 0,25-4-120 0 0,69-5 0 0 0,-77 11-404 0 0,7-2-715 0 0,0 1-3141 0 0,-29 2 2057 0 0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39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76 0 0,'3'1'196'0'0,"1"1"-1"0"0,-1-1 1 0 0,0 1-1 0 0,-1 0 1 0 0,1 0 0 0 0,0 0-1 0 0,0 0 1 0 0,-1 0-1 0 0,1 0 1 0 0,-1 1-1 0 0,0-1 1 0 0,0 1 0 0 0,0 0-1 0 0,0 0 1 0 0,0 0-1 0 0,-1 0 1 0 0,1 0 0 0 0,-1 0-1 0 0,0 0 1 0 0,0 0-1 0 0,0 0 1 0 0,0 1-1 0 0,0-1 1 0 0,-1 0 0 0 0,1 1-1 0 0,-1-1 1 0 0,0 0-1 0 0,0 1 1 0 0,-1 3 0 0 0,0 8 655 0 0,-2 1 0 0 0,0 0 0 0 0,-1-1 0 0 0,-9 25 1 0 0,13-39-798 0 0,0 0 0 0 0,-1 0 0 0 0,1 0 0 0 0,0 0 0 0 0,0-1 0 0 0,0 1 0 0 0,0 0 0 0 0,0 0 0 0 0,0 0 0 0 0,0 0 0 0 0,0 0 0 0 0,0 0 0 0 0,0 0 1 0 0,1 0-1 0 0,-1-1 0 0 0,0 1 0 0 0,1 0 0 0 0,-1 0 0 0 0,0 0 0 0 0,1 0 0 0 0,-1-1 0 0 0,1 1 0 0 0,-1 0 0 0 0,1-1 0 0 0,0 1 0 0 0,-1 0 0 0 0,1-1 0 0 0,0 1 0 0 0,-1 0 1 0 0,1-1-1 0 0,0 1 0 0 0,0-1 0 0 0,-1 0 0 0 0,1 1 0 0 0,0-1 0 0 0,0 1 0 0 0,0-1 0 0 0,0 0 0 0 0,-1 0 0 0 0,1 0 0 0 0,0 1 0 0 0,0-1 0 0 0,2 0 0 0 0,42 1 435 0 0,-40-1-443 0 0,8-1-468 0 0,1-1 1 0 0,0 0 0 0 0,-1-1 0 0 0,18-5 0 0 0,23-15-5650 0 0,-34 13 3295 0 0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39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0 392 0 0,'0'0'875'0'0,"-3"3"-36"0"0,-2 2-506 0 0,0-1 1 0 0,-1 2-1 0 0,2-1 0 0 0,-1 1 0 0 0,1 0 1 0 0,0 0-1 0 0,0 0 0 0 0,0 0 0 0 0,1 1 0 0 0,0-1 1 0 0,0 1-1 0 0,1 0 0 0 0,0 0 0 0 0,-2 11 1 0 0,3-13-231 0 0,1-1 0 0 0,0 1 1 0 0,0-1-1 0 0,1 1 1 0 0,-1-1-1 0 0,1 1 0 0 0,0-1 1 0 0,0 0-1 0 0,1 1 1 0 0,-1-1-1 0 0,1 0 1 0 0,0 0-1 0 0,0 0 0 0 0,0 0 1 0 0,0 0-1 0 0,1 0 1 0 0,0-1-1 0 0,0 1 1 0 0,0-1-1 0 0,0 0 0 0 0,0 0 1 0 0,1 0-1 0 0,-1 0 1 0 0,1-1-1 0 0,6 5 1 0 0,-7-6-59 0 0,-1 0-1 0 0,0 1 1 0 0,0-1 0 0 0,1 0 0 0 0,-1 0 0 0 0,1-1 0 0 0,-1 1 0 0 0,1 0 0 0 0,-1-1 0 0 0,1 0 0 0 0,-1 1 0 0 0,1-1 0 0 0,0 0 0 0 0,-1 0 0 0 0,1-1 0 0 0,-1 1 0 0 0,1 0 0 0 0,-1-1 0 0 0,1 0 0 0 0,-1 1 0 0 0,1-1 0 0 0,-1 0 0 0 0,1 0 0 0 0,2-2-1 0 0,-1 0 34 0 0,-1 0 0 0 0,0 1-1 0 0,1-1 1 0 0,-1 0 0 0 0,0-1-1 0 0,0 1 1 0 0,-1 0 0 0 0,1-1 0 0 0,-1 0-1 0 0,0 1 1 0 0,0-1 0 0 0,0 0-1 0 0,2-7 1 0 0,-2 8-72 0 0,-1 0 0 0 0,0 0 1 0 0,0 1-1 0 0,0-1 0 0 0,-1 0 1 0 0,1 0-1 0 0,-1 0 0 0 0,1 0 1 0 0,-1 0-1 0 0,0 0 0 0 0,0 0 0 0 0,-1 0 1 0 0,1 0-1 0 0,0 0 0 0 0,-1 0 1 0 0,0 0-1 0 0,0 0 0 0 0,0 1 0 0 0,0-1 1 0 0,0 0-1 0 0,0 0 0 0 0,-1 1 1 0 0,1-1-1 0 0,-1 1 0 0 0,0-1 1 0 0,0 1-1 0 0,0 0 0 0 0,0 0 0 0 0,0 0 1 0 0,0 0-1 0 0,-1 0 0 0 0,1 0 1 0 0,-1 1-1 0 0,1-1 0 0 0,-1 1 1 0 0,1-1-1 0 0,-1 1 0 0 0,0 0 0 0 0,0 0 1 0 0,0 0-1 0 0,0 1 0 0 0,0-1 1 0 0,0 1-1 0 0,0 0 0 0 0,-5-1 0 0 0,-58 4-2372 0 0,22 3-2174 0 0,17-2 1508 0 0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42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309 11 340 0 0,'0'0'1510'0'0,"1"-8"-706"0"0,-2 5-208 0 0,-2 8 3026 0 0,-31 68-2052 0 0,-38 124 1 0 0,20-48-395 0 0,-5 34 74 0 0,11-28-350 0 0,6-10-760 0 0,39-142-895 0 0,-2 8-809 0 0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42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0 488 0 0,'0'0'3970'0'0,"-4"6"-3204"0"0,-11 18 159 0 0,1 1 0 0 0,1 1 0 0 0,1 0 0 0 0,-16 53 0 0 0,10-16 674 0 0,-10 75 0 0 0,27-135-1528 0 0,0 1 0 0 0,1-1 0 0 0,-1 0 0 0 0,1 0 0 0 0,0 0 0 0 0,0 0 0 0 0,0 0 0 0 0,0 0 1 0 0,1 0-1 0 0,-1 0 0 0 0,1 0 0 0 0,0 0 0 0 0,0 0 0 0 0,0 0 0 0 0,2 5 0 0 0,-1-7-49 0 0,-1 0 0 0 0,0 0 0 0 0,1 0 1 0 0,-1 0-1 0 0,1 0 0 0 0,-1-1 0 0 0,1 1 0 0 0,0-1 0 0 0,-1 1 0 0 0,1-1 0 0 0,0 1 0 0 0,-1-1 0 0 0,1 0 0 0 0,0 0 0 0 0,-1 0 0 0 0,1 0 0 0 0,0 0 0 0 0,-1 0 0 0 0,1 0 0 0 0,0-1 0 0 0,-1 1 0 0 0,1-1 0 0 0,0 1 0 0 0,-1-1 0 0 0,1 0 0 0 0,-1 1 0 0 0,1-1 0 0 0,1-1 0 0 0,93-47 335 0 0,-79 39-405 0 0,0 0 0 0 0,1 1 0 0 0,1 0 0 0 0,-1 2 0 0 0,1 0 0 0 0,1 1 1 0 0,-1 1-1 0 0,35-5 0 0 0,-42 10-9 0 0,-1-2 0 0 0,1 0 1 0 0,-1 0-1 0 0,0-1 0 0 0,0 0 0 0 0,0-1 1 0 0,0 0-1 0 0,-1-1 0 0 0,17-10 1 0 0,-23 13 74 0 0,-1 0 1 0 0,0 0 0 0 0,0-1 0 0 0,0 1-1 0 0,0-1 1 0 0,-1 1 0 0 0,1-1 0 0 0,-1 0-1 0 0,1 0 1 0 0,-1 0 0 0 0,0-1 0 0 0,0 1-1 0 0,0 0 1 0 0,-1-1 0 0 0,1 1-1 0 0,-1-1 1 0 0,0 0 0 0 0,0 1 0 0 0,0-1-1 0 0,-1 0 1 0 0,1 0 0 0 0,-1 0 0 0 0,0 1-1 0 0,0-1 1 0 0,0 0 0 0 0,0 0 0 0 0,-1 0-1 0 0,1 1 1 0 0,-1-1 0 0 0,0 0 0 0 0,0 0-1 0 0,-3-4 1 0 0,1 2 75 0 0,-1-1 1 0 0,0 1-1 0 0,0 0 0 0 0,-1 0 0 0 0,0 0 1 0 0,0 1-1 0 0,0 0 0 0 0,-1 0 0 0 0,0 0 1 0 0,0 1-1 0 0,0-1 0 0 0,0 1 1 0 0,-1 1-1 0 0,1-1 0 0 0,-1 1 0 0 0,0 0 1 0 0,-12-3-1 0 0,17 6-290 0 0,-1 1-375 0 0,-10 4-1109 0 0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43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334 413 620 0 0,'-6'-1'807'0'0,"-17"-5"-6"0"0,18 5-10 0 0,-9 1 784 0 0,1 1 1 0 0,0 0-1 0 0,-22 5 1 0 0,20-1-1044 0 0,0 0 0 0 0,1 0 0 0 0,-1 2 1 0 0,1-1-1 0 0,-15 11 0 0 0,15-9-110 0 0,1 0-1 0 0,0 0 1 0 0,1 1 0 0 0,0 1 0 0 0,1 0 0 0 0,-1 0 0 0 0,2 2-1 0 0,-15 17 1 0 0,24-27-54 0 0,7 2-207 0 0,-6-3-157 0 0,0-1 0 0 0,0 0-1 0 0,0 1 1 0 0,1-1 0 0 0,-1 0-1 0 0,0 0 1 0 0,0 1 0 0 0,0-1 0 0 0,1 0-1 0 0,-1 0 1 0 0,0 1 0 0 0,0-1-1 0 0,1 0 1 0 0,-1 0 0 0 0,0 1 0 0 0,0-1-1 0 0,1 0 1 0 0,-1 0 0 0 0,0 0-1 0 0,1 0 1 0 0,-1 0 0 0 0,0 1 0 0 0,1-1-1 0 0,-1 0 1 0 0,0 0 0 0 0,1 0 0 0 0,-1 0-1 0 0,0 0 1 0 0,1 0 0 0 0,-1 0-1 0 0,0 0 1 0 0,1 0 0 0 0,-1 0 0 0 0,21-4 87 0 0,-1 0 0 0 0,0-2 0 0 0,36-14 0 0 0,-35 12-164 0 0,0 1-1 0 0,0 1 0 0 0,33-6 1 0 0,11 7-177 0 0,-50 5 220 0 0,0 0 1 0 0,0-1-1 0 0,0-1 1 0 0,-1-1-1 0 0,1 0 1 0 0,-1 0-1 0 0,1-2 1 0 0,-1 0-1 0 0,20-10 1 0 0,-16 4 18 0 0,-1-1 0 0 0,0 0-1 0 0,-1-1 1 0 0,-1-1 0 0 0,0-1 0 0 0,-1 0 0 0 0,0 0 0 0 0,-1-2-1 0 0,17-28 1 0 0,-15 17 16 0 0,0-1-1 0 0,-3 0 0 0 0,0 0 0 0 0,-2-1 1 0 0,11-51-1 0 0,-15 24 251 0 0,-6 55-219 0 0,0-1-1 0 0,0 2-33 0 0,0 1 0 0 0,0 0 0 0 0,0 0 0 0 0,0 0 0 0 0,0-1 0 0 0,0 1 0 0 0,0 0 0 0 0,0 0 0 0 0,0 0 0 0 0,0-1 0 0 0,0 1 1 0 0,0 0-1 0 0,0 0 0 0 0,0 0 0 0 0,0-1 0 0 0,0 1 0 0 0,0 0 0 0 0,0 0 0 0 0,0 0 0 0 0,0-1 0 0 0,0 1 0 0 0,0 0 0 0 0,0 0 0 0 0,0 0 0 0 0,0-1 0 0 0,-1 1 1 0 0,1 0-1 0 0,0 0 0 0 0,0 0 0 0 0,0 0 0 0 0,0 0 0 0 0,0-1 0 0 0,-1 1 0 0 0,1 0 0 0 0,0 0 0 0 0,0 0 0 0 0,0 0 0 0 0,0 0 0 0 0,-1 0 0 0 0,1 0 0 0 0,0 0 1 0 0,0-1-1 0 0,0 1 0 0 0,-1 0 0 0 0,1 0 0 0 0,0 0 0 0 0,0 0 0 0 0,-1 0 0 0 0,1 0 0 0 0,0 0 0 0 0,0 0 0 0 0,0 0 0 0 0,-1 1 0 0 0,1-1 0 0 0,0 0 0 0 0,0 0 0 0 0,0 0 1 0 0,-1 0-1 0 0,1 0 0 0 0,0 0 0 0 0,0 0 0 0 0,-9 10 10 0 0,1 0 0 0 0,1 0 0 0 0,0 1 0 0 0,0 0 0 0 0,1 0 0 0 0,1 0 1 0 0,0 1-1 0 0,0 0 0 0 0,1 0 0 0 0,1 0 0 0 0,0 0 0 0 0,0 1 0 0 0,2-1 0 0 0,-1 1 0 0 0,1 18 1 0 0,1-9-6 0 0,0 0 0 0 0,1 1 0 0 0,2-1 0 0 0,0 0 0 0 0,1 0 0 0 0,1 0 0 0 0,1-1 0 0 0,12 29 0 0 0,-16-46-16 0 0,0 0 1 0 0,0-1 0 0 0,0 1 0 0 0,0-1 0 0 0,1 1 0 0 0,-1-1 0 0 0,1 0-1 0 0,0 0 1 0 0,0 0 0 0 0,0 0 0 0 0,0-1 0 0 0,0 1 0 0 0,1-1-1 0 0,-1 0 1 0 0,1 0 0 0 0,-1 0 0 0 0,8 2 0 0 0,-5-3-6 0 0,-1 1 0 0 0,2-1 0 0 0,-1-1 0 0 0,0 1 1 0 0,0-1-1 0 0,0 0 0 0 0,0-1 0 0 0,0 1 0 0 0,0-1 0 0 0,11-3 0 0 0,-2-1-12 0 0,-1 0-1 0 0,0-1 1 0 0,0-1-1 0 0,0 0 1 0 0,0-1-1 0 0,-1 0 1 0 0,-1-1-1 0 0,17-15 1 0 0,-28 23 40 0 0,-32 5 218 0 0,26-2-220 0 0,1-1 0 0 0,0 2 0 0 0,0-1 0 0 0,1 0 0 0 0,-1 1 1 0 0,0-1-1 0 0,1 1 0 0 0,0 0 0 0 0,-1 0 0 0 0,1 0 1 0 0,0 1-1 0 0,1-1 0 0 0,-1 1 0 0 0,1 0 0 0 0,-1-1 1 0 0,1 1-1 0 0,0 0 0 0 0,1 1 0 0 0,-4 7 0 0 0,5-9-7 0 0,-1-1-1 0 0,0 1 1 0 0,1-1-1 0 0,-1 1 0 0 0,1 0 1 0 0,0-1-1 0 0,-1 1 1 0 0,2 0-1 0 0,-1-1 0 0 0,0 1 1 0 0,0 0-1 0 0,1-1 1 0 0,-1 1-1 0 0,1-1 0 0 0,0 1 1 0 0,0-1-1 0 0,0 1 1 0 0,0-1-1 0 0,0 1 0 0 0,1-1 1 0 0,-1 0-1 0 0,1 0 1 0 0,-1 0-1 0 0,1 1 0 0 0,0-2 1 0 0,0 1-1 0 0,0 0 1 0 0,0 0-1 0 0,0-1 0 0 0,0 1 1 0 0,4 1-1 0 0,-2-1-15 0 0,0-1 0 0 0,0 0 1 0 0,0 0-1 0 0,0-1 0 0 0,0 1 0 0 0,0-1 0 0 0,0 0 0 0 0,0 0 0 0 0,0 0 0 0 0,0 0 0 0 0,0-1 0 0 0,0 0 0 0 0,0 1 1 0 0,0-2-1 0 0,5 0 0 0 0,62-31-298 0 0,-40 18 225 0 0,-10 3-18 0 0,-16 9 81 0 0,0 0 0 0 0,0 0 0 0 0,0 0 0 0 0,1 1-1 0 0,-1-1 1 0 0,1 1 0 0 0,10-2 0 0 0,8 33 831 0 0,-5-22-696 0 0,-1-1 0 0 0,1 0-1 0 0,0-2 1 0 0,0 0 0 0 0,26 2 0 0 0,-34-6-810 0 0,0 1 0 0 0,0-2 0 0 0,0 1 0 0 0,0-1 0 0 0,-1-1 0 0 0,20-5 0 0 0,-10-5-5735 0 0,-12 4 2743 0 0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44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1080 0 0,'18'-1'864'0'0,"1"1"-232"0"0,7-2-348 0 0,1 1-372 0 0,0 2-376 0 0,-1 1-500 0 0,2-7 224 0 0</inkml:trace>
  <inkml:trace contextRef="#ctx0" brushRef="#br0" timeOffset="1">1253 186 17806 0 0,'16'3'252'0'0,"-1"1"-124"0"0,-3-3-56 0 0,-3 1 64 0 0,7 1-172 0 0,-8-1-48 0 0,6-2-836 0 0,-34 23-9189 0 0,3-17 6120 0 0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49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1 1068 0 0,'0'0'7876'0'0,"-2"5"-7181"0"0,-24 55 1098 0 0,-56 95 0 0 0,75-142-2808 0 0,0-6-5432 0 0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0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371 75 212 0 0,'1'-2'231'0'0,"0"1"0"0"0,0-1 0 0 0,0 0 1 0 0,0 1-1 0 0,0-1 0 0 0,0 0 0 0 0,-1 0 0 0 0,1 1 0 0 0,0-1 0 0 0,-1 0 0 0 0,1 0 1 0 0,-1 0-1 0 0,0 0 0 0 0,0 0 0 0 0,0 0 0 0 0,0 0 0 0 0,0 0 0 0 0,0 0 1 0 0,0 0-1 0 0,-1 0 0 0 0,1 1 0 0 0,-1-1 0 0 0,1 0 0 0 0,-1 0 0 0 0,0 0 0 0 0,0 0 1 0 0,0 1-1 0 0,0-1 0 0 0,0 0 0 0 0,0 1 0 0 0,0-1 0 0 0,0 1 0 0 0,-1 0 1 0 0,-2-3-1 0 0,1 2-120 0 0,0 1 1 0 0,-1-1 0 0 0,0 1-1 0 0,1 0 1 0 0,-1 0 0 0 0,0 0 0 0 0,1 0-1 0 0,-1 1 1 0 0,0 0 0 0 0,0-1-1 0 0,0 1 1 0 0,1 1 0 0 0,-1-1-1 0 0,0 0 1 0 0,0 1 0 0 0,1 0 0 0 0,-7 2-1 0 0,-16 6 163 0 0,0 0 0 0 0,1 2 0 0 0,0 1 0 0 0,-38 25 0 0 0,52-30-192 0 0,0 0-1 0 0,1 1 0 0 0,0 1 0 0 0,0 0 0 0 0,1 0 0 0 0,0 1 0 0 0,1 0 0 0 0,0 0 0 0 0,0 1 1 0 0,1 0-1 0 0,-10 24 0 0 0,15-31-60 0 0,1 0 0 0 0,-1 0 0 0 0,1 0 0 0 0,0 0 0 0 0,0 0 0 0 0,1 0 1 0 0,-1 0-1 0 0,1 1 0 0 0,0-1 0 0 0,0 0 0 0 0,0 0 0 0 0,1 1 0 0 0,0-1 0 0 0,0 0 0 0 0,0 0 1 0 0,0 0-1 0 0,0 0 0 0 0,4 8 0 0 0,-1-7-3 0 0,-1-1 0 0 0,1 1 0 0 0,0 0 0 0 0,1-1 0 0 0,-1 0 0 0 0,1 0 0 0 0,-1 0 0 0 0,1 0 0 0 0,0-1 0 0 0,0 0 0 0 0,11 5 0 0 0,2-1-2 0 0,1-1 0 0 0,0 0 1 0 0,-1-1-1 0 0,2-1 0 0 0,-1-1 1 0 0,0-1-1 0 0,24 0 0 0 0,-1-3-49 0 0,-1-2-1 0 0,0-1 0 0 0,0-3 1 0 0,0-1-1 0 0,-1-1 0 0 0,0-3 1 0 0,0-1-1 0 0,69-35 1 0 0,-96 40 86 0 0,-1 0 1 0 0,0-1 0 0 0,0 0-1 0 0,-1 0 1 0 0,0-2 0 0 0,10-11 0 0 0,-20 22-41 0 0,-1-1-1 0 0,0 1 1 0 0,1 0 0 0 0,-1-1 0 0 0,1 1 0 0 0,-1 0 0 0 0,1-1 0 0 0,-1 1 0 0 0,0-1 0 0 0,1 1 0 0 0,-1-1 0 0 0,0 1 0 0 0,0-1 0 0 0,1 1 0 0 0,-1-1 0 0 0,0 1 0 0 0,0-1 0 0 0,0 1 0 0 0,1-1-1 0 0,-1 1 1 0 0,0-1 0 0 0,0 1 0 0 0,0-1 0 0 0,0 0 0 0 0,0 1 0 0 0,0-1 0 0 0,0 1 0 0 0,0-1 0 0 0,0 1 0 0 0,-1-1 0 0 0,1 1 0 0 0,0-1 0 0 0,0 0 0 0 0,0 1 0 0 0,-1-1 0 0 0,1 1 0 0 0,0-1-1 0 0,-1 1 1 0 0,1 0 0 0 0,0-1 0 0 0,-1 1 0 0 0,1-1 0 0 0,0 1 0 0 0,-1 0 0 0 0,1-1 0 0 0,-1 1 0 0 0,1 0 0 0 0,-1-1 0 0 0,1 1 0 0 0,-1 0 0 0 0,1 0 0 0 0,-1-1 0 0 0,1 1 0 0 0,-1 0 0 0 0,1 0-1 0 0,-1 0 1 0 0,0 0 0 0 0,1 0 0 0 0,-1 0 0 0 0,1 0 0 0 0,-1 0 0 0 0,1 0 0 0 0,-2 0 0 0 0,-29 0 143 0 0,26 2-129 0 0,1-1 1 0 0,0 1 0 0 0,-1 0 0 0 0,1 0-1 0 0,0 1 1 0 0,0-1 0 0 0,0 1 0 0 0,1 0-1 0 0,-1 0 1 0 0,1 0 0 0 0,-1 1 0 0 0,1-1 0 0 0,0 1-1 0 0,1 0 1 0 0,-1 0 0 0 0,0 0 0 0 0,1 0-1 0 0,0 0 1 0 0,-2 7 0 0 0,3-9-28 0 0,0 0 0 0 0,1 0 0 0 0,0 0 1 0 0,-1 0-1 0 0,1 0 0 0 0,0 1 0 0 0,0-1 0 0 0,0 0 1 0 0,0 0-1 0 0,1 0 0 0 0,-1 0 0 0 0,0 1 0 0 0,1-1 1 0 0,0 0-1 0 0,-1 0 0 0 0,1 0 0 0 0,0 0 0 0 0,0 0 1 0 0,0 0-1 0 0,0-1 0 0 0,1 1 0 0 0,-1 0 0 0 0,0 0 1 0 0,1-1-1 0 0,-1 1 0 0 0,1-1 0 0 0,-1 1 0 0 0,1-1 1 0 0,0 0-1 0 0,0 0 0 0 0,0 1 0 0 0,0-1 0 0 0,0-1 1 0 0,0 1-1 0 0,0 0 0 0 0,0 0 0 0 0,0-1 0 0 0,0 1 1 0 0,0-1-1 0 0,4 1 0 0 0,-2-1-33 0 0,0 0-1 0 0,-1-1 1 0 0,1 1-1 0 0,0-1 1 0 0,-1 1 0 0 0,1-1-1 0 0,0 0 1 0 0,-1-1-1 0 0,6-1 1 0 0,-7 1 7 0 0,1 1 0 0 0,-1 0-1 0 0,1 0 1 0 0,-1 0 0 0 0,1 0 0 0 0,-1 0 0 0 0,1 1 0 0 0,-1-1-1 0 0,1 1 1 0 0,0-1 0 0 0,-1 1 0 0 0,1 0 0 0 0,0 0 0 0 0,-1 0-1 0 0,1 1 1 0 0,0-1 0 0 0,-1 1 0 0 0,1-1 0 0 0,4 2 0 0 0,-5 1 19 0 0,0 0 0 0 0,0-1 0 0 0,0 1 0 0 0,0 0 0 0 0,0 0 1 0 0,-1 0-1 0 0,1 0 0 0 0,-1 1 0 0 0,0-1 0 0 0,0 0 0 0 0,0 1 0 0 0,0-1 1 0 0,0 5-1 0 0,3 11-11 0 0,-2-15 18 0 0,-1-1 1 0 0,1 0-1 0 0,-1 0 1 0 0,1 0-1 0 0,0 0 1 0 0,0-1 0 0 0,0 1-1 0 0,0 0 1 0 0,1-1-1 0 0,-1 1 1 0 0,1-1-1 0 0,0 0 1 0 0,-1 0 0 0 0,1 0-1 0 0,0 0 1 0 0,0 0-1 0 0,0-1 1 0 0,1 0-1 0 0,-1 1 1 0 0,0-1 0 0 0,4 1-1 0 0,0-2-4 0 0,-1 1 1 0 0,1-1-1 0 0,-1-1 0 0 0,1 1 0 0 0,-1-1 1 0 0,0 0-1 0 0,0-1 0 0 0,1 0 0 0 0,-1 1 1 0 0,11-7-1 0 0,63-34-3 0 0,-60 30 18 0 0,1 1 0 0 0,0 1 0 0 0,0 1 0 0 0,31-10 0 0 0,-36 17-80 0 0,0 1 0 0 0,-1 0-1 0 0,1 1 1 0 0,0 1 0 0 0,30 6 0 0 0,-4-3-1350 0 0,-20-2 271 0 0,18 0-4747 0 0,-23-4 2972 0 0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0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445 6 956 0 0,'-2'-6'10249'0'0,"-41"125"-8403"0"0,-115 225 1 0 0,145-319-1725 0 0,-83 140 400 0 0,11-22-2671 0 0,39-45-5827 0 0,44-91 4927 0 0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1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302 313 304 0 0,'0'-2'310'0'0,"0"0"1"0"0,0 1-1 0 0,0-1 0 0 0,0 0 1 0 0,-1 0-1 0 0,1 0 0 0 0,-1 0 0 0 0,1 1 1 0 0,-1-1-1 0 0,1 0 0 0 0,-1 0 1 0 0,0 1-1 0 0,0-1 0 0 0,0 1 1 0 0,0-1-1 0 0,0 0 0 0 0,0 1 0 0 0,0 0 1 0 0,-2-2-1 0 0,1 2-134 0 0,0-1 0 0 0,1 1 1 0 0,-1 0-1 0 0,0 1 0 0 0,0-1 0 0 0,0 0 1 0 0,0 1-1 0 0,-1-1 0 0 0,1 1 0 0 0,0-1 0 0 0,0 1 1 0 0,0 0-1 0 0,0 0 0 0 0,-3 0 0 0 0,-8 2 34 0 0,-1 1 0 0 0,1 0 0 0 0,1 1 0 0 0,-20 7 0 0 0,11-3 565 0 0,10-5-597 0 0,1 1-1 0 0,0 1 1 0 0,1-1-1 0 0,-1 2 1 0 0,1-1-1 0 0,0 1 1 0 0,1 1-1 0 0,-1-1 1 0 0,1 2-1 0 0,0-1 1 0 0,1 1-1 0 0,0 0 1 0 0,0 0-1 0 0,1 1 0 0 0,-8 14 1 0 0,13-21-154 0 0,0-1 1 0 0,0 1-1 0 0,0 0 1 0 0,0 0-1 0 0,1-1 1 0 0,-1 1-1 0 0,1 0 1 0 0,-1 0-1 0 0,1 0 1 0 0,0 0-1 0 0,0 0 1 0 0,0 0-1 0 0,0 0 1 0 0,0 0-1 0 0,0 0 1 0 0,0 0-1 0 0,1 0 1 0 0,-1 0-1 0 0,2 2 1 0 0,-1-3-10 0 0,0 1 0 0 0,0-1 1 0 0,0 0-1 0 0,0 0 0 0 0,0 0 0 0 0,0 0 1 0 0,0 0-1 0 0,0 0 0 0 0,1-1 0 0 0,-1 1 1 0 0,0 0-1 0 0,1 0 0 0 0,-1-1 0 0 0,1 1 0 0 0,-1-1 1 0 0,1 0-1 0 0,-1 1 0 0 0,1-1 0 0 0,1 0 1 0 0,5 1 7 0 0,-1-1 1 0 0,1 0 0 0 0,0-1 0 0 0,-1 0-1 0 0,1 0 1 0 0,0-1 0 0 0,13-4 0 0 0,96-54 23 0 0,-116 60-52 0 0,0 0-19 0 0,1 1 24 0 0,-1-1 0 0 0,0 1 1 0 0,0-1-1 0 0,0 1 0 0 0,0 0 0 0 0,0-1 1 0 0,0 1-1 0 0,0 0 0 0 0,0 0 0 0 0,0 0 1 0 0,0 0-1 0 0,0 0 0 0 0,0 0 0 0 0,-1 0 1 0 0,1 0-1 0 0,0 0 0 0 0,-1 0 0 0 0,1 0 1 0 0,-1 0-1 0 0,1 1 0 0 0,-1-1 0 0 0,1 0 1 0 0,-1 0-1 0 0,0 1 0 0 0,0-1 0 0 0,0 0 1 0 0,0 2-1 0 0,1 0 0 0 0,-1-1 1 0 0,1 1-1 0 0,-1-1 1 0 0,1 1-1 0 0,0-1 0 0 0,0 0 1 0 0,0 1-1 0 0,0-1 1 0 0,1 0-1 0 0,-1 0 1 0 0,0 0-1 0 0,1 0 0 0 0,-1 0 1 0 0,1 0-1 0 0,4 3 1 0 0,-6-4-2 0 0,4 3 0 0 0,18-6 1 0 0,-6-1-7 0 0,-1-1-1 0 0,1-1 1 0 0,0-1-1 0 0,-1 0 1 0 0,0-1-1 0 0,16-10 1 0 0,81-60-95 0 0,-55 36 86 0 0,-20 17 223 0 0,-36 23-145 0 0,-1 31-30 0 0,-1-19-31 0 0,1 0 0 0 0,0 0 0 0 0,3 19 0 0 0,-2-26 6 0 0,0 0 0 0 0,0 0 0 0 0,1 0-1 0 0,-1 0 1 0 0,1-1 0 0 0,0 1 0 0 0,0 0 0 0 0,0-1 0 0 0,1 1 0 0 0,-1-1-1 0 0,1 0 1 0 0,0 0 0 0 0,5 5 0 0 0,-6-8-3 0 0,0 1 1 0 0,1-1-1 0 0,-1 0 0 0 0,1 0 1 0 0,-1 0-1 0 0,0 0 0 0 0,1 0 1 0 0,-1 0-1 0 0,0-1 0 0 0,1 1 0 0 0,-1-1 1 0 0,0 0-1 0 0,1 1 0 0 0,-1-1 1 0 0,0 0-1 0 0,0-1 0 0 0,0 1 1 0 0,4-3-1 0 0,-4 3-2 0 0,123-86-10 0 0,-124 87-5 0 0,30 9-75 0 0,-27-5 90 0 0,0-1 0 0 0,0 1-1 0 0,0-1 1 0 0,1 0 0 0 0,-1 0 0 0 0,1-1 0 0 0,0 0 0 0 0,-1 1 0 0 0,1-1 0 0 0,1-1 0 0 0,-1 1-1 0 0,0-1 1 0 0,0 0 0 0 0,0 0 0 0 0,1-1 0 0 0,-1 1 0 0 0,0-1 0 0 0,1-1 0 0 0,-1 1 0 0 0,0 0 0 0 0,1-1-1 0 0,6-2 1 0 0,1-2 5 0 0,0-1-1 0 0,-1 0 0 0 0,0 0 0 0 0,0-1 0 0 0,0-1 1 0 0,-1 0-1 0 0,14-13 0 0 0,-12 9 36 0 0,0 0-1 0 0,-1-1 0 0 0,-1-1 1 0 0,0 0-1 0 0,0 0 1 0 0,-2-1-1 0 0,15-30 1 0 0,-6 3 136 0 0,22-79 1 0 0,-40 120 36 0 0,-2 1-210 0 0,1 1 1 0 0,-1 0-1 0 0,0 0 0 0 0,0 0 0 0 0,1 0 1 0 0,-1 0-1 0 0,0 0 0 0 0,1 0 0 0 0,-1 1 1 0 0,1-1-1 0 0,-1 1 0 0 0,0 1 0 0 0,-1 0 8 0 0,-5 5 1 0 0,0-1-1 0 0,0 2 1 0 0,1-1 0 0 0,0 1-1 0 0,1 0 1 0 0,0 0 0 0 0,0 1-1 0 0,1 0 1 0 0,0 0 0 0 0,1 0-1 0 0,0 0 1 0 0,0 1 0 0 0,-1 12 0 0 0,3-16-18 0 0,0 0 1 0 0,1 0-1 0 0,0 1 1 0 0,1-1-1 0 0,0 0 1 0 0,0 0-1 0 0,0 0 0 0 0,1 0 1 0 0,0 0-1 0 0,1 0 1 0 0,-1 0-1 0 0,1 0 1 0 0,1 0-1 0 0,-1 0 1 0 0,1-1-1 0 0,0 1 1 0 0,1-1-1 0 0,-1 0 1 0 0,1 0-1 0 0,9 10 1 0 0,-8-11-3 0 0,0-1 0 0 0,0 0 1 0 0,1 0-1 0 0,0 0 0 0 0,0-1 1 0 0,0 1-1 0 0,0-1 0 0 0,0-1 1 0 0,1 1-1 0 0,-1-1 0 0 0,1-1 1 0 0,0 1-1 0 0,-1-1 0 0 0,1 0 1 0 0,0 0-1 0 0,0-1 0 0 0,0 0 1 0 0,0 0-1 0 0,-1-1 0 0 0,1 0 1 0 0,0 0-1 0 0,0 0 0 0 0,-1-1 1 0 0,1 0-1 0 0,-1 0 0 0 0,1-1 1 0 0,-1 0-1 0 0,0 0 0 0 0,0 0 0 0 0,0-1 1 0 0,0 0-1 0 0,6-6 0 0 0,-11 9 50 0 0,2-7-159 0 0,3-7 1924 0 0,-9 4-7800 0 0,2 9 5370 0 0,-1-2-268 0 0,-2-2-3440 0 0,-2-4 978 0 0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2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1048 0 0,'0'0'1080'0'0,"8"-13"-80"0"0,-1 8-40 0 0,6-2-48 0 0,-4 4-67 0 0,8-3-89 0 0,-3 3-88 0 0,-2 1-64 0 0,3-1-72 0 0,5 1-132 0 0,-3 2-168 0 0,0 5-200 0 0,1-3-220 0 0,1-1-204 0 0,-2 4-232 0 0,0 0-688 0 0,-2-2-1421 0 0,1-1 629 0 0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2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0 88 0 0,'0'0'1524'0'0,"-18"52"2255"0"0,6-32-2576 0 0,0-1 0 0 0,-30 34-1 0 0,41-51-1010 0 0,16-18 1513 0 0,-10 10-1681 0 0,0 0 0 0 0,0 1 0 0 0,1 0 0 0 0,0 0 0 0 0,0 0 0 0 0,0 1 1 0 0,0 0-1 0 0,1 0 0 0 0,-1 1 0 0 0,1 0 0 0 0,0 0 0 0 0,0 0 0 0 0,1 1 0 0 0,-1 0 1 0 0,13-2-1 0 0,-9 5-20 0 0,0 2 3 0 0,-7-1-3 0 0,-1 0-1 0 0,1 0 1 0 0,-1 0-1 0 0,0 0 0 0 0,0 0 1 0 0,0 1-1 0 0,0 0 1 0 0,0-1-1 0 0,3 6 1 0 0,8 6 130 0 0,-1-10-101 0 0,0-1-1 0 0,0 0 0 0 0,0-1 0 0 0,1 0 0 0 0,-1-1 0 0 0,0-1 0 0 0,1 0 0 0 0,-1 0 1 0 0,0-2-1 0 0,18-3 0 0 0,-29 5-57 0 0,2 0 461 0 0,15-4-8081 0 0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4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41 68 0 0,'0'0'2276'0'0,"3"-5"-1218"0"0,-8 4 2877 0 0,-1 1-3734 0 0,-1 1-1 0 0,0 0 0 0 0,1 1 0 0 0,-1 0 0 0 0,1 0 1 0 0,-1 0-1 0 0,1 1 0 0 0,-11 5 0 0 0,14-6-112 0 0,0 0-1 0 0,0 0 0 0 0,0 0 1 0 0,0 0-1 0 0,1 1 1 0 0,-1-1-1 0 0,1 1 1 0 0,-1 0-1 0 0,1-1 0 0 0,0 1 1 0 0,0 0-1 0 0,0 0 1 0 0,1 0-1 0 0,-1 1 1 0 0,1-1-1 0 0,-1 0 0 0 0,1 1 1 0 0,0-1-1 0 0,0 6 1 0 0,0-7 6 0 0,3 0-64 0 0,0-1 0 0 0,0 1 0 0 0,-1-1 1 0 0,1 0-1 0 0,0 1 0 0 0,0-1 0 0 0,0 0 0 0 0,0 0 0 0 0,1 0 0 0 0,-1-1 0 0 0,0 1 0 0 0,0-1 0 0 0,0 1 0 0 0,1-1 0 0 0,-1 1 0 0 0,0-1 0 0 0,0 0 0 0 0,1 0 0 0 0,-1 0 0 0 0,0-1 0 0 0,1 1 0 0 0,-1 0 0 0 0,0-1 0 0 0,0 0 0 0 0,0 1 0 0 0,1-1 1 0 0,1-1-1 0 0,1-1 5 0 0,0 1 1 0 0,0-1 0 0 0,-1 0 0 0 0,1-1 0 0 0,-1 1 0 0 0,0-1-1 0 0,0 1 1 0 0,0-1 0 0 0,-1-1 0 0 0,5-4 0 0 0,-7 7-126 0 0,0-1 1 0 0,0 0-1 0 0,0 1 1 0 0,0-1-1 0 0,0 0 1 0 0,0 1 0 0 0,-1-1-1 0 0,1 0 1 0 0,-1 0-1 0 0,0 0 1 0 0,0 0-1 0 0,0 1 1 0 0,0-1-1 0 0,-1-4 1 0 0,3-25-6357 0 0,0 23 3952 0 0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5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11 144 0 0,'0'0'3094'0'0,"-2"-9"-1965"0"0,-6 7 3888 0 0,-19 39-4222 0 0,1 1 0 0 0,2 1-1 0 0,2 1 1 0 0,-26 63 0 0 0,47-101-769 0 0,0-1 1 0 0,1 1-1 0 0,-1 0 0 0 0,0 0 1 0 0,1 0-1 0 0,-1 0 1 0 0,1 0-1 0 0,0 1 0 0 0,-1-1 1 0 0,1 0-1 0 0,1 4 1 0 0,-1-6-21 0 0,0 1 0 0 0,0-1 0 0 0,0 1 0 0 0,1 0 1 0 0,-1-1-1 0 0,0 1 0 0 0,1 0 0 0 0,-1-1 1 0 0,0 1-1 0 0,1-1 0 0 0,-1 1 0 0 0,1-1 0 0 0,-1 1 1 0 0,1-1-1 0 0,-1 1 0 0 0,1-1 0 0 0,-1 0 1 0 0,1 1-1 0 0,0-1 0 0 0,-1 0 0 0 0,1 1 0 0 0,0-1 1 0 0,-1 0-1 0 0,2 1 0 0 0,5-1 0 0 0,0 1 1 0 0,0-1-1 0 0,0 0 1 0 0,0-1-1 0 0,0 1 0 0 0,8-3 1 0 0,23-2-8 0 0,-2 10-30 0 0,-35-4 32 0 0,-1-1-1 0 0,1 0 1 0 0,0 0 0 0 0,0 1 0 0 0,0-1-1 0 0,0 1 1 0 0,0-1 0 0 0,-1 0 0 0 0,1 1-1 0 0,0 0 1 0 0,0-1 0 0 0,-1 1 0 0 0,1-1-1 0 0,0 1 1 0 0,-1 0 0 0 0,1-1 0 0 0,-1 1-1 0 0,1 0 1 0 0,-1 0 0 0 0,1 0 0 0 0,-1-1-1 0 0,0 1 1 0 0,1 0 0 0 0,-1 0 0 0 0,0 0-1 0 0,1 0 1 0 0,-1 0 0 0 0,0 0 0 0 0,0 0-1 0 0,0-1 1 0 0,0 1 0 0 0,0 0 0 0 0,0 0-1 0 0,0 0 1 0 0,-1 2 0 0 0,-1 2-33 0 0,-1 1-1 0 0,0-1 1 0 0,-1 1-1 0 0,1-1 1 0 0,-1 0-1 0 0,0 0 1 0 0,0-1-1 0 0,-1 1 1 0 0,1-1 0 0 0,-1 0-1 0 0,0 0 1 0 0,0-1-1 0 0,-1 1 1 0 0,1-1-1 0 0,-1 0 1 0 0,1-1 0 0 0,-1 1-1 0 0,0-1 1 0 0,0 0-1 0 0,0-1 1 0 0,0 1-1 0 0,0-1 1 0 0,-1 0 0 0 0,-11 0-1 0 0,18-1-41 0 0,0 0 0 0 0,-1 0 0 0 0,1 0 0 0 0,0 0 0 0 0,-1 0 0 0 0,1 0 0 0 0,0 0 0 0 0,-1 0 0 0 0,1 0 0 0 0,0 0 0 0 0,-1 0 0 0 0,1 0 0 0 0,0 0 0 0 0,0 0 0 0 0,-1 0 0 0 0,1 0 0 0 0,0 0 0 0 0,-1-1-1 0 0,1 1 1 0 0,0 0 0 0 0,0 0 0 0 0,-1 0 0 0 0,1 0 0 0 0,0-1 0 0 0,0 1 0 0 0,-1 0 0 0 0,1 0 0 0 0,0 0 0 0 0,0-1 0 0 0,0 1 0 0 0,-1 0 0 0 0,1 0 0 0 0,0-1 0 0 0,0 1 0 0 0,0 0 0 0 0,0-1 0 0 0,0 1 0 0 0,0 0 0 0 0,-1 0 0 0 0,1-1 0 0 0,0 1 0 0 0,0 0 0 0 0,0-1 0 0 0,0 1-1 0 0,0 0 1 0 0,0-1 0 0 0,0 1 0 0 0,0 0 0 0 0,0-1 0 0 0,1 1 0 0 0,-1 0 0 0 0,0 0 0 0 0,0-1 0 0 0,0 1 0 0 0,0 0 0 0 0,0-1 0 0 0,0 1 0 0 0,1 0 0 0 0,11-17-3846 0 0,-11 16 4098 0 0,12-13-2963 0 0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5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0 444 0 0,'0'0'2128'0'0,"1"1"-1785"0"0,0-1-1 0 0,1 0 1 0 0,-1 0 0 0 0,0 1-1 0 0,0-1 1 0 0,0 1-1 0 0,0-1 1 0 0,0 1 0 0 0,0-1-1 0 0,0 1 1 0 0,-1 0-1 0 0,1 0 1 0 0,0-1 0 0 0,0 1-1 0 0,0 0 1 0 0,-1 0-1 0 0,1 0 1 0 0,1 1-1 0 0,-7 9-200 0 0,-4 13 618 0 0,6-10-6415 0 0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5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0 140 564 0 0,'3'-9'879'0'0,"0"1"0"0"0,1-1 0 0 0,0 1 0 0 0,0 0 0 0 0,1 0 0 0 0,10-12-1 0 0,-9 14-535 0 0,0 0 0 0 0,1 0 0 0 0,-1 1 0 0 0,2-1 0 0 0,-1 2 0 0 0,13-8 0 0 0,20-12 1112 0 0,-39 23-619 0 0,-1 1-614 0 0,0 0-200 0 0,0 0 0 0 0,0 1 0 0 0,0-1 0 0 0,0 0 1 0 0,0 0-1 0 0,0 0 0 0 0,0 0 0 0 0,0 1 0 0 0,0-1 0 0 0,0 0 1 0 0,0 0-1 0 0,0 0 0 0 0,0 0 0 0 0,0 1 0 0 0,0-1 0 0 0,0 0 0 0 0,0 0 1 0 0,0 0-1 0 0,0 0 0 0 0,0 0 0 0 0,0 1 0 0 0,0-1 0 0 0,1 0 0 0 0,-1 0 1 0 0,0 0-1 0 0,0 0 0 0 0,0 0 0 0 0,0 0 0 0 0,0 1 0 0 0,0-1 0 0 0,1 0 1 0 0,-1 0-1 0 0,0 0 0 0 0,0 0 0 0 0,0 0 0 0 0,0 0 0 0 0,0 0 1 0 0,1 0-1 0 0,-1 0 0 0 0,0 0 0 0 0,0 0 0 0 0,0 0 0 0 0,0 0 0 0 0,1 0 1 0 0,-1 0-1 0 0,0 0 0 0 0,0 0 0 0 0,0 0 0 0 0,0 0 0 0 0,1 0 0 0 0,-1 0 1 0 0,0 0-1 0 0,0 0 0 0 0,0 0 0 0 0,0 0 0 0 0,1 0 0 0 0,-1 0 0 0 0,0 0 1 0 0,0 0-1 0 0,0-1 0 0 0,0 1 0 0 0,1 0 0 0 0,-14 15 274 0 0,2 1 0 0 0,0 0 0 0 0,1 1 0 0 0,1 0 1 0 0,0 1-1 0 0,1 0 0 0 0,-9 31 0 0 0,15-41-243 0 0,-1 0 1 0 0,1 1-1 0 0,1-1 1 0 0,-1 0-1 0 0,2 0 1 0 0,-1 1-1 0 0,1-1 1 0 0,0 1-1 0 0,1-1 0 0 0,0 1 1 0 0,0-1-1 0 0,1 0 1 0 0,0 0-1 0 0,0 0 1 0 0,1 0-1 0 0,0 0 1 0 0,0 0-1 0 0,1-1 1 0 0,0 1-1 0 0,1-1 1 0 0,6 8-1 0 0,-9-12-52 0 0,1-1 0 0 0,0 1 0 0 0,0-1-1 0 0,0 0 1 0 0,0 0 0 0 0,0 0 0 0 0,0 0-1 0 0,0-1 1 0 0,1 1 0 0 0,-1-1 0 0 0,1 0 0 0 0,-1 0-1 0 0,1 0 1 0 0,0 0 0 0 0,-1-1 0 0 0,1 1-1 0 0,0-1 1 0 0,-1 0 0 0 0,1 0 0 0 0,0-1 0 0 0,-1 1-1 0 0,1-1 1 0 0,-1 0 0 0 0,1 1 0 0 0,5-4 0 0 0,-1 1 78 0 0,0 0 0 0 0,0-1 1 0 0,-1 1-1 0 0,0-2 1 0 0,1 1-1 0 0,-2-1 1 0 0,1 0-1 0 0,0-1 0 0 0,10-12 1 0 0,-16 17 297 0 0,1-1-289 0 0,1-1 102 0 0,2 14-5116 0 0,1-4-945 0 0,3-1 1796 0 0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6:56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1028 0 0,'0'0'1520'0'0,"12"-4"1100"0"0,-3-3-483 0 0,-2-2 211 0 0,0-1-2072 0 0,-24-2-5961 0 0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01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0 246 20 0 0,'35'-44'6478'0'0,"-34"43"-6141"0"0,20-21 3428 0 0,86-38-962 0 0,-98 54-2576 0 0,0 0 0 0 0,-1-1 0 0 0,0 0 0 0 0,8-8 0 0 0,13-18 470 0 0,-28 31-631 0 0,-1 1-54 0 0,0 0 0 0 0,0 0 0 0 0,0 0 0 0 0,1 0 0 0 0,-1 0 0 0 0,0 0 0 0 0,0 0 1 0 0,1 0-1 0 0,-1 0 0 0 0,1 0 0 0 0,-1 0 0 0 0,1 0 0 0 0,-1 1 0 0 0,1-1 0 0 0,0 0 0 0 0,-1 0 0 0 0,2-1 0 0 0,-1 2 36 0 0,0-1 0 0 0,-1 0 0 0 0,1 0 1 0 0,0 0-1 0 0,-1 0 0 0 0,1 0 0 0 0,0 0 1 0 0,-1-1-1 0 0,1 1 0 0 0,-1 0 0 0 0,0 0 1 0 0,1 0-1 0 0,-1 0 0 0 0,0-1 0 0 0,0 1 1 0 0,0 0-1 0 0,0-2 0 0 0,-1 2-47 0 0,-1 1-1 0 0,0-1 1 0 0,0 1-1 0 0,1-1 1 0 0,-1 1-1 0 0,0 0 1 0 0,0-1-1 0 0,0 1 0 0 0,0 0 1 0 0,0 0-1 0 0,1 0 1 0 0,-1 1-1 0 0,-2-1 1 0 0,10 3-7 0 0,-1-2 3 0 0,-1 1 1 0 0,-1 0-1 0 0,1 0 1 0 0,0 0 0 0 0,0 1-1 0 0,-1-1 1 0 0,1 1-1 0 0,-1 0 1 0 0,0 0-1 0 0,0 0 1 0 0,0 0-1 0 0,0 1 1 0 0,0-1 0 0 0,3 7-1 0 0,4 3 14 0 0,-1 0-1 0 0,-1 0 1 0 0,0 1-1 0 0,-1-1 1 0 0,0 2 0 0 0,7 23-1 0 0,-5 20 1553 0 0,-8-56-1374 0 0,21-4-130 0 0,-1-1 1 0 0,1 0-1 0 0,38-13 0 0 0,-9 3-1366 0 0,-11 2-1400 0 0,0-6-3723 0 0,-8-1 1945 0 0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06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391 40 8425 0 0,'0'0'109'0'0,"-17"-29"263"0"0,14 27-322 0 0,-1 0 0 0 0,-1 1 0 0 0,1-1 0 0 0,0 1 0 0 0,0 0 0 0 0,0 0 0 0 0,-1 1 0 0 0,1-1 0 0 0,0 1 0 0 0,-1 0 0 0 0,1 0 0 0 0,0 1 0 0 0,-1-1 0 0 0,1 1 0 0 0,0 0 0 0 0,0 0 0 0 0,-5 2-1 0 0,-9 3 234 0 0,-1 0-1 0 0,-25 15 0 0 0,21-9-12 0 0,0 2 1 0 0,1 0 0 0 0,-25 22 0 0 0,34-25-51 0 0,0 1 0 0 0,-19 25 0 0 0,4 7 232 0 0,26-41-424 0 0,1 0 0 0 0,-1 0 0 0 0,1 1 0 0 0,0-1 0 0 0,0 0 0 0 0,0 0 0 0 0,0 1 0 0 0,1-1 0 0 0,-1 1 0 0 0,1-1 0 0 0,0 0 0 0 0,0 1 0 0 0,0-1 0 0 0,0 1 1 0 0,0-1-1 0 0,1 0 0 0 0,0 1 0 0 0,0-1 0 0 0,0 0 0 0 0,0 1 0 0 0,0-1 0 0 0,1 0 0 0 0,-1 0 0 0 0,1 0 0 0 0,0 0 0 0 0,3 3 0 0 0,-2-2-9 0 0,1-1 0 0 0,-1-1 0 0 0,1 1-1 0 0,0 0 1 0 0,0-1 0 0 0,0 0-1 0 0,0 0 1 0 0,0 0 0 0 0,0-1 0 0 0,1 1-1 0 0,-1-1 1 0 0,1 0 0 0 0,-1 0-1 0 0,1-1 1 0 0,-1 1 0 0 0,1-1-1 0 0,-1 0 1 0 0,1 0 0 0 0,7-2 0 0 0,13-1 22 0 0,-1-1 1 0 0,0-2 0 0 0,40-14 0 0 0,-51 15-40 0 0,0-1 1 0 0,0 0 0 0 0,-1-1-1 0 0,1-1 1 0 0,-2 1 0 0 0,1-2 0 0 0,20-19-1 0 0,-30 26-2 0 0,0 0-1 0 0,0 0 1 0 0,0 0 0 0 0,1 0-1 0 0,-1 1 1 0 0,1-1-1 0 0,-1 1 1 0 0,1-1 0 0 0,0 1-1 0 0,-1 0 1 0 0,1 0-1 0 0,0 0 1 0 0,0 0 0 0 0,0 0-1 0 0,0 1 1 0 0,0 0-1 0 0,5-1 1 0 0,2 2-3 0 0,-1 0 0 0 0,0 1 0 0 0,0 0 0 0 0,13 4 0 0 0,30 6-3 0 0,-33-11 7 0 0,0 0 1 0 0,-1-2 0 0 0,1 0 0 0 0,-1-1-1 0 0,33-8 1 0 0,-44 8-1 0 0,0 0 0 0 0,0 0 0 0 0,0 0 0 0 0,0-1 1 0 0,0 0-1 0 0,0 0 0 0 0,-1-1 0 0 0,0 0 0 0 0,0 0 0 0 0,0-1 0 0 0,0 1 0 0 0,0-1 0 0 0,-1 0 0 0 0,0-1 0 0 0,0 1 0 0 0,0-1 1 0 0,4-7-1 0 0,-8 8 28 0 0,0 1 0 0 0,0 0 0 0 0,0 0 1 0 0,0 0-1 0 0,-1 0 0 0 0,0-1 0 0 0,1 1 1 0 0,-1 0-1 0 0,-1 0 0 0 0,1-1 0 0 0,-1 1 1 0 0,0 0-1 0 0,0 0 0 0 0,0 0 1 0 0,0 0-1 0 0,-1 0 0 0 0,1 0 0 0 0,-1 0 1 0 0,0 0-1 0 0,0 1 0 0 0,-1-1 0 0 0,1 1 1 0 0,-1-1-1 0 0,0 1 0 0 0,-6-6 0 0 0,8 8-11 0 0,1 1-73 0 0,-1-1 0 0 0,0 1 0 0 0,1 0 0 0 0,-1 0 0 0 0,0-1 0 0 0,1 1 0 0 0,-1 0 0 0 0,0 0 0 0 0,0 0 0 0 0,1 0 0 0 0,-1 0 0 0 0,0 0 0 0 0,0 0 0 0 0,1 0 0 0 0,-1 0 0 0 0,0 0 0 0 0,1 0 0 0 0,-1 1 0 0 0,-1-1 0 0 0,-2 12-943 0 0,4-11 529 0 0,0 1 1 0 0,0 0-1 0 0,0-1 0 0 0,0 1 1 0 0,1 0-1 0 0,-1-1 1 0 0,1 1-1 0 0,-1 0 1 0 0,1-1-1 0 0,0 1 0 0 0,0-1 1 0 0,0 1-1 0 0,-1-1 1 0 0,1 1-1 0 0,1-1 1 0 0,0 2-1 0 0,5 4-2278 0 0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07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10 192 0 0,'0'0'1796'0'0,"-5"-1"-912"0"0,-1 1-559 0 0,1 0 0 0 0,0 0 0 0 0,-1 0 1 0 0,1 1-1 0 0,0 0 0 0 0,0 0 0 0 0,-6 2 1 0 0,8-2-146 0 0,1 0-1 0 0,-1 0 1 0 0,1 0 0 0 0,-1 0 0 0 0,1 1 0 0 0,0-1 0 0 0,-1 1 0 0 0,1-1 0 0 0,0 1 0 0 0,0 0 0 0 0,0 0-1 0 0,1 0 1 0 0,-1 0 0 0 0,0 0 0 0 0,1 0 0 0 0,-1 0 0 0 0,1 1 0 0 0,0-1 0 0 0,-1 1 0 0 0,1-1 0 0 0,-1 4 0 0 0,2-3-95 0 0,-1 0 0 0 0,1 1 0 0 0,0-1 1 0 0,0 1-1 0 0,0-1 0 0 0,0 0 1 0 0,1 1-1 0 0,-1-1 0 0 0,1 0 0 0 0,0 1 1 0 0,0-1-1 0 0,0 0 0 0 0,0 0 0 0 0,1 0 1 0 0,-1 0-1 0 0,1 0 0 0 0,0 0 1 0 0,0 0-1 0 0,0 0 0 0 0,0-1 0 0 0,0 1 1 0 0,0-1-1 0 0,1 1 0 0 0,0-1 1 0 0,-1 0-1 0 0,1 0 0 0 0,4 2 0 0 0,-3-1-42 0 0,-1-1 0 0 0,1 0 0 0 0,0-1-1 0 0,-1 1 1 0 0,1-1 0 0 0,0 1-1 0 0,0-1 1 0 0,0 0 0 0 0,0 0 0 0 0,0-1-1 0 0,0 1 1 0 0,0-1 0 0 0,0 0-1 0 0,1 0 1 0 0,-1-1 0 0 0,0 1 0 0 0,0-1-1 0 0,0 0 1 0 0,0 0 0 0 0,0 0-1 0 0,0 0 1 0 0,5-3 0 0 0,-7 2-20 0 0,-1 1 0 0 0,1-1 0 0 0,-1 1 0 0 0,0-1 0 0 0,0 1 0 0 0,0-1 0 0 0,0 0 0 0 0,0 0 0 0 0,0 1 1 0 0,0-1-1 0 0,0 0 0 0 0,-1 0 0 0 0,1 0 0 0 0,-1 0 0 0 0,1 0 0 0 0,-1 0 0 0 0,0 0 0 0 0,0 0 0 0 0,0 0 0 0 0,0 0 0 0 0,0 0 0 0 0,-1-3 1 0 0,0-1 43 0 0,1 1 1 0 0,-1-1 0 0 0,-1 1 0 0 0,1 0-1 0 0,-1-1 1 0 0,0 1 0 0 0,-4-7 0 0 0,-22-36 126 0 0,27 47-382 0 0,-3-4 326 0 0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07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0 584 0 0,'8'3'296'0'0,"0"1"0"0"0,0-1 1 0 0,-1 1-1 0 0,1 0 0 0 0,-1 1 0 0 0,0 0 0 0 0,0 0 1 0 0,-1 1-1 0 0,0-1 0 0 0,0 1 0 0 0,0 1 0 0 0,0-1 1 0 0,-1 1-1 0 0,0 0 0 0 0,-1 0 0 0 0,0 0 0 0 0,0 1 1 0 0,0 0-1 0 0,2 8 0 0 0,-6-13-187 0 0,0 0 0 0 0,0-1 0 0 0,0 1 0 0 0,0 0 0 0 0,-1 0 0 0 0,0-1 0 0 0,1 1 0 0 0,-1 0 0 0 0,0-1-1 0 0,0 1 1 0 0,0-1 0 0 0,-1 1 0 0 0,1-1 0 0 0,-1 0 0 0 0,1 0 0 0 0,-1 1 0 0 0,0-1 0 0 0,0 0 0 0 0,0 0 0 0 0,0-1 0 0 0,0 1 0 0 0,0 0 0 0 0,0-1 0 0 0,0 1 0 0 0,-1-1 0 0 0,1 0 0 0 0,-1 0 0 0 0,1 0 0 0 0,-1 0 0 0 0,-5 1 0 0 0,6-1 475 0 0,-22-13 82 0 0,23 9-622 0 0,0 0 1 0 0,0 0-1 0 0,0 0 1 0 0,1 0-1 0 0,-1 0 1 0 0,1 0-1 0 0,0 0 1 0 0,-1 0-1 0 0,1 0 0 0 0,1 0 1 0 0,-1 0-1 0 0,0-1 1 0 0,1 1-1 0 0,0 0 1 0 0,-1 0-1 0 0,1 0 1 0 0,0 1-1 0 0,1-1 1 0 0,-1 0-1 0 0,0 0 1 0 0,1 0-1 0 0,0 1 1 0 0,-1-1-1 0 0,1 1 1 0 0,0-1-1 0 0,5-3 1 0 0,-1-1-139 0 0,0 0 0 0 0,1 0 1 0 0,0 0-1 0 0,0 1 1 0 0,0 0-1 0 0,1 1 1 0 0,0 0-1 0 0,9-5 0 0 0,18-1-1864 0 0,-16 8-2851 0 0,-4 0 2150 0 0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08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101 482 476 0 0,'-4'3'794'0'0,"-3"1"-370"0"0,1 0 0 0 0,0 1 0 0 0,1 0 0 0 0,-1 0-1 0 0,1 0 1 0 0,0 1 0 0 0,0 0 0 0 0,1 0 0 0 0,-1 0 0 0 0,2 1 0 0 0,-1-1 0 0 0,0 1 0 0 0,1 0-1 0 0,-3 11 1 0 0,-8 12 135 0 0,13-27-474 0 0,-1 1 0 0 0,1-1-1 0 0,0 1 1 0 0,0 0 0 0 0,0-1-1 0 0,1 1 1 0 0,-1 0 0 0 0,1-1-1 0 0,0 1 1 0 0,0 0 0 0 0,0-1 0 0 0,0 1-1 0 0,1 0 1 0 0,0 0 0 0 0,-1-1-1 0 0,1 1 1 0 0,1-1 0 0 0,1 6-1 0 0,-2-8-73 0 0,-1 0 0 0 0,1-1 0 0 0,0 1 0 0 0,-1-1 0 0 0,1 1 0 0 0,0-1 0 0 0,0 0-1 0 0,-1 1 1 0 0,1-1 0 0 0,0 0 0 0 0,0 1 0 0 0,-1-1 0 0 0,1 0 0 0 0,0 0 0 0 0,0 0 0 0 0,0 0-1 0 0,-1 0 1 0 0,1 0 0 0 0,0 0 0 0 0,0 0 0 0 0,0 0 0 0 0,-1 0 0 0 0,1 0 0 0 0,0 0 0 0 0,0-1 0 0 0,0 1-1 0 0,-1 0 1 0 0,1 0 0 0 0,0-1 0 0 0,0 1 0 0 0,-1-1 0 0 0,1 1 0 0 0,1-2 0 0 0,26-17 71 0 0,-23 15-49 0 0,10-7-10 0 0,-1-2 0 0 0,-1 1 0 0 0,0-2 1 0 0,0 0-1 0 0,-2 0 0 0 0,0-1 1 0 0,0-1-1 0 0,-1 1 0 0 0,9-23 0 0 0,9-24 58 0 0,23-75 0 0 0,-43 114-37 0 0,1-9 345 0 0,-1 0 0 0 0,-1 0 0 0 0,-2 0 0 0 0,-2-1 0 0 0,1-46 0 0 0,-4 78-355 0 0,0 0 0 0 0,0-1 0 0 0,0 1 0 0 0,0-1 0 0 0,0 1 0 0 0,0-1 1 0 0,0 1-1 0 0,0 0 0 0 0,-1-1 0 0 0,1 1 0 0 0,0-1 0 0 0,-1 1 0 0 0,1 0 0 0 0,-1-1 0 0 0,0 1 0 0 0,1 0 1 0 0,-1 0-1 0 0,0-1 0 0 0,0 1 0 0 0,0 0 0 0 0,0 0 0 0 0,0 0 0 0 0,0 0 0 0 0,0 0 0 0 0,0 0 1 0 0,0 1-1 0 0,0-1 0 0 0,-1 0 0 0 0,1 0 0 0 0,0 1 0 0 0,-1-1 0 0 0,1 1 0 0 0,0-1 0 0 0,-1 1 0 0 0,1 0 1 0 0,0-1-1 0 0,-1 1 0 0 0,1 0 0 0 0,-1 0 0 0 0,1 0 0 0 0,-1 0 0 0 0,1 0 0 0 0,0 0 0 0 0,-1 0 0 0 0,1 1 1 0 0,-1-1-1 0 0,1 1 0 0 0,0-1 0 0 0,-1 1 0 0 0,1-1 0 0 0,-2 2 0 0 0,-4 0 25 0 0,0 1 0 0 0,1 0-1 0 0,-1 1 1 0 0,1-1 0 0 0,-1 1 0 0 0,1 1 0 0 0,0-1-1 0 0,-8 10 1 0 0,7-6-19 0 0,0 0 0 0 0,1 1 0 0 0,1 0-1 0 0,-1 0 1 0 0,1 1 0 0 0,1-1 0 0 0,0 1 0 0 0,0 0 0 0 0,1 0 0 0 0,1 1-1 0 0,-1-1 1 0 0,1 1 0 0 0,1-1 0 0 0,0 1 0 0 0,1-1 0 0 0,0 1 0 0 0,0 0-1 0 0,1-1 1 0 0,1 1 0 0 0,0-1 0 0 0,0 1 0 0 0,1-1 0 0 0,0 0-1 0 0,1 0 1 0 0,9 17 0 0 0,-8-16-42 0 0,1-1-1 0 0,0 0 1 0 0,1 0 0 0 0,0-1-1 0 0,0 0 1 0 0,1 0-1 0 0,0-1 1 0 0,1 0 0 0 0,0 0-1 0 0,0-1 1 0 0,1 0 0 0 0,0-1-1 0 0,0 0 1 0 0,0-1-1 0 0,1 0 1 0 0,0 0 0 0 0,0-1-1 0 0,0 0 1 0 0,0-1-1 0 0,1-1 1 0 0,-1 0 0 0 0,1 0-1 0 0,13 0 1 0 0,11-3-39 0 0,-20 0 17 0 0,0 1-1 0 0,0 0 1 0 0,26 5-1 0 0,-41-5 27 0 0,0 0 0 0 0,0 0 0 0 0,0 0-1 0 0,0 1 1 0 0,1-1 0 0 0,-1 0 0 0 0,0 1-1 0 0,0-1 1 0 0,0 1 0 0 0,0-1 0 0 0,0 1 0 0 0,0 0-1 0 0,0-1 1 0 0,0 1 0 0 0,-1 0 0 0 0,1-1 0 0 0,0 1-1 0 0,0 0 1 0 0,-1 0 0 0 0,1 0 0 0 0,0 0-1 0 0,-1 0 1 0 0,1 0 0 0 0,-1 0 0 0 0,1 0 0 0 0,-1 0-1 0 0,1 0 1 0 0,-1 0 0 0 0,0 0 0 0 0,1 1 0 0 0,-1-1-1 0 0,0 0 1 0 0,0 0 0 0 0,0 0 0 0 0,0 0-1 0 0,0 0 1 0 0,0 1 0 0 0,0-1 0 0 0,-1 0 0 0 0,1 0-1 0 0,0 0 1 0 0,-1 0 0 0 0,1 0 0 0 0,-1 0 0 0 0,1 0-1 0 0,-1 0 1 0 0,1 0 0 0 0,-1 0 0 0 0,0 0-1 0 0,1 0 1 0 0,-1 0 0 0 0,-1 1 0 0 0,-4 6 24 0 0,0 0 0 0 0,0-1-1 0 0,0 1 1 0 0,-12 8 0 0 0,6-6 218 0 0,-1-1 0 0 0,0 0 0 0 0,-21 10 0 0 0,2-3-3548 0 0,10-5-3567 0 0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09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53 628 0 0,'7'-22'6083'0'0,"-7"21"-5926"0"0,-1-1-1 0 0,1 1 0 0 0,-1-1 0 0 0,1 0 1 0 0,-1 1-1 0 0,0 0 0 0 0,1-1 0 0 0,-1 1 1 0 0,0-1-1 0 0,0 1 0 0 0,0 0 1 0 0,0 0-1 0 0,0 0 0 0 0,0-1 0 0 0,0 1 1 0 0,-1 0-1 0 0,1 0 0 0 0,0 0 0 0 0,-1 1 1 0 0,1-1-1 0 0,-1 0 0 0 0,1 0 1 0 0,0 1-1 0 0,-1-1 0 0 0,0 1 0 0 0,-1-1 1 0 0,-1 1 9 0 0,0 0 1 0 0,-1 0 0 0 0,1 0-1 0 0,0 0 1 0 0,0 1 0 0 0,0-1 0 0 0,-1 1-1 0 0,1 0 1 0 0,-8 4 0 0 0,-3 1 116 0 0,0 1 0 0 0,1 1 0 0 0,0 1 0 0 0,-21 15 0 0 0,28-18-172 0 0,0 0 0 0 0,0 0 0 0 0,0 0-1 0 0,1 1 1 0 0,0 0 0 0 0,1 0 0 0 0,0 0 0 0 0,0 1 0 0 0,0-1 0 0 0,1 1 0 0 0,0 1 0 0 0,0-1 0 0 0,-2 9 0 0 0,6-16-100 0 0,0 1 0 0 0,0-1 0 0 0,0 0 0 0 0,0 0 0 0 0,0 0 0 0 0,1 0 0 0 0,-1 1 0 0 0,0-1 0 0 0,0 0 0 0 0,1 0 0 0 0,-1 0 0 0 0,1 0 0 0 0,-1 0 0 0 0,1 0 0 0 0,0 0 0 0 0,-1 0 0 0 0,1 0 0 0 0,0 0 0 0 0,-1 0 0 0 0,1 0 0 0 0,0-1 0 0 0,0 1 0 0 0,0 0 0 0 0,0 0 0 0 0,0-1 0 0 0,0 1 0 0 0,0-1 0 0 0,0 1 0 0 0,0-1 0 0 0,0 1 0 0 0,0-1 0 0 0,0 0 0 0 0,0 1 0 0 0,2-1 0 0 0,34 5 115 0 0,-25-7-125 0 0,0 0-1 0 0,-1-1 1 0 0,1-1 0 0 0,-1 0 0 0 0,1-1 0 0 0,-1 0-1 0 0,0 0 1 0 0,-1-1 0 0 0,0-1 0 0 0,0 0-1 0 0,0 0 1 0 0,10-10 0 0 0,7-4 17 0 0,-8 8-30 0 0,-21 20 46 0 0,0-5-34 0 0,1 1-1 0 0,-1-1 0 0 0,1 1 1 0 0,0 0-1 0 0,0 0 0 0 0,0 0 1 0 0,0-1-1 0 0,0 1 0 0 0,0 0 1 0 0,1 0-1 0 0,0 0 0 0 0,-1 0 1 0 0,2 5-1 0 0,0 1-10 0 0,0-2 11 0 0,0 0 0 0 0,1 0 0 0 0,0 0 0 0 0,1 0 0 0 0,-1 0 0 0 0,5 8 0 0 0,-6-14 2 0 0,0 0 0 0 0,1-1 1 0 0,-1 1-1 0 0,0 0 0 0 0,0-1 0 0 0,0 1 1 0 0,0-1-1 0 0,1 1 0 0 0,-1-1 0 0 0,0 1 1 0 0,0-1-1 0 0,1 0 0 0 0,-1 0 0 0 0,0 0 0 0 0,1 0 1 0 0,-1 0-1 0 0,0 0 0 0 0,1 0 0 0 0,-1 0 1 0 0,0 0-1 0 0,1 0 0 0 0,0-1 0 0 0,26-5-23 0 0,-10-1-32 0 0,1 0-1 0 0,-1-2 1 0 0,0 0 0 0 0,-1-1 0 0 0,29-22 0 0 0,20-12-260 0 0,-65 43 305 0 0,0 0 0 0 0,0 1 0 0 0,0-1 0 0 0,0 1 0 0 0,0-1 0 0 0,0 0 0 0 0,0 1 0 0 0,0-1 0 0 0,0 1 0 0 0,0 0 0 0 0,1-1 0 0 0,-1 1 0 0 0,0 0 0 0 0,0 0 0 0 0,0 0 0 0 0,1 0 0 0 0,-1 0 0 0 0,0 0 0 0 0,0 0 0 0 0,0 0 0 0 0,1 1 0 0 0,-1-1 0 0 0,0 0 0 0 0,0 1 0 0 0,1 0 0 0 0,12 24-79 0 0,-10-14 82 0 0,-2-7 0 0 0,1 1 0 0 0,-1-1 0 0 0,1 0 1 0 0,0 0-1 0 0,1 0 0 0 0,-1 0 0 0 0,1 0 1 0 0,0-1-1 0 0,0 1 0 0 0,0-1 0 0 0,0 0 0 0 0,0 0 1 0 0,1-1-1 0 0,-1 1 0 0 0,1-1 0 0 0,0 0 1 0 0,0 0-1 0 0,-1-1 0 0 0,1 1 0 0 0,1-1 0 0 0,-1 0 1 0 0,0-1-1 0 0,0 1 0 0 0,0-1 0 0 0,9 0 1 0 0,1 0-16 0 0,-1-1 1 0 0,0 0 0 0 0,1-1-1 0 0,-1-1 1 0 0,0 0 0 0 0,0-1-1 0 0,0 0 1 0 0,13-7 0 0 0,-22 9 41 0 0,0-1 0 0 0,0 0 0 0 0,0 0 1 0 0,0-1-1 0 0,-1 0 0 0 0,1 0 0 0 0,-1 0 1 0 0,0 0-1 0 0,0 0 0 0 0,0-1 0 0 0,-1 0 1 0 0,0 1-1 0 0,0-1 0 0 0,0-1 0 0 0,4-8 1 0 0,-7 12 295 0 0,1 0-111 0 0,-1 2-195 0 0,0 0 1 0 0,0 0 0 0 0,0 0-1 0 0,1 1 1 0 0,-1-1 0 0 0,0 0-1 0 0,0 0 1 0 0,0 0 0 0 0,0 0-1 0 0,0 0 1 0 0,0 0 0 0 0,0 0-1 0 0,1 0 1 0 0,-1 0 0 0 0,0 0 0 0 0,0 0-1 0 0,0 0 1 0 0,0 0 0 0 0,0 0-1 0 0,0 0 1 0 0,1 0 0 0 0,-1 0-1 0 0,0 0 1 0 0,0 0 0 0 0,0 0-1 0 0,0 0 1 0 0,0 0 0 0 0,0 0-1 0 0,0 0 1 0 0,1 0 0 0 0,-1 0-1 0 0,0-1 1 0 0,0 1 0 0 0,0 0-1 0 0,0 0 1 0 0,0 0 0 0 0,0 0-1 0 0,0 0 1 0 0,0 0 0 0 0,0 0-1 0 0,1 0 1 0 0,-1 0 0 0 0,0-1-1 0 0,0 1 1 0 0,0 0 0 0 0,0 0-1 0 0,0 0 1 0 0,0 0 0 0 0,0 0-1 0 0,0 0 1 0 0,0 0 0 0 0,0-1-1 0 0,0 1 1 0 0,0 0 0 0 0,0 0-1 0 0,0 0 1 0 0,0 0 0 0 0,0 0-1 0 0,0 0 1 0 0,0-1 0 0 0,0 1-1 0 0,0 0 1 0 0,0 0 0 0 0,0 0-1 0 0,0 0 1 0 0,-1 0 0 0 0,1 0 0 0 0,0-1-1 0 0,2 10-148 0 0,0-1 0 0 0,1 1 0 0 0,0-1-1 0 0,0 0 1 0 0,6 9 0 0 0,20 17-8841 0 0,-20-25 5113 0 0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1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1555 664 0 0,'0'0'1794'0'0,"1"-5"-956"0"0,3-5-552 0 0,1 1 0 0 0,0 0 0 0 0,0 1-1 0 0,1-1 1 0 0,0 1 0 0 0,0 0-1 0 0,1 1 1 0 0,9-9 0 0 0,72-59 1015 0 0,-47 43-897 0 0,383-285 2215 0 0,-259 202-1674 0 0,242-218-1 0 0,-385 312-886 0 0,191-201 432 0 0,-192 197-415 0 0,-1-2 0 0 0,-1 0 1 0 0,-1-1-1 0 0,-2 0 0 0 0,-1-2 1 0 0,-1 0-1 0 0,14-44 0 0 0,-27 72-69 0 0,0-1 0 0 0,0 1 0 0 0,-1-1 0 0 0,1 1 0 0 0,0-1 0 0 0,-1 0 0 0 0,0 1 0 0 0,0-1 0 0 0,1 0 0 0 0,-2 1 0 0 0,1-1 0 0 0,0 0 0 0 0,0 1 0 0 0,-1-1 0 0 0,0 0 0 0 0,1 1 0 0 0,-1-1 0 0 0,0 1 0 0 0,0-1 0 0 0,0 1 1 0 0,-1-1-1 0 0,1 1 0 0 0,-1 0 0 0 0,1 0 0 0 0,-1 0 0 0 0,-3-4 0 0 0,2 5-1 0 0,-1-1 0 0 0,1 0 0 0 0,-1 1 1 0 0,1 0-1 0 0,-1 0 0 0 0,0 0 0 0 0,0 0 1 0 0,0 1-1 0 0,1-1 0 0 0,-1 1 0 0 0,0 0 1 0 0,0 0-1 0 0,0 0 0 0 0,0 1 0 0 0,0 0 1 0 0,1-1-1 0 0,-1 1 0 0 0,-4 2 0 0 0,-8 2 3 0 0,1 1-1 0 0,-1 0 1 0 0,1 1-1 0 0,1 1 1 0 0,-1 1-1 0 0,1 0 1 0 0,1 0-1 0 0,0 2 1 0 0,0-1-1 0 0,1 2 1 0 0,-17 19-1 0 0,16-16 22 0 0,2 1 0 0 0,-1 1 0 0 0,2-1 0 0 0,0 2 0 0 0,1-1 0 0 0,1 1 0 0 0,0 1 0 0 0,1 0 0 0 0,-5 27 0 0 0,7-18 23 0 0,2-1 1 0 0,1 1 0 0 0,2 0 0 0 0,0 0 0 0 0,8 46 0 0 0,36 142 181 0 0,-20-114-108 0 0,-21-88-105 0 0,-1 0-1 0 0,-1-1 1 0 0,0 20 0 0 0,-1-28-12 0 0,0 0 1 0 0,0 0 0 0 0,-1 0 0 0 0,0-1 0 0 0,0 1 0 0 0,0 0 0 0 0,0-1 0 0 0,-1 1 0 0 0,0-1 0 0 0,0 1 0 0 0,0-1-1 0 0,-5 7 1 0 0,7-10-7 0 0,-1 0-1 0 0,1-1 0 0 0,0 1 0 0 0,-1 0 0 0 0,1-1 0 0 0,-1 1 1 0 0,1-1-1 0 0,-1 1 0 0 0,1 0 0 0 0,-1-1 0 0 0,0 1 0 0 0,1-1 1 0 0,-1 0-1 0 0,0 1 0 0 0,1-1 0 0 0,-1 1 0 0 0,0-1 1 0 0,1 0-1 0 0,-1 0 0 0 0,0 1 0 0 0,0-1 0 0 0,0 0 0 0 0,1 0 1 0 0,-1 0-1 0 0,0 0 0 0 0,0 0 0 0 0,1 0 0 0 0,-1 0 0 0 0,0 0 1 0 0,0 0-1 0 0,0 0 0 0 0,1-1 0 0 0,-1 1 0 0 0,0 0 1 0 0,1 0-1 0 0,-1-1 0 0 0,0 1 0 0 0,0 0 0 0 0,1-1 0 0 0,-1 1 1 0 0,0-1-1 0 0,1 1 0 0 0,-1-1 0 0 0,1 1 0 0 0,-1-1 0 0 0,1 1 1 0 0,-1-1-1 0 0,1 0 0 0 0,-1 0 0 0 0,0-1-2 0 0,0 0-1 0 0,0 0 1 0 0,0 0-1 0 0,0 0 1 0 0,0 0-1 0 0,1 0 1 0 0,-1 0 0 0 0,1 0-1 0 0,-1 0 1 0 0,1 0-1 0 0,0-1 1 0 0,0 1-1 0 0,0 0 1 0 0,0 0 0 0 0,0 0-1 0 0,1-4 1 0 0,4-4-7 0 0,0 1 1 0 0,0-1-1 0 0,0 1 1 0 0,1 0-1 0 0,1 1 1 0 0,0-1 0 0 0,0 1-1 0 0,0 0 1 0 0,1 1-1 0 0,0 0 1 0 0,1 0-1 0 0,9-6 1 0 0,5-2-6 0 0,1 1 1 0 0,0 1-1 0 0,40-15 1 0 0,-46 21 4 0 0,0 1 1 0 0,0 1 0 0 0,27-5 0 0 0,-41 9 3 0 0,1 1 1 0 0,-1-1 0 0 0,1 1 0 0 0,-1 0 0 0 0,1 0 0 0 0,0 0-1 0 0,-1 1 1 0 0,1-1 0 0 0,-1 1 0 0 0,0 0 0 0 0,1 0 0 0 0,-1 1-1 0 0,0-1 1 0 0,1 1 0 0 0,-1 0 0 0 0,0 0 0 0 0,0 1 0 0 0,-1-1-1 0 0,1 1 1 0 0,4 4 0 0 0,-6-5 5 0 0,-1 1 1 0 0,0-1-1 0 0,1 0 0 0 0,-1 1 0 0 0,-1-1 1 0 0,1 1-1 0 0,0 0 0 0 0,-1-1 1 0 0,1 1-1 0 0,-1-1 0 0 0,0 1 1 0 0,0 0-1 0 0,0 0 0 0 0,0-1 0 0 0,0 1 1 0 0,0 0-1 0 0,-1-1 0 0 0,0 1 1 0 0,1-1-1 0 0,-1 1 0 0 0,0-1 0 0 0,0 1 1 0 0,0-1-1 0 0,-1 1 0 0 0,1-1 1 0 0,0 0-1 0 0,-1 0 0 0 0,0 0 1 0 0,-3 4-1 0 0,-5 6 11 0 0,0 0-1 0 0,-1 0 1 0 0,-19 15 0 0 0,19-17-98 0 0,-1-1-1 0 0,-1 0 1 0 0,-18 9-1 0 0,1-9-2635 0 0,9-22-6438 0 0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1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61 492 0 0,'10'-25'2640'0'0,"-9"22"-2189"0"0,0-1 1 0 0,0 1 0 0 0,0 0 0 0 0,1 0 0 0 0,-1-1 0 0 0,1 1 0 0 0,0 1-1 0 0,0-1 1 0 0,4-5 935 0 0,1 18-1857 0 0,-6-10 272 0 0,-1 1 1 0 0,1 0 0 0 0,0-1-1 0 0,-1 1 1 0 0,1 0 0 0 0,-1 0 0 0 0,1 0-1 0 0,-1 0 1 0 0,1 0 0 0 0,-1 0-1 0 0,1 0 1 0 0,-1 0 0 0 0,0 0-1 0 0,0 0 1 0 0,1 0 0 0 0,-1 0-1 0 0,0 0 1 0 0,0 0 0 0 0,0 0-1 0 0,0 0 1 0 0,0 0 0 0 0,-1 1-1 0 0,0 11-1814 0 0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2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1 212 0 0,'2'7'757'0'0,"0"0"0"0"0,0 0 0 0 0,-1 0 0 0 0,0 1 0 0 0,0 13 0 0 0,-2-11-332 0 0,0 1-1 0 0,0-1 1 0 0,-2 0-1 0 0,1-1 1 0 0,-1 1-1 0 0,-1 0 1 0 0,1-1 0 0 0,-2 1-1 0 0,1-1 1 0 0,-12 16 1607 0 0,16-29-2011 0 0,-1 0-1 0 0,1 0 0 0 0,1 0 0 0 0,-1 0 1 0 0,0 0-1 0 0,1 0 0 0 0,0 0 0 0 0,0 0 1 0 0,0 0-1 0 0,1 0 0 0 0,-1 1 1 0 0,1-1-1 0 0,0 0 0 0 0,0 1 0 0 0,0-1 1 0 0,0 1-1 0 0,1 0 0 0 0,-1 0 0 0 0,1 0 1 0 0,0 0-1 0 0,0 0 0 0 0,4-2 0 0 0,7-7 70 0 0,0 0 0 0 0,1 2 0 0 0,21-12 0 0 0,-33 20-76 0 0,-1 1 1 0 0,1-1 0 0 0,-1 1-1 0 0,1 0 1 0 0,0 0-1 0 0,-1 0 1 0 0,1 1 0 0 0,0-1-1 0 0,0 0 1 0 0,0 1-1 0 0,-1 0 1 0 0,1 0 0 0 0,0 0-1 0 0,0 0 1 0 0,0 0-1 0 0,0 1 1 0 0,0-1 0 0 0,-1 1-1 0 0,1-1 1 0 0,0 1-1 0 0,0 0 1 0 0,3 2 0 0 0,1 2 21 0 0,0 0 1 0 0,0 0-1 0 0,-1 1 1 0 0,0-1-1 0 0,11 14 1 0 0,19 15 158 0 0,-32-31-156 0 0,0-2 1 0 0,-1 1 0 0 0,1 0-1 0 0,0-1 1 0 0,0 1 0 0 0,0-1-1 0 0,0 0 1 0 0,0-1-1 0 0,1 1 1 0 0,-1-1 0 0 0,0 0-1 0 0,8 0 1 0 0,53-12 198 0 0,-22 3-169 0 0,124-20 3916 0 0,-159 28-3663 0 0,-5 1-663 0 0,-7 2-1804 0 0,1-1 1710 0 0,-18 8-641 0 0,3-5-6158 0 0,6-2 3572 0 0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2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82 236 0 0,'0'0'1056'0'0,"2"-17"-112"0"0,-2 6 736 0 0,0-4-276 0 0,2 3-283 0 0,1 0-553 0 0,3 5-652 0 0,2 0-1372 0 0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2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15 88 0 0,'4'-10'2869'0'0,"-1"6"-243"0"0,-3 9 1963 0 0,-63 240-615 0 0,59-230-3827 0 0,-7 20 234 0 0,2 1 0 0 0,1 0-1 0 0,2 0 1 0 0,1 1-1 0 0,2-1 1 0 0,2 1 0 0 0,6 67-1 0 0,-4-97-370 0 0,0 1 0 0 0,1-1-1 0 0,0 1 1 0 0,1-1-1 0 0,0 0 1 0 0,0 0 0 0 0,0 0-1 0 0,1 0 1 0 0,0 0 0 0 0,0-1-1 0 0,0 1 1 0 0,1-1 0 0 0,0-1-1 0 0,9 9 1 0 0,-9-10-260 0 0,0 0 1 0 0,1-1-1 0 0,0 0 0 0 0,-1 0 1 0 0,1 0-1 0 0,0-1 1 0 0,0 1-1 0 0,1-2 1 0 0,-1 1-1 0 0,0-1 0 0 0,1 1 1 0 0,-1-2-1 0 0,1 1 1 0 0,-1-1-1 0 0,1 0 0 0 0,12-2 1 0 0,39-6-6958 0 0,-40 3 3814 0 0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10 820 0 0,'-40'-9'8251'0'0,"18"21"-7027"0"0,0 1 0 0 0,-25 21 0 0 0,-5 3 370 0 0,39-22-931 0 0,19-4-179 0 0,-4-10-460 0 0,0 0 1 0 0,0 0-1 0 0,0 0 1 0 0,0 0-1 0 0,1 0 1 0 0,-1-1-1 0 0,0 1 1 0 0,1-1-1 0 0,-1 0 1 0 0,0 0-1 0 0,1 1 1 0 0,-1-2-1 0 0,4 1 1 0 0,132-32 39 0 0,-136 32-82 0 0,0 0 0 0 0,-1 0 19 0 0,0 0-1 0 0,0 1 1 0 0,0-1-1 0 0,0 1 1 0 0,0-1-1 0 0,0 1 1 0 0,0-1 0 0 0,0 1-1 0 0,0 0 1 0 0,-1-1-1 0 0,1 1 1 0 0,0 0-1 0 0,0 0 1 0 0,0 0-1 0 0,-1-1 1 0 0,1 1-1 0 0,1 2 1 0 0,3 55 16 0 0,-4-57-14 0 0,0 0 1 0 0,1 0-1 0 0,-1 0 0 0 0,0 0 0 0 0,1 0 0 0 0,-1 0 1 0 0,1 0-1 0 0,0-1 0 0 0,-1 1 0 0 0,1-1 0 0 0,-1 1 1 0 0,1-1-1 0 0,0 0 0 0 0,0 1 0 0 0,-1-1 1 0 0,1 0-1 0 0,0 0 0 0 0,-1 0 0 0 0,1 0 0 0 0,3-1 1 0 0,-5 1-1 0 0,13-2 2 0 0,0 0-1 0 0,0 0 0 0 0,-1-2 0 0 0,1 1 0 0 0,-1-2 1 0 0,0 1-1 0 0,0-2 0 0 0,16-9 0 0 0,25-10 11 0 0,-47 22-23 0 0,1 1 0 0 0,-1-1 1 0 0,1 1-1 0 0,0 1 0 0 0,0-1 0 0 0,0 1 0 0 0,0 0 0 0 0,0 0 0 0 0,0 1 0 0 0,0 0 1 0 0,0 1-1 0 0,0-1 0 0 0,0 1 0 0 0,0 1 0 0 0,-1-1 0 0 0,1 1 0 0 0,0 0 0 0 0,0 1 1 0 0,-1-1-1 0 0,10 7 0 0 0,8-1-2488 0 0,-1-6-3693 0 0,-6-3 2165 0 0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5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1 424 640 0 0,'0'0'5934'0'0,"31"12"-3929"0"0,-23-11-1804 0 0,0 0 1 0 0,0-1-1 0 0,0 0 1 0 0,0-1-1 0 0,1 0 1 0 0,-1 0-1 0 0,0-1 1 0 0,0 0-1 0 0,0 0 1 0 0,-1-1-1 0 0,1 0 1 0 0,9-5-1 0 0,2-3 93 0 0,0-2 0 0 0,-1 0 0 0 0,18-17-1 0 0,-29 24-204 0 0,5-7 214 0 0,-11 12-297 0 0,-1 0 0 0 0,1 0 0 0 0,0 1 0 0 0,-1-1 0 0 0,1 0 0 0 0,0 1 0 0 0,0-1 0 0 0,-1 0 0 0 0,1 1 0 0 0,0-1 0 0 0,0 1 0 0 0,0-1 0 0 0,0 1 0 0 0,-1 0-1 0 0,1-1 1 0 0,0 1 0 0 0,0 0 0 0 0,0-1 0 0 0,0 1 0 0 0,0 0 0 0 0,0 0 0 0 0,0 0 0 0 0,0 0 0 0 0,0 0 0 0 0,0 0 0 0 0,0 0 0 0 0,0 0 0 0 0,0 1 0 0 0,0-1 0 0 0,0 0 0 0 0,0 1 0 0 0,0-1 0 0 0,0 0 0 0 0,0 1 0 0 0,20 3-7 0 0,0-1-1 0 0,0-1 1 0 0,0-1 0 0 0,0-1-1 0 0,0-1 1 0 0,0-1 0 0 0,-1-1-1 0 0,1 0 1 0 0,24-8 0 0 0,-34 8 10 0 0,0 0 1 0 0,0-1-1 0 0,-1 0 1 0 0,1-1-1 0 0,-1 0 1 0 0,0-1-1 0 0,0 0 1 0 0,-1 0-1 0 0,1-1 1 0 0,-2-1-1 0 0,1 1 1 0 0,-1-1-1 0 0,0-1 1 0 0,0 1-1 0 0,-1-2 1 0 0,-1 1-1 0 0,1-1 1 0 0,7-15-1 0 0,-11 14 131 0 0,0 0-1 0 0,-1-1 1 0 0,0 1-1 0 0,-1-1 1 0 0,0 0 0 0 0,-1 1-1 0 0,0-1 1 0 0,-1 0-1 0 0,0 1 1 0 0,-1-1-1 0 0,-1 0 1 0 0,-4-14-1 0 0,6 24 279 0 0,-1 8-277 0 0,-8 18-4 0 0,0 1 0 0 0,2 0-1 0 0,2 0 1 0 0,-7 40 0 0 0,-6 117 351 0 0,13-105-330 0 0,-2 7-11 0 0,-20 185 321 0 0,17-203-208 0 0,-37 130-1 0 0,45-189-238 0 0,0 1 0 0 0,0 0 0 0 0,-1-1 0 0 0,0 0 0 0 0,-1 0 0 0 0,1 0 0 0 0,-1 0-1 0 0,0-1 1 0 0,-1 1 0 0 0,-11 9 0 0 0,15-14-18 0 0,0-1 0 0 0,0 1-1 0 0,-1-1 1 0 0,1 0 0 0 0,0 1-1 0 0,0-1 1 0 0,-1 0 0 0 0,1 0 0 0 0,-1-1-1 0 0,1 1 1 0 0,-1 0 0 0 0,1-1 0 0 0,-1 0-1 0 0,1 1 1 0 0,-1-1 0 0 0,0 0-1 0 0,1 0 1 0 0,-1-1 0 0 0,1 1 0 0 0,-1 0-1 0 0,1-1 1 0 0,-1 0 0 0 0,1 1 0 0 0,-1-1-1 0 0,1 0 1 0 0,0 0 0 0 0,-1-1-1 0 0,1 1 1 0 0,0 0 0 0 0,0-1 0 0 0,0 1-1 0 0,0-1 1 0 0,0 0 0 0 0,0 1-1 0 0,0-1 1 0 0,1 0 0 0 0,-1 0 0 0 0,-1-3-1 0 0,-6-8-279 0 0,0 0 0 0 0,1 0 0 0 0,0-1-1 0 0,1 0 1 0 0,-9-28 0 0 0,-3-19-2309 0 0,3 0-3608 0 0,15 54 5141 0 0,-7-27-2785 0 0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5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70 144 0 0,'-4'-16'1588'0'0,"2"1"-160"0"0,1 6 1057 0 0,-2-8-517 0 0,3 5 700 0 0,16 41-4988 0 0,-13-18-1001 0 0,2-1 769 0 0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19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6 735 444 0 0,'0'0'78'0'0,"-1"0"0"0"0,1 0 0 0 0,0 0 0 0 0,0 0 0 0 0,0 0 0 0 0,-1 0 0 0 0,1 0 0 0 0,0 0 0 0 0,0 1 0 0 0,0-1 0 0 0,-1 0 0 0 0,1 0 0 0 0,0 0 0 0 0,0 0 0 0 0,0 0 0 0 0,-1 0 0 0 0,1 1 0 0 0,0-1 0 0 0,0 0 0 0 0,0 0 0 0 0,0 0 0 0 0,0 1 0 0 0,0-1 0 0 0,-1 0 0 0 0,1 0 0 0 0,0 0 0 0 0,0 1 0 0 0,0-1 0 0 0,0 0 0 0 0,0 0 0 0 0,0 0 0 0 0,0 1 0 0 0,0-1 0 0 0,0 0 0 0 0,0 0 0 0 0,0 1 0 0 0,0-1 0 0 0,0 0 0 0 0,0 0 0 0 0,0 1 0 0 0,0-1 0 0 0,0 0 0 0 0,0 0 0 0 0,0 0 0 0 0,1 1 0 0 0,-1-1 0 0 0,0 0 0 0 0,0 0 0 0 0,0 0 0 0 0,0 1 0 0 0,0-1 0 0 0,0 0 0 0 0,1 0 0 0 0,-1 0 0 0 0,0 0 0 0 0,0 0 0 0 0,0 1 0 0 0,1-1 0 0 0,-1 0 0 0 0,0 0 0 0 0,0 0 0 0 0,0 0 0 0 0,1 0 0 0 0,-1 0 0 0 0,0 0 0 0 0,0 0 0 0 0,1 0 0 0 0,25-6 1407 0 0,36-20-1577 0 0,-58 24 470 0 0,72-36 286 0 0,-1-5 0 0 0,115-85 0 0 0,-133 85-384 0 0,90-86-1 0 0,-125 107-224 0 0,0-2 0 0 0,-2-1 0 0 0,-1 0 0 0 0,-1-1 0 0 0,-1-1-1 0 0,18-39 1 0 0,-31 55-1 0 0,1-1-1 0 0,-2 0 0 0 0,1 0 0 0 0,-2 0 1 0 0,1 0-1 0 0,0-19 0 0 0,-3 31-50 0 0,0-1 0 0 0,0 1 0 0 0,0-1 0 0 0,0 1 0 0 0,0-1 0 0 0,-1 1 0 0 0,1-1 0 0 0,0 0 0 0 0,0 1 0 0 0,0-1 0 0 0,-1 1 0 0 0,1-1 0 0 0,0 1 0 0 0,0 0 0 0 0,-1-1 0 0 0,1 1 0 0 0,0-1 0 0 0,-1 1 0 0 0,1-1 0 0 0,-1 1 0 0 0,1 0 0 0 0,0-1 0 0 0,-1 1 0 0 0,1 0 0 0 0,-1 0 0 0 0,1-1 0 0 0,-1 1 0 0 0,1 0 0 0 0,-1 0 0 0 0,1 0 0 0 0,-1-1 0 0 0,1 1 0 0 0,-1 0 0 0 0,0 0 0 0 0,1 0 0 0 0,-1 0 0 0 0,1 0 0 0 0,-1 0 0 0 0,1 0 0 0 0,-1 0 0 0 0,1 0 0 0 0,-1 0 0 0 0,1 1 0 0 0,-1-1 0 0 0,1 0 0 0 0,-1 0 0 0 0,1 0 0 0 0,-1 1 0 0 0,1-1 0 0 0,-2 1 0 0 0,-23 12 65 0 0,8 2-53 0 0,0 0 0 0 0,1 0 0 0 0,1 2 0 0 0,1 0 0 0 0,0 0 0 0 0,1 2 0 0 0,1-1 0 0 0,1 2 0 0 0,1-1 0 0 0,0 2 0 0 0,2-1 0 0 0,0 1 1 0 0,1 0-1 0 0,-5 29 0 0 0,10-36-4 0 0,1 1-1 0 0,0 0 1 0 0,1 0 0 0 0,1 0 0 0 0,0 0 0 0 0,1 0 0 0 0,1-1 0 0 0,0 1 0 0 0,1-1 0 0 0,10 25 0 0 0,-11-32-11 0 0,0 0 0 0 0,1-1 0 0 0,-1 1 0 0 0,2-1 0 0 0,-1 0 0 0 0,1-1 0 0 0,-1 1 0 0 0,2-1 1 0 0,-1 0-1 0 0,0 0 0 0 0,1 0 0 0 0,0-1 0 0 0,0 0 0 0 0,1 0 0 0 0,-1 0 0 0 0,1-1 1 0 0,0 0-1 0 0,-1 0 0 0 0,1-1 0 0 0,1 0 0 0 0,-1 0 0 0 0,0-1 0 0 0,9 1 0 0 0,-3 0-3 0 0,0-2-1 0 0,0 0 0 0 0,1-1 1 0 0,-1 0-1 0 0,-1-1 1 0 0,1 0-1 0 0,0-1 0 0 0,0-1 1 0 0,-1 0-1 0 0,0 0 0 0 0,0-1 1 0 0,12-8-1 0 0,-8 4-12 0 0,-1-2 0 0 0,0 0 1 0 0,-1 0-1 0 0,-1-1 0 0 0,1-1 0 0 0,-2-1 1 0 0,19-25-1 0 0,-1-8 111 0 0,-2-1 0 0 0,-3-2 0 0 0,-1 0 0 0 0,25-84 0 0 0,-31 83 739 0 0,-18 50-446 0 0,-3 5-307 0 0,-23 42 150 0 0,1 0 0 0 0,3 2 0 0 0,2 0 0 0 0,-24 87 0 0 0,34-103-130 0 0,3-13 2 0 0,2 0 0 0 0,-5 28-1 0 0,43-71 162 0 0,-21 13-262 0 0,1 1-1 0 0,0 1 1 0 0,17-10-1 0 0,-21 17-3 0 0,0 0 0 0 0,0 1 0 0 0,0 0-1 0 0,1 1 1 0 0,-1 0 0 0 0,0 0 0 0 0,0 1-1 0 0,0 0 1 0 0,0 0 0 0 0,0 1 0 0 0,15 6-1 0 0,-12-5 1 0 0,0 0-1 0 0,0 0 0 0 0,1-1 1 0 0,-1-1-1 0 0,1 0 1 0 0,21-1-1 0 0,-10-3-17 0 0,-1 0-10 0 0,-1 0 0 0 0,33-10 0 0 0,-50 12 29 0 0,0-1 0 0 0,-1 1 0 0 0,1-1 0 0 0,-1 0-1 0 0,1-1 1 0 0,-1 1 0 0 0,0-1 0 0 0,0 1 0 0 0,0-1-1 0 0,0-1 1 0 0,-1 1 0 0 0,1 0 0 0 0,-1-1 0 0 0,1 0-1 0 0,-1 0 1 0 0,-1 0 0 0 0,4-6 0 0 0,-5 7-3 0 0,0-4 0 0 0,0 5-2 0 0,-4-3 17 0 0,1-2-10 0 0,-21 8 25 0 0,18 0-24 0 0,1 0 0 0 0,-1 0 0 0 0,1 0 0 0 0,-1 1 0 0 0,1 0 0 0 0,0 0 0 0 0,-1 0 0 0 0,1 0 0 0 0,0 0 0 0 0,0 1 0 0 0,1 0 0 0 0,-1 0 0 0 0,0 0 0 0 0,1 0 0 0 0,0 1 0 0 0,0-1 0 0 0,0 1 0 0 0,0 0 0 0 0,0-1 0 0 0,1 1 0 0 0,0 1 0 0 0,0-1 0 0 0,0 0 0 0 0,-2 6 0 0 0,4-8-1 0 0,0 0-1 0 0,-1 0 0 0 0,1 0 1 0 0,0 0-1 0 0,0 0 0 0 0,0-1 1 0 0,0 1-1 0 0,1 0 1 0 0,-1 0-1 0 0,0 0 0 0 0,1 0 1 0 0,-1 0-1 0 0,1 0 0 0 0,0-1 1 0 0,0 1-1 0 0,0 0 0 0 0,0-1 1 0 0,0 1-1 0 0,0 0 0 0 0,0-1 1 0 0,2 3-1 0 0,0-2-1 0 0,0 1 0 0 0,1-1 0 0 0,-1 0 0 0 0,1 1-1 0 0,-1-1 1 0 0,1-1 0 0 0,0 1 0 0 0,0-1 0 0 0,6 3 0 0 0,1-2-17 0 0,0 0 0 0 0,1 0 0 0 0,-1-1 0 0 0,0-1 0 0 0,0 0 0 0 0,17-2 0 0 0,-13 0-10 0 0,0-2 0 0 0,-1 0 0 0 0,1-1 1 0 0,-1 0-1 0 0,0-1 0 0 0,0 0 0 0 0,0-2 0 0 0,-1 1 0 0 0,0-2 0 0 0,-1 1 0 0 0,0-2 1 0 0,0 0-1 0 0,-1 0 0 0 0,15-18 0 0 0,-10 1 536 0 0,-18 25-115 0 0,-9 12-381 0 0,8-6-20 0 0,5 29 99 0 0,-2-31-88 0 0,0-1 1 0 0,1 0-1 0 0,-1 1 0 0 0,0-1 1 0 0,0 0-1 0 0,1 1 0 0 0,-1-1 1 0 0,1 0-1 0 0,0 0 0 0 0,-1 1 1 0 0,1-1-1 0 0,0 0 0 0 0,-1 0 1 0 0,1 0-1 0 0,0 0 0 0 0,0 0 1 0 0,0 0-1 0 0,0 0 1 0 0,0 0-1 0 0,0 0 0 0 0,0-1 1 0 0,0 1-1 0 0,1 0 0 0 0,-1-1 1 0 0,2 2-1 0 0,1-1 4 0 0,-1 0 0 0 0,1-1 1 0 0,0 1-1 0 0,-1-1 0 0 0,1 0 1 0 0,0 0-1 0 0,-1 0 0 0 0,1 0 0 0 0,6-2 1 0 0,0 0 5 0 0,1 0 0 0 0,0-2 0 0 0,-1 1 0 0 0,0-1 0 0 0,0-1 0 0 0,10-5 0 0 0,-9 1 2 0 0,0 0 0 0 0,0 0 0 0 0,17-20 1 0 0,3-3 232 0 0,-29 30-219 0 0,-2 2-26 0 0,0 0 0 0 0,0 1-1 0 0,0-1 1 0 0,0 0 0 0 0,0 0-1 0 0,0 0 1 0 0,0 0-1 0 0,0 1 1 0 0,0-1 0 0 0,0 0-1 0 0,0 0 1 0 0,0 0-1 0 0,0 0 1 0 0,0 0 0 0 0,0 1-1 0 0,0-1 1 0 0,0 0-1 0 0,0 0 1 0 0,1 0 0 0 0,-1 0-1 0 0,0 0 1 0 0,0 0 0 0 0,0 1-1 0 0,0-1 1 0 0,0 0-1 0 0,0 0 1 0 0,1 0 0 0 0,-1 0-1 0 0,0 0 1 0 0,0 0-1 0 0,0 0 1 0 0,0 0 0 0 0,1 0-1 0 0,-1 0 1 0 0,0 0-1 0 0,0 0 1 0 0,0 0 0 0 0,0 0-1 0 0,0 0 1 0 0,1 0 0 0 0,-1 0-1 0 0,0 0 1 0 0,0 0-1 0 0,0 0 1 0 0,0 0 0 0 0,1 0-1 0 0,-1 0 1 0 0,0 0-1 0 0,0 0 1 0 0,0 0 0 0 0,0 0-1 0 0,0 0 1 0 0,1 0 0 0 0,-1-1-1 0 0,0 1 1 0 0,0 0-1 0 0,0 0 1 0 0,0 0 0 0 0,0 0-1 0 0,0-1 1 0 0,2 17 16 0 0,-2 0 0 0 0,0 0 0 0 0,0 0 0 0 0,-2 0 0 0 0,0-1 0 0 0,-1 1 0 0 0,0 0 1 0 0,-11 28-1 0 0,-58 124 73 0 0,67-158-88 0 0,-37 81 29 0 0,-82 159 46 0 0,106-219-32 0 0,-1-2-1 0 0,-2 0 1 0 0,-1 0 0 0 0,-1-2 0 0 0,-45 41 0 0 0,60-62 70 0 0,0 0 0 0 0,0 0 0 0 0,-1 0 0 0 0,0-1 0 0 0,-14 6 0 0 0,22-11-103 0 0,1 0 0 0 0,-1 0-1 0 0,0 0 1 0 0,0 0-1 0 0,0 0 1 0 0,0 0 0 0 0,1 0-1 0 0,-1 0 1 0 0,0 0 0 0 0,0 0-1 0 0,0 0 1 0 0,1 0-1 0 0,-1-1 1 0 0,0 1 0 0 0,0 0-1 0 0,1-1 1 0 0,-1 1 0 0 0,0-1-1 0 0,0 1 1 0 0,1 0-1 0 0,-1-1 1 0 0,1 0 0 0 0,-1 1-1 0 0,0-1 1 0 0,1 1 0 0 0,-1-1-1 0 0,1 0 1 0 0,-1 1 0 0 0,1-1-1 0 0,-1-1 1 0 0,-10-24 136 0 0,9 14-152 0 0,1-1-1 0 0,1 1 1 0 0,0-1 0 0 0,1 0 0 0 0,0 1-1 0 0,1-1 1 0 0,1 1 0 0 0,6-21-1 0 0,40-94-1175 0 0,-48 124 1142 0 0,21-46-1198 0 0,6-15-1111 0 0,-9 19-4136 0 0,-12 23 2781 0 0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0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132 117 13165 0 0,'-29'-11'67'0'0,"10"4"42"0"0,0-1 1 0 0,0-1-1 0 0,-21-13 1 0 0,40 21-107 0 0,0 1 0 0 0,-1 0 0 0 0,1 0 0 0 0,-1-1 0 0 0,1 1 0 0 0,0 0 0 0 0,-1-1 0 0 0,1 1 1 0 0,0 0-1 0 0,0-1 0 0 0,-1 1 0 0 0,1-1 0 0 0,0 1 0 0 0,0 0 0 0 0,0-1 0 0 0,-1 1 0 0 0,1-1 0 0 0,0 1 0 0 0,0-1 0 0 0,0 1 0 0 0,0 0 0 0 0,0-1 0 0 0,0 1 1 0 0,0-1-1 0 0,0 1 0 0 0,0-1 0 0 0,0 1 0 0 0,0-1 0 0 0,0 1 0 0 0,0-1 0 0 0,0 1 0 0 0,1 0 0 0 0,-1-1 0 0 0,0 1 0 0 0,0-1 0 0 0,0 1 0 0 0,1 0 0 0 0,-1-1 1 0 0,0 1-1 0 0,0-1 0 0 0,1 1 0 0 0,-1 0 0 0 0,0-1 0 0 0,1 1 0 0 0,-1 0 0 0 0,1 0 0 0 0,-1-1 0 0 0,0 1 0 0 0,1 0 0 0 0,0-1 0 0 0,22-11 40 0 0,2 5-88 0 0,0 1-1 0 0,1 1 1 0 0,0 1 0 0 0,0 1-1 0 0,27 0 1 0 0,139 12-1669 0 0,-56-2-1474 0 0,-60-6-106 0 0,2 1 253 0 0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0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378 118 276 0 0,'-11'-45'5570'0'0,"8"34"-4717"0"0,3 6-337 0 0,-1 0 0 0 0,0 1 0 0 0,0-1 1 0 0,0 1-1 0 0,0 0 0 0 0,-1-1 0 0 0,0 1 0 0 0,0 0 0 0 0,-4-6 0 0 0,4 8-424 0 0,0 1 1 0 0,0 0-1 0 0,0 0 1 0 0,0 0-1 0 0,0 0 0 0 0,0 0 1 0 0,0 0-1 0 0,0 0 1 0 0,0 1-1 0 0,0-1 1 0 0,-1 1-1 0 0,1-1 0 0 0,0 1 1 0 0,-1 0-1 0 0,1 0 1 0 0,0 0-1 0 0,0 0 0 0 0,-1 1 1 0 0,1-1-1 0 0,0 0 1 0 0,0 1-1 0 0,-1 0 1 0 0,-1 1-1 0 0,-21 4 323 0 0,1 2 0 0 0,1 0 0 0 0,-1 2 0 0 0,-38 22 0 0 0,50-25-231 0 0,-1 1 1 0 0,1 0-1 0 0,1 1 0 0 0,-1 1 1 0 0,2 0-1 0 0,-1 0 1 0 0,1 1-1 0 0,1 0 1 0 0,-12 19-1 0 0,19-28-150 0 0,0 0 0 0 0,1 1 0 0 0,0-1 0 0 0,-1 1 0 0 0,1 0 0 0 0,0-1 0 0 0,0 1 0 0 0,1 0 0 0 0,-1-1 0 0 0,0 1 0 0 0,1 0 0 0 0,0 0 0 0 0,0 0 0 0 0,0 0 0 0 0,0-1 0 0 0,0 1 0 0 0,0 0 0 0 0,1 0 1 0 0,-1 0-1 0 0,1-1 0 0 0,0 1 0 0 0,2 4 0 0 0,-2-5-18 0 0,1 0 1 0 0,0 0-1 0 0,0 0 1 0 0,1 0 0 0 0,-1 0-1 0 0,0 0 1 0 0,0-1-1 0 0,1 0 1 0 0,-1 1-1 0 0,1-1 1 0 0,-1 0 0 0 0,1 0-1 0 0,0 0 1 0 0,-1 0-1 0 0,1-1 1 0 0,0 1 0 0 0,0-1-1 0 0,0 1 1 0 0,-1-1-1 0 0,1 0 1 0 0,0 0-1 0 0,4-1 1 0 0,12-2-4 0 0,0 0 1 0 0,-1-1-1 0 0,1-1 0 0 0,-1-1 0 0 0,0-1 1 0 0,-1 0-1 0 0,1-1 0 0 0,-1-1 0 0 0,-1-1 0 0 0,0 0 1 0 0,0-1-1 0 0,-1-1 0 0 0,18-18 0 0 0,-26 24-13 0 0,-6 6 0 0 0,-1 0 0 0 0,1-1 0 0 0,-1 1 0 0 0,1 0 0 0 0,0 0 0 0 0,-1 0 0 0 0,1-1 0 0 0,-1 1 0 0 0,1 0 0 0 0,0 0 0 0 0,-1 0 1 0 0,1 0-1 0 0,-1 0 0 0 0,1 0 0 0 0,0 0 0 0 0,-1 0 0 0 0,1 0 0 0 0,0 1 0 0 0,-1-1 0 0 0,1 0 0 0 0,-1 0 0 0 0,1 0 0 0 0,-1 1 0 0 0,1-1 0 0 0,0 0 0 0 0,-1 1 0 0 0,1-1 0 0 0,-1 0 1 0 0,1 1-1 0 0,-1-1 0 0 0,0 1 0 0 0,1-1 0 0 0,-1 1 0 0 0,1-1 0 0 0,-1 1 0 0 0,0-1 0 0 0,1 1 0 0 0,-1-1 0 0 0,0 1 0 0 0,0-1 0 0 0,1 1 0 0 0,-1-1 0 0 0,0 1 0 0 0,0 0 1 0 0,0-1-1 0 0,0 1 0 0 0,0 0 0 0 0,0 0 0 0 0,8 47 1 0 0,-4-18-7 0 0,-3-27 7 0 0,-1-1 0 0 0,1 0 0 0 0,0 0 0 0 0,0 0 0 0 0,0 1 0 0 0,0-1 0 0 0,0 0 0 0 0,0 0 0 0 0,1-1 0 0 0,-1 1 0 0 0,1 0 0 0 0,-1 0 0 0 0,1-1 0 0 0,0 1-1 0 0,-1-1 1 0 0,1 1 0 0 0,0-1 0 0 0,0 0 0 0 0,0 1 0 0 0,0-1 0 0 0,0 0 0 0 0,0-1 0 0 0,1 1 0 0 0,-1 0 0 0 0,0-1 0 0 0,0 1 0 0 0,1-1 0 0 0,-1 1 0 0 0,0-1-1 0 0,1 0 1 0 0,-1 0 0 0 0,0 0 0 0 0,1-1 0 0 0,-1 1 0 0 0,0 0 0 0 0,1-1 0 0 0,-1 1 0 0 0,0-1 0 0 0,3-1 0 0 0,17-6-77 0 0,-1 0 0 0 0,-1-2 0 0 0,1 0 0 0 0,35-25 0 0 0,22-11-111 0 0,-75 45 176 0 0,20 13-126 0 0,-17-5 128 0 0,-1-1-1 0 0,1 0 1 0 0,0 0 0 0 0,0 0 0 0 0,1-1-1 0 0,-1 0 1 0 0,1 0 0 0 0,0-1-1 0 0,1 0 1 0 0,-1 0 0 0 0,1-1-1 0 0,0 1 1 0 0,0-2 0 0 0,0 1 0 0 0,0-1-1 0 0,0-1 1 0 0,13 2 0 0 0,-13-2 6 0 0,-1-1 0 0 0,1 0 0 0 0,-1 0 0 0 0,1-1 0 0 0,-1 1 0 0 0,0-2 0 0 0,1 1 0 0 0,-1-1 0 0 0,0 0 0 0 0,0-1 0 0 0,0 0 0 0 0,0 0 0 0 0,-1 0 0 0 0,1-1 0 0 0,-1 0 0 0 0,0 0 0 0 0,0 0 1 0 0,0-1-1 0 0,0 0 0 0 0,6-9 0 0 0,-10 13 44 0 0,-1-1 1 0 0,1 1 0 0 0,-1-1 0 0 0,0 0-1 0 0,1 0 1 0 0,-1 0 0 0 0,0 0-1 0 0,0 0 1 0 0,-1 0 0 0 0,1 0 0 0 0,0 0-1 0 0,-1 0 1 0 0,1 0 0 0 0,-1 0-1 0 0,0 0 1 0 0,0 0 0 0 0,1-1-1 0 0,-1 1 1 0 0,-1 0 0 0 0,1 0 0 0 0,0 0-1 0 0,-1-1 1 0 0,1 1 0 0 0,-2-4-1 0 0,1 3 125 0 0,0 3-141 0 0,1 0-1 0 0,0 0 1 0 0,-1-1-1 0 0,1 1 1 0 0,-1 0-1 0 0,1 0 1 0 0,0 0-1 0 0,-1-1 1 0 0,1 1-1 0 0,-1 0 1 0 0,1 0-1 0 0,-1 0 0 0 0,1 0 1 0 0,-1 0-1 0 0,1 0 1 0 0,0 0-1 0 0,-1 0 1 0 0,1 0-1 0 0,-1 0 1 0 0,1 0-1 0 0,-1 0 1 0 0,1 0-1 0 0,-1 0 1 0 0,1 1-1 0 0,0-1 0 0 0,-1 0 1 0 0,1 0-1 0 0,-1 0 1 0 0,1 1-1 0 0,0-1 1 0 0,-1 1-1 0 0,0 0-21 0 0,0 1-1 0 0,0 0 0 0 0,0-1 1 0 0,0 1-1 0 0,1 0 1 0 0,-1 0-1 0 0,1 0 1 0 0,-1 0-1 0 0,1 0 0 0 0,0-1 1 0 0,0 1-1 0 0,0 0 1 0 0,0 0-1 0 0,0 0 0 0 0,0 0 1 0 0,0 0-1 0 0,1 0 1 0 0,-1 0-1 0 0,1 0 0 0 0,-1-1 1 0 0,1 1-1 0 0,0 0 1 0 0,0 0-1 0 0,-1 0 1 0 0,3 2-1 0 0,0 0-551 0 0,0 0 0 0 0,0-1 0 0 0,0 0 0 0 0,1 1 0 0 0,-1-1 0 0 0,1 0 0 0 0,-1 0 0 0 0,1-1 0 0 0,0 1 0 0 0,0-1 1 0 0,7 3-1 0 0,7 1-4713 0 0,-1-2 399 0 0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3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1037 252 0 0,'-25'28'6773'0'0,"305"-215"-4167"0"0,-123 80-1880 0 0,361-275 799 0 0,-196 100-558 0 0,-309 269-910 0 0,-3 3 67 0 0,0 0 1 0 0,0-1 0 0 0,-1 0-1 0 0,0 0 1 0 0,14-25-1 0 0,-23 35-34 0 0,-15-1 47 0 0,-9 0-66 0 0,2 7-44 0 0,1 1-1 0 0,0 1 1 0 0,1 1-1 0 0,0 1 1 0 0,0 0-1 0 0,1 2 1 0 0,0 0-1 0 0,0 1 1 0 0,2 1-1 0 0,-1 0 1 0 0,-18 20-1 0 0,32-28-19 0 0,1 0 0 0 0,-1 0-1 0 0,1 1 1 0 0,0-1 0 0 0,1 0 0 0 0,0 1-1 0 0,-1 0 1 0 0,2 0 0 0 0,-1-1-1 0 0,1 1 1 0 0,0 0 0 0 0,0 0 0 0 0,0 0-1 0 0,1 0 1 0 0,0 0 0 0 0,0 0-1 0 0,1 0 1 0 0,0 0 0 0 0,0 0-1 0 0,0 0 1 0 0,3 7 0 0 0,5 14 24 0 0,1-2 0 0 0,1 1-1 0 0,23 35 1 0 0,-1 2-2 0 0,-33-62-28 0 0,8 14-16 0 0,-1 1 1 0 0,-1 0 0 0 0,0 1 0 0 0,4 23-1 0 0,-9-37 11 0 0,-1 0 1 0 0,1 0-1 0 0,-1 0 0 0 0,0 0 0 0 0,1 0 0 0 0,-1 0 0 0 0,-1 0 0 0 0,1 1 0 0 0,0-1 0 0 0,-1 0 0 0 0,0 0 0 0 0,1 0 0 0 0,-1 0 0 0 0,0 0 0 0 0,-1 0 0 0 0,1-1 1 0 0,0 1-1 0 0,-1 0 0 0 0,0-1 0 0 0,1 1 0 0 0,-1-1 0 0 0,0 1 0 0 0,0-1 0 0 0,-1 0 0 0 0,1 0 0 0 0,0 0 0 0 0,-1 0 0 0 0,1 0 0 0 0,-1 0 0 0 0,0-1 1 0 0,1 1-1 0 0,-5 0 0 0 0,-3 2 1 0 0,0-1 0 0 0,0 0 1 0 0,0-1-1 0 0,-1 0 1 0 0,1 0-1 0 0,-1-1 0 0 0,1-1 1 0 0,-1 0-1 0 0,1 0 1 0 0,-1-1-1 0 0,1-1 0 0 0,-1 1 1 0 0,1-2-1 0 0,0 1 1 0 0,0-2-1 0 0,0 1 0 0 0,0-1 1 0 0,0-1-1 0 0,1 1 1 0 0,-16-13-1 0 0,24 17-24 0 0,1-1-1 0 0,-1 1 1 0 0,1-1-1 0 0,-1 1 1 0 0,1-1-1 0 0,0 0 1 0 0,-1 1-1 0 0,1-1 1 0 0,0 0-1 0 0,0 1 1 0 0,0-1 0 0 0,-1 0-1 0 0,1 0 1 0 0,0 1-1 0 0,0-1 1 0 0,0 0-1 0 0,0 0 1 0 0,0 1-1 0 0,0-1 1 0 0,1 0 0 0 0,-1 1-1 0 0,0-1 1 0 0,0 0-1 0 0,0 1 1 0 0,1-1-1 0 0,-1 0 1 0 0,0 1-1 0 0,1-1 1 0 0,-1 0-1 0 0,0 1 1 0 0,1-1 0 0 0,0 0-1 0 0,17-16-1012 0 0,32-3-1776 0 0,-15 11-1858 0 0,-20 5 1928 0 0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4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68 313 952 0 0,'4'-2'10414'0'0,"-35"65"-8779"0"0,24-51-1148 0 0,0 1 0 0 0,1 0 1 0 0,0 0-1 0 0,-8 26 0 0 0,14-38-390 0 0,6-1 17 0 0,23-4 143 0 0,3-11-170 0 0,43-27 0 0 0,15-7-207 0 0,-88 49 114 0 0,1 0-1 0 0,-1 1 1 0 0,1-1 0 0 0,-1 0 0 0 0,1 1-1 0 0,-1-1 1 0 0,1 1 0 0 0,-1 0 0 0 0,0 0-1 0 0,1 0 1 0 0,-1 0 0 0 0,0 0 0 0 0,0 1 0 0 0,0-1-1 0 0,0 1 1 0 0,0-1 0 0 0,0 1 0 0 0,0 0-1 0 0,0 0 1 0 0,1 2 0 0 0,1-1-19 0 0,-1 0 22 0 0,1 0 0 0 0,0 0 0 0 0,0-1 0 0 0,0 1-1 0 0,0-1 1 0 0,0 0 0 0 0,1 0 0 0 0,-1 0 0 0 0,1-1-1 0 0,-1 1 1 0 0,1-1 0 0 0,-1 0 0 0 0,1-1 0 0 0,0 1 0 0 0,-1-1-1 0 0,1 0 1 0 0,0 0 0 0 0,9-1 0 0 0,-8-1-1 0 0,0 0 0 0 0,0-1 0 0 0,0 0 1 0 0,0 1-1 0 0,0-2 0 0 0,-1 1 0 0 0,1-1 1 0 0,-1 0-1 0 0,0 0 0 0 0,0 0 0 0 0,0-1 0 0 0,4-5 1 0 0,7-10 1 0 0,-1 0-1 0 0,-2-1 1 0 0,0-1 0 0 0,-1 0 0 0 0,17-45 0 0 0,-19 37 121 0 0,-1-1 1 0 0,-1 0 0 0 0,6-58-1 0 0,-14 89-108 0 0,0 0 0 0 0,0 0 0 0 0,0 0 0 0 0,0-1-1 0 0,0 1 1 0 0,0 0 0 0 0,0 0 0 0 0,0 0 0 0 0,0 0 0 0 0,0-1-1 0 0,0 1 1 0 0,0 0 0 0 0,0 0 0 0 0,0 0 0 0 0,0 0-1 0 0,0-1 1 0 0,0 1 0 0 0,0 0 0 0 0,0 0 0 0 0,0 0-1 0 0,0 0 1 0 0,0-1 0 0 0,0 1 0 0 0,0 0 0 0 0,0 0-1 0 0,-1 0 1 0 0,1 0 0 0 0,0 0 0 0 0,0-1 0 0 0,0 1-1 0 0,0 0 1 0 0,0 0 0 0 0,-1 0 0 0 0,1 0 0 0 0,0 0-1 0 0,0 0 1 0 0,0 0 0 0 0,0 0 0 0 0,0 0 0 0 0,-1 0-1 0 0,1-1 1 0 0,0 1 0 0 0,0 0 0 0 0,0 0 0 0 0,-1 0-1 0 0,1 0 1 0 0,0 0 0 0 0,-12 6 86 0 0,-12 18-70 0 0,19-17-9 0 0,1 1 0 0 0,0 0 0 0 0,0 0 0 0 0,0 1 1 0 0,1-1-1 0 0,0 1 0 0 0,1-1 0 0 0,0 1 0 0 0,0 0 1 0 0,1 0-1 0 0,0 0 0 0 0,1 0 0 0 0,-1 0 0 0 0,2 0 1 0 0,-1 0-1 0 0,2 0 0 0 0,2 14 0 0 0,1-7-14 0 0,1-1 0 0 0,1 0-1 0 0,0 0 1 0 0,0-1 0 0 0,2 0-1 0 0,0 0 1 0 0,0-1 0 0 0,20 20-1 0 0,-29-32-4 0 0,1-1-1 0 0,0 1 0 0 0,-1-1 1 0 0,1 1-1 0 0,0 0 0 0 0,-1-1 1 0 0,1 1-1 0 0,-1 0 1 0 0,1 0-1 0 0,-1-1 0 0 0,1 1 1 0 0,-1 0-1 0 0,1 0 0 0 0,-1 0 1 0 0,0 0-1 0 0,0-1 0 0 0,1 1 1 0 0,-1 0-1 0 0,0 0 1 0 0,0 0-1 0 0,0 0 0 0 0,0 0 1 0 0,0 0-1 0 0,0 0 0 0 0,0-1 1 0 0,0 1-1 0 0,0 0 1 0 0,-1 0-1 0 0,1 0 0 0 0,0 0 1 0 0,-1 0-1 0 0,1-1 0 0 0,-1 2 1 0 0,-1 0 0 0 0,1-1 0 0 0,-1 0 0 0 0,0 0 0 0 0,0 0-1 0 0,0 0 1 0 0,0 0 0 0 0,0 0 0 0 0,0 0 0 0 0,0 0 0 0 0,0-1 0 0 0,0 1 0 0 0,-1-1 0 0 0,-1 0 0 0 0,-5 2 0 0 0,0-2 0 0 0,0 0-1 0 0,0 0 1 0 0,0 0 0 0 0,-16-4 0 0 0,12-1 1345 0 0,3-4-5235 0 0,10 9 3572 0 0,0-1 0 0 0,0 0 1 0 0,0 0-1 0 0,0 0 0 0 0,0 1 0 0 0,0-1 0 0 0,1 0 1 0 0,-1 0-1 0 0,0 1 0 0 0,1-1 0 0 0,-1 0 0 0 0,0 0 1 0 0,1 1-1 0 0,-1-1 0 0 0,1 1 0 0 0,-1-1 1 0 0,1 0-1 0 0,-1 1 0 0 0,1-1 0 0 0,0 1 0 0 0,-1-1 1 0 0,1 1-1 0 0,0-1 0 0 0,-1 1 0 0 0,1 0 0 0 0,1-1 1 0 0,8-5-3021 0 0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4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19 676 0 0,'-13'-17'3872'0'0,"11"17"-3677"0"0,0-1-1 0 0,0 1 1 0 0,0 0 0 0 0,-1-1 0 0 0,1 1 0 0 0,0 0 0 0 0,0 0-1 0 0,0 0 1 0 0,-1 1 0 0 0,1-1 0 0 0,0 0 0 0 0,0 1 0 0 0,0 0 0 0 0,0-1-1 0 0,0 1 1 0 0,0 0 0 0 0,0 0 0 0 0,0 0 0 0 0,0 0 0 0 0,0 0-1 0 0,0 1 1 0 0,1-1 0 0 0,-1 1 0 0 0,1-1 0 0 0,-1 1 0 0 0,1-1 0 0 0,-3 4-1 0 0,3-2-32 0 0,-1 0-1 0 0,1 1 0 0 0,0-1 0 0 0,0 0 0 0 0,0 1 1 0 0,1-1-1 0 0,-1 1 0 0 0,1-1 0 0 0,0 1 0 0 0,0-1 1 0 0,0 1-1 0 0,0-1 0 0 0,0 1 0 0 0,1-1 0 0 0,0 1 1 0 0,2 6-1 0 0,-1-4-24 0 0,1 1-1 0 0,-1 0 1 0 0,-1 0 0 0 0,0 0-1 0 0,0 0 1 0 0,0 1 0 0 0,0-1 0 0 0,-2 10-1 0 0,1-14-113 0 0,-1 0 0 0 0,0-1-1 0 0,0 1 1 0 0,0 0 0 0 0,-1-1-1 0 0,1 1 1 0 0,0 0 0 0 0,-1-1-1 0 0,0 0 1 0 0,0 1 0 0 0,1-1-1 0 0,-1 0 1 0 0,0 0 0 0 0,-1 0 0 0 0,1 0-1 0 0,0-1 1 0 0,-1 1 0 0 0,1 0-1 0 0,-1-1 1 0 0,1 0 0 0 0,-1 1-1 0 0,1-1 1 0 0,-6 1 0 0 0,-3 2-103 0 0,0-1 1 0 0,-1 0 0 0 0,1 0-1 0 0,-1-1 1 0 0,0-1 0 0 0,0 0 0 0 0,0 0-1 0 0,0-1 1 0 0,0-1 0 0 0,0 0-1 0 0,1-1 1 0 0,-1 0 0 0 0,0-1 0 0 0,-14-5-1 0 0,24 7-868 0 0,1-9-1564 0 0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4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55 932 0 0,'40'-55'11020'0'0,"-42"65"-10829"0"0,0-1 0 0 0,-1 0 0 0 0,0 1 0 0 0,0-1 0 0 0,-1-1 0 0 0,0 1 0 0 0,-9 12 0 0 0,-5 14 275 0 0,-8 27 259 0 0,-19 68 0 0 0,36-98-577 0 0,1-1 0 0 0,2 1 0 0 0,1 0 0 0 0,0 44 0 0 0,5-71-120 0 0,0 1-1 0 0,0-1 1 0 0,0 0 0 0 0,1 1-1 0 0,0-1 1 0 0,0 0-1 0 0,0 0 1 0 0,4 8 0 0 0,-4-11-22 0 0,0-1 0 0 0,0 1 0 0 0,0-1 0 0 0,0 1 0 0 0,0-1 0 0 0,1 0 0 0 0,-1 0 0 0 0,0 0 0 0 0,1 0-1 0 0,-1 0 1 0 0,1 0 0 0 0,-1 0 0 0 0,1 0 0 0 0,-1 0 0 0 0,1-1 0 0 0,0 1 0 0 0,-1-1 0 0 0,1 1 0 0 0,0-1 0 0 0,-1 1 0 0 0,1-1 0 0 0,0 0 0 0 0,0 0 0 0 0,-1 0 0 0 0,1 0 0 0 0,0 0 0 0 0,0-1 0 0 0,2 0 0 0 0,5 0 46 0 0,-1-2 0 0 0,0 1 0 0 0,0-1 1 0 0,0 0-1 0 0,0 0 0 0 0,-1-1 0 0 0,1 0 0 0 0,-1-1 0 0 0,0 0 0 0 0,0 0 0 0 0,-1 0 0 0 0,10-11 0 0 0,13-8 1720 0 0,-17 17 138 0 0,-17 21-2416 0 0,-6 9-3797 0 0,10-21 3456 0 0,-1 1-351 0 0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5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12197 0 0,'3'-39'2996'0'0,"1"36"-2952"0"0,0 1-1 0 0,-1-1 1 0 0,1 1-1 0 0,0 0 1 0 0,0-1 0 0 0,0 2-1 0 0,1-1 1 0 0,-1 0-1 0 0,0 1 1 0 0,1 0-1 0 0,-1 0 1 0 0,1 0-1 0 0,8 0 1 0 0,9-2-2855 0 0,-2-2-3621 0 0,-11 2 2744 0 0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5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51 644 0 0,'0'0'2156'0'0,"16"-19"-1236"0"0,-3 10-92 0 0,5 3-92 0 0,6-2-75 0 0,3 5-81 0 0,2 0-128 0 0,14 1-216 0 0,-2 2-264 0 0,-1 0-264 0 0,0 2-260 0 0,-9 1-509 0 0,-3-3-1139 0 0,4 5 504 0 0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5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20 928 0 0,'0'0'1130'0'0,"-14"-20"10573"0"0,4 58-10968 0 0,-2-1 0 0 0,-2 0 0 0 0,-29 57 0 0 0,19-45-128 0 0,-21 63 0 0 0,39-92-473 0 0,-23 87 505 0 0,26-97-544 0 0,2-1-1 0 0,-1 1 1 0 0,2-1 0 0 0,-1 1 0 0 0,1 0-1 0 0,1-1 1 0 0,-1 1 0 0 0,5 17-1 0 0,-4-26-116 0 0,0 1-1 0 0,-1-1 0 0 0,1 0 0 0 0,0 1 0 0 0,0-1 0 0 0,0 0 1 0 0,1 0-1 0 0,-1 1 0 0 0,0-1 0 0 0,0 0 0 0 0,1 0 0 0 0,-1 0 0 0 0,0-1 1 0 0,1 1-1 0 0,-1 0 0 0 0,1 0 0 0 0,-1-1 0 0 0,1 1 0 0 0,-1-1 0 0 0,1 1 1 0 0,0-1-1 0 0,-1 0 0 0 0,1 0 0 0 0,-1 0 0 0 0,1 0 0 0 0,0 0 0 0 0,-1 0 1 0 0,1 0-1 0 0,0 0 0 0 0,-1 0 0 0 0,1-1 0 0 0,-1 1 0 0 0,1-1 1 0 0,0 1-1 0 0,-1-1 0 0 0,3-1 0 0 0,3-1-580 0 0,0 1 0 0 0,0-1 0 0 0,0-1 0 0 0,0 1 0 0 0,-1-1 1 0 0,8-6-1 0 0,7-16-7301 0 0,-18 19 4205 0 0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7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1 361 284 0 0,'0'0'793'0'0,"5"-2"-67"0"0,20-5-297 0 0,1 1 0 0 0,-1 1 0 0 0,1 2 0 0 0,0 0 0 0 0,37 1 0 0 0,-31 2-693 0 0,-1-2 1 0 0,1-1 0 0 0,44-10 0 0 0,-72 12 724 0 0,1-1 1 0 0,0 1-1 0 0,-1 1 1 0 0,1-1 0 0 0,0 1-1 0 0,-1 0 1 0 0,1 0-1 0 0,0 0 1 0 0,10 2 1898 0 0,-17 3-2031 0 0,-2 2-126 0 0,1-1-1 0 0,1 0 1 0 0,-1 1 0 0 0,1 0 0 0 0,0 0-1 0 0,1-1 1 0 0,0 1 0 0 0,0 0 0 0 0,0 14-1 0 0,1-19-165 0 0,1 1 0 0 0,-1 0 0 0 0,0-1-1 0 0,1 1 1 0 0,0-1 0 0 0,0 1 0 0 0,0-1-1 0 0,0 0 1 0 0,0 1 0 0 0,0-1 0 0 0,1 0-1 0 0,-1 0 1 0 0,1 0 0 0 0,-1 0 0 0 0,1 0-1 0 0,0 0 1 0 0,0 0 0 0 0,0-1 0 0 0,0 1 0 0 0,0 0-1 0 0,0-1 1 0 0,0 0 0 0 0,0 1 0 0 0,1-1-1 0 0,-1 0 1 0 0,0 0 0 0 0,1-1 0 0 0,-1 1-1 0 0,1 0 1 0 0,2 0 0 0 0,1-1-19 0 0,-1-1 0 0 0,0 1 1 0 0,0-1-1 0 0,1 0 0 0 0,-1 0 0 0 0,0 0 1 0 0,0-1-1 0 0,0 1 0 0 0,0-1 0 0 0,5-3 1 0 0,65-31 117 0 0,-74 35-106 0 0,23-23 1465 0 0,-24 20-1230 0 0,0-1 1 0 0,0 1-1 0 0,0-1 0 0 0,-1 1 1 0 0,0 0-1 0 0,0-1 0 0 0,0 1 0 0 0,0 0 1 0 0,-2-5-1 0 0,2 8 644 0 0,-19 4-829 0 0,19-3-80 0 0,0 1-1 0 0,0-1 1 0 0,0 1 0 0 0,1-1 0 0 0,-1 1 0 0 0,0 0 0 0 0,0-1 0 0 0,1 1-1 0 0,-1 0 1 0 0,0-1 0 0 0,1 1 0 0 0,-1 0 0 0 0,1 0 0 0 0,-1-1 0 0 0,1 1 0 0 0,-1 0-1 0 0,1 0 1 0 0,-1 0 0 0 0,1 0 0 0 0,0 0 0 0 0,-1 0 0 0 0,1 0 0 0 0,0 0-1 0 0,0 0 1 0 0,0 0 0 0 0,0 0 0 0 0,0 0 0 0 0,0 0 0 0 0,0-1 0 0 0,0 1-1 0 0,0 0 1 0 0,1 2 0 0 0,0-2 5 0 0,1 0-1 0 0,0 0 0 0 0,-1 1 1 0 0,1-1-1 0 0,0 0 0 0 0,0 0 1 0 0,0-1-1 0 0,0 1 0 0 0,0 0 1 0 0,0-1-1 0 0,0 1 0 0 0,0-1 1 0 0,0 0-1 0 0,3 1 0 0 0,17 0 18 0 0,44-1-1 0 0,-62-1-39 0 0,34-2-7 0 0,70-17 0 0 0,-79 13 16 0 0,-27 7 9 0 0,25-6 17 0 0,-34 8 20 0 0,-5 2-15 0 0,-1 0 0 0 0,1 0 0 0 0,-20 11 0 0 0,29-13-14 0 0,-1 1-1 0 0,1-1 1 0 0,0 1 0 0 0,0 0 0 0 0,0 0 0 0 0,0 0-1 0 0,0 0 1 0 0,1 0 0 0 0,-1 1 0 0 0,1-1 0 0 0,0 1-1 0 0,0 0 1 0 0,-3 6 0 0 0,11-9-44 0 0,0-1 0 0 0,-1 1 0 0 0,1-1 0 0 0,0 0 0 0 0,0 0 0 0 0,-1-1 0 0 0,10-2 0 0 0,64-23-452 0 0,-77 26 464 0 0,14-2-25 0 0,4 3 13 0 0,1-2-1 0 0,-1 0 1 0 0,0-2-1 0 0,32-7 0 0 0,-44 8 39 0 0,-1-1-1 0 0,1 0 1 0 0,0 0 0 0 0,-1-1-1 0 0,0 0 1 0 0,0 0-1 0 0,0-1 1 0 0,0 0-1 0 0,-1 0 1 0 0,0-1-1 0 0,0 0 1 0 0,0 0-1 0 0,-1 0 1 0 0,8-12-1 0 0,1-1 35 0 0,-1 0 0 0 0,-1-2 0 0 0,-1 1 0 0 0,0-2 0 0 0,-2 1 0 0 0,-1-1-1 0 0,0-1 1 0 0,-2 1 0 0 0,6-36 0 0 0,-12 58-31 0 0,0-1 0 0 0,0 0 0 0 0,0 0 0 0 0,0 0 0 0 0,0 1 0 0 0,0-1 0 0 0,0 0 1 0 0,0 0-1 0 0,0 1 0 0 0,0-1 0 0 0,0 0 0 0 0,0 0 0 0 0,-1 0 0 0 0,1 1 0 0 0,0-1 0 0 0,-1 0 0 0 0,1 1 0 0 0,-1-1 0 0 0,1 0 0 0 0,0 1 0 0 0,-1-1 0 0 0,1 1 1 0 0,-1-1-1 0 0,0 0 0 0 0,1 1 0 0 0,-1-1 0 0 0,1 1 0 0 0,-1 0 0 0 0,0-1 0 0 0,0 1 0 0 0,1-1 0 0 0,-1 1 0 0 0,0 0 0 0 0,1 0 0 0 0,-1-1 0 0 0,0 1 0 0 0,0 0 0 0 0,0 0 1 0 0,1 0-1 0 0,-1 0 0 0 0,0 0 0 0 0,0 0 0 0 0,1 0 0 0 0,-1 0 0 0 0,0 0 0 0 0,0 0 0 0 0,0 1 0 0 0,1-1 0 0 0,-1 0 0 0 0,0 0 0 0 0,0 1 0 0 0,1-1 0 0 0,-1 0 0 0 0,0 1 1 0 0,0 0-1 0 0,-41 22 142 0 0,37-20-147 0 0,1 1 0 0 0,0 1 0 0 0,-1-1 1 0 0,1 0-1 0 0,0 1 0 0 0,1 0 0 0 0,-1 0 1 0 0,1 0-1 0 0,0 0 0 0 0,1 1 0 0 0,-1-1 1 0 0,1 1-1 0 0,0-1 0 0 0,0 1 0 0 0,1 0 0 0 0,-1 0 1 0 0,1 0-1 0 0,1 0 0 0 0,-1 0 0 0 0,1 0 1 0 0,0 0-1 0 0,1 0 0 0 0,-1 0 0 0 0,1 0 0 0 0,2 8 1 0 0,20 41 30 0 0,-18-46-92 0 0,0 0-1 0 0,-1 0 0 0 0,0 0 0 0 0,-1 0 1 0 0,0 0-1 0 0,0 1 0 0 0,-1-1 0 0 0,-1 1 1 0 0,1 0-1 0 0,-1 0 0 0 0,-1 15 0 0 0,0-24 37 0 0,-1 0-1 0 0,1 0 0 0 0,0 0 0 0 0,0 0 1 0 0,-1 0-1 0 0,1 0 0 0 0,0 0 0 0 0,0 0 1 0 0,0 0-1 0 0,0 0 0 0 0,1 0 0 0 0,-1 0 1 0 0,0 0-1 0 0,0 0 0 0 0,0 0 0 0 0,1 0 1 0 0,-1 0-1 0 0,1 0 0 0 0,-1 0 0 0 0,1 0 1 0 0,-1 0-1 0 0,1-1 0 0 0,-1 1 0 0 0,1 0 1 0 0,0 0-1 0 0,0 0 0 0 0,-1-1 0 0 0,1 1 0 0 0,0 0 1 0 0,0-1-1 0 0,0 1 0 0 0,-1-1 0 0 0,1 1 1 0 0,0-1-1 0 0,0 1 0 0 0,0-1 0 0 0,0 0 1 0 0,0 0-1 0 0,0 1 0 0 0,0-1 0 0 0,0 0 1 0 0,0 0-1 0 0,0 0 0 0 0,0 0 0 0 0,0 0 1 0 0,0 0-1 0 0,1 0 0 0 0,-1 0 0 0 0,0-1 1 0 0,0 1-1 0 0,0 0 0 0 0,1-1 0 0 0,9-1-120 0 0,0-1 0 0 0,1-1 0 0 0,16-7 0 0 0,-21 8 100 0 0,13-6-14 0 0,0-1-1 0 0,-1-1 1 0 0,0-1 0 0 0,-1-1 0 0 0,-1 0 0 0 0,0-1 0 0 0,19-21-1 0 0,-14 11 43 0 0,0-1-1 0 0,-2 0 0 0 0,-1-2 1 0 0,20-36-1 0 0,-34 55 155 0 0,-1-1 0 0 0,0 1-1 0 0,-1-1 1 0 0,0 0 0 0 0,0 1-1 0 0,-1-1 1 0 0,0-1 0 0 0,1-12 0 0 0,-3 19 9 0 0,-3 0 61 0 0,3 3-196 0 0,0-1 0 0 0,0 1 0 0 0,0 0 0 0 0,0-1 0 0 0,0 1 1 0 0,-1 0-1 0 0,1 0 0 0 0,0-1 0 0 0,0 1 0 0 0,0 0 0 0 0,0 0 1 0 0,0-1-1 0 0,-1 1 0 0 0,1 0 0 0 0,0 0 0 0 0,0 0 0 0 0,0-1 0 0 0,-1 1 1 0 0,1 0-1 0 0,0 0 0 0 0,0 0 0 0 0,0 0 0 0 0,-1 0 0 0 0,1-1 0 0 0,0 1 1 0 0,0 0-1 0 0,-1 0 0 0 0,1 0 0 0 0,0 0 0 0 0,-1 0 0 0 0,1 0 0 0 0,0 0 1 0 0,0 0-1 0 0,-1 0 0 0 0,1 0 0 0 0,0 0 0 0 0,0 0 0 0 0,-1 0 1 0 0,1 0-1 0 0,0 0 0 0 0,-1 0 0 0 0,1 0 0 0 0,0 0 0 0 0,0 0 0 0 0,-1 1 1 0 0,1-1-1 0 0,0 0 0 0 0,0 0 0 0 0,0 0 0 0 0,-1 1 0 0 0,-8 5 85 0 0,0 1 0 0 0,1 0 0 0 0,0 1-1 0 0,0 0 1 0 0,1 0 0 0 0,0 1 0 0 0,0-1-1 0 0,1 2 1 0 0,0-1 0 0 0,1 1 0 0 0,0-1-1 0 0,0 1 1 0 0,1 1 0 0 0,1-1 0 0 0,0 1-1 0 0,0-1 1 0 0,1 1 0 0 0,-2 17 0 0 0,3-21-80 0 0,1-1 0 0 0,-1 1 1 0 0,1-1-1 0 0,1 1 1 0 0,-1-1-1 0 0,1 1 0 0 0,0-1 1 0 0,1 0-1 0 0,0 1 0 0 0,0-1 1 0 0,0 0-1 0 0,1 0 1 0 0,-1 0-1 0 0,1 0 0 0 0,1-1 1 0 0,-1 1-1 0 0,1-1 1 0 0,0 0-1 0 0,0 0 0 0 0,1 0 1 0 0,-1 0-1 0 0,1-1 1 0 0,0 0-1 0 0,0 0 0 0 0,1 0 1 0 0,-1 0-1 0 0,1-1 0 0 0,0 0 1 0 0,0-1-1 0 0,0 1 1 0 0,0-1-1 0 0,0 0 0 0 0,8 1 1 0 0,-5-2 60 0 0,-1 0 0 0 0,1 0 0 0 0,-1-1 0 0 0,1-1 1 0 0,0 1-1 0 0,-1-1 0 0 0,1-1 0 0 0,-1 0 0 0 0,1 0 0 0 0,-1 0 1 0 0,0-1-1 0 0,9-5 0 0 0,-15 7 696 0 0,13 8-745 0 0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28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11 676 0 0,'0'0'7833'0'0,"-36"-10"-7889"0"0,23 10-1744 0 0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30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15 671 788 0 0,'-14'-8'4990'0'0,"23"21"-3882"0"0,-4-8-1042 0 0,0 1 1 0 0,0-1-1 0 0,0 0 1 0 0,1-1 0 0 0,10 7-1 0 0,-3-6 31 0 0,1-1-1 0 0,0 0 1 0 0,-1-1-1 0 0,2-1 1 0 0,-1 0-1 0 0,0-1 1 0 0,0 0-1 0 0,0-1 1 0 0,1 0-1 0 0,-1-2 1 0 0,0 0-1 0 0,24-6 1 0 0,1-2 28 0 0,-1-2 1 0 0,-1-2-1 0 0,48-24 0 0 0,-59 25-85 0 0,-1-1 0 0 0,-1-2-1 0 0,0 0 1 0 0,-1-1-1 0 0,-1-1 1 0 0,-1-2 0 0 0,-1 0-1 0 0,0-1 1 0 0,-1-1-1 0 0,-2 0 1 0 0,15-26 0 0 0,-23 35-25 0 0,-2-2 1 0 0,0 1-1 0 0,0-1 1 0 0,-2 0 0 0 0,0 0-1 0 0,0 0 1 0 0,-1-1 0 0 0,-1 0-1 0 0,-1 1 1 0 0,0-1-1 0 0,-1 0 1 0 0,-1 0 0 0 0,-1 0-1 0 0,0 0 1 0 0,0 0 0 0 0,-2 0-1 0 0,0 0 1 0 0,-1 1-1 0 0,-1-1 1 0 0,0 1 0 0 0,-8-15-1 0 0,11 26 14 0 0,1 0 13 0 0,0 1 0 0 0,0 0 0 0 0,-1 0 0 0 0,0 0-1 0 0,1 0 1 0 0,-1 0 0 0 0,0 0 0 0 0,-1 1 0 0 0,1-1 0 0 0,0 0-1 0 0,-1 1 1 0 0,1 0 0 0 0,-6-4 0 0 0,6 5 44 0 0,-1 5-14 0 0,-3 4-46 0 0,0-1 1 0 0,1 1-1 0 0,0 0 0 0 0,1 0 0 0 0,0 1 1 0 0,0-1-1 0 0,0 1 0 0 0,1 0 1 0 0,1 0-1 0 0,-3 15 0 0 0,-12 107 179 0 0,14-97-154 0 0,-47 326 363 0 0,30-137-195 0 0,4-25-30 0 0,11-167-158 0 0,-1 1-1 0 0,-2-1 0 0 0,0 0 0 0 0,-17 35 1 0 0,19-51-120 0 0,-1 0 0 0 0,-1-1 0 0 0,0 0 0 0 0,-1 0 0 0 0,-1-1 1 0 0,0 0-1 0 0,0-1 0 0 0,-21 19 0 0 0,24-26-131 0 0,1 0 0 0 0,-1 0-1 0 0,0-1 1 0 0,0 0 0 0 0,0-1 0 0 0,0 1 0 0 0,-1-1-1 0 0,1-1 1 0 0,-1 1 0 0 0,0-1 0 0 0,0-1 0 0 0,0 1-1 0 0,0-1 1 0 0,0-1 0 0 0,0 1 0 0 0,0-1 0 0 0,0-1-1 0 0,0 0 1 0 0,-11-2 0 0 0,-45-14-3226 0 0,33 7 1476 0 0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31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0 562 12 0 0,'0'0'885'0'0,"5"-3"-433"0"0,18-10-9 0 0,1 1 0 0 0,0 2 0 0 0,0 0 0 0 0,50-11-1 0 0,11-5 70 0 0,65-28 183 0 0,419-138 1204 0 0,-166 47-526 0 0,-402 145-1294 0 0,0 0 0 0 0,1-1 0 0 0,-1 1 0 0 0,0-1 0 0 0,0 1 0 0 0,1-1 0 0 0,-1 1 0 0 0,0-1 0 0 0,0 1 0 0 0,0-1 0 0 0,0 0 0 0 0,0 0-1 0 0,0 0 1 0 0,0 0 0 0 0,0 0 0 0 0,0 0 0 0 0,0 0 0 0 0,-1 0 0 0 0,2-1 0 0 0,-22-4 1252 0 0,19 6-1315 0 0,-1 1 0 0 0,0-1 1 0 0,0 0-1 0 0,0 1 1 0 0,0 0-1 0 0,1-1 1 0 0,-1 1-1 0 0,0 0 0 0 0,0 0 1 0 0,1 0-1 0 0,-1 0 1 0 0,1 0-1 0 0,-1 0 0 0 0,1 0 1 0 0,-1 1-1 0 0,1-1 1 0 0,-2 2-1 0 0,-5 5 80 0 0,-2 0-7 0 0,1 0 1 0 0,-1 0-1 0 0,1 1 1 0 0,1 1-1 0 0,0-1 1 0 0,1 1-1 0 0,-13 22 0 0 0,19-31-20 0 0,5 6-30 0 0,-4-6-38 0 0,0-1 1 0 0,0 0-1 0 0,0 1 0 0 0,0-1 0 0 0,0 1 1 0 0,0-1-1 0 0,0 0 0 0 0,0 1 1 0 0,0-1-1 0 0,1 1 0 0 0,-1-1 1 0 0,0 0-1 0 0,0 1 0 0 0,0-1 1 0 0,0 0-1 0 0,1 1 0 0 0,-1-1 0 0 0,0 0 1 0 0,0 1-1 0 0,1-1 0 0 0,-1 0 1 0 0,0 1-1 0 0,1-1 0 0 0,-1 0 1 0 0,0 0-1 0 0,1 1 0 0 0,-1-1 1 0 0,0 0-1 0 0,1 0 0 0 0,-1 0 1 0 0,0 0-1 0 0,1 1 0 0 0,0-1 0 0 0,10-2 18 0 0,0 1 0 0 0,0-1 0 0 0,0-1 0 0 0,0 0 0 0 0,0-1 0 0 0,-1 0 0 0 0,1-1 0 0 0,18-10 0 0 0,-13 6-8 0 0,2 0-1 0 0,25-8 0 0 0,-9 6-11 0 0,-22 6 3 0 0,1 1 0 0 0,-1 0 1 0 0,25-3-1 0 0,-33 7-2 0 0,0 0-1 0 0,0-1 0 0 0,0 2 1 0 0,0-1-1 0 0,0 0 0 0 0,0 1 1 0 0,1 0-1 0 0,-2 0 0 0 0,1 0 1 0 0,0 1-1 0 0,0-1 0 0 0,0 1 1 0 0,-1 0-1 0 0,1 0 0 0 0,0 0 1 0 0,5 5-1 0 0,32 39-6 0 0,-15-14 11 0 0,-25-31-2 0 0,0 0-1 0 0,0-1 1 0 0,0 1 0 0 0,0-1 0 0 0,0 1-1 0 0,0-1 1 0 0,0 1 0 0 0,0-1 0 0 0,0 0-1 0 0,0 1 1 0 0,1-1 0 0 0,-1 0 0 0 0,0 0 0 0 0,0 0-1 0 0,0 0 1 0 0,0 0 0 0 0,0 0 0 0 0,0 0-1 0 0,1 0 1 0 0,-1 0 0 0 0,0-1 0 0 0,0 1-1 0 0,0 0 1 0 0,0-1 0 0 0,0 1 0 0 0,0-1 0 0 0,0 1-1 0 0,0-1 1 0 0,0 0 0 0 0,0 1 0 0 0,0-1-1 0 0,0 0 1 0 0,-1 0 0 0 0,1 1 0 0 0,0-1-1 0 0,0 0 1 0 0,-1 0 0 0 0,1 0 0 0 0,0 0 0 0 0,-1 0-1 0 0,1-1 1 0 0,32-51-119 0 0,-29 44 2 0 0,4-4-395 0 0,1 0 0 0 0,0 1 0 0 0,16-17 1 0 0,18-8-5190 0 0,-24 26 3161 0 0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31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24 496 0 0,'0'0'820'0'0,"-5"-7"665"0"0,-7-8 943 0 0,9 15-2248 0 0,-1-1 1 0 0,1 1-1 0 0,-1-1 0 0 0,0 1 0 0 0,1 0 1 0 0,-1 0-1 0 0,0 0 0 0 0,1 1 0 0 0,-1 0 0 0 0,1-1 1 0 0,-1 1-1 0 0,1 0 0 0 0,-1 1 0 0 0,1-1 1 0 0,0 1-1 0 0,-1-1 0 0 0,1 1 0 0 0,0 0 1 0 0,0 0-1 0 0,0 0 0 0 0,0 1 0 0 0,-4 4 0 0 0,-10 8 189 0 0,0 1 0 0 0,-17 22 0 0 0,26-29-241 0 0,2 0-1 0 0,-1 0 1 0 0,1 1-1 0 0,1-1 1 0 0,-1 1 0 0 0,2 1-1 0 0,-5 10 1 0 0,8-17-95 0 0,0-1 0 0 0,0 1 0 0 0,0-1 0 0 0,1 0 1 0 0,-1 1-1 0 0,1-1 0 0 0,0 1 0 0 0,0-1 0 0 0,0 1 0 0 0,0 0 0 0 0,0-1 1 0 0,1 1-1 0 0,0-1 0 0 0,0 0 0 0 0,0 1 0 0 0,0-1 0 0 0,0 0 1 0 0,1 1-1 0 0,-1-1 0 0 0,1 0 0 0 0,0 0 0 0 0,0 0 0 0 0,0-1 0 0 0,0 1 1 0 0,5 4-1 0 0,-5-5-14 0 0,1-1 1 0 0,0 1-1 0 0,0-1 1 0 0,0 0 0 0 0,0 0-1 0 0,0 0 1 0 0,0 0-1 0 0,1 0 1 0 0,-1-1-1 0 0,0 1 1 0 0,0-1-1 0 0,0 0 1 0 0,1 0 0 0 0,-1 0-1 0 0,0-1 1 0 0,0 1-1 0 0,1-1 1 0 0,-1 1-1 0 0,0-1 1 0 0,0 0-1 0 0,0 0 1 0 0,6-4 0 0 0,-2 2 3 0 0,1 0 0 0 0,-1-1 1 0 0,0 0-1 0 0,0-1 1 0 0,-1 1-1 0 0,1-2 1 0 0,11-10-1 0 0,-14 11 1 0 0,-1 0-1 0 0,1 0 1 0 0,-1-1 0 0 0,0 1-1 0 0,0-1 1 0 0,0 0 0 0 0,-1 0-1 0 0,0 0 1 0 0,0 0-1 0 0,-1 0 1 0 0,0-1 0 0 0,0 1-1 0 0,0 0 1 0 0,-1-1 0 0 0,1 1-1 0 0,-2 0 1 0 0,1-1-1 0 0,-1 1 1 0 0,0 0 0 0 0,-3-11-1 0 0,3 14-6 0 0,0 0 0 0 0,-1 0-1 0 0,1 0 1 0 0,-1 0 0 0 0,0 0 0 0 0,0 0-1 0 0,0 1 1 0 0,-1-1 0 0 0,1 1 0 0 0,0-1-1 0 0,-1 1 1 0 0,0 0 0 0 0,1 0-1 0 0,-1 0 1 0 0,0 0 0 0 0,0 1 0 0 0,0-1-1 0 0,0 1 1 0 0,-1 0 0 0 0,1-1 0 0 0,-4 1-1 0 0,3 2-420 0 0,1 1-1 0 0,-1 0 1 0 0,1 0-1 0 0,0 1 1 0 0,0-1-1 0 0,0 1 1 0 0,0-1-1 0 0,0 1 1 0 0,1 0-1 0 0,-1 0 1 0 0,1 0-1 0 0,-3 4 1 0 0,2 0-2853 0 0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32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1 312 0 0,'2'0'177'0'0,"1"1"0"0"0,0 0 0 0 0,0-1 0 0 0,0 1 0 0 0,-1 0 0 0 0,1 1 0 0 0,0-1 0 0 0,-1 0 0 0 0,1 1-1 0 0,-1-1 1 0 0,1 1 0 0 0,-1 0 0 0 0,0 0 0 0 0,0 0 0 0 0,0 0 0 0 0,0 0 0 0 0,0 1 0 0 0,0-1 0 0 0,-1 0 0 0 0,1 1 0 0 0,-1-1 0 0 0,0 1 0 0 0,1 0 0 0 0,-1-1 0 0 0,0 1 0 0 0,-1 0 0 0 0,1 0 0 0 0,0 0-1 0 0,-1 0 1 0 0,0 0 0 0 0,1-1 0 0 0,-2 7 0 0 0,2 9 565 0 0,-2 0 0 0 0,-1 0 0 0 0,-7 36 0 0 0,7-44-411 0 0,-15 17 1663 0 0,16-32-1970 0 0,2 1 0 0 0,-1-1 0 0 0,0 0 0 0 0,1 0 0 0 0,0 0 0 0 0,0 1 0 0 0,1-1 0 0 0,-1 0 0 0 0,1 1 0 0 0,0-1 0 0 0,5-7 0 0 0,34-49 179 0 0,-27 41-183 0 0,-10 15 7 0 0,-3 3-25 0 0,1-1 0 0 0,0 1 1 0 0,-1 0-1 0 0,1 0 0 0 0,0 0 0 0 0,1 0 0 0 0,-1 0 0 0 0,0 0 0 0 0,0 1 1 0 0,1-1-1 0 0,-1 1 0 0 0,1-1 0 0 0,-1 1 0 0 0,1 0 0 0 0,0 0 0 0 0,5-1 0 0 0,-7 1-2 0 0,0 1 0 0 0,0-1 0 0 0,0 1 0 0 0,1-1 0 0 0,-1 1 0 0 0,0 0-1 0 0,0 0 1 0 0,0 0 0 0 0,1-1 0 0 0,-1 1 0 0 0,0 0 0 0 0,0 1 0 0 0,1-1-1 0 0,-1 0 1 0 0,0 0 0 0 0,0 0 0 0 0,0 1 0 0 0,1-1 0 0 0,-1 1 0 0 0,0-1-1 0 0,0 1 1 0 0,0-1 0 0 0,0 1 0 0 0,0 0 0 0 0,0-1 0 0 0,1 2 0 0 0,4 3-1 0 0,8 2 8 0 0,-1 1 0 0 0,2-2 0 0 0,-1 1 0 0 0,1-2 0 0 0,0 0 0 0 0,0-1 0 0 0,0-1 0 0 0,0 0-1 0 0,1-1 1 0 0,0 0 0 0 0,-1-1 0 0 0,1-1 0 0 0,0-1 0 0 0,28-4 0 0 0,19-12 7 0 0,-60 16-10 0 0,1 0-1 0 0,-1-1 0 0 0,0 0 0 0 0,0 0 0 0 0,0 0 0 0 0,0 0 1 0 0,0 0-1 0 0,0-1 0 0 0,-1 1 0 0 0,1-1 0 0 0,-1 0 0 0 0,1 1 1 0 0,-1-1-1 0 0,0 0 0 0 0,2-4 0 0 0,-4 5 404 0 0,-3 0-285 0 0,-12-4 15 0 0,11 4 127 0 0,-26 17 253 0 0,29-14-513 0 0,0 0-1 0 0,1 0 1 0 0,0 1 0 0 0,-1-1-1 0 0,1 0 1 0 0,0 0 0 0 0,-1 0 0 0 0,1 1-1 0 0,0-1 1 0 0,0 0 0 0 0,0 0-1 0 0,0 0 1 0 0,0 1 0 0 0,0-1 0 0 0,1 0-1 0 0,-1 0 1 0 0,0 0 0 0 0,1 1-1 0 0,-1-1 1 0 0,0 0 0 0 0,1 0-1 0 0,0 0 1 0 0,-1 0 0 0 0,1 0 0 0 0,-1 0-1 0 0,2 2 1 0 0,1-1-68 0 0,0 0 0 0 0,0 1-1 0 0,0-1 1 0 0,0 0 0 0 0,0 0 0 0 0,0-1-1 0 0,0 1 1 0 0,1-1 0 0 0,3 2 0 0 0,9 2-1847 0 0,1-1 1 0 0,-1-1 0 0 0,21 2 0 0 0,-7-2-1153 0 0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35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128 174 876 0 0,'1'3'10072'0'0,"-7"18"-9917"0"0,-5 0 367 0 0,-1 0 0 0 0,-19 23 1 0 0,23-35-397 0 0,0 1 1 0 0,1 1 0 0 0,0-1-1 0 0,1 1 1 0 0,0 1-1 0 0,1-1 1 0 0,0 1 0 0 0,1 0-1 0 0,0 0 1 0 0,-3 16 0 0 0,7-25-109 0 0,-1 0-1 0 0,1 0 1 0 0,0 0 0 0 0,0 0 0 0 0,0 1 0 0 0,0-1 0 0 0,1 0 0 0 0,-1 0 0 0 0,1 0 0 0 0,0 0 0 0 0,0 0 0 0 0,0 0 0 0 0,0 0-1 0 0,3 6 1 0 0,1-5-6 0 0,-1 1 0 0 0,1-1 0 0 0,-1 0 0 0 0,1 0 0 0 0,0 0 0 0 0,9 4 0 0 0,-3-1 4 0 0,-9-6-3 0 0,8-1-6 0 0,-8 0-3 0 0,0 0 0 0 0,0 0 0 0 0,0 0 0 0 0,-1 0 0 0 0,1 0 1 0 0,0 0-1 0 0,0-1 0 0 0,0 1 0 0 0,0-1 0 0 0,-1 1 0 0 0,1-1 0 0 0,0 0 0 0 0,-1 1 0 0 0,1-1 0 0 0,0 0 0 0 0,-1 0 0 0 0,3-2 0 0 0,-2 1 1 0 0,32-35 34 0 0,-29 32-20 0 0,7-6 0 0 0,-4 5-20 0 0,-1-1 0 0 0,1 0 0 0 0,-1-1 0 0 0,0 0 0 0 0,-1 0 0 0 0,0 0 0 0 0,5-10 0 0 0,-11 17-4 0 0,1-1 6 0 0,0 1 0 0 0,-1 0 0 0 0,1 0 0 0 0,0 0 0 0 0,-1-1 0 0 0,1 1 0 0 0,-1 0 0 0 0,0-1 1 0 0,1 1-1 0 0,-1 0 0 0 0,0-1 0 0 0,0 1 0 0 0,0 0 0 0 0,0-1 0 0 0,0 1 0 0 0,0 0 0 0 0,0-1 0 0 0,-1 1 1 0 0,1 0-1 0 0,0-1 0 0 0,-1 1 0 0 0,1 0 0 0 0,-1-1 0 0 0,1 1 0 0 0,-1 0 0 0 0,0 0 0 0 0,0 0 0 0 0,1 0 0 0 0,-1 0 1 0 0,-2-2-1 0 0,2 2 9 0 0,-16-25-39 0 0,17 24 56 0 0,-17-40-93 0 0,15 35 66 0 0,6 6-3 0 0,9 18-14 0 0,-4-3 29 0 0,-2 0 0 0 0,1 1 0 0 0,-2-1 0 0 0,10 31 0 0 0,-8-19 20 0 0,-5-16-32 0 0,0-1 0 0 0,1 1-1 0 0,0-1 1 0 0,1 0 0 0 0,0 0-1 0 0,11 15 1 0 0,-13-21 1 0 0,0 0-1 0 0,0 0 1 0 0,0-1-1 0 0,0 1 1 0 0,1-1-1 0 0,-1 0 1 0 0,1 0 0 0 0,0 0-1 0 0,-1 0 1 0 0,1 0-1 0 0,0-1 1 0 0,0 0 0 0 0,0 0-1 0 0,0 0 1 0 0,0 0-1 0 0,1-1 1 0 0,-1 1 0 0 0,0-1-1 0 0,0 0 1 0 0,7-1-1 0 0,-3 0 2 0 0,0 1 0 0 0,0-1-1 0 0,0-1 1 0 0,0 1 0 0 0,0-1-1 0 0,0-1 1 0 0,-1 1 0 0 0,1-1-1 0 0,-1-1 1 0 0,1 0 0 0 0,-1 0 0 0 0,0 0-1 0 0,-1-1 1 0 0,1 1 0 0 0,-1-2-1 0 0,0 1 1 0 0,0-1 0 0 0,0 0-1 0 0,-1 0 1 0 0,0 0 0 0 0,0-1-1 0 0,5-10 1 0 0,-9 15-1 0 0,0 0 0 0 0,0 0 1 0 0,0 0-1 0 0,-1-1 0 0 0,1 1 0 0 0,0 0 1 0 0,-1-1-1 0 0,0 1 0 0 0,1 0 0 0 0,-1-5 1 0 0,1-8 17 0 0,-1 13-15 0 0,0 0 0 0 0,0-8-6 0 0,0 8-8 0 0,6-34-6 0 0,1 29-4 0 0,-6 6 18 0 0,0 0 0 0 0,0 0 0 0 0,0 0 1 0 0,0 0-1 0 0,0 1 0 0 0,0-1 0 0 0,0 0 1 0 0,0 0-1 0 0,1 1 0 0 0,-1-1 0 0 0,0 0 1 0 0,1 1-1 0 0,-1-1 0 0 0,0 1 0 0 0,1 0 1 0 0,-1-1-1 0 0,0 1 0 0 0,3 0 0 0 0,-2 0-6 0 0,-1 0-4 0 0,0 0 11 0 0,0 0 0 0 0,-1 1 0 0 0,1-1 0 0 0,0 0 1 0 0,0 0-1 0 0,-1 1 0 0 0,1-1 0 0 0,0 1 1 0 0,-1-1-1 0 0,1 1 0 0 0,-1-1 0 0 0,1 1 1 0 0,-1-1-1 0 0,1 1 0 0 0,-1-1 0 0 0,1 1 0 0 0,-1 0 1 0 0,1-1-1 0 0,-1 1 0 0 0,0 0 0 0 0,1-1 1 0 0,-1 1-1 0 0,0 0 0 0 0,0 0 0 0 0,1 1 1 0 0,7 23-7 0 0,-8-23 10 0 0,4 35 5 0 0,-2 34 6 0 0,-4-61-21 0 0,2-9 8 0 0,0 0 1 0 0,-1-1-1 0 0,1 1 0 0 0,0-1 0 0 0,0 1 1 0 0,-1 0-1 0 0,1 0 0 0 0,0-1 0 0 0,0 1 1 0 0,0 0-1 0 0,0-1 0 0 0,0 1 1 0 0,0 0-1 0 0,0-1 0 0 0,0 1 0 0 0,0 0 1 0 0,1 0-1 0 0,-1-1 0 0 0,0 1 1 0 0,0 0-1 0 0,1-1 0 0 0,-1 1 0 0 0,0-1 1 0 0,1 1-1 0 0,-1 0 0 0 0,0-1 0 0 0,1 1 1 0 0,-1-1-1 0 0,1 1 0 0 0,-1-1 1 0 0,1 1-1 0 0,-1-1 0 0 0,1 1 0 0 0,-1-1 1 0 0,1 0-1 0 0,0 1 0 0 0,-1-1 0 0 0,1 0 1 0 0,0 1-1 0 0,-1-1 0 0 0,1 0 1 0 0,0 0-1 0 0,-1 0 0 0 0,1 0 0 0 0,1 1 1 0 0,0-1 1 0 0,2-3-8 0 0,122-86-23 0 0,-123 88 26 0 0,-1 0 0 0 0,1 0 0 0 0,0 0 1 0 0,-1 0-1 0 0,1 0 0 0 0,0 1 1 0 0,0-1-1 0 0,0 1 0 0 0,0-1 0 0 0,0 1 1 0 0,0 0-1 0 0,0 1 0 0 0,-1-1 1 0 0,1 0-1 0 0,0 1 0 0 0,0-1 0 0 0,0 1 1 0 0,3 1-1 0 0,55 27 29 0 0,-14-6-39 0 0,-40-22 12 0 0,0 1 1 0 0,0-1 0 0 0,0-1-1 0 0,0 1 1 0 0,0-1 0 0 0,1 0-1 0 0,-1-1 1 0 0,0 0-1 0 0,0 0 1 0 0,0 0 0 0 0,0-1-1 0 0,0 0 1 0 0,7-3 0 0 0,1-1 5 0 0,0-1 0 0 0,-1 0 1 0 0,1-1-1 0 0,22-18 0 0 0,8-12-24 0 0,-44 38 2 0 0,-1-1 16 0 0,0 1-1 0 0,0 0 1 0 0,0 0 0 0 0,0 0 0 0 0,0 0 0 0 0,0-1 0 0 0,0 1 0 0 0,0 0 0 0 0,0 0-1 0 0,0 0 1 0 0,0 0 0 0 0,0-1 0 0 0,0 1 0 0 0,0 0 0 0 0,0 0 0 0 0,0 0 0 0 0,0 0-1 0 0,0 0 1 0 0,0-1 0 0 0,0 1 0 0 0,0 0 0 0 0,0 0 0 0 0,0 0 0 0 0,1 0 0 0 0,-1-1-1 0 0,0 1 1 0 0,0 0 0 0 0,0 0 0 0 0,0 0 0 0 0,0 0 0 0 0,0 0 0 0 0,1 0 0 0 0,-1 0-1 0 0,0-1 1 0 0,0 1 0 0 0,0 0 0 0 0,0 0 0 0 0,0 0 0 0 0,1 0 0 0 0,-1 0 0 0 0,0 0-1 0 0,0 0 1 0 0,0 0 0 0 0,0 0 0 0 0,1 0 0 0 0,-1 0 0 0 0,0 0 0 0 0,0 0 0 0 0,0 0-1 0 0,10 7-10 0 0,3 10-3 0 0,-10-11 11 0 0,0 0 1 0 0,1 0 0 0 0,0 0-1 0 0,0-1 1 0 0,0 1-1 0 0,7 5 1 0 0,-9-8 6 0 0,1-1 0 0 0,-1 1-1 0 0,1-1 1 0 0,0 0 0 0 0,-1 0 0 0 0,1 0 0 0 0,0 0-1 0 0,1-1 1 0 0,-1 1 0 0 0,0-1 0 0 0,0 0 0 0 0,0 0-1 0 0,1 0 1 0 0,-1 0 0 0 0,5 0 0 0 0,6-1 2 0 0,-2-1-4 0 0,-10 0-1 0 0,0 1 0 0 0,0-1-1 0 0,0 0 1 0 0,0 1 0 0 0,0-1-1 0 0,0 0 1 0 0,-1 0 0 0 0,1 0 0 0 0,0-1-1 0 0,-1 1 1 0 0,1 0 0 0 0,0 0-1 0 0,-1-1 1 0 0,0 1 0 0 0,1-1-1 0 0,-1 0 1 0 0,0 1 0 0 0,0-1-1 0 0,0 0 1 0 0,0 0 0 0 0,0 1-1 0 0,1-5 1 0 0,13-50 21 0 0,-10 33-25 0 0,8-43-22 0 0,-10 43 15 0 0,2 0-1 0 0,11-35 0 0 0,-14 52 8 0 0,0 0 0 0 0,1 1 1 0 0,0-1-1 0 0,0 1 0 0 0,0-1 0 0 0,1 1 0 0 0,0 0 0 0 0,0 0 1 0 0,0 1-1 0 0,0-1 0 0 0,1 1 0 0 0,0 0 0 0 0,0 0 0 0 0,7-4 1 0 0,-10 7 8 0 0,0-1 1 0 0,1 1 0 0 0,-1 0-1 0 0,1 0 1 0 0,-1 0 0 0 0,1 0-1 0 0,0 0 1 0 0,-1 1 0 0 0,1-1-1 0 0,0 1 1 0 0,-1 0 0 0 0,1 0-1 0 0,0 0 1 0 0,0 0 0 0 0,-1 0-1 0 0,1 1 1 0 0,0-1 0 0 0,-1 1-1 0 0,1-1 1 0 0,0 1 0 0 0,-1 0-1 0 0,1 0 1 0 0,-1 1 0 0 0,0-1-1 0 0,1 0 1 0 0,-1 1 0 0 0,0-1-1 0 0,1 1 1 0 0,-1 0 0 0 0,0 0-1 0 0,0 0 1 0 0,-1 0 0 0 0,1 0-1 0 0,0 0 1 0 0,-1 0 0 0 0,1 0-1 0 0,1 4 1 0 0,6 10 125 0 0,-1 1 1 0 0,0 0-1 0 0,-2 0 1 0 0,8 27-1 0 0,-5-16-51 0 0,17 77 245 0 0,-9-32-196 0 0,-11-26-2134 0 0,-6-45 1364 0 0,0-12-6511 0 0,-1 7 7109 0 0,1 0 0 0 0,0 0 0 0 0,0 0 0 0 0,0 0 0 0 0,1 0 0 0 0,-1 0 0 0 0,1 0 0 0 0,0 0 0 0 0,0 0 0 0 0,0 0 0 0 0,0 1 0 0 0,0-1 0 0 0,0 0 0 0 0,1 0 0 0 0,0 1-1 0 0,-1-1 1 0 0,1 1 0 0 0,0 0 0 0 0,0-1 0 0 0,0 1 0 0 0,0 0 0 0 0,1 0 0 0 0,-1 0 0 0 0,1 0 0 0 0,-1 1 0 0 0,1-1 0 0 0,0 1 0 0 0,-1 0 0 0 0,7-3 0 0 0,0 1 122 0 0,27-10 720 0 0,-1-2 0 0 0,0-2 0 0 0,43-27 0 0 0,-69 38-575 0 0,0 0 0 0 0,-1-1 0 0 0,1 0 1 0 0,-2-1-1 0 0,1 0 0 0 0,-1 0 0 0 0,0 0 0 0 0,-1-1 0 0 0,1 0 0 0 0,-2-1 0 0 0,0 1 0 0 0,0-1 0 0 0,0 0 0 0 0,-1 0 0 0 0,-1 0 0 0 0,4-17 0 0 0,-5 16 151 0 0,0-1-1 0 0,-1 1 1 0 0,-1-22-1 0 0,0 30-222 0 0,0-1 0 0 0,0 1-1 0 0,-1-1 1 0 0,0 1-1 0 0,0-1 1 0 0,0 1 0 0 0,0-1-1 0 0,0 1 1 0 0,0 0-1 0 0,-1 0 1 0 0,0-1 0 0 0,0 1-1 0 0,0 0 1 0 0,0 1-1 0 0,0-1 1 0 0,-3-3-1 0 0,4 5 201 0 0,-21 15 51 0 0,16-3-353 0 0,1 1 0 0 0,0 0 0 0 0,0 0 0 0 0,2 1 0 0 0,-1-1-1 0 0,1 1 1 0 0,1 0 0 0 0,0-1 0 0 0,1 1 0 0 0,1 0 0 0 0,0 0 0 0 0,3 24 0 0 0,0-16-13 0 0,0 0 0 0 0,2 0 0 0 0,0-1 0 0 0,2 1 0 0 0,0-1 1 0 0,1-1-1 0 0,14 25 0 0 0,-21-43-38 0 0,0 1-1 0 0,0 0 1 0 0,1-1 0 0 0,-1 1-1 0 0,0-1 1 0 0,1 0 0 0 0,-1 1-1 0 0,1-1 1 0 0,-1 0 0 0 0,1 0-1 0 0,0 0 1 0 0,0 0 0 0 0,-1 0-1 0 0,1-1 1 0 0,0 1 0 0 0,0 0 0 0 0,0-1-1 0 0,0 1 1 0 0,0-1 0 0 0,0 0-1 0 0,0 0 1 0 0,-1 1 0 0 0,1-1-1 0 0,0 0 1 0 0,0-1 0 0 0,0 1-1 0 0,0 0 1 0 0,0-1 0 0 0,0 1-1 0 0,0-1 1 0 0,0 1 0 0 0,0-1-1 0 0,-1 0 1 0 0,4-1 0 0 0,8-5-91 0 0,0 0 1 0 0,-1-1-1 0 0,21-15 1 0 0,-16 10 25 0 0,-10 8-5 0 0,0 0-1 0 0,0 1 1 0 0,1-1 0 0 0,0 1 0 0 0,13-4 0 0 0,-20 8 44 0 0,14 24-122 0 0,-12-20 142 0 0,0 0 0 0 0,0 0 1 0 0,1 0-1 0 0,0 0 0 0 0,-1-1 0 0 0,1 1 0 0 0,1-1 0 0 0,-1 0 0 0 0,0 0 0 0 0,1-1 0 0 0,0 1 0 0 0,-1-1 1 0 0,1 0-1 0 0,0 0 0 0 0,0-1 0 0 0,0 1 0 0 0,0-1 0 0 0,0 0 0 0 0,1-1 0 0 0,-1 1 0 0 0,0-1 0 0 0,0 0 1 0 0,1 0-1 0 0,6-1 0 0 0,0-1-12 0 0,-1 0 1 0 0,1-1-1 0 0,-1 0 1 0 0,0 0-1 0 0,0-1 1 0 0,0-1-1 0 0,0 0 1 0 0,-1 0-1 0 0,14-10 1 0 0,-15 10 10 0 0,-7 4 10 0 0,1 0 0 0 0,-1 0 0 0 0,0 0 1 0 0,0 0-1 0 0,0-1 0 0 0,0 1 1 0 0,0-1-1 0 0,0 1 0 0 0,0-1 1 0 0,0 0-1 0 0,0 1 0 0 0,-1-1 1 0 0,1 0-1 0 0,-1 0 0 0 0,3-4 1 0 0,-10 8 14 0 0,1 0-11 0 0,1 0 0 0 0,-1 0 0 0 0,0 1 0 0 0,1 0 0 0 0,-1 0 1 0 0,1 0-1 0 0,0 0 0 0 0,0 1 0 0 0,0-1 0 0 0,0 1 1 0 0,1 0-1 0 0,-1 0 0 0 0,1 1 0 0 0,0-1 0 0 0,0 1 0 0 0,1-1 1 0 0,-1 1-1 0 0,1 0 0 0 0,0 0 0 0 0,1 0 0 0 0,-2 6 1 0 0,1-4-2 0 0,0-1 1 0 0,1 1 0 0 0,0 0-1 0 0,0-1 1 0 0,1 1 0 0 0,0 0 0 0 0,0-1-1 0 0,2 10 1 0 0,-2-14-5 0 0,1 0 1 0 0,-1 0-1 0 0,1 0 0 0 0,0 1 0 0 0,0-1 0 0 0,0 0 1 0 0,0 0-1 0 0,0 0 0 0 0,0-1 0 0 0,1 1 0 0 0,-1 0 1 0 0,1 0-1 0 0,-1-1 0 0 0,1 1 0 0 0,-1-1 1 0 0,1 1-1 0 0,0-1 0 0 0,0 0 0 0 0,0 1 0 0 0,0-1 1 0 0,0 0-1 0 0,0 0 0 0 0,0-1 0 0 0,0 1 1 0 0,0 0-1 0 0,1-1 0 0 0,2 1 0 0 0,1-2-3 0 0,1 0 0 0 0,-1-1 0 0 0,0 0 1 0 0,0 0-1 0 0,0 0 0 0 0,0-1 0 0 0,-1 0 0 0 0,1 0 0 0 0,-1-1 0 0 0,7-4 0 0 0,-10 6-5 0 0,32-22 11 0 0,-18 12-3 0 0,0 1-1 0 0,1 0 0 0 0,1 1 0 0 0,28-12 1 0 0,-43 21-8 0 0,0 0 1 0 0,1 1 0 0 0,-1-1 0 0 0,0 1 0 0 0,1 0 0 0 0,-1 0 0 0 0,0 0-1 0 0,1 1 1 0 0,-1-1 0 0 0,0 1 0 0 0,1 0 0 0 0,-1 0 0 0 0,0 0 0 0 0,6 2 0 0 0,44 30 168 0 0,-45-27-446 0 0,0-1-1 0 0,1 1 1 0 0,0-1-1 0 0,13 5 1 0 0,20-3-5470 0 0,-34-5 2777 0 0,5-1-872 0 0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39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5 130 12 0 0,'0'0'656'0'0,"-3"12"4861"0"0,2-2-2715 0 0,1-9-2777 0 0,0-1-1 0 0,0 1 1 0 0,0-1 0 0 0,0 1 0 0 0,0-1-1 0 0,0 1 1 0 0,0-1 0 0 0,0 1 0 0 0,0-1 0 0 0,0 0-1 0 0,0 1 1 0 0,0-1 0 0 0,1 1 0 0 0,-1-1-1 0 0,0 1 1 0 0,0-1 0 0 0,1 0 0 0 0,-1 1 0 0 0,0-1-1 0 0,1 0 1 0 0,-1 1 0 0 0,0-1 0 0 0,1 0-1 0 0,-1 1 1 0 0,0-1 0 0 0,1 0 0 0 0,-1 0 0 0 0,1 1-1 0 0,-1-1 1 0 0,1 0 0 0 0,-1 0 0 0 0,0 0-1 0 0,1 0 1 0 0,-1 1 0 0 0,1-1 0 0 0,-1 0-1 0 0,1 0 1 0 0,-1 0 0 0 0,1 0 0 0 0,-1 0 0 0 0,1 0-1 0 0,-1 0 1 0 0,1-1 0 0 0,2 1 188 0 0,2-2-22 0 0,21-7-24 0 0,-1-1 1 0 0,1-1-1 0 0,-2-2 0 0 0,0 0 1 0 0,0-2-1 0 0,-1 0 0 0 0,-1-2 1 0 0,28-26-1 0 0,-49 42-146 0 0,5-13 91 0 0,-9 17-112 0 0,-9 16 4 0 0,12-16-2 0 0,-1-1-1 0 0,0 1 0 0 0,0-1 0 0 0,1 1 0 0 0,-1-1 0 0 0,1 1 0 0 0,0 0 0 0 0,0-1 0 0 0,0 1 0 0 0,0 0 0 0 0,1-1 0 0 0,-1 1 0 0 0,1-1 1 0 0,-1 1-1 0 0,1-1 0 0 0,0 1 0 0 0,0-1 0 0 0,0 1 0 0 0,0-1 0 0 0,0 0 0 0 0,4 5 0 0 0,2 5 1 0 0,-6-9 0 0 0,0-1 1 0 0,0 0-1 0 0,1 1 1 0 0,-1-1-1 0 0,1 0 1 0 0,-1 0-1 0 0,1 0 1 0 0,0 0-1 0 0,0 0 1 0 0,0 0-1 0 0,0-1 1 0 0,0 1-1 0 0,0-1 1 0 0,0 1-1 0 0,1-1 1 0 0,-1 0-1 0 0,0 0 1 0 0,1 0-1 0 0,2 1 1 0 0,0-1 2 0 0,0 0-1 0 0,0 0 1 0 0,0-1 0 0 0,0 0 0 0 0,0 0-1 0 0,0 0 1 0 0,0-1 0 0 0,0 1 0 0 0,7-3 0 0 0,6-3-3 0 0,0 0 1 0 0,-1-1-1 0 0,0-1 1 0 0,18-11-1 0 0,1-5 16 0 0,-23 14-12 0 0,0 1-1 0 0,26-14 1 0 0,-35 22-9 0 0,-1-1 0 0 0,0 1 0 0 0,1-1 0 0 0,-1 1 0 0 0,1 1 0 0 0,-1-1 0 0 0,1 0 0 0 0,0 1 0 0 0,-1 0 0 0 0,1-1 0 0 0,0 1 0 0 0,-1 1 0 0 0,1-1 0 0 0,-1 1 0 0 0,1-1 0 0 0,0 1-1 0 0,5 2 1 0 0,39 20-44 0 0,-43-20 92 0 0,0 0 0 0 0,0-1-1 0 0,1 1 1 0 0,-1-1 0 0 0,0 0 0 0 0,1 0-1 0 0,-1-1 1 0 0,1 0 0 0 0,0 0 0 0 0,-1 0-1 0 0,1 0 1 0 0,0-1 0 0 0,0 0 0 0 0,-1-1-1 0 0,1 1 1 0 0,0-1 0 0 0,6-2 0 0 0,-2 2-432 0 0,-1-1 0 0 0,1 0 0 0 0,-1 0 0 0 0,0-1 0 0 0,0-1 0 0 0,9-4 0 0 0,-16 0-4703 0 0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39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47 692 0 0,'-20'-27'4808'0'0,"19"27"-4748"0"0,1 0 0 0 0,0-1 0 0 0,-1 1-1 0 0,1 0 1 0 0,0-1 0 0 0,-1 1-1 0 0,1 0 1 0 0,0-1 0 0 0,0 1 0 0 0,-1-1-1 0 0,1 1 1 0 0,0-1 0 0 0,0 1 0 0 0,0 0-1 0 0,-1-1 1 0 0,1 1 0 0 0,0-1-1 0 0,0 1 1 0 0,0-1 0 0 0,0 1 0 0 0,0-1-1 0 0,0 1 1 0 0,0-1 0 0 0,0 1-1 0 0,0-1 1 0 0,0 1 0 0 0,0-1 0 0 0,1 1-1 0 0,-1-1 1 0 0,0 1 0 0 0,0 0 0 0 0,0-1-1 0 0,1 1 1 0 0,-1-1 0 0 0,0 1-1 0 0,0 0 1 0 0,1-1 0 0 0,-1 1 0 0 0,0-1-1 0 0,1 1 1 0 0,-1 0 0 0 0,0-1-1 0 0,1 1 1 0 0,-1 0 0 0 0,1 0 0 0 0,-1-1-1 0 0,1 1 1 0 0,-1 0 0 0 0,0 0-1 0 0,1 0 1 0 0,-1 0 0 0 0,1 0 0 0 0,-1-1-1 0 0,1 1 1 0 0,-1 0 0 0 0,1 0 0 0 0,-1 0-1 0 0,1 0 1 0 0,-1 0 0 0 0,1 0-1 0 0,-1 0 1 0 0,1 1 0 0 0,-1-1 0 0 0,1 0-1 0 0,-1 0 1 0 0,0 0 0 0 0,1 0-1 0 0,-1 1 1 0 0,1-1 0 0 0,15 4-739 0 0,0 0 1 0 0,-1 1-1 0 0,24 12 1 0 0,-4-3-2527 0 0,-9-5 1087 0 0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1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30 496 0 0,'0'0'9591'0'0,"-6"-2"-9220"0"0,-59-16 2413 0 0,63 18-2637 0 0,-21 4 240 0 0,12 0-297 0 0,0 0-1 0 0,1 1 1 0 0,0 0-1 0 0,0 0 1 0 0,0 1 0 0 0,0 1-1 0 0,1 0 1 0 0,0 0-1 0 0,0 1 1 0 0,1 0 0 0 0,0 0-1 0 0,0 1 1 0 0,1 0 0 0 0,0 0-1 0 0,1 1 1 0 0,-7 13-1 0 0,12-20-52 0 0,9 27 149 0 0,-4-29-178 0 0,1 0 0 0 0,0-1 1 0 0,-1 1-1 0 0,1-1 0 0 0,0 0 0 0 0,-1 0 0 0 0,1-1 1 0 0,0 1-1 0 0,-1-1 0 0 0,1 0 0 0 0,-1 0 0 0 0,9-4 1 0 0,47-31 14 0 0,-52 30-32 0 0,0 0 0 0 0,1 1 0 0 0,-1 0 0 0 0,1 0 0 0 0,1 1 0 0 0,-1 0 0 0 0,16-4-1 0 0,-24 8 3 0 0,-1-1 5 0 0,1 1-1 0 0,-1 0 1 0 0,1-1-1 0 0,0 1 1 0 0,-1 0-1 0 0,1 0 1 0 0,-1 0 0 0 0,1-1-1 0 0,-1 1 1 0 0,1 0-1 0 0,0 0 1 0 0,-1 0-1 0 0,1 0 1 0 0,-1 0 0 0 0,1 0-1 0 0,-1 0 1 0 0,1 0-1 0 0,0 0 1 0 0,-1 0-1 0 0,1 0 1 0 0,-1 0-1 0 0,1 1 1 0 0,-1-1 0 0 0,1 0-1 0 0,0 0 1 0 0,-1 1-1 0 0,1-1 1 0 0,-1 0-1 0 0,1 1 1 0 0,-1-1-1 0 0,0 0 1 0 0,1 1 0 0 0,-1-1-1 0 0,1 2 1 0 0,22 16-65 0 0,-21-15 69 0 0,0-1 1 0 0,0 1-1 0 0,0-1 0 0 0,1 1 1 0 0,-1-1-1 0 0,1 0 0 0 0,0 0 1 0 0,-1 0-1 0 0,1 0 0 0 0,0 0 1 0 0,0-1-1 0 0,1 1 0 0 0,-1-1 1 0 0,0 0-1 0 0,0 0 0 0 0,0 0 1 0 0,1 0-1 0 0,-1-1 0 0 0,1 0 1 0 0,-1 1-1 0 0,4-1 0 0 0,2-1-17 0 0,0 1-1 0 0,0-2 0 0 0,0 1 0 0 0,0-1 1 0 0,-1-1-1 0 0,1 1 0 0 0,-1-2 0 0 0,1 1 0 0 0,-1-1 1 0 0,0 0-1 0 0,-1-1 0 0 0,1 1 0 0 0,-1-2 1 0 0,12-9-1 0 0,55-33-64 0 0,-23 20 24 0 0,-49 27 56 0 0,14 3-53 0 0,-7 4 43 0 0,-7-5 9 0 0,1 1 1 0 0,-1 0-1 0 0,-1 1 1 0 0,1-1-1 0 0,0 0 0 0 0,-1 0 1 0 0,1 1-1 0 0,-1-1 0 0 0,1 1 1 0 0,-1 0-1 0 0,1 3 1 0 0,6 11-12 0 0,2-1 16 0 0,-8-11-1 0 0,0-1-1 0 0,1 0 0 0 0,-1 0 0 0 0,1 0 1 0 0,0 0-1 0 0,0-1 0 0 0,0 1 1 0 0,1-1-1 0 0,-1 0 0 0 0,1 0 1 0 0,-1 0-1 0 0,1 0 0 0 0,0-1 0 0 0,0 1 1 0 0,0-1-1 0 0,1 0 0 0 0,5 1 1 0 0,-5-2 2 0 0,1-1 1 0 0,-1 0 0 0 0,1 0-1 0 0,-1 0 1 0 0,1-1 0 0 0,-1 0-1 0 0,1 0 1 0 0,-1 0 0 0 0,0-1-1 0 0,0 0 1 0 0,1 0-1 0 0,-1 0 1 0 0,6-4 0 0 0,62-38-29 0 0,-73 43 23 0 0,6-3-17 0 0,0 1 0 0 0,0-1 0 0 0,1 1 1 0 0,12-5-1 0 0,-10 8 1 0 0,-1 1 1 0 0,1 1 0 0 0,-1 0 0 0 0,17 5 0 0 0,-16-4 12 0 0,0-1 1 0 0,0 1-1 0 0,0-1 1 0 0,0-1-1 0 0,10 1 1 0 0,2-2-164 0 0,1-1-1 0 0,40-7 1 0 0,-54 6 127 0 0,1 0 1 0 0,-1-1-1 0 0,0 1 0 0 0,0-2 1 0 0,-1 1-1 0 0,1-1 1 0 0,-1-1-1 0 0,1 1 0 0 0,-1-1 1 0 0,7-7-1 0 0,-3-4-2 0 0,-6 10 72 0 0,6 14-8 0 0,-10-8-18 0 0,0 0 0 0 0,0-1 0 0 0,0 1 0 0 0,-1 0 0 0 0,1 0-1 0 0,0 0 1 0 0,0-1 0 0 0,-1 1 0 0 0,1 0 0 0 0,0-1 0 0 0,0 1 0 0 0,-1-1-1 0 0,1 1 1 0 0,0-1 0 0 0,-1 1 0 0 0,1-1 0 0 0,0 1 0 0 0,-1-1 0 0 0,1 0-1 0 0,-1 1 1 0 0,1-1 0 0 0,-1 0 0 0 0,1 1 0 0 0,-1-1 0 0 0,0 0 0 0 0,1 0-1 0 0,-1 1 1 0 0,0-3 0 0 0,4-1 604 0 0,-26 384-442 0 0,11-241-149 0 0,-31 253 161 0 0,41-387-171 0 0,0 0 0 0 0,-1 0 0 0 0,1 0 1 0 0,-1-1-1 0 0,0 1 0 0 0,0 0 0 0 0,0-1 0 0 0,-3 5 1 0 0,3-7 18 0 0,1-1 0 0 0,0 1 0 0 0,0 0 0 0 0,-1-1 0 0 0,1 0 0 0 0,-1 1 0 0 0,1-1 0 0 0,-1 0 0 0 0,1 0 0 0 0,-1 0 0 0 0,0 0 0 0 0,0 0 0 0 0,0 0 0 0 0,1 0 0 0 0,-1-1 0 0 0,0 1 0 0 0,0 0 0 0 0,0-1 0 0 0,0 0 0 0 0,-3 1 0 0 0,3-2-9 0 0,-1 1 0 0 0,1-1-1 0 0,0 0 1 0 0,0 0 0 0 0,0 0 0 0 0,0 0 0 0 0,0 0-1 0 0,0 0 1 0 0,0 0 0 0 0,1-1 0 0 0,-1 1-1 0 0,0-1 1 0 0,1 1 0 0 0,-1-1 0 0 0,1 0 0 0 0,-1 1-1 0 0,1-1 1 0 0,-2-4 0 0 0,-17-33 165 0 0,15 26-154 0 0,1-1 1 0 0,1 0-1 0 0,0 0 0 0 0,0-1 1 0 0,2 1-1 0 0,0-1 1 0 0,0 1-1 0 0,1 0 1 0 0,1-1-1 0 0,1 1 0 0 0,4-21 1 0 0,0 15-55 0 0,1 0 1 0 0,0 0 0 0 0,2 1-1 0 0,0 0 1 0 0,1 1 0 0 0,1 0-1 0 0,18-23 1 0 0,-12 21-474 0 0,0 0 0 0 0,2 1 1 0 0,0 0-1 0 0,37-26 0 0 0,47-21-6611 0 0,-43 34 3244 0 0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3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0 535 904 0 0,'0'-9'1122'0'0,"1"0"0"0"0,0 0 0 0 0,0 1 0 0 0,0-1 0 0 0,6-15 0 0 0,-5 18-803 0 0,1 0 1 0 0,0 0 0 0 0,0 0-1 0 0,0 0 1 0 0,1 1-1 0 0,-1-1 1 0 0,6-4 0 0 0,-1 2-190 0 0,1 0 1 0 0,0 1-1 0 0,0 0 1 0 0,1 1-1 0 0,0 0 1 0 0,0 0 0 0 0,1 1-1 0 0,-1 0 1 0 0,12-3-1 0 0,-7 3-52 0 0,-1 0-1 0 0,1 1 1 0 0,1 1-1 0 0,-1 0 1 0 0,0 1 0 0 0,1 1-1 0 0,-1 0 1 0 0,1 1-1 0 0,-1 1 1 0 0,29 5-1 0 0,-37-5-62 0 0,0 1-1 0 0,0 0 1 0 0,-1 0 0 0 0,1 1-1 0 0,-1 0 1 0 0,1 0 0 0 0,-1 0-1 0 0,0 1 1 0 0,0 0 0 0 0,-1 0-1 0 0,1 0 1 0 0,-1 1-1 0 0,0 0 1 0 0,0 0 0 0 0,0 0-1 0 0,-1 1 1 0 0,0-1 0 0 0,0 1-1 0 0,0 0 1 0 0,-1 0 0 0 0,1 1-1 0 0,-2-1 1 0 0,1 1 0 0 0,-1-1-1 0 0,3 15 1 0 0,-4-17-9 0 0,0 0 0 0 0,-1 1 0 0 0,0-1-1 0 0,0 1 1 0 0,0-1 0 0 0,0 1 0 0 0,-1-1 0 0 0,1 1 0 0 0,-1-1 0 0 0,0 1 0 0 0,-1-1 0 0 0,1 0-1 0 0,-1 1 1 0 0,0-1 0 0 0,0 0 0 0 0,0 0 0 0 0,0-1 0 0 0,-1 1 0 0 0,-5 6 0 0 0,0-2 15 0 0,0 0 1 0 0,-1 0 0 0 0,0-1-1 0 0,0-1 1 0 0,-1 0 0 0 0,-16 8-1 0 0,4-5 83 0 0,22-9-104 0 0,0 0 0 0 0,-1 0 1 0 0,1 0-1 0 0,0 0 0 0 0,0 0 0 0 0,0 0 1 0 0,0 0-1 0 0,0 0 0 0 0,0 0 1 0 0,-1 0-1 0 0,1 0 0 0 0,0-1 0 0 0,0 1 1 0 0,0 0-1 0 0,0 0 0 0 0,0 0 1 0 0,0 0-1 0 0,0 0 0 0 0,0 0 1 0 0,0 0-1 0 0,-1-1 0 0 0,1 1 0 0 0,0 0 1 0 0,0 0-1 0 0,0 0 0 0 0,0 0 1 0 0,0 0-1 0 0,0 0 0 0 0,0-1 1 0 0,0 1-1 0 0,0 0 0 0 0,0 0 0 0 0,0 0 1 0 0,0 0-1 0 0,0 0 0 0 0,0-1 1 0 0,0 1-1 0 0,0 0 0 0 0,0 0 0 0 0,0 0 1 0 0,0 0-1 0 0,0 0 0 0 0,1 0 1 0 0,-1-1-1 0 0,0 1 0 0 0,0 0 1 0 0,0 0-1 0 0,0 0 0 0 0,0 0 0 0 0,0 0 1 0 0,0 0-1 0 0,0 0 0 0 0,0 0 1 0 0,1-1-1 0 0,-1 1 0 0 0,0 0 1 0 0,0 0-1 0 0,0 0 0 0 0,0 0 0 0 0,0 0 1 0 0,0 0-1 0 0,1 0 0 0 0,2-3-3 0 0,0 0 1 0 0,0 0-1 0 0,1 0 0 0 0,-1 1 0 0 0,1-1 0 0 0,0 1 0 0 0,-1 0 0 0 0,7-2 0 0 0,40-13-49 0 0,87-15-1 0 0,-25 7 9 0 0,-110 24 44 0 0,93-29 8 0 0,-88 27-8 0 0,0-1 1 0 0,0 1-1 0 0,0-1 1 0 0,0 0-1 0 0,-1-1 0 0 0,0 0 1 0 0,0 0-1 0 0,0 0 1 0 0,-1 0-1 0 0,8-10 1 0 0,-13 15-3 0 0,0-1 1 0 0,1 0 0 0 0,-1 1 0 0 0,0-1 0 0 0,0 1 0 0 0,0-1 0 0 0,1 0 0 0 0,-1 1 0 0 0,0-1 0 0 0,0 0-1 0 0,0 1 1 0 0,0-1 0 0 0,0 1 0 0 0,0-1 0 0 0,0 0 0 0 0,-1 1 0 0 0,1-1 0 0 0,0 0 0 0 0,0 1 0 0 0,0-1 0 0 0,-1 1-1 0 0,1-1 1 0 0,0 0 0 0 0,-1 0 0 0 0,-8-11 1 0 0,-5 5 22 0 0,12 6-20 0 0,-1 1 0 0 0,0-1 0 0 0,0 1 0 0 0,0-1 0 0 0,1 1 0 0 0,-1 0 0 0 0,0 0 0 0 0,0 1-1 0 0,0-1 1 0 0,1 0 0 0 0,-1 1 0 0 0,0 0 0 0 0,0-1 0 0 0,1 1 0 0 0,-1 0 0 0 0,0 1 0 0 0,1-1 0 0 0,-3 2 0 0 0,-1 0-6 0 0,2-2 5 0 0,1 0-1 0 0,0 1 1 0 0,0-1 0 0 0,0 1-1 0 0,0-1 1 0 0,0 1 0 0 0,1 0 0 0 0,-1 0-1 0 0,0 0 1 0 0,1 1 0 0 0,0-1-1 0 0,-1 1 1 0 0,1-1 0 0 0,0 1 0 0 0,0 0-1 0 0,0-1 1 0 0,1 1 0 0 0,-1 0-1 0 0,1 0 1 0 0,0 1 0 0 0,-1-1 0 0 0,1 0-1 0 0,1 0 1 0 0,-1 0 0 0 0,0 1-1 0 0,1-1 1 0 0,-1 6 0 0 0,2-5 1 0 0,0-1 1 0 0,0 1-1 0 0,0-1 1 0 0,0 0-1 0 0,0 1 1 0 0,0-1-1 0 0,1 0 1 0 0,0 0-1 0 0,0 0 1 0 0,0 0-1 0 0,0 0 1 0 0,0-1-1 0 0,0 1 1 0 0,1-1-1 0 0,-1 1 1 0 0,1-1-1 0 0,-1 0 1 0 0,1 0-1 0 0,0 0 1 0 0,0 0-1 0 0,0 0 1 0 0,0-1-1 0 0,1 1 1 0 0,-1-1-1 0 0,0 0 1 0 0,5 1-1 0 0,0 0-10 0 0,-1-1 1 0 0,1 0-1 0 0,-1 0 0 0 0,1-1 0 0 0,-1 1 1 0 0,1-2-1 0 0,0 1 0 0 0,-1-1 0 0 0,1 0 0 0 0,-1-1 1 0 0,0 0-1 0 0,1 0 0 0 0,-1 0 0 0 0,0-1 1 0 0,0 0-1 0 0,11-7 0 0 0,5-5-16 0 0,-1 0 1 0 0,-1-2-1 0 0,25-25 1 0 0,-31 28 23 0 0,-14 13-3 0 0,0 0 0 0 0,-1 0 0 0 0,1 0 0 0 0,0 0 0 0 0,0 1 0 0 0,0-1 0 0 0,0 0 0 0 0,0 0 0 0 0,0 0 0 0 0,0 1 0 0 0,0-1 1 0 0,0 1-1 0 0,0-1 0 0 0,0 1 0 0 0,1-1 0 0 0,-1 1 0 0 0,0 0 0 0 0,0-1 0 0 0,0 1 0 0 0,1 0 0 0 0,-1 0 0 0 0,0 0 0 0 0,3 0 1 0 0,-2 2-2 0 0,0 0 1 0 0,0 1 0 0 0,-1-1 0 0 0,1 0 0 0 0,0 1 0 0 0,-1-1 0 0 0,0 1-1 0 0,1 0 1 0 0,-1-1 0 0 0,0 1 0 0 0,-1 0 0 0 0,2 3 0 0 0,5 27 18 0 0,-1-17 9 0 0,-5-15 16 0 0,2-2-26 0 0,10-2 4 0 0,-7-1 0 0 0,-4 2-21 0 0,0-1 1 0 0,1 1-1 0 0,-1-1 1 0 0,1 1-1 0 0,-1 0 1 0 0,1 0-1 0 0,0 0 1 0 0,0 0 0 0 0,0 1-1 0 0,0-1 1 0 0,1 1-1 0 0,-1 0 1 0 0,0 0-1 0 0,0 0 1 0 0,1 0-1 0 0,-1 0 1 0 0,1 1 0 0 0,-1 0-1 0 0,1 0 1 0 0,-1-1-1 0 0,1 2 1 0 0,-1-1-1 0 0,0 0 1 0 0,1 1-1 0 0,-1 0 1 0 0,5 1 0 0 0,1 0 6 0 0,5 0-4 0 0,0-1 1 0 0,0-1-1 0 0,0 0 1 0 0,1-1-1 0 0,-1 0 1 0 0,0-1 0 0 0,0-1-1 0 0,0 0 1 0 0,19-8-1 0 0,-25 7 1 0 0,1 0 0 0 0,-1-1 0 0 0,0 0-1 0 0,0 0 1 0 0,-1-1 0 0 0,1 0-1 0 0,-1-1 1 0 0,-1 1 0 0 0,1-1 0 0 0,-1 0-1 0 0,0-1 1 0 0,-1 0 0 0 0,0 0-1 0 0,0 0 1 0 0,5-12 0 0 0,0-2 3 0 0,-1 0 1 0 0,-1-1-1 0 0,-1 0 1 0 0,-2 0-1 0 0,0-1 1 0 0,-1 0-1 0 0,-1 1 1 0 0,-1-1-1 0 0,-2 0 1 0 0,0 0-1 0 0,-4-27 1 0 0,4 50 2 0 0,0 0 0 0 0,0 0 0 0 0,0 0 1 0 0,0 0-1 0 0,0 0 0 0 0,-1 0 0 0 0,1 0 0 0 0,0 0 0 0 0,0-1 1 0 0,-1 2-1 0 0,1-1 0 0 0,-1 0 0 0 0,1 0 0 0 0,-1 0 0 0 0,1 0 1 0 0,-1 0-1 0 0,0 0 0 0 0,1 0 0 0 0,-1 1 0 0 0,0-1 1 0 0,0 0-1 0 0,0 0 0 0 0,1 1 0 0 0,-1-1 0 0 0,0 1 0 0 0,-1-1 1 0 0,0 1-3 0 0,1 0 0 0 0,0 0 1 0 0,0 1-1 0 0,0-1 0 0 0,-1 0 1 0 0,1 1-1 0 0,0 0 0 0 0,0-1 1 0 0,0 1-1 0 0,0-1 0 0 0,0 1 1 0 0,0 0-1 0 0,0 0 0 0 0,0 0 1 0 0,0 0-1 0 0,1-1 0 0 0,-1 1 1 0 0,-1 2-1 0 0,-4 5 29 0 0,1 0 1 0 0,0 0-1 0 0,0 0 1 0 0,-6 18-1 0 0,5-8 7 0 0,2 2 0 0 0,0-1 1 0 0,1 0-1 0 0,0 1 0 0 0,2 0 0 0 0,0-1 0 0 0,3 28 0 0 0,0-31-21 0 0,0-1 0 0 0,1-1 0 0 0,0 1 0 0 0,1 0 0 0 0,1-1 0 0 0,0 0 0 0 0,1 0 0 0 0,0 0 1 0 0,2-1-1 0 0,11 18 0 0 0,-16-26-28 0 0,1-1 0 0 0,-1 0 0 0 0,1-1 0 0 0,0 1 0 0 0,0-1 0 0 0,0 1 0 0 0,1-1 0 0 0,-1 0 0 0 0,1-1 0 0 0,-1 1 0 0 0,1-1 0 0 0,0 0 0 0 0,0 0 1 0 0,0 0-1 0 0,0-1 0 0 0,0 0 0 0 0,1 0 0 0 0,-1 0 0 0 0,0-1 0 0 0,1 1 0 0 0,-1-1 0 0 0,0-1 0 0 0,0 1 0 0 0,1-1 0 0 0,-1 0 0 0 0,6-1 0 0 0,1-2-30 0 0,0 0-1 0 0,-1 0 0 0 0,0-1 0 0 0,0 0 0 0 0,0-1 1 0 0,-1 0-1 0 0,1-1 0 0 0,-2 0 0 0 0,1-1 1 0 0,9-9-1 0 0,-16 13 20 0 0,-3 3 17 0 0,1 0 0 0 0,0 0-1 0 0,-1 0 1 0 0,1-1 0 0 0,-1 1-1 0 0,0 0 1 0 0,1 0 0 0 0,-1-1-1 0 0,0 1 1 0 0,1 0 0 0 0,-1 0-1 0 0,0-1 1 0 0,0 1 0 0 0,0 0-1 0 0,0-1 1 0 0,-1 1 0 0 0,1 0-1 0 0,0-1 1 0 0,0 1 0 0 0,-1 0-1 0 0,1 0 1 0 0,-1 0 0 0 0,1-1-1 0 0,-1 1 1 0 0,0 0 0 0 0,1 0-1 0 0,-1 0 1 0 0,0 0 0 0 0,0 0-1 0 0,1 0 1 0 0,-1 0 0 0 0,0 0-1 0 0,0 0 1 0 0,0 0 0 0 0,0 1-1 0 0,-1-1 1 0 0,1 0 0 0 0,0 1-1 0 0,0-1 1 0 0,0 1 0 0 0,0-1-1 0 0,-1 1 1 0 0,1-1 0 0 0,0 1-1 0 0,0 0 1 0 0,-1 0 0 0 0,1 0 0 0 0,-3 0-1 0 0,3 0 4 0 0,-1 0 1 0 0,0 1-1 0 0,1 0 0 0 0,-1-1 0 0 0,1 1 0 0 0,-1 0 1 0 0,1 0-1 0 0,-1 0 0 0 0,1 0 0 0 0,-1 0 1 0 0,1 0-1 0 0,0 0 0 0 0,0 0 0 0 0,0 0 0 0 0,-1 1 1 0 0,1-1-1 0 0,0 0 0 0 0,0 1 0 0 0,1-1 0 0 0,-1 1 1 0 0,0-1-1 0 0,0 3 0 0 0,-2 1 2 0 0,1 0 0 0 0,0 0 1 0 0,0 0-1 0 0,0 0 0 0 0,1 1 0 0 0,0-1 0 0 0,0 1 1 0 0,0 8-1 0 0,0-12-1 0 0,1 0 1 0 0,0 0 0 0 0,0 0-1 0 0,0 0 1 0 0,0 0-1 0 0,0 0 1 0 0,0 0 0 0 0,1 0-1 0 0,-1 0 1 0 0,0 0-1 0 0,1 0 1 0 0,0 0-1 0 0,-1 0 1 0 0,1 0 0 0 0,0 0-1 0 0,0-1 1 0 0,0 1-1 0 0,0 0 1 0 0,1-1-1 0 0,-1 1 1 0 0,0 0 0 0 0,1-1-1 0 0,-1 0 1 0 0,1 1-1 0 0,-1-1 1 0 0,4 2 0 0 0,1-1 3 0 0,-1-2 1 0 0,1 1 0 0 0,0 0 0 0 0,-1-1-1 0 0,1 0 1 0 0,0-1 0 0 0,-1 1 0 0 0,1-1-1 0 0,9-2 1 0 0,0-2 12 0 0,1-1 0 0 0,-1 0 0 0 0,-1-1 0 0 0,1 0 0 0 0,-1-1 0 0 0,18-15 0 0 0,-14 12-2 0 0,-15 8 44 0 0,0 1 0 0 0,0 0 0 0 0,0-1 0 0 0,1 1 0 0 0,-1 1 0 0 0,0-1 1 0 0,1 1-1 0 0,0-1 0 0 0,-1 1 0 0 0,1 0 0 0 0,0 0 0 0 0,-1 0 0 0 0,1 1 0 0 0,0 0 0 0 0,0-1 0 0 0,0 1 0 0 0,-1 0 0 0 0,1 1 0 0 0,0-1 0 0 0,0 1 0 0 0,0 0 0 0 0,-1 0 0 0 0,1 0 0 0 0,0 0 0 0 0,-1 0 0 0 0,1 1 0 0 0,-1 0 0 0 0,5 3 0 0 0,-6-4-221 0 0,0 0-1 0 0,1 0 0 0 0,-1 0 0 0 0,1 0 0 0 0,-1-1 0 0 0,1 1 0 0 0,-1-1 0 0 0,1 1 1 0 0,-1-1-1 0 0,1 0 0 0 0,-1 0 0 0 0,1 0 0 0 0,3 0 0 0 0,-4-1-511 0 0,0 1-1 0 0,0 0 1 0 0,-1-1-1 0 0,1 0 1 0 0,0 1-1 0 0,0-1 1 0 0,0 0 0 0 0,-1 0-1 0 0,1 0 1 0 0,0 0-1 0 0,2-2 1 0 0,2-3-2092 0 0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3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45 68 0 0,'1'-15'7648'0'0,"-2"14"-7520"0"0,1 0 1 0 0,-1 0-1 0 0,1 0 0 0 0,-1-1 1 0 0,1 1-1 0 0,-1 0 0 0 0,0 0 0 0 0,0 0 1 0 0,1 0-1 0 0,-1 1 0 0 0,0-1 1 0 0,0 0-1 0 0,0 0 0 0 0,0 0 0 0 0,0 1 1 0 0,0-1-1 0 0,0 0 0 0 0,0 1 1 0 0,0-1-1 0 0,0 1 0 0 0,-1 0 1 0 0,1-1-1 0 0,0 1 0 0 0,0 0 0 0 0,0-1 1 0 0,-1 1-1 0 0,-1 0 0 0 0,-1 0 33 0 0,0 1-1 0 0,0-1 1 0 0,1 1-1 0 0,-1 0 1 0 0,0 0-1 0 0,0 1 1 0 0,1-1-1 0 0,-1 0 1 0 0,-4 4 0 0 0,1-1-24 0 0,1-1 0 0 0,0 1 1 0 0,0 1-1 0 0,0-1 0 0 0,1 1 1 0 0,0 0-1 0 0,0 0 1 0 0,0 1-1 0 0,0-1 0 0 0,-7 13 1 0 0,11-17-121 0 0,1 1 0 0 0,-1-1 1 0 0,1 1-1 0 0,-1-1 1 0 0,1 1-1 0 0,-1-1 0 0 0,1 1 1 0 0,0-1-1 0 0,0 1 1 0 0,-1-1-1 0 0,1 1 1 0 0,0-1-1 0 0,1 1 0 0 0,-1-1 1 0 0,0 1-1 0 0,0-1 1 0 0,1 1-1 0 0,-1-1 0 0 0,0 1 1 0 0,1-1-1 0 0,0 1 1 0 0,-1-1-1 0 0,1 1 0 0 0,0-1 1 0 0,0 0-1 0 0,2 3 1 0 0,-1-2-2 0 0,1 0 0 0 0,0 0 1 0 0,0 0-1 0 0,-1-1 1 0 0,1 1-1 0 0,1-1 1 0 0,-1 0-1 0 0,0 0 0 0 0,0 0 1 0 0,0 0-1 0 0,1 0 1 0 0,2 0-1 0 0,4 0-5 0 0,0 0 0 0 0,0-1 0 0 0,0 0-1 0 0,0 0 1 0 0,0-1 0 0 0,0-1 0 0 0,18-4 0 0 0,-15 0 74 0 0,0-1 0 0 0,0 0 0 0 0,-1 0 0 0 0,0-1 0 0 0,0-1 0 0 0,0 0 0 0 0,-1-1 0 0 0,-1 0 0 0 0,17-21 0 0 0,-18 3 1612 0 0,-7 20 845 0 0,20 43-2079 0 0,-11-17-367 0 0,-7-13-466 0 0,0-1 0 0 0,1-1 0 0 0,-1 1 0 0 0,1 0 0 0 0,0-1 0 0 0,0 0 0 0 0,0 0 0 0 0,0-1 0 0 0,11 4 0 0 0,-1 0-2853 0 0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4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34 13477 0 0,'-65'-22'78'0'0,"63"21"-92"0"0,1 0-5 0 0,-4-3 1 0 0,4 3-10 0 0,12-1-692 0 0,-1 0 207 0 0,1 1 1 0 0,22 1-1 0 0,11 3-3609 0 0,-34-3 2521 0 0,18 3-1490 0 0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7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79 776 0 0,'25'-78'9533'0'0,"-42"86"-9354"0"0,-6 7 69 0 0,1 1 1 0 0,1 1-1 0 0,0 1 1 0 0,1 2-1 0 0,1-1 1 0 0,1 2-1 0 0,-22 31 1 0 0,36-45-194 0 0,0 0 0 0 0,0 1 0 0 0,1-1 0 0 0,0 1 0 0 0,0-1 0 0 0,0 1 0 0 0,1 0 0 0 0,1 0 0 0 0,-1 0 0 0 0,1 0 0 0 0,1 0 0 0 0,-1 0 0 0 0,2 16 0 0 0,0-23-46 0 0,-1 1 0 0 0,0 0 0 0 0,1 0 0 0 0,0 0 0 0 0,-1-1 0 0 0,1 1 0 0 0,0 0 0 0 0,0 0 0 0 0,0-1 0 0 0,0 1 0 0 0,0-1 0 0 0,0 1-1 0 0,0-1 1 0 0,1 1 0 0 0,-1-1 0 0 0,0 0 0 0 0,1 0 0 0 0,-1 0 0 0 0,1 0 0 0 0,0 0 0 0 0,-1 0 0 0 0,1 0 0 0 0,0 0 0 0 0,-1 0 0 0 0,1-1 0 0 0,0 1 0 0 0,0-1 0 0 0,0 1 0 0 0,0-1 0 0 0,-1 0 0 0 0,1 0 0 0 0,0 0 0 0 0,0 0 0 0 0,0 0 0 0 0,2-1 0 0 0,8 1 11 0 0,-1-1 0 0 0,1-1 0 0 0,-1 0 0 0 0,12-4 1 0 0,-19 5-18 0 0,10-3 16 0 0,-1-1-1 0 0,1 0 1 0 0,-1-1 0 0 0,0 0-1 0 0,0-1 1 0 0,17-13-1 0 0,31-9-48 0 0,-59 29 35 0 0,30 8 1 0 0,-27-6-5 0 0,0 0 1 0 0,-1-1-1 0 0,1 0 1 0 0,0 0-1 0 0,-1 0 0 0 0,1-1 1 0 0,0 0-1 0 0,-1 0 1 0 0,1 0-1 0 0,0 0 1 0 0,0-1-1 0 0,-1 1 0 0 0,1-1 1 0 0,0 0-1 0 0,6-3 1 0 0,3-1-6 0 0,0-1 1 0 0,0 0 0 0 0,0-1-1 0 0,14-9 1 0 0,-20 10 0 0 0,0 1 0 0 0,1 0 0 0 0,0 1 0 0 0,0-1 1 0 0,1 2-1 0 0,-1-1 0 0 0,1 1 0 0 0,-1 1 0 0 0,1 0 0 0 0,15-2 0 0 0,-22 4-8 0 0,-2 0 11 0 0,1 0 0 0 0,-1 0 0 0 0,1 0-1 0 0,-1 1 1 0 0,1-1 0 0 0,-1 0 0 0 0,1 1-1 0 0,-1-1 1 0 0,1 1 0 0 0,-1-1 0 0 0,0 1 0 0 0,1 0-1 0 0,-1-1 1 0 0,0 1 0 0 0,0 0 0 0 0,0 0-1 0 0,1 0 1 0 0,-1 0 0 0 0,0 0 0 0 0,0 0-1 0 0,0 0 1 0 0,0 0 0 0 0,-1 1 0 0 0,1-1 0 0 0,0 0-1 0 0,0 1 1 0 0,-1-1 0 0 0,1 0 0 0 0,-1 1-1 0 0,1-1 1 0 0,-1 1 0 0 0,0-1 0 0 0,1 0-1 0 0,-1 4 1 0 0,0-3 0 0 0,-14 20-529 0 0,8-10-7705 0 0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7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26 728 0 0,'17'-25'8605'0'0,"-14"95"-6499"0"0,-8 109 0 0 0,-13-12-2756 0 0,15-154-147 0 0,0-4-1495 0 0,3-2-3350 0 0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7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0 552 2272 0 0,'37'-23'414'0'0,"58"-27"0"0"0,-57 32 215 0 0,55-36-1 0 0,-81 46-449 0 0,-1-1 0 0 0,0 0 0 0 0,-1 0 0 0 0,0-1 1 0 0,0-1-1 0 0,-1 0 0 0 0,-1 0 0 0 0,13-20 0 0 0,-13 15 105 0 0,0-1-1 0 0,-2 0 1 0 0,1 0-1 0 0,-2-1 1 0 0,0 0-1 0 0,-2 0 1 0 0,0 0-1 0 0,0 0 1 0 0,-2 0-1 0 0,0-1 1 0 0,-1 1-1 0 0,-5-34 1 0 0,4 50-224 0 0,1 0 0 0 0,-1 0 0 0 0,1 0 0 0 0,-1 0 0 0 0,0 1 0 0 0,0-1 1 0 0,0 0-1 0 0,0 1 0 0 0,0-1 0 0 0,0 0 0 0 0,0 1 0 0 0,-1-1 0 0 0,1 1 0 0 0,0 0 0 0 0,-1 0 0 0 0,1-1 1 0 0,-1 1-1 0 0,0 0 0 0 0,1 0 0 0 0,-3-1 0 0 0,3 2 85 0 0,-3 2 5 0 0,-1 3-84 0 0,-1 0 0 0 0,1 1 1 0 0,0 0-1 0 0,1-1 0 0 0,0 1 1 0 0,0 1-1 0 0,0-1 0 0 0,0 1 1 0 0,1-1-1 0 0,0 1 0 0 0,1 0 1 0 0,-3 8-1 0 0,-4 19 161 0 0,-5 45 1 0 0,10-58-153 0 0,-5 57 363 0 0,2 135-1 0 0,6-211-425 0 0,1-1-1 0 0,0 1 1 0 0,0 0-1 0 0,0 0 1 0 0,1 0-1 0 0,-1 0 1 0 0,0-1-1 0 0,1 1 1 0 0,-1 0-1 0 0,1 0 1 0 0,-1-1-1 0 0,1 1 1 0 0,0 0-1 0 0,0-1 1 0 0,0 1-1 0 0,0 0 0 0 0,0-1 1 0 0,0 1-1 0 0,0-1 1 0 0,0 0-1 0 0,3 3 1 0 0,-3-4 17 0 0,26-8 51 0 0,-3-2-188 0 0,-16 7 0 0 0,0-1 1 0 0,0 1-1 0 0,0 0 1 0 0,0 0-1 0 0,0 1 0 0 0,0 0 1 0 0,1 1-1 0 0,-1 0 1 0 0,1 0-1 0 0,-1 1 1 0 0,1 0-1 0 0,-1 0 0 0 0,1 1 1 0 0,-1 0-1 0 0,11 3 1 0 0,-12-2-718 0 0,4 2-966 0 0,-2-2-2414 0 0,2-1 1282 0 0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8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22 752 0 0,'0'-1'162'0'0,"0"1"0"0"0,0-1 0 0 0,0 0 0 0 0,0 0 0 0 0,0 0 0 0 0,-1 0 1 0 0,1 0-1 0 0,0 1 0 0 0,0-1 0 0 0,0 0 0 0 0,-1 0 0 0 0,1 0 0 0 0,0 1 0 0 0,-1-1 0 0 0,1 0 0 0 0,-1 0 0 0 0,1 1 0 0 0,-1-1 0 0 0,1 0 0 0 0,-1 1 0 0 0,0-1 0 0 0,1 1 1 0 0,-1-1-1 0 0,1 1 0 0 0,-1-1 0 0 0,0 1 0 0 0,0-1 0 0 0,1 1 0 0 0,-1 0 0 0 0,0-1 0 0 0,-1 1 0 0 0,0 0-20 0 0,1 0 0 0 0,-1 0-1 0 0,0 1 1 0 0,0-1 0 0 0,0 0-1 0 0,0 1 1 0 0,1 0 0 0 0,-1-1 0 0 0,0 1-1 0 0,0 0 1 0 0,1 0 0 0 0,-1 0 0 0 0,-1 2-1 0 0,-43 39 1479 0 0,43-40-1552 0 0,1 1 1 0 0,-1 0-1 0 0,1-1 1 0 0,0 1 0 0 0,-1 1-1 0 0,1-1 1 0 0,1 0 0 0 0,-1 0-1 0 0,0 1 1 0 0,1-1 0 0 0,0 1-1 0 0,-1-1 1 0 0,2 1-1 0 0,-1-1 1 0 0,0 1 0 0 0,1 0-1 0 0,-1 0 1 0 0,1-1 0 0 0,0 1-1 0 0,0 0 1 0 0,1 0 0 0 0,-1-1-1 0 0,1 1 1 0 0,0 0 0 0 0,0-1-1 0 0,0 1 1 0 0,0-1-1 0 0,1 1 1 0 0,-1-1 0 0 0,1 0-1 0 0,0 1 1 0 0,0-1 0 0 0,0 0-1 0 0,0 0 1 0 0,1 0 0 0 0,-1-1-1 0 0,1 1 1 0 0,3 2-1 0 0,-5-4-53 0 0,1 0 1 0 0,-1 0-1 0 0,0 0 0 0 0,1 0 0 0 0,0 0 0 0 0,-1 0 0 0 0,1 0 0 0 0,0-1 0 0 0,-1 1 0 0 0,1-1 0 0 0,0 1 0 0 0,0-1 0 0 0,-1 0 0 0 0,1 0 0 0 0,0 0 0 0 0,0 0 0 0 0,-1 0 0 0 0,1 0 0 0 0,0 0 0 0 0,0-1 0 0 0,-1 1 0 0 0,1 0 0 0 0,0-1 0 0 0,0 0 0 0 0,-1 1 0 0 0,1-1 0 0 0,-1 0 0 0 0,1 0 1 0 0,-1 0-1 0 0,1 0 0 0 0,-1 0 0 0 0,1 0 0 0 0,-1 0 0 0 0,0 0 0 0 0,2-3 0 0 0,1 0-3 0 0,-1 0 1 0 0,0 0 0 0 0,0 0-1 0 0,0-1 1 0 0,-1 1-1 0 0,0-1 1 0 0,0 0-1 0 0,0 1 1 0 0,0-1 0 0 0,-1 0-1 0 0,0 0 1 0 0,0 0-1 0 0,0 0 1 0 0,0 0 0 0 0,-1-6-1 0 0,0 5-569 0 0,0-19 1237 0 0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8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9 227 56 0 0,'0'0'6976'0'0,"-2"5"-6570"0"0,1-1-217 0 0,-1 1 0 0 0,1-1 1 0 0,0 1-1 0 0,1-1 0 0 0,-1 1 0 0 0,1 0 0 0 0,0 6 0 0 0,0-9 41 0 0,10 19 1273 0 0,-7-21-1470 0 0,0-1 1 0 0,-1 1 0 0 0,1 0-1 0 0,0-1 1 0 0,-1 0 0 0 0,1 1 0 0 0,0-1-1 0 0,-1 0 1 0 0,1 0 0 0 0,3-3-1 0 0,14-4 115 0 0,-18 7-108 0 0,36 4 103 0 0,-11 13-97 0 0,-20-11-117 0 0,0-1 0 0 0,0 0 0 0 0,0 0 1 0 0,0 0-1 0 0,0-1 0 0 0,1 0 0 0 0,-1 0 1 0 0,1-1-1 0 0,0 0 0 0 0,0-1 0 0 0,0 1 1 0 0,12-1-1 0 0,-12-2 40 0 0,0 0 1 0 0,0-1-1 0 0,-1 1 0 0 0,1-2 1 0 0,-1 1-1 0 0,1-1 1 0 0,-1 0-1 0 0,0-1 0 0 0,0 0 1 0 0,0 0-1 0 0,-1 0 0 0 0,0-1 1 0 0,1 0-1 0 0,-2 0 1 0 0,1 0-1 0 0,0-1 0 0 0,-1 0 1 0 0,0 0-1 0 0,-1 0 0 0 0,7-11 1 0 0,-1-2 224 0 0,0 1 0 0 0,-1-2-1 0 0,0 0 1 0 0,-2 0 0 0 0,0 0 0 0 0,4-28 0 0 0,-5-28 4357 0 0,-6 74-3673 0 0,-4 6-618 0 0,-1 4-142 0 0,-1 0 0 0 0,1 0 0 0 0,0 0 0 0 0,0 1 0 0 0,1 0 0 0 0,0-1 0 0 0,1 2 0 0 0,0-1 0 0 0,0 0 0 0 0,1 1 0 0 0,0-1 0 0 0,1 1 1 0 0,0 12-1 0 0,-1 22-420 0 0,6 70 0 0 0,-6-82-3069 0 0,-7-16-4131 0 0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49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23 856 0 0,'6'-11'1592'0'0,"7"3"-904"0"0,-6 6 396 0 0,12 1-760 0 0,-5 2-160 0 0,7 1-196 0 0,9 0-252 0 0,-2 3-448 0 0,3-2-796 0 0,10 4 352 0 0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1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248 393 112 0 0,'4'-9'1228'0'0,"1"0"0"0"0,-2 1 0 0 0,1-1 0 0 0,-1-1 1 0 0,-1 1-1 0 0,1 0 0 0 0,0-11 0 0 0,-3 18-319 0 0,-31-4 496 0 0,16 10-1154 0 0,0 1 0 0 0,0 0 0 0 0,0 1 0 0 0,1 1 0 0 0,-21 12 0 0 0,23-12-135 0 0,0 1 0 0 0,1 1 0 0 0,0 0 0 0 0,0 0 1 0 0,1 1-1 0 0,0 1 0 0 0,0 0 0 0 0,1 0 0 0 0,1 0 1 0 0,-11 21-1 0 0,17-29-92 0 0,0 1 0 0 0,1-1 0 0 0,-1 1 0 0 0,1-1 0 0 0,0 1 0 0 0,0 0 0 0 0,1 0 0 0 0,-1-1 0 0 0,1 1 0 0 0,0 0 0 0 0,-1 0 0 0 0,2 0 0 0 0,-1 0 0 0 0,0-1 0 0 0,1 1 0 0 0,0 0 0 0 0,0 0 0 0 0,0-1 0 0 0,3 7 0 0 0,-1-4-4 0 0,0-1 0 0 0,1 0 0 0 0,0-1-1 0 0,0 1 1 0 0,0-1 0 0 0,0 0 0 0 0,1 0 0 0 0,-1 0-1 0 0,1 0 1 0 0,0-1 0 0 0,9 5 0 0 0,0-1-30 0 0,0-1 0 0 0,1 0-1 0 0,0-1 1 0 0,0-1 0 0 0,0 0 0 0 0,0-1 0 0 0,1 0 0 0 0,30 0 0 0 0,-23-5-26 0 0,1 0-1 0 0,-1-2 1 0 0,0 0-1 0 0,-1-2 1 0 0,1 0-1 0 0,-1-1 1 0 0,-1-2-1 0 0,1 0 1 0 0,-1-1-1 0 0,-1-1 1 0 0,0-1-1 0 0,0-1 1 0 0,-2-1-1 0 0,1 0 1 0 0,-2-2-1 0 0,0 0 1 0 0,22-26 0 0 0,-19 16 142 0 0,0-1 0 0 0,-2 0 0 0 0,-1-2 0 0 0,-1 0 0 0 0,-2 0 0 0 0,0-2 0 0 0,-3 0 0 0 0,0 0 0 0 0,-2-1 1 0 0,-1 0-1 0 0,5-54 0 0 0,-12 82-17 0 0,-1 1-1 0 0,1-1 1 0 0,-1 1 0 0 0,0-1 0 0 0,-1 1 0 0 0,1 0-1 0 0,-1-1 1 0 0,1 1 0 0 0,-1-1 0 0 0,-2-5 0 0 0,2 7 314 0 0,-3 6-362 0 0,-6 7-2 0 0,0 1 1 0 0,1-1 0 0 0,1 2 0 0 0,0-1-1 0 0,0 1 1 0 0,1 1 0 0 0,-8 23 0 0 0,-30 110 123 0 0,-12 141 57 0 0,54-274-167 0 0,2-11-41 0 0,1-1 1 0 0,0 0-1 0 0,-1 1 1 0 0,1-1 0 0 0,0 1-1 0 0,0-1 1 0 0,0 0-1 0 0,0 1 1 0 0,0-1-1 0 0,1 1 1 0 0,0 3-1 0 0,0-4 56 0 0,4-5-59 0 0,0 0 1 0 0,-1 0-1 0 0,1-1 1 0 0,-1 1 0 0 0,0-1-1 0 0,0 0 1 0 0,0 0-1 0 0,0 0 1 0 0,-1 0-1 0 0,0-1 1 0 0,5-8 0 0 0,10-10 445 0 0,-12 18-284 0 0,12-8 398 0 0,-7 29-661 0 0,-7-8-26 0 0,-2-4-299 0 0,1 1 0 0 0,1-1 0 0 0,-1 0 0 0 0,0 0-1 0 0,1-1 1 0 0,0 1 0 0 0,0-1 0 0 0,0 0-1 0 0,0 0 1 0 0,1 0 0 0 0,-1 0 0 0 0,1-1-1 0 0,-1 0 1 0 0,1 0 0 0 0,0 0 0 0 0,0-1-1 0 0,0 1 1 0 0,0-1 0 0 0,0 0 0 0 0,0-1-1 0 0,1 1 1 0 0,-1-1 0 0 0,8 0 0 0 0,-1 0 71 0 0,0-1 0 0 0,0 0 0 0 0,0-1 0 0 0,0 0 0 0 0,0-1 0 0 0,-1 0 1 0 0,1-1-1 0 0,-1 0 0 0 0,14-8 0 0 0,7-14 1754 0 0,-30 25-1108 0 0,7-15 1785 0 0,-9 16-1989 0 0,0 0 1 0 0,1-1 0 0 0,-1 1 0 0 0,0 0-1 0 0,1-1 1 0 0,-1 1 0 0 0,0-1-1 0 0,0 1 1 0 0,0 0 0 0 0,1-1-1 0 0,-1 1 1 0 0,0-1 0 0 0,0 1 0 0 0,0-1-1 0 0,0 1 1 0 0,0 0 0 0 0,0-1-1 0 0,0 1 1 0 0,0-1 0 0 0,0 1-1 0 0,0-1 1 0 0,0 1 0 0 0,0-1 0 0 0,0 1-1 0 0,0-1 1 0 0,-1 1 0 0 0,1 0-1 0 0,0-1 1 0 0,0 1 0 0 0,0-1-1 0 0,-1 1 1 0 0,1 0 0 0 0,0-1-1 0 0,0 1 1 0 0,-1 0 0 0 0,1-1 0 0 0,-1 0-1 0 0,-7 2 22 0 0,0 0 0 0 0,0 0 0 0 0,0 0 0 0 0,1 1 0 0 0,-1 0 0 0 0,0 0 0 0 0,1 1-1 0 0,-14 7 1 0 0,-1 0 123 0 0,22-10-230 0 0,-1 0 1 0 0,0 0-1 0 0,1 0 1 0 0,-1 0-1 0 0,0 1 1 0 0,1-1 0 0 0,-1 0-1 0 0,0 0 1 0 0,1 1-1 0 0,-1-1 1 0 0,0 1-1 0 0,1-1 1 0 0,-1 1-1 0 0,1-1 1 0 0,-1 1-1 0 0,1-1 1 0 0,-1 1 0 0 0,1-1-1 0 0,0 1 1 0 0,-1-1-1 0 0,1 1 1 0 0,-1 0-1 0 0,1-1 1 0 0,0 1-1 0 0,0 0 1 0 0,-1-1 0 0 0,1 1-1 0 0,0 0 1 0 0,0-1-1 0 0,0 2 1 0 0,14 13 78 0 0,-10-12-88 0 0,1 0 1 0 0,0-1-1 0 0,0 0 0 0 0,0 0 0 0 0,0-1 0 0 0,0 1 0 0 0,6 0 0 0 0,61 5-5 0 0,-62-5-52 0 0,1 0 1 0 0,0-1-1 0 0,0 0 0 0 0,-1-1 0 0 0,1 0 0 0 0,0 0 0 0 0,0-1 0 0 0,0-1 0 0 0,-1 1 0 0 0,1-2 0 0 0,-1 0 0 0 0,14-5 0 0 0,-10 1 68 0 0,-1-1 0 0 0,-1-1 1 0 0,1 0-1 0 0,18-17 0 0 0,-30 25 48 0 0,6-1 107 0 0,1 1 50 0 0,-4 16-213 0 0,-1 2 48 0 0,-3-15-50 0 0,1-1-1 0 0,-1 1 1 0 0,1-1 0 0 0,0 1 0 0 0,-1-1-1 0 0,1 1 1 0 0,0-1 0 0 0,0 1-1 0 0,0-1 1 0 0,0 0 0 0 0,0 1-1 0 0,0-1 1 0 0,0 0 0 0 0,1 0-1 0 0,-1 0 1 0 0,0 0 0 0 0,1 0 0 0 0,-1 0-1 0 0,1 0 1 0 0,-1-1 0 0 0,1 1-1 0 0,-1 0 1 0 0,1-1 0 0 0,0 1-1 0 0,-1-1 1 0 0,1 0 0 0 0,-1 1 0 0 0,1-1-1 0 0,0 0 1 0 0,-1 0 0 0 0,1 0-1 0 0,0 0 1 0 0,-1 0 0 0 0,1-1-1 0 0,0 1 1 0 0,1-1 0 0 0,5 0 6 0 0,0-1 0 0 0,0 0 0 0 0,-1 0 0 0 0,1 0 0 0 0,-1-1 0 0 0,9-5 0 0 0,-15 8-9 0 0,13-8-9 0 0,1 0-1 0 0,0 2 1 0 0,0 0 0 0 0,0 0 0 0 0,0 2-1 0 0,26-5 1 0 0,-34 9 5 0 0,1 0 0 0 0,-1 1 1 0 0,0 0-1 0 0,1 1 0 0 0,-1-1 0 0 0,0 1 0 0 0,0 1 0 0 0,0-1 1 0 0,0 1-1 0 0,12 8 0 0 0,-3-3-11 0 0,-2-5 5 0 0,0 0 0 0 0,0-1 0 0 0,1 0-1 0 0,-1-2 1 0 0,0 1 0 0 0,1-2-1 0 0,-1 0 1 0 0,23-4 0 0 0,-27 3 7 0 0,0 0 1 0 0,0 0-1 0 0,0-1 1 0 0,0-1-1 0 0,13-6 1 0 0,-19 8 1 0 0,1 0 0 0 0,-1-1 0 0 0,0 1 0 0 0,0-1 0 0 0,0 0 0 0 0,-1 0 0 0 0,1-1 1 0 0,-1 1-1 0 0,0-1 0 0 0,0 0 0 0 0,0 1 0 0 0,0-1 0 0 0,3-7 0 0 0,-6 10 3 0 0,0-2-16 0 0,-1 2 13 0 0,1-1 0 0 0,-1 1-1 0 0,1-1 1 0 0,-1 1 0 0 0,1-1 0 0 0,-1 1 0 0 0,0-1 0 0 0,0 1 0 0 0,0 0 0 0 0,0-1 0 0 0,0 1-1 0 0,0 0 1 0 0,0 0 0 0 0,0 0 0 0 0,0 0 0 0 0,-1 0 0 0 0,1 0 0 0 0,0 0 0 0 0,-1 0 0 0 0,1 0 0 0 0,-1 1-1 0 0,1-1 1 0 0,-1 1 0 0 0,1-1 0 0 0,-1 1 0 0 0,1-1 0 0 0,-1 1 0 0 0,0 0 0 0 0,1 0 0 0 0,-1 0-1 0 0,1 0 1 0 0,-1 0 0 0 0,0 0 0 0 0,1 0 0 0 0,-1 0 0 0 0,-1 1 0 0 0,1-1-4 0 0,-4 1 3 0 0,-1-1 0 0 0,1 1 1 0 0,0 1-1 0 0,-1-1 1 0 0,1 1-1 0 0,0 0 0 0 0,0 0 1 0 0,0 1-1 0 0,1 0 0 0 0,-7 4 1 0 0,11-7-3 0 0,0 1 4 0 0,0 0 1 0 0,0 0-1 0 0,1 0 1 0 0,-1-1-1 0 0,0 1 1 0 0,1 0 0 0 0,-1 0-1 0 0,1 0 1 0 0,-1 0-1 0 0,1 0 1 0 0,-1 0-1 0 0,1 0 1 0 0,-1 0-1 0 0,1 0 1 0 0,0 0 0 0 0,0 0-1 0 0,0 0 1 0 0,0 0-1 0 0,-1 0 1 0 0,1 0-1 0 0,1 1 1 0 0,-1 0-1 0 0,9 1 4 0 0,1-1 0 0 0,0 0-1 0 0,0 0 1 0 0,0-1 0 0 0,0-1 0 0 0,16 0-1 0 0,-18-1-7 0 0,-1 1 0 0 0,1-1 0 0 0,-1 1 0 0 0,1 1 0 0 0,-1 0 0 0 0,1 0-1 0 0,-1 0 1 0 0,1 1 0 0 0,-1 0 0 0 0,0 0 0 0 0,0 1 0 0 0,0 0 0 0 0,0 0 0 0 0,-1 1 0 0 0,1 0-1 0 0,6 5 1 0 0,-5-1 5 0 0,-2 0-1 0 0,0 1 0 0 0,0 0 0 0 0,0 0 0 0 0,-1 0 1 0 0,0 1-1 0 0,-1 0 0 0 0,0 0 0 0 0,-1 0 0 0 0,0 0 1 0 0,0 1-1 0 0,1 12 0 0 0,1 16 39 0 0,0 76-1 0 0,-6-88-24 0 0,0 1 0 0 0,-2-1 0 0 0,-2 0 0 0 0,0 0 0 0 0,-1-1 0 0 0,-2 1 0 0 0,-1-1 0 0 0,-15 30 0 0 0,20-49-7 0 0,0 1 0 0 0,-1-1 0 0 0,0 0 0 0 0,0-1 0 0 0,-1 0-1 0 0,0 1 1 0 0,0-2 0 0 0,-1 1 0 0 0,1-1 0 0 0,-1 0 0 0 0,0 0-1 0 0,0-1 1 0 0,-1 0 0 0 0,1 0 0 0 0,-1-1 0 0 0,0 0 0 0 0,0 0-1 0 0,0-1 1 0 0,-17 3 0 0 0,23-5-4 0 0,1 0-1 0 0,-1 0 1 0 0,1 0-1 0 0,-1 0 1 0 0,0 0-1 0 0,1-1 1 0 0,-1 1 0 0 0,0-1-1 0 0,1 1 1 0 0,-1-1-1 0 0,1 0 1 0 0,-1 1-1 0 0,1-1 1 0 0,0 0 0 0 0,-1 0-1 0 0,1 0 1 0 0,0 0-1 0 0,-1 0 1 0 0,1 0-1 0 0,0-1 1 0 0,0 1 0 0 0,-1-2-1 0 0,0 0-2 0 0,1 0 1 0 0,-1-1-1 0 0,1 1 0 0 0,0 0 1 0 0,0 0-1 0 0,1-1 0 0 0,-1 1 1 0 0,1 0-1 0 0,-1-1 1 0 0,1-4-1 0 0,1-2 1 0 0,0 1 0 0 0,0 0 0 0 0,1 0 0 0 0,0 0 0 0 0,0 0 0 0 0,1 0 0 0 0,4-9 0 0 0,12-17-17 0 0,2 1 0 0 0,1 1 0 0 0,2 1 0 0 0,1 1 0 0 0,1 2 0 0 0,2 0 0 0 0,50-41 0 0 0,-24 29-17 0 0,2 3-1 0 0,1 1 1 0 0,103-47-1 0 0,-150 79 16 0 0,23-8-48 0 0,-31 13 124 0 0,0 1 0 0 0,0-1 0 0 0,0 0 1 0 0,-1 0-1 0 0,1 1 0 0 0,0-1 0 0 0,0 1 1 0 0,0-1-1 0 0,-1 1 0 0 0,1 0 0 0 0,-1 0 1 0 0,1-1-1 0 0,0 1 0 0 0,-1 0 0 0 0,1 1 1 0 0,-1-1-1 0 0,0 0 0 0 0,1 0 0 0 0,-1 1 1 0 0,0-1-1 0 0,0 0 0 0 0,0 1 0 0 0,0 0 0 0 0,0-1 1 0 0,0 1-1 0 0,0-1 0 0 0,0 3 0 0 0,0-3-60 0 0,-1 0 107 0 0,2 18-50 0 0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2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0 180 0 0,'0'16'2741'0'0,"15"45"1596"0"0,-15-60-3986 0 0,1 1-197 0 0,0 0 0 0 0,1-1 0 0 0,-1 1 0 0 0,1-1 0 0 0,-1 1 1 0 0,1-1-1 0 0,0 0 0 0 0,-1 1 0 0 0,1-1 0 0 0,0 0 0 0 0,0 0 1 0 0,0 0-1 0 0,3 0 0 0 0,36-20 330 0 0,-33 15-409 0 0,-1 0 1 0 0,1 0-1 0 0,-1 0 0 0 0,1 1 0 0 0,0 1 0 0 0,0-1 0 0 0,1 1 0 0 0,-1 0 1 0 0,0 1-1 0 0,1 0 0 0 0,14 1 0 0 0,71 14 34 0 0,-77-10-92 0 0,1 0 0 0 0,1-1 0 0 0,-1-1 1 0 0,0-1-1 0 0,1-1 0 0 0,-1 0 1 0 0,0-1-1 0 0,34-7 0 0 0,-49 8-7 0 0,-1-1 0 0 0,1 1-1 0 0,-1-1 1 0 0,0 0 0 0 0,1 0 0 0 0,-1 0 0 0 0,0 0-1 0 0,1 0 1 0 0,-1 0 0 0 0,0-1 0 0 0,0 1 0 0 0,0-1 0 0 0,0 0-1 0 0,0 1 1 0 0,-1-1 0 0 0,3-2 0 0 0,-4 2 21 0 0,1 2-29 0 0,-1 0 1 0 0,0 0-1 0 0,0 0 0 0 0,0 0 1 0 0,0 0-1 0 0,0 0 0 0 0,0-1 1 0 0,1 1-1 0 0,-1 0 1 0 0,0 0-1 0 0,0 0 0 0 0,0 0 1 0 0,0 0-1 0 0,0 0 0 0 0,0 0 1 0 0,0-1-1 0 0,0 1 0 0 0,1 0 1 0 0,-1 0-1 0 0,0 0 0 0 0,0 0 1 0 0,0 0-1 0 0,0-1 0 0 0,0 1 1 0 0,0 0-1 0 0,0 0 0 0 0,0 0 1 0 0,0 0-1 0 0,0 0 0 0 0,0-1 1 0 0,0 1-1 0 0,0 0 0 0 0,0 0 1 0 0,0 0-1 0 0,0 0 0 0 0,0 0 1 0 0,0-1-1 0 0,-1 1 0 0 0,1 0 1 0 0,0 0-1 0 0,0 0 0 0 0,0 0 1 0 0,0 0-1 0 0,0-1 1 0 0,0 1-1 0 0,0 0 0 0 0,0 0 1 0 0,0 0-1 0 0,-1 0 0 0 0,1 0 1 0 0,0 0-1 0 0,0 0 0 0 0,0 0 1 0 0,0 0-1 0 0,0 0 0 0 0,0-1 1 0 0,-1 1-1 0 0,1 0 0 0 0,0 0 1 0 0,0 0-1 0 0,-1 0 0 0 0,-10-11 181 0 0,7 7-139 0 0,0 2 37 0 0,-1 0-1 0 0,0 1 1 0 0,1-1-1 0 0,-1 1 1 0 0,0 0-1 0 0,0 0 1 0 0,0 1-1 0 0,0-1 1 0 0,-9 1 0 0 0,10 0-61 0 0,1 0 32 0 0,1 1 30 0 0,2-1-76 0 0,0 0 0 0 0,-1 0 0 0 0,1 0 0 0 0,0 0 0 0 0,0 0 0 0 0,0 0 0 0 0,-1 0 0 0 0,1 0 0 0 0,0 0 0 0 0,0 0-1 0 0,0 0 1 0 0,0 0 0 0 0,-1 0 0 0 0,1 0 0 0 0,0 0 0 0 0,0 0 0 0 0,0 0 0 0 0,0 0 0 0 0,-1 0 0 0 0,1 0 0 0 0,0 0 0 0 0,0 0 0 0 0,0 0 0 0 0,0 1 0 0 0,0-1 0 0 0,-1 0 0 0 0,1 0 0 0 0,0 0 0 0 0,0 0 0 0 0,0 0 0 0 0,0 0 0 0 0,0 1 0 0 0,0-1 0 0 0,0 0 0 0 0,-1 0 0 0 0,1 0-1 0 0,0 0 1 0 0,0 1 0 0 0,0-1 0 0 0,0 0 0 0 0,0 0 0 0 0,0 0 0 0 0,0 0 0 0 0,0 1 0 0 0,0-1 0 0 0,0 0 0 0 0,0 0 0 0 0,0 0 0 0 0,0 0 0 0 0,0 1 0 0 0,0-1 0 0 0,0 0 0 0 0,0 0 0 0 0,0 0 0 0 0,1 0 0 0 0,-1 1 0 0 0,0-1 0 0 0,0 0 0 0 0,0 0 0 0 0,0 0 0 0 0,3 3 4 0 0,0-1 0 0 0,0 0 1 0 0,0 0-1 0 0,0 0 1 0 0,0 0-1 0 0,0-1 1 0 0,1 0-1 0 0,-1 1 1 0 0,0-1-1 0 0,1 0 1 0 0,0 0-1 0 0,-1-1 1 0 0,1 1-1 0 0,-1-1 0 0 0,7 0 1 0 0,-7 0 2 0 0,13 0 38 0 0,7-5 231 0 0,-21 5-39 0 0,15 15 165 0 0,-15 7-9 0 0,0 1 0 0 0,-2-1 1 0 0,0 1-1 0 0,-2-1 0 0 0,0 0 1 0 0,-6 26-1 0 0,0 5 101 0 0,0-10-6 0 0,-17 54 0 0 0,13-53-244 0 0,2-9-110 0 0,-1-1 0 0 0,-1 0 0 0 0,-3 0 1 0 0,0-2-1 0 0,-2 0 0 0 0,-42 59 0 0 0,50-80-96 0 0,0 0-1 0 0,-2 0 1 0 0,1-1-1 0 0,-20 15 1 0 0,26-22-26 0 0,-1 0 0 0 0,1 0 0 0 0,-1 0 0 0 0,0 0 0 0 0,0-1 0 0 0,0 1 0 0 0,0-1 0 0 0,0-1 0 0 0,0 1 0 0 0,-1-1 1 0 0,1 0-1 0 0,0 0 0 0 0,-1 0 0 0 0,1-1 0 0 0,-8 0 0 0 0,11 0-8 0 0,0 0 0 0 0,-1-1-1 0 0,1 1 1 0 0,0-1 0 0 0,-1 1 0 0 0,1-1 0 0 0,0 0 0 0 0,0 0 0 0 0,0 0-1 0 0,0 0 1 0 0,0 0 0 0 0,0-1 0 0 0,0 1 0 0 0,0-1 0 0 0,0 1-1 0 0,1-1 1 0 0,-1 0 0 0 0,0 1 0 0 0,1-1 0 0 0,-1 0 0 0 0,1 0 0 0 0,-2-3-1 0 0,2 2-1 0 0,0-1 0 0 0,1 1-1 0 0,-1-1 1 0 0,1 0 0 0 0,-1 1 0 0 0,1-1-1 0 0,0 1 1 0 0,0-1 0 0 0,1 0-1 0 0,-1 1 1 0 0,1-1 0 0 0,0 1-1 0 0,1-5 1 0 0,3-6 0 0 0,0 0 1 0 0,1 1-1 0 0,1-1 0 0 0,0 1 1 0 0,1 1-1 0 0,10-13 1 0 0,9-6-16 0 0,1 0 1 0 0,2 2-1 0 0,0 2 1 0 0,46-33-1 0 0,73-32-3955 0 0,-128 82 2076 0 0,4-3-5345 0 0,-17 7 2858 0 0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4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22 712 0 0,'0'-1'206'0'0,"0"0"1"0"0,-1-1-1 0 0,1 1 1 0 0,0 0-1 0 0,-1 0 1 0 0,1 0-1 0 0,0 0 0 0 0,-1 1 1 0 0,1-1-1 0 0,-1 0 1 0 0,0 0-1 0 0,1 0 0 0 0,-1 0 1 0 0,0 0-1 0 0,0 1 1 0 0,1-1-1 0 0,-1 0 0 0 0,0 1 1 0 0,0-1-1 0 0,0 0 1 0 0,0 1-1 0 0,0-1 1 0 0,0 1-1 0 0,0 0 0 0 0,0-1 1 0 0,0 1-1 0 0,-2-1 1 0 0,2 2-122 0 0,0 0 0 0 0,0 0 0 0 0,0 1 0 0 0,0-1 0 0 0,0 0 1 0 0,0 0-1 0 0,0 0 0 0 0,1 1 0 0 0,-1-1 0 0 0,0 0 0 0 0,1 1 1 0 0,-1-1-1 0 0,1 1 0 0 0,0-1 0 0 0,-1 1 0 0 0,1 2 1 0 0,-8 73 437 0 0,2 348 1816 0 0,4-394-2348 0 0,0 1 0 0 0,-2 0 1 0 0,-1-1-1 0 0,-2 0 0 0 0,-1 0 1 0 0,-1 0-1 0 0,-16 33 0 0 0,24-62-511 0 0,-1 0 0 0 0,1 0-1 0 0,-1 0 1 0 0,0-1 0 0 0,0 1-1 0 0,0 0 1 0 0,0-1 0 0 0,0 0-1 0 0,0 1 1 0 0,0-1 0 0 0,-5 2-1 0 0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4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1 506 248 0 0,'95'-20'1403'0'0,"0"-4"-1"0"0,137-55 1 0 0,-104 33-919 0 0,-50 20-241 0 0,219-84 693 0 0,-288 106-880 0 0,-1-1 0 0 0,0 1 0 0 0,0-1 0 0 0,0 0 1 0 0,-1-1-1 0 0,1 0 0 0 0,-1 0 0 0 0,9-12 0 0 0,-14 16-27 0 0,0 0 0 0 0,-1 1-1 0 0,0-1 1 0 0,1 0 0 0 0,-1 0 0 0 0,0-1-1 0 0,0 1 1 0 0,0 0 0 0 0,-1 0-1 0 0,1 0 1 0 0,0-1 0 0 0,-1 1 0 0 0,1 0-1 0 0,-1-1 1 0 0,0 1 0 0 0,0 0-1 0 0,0-1 1 0 0,0 1 0 0 0,0 0 0 0 0,-1-1-1 0 0,1 1 1 0 0,-1 0 0 0 0,1-1-1 0 0,-1 1 1 0 0,0 0 0 0 0,0 0 0 0 0,0 0-1 0 0,0-1 1 0 0,0 1 0 0 0,0 0-1 0 0,-1 0 1 0 0,1 1 0 0 0,-1-1-1 0 0,1 0 1 0 0,-1 0 0 0 0,0 1 0 0 0,0-1-1 0 0,-2-1 1 0 0,-4-4 125 0 0,1 1-1 0 0,-2 0 1 0 0,1 0 0 0 0,-1 1 0 0 0,0 0-1 0 0,0 0 1 0 0,0 1 0 0 0,0 0-1 0 0,-1 1 1 0 0,-19-5 0 0 0,27 8-146 0 0,1 0 1 0 0,0 1-1 0 0,-1-1 0 0 0,1 0 1 0 0,0 0-1 0 0,-1 1 0 0 0,1-1 1 0 0,0 0-1 0 0,0 1 0 0 0,0 0 1 0 0,-1-1-1 0 0,1 1 0 0 0,0 0 1 0 0,0-1-1 0 0,0 1 0 0 0,0 0 1 0 0,0 0-1 0 0,0 0 0 0 0,0 0 1 0 0,0 0-1 0 0,1 0 0 0 0,-1 0 1 0 0,0 0-1 0 0,1 0 0 0 0,-1 0 1 0 0,0 2-1 0 0,-14 37 107 0 0,11-29-17 0 0,-2 10 44 0 0,0 1 1 0 0,1-1 0 0 0,2 1-1 0 0,-3 43 1 0 0,9 92 197 0 0,0-10-104 0 0,0 95 146 0 0,-3-226-336 0 0,-3 20 66 0 0,3-34-89 0 0,0 4-27 0 0,0-3 61 0 0,1-5 696 0 0,16-75-503 0 0,-17 75-234 0 0,2-12 9 0 0,2 10-20 0 0,-2 3-4 0 0,1 0 1 0 0,-1 1-1 0 0,1-1 0 0 0,0 1 0 0 0,-1-1 1 0 0,1 1-1 0 0,0 0 0 0 0,-1 0 0 0 0,1 0 1 0 0,-1 0-1 0 0,1 1 0 0 0,0-1 0 0 0,-1 1 1 0 0,1 0-1 0 0,-1-1 0 0 0,4 2 0 0 0,-5-1 2 0 0,57 18 9 0 0,-32-9-13 0 0,1-1 1 0 0,33 6 0 0 0,-52-14 1 0 0,0 0 0 0 0,0 0-1 0 0,-1-1 1 0 0,1 0 0 0 0,0 0 0 0 0,0-1 0 0 0,-1 0-1 0 0,1 0 1 0 0,-1-1 0 0 0,1 0 0 0 0,-1 0 0 0 0,13-6 0 0 0,-17 6 27 0 0,-1 0 0 0 0,1-1 0 0 0,-1 1 0 0 0,0-1 0 0 0,1 1 0 0 0,-1-1 0 0 0,0 0 0 0 0,-1 0 0 0 0,1 0 0 0 0,0 0 0 0 0,-1 0 0 0 0,0 0 0 0 0,1-1 0 0 0,-1 1 0 0 0,-1 0 0 0 0,1-1 0 0 0,0 1 0 0 0,-1-1 0 0 0,0 1 0 0 0,0-5 0 0 0,5 10-13 0 0,15 5-601 0 0,0 0 1 0 0,34 5-1 0 0,15-3-5712 0 0,-41-6 3245 0 0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5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19 4 0 0,'-5'-18'8906'0'0,"10"38"-6832"0"0,12 45-1206 0 0,-5-6-158 0 0,-3 2 0 0 0,-2-1 0 0 0,-3 1 0 0 0,-3 63 0 0 0,-2-55-329 0 0,2-53-290 0 0,-1 1 0 0 0,0-1 0 0 0,-5 25 0 0 0,3-26-272 0 0,-6 19-1436 0 0,-4-20-3084 0 0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5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14 206 56 0 0,'0'0'134'0'0,"-1"1"-1"0"0,1-1 1 0 0,0 0-1 0 0,-1 0 1 0 0,1 0-1 0 0,0 0 1 0 0,-1 1 0 0 0,1-1-1 0 0,0 0 1 0 0,-1 0-1 0 0,1 0 1 0 0,0 0-1 0 0,-1 0 1 0 0,1 0-1 0 0,-1 0 1 0 0,1 0 0 0 0,0 0-1 0 0,-1 0 1 0 0,1 0-1 0 0,0 0 1 0 0,-1-1-1 0 0,1 1 1 0 0,0 0 0 0 0,-1 0-1 0 0,1 0 1 0 0,0 0-1 0 0,-1-1 1 0 0,1 1-1 0 0,0 0 1 0 0,-1 0-1 0 0,1 0 1 0 0,0-1 0 0 0,0 1-1 0 0,-1 0 1 0 0,1-1-1 0 0,0 1 1 0 0,0 0-1 0 0,0 0 1 0 0,-1-1 0 0 0,1 1-1 0 0,0 0 1 0 0,0-1-1 0 0,0 1 1 0 0,0-1-1 0 0,0 1 1 0 0,0 0-1 0 0,0-1 1 0 0,0 1 0 0 0,0 0-1 0 0,0-1 1 0 0,0 1-1 0 0,0-1 1 0 0,20-18 1609 0 0,44-16-923 0 0,20-1-91 0 0,2 4-1 0 0,139-34 1 0 0,-201 62-1276 0 0,1 1-1 0 0,31 0 0 0 0,-11 3-2950 0 0,-28 0 1091 0 0,-5 1-33 0 0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6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71 692 0 0,'15'3'2045'0'0,"-6"1"-1681"0"0,0 0 0 0 0,0 1-1 0 0,-1 0 1 0 0,1 0 0 0 0,-1 1 0 0 0,-1 0 0 0 0,1 0 0 0 0,-1 1-1 0 0,11 12 1 0 0,-14-14-239 0 0,0 0-1 0 0,0 0 1 0 0,-1 0 0 0 0,0 1-1 0 0,0-1 1 0 0,0 1-1 0 0,-1 0 1 0 0,1 0 0 0 0,-1 0-1 0 0,-1 0 1 0 0,1 0-1 0 0,-1 0 1 0 0,0 0 0 0 0,-1 1-1 0 0,1-1 1 0 0,-2 8-1 0 0,1-13-96 0 0,0 0-1 0 0,0 0 0 0 0,0 0 0 0 0,0 0 0 0 0,-1 0 1 0 0,1 0-1 0 0,0 0 0 0 0,-1 0 0 0 0,1 0 0 0 0,-1 0 1 0 0,1-1-1 0 0,-1 1 0 0 0,1 0 0 0 0,-1 0 0 0 0,0 0 1 0 0,1-1-1 0 0,-1 1 0 0 0,0 0 0 0 0,0-1 0 0 0,1 1 1 0 0,-3 0-1 0 0,-6 9 1069 0 0,9-11-1092 0 0,0 1 0 0 0,1 0 0 0 0,-1-1 0 0 0,0 1 0 0 0,0-1 1 0 0,0 1-1 0 0,0-1 0 0 0,0 1 0 0 0,0 0 0 0 0,0-1 0 0 0,0 1 1 0 0,0-1-1 0 0,0 1 0 0 0,0-1 0 0 0,0 1 0 0 0,0 0 0 0 0,0-1 1 0 0,0 1-1 0 0,0-1 0 0 0,-1 1 0 0 0,1-1 0 0 0,0 1 0 0 0,0 0 1 0 0,-1-1-1 0 0,1 1 0 0 0,0 0 0 0 0,0-1 0 0 0,-1 1 0 0 0,1-1 1 0 0,-1 1-2 0 0,1-1 0 0 0,-1 1 0 0 0,1-1 0 0 0,0 1 1 0 0,-1-1-1 0 0,1 1 0 0 0,0-1 0 0 0,-1 1 1 0 0,1-1-1 0 0,0 1 0 0 0,0-1 0 0 0,0 0 0 0 0,0 1 1 0 0,-1-1-1 0 0,1 1 0 0 0,0-1 0 0 0,0 0 1 0 0,0 1-1 0 0,0-1 0 0 0,0 0 0 0 0,0 1 0 0 0,1-1 1 0 0,-1 1-1 0 0,0-1 0 0 0,0 0 0 0 0,0 1 1 0 0,1-1-1 0 0,-1 1 0 0 0,0-1 0 0 0,0 1 0 0 0,1-2 1 0 0,13-19 36 0 0,0 1 1 0 0,1 0-1 0 0,1 0 1 0 0,0 2 0 0 0,2 0-1 0 0,0 1 1 0 0,1 1-1 0 0,1 1 1 0 0,0 0 0 0 0,36-18-1 0 0,-11 6 1 0 0,-44 26 230 0 0,0 1-257 0 0,-1-1 1 0 0,0 1-1 0 0,0 0 1 0 0,1 0-1 0 0,-1 0 1 0 0,0 0-1 0 0,0 0 1 0 0,1-1-1 0 0,-1 1 1 0 0,0 0-1 0 0,1 0 1 0 0,-1 0-1 0 0,0 0 1 0 0,1 0-1 0 0,-1 0 1 0 0,0 0-1 0 0,1 0 1 0 0,-1 0-1 0 0,0 0 1 0 0,0 0-1 0 0,1 0 1 0 0,-1 0-1 0 0,0 0 1 0 0,1 0-1 0 0,-1 0 1 0 0,0 1-1 0 0,1-1 1 0 0,-1 0-1 0 0,0 0 1 0 0,0 0-1 0 0,1 0 1 0 0,-1 1-1 0 0,0-1 1 0 0,0 0-1 0 0,0 0 1 0 0,1 0-1 0 0,-1 1 1 0 0,0-1-1 0 0,0 0 1 0 0,0 0-1 0 0,1 1 1 0 0,-1-1-1 0 0,-2 25 390 0 0,0-5-151 0 0,0-1 0 0 0,4 41 0 0 0,-2-56-232 0 0,0 1 0 0 0,1-1 0 0 0,0 1 0 0 0,0-1-1 0 0,1 1 1 0 0,-1-1 0 0 0,1 0 0 0 0,0 1 0 0 0,0-1 0 0 0,0 0 0 0 0,1 0 0 0 0,-1-1 0 0 0,1 1 0 0 0,0 0 0 0 0,0-1-1 0 0,0 0 1 0 0,1 1 0 0 0,4 3 0 0 0,-5-6-14 0 0,-1 1 0 0 0,1 0 1 0 0,0-1-1 0 0,-1 0 0 0 0,1 1 0 0 0,0-1 0 0 0,0 0 0 0 0,0-1 0 0 0,0 1 0 0 0,0 0 1 0 0,0-1-1 0 0,0 0 0 0 0,0 1 0 0 0,0-1 0 0 0,0 0 0 0 0,0-1 0 0 0,0 1 0 0 0,0 0 1 0 0,0-1-1 0 0,-1 0 0 0 0,1 0 0 0 0,0 0 0 0 0,0 0 0 0 0,0 0 0 0 0,-1 0 0 0 0,1-1 1 0 0,0 0-1 0 0,-1 1 0 0 0,1-1 0 0 0,-1 0 0 0 0,0 0 0 0 0,0 0 0 0 0,0 0 1 0 0,0-1-1 0 0,0 1 0 0 0,2-3 0 0 0,0-1 31 0 0,-1 1 1 0 0,0 0 0 0 0,0-1-1 0 0,0 1 1 0 0,-1-1-1 0 0,0 0 1 0 0,0 0-1 0 0,0 0 1 0 0,-1 0 0 0 0,0 0-1 0 0,0-1 1 0 0,0 1-1 0 0,-1 0 1 0 0,0 0-1 0 0,0-1 1 0 0,-2-10 0 0 0,-1 7 36 0 0,-1 0 0 0 0,1 0-1 0 0,-1 0 1 0 0,-7-10 0 0 0,10 18-42 0 0,-2-4 757 0 0,2 2-3094 0 0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6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21 696 0 0,'-1'-1'240'0'0,"1"1"1"0"0,-1-1-1 0 0,1 1 0 0 0,0-1 1 0 0,0 1-1 0 0,-1-1 0 0 0,1 1 1 0 0,0-1-1 0 0,0 0 0 0 0,-1 1 1 0 0,1-1-1 0 0,0 1 0 0 0,0-1 1 0 0,0 1-1 0 0,0-1 0 0 0,0 0 0 0 0,0 1 1 0 0,0-1-1 0 0,0 1 0 0 0,0-1 1 0 0,0 0-1 0 0,0 1 0 0 0,1-1 1 0 0,-1 1-1 0 0,0-1 0 0 0,0 1 1 0 0,0-1-1 0 0,1 0 0 0 0,-1 1 1 0 0,0-1-1 0 0,1 1 0 0 0,-1 0 1 0 0,0-1-1 0 0,2 0 0 0 0,15 17 1722 0 0,-11-6-1736 0 0,1 0 0 0 0,-1 1 0 0 0,9 19-1 0 0,10 65 1730 0 0,27 189-1 0 0,-50-259-1918 0 0,0 1 0 0 0,-1-1 0 0 0,-6 47 0 0 0,5-70-407 0 0,-1 5 47 0 0,-1-4-1270 0 0,-12-28-6704 0 0,6 8 5236 0 0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6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1 457 516 0 0,'36'-13'983'0'0,"-1"-1"-1"0"0,0-2 1 0 0,47-31-1 0 0,-70 39-799 0 0,-1 0 0 0 0,1-1 0 0 0,-1 0-1 0 0,-1-1 1 0 0,0 0 0 0 0,0-1 0 0 0,-1 0 0 0 0,0-1 0 0 0,-1 0 0 0 0,-1 0 0 0 0,1-1-1 0 0,6-17 1 0 0,-10 17 37 0 0,0 1 0 0 0,0-1 0 0 0,-1 0 0 0 0,-1-1 0 0 0,2-25 0 0 0,-4 33-25 0 0,0 0 1 0 0,0 0-1 0 0,-1 1 0 0 0,0-1 0 0 0,0 0 0 0 0,0 0 1 0 0,-1 1-1 0 0,0-1 0 0 0,0 1 0 0 0,0-1 0 0 0,0 1 1 0 0,-1 0-1 0 0,0 0 0 0 0,0 0 0 0 0,-1 0 1 0 0,-4-4-1 0 0,7 8-143 0 0,1 0 0 0 0,-1 0 0 0 0,1 1 1 0 0,-1-1-1 0 0,0 0 0 0 0,0 1 1 0 0,1-1-1 0 0,-1 0 0 0 0,0 1 0 0 0,0-1 1 0 0,0 1-1 0 0,1 0 0 0 0,-1-1 0 0 0,0 1 1 0 0,0 0-1 0 0,0-1 0 0 0,0 1 0 0 0,0 0 1 0 0,0 0-1 0 0,0 0 0 0 0,0 0 0 0 0,0 0 1 0 0,0 0-1 0 0,0 0 0 0 0,0 0 0 0 0,0 0 1 0 0,1 0-1 0 0,-1 0 0 0 0,-2 1 0 0 0,2 1 3 0 0,-1-1 0 0 0,0 0 0 0 0,1 1 0 0 0,-1-1 0 0 0,1 1 0 0 0,0-1 0 0 0,0 1 0 0 0,-1 0 0 0 0,1 0 0 0 0,0-1 0 0 0,0 1 0 0 0,-1 4 0 0 0,-2 5 105 0 0,1 1 1 0 0,0 0-1 0 0,-2 17 0 0 0,1 6-3 0 0,3 1 1 0 0,1-1-1 0 0,1 0 1 0 0,2 1-1 0 0,1-1 1 0 0,2-1-1 0 0,2 1 1 0 0,1-1-1 0 0,20 50 0 0 0,-29-83-149 0 0,1 1-1 0 0,0-1 1 0 0,0 1-1 0 0,0-1 1 0 0,0 1-1 0 0,0-1 0 0 0,0 1 1 0 0,1-1-1 0 0,-1 0 1 0 0,0 0-1 0 0,0 0 0 0 0,1 0 1 0 0,-1 0-1 0 0,1 0 1 0 0,-1 0-1 0 0,1 0 1 0 0,0 0-1 0 0,-1-1 0 0 0,1 1 1 0 0,0-1-1 0 0,-1 1 1 0 0,1-1-1 0 0,0 1 0 0 0,0-1 1 0 0,-1 0-1 0 0,1 0 1 0 0,0 0-1 0 0,0 0 0 0 0,0 0 1 0 0,-1-1-1 0 0,1 1 1 0 0,0 0-1 0 0,1-1 1 0 0,9-3 13 0 0,-1 0 1 0 0,0 0 0 0 0,0-1 0 0 0,11-7 0 0 0,8-2 25 0 0,0 1 0 0 0,-21 9 18 0 0,0-1 0 0 0,1 1 0 0 0,-1 1 0 0 0,1 0 0 0 0,0 0 0 0 0,0 1 0 0 0,0 0 0 0 0,0 1 0 0 0,0 0 0 0 0,1 1 1 0 0,12 1-1 0 0,-12 0 81 0 0,-10-1-378 0 0,1 0 1 0 0,-1 1 0 0 0,1-1 0 0 0,0 0-1 0 0,-1 0 1 0 0,1 1 0 0 0,-1-1 0 0 0,1 1-1 0 0,-1 0 1 0 0,1-1 0 0 0,-1 1 0 0 0,1 0-1 0 0,-1 0 1 0 0,0 0 0 0 0,0 0 0 0 0,1 0-1 0 0,1 2 1 0 0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8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357 145 212 0 0,'14'-13'1630'0'0,"-1"-1"1"0"0,0-1-1 0 0,-1 0 1 0 0,-1-1-1 0 0,18-32 0 0 0,-28 46-1108 0 0,-2 1-472 0 0,1 0 1 0 0,0 0-1 0 0,0 0 1 0 0,-1 0-1 0 0,1 0 1 0 0,-1 0 0 0 0,1 0-1 0 0,0 0 1 0 0,-1 0-1 0 0,0 0 1 0 0,1 0-1 0 0,-1 0 1 0 0,0 1 0 0 0,1-1-1 0 0,-1 0 1 0 0,0 0-1 0 0,0 1 1 0 0,0-1-1 0 0,1 0 1 0 0,-1 1 0 0 0,0-1-1 0 0,0 1 1 0 0,0-1-1 0 0,0 1 1 0 0,0 0-1 0 0,0-1 1 0 0,0 1 0 0 0,0 0-1 0 0,0 0 1 0 0,-1 0-1 0 0,1-1 1 0 0,0 1-1 0 0,0 0 1 0 0,0 1 0 0 0,0-1-1 0 0,0 0 1 0 0,0 0-1 0 0,0 0 1 0 0,0 0-1 0 0,0 1 1 0 0,0-1 0 0 0,-2 1-1 0 0,-48 15 672 0 0,50-16-689 0 0,-33 16 365 0 0,1 2-1 0 0,1 1 1 0 0,0 1-1 0 0,1 1 1 0 0,2 2-1 0 0,0 2 1 0 0,-44 48 0 0 0,65-66-304 0 0,2 2 0 0 0,-1-1 1 0 0,1 1-1 0 0,0 0 1 0 0,1 1-1 0 0,0-1 1 0 0,0 1-1 0 0,1 0 1 0 0,1 0-1 0 0,-1 0 1 0 0,2 1-1 0 0,-1-1 0 0 0,0 12 1 0 0,3-17-66 0 0,0 0 0 0 0,0 0 0 0 0,0 0 0 0 0,1 0 0 0 0,-1 0-1 0 0,1-1 1 0 0,0 1 0 0 0,1 0 0 0 0,-1 0 0 0 0,1-1 0 0 0,0 1 0 0 0,0-1 0 0 0,0 1 0 0 0,1-1 0 0 0,0 0 0 0 0,0 0 0 0 0,0 0 0 0 0,0-1 0 0 0,0 1-1 0 0,1 0 1 0 0,-1-1 0 0 0,1 0 0 0 0,0 0 0 0 0,0 0 0 0 0,1-1 0 0 0,-1 1 0 0 0,0-1 0 0 0,1 0 0 0 0,8 3 0 0 0,4-1-5 0 0,0 0 1 0 0,0 0 0 0 0,1-2 0 0 0,-1 0-1 0 0,0-1 1 0 0,1-1 0 0 0,0-1-1 0 0,-1 0 1 0 0,31-6 0 0 0,-19 1-117 0 0,-1-2 1 0 0,1 0 0 0 0,-2-2-1 0 0,53-26 1 0 0,-72 32 49 0 0,0 0 0 0 0,-1-1 0 0 0,0 0 0 0 0,0-1 1 0 0,0 1-1 0 0,0-1 0 0 0,7-10 0 0 0,-13 15 19 0 0,-1 3 16 0 0,0 0-1 0 0,0 1 0 0 0,0-1 1 0 0,0 0-1 0 0,1 1 0 0 0,-1-1 1 0 0,1 1-1 0 0,-1-1 0 0 0,1 0 1 0 0,0 0-1 0 0,0 1 0 0 0,0-1 1 0 0,0 0-1 0 0,0 0 0 0 0,0 0 0 0 0,1 0 1 0 0,-1 0-1 0 0,1 0 0 0 0,-1-1 1 0 0,1 1-1 0 0,0 0 0 0 0,0-1 1 0 0,-1 1-1 0 0,1-1 0 0 0,0 0 1 0 0,0 0-1 0 0,1 1 0 0 0,-1-1 1 0 0,0-1-1 0 0,0 1 0 0 0,0 0 1 0 0,1 0-1 0 0,-1-1 0 0 0,4 1 1 0 0,2 1 10 0 0,1-1 0 0 0,0 0-1 0 0,0-1 1 0 0,0 1 0 0 0,0-2 0 0 0,-1 1 0 0 0,1-1 0 0 0,0-1 0 0 0,0 1 0 0 0,-1-2 0 0 0,1 1 0 0 0,-1-1 0 0 0,0 0 0 0 0,0-1 0 0 0,0 0 0 0 0,0 0 0 0 0,-1-1 0 0 0,8-5 0 0 0,-3-7 40 0 0,-12 15-43 0 0,0 0-1 0 0,0 0 0 0 0,-1 0 1 0 0,1 0-1 0 0,0 0 0 0 0,-1 1 1 0 0,0-1-1 0 0,1 0 1 0 0,-1 0-1 0 0,0 1 0 0 0,0-1 1 0 0,0 0-1 0 0,0 1 0 0 0,-2-3 1 0 0,1 2 0 0 0,1 0 1 0 0,-1 0 0 0 0,0 0-1 0 0,1 0 1 0 0,-1 0 0 0 0,0 1 0 0 0,0-1-1 0 0,0 1 1 0 0,-1 0 0 0 0,1-1-1 0 0,0 1 1 0 0,-5-1 0 0 0,-1-5-400 0 0,-12 9-2157 0 0,6 2-5683 0 0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8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1 596 0 0,'35'22'4754'0'0,"-31"-3"-2989"0"0,-1 0-1 0 0,1 37 1 0 0,-4-56-1751 0 0,1 0 1 0 0,-1 1 0 0 0,0-1 0 0 0,0 0 0 0 0,0 0-1 0 0,0 1 1 0 0,0-1 0 0 0,0 0 0 0 0,1 0 0 0 0,-1 0 0 0 0,0 0-1 0 0,0 1 1 0 0,0-1 0 0 0,0 0 0 0 0,1 0 0 0 0,-1 0-1 0 0,0 0 1 0 0,0 1 0 0 0,1-1 0 0 0,-1 0 0 0 0,0 0-1 0 0,0 0 1 0 0,0 0 0 0 0,1 0 0 0 0,-1 0 0 0 0,0 0-1 0 0,0 0 1 0 0,1 0 0 0 0,-1 0 0 0 0,0 0 0 0 0,0 0-1 0 0,1 0 1 0 0,-1 0 0 0 0,0 0 0 0 0,0 0 0 0 0,1 0 0 0 0,-1 0-1 0 0,0 0 1 0 0,0 0 0 0 0,1 0 0 0 0,-1-1 0 0 0,0 1-1 0 0,0 0 1 0 0,0 0 0 0 0,1 0 0 0 0,-1 0 0 0 0,0-1-1 0 0,0 1 1 0 0,0 0 0 0 0,1 0 0 0 0,-1 0 0 0 0,0-1-1 0 0,0 1 1 0 0,0 0 0 0 0,0 0 0 0 0,0 0 0 0 0,0-1-1 0 0,0 1 1 0 0,0 0 0 0 0,1-1 0 0 0,9-9 195 0 0,-1 2-57 0 0,0 0-1 0 0,1 0 1 0 0,-1 1 0 0 0,1 0-1 0 0,1 1 1 0 0,-1 0-1 0 0,1 1 1 0 0,13-5 0 0 0,-22 10-72 0 0,0 0-133 0 0,0 0-1 0 0,-1 0 1 0 0,1 0-1 0 0,0 0 1 0 0,0 1 0 0 0,-1-1-1 0 0,1 1 1 0 0,0-1 0 0 0,0 1-1 0 0,-1-1 1 0 0,1 1 0 0 0,2 2-1 0 0,9 11-4049 0 0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8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73 347 724 0 0,'0'0'6012'0'0,"-7"1"-5282"0"0,4 0-608 0 0,0-1-1 0 0,0 1 1 0 0,-1-1 0 0 0,1 1 0 0 0,0 0-1 0 0,1 1 1 0 0,-1-1 0 0 0,0 0 0 0 0,0 1-1 0 0,0 0 1 0 0,1-1 0 0 0,-1 1 0 0 0,1 0-1 0 0,0 0 1 0 0,-1 1 0 0 0,1-1 0 0 0,0 0-1 0 0,0 1 1 0 0,0-1 0 0 0,1 1 0 0 0,-1 0-1 0 0,1 0 1 0 0,-1-1 0 0 0,1 1 0 0 0,0 0-1 0 0,0 0 1 0 0,0 0 0 0 0,0 0 0 0 0,1 0-1 0 0,-1 1 1 0 0,1-1 0 0 0,0 0-1 0 0,0 0 1 0 0,0 0 0 0 0,0 0 0 0 0,1 4-1 0 0,-1-5-60 0 0,0 0 0 0 0,1-1 0 0 0,-1 1 0 0 0,0 0 0 0 0,1 0 0 0 0,-1 0-1 0 0,1 0 1 0 0,0-1 0 0 0,0 1 0 0 0,-1 0 0 0 0,1-1 0 0 0,0 1 0 0 0,0-1-1 0 0,1 1 1 0 0,-1-1 0 0 0,0 1 0 0 0,3 2 0 0 0,-3-4-41 0 0,0 1 0 0 0,1-1-1 0 0,-1 0 1 0 0,0 1 0 0 0,0-1 0 0 0,0 0 0 0 0,1 1 0 0 0,-1-1 0 0 0,0 0-1 0 0,0 0 1 0 0,1 0 0 0 0,-1 0 0 0 0,0 0 0 0 0,0 0 0 0 0,1-1 0 0 0,-1 1-1 0 0,0 0 1 0 0,0-1 0 0 0,0 1 0 0 0,1-1 0 0 0,-1 1 0 0 0,0-1 0 0 0,0 1-1 0 0,0-1 1 0 0,0 0 0 0 0,1 0 0 0 0,12-10 49 0 0,-1 0 1 0 0,0-1-1 0 0,0 0 0 0 0,-1-1 1 0 0,-1 0-1 0 0,11-17 0 0 0,52-92 341 0 0,-58 93-358 0 0,-8 15-19 0 0,-1 0 1 0 0,0-1-1 0 0,-1 0 0 0 0,4-19 0 0 0,-9 29-19 0 0,1 0-1 0 0,-1 1 0 0 0,0-1 1 0 0,-1 0-1 0 0,1 1 1 0 0,-1-1-1 0 0,0 0 0 0 0,0 0 1 0 0,-1 0-1 0 0,1 1 1 0 0,-1-1-1 0 0,0 0 1 0 0,0 1-1 0 0,0-1 0 0 0,-1 0 1 0 0,0 1-1 0 0,0 0 1 0 0,-3-6-1 0 0,2 8 20 0 0,0-1 0 0 0,0 1 0 0 0,0 0 0 0 0,0 0 0 0 0,0 0 0 0 0,-1 0 0 0 0,1 1-1 0 0,-1-1 1 0 0,1 1 0 0 0,-1 0 0 0 0,1 0 0 0 0,-1 0 0 0 0,0 0 0 0 0,1 1 0 0 0,-1 0 0 0 0,0-1 0 0 0,0 1 0 0 0,-5 1 0 0 0,-2 0 129 0 0,-1 0 0 0 0,1 1 0 0 0,-1 0 0 0 0,-15 5 0 0 0,26-6-148 0 0,0-1-1 0 0,0 0 0 0 0,0 1 1 0 0,0-1-1 0 0,0 0 0 0 0,0 1 1 0 0,0-1-1 0 0,0 1 0 0 0,1-1 1 0 0,-1 1-1 0 0,0 0 1 0 0,0-1-1 0 0,0 1 0 0 0,1 0 1 0 0,-1-1-1 0 0,0 1 0 0 0,1 0 1 0 0,-1 0-1 0 0,1 0 1 0 0,-1 0-1 0 0,1-1 0 0 0,-1 1 1 0 0,1 0-1 0 0,0 0 0 0 0,0 0 1 0 0,-1 0-1 0 0,1 0 0 0 0,0 0 1 0 0,0 0-1 0 0,0 0 1 0 0,0 0-1 0 0,0 0 0 0 0,0 0 1 0 0,0 0-1 0 0,0 0 0 0 0,0 0 1 0 0,1 0-1 0 0,-1 0 1 0 0,0 0-1 0 0,0 0 0 0 0,1 0 1 0 0,-1 0-1 0 0,1 0 0 0 0,-1 0 1 0 0,1-1-1 0 0,0 1 0 0 0,-1 0 1 0 0,1 0-1 0 0,1 1 1 0 0,1 3 9 0 0,1-1 1 0 0,1 1-1 0 0,-1 0 0 0 0,1-1 1 0 0,0 0-1 0 0,6 4 1 0 0,22 13 27 0 0,-10-7-17 0 0,0 0-1 0 0,-2 2 0 0 0,20 18 1 0 0,-34-28-22 0 0,-1 0 0 0 0,0 1 1 0 0,0 0-1 0 0,-1 0 0 0 0,0 1 1 0 0,-1 0-1 0 0,1 0 0 0 0,-1 0 0 0 0,-1 0 1 0 0,0 0-1 0 0,0 1 0 0 0,3 17 1 0 0,-5-17-145 0 0,0 1 1 0 0,-1-1 0 0 0,0 1 0 0 0,-1-1-1 0 0,0 1 1 0 0,-1-1 0 0 0,0 0 0 0 0,0 0-1 0 0,-1 0 1 0 0,0 0 0 0 0,-1 0 0 0 0,0 0-1 0 0,-5 8 1 0 0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9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1140 0 0,'1'-11'3592'0'0,"-1"-7"-1567"0"0,0 8 339 0 0,3-4-796 0 0,4 8-1376 0 0,7 2-1456 0 0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9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84 10029 0 0,'-17'-45'1023'0'0,"4"19"-164"0"0,13 25-696 0 0,0-1 115 0 0,0 2-256 0 0,0-1-1 0 0,0 1 1 0 0,0 0-1 0 0,0 0 1 0 0,0 0-1 0 0,0-1 1 0 0,0 1-1 0 0,0 0 1 0 0,1 0-1 0 0,-1-1 0 0 0,0 1 1 0 0,0 0-1 0 0,0 0 1 0 0,0-1-1 0 0,0 1 1 0 0,0 0-1 0 0,0 0 1 0 0,0-1-1 0 0,0 1 1 0 0,-1 0-1 0 0,1 0 1 0 0,0-1-1 0 0,0 1 1 0 0,0 0-1 0 0,0 0 1 0 0,0-1-1 0 0,0 1 1 0 0,0 0-1 0 0,-1 0 1 0 0,1 0-1 0 0,0-1 0 0 0,0 1 1 0 0,0 0-1 0 0,0 0 1 0 0,-1 0-1 0 0,1 0 1 0 0,0 0-1 0 0,0-1 1 0 0,-1 1-1 0 0,1 0 1 0 0,0 0-1 0 0,0 0 1 0 0,0 0-1 0 0,-1 0 1 0 0,1 0-1 0 0,0 0 1 0 0,0 0-1 0 0,-1 0 1 0 0,1 0-1 0 0,0 0 0 0 0,0 0 1 0 0,-1 0-1 0 0,1 0 1 0 0,-25 49 364 0 0,3 1 0 0 0,1 1 0 0 0,-25 102 0 0 0,34-110-261 0 0,4-16-15 0 0,2 0 0 0 0,1 1 0 0 0,-2 43-1 0 0,6-59-76 0 0,1-1 0 0 0,0 1 0 0 0,1-1 0 0 0,1 1 0 0 0,-1-1-1 0 0,2 1 1 0 0,0-1 0 0 0,0 0 0 0 0,1 0 0 0 0,0 0-1 0 0,8 12 1 0 0,-11-21-29 0 0,0 0 0 0 0,0-1 0 0 0,1 1 0 0 0,-1-1 0 0 0,1 0 0 0 0,-1 1 0 0 0,1-1 0 0 0,-1 0 0 0 0,1 0 0 0 0,0 0 0 0 0,-1 0 0 0 0,1 0 0 0 0,0 0 0 0 0,0 0 0 0 0,0-1 0 0 0,0 1 0 0 0,0-1 0 0 0,0 1-1 0 0,0-1 1 0 0,0 0 0 0 0,0 0 0 0 0,2 0 0 0 0,43-9 497 0 0,-30 3 1585 0 0,-17 5-2123 0 0,0 1 0 0 0,1-1 0 0 0,-1 1 0 0 0,0 0 0 0 0,1-1 0 0 0,-1 1 1 0 0,1 0-1 0 0,-1 0 0 0 0,1-1 0 0 0,-1 1 0 0 0,0 0 0 0 0,1 0 0 0 0,-1 0 0 0 0,1 0 0 0 0,-1-1 0 0 0,1 1 0 0 0,-1 0 0 0 0,1 0 0 0 0,-1 0 0 0 0,1 0 0 0 0,-1 0 1 0 0,1 0-1 0 0,-1 0 0 0 0,1 0 0 0 0,-1 0 0 0 0,1 1 0 0 0,-1-1 0 0 0,1 0 0 0 0,-1 0 0 0 0,1 0 0 0 0,-1 0 0 0 0,0 1 0 0 0,1-1 0 0 0,-1 0 0 0 0,1 1 1 0 0,-1-1-1 0 0,0 0 0 0 0,1 1 0 0 0,-1-1 0 0 0,0 0 0 0 0,1 1 0 0 0,-1-1 0 0 0,0 1 0 0 0,1-1 0 0 0,-1 0 0 0 0,0 1 0 0 0,0-1 0 0 0,0 1 0 0 0,1-1 0 0 0,-1 1 1 0 0,0 0-1 0 0,1 1-1489 0 0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7:59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70 232 0 0,'10'-39'8252'0'0,"-10"38"-8086"0"0,0 0-1 0 0,0-1 1 0 0,0 1 0 0 0,0-1-1 0 0,0 1 1 0 0,1 0 0 0 0,-1 0-1 0 0,0-1 1 0 0,1 1 0 0 0,-1 0-1 0 0,1 0 1 0 0,0-1 0 0 0,-1 1-1 0 0,1 0 1 0 0,0 0 0 0 0,0 0-1 0 0,0 0 1 0 0,0 0 0 0 0,0 0 0 0 0,0 0-1 0 0,0 0 1 0 0,0 0 0 0 0,0 1-1 0 0,0-1 1 0 0,0 0 0 0 0,3 0-1 0 0,-2 0-920 0 0,8 10-5856 0 0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0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61 112 0 0,'4'-38'10273'0'0,"-5"37"-10152"0"0,1-1-1 0 0,-1 1 1 0 0,1 0 0 0 0,-1 0-1 0 0,0 0 1 0 0,1-1-1 0 0,-1 1 1 0 0,0 0 0 0 0,0 0-1 0 0,0 0 1 0 0,0 0 0 0 0,0 0-1 0 0,0 1 1 0 0,0-1 0 0 0,0 0-1 0 0,0 0 1 0 0,0 1 0 0 0,0-1-1 0 0,0 0 1 0 0,-1 1 0 0 0,1-1-1 0 0,0 1 1 0 0,0 0 0 0 0,-1-1-1 0 0,1 1 1 0 0,0 0-1 0 0,-1 0 1 0 0,1 0 0 0 0,0 0-1 0 0,-1 0 1 0 0,1 0 0 0 0,0 0-1 0 0,-1 0 1 0 0,1 1 0 0 0,0-1-1 0 0,-1 0 1 0 0,1 1 0 0 0,0-1-1 0 0,0 1 1 0 0,-3 1 0 0 0,-7 3-91 0 0,0 1 1 0 0,0 0-1 0 0,-16 13 1 0 0,12-8 480 0 0,6-6-441 0 0,1 2 0 0 0,1-1-1 0 0,-1 1 1 0 0,1 0 0 0 0,0 1 0 0 0,-6 9 0 0 0,9-13-40 0 0,1 1 1 0 0,0 0-1 0 0,0 0 0 0 0,0 0 1 0 0,1 1-1 0 0,-1-1 0 0 0,1 1 1 0 0,0-1-1 0 0,1 1 0 0 0,0 0 1 0 0,-2 10-1 0 0,3-15-27 0 0,0 0-1 0 0,0 0 1 0 0,0 1 0 0 0,0-1-1 0 0,0 0 1 0 0,0 0 0 0 0,0 1-1 0 0,0-1 1 0 0,1 0-1 0 0,-1 0 1 0 0,0 0 0 0 0,1 1-1 0 0,-1-1 1 0 0,1 0 0 0 0,-1 0-1 0 0,1 0 1 0 0,0 0-1 0 0,-1 0 1 0 0,1 0 0 0 0,0 0-1 0 0,0 0 1 0 0,0 0 0 0 0,0 0-1 0 0,0 0 1 0 0,0-1-1 0 0,0 1 1 0 0,0 0 0 0 0,0-1-1 0 0,1 1 1 0 0,1 0-1 0 0,0-1 0 0 0,-1 0 0 0 0,1 0 1 0 0,0 0-1 0 0,0 0 0 0 0,-1 0 0 0 0,1 0 0 0 0,0-1 1 0 0,-1 0-1 0 0,1 1 0 0 0,0-1 0 0 0,4-2 0 0 0,9-5 0 0 0,0 0-1 0 0,-1-1 1 0 0,15-12-1 0 0,-27 19 2 0 0,27-20-8 0 0,-16 11-3 0 0,0 1 0 0 0,0 0 1 0 0,1 1-1 0 0,20-9 1 0 0,-32 17-8 0 0,-1 1 13 0 0,-1-1 0 0 0,1 0-1 0 0,-1 1 1 0 0,1-1 0 0 0,0 1-1 0 0,-1 0 1 0 0,1-1 0 0 0,0 1-1 0 0,0 0 1 0 0,-1 0-1 0 0,1 0 1 0 0,0 0 0 0 0,-1 0-1 0 0,1 1 1 0 0,0-1 0 0 0,-1 0-1 0 0,1 1 1 0 0,0 0 0 0 0,-1-1-1 0 0,1 1 1 0 0,-1 0-1 0 0,1-1 1 0 0,-1 1 0 0 0,1 0-1 0 0,-1 0 1 0 0,0 0 0 0 0,2 2-1 0 0,-1-1-9 0 0,0 4 2 0 0,-1-5 10 0 0,0 0 8 0 0,4 3 29 0 0,-4-3-23 0 0,37-1-225 0 0,25-1 511 0 0,-22 7-6706 0 0,-25-11-1260 0 0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0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46 624 0 0,'0'0'1392'0'0,"-1"-14"2008"0"0,1-2-955 0 0,4 6-893 0 0,4 5-1424 0 0,7 5-2280 0 0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237 200 196 0 0,'0'0'1527'0'0,"-21"-47"4471"0"0,18 45-5871 0 0,0 0-1 0 0,1 0 0 0 0,-1 1 0 0 0,0-1 0 0 0,0 1 0 0 0,0-1 1 0 0,0 1-1 0 0,0 0 0 0 0,0 0 0 0 0,0 1 0 0 0,0-1 1 0 0,-1 0-1 0 0,1 1 0 0 0,0 0 0 0 0,0 0 0 0 0,-1 0 0 0 0,1 0 1 0 0,0 1-1 0 0,0-1 0 0 0,0 1 0 0 0,-1 0 0 0 0,1 0 0 0 0,0 0 1 0 0,0 0-1 0 0,0 0 0 0 0,0 1 0 0 0,-4 2 0 0 0,-6 3 31 0 0,-1 0 0 0 0,2 1 0 0 0,-1 1 0 0 0,-17 14 0 0 0,26-19-120 0 0,0 0-1 0 0,0 1 1 0 0,1-1-1 0 0,-1 1 1 0 0,1-1-1 0 0,0 1 1 0 0,0 0-1 0 0,1 0 1 0 0,-1 0-1 0 0,1 1 1 0 0,0-1-1 0 0,0 0 1 0 0,1 1-1 0 0,0 0 1 0 0,-1 6-1 0 0,2-9-22 0 0,0 0-1 0 0,0 0 1 0 0,0 0-1 0 0,0 1 1 0 0,1-1-1 0 0,-1 0 1 0 0,1 0-1 0 0,0 0 1 0 0,0 0 0 0 0,0 0-1 0 0,0 0 1 0 0,1 0-1 0 0,-1 0 1 0 0,1-1-1 0 0,0 1 1 0 0,0 0-1 0 0,0-1 1 0 0,0 0-1 0 0,0 1 1 0 0,0-1-1 0 0,1 0 1 0 0,-1 0-1 0 0,1 0 1 0 0,-1 0-1 0 0,1-1 1 0 0,0 1-1 0 0,6 2 1 0 0,0 0 8 0 0,1-1 0 0 0,0 0 0 0 0,0 0 0 0 0,0-1 0 0 0,0 0 0 0 0,0-1 0 0 0,0 0 0 0 0,0-1 0 0 0,1 0 0 0 0,-1 0 0 0 0,0-1-1 0 0,0-1 1 0 0,12-2 0 0 0,-17 3-17 0 0,-1-1 0 0 0,1 1-1 0 0,-1-1 1 0 0,1 0-1 0 0,-1 0 1 0 0,0-1-1 0 0,0 1 1 0 0,0-1-1 0 0,0 0 1 0 0,0 0-1 0 0,0 0 1 0 0,-1 0 0 0 0,0-1-1 0 0,1 0 1 0 0,-1 1-1 0 0,-1-1 1 0 0,1 0-1 0 0,0 0 1 0 0,-1-1-1 0 0,0 1 1 0 0,0 0-1 0 0,-1-1 1 0 0,1 0 0 0 0,-1 1-1 0 0,0-1 1 0 0,0 0-1 0 0,0 1 1 0 0,0-10-1 0 0,-5-38 13 0 0,0 21-14 0 0,3 28-20 0 0,18-13 16 0 0,13 8-18 0 0,43-6-1 0 0,-55 12 22 0 0,0-1-1 0 0,0 0 1 0 0,-1-1-1 0 0,1-1 1 0 0,-1-1-1 0 0,0-1 1 0 0,-1 0-1 0 0,1-1 1 0 0,-2 0-1 0 0,17-12 1 0 0,-30 19-3 0 0,-1 1 2 0 0,0-1-1 0 0,0 1 0 0 0,-1 0 0 0 0,1-1 0 0 0,0 1 0 0 0,0-1 0 0 0,-1 1 1 0 0,1-1-1 0 0,0 1 0 0 0,-1-1 0 0 0,1 0 0 0 0,0 1 0 0 0,-1-1 0 0 0,1 0 1 0 0,-1 0-1 0 0,1 1 0 0 0,-1-1 0 0 0,1 0 0 0 0,-1 0 0 0 0,0 0 0 0 0,1 0 1 0 0,-1 1-1 0 0,0-3 0 0 0,3-10 1 0 0,-2 1 1 0 0,0 11-2 0 0,-1 1 0 0 0,0-1 1 0 0,0 1-1 0 0,0-1 1 0 0,0 1-1 0 0,0-1 1 0 0,0 1-1 0 0,0-1 0 0 0,0 0 1 0 0,0 1-1 0 0,0-1 1 0 0,0 1-1 0 0,0-1 0 0 0,0 1 1 0 0,0-1-1 0 0,0 0 1 0 0,0 1-1 0 0,-1-1 1 0 0,1 1-1 0 0,0-1 0 0 0,0 1 1 0 0,-1-1-1 0 0,1 1 1 0 0,0-1-1 0 0,-1 1 1 0 0,1 0-1 0 0,0-1 0 0 0,-1 1 1 0 0,0-1-1 0 0,-7-8 1 0 0,6 7-6 0 0,-20 39 23 0 0,18-10-15 0 0,1 1 0 0 0,1 0 0 0 0,1 0 0 0 0,2 1 0 0 0,6 40 0 0 0,0 25 27 0 0,-4 75 65 0 0,-30 282 1 0 0,24-424-84 0 0,-1-1 1 0 0,-2 0-1 0 0,-1 0 1 0 0,-11 29-1 0 0,16-49-6 0 0,-1 0-1 0 0,0 1 0 0 0,0-1 1 0 0,0 0-1 0 0,-1-1 1 0 0,1 1-1 0 0,-1-1 1 0 0,-1 0-1 0 0,1 1 1 0 0,-1-2-1 0 0,0 1 1 0 0,0-1-1 0 0,0 1 1 0 0,-1-1-1 0 0,1-1 1 0 0,-1 1-1 0 0,0-1 1 0 0,0 0-1 0 0,-1-1 1 0 0,1 1-1 0 0,-12 2 1 0 0,12-4-2 0 0,1-1 0 0 0,-1 1 0 0 0,0-1 0 0 0,1-1 1 0 0,-1 1-1 0 0,0-1 0 0 0,1 0 0 0 0,-1 0 0 0 0,0 0 1 0 0,1-1-1 0 0,0 0 0 0 0,-1 0 0 0 0,1-1 0 0 0,0 1 0 0 0,0-1 1 0 0,0 0-1 0 0,1 0 0 0 0,-1-1 0 0 0,1 1 0 0 0,0-1 1 0 0,0 0-1 0 0,-6-7 0 0 0,4 3-3 0 0,0 0 0 0 0,1-1 0 0 0,0 1 0 0 0,0-1 0 0 0,1 0 0 0 0,0-1 1 0 0,0 1-1 0 0,1 0 0 0 0,1-1 0 0 0,0 0 0 0 0,-2-18 0 0 0,3 11-5 0 0,2 0 0 0 0,0 0 0 0 0,1 0 1 0 0,1 1-1 0 0,1-1 0 0 0,0 0 0 0 0,1 1 0 0 0,0 0 1 0 0,2 0-1 0 0,0 1 0 0 0,1 0 0 0 0,0 0 0 0 0,1 0 0 0 0,0 1 1 0 0,2 1-1 0 0,19-21 0 0 0,1 2-50 0 0,3 1 1 0 0,0 1-1 0 0,2 2 1 0 0,1 2-1 0 0,43-23 1 0 0,25-8-167 0 0,217-82 0 0 0,132-10-76 0 0,-258 88 150 0 0,-185 57 141 0 0,13-2-5 0 0,0-2 0 0 0,-1-1 0 0 0,0 0-1 0 0,-1-2 1 0 0,0 0 0 0 0,29-21 0 0 0,-50 31 44 0 0,0 1 1 0 0,0-1-1 0 0,0 0 1 0 0,0 1-1 0 0,-1-1 1 0 0,1 0-1 0 0,0 0 0 0 0,0 1 1 0 0,0-1-1 0 0,-1 0 1 0 0,1 0-1 0 0,-1 0 1 0 0,1 0-1 0 0,0 0 1 0 0,-1 0-1 0 0,0 0 0 0 0,1 0 1 0 0,-1 0-1 0 0,0 0 1 0 0,1 0-1 0 0,-1 0 1 0 0,0-1-1 0 0,0 1 1 0 0,0 0-1 0 0,0 0 0 0 0,0 0 1 0 0,0 0-1 0 0,0 0 1 0 0,0 0-1 0 0,-1 0 1 0 0,1-1-1 0 0,0 1 1 0 0,-1 0-1 0 0,1 0 1 0 0,0 0-1 0 0,-1 0 0 0 0,0 0 1 0 0,1 0-1 0 0,-1 0 1 0 0,1 1-1 0 0,-1-1 1 0 0,0 0-1 0 0,0 0 1 0 0,0 0-1 0 0,1 1 0 0 0,-1-1 1 0 0,0 0-1 0 0,0 1 1 0 0,0-1-1 0 0,0 1 1 0 0,0-1-1 0 0,0 1 1 0 0,-2-1-1 0 0,1 0 217 0 0,-22 13 158 0 0,20-8-351 0 0,0 0-1 0 0,0 0 0 0 0,0 0 1 0 0,1 0-1 0 0,0 1 1 0 0,0-1-1 0 0,0 1 1 0 0,0 0-1 0 0,0 0 1 0 0,1 0-1 0 0,0 0 0 0 0,-2 8 1 0 0,-13 64 428 0 0,17-77-486 0 0,-2 33 120 0 0,1 0 1 0 0,1 0-1 0 0,2 0 1 0 0,2 0-1 0 0,9 41 1 0 0,-4-14-13 0 0,-3-27-165 0 0,3 36-399 0 0,-10-23-2825 0 0,0-44 2233 0 0,-2 2-947 0 0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4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0 581 640 0 0,'176'-69'3915'0'0,"-116"48"-2782"0"0,109-54 0 0 0,-152 66-942 0 0,-2-1 1 0 0,1 0-1 0 0,-1-1 0 0 0,-1 0 0 0 0,0-2 1 0 0,0 1-1 0 0,-2-2 0 0 0,1 0 0 0 0,-2 0 1 0 0,0-1-1 0 0,10-17 0 0 0,-17 23-18 0 0,0 0 0 0 0,0-1 1 0 0,-1 1-1 0 0,0-1 0 0 0,-1 1 0 0 0,0-1 0 0 0,-1 0 0 0 0,1 0 1 0 0,-2 0-1 0 0,0 0 0 0 0,0 0 0 0 0,0 0 0 0 0,-2 0 0 0 0,1 0 1 0 0,-1 0-1 0 0,-1 0 0 0 0,1 0 0 0 0,-2 1 0 0 0,1-1 0 0 0,-6-8 1 0 0,5 10 151 0 0,3 6-253 0 0,1 0 0 0 0,-1 0 0 0 0,0 0 0 0 0,-1 1 0 0 0,1-1 0 0 0,0 0 0 0 0,0 0 0 0 0,-1 1 0 0 0,1-1 0 0 0,-1 0 0 0 0,0 1 0 0 0,1 0 0 0 0,-1-1 0 0 0,0 1 0 0 0,0 0 0 0 0,-3-2 0 0 0,3 2 35 0 0,-1 4 11 0 0,-2 2-57 0 0,0 0 1 0 0,0 0 0 0 0,0 1-1 0 0,1 0 1 0 0,0 0 0 0 0,0 0-1 0 0,1 0 1 0 0,-1 1 0 0 0,1-1-1 0 0,1 1 1 0 0,-1 0 0 0 0,-1 10-1 0 0,-5 20 158 0 0,-4 41-1 0 0,8-50-119 0 0,-7 123 248 0 0,10-102-210 0 0,-12 74 0 0 0,8-77 58 0 0,6-44 231 0 0,5-7-421 0 0,0 1 0 0 0,0 0 0 0 0,-1-1 0 0 0,0 0 1 0 0,0 0-1 0 0,0 0 0 0 0,5-11 0 0 0,0 3 14 0 0,-9 12-23 0 0,1 0 0 0 0,0 1 0 0 0,-1-1 1 0 0,1 0-1 0 0,0 0 0 0 0,0 1 1 0 0,0-1-1 0 0,-1 0 0 0 0,1 1 1 0 0,0-1-1 0 0,0 1 0 0 0,0-1 1 0 0,0 1-1 0 0,0-1 0 0 0,0 1 0 0 0,0 0 1 0 0,0 0-1 0 0,0-1 0 0 0,1 1 1 0 0,-1 0-1 0 0,0 0 0 0 0,0 0 1 0 0,0 0-1 0 0,0 0 0 0 0,0 0 0 0 0,0 1 1 0 0,0-1-1 0 0,1 1 0 0 0,31 18-28 0 0,-29-16 36 0 0,-1 0 1 0 0,1-1-1 0 0,0 1 0 0 0,0-1 0 0 0,0 0 1 0 0,0 0-1 0 0,0 0 0 0 0,0-1 0 0 0,1 1 1 0 0,4 0-1 0 0,2 0 0 0 0,0-1 1 0 0,-1-1-1 0 0,1 0 1 0 0,0 0-1 0 0,0-1 0 0 0,-1-1 1 0 0,1 1-1 0 0,-1-2 1 0 0,1 1-1 0 0,-1-2 1 0 0,0 1-1 0 0,0-1 1 0 0,0-1-1 0 0,0 0 0 0 0,-1 0 1 0 0,13-10-1 0 0,20-29 210 0 0,-41 43 422 0 0,-27 7-532 0 0,20-3-85 0 0,5-3-16 0 0,1 0 1 0 0,0 0-1 0 0,0 0 1 0 0,-1 0-1 0 0,1 0 0 0 0,0 0 1 0 0,-1 0-1 0 0,1 0 1 0 0,0 0-1 0 0,-1 0 0 0 0,1 0 1 0 0,0 1-1 0 0,-1-1 1 0 0,1 0-1 0 0,0 0 0 0 0,-1 0 1 0 0,1 0-1 0 0,0 1 1 0 0,0-1-1 0 0,-1 0 1 0 0,1 0-1 0 0,0 1 0 0 0,0-1 1 0 0,0 0-1 0 0,-1 0 1 0 0,1 1-1 0 0,0-1 0 0 0,0 0 1 0 0,0 1-1 0 0,0-1 1 0 0,0 0-1 0 0,-1 0 0 0 0,1 1 1 0 0,0-1-1 0 0,0 0 1 0 0,0 1-1 0 0,0-1 0 0 0,0 0 1 0 0,0 1-1 0 0,0-1 1 0 0,0 0-1 0 0,0 1 0 0 0,0-1 1 0 0,0 0-1 0 0,1 1 1 0 0,-1-1-1 0 0,0 0 0 0 0,0 1 1 0 0,0-1-1 0 0,0 0 1 0 0,0 0-1 0 0,1 1 1 0 0,-1-1-1 0 0,0 0 0 0 0,0 1 1 0 0,0-1-1 0 0,1 0 1 0 0,-1 0-1 0 0,0 0 0 0 0,0 1 1 0 0,1-1-1 0 0,-1 0 1 0 0,1 0-1 0 0,5 6-93 0 0,0-1 0 0 0,0 0-1 0 0,1-1 1 0 0,0 1 0 0 0,0-1 0 0 0,0-1 0 0 0,1 1-1 0 0,-1-1 1 0 0,1-1 0 0 0,11 4 0 0 0,11 1-1964 0 0,49 7 0 0 0,-12-10-4506 0 0,-36-4 2805 0 0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6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1 548 340 0 0,'0'13'8166'0'0,"13"-25"-4995"0"0,-6 5-3626 0 0,8-6 925 0 0,25-21 399 0 0,0 2-1 0 0,53-32 1 0 0,-82 57-804 0 0,1 1 1 0 0,0 0 0 0 0,0 0 0 0 0,0 1-1 0 0,1 1 1 0 0,0 0 0 0 0,0 1 0 0 0,0 0-1 0 0,0 1 1 0 0,0 0 0 0 0,1 1 0 0 0,-1 1-1 0 0,21 2 1 0 0,-30-2-55 0 0,0 1-1 0 0,-1 0 1 0 0,1 0-1 0 0,0 0 1 0 0,0 0-1 0 0,0 1 1 0 0,-1 0-1 0 0,1 0 1 0 0,-1 0-1 0 0,1 0 1 0 0,-1 0 0 0 0,0 0-1 0 0,0 1 1 0 0,0 0-1 0 0,0 0 1 0 0,-1 0-1 0 0,1 0 1 0 0,-1 0-1 0 0,1 0 1 0 0,-1 0-1 0 0,0 1 1 0 0,0-1-1 0 0,-1 1 1 0 0,1 0 0 0 0,-1 0-1 0 0,0-1 1 0 0,0 1-1 0 0,0 0 1 0 0,0 0-1 0 0,0 0 1 0 0,-1 7-1 0 0,0-5 2 0 0,0-1 0 0 0,0 0 0 0 0,-1 0 0 0 0,0 0 0 0 0,1 0-1 0 0,-2 0 1 0 0,1-1 0 0 0,-1 1 0 0 0,1 0 0 0 0,-1 0 0 0 0,-1-1-1 0 0,1 1 1 0 0,-1-1 0 0 0,1 0 0 0 0,-1 0 0 0 0,-1 0 0 0 0,1 0 0 0 0,0 0-1 0 0,-1-1 1 0 0,0 0 0 0 0,0 1 0 0 0,0-1 0 0 0,0 0 0 0 0,-7 3-1 0 0,-1 1 66 0 0,22-6-45 0 0,17-6-38 0 0,30-8-178 0 0,-6 2-55 0 0,-1-3-1 0 0,95-37 0 0 0,-135 45 230 0 0,0 1-1 0 0,0-2 0 0 0,0 1 0 0 0,-1-1 0 0 0,0-1 1 0 0,0 1-1 0 0,-1-2 0 0 0,0 1 0 0 0,9-13 0 0 0,-16 20 14 0 0,-1 1-1 0 0,1-1 1 0 0,-1 0-1 0 0,0 1 1 0 0,0-1-1 0 0,1 0 1 0 0,-1 1-1 0 0,0-1 1 0 0,0 0-1 0 0,0 0 0 0 0,0 1 1 0 0,0-1-1 0 0,0 0 1 0 0,0 1-1 0 0,0-1 1 0 0,0 0-1 0 0,0 0 1 0 0,0 1-1 0 0,0-1 1 0 0,0 0-1 0 0,0 1 1 0 0,-1-1-1 0 0,1 0 0 0 0,0 1 1 0 0,-1-1-1 0 0,1 0 1 0 0,0 1-1 0 0,-1-1 1 0 0,1 1-1 0 0,-1-1 1 0 0,1 1-1 0 0,-1-1 1 0 0,1 1-1 0 0,-1-1 1 0 0,1 1-1 0 0,-1-1 0 0 0,0 1 1 0 0,1 0-1 0 0,-1-1 1 0 0,0 1-1 0 0,1 0 1 0 0,-1-1-1 0 0,0 1 1 0 0,1 0-1 0 0,-1 0 1 0 0,0 0-1 0 0,1 0 1 0 0,-1 0-1 0 0,0 0 1 0 0,0 0-1 0 0,0 0 0 0 0,-36-2 256 0 0,34 2-248 0 0,0 0 0 0 0,0 1 0 0 0,0 0-1 0 0,0 0 1 0 0,0 0 0 0 0,0 0-1 0 0,0 0 1 0 0,0 1 0 0 0,0-1 0 0 0,1 1-1 0 0,-1 0 1 0 0,0-1 0 0 0,1 1-1 0 0,0 1 1 0 0,-1-1 0 0 0,1 0 0 0 0,0 0-1 0 0,0 1 1 0 0,0 0 0 0 0,0-1-1 0 0,1 1 1 0 0,-1 0 0 0 0,1 0-1 0 0,0-1 1 0 0,-1 1 0 0 0,1 0 0 0 0,1 0-1 0 0,-1 1 1 0 0,0-1 0 0 0,1 0-1 0 0,-1 0 1 0 0,1 0 0 0 0,0 0 0 0 0,0 0-1 0 0,0 1 1 0 0,2 5 0 0 0,-1-5-7 0 0,0 0 0 0 0,0 0 0 0 0,0 1 0 0 0,1-1 0 0 0,-1 0 0 0 0,1 0 0 0 0,0 0 0 0 0,1 0 0 0 0,-1-1 0 0 0,1 1 0 0 0,-1 0 0 0 0,1-1 0 0 0,0 0 0 0 0,0 0 0 0 0,1 0 0 0 0,-1 0 0 0 0,0 0 0 0 0,1-1 0 0 0,0 1 0 0 0,0-1 0 0 0,0 0 0 0 0,0 0 0 0 0,0-1 0 0 0,0 1 0 0 0,7 1 0 0 0,3-1-34 0 0,-1-1 0 0 0,1-1-1 0 0,-1 0 1 0 0,0 0-1 0 0,1-1 1 0 0,-1-1-1 0 0,0-1 1 0 0,0 1 0 0 0,0-2-1 0 0,0 0 1 0 0,23-11-1 0 0,-7 0-22 0 0,-1-1 0 0 0,0-2 0 0 0,43-35-1 0 0,-42 24 147 0 0,-28 29-72 0 0,0 3-39 0 0,0-1 19 0 0,1 0-1 0 0,-1 0 1 0 0,0 1 0 0 0,-1-1-1 0 0,1 1 1 0 0,0-1 0 0 0,-1 1-1 0 0,1-1 1 0 0,-1 1 0 0 0,0-1-1 0 0,0 1 1 0 0,0-1 0 0 0,0 1-1 0 0,0-1 1 0 0,-1 1 0 0 0,1-1-1 0 0,-2 5 1 0 0,2-6 1 0 0,-1 0 0 0 0,1 1 0 0 0,0-1 0 0 0,-1 0-1 0 0,1 0 1 0 0,0 1 0 0 0,0-1 0 0 0,0 0 0 0 0,0 1 0 0 0,0-1 0 0 0,0 0 0 0 0,0 0-1 0 0,0 1 1 0 0,1-1 0 0 0,-1 1 0 0 0,1 0 2 0 0,-1-1 3 0 0,-1 0 0 0 0,1 0 0 0 0,0 1 0 0 0,0-1 0 0 0,0 0 0 0 0,0 0-1 0 0,0 0 1 0 0,1 0 0 0 0,-1 0 0 0 0,0 0 0 0 0,0 0 0 0 0,1 0 0 0 0,-1 0-1 0 0,1 0 1 0 0,-1 0 0 0 0,1 0 0 0 0,-1 0 0 0 0,1 0 0 0 0,-1 0 0 0 0,1 0 0 0 0,0 0-1 0 0,0 0 1 0 0,0 0 0 0 0,1 0-1 0 0,2-3 11 0 0,6-3-8 0 0,-1 1-9 0 0,0 0-1 0 0,0-1 1 0 0,-1 0 0 0 0,15-12 0 0 0,-21 15-1 0 0,0 1 0 0 0,-1 0 0 0 0,1 1 0 0 0,0-1 0 0 0,0 0 0 0 0,0 0 0 0 0,0 1 0 0 0,0-1 0 0 0,0 1 0 0 0,0-1 0 0 0,0 1 0 0 0,0 0 0 0 0,0 0 0 0 0,0 0 0 0 0,0 0 0 0 0,0 0 0 0 0,0 1 0 0 0,0-1 0 0 0,0 0 0 0 0,-1 1 0 0 0,1 0 0 0 0,0-1 0 0 0,2 2 0 0 0,45 18-95 0 0,-48-20 96 0 0,7 4-45 0 0,0 0 0 0 0,1-1 0 0 0,-1-1-1 0 0,1 1 1 0 0,0-1 0 0 0,-1-1 0 0 0,1 0 0 0 0,0 0 0 0 0,0 0 0 0 0,0-1 0 0 0,0-1 0 0 0,0 0 0 0 0,15-3 0 0 0,-9 0 20 0 0,-1 0 0 0 0,-1-1 1 0 0,1-1-1 0 0,-1 0 0 0 0,0-1 0 0 0,0 0 1 0 0,22-17-1 0 0,-13 5 26 0 0,0-1 0 0 0,-1-1 1 0 0,-1-1-1 0 0,-1-1 0 0 0,0 0 0 0 0,-2-1 1 0 0,26-51-1 0 0,-34 58 12 0 0,-1-1 1 0 0,9-29-1 0 0,-16 41 54 0 0,1 0 0 0 0,-1-1 0 0 0,0 1 0 0 0,-1 0 0 0 0,0 0 0 0 0,0-1 0 0 0,0 1 0 0 0,-1 0 0 0 0,1 0 0 0 0,-1-1 0 0 0,-4-8 0 0 0,5 13 25 0 0,-27 12 50 0 0,17-2-117 0 0,1 2-1 0 0,0-1 1 0 0,0 1 0 0 0,1 1 0 0 0,0 0 0 0 0,1 0 0 0 0,1 0 0 0 0,-1 1-1 0 0,2 0 1 0 0,0 0 0 0 0,0 0 0 0 0,1 1 0 0 0,1 0 0 0 0,0-1 0 0 0,0 1-1 0 0,0 16 1 0 0,3-21-16 0 0,-1 1-1 0 0,2 0 0 0 0,-1-1 1 0 0,1 1-1 0 0,0-1 1 0 0,1 1-1 0 0,0-1 0 0 0,0 1 1 0 0,1-1-1 0 0,0 0 1 0 0,6 11-1 0 0,-5-13-19 0 0,0-1 1 0 0,0 1-1 0 0,0-1 0 0 0,0 0 0 0 0,1 0 1 0 0,0 0-1 0 0,0-1 0 0 0,1 0 0 0 0,-1 0 1 0 0,1 0-1 0 0,0-1 0 0 0,-1 0 0 0 0,2 0 1 0 0,-1 0-1 0 0,0-1 0 0 0,8 2 0 0 0,-5-3 1 0 0,-1 0-1 0 0,0-1 0 0 0,0 0 0 0 0,1-1 0 0 0,-1 0 0 0 0,0 0 0 0 0,0-1 1 0 0,0 0-1 0 0,13-5 0 0 0,3 1-12 0 0,-17 4 24 0 0,0 0 0 0 0,0 0 0 0 0,0-1 0 0 0,-1 0 0 0 0,1 0 0 0 0,-1-1 0 0 0,0 0 0 0 0,0 0 0 0 0,0 0 0 0 0,0 0 0 0 0,-1-1 0 0 0,0 0 0 0 0,0 0 0 0 0,0-1 0 0 0,0 0 0 0 0,-1 1 0 0 0,6-12 0 0 0,-10 17-1 0 0,1-1 0 0 0,-1 0 0 0 0,1 0-1 0 0,-1 1 1 0 0,0-1 0 0 0,1 0-1 0 0,-1 0 1 0 0,0 0 0 0 0,0 0 0 0 0,0 1-1 0 0,1-1 1 0 0,-1 0 0 0 0,0 0-1 0 0,0 0 1 0 0,0 0 0 0 0,0 0 0 0 0,-1 1-1 0 0,1-1 1 0 0,0 0 0 0 0,0 0-1 0 0,0 0 1 0 0,-1 0 0 0 0,1 1 0 0 0,0-1-1 0 0,-1 0 1 0 0,1 0 0 0 0,-1 1-1 0 0,1-1 1 0 0,-1 0 0 0 0,1 1 0 0 0,-1-1-1 0 0,1 0 1 0 0,-1 1 0 0 0,0-1-1 0 0,1 1 1 0 0,-1-1 0 0 0,0 1 0 0 0,0-1-1 0 0,1 1 1 0 0,-1 0 0 0 0,-1-1-1 0 0,-3 6 2 0 0,1 0 0 0 0,-1 1-1 0 0,1-1 1 0 0,0 1 0 0 0,1 0-1 0 0,0 0 1 0 0,-3 8 0 0 0,1-4 0 0 0,4-9 0 0 0,0 1 0 0 0,0-1 0 0 0,0 1 1 0 0,0-1-1 0 0,1 1 0 0 0,-1-1 0 0 0,0 1 0 0 0,1 0 1 0 0,0-1-1 0 0,-1 1 0 0 0,1 0 0 0 0,0-1 1 0 0,0 1-1 0 0,0 0 0 0 0,0 0 0 0 0,0-1 0 0 0,0 1 1 0 0,1 0-1 0 0,-1-1 0 0 0,0 1 0 0 0,1 0 0 0 0,-1-1 1 0 0,1 1-1 0 0,0 0 0 0 0,0-1 0 0 0,0 2 1 0 0,2 0-19 0 0,-1-1 0 0 0,0 0 0 0 0,0 0 0 0 0,1 1 0 0 0,0-2 0 0 0,-1 1 0 0 0,1 0 0 0 0,0 0 0 0 0,0-1 0 0 0,0 0 0 0 0,4 2 0 0 0,-5-2-33 0 0,2-2 6 0 0,31-10-3 0 0,0-2 0 0 0,-1-1 0 0 0,39-23 0 0 0,-71 36 47 0 0,0 0 0 0 0,0 0 0 0 0,1 0 0 0 0,-1 0 0 0 0,1 0 1 0 0,-1 0-1 0 0,1 0 0 0 0,-1 1 0 0 0,1 0 0 0 0,-1-1 0 0 0,1 1 1 0 0,-1 0-1 0 0,1 0 0 0 0,0 0 0 0 0,-1 1 0 0 0,1-1 0 0 0,-1 0 0 0 0,1 1 1 0 0,-1 0-1 0 0,1 0 0 0 0,-1 0 0 0 0,0 0 0 0 0,1 0 0 0 0,-1 0 1 0 0,3 2-1 0 0,-4-2-3 0 0,1 0 2 0 0,3 2 7 0 0,-4-2 15 0 0,2-1-5 0 0,9-1-8 0 0,-10 0 10 0 0,16 1 221 0 0,62 4-788 0 0,-64-5-2125 0 0,-9 0-3272 0 0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6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24 48 0 0,'0'0'1166'0'0,"-2"-13"615"0"0,-2 7 2591 0 0,2 5-4110 0 0,1 1 0 0 0,-1-1 1 0 0,0 0-1 0 0,0 1 0 0 0,0-1 1 0 0,0 1-1 0 0,0-1 0 0 0,0 1 1 0 0,0 0-1 0 0,0 0 0 0 0,0 0 1 0 0,-3 1-1 0 0,2-1 223 0 0,0 2-48 0 0,-1-1-307 0 0,1 1-1 0 0,0 0 1 0 0,0 0 0 0 0,0 0-1 0 0,0 1 1 0 0,0-1 0 0 0,1 1 0 0 0,-1-1-1 0 0,1 1 1 0 0,0 0 0 0 0,-1 0-1 0 0,1 0 1 0 0,1 0 0 0 0,-1 0-1 0 0,0 1 1 0 0,1-1 0 0 0,-1 0-1 0 0,0 6 1 0 0,2-7-109 0 0,-1 0 1 0 0,1-1-1 0 0,0 1 0 0 0,0 0 0 0 0,0 0 1 0 0,0-1-1 0 0,1 1 0 0 0,-1 0 0 0 0,0-1 1 0 0,1 1-1 0 0,-1 0 0 0 0,1-1 0 0 0,0 1 1 0 0,-1-1-1 0 0,1 1 0 0 0,0-1 1 0 0,0 1-1 0 0,0-1 0 0 0,0 1 0 0 0,0-1 1 0 0,0 0-1 0 0,1 0 0 0 0,-1 0 0 0 0,0 1 1 0 0,1-1-1 0 0,-1 0 0 0 0,0-1 0 0 0,1 1 1 0 0,-1 0-1 0 0,1 0 0 0 0,0-1 0 0 0,-1 1 1 0 0,1 0-1 0 0,0-1 0 0 0,-1 0 1 0 0,1 1-1 0 0,0-1 0 0 0,-1 0 0 0 0,1 0 1 0 0,0 0-1 0 0,-1 0 0 0 0,3-1 0 0 0,6 2-22 0 0,-1 0-1 0 0,0-2 0 0 0,0 1 1 0 0,0-1-1 0 0,1 0 1 0 0,-1-1-1 0 0,0 0 0 0 0,0 0 1 0 0,-1-1-1 0 0,1 0 0 0 0,13-7 1 0 0,-10 2 91 0 0,1-1 0 0 0,-1 0 0 0 0,-1 0 0 0 0,1-1-1 0 0,11-15 1 0 0,-21 20 271 0 0,2 3 2975 0 0,0 9-3333 0 0,0 1-1 0 0,1-1 1 0 0,0 0 0 0 0,0 0 0 0 0,1 0-1 0 0,0-1 1 0 0,0 0 0 0 0,1 0 0 0 0,7 5-1 0 0,14 10-2894 0 0,2 0-4202 0 0,-23-17 4668 0 0,4 4-1459 0 0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6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63 12793 0 0,'-13'-4'112'0'0,"1"3"124"0"0,-2-6-200 0 0,13-2-36 0 0,21-3-124 0 0,-1 5-452 0 0,-6 6 28 0 0,2-5-220 0 0,-1 3-324 0 0,-1-1-588 0 0,2-1-1817 0 0,1 2 801 0 0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09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11 276 0 0,'0'0'391'0'0,"-17"-8"2408"0"0,13 6-4605 0 0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19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92 820 0 0,'-2'-43'5498'0'0,"-2"31"-4245"0"0,-2-10 303 0 0,5 7 2399 0 0,0 18-3926 0 0,0 1 0 0 0,-1-1-1 0 0,1 0 1 0 0,-1 1 0 0 0,1-1 0 0 0,-1 0 0 0 0,0 0 0 0 0,-3 3 0 0 0,-8 16 110 0 0,-8 26 129 0 0,3 1-1 0 0,1 0 1 0 0,3 2-1 0 0,2 0 1 0 0,-8 84-1 0 0,19-131-246 0 0,1 0 0 0 0,0 1 0 0 0,0-1-1 0 0,0 0 1 0 0,1 0 0 0 0,-1 0 0 0 0,1 0 0 0 0,0 1 0 0 0,0-1 0 0 0,0 0-1 0 0,1 0 1 0 0,0-1 0 0 0,-1 1 0 0 0,2 0 0 0 0,-1 0 0 0 0,0-1 0 0 0,5 6-1 0 0,-4-9-10 0 0,0 1 0 0 0,1-1 0 0 0,-1 0 0 0 0,0 1 0 0 0,0-2 0 0 0,1 1-1 0 0,-1 0 1 0 0,0-1 0 0 0,0 1 0 0 0,0-1 0 0 0,1 0 0 0 0,-1 0 0 0 0,0 0-1 0 0,0 0 1 0 0,4-3 0 0 0,-7 3-8 0 0,13-5 24 0 0,0-1 1 0 0,-1-1 0 0 0,0 0-1 0 0,0 0 1 0 0,14-15-1 0 0,35-26-49 0 0,-60 48 9 0 0,2 3-28 0 0,0 0 39 0 0,0 0 0 0 0,0 0-1 0 0,0 0 1 0 0,0 0 0 0 0,-1 0 0 0 0,1 1 0 0 0,-1-1-1 0 0,0 1 1 0 0,0 0 0 0 0,0 0 0 0 0,3 4 0 0 0,11 13 7 0 0,-7-14 0 0 0,1-1 0 0 0,-1 0-1 0 0,1 0 1 0 0,0-1 0 0 0,1 0-1 0 0,-1-1 1 0 0,1-1 0 0 0,-1 1-1 0 0,1-2 1 0 0,0 1 0 0 0,0-1-1 0 0,-1-1 1 0 0,1 0 0 0 0,0-1-1 0 0,0 0 1 0 0,17-4 0 0 0,-19 4 1 0 0,0-1-1 0 0,0 0 1 0 0,0-1 0 0 0,0 0 0 0 0,0 0 0 0 0,-1-1 0 0 0,0 0 0 0 0,0 0 0 0 0,0-1 0 0 0,0 0 0 0 0,0-1 0 0 0,-1 0 0 0 0,0 0 0 0 0,-1 0-1 0 0,1-1 1 0 0,-1 0 0 0 0,0 0 0 0 0,-1-1 0 0 0,8-12 0 0 0,-11 14-2 0 0,0 1 1 0 0,-1 0-1 0 0,1 0 0 0 0,-1-1 0 0 0,0 1 1 0 0,0-1-1 0 0,-1 1 0 0 0,0-1 0 0 0,0 1 1 0 0,0-1-1 0 0,0 1 0 0 0,-1-1 0 0 0,0 1 1 0 0,0 0-1 0 0,-3-9 0 0 0,0 4-7 0 0,-1 0 1 0 0,0 0-1 0 0,-1 0 0 0 0,1 1 1 0 0,-2 0-1 0 0,-10-13 0 0 0,16 22-4 0 0,1-1 0 0 0,0 1 0 0 0,-1-1 0 0 0,1 1 1 0 0,-1-1-1 0 0,0 1 0 0 0,1 0 0 0 0,-1-1 0 0 0,1 1 0 0 0,-1 0 0 0 0,1-1 0 0 0,-1 1 0 0 0,0 0 0 0 0,1 0 1 0 0,-1 0-1 0 0,0 0 0 0 0,1-1 0 0 0,-1 1 0 0 0,0 0 0 0 0,1 0 0 0 0,-1 0 0 0 0,0 0 0 0 0,1 0 0 0 0,-1 1 0 0 0,0-1 1 0 0,1 0-1 0 0,-1 0 0 0 0,0 0 0 0 0,1 1 0 0 0,-1-1 0 0 0,1 0 0 0 0,-1 0 0 0 0,1 1 0 0 0,-1-1 0 0 0,0 1 0 0 0,1-1 1 0 0,-1 0-1 0 0,1 1 0 0 0,-1-1 0 0 0,1 1 0 0 0,0-1 0 0 0,-1 1 0 0 0,0 0 0 0 0,-13 23-915 0 0,10 18-2235 0 0,8-13-2571 0 0,0-20 2525 0 0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19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12 564 0 0,'-3'-12'4935'0'0,"0"12"-4814"0"0,1 0 1 0 0,-1 0 0 0 0,1 1-1 0 0,-1-1 1 0 0,1 1 0 0 0,-1-1-1 0 0,1 1 1 0 0,0 0 0 0 0,-1 0-1 0 0,1 0 1 0 0,0 0 0 0 0,-1 0-1 0 0,1 1 1 0 0,0-1 0 0 0,0 1-1 0 0,0-1 1 0 0,0 1 0 0 0,1 0-1 0 0,-1 0 1 0 0,-2 3 0 0 0,1 0 14 0 0,1-1 1 0 0,-1 0 0 0 0,2 0-1 0 0,-1 1 1 0 0,0 0 0 0 0,1-1 0 0 0,0 1-1 0 0,0 0 1 0 0,0-1 0 0 0,0 10-1 0 0,0-8-51 0 0,1 0 0 0 0,0 0-1 0 0,1 0 1 0 0,-1 0 0 0 0,1 0-1 0 0,0-1 1 0 0,1 1 0 0 0,-1 0-1 0 0,1-1 1 0 0,0 1 0 0 0,1-1 0 0 0,-1 1-1 0 0,1-1 1 0 0,0 0 0 0 0,0 0-1 0 0,1 0 1 0 0,-1 0 0 0 0,1-1-1 0 0,7 7 1 0 0,-9-10-52 0 0,0 0-1 0 0,0 1 1 0 0,0-1-1 0 0,0 0 1 0 0,0 0-1 0 0,0 0 1 0 0,0 0-1 0 0,1-1 1 0 0,-1 1-1 0 0,0-1 1 0 0,0 1 0 0 0,1-1-1 0 0,-1 0 1 0 0,0 1-1 0 0,1-1 1 0 0,-1-1-1 0 0,1 1 1 0 0,-1 0-1 0 0,0 0 1 0 0,0-1-1 0 0,1 0 1 0 0,-1 1-1 0 0,0-1 1 0 0,0 0 0 0 0,1 0-1 0 0,-1 0 1 0 0,0 0-1 0 0,0 0 1 0 0,0-1-1 0 0,-1 1 1 0 0,1-1-1 0 0,0 1 1 0 0,3-5-1 0 0,-3 4 23 0 0,0-1 0 0 0,0 0-1 0 0,0-1 1 0 0,0 1-1 0 0,0 0 1 0 0,-1 0 0 0 0,1-1-1 0 0,-1 1 1 0 0,0-1-1 0 0,0 1 1 0 0,0-1 0 0 0,-1 0-1 0 0,1 1 1 0 0,-1-1-1 0 0,0 0 1 0 0,0 1 0 0 0,0-1-1 0 0,0 0 1 0 0,-1 1-1 0 0,-1-6 1 0 0,-1 0 22 0 0,0 1 0 0 0,0 0 0 0 0,-1 0 0 0 0,0 0 1 0 0,-1 1-1 0 0,0-1 0 0 0,-7-7 0 0 0,10 12-75 0 0,-1 0-1 0 0,0 0 1 0 0,0 0-1 0 0,0 1 1 0 0,0-1-1 0 0,0 1 1 0 0,0 0-1 0 0,-1 0 1 0 0,1 0-1 0 0,-1 0 1 0 0,0 1-1 0 0,1-1 1 0 0,-1 1-1 0 0,0 0 1 0 0,0 0 0 0 0,0 0-1 0 0,-6 0 1 0 0,8 1-113 0 0,1 1 1 0 0,-1-1-1 0 0,1 1 1 0 0,-1-1 0 0 0,1 1-1 0 0,0-1 1 0 0,-1 1-1 0 0,1 0 1 0 0,-1 0 0 0 0,1 0-1 0 0,0 0 1 0 0,0 0-1 0 0,0 0 1 0 0,-1 0 0 0 0,1 0-1 0 0,0 0 1 0 0,0 0-1 0 0,-1 3 1 0 0,-7 12-6684 0 0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0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1 584 0 0,'12'6'452'0'0,"-1"1"0"0"0,0 0 0 0 0,0 1 0 0 0,-1 0 0 0 0,0 1 0 0 0,0 0-1 0 0,-1 0 1 0 0,0 1 0 0 0,-1 1 0 0 0,0-1 0 0 0,0 1 0 0 0,-2 1 0 0 0,1-1 0 0 0,7 20 0 0 0,-13-29-296 0 0,0 0 0 0 0,0 1 1 0 0,0-1-1 0 0,0 0 0 0 0,-1 1 1 0 0,1-1-1 0 0,-1 1 0 0 0,1-1 1 0 0,-1 1-1 0 0,0-1 0 0 0,0 1 1 0 0,0-1-1 0 0,0 1 0 0 0,-1-1 1 0 0,1 1-1 0 0,-1-1 0 0 0,1 1 1 0 0,-2 1-1 0 0,1-2 195 0 0,-4-2 88 0 0,5 0-402 0 0,-1 0 0 0 0,1 0 0 0 0,-1 1 0 0 0,1-1 1 0 0,-1 0-1 0 0,1 0 0 0 0,-1 0 0 0 0,1 0 0 0 0,-1 0 0 0 0,0 0 0 0 0,1 0 0 0 0,-1 0 0 0 0,1 0 0 0 0,-1 0 1 0 0,1-1-1 0 0,-1 1 0 0 0,1 0 0 0 0,-1 0 0 0 0,1 0 0 0 0,-1-1 0 0 0,1 1 0 0 0,-1 0 0 0 0,1 0 0 0 0,-1-1 0 0 0,1 1 1 0 0,-1-1-1 0 0,0 0 0 0 0,0-3 29 0 0,0-1 0 0 0,0 0 1 0 0,0 1-1 0 0,0-1 0 0 0,1 0 1 0 0,-1 0-1 0 0,1 0 0 0 0,0 0 1 0 0,1 1-1 0 0,-1-1 0 0 0,1 0 0 0 0,0 0 1 0 0,0 0-1 0 0,1 1 0 0 0,0-1 1 0 0,-1 1-1 0 0,1-1 0 0 0,1 1 1 0 0,-1 0-1 0 0,1 0 0 0 0,-1 0 1 0 0,1 0-1 0 0,0 0 0 0 0,1 0 0 0 0,-1 1 1 0 0,1 0-1 0 0,-1-1 0 0 0,5-1 1 0 0,0-2-290 0 0,0 1 1 0 0,0 0-1 0 0,1 1 0 0 0,-1 0 1 0 0,1 1-1 0 0,0-1 1 0 0,1 2-1 0 0,-1-1 0 0 0,1 1 1 0 0,-1 1-1 0 0,1 0 1 0 0,0 0-1 0 0,10 0 0 0 0,22 5-5730 0 0,-27-2 3134 0 0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0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33 314 512 0 0,'0'0'2134'0'0,"-7"19"-310"0"0,4-14-1580 0 0,0 0 1 0 0,0 0-1 0 0,0 1 1 0 0,0 0-1 0 0,1 0 1 0 0,0-1-1 0 0,0 1 0 0 0,1 0 1 0 0,0 1-1 0 0,-1 9 1 0 0,1-12-181 0 0,1-1-1 0 0,0 0 1 0 0,0 0 0 0 0,0 1-1 0 0,1-1 1 0 0,-1 0 0 0 0,1 0-1 0 0,-1 1 1 0 0,1-1 0 0 0,0 0 0 0 0,0 0-1 0 0,1 0 1 0 0,-1 0 0 0 0,0 0-1 0 0,1 0 1 0 0,0-1 0 0 0,0 1 0 0 0,0 0-1 0 0,0-1 1 0 0,0 1 0 0 0,1-1-1 0 0,3 3 1 0 0,-4-3-41 0 0,-1-1-1 0 0,1 0 1 0 0,0-1-1 0 0,0 1 0 0 0,-1 0 1 0 0,1 0-1 0 0,0-1 1 0 0,0 1-1 0 0,0-1 1 0 0,0 0-1 0 0,0 0 1 0 0,0 1-1 0 0,0-1 1 0 0,0 0-1 0 0,-1-1 1 0 0,1 1-1 0 0,0 0 0 0 0,0 0 1 0 0,0-1-1 0 0,3-1 1 0 0,-1 1-2 0 0,0-1 0 0 0,-1 0 0 0 0,1 0 0 0 0,-1-1 0 0 0,0 1 1 0 0,0-1-1 0 0,0 0 0 0 0,0 0 0 0 0,4-5 0 0 0,-1 0 3 0 0,0-1 1 0 0,0 0-1 0 0,-1 0 0 0 0,0-1 1 0 0,0 1-1 0 0,5-19 1 0 0,-6 5 62 0 0,0 0 0 0 0,-2 0 0 0 0,0 0 1 0 0,-2 0-1 0 0,0 0 0 0 0,-2 0 0 0 0,0 0 0 0 0,-7-23 1 0 0,5 27 686 0 0,0 0 1 0 0,-2 1-1 0 0,-1-1 1 0 0,0 2-1 0 0,-17-31 1 0 0,24 48-726 0 0,0 0 0 0 0,0 0 0 0 0,0 0 0 0 0,0 0 0 0 0,0 0 0 0 0,0 1 0 0 0,0-1 0 0 0,0 0 0 0 0,0 0 0 0 0,0 0-1 0 0,0 0 1 0 0,0 0 0 0 0,0 1 0 0 0,-1-1 0 0 0,1 0 0 0 0,0 0 0 0 0,0 0 0 0 0,0 0 0 0 0,0 0 0 0 0,0 0 0 0 0,0 0 0 0 0,0 0 0 0 0,0 1 0 0 0,-1-1 0 0 0,1 0 0 0 0,0 0 0 0 0,0 0 0 0 0,0 0 0 0 0,0 0-1 0 0,0 0 1 0 0,0 0 0 0 0,-1 0 0 0 0,1 0 0 0 0,0 0 0 0 0,0 0 0 0 0,0 0 0 0 0,0 0 0 0 0,0 0 0 0 0,0 0 0 0 0,-1 0 0 0 0,1 0 0 0 0,0 0 0 0 0,0 0 0 0 0,0 0 0 0 0,0 0 0 0 0,0 0 0 0 0,-1 0 0 0 0,1 0-1 0 0,0 0 1 0 0,0 0 0 0 0,0 0 0 0 0,0-1 0 0 0,0 1 0 0 0,0 0 0 0 0,0 0 0 0 0,-1 0 0 0 0,1 0 0 0 0,0 0 0 0 0,0 0 0 0 0,0 0 0 0 0,0-1 0 0 0,-1 26 632 0 0,6 34-477 0 0,11 2 350 0 0,30 74 0 0 0,-8-25-2600 0 0,-10 1-8049 0 0,-24-91 5710 0 0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2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1120 608 0 0,'0'0'852'0'0,"5"-2"-20"0"0,28-24 280 0 0,0-2 1 0 0,-2-1-1 0 0,-1-1 0 0 0,36-48 1 0 0,-42 50-742 0 0,25-28 237 0 0,-2-2 1 0 0,-3-3 0 0 0,42-76 0 0 0,-75 118-527 0 0,-1-1 1 0 0,-1 0 0 0 0,-1 0 0 0 0,-1-1 0 0 0,-1 0-1 0 0,0 0 1 0 0,-2-1 0 0 0,-1 0 0 0 0,0 1 0 0 0,-1-1-1 0 0,-2 0 1 0 0,0 0 0 0 0,-2 0 0 0 0,0 0 0 0 0,-7-31-1 0 0,5 41-62 0 0,-1 0 0 0 0,1 1 0 0 0,-2-1 0 0 0,1 1 0 0 0,-2 0 0 0 0,1 1 0 0 0,-2-1 0 0 0,1 1 0 0 0,-1 1 0 0 0,-1 0 0 0 0,0 0-1 0 0,0 0 1 0 0,0 1 0 0 0,-1 1 0 0 0,-1-1 0 0 0,1 2 0 0 0,-1-1 0 0 0,0 1 0 0 0,-12-4 0 0 0,8 4-11 0 0,0 1 0 0 0,0 1 0 0 0,0 0 0 0 0,0 1 0 0 0,0 0 0 0 0,-1 1 0 0 0,0 1 0 0 0,1 0 0 0 0,-1 2 0 0 0,0-1 0 0 0,1 2 0 0 0,-1 0 0 0 0,1 1 0 0 0,-29 9 0 0 0,39-10-8 0 0,0 0 0 0 0,-1 0 0 0 0,1 1-1 0 0,0 0 1 0 0,1 0 0 0 0,-1 0 0 0 0,0 0 0 0 0,1 1 0 0 0,0-1 0 0 0,-1 1 0 0 0,2 1 0 0 0,-1-1 0 0 0,0 0 0 0 0,1 1-1 0 0,0 0 1 0 0,-3 5 0 0 0,3-3 1 0 0,0 1 0 0 0,1 0 0 0 0,0-1 0 0 0,0 1 0 0 0,0 0-1 0 0,1 0 1 0 0,1-1 0 0 0,-1 1 0 0 0,1 0 0 0 0,2 11 0 0 0,2 9 6 0 0,2 0 1 0 0,1 0 0 0 0,2 0 0 0 0,0-1 0 0 0,17 32-1 0 0,99 181 61 0 0,-4-12-27 0 0,-102-187-31 0 0,-2 1 0 0 0,-2 1 0 0 0,16 70 0 0 0,-29-103-5 0 0,-1 0 0 0 0,0 0 0 0 0,-1 0 0 0 0,1 0 0 0 0,-2 0 0 0 0,0 0-1 0 0,-2 13 1 0 0,2-19-2 0 0,0-1-1 0 0,0 1 1 0 0,0 0 0 0 0,0-1-1 0 0,-1 1 1 0 0,1-1-1 0 0,-1 1 1 0 0,0-1-1 0 0,0 0 1 0 0,0 0-1 0 0,-1 0 1 0 0,1 0 0 0 0,-1 0-1 0 0,1 0 1 0 0,-1-1-1 0 0,0 1 1 0 0,0-1-1 0 0,0 0 1 0 0,0 0-1 0 0,-1 0 1 0 0,-3 1 0 0 0,5-2-2 0 0,0 0 0 0 0,0-1 0 0 0,0 0 0 0 0,0 1 0 0 0,1-1 0 0 0,-1 0 0 0 0,0 0 0 0 0,0 0 0 0 0,0 0 0 0 0,0 0 0 0 0,0-1 0 0 0,0 1 0 0 0,0-1 0 0 0,0 1 0 0 0,0-1 0 0 0,0 0 0 0 0,1 1 0 0 0,-1-1 0 0 0,0 0 0 0 0,1 0 0 0 0,-1 0 1 0 0,0-1-1 0 0,1 1 0 0 0,-1 0 0 0 0,1-1 0 0 0,0 1 0 0 0,-1 0 0 0 0,1-1 0 0 0,0 0 0 0 0,0 1 0 0 0,0-1 0 0 0,0 0 0 0 0,0 1 0 0 0,0-1 0 0 0,1 0 0 0 0,-1 0 0 0 0,1 0 0 0 0,-1-2 0 0 0,-1-2-2 0 0,0 0 1 0 0,0 0-1 0 0,1-1 0 0 0,0 1 0 0 0,0 0 0 0 0,0-1 1 0 0,1 1-1 0 0,0-1 0 0 0,1 1 0 0 0,0-8 1 0 0,2 5-62 0 0,0 1 0 0 0,1-1 1 0 0,0 1-1 0 0,0-1 0 0 0,1 1 1 0 0,0 0-1 0 0,0 1 1 0 0,1-1-1 0 0,0 1 0 0 0,0 0 1 0 0,1 1-1 0 0,-1 0 0 0 0,16-11 1 0 0,-9 8-1471 0 0,0 1-1 0 0,1 1 1 0 0,0 0 0 0 0,17-6 0 0 0,-22 9-981 0 0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2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1056 0 0,'0'0'5991'0'0,"-3"3"-5328"0"0,1-2-554 0 0,0 1 0 0 0,1-1-1 0 0,-1 1 1 0 0,1 0 0 0 0,0-1 0 0 0,-1 1-1 0 0,1 0 1 0 0,0 0 0 0 0,0 0 0 0 0,0 0-1 0 0,0 0 1 0 0,0 0 0 0 0,1 0 0 0 0,-1 0 0 0 0,1 0-1 0 0,-1 0 1 0 0,1 1 0 0 0,0 2 0 0 0,2 52 1658 0 0,-1-1-727 0 0,-2-52-1138 0 0,0-1 1 0 0,0 1-1 0 0,-1 0 1 0 0,0-1-1 0 0,1 1 1 0 0,-1-1-1 0 0,-1 0 1 0 0,1 0-1 0 0,0 1 1 0 0,-1-1-1 0 0,1-1 1 0 0,-6 5-1 0 0,6-6-530 0 0,-17-18-5506 0 0,11 3 3572 0 0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3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39 492 0 0,'0'0'664'0'0,"3"-14"1072"0"0,-6-1-324 0 0,6 6-15 0 0,0 39-5918 0 0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3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26 200 0 0,'-2'53'3526'0'0,"3"14"-901"0"0,-1-65-2433 0 0,-1 5-54 0 0,1-5 288 0 0,1-6 2148 0 0,4-14-2471 0 0,-4 8-20 0 0,2 0 1 0 0,-1 1-1 0 0,1-1 0 0 0,1 1 0 0 0,0 0 0 0 0,6-11 0 0 0,-1 4 3 0 0,-9 13-76 0 0,1 1-1 0 0,0-1 1 0 0,0 1-1 0 0,1 0 0 0 0,-1 0 1 0 0,0-1-1 0 0,1 1 1 0 0,0 0-1 0 0,-1 0 1 0 0,1 0-1 0 0,0 1 0 0 0,0-1 1 0 0,0 0-1 0 0,3-1 1 0 0,-3 2-11 0 0,0-1 0 0 0,0 1 0 0 0,1 1 0 0 0,-1-1 1 0 0,0 0-1 0 0,0 0 0 0 0,0 1 0 0 0,1 0 1 0 0,-1-1-1 0 0,0 1 0 0 0,1 0 0 0 0,-1 0 0 0 0,0 0 1 0 0,1 0-1 0 0,-1 1 0 0 0,0-1 0 0 0,0 0 0 0 0,3 2 1 0 0,1 1 10 0 0,-1 0 0 0 0,0 0 1 0 0,0 0-1 0 0,0 1 1 0 0,-1 0-1 0 0,1 0 0 0 0,3 5 1 0 0,28 34 67 0 0,-35-42-76 0 0,-2-1-1 0 0,1 1 1 0 0,0-1-1 0 0,0 0 0 0 0,0 0 0 0 0,0 1 0 0 0,0-1 0 0 0,0 0 0 0 0,0 1 1 0 0,0-1-1 0 0,0 0 0 0 0,0 1 0 0 0,1-1 0 0 0,-1 0 0 0 0,0 0 0 0 0,0 1 1 0 0,0-1-1 0 0,0 0 0 0 0,0 1 0 0 0,0-1 0 0 0,1 0 0 0 0,-1 0 0 0 0,0 0 1 0 0,0 1-1 0 0,0-1 0 0 0,1 0 0 0 0,-1 0 0 0 0,0 0 0 0 0,0 1 0 0 0,1-1 1 0 0,-1 0-1 0 0,0 0 0 0 0,0 0 0 0 0,1 0 0 0 0,-1 0 0 0 0,0 1 0 0 0,1-1 1 0 0,-1 0-1 0 0,0 0 0 0 0,1 0 0 0 0,-1 0 0 0 0,0 0 0 0 0,0 0 0 0 0,1 0 1 0 0,-1 0-1 0 0,0 0 0 0 0,1 0 0 0 0,-1-1 0 0 0,20 9 81 0 0,1-4-35 0 0,-1-1-1 0 0,1-1 1 0 0,0-1-1 0 0,-1 0 1 0 0,1-2-1 0 0,37-5 1 0 0,-57 6-21 0 0,0-1 1 0 0,0 1-1 0 0,0 0 0 0 0,0-1 0 0 0,0 1 0 0 0,0 0 1 0 0,0-1-1 0 0,0 1 0 0 0,0-1 0 0 0,0 1 1 0 0,-1-1-1 0 0,1 0 0 0 0,0 1 0 0 0,0-1 1 0 0,-1 0-1 0 0,1 0 0 0 0,0 1 0 0 0,-1-1 1 0 0,1 0-1 0 0,-1 0 0 0 0,1 0 0 0 0,-1 0 1 0 0,1 0-1 0 0,-1 0 0 0 0,1-1 0 0 0,-1 1-219 0 0,0 1 0 0 0,0-1 0 0 0,0 0 1 0 0,-1 0-1 0 0,1 0 0 0 0,0 0 0 0 0,0 1 0 0 0,0-1 0 0 0,-1 0 0 0 0,1 0 0 0 0,0 1 0 0 0,-1-1 0 0 0,1 0 0 0 0,-1 0 0 0 0,1 1 0 0 0,-1-1 0 0 0,1 1 0 0 0,-1-1 0 0 0,1 0 0 0 0,-1 1 0 0 0,0-1 0 0 0,1 1 0 0 0,-1-1 0 0 0,0 1 0 0 0,0 0 0 0 0,1-1 0 0 0,-1 1 1 0 0,0 0-1 0 0,0-1 0 0 0,1 1 0 0 0,-1 0 0 0 0,0 0 0 0 0,0 0 0 0 0,0-1 0 0 0,-3 1-2697 0 0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4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61 207 11473 0 0,'-3'-20'137'0'0,"-2"0"0"0"0,0 0-1 0 0,-16-36 1 0 0,-5-20 1080 0 0,25 74-1162 0 0,1-4 340 0 0,1-1-1938 0 0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4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1 744 0 0,'6'-1'5767'0'0,"2"29"-5109"0"0,0 1-1 0 0,-2 0 1 0 0,-2 0-1 0 0,2 43 1 0 0,4 20 11 0 0,33 127 519 0 0,-37-197-1206 0 0,1 0-1 0 0,1-1 0 0 0,1 0 0 0 0,0 0 0 0 0,2-1 0 0 0,0 0 1 0 0,26 32-1 0 0,-34-49-178 0 0,0 1 1 0 0,1-1-1 0 0,-1 0 1 0 0,1 0-1 0 0,-1 0 1 0 0,1 0-1 0 0,0-1 1 0 0,0 0-1 0 0,1 0 1 0 0,-1 0-1 0 0,8 3 1 0 0,-8-4-546 0 0,1 0 0 0 0,0-1 0 0 0,0 1 0 0 0,0-1 0 0 0,-1 0 0 0 0,11-1 0 0 0,-1-1-1484 0 0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4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72 169 504 0 0,'3'-3'388'0'0,"-1"-1"0"0"0,1 0 0 0 0,-1 0-1 0 0,0-1 1 0 0,-1 1 0 0 0,1 0 0 0 0,-1 0 0 0 0,0-1-1 0 0,0 1 1 0 0,0-1 0 0 0,-1 1 0 0 0,1-1 0 0 0,-1 1 0 0 0,0-1-1 0 0,-1 0 1 0 0,1 1 0 0 0,-1-1 0 0 0,0 1 0 0 0,0 0 0 0 0,0-1-1 0 0,-2-4 1 0 0,2 7-1 0 0,-2 2-216 0 0,0 0 1 0 0,-1 0-1 0 0,1 0 0 0 0,0 1 1 0 0,0-1-1 0 0,0 1 1 0 0,0 0-1 0 0,0-1 0 0 0,0 2 1 0 0,0-1-1 0 0,0 0 1 0 0,-5 4-1 0 0,-28 32 1113 0 0,35-36-1193 0 0,1 0-79 0 0,0-1 1 0 0,-1 1-1 0 0,1-1 1 0 0,0 1 0 0 0,0 0-1 0 0,0-1 1 0 0,0 1-1 0 0,0-1 1 0 0,0 1-1 0 0,0-1 1 0 0,0 1-1 0 0,0-1 1 0 0,0 1-1 0 0,1 0 1 0 0,-1-1-1 0 0,0 1 1 0 0,0-1 0 0 0,0 1-1 0 0,1-1 1 0 0,-1 1-1 0 0,0-1 1 0 0,1 1-1 0 0,-1-1 1 0 0,0 0-1 0 0,1 1 1 0 0,-1-1-1 0 0,1 1 1 0 0,-1-1-1 0 0,0 0 1 0 0,1 1-1 0 0,-1-1 1 0 0,1 0 0 0 0,-1 1-1 0 0,1-1 1 0 0,-1 0-1 0 0,1 0 1 0 0,-1 0-1 0 0,1 1 1 0 0,0-1-1 0 0,-1 0 1 0 0,1 0-1 0 0,-1 0 1 0 0,1 0-1 0 0,-1 0 1 0 0,1 0 0 0 0,-1 0-1 0 0,1 0 1 0 0,0 0-1 0 0,-1 0 1 0 0,2-1-1 0 0,58-12 135 0 0,-55 13-149 0 0,-3 1 2 0 0,0-1-1 0 0,0 1 1 0 0,-1-1 0 0 0,1 1-1 0 0,0 0 1 0 0,0-1 0 0 0,0 1-1 0 0,-1 0 1 0 0,1 0 0 0 0,0 0-1 0 0,-1 1 1 0 0,1-1 0 0 0,-1 0-1 0 0,1 0 1 0 0,-1 1 0 0 0,0-1-1 0 0,0 1 1 0 0,0-1 0 0 0,1 1-1 0 0,-1 0 1 0 0,-1-1 0 0 0,1 1-1 0 0,0 0 1 0 0,0 0 0 0 0,-1 0 0 0 0,2 2-1 0 0,2 7 5 0 0,-2-8 1 0 0,-1-1 0 0 0,1 0 0 0 0,0 0-1 0 0,0 0 1 0 0,0 0 0 0 0,0 0 0 0 0,0 0-1 0 0,0 0 1 0 0,0-1 0 0 0,1 1 0 0 0,-1-1-1 0 0,1 0 1 0 0,-1 0 0 0 0,1 1 0 0 0,-1-2-1 0 0,1 1 1 0 0,-1 0 0 0 0,1 0 0 0 0,0-1-1 0 0,0 1 1 0 0,-1-1 0 0 0,1 0 0 0 0,0 0-1 0 0,0 0 1 0 0,-1 0 0 0 0,1-1 0 0 0,0 1-1 0 0,0-1 1 0 0,-1 0 0 0 0,1 1 0 0 0,0-1-1 0 0,-1 0 1 0 0,1-1 0 0 0,-1 1 0 0 0,0 0-1 0 0,1-1 1 0 0,-1 1 0 0 0,4-4 0 0 0,6-4-1 0 0,0-2 0 0 0,-1 1 1 0 0,0-2-1 0 0,0 1 0 0 0,-1-1 1 0 0,-1-1-1 0 0,0 0 1 0 0,-1 0-1 0 0,0-1 0 0 0,7-16 1 0 0,-15 29-14 0 0,-4-17-16 0 0,4 17 21 0 0,-5-8 3 0 0,2 8-4 0 0,1 0 1 0 0,-1 0 0 0 0,0 1 0 0 0,0-1-1 0 0,0 1 1 0 0,0-1 0 0 0,0 1-1 0 0,0 0 1 0 0,0 0 0 0 0,0 1-1 0 0,-4 0 1 0 0,2 0-1 0 0,3-1 3 0 0,1 0 0 0 0,-1 1 0 0 0,1-1 1 0 0,-1 1-1 0 0,1 0 0 0 0,-1-1 0 0 0,1 1 0 0 0,0 0 1 0 0,-1 0-1 0 0,1 0 0 0 0,0 0 0 0 0,-1 0 1 0 0,1 0-1 0 0,0 0 0 0 0,-1 2 0 0 0,1-2 2 0 0,1-1-1 0 0,0 1 1 0 0,0 0-1 0 0,0-1 0 0 0,0 1 1 0 0,-1 0-1 0 0,1-1 1 0 0,0 1-1 0 0,0 0 0 0 0,0-1 1 0 0,0 1-1 0 0,0 0 0 0 0,1-1 1 0 0,-1 1-1 0 0,0 0 1 0 0,0-1-1 0 0,0 1 0 0 0,1 0 1 0 0,-1-1-1 0 0,0 1 1 0 0,0 0-1 0 0,1-1 0 0 0,0 2 1 0 0,1 1 3 0 0,1 0 1 0 0,0 0-1 0 0,0 0 1 0 0,0-1-1 0 0,1 1 0 0 0,-1-1 1 0 0,7 4-1 0 0,33 22 3 0 0,27 15 12 0 0,-64-40-17 0 0,0 0 0 0 0,0-1 1 0 0,1 1-1 0 0,-1-2 0 0 0,0 1 0 0 0,1-1 0 0 0,-1 1 0 0 0,1-2 0 0 0,-1 1 0 0 0,9-1 0 0 0,-8 0 26 0 0,0-1 0 0 0,-1 0 0 0 0,1 0 0 0 0,0-1 0 0 0,0 1 0 0 0,-1-1-1 0 0,1-1 1 0 0,-1 1 0 0 0,1-1 0 0 0,-1-1 0 0 0,0 1 0 0 0,0-1 0 0 0,-1 0 0 0 0,1 0 0 0 0,-1 0 0 0 0,0-1 0 0 0,0 0 0 0 0,0 0 0 0 0,-1 0 0 0 0,0-1 0 0 0,6-8 0 0 0,18-21 113 0 0,-27 34-29 0 0,-1 1-98 0 0,0-1 1 0 0,0 1-1 0 0,0 0 1 0 0,0 0 0 0 0,0 0-1 0 0,1-1 1 0 0,-1 1-1 0 0,0 0 1 0 0,0 0-1 0 0,0 0 1 0 0,0-1 0 0 0,0 1-1 0 0,0 0 1 0 0,0 0-1 0 0,0 0 1 0 0,1 0-1 0 0,-1-1 1 0 0,0 1 0 0 0,0 0-1 0 0,0 0 1 0 0,0 0-1 0 0,1 0 1 0 0,-1 0-1 0 0,0-1 1 0 0,0 1 0 0 0,0 0-1 0 0,1 0 1 0 0,-1 0-1 0 0,0 0 1 0 0,0 0-1 0 0,1 0 1 0 0,-1 0 0 0 0,0 0-1 0 0,0 0 1 0 0,0 0-1 0 0,1 0 1 0 0,-1 0-1 0 0,0 0 1 0 0,0 0 0 0 0,0 0-1 0 0,1 0 1 0 0,-1 0-1 0 0,0 0 1 0 0,0 0 0 0 0,1 0-1 0 0,-1 1 1 0 0,0-1-1 0 0,0 0 1 0 0,0 0-1 0 0,0 0 1 0 0,1 0 0 0 0,-1 1-1 0 0,2 32 110 0 0,0-3-2861 0 0,-1-12-4303 0 0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5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95 928 0 0,'-6'-84'7225'0'0,"6"82"-6753"0"0,0 0-454 0 0,2-4 783 0 0,14 26-8497 0 0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5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0 564 172 0 0,'3'0'288'0'0,"0"0"-1"0"0,0-1 1 0 0,0 1 0 0 0,-1 0-1 0 0,1-1 1 0 0,0 0 0 0 0,0 0-1 0 0,-1 0 1 0 0,1 0-1 0 0,-1 0 1 0 0,1 0 0 0 0,-1-1-1 0 0,1 1 1 0 0,-1-1 0 0 0,0 1-1 0 0,0-1 1 0 0,0 0 0 0 0,0 0-1 0 0,0 0 1 0 0,3-5 0 0 0,40-48 1837 0 0,-32 34-1790 0 0,0-1 1 0 0,-2-1-1 0 0,0 0 1 0 0,-1-1-1 0 0,-2 0 0 0 0,0 0 1 0 0,-2 0-1 0 0,-1-1 0 0 0,0 0 1 0 0,-2-1-1 0 0,-1 1 0 0 0,-1 0 1 0 0,-1-1-1 0 0,-2 1 1 0 0,-7-47-1 0 0,-4 28 783 0 0,13 42-685 0 0,-2 3-424 0 0,0 1-1 0 0,0-1 0 0 0,0 1 0 0 0,0-1 0 0 0,1 1 0 0 0,-1 0 0 0 0,1-1 1 0 0,-1 1-1 0 0,1 0 0 0 0,0 0 0 0 0,0 0 0 0 0,-1 0 0 0 0,1 0 0 0 0,1 1 1 0 0,-1-1-1 0 0,0 0 0 0 0,0 3 0 0 0,-4 32 132 0 0,2 0 0 0 0,1 0 0 0 0,2 0 0 0 0,1 0 0 0 0,13 72-1 0 0,-10-91-130 0 0,32 117 136 0 0,-30-117-123 0 0,1-1 1 0 0,0 1-1 0 0,1-1 1 0 0,2 0 0 0 0,12 18-1 0 0,-21-33-19 0 0,0 0 0 0 0,0 0 0 0 0,0 0 0 0 0,1 0 0 0 0,-1 0 0 0 0,1 0 0 0 0,-1 0 1 0 0,1-1-1 0 0,0 1 0 0 0,-1-1 0 0 0,1 1 0 0 0,0-1 0 0 0,0 0 0 0 0,0 0 0 0 0,0 1 0 0 0,0-2 0 0 0,1 1 0 0 0,-1 0 0 0 0,0 0 0 0 0,0-1 0 0 0,1 1 0 0 0,-1-1 0 0 0,0 1 0 0 0,0-1 0 0 0,1 0 0 0 0,-1 0 0 0 0,0 0 0 0 0,1 0 0 0 0,-1-1 1 0 0,0 1-1 0 0,1-1 0 0 0,-1 1 0 0 0,0-1 0 0 0,0 0 0 0 0,0 0 0 0 0,5-2 0 0 0,-3 0 6 0 0,0 1 1 0 0,0-1 0 0 0,0 0-1 0 0,0-1 1 0 0,0 1 0 0 0,-1-1-1 0 0,4-4 1 0 0,5-5 80 0 0,-10 12-105 0 0,2-5-32 0 0,-4 6 44 0 0,0 0 1 0 0,0-1-1 0 0,0 1 0 0 0,0-1 0 0 0,0 1 0 0 0,0 0 0 0 0,1-1 1 0 0,-1 1-1 0 0,0 0 0 0 0,0-1 0 0 0,0 1 0 0 0,1 0 0 0 0,-1 0 1 0 0,0-1-1 0 0,0 1 0 0 0,1 0 0 0 0,-1-1 0 0 0,0 1 0 0 0,0 0 1 0 0,1 0-1 0 0,-1 0 0 0 0,0-1 0 0 0,1 1 0 0 0,-1 0 0 0 0,0 0 1 0 0,1 0-1 0 0,-1 0 0 0 0,1 0 0 0 0,-1 0 0 0 0,0 0 1 0 0,1-1-1 0 0,-1 1 0 0 0,0 0 0 0 0,1 0 0 0 0,-1 0 0 0 0,1 1 1 0 0,4 0 7 0 0,0 0 0 0 0,0-1 1 0 0,0 1-1 0 0,0-1 1 0 0,1 0-1 0 0,-1 0 1 0 0,0-1-1 0 0,0 1 0 0 0,0-1 1 0 0,0 0-1 0 0,0-1 1 0 0,0 1-1 0 0,-1-1 0 0 0,1 0 1 0 0,0 0-1 0 0,-1 0 1 0 0,1-1-1 0 0,-1 0 1 0 0,0 0-1 0 0,0 0 0 0 0,6-6 1 0 0,-9 8-16 0 0,0 1 5 0 0,0 1 0 0 0,-1-1-1 0 0,1 0 1 0 0,0 0 0 0 0,0 0 0 0 0,-1 0 0 0 0,1 1-1 0 0,0-1 1 0 0,-1 0 0 0 0,1 1 0 0 0,-1-1 0 0 0,1 0 0 0 0,0 1-1 0 0,-1-1 1 0 0,1 1 0 0 0,-1-1 0 0 0,1 1 0 0 0,-1-1-1 0 0,1 1 1 0 0,-1 0 0 0 0,1-1 0 0 0,-1 1 0 0 0,0-1 0 0 0,1 1-1 0 0,-1 0 1 0 0,0-1 0 0 0,1 2 0 0 0,6 30-23 0 0,-6 35 38 0 0,-1-66-11 0 0,-6 53-3 0 0,-2 0-1 0 0,-2-1 1 0 0,-32 95 0 0 0,9-33 35 0 0,25-81-31 0 0,4-14 7 0 0,-1 0 0 0 0,-1-1 0 0 0,0 0 0 0 0,-2 0 0 0 0,-18 35 0 0 0,25-53-6 0 0,1 0 1 0 0,-1 0-1 0 0,1 0 1 0 0,-1 0 0 0 0,0 0-1 0 0,1 0 1 0 0,-1 0-1 0 0,0 0 1 0 0,0-1-1 0 0,0 1 1 0 0,1 0-1 0 0,-1-1 1 0 0,0 1 0 0 0,0 0-1 0 0,0-1 1 0 0,0 1-1 0 0,0-1 1 0 0,0 0-1 0 0,0 1 1 0 0,-1-1-1 0 0,1 0 1 0 0,0 1-1 0 0,0-1 1 0 0,0 0 0 0 0,0 0-1 0 0,0 0 1 0 0,0 0-1 0 0,-1 0 1 0 0,1 0-1 0 0,0-1 1 0 0,0 1-1 0 0,0 0 1 0 0,0 0-1 0 0,0-1 1 0 0,0 1 0 0 0,0-1-1 0 0,0 1 1 0 0,0-1-1 0 0,0 1 1 0 0,0-1-1 0 0,0 0 1 0 0,0 0-1 0 0,0 1 1 0 0,0-1-1 0 0,1 0 1 0 0,-1 0 0 0 0,0 0-1 0 0,1 0 1 0 0,-1 0-1 0 0,0 0 1 0 0,1 0-1 0 0,-1 0 1 0 0,0-2-1 0 0,-2-3 9 0 0,-1 0 0 0 0,1 0 0 0 0,0 0 0 0 0,1-1-1 0 0,-1 0 1 0 0,1 1 0 0 0,-2-12 0 0 0,4-2-698 0 0,0-1 0 0 0,1 1 0 0 0,1 0 0 0 0,1 0 0 0 0,1 1 0 0 0,1-1-1 0 0,0 1 1 0 0,1-1 0 0 0,2 2 0 0 0,0-1 0 0 0,0 1 0 0 0,2 0 0 0 0,0 1 0 0 0,13-16 0 0 0,-7 16-2962 0 0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6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9 121 13221 0 0,'-1'-2'1'0'0,"0"-1"1"0"0,-1 0-1 0 0,1 1 0 0 0,0-1 0 0 0,1 0 1 0 0,-1 0-1 0 0,0 0 0 0 0,1 0 0 0 0,0 0 0 0 0,-1 0 1 0 0,1 0-1 0 0,1 0 0 0 0,-1 1 0 0 0,0-1 0 0 0,1 0 1 0 0,-1 0-1 0 0,1 0 0 0 0,0 0 0 0 0,0 0 1 0 0,0 1-1 0 0,0-1 0 0 0,0 0 0 0 0,1 1 0 0 0,-1-1 1 0 0,1 1-1 0 0,0-1 0 0 0,3-3 0 0 0,1 2-36 0 0,1-1 0 0 0,0 1 0 0 0,0 0 0 0 0,0 0 0 0 0,0 1 0 0 0,0 0 0 0 0,1 0 0 0 0,-1 1 0 0 0,1 0 0 0 0,10-1 0 0 0,-10 1-1186 0 0,0 2 0 0 0,0-1 0 0 0,1 1 1 0 0,-1 1-1 0 0,15 2 0 0 0,-8-1-1900 0 0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6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31 356 0 0,'0'0'5169'0'0,"-13"-31"-4961"0"0,-7 36-1609 0 0,1 0-1799 0 0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7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55 130 752 0 0,'-9'0'265'0'0,"7"0"758"0"0,-1 0 0 0 0,1 0 0 0 0,-1-1 0 0 0,1 1 0 0 0,-1 0-1 0 0,1-1 1 0 0,-1 0 0 0 0,1 0 0 0 0,0 1 0 0 0,-5-3 0 0 0,-2-9 1449 0 0,8 10-1686 0 0,2-23 2913 0 0,7 2-3238 0 0,-6 2-3819 0 0,-4 12-775 0 0,-6-6-484 0 0,2 0 354 0 0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8:27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16229 0 0,'0'-11'177'0'0,"0"-1"0"0"0,1 1 0 0 0,5-21 0 0 0,-5 29-69 0 0,1 3-449 0 0,0 1 1 0 0,1-1 0 0 0,-1 0-1 0 0,1 1 1 0 0,-1-1-1 0 0,0 1 1 0 0,0-1-1 0 0,1 1 1 0 0,-1 0 0 0 0,0 0-1 0 0,0 0 1 0 0,0 1-1 0 0,0-1 1 0 0,0 0-1 0 0,0 1 1 0 0,2 1 0 0 0,5 4-3618 0 0,-1-2-146 0 0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11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42 820 0 0,'14'-41'8634'0'0,"-13"46"-8203"0"0,6 33 464 0 0,3 63 1 0 0,-5-4-265 0 0,-5-78-525 0 0,2 29 144 0 0,0 150 570 0 0,-3-176-715 0 0,-2 1 0 0 0,0 0 0 0 0,-1-1 0 0 0,-1 0-1 0 0,-2 0 1 0 0,-12 31 0 0 0,11-32-8 0 0,8-18-141 0 0,-1 0 0 0 0,0 0 1 0 0,0-1-1 0 0,0 1 0 0 0,0 0 0 0 0,0-1 1 0 0,-1 1-1 0 0,1-1 0 0 0,-1 1 0 0 0,1-1 1 0 0,-1 0-1 0 0,0 0 0 0 0,0 0 0 0 0,0 0 1 0 0,-3 2-1 0 0,4-3-456 0 0,-5-3-954 0 0,-14-8 164 0 0,-3-11-3721 0 0,12 3 1996 0 0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11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0 311 704 0 0,'10'-14'510'0'0,"1"0"0"0"0,1 1 1 0 0,0 1-1 0 0,0 0 0 0 0,2 0 0 0 0,-1 1 0 0 0,1 1 1 0 0,1 0-1 0 0,27-13 0 0 0,18-8-12 0 0,2 4 1 0 0,1 2 0 0 0,1 3-1 0 0,1 2 1 0 0,1 4-1 0 0,1 2 1 0 0,0 4-1 0 0,108-4 1 0 0,-161 14-569 0 0,0 0 1 0 0,0 2 0 0 0,-1-1-1 0 0,26 8 1 0 0,-33-7-627 0 0,-1 0 0 0 0,1 0 1 0 0,0 1-1 0 0,-1 0 1 0 0,1 0-1 0 0,-1 0 1 0 0,9 8-1 0 0,-6-2-1769 0 0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12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241 243 172 0 0,'1'-3'895'0'0,"0"1"0"0"0,0-1 0 0 0,0 0 0 0 0,0 0 0 0 0,0 1 0 0 0,0-1 0 0 0,-1 0 0 0 0,1-5 0 0 0,-2 7-836 0 0,0 0 0 0 0,0 0-1 0 0,0 0 1 0 0,-1 1 0 0 0,1-1 0 0 0,0 0 0 0 0,0 1 0 0 0,0-1 0 0 0,-1 1 0 0 0,1-1 0 0 0,0 1-1 0 0,-1-1 1 0 0,1 1 0 0 0,0 0 0 0 0,-1 0 0 0 0,1 0 0 0 0,-1 0 0 0 0,1 0 0 0 0,0 0 0 0 0,-1 0-1 0 0,-1 1 1 0 0,-37 14 596 0 0,26-7-469 0 0,0 0 1 0 0,1 1-1 0 0,-16 15 0 0 0,28-23-180 0 0,-15 13 176 0 0,1 0 1 0 0,1 2 0 0 0,-25 33 0 0 0,36-45-159 0 0,0 0 1 0 0,1 1 0 0 0,-1 0 0 0 0,1-1 0 0 0,0 1 0 0 0,0 0 0 0 0,1 0 0 0 0,-1 0-1 0 0,1 0 1 0 0,0 1 0 0 0,1-1 0 0 0,-1 0 0 0 0,1 0 0 0 0,0 1 0 0 0,0-1 0 0 0,1 0-1 0 0,-1 0 1 0 0,1 1 0 0 0,0-1 0 0 0,1 0 0 0 0,3 8 0 0 0,-4-10-16 0 0,0-1 1 0 0,1 0 0 0 0,-1 0-1 0 0,1 1 1 0 0,0-1-1 0 0,0 0 1 0 0,0-1 0 0 0,0 1-1 0 0,0 0 1 0 0,0 0-1 0 0,0-1 1 0 0,1 0 0 0 0,-1 1-1 0 0,0-1 1 0 0,1 0-1 0 0,-1 0 1 0 0,1 0 0 0 0,0 0-1 0 0,-1-1 1 0 0,1 1-1 0 0,0-1 1 0 0,-1 1 0 0 0,1-1-1 0 0,0 0 1 0 0,-1 0-1 0 0,1 0 1 0 0,0-1 0 0 0,-1 1-1 0 0,4-1 1 0 0,1-1 1 0 0,0 1 0 0 0,0-1-1 0 0,0 0 1 0 0,-1 0 0 0 0,1-1 0 0 0,-1 0 0 0 0,0 0 0 0 0,0-1 0 0 0,0 0 0 0 0,7-5 0 0 0,0-2 44 0 0,-2 0 0 0 0,1-1 0 0 0,-1 0 1 0 0,-1 0-1 0 0,0-1 0 0 0,-1-1 0 0 0,0 0 0 0 0,-1 0 1 0 0,10-27-1 0 0,-17 39 18 0 0,25 130 501 0 0,-26-126-567 0 0,0-1-1 0 0,1 0 0 0 0,-1 0 1 0 0,1 0-1 0 0,-1 1 0 0 0,1-1 1 0 0,-1 0-1 0 0,1 0 0 0 0,0 0 1 0 0,0 0-1 0 0,-1 0 0 0 0,1 0 1 0 0,0 0-1 0 0,0 0 0 0 0,0-1 1 0 0,0 1-1 0 0,0 0 0 0 0,0-1 1 0 0,0 1-1 0 0,1 0 0 0 0,-1-1 1 0 0,0 1-1 0 0,0-1 0 0 0,2 1 1 0 0,1-1-1 0 0,-1 1 0 0 0,0-1 1 0 0,1 0-1 0 0,-1-1 0 0 0,0 1 1 0 0,1 0-1 0 0,-1-1 0 0 0,0 0 1 0 0,6-1-1 0 0,9-6-1 0 0,1 0-1 0 0,29-19 1 0 0,-30 17 11 0 0,1 0-26 0 0,2-3 9 0 0,1 1 0 0 0,0 1 0 0 0,1 1-1 0 0,0 1 1 0 0,39-9 0 0 0,-60 18-1 0 0,-1-1 0 0 0,0 1 0 0 0,0 0 0 0 0,0 0 0 0 0,0 0 0 0 0,0 1 0 0 0,0-1 0 0 0,0 0-1 0 0,0 0 1 0 0,0 1 0 0 0,1-1 0 0 0,-1 0 0 0 0,0 1 0 0 0,0-1 0 0 0,0 1 0 0 0,0-1 0 0 0,-1 1 0 0 0,1 0 0 0 0,0-1 0 0 0,0 1 0 0 0,0 0 0 0 0,0 0 0 0 0,-1 0 0 0 0,1-1 0 0 0,0 1 0 0 0,-1 0 0 0 0,1 0-1 0 0,-1 0 1 0 0,1 0 0 0 0,-1 0 0 0 0,1 0 0 0 0,-1 2 0 0 0,8 37-26 0 0,-7-28 27 0 0,6 98 46 0 0,-7-110-43 0 0,0 1 0 0 0,0-1 0 0 0,0 0 0 0 0,0 1 1 0 0,0-1-1 0 0,0 1 0 0 0,0-1 0 0 0,1 0 0 0 0,-1 1 0 0 0,0-1 0 0 0,0 0 0 0 0,0 1 1 0 0,1-1-1 0 0,-1 0 0 0 0,0 1 0 0 0,0-1 0 0 0,1 0 0 0 0,-1 0 0 0 0,0 1 0 0 0,1-1 1 0 0,-1 0-1 0 0,0 0 0 0 0,1 0 0 0 0,-1 1 0 0 0,0-1 0 0 0,1 0 0 0 0,-1 0 1 0 0,1 0-1 0 0,-1 0 0 0 0,0 0 0 0 0,1 0 0 0 0,-1 0 0 0 0,0 0 0 0 0,1 0 0 0 0,17-6 43 0 0,13-15-17 0 0,-30 21-28 0 0,18-17 1 0 0,-1-1 0 0 0,0 0 0 0 0,-1-1 0 0 0,26-40 0 0 0,49-95-8 0 0,-57 92-4 0 0,38-83 481 0 0,-72 143-327 0 0,-1 7-109 0 0,-4 23 20 0 0,-1 0-1 0 0,-15 50 1 0 0,-6 25 20 0 0,22-78-56 0 0,-3 10 15 0 0,-1 49 1 0 0,7-75-25 0 0,1-1 1 0 0,0 0 0 0 0,1 1-1 0 0,0-1 1 0 0,0 0-1 0 0,1 0 1 0 0,0 0 0 0 0,0 0-1 0 0,1 0 1 0 0,0 0-1 0 0,6 11 1 0 0,-8-18-5 0 0,0 0 0 0 0,1 0 0 0 0,-1 0 0 0 0,1 0 0 0 0,-1 0 0 0 0,1 0 0 0 0,-1 0 0 0 0,1 0 1 0 0,0-1-1 0 0,-1 1 0 0 0,1 0 0 0 0,0-1 0 0 0,-1 0 0 0 0,1 1 0 0 0,0-1 0 0 0,0 0 0 0 0,-1 0 0 0 0,1 0 0 0 0,0 0 0 0 0,0 0 0 0 0,-1 0 0 0 0,1-1 0 0 0,2 0 0 0 0,42-12 30 0 0,-12-5-26 0 0,0 0 1 0 0,-2-2-1 0 0,0-2 0 0 0,32-28 0 0 0,-6 6 6 0 0,-58 43-15 0 0,1 0 1 0 0,-1 0-1 0 0,1 1 0 0 0,0-1 1 0 0,-1 0-1 0 0,1 1 1 0 0,0-1-1 0 0,0 1 1 0 0,-1-1-1 0 0,1 1 1 0 0,0-1-1 0 0,0 1 0 0 0,0-1 1 0 0,0 1-1 0 0,0 0 1 0 0,-1 0-1 0 0,1-1 1 0 0,0 1-1 0 0,0 0 0 0 0,0 0 1 0 0,0 0-1 0 0,0 0 1 0 0,0 0-1 0 0,0 0 1 0 0,0 0-1 0 0,0 0 0 0 0,2 1 1 0 0,0 23 31 0 0,-1 10 68 0 0,1-28-87 0 0,-1 0-1 0 0,1 1 0 0 0,0-1 0 0 0,1 0 0 0 0,-1-1 0 0 0,1 1 1 0 0,0-1-1 0 0,1 1 0 0 0,-1-1 0 0 0,1 0 0 0 0,0-1 0 0 0,0 1 1 0 0,10 5-1 0 0,34 18-2273 0 0,-1-11-5056 0 0,-31-13 3851 0 0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16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84 1208 0 0,'0'0'8981'0'0,"-1"-6"-8123"0"0,-5-15-99 0 0,4 15-75 0 0,2 6-589 0 0,0 0-1 0 0,-1 0 1 0 0,1-1-1 0 0,0 1 1 0 0,-1 0-1 0 0,1-1 1 0 0,0 1-1 0 0,-1 0 1 0 0,1-1-1 0 0,0 1 1 0 0,0 0-1 0 0,-1-1 1 0 0,1 1-1 0 0,0 0 1 0 0,0-1-1 0 0,0 1 1 0 0,-1-1-1 0 0,1 1 1 0 0,0 0-1 0 0,0-1 1 0 0,0 1-1 0 0,0-1 1 0 0,0 1-1 0 0,0-1 0 0 0,0 1 1 0 0,0 0-1 0 0,0-1 1 0 0,0 1-1 0 0,0-1 1 0 0,0 1-1 0 0,1-1 1 0 0,-1 1-1 0 0,0 0 1 0 0,0-1-1 0 0,3-13 511 0 0,-1 6-4389 0 0,2-7-5990 0 0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17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6 151 10033 0 0,'0'-4'-7'0'0,"-2"-18"89"0"0,0 2 449 0 0,0-1-1 0 0,3-37 0 0 0,0 57-532 0 0,-1-1 0 0 0,0 1-1 0 0,0 0 1 0 0,0 0 0 0 0,1 0 0 0 0,-1 0-1 0 0,0 0 1 0 0,1 0 0 0 0,-1 0 0 0 0,1 0-1 0 0,-1 0 1 0 0,1 0 0 0 0,-1 0 0 0 0,1 0-1 0 0,0 0 1 0 0,0 1 0 0 0,-1-1 0 0 0,1 0-1 0 0,0 0 1 0 0,0 1 0 0 0,0-1 0 0 0,0 1-1 0 0,0-1 1 0 0,0 0 0 0 0,0 1 0 0 0,0 0-1 0 0,0-1 1 0 0,0 1 0 0 0,0 0 0 0 0,0-1-1 0 0,0 1 1 0 0,2 0 0 0 0,38 6-3479 0 0,-25-3 467 0 0,-5-2 128 0 0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18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0 970 504 0 0,'0'0'4550'0'0,"6"-2"-4227"0"0,24-9-32 0 0,1-1-1 0 0,-2-2 1 0 0,0-1 0 0 0,-1-1-1 0 0,0-1 1 0 0,47-40 0 0 0,-43 28-116 0 0,0-1 0 0 0,-2-2 1 0 0,-1-1-1 0 0,42-63 0 0 0,-56 73-102 0 0,0-1 1 0 0,-2-1-1 0 0,-1 0 0 0 0,-1-1 1 0 0,-2 0-1 0 0,0-1 0 0 0,-1 1 0 0 0,-2-2 1 0 0,-1 1-1 0 0,-1-1 0 0 0,-1 0 1 0 0,-2 0-1 0 0,-1 1 0 0 0,-1-1 1 0 0,-1 0-1 0 0,-7-35 0 0 0,6 53-21 0 0,0 0 0 0 0,0 1 0 0 0,-1-1 0 0 0,-1 1 0 0 0,-5-10 0 0 0,8 15-24 0 0,-1 0 0 0 0,1 0 0 0 0,-1 0 0 0 0,0 1 0 0 0,0-1 0 0 0,0 1-1 0 0,0-1 1 0 0,-1 1 0 0 0,1 0 0 0 0,-1 1 0 0 0,0-1 0 0 0,0 0 0 0 0,-6-2 0 0 0,2 3-3 0 0,6 1 4 0 0,-18 14 65 0 0,14-8-51 0 0,1 0 0 0 0,0 0 1 0 0,0 0-1 0 0,1 1 0 0 0,0 0 0 0 0,0 0 1 0 0,0 0-1 0 0,1 0 0 0 0,-1 1 0 0 0,-2 9 0 0 0,-21 74 317 0 0,21-65-273 0 0,-14 64 203 0 0,4 0 0 0 0,-7 133 0 0 0,23 184 179 0 0,10-307-102 0 0,-10-99-347 0 0,0 0 0 0 0,0 0 1 0 0,0 0-1 0 0,0 0 0 0 0,0 1 1 0 0,0-1-1 0 0,0 0 1 0 0,0 0-1 0 0,0 0 0 0 0,0 0 1 0 0,0 1-1 0 0,0-1 0 0 0,0 0 1 0 0,0 0-1 0 0,0 0 1 0 0,0 0-1 0 0,1 0 0 0 0,-1 1 1 0 0,0-1-1 0 0,0 0 1 0 0,0 0-1 0 0,0 0 0 0 0,0 0 1 0 0,0 0-1 0 0,0 0 0 0 0,0 1 1 0 0,1-1-1 0 0,-1 0 1 0 0,0 0-1 0 0,0 0 0 0 0,0 0 1 0 0,0 0-1 0 0,0 0 0 0 0,0 0 1 0 0,1 0-1 0 0,-1 0 1 0 0,0 0-1 0 0,0 0 0 0 0,0 0 1 0 0,0 0-1 0 0,1 0 1 0 0,-1 0-1 0 0,0 0 0 0 0,0 0 1 0 0,0 0-1 0 0,0 0 0 0 0,0 0 1 0 0,1 0-1 0 0,-1 0 1 0 0,0 0-1 0 0,0 0 0 0 0,0 0 1 0 0,0 0-1 0 0,0 0 0 0 0,1 0 1 0 0,-1 0-1 0 0,0 0 1 0 0,0-1-1 0 0,0 1 0 0 0,0 0 1 0 0,0 0-1 0 0,15-13 374 0 0,17-24-404 0 0,-27 32 182 0 0,5-6-119 0 0,1 1-1 0 0,0 1 1 0 0,1 0 0 0 0,15-10 0 0 0,-11 8-18 0 0,-14 10-33 0 0,1 0 1 0 0,-1 0-1 0 0,1 0 1 0 0,0 1-1 0 0,-1-1 1 0 0,1 1-1 0 0,0-1 1 0 0,-1 1-1 0 0,1 0 1 0 0,0 0-1 0 0,-1 0 1 0 0,1 0-1 0 0,0 1 1 0 0,-1-1-1 0 0,1 1 1 0 0,4 1-1 0 0,45 17 9 0 0,-41-14-2 0 0,12 4 18 0 0,-1 0 0 0 0,1-2 0 0 0,0-1 0 0 0,1-1 0 0 0,0 0 0 0 0,44 1 0 0 0,-55-6-20 0 0,0-1 0 0 0,0 0 0 0 0,0-1-1 0 0,0 0 1 0 0,0-1 0 0 0,-1-1 0 0 0,1 0 0 0 0,-1 0 0 0 0,0-1-1 0 0,0-1 1 0 0,-1 0 0 0 0,0-1 0 0 0,0 0 0 0 0,13-10 0 0 0,48-58 34 0 0,-68 71 569 0 0,-17 17-476 0 0,11-10-128 0 0,-1-1-1 0 0,1 1 1 0 0,0 0 0 0 0,0 0-1 0 0,0 0 1 0 0,0 0 0 0 0,0 0 0 0 0,1 0-1 0 0,-1 1 1 0 0,1-1 0 0 0,0 1-1 0 0,0-1 1 0 0,1 0 0 0 0,-2 5-1 0 0,3-2 7 0 0,0 0 0 0 0,0-1 0 0 0,0 1 0 0 0,1 0-1 0 0,0-1 1 0 0,0 1 0 0 0,0-1 0 0 0,1 0 0 0 0,-1 0-1 0 0,1 0 1 0 0,1 0 0 0 0,3 5 0 0 0,-4-7 1 0 0,-1 0 0 0 0,1-1 1 0 0,-1 1-1 0 0,1-1 0 0 0,0 1 0 0 0,0-1 1 0 0,0 0-1 0 0,1 0 0 0 0,-1-1 0 0 0,0 1 0 0 0,1-1 1 0 0,-1 1-1 0 0,1-1 0 0 0,-1 0 0 0 0,1 0 1 0 0,0-1-1 0 0,-1 1 0 0 0,1-1 0 0 0,0 0 1 0 0,4 0-1 0 0,-4-1 4 0 0,-1 1 1 0 0,0-1-1 0 0,1-1 1 0 0,-1 1-1 0 0,0 0 1 0 0,0-1-1 0 0,0 1 1 0 0,0-1-1 0 0,0 0 0 0 0,0 0 1 0 0,0-1-1 0 0,-1 1 1 0 0,1 0-1 0 0,-1-1 1 0 0,0 1-1 0 0,1-1 1 0 0,-1 0-1 0 0,0 0 1 0 0,-1 0-1 0 0,1 0 0 0 0,-1 0 1 0 0,1 0-1 0 0,-1-1 1 0 0,0 1-1 0 0,2-6 1 0 0,-2 3 64 0 0,1 1 0 0 0,-1-1 0 0 0,0 0 0 0 0,0 0 0 0 0,-1 0 1 0 0,0 0-1 0 0,0 1 0 0 0,0-1 0 0 0,-1 0 0 0 0,1 0 0 0 0,-2 0 1 0 0,1 0-1 0 0,0 1 0 0 0,-5-10 0 0 0,-2 1 7 0 0,7 13-211 0 0,-2 4-2636 0 0,-10 12 433 0 0,13-14 2049 0 0,0-1 0 0 0,0 1 0 0 0,0 0 0 0 0,0-1 0 0 0,0 1-1 0 0,-1-1 1 0 0,1 1 0 0 0,0 0 0 0 0,0-1 0 0 0,1 1 0 0 0,-1 0-1 0 0,0-1 1 0 0,0 1 0 0 0,0-1 0 0 0,0 1 0 0 0,0 0 0 0 0,1-1 0 0 0,-1 1-1 0 0,0-1 1 0 0,0 1 0 0 0,1 0 0 0 0,-1-1 0 0 0,1 1 0 0 0,-1-1-1 0 0,1 1 1 0 0,8 8-3201 0 0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19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1 148 852 0 0,'0'0'932'0'0,"2"-10"7283"0"0,-1 16-8025 0 0,0-1 0 0 0,0 1 0 0 0,0-1-1 0 0,-1 1 1 0 0,0 0 0 0 0,0-1 0 0 0,-2 11 0 0 0,1-6 16 0 0,1 0 0 0 0,0 0 0 0 0,0 0-1 0 0,3 14 1 0 0,-3-22-182 0 0,0 0 0 0 0,1 0 0 0 0,-1 0-1 0 0,1-1 1 0 0,0 1 0 0 0,0 0 0 0 0,-1 0-1 0 0,1-1 1 0 0,0 1 0 0 0,1 0 0 0 0,-1-1-1 0 0,0 1 1 0 0,0-1 0 0 0,1 0 0 0 0,-1 1-1 0 0,1-1 1 0 0,-1 0 0 0 0,1 0 0 0 0,-1 0-1 0 0,1 0 1 0 0,0 0 0 0 0,-1 0 0 0 0,1 0-1 0 0,0-1 1 0 0,0 1 0 0 0,0-1 0 0 0,2 1 0 0 0,7 0 15 0 0,0-2 1 0 0,0 1-1 0 0,0-1 1 0 0,-1-1 0 0 0,1 0-1 0 0,0-1 1 0 0,-1 0-1 0 0,13-5 1 0 0,22-6 12 0 0,-30 12-43 0 0,0 1 0 0 0,0 0 0 0 0,-1 1 1 0 0,30 3-1 0 0,-32-1 31 0 0,1-1 0 0 0,-1-1 0 0 0,0 0 0 0 0,0 0 0 0 0,1-1 0 0 0,-1-1 0 0 0,21-5 0 0 0,-30 6 23 0 0,0-1-1 0 0,-1 0 1 0 0,1 0 0 0 0,-1 0-1 0 0,1 0 1 0 0,-1 0-1 0 0,0 0 1 0 0,0-1-1 0 0,0 1 1 0 0,0-1-1 0 0,0 1 1 0 0,-1-1 0 0 0,1 0-1 0 0,-1 1 1 0 0,0-1-1 0 0,0 0 1 0 0,0 0-1 0 0,0 0 1 0 0,0 0-1 0 0,-1 0 1 0 0,1-6 0 0 0,2-9 215 0 0,-2 0 0 0 0,0-26 0 0 0,-2 31-155 0 0,-6-78-27 0 0,3 82-1668 0 0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0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0 978 664 0 0,'0'0'2786'0'0,"4"-1"-2120"0"0,34-17 245 0 0,-1-1 1 0 0,-1-2-1 0 0,-1-2 1 0 0,38-30-1 0 0,-18 12-306 0 0,57-37 190 0 0,198-150 927 0 0,-273 196-1527 0 0,-1-1-1 0 0,-1-2 1 0 0,-2-2-1 0 0,-2-1 1 0 0,45-70 0 0 0,-68 93-125 0 0,0 0 1 0 0,-1-1 0 0 0,8-25 0 0 0,-13 36-46 0 0,-1-1 0 0 0,1 1 0 0 0,-1 0 1 0 0,0-1-1 0 0,-1 1 0 0 0,1 0 0 0 0,-1-1 0 0 0,0 1 1 0 0,-1-1-1 0 0,1 1 0 0 0,-1-1 0 0 0,0 1 0 0 0,0 0 1 0 0,-4-10-1 0 0,3 12-14 0 0,0 0-1 0 0,0 1 1 0 0,0-1 0 0 0,0 1-1 0 0,0 0 1 0 0,-1-1 0 0 0,1 1 0 0 0,-1 0-1 0 0,0 1 1 0 0,1-1 0 0 0,-1 0-1 0 0,0 1 1 0 0,0-1 0 0 0,0 1-1 0 0,0 0 1 0 0,0 0 0 0 0,0 0 0 0 0,0 1-1 0 0,-1-1 1 0 0,1 1 0 0 0,0-1-1 0 0,0 1 1 0 0,-1 0 0 0 0,1 0-1 0 0,0 1 1 0 0,0-1 0 0 0,0 1 0 0 0,-1-1-1 0 0,1 1 1 0 0,-5 3 0 0 0,0-2-5 0 0,1 0 0 0 0,0 1 0 0 0,1 0 1 0 0,-1 0-1 0 0,0 1 0 0 0,1 0 1 0 0,0 0-1 0 0,0 0 0 0 0,0 1 0 0 0,0 0 1 0 0,1 0-1 0 0,-6 8 0 0 0,6-5-2 0 0,1 1 1 0 0,0-1-1 0 0,1 1 0 0 0,0 0 0 0 0,0 0 0 0 0,1 0 0 0 0,0 0 0 0 0,1 1 1 0 0,0-1-1 0 0,0 0 0 0 0,1 1 0 0 0,0-1 0 0 0,1 1 0 0 0,0-1 0 0 0,4 18 1 0 0,2 3 5 0 0,2-1 1 0 0,0 0 0 0 0,22 45 0 0 0,27 31 1 0 0,-41-80-3 0 0,-2 1-1 0 0,-1 0 1 0 0,-2 1-1 0 0,0 1 1 0 0,15 55-1 0 0,-24-74 3 0 0,1 11 15 0 0,-4-19-25 0 0,0-1 0 0 0,0 1 0 0 0,0 0 0 0 0,0-1 0 0 0,0 1 0 0 0,0 0 0 0 0,0-1 0 0 0,-1 1 0 0 0,1-1 0 0 0,0 1 0 0 0,0 0 0 0 0,-1-1 0 0 0,1 1 0 0 0,0-1 1 0 0,-1 1-1 0 0,1-1 0 0 0,-1 1 0 0 0,1-1 0 0 0,-1 1 0 0 0,1-1 0 0 0,-1 1 0 0 0,1-1 0 0 0,-1 1 0 0 0,1-1 0 0 0,-1 0 0 0 0,0 1 0 0 0,1-1 0 0 0,-1 0 0 0 0,1 0 0 0 0,-1 0 0 0 0,0 1 0 0 0,1-1 1 0 0,-1 0-1 0 0,0 0 0 0 0,1 0 0 0 0,-1 0 0 0 0,0 0 0 0 0,1 0 0 0 0,-1 0 0 0 0,0 0 0 0 0,1 0 0 0 0,-1-1 0 0 0,0 1 0 0 0,0 0 0 0 0,-1-1 3 0 0,0 1 0 0 0,0-1 0 0 0,0 0 0 0 0,1 1 1 0 0,-1-1-1 0 0,0 0 0 0 0,0 0 0 0 0,1 0 0 0 0,-1 0 0 0 0,1 0 0 0 0,-1 0 0 0 0,1-1 0 0 0,-1 1 0 0 0,1 0 0 0 0,0-1 0 0 0,0 1 0 0 0,-2-3 0 0 0,2 1-1 0 0,0 0 1 0 0,-1-1-1 0 0,1 1 0 0 0,0 0 0 0 0,1-1 0 0 0,-1 1 0 0 0,1-1 0 0 0,-1 1 0 0 0,1-1 0 0 0,0 1 1 0 0,0-1-1 0 0,0 1 0 0 0,1-1 0 0 0,0 1 0 0 0,-1-1 0 0 0,3-5 0 0 0,0 1-2 0 0,1 1 0 0 0,-1-1 0 0 0,1 1 0 0 0,1 0-1 0 0,-1 0 1 0 0,1 1 0 0 0,6-7 0 0 0,5-3-4 0 0,1 0 0 0 0,0 2 0 0 0,1-1 0 0 0,32-18 0 0 0,-40 27-6 0 0,1 1 0 0 0,-1-1 0 0 0,1 2 1 0 0,1-1-1 0 0,-1 1 0 0 0,0 1 0 0 0,1 0 0 0 0,0 1 0 0 0,16-1 0 0 0,-26 3 13 0 0,1-1-1 0 0,-1 1 0 0 0,1 1 1 0 0,0-1-1 0 0,-1 0 0 0 0,1 1 1 0 0,-1-1-1 0 0,1 1 0 0 0,-1 0 1 0 0,0 0-1 0 0,1 0 0 0 0,-1 0 1 0 0,0 0-1 0 0,1 0 0 0 0,-1 1 1 0 0,0-1-1 0 0,0 1 0 0 0,0-1 1 0 0,0 1-1 0 0,-1 0 0 0 0,1 0 1 0 0,0 0-1 0 0,-1 0 0 0 0,1 0 1 0 0,-1 0-1 0 0,0 1 1 0 0,1-1-1 0 0,-1 0 0 0 0,0 1 1 0 0,-1-1-1 0 0,1 0 0 0 0,0 1 1 0 0,-1-1-1 0 0,1 1 0 0 0,-1 0 1 0 0,0-1-1 0 0,0 1 0 0 0,0 3 1 0 0,0 3 31 0 0,-1 1 1 0 0,0-1-1 0 0,0 0 0 0 0,-1 0 1 0 0,-1 0-1 0 0,1 0 1 0 0,-1 0-1 0 0,-9 16 1 0 0,4-2-890 0 0,-1-2-4274 0 0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0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90 940 0 0,'5'-19'928'0'0,"-4"11"-92"0"0,-1-2 584 0 0,6-8-804 0 0,-4 10 429 0 0,4-5-209 0 0,0 5-340 0 0,1 3-564 0 0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1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0 436 0 0,'0'0'682'0'0,"0"43"3716"0"0,0-38-4243 0 0,0-1 1 0 0,-1 0-1 0 0,1 1 1 0 0,-1-1-1 0 0,0 1 0 0 0,0-1 1 0 0,0 0-1 0 0,-1 0 1 0 0,1 0-1 0 0,-1 0 1 0 0,0 0-1 0 0,0 0 1 0 0,0 0-1 0 0,-4 4 0 0 0,3-5 1667 0 0,8-7-726 0 0,5-5-941 0 0,1 0 0 0 0,0 1-1 0 0,0 1 1 0 0,1-1 0 0 0,24-10 0 0 0,-30 17-142 0 0,-2 0-6 0 0,0 0 1 0 0,1 0-1 0 0,-1 1 1 0 0,1-1-1 0 0,0 1 1 0 0,-1 0-1 0 0,1 0 1 0 0,-1 0-1 0 0,1 1 0 0 0,-1 0 1 0 0,1 0-1 0 0,-1 0 1 0 0,1 0-1 0 0,-1 1 1 0 0,0-1-1 0 0,0 1 1 0 0,7 5-1 0 0,-9-7 10 0 0,13 12-5 0 0,-13-11 0 0 0,-2 0-6 0 0,3 4-1 0 0,-2-4 8 0 0,1-1-1 0 0,7 0-12 0 0,14 7 12 0 0,-19-4-10 0 0,0-1 1 0 0,0 0 0 0 0,0-1-1 0 0,0 1 1 0 0,1-1-1 0 0,-1 0 1 0 0,0 0-1 0 0,1 0 1 0 0,-1-1-1 0 0,1 0 1 0 0,-1 1 0 0 0,1-1-1 0 0,7-2 1 0 0,84-9-67 0 0,-93 11-114 0 0,2 0 125 0 0,0 0-1351 0 0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1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0 145 108 0 0,'12'-30'4778'0'0,"14"-58"0"0"0,-26 87-4685 0 0,1-4 87 0 0,5-15 760 0 0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2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74 144 0 0,'11'-73'10826'0'0,"-11"79"-10406"0"0,1 32 117 0 0,-1 0 0 0 0,-2 0 1 0 0,-13 66-1 0 0,-3 41 88 0 0,12-83-472 0 0,2-28 36 0 0,0 43 0 0 0,4-69-332 0 0,1 0 0 0 0,-1 0 0 0 0,1 0 0 0 0,1 0 0 0 0,-1 0 0 0 0,1 0 0 0 0,1-1 0 0 0,0 1 0 0 0,0-1 0 0 0,7 14 1 0 0,-8-19-6 0 0,-1 0-1 0 0,1 0 1 0 0,0 0 0 0 0,0 0 0 0 0,0 0 0 0 0,0-1 0 0 0,0 1 0 0 0,0-1 0 0 0,1 1 0 0 0,-1-1 0 0 0,0 0 0 0 0,1 1 0 0 0,-1-1 0 0 0,1-1 0 0 0,-1 1 0 0 0,1 0 0 0 0,4 0 0 0 0,-1 0-94 0 0,0-1 1 0 0,1 0-1 0 0,-1 0 1 0 0,0-1-1 0 0,0 0 1 0 0,0 0-1 0 0,9-2 0 0 0,3-3-222 0 0,0-1 0 0 0,-1-1-1 0 0,0 0 1 0 0,17-11-1 0 0,-21 11 466 0 0,-1-1 1 0 0,0 0-1 0 0,19-19 0 0 0,6-17 3575 0 0,-36 44-3062 0 0,-2 0-435 0 0,1 1 0 0 0,0-1-1 0 0,0 1 1 0 0,0 0-1 0 0,0-1 1 0 0,-1 1 0 0 0,1 0-1 0 0,0-1 1 0 0,0 1-1 0 0,-1 0 1 0 0,1-1 0 0 0,0 1-1 0 0,-1 0 1 0 0,1 0 0 0 0,0-1-1 0 0,0 1 1 0 0,-1 0-1 0 0,1 0 1 0 0,-1 0 0 0 0,1 0-1 0 0,0-1 1 0 0,-1 1 0 0 0,1 0-1 0 0,0 0 1 0 0,-1 0-1 0 0,1 0 1 0 0,-1 0 0 0 0,1 0-1 0 0,0 0 1 0 0,-1 0 0 0 0,1 0-1 0 0,-1 0 1 0 0,1 0-1 0 0,0 0 1 0 0,-1 0 0 0 0,1 0-1 0 0,-1 1 1 0 0,-27 7 765 0 0,25-7-802 0 0,0 0 0 0 0,0 1 1 0 0,0-1-1 0 0,0 1 0 0 0,0 0 0 0 0,1 0 0 0 0,-1-1 0 0 0,1 2 0 0 0,-1-1 0 0 0,1 0 1 0 0,0 0-1 0 0,0 1 0 0 0,0-1 0 0 0,0 1 0 0 0,0 0 0 0 0,0 0 0 0 0,1-1 1 0 0,-2 5-1 0 0,3-6-28 0 0,0 0 0 0 0,0 0 0 0 0,0 0 0 0 0,0 0 0 0 0,0 0 0 0 0,0 0 0 0 0,0 1 0 0 0,0-1 0 0 0,1 0 0 0 0,-1 0 0 0 0,0 0 0 0 0,1 0 0 0 0,-1 0 0 0 0,0 0 0 0 0,1 0 0 0 0,0 0 0 0 0,-1 0 0 0 0,1 0 0 0 0,-1-1 1 0 0,1 1-1 0 0,0 0 0 0 0,0 0 0 0 0,0 0 0 0 0,-1-1 0 0 0,1 1 0 0 0,0 0 0 0 0,0-1 0 0 0,0 1 0 0 0,0-1 0 0 0,0 1 0 0 0,0-1 0 0 0,0 0 0 0 0,0 1 0 0 0,0-1 0 0 0,0 0 0 0 0,0 0 0 0 0,1 1 0 0 0,-1-1 0 0 0,0 0 0 0 0,0 0 0 0 0,0 0 0 0 0,0-1 0 0 0,0 1 1 0 0,0 0-1 0 0,0 0 0 0 0,2-1 0 0 0,13-1 41 0 0,0-1 0 0 0,27-8 1 0 0,-35 8-10 0 0,-6 3-37 0 0,0 0-26 0 0,0 1 11 0 0,0-1 1 0 0,0 1-1 0 0,0 0 0 0 0,0-1 0 0 0,-1 1 1 0 0,1 0-1 0 0,0 0 0 0 0,-1 0 0 0 0,1 0 1 0 0,-1 1-1 0 0,1-1 0 0 0,-1 0 0 0 0,1 1 1 0 0,1 2-1 0 0,-1-1 9 0 0,0 0 1 0 0,1 0-1 0 0,-1-1 1 0 0,1 1-1 0 0,-1-1 1 0 0,1 0-1 0 0,0 0 1 0 0,-1 0-1 0 0,1 0 1 0 0,0 0-1 0 0,1-1 1 0 0,-1 1-1 0 0,0-1 1 0 0,0 0-1 0 0,1 0 1 0 0,-1 0-1 0 0,0 0 1 0 0,1 0 0 0 0,-1-1-1 0 0,1 0 1 0 0,-1 1-1 0 0,1-1 1 0 0,-1-1-1 0 0,6 0 1 0 0,11-1 23 0 0,0 0 1 0 0,37-11-1 0 0,-50 11-35 0 0,-4 0-9 0 0,1 1-1 0 0,-1 1 1 0 0,0-1 0 0 0,0 0-1 0 0,0 1 1 0 0,1-1-1 0 0,-1 1 1 0 0,0 0-1 0 0,0 0 1 0 0,1 1-1 0 0,-1-1 1 0 0,0 1-1 0 0,5 1 1 0 0,16 14-5427 0 0,-14-9 1446 0 0,-2-2 521 0 0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3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0 895 592 0 0,'66'-38'3803'0'0,"28"-32"-1474"0"0,-68 49-1804 0 0,36-29 72 0 0,-2-2 1 0 0,-2-4-1 0 0,-3-1 1 0 0,-3-3-1 0 0,-2-3 0 0 0,-3-1 1 0 0,-3-2-1 0 0,38-79 1 0 0,-75 134-528 0 0,-1-1 1 0 0,-1 0 0 0 0,0 0-1 0 0,-1 0 1 0 0,0-1-1 0 0,-1 0 1 0 0,2-16 0 0 0,-4 28-43 0 0,-1-1 0 0 0,1 1 0 0 0,-1-1 0 0 0,0 1 0 0 0,0-1 1 0 0,0 1-1 0 0,0-1 0 0 0,0 1 0 0 0,0-1 0 0 0,0 1 1 0 0,0-1-1 0 0,0 1 0 0 0,-1-1 0 0 0,1 1 0 0 0,-1-1 0 0 0,1 1 1 0 0,-1-1-1 0 0,1 1 0 0 0,-1 0 0 0 0,0-1 0 0 0,0 1 1 0 0,0 0-1 0 0,0 0 0 0 0,-2-3 0 0 0,1 4-14 0 0,-1-1 1 0 0,0 1-1 0 0,1 0 0 0 0,-1 0 1 0 0,1 0-1 0 0,-1 1 0 0 0,0-1 0 0 0,1 0 1 0 0,-1 1-1 0 0,1 0 0 0 0,-1-1 0 0 0,1 1 1 0 0,-1 0-1 0 0,-3 3 0 0 0,-11 4 39 0 0,0 1 0 0 0,1 0 1 0 0,0 1-1 0 0,0 1 0 0 0,1 1 0 0 0,1 0 0 0 0,-26 29 0 0 0,7-3 114 0 0,-49 76-1 0 0,65-88-112 0 0,2 0-1 0 0,1 1 1 0 0,1 1-1 0 0,1 0 1 0 0,2 1-1 0 0,1 0 1 0 0,1 0-1 0 0,1 1 0 0 0,2 0 1 0 0,1 0-1 0 0,0 59 1 0 0,5-80-35 0 0,0 0 1 0 0,0 0-1 0 0,1 0 1 0 0,0 0-1 0 0,1 0 1 0 0,-1-1-1 0 0,2 1 0 0 0,-1-1 1 0 0,1 0-1 0 0,1 0 1 0 0,-1 0-1 0 0,11 12 1 0 0,-12-17-13 0 0,0 0 1 0 0,0 0 0 0 0,0 0-1 0 0,1 0 1 0 0,-1 0 0 0 0,1-1-1 0 0,0 0 1 0 0,-1 1 0 0 0,1-2-1 0 0,0 1 1 0 0,0 0 0 0 0,1-1-1 0 0,-1 1 1 0 0,0-1 0 0 0,0-1-1 0 0,1 1 1 0 0,-1 0 0 0 0,1-1-1 0 0,-1 0 1 0 0,0 0 0 0 0,1 0-1 0 0,-1-1 1 0 0,0 1 0 0 0,1-1-1 0 0,-1 0 1 0 0,0-1 0 0 0,0 1-1 0 0,5-2 1 0 0,15-9 122 0 0,-1-1 1 0 0,0 0-1 0 0,-1-2 0 0 0,-1 0 0 0 0,29-27 1 0 0,-50 42-114 0 0,0-1 0 0 0,1 1 1 0 0,-1 0-1 0 0,0-1 1 0 0,1 1-1 0 0,-1-1 0 0 0,0 1 1 0 0,1 0-1 0 0,-1-1 1 0 0,0 1-1 0 0,1 0 0 0 0,-1 0 1 0 0,1-1-1 0 0,-1 1 1 0 0,1 0-1 0 0,-1 0 0 0 0,1-1 1 0 0,-1 1-1 0 0,1 0 1 0 0,-1 0-1 0 0,1 0 1 0 0,-1 0-1 0 0,1 0 0 0 0,-1 0 1 0 0,1 0-1 0 0,-1 0 1 0 0,1 0-1 0 0,-1 0 0 0 0,1 0 1 0 0,0 1-1 0 0,1 14 284 0 0,-2-13-289 0 0,0 0 0 0 0,0 0-1 0 0,0 0 1 0 0,0 0 0 0 0,0 0-1 0 0,0 0 1 0 0,1 1-1 0 0,-1-1 1 0 0,1 0 0 0 0,-1 0-1 0 0,1 0 1 0 0,2 3 0 0 0,-1-2 5 0 0,1-1 1 0 0,0 0-1 0 0,-1 1 1 0 0,1-1-1 0 0,0 0 1 0 0,0-1 0 0 0,0 1-1 0 0,6 2 1 0 0,-7-3 188 0 0,-1-1-161 0 0,0 0 0 0 0,0 0-1 0 0,1 0 1 0 0,-1 0 0 0 0,0-1-1 0 0,0 1 1 0 0,0 0 0 0 0,0 0-1 0 0,0-1 1 0 0,1 1 0 0 0,-1-1-1 0 0,0 1 1 0 0,0-1 0 0 0,0 1-1 0 0,0-1 1 0 0,0 1 0 0 0,0-1-1 0 0,0 0 1 0 0,-1 0 0 0 0,1 0-1 0 0,0 1 1 0 0,0-1 0 0 0,1-2-1 0 0,-1 1-66 0 0,0-1-1 0 0,0 1 0 0 0,0-1 1 0 0,-1 1-1 0 0,1-1 0 0 0,-1 1 1 0 0,1-1-1 0 0,-1 0 0 0 0,0 1 0 0 0,0-1 1 0 0,0 1-1 0 0,0-1 0 0 0,-1 0 1 0 0,1 1-1 0 0,-1-1 0 0 0,1 1 1 0 0,-1-1-1 0 0,0 1 0 0 0,0-1 0 0 0,-1-1 1 0 0,-1 2-622 0 0,0 0 0 0 0,0 0 0 0 0,0 1 0 0 0,0-1 1 0 0,0 1-1 0 0,-1 0 0 0 0,1 0 0 0 0,0 0 0 0 0,-1 1 0 0 0,-5-2 0 0 0,-1 0-3980 0 0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3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75 584 0 0,'14'-5'1116'0'0,"-1"-5"-24"0"0,0-1-28 0 0,13 1-124 0 0,-10 2-99 0 0,8-2-77 0 0,-5 5-76 0 0,5-1-40 0 0,-1-2-108 0 0,-1 8-180 0 0,-5-1-292 0 0,0 2-416 0 0,5-1-1048 0 0,-7 0-1505 0 0,0 0 665 0 0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6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79 68 0 0,'0'0'3000'0'0,"2"-6"-2531"0"0,6-32 3839 0 0,-7 36-4053 0 0,-1 0 0 0 0,0-1-1 0 0,0 1 1 0 0,0 0-1 0 0,-1-1 1 0 0,1 1-1 0 0,-1 0 1 0 0,1 0-1 0 0,-1-1 1 0 0,0 1 0 0 0,1 0-1 0 0,-3-3 1 0 0,3 4-91 0 0,-1 0 698 0 0,-2 2-812 0 0,-4 1-9 0 0,0 1-1 0 0,1 1 1 0 0,0-1-1 0 0,-1 1 1 0 0,1 0 0 0 0,1 0-1 0 0,-1 1 1 0 0,0-1-1 0 0,1 1 1 0 0,0 1-1 0 0,0-1 1 0 0,1 1-1 0 0,0 0 1 0 0,0 0 0 0 0,-6 12-1 0 0,1-2 76 0 0,0 1 1 0 0,2 1-1 0 0,0-1 0 0 0,1 1 0 0 0,-4 19 0 0 0,9-35-105 0 0,1 0-1 0 0,-1-1 1 0 0,1 1-1 0 0,0-1 1 0 0,0 1 0 0 0,0 0-1 0 0,0-1 1 0 0,0 1-1 0 0,0 0 1 0 0,0-1-1 0 0,0 1 1 0 0,0 0-1 0 0,1-1 1 0 0,-1 1 0 0 0,1-1-1 0 0,-1 1 1 0 0,1-1-1 0 0,0 1 1 0 0,-1-1-1 0 0,1 1 1 0 0,0-1-1 0 0,0 1 1 0 0,0-1 0 0 0,0 0-1 0 0,3 2 1 0 0,-2-1-2 0 0,1-1 1 0 0,0 0-1 0 0,-1 0 0 0 0,1 0 1 0 0,0 0-1 0 0,0 0 1 0 0,0-1-1 0 0,0 1 1 0 0,-1-1-1 0 0,1 0 1 0 0,0 0-1 0 0,0 0 1 0 0,4 0-1 0 0,11-3 18 0 0,0 0 0 0 0,-1-2-1 0 0,28-9 1 0 0,-44 14-23 0 0,29-10 18 0 0,-5 2-32 0 0,0-2 0 0 0,28-14 0 0 0,-53 24 9 0 0,1 1 0 0 0,-1-1 0 0 0,1 0 1 0 0,-1 1-1 0 0,1-1 0 0 0,-1 0 0 0 0,1 1 1 0 0,-1-1-1 0 0,0 1 0 0 0,1-1 0 0 0,-1 0 0 0 0,0 1 1 0 0,1-1-1 0 0,-1 1 0 0 0,0-1 0 0 0,1 1 1 0 0,-1-1-1 0 0,0 1 0 0 0,0 0 0 0 0,0-1 1 0 0,1 1-1 0 0,-1-1 0 0 0,0 1 0 0 0,0-1 1 0 0,0 1-1 0 0,0 0 0 0 0,0-1 0 0 0,0 1 1 0 0,0-1-1 0 0,0 1 0 0 0,-1 0 0 0 0,4 31-29 0 0,-3-24 26 0 0,0-6 6 0 0,0 0 1 0 0,0-1 0 0 0,0 1-1 0 0,1 0 1 0 0,-1 0-1 0 0,0 0 1 0 0,1 0-1 0 0,-1-1 1 0 0,1 1-1 0 0,0 0 1 0 0,0-1 0 0 0,-1 1-1 0 0,1 0 1 0 0,0-1-1 0 0,0 1 1 0 0,1-1-1 0 0,-1 1 1 0 0,0-1-1 0 0,0 0 1 0 0,1 1 0 0 0,-1-1-1 0 0,1 0 1 0 0,-1 0-1 0 0,1 0 1 0 0,-1 0-1 0 0,1 0 1 0 0,0 0-1 0 0,-1-1 1 0 0,1 1-1 0 0,0-1 1 0 0,0 1 0 0 0,0-1-1 0 0,-1 1 1 0 0,1-1-1 0 0,0 0 1 0 0,0 0-1 0 0,0 0 1 0 0,0 0-1 0 0,0 0 1 0 0,-1 0 0 0 0,1-1-1 0 0,2 0 1 0 0,3 0 7 0 0,0-1 1 0 0,0 0-1 0 0,0-1 1 0 0,-1 0-1 0 0,1 0 1 0 0,-1 0-1 0 0,0-1 1 0 0,0 0-1 0 0,0 0 1 0 0,6-6-1 0 0,42-47 9 0 0,-45 45-27 0 0,2 0 1 0 0,-1 0-1 0 0,1 1 0 0 0,1 1 0 0 0,0 0 0 0 0,0 0 0 0 0,1 1 1 0 0,0 1-1 0 0,18-9 0 0 0,-28 16 5 0 0,0 1 0 0 0,-1-1 0 0 0,1 1 0 0 0,0 0 0 0 0,0-1 0 0 0,-1 1 0 0 0,1 0 0 0 0,0 1 0 0 0,0-1 0 0 0,-1 0 0 0 0,1 1 0 0 0,0-1-1 0 0,-1 1 1 0 0,1 0 0 0 0,0 0 0 0 0,-1 0 0 0 0,1 0 0 0 0,-1 1 0 0 0,0-1 0 0 0,1 1 0 0 0,-1-1 0 0 0,3 4 0 0 0,5 4-7 0 0,0 1 0 0 0,-1 1 0 0 0,12 17-1 0 0,12 11 15 0 0,-25-30 25 0 0,1-1-1 0 0,1 1 1 0 0,-1-2 0 0 0,1 1 0 0 0,1-1 0 0 0,-1-1 0 0 0,22 10 0 0 0,-28-16 34 0 0,-1 0 0 0 0,0 0 0 0 0,1-1 0 0 0,-1 1 0 0 0,1-1 0 0 0,-1 0 0 0 0,0 0 0 0 0,0 0 0 0 0,0 0 0 0 0,1-1-1 0 0,-1 1 1 0 0,0-1 0 0 0,-1 0 0 0 0,1 0 0 0 0,0 0 0 0 0,0 0 0 0 0,-1 0 0 0 0,4-4 0 0 0,-3 2 27 0 0,0-1 0 0 0,0 1 0 0 0,0-1 0 0 0,0 1 0 0 0,-1-1 0 0 0,0 0 0 0 0,0 0 1 0 0,0 0-1 0 0,0 0 0 0 0,-1 0 0 0 0,0-1 0 0 0,0 1 0 0 0,0 0 0 0 0,-1-1 0 0 0,0 1 0 0 0,0 0 0 0 0,0-1 0 0 0,-2-5 0 0 0,2 8-70 0 0,-1 0 0 0 0,1 0 0 0 0,-1 0 0 0 0,0 1-1 0 0,0-1 1 0 0,0 0 0 0 0,0 1 0 0 0,-1-1 0 0 0,1 1 0 0 0,-1-1-1 0 0,1 1 1 0 0,-1 0 0 0 0,0 0 0 0 0,0 0 0 0 0,0 0 0 0 0,0 0-1 0 0,0 0 1 0 0,-1 0 0 0 0,1 1 0 0 0,0-1 0 0 0,-1 1 0 0 0,1-1 0 0 0,-1 1-1 0 0,0 0 1 0 0,1 0 0 0 0,-1 0 0 0 0,0 1 0 0 0,0-1 0 0 0,1 1-1 0 0,-1-1 1 0 0,0 1 0 0 0,0 0 0 0 0,0 0 0 0 0,-5 1 0 0 0,0 0-338 0 0,1 0 1 0 0,0 1 0 0 0,0 0-1 0 0,0 0 1 0 0,0 1 0 0 0,-10 5-1 0 0,-20 13-4687 0 0,26-14 2055 0 0,-8 2-1405 0 0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29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61 186 248 0 0,'3'-4'3581'0'0,"0"11"-1445"0"0,-1 33-655 0 0,-5 53-864 0 0,-3 69 604 0 0,5-97-716 0 0,-3 0 0 0 0,-15 87 0 0 0,10-122 1144 0 0,5-38-1615 0 0,0 0 0 0 0,0-1-1 0 0,1 1 1 0 0,0-1 0 0 0,1 0 0 0 0,0 0 0 0 0,0 0 0 0 0,1 0 0 0 0,0 0 0 0 0,1-17 0 0 0,10-104 95 0 0,-5 91-102 0 0,1-10-3 0 0,3 0-1 0 0,1 1 1 0 0,2 0-1 0 0,3 1 0 0 0,26-59 1 0 0,-35 94-25 0 0,1 1 0 0 0,0-1 0 0 0,1 2 1 0 0,0-1-1 0 0,1 1 0 0 0,0 0 0 0 0,0 1 0 0 0,1 0 0 0 0,0 0 1 0 0,1 1-1 0 0,0 1 0 0 0,0 0 0 0 0,0 0 0 0 0,15-5 1 0 0,-17 8-3 0 0,0 0 1 0 0,0 1-1 0 0,1 0 1 0 0,-1 0-1 0 0,1 1 1 0 0,0 1-1 0 0,-1-1 1 0 0,1 2-1 0 0,0-1 1 0 0,0 1-1 0 0,0 1 1 0 0,0 0-1 0 0,0 0 1 0 0,-1 1-1 0 0,1 0 1 0 0,0 1-1 0 0,-1 0 1 0 0,0 0-1 0 0,12 7 1 0 0,-18-8 2 0 0,1 0 1 0 0,0 1-1 0 0,-1-1 1 0 0,0 1-1 0 0,1 0 1 0 0,-1 0 0 0 0,0 0-1 0 0,0 0 1 0 0,-1 1-1 0 0,1-1 1 0 0,-1 1-1 0 0,0 0 1 0 0,0 0-1 0 0,0 0 1 0 0,0 0-1 0 0,0 0 1 0 0,-1 0-1 0 0,0 0 1 0 0,0 0-1 0 0,0 1 1 0 0,-1-1-1 0 0,1 0 1 0 0,-1 1 0 0 0,0-1-1 0 0,0 0 1 0 0,0 1-1 0 0,-1-1 1 0 0,0 0-1 0 0,0 0 1 0 0,-2 7-1 0 0,0 0 2 0 0,-1 1 0 0 0,-1-1 0 0 0,0 0 0 0 0,0 0-1 0 0,-1 0 1 0 0,-1-1 0 0 0,0 0 0 0 0,0 0 0 0 0,-15 14 0 0 0,6-9-90 0 0,-1-1 1 0 0,0 0-1 0 0,-1-1 1 0 0,-1-1-1 0 0,0-1 1 0 0,0-1-1 0 0,-1 0 1 0 0,-1-2 0 0 0,0 0-1 0 0,0-2 1 0 0,0 0-1 0 0,-25 4 1 0 0,44-10-475 0 0,5-5-3589 0 0,12-16 1410 0 0,-1 9 209 0 0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0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56 0 0,'6'-14'2484'0'0,"-6"13"-2393"0"0,0 1 0 0 0,0-1 0 0 0,0 1 0 0 0,0-1 0 0 0,0 1 0 0 0,1 0 0 0 0,-1-1 0 0 0,0 1 0 0 0,0-1 0 0 0,0 1 0 0 0,1 0 0 0 0,-1-1 0 0 0,0 1 0 0 0,0 0 0 0 0,1-1 0 0 0,-1 1 0 0 0,0 0 0 0 0,1-1 0 0 0,-1 1 0 0 0,0 0 0 0 0,1-1 0 0 0,-1 1 0 0 0,1 0 0 0 0,-1 0 0 0 0,0 0 0 0 0,1-1 0 0 0,-1 1 0 0 0,1 0 0 0 0,-1 0 0 0 0,1 0 0 0 0,-1 0 0 0 0,0 0 0 0 0,1 0 1 0 0,-1 0-1 0 0,1 0 0 0 0,6 7 48 0 0,-1 0 0 0 0,-1 1 0 0 0,1-1 1 0 0,-2 1-1 0 0,1 1 0 0 0,-1-1 0 0 0,0 0 1 0 0,0 1-1 0 0,-1 0 0 0 0,0 0 0 0 0,-1 0 0 0 0,0 0 1 0 0,1 13-1 0 0,1 14 153 0 0,-1 1 0 0 0,-2 41 0 0 0,-2-52-173 0 0,0 0 0 0 0,-2 0 0 0 0,-2 0 0 0 0,0-1 0 0 0,-1 1 0 0 0,-2-1 0 0 0,-16 39 0 0 0,24-64-84 0 0,0 0-1 0 0,0 0 1 0 0,0 0-1 0 0,0 0 1 0 0,0 0 0 0 0,0 0-1 0 0,0 0 1 0 0,0 0-1 0 0,1 0 1 0 0,-1 0-1 0 0,0 0 1 0 0,0 0 0 0 0,0 0-1 0 0,0 0 1 0 0,0 0-1 0 0,0 0 1 0 0,0 0-1 0 0,0 0 1 0 0,0 0 0 0 0,0 0-1 0 0,0 0 1 0 0,0 0-1 0 0,0 1 1 0 0,0-1-1 0 0,0 0 1 0 0,1 0 0 0 0,-1 0-1 0 0,0 0 1 0 0,0 0-1 0 0,0 0 1 0 0,15-16 351 0 0,-5 4-338 0 0,1 1 0 0 0,0 0 0 0 0,25-18 0 0 0,-33 27-43 0 0,1 1 1 0 0,0-1-1 0 0,-1 1 1 0 0,1 0-1 0 0,0 0 1 0 0,0 0-1 0 0,0 0 1 0 0,0 1-1 0 0,0 0 1 0 0,0-1-1 0 0,0 1 1 0 0,-1 1-1 0 0,1-1 0 0 0,0 1 1 0 0,0-1-1 0 0,0 1 1 0 0,0 0-1 0 0,0 0 1 0 0,-1 1-1 0 0,1-1 1 0 0,5 4-1 0 0,5 3 24 0 0,-1 1 0 0 0,0 0 0 0 0,-1 1 0 0 0,12 12 0 0 0,-4-4-17 0 0,-14-13-1031 0 0,0 1 1 0 0,0-1-1 0 0,-1 1 0 0 0,0 1 0 0 0,0-1 0 0 0,7 12 1 0 0,-10-12-1452 0 0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0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0 672 0 0,'23'5'2218'0'0,"-16"-2"-1967"0"0,0 0-1 0 0,0 0 0 0 0,0 1 1 0 0,-1 0-1 0 0,1 0 1 0 0,-1 1-1 0 0,0 0 0 0 0,0 0 1 0 0,-1 0-1 0 0,1 0 1 0 0,-1 1-1 0 0,0 0 1 0 0,-1 0-1 0 0,0 1 0 0 0,0-1 1 0 0,0 1-1 0 0,0 0 1 0 0,-1 0-1 0 0,0 0 0 0 0,1 8 1 0 0,17-38 2951 0 0,16-19-3348 0 0,-29 36-148 0 0,1 1 0 0 0,0 1-1 0 0,0 0 1 0 0,0 0 0 0 0,1 1 0 0 0,17-4 0 0 0,31-2-4988 0 0,-43 7 3110 0 0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1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19 28 0 0,'0'0'2947'0'0,"-2"-4"-2554"0"0,2 3-100 0 0,0 0 1 0 0,0 1 0 0 0,0-1-1 0 0,-1 0 1 0 0,1 0-1 0 0,0 1 1 0 0,-1-1 0 0 0,1 0-1 0 0,0 1 1 0 0,-1-1-1 0 0,1 1 1 0 0,-1-1 0 0 0,1 0-1 0 0,-1 1 1 0 0,1-1-1 0 0,-1 1 1 0 0,1-1 0 0 0,-1 1-1 0 0,0 0 1 0 0,1-1-1 0 0,-1 1 1 0 0,0 0 0 0 0,0-1-1 0 0,-8 5-202 0 0,1 0-1 0 0,0 0 1 0 0,0 1-1 0 0,0 0 1 0 0,0 1-1 0 0,1 0 1 0 0,0 0 0 0 0,0 1-1 0 0,0-1 1 0 0,1 2-1 0 0,0-1 1 0 0,1 0-1 0 0,-8 14 1 0 0,13-21-86 0 0,-1 1 0 0 0,1-1 1 0 0,-1 1-1 0 0,1-1 0 0 0,-1 1 1 0 0,1-1-1 0 0,0 1 1 0 0,-1 0-1 0 0,1-1 0 0 0,0 1 1 0 0,-1 0-1 0 0,1-1 0 0 0,0 1 1 0 0,0 0-1 0 0,0-1 0 0 0,0 1 1 0 0,-1 0-1 0 0,1-1 0 0 0,0 1 1 0 0,0 0-1 0 0,0-1 0 0 0,0 1 1 0 0,1 0-1 0 0,-1-1 1 0 0,0 1-1 0 0,0 0 0 0 0,0 0 1 0 0,1-1-1 0 0,-1 1 0 0 0,0-1 1 0 0,0 1-1 0 0,1 0 0 0 0,-1-1 1 0 0,1 1-1 0 0,-1-1 0 0 0,1 1 1 0 0,-1-1-1 0 0,1 1 0 0 0,-1-1 1 0 0,1 1-1 0 0,-1-1 0 0 0,1 1 1 0 0,-1-1-1 0 0,1 0 1 0 0,0 1-1 0 0,-1-1 0 0 0,1 0 1 0 0,0 0-1 0 0,-1 1 0 0 0,2-1 1 0 0,0 0 2 0 0,1 1 0 0 0,0-1 0 0 0,-1 0 0 0 0,1 0 0 0 0,0-1 0 0 0,-1 1 0 0 0,1 0 0 0 0,0-1 0 0 0,-1 1 0 0 0,1-1 0 0 0,-1 0 0 0 0,1 0 0 0 0,3-2 0 0 0,68-45 51 0 0,-72 47-70 0 0,0 3-12 0 0,7 6 19 0 0,-8 8 1 0 0,-1-13 3 0 0,-1-1-1 0 0,1 1 1 0 0,0 0 0 0 0,0-1 0 0 0,0 1 0 0 0,0 0 0 0 0,0-1 0 0 0,1 1 0 0 0,-1-1 0 0 0,1 1-1 0 0,0 0 1 0 0,-1-1 0 0 0,1 1 0 0 0,1-1 0 0 0,-1 0 0 0 0,0 1 0 0 0,0-1 0 0 0,1 0 0 0 0,-1 0 0 0 0,3 3-1 0 0,-1-4 5 0 0,-1 0-1 0 0,1 0 0 0 0,-1-1 0 0 0,1 1 0 0 0,-1 0 0 0 0,1-1 0 0 0,-1 0 0 0 0,1 0 0 0 0,0 1 0 0 0,-1-2 1 0 0,1 1-1 0 0,0 0 0 0 0,-1 0 0 0 0,1-1 0 0 0,-1 1 0 0 0,1-1 0 0 0,-1 0 0 0 0,5-2 0 0 0,46-20 11 0 0,48-23-43 0 0,-89 41 25 0 0,1 0 1 0 0,0 1 0 0 0,0 1 0 0 0,0 1 0 0 0,1-1-1 0 0,14 1 1 0 0,-24 2-1 0 0,-1 0-1 0 0,1 0 1 0 0,-1 1-1 0 0,1 0 1 0 0,-1-1 0 0 0,1 1-1 0 0,-1 0 1 0 0,0 1-1 0 0,4 0 1 0 0,-6-1 3 0 0,0 0 0 0 0,1 0 1 0 0,-1 0-1 0 0,0 0 0 0 0,0 0 0 0 0,0 0 0 0 0,-1 0 1 0 0,1 0-1 0 0,0 0 0 0 0,0 0 0 0 0,0 0 1 0 0,-1 1-1 0 0,1-1 0 0 0,-1 0 0 0 0,1 0 0 0 0,-1 1 1 0 0,1-1-1 0 0,-1 0 0 0 0,0 1 0 0 0,0-1 0 0 0,0 1 1 0 0,1-1-1 0 0,-1 0 0 0 0,0 1 0 0 0,-1-1 0 0 0,1 0 1 0 0,0 1-1 0 0,0-1 0 0 0,-1 1 0 0 0,1-1 1 0 0,-1 0-1 0 0,1 0 0 0 0,-1 1 0 0 0,1-1 0 0 0,-1 0 1 0 0,-1 2-1 0 0,-18 32-28 0 0,20-35 29 0 0,0 0 0 0 0,0 0 0 0 0,0 0 0 0 0,1 0 0 0 0,-1 0 0 0 0,0 0-1 0 0,0 0 1 0 0,0 0 0 0 0,0 0 0 0 0,1 0 0 0 0,-1 0 0 0 0,0 0 0 0 0,0 0 0 0 0,0 0 0 0 0,1 0-1 0 0,-1 0 1 0 0,0 0 0 0 0,0 0 0 0 0,0 0 0 0 0,0 1 0 0 0,0-1 0 0 0,1 0 0 0 0,-1 0-1 0 0,0 0 1 0 0,0 0 0 0 0,0 0 0 0 0,0 1 0 0 0,0-1 0 0 0,0 0 0 0 0,0 0 0 0 0,0 0 0 0 0,1 0-1 0 0,-1 1 1 0 0,0-1 0 0 0,0 0 0 0 0,0 0 0 0 0,0 0 0 0 0,0 0 0 0 0,0 1 0 0 0,0-1-1 0 0,0 0 1 0 0,0 0 0 0 0,0 0 0 0 0,0 1 0 0 0,0-1 0 0 0,0 0 0 0 0,0 0 0 0 0,0 0-1 0 0,0 0 1 0 0,-1 1 0 0 0,1-1 0 0 0,0 0 0 0 0,0 0 0 0 0,0 0 0 0 0,0 0 0 0 0,0 1 0 0 0,0-1-1 0 0,0 0 1 0 0,-1 0 0 0 0,10 2 6 0 0,-4-2-8 0 0,0-1-1 0 0,0 1 0 0 0,0-1 0 0 0,0 0 0 0 0,0 0 0 0 0,0 0 1 0 0,-1-1-1 0 0,1 1 0 0 0,0-1 0 0 0,6-5 0 0 0,1 2-7 0 0,19-6-48 0 0,-1-2-1 0 0,0-1 1 0 0,-1-2 0 0 0,-1 0-1 0 0,38-30 1 0 0,-60 40 51 0 0,-10 2 9 0 0,-20 8 13 0 0,20-2-11 0 0,-1-1 1 0 0,1 1-1 0 0,-1 1 1 0 0,1-1-1 0 0,0 1 0 0 0,0-1 1 0 0,0 1-1 0 0,0 0 1 0 0,0 1-1 0 0,1-1 0 0 0,-1 0 1 0 0,1 1-1 0 0,-4 5 0 0 0,5-6 1 0 0,0-1 0 0 0,0 1 0 0 0,0 0 0 0 0,1 0 0 0 0,-1 0 0 0 0,1 0 0 0 0,0 0 0 0 0,0 0 0 0 0,0 0 0 0 0,0 0 0 0 0,0 0 0 0 0,0 1 0 0 0,1-1-1 0 0,0 0 1 0 0,0 1 0 0 0,0-1 0 0 0,0 0 0 0 0,0 1 0 0 0,1 3 0 0 0,0-6-3 0 0,0 1-1 0 0,0-1 1 0 0,0 0 0 0 0,0 0-1 0 0,0 0 1 0 0,0 0 0 0 0,0 0-1 0 0,1 0 1 0 0,-1 0 0 0 0,0 0-1 0 0,1 0 1 0 0,-1 0 0 0 0,0 0-1 0 0,1-1 1 0 0,-1 1 0 0 0,1-1-1 0 0,-1 1 1 0 0,1-1 0 0 0,-1 0-1 0 0,1 1 1 0 0,2-1 0 0 0,38-1 48 0 0,40-23-2 0 0,-62 17-44 0 0,-1 0 0 0 0,1 1 0 0 0,0 2 0 0 0,1 0 0 0 0,-1 1 0 0 0,1 1 0 0 0,30 0 0 0 0,-48 3-5 0 0,1-1 0 0 0,0 1 0 0 0,-1 0 0 0 0,1 0 1 0 0,-1 0-1 0 0,1 0 0 0 0,-1 1 0 0 0,0-1 0 0 0,1 1 0 0 0,-1 0 0 0 0,0 0 1 0 0,0 0-1 0 0,0 0 0 0 0,0 1 0 0 0,3 3 0 0 0,-5-4 7 0 0,1 0-1 0 0,-1 0 0 0 0,0 0 0 0 0,0 0 1 0 0,0 0-1 0 0,0 1 0 0 0,-1-1 1 0 0,1 0-1 0 0,-1 1 0 0 0,1-1 0 0 0,-1 0 1 0 0,0 1-1 0 0,1-1 0 0 0,-1 0 1 0 0,-1 1-1 0 0,1-1 0 0 0,0 0 0 0 0,0 1 1 0 0,-1-1-1 0 0,0 0 0 0 0,1 1 1 0 0,-1-1-1 0 0,0 0 0 0 0,0 0 0 0 0,-2 4 1 0 0,-22 30-843 0 0,-1-18-5045 0 0,19-14 2871 0 0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83 11441 0 0,'103'-82'4332'0'0,"-102"81"-3620"0"0,-1 2-692 0 0,0-1-1 0 0,1 0 1 0 0,-1 0 0 0 0,0 0 0 0 0,0 0-1 0 0,0 0 1 0 0,0 0 0 0 0,1 1 0 0 0,-1-1-1 0 0,0 0 1 0 0,0 0 0 0 0,0 0 0 0 0,0 0-1 0 0,1 1 1 0 0,-1-1 0 0 0,0 0 0 0 0,0 0-1 0 0,0 1 1 0 0,0-1 0 0 0,0 0 0 0 0,0 0-1 0 0,0 0 1 0 0,0 1 0 0 0,0-1-1 0 0,0 0 1 0 0,0 0 0 0 0,0 1 0 0 0,0-1-1 0 0,0 0 1 0 0,0 0 0 0 0,0 0 0 0 0,0 1-1 0 0,0-1 1 0 0,0 0 0 0 0,0 0 0 0 0,0 1-1 0 0,0-1 1 0 0,0 0 0 0 0,0 0 0 0 0,-1 0-1 0 0,1 1 1 0 0,0-1 0 0 0,0 0 0 0 0,0 0-1 0 0,0 0 1 0 0,0 0 0 0 0,-1 1 0 0 0,1-1-1 0 0,-14 22-94 0 0,-24 24-2004 0 0,-18-2-5467 0 0,23-21 3186 0 0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56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391 908 8765 0 0,'-13'-2'351'0'0,"8"-3"-257"0"0,1-1-1 0 0,-1 1 1 0 0,1 0-1 0 0,0-1 1 0 0,0 0 0 0 0,1 0-1 0 0,0 0 1 0 0,0-1-1 0 0,0 1 1 0 0,1-1-1 0 0,-2-8 1 0 0,-2-10 136 0 0,-2-47 0 0 0,-3-11 99 0 0,-15-12 235 0 0,-51-128 1 0 0,2 12 275 0 0,74 208-822 0 0,0-1 0 0 0,0 1 1 0 0,1 0-1 0 0,-1 0 0 0 0,1 0 1 0 0,-1-1-1 0 0,1 1 0 0 0,0 0 1 0 0,0 0-1 0 0,0-1 0 0 0,1 1 1 0 0,-1 0-1 0 0,1 0 0 0 0,0-1 1 0 0,0 1-1 0 0,0 0 1 0 0,0 0-1 0 0,1 0 0 0 0,-1 0 1 0 0,1 1-1 0 0,-1-1 0 0 0,1 0 1 0 0,0 0-1 0 0,0 1 0 0 0,1-1 1 0 0,-1 1-1 0 0,0 0 0 0 0,1 0 1 0 0,-1 0-1 0 0,1 0 0 0 0,4-3 1 0 0,1 2-6 0 0,0-1 1 0 0,0 1 0 0 0,0 0-1 0 0,0 1 1 0 0,1 0 0 0 0,-1 0 0 0 0,0 1-1 0 0,1 0 1 0 0,0 0 0 0 0,-1 1-1 0 0,13 1 1 0 0,-18-1-10 0 0,0 0-1 0 0,1 1 1 0 0,-1-1 0 0 0,0 1 0 0 0,1 0-1 0 0,-1 0 1 0 0,0 0 0 0 0,1 0 0 0 0,-1 0-1 0 0,0 1 1 0 0,0 0 0 0 0,0-1-1 0 0,-1 1 1 0 0,1 0 0 0 0,0 0 0 0 0,-1 1-1 0 0,1-1 1 0 0,-1 0 0 0 0,1 1 0 0 0,-1 0-1 0 0,2 3 1 0 0,-2-2-1 0 0,0 1 0 0 0,0 0 0 0 0,0 0 0 0 0,-1 1 0 0 0,0-1 0 0 0,0 0 0 0 0,0 0 0 0 0,-1 1 0 0 0,0-1 0 0 0,0 0 0 0 0,0 1 0 0 0,-1 6 0 0 0,-2 7 3 0 0,-2 0-1 0 0,0-1 0 0 0,0 1 0 0 0,-2-1 0 0 0,0 0 1 0 0,-13 22-1 0 0,-5-3 4 0 0,-1-1 0 0 0,-2-2 0 0 0,-1 0 0 0 0,-2-2 0 0 0,-60 49 0 0 0,58-52-8 0 0,-7 22 6 0 0,66-46 22 0 0,8-2-440 0 0,-1-2-1 0 0,1-2 1 0 0,53-7-1 0 0,-51 4-422 0 0,75-6-4859 0 0,-43 1 2417 0 0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4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279 183 556 0 0,'-17'-6'2190'0'0,"10"7"-1954"0"0,0 0-1 0 0,0 1 0 0 0,1 0 0 0 0,-1 0 1 0 0,0 0-1 0 0,1 1 0 0 0,-1 0 0 0 0,1 0 1 0 0,0 1-1 0 0,0-1 0 0 0,0 1 1 0 0,0 1-1 0 0,1-1 0 0 0,0 1 0 0 0,-9 10 1 0 0,-10 12 404 0 0,-36 54 1 0 0,52-68-420 0 0,-2 2-32 0 0,1 1 1 0 0,0-1 0 0 0,1 1 0 0 0,-7 22-1 0 0,13-33-138 0 0,0 0-1 0 0,1 0 1 0 0,-1 0-1 0 0,1 0 0 0 0,0 0 1 0 0,1 0-1 0 0,-1 0 1 0 0,1 0-1 0 0,0 0 0 0 0,0 0 1 0 0,1 0-1 0 0,-1 1 1 0 0,1-1-1 0 0,0 0 1 0 0,0 0-1 0 0,1-1 0 0 0,0 1 1 0 0,0 0-1 0 0,3 6 1 0 0,-3-9-22 0 0,0 0 1 0 0,0 0-1 0 0,0-1 1 0 0,1 1 0 0 0,-1-1-1 0 0,0 1 1 0 0,1-1-1 0 0,-1 0 1 0 0,1 0 0 0 0,-1 0-1 0 0,1 0 1 0 0,0 0-1 0 0,-1-1 1 0 0,1 1 0 0 0,0-1-1 0 0,0 0 1 0 0,-1 0-1 0 0,1 0 1 0 0,0 0 0 0 0,0 0-1 0 0,-1 0 1 0 0,1-1-1 0 0,0 1 1 0 0,0-1 0 0 0,-1 0-1 0 0,1 0 1 0 0,-1 0-1 0 0,4-2 1 0 0,11-4 63 0 0,0-1 0 0 0,31-20 0 0 0,-38 22-52 0 0,31-20 144 0 0,0-2 0 0 0,-2-2-1 0 0,41-40 1 0 0,-61 51-109 0 0,0-2 1 0 0,-1 0-1 0 0,-1-2 0 0 0,0 1 1 0 0,-2-2-1 0 0,-1 0 0 0 0,11-28 1 0 0,-22 44-53 0 0,0-1 0 0 0,-1 1 1 0 0,0-1-1 0 0,-1 0 0 0 0,0 0 0 0 0,0 1 1 0 0,-1-1-1 0 0,0 0 0 0 0,-1 0 0 0 0,-2-14 1 0 0,3 20-19 0 0,0 1 0 0 0,-1-1 0 0 0,1 1 0 0 0,-1 0 0 0 0,0-1 0 0 0,0 1 1 0 0,0-1-1 0 0,0 1 0 0 0,0 0 0 0 0,0 0 0 0 0,0 0 0 0 0,-1 0 0 0 0,1 0 0 0 0,-1 0 1 0 0,0 0-1 0 0,1 0 0 0 0,-1 0 0 0 0,0 1 0 0 0,0-1 0 0 0,0 1 0 0 0,0-1 0 0 0,0 1 1 0 0,-1 0-1 0 0,1 0 0 0 0,0 0 0 0 0,-1 0 0 0 0,1 0 0 0 0,0 1 0 0 0,-1-1 0 0 0,1 1 1 0 0,-1-1-1 0 0,1 1 0 0 0,-1 0 0 0 0,1 0 0 0 0,-1 0 0 0 0,1 0 0 0 0,-1 0 0 0 0,1 1 1 0 0,-1-1-1 0 0,1 1 0 0 0,-3 1 0 0 0,-1 0 3 0 0,0 1 1 0 0,1 0 0 0 0,-1 0-1 0 0,1 0 1 0 0,0 1-1 0 0,0-1 1 0 0,0 1 0 0 0,0 1-1 0 0,1-1 1 0 0,-1 1-1 0 0,1 0 1 0 0,0 0 0 0 0,1 0-1 0 0,-1 0 1 0 0,-3 7-1 0 0,-1 4 5 0 0,0 1 0 0 0,1-1-1 0 0,1 1 1 0 0,-5 19-1 0 0,3 10 10 0 0,1 0-1 0 0,3 1 1 0 0,1-1-1 0 0,6 70 1 0 0,-1-15 32 0 0,-1-95-47 0 0,-1 0 1 0 0,0 0-1 0 0,-1 1 0 0 0,0-1 1 0 0,0 0-1 0 0,0 0 0 0 0,0 0 0 0 0,-1 0 1 0 0,0 0-1 0 0,0 0 0 0 0,-1 0 0 0 0,0-1 1 0 0,0 1-1 0 0,0-1 0 0 0,0 0 0 0 0,-1 0 1 0 0,-7 8-1 0 0,11-13-48 0 0,-1 0-1 0 0,1 1 1 0 0,-1-1 0 0 0,1 0-1 0 0,-1 1 1 0 0,0-1 0 0 0,1 0-1 0 0,-1 0 1 0 0,0 0 0 0 0,1 0-1 0 0,-1 1 1 0 0,0-1 0 0 0,1 0-1 0 0,-1 0 1 0 0,1 0 0 0 0,-1 0-1 0 0,0 0 1 0 0,1-1 0 0 0,-1 1-1 0 0,0 0 1 0 0,1 0 0 0 0,-1 0-1 0 0,0 0 1 0 0,1-1 0 0 0,-1 1-1 0 0,1 0 1 0 0,-1-1 0 0 0,1 1-1 0 0,-1 0 1 0 0,1-1 0 0 0,-1 1-1 0 0,1-1 1 0 0,-1 1 0 0 0,1-1-1 0 0,-1 1 1 0 0,1-1 0 0 0,0 1-1 0 0,-1-2 1 0 0,0 1-119 0 0,0-1 1 0 0,0 1-1 0 0,0-1 0 0 0,1 1 1 0 0,-1-1-1 0 0,1 1 1 0 0,-1-1-1 0 0,1 0 0 0 0,-1 1 1 0 0,1-1-1 0 0,0 0 0 0 0,0 1 1 0 0,0-1-1 0 0,0-3 1 0 0,7-23-4589 0 0,-3 15 2010 0 0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5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4 296 0 0,'8'-3'1298'0'0,"-2"4"2047"0"0,1 4-3021 0 0,-1 0 0 0 0,0 0 0 0 0,0 1 0 0 0,-1 0 0 0 0,0 0 0 0 0,0 0 0 0 0,0 1 0 0 0,-1-1 0 0 0,0 1 0 0 0,0 0 0 0 0,-1 1 0 0 0,5 11 0 0 0,26 43 710 0 0,-29-54-914 0 0,0-1 1 0 0,0 0-1 0 0,1 0 1 0 0,0 0-1 0 0,1-1 0 0 0,0 1 1 0 0,0-2-1 0 0,0 1 1 0 0,0-1-1 0 0,1 0 0 0 0,10 5 1 0 0,-17-10-47 0 0,30-19 133 0 0,-23 9-174 0 0,-1 0-1 0 0,-1-1 0 0 0,0 0 1 0 0,0 0-1 0 0,-1 0 1 0 0,-1-1-1 0 0,0 0 1 0 0,0 0-1 0 0,1-14 1 0 0,7-17-678 0 0,-11 41 173 0 0,8-3-1321 0 0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6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18 411 48 0 0,'3'0'293'0'0,"0"1"0"0"0,0-1 0 0 0,0 0-1 0 0,0 0 1 0 0,0-1 0 0 0,0 1 0 0 0,0-1 0 0 0,0 1 0 0 0,0-1 0 0 0,0 0-1 0 0,0 0 1 0 0,-1 0 0 0 0,1-1 0 0 0,0 1 0 0 0,0-1 0 0 0,-1 1 0 0 0,1-1-1 0 0,-1 0 1 0 0,0 0 0 0 0,1 0 0 0 0,2-4 0 0 0,2-1 269 0 0,-1 1-1 0 0,1-1 1 0 0,-1-1 0 0 0,-1 1-1 0 0,0-1 1 0 0,5-9 0 0 0,-10 17-524 0 0,1-1 0 0 0,-1 1 0 0 0,0-1 0 0 0,0 0 0 0 0,0 1 0 0 0,0-1 0 0 0,0 0 0 0 0,0 1 0 0 0,0-1 0 0 0,0 1 0 0 0,0-1 0 0 0,0 0 0 0 0,0 1 0 0 0,0-1 0 0 0,0 0 0 0 0,0 1 0 0 0,0-1 0 0 0,-1 1 0 0 0,1-1 0 0 0,0 0 0 0 0,-1 1 0 0 0,1-1 0 0 0,0 1 0 0 0,-1-1 0 0 0,1 1 0 0 0,-1-1 0 0 0,1 1 0 0 0,0-1 0 0 0,-1 1 0 0 0,1 0 0 0 0,-1-1 0 0 0,1 1 0 0 0,-1 0 0 0 0,0-1 0 0 0,1 1 0 0 0,-1 0 0 0 0,1-1 0 0 0,-1 1 0 0 0,0 0 0 0 0,1 0 0 0 0,-1 0 0 0 0,1 0 0 0 0,-1 0 0 0 0,0 0 0 0 0,1 0 0 0 0,-1 0 0 0 0,0 0 0 0 0,1 0 0 0 0,-2 0 0 0 0,-6 4 21 0 0,0 0 0 0 0,1 1 0 0 0,-1 0 0 0 0,1 0 0 0 0,0 0 0 0 0,0 1 0 0 0,1 0 0 0 0,0 1-1 0 0,0-1 1 0 0,0 1 0 0 0,1 0 0 0 0,0 0 0 0 0,1 1 0 0 0,-1 0 0 0 0,-3 11 0 0 0,6-18-49 0 0,1 1 0 0 0,1 0 1 0 0,-1 0-1 0 0,0 0 0 0 0,0 0 1 0 0,1 0-1 0 0,-1 0 0 0 0,1 0 0 0 0,0 0 1 0 0,-1 1-1 0 0,1-1 0 0 0,0 0 0 0 0,0 0 1 0 0,0 0-1 0 0,1 0 0 0 0,-1 0 1 0 0,0 0-1 0 0,1 0 0 0 0,0 0 0 0 0,-1 0 1 0 0,1 0-1 0 0,0 0 0 0 0,0 0 0 0 0,0 0 1 0 0,0 0-1 0 0,0 0 0 0 0,1-1 1 0 0,-1 1-1 0 0,0-1 0 0 0,1 1 0 0 0,-1-1 1 0 0,4 3-1 0 0,-1-2 1 0 0,0-1 0 0 0,1 1 0 0 0,-1-1 1 0 0,1 0-1 0 0,-1 0 0 0 0,1 0 0 0 0,0-1 0 0 0,-1 1 0 0 0,1-1 0 0 0,-1-1 1 0 0,1 1-1 0 0,8-2 0 0 0,13-4 8 0 0,-1 0 1 0 0,40-18-1 0 0,-44 16-29 0 0,0 0-1 0 0,0 2 1 0 0,42-8-1 0 0,-61 13 8 0 0,1 1-1 0 0,-1-1 1 0 0,1 1 0 0 0,-1 0 0 0 0,1-1-1 0 0,-1 1 1 0 0,1 0 0 0 0,-1 1-1 0 0,1-1 1 0 0,-1 0 0 0 0,1 1 0 0 0,-1-1-1 0 0,1 1 1 0 0,-1 0 0 0 0,1 0-1 0 0,-1 0 1 0 0,0 0 0 0 0,0 0 0 0 0,0 1-1 0 0,1-1 1 0 0,-1 1 0 0 0,0-1-1 0 0,-1 1 1 0 0,1 0 0 0 0,0 0 0 0 0,0-1-1 0 0,-1 1 1 0 0,1 1 0 0 0,1 2 0 0 0,-2-1 3 0 0,0 0 0 0 0,0 0 0 0 0,-1 0 0 0 0,0 0 1 0 0,0 0-1 0 0,0 0 0 0 0,0 0 0 0 0,0 0 0 0 0,-1 0 1 0 0,0 0-1 0 0,0 0 0 0 0,0 0 0 0 0,0 0 0 0 0,0 0 1 0 0,-1-1-1 0 0,0 1 0 0 0,-3 5 0 0 0,-1 7-23 0 0,9-10-3 0 0,24-14-38 0 0,39-33-156 0 0,-32 16 139 0 0,-1-2 1 0 0,0-2-1 0 0,-3-1 0 0 0,0-1 1 0 0,-2-1-1 0 0,-1-2 0 0 0,32-54 0 0 0,-54 78 105 0 0,0 1 0 0 0,-1-1 0 0 0,0 1-1 0 0,-1-1 1 0 0,0 0 0 0 0,-1-1-1 0 0,0 1 1 0 0,0 0 0 0 0,-1-1-1 0 0,-1 1 1 0 0,0-1 0 0 0,-1-17 0 0 0,1 26 8 0 0,-1 0 0 0 0,1 0 1 0 0,0-1-1 0 0,-1 1 1 0 0,1 0-1 0 0,-1 0 1 0 0,0 0-1 0 0,1 0 1 0 0,-1 0-1 0 0,0 0 1 0 0,0 1-1 0 0,-1-1 1 0 0,1 0-1 0 0,0 0 1 0 0,0 1-1 0 0,-1-1 1 0 0,1 1-1 0 0,-1-1 1 0 0,0 1-1 0 0,1 0 1 0 0,-1-1-1 0 0,0 1 1 0 0,0 0-1 0 0,1 0 0 0 0,-1 0 1 0 0,0 0-1 0 0,0 1 1 0 0,-3-2-1 0 0,3 2-18 0 0,0 1 0 0 0,-1-1 0 0 0,1 0 0 0 0,0 1 0 0 0,-1-1 0 0 0,1 1 0 0 0,0 0 0 0 0,-1 0 0 0 0,1 0 0 0 0,0 0 0 0 0,0 0 0 0 0,0 0 0 0 0,0 0 0 0 0,0 1 0 0 0,0-1 0 0 0,0 1 0 0 0,1-1 0 0 0,-1 1 0 0 0,0 0 0 0 0,1 0-1 0 0,0 0 1 0 0,-1 0 0 0 0,1 0 0 0 0,-2 3 0 0 0,-2 6 5 0 0,0 1 1 0 0,1 0-1 0 0,0 0 0 0 0,0 0 0 0 0,2 1 0 0 0,-1-1 0 0 0,2 1 0 0 0,-1-1 0 0 0,2 1 0 0 0,0 0 0 0 0,0-1 1 0 0,5 24-1 0 0,-1-12 3 0 0,0 0 1 0 0,2-1 0 0 0,1 0 0 0 0,1 0-1 0 0,20 41 1 0 0,-23-56 25 0 0,0-1 1 0 0,0 1-1 0 0,1-1 0 0 0,0 0 1 0 0,1 0-1 0 0,0 0 0 0 0,0-1 0 0 0,0 0 1 0 0,1-1-1 0 0,-1 1 0 0 0,1-2 1 0 0,1 1-1 0 0,-1-1 0 0 0,0 0 1 0 0,1-1-1 0 0,0 0 0 0 0,18 4 0 0 0,-26-7 833 0 0,19 2 512 0 0,-16-2-4772 0 0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6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85 84 0 0,'-11'-74'8310'0'0,"11"72"-6947"0"0,4-6-1107 0 0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6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43 360 0 0,'0'0'4771'0'0,"-1"-5"-4306"0"0,-5-16 3899 0 0,-4 5-1982 0 0,7 16-2351 0 0,1 1 0 0 0,0 0 0 0 0,-1-1 0 0 0,1 1 0 0 0,-1 0 0 0 0,1 0-1 0 0,0 1 1 0 0,0-1 0 0 0,0 0 0 0 0,0 1 0 0 0,0-1 0 0 0,0 1 0 0 0,0 0 0 0 0,0 0 0 0 0,0 0 0 0 0,1 0 0 0 0,-1 0 0 0 0,1 0 0 0 0,0 0 0 0 0,-1 0 0 0 0,1 0 0 0 0,0 1 0 0 0,-1 3 0 0 0,-4 5 55 0 0,5-10-49 0 0,2 1-28 0 0,-1-1 0 0 0,0 1 0 0 0,1-1 1 0 0,-1 1-1 0 0,1-1 0 0 0,-1 0 0 0 0,1 1 0 0 0,-1-1 0 0 0,1 0 0 0 0,0 1 1 0 0,0-1-1 0 0,0 0 0 0 0,0 0 0 0 0,0 0 0 0 0,0 0 0 0 0,0 0 1 0 0,0 0-1 0 0,2 1 0 0 0,5 0 12 0 0,0-1-1 0 0,0 0 1 0 0,0-1 0 0 0,0 0 0 0 0,0 0 0 0 0,0-1 0 0 0,15-2-1 0 0,14-1 35 0 0,40-4 1045 0 0,-75 8-930 0 0,57-4-720 0 0,-41-2-2534 0 0,-9-2-1965 0 0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7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83 180 0 0,'2'-16'3642'0'0,"-1"13"-3288"0"0,0-1-1 0 0,0 1 0 0 0,1 0 0 0 0,-1 0 1 0 0,1 0-1 0 0,0 0 0 0 0,0 0 1 0 0,0 0-1 0 0,0 0 0 0 0,1 0 0 0 0,-1 1 1 0 0,1-1-1 0 0,-1 1 0 0 0,1 0 0 0 0,0 0 1 0 0,0 0-1 0 0,0 0 0 0 0,0 0 0 0 0,6-2 1 0 0,30-5-466 0 0,6 6-5732 0 0,-29 3 3072 0 0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7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283 560 12 0 0,'-13'3'7741'0'0,"10"-4"-7400"0"0,-1-1-1 0 0,1 0 0 0 0,0 0 0 0 0,0 0 0 0 0,0 0 1 0 0,0 0-1 0 0,1-1 0 0 0,-1 1 0 0 0,1-1 1 0 0,-1 0-1 0 0,1 0 0 0 0,0 0 0 0 0,0 0 0 0 0,0 0 1 0 0,0 0-1 0 0,1 0 0 0 0,-1-1 0 0 0,-1-5 1 0 0,-23-77 746 0 0,22 71-797 0 0,-8-31 162 0 0,-11-89 0 0 0,22 117-412 0 0,0 1 1 0 0,1 0-1 0 0,0 0 0 0 0,1 0 0 0 0,1 0 0 0 0,1 0 1 0 0,1 0-1 0 0,9-28 0 0 0,-11 41-37 0 0,0 0 0 0 0,0 0 0 0 0,0 0 0 0 0,0 0 0 0 0,1 1 0 0 0,0-1 0 0 0,0 1 0 0 0,0 0 0 0 0,0-1 0 0 0,4-2 0 0 0,-5 5-17 0 0,6 9-1 0 0,-7-8 15 0 0,-1 0 0 0 0,1 0 0 0 0,0 0 0 0 0,-1 0 0 0 0,1 1 0 0 0,-1-1 0 0 0,1 0-1 0 0,-1 0 1 0 0,1 1 0 0 0,-1-1 0 0 0,1 0 0 0 0,-1 1 0 0 0,1-1 0 0 0,-1 1 0 0 0,0-1 0 0 0,1 0 0 0 0,-1 1-1 0 0,0-1 1 0 0,1 1 0 0 0,-1-1 0 0 0,0 1 0 0 0,1-1 0 0 0,-1 1 0 0 0,0-1 0 0 0,0 1 0 0 0,0 0 0 0 0,1-1 0 0 0,-1 1-1 0 0,0-1 1 0 0,0 1 0 0 0,0-1 0 0 0,0 1 0 0 0,0 0 0 0 0,0-1 0 0 0,0 1 0 0 0,0-1 0 0 0,0 1 0 0 0,-1-1-1 0 0,1 1 1 0 0,0 0 0 0 0,0-1 0 0 0,0 1 0 0 0,-1-1 0 0 0,0 2 0 0 0,-11 30-8 0 0,-1 0 1 0 0,-2-1-1 0 0,-1 0 0 0 0,-2-1 1 0 0,-1-1-1 0 0,-27 32 0 0 0,-29 48-191 0 0,73-106 193 0 0,0-1 0 0 0,1 1 0 0 0,-1 0 0 0 0,1 0-1 0 0,0 0 1 0 0,0-1 0 0 0,0 1 0 0 0,0 0 0 0 0,0 1 0 0 0,0-1-1 0 0,1 0 1 0 0,0 0 0 0 0,-1 0 0 0 0,2 6 0 0 0,-1-7 5 0 0,1 0 1 0 0,-1-1-1 0 0,1 1 1 0 0,0 0-1 0 0,-1-1 1 0 0,1 1-1 0 0,0-1 1 0 0,0 1-1 0 0,0-1 0 0 0,0 0 1 0 0,1 1-1 0 0,-1-1 1 0 0,0 0-1 0 0,0 0 1 0 0,1 0-1 0 0,-1 0 1 0 0,1 0-1 0 0,-1 0 1 0 0,3 1-1 0 0,5 1-24 0 0,1 0 1 0 0,-1-1-1 0 0,1 0 0 0 0,-1 0 1 0 0,1-1-1 0 0,-1 0 0 0 0,19-1 0 0 0,133-10-2652 0 0,-51-4-4159 0 0,-38 4 3014 0 0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9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250 111 676 0 0,'11'-35'5519'0'0,"-9"33"-5247"0"0,-1-1 1 0 0,1 0 0 0 0,-1 0 0 0 0,0-1 0 0 0,0 1-1 0 0,0 0 1 0 0,0 0 0 0 0,-1 0 0 0 0,0-1 0 0 0,1 1-1 0 0,-1 0 1 0 0,0 0 0 0 0,0-1 0 0 0,-1 1 0 0 0,1 0 0 0 0,-2-5 220 0 0,-1 3-158 0 0,3 5-299 0 0,0-1 1 0 0,-1 0-1 0 0,1 1 1 0 0,0-1-1 0 0,0 0 1 0 0,-1 1 0 0 0,1-1-1 0 0,0 1 1 0 0,-1-1-1 0 0,1 0 1 0 0,-1 1-1 0 0,1-1 1 0 0,-1 1 0 0 0,1-1-1 0 0,-1 1 1 0 0,1-1-1 0 0,-1 1 1 0 0,0 0 0 0 0,1-1-1 0 0,-1 1 1 0 0,1 0-1 0 0,-1-1 1 0 0,0 1-1 0 0,1 0 1 0 0,-1 0 0 0 0,-1-1-1 0 0,-9 1 38 0 0,0 1 0 0 0,0 0 0 0 0,-1 1-1 0 0,1 0 1 0 0,0 0 0 0 0,0 1 0 0 0,1 1 0 0 0,-1-1-1 0 0,1 2 1 0 0,-11 5 0 0 0,9-3-11 0 0,-1 0 0 0 0,2 0 0 0 0,-1 1 0 0 0,1 0 0 0 0,0 1-1 0 0,1 1 1 0 0,0 0 0 0 0,-9 11 0 0 0,18-20-55 0 0,0 0-1 0 0,0 1 0 0 0,-1-1 1 0 0,2 0-1 0 0,-1 1 0 0 0,0-1 0 0 0,0 1 1 0 0,0 0-1 0 0,1-1 0 0 0,-1 1 1 0 0,0-1-1 0 0,1 1 0 0 0,0 0 1 0 0,-1-1-1 0 0,1 1 0 0 0,0 0 1 0 0,0 0-1 0 0,0-1 0 0 0,0 1 0 0 0,0 0 1 0 0,0-1-1 0 0,1 4 0 0 0,0-4 0 0 0,0 1-1 0 0,0-1 1 0 0,0 0-1 0 0,1 1 1 0 0,-1-1-1 0 0,0 0 1 0 0,0 0-1 0 0,1 0 1 0 0,-1 0-1 0 0,1 0 1 0 0,-1 0-1 0 0,1 0 1 0 0,-1 0-1 0 0,1-1 1 0 0,0 1-1 0 0,-1-1 1 0 0,4 1-1 0 0,6 1 7 0 0,0 0 0 0 0,0-1 0 0 0,0-1 0 0 0,0 0-1 0 0,14-1 1 0 0,19-5-6 0 0,-27 3-10 0 0,-1 0 1 0 0,1 2 0 0 0,0 0 0 0 0,0 1-1 0 0,22 3 1 0 0,-32-1 4 0 0,1-1 0 0 0,0 0 0 0 0,0-1 1 0 0,0 0-1 0 0,1 0 0 0 0,-1-1 0 0 0,0 0 0 0 0,-1 0 1 0 0,1-1-1 0 0,0 0 0 0 0,12-4 0 0 0,-2-1-16 0 0,-10 4 8 0 0,0 0 0 0 0,-1 0 0 0 0,1-1 1 0 0,-1-1-1 0 0,1 1 0 0 0,-1-1 0 0 0,-1 0 0 0 0,8-7 0 0 0,43-30-15 0 0,-55 41 10 0 0,-1 0 5 0 0,0 1 1 0 0,1 0 0 0 0,-1 0 0 0 0,0 0 0 0 0,0 0-1 0 0,0 0 1 0 0,1 0 0 0 0,-1 0 0 0 0,0 0 0 0 0,0 0-1 0 0,1 0 1 0 0,-1 1 0 0 0,0-1 0 0 0,0 1 0 0 0,0-1-1 0 0,0 1 1 0 0,0-1 0 0 0,0 1 0 0 0,0 0 0 0 0,0-1-1 0 0,2 2 1 0 0,12 31-26 0 0,-13-29 32 0 0,-2-3 1 0 0,1 1-1 0 0,-1 0 1 0 0,1 0 0 0 0,0-1 0 0 0,-1 1 0 0 0,1-1-1 0 0,0 1 1 0 0,0 0 0 0 0,0-1 0 0 0,0 1-1 0 0,0-1 1 0 0,0 0 0 0 0,0 1 0 0 0,1-1 0 0 0,-1 0-1 0 0,0 0 1 0 0,1 0 0 0 0,-1 0 0 0 0,1 0-1 0 0,0 0 1 0 0,-1 0 0 0 0,1 0 0 0 0,-1-1 0 0 0,1 1-1 0 0,0-1 1 0 0,3 1 0 0 0,2-1 4 0 0,-1-1 1 0 0,0 0-1 0 0,1-1 0 0 0,-1 0 1 0 0,0 0-1 0 0,0 0 1 0 0,6-3-1 0 0,-9 4-8 0 0,79-39 10 0 0,-80 40-17 0 0,3-3-3 0 0,-2 0 10 0 0,17 6 6 0 0,6 8-22 0 0,-22-9 21 0 0,-1 0-1 0 0,1 0 1 0 0,0 0-1 0 0,1-1 1 0 0,-1 1-1 0 0,0-1 1 0 0,0 0-1 0 0,1-1 1 0 0,-1 1-1 0 0,0-1 1 0 0,1 1-1 0 0,4-2 1 0 0,-3 1-3 0 0,10-3 10 0 0,-1-1-1 0 0,1 0 0 0 0,-1-1 1 0 0,0-1-1 0 0,-1 0 0 0 0,19-11 1 0 0,22-9-28 0 0,-45 22 11 0 0,1 0-1 0 0,-1 1 1 0 0,1 0-1 0 0,0 1 1 0 0,-1 0-1 0 0,1 1 0 0 0,0 0 1 0 0,0 1-1 0 0,0 0 1 0 0,0 0-1 0 0,0 2 1 0 0,0-1-1 0 0,0 1 0 0 0,16 6 1 0 0,-25-8 7 0 0,0 1 0 0 0,0 0 0 0 0,0 0 1 0 0,0 0-1 0 0,0 0 0 0 0,0 0 0 0 0,-1 0 0 0 0,1 0 0 0 0,0 1 1 0 0,-1-1-1 0 0,1 1 0 0 0,-1-1 0 0 0,0 1 0 0 0,1 0 0 0 0,-1-1 1 0 0,0 1-1 0 0,0 0 0 0 0,0 0 0 0 0,0 0 0 0 0,0 0 0 0 0,-1 0 0 0 0,1 0 1 0 0,0 0-1 0 0,-1 3 0 0 0,0-4 9 0 0,0 2-4 0 0,-1 0-21 0 0,0 0 0 0 0,0 0 1 0 0,-1 0-1 0 0,1 0 0 0 0,-1 0 0 0 0,1 0 1 0 0,-1-1-1 0 0,0 1 0 0 0,0 0 0 0 0,0-1 0 0 0,0 1 1 0 0,0-1-1 0 0,-1 0 0 0 0,1 0 0 0 0,-1 0 1 0 0,0 0-1 0 0,1 0 0 0 0,-1 0 0 0 0,0-1 0 0 0,0 0 1 0 0,0 1-1 0 0,0-1 0 0 0,-4 1 0 0 0,-12 6-1501 0 0,18-7 499 0 0,-9 0-4427 0 0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39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18 452 0 0,'-4'-10'1100'0'0,"-3"8"4165"0"0,-18 92-2071 0 0,25-88-3039 0 0,2 11 353 0 0,1-12-478 0 0,1 0 1 0 0,-1 0-1 0 0,1 0 1 0 0,0-1-1 0 0,0 1 1 0 0,-1-1-1 0 0,1 0 1 0 0,0 0-1 0 0,0-1 1 0 0,-1 1-1 0 0,1-1 1 0 0,0 1-1 0 0,-1-1 1 0 0,1 0-1 0 0,0-1 1 0 0,-1 1-1 0 0,1-1 1 0 0,-1 1-1 0 0,5-4 1 0 0,-3 2-21 0 0,0 0-1 0 0,0 1 1 0 0,0 0-1 0 0,0 0 1 0 0,0 0 0 0 0,1 1-1 0 0,-1 0 1 0 0,1 0 0 0 0,-1 0-1 0 0,1 0 1 0 0,-1 1-1 0 0,1 0 1 0 0,-1 0 0 0 0,1 1-1 0 0,-1-1 1 0 0,1 1-1 0 0,6 2 1 0 0,17 13 3 0 0,-23-12-12 0 0,0 0 1 0 0,1 0 0 0 0,0-1-1 0 0,-1 0 1 0 0,1 0 0 0 0,0-1-1 0 0,1 0 1 0 0,-1 0 0 0 0,0-1-1 0 0,1 0 1 0 0,10 1 0 0 0,-14-2 0 0 0,-1-1 0 0 0,1 1 1 0 0,-1 0-1 0 0,0-1 0 0 0,1 0 1 0 0,-1 1-1 0 0,0-1 0 0 0,1-1 1 0 0,-1 1-1 0 0,0 0 0 0 0,0-1 0 0 0,0 0 1 0 0,0 0-1 0 0,0 0 0 0 0,-1 0 1 0 0,1 0-1 0 0,0 0 0 0 0,-1-1 1 0 0,0 1-1 0 0,1-1 0 0 0,-1 1 1 0 0,0-1-1 0 0,0 0 0 0 0,-1 0 1 0 0,1 0-1 0 0,-1 0 0 0 0,1-1 0 0 0,-1 1 1 0 0,0 0-1 0 0,0 0 0 0 0,0-1 1 0 0,-1 1-1 0 0,1-1 0 0 0,-1 1 1 0 0,0-1-1 0 0,0 1 0 0 0,0 0 1 0 0,0-1-1 0 0,-1 1 0 0 0,1-1 0 0 0,-1 1 1 0 0,0 0-1 0 0,0-1 0 0 0,-2-4 1 0 0,2 4 2 0 0,1-4-9 0 0,0 7-15 0 0,-4-7-37 0 0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0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0 112 820 0 0,'27'-11'3524'0'0,"69"-40"1198"0"0,-94 50-4578 0 0,-1 0 0 0 0,1-1 0 0 0,0 1 0 0 0,-1 0 0 0 0,1 0 0 0 0,-1-1 0 0 0,1 1 1 0 0,-1-1-1 0 0,0 0 0 0 0,1 1 0 0 0,-1-1 0 0 0,0 0 0 0 0,0 0 0 0 0,0 1 0 0 0,0-3 0 0 0,-1 3-107 0 0,0 1 1 0 0,0-1-1 0 0,0 0 1 0 0,0 1-1 0 0,0-1 0 0 0,-1 0 1 0 0,1 1-1 0 0,0-1 1 0 0,0 1-1 0 0,0-1 1 0 0,-1 1-1 0 0,1-1 0 0 0,0 0 1 0 0,-1 1-1 0 0,1-1 1 0 0,-1 1-1 0 0,1 0 1 0 0,-1-1-1 0 0,1 1 1 0 0,0-1-1 0 0,-1 1 0 0 0,0 0 1 0 0,1-1-1 0 0,-1 1 1 0 0,1 0-1 0 0,-1-1 1 0 0,1 1-1 0 0,-1 0 0 0 0,0 0 1 0 0,1 0-1 0 0,-1-1 1 0 0,1 1-1 0 0,-1 0 1 0 0,0 0-1 0 0,1 0 0 0 0,-1 0 1 0 0,0 0-1 0 0,1 0 1 0 0,-1 0-1 0 0,1 1 1 0 0,-1-1-1 0 0,-1 0 1 0 0,0 1-17 0 0,0 0 0 0 0,0 0 1 0 0,0 0-1 0 0,0 0 0 0 0,0 0 1 0 0,0 0-1 0 0,0 1 0 0 0,1-1 1 0 0,-1 1-1 0 0,0-1 0 0 0,1 1 1 0 0,-1 0-1 0 0,1 0 0 0 0,-1-1 1 0 0,1 1-1 0 0,0 0 0 0 0,0 0 1 0 0,0 0-1 0 0,0 0 0 0 0,-1 4 1 0 0,0-2 2 0 0,0 0 0 0 0,1 0 0 0 0,0 1 1 0 0,-1-1-1 0 0,1 0 0 0 0,0 0 0 0 0,1 1 1 0 0,-1-1-1 0 0,1 1 0 0 0,0 6 0 0 0,1-8-18 0 0,0 1 0 0 0,-1-1 0 0 0,2 1-1 0 0,-1 0 1 0 0,0-1 0 0 0,1 0 0 0 0,-1 1-1 0 0,1-1 1 0 0,0 0 0 0 0,0 0 0 0 0,0 0-1 0 0,1 0 1 0 0,-1 0 0 0 0,1 0 0 0 0,-1-1-1 0 0,1 1 1 0 0,0-1 0 0 0,0 0 0 0 0,0 0-1 0 0,1 0 1 0 0,-1 0 0 0 0,0 0 0 0 0,6 1-1 0 0,-6-2-8 0 0,1 0 0 0 0,0 0 0 0 0,0 0 0 0 0,0-1 0 0 0,0 1-1 0 0,0-1 1 0 0,0 0 0 0 0,0 0 0 0 0,0-1 0 0 0,0 1 0 0 0,0-1 0 0 0,0 0-1 0 0,0 0 1 0 0,-1 0 0 0 0,1-1 0 0 0,6-2 0 0 0,53-31-44 0 0,103-73 11 0 0,-162 106 36 0 0,-1 0 1 0 0,1-1-1 0 0,0 2 1 0 0,-1-1 0 0 0,1 0-1 0 0,0 1 1 0 0,0 0 0 0 0,8-2-1 0 0,1 0-163 0 0,-12 32 170 0 0,-2-27-21 0 0,-5 22 67 0 0,5-22-47 0 0,1-2-14 0 0,1 0 10 0 0,-1 0-1 0 0,0 1 0 0 0,0-1 1 0 0,0 0-1 0 0,0 0 0 0 0,0 0 0 0 0,0 0 1 0 0,0 1-1 0 0,0-1 0 0 0,0 0 1 0 0,0 0-1 0 0,0 0 0 0 0,0 0 1 0 0,0 1-1 0 0,0-1 0 0 0,0 0 1 0 0,0 0-1 0 0,0 0 0 0 0,0 1 1 0 0,0-1-1 0 0,0 0 0 0 0,0 0 1 0 0,0 0-1 0 0,0 0 0 0 0,0 1 1 0 0,0-1-1 0 0,0 0 0 0 0,0 0 1 0 0,0 0-1 0 0,-1 0 0 0 0,1 0 1 0 0,0 0-1 0 0,0 1 0 0 0,0-1 1 0 0,0 0-1 0 0,0 0 0 0 0,0 0 1 0 0,-1 0-1 0 0,1 0 0 0 0,0 0 0 0 0,0 0 1 0 0,0 0-1 0 0,0 1 0 0 0,-1-1 1 0 0,1 0-1 0 0,0 0 0 0 0,0 0 1 0 0,0 0-1 0 0,0 0 0 0 0,-1 0 1 0 0,1 0-1 0 0,0 0 0 0 0,0 0 1 0 0,0 0-1 0 0,0 0 0 0 0,-1 0 1 0 0,1 0-1 0 0,0-1 0 0 0,0 1 1 0 0,0 0-1 0 0,0 0 0 0 0,-1 0 1 0 0,1 0-1 0 0,0 0 0 0 0,22 18-6 0 0,-21-17-1 0 0,0-1 5 0 0,0 1-1 0 0,0-1 1 0 0,0 1-1 0 0,-1 0 1 0 0,1-1-1 0 0,0 1 1 0 0,-1 0-1 0 0,1-1 0 0 0,-1 1 1 0 0,1 0-1 0 0,0 0 1 0 0,-1 0-1 0 0,0 0 1 0 0,1-1-1 0 0,-1 1 1 0 0,0 0-1 0 0,1 0 1 0 0,-1 0-1 0 0,0 0 1 0 0,0 0-1 0 0,0 0 1 0 0,0 0-1 0 0,1 0 0 0 0,-2 0 1 0 0,1 0-1 0 0,0 0 1 0 0,0 1-1 0 0,4 30-8 0 0,-4-28 12 0 0,0-1 0 0 0,0 0 1 0 0,1 1-1 0 0,-1-1 0 0 0,1 1 1 0 0,0-1-1 0 0,0 0 0 0 0,1 1 1 0 0,-1-1-1 0 0,1 0 0 0 0,-1 0 1 0 0,1 0-1 0 0,0 0 0 0 0,0 0 1 0 0,0-1-1 0 0,4 4 1 0 0,-3-4-1 0 0,0-1 1 0 0,0 0-1 0 0,-1 0 1 0 0,1 0 0 0 0,0-1-1 0 0,1 1 1 0 0,-1-1-1 0 0,0 0 1 0 0,0 0 0 0 0,0 0-1 0 0,0 0 1 0 0,0 0-1 0 0,0-1 1 0 0,0 1 0 0 0,0-1-1 0 0,0 0 1 0 0,0 0-1 0 0,4-2 1 0 0,9-3 17 0 0,-1-1 0 0 0,0 0 1 0 0,-1-1-1 0 0,1-1 0 0 0,-2 0 0 0 0,1-1 0 0 0,17-16 1 0 0,1-1 350 0 0,-10 7 1515 0 0,-20 18-948 0 0,-4 5-166 0 0,-10 27-702 0 0,3-8-165 0 0,-3 10-2035 0 0,6-14-7533 0 0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1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4 104 1172 0 0,'0'-3'1266'0'0,"-4"-67"6210"0"0,6 46-3815 0 0,-1 18-5456 0 0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1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1 212 0 0,'-1'3'275'0'0,"0"1"-1"0"0,1-1 1 0 0,0 1 0 0 0,-1-1 0 0 0,1 1-1 0 0,1-1 1 0 0,-1 1 0 0 0,0 0 0 0 0,1-1-1 0 0,0 1 1 0 0,0-1 0 0 0,0 1 0 0 0,0-1-1 0 0,0 0 1 0 0,1 0 0 0 0,-1 1 0 0 0,1-1-1 0 0,0 0 1 0 0,0 0 0 0 0,0 0-1 0 0,0-1 1 0 0,3 4 0 0 0,-1-4-156 0 0,0 0 1 0 0,0 1 0 0 0,0-1-1 0 0,0-1 1 0 0,1 1-1 0 0,-1-1 1 0 0,0 1-1 0 0,1-1 1 0 0,-1-1-1 0 0,1 1 1 0 0,-1-1 0 0 0,1 1-1 0 0,-1-1 1 0 0,1 0-1 0 0,-1-1 1 0 0,1 1-1 0 0,6-3 1 0 0,26-5 450 0 0,22-3 962 0 0,-59 11-1493 0 0,1 0 0 0 0,0 0-1 0 0,0 1 1 0 0,0-1 0 0 0,-1 0 0 0 0,1 0 0 0 0,0 0-1 0 0,-1 1 1 0 0,1-1 0 0 0,0 1 0 0 0,-1-1 0 0 0,1 0-1 0 0,0 1 1 0 0,-1-1 0 0 0,1 1 0 0 0,-1-1 0 0 0,1 1-1 0 0,-1 0 1 0 0,1-1 0 0 0,-1 1 0 0 0,1-1 0 0 0,-1 1-1 0 0,1 0 1 0 0,-1 0 0 0 0,0-1 0 0 0,0 1 0 0 0,1 0-1 0 0,-1-1 1 0 0,0 1 0 0 0,0 0 0 0 0,0 0 0 0 0,0-1-1 0 0,0 1 1 0 0,0 0 0 0 0,0 0 0 0 0,0 0 0 0 0,0-1-1 0 0,0 1 1 0 0,0 0 0 0 0,0 0 0 0 0,0-1 0 0 0,-1 1-1 0 0,1 0 1 0 0,-1 0 0 0 0,-11 38 492 0 0,10-36-454 0 0,-16 33 227 0 0,-1-1 0 0 0,-3 0 1 0 0,-43 54-1 0 0,2-2-463 0 0,-77 89-5087 0 0,112-143 1922 0 0,1-1 157 0 0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1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0 436 0 0,'1'2'441'0'0,"0"-1"0"0"0,0 1 1 0 0,0 0-1 0 0,0-1 0 0 0,0 1 0 0 0,0 0 0 0 0,0 0 1 0 0,-1 0-1 0 0,1-1 0 0 0,-1 1 0 0 0,1 0 0 0 0,-1 0 1 0 0,0 0-1 0 0,0 0 0 0 0,0 0 0 0 0,0 0 0 0 0,0 3 1 0 0,-1 0 129 0 0,0 0 1 0 0,0 0-1 0 0,-1 0 1 0 0,1 0-1 0 0,-1 0 1 0 0,-4 7-1 0 0,-4 5 391 0 0,-1 0 1 0 0,-20 24-1 0 0,25-34-557 0 0,-13 16-393 0 0,-2-1 0 0 0,0-1 0 0 0,-1-1 0 0 0,-45 30 0 0 0,45-35-3135 0 0,-2-1 1 0 0,-47 20 0 0 0,44-23-457 0 0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59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1 768 880 0 0,'48'-44'2019'0'0,"137"-129"2355"0"0,-152 138-3780 0 0,-1-1-1 0 0,-3-1 1 0 0,33-53 0 0 0,-54 75-466 0 0,0-1 1 0 0,-2 1 0 0 0,0-2 0 0 0,0 1-1 0 0,-2 0 1 0 0,0-1 0 0 0,-1 0 0 0 0,2-30-1 0 0,-4 39-78 0 0,0-1 0 0 0,-1 1-1 0 0,-1-1 1 0 0,1 1 0 0 0,-1-1 0 0 0,-1 1-1 0 0,1 0 1 0 0,-2 0 0 0 0,1 0-1 0 0,-1 0 1 0 0,0 0 0 0 0,0 0-1 0 0,-1 1 1 0 0,0-1 0 0 0,-1 1 0 0 0,0 0-1 0 0,0 1 1 0 0,0-1 0 0 0,-11-10-1 0 0,15 16-41 0 0,0 0 0 0 0,0 0 0 0 0,0 0 0 0 0,0 1-1 0 0,0-1 1 0 0,0 0 0 0 0,0 0 0 0 0,0 1 0 0 0,0-1-1 0 0,-1 1 1 0 0,1-1 0 0 0,0 1 0 0 0,0-1 0 0 0,0 1-1 0 0,-1 0 1 0 0,1-1 0 0 0,0 1 0 0 0,0 0 0 0 0,-1 0-1 0 0,1 0 1 0 0,0 0 0 0 0,-1 0 0 0 0,-1 1 0 0 0,2 0-5 0 0,0 0 1 0 0,0 0 0 0 0,1-1-1 0 0,-1 1 1 0 0,0 0 0 0 0,1 0-1 0 0,-1 0 1 0 0,1 1 0 0 0,-1-1-1 0 0,1 0 1 0 0,-1 0 0 0 0,1 0-1 0 0,0 0 1 0 0,0 0 0 0 0,0 0-1 0 0,-1 1 1 0 0,1-1 0 0 0,0 0-1 0 0,0 0 1 0 0,1 2 0 0 0,-1 7 8 0 0,2 0 0 0 0,-1 0 0 0 0,1 0 0 0 0,5 15 0 0 0,54 119 69 0 0,17 48-42 0 0,-72-171-41 0 0,0 1 0 0 0,-1 0 1 0 0,-2-1-1 0 0,0 1 0 0 0,-1 1 1 0 0,-1-1-1 0 0,-2 25 0 0 0,0-38 5 0 0,0 0-1 0 0,-1 0 1 0 0,1-1-1 0 0,-2 1 1 0 0,1-1-1 0 0,-1 1 1 0 0,0-1-1 0 0,-1 0 1 0 0,0 0-1 0 0,0-1 1 0 0,-1 1-1 0 0,-8 10 1 0 0,11-17-8 0 0,2-1-34 0 0,-1 0 37 0 0,0 0 0 0 0,1-1 0 0 0,-1 1 1 0 0,1 0-1 0 0,-1-1 0 0 0,1 1 0 0 0,-1 0 0 0 0,0-1 0 0 0,1 1 1 0 0,0-1-1 0 0,-1 1 0 0 0,1-1 0 0 0,-1 1 0 0 0,1-1 0 0 0,-1 1 1 0 0,1-1-1 0 0,0 1 0 0 0,-1-1 0 0 0,1 0 0 0 0,0 1 0 0 0,0-1 0 0 0,0 0 1 0 0,-1 1-1 0 0,1-1 0 0 0,0 1 0 0 0,0-1 0 0 0,0 0 0 0 0,0 1 1 0 0,0-1-1 0 0,0-1 0 0 0,1-21-42 0 0,8 3 25 0 0,0 0 1 0 0,2 1-1 0 0,0 0 1 0 0,1 1-1 0 0,1 0 0 0 0,1 1 1 0 0,21-21-1 0 0,-13 13 5 0 0,7-8 16 0 0,-7 6-16 0 0,2 0 1 0 0,33-28 0 0 0,-54 54 16 0 0,3-3-1 0 0,-6 4-1 0 0,0 0-1 0 0,1 0 0 0 0,-1 0 1 0 0,1-1-1 0 0,-1 1 1 0 0,0 0-1 0 0,1 0 1 0 0,-1 0-1 0 0,1 0 0 0 0,-1 0 1 0 0,0 0-1 0 0,1 0 1 0 0,-1 0-1 0 0,1 0 1 0 0,-1 0-1 0 0,0 0 0 0 0,1 0 1 0 0,-1 0-1 0 0,1 0 1 0 0,-1 0-1 0 0,0 0 1 0 0,1 1-1 0 0,-1-1 0 0 0,1 0 1 0 0,-1 0-1 0 0,0 0 1 0 0,1 1-1 0 0,-1-1 1 0 0,0 0-1 0 0,1 0 0 0 0,-1 1 1 0 0,0-1-1 0 0,0 0 1 0 0,1 1-1 0 0,-1-1 1 0 0,0 0-1 0 0,1 1 0 0 0,6 22 42 0 0,-2 36 36 0 0,-5-51-74 0 0,1-1 4 0 0,-1 0 0 0 0,1 1 0 0 0,0-1 0 0 0,1 0 0 0 0,0 0 0 0 0,0 0 0 0 0,1 0 0 0 0,3 7 0 0 0,-5-12-3 0 0,0 0 0 0 0,0 0 1 0 0,0 0-1 0 0,0-1 0 0 0,0 1 0 0 0,1-1 0 0 0,-1 1 1 0 0,1-1-1 0 0,-1 1 0 0 0,1-1 0 0 0,-1 0 0 0 0,1 0 0 0 0,0 1 1 0 0,-1-1-1 0 0,1 0 0 0 0,0-1 0 0 0,0 1 0 0 0,0 0 0 0 0,0 0 1 0 0,0-1-1 0 0,0 1 0 0 0,0-1 0 0 0,0 0 0 0 0,0 0 1 0 0,0 0-1 0 0,0 0 0 0 0,0 0 0 0 0,0 0 0 0 0,0 0 0 0 0,0 0 1 0 0,0-1-1 0 0,0 1 0 0 0,2-2 0 0 0,1 0 13 0 0,0-1-1 0 0,0-1 0 0 0,0 1 1 0 0,-1 0-1 0 0,0-1 0 0 0,1 0 1 0 0,-1 0-1 0 0,-1 0 1 0 0,1-1-1 0 0,-1 1 0 0 0,1-1 1 0 0,-1 0-1 0 0,-1 0 0 0 0,4-6 1 0 0,-6 9 51 0 0,10-5 48 0 0,-2 2 101 0 0,7 16-110 0 0,32 49-853 0 0,-28-33-6186 0 0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0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7 596 0 0,'10'-6'3148'0'0,"-6"7"-2958"0"0,0 0-1 0 0,0 0 0 0 0,0 1 0 0 0,0-1 0 0 0,0 1 1 0 0,0 0-1 0 0,-1 1 0 0 0,1-1 0 0 0,-1 1 0 0 0,0-1 1 0 0,1 1-1 0 0,-1 0 0 0 0,0 0 0 0 0,0 0 0 0 0,-1 1 1 0 0,1-1-1 0 0,-1 1 0 0 0,0-1 0 0 0,0 1 0 0 0,0 0 1 0 0,0 0-1 0 0,-1 0 0 0 0,1 0 0 0 0,-1 0 0 0 0,0 0 1 0 0,1 7-1 0 0,-2-9-134 0 0,0 0 0 0 0,-1 1 0 0 0,1-1 0 0 0,0 0 0 0 0,-1 0 0 0 0,1 0 0 0 0,-1 1 0 0 0,0-1 0 0 0,0 0 0 0 0,0 0 0 0 0,0 0 0 0 0,0 0 1 0 0,0 0-1 0 0,0-1 0 0 0,-1 1 0 0 0,1 0 0 0 0,-1-1 0 0 0,1 1 0 0 0,-1 0 0 0 0,0-1 0 0 0,1 0 0 0 0,-1 1 0 0 0,0-1 0 0 0,0 0 0 0 0,-4 2 0 0 0,5-3 266 0 0,-2-2-238 0 0,2 1-75 0 0,0 1 1 0 0,0-1-1 0 0,1 0 1 0 0,-1 1-1 0 0,0-1 1 0 0,1 0-1 0 0,-1 0 1 0 0,0 0-1 0 0,1 1 1 0 0,-1-1-1 0 0,1 0 1 0 0,0 0-1 0 0,-1 0 1 0 0,1 0-1 0 0,-1 0 1 0 0,1 0-1 0 0,0 0 1 0 0,0 0-1 0 0,0 0 1 0 0,0 0-1 0 0,-1 0 1 0 0,1 0-1 0 0,1 0 1 0 0,-1 0-1 0 0,0 0 1 0 0,0-1 0 0 0,1-2 8 0 0,1 1 1 0 0,-1-1 0 0 0,1 1 0 0 0,0 0 0 0 0,0 0 0 0 0,0 0 0 0 0,0 0 0 0 0,4-4 0 0 0,-2 1-11 0 0,0 1 0 0 0,1 0 1 0 0,-1 0-1 0 0,1 0 0 0 0,0 1 0 0 0,0 0 1 0 0,1 0-1 0 0,-1 0 0 0 0,1 0 0 0 0,0 1 1 0 0,0 0-1 0 0,0 0 0 0 0,1 1 0 0 0,-1 0 0 0 0,0 0 1 0 0,1 0-1 0 0,0 1 0 0 0,9-1 0 0 0,-14 2-6 0 0,0 0 0 0 0,0 0 0 0 0,1 0-1 0 0,-1 0 1 0 0,0 0 0 0 0,0 1-1 0 0,0-1 1 0 0,0 1 0 0 0,0 0 0 0 0,0-1-1 0 0,0 1 1 0 0,0 0 0 0 0,0 0 0 0 0,0 0-1 0 0,0 1 1 0 0,0-1 0 0 0,-1 0-1 0 0,1 1 1 0 0,-1-1 0 0 0,4 4 0 0 0,18 35 16 0 0,-15-24 16 0 0,-7-15-6 0 0,58-15 58 0 0,-48 9-95 0 0,1 2-1 0 0,0 0 0 0 0,0 0 0 0 0,0 1 0 0 0,19-1 0 0 0,-30 3-26 0 0,1 1 0 0 0,-1-1 0 0 0,0 1 0 0 0,1-1 0 0 0,-1 1 0 0 0,0 0 0 0 0,1 0 0 0 0,-1 0-1 0 0,0 0 1 0 0,0 0 0 0 0,0 0 0 0 0,0 0 0 0 0,0 0 0 0 0,0 0 0 0 0,0 0 0 0 0,0 1 0 0 0,0-1 0 0 0,-1 0 0 0 0,1 1 0 0 0,0-1 0 0 0,0 2 0 0 0,8 24-6313 0 0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0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3 368 0 0,'7'-3'1357'0'0,"-1"4"1744"0"0,-4-1-3011 0 0,-1 0 1 0 0,1 1-1 0 0,0 0 0 0 0,-1-1 1 0 0,1 1-1 0 0,0 0 1 0 0,-1-1-1 0 0,1 1 0 0 0,-1 0 1 0 0,1 0-1 0 0,-1 1 1 0 0,0-1-1 0 0,1 0 0 0 0,-1 0 1 0 0,0 1-1 0 0,0-1 1 0 0,0 0-1 0 0,0 1 0 0 0,0-1 1 0 0,0 1-1 0 0,0-1 1 0 0,0 1-1 0 0,-1 0 0 0 0,1-1 1 0 0,-1 1-1 0 0,1 0 1 0 0,-1 0-1 0 0,1-1 0 0 0,-1 1 1 0 0,0 0-1 0 0,0 0 1 0 0,0 0-1 0 0,0-1 0 0 0,0 1 1 0 0,-1 0-1 0 0,1 0 1 0 0,0-1-1 0 0,-1 1 0 0 0,1 0 1 0 0,-1-1-1 0 0,0 1 1 0 0,0 0-1 0 0,1-1 0 0 0,-1 1 1 0 0,0-1-1 0 0,0 1 1 0 0,0-1-1 0 0,-1 0 0 0 0,1 1 1 0 0,-2 1-1 0 0,2-2-25 0 0,0 0-1 0 0,0 0 1 0 0,0 0 0 0 0,0 0-1 0 0,0 0 1 0 0,0 0 0 0 0,-1 0-1 0 0,1 0 1 0 0,0-1 0 0 0,-1 1-1 0 0,1 0 1 0 0,0-1-1 0 0,-1 1 1 0 0,1-1 0 0 0,-2 1-1 0 0,2-1-43 0 0,1-1-1 0 0,-1 1 1 0 0,1-1-1 0 0,-1 1 1 0 0,1 0-1 0 0,-1-1 1 0 0,1 1 0 0 0,-1-1-1 0 0,1 1 1 0 0,0-1-1 0 0,-1 1 1 0 0,1-1-1 0 0,0 1 1 0 0,0-1-1 0 0,-1 1 1 0 0,1-1-1 0 0,0 0 1 0 0,0 1-1 0 0,0-1 1 0 0,0 1-1 0 0,0-1 1 0 0,0 0-1 0 0,0 1 1 0 0,0-1-1 0 0,0 1 1 0 0,0-2-1 0 0,0 1-13 0 0,0 0 0 0 0,1-1-1 0 0,-1 1 1 0 0,1 0 0 0 0,-1 0-1 0 0,1-1 1 0 0,-1 1 0 0 0,1 0 0 0 0,0 0-1 0 0,0 0 1 0 0,-1 0 0 0 0,1 0-1 0 0,0 0 1 0 0,0 0 0 0 0,0 0-1 0 0,0 0 1 0 0,0 0 0 0 0,0 1-1 0 0,0-1 1 0 0,0 0 0 0 0,2 0-1 0 0,29-15 60 0 0,-24 13-46 0 0,-5 1-16 0 0,1 1-1 0 0,-1-1 1 0 0,0 1-1 0 0,1 0 1 0 0,-1 1-1 0 0,1-1 1 0 0,-1 1-1 0 0,1-1 1 0 0,-1 1-1 0 0,1 0 1 0 0,-1 0 0 0 0,1 0-1 0 0,-1 1 1 0 0,1-1-1 0 0,-1 1 1 0 0,1 0-1 0 0,-1 0 1 0 0,1 0-1 0 0,-1 1 1 0 0,0-1-1 0 0,5 4 1 0 0,17 27 58 0 0,-24-31-35 0 0,19-4 1 0 0,0-2-33 0 0,-11 2-1 0 0,-1 1-1 0 0,1 0 0 0 0,0 0 0 0 0,0 0 1 0 0,0 1-1 0 0,0 1 0 0 0,1 0 1 0 0,-1 0-1 0 0,0 1 0 0 0,0 0 0 0 0,0 0 1 0 0,0 1-1 0 0,0 0 0 0 0,0 0 0 0 0,10 6 1 0 0,4 8-1458 0 0,-9-1-4224 0 0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1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77 764 0 0,'0'-2'553'0'0,"0"0"1"0"0,0 1-1 0 0,0-1 0 0 0,-1 0 1 0 0,1 1-1 0 0,-1-1 0 0 0,1 0 0 0 0,-1 1 1 0 0,0-1-1 0 0,1 1 0 0 0,-1-1 1 0 0,0 1-1 0 0,-1-2 0 0 0,-5 3-383 0 0,1 1 0 0 0,0 0 0 0 0,-1 0 0 0 0,1 1 0 0 0,0 0 0 0 0,0 0 0 0 0,0 0-1 0 0,0 1 1 0 0,1 0 0 0 0,-1 0 0 0 0,0 0 0 0 0,1 1 0 0 0,0-1 0 0 0,0 1 0 0 0,0 1 0 0 0,1-1 0 0 0,-1 1 0 0 0,1 0 0 0 0,-5 8-1 0 0,8-12-105 0 0,0-1-52 0 0,1 1 0 0 0,-1-1-1 0 0,1 1 1 0 0,-1-1 0 0 0,1 1-1 0 0,-1-1 1 0 0,1 1 0 0 0,-1 0-1 0 0,1-1 1 0 0,0 1-1 0 0,-1-1 1 0 0,1 1 0 0 0,0 0-1 0 0,0-1 1 0 0,0 1 0 0 0,-1 0-1 0 0,1-1 1 0 0,0 1 0 0 0,0 0-1 0 0,0-1 1 0 0,0 1-1 0 0,0 0 1 0 0,0-1 0 0 0,0 1-1 0 0,0 0 1 0 0,0-1 0 0 0,1 1-1 0 0,-1 0 1 0 0,0-1 0 0 0,0 1-1 0 0,1-1 1 0 0,-1 1 0 0 0,0 0-1 0 0,1 0 1 0 0,26 0 52 0 0,-20-1-54 0 0,1 1 0 0 0,-1-1 0 0 0,1 1 1 0 0,-1 0-1 0 0,1 1 0 0 0,-1-1 1 0 0,0 2-1 0 0,0-1 0 0 0,13 7 0 0 0,-3 2-14 0 0,-14-9 7 0 0,0 0 0 0 0,-1 0 1 0 0,1 0-1 0 0,0 0 0 0 0,0-1 0 0 0,1 0 0 0 0,-1 1 1 0 0,0-1-1 0 0,0 0 0 0 0,1 0 0 0 0,-1-1 1 0 0,0 1-1 0 0,1-1 0 0 0,-1 0 0 0 0,0 0 0 0 0,1 0 1 0 0,-1 0-1 0 0,6-1 0 0 0,-1 0 1 0 0,1-1-1 0 0,0 0 0 0 0,-1 0 1 0 0,1 0-1 0 0,-1-1 1 0 0,0-1-1 0 0,0 0 1 0 0,0 0-1 0 0,0 0 0 0 0,-1-1 1 0 0,1 0-1 0 0,-1 0 1 0 0,0-1-1 0 0,-1 0 1 0 0,0 0-1 0 0,0-1 0 0 0,0 1 1 0 0,0-1-1 0 0,-1-1 1 0 0,-1 1-1 0 0,1-1 1 0 0,-1 0-1 0 0,0 0 0 0 0,-1 0 1 0 0,0 0-1 0 0,0 0 1 0 0,1-11-1 0 0,-3 17 0 0 0,-17-24-176 0 0,63 63 210 0 0,-26-19-60 0 0,1-1 0 0 0,1-1 1 0 0,0-1-1 0 0,35 16 0 0 0,-51-28 22 0 0,-1 0-1 0 0,1-1 1 0 0,0 0-1 0 0,0 0 1 0 0,0-1-1 0 0,0 1 1 0 0,0-2-1 0 0,0 1 1 0 0,0-1-1 0 0,1 0 1 0 0,-1 0-1 0 0,0-1 1 0 0,0 0-1 0 0,0 0 1 0 0,0-1-1 0 0,0 0 1 0 0,0 0-1 0 0,-1-1 1 0 0,1 0-1 0 0,-1 0 1 0 0,1 0-1 0 0,6-6 1 0 0,36-25 1509 0 0,-48 33-1263 0 0,-1 1-216 0 0,0 0 0 0 0,0-1 1 0 0,0 1-1 0 0,1 0 1 0 0,-1 0-1 0 0,0 0 1 0 0,0-1-1 0 0,0 1 0 0 0,0 0 1 0 0,0 0-1 0 0,1 0 1 0 0,-1 0-1 0 0,0 0 1 0 0,0-1-1 0 0,0 1 0 0 0,1 0 1 0 0,-1 0-1 0 0,0 0 1 0 0,0 0-1 0 0,0 0 1 0 0,1 0-1 0 0,-1 0 0 0 0,0 0 1 0 0,0 0-1 0 0,1-1 1 0 0,-1 1-1 0 0,0 0 0 0 0,0 0 1 0 0,1 0-1 0 0,-1 0 1 0 0,0 0-1 0 0,0 1 1 0 0,1-1-1 0 0,-1 0 0 0 0,0 0 1 0 0,0 0-1 0 0,0 0 1 0 0,1 0-1 0 0,-1 0 1 0 0,0 0-1 0 0,0 0 0 0 0,0 0 1 0 0,1 1-1 0 0,-1-1 1 0 0,0 0-1 0 0,1 2-253 0 0,0 0 1 0 0,-1 0-1 0 0,1-1 0 0 0,-1 1 0 0 0,1 0 0 0 0,-1 0 1 0 0,0 0-1 0 0,1 0 0 0 0,-1 0 0 0 0,0 0 0 0 0,-1 0 1 0 0,1 0-1 0 0,0 2 0 0 0,-1-2-919 0 0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2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1 132 52 0 0,'3'-22'1873'0'0,"-3"13"-996"0"0,1-1 0 0 0,1 0 0 0 0,-1 1 1 0 0,2 0-1 0 0,-1-1 0 0 0,1 1 0 0 0,6-13 0 0 0,-8 21-571 0 0,5-12-562 0 0,-3 6-4477 0 0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2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19 760 0 0,'0'0'7527'0'0,"6"-17"-6422"0"0,18 16-380 0 0,-21 1-589 0 0,47 4 1352 0 0,-50-4-1473 0 0,1 0 1 0 0,0 0-1 0 0,0 0 1 0 0,-1 0-1 0 0,1 0 0 0 0,0 0 1 0 0,0 0-1 0 0,0 0 1 0 0,-1 0-1 0 0,1 0 0 0 0,0 1 1 0 0,-1-1-1 0 0,1 0 1 0 0,0 1-1 0 0,0-1 0 0 0,-1 0 1 0 0,1 1-1 0 0,-1-1 1 0 0,1 1-1 0 0,0-1 0 0 0,-1 1 1 0 0,1 0-1 0 0,-1-1 0 0 0,1 1 1 0 0,-1-1-1 0 0,1 1 1 0 0,-1 0-1 0 0,0-1 0 0 0,1 1 1 0 0,-1 0-1 0 0,0-1 1 0 0,0 1-1 0 0,1 0 0 0 0,-1 1 1 0 0,0 0 12 0 0,36 24 559 0 0,-34-26-571 0 0,7 5 68 0 0,1 0 1 0 0,-1 1 0 0 0,0 0-1 0 0,9 8 1 0 0,-17-13-77 0 0,1 0 1 0 0,-1 1-1 0 0,1-1 1 0 0,-1 1-1 0 0,0-1 1 0 0,1 1-1 0 0,-1 0 1 0 0,0 0-1 0 0,0-1 1 0 0,0 1-1 0 0,0 0 1 0 0,0 0-1 0 0,-1 0 1 0 0,1 0-1 0 0,-1 0 0 0 0,1 0 1 0 0,-1 0-1 0 0,0 0 1 0 0,1 0-1 0 0,-1 1 1 0 0,0-1-1 0 0,-1 0 1 0 0,1 0-1 0 0,0 0 1 0 0,0 0-1 0 0,-1 0 1 0 0,0 2-1 0 0,-2 1 2 0 0,0-1-1 0 0,0 0 1 0 0,0 1 0 0 0,-1-1-1 0 0,1 0 1 0 0,-1-1-1 0 0,0 1 1 0 0,0-1-1 0 0,0 1 1 0 0,-1-1 0 0 0,1-1-1 0 0,-1 1 1 0 0,1-1-1 0 0,-1 1 1 0 0,0-1-1 0 0,-9 2 1 0 0,-19 12 73 0 0,31-15-47 0 0,12-1-27 0 0,-1 1 0 0 0,1 0 0 0 0,-1 0 0 0 0,1 1 0 0 0,-1 1 0 0 0,0-1-1 0 0,0 2 1 0 0,9 3 0 0 0,-15-5-11 0 0,0-1-1 0 0,1 1 1 0 0,-1 0-1 0 0,0 0 1 0 0,-1 0-1 0 0,1 0 1 0 0,0 0-1 0 0,-1 1 1 0 0,1-1 0 0 0,-1 1-1 0 0,0 0 1 0 0,0-1-1 0 0,0 1 1 0 0,0 0-1 0 0,0 1 1 0 0,-1-1-1 0 0,1 0 1 0 0,-1 0-1 0 0,0 1 1 0 0,0-1-1 0 0,0 0 1 0 0,0 1-1 0 0,-1-1 1 0 0,0 1-1 0 0,1-1 1 0 0,-1 1-1 0 0,0-1 1 0 0,-1 1 0 0 0,1-1-1 0 0,-1 5 1 0 0,-1 4 1 0 0,-1 1 1 0 0,0-1 0 0 0,0 0-1 0 0,-1 0 1 0 0,-1 0 0 0 0,0 0-1 0 0,-1-1 1 0 0,0 0-1 0 0,0 0 1 0 0,-1-1 0 0 0,-1 1-1 0 0,0-1 1 0 0,0-1 0 0 0,-1 0-1 0 0,0 0 1 0 0,-1-1 0 0 0,0 0-1 0 0,0 0 1 0 0,0-1 0 0 0,-17 8-1 0 0,13-8 50 0 0,0 0-1 0 0,-1-1 0 0 0,-22 6 0 0 0,32-11 6 0 0,0 0 0 0 0,1 0-1 0 0,-1 0 1 0 0,0-1 0 0 0,0 1-1 0 0,0-1 1 0 0,1-1 0 0 0,-1 1 0 0 0,0-1-1 0 0,0 1 1 0 0,0-1 0 0 0,1 0-1 0 0,-1-1 1 0 0,0 1 0 0 0,-4-3-1 0 0,7 3-34 0 0,0 0 0 0 0,0 0-1 0 0,0-1 1 0 0,0 1 0 0 0,1 0 0 0 0,-1-1-1 0 0,0 1 1 0 0,1-1 0 0 0,-1 1-1 0 0,1-1 1 0 0,-1 0 0 0 0,1 0 0 0 0,0 1-1 0 0,-1-1 1 0 0,1 0 0 0 0,0 0-1 0 0,0 0 1 0 0,1-1 0 0 0,-1 1-1 0 0,0 0 1 0 0,1 0 0 0 0,-1 0 0 0 0,1-3-1 0 0,0 1-2 0 0,0 1 0 0 0,1-1 0 0 0,0 1 0 0 0,0-1-1 0 0,0 1 1 0 0,0 0 0 0 0,1-1 0 0 0,-1 1 0 0 0,1 0-1 0 0,-1 0 1 0 0,1 0 0 0 0,0 0 0 0 0,4-4 0 0 0,1 0-2 0 0,0-1 0 0 0,1 1 0 0 0,0 0 0 0 0,0 0 0 0 0,0 1 0 0 0,1 1 0 0 0,0-1 1 0 0,0 1-1 0 0,11-4 0 0 0,-6 6-664 0 0,0 0 1 0 0,1 1-1 0 0,0 1 1 0 0,-1 0-1 0 0,1 1 1 0 0,0 1-1 0 0,26 4 1 0 0,7-1-5171 0 0,-35-4 3175 0 0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3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107 545 4 0 0,'0'-1'258'0'0,"0"1"1"0"0,0-1-1 0 0,1 0 1 0 0,-1 1-1 0 0,0-1 1 0 0,0 1-1 0 0,0-1 1 0 0,0 0-1 0 0,0 1 1 0 0,0-1-1 0 0,0 0 1 0 0,0 1-1 0 0,0-1 1 0 0,-1 1-1 0 0,1-1 1 0 0,0 0-1 0 0,0 1 1 0 0,-1-1-1 0 0,1 1 0 0 0,0-1 1 0 0,0 1-1 0 0,-1-1 1 0 0,1 1-1 0 0,-1-1 1 0 0,1 1-1 0 0,0-1 1 0 0,-1 1-1 0 0,1-1 1 0 0,-1 1-1 0 0,1 0 1 0 0,-2-1-1 0 0,-19 5 1894 0 0,-21 24-1589 0 0,9 10 473 0 0,32-36-948 0 0,0-1 18 0 0,1 0-99 0 0,0-1 0 0 0,0 0 0 0 0,0 0 0 0 0,0 1 0 0 0,-1-1 0 0 0,1 0 0 0 0,0 0 0 0 0,0 1 0 0 0,0-1 0 0 0,0 0 0 0 0,0 0 0 0 0,0 1 0 0 0,0-1 0 0 0,0 0 0 0 0,0 0 0 0 0,0 1 0 0 0,0-1 1 0 0,0 0-1 0 0,0 0 0 0 0,0 1 0 0 0,0-1 0 0 0,0 0 0 0 0,0 0 0 0 0,0 1 0 0 0,1-1 0 0 0,-1 0 0 0 0,0 0 0 0 0,0 1 0 0 0,0-1 0 0 0,0 0 0 0 0,0 0 0 0 0,1 0 0 0 0,-1 1 0 0 0,0-1 0 0 0,0 0 0 0 0,0 0 0 0 0,1 0 0 0 0,-1 1 0 0 0,0-1 0 0 0,1 0 0 0 0,6 1 23 0 0,1-1 0 0 0,-1 0-1 0 0,1 0 1 0 0,0-1-1 0 0,-1 0 1 0 0,10-2-1 0 0,-12 2-22 0 0,1 1 0 0 0,-1 0 0 0 0,1 1 0 0 0,-1-1 0 0 0,0 1 0 0 0,1 0 0 0 0,-1 0 0 0 0,0 1 0 0 0,0 0 0 0 0,1-1 0 0 0,-2 2 0 0 0,7 2-1 0 0,-5-2-1 0 0,-1 0-1 0 0,1-1 0 0 0,-1 0 0 0 0,1 0 0 0 0,0 0 0 0 0,0-1 1 0 0,0 0-1 0 0,0 0 0 0 0,0-1 0 0 0,8 1 0 0 0,-2-4 0 0 0,0-1 0 0 0,0 0-1 0 0,0-1 1 0 0,0 0 0 0 0,-1-1 0 0 0,0 0 0 0 0,0 0-1 0 0,-1-1 1 0 0,0-1 0 0 0,0 0 0 0 0,0 0-1 0 0,-1-1 1 0 0,0 0 0 0 0,10-15 0 0 0,9-14-7 0 0,-2-2 1 0 0,31-63 0 0 0,-56 100 2 0 0,10-19 38 0 0,-1-1 1 0 0,-1 0-1 0 0,-1-1 1 0 0,-1 0 0 0 0,-2 0-1 0 0,0-1 1 0 0,-1 0-1 0 0,-2 1 1 0 0,0-1 0 0 0,-3-29-1 0 0,1 52-2 0 0,1-1 0 0 0,-1 1-1 0 0,-1 0 1 0 0,1-1-1 0 0,0 1 1 0 0,-1 0 0 0 0,1-1-1 0 0,-1 1 1 0 0,0 0 0 0 0,1 0-1 0 0,-1-1 1 0 0,0 1 0 0 0,0 0-1 0 0,-1 0 1 0 0,1 0 0 0 0,0 0-1 0 0,-1 0 1 0 0,1 1 0 0 0,-1-1-1 0 0,0 0 1 0 0,1 1 0 0 0,-4-3-1 0 0,3 4 23 0 0,-1 2-8 0 0,-5 4-33 0 0,0 1 0 0 0,0 1 0 0 0,1-1 0 0 0,0 1-1 0 0,1 0 1 0 0,-1 1 0 0 0,2 0 0 0 0,-1 0 0 0 0,1 0 0 0 0,0 0-1 0 0,1 1 1 0 0,0 0 0 0 0,1 0 0 0 0,0 0 0 0 0,-2 12 0 0 0,0 5 17 0 0,1-1 1 0 0,1 1 0 0 0,1 0-1 0 0,3 54 1 0 0,0-70-23 0 0,1 0 0 0 0,0 0-1 0 0,0-1 1 0 0,1 1 0 0 0,0 0 0 0 0,1-1 0 0 0,0 0-1 0 0,0 0 1 0 0,2 0 0 0 0,-1 0 0 0 0,1-1 0 0 0,0 0 0 0 0,1 0-1 0 0,0-1 1 0 0,0 1 0 0 0,1-2 0 0 0,0 1 0 0 0,1-1-1 0 0,-1 0 1 0 0,15 8 0 0 0,-22-14-3 0 0,39 15 386 0 0,-39-16 370 0 0,-31 0-11091 0 0,24 0 7071 0 0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20 0 0,'12'-70'11362'0'0,"-11"69"-10582"0"0,0-6 173 0 0,1 5-2652 0 0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4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20 8 0 0,'7'-17'12226'0'0,"-10"16"-12177"0"0,0 1 0 0 0,0-1 1 0 0,0 1-1 0 0,0 0 0 0 0,0 0 0 0 0,0 0 1 0 0,0 0-1 0 0,0 0 0 0 0,0 0 0 0 0,1 1 1 0 0,-1 0-1 0 0,0-1 0 0 0,0 1 0 0 0,-5 3 1 0 0,7-4-7 0 0,-1 0-34 0 0,0 0 0 0 0,0 0 0 0 0,1 1-1 0 0,-1-1 1 0 0,1 0 0 0 0,-1 1 0 0 0,0-1 0 0 0,1 1 0 0 0,-1-1 0 0 0,1 1 0 0 0,-1 0 0 0 0,1-1 0 0 0,-1 1-1 0 0,1 0 1 0 0,-1 0 0 0 0,1 0 0 0 0,0 0 0 0 0,0 1 0 0 0,-1-1 0 0 0,1 0 0 0 0,0 0 0 0 0,0 1 0 0 0,0-1-1 0 0,0 1 1 0 0,1-1 0 0 0,-1 1 0 0 0,0-1 0 0 0,1 1 0 0 0,-1 1 0 0 0,-26 31 67 0 0,25-32-70 0 0,1 0-1 0 0,0 0 0 0 0,0 0 0 0 0,0 0 1 0 0,0 0-1 0 0,0 1 0 0 0,0-1 1 0 0,0 0-1 0 0,1 1 0 0 0,-1-1 1 0 0,1 0-1 0 0,0 1 0 0 0,0-1 1 0 0,0 0-1 0 0,0 1 0 0 0,0 3 0 0 0,0-2 12 0 0,0-2-14 0 0,1 0 4 0 0,-2-1-4 0 0,1 0-1 0 0,0 0 1 0 0,0 0 0 0 0,0 0 0 0 0,0 0-1 0 0,0 0 1 0 0,0 0 0 0 0,0 0 0 0 0,0 0-1 0 0,1-1 1 0 0,-1 1 0 0 0,0 0 0 0 0,0 0 0 0 0,1 0-1 0 0,-1 0 1 0 0,1-1 0 0 0,-1 1 0 0 0,1 0-1 0 0,-1 0 1 0 0,1 0 0 0 0,-1-1 0 0 0,1 1-1 0 0,-1 0 1 0 0,1-1 0 0 0,0 1 0 0 0,0-1-1 0 0,-1 1 1 0 0,1-1 0 0 0,0 1 0 0 0,0-1-1 0 0,-1 1 1 0 0,1-1 0 0 0,0 0 0 0 0,0 0 0 0 0,0 1-1 0 0,0-1 1 0 0,0 0 0 0 0,0 0 0 0 0,0 0-1 0 0,-1 0 1 0 0,1 0 0 0 0,0 0 0 0 0,0 0-1 0 0,0 0 1 0 0,0 0 0 0 0,0 0 0 0 0,0-1-1 0 0,0 1 1 0 0,1-1 0 0 0,8-2 7 0 0,0 0-1 0 0,0-1 1 0 0,0-1 0 0 0,-1 0 0 0 0,1 0-1 0 0,-1-1 1 0 0,10-8 0 0 0,-5 4-13 0 0,-8 6 0 0 0,1 0 0 0 0,0 1 0 0 0,0 0 0 0 0,0 0 0 0 0,0 0 1 0 0,1 1-1 0 0,11-2 0 0 0,-17 4 70 0 0,2 0-38 0 0,-1 0 0 0 0,0 0 1 0 0,1 0-1 0 0,-1 1 0 0 0,0 0 1 0 0,1 0-1 0 0,-1-1 0 0 0,0 2 1 0 0,0-1-1 0 0,0 0 0 0 0,0 1 1 0 0,0-1-1 0 0,6 5 0 0 0,-8-3 52 0 0,1-1-1 0 0,0 1 1 0 0,0-1-1 0 0,0 0 0 0 0,1 1 1 0 0,-1-1-1 0 0,0 0 1 0 0,1-1-1 0 0,-1 1 0 0 0,1 0 1 0 0,0-1-1 0 0,0 1 1 0 0,0-1-1 0 0,0 0 1 0 0,0 0-1 0 0,0 0 0 0 0,3 1 1 0 0,-3-2 73 0 0,45-8 633 0 0,-26 2-699 0 0,18-7-1891 0 0,-19 3-6462 0 0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05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47 920 0 0,'4'-15'2080'0'0,"4"2"-1184"0"0,-2 10-100 0 0,0-6 541 0 0,3 2-733 0 0,6 7-1376 0 0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37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201 296 224 0 0,'0'-14'1010'0'0,"1"-17"3343"0"0,3 32-2820 0 0,4 17-1539 0 0,-2 6 200 0 0,-1-1 1 0 0,-2 1-1 0 0,0 0 0 0 0,-1 0 0 0 0,-2-1 1 0 0,-4 41-1 0 0,3-32-53 0 0,-5 51 291 0 0,-4-1-1 0 0,-37 145 1 0 0,46-221-349 0 0,0 0 1 0 0,-1-1 0 0 0,0 1-1 0 0,0 0 1 0 0,-1-1 0 0 0,1 0 0 0 0,-1 1-1 0 0,0-1 1 0 0,-1 0 0 0 0,1 0 0 0 0,-7 6-1 0 0,9-11-57 0 0,0 1 0 0 0,-1-1 1 0 0,1 1-1 0 0,0-1 0 0 0,0 1 0 0 0,-1-1 0 0 0,1 0 0 0 0,0 0 0 0 0,-1 1 0 0 0,1-1 0 0 0,0 0 0 0 0,-1 0 0 0 0,1-1 0 0 0,0 1 0 0 0,-1 0 0 0 0,1 0 1 0 0,0-1-1 0 0,-1 1 0 0 0,1 0 0 0 0,0-1 0 0 0,0 0 0 0 0,0 1 0 0 0,-1-1 0 0 0,1 0 0 0 0,0 1 0 0 0,0-1 0 0 0,0 0 0 0 0,0 0 0 0 0,0 0 0 0 0,0 0 1 0 0,0 0-1 0 0,0-1 0 0 0,-27-34 213 0 0,18 17-191 0 0,1 0 0 0 0,1 0 1 0 0,1-1-1 0 0,0 0 0 0 0,2 0 1 0 0,0-1-1 0 0,1 1 0 0 0,1-1 1 0 0,0-40-1 0 0,4 2 2 0 0,2 1 1 0 0,15-75-1 0 0,-7 66-21 0 0,24-76 0 0 0,-29 121-21 0 0,2 1 0 0 0,0-1 0 0 0,2 2 0 0 0,0-1 0 0 0,1 1 0 0 0,1 1 0 0 0,21-25 0 0 0,-31 41-12 0 0,0 0 0 0 0,1 0 0 0 0,-1 1-1 0 0,1-1 1 0 0,0 1 0 0 0,0-1 0 0 0,0 1 0 0 0,0 0 0 0 0,1 0 0 0 0,-1 0 0 0 0,0 1 0 0 0,1-1 0 0 0,-1 1-1 0 0,1 0 1 0 0,0 0 0 0 0,-1 0 0 0 0,1 0 0 0 0,0 1 0 0 0,0 0 0 0 0,5-1 0 0 0,-3 2-1 0 0,-1 1 0 0 0,1-1 0 0 0,-1 1 0 0 0,0 0 0 0 0,1 0 0 0 0,-1 0 0 0 0,0 1 0 0 0,-1 0 0 0 0,1 0 0 0 0,0 0 0 0 0,-1 0 0 0 0,6 6 0 0 0,7 9-4 0 0,0 0 1 0 0,-2 1-1 0 0,0 1 1 0 0,-2 0-1 0 0,13 24 1 0 0,25 58 35 0 0,-4 1 1 0 0,54 182-1 0 0,-90-253-50 0 0,-2 0-1 0 0,-1 1 1 0 0,-1 0-1 0 0,-2 0 0 0 0,-1 0 1 0 0,-1 39-1 0 0,-4-71-43 0 0,1-1-1 0 0,0 1 0 0 0,0 0 1 0 0,0-1-1 0 0,0 1 1 0 0,-1-1-1 0 0,1 1 0 0 0,0 0 1 0 0,0-1-1 0 0,-1 1 1 0 0,1-1-1 0 0,0 1 0 0 0,-1-1 1 0 0,1 1-1 0 0,-1-1 1 0 0,1 1-1 0 0,-1-1 0 0 0,1 1 1 0 0,-1-1-1 0 0,1 1 1 0 0,-1-1-1 0 0,1 0 0 0 0,-1 1 1 0 0,0-1-1 0 0,1 0 1 0 0,-1 0-1 0 0,0 0 0 0 0,1 1 1 0 0,-1-1-1 0 0,1 0 0 0 0,-1 0 1 0 0,0 0-1 0 0,1 0 1 0 0,-1 0-1 0 0,0 0 0 0 0,1 0 1 0 0,-1 0-1 0 0,0 0 1 0 0,1 0-1 0 0,-1-1 0 0 0,0 1 1 0 0,1 0-1 0 0,-1 0 1 0 0,1-1-1 0 0,-1 1 0 0 0,0 0 1 0 0,1-1-1 0 0,-1 1 1 0 0,1 0-1 0 0,-1-1 0 0 0,0 0 1 0 0,-31-20-4328 0 0,19 10 1820 0 0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38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7 627 24 0 0,'-7'-1'690'0'0,"7"1"-657"0"0,0 0 0 0 0,1 0-1 0 0,-1 0 1 0 0,0 0 0 0 0,0 0 0 0 0,0 0 0 0 0,0 0-1 0 0,0 0 1 0 0,0 0 0 0 0,0 0 0 0 0,0 0-1 0 0,0 0 1 0 0,1 0 0 0 0,-1 0 0 0 0,0 0-1 0 0,0 0 1 0 0,0-1 0 0 0,0 1 0 0 0,0 0 0 0 0,0 0-1 0 0,0 0 1 0 0,0 0 0 0 0,0 0 0 0 0,0 0-1 0 0,0 0 1 0 0,0 0 0 0 0,0 0 0 0 0,0 0 0 0 0,0-1-1 0 0,0 1 1 0 0,0 0 0 0 0,0 0 0 0 0,0 0-1 0 0,0 0 1 0 0,0 0 0 0 0,0 0 0 0 0,0 0 0 0 0,0 0-1 0 0,0-1 1 0 0,0 1 0 0 0,0 0 0 0 0,0 0-1 0 0,0 0 1 0 0,129-24 1320 0 0,-76 17-1093 0 0,0-3-1 0 0,-1-3 1 0 0,0-1-1 0 0,49-22 0 0 0,-78 25-101 0 0,0-1-1 0 0,-1-1 0 0 0,0-1 0 0 0,-1-1 1 0 0,-1 0-1 0 0,0-2 0 0 0,-1 0 0 0 0,-1-1 0 0 0,21-28 1 0 0,-32 37-7 0 0,1 1 135 0 0,-1-1 0 0 0,0 0 0 0 0,-1 0-1 0 0,0-1 1 0 0,0 0 0 0 0,-1 0-1 0 0,7-18 1 0 0,-12 27-258 0 0,1 1 0 0 0,-1-1 0 0 0,0 0 0 0 0,0 1 0 0 0,0-1 0 0 0,0 0 0 0 0,0 1 0 0 0,0-1 0 0 0,0 0 0 0 0,0 1 0 0 0,0-1 1 0 0,0 0-1 0 0,0 1 0 0 0,0-1 0 0 0,-1 0 0 0 0,1 1 0 0 0,0-1 0 0 0,0 1 0 0 0,-1-1 0 0 0,1 0 0 0 0,0 1 0 0 0,-1-1 0 0 0,1 1 0 0 0,-1-1 0 0 0,1 1 0 0 0,-1-1 0 0 0,1 1 0 0 0,-1-1 0 0 0,1 1 0 0 0,-1 0 0 0 0,0-1 0 0 0,-25-1 344 0 0,19 4-330 0 0,0-1 0 0 0,0 1 0 0 0,0 0 0 0 0,1 1 0 0 0,-10 4 0 0 0,14-5-33 0 0,0-1 1 0 0,0 1-1 0 0,0-1 1 0 0,0 1-1 0 0,1 0 0 0 0,-1-1 1 0 0,0 1-1 0 0,1 0 1 0 0,-1 0-1 0 0,1 0 0 0 0,0 1 1 0 0,0-1-1 0 0,0 0 1 0 0,0 0-1 0 0,0 1 0 0 0,0-1 1 0 0,0 0-1 0 0,1 1 1 0 0,-1-1-1 0 0,1 1 0 0 0,0-1 1 0 0,0 1-1 0 0,0-1 1 0 0,0 1-1 0 0,0-1 0 0 0,0 0 1 0 0,1 1-1 0 0,-1-1 1 0 0,1 1-1 0 0,0-1 0 0 0,0 0 1 0 0,0 1-1 0 0,0-1 1 0 0,0 0-1 0 0,2 3 0 0 0,5 10 5 0 0,2-1 0 0 0,0 0 0 0 0,0 0 0 0 0,15 13 0 0 0,-8-7 22 0 0,3 5-5 0 0,31 47 1 0 0,-46-63-26 0 0,0-1 1 0 0,-1 1 0 0 0,0 0-1 0 0,0 1 1 0 0,-1-1 0 0 0,0 1-1 0 0,-1 0 1 0 0,0 0 0 0 0,0-1-1 0 0,-1 12 1 0 0,-1-19-1 0 0,0 1-1 0 0,0-1 1 0 0,0 1 0 0 0,-1 0-1 0 0,0-1 1 0 0,1 1-1 0 0,-1-1 1 0 0,0 1 0 0 0,0-1-1 0 0,0 0 1 0 0,0 1 0 0 0,-1-1-1 0 0,1 0 1 0 0,-1 0-1 0 0,1 0 1 0 0,-1 0 0 0 0,0 0-1 0 0,0 0 1 0 0,0 0 0 0 0,0 0-1 0 0,0-1 1 0 0,0 1 0 0 0,0-1-1 0 0,0 0 1 0 0,-1 1-1 0 0,1-1 1 0 0,-1 0 0 0 0,-2 0-1 0 0,2-1 16 0 0,2-3-14 0 0,1 1-7 0 0,-1 0-1 0 0,0 1 1 0 0,1-1-1 0 0,-1 0 1 0 0,1 0 0 0 0,0 1-1 0 0,-1-1 1 0 0,1 0-1 0 0,0 0 1 0 0,0 0-1 0 0,0 1 1 0 0,0-1-1 0 0,1 0 1 0 0,-1 0-1 0 0,0 0 1 0 0,1 1-1 0 0,-1-1 1 0 0,1 0-1 0 0,0 1 1 0 0,0-1-1 0 0,-1 0 1 0 0,1 1-1 0 0,0-1 1 0 0,0 1 0 0 0,3-3-1 0 0,1-3-9 0 0,13-24-16 0 0,2 0 0 0 0,35-42 0 0 0,6-9-3 0 0,-48 62 22 0 0,-1-1 1 0 0,-1 0-1 0 0,-1-1 1 0 0,-1 0-1 0 0,0-1 1 0 0,-2 0-1 0 0,-1 0 0 0 0,-1 0 1 0 0,-1-1-1 0 0,-1 0 1 0 0,-1 0-1 0 0,-1 0 1 0 0,-2-29-1 0 0,0-13 239 0 0,1 65-217 0 0,1 9-11 0 0,8 115 48 0 0,28 125 0 0 0,-31-210-11 0 0,2 0 0 0 0,2-1 0 0 0,20 51 0 0 0,-30-87-36 0 0,1 0 0 0 0,0 0 0 0 0,0 0 0 0 0,0 0 0 0 0,0 0 0 0 0,0 0 0 0 0,0-1 0 0 0,1 1 0 0 0,-1 0 0 0 0,0-1 0 0 0,0 1 0 0 0,0-1 0 0 0,1 1 0 0 0,-1-1 0 0 0,0 1 0 0 0,1-1-1 0 0,-1 0 1 0 0,0 0 0 0 0,1 0 0 0 0,-1 0 0 0 0,0 0 0 0 0,1 0 0 0 0,-1 0 0 0 0,0 0 0 0 0,1 0 0 0 0,-1-1 0 0 0,0 1 0 0 0,0-1 0 0 0,1 1 0 0 0,-1-1 0 0 0,0 1 0 0 0,0-1 0 0 0,0 0 0 0 0,2-1 0 0 0,47-26 46 0 0,-46 25-43 0 0,36-26 41 0 0,63-60 0 0 0,-21 16 10 0 0,-79 70-72 0 0,3-5 6 0 0,-5 6 301 0 0,-4 7-204 0 0,-3 4-30 0 0,0-1 0 0 0,1 1-1 0 0,0-1 1 0 0,0 1 0 0 0,1 1-1 0 0,-5 15 1 0 0,8-22-41 0 0,0 0 0 0 0,1 0 1 0 0,-1 1-1 0 0,1-1 0 0 0,0 0 1 0 0,0 0-1 0 0,0 0 0 0 0,0 0 0 0 0,1 0 1 0 0,-1 0-1 0 0,1 0 0 0 0,0 0 1 0 0,0 0-1 0 0,0 0 0 0 0,0 0 0 0 0,0-1 1 0 0,1 1-1 0 0,-1 0 0 0 0,1-1 1 0 0,0 1-1 0 0,0-1 0 0 0,0 1 0 0 0,0-1 1 0 0,0 0-1 0 0,0 0 0 0 0,1 0 1 0 0,-1 0-1 0 0,6 3 0 0 0,11 6-177 0 0,0 0 0 0 0,40 15-1 0 0,12-4-6498 0 0,-41-16 3280 0 0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2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29 726 244 0 0,'0'-1'110'0'0,"0"1"0"0"0,-1-1-1 0 0,1 1 1 0 0,0-1 0 0 0,0 1 0 0 0,-1-1-1 0 0,1 1 1 0 0,0-1 0 0 0,0 1 0 0 0,0-1 0 0 0,0 1-1 0 0,0-1 1 0 0,0 1 0 0 0,0-1 0 0 0,0 1-1 0 0,0-1 1 0 0,0 1 0 0 0,0-1 0 0 0,0 1 0 0 0,0-1-1 0 0,0 1 1 0 0,0-1 0 0 0,1 1 0 0 0,-1-1 0 0 0,0 0-1 0 0,12-15 519 0 0,0 0 0 0 0,1 0 0 0 0,1 1-1 0 0,18-15 1 0 0,-15 14-195 0 0,0 0 1 0 0,-2-1-1 0 0,27-37 0 0 0,-34 39-303 0 0,-1 1 0 0 0,0-1 0 0 0,-1-1-1 0 0,-1 1 1 0 0,0-1 0 0 0,-1 0 0 0 0,-1 0 0 0 0,-1-1-1 0 0,0 1 1 0 0,-1-1 0 0 0,-1 1 0 0 0,0-1 0 0 0,-1 1 0 0 0,-1 0-1 0 0,0-1 1 0 0,-2 1 0 0 0,0 0 0 0 0,0 0 0 0 0,-2 1 0 0 0,0-1-1 0 0,0 1 1 0 0,-2 1 0 0 0,0-1 0 0 0,-9-13 0 0 0,8 15-33 0 0,1-1 5 0 0,-1 2-1 0 0,0-1 1 0 0,-1 1 0 0 0,-13-13-1 0 0,21 23-89 0 0,0 1 0 0 0,0-1 0 0 0,1 0 0 0 0,-1 1 0 0 0,0-1 0 0 0,-1 1 0 0 0,1 0 0 0 0,0-1 0 0 0,0 1 0 0 0,0 0 0 0 0,-1 0 0 0 0,1 1 0 0 0,0-1 0 0 0,-1 0 0 0 0,1 1 0 0 0,-1-1 0 0 0,1 1 0 0 0,-1 0 0 0 0,1 0 0 0 0,-1 0 0 0 0,1 0 0 0 0,-1 0 0 0 0,1 1 0 0 0,-1-1 0 0 0,1 1 0 0 0,-1 0 0 0 0,1 0 0 0 0,0-1 0 0 0,0 1 0 0 0,-1 1 0 0 0,1-1 0 0 0,0 0 0 0 0,-3 2 0 0 0,2 1-3 0 0,-1 0 0 0 0,1 0-1 0 0,0 0 1 0 0,0 1 0 0 0,0-1 0 0 0,0 1-1 0 0,1 0 1 0 0,0 0 0 0 0,0 0 0 0 0,0 0-1 0 0,1 0 1 0 0,-1 0 0 0 0,1 0 0 0 0,0 0-1 0 0,1 0 1 0 0,-1 1 0 0 0,1-1 0 0 0,1 6-1 0 0,0 14 13 0 0,1-1 0 0 0,7 35-1 0 0,61 205 153 0 0,-9-47-109 0 0,-55-185-52 0 0,7 23 72 0 0,-12-52-16 0 0,3-9-58 0 0,8-11-8 0 0,1 0 0 0 0,1 0 0 0 0,0 2-1 0 0,1-1 1 0 0,29-21 0 0 0,-37 31-5 0 0,0 1 0 0 0,1 0 0 0 0,-1 0-1 0 0,1 1 1 0 0,0 0 0 0 0,1 0-1 0 0,-1 1 1 0 0,0 0 0 0 0,1 1 0 0 0,0-1-1 0 0,0 2 1 0 0,-1-1 0 0 0,1 1 0 0 0,0 1-1 0 0,0 0 1 0 0,17 1 0 0 0,-24-1 2 0 0,-1 1 1 0 0,1-1-1 0 0,0 1 1 0 0,0-1-1 0 0,-1 1 1 0 0,1 0-1 0 0,0-1 1 0 0,-1 1-1 0 0,1 0 1 0 0,0 0-1 0 0,-1 0 1 0 0,1 0-1 0 0,-1 0 1 0 0,0 1-1 0 0,1-1 1 0 0,-1 0-1 0 0,0 1 1 0 0,0-1-1 0 0,0 1 1 0 0,0-1-1 0 0,0 1 1 0 0,0-1-1 0 0,0 1 1 0 0,-1 0-1 0 0,1 0 1 0 0,0 2-1 0 0,-1 36 40 0 0,-1-37-37 0 0,-16 55-662 0 0,4-34-4108 0 0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2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44 0 0,'0'0'652'0'0,"0"-13"1768"0"0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3.2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1 356 0 0,'-17'74'4027'0'0,"7"-22"-2275"0"0,10-50-1154 0 0,-1-2-571 0 0,1 0 1 0 0,0 0-1 0 0,0-1 0 0 0,0 1 0 0 0,0 0 0 0 0,-1 0 1 0 0,1 0-1 0 0,0-1 0 0 0,0 1 0 0 0,0 0 0 0 0,0 0 1 0 0,0-1-1 0 0,0 1 0 0 0,-1 0 0 0 0,1-1 0 0 0,0 1 1 0 0,0 0-1 0 0,0 0 0 0 0,0-1 0 0 0,0 1 0 0 0,0 0 1 0 0,0 0-1 0 0,0-1 0 0 0,0 1 0 0 0,0 0 0 0 0,1 0 1 0 0,-1-1-1 0 0,0 1 0 0 0,0 0 0 0 0,0-1 0 0 0,0 1 1 0 0,0 0-1 0 0,0 0 0 0 0,0 0 0 0 0,1-1 0 0 0,-1 1 1 0 0,0 0-1 0 0,0 0 0 0 0,0 0 0 0 0,1-1 0 0 0,-1 1 1 0 0,0 0-1 0 0,0 0 0 0 0,1 0 0 0 0,16-25 355 0 0,26-20-188 0 0,-43 45-189 0 0,8-6 33 0 0,0 1 1 0 0,0 0-1 0 0,0 1 0 0 0,1-1 0 0 0,11-3 0 0 0,-18 7-32 0 0,0 1 1 0 0,0-1-1 0 0,0 1 0 0 0,0-1 0 0 0,0 1 0 0 0,1 0 1 0 0,-1 0-1 0 0,0 0 0 0 0,0 0 0 0 0,0 0 0 0 0,0 1 1 0 0,0-1-1 0 0,0 0 0 0 0,0 1 0 0 0,0 0 0 0 0,0-1 1 0 0,0 1-1 0 0,0 0 0 0 0,0 0 0 0 0,0 0 0 0 0,0 0 1 0 0,-1 1-1 0 0,1-1 0 0 0,0 0 0 0 0,-1 1 0 0 0,1-1 1 0 0,-1 1-1 0 0,0-1 0 0 0,1 1 0 0 0,-1 0 0 0 0,1 2 0 0 0,12 28 173 0 0,-13-31-143 0 0,2 5 22 0 0,6 5 929 0 0,-4-12-936 0 0,0 1 1 0 0,0-1-1 0 0,0 0 1 0 0,-1 0-1 0 0,1-1 1 0 0,0 0-1 0 0,-1 0 1 0 0,8-3-1 0 0,-5 1-23 0 0,0 1 0 0 0,0 0 0 0 0,1 0 0 0 0,-1 0-1 0 0,1 1 1 0 0,0 1 0 0 0,-1-1 0 0 0,1 1 0 0 0,11 0-1 0 0,-15 2-27 0 0,9 2 6 0 0,1 1 1 0 0,-1 1-1 0 0,14 7 1 0 0,25 7 22 0 0,17-6-184 0 0,-67-13-204 0 0,5 1-1586 0 0,-1 0-2022 0 0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3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67 324 0 0,'2'-16'644'0'0,"-2"6"420"0"0,2-2-348 0 0,6 3-632 0 0,-4-1-716 0 0,5 0-992 0 0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3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0 888 0 0,'0'4'7078'0'0,"-5"28"-6803"0"0,-12 37 802 0 0,3 1 1 0 0,-6 74-1 0 0,18-122-1089 0 0,1 0 0 0 0,1 0-1 0 0,2 1 1 0 0,0-1 0 0 0,1 0 0 0 0,1 0-1 0 0,1-1 1 0 0,1 1 0 0 0,0-1 0 0 0,17 33-1 0 0,-20-49-263 0 0,0-1-1 0 0,0 0 1 0 0,0 0-1 0 0,0 0 1 0 0,1 0-1 0 0,0 0 1 0 0,0-1-1 0 0,0 1 1 0 0,0-1-1 0 0,0 0 1 0 0,1-1-1 0 0,-1 1 1 0 0,1-1-1 0 0,0 0 1 0 0,0 0-1 0 0,0 0 1 0 0,0-1-1 0 0,0 0 1 0 0,0 0-1 0 0,0 0 1 0 0,0 0-1 0 0,1-1 1 0 0,-1 0-1 0 0,0 0 1 0 0,0 0-1 0 0,0-1 0 0 0,1 0 1 0 0,-1 0-1 0 0,6-2 1 0 0,7 0-1435 0 0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4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7 129 2536 0 0,'13'-6'63'0'0,"-1"1"-1"0"0,0-1 0 0 0,22-15 1 0 0,-30 18 260 0 0,1-1 0 0 0,-1 0 0 0 0,1 0 0 0 0,-1 0 0 0 0,0 0 0 0 0,-1 0 0 0 0,1-1 0 0 0,-1 0 0 0 0,0 0 0 0 0,0 0 1 0 0,3-8-1 0 0,-5 12 173 0 0,-1 0-446 0 0,0 1-1 0 0,1-1 1 0 0,-1 1-1 0 0,0-1 0 0 0,1 1 1 0 0,-1-1-1 0 0,0 1 1 0 0,0-1-1 0 0,0 1 1 0 0,1-1-1 0 0,-1 0 0 0 0,0 1 1 0 0,0-1-1 0 0,0 1 1 0 0,0-1-1 0 0,0 1 0 0 0,0-1 1 0 0,0 0-1 0 0,0 1 1 0 0,0-1-1 0 0,0 1 1 0 0,0-1-1 0 0,-1 1 0 0 0,1-1 1 0 0,0 0-1 0 0,0 1 1 0 0,-1-1-1 0 0,1 1 1 0 0,0-1-1 0 0,0 1 0 0 0,-1-1 1 0 0,1 1-1 0 0,-1 0 1 0 0,1-1-1 0 0,0 1 0 0 0,-1-1 1 0 0,1 1-1 0 0,-1 0 1 0 0,1-1-1 0 0,-1 1 1 0 0,1 0-1 0 0,-1 0 0 0 0,1-1 1 0 0,-1 1-1 0 0,1 0 1 0 0,-2 0-1 0 0,1-1 67 0 0,-1 0-1 0 0,0 0 0 0 0,0 0 1 0 0,0 0-1 0 0,0 1 1 0 0,0-1-1 0 0,0 1 1 0 0,0-1-1 0 0,0 1 1 0 0,0 0-1 0 0,-1 0 0 0 0,1 0 1 0 0,-3 0-1 0 0,-3 3 65 0 0,0 0-1 0 0,0 1 0 0 0,0-1 0 0 0,1 1 1 0 0,-9 6-1 0 0,14-8-136 0 0,0-1 1 0 0,-1 0 0 0 0,1 1-1 0 0,0 0 1 0 0,0 0-1 0 0,0-1 1 0 0,0 1 0 0 0,0 0-1 0 0,1 0 1 0 0,-1 1-1 0 0,1-1 1 0 0,-1 0 0 0 0,1 1-1 0 0,0-1 1 0 0,0 0 0 0 0,0 1-1 0 0,0 0 1 0 0,0-1-1 0 0,0 1 1 0 0,1-1 0 0 0,-1 6-1 0 0,2-7-32 0 0,-1 0 0 0 0,1 0 0 0 0,0 0 0 0 0,0 0 0 0 0,-1 0 0 0 0,1 0 0 0 0,0 0 0 0 0,0 0 0 0 0,0 0 0 0 0,0 0-1 0 0,0-1 1 0 0,0 1 0 0 0,1 0 0 0 0,-1-1 0 0 0,0 1 0 0 0,0-1 0 0 0,0 1 0 0 0,1-1 0 0 0,-1 1 0 0 0,0-1 0 0 0,0 0 0 0 0,1 0 0 0 0,-1 0 0 0 0,0 0 0 0 0,1 0-1 0 0,-1 0 1 0 0,0 0 0 0 0,0 0 0 0 0,1 0 0 0 0,-1 0 0 0 0,0-1 0 0 0,0 1 0 0 0,1-1 0 0 0,1 0 0 0 0,46-13 82 0 0,-48 13-95 0 0,0 0 1 0 0,0 1-1 0 0,0-1 1 0 0,1 0-1 0 0,-1 1 1 0 0,0 0-1 0 0,0-1 1 0 0,1 1-1 0 0,-1 0 1 0 0,0-1-1 0 0,1 1 1 0 0,-1 0-1 0 0,0 0 1 0 0,1 0-1 0 0,-1 0 1 0 0,2 1-1 0 0,2 14-48 0 0,-4-5 72 0 0,-1-8-20 0 0,0 1-8 0 0,-1-1 12 0 0,1 0-1 0 0,0 1 0 0 0,0-1 1 0 0,0 1-1 0 0,0-1 0 0 0,0 0 1 0 0,0 1-1 0 0,1-1 0 0 0,-1 0 1 0 0,1 1-1 0 0,-1-1 1 0 0,1 0-1 0 0,0 0 0 0 0,0 1 1 0 0,0-1-1 0 0,2 2 0 0 0,-2-3-2 0 0,0 1 0 0 0,1-1 0 0 0,-1 0 0 0 0,0 0 0 0 0,1 0 0 0 0,-1 0 0 0 0,0-1 0 0 0,1 1 0 0 0,-1 0-1 0 0,1-1 1 0 0,0 1 0 0 0,-1-1 0 0 0,1 1 0 0 0,-1-1 0 0 0,1 0 0 0 0,0 0 0 0 0,2 1 0 0 0,5-2 1 0 0,0 0 0 0 0,0-1 0 0 0,0 1 0 0 0,0-2-1 0 0,0 1 1 0 0,9-5 0 0 0,-6 3-5 0 0,26-12-6 0 0,14-4-74 0 0,-50 20 66 0 0,0 0 10 0 0,1 1 1 0 0,0-1 0 0 0,-1 1-1 0 0,1 0 1 0 0,-1-1-1 0 0,1 1 1 0 0,-1 0-1 0 0,0 1 1 0 0,1-1-1 0 0,-1 0 1 0 0,0 1-1 0 0,0-1 1 0 0,0 1-1 0 0,0 0 1 0 0,0 0-1 0 0,0 0 1 0 0,0 0-1 0 0,2 3 1 0 0,-2-2-146 0 0,0 0 0 0 0,1 0-1 0 0,0-1 1 0 0,-1 1 0 0 0,1-1 0 0 0,0 1 0 0 0,1-1-1 0 0,-1 0 1 0 0,0 0 0 0 0,0-1 0 0 0,1 1 0 0 0,6 2-1 0 0,-3-3-334 0 0,19 4-5296 0 0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8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161 163 232 0 0,'10'-9'793'0'0,"0"0"0"0"0,-1 0 0 0 0,0-1 1 0 0,0 0-1 0 0,-1-1 0 0 0,8-15 0 0 0,-15 25-495 0 0,1-13 525 0 0,-1 13-718 0 0,0 0-1 0 0,-1-1 0 0 0,1 1 0 0 0,-1 0 0 0 0,0 0 0 0 0,1-1 0 0 0,-1 1 0 0 0,0 0 0 0 0,0-1 0 0 0,1 1 0 0 0,-1 0 0 0 0,0-1 0 0 0,-1 1 0 0 0,1-1 0 0 0,0 1 0 0 0,-1-3 0 0 0,-2 2-52 0 0,0-1-1 0 0,0 1 0 0 0,0-1 1 0 0,-1 1-1 0 0,1 0 1 0 0,-1 0-1 0 0,0 1 1 0 0,1-1-1 0 0,-1 1 1 0 0,0 0-1 0 0,0 0 1 0 0,0 0-1 0 0,0 0 0 0 0,0 1 1 0 0,0 0-1 0 0,0-1 1 0 0,0 1-1 0 0,0 1 1 0 0,0-1-1 0 0,0 1 1 0 0,0-1-1 0 0,0 1 0 0 0,0 0 1 0 0,-5 3-1 0 0,0-2 13 0 0,0 1-1 0 0,1 0 1 0 0,-1 0 0 0 0,1 1-1 0 0,0 0 1 0 0,0 1-1 0 0,0 0 1 0 0,1 0-1 0 0,-1 0 1 0 0,-8 10 0 0 0,11-8-13 0 0,0-1 0 0 0,0 1 0 0 0,1 1 0 0 0,0-1 0 0 0,1 1 0 0 0,0-1 1 0 0,-4 14-1 0 0,6-18-36 0 0,0-1 0 0 0,0 0 0 0 0,1 1 0 0 0,-1-1 0 0 0,1 1 0 0 0,-1-1 0 0 0,1 1 1 0 0,0-1-1 0 0,0 1 0 0 0,0 0 0 0 0,1-1 0 0 0,-1 1 0 0 0,1-1 0 0 0,-1 1 0 0 0,1-1 1 0 0,0 0-1 0 0,0 1 0 0 0,0-1 0 0 0,0 0 0 0 0,0 1 0 0 0,0-1 0 0 0,1 0 0 0 0,-1 0 0 0 0,1 0 1 0 0,0 0-1 0 0,-1 0 0 0 0,1-1 0 0 0,2 3 0 0 0,-3-3 31 0 0,24 4 425 0 0,-12-13-403 0 0,1 0-1 0 0,-1 0 1 0 0,-1-2-1 0 0,0 1 1 0 0,0-2-1 0 0,16-17 1 0 0,-15 14-56 0 0,1 0 0 0 0,1 2 0 0 0,0 0 0 0 0,26-17-1 0 0,-27 21 25 0 0,1 0 0 0 0,0 0-1 0 0,0 2 1 0 0,1 0 0 0 0,0 0 0 0 0,0 2-1 0 0,0 0 1 0 0,0 0 0 0 0,1 2-1 0 0,0 0 1 0 0,25 1 0 0 0,-41 1-34 0 0,0 1 0 0 0,1-1 1 0 0,-1 1-1 0 0,1-1 0 0 0,-1 1 1 0 0,0 0-1 0 0,1 0 1 0 0,-1-1-1 0 0,0 1 0 0 0,0 0 1 0 0,1 0-1 0 0,-1 0 0 0 0,0 1 1 0 0,0-1-1 0 0,0 0 1 0 0,0 0-1 0 0,0 0 0 0 0,-1 1 1 0 0,1-1-1 0 0,0 0 0 0 0,-1 1 1 0 0,1-1-1 0 0,-1 1 1 0 0,1-1-1 0 0,-1 1 0 0 0,0-1 1 0 0,1 1-1 0 0,-1-1 0 0 0,0 1 1 0 0,0-1-1 0 0,0 1 1 0 0,0-1-1 0 0,0 1 0 0 0,0-1 1 0 0,-1 1-1 0 0,1-1 1 0 0,-1 1-1 0 0,0 2 0 0 0,-1 6 8 0 0,-1-1-1 0 0,0 1 1 0 0,0 0-1 0 0,-6 10 1 0 0,-39 95 104 0 0,47-113-98 0 0,2-2-11 0 0,-1 0-1 0 0,0 0 1 0 0,0 0-1 0 0,0 0 1 0 0,0 0-1 0 0,0 0 1 0 0,1 0-1 0 0,-1 0 1 0 0,0 0-1 0 0,0 0 1 0 0,0 0-1 0 0,0 0 1 0 0,0 0-1 0 0,0 0 1 0 0,1 0-1 0 0,-1 0 1 0 0,0 0-1 0 0,0 0 1 0 0,0 1-1 0 0,0-1 1 0 0,0 0-1 0 0,0 0 1 0 0,0 0-1 0 0,0 0 1 0 0,1 0-1 0 0,-1 0 1 0 0,0 0-1 0 0,0 0 1 0 0,0 1-1 0 0,0-1 1 0 0,0 0-1 0 0,0 0 1 0 0,0 0-1 0 0,0 0 1 0 0,0 0-1 0 0,0 1 1 0 0,0-1-1 0 0,0 0 1 0 0,0 0-1 0 0,0 0 1 0 0,0 0-1 0 0,0 0 1 0 0,0 0-1 0 0,0 1 1 0 0,0-1-1 0 0,0 0 1 0 0,0 0-1 0 0,0 0 1 0 0,0 0 0 0 0,0 0-1 0 0,0 0 1 0 0,0 1-1 0 0,-1-1 1 0 0,1 0-1 0 0,0 0 1 0 0,0 0-1 0 0,0 0 1 0 0,0 0-1 0 0,0 0 1 0 0,0 0-1 0 0,0 0 1 0 0,0 1-1 0 0,-1-1 1 0 0,1 0-1 0 0,0 0 1 0 0,51-26 78 0 0,-34 17-74 0 0,0 0 1 0 0,0 2-1 0 0,31-11 0 0 0,-43 18-12 0 0,0-1 0 0 0,1 1 0 0 0,-1 0 1 0 0,1 0-1 0 0,-1 1 0 0 0,1 0 0 0 0,-1 0 0 0 0,0 0 0 0 0,1 1 0 0 0,-1-1 0 0 0,0 1 0 0 0,0 0 0 0 0,0 1 0 0 0,0-1 0 0 0,-1 1 1 0 0,1 0-1 0 0,6 5 0 0 0,14 8-5 0 0,-18-13 10 0 0,0 0-1 0 0,0 0 1 0 0,1 0 0 0 0,-1-1-1 0 0,1 0 1 0 0,-1-1-1 0 0,1 1 1 0 0,-1-2 0 0 0,1 1-1 0 0,0-1 1 0 0,-1 0-1 0 0,1 0 1 0 0,0-1 0 0 0,10-3-1 0 0,-12 2 34 0 0,0 0-1 0 0,0 0 1 0 0,0-1 0 0 0,-1 0-1 0 0,0 0 1 0 0,1-1 0 0 0,-1 1-1 0 0,0-1 1 0 0,-1 0 0 0 0,1-1-1 0 0,-1 1 1 0 0,1-1-1 0 0,-1 0 1 0 0,-1 0 0 0 0,1 0-1 0 0,-1 0 1 0 0,0-1 0 0 0,3-6-1 0 0,-5 10 33 0 0,16-46 3672 0 0,-17 55-3664 0 0,1 7-340 0 0,0 0 1 0 0,1 0-1 0 0,0 0 1 0 0,5 14-1 0 0,-5-20-1337 0 0,1 0-1 0 0,0 1 1 0 0,1-1-1 0 0,0-1 1 0 0,6 10-1 0 0,0-4-2467 0 0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4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103 191 932 0 0,'-7'-9'1936'0'0,"7"9"-1825"0"0,0-1 0 0 0,0 1 0 0 0,0 0 0 0 0,0 0 1 0 0,0-1-1 0 0,0 1 0 0 0,-1 0 0 0 0,1 0 0 0 0,0-1 0 0 0,0 1 1 0 0,0 0-1 0 0,-1 0 0 0 0,1 0 0 0 0,0 0 0 0 0,0-1 1 0 0,0 1-1 0 0,-1 0 0 0 0,1 0 0 0 0,0 0 0 0 0,0 0 1 0 0,-1 0-1 0 0,1 0 0 0 0,0 0 0 0 0,0-1 0 0 0,-1 1 1 0 0,1 0-1 0 0,0 0 0 0 0,0 0 0 0 0,-1 0 0 0 0,1 0 1 0 0,0 0-1 0 0,-1 0 0 0 0,1 0 0 0 0,0 1 0 0 0,0-1 1 0 0,-1 0-1 0 0,1 0 0 0 0,0 0 0 0 0,0 0 0 0 0,-1 0 1 0 0,1 0-1 0 0,0 0 0 0 0,0 1 0 0 0,0-1 0 0 0,-1 0 1 0 0,1 0-1 0 0,0 0 0 0 0,0 1 0 0 0,-7 14 169 0 0,0 1 0 0 0,2 0 0 0 0,0 0 1 0 0,1 0-1 0 0,0 1 0 0 0,-1 20 0 0 0,-4 109 730 0 0,3 226 826 0 0,2-354-1027 0 0,-5-24-383 0 0,-6-30-201 0 0,12-1-157 0 0,1 0-1 0 0,1 0 0 0 0,2 0 0 0 0,2 0 1 0 0,2 1-1 0 0,15-66 0 0 0,-8 60-46 0 0,2 0 0 0 0,1 0 1 0 0,3 2-1 0 0,1 0 0 0 0,33-52 0 0 0,-39 73-13 0 0,1 0 0 0 0,1 1 0 0 0,0 0 0 0 0,30-25 0 0 0,-36 35-10 0 0,1 1-1 0 0,0 0 1 0 0,0 0-1 0 0,0 1 1 0 0,1 0-1 0 0,0 1 1 0 0,0 0-1 0 0,0 1 1 0 0,1 0-1 0 0,21-4 1 0 0,-31 7 0 0 0,1 1 0 0 0,-1 0-1 0 0,0-1 1 0 0,1 1 0 0 0,-1 0 0 0 0,1 0-1 0 0,-1 0 1 0 0,1 0 0 0 0,-1 1 0 0 0,1-1 0 0 0,-1 1-1 0 0,0 0 1 0 0,1-1 0 0 0,-1 1 0 0 0,0 0-1 0 0,0 0 1 0 0,0 0 0 0 0,1 1 0 0 0,-1-1 0 0 0,0 0-1 0 0,0 1 1 0 0,-1-1 0 0 0,1 1 0 0 0,0 0-1 0 0,0 0 1 0 0,-1 0 0 0 0,1 0 0 0 0,-1 0 0 0 0,0 0-1 0 0,2 3 1 0 0,-2-1 3 0 0,0 0-1 0 0,0 0 1 0 0,0 0-1 0 0,-1-1 1 0 0,0 1 0 0 0,0 0-1 0 0,0 0 1 0 0,0 0-1 0 0,0 0 1 0 0,-1 0-1 0 0,0 0 1 0 0,0 0 0 0 0,0 0-1 0 0,0-1 1 0 0,0 1-1 0 0,-1 0 1 0 0,-3 6-1 0 0,-3 2 3 0 0,0 1 0 0 0,-1-1-1 0 0,-1 0 1 0 0,0-1-1 0 0,0 0 1 0 0,-1-1 0 0 0,-1 0-1 0 0,1-1 1 0 0,-2 0-1 0 0,1-1 1 0 0,-1 0 0 0 0,-23 9-1 0 0,0-2 13 0 0,-1-2 0 0 0,-1-1 0 0 0,-62 10 0 0 0,83-27-66 0 0,17 5-3 0 0,0 0 1 0 0,0 0 0 0 0,0 1-1 0 0,0-1 1 0 0,-1 0 0 0 0,1 0-1 0 0,0 0 1 0 0,0 0 0 0 0,0 0-1 0 0,-1 0 1 0 0,1 0 0 0 0,0 0-1 0 0,0-1 1 0 0,0 1 0 0 0,-1 0-1 0 0,1 0 1 0 0,0 0 0 0 0,0 0-1 0 0,0 0 1 0 0,0 0 0 0 0,-1 0-1 0 0,1 0 1 0 0,0 0 0 0 0,0-1-1 0 0,0 1 1 0 0,0 0 0 0 0,0 0-1 0 0,-1 0 1 0 0,1 0 0 0 0,0 0-1 0 0,0-1 1 0 0,0 1 0 0 0,0 0-1 0 0,0 0 1 0 0,0 0 0 0 0,0 0-1 0 0,0-1 1 0 0,0 1 0 0 0,0 0-1 0 0,0 0 1 0 0,0 0 0 0 0,0-1-1 0 0,0 1 1 0 0,0 0 0 0 0,0 0-1 0 0,0 0 1 0 0,0 0 0 0 0,0-1-1 0 0,0 1 1 0 0,0 0 0 0 0,0 0-1 0 0,0 0 1 0 0,0-1 0 0 0,0 1-1 0 0,0 0 1 0 0,0 0 0 0 0,0 0-1 0 0,0 0 1 0 0,1-1 0 0 0,-1 1-1 0 0,0 0 1 0 0,0 0 0 0 0,32-9-1622 0 0,-4 5-3032 0 0,-11 3 1647 0 0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5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35 628 0 0,'0'0'1749'0'0,"-2"-4"-918"0"0,0 1-425 0 0,0 0 0 0 0,0 1 1 0 0,0-1-1 0 0,0 0 0 0 0,0 0 0 0 0,0 1 1 0 0,-1 0-1 0 0,0-1 0 0 0,-4-2 1 0 0,6 4 82 0 0,-19 4 706 0 0,1 7-816 0 0,0 2 0 0 0,1 0 1 0 0,1 1-1 0 0,0 0 0 0 0,1 2 0 0 0,-27 29 0 0 0,42-44-365 0 0,1 1-6 0 0,0-1 0 0 0,0 0 0 0 0,-1 1-1 0 0,1-1 1 0 0,0 0 0 0 0,0 1 0 0 0,0-1 0 0 0,-1 0-1 0 0,1 1 1 0 0,0-1 0 0 0,0 0 0 0 0,0 1 0 0 0,0-1 0 0 0,0 1-1 0 0,0-1 1 0 0,0 0 0 0 0,0 1 0 0 0,0-1 0 0 0,0 0-1 0 0,0 1 1 0 0,0-1 0 0 0,0 1 0 0 0,0-1 0 0 0,0 0 0 0 0,0 1-1 0 0,1-1 1 0 0,-1 0 0 0 0,0 1 0 0 0,0-1 0 0 0,0 0 0 0 0,0 1-1 0 0,1-1 1 0 0,-1 0 0 0 0,0 1 0 0 0,0-1 0 0 0,1 0-1 0 0,-1 0 1 0 0,0 1 0 0 0,1-1 0 0 0,-1 0 0 0 0,0 0 0 0 0,1 0-1 0 0,-1 1 1 0 0,0-1 0 0 0,1 0 0 0 0,-1 0 0 0 0,0 0-1 0 0,1 0 1 0 0,-1 0 0 0 0,1 0 0 0 0,-1 0 0 0 0,0 0 0 0 0,1 0-1 0 0,1 1 0 0 0,0-1 1 0 0,0 1-1 0 0,0-1 0 0 0,0 1 0 0 0,0-1 0 0 0,0 0 0 0 0,0 0 0 0 0,0 0 0 0 0,0 0 0 0 0,0-1 0 0 0,0 1 0 0 0,3-1 0 0 0,135-64 199 0 0,-139 65-210 0 0,5 2-7 0 0,1 0 14 0 0,-8 17-1 0 0,-1-12-1 0 0,0 0 0 0 0,1 0 1 0 0,0 0-1 0 0,0 0 0 0 0,0 0 0 0 0,1 1 0 0 0,1 8 0 0 0,0 25 3 0 0,-1-41-1 0 0,0 1 0 0 0,0 0 0 0 0,0 0 0 0 0,0 0 0 0 0,0 0-1 0 0,0 0 1 0 0,0 0 0 0 0,0 0 0 0 0,1 0 0 0 0,-1 0-1 0 0,0 0 1 0 0,0-1 0 0 0,1 1 0 0 0,-1 0 0 0 0,1 0 0 0 0,-1 0-1 0 0,1-1 1 0 0,-1 1 0 0 0,1 0 0 0 0,-1 0 0 0 0,1-1-1 0 0,0 1 1 0 0,-1 0 0 0 0,1-1 0 0 0,0 1 0 0 0,0-1-1 0 0,0 1 1 0 0,-1-1 0 0 0,1 1 0 0 0,0-1 0 0 0,0 0 0 0 0,0 1-1 0 0,0-1 1 0 0,0 0 0 0 0,-1 0 0 0 0,1 0 0 0 0,0 1-1 0 0,0-1 1 0 0,0 0 0 0 0,0 0 0 0 0,0 0 0 0 0,0-1 0 0 0,0 1-1 0 0,0 0 1 0 0,0 0 0 0 0,0 0 0 0 0,-1-1 0 0 0,3 0-1 0 0,2 0 6 0 0,0-1 0 0 0,0 0 0 0 0,-1 0-1 0 0,1 0 1 0 0,0-1 0 0 0,-1 0 0 0 0,6-4-1 0 0,40-36-4 0 0,-30 23-5 0 0,1 2 1 0 0,0 0 0 0 0,2 2-1 0 0,0 0 1 0 0,1 1 0 0 0,0 2-1 0 0,27-12 1 0 0,-49 25-4 0 0,1-1 0 0 0,-1 1 0 0 0,1-1 0 0 0,-1 1 1 0 0,1 0-1 0 0,-1-1 0 0 0,1 1 0 0 0,-1 1 0 0 0,0-1 0 0 0,1 0 0 0 0,-1 1 1 0 0,1-1-1 0 0,-1 1 0 0 0,0 0 0 0 0,1-1 0 0 0,-1 1 0 0 0,0 0 1 0 0,4 3-1 0 0,36 33-41 0 0,-38-32 49 0 0,0 0 0 0 0,1 0 0 0 0,-1-1 0 0 0,1 1-1 0 0,1-1 1 0 0,-1 0 0 0 0,0-1 0 0 0,1 1 0 0 0,0-1 0 0 0,11 4 0 0 0,-1-4 0 0 0,0 0-1 0 0,1-1 0 0 0,-1-2 0 0 0,1 1 0 0 0,-1-2 0 0 0,0 0 0 0 0,1-1 0 0 0,-1 0 0 0 0,0-2 0 0 0,0 0 0 0 0,0 0 0 0 0,-1-2 0 0 0,1 0 0 0 0,16-9 0 0 0,-30 14 5 0 0,0 0-1 0 0,0 0 1 0 0,0 0-1 0 0,0 0 1 0 0,0 0-1 0 0,-1-1 0 0 0,1 1 1 0 0,0 0-1 0 0,-1-1 1 0 0,1 0-1 0 0,-1 1 1 0 0,3-4-1 0 0,-4 5 5 0 0,0 0 0 0 0,0-1 1 0 0,0 1-1 0 0,0 0 0 0 0,0-1 0 0 0,0 1 0 0 0,0-1 0 0 0,0 1 0 0 0,0 0 0 0 0,0-1 0 0 0,0 1 0 0 0,0 0 0 0 0,0-1 0 0 0,0 1 0 0 0,0 0 0 0 0,-1-1 0 0 0,1 1 1 0 0,0 0-1 0 0,0-1 0 0 0,0 1 0 0 0,0 0 0 0 0,-1 0 0 0 0,1-1 0 0 0,0 1 0 0 0,0 0 0 0 0,-1-1 0 0 0,1 1 0 0 0,0 0 0 0 0,-1 0 0 0 0,1 0 0 0 0,0-1 0 0 0,0 1 1 0 0,-1 0-1 0 0,1 0 0 0 0,0 0 0 0 0,-1 0 0 0 0,1 0 0 0 0,0 0 0 0 0,-1-1 0 0 0,-1 1 17 0 0,0 0 0 0 0,0-1 0 0 0,0 1 1 0 0,0 0-1 0 0,0 0 0 0 0,0 0 0 0 0,0 0 0 0 0,0 0 0 0 0,0 0 0 0 0,0 1 1 0 0,0-1-1 0 0,0 1 0 0 0,0-1 0 0 0,0 1 0 0 0,0 0 0 0 0,0 0 1 0 0,1 0-1 0 0,-1 0 0 0 0,0 0 0 0 0,1 0 0 0 0,-3 2 0 0 0,3-2-17 0 0,0 0-1 0 0,0 0 1 0 0,0 0-1 0 0,1 0 0 0 0,-1 0 1 0 0,0 0-1 0 0,1 0 1 0 0,-1 0-1 0 0,1 0 1 0 0,-1 0-1 0 0,1 0 0 0 0,0 0 1 0 0,-1 1-1 0 0,1-1 1 0 0,0 0-1 0 0,0 0 1 0 0,0 0-1 0 0,0 1 1 0 0,0-1-1 0 0,0 0 0 0 0,0 0 1 0 0,0 3-1 0 0,1-2 61 0 0,39 21 128 0 0,79-11-2008 0 0,-37-9-5445 0 0,-63-3 4410 0 0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5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80 44 0 0,'0'0'1923'0'0,"-12"-31"8778"0"0,11 27-10259 0 0,0 0-1 0 0,0 0 0 0 0,0 0 0 0 0,-1 0 0 0 0,1 0 0 0 0,-1 1 0 0 0,0-1 0 0 0,0 0 0 0 0,0 1 0 0 0,-6-6 0 0 0,7 8-350 0 0,-4 15-144 0 0,1 1 55 0 0,1-1 1 0 0,0 1-1 0 0,-1 19 1 0 0,2-17 6 0 0,-25 407 84 0 0,23-296-75 0 0,-8 16 100 0 0,12-142-95 0 0,2-48 8 0 0,1 1-1 0 0,3 1 1 0 0,13-56 0 0 0,-10 66-39 0 0,1 0 0 0 0,1 2 1 0 0,2-1-1 0 0,1 1 0 0 0,24-39 1 0 0,-30 59 2 0 0,1 1 1 0 0,0 0 0 0 0,0 0-1 0 0,1 1 1 0 0,1 0 0 0 0,-1 1-1 0 0,2 0 1 0 0,-1 1 0 0 0,21-11 0 0 0,-25 15-7 0 0,0 1 0 0 0,0-1 0 0 0,0 1 0 0 0,1 1 0 0 0,-1 0 0 0 0,1 0 0 0 0,0 0 0 0 0,-1 1 0 0 0,1 0 0 0 0,0 0 0 0 0,0 1 0 0 0,0 0 0 0 0,0 1 0 0 0,-1-1 0 0 0,1 1 0 0 0,0 1 0 0 0,0 0 0 0 0,10 3 0 0 0,-16-4 6 0 0,0-1 1 0 0,-1 1 0 0 0,1 0 0 0 0,0-1 0 0 0,0 1 0 0 0,-1 0 0 0 0,1 0-1 0 0,-1 0 1 0 0,1 0 0 0 0,-1 0 0 0 0,1 1 0 0 0,-1-1 0 0 0,0 0 0 0 0,1 1-1 0 0,-1-1 1 0 0,0 0 0 0 0,0 1 0 0 0,0 0 0 0 0,0-1 0 0 0,0 1 0 0 0,0 0-1 0 0,-1-1 1 0 0,1 1 0 0 0,-1 0 0 0 0,1 0 0 0 0,-1 0 0 0 0,1-1 0 0 0,-1 1-1 0 0,0 0 1 0 0,0 0 0 0 0,0 0 0 0 0,0 0 0 0 0,0 0 0 0 0,-1-1 0 0 0,1 1-1 0 0,0 0 1 0 0,-1 0 0 0 0,1 0 0 0 0,-1-1 0 0 0,0 1 0 0 0,0 0 0 0 0,1-1-1 0 0,-1 1 1 0 0,0 0 0 0 0,-2 1 0 0 0,-2 3-1 0 0,1 0 1 0 0,-1 0-1 0 0,0-1 0 0 0,-1 0 0 0 0,1 0 1 0 0,-1 0-1 0 0,0-1 0 0 0,0 1 0 0 0,-1-1 1 0 0,-8 3-1 0 0,0 0-60 0 0,-1-1-1 0 0,0-1 1 0 0,0-1 0 0 0,-1 0 0 0 0,1-1-1 0 0,-22 1 1 0 0,36-4-293 0 0,-19-5-4110 0 0,21 2 3852 0 0,0-2-566 0 0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7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9 380 0 0,'10'-8'17502'0'0,"-55"190"-17496"0"0,39-164 99 0 0,2-1 1 0 0,0 0 0 0 0,-1 21 0 0 0,5-36-116 0 0,-16 51 67 0 0,7-19-63 0 0,6-17 33 0 0,-2-1-1 0 0,0 0 0 0 0,-10 21 1 0 0,14-36 79 0 0,25-34 253 0 0,1 1 0 0 0,40-39 0 0 0,-48 56-357 0 0,2 2 0 0 0,-1 0 0 0 0,22-10 0 0 0,-38 22-15 0 0,-1 0 12 0 0,-1 1 0 0 0,0-1 0 0 0,1 1 0 0 0,-1 0-1 0 0,1-1 1 0 0,-1 1 0 0 0,1 0 0 0 0,-1 0-1 0 0,1 0 1 0 0,-1-1 0 0 0,1 1 0 0 0,0 0-1 0 0,-1 0 1 0 0,1 0 0 0 0,-1 0 0 0 0,1 0 0 0 0,-1 0-1 0 0,1 0 1 0 0,0 0 0 0 0,-1 0 0 0 0,1 0-1 0 0,-1 0 1 0 0,1 0 0 0 0,-1 0 0 0 0,1 1-1 0 0,-1-1 1 0 0,1 0 0 0 0,-1 0 0 0 0,1 1-1 0 0,-1-1 1 0 0,1 0 0 0 0,-1 1 0 0 0,1-1 0 0 0,-1 0-1 0 0,1 1 1 0 0,-1-1 0 0 0,0 1 0 0 0,1-1-1 0 0,-1 0 1 0 0,0 1 0 0 0,1 0 0 0 0,16 19-50 0 0,-1 31 87 0 0,-12-36-784 0 0,1 0-1 0 0,13 27 0 0 0,-15-35-1180 0 0,1 1-74 0 0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7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92 0 0,'0'0'1808'0'0,"1"0"-1664"0"0,-1 0 1 0 0,1-1-1 0 0,-1 1 0 0 0,1 0 1 0 0,0 0-1 0 0,-1 0 0 0 0,1 0 1 0 0,-1 0-1 0 0,1-1 0 0 0,-1 1 0 0 0,1 0 1 0 0,0 1-1 0 0,-1-1 0 0 0,1 0 1 0 0,-1 0-1 0 0,1 0 0 0 0,0 0 0 0 0,-1 0 1 0 0,1 1-1 0 0,-1-1 0 0 0,1 0 1 0 0,-1 0-1 0 0,1 1 0 0 0,6 7 298 0 0,-1 1 1 0 0,1-1-1 0 0,-2 1 1 0 0,0 0-1 0 0,0 1 0 0 0,0-1 1 0 0,-1 1-1 0 0,3 14 0 0 0,-3-4 72 0 0,-3-17-319 0 0,-1 0-1 0 0,0 0 0 0 0,1 0 0 0 0,0 0 0 0 0,-1 0 1 0 0,1 0-1 0 0,0 0 0 0 0,1 0 0 0 0,2 4 0 0 0,-3-6 534 0 0,3-4-533 0 0,82-67 622 0 0,-6 5-3017 0 0,-24 26-4048 0 0,-39 30 3380 0 0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8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75 356 0 0,'-6'-34'6284'0'0,"6"31"-5882"0"0,0 1 0 0 0,0-1 0 0 0,-1 0 0 0 0,1 0 0 0 0,-1 1 0 0 0,1-1 0 0 0,-1 0 0 0 0,0 1 0 0 0,-2-5 0 0 0,2 6 14 0 0,0 0-320 0 0,1 0-1 0 0,-1 0 1 0 0,0 1 0 0 0,-1-1 0 0 0,1 0 0 0 0,0 1 0 0 0,0-1-1 0 0,0 1 1 0 0,0-1 0 0 0,0 1 0 0 0,-1-1 0 0 0,1 1 0 0 0,0 0 0 0 0,0 0-1 0 0,-1-1 1 0 0,1 1 0 0 0,0 0 0 0 0,0 0 0 0 0,-1 0 0 0 0,1 0 0 0 0,0 1-1 0 0,0-1 1 0 0,-1 0 0 0 0,0 1 0 0 0,-9 3 37 0 0,1 1-1 0 0,-1 1 1 0 0,1-1-1 0 0,1 1 1 0 0,-17 14 0 0 0,23-17-101 0 0,-1 0 1 0 0,1 0-1 0 0,0 0 1 0 0,0 1-1 0 0,0-1 1 0 0,0 1 0 0 0,0 0-1 0 0,1 0 1 0 0,0 0-1 0 0,-1 0 1 0 0,2 0-1 0 0,-1 1 1 0 0,0-1-1 0 0,1 0 1 0 0,0 1-1 0 0,0 0 1 0 0,0 5-1 0 0,1-9-25 0 0,0 0 0 0 0,0 0-1 0 0,0 0 1 0 0,0 0-1 0 0,1 0 1 0 0,-1 0 0 0 0,0 0-1 0 0,1 0 1 0 0,-1 0-1 0 0,1 0 1 0 0,-1 0 0 0 0,1 0-1 0 0,-1 0 1 0 0,1 0-1 0 0,0-1 1 0 0,-1 1 0 0 0,1 0-1 0 0,0 0 1 0 0,0-1-1 0 0,0 1 1 0 0,0 0 0 0 0,-1-1-1 0 0,1 1 1 0 0,0-1-1 0 0,0 0 1 0 0,0 1 0 0 0,0-1-1 0 0,0 1 1 0 0,0-1-1 0 0,0 0 1 0 0,0 0 0 0 0,0 0-1 0 0,0 0 1 0 0,0 0-1 0 0,1 0 1 0 0,-1 0 0 0 0,2 0-1 0 0,38-6 48 0 0,-41 6-54 0 0,21-6-22 0 0,-1-1 0 0 0,0-1 0 0 0,20-11-1 0 0,-39 18 8 0 0,44 49 47 0 0,-42-47-28 0 0,0 0 0 0 0,-1-1 0 0 0,1 1 0 0 0,0-1 0 0 0,-1 0 0 0 0,1 1 0 0 0,0-1 0 0 0,0 0 0 0 0,-1-1 0 0 0,1 1 0 0 0,0 0 0 0 0,-1-1 0 0 0,1 1 0 0 0,0-1 0 0 0,-1 0 0 0 0,1 0 0 0 0,3-2 0 0 0,-3 1-17 0 0,13-5 16 0 0,0-1 0 0 0,-1-1 0 0 0,0-1 0 0 0,18-15 0 0 0,-9 6-6 0 0,40-23-1 0 0,-59 39 1 0 0,1 1-1 0 0,-1-1 1 0 0,0 1-1 0 0,0 0 1 0 0,1 0-1 0 0,0 1 1 0 0,-1 0-1 0 0,1 0 1 0 0,0 0-1 0 0,-1 1 0 0 0,1-1 1 0 0,0 1-1 0 0,6 1 1 0 0,-8 0 1 0 0,-1 0 0 0 0,0 0 0 0 0,1 0 1 0 0,-1 0-1 0 0,0 0 0 0 0,0 1 0 0 0,0-1 0 0 0,0 1 1 0 0,0 0-1 0 0,0 0 0 0 0,-1 0 0 0 0,1 0 0 0 0,0 1 1 0 0,-1-1-1 0 0,0 1 0 0 0,1-1 0 0 0,-1 1 1 0 0,0 0-1 0 0,-1 0 0 0 0,1 0 0 0 0,0 0 0 0 0,-1 0 1 0 0,2 4-1 0 0,-2-1 4 0 0,0 0 0 0 0,-1 0 1 0 0,1 1-1 0 0,-1-1 0 0 0,0 0 0 0 0,-1 0 1 0 0,1 0-1 0 0,-1 1 0 0 0,-1-1 1 0 0,1 0-1 0 0,-1 0 0 0 0,0 0 1 0 0,0-1-1 0 0,-1 1 0 0 0,0 0 0 0 0,0-1 1 0 0,-5 8-1 0 0,7-11 17 0 0,23-22 92 0 0,-2 1-136 0 0,37-26 0 0 0,-42 36 13 0 0,0 1 0 0 0,0 1 0 0 0,18-6-1 0 0,-28 12 10 0 0,0-1-1 0 0,0 1 1 0 0,0 0-1 0 0,0 0 0 0 0,0 0 1 0 0,0 1-1 0 0,0 0 1 0 0,0 0-1 0 0,1 0 0 0 0,-1 0 1 0 0,0 1-1 0 0,0 0 1 0 0,0 0-1 0 0,6 3 0 0 0,-9-4 4 0 0,-1 1-1 0 0,1 0 1 0 0,-1 0-1 0 0,1 0 1 0 0,-1 1-1 0 0,1-1 1 0 0,-1 0-1 0 0,1 1 1 0 0,-1-1-1 0 0,0 0 1 0 0,0 1-1 0 0,0-1 1 0 0,0 1-1 0 0,0 0 1 0 0,0-1-1 0 0,0 1 1 0 0,-1 0-1 0 0,1 0 0 0 0,-1-1 1 0 0,1 1-1 0 0,-1 0 1 0 0,1 3-1 0 0,-1-3-2 0 0,0 0-104 0 0,0 0 1 0 0,0 0-1 0 0,0 0 1 0 0,-1 1-1 0 0,1-1 0 0 0,0 0 1 0 0,-1 0-1 0 0,1 0 1 0 0,-1 0-1 0 0,0 0 0 0 0,0 0 1 0 0,0 0-1 0 0,0 0 1 0 0,0 0-1 0 0,0 0 0 0 0,-1-1 1 0 0,1 1-1 0 0,0 0 1 0 0,-1-1-1 0 0,1 1 0 0 0,-1-1 1 0 0,0 0-1 0 0,0 1 0 0 0,1-1 1 0 0,-1 0-1 0 0,0 0 1 0 0,0 0-1 0 0,-3 1 0 0 0,3-1-789 0 0,-5 0-1282 0 0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9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64 616 0 0,'15'-44'5959'0'0,"-11"33"-3913"0"0,-2 3-2003 0 0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09:49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1 113 436 0 0,'0'2'146'0'0,"0"-1"0"0"0,0 1 0 0 0,0 0 0 0 0,0-1 1 0 0,0 1-1 0 0,0-1 0 0 0,0 1 0 0 0,1-1 0 0 0,-1 1 0 0 0,0-1 0 0 0,1 1 0 0 0,-1-1 0 0 0,1 0 1 0 0,0 1-1 0 0,0-1 0 0 0,-1 0 0 0 0,1 1 0 0 0,0-1 0 0 0,0 0 0 0 0,0 0 0 0 0,0 0 1 0 0,0 0-1 0 0,0 0 0 0 0,1 0 0 0 0,-1 0 0 0 0,2 1 0 0 0,-1-1 183 0 0,31-5 888 0 0,11-9-606 0 0,-28 7-484 0 0,0 1-1 0 0,0 1 0 0 0,0 0 1 0 0,1 2-1 0 0,-1-1 0 0 0,19 2 1 0 0,26 2 10 0 0,-23 1-122 0 0,0-2 0 0 0,53-7 0 0 0,-81 6 22 0 0,0-1 0 0 0,0 0 0 0 0,0 0 1 0 0,0-1-1 0 0,-1-1 0 0 0,1 0 1 0 0,-1 0-1 0 0,0-1 0 0 0,0 0 1 0 0,0 0-1 0 0,-1-1 0 0 0,0 0 0 0 0,0-1 1 0 0,7-7-1 0 0,-15 14-11 0 0,1-1 0 0 0,-1 1 0 0 0,0-1 0 0 0,1 0 0 0 0,-1 1 0 0 0,1-1 0 0 0,-1 1 0 0 0,0-1 0 0 0,0 0 0 0 0,1 1 0 0 0,-1-1 0 0 0,0 0 0 0 0,0 1 0 0 0,0-1 0 0 0,0 0 0 0 0,0 0 0 0 0,0 1 0 0 0,0-1 0 0 0,0 0 0 0 0,0 1 0 0 0,0-1 1 0 0,0 0-1 0 0,0 1 0 0 0,0-1 0 0 0,0 0 0 0 0,-1 0 0 0 0,1 1 0 0 0,0-1 0 0 0,-1 1 0 0 0,1-1 0 0 0,0 0 0 0 0,-1 1 0 0 0,1-1 0 0 0,-1 1 0 0 0,1-1 0 0 0,-1 1 0 0 0,1-1 0 0 0,-1 1 0 0 0,1-1 0 0 0,-1 1 0 0 0,1 0 0 0 0,-1-1 0 0 0,-1 0 0 0 0,0 0 22 0 0,0 0-1 0 0,0 0 1 0 0,0 0 0 0 0,0 0-1 0 0,0 1 1 0 0,0-1 0 0 0,0 0-1 0 0,0 1 1 0 0,0 0 0 0 0,-1-1-1 0 0,1 1 1 0 0,0 0 0 0 0,-3 0-1 0 0,-5 2 79 0 0,5-2-26 0 0,0 0 0 0 0,0 1 0 0 0,0 0 0 0 0,0 0 0 0 0,0 1 0 0 0,0-1 0 0 0,-8 5 0 0 0,12-5-40 0 0,1-1-53 0 0,-1 0 0 0 0,1 0 0 0 0,0 0 0 0 0,0 0 0 0 0,0 0 0 0 0,0 0 0 0 0,-1 0 0 0 0,1 0 1 0 0,0 1-1 0 0,0-1 0 0 0,0 0 0 0 0,0 0 0 0 0,0 0 0 0 0,-1 0 0 0 0,1 0 0 0 0,0 0 0 0 0,0 0 0 0 0,0 1 1 0 0,0-1-1 0 0,0 0 0 0 0,0 0 0 0 0,0 0 0 0 0,0 0 0 0 0,0 1 0 0 0,0-1 0 0 0,-1 0 0 0 0,1 0 0 0 0,0 0 0 0 0,0 0 1 0 0,0 1-1 0 0,0-1 0 0 0,0 0 0 0 0,0 0 0 0 0,0 0 0 0 0,0 0 0 0 0,0 1 0 0 0,0-1 0 0 0,1 0 0 0 0,-1 0 1 0 0,0 0-1 0 0,0 0 0 0 0,0 1 0 0 0,0-1 0 0 0,0 0 0 0 0,0 0 0 0 0,0 0 0 0 0,0 0 0 0 0,0 0 0 0 0,0 0 0 0 0,1 1 1 0 0,-1-1-1 0 0,0 0 0 0 0,0 0 0 0 0,0 0 0 0 0,0 0 0 0 0,0 0 0 0 0,1 0 0 0 0,-1 0 0 0 0,51 0 65 0 0,-49 0-70 0 0,19 31 391 0 0,-9-6 16 0 0,-1 0 1 0 0,13 46-1 0 0,-7-19-71 0 0,-11-30-245 0 0,0 0-1 0 0,-1 0 1 0 0,-1 1-1 0 0,-2 0 1 0 0,0-1-1 0 0,-1 1 1 0 0,-3 28-1 0 0,-1-16-2 0 0,-2-1 0 0 0,-1 1 0 0 0,-1-1 0 0 0,-13 34 0 0 0,18-62-22 0 0,0 0 0 0 0,0 0 0 0 0,-1 0 0 0 0,0-1-1 0 0,0 1 1 0 0,0-1 0 0 0,-1 0 0 0 0,1 0 0 0 0,-1 0-1 0 0,0 0 1 0 0,-1-1 0 0 0,1 1 0 0 0,-1-1-1 0 0,0 0 1 0 0,0-1 0 0 0,0 1 0 0 0,-1-1 0 0 0,-6 3-1 0 0,10-5-32 0 0,1-1 0 0 0,-1 1-1 0 0,1-1 1 0 0,-1 0 0 0 0,1 0-1 0 0,-1 0 1 0 0,1 1-1 0 0,-1-1 1 0 0,1-1 0 0 0,-1 1-1 0 0,1 0 1 0 0,-1 0 0 0 0,1-1-1 0 0,-1 1 1 0 0,1 0 0 0 0,-1-1-1 0 0,1 0 1 0 0,-1 1-1 0 0,1-1 1 0 0,0 0 0 0 0,-1 0-1 0 0,1 1 1 0 0,0-1 0 0 0,0 0-1 0 0,0 0 1 0 0,0-1-1 0 0,-1 1 1 0 0,2 0 0 0 0,-1 0-1 0 0,0 0 1 0 0,0-1 0 0 0,0 1-1 0 0,0 0 1 0 0,1-1 0 0 0,-2-1-1 0 0,0-3 58 0 0,0 1 1 0 0,0-1-1 0 0,0 0 0 0 0,1 0 0 0 0,0 0 0 0 0,0 0 0 0 0,0-9 1 0 0,2-1-12 0 0,1-1 1 0 0,1 0 0 0 0,0 1-1 0 0,1 0 1 0 0,1 0 0 0 0,1 0-1 0 0,0 0 1 0 0,1 1 0 0 0,0 0-1 0 0,2 0 1 0 0,0 1 0 0 0,0 0-1 0 0,16-17 1 0 0,7-6-177 0 0,1 2 0 0 0,2 2 0 0 0,54-41 0 0 0,-43 40-1389 0 0,93-50-1 0 0,-7 19-6224 0 0,-65 35 3232 0 0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2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1542 540 0 0,'0'-1'145'0'0,"1"0"0"0"0,-1 1 1 0 0,0-1-1 0 0,0 0 0 0 0,1 1 0 0 0,-1-1 0 0 0,0 0 0 0 0,1 0 0 0 0,-1 1 1 0 0,0-1-1 0 0,1 1 0 0 0,-1-1 0 0 0,1 0 0 0 0,-1 1 0 0 0,1-1 1 0 0,-1 1-1 0 0,1-1 0 0 0,0 1 0 0 0,-1-1 0 0 0,1 1 0 0 0,0 0 1 0 0,-1-1-1 0 0,1 1 0 0 0,0 0 0 0 0,-1-1 0 0 0,1 1 0 0 0,0 0 0 0 0,0 0 1 0 0,0 0-1 0 0,44-24-157 0 0,-19 10 419 0 0,18-11-227 0 0,319-203 879 0 0,-324 199-946 0 0,-2-1 0 0 0,-1-2 0 0 0,-2-2 0 0 0,-1-1 0 0 0,-2-2 1 0 0,53-80-1 0 0,-66 86-59 0 0,-1-1 1 0 0,-1-1 0 0 0,-2-1 0 0 0,17-62-1 0 0,-25 70-31 0 0,-1 0 0 0 0,-2 1 0 0 0,0-1-1 0 0,-2 0 1 0 0,-1-1 0 0 0,-1 1-1 0 0,-7-42 1 0 0,1 39-11 0 0,0-1 1 0 0,-2 1-1 0 0,-2 0 0 0 0,0 1 1 0 0,-2 0-1 0 0,-1 1 0 0 0,-1 1 0 0 0,-1 0 1 0 0,-1 1-1 0 0,-2 1 0 0 0,0 0 1 0 0,-1 2-1 0 0,-2 0 0 0 0,0 1 0 0 0,-27-18 1 0 0,47 37-14 0 0,-1 0 0 0 0,1 0 0 0 0,-1 1 0 0 0,0-1 0 0 0,1 1 0 0 0,-1 0 0 0 0,0 0 0 0 0,0-1 0 0 0,0 2 0 0 0,0-1 0 0 0,0 0 0 0 0,0 1 0 0 0,-1-1 0 0 0,1 1 0 0 0,0 0 0 0 0,0 0 1 0 0,0 0-1 0 0,-4 1 0 0 0,5 0-1 0 0,-1 0 1 0 0,1 0-1 0 0,0 1 1 0 0,0-1 0 0 0,0 0-1 0 0,0 1 1 0 0,0 0-1 0 0,0-1 1 0 0,0 1 0 0 0,0 0-1 0 0,1 0 1 0 0,-1 0-1 0 0,1 0 1 0 0,-1 0-1 0 0,1 0 1 0 0,0 0 0 0 0,0 1-1 0 0,0-1 1 0 0,0 0-1 0 0,0 1 1 0 0,0-1 0 0 0,1 1-1 0 0,-1 3 1 0 0,-9 61 24 0 0,2 0 0 0 0,3 117 0 0 0,5-118 12 0 0,-1 2 23 0 0,24 700 528 0 0,4-615-340 0 0,-27-152-230 0 0,0 0 0 0 0,0-1 0 0 0,0 1 0 0 0,0 0 0 0 0,1-1 0 0 0,-1 1 0 0 0,0 0 0 0 0,0-1 0 0 0,0 1 0 0 0,1-1 0 0 0,-1 1 0 0 0,0 0 0 0 0,1-1 0 0 0,-1 1 0 0 0,1-1 0 0 0,-1 1 0 0 0,0-1 0 0 0,1 1-1 0 0,-1-1 1 0 0,1 1 0 0 0,-1-1 0 0 0,1 0 0 0 0,0 1 0 0 0,-1-1 0 0 0,1 0 0 0 0,-1 1 0 0 0,1-1 0 0 0,0 0 0 0 0,-1 0 0 0 0,1 1 0 0 0,0-1 0 0 0,-1 0 0 0 0,1 0 0 0 0,0 0 0 0 0,0 0 0 0 0,2-1 4 0 0,-1 1 0 0 0,1-1 0 0 0,-1 0 0 0 0,1 0 0 0 0,-1 0 0 0 0,0-1 0 0 0,0 1 0 0 0,1 0 0 0 0,-1-1 0 0 0,2-1 0 0 0,44-46 127 0 0,-47 48-128 0 0,23-27 67 0 0,2 1 0 0 0,57-47 0 0 0,-82 74-88 0 0,0-1 0 0 0,1 0 0 0 0,-1 1 0 0 0,0-1 0 0 0,0 1 0 0 0,0 0 0 0 0,0-1 0 0 0,1 1 0 0 0,-1 0 0 0 0,0 0 0 0 0,0 0 0 0 0,1 0 0 0 0,-1 0 0 0 0,0 0 0 0 0,0 0 0 0 0,1 0 0 0 0,-1 0 0 0 0,0 0 0 0 0,0 1 0 0 0,1-1 0 0 0,-1 1 0 0 0,0-1 0 0 0,0 1 0 0 0,0-1 0 0 0,0 1 0 0 0,0 0 0 0 0,0-1 0 0 0,0 1 0 0 0,0 0 0 0 0,0 0 0 0 0,0 0 0 0 0,0 0 0 0 0,1 1-1 0 0,26 36-27 0 0,-25-33 36 0 0,8 14-4 0 0,2 1 0 0 0,1-2 0 0 0,0 0 0 0 0,1 0 0 0 0,31 26 0 0 0,-41-40 4 0 0,0 1 0 0 0,1-2 0 0 0,0 1 0 0 0,0-1 0 0 0,0 0 1 0 0,0 0-1 0 0,0 0 0 0 0,1-1 0 0 0,-1 0 0 0 0,1 0 0 0 0,-1-1 0 0 0,1 0 0 0 0,0 0 0 0 0,0-1 1 0 0,-1 1-1 0 0,1-1 0 0 0,0-1 0 0 0,0 1 0 0 0,0-1 0 0 0,-1-1 0 0 0,1 1 0 0 0,-1-1 0 0 0,12-5 1 0 0,6-5 2 0 0,-1-2 0 0 0,-1 0 1 0 0,0-2-1 0 0,-1 0 1 0 0,28-29-1 0 0,-13 13-28 0 0,-34 31 7 0 0,-2 0 11 0 0,0 1 0 0 0,0 0 0 0 0,0 0 0 0 0,0 0 0 0 0,0-1 0 0 0,0 1 0 0 0,0 0 0 0 0,0 0 1 0 0,0 0-1 0 0,0 0 0 0 0,0-1 0 0 0,0 1 0 0 0,1 0 0 0 0,-1 0 0 0 0,0 0 0 0 0,0 0 0 0 0,0 0 0 0 0,0-1 0 0 0,0 1 0 0 0,1 0 0 0 0,-1 0 0 0 0,0 0 0 0 0,0 0 0 0 0,0 0 1 0 0,1 0-1 0 0,-1 0 0 0 0,0 0 0 0 0,0 0 0 0 0,0-1 0 0 0,0 1 0 0 0,1 0 0 0 0,-1 0 0 0 0,0 0 0 0 0,0 0 0 0 0,0 0 0 0 0,1 0 0 0 0,-1 0 0 0 0,0 0 0 0 0,0 1 1 0 0,0-1-1 0 0,1 0 0 0 0,-1 0 0 0 0,0 0 0 0 0,0 0 0 0 0,0 0 0 0 0,1 0 0 0 0,-1 0 0 0 0,0 0 0 0 0,0 0 0 0 0,0 1 0 0 0,0-1 0 0 0,0 0 0 0 0,1 0 0 0 0,-1 0 0 0 0,0 0 1 0 0,0 0-1 0 0,0 1 0 0 0,0-1 0 0 0,0 0 0 0 0,0 0 0 0 0,0 0 0 0 0,1 1 0 0 0,9 13-7 0 0,-7-9 18 0 0,-1-1 0 0 0,1 1 0 0 0,0-1 0 0 0,0 0 0 0 0,0 0 0 0 0,0 0 0 0 0,1 0 0 0 0,0 0 0 0 0,0-1 0 0 0,0 1 0 0 0,0-1 0 0 0,0 0 0 0 0,9 4 0 0 0,-12-7 25 0 0,1 1 0 0 0,-1 0-1 0 0,1-1 1 0 0,-1 1-1 0 0,1-1 1 0 0,0 0-1 0 0,0 0 1 0 0,-1 0-1 0 0,1 1 1 0 0,0-1 0 0 0,-1-1-1 0 0,1 1 1 0 0,0 0-1 0 0,-1 0 1 0 0,1-1-1 0 0,0 1 1 0 0,-1-1-1 0 0,1 1 1 0 0,-1-1 0 0 0,1 0-1 0 0,-1 0 1 0 0,1 1-1 0 0,-1-1 1 0 0,3-2-1 0 0,11-49 431 0 0,-14 50-447 0 0,17-19 37 0 0,-17 20-45 0 0,1 0 0 0 0,5-1-4 0 0,-5 1 0 0 0,-2 1 4 0 0,8-30 86 0 0,-8 28-46 0 0,-1 8-45 0 0,-1 1 10 0 0,1 1 0 0 0,0 0 0 0 0,1 0 0 0 0,-1 0-1 0 0,1 0 1 0 0,1 0 0 0 0,0-1 0 0 0,0 1 0 0 0,0 0 0 0 0,1 0 0 0 0,0-1-1 0 0,5 13 1 0 0,-5-15-2 0 0,1 0 0 0 0,-1-1-1 0 0,1 1 1 0 0,0-1 0 0 0,0 1-1 0 0,0-1 1 0 0,0 0 0 0 0,1 0-1 0 0,0 0 1 0 0,0-1 0 0 0,0 1-1 0 0,0-1 1 0 0,0 0 0 0 0,1 0-1 0 0,-1-1 1 0 0,1 1 0 0 0,0-1-1 0 0,0 0 1 0 0,0 0 0 0 0,10 2-1 0 0,-10-4-5 0 0,-1 1-1 0 0,1-1 0 0 0,-1 0 0 0 0,1 0 0 0 0,0-1 0 0 0,-1 1 0 0 0,1-1 0 0 0,-1 0 0 0 0,1 0 1 0 0,-1-1-1 0 0,0 1 0 0 0,1-1 0 0 0,-1 0 0 0 0,0 0 0 0 0,0 0 0 0 0,0-1 0 0 0,0 1 1 0 0,-1-1-1 0 0,1 0 0 0 0,-1 0 0 0 0,0 0 0 0 0,6-8 0 0 0,-2 2 6 0 0,0-1 0 0 0,0 0 1 0 0,-1-1-1 0 0,0 1 0 0 0,-1-1 0 0 0,0 0 0 0 0,4-18 0 0 0,1-31 156 0 0,-10 58-58 0 0,2 8-92 0 0,3 7 63 0 0,0 1 1 0 0,1 0 0 0 0,1-1-1 0 0,0 0 1 0 0,16 23-1 0 0,-17-29-336 0 0,0-1 0 0 0,0 1-1 0 0,0-1 1 0 0,1-1 0 0 0,7 6 0 0 0,-9-7-493 0 0,0-1 0 0 0,0 0 0 0 0,0-1 0 0 0,1 1 0 0 0,-1-1 0 0 0,1 0 0 0 0,0-1 0 0 0,8 2 0 0 0,-2-2-2128 0 0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2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1 120 0 0,'0'0'3388'0'0,"3"4"-2968"0"0,6 4-175 0 0,-2 1 0 0 0,1 0 0 0 0,-1 0 0 0 0,0 0 0 0 0,-1 1 0 0 0,0 0 0 0 0,-1 1 0 0 0,0-1 0 0 0,-1 1 0 0 0,0 0 0 0 0,0 0 0 0 0,-1 0 0 0 0,-1 1 0 0 0,2 17 0 0 0,-20 25 1753 0 0,14-55-1814 0 0,2 2-176 0 0,-1-1 0 0 0,1 0 0 0 0,0 0 1 0 0,0 0-1 0 0,-1 0 0 0 0,1 0 0 0 0,0 0 0 0 0,0 0 0 0 0,-1 0 0 0 0,1 0 0 0 0,0 0 0 0 0,0 0 0 0 0,-1 0 1 0 0,1 0-1 0 0,0 0 0 0 0,0 0 0 0 0,-1 0 0 0 0,1 0 0 0 0,0 0 0 0 0,0 0 0 0 0,-1 0 0 0 0,1 0 1 0 0,0-1-1 0 0,0 1 0 0 0,-1 0 0 0 0,1 0 0 0 0,0 0 0 0 0,0 0 0 0 0,0 0 0 0 0,-1-1 0 0 0,1 1 1 0 0,0 0-1 0 0,0 0 0 0 0,0 0 0 0 0,0-1 0 0 0,0 1 0 0 0,-1 0 0 0 0,1 0 0 0 0,0-1 0 0 0,0 1 0 0 0,0 0 1 0 0,-1-5 13 0 0,0 0 0 0 0,1 1 0 0 0,-1-1 0 0 0,1 0 0 0 0,0 1 1 0 0,1-1-1 0 0,-1 0 0 0 0,1 1 0 0 0,0-1 0 0 0,0 1 1 0 0,0-1-1 0 0,1 1 0 0 0,-1-1 0 0 0,1 1 0 0 0,0 0 0 0 0,0 0 1 0 0,1 0-1 0 0,5-8 0 0 0,-4 7-13 0 0,1-1 0 0 0,0 1 0 0 0,0 0 0 0 0,1 1 1 0 0,-1-1-1 0 0,1 1 0 0 0,0 0 0 0 0,0 0 0 0 0,0 1 0 0 0,1 0 0 0 0,-1 0 1 0 0,12-3-1 0 0,-15 5-9 0 0,1 0 1 0 0,-1 1-1 0 0,1 0 1 0 0,-1 0-1 0 0,1 0 1 0 0,-1 0 0 0 0,1 0-1 0 0,-1 1 1 0 0,1-1-1 0 0,-1 1 1 0 0,0 0-1 0 0,1 0 1 0 0,-1 1-1 0 0,0-1 1 0 0,1 1 0 0 0,-1-1-1 0 0,0 1 1 0 0,0 0-1 0 0,-1 0 1 0 0,1 0-1 0 0,0 1 1 0 0,0-1-1 0 0,-1 0 1 0 0,4 6 0 0 0,-1-2 3 0 0,0 0 0 0 0,-1 0 0 0 0,0 0 0 0 0,0 1 0 0 0,-1 0 0 0 0,0 0 0 0 0,0-1 0 0 0,0 2 0 0 0,1 7 0 0 0,-4-14 5 0 0,0-1-1 0 0,0 0 0 0 0,0 1 0 0 0,0-1 0 0 0,1 1 1 0 0,-1-1-1 0 0,0 0 0 0 0,0 1 0 0 0,0-1 0 0 0,0 0 1 0 0,0 1-1 0 0,1-1 0 0 0,-1 0 0 0 0,0 1 0 0 0,0-1 1 0 0,0 0-1 0 0,1 0 0 0 0,-1 1 0 0 0,0-1 0 0 0,1 0 1 0 0,-1 0-1 0 0,0 1 0 0 0,1-1 0 0 0,-1 0 0 0 0,0 0 1 0 0,1 0-1 0 0,-1 0 0 0 0,0 1 0 0 0,1-1 0 0 0,-1 0 1 0 0,0 0-1 0 0,1 0 0 0 0,-1 0 0 0 0,0 0 0 0 0,1 0 1 0 0,0 0-1 0 0,17-8 136 0 0,30-33-87 0 0,-21 18 14 0 0,-11 11-62 0 0,-10 7-11 0 0,1 0-1 0 0,0 0 1 0 0,0 1 0 0 0,0-1-1 0 0,1 2 1 0 0,-1-1-1 0 0,13-3 1 0 0,-17 6-8 0 0,28 19-10 0 0,-28-12 24 0 0,-1 0 0 0 0,0 1 1 0 0,0-1-1 0 0,0 1 0 0 0,0-1 0 0 0,0 14 0 0 0,2 2-22 0 0,-3-15-189 0 0,1-1 1 0 0,1 0-1 0 0,-1 0 0 0 0,1-1 1 0 0,0 1-1 0 0,0 0 0 0 0,7 8 1 0 0,19 15-5080 0 0,-17-22 2850 0 0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3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38 604 0 0,'0'0'681'0'0,"-1"-14"2871"0"0,0 12-3398 0 0,1 1-1 0 0,-1 0 1 0 0,0-1-1 0 0,0 1 1 0 0,1 0-1 0 0,-1-1 0 0 0,0 1 1 0 0,0 0-1 0 0,0 0 1 0 0,-1 0-1 0 0,1 0 1 0 0,0 0-1 0 0,0 0 1 0 0,-1 0-1 0 0,1 0 1 0 0,0 0-1 0 0,-1 0 1 0 0,1 1-1 0 0,0-1 1 0 0,-1 1-1 0 0,1-1 1 0 0,-1 1-1 0 0,0 0 1 0 0,-1-1-1 0 0,-1 1-10 0 0,0 0 1 0 0,-1 0-1 0 0,1 1 0 0 0,0-1 1 0 0,0 1-1 0 0,0 0 0 0 0,0 0 0 0 0,0 1 1 0 0,-5 2-1 0 0,-2 1 56 0 0,0 1 0 0 0,0 0-1 0 0,1 1 1 0 0,0 0 0 0 0,-18 16 0 0 0,28-22-190 0 0,-1-1 1 0 0,0 0 0 0 0,1 1 0 0 0,-1-1 0 0 0,0 1-1 0 0,1-1 1 0 0,-1 1 0 0 0,1-1 0 0 0,-1 1-1 0 0,0-1 1 0 0,1 1 0 0 0,0 0 0 0 0,-1-1-1 0 0,1 1 1 0 0,-1 0 0 0 0,1-1 0 0 0,0 1 0 0 0,-1 0-1 0 0,1 0 1 0 0,0-1 0 0 0,0 1 0 0 0,-1 0-1 0 0,1 0 1 0 0,0-1 0 0 0,0 1 0 0 0,0 0-1 0 0,0 0 1 0 0,0 0 0 0 0,0-1 0 0 0,0 1-1 0 0,1 0 1 0 0,-1 0 0 0 0,0-1 0 0 0,0 1 0 0 0,0 0-1 0 0,1 0 1 0 0,-1-1 0 0 0,0 1 0 0 0,1 0-1 0 0,-1-1 1 0 0,1 1 0 0 0,-1 0 0 0 0,1-1-1 0 0,-1 1 1 0 0,1-1 0 0 0,-1 1 0 0 0,1-1 0 0 0,0 1-1 0 0,-1-1 1 0 0,1 1 0 0 0,0-1 0 0 0,-1 1-1 0 0,1-1 1 0 0,0 0 0 0 0,0 0 0 0 0,-1 1-1 0 0,1-1 1 0 0,0 0 0 0 0,0 0 0 0 0,-1 0 0 0 0,2 0-1 0 0,49 5 144 0 0,-49-5-137 0 0,4 0-4 0 0,-1 0-11 0 0,-1-1 1 0 0,0 1 0 0 0,0 0 0 0 0,0 1 0 0 0,0-1 0 0 0,1 1 0 0 0,-1 0 0 0 0,0 0-1 0 0,0 0 1 0 0,0 0 0 0 0,0 1 0 0 0,-1 0 0 0 0,1-1 0 0 0,0 1 0 0 0,-1 1 0 0 0,1-1-1 0 0,-1 0 1 0 0,0 1 0 0 0,4 3 0 0 0,-5-4 2 0 0,1 0 0 0 0,-1 0 0 0 0,1-1 0 0 0,-1 1 0 0 0,1-1-1 0 0,0 1 1 0 0,0-1 0 0 0,0 0 0 0 0,0 0 0 0 0,0 0 0 0 0,0-1 0 0 0,0 1 0 0 0,0-1 0 0 0,0 1 0 0 0,0-1-1 0 0,0 0 1 0 0,0 0 0 0 0,0-1 0 0 0,1 1 0 0 0,-1-1 0 0 0,0 1 0 0 0,0-1 0 0 0,0 0 0 0 0,-1 0 0 0 0,1 0-1 0 0,0-1 1 0 0,0 1 0 0 0,0-1 0 0 0,4-3 0 0 0,7-5 11 0 0,-1 0 0 0 0,0-2-1 0 0,-1 1 1 0 0,15-19 0 0 0,-14 13-17 0 0,-13 16-2 0 0,1 1-1 0 0,-1-1 1 0 0,1 0-1 0 0,-1 0 1 0 0,1 0 0 0 0,0 0-1 0 0,-1 0 1 0 0,1 1 0 0 0,0-1-1 0 0,0 0 1 0 0,0 0-1 0 0,-1 1 1 0 0,1-1 0 0 0,0 1-1 0 0,0-1 1 0 0,0 1 0 0 0,0-1-1 0 0,0 1 1 0 0,0 0-1 0 0,0-1 1 0 0,0 1 0 0 0,0 0-1 0 0,0 0 1 0 0,0 0 0 0 0,1 0-1 0 0,0 0 1 0 0,13 27 4 0 0,-6-20-11 0 0,-4-3 24 0 0,-1 1 0 0 0,1-1 0 0 0,0 0 0 0 0,1-1 1 0 0,-1 1-1 0 0,0-1 0 0 0,1 0 0 0 0,0-1 0 0 0,0 1 0 0 0,0-1 1 0 0,0 0-1 0 0,0-1 0 0 0,0 0 0 0 0,1 1 0 0 0,-1-2 0 0 0,0 1 1 0 0,13-1-1 0 0,12-4 217 0 0,-1-2 0 0 0,35-11 0 0 0,-49 13-146 0 0,-10 3-684 0 0,0 0 0 0 0,0 1 0 0 0,0-1-1 0 0,1 1 1 0 0,-1 1 0 0 0,11 1 0 0 0,-5-1-2746 0 0,1-1 167 0 0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6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1103 8277 0 0,'-31'18'99'0'0,"41"-33"327"0"0,48-40-65 0 0,18-5-294 0 0,-3-4 0 0 0,124-140-1 0 0,-167 167-46 0 0,-2-1-1 0 0,-2-1 0 0 0,-1-2 0 0 0,-2 0 1 0 0,-2-2-1 0 0,-1 0 0 0 0,-3-1 1 0 0,13-52-1 0 0,-22 69-16 0 0,-1-1 0 0 0,-1 0 1 0 0,-2 0-1 0 0,-1-1 0 0 0,-1 0 0 0 0,-2 1 1 0 0,-3-33-1 0 0,3 55 24 0 0,0 5-23 0 0,0-1 1 0 0,0 1-1 0 0,0-1 1 0 0,0 1 0 0 0,0-1-1 0 0,0 0 1 0 0,0 1-1 0 0,-1-1 1 0 0,1 1 0 0 0,0-1-1 0 0,-1 1 1 0 0,1 0-1 0 0,-1-1 1 0 0,0 1-1 0 0,1-1 1 0 0,-1 1 0 0 0,0 0-1 0 0,0 0 1 0 0,0-1-1 0 0,0 1 1 0 0,0 0 0 0 0,0 0-1 0 0,0 0 1 0 0,-1 0-1 0 0,1 0 1 0 0,-1 0 0 0 0,-1 2 2 0 0,0 0 0 0 0,1 0 0 0 0,0 1 0 0 0,-1-1 0 0 0,1 1 0 0 0,0 0 0 0 0,0 0 1 0 0,0-1-1 0 0,0 1 0 0 0,0 1 0 0 0,0-1 0 0 0,-1 3 0 0 0,-3 1 21 0 0,-13 15 31 0 0,1 1 0 0 0,2 1 0 0 0,0 1 0 0 0,-16 31 0 0 0,-45 109 260 0 0,61-128-225 0 0,-1 2-11 0 0,2 1 0 0 0,1 1 0 0 0,3 1 0 0 0,1-1 0 0 0,2 2 0 0 0,1-1 0 0 0,3 1 0 0 0,1 0 0 0 0,3 43 0 0 0,1-75-59 0 0,0-1 0 0 0,1 1 0 0 0,0-1 0 0 0,0 1 1 0 0,1-1-1 0 0,0 0 0 0 0,1 0 0 0 0,0-1 0 0 0,5 9 1 0 0,-7-14-18 0 0,0-1 1 0 0,-1 1-1 0 0,1-1 1 0 0,0 0-1 0 0,0 0 1 0 0,0 1-1 0 0,1-2 1 0 0,-1 1-1 0 0,0 0 1 0 0,1 0 0 0 0,-1-1-1 0 0,1 1 1 0 0,0-1-1 0 0,-1 0 1 0 0,1 0-1 0 0,0 0 1 0 0,0 0-1 0 0,0 0 1 0 0,-1-1-1 0 0,1 1 1 0 0,0-1-1 0 0,0 0 1 0 0,0 0 0 0 0,0 0-1 0 0,0 0 1 0 0,0 0-1 0 0,0-1 1 0 0,0 1-1 0 0,0-1 1 0 0,0 0-1 0 0,-1 0 1 0 0,4-1-1 0 0,13-6 40 0 0,-1 0 0 0 0,0-1 0 0 0,-1-1 0 0 0,31-24 0 0 0,-29 24-63 0 0,-7 19-58 0 0,13 12 77 0 0,-23-20 4 0 0,1 1-1 0 0,-1-1 1 0 0,1 0 0 0 0,0 0 0 0 0,0 0-1 0 0,-1 0 1 0 0,1 0 0 0 0,0-1 0 0 0,0 1-1 0 0,0-1 1 0 0,0 0 0 0 0,0 0 0 0 0,0 0 0 0 0,0 0-1 0 0,0 0 1 0 0,4-2 0 0 0,3 1 26 0 0,-10 1-27 0 0,1 0 0 0 0,0-1 0 0 0,0 1-1 0 0,-1 0 1 0 0,1-1 0 0 0,0 1 0 0 0,-1 0 0 0 0,1-1 0 0 0,0 1 0 0 0,-1-1 0 0 0,1 1 0 0 0,-1-1 0 0 0,1 1-1 0 0,-1-1 1 0 0,1 0 0 0 0,-1 1 0 0 0,1-1 0 0 0,-1 0 0 0 0,0 1 0 0 0,1-1 0 0 0,-1 0 0 0 0,0 0 0 0 0,1 1 0 0 0,-1-1-1 0 0,0 0 1 0 0,0 0 0 0 0,0 1 0 0 0,0-1 0 0 0,0 0 0 0 0,0 0 0 0 0,0 0 0 0 0,0 1 0 0 0,0-1 0 0 0,0-1 0 0 0,-4-20 109 0 0,4 22-115 0 0,-1-3 18 0 0,-8-8 22 0 0,7 9-182 0 0,-1 1 0 0 0,1-1 0 0 0,0 0 0 0 0,-1 1 0 0 0,1-1 0 0 0,-1 1 0 0 0,0 0 1 0 0,1 0-1 0 0,-1 0 0 0 0,0 0 0 0 0,1 0 0 0 0,-1 1 0 0 0,0-1 0 0 0,0 1 0 0 0,0 0 0 0 0,0 0 0 0 0,0 0 0 0 0,0 0 0 0 0,1 0 1 0 0,-1 1-1 0 0,0-1 0 0 0,-5 3 0 0 0,-9-1-4028 0 0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6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38 504 0 0,'21'-5'656'0'0,"4"-2"-152"0"0,6-2-280 0 0,-1 4-356 0 0,10 0-164 0 0,5 3-316 0 0,1-3 144 0 0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6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18 200 0 0,'-1'-1'360'0'0,"0"0"1"0"0,0-1-1 0 0,0 1 0 0 0,0 0 1 0 0,0 0-1 0 0,0-1 0 0 0,0 1 1 0 0,0 0-1 0 0,-1 0 0 0 0,1 0 0 0 0,0 0 1 0 0,-1 1-1 0 0,1-1 0 0 0,0 0 1 0 0,-3 0-1 0 0,4 1-293 0 0,-1 0-1 0 0,1 0 1 0 0,-1 1-1 0 0,1-1 1 0 0,0 0-1 0 0,-1 0 1 0 0,1 1-1 0 0,-1-1 1 0 0,1 0-1 0 0,-1 1 1 0 0,1-1-1 0 0,0 0 1 0 0,-1 1-1 0 0,1-1 1 0 0,0 0-1 0 0,0 1 1 0 0,-1-1-1 0 0,1 1 1 0 0,0-1-1 0 0,0 1 1 0 0,-1-1-1 0 0,1 1 1 0 0,0-1-1 0 0,0 1 1 0 0,0-1-1 0 0,0 1 1 0 0,0-1-1 0 0,0 1 1 0 0,0-1-1 0 0,0 1 1 0 0,2 63-437 0 0,1-38 1086 0 0,-3 41-383 0 0,-3 0-1 0 0,-3 1 1 0 0,-3-2-1 0 0,-3 1 0 0 0,-34 108 1 0 0,43-164-211 0 0,-1-2 1 0 0,-1 1-1 0 0,0 0 1 0 0,0-1-1 0 0,-11 14 1 0 0,14-20-24 0 0,0 0 1 0 0,0 0 0 0 0,-1-1 0 0 0,1 1 0 0 0,-1-1-1 0 0,0 1 1 0 0,0-1 0 0 0,0 0 0 0 0,0 0 0 0 0,0 0 0 0 0,0-1-1 0 0,-1 1 1 0 0,1-1 0 0 0,0 0 0 0 0,-1 0 0 0 0,1 0 0 0 0,-1 0-1 0 0,-6 0 1 0 0,7-1-28 0 0,0 0 1 0 0,0 0-1 0 0,0-1 0 0 0,0 1 1 0 0,0-1-1 0 0,0 1 0 0 0,0-1 0 0 0,0 0 1 0 0,1-1-1 0 0,-1 1 0 0 0,0 0 1 0 0,0-1-1 0 0,1 1 0 0 0,-1-1 0 0 0,1 0 1 0 0,0 0-1 0 0,-1 0 0 0 0,1 0 1 0 0,-2-3-1 0 0,1 1 14 0 0,0-1 1 0 0,0 0 0 0 0,0 0-1 0 0,1 0 1 0 0,0 0 0 0 0,0 0-1 0 0,0-1 1 0 0,0 1-1 0 0,-1-11 1 0 0,2 8-30 0 0,0 0 0 0 0,0 0 0 0 0,1 0 0 0 0,0 0 0 0 0,1 0 0 0 0,-1 0-1 0 0,1 0 1 0 0,1 0 0 0 0,0 0 0 0 0,0 1 0 0 0,0-1 0 0 0,1 0 0 0 0,0 1 0 0 0,7-11 0 0 0,-8 15-152 0 0,1 1 1 0 0,-1-1-1 0 0,1 0 0 0 0,-1 1 1 0 0,1 0-1 0 0,0-1 1 0 0,0 1-1 0 0,0 1 1 0 0,1-1-1 0 0,-1 0 0 0 0,0 1 1 0 0,1-1-1 0 0,-1 1 1 0 0,1 0-1 0 0,-1 0 1 0 0,1 1-1 0 0,-1-1 0 0 0,1 1 1 0 0,0-1-1 0 0,6 2 1 0 0,-6-1-702 0 0,1 1 1 0 0,-1-1 0 0 0,0 1-1 0 0,0 0 1 0 0,0 1 0 0 0,0-1-1 0 0,0 1 1 0 0,0 0 0 0 0,0 0-1 0 0,6 4 1 0 0,-2-2-2259 0 0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7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16 956 0 0,'-3'-10'2952'0'0,"3"10"-2877"0"0,0-1 0 0 0,0 1 0 0 0,0 0 0 0 0,0 0 1 0 0,0 0-1 0 0,0 0 0 0 0,0-1 0 0 0,0 1 0 0 0,0 0 0 0 0,0 0 1 0 0,0 0-1 0 0,0 0 0 0 0,0 0 0 0 0,0-1 0 0 0,0 1 0 0 0,0 0 0 0 0,0 0 1 0 0,0 0-1 0 0,0 0 0 0 0,0-1 0 0 0,0 1 0 0 0,-1 0 0 0 0,1 0 0 0 0,0 0 1 0 0,0 0-1 0 0,0 0 0 0 0,0 0 0 0 0,0-1 0 0 0,0 1 0 0 0,0 0 0 0 0,0 0 1 0 0,-1 0-1 0 0,1 0 0 0 0,0 0 0 0 0,0 0 0 0 0,0 0 0 0 0,0 0 0 0 0,0 0 1 0 0,-1 0-1 0 0,1 0 0 0 0,0 0 0 0 0,0 0 0 0 0,0-1 0 0 0,0 1 0 0 0,0 0 1 0 0,-1 0-1 0 0,1 0 0 0 0,0 0 0 0 0,0 1 0 0 0,0-1 0 0 0,0 0 1 0 0,-1 0-1 0 0,1 0 0 0 0,0 0 0 0 0,0 0 0 0 0,0 0 0 0 0,0 0 0 0 0,0 0 1 0 0,-1 0-1 0 0,1 0 0 0 0,0 0 0 0 0,0 0 0 0 0,-6 15 251 0 0,0 0 0 0 0,1 1 0 0 0,1-1 0 0 0,0 1 1 0 0,1 0-1 0 0,-1 26 0 0 0,3-32-230 0 0,1-1 0 0 0,0 0 0 0 0,1 1 0 0 0,0-1 0 0 0,0 0 0 0 0,1 0 0 0 0,0 0 0 0 0,1 0 0 0 0,0 0 0 0 0,0 0 0 0 0,1-1-1 0 0,0 0 1 0 0,8 12 0 0 0,-11-19-75 0 0,0 1 0 0 0,0 0-1 0 0,1-1 1 0 0,-1 0-1 0 0,0 1 1 0 0,1-1-1 0 0,-1 0 1 0 0,1 0-1 0 0,0 1 1 0 0,-1-1-1 0 0,1-1 1 0 0,0 1-1 0 0,0 0 1 0 0,-1 0-1 0 0,1-1 1 0 0,0 1-1 0 0,0-1 1 0 0,0 1 0 0 0,0-1-1 0 0,0 0 1 0 0,0 0-1 0 0,0 1 1 0 0,0-2-1 0 0,2 1 1 0 0,1-1 2 0 0,-1 0 0 0 0,1-1 1 0 0,-1 1-1 0 0,1-1 0 0 0,-1 0 1 0 0,0 0-1 0 0,0-1 0 0 0,0 1 1 0 0,7-7-1 0 0,4-4 22 0 0,0-1-1 0 0,-1-1 1 0 0,19-26 0 0 0,0-1-23 0 0,-32 41-39 0 0,2 4-9 0 0,4 4-18 0 0,-1 0 1 0 0,0 1-1 0 0,-1 0 1 0 0,6 11 0 0 0,-6-9-372 0 0,1-1 0 0 0,0 0 0 0 0,1 0 1 0 0,0 0-1 0 0,8 7 0 0 0,26 16-5289 0 0,-26-25 3021 0 0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7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144 415 84 0 0,'-30'-7'3743'0'0,"23"7"-3422"0"0,1 1 0 0 0,-1 0 0 0 0,1 0 0 0 0,-1 1 0 0 0,1 0 0 0 0,-1 0 0 0 0,1 0 0 0 0,0 1-1 0 0,0 0 1 0 0,-10 6 0 0 0,14-7-225 0 0,-1-1 1 0 0,1 1-1 0 0,-1 0 0 0 0,1 0 0 0 0,0 0 0 0 0,0 0 0 0 0,0 0 0 0 0,0 1 0 0 0,0-1 0 0 0,1 1 0 0 0,-1-1 0 0 0,1 1 1 0 0,0-1-1 0 0,-1 1 0 0 0,1 0 0 0 0,0 0 0 0 0,1 0 0 0 0,-1 0 0 0 0,0-1 0 0 0,1 1 0 0 0,0 0 0 0 0,-1 0 1 0 0,1 0-1 0 0,0 0 0 0 0,1 0 0 0 0,-1 0 0 0 0,1 0 0 0 0,-1 0 0 0 0,2 5 0 0 0,-1-7-67 0 0,-1 1 0 0 0,1-1 0 0 0,-1 1-1 0 0,1-1 1 0 0,0 1 0 0 0,0-1 0 0 0,0 0 0 0 0,-1 1-1 0 0,1-1 1 0 0,0 0 0 0 0,1 0 0 0 0,-1 0 0 0 0,0 0-1 0 0,0 0 1 0 0,0 0 0 0 0,1 0 0 0 0,-1 0 0 0 0,0 0-1 0 0,1 0 1 0 0,-1-1 0 0 0,1 1 0 0 0,-1-1 0 0 0,1 1-1 0 0,2 0 1 0 0,0-1 2 0 0,0 0 0 0 0,0 0 0 0 0,0 0-1 0 0,0-1 1 0 0,-1 1 0 0 0,1-1 0 0 0,0 0 0 0 0,0 0 0 0 0,-1 0-1 0 0,5-3 1 0 0,2 0 0 0 0,-1-1-1 0 0,-1 0 0 0 0,1 0 1 0 0,-1-1-1 0 0,0 0 1 0 0,0 0-1 0 0,12-14 0 0 0,-4-3 14 0 0,-1-2 0 0 0,-1 0 0 0 0,0-1 0 0 0,-2 0 0 0 0,-2-1 0 0 0,0 0 0 0 0,-1-1 0 0 0,-2 0 0 0 0,-1 0 0 0 0,-1 0 0 0 0,-2-1 0 0 0,-1 0 0 0 0,-1 0 0 0 0,-4-43 0 0 0,4 71-14 0 0,-1 0 0 0 0,0 0 0 0 0,0 0 0 0 0,0 0-1 0 0,0 0 1 0 0,0 0 0 0 0,0 0 0 0 0,0 0-1 0 0,0 0 1 0 0,0 0 0 0 0,-1 0 0 0 0,1 0 0 0 0,0 0-1 0 0,-1 0 1 0 0,1 0 0 0 0,0 0 0 0 0,-1 1-1 0 0,1-1 1 0 0,-1 0 0 0 0,0 0 0 0 0,1 0 0 0 0,-1 1-1 0 0,1-1 1 0 0,-1 0 0 0 0,0 1 0 0 0,0-1-1 0 0,0 0 1 0 0,1 1 0 0 0,-2-1 0 0 0,-19 19 233 0 0,20-17-277 0 0,-5 7 61 0 0,0 0-1 0 0,1 0 1 0 0,-1 1-1 0 0,2-1 1 0 0,-1 1-1 0 0,2 0 0 0 0,-1 1 1 0 0,1-1-1 0 0,-4 18 1 0 0,4-9 11 0 0,1-1 0 0 0,1 1 0 0 0,0-1-1 0 0,2 26 1 0 0,2-10-26 0 0,2 0-1 0 0,13 51 0 0 0,-14-70-641 0 0,1-1 1 0 0,0 0-1 0 0,0 0 1 0 0,1-1-1 0 0,1 0 1 0 0,0 0-1 0 0,0 0 0 0 0,18 19 1 0 0,-12-19-2688 0 0,2-3 255 0 0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48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47 692 0 0,'-1'-3'345'0'0,"0"0"-1"0"0,-1 0 1 0 0,1 1-1 0 0,-1-1 1 0 0,1 0-1 0 0,-1 1 1 0 0,0-1-1 0 0,0 1 1 0 0,0 0-1 0 0,-1 0 1 0 0,1-1 0 0 0,0 1-1 0 0,-1 1 1 0 0,1-1-1 0 0,-1 0 1 0 0,0 1-1 0 0,1-1 1 0 0,-1 1-1 0 0,0 0 1 0 0,-5-2-1 0 0,3 3-174 0 0,1 0-1 0 0,0 0 0 0 0,-1 0 0 0 0,1 1 0 0 0,0-1 0 0 0,-1 1 1 0 0,1 0-1 0 0,0 1 0 0 0,0-1 0 0 0,0 1 0 0 0,0-1 1 0 0,0 1-1 0 0,0 1 0 0 0,1-1 0 0 0,-6 4 0 0 0,-40 35 1343 0 0,48-39-1035 0 0,17 11-200 0 0,-6-15-221 0 0,-1 0-1 0 0,0-1 1 0 0,1-1 0 0 0,-1 0-1 0 0,-1 0 1 0 0,1-1 0 0 0,-1 1-1 0 0,0-2 1 0 0,0 0 0 0 0,0 0 0 0 0,0 0-1 0 0,9-11 1 0 0,-16 16-14 0 0,-13 195 77 0 0,-3 14-51 0 0,13-128-47 0 0,-3-1 0 0 0,-25 122 1 0 0,30-196-10 0 0,-1 0 1 0 0,0-1-1 0 0,0 1 1 0 0,-1-1 0 0 0,1 1-1 0 0,-1-1 1 0 0,0 0 0 0 0,0 1-1 0 0,-1-1 1 0 0,1 0 0 0 0,-1 0-1 0 0,0-1 1 0 0,0 1-1 0 0,0-1 1 0 0,0 1 0 0 0,-1-1-1 0 0,-4 4 1 0 0,6-7 31 0 0,-24-24 66 0 0,23 19-102 0 0,0 0 0 0 0,1 0 0 0 0,0-1 0 0 0,0 1 1 0 0,0-1-1 0 0,1 1 0 0 0,0-1 0 0 0,0 1 0 0 0,0-1 0 0 0,1 0 0 0 0,-1 0 0 0 0,1 1 1 0 0,1-1-1 0 0,-1 0 0 0 0,1 0 0 0 0,0 1 0 0 0,3-10 0 0 0,2-5 8 0 0,1 0 1 0 0,0 0-1 0 0,14-25 0 0 0,0 9-60 0 0,1 0 0 0 0,1 2 0 0 0,53-60-1 0 0,99-80-352 0 0,-137 138 315 0 0,164-157 162 0 0,-206 197 22 0 0,1-1-1 0 0,0 1 1 0 0,0-1-1 0 0,0 1 1 0 0,1 0-1 0 0,-1 0 1 0 0,1 1 0 0 0,0-1-1 0 0,0 0 1 0 0,1 1-1 0 0,-1-1 1 0 0,1 1-1 0 0,0 0 1 0 0,0-1-1 0 0,1 1 1 0 0,-1 0-1 0 0,1-1 1 0 0,0 1-1 0 0,0 0 1 0 0,2 8-1 0 0,1-3-125 0 0,1 1 0 0 0,1-1 0 0 0,0 0-1 0 0,0-1 1 0 0,1 1 0 0 0,0-1-1 0 0,1 0 1 0 0,0 0 0 0 0,0-1-1 0 0,14 12 1 0 0,36 26-2379 0 0,1-9-4144 0 0,-33-21 2695 0 0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1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1070 460 0 0,'1'-1'6361'0'0,"14"-10"-6081"0"0,123-70 1235 0 0,93-65-366 0 0,-201 123-1051 0 0,0-1-1 0 0,-2-1 1 0 0,-1-2 0 0 0,-1 0 0 0 0,28-41 0 0 0,-39 48-63 0 0,-2 0 0 0 0,-1-1 1 0 0,0-1-1 0 0,-2 0 0 0 0,0 0 1 0 0,-1-1-1 0 0,-2-1 0 0 0,0 1 1 0 0,6-44-1 0 0,-12 47-18 0 0,0 1 1 0 0,-1-1-1 0 0,-1 0 0 0 0,-1 1 0 0 0,0-1 1 0 0,-2 1-1 0 0,0 0 0 0 0,-1 0 1 0 0,-1 0-1 0 0,-1 1 0 0 0,-1 0 0 0 0,-16-29 1 0 0,23 46-18 0 0,-3-8 3 0 0,0 1 0 0 0,-1-1 0 0 0,-1 1 0 0 0,1 0 0 0 0,-1 0 0 0 0,0 1 0 0 0,-1 0-1 0 0,0 0 1 0 0,0 1 0 0 0,-13-10 0 0 0,18 16-4 0 0,1 0-1 0 0,-1-1 0 0 0,0 1 1 0 0,1 0-1 0 0,-1 0 1 0 0,1 0-1 0 0,-1 0 0 0 0,0 0 1 0 0,1 0-1 0 0,-1 0 0 0 0,0 0 1 0 0,1 1-1 0 0,-1-1 1 0 0,0 1-1 0 0,1-1 0 0 0,-1 1 1 0 0,1 0-1 0 0,-1-1 0 0 0,1 1 1 0 0,0 0-1 0 0,-1 0 1 0 0,1 0-1 0 0,0 0 0 0 0,0 0 1 0 0,-1 1-1 0 0,1-1 0 0 0,0 0 1 0 0,0 0-1 0 0,0 1 1 0 0,-1 2-1 0 0,-2 2-5 0 0,-1 0-1 0 0,2 1 1 0 0,-1 0-1 0 0,1 0 1 0 0,-4 10 0 0 0,-1 21 17 0 0,1 0 1 0 0,2 1-1 0 0,1 60 1 0 0,1-30-1 0 0,-26 436 251 0 0,-10-203 364 0 0,39-300-595 0 0,-1-1-20 0 0,1-1 0 0 0,0 1 0 0 0,0-1 0 0 0,0 1 0 0 0,-1-1 0 0 0,1 1 0 0 0,0-1 0 0 0,0 1 0 0 0,0-1 1 0 0,0 1-1 0 0,0-1 0 0 0,0 1 0 0 0,0-1 0 0 0,0 1 0 0 0,0-1 0 0 0,0 1 0 0 0,1-1 0 0 0,-1 1 0 0 0,0-1 0 0 0,0 1 0 0 0,0-1 1 0 0,1 1-1 0 0,-1-1 0 0 0,0 1 0 0 0,0-1 0 0 0,1 1 0 0 0,-1-1 0 0 0,0 0 0 0 0,1 1 0 0 0,-1-1 0 0 0,1 0 0 0 0,-1 1 0 0 0,0-1 1 0 0,1 0-1 0 0,-1 1 0 0 0,1-1 0 0 0,-1 0 0 0 0,1 0 0 0 0,0 1 0 0 0,24-18 257 0 0,-19 12-299 0 0,-6 5 33 0 0,8-6 7 0 0,-1-1-1 0 0,1 1 0 0 0,0 1 0 0 0,0-1 0 0 0,1 1 1 0 0,0 1-1 0 0,0 0 0 0 0,0 0 0 0 0,0 1 0 0 0,1 0 1 0 0,-1 0-1 0 0,18-1 0 0 0,-22 5-12 0 0,0 0 1 0 0,0 1-1 0 0,0 0 0 0 0,0 0 0 0 0,0 0 0 0 0,0 0 0 0 0,0 1 1 0 0,-1 0-1 0 0,0 0 0 0 0,7 6 0 0 0,14 8 21 0 0,-12-11-8 0 0,1 1 1 0 0,0-2-1 0 0,0 0 1 0 0,0 0 0 0 0,0-2-1 0 0,1 1 1 0 0,0-2-1 0 0,0 0 1 0 0,-1-1-1 0 0,1 0 1 0 0,0-1-1 0 0,0-1 1 0 0,0 0-1 0 0,0-1 1 0 0,-1-1-1 0 0,1 0 1 0 0,-1-1 0 0 0,1-1-1 0 0,-1 0 1 0 0,19-10-1 0 0,-19 7 0 0 0,0 0 0 0 0,0 0-1 0 0,0-1 1 0 0,-2-1 0 0 0,1 0 0 0 0,-1-1-1 0 0,13-14 1 0 0,-24 24 30 0 0,-1 4-71 0 0,0 0 33 0 0,0-1 0 0 0,1 1-1 0 0,-1 0 1 0 0,1 0 0 0 0,0 0-1 0 0,0 0 1 0 0,0-1 0 0 0,0 1-1 0 0,0 0 1 0 0,1-1 0 0 0,-1 1-1 0 0,1-1 1 0 0,0 1 0 0 0,0-1-1 0 0,-1 0 1 0 0,5 4 0 0 0,-1-2 1 0 0,0-1-1 0 0,0 1 1 0 0,0-1 0 0 0,0-1 0 0 0,0 1 0 0 0,1 0 0 0 0,-1-1-1 0 0,11 2 1 0 0,-8-1 15 0 0,0-2 1 0 0,0 1-1 0 0,0-1 0 0 0,1-1 0 0 0,-1 1 1 0 0,0-1-1 0 0,1-1 0 0 0,-1 1 1 0 0,0-2-1 0 0,0 1 0 0 0,0-1 0 0 0,0 0 1 0 0,11-4-1 0 0,-18 5-1 0 0,1 0-1 0 0,0 0 1 0 0,-1 0 0 0 0,1 1 0 0 0,-1-1-1 0 0,0-1 1 0 0,1 1 0 0 0,-1 0 0 0 0,0 0-1 0 0,0 0 1 0 0,1-1 0 0 0,-1 1 0 0 0,0-1-1 0 0,0 1 1 0 0,-1-1 0 0 0,1 1 0 0 0,0-1-1 0 0,0 1 1 0 0,-1-1 0 0 0,1 0 0 0 0,-1 1-1 0 0,1-1 1 0 0,-1 0 0 0 0,0 0 0 0 0,0 1-1 0 0,0-1 1 0 0,0 0 0 0 0,0 0 0 0 0,0 1-1 0 0,0-1 1 0 0,0 0 0 0 0,-1 0 0 0 0,1 1-1 0 0,-1-1 1 0 0,1 0 0 0 0,-1 1 0 0 0,0-1-1 0 0,0 1 1 0 0,1-1 0 0 0,-1 1 0 0 0,0-1-1 0 0,0 1 1 0 0,-1-1 0 0 0,1 1 0 0 0,-1-1-1 0 0,-2-3-35 0 0,-1 0-1 0 0,1 1 1 0 0,0-1-1 0 0,-1 1 1 0 0,0 0-1 0 0,0 0 1 0 0,0 1 0 0 0,-1 0-1 0 0,1 0 1 0 0,-1 0-1 0 0,-7-2 1 0 0,10 4-338 0 0,-10 9-1965 0 0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0:51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66 356 0 0,'0'0'6441'0'0,"0"5"-6067"0"0,15 106 2386 0 0,-15-110-2742 0 0,0-1 0 0 0,1 1 1 0 0,-1-1-1 0 0,0 0 0 0 0,0 1 0 0 0,0-1 0 0 0,1 0 1 0 0,-1 1-1 0 0,0-1 0 0 0,1 0 0 0 0,-1 0 0 0 0,0 1 1 0 0,1-1-1 0 0,-1 0 0 0 0,0 0 0 0 0,1 1 1 0 0,-1-1-1 0 0,1 0 0 0 0,-1 0 0 0 0,0 0 0 0 0,1 0 1 0 0,-1 0-1 0 0,1 0 0 0 0,-1 1 0 0 0,0-1 0 0 0,1 0 1 0 0,-1 0-1 0 0,1 0 0 0 0,-1 0 0 0 0,1-1 0 0 0,-1 1 1 0 0,0 0-1 0 0,1 0 0 0 0,-1 0 0 0 0,1 0 1 0 0,-1 0-1 0 0,0 0 0 0 0,1-1 0 0 0,-1 1 0 0 0,0 0 1 0 0,1 0-1 0 0,0-1 0 0 0,20-9 24 0 0,-19 8 34 0 0,10-3-39 0 0,1 1-1 0 0,0 0 1 0 0,-1 1-1 0 0,1 0 1 0 0,0 1-1 0 0,0 1 0 0 0,1 0 1 0 0,-1 0-1 0 0,0 2 1 0 0,0-1-1 0 0,23 5 1 0 0,35 0 33 0 0,-69-4-51 0 0,0-1-1 0 0,1 0 1 0 0,-1 0-1 0 0,0 0 0 0 0,0 0 1 0 0,0-1-1 0 0,0 1 1 0 0,0-1-1 0 0,0 1 0 0 0,0-1 1 0 0,0 0-1 0 0,0 1 1 0 0,0-1-1 0 0,0 0 0 0 0,0 0 1 0 0,0 0-1 0 0,-1-1 1 0 0,1 1-1 0 0,0 0 0 0 0,-1-1 1 0 0,1 1-1 0 0,-1-1 1 0 0,0 1-1 0 0,1-1 0 0 0,-1 0 1 0 0,0 0-1 0 0,0 0 1 0 0,0 1-1 0 0,0-1 0 0 0,0 0 1 0 0,-1 0-1 0 0,1 0 1 0 0,0 0-1 0 0,-1 0 0 0 0,0-1 1 0 0,1 1-1 0 0,-1 0 1 0 0,0-3-1 0 0,-1-8 79 0 0,0 1-1 0 0,0 0 1 0 0,-2 0 0 0 0,1 0-1 0 0,-7-16 1 0 0,4 8-421 0 0,4 18-369 0 0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05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139 393 224 0 0,'-5'-28'2636'0'0,"4"25"-2029"0"0,2-50 3673 0 0,-1 51-3876 0 0,-10-34 3150 0 0,6 36-3501 0 0,0 0 0 0 0,1 1 1 0 0,-1-1-1 0 0,1 0 0 0 0,-1 1 0 0 0,0 0 1 0 0,1 0-1 0 0,0 0 0 0 0,-1 0 0 0 0,1 1 0 0 0,-1-1 1 0 0,1 1-1 0 0,0 0 0 0 0,0 0 0 0 0,0 0 0 0 0,0 0 1 0 0,1 1-1 0 0,-1-1 0 0 0,0 1 0 0 0,1 0 0 0 0,0 0 1 0 0,-3 3-1 0 0,0 0 4 0 0,-1 1-1 0 0,1 0 1 0 0,0 0 0 0 0,1 1-1 0 0,-1 0 1 0 0,1 0 0 0 0,1 0 0 0 0,-5 13-1 0 0,7-15-9 0 0,0 0 0 0 0,0 1 0 0 0,1-1 0 0 0,0 0 0 0 0,0 12 0 0 0,0-17-41 0 0,1 0 1 0 0,-1 1 0 0 0,0-1 0 0 0,0 0 0 0 0,1 0 0 0 0,-1 0 0 0 0,1 0 0 0 0,-1 0-1 0 0,1 0 1 0 0,-1 0 0 0 0,1 0 0 0 0,-1 0 0 0 0,1 0 0 0 0,0 0 0 0 0,0 0 0 0 0,0 0-1 0 0,-1-1 1 0 0,1 1 0 0 0,0 0 0 0 0,0 0 0 0 0,0-1 0 0 0,0 1 0 0 0,0-1 0 0 0,0 1-1 0 0,0-1 1 0 0,1 1 0 0 0,-1-1 0 0 0,0 0 0 0 0,0 1 0 0 0,0-1 0 0 0,0 0 0 0 0,0 0-1 0 0,1 0 1 0 0,-1 0 0 0 0,0 0 0 0 0,0 0 0 0 0,0 0 0 0 0,0 0 0 0 0,1-1 0 0 0,-1 1-1 0 0,1-1 1 0 0,8-2 7 0 0,0 0-1 0 0,-1-1 1 0 0,1 0-1 0 0,-1 0 1 0 0,0-1-1 0 0,0-1 1 0 0,-1 1-1 0 0,1-1 1 0 0,10-11-1 0 0,29-20 17 0 0,-46 36-52 0 0,8 0-26 0 0,-3 2-10 0 0,4 13 47 0 0,-9-10 14 0 0,1 0 1 0 0,-1-1-1 0 0,1 1 0 0 0,0-1 0 0 0,0 0 0 0 0,0 0 0 0 0,0 0 1 0 0,1 0-1 0 0,-1-1 0 0 0,8 5 0 0 0,-7-6 0 0 0,1 0 0 0 0,0 0 0 0 0,0 0 0 0 0,0 0 0 0 0,-1-1 0 0 0,1 0 0 0 0,0 0 0 0 0,0 0 0 0 0,0 0 0 0 0,0-1 0 0 0,0 0 0 0 0,0 0 0 0 0,-1 0 0 0 0,10-4 0 0 0,17-7 33 0 0,53-29 0 0 0,-17 7-128 0 0,-65 33 65 0 0,-2 1 26 0 0,1-1-1 0 0,-1 1 1 0 0,1-1-1 0 0,-1 1 1 0 0,0 0 0 0 0,1 0-1 0 0,-1-1 1 0 0,1 1-1 0 0,-1 0 1 0 0,1 0-1 0 0,-1-1 1 0 0,1 1 0 0 0,-1 0-1 0 0,1 0 1 0 0,-1 0-1 0 0,1 0 1 0 0,-1 0 0 0 0,1 0-1 0 0,-1 0 1 0 0,1 0-1 0 0,-1 0 1 0 0,1 0 0 0 0,0 0-1 0 0,-1 0 1 0 0,1 0-1 0 0,-1 1 1 0 0,1-1 0 0 0,-1 0-1 0 0,1 0 1 0 0,-1 0-1 0 0,0 1 1 0 0,1-1 0 0 0,-1 0-1 0 0,1 1 1 0 0,-1-1-1 0 0,1 0 1 0 0,-1 1 0 0 0,0-1-1 0 0,1 1 1 0 0,-1-1-1 0 0,1 1 1 0 0,20 14-41 0 0,-12 0 63 0 0,-5-6-16 0 0,1 0-1 0 0,0-1 0 0 0,1 0 0 0 0,0 0 0 0 0,0-1 0 0 0,1 1 0 0 0,0-1 0 0 0,8 6 0 0 0,-13-12 0 0 0,0 0-1 0 0,-1 0 1 0 0,1 0 0 0 0,0 0-1 0 0,0-1 1 0 0,0 1 0 0 0,-1-1-1 0 0,1 0 1 0 0,0 1-1 0 0,0-1 1 0 0,0 0 0 0 0,0 0-1 0 0,0 0 1 0 0,0 0-1 0 0,0 0 1 0 0,-1-1 0 0 0,1 1-1 0 0,3-1 1 0 0,32-14 46 0 0,-32 13-38 0 0,23-12-12 0 0,0-1 1 0 0,-2-1-1 0 0,34-26 1 0 0,-13 15-52 0 0,-46 26 36 0 0,24 9-34 0 0,-16 0 54 0 0,1 0-1 0 0,0-1 0 0 0,0-1 0 0 0,0 1 0 0 0,1-2 1 0 0,0 1-1 0 0,0-2 0 0 0,1 0 0 0 0,-1 0 1 0 0,1-1-1 0 0,16 3 0 0 0,-27-6 0 0 0,1 1 0 0 0,-1-1-1 0 0,1 0 1 0 0,0 0 0 0 0,-1 0 0 0 0,1 0 0 0 0,-1 0 0 0 0,1 0 0 0 0,-1 0-1 0 0,1-1 1 0 0,-1 1 0 0 0,1-1 0 0 0,-1 1 0 0 0,0-1 0 0 0,1 1-1 0 0,-1-1 1 0 0,1 0 0 0 0,-1 0 0 0 0,0 1 0 0 0,0-1 0 0 0,1 0 0 0 0,0-2-1 0 0,0 1 3 0 0,0-1-1 0 0,0 0 0 0 0,0 0 1 0 0,0 0-1 0 0,0 0 0 0 0,-1 0 1 0 0,0-1-1 0 0,1 1 0 0 0,0-5 1 0 0,1-8 5 0 0,-1 0 0 0 0,0-1 0 0 0,-1-20 1 0 0,-1 27-8 0 0,1-20-10 0 0,10-60-1 0 0,-10 81 11 0 0,1 0 0 0 0,1 0-1 0 0,-1 1 1 0 0,1 0 0 0 0,1-1 0 0 0,0 1 0 0 0,0 0 0 0 0,0 1-1 0 0,1-1 1 0 0,0 1 0 0 0,8-9 0 0 0,-12 15-5 0 0,1-1-1 0 0,-1 0-1 0 0,1 1 1 0 0,0-1-1 0 0,0 1 1 0 0,-1-1 0 0 0,1 1-1 0 0,0 0 1 0 0,0 0 0 0 0,0 0-1 0 0,0 0 1 0 0,0 0-1 0 0,3-1 1 0 0,-1 2 1 0 0,-1 1 0 0 0,0-1 0 0 0,1 0 0 0 0,-1 1-1 0 0,0 0 1 0 0,0 0 0 0 0,1 0 0 0 0,-1 0 0 0 0,0 0 0 0 0,0 0 0 0 0,0 1 0 0 0,0 0 0 0 0,0 0-1 0 0,-1-1 1 0 0,1 2 0 0 0,0-1 0 0 0,-1 0 0 0 0,0 0 0 0 0,1 1 0 0 0,-1-1 0 0 0,0 1 0 0 0,0 0-1 0 0,-1 0 1 0 0,1 0 0 0 0,0 0 0 0 0,-1 0 0 0 0,0 0 0 0 0,1 3 0 0 0,5 7-4 0 0,35 53-55 0 0,-22-38-33 0 0,-1 1 0 0 0,-1 1 0 0 0,-2 1 0 0 0,-1 0 0 0 0,-2 1-1 0 0,10 35 1 0 0,-23-43-2672 0 0,-1-10-3773 0 0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06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1 515 48 0 0,'46'-14'804'0'0,"-1"-1"0"0"0,-1-3 0 0 0,0-1 0 0 0,42-26 0 0 0,-71 36-621 0 0,0-1 0 0 0,-1 0 0 0 0,-1-1-1 0 0,1-1 1 0 0,-2 0 0 0 0,0 0 0 0 0,0-1 0 0 0,-2-1 0 0 0,1 0-1 0 0,-2 0 1 0 0,0-1 0 0 0,0-1 0 0 0,-1 1 0 0 0,7-23 0 0 0,-11 24 25 0 0,0 1 1 0 0,-1-1 0 0 0,0 0-1 0 0,-1 0 1 0 0,0-20 0 0 0,-2 30-112 0 0,0 0 0 0 0,0 0-1 0 0,-1 0 1 0 0,1 0 0 0 0,-1-1 0 0 0,0 1 0 0 0,0 0 0 0 0,0 0 0 0 0,0 1 0 0 0,-1-1 0 0 0,0 0 0 0 0,0 0 0 0 0,0 1-1 0 0,0-1 1 0 0,0 1 0 0 0,-1 0 0 0 0,1-1 0 0 0,-1 1 0 0 0,0 0 0 0 0,0 1 0 0 0,0-1 0 0 0,-4-2 0 0 0,5 5-61 0 0,0 0 1 0 0,0 0 0 0 0,0 0-1 0 0,0 1 1 0 0,0-1 0 0 0,0 1-1 0 0,0-1 1 0 0,1 1 0 0 0,-1-1-1 0 0,0 1 1 0 0,0 0 0 0 0,0 0-1 0 0,1 0 1 0 0,-1 0 0 0 0,1 0-1 0 0,-1 1 1 0 0,1-1 0 0 0,-1 0-1 0 0,1 1 1 0 0,-1-1 0 0 0,1 1-1 0 0,-2 2 1 0 0,-3 4 58 0 0,0 1 1 0 0,0 0-1 0 0,1 1 1 0 0,0-1-1 0 0,1 1 1 0 0,0 0-1 0 0,0 0 0 0 0,1 0 1 0 0,0 1-1 0 0,1-1 1 0 0,1 1-1 0 0,-2 14 0 0 0,1 15 205 0 0,7 75-1 0 0,-4-103-252 0 0,0 0 0 0 0,1 0 0 0 0,0 0-1 0 0,1-1 1 0 0,0 1 0 0 0,1-1 0 0 0,0 0 0 0 0,1 0 0 0 0,0 0 0 0 0,1 0 0 0 0,9 13 0 0 0,-13-23-38 0 0,0 0 1 0 0,0 0 0 0 0,1 0-1 0 0,-1-1 1 0 0,0 1 0 0 0,0 0-1 0 0,0-1 1 0 0,1 1 0 0 0,-1-1-1 0 0,0 0 1 0 0,1 0 0 0 0,-1 0-1 0 0,0 0 1 0 0,0 0 0 0 0,1-1-1 0 0,-1 1 1 0 0,0 0 0 0 0,1-1-1 0 0,-1 0 1 0 0,2-1 0 0 0,50-18 78 0 0,-54 20-85 0 0,49-13-29 0 0,-46 13 24 0 0,-1 0 1 0 0,1 0 0 0 0,0 1-1 0 0,-1-1 1 0 0,1 1 0 0 0,-1 0 0 0 0,1 0-1 0 0,-1 0 1 0 0,1 0 0 0 0,-1 0-1 0 0,0 0 1 0 0,1 0 0 0 0,-1 1-1 0 0,0 0 1 0 0,0-1 0 0 0,3 4 0 0 0,-2-3 5 0 0,0 1 1 0 0,0-1 0 0 0,0 0-1 0 0,0 0 1 0 0,0 0 0 0 0,1 0-1 0 0,-1-1 1 0 0,1 1 0 0 0,-1-1-1 0 0,7 1 1 0 0,4 0 1 0 0,1-1 0 0 0,0 0 0 0 0,0-1 0 0 0,-1-1 0 0 0,1-1 0 0 0,0 0 0 0 0,20-6 0 0 0,-28 7-5 0 0,-1-1 0 0 0,0-1 1 0 0,0 0-1 0 0,0 1 0 0 0,0-2 0 0 0,-1 1 1 0 0,1-1-1 0 0,-1 1 0 0 0,0-2 0 0 0,0 1 1 0 0,0 0-1 0 0,-1-1 0 0 0,1 0 0 0 0,-1 0 0 0 0,0 0 1 0 0,-1-1-1 0 0,1 1 0 0 0,-1-1 0 0 0,4-10 1 0 0,-7 15-2 0 0,1 1 0 0 0,-1-1 0 0 0,0 1 0 0 0,0-1 0 0 0,0 1 0 0 0,1-1 0 0 0,-1 1 0 0 0,0-1 1 0 0,0 1-1 0 0,0-1 0 0 0,0 1 0 0 0,0-1 0 0 0,0 1 0 0 0,0-1 0 0 0,0 0 0 0 0,0 1 0 0 0,0-1 1 0 0,0 1-1 0 0,-1-1 0 0 0,1 1 0 0 0,0-1 0 0 0,0 1 0 0 0,0-1 0 0 0,-1 1 0 0 0,1-1 0 0 0,0 1 1 0 0,-1 0-1 0 0,1-1 0 0 0,0 1 0 0 0,-1-1 0 0 0,1 1 0 0 0,0 0 0 0 0,-1-1 0 0 0,1 1 0 0 0,-1 0 0 0 0,1-1 1 0 0,-1 1-1 0 0,1 0 0 0 0,-1 0 0 0 0,1-1 0 0 0,-1 1 0 0 0,1 0 0 0 0,-1 0 0 0 0,1 0 0 0 0,-1 0 1 0 0,1 0-1 0 0,-1 0 0 0 0,1 0 0 0 0,-1 0 0 0 0,1 0 0 0 0,-1 0 0 0 0,0 0 0 0 0,1 0 0 0 0,-1 0 1 0 0,0 1-1 0 0,-4 3 0 0 0,0 0 1 0 0,1 0 0 0 0,0 0 0 0 0,0 1 0 0 0,0 0-1 0 0,-5 8 1 0 0,8-11 3 0 0,0 0-1 0 0,-1 1 1 0 0,1-1-1 0 0,0 0 1 0 0,0 1 0 0 0,1-1-1 0 0,-1 0 1 0 0,0 1-1 0 0,1-1 1 0 0,0 1-1 0 0,-1 0 1 0 0,1-1 0 0 0,0 1-1 0 0,0-1 1 0 0,0 1-1 0 0,1-1 1 0 0,-1 1-1 0 0,1-1 1 0 0,-1 1-1 0 0,1-1 1 0 0,0 1 0 0 0,0-1-1 0 0,0 0 1 0 0,1 3-1 0 0,0-4 2 0 0,-1 1 0 0 0,0-1 0 0 0,0 1 0 0 0,1-1-1 0 0,-1 0 1 0 0,0 0 0 0 0,1 0 0 0 0,-1 0 0 0 0,1 0-1 0 0,0 0 1 0 0,-1 0 0 0 0,1 0 0 0 0,0-1 0 0 0,-1 1-1 0 0,1 0 1 0 0,0-1 0 0 0,0 0 0 0 0,0 1 0 0 0,1-1-1 0 0,4 0 4 0 0,-1 0 0 0 0,1 0 0 0 0,-1 0 0 0 0,0-1 0 0 0,11-2-1 0 0,7-4 14 0 0,46-20-1 0 0,-65 24-15 0 0,3 0-4 0 0,3-2-9 0 0,0 0 0 0 0,0 1-1 0 0,0 0 1 0 0,0 1 0 0 0,16-2 0 0 0,-25 6-13 0 0,0 0 21 0 0,0 0 0 0 0,0 0-1 0 0,0 0 1 0 0,-1 0-1 0 0,1 1 1 0 0,0-1 0 0 0,-1 0-1 0 0,1 1 1 0 0,-1-1 0 0 0,0 1-1 0 0,1 0 1 0 0,-1-1 0 0 0,0 1-1 0 0,0 0 1 0 0,0 0 0 0 0,0 0-1 0 0,0 0 1 0 0,-1 0-1 0 0,1 0 1 0 0,-1 0 0 0 0,1 0-1 0 0,-1 0 1 0 0,0 0 0 0 0,1 4-1 0 0,-1-5 0 0 0,0 1 1 0 0,0 0-1 0 0,0-1 0 0 0,0 1 0 0 0,0-1 0 0 0,1 1 1 0 0,-1-1-1 0 0,1 1 0 0 0,-1-1 0 0 0,1 1 0 0 0,-1-1 1 0 0,1 1-1 0 0,0-1 0 0 0,0 0 0 0 0,0 1 0 0 0,0-1 1 0 0,0 0-1 0 0,0 0 0 0 0,0 0 0 0 0,0 0 0 0 0,0 0 1 0 0,0 0-1 0 0,1 0 0 0 0,-1 0 0 0 0,2 1 0 0 0,4 0-220 0 0,0 1-1 0 0,1-1 0 0 0,-1-1 1 0 0,0 0-1 0 0,1 0 0 0 0,13 0 1 0 0,48-5-4974 0 0,-57 3 3981 0 0,30-3-2239 0 0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00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97 488 0 0,'10'-27'3412'0'0,"-9"17"-1995"0"0,1 1 0 0 0,-1-1 0 0 0,-1 1 0 0 0,0-19 0 0 0,-1 28-1388 0 0,1-1 0 0 0,-1 1 0 0 0,1 0 0 0 0,-1-1 0 0 0,1 1 0 0 0,-1 0 0 0 0,1 0 0 0 0,-1-1 0 0 0,0 1 0 0 0,1 0 0 0 0,-1 0 0 0 0,1 0 0 0 0,-1 0 0 0 0,1 0 0 0 0,-1 0 0 0 0,0 0 0 0 0,1 0 0 0 0,-1 0 0 0 0,1 0 0 0 0,-1 0 1 0 0,0 0-1 0 0,1 0 0 0 0,-1 1 0 0 0,1-1 0 0 0,-1 0 0 0 0,1 0 0 0 0,-1 0 0 0 0,1 1 0 0 0,-1-1 0 0 0,1 0 0 0 0,-1 1 0 0 0,1-1 0 0 0,-1 1 0 0 0,1-1 0 0 0,0 0 0 0 0,-1 1 0 0 0,0 0 0 0 0,-16 11 234 0 0,7-4-139 0 0,1 1 1 0 0,0-1-1 0 0,1 2 1 0 0,0-1-1 0 0,0 1 0 0 0,1 0 1 0 0,0 1-1 0 0,-9 20 0 0 0,14-27-97 0 0,0 0 0 0 0,0 1 0 0 0,0 0 0 0 0,1-1 0 0 0,-1 1 0 0 0,1 0 1 0 0,0 0-1 0 0,1-1 0 0 0,-1 1 0 0 0,1 0 0 0 0,0 0 0 0 0,0 0 0 0 0,0 0 0 0 0,1 0 0 0 0,0 0 0 0 0,0 0 0 0 0,0-1 0 0 0,0 1 0 0 0,1 0 0 0 0,0-1 0 0 0,0 1 0 0 0,0-1 0 0 0,6 9 0 0 0,-5-11-11 0 0,-1 1-1 0 0,1-1 1 0 0,0 1-1 0 0,1-1 0 0 0,-1 0 1 0 0,0 0-1 0 0,1 0 1 0 0,-1-1-1 0 0,1 1 0 0 0,-1-1 1 0 0,1 0-1 0 0,0 0 1 0 0,-1 0-1 0 0,1 0 0 0 0,0-1 1 0 0,0 0-1 0 0,0 1 1 0 0,0-1-1 0 0,0-1 0 0 0,-1 1 1 0 0,1 0-1 0 0,0-1 1 0 0,0 0-1 0 0,5-2 0 0 0,12-3 37 0 0,0-2 0 0 0,0 0 0 0 0,22-13 0 0 0,-34 16-30 0 0,-7 4-15 0 0,10-4-69 0 0,-6 6 58 0 0,0 1-1 0 0,0-1 0 0 0,-1 1 0 0 0,1 0 1 0 0,0 0-1 0 0,-1 1 0 0 0,0 0 0 0 0,9 5 1 0 0,15 6 18 0 0,-21-12-9 0 0,0-1-1 0 0,1 0 0 0 0,-1 0 0 0 0,1 0 1 0 0,-1-1-1 0 0,1-1 0 0 0,-1 1 0 0 0,0-1 1 0 0,1-1-1 0 0,-1 0 0 0 0,0 0 0 0 0,16-6 1 0 0,-1-3 14 0 0,-1-1 0 0 0,41-29 0 0 0,-14 8-13 0 0,-47 32-12 0 0,0-1 1 0 0,0 1-1 0 0,0-1 1 0 0,0 1-1 0 0,0 0 0 0 0,1-1 1 0 0,-1 1-1 0 0,0 0 0 0 0,1 1 1 0 0,-1-1-1 0 0,1 0 1 0 0,-1 1-1 0 0,1-1 0 0 0,-1 1 1 0 0,1 0-1 0 0,4 0 0 0 0,-4 2 0 0 0,-1-1 0 0 0,0 1 0 0 0,0 0 0 0 0,0 0 1 0 0,0 0-1 0 0,-1 0 0 0 0,1 0 0 0 0,0 1 0 0 0,-1-1 0 0 0,0 0 0 0 0,1 1 0 0 0,-1-1 0 0 0,0 1 0 0 0,0 0 0 0 0,1 4 0 0 0,-1-3 11 0 0,0 0 0 0 0,0 0 0 0 0,1 0 0 0 0,0-1 0 0 0,0 1 0 0 0,0-1 0 0 0,0 1 0 0 0,1-1 0 0 0,-1 0 0 0 0,1 1 0 0 0,0-1 0 0 0,0-1 0 0 0,0 1 0 0 0,0 0 0 0 0,0-1 0 0 0,0 1 0 0 0,1-1 0 0 0,0 0 0 0 0,-1 0 0 0 0,1-1 0 0 0,0 1 0 0 0,0-1 0 0 0,0 0 0 0 0,0 0 0 0 0,5 1 0 0 0,-4-2 2 0 0,1 0-1 0 0,-1-1 0 0 0,1 0 1 0 0,-1 0-1 0 0,0 0 0 0 0,1-1 0 0 0,-1 0 1 0 0,0 0-1 0 0,0 0 0 0 0,0-1 0 0 0,-1 1 1 0 0,1-1-1 0 0,-1 0 0 0 0,1-1 0 0 0,-1 1 1 0 0,0-1-1 0 0,7-7 0 0 0,-7 6 1 0 0,1 1 0 0 0,-1-1 0 0 0,0 0 0 0 0,0-1 0 0 0,-1 1 0 0 0,1-1-1 0 0,-1 0 1 0 0,-1 1 0 0 0,4-11 0 0 0,-5 14-3 0 0,-1 1 0 0 0,0-1-1 0 0,0 1 1 0 0,0-1 0 0 0,0 0-1 0 0,0 1 1 0 0,0-1 0 0 0,0 0 0 0 0,0 1-1 0 0,-1-1 1 0 0,1 1 0 0 0,0-1-1 0 0,-1 1 1 0 0,0-1 0 0 0,1 1 0 0 0,-1-1-1 0 0,-2-2 1 0 0,1 2-1 0 0,0 0 1 0 0,0-1-1 0 0,-1 1 0 0 0,1 0 1 0 0,-1 1-1 0 0,0-1 0 0 0,1 0 1 0 0,-1 1-1 0 0,0-1 0 0 0,0 1 1 0 0,0 0-1 0 0,-5-1 0 0 0,6 1-70 0 0,0 1 0 0 0,-1 0-1 0 0,1 0 1 0 0,0 0 0 0 0,0 0-1 0 0,0 0 1 0 0,0 0 0 0 0,-1 1-1 0 0,1-1 1 0 0,0 0-1 0 0,0 1 1 0 0,0 0 0 0 0,0 0-1 0 0,0 0 1 0 0,0-1 0 0 0,0 2-1 0 0,0-1 1 0 0,0 0 0 0 0,-1 2-1 0 0,-15 15-7799 0 0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00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28 0 0,'26'-2'4427'0'0,"-20"3"-4179"0"0,0 1-1 0 0,0 0 1 0 0,0 0 0 0 0,-1 1-1 0 0,1 0 1 0 0,-1 0 0 0 0,0 0-1 0 0,0 0 1 0 0,0 1 0 0 0,8 8-1 0 0,37 49 1382 0 0,-44-52-1418 0 0,6 7 1575 0 0,-11-22-206 0 0,-1 3-1528 0 0,0 1 1 0 0,0-1-1 0 0,0 0 1 0 0,0 1-1 0 0,0-1 0 0 0,0 1 1 0 0,1-1-1 0 0,-1 1 1 0 0,1-1-1 0 0,0 1 1 0 0,0-1-1 0 0,0 1 1 0 0,2-5-1 0 0,0 3-214 0 0,1-1-1 0 0,-1 1 1 0 0,1 0-1 0 0,0-1 1 0 0,0 2-1 0 0,1-1 0 0 0,-1 0 1 0 0,1 1-1 0 0,0 0 1 0 0,-1 0-1 0 0,2 0 1 0 0,-1 1-1 0 0,0 0 1 0 0,0 0-1 0 0,7-2 1 0 0,-1 2-1386 0 0,0 0 0 0 0,1 1 0 0 0,19-1 1 0 0,-15 2-889 0 0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01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8 156 4 0 0,'1'1'224'0'0,"0"1"1"0"0,0-1-1 0 0,-1 1 0 0 0,1-1 1 0 0,-1 1-1 0 0,1 0 0 0 0,-1-1 1 0 0,1 1-1 0 0,-1-1 0 0 0,0 1 1 0 0,0 0-1 0 0,0 0 0 0 0,0-1 1 0 0,0 1-1 0 0,0 0 0 0 0,0-1 1 0 0,0 1-1 0 0,-1 0 0 0 0,1-1 1 0 0,-1 1-1 0 0,1-1 0 0 0,-1 1 1 0 0,0-1-1 0 0,-1 4 0 0 0,1-4-122 0 0,0 1 0 0 0,0-1 0 0 0,0 1 0 0 0,1 0 0 0 0,-1-1 0 0 0,0 1-1 0 0,1 0 1 0 0,0-1 0 0 0,-1 1 0 0 0,1 0 0 0 0,0 0 0 0 0,0 0 0 0 0,0-1-1 0 0,0 1 1 0 0,0 0 0 0 0,0 0 0 0 0,1 0 0 0 0,-1-1 0 0 0,0 1 0 0 0,1 0 0 0 0,0-1-1 0 0,-1 1 1 0 0,1 0 0 0 0,0-1 0 0 0,0 1 0 0 0,1 1 0 0 0,-1-2-65 0 0,1 0 1 0 0,-1-1-1 0 0,0 1 0 0 0,1 0 1 0 0,-1-1-1 0 0,1 1 1 0 0,-1-1-1 0 0,1 1 0 0 0,-1-1 1 0 0,1 0-1 0 0,-1 0 1 0 0,1 0-1 0 0,0 0 1 0 0,-1 0-1 0 0,1 0 0 0 0,-1 0 1 0 0,1 0-1 0 0,-1-1 1 0 0,1 1-1 0 0,-1 0 0 0 0,1-1 1 0 0,-1 1-1 0 0,1-1 1 0 0,-1 0-1 0 0,1 0 1 0 0,-1 1-1 0 0,0-1 0 0 0,1 0 1 0 0,-1 0-1 0 0,2-2 1 0 0,35-32 298 0 0,-32 25-148 0 0,-1 1-1 0 0,0-1 1 0 0,-1 0-1 0 0,0-1 1 0 0,0 1 0 0 0,-1-1-1 0 0,0 0 1 0 0,-1 0 0 0 0,0 1-1 0 0,-1-1 1 0 0,-1-1 0 0 0,1 1-1 0 0,-2 0 1 0 0,1 0 0 0 0,-1 0-1 0 0,-1 0 1 0 0,-3-11 0 0 0,4 19 1033 0 0,-1 4-1195 0 0,1 1 1 0 0,-1-1-1 0 0,1 1 0 0 0,-1-1 1 0 0,1 1-1 0 0,-1-1 1 0 0,1 1-1 0 0,0 0 0 0 0,0 0 1 0 0,0 0-1 0 0,0-1 0 0 0,0 1 1 0 0,0 0-1 0 0,1 0 1 0 0,-1 0-1 0 0,1 0 0 0 0,-1 4 1 0 0,1 9 4 0 0,1 1 1 0 0,1-1-1 0 0,0 0 1 0 0,1 0-1 0 0,1 0 1 0 0,0-1 0 0 0,10 22-1 0 0,10 22-3302 0 0,-6-17-2704 0 0,-13-27 2636 0 0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03.8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9 156 0 0,'0'0'861'0'0,"-3"-7"3"0"0,1 5-205 0 0,2 7 3393 0 0,16 266-342 0 0,-8-103-2703 0 0,-13-111-1418 0 0,4-55 85 0 0,-1 2-345 0 0,2-3 545 0 0,-1 0 0 0 0,1-1 0 0 0,0 1-1 0 0,0 0 1 0 0,0-1 0 0 0,0 1-1 0 0,-1-1 1 0 0,1 1 0 0 0,0-1 0 0 0,-1 1-1 0 0,1-1 1 0 0,0 1 0 0 0,-1-1-1 0 0,1 1 1 0 0,-1-1 0 0 0,1 1 0 0 0,-1-1-1 0 0,1 1 1 0 0,-1-1 0 0 0,1 0-1 0 0,-1 1 1 0 0,1-1 0 0 0,-1 0 0 0 0,0 0-1 0 0,1 1 1 0 0,-1-1 0 0 0,1 0 0 0 0,-2 0-1 0 0,-9 0-2236 0 0,9 0 179 0 0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04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73 92 0 0,'0'0'582'0'0,"-6"-1"4527"0"0,32 5-4853 0 0,1 0-1 0 0,-1-2 0 0 0,1-1 1 0 0,-1-1-1 0 0,1-1 0 0 0,32-6 1 0 0,36 0-6 0 0,303-33 792 0 0,-396 40-1033 0 0,0-1 0 0 0,1 1 0 0 0,-1-1 0 0 0,0 1 0 0 0,0 0 0 0 0,0-1 0 0 0,0 1-1 0 0,0 0 1 0 0,0 1 0 0 0,1-1 0 0 0,-1 0 0 0 0,0 1 0 0 0,0-1 0 0 0,0 1 0 0 0,0-1 0 0 0,0 1 0 0 0,3 2 0 0 0,-4-1 11 0 0,1 0-1 0 0,-1 0 1 0 0,0 0-1 0 0,0 0 1 0 0,0 0-1 0 0,0 1 1 0 0,0-1-1 0 0,-1 0 1 0 0,1 1 0 0 0,-1-1-1 0 0,0 0 1 0 0,1 5-1 0 0,0 4 33 0 0,1 1-44 0 0,-2-9 9 0 0,1 1 1 0 0,-1-1-1 0 0,1 0 0 0 0,0 1 0 0 0,0-1 0 0 0,0 0 0 0 0,0 1 0 0 0,0-1 0 0 0,3 4 1 0 0,-3-5-7 0 0,1-1 0 0 0,-1 0 0 0 0,0 0 0 0 0,1 0 1 0 0,-1-1-1 0 0,1 1 0 0 0,-1 0 0 0 0,1 0 0 0 0,-1-1 0 0 0,1 1 1 0 0,-1-1-1 0 0,1 1 0 0 0,0-1 0 0 0,-1 0 0 0 0,1 0 1 0 0,0 0-1 0 0,-1 0 0 0 0,1 0 0 0 0,0 0 0 0 0,-1 0 0 0 0,1 0 1 0 0,0-1-1 0 0,-1 1 0 0 0,1 0 0 0 0,-1-1 0 0 0,3 0 1 0 0,0-1 39 0 0,0 1 0 0 0,0-1 0 0 0,1 1 1 0 0,-1-1-1 0 0,0 0 0 0 0,0-1 1 0 0,-1 1-1 0 0,1-1 0 0 0,0 0 0 0 0,-1 0 1 0 0,0 0-1 0 0,1 0 0 0 0,3-6 1 0 0,-5 7-14 0 0,-1 0 1 0 0,0 0 0 0 0,0 0 0 0 0,0 0 0 0 0,0-1 0 0 0,0 1 0 0 0,0 0 0 0 0,-1-1 0 0 0,1 1 0 0 0,-1 0-1 0 0,1-1 1 0 0,-1 1 0 0 0,0 0 0 0 0,0-1 0 0 0,0 1 0 0 0,0-1 0 0 0,-1 1 0 0 0,1 0 0 0 0,-1-1 0 0 0,1 1 0 0 0,-1 0-1 0 0,0-1 1 0 0,0 1 0 0 0,0 0 0 0 0,0 0 0 0 0,0 0 0 0 0,0 0 0 0 0,-3-3 0 0 0,2 2-23 0 0,0 1-1 0 0,0 0 1 0 0,-1 0 0 0 0,1 0 0 0 0,0 0-1 0 0,-1 1 1 0 0,0-1 0 0 0,1 1 0 0 0,-1-1-1 0 0,0 1 1 0 0,0 0 0 0 0,0 0 0 0 0,0 0 0 0 0,0 1-1 0 0,0-1 1 0 0,0 1 0 0 0,0-1 0 0 0,0 1-1 0 0,0 0 1 0 0,0 0 0 0 0,0 0 0 0 0,0 1-1 0 0,0-1 1 0 0,0 1 0 0 0,-4 1 0 0 0,1-1-448 0 0,1 1 0 0 0,-1-1-1 0 0,1 2 1 0 0,-1-1 0 0 0,1 0 0 0 0,0 1 0 0 0,0 0 0 0 0,0 0 0 0 0,0 1 0 0 0,1-1 0 0 0,-8 8 0 0 0,9-6-2173 0 0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0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12 8 0 0,'-11'-11'3882'0'0,"17"17"-1553"0"0,14 26-1169 0 0,-20-29-1103 0 0,4 11 179 0 0,-1 1 0 0 0,2-1 1 0 0,0-1-1 0 0,0 1 0 0 0,1-1 0 0 0,9 14 0 0 0,-14-26-209 0 0,1 0-1 0 0,-1 0 1 0 0,1-1-1 0 0,-1 1 1 0 0,0 0-1 0 0,1-1 0 0 0,-1 0 1 0 0,1 1-1 0 0,-1-1 1 0 0,1 0-1 0 0,0 1 0 0 0,-1-1 1 0 0,1 0-1 0 0,-1 0 1 0 0,1 0-1 0 0,-1-1 0 0 0,1 1 1 0 0,0 0-1 0 0,-1-1 1 0 0,1 1-1 0 0,-1 0 0 0 0,3-2 1 0 0,34-13 132 0 0,-22 7-114 0 0,-2 0-34 0 0,-1 1 0 0 0,2 1-1 0 0,-1 0 1 0 0,1 1 0 0 0,0 0 0 0 0,0 1-1 0 0,28-3 1 0 0,-40 7 4 0 0,0 0-1 0 0,0 0 1 0 0,0 0 0 0 0,0 0 0 0 0,0 1 0 0 0,1-1-1 0 0,-1 1 1 0 0,0 0 0 0 0,0 0 0 0 0,-1 0 0 0 0,1 0-1 0 0,0 0 1 0 0,0 1 0 0 0,0 0 0 0 0,-1-1 0 0 0,1 1-1 0 0,-1 0 1 0 0,1 0 0 0 0,-1 0 0 0 0,0 0-1 0 0,2 3 1 0 0,-3-3 63 0 0,-2 2-32 0 0,-1 1 1 0 0,1-1-1 0 0,-1 1 0 0 0,0-1 0 0 0,0 0 1 0 0,-1 0-1 0 0,1 0 0 0 0,-1 0 0 0 0,-4 4 0 0 0,5-6-120 0 0,-1 1-1 0 0,1-1 0 0 0,0 0 0 0 0,-1 0 1 0 0,1 0-1 0 0,-1-1 0 0 0,0 1 0 0 0,0-1 1 0 0,0 1-1 0 0,-5 1 0 0 0,-19-1-5618 0 0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0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34 224 0 0,'0'0'788'0'0,"1"-11"564"0"0,1 0 156 0 0,7 2-544 0 0,5 6-1076 0 0,6 13-3584 0 0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3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0 257 324 0 0,'1'0'709'0'0,"11"-2"-378"0"0,-9 1-31 0 0,0 0 279 0 0,-2 0 18 0 0,227-138 4553 0 0,-201 122-4551 0 0,38-32-1 0 0,-20 13 673 0 0,-36 27-625 0 0,-15 7-310 0 0,4 3-326 0 0,0 0 1 0 0,0 0-1 0 0,0 0 1 0 0,0 0-1 0 0,0 0 1 0 0,0 0-1 0 0,1 0 1 0 0,-1 0-1 0 0,0 1 1 0 0,1-1 0 0 0,-1 1-1 0 0,1-1 1 0 0,0 1-1 0 0,-2 2 1 0 0,0-1-4 0 0,1 1 1 0 0,0 0 0 0 0,1-1 0 0 0,-1 1 0 0 0,1 0-1 0 0,-1 0 1 0 0,1 0 0 0 0,0 0 0 0 0,1 0-1 0 0,-1 0 1 0 0,1 0 0 0 0,-1 0 0 0 0,1 0-1 0 0,1 0 1 0 0,-1 0 0 0 0,0 0 0 0 0,1 0 0 0 0,0 0-1 0 0,0 0 1 0 0,0 0 0 0 0,0 0 0 0 0,1 0-1 0 0,0-1 1 0 0,0 1 0 0 0,0 0 0 0 0,0-1-1 0 0,0 0 1 0 0,0 1 0 0 0,1-1 0 0 0,0 0-1 0 0,0 0 1 0 0,0 0 0 0 0,0-1 0 0 0,0 1 0 0 0,0-1-1 0 0,1 0 1 0 0,-1 0 0 0 0,1 0 0 0 0,0 0-1 0 0,-1 0 1 0 0,1-1 0 0 0,0 0 0 0 0,0 1-1 0 0,0-2 1 0 0,0 1 0 0 0,0 0 0 0 0,0-1 0 0 0,0 0-1 0 0,0 0 1 0 0,0 0 0 0 0,0 0 0 0 0,0-1-1 0 0,6 0 1 0 0,76-25 55 0 0,-69 19-67 0 0,0 1-1 0 0,1 1 1 0 0,24-4-1 0 0,-27 7-5 0 0,-13 2 11 0 0,-1 0-1 0 0,1-1 0 0 0,-1 1 1 0 0,1 0-1 0 0,0 0 1 0 0,-1 0-1 0 0,1 1 1 0 0,-1-1-1 0 0,1 0 1 0 0,-1 0-1 0 0,1 1 1 0 0,-1-1-1 0 0,1 1 1 0 0,-1 0-1 0 0,0-1 1 0 0,3 2-1 0 0,33 13 35 0 0,40 3 381 0 0,-74-18-395 0 0,30-5 45 0 0,-32 5-317 0 0,17-2-180 0 0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4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51 808 0 0,'0'0'764'0'0,"5"-14"548"0"0,3 2-748 0 0,0 7-56 0 0,-2-2-72 0 0,3 1-32 0 0,3 4-28 0 0,0 0-112 0 0,2 2-219 0 0,1-2-318 0 0,-3 4-595 0 0,6 0-944 0 0,-2 1 420 0 0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4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1 268 504 0 0,'0'0'6290'0'0,"1"-7"-5607"0"0,-1 3-564 0 0,0 1 0 0 0,1-1 0 0 0,-1 1 0 0 0,1-1 0 0 0,0 1 0 0 0,0-1 0 0 0,1 1 0 0 0,-1-1 0 0 0,1 1 1 0 0,0 0-1 0 0,-1 0 0 0 0,1 0 0 0 0,1 0 0 0 0,-1 0 0 0 0,0 0 0 0 0,1 0 0 0 0,4-3 0 0 0,23-18 465 0 0,11-9 52 0 0,2 1 0 0 0,56-31-1 0 0,-85 56-586 0 0,-1 0 0 0 0,0 1 0 0 0,1 0 0 0 0,0 1 0 0 0,1 1 0 0 0,-1 1 0 0 0,1 0 0 0 0,0 0 0 0 0,-1 1-1 0 0,1 1 1 0 0,0 1 0 0 0,27 2 0 0 0,-37-1-44 0 0,1 1 0 0 0,-1-1 0 0 0,0 1 1 0 0,0 0-1 0 0,0 0 0 0 0,-1 0 0 0 0,1 1 0 0 0,0 0 0 0 0,-1 0 0 0 0,1 0 0 0 0,-1 0 0 0 0,0 1 0 0 0,0-1 0 0 0,-1 1 0 0 0,1 0 1 0 0,-1 0-1 0 0,1 1 0 0 0,-1-1 0 0 0,-1 1 0 0 0,1-1 0 0 0,-1 1 0 0 0,0 0 0 0 0,0 0 0 0 0,0 0 0 0 0,0 0 0 0 0,-1 0 0 0 0,0 1 1 0 0,0-1-1 0 0,0 0 0 0 0,-1 1 0 0 0,0 6 0 0 0,0-6 2 0 0,0 0-1 0 0,0 0 1 0 0,-1 0-1 0 0,1 1 1 0 0,-1-1 0 0 0,-1 0-1 0 0,1 0 1 0 0,-1 0 0 0 0,0 0-1 0 0,0-1 1 0 0,-1 1 0 0 0,0 0-1 0 0,0-1 1 0 0,0 0 0 0 0,-1 0-1 0 0,0 0 1 0 0,0 0-1 0 0,0 0 1 0 0,0-1 0 0 0,-1 0-1 0 0,1 0 1 0 0,-1 0 0 0 0,0 0-1 0 0,-1-1 1 0 0,1 0 0 0 0,-11 5-1 0 0,14-7 20 0 0,1 0-21 0 0,0-1 0 0 0,-1 1 0 0 0,1-1 0 0 0,0 1 0 0 0,0-1-1 0 0,0 1 1 0 0,0-1 0 0 0,-1 0 0 0 0,1 1 0 0 0,0-1 0 0 0,0 0-1 0 0,-1 0 1 0 0,1 0 0 0 0,0 0 0 0 0,0 0 0 0 0,-1 0 0 0 0,1 0 0 0 0,0-1-1 0 0,0 1 1 0 0,-1 0 0 0 0,1-1 0 0 0,0 1 0 0 0,0-1 0 0 0,0 1-1 0 0,0-1 1 0 0,0 1 0 0 0,-1-1 0 0 0,1 0 0 0 0,0 0 0 0 0,1 0-1 0 0,-1 1 1 0 0,0-1 0 0 0,0 0 0 0 0,0 0 0 0 0,0 0 0 0 0,-1-2 0 0 0,2 1-4 0 0,0 1 0 0 0,0 0 0 0 0,0-1 0 0 0,0 1 1 0 0,0 0-1 0 0,1-1 0 0 0,-1 1 0 0 0,0 0 1 0 0,0-1-1 0 0,1 1 0 0 0,-1 0 0 0 0,1 0 0 0 0,-1-1 1 0 0,1 1-1 0 0,0 0 0 0 0,-1 0 0 0 0,1 0 1 0 0,0 0-1 0 0,0 0 0 0 0,0 0 0 0 0,0 0 0 0 0,0 0 1 0 0,0 0-1 0 0,0 0 0 0 0,0 1 0 0 0,0-1 1 0 0,0 0-1 0 0,0 1 0 0 0,3-2 0 0 0,37-18-126 0 0,-40 20 109 0 0,7-3-275 0 0,1 0 1 0 0,0 1-1 0 0,0 0 0 0 0,1 1 1 0 0,-1 0-1 0 0,11 0 1 0 0,30 4-5618 0 0,-30-1 2956 0 0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5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161 422 852 0 0,'-20'-31'5923'0'0,"-13"35"-4566"0"0,26-3-1214 0 0,1 1 0 0 0,-1 1 0 0 0,0-1 0 0 0,1 1 0 0 0,-1 0 0 0 0,1 1 0 0 0,0-1 0 0 0,0 1 0 0 0,0 0 1 0 0,1 1-1 0 0,-1-1 0 0 0,1 1 0 0 0,-9 11 0 0 0,2 7 296 0 0,12-20-420 0 0,-1-1 1 0 0,1 1 0 0 0,0-1 0 0 0,0 1-1 0 0,0-1 1 0 0,0 0 0 0 0,0 1-1 0 0,1-1 1 0 0,-1 1 0 0 0,1-1 0 0 0,-1 1-1 0 0,1-1 1 0 0,0 0 0 0 0,0 0-1 0 0,0 1 1 0 0,0-1 0 0 0,0 0 0 0 0,1 0-1 0 0,-1 0 1 0 0,1 0 0 0 0,-1 0-1 0 0,1 0 1 0 0,0-1 0 0 0,0 1 0 0 0,-1-1-1 0 0,1 1 1 0 0,0-1 0 0 0,1 1 0 0 0,-1-1-1 0 0,2 1 1 0 0,7 4 27 0 0,0 0 0 0 0,1-1 1 0 0,-1 0-1 0 0,18 4 0 0 0,-11-5-31 0 0,0-1-1 0 0,1 0 1 0 0,-1-1-1 0 0,1-1 1 0 0,-1-1 0 0 0,1-1-1 0 0,-1-1 1 0 0,1 0-1 0 0,24-7 1 0 0,-4-2-30 0 0,-1-1 0 0 0,0-1 1 0 0,47-25-1 0 0,-63 26-13 0 0,39-26 1 0 0,-54 33 73 0 0,0 0 1 0 0,-1-1 0 0 0,1 1-1 0 0,-1-1 1 0 0,-1 0 0 0 0,1-1-1 0 0,-1 1 1 0 0,0-1-1 0 0,5-10 1 0 0,-9 16 93 0 0,-1 0-120 0 0,0 1 1 0 0,0 0-1 0 0,0 0 0 0 0,1 0 1 0 0,-1-1-1 0 0,0 1 0 0 0,0 0 1 0 0,0 0-1 0 0,1-1 0 0 0,-1 1 1 0 0,0 0-1 0 0,0-1 1 0 0,0 1-1 0 0,0 0 0 0 0,0 0 1 0 0,0-1-1 0 0,0 1 0 0 0,0 0 1 0 0,0-1-1 0 0,0 1 1 0 0,0 0-1 0 0,0-1 0 0 0,0 1 1 0 0,0 0-1 0 0,0 0 0 0 0,0-1 1 0 0,0 1-1 0 0,0 0 1 0 0,0-1-1 0 0,0 1 0 0 0,-1 0 1 0 0,1 0-1 0 0,0-1 0 0 0,0 1 1 0 0,0 0-1 0 0,-1-1 1 0 0,-1 1-11 0 0,0 0 0 0 0,0 0 0 0 0,0 0 1 0 0,0 0-1 0 0,0 0 0 0 0,-1 1 0 0 0,1-1 1 0 0,0 0-1 0 0,0 1 0 0 0,0 0 0 0 0,0 0 1 0 0,0-1-1 0 0,1 1 0 0 0,-1 0 1 0 0,0 0-1 0 0,0 1 0 0 0,0-1 0 0 0,-2 3 1 0 0,-20 34 166 0 0,23-36-164 0 0,0 0 9 0 0,23 10 47 0 0,-18-10-63 0 0,35-1-40 0 0,10-6-89 0 0,2 1-6 0 0,-26 1 32 0 0,-1 0 0 0 0,0-1 0 0 0,0-2 0 0 0,0-1 0 0 0,-1 0 0 0 0,0-2 0 0 0,0 0 0 0 0,33-21 0 0 0,-42 22 77 0 0,0-1 1 0 0,-1-1-1 0 0,0 0 0 0 0,-1 0 0 0 0,0-2 0 0 0,-1 1 0 0 0,0-2 0 0 0,-1 1 0 0 0,13-21 0 0 0,-18 25 11 0 0,-1 1 0 0 0,1-1 0 0 0,-2 0 1 0 0,1 0-1 0 0,-1 0 0 0 0,-1 0 0 0 0,0-1 0 0 0,0 1 1 0 0,0-1-1 0 0,-1 1 0 0 0,0-1 0 0 0,-1 0 1 0 0,0 1-1 0 0,0-1 0 0 0,-1 0 0 0 0,0 1 0 0 0,0-1 1 0 0,-1 1-1 0 0,-5-13 0 0 0,7 19 5 0 0,-1-1 1 0 0,1 1-1 0 0,-1 0 0 0 0,0 0 0 0 0,0 0 0 0 0,0 0 1 0 0,0 0-1 0 0,-1 0 0 0 0,1 0 0 0 0,0 0 1 0 0,-1 0-1 0 0,1 1 0 0 0,-1-1 0 0 0,0 0 1 0 0,0 1-1 0 0,1 0 0 0 0,-1-1 0 0 0,0 1 1 0 0,0 0-1 0 0,0 0 0 0 0,0 0 0 0 0,-1 0 0 0 0,1 0 1 0 0,0 1-1 0 0,0-1 0 0 0,-1 0 0 0 0,1 1 1 0 0,0 0-1 0 0,0 0 0 0 0,-1-1 0 0 0,1 1 1 0 0,0 1-1 0 0,-1-1 0 0 0,1 0 0 0 0,0 1 0 0 0,-1-1 1 0 0,1 1-1 0 0,0-1 0 0 0,0 1 0 0 0,0 0 1 0 0,0 0-1 0 0,0 0 0 0 0,0 0 0 0 0,0 1 1 0 0,-2 1-1 0 0,-5 2 0 0 0,1 1 0 0 0,0 1 0 0 0,0 0 1 0 0,0 0-1 0 0,1 1 0 0 0,0-1 0 0 0,1 2 0 0 0,-10 14 0 0 0,11-12 11 0 0,0 0-1 0 0,1 1 0 0 0,1 0 0 0 0,0-1 0 0 0,0 1 0 0 0,1 0 1 0 0,1 1-1 0 0,0-1 0 0 0,0 0 0 0 0,1 0 0 0 0,1 0 1 0 0,0 0-1 0 0,1 1 0 0 0,0-1 0 0 0,1-1 0 0 0,0 1 0 0 0,1 0 1 0 0,0-1-1 0 0,1 1 0 0 0,9 14 0 0 0,-10-18 1 0 0,1 0 0 0 0,0 0-1 0 0,1 0 1 0 0,0-1 0 0 0,0 0 0 0 0,1-1-1 0 0,-1 1 1 0 0,1-1 0 0 0,1-1 0 0 0,-1 1 0 0 0,1-1-1 0 0,9 5 1 0 0,-10-8-2 0 0,0 1 0 0 0,0-1 1 0 0,0 0-1 0 0,0 0 0 0 0,0-1 0 0 0,0 0 1 0 0,0 0-1 0 0,1 0 0 0 0,-1-1 0 0 0,0-1 0 0 0,0 1 1 0 0,1-1-1 0 0,-1 0 0 0 0,0-1 0 0 0,0 1 1 0 0,13-6-1 0 0,-15 5 17 0 0,0-1 1 0 0,0 1 0 0 0,0-1 0 0 0,-1 0-1 0 0,1 0 1 0 0,-1-1 0 0 0,0 1-1 0 0,0-1 1 0 0,0 0 0 0 0,0 0-1 0 0,-1 0 1 0 0,1-1 0 0 0,-1 1-1 0 0,5-10 1 0 0,-8 13 47 0 0,1 0 0 0 0,2-4-64 0 0,-1 4 35 0 0,-1 1 26 0 0,-1 3 151 0 0,2 4-315 0 0,0 0 1 0 0,0 0 0 0 0,1-1 0 0 0,-1 1 0 0 0,1 0 0 0 0,1-1-1 0 0,-1 0 1 0 0,7 8 0 0 0,4 1-955 0 0,22 13-4387 0 0,-12-13 2292 0 0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11:15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66 852,'0'0'876,"-9"-13"1564,3 12-2251,1 0 1,-1 0 0,1 0 0,-1 1 0,1 0-1,-1 0 1,1 0 0,-1 0 0,1 1-1,-1 0 1,1 0 0,-1 1 0,1-1-1,0 1 1,0 1 0,0-1 0,0 0-1,0 1 1,0 0 0,1 0 0,-1 1-1,1-1 1,0 1 0,0 0 0,0 0-1,1 1 1,-6 7 0,7-9-149,-1 0 0,1 1 1,0-1-1,0 1 0,1-1 0,-1 1 0,1 0 1,0 0-1,0-1 0,0 1 0,0 0 0,0 0 1,1 0-1,0 0 0,0 0 0,0 0 0,0 0 1,1 0-1,0 0 0,-1 0 0,1 0 0,1 0 1,-1-1-1,0 1 0,1 0 0,0-1 0,0 1 1,0-1-1,0 0 0,1 1 0,-1-1 0,1 0 1,0-1-1,0 1 0,0 0 0,0-1 0,0 0 1,1 1-1,3 1 0,-2-1-1,0-1 0,1 0 0,-1 0 0,0 0 0,1 0 0,0-1 0,-1 0 0,1 0 0,-1 0 0,1-1 0,0 0 0,0 0 0,-1 0 0,1-1 0,0 0 0,-1 0 0,1 0 0,-1-1 0,1 0 0,-1 0 0,0 0 0,0-1 0,1 0 0,-2 0 0,1 0 0,0 0 0,-1-1 0,1 0 0,-1 0 0,0 0 0,-1 0 0,7-10 0,-5 9 47,-2 0 0,1-1 0,0 0 0,-1 0 0,0 0 0,-1 0 0,1 0 0,-1-1 0,0 1 1,-1-1-1,0 1 0,0-1 0,0 1 0,-1-1 0,1 0 0,-2 0 0,1 1 0,-1-1 0,0 0 0,0 1 0,-1-1 0,0 1 1,0 0-1,-1-1 0,1 1 0,-1 0 0,-1 0 0,-4-6 0,7 10-107,0 1-1,0 0 1,0-1-1,0 1 1,0 0-1,-1 0 1,1 0 0,0 0-1,0 0 1,-1 0-1,1 1 1,-1-1-1,1 0 1,-3 0-1,4 1-62,-1 0 0,0 0-1,0 0 1,0 0 0,0 0 0,0 1-1,1-1 1,-1 0 0,0 0-1,0 1 1,0-1 0,1 1-1,-1-1 1,0 1 0,0-1-1,1 1 1,-1-1 0,0 1-1,1-1 1,-1 1 0,0 1 0,-1 0-1078,9 17-4610,0-8 2452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6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9017 0 0,'4'-1'-18'0'0,"103"-18"1341"0"0,130-8-1 0 0,-162 20-1056 0 0,-33 3-100 0 0,76-5 196 0 0,-110 12-850 0 0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6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14 912 0 0,'3'-13'8407'0'0,"5"40"-6420"0"0,6 50-1472 0 0,-11-49-415 0 0,-1 0-1 0 0,-1 1 1 0 0,-1-1-1 0 0,-2 1 1 0 0,-1-1-1 0 0,-1 0 1 0 0,-1 0-1 0 0,-2 0 1 0 0,-1-1-1 0 0,-17 41 1 0 0,23-56-1857 0 0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6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35 136 0 0,'-1'-13'3716'0'0,"-18"31"-2466"0"0,13-12-1094 0 0,1 1 0 0 0,-1-1 0 0 0,1 2 0 0 0,0-1 0 0 0,1 0 0 0 0,0 1 0 0 0,0 0 0 0 0,1 0-1 0 0,0 0 1 0 0,0 0 0 0 0,1 1 0 0 0,0-1 0 0 0,0 1 0 0 0,1-1 0 0 0,0 1 0 0 0,1-1-1 0 0,0 1 1 0 0,0 0 0 0 0,1 0 0 0 0,0-1 0 0 0,0 1 0 0 0,1-1 0 0 0,0 1 0 0 0,1-1-1 0 0,0 0 1 0 0,4 9 0 0 0,-5-11-97 0 0,1-1-1 0 0,0 1 1 0 0,0-1-1 0 0,0 0 1 0 0,1 0-1 0 0,0 0 1 0 0,0 0-1 0 0,0-1 1 0 0,0 1-1 0 0,1-1 1 0 0,0 0-1 0 0,0 0 1 0 0,0-1-1 0 0,0 0 1 0 0,0 0-1 0 0,1 0 1 0 0,-1 0-1 0 0,1-1 1 0 0,0 0-1 0 0,0 0 1 0 0,0 0-1 0 0,0-1 1 0 0,0 0-1 0 0,0 0 1 0 0,0-1-1 0 0,0 1 1 0 0,1-1-1 0 0,-1-1 1 0 0,0 1-1 0 0,0-1 1 0 0,0 0-1 0 0,0-1 1 0 0,0 1-1 0 0,0-1 1 0 0,0 0-1 0 0,6-4 1 0 0,-3 2 124 0 0,0-2-1 0 0,0 1 1 0 0,-1-1 0 0 0,0 0 0 0 0,0-1 0 0 0,0 0 0 0 0,-1 0 0 0 0,0 0 0 0 0,0-1 0 0 0,-1 0-1 0 0,0-1 1 0 0,-1 1 0 0 0,1-1 0 0 0,-2 0 0 0 0,1-1 0 0 0,5-16 0 0 0,-8 20-121 0 0,-1 1 0 0 0,1-1 1 0 0,-1 0-1 0 0,0 0 0 0 0,0 1 0 0 0,-1-1 1 0 0,1 0-1 0 0,-1 0 0 0 0,-1 0 0 0 0,1 0 1 0 0,-1 0-1 0 0,0 0 0 0 0,0 1 1 0 0,-1-1-1 0 0,0 0 0 0 0,0 1 0 0 0,0-1 1 0 0,0 1-1 0 0,-1 0 0 0 0,0-1 0 0 0,0 1 1 0 0,-1 1-1 0 0,1-1 0 0 0,-1 0 0 0 0,0 1 1 0 0,0 0-1 0 0,-1 0 0 0 0,1 0 1 0 0,-10-6-1 0 0,3 5-224 0 0,1 0 0 0 0,-1 1 0 0 0,0 0 0 0 0,0 1 1 0 0,0 0-1 0 0,0 0 0 0 0,-1 1 0 0 0,-18 0 0 0 0,-5 1-1720 0 0,-47 4 0 0 0,25 4-2368 0 0,3 4 320 0 0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18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20438 0 0,'0'0'844'0'0,"25"-24"-984"0"0,-16 12-956 0 0,0 7 368 0 0,-5-6-1008 0 0,-8-6-1389 0 0,-7 10 713 0 0,0 3-2612 0 0,-5-1 1159 0 0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3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14 225 180 0 0,'-13'11'7379'0'0,"82"-36"-6246"0"0,68-29-24 0 0,-122 47-1024 0 0,-1 0 1 0 0,-1-1-1 0 0,0 0 1 0 0,0-1-1 0 0,0-1 0 0 0,-1 0 1 0 0,12-14-1 0 0,-23 23-60 0 0,1-1 0 0 0,-1 1 0 0 0,1-1 0 0 0,-1 0 0 0 0,0 0 0 0 0,0 0-1 0 0,0 0 1 0 0,0 0 0 0 0,0 0 0 0 0,0 0 0 0 0,-1 0 0 0 0,1 0 0 0 0,-1 0-1 0 0,1 0 1 0 0,-1 0 0 0 0,0 0 0 0 0,0 0 0 0 0,0-1 0 0 0,0 1 0 0 0,0 0 0 0 0,0 0-1 0 0,-1 0 1 0 0,1 0 0 0 0,-1-1 0 0 0,1 1 0 0 0,-1 0 0 0 0,-1-2 0 0 0,1 3-17 0 0,0-1-1 0 0,-1 1 1 0 0,1 0 0 0 0,0 0 0 0 0,-1 0 0 0 0,1 0 0 0 0,-1 0 0 0 0,1 0-1 0 0,-1 0 1 0 0,0 0 0 0 0,1 0 0 0 0,-1 1 0 0 0,0-1 0 0 0,0 1-1 0 0,1-1 1 0 0,-1 1 0 0 0,0 0 0 0 0,0 0 0 0 0,0-1 0 0 0,1 1 0 0 0,-1 1-1 0 0,0-1 1 0 0,0 0 0 0 0,0 0 0 0 0,1 1 0 0 0,-1-1 0 0 0,0 1 0 0 0,0-1-1 0 0,1 1 1 0 0,-1 0 0 0 0,0 0 0 0 0,1-1 0 0 0,-3 3 0 0 0,0-1-4 0 0,0 0-1 0 0,1 0 1 0 0,-1 0 0 0 0,1 0 0 0 0,-1 1 0 0 0,1-1 0 0 0,0 1 0 0 0,0 0 0 0 0,0 0 0 0 0,1 0-1 0 0,-1 0 1 0 0,1 1 0 0 0,-1-1 0 0 0,1 1 0 0 0,0-1 0 0 0,0 1 0 0 0,1 0 0 0 0,-1 0 0 0 0,1 0-1 0 0,0 0 1 0 0,-1 4 0 0 0,2-4 0 0 0,0 0 0 0 0,1 0 1 0 0,-1 0-1 0 0,1 0 0 0 0,0 0 0 0 0,0 0 0 0 0,0-1 0 0 0,0 1 0 0 0,1 0 1 0 0,-1-1-1 0 0,1 1 0 0 0,0-1 0 0 0,0 0 0 0 0,0 1 0 0 0,1-1 0 0 0,-1 0 0 0 0,1 0 1 0 0,0 0-1 0 0,0-1 0 0 0,0 1 0 0 0,0-1 0 0 0,0 0 0 0 0,6 3 0 0 0,6 4 7 0 0,1 0-1 0 0,0-1 1 0 0,0-1-1 0 0,1-1 0 0 0,0-1 1 0 0,0 0-1 0 0,0-1 1 0 0,1-1-1 0 0,0 0 0 0 0,-1-1 1 0 0,1-1-1 0 0,0-1 1 0 0,0-1-1 0 0,-1 0 1 0 0,21-5-1 0 0,-17 3-3 0 0,-1-2-1 0 0,0-1 1 0 0,0 0 0 0 0,0-2 0 0 0,0 0 0 0 0,-1-1-1 0 0,-1-1 1 0 0,0-1 0 0 0,0 0 0 0 0,-1-2 0 0 0,0 1-1 0 0,21-23 1 0 0,-37 33-7 0 0,1 0 0 0 0,0-1 1 0 0,-1 1-1 0 0,0 0 0 0 0,1-1 0 0 0,-1 1 0 0 0,0 0 1 0 0,0-1-1 0 0,-1 1 0 0 0,1-1 0 0 0,0-3 0 0 0,0 5-1 0 0,-1 0-1 0 0,0 0 1 0 0,0 0-1 0 0,0 0 1 0 0,0 0-1 0 0,0 0 1 0 0,0 0-1 0 0,0 0 1 0 0,0 0-1 0 0,0 0 1 0 0,-1 0-1 0 0,1 0 1 0 0,0 1 0 0 0,0-1-1 0 0,-1 0 1 0 0,1 0-1 0 0,-1 0 1 0 0,1 0-1 0 0,-1 0 1 0 0,1 1-1 0 0,-1-1 1 0 0,1 0-1 0 0,-1 0 1 0 0,0 1-1 0 0,1-1 1 0 0,-1 1-1 0 0,0-1 1 0 0,0 0-1 0 0,1 1 1 0 0,-1-1-1 0 0,0 1 1 0 0,-1-1-1 0 0,-5-1-3 0 0,-1 1-1 0 0,1 0 1 0 0,-1 0-1 0 0,1 1 0 0 0,-1 0 1 0 0,1 0-1 0 0,-1 1 0 0 0,1 0 1 0 0,0 0-1 0 0,-1 1 0 0 0,1 0 1 0 0,0 0-1 0 0,-12 6 0 0 0,-37 9-30 0 0,56-15 43 0 0,0-1-7 0 0,0 0 1 0 0,1 0-1 0 0,-1 0 1 0 0,1 0-1 0 0,0 1 1 0 0,-1-1 0 0 0,1 0-1 0 0,0 0 1 0 0,0 0-1 0 0,0 0 1 0 0,0 0-1 0 0,-1-1 1 0 0,1 1-1 0 0,0 0 1 0 0,1 0-1 0 0,-1-1 1 0 0,0 1-1 0 0,0 0 1 0 0,0-1 0 0 0,0 1-1 0 0,0-1 1 0 0,1 0-1 0 0,-1 1 1 0 0,0-1-1 0 0,3 1 1 0 0,-1 0-1 0 0,26 11 0 0 0,-14-7 0 0 0,-1 2 0 0 0,1 0 0 0 0,-1 0 0 0 0,19 14 0 0 0,-29-17-1 0 0,1 0 1 0 0,-1 1-1 0 0,0-1 1 0 0,0 1-1 0 0,0 0 0 0 0,-1 0 1 0 0,0 0-1 0 0,0 0 1 0 0,0 1-1 0 0,0-1 0 0 0,-1 1 1 0 0,0-1-1 0 0,0 1 1 0 0,0 0-1 0 0,0 9 0 0 0,-1-2 2 0 0,0-1-1 0 0,-1 1 1 0 0,-1 0-1 0 0,0 0 1 0 0,-1-1-1 0 0,0 1 1 0 0,-1 0-1 0 0,0-1 1 0 0,-1 0-1 0 0,0 0 1 0 0,-1 0-1 0 0,-1 0 0 0 0,0-1 1 0 0,-9 13-1 0 0,0 0 10 0 0,-2-1 0 0 0,0-1-1 0 0,-2-1 1 0 0,0 0-1 0 0,-31 25 1 0 0,37-36 32 0 0,7-4 102 0 0,0 0 0 0 0,-1 0 0 0 0,0-1-1 0 0,0 0 1 0 0,0 0 0 0 0,-1 0 0 0 0,1-1 0 0 0,-1 0 0 0 0,0-1 0 0 0,0 0-1 0 0,-11 3 1 0 0,18-6-126 0 0,0-1 0 0 0,0 1 0 0 0,0 0 1 0 0,0 0-1 0 0,0 0 0 0 0,0-1 0 0 0,0 1 0 0 0,0 0 0 0 0,0-1 0 0 0,0 1 0 0 0,0-1 0 0 0,0 0 0 0 0,0 1 0 0 0,0-1 0 0 0,1 1 0 0 0,-1-1 0 0 0,0 0 0 0 0,0 0 1 0 0,1 0-1 0 0,-1 1 0 0 0,0-1 0 0 0,1 0 0 0 0,-1 0 0 0 0,1 0 0 0 0,-1 0 0 0 0,1 0 0 0 0,-1 0 0 0 0,1 0 0 0 0,0 0 0 0 0,0 0 0 0 0,-1 0 0 0 0,1 0 1 0 0,0 0-1 0 0,0 0 0 0 0,0 0 0 0 0,0 0 0 0 0,0-1 0 0 0,0 1 0 0 0,1 0 0 0 0,-1 0 0 0 0,0 0 0 0 0,0 0 0 0 0,1 0 0 0 0,-1 0 0 0 0,1-1 0 0 0,1-5 30 0 0,0 0 0 0 0,1 0-1 0 0,-1 1 1 0 0,1-1-1 0 0,5-8 1 0 0,5-3-275 0 0,1-1 0 0 0,0 2 0 0 0,18-17 0 0 0,28-16-7271 0 0,-40 35 3966 0 0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3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10633 0 0,'0'0'152'0'0,"13"-8"-116"0"0,-7 0 12 0 0,0-5 96 0 0,-6 0-76 0 0,1 3-16 0 0,4 0-48 0 0,4 6-2012 0 0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11:24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45 144,'0'-7'72,"0"6"76,0 1-1,0-1 1,0 0-1,0 0 1,0 1-1,0-1 1,0 0-1,0 0 1,0 1-1,0-1 1,0 0-1,0 0 1,0 1-1,1-1 1,-1 0-1,0 1 1,1-1-1,-1 0 1,0 1-1,1-1 1,-1 0-1,1 1 1,-1-1-1,1 1 1,-1-1-1,1 1 1,0-1-1,-1 1 1,1-1-1,0 1 1,-1 0-1,1-1 1,0 1-1,-1 0 1,1 0-1,1-1 1,0 1 344,18 20 383,-6-2-442,-1 0 1,-1 1-1,-1 1 1,17 38 0,-3-5 19,16 38 173,-28-59-362,1-1 0,20 34 0,-30-59-141,18 34 1587,-17-43-1449,6-8-148,-1 1 1,1-2 0,-2 1-1,0-1 1,0-1-1,-1 0 1,7-16-1,46-110 358,-52 115-395,71-179 103,-80 203-260,0-1-1,0 1 1,1-1 0,-1 1 0,0 0-1,1-1 1,-1 1 0,1-1-1,-1 1 1,1 0 0,-1-1-1,0 1 1,1 0 0,-1 0 0,1-1-1,-1 1 1,1 0 0,0 0-1,-1 0 1,1 0 0,-1-1-1,1 1 1,-1 0 0,1 0 0,-1 0-1,1 0 1,-1 0 0,1 1-1,0-1 1,-1 0 0,1 0 0,-1 0-1,1 0 1,-1 1 0,1-1-1,-1 0 1,1 1 0,0-1-268,0 0 1,0 1-1,0 0 1,0-1 0,0 1-1,0-1 1,0 1-1,0 0 1,-1 0-1,1-1 1,0 1-1,0 0 1,-1 0 0,1 0-1,-1 0 1,2 2-1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5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35 624 0 0,'0'0'619'0'0,"0"-4"215"0"0,-1 1 0 0 0,0-1 0 0 0,0 0-1 0 0,0 0 1 0 0,0 1 0 0 0,0-1 0 0 0,-3-3-1 0 0,-1 6-665 0 0,-1 1-1 0 0,0 0 1 0 0,0 0-1 0 0,1 0 0 0 0,-1 0 1 0 0,0 1-1 0 0,1 0 1 0 0,-1 1-1 0 0,1-1 0 0 0,-1 1 1 0 0,1 0-1 0 0,-1 0 1 0 0,1 1-1 0 0,0-1 0 0 0,0 1 1 0 0,-5 4-1 0 0,-3 3 82 0 0,0 0 0 0 0,1 1 0 0 0,0 0 0 0 0,-16 20 0 0 0,27-30-234 0 0,0 0 0 0 0,0 0 0 0 0,0 1 0 0 0,0-1 0 0 0,1 0 0 0 0,-1 1 0 0 0,0-1 1 0 0,1 0-1 0 0,-1 1 0 0 0,1-1 0 0 0,0 1 0 0 0,-1-1 0 0 0,1 1 0 0 0,0-1 0 0 0,0 1 0 0 0,0-1 0 0 0,0 1 0 0 0,0-1 1 0 0,0 1-1 0 0,1-1 0 0 0,-1 1 0 0 0,0-1 0 0 0,1 1 0 0 0,-1-1 0 0 0,1 0 0 0 0,0 1 0 0 0,-1-1 0 0 0,1 0 0 0 0,0 1 1 0 0,0-1-1 0 0,1 2 0 0 0,0-1 1 0 0,0 0 0 0 0,-1-1 0 0 0,1 1 1 0 0,0 0-1 0 0,0-1 0 0 0,0 0 0 0 0,0 1 0 0 0,0-1 0 0 0,0 0 1 0 0,1 0-1 0 0,-1 0 0 0 0,0 0 0 0 0,1-1 0 0 0,-1 1 1 0 0,0 0-1 0 0,1-1 0 0 0,-1 0 0 0 0,1 0 0 0 0,3 0 1 0 0,86-1 132 0 0,51 6-120 0 0,-136-5-29 0 0,-1-1-1 0 0,1 1 1 0 0,-1-2 0 0 0,1 1-1 0 0,-1 0 1 0 0,0-1-1 0 0,0 0 1 0 0,1-1 0 0 0,-2 0-1 0 0,1 1 1 0 0,0-2-1 0 0,0 1 1 0 0,-1-1 0 0 0,9-7-1 0 0,1-4 8 0 0,-1 0 0 0 0,0 0 0 0 0,14-22 0 0 0,-18 23 13 0 0,7-7-81 0 0,-16 20 50 0 0,-1 5-54 0 0,12 44 41 0 0,-8-36 21 0 0,-1 0 1 0 0,0 0-1 0 0,-1 1 0 0 0,1 12 1 0 0,-3-22 4 0 0,1-1 1 0 0,-1 0 0 0 0,1 0 0 0 0,0 0-1 0 0,0 0 1 0 0,0-1 0 0 0,0 1 0 0 0,0 0-1 0 0,1 0 1 0 0,-1-1 0 0 0,0 1 0 0 0,1 0-1 0 0,1 1 1 0 0,5 5 25 0 0,-7-6-18 0 0,25-1 50 0 0,-6-15-53 0 0,14-9 11 0 0,47-42 0 0 0,-80 64-21 0 0,0 0-1 0 0,0 0 1 0 0,0 0 0 0 0,0 0 0 0 0,0 0-1 0 0,0 0 1 0 0,0 1 0 0 0,0-1 0 0 0,0 0-1 0 0,1 0 1 0 0,-1 1 0 0 0,0-1 0 0 0,0 1-1 0 0,1-1 1 0 0,-1 1 0 0 0,0 0 0 0 0,1-1-1 0 0,-1 1 1 0 0,0 0 0 0 0,1 0-1 0 0,-1 0 1 0 0,1 0 0 0 0,-1 0 0 0 0,0 0-1 0 0,3 1 1 0 0,-1 1 0 0 0,-1 0 0 0 0,1 0-1 0 0,-1 0 1 0 0,1 1-1 0 0,-1-1 1 0 0,0 0 0 0 0,0 1-1 0 0,0 0 1 0 0,2 3 0 0 0,21 26 27 0 0,-20-28-22 0 0,-1 0 1 0 0,1-1-1 0 0,0 1 1 0 0,-1-1-1 0 0,1 0 1 0 0,1 0-1 0 0,-1-1 1 0 0,0 1-1 0 0,1-1 1 0 0,-1-1-1 0 0,1 1 1 0 0,0-1-1 0 0,-1 0 1 0 0,1 0-1 0 0,0 0 1 0 0,0-1-1 0 0,0 0 1 0 0,0 0-1 0 0,0-1 1 0 0,8-1-1 0 0,9-3 96 0 0,-1-1 0 0 0,1-1-1 0 0,36-16 1 0 0,-49 18 2 0 0,-8 5-6 0 0,15-6 259 0 0,-16 6-371 0 0,-1-1 0 0 0,0 1 0 0 0,1 0 0 0 0,-1 0 0 0 0,1 0 0 0 0,-1 0 0 0 0,1 0 0 0 0,-1 0 0 0 0,1 0 0 0 0,-1 0 0 0 0,1 0 0 0 0,-1 0 0 0 0,1 0 0 0 0,-1 0 0 0 0,1 0-1 0 0,-1 1 1 0 0,1-1 0 0 0,-1 0 0 0 0,1 0 0 0 0,-1 0 0 0 0,0 1 0 0 0,1-1 0 0 0,-1 0 0 0 0,1 1 0 0 0,-1-1 0 0 0,0 0 0 0 0,1 1 0 0 0,-1-1 0 0 0,0 0 0 0 0,1 1 0 0 0,-1-1 0 0 0,0 1-1 0 0,0-1 1 0 0,1 0 0 0 0,-1 1 0 0 0,0-1 0 0 0,0 1 0 0 0,0-1 0 0 0,0 1 0 0 0,0-1 0 0 0,0 1 0 0 0,1 0 0 0 0,-3 14-1432 0 0,1-5-4892 0 0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5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92 1044 0 0,'0'-3'1018'0'0,"-3"-73"5433"0"0,3 74-5925 0 0,-1-9 317 0 0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6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69 267 376 0 0,'0'0'684'0'0,"15"-8"1673"0"0,-14 8-2163 0 0,-1 0 0 0 0,1 0 0 0 0,-1-1 0 0 0,0 1 1 0 0,1 0-1 0 0,-1 0 0 0 0,1 0 0 0 0,-1 0 0 0 0,0 0 1 0 0,1-1-1 0 0,-1 1 0 0 0,0 0 0 0 0,1 0 0 0 0,-1 0 1 0 0,0-1-1 0 0,1 1 0 0 0,-1 0 0 0 0,0-1 1 0 0,1 1-1 0 0,-1 0 0 0 0,0-1 0 0 0,0 1 0 0 0,0 0 1 0 0,1-1-1 0 0,-1 1 0 0 0,0 0 0 0 0,0-1 0 0 0,0 1 1 0 0,0-1-1 0 0,0 1 0 0 0,0 0 0 0 0,1-1 0 0 0,-1 1 1 0 0,0-1-1 0 0,0 1 0 0 0,-1-1 0 0 0,-44-11 972 0 0,43 12-1125 0 0,0 0-1 0 0,0-1 1 0 0,0 1 0 0 0,0 0 0 0 0,0 0 0 0 0,0 0-1 0 0,0 1 1 0 0,0-1 0 0 0,0 0 0 0 0,0 1 0 0 0,0 0 0 0 0,0-1-1 0 0,0 1 1 0 0,0 0 0 0 0,0 0 0 0 0,0 0 0 0 0,1 0-1 0 0,-1 0 1 0 0,0 0 0 0 0,1 1 0 0 0,-1-1 0 0 0,-1 2-1 0 0,2-1-27 0 0,1-1-1 0 0,-1 0 1 0 0,1 1-1 0 0,0-1 0 0 0,0 0 1 0 0,-1 1-1 0 0,1-1 1 0 0,0 1-1 0 0,0-1 0 0 0,0 1 1 0 0,0-1-1 0 0,1 0 0 0 0,-1 1 1 0 0,0-1-1 0 0,0 1 1 0 0,1-1-1 0 0,-1 0 0 0 0,1 1 1 0 0,-1-1-1 0 0,1 0 0 0 0,0 0 1 0 0,1 2-1 0 0,20 29 49 0 0,-17-24-14 0 0,-2-4-39 0 0,16 22 35 0 0,-2 0 0 0 0,-1 2 0 0 0,-2 0-1 0 0,0 1 1 0 0,9 30 0 0 0,-28-47-13 0 0,-1-9-89 0 0,12-15 20 0 0,0-1 0 0 0,1 1-1 0 0,0 1 1 0 0,1-1 0 0 0,1 1-1 0 0,0 1 1 0 0,0 0 0 0 0,1 0-1 0 0,14-11 1 0 0,30-34-100 0 0,-20 14 14 0 0,42-64 0 0 0,-65 88 121 0 0,-1-1 0 0 0,-1 0 1 0 0,0 0-1 0 0,-2-1 0 0 0,0 0 1 0 0,-1 0-1 0 0,4-23 0 0 0,-5-2 692 0 0,-5 43-197 0 0,-1 7-436 0 0,-3 14-23 0 0,2-1 0 0 0,0 0 0 0 0,2 1 0 0 0,0 0 0 0 0,1-1 0 0 0,0 1 0 0 0,2-1 0 0 0,1 0 0 0 0,0 0 0 0 0,7 20 0 0 0,-8-32 7 0 0,0 1 0 0 0,0-1 1 0 0,0 0-1 0 0,1 0 0 0 0,0 0 0 0 0,0 0 0 0 0,1-1 0 0 0,0 1 0 0 0,0-1 0 0 0,1 0 0 0 0,-1-1 0 0 0,1 1 0 0 0,1-1 0 0 0,-1 0 0 0 0,1-1 1 0 0,-1 0-1 0 0,1 0 0 0 0,1 0 0 0 0,-1-1 0 0 0,0 0 0 0 0,1 0 0 0 0,0-1 0 0 0,-1 0 0 0 0,1 0 0 0 0,0-1 0 0 0,0 0 0 0 0,13 0 0 0 0,97-12 779 0 0,-116 10-968 0 0,17 7-1920 0 0,-10 0-5517 0 0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36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38 212 0 0,'0'0'6102'0'0,"3"0"-5901"0"0,65-9 506 0 0,127 0-1 0 0,-77 7-451 0 0,-66-1-175 0 0,346-6 795 0 0,-4 7 375 0 0,-359 1 275 0 0,-27-1-8094 0 0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39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313 183 436 0 0,'0'0'376'0'0,"18"-32"2818"0"0,-17 30-2710 0 0,8-35 2998 0 0,-14 14-2643 0 0,4 21-538 0 0,-12-34 917 0 0,12 34-1205 0 0,1-1 1 0 0,-1 1-1 0 0,1 0 0 0 0,-1 0 0 0 0,0 0 0 0 0,0 0 0 0 0,0-1 1 0 0,0 1-1 0 0,0 0 0 0 0,0 1 0 0 0,-1-1 0 0 0,1 0 1 0 0,-1 0-1 0 0,1 0 0 0 0,-1 1 0 0 0,0-1 0 0 0,0 1 0 0 0,1 0 1 0 0,-1-1-1 0 0,0 1 0 0 0,-4-2 0 0 0,0 1-4 0 0,1 0 1 0 0,-1 1-1 0 0,1 0 0 0 0,-1 0 0 0 0,1 0 0 0 0,-1 0 1 0 0,0 1-1 0 0,-10 1 0 0 0,-2 1 2 0 0,0 1-1 0 0,0 0 1 0 0,0 2 0 0 0,-29 10-1 0 0,33-10 6 0 0,1 1 0 0 0,0 1 0 0 0,-15 9 0 0 0,24-14-11 0 0,1 1-1 0 0,0-1 1 0 0,0 1 0 0 0,0 0 0 0 0,0 0 0 0 0,0 0 0 0 0,0 0 0 0 0,1 0 0 0 0,0 1 0 0 0,0-1 0 0 0,0 1 0 0 0,0 0 0 0 0,0-1 0 0 0,1 1 0 0 0,-3 8 0 0 0,5-10-2 0 0,-1 0 0 0 0,0-1 1 0 0,1 1-1 0 0,-1 0 0 0 0,1 0 0 0 0,0 0 0 0 0,0-1 0 0 0,-1 1 1 0 0,1 0-1 0 0,0-1 0 0 0,0 1 0 0 0,1-1 0 0 0,-1 1 0 0 0,0-1 1 0 0,0 0-1 0 0,1 1 0 0 0,-1-1 0 0 0,1 0 0 0 0,-1 0 0 0 0,1 0 1 0 0,0 0-1 0 0,-1 0 0 0 0,1 0 0 0 0,0-1 0 0 0,-1 1 0 0 0,4 0 1 0 0,49 16 58 0 0,-35-15-13 0 0,0-1 0 0 0,0-1 0 0 0,0-1 0 0 0,0 0 0 0 0,0-2 0 0 0,0 0 0 0 0,-1-1 0 0 0,23-7 0 0 0,-40 10 59 0 0,0 1-88 0 0,0 0 0 0 0,0 0 0 0 0,0 0 0 0 0,0 0 0 0 0,0 0 0 0 0,0 0 0 0 0,0 0 0 0 0,0 0 0 0 0,0 0 0 0 0,0 1 0 0 0,0-1 0 0 0,0 0 0 0 0,0 1 0 0 0,0-1 0 0 0,0 0 0 0 0,-1 1 0 0 0,1 0 1 0 0,0-1-1 0 0,0 1 0 0 0,-1-1 0 0 0,1 1 0 0 0,0 0 0 0 0,0-1 0 0 0,-1 1 0 0 0,1 0 0 0 0,-1 0 0 0 0,1 0 0 0 0,-1-1 0 0 0,1 1 0 0 0,-1 0 0 0 0,0 0 0 0 0,1 2 0 0 0,-3 34 476 0 0,0-20-292 0 0,-3 44 264 0 0,3-28-150 0 0,-12 57 1 0 0,13-61-11 0 0,18-46-12318 0 0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39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60 660 0 0,'20'-46'8365'0'0,"-12"32"-6582"0"0,12 24-10703 0 0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40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16 371 212 0 0,'0'0'3225'0'0,"4"-3"-2807"0"0,22-17 741 0 0,-2-1 0 0 0,0-1 0 0 0,27-30 0 0 0,-42 41-998 0 0,-1 0 0 0 0,0-1 0 0 0,0 0 1 0 0,-1-1-1 0 0,0 1 0 0 0,-1-1 0 0 0,-1 0 0 0 0,0-1 0 0 0,-1 0 0 0 0,3-14 1 0 0,-7 25-148 0 0,0 0 0 0 0,0 0 0 0 0,0 0 0 0 0,0 0 0 0 0,-1 0 0 0 0,1 0 0 0 0,-1 0 0 0 0,0 0 0 0 0,0 1 0 0 0,0-1 0 0 0,0 0 0 0 0,-1 1 0 0 0,1-1 0 0 0,-1 0 0 0 0,1 1 0 0 0,-1 0 0 0 0,0-1 0 0 0,-2-1 0 0 0,0 0 1 0 0,0 0 1 0 0,0 0-1 0 0,-1 0 0 0 0,1 0 1 0 0,-1 1-1 0 0,0 0 1 0 0,-9-5-1 0 0,10 6-11 0 0,-1 0 0 0 0,0 0 0 0 0,0 1 0 0 0,0 0 0 0 0,0-1 0 0 0,0 2 0 0 0,0-1 0 0 0,0 1 0 0 0,-1-1 0 0 0,1 1 0 0 0,0 1 0 0 0,0-1 0 0 0,0 1 0 0 0,0 0 0 0 0,0 0 0 0 0,0 0 0 0 0,0 1 0 0 0,0 0 0 0 0,0 0 0 0 0,1 0 0 0 0,-1 1 0 0 0,1-1 0 0 0,-1 1 1 0 0,1 0-1 0 0,0 0 0 0 0,0 0 0 0 0,0 1 0 0 0,1 0 0 0 0,-1 0 0 0 0,-5 7 0 0 0,8-7-1 0 0,1-1 0 0 0,-1 1 0 0 0,0-1 1 0 0,1 1-1 0 0,0-1 0 0 0,0 1 0 0 0,0-1 1 0 0,0 1-1 0 0,0-1 0 0 0,1 1 0 0 0,0-1 0 0 0,0 1 1 0 0,0-1-1 0 0,0 1 0 0 0,0-1 0 0 0,1 0 1 0 0,-1 0-1 0 0,1 1 0 0 0,2 2 0 0 0,120 195 79 0 0,-112-181-78 0 0,-2 1 0 0 0,0 1 0 0 0,11 34 0 0 0,-19-50-2 0 0,-1-1 0 0 0,1 1 0 0 0,-1 0-1 0 0,0 0 1 0 0,0 0 0 0 0,-1 1 0 0 0,0-1 0 0 0,0 0 0 0 0,0 0-1 0 0,-1 0 1 0 0,0 0 0 0 0,0 0 0 0 0,0 0 0 0 0,-1 0 0 0 0,0 0-1 0 0,0-1 1 0 0,0 1 0 0 0,-7 10 0 0 0,8-14 45 0 0,-1 0 0 0 0,0 0 0 0 0,0 0 1 0 0,0 1-1 0 0,0-2 0 0 0,0 1 0 0 0,0 0 0 0 0,0 0 0 0 0,0-1 0 0 0,-1 1 0 0 0,1-1 1 0 0,-1 0-1 0 0,1 1 0 0 0,-1-1 0 0 0,0-1 0 0 0,1 1 0 0 0,-1 0 0 0 0,0 0 0 0 0,0-1 1 0 0,1 0-1 0 0,-1 0 0 0 0,0 1 0 0 0,0-1 0 0 0,0-1 0 0 0,1 1 0 0 0,-1 0 1 0 0,0-1-1 0 0,0 0 0 0 0,1 1 0 0 0,-1-1 0 0 0,0 0 0 0 0,1 0 0 0 0,-1-1 0 0 0,1 1 1 0 0,-1 0-1 0 0,1-1 0 0 0,0 0 0 0 0,0 1 0 0 0,-1-1 0 0 0,1 0 0 0 0,1 0 0 0 0,-1 0 1 0 0,0 0-1 0 0,0-1 0 0 0,1 1 0 0 0,-1 0 0 0 0,1-1 0 0 0,0 1 0 0 0,-1-1 1 0 0,1 0-1 0 0,0 1 0 0 0,1-1 0 0 0,-1 0 0 0 0,0 1 0 0 0,1-1 0 0 0,0 0 0 0 0,-1 0 1 0 0,1 0-1 0 0,0 1 0 0 0,1-6 0 0 0,2-2-20 0 0,-1 1 1 0 0,2-1-1 0 0,-1 1 1 0 0,1 0-1 0 0,1-1 0 0 0,0 2 1 0 0,0-1-1 0 0,0 1 1 0 0,1 0-1 0 0,1 0 1 0 0,-1 0-1 0 0,12-9 0 0 0,20-14-2479 0 0,2 7-3568 0 0,-25 17 2794 0 0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47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74 480 0 0,'-1'-74'10437'0'0,"0"79"-10239"0"0,-24 165 890 0 0,20-117-778 0 0,-3-1 0 0 0,-18 71 0 0 0,17-93-140 0 0,2-6 42 0 0,0-1-1 0 0,-2 0 1 0 0,-12 24-1 0 0,6-26 934 0 0,10-36-264 0 0,5 14-905 0 0,1-2 39 0 0,0-1-1 0 0,0 1 0 0 0,0-1 0 0 0,0 1 0 0 0,1-1 0 0 0,-1 1 0 0 0,1 0 1 0 0,0 0-1 0 0,0 0 0 0 0,0 0 0 0 0,0 0 0 0 0,1 1 0 0 0,-1-1 0 0 0,1 0 0 0 0,0 1 1 0 0,-1 0-1 0 0,6-3 0 0 0,-5 2 0 0 0,7-4 10 0 0,-1 1 0 0 0,1 0 0 0 0,0 0 0 0 0,0 1 1 0 0,0 0-1 0 0,1 1 0 0 0,19-5 0 0 0,-26 8-25 0 0,1-1 0 0 0,0 1 0 0 0,0 0 0 0 0,0 0-1 0 0,0 1 1 0 0,0-1 0 0 0,1 1 0 0 0,-1 0 0 0 0,0 1 0 0 0,0-1 0 0 0,0 1-1 0 0,0 0 1 0 0,0 0 0 0 0,0 1 0 0 0,0-1 0 0 0,-1 1 0 0 0,1 0-1 0 0,0 0 1 0 0,4 4 0 0 0,-7-5-1 0 0,0 1 0 0 0,-1 0 0 0 0,1-1 0 0 0,0 1 1 0 0,-1 0-1 0 0,0 0 0 0 0,1 0 0 0 0,-1 0 0 0 0,0 0 0 0 0,0 0 0 0 0,0 0 0 0 0,0 1 0 0 0,0-1 0 0 0,-1 0 0 0 0,1 0 0 0 0,-1 1 0 0 0,1-1 0 0 0,-1 1 0 0 0,0-1 0 0 0,0 0 1 0 0,0 1-1 0 0,0-1 0 0 0,0 0 0 0 0,-1 1 0 0 0,1-1 0 0 0,-1 0 0 0 0,1 1 0 0 0,-1-1 0 0 0,0 0 0 0 0,0 0 0 0 0,0 0 0 0 0,0 1 0 0 0,0-1 0 0 0,-1 0 0 0 0,1 0 0 0 0,-1-1 1 0 0,1 1-1 0 0,-1 0 0 0 0,0 0 0 0 0,-3 2 0 0 0,-1 1 9 0 0,0 1 0 0 0,-1-1 1 0 0,0 0-1 0 0,1-1 0 0 0,-2 0 0 0 0,1 0 1 0 0,0 0-1 0 0,-1-1 0 0 0,0 0 1 0 0,-13 3-1 0 0,2-3-156 0 0,3 0 282 0 0,1 0 0 0 0,-31-1 0 0 0,41-2-266 0 0,0 0 0 0 0,0-1-1 0 0,0 0 1 0 0,0 0 0 0 0,0 0 0 0 0,0-1 0 0 0,1 1-1 0 0,-1-1 1 0 0,1 0 0 0 0,-1 0 0 0 0,1-1-1 0 0,0 0 1 0 0,-7-4 0 0 0,10 6-454 0 0,5-5-3642 0 0,1-2 3659 0 0,3 2-3599 0 0,3 0 1116 0 0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48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0 655 320 0 0,'2'1'266'0'0,"-1"1"1"0"0,1-1-1 0 0,0 1 0 0 0,0-1 1 0 0,-1 1-1 0 0,1-1 0 0 0,0 0 1 0 0,0 0-1 0 0,0 0 0 0 0,0 0 0 0 0,0 0 1 0 0,0 0-1 0 0,1-1 0 0 0,-1 1 1 0 0,0-1-1 0 0,0 1 0 0 0,0-1 1 0 0,1 0-1 0 0,-1 0 0 0 0,4 0 1 0 0,51-1 1183 0 0,-44 0-1237 0 0,-1-1-1 0 0,0 0 1 0 0,0-1 0 0 0,0-1 0 0 0,0 1 0 0 0,-1-2 0 0 0,22-11 0 0 0,-28 13-118 0 0,1 0 0 0 0,-1-1 0 0 0,0 1 0 0 0,0-1 1 0 0,-1 0-1 0 0,1-1 0 0 0,-1 1 0 0 0,0-1 0 0 0,0 0 1 0 0,0 0-1 0 0,-1 0 0 0 0,0-1 0 0 0,0 1 0 0 0,0-1 1 0 0,0 1-1 0 0,-1-1 0 0 0,0 0 0 0 0,1-7 0 0 0,-3 12 68 0 0,0-4-61 0 0,0 1 1 0 0,0 0-1 0 0,-1 0 1 0 0,1 0-1 0 0,-1 0 0 0 0,0 0 1 0 0,-1 0-1 0 0,-2-6 0 0 0,-1 7-79 0 0,1 1 0 0 0,-1 0 0 0 0,0 0 0 0 0,0 0 0 0 0,0 0 0 0 0,0 1-1 0 0,0 0 1 0 0,0 0 0 0 0,-1 1 0 0 0,1-1 0 0 0,0 1 0 0 0,-1 0-1 0 0,1 1 1 0 0,0-1 0 0 0,0 1 0 0 0,0 0 0 0 0,0 0 0 0 0,-1 1 0 0 0,1-1-1 0 0,1 1 1 0 0,-1 1 0 0 0,0-1 0 0 0,0 0 0 0 0,1 1 0 0 0,-1 0-1 0 0,1 0 1 0 0,-4 4 0 0 0,-1 0-12 0 0,1 0 1 0 0,0 0-1 0 0,0 0 0 0 0,0 1 0 0 0,1 0 1 0 0,1 1-1 0 0,-1-1 0 0 0,2 1 0 0 0,-1 0 1 0 0,1 1-1 0 0,0 0 0 0 0,-5 16 0 0 0,8-21-4 0 0,1 1 0 0 0,0-1 0 0 0,0 0 0 0 0,0 1 0 0 0,1-1-1 0 0,0 1 1 0 0,0-1 0 0 0,0 0 0 0 0,1 1 0 0 0,0-1-1 0 0,0 1 1 0 0,0-1 0 0 0,1 0 0 0 0,-1 0 0 0 0,1 0-1 0 0,0 0 1 0 0,1 0 0 0 0,-1 0 0 0 0,1 0 0 0 0,0-1-1 0 0,0 1 1 0 0,1-1 0 0 0,-1 0 0 0 0,1 0 0 0 0,0 0-1 0 0,0-1 1 0 0,0 1 0 0 0,1-1 0 0 0,-1 0 0 0 0,1 0-1 0 0,0 0 1 0 0,0-1 0 0 0,0 0 0 0 0,0 0 0 0 0,0 0-1 0 0,0-1 1 0 0,0 1 0 0 0,1-1 0 0 0,-1 0 0 0 0,0-1-1 0 0,1 1 1 0 0,-1-1 0 0 0,6-1 0 0 0,15 0-1 0 0,0-1 0 0 0,0-1 0 0 0,0-2 0 0 0,0-1-1 0 0,-1 0 1 0 0,0-2 0 0 0,-1-1 0 0 0,1-1 0 0 0,-2-1 0 0 0,1-1 0 0 0,-2-1 0 0 0,0-1 0 0 0,0-1 0 0 0,-2-1 0 0 0,1-1 0 0 0,-2-1 0 0 0,-1 0-1 0 0,0-1 1 0 0,-1-1 0 0 0,-1-1 0 0 0,-1 0 0 0 0,-1-1 0 0 0,-1-1 0 0 0,13-30 0 0 0,-15 28-9 0 0,-2 0 0 0 0,0-1 0 0 0,-2 0 0 0 0,0-1 0 0 0,-2 1 0 0 0,-1-1 0 0 0,-1 0 0 0 0,-2 0 0 0 0,0 0 0 0 0,-2 0 0 0 0,-1 0 0 0 0,-5-28 0 0 0,-7-5-140 0 0,13 58 118 0 0,-11 25-35 0 0,2 0 65 0 0,0 1 1 0 0,2 0-1 0 0,0 0 0 0 0,-4 29 0 0 0,-5 30 59 0 0,-10 139 0 0 0,26-198-47 0 0,1-1-1 0 0,0 1 1 0 0,2-1 0 0 0,1 0 0 0 0,1 1 0 0 0,1-2 0 0 0,1 1 0 0 0,1 0 0 0 0,1-1 0 0 0,11 22 0 0 0,-18-41-9 0 0,1-1 0 0 0,-1 0 0 0 0,0 0 0 0 0,1 0 0 0 0,-1 0 1 0 0,1 0-1 0 0,0-1 0 0 0,0 1 0 0 0,-1 0 0 0 0,1-1 0 0 0,0 1 0 0 0,0-1 0 0 0,1 0 0 0 0,-1 0 0 0 0,0 0 0 0 0,0 0 0 0 0,1 0 0 0 0,-1 0 0 0 0,0 0 0 0 0,6 0 0 0 0,-5-1-8 0 0,1 0 0 0 0,0-1 0 0 0,-1 1 0 0 0,1-1 0 0 0,0 0 0 0 0,-1 0 0 0 0,1 0 0 0 0,-1 0 0 0 0,1 0 0 0 0,-1-1 0 0 0,0 0 0 0 0,5-3 0 0 0,1-1 107 0 0,0-1-1 0 0,0 0 0 0 0,-1-1 0 0 0,0 0 0 0 0,-1 0 0 0 0,0-1 1 0 0,0 1-1 0 0,6-12 0 0 0,-13 19-51 0 0,0 0 0 0 0,1 0 0 0 0,-1 0 0 0 0,1 0 0 0 0,-1 0 0 0 0,1 0 0 0 0,-1 0 0 0 0,1 0 0 0 0,0 0 0 0 0,0 0 0 0 0,-1 0 0 0 0,1 0 0 0 0,0 0 0 0 0,0 0 0 0 0,0 1 0 0 0,0-1 0 0 0,0 0 0 0 0,0 1 0 0 0,0-1 0 0 0,0 1 0 0 0,2-1 0 0 0,-2 1-38 0 0,0 1 1 0 0,-1-1-1 0 0,1 1 0 0 0,-1 0 1 0 0,1 0-1 0 0,0-1 1 0 0,-1 1-1 0 0,0 0 1 0 0,1 0-1 0 0,-1 0 1 0 0,0 0-1 0 0,1 0 0 0 0,-1-1 1 0 0,0 1-1 0 0,0 0 1 0 0,0 0-1 0 0,1 0 1 0 0,-1 0-1 0 0,0 0 1 0 0,-1 1-1 0 0,0 53-2662 0 0,1-52 1743 0 0,0 3-907 0 0,-1 0 559 0 0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48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75 652 0 0,'7'-41'3110'0'0,"-7"39"-2923"0"0,1 0 0 0 0,-1 0 0 0 0,1 0 0 0 0,0 0 0 0 0,0 0 0 0 0,-1 0 0 0 0,1 0-1 0 0,1 1 1 0 0,-1-1 0 0 0,0 0 0 0 0,0 0 0 0 0,1 1 0 0 0,-1-1 0 0 0,1 1 0 0 0,-1-1 0 0 0,1 1 0 0 0,1-2 0 0 0,-1 3 19 0 0,16 17-4403 0 0,-17-8 2429 0 0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49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0 492 188 0 0,'0'0'4177'0'0,"6"-2"-3642"0"0,17-7 377 0 0,-2 0 0 0 0,38-23 1 0 0,-51 27-597 0 0,0 0 1 0 0,-1 0 0 0 0,1-1-1 0 0,-2 0 1 0 0,1 0 0 0 0,0-1 0 0 0,-1 0-1 0 0,-1 0 1 0 0,1 0 0 0 0,8-16-1 0 0,-13 21 620 0 0,-4 2-916 0 0,-1 1 1 0 0,1 0-1 0 0,0-1 1 0 0,0 1-1 0 0,0 0 1 0 0,-1 0 0 0 0,1 1-1 0 0,0-1 1 0 0,1 1-1 0 0,-1 0 1 0 0,0-1-1 0 0,0 1 1 0 0,1 0-1 0 0,-1 1 1 0 0,1-1-1 0 0,0 0 1 0 0,-1 1 0 0 0,1-1-1 0 0,0 1 1 0 0,1 0-1 0 0,-1 0 1 0 0,0-1-1 0 0,1 1 1 0 0,-1 0-1 0 0,1 1 1 0 0,0-1-1 0 0,0 0 1 0 0,0 0-1 0 0,1 0 1 0 0,-1 1 0 0 0,1-1-1 0 0,0 0 1 0 0,0 0-1 0 0,0 1 1 0 0,0-1-1 0 0,1 6 1 0 0,1-6-13 0 0,0 0 1 0 0,-1 0 0 0 0,1 0-1 0 0,1 0 1 0 0,-1 0 0 0 0,0-1-1 0 0,1 1 1 0 0,-1-1 0 0 0,1 0-1 0 0,0 1 1 0 0,0-1 0 0 0,-1 0-1 0 0,2-1 1 0 0,-1 1 0 0 0,0-1-1 0 0,0 1 1 0 0,0-1-1 0 0,1 0 1 0 0,-1 0 0 0 0,1 0-1 0 0,-1 0 1 0 0,0-1 0 0 0,1 0-1 0 0,0 1 1 0 0,-1-1 0 0 0,7-1-1 0 0,7 0 9 0 0,1 0 0 0 0,-1-1 0 0 0,0-1-1 0 0,19-5 1 0 0,-23 3-13 0 0,1 1-1 0 0,-1-2 0 0 0,0 0 0 0 0,-1-1 1 0 0,0 0-1 0 0,0 0 0 0 0,0-2 1 0 0,-1 1-1 0 0,0-1 0 0 0,-1-1 0 0 0,0 0 1 0 0,0-1-1 0 0,-1 0 0 0 0,-1 0 1 0 0,0 0-1 0 0,13-26 0 0 0,13-50 365 0 0,-34 86-326 0 0,1-1-7 0 0,0 0-1 0 0,-1 1 1 0 0,1-1-1 0 0,-1 0 1 0 0,1 0 0 0 0,-1 0-1 0 0,0 1 1 0 0,0-1-1 0 0,0 0 1 0 0,0 0-1 0 0,0-3 1 0 0,-1 4-26 0 0,-1 0 1 0 0,1 0-1 0 0,0 0 0 0 0,0 0 0 0 0,-1 0 1 0 0,1 0-1 0 0,0-1 0 0 0,0 1 1 0 0,0-1-1 0 0,1 1 0 0 0,-1-1 1 0 0,0 1-1 0 0,0-1 0 0 0,1 1 0 0 0,-1-1 1 0 0,1 0-1 0 0,0 1 0 0 0,-1-1 1 0 0,1-2-1 0 0,-3-7 4 0 0,3 9-3 0 0,-1 0 0 0 0,-3-10-2 0 0,1 0 2 0 0,-2-21 28 0 0,-2-4-14 0 0,5 30-24 0 0,1 2-12 0 0,0 0 0 0 0,-1 0 0 0 0,1 0 0 0 0,-1 1-1 0 0,0-1 1 0 0,0 0 0 0 0,-5-7 0 0 0,5 12 11 0 0,1 0 0 0 0,0-1 0 0 0,-1 1 0 0 0,1 0 0 0 0,0 0 0 0 0,-1 0 0 0 0,1 0 0 0 0,0 0 0 0 0,-1 0 0 0 0,1 1 0 0 0,0-1 1 0 0,-1 0-1 0 0,1 1 0 0 0,0-1 0 0 0,-1 1 0 0 0,1-1 0 0 0,0 1 0 0 0,0 0 0 0 0,0-1 0 0 0,0 1 0 0 0,0 0 0 0 0,0 0 0 0 0,0 0 0 0 0,0 0 0 0 0,0 0 0 0 0,0 0 0 0 0,0 0 0 0 0,0 0 0 0 0,1 0 0 0 0,-1 0 0 0 0,0 0 0 0 0,1 1 1 0 0,-1-1-1 0 0,0 2 0 0 0,-4 11 41 0 0,0 0 0 0 0,1 0 0 0 0,1 1 0 0 0,0 0 0 0 0,1 0 0 0 0,0-1 0 0 0,1 1 1 0 0,2 17-1 0 0,3 16 59 0 0,11 56 1 0 0,-6-55-55 0 0,2 52 0 0 0,-8-30 11 0 0,-9 93-1 0 0,3-137-35 0 0,-2 0 0 0 0,0 0-1 0 0,-2-1 1 0 0,0 0 0 0 0,-2 0-1 0 0,-19 39 1 0 0,0-5 254 0 0,28-59-103 0 0,-8-15-744 0 0,6 13 476 0 0,1 0 1 0 0,0-1-1 0 0,0 1 1 0 0,1 0-1 0 0,-1 0 1 0 0,0-1-1 0 0,0 1 1 0 0,1-1-1 0 0,-1 1 1 0 0,0-1-1 0 0,1 1 1 0 0,0-1-1 0 0,-1-1 1 0 0,-2-33-7252 0 0,1 19 3829 0 0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49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53 324 0 0,'13'-5'1152'0'0,"3"-3"-40"0"0,1 3-52 0 0,0 2-68 0 0,2-2-79 0 0,2 0-89 0 0,2 0-88 0 0,4-1-68 0 0,0 2-64 0 0,3 1-68 0 0,1 1-56 0 0,10 1-152 0 0,-10 1-260 0 0,-1 0-384 0 0,1 0-428 0 0,-4 1-712 0 0,3-1-1581 0 0,-2 0 701 0 0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9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7 216 0 0,'-2'-6'9016'0'0,"-13"72"-8177"0"0,8-23-441 0 0,-2 23 62 0 0,-10 62 13 0 0,1-15-37 0 0,17-112-340 0 0,1 12 1220 0 0,-17-69-1058 0 0,10 24-139 0 0,-12-16 4 0 0,10 26-83 0 0,6 15-43 0 0,3 5 1 0 0,-1 0 1 0 0,1 0-1 0 0,-1 1 0 0 0,0-1 0 0 0,1 0 0 0 0,-1 0 0 0 0,0 1 1 0 0,0-1-1 0 0,0 1 0 0 0,0-1 0 0 0,0 1 0 0 0,-1-1 1 0 0,1 1-1 0 0,0 0 0 0 0,-1-1 0 0 0,1 1 0 0 0,-1 0 0 0 0,1 0 1 0 0,-1 0-1 0 0,1 0 0 0 0,-1 0 0 0 0,0 0 0 0 0,0 1 1 0 0,1-1-1 0 0,-4 0 0 0 0,2 0 0 0 0,1 1 0 0 0,0 0-1 0 0,0-1 1 0 0,0 1 0 0 0,0 0 0 0 0,0 0 0 0 0,0 1-1 0 0,0-1 1 0 0,-1 0 0 0 0,1 1 0 0 0,0-1 0 0 0,0 1-1 0 0,0-1 1 0 0,0 1 0 0 0,0 0 0 0 0,0 0 0 0 0,1 0-1 0 0,-1 0 1 0 0,0 0 0 0 0,0 1 0 0 0,1-1 0 0 0,-1 0-1 0 0,1 1 1 0 0,-1-1 0 0 0,-1 3 0 0 0,0 0-3 0 0,0 0 1 0 0,0 0 0 0 0,0 0-1 0 0,0 0 1 0 0,1 0 0 0 0,0 1-1 0 0,0-1 1 0 0,0 1 0 0 0,-2 8-1 0 0,3-7 7 0 0,0-1-1 0 0,0 1 0 0 0,1 0 1 0 0,0 0-1 0 0,0 0 0 0 0,1 0 1 0 0,0 0-1 0 0,0 0 0 0 0,0-1 1 0 0,0 1-1 0 0,1 0 1 0 0,0-1-1 0 0,0 1 0 0 0,1-1 1 0 0,0 0-1 0 0,0 1 0 0 0,0-1 1 0 0,0-1-1 0 0,1 1 0 0 0,0 0 1 0 0,0-1-1 0 0,8 8 0 0 0,-4-7 2 0 0,-1 1 0 0 0,1-1-1 0 0,0 0 1 0 0,0-1-1 0 0,1 0 1 0 0,-1 0 0 0 0,1-1-1 0 0,0 0 1 0 0,0 0-1 0 0,0-1 1 0 0,0-1-1 0 0,1 1 1 0 0,16-1 0 0 0,-2-2-4 0 0,0-1 0 0 0,0-1 0 0 0,0-1 0 0 0,33-11 1 0 0,92-37-11 0 0,-102 34 7 0 0,-45 17-8 0 0,1 5-55 0 0,6 11 19 0 0,-9-13 53 0 0,-1 1 6 0 0,-5 10-3 0 0,-8 29-1077 0 0,11-28-727 0 0,3-12 720 0 0,-5 5-3706 0 0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9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10 360 0 0,'3'-9'2352'0'0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29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1 468 0 0,'0'0'6044'0'0,"0"4"-5829"0"0,13 54 584 0 0,-9-48-681 0 0,-1 0-1 0 0,-1 1 1 0 0,0-1-1 0 0,0 1 0 0 0,-1-1 1 0 0,0 20-1 0 0,-1-28-97 0 0,0-1 0 0 0,0 0-1 0 0,0 0 1 0 0,-1 0 0 0 0,1 0 0 0 0,0 1-1 0 0,-1-1 1 0 0,1 0 0 0 0,-1 0-1 0 0,1 0 1 0 0,-1 0 0 0 0,1 0 0 0 0,-1 0-1 0 0,0 0 1 0 0,0 0 0 0 0,1 0 0 0 0,-1 0-1 0 0,0-1 1 0 0,0 1 0 0 0,0 0 0 0 0,0 0-1 0 0,0-1 1 0 0,0 1 0 0 0,0 0-1 0 0,-2 0 1 0 0,1-1 10 0 0,0 1 0 0 0,-1-1 0 0 0,1 0-1 0 0,0 0 1 0 0,-1 0 0 0 0,1 0 0 0 0,-1 0 0 0 0,1 0-1 0 0,0-1 1 0 0,-1 1 0 0 0,-3-2 0 0 0,-1-1 25 0 0,0 0 1 0 0,0 0-1 0 0,0 0 1 0 0,1-1-1 0 0,0 0 0 0 0,-11-8 1 0 0,15 10-36 0 0,-6-2 55 0 0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30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44 276 0 0,'0'0'1274'0'0,"-17"-33"3504"0"0,8 30-4640 0 0,-1 1 0 0 0,0 0-1 0 0,-1 0 1 0 0,1 1 0 0 0,0 0 0 0 0,0 1 0 0 0,0 0-1 0 0,-1 1 1 0 0,1 0 0 0 0,0 1 0 0 0,0 0 0 0 0,0 0-1 0 0,0 1 1 0 0,1 0 0 0 0,-1 1 0 0 0,1 0 0 0 0,-1 0 0 0 0,1 1-1 0 0,-15 11 1 0 0,24-14-128 0 0,-1-1-1 0 0,0 0 0 0 0,1 1 1 0 0,-1-1-1 0 0,1 1 1 0 0,0-1-1 0 0,-1 1 0 0 0,1-1 1 0 0,0 1-1 0 0,0 0 1 0 0,0-1-1 0 0,0 1 1 0 0,0-1-1 0 0,1 1 0 0 0,-1-1 1 0 0,0 1-1 0 0,1-1 1 0 0,-1 1-1 0 0,1-1 0 0 0,-1 1 1 0 0,1-1-1 0 0,0 0 1 0 0,-1 1-1 0 0,1-1 1 0 0,0 0-1 0 0,0 1 0 0 0,0-1 1 0 0,0 0-1 0 0,2 1 1 0 0,32 39 77 0 0,-34-40-81 0 0,7 7 14 0 0,0-1-14 0 0,0 0 1 0 0,-1 1-1 0 0,0 0 1 0 0,-1 0-1 0 0,0 0 1 0 0,0 1-1 0 0,0 0 1 0 0,7 18-1 0 0,-13-25-3 0 0,0 0 0 0 0,0 0 0 0 0,0 0 0 0 0,0-1 0 0 0,0 1-1 0 0,-1 0 1 0 0,1 0 0 0 0,-1 0 0 0 0,1 0 0 0 0,-1 0 0 0 0,1-1 0 0 0,-1 1-1 0 0,0 0 1 0 0,0 0 0 0 0,0-1 0 0 0,0 1 0 0 0,0-1 0 0 0,-1 1 0 0 0,1-1 0 0 0,0 1-1 0 0,-1-1 1 0 0,1 0 0 0 0,-1 0 0 0 0,1 0 0 0 0,-1 0 0 0 0,1 0 0 0 0,-1 0-1 0 0,0 0 1 0 0,0 0 0 0 0,1 0 0 0 0,-1-1 0 0 0,0 1 0 0 0,-4 0 0 0 0,-6 3 6 0 0,-1-1 1 0 0,0 0-1 0 0,-16 1 1 0 0,28-4-9 0 0,-10 2 7 0 0,-8-2-8 0 0,-6-3 16 0 0,-15-3 4 0 0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31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201 226 164 0 0,'2'-4'212'0'0,"0"0"0"0"0,-1 1 511 0 0,-1 2 556 0 0,-1-4-754 0 0,0 0 1 0 0,0 0-1 0 0,-1 0 1 0 0,0 0-1 0 0,0 0 1 0 0,0 0-1 0 0,-5-7 1 0 0,6 10-306 0 0,0 1-187 0 0,1 0 0 0 0,-1 1 0 0 0,1-1 0 0 0,0 0-1 0 0,-1 0 1 0 0,0 1 0 0 0,1-1 0 0 0,-1 0 0 0 0,0 0 0 0 0,1 1 0 0 0,-1-1 0 0 0,0 1-1 0 0,1-1 1 0 0,-1 1 0 0 0,0-1 0 0 0,0 1 0 0 0,0-1 0 0 0,0 1 0 0 0,0 0 0 0 0,1-1 0 0 0,-1 1-1 0 0,0 0 1 0 0,0 0 0 0 0,0 0 0 0 0,0 0 0 0 0,0 0 0 0 0,0 0 0 0 0,0 0 0 0 0,0 0 0 0 0,-1 0-1 0 0,-30 2 606 0 0,23 0-547 0 0,0 0 1 0 0,0 1-1 0 0,1 0 1 0 0,-1 1-1 0 0,1 0 0 0 0,0 0 1 0 0,0 0-1 0 0,0 1 1 0 0,0 1-1 0 0,1-1 1 0 0,0 1-1 0 0,-7 8 1 0 0,12-13-81 0 0,1 0 0 0 0,0 0 1 0 0,-1 1-1 0 0,1-1 1 0 0,0 0-1 0 0,0 1 1 0 0,0-1-1 0 0,0 1 1 0 0,0-1-1 0 0,0 1 1 0 0,0-1-1 0 0,0 1 1 0 0,1 0-1 0 0,-1 0 1 0 0,1-1-1 0 0,-1 1 0 0 0,1 0 1 0 0,-1 0-1 0 0,1 0 1 0 0,0-1-1 0 0,0 1 1 0 0,0 0-1 0 0,0 0 1 0 0,0 0-1 0 0,1-1 1 0 0,-1 1-1 0 0,1 0 1 0 0,-1 0-1 0 0,1-1 1 0 0,-1 1-1 0 0,1 0 0 0 0,0 0 1 0 0,0-1-1 0 0,0 1 1 0 0,0-1-1 0 0,0 1 1 0 0,0-1-1 0 0,0 0 1 0 0,0 1-1 0 0,1-1 1 0 0,-1 0-1 0 0,1 0 1 0 0,-1 0-1 0 0,1 0 0 0 0,1 2 1 0 0,3-2 1 0 0,0-1 1 0 0,0 1-1 0 0,0-1 0 0 0,-1 0 1 0 0,1 0-1 0 0,0-1 1 0 0,0 0-1 0 0,0 0 0 0 0,-1 0 1 0 0,1 0-1 0 0,5-3 0 0 0,5-1-4 0 0,-1 2 0 0 0,1 0 0 0 0,20-2-1 0 0,3 5-52 0 0,-26 2 39 0 0,-1-2-1 0 0,1 0 1 0 0,0-1-1 0 0,-1 0 1 0 0,1 0-1 0 0,-1-2 0 0 0,1 1 1 0 0,19-8-1 0 0,-26 6 6 0 0,0 1-1 0 0,1-1 0 0 0,-1-1 0 0 0,0 1 1 0 0,-1-1-1 0 0,1 0 0 0 0,-1 0 0 0 0,0-1 1 0 0,0 0-1 0 0,-1 0 0 0 0,7-11 0 0 0,-6 6 8 0 0,-1 0-1 0 0,0 0 0 0 0,-1 0 1 0 0,-1 0-1 0 0,1-1 0 0 0,0-19 1 0 0,-3 5 13 0 0,-1 23-6 0 0,1 0 1 0 0,0-1 0 0 0,0 1 0 0 0,0 0-1 0 0,0 0 1 0 0,0 0 0 0 0,1 0 0 0 0,1-5-1 0 0,-1 6 84 0 0,-1-17 382 0 0,-18 117-401 0 0,-34 157 29 0 0,30-174-78 0 0,3-14 12 0 0,3 1 0 0 0,-11 103 0 0 0,30-128 460 0 0,-3-42-241 0 0,1 2 83 0 0,-1-3-332 0 0,0 0 0 0 0,0 0 0 0 0,0 1 0 0 0,0-1 0 0 0,0 0 0 0 0,0 0-1 0 0,0 0 1 0 0,0 0 0 0 0,0 1 0 0 0,0-1 0 0 0,0 0 0 0 0,0 0 0 0 0,0 0 0 0 0,1 0 0 0 0,-1 1-1 0 0,0-1 1 0 0,0 0 0 0 0,0 0 0 0 0,0 0 0 0 0,0 0 0 0 0,0 0 0 0 0,0 0 0 0 0,0 1 0 0 0,1-1-1 0 0,-1 0 1 0 0,0 0 0 0 0,0 0 0 0 0,0 0 0 0 0,0 0 0 0 0,0 0 0 0 0,1 0 0 0 0,-1 0 0 0 0,0 0-1 0 0,0 1 1 0 0,0-1 0 0 0,0 0 0 0 0,1 0 0 0 0,-1 0 0 0 0,0 0 0 0 0,0 0 0 0 0,0 0 0 0 0,0 0-1 0 0,1 0 1 0 0,-1 0 0 0 0,0 0 0 0 0,0-1 0 0 0,0 1 0 0 0,1 0 0 0 0,-1 0 0 0 0,0 0 0 0 0,0 0-1 0 0,0 0 1 0 0,0 0 0 0 0,0 0 0 0 0,1 0 0 0 0,-1 0 0 0 0,14-17 127 0 0,-2 0 1 0 0,1-1-1 0 0,-2-1 1 0 0,-1 1-1 0 0,16-39 0 0 0,-11 24-66 0 0,24-38 0 0 0,-14 30-15 0 0,2 2-1 0 0,57-62 1 0 0,-76 92-57 0 0,1 0-1 0 0,0 1 0 0 0,0 1 1 0 0,1-1-1 0 0,0 1 1 0 0,0 1-1 0 0,1 0 0 0 0,-1 0 1 0 0,1 1-1 0 0,1 1 1 0 0,-1-1-1 0 0,1 2 0 0 0,-1 0 1 0 0,1 0-1 0 0,0 1 1 0 0,16-1-1 0 0,-26 3-2 0 0,0 0 0 0 0,-1 1 0 0 0,1-1 0 0 0,0 0 0 0 0,-1 1 0 0 0,1-1 1 0 0,0 1-1 0 0,-1-1 0 0 0,1 1 0 0 0,0 0 0 0 0,-1-1 0 0 0,1 1 0 0 0,-1 0 0 0 0,1 0 0 0 0,-1 0 0 0 0,0 0 0 0 0,0 1 0 0 0,1-1 0 0 0,-1 0 1 0 0,0 0-1 0 0,0 1 0 0 0,0-1 0 0 0,0 1 0 0 0,0-1 0 0 0,0 1 0 0 0,-1-1 0 0 0,1 1 0 0 0,0 0 0 0 0,-1-1 0 0 0,1 1 0 0 0,-1 0 0 0 0,0-1 0 0 0,0 1 1 0 0,1 0-1 0 0,-1 0 0 0 0,0-1 0 0 0,0 1 0 0 0,-1 0 0 0 0,1-1 0 0 0,0 1 0 0 0,0 0 0 0 0,-1 0 0 0 0,-1 2 0 0 0,-1 3 2 0 0,-2-1-1 0 0,1 0 1 0 0,-1 0 0 0 0,0 0-1 0 0,0 0 1 0 0,-1-1-1 0 0,1 1 1 0 0,-1-1 0 0 0,0-1-1 0 0,-1 1 1 0 0,-11 5-1 0 0,-18 15-1356 0 0,26-18 319 0 0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32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 8 0 0,'0'0'4434'0'0,"0"7"-3923"0"0,4 155 2429 0 0,-20 190-1 0 0,11-322-2569 0 0,0 1-1 0 0,-2-1 0 0 0,-15 40 1 0 0,21-68 1035 0 0,3-26-1336 0 0,2 0 1 0 0,0 0-1 0 0,2 0 1 0 0,0 1-1 0 0,2 0 1 0 0,0 0 0 0 0,2 1-1 0 0,0 0 1 0 0,1 0-1 0 0,2 1 1 0 0,0 1-1 0 0,1 0 1 0 0,1 1-1 0 0,34-33 1 0 0,-46 49-67 0 0,1 0 0 0 0,0 1 0 0 0,0-1 0 0 0,1 1 0 0 0,-1 0 0 0 0,0 0 0 0 0,1 0-1 0 0,-1 0 1 0 0,8-1 0 0 0,-10 3-9 0 0,29 9-22 0 0,-29-8 29 0 0,-1-1-1 0 0,1 1 0 0 0,0 0 0 0 0,-1 0 0 0 0,1 1 1 0 0,-1-1-1 0 0,1 0 0 0 0,-1 0 0 0 0,0 1 1 0 0,0-1-1 0 0,0 1 0 0 0,1-1 0 0 0,-1 1 0 0 0,-1-1 1 0 0,1 1-1 0 0,0 0 0 0 0,0-1 0 0 0,-1 1 1 0 0,1 0-1 0 0,0 0 0 0 0,-1 0 0 0 0,0-1 0 0 0,1 1 1 0 0,-1 0-1 0 0,0 0 0 0 0,0 0 0 0 0,0 0 0 0 0,0-1 1 0 0,-1 1-1 0 0,1 0 0 0 0,0 0 0 0 0,-1 0 1 0 0,1 0-1 0 0,-1-1 0 0 0,0 1 0 0 0,0 0 0 0 0,1-1 1 0 0,-1 1-1 0 0,0 0 0 0 0,0-1 0 0 0,-1 1 1 0 0,0 1-1 0 0,-3 2-43 0 0,1 0 0 0 0,-1 0 0 0 0,0 0-1 0 0,-1-1 1 0 0,1 0 0 0 0,-1 0 0 0 0,0 0 0 0 0,0-1 0 0 0,-10 5 0 0 0,7-3-786 0 0,-1-1 166 0 0,1-4-6468 0 0,-3-2 3918 0 0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33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1 214 304 0 0,'56'-22'3425'0'0,"-37"16"-2735"0"0,0-1-1 0 0,0-1 1 0 0,-1-1-1 0 0,0-1 1 0 0,0 0-1 0 0,24-20 0 0 0,-39 27-574 0 0,0 0-1 0 0,-1 0 0 0 0,1-1 1 0 0,-1 1-1 0 0,0-1 0 0 0,0 1 1 0 0,0-1-1 0 0,0 0 0 0 0,-1 0 1 0 0,0 0-1 0 0,1 0 0 0 0,-1 0 1 0 0,-1 0-1 0 0,2-5 0 0 0,-2 8-93 0 0,0-1 0 0 0,0 1 0 0 0,-1-1 0 0 0,1 0 1 0 0,0 1-1 0 0,0-1 0 0 0,-1 1 0 0 0,1-1 0 0 0,-1 1 0 0 0,1 0 0 0 0,-1-1 0 0 0,0 1 0 0 0,1-1 0 0 0,-1 1 0 0 0,0 0 0 0 0,0 0 0 0 0,0-1 0 0 0,0 1 0 0 0,0 0 0 0 0,0 0 1 0 0,0 0-1 0 0,-1 0 0 0 0,1 0 0 0 0,0 0 0 0 0,-1 1 0 0 0,1-1 0 0 0,0 0 0 0 0,-1 1 0 0 0,1-1 0 0 0,-1 1 0 0 0,1-1 0 0 0,-1 1 0 0 0,1 0 0 0 0,-1-1 0 0 0,1 1 1 0 0,-1 0-1 0 0,1 0 0 0 0,-1 0 0 0 0,1 0 0 0 0,-1 1 0 0 0,1-1 0 0 0,-1 0 0 0 0,-1 1 0 0 0,-2 0-5 0 0,-1 0 0 0 0,1 0 1 0 0,0 1-1 0 0,0-1 0 0 0,0 1 0 0 0,0 1 1 0 0,0-1-1 0 0,0 1 0 0 0,1-1 0 0 0,-1 1 0 0 0,1 1 1 0 0,0-1-1 0 0,0 1 0 0 0,0-1 0 0 0,0 1 1 0 0,0 0-1 0 0,1 0 0 0 0,0 1 0 0 0,0-1 0 0 0,0 1 1 0 0,0 0-1 0 0,1-1 0 0 0,0 1 0 0 0,0 0 0 0 0,-2 9 1 0 0,2-9-9 0 0,1-1 1 0 0,0 1-1 0 0,0 0 1 0 0,1 0-1 0 0,-1 0 1 0 0,1 0-1 0 0,0 0 1 0 0,0 0 0 0 0,1 0-1 0 0,-1 0 1 0 0,1 0-1 0 0,0 0 1 0 0,1-1-1 0 0,-1 1 1 0 0,1 0-1 0 0,0-1 1 0 0,0 1-1 0 0,0-1 1 0 0,1 1 0 0 0,-1-1-1 0 0,1 0 1 0 0,0 0-1 0 0,1 0 1 0 0,-1-1-1 0 0,1 1 1 0 0,-1-1-1 0 0,1 0 1 0 0,8 5-1 0 0,-1-2 2 0 0,0-1-1 0 0,0 0 0 0 0,1-1 0 0 0,0-1 0 0 0,0 0 0 0 0,0 0 0 0 0,0-1 0 0 0,1-1 0 0 0,-1 0 1 0 0,0 0-1 0 0,1-2 0 0 0,-1 1 0 0 0,0-2 0 0 0,1 1 0 0 0,20-7 0 0 0,12-5-3 0 0,0-2-1 0 0,74-36 1 0 0,-94 41-2 0 0,-2-2-1 0 0,0-1 1 0 0,0 0 0 0 0,-1-2-1 0 0,-1-1 1 0 0,0 0 0 0 0,25-26-1 0 0,-37 32-2 0 0,-6 3 7 0 0,0-6 26 0 0,-3 12-32 0 0,0 1-1 0 0,0-1 1 0 0,0 0-1 0 0,0 0 1 0 0,-1 1-1 0 0,1-1 0 0 0,0 0 1 0 0,0 1-1 0 0,-1-1 1 0 0,1 0-1 0 0,-1 1 1 0 0,1-1-1 0 0,0 1 1 0 0,-1-1-1 0 0,1 0 1 0 0,-1 1-1 0 0,0-1 1 0 0,1 1-1 0 0,-1-1 1 0 0,1 1-1 0 0,-1 0 1 0 0,0-1-1 0 0,1 1 1 0 0,-1 0-1 0 0,0-1 1 0 0,1 1-1 0 0,-1 0 1 0 0,0 0-1 0 0,0 0 1 0 0,1-1-1 0 0,-1 1 1 0 0,0 0-1 0 0,-1 0 0 0 0,-28-3 28 0 0,20 5-26 0 0,0-1 0 0 0,0 2 0 0 0,1-1 1 0 0,-1 1-1 0 0,1 1 0 0 0,-1 0 0 0 0,1 0 0 0 0,0 1 1 0 0,-10 7-1 0 0,18-12 2 0 0,0 1 0 0 0,0 0 1 0 0,0 0-1 0 0,0 0 0 0 0,0 0 1 0 0,0 0-1 0 0,0 0 0 0 0,0 0 0 0 0,1 1 1 0 0,-1-1-1 0 0,0 0 0 0 0,1 0 1 0 0,-1 1-1 0 0,1-1 0 0 0,-1 0 1 0 0,1 1-1 0 0,0-1 0 0 0,-1 1 0 0 0,1-1 1 0 0,0 2-1 0 0,0-2-3 0 0,0 0 1 0 0,0 0-1 0 0,0-1 1 0 0,1 1-1 0 0,-1 0 1 0 0,0-1-1 0 0,0 1 0 0 0,1 0 1 0 0,-1-1-1 0 0,0 1 1 0 0,1-1-1 0 0,-1 1 1 0 0,1 0-1 0 0,-1-1 1 0 0,1 1-1 0 0,-1-1 0 0 0,1 1 1 0 0,-1-1-1 0 0,1 0 1 0 0,0 1-1 0 0,-1-1 1 0 0,1 1-1 0 0,-1-1 0 0 0,1 0 1 0 0,0 0-1 0 0,-1 1 1 0 0,1-1-1 0 0,0 0 1 0 0,0 0-1 0 0,-1 0 1 0 0,1 0-1 0 0,0 0 0 0 0,-1 0 1 0 0,1 0-1 0 0,0 0 1 0 0,-1 0-1 0 0,1 0 1 0 0,0 0-1 0 0,0 0 1 0 0,-1 0-1 0 0,1-1 0 0 0,0 1 1 0 0,-1 0-1 0 0,1-1 1 0 0,0 1-1 0 0,118-42 62 0 0,-110 39-67 0 0,-8 2-1 0 0,0 1 0 0 0,0-1 0 0 0,0 1-1 0 0,0-1 1 0 0,0 1 0 0 0,0-1 0 0 0,0 1 0 0 0,0 0 0 0 0,0-1 0 0 0,0 1 0 0 0,0 0 0 0 0,0 0-1 0 0,0 0 1 0 0,0 0 0 0 0,0 0 0 0 0,0 0 0 0 0,0 0 0 0 0,0 0 0 0 0,0 0 0 0 0,0 0 0 0 0,0 1 0 0 0,0-1-1 0 0,0 0 1 0 0,0 1 0 0 0,0-1 0 0 0,0 0 0 0 0,0 1 0 0 0,1 0 0 0 0,0 5 0 0 0,0 0 0 0 0,-1 0 0 0 0,1 0 0 0 0,-1 0 0 0 0,0 1 0 0 0,-1-1 0 0 0,0 0 0 0 0,0 0 0 0 0,-1 8 0 0 0,1-12 1 0 0,5 49 12 0 0,-5-49-6 0 0,1-1 1 0 0,-1 1-1 0 0,0-1 0 0 0,1 0 0 0 0,-1 1 1 0 0,1-1-1 0 0,0 1 0 0 0,-1-1 0 0 0,1 0 1 0 0,0 0-1 0 0,0 1 0 0 0,0-1 0 0 0,0 0 1 0 0,0 0-1 0 0,0 0 0 0 0,0 0 0 0 0,0 0 1 0 0,0 0-1 0 0,1 0 0 0 0,-1-1 0 0 0,0 1 1 0 0,1 0-1 0 0,-1-1 0 0 0,0 1 0 0 0,1-1 1 0 0,-1 1-1 0 0,1-1 0 0 0,-1 0 0 0 0,1 1 1 0 0,1-1-1 0 0,8-1 5 0 0,-1 0-1 0 0,1 0 1 0 0,-1-1 0 0 0,1 0-1 0 0,-1-1 1 0 0,0-1 0 0 0,12-4 0 0 0,73-42-10 0 0,-67 34-9 0 0,0 1-1 0 0,35-13 0 0 0,-56 28-4 0 0,-1-1 0 0 0,1 0-1 0 0,0 1 1 0 0,-1 1 0 0 0,1-1-1 0 0,0 1 1 0 0,0 0 0 0 0,-1 0 0 0 0,1 1-1 0 0,-1 0 1 0 0,0 0 0 0 0,1 0-1 0 0,10 7 1 0 0,17 0-2217 0 0,-10-7-2148 0 0,0-2 1214 0 0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2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60 692 0 0,'18'-42'3878'0'0,"-18"41"-3289"0"0,5-16 4718 0 0,-14 75-4144 0 0,-3 85 1 0 0,6-114-1158 0 0,-3-17-3080 0 0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3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82 316 0 0,'4'-29'3468'0'0,"7"-15"199"0"0,-10 43-3253 0 0,-1-1 50 0 0,0 1-484 0 0,0 1 1 0 0,0 0 0 0 0,0 0 0 0 0,0 0 0 0 0,0 0 0 0 0,0-1 0 0 0,0 1 0 0 0,0 0 0 0 0,0 0 0 0 0,0 0 0 0 0,0 0 0 0 0,0-1 0 0 0,0 1 0 0 0,0 0 0 0 0,0 0 0 0 0,0 0 0 0 0,1 0 0 0 0,-1 0-1 0 0,0-1 1 0 0,0 1 0 0 0,0 0 0 0 0,0 0 0 0 0,0 0 0 0 0,0 0 0 0 0,0 0 0 0 0,0 0 0 0 0,1-1 0 0 0,-1 1 0 0 0,0 0 0 0 0,0 0 0 0 0,0 0 0 0 0,0 0 0 0 0,0 0 0 0 0,1 0 0 0 0,-1 0 0 0 0,0 0-1 0 0,0 0 1 0 0,0 0 0 0 0,0 0 0 0 0,0 0 0 0 0,1 0 0 0 0,-1 0 0 0 0,0 0 0 0 0,0 0 0 0 0,0 0 0 0 0,0 0 0 0 0,1 0 0 0 0,-1 0 0 0 0,0 0 0 0 0,0 0 0 0 0,0 0 0 0 0,0 0 0 0 0,0 0 0 0 0,1 0-1 0 0,-1 0 1 0 0,0 0 0 0 0,0 1 0 0 0,14 6-789 0 0,-9-1-1961 0 0,-5 4 715 0 0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4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1 432 0 0,'-3'27'1899'0'0,"1"-4"-747"0"0,-1-1 0 0 0,0 0 0 0 0,-11 33 0 0 0,14-54-250 0 0,-2 2-472 0 0,-1-1 1614 0 0,6-11-1967 0 0,-1 0 0 0 0,2 0 1 0 0,-1 1-1 0 0,1 0 0 0 0,1 0 1 0 0,-1 0-1 0 0,1 0 0 0 0,1 0 0 0 0,-1 1 1 0 0,12-11-1 0 0,-12 13-58 0 0,0 0-1 0 0,1 0 1 0 0,0 1 0 0 0,0 0-1 0 0,0 0 1 0 0,0 0 0 0 0,1 1-1 0 0,-1-1 1 0 0,1 2 0 0 0,0-1-1 0 0,0 1 1 0 0,0 0 0 0 0,0 0-1 0 0,0 1 1 0 0,15-1 0 0 0,-18 3-21 0 0,-1-1 0 0 0,1 1 1 0 0,-1 0-1 0 0,1 0 0 0 0,-1 0 1 0 0,1 1-1 0 0,-1 0 0 0 0,0-1 1 0 0,0 1-1 0 0,0 0 1 0 0,0 0-1 0 0,0 1 0 0 0,0-1 1 0 0,0 0-1 0 0,-1 1 0 0 0,1 0 1 0 0,-1 0-1 0 0,0 0 0 0 0,1 0 1 0 0,1 5-1 0 0,5 4 3 0 0,-8-11 9 0 0,4 8-5 0 0,-5-8-2 0 0,0-1 0 0 0,0 1 0 0 0,1-1 1 0 0,-1 1-1 0 0,0-1 0 0 0,0 1 0 0 0,0-1 1 0 0,0 1-1 0 0,0-1 0 0 0,1 1 0 0 0,-1-1 1 0 0,0 1-1 0 0,0-1 0 0 0,1 1 0 0 0,-1-1 1 0 0,0 0-1 0 0,1 1 0 0 0,-1-1 0 0 0,0 1 1 0 0,1-1-1 0 0,-1 0 0 0 0,1 1 1 0 0,-1-1-1 0 0,1 0 0 0 0,-1 0 0 0 0,1 1 1 0 0,-1-1-1 0 0,1 0 0 0 0,-1 0 0 0 0,1 0 1 0 0,-1 1-1 0 0,1-1 0 0 0,-1 0 0 0 0,1 0 1 0 0,-1 0-1 0 0,1 0 0 0 0,-1 0 0 0 0,1 0 1 0 0,-1 0-1 0 0,1 0 0 0 0,0 0 0 0 0,-1-1 1 0 0,1 1-1 0 0,0 0 0 0 0,68-42 62 0 0,-65 40-69 0 0,-1 2 1 0 0,0-1-1 0 0,0 1 1 0 0,0-1-1 0 0,0 1 0 0 0,0 0 1 0 0,0 0-1 0 0,0 0 1 0 0,0 0-1 0 0,0 1 1 0 0,0-1-1 0 0,0 1 0 0 0,-1 0 1 0 0,1 0-1 0 0,0 0 1 0 0,0 0-1 0 0,-1 0 0 0 0,1 1 1 0 0,3 2-1 0 0,1 1 6 0 0,-1 1-1 0 0,0 0 1 0 0,0 0-1 0 0,9 12 1 0 0,10 10-14 0 0,-18-22 14 0 0,0 1-1 0 0,1-2 0 0 0,-1 1 0 0 0,1-1 0 0 0,0-1 0 0 0,1 1 1 0 0,-1-2-1 0 0,13 5 0 0 0,-18-7 1 0 0,1 0 1 0 0,-1-1-1 0 0,0 1 0 0 0,1-1 1 0 0,-1 0-1 0 0,1 0 0 0 0,-1 0 1 0 0,0-1-1 0 0,1 1 1 0 0,-1-1-1 0 0,0 0 0 0 0,1 0 1 0 0,-1 0-1 0 0,0 0 0 0 0,0 0 1 0 0,0-1-1 0 0,0 1 0 0 0,0-1 1 0 0,0 0-1 0 0,0 0 1 0 0,0 0-1 0 0,-1 0 0 0 0,1-1 1 0 0,-1 1-1 0 0,4-5 0 0 0,7-7 136 0 0,-1-1-1 0 0,-1-1 1 0 0,0 0-1 0 0,0-1 1 0 0,11-25-1 0 0,-22 40 51 0 0,2 4-182 0 0,-1 0-1 0 0,0 1 1 0 0,0-1-1 0 0,0 0 0 0 0,0 0 1 0 0,0 1-1 0 0,0-1 1 0 0,0 1-1 0 0,-1-1 1 0 0,1 0-1 0 0,-1 1 1 0 0,0-1-1 0 0,0 1 1 0 0,0 3-1 0 0,-27 172 159 0 0,-23 73-23 0 0,41-198-100 0 0,5-26-5 0 0,0-1 1 0 0,-10 28 0 0 0,11-49 1232 0 0,3-11-508 0 0,4-29-287 0 0,10-51-369 0 0,-4 43-56 0 0,1 0 1 0 0,2 0-1 0 0,2 1 0 0 0,2 1 1 0 0,2 0-1 0 0,2 1 0 0 0,1 2 1 0 0,2 0-1 0 0,37-45 0 0 0,-55 76-49 0 0,0 1 0 0 0,1 0-1 0 0,0 1 1 0 0,0 0-1 0 0,0 0 1 0 0,0 0-1 0 0,1 1 1 0 0,0 0-1 0 0,0 1 1 0 0,9-4-1 0 0,-14 6-2 0 0,-1 0-1 0 0,1 1 0 0 0,-1-1 1 0 0,1 1-1 0 0,-1-1 1 0 0,1 1-1 0 0,0 0 1 0 0,-1 0-1 0 0,1 0 0 0 0,-1 0 1 0 0,1 0-1 0 0,0 1 1 0 0,-1-1-1 0 0,1 1 0 0 0,-1-1 1 0 0,1 1-1 0 0,-1 0 1 0 0,0 0-1 0 0,1 0 1 0 0,-1 1-1 0 0,0-1 0 0 0,0 1 1 0 0,0-1-1 0 0,0 1 1 0 0,0-1-1 0 0,0 1 1 0 0,0 0-1 0 0,0 0 0 0 0,-1 0 1 0 0,1 0-1 0 0,-1 0 1 0 0,1 1-1 0 0,-1-1 0 0 0,0 0 1 0 0,0 1-1 0 0,0-1 1 0 0,1 3-1 0 0,0-1 2 0 0,1 4-7 0 0,-8 20-6 0 0,3-24 22 0 0,0 1 0 0 0,0-1-1 0 0,0 0 1 0 0,0 1 0 0 0,-1-1 0 0 0,1-1 0 0 0,-1 1-1 0 0,0 0 1 0 0,0-1 0 0 0,0 1 0 0 0,-1-1 0 0 0,1 0-1 0 0,-1 0 1 0 0,0 0 0 0 0,-7 3 0 0 0,2 0-466 0 0,-1-2 1 0 0,1 1 0 0 0,-1-1-1 0 0,0-1 1 0 0,-19 5 0 0 0,-12-12-7680 0 0,37 3 5123 0 0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4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1 100 0 0,'5'0'189'0'0,"-1"0"1"0"0,0 0-1 0 0,0 0 1 0 0,0 0-1 0 0,0 1 1 0 0,0 0-1 0 0,0 0 1 0 0,0 0-1 0 0,0 0 1 0 0,0 0-1 0 0,0 1 0 0 0,0 0 1 0 0,-1 0-1 0 0,1 0 1 0 0,-1 0-1 0 0,1 1 1 0 0,-1-1-1 0 0,0 1 1 0 0,0 0-1 0 0,0 0 1 0 0,0 0-1 0 0,-1 0 0 0 0,1 0 1 0 0,1 4-1 0 0,0-3-88 0 0,-1 1-1 0 0,-1-1 0 0 0,1 1 1 0 0,-1-1-1 0 0,1 1 0 0 0,-1 0 1 0 0,-1 0-1 0 0,1 0 0 0 0,-1 0 0 0 0,0 0 1 0 0,0 1-1 0 0,0-1 0 0 0,-1 0 1 0 0,1 0-1 0 0,-1 1 0 0 0,-1-1 1 0 0,-1 9-1 0 0,-6 9 1372 0 0,8-26 699 0 0,1-2-2009 0 0,1 0 1 0 0,1 0-1 0 0,-1 0 1 0 0,1 1-1 0 0,-1-1 1 0 0,1 1 0 0 0,6-6-1 0 0,0 1-199 0 0,0 0 1 0 0,1 1-1 0 0,0 0 0 0 0,1 1 0 0 0,17-10 1 0 0,-20 13-1177 0 0,-1 1 1 0 0,1 0-1 0 0,0 0 1 0 0,0 0-1 0 0,10-1 1 0 0,-15 4-1090 0 0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5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0 117 544 0 0,'0'0'668'0'0,"15"-8"1100"0"0,18-9-26 0 0,-28 15-1435 0 0,0-1-1 0 0,1 1 0 0 0,-1-1 0 0 0,0 0 1 0 0,-1-1-1 0 0,1 1 0 0 0,-1-1 0 0 0,1 0 1 0 0,-1 0-1 0 0,0 0 0 0 0,0-1 0 0 0,-1 1 1 0 0,1-1-1 0 0,-1 0 0 0 0,0 0 0 0 0,-1 0 1 0 0,4-7-1 0 0,-6 10 623 0 0,-5-3-740 0 0,5 4-171 0 0,0 1 0 0 0,-1-1-1 0 0,1 1 1 0 0,-1-1 0 0 0,1 1 0 0 0,0-1 0 0 0,-1 1-1 0 0,1 0 1 0 0,-1-1 0 0 0,1 1 0 0 0,-1 0-1 0 0,1-1 1 0 0,-1 1 0 0 0,0 0 0 0 0,1-1 0 0 0,-1 1-1 0 0,1 0 1 0 0,-1 0 0 0 0,1 0 0 0 0,-1 0 0 0 0,0 0-1 0 0,1-1 1 0 0,-1 1 0 0 0,0 0 0 0 0,1 0-1 0 0,-1 1 1 0 0,1-1 0 0 0,-1 0 0 0 0,0 0 0 0 0,1 0-1 0 0,-1 0 1 0 0,1 0 0 0 0,-2 1 0 0 0,-1 0 73 0 0,-26 26 260 0 0,25-21-295 0 0,0 1 0 0 0,1-1 0 0 0,0 0-1 0 0,0 1 1 0 0,0 0 0 0 0,1-1 0 0 0,-3 13 0 0 0,5-17-45 0 0,0 1 0 0 0,-1-1 0 0 0,1 0 0 0 0,0 0 0 0 0,0 0 0 0 0,0 0 0 0 0,0 0 0 0 0,1 0 0 0 0,-1 0 0 0 0,1 0-1 0 0,-1 0 1 0 0,1 0 0 0 0,0 0 0 0 0,-1 0 0 0 0,1 0 0 0 0,0 0 0 0 0,0 0 0 0 0,0 0 0 0 0,1-1 0 0 0,-1 1 0 0 0,0 0 0 0 0,1-1 0 0 0,-1 1 0 0 0,1-1 0 0 0,-1 0 0 0 0,1 1 0 0 0,0-1 0 0 0,0 0 0 0 0,-1 0 0 0 0,5 1 0 0 0,1 0 1 0 0,1-1 1 0 0,0 0-1 0 0,1-1 1 0 0,-1 0 0 0 0,0 0-1 0 0,0-1 1 0 0,0 0 0 0 0,0 0-1 0 0,-1-1 1 0 0,1 0 0 0 0,7-3-1 0 0,3 0-3 0 0,10-2 6 0 0,3-1-19 0 0,0 1-1 0 0,1 2 1 0 0,41-3 0 0 0,-69 8-8 0 0,-3 0 11 0 0,-1 0 0 0 0,1 0 0 0 0,0 0 0 0 0,0 0-1 0 0,0 0 1 0 0,0 0 0 0 0,0 0 0 0 0,-1 0-1 0 0,1 0 1 0 0,0 0 0 0 0,0 1 0 0 0,0-1 0 0 0,0 0-1 0 0,-1 1 1 0 0,1-1 0 0 0,0 1 0 0 0,0-1 0 0 0,-1 0-1 0 0,1 1 1 0 0,0 0 0 0 0,-1-1 0 0 0,1 1 0 0 0,0-1-1 0 0,-1 1 1 0 0,1 0 0 0 0,-1-1 0 0 0,1 1 0 0 0,-1 0-1 0 0,1 0 1 0 0,-1 0 0 0 0,0-1 0 0 0,1 1 0 0 0,-1 0-1 0 0,0 1 1 0 0,-4 4-49 0 0,0-1 1 0 0,0 0-1 0 0,-1-1 0 0 0,0 1 0 0 0,0-1 0 0 0,0 0 0 0 0,-10 6 1 0 0,13-9-119 0 0,-23 17-1363 0 0,9-5-4915 0 0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5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38 144 0 0,'-24'-28'5962'0'0,"20"26"-5552"0"0,-1 0 0 0 0,1 1 0 0 0,-1-1 0 0 0,1 1 0 0 0,-1 1 0 0 0,1-1 0 0 0,-1 0 0 0 0,1 1 0 0 0,-6 0 0 0 0,7 1-131 0 0,-2 6 127 0 0,4-7-390 0 0,1 0 1 0 0,-1 1 0 0 0,1-1 0 0 0,0 0-1 0 0,-1 1 1 0 0,1-1 0 0 0,-1 0 0 0 0,1 1-1 0 0,0-1 1 0 0,-1 1 0 0 0,1-1 0 0 0,0 0-1 0 0,-1 1 1 0 0,1-1 0 0 0,0 1 0 0 0,0-1-1 0 0,-1 1 1 0 0,1 0 0 0 0,0-1 0 0 0,0 1-1 0 0,0-1 1 0 0,0 1 0 0 0,0-1 0 0 0,0 1-1 0 0,0-1 1 0 0,0 1 0 0 0,0 0 0 0 0,0 0-1 0 0,6 34 383 0 0,2 0 0 0 0,14 36-1 0 0,-15-47-282 0 0,1 19 283 0 0,-8-41-269 0 0,2-7-120 0 0,6-5-5 0 0,1-1 0 0 0,0 2 0 0 0,0-1 0 0 0,1 1 0 0 0,0 0 0 0 0,1 1 0 0 0,0 1 0 0 0,16-10 0 0 0,-8 6-23 0 0,1 1 1 0 0,0 1 0 0 0,1 1 0 0 0,32-9 0 0 0,-50 17 16 0 0,-1-1 0 0 0,1 1 0 0 0,0-1 0 0 0,-1 1 0 0 0,1 0 0 0 0,-1 0 0 0 0,1 0 0 0 0,0 0 0 0 0,-1 1 0 0 0,1-1 0 0 0,-1 1 0 0 0,1-1 0 0 0,-1 1 0 0 0,1 0 0 0 0,-1 0 0 0 0,1 0 0 0 0,-1 0 0 0 0,0 1 0 0 0,0-1 0 0 0,1 1 0 0 0,-1-1 0 0 0,0 1 0 0 0,0 0 0 0 0,1 2 0 0 0,-2-3 7 0 0,0 1 0 0 0,0 0 0 0 0,-1 0 0 0 0,1 0 0 0 0,0 0 0 0 0,-1 0 0 0 0,0-1 0 0 0,1 1 0 0 0,-1 0 0 0 0,0 0 0 0 0,0 0 0 0 0,0 0 0 0 0,-1 2 0 0 0,-14 44-86 0 0,5-29-1277 0 0,4-9-5021 0 0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5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20 988 0 0,'6'-9'1708'0'0,"-1"-2"1385"0"0,-5 42-7702 0 0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6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214 101 760 0 0,'4'-37'6794'0'0,"-7"27"-6193"0"0,3 8-329 0 0,-1-1-1 0 0,0 0 1 0 0,0 1-1 0 0,0-1 1 0 0,0 1-1 0 0,0-1 1 0 0,-1 1-1 0 0,1-1 1 0 0,-1 1-1 0 0,-2-3 1 0 0,3 4-36 0 0,-46-17 1319 0 0,43 17-1491 0 0,1 0-1 0 0,-1 0 1 0 0,0 1 0 0 0,0-1 0 0 0,0 1 0 0 0,1 0 0 0 0,-1 0 0 0 0,0 0 0 0 0,0 1 0 0 0,0-1 0 0 0,0 1 0 0 0,1 0 0 0 0,-1 0 0 0 0,0 0 0 0 0,1 0 0 0 0,-1 1 0 0 0,-5 2 0 0 0,4 0-25 0 0,0 0-1 0 0,0-1 0 0 0,0 1 0 0 0,0 1 1 0 0,1-1-1 0 0,0 1 0 0 0,0 0 1 0 0,0 0-1 0 0,1 0 0 0 0,-7 11 0 0 0,5-2 10 0 0,0 1-1 0 0,1-1 0 0 0,0 1 0 0 0,-2 24 0 0 0,6-37-37 0 0,0-1-6 0 0,0-1 0 0 0,0 1 0 0 0,0 0 0 0 0,0-1 0 0 0,0 1 0 0 0,0 0 1 0 0,0-1-1 0 0,1 1 0 0 0,-1 0 0 0 0,0-1 0 0 0,0 1 0 0 0,1-1 0 0 0,-1 1 0 0 0,0 0 1 0 0,1-1-1 0 0,-1 1 0 0 0,0-1 0 0 0,1 1 0 0 0,-1-1 0 0 0,1 1 0 0 0,-1-1 0 0 0,1 1 0 0 0,-1-1 1 0 0,1 0-1 0 0,0 1 0 0 0,-1-1 0 0 0,1 0 0 0 0,-1 1 0 0 0,1-1 0 0 0,0 0 0 0 0,-1 0 1 0 0,2 1-1 0 0,14-3 7 0 0,0-1 0 0 0,0-1 1 0 0,0 0-1 0 0,-1-1 0 0 0,0 0 0 0 0,0-1 1 0 0,27-16-1 0 0,31-10-21 0 0,-66 29 6 0 0,2-1-5 0 0,0 1 1 0 0,1 0 0 0 0,0 0 0 0 0,14-2-1 0 0,-22 5-18 0 0,2 2 21 0 0,-1 0 0 0 0,0-1 1 0 0,1 1-1 0 0,-1 0 0 0 0,0 0 0 0 0,0 1 0 0 0,0-1 1 0 0,0 1-1 0 0,3 3 0 0 0,-4-3 14 0 0,0 0 0 0 0,-1-1 0 0 0,2 1 0 0 0,-1-1 0 0 0,0 0 0 0 0,0 0 0 0 0,1 0 0 0 0,-1 0 0 0 0,1 0 0 0 0,-1 0 0 0 0,1-1 0 0 0,0 1 0 0 0,0-1 0 0 0,0 0 0 0 0,0 0 0 0 0,0 0 0 0 0,0 0 0 0 0,0 0 0 0 0,0-1 0 0 0,4 1 0 0 0,3-1 36 0 0,1 0 0 0 0,-1-1 0 0 0,1 0 0 0 0,15-4 1 0 0,17-1 253 0 0,-36 5-284 0 0,-1 1 1 0 0,0 0-1 0 0,0 1 0 0 0,0-1 1 0 0,0 1-1 0 0,0 0 0 0 0,0 1 1 0 0,11 3-1 0 0,18 24-5089 0 0,-29-23 1070 0 0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1:57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59 312 0 0,'-2'-1'547'0'0,"1"-1"0"0"0,-1 1 1 0 0,1-1-1 0 0,0 1 0 0 0,0-1 0 0 0,0 1 0 0 0,0-1 0 0 0,0 1 1 0 0,0-1-1 0 0,0 0 0 0 0,0 0 0 0 0,0 0 0 0 0,0-2 0 0 0,-4-9 3109 0 0,5 12-3072 0 0,3-1-80 0 0,5-2-280 0 0,1 1 1 0 0,0 1-1 0 0,0-1 0 0 0,0 1 1 0 0,1 1-1 0 0,-1 0 1 0 0,16 0-1 0 0,77 4 233 0 0,-52 0-209 0 0,401 33 753 0 0,-92-5-535 0 0,-136-20 1071 0 0,-221-11-1242 0 0,6 0-47 0 0,-6 0-146 0 0,-6-1 394 0 0,-87 2-3581 0 0,21 2-4321 0 0,63-3 6193 0 0,-30 2-3096 0 0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1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61 448 0 0,'0'0'4248'0'0,"7"-47"-1101"0"0,-7 45-2350 0 0,-2-1-568 0 0,3 2-202 0 0,-1 1 1 0 0,0 0 0 0 0,0 0 0 0 0,0-1 0 0 0,0 1 0 0 0,0 0 0 0 0,0-1 0 0 0,0 1 0 0 0,0 0 0 0 0,0 0 0 0 0,0-1 0 0 0,0 1 0 0 0,0 0-1 0 0,0 0 1 0 0,0-1 0 0 0,-1 1 0 0 0,1 0 0 0 0,0 0 0 0 0,0-1 0 0 0,0 1 0 0 0,0 0 0 0 0,0 0 0 0 0,0-1 0 0 0,-1 1 0 0 0,1 0-1 0 0,0 0 1 0 0,0 0 0 0 0,0-1 0 0 0,-1 1 0 0 0,1 0 0 0 0,0 0 0 0 0,0 0 0 0 0,-1 0 0 0 0,1 0 0 0 0,0 0 0 0 0,0-1 0 0 0,0 1-1 0 0,-1 0 1 0 0,1 0 0 0 0,0 0 0 0 0,-1 0 0 0 0,1 0 0 0 0,0 0 0 0 0,0 0 0 0 0,-1 0 0 0 0,1 0 0 0 0,0 0 0 0 0,0 0 0 0 0,-1 0-1 0 0,1 0 1 0 0,-1 1 0 0 0,-17 9 182 0 0,1 1-1 0 0,0 1 0 0 0,0 1 1 0 0,2 0-1 0 0,-1 1 0 0 0,2 1 1 0 0,0 0-1 0 0,0 1 0 0 0,2 1 1 0 0,-18 29-1 0 0,29-44-142 0 0,1 3 11 0 0,2 3 0 0 0,8-3-62 0 0,1-1 0 0 0,0-1 0 0 0,0 1 0 0 0,0-2 0 0 0,21 3 1 0 0,-18-3 8 0 0,0 0 0 0 0,-1 1 0 0 0,1 1 0 0 0,13 5 0 0 0,-23-8-22 0 0,0 1 0 0 0,-1 0 1 0 0,1 0-1 0 0,-1 0 0 0 0,0 1 1 0 0,0-1-1 0 0,0 1 0 0 0,0-1 0 0 0,0 1 1 0 0,0 0-1 0 0,-1 0 0 0 0,1 1 1 0 0,-1-1-1 0 0,0 1 0 0 0,0-1 1 0 0,0 1-1 0 0,0-1 0 0 0,1 7 1 0 0,-2-7 21 0 0,0 1 1 0 0,0-1 0 0 0,0 1-1 0 0,-1-1 1 0 0,0 1 0 0 0,0-1-1 0 0,0 1 1 0 0,0 0 0 0 0,0-1-1 0 0,0 1 1 0 0,-1-1 0 0 0,0 1-1 0 0,0-1 1 0 0,0 1 0 0 0,0-1 0 0 0,0 0-1 0 0,-1 1 1 0 0,0-1 0 0 0,1 0-1 0 0,-1 0 1 0 0,0 0 0 0 0,-1 0-1 0 0,1 0 1 0 0,0-1 0 0 0,-1 1-1 0 0,0-1 1 0 0,-3 3 0 0 0,1-1 30 0 0,-1 0 0 0 0,0 0 1 0 0,0-1-1 0 0,0 0 0 0 0,-1 0 1 0 0,1 0-1 0 0,-1-1 0 0 0,1 0 1 0 0,-1 0-1 0 0,0-1 0 0 0,0 0 1 0 0,-12 1-1 0 0,17-2-37 0 0,-28-8-1165 0 0,11-1-700 0 0,1-9-4218 0 0,13 8 2943 0 0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1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24 276 0 0,'8'-4'445'0'0,"1"0"0"0"0,-1 1 1 0 0,1 0-1 0 0,0 0 0 0 0,0 1 0 0 0,1 0 1 0 0,-1 1-1 0 0,0 0 0 0 0,0 0 0 0 0,1 1 0 0 0,-1 1 1 0 0,1-1-1 0 0,9 3 0 0 0,-11-1-837 0 0,1 0-1 0 0,-1 1 0 0 0,0-1 1 0 0,0 2-1 0 0,0-1 1 0 0,-1 1-1 0 0,1 1 1 0 0,12 9-1 0 0,-12-9-1283 0 0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1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64 304 0 0,'0'0'5159'0'0,"1"-6"-4312"0"0,-1 6-891 0 0,1-4 375 0 0,-1 1 0 0 0,1 0 0 0 0,0-1 0 0 0,0 1 0 0 0,0-1 0 0 0,1 1 0 0 0,-1 0 0 0 0,1 0 0 0 0,-1 0-1 0 0,1 0 1 0 0,0 0 0 0 0,1 0 0 0 0,3-4 0 0 0,-4 6-428 0 0,0 0-1 0 0,-1 0 0 0 0,1 0 0 0 0,0 0 1 0 0,0 0-1 0 0,-1 1 0 0 0,1-1 0 0 0,0 0 1 0 0,0 1-1 0 0,0 0 0 0 0,0-1 0 0 0,0 1 1 0 0,2 0-1 0 0,1 5-1625 0 0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2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94 392 0 0,'-1'0'148'0'0,"1"-1"1"0"0,-1 1-1 0 0,1-1 0 0 0,-1 1 1 0 0,1-1-1 0 0,-1 1 1 0 0,1-1-1 0 0,-1 1 0 0 0,1-1 1 0 0,-1 0-1 0 0,1 1 0 0 0,0-1 1 0 0,-1 0-1 0 0,1 1 0 0 0,0-1 1 0 0,0 0-1 0 0,0 1 0 0 0,0-1 1 0 0,-1 0-1 0 0,1 0 0 0 0,0 1 1 0 0,0-1-1 0 0,0 0 1 0 0,0 0-1 0 0,0 1 0 0 0,1-1 1 0 0,-1 0-1 0 0,0 1 0 0 0,0-1 1 0 0,0 0-1 0 0,1 1 0 0 0,-1-1 1 0 0,0 0-1 0 0,1 1 0 0 0,-1-1 1 0 0,0 0-1 0 0,1 1 0 0 0,-1-1 1 0 0,1 1-1 0 0,-1-1 1 0 0,1 1-1 0 0,-1-1 0 0 0,1 1 1 0 0,0-1-1 0 0,-1 1 0 0 0,1 0 1 0 0,1-1-1 0 0,35-22 137 0 0,-29 19-142 0 0,-7 4-111 0 0,33-22 1448 0 0,-33 21-1260 0 0,18-14 1547 0 0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3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48 272 0 0,'0'0'875'0'0,"-5"-41"7529"0"0,-2 39-8252 0 0,0 1 1 0 0,-1-1 0 0 0,1 2-1 0 0,-1-1 1 0 0,1 1-1 0 0,-1 0 1 0 0,0 0 0 0 0,1 1-1 0 0,-1 0 1 0 0,1 1-1 0 0,0-1 1 0 0,-10 5-1 0 0,0-1 39 0 0,0 1 0 0 0,1 1 0 0 0,-1 1 0 0 0,-16 11-1 0 0,31-18-166 0 0,1 0 0 0 0,-1 0 0 0 0,1-1 0 0 0,-1 1 0 0 0,1 1 0 0 0,0-1 0 0 0,-1 0 1 0 0,1 0-1 0 0,0 0 0 0 0,0 1 0 0 0,0-1 0 0 0,0 1 0 0 0,0-1 0 0 0,0 1 0 0 0,0-1 0 0 0,0 1 0 0 0,0-1 0 0 0,1 1 0 0 0,-1 2 0 0 0,0-2 29 0 0,21 5 86 0 0,-17-5-123 0 0,0 0-1 0 0,1 0 0 0 0,-1-1 0 0 0,1 0 1 0 0,-1 0-1 0 0,1 0 0 0 0,-1 0 0 0 0,8 0 1 0 0,114 1 108 0 0,-123-2-126 0 0,-1 0 0 0 0,1 0 0 0 0,0 0 0 0 0,-1 0 0 0 0,1 0 1 0 0,-1 0-1 0 0,1 1 0 0 0,-1-1 0 0 0,1 1 0 0 0,-1-1 0 0 0,1 1 1 0 0,-1-1-1 0 0,1 1 0 0 0,-1 0 0 0 0,0 0 0 0 0,1-1 1 0 0,-1 1-1 0 0,0 0 0 0 0,0 0 0 0 0,0 1 0 0 0,0-1 0 0 0,0 0 1 0 0,0 0-1 0 0,2 3 0 0 0,-2-2 4 0 0,0 1 0 0 0,-1 0-1 0 0,1 0 1 0 0,0-1 0 0 0,-1 1 0 0 0,0 0-1 0 0,1 0 1 0 0,-1 0 0 0 0,0 0 0 0 0,-1 0 0 0 0,1-1-1 0 0,-1 5 1 0 0,-2 7 20 0 0,-1-1 0 0 0,-1 0 0 0 0,0-1 1 0 0,-9 18-1 0 0,-31 72 108 0 0,26-74-1275 0 0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3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1 664 0 0,'6'0'8157'0'0,"-7"5"-8033"0"0,1 1 0 0 0,-1-1 0 0 0,1 1-1 0 0,0-1 1 0 0,0 0 0 0 0,0 1-1 0 0,1-1 1 0 0,0 1 0 0 0,0-1 0 0 0,0 0-1 0 0,5 10 1 0 0,32 61 699 0 0,-28-61-675 0 0,-2 1 0 0 0,0 0 0 0 0,9 27 0 0 0,-14-34-86 0 0,0 0 1 0 0,-1 1-1 0 0,0 0 0 0 0,-1 0 1 0 0,0-1-1 0 0,0 16 0 0 0,-2-22-37 0 0,1 0 0 0 0,-1 0-1 0 0,0 0 1 0 0,0 0 0 0 0,0 0-1 0 0,0 0 1 0 0,0 0-1 0 0,-1 0 1 0 0,1 0 0 0 0,-1-1-1 0 0,0 1 1 0 0,0-1 0 0 0,0 1-1 0 0,0-1 1 0 0,0 0-1 0 0,0 0 1 0 0,-1 0 0 0 0,1 0-1 0 0,-1 0 1 0 0,0 0 0 0 0,1-1-1 0 0,-1 1 1 0 0,0-1 0 0 0,0 0-1 0 0,-5 2 1 0 0,4-2-154 0 0,1 0 0 0 0,-1 0 0 0 0,1 0 0 0 0,-1-1-1 0 0,0 1 1 0 0,0-1 0 0 0,1 0 0 0 0,-1 0 0 0 0,0-1 0 0 0,1 1 0 0 0,-1-1 0 0 0,-5-1 0 0 0,-26-13-5719 0 0,23 8 2880 0 0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3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76 0 0,'55'-13'1208'0'0,"0"5"-60"0"0,-1-2-80 0 0,-2 2-88 0 0,-11 1-108 0 0,-11 4-51 0 0,0 0-133 0 0,-1-1-64 0 0,-9 6-112 0 0,-4 1-248 0 0,-4-1-316 0 0,-3 1-380 0 0,-2 3-864 0 0,-2 3-1405 0 0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9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85 156 568 0 0,'-1'-19'1253'0'0,"0"1"1"0"0,2-1-1 0 0,0 0 1 0 0,5-21-1 0 0,3-1 4638 0 0,-106 386-3472 0 0,95-319-2099 0 0,2-25-313 0 0,0-1 0 0 0,0 1 0 0 0,0-1 0 0 0,0 1 0 0 0,1-1 0 0 0,-1 0 0 0 0,0 1 0 0 0,0-1 0 0 0,1 1 0 0 0,-1-1 0 0 0,0 0 0 0 0,1 1 0 0 0,-1-1 0 0 0,0 0 0 0 0,1 1 0 0 0,-1-1 0 0 0,1 0 0 0 0,-1 0 0 0 0,0 1 0 0 0,1-1 0 0 0,-1 0 0 0 0,1 0 0 0 0,-1 0-1 0 0,1 1 1 0 0,-1-1 0 0 0,1 0 0 0 0,0 0 0 0 0,3 0 11 0 0,1-1 1 0 0,-1 0-1 0 0,1 0 0 0 0,-1 0 0 0 0,0 0 0 0 0,1-1 0 0 0,6-3 0 0 0,12-4-2 0 0,1 2 18 0 0,0 0 1 0 0,31-4-1 0 0,-48 10-31 0 0,0 0 0 0 0,0 1 0 0 0,0 0 0 0 0,0 0 0 0 0,0 0 0 0 0,0 1 0 0 0,0 0 0 0 0,0 0 0 0 0,0 0 0 0 0,0 1 0 0 0,0 1 0 0 0,11 4 0 0 0,-16-6-3 0 0,-1 0-1 0 0,0-1 1 0 0,1 1-1 0 0,-1 0 1 0 0,0 0-1 0 0,1 0 1 0 0,-1 0-1 0 0,0 0 1 0 0,0 0-1 0 0,0 0 0 0 0,0 0 1 0 0,0 1-1 0 0,0-1 1 0 0,0 0-1 0 0,-1 1 1 0 0,1-1-1 0 0,0 0 1 0 0,-1 1-1 0 0,1-1 0 0 0,-1 1 1 0 0,1-1-1 0 0,-1 1 1 0 0,0-1-1 0 0,0 1 1 0 0,0-1-1 0 0,0 1 1 0 0,0 0-1 0 0,0-1 1 0 0,0 1-1 0 0,0-1 0 0 0,0 1 1 0 0,-1-1-1 0 0,1 1 1 0 0,-1-1-1 0 0,1 1 1 0 0,-1-1-1 0 0,1 1 1 0 0,-1-1-1 0 0,0 0 1 0 0,0 1-1 0 0,0-1 0 0 0,0 0 1 0 0,0 0-1 0 0,0 0 1 0 0,0 0-1 0 0,0 0 1 0 0,0 0-1 0 0,-1 0 1 0 0,-1 1-1 0 0,-2 3 25 0 0,0-1-1 0 0,0 0 1 0 0,-1 0 0 0 0,0-1-1 0 0,0 0 1 0 0,0 0 0 0 0,0 0-1 0 0,0 0 1 0 0,0-1-1 0 0,-10 2 1 0 0,8-3-2 0 0,1 0-1 0 0,-1 0 1 0 0,0-1-1 0 0,1 0 1 0 0,-1 0-1 0 0,0-1 1 0 0,1 0-1 0 0,-1-1 1 0 0,1 1-1 0 0,-1-1 1 0 0,1-1-1 0 0,0 1 1 0 0,0-1-1 0 0,0-1 1 0 0,0 1-1 0 0,-11-9 1 0 0,17 12-111 0 0,1 0 0 0 0,-1 0 0 0 0,0-1 1 0 0,1 1-1 0 0,-1 0 0 0 0,0-1 1 0 0,1 1-1 0 0,-1-1 0 0 0,1 1 1 0 0,-1-1-1 0 0,1 1 0 0 0,-1-1 1 0 0,1 1-1 0 0,-1-1 0 0 0,1 0 1 0 0,0 1-1 0 0,-1-1 0 0 0,1 0 1 0 0,0 1-1 0 0,-1-1 0 0 0,1 0 1 0 0,0 1-1 0 0,0-1 0 0 0,0 0 1 0 0,0 0-1 0 0,-1 1 0 0 0,1-1 1 0 0,0 0-1 0 0,0 1 0 0 0,0-1 1 0 0,1 0-1 0 0,-1 0 0 0 0,0 1 1 0 0,0-1-1 0 0,0 0 0 0 0,0 1 1 0 0,1-1-1 0 0,0-1 0 0 0,0 1-433 0 0,0-1 0 0 0,1 1 0 0 0,-1 0 0 0 0,1 0 0 0 0,-1 0 0 0 0,1 0 0 0 0,-1 0 0 0 0,1 0 0 0 0,0 0 0 0 0,0 1 0 0 0,-1-1 0 0 0,1 1 0 0 0,0-1 0 0 0,2 0-1 0 0,12-1-2445 0 0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0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13 120 0 0,'13'-9'7848'0'0,"-15"18"-7564"0"0,-10 44 1157 0 0,12-51-1392 0 0,0 0 1 0 0,0 1-1 0 0,0-1 0 0 0,0 0 0 0 0,0 0 0 0 0,0 0 0 0 0,1 0 0 0 0,-1 0 0 0 0,1 0 0 0 0,-1 0 0 0 0,1 0 1 0 0,0 0-1 0 0,0 0 0 0 0,0 0 0 0 0,0 0 0 0 0,0 0 0 0 0,1-1 0 0 0,-1 1 0 0 0,0-1 0 0 0,1 1 0 0 0,-1-1 0 0 0,1 1 1 0 0,1 1-1 0 0,-1-2-12 0 0,0 0 0 0 0,-1 0 0 0 0,1 0 0 0 0,0 0 0 0 0,0 0 0 0 0,0 0 0 0 0,0 0 1 0 0,0 0-1 0 0,-1-1 0 0 0,1 1 0 0 0,1-1 0 0 0,-1 0 0 0 0,0 1 0 0 0,0-1 0 0 0,0 0 0 0 0,0 0 1 0 0,0 0-1 0 0,0 0 0 0 0,0-1 0 0 0,0 1 0 0 0,0-1 0 0 0,0 1 0 0 0,0-1 0 0 0,0 1 0 0 0,0-1 1 0 0,0 0-1 0 0,-1 0 0 0 0,1 0 0 0 0,0 0 0 0 0,0-1 0 0 0,-1 1 0 0 0,1 0 0 0 0,-1-1 0 0 0,1 1 1 0 0,-1-1-1 0 0,0 1 0 0 0,1-1 0 0 0,-1 1 0 0 0,0-1 0 0 0,1-2 0 0 0,1-1 55 0 0,0-1 0 0 0,-1 0-1 0 0,0 1 1 0 0,0-1 0 0 0,0 0 0 0 0,0 0-1 0 0,-1 0 1 0 0,0 0 0 0 0,0 0-1 0 0,-1 0 1 0 0,0-10 0 0 0,0 16-216 0 0,0-1 0 0 0,0 0 1 0 0,0 1-1 0 0,0-1 0 0 0,0 1 0 0 0,0-1 0 0 0,0 1 1 0 0,0-1-1 0 0,0 1 0 0 0,0-1 0 0 0,0 0 1 0 0,0 1-1 0 0,0-1 0 0 0,0 1 0 0 0,-1-1 1 0 0,1 1-1 0 0,0-1 0 0 0,0 1 0 0 0,-1-1 0 0 0,1 1 1 0 0,0-1-1 0 0,-1 1 0 0 0,1-1 0 0 0,0 1 1 0 0,-1 0-1 0 0,1-1 0 0 0,-1 1 0 0 0,1 0 0 0 0,-1-1 1 0 0,1 1-1 0 0,-1 0 0 0 0,1 0 0 0 0,-1-1 1 0 0,1 1-1 0 0,-1 0 0 0 0,1 0 0 0 0,-1 0 0 0 0,1 0 1 0 0,-1-1-1 0 0,1 1 0 0 0,-1 0 0 0 0,0 0 1 0 0,1 0-1 0 0,-1 0 0 0 0,1 0 0 0 0,-1 1 0 0 0,1-1 1 0 0,-1 0-1 0 0,1 0 0 0 0,-1 0 0 0 0,0 0 1 0 0,1 1-1 0 0,-1-1 0 0 0,1 0 0 0 0,-1 0 0 0 0,1 1 1 0 0,0-1-1 0 0,-1 0 0 0 0,1 1 0 0 0,-1-1 1 0 0,1 1-1 0 0,0-1 0 0 0,-1 0 0 0 0,1 1 0 0 0,0-1 1 0 0,-1 1-1 0 0,1-1 0 0 0,0 1 0 0 0,-1 0 1 0 0,0 0 369 0 0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0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12 864 0 0,'1'-2'176'0'0,"0"1"0"0"0,1 0-1 0 0,-1 0 1 0 0,0 0 0 0 0,1 0-1 0 0,-1 1 1 0 0,1-1 0 0 0,-1 0 0 0 0,1 1-1 0 0,-1-1 1 0 0,1 1 0 0 0,0-1-1 0 0,-1 1 1 0 0,1 0 0 0 0,0-1 0 0 0,-1 1-1 0 0,1 0 1 0 0,0 0 0 0 0,-1 0 0 0 0,1 0-1 0 0,0 1 1 0 0,-1-1 0 0 0,1 0-1 0 0,0 1 1 0 0,-1-1 0 0 0,1 1 0 0 0,1 1-1 0 0,0 0 18 0 0,0 0 0 0 0,0 1 0 0 0,0-1-1 0 0,0 1 1 0 0,0 0 0 0 0,-1 0 0 0 0,0 0-1 0 0,1 1 1 0 0,-1-1 0 0 0,0 0 0 0 0,2 6-1 0 0,1 3 92 0 0,-1 0 0 0 0,0 0 0 0 0,0 0 0 0 0,-1 0 0 0 0,-1 1 0 0 0,2 19 0 0 0,-4-14-244 0 0,1 8 2303 0 0,5-25-1244 0 0,5-11-901 0 0,2-6-41 0 0,-7 8-106 0 0,1 0 0 0 0,0 0 0 0 0,0 0 0 0 0,1 1-1 0 0,-1 0 1 0 0,2 1 0 0 0,-1-1 0 0 0,14-6 0 0 0,-19 12-47 0 0,-1 1-1 0 0,1-1 1 0 0,0 1-1 0 0,0 0 1 0 0,0-1-1 0 0,0 1 1 0 0,0 1 0 0 0,0-1-1 0 0,0 0 1 0 0,0 1-1 0 0,0-1 1 0 0,0 1-1 0 0,0 0 1 0 0,0 0 0 0 0,0 0-1 0 0,2 2 1 0 0,48 27 26 0 0,-34-18-28 0 0,-6-5 1 0 0,0-1 1 0 0,1 0-1 0 0,0-1 0 0 0,0 0 0 0 0,0-1 0 0 0,1-1 0 0 0,-1 0 0 0 0,1-1 0 0 0,21 0 0 0 0,-30-1 11 0 0,1-1 0 0 0,-1-1-1 0 0,0 1 1 0 0,0-1 0 0 0,0 0-1 0 0,0 0 1 0 0,0-1-1 0 0,0 0 1 0 0,0 0 0 0 0,0 0-1 0 0,0-1 1 0 0,-1 0 0 0 0,1 0-1 0 0,-1 0 1 0 0,0-1 0 0 0,0 0-1 0 0,0 0 1 0 0,-1 0 0 0 0,1-1-1 0 0,-1 1 1 0 0,0-1-1 0 0,0 0 1 0 0,-1 0 0 0 0,6-10-1 0 0,-8 13 95 0 0,0-1 0 0 0,-1 1-1 0 0,1 0 1 0 0,0-1-1 0 0,-1 1 1 0 0,0-1 0 0 0,0 1-1 0 0,1-1 1 0 0,-1 1-1 0 0,-1-5 1 0 0,1-2 569 0 0,0 8 382 0 0,-3 6-948 0 0,1-1-122 0 0,1 0 0 0 0,0-1 0 0 0,0 1 0 0 0,0 0 0 0 0,0 0 0 0 0,0 0 0 0 0,1 0 0 0 0,0 0 0 0 0,0 0 0 0 0,0 0 0 0 0,0 1 0 0 0,1-1 0 0 0,-1 0 0 0 0,1 0 0 0 0,0-1 0 0 0,0 1 0 0 0,1 0 0 0 0,-1 0 0 0 0,1 0 0 0 0,0-1 0 0 0,0 1 0 0 0,0-1 0 0 0,5 6 0 0 0,-1 0-680 0 0,0-1-1 0 0,1 0 1 0 0,0 0 0 0 0,0-1-1 0 0,15 12 1 0 0,24 10-5896 0 0,-20-16 2718 0 0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1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13 108 1452 0 0,'-2'-3'1090'0'0,"1"0"0"0"0,-1 0 0 0 0,1 0 0 0 0,-1 0 0 0 0,1 0 0 0 0,0-1 0 0 0,0 1 0 0 0,0 0 0 0 0,0-4 0 0 0,6 3-840 0 0,0 0-1 0 0,0 0 0 0 0,0 0 0 0 0,0 1 1 0 0,1 0-1 0 0,-1 0 0 0 0,1 0 0 0 0,0 1 0 0 0,-1 0 1 0 0,1 0-1 0 0,0 0 0 0 0,1 1 0 0 0,8-1 0 0 0,19-2 275 0 0,43 0-1 0 0,-34 2-43 0 0,63-2 203 0 0,-33 2-43 0 0,75-12 0 0 0,-98 11 584 0 0,-48 3-312 0 0,-9 0-1690 0 0,-41 5-966 0 0,-38 4-8558 0 0,47-7 5439 0 0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3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76 652 0 0,'-39'-30'7009'0'0,"38"29"-6099"0"0,-5-2 245 0 0,6 3-1059 0 0,0 0 0 0 0,-1 0 1 0 0,1 0-1 0 0,0 0 0 0 0,-1 0 0 0 0,1 0 1 0 0,0 0-1 0 0,-1 0 0 0 0,1-1 0 0 0,0 1 1 0 0,-1 0-1 0 0,1 0 0 0 0,0 0 0 0 0,-1 0 1 0 0,1 0-1 0 0,0-1 0 0 0,0 1 0 0 0,-1 0 1 0 0,1 0-1 0 0,0 0 0 0 0,0-1 0 0 0,-1 1 1 0 0,1 0-1 0 0,0 0 0 0 0,0-1 1 0 0,0 1-1 0 0,-1 0 0 0 0,1-1 0 0 0,0 1 1 0 0,0 0-1 0 0,0-1 0 0 0,0 1 0 0 0,0 0 1 0 0,0-1-1 0 0,0 1 0 0 0,0 0 0 0 0,0-1 1 0 0,0 1-1 0 0,0 0 0 0 0,0-1 0 0 0,0 1 1 0 0,0 0-1 0 0,0-1 0 0 0,0 1 0 0 0,0 0 1 0 0,0-1-1 0 0,13-5 33 0 0,0 1-1 0 0,0 1 1 0 0,1 0-1 0 0,-1 0 1 0 0,1 2-1 0 0,0 0 1 0 0,0 0-1 0 0,19 1 1 0 0,-16 0-77 0 0,1 2 1 0 0,-1 0 0 0 0,0 1-1 0 0,0 0 1 0 0,1 2-1 0 0,27 9 1 0 0,-41-12-50 0 0,0 1 1 0 0,0-1-1 0 0,0 1 1 0 0,-1 0-1 0 0,1 0 1 0 0,-1 0 0 0 0,0 0-1 0 0,1 1 1 0 0,-1-1-1 0 0,0 1 1 0 0,0 0-1 0 0,0 0 1 0 0,-1 0-1 0 0,1 0 1 0 0,-1 0-1 0 0,0 1 1 0 0,0-1-1 0 0,0 1 1 0 0,0 0-1 0 0,2 7 1 0 0,-4-7-1 0 0,1 0 0 0 0,-2 0-1 0 0,1 1 1 0 0,0-1 0 0 0,-1 0 0 0 0,1 0 0 0 0,-1 0 0 0 0,0 0-1 0 0,-1 0 1 0 0,1 0 0 0 0,-1 0 0 0 0,0 0 0 0 0,0 0-1 0 0,0-1 1 0 0,0 1 0 0 0,0-1 0 0 0,-1 0 0 0 0,0 1-1 0 0,1-1 1 0 0,-6 4 0 0 0,-33 27 7 0 0,34-29-12 0 0,0 0 0 0 0,0 0 0 0 0,1 1-1 0 0,-1 0 1 0 0,1 1 0 0 0,0-1 0 0 0,1 1 0 0 0,0 0 0 0 0,-8 13 0 0 0,12-17 12 0 0,0 0 0 0 0,0 0 0 0 0,0-1 0 0 0,0 1 1 0 0,1 0-1 0 0,-1 0 0 0 0,1 0 0 0 0,0 0 0 0 0,0 0 1 0 0,0 0-1 0 0,0-1 0 0 0,0 1 0 0 0,1 0 0 0 0,-1 0 0 0 0,1 0 1 0 0,2 4-1 0 0,1 2 70 0 0,0-1 1 0 0,1 0-1 0 0,0 0 1 0 0,8 9-1 0 0,-12-15-72 0 0,1-1-1 0 0,-1 1 1 0 0,1 0-1 0 0,-1 0 1 0 0,0 0-1 0 0,0 0 1 0 0,0 0-1 0 0,0 0 1 0 0,0 0-1 0 0,0 1 0 0 0,-1-1 1 0 0,1 0-1 0 0,-1 0 1 0 0,1 1-1 0 0,-1-1 1 0 0,0 0-1 0 0,0 1 1 0 0,0-1-1 0 0,-1 3 1 0 0,0-3-2 0 0,0 0 0 0 0,0-1 0 0 0,0 1 0 0 0,0 0 0 0 0,-1 0 1 0 0,1-1-1 0 0,-1 1 0 0 0,1 0 0 0 0,-1-1 0 0 0,0 0 0 0 0,0 1 0 0 0,0-1 1 0 0,1 0-1 0 0,-1 0 0 0 0,0 0 0 0 0,0 0 0 0 0,-1 0 0 0 0,1-1 0 0 0,0 1 1 0 0,0 0-1 0 0,-4 0 0 0 0,-22 4 169 0 0,0 0 1 0 0,-1-2-1 0 0,-34 0 1 0 0,-1-3-2553 0 0,24-1-1889 0 0,39-11-3606 0 0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3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77 816 0 0,'20'-38'8342'0'0,"-19"33"-7981"0"0,14-27 4565 0 0,-14 30-4432 0 0,10 19-9464 0 0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4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44 796 0 0,'22'-37'8544'0'0,"-17"32"-8251"0"0,-4 3 277 0 0,-5 4 2999 0 0,-13 6-3422 0 0,0 1 0 0 0,1 1-1 0 0,0 1 1 0 0,1 1 0 0 0,0 0 0 0 0,1 0-1 0 0,0 1 1 0 0,-17 22 0 0 0,24-24-110 0 0,-1-1 0 0 0,1 1 0 0 0,1 0 0 0 0,0 0 0 0 0,1 1 0 0 0,0 0 0 0 0,0 0 0 0 0,1 0 0 0 0,1 1 1 0 0,0-1-1 0 0,1 1 0 0 0,0-1 0 0 0,1 1 0 0 0,0 13 0 0 0,1-19-18 0 0,0 0 1 0 0,0 0-1 0 0,0 0 1 0 0,1 0-1 0 0,0 0 1 0 0,0 0 0 0 0,1 0-1 0 0,0 0 1 0 0,0-1-1 0 0,1 1 1 0 0,0-1-1 0 0,0 1 1 0 0,0-1-1 0 0,1 0 1 0 0,0 0-1 0 0,0 0 1 0 0,0-1-1 0 0,1 0 1 0 0,0 0 0 0 0,0 0-1 0 0,0 0 1 0 0,11 7-1 0 0,-15-12-7 0 0,1 1 0 0 0,-1 0 0 0 0,1 0 0 0 0,0-1 0 0 0,-1 1 0 0 0,1-1 0 0 0,0 0 0 0 0,-1 1 0 0 0,1-1 0 0 0,0 0 0 0 0,0 0 0 0 0,-1 0 0 0 0,1 0 0 0 0,0 0 0 0 0,0-1 0 0 0,-1 1 0 0 0,1 0-1 0 0,0-1 1 0 0,-1 1 0 0 0,1-1 0 0 0,0 0 0 0 0,-1 0 0 0 0,1 1 0 0 0,-1-1 0 0 0,1 0 0 0 0,-1 0 0 0 0,0 0 0 0 0,1-1 0 0 0,-1 1 0 0 0,2-2 0 0 0,-2 2 30 0 0,1-1 0 0 0,-1 0 0 0 0,1 1 0 0 0,-1-1-1 0 0,0 0 1 0 0,0 0 0 0 0,0 0 0 0 0,0 0 0 0 0,0 0 0 0 0,0 0 0 0 0,0 0 0 0 0,-1 0 0 0 0,1 0-1 0 0,-1-1 1 0 0,1 1 0 0 0,-1 0 0 0 0,0 0 0 0 0,0 0 0 0 0,0-1 0 0 0,0 1 0 0 0,0 0 0 0 0,-1 0-1 0 0,1-1 1 0 0,-1-1 0 0 0,-1 0-16 0 0,0 0-1 0 0,0 1 1 0 0,0-1-1 0 0,0 1 0 0 0,0-1 1 0 0,-1 1-1 0 0,0 0 1 0 0,0-1-1 0 0,0 1 1 0 0,0 1-1 0 0,0-1 0 0 0,0 0 1 0 0,-1 1-1 0 0,1 0 1 0 0,-1 0-1 0 0,-4-2 1 0 0,5 2-342 0 0,0 1-1 0 0,0 0 1 0 0,-1 1 0 0 0,1-1 0 0 0,0 0 0 0 0,-1 1 0 0 0,1 0 0 0 0,0 0 0 0 0,-1 0 0 0 0,1 0 0 0 0,-1 1 0 0 0,1-1 0 0 0,-5 2 0 0 0,6-2-1035 0 0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5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56 692 0 0,'0'0'773'0'0,"33"-24"6111"0"0,-16-1-1303 0 0,-13 19-3416 0 0,-13 13-2116 0 0,1 0-1 0 0,0 1 0 0 0,0 0 0 0 0,-12 18 0 0 0,19-24-39 0 0,-1 1 0 0 0,1-1 1 0 0,-1 1-1 0 0,1-1 1 0 0,0 1-1 0 0,0 0 1 0 0,0-1-1 0 0,0 1 0 0 0,1 0 1 0 0,-1 0-1 0 0,1 0 1 0 0,-1 0-1 0 0,1-1 1 0 0,0 1-1 0 0,0 0 0 0 0,1 0 1 0 0,-1 0-1 0 0,0 0 1 0 0,1 0-1 0 0,0-1 1 0 0,0 1-1 0 0,0 0 0 0 0,0-1 1 0 0,0 1-1 0 0,0 0 1 0 0,3 2-1 0 0,50 61 123 0 0,-42-55-122 0 0,-1 2-1 0 0,0 0 0 0 0,-1 0 1 0 0,0 1-1 0 0,10 21 1 0 0,-18-33 0 0 0,-1 0 1 0 0,0 0-1 0 0,0 0 0 0 0,0 1 1 0 0,0-1-1 0 0,0 0 1 0 0,-1 1-1 0 0,1-1 0 0 0,-1 0 1 0 0,1 1-1 0 0,-1-1 1 0 0,0 1-1 0 0,0-1 0 0 0,0 1 1 0 0,0-1-1 0 0,0 1 1 0 0,-1-1-1 0 0,1 1 0 0 0,-1-1 1 0 0,0 0-1 0 0,1 1 0 0 0,-1-1 1 0 0,0 0-1 0 0,-1 0 1 0 0,1 1-1 0 0,0-1 0 0 0,0 0 1 0 0,-1 0-1 0 0,1 0 1 0 0,-1-1-1 0 0,0 1 0 0 0,0 0 1 0 0,0-1-1 0 0,1 1 1 0 0,-1-1-1 0 0,-1 1 0 0 0,1-1 1 0 0,0 0-1 0 0,0 0 1 0 0,-4 2-1 0 0,-5 0-584 0 0,-1 1 1 0 0,1-1-1 0 0,-1-1 0 0 0,0 0 1 0 0,0-1-1 0 0,-20 0 0 0 0,18-6-4794 0 0,13 4 4213 0 0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5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1336 0 0,'95'-29'5814'0'0,"-79"23"-4853"0"0,0 0 1 0 0,0 0 0 0 0,0 2-1 0 0,0 0 1 0 0,1 1 0 0 0,-1 1-1 0 0,1 0 1 0 0,21 1 0 0 0,-37 1-1001 0 0,0 0 0 0 0,0 0 1 0 0,0 0-1 0 0,0 1 0 0 0,-1-1 0 0 0,1 0 1 0 0,0 0-1 0 0,0 1 0 0 0,0-1 1 0 0,0 0-1 0 0,-1 1 0 0 0,1-1 0 0 0,0 1 1 0 0,0-1-1 0 0,-1 1 0 0 0,1-1 1 0 0,0 1-1 0 0,-1-1 0 0 0,1 1 0 0 0,-1 0 1 0 0,1-1-1 0 0,-1 1 0 0 0,1 0 1 0 0,-1 0-1 0 0,1-1 0 0 0,-1 1 0 0 0,0 0 1 0 0,1 1-1 0 0,-1-1-300 0 0,0-1 1 0 0,0 1-1 0 0,0 0 0 0 0,-1 0 1 0 0,1 0-1 0 0,0-1 0 0 0,0 1 1 0 0,-1 0-1 0 0,1 0 0 0 0,0-1 1 0 0,-1 1-1 0 0,1 0 0 0 0,-1-1 1 0 0,1 1-1 0 0,-1 0 0 0 0,1-1 1 0 0,-1 1-1 0 0,0-1 0 0 0,1 1 1 0 0,-1 0-1 0 0,0-1 0 0 0,0 1 1 0 0,-13 9-3539 0 0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8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7 106 836 0 0,'-6'-30'4033'0'0,"6"28"-3825"0"0,3-37 2726 0 0,-3 37-2829 0 0,1 1 0 0 0,-1-1 0 0 0,0 0 1 0 0,1 1-1 0 0,-1-1 0 0 0,1 1 0 0 0,0-1 0 0 0,0 0 1 0 0,-1 1-1 0 0,1 0 0 0 0,0-1 0 0 0,0 1 1 0 0,0 0-1 0 0,1-1 0 0 0,-1 1 0 0 0,0 0 0 0 0,0 0 1 0 0,1 0-1 0 0,-1 0 0 0 0,1 0 0 0 0,1-1 1 0 0,-1 1 76 0 0,-1 1-167 0 0,-1 0 1 0 0,1-1 0 0 0,0 1 0 0 0,-1 0 0 0 0,1 0 0 0 0,0-1-1 0 0,0 1 1 0 0,-1 0 0 0 0,1 0 0 0 0,0 0 0 0 0,0 0-1 0 0,0 0 1 0 0,-1 0 0 0 0,1 0 0 0 0,0 0 0 0 0,0 0 0 0 0,-1 1-1 0 0,1-1 1 0 0,0 0 0 0 0,0 0 0 0 0,-1 1 0 0 0,1-1-1 0 0,0 0 1 0 0,-1 1 0 0 0,1-1 0 0 0,0 1 0 0 0,0 0 0 0 0,20 10 199 0 0,-15-5-172 0 0,0 0 1 0 0,0 1-1 0 0,-1 0 1 0 0,0-1-1 0 0,0 2 1 0 0,-1-1-1 0 0,0 0 1 0 0,0 1-1 0 0,-1 0 1 0 0,0 0-1 0 0,2 8 1 0 0,0 1-3 0 0,-2 0 0 0 0,0 0 0 0 0,-1 0 1 0 0,0 25-1 0 0,-17 37 376 0 0,15-77-302 0 0,-4 9 195 0 0,4-11-295 0 0,0 0 0 0 0,0 1-1 0 0,0-1 1 0 0,0 0-1 0 0,-1 0 1 0 0,1 1 0 0 0,0-1-1 0 0,0 0 1 0 0,0 0-1 0 0,0 0 1 0 0,0 1 0 0 0,-1-1-1 0 0,1 0 1 0 0,0 0-1 0 0,0 0 1 0 0,0 0-1 0 0,-1 1 1 0 0,1-1 0 0 0,0 0-1 0 0,0 0 1 0 0,0 0-1 0 0,-1 0 1 0 0,1 0 0 0 0,0 0-1 0 0,0 0 1 0 0,-1 0-1 0 0,1 0 1 0 0,0 0 0 0 0,0 0-1 0 0,-1 0 1 0 0,1 0-1 0 0,0 0 1 0 0,0 0-1 0 0,-1 0 1 0 0,1 0 0 0 0,0 0-1 0 0,0 0 1 0 0,-1 0-1 0 0,1 0 1 0 0,0 0 0 0 0,0 0-1 0 0,-1 0 1 0 0,1 0-1 0 0,0-1 1 0 0,0 1 0 0 0,0 0-1 0 0,-1 0 1 0 0,1 0-1 0 0,0 0 1 0 0,0-1-1 0 0,0 1 1 0 0,0 0 0 0 0,-1 0-1 0 0,1 0 1 0 0,0-1-1 0 0,0 1 1 0 0,0 0 0 0 0,-1-4 0 0 0,0 0 1 0 0,1 0-1 0 0,-1 0 0 0 0,1 0 1 0 0,0-1-1 0 0,0 1 1 0 0,1 0-1 0 0,-1 0 1 0 0,1 0-1 0 0,0 0 1 0 0,0 0-1 0 0,0 1 1 0 0,0-1-1 0 0,1 0 1 0 0,-1 0-1 0 0,1 1 1 0 0,0-1-1 0 0,0 1 0 0 0,3-4 1 0 0,8-9 8 0 0,1 0 0 0 0,0 0 0 0 0,1 2 1 0 0,1 0-1 0 0,23-17 0 0 0,-31 26-27 0 0,0-1 1 0 0,0 1-1 0 0,1 1 0 0 0,-1-1 0 0 0,1 2 1 0 0,0-1-1 0 0,0 1 0 0 0,0 0 0 0 0,1 1 1 0 0,-1 0-1 0 0,1 1 0 0 0,-1 0 0 0 0,18 0 1 0 0,-23 2-2 0 0,0-1 0 0 0,1 1-1 0 0,-1 0 1 0 0,0 1 0 0 0,0-1 0 0 0,0 1 0 0 0,0 0 0 0 0,0 0 0 0 0,-1 0 0 0 0,1 0 0 0 0,-1 1 0 0 0,1 0 0 0 0,-1-1 0 0 0,0 1 0 0 0,0 1 0 0 0,0-1 0 0 0,0 0 0 0 0,3 6 0 0 0,-3-4 3 0 0,1 1 0 0 0,-2 0 0 0 0,1-1 1 0 0,0 2-1 0 0,-1-1 0 0 0,0 0 0 0 0,-1 0 1 0 0,1 1-1 0 0,-1-1 0 0 0,0 0 0 0 0,-1 8 1 0 0,0-13 3 0 0,1-1 1 0 0,-1 0-1 0 0,0 1 0 0 0,0-1 1 0 0,0 0-1 0 0,0 1 1 0 0,1-1-1 0 0,-1 0 1 0 0,0 1-1 0 0,0-1 1 0 0,1 0-1 0 0,-1 0 1 0 0,0 1-1 0 0,0-1 1 0 0,1 0-1 0 0,-1 0 1 0 0,0 1-1 0 0,1-1 1 0 0,-1 0-1 0 0,0 0 0 0 0,1 0 1 0 0,-1 0-1 0 0,0 0 1 0 0,1 0-1 0 0,-1 1 1 0 0,0-1-1 0 0,1 0 1 0 0,-1 0-1 0 0,1 0 1 0 0,-1 0-1 0 0,0 0 1 0 0,1 0-1 0 0,-1-1 1 0 0,0 1-1 0 0,1 0 0 0 0,-1 0 1 0 0,0 0-1 0 0,1 0 1 0 0,-1 0-1 0 0,0 0 1 0 0,1-1-1 0 0,-1 1 1 0 0,0 0-1 0 0,1 0 1 0 0,-1 0-1 0 0,0-1 1 0 0,0 1-1 0 0,1 0 1 0 0,-1-1-1 0 0,21-13-4 0 0,-10 3 2 0 0,-1 1 1 0 0,2 0 0 0 0,0 0 0 0 0,0 1 0 0 0,0 1 0 0 0,1 0 0 0 0,1 1-1 0 0,21-10 1 0 0,-33 17-2 0 0,1 0 0 0 0,-1-1 0 0 0,1 1-1 0 0,-1 0 1 0 0,1 0 0 0 0,-1 1 0 0 0,0-1-1 0 0,1 0 1 0 0,-1 1 0 0 0,1-1-1 0 0,-1 1 1 0 0,0 0 0 0 0,1 0 0 0 0,-1 0-1 0 0,0 0 1 0 0,0 0 0 0 0,3 2 0 0 0,37 31-17 0 0,-13-11 12 0 0,-21-18 4 0 0,0-1 0 0 0,0 1 0 0 0,1-1 0 0 0,-1-1 0 0 0,1 0 0 0 0,0 0 0 0 0,0-1 0 0 0,0 0 0 0 0,1 0-1 0 0,-1-1 1 0 0,16 0 0 0 0,-17-1 5 0 0,0-2 0 0 0,0 1 0 0 0,0-1 0 0 0,0 0 0 0 0,-1-1 0 0 0,1 0 0 0 0,-1 0 0 0 0,0 0 0 0 0,1-1 0 0 0,-2 0 0 0 0,1-1 0 0 0,0 1 0 0 0,-1-1 0 0 0,6-6 0 0 0,76-85-3 0 0,-87 94 1 0 0,0 2-5 0 0,-1 0 0 0 0,0 0 1 0 0,0 0-1 0 0,0-1 0 0 0,0 1 1 0 0,0 0-1 0 0,0 0 0 0 0,0 0 1 0 0,0-1-1 0 0,0 1 1 0 0,0 0-1 0 0,0 0 0 0 0,1 0 1 0 0,-1 0-1 0 0,0-1 0 0 0,0 1 1 0 0,0 0-1 0 0,0 0 0 0 0,1 0 1 0 0,-1 0-1 0 0,0 0 1 0 0,0 0-1 0 0,0 0 0 0 0,0-1 1 0 0,1 1-1 0 0,-1 0 0 0 0,0 0 1 0 0,0 0-1 0 0,0 0 0 0 0,1 0 1 0 0,-1 0-1 0 0,0 0 0 0 0,0 0 1 0 0,1 0-1 0 0,-1 0 1 0 0,0 0-1 0 0,0 0 0 0 0,0 0 1 0 0,1 0-1 0 0,-1 0 0 0 0,0 0 1 0 0,0 0-1 0 0,0 1 0 0 0,1-1 1 0 0,-1 0-1 0 0,0 0 0 0 0,0 0 1 0 0,0 0-1 0 0,0 0 1 0 0,1 0-1 0 0,-1 1 0 0 0,0 48-39 0 0,1 11 69 0 0,-1-57-23 0 0,1 0-1 0 0,-1-1 1 0 0,1 1 0 0 0,0 0 0 0 0,0 0 0 0 0,0-1-1 0 0,0 1 1 0 0,1-1 0 0 0,-1 1 0 0 0,1-1-1 0 0,0 0 1 0 0,-1 1 0 0 0,1-1 0 0 0,0 0-1 0 0,0 0 1 0 0,1 0 0 0 0,-1 0 0 0 0,3 1-1 0 0,-2-2 2 0 0,1 1 0 0 0,-1-1-1 0 0,0-1 1 0 0,1 1 0 0 0,-1 0-1 0 0,1-1 1 0 0,-1 0 0 0 0,1 0-1 0 0,-1 0 1 0 0,1 0 0 0 0,-1 0-1 0 0,1-1 1 0 0,-1 0 0 0 0,1 1-1 0 0,-1-1 1 0 0,0 0 0 0 0,1-1-1 0 0,-1 1 1 0 0,0-1 0 0 0,6-3-1 0 0,5-3 15 0 0,0-1 0 0 0,-1 0 0 0 0,13-12 0 0 0,61-54 5 0 0,-86 74-15 0 0,1-3 30 0 0,7-7 12 0 0,-8 11-51 0 0,-1 1 1 0 0,1-1-1 0 0,-1 1 1 0 0,1-1-1 0 0,0 1 0 0 0,-1-1 1 0 0,0 1-1 0 0,1-1 1 0 0,-1 1-1 0 0,1 0 1 0 0,-1-1-1 0 0,0 1 1 0 0,1 0-1 0 0,-1-1 1 0 0,0 1-1 0 0,0 0 1 0 0,1 0-1 0 0,-1-1 1 0 0,0 1-1 0 0,0 0 1 0 0,0-1-1 0 0,0 1 1 0 0,0 0-1 0 0,0 0 1 0 0,0-1-1 0 0,0 1 1 0 0,0 0-1 0 0,0 0 1 0 0,-1-1-1 0 0,1 2 1 0 0,6 52 3 0 0,-6-50 1 0 0,1-1 0 0 0,0 1 0 0 0,0-1 0 0 0,1 1 0 0 0,-1-1 0 0 0,1 0 0 0 0,-1 0 0 0 0,1 0 0 0 0,0 0 0 0 0,0 0 0 0 0,1 0 0 0 0,-1 0 0 0 0,5 3 0 0 0,-5-5 2 0 0,1 1 0 0 0,-1-1 0 0 0,1-1 0 0 0,-1 1 0 0 0,1 0 0 0 0,-1 0 0 0 0,1-1 0 0 0,-1 0 0 0 0,1 1 0 0 0,0-1 0 0 0,-1 0 0 0 0,1 0-1 0 0,0-1 1 0 0,-1 1 0 0 0,1 0 0 0 0,2-2 0 0 0,45-12 29 0 0,-44 12-34 0 0,12-5 4 0 0,113-32 32 0 0,-117 36-48 0 0,-1 0 0 0 0,1 1-1 0 0,0 1 1 0 0,0 0-1 0 0,0 1 1 0 0,1 1-1 0 0,20 3 1 0 0,-34-4 9 0 0,0 0 1 0 0,1 0-1 0 0,-1 0 0 0 0,0 0 0 0 0,1 0 1 0 0,-1 0-1 0 0,0 1 0 0 0,1-1 0 0 0,-1 1 1 0 0,0-1-1 0 0,0 1 0 0 0,0-1 0 0 0,1 1 1 0 0,-1 0-1 0 0,0-1 0 0 0,0 1 1 0 0,0 0-1 0 0,0 0 0 0 0,0 0 0 0 0,0 0 1 0 0,0 0-1 0 0,-1 0 0 0 0,1 0 0 0 0,0 0 1 0 0,0 0-1 0 0,-1 0 0 0 0,1 1 0 0 0,-1-1 1 0 0,1 0-1 0 0,-1 0 0 0 0,1 1 0 0 0,-1-1 1 0 0,0 0-1 0 0,0 1 0 0 0,0-1 1 0 0,0 0-1 0 0,0 1 0 0 0,0-1 0 0 0,0 0 1 0 0,0 1-1 0 0,0-1 0 0 0,0 0 0 0 0,-1 0 1 0 0,1 1-1 0 0,-1-1 0 0 0,1 0 0 0 0,-1 0 1 0 0,1 1-1 0 0,-1-1 0 0 0,0 0 1 0 0,1 0-1 0 0,-1 0 0 0 0,0 0 0 0 0,0 0 1 0 0,-2 2-1 0 0,-2 3 4 0 0,0 1 0 0 0,-1-1 0 0 0,0 0 0 0 0,0 0 0 0 0,-1 0 0 0 0,0-1 0 0 0,-9 5 0 0 0,0-1-326 0 0,-1-2 1 0 0,-28 10 0 0 0,43-17-505 0 0,-13-8-9360 0 0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08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48 292 244 0 0,'8'-18'1867'0'0,"-4"4"4567"0"0,-23 14-4153 0 0,17 0-2224 0 0,0 1-1 0 0,0 0 1 0 0,0 0-1 0 0,0 0 0 0 0,0 0 1 0 0,0 0-1 0 0,0 0 1 0 0,0 0-1 0 0,1 1 1 0 0,-1-1-1 0 0,0 1 1 0 0,1-1-1 0 0,-1 1 0 0 0,1-1 1 0 0,0 1-1 0 0,0 0 1 0 0,-1 0-1 0 0,1 0 1 0 0,0 0-1 0 0,0 0 0 0 0,1 0 1 0 0,-1 0-1 0 0,0 0 1 0 0,1 0-1 0 0,-1 4 1 0 0,0-3 5 0 0,0 0 0 0 0,1 1 0 0 0,-1-1 0 0 0,1 1 0 0 0,0-1 1 0 0,0 1-1 0 0,0-1 0 0 0,0 0 0 0 0,1 1 0 0 0,0-1 0 0 0,-1 0 1 0 0,1 1-1 0 0,3 5 0 0 0,-2-6-27 0 0,1 1 0 0 0,-1 0 0 0 0,1-1 0 0 0,0 0-1 0 0,0 1 1 0 0,1-1 0 0 0,-1-1 0 0 0,1 1 0 0 0,-1 0 0 0 0,1-1 0 0 0,0 0 0 0 0,0 0 0 0 0,0 0 0 0 0,0 0 0 0 0,0-1 0 0 0,0 1-1 0 0,5 0 1 0 0,-2-1-11 0 0,0-1 0 0 0,0 1 0 0 0,0-1 0 0 0,0-1 0 0 0,0 1 0 0 0,0-1 0 0 0,0 0 0 0 0,0-1 0 0 0,13-4 0 0 0,-1-3-1 0 0,0 0-1 0 0,0 0 1 0 0,-1-2-1 0 0,0-1 1 0 0,-1 0-1 0 0,21-19 1 0 0,-22 16 42 0 0,-1 0 0 0 0,-1-1 0 0 0,0-1 1 0 0,-2 0-1 0 0,0-1 0 0 0,0 0 0 0 0,-2-1 0 0 0,0 0 0 0 0,-1-1 0 0 0,-1 0 1 0 0,-1 0-1 0 0,-1-1 0 0 0,5-29 0 0 0,-11 50-50 0 0,0 0 0 0 0,1-1 1 0 0,-1 1-1 0 0,0 0 0 0 0,0-1 0 0 0,1 1 0 0 0,-1-1 1 0 0,0 1-1 0 0,0 0 0 0 0,0-1 0 0 0,0 1 0 0 0,0-1 1 0 0,0 1-1 0 0,1 0 0 0 0,-1-1 0 0 0,0 1 1 0 0,0-1-1 0 0,0 1 0 0 0,0-1 0 0 0,-1 1 0 0 0,1-1 1 0 0,0 1-1 0 0,0 0 0 0 0,0-1 0 0 0,0 1 0 0 0,0-1 1 0 0,0 1-1 0 0,-1 0 0 0 0,1-1 0 0 0,0 1 0 0 0,0 0 1 0 0,-1-1-1 0 0,1 1 0 0 0,0 0 0 0 0,-1-1 0 0 0,1 1 1 0 0,0 0-1 0 0,-1-1 0 0 0,1 1 0 0 0,-1 0 0 0 0,-15 13 106 0 0,-19 36-94 0 0,26-30 6 0 0,1 0 0 0 0,0 0 0 0 0,1 1 0 0 0,2 0 0 0 0,-5 27 0 0 0,8-40-22 0 0,2 0-1 0 0,-1 1 1 0 0,1-1-1 0 0,0 1 1 0 0,0-1-1 0 0,1 0 1 0 0,0 1-1 0 0,0-1 1 0 0,1 0-1 0 0,0 0 1 0 0,0 0-1 0 0,1 0 1 0 0,-1 0-1 0 0,2 0 1 0 0,-1-1-1 0 0,1 1 1 0 0,0-1-1 0 0,7 8 1 0 0,-8-11-7 0 0,0 0 0 0 0,0 0 1 0 0,0-1-1 0 0,1 1 0 0 0,-1-1 0 0 0,1 0 1 0 0,0 0-1 0 0,0 0 0 0 0,-1 0 0 0 0,1-1 1 0 0,0 0-1 0 0,0 0 0 0 0,0 0 0 0 0,1 0 1 0 0,-1-1-1 0 0,0 1 0 0 0,0-1 0 0 0,0 0 1 0 0,0 0-1 0 0,1-1 0 0 0,-1 1 0 0 0,5-2 1 0 0,-1 0 26 0 0,0 0 0 0 0,0-1 0 0 0,-1 0 0 0 0,1 0 0 0 0,-1 0 0 0 0,0-1 0 0 0,0 0 1 0 0,0-1-1 0 0,0 0 0 0 0,7-7 0 0 0,-2 2 651 0 0,-12 8-544 0 0,1 1-1 0 0,0 0 1 0 0,0-1 0 0 0,1 1-1 0 0,-1 0 1 0 0,0 0 0 0 0,0 0-1 0 0,0 0 1 0 0,1 0 0 0 0,-1 0-1 0 0,1 1 1 0 0,-1-1 0 0 0,0 0-1 0 0,1 1 1 0 0,-1-1 0 0 0,1 1-1 0 0,1-1 1 0 0,0 2-144 0 0,-1 1-1 0 0,0 0 1 0 0,0-1 0 0 0,1 1-1 0 0,-1 0 1 0 0,-1 0 0 0 0,1 1-1 0 0,0-1 1 0 0,0 0 0 0 0,-1 0-1 0 0,3 6 1 0 0,6 7-902 0 0,10 14-2991 0 0,-4-11-2684 0 0,-1-8 1858 0 0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7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3 722 704 0 0,'0'0'720'0'0,"-2"10"4095"0"0,9-9-4617 0 0,-1 0 0 0 0,1-1 0 0 0,0 0 0 0 0,0-1-1 0 0,0 1 1 0 0,0-1 0 0 0,-1-1 0 0 0,1 1 0 0 0,0-1 0 0 0,8-4 0 0 0,75-33 390 0 0,-66 28-410 0 0,-19 8-155 0 0,239-121 776 0 0,-218 108-727 0 0,-1-1 0 0 0,-1-1 0 0 0,0-1 0 0 0,-2-1 0 0 0,0-1 0 0 0,37-47 0 0 0,-50 54-47 0 0,0 0 0 0 0,-2 0 0 0 0,1-1 0 0 0,-2 0 0 0 0,0 0 1 0 0,-1-1-1 0 0,-1 0 0 0 0,0 1 0 0 0,2-22 0 0 0,-4 26 5 0 0,-1 0-1 0 0,-1 0 1 0 0,0 0-1 0 0,0-1 1 0 0,-1 1-1 0 0,0 0 1 0 0,-1 0 0 0 0,0 0-1 0 0,-1 0 1 0 0,-1 1-1 0 0,1-1 1 0 0,-2 1-1 0 0,1 0 1 0 0,-9-14-1 0 0,12 23-21 0 0,1 0-1 0 0,-1 0 0 0 0,0-1 0 0 0,0 1 1 0 0,0 0-1 0 0,1 0 0 0 0,-1 0 0 0 0,0 1 1 0 0,0-1-1 0 0,0 0 0 0 0,-1 0 0 0 0,1 0 1 0 0,0 1-1 0 0,0-1 0 0 0,0 1 1 0 0,0-1-1 0 0,-1 1 0 0 0,1-1 0 0 0,0 1 1 0 0,-1 0-1 0 0,1-1 0 0 0,0 1 0 0 0,0 0 1 0 0,-1 0-1 0 0,1 0 0 0 0,0 0 0 0 0,-3 0 1 0 0,2 1 2 0 0,-1 0 1 0 0,0 1-1 0 0,1-1 1 0 0,-1 1 0 0 0,1-1-1 0 0,0 1 1 0 0,-1 0-1 0 0,1-1 1 0 0,0 1 0 0 0,0 1-1 0 0,0-1 1 0 0,-2 3-1 0 0,-7 10 37 0 0,2 0-1 0 0,-1 1 1 0 0,-7 19 0 0 0,14-28-21 0 0,-16 36 59 0 0,2 2-1 0 0,2-1 1 0 0,2 2 0 0 0,2-1 0 0 0,-9 88 0 0 0,7 238 257 0 0,13-363-336 0 0,0 83 270 0 0,10-98 309 0 0,12-19-459 0 0,7-7-21 0 0,-26 31-103 0 0,-1 0 0 0 0,1 1 1 0 0,0-1-1 0 0,0 0 0 0 0,0 1 1 0 0,0 0-1 0 0,0 0 1 0 0,0 0-1 0 0,0 0 0 0 0,0 0 1 0 0,0 0-1 0 0,0 1 0 0 0,1 0 1 0 0,-1 0-1 0 0,0-1 0 0 0,0 2 1 0 0,1-1-1 0 0,-1 0 1 0 0,0 1-1 0 0,0-1 0 0 0,0 1 1 0 0,0 0-1 0 0,6 3 0 0 0,6 2-5 0 0,-1 2 0 0 0,1 0 0 0 0,21 16 0 0 0,6 3-133 0 0,-26-18-447 0 0,50 21-1610 0 0,-18-19-3708 0 0,-31-9 3125 0 0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8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56 442 472 0 0,'0'-2'282'0'0,"0"0"1"0"0,0 0-1 0 0,0 1 0 0 0,0-1 1 0 0,0 0-1 0 0,0 1 0 0 0,-1-1 0 0 0,1 0 1 0 0,-1 1-1 0 0,1-1 0 0 0,-1 1 1 0 0,0-1-1 0 0,0 1 0 0 0,0-1 0 0 0,1 1 1 0 0,-1-1-1 0 0,0 1 0 0 0,-1 0 1 0 0,-1-2-1 0 0,2 1 301 0 0,-18 8 819 0 0,16 0-1197 0 0,0 0-1 0 0,0 0 1 0 0,0 0-1 0 0,1 1 1 0 0,0-1-1 0 0,0 1 1 0 0,1-1-1 0 0,0 1 1 0 0,0 0-1 0 0,0 6 1 0 0,1-10-144 0 0,0 1 1 0 0,0-1-1 0 0,0 0 0 0 0,0 0 0 0 0,1 1 1 0 0,-1-1-1 0 0,1 0 0 0 0,0 0 0 0 0,0 0 1 0 0,0 0-1 0 0,0 0 0 0 0,0 0 0 0 0,1 0 1 0 0,-1 0-1 0 0,1-1 0 0 0,0 1 0 0 0,0 0 1 0 0,0-1-1 0 0,0 0 0 0 0,1 1 0 0 0,-1-1 1 0 0,0 0-1 0 0,1 0 0 0 0,4 2 0 0 0,-6-3-39 0 0,1-1-1 0 0,0 1 1 0 0,0-1-1 0 0,0 0 1 0 0,0 0-1 0 0,1 0 1 0 0,-1 0-1 0 0,0 0 0 0 0,0 0 1 0 0,0 0-1 0 0,0-1 1 0 0,0 1-1 0 0,-1-1 1 0 0,1 1-1 0 0,0-1 1 0 0,0 0-1 0 0,0 0 0 0 0,0 0 1 0 0,-1 0-1 0 0,1 0 1 0 0,0 0-1 0 0,-1-1 1 0 0,1 1-1 0 0,-1 0 1 0 0,1-1-1 0 0,-1 1 0 0 0,2-3 1 0 0,38-51 92 0 0,-36 47-77 0 0,21-38 35 0 0,-1-1-1 0 0,25-71 0 0 0,-42 98-57 0 0,12-33 21 0 0,-13 31-26 0 0,2-1 0 0 0,0 2 0 0 0,1-1 0 0 0,1 1 1 0 0,1 1-1 0 0,1 0 0 0 0,16-19 0 0 0,-29 38-10 0 0,1 0-1 0 0,-1 1 1 0 0,1-1 0 0 0,-1 1 0 0 0,1-1 0 0 0,-1 1-1 0 0,1-1 1 0 0,0 1 0 0 0,-1-1 0 0 0,1 1 0 0 0,0-1-1 0 0,-1 1 1 0 0,1 0 0 0 0,0 0 0 0 0,0-1 0 0 0,-1 1-1 0 0,1 0 1 0 0,0 0 0 0 0,0 0 0 0 0,-1 0 0 0 0,1 0-1 0 0,0 0 1 0 0,0 0 0 0 0,-1 0 0 0 0,1 0 0 0 0,0 0 0 0 0,0 0-1 0 0,0 0 1 0 0,-1 1 0 0 0,1-1 0 0 0,0 0 0 0 0,-1 0-1 0 0,1 1 1 0 0,0-1 0 0 0,-1 1 0 0 0,1-1 0 0 0,0 1-1 0 0,-1-1 1 0 0,1 1 0 0 0,-1-1 0 0 0,1 1 0 0 0,-1-1-1 0 0,1 1 1 0 0,-1 0 0 0 0,1-1 0 0 0,0 2 0 0 0,0-1 2 0 0,2 5-3 0 0,1 0 1 0 0,-1 0-1 0 0,0 0 1 0 0,-1 1 0 0 0,1-1-1 0 0,-1 1 1 0 0,-1-1-1 0 0,1 1 1 0 0,-1 0 0 0 0,0 0-1 0 0,-1-1 1 0 0,0 11-1 0 0,2 3 2 0 0,7 70 3 0 0,22 140 32 0 0,-30-226-31 0 0,-1 0 0 0 0,1 0 1 0 0,0 0-1 0 0,0-1 0 0 0,0 1 1 0 0,1 0-1 0 0,-1-1 0 0 0,1 1 0 0 0,0-1 1 0 0,0 1-1 0 0,0-1 0 0 0,0 0 1 0 0,1 0-1 0 0,-1 0 0 0 0,1 0 0 0 0,0-1 1 0 0,0 1-1 0 0,0-1 0 0 0,0 1 1 0 0,0-1-1 0 0,0 0 0 0 0,1 0 0 0 0,-1 0 1 0 0,1-1-1 0 0,-1 1 0 0 0,1-1 1 0 0,0 0-1 0 0,-1 0 0 0 0,1 0 0 0 0,0-1 1 0 0,0 1-1 0 0,7-1 0 0 0,-2-1 3 0 0,0 0-1 0 0,-1-1 1 0 0,1 0-1 0 0,-1-1 1 0 0,0 1-1 0 0,1-2 1 0 0,-1 1-1 0 0,0-1 1 0 0,-1 0-1 0 0,1-1 0 0 0,-1 0 1 0 0,0 0-1 0 0,9-9 1 0 0,54-62 3483 0 0,-56 116-3081 0 0,-8-30-717 0 0,0 0 0 0 0,1 0 1 0 0,0-1-1 0 0,0 1 0 0 0,1-2 0 0 0,0 1 1 0 0,18 14-1 0 0,-3-6-2283 0 0,1-1-1 0 0,26 14 1 0 0,-10-9-1252 0 0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19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162 199 64 0 0,'12'-35'3750'0'0,"11"-14"1043"0"0,-23 47-4268 0 0,1 1-367 0 0,-1-1-1 0 0,0 1 0 0 0,0-1 1 0 0,0 1-1 0 0,-1 0 0 0 0,1 0 1 0 0,0-1-1 0 0,0 1 0 0 0,-1 0 1 0 0,1-1-1 0 0,-1 1 0 0 0,1 0 1 0 0,-1 0-1 0 0,1 0 0 0 0,-1-1 1 0 0,0 1-1 0 0,0 0 0 0 0,0 0 1 0 0,1 0-1 0 0,-1 0 0 0 0,-2-1 1 0 0,-5 1-30 0 0,0 0-1 0 0,0 1 1 0 0,0 1 0 0 0,0-1 0 0 0,0 1 0 0 0,0 0 0 0 0,1 1 0 0 0,-1 0-1 0 0,0 0 1 0 0,1 1 0 0 0,-1 0 0 0 0,1 0 0 0 0,0 1 0 0 0,0 0-1 0 0,0 0 1 0 0,1 0 0 0 0,0 1 0 0 0,-1 0 0 0 0,1 1 0 0 0,1-1-1 0 0,-1 1 1 0 0,1 0 0 0 0,0 0 0 0 0,1 1 0 0 0,-1-1 0 0 0,-3 9-1 0 0,8-13-61 0 0,2 4 65 0 0,7 12 128 0 0,-5-17-244 0 0,-1 0-1 0 0,1 1 1 0 0,-1-1 0 0 0,1-1 0 0 0,0 1-1 0 0,-1 0 1 0 0,1-1 0 0 0,0 0 0 0 0,0 0-1 0 0,0 0 1 0 0,-1 0 0 0 0,1-1 0 0 0,0 1 0 0 0,-1-1-1 0 0,7-2 1 0 0,56-26 118 0 0,-39 15-59 0 0,-25 13-80 0 0,-2 1 4 0 0,1-1 0 0 0,-1 1 1 0 0,1-1-1 0 0,-1 1 0 0 0,1-1 1 0 0,0 1-1 0 0,-1-1 0 0 0,1 1 1 0 0,0 0-1 0 0,0-1 1 0 0,-1 1-1 0 0,1 0 0 0 0,0 0 1 0 0,0 0-1 0 0,-1 0 0 0 0,1-1 1 0 0,0 1-1 0 0,0 0 0 0 0,-1 0 1 0 0,1 0-1 0 0,0 1 1 0 0,0-1-1 0 0,-1 0 0 0 0,1 0 1 0 0,0 0-1 0 0,0 0 0 0 0,-1 1 1 0 0,1-1-1 0 0,1 1 0 0 0,22 6 8 0 0,8 5-13 0 0,0-1 0 0 0,1-2 0 0 0,0-1 0 0 0,0-2 0 0 0,1-1 0 0 0,0-1 1 0 0,0-2-1 0 0,0-1 0 0 0,0-2 0 0 0,55-9 0 0 0,-64 6-14 0 0,0 0 0 0 0,0-2 0 0 0,44-17 0 0 0,-61 20 20 0 0,1-1 0 0 0,0 0 0 0 0,-1-1 0 0 0,0 0 0 0 0,0-1 0 0 0,0 1 0 0 0,0-1 0 0 0,-1-1 1 0 0,0 1-1 0 0,-1-1 0 0 0,1-1 0 0 0,-1 1 0 0 0,6-11 0 0 0,-11 16-1 0 0,1-1 1 0 0,-1 1-1 0 0,0 0 0 0 0,0 0 1 0 0,0 0-1 0 0,-1-1 1 0 0,1 1-1 0 0,0 0 0 0 0,-1-1 1 0 0,1 1-1 0 0,-1-1 0 0 0,0 1 1 0 0,0-1-1 0 0,0 1 1 0 0,0 0-1 0 0,0-1 0 0 0,-1 1 1 0 0,1-1-1 0 0,-1 1 1 0 0,0 0-1 0 0,1-1 0 0 0,-1 1 1 0 0,0 0-1 0 0,0 0 0 0 0,0 0 1 0 0,-1-1-1 0 0,1 1 1 0 0,-1 0-1 0 0,1 1 0 0 0,-1-1 1 0 0,1 0-1 0 0,-1 0 0 0 0,0 1 1 0 0,0-1-1 0 0,0 1 1 0 0,-2-2-1 0 0,1 2-1 0 0,0-1 0 0 0,0 1 1 0 0,0 0-1 0 0,0 0 0 0 0,0 0 0 0 0,0 0 1 0 0,0 1-1 0 0,0-1 0 0 0,0 1 0 0 0,0 0 0 0 0,0 0 1 0 0,0 0-1 0 0,-1 0 0 0 0,1 1 0 0 0,0-1 0 0 0,0 1 1 0 0,0 0-1 0 0,0 0 0 0 0,0 0 0 0 0,0 0 1 0 0,1 0-1 0 0,-1 0 0 0 0,0 1 0 0 0,0 0 0 0 0,1-1 1 0 0,-1 1-1 0 0,1 0 0 0 0,-4 4 0 0 0,3-3-24 0 0,0-1-1 0 0,0 1 1 0 0,1 0-1 0 0,-1 0 1 0 0,1 1-1 0 0,0-1 1 0 0,0 0 0 0 0,0 1-1 0 0,0 0 1 0 0,1-1-1 0 0,-1 1 1 0 0,1 0-1 0 0,0 0 1 0 0,0-1-1 0 0,0 1 1 0 0,1 0-1 0 0,-1 0 1 0 0,1 0 0 0 0,0 0-1 0 0,0 0 1 0 0,0 0-1 0 0,1 0 1 0 0,-1 0-1 0 0,1 0 1 0 0,0 0-1 0 0,0 0 1 0 0,1-1-1 0 0,-1 1 1 0 0,1 0 0 0 0,-1-1-1 0 0,1 1 1 0 0,0-1-1 0 0,1 0 1 0 0,-1 1-1 0 0,1-1 1 0 0,-1 0-1 0 0,1 0 1 0 0,3 2-1 0 0,-3-3-22 0 0,0-1-1 0 0,0 0 1 0 0,1 1-1 0 0,-1-1 1 0 0,0 0-1 0 0,0-1 1 0 0,1 1-1 0 0,-1-1 0 0 0,0 1 1 0 0,1-1-1 0 0,-1 0 1 0 0,1 0-1 0 0,-1 0 1 0 0,0-1-1 0 0,1 1 1 0 0,5-3-1 0 0,0-2-16 0 0,0-1 0 0 0,0-1-1 0 0,0 0 1 0 0,-1 0 0 0 0,9-10 0 0 0,-15 16 37 0 0,-1 0 0 0 0,5 0-7 0 0,-5 1 14 0 0,8 22-27 0 0,-4-2 51 0 0,-2 0-1 0 0,-1 0 0 0 0,0 1 0 0 0,-2-1 0 0 0,0 0 1 0 0,-1 1-1 0 0,-6 32 0 0 0,0 7 120 0 0,4-18-60 0 0,-1 0 0 0 0,-3 0 0 0 0,-1 0 0 0 0,-2-1-1 0 0,-2-1 1 0 0,-27 63 0 0 0,35-96-4 0 0,0 1 0 0 0,-1-1 0 0 0,0 0 0 0 0,0-1 0 0 0,0 1 0 0 0,0-1 0 0 0,-1 0 0 0 0,0 0 0 0 0,-1-1 0 0 0,-12 10 0 0 0,17-15-30 0 0,0 1 0 0 0,1-1 1 0 0,-1 1-1 0 0,0-1 0 0 0,0 0 0 0 0,1 0 0 0 0,-1 0 0 0 0,0 0 0 0 0,1 0 1 0 0,-1 0-1 0 0,0 0 0 0 0,0 0 0 0 0,1-1 0 0 0,-1 1 0 0 0,0-1 0 0 0,1 1 1 0 0,-1-1-1 0 0,0 0 0 0 0,1 1 0 0 0,-1-1 0 0 0,1 0 0 0 0,-1 0 0 0 0,1 0 1 0 0,0 0-1 0 0,-1 0 0 0 0,1-1 0 0 0,0 1 0 0 0,0 0 0 0 0,0-1 0 0 0,-2-2 1 0 0,0-1 31 0 0,-1 1 1 0 0,2-1-1 0 0,-1 0 0 0 0,0 0 1 0 0,1 0-1 0 0,0-1 1 0 0,-2-9-1 0 0,2 1 2 0 0,1 1 0 0 0,1-1 0 0 0,0 0 0 0 0,1 1 0 0 0,0-1 0 0 0,1 0 0 0 0,1 1 0 0 0,0 0 0 0 0,0 0 0 0 0,2 0 0 0 0,0 0 0 0 0,0 0 0 0 0,1 1 0 0 0,0 0 0 0 0,1 0 0 0 0,17-20 0 0 0,-14 19-422 0 0,0 0 0 0 0,2 1 1 0 0,-1 1-1 0 0,1 0 0 0 0,1 0 0 0 0,0 1 0 0 0,1 1 0 0 0,-1 0 1 0 0,2 1-1 0 0,-1 0 0 0 0,1 1 0 0 0,0 1 0 0 0,27-7 0 0 0,-5 5-5799 0 0,-21 7 2612 0 0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0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273 116 188 0 0,'1'-25'2802'0'0,"0"19"-2077"0"0,-1 0 1 0 0,1 0 0 0 0,-2 0-1 0 0,1 0 1 0 0,0 0 0 0 0,-1 0-1 0 0,0 1 1 0 0,-2-8 0 0 0,1 11-624 0 0,1-1 0 0 0,0 1 0 0 0,-1 0 0 0 0,1 0 0 0 0,-1 1 0 0 0,0-1 1 0 0,0 0-1 0 0,1 0 0 0 0,-1 1 0 0 0,0-1 0 0 0,0 1 0 0 0,-1 0 1 0 0,1-1-1 0 0,0 1 0 0 0,0 0 0 0 0,-1 0 0 0 0,1 1 0 0 0,0-1 0 0 0,-1 0 1 0 0,1 1-1 0 0,-1 0 0 0 0,1-1 0 0 0,-1 1 0 0 0,1 0 0 0 0,-4 0 0 0 0,-2 1 26 0 0,0-1 0 0 0,0 1 0 0 0,1 0 0 0 0,-1 1 0 0 0,0 0 0 0 0,0 0 0 0 0,1 0 0 0 0,-1 1 0 0 0,1 0 0 0 0,0 1 0 0 0,0 0 0 0 0,0 0 0 0 0,0 0 0 0 0,1 1-1 0 0,-1 0 1 0 0,-5 6 0 0 0,12-10-114 0 0,-1 0 0 0 0,0 0-1 0 0,0 1 1 0 0,1-1 0 0 0,-1 0-1 0 0,0 1 1 0 0,1-1 0 0 0,-1 0-1 0 0,1 1 1 0 0,0-1 0 0 0,-1 0 0 0 0,1 1-1 0 0,0-1 1 0 0,0 1 0 0 0,0-1-1 0 0,0 0 1 0 0,0 1 0 0 0,0-1-1 0 0,0 1 1 0 0,1-1 0 0 0,-1 1-1 0 0,0-1 1 0 0,1 0 0 0 0,-1 1-1 0 0,1-1 1 0 0,0 0 0 0 0,-1 0 0 0 0,1 1-1 0 0,0-1 1 0 0,0 0 0 0 0,-1 0-1 0 0,1 0 1 0 0,0 0 0 0 0,0 0-1 0 0,1 0 1 0 0,-1 0 0 0 0,2 1-1 0 0,47 32 193 0 0,-45-32-180 0 0,8 6 4 0 0,-1-2-1 0 0,1 2-1 0 0,-1-1 0 0 0,0 2 0 0 0,17 14 0 0 0,-25-18-27 0 0,0 0 0 0 0,0 0-1 0 0,0 0 1 0 0,-1 0 0 0 0,0 1 0 0 0,0-1-1 0 0,0 1 1 0 0,-1 0 0 0 0,0 0 0 0 0,0 0-1 0 0,0 0 1 0 0,-1 0 0 0 0,1 11 0 0 0,-1-1 0 0 0,-1 1 0 0 0,0 0 1 0 0,-1-1-1 0 0,-1 1 0 0 0,-1-1 1 0 0,0 1-1 0 0,-1-1 0 0 0,-1 0 1 0 0,0-1-1 0 0,-10 19 0 0 0,10-23 18 0 0,-1 1-1 0 0,0-1 1 0 0,0 0 0 0 0,-2 0-1 0 0,1-1 1 0 0,-1 0-1 0 0,-1 0 1 0 0,0-1-1 0 0,0 0 1 0 0,-1 0-1 0 0,0-1 1 0 0,0 0-1 0 0,-19 9 1 0 0,26-15 30 0 0,0 0 1 0 0,1-1 0 0 0,-1 0-1 0 0,0 0 1 0 0,0 0 0 0 0,0 0 0 0 0,0 0-1 0 0,0 0 1 0 0,0-1 0 0 0,0 1-1 0 0,0-1 1 0 0,0 0 0 0 0,0 0-1 0 0,-1 0 1 0 0,1-1 0 0 0,0 1-1 0 0,0-1 1 0 0,0 1 0 0 0,0-1-1 0 0,0 0 1 0 0,0 0 0 0 0,1 0-1 0 0,-1-1 1 0 0,0 1 0 0 0,0-1-1 0 0,1 0 1 0 0,-1 1 0 0 0,-2-4-1 0 0,2 2-27 0 0,1-1-1 0 0,0 1 1 0 0,0-1-1 0 0,0 0 1 0 0,0 1-1 0 0,1-1 1 0 0,-1 0-1 0 0,1 0 1 0 0,0 0-1 0 0,0-1 1 0 0,0 1-1 0 0,1 0 1 0 0,0 0-1 0 0,0 0 1 0 0,0-1-1 0 0,0 1 1 0 0,0 0-1 0 0,1 0 1 0 0,0 0-1 0 0,1-5 1 0 0,1-3-437 0 0,1 1 0 0 0,0-1 0 0 0,1 1 0 0 0,0 0 0 0 0,1 0 0 0 0,11-16 0 0 0,28-27-8154 0 0,-31 41 5204 0 0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0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19 628 0 0,'7'0'402'0'0,"-1"1"0"0"0,1 0-1 0 0,-1 0 1 0 0,1 1 0 0 0,0 0 0 0 0,-1 0 0 0 0,0 0-1 0 0,0 1 1 0 0,0 0 0 0 0,0 0 0 0 0,0 0 0 0 0,0 1-1 0 0,-1 0 1 0 0,1 0 0 0 0,-1 1 0 0 0,6 6 0 0 0,-10-10 129 0 0,1 0-87 0 0,-1 0-403 0 0,-1-1 0 0 0,0 0 0 0 0,0 0-1 0 0,0 0 1 0 0,0 1 0 0 0,0-1-1 0 0,0 0 1 0 0,0 0 0 0 0,1 0 0 0 0,-1 0-1 0 0,0 0 1 0 0,0 1 0 0 0,0-1-1 0 0,0 0 1 0 0,1 0 0 0 0,-1 0-1 0 0,0 0 1 0 0,0 0 0 0 0,0 0 0 0 0,1 0-1 0 0,-1 0 1 0 0,0 0 0 0 0,0 1-1 0 0,0-1 1 0 0,1 0 0 0 0,-1 0-1 0 0,0 0 1 0 0,0 0 0 0 0,0 0 0 0 0,1 0-1 0 0,-1 0 1 0 0,0-1 0 0 0,0 1-1 0 0,0 0 1 0 0,1 0 0 0 0,-1 0 0 0 0,0 0-1 0 0,0 0 1 0 0,0 0 0 0 0,1 0-1 0 0,-1 0 1 0 0,0 0 0 0 0,0 0-1 0 0,0-1 1 0 0,0 1 0 0 0,1 0 0 0 0,58-41 496 0 0,-14 9-7278 0 0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0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96 480 0 0,'31'-11'2134'0'0,"0"-1"1"0"0,31-19-1 0 0,-52 26-1684 0 0,-6 2-175 0 0,0 1 0 0 0,0-1 0 0 0,0 0 0 0 0,0 0 1 0 0,-1-1-1 0 0,0 1 0 0 0,4-5 0 0 0,0 0 1820 0 0,-9 8-2076 0 0,0 0 0 0 0,-1 1 0 0 0,1-1 0 0 0,0 0 0 0 0,0 1 0 0 0,0 0 0 0 0,0-1 0 0 0,0 1 0 0 0,0 0 0 0 0,0 0 0 0 0,1 0 0 0 0,-1 0 0 0 0,0 0 0 0 0,0 1 0 0 0,1-1 0 0 0,-1 0 0 0 0,1 1 0 0 0,-1 0 0 0 0,1-1 0 0 0,-1 1 0 0 0,1 0 0 0 0,0-1 0 0 0,0 1 0 0 0,0 0 0 0 0,0 0 0 0 0,0 0 0 0 0,1 0 0 0 0,-1 0 0 0 0,0 0 0 0 0,1 0 1 0 0,-1 0-1 0 0,1 0 0 0 0,0 0 0 0 0,0 3 0 0 0,0-3-4 0 0,-1 1 0 0 0,1-1 0 0 0,1 1 1 0 0,-1-1-1 0 0,0 1 0 0 0,0-1 0 0 0,1 0 1 0 0,0 1-1 0 0,-1-1 0 0 0,1 0 1 0 0,0 1-1 0 0,0-1 0 0 0,0 0 0 0 0,0 0 1 0 0,1 0-1 0 0,-1 0 0 0 0,0 0 0 0 0,1 0 1 0 0,0 0-1 0 0,-1 0 0 0 0,1-1 0 0 0,0 1 1 0 0,0 0-1 0 0,0-1 0 0 0,0 0 0 0 0,0 1 1 0 0,0-1-1 0 0,0 0 0 0 0,1 0 1 0 0,2 1-1 0 0,5 0-15 0 0,0 0 1 0 0,0 0-1 0 0,1-1 0 0 0,-1-1 1 0 0,0 0-1 0 0,1 0 0 0 0,-1 0 1 0 0,0-2-1 0 0,1 1 0 0 0,-1-1 1 0 0,0-1-1 0 0,0 0 0 0 0,0 0 1 0 0,-1-1-1 0 0,1 0 0 0 0,11-7 1 0 0,-20 10 6 0 0,1 0 0 0 0,-1 1 1 0 0,0-1-1 0 0,1 0 0 0 0,-1 0 1 0 0,0 0-1 0 0,0 0 0 0 0,0 0 0 0 0,0 0 1 0 0,0 0-1 0 0,0 0 0 0 0,0 0 1 0 0,0 0-1 0 0,-1-1 0 0 0,1 1 1 0 0,1-2-1 0 0,0-1 68 0 0,-1 2 190 0 0,-1 2-223 0 0,0 0 0 0 0,0-1 1 0 0,0 1-1 0 0,0-1 0 0 0,0 1 0 0 0,0-1 0 0 0,0 1 1 0 0,0-1-1 0 0,0 1 0 0 0,0-1 0 0 0,0 1 0 0 0,0 0 1 0 0,0-1-1 0 0,0 1 0 0 0,0-1 0 0 0,-1 1 0 0 0,1-1 1 0 0,0 1-1 0 0,0 0 0 0 0,-1-1 0 0 0,1 1 0 0 0,0-1 1 0 0,0 1-1 0 0,-1 0 0 0 0,1-1 0 0 0,0 1 0 0 0,-1 0 1 0 0,1 0-1 0 0,0-1 0 0 0,-1 1 0 0 0,1 0 1 0 0,-1 0-1 0 0,1-1 0 0 0,-1 1 0 0 0,0 0 0 0 0,-17 4 87 0 0,14-3-14 0 0,-4 15 193 0 0,7-7-510 0 0,1-1 0 0 0,-1 1-1 0 0,2 0 1 0 0,-1-1 0 0 0,3 12 0 0 0,-2-17-518 0 0,0 1 0 0 0,0-1 0 0 0,1 0 1 0 0,-1 0-1 0 0,1 0 0 0 0,-1 0 0 0 0,1 0 0 0 0,0 0 0 0 0,0 0 0 0 0,3 2 0 0 0,4 2-2757 0 0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2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20 260 12 0 0,'0'0'7015'0'0,"-1"5"-6771"0"0,0 21 62 0 0,1-25-264 0 0,0 0 0 0 0,0 1 0 0 0,0-1 0 0 0,0 0 0 0 0,0 1 0 0 0,-1-1 0 0 0,1 0-1 0 0,0 0 1 0 0,-1 1 0 0 0,1-1 0 0 0,-1 0 0 0 0,1 0 0 0 0,-1 1 0 0 0,1-1-1 0 0,-1 0 1 0 0,0 0 0 0 0,0 0 0 0 0,1 0 0 0 0,-1 0 0 0 0,0 0 0 0 0,0 0 0 0 0,0 0-1 0 0,0-1 1 0 0,-2 2 0 0 0,3-2-13 0 0,0 0-1 0 0,0 0 0 0 0,0 0 1 0 0,0 0-1 0 0,-1 0 0 0 0,1 0 1 0 0,0 1-1 0 0,0-1 1 0 0,0 0-1 0 0,0 0 0 0 0,0 0 1 0 0,0 0-1 0 0,0 0 1 0 0,-1 0-1 0 0,1 0 0 0 0,0 0 1 0 0,0 0-1 0 0,0 1 0 0 0,0-1 1 0 0,0 0-1 0 0,0 0 1 0 0,0 0-1 0 0,0 0 0 0 0,0 0 1 0 0,0 0-1 0 0,0 1 1 0 0,0-1-1 0 0,0 0 0 0 0,0 0 1 0 0,0 0-1 0 0,0 0 1 0 0,0 0-1 0 0,0 1 0 0 0,0-1 1 0 0,0 0-1 0 0,0 0 0 0 0,0 0 1 0 0,0 0-1 0 0,0 0 1 0 0,0 0-1 0 0,0 1 0 0 0,0-1 1 0 0,0 0-1 0 0,0 0 1 0 0,0 0-1 0 0,0 0 0 0 0,0 0 1 0 0,0 0-1 0 0,1 0 1 0 0,-1 1-1 0 0,0-1 0 0 0,0 0 1 0 0,0 0-1 0 0,0 0 0 0 0,0 0 1 0 0,0 0-1 0 0,0 0 1 0 0,1 0-1 0 0,-1 0 0 0 0,0 0 1 0 0,0 0-1 0 0,0 0 1 0 0,0 0-1 0 0,6-6 24 0 0,-1 0 1 0 0,1 0-1 0 0,0 0 1 0 0,1 1-1 0 0,-1 0 1 0 0,15-8 0 0 0,-18 11-41 0 0,1 0 1 0 0,0 0-1 0 0,0 0 1 0 0,0 1-1 0 0,0 0 1 0 0,0 0-1 0 0,0 0 1 0 0,0 0-1 0 0,0 0 1 0 0,0 1-1 0 0,0 0 1 0 0,0 0 0 0 0,1 0-1 0 0,-1 0 1 0 0,0 1-1 0 0,6 1 1 0 0,-7 0 1 0 0,4 5-3 0 0,-5-6-9 0 0,-1 0 0 0 0,1 0 0 0 0,-1 0 1 0 0,1 0-1 0 0,-1 0 0 0 0,0 1 0 0 0,0-1 0 0 0,0 1 0 0 0,0-1 0 0 0,0 1 0 0 0,0-1 0 0 0,0 1 0 0 0,0-1 0 0 0,0 1 0 0 0,-1 0 0 0 0,2 3 0 0 0,2 10 34 0 0,-4-14-18 0 0,10 19 482 0 0,-1-23-453 0 0,0 0-1 0 0,-1 0 0 0 0,0-1 0 0 0,0 0 0 0 0,0 0 0 0 0,0-1 0 0 0,-1 0 1 0 0,11-9-1 0 0,-17 13-49 0 0,1-3-4 0 0,-1 4 3 0 0,0-1 1 0 0,0 1 0 0 0,0 0 0 0 0,0 0 0 0 0,0 0 0 0 0,0 0 0 0 0,1 0 0 0 0,-1 0 0 0 0,0 0 0 0 0,0 0 0 0 0,0 0 0 0 0,0 1 0 0 0,0-1 0 0 0,0 0 0 0 0,0 1 0 0 0,0-1-1 0 0,-1 1 1 0 0,1-1 0 0 0,0 1 0 0 0,0-1 0 0 0,0 1 0 0 0,1 1 0 0 0,54 38 14 0 0,-50-37-9 0 0,0-1 1 0 0,0 1-1 0 0,0-1 1 0 0,0 0 0 0 0,0-1-1 0 0,1 1 1 0 0,-1-1-1 0 0,1-1 1 0 0,-1 1 0 0 0,1-1-1 0 0,-1 0 1 0 0,1-1-1 0 0,-1 1 1 0 0,9-3-1 0 0,-4 1 57 0 0,0 0-1 0 0,-1-1 0 0 0,0 0 0 0 0,1 0 1 0 0,-1-1-1 0 0,-1-1 0 0 0,19-10 0 0 0,-16 1 910 0 0,-21 9-271 0 0,-1-2-242 0 0,0 12-387 0 0,10-4-63 0 0,-1-1 1 0 0,0 0-1 0 0,0 0 1 0 0,1 0-1 0 0,-1 0 0 0 0,0 0 1 0 0,1 0-1 0 0,-1 1 0 0 0,0-1 1 0 0,0 0-1 0 0,1 1 0 0 0,-1-1 1 0 0,1 0-1 0 0,-1 1 1 0 0,0-1-1 0 0,1 1 0 0 0,-1-1 1 0 0,1 1-1 0 0,-1-1 0 0 0,0 2 1 0 0,1-1 2 0 0,-1 0 1 0 0,1 0 0 0 0,0 0 0 0 0,-1 0-1 0 0,1 0 1 0 0,0 0 0 0 0,0 0 0 0 0,0 0-1 0 0,0 0 1 0 0,0 0 0 0 0,0 0 0 0 0,0 0-1 0 0,0 0 1 0 0,1 0 0 0 0,-1 0 0 0 0,0 0-1 0 0,1 0 1 0 0,-1 0 0 0 0,0 0 0 0 0,1 0-1 0 0,-1 0 1 0 0,1 0 0 0 0,-1-1 0 0 0,1 1-1 0 0,0 0 1 0 0,-1 0 0 0 0,1 0-1 0 0,1 0 1 0 0,0 1 8 0 0,1 0 0 0 0,0-1 0 0 0,0 1-1 0 0,0-1 1 0 0,0 1 0 0 0,0-1 0 0 0,0 0-1 0 0,7 1 1 0 0,2 0 15 0 0,0-1 1 0 0,0 0-1 0 0,22-1 0 0 0,-24-1-9 0 0,0 0 0 0 0,0-1 0 0 0,0 0 0 0 0,0-1-1 0 0,-1 0 1 0 0,1-1 0 0 0,-1 0 0 0 0,0 0 0 0 0,0-1 0 0 0,0 0 0 0 0,0-1 0 0 0,9-7-1 0 0,-17 12 97 0 0,-1 0-92 0 0,1 0 0 0 0,-1 1 0 0 0,1-1-1 0 0,-1 1 1 0 0,1-1 0 0 0,-1 1 0 0 0,1-1 0 0 0,0 0 0 0 0,-1 1-1 0 0,1 0 1 0 0,-1-1 0 0 0,1 1 0 0 0,0-1 0 0 0,0 1 0 0 0,-1 0-1 0 0,1 0 1 0 0,0-1 0 0 0,0 1 0 0 0,-1 0 0 0 0,1 0 0 0 0,0 0-1 0 0,0 0 1 0 0,-1 0 0 0 0,1 0 0 0 0,0 0 0 0 0,0 0 0 0 0,0 0-1 0 0,-1 0 1 0 0,1 0 0 0 0,0 0 0 0 0,0 1 0 0 0,-1-1-1 0 0,1 0 1 0 0,0 1 0 0 0,-1-1 0 0 0,1 0 0 0 0,0 1 0 0 0,-1-1-1 0 0,1 1 1 0 0,0-1 0 0 0,-1 1 0 0 0,1-1 0 0 0,-1 1 0 0 0,1-1-1 0 0,-1 1 1 0 0,1 0 0 0 0,-1-1 0 0 0,0 1 0 0 0,1 1 0 0 0,0 2-18 0 0,1 1 1 0 0,-1-1 0 0 0,1 0 0 0 0,0 1 0 0 0,0-1-1 0 0,1 0 1 0 0,-1 0 0 0 0,1 0 0 0 0,0-1 0 0 0,0 1-1 0 0,0 0 1 0 0,0-1 0 0 0,1 0 0 0 0,-1 0 0 0 0,7 4-1 0 0,-3-3 0 0 0,0-1 0 0 0,1 0 0 0 0,-1 0 0 0 0,0-1-1 0 0,1 0 1 0 0,-1 0 0 0 0,1 0 0 0 0,9-1 0 0 0,-6 1-3 0 0,-1-2 0 0 0,0 0 0 0 0,0 0 0 0 0,0 0 0 0 0,0-2 0 0 0,0 1 0 0 0,0-1 0 0 0,0 0 1 0 0,0-1-1 0 0,-1-1 0 0 0,1 1 0 0 0,-1-1 0 0 0,0-1 0 0 0,0 0 0 0 0,-1 0 0 0 0,1 0 0 0 0,-1-1 1 0 0,0-1-1 0 0,-1 1 0 0 0,1-1 0 0 0,-1-1 0 0 0,-1 1 0 0 0,1-1 0 0 0,9-16 0 0 0,4-11 195 0 0,-1 0 0 0 0,-2-2 0 0 0,-1 0 0 0 0,-2-1 0 0 0,11-48 1182 0 0,-26 87-1365 0 0,-1 0 1 0 0,1-1-1 0 0,-1 1 1 0 0,1 0-1 0 0,-1-1 1 0 0,1 1-1 0 0,-1 0 1 0 0,1 0-1 0 0,0 0 1 0 0,0 1-1 0 0,-1-1 1 0 0,1 0-1 0 0,0 0 1 0 0,0 1-1 0 0,0-1 1 0 0,0 0 0 0 0,0 1-1 0 0,1-1 1 0 0,-2 4-1 0 0,-12 28 202 0 0,2 16-5 0 0,3 1 1 0 0,2-1 0 0 0,-2 75-1 0 0,5-48-420 0 0,2-54-1124 0 0,0 6-1342 0 0,2-8-7036 0 0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2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90 892 0 0,'3'-5'423'0'0,"0"0"1"0"0,0 0-1 0 0,0 0 0 0 0,0 1 0 0 0,1-1 0 0 0,0 1 1 0 0,0 0-1 0 0,0 0 0 0 0,1 1 0 0 0,-1-1 1 0 0,1 1-1 0 0,0 0 0 0 0,0 0 0 0 0,0 1 1 0 0,0-1-1 0 0,11-2 0 0 0,-1-1 96 0 0,1 2 0 0 0,-1 0 0 0 0,1 1 0 0 0,27-2 0 0 0,9 7-1489 0 0,-19 3-3693 0 0,-32-5 4538 0 0,14 2-2647 0 0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2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37 672 0 0,'111'-14'4293'0'0,"91"-7"2277"0"0,-168 19-5319 0 0,0 3 0 0 0,-1 0 0 0 0,67 13 1 0 0,-82-9-1541 0 0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5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71 380 0 0,'0'0'1180'0'0,"10"-54"8888"0"0,-10 53-9947 0 0,0 1 0 0 0,0-1 1 0 0,0 0-1 0 0,0 0 0 0 0,0 1 1 0 0,-1-1-1 0 0,1 0 0 0 0,0 1 0 0 0,0-1 1 0 0,-1 0-1 0 0,1 1 0 0 0,0-1 1 0 0,-1 1-1 0 0,1-1 0 0 0,-1 0 1 0 0,1 1-1 0 0,-1-1 0 0 0,1 1 0 0 0,-1-1 1 0 0,1 1-1 0 0,-1-1 0 0 0,1 1 1 0 0,-1 0-1 0 0,0-1 0 0 0,1 1 1 0 0,-1 0-1 0 0,0-1 0 0 0,-1 1 0 0 0,-25 2 1204 0 0,-37 26-1220 0 0,46-20 373 0 0,2 0-340 0 0,-1 1-1 0 0,2 1 1 0 0,-1 0-1 0 0,1 1 1 0 0,1 0 0 0 0,-1 1-1 0 0,2 1 1 0 0,-14 16-1 0 0,21-23-97 0 0,1 0 0 0 0,0 0 0 0 0,1 1 0 0 0,-1 0 0 0 0,1 0 0 0 0,1 0 0 0 0,-1 1 0 0 0,1-1 0 0 0,0 1 0 0 0,1-1 0 0 0,0 1 0 0 0,0 0 0 0 0,1 0 0 0 0,0 0 0 0 0,0 0 0 0 0,1 0 0 0 0,0 1 0 0 0,0-1 0 0 0,1 0 0 0 0,3 14 0 0 0,-3-17-24 0 0,1-1-1 0 0,0 1 0 0 0,0-1 1 0 0,0 1-1 0 0,1-1 1 0 0,-1 0-1 0 0,1 0 1 0 0,0 0-1 0 0,0 0 0 0 0,1 0 1 0 0,-1-1-1 0 0,1 1 1 0 0,0-1-1 0 0,0 0 1 0 0,0 0-1 0 0,0-1 0 0 0,0 1 1 0 0,1-1-1 0 0,-1 0 1 0 0,1 0-1 0 0,0 0 1 0 0,-1-1-1 0 0,1 0 0 0 0,0 0 1 0 0,0 0-1 0 0,0 0 1 0 0,0-1-1 0 0,0 1 1 0 0,7-2-1 0 0,-3 1 1 0 0,0-1-1 0 0,-1 0 1 0 0,1 0-1 0 0,0-1 1 0 0,-1 0-1 0 0,1-1 1 0 0,-1 0 0 0 0,0 0-1 0 0,0 0 1 0 0,0-1-1 0 0,0-1 1 0 0,-1 1-1 0 0,0-1 1 0 0,0 0 0 0 0,12-12-1 0 0,-10 7-15 0 0,0-1 0 0 0,0 0 0 0 0,-1-1 0 0 0,-1 0 0 0 0,0 0 0 0 0,0 0 0 0 0,-1-1 0 0 0,-1 0 0 0 0,0-1-1 0 0,-1 1 1 0 0,0-1 0 0 0,-1 0 0 0 0,-1 1 0 0 0,0-1 0 0 0,-1-1 0 0 0,0 1 0 0 0,-1 0 0 0 0,-1 0 0 0 0,-3-21 0 0 0,-6 1-1434 0 0,9 34 1317 0 0,1-1 0 0 0,0 1 0 0 0,0-1 0 0 0,-1 1 0 0 0,1 0 0 0 0,0-1 0 0 0,0 1 0 0 0,-1-1 0 0 0,1 1 0 0 0,-1 0 0 0 0,1-1 0 0 0,0 1 0 0 0,-1 0 0 0 0,1-1 0 0 0,-1 1 0 0 0,1 0 0 0 0,-1 0 0 0 0,1 0 0 0 0,-1-1 0 0 0,1 1 0 0 0,-1 0 0 0 0,1 0 0 0 0,-1 0 0 0 0,1 0 0 0 0,-1 0 0 0 0,1 0 0 0 0,-1 0 0 0 0,0 0 0 0 0,0 1-263 0 0,0-1 0 0 0,-1 1-1 0 0,1 0 1 0 0,0 0 0 0 0,0 0-1 0 0,-1 0 1 0 0,1 0 0 0 0,0 0-1 0 0,0 1 1 0 0,0-1 0 0 0,1 0 0 0 0,-1 1-1 0 0,0-1 1 0 0,0 0 0 0 0,1 1-1 0 0,-1-1 1 0 0,1 1 0 0 0,-2 2-1 0 0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5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1 124 548 0 0,'1'-18'4669'0'0,"-2"-16"-1089"0"0,1-35 3868 0 0,0 67-7399 0 0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2:25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64 292 0 0,'1'-2'526'0'0,"1"-1"-1"0"0,0 0 1 0 0,0 0 0 0 0,0 1-1 0 0,0-1 1 0 0,1 1 0 0 0,-1 0-1 0 0,1 0 1 0 0,0 0 0 0 0,-1 0-1 0 0,1 0 1 0 0,0 0 0 0 0,4-1-1 0 0,-6 2 44 0 0,38-16 3194 0 0,-27 14-3505 0 0,0 0 0 0 0,1 0 1 0 0,-1 1-1 0 0,1 1 0 0 0,-1 0 0 0 0,1 1 0 0 0,0 1 0 0 0,-1 0 1 0 0,1 0-1 0 0,-1 1 0 0 0,1 1 0 0 0,-1 0 0 0 0,21 8 0 0 0,-31-10-246 0 0,0 0 0 0 0,0 0 0 0 0,0 0 0 0 0,0 1 0 0 0,0-1 0 0 0,0 1 0 0 0,0-1-1 0 0,-1 1 1 0 0,1 0 0 0 0,-1-1 0 0 0,1 1 0 0 0,-1 0 0 0 0,1 0 0 0 0,-1 0 0 0 0,0 0 0 0 0,0 1-1 0 0,0-1 1 0 0,0 0 0 0 0,-1 0 0 0 0,1 1 0 0 0,-1-1 0 0 0,1 0 0 0 0,-1 1 0 0 0,0-1-1 0 0,1 0 1 0 0,-1 1 0 0 0,0-1 0 0 0,-1 0 0 0 0,1 1 0 0 0,0-1 0 0 0,-1 0 0 0 0,1 1-1 0 0,-1-1 1 0 0,0 0 0 0 0,0 0 0 0 0,0 1 0 0 0,0-1 0 0 0,0 0 0 0 0,-3 4 0 0 0,-6 8 32 0 0,0 0 0 0 0,-2 0 0 0 0,1-1 0 0 0,-21 18 0 0 0,8-7 64 0 0,23-23-102 0 0,0 0 0 0 0,1 0 1 0 0,-1 0-1 0 0,0 0 0 0 0,0 0 1 0 0,1 0-1 0 0,-1 1 0 0 0,1-1 0 0 0,-1 0 1 0 0,1 0-1 0 0,0 1 0 0 0,0-1 1 0 0,-1 0-1 0 0,1 1 0 0 0,0-1 1 0 0,0 0-1 0 0,0 1 0 0 0,0-1 0 0 0,0 0 1 0 0,1 1-1 0 0,-1-1 0 0 0,0 0 1 0 0,1 0-1 0 0,-1 1 0 0 0,1-1 0 0 0,-1 0 1 0 0,1 0-1 0 0,-1 0 0 0 0,1 1 1 0 0,0-1-1 0 0,0 0 0 0 0,-1 0 1 0 0,1 0-1 0 0,0 0 0 0 0,0 0 0 0 0,1 0 1 0 0,43 33 138 0 0,-35-28-143 0 0,-5-3 12 0 0,-3-2-6 0 0,1 0 0 0 0,0 1-1 0 0,0-1 1 0 0,-1 1 0 0 0,1 0-1 0 0,-1 0 1 0 0,1 0 0 0 0,-1 0 0 0 0,0 0-1 0 0,0 0 1 0 0,0 0 0 0 0,0 1-1 0 0,2 2 1 0 0,-8-2-3 0 0,1 0 0 0 0,-1-1 0 0 0,0 0 0 0 0,1 0 1 0 0,-1 0-1 0 0,0 0 0 0 0,0 0 0 0 0,0-1 0 0 0,0 0 0 0 0,-9 2 1 0 0,-49 3-14 0 0,40-4-37 0 0,-147 12-2243 0 0,57-11-5176 0 0,68-5 3441 0 0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25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223 105 364 0 0,'-19'-37'4950'0'0,"10"22"-2050"0"0,0 1 0 0 0,-18-23 1 0 0,26 36-2591 0 0,-9 23 286 0 0,-9 20-223 0 0,2 0 1 0 0,2 1 0 0 0,2 1 0 0 0,2 0-1 0 0,-5 47 1 0 0,-9 26 36 0 0,-3-1-2114 0 0,25-109 1274 0 0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25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122 339 9521 0 0,'-68'-31'250'0'0,"62"28"-124"0"0,1-1 0 0 0,0 1 0 0 0,0-1 1 0 0,0 0-1 0 0,0 0 0 0 0,1 0 0 0 0,-1-1 1 0 0,1 0-1 0 0,-6-8 0 0 0,10 12-107 0 0,0 0 0 0 0,0 0 1 0 0,0-1-1 0 0,1 1 0 0 0,-1 0 0 0 0,0 0 0 0 0,0 0 1 0 0,1-1-1 0 0,-1 1 0 0 0,1 0 0 0 0,-1 0 0 0 0,1 0 1 0 0,-1 0-1 0 0,1 0 0 0 0,0 0 0 0 0,-1 0 0 0 0,1 0 1 0 0,0 0-1 0 0,0 0 0 0 0,0 0 0 0 0,0 0 0 0 0,0 0 1 0 0,1 0-1 0 0,22-18 156 0 0,4 3-60 0 0,1 1-1 0 0,0 2 0 0 0,1 0 1 0 0,40-9-1 0 0,129-25 118 0 0,-112 29-140 0 0,-58 12-197 0 0,255-48 642 0 0,-245 49-959 0 0,0 2 0 0 0,0 2-1 0 0,1 1 1 0 0,-1 2-1 0 0,50 9 1 0 0,-86-10-15 0 0,0-1 1 0 0,0 1-1 0 0,-1 0 1 0 0,1 0-1 0 0,0 0 1 0 0,-1 0-1 0 0,1 0 1 0 0,-1 0-1 0 0,1 1 1 0 0,-1-1-1 0 0,1 1 1 0 0,1 1-1 0 0,2 4-2255 0 0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26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59 632 0 0,'5'-14'9234'0'0,"-16"34"-8792"0"0,1 1 0 0 0,1 0-1 0 0,-10 34 1 0 0,17-50-394 0 0,0 1 0 0 0,1-1 0 0 0,0 0 1 0 0,0 1-1 0 0,0-1 0 0 0,0 1 0 0 0,1-1 1 0 0,0 1-1 0 0,0-1 0 0 0,1 1 0 0 0,0-1 0 0 0,0 1 1 0 0,0-1-1 0 0,0 0 0 0 0,1 0 0 0 0,0 1 1 0 0,0-1-1 0 0,0 0 0 0 0,1 0 0 0 0,-1-1 0 0 0,1 1 1 0 0,4 4-1 0 0,-4-7-26 0 0,-1 1 0 0 0,1-1 0 0 0,0 0 0 0 0,0 0 1 0 0,0 0-1 0 0,1-1 0 0 0,-1 1 0 0 0,0-1 0 0 0,0 0 0 0 0,1 0 0 0 0,-1 0 1 0 0,1 0-1 0 0,-1 0 0 0 0,1-1 0 0 0,0 0 0 0 0,-1 1 0 0 0,1-1 1 0 0,-1-1-1 0 0,1 1 0 0 0,-1 0 0 0 0,1-1 0 0 0,-1 0 0 0 0,1 0 0 0 0,-1 0 1 0 0,5-2-1 0 0,7-4 33 0 0,0 0 1 0 0,-1-1-1 0 0,0 0 1 0 0,15-12-1 0 0,-17 11-12 0 0,-11 8-52 0 0,0 1 7 0 0,-1 0 1 0 0,0-1-1 0 0,0 1 1 0 0,0 0 0 0 0,1 0-1 0 0,-1 0 1 0 0,0-1-1 0 0,0 1 1 0 0,1 0 0 0 0,-1 0-1 0 0,0 0 1 0 0,0 0-1 0 0,1-1 1 0 0,-1 1 0 0 0,0 0-1 0 0,1 0 1 0 0,-1 0 0 0 0,0 0-1 0 0,1 0 1 0 0,-1 0-1 0 0,0 0 1 0 0,1 0 0 0 0,-1 0-1 0 0,0 0 1 0 0,0 0-1 0 0,1 0 1 0 0,-1 0 0 0 0,0 0-1 0 0,1 0 1 0 0,-1 0-1 0 0,0 1 1 0 0,1-1 0 0 0,-1 0-1 0 0,0 0 1 0 0,0 0-1 0 0,1 0 1 0 0,-1 0 0 0 0,0 1-1 0 0,0-1 1 0 0,1 0-1 0 0,-1 1 1 0 0,15 6-14 0 0,-14-6 19 0 0,9 6-12 0 0,-2-1 25 0 0,0 0 1 0 0,1-1-1 0 0,0 0 0 0 0,0 0 0 0 0,11 4 0 0 0,-17-8-11 0 0,0-1 1 0 0,0 1-1 0 0,0-1 0 0 0,0 0 0 0 0,0 1 0 0 0,1-1 0 0 0,-1 0 0 0 0,0-1 1 0 0,0 1-1 0 0,0-1 0 0 0,0 1 0 0 0,0-1 0 0 0,0 0 0 0 0,0 0 0 0 0,0 0 1 0 0,-1-1-1 0 0,1 1 0 0 0,0-1 0 0 0,0 1 0 0 0,3-4 0 0 0,-1 1-1 0 0,0 0-1 0 0,0-1 1 0 0,-1 1-1 0 0,0-1 1 0 0,1 0-1 0 0,-1 0 1 0 0,-1-1-1 0 0,1 1 1 0 0,-1-1-1 0 0,0 0 1 0 0,0 0-1 0 0,-1 0 1 0 0,3-9-1 0 0,-2 0 1 0 0,0 0-1 0 0,0 0 0 0 0,-2 0 0 0 0,0-22 0 0 0,-2 32 2 0 0,-4-5-12 0 0,4 7 4 0 0,-1 1 0 0 0,1-1 0 0 0,-1 0 0 0 0,0 0 0 0 0,1 1 0 0 0,-1-1 0 0 0,0 1 0 0 0,0-1 0 0 0,-1 1 0 0 0,1 0 0 0 0,0 0 0 0 0,-1 0 0 0 0,1 0 0 0 0,-1 0 0 0 0,0 1 0 0 0,0-1 0 0 0,0 1 0 0 0,-4-2 0 0 0,4 2-1 0 0,1 0-6 0 0,1 1-57 0 0,1 0 65 0 0,-1 1 0 0 0,0-1 0 0 0,1 0-1 0 0,-1 0 1 0 0,0 1 0 0 0,1-1 0 0 0,-1 1-1 0 0,0-1 1 0 0,1 1 0 0 0,-1-1 0 0 0,1 1-1 0 0,-1-1 1 0 0,1 1 0 0 0,-1-1-1 0 0,1 1 1 0 0,-1 0 0 0 0,1-1 0 0 0,0 1-1 0 0,-1 0 1 0 0,1-1 0 0 0,0 1 0 0 0,-1 0-1 0 0,1 0 1 0 0,0-1 0 0 0,0 1 0 0 0,0 0-1 0 0,0 0 1 0 0,0-1 0 0 0,0 1 0 0 0,0 0-1 0 0,0 0 1 0 0,0-1 0 0 0,0 2 0 0 0,0-1 0 0 0,0 1 1 0 0,0-1 0 0 0,0 0 0 0 0,0 0-1 0 0,0 1 1 0 0,1-1 0 0 0,-1 0 0 0 0,0 0 0 0 0,1 0-1 0 0,-1 0 1 0 0,1 1 0 0 0,-1-1 0 0 0,1 0-1 0 0,0 0 1 0 0,-1 0 0 0 0,1 0 0 0 0,0 0 0 0 0,0 0-1 0 0,0 0 1 0 0,0 0 0 0 0,-1-1 0 0 0,1 1-1 0 0,2 0 1 0 0,10 4 10 0 0,0-1-1 0 0,1 0 1 0 0,-1-2-1 0 0,1 1 1 0 0,0-2-1 0 0,0 0 1 0 0,15 0-1 0 0,93-14 56 0 0,-108 11-56 0 0,145-17 77 0 0,-156 18-92 0 0,1 1 2 0 0,-3 0 3 0 0,-1 0 0 0 0,1-1 0 0 0,-1 1 0 0 0,1 0 0 0 0,-1 0 0 0 0,1 0 1 0 0,0 0-1 0 0,-1-1 0 0 0,1 1 0 0 0,-1 0 0 0 0,1 0 0 0 0,-1 0 0 0 0,1 0 0 0 0,0 0 0 0 0,-1 0 0 0 0,1 1 0 0 0,-1-1 0 0 0,1 0 0 0 0,-1 0 0 0 0,1 0 0 0 0,0 0 0 0 0,-1 1 0 0 0,1-1 0 0 0,-1 0 0 0 0,1 1 0 0 0,-1-1 0 0 0,1 0 1 0 0,-1 1-1 0 0,0-1 0 0 0,1 0 0 0 0,-1 1 0 0 0,1-1 0 0 0,-1 1 0 0 0,0-1 0 0 0,1 1 0 0 0,-1-1 0 0 0,0 1 0 0 0,0-1 0 0 0,1 1 0 0 0,-1-1 0 0 0,0 1 0 0 0,0 0 0 0 0,0-1 0 0 0,0 1 0 0 0,0-1 0 0 0,1 1 0 0 0,-1-1 0 0 0,0 1 1 0 0,0 0-1 0 0,-1-1 0 0 0,1 1 0 0 0,0-1 0 0 0,0 1 0 0 0,0 0 0 0 0,0-1 0 0 0,0 1 0 0 0,-1 0 0 0 0,-2 8 6 0 0,1 0 0 0 0,0 1 0 0 0,0-1 0 0 0,1 0 0 0 0,0 1 0 0 0,1 13 0 0 0,1-20-2 0 0,-1 0 0 0 0,1 0-1 0 0,0 0 1 0 0,0-1 0 0 0,0 1-1 0 0,0 0 1 0 0,0-1 0 0 0,1 1-1 0 0,-1 0 1 0 0,1-1 0 0 0,0 0-1 0 0,0 1 1 0 0,0-1 0 0 0,0 0 0 0 0,0 0-1 0 0,0 0 1 0 0,0 0 0 0 0,1-1-1 0 0,-1 1 1 0 0,1 0 0 0 0,-1-1-1 0 0,1 0 1 0 0,0 0 0 0 0,-1 0 0 0 0,4 1-1 0 0,4 1 15 0 0,1-1 0 0 0,-1 0 0 0 0,1 0 0 0 0,-1-1 1 0 0,1-1-1 0 0,0 0 0 0 0,-1-1 0 0 0,1 1 0 0 0,0-2 0 0 0,-1 0 0 0 0,0 0 0 0 0,1-1 0 0 0,-1 0 0 0 0,0-1 0 0 0,12-5 0 0 0,-17 6 35 0 0,1 1 0 0 0,0-1-1 0 0,-1 0 1 0 0,1 0 0 0 0,-1-1 0 0 0,0 1 0 0 0,0-1-1 0 0,-1-1 1 0 0,1 1 0 0 0,-1 0 0 0 0,0-1 0 0 0,0 0-1 0 0,0 0 1 0 0,-1 0 0 0 0,1-1 0 0 0,-1 1 0 0 0,-1-1 0 0 0,1 1-1 0 0,-1-1 1 0 0,0 0 0 0 0,0 0 0 0 0,-1 0 0 0 0,0-1-1 0 0,0 1 1 0 0,0 0 0 0 0,-1-11 0 0 0,0 14-45 0 0,-1-1 1 0 0,1 1 0 0 0,-1 0-1 0 0,0-1 1 0 0,-1 1 0 0 0,1 0-1 0 0,0 0 1 0 0,-1 0 0 0 0,0 0-1 0 0,0 0 1 0 0,0 0-1 0 0,0 1 1 0 0,0-1 0 0 0,0 1-1 0 0,-1-1 1 0 0,1 1 0 0 0,-1 0-1 0 0,0 0 1 0 0,1 0 0 0 0,-1 0-1 0 0,0 0 1 0 0,0 1-1 0 0,-1-1 1 0 0,1 1 0 0 0,0 0-1 0 0,0 0 1 0 0,0 0 0 0 0,-1 0-1 0 0,1 1 1 0 0,-1-1 0 0 0,1 1-1 0 0,0 0 1 0 0,-6 0-1 0 0,-57 3-2502 0 0,11 8-4196 0 0,36-6 2911 0 0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27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32 652 0 0,'1'-1'216'0'0,"-1"0"0"0"0,0-1 1 0 0,0 1-1 0 0,0 0 0 0 0,0 0 0 0 0,0 0 0 0 0,0-1 0 0 0,0 1 0 0 0,0 0 1 0 0,-1 0-1 0 0,1 0 0 0 0,0-1 0 0 0,-1 1 0 0 0,1 0 0 0 0,-1 0 1 0 0,0 0-1 0 0,1 0 0 0 0,-1 0 0 0 0,0 0 0 0 0,1 0 0 0 0,-1 0 1 0 0,0 0-1 0 0,0 0 0 0 0,0 0 0 0 0,0 1 0 0 0,0-1 0 0 0,0 0 0 0 0,-1 0 1 0 0,0 0 336 0 0,-3 4-37 0 0,-11 10-156 0 0,1 0-1 0 0,0 0 1 0 0,1 2 0 0 0,1 0-1 0 0,0 0 1 0 0,1 1-1 0 0,0 1 1 0 0,1 0 0 0 0,1 0-1 0 0,1 1 1 0 0,1 0 0 0 0,-8 26-1 0 0,14-40-269 0 0,0 1 0 0 0,1-1-1 0 0,-1 1 1 0 0,1 0 0 0 0,0 0 0 0 0,1 0-1 0 0,-1 8 1 0 0,1-12-79 0 0,1 0 0 0 0,-1-1 0 0 0,0 1 0 0 0,0 0 0 0 0,1 0 0 0 0,-1-1 0 0 0,0 1-1 0 0,1 0 1 0 0,-1-1 0 0 0,0 1 0 0 0,1 0 0 0 0,-1-1 0 0 0,1 1 0 0 0,-1-1 0 0 0,1 1 0 0 0,0-1 0 0 0,-1 1-1 0 0,1-1 1 0 0,0 1 0 0 0,-1-1 0 0 0,1 1 0 0 0,0-1 0 0 0,-1 0 0 0 0,1 1 0 0 0,0-1 0 0 0,0 0 0 0 0,-1 0-1 0 0,1 0 1 0 0,0 0 0 0 0,0 0 0 0 0,-1 1 0 0 0,1-1 0 0 0,0-1 0 0 0,0 1 0 0 0,-1 0 0 0 0,1 0 0 0 0,1 0-1 0 0,29-6 173 0 0,-30 6-178 0 0,13-4 41 0 0,-1-1 0 0 0,0 0 0 0 0,0-1-1 0 0,0 0 1 0 0,16-13 0 0 0,31-15 58 0 0,-58 34-103 0 0,-1-1-1 0 0,1 1 1 0 0,-1 0-1 0 0,1-1 1 0 0,-1 1 0 0 0,1 0-1 0 0,-1 0 1 0 0,1 0-1 0 0,0 0 1 0 0,-1 0 0 0 0,1 0-1 0 0,-1 1 1 0 0,1-1 0 0 0,-1 1-1 0 0,1-1 1 0 0,-1 1-1 0 0,1-1 1 0 0,1 2 0 0 0,32 20 22 0 0,-2-3-5 0 0,-25-16-13 0 0,1-1 1 0 0,0 0-1 0 0,0 0 1 0 0,0-1-1 0 0,0-1 1 0 0,1 1-1 0 0,-1-1 1 0 0,0-1 0 0 0,0 0-1 0 0,0 0 1 0 0,0-1-1 0 0,0 0 1 0 0,0 0-1 0 0,15-7 1 0 0,-19 6 44 0 0,0 1 0 0 0,-1-1-1 0 0,1 0 1 0 0,-1 0 0 0 0,0 0 0 0 0,0-1 0 0 0,0 1 0 0 0,0-1 0 0 0,0 0-1 0 0,-1 0 1 0 0,0-1 0 0 0,0 1 0 0 0,0-1 0 0 0,0 1 0 0 0,-1-1 0 0 0,0 0-1 0 0,0 0 1 0 0,0 0 0 0 0,0 0 0 0 0,-1 0 0 0 0,0-1 0 0 0,0 1 0 0 0,-1 0 0 0 0,1-1-1 0 0,-1 1 1 0 0,-1-10 0 0 0,0 5 135 0 0,0 0 1 0 0,-1 0-1 0 0,0 1 1 0 0,0-1-1 0 0,-1 0 0 0 0,-1 1 1 0 0,-8-18-1 0 0,11 26-183 0 0,-5 3-4887 0 0,5-2 4814 0 0,1 1-1 0 0,0-1 1 0 0,-1 1 0 0 0,1-1-1 0 0,-1 1 1 0 0,1-1 0 0 0,0 0-1 0 0,-1 1 1 0 0,1-1 0 0 0,0 1-1 0 0,0 0 1 0 0,-1-1 0 0 0,1 1-1 0 0,0-1 1 0 0,0 1 0 0 0,0-1-1 0 0,0 1 1 0 0,0-1 0 0 0,0 1-1 0 0,-1 0 1 0 0,1-1 0 0 0,1 2-1 0 0,2 7-4297 0 0,4 2 749 0 0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28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7 608 0 0,'-2'-7'6897'0'0,"-5"12"-6626"0"0,0 0 0 0 0,1 0 0 0 0,0 1 0 0 0,0-1 0 0 0,0 1 0 0 0,1 1-1 0 0,-1-1 1 0 0,1 1 0 0 0,-7 13 0 0 0,10-17-202 0 0,1-1 0 0 0,-1 1 0 0 0,1 0 0 0 0,0 0 0 0 0,-1 0 1 0 0,1 0-1 0 0,1 0 0 0 0,-1 0 0 0 0,0 0 0 0 0,1 0 0 0 0,-1 0 0 0 0,1 0 0 0 0,0 0 0 0 0,0 0 0 0 0,0 0 1 0 0,1 0-1 0 0,-1 0 0 0 0,1 0 0 0 0,-1 0 0 0 0,1 0 0 0 0,0 0 0 0 0,0 0 0 0 0,1 0 0 0 0,-1 0 0 0 0,1 0 1 0 0,-1-1-1 0 0,1 1 0 0 0,0-1 0 0 0,0 1 0 0 0,0-1 0 0 0,2 3 0 0 0,-2-4-43 0 0,0 0-1 0 0,0 0 1 0 0,0 0-1 0 0,-1 0 1 0 0,1 0-1 0 0,0-1 1 0 0,0 1 0 0 0,1-1-1 0 0,-1 1 1 0 0,0-1-1 0 0,0 0 1 0 0,0 1-1 0 0,0-1 1 0 0,0 0-1 0 0,0-1 1 0 0,0 1-1 0 0,0 0 1 0 0,1 0 0 0 0,-1-1-1 0 0,0 0 1 0 0,0 1-1 0 0,0-1 1 0 0,0 0-1 0 0,-1 0 1 0 0,4-1-1 0 0,2-2 111 0 0,0-1-1 0 0,0 1 1 0 0,0-1-1 0 0,-1 0 1 0 0,6-7-1 0 0,-10 10-67 0 0,0-1 0 0 0,0 1 0 0 0,0-1 0 0 0,-1 1 0 0 0,1-1 0 0 0,-1 0 0 0 0,0 0 1 0 0,0 0-1 0 0,0 0 0 0 0,0 0 0 0 0,0 0 0 0 0,-1 0 0 0 0,1 0 0 0 0,-1 0 0 0 0,0 0 0 0 0,0 0 0 0 0,0 0 0 0 0,0-1 0 0 0,0 1 0 0 0,-1 0 0 0 0,0 0 0 0 0,-1-4 1 0 0,1 4-147 0 0,0 0 1 0 0,0 0-1 0 0,0 0 1 0 0,-1 1-1 0 0,1-1 1 0 0,-1 1 0 0 0,0-1-1 0 0,0 1 1 0 0,1 0-1 0 0,-5-4 1 0 0,5 5-298 0 0,-1 0 0 0 0,0-1-1 0 0,0 1 1 0 0,0 0 0 0 0,0 0 0 0 0,0 0 0 0 0,0 0-1 0 0,0 0 1 0 0,0 1 0 0 0,0-1 0 0 0,0 1 0 0 0,-1-1 0 0 0,1 1-1 0 0,-4-1 1 0 0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28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1 100 0 0,'5'0'349'0'0,"-1"0"1"0"0,1 1-1 0 0,0 0 0 0 0,-1 0 1 0 0,1 1-1 0 0,-1-1 0 0 0,1 1 1 0 0,-1 0-1 0 0,0 0 0 0 0,0 0 1 0 0,0 0-1 0 0,0 1 0 0 0,0 0 1 0 0,0 0-1 0 0,-1 0 0 0 0,6 6 1 0 0,-4-4-30 0 0,0 1 0 0 0,0 1 0 0 0,-1-1 0 0 0,0 0 0 0 0,0 1 1 0 0,0 0-1 0 0,-1 0 0 0 0,0 0 0 0 0,2 11 0 0 0,-4-17-22 0 0,1 9 273 0 0,-1-4 4521 0 0,-2-10-5117 0 0,1 1-1 0 0,0-1 1 0 0,-1 1-1 0 0,2-1 0 0 0,-1 1 1 0 0,0-1-1 0 0,1 0 1 0 0,-1 1-1 0 0,1-1 1 0 0,0 1-1 0 0,0 0 0 0 0,1-1 1 0 0,-1 1-1 0 0,1 0 1 0 0,-1 0-1 0 0,1 0 1 0 0,0 0-1 0 0,0 0 0 0 0,0 0 1 0 0,1 0-1 0 0,-1 1 1 0 0,1-1-1 0 0,0 1 0 0 0,-1 0 1 0 0,1 0-1 0 0,0 0 1 0 0,0 0-1 0 0,0 0 1 0 0,5-1-1 0 0,34-13-3470 0 0,-13 9-1679 0 0,-14 5 1932 0 0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29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36 434 668 0 0,'0'0'2570'0'0,"0"1"-2472"0"0,1-1 0 0 0,-1 0 0 0 0,0 1 0 0 0,1-1 0 0 0,-1 1 0 0 0,0-1 0 0 0,0 1 0 0 0,1-1 0 0 0,-1 1 0 0 0,0-1 0 0 0,0 1 0 0 0,0-1 0 0 0,0 1 0 0 0,0-1 0 0 0,0 1 0 0 0,0-1 0 0 0,0 1 0 0 0,0-1 0 0 0,0 1 0 0 0,0-1 0 0 0,0 1 0 0 0,0-1 0 0 0,0 1 0 0 0,0-1 0 0 0,-1 2 0 0 0,-3 3 227 0 0,-1 1 1 0 0,1 0 0 0 0,0 1-1 0 0,0-1 1 0 0,0 1-1 0 0,-2 8 1 0 0,5-12-227 0 0,-1 0 0 0 0,1 0 0 0 0,1 0 0 0 0,-1 1 0 0 0,0-1-1 0 0,1 0 1 0 0,0 1 0 0 0,-1-1 0 0 0,1 0 0 0 0,1 1 0 0 0,-1-1 0 0 0,0 0 0 0 0,1 1 0 0 0,0-1 0 0 0,-1 0 0 0 0,3 4 0 0 0,-3-6-80 0 0,0-1-1 0 0,1 1 1 0 0,-1-1 0 0 0,1 1 0 0 0,-1-1-1 0 0,0 1 1 0 0,1-1 0 0 0,-1 0 0 0 0,1 1 0 0 0,-1-1-1 0 0,1 1 1 0 0,-1-1 0 0 0,1 0 0 0 0,-1 0-1 0 0,1 1 1 0 0,-1-1 0 0 0,1 0 0 0 0,0 0-1 0 0,-1 1 1 0 0,1-1 0 0 0,-1 0 0 0 0,1 0-1 0 0,0 0 1 0 0,-1 0 0 0 0,1 0 0 0 0,-1 0-1 0 0,1 0 1 0 0,0 0 0 0 0,0-1 0 0 0,24-8 213 0 0,15-20-21 0 0,-21 9-90 0 0,0 0 1 0 0,-2-1-1 0 0,0-1 0 0 0,-2-1 0 0 0,0 0 1 0 0,-2-1-1 0 0,0 0 0 0 0,-2-1 1 0 0,-1 0-1 0 0,11-40 0 0 0,-15 43 155 0 0,-1 0 0 0 0,-1 0 0 0 0,1-29 0 0 0,-5 41 20 0 0,0-1 0 0 0,0 1 0 0 0,-1 0 0 0 0,0 0 0 0 0,-1 0 0 0 0,0 0 0 0 0,-1 0 0 0 0,0 0 0 0 0,-7-14 0 0 0,9 24-283 0 0,1-1-1 0 0,-1 1 1 0 0,0 0-1 0 0,1-1 0 0 0,-1 1 1 0 0,0 0-1 0 0,1-1 1 0 0,-1 1-1 0 0,0 0 0 0 0,0 0 1 0 0,1 0-1 0 0,-1 0 1 0 0,0 0-1 0 0,0 0 0 0 0,1 0 1 0 0,-1 0-1 0 0,0 0 1 0 0,0 0-1 0 0,1 0 0 0 0,-1 0 1 0 0,0 1-1 0 0,0-1 1 0 0,1 0-1 0 0,-1 1 0 0 0,0-1 1 0 0,1 0-1 0 0,-1 1 1 0 0,1-1-1 0 0,-1 1 0 0 0,0-1 1 0 0,1 1-1 0 0,-1-1 1 0 0,1 1-1 0 0,-1-1 0 0 0,0 2 1 0 0,-22 19 173 0 0,17-12-153 0 0,0-1 0 0 0,0 1 0 0 0,1 0 0 0 0,1 0 0 0 0,0 1 0 0 0,0-1 0 0 0,1 1 0 0 0,0 0 0 0 0,0 0 0 0 0,1 0-1 0 0,1 0 1 0 0,-1 0 0 0 0,2 0 0 0 0,0 1 0 0 0,0-1 0 0 0,0 0 0 0 0,1 0 0 0 0,5 20 0 0 0,-4-22-28 0 0,0-1 0 0 0,0 1 1 0 0,0-1-1 0 0,1 0 0 0 0,1 0 0 0 0,-1 0 0 0 0,1 0 1 0 0,0 0-1 0 0,0-1 0 0 0,1 0 0 0 0,0 0 1 0 0,0 0-1 0 0,0 0 0 0 0,1-1 0 0 0,0 0 0 0 0,0 0 1 0 0,0-1-1 0 0,1 1 0 0 0,0-1 0 0 0,-1-1 1 0 0,1 1-1 0 0,1-1 0 0 0,-1 0 0 0 0,0-1 0 0 0,12 3 1 0 0,129 9-7 0 0,-98-11-28 0 0,86 16 0 0 0,-133-19 27 0 0,-1 0 0 0 0,0 0 1 0 0,0 1-1 0 0,1-1 0 0 0,-1 1 0 0 0,0-1 1 0 0,0 1-1 0 0,0 0 0 0 0,0 0 1 0 0,0 0-1 0 0,0 0 0 0 0,0 0 0 0 0,0 1 1 0 0,0-1-1 0 0,0 0 0 0 0,-1 1 0 0 0,1-1 1 0 0,-1 1-1 0 0,1 0 0 0 0,-1 0 0 0 0,1 0 1 0 0,-1-1-1 0 0,0 1 0 0 0,0 0 0 0 0,0 0 1 0 0,0 1-1 0 0,0-1 0 0 0,-1 0 0 0 0,2 3 1 0 0,-3-2 4 0 0,0 0 1 0 0,1 0-1 0 0,-1 0 0 0 0,0 0 1 0 0,0-1-1 0 0,-1 1 1 0 0,1 0-1 0 0,0-1 0 0 0,-1 1 1 0 0,0-1-1 0 0,0 1 1 0 0,0-1-1 0 0,0 0 0 0 0,0 0 1 0 0,0 0-1 0 0,0 0 1 0 0,0 0-1 0 0,-1 0 0 0 0,1-1 1 0 0,-1 1-1 0 0,-5 1 1 0 0,8-2-18 0 0,-62 30-1124 0 0,18-17-7661 0 0,29-10 4544 0 0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44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449 41 444 0 0,'0'0'653'0'0,"-24"-38"3913"0"0,21 38-4478 0 0,-1-1 0 0 0,1 1 0 0 0,0-1 0 0 0,0 1 0 0 0,0 0 0 0 0,0 0 0 0 0,-1 0 0 0 0,1 1-1 0 0,0-1 1 0 0,0 1 0 0 0,0 0 0 0 0,-5 1 0 0 0,2 0-2 0 0,-37 8 570 0 0,0 2 0 0 0,-62 26-1 0 0,85-29-431 0 0,1 0-1 0 0,0 1 0 0 0,0 2 1 0 0,2-1-1 0 0,-1 2 0 0 0,1 0 0 0 0,-19 20 1 0 0,35-31-200 0 0,-1-1 1 0 0,1 0 0 0 0,0 1 0 0 0,0-1-1 0 0,-1 1 1 0 0,1-1 0 0 0,0 1 0 0 0,0-1-1 0 0,0 1 1 0 0,1 0 0 0 0,-1-1 0 0 0,0 1-1 0 0,1 0 1 0 0,-1 0 0 0 0,1 0 0 0 0,-1-1-1 0 0,1 1 1 0 0,0 0 0 0 0,0 0 0 0 0,0 0-1 0 0,0 0 1 0 0,0 0 0 0 0,0 0 0 0 0,1 0-1 0 0,0 3 1 0 0,1-2-5 0 0,-1-1 1 0 0,1 1-1 0 0,0 0 0 0 0,1-1 0 0 0,-1 0 1 0 0,0 1-1 0 0,1-1 0 0 0,-1 0 0 0 0,1 0 1 0 0,0 0-1 0 0,-1 0 0 0 0,1-1 0 0 0,5 3 1 0 0,12 4 27 0 0,0-1 1 0 0,0-1 0 0 0,33 6 0 0 0,-49-11-32 0 0,42 5-4 0 0,-1-2 1 0 0,1-2-1 0 0,0-1 0 0 0,0-3 0 0 0,0-2 1 0 0,75-15-1 0 0,-91 13-57 0 0,-1-1 0 0 0,0-2 1 0 0,0 0-1 0 0,-1-2 0 0 0,0-1 1 0 0,-1-2-1 0 0,-1 0 0 0 0,0-2 1 0 0,27-21-1 0 0,-50 35 46 0 0,-1-1-1 0 0,1 1 1 0 0,0-1-1 0 0,-1 0 1 0 0,0 0-1 0 0,0 0 1 0 0,0 0-1 0 0,3-7 1 0 0,-4 9 2 0 0,-1 0 1 0 0,1-1 0 0 0,-1 1-1 0 0,1 0 1 0 0,-1-1-1 0 0,0 1 1 0 0,1-1-1 0 0,-1 1 1 0 0,0 0 0 0 0,0-1-1 0 0,0 1 1 0 0,0-1-1 0 0,0 1 1 0 0,-1 0-1 0 0,1-1 1 0 0,0 1-1 0 0,-1 0 1 0 0,1-1 0 0 0,-1 1-1 0 0,1 0 1 0 0,-1-1-1 0 0,1 1 1 0 0,-2-2-1 0 0,0 1 14 0 0,-8 5-8 0 0,0-1 1 0 0,1 2 0 0 0,-1-1 0 0 0,1 1-1 0 0,0 0 1 0 0,0 1 0 0 0,-16 12 0 0 0,23-16-7 0 0,1 0-1 0 0,0 0 1 0 0,0 1 0 0 0,0-1 0 0 0,0 0 0 0 0,0 1 0 0 0,0-1-1 0 0,1 1 1 0 0,-1-1 0 0 0,0 1 0 0 0,1 0 0 0 0,-1-1-1 0 0,1 1 1 0 0,0 0 0 0 0,-1-1 0 0 0,1 1 0 0 0,0 0 0 0 0,0 2-1 0 0,0-3 2 0 0,0 0-1 0 0,0 0 1 0 0,0 0-1 0 0,0 0 0 0 0,0 0 1 0 0,0-1-1 0 0,0 1 1 0 0,0 0-1 0 0,1 0 0 0 0,-1 0 1 0 0,0 0-1 0 0,1 0 1 0 0,-1 0-1 0 0,1 0 0 0 0,-1 0 1 0 0,0-1-1 0 0,1 1 0 0 0,0 0 1 0 0,-1 0-1 0 0,1-1 1 0 0,0 1-1 0 0,-1 0 0 0 0,1-1 1 0 0,0 1-1 0 0,0-1 1 0 0,-1 1-1 0 0,1-1 0 0 0,0 1 1 0 0,0-1-1 0 0,0 1 1 0 0,0-1-1 0 0,0 0 0 0 0,1 1 1 0 0,92-1 75 0 0,-85 0-84 0 0,-1 2 0 0 0,0-1 0 0 0,0 1 0 0 0,1 0 0 0 0,-1 1 0 0 0,-1 0 0 0 0,1 0 1 0 0,0 1-1 0 0,-1 0 0 0 0,10 7 0 0 0,-8-5 13 0 0,1-1 0 0 0,-1 0 1 0 0,1-1-1 0 0,20 7 0 0 0,-26-11-7 0 0,-1 1 1 0 0,1-1-1 0 0,0 0 0 0 0,0 0 1 0 0,-1 0-1 0 0,1-1 0 0 0,0 1 1 0 0,-1-1-1 0 0,1 0 1 0 0,-1 0-1 0 0,1-1 0 0 0,-1 1 1 0 0,6-3-1 0 0,43-30 16 0 0,-29 18-22 0 0,-1 0 21 0 0,-16 11-27 0 0,1 1 1 0 0,-1-1-1 0 0,1 1 0 0 0,0 1 1 0 0,12-6-1 0 0,-16 8 5 0 0,0 1 0 0 0,0-1-1 0 0,0 1 1 0 0,0 0 0 0 0,0-1-1 0 0,0 1 1 0 0,0 1 0 0 0,0-1-1 0 0,0 0 1 0 0,0 1 0 0 0,0-1 0 0 0,0 1-1 0 0,0 0 1 0 0,0 0 0 0 0,-1 0-1 0 0,1 1 1 0 0,0-1 0 0 0,-1 1-1 0 0,4 2 1 0 0,2 0 75 0 0,0 0 0 0 0,1 0 0 0 0,-1-1-1 0 0,0 0 1 0 0,1 0 0 0 0,0-1 0 0 0,0 0 0 0 0,0-1-1 0 0,0 0 1 0 0,0 0 0 0 0,0-1 0 0 0,16-1 0 0 0,44-9-1221 0 0,-6-7-5264 0 0,-47 11 3480 0 0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45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19 920 0 0,'0'0'997'0'0,"-3"-18"9108"0"0,11 86-9552 0 0,16 93 415 0 0,8 25-193 0 0,-32-184-724 0 0,1-2-14 0 0,-1 1 1 0 0,1-1 0 0 0,0 0 0 0 0,-1 0 0 0 0,1 0 0 0 0,0 0-1 0 0,-1 0 1 0 0,1 0 0 0 0,0 0 0 0 0,-1 0 0 0 0,1 0-1 0 0,0 0 1 0 0,-1 0 0 0 0,1-1 0 0 0,0 1 0 0 0,-1 0-1 0 0,1 0 1 0 0,0-1 0 0 0,-1 1 0 0 0,1 0 0 0 0,-1-1 0 0 0,1 1-1 0 0,-1-1 1 0 0,1 1 0 0 0,-1 0 0 0 0,1-1 0 0 0,-1 1-1 0 0,1-1 1 0 0,-1 1 0 0 0,1-2 0 0 0,36-26 10 0 0,-16 11 57 0 0,-11 11-92 0 0,0 0 0 0 0,1 0 1 0 0,-1 1-1 0 0,21-6 0 0 0,-27 9-14 0 0,1 1 0 0 0,0 0 1 0 0,0 0-1 0 0,-1 0 0 0 0,1 0 1 0 0,0 1-1 0 0,0 0 0 0 0,0 0 1 0 0,0 0-1 0 0,0 1 0 0 0,-1 0 1 0 0,1 0-1 0 0,0 0 0 0 0,5 2 0 0 0,-7-2-8 0 0,-2 0 8 0 0,0-1 1 0 0,0 0-1 0 0,0 0 0 0 0,0 1 0 0 0,-1-1 0 0 0,1 1 1 0 0,0-1-1 0 0,0 1 0 0 0,0-1 0 0 0,-1 1 0 0 0,1-1 1 0 0,0 1-1 0 0,-1 0 0 0 0,1-1 0 0 0,0 1 0 0 0,-1 0 1 0 0,1-1-1 0 0,-1 1 0 0 0,1 0 0 0 0,-1 0 0 0 0,0 0 1 0 0,1 0-1 0 0,-1-1 0 0 0,0 1 0 0 0,1 0 0 0 0,-1 0 1 0 0,0 0-1 0 0,0 0 0 0 0,0 0 0 0 0,0 0 0 0 0,0 0 1 0 0,0 0-1 0 0,0 0 0 0 0,0-1 0 0 0,0 1 0 0 0,-1 0 1 0 0,1 0-1 0 0,0 0 0 0 0,0 0 0 0 0,-1 0 0 0 0,1 0 1 0 0,-1-1-1 0 0,1 1 0 0 0,-1 1 0 0 0,-1 3-2 0 0,-1 0 0 0 0,1-1 0 0 0,0 1 0 0 0,-1-1 0 0 0,0 0 0 0 0,0 0 0 0 0,-1 0 0 0 0,1 0 0 0 0,-1 0 0 0 0,1-1 0 0 0,-1 1 0 0 0,-5 2 0 0 0,-55 32-219 0 0,52-32 82 0 0,10-5 33 0 0,8-2-248 0 0,36-6 87 0 0,-1-2-1 0 0,72-25 0 0 0,-77 20 89 0 0,54-29-1 0 0,-44 19 577 0 0,-45 23 80 0 0,-1 7-456 0 0,0-5-63 0 0,-1 1 1 0 0,1 0-1 0 0,0 0 1 0 0,0 0-1 0 0,0-1 1 0 0,0 1-1 0 0,0 0 1 0 0,1 0 0 0 0,-1-1-1 0 0,0 1 1 0 0,1 0-1 0 0,-1-1 1 0 0,1 1-1 0 0,0 0 1 0 0,-1-1-1 0 0,1 1 1 0 0,0-1-1 0 0,0 1 1 0 0,0-1-1 0 0,0 1 1 0 0,0-1 0 0 0,1 0-1 0 0,-1 1 1 0 0,0-1-1 0 0,0 0 1 0 0,1 0-1 0 0,-1 0 1 0 0,1 0-1 0 0,-1 0 1 0 0,1 0-1 0 0,0-1 1 0 0,2 2 0 0 0,46 12-7081 0 0,-25-9 3725 0 0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47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1 656 132 0 0,'0'0'3701'0'0,"0"1"-3582"0"0,0 0 1 0 0,1 0-1 0 0,-1-1 1 0 0,1 1-1 0 0,-1 0 0 0 0,1-1 1 0 0,0 1-1 0 0,-1-1 0 0 0,1 1 1 0 0,0 0-1 0 0,-1-1 1 0 0,1 1-1 0 0,0-1 0 0 0,-1 0 1 0 0,1 1-1 0 0,0-1 0 0 0,0 0 1 0 0,0 1-1 0 0,0-1 1 0 0,16-5 257 0 0,-1-1 0 0 0,-1-1 0 0 0,1-1 0 0 0,-1 0 0 0 0,0-1 0 0 0,-1-1 0 0 0,0 0 0 0 0,-1-1 0 0 0,17-17 0 0 0,-15 13-142 0 0,-1 0 1 0 0,-1-1 0 0 0,0-1 0 0 0,-1 0 0 0 0,-1-1-1 0 0,-1 0 1 0 0,13-31 0 0 0,-18 34-44 0 0,-1 0-1 0 0,-1 0 1 0 0,0 0-1 0 0,1-30 1 0 0,-4 43-148 0 0,-5-18 97 0 0,5 19-142 0 0,0 1 0 0 0,0-1 0 0 0,0 1 0 0 0,0 0 0 0 0,0-1 0 0 0,0 1 0 0 0,0-1 0 0 0,0 1 0 0 0,0 0 0 0 0,-1-1 0 0 0,1 1 0 0 0,0 0 0 0 0,0-1 0 0 0,0 1 0 0 0,0 0 0 0 0,-1-1 0 0 0,1 1 0 0 0,0 0 0 0 0,0-1 0 0 0,-1 1 0 0 0,1 0 0 0 0,0-1 0 0 0,-1 1-1 0 0,1 0 1 0 0,0 0 0 0 0,-1 0 0 0 0,1-1 0 0 0,0 1 0 0 0,-1 0 0 0 0,1 0 0 0 0,0 0 0 0 0,-1 0 0 0 0,1-1 0 0 0,-1 1 0 0 0,1 0 0 0 0,0 0 0 0 0,-1 0 0 0 0,1 0 0 0 0,-1 0 0 0 0,1 0 0 0 0,0 0 0 0 0,-1 0 0 0 0,1 1 0 0 0,-1-1 0 0 0,1 0 0 0 0,0 0 0 0 0,-1 0 0 0 0,1 0 0 0 0,0 0 0 0 0,-1 1 0 0 0,1-1 0 0 0,0 0 0 0 0,-1 0 0 0 0,1 0 0 0 0,-1 1 0 0 0,-30 56 5 0 0,28-44 15 0 0,0-4-14 0 0,1 0 0 0 0,0 0 0 0 0,1 1 0 0 0,0-1 0 0 0,0 1-1 0 0,1-1 1 0 0,1 12 0 0 0,-1-19 1 0 0,0-1-1 0 0,0 1 1 0 0,0-1 0 0 0,1 1 0 0 0,-1-1-1 0 0,0 1 1 0 0,1-1 0 0 0,-1 1 0 0 0,1-1-1 0 0,0 1 1 0 0,-1-1 0 0 0,1 1 0 0 0,0-1-1 0 0,0 0 1 0 0,0 0 0 0 0,2 3 0 0 0,2-3 4 0 0,1 0 0 0 0,-1 1 0 0 0,0-2 0 0 0,1 1 1 0 0,0 0-1 0 0,-1-1 0 0 0,1 0 0 0 0,-1-1 1 0 0,11-1-1 0 0,-11 2-6 0 0,29-3-9 0 0,-16 1 11 0 0,1 1-1 0 0,30 2 1 0 0,-42 0-12 0 0,-1 0 0 0 0,0 0 0 0 0,0 1 0 0 0,1-1 0 0 0,-1 1 0 0 0,-1 1 0 0 0,1-1 0 0 0,0 1 0 0 0,0 0 0 0 0,-1 0 0 0 0,0 1 0 0 0,6 4 0 0 0,-10-7 5 0 0,0 1-1 0 0,0-1 0 0 0,0 1 0 0 0,0-1 1 0 0,0 1-1 0 0,0-1 0 0 0,0 1 1 0 0,0 0-1 0 0,-1-1 0 0 0,1 1 1 0 0,-1 0-1 0 0,1 0 0 0 0,-1-1 0 0 0,0 1 1 0 0,0 0-1 0 0,0 0 0 0 0,0 0 1 0 0,0-1-1 0 0,0 1 0 0 0,0 0 1 0 0,-1 2-1 0 0,1-2 4 0 0,-1 1 1 0 0,1-1-1 0 0,0 1 0 0 0,0-1 1 0 0,0 1-1 0 0,0-1 0 0 0,0 1 1 0 0,1-1-1 0 0,-1 1 1 0 0,1-1-1 0 0,0 0 0 0 0,0 1 1 0 0,-1-1-1 0 0,1 0 0 0 0,1 1 1 0 0,-1-1-1 0 0,0 0 0 0 0,1 0 1 0 0,-1 0-1 0 0,1 0 1 0 0,2 2-1 0 0,0-1 3 0 0,0-1-1 0 0,0 1 1 0 0,0-1 0 0 0,1 0-1 0 0,-1-1 1 0 0,0 1-1 0 0,1-1 1 0 0,0 0 0 0 0,-1 0-1 0 0,1 0 1 0 0,0-1 0 0 0,-1 1-1 0 0,1-1 1 0 0,0 0 0 0 0,7-2-1 0 0,0 1 5 0 0,0-1-1 0 0,-1 0 0 0 0,1 0 1 0 0,22-9-1 0 0,-30 8-6 0 0,-1 1-1 0 0,1-1 1 0 0,-1 0 0 0 0,1 0-1 0 0,-1 0 1 0 0,0-1 0 0 0,0 1 0 0 0,0-1-1 0 0,-1 0 1 0 0,1 1 0 0 0,-1-1-1 0 0,0 0 1 0 0,0 0 0 0 0,0-1 0 0 0,1-6-1 0 0,-3 8-5 0 0,1-1-3 0 0,-1 1 1 0 0,0 0-1 0 0,0 0 1 0 0,-1 0-1 0 0,1 0 1 0 0,-1 0-1 0 0,1 0 1 0 0,-1 0-1 0 0,0 0 1 0 0,0 0-1 0 0,-3-5 1 0 0,3 7-8 0 0,1 1-48 0 0,0 0 61 0 0,0 1 1 0 0,0-1-1 0 0,0 0 1 0 0,0 1-1 0 0,0-1 1 0 0,0 0-1 0 0,0 0 1 0 0,0 1-1 0 0,0-1 1 0 0,0 0-1 0 0,0 0 1 0 0,-1 1-1 0 0,1-1 1 0 0,0 0-1 0 0,0 0 0 0 0,0 1 1 0 0,0-1-1 0 0,-1 0 1 0 0,1 0-1 0 0,0 0 1 0 0,0 1-1 0 0,-1-1 1 0 0,1 0-1 0 0,0 0 1 0 0,0 0-1 0 0,-1 0 1 0 0,1 0-1 0 0,0 1 1 0 0,0-1-1 0 0,-1 0 1 0 0,1 0-1 0 0,0 0 1 0 0,-1 0-1 0 0,1 0 1 0 0,0 0-1 0 0,-1 0 1 0 0,0 0-2 0 0,0 0 1 0 0,0 1 0 0 0,0-1 0 0 0,0 0-1 0 0,0 1 1 0 0,0-1 0 0 0,0 1-1 0 0,0-1 1 0 0,0 1 0 0 0,0 0-1 0 0,1-1 1 0 0,-1 1 0 0 0,0 0 0 0 0,0-1-1 0 0,1 1 1 0 0,-1 0 0 0 0,0 0-1 0 0,1 0 1 0 0,-1 0 0 0 0,1 0-1 0 0,-1 0 1 0 0,1 0 0 0 0,-1 0-1 0 0,1 0 1 0 0,-1 1 0 0 0,0 0 2 0 0,1 0 0 0 0,-1 0 0 0 0,1 0 1 0 0,-1 1-1 0 0,1-1 0 0 0,0 0 0 0 0,0 0 0 0 0,0 0 1 0 0,0 0-1 0 0,0 0 0 0 0,0 0 0 0 0,1 0 0 0 0,-1 1 1 0 0,0-1-1 0 0,1 0 0 0 0,0 0 0 0 0,0 0 0 0 0,-1 0 1 0 0,1-1-1 0 0,0 1 0 0 0,1 0 0 0 0,-1 0 0 0 0,0 0 0 0 0,0-1 1 0 0,1 1-1 0 0,-1-1 0 0 0,1 1 0 0 0,-1-1 0 0 0,1 0 1 0 0,0 1-1 0 0,2 0 0 0 0,0 1 4 0 0,0-1 0 0 0,1 0 0 0 0,0 0 1 0 0,-1 0-1 0 0,1 0 0 0 0,0-1 0 0 0,0 0 0 0 0,0 0 0 0 0,0 0 1 0 0,0 0-1 0 0,9-1 0 0 0,2-2 1 0 0,0-1 1 0 0,0 0-1 0 0,0-2 0 0 0,-1 0 1 0 0,0 0-1 0 0,0-1 0 0 0,0-1 1 0 0,-1-1-1 0 0,0 0 0 0 0,26-19 1 0 0,-21 12-8 0 0,0-1 1 0 0,-1 0 0 0 0,-1-1 0 0 0,-1-1-1 0 0,0-1 1 0 0,21-33 0 0 0,-29 37 1 0 0,0 0-1 0 0,-1-1 1 0 0,0 0-1 0 0,-2-1 1 0 0,0 1 0 0 0,0-1-1 0 0,-2 0 1 0 0,0 0-1 0 0,-1-1 1 0 0,-1 1 0 0 0,0 0-1 0 0,-1-1 1 0 0,-1 1 0 0 0,-6-34-1 0 0,4 35 81 0 0,-8-19 187 0 0,11 34-209 0 0,-3 2-55 0 0,0 0 0 0 0,0 0 0 0 0,1 1 0 0 0,-1-1 1 0 0,1 1-1 0 0,-1-1 0 0 0,1 1 0 0 0,0 0 0 0 0,-1 0 1 0 0,1 0-1 0 0,0 0 0 0 0,0 1 0 0 0,0-1 0 0 0,-1 3 1 0 0,-25 35 60 0 0,14-16-34 0 0,1 0 0 0 0,1 1 0 0 0,1 1 0 0 0,1 0 0 0 0,2 1 0 0 0,-7 32 0 0 0,12-42-13 0 0,0 1 1 0 0,1-1-1 0 0,1 1 0 0 0,1-1 1 0 0,0 1-1 0 0,2 0 0 0 0,0-1 1 0 0,0 0-1 0 0,2 1 1 0 0,10 30-1 0 0,-11-41-6 0 0,0-1 0 0 0,0 0 0 0 0,0 1-1 0 0,1-1 1 0 0,0-1 0 0 0,0 1 0 0 0,1-1 0 0 0,-1 1 0 0 0,1-1-1 0 0,0 0 1 0 0,1-1 0 0 0,-1 0 0 0 0,1 1 0 0 0,0-2 0 0 0,9 6-1 0 0,-5-5-54 0 0,1 0-1 0 0,-1 0 0 0 0,1-1 0 0 0,0-1 0 0 0,0 0 0 0 0,0 0 1 0 0,0-1-1 0 0,22-1 0 0 0,-7-1-110 0 0,0-2-1 0 0,0-2 1 0 0,0 0 0 0 0,-1-1-1 0 0,0-2 1 0 0,0 0 0 0 0,36-19 0 0 0,-57 25 146 0 0,2 0 7 0 0,-1 0 1 0 0,0 0 0 0 0,0-1-1 0 0,0 0 1 0 0,0 0 0 0 0,0 0-1 0 0,0-1 1 0 0,-1 1-1 0 0,1-1 1 0 0,-1 0 0 0 0,0-1-1 0 0,0 1 1 0 0,-1-1 0 0 0,0 1-1 0 0,1-1 1 0 0,4-10-1 0 0,-8 13 86 0 0,0 2-73 0 0,0-1 1 0 0,0 0 0 0 0,0 0 0 0 0,0 0 0 0 0,0 1-1 0 0,0-1 1 0 0,0 0 0 0 0,-1 0 0 0 0,1 1 0 0 0,0-1 0 0 0,0 0-1 0 0,-1 1 1 0 0,1-1 0 0 0,-1 0 0 0 0,1 1 0 0 0,0-1-1 0 0,-1 0 1 0 0,1 1 0 0 0,-1-1 0 0 0,1 1 0 0 0,-1-1 0 0 0,0 1-1 0 0,1-1 1 0 0,-1 1 0 0 0,0-1 0 0 0,1 1 0 0 0,-1 0-1 0 0,0-1 1 0 0,1 1 0 0 0,-1 0 0 0 0,0-1 0 0 0,0 1 0 0 0,1 0-1 0 0,-2 0 1 0 0,-63 20 107 0 0,64-19-108 0 0,-14 8 33 0 0,13 0 16 0 0,18-2 39 0 0,51-5-88 0 0,-22-2-10 0 0,90 12-57 0 0,-124-13 53 0 0,0 0-1 0 0,-1 0 1 0 0,1-1 0 0 0,0 0-1 0 0,0-1 1 0 0,-1 0-1 0 0,0-1 1 0 0,1 0 0 0 0,-1 0-1 0 0,-1-1 1 0 0,1-1 0 0 0,-1 0-1 0 0,0 0 1 0 0,0-1 0 0 0,0 1-1 0 0,-1-2 1 0 0,0 0 0 0 0,12-16-1 0 0,-11 12 1 0 0,0 0-1 0 0,-1-1 1 0 0,0 0-1 0 0,-2-1 0 0 0,1 1 1 0 0,-2-1-1 0 0,0-1 1 0 0,0 1-1 0 0,-1-1 1 0 0,-1 0-1 0 0,-1 1 0 0 0,0-1 1 0 0,0-17-1 0 0,-2 30 2 0 0,0 0-1 0 0,0 1 1 0 0,0-1 0 0 0,0 0-1 0 0,0 1 1 0 0,0-1-1 0 0,-1 1 1 0 0,1-1 0 0 0,0 0-1 0 0,-1 1 1 0 0,0-1-1 0 0,1 1 1 0 0,-1-1 0 0 0,0 1-1 0 0,0-1 1 0 0,0 1-1 0 0,-1-2 1 0 0,1 3-1 0 0,1-1-1 0 0,-1 1 1 0 0,0-1 0 0 0,0 1-1 0 0,0-1 1 0 0,0 1 0 0 0,0 0-1 0 0,1 0 1 0 0,-1 0 0 0 0,0-1 0 0 0,0 1-1 0 0,0 0 1 0 0,0 0 0 0 0,0 0-1 0 0,0 0 1 0 0,0 0 0 0 0,0 1-1 0 0,0-1 1 0 0,1 0 0 0 0,-1 0 0 0 0,0 0-1 0 0,-1 1 1 0 0,-3 2-6 0 0,1-1 1 0 0,-1 0-1 0 0,1 1 0 0 0,0 0 1 0 0,0 0-1 0 0,0 1 0 0 0,0-1 1 0 0,1 1-1 0 0,-6 6 1 0 0,4-4 14 0 0,0 1-1 0 0,1-1 1 0 0,0 0 0 0 0,0 1 0 0 0,1 0 0 0 0,0 0 0 0 0,0 0 0 0 0,1 0 0 0 0,0 1 0 0 0,0-1 0 0 0,0 1 0 0 0,1-1 0 0 0,0 1 0 0 0,1-1 0 0 0,0 1 0 0 0,0 0 0 0 0,0-1 0 0 0,1 1 0 0 0,0-1 0 0 0,1 1 0 0 0,-1-1 0 0 0,2 1 0 0 0,-1-1-1 0 0,1 0 1 0 0,0 0 0 0 0,0 0 0 0 0,1 0 0 0 0,0-1 0 0 0,0 0 0 0 0,1 1 0 0 0,-1-1 0 0 0,1-1 0 0 0,1 1 0 0 0,-1-1 0 0 0,1 0 0 0 0,0 0 0 0 0,0 0 0 0 0,0-1 0 0 0,1 0 0 0 0,0-1 0 0 0,-1 1 0 0 0,1-1 0 0 0,14 4 0 0 0,-7-4 9 0 0,0 0 1 0 0,0-1-1 0 0,0-1 1 0 0,0 0-1 0 0,0-1 1 0 0,0 0-1 0 0,0-1 1 0 0,-1-1 0 0 0,1 0-1 0 0,23-7 1 0 0,-35 8 29 0 0,-2 1-62 0 0,1 0 0 0 0,-1-1-1 0 0,0 1 1 0 0,0 0 0 0 0,1-1 0 0 0,-1 1 0 0 0,0 0 0 0 0,0 0 0 0 0,1 0 0 0 0,-1-1 0 0 0,0 1 0 0 0,1 0 0 0 0,-1 0 0 0 0,0 0 0 0 0,1-1 0 0 0,-1 1 0 0 0,0 0 0 0 0,1 0 0 0 0,-1 0 0 0 0,0 0 0 0 0,1 0 0 0 0,-1 0 0 0 0,0 0 0 0 0,1 0 0 0 0,-1 0-1 0 0,1 0 1 0 0,-1 0 0 0 0,0 0 0 0 0,1 0 0 0 0,-1 0 0 0 0,1 1 0 0 0,9 8-451 0 0,25 5-7068 0 0,-16-9 4494 0 0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47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35 321 292 0 0,'0'0'7384'0'0,"-6"1"-6870"0"0,-17 2-46 0 0,18-2 1807 0 0,17 1-2066 0 0,-9-2-158 0 0,0 1-1 0 0,-1-1 0 0 0,1 1 0 0 0,0-1 0 0 0,0 0 0 0 0,0 0 0 0 0,0 0 0 0 0,0 0 0 0 0,0-1 0 0 0,0 1 0 0 0,0-1 0 0 0,0 0 0 0 0,-1 1 0 0 0,1-1 0 0 0,0-1 0 0 0,-1 1 0 0 0,1 0 1 0 0,0-1-1 0 0,-1 1 0 0 0,0-1 0 0 0,3-2 0 0 0,8-7-1 0 0,-1 0 0 0 0,-1-1 0 0 0,0-1 0 0 0,-1 0 0 0 0,0 0 0 0 0,-1-1 0 0 0,0 0 0 0 0,11-27 0 0 0,-4 5 722 0 0,-2-2 1 0 0,13-54-1 0 0,-27 92-743 0 0,0 0 0 0 0,0 0 1 0 0,0 0-1 0 0,-1 0 0 0 0,1 0 1 0 0,0 0-1 0 0,0 0 0 0 0,0 0 0 0 0,0 0 1 0 0,0 0-1 0 0,0 0 0 0 0,-1 0 1 0 0,1 0-1 0 0,0 0 0 0 0,0 0 1 0 0,0 0-1 0 0,0 0 0 0 0,0-1 1 0 0,0 1-1 0 0,0 0 0 0 0,-1 0 0 0 0,1 0 1 0 0,0 0-1 0 0,0 0 0 0 0,0 0 1 0 0,0 0-1 0 0,0 0 0 0 0,0 0 1 0 0,0 0-1 0 0,0 0 0 0 0,0-1 0 0 0,-1 1 1 0 0,1 0-1 0 0,0 0 0 0 0,0 0 1 0 0,0 0-1 0 0,0 0 0 0 0,0 0 1 0 0,0 0-1 0 0,0-1 0 0 0,0 1 1 0 0,0 0-1 0 0,0 0 0 0 0,0 0 0 0 0,0 0 1 0 0,0 0-1 0 0,0 0 0 0 0,0-1 1 0 0,0 1-1 0 0,0 0 0 0 0,0 0 1 0 0,0 0-1 0 0,0 0 0 0 0,0 0 1 0 0,0 0-1 0 0,1-1 0 0 0,-16 16 405 0 0,-14 28-31 0 0,24-30-289 0 0,0 1 0 0 0,1-1 0 0 0,0 0 1 0 0,1 1-1 0 0,1 0 0 0 0,0 0 0 0 0,1 0 0 0 0,0 0 1 0 0,2 24-1 0 0,1-17-322 0 0,1-1 1 0 0,0 1 0 0 0,2-1-1 0 0,0 0 1 0 0,15 37-1 0 0,-12-42-2944 0 0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47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31 56 0 0,'0'0'1080'0'0,"-8"-6"2920"0"0,26-12-3435 0 0,-9 15 347 0 0,12 1-756 0 0,-3 2-336 0 0,-4 0-440 0 0,6 0-377 0 0,0-2-1079 0 0,-5 2 480 0 0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49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36 112 0 0,'0'-12'2048'0'0,"3"-2"-472"0"0,2 4-148 0 0,16 17-2232 0 0,-11 0-1440 0 0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49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20 844 0 0,'0'0'4049'0'0,"-4"-4"-3368"0"0,3 4-567 0 0,0-2-31 0 0,0 1-1 0 0,0 0 0 0 0,-1-1 1 0 0,1 1-1 0 0,0 0 1 0 0,-1 0-1 0 0,1-1 0 0 0,-1 1 1 0 0,0 0-1 0 0,1 1 1 0 0,-1-1-1 0 0,-1-1 0 0 0,-1 5 98 0 0,0-1 0 0 0,0 1 0 0 0,1 0 0 0 0,-1 0 0 0 0,1 0 0 0 0,0 1 0 0 0,0-1 0 0 0,0 1 0 0 0,0 0 0 0 0,-2 5 0 0 0,-4 2 321 0 0,-22 29 694 0 0,21-25-909 0 0,-1-1 1 0 0,-1-1 0 0 0,-14 13-1 0 0,25-25-513 0 0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0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1 136 0 0,'-19'70'4364'0'0,"19"-68"-4068"0"0,0-1-144 0 0,-1-1 0 0 0,1 1 0 0 0,-1 0 0 0 0,1 0 0 0 0,0 0-1 0 0,0 0 1 0 0,0 0 0 0 0,0 0 0 0 0,-1 0 0 0 0,1 0 0 0 0,0 0 0 0 0,1 0 0 0 0,-1 0 0 0 0,0 0 0 0 0,0 0 0 0 0,0 0 0 0 0,0 0 0 0 0,1 0 0 0 0,0 1 0 0 0,81-61 1391 0 0,-80 58-1522 0 0,-1 0 1 0 0,1 1 0 0 0,0-1-1 0 0,0 1 1 0 0,-1-1-1 0 0,1 1 1 0 0,0 0 0 0 0,0-1-1 0 0,0 1 1 0 0,-1 0 0 0 0,1 0-1 0 0,0 0 1 0 0,0 0 0 0 0,0 1-1 0 0,-1-1 1 0 0,1 0 0 0 0,0 1-1 0 0,0 0 1 0 0,-1-1 0 0 0,1 1-1 0 0,0 0 1 0 0,-1 0 0 0 0,1-1-1 0 0,-1 1 1 0 0,1 1 0 0 0,-1-1-1 0 0,2 1 1 0 0,39 44-813 0 0,-14-13-4333 0 0,-19-27 2835 0 0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0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12 124 0 0,'0'0'2619'0'0,"-1"-9"-1731"0"0,1 9-842 0 0,0 0 0 0 0,0 0 1 0 0,0 1-1 0 0,-1-1 0 0 0,1 0 0 0 0,0 0 0 0 0,0 0 1 0 0,0 0-1 0 0,0 0 0 0 0,0 0 0 0 0,0 0 0 0 0,0 0 0 0 0,0 0 1 0 0,-1 0-1 0 0,1 0 0 0 0,0 0 0 0 0,0 0 0 0 0,0 1 1 0 0,0-1-1 0 0,0 0 0 0 0,0 0 0 0 0,-1 0 0 0 0,1 0 0 0 0,0 0 1 0 0,0 0-1 0 0,0 0 0 0 0,0 0 0 0 0,0 0 0 0 0,0-1 1 0 0,-1 1-1 0 0,1 0 0 0 0,0 0 0 0 0,0 0 0 0 0,0 0 0 0 0,0 0 1 0 0,0 0-1 0 0,0 0 0 0 0,0 0 0 0 0,-1 0 0 0 0,1 0 0 0 0,0 0 1 0 0,0 0-1 0 0,0 0 0 0 0,0-1 0 0 0,0 1 0 0 0,0 0 1 0 0,0 0-1 0 0,0 0 0 0 0,0 0 0 0 0,0 0 0 0 0,0 0 0 0 0,0 0 1 0 0,0-1-1 0 0,0 1 0 0 0,0 0 0 0 0,0 0 0 0 0,0 0 1 0 0,-1 0-1 0 0,1 0 0 0 0,1 0 0 0 0,-1-1 0 0 0,0 1 0 0 0,0 0 1 0 0,-25 46 1596 0 0,3 0 1 0 0,-22 66 0 0 0,44-111-1629 0 0,-1-1 0 0 0,1 1 0 0 0,0 0 0 0 0,0-1 0 0 0,-1 1 1 0 0,1 0-1 0 0,0-1 0 0 0,0 1 0 0 0,0 0 0 0 0,0 0 0 0 0,0-1 0 0 0,0 1 1 0 0,0 0-1 0 0,0-1 0 0 0,0 1 0 0 0,0 0 0 0 0,0 0 0 0 0,0-1 1 0 0,1 1-1 0 0,-1 0 0 0 0,0-1 0 0 0,0 1 0 0 0,1 0 0 0 0,-1-1 0 0 0,0 1 1 0 0,1-1-1 0 0,-1 1 0 0 0,1 0 0 0 0,-1-1 0 0 0,1 1 0 0 0,-1-1 0 0 0,1 1 1 0 0,-1-1-1 0 0,1 0 0 0 0,0 1 0 0 0,-1-1 0 0 0,1 1 0 0 0,0-1 0 0 0,-1 0 1 0 0,1 0-1 0 0,0 1 0 0 0,-1-1 0 0 0,1 0 0 0 0,0 0 0 0 0,-1 0 0 0 0,1 0 1 0 0,0 0-1 0 0,0 0 0 0 0,-1 0 0 0 0,1 0 0 0 0,0 0 0 0 0,-1 0 1 0 0,1 0-1 0 0,0 0 0 0 0,0-1 0 0 0,-1 1 0 0 0,1 0 0 0 0,0-1 0 0 0,51-16 80 0 0,-42 13-32 0 0,3-1-23 0 0,1 1 0 0 0,0 0 0 0 0,24-3 0 0 0,-31 7-35 0 0,-1 0 1 0 0,1 0-1 0 0,-1 1 0 0 0,1-1 1 0 0,-1 2-1 0 0,1-1 0 0 0,-1 1 1 0 0,0 0-1 0 0,0 0 1 0 0,10 5-1 0 0,4 3-1 0 0,0-2 0 0 0,0 0 0 0 0,1-1 0 0 0,0-1 0 0 0,0-1 0 0 0,36 4 0 0 0,-51-8 26 0 0,-1-1-1 0 0,0 0 1 0 0,1 0 0 0 0,-1 0-1 0 0,0 0 1 0 0,1-1 0 0 0,-1 0-1 0 0,0 0 1 0 0,0 0 0 0 0,0-1-1 0 0,0 0 1 0 0,0 0 0 0 0,0 0-1 0 0,0 0 1 0 0,-1-1 0 0 0,1 0-1 0 0,-1 0 1 0 0,0 0 0 0 0,1 0-1 0 0,-1-1 1 0 0,-1 0 0 0 0,1 0-1 0 0,-1 0 1 0 0,1 0 0 0 0,-1 0 0 0 0,0-1-1 0 0,-1 1 1 0 0,1-1 0 0 0,-1 0-1 0 0,0 0 1 0 0,0 0 0 0 0,2-10-1 0 0,-1 2 111 0 0,-1 0 0 0 0,-1 0 0 0 0,0 0 0 0 0,-1-20 1 0 0,0 13-22 0 0,0 18-127 0 0,0-6 544 0 0,0 3-1937 0 0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1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194 213 500 0 0,'0'0'775'0'0,"0"-1"-594"0"0,-1 0 1 0 0,1 0-1 0 0,0 1 1 0 0,-1-1-1 0 0,1 0 1 0 0,-1 0-1 0 0,1 0 1 0 0,-1 1 0 0 0,1-1-1 0 0,-1 0 1 0 0,0 1-1 0 0,1-1 1 0 0,-1 1-1 0 0,0-1 1 0 0,1 0-1 0 0,-1 1 1 0 0,0 0-1 0 0,0-1 1 0 0,0 1-1 0 0,1-1 1 0 0,-1 1-1 0 0,0 0 1 0 0,0 0-1 0 0,0-1 1 0 0,-1 1 0 0 0,-2 2-75 0 0,-86 38 2060 0 0,80-34-1864 0 0,-1 0 0 0 0,1 0 1 0 0,0 1-1 0 0,0 1 0 0 0,1-1 0 0 0,-11 13 1 0 0,19-19 104 0 0,9 3-271 0 0,-7-3-130 0 0,0 0 0 0 0,0 0 1 0 0,0-1-1 0 0,0 1 0 0 0,0 0 1 0 0,0 0-1 0 0,0-1 0 0 0,0 1 1 0 0,0-1-1 0 0,0 1 0 0 0,0-1 1 0 0,0 0-1 0 0,0 1 0 0 0,0-1 0 0 0,0 0 1 0 0,1 0-1 0 0,-1 0 0 0 0,0 1 1 0 0,2-2-1 0 0,121-19 303 0 0,-122 20-310 0 0,0 1 13 0 0,23 25 6 0 0,-23-24-15 0 0,0 1 0 0 0,0-1 0 0 0,0 0 0 0 0,0 0-1 0 0,0 0 1 0 0,0 0 0 0 0,0-1 0 0 0,1 1 0 0 0,-1 0 0 0 0,0-1 0 0 0,6 2 0 0 0,2 0 2 0 0,0 0 0 0 0,0-1 0 0 0,1 0-1 0 0,-1-1 1 0 0,1 0 0 0 0,-1-1 0 0 0,1 0 0 0 0,-1-1 0 0 0,1 0 0 0 0,-1-1 0 0 0,0 0 0 0 0,1 0 0 0 0,-1-1 0 0 0,0-1 0 0 0,17-7 0 0 0,-16 5-2 0 0,1 0-1 0 0,-1 0 1 0 0,0-1 0 0 0,-1-1 0 0 0,0 0-1 0 0,0 0 1 0 0,-1-1 0 0 0,0 0 0 0 0,0-1 0 0 0,-1 0-1 0 0,0 0 1 0 0,-1-1 0 0 0,7-12 0 0 0,-4 1 462 0 0,-17 29-228 0 0,2-1-298 0 0,4-5 65 0 0,0 1 0 0 0,0 0-1 0 0,0 0 1 0 0,1 0 0 0 0,-1 0 0 0 0,0-1 0 0 0,1 1 0 0 0,-1 0-1 0 0,1 0 1 0 0,0 0 0 0 0,0 0 0 0 0,0 1 0 0 0,0-1 0 0 0,0 0 0 0 0,0 0-1 0 0,0 0 1 0 0,1 0 0 0 0,-1 0 0 0 0,1 0 0 0 0,-1-1 0 0 0,1 1 0 0 0,0 0-1 0 0,0 0 1 0 0,0 0 0 0 0,0 0 0 0 0,2 2 0 0 0,0 2 13 0 0,1 0 0 0 0,1 0 0 0 0,-1-1 0 0 0,1 0 0 0 0,9 9-1 0 0,-8-10-26 0 0,1 0 0 0 0,-1-1 0 0 0,1 0 0 0 0,-1 0-1 0 0,1-1 1 0 0,0 0 0 0 0,0 0 0 0 0,0 0 0 0 0,0-1 0 0 0,1 0-1 0 0,-1-1 1 0 0,0 1 0 0 0,0-1 0 0 0,1-1 0 0 0,-1 0-1 0 0,7-1 1 0 0,-5 1-4 0 0,0-1 0 0 0,0 0 0 0 0,-1 0 0 0 0,1-1 0 0 0,-1 0 0 0 0,1-1-1 0 0,-1 0 1 0 0,0 0 0 0 0,-1 0 0 0 0,1-1 0 0 0,-1-1 0 0 0,13-11 0 0 0,-18 15 7 0 0,0 0 0 0 0,0-1 0 0 0,0 1 1 0 0,0-1-1 0 0,0 0 0 0 0,-1 1 0 0 0,1-1 0 0 0,-1 0 0 0 0,0 0 1 0 0,2-6-1 0 0,-3 8 246 0 0,1-15 1375 0 0,-15 33-1611 0 0,1 0 1 0 0,0 1 0 0 0,1 0 0 0 0,1 1 0 0 0,-16 37 0 0 0,-13 23 30 0 0,-5-3 29 0 0,-3-3 0 0 0,-91 107 0 0 0,128-168 34 0 0,-1 0 0 0 0,0-1 1 0 0,-1 0-1 0 0,-20 14 1 0 0,32-24 266 0 0,18-24-186 0 0,8-3-93 0 0,1 1 0 0 0,2 1 0 0 0,33-21 0 0 0,11-11-38 0 0,340-338-49 0 0,-236 216-41 0 0,-126 124 9 0 0,-48 52 8 0 0,-7 10-52 0 0,-4 7 79 0 0,1 1-1 0 0,0 0 1 0 0,1 1-1 0 0,0 0 1 0 0,2 0-1 0 0,0 0 1 0 0,0 1-1 0 0,2-1 1 0 0,0 1-1 0 0,2 0 1 0 0,0 0-1 0 0,0 0 1 0 0,5 34-1 0 0,3-10 69 0 0,3 82-1 0 0,-13-124-69 0 0,0 1 0 0 0,0-1 0 0 0,-1-1 0 0 0,1 1 0 0 0,0 0 0 0 0,0-1 0 0 0,0 0 0 0 0,0 0 0 0 0,0 0 0 0 0,-5-2 0 0 0,5 1-198 0 0,-22-16-2419 0 0,11 2-3411 0 0,11 7 2210 0 0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4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176 246 60 0 0,'3'-67'10918'0'0,"-22"68"-10118"0"0,4 8-674 0 0,0 1 0 0 0,0 0 0 0 0,1 1 0 0 0,0 1 0 0 0,0 0 0 0 0,2 1 0 0 0,-23 28 1 0 0,32-36-113 0 0,0 0 0 0 0,0 0 1 0 0,0 0-1 0 0,1 0 1 0 0,-1 0-1 0 0,1 1 0 0 0,1-1 1 0 0,-1 1-1 0 0,1-1 1 0 0,0 1-1 0 0,0 0 0 0 0,0-1 1 0 0,1 1-1 0 0,0 0 1 0 0,0 0-1 0 0,1-1 0 0 0,-1 1 1 0 0,1 0-1 0 0,1-1 1 0 0,-1 1-1 0 0,1 0 0 0 0,0-1 1 0 0,0 0-1 0 0,0 1 1 0 0,1-1-1 0 0,0 0 0 0 0,0 0 1 0 0,0-1-1 0 0,7 8 1 0 0,-8-9-6 0 0,0 0 0 0 0,0 0 1 0 0,0 0-1 0 0,1-1 1 0 0,0 1-1 0 0,-1-1 1 0 0,1 1-1 0 0,0-1 0 0 0,0 0 1 0 0,0 0-1 0 0,0-1 1 0 0,0 1-1 0 0,0-1 0 0 0,1 1 1 0 0,-1-1-1 0 0,1 0 1 0 0,-1 0-1 0 0,1 0 1 0 0,-1-1-1 0 0,1 1 0 0 0,-1-1 1 0 0,1 0-1 0 0,-1 0 1 0 0,1 0-1 0 0,0-1 1 0 0,-1 1-1 0 0,1-1 0 0 0,-1 0 1 0 0,1 0-1 0 0,-1 0 1 0 0,0 0-1 0 0,1 0 1 0 0,-1-1-1 0 0,0 0 0 0 0,0 1 1 0 0,4-4-1 0 0,2-2 6 0 0,0 0-1 0 0,-1-1 0 0 0,0 0 1 0 0,-1 0-1 0 0,0-1 1 0 0,0 0-1 0 0,0 0 1 0 0,-2 0-1 0 0,1-1 0 0 0,6-15 1 0 0,1-11 5 0 0,12-52 0 0 0,-19 63-25 0 0,0 0-1 0 0,2 0 1 0 0,1 0 0 0 0,1 1 0 0 0,16-28 0 0 0,-21 45-7 0 0,-1 0 1 0 0,1 1 0 0 0,0-1 0 0 0,0 1 0 0 0,1 0 0 0 0,0 1 0 0 0,0 0 0 0 0,0 0-1 0 0,14-9 1 0 0,-16 13 5 0 0,-1-1 0 0 0,1 1 0 0 0,-1-1-1 0 0,1 1 1 0 0,0 0 0 0 0,0 0 0 0 0,0 1 0 0 0,0-1-1 0 0,0 1 1 0 0,0 0 0 0 0,-1 0 0 0 0,1 0 0 0 0,0 0-1 0 0,0 1 1 0 0,0 0 0 0 0,0-1 0 0 0,0 2 0 0 0,-1-1-1 0 0,1 0 1 0 0,0 1 0 0 0,-1-1 0 0 0,7 5 0 0 0,0 1 1 0 0,-1 0 0 0 0,0 1 0 0 0,-1 0 0 0 0,0 0 0 0 0,0 1 1 0 0,-1 0-1 0 0,0 0 0 0 0,-1 1 0 0 0,0 0 0 0 0,0 0 0 0 0,-1 0 1 0 0,0 1-1 0 0,-1 0 0 0 0,5 20 0 0 0,-3-9 25 0 0,-1 1 1 0 0,-1 0-1 0 0,-2 0 0 0 0,0 1 1 0 0,-1-1-1 0 0,-3 34 1 0 0,1-49-245 0 0,-1 0 1 0 0,1-1 0 0 0,-1 1-1 0 0,0-1 1 0 0,-1 1 0 0 0,1-1-1 0 0,-2 0 1 0 0,1 0 0 0 0,-1 0 0 0 0,0-1-1 0 0,0 1 1 0 0,-1-1 0 0 0,-9 11-1 0 0,12-16-788 0 0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5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4 268 516 0 0,'7'-2'261'0'0,"0"-1"1"0"0,-1 0-1 0 0,1-1 1 0 0,0 1-1 0 0,-1-1 1 0 0,0 0-1 0 0,0-1 1 0 0,0 0-1 0 0,0 0 0 0 0,-1 0 1 0 0,0 0-1 0 0,0-1 1 0 0,0 0-1 0 0,-1 0 1 0 0,0 0-1 0 0,0-1 1 0 0,-1 1-1 0 0,6-15 0 0 0,-6 12 52 0 0,-1-1 0 0 0,0 1 0 0 0,-1-1 0 0 0,0 0-1 0 0,0 0 1 0 0,-1 1 0 0 0,0-1 0 0 0,-1 0-1 0 0,0 0 1 0 0,0 1 0 0 0,-1-1 0 0 0,-1 1-1 0 0,-5-17 1 0 0,7 25-293 0 0,1 1-1 0 0,0-1 0 0 0,0 1 1 0 0,0-1-1 0 0,0 1 1 0 0,-1-1-1 0 0,1 1 0 0 0,0-1 1 0 0,0 1-1 0 0,-1-1 1 0 0,1 1-1 0 0,0 0 0 0 0,-1-1 1 0 0,1 1-1 0 0,0 0 0 0 0,-1-1 1 0 0,1 1-1 0 0,-1 0 1 0 0,1-1-1 0 0,-1 1 0 0 0,1 0 1 0 0,0 0-1 0 0,-1-1 1 0 0,1 1-1 0 0,-1 0 0 0 0,1 0 1 0 0,-1 0-1 0 0,1 0 0 0 0,-1 0 1 0 0,1 0-1 0 0,-1 0 1 0 0,0 0-1 0 0,-17 10 286 0 0,-7 22 21 0 0,18-18-223 0 0,0 1 0 0 0,1 0 0 0 0,0 0 0 0 0,1 0 0 0 0,1 1 0 0 0,1 0 0 0 0,-3 27 0 0 0,0 120 327 0 0,7-127-330 0 0,4 80 334 0 0,-4-116-414 0 0,-1 0 0 0 0,0 1 0 0 0,0-1 0 0 0,0 0 0 0 0,0 1 1 0 0,0-1-1 0 0,0 0 0 0 0,1 1 0 0 0,-1-1 0 0 0,0 0 0 0 0,0 1 0 0 0,1-1 0 0 0,-1 0 0 0 0,0 0 0 0 0,0 1 0 0 0,1-1 0 0 0,-1 0 0 0 0,0 0 0 0 0,1 0 0 0 0,-1 0 0 0 0,0 1 0 0 0,1-1 0 0 0,-1 0 0 0 0,0 0 1 0 0,1 0-1 0 0,-1 0 0 0 0,0 0 0 0 0,1 0 0 0 0,-1 0 0 0 0,0 0 0 0 0,1 0 0 0 0,-1 0 0 0 0,0 0 0 0 0,1 0 0 0 0,-1 0 0 0 0,0 0 0 0 0,1 0 0 0 0,-1 0 0 0 0,0 0 0 0 0,1 0 0 0 0,-1-1 0 0 0,0 1 1 0 0,1 0-1 0 0,-1 0 0 0 0,0 0 0 0 0,1-1 0 0 0,-1 1 0 0 0,0 0 0 0 0,1-1 0 0 0,12-6-83 0 0,-8 4 75 0 0,1 1 0 0 0,-1 0 0 0 0,1 0-1 0 0,0 0 1 0 0,0 1 0 0 0,0 0 0 0 0,0 0 0 0 0,0 0-1 0 0,0 1 1 0 0,0 0 0 0 0,0 0 0 0 0,0 1-1 0 0,0 0 1 0 0,0 0 0 0 0,0 0 0 0 0,0 0 0 0 0,0 1-1 0 0,-1 0 1 0 0,1 0 0 0 0,6 4 0 0 0,15 4 14 0 0,-9-4-14 0 0,1-1 0 0 0,0 0-1 0 0,0-1 1 0 0,1-1 0 0 0,-1-1 0 0 0,1-1-1 0 0,-1-1 1 0 0,25-2 0 0 0,-10-10 841 0 0,-27 8-2507 0 0,6 3-6628 0 0,-2 1 5380 0 0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5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7 118 312 0 0,'0'0'559'0'0,"35"-3"1736"0"0,-30 1-2086 0 0,-1 0 0 0 0,0 0 0 0 0,0 0 0 0 0,0 0 0 0 0,0-1 0 0 0,0 0 1 0 0,0 1-1 0 0,-1-2 0 0 0,1 1 0 0 0,-1 0 0 0 0,0-1 0 0 0,0 1 0 0 0,0-1 1 0 0,-1 0-1 0 0,1 0 0 0 0,-1 0 0 0 0,0 0 0 0 0,0 0 0 0 0,0 0 0 0 0,-1-1 1 0 0,1 1-1 0 0,-1-1 0 0 0,0 1 0 0 0,0-9 0 0 0,-1 11-30 0 0,0 1-151 0 0,0 0 1 0 0,-1 0-1 0 0,1 0 1 0 0,-1 0-1 0 0,1 0 1 0 0,-1 0-1 0 0,1 0 0 0 0,-1 0 1 0 0,0 1-1 0 0,1-1 1 0 0,-1 0-1 0 0,0 0 1 0 0,0 0-1 0 0,0 1 1 0 0,1-1-1 0 0,-1 0 1 0 0,0 1-1 0 0,0-1 1 0 0,0 1-1 0 0,0-1 1 0 0,0 1-1 0 0,0 0 0 0 0,0-1 1 0 0,0 1-1 0 0,-2-1 1 0 0,-2 3 11 0 0,0-1 0 0 0,0 1 0 0 0,0 0 0 0 0,1 0 0 0 0,-1 0 0 0 0,0 1 0 0 0,1 0 0 0 0,0-1 0 0 0,-1 2 0 0 0,1-1 0 0 0,1 0 0 0 0,-1 1 0 0 0,0 0-1 0 0,-5 7 1 0 0,7-9-20 0 0,0 1 0 0 0,0-1-1 0 0,0 0 1 0 0,1 1-1 0 0,-1 0 1 0 0,0-1-1 0 0,1 1 1 0 0,0 0-1 0 0,0 0 1 0 0,0 0 0 0 0,0 0-1 0 0,0 0 1 0 0,0 0-1 0 0,1 0 1 0 0,0 0-1 0 0,-1 0 1 0 0,1 0-1 0 0,0 0 1 0 0,1 0-1 0 0,-1 0 1 0 0,0 0 0 0 0,1 0-1 0 0,0 0 1 0 0,0 0-1 0 0,0 0 1 0 0,2 6-1 0 0,0-7-8 0 0,-1-1 0 0 0,1 1 0 0 0,0 0-1 0 0,0-1 1 0 0,0 1 0 0 0,-1-1 0 0 0,1 0-1 0 0,1 0 1 0 0,-1 0 0 0 0,0 0 0 0 0,0 0 0 0 0,0-1-1 0 0,0 0 1 0 0,0 1 0 0 0,1-1 0 0 0,-1 0-1 0 0,0-1 1 0 0,0 1 0 0 0,6-2 0 0 0,6-1 2 0 0,0-1 1 0 0,0 0-1 0 0,25-12 1 0 0,-27 10-39 0 0,1 0 0 0 0,0 1 0 0 0,0 1 0 0 0,18-3 1 0 0,-31 7 22 0 0,1 1 1 0 0,-1 0-1 0 0,1 0 1 0 0,-1-1 0 0 0,0 1-1 0 0,0 0 1 0 0,1 0-1 0 0,-1 0 1 0 0,0 0 0 0 0,0 0-1 0 0,0 1 1 0 0,0-1-1 0 0,0 0 1 0 0,0 0 0 0 0,0 1-1 0 0,0-1 1 0 0,-1 0-1 0 0,1 1 1 0 0,-1-1-1 0 0,1 1 1 0 0,0 1 0 0 0,15 42-25 0 0,-12-34-22 0 0,-2-9-68 0 0,-1 1 0 0 0,1-1 0 0 0,0 0 1 0 0,0 1-1 0 0,0-1 0 0 0,0 0 0 0 0,1 0 0 0 0,-1-1 0 0 0,1 1 1 0 0,-1 0-1 0 0,1-1 0 0 0,-1 0 0 0 0,5 2 0 0 0,20 5-4523 0 0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6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4 160 0 0,'-14'-4'6355'0'0,"9"11"-6057"0"0,0 0 1 0 0,0 1 0 0 0,1-1-1 0 0,0 1 1 0 0,0 0 0 0 0,0 0-1 0 0,1 0 1 0 0,-2 11 0 0 0,-18 78 1086 0 0,22-89-1270 0 0,-48 279 1971 0 0,43-269-3052 0 0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7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0 484 240 0 0,'15'-8'203'0'0,"0"-1"-1"0"0,-1-1 1 0 0,0 0-1 0 0,0-1 1 0 0,-1-1-1 0 0,-1 0 1 0 0,0 0 0 0 0,0-1-1 0 0,-2-1 1 0 0,1 0-1 0 0,-2-1 1 0 0,0 1-1 0 0,-1-2 1 0 0,0 1-1 0 0,6-20 1 0 0,-3 4 388 0 0,-1 0-1 0 0,-1-1 1 0 0,-2 0-1 0 0,-1 0 1 0 0,-1 0 0 0 0,0-38-1 0 0,-5 68-374 0 0,0 2-180 0 0,0 0 0 0 0,0 0 0 0 0,0 0-1 0 0,-1 0 1 0 0,1 0 0 0 0,0 0-1 0 0,0 0 1 0 0,0 0 0 0 0,0 0-1 0 0,0 0 1 0 0,0 0 0 0 0,0 0 0 0 0,0 0-1 0 0,0 0 1 0 0,0 0 0 0 0,0 0-1 0 0,0 0 1 0 0,0 0 0 0 0,0 0 0 0 0,0 0-1 0 0,0 0 1 0 0,-1 0 0 0 0,1 0-1 0 0,0 0 1 0 0,0 0 0 0 0,0-1 0 0 0,0 1-1 0 0,0 0 1 0 0,0 0 0 0 0,0 0-1 0 0,0 0 1 0 0,0 0 0 0 0,0 0-1 0 0,0 0 1 0 0,-10 11 285 0 0,-15 21-51 0 0,10-4-42 0 0,1 0 1 0 0,1 1 0 0 0,2 0 0 0 0,1 1 0 0 0,1 1 0 0 0,-5 36 0 0 0,9-38-38 0 0,2 0 0 0 0,1-1 0 0 0,1 2 0 0 0,2-1 0 0 0,5 36 0 0 0,-6-45-1 0 0,4 5 227 0 0,-2-24-404 0 0,0 0 1 0 0,0 0-1 0 0,0 0 0 0 0,0-1 0 0 0,0 1 0 0 0,0-1 1 0 0,1 1-1 0 0,-1-1 0 0 0,0 0 0 0 0,0 0 0 0 0,0 0 1 0 0,1 0-1 0 0,-1 0 0 0 0,0 0 0 0 0,3-2 0 0 0,7 2 31 0 0,33 2-421 0 0,1 3 1 0 0,48 10-1 0 0,-52-6-1192 0 0,0-3-1 0 0,1-1 0 0 0,46-2 0 0 0,-63-5 1218 0 0,0-1-1 0 0,0-1 0 0 0,0-1 0 0 0,-1-2 1 0 0,25-9-1 0 0,-46 14 656 0 0,-1 1 0 0 0,0-1 0 0 0,0 1 0 0 0,0-1 0 0 0,0 0 0 0 0,0 0 0 0 0,0-1 1 0 0,-1 1-1 0 0,1 0 0 0 0,-1-1 0 0 0,0 0 0 0 0,1 1 0 0 0,-1-1 0 0 0,0 0 0 0 0,3-7 1382 0 0,-6 5-1149 0 0,1 5-511 0 0,0 0 0 0 0,0-1 0 0 0,0 1 0 0 0,1-1 1 0 0,-1 1-1 0 0,0 0 0 0 0,0-1 0 0 0,0 1 0 0 0,0-1 0 0 0,0 1 0 0 0,0-1 0 0 0,-1 1 1 0 0,1 0-1 0 0,0-1 0 0 0,0 1 0 0 0,0-1 0 0 0,0 1 0 0 0,0 0 0 0 0,-1-1 1 0 0,1 1-1 0 0,0 0 0 0 0,0-1 0 0 0,0 1 0 0 0,-1 0 0 0 0,1-1 0 0 0,0 1 1 0 0,-1 0-1 0 0,1-1 0 0 0,0 1 0 0 0,-1-1 0 0 0,-6 0 90 0 0,-1 0-1 0 0,1 0 1 0 0,0 1 0 0 0,-1-1-1 0 0,1 1 1 0 0,-1 1 0 0 0,1 0-1 0 0,0 0 1 0 0,0 0 0 0 0,-1 1-1 0 0,1 0 1 0 0,0 0 0 0 0,0 1 0 0 0,1 0-1 0 0,-1 0 1 0 0,1 1 0 0 0,-1-1-1 0 0,-8 8 1 0 0,14-11-109 0 0,1 1 1 0 0,-1-1-1 0 0,0 0 0 0 0,1 1 1 0 0,-1-1-1 0 0,0 0 1 0 0,1 1-1 0 0,-1-1 0 0 0,0 1 1 0 0,1-1-1 0 0,-1 1 0 0 0,1-1 1 0 0,-1 1-1 0 0,1 0 1 0 0,-1-1-1 0 0,1 1 0 0 0,-1 0 1 0 0,1-1-1 0 0,0 1 0 0 0,-1 0 1 0 0,1-1-1 0 0,0 1 1 0 0,0 0-1 0 0,0 0 0 0 0,-1-1 1 0 0,1 1-1 0 0,0 0 0 0 0,0 0 1 0 0,0-1-1 0 0,0 1 1 0 0,0 0-1 0 0,0 0 0 0 0,0 0 1 0 0,1-1-1 0 0,-1 1 0 0 0,0 0 1 0 0,0 0-1 0 0,1-1 1 0 0,-1 1-1 0 0,0 0 0 0 0,1-1 1 0 0,-1 1-1 0 0,1 0 0 0 0,-1-1 1 0 0,0 1-1 0 0,1-1 1 0 0,0 2-1 0 0,1-1-10 0 0,1 1 0 0 0,-1 0-1 0 0,0-1 1 0 0,1 1 0 0 0,-1-1 0 0 0,1 0-1 0 0,-1 0 1 0 0,1 0 0 0 0,-1 0 0 0 0,1 0-1 0 0,5 0 1 0 0,107 6-678 0 0,-113-7 669 0 0,1 0 0 0 0,-1 1 0 0 0,1-1 0 0 0,-1 1 0 0 0,0-1 0 0 0,1 1 0 0 0,-1 0 0 0 0,0 0 0 0 0,0 0 0 0 0,1 0 0 0 0,-1 0 0 0 0,0 0 0 0 0,0 1 0 0 0,0-1 0 0 0,0 1 0 0 0,-1-1 0 0 0,1 1 0 0 0,0 0 1 0 0,-1 0-1 0 0,3 3 0 0 0,25 22-8 0 0,-28-27 22 0 0,20 10 57 0 0,-6-16-47 0 0,0 0-1 0 0,0-2 0 0 0,21-13 1 0 0,24-13 7 0 0,-52 31 24 0 0,22-7 106 0 0,6 24-79 0 0,-21-6-84 0 0,1 0 1 0 0,-1-2 0 0 0,1 0-1 0 0,27 7 1 0 0,-35-12-1124 0 0,0 0-1 0 0,0 0 1 0 0,0-1 0 0 0,0 0 0 0 0,0-1 0 0 0,12-1-1 0 0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7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0 764 0 0,'0'0'3356'0'0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8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1190 404 0 0,'-18'5'1197'0'0,"0"0"1"0"0,0 2-1 0 0,-20 8 0 0 0,36-14-805 0 0,45-20 1128 0 0,55-33 0 0 0,-95 50-1432 0 0,153-85 466 0 0,-5-8 0 0 0,-3-6-1 0 0,226-201 1 0 0,-316 245-308 0 0,79-97 0 0 0,-115 126-114 0 0,-2-1 0 0 0,0-1 0 0 0,-2-1 0 0 0,-2-1 0 0 0,25-65 0 0 0,-39 89-66 0 0,0 0-1 0 0,0 0 0 0 0,-1-1 1 0 0,0 1-1 0 0,0-1 0 0 0,-1 1 0 0 0,0-1 1 0 0,0 1-1 0 0,-4-15 0 0 0,4 22-60 0 0,0 1 0 0 0,0-1 1 0 0,-1 1-1 0 0,1-1 0 0 0,0 1 0 0 0,-1-1 0 0 0,1 1 0 0 0,-1-1 0 0 0,1 1 0 0 0,-1-1 0 0 0,1 1 0 0 0,-1 0 1 0 0,1-1-1 0 0,-1 1 0 0 0,1 0 0 0 0,-1 0 0 0 0,1-1 0 0 0,-1 1 0 0 0,1 0 0 0 0,-1 0 0 0 0,0 0 1 0 0,1 0-1 0 0,-1 0 0 0 0,1-1 0 0 0,-1 1 0 0 0,0 0 0 0 0,1 0 0 0 0,-1 0 0 0 0,1 1 0 0 0,-1-1 1 0 0,0 0-1 0 0,1 0 0 0 0,-1 0 0 0 0,1 0 0 0 0,-1 1 0 0 0,1-1 0 0 0,-1 0 0 0 0,-19 7 47 0 0,11-1-41 0 0,1-1 1 0 0,0 1 0 0 0,0 0 0 0 0,0 1 0 0 0,1 0-1 0 0,0 0 1 0 0,0 1 0 0 0,0 0 0 0 0,1 0 0 0 0,1 0 0 0 0,-1 1-1 0 0,1 0 1 0 0,1 0 0 0 0,0 0 0 0 0,0 0 0 0 0,-4 18-1 0 0,1-1 7 0 0,1 0-1 0 0,2 1 1 0 0,0 0 0 0 0,2-1-1 0 0,1 31 1 0 0,15 122 67 0 0,-1 22 30 0 0,-13-191-98 0 0,-1 0 0 0 0,0-1 0 0 0,0 1 0 0 0,-1 0 0 0 0,-1-1-1 0 0,1 1 1 0 0,-2-1 0 0 0,1 0 0 0 0,-8 14 0 0 0,10-20-43 0 0,-1-1 0 0 0,1 1 0 0 0,-1-1 0 0 0,0 1 0 0 0,0-1 0 0 0,0 0 0 0 0,0 0 0 0 0,0 0 0 0 0,-1 0 0 0 0,1 0-1 0 0,-1 0 1 0 0,1-1 0 0 0,-1 1 0 0 0,1-1 0 0 0,-1 1 0 0 0,0-1 0 0 0,0 0 0 0 0,0 0 0 0 0,0 0 0 0 0,0-1 0 0 0,1 1-1 0 0,-1-1 1 0 0,0 0 0 0 0,0 0 0 0 0,-1 0 0 0 0,1 0 0 0 0,0 0 0 0 0,0 0 0 0 0,1-1 0 0 0,-1 1 0 0 0,0-1 0 0 0,0 0 0 0 0,0 0-1 0 0,0 0 1 0 0,0-1 0 0 0,-3-1 0 0 0,5 2-130 0 0,-1 0 1 0 0,1 1-1 0 0,0-1 0 0 0,-1 0 0 0 0,1 0 0 0 0,0 0 1 0 0,0 0-1 0 0,0 0 0 0 0,0 0 0 0 0,0-1 0 0 0,0 1 1 0 0,0 0-1 0 0,1 0 0 0 0,-2-2 0 0 0,4-12-5174 0 0,9-4 2428 0 0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9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0 168 0 0,'0'0'2029'0'0,"2"6"-532"0"0,-4 1 2443 0 0,-47 99 1241 0 0,39-76-6928 0 0,6-16-4541 0 0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9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42 508 0 0,'0'0'760'0'0,"1"-14"528"0"0,4 2 176 0 0,-4 0-552 0 0,8 9-908 0 0,17 13-4004 0 0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4:59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77 556 0 0,'-20'85'4925'0'0,"19"-84"-4413"0"0,3 6 1848 0 0,-2-7-2298 0 0,5-12-1 0 0,1 0 0 0 0,1 0-1 0 0,0 1 1 0 0,0-1-1 0 0,1 2 1 0 0,1-1-1 0 0,0 1 1 0 0,0 0 0 0 0,1 1-1 0 0,0 0 1 0 0,0 1-1 0 0,1 0 1 0 0,17-9 0 0 0,-19 9-24 0 0,5 0 1 0 0,28 6-27 0 0,-40 2-10 0 0,1 1 0 0 0,0 0-1 0 0,-1-1 1 0 0,1 1 0 0 0,-1 0-1 0 0,1 0 1 0 0,-1 0 0 0 0,1 1-1 0 0,-1-1 1 0 0,0 1 0 0 0,0-1-1 0 0,0 1 1 0 0,0 0 0 0 0,0 0-1 0 0,0 0 1 0 0,0 0 0 0 0,0 0-1 0 0,-1 0 1 0 0,1 0 0 0 0,-1 0 0 0 0,3 5-1 0 0,1 4 64 0 0,0 1-1 0 0,-1-1 0 0 0,5 18 1 0 0,-9-27 44 0 0,0-2-100 0 0,0 0 1 0 0,0 0 0 0 0,0 1-1 0 0,0-1 1 0 0,0 0-1 0 0,0 0 1 0 0,0 0 0 0 0,0 1-1 0 0,0-1 1 0 0,0 0-1 0 0,0 0 1 0 0,0 0 0 0 0,0 1-1 0 0,0-1 1 0 0,0 0-1 0 0,0 0 1 0 0,0 0 0 0 0,0 1-1 0 0,0-1 1 0 0,0 0-1 0 0,0 0 1 0 0,1 0 0 0 0,-1 0-1 0 0,0 1 1 0 0,0-1-1 0 0,0 0 1 0 0,0 0 0 0 0,0 0-1 0 0,0 0 1 0 0,1 0-1 0 0,-1 1 1 0 0,0-1 0 0 0,0 0-1 0 0,0 0 1 0 0,1 0 0 0 0,-1 0-1 0 0,0 0 1 0 0,0 0-1 0 0,0 0 1 0 0,0 0 0 0 0,1 0-1 0 0,-1 0 1 0 0,0 0-1 0 0,0 0 1 0 0,0 0 0 0 0,1 0-1 0 0,-1 0 1 0 0,0 0-1 0 0,0 0 1 0 0,0 0 0 0 0,1 0-1 0 0,-1 0 1 0 0,0 0-1 0 0,0 0 1 0 0,0 0 0 0 0,1 0-1 0 0,-1 0 1 0 0,0-1-1 0 0,0 1 1 0 0,0 0 0 0 0,0 0-1 0 0,1 0 1 0 0,-1 0-1 0 0,0 0 1 0 0,0 0 0 0 0,0-1-1 0 0,0 1 1 0 0,0 0-1 0 0,1 0 1 0 0,13-14 370 0 0,-13 11-455 0 0,10-10 149 0 0,-8 8-64 0 0,1 0 0 0 0,-1 1 0 0 0,1 0 0 0 0,0-1 0 0 0,0 1 0 0 0,0 1 0 0 0,0-1 0 0 0,1 1 0 0 0,-1-1 0 0 0,1 1-1 0 0,0 1 1 0 0,0-1 0 0 0,0 1 0 0 0,1 0 0 0 0,5-2 0 0 0,42 12-29 0 0,-35-2 114 0 0,0-1 0 0 0,1-1 0 0 0,-1-1 0 0 0,1 0 0 0 0,-1-1 0 0 0,1-1 0 0 0,36-3 0 0 0,-53 1 22 0 0,22-5 879 0 0,-7 1-2464 0 0,-6 4-4793 0 0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00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62 596 0 0,'0'0'976'0'0,"-5"-12"-92"0"0,3 3 624 0 0,-2-1 185 0 0,1 0-1385 0 0,9-2-1893 0 0,3 3-1651 0 0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01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0 464 0 0,'-1'3'7726'0'0,"-10"22"-7301"0"0,-13 27 947 0 0,2 2 1 0 0,-27 103-1 0 0,45-139-1256 0 0,1 0 0 0 0,0 0 0 0 0,1 0 0 0 0,1 0-1 0 0,1 1 1 0 0,1-1 0 0 0,0 0 0 0 0,2 0 0 0 0,0 0-1 0 0,1 0 1 0 0,0 0 0 0 0,14 33 0 0 0,-16-46-271 0 0,0-1 0 0 0,0 1 0 0 0,1-1 0 0 0,0 1 1 0 0,0-1-1 0 0,0 0 0 0 0,0 0 0 0 0,1 0 0 0 0,-1 0 0 0 0,1-1 0 0 0,0 1 0 0 0,0-1 1 0 0,0 0-1 0 0,1-1 0 0 0,-1 1 0 0 0,1 0 0 0 0,0-1 0 0 0,-1 0 0 0 0,1 0 0 0 0,8 1 1 0 0,-6-2-156 0 0,1 0 0 0 0,0-1 0 0 0,0 0-1 0 0,0-1 1 0 0,-1 1 0 0 0,1-1 0 0 0,0-1 0 0 0,-1 0 0 0 0,1 0 0 0 0,-1 0 0 0 0,1-1 0 0 0,-1 0 0 0 0,8-5 0 0 0,1 0-95 0 0,0-2-1 0 0,-1 1 1 0 0,0-2-1 0 0,0 0 0 0 0,13-15 1 0 0,-16 14 719 0 0,-2 1 1 0 0,0-2-1 0 0,12-17 1 0 0,-13 9 2238 0 0,-16 21 455 0 0,-24 25-1241 0 0,30-25-1798 0 0,0 1 135 0 0,0 0-59 0 0,1 1 0 0 0,-1-1 0 0 0,1 0 0 0 0,-1 0 1 0 0,1 1-1 0 0,-1-1 0 0 0,1 0 0 0 0,-1 1 0 0 0,1-1 1 0 0,0 0-1 0 0,0 1 0 0 0,0-1 0 0 0,0 1 0 0 0,0 1 1 0 0,2-2-38 0 0,-1-1 1 0 0,0 1 0 0 0,1-1 0 0 0,-1 0 0 0 0,1 1 0 0 0,-1-1 0 0 0,1 0 0 0 0,-1 0 0 0 0,1 0 0 0 0,-1 0 0 0 0,1 0 0 0 0,-1 0 0 0 0,1-1-1 0 0,2 0 1 0 0,39-3 94 0 0,-41 4-105 0 0,1 0 1 0 0,0 0 0 0 0,0 1 0 0 0,-1-1 0 0 0,1 1 0 0 0,0-1 0 0 0,-1 1-1 0 0,1 0 1 0 0,-1 0 0 0 0,1 0 0 0 0,-1 0 0 0 0,1 0 0 0 0,-1 1-1 0 0,0-1 1 0 0,1 1 0 0 0,1 2 0 0 0,0-1-6 0 0,2 1-18 0 0,0 1-1 0 0,0-2 1 0 0,1 1 0 0 0,-1-1 0 0 0,1 0 0 0 0,0 0-1 0 0,0-1 1 0 0,0 1 0 0 0,0-2 0 0 0,0 1-1 0 0,0-1 1 0 0,1 0 0 0 0,-1-1 0 0 0,0 1-1 0 0,1-1 1 0 0,-1-1 0 0 0,14-2 0 0 0,-14 1 17 0 0,-2 0 1 0 0,1 0 0 0 0,0-1-1 0 0,0 1 1 0 0,-1-1 0 0 0,1-1 0 0 0,-1 1-1 0 0,0-1 1 0 0,0 0 0 0 0,0 0-1 0 0,-1 0 1 0 0,1-1 0 0 0,-1 1 0 0 0,0-1-1 0 0,-1 0 1 0 0,1-1 0 0 0,-1 1-1 0 0,0 0 1 0 0,0-1 0 0 0,0 0 0 0 0,2-10-1 0 0,12-33-9 0 0,-12 19-147 0 0,-10 52 157 0 0,4-17 6 0 0,3-1-3 0 0,1 1 12 0 0,0-1 0 0 0,0 0 1 0 0,0-1-1 0 0,0 1 0 0 0,8 6 1 0 0,3 0-29 0 0,0 0-1 0 0,0 1 1 0 0,18 19 0 0 0,-25-22-52 0 0,1-1 0 0 0,-1 1 0 0 0,1-2 0 0 0,1 1 0 0 0,-1-1 1 0 0,16 7-1 0 0,-20-11 53 0 0,1 0 0 0 0,0-1 0 0 0,-1 1 0 0 0,1-1 0 0 0,0 0 0 0 0,0-1 0 0 0,0 1 0 0 0,0-1 0 0 0,0 0 0 0 0,0 0 0 0 0,0 0 0 0 0,0-1 1 0 0,0 0-1 0 0,0 0 0 0 0,-1 0 0 0 0,1 0 0 0 0,0-1 0 0 0,0 0 0 0 0,-1 0 0 0 0,1 0 0 0 0,3-3 0 0 0,-1 1 77 0 0,-1-1-1 0 0,0 0 1 0 0,0 0 0 0 0,-1 0-1 0 0,1 0 1 0 0,-1-1 0 0 0,0 0-1 0 0,-1 0 1 0 0,0 0 0 0 0,1-1-1 0 0,-2 1 1 0 0,5-10-1 0 0,-8 14 192 0 0,9-3 1063 0 0,-1 2-185 0 0,-3 20-1213 0 0,-2 0-1347 0 0,0-3-6803 0 0,-2-6 5039 0 0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01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80 608 0 0,'0'0'1004'0'0,"1"-20"824"0"0,-1 4-1024 0 0,0 6 577 0 0,5-3 151 0 0,-2 0-1268 0 0,2 8-464 0 0,6 2-3745 0 0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02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0 447 440 0 0,'0'0'1651'0'0,"4"-3"-890"0"0,6-4-297 0 0,-1-1 1 0 0,-1 0-1 0 0,0-1 1 0 0,0 0-1 0 0,-1 0 1 0 0,0-1-1 0 0,0 1 1 0 0,-1-2-1 0 0,0 1 1 0 0,-1-1-1 0 0,0 1 1 0 0,6-22-1 0 0,2-13 327 0 0,16-87 0 0 0,-24 35 386 0 0,-5 90-1004 0 0,-2-12 809 0 0,-3 35-492 0 0,1-2-541 0 0,-4 13 124 0 0,1 1 1 0 0,1 0 0 0 0,2 1 0 0 0,0 0 0 0 0,2-1 0 0 0,2 1 0 0 0,0 0-1 0 0,2 0 1 0 0,1-1 0 0 0,1 1 0 0 0,2-1 0 0 0,0 0 0 0 0,12 29 0 0 0,2-18 15 0 0,-19-37-77 0 0,0 0 0 0 0,1 0 0 0 0,-1 0 0 0 0,1 0 0 0 0,-1 0 0 0 0,1 0 0 0 0,0-1-1 0 0,0 1 1 0 0,-1-1 0 0 0,1 1 0 0 0,0-1 0 0 0,0 0 0 0 0,0 0 0 0 0,1 0-1 0 0,-1 0 1 0 0,0 0 0 0 0,3 0 0 0 0,-1-1-4 0 0,1 0 1 0 0,-1 0-1 0 0,1-1 1 0 0,-1 0-1 0 0,0 0 0 0 0,1 0 1 0 0,-1 0-1 0 0,0-1 0 0 0,0 1 1 0 0,0-1-1 0 0,0 0 1 0 0,0 0-1 0 0,0-1 0 0 0,0 1 1 0 0,-1-1-1 0 0,1 0 0 0 0,-1 0 1 0 0,0 0-1 0 0,0 0 1 0 0,0-1-1 0 0,0 1 0 0 0,-1-1 1 0 0,5-7-1 0 0,-5 8-2 0 0,-1 2 35 0 0,0-4-33 0 0,2 10-48 0 0,2 14 24 0 0,0 0 9 0 0,-5-18 10 0 0,1 0 1 0 0,-1 0 0 0 0,0 0-1 0 0,1 0 1 0 0,-1 0 0 0 0,1-1-1 0 0,0 1 1 0 0,-1 0 0 0 0,1-1 0 0 0,-1 1-1 0 0,1 0 1 0 0,0-1 0 0 0,0 1-1 0 0,-1 0 1 0 0,1-1 0 0 0,0 1-1 0 0,0-1 1 0 0,0 0 0 0 0,0 1-1 0 0,-1-1 1 0 0,1 0 0 0 0,0 1-1 0 0,0-1 1 0 0,0 0 0 0 0,0 0-1 0 0,0 0 1 0 0,0 0 0 0 0,0 0-1 0 0,0 0 1 0 0,0 0 0 0 0,0 0-1 0 0,1 0 1 0 0,2-1 5 0 0,0 0 0 0 0,0 0-1 0 0,0-1 1 0 0,0 1 0 0 0,0-1-1 0 0,-1 0 1 0 0,1 0 0 0 0,-1 0 0 0 0,1 0-1 0 0,2-4 1 0 0,23-17 58 0 0,-28 21-63 0 0,0 3-4 0 0,0-1 0 0 0,0 0 0 0 0,-1 0 0 0 0,1 1 0 0 0,0-1 0 0 0,0 1 0 0 0,-1-1 0 0 0,1 1 0 0 0,0-1 0 0 0,-1 1 0 0 0,1-1 1 0 0,0 1-1 0 0,-1 0 0 0 0,1-1 0 0 0,-1 1 0 0 0,1 0 0 0 0,-1-1 0 0 0,1 1 0 0 0,-1 0 0 0 0,0 0 0 0 0,1-1 0 0 0,-1 1 0 0 0,0 0 0 0 0,0 0 0 0 0,1 0 0 0 0,-1 0 1 0 0,0-1-1 0 0,0 1 0 0 0,0 1 0 0 0,2 45 47 0 0,-12 42 29 0 0,-20 69 23 0 0,-55 169 1 0 0,78-305-74 0 0,-2 0 0 0 0,-16 32 0 0 0,22-47 88 0 0,-1-1 1 0 0,1 0-1 0 0,-1 0 1 0 0,-1 0-1 0 0,1-1 1 0 0,-1 1-1 0 0,0-1 0 0 0,0 0 1 0 0,-1 0-1 0 0,1-1 1 0 0,-1 0-1 0 0,-9 6 1 0 0,14-10-79 0 0,0 0 0 0 0,0 0 0 0 0,0 0 0 0 0,0 0 0 0 0,0 0 0 0 0,0 1 0 0 0,0-2 0 0 0,0 1 0 0 0,0 0 0 0 0,0 0 0 0 0,0 0 0 0 0,0 0 0 0 0,0-1 0 0 0,0 1 0 0 0,0 0 0 0 0,0-1 0 0 0,0 1 0 0 0,0-1 0 0 0,1 1 0 0 0,-1-1 0 0 0,0 0 0 0 0,0 1 0 0 0,0-1 0 0 0,1 0 0 0 0,-1 1 0 0 0,-1-3 0 0 0,-13-21 437 0 0,11 10-360 0 0,1 1 1 0 0,0-1 0 0 0,1 1-1 0 0,0-1 1 0 0,1 0 0 0 0,1 1-1 0 0,0-1 1 0 0,1 0 0 0 0,0 0-1 0 0,1 1 1 0 0,1-1 0 0 0,0 1-1 0 0,1-1 1 0 0,0 1 0 0 0,10-20 0 0 0,-4 13-328 0 0,0 0 1 0 0,2 1-1 0 0,21-28 1 0 0,-19 29-916 0 0,2 0 1 0 0,0 1 0 0 0,21-16-1 0 0,2-1-6993 0 0,-26 22 4341 0 0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02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13549 0 0,'0'0'1'0'0,"19"-28"354"0"0,-12 26-459 0 0,0-1 1 0 0,1 1-1 0 0,-1 0 0 0 0,0 1 1 0 0,1 0-1 0 0,-1 0 1 0 0,15 1-1 0 0,-16 0-1085 0 0,0 0 1 0 0,0 1-1 0 0,1 0 0 0 0,-1 0 0 0 0,10 4 0 0 0,-6 1-2154 0 0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03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 15373 0 0,'2'7'124'0'0,"-2"1"440"0"0,-34-14-10176 0 0,18 3 6063 0 0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16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18 301 200 0 0,'-12'-3'3655'0'0,"6"0"-1904"0"0,10 1 1510 0 0,39-7-2902 0 0,-1-1 0 0 0,-1-2 0 0 0,0-2 1 0 0,-1-1-1 0 0,0-3 0 0 0,55-33 0 0 0,-87 47-302 0 0,-1 0 1 0 0,0-1-1 0 0,0 1 1 0 0,0-2-1 0 0,0 1 0 0 0,-1-1 1 0 0,0 0-1 0 0,0 0 0 0 0,0-1 1 0 0,-1 0-1 0 0,0 0 1 0 0,-1 0-1 0 0,1-1 0 0 0,-1 1 1 0 0,-1-1-1 0 0,6-15 0 0 0,-9 21-43 0 0,1 1-1 0 0,-1-1 1 0 0,0 1-1 0 0,0-1 1 0 0,0 1-1 0 0,0-1 1 0 0,0 1-1 0 0,-1-1 1 0 0,1 1-1 0 0,0-1 1 0 0,-1 1-1 0 0,1-1 1 0 0,-1 1-1 0 0,1-1 1 0 0,-1 1-1 0 0,1 0 1 0 0,-1-1-1 0 0,0 1 0 0 0,0 0 1 0 0,0 0-1 0 0,0-1 1 0 0,0 1-1 0 0,0 0 1 0 0,0 0-1 0 0,0 0 1 0 0,0 0-1 0 0,-1 1 1 0 0,1-1-1 0 0,0 0 1 0 0,-1 0-1 0 0,1 1 1 0 0,0-1-1 0 0,-1 1 1 0 0,1-1-1 0 0,-1 1 1 0 0,1-1-1 0 0,-1 1 0 0 0,1 0 1 0 0,-1 0-1 0 0,1 0 1 0 0,-1 0-1 0 0,1 0 1 0 0,-1 0-1 0 0,1 0 1 0 0,-2 1-1 0 0,-3-1 1 0 0,0 0 0 0 0,1 1 0 0 0,-1 0-1 0 0,0 0 1 0 0,1 1 0 0 0,-1-1 0 0 0,1 1 0 0 0,0 0-1 0 0,0 1 1 0 0,-1-1 0 0 0,-4 4 0 0 0,7-3-10 0 0,0-1 1 0 0,0 0-1 0 0,0 1 0 0 0,0 0 1 0 0,1-1-1 0 0,-1 1 1 0 0,1 0-1 0 0,-1 1 0 0 0,1-1 1 0 0,0 0-1 0 0,0 0 0 0 0,1 1 1 0 0,-1 0-1 0 0,1-1 1 0 0,0 1-1 0 0,0 0 0 0 0,0-1 1 0 0,0 1-1 0 0,0 0 1 0 0,1 0-1 0 0,0 0 0 0 0,0-1 1 0 0,0 1-1 0 0,0 0 0 0 0,1 0 1 0 0,-1 0-1 0 0,1 0 1 0 0,0-1-1 0 0,0 1 0 0 0,0 0 1 0 0,1-1-1 0 0,2 6 1 0 0,0-2 3 0 0,1 0 1 0 0,0 0-1 0 0,0 0 1 0 0,1-1-1 0 0,0 0 1 0 0,0 0-1 0 0,0 0 0 0 0,1-1 1 0 0,0 0-1 0 0,0 0 1 0 0,0-1-1 0 0,1 0 1 0 0,-1 0-1 0 0,10 3 1 0 0,6 1-12 0 0,0-1 1 0 0,0-1 0 0 0,1-1-1 0 0,0 0 1 0 0,0-2-1 0 0,45-1 1 0 0,-59-2-5 0 0,1 0 0 0 0,-1-1 0 0 0,1 0 0 0 0,-1-1 0 0 0,0-1 0 0 0,0 1 0 0 0,0-2 1 0 0,0 1-1 0 0,0-1 0 0 0,0-1 0 0 0,-1 0 0 0 0,0 0 0 0 0,0-1 0 0 0,-1 0 0 0 0,1 0 0 0 0,-1-1 0 0 0,0 0 0 0 0,10-13 0 0 0,-14 15 5 0 0,-1 0 0 0 0,0 0-1 0 0,0 0 1 0 0,0 0-1 0 0,0-1 1 0 0,-1 0 0 0 0,0 1-1 0 0,0-1 1 0 0,0 0 0 0 0,-1 0-1 0 0,0 0 1 0 0,0 0 0 0 0,-1 0-1 0 0,1 0 1 0 0,-1 0 0 0 0,-1 0-1 0 0,1 0 1 0 0,-1 0 0 0 0,0 0-1 0 0,-3-9 1 0 0,-4 2-54 0 0,2 20 38 0 0,1 20 25 0 0,6-9 4 0 0,0 0-1 0 0,1 0 1 0 0,0 0-1 0 0,7 21 0 0 0,5 39 31 0 0,-9-27-19 0 0,-3-1-1 0 0,-2 1 1 0 0,-9 76-1 0 0,7-111-13 0 0,-1-1 0 0 0,-1 1-1 0 0,0-1 1 0 0,-1 0-1 0 0,-1 0 1 0 0,-1 0 0 0 0,0-1-1 0 0,0 1 1 0 0,-1-2-1 0 0,-1 1 1 0 0,-1-1 0 0 0,1-1-1 0 0,-2 0 1 0 0,0 0-1 0 0,-16 13 1 0 0,9-12 7 0 0,0 0 0 0 0,-1-2 1 0 0,-1 0-1 0 0,0-1 0 0 0,-1 0 1 0 0,1-2-1 0 0,-31 8 0 0 0,39-13 1 0 0,-1 0 1 0 0,1 0-1 0 0,-1-2 0 0 0,1 1 0 0 0,-1-2 0 0 0,0 1 1 0 0,1-2-1 0 0,-1 0 0 0 0,1 0 0 0 0,-1-1 0 0 0,1-1 1 0 0,0 0-1 0 0,-1 0 0 0 0,-17-9 0 0 0,28 11-77 0 0,1 0-1 0 0,-1 1 1 0 0,1-1-1 0 0,-1 0 1 0 0,1 0-1 0 0,-1 0 1 0 0,1 0-1 0 0,0 0 1 0 0,-1-1-1 0 0,1 1 1 0 0,0 0-1 0 0,0-1 1 0 0,0 1-1 0 0,0-1 1 0 0,0 1-1 0 0,0-1 1 0 0,0 1-1 0 0,1-1 1 0 0,-1 1-1 0 0,1-1 1 0 0,-1 0-1 0 0,1 0 1 0 0,-1 1-1 0 0,1-1 1 0 0,0 0-1 0 0,0 1 1 0 0,0-1-1 0 0,0 0 1 0 0,0-3-1 0 0,2 0-578 0 0,-1 1-1 0 0,1-1 0 0 0,0 1 1 0 0,0-1-1 0 0,0 1 1 0 0,1 0-1 0 0,-1 0 1 0 0,1 0-1 0 0,5-5 1 0 0,7-10-2493 0 0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18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135 156 12457 0 0,'0'0'100'0'0,"-5"-3"-48"0"0,-15-11 39 0 0,1 0-1 0 0,-24-23 1 0 0,37 31 84 0 0,-1-1 0 0 0,1 0 0 0 0,1 0 0 0 0,-1 0 0 0 0,-7-16 0 0 0,12 22-119 0 0,-2-7 547 0 0,2 4-3103 0 0,9-13-7206 0 0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18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8261 0 0,'4'-113'608'0'0,"-4"112"-689"0"0,14-4-934 0 0,19 13-3227 0 0,-22-5 2251 0 0</inkml:trace>
  <inkml:trace contextRef="#ctx0" brushRef="#br0" timeOffset="1">485 297 6509 0 0,'14'7'4'0'0,"3"-2"-40"0"0,-4 2 4 0 0,1-3 48 0 0,0-1 20 0 0,6-1-16 0 0,-2-2-16 0 0,5 1 16 0 0,2-1-64 0 0,1-1-120 0 0,1-3-156 0 0,-2 1-685 0 0,-5-3-1083 0 0,2-1 480 0 0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23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199 602 224 0 0,'0'0'1123'0'0,"-11"-3"5618"0"0,11 4-6680 0 0,0-1 1 0 0,0 1-1 0 0,0 0 0 0 0,0-1 1 0 0,0 1-1 0 0,-1 0 0 0 0,1-1 1 0 0,0 1-1 0 0,0-1 0 0 0,-1 1 0 0 0,1 0 1 0 0,0-1-1 0 0,-1 1 0 0 0,1-1 1 0 0,-1 1-1 0 0,1-1 0 0 0,-1 1 1 0 0,1-1-1 0 0,-1 0 0 0 0,1 1 0 0 0,-1-1 1 0 0,1 1-1 0 0,-1-1 0 0 0,1 0 1 0 0,-1 0-1 0 0,0 1 0 0 0,1-1 1 0 0,-1 0-1 0 0,0 0 0 0 0,1 0 1 0 0,-1 0-1 0 0,0 1 0 0 0,1-1 0 0 0,-1 0 1 0 0,0 0-1 0 0,1 0 0 0 0,-1-1 1 0 0,0 1-1 0 0,0 0 0 0 0,-2 0 711 0 0,-41-14-116 0 0,31 15-656 0 0,10 0-6 0 0,3-1 25 0 0,0-1 13 0 0,0 1 1 0 0,0 0-1 0 0,0 0 1 0 0,0 0-1 0 0,0 0 1 0 0,0 0-1 0 0,0 0 1 0 0,0-1-1 0 0,0 1 1 0 0,0 0-1 0 0,0 0 1 0 0,0 0-1 0 0,0 0 1 0 0,0 0-1 0 0,0 0 0 0 0,0 0 1 0 0,0-1-1 0 0,-1 1 1 0 0,1 0-1 0 0,0 0 1 0 0,0 0-1 0 0,0 0 1 0 0,0 0-1 0 0,0 0 1 0 0,0 0-1 0 0,0 0 1 0 0,0 0-1 0 0,-1-1 1 0 0,1 1-1 0 0,0 0 1 0 0,0 0-1 0 0,0 0 0 0 0,0 0 1 0 0,0 0-1 0 0,0 0 1 0 0,-1 0-1 0 0,1 0 1 0 0,0 0-1 0 0,0 0 1 0 0,0 0-1 0 0,0 0 1 0 0,0 0-1 0 0,0 0 1 0 0,-1 0-1 0 0,1 0 1 0 0,0 0-1 0 0,0 0 1 0 0,0 0-1 0 0,0 0 0 0 0,0 1 1 0 0,0-1-1 0 0,-1 0 1 0 0,1 0-1 0 0,0 0 1 0 0,0 0-1 0 0,0 0 1 0 0,0 0-1 0 0,0 0 1 0 0,0 0-1 0 0,0 0 1 0 0,0 1-1 0 0,-7-17 935 0 0,4-12-697 0 0,2 0 0 0 0,0 0 1 0 0,2 0-1 0 0,1 0 1 0 0,2 0-1 0 0,12-49 0 0 0,-7 41-247 0 0,3 0-1 0 0,1 1 0 0 0,1 0 0 0 0,32-54 0 0 0,-40 79-18 0 0,1 1 0 0 0,0-1-1 0 0,1 1 1 0 0,0 1-1 0 0,0-1 1 0 0,0 1 0 0 0,1 1-1 0 0,1-1 1 0 0,12-6 0 0 0,-19 12-7 0 0,0 0 0 0 0,0 0 0 0 0,0 1 0 0 0,0-1 0 0 0,1 1 0 0 0,-1 0 0 0 0,1 0 0 0 0,-1 0 0 0 0,1 0 0 0 0,-1 1 0 0 0,1 0 0 0 0,-1-1 0 0 0,1 1 0 0 0,-1 0 0 0 0,1 1 0 0 0,-1-1 1 0 0,1 1-1 0 0,-1-1 0 0 0,1 1 0 0 0,-1 0 0 0 0,1 0 0 0 0,-1 1 0 0 0,0-1 0 0 0,0 1 0 0 0,0-1 0 0 0,1 1 0 0 0,-2 0 0 0 0,1 0 0 0 0,0 1 0 0 0,0-1 0 0 0,-1 1 0 0 0,1-1 0 0 0,-1 1 0 0 0,4 5 1 0 0,-2-2 1 0 0,0 2 0 0 0,-1-1 1 0 0,0 0-1 0 0,0 1 0 0 0,0-1 1 0 0,-1 1-1 0 0,0 0 0 0 0,0 0 1 0 0,-1 0-1 0 0,0 0 1 0 0,-1 0-1 0 0,0 0 0 0 0,0 0 1 0 0,-1 0-1 0 0,1 0 0 0 0,-4 11 1 0 0,-1 3 3 0 0,0-1 0 0 0,-1 0 1 0 0,-2 0-1 0 0,-16 35 1 0 0,9-31 11 0 0,-1 0 0 0 0,0-1 0 0 0,-2-1 0 0 0,-1 0 0 0 0,0-1 0 0 0,-44 36 0 0 0,-4-5-5 0 0,-77 46 0 0 0,143-99-7 0 0,1 0-1 0 0,-1 0 1 0 0,0 1 0 0 0,1-1 0 0 0,-1 0 0 0 0,1 1-1 0 0,-1-1 1 0 0,0 1 0 0 0,1-1 0 0 0,-1 0-1 0 0,1 1 1 0 0,0-1 0 0 0,-1 1 0 0 0,1-1-1 0 0,-1 1 1 0 0,1-1 0 0 0,0 1 0 0 0,-1 0-1 0 0,1-1 1 0 0,0 1 0 0 0,0 0 0 0 0,-1-1 0 0 0,1 1-1 0 0,0-1 1 0 0,0 1 0 0 0,0 1 0 0 0,14 4 44 0 0,42-3-27 0 0,-40-3-41 0 0,45 2-1098 0 0,91-7 0 0 0,-10-10-6962 0 0,-88 7 4238 0 0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25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301 112 340 0 0,'9'-12'2380'0'0,"23"-75"5502"0"0,-32 87-7860 0 0,0-1 1 0 0,0 1-1 0 0,0-1 0 0 0,0 1 1 0 0,0-1-1 0 0,0 1 1 0 0,0-1-1 0 0,0 1 1 0 0,0-1-1 0 0,0 1 0 0 0,-1-1 1 0 0,1 1-1 0 0,0-1 1 0 0,0 1-1 0 0,-1-1 1 0 0,1 1-1 0 0,0 0 1 0 0,-1-1-1 0 0,1 1 0 0 0,0-1 1 0 0,-1 1-1 0 0,1 0 1 0 0,-1-1-1 0 0,1 1 1 0 0,0 0-1 0 0,-1 0 1 0 0,1-1-1 0 0,-1 1 0 0 0,1 0 1 0 0,-1 0-1 0 0,1 0 1 0 0,-1-1-1 0 0,1 1 1 0 0,-1 0-1 0 0,1 0 0 0 0,-1 0 1 0 0,1 0-1 0 0,-1 0 1 0 0,1 0-1 0 0,-1 0 1 0 0,1 0-1 0 0,-1 0 1 0 0,1 0-1 0 0,-1 1 0 0 0,1-1 1 0 0,-1 0-1 0 0,1 0 1 0 0,-1 1-1 0 0,-27 0 397 0 0,6 3-271 0 0,1 1 1 0 0,-1 1 0 0 0,1 0-1 0 0,0 2 1 0 0,0 1-1 0 0,1 0 1 0 0,1 1 0 0 0,-1 1-1 0 0,-31 25 1 0 0,46-32-111 0 0,0 1 0 0 0,0 1 1 0 0,0-1-1 0 0,0 1 0 0 0,1 0 0 0 0,0-1 1 0 0,0 2-1 0 0,1-1 0 0 0,-1 0 0 0 0,1 1 1 0 0,1 0-1 0 0,-1 0 0 0 0,-1 9 0 0 0,3-12-21 0 0,1 0 0 0 0,-1 0 0 0 0,1 0 0 0 0,0 0 0 0 0,0 0 0 0 0,0 1 0 0 0,0-1 0 0 0,1 0 0 0 0,0 0 0 0 0,0 0 0 0 0,0 0 0 0 0,0-1-1 0 0,1 1 1 0 0,-1 0 0 0 0,1 0 0 0 0,0-1 0 0 0,0 1 0 0 0,0-1 0 0 0,1 1 0 0 0,-1-1 0 0 0,1 0 0 0 0,0 0 0 0 0,0 0 0 0 0,3 2 0 0 0,7 4 6 0 0,0-1 0 0 0,1 0 1 0 0,0-1-1 0 0,0-1 0 0 0,1 0 1 0 0,-1-1-1 0 0,1-1 0 0 0,0 0 1 0 0,1-1-1 0 0,-1-1 0 0 0,1 0 1 0 0,-1-1-1 0 0,1-1 0 0 0,17-1 1 0 0,-5-1-1 0 0,1-1 1 0 0,-1-2-1 0 0,0-1 1 0 0,0-1-1 0 0,0-1 1 0 0,47-22-1 0 0,-56 21 26 0 0,1-1 1 0 0,-2-1-1 0 0,0-1 0 0 0,0-1 0 0 0,-1 0 0 0 0,-1-1 0 0 0,0-1 0 0 0,-1 0 0 0 0,22-28 0 0 0,-18 7 880 0 0,-18 34-616 0 0,-15 23 241 0 0,11-18-544 0 0,1 0 0 0 0,-1 1-1 0 0,1 0 1 0 0,1 0 0 0 0,-1-1-1 0 0,0 1 1 0 0,1 0 0 0 0,0 0-1 0 0,0 1 1 0 0,0-1 0 0 0,0 0-1 0 0,1 0 1 0 0,0 0 0 0 0,-1 1-1 0 0,1-1 1 0 0,1 0 0 0 0,-1 0-1 0 0,1 0 1 0 0,0 1 0 0 0,0-1-1 0 0,2 5 1 0 0,-2-8 0 0 0,0 1-1 0 0,0-1 1 0 0,0 0-1 0 0,0 0 1 0 0,0-1 0 0 0,0 1-1 0 0,1 0 1 0 0,-1 0 0 0 0,0-1-1 0 0,0 1 1 0 0,1 0 0 0 0,-1-1-1 0 0,1 1 1 0 0,-1-1-1 0 0,0 0 1 0 0,1 1 0 0 0,-1-1-1 0 0,1 0 1 0 0,-1 0 0 0 0,1 0-1 0 0,-1 0 1 0 0,1 0 0 0 0,-1 0-1 0 0,3-1 1 0 0,36-7 19 0 0,15-17 42 0 0,-42 17-79 0 0,1 2 0 0 0,-1 0 0 0 0,28-8 0 0 0,-39 14-22 0 0,3 1 25 0 0,-1-1 0 0 0,0 1 0 0 0,0 0 0 0 0,0 1 0 0 0,0-1-1 0 0,0 1 1 0 0,0 0 0 0 0,0 0 0 0 0,0 0 0 0 0,0 0 0 0 0,-1 1-1 0 0,1 0 1 0 0,2 3 0 0 0,34 18 18 0 0,-28-20-2 0 0,-1-1-1 0 0,1 0 1 0 0,0-1 0 0 0,0-1-1 0 0,0 1 1 0 0,0-2 0 0 0,0 0-1 0 0,0 0 1 0 0,0-1 0 0 0,18-4-1 0 0,-22 3-5 0 0,0 0-1 0 0,0-1 1 0 0,-1 0-1 0 0,1 0 1 0 0,-1-1-1 0 0,0 1 1 0 0,0-2-1 0 0,0 1 1 0 0,-1-1-1 0 0,1 0 1 0 0,-1 0-1 0 0,0-1 0 0 0,-1 0 1 0 0,1 0-1 0 0,-1 0 1 0 0,6-11-1 0 0,1-3-2 0 0,-4 9 3 0 0,0-1 1 0 0,-1 0 0 0 0,-1 0 0 0 0,0-1 0 0 0,5-18 0 0 0,-11 29-25 0 0,-2 7-132 0 0,-10 21 164 0 0,-77 184 101 0 0,77-175-98 0 0,2 0 0 0 0,1 1-1 0 0,1 0 1 0 0,-3 49 0 0 0,2-23 84 0 0,6-43 894 0 0,19-59-492 0 0,5-7-428 0 0,2 1 0 0 0,2 1-1 0 0,2 0 1 0 0,40-48 0 0 0,-55 77-77 0 0,1 1 0 0 0,1 0 1 0 0,0 1-1 0 0,1 0 0 0 0,1 1 1 0 0,0 1-1 0 0,0 0 0 0 0,1 1 0 0 0,1 1 1 0 0,0 1-1 0 0,0 0 0 0 0,21-6 1 0 0,-36 14-2 0 0,0 0 0 0 0,0 1 1 0 0,0-1-1 0 0,0 1 1 0 0,0 0-1 0 0,1 0 0 0 0,-1 0 1 0 0,0 0-1 0 0,0 0 1 0 0,0 1-1 0 0,0 0 1 0 0,1-1-1 0 0,4 3 0 0 0,-6-2 3 0 0,-1 0 0 0 0,1 0 0 0 0,-1-1 0 0 0,1 1 0 0 0,-1 0 0 0 0,0 0 0 0 0,0 0-1 0 0,1 1 1 0 0,-1-1 0 0 0,0 0 0 0 0,0 0 0 0 0,0 1 0 0 0,0-1 0 0 0,0 0 0 0 0,-1 1-1 0 0,1-1 1 0 0,0 1 0 0 0,-1-1 0 0 0,1 1 0 0 0,-1 0 0 0 0,1-1 0 0 0,-1 1 0 0 0,0-1-1 0 0,1 1 1 0 0,-1 2 0 0 0,-1-1 3 0 0,1-1-1 0 0,-1 1 0 0 0,0-1 1 0 0,0 1-1 0 0,0-1 0 0 0,-1 0 1 0 0,1 1-1 0 0,0-1 0 0 0,-1 0 1 0 0,1 0-1 0 0,-1 0 1 0 0,0 0-1 0 0,0 0 0 0 0,0 0 1 0 0,0-1-1 0 0,0 1 0 0 0,0-1 1 0 0,-3 2-1 0 0,-42 24 27 0 0,46-26-27 0 0,-23 11-892 0 0,-1-2-1 0 0,-44 12 1 0 0,-13-6-8782 0 0,62-14 5386 0 0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19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508 143 244 0 0,'1'-5'387'0'0,"0"0"-1"0"0,0 0 0 0 0,0-1 1 0 0,-1 1-1 0 0,1 0 1 0 0,-1-1-1 0 0,-1 1 1 0 0,1 0-1 0 0,-1 0 1 0 0,0-1-1 0 0,0 1 1 0 0,0 0-1 0 0,-1 0 1 0 0,0 0-1 0 0,0 0 1 0 0,0 0-1 0 0,0 1 1 0 0,-6-9-1 0 0,4 9-239 0 0,1 1-1 0 0,-1 0 1 0 0,0-1-1 0 0,0 1 1 0 0,0 1-1 0 0,-1-1 1 0 0,1 0-1 0 0,-1 1 1 0 0,0 0-1 0 0,1 0 1 0 0,-1 1-1 0 0,0-1 1 0 0,0 1-1 0 0,0 0 1 0 0,0 0-1 0 0,0 1 1 0 0,0-1-1 0 0,0 1 0 0 0,-8 1 1 0 0,-10 2 62 0 0,1 0 0 0 0,-1 2 0 0 0,0 0 0 0 0,1 2 0 0 0,0 0 1 0 0,1 2-1 0 0,-1 0 0 0 0,2 1 0 0 0,-1 1 0 0 0,2 1 0 0 0,-1 1 0 0 0,2 1 0 0 0,0 0 0 0 0,0 2 0 0 0,-29 33 1 0 0,43-45-182 0 0,1 0 1 0 0,0 0 0 0 0,0 0-1 0 0,1 0 1 0 0,-1 1 0 0 0,1-1-1 0 0,0 1 1 0 0,0-1 0 0 0,0 1-1 0 0,0 0 1 0 0,1 0 0 0 0,0 0-1 0 0,0 0 1 0 0,1 0 0 0 0,-1 0-1 0 0,1 0 1 0 0,0 0 0 0 0,0 0-1 0 0,1 0 1 0 0,-1 0 0 0 0,1 0-1 0 0,0 0 1 0 0,1 0 0 0 0,-1-1-1 0 0,1 1 1 0 0,0 0 0 0 0,0-1-1 0 0,0 1 1 0 0,1-1 0 0 0,0 0-1 0 0,0 0 1 0 0,0 0 0 0 0,5 6-1 0 0,2-1 7 0 0,0 0-1 0 0,0-1 0 0 0,1 0 0 0 0,0-1 0 0 0,1 0 0 0 0,-1-1 0 0 0,1 0 0 0 0,1 0 0 0 0,-1-2 0 0 0,1 1 0 0 0,20 3 0 0 0,-9-4-20 0 0,1-1 0 0 0,1-2 0 0 0,-1 0 0 0 0,0-1 0 0 0,0-2 0 0 0,0 0 0 0 0,0-2 0 0 0,0-1 0 0 0,26-9 0 0 0,-13 2-26 0 0,-1-2-1 0 0,0-1 0 0 0,0-2 0 0 0,66-44 1 0 0,-46 15-50 0 0,-54 40 43 0 0,-3 6 18 0 0,0 0-1 0 0,0 0 0 0 0,0 0 0 0 0,0 1 1 0 0,0-1-1 0 0,1 0 0 0 0,-1 0 0 0 0,0 0 1 0 0,0 0-1 0 0,0 0 0 0 0,0 0 0 0 0,0 0 1 0 0,0 0-1 0 0,0 0 0 0 0,0 0 0 0 0,0 0 1 0 0,0 0-1 0 0,0 0 0 0 0,1 0 0 0 0,-1 0 1 0 0,0 0-1 0 0,0 0 0 0 0,0 0 0 0 0,0 0 1 0 0,0 0-1 0 0,0 0 0 0 0,0 0 0 0 0,0 0 1 0 0,0 0-1 0 0,0 0 0 0 0,0 0 0 0 0,1 0 1 0 0,-1 0-1 0 0,0 0 0 0 0,0 0 0 0 0,0 0 1 0 0,0 0-1 0 0,0 0 0 0 0,0 0 0 0 0,0-1 1 0 0,0 1-1 0 0,0 0 0 0 0,0 0 0 0 0,0 0 1 0 0,0 0-1 0 0,0 0 0 0 0,0 0 0 0 0,0 0 1 0 0,1 0-1 0 0,-1 0 0 0 0,0 0 0 0 0,0 0 1 0 0,0-1-1 0 0,0 1 0 0 0,0 0 0 0 0,0 0 1 0 0,0 0-1 0 0,0 0 0 0 0,0 0 0 0 0,0 0 1 0 0,0 0-1 0 0,0 0 0 0 0,0 0 0 0 0,-1-1 1 0 0,3 4 1 0 0,0 0 1 0 0,-1-1-1 0 0,1 1 0 0 0,0-1 1 0 0,0 0-1 0 0,0 1 1 0 0,1-1-1 0 0,-1 0 1 0 0,0 0-1 0 0,1 0 1 0 0,-1-1-1 0 0,1 1 0 0 0,0-1 1 0 0,-1 1-1 0 0,1-1 1 0 0,4 1-1 0 0,2 0 24 0 0,0 0 0 0 0,0-1 1 0 0,0 0-1 0 0,17-1 0 0 0,-26 0-22 0 0,0 0 0 0 0,1 0 0 0 0,-1 0 0 0 0,0 0 1 0 0,1 0-1 0 0,-1-1 0 0 0,0 1 0 0 0,0 0 0 0 0,1 0 0 0 0,-1 0 0 0 0,0-1 1 0 0,1 1-1 0 0,-1 0 0 0 0,0-1 0 0 0,0 1 0 0 0,0 0 0 0 0,1 0 1 0 0,-1-1-1 0 0,0 1 0 0 0,0 0 0 0 0,0-1 0 0 0,0 1 0 0 0,1 0 1 0 0,-1-1-1 0 0,0 1 0 0 0,0 0 0 0 0,0-1 0 0 0,0 1 0 0 0,0 0 0 0 0,0-1 1 0 0,0 1-1 0 0,0-1 0 0 0,0 1 0 0 0,0 0 0 0 0,0-1 0 0 0,0 1 1 0 0,-1 0-1 0 0,1-1 0 0 0,0 1 0 0 0,0-1 0 0 0,-7-16 37 0 0,5 13-39 0 0,-1 1 0 0 0,0 0-1 0 0,0 0 1 0 0,0 0 0 0 0,0 1-1 0 0,0-1 1 0 0,0 1 0 0 0,-1 0 0 0 0,1 0-1 0 0,-1 0 1 0 0,0 0 0 0 0,-4-2-1 0 0,-5-1-236 0 0,11 4-137 0 0,-7-1-490 0 0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19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230 156 20 0 0,'-4'-14'931'0'0,"-1"-1"-1"0"0,0 1 1 0 0,-2 0-1 0 0,-11-20 1 0 0,15 29-522 0 0,-1-1 1 0 0,1 1-1 0 0,-1 0 1 0 0,0 0-1 0 0,0 1 1 0 0,0-1-1 0 0,-1 1 1 0 0,0 0-1 0 0,0 0 1 0 0,0 1-1 0 0,0-1 1 0 0,0 1-1 0 0,-10-4 1 0 0,13 7-333 0 0,1 0 0 0 0,-1-1-1 0 0,0 1 1 0 0,0 1 0 0 0,0-1 0 0 0,0 0 0 0 0,0 0 0 0 0,0 1 0 0 0,0-1 0 0 0,0 1 0 0 0,0-1 0 0 0,1 1 0 0 0,-1 0 0 0 0,0 0 0 0 0,0 0 0 0 0,1 0 0 0 0,-1 0 0 0 0,1 0 0 0 0,-1 0 0 0 0,1 1 0 0 0,-1-1 0 0 0,1 1 0 0 0,0-1 0 0 0,0 1 0 0 0,-1-1-1 0 0,1 1 1 0 0,0 0 0 0 0,1-1 0 0 0,-1 1 0 0 0,0 0 0 0 0,0 0 0 0 0,0 2 0 0 0,-4 8 101 0 0,1 0-1 0 0,0 1 0 0 0,-3 15 1 0 0,-6 62 290 0 0,4 0 0 0 0,3 1 0 0 0,8 97 0 0 0,-1-60-104 0 0,5 255-251 0 0,-8-364-96 0 0,-1-8-1944 0 0,-22-34-9719 0 0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20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0 749 456 0 0,'131'-77'3032'0'0,"-73"44"-1848"0"0,58-42-1 0 0,-99 62-986 0 0,0-1-1 0 0,-1 0 1 0 0,-1-1-1 0 0,0-1 1 0 0,-1-1-1 0 0,0 0 1 0 0,15-26-1 0 0,-4-2 341 0 0,36-85 0 0 0,-55 114-256 0 0,0-2-1 0 0,-2 1 0 0 0,0 0 1 0 0,0-1-1 0 0,-2 0 1 0 0,0 0-1 0 0,-1 0 1 0 0,-2-30-1 0 0,0 33 340 0 0,1 13-548 0 0,0 0 0 0 0,0 0 0 0 0,0 0 0 0 0,0 0-1 0 0,-1 0 1 0 0,1 0 0 0 0,0 0 0 0 0,-1 1 0 0 0,1-1-1 0 0,-1 0 1 0 0,0 0 0 0 0,0 0 0 0 0,0 0 0 0 0,0 1-1 0 0,0-1 1 0 0,0 0 0 0 0,-2-1 0 0 0,2 1 163 0 0,-25 35 591 0 0,9 8-403 0 0,1 1 0 0 0,1 0 0 0 0,3 1 0 0 0,2 0 0 0 0,-7 60 0 0 0,-6 229 855 0 0,23-322-1239 0 0,-6 257 735 0 0,-11-174-374 0 0,17-91-374 0 0,0 0 10 0 0,0-1-1 0 0,0 1 1 0 0,0 0 0 0 0,-1-1 0 0 0,1 1 0 0 0,0 0-1 0 0,-1-1 1 0 0,1 1 0 0 0,-1-1 0 0 0,0 1-1 0 0,1-1 1 0 0,-1 1 0 0 0,-1 2 0 0 0,-4-1-3225 0 0,-22-20 926 0 0,-7 2-6690 0 0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20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21 132 0 0,'0'0'7609'0'0,"4"1"-7205"0"0,12 1-100 0 0,0 0 0 0 0,0-2 0 0 0,0 0 0 0 0,0-1 0 0 0,0 0 1 0 0,0-2-1 0 0,17-4 0 0 0,15-1 176 0 0,-32 6-377 0 0,3 0-1654 0 0,-7 1-3591 0 0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2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35 251 11169 0 0,'-21'8'54'0'0,"9"-7"-55"0"0,10 0 95 0 0,10-2-60 0 0,21-3 11 0 0,26-4 42 0 0,80-21 0 0 0,-120 25-77 0 0,-1 0 1 0 0,0-1-1 0 0,0-1 1 0 0,-1-1-1 0 0,0 1 1 0 0,0-2-1 0 0,0 0 1 0 0,-1-1-1 0 0,0 0 1 0 0,-1 0 0 0 0,11-12-1 0 0,-19 18 2 0 0,-1 0 0 0 0,0 0 0 0 0,1 0 0 0 0,-1 0 0 0 0,-1-1 0 0 0,1 1-1 0 0,0-1 1 0 0,-1 1 0 0 0,0-1 0 0 0,0 1 0 0 0,0-1 0 0 0,0 0 0 0 0,0 0 0 0 0,-1 1 0 0 0,0-1 0 0 0,0 0 0 0 0,0 0 0 0 0,0 1-1 0 0,-2-9 1 0 0,1 10-2 0 0,1-1 0 0 0,-2 1-1 0 0,1-1 1 0 0,0 1 0 0 0,0 0 0 0 0,-1-1-1 0 0,1 1 1 0 0,-1 0 0 0 0,0 0 0 0 0,0 0-1 0 0,0 0 1 0 0,0 0 0 0 0,0 0-1 0 0,0 1 1 0 0,0-1 0 0 0,-1 1 0 0 0,1-1-1 0 0,0 1 1 0 0,-1 0 0 0 0,0 0-1 0 0,1 0 1 0 0,-1 0 0 0 0,1 0 0 0 0,-1 1-1 0 0,0-1 1 0 0,1 1 0 0 0,-1 0-1 0 0,-3 0 1 0 0,0 0 11 0 0,-1 0-1 0 0,1 1 1 0 0,-1-1-1 0 0,1 1 0 0 0,0 1 1 0 0,0-1-1 0 0,-1 1 1 0 0,1 0-1 0 0,0 1 1 0 0,1-1-1 0 0,-1 1 1 0 0,0 1-1 0 0,1-1 1 0 0,0 1-1 0 0,0-1 1 0 0,0 2-1 0 0,0-1 1 0 0,0 0-1 0 0,1 1 1 0 0,0 0-1 0 0,0 0 0 0 0,0 0 1 0 0,-5 11-1 0 0,6-12-9 0 0,1 1 0 0 0,0-1 0 0 0,0 0 0 0 0,1 1 0 0 0,-1 0 0 0 0,1-1 0 0 0,0 1 0 0 0,0 0 0 0 0,1 0 0 0 0,-1-1 0 0 0,1 1 0 0 0,0 0 0 0 0,1 0 0 0 0,-1 0 0 0 0,1 0 0 0 0,0-1 0 0 0,0 1 0 0 0,0 0 0 0 0,0-1 0 0 0,1 1 0 0 0,0-1 0 0 0,0 1 0 0 0,0-1 1 0 0,1 0-1 0 0,0 0 0 0 0,-1 0 0 0 0,1 0 0 0 0,0-1 0 0 0,1 1 0 0 0,-1-1 0 0 0,7 5 0 0 0,0 1-1 0 0,0-1 1 0 0,1 0-1 0 0,0-1 1 0 0,0 0-1 0 0,1-1 1 0 0,-1 0-1 0 0,1-1 1 0 0,1 0-1 0 0,-1-1 1 0 0,1 0-1 0 0,0-1 1 0 0,0-1-1 0 0,0 0 1 0 0,20 0 0 0 0,3-2-22 0 0,0-2 1 0 0,0-2 0 0 0,0-1-1 0 0,52-14 1 0 0,-65 11-5 0 0,0 0-1 0 0,-1-1 1 0 0,38-22-1 0 0,-43 21 9 0 0,-1-1-1 0 0,26-23 1 0 0,-36 29 8 0 0,-1 0 1 0 0,1-1-1 0 0,-1 1 1 0 0,0-1 0 0 0,0 0-1 0 0,-1-1 1 0 0,1 1-1 0 0,-1-1 1 0 0,-1 0 0 0 0,0 1-1 0 0,0-2 1 0 0,0 1 0 0 0,2-8-1 0 0,-5 14 7 0 0,0 0 0 0 0,0-1-1 0 0,0 1 1 0 0,0 0 0 0 0,0 0-1 0 0,-1-1 1 0 0,1 1 0 0 0,0 0-1 0 0,-1 0 1 0 0,1 0 0 0 0,0-1 0 0 0,-1 1-1 0 0,1 0 1 0 0,-1 0 0 0 0,0 0-1 0 0,1 0 1 0 0,-1 0 0 0 0,0 0-1 0 0,0 0 1 0 0,0 0 0 0 0,0 0-1 0 0,0 0 1 0 0,0 1 0 0 0,0-1 0 0 0,-2-1-1 0 0,1 1 17 0 0,-1 0 1 0 0,1 1-1 0 0,-1-1 0 0 0,1 1 0 0 0,-1 0 0 0 0,1 0 0 0 0,-1-1 0 0 0,0 2 0 0 0,1-1 1 0 0,-1 0-1 0 0,1 0 0 0 0,-3 2 0 0 0,-4 0 73 0 0,1 0 1 0 0,-1 1-1 0 0,1 0 0 0 0,0 1 0 0 0,0 0 1 0 0,-10 7-1 0 0,13-8-29 0 0,1 1 0 0 0,0-1-1 0 0,0 1 1 0 0,0 0 0 0 0,0 0 0 0 0,0 0-1 0 0,1 0 1 0 0,0 1 0 0 0,0 0 0 0 0,0-1-1 0 0,0 1 1 0 0,1 0 0 0 0,0 1 0 0 0,0-1-1 0 0,0 0 1 0 0,-1 7 0 0 0,3-8-43 0 0,0 1-1 0 0,0 0 1 0 0,1-1-1 0 0,-1 1 1 0 0,1 0-1 0 0,0-1 1 0 0,0 1-1 0 0,0-1 1 0 0,1 1-1 0 0,0-1 1 0 0,0 0-1 0 0,0 1 1 0 0,0-1 0 0 0,0 0-1 0 0,1 0 1 0 0,0-1-1 0 0,0 1 1 0 0,0-1-1 0 0,7 7 1 0 0,-1-2-416 0 0,1 1 1 0 0,0-1-1 0 0,1-1 0 0 0,-1 1 1 0 0,15 5-1 0 0,35 11-6597 0 0,-29-13 3271 0 0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41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1129 220 0 0,'183'-160'8415'0'0,"109"-108"-7557"0"0,-108 84-69 0 0,-107 97-525 0 0,73-106 1 0 0,-139 177-208 0 0,56-84 218 0 0,-62 92-191 0 0,-1-1 0 0 0,1 1-1 0 0,-2-1 1 0 0,1-1 0 0 0,-1 1-1 0 0,-1 0 1 0 0,1-1-1 0 0,-2 0 1 0 0,2-12 0 0 0,-3 21-76 0 0,0 1 1 0 0,0-1-1 0 0,0 1 1 0 0,0-1-1 0 0,0 0 0 0 0,0 1 1 0 0,0-1-1 0 0,0 1 1 0 0,0-1-1 0 0,0 0 1 0 0,-1 1-1 0 0,1-1 1 0 0,0 1-1 0 0,0-1 1 0 0,-1 1-1 0 0,1-1 0 0 0,0 1 1 0 0,0-1-1 0 0,-1 1 1 0 0,1-1-1 0 0,-1 1 1 0 0,1-1-1 0 0,0 1 1 0 0,-1 0-1 0 0,1-1 0 0 0,-1 1 1 0 0,1-1-1 0 0,-1 1 1 0 0,1 0-1 0 0,-1 0 1 0 0,0-1-1 0 0,1 1 1 0 0,-1 0-1 0 0,1 0 1 0 0,-1 0-1 0 0,1 0 0 0 0,-1-1 1 0 0,0 1-1 0 0,1 0 1 0 0,-1 0-1 0 0,1 0 1 0 0,-1 0-1 0 0,0 1 1 0 0,1-1-1 0 0,-1 0 0 0 0,1 0 1 0 0,-1 0-1 0 0,0 0 1 0 0,1 1-1 0 0,-1-1 1 0 0,1 0-1 0 0,-1 0 1 0 0,1 1-1 0 0,-1-1 1 0 0,1 0-1 0 0,-1 1 0 0 0,1-1 1 0 0,-1 1-1 0 0,-26 18 60 0 0,18-9-42 0 0,0 1 1 0 0,0 0-1 0 0,1 0 1 0 0,1 0 0 0 0,0 1-1 0 0,0 0 1 0 0,1 0-1 0 0,-7 23 1 0 0,1 0 22 0 0,3 0 1 0 0,-6 39 0 0 0,8-14 24 0 0,2 0-1 0 0,4 64 1 0 0,-3 65 119 0 0,-6-153 140 0 0,9-36-316 0 0,1 1-1 0 0,0 0 0 0 0,-1 0 0 0 0,1 0 0 0 0,-1 0 0 0 0,1-1 0 0 0,-1 1 0 0 0,1 0 0 0 0,-1-1 0 0 0,1 1 0 0 0,-1 0 0 0 0,0-1 0 0 0,1 1 0 0 0,-1 0 0 0 0,0-1 0 0 0,0 1 0 0 0,1-1 0 0 0,-1 0 0 0 0,0 1 0 0 0,0-1 0 0 0,0 0 0 0 0,0 1 0 0 0,0-1 1 0 0,0 0-1 0 0,1 0 0 0 0,-1 0 0 0 0,0 0 0 0 0,0 1 0 0 0,0-1 0 0 0,0-1 0 0 0,0 1 0 0 0,0 0 0 0 0,0 0 0 0 0,0 0 0 0 0,0 0 0 0 0,1-1 0 0 0,-1 1 0 0 0,0 0 0 0 0,0-1 0 0 0,0 1 0 0 0,-1-1 0 0 0,-5-4-9 0 0,0 0 0 0 0,-1 0 0 0 0,2-1 0 0 0,-1 0 0 0 0,1 0 0 0 0,0-1 0 0 0,0 1 0 0 0,0-1 0 0 0,1 0 0 0 0,0-1-1 0 0,1 1 1 0 0,-4-9 0 0 0,-2 6-468 0 0,4 6-1387 0 0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43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214 364 116 0 0,'1'-3'514'0'0,"0"0"-1"0"0,0-1 1 0 0,0 1-1 0 0,1 0 1 0 0,-1 0-1 0 0,1 0 1 0 0,0 0-1 0 0,0 0 1 0 0,0 0-1 0 0,3-4 1 0 0,-3 6 3 0 0,-1-1-361 0 0,10-27 4663 0 0,-11 29-4773 0 0,0-1 0 0 0,0 0 0 0 0,0 1-1 0 0,0-1 1 0 0,0 1 0 0 0,-1-1 0 0 0,1 0 0 0 0,0 1 0 0 0,0-1 0 0 0,0 0 0 0 0,-1 1 0 0 0,1-1-1 0 0,0 1 1 0 0,-1-1 0 0 0,1 1 0 0 0,-1-1 0 0 0,1 1 0 0 0,0-1 0 0 0,-1 1 0 0 0,1-1 0 0 0,-1 1 0 0 0,1 0-1 0 0,-1-1 1 0 0,1 1 0 0 0,-1-1 0 0 0,0 1 0 0 0,1 0 0 0 0,-1 0 0 0 0,1-1 0 0 0,-1 1 0 0 0,0 0-1 0 0,1 0 1 0 0,-2 0 0 0 0,-1-1 89 0 0,-13 1 360 0 0,9-1-525 0 0,6 1 59 0 0,0 0 1 0 0,1 0-1 0 0,-1 0 1 0 0,0 0-1 0 0,1 0 0 0 0,-1 0 1 0 0,0 0-1 0 0,1 0 1 0 0,-1 0-1 0 0,0-1 1 0 0,1 1-1 0 0,-1 0 0 0 0,0 0 1 0 0,1-1-1 0 0,-1 1 1 0 0,1 0-1 0 0,-1-1 1 0 0,0 1-1 0 0,1 0 1 0 0,-1-1-1 0 0,1 1 0 0 0,-1-1 1 0 0,1 1-1 0 0,0-1 1 0 0,-1 1-1 0 0,1-1 1 0 0,-1 0-1 0 0,1 1 0 0 0,0-1 1 0 0,-1 1-1 0 0,1-1 1 0 0,0 0-1 0 0,0 1 1 0 0,0-1-1 0 0,0 0 0 0 0,-1 1 1 0 0,1-2-1 0 0,-1 2-27 0 0,-1-1-1 0 0,0 1 1 0 0,0 0-1 0 0,1 0 1 0 0,-1 0-1 0 0,0 0 1 0 0,1 0-1 0 0,-1 0 1 0 0,0 0-1 0 0,0 0 1 0 0,1 1-1 0 0,-1-1 1 0 0,0 1-1 0 0,1-1 0 0 0,-1 1 1 0 0,1 0-1 0 0,-1 0 1 0 0,-2 1-1 0 0,-32 14 13 0 0,24-9 8 0 0,1 0 1 0 0,0 0-1 0 0,0 1 0 0 0,0 0 0 0 0,1 1 0 0 0,-13 15 0 0 0,20-21-9 0 0,0 1 1 0 0,0-1-1 0 0,0 1 0 0 0,1 0 1 0 0,0-1-1 0 0,0 1 0 0 0,0 0 1 0 0,0 0-1 0 0,0 1 0 0 0,1-1 0 0 0,0 0 1 0 0,0 1-1 0 0,0-1 0 0 0,0 0 1 0 0,1 1-1 0 0,-1-1 0 0 0,1 1 1 0 0,0-1-1 0 0,1 1 0 0 0,-1-1 0 0 0,1 1 1 0 0,1 4-1 0 0,0-6-5 0 0,0 1 0 0 0,-1-1 0 0 0,2 0 0 0 0,-1 0 0 0 0,0 0-1 0 0,0 0 1 0 0,1-1 0 0 0,0 1 0 0 0,-1-1 0 0 0,1 1 0 0 0,0-1 0 0 0,0 0 0 0 0,0 0 0 0 0,1 0-1 0 0,-1-1 1 0 0,0 1 0 0 0,1-1 0 0 0,-1 0 0 0 0,1 0 0 0 0,-1 0 0 0 0,1 0 0 0 0,0 0 0 0 0,6-1 0 0 0,8 2 11 0 0,0-1 0 0 0,1-1 0 0 0,21-3 1 0 0,-4-2 4 0 0,0-2 0 0 0,0-1 0 0 0,-1-1 1 0 0,0-3-1 0 0,0 0 0 0 0,62-34 0 0 0,-76 36-5 0 0,-1-1 1 0 0,-1-2-1 0 0,0 0 0 0 0,29-25 1 0 0,-47 36-12 0 0,13-14 190 0 0,-27 32-198 0 0,10-12 12 0 0,2-2-6 0 0,-2 5 18 0 0,-11 18 132 0 0,11-21-147 0 0,1-1 0 0 0,-1 1 0 0 0,1 0 0 0 0,0 0 1 0 0,1 0-1 0 0,-1 0 0 0 0,1 0 0 0 0,-1 0 1 0 0,0 8-1 0 0,-11 44 128 0 0,13-54-92 0 0,4 7 37 0 0,-4-8-75 0 0,0-1 1 0 0,0 1-1 0 0,0-1 1 0 0,0 1-1 0 0,0-1 1 0 0,1 1-1 0 0,-1 0 1 0 0,0-1 0 0 0,0 1-1 0 0,0-1 1 0 0,0 1-1 0 0,0-1 1 0 0,1 1-1 0 0,-1-1 1 0 0,0 0 0 0 0,1 1-1 0 0,-1-1 1 0 0,0 1-1 0 0,1-1 1 0 0,-1 1-1 0 0,0-1 1 0 0,1 0 0 0 0,-1 1-1 0 0,1-1 1 0 0,-1 0-1 0 0,1 1 1 0 0,-1-1-1 0 0,1 0 1 0 0,-1 0-1 0 0,1 0 1 0 0,-1 1 0 0 0,1-1-1 0 0,-1 0 1 0 0,1 0-1 0 0,-1 0 1 0 0,1 0-1 0 0,-1 0 1 0 0,2 0 0 0 0,2-1 5 0 0,0 0 1 0 0,0 0-1 0 0,0-1 1 0 0,0 0-1 0 0,0 1 1 0 0,0-1-1 0 0,0-1 1 0 0,-1 1 0 0 0,1-1-1 0 0,-1 1 1 0 0,1-1-1 0 0,-1 0 1 0 0,0 0-1 0 0,0 0 1 0 0,0-1-1 0 0,-1 1 1 0 0,4-7 0 0 0,38-63 39 0 0,-43 71-56 0 0,0 0 2 0 0,-1 1-2 0 0,0 1 0 0 0,0 0 0 0 0,0 0 0 0 0,0 0 0 0 0,0 0 0 0 0,0-1 0 0 0,0 1 0 0 0,0 0 0 0 0,0 0 0 0 0,0 0 0 0 0,0 0 0 0 0,0-1 0 0 0,0 1 0 0 0,0 0 0 0 0,0 0 0 0 0,0 0 0 0 0,0 0 0 0 0,0-1 0 0 0,1 1 0 0 0,-1 0 0 0 0,0 0 0 0 0,0 0 0 0 0,0 0 0 0 0,0 0 0 0 0,0 0 0 0 0,0-1 0 0 0,0 1 0 0 0,1 0 0 0 0,-1 0 0 0 0,0 0 0 0 0,0 0 0 0 0,0 0 0 0 0,0 0 0 0 0,1 0 0 0 0,-1 0 0 0 0,0 0 0 0 0,0 0 0 0 0,0 0 0 0 0,0 0 0 0 0,1 0 0 0 0,-1-1 0 0 0,0 1 0 0 0,0 1 0 0 0,0-1 0 0 0,0 0 0 0 0,1 0 0 0 0,-1 0 0 0 0,0 0 0 0 0,0 0 0 0 0,1 0 0 0 0,14 5 14 0 0,2-1 1 0 0,-1 0 0 0 0,1-1-1 0 0,-1-1 1 0 0,1 0 0 0 0,0-1-1 0 0,-1-1 1 0 0,32-4 0 0 0,-39 3-10 0 0,-1-1 1 0 0,0 0 0 0 0,0 0-1 0 0,0-1 1 0 0,0 0 0 0 0,0-1-1 0 0,0 1 1 0 0,-1-2 0 0 0,0 1-1 0 0,0-1 1 0 0,0 0-1 0 0,0 0 1 0 0,-1-1 0 0 0,0 0-1 0 0,0 0 1 0 0,0 0 0 0 0,-1-1-1 0 0,0 0 1 0 0,7-13 0 0 0,-4 6 1 0 0,-2 0 1 0 0,0-1 0 0 0,0 1 0 0 0,-1-1-1 0 0,-1-1 1 0 0,-1 1 0 0 0,0-1 0 0 0,-1 1-1 0 0,0-1 1 0 0,-2 0 0 0 0,0 1 0 0 0,0-1-1 0 0,-4-18 1 0 0,4 31-6 0 0,-1 0 0 0 0,0 0-1 0 0,1 0 1 0 0,-1 0 0 0 0,0 0-1 0 0,-1 1 1 0 0,1-1 0 0 0,0 0-1 0 0,-1 1 1 0 0,-3-5 0 0 0,-2 17 18 0 0,0 0 1 0 0,0 1-1 0 0,1 0 1 0 0,0 0-1 0 0,1 1 1 0 0,0 0-1 0 0,1 0 1 0 0,0 0-1 0 0,-2 15 1 0 0,-1 17 107 0 0,-1 60 0 0 0,7-82-114 0 0,0-11-250 0 0,0 0 0 0 0,1 0 1 0 0,0 0-1 0 0,1 0 0 0 0,1 0 0 0 0,0 0 0 0 0,0 0 0 0 0,7 18 0 0 0,7-13-2141 0 0,-7-12-3901 0 0,2 0 2568 0 0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45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218 14 344 0 0,'0'0'547'0'0,"-2"-9"3642"0"0,2 9-4137 0 0,0-1 0 0 0,0 1 0 0 0,0 0-1 0 0,0 0 1 0 0,0 0 0 0 0,0 0 0 0 0,0-1 0 0 0,0 1-1 0 0,0 0 1 0 0,0 0 0 0 0,-1 0 0 0 0,1 0 0 0 0,0-1-1 0 0,0 1 1 0 0,0 0 0 0 0,0 0 0 0 0,0 0 0 0 0,0 0-1 0 0,0 0 1 0 0,0-1 0 0 0,0 1 0 0 0,0 0 0 0 0,-1 0-1 0 0,1 0 1 0 0,0 0 0 0 0,0 0 0 0 0,0 0 0 0 0,0 0-1 0 0,0-1 1 0 0,-1 1 0 0 0,1 0 0 0 0,0 0 0 0 0,0 0-1 0 0,0 0 1 0 0,0 0 0 0 0,0 0 0 0 0,-1 0 0 0 0,1 0-1 0 0,0 0 1 0 0,0 0 0 0 0,0 0 0 0 0,0 0 0 0 0,-1 0-1 0 0,1 0 1 0 0,0 0 0 0 0,0 0 0 0 0,0 0-1 0 0,0 0 1 0 0,-1 0 0 0 0,1 0 0 0 0,0 0 0 0 0,0 1-1 0 0,0-1 1 0 0,0 0 0 0 0,0 0 0 0 0,-1 0 0 0 0,1 0-1 0 0,0 0 1 0 0,0 0 0 0 0,0 0 0 0 0,0 1 0 0 0,0-1-1 0 0,-20 38 348 0 0,1 2 0 0 0,3 0 0 0 0,1 1-1 0 0,2 0 1 0 0,-8 46 0 0 0,2-13-140 0 0,-48 206 564 0 0,53-229 414 0 0,14-49-691 0 0,-2-8-452 0 0,1-6-48 0 0,0 0 0 0 0,1-1 0 0 0,0 1 0 0 0,1 0 1 0 0,0 0-1 0 0,1-1 0 0 0,4-16 0 0 0,32-94-50 0 0,-28 95-21 0 0,11-29-56 0 0,2 1 0 0 0,3 1 0 0 0,2 1 0 0 0,38-55 0 0 0,-61 102 64 0 0,0 0 1 0 0,1 0-1 0 0,0 1 1 0 0,0 0-1 0 0,0 0 1 0 0,1 0-1 0 0,-1 1 1 0 0,1 0-1 0 0,1 0 1 0 0,-1 1-1 0 0,1 0 1 0 0,0 0-1 0 0,-1 1 1 0 0,2 0-1 0 0,9-3 1 0 0,-17 6 14 0 0,0 0 0 0 0,1-1 0 0 0,-1 1 0 0 0,0 0 0 0 0,0 0 0 0 0,0 0 0 0 0,0 0 0 0 0,1 0 0 0 0,-1 0 0 0 0,0 0 0 0 0,0 0 0 0 0,0 0 0 0 0,0 0 0 0 0,1 1 0 0 0,-1-1 0 0 0,0 1 1 0 0,0-1-1 0 0,0 1 0 0 0,0-1 0 0 0,0 1 0 0 0,0-1 0 0 0,0 1 0 0 0,0 0 0 0 0,0 0 0 0 0,0-1 0 0 0,-1 1 0 0 0,1 0 0 0 0,0 0 0 0 0,0 0 0 0 0,-1 0 0 0 0,1 0 0 0 0,0 0 0 0 0,-1 0 0 0 0,1 0 0 0 0,-1 0 0 0 0,0 0 0 0 0,1 0 0 0 0,-1 1 0 0 0,0-1 0 0 0,0 0 0 0 0,1 0 0 0 0,-1 0 0 0 0,0 0 1 0 0,0 1-1 0 0,0-1 0 0 0,-1 1 0 0 0,1 2 2 0 0,0 0 0 0 0,-1 0 0 0 0,1 0 0 0 0,-1 0 1 0 0,0-1-1 0 0,0 1 0 0 0,-1 0 0 0 0,1-1 0 0 0,-1 1 1 0 0,0 0-1 0 0,-4 5 0 0 0,-3-1-1 0 0,0 0 0 0 0,-1-1-1 0 0,0 0 1 0 0,0-1 0 0 0,0 0 0 0 0,-1-1 0 0 0,0 0 0 0 0,0 0 0 0 0,0-1 0 0 0,-1-1-1 0 0,1 0 1 0 0,-1 0 0 0 0,0-1 0 0 0,0-1 0 0 0,0 0 0 0 0,-22-1 0 0 0,32-1-327 0 0,-3-6-444 0 0,7 1-1921 0 0,3 2 2167 0 0,17-17-3632 0 0,-15 14 1466 0 0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45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0 381 676 0 0,'0'0'677'0'0,"21"-10"1090"0"0,-7 3-963 0 0,0 0 0 0 0,0-1 0 0 0,-1-1 0 0 0,-1 0 0 0 0,23-20 1639 0 0,-37 35-2350 0 0,1-4-77 0 0,1 0 0 0 0,-1 0 0 0 0,1 0 0 0 0,-1 1 0 0 0,1-1 1 0 0,-1 0-1 0 0,1 0 0 0 0,0 1 0 0 0,0-1 0 0 0,0 0 0 0 0,1 0 0 0 0,-1 1 0 0 0,0-1 0 0 0,1 0 0 0 0,0 0 0 0 0,-1 0 0 0 0,1 0 0 0 0,0 0 0 0 0,0 0 0 0 0,0 0 0 0 0,0 0 0 0 0,1 0 0 0 0,-1 0 0 0 0,0 0 1 0 0,1 0-1 0 0,-1-1 0 0 0,1 1 0 0 0,0-1 0 0 0,-1 1 0 0 0,1-1 0 0 0,0 0 0 0 0,0 1 0 0 0,0-1 0 0 0,0 0 0 0 0,0 0 0 0 0,0-1 0 0 0,0 1 0 0 0,1 0 0 0 0,1 0 0 0 0,2 0-4 0 0,-1 0 0 0 0,1 0 0 0 0,0 0-1 0 0,-1-1 1 0 0,1 0 0 0 0,0 0 0 0 0,-1-1 0 0 0,1 1-1 0 0,-1-1 1 0 0,1-1 0 0 0,-1 1 0 0 0,1-1-1 0 0,-1 1 1 0 0,0-2 0 0 0,0 1 0 0 0,0 0 0 0 0,0-1-1 0 0,0 0 1 0 0,0 0 0 0 0,-1-1 0 0 0,1 1-1 0 0,-1-1 1 0 0,0 0 0 0 0,0 0 0 0 0,-1 0 0 0 0,6-9-1 0 0,3-3 12 0 0,-2 1 0 0 0,0-2 0 0 0,-1 0 0 0 0,-1 0 0 0 0,0 0 0 0 0,8-31 0 0 0,-10 30 222 0 0,-1 0 0 0 0,0 0 0 0 0,-2 0 0 0 0,0 0 0 0 0,-1-1 0 0 0,-1 1 0 0 0,-1-28 0 0 0,-1 44 587 0 0,-7 11-737 0 0,1 1 1 0 0,-1 0 0 0 0,1 1 0 0 0,1-1 0 0 0,0 1 0 0 0,1 1 0 0 0,0-1 0 0 0,1 1-1 0 0,0 0 1 0 0,1 0 0 0 0,-4 22 0 0 0,1 14-99 0 0,-1 78 0 0 0,7-110-89 0 0,1 120-3767 0 0,0-87-812 0 0,-1-22 1232 0 0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47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308 479 444 0 0,'0'0'8215'0'0,"-3"-3"-7913"0"0,-2-4-19 0 0,0 1 0 0 0,0-1 0 0 0,0 0 0 0 0,1-1 0 0 0,0 1 0 0 0,1-1 0 0 0,-1 1 0 0 0,-3-17 0 0 0,-14-72 763 0 0,19 81-981 0 0,1 1-1 0 0,1 0 1 0 0,0-1-1 0 0,1 1 1 0 0,1 0-1 0 0,0 0 0 0 0,1 0 1 0 0,0 0-1 0 0,1 0 1 0 0,1 1-1 0 0,0-1 0 0 0,11-18 1 0 0,-14 27-52 0 0,29-53 83 0 0,-29 55-94 0 0,0 0 0 0 0,0 1 0 0 0,0-1 1 0 0,1 1-1 0 0,-1-1 0 0 0,0 1 0 0 0,1 0 0 0 0,0 0 0 0 0,-1 0 0 0 0,1 1 0 0 0,0-1 0 0 0,0 1 1 0 0,0-1-1 0 0,0 1 0 0 0,0 0 0 0 0,0 0 0 0 0,4 0 0 0 0,-5 0-4 0 0,9 7-45 0 0,-9-6 44 0 0,0 1 0 0 0,0-1 0 0 0,0 1 1 0 0,0 0-1 0 0,0 0 0 0 0,0 0 0 0 0,0 0 0 0 0,0 0 0 0 0,-1 0 0 0 0,1 1 1 0 0,0-1-1 0 0,-1 0 0 0 0,1 1 0 0 0,-1-1 0 0 0,1 1 0 0 0,-1 0 0 0 0,2 3 1 0 0,-1 1 2 0 0,-1 0 0 0 0,0 0 0 0 0,0 0 0 0 0,0 1 0 0 0,-1-1 0 0 0,1 0 1 0 0,-2 0-1 0 0,1 1 0 0 0,-1-1 0 0 0,0 0 0 0 0,0 0 0 0 0,-1 1 0 0 0,1-1 1 0 0,-1 0-1 0 0,-1-1 0 0 0,1 1 0 0 0,-1 0 0 0 0,0-1 0 0 0,-1 1 0 0 0,-5 7 1 0 0,-10 12 19 0 0,-1-2 1 0 0,-45 42-1 0 0,47-48-2 0 0,-25 20 66 0 0,-2-3-1 0 0,-93 54 0 0 0,127-81-40 0 0,-11 11 105 0 0,21-18-142 0 0,1 0 1 0 0,0 1-1 0 0,0-1 0 0 0,-1 0 1 0 0,1 1-1 0 0,0-1 1 0 0,0 0-1 0 0,0 0 0 0 0,0 1 1 0 0,0-1-1 0 0,0 0 0 0 0,-1 1 1 0 0,1-1-1 0 0,0 1 1 0 0,0-1-1 0 0,0 0 0 0 0,0 1 1 0 0,0-1-1 0 0,0 0 1 0 0,0 1-1 0 0,0-1 0 0 0,0 0 1 0 0,1 1-1 0 0,-1-1 1 0 0,0 0-1 0 0,0 1 0 0 0,0-1 1 0 0,0 0-1 0 0,0 1 1 0 0,1-1-1 0 0,-1 0 0 0 0,0 0 1 0 0,0 1-1 0 0,0-1 1 0 0,1 1-1 0 0,2 0 14 0 0,1 0 1 0 0,-1 0 0 0 0,0 0-1 0 0,1 0 1 0 0,-1 0-1 0 0,1 0 1 0 0,-1-1-1 0 0,1 0 1 0 0,-1 0 0 0 0,1 0-1 0 0,4-1 1 0 0,45-1 84 0 0,56-11 0 0 0,-39-3-2570 0 0,-65 15 1823 0 0,7-3 313 0 0,3-5-5360 0 0,-2 0 2581 0 0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50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1 558 420 0 0,'0'0'8503'0'0,"4"-3"-8286"0"0,15-8-4 0 0,-2-1-1 0 0,1 0 0 0 0,-2-2 1 0 0,1 0-1 0 0,-2-1 0 0 0,19-23 1 0 0,79-111 499 0 0,-99 129-621 0 0,0-1-1 0 0,-2-1 0 0 0,0 0 1 0 0,-1 0-1 0 0,-2-1 1 0 0,0-1-1 0 0,-1 0 1 0 0,-2 0-1 0 0,7-42 1 0 0,-15 45 217 0 0,-6 38-246 0 0,-10 42-45 0 0,5 29 21 0 0,-13 57-4 0 0,23-129-22 0 0,-2-1 0 0 0,0 0 0 0 0,-1 0 0 0 0,0 0 0 0 0,-2-1 0 0 0,-16 25 0 0 0,22-35 0 0 0,0-1 0 0 0,0 0-1 0 0,-1 1 1 0 0,1-1 0 0 0,-1 0-1 0 0,0-1 1 0 0,0 1 0 0 0,0 0-1 0 0,0-1 1 0 0,-1 0 0 0 0,1 0-1 0 0,-1 0 1 0 0,1 0 0 0 0,-1 0-1 0 0,0-1 1 0 0,-6 2 0 0 0,10-3-11 0 0,-1 0 0 0 0,0 0 0 0 0,0 0 0 0 0,0 0 0 0 0,0 0 0 0 0,0 0 0 0 0,1-1 0 0 0,-1 1 0 0 0,0 0 0 0 0,0-1 0 0 0,0 1 1 0 0,1 0-1 0 0,-1-1 0 0 0,0 1 0 0 0,1-1 0 0 0,-1 1 0 0 0,0-1 0 0 0,1 0 0 0 0,-1 1 0 0 0,0-1 0 0 0,1 1 0 0 0,-1-1 0 0 0,1 0 0 0 0,-1 0 0 0 0,1 1 0 0 0,-1-3 0 0 0,-3-26 14 0 0,15-25-47 0 0,-10 52-52 0 0,0 0-1 0 0,0 0 1 0 0,0 0 0 0 0,1 0-1 0 0,-1 0 1 0 0,0 0 0 0 0,1 1-1 0 0,-1-1 1 0 0,1 0 0 0 0,0 1-1 0 0,0-1 1 0 0,-1 1 0 0 0,1 0-1 0 0,0-1 1 0 0,0 1 0 0 0,0 0-1 0 0,0 0 1 0 0,4-1-1 0 0,38-4-4904 0 0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52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76 380 0 0,'7'0'8858'0'0,"-11"11"-8715"0"0,-1 0 1 0 0,1 0 0 0 0,1 1 0 0 0,0-1-1 0 0,1 1 1 0 0,0 0 0 0 0,1 0-1 0 0,0-1 1 0 0,1 19 0 0 0,0-28-130 0 0,0 0 0 0 0,0 0 0 0 0,1 0 0 0 0,-1 0 0 0 0,0-1-1 0 0,1 1 1 0 0,0 0 0 0 0,-1 0 0 0 0,1-1 0 0 0,0 1 0 0 0,0 0 0 0 0,0-1 0 0 0,0 1 0 0 0,0-1 0 0 0,0 1 0 0 0,0-1-1 0 0,0 0 1 0 0,1 1 0 0 0,-1-1 0 0 0,1 0 0 0 0,-1 0 0 0 0,1 0 0 0 0,-1 0 0 0 0,1 0 0 0 0,1 1 0 0 0,1-1 0 0 0,0-1-1 0 0,-1 1 1 0 0,1-1 0 0 0,0 1 0 0 0,0-1 0 0 0,-1 0 0 0 0,1-1 0 0 0,0 1 0 0 0,0-1 0 0 0,-1 1 0 0 0,7-3 0 0 0,3-1 7 0 0,-1-1 0 0 0,0 0-1 0 0,0-1 1 0 0,0 0 0 0 0,21-16 0 0 0,7-22 27 0 0,-21 20 18 0 0,-17 23-33 0 0,0-6 132 0 0,-1 12-158 0 0,1 0-1 0 0,0 0 1 0 0,0-1-1 0 0,0 1 1 0 0,0 0-1 0 0,1-1 1 0 0,0 1-1 0 0,0-1 1 0 0,0 0-1 0 0,0 1 1 0 0,1-2 0 0 0,-1 1-1 0 0,1 0 1 0 0,0-1-1 0 0,0 0 1 0 0,0 0-1 0 0,1 0 1 0 0,-1 0-1 0 0,1-1 1 0 0,0 1-1 0 0,0-1 1 0 0,0 0-1 0 0,0-1 1 0 0,0 1 0 0 0,8 0-1 0 0,-1 0 0 0 0,1-2-1 0 0,-1 0 1 0 0,1 0-1 0 0,-1-1 1 0 0,0 0 0 0 0,1-1-1 0 0,-1-1 1 0 0,0 0-1 0 0,20-8 1 0 0,-25 8-3 0 0,-1 0 0 0 0,0-1-1 0 0,0 1 1 0 0,0-1 0 0 0,-1-1 0 0 0,1 1-1 0 0,-1-1 1 0 0,0 0 0 0 0,-1 0 0 0 0,1 0 0 0 0,-1-1-1 0 0,0 1 1 0 0,0-1 0 0 0,-1 0 0 0 0,1-1-1 0 0,-1 1 1 0 0,-1 0 0 0 0,1-1 0 0 0,1-7-1 0 0,-2 6 2 0 0,4-31 2 0 0,-3 15-16 0 0,-3 22 20 0 0,0 2-33 0 0,-1 0 20 0 0,1-1 0 0 0,0 1 0 0 0,0-1 1 0 0,0 1-1 0 0,0 0 0 0 0,0-1 0 0 0,0 1 0 0 0,0-1 0 0 0,0 1 1 0 0,0 0-1 0 0,0-1 0 0 0,0 1 0 0 0,0-1 0 0 0,0 1 1 0 0,0 0-1 0 0,0-1 0 0 0,0 1 0 0 0,0-1 0 0 0,0 1 0 0 0,1 0 1 0 0,-1-1-1 0 0,0 1 0 0 0,0 0 0 0 0,0-1 0 0 0,1 1 0 0 0,-1 0 1 0 0,0-1-1 0 0,0 1 0 0 0,1 0 0 0 0,-1 0 0 0 0,1-1 0 0 0,3 2 2 0 0,1 0 0 0 0,-1 1-1 0 0,0 0 1 0 0,0 0 0 0 0,0 0-1 0 0,0 0 1 0 0,-1 0 0 0 0,1 1-1 0 0,-1 0 1 0 0,1 0 0 0 0,-1 0-1 0 0,0 0 1 0 0,0 0 0 0 0,0 1-1 0 0,0-1 1 0 0,2 5 0 0 0,3 6 7 0 0,-1 1 0 0 0,-1 0 0 0 0,7 19 0 0 0,15 36 23 0 0,-26-68-33 0 0,0 0 1 0 0,0 0-1 0 0,-1 0 0 0 0,1 0 0 0 0,0-1 1 0 0,1 1-1 0 0,-1-1 0 0 0,0 1 1 0 0,0-1-1 0 0,1 0 0 0 0,-1 0 0 0 0,0 0 1 0 0,1 0-1 0 0,-1 0 0 0 0,1-1 0 0 0,0 1 1 0 0,-1-1-1 0 0,1 1 0 0 0,-1-1 1 0 0,5 0-1 0 0,-2 0-98 0 0,1 0 1 0 0,0 0-1 0 0,0-1 0 0 0,0 1 1 0 0,-1-1-1 0 0,1-1 0 0 0,8-2 1 0 0,28-13-850 0 0,-18 8 552 0 0,-1-1 0 0 0,-1-1-1 0 0,0-1 1 0 0,23-17-1 0 0,-37 24 456 0 0,-1-1 1 0 0,0 0-1 0 0,0 0 0 0 0,0 0 1 0 0,-1-1-1 0 0,0 0 0 0 0,0 0 1 0 0,-1-1-1 0 0,5-8 0 0 0,-9 15 103 0 0,-1-13 798 0 0,0 14-938 0 0,-1-1 1 0 0,0 0 0 0 0,0 0-1 0 0,0 1 1 0 0,1-1-1 0 0,-1 0 1 0 0,0 1-1 0 0,0-1 1 0 0,0 1-1 0 0,0-1 1 0 0,0 1-1 0 0,0 0 1 0 0,0-1 0 0 0,0 1-1 0 0,0 0 1 0 0,0 0-1 0 0,0 0 1 0 0,0 0-1 0 0,0 0 1 0 0,0 0-1 0 0,0 0 1 0 0,0 0-1 0 0,-1 0 1 0 0,0 0 0 0 0,-37 13 282 0 0,29-7-202 0 0,-1-1 0 0 0,1 2-1 0 0,0-1 1 0 0,-13 13 0 0 0,21-17-84 0 0,0 0-1 0 0,0 0 1 0 0,0 0 0 0 0,1 0-1 0 0,-1 0 1 0 0,1 0 0 0 0,0 1-1 0 0,0-1 1 0 0,0 0 0 0 0,0 1 0 0 0,0-1-1 0 0,0 1 1 0 0,0-1 0 0 0,1 1-1 0 0,-1-1 1 0 0,1 1 0 0 0,0 3-1 0 0,0-5-8 0 0,0 0 0 0 0,1 1 0 0 0,-1-1-1 0 0,1 0 1 0 0,-1 0 0 0 0,1 0 0 0 0,-1 0-1 0 0,1 0 1 0 0,0 0 0 0 0,0 1 0 0 0,-1-1 0 0 0,1-1-1 0 0,0 1 1 0 0,0 0 0 0 0,0 0 0 0 0,0 0-1 0 0,0 0 1 0 0,0-1 0 0 0,0 1 0 0 0,0 0 0 0 0,0-1-1 0 0,1 1 1 0 0,-1-1 0 0 0,0 1 0 0 0,0-1-1 0 0,0 0 1 0 0,1 1 0 0 0,-1-1 0 0 0,0 0 0 0 0,0 0-1 0 0,1 0 1 0 0,-1 0 0 0 0,0 0 0 0 0,3-1-1 0 0,-2 1 10 0 0,38-16 90 0 0,-40 15-101 0 0,1 0-1 0 0,-1 0 1 0 0,1 0 0 0 0,0 0 0 0 0,-1 0 0 0 0,1 1 0 0 0,0-1-1 0 0,0 0 1 0 0,0 0 0 0 0,-1 1 0 0 0,1-1 0 0 0,0 0 0 0 0,0 1 0 0 0,0-1-1 0 0,0 1 1 0 0,0-1 0 0 0,0 1 0 0 0,0 0 0 0 0,1-1 0 0 0,-1 1-1 0 0,0 0 1 0 0,0 0 0 0 0,0 0 0 0 0,0 0 0 0 0,0 0 0 0 0,0 0-1 0 0,0 0 1 0 0,1 0 0 0 0,-1 0 0 0 0,0 0 0 0 0,1 1 0 0 0,1 1 13 0 0,-1-1 1 0 0,0 1-1 0 0,0 0 0 0 0,0 0 1 0 0,-1 0-1 0 0,1 0 1 0 0,0 0-1 0 0,-1 1 0 0 0,0-1 1 0 0,1 0-1 0 0,-1 1 1 0 0,2 4-1 0 0,3 11 126 0 0,0 0-1 0 0,5 33 1 0 0,-4-11 8 0 0,-2 0 0 0 0,-2 0-1 0 0,-4 70 1 0 0,0-87-110 0 0,-2-1 1 0 0,-1 1 0 0 0,0 0-1 0 0,-2-1 1 0 0,-1 0-1 0 0,0 0 1 0 0,-2-1-1 0 0,-11 21 1 0 0,16-34-9 0 0,-1-1 1 0 0,0 0-1 0 0,0 0 1 0 0,0 0-1 0 0,-1-1 1 0 0,0 0-1 0 0,0 0 1 0 0,-1 0-1 0 0,0-1 1 0 0,0 0-1 0 0,0 0 1 0 0,0 0-1 0 0,-1-1 1 0 0,1-1-1 0 0,-17 7 1 0 0,22-10-31 0 0,0 1 0 0 0,0-1 1 0 0,0 1-1 0 0,-1-1 1 0 0,1 0-1 0 0,0 0 1 0 0,0 0-1 0 0,0 0 0 0 0,0 0 1 0 0,0 0-1 0 0,0-1 1 0 0,0 1-1 0 0,0-1 0 0 0,0 0 1 0 0,0 1-1 0 0,0-1 1 0 0,0 0-1 0 0,0 0 1 0 0,0 0-1 0 0,0 0 0 0 0,0 0 1 0 0,-2-3-1 0 0,2 1 7 0 0,1 1 1 0 0,-1-1-1 0 0,1 1 0 0 0,0-1 0 0 0,0 1 1 0 0,0-1-1 0 0,0 0 0 0 0,1 1 0 0 0,-1-1 1 0 0,1 0-1 0 0,-1 0 0 0 0,1 0 0 0 0,0 1 1 0 0,1-6-1 0 0,0-8 35 0 0,2 1-1 0 0,0 0 1 0 0,1 0 0 0 0,10-24-1 0 0,-7 22-45 0 0,2 1-1 0 0,0 0 0 0 0,1 0 1 0 0,0 1-1 0 0,18-20 1 0 0,67-62-6 0 0,-44 56 1 0 0,1 1 0 0 0,71-39-1 0 0,-60 40 9 0 0,71-58-1 0 0,-129 93-2 0 0,-1 0 0 0 0,0 0 0 0 0,0 0 1 0 0,-1 0-1 0 0,1-1 0 0 0,-1 0 0 0 0,0 1 1 0 0,0-1-1 0 0,0 0 0 0 0,-1-1 0 0 0,0 1 1 0 0,3-11-1 0 0,-5 15 7 0 0,-5-16-25 0 0,5 16 17 0 0,-1 0 0 0 0,0 0 0 0 0,0 0-1 0 0,0 0 1 0 0,0 0 0 0 0,1 0-1 0 0,-1 0 1 0 0,0 0 0 0 0,-1 0 0 0 0,1 1-1 0 0,0-1 1 0 0,0 0 0 0 0,0 1 0 0 0,0-1-1 0 0,0 1 1 0 0,-1-1 0 0 0,1 1 0 0 0,0 0-1 0 0,-1-1 1 0 0,1 1 0 0 0,0 0 0 0 0,0 0-1 0 0,-1 0 1 0 0,0 0 0 0 0,-25 4-21 0 0,26-4 23 0 0,-4 2-1 0 0,0 0 1 0 0,0 0-1 0 0,0 1 1 0 0,1-1 0 0 0,-1 1-1 0 0,1 0 1 0 0,0 1-1 0 0,0-1 1 0 0,0 1 0 0 0,0 0-1 0 0,1-1 1 0 0,-1 2-1 0 0,1-1 1 0 0,0 0 0 0 0,0 1-1 0 0,1-1 1 0 0,-1 1-1 0 0,1 0 1 0 0,0 0-1 0 0,0 0 1 0 0,1 0 0 0 0,-1 0-1 0 0,1 0 1 0 0,0 0-1 0 0,0 6 1 0 0,2-8 1 0 0,-1 0 0 0 0,0 0 0 0 0,1-1 0 0 0,0 1 0 0 0,0 0 0 0 0,0 0 0 0 0,0-1 0 0 0,0 1 0 0 0,0 0 0 0 0,1-1 0 0 0,-1 1 0 0 0,1-1 0 0 0,0 0 0 0 0,0 0-1 0 0,0 1 1 0 0,0-1 0 0 0,0 0 0 0 0,0-1 0 0 0,0 1 0 0 0,1 0 0 0 0,-1-1 0 0 0,1 1 0 0 0,-1-1 0 0 0,1 0 0 0 0,-1 1 0 0 0,1-1 0 0 0,5 1 0 0 0,5 2 6 0 0,1-1 0 0 0,-1 0 1 0 0,1-1-1 0 0,13 0 0 0 0,-8-1-8 0 0,0-2 1 0 0,0 0-1 0 0,-1-1 1 0 0,1 0-1 0 0,-1-2 1 0 0,1 0-1 0 0,17-7 1 0 0,6-5 19 0 0,70-37 0 0 0,-13 3 39 0 0,-98 50-69 0 0,-4 2-72 0 0,0 1 79 0 0,0-1 0 0 0,0 1 0 0 0,0 0 1 0 0,0 0-1 0 0,1 0 0 0 0,-1 1 0 0 0,-3 6 1 0 0,5-8 2 0 0,0 0 1 0 0,1-1 0 0 0,-1 1-1 0 0,1 0 1 0 0,-1 0-1 0 0,1 0 1 0 0,0 0 0 0 0,-1 0-1 0 0,1 0 1 0 0,0 0 0 0 0,0 0-1 0 0,0 0 1 0 0,1 0-1 0 0,-1 0 1 0 0,0 0 0 0 0,1-1-1 0 0,-1 1 1 0 0,1 0 0 0 0,0 0-1 0 0,-1 0 1 0 0,1 0 0 0 0,0-1-1 0 0,0 1 1 0 0,0 0-1 0 0,1-1 1 0 0,-1 1 0 0 0,0-1-1 0 0,1 1 1 0 0,-1-1 0 0 0,0 0-1 0 0,4 2 1 0 0,0 0-1 0 0,-1 0 0 0 0,1 0 1 0 0,0-1-1 0 0,0 0 0 0 0,1 0 0 0 0,-1 0 0 0 0,11 1 1 0 0,2 0 6 0 0,1-1 1 0 0,0-1 0 0 0,33-2 0 0 0,-45 1-7 0 0,0-1 0 0 0,0 0 0 0 0,0 0 0 0 0,0-1 0 0 0,0 0 0 0 0,0 0 0 0 0,-1 0 0 0 0,1-1 0 0 0,-1 0 0 0 0,0 0 0 0 0,0-1 0 0 0,0 0 0 0 0,6-5 0 0 0,-11 8 0 0 0,1 0-1 0 0,-1 0 1 0 0,0 0 0 0 0,0 0-1 0 0,0 0 1 0 0,0-1 0 0 0,0 1-1 0 0,-1 0 1 0 0,1 0 0 0 0,0-1-1 0 0,-1 1 1 0 0,1-1 0 0 0,-1 1-1 0 0,1-1 1 0 0,-1 1 0 0 0,1-1-1 0 0,-1 1 1 0 0,0-1 0 0 0,0 1-1 0 0,0-1 1 0 0,0 1 0 0 0,0-1-1 0 0,0 1 1 0 0,-1-3 0 0 0,0 1 0 0 0,0 1 1 0 0,0 0-1 0 0,-1 0 1 0 0,1 0-1 0 0,-1 0 1 0 0,1 0 0 0 0,-1 0-1 0 0,0 0 1 0 0,1 0-1 0 0,-1 0 1 0 0,0 1-1 0 0,0-1 1 0 0,-4-1-1 0 0,0-1-6 0 0,0 1-1 0 0,-1 0 1 0 0,1 0-1 0 0,0 1 1 0 0,-1-1-1 0 0,0 2 1 0 0,0-1-1 0 0,1 1 1 0 0,-1 0-1 0 0,-13 0 1 0 0,-17 11-199 0 0,24 2-2063 0 0,12 6-4856 0 0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5:52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19 200 0 0,'6'-3'455'0'0,"0"0"-1"0"0,0 1 1 0 0,1-1 0 0 0,-1 1-1 0 0,0 1 1 0 0,1-1 0 0 0,0 1-1 0 0,-1 0 1 0 0,1 1 0 0 0,-1-1-1 0 0,1 1 1 0 0,0 1 0 0 0,-1-1-1 0 0,1 1 1 0 0,-1 0 0 0 0,1 1-1 0 0,8 2 1 0 0,-13-3-371 0 0,0 1 0 0 0,0 0 0 0 0,-1-1 0 0 0,1 1 0 0 0,0 0 0 0 0,-1 0 0 0 0,1 0 0 0 0,-1 0 0 0 0,0 0 0 0 0,0 0 0 0 0,1 0 0 0 0,-2 0 0 0 0,1 0 0 0 0,0 1 0 0 0,0-1 0 0 0,-1 0 0 0 0,1 1 0 0 0,-1-1 0 0 0,1 0 0 0 0,-1 1 0 0 0,0-1 0 0 0,0 1 0 0 0,0-1 0 0 0,-1 1 0 0 0,1-1 0 0 0,0 0 0 0 0,-1 1 0 0 0,0-1 0 0 0,1 0 0 0 0,-1 1 0 0 0,0-1 0 0 0,0 0 0 0 0,0 0 0 0 0,-2 2 0 0 0,0 3 8 0 0,-1-1-1 0 0,1 1 0 0 0,-2-1 1 0 0,1 0-1 0 0,0 0 0 0 0,-1-1 1 0 0,0 1-1 0 0,-1-1 0 0 0,-7 6 1 0 0,-20 9 324 0 0,32-20-308 0 0,17-21-49 0 0,-2 6-45 0 0,1 1 1 0 0,0 1 0 0 0,1 1-1 0 0,1 0 1 0 0,0 1 0 0 0,0 1-1 0 0,38-16 1 0 0,-50 23 3 0 0,0 1 0 0 0,0 0-1 0 0,1 0 1 0 0,-1 0 0 0 0,0 1 0 0 0,1 0 0 0 0,-1 0 0 0 0,0 0 0 0 0,1 1 0 0 0,-1 0-1 0 0,1 0 1 0 0,-1 0 0 0 0,1 1 0 0 0,-1-1 0 0 0,1 1 0 0 0,-1 1 0 0 0,0-1 0 0 0,1 1-1 0 0,-1 0 1 0 0,6 3 0 0 0,-9-1 20 0 0,1 0 0 0 0,-1 0 0 0 0,0 0 0 0 0,-1 0 0 0 0,1 1 0 0 0,-1-1 0 0 0,0 1 0 0 0,0-1 0 0 0,1 8 0 0 0,1 2 76 0 0,2 13-89 0 0,3 8-339 0 0,10-16-7388 0 0,-8-14 4430 0 0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1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855 278 304 0 0,'6'-14'886'0'0,"0"-2"1"0"0,-1 1-1 0 0,0 0 0 0 0,-1-1 0 0 0,3-27 1 0 0,-6 35-653 0 0,-1-1 1 0 0,1 1 0 0 0,-1 0-1 0 0,-1 0 1 0 0,0 0 0 0 0,0 0-1 0 0,0 0 1 0 0,-1 0 0 0 0,0 0-1 0 0,-1 1 1 0 0,0-1 0 0 0,0 1-1 0 0,-6-11 1 0 0,7 15-170 0 0,-2 0 0 0 0,1 0 0 0 0,0 0 0 0 0,0 0 0 0 0,-1 0 0 0 0,0 1-1 0 0,0-1 1 0 0,1 1 0 0 0,-1 0 0 0 0,0 0 0 0 0,-1 0 0 0 0,1 1 0 0 0,0 0 0 0 0,0-1 0 0 0,-1 1 0 0 0,1 1 0 0 0,-1-1 0 0 0,1 1 0 0 0,-1 0 0 0 0,1 0 0 0 0,-8 1 0 0 0,-11 1 43 0 0,-1 1-1 0 0,-41 11 1 0 0,47-9-23 0 0,-76 20 91 0 0,2 5-1 0 0,1 4 0 0 0,-96 50 1 0 0,176-79-157 0 0,0 1 1 0 0,1 0 0 0 0,0 0-1 0 0,0 1 1 0 0,1 0 0 0 0,-1 1 0 0 0,-14 16-1 0 0,22-21-14 0 0,0 0-1 0 0,0-1 0 0 0,0 1 0 0 0,1 0 1 0 0,-1 0-1 0 0,1 0 0 0 0,0 0 1 0 0,0 0-1 0 0,0 0 0 0 0,1 0 1 0 0,-1 1-1 0 0,1-1 0 0 0,-1 0 1 0 0,1 0-1 0 0,0 0 0 0 0,0 1 0 0 0,0-1 1 0 0,1 0-1 0 0,-1 0 0 0 0,1 0 1 0 0,0 1-1 0 0,0-1 0 0 0,0 0 1 0 0,0 0-1 0 0,1 0 0 0 0,-1 0 1 0 0,1-1-1 0 0,-1 1 0 0 0,1 0 1 0 0,0-1-1 0 0,0 1 0 0 0,0-1 0 0 0,4 3 1 0 0,17 18 16 0 0,1-2 1 0 0,1-1-1 0 0,1-1 0 0 0,0-1 1 0 0,53 26-1 0 0,9 7 9 0 0,-56-32-10 0 0,-1 2 0 0 0,-1 1 0 0 0,-1 1-1 0 0,37 38 1 0 0,-59-53-16 0 0,0-1-1 0 0,-1 1 1 0 0,0 1-1 0 0,-1-1 1 0 0,0 1 0 0 0,0 0-1 0 0,0 0 1 0 0,-1 0-1 0 0,-1 1 1 0 0,0-1-1 0 0,0 1 1 0 0,-1 0 0 0 0,0 0-1 0 0,0 0 1 0 0,-1 0-1 0 0,-1 0 1 0 0,1 0-1 0 0,-2 0 1 0 0,0 0 0 0 0,0 0-1 0 0,-3 12 1 0 0,-1-6 1 0 0,0 0 0 0 0,-2-1 1 0 0,0 0-1 0 0,0 0 1 0 0,-2-1-1 0 0,1 0 0 0 0,-2 0 1 0 0,0-1-1 0 0,-1 0 0 0 0,0 0 1 0 0,0-2-1 0 0,-2 1 1 0 0,-21 15-1 0 0,12-11 1 0 0,-2-1 1 0 0,1-1-1 0 0,-2-2 1 0 0,1 0-1 0 0,-2-1 1 0 0,1-1-1 0 0,-41 8 0 0 0,54-15-1 0 0,-1-1 0 0 0,0-1 0 0 0,1-1 0 0 0,-1 1 0 0 0,0-2 0 0 0,0 0 0 0 0,0 0 0 0 0,1-2 0 0 0,-1 1 0 0 0,1-1 0 0 0,-15-6 0 0 0,22 7-4 0 0,1 0 1 0 0,-1 0 0 0 0,1 0-1 0 0,0 0 1 0 0,-1 0-1 0 0,1-1 1 0 0,0 0 0 0 0,1 0-1 0 0,-1 0 1 0 0,0-1 0 0 0,1 1-1 0 0,0-1 1 0 0,-1 1-1 0 0,2-1 1 0 0,-1 0 0 0 0,0-1-1 0 0,1 1 1 0 0,0 0 0 0 0,0-1-1 0 0,0 1 1 0 0,0-1-1 0 0,1 0 1 0 0,-1 1 0 0 0,1-1-1 0 0,1 0 1 0 0,-1 0 0 0 0,1 0-1 0 0,-1 0 1 0 0,2 1 0 0 0,-1-1-1 0 0,1-7 1 0 0,1 5-26 0 0,0 1 0 0 0,0 0 0 0 0,1 0-1 0 0,0 0 1 0 0,0 1 0 0 0,0-1 0 0 0,1 0 0 0 0,-1 1 0 0 0,1 0 0 0 0,1 0 0 0 0,-1 0 0 0 0,1 1 0 0 0,0-1 0 0 0,0 1 0 0 0,0 0-1 0 0,0 1 1 0 0,1-1 0 0 0,-1 1 0 0 0,1 0 0 0 0,0 0 0 0 0,11-3 0 0 0,7-2-171 0 0,2 0 0 0 0,-1 2 1 0 0,51-7-1 0 0,2 12-1993 0 0,-30 1-2143 0 0,-26-1 1799 0 0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1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1 281 208 0 0,'10'0'307'0'0,"0"-1"0"0"0,-1 0 0 0 0,1 0 0 0 0,0-1-1 0 0,-1 0 1 0 0,1 0 0 0 0,-1-1 0 0 0,0-1 0 0 0,1 1 0 0 0,14-10 0 0 0,-5 2-8 0 0,0-1 1 0 0,-1-1-1 0 0,28-25 1 0 0,-41 34-241 0 0,-1-1 0 0 0,0-1 0 0 0,0 1 0 0 0,0-1 1 0 0,0 1-1 0 0,-1-1 0 0 0,0 0 0 0 0,0 0 0 0 0,-1 0 0 0 0,0-1 0 0 0,0 1 1 0 0,0 0-1 0 0,-1-1 0 0 0,0 0 0 0 0,0 1 0 0 0,-1-1 0 0 0,0-8 1 0 0,0 12-11 0 0,0 0 1 0 0,0 1 0 0 0,-1-1-1 0 0,0 0 1 0 0,1 1 0 0 0,-1-1-1 0 0,0 1 1 0 0,0-1 0 0 0,0 1-1 0 0,-1-1 1 0 0,1 1 0 0 0,-1-1 0 0 0,1 1-1 0 0,-1 0 1 0 0,0 0 0 0 0,0 0-1 0 0,-3-3 1 0 0,2 3 8 0 0,0 1-1 0 0,0-1 1 0 0,0 1 0 0 0,-1 0 0 0 0,1 0-1 0 0,0 0 1 0 0,-1 0 0 0 0,1 0 0 0 0,0 1-1 0 0,-1 0 1 0 0,1-1 0 0 0,-1 1-1 0 0,1 1 1 0 0,0-1 0 0 0,-1 0 0 0 0,1 1-1 0 0,-6 1 1 0 0,3-1 5 0 0,0 1 0 0 0,0-1 1 0 0,0 1-1 0 0,1 0 0 0 0,-1 1 0 0 0,0-1 1 0 0,1 1-1 0 0,0 1 0 0 0,0-1 0 0 0,0 0 0 0 0,0 1 1 0 0,0 0-1 0 0,1 0 0 0 0,0 1 0 0 0,-1-1 1 0 0,2 1-1 0 0,-1 0 0 0 0,1 0 0 0 0,-1 0 0 0 0,1 1 1 0 0,1-1-1 0 0,-1 1 0 0 0,1-1 0 0 0,0 1 1 0 0,0 0-1 0 0,1 0 0 0 0,-1 0 0 0 0,1 0 0 0 0,1 0 1 0 0,-1 0-1 0 0,1 0 0 0 0,0 0 0 0 0,0 0 1 0 0,1 0-1 0 0,0 1 0 0 0,0-1 0 0 0,0-1 0 0 0,1 1 1 0 0,0 0-1 0 0,0 0 0 0 0,1-1 0 0 0,-1 1 1 0 0,1-1-1 0 0,0 1 0 0 0,1-1 0 0 0,-1 0 0 0 0,1 0 1 0 0,0-1-1 0 0,0 1 0 0 0,5 3 0 0 0,2 2-77 0 0,-1-1 0 0 0,1-1 0 0 0,0 0 0 0 0,1 0-1 0 0,0-1 1 0 0,21 9 0 0 0,-26-13-240 0 0,0-1-1 0 0,0 0 1 0 0,0-1 0 0 0,0 1-1 0 0,0-1 1 0 0,10 0 0 0 0,-12-1-256 0 0,1 0 0 0 0,-1-1 1 0 0,0 0-1 0 0,0 0 0 0 0,1 0 1 0 0,-1 0-1 0 0,0-1 0 0 0,0 0 0 0 0,7-3 1 0 0,3-6-1755 0 0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2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0 268 0 0,'3'15'1254'0'0,"0"-3"-944"0"0,-1-1-1 0 0,0 1 1 0 0,0 0-1 0 0,-2 0 1 0 0,0-1-1 0 0,0 1 1 0 0,-1 0-1 0 0,0 0 1 0 0,-1 0-1 0 0,0-1 1 0 0,-1 1-1 0 0,0-1 1 0 0,-1 0-1 0 0,-7 15 1 0 0,17-39 124 0 0,1 1 1 0 0,0 0 0 0 0,16-21 0 0 0,-13 23-392 0 0,6-6 42 0 0,0 1 0 0 0,19-14 0 0 0,-30 25-78 0 0,0 1 1 0 0,0 0 0 0 0,1 0 0 0 0,-1 0-1 0 0,1 1 1 0 0,-1-1 0 0 0,1 1-1 0 0,0 1 1 0 0,0-1 0 0 0,0 1 0 0 0,0 0-1 0 0,8 0 1 0 0,-10 1-6 0 0,1 1 0 0 0,-1-1 0 0 0,1 1 1 0 0,-1 0-1 0 0,1 0 0 0 0,-1 0 0 0 0,1 1 0 0 0,-1 0 0 0 0,0 0 0 0 0,0 0 0 0 0,0 0 0 0 0,0 1 1 0 0,0-1-1 0 0,0 1 0 0 0,-1 0 0 0 0,4 3 0 0 0,1 3 20 0 0,-1 0 0 0 0,1 0-1 0 0,-2 0 1 0 0,11 20 0 0 0,-16-28 2 0 0,10-2-16 0 0,1-1 0 0 0,-1-1 1 0 0,0 0-1 0 0,0-1 0 0 0,0 0 0 0 0,0 0 1 0 0,-1-1-1 0 0,0-1 0 0 0,12-7 0 0 0,51-24-6 0 0,-69 36-6 0 0,0-1 0 0 0,0 1 0 0 0,0 0 0 0 0,0 0 0 0 0,0 0 0 0 0,0 0 0 0 0,1 1 0 0 0,-1-1 0 0 0,0 1 0 0 0,0 0 0 0 0,0 1-1 0 0,5 0 1 0 0,-7 0 10 0 0,0 0-1 0 0,0 0 1 0 0,0 0-1 0 0,-1 1 1 0 0,1-1-1 0 0,0 1 1 0 0,-1-1-1 0 0,1 1 1 0 0,-1 0-1 0 0,1 0 1 0 0,-1 0-1 0 0,0-1 1 0 0,0 1 0 0 0,1 0-1 0 0,-2 0 1 0 0,1 1-1 0 0,0-1 1 0 0,0 0-1 0 0,-1 0 1 0 0,1 0-1 0 0,-1 1 1 0 0,1-1-1 0 0,-1 0 1 0 0,0 3-1 0 0,1 19-40 0 0,-1-20-137 0 0,0 1 1 0 0,0-1 0 0 0,1 1 0 0 0,-1-1-1 0 0,1 1 1 0 0,0-1 0 0 0,0 0 0 0 0,0 1-1 0 0,0-1 1 0 0,1 0 0 0 0,0 0 0 0 0,0 0-1 0 0,3 5 1 0 0,-2-7-2180 0 0,7 2 179 0 0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3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238 698 284 0 0,'-2'-2'404'0'0,"-1"0"1"0"0,0 0-1 0 0,0 0 1 0 0,0 1-1 0 0,0-1 0 0 0,0 1 1 0 0,0-1-1 0 0,0 1 0 0 0,0 0 1 0 0,-1 0-1 0 0,1 1 0 0 0,-1-1 1 0 0,1 1-1 0 0,0-1 1 0 0,-6 1-1 0 0,6 0-158 0 0,-38 8 1209 0 0,32-4-1268 0 0,-1 1 0 0 0,1 0 0 0 0,0 1 0 0 0,0 0 1 0 0,0 1-1 0 0,1-1 0 0 0,0 2 0 0 0,-12 13 0 0 0,15-16-116 0 0,0 1-1 0 0,1 0 0 0 0,-1 0 1 0 0,1 0-1 0 0,0 1 1 0 0,1-1-1 0 0,0 1 0 0 0,0 0 1 0 0,0 0-1 0 0,1 0 0 0 0,0 0 1 0 0,0 0-1 0 0,-1 12 0 0 0,3-17-50 0 0,0 1 0 0 0,0-1 0 0 0,0 1-1 0 0,1-1 1 0 0,-1 1 0 0 0,0-1 0 0 0,1 1-1 0 0,0-1 1 0 0,-1 1 0 0 0,1-1 0 0 0,0 0 0 0 0,0 1-1 0 0,1-1 1 0 0,1 4 0 0 0,-2-5-11 0 0,0-1 0 0 0,0 1-1 0 0,0 0 1 0 0,0 0 0 0 0,1-1 0 0 0,-1 1 0 0 0,0 0 0 0 0,0-1-1 0 0,0 1 1 0 0,1-1 0 0 0,-1 0 0 0 0,0 1 0 0 0,1-1 0 0 0,-1 0-1 0 0,0 0 1 0 0,0 0 0 0 0,1 0 0 0 0,-1 0 0 0 0,0 0 0 0 0,3 0-1 0 0,6-3 21 0 0,0 0-1 0 0,0-1 0 0 0,0 0 0 0 0,0-1 0 0 0,16-10 0 0 0,17-6 35 0 0,-26 15-73 0 0,-16 5 8 0 0,1 0 1 0 0,-1 1-1 0 0,0-1 1 0 0,1 0-1 0 0,-1 1 1 0 0,1-1-1 0 0,-1 1 1 0 0,1-1-1 0 0,-1 1 1 0 0,1 0-1 0 0,-1 0 1 0 0,1 0-1 0 0,0 0 1 0 0,-1 0-1 0 0,1 0 1 0 0,-1 0-1 0 0,1 0 1 0 0,-1 1-1 0 0,1-1 1 0 0,-1 0-1 0 0,1 1 1 0 0,-1 0-1 0 0,1-1 1 0 0,-1 1-1 0 0,1 0 1 0 0,-1 0-1 0 0,0-1 1 0 0,0 1-1 0 0,1 0 1 0 0,-1 0-1 0 0,2 2 1 0 0,-2-2 0 0 0,3 1 4 0 0,1 1 0 0 0,0-1 0 0 0,-1 0 0 0 0,1 0 0 0 0,0-1 0 0 0,0 0 0 0 0,0 1 0 0 0,0-2 0 0 0,6 1 0 0 0,-4-2-25 0 0,0 0 0 0 0,0-1 0 0 0,0 0 1 0 0,0 0-1 0 0,0-1 0 0 0,0 1 0 0 0,0-2 0 0 0,-1 1 0 0 0,0-1 0 0 0,8-6 0 0 0,-1 0-43 0 0,-2-2 0 0 0,0 0 0 0 0,12-15 0 0 0,9-11 1 0 0,1 1-130 0 0,-32 38 191 0 0,1 0 0 0 0,-1 0 0 0 0,1 0 0 0 0,-1 0 1 0 0,1 0-1 0 0,-1 0 0 0 0,0 1 0 0 0,0-1 0 0 0,1 0 0 0 0,-1 1 1 0 0,0-1-1 0 0,0 1 0 0 0,0-1 0 0 0,-1 1 0 0 0,1-1 1 0 0,0 1-1 0 0,0 0 0 0 0,0 2 0 0 0,10 35-7 0 0,-3 54 51 0 0,-8-92-20 0 0,0-1-19 0 0,0 0 0 0 0,0 1 0 0 0,0-1 0 0 0,0 0-1 0 0,0 0 1 0 0,-1 0 0 0 0,1 1 0 0 0,0-1 0 0 0,0 0 0 0 0,0 0-1 0 0,0 0 1 0 0,0 1 0 0 0,0-1 0 0 0,0 0 0 0 0,0 0 0 0 0,0 0-1 0 0,0 1 1 0 0,0-1 0 0 0,0 0 0 0 0,0 0 0 0 0,0 1-1 0 0,0-1 1 0 0,0 0 0 0 0,0 0 0 0 0,0 0 0 0 0,0 1 0 0 0,0-1-1 0 0,1 0 1 0 0,-1 0 0 0 0,0 0 0 0 0,0 1 0 0 0,0-1 0 0 0,0 0-1 0 0,0 0 1 0 0,0 0 0 0 0,1 0 0 0 0,-1 0 0 0 0,0 1-1 0 0,0-1 1 0 0,0 0 0 0 0,0 0 0 0 0,1 0 0 0 0,-1 0 0 0 0,0 0-1 0 0,0 0 1 0 0,0 0 0 0 0,1 0 0 0 0,-1 0 0 0 0,0 0 0 0 0,0 1-1 0 0,1-1 1 0 0,-1 0 0 0 0,0 0 0 0 0,0 0 0 0 0,0 0-1 0 0,1-1 1 0 0,-1 1 0 0 0,0 0 0 0 0,0 0 0 0 0,0 0 0 0 0,1 0-1 0 0,-1 0 1 0 0,0 0 0 0 0,35-32 19 0 0,-11 9-29 0 0,2 0 0 0 0,45-31 0 0 0,-70 54 6 0 0,0-1 0 0 0,0 1 0 0 0,0 0 0 0 0,0-1 0 0 0,0 1 0 0 0,0 0 0 0 0,0 0 0 0 0,0-1 0 0 0,0 1 0 0 0,0 0 1 0 0,0 0-1 0 0,0 0 0 0 0,0 0 0 0 0,0 1 0 0 0,0-1 0 0 0,0 0 0 0 0,0 0 0 0 0,0 1 0 0 0,0-1 0 0 0,0 0 0 0 0,0 1 0 0 0,0-1 0 0 0,0 1 1 0 0,0-1-1 0 0,0 1 0 0 0,1 1 0 0 0,25 25-27 0 0,0-1 30 0 0,-23-23 2 0 0,0-1 0 0 0,0 1 0 0 0,0-1 0 0 0,0 0 0 0 0,1-1 0 0 0,-1 1-1 0 0,1-1 1 0 0,-1 0 0 0 0,1 0 0 0 0,-1 0 0 0 0,1-1 0 0 0,0 1 0 0 0,-1-1 0 0 0,1 0-1 0 0,0 0 1 0 0,7-2 0 0 0,-3 0 2 0 0,-1-1 0 0 0,0 0-1 0 0,-1 0 1 0 0,1 0 0 0 0,0-1 0 0 0,-1 0-1 0 0,0-1 1 0 0,13-9 0 0 0,-7 2-2 0 0,0 0 1 0 0,-1-1 0 0 0,0 0-1 0 0,0 0 1 0 0,-2-2 0 0 0,0 1-1 0 0,-1-1 1 0 0,12-26-1 0 0,-6 7-4 0 0,-3 0 0 0 0,-1-1 0 0 0,-1 0 0 0 0,-2-1 0 0 0,-2 0 0 0 0,-1 0-1 0 0,-2 0 1 0 0,-1-1 0 0 0,-2 1 0 0 0,-2-1 0 0 0,-1 1 0 0 0,-9-44 0 0 0,11 77 0 0 0,-1-10 15 0 0,-1 1-1 0 0,0-1 1 0 0,-1 1 0 0 0,-1 0 0 0 0,1 0 0 0 0,-2 0 0 0 0,-6-11 0 0 0,11 22-10 0 0,-3 6-29 0 0,-3 4 29 0 0,1 1 1 0 0,0-1-1 0 0,1 2 0 0 0,0-1 1 0 0,0 0-1 0 0,1 1 0 0 0,1 0 1 0 0,0 0-1 0 0,0 0 0 0 0,-1 16 1 0 0,-2 19 11 0 0,0 58-1 0 0,6-68 6 0 0,1-1-1 0 0,2 1 0 0 0,2-1 0 0 0,1 0 0 0 0,1 0 0 0 0,2-1 1 0 0,2 0-1 0 0,1-1 0 0 0,1 0 0 0 0,21 35 0 0 0,-31-63 14 0 0,0-1 0 0 0,1 0-1 0 0,-1-1 1 0 0,1 1 0 0 0,0 0-1 0 0,0-1 1 0 0,0 0 0 0 0,0 0-1 0 0,0 0 1 0 0,1-1 0 0 0,0 1-1 0 0,-1-1 1 0 0,1 0 0 0 0,0-1-1 0 0,0 1 1 0 0,0-1-1 0 0,0 0 1 0 0,0 0 0 0 0,0 0-1 0 0,0-1 1 0 0,1 1 0 0 0,-1-2-1 0 0,0 1 1 0 0,0 0 0 0 0,0-1-1 0 0,0 0 1 0 0,0 0 0 0 0,0 0-1 0 0,0-1 1 0 0,0 0 0 0 0,0 0-1 0 0,0 0 1 0 0,-1 0 0 0 0,1-1-1 0 0,-1 0 1 0 0,0 0 0 0 0,1 0-1 0 0,-2 0 1 0 0,6-6 0 0 0,-8 8 106 0 0,10-10 454 0 0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4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82 252 0 0,'-3'-18'1916'0'0,"-1"3"-340"0"0,4-3-308 0 0,-3 7-267 0 0,3 0-37 0 0,7 4-1028 0 0,6 5-852 0 0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4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298 450 488 0 0,'-3'1'310'0'0,"-1"0"0"0"0,1 0 1 0 0,-1 0-1 0 0,1 1 0 0 0,0-1 0 0 0,0 1 0 0 0,0 0 1 0 0,-1 0-1 0 0,2 0 0 0 0,-1 0 0 0 0,0 1 0 0 0,0-1 1 0 0,1 1-1 0 0,-1-1 0 0 0,1 1 0 0 0,0 0 0 0 0,0 0 1 0 0,0 0-1 0 0,0 0 0 0 0,1 0 0 0 0,-1 1 0 0 0,-1 5 1 0 0,2-6-204 0 0,1 0 0 0 0,0 0 0 0 0,0 0 0 0 0,0 0 0 0 0,0 0-1 0 0,0 0 1 0 0,1 0 0 0 0,-1 0 0 0 0,1 0 0 0 0,0 0 0 0 0,0 0 0 0 0,0 0 0 0 0,0 0 0 0 0,1 0 0 0 0,-1-1 0 0 0,1 1 0 0 0,0 0 0 0 0,-1-1 0 0 0,1 1 0 0 0,0-1 0 0 0,0 0 0 0 0,1 0 0 0 0,-1 0 0 0 0,0 0 0 0 0,1 0 0 0 0,3 2 0 0 0,5 4-153 0 0,0-1 1 0 0,0-1-1 0 0,0 0 0 0 0,1 0 1 0 0,0-1-1 0 0,1-1 1 0 0,-1 0-1 0 0,20 4 0 0 0,-30-8-166 0 0,1 0 1 0 0,0 0-1 0 0,-1-1 0 0 0,1 1 0 0 0,-1-1 0 0 0,1 1 0 0 0,-1-1 0 0 0,1 0 0 0 0,-1 0 1 0 0,4-3-1 0 0,5-2-3226 0 0,-4-1 998 0 0</inkml:trace>
  <inkml:trace contextRef="#ctx0" brushRef="#br0" timeOffset="1">78 135 11517 0 0,'-5'1'23'0'0,"1"-2"1"0"0,0 1-1 0 0,-1-1 1 0 0,1 1-1 0 0,0-1 0 0 0,-1 0 1 0 0,1-1-1 0 0,0 1 0 0 0,0-1 1 0 0,0 0-1 0 0,0 0 1 0 0,0 0-1 0 0,0 0 0 0 0,1-1 1 0 0,-1 1-1 0 0,1-1 0 0 0,-5-4 1 0 0,8 6 22 0 0,24-36 56 0 0,-15 31-92 0 0,1-1 0 0 0,0 2 0 0 0,0-1-1 0 0,1 1 1 0 0,-1 1 0 0 0,1 0-1 0 0,0 0 1 0 0,0 1 0 0 0,14-2-1 0 0,17-1-1859 0 0,49-1 0 0 0,-57 6-1158 0 0,6-1-71 0 0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6.8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2 957 452 0 0,'0'0'1731'0'0,"0"-1"-1656"0"0,0 0 0 0 0,0 1-1 0 0,-1-1 1 0 0,1 0 0 0 0,0 1 0 0 0,0-1 0 0 0,0 0 0 0 0,0 0 0 0 0,0 1-1 0 0,0-1 1 0 0,0 0 0 0 0,0 0 0 0 0,0 1 0 0 0,0-1 0 0 0,0 0 0 0 0,0 0-1 0 0,1 1 1 0 0,-1-1 0 0 0,0 0 0 0 0,1 1 0 0 0,0-2 0 0 0,84-73 1383 0 0,-47 43-840 0 0,61-64-1 0 0,-76 70-524 0 0,-2 0-1 0 0,-1-2 1 0 0,0 0-1 0 0,-3-1 1 0 0,0-1 0 0 0,-2 0-1 0 0,-1-2 1 0 0,-1 1-1 0 0,-2-2 1 0 0,7-36-1 0 0,-12 39-43 0 0,-1-1 0 0 0,-2 0 0 0 0,-1 0-1 0 0,-2-37 1 0 0,-1 54 18 0 0,0 0 0 0 0,-1 0 0 0 0,-1-1 0 0 0,0 1 0 0 0,-1 1 0 0 0,0-1 0 0 0,-1 1 0 0 0,0-1 0 0 0,-1 2 0 0 0,-1-1 0 0 0,-10-15 0 0 0,16 27-62 0 0,1 1-1 0 0,0 0 1 0 0,0-1 0 0 0,0 1 0 0 0,-1 0-1 0 0,1-1 1 0 0,0 1 0 0 0,0 0 0 0 0,-1-1 0 0 0,1 1-1 0 0,0 0 1 0 0,-1 0 0 0 0,1 0 0 0 0,0-1-1 0 0,-1 1 1 0 0,1 0 0 0 0,0 0 0 0 0,-1 0-1 0 0,1 0 1 0 0,0-1 0 0 0,-1 1 0 0 0,1 0 0 0 0,-1 0-1 0 0,1 0 1 0 0,0 0 0 0 0,-1 0 0 0 0,1 0-1 0 0,-1 0 1 0 0,1 0 0 0 0,0 0 0 0 0,-1 0 0 0 0,1 0-1 0 0,0 1 1 0 0,-1-1 0 0 0,1 0 0 0 0,0 0-1 0 0,-1 0 1 0 0,1 0 0 0 0,0 1 0 0 0,-1-1-1 0 0,1 0 1 0 0,0 0 0 0 0,-1 1 0 0 0,-5 5 10 0 0,0 1 1 0 0,1 1 0 0 0,-1-1-1 0 0,1 0 1 0 0,1 1 0 0 0,0 0-1 0 0,0 0 1 0 0,0 1 0 0 0,-2 9-1 0 0,-22 89 179 0 0,20-70-145 0 0,-10 50 98 0 0,3 1 0 0 0,-5 144 0 0 0,23 180 221 0 0,-3-408-365 0 0,3 72 93 0 0,-4 0-1 0 0,-13 103 0 0 0,12-168-182 0 0,0-1-1 0 0,-1 1 1 0 0,0-1-1 0 0,0 1 0 0 0,-1-1 1 0 0,0 0-1 0 0,-1 0 1 0 0,-10 14-1 0 0,15-24-6 0 0,-7 5-648 0 0,1-6-4096 0 0,-14-9 2680 0 0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7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0 184 132 0 0,'0'0'2715'0'0,"2"-3"-2308"0"0,1-1-311 0 0,0 1 0 0 0,1-1 0 0 0,-1 1 1 0 0,1 0-1 0 0,-1 0 0 0 0,1 0 0 0 0,0 0 1 0 0,0 1-1 0 0,0-1 0 0 0,1 1 0 0 0,-1 0 1 0 0,1 0-1 0 0,6-1 0 0 0,75-18 429 0 0,-49 13-347 0 0,328-79 1140 0 0,-251 62-183 0 0,-113 25-1023 0 0,1 0-42 0 0,0 1 0 0 0,-1-1-1 0 0,1 0 1 0 0,0 1-1 0 0,-1-1 1 0 0,1 1 0 0 0,-1-1-1 0 0,1 1 1 0 0,-1 0-1 0 0,1 0 1 0 0,-1 0 0 0 0,3 1-1 0 0,-38 130 823 0 0,38-117-1761 0 0,-1-8-4280 0 0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7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69 604 0 0,'-3'-15'1308'0'0,"0"-3"-216"0"0,3 5-212 0 0,0 0 400 0 0,5 3-875 0 0,20 18-1834 0 0,-17 5-1631 0 0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8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1 485 528 0 0,'0'0'554'0'0,"4"-2"-19"0"0,15-9-77 0 0,-1 1-1 0 0,0-2 1 0 0,-1-1-1 0 0,0 0 0 0 0,-1-1 1 0 0,-1 0-1 0 0,0-1 0 0 0,-1-1 1 0 0,-1-1-1 0 0,13-19 1 0 0,-26 36-438 0 0,0 0 0 0 0,0-1 0 0 0,0 1 1 0 0,-1 0-1 0 0,1-1 0 0 0,0 1 0 0 0,0 0 1 0 0,0 0-1 0 0,0-1 0 0 0,0 1 0 0 0,0 0 1 0 0,-1-1-1 0 0,1 1 0 0 0,0 0 0 0 0,0 0 1 0 0,0 0-1 0 0,-1-1 0 0 0,1 1 1 0 0,0 0-1 0 0,0 0 0 0 0,-1 0 0 0 0,1-1 1 0 0,0 1-1 0 0,-1 0 0 0 0,1 0 0 0 0,0 0 1 0 0,0 0-1 0 0,-1 0 0 0 0,1 0 0 0 0,0 0 1 0 0,-1 0-1 0 0,1 0 0 0 0,0 0 0 0 0,-1 0 1 0 0,1 0-1 0 0,0 0 0 0 0,-1 0 0 0 0,1 0 1 0 0,0 0-1 0 0,0 0 0 0 0,-1 0 0 0 0,1 0 1 0 0,0 0-1 0 0,-1 0 0 0 0,1 0 0 0 0,0 1 1 0 0,0-1-1 0 0,-1 0 0 0 0,1 1 1 0 0,-2-1-19 0 0,0 0 1 0 0,1 1 0 0 0,-1-1 0 0 0,1 1 0 0 0,-1 0 0 0 0,1-1 0 0 0,-1 1 0 0 0,1 0 0 0 0,0 0 0 0 0,-1 0 0 0 0,1 0 0 0 0,0 0-1 0 0,0 0 1 0 0,0 1 0 0 0,0-1 0 0 0,0 0 0 0 0,-1 2 0 0 0,0 0 13 0 0,0 0-1 0 0,0 1 1 0 0,0-1-1 0 0,1 0 1 0 0,0 1 0 0 0,-1-1-1 0 0,1 0 1 0 0,1 1-1 0 0,-1 0 1 0 0,0-1 0 0 0,1 1-1 0 0,0-1 1 0 0,0 1-1 0 0,0 0 1 0 0,0-1-1 0 0,0 1 1 0 0,1-1 0 0 0,0 1-1 0 0,0-1 1 0 0,0 1-1 0 0,2 5 1 0 0,-1-6-6 0 0,1 1 0 0 0,-1-1 0 0 0,1 0-1 0 0,0 0 1 0 0,0 0 0 0 0,0-1 0 0 0,0 1 0 0 0,0-1 0 0 0,1 1 0 0 0,-1-1-1 0 0,1 0 1 0 0,-1 0 0 0 0,1-1 0 0 0,0 1 0 0 0,0-1 0 0 0,0 0 0 0 0,0 0 0 0 0,0 0-1 0 0,0 0 1 0 0,4 0 0 0 0,-2-1-4 0 0,1 0 0 0 0,0 0 0 0 0,-1-1 0 0 0,1 0 0 0 0,0 0 0 0 0,-1 0 0 0 0,1-1 0 0 0,-1 0 0 0 0,0 0 0 0 0,0-1 1 0 0,0 1-1 0 0,0-1 0 0 0,0-1 0 0 0,0 1 0 0 0,-1-1 0 0 0,1 0 0 0 0,-1 0 0 0 0,0-1 0 0 0,-1 0 0 0 0,1 1 0 0 0,-1-2 0 0 0,7-9 0 0 0,2-4-2 0 0,-1 0 1 0 0,-1-1-1 0 0,0 0 1 0 0,-2-1-1 0 0,10-30 0 0 0,-13 32 150 0 0,-2 0-1 0 0,0-1 0 0 0,-1 0 0 0 0,-1 0 0 0 0,0 0 0 0 0,-2 0 0 0 0,-1 0 0 0 0,-5-36 1 0 0,6 56-138 0 0,0-1 1 0 0,0 0-1 0 0,0 1 1 0 0,0-1 0 0 0,0 0-1 0 0,-1 1 1 0 0,1-1-1 0 0,0 1 1 0 0,0-1 0 0 0,-1 0-1 0 0,1 1 1 0 0,0-1 0 0 0,-1 1-1 0 0,1-1 1 0 0,0 1-1 0 0,-1-1 1 0 0,1 1 0 0 0,-1-1-1 0 0,1 1 1 0 0,-1 0-1 0 0,1-1 1 0 0,-1 1 0 0 0,1 0-1 0 0,-1-1 1 0 0,0 1-1 0 0,1 0 1 0 0,-1 0 0 0 0,1-1-1 0 0,-1 1 1 0 0,0 0 0 0 0,1 0-1 0 0,-1 0 1 0 0,0 0-1 0 0,1 0 1 0 0,-1 0 0 0 0,1 0-1 0 0,-1 0 1 0 0,0 0-1 0 0,1 0 1 0 0,-1 0 0 0 0,0 0-1 0 0,1 1 1 0 0,-1-1-1 0 0,1 0 1 0 0,-1 0 0 0 0,0 1-1 0 0,1-1 1 0 0,-1 0-1 0 0,1 1 1 0 0,-1-1 0 0 0,1 0-1 0 0,-1 1 1 0 0,1-1 0 0 0,-1 1-1 0 0,1-1 1 0 0,-1 2-1 0 0,-26 28 178 0 0,19-15-113 0 0,1 0-1 0 0,1 1 0 0 0,1 0 0 0 0,0 0 0 0 0,1 0 1 0 0,0 0-1 0 0,1 1 0 0 0,1 0 0 0 0,1 0 1 0 0,2 31-1 0 0,0-27-58 0 0,2 0-1 0 0,0 0 1 0 0,1 0 0 0 0,2 0 0 0 0,0-1 0 0 0,1 0-1 0 0,1 0 1 0 0,13 24 0 0 0,-16-37-249 0 0,-1 0 0 0 0,1 0 0 0 0,0 0 0 0 0,1-1 0 0 0,-1 0 0 0 0,1 0 0 0 0,11 8 0 0 0,-13-11-491 0 0,1 0 0 0 0,0 0 0 0 0,-1 0 0 0 0,1-1 0 0 0,0 0 1 0 0,0 0-1 0 0,10 3 0 0 0,3-2-1798 0 0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8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78 346 628 0 0,'0'0'643'0'0,"-4"2"-4"0"0,-2 2-435 0 0,1 1 0 0 0,-1-1-1 0 0,1 1 1 0 0,0 0 0 0 0,0 1-1 0 0,0-1 1 0 0,1 1 0 0 0,0 0-1 0 0,0 0 1 0 0,0 0 0 0 0,1 0-1 0 0,0 1 1 0 0,0 0 0 0 0,1-1-1 0 0,-1 1 1 0 0,2 0 0 0 0,-1 0-1 0 0,1 1 1 0 0,0-1 0 0 0,0 0-1 0 0,1 0 1 0 0,0 0 0 0 0,0 1-1 0 0,1-1 1 0 0,0 0 0 0 0,3 11-1 0 0,-4-16-176 0 0,0-1-1 0 0,0 1 1 0 0,1 0-1 0 0,-1 0 1 0 0,1-1 0 0 0,0 1-1 0 0,-1-1 1 0 0,1 1-1 0 0,0 0 1 0 0,0-1-1 0 0,0 1 1 0 0,0-1-1 0 0,0 0 1 0 0,0 1-1 0 0,0-1 1 0 0,1 0-1 0 0,-1 0 1 0 0,0 0-1 0 0,1 0 1 0 0,-1 0 0 0 0,1 0-1 0 0,-1 0 1 0 0,1 0-1 0 0,-1 0 1 0 0,4 0-1 0 0,-2-1-5 0 0,-1 0-1 0 0,0-1 1 0 0,1 1-1 0 0,-1-1 1 0 0,0 1-1 0 0,0-1 1 0 0,0 0-1 0 0,1 0 0 0 0,-1 0 1 0 0,0 0-1 0 0,0-1 1 0 0,0 1-1 0 0,-1 0 1 0 0,1-1-1 0 0,0 1 1 0 0,2-4-1 0 0,5-4 12 0 0,-1 0 0 0 0,-1-1 0 0 0,0 0 0 0 0,0 0 0 0 0,0-1 0 0 0,4-12 0 0 0,-1-7 12 0 0,-1 0-1 0 0,-2 0 1 0 0,-1-1 0 0 0,-1 0 0 0 0,-2 0 0 0 0,-1-1-1 0 0,-2 1 1 0 0,-1 0 0 0 0,-8-56 0 0 0,-22-8 1491 0 0,31 94-1528 0 0,0 1 1 0 0,-1 0-1 0 0,1 0 0 0 0,0-1 1 0 0,0 1-1 0 0,-1 0 1 0 0,1 0-1 0 0,0 0 1 0 0,0 0-1 0 0,-1 0 0 0 0,1-1 1 0 0,0 1-1 0 0,-1 0 1 0 0,1 0-1 0 0,0 0 1 0 0,-1 0-1 0 0,1 0 0 0 0,0 0 1 0 0,0 0-1 0 0,-1 0 1 0 0,1 0-1 0 0,0 0 1 0 0,-1 0-1 0 0,1 0 1 0 0,0 0-1 0 0,-1 0 0 0 0,1 0 1 0 0,0 0-1 0 0,-1 1 1 0 0,1-1-1 0 0,0 0 1 0 0,0 0-1 0 0,-1 0 0 0 0,1 0 1 0 0,0 1-1 0 0,0-1 1 0 0,-1 0-1 0 0,1 0 1 0 0,0 0-1 0 0,0 1 0 0 0,-1-1 1 0 0,1 0-1 0 0,0 0 1 0 0,0 1-1 0 0,0-1 1 0 0,0 0-1 0 0,0 1 0 0 0,-1-1 1 0 0,1 0-1 0 0,0 1 1 0 0,-15 16 138 0 0,14-17-155 0 0,-5 10 47 0 0,1 0 1 0 0,0 0 0 0 0,0 0-1 0 0,1 1 1 0 0,0-1 0 0 0,1 1-1 0 0,0 0 1 0 0,1 0 0 0 0,0 0-1 0 0,1 0 1 0 0,0 0-1 0 0,1 1 1 0 0,1 16 0 0 0,4 13 46 0 0,1-1 0 0 0,13 49 0 0 0,-18-83-75 0 0,12 42-50 0 0,28 77 0 0 0,-32-105-1723 0 0,0-1 0 0 0,2 1 0 0 0,18 25 0 0 0,-17-32-955 0 0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8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7 197 448 0 0,'0'0'6240'0'0,"-1"-7"-5320"0"0,-1-10-147 0 0,0 1 0 0 0,1-1 0 0 0,0 0 0 0 0,2 1 0 0 0,0-1-1 0 0,1 0 1 0 0,6-26 0 0 0,-7 41-1189 0 0,-2-25-7052 0 0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7:09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18 104 1040 0 0,'-4'-19'1517'0'0,"0"5"-457"0"0,1 0 0 0 0,0 1 0 0 0,2-1 0 0 0,-1-15 0 0 0,13 48-4333 0 0,-9-17 2672 0 0,1 3-1642 0 0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8:5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9 348 0 0,'0'0'821'0'0,"0"0"-742"0"0,0 0-1 0 0,0-1 1 0 0,-1 1 0 0 0,1 0-1 0 0,0-1 1 0 0,0 1 0 0 0,0-1 0 0 0,0 1-1 0 0,0 0 1 0 0,0-1 0 0 0,-1 1 0 0 0,1 0-1 0 0,0-1 1 0 0,0 1 0 0 0,-1 0 0 0 0,1 0-1 0 0,0-1 1 0 0,0 1 0 0 0,-1 0-1 0 0,1 0 1 0 0,0-1 0 0 0,-1 1 0 0 0,1 0-1 0 0,0 0 1 0 0,-1 0 0 0 0,1-1 0 0 0,0 1-1 0 0,-1 0 1 0 0,1 0 0 0 0,-1 0 0 0 0,1 0-1 0 0,0 0 1 0 0,-1 0 0 0 0,1 0-1 0 0,0 0 1 0 0,-1 0 0 0 0,1 0 0 0 0,-1 0-1 0 0,1 0 1 0 0,0 0 0 0 0,-1 0 0 0 0,1 0-1 0 0,0 1 1 0 0,-1-1 0 0 0,-16 10 208 0 0,1 1 0 0 0,0 0 1 0 0,1 1-1 0 0,1 1 0 0 0,0 1 1 0 0,0 0-1 0 0,2 0 0 0 0,-16 23 1 0 0,13-16-79 0 0,2 0 0 0 0,0 1 0 0 0,1 0 1 0 0,1 1-1 0 0,2 1 0 0 0,-9 29 0 0 0,16-45-149 0 0,1 0 0 0 0,0 0 1 0 0,0 0-1 0 0,1 0 0 0 0,0 0 0 0 0,0 0 0 0 0,1 0 0 0 0,2 11 0 0 0,-3-17-47 0 0,0 0 0 0 0,1 0-1 0 0,-1 0 1 0 0,1 0 0 0 0,0 0-1 0 0,-1-1 1 0 0,1 1 0 0 0,0 0-1 0 0,0 0 1 0 0,0-1 0 0 0,0 1-1 0 0,0-1 1 0 0,1 1 0 0 0,-1-1-1 0 0,0 1 1 0 0,1-1 0 0 0,-1 0-1 0 0,1 1 1 0 0,0-1 0 0 0,-1 0-1 0 0,1 0 1 0 0,0 0-1 0 0,-1-1 1 0 0,1 1 0 0 0,0 0-1 0 0,0-1 1 0 0,0 1 0 0 0,0-1-1 0 0,0 1 1 0 0,0-1 0 0 0,0 0-1 0 0,0 0 1 0 0,-1 0 0 0 0,1 0-1 0 0,0 0 1 0 0,0 0 0 0 0,0-1-1 0 0,0 1 1 0 0,0-1 0 0 0,0 1-1 0 0,2-2 1 0 0,12-4 27 0 0,1-2 1 0 0,-1 1-1 0 0,-1-2 1 0 0,0 0-1 0 0,19-15 1 0 0,-19 13-35 0 0,-14 11-7 0 0,1-1 1 0 0,-1 1 0 0 0,0-1 0 0 0,0 1 0 0 0,1 0 0 0 0,-1-1 0 0 0,0 1-1 0 0,1 0 1 0 0,-1 0 0 0 0,0 0 0 0 0,1 0 0 0 0,-1 0 0 0 0,0 0-1 0 0,1 1 1 0 0,-1-1 0 0 0,0 0 0 0 0,0 1 0 0 0,1-1 0 0 0,-1 1 0 0 0,0-1-1 0 0,0 1 1 0 0,1-1 0 0 0,0 2 0 0 0,36 25-4 0 0,-6-4 9 0 0,-27-20-1 0 0,0-1 0 0 0,0 0 0 0 0,0-1 0 0 0,0 1 0 0 0,1-1 0 0 0,-1 0 0 0 0,1 0 0 0 0,-1-1 0 0 0,0 0 0 0 0,1 1 0 0 0,-1-2 1 0 0,1 1-1 0 0,-1-1 0 0 0,1 0 0 0 0,-1 0 0 0 0,0 0 0 0 0,6-3 0 0 0,-4 1-1 0 0,0-1 0 0 0,0 1 1 0 0,0-1-1 0 0,-1-1 0 0 0,1 1 0 0 0,-1-1 1 0 0,0-1-1 0 0,-1 1 0 0 0,1-1 0 0 0,-1 0 1 0 0,6-8-1 0 0,-6 7-2 0 0,0-1-1 0 0,0 1 1 0 0,-1-1-1 0 0,0 0 1 0 0,-1 0-1 0 0,1-1 1 0 0,-1 1 0 0 0,-1-1-1 0 0,0 0 1 0 0,0 1-1 0 0,-1-1 1 0 0,0 0-1 0 0,0 0 1 0 0,-1 0 0 0 0,0 0-1 0 0,-1 0 1 0 0,0 0-1 0 0,0 0 1 0 0,-1 0-1 0 0,0 1 1 0 0,-5-16 0 0 0,6 22-5 0 0,0 1 0 0 0,0-1 0 0 0,0 0 1 0 0,0 0-1 0 0,-1 0 0 0 0,1 1 0 0 0,0-1 0 0 0,-1 0 1 0 0,1 1-1 0 0,-1-1 0 0 0,1 1 0 0 0,-1 0 1 0 0,0 0-1 0 0,0-1 0 0 0,1 1 0 0 0,-1 0 1 0 0,0 0-1 0 0,0 1 0 0 0,-3-2 0 0 0,3 2-4 0 0,-1 2-10 0 0,0-1-47 0 0,0 1 1 0 0,1 0-1 0 0,-1 0 1 0 0,1 0-1 0 0,0 0 1 0 0,-1 0 0 0 0,1 1-1 0 0,0-1 1 0 0,1 1-1 0 0,-1-1 1 0 0,-2 5 0 0 0,3-6-141 0 0,0 1 1 0 0,1-1 0 0 0,-1 1-1 0 0,1 0 1 0 0,-1-1-1 0 0,1 1 1 0 0,0-1 0 0 0,-1 1-1 0 0,1 0 1 0 0,0-1 0 0 0,0 1-1 0 0,0-1 1 0 0,0 1 0 0 0,0 0-1 0 0,1-1 1 0 0,-1 1 0 0 0,0-1-1 0 0,1 1 1 0 0,-1 0 0 0 0,1-1-1 0 0,0 1 1 0 0,0-1 0 0 0,-1 0-1 0 0,1 1 1 0 0,0-1 0 0 0,0 0-1 0 0,2 3 1 0 0,4 3-1829 0 0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8:59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44 688 0 0,'-5'1'743'0'0,"-1"-1"-492"0"0,1 1 1 0 0,-1 1-1 0 0,0-1 1 0 0,1 1-1 0 0,0 0 1 0 0,-1 0-1 0 0,1 0 1 0 0,0 1-1 0 0,0 0 1 0 0,0 0-1 0 0,0 0 1 0 0,1 1-1 0 0,-5 4 1 0 0,7-6-182 0 0,0 1 0 0 0,1-1 0 0 0,-1 0 1 0 0,1 1-1 0 0,0-1 0 0 0,0 1 0 0 0,0 0 0 0 0,0-1 1 0 0,0 1-1 0 0,1 0 0 0 0,-1-1 0 0 0,1 1 0 0 0,0 0 1 0 0,-1 0-1 0 0,1 0 0 0 0,1-1 0 0 0,-1 1 0 0 0,0 0 1 0 0,1 0-1 0 0,-1-1 0 0 0,1 1 0 0 0,0 0 0 0 0,0-1 0 0 0,0 1 1 0 0,0-1-1 0 0,0 1 0 0 0,1-1 0 0 0,-1 1 0 0 0,1-1 1 0 0,-1 0-1 0 0,3 3 0 0 0,-1-1-24 0 0,1-1-1 0 0,-1 1 1 0 0,1 0-1 0 0,0-1 1 0 0,0 0-1 0 0,0 0 1 0 0,0 0 0 0 0,1 0-1 0 0,-1-1 1 0 0,1 0-1 0 0,0 0 1 0 0,-1 0-1 0 0,1 0 1 0 0,0-1 0 0 0,0 0-1 0 0,0 0 1 0 0,0 0-1 0 0,0 0 1 0 0,1-1-1 0 0,-1 0 1 0 0,0 0 0 0 0,0 0-1 0 0,0-1 1 0 0,0 0-1 0 0,0 0 1 0 0,9-3-1 0 0,-10 3-22 0 0,0 0 0 0 0,0 0 0 0 0,0-1-1 0 0,-1 1 1 0 0,1-1 0 0 0,0 0-1 0 0,-1 0 1 0 0,1-1 0 0 0,-1 1 0 0 0,0-1-1 0 0,0 1 1 0 0,0-1 0 0 0,0 0-1 0 0,0 0 1 0 0,-1 0 0 0 0,1-1 0 0 0,-1 1-1 0 0,0-1 1 0 0,0 1 0 0 0,0-1 0 0 0,0 0-1 0 0,-1 0 1 0 0,1 1 0 0 0,-1-1-1 0 0,0 0 1 0 0,0 0 0 0 0,-1 0 0 0 0,1-1-1 0 0,-1 1 1 0 0,0 0 0 0 0,0 0-1 0 0,0 0 1 0 0,-2-6 0 0 0,2 5-30 0 0,-1 0 0 0 0,-1 1 0 0 0,1-1 0 0 0,-1 0 0 0 0,1 1-1 0 0,-1-1 1 0 0,-1 1 0 0 0,1-1 0 0 0,-1 1 0 0 0,1 0 0 0 0,-1 0 0 0 0,0 0 0 0 0,-1 1 0 0 0,1-1 0 0 0,-1 1 0 0 0,1-1 0 0 0,-1 1 0 0 0,0 1 0 0 0,-7-5 0 0 0,7 5-562 0 0,0 0 0 0 0,-1 1 1 0 0,1 0-1 0 0,0 0 0 0 0,-1 0 1 0 0,1 0-1 0 0,-1 1 0 0 0,-5-1 1 0 0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8:59.8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31 216 0 0,'6'10'662'0'0,"-1"0"0"0"0,0 1 0 0 0,0 0 0 0 0,-1-1 0 0 0,-1 2 0 0 0,4 15 0 0 0,-6-23-577 0 0,-1 0 0 0 0,0 0 0 0 0,0 0 0 0 0,0 1 0 0 0,0-1 0 0 0,-1 0-1 0 0,0 0 1 0 0,1 0 0 0 0,-2 0 0 0 0,1 0 0 0 0,0 0 0 0 0,-1 0 0 0 0,0 0 0 0 0,1 0-1 0 0,-2 0 1 0 0,1-1 0 0 0,0 1 0 0 0,-1-1 0 0 0,1 0 0 0 0,-6 5 0 0 0,6-7-30 0 0,1-1 1 0 0,0 1-1 0 0,-1-1 1 0 0,1 0-1 0 0,-1 0 1 0 0,1 1-1 0 0,-1-1 1 0 0,1 0-1 0 0,0 0 1 0 0,-1-1-1 0 0,1 1 1 0 0,-1 0-1 0 0,1 0 1 0 0,0-1-1 0 0,-1 1 1 0 0,1-1-1 0 0,-1 1 1 0 0,1-1-1 0 0,0 1 1 0 0,0-1-1 0 0,-1 0 1 0 0,1 0-1 0 0,0 0 1 0 0,0 0-1 0 0,0 1 1 0 0,0-1-1 0 0,-2-2 1 0 0,2-3 0 0 0,1 1 1 0 0,-1 0-1 0 0,1-1 1 0 0,0 1-1 0 0,0 0 0 0 0,0 0 1 0 0,1-1-1 0 0,0 1 1 0 0,0 0-1 0 0,0 0 1 0 0,1 0-1 0 0,-1 0 1 0 0,1 0-1 0 0,1 0 0 0 0,-1 0 1 0 0,1 0-1 0 0,-1 1 1 0 0,1-1-1 0 0,1 1 1 0 0,-1 0-1 0 0,1 0 1 0 0,-1 0-1 0 0,8-5 0 0 0,-1 0-253 0 0,0 1-1 0 0,1-1 1 0 0,17-9-1 0 0,33-9-4636 0 0,-49 23 2629 0 0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0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147 631 212 0 0,'-4'-1'211'0'0,"1"1"0"0"0,-1-1 1 0 0,0 0-1 0 0,0 1 0 0 0,0 0 0 0 0,0 0 1 0 0,0 0-1 0 0,1 1 0 0 0,-1-1 0 0 0,0 1 1 0 0,0 0-1 0 0,0 0 0 0 0,1 0 0 0 0,-1 0 1 0 0,1 1-1 0 0,-1-1 0 0 0,1 1 0 0 0,-1 0 0 0 0,-3 3 1 0 0,1 0-105 0 0,1 0-1 0 0,-1 0 1 0 0,1 0 0 0 0,0 1 0 0 0,0 0 0 0 0,1 0 0 0 0,-1 0-1 0 0,1 1 1 0 0,-4 8 0 0 0,6-8-45 0 0,-1-1 0 0 0,1 0 0 0 0,0 1 0 0 0,0-1 0 0 0,0 1 0 0 0,1 0 0 0 0,0 0 0 0 0,1-1 0 0 0,-1 1 0 0 0,2 11 0 0 0,-1-16-41 0 0,0 0 1 0 0,1 0 0 0 0,-1 0-1 0 0,0 0 1 0 0,1 0 0 0 0,0 0-1 0 0,-1-1 1 0 0,1 1 0 0 0,0 0-1 0 0,0 0 1 0 0,0 0 0 0 0,0-1-1 0 0,1 1 1 0 0,-1-1 0 0 0,0 1-1 0 0,0-1 1 0 0,1 1 0 0 0,-1-1-1 0 0,1 0 1 0 0,0 0 0 0 0,-1 0-1 0 0,1 0 1 0 0,0 0 0 0 0,0 0-1 0 0,-1 0 1 0 0,1 0 0 0 0,0-1-1 0 0,0 1 1 0 0,0-1 0 0 0,0 1-1 0 0,0-1 1 0 0,0 0 0 0 0,0 0-1 0 0,0 0 1 0 0,0 0 0 0 0,0 0-1 0 0,3-1 1 0 0,1 0 3 0 0,0 0 0 0 0,-1-1 0 0 0,1 0 0 0 0,-1 0 0 0 0,0-1 0 0 0,0 1 0 0 0,0-1 0 0 0,0 0 0 0 0,0 0 0 0 0,0-1 0 0 0,5-4 0 0 0,0-2 19 0 0,0 1 0 0 0,-1-2 0 0 0,11-13-1 0 0,3-9-16 0 0,-1-1 0 0 0,-2-1 0 0 0,-2-1-1 0 0,-1-1 1 0 0,-2 0 0 0 0,-1-1 0 0 0,12-56-1 0 0,-18 56-40 0 0,12-59 634 0 0,13-145 0 0 0,-35 216-319 0 0,2 26-298 0 0,0 0 0 0 0,0 0 0 0 0,0 0 0 0 0,0-1 0 0 0,0 1 0 0 0,0 0 1 0 0,0 0-1 0 0,0 0 0 0 0,-1 0 0 0 0,1 0 0 0 0,0 0 0 0 0,0 0 0 0 0,0-1 0 0 0,0 1 0 0 0,0 0 1 0 0,0 0-1 0 0,-1 0 0 0 0,1 0 0 0 0,0 0 0 0 0,0 0 0 0 0,0 0 0 0 0,0 0 0 0 0,-1 0 0 0 0,1 0 1 0 0,0 0-1 0 0,0 0 0 0 0,0 0 0 0 0,0 0 0 0 0,0 0 0 0 0,-1 0 0 0 0,1 0 0 0 0,0 0 1 0 0,0 0-1 0 0,0 0 0 0 0,0 0 0 0 0,-1 0 0 0 0,1 0 0 0 0,0 1 0 0 0,0-1 0 0 0,0 0 0 0 0,0 0 1 0 0,0 0-1 0 0,0 0 0 0 0,-1 0 0 0 0,1 0 0 0 0,0 0 0 0 0,0 0 0 0 0,0 1 0 0 0,0-1 1 0 0,0 0-1 0 0,0 0 0 0 0,0 0 0 0 0,0 0 0 0 0,0 0 0 0 0,0 1 0 0 0,0-1 0 0 0,0 0 0 0 0,0 0 1 0 0,0 0-1 0 0,0 1 0 0 0,-20 47 83 0 0,5 3-58 0 0,3 1 0 0 0,1 1 0 0 0,-3 56 0 0 0,13-84-16 0 0,0-1-1 0 0,2 1 1 0 0,1-1-1 0 0,0 0 1 0 0,2 0-1 0 0,1 0 0 0 0,1 0 1 0 0,1-1-1 0 0,11 27 1 0 0,-15-44-2 0 0,0 1 1 0 0,1 0-1 0 0,-1-1 0 0 0,1 1 0 0 0,0-1 1 0 0,1 0-1 0 0,-1-1 0 0 0,1 1 1 0 0,0-1-1 0 0,1 0 0 0 0,10 8 1 0 0,-13-12-7 0 0,0 1 0 0 0,0-1 1 0 0,0 0-1 0 0,0 0 0 0 0,1 0 1 0 0,-1 0-1 0 0,0-1 0 0 0,1 0 1 0 0,-1 1-1 0 0,1-1 1 0 0,-1 0-1 0 0,0 0 0 0 0,1-1 1 0 0,-1 1-1 0 0,0-1 0 0 0,1 0 1 0 0,-1 0-1 0 0,0 0 0 0 0,0 0 1 0 0,1 0-1 0 0,-1-1 0 0 0,0 1 1 0 0,0-1-1 0 0,-1 0 0 0 0,1 0 1 0 0,0 0-1 0 0,-1 0 1 0 0,3-3-1 0 0,26-30 26 0 0,-27 29-29 0 0,-1 1 1 0 0,1 0-1 0 0,1 0 0 0 0,-1 0 0 0 0,1 0 1 0 0,0 1-1 0 0,0 0 0 0 0,9-6 0 0 0,-13 9 11 0 0,1 0-1 0 0,-1 1 0 0 0,0-1 0 0 0,1 1 1 0 0,-1-1-1 0 0,1 1 0 0 0,-1-1 0 0 0,1 1 1 0 0,-1 0-1 0 0,1 0 0 0 0,-1 0 1 0 0,1 0-1 0 0,-1 0 0 0 0,1 0 0 0 0,-1 0 1 0 0,1 0-1 0 0,-1 0 0 0 0,1 1 0 0 0,-1-1 1 0 0,1 1-1 0 0,-1-1 0 0 0,1 1 1 0 0,-1-1-1 0 0,0 1 0 0 0,1 0 0 0 0,-1 0 1 0 0,0 0-1 0 0,0 0 0 0 0,0 0 0 0 0,1 0 1 0 0,-1 0-1 0 0,0 0 0 0 0,0 0 1 0 0,0 0-1 0 0,-1 1 0 0 0,2 1 0 0 0,1 0 24 0 0,1 3-5 0 0,1 0-1 0 0,-1-1 1 0 0,-1 2 0 0 0,1-1-1 0 0,-1 0 1 0 0,0 1-1 0 0,0-1 1 0 0,-1 1 0 0 0,0 0-1 0 0,0 0 1 0 0,-1 0-1 0 0,0 0 1 0 0,0 0 0 0 0,0 0-1 0 0,-1 0 1 0 0,0 0-1 0 0,-1 0 1 0 0,0 1 0 0 0,0-1-1 0 0,0 0 1 0 0,-1 0-1 0 0,0-1 1 0 0,0 1 0 0 0,0 0-1 0 0,-1-1 1 0 0,0 1-1 0 0,-1-1 1 0 0,1 0 0 0 0,-1 0-1 0 0,0 0 1 0 0,-1 0-1 0 0,0-1 1 0 0,1 0 0 0 0,-2 0-1 0 0,1 0 1 0 0,0-1-1 0 0,-1 1 1 0 0,0-1 0 0 0,0-1-1 0 0,0 1 1 0 0,-1-1-1 0 0,-10 4 1 0 0,8-3-243 0 0,-62 20 615 0 0,34-19-1999 0 0,3-10-3611 0 0,23 1 2323 0 0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4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220 720 68 0 0,'1'-22'2618'0'0,"-1"10"-861"0"0,0 12-1725 0 0,0 0 0 0 0,0 0 0 0 0,0 0 1 0 0,0 0-1 0 0,-1 0 0 0 0,1 0 1 0 0,0 0-1 0 0,0 0 0 0 0,0 1 0 0 0,0-1 1 0 0,0 0-1 0 0,0 0 0 0 0,0 0 0 0 0,0 0 1 0 0,0 0-1 0 0,0 0 0 0 0,0 0 1 0 0,0 0-1 0 0,0 0 0 0 0,-1 0 0 0 0,1 0 1 0 0,0 0-1 0 0,0 0 0 0 0,0 0 1 0 0,0 0-1 0 0,0 0 0 0 0,0 0 0 0 0,0 0 1 0 0,0 0-1 0 0,0 0 0 0 0,0 0 1 0 0,0 0-1 0 0,-1 0 0 0 0,1 0 0 0 0,0 0 1 0 0,0 0-1 0 0,0 0 0 0 0,0 0 1 0 0,0 0-1 0 0,0 0 0 0 0,0 0 0 0 0,0 0 1 0 0,0 0-1 0 0,0 0 0 0 0,0-1 1 0 0,0 1-1 0 0,0 0 0 0 0,-1 0 0 0 0,1 0 1 0 0,0 0-1 0 0,0 0 0 0 0,0 0 0 0 0,0 0 1 0 0,0 0-1 0 0,0 0 0 0 0,0 0 1 0 0,0 0-1 0 0,0 0 0 0 0,0-1 0 0 0,0 1 1 0 0,0 0-1 0 0,0 0 0 0 0,0 0 1 0 0,-40 63 471 0 0,2 2 0 0 0,3 1 0 0 0,3 2 0 0 0,-28 83 0 0 0,59-148-489 0 0,-1 1 27 0 0,1 1 1 0 0,-1-1 0 0 0,1 0 0 0 0,0 1-1 0 0,0-1 1 0 0,0 1 0 0 0,0 0-1 0 0,1-1 1 0 0,0 1 0 0 0,0 0-1 0 0,0-1 1 0 0,2 8 0 0 0,-1-12-37 0 0,0 0 0 0 0,0 1 1 0 0,0-1-1 0 0,0 0 0 0 0,0 0 0 0 0,1 0 1 0 0,-1 0-1 0 0,0 0 0 0 0,0 0 0 0 0,0 0 1 0 0,0 0-1 0 0,0 0 0 0 0,0-1 0 0 0,1 1 1 0 0,-1 0-1 0 0,0-1 0 0 0,0 1 0 0 0,0-1 1 0 0,0 1-1 0 0,0-1 0 0 0,0 1 0 0 0,1-2 1 0 0,24-12 45 0 0,-3-2-23 0 0,119-75 67 0 0,-138 91-97 0 0,1-1-1 0 0,-1 0 0 0 0,1 1 1 0 0,-1 0-1 0 0,1 0 0 0 0,-1 1 1 0 0,1-1-1 0 0,-1 1 0 0 0,0 0 1 0 0,1 0-1 0 0,-1 0 0 0 0,0 1 1 0 0,0-1-1 0 0,0 1 0 0 0,0 0 1 0 0,6 4-1 0 0,37 11 30 0 0,-37-16-21 0 0,0 0-1 0 0,1-1 0 0 0,-1 0 1 0 0,1 0-1 0 0,-1-1 0 0 0,0 0 1 0 0,0-1-1 0 0,0-1 0 0 0,0 1 1 0 0,0-1-1 0 0,14-7 0 0 0,-20 8-4 0 0,-1 0-1 0 0,1-1 1 0 0,0 1-1 0 0,-1-1 0 0 0,0 0 1 0 0,1 0-1 0 0,-1 0 1 0 0,0 0-1 0 0,-1-1 0 0 0,1 1 1 0 0,-1-1-1 0 0,1 1 1 0 0,-1-1-1 0 0,0 0 0 0 0,0 0 1 0 0,-1 0-1 0 0,1 0 1 0 0,-1-1-1 0 0,0 1 0 0 0,0 0 1 0 0,0 0-1 0 0,-1-1 1 0 0,0 1-1 0 0,1 0 0 0 0,-1-1 1 0 0,-1 1-1 0 0,1-1 1 0 0,-2-6-1 0 0,-1 0-1 0 0,0 1-1 0 0,0 0 1 0 0,-1 0-1 0 0,-6-13 1 0 0,-1-2-29 0 0,10 23 15 0 0,12-12 7 0 0,5 9 4 0 0,0 0 0 0 0,1 2 0 0 0,-1-1 0 0 0,22 0 1 0 0,34-8-2 0 0,20-12-9 0 0,102-42 1 0 0,-155 50 9 0 0,-1-1 1 0 0,0-2-1 0 0,-2-2 1 0 0,0-1-1 0 0,37-32 1 0 0,-55 38-2 0 0,-1 0 0 0 0,0-1-1 0 0,-1-1 1 0 0,-1 0 0 0 0,-1-1 0 0 0,-1-1 0 0 0,19-37 0 0 0,-27 46 0 0 0,0 1 0 0 0,-1-1 1 0 0,0 0-1 0 0,-1 0 1 0 0,0 0-1 0 0,-1-1 0 0 0,0 1 1 0 0,-1-1-1 0 0,-1 1 1 0 0,1-1-1 0 0,-2 1 0 0 0,1-1 1 0 0,-2 1-1 0 0,1-1 1 0 0,-2 1-1 0 0,0 0 0 0 0,-7-19 1 0 0,5 16-7 0 0,-1 1 0 0 0,-1 0 0 0 0,-1 0 0 0 0,0 1 0 0 0,0 0 0 0 0,-1 0 0 0 0,-1 1 0 0 0,0 0 0 0 0,0 1 0 0 0,-20-16 0 0 0,27 24 8 0 0,1 0 0 0 0,-1 1 0 0 0,0-1 0 0 0,1 1 0 0 0,-1 0 0 0 0,0 0 0 0 0,0 0 0 0 0,0 0 0 0 0,0 0 0 0 0,0 1 0 0 0,0-1 0 0 0,0 1 0 0 0,0 0 0 0 0,0 0 0 0 0,0 0 1 0 0,0 0-1 0 0,0 0 0 0 0,0 1 0 0 0,0-1 0 0 0,0 1 0 0 0,0 0 0 0 0,0 0 0 0 0,1 0 0 0 0,-1 0 0 0 0,0 1 0 0 0,1-1 0 0 0,-1 1 0 0 0,0 0 0 0 0,1-1 0 0 0,0 1 0 0 0,-1 0 0 0 0,-2 4 0 0 0,-4 3-6 0 0,1-1-1 0 0,0 1 1 0 0,1 1-1 0 0,0 0 1 0 0,0 0-1 0 0,-8 17 1 0 0,0 9 4 0 0,1 0 1 0 0,2 1-1 0 0,2 1 1 0 0,-6 40-1 0 0,-12 156 31 0 0,8-47 5 0 0,-33 158 76 0 0,53-338-86 0 0,-4 7 6 0 0,3-12-28 0 0,0 11 98 0 0,1-6-30 0 0,2-8-38 0 0,50-94-27 0 0,-38 78-6 0 0,0 1 0 0 0,1 1 0 0 0,23-19 0 0 0,-37 33-2 0 0,0 0 1 0 0,0 0-1 0 0,0 0 1 0 0,1 0-1 0 0,-1 0 1 0 0,1 0-1 0 0,-1 0 0 0 0,0 1 1 0 0,1-1-1 0 0,-1 0 1 0 0,1 1-1 0 0,0-1 1 0 0,-1 1-1 0 0,1-1 1 0 0,-1 1-1 0 0,1 0 0 0 0,0 0 1 0 0,-1 0-1 0 0,1 0 1 0 0,0 0-1 0 0,-1 0 1 0 0,4 1-1 0 0,-3 0 0 0 0,0 1 0 0 0,0-1 0 0 0,-1 1-1 0 0,1 0 1 0 0,0 0 0 0 0,0 0 0 0 0,-1 0 0 0 0,0 0 0 0 0,1 0-1 0 0,-1 0 1 0 0,0 1 0 0 0,1 2 0 0 0,7 9 11 0 0,1 1 1 0 0,20 22-1 0 0,-30-36-4 0 0,2 1 1 0 0,0-1 1 0 0,-1 1-1 0 0,1-1 1 0 0,0 1-1 0 0,0-1 1 0 0,0 0 0 0 0,1 0-1 0 0,-1 0 1 0 0,0 0-1 0 0,0 0 1 0 0,1 0-1 0 0,-1-1 1 0 0,0 1 0 0 0,1-1-1 0 0,-1 1 1 0 0,1-1-1 0 0,-1 0 1 0 0,0 0-1 0 0,1 0 1 0 0,-1 0 0 0 0,1-1-1 0 0,-1 1 1 0 0,0 0-1 0 0,1-1 1 0 0,-1 0-1 0 0,0 0 1 0 0,1 0 0 0 0,-1 0-1 0 0,0 0 1 0 0,4-2-1 0 0,4-3 12 0 0,-1 0 0 0 0,0 0 0 0 0,0-1 1 0 0,15-14-1 0 0,-11 5 214 0 0,-14 11 346 0 0,-19 11-301 0 0,14-4-262 0 0,1 3 30 0 0,26 5-9418 0 0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4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46 320 0 0,'0'0'1116'0'0,"0"-16"272"0"0,1 0-188 0 0,2 8-1060 0 0,5 3-416 0 0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5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29 721 44 0 0,'0'0'750'0'0,"-27"21"3669"0"0,26-18-4329 0 0,1 0 0 0 0,0 1 0 0 0,0-1 1 0 0,0 1-1 0 0,1-1 0 0 0,-1 1 0 0 0,1-1 0 0 0,0 1 0 0 0,0-1 0 0 0,0 0 0 0 0,0 0 0 0 0,0 1 0 0 0,1-1 0 0 0,0 0 1 0 0,-1 0-1 0 0,1 0 0 0 0,0 0 0 0 0,0-1 0 0 0,1 1 0 0 0,-1-1 0 0 0,1 1 0 0 0,-1-1 0 0 0,1 0 0 0 0,0 0 0 0 0,0 0 1 0 0,0 0-1 0 0,0 0 0 0 0,0-1 0 0 0,0 1 0 0 0,0-1 0 0 0,6 2 0 0 0,-4-3-61 0 0,0-1-1 0 0,1 1 1 0 0,-1-1-1 0 0,0 0 1 0 0,0 0-1 0 0,0 0 1 0 0,0-1-1 0 0,0 1 1 0 0,0-1-1 0 0,0-1 1 0 0,0 1-1 0 0,-1-1 1 0 0,1 1-1 0 0,-1-1 1 0 0,8-7-1 0 0,-1 0 7 0 0,0-1-1 0 0,0 0 1 0 0,18-25-1 0 0,-9 5-23 0 0,0-1 0 0 0,-3-1-1 0 0,0 0 1 0 0,-2-1 0 0 0,-2-1-1 0 0,-1 0 1 0 0,-2-1 0 0 0,-1 0 0 0 0,-2-1-1 0 0,-2 0 1 0 0,2-71 0 0 0,-6 80 200 0 0,-1-1 1 0 0,-2 1-1 0 0,0-1 1 0 0,-2 1-1 0 0,-13-48 1 0 0,5 53 111 0 0,12 23-319 0 0,0 0-1 0 0,0 0 0 0 0,0 0 1 0 0,-1 0-1 0 0,1 0 0 0 0,0-1 0 0 0,0 1 1 0 0,0 0-1 0 0,-1 0 0 0 0,1 0 1 0 0,0 0-1 0 0,0 0 0 0 0,-1 0 1 0 0,1 0-1 0 0,0 0 0 0 0,0 0 0 0 0,-1 0 1 0 0,1 0-1 0 0,0 0 0 0 0,0 0 1 0 0,-1 0-1 0 0,1 0 0 0 0,0 0 1 0 0,0 0-1 0 0,0 1 0 0 0,-1-1 0 0 0,1 0 1 0 0,0 0-1 0 0,0 0 0 0 0,-1 0 1 0 0,1 0-1 0 0,0 0 0 0 0,0 1 1 0 0,0-1-1 0 0,0 0 0 0 0,-1 0 0 0 0,1 0 1 0 0,0 1-1 0 0,0-1 0 0 0,0 0 1 0 0,0 0-1 0 0,0 0 0 0 0,0 1 1 0 0,-1-1-1 0 0,-11 43 48 0 0,9-32-38 0 0,-6 42 15 0 0,2 0 1 0 0,2 1 0 0 0,2 0 0 0 0,3 0 0 0 0,3-1 0 0 0,11 72 0 0 0,-8-95-1 0 0,17 50 0 0 0,-3-12 6 0 0,-15-52-4 0 0,0-1 0 0 0,1 1 0 0 0,13 22 0 0 0,-19-37-27 0 0,0-1 0 0 0,1 1-1 0 0,-1-1 1 0 0,1 1 0 0 0,-1-1-1 0 0,1 1 1 0 0,0-1 0 0 0,-1 0-1 0 0,1 1 1 0 0,-1-1 0 0 0,1 0-1 0 0,0 1 1 0 0,-1-1 0 0 0,1 0-1 0 0,0 0 1 0 0,-1 0 0 0 0,1 1-1 0 0,0-1 1 0 0,-1 0 0 0 0,1 0-1 0 0,0 0 1 0 0,0 0 0 0 0,-1 0-1 0 0,1 0 1 0 0,0-1 0 0 0,-1 1-1 0 0,1 0 1 0 0,0 0 0 0 0,-1 0-1 0 0,1-1 1 0 0,0 1 0 0 0,-1 0-1 0 0,1-1 1 0 0,-1 1 0 0 0,2-1-1 0 0,31-22 246 0 0,-30 21-180 0 0,-1-1 0 0 0,1 1 0 0 0,0 0 0 0 0,0 0 0 0 0,0 0 0 0 0,1 1 0 0 0,-1-1 0 0 0,5-1 0 0 0,-2 5-248 0 0,0 0-1 0 0,0 1 1 0 0,0 0 0 0 0,-1 1 0 0 0,1-1 0 0 0,-1 1-1 0 0,0 0 1 0 0,6 6 0 0 0,6 3-2197 0 0,-4-5-648 0 0,0-1 229 0 0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6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64 88 0 0,'0'-3'192'0'0,"0"0"-1"0"0,-1 0 1 0 0,1 0 0 0 0,-1 1 0 0 0,1-1-1 0 0,-1 0 1 0 0,0 0 0 0 0,0 1 0 0 0,-1-1-1 0 0,1 1 1 0 0,0-1 0 0 0,-1 1 0 0 0,0 0-1 0 0,1-1 1 0 0,-1 1 0 0 0,0 0 0 0 0,0 0-1 0 0,0 0 1 0 0,0 0 0 0 0,-1 1-1 0 0,1-1 1 0 0,-4-2 0 0 0,1 3-39 0 0,1-1 0 0 0,-1 1 1 0 0,1 0-1 0 0,-1 1 0 0 0,0-1 0 0 0,1 1 1 0 0,-1 0-1 0 0,0 0 0 0 0,1 0 0 0 0,-1 0 1 0 0,0 1-1 0 0,-6 2 0 0 0,-5 1 32 0 0,1 1-1 0 0,0 1 1 0 0,1 0-1 0 0,-1 1 1 0 0,1 0-1 0 0,0 2 1 0 0,-13 9-1 0 0,14-6-71 0 0,-1 0 0 0 0,1 0-1 0 0,1 1 1 0 0,0 1 0 0 0,1 0 0 0 0,0 1 0 0 0,2 0-1 0 0,-1 1 1 0 0,2-1 0 0 0,-11 30 0 0 0,16-38-87 0 0,1 0-1 0 0,0 0 1 0 0,0 0-1 0 0,1 1 1 0 0,-1-1 0 0 0,2 1-1 0 0,-1-1 1 0 0,1 1-1 0 0,0-1 1 0 0,1 1 0 0 0,0-1-1 0 0,0 0 1 0 0,1 1-1 0 0,-1-1 1 0 0,2 0 0 0 0,-1 0-1 0 0,1 0 1 0 0,0 0-1 0 0,0 0 1 0 0,1 0 0 0 0,0-1-1 0 0,0 0 1 0 0,1 0 0 0 0,-1 0-1 0 0,1 0 1 0 0,1-1-1 0 0,-1 0 1 0 0,7 5 0 0 0,-4-5-12 0 0,0 0 1 0 0,1 0 0 0 0,-1-1 0 0 0,1 0 0 0 0,0-1 0 0 0,0 0 0 0 0,0 0-1 0 0,0-1 1 0 0,0 0 0 0 0,1-1 0 0 0,-1 0 0 0 0,1 0 0 0 0,-1-1 0 0 0,1 0-1 0 0,-1-1 1 0 0,0 0 0 0 0,1-1 0 0 0,-1 0 0 0 0,0 0 0 0 0,10-4-1 0 0,5-2 1 0 0,-1-1-1 0 0,0-1 1 0 0,0 0-1 0 0,-1-2 0 0 0,0-1 1 0 0,28-22-1 0 0,-32 19-3 0 0,0-1-1 0 0,-1-1 1 0 0,18-23 0 0 0,-2 1-21 0 0,-31 37 6 0 0,0-5 3 0 0,-4 7-78 0 0,-3 11 60 0 0,4-8 18 0 0,0 0 0 0 0,1 1 1 0 0,-1-1-1 0 0,1 1 0 0 0,-1-1 0 0 0,1 1 0 0 0,0-1 0 0 0,0 0 1 0 0,0 1-1 0 0,1-1 0 0 0,-1 1 0 0 0,0-1 0 0 0,1 1 0 0 0,1 2 1 0 0,1 1 3 0 0,0-1 1 0 0,1 1-1 0 0,0-1 1 0 0,0 0 0 0 0,0 0-1 0 0,0 0 1 0 0,1-1 0 0 0,0 1-1 0 0,0-1 1 0 0,0 0-1 0 0,0-1 1 0 0,1 1 0 0 0,8 3-1 0 0,-11-5 9 0 0,0 0 0 0 0,1-1-1 0 0,-1 1 1 0 0,0-1-1 0 0,1 0 1 0 0,-1 0-1 0 0,1 0 1 0 0,-1 0 0 0 0,1-1-1 0 0,-1 1 1 0 0,1-1-1 0 0,-1 0 1 0 0,1 0 0 0 0,0 0-1 0 0,-1 0 1 0 0,1-1-1 0 0,-1 0 1 0 0,1 1 0 0 0,-1-1-1 0 0,1-1 1 0 0,-1 1-1 0 0,0 0 1 0 0,0-1-1 0 0,1 0 1 0 0,3-3 0 0 0,-5 4 20 0 0,0 0 1 0 0,-1-1 0 0 0,0 0 0 0 0,1 1-1 0 0,-1-1 1 0 0,0 0 0 0 0,0 0-1 0 0,0 1 1 0 0,0-1 0 0 0,0 0 0 0 0,0 0-1 0 0,0 0 1 0 0,-1 0 0 0 0,1 0 0 0 0,-1 0-1 0 0,0-1 1 0 0,1 1 0 0 0,-1 0-1 0 0,0 0 1 0 0,0 0 0 0 0,0 0 0 0 0,-1-3-1 0 0,0 1 0 0 0,0 0 0 0 0,-1 0 0 0 0,1 0-1 0 0,-1 0 1 0 0,0 0 0 0 0,0 0 0 0 0,-1 1 0 0 0,1-1-1 0 0,-1 0 1 0 0,-4-4 0 0 0,1 2-10 0 0,0 0 1 0 0,0 1-1 0 0,0 0 0 0 0,-1 0 0 0 0,1 0 1 0 0,-1 1-1 0 0,0 0 0 0 0,0 1 1 0 0,-1-1-1 0 0,1 1 0 0 0,-1 1 0 0 0,-8-3 1 0 0,13 5-66 0 0,0-1 0 0 0,0 1 0 0 0,1 0 0 0 0,-1 0 0 0 0,0 0 1 0 0,0 1-1 0 0,1-1 0 0 0,-1 1 0 0 0,0-1 0 0 0,1 1 0 0 0,-6 2 0 0 0,7-2-420 0 0,-1 0 0 0 0,1-1 1 0 0,0 1-1 0 0,0 0 0 0 0,0 0 0 0 0,0 0 0 0 0,0 0 0 0 0,0 0 0 0 0,0 0 0 0 0,0 1 0 0 0,1-1 0 0 0,-1 0 1 0 0,0 0-1 0 0,0 3 0 0 0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6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40 0 0,'0'0'2574'0'0,"23"16"-955"0"0,-12-5-1158 0 0,-2 0 0 0 0,1 0 0 0 0,-2 1 0 0 0,14 22 0 0 0,14 21 458 0 0,-8-17 439 0 0,-27-37-998 0 0,-1-1-328 0 0,0 0 1 0 0,0 1-1 0 0,0-1 1 0 0,1 0-1 0 0,-1 0 0 0 0,0 0 1 0 0,0 1-1 0 0,0-1 1 0 0,0 0-1 0 0,0 0 1 0 0,1 0-1 0 0,-1 0 0 0 0,0 1 1 0 0,0-1-1 0 0,0 0 1 0 0,1 0-1 0 0,-1 0 1 0 0,0 0-1 0 0,0 0 0 0 0,0 0 1 0 0,1 0-1 0 0,-1 0 1 0 0,0 0-1 0 0,0 0 1 0 0,1 0-1 0 0,-1 1 1 0 0,0-1-1 0 0,0 0 0 0 0,1-1 1 0 0,-1 1-1 0 0,0 0 1 0 0,0 0-1 0 0,0 0 1 0 0,1 0-1 0 0,-1 0 0 0 0,0 0 1 0 0,0 0-1 0 0,1 0 1 0 0,-1 0-1 0 0,0 0 1 0 0,0 0-1 0 0,0-1 0 0 0,1 1 1 0 0,-1 0-1 0 0,33-66 963 0 0,13-24-1043 0 0,-42 83-669 0 0,1 1-1 0 0,0-1 1 0 0,0 1-1 0 0,1 0 1 0 0,10-8-1 0 0,-8 3-4578 0 0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7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60 122 204 0 0,'9'-8'2067'0'0,"-1"-1"-1009"0"0,26-34 1822 0 0,-33 41-2777 0 0,1 0 0 0 0,-1 1 0 0 0,0-1 0 0 0,0 0 0 0 0,0 0 1 0 0,0 0-1 0 0,0 0 0 0 0,0 0 0 0 0,-1 0 0 0 0,1 0 0 0 0,-1-1 0 0 0,0 1 0 0 0,1 0 0 0 0,-1 0 0 0 0,0 0 0 0 0,0-1 0 0 0,0 1 0 0 0,0 0 0 0 0,-1 0 0 0 0,0-4 0 0 0,0 5-81 0 0,1 0 0 0 0,0 0 0 0 0,-1 1 0 0 0,1-1 1 0 0,-1 0-1 0 0,0 0 0 0 0,1 0 0 0 0,-1 1 0 0 0,0-1 0 0 0,1 0 1 0 0,-1 1-1 0 0,0-1 0 0 0,0 0 0 0 0,1 1 0 0 0,-1-1 1 0 0,0 1-1 0 0,0-1 0 0 0,0 1 0 0 0,0 0 0 0 0,0-1 0 0 0,0 1 1 0 0,0 0-1 0 0,0 0 0 0 0,0 0 0 0 0,0-1 0 0 0,0 1 0 0 0,0 0 1 0 0,-1 0-1 0 0,0 1-1 0 0,-1 0 0 0 0,0-1 0 0 0,1 1 0 0 0,-1 0 0 0 0,1 0 0 0 0,-1 1 1 0 0,1-1-1 0 0,-1 0 0 0 0,1 1 0 0 0,-3 2 0 0 0,-2 2 4 0 0,1-1-1 0 0,0 1 1 0 0,0 1 0 0 0,1-1-1 0 0,0 1 1 0 0,-6 9 0 0 0,8-9 2 0 0,0 0 1 0 0,0 1 0 0 0,0-1-1 0 0,1 1 1 0 0,0 0-1 0 0,0 0 1 0 0,1 0 0 0 0,0 0-1 0 0,1 0 1 0 0,0 0-1 0 0,1 15 1 0 0,0-19-18 0 0,-1-1-1 0 0,1 1 1 0 0,0-1 0 0 0,0 1 0 0 0,0-1 0 0 0,0 0-1 0 0,1 0 1 0 0,-1 1 0 0 0,1-1 0 0 0,0 0 0 0 0,0 0-1 0 0,0-1 1 0 0,0 1 0 0 0,1 0 0 0 0,-1-1-1 0 0,1 1 1 0 0,-1-1 0 0 0,1 0 0 0 0,0 0 0 0 0,0 0-1 0 0,0 0 1 0 0,0 0 0 0 0,0-1 0 0 0,1 0-1 0 0,-1 1 1 0 0,0-1 0 0 0,1 0 0 0 0,6 1 0 0 0,-6-2-4 0 0,1 0 1 0 0,-1 0-1 0 0,1-1 1 0 0,-1 1-1 0 0,0-1 1 0 0,1 0-1 0 0,-1 0 1 0 0,0 0 0 0 0,0-1-1 0 0,1 0 1 0 0,3-2-1 0 0,46-27 8 0 0,-39 21 1 0 0,237-154 11 0 0,-233 158-27 0 0,-11 16-1 0 0,-9 37-1 0 0,0-40 4 0 0,1-1 0 0 0,-1 0-1 0 0,1 0 1 0 0,0 0 0 0 0,2 12 0 0 0,0-14 8 0 0,1 1 0 0 0,0 0 0 0 0,0-1 1 0 0,0 1-1 0 0,0-1 0 0 0,1 0 0 0 0,-1 0 1 0 0,1 0-1 0 0,0-1 0 0 0,1 1 1 0 0,-1-1-1 0 0,0 0 0 0 0,1 0 0 0 0,0-1 1 0 0,0 1-1 0 0,0-1 0 0 0,0 0 0 0 0,7 2 1 0 0,-4-2-294 0 0,0 1 1 0 0,1-2-1 0 0,0 1 1 0 0,15 0 0 0 0,-18-2-356 0 0,0 0 0 0 0,-1 0 1 0 0,1-1-1 0 0,-1 0 1 0 0,1 0-1 0 0,-1 0 0 0 0,9-4 1 0 0,-3 0-1512 0 0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09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363 20 60 0 0,'-29'-18'3346'0'0,"21"17"-3134"0"0,0 1 1 0 0,0 0 0 0 0,1 0-1 0 0,-1 0 1 0 0,0 1 0 0 0,0 0 0 0 0,0 1-1 0 0,1 0 1 0 0,-1 0 0 0 0,1 1-1 0 0,0 0 1 0 0,-1 0 0 0 0,-10 7 0 0 0,-15 9 322 0 0,-42 32 0 0 0,73-49-492 0 0,-11 7 145 0 0,2 2 0 0 0,-1-1 0 0 0,1 2 0 0 0,1-1 0 0 0,0 1 0 0 0,1 1 0 0 0,-14 24 0 0 0,22-36-177 0 0,0-1 0 0 0,1 1-1 0 0,-1 0 1 0 0,1-1 0 0 0,-1 1 0 0 0,1-1 0 0 0,0 1 0 0 0,-1 0 0 0 0,1-1 0 0 0,0 1 0 0 0,-1 0-1 0 0,1 0 1 0 0,0-1 0 0 0,0 1 0 0 0,-1 0 0 0 0,1 0 0 0 0,0-1 0 0 0,0 1 0 0 0,0 0 0 0 0,0 0-1 0 0,0 0 1 0 0,0-1 0 0 0,0 1 0 0 0,1 0 0 0 0,-1 0 0 0 0,0-1 0 0 0,0 1 0 0 0,1 0 0 0 0,-1 0-1 0 0,0-1 1 0 0,1 1 0 0 0,-1 0 0 0 0,0-1 0 0 0,1 1 0 0 0,-1 0 0 0 0,1-1 0 0 0,-1 1 0 0 0,1-1-1 0 0,0 1 1 0 0,-1-1 0 0 0,1 1 0 0 0,-1-1 0 0 0,1 1 0 0 0,0-1 0 0 0,0 0 0 0 0,-1 1 0 0 0,1-1-1 0 0,0 0 1 0 0,-1 0 0 0 0,1 0 0 0 0,0 1 0 0 0,0-1 0 0 0,0 0 0 0 0,-1 0 0 0 0,1 0 0 0 0,0 0-1 0 0,0 0 1 0 0,-1 0 0 0 0,1 0 0 0 0,0-1 0 0 0,1 1 0 0 0,46-8 201 0 0,-13-6-58 0 0,-32 13-149 0 0,-1-1 0 0 0,1 0 1 0 0,-1 1-1 0 0,1 0 0 0 0,0-1 1 0 0,0 1-1 0 0,0 1 1 0 0,0-1-1 0 0,0 0 0 0 0,0 1 1 0 0,0-1-1 0 0,0 1 0 0 0,0 0 1 0 0,0 0-1 0 0,0 0 0 0 0,0 0 1 0 0,0 1-1 0 0,0-1 0 0 0,0 1 1 0 0,0 0-1 0 0,0 0 1 0 0,0 0-1 0 0,0 0 0 0 0,0 0 1 0 0,3 2-1 0 0,66 38-890 0 0,-22-19-4169 0 0,-33-16 2668 0 0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0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77 401 268 0 0,'0'0'3237'0'0,"1"4"-2748"0"0,1 4-336 0 0,-2 1 1 0 0,1-1-1 0 0,-1 0 0 0 0,0 1 0 0 0,-1-1 0 0 0,0 0 0 0 0,0 0 0 0 0,-1 1 0 0 0,0-1 0 0 0,-4 10 0 0 0,-5 23 162 0 0,3 1-35 0 0,-33 209 923 0 0,37-204-993 0 0,1-1 1 0 0,3 1 0 0 0,7 68 0 0 0,6-15 908 0 0,-12-98 376 0 0,0-11-1277 0 0,16-139 501 0 0,-9 60-502 0 0,21-90 1 0 0,-5 81-132 0 0,4 0 1 0 0,70-159-1 0 0,-77 214-62 0 0,1 0-1 0 0,29-38 1 0 0,-37 61-16 0 0,0 1-1 0 0,1 0 1 0 0,1 1-1 0 0,1 1 1 0 0,0 0-1 0 0,20-13 1 0 0,-32 25-9 0 0,-1 1 1 0 0,1 1-1 0 0,0-1 0 0 0,0 0 1 0 0,0 1-1 0 0,0 0 0 0 0,1 0 1 0 0,-1 1-1 0 0,0 0 0 0 0,1-1 1 0 0,-1 2-1 0 0,1-1 0 0 0,-1 1 1 0 0,1 0-1 0 0,0 0 0 0 0,-1 0 1 0 0,8 2-1 0 0,-10-1 1 0 0,1 0 0 0 0,-1 1-1 0 0,1 0 1 0 0,-1-1 0 0 0,0 1-1 0 0,1 0 1 0 0,-1 1 0 0 0,0-1 0 0 0,-1 1-1 0 0,1-1 1 0 0,0 1 0 0 0,-1 0-1 0 0,1 0 1 0 0,-1 0 0 0 0,0 0-1 0 0,0 0 1 0 0,0 0 0 0 0,0 1 0 0 0,-1-1-1 0 0,1 1 1 0 0,-1-1 0 0 0,0 1-1 0 0,0 0 1 0 0,0-1 0 0 0,0 7-1 0 0,0 2 3 0 0,0 0-1 0 0,-1 0 0 0 0,0 0 0 0 0,-1 0 0 0 0,0 1 0 0 0,-1-1 0 0 0,0-1 0 0 0,-1 1 0 0 0,-1 0 0 0 0,1-1 1 0 0,-2 1-1 0 0,0-1 0 0 0,0 0 0 0 0,-1 0 0 0 0,0-1 0 0 0,-1 0 0 0 0,0 0 0 0 0,-1-1 0 0 0,0 1 0 0 0,0-2 1 0 0,-14 12-1 0 0,3-4-2 0 0,-1 0 0 0 0,-1-1 1 0 0,0-2-1 0 0,0 0 0 0 0,-1-1 1 0 0,-1-2-1 0 0,0 0 0 0 0,-1-1 1 0 0,-34 8-1 0 0,48-15-56 0 0,-65 11-321 0 0,72-12 269 0 0,1-1-1 0 0,-1 1 0 0 0,0-1 0 0 0,0 0 0 0 0,0 0 0 0 0,0-1 0 0 0,1 1 0 0 0,-1 0 0 0 0,0-1 0 0 0,0 0 0 0 0,1 1 0 0 0,-1-1 0 0 0,0 0 0 0 0,1 0 0 0 0,-1-1 0 0 0,1 1 0 0 0,-1-1 0 0 0,1 1 0 0 0,0-1 0 0 0,-1 0 0 0 0,-2-3 0 0 0,4 3-136 0 0,0-1 0 0 0,-1 1-1 0 0,1-1 1 0 0,0 1 0 0 0,1-1-1 0 0,-1 0 1 0 0,0 0 0 0 0,1 1-1 0 0,0-1 1 0 0,-1-4 0 0 0,5-8-3325 0 0,5-4 1571 0 0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1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201 449 144 0 0,'1'-1'157'0'0,"-1"-1"-1"0"0,1 1 1 0 0,0 0 0 0 0,-1-1-1 0 0,1 1 1 0 0,-1-1 0 0 0,1 1-1 0 0,-1-1 1 0 0,0 1 0 0 0,0-1 0 0 0,1 1-1 0 0,-1-1 1 0 0,0 1 0 0 0,0-1-1 0 0,-1 1 1 0 0,1-1 0 0 0,0 1-1 0 0,0-1 1 0 0,-1 1 0 0 0,1-1-1 0 0,-1 1 1 0 0,1 0 0 0 0,-1-1-1 0 0,0 1 1 0 0,1 0 0 0 0,-1-1-1 0 0,0 1 1 0 0,0 0 0 0 0,-1-1-1 0 0,0 0 101 0 0,-5 2-100 0 0,1 0-1 0 0,0 0 1 0 0,-1 1-1 0 0,1 0 1 0 0,0 1 0 0 0,-9 2-1 0 0,6-1-76 0 0,0 1-1 0 0,-1 0 1 0 0,1 1-1 0 0,1 0 1 0 0,-1 0-1 0 0,1 1 1 0 0,0 0-1 0 0,0 1 1 0 0,1-1-1 0 0,-1 2 1 0 0,2-1 0 0 0,-1 1-1 0 0,1 0 1 0 0,0 0-1 0 0,1 0 1 0 0,0 1-1 0 0,-5 11 1 0 0,9-18-71 0 0,1-1 0 0 0,-1 0 0 0 0,1 1 0 0 0,0-1 0 0 0,-1 0 1 0 0,1 1-1 0 0,0-1 0 0 0,0 1 0 0 0,0-1 0 0 0,0 0 0 0 0,0 1 0 0 0,0-1 1 0 0,1 1-1 0 0,-1-1 0 0 0,0 0 0 0 0,1 1 0 0 0,-1-1 0 0 0,1 0 0 0 0,-1 1 0 0 0,1-1 1 0 0,0 0-1 0 0,-1 0 0 0 0,1 1 0 0 0,0-1 0 0 0,0 0 0 0 0,0 0 0 0 0,0 0 1 0 0,0 0-1 0 0,0 0 0 0 0,0 0 0 0 0,0-1 0 0 0,0 1 0 0 0,1 0 0 0 0,-1 0 1 0 0,0-1-1 0 0,0 1 0 0 0,1-1 0 0 0,-1 1 0 0 0,0-1 0 0 0,1 0 0 0 0,-1 1 1 0 0,1-1-1 0 0,-1 0 0 0 0,0 0 0 0 0,1 0 0 0 0,2 0 0 0 0,10 0 28 0 0,0 0 0 0 0,1-1 0 0 0,23-4 0 0 0,-37 5-34 0 0,6-3-6 0 0,18 5-53 0 0,-23-1 55 0 0,1 0 1 0 0,-1 0-1 0 0,0 1 0 0 0,0-1 1 0 0,0 1-1 0 0,0 0 0 0 0,0 0 1 0 0,0-1-1 0 0,0 1 0 0 0,0 0 1 0 0,-1 1-1 0 0,1-1 0 0 0,-1 0 1 0 0,1 0-1 0 0,-1 1 0 0 0,0-1 1 0 0,0 1-1 0 0,0-1 0 0 0,0 1 1 0 0,0 3-1 0 0,10 17 49 0 0,-9-20-45 0 0,-1-1 0 0 0,1 0 1 0 0,0 1-1 0 0,0-1 0 0 0,0 0 0 0 0,0 0 1 0 0,0 0-1 0 0,1-1 0 0 0,-1 1 0 0 0,1 0 0 0 0,-1-1 1 0 0,1 0-1 0 0,-1 1 0 0 0,1-1 0 0 0,0 0 0 0 0,0 0 1 0 0,0-1-1 0 0,0 1 0 0 0,-1 0 0 0 0,1-1 0 0 0,0 0 1 0 0,0 0-1 0 0,0 0 0 0 0,0 0 0 0 0,0 0 1 0 0,0 0-1 0 0,0-1 0 0 0,0 0 0 0 0,0 1 0 0 0,-1-1 1 0 0,5-2-1 0 0,47-19 26 0 0,-41 16-31 0 0,0 0 0 0 0,1 1 0 0 0,26-7 0 0 0,-31 12-3 0 0,-1 0 0 0 0,1 1-1 0 0,-1 0 1 0 0,0 1 0 0 0,1-1 0 0 0,-1 2-1 0 0,0-1 1 0 0,0 1 0 0 0,13 7 0 0 0,-13-6 9 0 0,1-1 1 0 0,0 1 0 0 0,1-2 0 0 0,12 4-1 0 0,-4-5 1 0 0,1 0 0 0 0,0-1 0 0 0,-1-1 0 0 0,1-1 0 0 0,0 0-1 0 0,-1-2 1 0 0,0 0 0 0 0,33-12 0 0 0,-39 11-1 0 0,-1 0 0 0 0,-1-1 0 0 0,1 0 0 0 0,-1-1 1 0 0,0 0-1 0 0,0 0 0 0 0,-1-1 0 0 0,0-1 0 0 0,0 0 0 0 0,-1 0 0 0 0,0 0 0 0 0,-1-1 1 0 0,0 0-1 0 0,9-18 0 0 0,7-20-13 0 0,-1-1 0 0 0,-3-1 0 0 0,-2-1 1 0 0,-2-1-1 0 0,-2 0 0 0 0,9-95 0 0 0,-17 97 391 0 0,-5 48-250 0 0,-3 3-127 0 0,0 0 0 0 0,0 0-1 0 0,-1 0 1 0 0,2 1-1 0 0,-1-1 1 0 0,0 1-1 0 0,0-1 1 0 0,0 1-1 0 0,1 0 1 0 0,-1 0-1 0 0,1 0 1 0 0,-1 1-1 0 0,1-1 1 0 0,0 0 0 0 0,0 1-1 0 0,0 0 1 0 0,0-1-1 0 0,-1 4 1 0 0,-30 53 90 0 0,24-39-61 0 0,2 1-1 0 0,0 0 1 0 0,2 0 0 0 0,0 0-1 0 0,1 1 1 0 0,1 0 0 0 0,1 0-1 0 0,1-1 1 0 0,1 1 0 0 0,1 0 0 0 0,1 0-1 0 0,1 0 1 0 0,1-1 0 0 0,0 1-1 0 0,2-1 1 0 0,1 0 0 0 0,0 0-1 0 0,1-1 1 0 0,2 0 0 0 0,0-1 0 0 0,13 19-1 0 0,-14-27 18 0 0,1 0 0 0 0,1 0-1 0 0,0-1 1 0 0,1-1 0 0 0,0 0-1 0 0,23 14 1 0 0,-33-22-24 0 0,4 1 102 0 0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1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61 560 0 0,'0'0'624'0'0,"2"-14"-64"0"0,0 6 780 0 0,1-6-640 0 0,1 5-496 0 0,6 2-372 0 0,-4-1-1800 0 0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2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45 600 0 0,'0'0'812'0'0,"21"-11"-76"0"0,-3 5-68 0 0,-2-1-72 0 0,4 2-44 0 0,5 0-56 0 0,2 0-64 0 0,1 2-24 0 0,2 0-51 0 0,0 3-33 0 0,2 3-116 0 0,7 2-176 0 0,2-2-228 0 0,-13 0-284 0 0,0 1-445 0 0,-4-1-1003 0 0,1 0 444 0 0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5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139 285 100 0 0,'0'0'809'0'0,"32"-21"3222"0"0,-31 20-3627 0 0,0 0-318 0 0,-1 1-1 0 0,1-1 0 0 0,-1 1 0 0 0,1-1 0 0 0,-1 0 1 0 0,1 1-1 0 0,-1-1 0 0 0,0 0 0 0 0,1 1 0 0 0,-1-1 1 0 0,0 0-1 0 0,0 1 0 0 0,1-1 0 0 0,-1 0 0 0 0,0 0 0 0 0,0 1 1 0 0,0-1-1 0 0,0 0 0 0 0,0 0 0 0 0,0 0 0 0 0,0 1 1 0 0,0-1-1 0 0,0 0 0 0 0,0 0 0 0 0,-1-1 0 0 0,-5 1-38 0 0,0 0-1 0 0,0 0 0 0 0,0 0 1 0 0,-1 1-1 0 0,1 0 1 0 0,0 0-1 0 0,0 0 0 0 0,0 1 1 0 0,-1 0-1 0 0,1 0 0 0 0,0 1 1 0 0,0 0-1 0 0,1 0 1 0 0,-1 0-1 0 0,0 1 0 0 0,-8 4 1 0 0,10-4-22 0 0,-1-1 1 0 0,1 1 0 0 0,0-1-1 0 0,0 1 1 0 0,0 0-1 0 0,0 1 1 0 0,1-1 0 0 0,-1 1-1 0 0,1-1 1 0 0,0 1 0 0 0,0 0-1 0 0,0 0 1 0 0,1 1-1 0 0,-1-1 1 0 0,1 0 0 0 0,0 1-1 0 0,0-1 1 0 0,1 1 0 0 0,-1 0-1 0 0,1 0 1 0 0,-1 9-1 0 0,2-9-16 0 0,1-1-1 0 0,0 1 0 0 0,1-1 0 0 0,-1 0 0 0 0,1 1 0 0 0,-1-1 1 0 0,1 0-1 0 0,0 0 0 0 0,1 0 0 0 0,-1 0 0 0 0,1-1 0 0 0,0 1 1 0 0,0-1-1 0 0,0 1 0 0 0,0-1 0 0 0,0 0 0 0 0,1 0 0 0 0,-1-1 0 0 0,1 1 1 0 0,0-1-1 0 0,0 1 0 0 0,0-1 0 0 0,0 0 0 0 0,8 2 0 0 0,-4-1 3 0 0,0 0 0 0 0,0 0 0 0 0,1-1 0 0 0,-1 0 0 0 0,1 0 0 0 0,-1-1 0 0 0,1 0 0 0 0,-1-1 0 0 0,1 1 0 0 0,0-2 0 0 0,-1 1 0 0 0,11-3 0 0 0,-13 1-4 0 0,1-1-1 0 0,0 1 1 0 0,-1-1-1 0 0,1 0 1 0 0,-1-1-1 0 0,0 0 1 0 0,0 0-1 0 0,-1 0 1 0 0,1 0 0 0 0,9-11-1 0 0,-8 6-4 0 0,0 0 0 0 0,0-1 0 0 0,-1 1 0 0 0,-1-2 0 0 0,1 1 0 0 0,-2 0 0 0 0,7-18 0 0 0,2-13 5 0 0,-13 39-9 0 0,-1 8-90 0 0,-12 57 104 0 0,13-61-9 0 0,-1-1 3 0 0,1 1 0 0 0,0-1 0 0 0,0 1 0 0 0,0-1 0 0 0,0 1 0 0 0,0-1 1 0 0,0 1-1 0 0,1-1 0 0 0,-1 1 0 0 0,0-1 0 0 0,1 1 0 0 0,-1-1 0 0 0,1 1 1 0 0,0-1-1 0 0,-1 0 0 0 0,1 1 0 0 0,0-1 0 0 0,0 0 0 0 0,0 0 0 0 0,0 1 1 0 0,0-1-1 0 0,0 0 0 0 0,0 0 0 0 0,0 0 0 0 0,0 0 0 0 0,3 1 1 0 0,1-3 6 0 0,1 1 0 0 0,-1-1 1 0 0,0-1-1 0 0,1 1 1 0 0,-1-1-1 0 0,0 0 1 0 0,7-4-1 0 0,25-7-1 0 0,-35 13-21 0 0,47-4-23 0 0,-31 4 44 0 0,0 0 1 0 0,0-2-1 0 0,34-6 1 0 0,-45 6-11 0 0,0 0 0 0 0,0-1-1 0 0,-1 0 1 0 0,1 0 0 0 0,-1 0 0 0 0,0 0 0 0 0,0-1 0 0 0,0 0-1 0 0,0-1 1 0 0,-1 1 0 0 0,0-1 0 0 0,0 0 0 0 0,6-8 0 0 0,-4 4 33 0 0,-1 0 1 0 0,-1 0-1 0 0,0-1 1 0 0,0 1-1 0 0,-1-1 1 0 0,0-1-1 0 0,-1 1 1 0 0,0 0-1 0 0,0-1 1 0 0,1-14-1 0 0,-2-3 240 0 0,-1 0 0 0 0,-4-46 0 0 0,3 73-269 0 0,0 0 1 0 0,0 0-1 0 0,0 1 1 0 0,0-1-1 0 0,0 0 0 0 0,0 0 1 0 0,0 0-1 0 0,-1 0 1 0 0,1 0-1 0 0,0 1 0 0 0,-1-1 1 0 0,1 0-1 0 0,0 0 1 0 0,-1 1-1 0 0,1-1 0 0 0,-1 0 1 0 0,1 1-1 0 0,-1-1 1 0 0,1 0-1 0 0,-1 1 0 0 0,1-1 1 0 0,-1 0-1 0 0,0 1 1 0 0,1-1-1 0 0,-1 1 0 0 0,0 0 1 0 0,0-1-1 0 0,1 1 1 0 0,-1-1-1 0 0,0 1 0 0 0,0 0 1 0 0,0 0-1 0 0,0-1 1 0 0,1 1-1 0 0,-1 0 0 0 0,0 0 1 0 0,0 0-1 0 0,0 0 1 0 0,0 0-1 0 0,1 0 0 0 0,-1 0 1 0 0,0 0-1 0 0,0 1 1 0 0,0-1-1 0 0,0 0 0 0 0,1 0 1 0 0,-1 1-1 0 0,0-1 1 0 0,0 0-1 0 0,1 1 0 0 0,-1-1 1 0 0,0 1-1 0 0,0-1 1 0 0,1 1-1 0 0,-1-1 0 0 0,-1 2 1 0 0,-36 29 127 0 0,34-24-120 0 0,-1 1-1 0 0,2-1 1 0 0,-1 1 0 0 0,1-1-1 0 0,0 1 1 0 0,0 0-1 0 0,1 0 1 0 0,0 0-1 0 0,0 0 1 0 0,1 1-1 0 0,0-1 1 0 0,1 0-1 0 0,0 1 1 0 0,0-1 0 0 0,2 14-1 0 0,0-9 2 0 0,0 0 1 0 0,1-1-1 0 0,0 1 0 0 0,1 0 1 0 0,1-1-1 0 0,0 0 0 0 0,0 0 1 0 0,1 0-1 0 0,8 11 0 0 0,-8-16-156 0 0,-1 0 0 0 0,1 0 0 0 0,0-1-1 0 0,0 0 1 0 0,0 0 0 0 0,1 0-1 0 0,0-1 1 0 0,0 0 0 0 0,1-1 0 0 0,-1 1-1 0 0,1-1 1 0 0,0-1 0 0 0,0 0 0 0 0,0 0-1 0 0,1 0 1 0 0,-1-1 0 0 0,1 0-1 0 0,-1-1 1 0 0,1 0 0 0 0,0 0 0 0 0,-1-1-1 0 0,11-1 1 0 0,-7 0-20 0 0,0-1 0 0 0,0 0-1 0 0,0-1 1 0 0,0-1 0 0 0,-1 0-1 0 0,1 0 1 0 0,-1-1 0 0 0,0-1 0 0 0,0 0-1 0 0,-1 0 1 0 0,0-1 0 0 0,0 0-1 0 0,0-1 1 0 0,-1 0 0 0 0,10-11 0 0 0,12-33 1771 0 0,-29 50-1400 0 0,-2-1 88 0 0,0 3-268 0 0,0 0-1 0 0,0 0 1 0 0,0-1-1 0 0,0 1 0 0 0,0 0 1 0 0,0 0-1 0 0,0-1 1 0 0,0 1-1 0 0,0 0 1 0 0,0 0-1 0 0,0-1 0 0 0,0 1 1 0 0,0 0-1 0 0,0 0 1 0 0,0-1-1 0 0,0 1 1 0 0,0 0-1 0 0,0-1 0 0 0,0 1 1 0 0,0 0-1 0 0,0 0 1 0 0,0-1-1 0 0,0 1 1 0 0,0 0-1 0 0,-1 0 0 0 0,1 0 1 0 0,0-1-1 0 0,0 1 1 0 0,0 0-1 0 0,0 0 0 0 0,-1 0 1 0 0,1-1-1 0 0,0 1 1 0 0,0 0-1 0 0,0 0 1 0 0,-1 0-1 0 0,1 0 0 0 0,-1-1 1 0 0,-3 2 8 0 0,0 0 1 0 0,0 0-1 0 0,0 0 1 0 0,0 1 0 0 0,0-1-1 0 0,0 1 1 0 0,1 0-1 0 0,-1 0 1 0 0,0 0-1 0 0,1 1 1 0 0,0-1-1 0 0,-1 1 1 0 0,1 0 0 0 0,0-1-1 0 0,0 2 1 0 0,1-1-1 0 0,-1 0 1 0 0,0 0-1 0 0,1 1 1 0 0,0 0-1 0 0,0-1 1 0 0,0 1 0 0 0,1 0-1 0 0,-1 0 1 0 0,1 0-1 0 0,0 0 1 0 0,-1 6-1 0 0,2-9-27 0 0,0 0-3 0 0,0 0 1 0 0,0 0-1 0 0,0 0 1 0 0,0 0-1 0 0,0 0 1 0 0,0 0-1 0 0,1 0 1 0 0,-1 0-1 0 0,0 0 0 0 0,1 0 1 0 0,-1 0-1 0 0,1 0 1 0 0,-1 0-1 0 0,1 0 1 0 0,-1-1-1 0 0,1 1 1 0 0,0 0-1 0 0,-1 0 1 0 0,1-1-1 0 0,0 1 0 0 0,0 0 1 0 0,-1-1-1 0 0,1 1 1 0 0,1 0-1 0 0,40-7 116 0 0,-39 5-126 0 0,4-2-2 0 0,1-1 1 0 0,-1 1-1 0 0,1 1 0 0 0,16-4 1 0 0,-23 7 1 0 0,0-1-1 0 0,0 0 1 0 0,0 1 0 0 0,0-1 0 0 0,-1 1 0 0 0,1-1 0 0 0,0 1 0 0 0,0 0 0 0 0,0-1 0 0 0,-1 1 0 0 0,1 0 0 0 0,0 0 0 0 0,-1-1 0 0 0,1 1 0 0 0,-1 0-1 0 0,1 0 1 0 0,-1 0 0 0 0,1 0 0 0 0,-1 0 0 0 0,0 0 0 0 0,1 0 0 0 0,-1 0 0 0 0,0 0 0 0 0,0 0 0 0 0,0 0 0 0 0,1 0 0 0 0,-1 0 0 0 0,-1 1-1 0 0,4 36 7 0 0,-3-32-1 0 0,0-5 0 0 0,0 0-1 0 0,0 0 0 0 0,0 0 1 0 0,0 0-1 0 0,0 0 0 0 0,0 0 1 0 0,0 0-1 0 0,0 0 0 0 0,0 0 1 0 0,0 1-1 0 0,0-1 0 0 0,1 0 1 0 0,-1 0-1 0 0,1 0 0 0 0,-1 0 1 0 0,0 0-1 0 0,1 0 0 0 0,0-1 1 0 0,-1 1-1 0 0,1 0 0 0 0,-1 0 1 0 0,1 0-1 0 0,0 0 0 0 0,0-1 1 0 0,0 1-1 0 0,-1 0 0 0 0,1-1 1 0 0,0 1-1 0 0,0 0 0 0 0,0-1 1 0 0,0 0-1 0 0,0 1 0 0 0,0-1 1 0 0,0 1-1 0 0,0-1 0 0 0,0 0 1 0 0,0 0-1 0 0,0 1 1 0 0,0-1-1 0 0,0 0 0 0 0,2 0 1 0 0,3-2 5 0 0,0 0 0 0 0,0 0 1 0 0,-1-1-1 0 0,1 1 0 0 0,-1-1 1 0 0,8-6-1 0 0,9-3 2 0 0,27-16 11 0 0,-32 17-32 0 0,1 1 0 0 0,1 1 1 0 0,24-9-1 0 0,-41 18-6 0 0,-1-1 2 0 0,6 0 8 0 0,-5 1-3 0 0,11 12-25 0 0,-11-8 4 0 0,0 0 1 0 0,1-1-1 0 0,-1 1 0 0 0,1 0 1 0 0,0-1-1 0 0,0 0 0 0 0,0 1 1 0 0,0-1-1 0 0,1-1 0 0 0,-1 1 1 0 0,1 0-1 0 0,0-1 0 0 0,0 0 1 0 0,0 1-1 0 0,0-2 0 0 0,0 1 1 0 0,0 0-1 0 0,9 1 0 0 0,-7-2-770 0 0,1 0 0 0 0,-1 0 0 0 0,1-1 0 0 0,0 0 0 0 0,-1-1 0 0 0,10-1-1 0 0,3-1-1638 0 0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8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1160 460 0 0,'1'-6'668'0'0,"1"0"-453"0"0,0-1 0 0 0,1 1 0 0 0,0 0-1 0 0,0 0 1 0 0,1 0 0 0 0,0 0 0 0 0,0 0 0 0 0,0 1 0 0 0,1 0-1 0 0,7-8 1 0 0,65-53 1242 0 0,-36 33-931 0 0,180-170 1732 0 0,-164 146-1637 0 0,85-112-1 0 0,-123 142-515 0 0,-1 0-1 0 0,-1-2 1 0 0,-1 0-1 0 0,-1 0 1 0 0,-2-1-1 0 0,10-37 1 0 0,-18 53-60 0 0,-2 0 1 0 0,0 0 0 0 0,-1 0 0 0 0,0-1 0 0 0,-1 1 0 0 0,-1-1 0 0 0,0 1 0 0 0,-1 0-1 0 0,-1-1 1 0 0,0 1 0 0 0,-1 0 0 0 0,0-1 0 0 0,-1 2 0 0 0,-1-1 0 0 0,0 0-1 0 0,-9-15 1 0 0,-14-8 181 0 0,26 35-214 0 0,0 0 0 0 0,0 0 0 0 0,0 0 1 0 0,0 0-1 0 0,0 0 0 0 0,0 1 0 0 0,0-1 0 0 0,-1 1 1 0 0,1 0-1 0 0,-1-1 0 0 0,1 1 0 0 0,-1 0 1 0 0,1 1-1 0 0,-5-2 0 0 0,6 3-10 0 0,0-1 1 0 0,0 1-1 0 0,-1 0 1 0 0,1 0-1 0 0,0 0 0 0 0,0 0 1 0 0,0 0-1 0 0,0 0 0 0 0,1 0 1 0 0,-1 0-1 0 0,0 0 1 0 0,0 0-1 0 0,1 1 0 0 0,-1-1 1 0 0,0 0-1 0 0,1 0 0 0 0,-1 1 1 0 0,1-1-1 0 0,0 0 1 0 0,-1 1-1 0 0,1-1 0 0 0,0 0 1 0 0,0 1-1 0 0,0 2 1 0 0,-3 35 24 0 0,5 3 22 0 0,11 60 0 0 0,-2-22-32 0 0,-5-24 3 0 0,-2 1 0 0 0,-3-1 0 0 0,-2 1 0 0 0,-10 66 1 0 0,10-115-12 0 0,-1 0 1 0 0,0 0 0 0 0,0 0 0 0 0,-1-1 0 0 0,0 1-1 0 0,0-1 1 0 0,0 0 0 0 0,-1 0 0 0 0,-1 0 0 0 0,1 0-1 0 0,-1-1 1 0 0,0 0 0 0 0,0 0 0 0 0,-1 0-1 0 0,0 0 1 0 0,-11 7 0 0 0,13-11 4 0 0,-4-1-13 0 0,6-1-46 0 0,2-1-427 0 0,-1 0 389 0 0,0 1-1 0 0,1-1 1 0 0,-1 0 0 0 0,0 0 0 0 0,1 0 0 0 0,0 0 0 0 0,-1 0-1 0 0,1 0 1 0 0,-1 0 0 0 0,1 0 0 0 0,0 0 0 0 0,0 0 0 0 0,0 0-1 0 0,0 0 1 0 0,0 0 0 0 0,0 0 0 0 0,0 0 0 0 0,0-2 0 0 0,29-40-5046 0 0,-15 24 2742 0 0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8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1 189 264 0 0,'8'-1'269'0'0,"1"-1"0"0"0,0 0-1 0 0,0-1 1 0 0,-1 0 0 0 0,0 0 0 0 0,1-1-1 0 0,-1 0 1 0 0,0 0 0 0 0,-1-1 0 0 0,1 0-1 0 0,-1-1 1 0 0,0 1 0 0 0,0-1 0 0 0,-1-1 0 0 0,0 1-1 0 0,0-1 1 0 0,0 0 0 0 0,-1-1 0 0 0,0 1-1 0 0,-1-1 1 0 0,1 0 0 0 0,-1 0 0 0 0,-1 0-1 0 0,0-1 1 0 0,0 1 0 0 0,2-12 0 0 0,-5 19-244 0 0,1 0 0 0 0,-1 0-1 0 0,0 0 1 0 0,0 1 0 0 0,1-1 0 0 0,-1 0 0 0 0,0 0 0 0 0,0 0 0 0 0,0 0 0 0 0,0 0 0 0 0,0 0 0 0 0,-1 0 0 0 0,1 0 0 0 0,0 0 0 0 0,0 0 0 0 0,-1 0 0 0 0,1 0 0 0 0,0 0-1 0 0,-1 0 1 0 0,1 0 0 0 0,-1 1 0 0 0,1-1 0 0 0,-1 0 0 0 0,-1-1 0 0 0,2 2-5 0 0,-1 0-1 0 0,0-1 0 0 0,0 1 1 0 0,0 0-1 0 0,0 0 1 0 0,0 0-1 0 0,0 0 1 0 0,0 0-1 0 0,0 0 1 0 0,0 1-1 0 0,0-1 1 0 0,0 0-1 0 0,0 0 1 0 0,1 1-1 0 0,-1-1 1 0 0,0 0-1 0 0,0 1 0 0 0,0-1 1 0 0,-1 2-1 0 0,-3 1 31 0 0,-1 1 0 0 0,1 0-1 0 0,0 0 1 0 0,1 0-1 0 0,-8 9 1 0 0,9-7-44 0 0,0-1 0 0 0,1 1 1 0 0,0 0-1 0 0,0 0 0 0 0,0 0 1 0 0,1 0-1 0 0,0 0 0 0 0,0 0 1 0 0,1 0-1 0 0,-1 0 0 0 0,2 0 1 0 0,-1 0-1 0 0,0 0 0 0 0,1 0 0 0 0,0 0 1 0 0,1 0-1 0 0,-1 0 0 0 0,1 0 1 0 0,0 0-1 0 0,1-1 0 0 0,-1 1 1 0 0,1-1-1 0 0,0 1 0 0 0,0-1 1 0 0,7 8-1 0 0,-8-12-284 0 0,1 0 1 0 0,-1 1-1 0 0,0-1 1 0 0,1 0-1 0 0,-1 0 1 0 0,1-1-1 0 0,-1 1 1 0 0,1 0-1 0 0,0-1 1 0 0,-1 1-1 0 0,1-1 1 0 0,-1 0-1 0 0,1 0 0 0 0,0 0 1 0 0,-1 0-1 0 0,1-1 1 0 0,0 1-1 0 0,-1-1 1 0 0,3 0-1 0 0,-2 0-1662 0 0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19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0 108 0 0,'0'0'747'0'0,"13"38"1456"0"0,-13-32-2075 0 0,0 0 1 0 0,-1 0 0 0 0,0 1-1 0 0,-1-1 1 0 0,0 0-1 0 0,1 0 1 0 0,-2 0 0 0 0,1-1-1 0 0,-1 1 1 0 0,0 0 0 0 0,0-1-1 0 0,0 0 1 0 0,-1 0 0 0 0,0 0-1 0 0,0 0 1 0 0,0 0 0 0 0,-1-1-1 0 0,1 0 1 0 0,-1 0 0 0 0,-6 4-1 0 0,8-5 0 0 0,-1 0-1 0 0,1-1 1 0 0,-1 1 0 0 0,1-1-1 0 0,-1 0 1 0 0,0 0 0 0 0,0-1-1 0 0,-6 3 1 0 0,8-4 305 0 0,1-9-300 0 0,1 9-128 0 0,0-1 1 0 0,-1 1-1 0 0,1 0 0 0 0,0-1 0 0 0,0 1 1 0 0,-1-1-1 0 0,1 1 0 0 0,0-1 0 0 0,0 1 1 0 0,0-1-1 0 0,0 1 0 0 0,0-1 0 0 0,0 1 1 0 0,-1-1-1 0 0,1 0 0 0 0,0 1 0 0 0,1-1 1 0 0,-1 1-1 0 0,0-1 0 0 0,0 1 0 0 0,0-1 1 0 0,0 1-1 0 0,0-1 0 0 0,0 1 0 0 0,1-1 1 0 0,-1 1-1 0 0,0-1 0 0 0,0 1 0 0 0,1 0 1 0 0,-1-1-1 0 0,1 0 0 0 0,4-7 36 0 0,0 0 0 0 0,0 0 0 0 0,1 1-1 0 0,0 0 1 0 0,14-13 0 0 0,-17 17-34 0 0,0 1 0 0 0,1-1-1 0 0,-1 1 1 0 0,1-1 0 0 0,0 1 0 0 0,-1 0-1 0 0,1 0 1 0 0,0 1 0 0 0,0-1-1 0 0,0 1 1 0 0,0 0 0 0 0,0 0 0 0 0,1 0-1 0 0,-1 0 1 0 0,0 1 0 0 0,8 0-1 0 0,-8 1-5 0 0,-1-1-1 0 0,0 1 1 0 0,1 0 0 0 0,-1 0-1 0 0,0 0 1 0 0,0 1-1 0 0,0-1 1 0 0,0 1-1 0 0,0 0 1 0 0,0 0-1 0 0,0 0 1 0 0,-1 0 0 0 0,1 0-1 0 0,-1 1 1 0 0,1-1-1 0 0,-1 1 1 0 0,0-1-1 0 0,0 1 1 0 0,0 0-1 0 0,0 0 1 0 0,-1 0-1 0 0,1 0 1 0 0,-1 0 0 0 0,2 7-1 0 0,3 1 40 0 0,-3-10-34 0 0,0-1 0 0 0,0 0-1 0 0,0 0 1 0 0,0 0-1 0 0,0-1 1 0 0,0 1-1 0 0,-1-1 1 0 0,1 1 0 0 0,0-1-1 0 0,0 0 1 0 0,0 0-1 0 0,-1-1 1 0 0,4-1 0 0 0,-4 3-5 0 0,30-15-2 0 0,38-24 0 0 0,-39 22 11 0 0,-30 16-1 0 0,7-1-15 0 0,6 2-51 0 0,-13 2 58 0 0,0-1 0 0 0,0 1 0 0 0,0-1 0 0 0,0 1 0 0 0,0 0 0 0 0,0 0 0 0 0,-1-1 1 0 0,1 1-1 0 0,-1 0 0 0 0,1 0 0 0 0,-1 0 0 0 0,0 0 0 0 0,0 0 0 0 0,0 3 0 0 0,1 0-9 0 0,-1-1 0 0 0,1 0-1 0 0,0 1 1 0 0,0-1-1 0 0,0 0 1 0 0,0 0 0 0 0,1 1-1 0 0,0-1 1 0 0,0 0 0 0 0,4 5-1 0 0,15 10-4683 0 0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0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151 507 56 0 0,'0'0'1481'0'0,"-12"-30"3083"0"0,6 29-4465 0 0,1 0-1 0 0,0 1 0 0 0,0-1 1 0 0,-1 1-1 0 0,1 0 0 0 0,0 0 1 0 0,0 1-1 0 0,-1 0 1 0 0,1 0-1 0 0,0 0 0 0 0,0 0 1 0 0,0 1-1 0 0,0 0 0 0 0,0 0 1 0 0,1 0-1 0 0,-1 1 0 0 0,1 0 1 0 0,-1 0-1 0 0,1 0 1 0 0,0 0-1 0 0,0 0 0 0 0,0 1 1 0 0,0 0-1 0 0,1 0 0 0 0,0 0 1 0 0,-1 0-1 0 0,1 0 0 0 0,1 1 1 0 0,-5 7-1 0 0,7-11-80 0 0,0 1-13 0 0,0-1 0 0 0,0 0 0 0 0,0 0-1 0 0,0 0 1 0 0,1 1 0 0 0,-1-1 0 0 0,0 0-1 0 0,1 0 1 0 0,-1 0 0 0 0,1 0 0 0 0,-1 0 0 0 0,1 0-1 0 0,-1 0 1 0 0,1 0 0 0 0,0 0 0 0 0,0 0 0 0 0,-1 0-1 0 0,1 0 1 0 0,0 0 0 0 0,0 0 0 0 0,1 0 0 0 0,5 0 8 0 0,-1 0 1 0 0,1 0 0 0 0,0-1 0 0 0,-1 0-1 0 0,1 0 1 0 0,0 0 0 0 0,-1-1 0 0 0,12-2 0 0 0,26-7 7 0 0,-39 10-23 0 0,-1 0 1 0 0,0 0-1 0 0,0 0 0 0 0,1 1 1 0 0,-1 0-1 0 0,0 0 1 0 0,0 0-1 0 0,0 0 0 0 0,7 4 1 0 0,-6-3 3 0 0,1 0 0 0 0,-1 0 0 0 0,0 0-1 0 0,1-1 1 0 0,0 0 0 0 0,6 1 0 0 0,0-2 8 0 0,-6 0-10 0 0,1 0 1 0 0,-1-1-1 0 0,1 1 1 0 0,-1-1-1 0 0,1-1 1 0 0,-1 1-1 0 0,0-1 1 0 0,11-4-1 0 0,-7 1-1 0 0,0 0 0 0 0,0 0 0 0 0,-1-1-1 0 0,1 0 1 0 0,-2-1 0 0 0,1 0 0 0 0,11-12 0 0 0,31-23-7 0 0,-50 41-10 0 0,0 1 8 0 0,1-1 1 0 0,0 1-1 0 0,-1-1 1 0 0,1 1-1 0 0,0-1 1 0 0,-1 1-1 0 0,1 0 1 0 0,0 0-1 0 0,0 0 1 0 0,-1 0-1 0 0,4 0 1 0 0,7 55-12 0 0,-11-53 37 0 0,2 5 13 0 0,-3-7-28 0 0,-1 1 0 0 0,1-1 0 0 0,0 1 0 0 0,0-1 0 0 0,0 1 0 0 0,0-1 0 0 0,0 1 0 0 0,0-1 0 0 0,1 1 0 0 0,-1 0 0 0 0,0-1 0 0 0,0 1 0 0 0,0-1 0 0 0,0 1 0 0 0,1-1 0 0 0,-1 1 0 0 0,0-1 0 0 0,0 1 0 0 0,1-1 0 0 0,-1 0 0 0 0,0 1 0 0 0,1-1 0 0 0,-1 1 0 0 0,0-1 0 0 0,1 0 0 0 0,-1 1 0 0 0,1-1 0 0 0,-1 0 0 0 0,1 1 0 0 0,-1-1 0 0 0,1 0 0 0 0,-1 0 0 0 0,1 1 0 0 0,-1-1 0 0 0,1 0 0 0 0,-1 0 0 0 0,1 0 0 0 0,-1 0 0 0 0,1 0 0 0 0,0 0 0 0 0,1 0 0 0 0,0 0 1 0 0,1 0 0 0 0,-1 0-1 0 0,0-1 1 0 0,0 1 0 0 0,0-1-1 0 0,0 1 1 0 0,0-1 0 0 0,0 0-1 0 0,0 0 1 0 0,0 0 0 0 0,0 0 0 0 0,-1 0-1 0 0,1 0 1 0 0,0 0 0 0 0,2-2-1 0 0,-1 0-1 0 0,1 0-1 0 0,0 0 1 0 0,0 1-1 0 0,1 0 0 0 0,-1 0 1 0 0,0 0-1 0 0,1 0 1 0 0,-1 1-1 0 0,1-1 1 0 0,0 1-1 0 0,-1 0 0 0 0,1 1 1 0 0,9-1-1 0 0,-10 1-4 0 0,1 1-1 0 0,0 0 0 0 0,-1 0 1 0 0,1 0-1 0 0,-1 0 1 0 0,0 1-1 0 0,1-1 0 0 0,-1 1 1 0 0,0 0-1 0 0,5 4 1 0 0,-4-3 6 0 0,0-1 1 0 0,0 1-1 0 0,0-1 1 0 0,0 0 0 0 0,0 0-1 0 0,0 0 1 0 0,1-1-1 0 0,-1 1 1 0 0,1-1-1 0 0,-1-1 1 0 0,1 1-1 0 0,-1-1 1 0 0,1 0 0 0 0,6-1-1 0 0,1-1 2 0 0,-1 0 0 0 0,0-1 0 0 0,0 0 0 0 0,0 0 0 0 0,-1-2 0 0 0,1 1 0 0 0,-1-2 0 0 0,0 1 0 0 0,0-2 0 0 0,-1 1 0 0 0,1-1 0 0 0,-2-1 0 0 0,1 0 1 0 0,-1 0-1 0 0,0-1 0 0 0,9-12 0 0 0,-5 2-3 0 0,0 0 1 0 0,-1-1 0 0 0,-1 0 0 0 0,-1-1-1 0 0,-1 0 1 0 0,-1-1 0 0 0,11-42 0 0 0,21-136-62 0 0,-40 176-16 0 0,0 24 75 0 0,0-1 1 0 0,-1 1-1 0 0,1 0 1 0 0,0 0 0 0 0,0-1-1 0 0,0 1 1 0 0,0 0 0 0 0,0 0-1 0 0,0 0 1 0 0,-1-1-1 0 0,1 1 1 0 0,0 0 0 0 0,0 0-1 0 0,0 0 1 0 0,0-1 0 0 0,-1 1-1 0 0,1 0 1 0 0,0 0-1 0 0,0 0 1 0 0,0 0 0 0 0,-1 0-1 0 0,1 0 1 0 0,0-1 0 0 0,0 1-1 0 0,-1 0 1 0 0,1 0-1 0 0,0 0 1 0 0,0 0 0 0 0,-1 0-1 0 0,1 0 1 0 0,0 0 0 0 0,0 0-1 0 0,-1 0 1 0 0,1 0-1 0 0,0 0 1 0 0,0 0 0 0 0,-1 0-1 0 0,1 0 1 0 0,0 1 0 0 0,-1-1-1 0 0,-2 2 0 0 0,1 0-1 0 0,-1 0 1 0 0,1 0 0 0 0,-1 0-1 0 0,1 1 1 0 0,0-1 0 0 0,-1 1-1 0 0,1 0 1 0 0,1 0 0 0 0,-3 3-1 0 0,-6 12 18 0 0,0 1 0 0 0,2-1 0 0 0,0 2 0 0 0,1-1 0 0 0,1 1 0 0 0,0 0 0 0 0,2 0 0 0 0,-4 40 0 0 0,8-47 1 0 0,-1 0 1 0 0,1 0-1 0 0,1 0 1 0 0,0 0-1 0 0,1 0 0 0 0,1 0 1 0 0,0 0-1 0 0,1 0 0 0 0,0-1 1 0 0,0 0-1 0 0,2 0 1 0 0,-1 0-1 0 0,2 0 0 0 0,-1-1 1 0 0,10 12-1 0 0,-12-19-5 0 0,0 0 0 0 0,1 0 0 0 0,-1-1 0 0 0,1 1 0 0 0,0-1 0 0 0,-1 0 0 0 0,1 0 0 0 0,1-1 0 0 0,-1 0 0 0 0,0 1 0 0 0,1-2 1 0 0,-1 1-1 0 0,1-1 0 0 0,-1 0 0 0 0,1 0 0 0 0,0 0 0 0 0,-1-1 0 0 0,7 0 0 0 0,-8 0-484 0 0,-1 0 0 0 0,1-1 0 0 0,-1 0 0 0 0,1 1 1 0 0,-1-1-1 0 0,0 0 0 0 0,1-1 0 0 0,-1 1 0 0 0,0-1 0 0 0,0 1 1 0 0,4-4-1 0 0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0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5 80 0 0,'-15'-4'6701'0'0,"14"5"-6605"0"0,-1 0 1 0 0,1 0-1 0 0,0 1 1 0 0,-1-1 0 0 0,1 1-1 0 0,0-1 1 0 0,0 1 0 0 0,0-1-1 0 0,0 1 1 0 0,0 0-1 0 0,1-1 1 0 0,-1 1 0 0 0,0 0-1 0 0,1 0 1 0 0,-1 0 0 0 0,1-1-1 0 0,0 1 1 0 0,-1 0-1 0 0,1 0 1 0 0,0 0 0 0 0,0 3-1 0 0,1 0 14 0 0,0-1 1 0 0,0 1-1 0 0,0-1 0 0 0,1 1 0 0 0,0-1 0 0 0,-1 0 1 0 0,1 1-1 0 0,6 6 0 0 0,-3-3-22 0 0,0 0 0 0 0,1-1 0 0 0,1 0 0 0 0,-1 0 0 0 0,1 0 0 0 0,0-1 0 0 0,1 0 0 0 0,15 9 0 0 0,-18-12-189 0 0,0-1-1 0 0,1 0 1 0 0,-1-1 0 0 0,1 1 0 0 0,-1-1 0 0 0,1 0 0 0 0,0 0 0 0 0,-1-1-1 0 0,1 0 1 0 0,0 0 0 0 0,0 0 0 0 0,-1-1 0 0 0,7-1 0 0 0,42-16-5223 0 0,-40 11 3102 0 0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1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42 360 0 0,'27'-19'1092'0'0,"-11"14"-628"0"0,-5 2-32 0 0,-3 1 252 0 0,16 0-396 0 0,-12 2-48 0 0,-1-1-172 0 0,11-5-452 0 0,-7 2-1288 0 0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8:56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21 897 292 0 0,'0'0'739'0'0,"-3"-4"14"0"0,-1-1-510 0 0,-2-3 49 0 0,-1 1 2932 0 0,25-16-2267 0 0,-15 18-834 0 0,1 1 1 0 0,0-1-1 0 0,0 0 1 0 0,0 1 0 0 0,0 0-1 0 0,7-4 1 0 0,67-49 666 0 0,110-101 0 0 0,-161 132-719 0 0,-1-2 1 0 0,-1 0-1 0 0,-2-2 0 0 0,0 0 0 0 0,-3-2 0 0 0,0 0 1 0 0,16-37-1 0 0,-30 54-51 0 0,-1 0-1 0 0,0 0 1 0 0,-1 0 0 0 0,-1-1 0 0 0,0 0 0 0 0,-1 1-1 0 0,0-1 1 0 0,-2 0 0 0 0,-1-26 0 0 0,0 36-15 0 0,0 0 0 0 0,0 0 1 0 0,0 0-1 0 0,-1 0 0 0 0,0 0 0 0 0,0 0 1 0 0,0 0-1 0 0,-1 1 0 0 0,0-1 0 0 0,0 1 1 0 0,0 0-1 0 0,-1 0 0 0 0,1 0 1 0 0,-1 0-1 0 0,-1 0 0 0 0,1 1 0 0 0,0 0 1 0 0,-1 0-1 0 0,0 0 0 0 0,0 1 0 0 0,0-1 1 0 0,-1 1-1 0 0,1 0 0 0 0,-1 1 0 0 0,0-1 1 0 0,1 1-1 0 0,-8-1 0 0 0,-6-2 3 0 0,0 1 0 0 0,-1 1-1 0 0,1 1 1 0 0,-21 1 0 0 0,34 0-9 0 0,0 1 0 0 0,0 1 1 0 0,0-1-1 0 0,0 1 0 0 0,1 0 1 0 0,-1 0-1 0 0,0 0 0 0 0,0 1 1 0 0,1 0-1 0 0,-1 0 1 0 0,1 1-1 0 0,0-1 0 0 0,0 1 1 0 0,0 0-1 0 0,0 1 0 0 0,0-1 1 0 0,-7 8-1 0 0,9-7 1 0 0,1 1 0 0 0,0-1 0 0 0,0 0 0 0 0,0 1 0 0 0,0-1 0 0 0,1 1 0 0 0,0 0 0 0 0,0-1 0 0 0,0 1 0 0 0,0 0 0 0 0,1 0-1 0 0,0 0 1 0 0,0 0 0 0 0,0-1 0 0 0,0 1 0 0 0,1 0 0 0 0,0 0 0 0 0,2 8 0 0 0,4 9 3 0 0,0-1 0 0 0,17 34 0 0 0,-21-49-1 0 0,54 104 23 0 0,21 45-13 0 0,-70-134-3 0 0,0 0 0 0 0,-2 0 0 0 0,0 1 1 0 0,-1 0-1 0 0,3 36 0 0 0,-8-53-5 0 0,0 0 0 0 0,0 0 0 0 0,0 0 0 0 0,0 0 0 0 0,-1 0 0 0 0,0 0 0 0 0,0 0 0 0 0,0 0 0 0 0,-1-1 0 0 0,0 1-1 0 0,0 0 1 0 0,0-1 0 0 0,0 1 0 0 0,-1-1 0 0 0,1 0 0 0 0,-1 0 0 0 0,-4 4 0 0 0,2-3 26 0 0,0 0 0 0 0,-1-1 0 0 0,0 1-1 0 0,0-1 1 0 0,0-1 0 0 0,0 1 0 0 0,-1-1-1 0 0,1 0 1 0 0,-1 0 0 0 0,-12 2 0 0 0,2-1 65 0 0,-1-1 0 0 0,0 0 0 0 0,-1-2 1 0 0,1 0-1 0 0,0-1 0 0 0,0-1 1 0 0,0 0-1 0 0,-27-7 0 0 0,-32-16 8 0 0,75 24-393 0 0,29-12-8896 0 0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8:57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1 590 16 0 0,'24'-10'4065'0'0,"-6"6"-3727"0"0,1-2 0 0 0,-2-1 1 0 0,1 0-1 0 0,-1-1 0 0 0,0-1 0 0 0,0 0 0 0 0,-1-2 0 0 0,20-16 1 0 0,-31 23-283 0 0,0-1 1 0 0,-1 0-1 0 0,0 1 1 0 0,0-2 0 0 0,-1 1-1 0 0,7-12 1 0 0,-12 17-55 0 0,0-1 1 0 0,0 1 0 0 0,0 0 0 0 0,1-1-1 0 0,-1 1 1 0 0,0 0 0 0 0,0 0 0 0 0,0 0-1 0 0,0 0 1 0 0,0 0 0 0 0,1 0-1 0 0,-1 1 1 0 0,0-1 0 0 0,0 1 0 0 0,0-1-1 0 0,1 1 1 0 0,-1 0 0 0 0,0 0-1 0 0,1-1 1 0 0,-1 1 0 0 0,1 0 0 0 0,-1 1-1 0 0,1-1 1 0 0,-1 0 0 0 0,1 0 0 0 0,0 1-1 0 0,-1-1 1 0 0,1 0 0 0 0,0 1-1 0 0,0-1 1 0 0,0 1 0 0 0,0 0 0 0 0,0-1-1 0 0,0 3 1 0 0,0-2 0 0 0,-1 0 0 0 0,1-1 0 0 0,0 1 0 0 0,0 0 0 0 0,0 0 0 0 0,0 0 0 0 0,0 0 0 0 0,0 0 0 0 0,1 1 0 0 0,-1-1 0 0 0,1 0 0 0 0,-1 0 0 0 0,1 0 0 0 0,0 1 0 0 0,0-1 0 0 0,0 0 0 0 0,0 0 0 0 0,0 0 0 0 0,0 1 0 0 0,1-1 0 0 0,-1 0 0 0 0,1 0 0 0 0,0 0 0 0 0,-1 0 0 0 0,1 0 0 0 0,0 0 0 0 0,0 0 0 0 0,0 0 0 0 0,1 0 0 0 0,-1 0 0 0 0,0 0 0 0 0,3 2 0 0 0,2 0 1 0 0,0-1 1 0 0,1 1-1 0 0,-1-1 0 0 0,1-1 0 0 0,0 1 0 0 0,-1-1 0 0 0,1 0 0 0 0,0 0 0 0 0,1-1 0 0 0,-1 0 0 0 0,0 0 0 0 0,0-1 0 0 0,0 0 1 0 0,0 0-1 0 0,1-1 0 0 0,-1 0 0 0 0,0 0 0 0 0,0-1 0 0 0,0 0 0 0 0,0 0 0 0 0,-1 0 0 0 0,1-1 0 0 0,8-4 0 0 0,-2 1 0 0 0,-1-1 0 0 0,0 0 0 0 0,0-1 0 0 0,-1 0 0 0 0,0-1 0 0 0,0 0 0 0 0,-1 0 0 0 0,0-1 0 0 0,-1-1 0 0 0,0 0 0 0 0,8-12 0 0 0,-6 5 80 0 0,-1-1 0 0 0,-1-1 0 0 0,0 0 0 0 0,-2 0-1 0 0,0 0 1 0 0,-1-1 0 0 0,-1 0 0 0 0,-1 0-1 0 0,-1-1 1 0 0,-1 1 0 0 0,-1-1 0 0 0,-1 1 0 0 0,-1-1-1 0 0,0 1 1 0 0,-2-1 0 0 0,0 1 0 0 0,-8-24 0 0 0,11 43-34 0 0,-1 0 1 0 0,1 1 0 0 0,-1-1 0 0 0,1 0 0 0 0,-1 0 0 0 0,0 0-1 0 0,0 1 1 0 0,0-1 0 0 0,0 0 0 0 0,0 1 0 0 0,0-1 0 0 0,-1 1 0 0 0,1-1-1 0 0,0 1 1 0 0,-1 0 0 0 0,1-1 0 0 0,-1 1 0 0 0,1 0 0 0 0,-1 0 0 0 0,-2-1-1 0 0,3 2-20 0 0,-1 0 0 0 0,1 0-1 0 0,-1 0 1 0 0,1 0 0 0 0,0 0 0 0 0,-1 0-1 0 0,1 1 1 0 0,0-1 0 0 0,0 0-1 0 0,-1 1 1 0 0,1-1 0 0 0,0 1-1 0 0,0 0 1 0 0,-1-1 0 0 0,1 1-1 0 0,0 0 1 0 0,0 0 0 0 0,0 0-1 0 0,0 0 1 0 0,0 0 0 0 0,-1 1 0 0 0,-3 4 40 0 0,1 0 0 0 0,0 0 0 0 0,0 0 0 0 0,0 1 0 0 0,1-1 0 0 0,-1 1 0 0 0,2 0 0 0 0,-1 0 1 0 0,-1 9-1 0 0,1 2 19 0 0,2-1-1 0 0,0 1 1 0 0,1-1 0 0 0,0 1 0 0 0,2-1 0 0 0,0 1 0 0 0,8 29-1 0 0,47 120 267 0 0,-18-62-152 0 0,-35-96-443 0 0,0 1-1 0 0,-1 0 1 0 0,-1 0 0 0 0,0 0 0 0 0,0 1-1 0 0,-1-1 1 0 0,0 1 0 0 0,-1-1 0 0 0,0 1-1 0 0,0-1 1 0 0,-3 14 0 0 0,-6-9-4787 0 0,4-9 2129 0 0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8:57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89 612 0 0,'16'-10'668'0'0,"5"-4"-40"0"0,0 2-76 0 0,4-2-48 0 0,2 5-68 0 0,-2-2-28 0 0,4 4-44 0 0,2 4-48 0 0,-3 3-92 0 0,12-3-152 0 0,4 0-240 0 0,-15 3-264 0 0,1 0-268 0 0,0-2-756 0 0,1 4 336 0 0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8:58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196 347 128 0 0,'0'0'724'0'0,"-4"-54"5341"0"0,3 52-5339 0 0,-4 3-650 0 0,-1-1 0 0 0,1 1 0 0 0,0 0 0 0 0,0 1 1 0 0,-1-1-1 0 0,1 1 0 0 0,0 0 0 0 0,0 1 0 0 0,1-1 1 0 0,-1 1-1 0 0,0 0 0 0 0,1 0 0 0 0,-1 0 0 0 0,1 1 1 0 0,0-1-1 0 0,0 1 0 0 0,-4 6 0 0 0,3-4-48 0 0,0 0-1 0 0,1 0 0 0 0,0 0 1 0 0,0 1-1 0 0,1-1 0 0 0,0 1 1 0 0,0 0-1 0 0,0 0 0 0 0,1 0 1 0 0,0 0-1 0 0,0 0 0 0 0,0 13 1 0 0,1-17-13 0 0,1 1 0 0 0,0-1 0 0 0,1 1 0 0 0,-1 0 0 0 0,1-1 0 0 0,-1 1 0 0 0,1-1 0 0 0,0 1 0 0 0,1-1 0 0 0,2 7 0 0 0,-3-9-9 0 0,0 1 1 0 0,1-1 0 0 0,-1 1-1 0 0,1-1 1 0 0,-1 0 0 0 0,1 1-1 0 0,0-1 1 0 0,-1 0 0 0 0,1 0-1 0 0,0 0 1 0 0,0 0 0 0 0,0-1-1 0 0,0 1 1 0 0,0 0 0 0 0,0-1-1 0 0,0 1 1 0 0,0-1-1 0 0,0 0 1 0 0,0 0 0 0 0,0 0-1 0 0,0 0 1 0 0,0 0 0 0 0,0 0-1 0 0,0 0 1 0 0,0 0 0 0 0,0-1-1 0 0,0 0 1 0 0,0 1 0 0 0,0-1-1 0 0,0 0 1 0 0,2-1 0 0 0,5-2 3 0 0,0 0 1 0 0,0 0 0 0 0,-1-1 0 0 0,1 0 0 0 0,-1 0 0 0 0,0-1-1 0 0,-1 0 1 0 0,1-1 0 0 0,12-14 0 0 0,11-9-11 0 0,-25 26-1 0 0,1 1-1 0 0,-1 0 0 0 0,1 0 1 0 0,-1 1-1 0 0,1 0 1 0 0,10-2-1 0 0,-7 1-1 0 0,23-7-28 0 0,-13 5-4 0 0,0-2 0 0 0,0 0 0 0 0,-1-1 0 0 0,0-1-1 0 0,0 0 1 0 0,19-14 0 0 0,-25 13 25 0 0,-1 1-1 0 0,0-2 1 0 0,0 0 0 0 0,-1 0-1 0 0,0-1 1 0 0,-1 0 0 0 0,-1-1-1 0 0,0 0 1 0 0,0-1 0 0 0,-2 0-1 0 0,1 0 1 0 0,-2 0 0 0 0,0-1-1 0 0,-1 0 1 0 0,0-1 0 0 0,4-28 0 0 0,-8 39-4 0 0,0 1 0 0 0,-1-1 0 0 0,1 0 0 0 0,-1 0 0 0 0,-1 1 0 0 0,1-1 0 0 0,-3-9 0 0 0,3 14 12 0 0,-1 1-1 0 0,0 0 1 0 0,0 0-1 0 0,0-1 1 0 0,0 1-1 0 0,1 0 1 0 0,-1 0-1 0 0,0 0 1 0 0,1 0-1 0 0,-1 0 1 0 0,1 0-1 0 0,-1 0 1 0 0,1 0-1 0 0,-1 0 1 0 0,1 0-1 0 0,0 0 1 0 0,0 0-1 0 0,-1 0 1 0 0,1 2-1 0 0,-22 76-5 0 0,-64 256 77 0 0,-166 414 0 0 0,242-723-63 0 0,-1 0 1 0 0,-1-1-1 0 0,-17 26 1 0 0,24-44 30 0 0,0 0 0 0 0,0-1 0 0 0,0 0 0 0 0,-1 0 0 0 0,0 0 0 0 0,-11 8 0 0 0,13-12 17 0 0,1 0 0 0 0,0 0 0 0 0,0 0-1 0 0,-1-1 1 0 0,1 1 0 0 0,-1-1 0 0 0,1 0 0 0 0,-1 0 0 0 0,0 0 0 0 0,1-1 0 0 0,-1 1 0 0 0,0-1 0 0 0,1 0 0 0 0,-1 0 0 0 0,-6-1 0 0 0,5 0-11 0 0,0-1 0 0 0,-1 0 0 0 0,1 0 0 0 0,0-1 0 0 0,0 1 0 0 0,1-1 0 0 0,-1 0 1 0 0,1 0-1 0 0,-1-1 0 0 0,1 1 0 0 0,0-1 0 0 0,0 0 0 0 0,1 0 0 0 0,-1 0 0 0 0,1-1 1 0 0,0 1-1 0 0,0-1 0 0 0,0 0 0 0 0,0 0 0 0 0,1 0 0 0 0,0 0 0 0 0,-2-10 0 0 0,-3-5 17 0 0,2-1 1 0 0,0 0-1 0 0,2 0 0 0 0,-2-32 0 0 0,5 34-73 0 0,0 0 0 0 0,2 0 0 0 0,0 0 1 0 0,1 0-1 0 0,1 1 0 0 0,1-1 0 0 0,0 1 1 0 0,2 0-1 0 0,0 0 0 0 0,1 1 0 0 0,0 0 1 0 0,14-20-1 0 0,-4 12-948 0 0,1 0-1 0 0,0 1 1 0 0,2 1 0 0 0,1 1 0 0 0,0 0-1 0 0,43-29 1 0 0,-18 20-1798 0 0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3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377 534 800 0 0,'-13'1'400'0'0,"1"0"-1"0"0,-1 1 1 0 0,1 1 0 0 0,-1 0 0 0 0,1 1-1 0 0,0 1 1 0 0,0-1 0 0 0,0 2-1 0 0,1 0 1 0 0,-14 9 0 0 0,10-5-110 0 0,0 0-1 0 0,1 1 1 0 0,0 1 0 0 0,1 0 0 0 0,1 0 0 0 0,-20 26-1 0 0,28-31-159 0 0,0 0-1 0 0,0 0 0 0 0,1 0 1 0 0,0 0-1 0 0,0 1 0 0 0,-2 11 1 0 0,5-18-111 0 0,0 0-6 0 0,0 0-1 0 0,0-1 1 0 0,0 1 0 0 0,0 0-1 0 0,0 0 1 0 0,0 0 0 0 0,0-1-1 0 0,1 1 1 0 0,-1 0 0 0 0,0 0-1 0 0,1 0 1 0 0,-1-1 0 0 0,0 1-1 0 0,1 0 1 0 0,-1-1 0 0 0,1 1-1 0 0,-1 0 1 0 0,1-1 0 0 0,-1 1-1 0 0,1-1 1 0 0,0 1 0 0 0,-1-1-1 0 0,1 1 1 0 0,0-1 0 0 0,-1 1-1 0 0,1-1 1 0 0,0 0 0 0 0,-1 1-1 0 0,1-1 1 0 0,0 0 0 0 0,0 1-1 0 0,0-1 1 0 0,-1 0 0 0 0,1 0-1 0 0,0 0 1 0 0,0 0 0 0 0,1 0 0 0 0,28 2 162 0 0,-17-4-143 0 0,-1 0 1 0 0,0-1-1 0 0,-1-1 0 0 0,1 0 1 0 0,-1 0-1 0 0,0-1 0 0 0,0-1 1 0 0,0 1-1 0 0,0-2 0 0 0,-1 0 1 0 0,12-10-1 0 0,-9 5 28 0 0,-1 0 1 0 0,0-1-1 0 0,0-1 0 0 0,-2 0 0 0 0,0 0 1 0 0,0-1-1 0 0,10-23 0 0 0,-10 18 5 0 0,-2-1 0 0 0,0 0 0 0 0,-1-1 1 0 0,-2 0-1 0 0,0 0 0 0 0,-1 0 0 0 0,-1-1 0 0 0,-1 1 0 0 0,-1-1 0 0 0,-1 1 0 0 0,-1-1 0 0 0,-6-35 0 0 0,2 41-5 0 0,0 1-1 0 0,-1 0 1 0 0,-1 1-1 0 0,0 0 1 0 0,-1 0 0 0 0,-1 0-1 0 0,0 1 1 0 0,-1 0 0 0 0,0 1-1 0 0,-1 0 1 0 0,-23-21 0 0 0,26 27-34 0 0,-1 1 0 0 0,1 0 0 0 0,-1 0 0 0 0,0 1 0 0 0,0 0 0 0 0,0 0 0 0 0,-1 1 0 0 0,0 1 0 0 0,-10-4 0 0 0,13 6-16 0 0,0 0 0 0 0,0 0 0 0 0,0 0 0 0 0,0 1 0 0 0,0 0 0 0 0,0 1 0 0 0,0-1 0 0 0,0 1-1 0 0,1 0 1 0 0,-1 1 0 0 0,0 0 0 0 0,0 0 0 0 0,1 0 0 0 0,-10 6 0 0 0,10-5-108 0 0,0 1 1 0 0,1 0-1 0 0,-1 0 0 0 0,1 1 1 0 0,0-1-1 0 0,0 1 1 0 0,0 0-1 0 0,1 0 0 0 0,0 1 1 0 0,0 0-1 0 0,0-1 1 0 0,1 1-1 0 0,-4 8 0 0 0,-15 52-5403 0 0,17-42 2809 0 0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3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0 108 0 0,'-22'3'1940'0'0,"17"0"-1734"0"0,0 0 0 0 0,1 1 1 0 0,0-1-1 0 0,0 1 1 0 0,0 0-1 0 0,0 0 1 0 0,0 1-1 0 0,1-1 1 0 0,0 1-1 0 0,0 0 1 0 0,0-1-1 0 0,0 1 1 0 0,1 0-1 0 0,0 1 0 0 0,0-1 1 0 0,-1 7-1 0 0,2-10-164 0 0,1 1 0 0 0,-1-1-1 0 0,1 1 1 0 0,0-1 0 0 0,-1 1-1 0 0,1-1 1 0 0,1 1-1 0 0,-1-1 1 0 0,0 0 0 0 0,1 1-1 0 0,-1-1 1 0 0,1 1 0 0 0,-1-1-1 0 0,1 0 1 0 0,0 1-1 0 0,0-1 1 0 0,0 0 0 0 0,1 0-1 0 0,-1 0 1 0 0,0 0 0 0 0,1 0-1 0 0,-1 0 1 0 0,1 0 0 0 0,0 0-1 0 0,0-1 1 0 0,0 1-1 0 0,-1-1 1 0 0,2 1 0 0 0,-1-1-1 0 0,0 0 1 0 0,0 1 0 0 0,0-1-1 0 0,0 0 1 0 0,1-1 0 0 0,-1 1-1 0 0,0 0 1 0 0,1-1-1 0 0,-1 1 1 0 0,5-1 0 0 0,-5 1-22 0 0,0 0 0 0 0,0-1 0 0 0,0 0 0 0 0,0 1 1 0 0,0-1-1 0 0,1 0 0 0 0,-1 0 0 0 0,0 0 0 0 0,0-1 0 0 0,0 1 1 0 0,0 0-1 0 0,1-1 0 0 0,-1 1 0 0 0,0-1 0 0 0,0 0 0 0 0,0 0 1 0 0,0 0-1 0 0,0 0 0 0 0,-1 0 0 0 0,1 0 0 0 0,0 0 0 0 0,0-1 1 0 0,-1 1-1 0 0,1-1 0 0 0,-1 1 0 0 0,1-1 0 0 0,-1 1 0 0 0,1-1 1 0 0,-1 0-1 0 0,2-3 0 0 0,-2 2 2 0 0,0 0 1 0 0,-1 1-1 0 0,1-1 1 0 0,0 0-1 0 0,-1 0 1 0 0,0 0-1 0 0,0 0 1 0 0,0 0-1 0 0,0 0 1 0 0,0 0-1 0 0,0 0 1 0 0,-1 0-1 0 0,1 0 1 0 0,-1 0-1 0 0,0 1 1 0 0,0-1-1 0 0,0 0 1 0 0,0 0-1 0 0,-1 1 1 0 0,-1-4-1 0 0,-16-8-146 0 0,-7 7-4476 0 0,23 7 2576 0 0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4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68 644 0 0,'0'0'1260'0'0,"-5"20"604"0"0,-46 71 826 0 0,50-89-2046 0 0,6-8-597 0 0,10-12-1 0 0,1 0 0 0 0,1 0 0 0 0,1 2 0 0 0,1 0 0 0 0,0 1 0 0 0,1 1 0 0 0,0 1 0 0 0,1 0 0 0 0,30-12 0 0 0,-49 24-36 0 0,0 0-4 0 0,0 0 1 0 0,0 0-1 0 0,0 0 0 0 0,0 0 0 0 0,0 1 0 0 0,0-1 0 0 0,1 1 1 0 0,-1-1-1 0 0,0 1 0 0 0,0 0 0 0 0,1 0 0 0 0,-1 0 1 0 0,0 0-1 0 0,1 0 0 0 0,-1 0 0 0 0,0 1 0 0 0,0-1 1 0 0,0 1-1 0 0,1-1 0 0 0,-1 1 0 0 0,3 2 0 0 0,-3-2 0 0 0,-1 0-1 0 0,0 1 0 0 0,0-1 0 0 0,0 0 0 0 0,0 1 0 0 0,0-1 0 0 0,0 1 1 0 0,0 0-1 0 0,-1-1 0 0 0,1 1 0 0 0,-1-1 0 0 0,1 1 0 0 0,-1 0 1 0 0,1 0-1 0 0,-1-1 0 0 0,0 1 0 0 0,0 0 0 0 0,0 0 0 0 0,0 1 0 0 0,3 13 129 0 0,-3-15 335 0 0,50-10 325 0 0,-46 7-754 0 0,0 1 0 0 0,0 0 1 0 0,0 0-1 0 0,0 0 0 0 0,0 0 0 0 0,0 0 0 0 0,0 1 1 0 0,0-1-1 0 0,0 1 0 0 0,1 0 0 0 0,-1 1 0 0 0,0-1 0 0 0,0 1 1 0 0,0 0-1 0 0,0 0 0 0 0,0 0 0 0 0,7 3 0 0 0,-10-2-33 0 0,1-1 0 0 0,0 1 1 0 0,-1 0-1 0 0,1 0 0 0 0,-1 0 0 0 0,1 0 0 0 0,-1 0 0 0 0,0 1 0 0 0,0-1 0 0 0,0 0 0 0 0,0 1 0 0 0,-1-1 1 0 0,1 0-1 0 0,0 1 0 0 0,-1-1 0 0 0,0 1 0 0 0,0-1 0 0 0,1 1 0 0 0,-1-1 0 0 0,-1 4 0 0 0,5 20-5790 0 0,-2-18 3339 0 0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5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45 856 0 0,'-21'-41'8139'0'0,"16"40"-7951"0"0,0 0 0 0 0,-1 0 0 0 0,1 0 0 0 0,0 1 0 0 0,-1 0 0 0 0,1 0 0 0 0,-1 1 0 0 0,1-1 0 0 0,0 1 1 0 0,0 0-1 0 0,-1 0 0 0 0,1 1 0 0 0,0 0 0 0 0,0 0 0 0 0,0 0 0 0 0,-7 4 0 0 0,4-1-54 0 0,0 1 0 0 0,1-1 0 0 0,0 1-1 0 0,0 1 1 0 0,0-1 0 0 0,1 1 0 0 0,0 0 0 0 0,-9 13 0 0 0,15-19-125 0 0,-1 0 0 0 0,1 0 0 0 0,-1 0 0 0 0,1 0 1 0 0,-1 0-1 0 0,1 0 0 0 0,-1-1 0 0 0,1 1 0 0 0,0 0 1 0 0,0 0-1 0 0,0 0 0 0 0,-1 0 0 0 0,1 0 0 0 0,0 0 1 0 0,0 0-1 0 0,0 0 0 0 0,0 0 0 0 0,1 0 0 0 0,-1 0 1 0 0,0 0-1 0 0,0 0 0 0 0,1 0 0 0 0,-1 0 0 0 0,0 0 1 0 0,1 0-1 0 0,-1 0 0 0 0,1 0 0 0 0,-1 0 0 0 0,1 0 1 0 0,0-1-1 0 0,-1 1 0 0 0,1 0 0 0 0,0 0 0 0 0,-1-1 1 0 0,1 1-1 0 0,0 0 0 0 0,0-1 0 0 0,0 1 1 0 0,0-1-1 0 0,1 1 0 0 0,1 1 9 0 0,1 0-1 0 0,-1-1 1 0 0,1 1-1 0 0,0-1 1 0 0,-1 0 0 0 0,1 0-1 0 0,0-1 1 0 0,0 1-1 0 0,4 0 1 0 0,-6-1-10 0 0,6 0 3 0 0,1 0 1 0 0,-1-1 0 0 0,0 0 0 0 0,0 0-1 0 0,0 0 1 0 0,0-1 0 0 0,0 0-1 0 0,0-1 1 0 0,0 0 0 0 0,-1 0 0 0 0,1 0-1 0 0,-1-1 1 0 0,0-1 0 0 0,0 1 0 0 0,9-8-1 0 0,-16 11-13 0 0,0 1 0 0 0,1-1 0 0 0,-1 0 0 0 0,1 1 0 0 0,-1-1 0 0 0,1 1 0 0 0,0-1 0 0 0,-1 1 0 0 0,1-1 0 0 0,-1 1-1 0 0,1-1 1 0 0,0 1 0 0 0,-1 0 0 0 0,1-1 0 0 0,0 1 0 0 0,0 0 0 0 0,-1 0 0 0 0,1-1 0 0 0,0 1 0 0 0,0 0 0 0 0,-1 0 0 0 0,1 0-1 0 0,0 0 1 0 0,0 0 0 0 0,0 0 0 0 0,-1 0 0 0 0,1 0 0 0 0,0 0 0 0 0,0 0 0 0 0,-1 1 0 0 0,1-1 0 0 0,0 0 0 0 0,0 0 0 0 0,-1 1 0 0 0,1-1-1 0 0,0 0 1 0 0,-1 1 0 0 0,1-1 0 0 0,0 1 0 0 0,-1-1 0 0 0,1 1 0 0 0,0 0 0 0 0,3 3 2 0 0,0-1 1 0 0,0 0-1 0 0,0 0 0 0 0,1 0 1 0 0,-1-1-1 0 0,1 0 0 0 0,0 1 1 0 0,-1-2-1 0 0,1 1 0 0 0,0 0 1 0 0,0-1-1 0 0,0 0 0 0 0,0 0 1 0 0,1-1-1 0 0,-1 1 1 0 0,0-1-1 0 0,0 0 0 0 0,0 0 1 0 0,0-1-1 0 0,0 0 0 0 0,0 0 1 0 0,0 0-1 0 0,0 0 0 0 0,7-3 1 0 0,-11 3-2 0 0,1 1 1 0 0,-1-1-1 0 0,1 1 1 0 0,-1-1 0 0 0,0 0-1 0 0,1 1 1 0 0,-1-1 0 0 0,0 0-1 0 0,1 0 1 0 0,-1 0-1 0 0,0 0 1 0 0,0 0 0 0 0,0 0-1 0 0,0 0 1 0 0,0-1-1 0 0,0 1 1 0 0,0 0 0 0 0,0 0-1 0 0,-1-1 1 0 0,1 1-1 0 0,0-1 1 0 0,-1 1 0 0 0,1-1-1 0 0,-1 1 1 0 0,0-1 0 0 0,1-1-1 0 0,3-8 1 0 0,-3 9-17 0 0,-3 0-19 0 0,-7-5 28 0 0,7 5-10 0 0,-2 4-2 0 0,0 0 19 0 0,1-1 0 0 0,0 1 0 0 0,0 0 0 0 0,0 0 0 0 0,0 0 0 0 0,0 0 1 0 0,0 0-1 0 0,1 1 0 0 0,-1-1 0 0 0,1 1 0 0 0,-1 0 0 0 0,1-1 0 0 0,0 1 0 0 0,0 0 0 0 0,0 1 0 0 0,1-1 0 0 0,-1 0 0 0 0,1 0 0 0 0,-1 4 0 0 0,1-5 0 0 0,3 0 4 0 0,-4 8-5 0 0,16 14 1 0 0,-10-22 3 0 0,-1 1 0 0 0,1-1 0 0 0,0 0 0 0 0,0 0 1 0 0,0 0-1 0 0,0 0 0 0 0,0-1 0 0 0,0 0 0 0 0,0 1 0 0 0,0-2 1 0 0,1 1-1 0 0,-1 0 0 0 0,0-1 0 0 0,1 0 0 0 0,-1 0 1 0 0,0 0-1 0 0,1-1 0 0 0,-1 1 0 0 0,0-1 0 0 0,1 0 1 0 0,4-2-1 0 0,8-1-8 0 0,-1-1 0 0 0,1-1 0 0 0,-1 0 0 0 0,17-10 0 0 0,-16 7 7 0 0,1 0-2 0 0,0-1 0 0 0,0-1-1 0 0,29-24 1 0 0,-46 34 10 0 0,17-8-111 0 0,-16 15 106 0 0,-1 1 0 0 0,0-1 0 0 0,-1 1 0 0 0,1-1 0 0 0,-1 1 0 0 0,-2 10 0 0 0,1 8 9 0 0,1-24-12 0 0,0-1 1 0 0,0 0 0 0 0,0 0 0 0 0,0 1-1 0 0,0-1 1 0 0,0 0 0 0 0,1 1 0 0 0,-1-1-1 0 0,0 0 1 0 0,0 0 0 0 0,0 1 0 0 0,0-1-1 0 0,0 0 1 0 0,0 0 0 0 0,1 1 0 0 0,-1-1-1 0 0,0 0 1 0 0,0 0 0 0 0,0 0 0 0 0,1 1-1 0 0,-1-1 1 0 0,0 0 0 0 0,0 0 0 0 0,0 0-1 0 0,1 0 1 0 0,-1 1 0 0 0,0-1 0 0 0,0 0-1 0 0,1 0 1 0 0,-1 0 0 0 0,0 0 0 0 0,1 0 0 0 0,-1 0-1 0 0,0 0 1 0 0,0 0 0 0 0,1 0 0 0 0,-1 0-1 0 0,0 0 1 0 0,1 0 0 0 0,-1 0 0 0 0,0 0-1 0 0,0 0 1 0 0,1 0 0 0 0,-1 0 0 0 0,0 0-1 0 0,1 0 1 0 0,-1 0 0 0 0,0-1 0 0 0,34-18 0 0 0,-26 13-5 0 0,0 0 0 0 0,1 1 0 0 0,0 0 0 0 0,0 0 0 0 0,0 1-1 0 0,1 1 1 0 0,-1-1 0 0 0,1 2 0 0 0,11-3 0 0 0,10 7-10 0 0,-27-3 10 0 0,-1 2 1 0 0,21 10 7 0 0,-5 1-846 0 0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5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40 900 0 0,'0'0'940'0'0,"-5"-12"668"0"0,4 0 777 0 0,4-3-2549 0 0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8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483 758 340 0 0,'11'-6'1098'0'0,"-12"0"3845"0"0,-22-21-4390 0 0,-1 2 0 0 0,-2 0 0 0 0,-1 2 0 0 0,0 1 0 0 0,-47-28 1 0 0,44 31-439 0 0,1-1 0 0 0,1-1 0 0 0,1-2 0 0 0,1 0 0 0 0,0-2 0 0 0,-30-40 0 0 0,47 52-81 0 0,0-1-1 0 0,1 0 1 0 0,1 0 0 0 0,0-1 0 0 0,1 0-1 0 0,1 0 1 0 0,0 0 0 0 0,1-1 0 0 0,0 0-1 0 0,-2-31 1 0 0,6 40-28 0 0,0-1 0 0 0,1 1 1 0 0,0-1-1 0 0,0 1 0 0 0,0-1 0 0 0,1 1 0 0 0,0-1 0 0 0,0 1 0 0 0,1 0 0 0 0,0 0 0 0 0,0 0 0 0 0,1 1 1 0 0,0-1-1 0 0,0 1 0 0 0,1 0 0 0 0,-1 0 0 0 0,1 0 0 0 0,1 0 0 0 0,-1 1 0 0 0,1 0 0 0 0,0 0 1 0 0,0 1-1 0 0,0-1 0 0 0,1 1 0 0 0,7-3 0 0 0,-9 4-6 0 0,0 1 1 0 0,0-1-1 0 0,0 1 0 0 0,0 0 1 0 0,1 1-1 0 0,-1 0 0 0 0,0-1 1 0 0,1 2-1 0 0,-1-1 0 0 0,1 0 0 0 0,-1 1 1 0 0,11 1-1 0 0,-13 0-1 0 0,0 0 0 0 0,0 0 0 0 0,0 0 0 0 0,0 0 0 0 0,0 1 0 0 0,0-1 0 0 0,0 1 0 0 0,-1 0 0 0 0,1 0 0 0 0,-1 0 0 0 0,1 0 0 0 0,-1 0 0 0 0,0 0 0 0 0,0 1 0 0 0,0-1 0 0 0,0 1 1 0 0,0-1-1 0 0,0 1 0 0 0,-1 0 0 0 0,1 0 0 0 0,-1 0 0 0 0,0 0 0 0 0,2 5 0 0 0,0 5-1 0 0,0 1 1 0 0,-1-1 0 0 0,0 1 0 0 0,-1 0-1 0 0,-1-1 1 0 0,0 1 0 0 0,0 0 0 0 0,-2 0-1 0 0,0-1 1 0 0,0 1 0 0 0,-1-1 0 0 0,-8 20-1 0 0,-8 19 9 0 0,-47 87-1 0 0,40-87 8 0 0,21-43-9 0 0,0 1-1 0 0,1 0 0 0 0,1 0 0 0 0,-1 0 0 0 0,-1 14 1 0 0,4-22-4 0 0,1 0 0 0 0,0 0 0 0 0,-1 0 0 0 0,1 0 0 0 0,0 0 0 0 0,1 0 0 0 0,-1 0 0 0 0,0 0 0 0 0,0 0 1 0 0,1 0-1 0 0,-1-1 0 0 0,1 1 0 0 0,0 0 0 0 0,-1 0 0 0 0,1 0 0 0 0,0 0 0 0 0,0-1 0 0 0,0 1 0 0 0,0 0 0 0 0,1-1 1 0 0,-1 1-1 0 0,0-1 0 0 0,1 1 0 0 0,-1-1 0 0 0,1 0 0 0 0,-1 0 0 0 0,1 0 0 0 0,0 1 0 0 0,-1-1 0 0 0,1-1 1 0 0,0 1-1 0 0,0 0 0 0 0,0 0 0 0 0,0-1 0 0 0,2 1 0 0 0,15 2-168 0 0,0-2 0 0 0,0 0 1 0 0,0-1-1 0 0,0-1 0 0 0,-1 0 0 0 0,1-2 0 0 0,36-9 0 0 0,-17 5-517 0 0,56-16-3793 0 0,-45 10 1890 0 0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8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70 40 0 0,'0'-4'836'0'0,"0"-61"9078"0"0,3 95-9766 0 0,-4 44 509 0 0,-12 105 1 0 0,2-63-354 0 0,-1-63-179 0 0,9-44 35 0 0,1-1 0 0 0,0 1 0 0 0,0-1 0 0 0,1 1 0 0 0,-1 8 1 0 0,27-34-3 0 0,-5 0-118 0 0,1 2-1 0 0,0 1 1 0 0,2 0 0 0 0,-1 2 0 0 0,2 0 0 0 0,-1 2 0 0 0,1 1 0 0 0,48-12 0 0 0,-70 20-39 0 0,-1 1-1 0 0,1 0 1 0 0,0-1 0 0 0,-1 1-1 0 0,1 0 1 0 0,0 0-1 0 0,-1 0 1 0 0,1 0 0 0 0,0 1-1 0 0,-1-1 1 0 0,1 0 0 0 0,0 1-1 0 0,-1-1 1 0 0,1 1 0 0 0,-1-1-1 0 0,1 1 1 0 0,-1 0-1 0 0,3 1 1 0 0,-4-1-1 0 0,1-1 0 0 0,0 1 1 0 0,-1 0-1 0 0,1 0 0 0 0,0 0 0 0 0,-1 0 0 0 0,1 0 0 0 0,-1 0 0 0 0,0 0 1 0 0,1 0-1 0 0,-1 0 0 0 0,0 0 0 0 0,0 0 0 0 0,0 0 0 0 0,1 0 1 0 0,-1 0-1 0 0,0 0 0 0 0,0 0 0 0 0,-1 1 0 0 0,1 1 0 0 0,-1 0 1 0 0,0 1 0 0 0,0 0 1 0 0,0-1-1 0 0,-1 1 0 0 0,1-1 0 0 0,-1 0 0 0 0,0 1 0 0 0,0-1 0 0 0,0 0 0 0 0,0 0 0 0 0,-1 0 0 0 0,1 0 1 0 0,-6 4-1 0 0,-7 4-19 0 0,-2-1 0 0 0,1 0 0 0 0,-1-1 0 0 0,-1-1 0 0 0,1 0 0 0 0,-1-2 0 0 0,-21 6 0 0 0,38-12-61 0 0,0 0-1 0 0,0 0 0 0 0,0 0 0 0 0,0 1 1 0 0,0-1-1 0 0,0 0 0 0 0,1 0 1 0 0,-1 0-1 0 0,0 0 0 0 0,0 0 0 0 0,0-1 1 0 0,0 1-1 0 0,0 0 0 0 0,0 0 1 0 0,1 0-1 0 0,-1-1 0 0 0,0 1 0 0 0,0-1 1 0 0,0 1-1 0 0,1 0 0 0 0,-1-1 1 0 0,0 1-1 0 0,0-1 0 0 0,1 0 0 0 0,-2 0 1 0 0,2 0-271 0 0,-1 0 1 0 0,1-1 0 0 0,0 1 0 0 0,-1 0-1 0 0,1 0 1 0 0,0 0 0 0 0,0 0 0 0 0,0 0-1 0 0,0 0 1 0 0,0-1 0 0 0,0 1 0 0 0,0 0-1 0 0,0 0 1 0 0,0 0 0 0 0,1 0 0 0 0,-1 0 0 0 0,1 0-1 0 0,-1-1 1 0 0,1 0 0 0 0,6-13-2461 0 0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29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0 135 560 0 0,'18'0'589'0'0,"1"0"1"0"0,-1-2-1 0 0,0 0 1 0 0,0-1-1 0 0,0-1 0 0 0,0 0 1 0 0,-1-1-1 0 0,0-1 1 0 0,0-1-1 0 0,0-1 0 0 0,25-15 1 0 0,-40 21-521 0 0,1 1-1 0 0,-1-1 1 0 0,0 0 0 0 0,0 0 0 0 0,0 0 0 0 0,0 0 0 0 0,0 0 0 0 0,0-1-1 0 0,-1 1 1 0 0,1 0 0 0 0,1-4 0 0 0,-3 6-54 0 0,0-1-1 0 0,0 1 1 0 0,1 0 0 0 0,-1-1-1 0 0,0 1 1 0 0,0-1 0 0 0,0 1-1 0 0,0 0 1 0 0,0-1 0 0 0,0 1-1 0 0,0 0 1 0 0,0-1 0 0 0,0 1-1 0 0,0-1 1 0 0,0 1 0 0 0,0 0 0 0 0,-1-1-1 0 0,1 1 1 0 0,0 0 0 0 0,0-1-1 0 0,0 1 1 0 0,0 0 0 0 0,-1-1-1 0 0,1 1 1 0 0,0 0 0 0 0,0-1-1 0 0,0 1 1 0 0,-1 0 0 0 0,1 0-1 0 0,0-1 1 0 0,-1 1 0 0 0,1 0-1 0 0,-1-1 1 0 0,-25 1 436 0 0,14 2-343 0 0,1 0 0 0 0,0 1-1 0 0,0 1 1 0 0,0 0 0 0 0,0 0 0 0 0,-10 7 0 0 0,18-9-76 0 0,-1 0 1 0 0,0 0-1 0 0,1 0 1 0 0,0 1-1 0 0,-1-1 1 0 0,1 1-1 0 0,0 0 1 0 0,0 0-1 0 0,1 0 1 0 0,-1 1-1 0 0,1-1 0 0 0,-1 1 1 0 0,1-1-1 0 0,0 1 1 0 0,0 0-1 0 0,1 0 1 0 0,-1 0-1 0 0,1 0 1 0 0,0 0-1 0 0,-1 4 1 0 0,2-6-24 0 0,0 0 1 0 0,1 0 0 0 0,-1 0-1 0 0,0 0 1 0 0,1 0-1 0 0,-1 0 1 0 0,1 0 0 0 0,0-1-1 0 0,0 1 1 0 0,0 0-1 0 0,0 0 1 0 0,0-1 0 0 0,0 1-1 0 0,0-1 1 0 0,0 1 0 0 0,0-1-1 0 0,1 1 1 0 0,-1-1-1 0 0,1 0 1 0 0,-1 1 0 0 0,1-1-1 0 0,0 0 1 0 0,-1 0-1 0 0,3 1 1 0 0,45 18 104 0 0,-47-19-104 0 0,24 6 16 0 0,0-2 1 0 0,0 0 0 0 0,1-2 0 0 0,-1-1-1 0 0,1-1 1 0 0,0-1 0 0 0,40-6 0 0 0,16-6 3 0 0,83-24 0 0 0,-142 30-23 0 0,9-1 1 0 0,0-1 0 0 0,-1-1 0 0 0,0-2 0 0 0,0-2 0 0 0,45-24 0 0 0,-69 32-4 0 0,-5 3-2 0 0,0 1 0 0 0,-1-1 0 0 0,1 1 0 0 0,-1-1 0 0 0,0 0 0 0 0,1 0 0 0 0,-1 0 0 0 0,0-1-1 0 0,0 1 1 0 0,0 0 0 0 0,0-1 0 0 0,-1 1 0 0 0,3-6 0 0 0,-2 6 3 0 0,0-18 25 0 0,-2 19-20 0 0,-1 1 0 0 0,0-1-1 0 0,1 0 1 0 0,-1 0 0 0 0,0 1 0 0 0,1-1 0 0 0,-1 0-1 0 0,0 1 1 0 0,0-1 0 0 0,0 1 0 0 0,1-1-1 0 0,-1 1 1 0 0,0 0 0 0 0,0-1 0 0 0,0 1 0 0 0,0 0-1 0 0,0-1 1 0 0,0 1 0 0 0,0 0 0 0 0,0 0 0 0 0,0 0-1 0 0,0 0 1 0 0,0 0 0 0 0,0 0 0 0 0,-1 0-1 0 0,-29 2 218 0 0,23 0-200 0 0,0 1-1 0 0,0 0 0 0 0,0 0 0 0 0,0 0 0 0 0,0 1 1 0 0,1 1-1 0 0,-8 5 0 0 0,13-9-19 0 0,1 0-1 0 0,-1 0 1 0 0,0 1 0 0 0,1-1 0 0 0,-1 1-1 0 0,1-1 1 0 0,0 1 0 0 0,-1-1-1 0 0,1 1 1 0 0,0 0 0 0 0,0 0 0 0 0,0-1-1 0 0,0 1 1 0 0,0 0 0 0 0,1 0 0 0 0,-1 0-1 0 0,0 0 1 0 0,1 0 0 0 0,0 0-1 0 0,-1 0 1 0 0,1 1 0 0 0,0-1 0 0 0,0 0-1 0 0,0 0 1 0 0,0 0 0 0 0,1 0-1 0 0,-1 0 1 0 0,1 0 0 0 0,-1 0 0 0 0,1 0-1 0 0,-1 0 1 0 0,1 0 0 0 0,0 0-1 0 0,2 2 1 0 0,-2-2-4 0 0,1 0 0 0 0,0-1 1 0 0,0 1-1 0 0,0-1 0 0 0,0 1 0 0 0,0-1 0 0 0,0 0 0 0 0,0 0 0 0 0,0 0 1 0 0,0 0-1 0 0,1 0 0 0 0,-1-1 0 0 0,0 1 0 0 0,1-1 0 0 0,-1 1 0 0 0,0-1 1 0 0,1 0-1 0 0,-1 0 0 0 0,0 0 0 0 0,1 0 0 0 0,-1-1 0 0 0,1 1 0 0 0,-1 0 1 0 0,0-1-1 0 0,4-1 0 0 0,55-17 59 0 0,-61 18-62 0 0,46-18-40 0 0,-44 19 15 0 0,6 9 9 0 0,4 13-5 0 0,-12-20 13 0 0,8 17-3 0 0,-7-15 14 0 0,1 0 1 0 0,-1 0-1 0 0,1 0 0 0 0,0 0 1 0 0,0-1-1 0 0,0 1 1 0 0,0-1-1 0 0,1 1 0 0 0,-1-1 1 0 0,1 0-1 0 0,0 0 0 0 0,5 4 1 0 0,-7-6 7 0 0,2 2 7 0 0,24-5-4 0 0,-11-3-11 0 0,-1-2-1 0 0,1 1 1 0 0,-1-2-1 0 0,0 0 0 0 0,24-18 1 0 0,28-15 3 0 0,-19 14-23 0 0,-47 26 8 0 0,37 16-65 0 0,-37-12 71 0 0,0 0 0 0 0,0 0 0 0 0,1 0 0 0 0,-1 0-1 0 0,1 0 1 0 0,-1 0 0 0 0,1-1 0 0 0,0 1-1 0 0,0 0 1 0 0,0-1 0 0 0,1 0 0 0 0,-1 0-1 0 0,1 1 1 0 0,-1-2 0 0 0,1 1 0 0 0,-1 0-1 0 0,1 0 1 0 0,0-1 0 0 0,0 1 0 0 0,0-1 0 0 0,0 0-1 0 0,0 0 1 0 0,0 0 0 0 0,0 0 0 0 0,1-1-1 0 0,-1 1 1 0 0,0-1 0 0 0,5 0 0 0 0,44-5-1889 0 0,-3-7-3814 0 0,-29 7 2967 0 0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32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80 984 284 0 0,'-77'38'4934'0'0,"76"-37"-4596"0"0,1-2-274 0 0,-1 1 0 0 0,1 0 0 0 0,0 0 0 0 0,0-1 0 0 0,0 1 0 0 0,0 0 1 0 0,0 0-1 0 0,0-1 0 0 0,-1 1 0 0 0,1 0 0 0 0,0 0 0 0 0,0-1 0 0 0,0 1 0 0 0,0 0 0 0 0,0 0 0 0 0,0-1 0 0 0,0 1 1 0 0,0 0-1 0 0,0-1 0 0 0,0 1 0 0 0,0 0 0 0 0,0 0 0 0 0,1-1 0 0 0,-1 1 0 0 0,0 0 0 0 0,0 0 0 0 0,0-1 1 0 0,0 1-1 0 0,0 0 0 0 0,0 0 0 0 0,1 0 0 0 0,-1-1 0 0 0,0 1 0 0 0,0 0 0 0 0,0 0 0 0 0,1 0 0 0 0,-1-1 0 0 0,0 1 1 0 0,1 0-1 0 0,15-17 707 0 0,33-23-1023 0 0,-38 32 541 0 0,199-156 267 0 0,328-262 703 0 0,-366 277-973 0 0,-150 127-210 0 0,-1-1 0 0 0,-1-1 1 0 0,-1-1-1 0 0,-1 0 0 0 0,19-37 0 0 0,-36 60-70 0 0,0 1 0 0 0,-1 0 0 0 0,1-1 0 0 0,0 1 0 0 0,0 0 0 0 0,-1-1 0 0 0,1 1 0 0 0,-1-1 0 0 0,1 1 1 0 0,-1-1-1 0 0,0 1 0 0 0,0-1 0 0 0,1 0 0 0 0,-1 1 0 0 0,0-1 0 0 0,-1-1 0 0 0,1 3-4 0 0,-1 0 1 0 0,0 0-1 0 0,1 0 0 0 0,-1 0 0 0 0,0 0 1 0 0,1 0-1 0 0,-1 0 0 0 0,0 0 0 0 0,1 0 1 0 0,-1 0-1 0 0,1 0 0 0 0,-1 1 0 0 0,0-1 0 0 0,1 0 1 0 0,-1 0-1 0 0,0 1 0 0 0,1-1 0 0 0,-1 0 1 0 0,1 1-1 0 0,-1-1 0 0 0,1 1 0 0 0,-1-1 1 0 0,1 1-1 0 0,-1 0 0 0 0,-6 4 1 0 0,0 1-1 0 0,1 0 1 0 0,0 0 0 0 0,-9 12-1 0 0,-5 24 3 0 0,1 0-1 0 0,2 1 0 0 0,2 1 0 0 0,1 0 0 0 0,-10 72 1 0 0,-15 46-7 0 0,36-154 5 0 0,1 0 1 0 0,-1 1-1 0 0,-1-1 1 0 0,1 0-1 0 0,-2 0 1 0 0,1-1-1 0 0,-1 1 1 0 0,0-1 0 0 0,0 0-1 0 0,-1 0 1 0 0,-6 6-1 0 0,9-11 0 0 0,0 0-1 0 0,1-1 1 0 0,-1 1 0 0 0,0 0-1 0 0,0-1 1 0 0,0 0 0 0 0,0 0-1 0 0,0 0 1 0 0,-1 0 0 0 0,1 0-1 0 0,0-1 1 0 0,0 1-1 0 0,-1-1 1 0 0,1 0 0 0 0,0 0-1 0 0,-1 0 1 0 0,1 0 0 0 0,0-1-1 0 0,0 1 1 0 0,-1-1-1 0 0,1 0 1 0 0,0 0 0 0 0,0 0-1 0 0,0 0 1 0 0,0-1 0 0 0,0 1-1 0 0,0-1 1 0 0,0 0 0 0 0,1 0-1 0 0,-1 0 1 0 0,1 0-1 0 0,-5-4 1 0 0,4 3-41 0 0,0 1 0 0 0,0 0-1 0 0,1-1 1 0 0,-1 1 0 0 0,1-1 0 0 0,-1 0 0 0 0,1 1-1 0 0,0-1 1 0 0,0 0 0 0 0,0-1 0 0 0,0 1 0 0 0,1 0-1 0 0,0 0 1 0 0,-2-6 0 0 0,3 7-244 0 0,0 0-1 0 0,0-1 1 0 0,0 1-1 0 0,1 0 1 0 0,-1-1-1 0 0,1 1 1 0 0,-1 0-1 0 0,1 0 1 0 0,0 0-1 0 0,0-1 1 0 0,0 1 0 0 0,0 0-1 0 0,0 0 1 0 0,0 0-1 0 0,1 0 1 0 0,-1 1-1 0 0,1-1 1 0 0,-1 0-1 0 0,1 1 1 0 0,0-1-1 0 0,0 1 1 0 0,0-1 0 0 0,2 0-1 0 0,7-6-2224 0 0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32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45 844 0 0,'-17'-45'6883'0'0,"14"48"-6419"0"0,-1 1-336 0 0,0 2 1 0 0,0-1-1 0 0,0 0 0 0 0,1 1 0 0 0,0-1 0 0 0,0 1 0 0 0,0 0 0 0 0,1 0 0 0 0,0 0 0 0 0,0 1 0 0 0,0-1 0 0 0,0 12 0 0 0,-10 85 626 0 0,12-100-725 0 0,-4 66 423 0 0,-11 100 323 0 0,11-142-752 0 0,-1 0 0 0 0,-1-1 0 0 0,-2 0 0 0 0,-1 0 0 0 0,-21 45 0 0 0,29-70-357 0 0,-7 4-403 0 0,-14-20-8224 0 0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33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99 172 0 0,'8'-5'568'0'0,"5"-2"-28"0"0,2-2-64 0 0,2-1-28 0 0,6 1-40 0 0,1-1-40 0 0,0 2-48 0 0,1-1-16 0 0,0 2-36 0 0,2 2-48 0 0,-2 0-8 0 0,-5 1-64 0 0,-1 2-132 0 0,2-1-140 0 0,-5-1-180 0 0,0 3-372 0 0,-5 1-728 0 0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33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56 156 0 0,'0'0'437'0'0,"21"15"1175"0"0,-19-13-1543 0 0,-1 1 0 0 0,1-1 0 0 0,-1 1 0 0 0,1-1 0 0 0,-1 1 0 0 0,0 0 0 0 0,0-1 0 0 0,0 1 0 0 0,0 0 1 0 0,0 0-1 0 0,-1-1 0 0 0,1 1 0 0 0,-1 0 0 0 0,0 0 0 0 0,0 0 0 0 0,0 0 0 0 0,0 0 0 0 0,-1 0 0 0 0,0 2 0 0 0,-1 6 260 0 0,-2-1 1 0 0,1 0-1 0 0,-10 18 0 0 0,-3 9 842 0 0,16-36-789 0 0,-5 3-127 0 0,5-4-234 0 0,0 0 1 0 0,0 0 0 0 0,0-1 0 0 0,0 1 0 0 0,0 0 0 0 0,0 0 0 0 0,0 0 0 0 0,0 0 0 0 0,1 0 0 0 0,-1 0 0 0 0,0 0 0 0 0,0 0 0 0 0,0 0 0 0 0,0 0 0 0 0,0 0 0 0 0,0 0 0 0 0,0 0 0 0 0,-1-1 0 0 0,1 1 0 0 0,0 0 0 0 0,0 0 0 0 0,0 0-1 0 0,0 0 1 0 0,0 0 0 0 0,0 0 0 0 0,0 0 0 0 0,0 0 0 0 0,0 0 0 0 0,0 0 0 0 0,0 0 0 0 0,0 0 0 0 0,0 0 0 0 0,0 0 0 0 0,0 0 0 0 0,0 0 0 0 0,0 0 0 0 0,0-1 0 0 0,0 1 0 0 0,0 0 0 0 0,18-24 61 0 0,2 0 0 0 0,1 0 0 0 0,0 2 0 0 0,2 1 1 0 0,0 1-1 0 0,2 1 0 0 0,0 1 0 0 0,55-30 0 0 0,-78 47-77 0 0,0 1-14 0 0,6-4 5 0 0,-6 4 3 0 0,-1 0-1 0 0,0 0 1 0 0,0 0 0 0 0,0-1 0 0 0,0 1-1 0 0,0 0 1 0 0,1 1 0 0 0,-1-1-1 0 0,0 0 1 0 0,0 0 0 0 0,0 0-1 0 0,0 1 1 0 0,0-1 0 0 0,0 0-1 0 0,0 1 1 0 0,0-1 0 0 0,0 1 0 0 0,0 0-1 0 0,0-1 1 0 0,0 1 0 0 0,0 0-1 0 0,0-1 1 0 0,0 1 0 0 0,-1 0-1 0 0,1 0 1 0 0,0 0 0 0 0,0 0-1 0 0,-1 0 1 0 0,1 0 0 0 0,-1 0 0 0 0,1 0-1 0 0,-1 0 1 0 0,1 0 0 0 0,-1 2-1 0 0,18 49 108 0 0,-10-26-48 0 0,-7-23-46 0 0,1 0-1 0 0,-1 0 1 0 0,1 0 0 0 0,0 0 0 0 0,0 0-1 0 0,0-1 1 0 0,1 1 0 0 0,-1-1 0 0 0,1 1-1 0 0,-1-1 1 0 0,1 0 0 0 0,0 0 0 0 0,0 0 0 0 0,0-1-1 0 0,0 1 1 0 0,0 0 0 0 0,6 1 0 0 0,-3-2 18 0 0,0 1 0 0 0,0-2 0 0 0,0 1 0 0 0,0-1 1 0 0,0 0-1 0 0,-1 0 0 0 0,1 0 0 0 0,0-1 0 0 0,10-2 1 0 0,-4 0 10 0 0,0-1 0 0 0,-1 0 0 0 0,1-1 0 0 0,-1 0 0 0 0,0-1 0 0 0,-1 0 0 0 0,1-1 0 0 0,-1 0 0 0 0,12-11 0 0 0,12-22 1289 0 0,-33 38-1111 0 0,5-5 351 0 0,-6 7-550 0 0,0 0 1 0 0,0 0-1 0 0,0-1 1 0 0,0 1-1 0 0,0 0 1 0 0,0 0-1 0 0,0 0 1 0 0,1 0-1 0 0,-1 0 1 0 0,0-1 0 0 0,0 1-1 0 0,0 0 1 0 0,0 0-1 0 0,0 0 1 0 0,0 0-1 0 0,0 0 1 0 0,1 0-1 0 0,-1-1 1 0 0,0 1-1 0 0,0 0 1 0 0,0 0-1 0 0,0 0 1 0 0,0 0-1 0 0,1 0 1 0 0,-1 0-1 0 0,0 0 1 0 0,0 0 0 0 0,0 0-1 0 0,1 0 1 0 0,-1 0-1 0 0,0 0 1 0 0,0 0-1 0 0,0 0 1 0 0,0 0-1 0 0,1 0 1 0 0,-1 0-1 0 0,0 0 1 0 0,0 0-1 0 0,0 0 1 0 0,0 0-1 0 0,1 0 1 0 0,-1 0-1 0 0,0 0 1 0 0,0 0-1 0 0,0 0 1 0 0,0 0 0 0 0,0 0-1 0 0,1 1 1 0 0,-1-1-1 0 0,0 0 1 0 0,0 0-1 0 0,0 0 1 0 0,0 0-1 0 0,0 0 1 0 0,0 1-1 0 0,1-1 1 0 0,-2 3-110 0 0,1-1 0 0 0,0 1 0 0 0,1 0 0 0 0,-1 0 0 0 0,0 0 0 0 0,1-1 0 0 0,0 1 0 0 0,0 0 0 0 0,-1 0 0 0 0,2-1 0 0 0,-1 1 0 0 0,0-1 0 0 0,0 1 0 0 0,1-1 0 0 0,-1 0 0 0 0,1 1 0 0 0,0-1 1 0 0,0 0-1 0 0,0 0 0 0 0,0 0 0 0 0,0 0 0 0 0,0 0 0 0 0,0-1 0 0 0,1 1 0 0 0,-1-1 0 0 0,1 1 0 0 0,-1-1 0 0 0,5 2 0 0 0,-3-2-433 0 0,0 0-252 0 0,2-1-2993 0 0,12 0 847 0 0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35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36 490 460 0 0,'-33'30'3876'0'0,"32"-28"-3807"0"0,1 1 0 0 0,-1-1 0 0 0,1 0 0 0 0,0 1 0 0 0,0-1 0 0 0,0 1 0 0 0,0-1 0 0 0,0 0 0 0 0,0 1 0 0 0,1-1 0 0 0,-1 1 0 0 0,1-1 0 0 0,0 0 0 0 0,0 0 0 0 0,-1 1-1 0 0,1-1 1 0 0,1 0 0 0 0,-1 0 0 0 0,0 0 0 0 0,0 0 0 0 0,1 0 0 0 0,-1 0 0 0 0,1 0 0 0 0,0-1 0 0 0,0 1 0 0 0,-1 0 0 0 0,1-1 0 0 0,0 1 0 0 0,0-1 0 0 0,0 0 0 0 0,1 0 0 0 0,-1 0 0 0 0,0 0-1 0 0,0 0 1 0 0,1 0 0 0 0,-1-1 0 0 0,0 1 0 0 0,1-1 0 0 0,-1 1 0 0 0,1-1 0 0 0,-1 0 0 0 0,0 0 0 0 0,4 0 0 0 0,1 0-29 0 0,1-1-1 0 0,0 1 1 0 0,0-1-1 0 0,0 0 1 0 0,0-1 0 0 0,-1 0-1 0 0,1 0 1 0 0,-1-1-1 0 0,1 0 1 0 0,-1 0 0 0 0,0-1-1 0 0,10-6 1 0 0,-6 0-16 0 0,0 0 1 0 0,-1-1-1 0 0,0 0 1 0 0,0 0-1 0 0,-1-1 0 0 0,-1-1 1 0 0,0 1-1 0 0,-1-1 1 0 0,0 0-1 0 0,-1-1 1 0 0,8-28-1 0 0,-4 5 72 0 0,-2 0-1 0 0,-2 0 1 0 0,3-60-1 0 0,-8 70 357 0 0,-1-1 0 0 0,-1 0 0 0 0,-2 0 0 0 0,-7-30 0 0 0,10 56-304 0 0,0 2-140 0 0,0 0-1 0 0,0 0 1 0 0,0-1 0 0 0,0 1 0 0 0,0 0 0 0 0,1 0 0 0 0,-1 0 0 0 0,0 0-1 0 0,0 0 1 0 0,0-1 0 0 0,0 1 0 0 0,0 0 0 0 0,0 0 0 0 0,0 0 0 0 0,0 0 0 0 0,0-1-1 0 0,0 1 1 0 0,0 0 0 0 0,0 0 0 0 0,0 0 0 0 0,0-1 0 0 0,0 1 0 0 0,0 0-1 0 0,0 0 1 0 0,0 0 0 0 0,0 0 0 0 0,0-1 0 0 0,0 1 0 0 0,0 0 0 0 0,0 0 0 0 0,0 0-1 0 0,0 0 1 0 0,0-1 0 0 0,0 1 0 0 0,-1 0 0 0 0,1 0 0 0 0,0 0 0 0 0,0 0-1 0 0,0 0 1 0 0,0 0 0 0 0,0-1 0 0 0,0 1 0 0 0,-1 0 0 0 0,1 0 0 0 0,0 0 0 0 0,0 0-1 0 0,0 0 1 0 0,0 0 0 0 0,-1 0 0 0 0,1 0 0 0 0,0 0 0 0 0,0 0 0 0 0,0 0-1 0 0,0 0 1 0 0,-1 0 0 0 0,1 0 0 0 0,0 0 0 0 0,0 0 0 0 0,0 0 0 0 0,-1 0 0 0 0,1 0-1 0 0,0 0 1 0 0,0 0 0 0 0,0 0 0 0 0,0 0 0 0 0,-1 0 0 0 0,1 0 0 0 0,0 0-1 0 0,0 0 1 0 0,-7 9 18 0 0,0 1-1 0 0,1-1 0 0 0,0 1 0 0 0,1 0 0 0 0,0 0 0 0 0,1 0 0 0 0,0 1 0 0 0,0 0 0 0 0,1-1 1 0 0,1 1-1 0 0,0 1 0 0 0,0-1 0 0 0,1 0 0 0 0,0 0 0 0 0,1 1 0 0 0,2 12 0 0 0,1 15 20 0 0,1-1 0 0 0,2 0-1 0 0,17 58 1 0 0,-18-80-30 0 0,0-1 0 0 0,1 1 1 0 0,1-1-1 0 0,0 0 0 0 0,13 20 1 0 0,-16-30-9 0 0,0 0 0 0 0,0 1 0 0 0,0-2 0 0 0,1 1 0 0 0,-1 0 0 0 0,1-1 0 0 0,0 0 0 0 0,0 0 0 0 0,1 0 0 0 0,-1-1 0 0 0,1 0 0 0 0,0 0 1 0 0,0 0-1 0 0,0-1 0 0 0,0 1 0 0 0,10 1 0 0 0,-10-4-3 0 0,0 1 1 0 0,0-1-1 0 0,0 0 1 0 0,0-1-1 0 0,0 1 1 0 0,0-1-1 0 0,0 0 1 0 0,0-1-1 0 0,0 0 1 0 0,-1 0 0 0 0,1 0-1 0 0,0 0 1 0 0,-1-1-1 0 0,0 0 1 0 0,9-6-1 0 0,-6 3 2 0 0,-1 0 0 0 0,0 0 0 0 0,0-1 0 0 0,0 0 0 0 0,-1 0 0 0 0,0 0 0 0 0,-1-1 0 0 0,0 0 0 0 0,0 0 0 0 0,7-16 0 0 0,-12 23-8 0 0,6-18 420 0 0,-5 16-130 0 0,-5 23-154 0 0,3-16-133 0 0,0 0 0 0 0,0-1 1 0 0,1 1 0 0 0,-1-1 0 0 0,1 1 0 0 0,0 0-1 0 0,0-1 1 0 0,0 1 0 0 0,0-1 0 0 0,2 7 0 0 0,-1-1 2 0 0,-2-5-3 0 0,9 18 17 0 0,-7-20-10 0 0,0 0 1 0 0,1 1 0 0 0,-1-1-1 0 0,0 0 1 0 0,1 0-1 0 0,0 0 1 0 0,-1 0-1 0 0,1 0 1 0 0,0 0-1 0 0,0 0 1 0 0,0-1-1 0 0,0 1 1 0 0,0-1-1 0 0,0 1 1 0 0,5 1 0 0 0,-5-2 3 0 0,4-3-7 0 0,0 0-1 0 0,0 0 1 0 0,1-1-1 0 0,-1 1 1 0 0,-1-1-1 0 0,1-1 1 0 0,9-6-1 0 0,15-18 30 0 0,-21 19-40 0 0,0 0 0 0 0,1 1 0 0 0,0 0 0 0 0,18-12 0 0 0,-26 19-2 0 0,0 1-5 0 0,5-2 1 0 0,-5 1 3 0 0,0 2-26 0 0,-1-1 35 0 0,0 1 0 0 0,1-1-1 0 0,-1 1 1 0 0,0-1 0 0 0,0 1 0 0 0,0-1 0 0 0,0 1 0 0 0,0 0-1 0 0,0-1 1 0 0,0 1 0 0 0,0 0 0 0 0,-1 0 0 0 0,1 0 0 0 0,0-1-1 0 0,0 1 1 0 0,-1 0 0 0 0,1 0 0 0 0,0 0 0 0 0,-1 0 0 0 0,1 1-1 0 0,0 0 1 0 0,0 2 15 0 0,0-3-15 0 0,20 31 3 0 0,-16-29-29 0 0,1-1 1 0 0,-1 0-1 0 0,1 0 1 0 0,-1 0-1 0 0,1-1 0 0 0,0 0 1 0 0,0 0-1 0 0,-1 0 1 0 0,1-1-1 0 0,0 0 1 0 0,6-1-1 0 0,64-7-1099 0 0,98-29-1978 0 0,-167 34 3048 0 0,1 0 0 0 0,-1 0 0 0 0,0 0 0 0 0,0-1 0 0 0,-1 0 0 0 0,7-5 1 0 0,11-6-10 0 0,-23 15 96 0 0,4-14 868 0 0,-5 14-881 0 0,0 0 0 0 0,1-1-1 0 0,-1 1 1 0 0,0 0 0 0 0,0-1 0 0 0,0 1-1 0 0,0 0 1 0 0,1-1 0 0 0,-1 1 0 0 0,0 0-1 0 0,0-1 1 0 0,0 1 0 0 0,0-1-1 0 0,0 1 1 0 0,0 0 0 0 0,0-1 0 0 0,0 1-1 0 0,0 0 1 0 0,0-1 0 0 0,0 1-1 0 0,0-1 1 0 0,-1 1 0 0 0,1 0 0 0 0,0-1-1 0 0,0 1 1 0 0,0 0 0 0 0,0-1-1 0 0,-1 1 1 0 0,1 0 0 0 0,0-1 0 0 0,0 1-1 0 0,-1 0 1 0 0,1 0 0 0 0,0-1-1 0 0,0 1 1 0 0,-1 0 0 0 0,1 0 0 0 0,0-1-1 0 0,-1 1 1 0 0,1 0 0 0 0,0 0-1 0 0,-1 0 1 0 0,1 0 0 0 0,0 0 0 0 0,-1-1-1 0 0,-2-1 648 0 0,-13 1 36 0 0,-10 7-622 0 0,7 8-27 0 0,18-13-47 0 0,0-1-4 0 0,0 1 1 0 0,0-1-1 0 0,0 0 0 0 0,1 1 1 0 0,-1 0-1 0 0,0-1 0 0 0,0 1 1 0 0,1-1-1 0 0,-1 1 0 0 0,0 0 1 0 0,1-1-1 0 0,-1 1 0 0 0,1 0 1 0 0,-1 0-1 0 0,1 0 0 0 0,-1-1 1 0 0,1 1-1 0 0,0 0 0 0 0,-1 0 0 0 0,1 0 1 0 0,0 0-1 0 0,0 2 0 0 0,-7 23 27 0 0,7-23-35 0 0,-1 0 27 0 0,4-1-11 0 0,-1 0 0 0 0,1 1-1 0 0,0-1 1 0 0,0-1 0 0 0,-1 1 0 0 0,1 0 0 0 0,1-1 0 0 0,-1 1 0 0 0,0-1 0 0 0,0 0 0 0 0,0 0 0 0 0,4 0-1 0 0,12-4-3 0 0,0 0-1 0 0,-1-2 0 0 0,0 0 0 0 0,0-1 1 0 0,-1-1-1 0 0,1 0 0 0 0,-1-2 1 0 0,-1 0-1 0 0,0 0 0 0 0,27-22 0 0 0,-7 0-23 0 0,-2-2 0 0 0,55-67 0 0 0,-81 90 6 0 0,0 0 1 0 0,-1 0-1 0 0,-1-1 0 0 0,1 1 0 0 0,-2-1 0 0 0,1-1 0 0 0,-1 1 0 0 0,5-21 0 0 0,-9 28 57 0 0,0 0-1 0 0,-1 0 1 0 0,1 0 0 0 0,-1 0 0 0 0,0 0 0 0 0,0 0 0 0 0,0 0-1 0 0,0 0 1 0 0,-1 0 0 0 0,0 0 0 0 0,0 0 0 0 0,0 0 0 0 0,0 1 0 0 0,0-1-1 0 0,-1 0 1 0 0,0 1 0 0 0,0-1 0 0 0,0 1 0 0 0,0-1 0 0 0,0 1-1 0 0,-1 0 1 0 0,1 0 0 0 0,-1 0 0 0 0,0 0 0 0 0,0 1 0 0 0,0-1-1 0 0,0 1 1 0 0,0 0 0 0 0,-6-3 0 0 0,5 4 2 0 0,0 0 0 0 0,1 1-1 0 0,-1 0 1 0 0,0 0 0 0 0,0 0 0 0 0,1 0 0 0 0,-1 0-1 0 0,0 1 1 0 0,1 0 0 0 0,-1-1 0 0 0,0 1 0 0 0,1 1-1 0 0,-1-1 1 0 0,1 1 0 0 0,0-1 0 0 0,-1 1 0 0 0,1 0-1 0 0,-5 4 1 0 0,2-1-11 0 0,1 0-1 0 0,0 0 0 0 0,0 1 0 0 0,1 0 1 0 0,-1 0-1 0 0,1 0 0 0 0,0 0 0 0 0,1 1 1 0 0,0-1-1 0 0,0 1 0 0 0,0 0 0 0 0,1 0 1 0 0,0 0-1 0 0,0 0 0 0 0,1 1 0 0 0,0-1 1 0 0,0 0-1 0 0,1 1 0 0 0,0 9 0 0 0,1 17 42 0 0,2 1 0 0 0,13 62 0 0 0,-8-58-84 0 0,5 10-742 0 0,0 0-3731 0 0,-9-40-405 0 0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35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43 528 0 0,'0'0'3188'0'0,"29"-16"-2560"0"0,-21 12-76 0 0,5 0-140 0 0,4-1-215 0 0,3 3-298 0 0,-1-3-215 0 0,5 4-532 0 0,2-1-920 0 0,-6-1 404 0 0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39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19 963 112 0 0,'-2'3'224'0'0,"0"-1"0"0"0,0 1 0 0 0,0 0 0 0 0,0-1 0 0 0,1 1 0 0 0,0 0 0 0 0,-1 0 0 0 0,1 0 1 0 0,0 0-1 0 0,0 0 0 0 0,1 0 0 0 0,-1 0 0 0 0,1 1 0 0 0,-1-1 0 0 0,1 0 0 0 0,0 0 0 0 0,0 4 0 0 0,1-5 304 0 0,-1-1-401 0 0,1 0 0 0 0,0 0 0 0 0,0 0 0 0 0,-1-1 0 0 0,1 1 0 0 0,0 0 1 0 0,0 0-1 0 0,0-1 0 0 0,0 1 0 0 0,0-1 0 0 0,0 1 0 0 0,0-1 0 0 0,0 1 0 0 0,0-1 0 0 0,0 0 0 0 0,1 1 0 0 0,-1-1 0 0 0,1 0 0 0 0,11-5 57 0 0,0 0-1 0 0,0-1 0 0 0,-1-1 0 0 0,0 0 1 0 0,0 0-1 0 0,0-2 0 0 0,-1 1 1 0 0,0-1-1 0 0,17-20 0 0 0,-8 7 25 0 0,-2-1 0 0 0,0-1 0 0 0,25-47 0 0 0,-38 60-176 0 0,-1 0 0 0 0,0-1 1 0 0,-1 1-1 0 0,-1 0 0 0 0,1-1 1 0 0,-2 0-1 0 0,1-12 0 0 0,8-43 102 0 0,-10 62-128 0 0,1 0 0 0 0,-2 1 0 0 0,1-1 0 0 0,0 0 1 0 0,-1 0-1 0 0,0 0 0 0 0,0 0 0 0 0,-1 1 0 0 0,1-1 0 0 0,-1 0 0 0 0,-4-7 0 0 0,5 10 8 0 0,1 1-15 0 0,0 1-1 0 0,0-1 1 0 0,0 1 0 0 0,0 0-1 0 0,1-1 1 0 0,-1 1 0 0 0,0-1 0 0 0,0 1-1 0 0,0-1 1 0 0,0 1 0 0 0,0-1-1 0 0,0 1 1 0 0,0 0 0 0 0,-1-1 0 0 0,1 1-1 0 0,0-1 1 0 0,0 1 0 0 0,0 0-1 0 0,0-1 1 0 0,0 1 0 0 0,-1-1-1 0 0,1 1 1 0 0,0 0 0 0 0,0-1 0 0 0,-1 1-1 0 0,1 0 1 0 0,0-1 0 0 0,-1 1-1 0 0,1 0 1 0 0,0-1 0 0 0,-1 1 0 0 0,1 0-1 0 0,0 0 1 0 0,-1 0 0 0 0,1-1-1 0 0,-1 1 1 0 0,1 0 0 0 0,0 0-1 0 0,-1 0 1 0 0,1 0 0 0 0,-1 0 0 0 0,1 0-1 0 0,0-1 1 0 0,-1 1 0 0 0,1 0-1 0 0,-1 0 1 0 0,1 0 0 0 0,-1 1-1 0 0,1-1 1 0 0,-1 0 0 0 0,1 0 0 0 0,0 0-1 0 0,-1 0 1 0 0,1 0 0 0 0,-1 0-1 0 0,1 1 1 0 0,0-1 0 0 0,-1 0 0 0 0,1 0-1 0 0,0 1 1 0 0,-1-1 0 0 0,1 0-1 0 0,0 0 1 0 0,-1 1 0 0 0,-3 2-6 0 0,1 0 0 0 0,0 0 0 0 0,0 0 0 0 0,0 0 0 0 0,0 0 0 0 0,1 1 0 0 0,-5 6 0 0 0,7-9-1 0 0,-1 4 15 0 0,-1 1 1 0 0,1-1-1 0 0,-1 0 0 0 0,0 0 1 0 0,-5 9-1 0 0,5-12 3 0 0,8 14-23 0 0,0-13 17 0 0,0 0 0 0 0,0-1-1 0 0,0 0 1 0 0,0 0-1 0 0,1 0 1 0 0,6 0 0 0 0,-8-1-2 0 0,2 1-3 0 0,0 0 1 0 0,0 1-1 0 0,0 0 1 0 0,0 1-1 0 0,0-1 1 0 0,-1 1-1 0 0,1 1 1 0 0,-1-1-1 0 0,0 1 1 0 0,0 0-1 0 0,-1 0 1 0 0,0 1-1 0 0,0 0 1 0 0,8 11-1 0 0,2 6-2 0 0,-1 2 0 0 0,18 44 0 0 0,-19-41 3 0 0,-12-25 1 0 0,1-1 1 0 0,-1 0 0 0 0,1 1-1 0 0,0-1 1 0 0,0 0-1 0 0,0 0 1 0 0,1 0-1 0 0,-1 0 1 0 0,0 0-1 0 0,1 0 1 0 0,-1-1-1 0 0,1 1 1 0 0,-1-1-1 0 0,1 0 1 0 0,0 0-1 0 0,0 0 1 0 0,0 0 0 0 0,-1 0-1 0 0,1 0 1 0 0,0-1-1 0 0,0 0 1 0 0,0 1-1 0 0,0-1 1 0 0,0 0-1 0 0,0 0 1 0 0,6-2-1 0 0,5 1 7 0 0,1-2 0 0 0,0 0 0 0 0,22-8 0 0 0,-37 11-8 0 0,6-1 0 0 0,0-1-1 0 0,-1 0 0 0 0,1-1 0 0 0,-1 1 1 0 0,1-1-1 0 0,-1 0 0 0 0,0-1 1 0 0,0 1-1 0 0,-1-1 0 0 0,1 0 0 0 0,-1 0 1 0 0,1 0-1 0 0,-1-1 0 0 0,-1 0 1 0 0,1 1-1 0 0,-1-1 0 0 0,1 0 1 0 0,-1-1-1 0 0,-1 1 0 0 0,1-1 0 0 0,-1 1 1 0 0,0-1-1 0 0,0 0 0 0 0,-1 0 1 0 0,0 1-1 0 0,0-1 0 0 0,0 0 0 0 0,-1 0 1 0 0,1 0-1 0 0,-1 0 0 0 0,-2-9 1 0 0,2 14-2 0 0,0-1 0 0 0,0 1 0 0 0,-1 0 0 0 0,1-1 0 0 0,-1 1 0 0 0,1-1 0 0 0,-1 1 0 0 0,0 0 0 0 0,0-1 0 0 0,1 1 0 0 0,-1 0 0 0 0,0 0 0 0 0,0 0 0 0 0,0-1 0 0 0,0 1 0 0 0,0 0 0 0 0,-1 0 0 0 0,1 1 0 0 0,0-1 0 0 0,0 0 0 0 0,-1 0 0 0 0,1 0 0 0 0,0 1 0 0 0,-1-1 0 0 0,1 1 0 0 0,-1-1 0 0 0,1 1 0 0 0,-1 0 0 0 0,1-1 0 0 0,-1 1 0 0 0,1 0 0 0 0,-1 0 0 0 0,1 0 0 0 0,-2 0 0 0 0,2 0 1 0 0,0 1 0 0 0,0-1 0 0 0,-1 0 0 0 0,1 1 0 0 0,0-1-1 0 0,0 0 1 0 0,0 1 0 0 0,0-1 0 0 0,0 1 0 0 0,0-1 0 0 0,0 1 0 0 0,0 0 0 0 0,0 0 0 0 0,1-1 0 0 0,-1 1-1 0 0,0 0 1 0 0,0 0 0 0 0,1 0 0 0 0,-1 0 0 0 0,0 0 0 0 0,1 0 0 0 0,-1 0 0 0 0,1 0 0 0 0,-1 0 0 0 0,1 0 0 0 0,0 0-1 0 0,-1 0 1 0 0,1 0 0 0 0,0 0 0 0 0,0 0 0 0 0,-1 0 0 0 0,1 0 0 0 0,0 1 0 0 0,0-1 0 0 0,1 0 0 0 0,-1 0-1 0 0,0 0 1 0 0,0 0 0 0 0,0 0 0 0 0,1 0 0 0 0,-1 1 0 0 0,1 0 0 0 0,0 2 2 0 0,1 0 0 0 0,0 0 0 0 0,-1 0 0 0 0,1 0 0 0 0,1-1 0 0 0,-1 1 0 0 0,1-1-1 0 0,-1 1 1 0 0,1-1 0 0 0,0 0 0 0 0,0 0 0 0 0,0 0 0 0 0,1 0 0 0 0,-1-1 0 0 0,1 1 0 0 0,-1-1 0 0 0,1 0 0 0 0,6 3 0 0 0,-3-3 2 0 0,1 0 0 0 0,0 0 0 0 0,-1 0 0 0 0,1-1 1 0 0,0 0-1 0 0,-1-1 0 0 0,1 0 0 0 0,0 0 0 0 0,14-2 0 0 0,-5-1 5 0 0,0-1 0 0 0,0-1 0 0 0,0 0 0 0 0,-1-1-1 0 0,0-1 1 0 0,0 0 0 0 0,0-1 0 0 0,26-19 0 0 0,-28 15-6 0 0,-1-1 0 0 0,-1 0 0 0 0,0-1 1 0 0,-1 0-1 0 0,0-1 0 0 0,-1 0 0 0 0,-1 0 0 0 0,0-1 1 0 0,-1 0-1 0 0,-1-1 0 0 0,0 0 0 0 0,8-35 0 0 0,-3-6-13 0 0,-2-1 0 0 0,4-92 0 0 0,-13 146 10 0 0,-1-3-4 0 0,1 0 1 0 0,-1 1-1 0 0,0-1 1 0 0,-1 0-1 0 0,1 0 1 0 0,-2 1-1 0 0,1-1 1 0 0,-1 1-1 0 0,0-1 1 0 0,-1 1-1 0 0,1 0 1 0 0,-5-8-1 0 0,-3 1-29 0 0,9 14 24 0 0,-4 3-18 0 0,-3 3 26 0 0,1 2 0 0 0,-1-1-1 0 0,1 1 1 0 0,1 0 0 0 0,0 0-1 0 0,0 0 1 0 0,0 1-1 0 0,1 0 1 0 0,0 1 0 0 0,1-1-1 0 0,0 1 1 0 0,-4 14 0 0 0,1 1-4 0 0,1 1 0 0 0,1 0 0 0 0,-3 51 0 0 0,8-60-48 0 0,0-1 0 0 0,2 0 0 0 0,-1 0 0 0 0,2 0 0 0 0,0-1 1 0 0,1 1-1 0 0,1-1 0 0 0,0 1 0 0 0,1-2 0 0 0,1 1 0 0 0,0 0 0 0 0,1-1 0 0 0,0-1 0 0 0,14 17 0 0 0,-14-20 5 0 0,1 0-1 0 0,0-1 1 0 0,0 0-1 0 0,1 0 1 0 0,0-1-1 0 0,0 0 1 0 0,1-1-1 0 0,0 0 1 0 0,1-1-1 0 0,-1 0 1 0 0,1-1 0 0 0,0 0-1 0 0,1-1 1 0 0,-1 0-1 0 0,1-1 1 0 0,0 0-1 0 0,23 1 1 0 0,-16-4-82 0 0,1 0 1 0 0,-1-2-1 0 0,0 0 1 0 0,0-1-1 0 0,0-1 1 0 0,27-9-1 0 0,-37 10 158 0 0,-1-1-1 0 0,1 0 0 0 0,0-1 1 0 0,-1 0-1 0 0,0 0 0 0 0,0-1 1 0 0,-1 0-1 0 0,0 0 0 0 0,0-1 1 0 0,0 0-1 0 0,-1-1 0 0 0,0 0 1 0 0,10-15-1 0 0,-15 21 28 0 0,-1 0 0 0 0,0 0 0 0 0,-1-1 0 0 0,1 1 0 0 0,0 0 0 0 0,-1-1 0 0 0,1 1 0 0 0,-1-1 0 0 0,0 1 0 0 0,0-1 0 0 0,0 1 0 0 0,0 0 1 0 0,0-1-1 0 0,0 1 0 0 0,-1-1 0 0 0,1 1 0 0 0,-1-1 0 0 0,0 1 0 0 0,-1-4 0 0 0,-1-2 120 0 0,3 7-12 0 0,-4-6 126 0 0,4 6-262 0 0,-1 1 0 0 0,1-1-1 0 0,0 1 1 0 0,0-1 0 0 0,0 0-1 0 0,-1 1 1 0 0,1-1 0 0 0,0 1-1 0 0,-1-1 1 0 0,1 0 0 0 0,0 1-1 0 0,-1-1 1 0 0,1 1 0 0 0,-1-1 0 0 0,1 1-1 0 0,-1 0 1 0 0,1-1 0 0 0,-1 1-1 0 0,1-1 1 0 0,-1 1 0 0 0,1 0-1 0 0,-1 0 1 0 0,1-1 0 0 0,-1 1 0 0 0,0 0-1 0 0,0 0 1 0 0,-2 0-10 0 0,1 0 1 0 0,-1 1-1 0 0,1-1 1 0 0,-1 1-1 0 0,1 0 0 0 0,-1 0 1 0 0,1 0-1 0 0,-1 0 1 0 0,1 0-1 0 0,0 1 0 0 0,0-1 1 0 0,0 1-1 0 0,-1-1 1 0 0,2 1-1 0 0,-1 0 0 0 0,0 0 1 0 0,0 0-1 0 0,0 0 1 0 0,1 0-1 0 0,-1 0 0 0 0,1 1 1 0 0,0-1-1 0 0,0 0 1 0 0,0 1-1 0 0,0-1 1 0 0,0 1-1 0 0,0-1 0 0 0,0 1 1 0 0,1-1-1 0 0,-1 1 1 0 0,1-1-1 0 0,0 1 0 0 0,0 0 1 0 0,0-1-1 0 0,0 1 1 0 0,0 0-1 0 0,1-1 0 0 0,-1 1 1 0 0,1-1-1 0 0,1 6 1 0 0,-1-7 0 0 0,6 2 28 0 0,-5-2-41 0 0,0 0 1 0 0,0 0 0 0 0,0 0-1 0 0,0 0 1 0 0,0 0 0 0 0,0 0-1 0 0,1-1 1 0 0,-1 1 0 0 0,0-1-1 0 0,0 1 1 0 0,5-1 0 0 0,46-8 34 0 0,-38 7-35 0 0,-1 0-1 0 0,0-2 0 0 0,1 1 1 0 0,-1-2-1 0 0,0 0 0 0 0,-1 0 1 0 0,1-1-1 0 0,-1-1 0 0 0,0-1 0 0 0,0 1 1 0 0,11-10-1 0 0,-9 3-5 0 0,0 0 1 0 0,-2-1-1 0 0,0-1 0 0 0,0 0 1 0 0,-1 0-1 0 0,-1-2 0 0 0,-1 1 1 0 0,0-1-1 0 0,-1-1 0 0 0,-1 0 1 0 0,7-22-1 0 0,-3 0 0 0 0,-2-2-1 0 0,-1 1 1 0 0,-3-1-1 0 0,2-49 1 0 0,-8 90 1 0 0,1-12 20 0 0,0-1 0 0 0,0 1-1 0 0,-2-1 1 0 0,1 1 0 0 0,-2 0-1 0 0,0-1 1 0 0,-5-19 0 0 0,6 32 28 0 0,-4 5-38 0 0,-4 5-9 0 0,0 0 0 0 0,1 1 0 0 0,0 1 0 0 0,0-1 0 0 0,1 1 0 0 0,1 0 0 0 0,0 1 0 0 0,0 0 0 0 0,1 0 0 0 0,1 0 0 0 0,0 0 0 0 0,1 1 0 0 0,0-1 0 0 0,-2 27 0 0 0,2-15 10 0 0,1 0-1 0 0,2 0 1 0 0,0 0-1 0 0,1 0 1 0 0,2 0-1 0 0,0 0 1 0 0,11 36-1 0 0,-8-42 2 0 0,1-1-1 0 0,1 1 0 0 0,1-1 1 0 0,0 0-1 0 0,1-1 0 0 0,1 0 0 0 0,0-1 1 0 0,15 16-1 0 0,16 5 114 0 0,-41-35-59 0 0,1-1-278 0 0,1 0-1 0 0,-1-1 0 0 0,1 0 0 0 0,0 1 0 0 0,-1-1 0 0 0,1 0 0 0 0,-1 0 0 0 0,0 0 0 0 0,1 0 1 0 0,-1-1-1 0 0,0 1 0 0 0,0-1 0 0 0,0 1 0 0 0,2-3 0 0 0,-3 2-242 0 0,4-4-3230 0 0,2-2 1318 0 0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40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42 584 0 0,'-11'-22'3520'0'0,"10"22"-3433"0"0,0-1 1 0 0,1 1-1 0 0,-1-1 1 0 0,1 1-1 0 0,0-1 1 0 0,-1 0-1 0 0,1 1 1 0 0,-1-1-1 0 0,1 0 1 0 0,0 0-1 0 0,0 1 1 0 0,-1-1-1 0 0,1 0 1 0 0,0 0-1 0 0,0 1 1 0 0,0-1-1 0 0,0 0 1 0 0,0 0-1 0 0,0 0 1 0 0,0 1-1 0 0,0-1 1 0 0,0 0-1 0 0,0 0 1 0 0,0 1-1 0 0,1-2 1 0 0,32 12-3516 0 0,-31-9 1765 0 0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40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0 732 0 0,'0'0'3690'0'0,"-7"1"-3362"0"0,3 0-242 0 0,0 0 1 0 0,0 1-1 0 0,0-1 0 0 0,1 1 0 0 0,-1 0 0 0 0,0 0 0 0 0,1 0 0 0 0,-1 1 0 0 0,1-1 0 0 0,0 1 0 0 0,0-1 0 0 0,0 1 0 0 0,0 0 0 0 0,0 1 0 0 0,1-1 0 0 0,-1 0 0 0 0,1 1 0 0 0,0-1 1 0 0,0 1-1 0 0,0 0 0 0 0,1-1 0 0 0,-1 1 0 0 0,1 0 0 0 0,0 0 0 0 0,-1 5 0 0 0,-4 54 674 0 0,6-61 179 0 0,2-3-926 0 0,-1 0-1 0 0,1 1 0 0 0,0-1 0 0 0,0 0 0 0 0,0 0 0 0 0,-1 0 0 0 0,1 0 1 0 0,0-1-1 0 0,-1 1 0 0 0,1 0 0 0 0,-1-1 0 0 0,2-1 0 0 0,0 0 12 0 0,48-39 307 0 0,-40 33-305 0 0,-1-1 0 0 0,2 2 0 0 0,-1-1 0 0 0,1 1 0 0 0,0 1 0 0 0,1 0 0 0 0,0 1 0 0 0,15-5 0 0 0,-27 11-28 0 0,0-1 1 0 0,0 1 0 0 0,0 0 0 0 0,0 0 0 0 0,0 0 0 0 0,0 0 0 0 0,0 0 0 0 0,0 0 0 0 0,0 0 0 0 0,1 1 0 0 0,-1-1 0 0 0,0 0 0 0 0,0 1 0 0 0,0-1 0 0 0,0 1 0 0 0,0-1 0 0 0,0 1 0 0 0,0-1-1 0 0,-1 1 1 0 0,1-1 0 0 0,0 1 0 0 0,0 0 0 0 0,0 0 0 0 0,-1-1 0 0 0,1 1 0 0 0,0 0 0 0 0,-1 0 0 0 0,1 0 0 0 0,0 0 0 0 0,-1 0 0 0 0,1 1 0 0 0,1 2 2 0 0,0 0 1 0 0,-1 0-1 0 0,0 0 0 0 0,0 0 1 0 0,0 1-1 0 0,0-1 0 0 0,0 0 1 0 0,-1 9-1 0 0,0-11 11 0 0,0-1 1 0 0,0 0 0 0 0,0 1-1 0 0,0-1 1 0 0,0 0 0 0 0,1 0-1 0 0,-1 0 1 0 0,0 1 0 0 0,1-1-1 0 0,-1 0 1 0 0,1 0 0 0 0,-1 0-1 0 0,1 0 1 0 0,-1 0 0 0 0,1 0-1 0 0,0 0 1 0 0,-1 0 0 0 0,1 0-1 0 0,0 0 1 0 0,0 0 0 0 0,0 0-1 0 0,0 0 1 0 0,0-1 0 0 0,0 1-1 0 0,0 0 1 0 0,0-1 0 0 0,0 1-1 0 0,0-1 1 0 0,0 1 0 0 0,0-1-1 0 0,1 1 1 0 0,-1-1 0 0 0,0 0-1 0 0,0 0 1 0 0,0 1 0 0 0,1-1-1 0 0,-1 0 1 0 0,0 0 0 0 0,2-1 0 0 0,8 1 60 0 0,-1-1 0 0 0,0 0 0 0 0,20-6 0 0 0,-3 1 43 0 0,-23 6-104 0 0,0-1 0 0 0,0 1 0 0 0,0 0 0 0 0,0 0 0 0 0,-1 1-1 0 0,1-1 1 0 0,0 1 0 0 0,0-1 0 0 0,0 1 0 0 0,-1 1 0 0 0,1-1 0 0 0,0 0 0 0 0,-1 1 0 0 0,1 0 0 0 0,3 2 0 0 0,26 12-388 0 0,-31-15 0 0 0,6 2-592 0 0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41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81 152 0 0,'0'0'940'0'0,"8"-20"-68"0"0,-4 13-96 0 0,2 0-52 0 0,0 0 472 0 0,6-5-680 0 0,-8 7 353 0 0,8-4-529 0 0,-5 6-76 0 0,6-3-396 0 0,-3 1-780 0 0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48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0 692 0 0,'-19'2'2386'0'0,"17"-2"-2305"0"0,0 0 0 0 0,0 0-1 0 0,0 1 1 0 0,1-1 0 0 0,-1 1-1 0 0,0-1 1 0 0,0 1 0 0 0,1 0 0 0 0,-1-1-1 0 0,1 1 1 0 0,-1 0 0 0 0,0 0-1 0 0,1 0 1 0 0,0 0 0 0 0,-1 0-1 0 0,1 1 1 0 0,0-1 0 0 0,-1 0 0 0 0,1 1-1 0 0,0-1 1 0 0,0 1 0 0 0,0-1-1 0 0,0 1 1 0 0,0-1 0 0 0,1 1-1 0 0,-1 0 1 0 0,0-1 0 0 0,1 1-1 0 0,-1 0 1 0 0,1 0 0 0 0,0 0 0 0 0,-1-1-1 0 0,1 1 1 0 0,0 0 0 0 0,0 0-1 0 0,0 0 1 0 0,1-1 0 0 0,-1 1-1 0 0,1 2 1 0 0,1 12 102 0 0,1 1-1 0 0,1-1 1 0 0,11 28 0 0 0,1 8 302 0 0,-15-50-452 0 0,-1 2-1 0 0,1-1 1 0 0,-1 0-1 0 0,0 0 1 0 0,0 0-1 0 0,0 0 1 0 0,-1 0-1 0 0,1 0 1 0 0,-1 0-1 0 0,0 0 0 0 0,1 0 1 0 0,-1 0-1 0 0,0-1 1 0 0,-1 1-1 0 0,1 0 1 0 0,-1 0-1 0 0,1-1 1 0 0,-1 1-1 0 0,0-1 1 0 0,0 1-1 0 0,0-1 1 0 0,0 0-1 0 0,0 0 1 0 0,0 0-1 0 0,-1 0 1 0 0,1 0-1 0 0,-1 0 1 0 0,1-1-1 0 0,-1 1 1 0 0,-4 1-1 0 0,2 0-135 0 0,-8 5 246 0 0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58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30 196 0 0,'1'-30'7404'0'0,"-14"60"-6938"0"0,2 0 0 0 0,-15 59-1 0 0,25-89-452 0 0,1 1 0 0 0,0 0-1 0 0,-1 0 1 0 0,1 0 0 0 0,0 0-1 0 0,-1 0 1 0 0,1 0 0 0 0,0 0-1 0 0,0 0 1 0 0,0 0 0 0 0,0 0-1 0 0,0 0 1 0 0,0 0 0 0 0,0 0-1 0 0,0 0 1 0 0,1 0 0 0 0,-1 0-1 0 0,0 0 1 0 0,0 0 0 0 0,1 0-1 0 0,-1 0 1 0 0,1 0 0 0 0,-1 0-1 0 0,1-1 1 0 0,-1 1 0 0 0,1 0-1 0 0,0 0 1 0 0,-1 0 0 0 0,1-1-1 0 0,0 1 1 0 0,0 0 0 0 0,-1-1-1 0 0,1 1 1 0 0,0-1 0 0 0,0 1-1 0 0,0-1 1 0 0,0 1 0 0 0,0-1-1 0 0,0 1 1 0 0,0-1 0 0 0,-1 0-1 0 0,1 0 1 0 0,0 0-1 0 0,0 1 1 0 0,0-1 0 0 0,0 0-1 0 0,0 0 1 0 0,0 0 0 0 0,0 0-1 0 0,0-1 1 0 0,0 1 0 0 0,2 0-1 0 0,7-3 13 0 0,1 1-1 0 0,-1-2 1 0 0,-1 1-1 0 0,13-7 1 0 0,-3 2 17 0 0,-16 7-41 0 0,-1 2-1 0 0,50 14 34 0 0,-49-13-27 0 0,0-1 1 0 0,1 0 0 0 0,-1-1 0 0 0,1 1-1 0 0,-1-1 1 0 0,1 1 0 0 0,-1-1 0 0 0,1 0-1 0 0,-1 0 1 0 0,1-1 0 0 0,-1 1 0 0 0,1-1-1 0 0,-1 1 1 0 0,1-1 0 0 0,-1 0 0 0 0,0-1 0 0 0,1 1-1 0 0,-1 0 1 0 0,0-1 0 0 0,0 0 0 0 0,0 0-1 0 0,0 0 1 0 0,0 0 0 0 0,-1 0 0 0 0,1-1-1 0 0,-1 1 1 0 0,1-1 0 0 0,-1 1 0 0 0,0-1-1 0 0,0 0 1 0 0,0 0 0 0 0,0 0 0 0 0,0 0 0 0 0,-1-1-1 0 0,2-3 1 0 0,4-6 75 0 0,-6 8-52 0 0,0 1 1 0 0,-1-1-1 0 0,1 1 1 0 0,-1-1-1 0 0,0 0 1 0 0,-1 1-1 0 0,1-1 1 0 0,-1 1-1 0 0,-1-6 1 0 0,1 5-25 0 0,1 3 13 0 0,-16-42 119 0 0,15 43-88 0 0,45 21-76 0 0,3-13 64 0 0,0-3 0 0 0,81-1 0 0 0,-126-3-31 0 0,2 14 58 0 0,-5-7-37 0 0,1 0 0 0 0,-2 1 0 0 0,1-1 0 0 0,-1 1 0 0 0,0-1 0 0 0,-5 12 1 0 0,-13 51-202 0 0,20-68-112 0 0,-1 7-410 0 0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59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20 140 312 0 0,'-7'-28'3447'0'0,"3"16"3180"0"0,0 43-6056 0 0,1-1 0 0 0,1 0 0 0 0,2 1 0 0 0,7 53 0 0 0,-4-42-275 0 0,-1 1-1 0 0,-3 45 1 0 0,-1-69 1726 0 0,-2 4-3622 0 0,0 12-6136 0 0,9-52 4338 0 0,-3 14 3426 0 0,0-1 0 0 0,0 1 0 0 0,1-1 0 0 0,-1 1 0 0 0,1 0 0 0 0,0 0 0 0 0,0 0 0 0 0,0 1 0 0 0,0-1 0 0 0,0 1 0 0 0,1 0 0 0 0,-1 0 0 0 0,1 0 0 0 0,6-3 0 0 0,2-2 221 0 0,3-4-39 0 0,-1-1 1 0 0,0-1-1 0 0,0 0 1 0 0,-2-1-1 0 0,0 0 0 0 0,0-1 1 0 0,-1 0-1 0 0,-1-1 1 0 0,-1 0-1 0 0,13-29 1 0 0,-9 14 67 0 0,-2 0 0 0 0,0-1 0 0 0,-3 0 0 0 0,0 0 0 0 0,3-39 0 0 0,-13-1 886 0 0,2 70-868 0 0,-3 6-218 0 0,-9 14 55 0 0,2 0-1 0 0,-1 1 1 0 0,2 0-1 0 0,1 0 1 0 0,0 1-1 0 0,2 0 1 0 0,0 1-1 0 0,-5 39 1 0 0,8-42-73 0 0,1 0 0 0 0,1 0 0 0 0,0 0 1 0 0,2 1-1 0 0,0-1 0 0 0,1 0 0 0 0,1 0 0 0 0,0 0 1 0 0,2 0-1 0 0,12 32 0 0 0,-16-47-41 0 0,1 0-1 0 0,-1 0 1 0 0,1 0 0 0 0,0 0 0 0 0,0 0-1 0 0,0 0 1 0 0,0 0 0 0 0,1-1-1 0 0,-1 1 1 0 0,1-1 0 0 0,-1 0-1 0 0,1 1 1 0 0,0-1 0 0 0,0 0-1 0 0,0-1 1 0 0,0 1 0 0 0,0-1 0 0 0,0 1-1 0 0,1-1 1 0 0,2 1 0 0 0,4-1 101 0 0,-1 0 1 0 0,0 0 0 0 0,1-1 0 0 0,-1 0-1 0 0,17-3 1 0 0,18-1 243 0 0,-42 4-326 0 0,46 16-380 0 0,-36-5-923 0 0,9 6-5254 0 0,-13-13 3789 0 0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19:59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1 180 304 0 0,'0'0'4528'0'0,"3"-4"-3937"0"0,5-3-309 0 0,0-1 1 0 0,0 2-1 0 0,1-1 0 0 0,0 1 0 0 0,0 1 0 0 0,0 0 1 0 0,1 0-1 0 0,-1 1 0 0 0,20-6 0 0 0,-16 5-33 0 0,1 0 0 0 0,-1-1 0 0 0,-1 0 0 0 0,1-1-1 0 0,-1 0 1 0 0,19-16 0 0 0,-29 22-219 0 0,-1 0-1 0 0,0 0 1 0 0,0 0-1 0 0,1 0 1 0 0,-1 0 0 0 0,0-1-1 0 0,0 1 1 0 0,0 0 0 0 0,0-1-1 0 0,-1 1 1 0 0,1 0 0 0 0,0-1-1 0 0,0 1 1 0 0,-1-1-1 0 0,1 0 1 0 0,-1 1 0 0 0,0-1-1 0 0,1 1 1 0 0,-1-1 0 0 0,0 0-1 0 0,0 1 1 0 0,0-1 0 0 0,0 1-1 0 0,0-1 1 0 0,-1-2-1 0 0,0 2-17 0 0,0 1 0 0 0,0 0-1 0 0,0 0 1 0 0,0 0 0 0 0,-1 0-1 0 0,1 0 1 0 0,0 0-1 0 0,-1 0 1 0 0,1 0 0 0 0,0 1-1 0 0,-1-1 1 0 0,1 1 0 0 0,-1-1-1 0 0,0 1 1 0 0,1-1-1 0 0,-1 1 1 0 0,1 0 0 0 0,-1-1-1 0 0,0 1 1 0 0,1 0 0 0 0,-1 0-1 0 0,1 1 1 0 0,-1-1-1 0 0,0 0 1 0 0,-2 1 0 0 0,-6 1 6 0 0,0 0 1 0 0,0 0-1 0 0,0 1 1 0 0,1 0-1 0 0,-1 1 1 0 0,1 0 0 0 0,0 0-1 0 0,0 1 1 0 0,1 0-1 0 0,-10 7 1 0 0,13-8-10 0 0,0 1-1 0 0,0-1 1 0 0,0 1 0 0 0,0 0 0 0 0,1 0-1 0 0,-1 1 1 0 0,1-1 0 0 0,1 1 0 0 0,-1 0-1 0 0,1 0 1 0 0,0 0 0 0 0,0 0-1 0 0,1 1 1 0 0,0-1 0 0 0,-2 8 0 0 0,4-11-5 0 0,-1 1 0 0 0,1-1 0 0 0,0 0 0 0 0,0 0 0 0 0,1 1 0 0 0,-1-1 0 0 0,1 0 0 0 0,-1 0 0 0 0,1 0 0 0 0,0 0 0 0 0,0 1 0 0 0,0-1 0 0 0,1-1 0 0 0,-1 1 0 0 0,1 0 0 0 0,0 0 0 0 0,0 0 0 0 0,-1-1 0 0 0,2 1 0 0 0,-1-1 0 0 0,0 0 0 0 0,0 1 0 0 0,1-1 0 0 0,-1 0 1 0 0,1 0-1 0 0,0-1 0 0 0,0 1 0 0 0,0-1 0 0 0,-1 1 0 0 0,1-1 0 0 0,0 0 0 0 0,1 0 0 0 0,-1 0 0 0 0,5 1 0 0 0,6 1 2 0 0,-1-1-1 0 0,0 0 1 0 0,1 0 0 0 0,-1-2 0 0 0,1 1-1 0 0,24-4 1 0 0,-15-1 11 0 0,-1-1-1 0 0,0-1 1 0 0,0-1-1 0 0,0-1 1 0 0,-1 0 0 0 0,0-2-1 0 0,-1-1 1 0 0,0 0-1 0 0,34-26 1 0 0,-5-1 978 0 0,-48 37-737 0 0,-6 3-215 0 0,1-1-36 0 0,-23 11 21 0 0,9 3 4 0 0,-2 10 39 0 0,5-1 11 0 0,15-23-78 0 0,-1-1 0 0 0,1 1 0 0 0,0-1 1 0 0,0 1-1 0 0,-1-1 0 0 0,1 1 0 0 0,0 0 0 0 0,0-1 0 0 0,0 1 0 0 0,-1-1 0 0 0,1 1 0 0 0,0-1 0 0 0,0 1 0 0 0,0 0 0 0 0,0-1 1 0 0,0 1-1 0 0,0-1 0 0 0,0 1 0 0 0,0 0 0 0 0,1-1 0 0 0,-1 1 0 0 0,0-1 0 0 0,0 1 0 0 0,0-1 0 0 0,1 1 0 0 0,-1 0 0 0 0,1 0 1 0 0,8 4 31 0 0,16-2 1 0 0,-5-3 1 0 0,7-3 7 0 0,14-3-12 0 0,-39 5-34 0 0,53 14-2877 0 0,-9-10-3268 0 0,-34-3 3588 0 0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00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21 351 156 0 0,'0'0'7557'0'0,"-3"4"-7355"0"0,-11 11-16 0 0,11-11-20 0 0,18 28 631 0 0,-12-31-772 0 0,1-1 1 0 0,-1 1-1 0 0,1 0 0 0 0,0-1 0 0 0,-1 0 0 0 0,1 0 0 0 0,-1 0 1 0 0,1 0-1 0 0,0-1 0 0 0,-1 1 0 0 0,1-1 0 0 0,-1 0 1 0 0,1 0-1 0 0,-1 0 0 0 0,0 0 0 0 0,1-1 0 0 0,-1 0 0 0 0,0 1 1 0 0,0-1-1 0 0,0 0 0 0 0,0-1 0 0 0,0 1 0 0 0,0 0 1 0 0,-1-1-1 0 0,4-4 0 0 0,8-7-2 0 0,0-1 1 0 0,-2 0-1 0 0,14-22 0 0 0,-3-3 109 0 0,-1 0-1 0 0,-3-1 0 0 0,-1-2 1 0 0,20-69-1 0 0,-38 112-101 0 0,0-1-1 0 0,1 1 1 0 0,-1-1 0 0 0,0 1 0 0 0,1-1-1 0 0,-1 0 1 0 0,0 1 0 0 0,1-1-1 0 0,-1 1 1 0 0,0-1 0 0 0,0 1 0 0 0,0-1-1 0 0,0 0 1 0 0,1 1 0 0 0,-1-1-1 0 0,0 1 1 0 0,0-1 0 0 0,0 0 0 0 0,0 1-1 0 0,0-1 1 0 0,-1 0 0 0 0,1 1-1 0 0,0-1 1 0 0,0 1 0 0 0,0-1 0 0 0,0 1-1 0 0,-1-1 1 0 0,1 0 0 0 0,0 1-1 0 0,-1-1 1 0 0,0 0 0 0 0,-14 17 259 0 0,-20 38 7 0 0,31-45-260 0 0,0-1 0 0 0,0 1-1 0 0,1-1 1 0 0,0 1 0 0 0,1 0 0 0 0,0 0-1 0 0,0 0 1 0 0,1 0 0 0 0,0 1-1 0 0,1-1 1 0 0,0 0 0 0 0,0 0 0 0 0,1 1-1 0 0,0-1 1 0 0,1 0 0 0 0,0 0 0 0 0,0 0-1 0 0,1 0 1 0 0,0-1 0 0 0,1 1 0 0 0,0-1-1 0 0,0 1 1 0 0,1-1 0 0 0,6 9 0 0 0,-9-15-19 0 0,0 0 1 0 0,1 0 0 0 0,-1 0 0 0 0,0-1-1 0 0,1 1 1 0 0,-1 0 0 0 0,1-1 0 0 0,-1 0-1 0 0,1 0 1 0 0,0 0 0 0 0,0 0 0 0 0,0 0-1 0 0,-1 0 1 0 0,1-1 0 0 0,0 1 0 0 0,0-1-1 0 0,0 0 1 0 0,3 0 0 0 0,-4 0 1 0 0,46-5-917 0 0,-33 9-229 0 0,23 4-5709 0 0,-26-8 4362 0 0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01.8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39 473 40 0 0,'0'0'1778'0'0,"1"-10"-529"0"0,-6 10 2130 0 0,2 3-3303 0 0,0-1 0 0 0,1 1 0 0 0,-1-1 0 0 0,0 1-1 0 0,1 0 1 0 0,0 0 0 0 0,0 0 0 0 0,0 0 0 0 0,0 0 0 0 0,0 0 0 0 0,1 1 0 0 0,-1-1 0 0 0,1 1-1 0 0,0-1 1 0 0,0 1 0 0 0,0-1 0 0 0,0 1 0 0 0,1 0 0 0 0,0-1 0 0 0,-1 1 0 0 0,1 0 0 0 0,0 0 0 0 0,1-1-1 0 0,-1 1 1 0 0,1 0 0 0 0,0-1 0 0 0,0 1 0 0 0,0-1 0 0 0,0 1 0 0 0,0-1 0 0 0,1 1 0 0 0,0-1-1 0 0,0 0 1 0 0,0 0 0 0 0,4 6 0 0 0,-4-7-30 0 0,-1 1 0 0 0,1-1 1 0 0,0 1-1 0 0,0-1 0 0 0,0 0 0 0 0,1 1 0 0 0,-1-1 0 0 0,0-1 0 0 0,1 1 0 0 0,-1 0 0 0 0,1 0 1 0 0,0-1-1 0 0,0 0 0 0 0,-1 1 0 0 0,1-1 0 0 0,0 0 0 0 0,0 0 0 0 0,0-1 0 0 0,0 1 0 0 0,0-1 1 0 0,0 1-1 0 0,0-1 0 0 0,1 0 0 0 0,-1 0 0 0 0,0 0 0 0 0,0-1 0 0 0,0 1 0 0 0,0-1 0 0 0,0 0 1 0 0,5-1-1 0 0,-4-1 7 0 0,0 1 0 0 0,0 0 0 0 0,0-1-1 0 0,0 0 1 0 0,0 0 0 0 0,-1 0 0 0 0,1 0 0 0 0,-1-1 0 0 0,0 0 0 0 0,0 1 0 0 0,0-1 0 0 0,-1 0 0 0 0,1 0 0 0 0,-1 0 0 0 0,0-1 0 0 0,0 1 0 0 0,0-1 0 0 0,-1 1-1 0 0,2-10 1 0 0,15-134 411 0 0,-17 117-427 0 0,2 1 1 0 0,0-1-1 0 0,2 1 1 0 0,2 0-1 0 0,0 0 1 0 0,2 1-1 0 0,17-37 1 0 0,-24 61-30 0 0,1 0 0 0 0,1-1 1 0 0,-1 1-1 0 0,1 1 0 0 0,0-1 1 0 0,0 0-1 0 0,0 1 0 0 0,0 0 1 0 0,1 0-1 0 0,0 0 0 0 0,0 0 1 0 0,0 1-1 0 0,0 0 0 0 0,0 0 1 0 0,1 0-1 0 0,0 1 0 0 0,-1 0 1 0 0,1 0-1 0 0,8-2 0 0 0,-9 4 0 0 0,-1 0-1 0 0,1 0 1 0 0,-1 0 0 0 0,0 0-1 0 0,1 1 1 0 0,-1 0 0 0 0,1 0-1 0 0,-1 0 1 0 0,0 0 0 0 0,0 1-1 0 0,0 0 1 0 0,0-1 0 0 0,0 1-1 0 0,0 1 1 0 0,0-1-1 0 0,0 1 1 0 0,-1-1 0 0 0,0 1-1 0 0,1 0 1 0 0,-1 0 0 0 0,0 1-1 0 0,0-1 1 0 0,-1 0 0 0 0,1 1-1 0 0,-1 0 1 0 0,4 7 0 0 0,6 17 20 0 0,-2 0 0 0 0,0 0 0 0 0,-2 1 0 0 0,-2 0 0 0 0,0 0 0 0 0,1 33 0 0 0,4 15 40 0 0,-4-32 9 0 0,3 89 0 0 0,-10-133-131 0 0,0 1 0 0 0,1 0 0 0 0,-1 0-1 0 0,-1 0 1 0 0,1-1 0 0 0,0 1 0 0 0,0 0-1 0 0,-1 0 1 0 0,1 0 0 0 0,-1-1 0 0 0,1 1-1 0 0,-1 0 1 0 0,0-1 0 0 0,1 1 0 0 0,-1 0 0 0 0,0-1-1 0 0,0 1 1 0 0,0-1 0 0 0,0 0 0 0 0,-1 1-1 0 0,1-1 1 0 0,0 0 0 0 0,-1 0 0 0 0,1 1-1 0 0,0-1 1 0 0,-1 0 0 0 0,0 0 0 0 0,1-1 0 0 0,-1 1-1 0 0,1 0 1 0 0,-3 0 0 0 0,2-1-137 0 0,0 0 0 0 0,0 0 0 0 0,0 0 0 0 0,1 0 0 0 0,-1 0 0 0 0,0 0 0 0 0,0-1 1 0 0,1 1-1 0 0,-1-1 0 0 0,0 0 0 0 0,0 1 0 0 0,1-1 0 0 0,-1 0 0 0 0,1 0 0 0 0,-1 0 0 0 0,1 0 0 0 0,-1 0 0 0 0,1 0 0 0 0,0 0 0 0 0,-1-1 1 0 0,1 1-1 0 0,0-1 0 0 0,0 1 0 0 0,0 0 0 0 0,0-1 0 0 0,0 0 0 0 0,0 1 0 0 0,-1-4 0 0 0,2 4-281 0 0,4-40-822 0 0,8 30 1549 0 0,1 1 0 0 0,0 0 0 0 0,0 1 0 0 0,1 1 0 0 0,0 0 0 0 0,27-10-1 0 0,-18 8 125 0 0,-2 0 0 0 0,28-19 0 0 0,-31 15-186 0 0,-1-1-1 0 0,-1-1 1 0 0,-1 0 0 0 0,0-1 0 0 0,-1-1-1 0 0,0 0 1 0 0,-2-1 0 0 0,0 0-1 0 0,-2-1 1 0 0,0 0 0 0 0,-1-1 0 0 0,-1 0-1 0 0,0-1 1 0 0,-2 1 0 0 0,-1-1 0 0 0,-1 0-1 0 0,2-28 1 0 0,1-13 930 0 0,-7 61-830 0 0,-1 2-274 0 0,0 0 0 0 0,0 0 0 0 0,0 0 0 0 0,0 0 0 0 0,1 0 0 0 0,-1 0 0 0 0,0 0 0 0 0,0 0 0 0 0,0 0 0 0 0,0 1 0 0 0,0-1 0 0 0,1 0 0 0 0,-1 0 0 0 0,0 1 0 0 0,0-1 0 0 0,0 1 0 0 0,1-1 0 0 0,-1 1 0 0 0,0-1 0 0 0,1 1 0 0 0,-1-1 0 0 0,0 1 0 0 0,1 0 0 0 0,-1-1 0 0 0,0 2 0 0 0,-24 32 260 0 0,-16 39 86 0 0,30-49-246 0 0,0 1 1 0 0,2 0-1 0 0,0 0 0 0 0,2 1 0 0 0,1 0 0 0 0,1 0 0 0 0,1 0 0 0 0,2 1 1 0 0,0-1-1 0 0,3 31 0 0 0,-1-41-38 0 0,0-11-59 0 0,0-1 0 0 0,0 1 0 0 0,0 0-1 0 0,1 0 1 0 0,0-1 0 0 0,0 1-1 0 0,2 5 1 0 0,-3-9-16 0 0,1 0 0 0 0,0 0 0 0 0,-1 0 0 0 0,1 0-1 0 0,0 0 1 0 0,0 0 0 0 0,0 0 0 0 0,0 0 0 0 0,0 0 0 0 0,0-1-1 0 0,0 1 1 0 0,0 0 0 0 0,0-1 0 0 0,0 1 0 0 0,0 0 0 0 0,1-1 0 0 0,-1 1-1 0 0,0-1 1 0 0,0 0 0 0 0,0 1 0 0 0,1-1 0 0 0,-1 0 0 0 0,0 0-1 0 0,1 0 1 0 0,-1 0 0 0 0,0 0 0 0 0,1 0 0 0 0,-1 0 0 0 0,0 0 0 0 0,0-1-1 0 0,1 1 1 0 0,0-1 0 0 0,12-4 3 0 0,-6 2-3 0 0,0 1 1 0 0,0-1 0 0 0,0 1 0 0 0,1 0 0 0 0,-1 1 0 0 0,10-1 0 0 0,-8 2-15 0 0,0 0 1 0 0,1 0 0 0 0,-1 1 0 0 0,1 0 0 0 0,19 6-1 0 0,4 2-14 0 0,-11-3 28 0 0,3 2 39 0 0,-24-7-15 0 0,0-1-27 0 0,0 0 0 0 0,0-1 0 0 0,-1 1 0 0 0,1 0-1 0 0,0-1 1 0 0,0 1 0 0 0,-1-1 0 0 0,1 0 0 0 0,0 1 0 0 0,-1-1 0 0 0,1 0 0 0 0,-1 0-1 0 0,1 0 1 0 0,-1 0 0 0 0,1 0 0 0 0,-1-1 0 0 0,2-1 0 0 0,9-16 7 0 0,-3-9 24 0 0,-9 26-44 0 0,1 2 9 0 0,-1 0 0 0 0,0 0 0 0 0,0 0-1 0 0,0 0 1 0 0,1 0 0 0 0,-1 0 0 0 0,0 0 0 0 0,0-1 0 0 0,0 1 0 0 0,0 0-1 0 0,1 0 1 0 0,-1 0 0 0 0,0 0 0 0 0,0 0 0 0 0,0-1 0 0 0,0 1 0 0 0,0 0-1 0 0,0 0 1 0 0,1 0 0 0 0,-1-1 0 0 0,0 1 0 0 0,0 0 0 0 0,0 0 0 0 0,0 0-1 0 0,0 0 1 0 0,0-1 0 0 0,0 1 0 0 0,0 0 0 0 0,0 0 0 0 0,0-1-1 0 0,0 1 1 0 0,0 0 0 0 0,0 0 0 0 0,0 0 0 0 0,0-1 0 0 0,0 1 0 0 0,0 0-1 0 0,0 0 1 0 0,0 0 0 0 0,0-1 0 0 0,-1 1 0 0 0,1 0 0 0 0,0 0 0 0 0,0 0-1 0 0,0 0 1 0 0,0-1 0 0 0,0 1 0 0 0,0 0 0 0 0,-1 0 0 0 0,1 0 0 0 0,0 0-1 0 0,0 0 1 0 0,0-1 0 0 0,0 1 0 0 0,-1 0 0 0 0,1 0 0 0 0,0 0-1 0 0,0 0 1 0 0,0 0 0 0 0,-1 0 0 0 0,-4 1-1 0 0,1 1 0 0 0,-1-1 0 0 0,0 1 0 0 0,1 0 1 0 0,-1 0-1 0 0,1 1 0 0 0,0-1 0 0 0,0 1 0 0 0,0 0 0 0 0,0 0 0 0 0,0 1 0 0 0,-3 4 0 0 0,-10 16 14 0 0,12-5 27 0 0,5-18-16 0 0,0 0-21 0 0,-1-1 0 0 0,1 1 0 0 0,0-1 0 0 0,0 1 0 0 0,-1-1 0 0 0,1 1 0 0 0,0-1 0 0 0,0 1 0 0 0,0-1 0 0 0,0 1 0 0 0,-1 0 0 0 0,1-1 0 0 0,0 1 0 0 0,0-1 0 0 0,0 1 0 0 0,0-1 0 0 0,0 1 0 0 0,1-1 0 0 0,-1 1 0 0 0,0 0 0 0 0,0-1 0 0 0,0 1 0 0 0,0-1 0 0 0,1 1 0 0 0,-1-1 0 0 0,0 1 0 0 0,0-1 0 0 0,1 1 0 0 0,-1-1 0 0 0,0 0 0 0 0,1 1 0 0 0,-1-1 0 0 0,1 1 0 0 0,9 17 41 0 0,-6-16-37 0 0,-1 0 1 0 0,1-1-1 0 0,-1 1 0 0 0,1-1 0 0 0,-1 1 1 0 0,1-1-1 0 0,0 0 0 0 0,0 0 1 0 0,-1-1-1 0 0,1 1 0 0 0,0-1 0 0 0,0 0 1 0 0,7-1-1 0 0,58-10 2 0 0,-17 2-3 0 0,-41 7-22 0 0,-7 1 16 0 0,0 1 0 0 0,0-1-1 0 0,0 1 1 0 0,0 0 0 0 0,0 0-1 0 0,1 0 1 0 0,-1 0 0 0 0,0 1 0 0 0,5 1-1 0 0,-7-2 22 0 0,17 27 172 0 0,-17-23-187 0 0,17 22 150 0 0,-4-12-987 0 0,-13-13 335 0 0,-1 0-421 0 0,4 3 306 0 0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08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85 282 548 0 0,'-5'2'10706'0'0,"16"-2"-10560"0"0,0-1 0 0 0,0-1 1 0 0,0 0-1 0 0,0 0 1 0 0,0-1-1 0 0,0 0 0 0 0,-1-1 1 0 0,1 0-1 0 0,-1-1 0 0 0,0 0 1 0 0,0 0-1 0 0,-1-1 0 0 0,12-9 1 0 0,-14 10-105 0 0,0 0-1 0 0,0 0 1 0 0,-1-1 0 0 0,0 0-1 0 0,0 0 1 0 0,0 0 0 0 0,0-1 0 0 0,-1 0-1 0 0,0 0 1 0 0,-1 0 0 0 0,0 0-1 0 0,0-1 1 0 0,0 0 0 0 0,-1 0-1 0 0,0 0 1 0 0,-1 0 0 0 0,1 0 0 0 0,0-12-1 0 0,-3 17-35 0 0,0 0-1 0 0,0 0 1 0 0,0 0 0 0 0,0 0-1 0 0,-1 0 1 0 0,0 0-1 0 0,1 0 1 0 0,-1 0 0 0 0,0 0-1 0 0,0 1 1 0 0,-1-1-1 0 0,1 0 1 0 0,-1 1-1 0 0,1-1 1 0 0,-1 1 0 0 0,0-1-1 0 0,0 1 1 0 0,0 0-1 0 0,0 0 1 0 0,0 0-1 0 0,0 0 1 0 0,-1 0 0 0 0,1 0-1 0 0,-1 0 1 0 0,1 1-1 0 0,-1 0 1 0 0,0-1 0 0 0,0 1-1 0 0,1 0 1 0 0,-1 0-1 0 0,0 0 1 0 0,0 1-1 0 0,0-1 1 0 0,0 1 0 0 0,0 0-1 0 0,0 0 1 0 0,-6 0-1 0 0,-3 0-3 0 0,0 1 0 0 0,0 0 0 0 0,0 1-1 0 0,0 0 1 0 0,0 1 0 0 0,0 0 0 0 0,-21 10-1 0 0,23-8 3 0 0,0 0-1 0 0,0 1 0 0 0,1 1 1 0 0,-1-1-1 0 0,1 1 0 0 0,1 1 1 0 0,-1 0-1 0 0,1 0 0 0 0,1 0 1 0 0,-1 1-1 0 0,2 1 0 0 0,-10 15 1 0 0,13-21-2 0 0,1 1 0 0 0,0 0 1 0 0,0-1-1 0 0,1 1 0 0 0,-1 0 0 0 0,1 0 0 0 0,0 0 1 0 0,1 0-1 0 0,-1 0 0 0 0,1 0 0 0 0,0 0 1 0 0,0 0-1 0 0,0 0 0 0 0,1 0 0 0 0,0 0 1 0 0,0 0-1 0 0,0 0 0 0 0,1-1 0 0 0,-1 1 0 0 0,1 0 1 0 0,0-1-1 0 0,1 1 0 0 0,-1-1 0 0 0,1 1 1 0 0,0-1-1 0 0,0 0 0 0 0,0 0 0 0 0,0-1 1 0 0,1 1-1 0 0,6 4 0 0 0,-1 0-1 0 0,0-1 1 0 0,1 0-1 0 0,0-1 0 0 0,1 0 1 0 0,-1-1-1 0 0,1 0 0 0 0,0-1 1 0 0,0 0-1 0 0,1-1 0 0 0,-1 0 1 0 0,1-1-1 0 0,-1 0 0 0 0,1-1 1 0 0,0 0-1 0 0,0 0 0 0 0,0-2 1 0 0,0 1-1 0 0,-1-2 0 0 0,1 1 1 0 0,15-5-1 0 0,-10 1-3 0 0,0 0-1 0 0,-1-1 1 0 0,0 0-1 0 0,0-1 1 0 0,0-1-1 0 0,-1-1 1 0 0,0 0 0 0 0,-1-1-1 0 0,0-1 1 0 0,0 0-1 0 0,-1 0 1 0 0,0-2-1 0 0,10-13 1 0 0,-15 15 6 0 0,0 1-1 0 0,-1-2 1 0 0,0 1-1 0 0,-1-1 1 0 0,0 0-1 0 0,5-17 1 0 0,-9 23-5 0 0,0-1 1 0 0,0 1 0 0 0,-1 0-1 0 0,0-1 1 0 0,-1 1-1 0 0,0-1 1 0 0,0 1 0 0 0,0-1-1 0 0,-1 1 1 0 0,1-1-1 0 0,-2 1 1 0 0,1-1-1 0 0,-1 1 1 0 0,-2-8 0 0 0,3 13-1 0 0,1 0 1 0 0,-1 1-1 0 0,1-1 1 0 0,-1 0 0 0 0,1 1-1 0 0,-1-1 1 0 0,1 0-1 0 0,-1 1 1 0 0,0-1 0 0 0,1 0-1 0 0,-1 1 1 0 0,0-1-1 0 0,1 1 1 0 0,-1-1-1 0 0,0 1 1 0 0,0 0 0 0 0,1-1-1 0 0,-1 1 1 0 0,0 0-1 0 0,0 0 1 0 0,0-1 0 0 0,0 1-1 0 0,1 0 1 0 0,-1 0-1 0 0,0 0 1 0 0,0 0-1 0 0,0 0 1 0 0,0 0 0 0 0,0 0-1 0 0,0 0 1 0 0,1 0-1 0 0,-1 1 1 0 0,0-1 0 0 0,0 0-1 0 0,0 1 1 0 0,0-1-1 0 0,1 0 1 0 0,-1 1-1 0 0,0-1 1 0 0,0 1 0 0 0,1-1-1 0 0,-1 1 1 0 0,0-1-1 0 0,1 1 1 0 0,-1 0 0 0 0,0 0-1 0 0,-1 1 0 0 0,-1 0-1 0 0,1 0 0 0 0,0 0 1 0 0,0 0-1 0 0,0 0 1 0 0,0 1-1 0 0,1-1 0 0 0,-1 1 1 0 0,0-1-1 0 0,1 1 0 0 0,0-1 1 0 0,0 1-1 0 0,-2 5 1 0 0,3-6 0 0 0,-1 2 3 0 0,0 0 0 0 0,1 1 1 0 0,-1-1-1 0 0,1 0 0 0 0,0 1 1 0 0,1-1-1 0 0,-1 1 1 0 0,1-1-1 0 0,0 0 0 0 0,0 1 1 0 0,0-1-1 0 0,0 0 0 0 0,1 0 1 0 0,0 0-1 0 0,0 0 0 0 0,0 0 1 0 0,0 0-1 0 0,0 0 1 0 0,1-1-1 0 0,3 5 0 0 0,-4-8 1 0 0,-1 1 0 0 0,0 0-1 0 0,1-1 1 0 0,-1 1 0 0 0,1-1-1 0 0,-1 0 1 0 0,1 1 0 0 0,-1-1-1 0 0,1 0 1 0 0,-1 0 0 0 0,1 0-1 0 0,-1 0 1 0 0,1 0 0 0 0,-1 0-1 0 0,1 0 1 0 0,-1-1 0 0 0,1 1-1 0 0,-1-1 1 0 0,0 1 0 0 0,1-1-1 0 0,-1 1 1 0 0,1-1 0 0 0,-1 0-1 0 0,0 0 1 0 0,0 1 0 0 0,1-1-1 0 0,-1 0 1 0 0,0 0 0 0 0,0 0-1 0 0,0 0 1 0 0,0-1 0 0 0,0 1-1 0 0,0 0 1 0 0,1-2 0 0 0,-1 2 12 0 0,1-1-3 0 0,-2 2-13 0 0,0-1 1 0 0,0 1-1 0 0,0-1 0 0 0,0 1 1 0 0,0 0-1 0 0,0-1 0 0 0,0 1 1 0 0,0 0-1 0 0,0-1 0 0 0,0 1 1 0 0,1-1-1 0 0,-1 1 0 0 0,0 0 1 0 0,0-1-1 0 0,0 1 0 0 0,0 0 1 0 0,1-1-1 0 0,-1 1 0 0 0,0 0 1 0 0,0-1-1 0 0,1 1 1 0 0,-1 0-1 0 0,0 0 0 0 0,1-1 1 0 0,-1 1-1 0 0,0 0 0 0 0,1 0 1 0 0,-1 0-1 0 0,0-1 0 0 0,1 1 1 0 0,-1 0-1 0 0,0 0 0 0 0,1 0 1 0 0,-1 0-1 0 0,0 0 0 0 0,1 0 1 0 0,-1 0-1 0 0,1 0 0 0 0,-1 0 1 0 0,0 0-1 0 0,1 0 1 0 0,-1 0-1 0 0,1 0 0 0 0,-1 0 1 0 0,0 0-1 0 0,1 0 0 0 0,-1 0 1 0 0,0 0-1 0 0,1 1 0 0 0,6 31 21 0 0,0 20 1 0 0,-2 0 0 0 0,-2 0 1 0 0,-3 1-1 0 0,-2-1 1 0 0,-2 1-1 0 0,-2-1 0 0 0,-3-1 1 0 0,-2 1-1 0 0,-2-2 1 0 0,-37 94-1 0 0,45-133-13 0 0,0 0-1 0 0,-1 0 1 0 0,-1-1 0 0 0,1 1 0 0 0,-1-2-1 0 0,-1 1 1 0 0,0-1 0 0 0,0 0 0 0 0,-1 0-1 0 0,0-1 1 0 0,-13 9 0 0 0,21-17-1 0 0,0 1 0 0 0,0 0 0 0 0,0-1 0 0 0,0 0 0 0 0,0 1-1 0 0,0-1 1 0 0,0 0 0 0 0,0 1 0 0 0,0-1 0 0 0,-1 0 0 0 0,1 0 0 0 0,0 0 0 0 0,0 0 0 0 0,0 0 0 0 0,0 0 0 0 0,0 0 0 0 0,0-1 0 0 0,0 1 0 0 0,0 0 0 0 0,-1-1 0 0 0,1 1 0 0 0,0 0 0 0 0,0-1 0 0 0,0 1 0 0 0,1-1 0 0 0,-1 0 0 0 0,0 1 0 0 0,0-1 0 0 0,0 0 0 0 0,0 1 0 0 0,0-1 0 0 0,1 0 0 0 0,-1 0-1 0 0,0 0 1 0 0,1 0 0 0 0,-1 0 0 0 0,1 0 0 0 0,-2-1 0 0 0,-15-40 148 0 0,15 30-123 0 0,1 0 0 0 0,0-1 0 0 0,1 1-1 0 0,0 0 1 0 0,1-1 0 0 0,0 1 0 0 0,1 0 0 0 0,0 0 0 0 0,1 0 0 0 0,0 0 0 0 0,6-13 0 0 0,-6 15-212 0 0,2 0-1 0 0,-1 0 1 0 0,1 0 0 0 0,0 1 0 0 0,1-1-1 0 0,0 1 1 0 0,1 1 0 0 0,0-1 0 0 0,0 1-1 0 0,1 0 1 0 0,0 1 0 0 0,17-13 0 0 0,5 7-2569 0 0,-8 5-2543 0 0,-8 3 2302 0 0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08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40 808 0 0,'20'-3'3440'0'0,"2"1"-1541"0"0,0-1 0 0 0,0 0 0 0 0,26-9 1 0 0,29-4 1902 0 0,-111 15-13108 0 0,10 3 5737 0 0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19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24 120 0 0,'-9'-14'2916'0'0,"8"14"-2772"0"0,1-1 0 0 0,0 0 0 0 0,-1 1 0 0 0,1-1 0 0 0,0 1-1 0 0,-1-1 1 0 0,1 1 0 0 0,0-1 0 0 0,-1 1 0 0 0,1 0 0 0 0,-1-1 0 0 0,1 1 0 0 0,-1-1 0 0 0,1 1-1 0 0,-1 0 1 0 0,1-1 0 0 0,-1 1 0 0 0,0 0 0 0 0,1 0 0 0 0,-1-1 0 0 0,1 1 0 0 0,-1 0-1 0 0,0 0 1 0 0,1 0 0 0 0,-1 0 0 0 0,1 0 0 0 0,-1 0 0 0 0,0 0 0 0 0,-5 5-31 0 0,1 1 0 0 0,0-1 0 0 0,1 1 0 0 0,0 0 0 0 0,0 0 1 0 0,0 1-1 0 0,0-1 0 0 0,-2 8 0 0 0,-24 66 564 0 0,8-19-215 0 0,17-45-270 0 0,0 1 0 0 0,0 0 0 0 0,2-1 0 0 0,0 2 1 0 0,1-1-1 0 0,0 28 0 0 0,2-44-178 0 0,0 0 0 0 0,0 0 0 0 0,0 0 0 0 0,-1 0-1 0 0,1 0 1 0 0,0 1 0 0 0,0-1 0 0 0,0 0 0 0 0,1 0 0 0 0,-1 0 0 0 0,0 0 0 0 0,0 0 0 0 0,1 0 0 0 0,-1 0-1 0 0,0 0 1 0 0,1 0 0 0 0,-1 0 0 0 0,1 0 0 0 0,-1 0 0 0 0,1 0 0 0 0,0 0 0 0 0,-1 0 0 0 0,1 0 0 0 0,0-1-1 0 0,0 1 1 0 0,-1 0 0 0 0,1 0 0 0 0,0-1 0 0 0,0 1 0 0 0,0-1 0 0 0,0 1 0 0 0,0-1 0 0 0,0 1 0 0 0,0-1-1 0 0,0 1 1 0 0,0-1 0 0 0,0 0 0 0 0,0 0 0 0 0,0 1 0 0 0,1-1 0 0 0,-1 0 0 0 0,0 0 0 0 0,0 0-1 0 0,0 0 1 0 0,0-1 0 0 0,0 1 0 0 0,0 0 0 0 0,0 0 0 0 0,0 0 0 0 0,0-1 0 0 0,0 1 0 0 0,2-2 0 0 0,9-2 9 0 0,-1-2 0 0 0,0 0 1 0 0,0 0-1 0 0,10-9 0 0 0,2 1 62 0 0,-13 9-77 0 0,1 2-1 0 0,-1-1 1 0 0,1 1-1 0 0,0 1 1 0 0,0 0-1 0 0,0 1 1 0 0,0 0-1 0 0,0 0 1 0 0,0 1-1 0 0,22 3 1 0 0,-20-1-2 0 0,0-1 0 0 0,-1-1 1 0 0,1 0-1 0 0,0-1 0 0 0,-1-1 1 0 0,1 0-1 0 0,14-4 0 0 0,-19 3 2 0 0,0 0-1 0 0,-1-1 0 0 0,0 0 0 0 0,0 0 0 0 0,0-1 1 0 0,0 0-1 0 0,-1 0 0 0 0,1 0 0 0 0,-1-1 1 0 0,-1 0-1 0 0,1 0 0 0 0,-1-1 0 0 0,0 0 0 0 0,-1 0 1 0 0,1 0-1 0 0,4-11 0 0 0,-4-8-13 0 0,-5 22 21 0 0,-1-6 10 0 0,1 8 5 0 0,-10-13 494 0 0,2 6-1858 0 0,6 28-5632 0 0,2-14 4609 0 0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19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23 672 0 0,'0'0'4492'0'0,"-3"3"-3925"0"0,0 0-447 0 0,0 0 1 0 0,1 1 0 0 0,0-1 0 0 0,0 0 0 0 0,0 1-1 0 0,0-1 1 0 0,1 1 0 0 0,-1 0 0 0 0,1-1 0 0 0,0 1 0 0 0,0 0-1 0 0,0 0 1 0 0,0 0 0 0 0,1 0 0 0 0,0-1 0 0 0,-1 1 0 0 0,2 0-1 0 0,-1 0 1 0 0,0 0 0 0 0,1 0 0 0 0,0 0 0 0 0,-1 0 0 0 0,2 0-1 0 0,-1-1 1 0 0,0 1 0 0 0,1 0 0 0 0,0-1 0 0 0,-1 1 0 0 0,1-1-1 0 0,3 4 1 0 0,27 29 607 0 0,-31-34-680 0 0,1-1 0 0 0,-1 0-1 0 0,1 1 1 0 0,0-1-1 0 0,-1 0 1 0 0,1 0 0 0 0,0 0-1 0 0,0 0 1 0 0,0-1-1 0 0,0 1 1 0 0,0 0 0 0 0,0-1-1 0 0,0 1 1 0 0,0-1-1 0 0,0 0 1 0 0,0 0 0 0 0,0 0-1 0 0,0 0 1 0 0,3 0-1 0 0,-3-1 131 0 0,23-28 515 0 0,-23 21-638 0 0,-1 0 1 0 0,0 0-1 0 0,0 0 0 0 0,-1 0 1 0 0,0 0-1 0 0,-1 0 0 0 0,1 0 1 0 0,-1 0-1 0 0,-1 0 0 0 0,0 0 0 0 0,0 0 1 0 0,0 1-1 0 0,-1-1 0 0 0,0 1 1 0 0,-1-1-1 0 0,1 1 0 0 0,-8-9 1 0 0,1 5 355 0 0,10 11-681 0 0,-1 0 0 0 0,1-1 0 0 0,-1 1 0 0 0,1 0 0 0 0,-1 0 0 0 0,1-1-1 0 0,-1 1 1 0 0,1 0 0 0 0,-1 0 0 0 0,0 0 0 0 0,1 0 0 0 0,-1 0 0 0 0,1 0 0 0 0,-1 0-1 0 0,0 0 1 0 0,1 0 0 0 0,-1 0 0 0 0,1 0 0 0 0,-1 0 0 0 0,0 0 0 0 0,1 0-1 0 0,-1 0 1 0 0,1 1 0 0 0,-1-1 0 0 0,1 0 0 0 0,-1 1 0 0 0,0-1 0 0 0,0 1 0 0 0,-3 1-596 0 0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0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1 328 540 0 0,'11'1'553'0'0,"1"1"-1"0"0,-1 0 1 0 0,0 1 0 0 0,0 0 0 0 0,0 1-1 0 0,-1 0 1 0 0,1 0 0 0 0,-1 2 0 0 0,0-1-1 0 0,0 1 1 0 0,0 0 0 0 0,13 13-1 0 0,-22-18-490 0 0,0 0 0 0 0,0 0 0 0 0,0 0 0 0 0,0 0 0 0 0,0 0 0 0 0,1 0 0 0 0,-1 0 0 0 0,0-1 0 0 0,0 1 0 0 0,1-1 0 0 0,-1 1 0 0 0,0-1 0 0 0,1 1 0 0 0,-1-1 0 0 0,0 0 0 0 0,1 1 0 0 0,-1-1 0 0 0,1 0-1 0 0,-1 0 1 0 0,0 0 0 0 0,1 0 0 0 0,-1 0 0 0 0,1 0 0 0 0,-1-1 0 0 0,0 1 0 0 0,1 0 0 0 0,-1-1 0 0 0,0 1 0 0 0,1-1 0 0 0,-1 0 0 0 0,0 1 0 0 0,0-1 0 0 0,1 0 0 0 0,-1 0 0 0 0,0 1 0 0 0,0-1 0 0 0,0 0 0 0 0,1-1-1 0 0,23-13-873 0 0,2 7 80 0 0,0 1 0 0 0,1 2 0 0 0,0 0 0 0 0,0 2 0 0 0,0 1 0 0 0,38 1 0 0 0,-63 1 786 0 0,0 1 0 0 0,1-1 0 0 0,-1 1 0 0 0,0-1-1 0 0,0 1 1 0 0,0 0 0 0 0,0 0 0 0 0,0 0 0 0 0,0 1 0 0 0,0-1 0 0 0,0 1 0 0 0,0-1 0 0 0,0 1-1 0 0,-1 0 1 0 0,1 0 0 0 0,-1 0 0 0 0,0 0 0 0 0,1 1 0 0 0,-1-1 0 0 0,0 1 0 0 0,0-1 0 0 0,1 4-1 0 0,-1-4 72 0 0,3 2 174 0 0,-5-4-279 0 0,0 1 0 0 0,0-1 1 0 0,1 0-1 0 0,-1 1 0 0 0,0-1 0 0 0,0 0 0 0 0,1 1 1 0 0,-1-1-1 0 0,0 0 0 0 0,0 1 0 0 0,1-1 0 0 0,-1 0 1 0 0,0 0-1 0 0,1 1 0 0 0,-1-1 0 0 0,1 0 0 0 0,-1 0 1 0 0,0 0-1 0 0,1 0 0 0 0,-1 0 0 0 0,0 1 0 0 0,1-1 1 0 0,-1 0-1 0 0,1 0 0 0 0,-1 0 0 0 0,0 0 0 0 0,1 0 0 0 0,-1 0 1 0 0,1 0-1 0 0,-1 0 0 0 0,0-1 0 0 0,1 1 0 0 0,-1 0 1 0 0,1 0-1 0 0,-1 0 0 0 0,1-1 0 0 0,2 0 26 0 0,1-1 0 0 0,-1 1-1 0 0,0-1 1 0 0,0 0 0 0 0,0 0-1 0 0,0-1 1 0 0,0 1-1 0 0,-1 0 1 0 0,1-1 0 0 0,-1 0-1 0 0,1 0 1 0 0,-1 1 0 0 0,0-1-1 0 0,3-6 1 0 0,-1 0 80 0 0,0 1 0 0 0,-1-1 0 0 0,0 0 1 0 0,-1 0-1 0 0,3-15 0 0 0,-2-9 369 0 0,-1-1-1 0 0,-3-44 1 0 0,1 71-406 0 0,0-9 357 0 0,-1 1 0 0 0,-1-1 0 0 0,0 1 1 0 0,-1-1-1 0 0,-9-26 0 0 0,12 42-428 0 0,-8-16 1426 0 0,4 26-688 0 0,1-1-902 0 0,2-2 180 0 0,0-1 1 0 0,1 0-1 0 0,-1 1 1 0 0,1-1-1 0 0,1 1 1 0 0,-1-1-1 0 0,1 1 1 0 0,0-1-1 0 0,1 0 1 0 0,-1 1-1 0 0,5 9 1 0 0,32 66 42 0 0,-33-73-103 0 0,83 138-2141 0 0,-18-57-4801 0 0,-50-66 3755 0 0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1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96 448 0 0,'8'-4'453'0'0,"1"1"0"0"0,-1 0 1 0 0,1 1-1 0 0,0 0 0 0 0,-1 0 0 0 0,1 1 1 0 0,0 0-1 0 0,0 1 0 0 0,0 0 0 0 0,0 0 0 0 0,0 1 1 0 0,11 2-1 0 0,-15-2-366 0 0,-1 0 0 0 0,0 1 0 0 0,1 0 0 0 0,-1-1 0 0 0,0 1 0 0 0,0 1 0 0 0,0-1 0 0 0,-1 1 0 0 0,1-1 0 0 0,0 1 0 0 0,-1 0 0 0 0,0 1 0 0 0,0-1 0 0 0,0 0 0 0 0,0 1 0 0 0,0 0 0 0 0,-1-1 0 0 0,1 1 0 0 0,-1 0 0 0 0,0 0 0 0 0,0 1 0 0 0,-1-1 0 0 0,1 0 0 0 0,-1 1 0 0 0,0-1 0 0 0,1 7 0 0 0,-1-6-27 0 0,-1 1 0 0 0,1 0-1 0 0,-1 0 1 0 0,0 0-1 0 0,0 0 1 0 0,-1 0-1 0 0,0 0 1 0 0,0-1-1 0 0,0 1 1 0 0,-1 0-1 0 0,1-1 1 0 0,-1 1-1 0 0,-5 9 1 0 0,2-7 79 0 0,0-1 1 0 0,-1 1-1 0 0,0-1 1 0 0,0 0-1 0 0,-1 0 0 0 0,0 0 1 0 0,-14 9-1 0 0,21-15-120 0 0,-1 0 0 0 0,0 0-1 0 0,0-1 1 0 0,0 1 0 0 0,1 0-1 0 0,-1-1 1 0 0,0 1 0 0 0,0-1-1 0 0,0 1 1 0 0,0-1 0 0 0,0 1-1 0 0,0-1 1 0 0,0 0-1 0 0,0 1 1 0 0,0-1 0 0 0,0 0-1 0 0,-1 0 1 0 0,1 0 0 0 0,0 0-1 0 0,0 0 1 0 0,0 0 0 0 0,0 0-1 0 0,0 0 1 0 0,0 0 0 0 0,0-1-1 0 0,0 1 1 0 0,0 0 0 0 0,0-1-1 0 0,0 1 1 0 0,0-1 0 0 0,0 1-1 0 0,0-1 1 0 0,0 1 0 0 0,0-1-1 0 0,0 0 1 0 0,0 1 0 0 0,1-1-1 0 0,-1 0 1 0 0,0 0-1 0 0,1 0 1 0 0,-1 0 0 0 0,0 1-1 0 0,1-1 1 0 0,-1 0 0 0 0,1 0-1 0 0,-1 0 1 0 0,1 0 0 0 0,0 0-1 0 0,-1 0 1 0 0,1-2 0 0 0,-2-2 12 0 0,1 0 1 0 0,-1-1 0 0 0,1 1 0 0 0,0 0 0 0 0,1-1-1 0 0,0 1 1 0 0,0-1 0 0 0,0-5 0 0 0,4-5-11 0 0,0 0 0 0 0,1 0 0 0 0,1 1 1 0 0,1 0-1 0 0,0 0 0 0 0,0 1 0 0 0,2 0 1 0 0,0 0-1 0 0,0 1 0 0 0,1 0 0 0 0,1 0 1 0 0,0 1-1 0 0,1 1 0 0 0,0 0 0 0 0,1 0 0 0 0,0 2 1 0 0,1-1-1 0 0,16-8 0 0 0,-25 16-21 0 0,-1 1 0 0 0,0 0 0 0 0,1 0 1 0 0,-1 0-1 0 0,1 0 0 0 0,-1 1 0 0 0,1-1 0 0 0,-1 1 0 0 0,1 0 0 0 0,0 1 0 0 0,-1-1 0 0 0,1 1 0 0 0,-1 0 0 0 0,0 0 1 0 0,1 0-1 0 0,-1 1 0 0 0,0-1 0 0 0,1 1 0 0 0,-1 0 0 0 0,0 0 0 0 0,-1 1 0 0 0,1-1 0 0 0,0 1 0 0 0,-1 0 1 0 0,1 0-1 0 0,-1 0 0 0 0,0 0 0 0 0,0 1 0 0 0,0-1 0 0 0,0 1 0 0 0,-1 0 0 0 0,1 0 0 0 0,-1 0 0 0 0,2 6 0 0 0,16 66 46 0 0,-20-75-40 0 0,4-2 5 0 0,0-1-1 0 0,0 1 1 0 0,0-1-1 0 0,0 0 0 0 0,0-1 1 0 0,0 1-1 0 0,0-1 1 0 0,-1 1-1 0 0,1-1 0 0 0,-1 0 1 0 0,0 0-1 0 0,0-1 1 0 0,0 1-1 0 0,0-1 0 0 0,-1 1 1 0 0,4-7-1 0 0,-4 8-12 0 0,-1 1 1 0 0,0 0-1 0 0,0 0 0 0 0,1-1 1 0 0,-1 1-1 0 0,1 0 0 0 0,-1 0 1 0 0,1 1-1 0 0,0-1 0 0 0,-1 0 1 0 0,1 0-1 0 0,0 1 0 0 0,-1-1 1 0 0,1 1-1 0 0,0-1 0 0 0,0 1 1 0 0,-1 0-1 0 0,1 0 0 0 0,0 0 1 0 0,0 0-1 0 0,0 0 0 0 0,-1 0 1 0 0,1 0-1 0 0,0 1 0 0 0,0-1 1 0 0,-1 1-1 0 0,1-1 0 0 0,0 1 1 0 0,0 0-1 0 0,-1-1 0 0 0,4 3 1 0 0,13 4 8 0 0,0 0 0 0 0,1-2-1 0 0,0 0 1 0 0,0-1 0 0 0,35 2 0 0 0,-44-6-3 0 0,0 0 0 0 0,0-1 0 0 0,0 0 0 0 0,0-1 0 0 0,0 0 0 0 0,0-1 0 0 0,0 0 0 0 0,-1 0 0 0 0,0-1 0 0 0,1 0 0 0 0,-1-1 0 0 0,-1 0 0 0 0,11-7 0 0 0,-13 7 30 0 0,0 1-1 0 0,-1-1 1 0 0,1 0-1 0 0,-1-1 1 0 0,0 1-1 0 0,0-1 0 0 0,4-7 1 0 0,-8 11 12 0 0,0 1 0 0 0,10-10 284 0 0,-11 10-315 0 0,0 1-1 0 0,0 0 0 0 0,1 0 0 0 0,-1-1 1 0 0,0 1-1 0 0,0 0 0 0 0,0-1 0 0 0,0 1 1 0 0,1 0-1 0 0,-1 0 0 0 0,0-1 0 0 0,0 1 0 0 0,0 0 1 0 0,1 0-1 0 0,-1 0 0 0 0,0-1 0 0 0,0 1 1 0 0,1 0-1 0 0,-1 0 0 0 0,0 0 0 0 0,1 0 0 0 0,-1 0 1 0 0,0 0-1 0 0,0-1 0 0 0,1 1 0 0 0,-1 0 1 0 0,0 0-1 0 0,1 0 0 0 0,-1 0 0 0 0,0 0 1 0 0,1 0-1 0 0,-1 0 0 0 0,0 0 0 0 0,1 0 0 0 0,-1 0 1 0 0,0 0-1 0 0,1 1 0 0 0,-1-1 0 0 0,0 0 1 0 0,0 0-1 0 0,1 0 0 0 0,-1 0 0 0 0,0 0 0 0 0,1 1 1 0 0,-1-1-1 0 0,0 0 0 0 0,0 0 0 0 0,1 1 1 0 0,-2 8-12 0 0,1 0 1 0 0,1 0-1 0 0,-1 0 0 0 0,2 0 1 0 0,-1-1-1 0 0,1 1 1 0 0,0 0-1 0 0,5 9 1 0 0,-6-15 2 0 0,0 0 0 0 0,0 0 0 0 0,1 0 0 0 0,-1 0 0 0 0,1-1 0 0 0,0 1 0 0 0,0 0 0 0 0,0-1 0 0 0,0 1 0 0 0,1-1 0 0 0,-1 0 0 0 0,0 0 0 0 0,1 0 0 0 0,0 0 0 0 0,-1 0 0 0 0,1-1 0 0 0,0 1 0 0 0,0-1 0 0 0,0 0 0 0 0,0 1 0 0 0,0-1 0 0 0,0-1 0 0 0,0 1 0 0 0,1 0 0 0 0,-1-1 0 0 0,5 1 0 0 0,-4-2 1 0 0,0 0 0 0 0,0 0 0 0 0,0 0 0 0 0,1 0 1 0 0,-1-1-1 0 0,0 1 0 0 0,-1-1 0 0 0,1 0 0 0 0,0 0 0 0 0,0-1 0 0 0,-1 1 0 0 0,1-1 1 0 0,-1 1-1 0 0,0-1 0 0 0,0 0 0 0 0,0-1 0 0 0,3-3 0 0 0,-1 1-2 0 0,0-1 0 0 0,0 0 0 0 0,-1 0 0 0 0,0 0 1 0 0,0-1-1 0 0,-1 1 0 0 0,0-1 0 0 0,4-13 0 0 0,4 1-41 0 0,-10 19 22 0 0,3-4 129 0 0,-3 3-425 0 0,-5 3-1668 0 0,-16 11 1248 0 0,15-10-267 0 0,-3 0-4119 0 0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2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27 832 0 0,'-12'-27'8332'0'0,"15"32"-8797"0"0,3 3-174 0 0,-1 3-2777 0 0,0 2 804 0 0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3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172 292 384 0 0,'0'0'2380'0'0,"-1"-3"-1875"0"0,-5-10-24 0 0,5 9-31 0 0,-32-14 2057 0 0,24 18-2152 0 0,1 0 0 0 0,0 0 0 0 0,-1 0 0 0 0,1 1 0 0 0,0 1 0 0 0,-17 4 0 0 0,22-5-290 0 0,0-1 0 0 0,0 1 0 0 0,0 1 0 0 0,0-1 0 0 0,0 0 0 0 0,0 1 0 0 0,0-1 0 0 0,1 1-1 0 0,-1 0 1 0 0,0 0 0 0 0,1 0 0 0 0,-1 0 0 0 0,1 0 0 0 0,0 1 0 0 0,0-1 0 0 0,0 1 0 0 0,0-1 0 0 0,0 1 0 0 0,1 0-1 0 0,-1 0 1 0 0,-1 4 0 0 0,3-4-35 0 0,0 0 0 0 0,0 0 0 0 0,0 1 0 0 0,0-1-1 0 0,1 0 1 0 0,-1 0 0 0 0,1 0 0 0 0,0 0 0 0 0,0 0-1 0 0,0 0 1 0 0,0 0 0 0 0,1 0 0 0 0,-1-1 0 0 0,1 1-1 0 0,0 0 1 0 0,0-1 0 0 0,3 5 0 0 0,48 45 114 0 0,-29-29-75 0 0,0 3-27 0 0,-1 1 1 0 0,-2 1 0 0 0,22 37-1 0 0,-33-48-31 0 0,-1-1-1 0 0,0 2 0 0 0,-2-1 0 0 0,0 1 1 0 0,-1 1-1 0 0,0-1 0 0 0,4 32 0 0 0,-10-47-5 0 0,0-1 0 0 0,1 1-1 0 0,-1 0 1 0 0,0 0 0 0 0,-1 0-1 0 0,1 0 1 0 0,0 0 0 0 0,-1 0-1 0 0,0 0 1 0 0,1 0 0 0 0,-1-1-1 0 0,0 1 1 0 0,-1 0 0 0 0,1 0-1 0 0,0-1 1 0 0,-3 4 0 0 0,3-5-2 0 0,-1 1 1 0 0,1-1 0 0 0,-1 0 0 0 0,1 0 0 0 0,-1 1-1 0 0,1-1 1 0 0,-1 0 0 0 0,0 0 0 0 0,1-1 0 0 0,-1 1-1 0 0,0 0 1 0 0,0 0 0 0 0,0-1 0 0 0,0 0 0 0 0,0 1-1 0 0,0-1 1 0 0,1 0 0 0 0,-1 0 0 0 0,-2 0 0 0 0,0 0-1 0 0,1 0 1 0 0,-1-1 0 0 0,1 0 0 0 0,0 0 0 0 0,-1 0 0 0 0,1 0-1 0 0,0-1 1 0 0,0 1 0 0 0,0-1 0 0 0,0 0 0 0 0,0 0 0 0 0,0 0-1 0 0,0 0 1 0 0,1 0 0 0 0,-1 0 0 0 0,1-1 0 0 0,-1 1 0 0 0,1-1-1 0 0,0 0 1 0 0,0 0 0 0 0,0 0 0 0 0,1 0 0 0 0,-1 0 0 0 0,1 0-1 0 0,0 0 1 0 0,-2-6 0 0 0,1-1-2 0 0,1 0 0 0 0,0-1 0 0 0,0 1 0 0 0,1 0 0 0 0,0 0-1 0 0,1 0 1 0 0,0 0 0 0 0,1 0 0 0 0,0 0 0 0 0,1 0 0 0 0,-1 0 0 0 0,2 1 0 0 0,0-1 0 0 0,5-10 0 0 0,12-18-2 0 0,1 1 0 0 0,28-36 0 0 0,-21 31-14 0 0,136-174 6 0 0,-141 185 72 0 0,-23 29-58 0 0,6 38 17 0 0,-7-21-10 0 0,0 0 0 0 0,1 0 1 0 0,4 17-1 0 0,-4-27-3 0 0,0 0-1 0 0,1-1 1 0 0,-1 1 0 0 0,1 0-1 0 0,0-1 1 0 0,1 0 0 0 0,-1 1-1 0 0,1-1 1 0 0,0 0-1 0 0,0 0 1 0 0,0 0 0 0 0,1-1-1 0 0,4 5 1 0 0,-5-6-6 0 0,0-1-1 0 0,0 1 0 0 0,0-1 1 0 0,1 1-1 0 0,-1-1 0 0 0,0 0 1 0 0,1-1-1 0 0,-1 1 1 0 0,1 0-1 0 0,-1-1 0 0 0,0 0 1 0 0,1 0-1 0 0,-1 0 0 0 0,7-1 1 0 0,48-9 52 0 0,-31 4-56 0 0,-1-1-1 0 0,0-1 0 0 0,0-1 1 0 0,34-18-1 0 0,-53 23 34 0 0,0-1 1 0 0,0 1-1 0 0,0-1 1 0 0,-1 0-1 0 0,0-1 1 0 0,0 1-1 0 0,-1-1 1 0 0,1-1-1 0 0,-1 1 1 0 0,0-1-1 0 0,-1 0 1 0 0,0 0-1 0 0,0 0 1 0 0,0 0-1 0 0,-1-1 1 0 0,0 1-1 0 0,-1-1 1 0 0,1 0-1 0 0,0-11 1 0 0,-1 8 317 0 0,-1 0 0 0 0,0-1 0 0 0,-1 1 0 0 0,0-1 0 0 0,-1 1 1 0 0,0 0-1 0 0,-1-1 0 0 0,0 1 0 0 0,-1 0 0 0 0,-7-21 1 0 0,9 30 178 0 0,1 2-520 0 0,-1 0 0 0 0,1 0 1 0 0,0 0-1 0 0,0-1 0 0 0,0 1 1 0 0,0 0-1 0 0,0 0 0 0 0,0 0 1 0 0,0 0-1 0 0,0-1 0 0 0,0 1 1 0 0,0 0-1 0 0,-1 0 0 0 0,1 0 1 0 0,0 0-1 0 0,0 0 0 0 0,0-1 1 0 0,0 1-1 0 0,0 0 1 0 0,-1 0-1 0 0,1 0 0 0 0,0 0 1 0 0,0 0-1 0 0,0 0 0 0 0,-1 0 1 0 0,1 0-1 0 0,0 0 0 0 0,0 0 1 0 0,0 0-1 0 0,0 0 0 0 0,-1 0 1 0 0,1 0-1 0 0,0 0 0 0 0,0 0 1 0 0,0 0-1 0 0,-1 0 0 0 0,1 0 1 0 0,0 0-1 0 0,0 0 0 0 0,0 0 1 0 0,-1 0-1 0 0,1 0 1 0 0,0 0-1 0 0,0 0 0 0 0,0 0 1 0 0,0 0-1 0 0,0 0 0 0 0,-1 1 1 0 0,1-1-1 0 0,0 0 0 0 0,0 0 1 0 0,0 0-1 0 0,0 0 0 0 0,0 0 1 0 0,0 1-1 0 0,-1-1 0 0 0,1 0 1 0 0,0 0-1 0 0,0 0 0 0 0,0 0 1 0 0,0 1-1 0 0,0-1 0 0 0,0 0 1 0 0,0 0-1 0 0,0 0 1 0 0,0 1-1 0 0,0-1 0 0 0,0 0 1 0 0,-12 15 312 0 0,10-14-344 0 0,-1 9 105 0 0,-1 0 1 0 0,2 1-1 0 0,-1-1 1 0 0,2 0-1 0 0,-1 1 1 0 0,1-1 0 0 0,1 1-1 0 0,1 16 1 0 0,13 83 260 0 0,-13-103-321 0 0,5 18 133 0 0,1 1-1 0 0,1-1 0 0 0,16 35 0 0 0,2-3-2271 0 0,-3-9-3993 0 0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3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44 892 0 0,'5'-15'1900'0'0,"-2"9"-212"0"0,7-2-287 0 0,-1 0-817 0 0,0 5-60 0 0,2-1 272 0 0,14 4-696 0 0,-12 0-288 0 0,7 2-300 0 0,-6 0-716 0 0,6-1-1301 0 0,5 3 577 0 0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3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23 212 0 0,'-26'-20'5596'0'0,"16"17"846"0"0,10 9-5922 0 0,-3 150 2175 0 0,0 76-796 0 0,-2-121 651 0 0,11-115-2472 0 0,2-1-44 0 0,124-69 320 0 0,-117 67-334 0 0,0 1-1 0 0,0 0 0 0 0,0 1 1 0 0,0 1-1 0 0,1 1 0 0 0,0 0 1 0 0,28-1-1 0 0,-41 4-21 0 0,-1-1 0 0 0,1 1 0 0 0,0 1 0 0 0,0-1 0 0 0,-1 0 0 0 0,1 1 0 0 0,0 0 1 0 0,-1-1-1 0 0,1 1 0 0 0,0 0 0 0 0,-1 0 0 0 0,1 0 0 0 0,-1 1 0 0 0,1-1 0 0 0,-1 1 0 0 0,0-1 0 0 0,0 1 0 0 0,3 3 0 0 0,-4-4 1 0 0,0 0 0 0 0,0 1 0 0 0,-1-1 0 0 0,1 0 0 0 0,-1 1 0 0 0,1-1 0 0 0,-1 1 0 0 0,1-1 0 0 0,-1 1 0 0 0,0-1 0 0 0,0 1 0 0 0,0 0 0 0 0,0-1 0 0 0,0 1 0 0 0,0-1 0 0 0,0 1 0 0 0,0-1 0 0 0,-1 1 0 0 0,1-1 0 0 0,0 1 0 0 0,-1-1 0 0 0,1 1 0 0 0,-1-1 0 0 0,0 0 0 0 0,0 1 0 0 0,1-1 0 0 0,-1 0 0 0 0,0 0 0 0 0,-1 2 0 0 0,-33 33 15 0 0,30-32-61 0 0,0 0-1 0 0,0 1 1 0 0,0-1-1 0 0,1 1 1 0 0,0 1-1 0 0,0-1 1 0 0,-4 7 0 0 0,9-11 31 0 0,0 0 1 0 0,0 0 0 0 0,0-1-1 0 0,1 1 1 0 0,-1 0 0 0 0,0 0-1 0 0,0-1 1 0 0,0 1 0 0 0,1 0-1 0 0,-1-1 1 0 0,0 1 0 0 0,0-1-1 0 0,1 0 1 0 0,-1 1 0 0 0,1-1 0 0 0,-1 0-1 0 0,0 0 1 0 0,1 0 0 0 0,-1 0-1 0 0,0 0 1 0 0,4-1 0 0 0,33-4-222 0 0,-34 4 211 0 0,9-2 37 0 0,-1 0 1 0 0,0-1-1 0 0,0 0 0 0 0,0-1 0 0 0,0 0 1 0 0,-1-1-1 0 0,0 0 0 0 0,0-1 1 0 0,0 0-1 0 0,-1-1 0 0 0,0 0 0 0 0,-1 0 1 0 0,0-1-1 0 0,0-1 0 0 0,-1 0 0 0 0,0 0 1 0 0,-1 0-1 0 0,0-1 0 0 0,8-17 0 0 0,-7 13 1127 0 0,-5 25-495 0 0,4 17-747 0 0,-3-21-298 0 0,0 0 0 0 0,1 0 0 0 0,0 0 0 0 0,0-1 0 0 0,0 1 0 0 0,0-1 0 0 0,1-1 1 0 0,9 7-1 0 0,29 15-8513 0 0,-19-15 3922 0 0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6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1029 148 0 0,'0'0'3146'0'0,"5"-3"-2503"0"0,50-36 1086 0 0,-3-3 0 0 0,90-90-1 0 0,-117 106-1485 0 0,-2-2-1 0 0,-1 0 0 0 0,-2-1 0 0 0,-1-1 0 0 0,-1 0 1 0 0,-1-2-1 0 0,18-47 0 0 0,-32 70-133 0 0,-1-1 1 0 0,1 0-1 0 0,-1 0 1 0 0,-1 0-1 0 0,0 0 0 0 0,-1-18 1 0 0,0 25-62 0 0,0-1 0 0 0,0 0 0 0 0,-1 0 1 0 0,0 0-1 0 0,1 0 0 0 0,-2 1 0 0 0,1-1 0 0 0,0 0 1 0 0,-1 1-1 0 0,1-1 0 0 0,-1 1 0 0 0,0-1 1 0 0,0 1-1 0 0,-1 0 0 0 0,1 0 0 0 0,-1 0 0 0 0,1 0 1 0 0,-1 0-1 0 0,-5-3 0 0 0,6 5-36 0 0,0 1 0 0 0,0 0 0 0 0,0 0 0 0 0,0 0 0 0 0,0 0 0 0 0,0 0-1 0 0,0 0 1 0 0,0 1 0 0 0,0-1 0 0 0,0 1 0 0 0,0-1 0 0 0,0 1 0 0 0,0 0 0 0 0,0 0 0 0 0,0 0-1 0 0,1 0 1 0 0,-1 0 0 0 0,0 0 0 0 0,1 0 0 0 0,-1 1 0 0 0,1-1 0 0 0,-1 0 0 0 0,1 1 0 0 0,-2 1 0 0 0,-1 1-5 0 0,0 1 0 0 0,1-1 0 0 0,-1 1 0 0 0,1 0 0 0 0,0 0 0 0 0,0 0 0 0 0,0 0 0 0 0,1 0 0 0 0,0 1 0 0 0,0-1 0 0 0,0 1 0 0 0,1-1 0 0 0,0 1 0 0 0,0 0 0 0 0,0 0 0 0 0,0-1 0 0 0,1 1 0 0 0,0 0 0 0 0,1 0 0 0 0,-1 0 0 0 0,1-1 0 0 0,0 1 0 0 0,0 0 0 0 0,1-1 0 0 0,0 1 0 0 0,0-1 0 0 0,0 1 0 0 0,5 7 0 0 0,-2-4 0 0 0,-1 0 0 0 0,1-1-1 0 0,1 1 1 0 0,0-1 0 0 0,0-1 0 0 0,0 1 0 0 0,1-1 0 0 0,0 0 0 0 0,0 0-1 0 0,1-1 1 0 0,0 0 0 0 0,0-1 0 0 0,1 1 0 0 0,-1-2 0 0 0,1 1 0 0 0,16 5 0 0 0,-5-5 1 0 0,0-1 0 0 0,1 0 0 0 0,-1-2 0 0 0,1 0 0 0 0,0-1 0 0 0,26-3 0 0 0,-38 1-5 0 0,0 0 0 0 0,1-1-1 0 0,-1 1 1 0 0,0-2-1 0 0,0 0 1 0 0,0 0 0 0 0,0 0-1 0 0,0-1 1 0 0,-1-1 0 0 0,0 1-1 0 0,0-1 1 0 0,0-1-1 0 0,0 1 1 0 0,-1-1 0 0 0,13-14-1 0 0,-8 1 27 0 0,-4 10 139 0 0,-3 22-113 0 0,-4-9-52 0 0,0-1 1 0 0,1 0 0 0 0,-1 0 0 0 0,0 1 0 0 0,1-1 0 0 0,0 0 0 0 0,0 0 0 0 0,0 0 0 0 0,0-1-1 0 0,0 1 1 0 0,0 0 0 0 0,1-1 0 0 0,0 0 0 0 0,-1 1 0 0 0,1-1 0 0 0,0 0 0 0 0,0 0-1 0 0,0-1 1 0 0,0 1 0 0 0,0-1 0 0 0,0 1 0 0 0,1-1 0 0 0,3 1 0 0 0,5 1 4 0 0,1 0 1 0 0,-1 0-1 0 0,1-1 1 0 0,21 0-1 0 0,-17-2-5 0 0,0-1 0 0 0,0 0 0 0 0,0-1 1 0 0,0-1-1 0 0,0-1 0 0 0,-1 0 0 0 0,1-1 0 0 0,-1-1 1 0 0,-1 0-1 0 0,1-1 0 0 0,-1-1 0 0 0,0-1 0 0 0,-1 0 0 0 0,0 0 1 0 0,0-2-1 0 0,-1 0 0 0 0,0 0 0 0 0,-1-1 0 0 0,0 0 1 0 0,12-19-1 0 0,-6 5-5 0 0,0-1 0 0 0,-2-1 0 0 0,-1 0 0 0 0,-2-1 0 0 0,0 0 0 0 0,-2-1 1 0 0,-1-1-1 0 0,-2 0 0 0 0,9-60 0 0 0,-16 81 0 0 0,0 0-1 0 0,0 0 1 0 0,-1 1-1 0 0,0-1 1 0 0,-1 0 0 0 0,0 0-1 0 0,0 0 1 0 0,-1 1-1 0 0,-1-1 1 0 0,1 1 0 0 0,-1-1-1 0 0,-1 1 1 0 0,0 0-1 0 0,-7-11 1 0 0,10 19 1 0 0,0 0 0 0 0,0 0 1 0 0,0 1-1 0 0,0-1 0 0 0,0 0 1 0 0,-1 0-1 0 0,1 1 0 0 0,0-1 0 0 0,0 1 1 0 0,-1-1-1 0 0,1 1 0 0 0,-1 0 0 0 0,1 0 1 0 0,0-1-1 0 0,-1 1 0 0 0,1 0 0 0 0,-1 0 1 0 0,1 0-1 0 0,0 0 0 0 0,-1 1 0 0 0,1-1 1 0 0,0 0-1 0 0,-3 1 0 0 0,-25 12-8 0 0,21-6 10 0 0,1 0 1 0 0,0 0-1 0 0,0 1 0 0 0,0 0 0 0 0,1 0 0 0 0,1 0 0 0 0,-1 1 0 0 0,2 0 0 0 0,-1 0 1 0 0,1 0-1 0 0,0 0 0 0 0,1 1 0 0 0,0 0 0 0 0,0 0 0 0 0,1 0 0 0 0,1 0 1 0 0,0 0-1 0 0,0 0 0 0 0,1 17 0 0 0,1-5 9 0 0,0 0 0 0 0,2 0 0 0 0,0 0 0 0 0,1 0 0 0 0,2-1 0 0 0,0 1 0 0 0,1-1 0 0 0,11 21 0 0 0,-12-28-33 0 0,2-1 0 0 0,0 0-1 0 0,0 0 1 0 0,1 0 0 0 0,1-1 0 0 0,0 0 0 0 0,1-1 0 0 0,0 0-1 0 0,1-1 1 0 0,0 0 0 0 0,0-1 0 0 0,1 0 0 0 0,0-1-1 0 0,1-1 1 0 0,-1 0 0 0 0,2-1 0 0 0,-1 0 0 0 0,1-1 0 0 0,-1-1-1 0 0,1 0 1 0 0,1-1 0 0 0,-1 0 0 0 0,0-1 0 0 0,28-1 0 0 0,-22-1-37 0 0,0-1 1 0 0,0-1 0 0 0,0-1 0 0 0,27-7 0 0 0,-39 7 48 0 0,0 0 1 0 0,0 0-1 0 0,0-1 0 0 0,0 0 0 0 0,-1 0 0 0 0,1-1 1 0 0,-1-1-1 0 0,0 1 0 0 0,-1-1 0 0 0,1-1 1 0 0,10-11-1 0 0,-16 15 67 0 0,0-1-1 0 0,0 0 1 0 0,0 0 0 0 0,0 0-1 0 0,0 0 1 0 0,-1 0 0 0 0,0-1-1 0 0,0 1 1 0 0,0 0 0 0 0,0-1 0 0 0,-1 1-1 0 0,0-6 1 0 0,0 8 197 0 0,-1-6-100 0 0,1 7-122 0 0,1 0 0 0 0,-1 0 0 0 0,0 0 0 0 0,0 0 0 0 0,0 0 0 0 0,0 0 0 0 0,0 0 0 0 0,0 0 0 0 0,-1 0 0 0 0,1 1 0 0 0,0-1 0 0 0,0 0 0 0 0,-1 0 0 0 0,1 0-1 0 0,0 0 1 0 0,-1 0 0 0 0,1 0 0 0 0,-1 1 0 0 0,1-1 0 0 0,-2-1 0 0 0,-2 3-23 0 0,0-1 0 0 0,0 1 0 0 0,0 1 0 0 0,0-1 0 0 0,0 0 0 0 0,0 1 0 0 0,1 0 0 0 0,-1 0 0 0 0,0 0-1 0 0,1 0 1 0 0,-1 1 0 0 0,1-1 0 0 0,-4 5 0 0 0,-50 50 47 0 0,55-54-57 0 0,0-1 12 0 0,-1 1 0 0 0,1-1-1 0 0,-1 1 1 0 0,1 0 0 0 0,0 0 0 0 0,0 0 0 0 0,0 0-1 0 0,1 0 1 0 0,-1 0 0 0 0,1 0 0 0 0,0 1 0 0 0,-2 5-1 0 0,3-9-7 0 0,0 1 0 0 0,0-1-1 0 0,0 1 1 0 0,0-1-1 0 0,0 1 1 0 0,0-1 0 0 0,0 1-1 0 0,1-1 1 0 0,-1 1 0 0 0,0-1-1 0 0,0 1 1 0 0,0-1-1 0 0,1 1 1 0 0,-1-1 0 0 0,0 1-1 0 0,1-1 1 0 0,-1 1-1 0 0,0-1 1 0 0,1 0 0 0 0,-1 1-1 0 0,0-1 1 0 0,1 0 0 0 0,-1 1-1 0 0,1-1 1 0 0,-1 0-1 0 0,1 1 1 0 0,-1-1 0 0 0,1 0-1 0 0,-1 0 1 0 0,1 0-1 0 0,-1 0 1 0 0,1 1 0 0 0,23-3 27 0 0,20-15 12 0 0,5-3-41 0 0,-46 18-4 0 0,0 1 0 0 0,-1 0 0 0 0,1 0 0 0 0,0 0 0 0 0,0 0 0 0 0,0 1-1 0 0,0-1 1 0 0,0 1 0 0 0,0 0 0 0 0,4 0 0 0 0,-5 1-2 0 0,0 0 0 0 0,1 0 1 0 0,-1 0-1 0 0,0 0 0 0 0,0 0 0 0 0,0 1 1 0 0,0-1-1 0 0,-1 1 0 0 0,1 0 0 0 0,3 3 1 0 0,7 7-2 0 0,-6-7 7 0 0,0-1-1 0 0,-1 1 1 0 0,2-1 0 0 0,-1-1-1 0 0,0 1 1 0 0,1-1-1 0 0,-1 0 1 0 0,1-1 0 0 0,0 1-1 0 0,0-1 1 0 0,0-1 0 0 0,0 1-1 0 0,0-1 1 0 0,1-1 0 0 0,-1 1-1 0 0,0-1 1 0 0,0 0-1 0 0,12-2 1 0 0,-10 0-1 0 0,-1 1 1 0 0,1-2-1 0 0,-1 1 1 0 0,0-1-1 0 0,1 0 1 0 0,-1-1-1 0 0,-1 0 1 0 0,1 0-1 0 0,-1-1 0 0 0,1 0 1 0 0,-2 0-1 0 0,1 0 1 0 0,0-1-1 0 0,-1 0 1 0 0,7-9-1 0 0,4-7 7 0 0,0-1 1 0 0,-2 0-1 0 0,0-2 0 0 0,-2 1 1 0 0,14-37-1 0 0,-11 21-3 0 0,-1-2 0 0 0,-3 0 0 0 0,-1 0 0 0 0,-2-1-1 0 0,6-83 1 0 0,-15 125-8 0 0,0 0-1 0 0,0 0 0 0 0,0 0 0 0 0,0 0 1 0 0,0 0-1 0 0,0 0 0 0 0,0 0 0 0 0,0 0 1 0 0,0 0-1 0 0,0 0 0 0 0,0 0 0 0 0,-1 0 0 0 0,1 0 1 0 0,0 0-1 0 0,-1 0 0 0 0,1 0 0 0 0,-1 1 1 0 0,1-1-1 0 0,-1 0 0 0 0,1 0 0 0 0,-1 0 1 0 0,0 1-1 0 0,-1-2 0 0 0,1 1 4 0 0,0 1 0 0 0,0 1 0 0 0,0-1-1 0 0,0 0 1 0 0,0 0 0 0 0,0 0 0 0 0,1 0 0 0 0,-1 1 0 0 0,0-1-1 0 0,0 0 1 0 0,0 1 0 0 0,0-1 0 0 0,0 1 0 0 0,1-1 0 0 0,-1 1-1 0 0,0-1 1 0 0,0 1 0 0 0,1 0 0 0 0,-1-1 0 0 0,0 2 0 0 0,-37 44-15 0 0,35-42 3 0 0,-8 14 20 0 0,1 0-1 0 0,1 1 0 0 0,1 0 1 0 0,0 1-1 0 0,1 0 0 0 0,2 0 1 0 0,0 1-1 0 0,1-1 0 0 0,0 1 1 0 0,2 0-1 0 0,1 0 0 0 0,0 0 1 0 0,2 0-1 0 0,3 25 0 0 0,-2-34 3 0 0,0-1-1 0 0,1 1 1 0 0,0-1-1 0 0,1 0 1 0 0,0 0-1 0 0,12 20 1 0 0,-14-28-6 0 0,0 1 1 0 0,0-1 0 0 0,1 0-1 0 0,-1 1 1 0 0,1-1-1 0 0,0 0 1 0 0,0 0 0 0 0,0-1-1 0 0,0 1 1 0 0,1-1-1 0 0,-1 1 1 0 0,1-1 0 0 0,-1 0-1 0 0,1 0 1 0 0,0-1-1 0 0,0 1 1 0 0,0-1 0 0 0,0 0-1 0 0,0 0 1 0 0,0 0-1 0 0,0 0 1 0 0,0-1 0 0 0,0 0-1 0 0,0 0 1 0 0,8 0-1 0 0,-8-1 15 0 0,1 0 0 0 0,-1-1 0 0 0,0 1 0 0 0,0-1 0 0 0,0 0 0 0 0,1 0 0 0 0,-1 0 0 0 0,-1 0-1 0 0,1-1 1 0 0,0 1 0 0 0,-1-1 0 0 0,1 0 0 0 0,3-4 0 0 0,0 0 195 0 0,-5 6 355 0 0,2-8 133 0 0,0 15-985 0 0,1 0 0 0 0,1 0 0 0 0,-1 0 0 0 0,1-1 0 0 0,0 0-1 0 0,0 0 1 0 0,0-1 0 0 0,1 1 0 0 0,-1-1 0 0 0,1-1 0 0 0,0 1 0 0 0,9 2 0 0 0,-4-2-1256 0 0,0-1-1 0 0,0 0 1 0 0,1-1 0 0 0,13 2-1 0 0,-8-4-1494 0 0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6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38 433 88 0 0,'4'-10'6913'0'0,"-19"1"-6347"0"0,11 7 1221 0 0,0 5-1445 0 0,-14 17 738 0 0,17-19-862 0 0,35 16 615 0 0,-29-18-797 0 0,1 0 0 0 0,-1 0 0 0 0,1-1 0 0 0,-1 0-1 0 0,0 1 1 0 0,1-2 0 0 0,-1 1 0 0 0,0-1 0 0 0,0 1 0 0 0,0-1 0 0 0,-1-1 0 0 0,1 1-1 0 0,-1-1 1 0 0,0 0 0 0 0,0 0 0 0 0,0 0 0 0 0,0 0 0 0 0,-1-1 0 0 0,5-8-1 0 0,9-13 19 0 0,-1-2-1 0 0,17-38 0 0 0,-21 38-3 0 0,3 0 280 0 0,-2-1 1 0 0,-1-1 0 0 0,-2 0-1 0 0,13-61 1 0 0,-22 89-199 0 0,-1 0 0 0 0,1 1 0 0 0,-1-1 0 0 0,0 0 0 0 0,0 0 0 0 0,0 0 0 0 0,0 1 0 0 0,0-1 0 0 0,0 0 0 0 0,-1 0 0 0 0,1 1 0 0 0,0-1 0 0 0,-1 0 0 0 0,0-2 0 0 0,-1 4-101 0 0,1-1-1 0 0,0 1 1 0 0,0 0 0 0 0,0 0-1 0 0,0 0 1 0 0,0 0-1 0 0,0 0 1 0 0,-1 0 0 0 0,1 0-1 0 0,0 0 1 0 0,0 1-1 0 0,0-1 1 0 0,0 0-1 0 0,0 1 1 0 0,0-1 0 0 0,0 0-1 0 0,0 1 1 0 0,0 0-1 0 0,0-1 1 0 0,0 1 0 0 0,0-1-1 0 0,0 1 1 0 0,0 0-1 0 0,0 0 1 0 0,1 0 0 0 0,-1-1-1 0 0,0 1 1 0 0,0 2-1 0 0,-11 8 109 0 0,0 0 0 0 0,1 1 0 0 0,1 0 0 0 0,0 1-1 0 0,0 0 1 0 0,1 1 0 0 0,1 0 0 0 0,1 0 0 0 0,0 1 0 0 0,1 0-1 0 0,0 0 1 0 0,1 0 0 0 0,-5 29 0 0 0,4-10-244 0 0,3 0 0 0 0,0 0 0 0 0,2 0 1 0 0,2 1-1 0 0,7 51 0 0 0,-5-59-2676 0 0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26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41 416 0 0,'0'0'916'0'0,"-7"-10"2572"0"0,20-9-2495 0 0,-2 12-249 0 0,3 5-552 0 0,1 0-696 0 0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0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57 516 0 0,'-23'-55'7226'0'0,"23"53"-6655"0"0,-28 58 539 0 0,-3 3-576 0 0,3 1 0 0 0,-21 66 0 0 0,-14 84 244 0 0,63-209-766 0 0,-1 0-1 0 0,0 0 1 0 0,1 0 0 0 0,-1 0-1 0 0,1 0 1 0 0,-1 0 0 0 0,1 0-1 0 0,0 0 1 0 0,0 0 0 0 0,-1 1-1 0 0,1-1 1 0 0,0 0-1 0 0,0 0 1 0 0,0 0 0 0 0,0 1-1 0 0,0-1 1 0 0,0 0 0 0 0,0 0-1 0 0,1 0 1 0 0,-1 0 0 0 0,0 1-1 0 0,1-1 1 0 0,-1 0 0 0 0,1 0-1 0 0,-1 0 1 0 0,1 0-1 0 0,1 2 1 0 0,0-3-5 0 0,1 0-1 0 0,-1 0 0 0 0,0-1 1 0 0,1 1-1 0 0,-1 0 1 0 0,1-1-1 0 0,-1 0 1 0 0,0 0-1 0 0,0 1 0 0 0,1-1 1 0 0,-1-1-1 0 0,0 1 1 0 0,3-2-1 0 0,39-21 35 0 0,-14 7-12 0 0,1 1 1 0 0,50-17-1 0 0,-78 31-30 0 0,0 1 0 0 0,-1 1 1 0 0,1-1-1 0 0,0 0 0 0 0,0 1 1 0 0,0-1-1 0 0,0 1 0 0 0,-1 0 0 0 0,1 0 1 0 0,0 0-1 0 0,0 0 0 0 0,0 0 1 0 0,0 1-1 0 0,0-1 0 0 0,0 1 1 0 0,-1 0-1 0 0,1 0 0 0 0,0 0 0 0 0,4 3 1 0 0,-6-3 0 0 0,-1 1 1 0 0,0-1-1 0 0,1 1 1 0 0,-1 0-1 0 0,0-1 1 0 0,0 1-1 0 0,0 0 1 0 0,0-1-1 0 0,0 1 1 0 0,0 0-1 0 0,0-1 1 0 0,-1 1-1 0 0,1 0 1 0 0,0-1-1 0 0,-1 1 1 0 0,0-1-1 0 0,1 1 0 0 0,-1-1 1 0 0,0 1-1 0 0,0-1 1 0 0,0 1-1 0 0,0-1 1 0 0,0 0-1 0 0,0 0 1 0 0,0 1-1 0 0,0-1 1 0 0,0 0-1 0 0,-1 0 1 0 0,1 0-1 0 0,-3 1 1 0 0,0 2-9 0 0,-8 6-51 0 0,0-1-1 0 0,-1 0 0 0 0,0-1 1 0 0,-1 0-1 0 0,1-1 1 0 0,-1-1-1 0 0,-1 0 1 0 0,-24 7-1 0 0,37-13-421 0 0,18-26-8683 0 0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0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44 796 0 0,'3'3'244'0'0,"-1"-1"0"0"0,1 1 0 0 0,0-1 0 0 0,0 0 0 0 0,0 0 0 0 0,0 0 0 0 0,1-1-1 0 0,-1 1 1 0 0,0-1 0 0 0,1 1 0 0 0,-1-1 0 0 0,1 0 0 0 0,-1-1 0 0 0,1 1 0 0 0,-1 0 0 0 0,1-1 0 0 0,0 0 0 0 0,-1 0 0 0 0,1 0-1 0 0,0 0 1 0 0,-1-1 0 0 0,1 1 0 0 0,0-1 0 0 0,-1 0 0 0 0,5-2 0 0 0,12-4-28 0 0,0-1-1 0 0,-1 0 1 0 0,24-16 0 0 0,-26 16 182 0 0,-16 6-386 0 0,0 2 1 0 0,1-1-1 0 0,-1 0 1 0 0,1 0-1 0 0,0 0 1 0 0,-1 1-1 0 0,1-1 1 0 0,-1 1-1 0 0,1-1 1 0 0,0 1-1 0 0,0 0 1 0 0,-1-1-1 0 0,1 1 1 0 0,0 0 0 0 0,-1 0-1 0 0,1 0 1 0 0,0 1-1 0 0,0-1 1 0 0,-1 0-1 0 0,1 0 1 0 0,0 1-1 0 0,-1 0 1 0 0,1-1-1 0 0,0 1 1 0 0,-1 0-1 0 0,1-1 1 0 0,1 2-1 0 0,0 2 15 0 0,-1-1-1 0 0,1 0 1 0 0,-1 0 0 0 0,0 1-1 0 0,0-1 1 0 0,0 1-1 0 0,0 0 1 0 0,0 0-1 0 0,-1-1 1 0 0,0 1 0 0 0,2 7-1 0 0,2 14 27 0 0,-1-1-1 0 0,-1 1 0 0 0,0 0 1 0 0,-2 0-1 0 0,-2 1 1 0 0,0-1-1 0 0,-1 0 1 0 0,-7 31-1 0 0,0-18-7 0 0,-2 0 0 0 0,-1-1 0 0 0,-2 0 0 0 0,-28 52 1 0 0,36-78 73 0 0,-2 0 0 0 0,1 0 0 0 0,-2-1 0 0 0,1 0 0 0 0,-1 0 0 0 0,-1-1 1 0 0,0-1-1 0 0,0 1 0 0 0,-1-1 0 0 0,0-1 0 0 0,0 0 0 0 0,-24 10 0 0 0,35-16-104 0 0,-1-1-1 0 0,0 1 1 0 0,0-1-1 0 0,0 0 0 0 0,0 1 1 0 0,0-1-1 0 0,0 0 1 0 0,0 0-1 0 0,0 1 1 0 0,0-1-1 0 0,0 0 0 0 0,0 0 1 0 0,0 0-1 0 0,0 0 1 0 0,0 0-1 0 0,0-1 1 0 0,0 1-1 0 0,0 0 0 0 0,0 0 1 0 0,0-1-1 0 0,0 1 1 0 0,0 0-1 0 0,0-1 1 0 0,0 1-1 0 0,0-1 0 0 0,0 1 1 0 0,0-1-1 0 0,1 0 1 0 0,-1 1-1 0 0,0-1 0 0 0,0 0 1 0 0,1 0-1 0 0,-1 1 1 0 0,0-1-1 0 0,1 0 1 0 0,-1 0-1 0 0,1 0 0 0 0,-1 0 1 0 0,1 0-1 0 0,0 0 1 0 0,-1-1-1 0 0,0-2 6 0 0,0 1 0 0 0,0 0 0 0 0,0-1 0 0 0,1 1-1 0 0,-1-1 1 0 0,1 1 0 0 0,0-1 0 0 0,0 1 0 0 0,0-1 0 0 0,1-4-1 0 0,3-4-33 0 0,1 0-1 0 0,0 0 0 0 0,0 0 1 0 0,1 1-1 0 0,1 0 0 0 0,0 0 1 0 0,1 0-1 0 0,0 1 0 0 0,0 0 1 0 0,12-10-1 0 0,4-3-1297 0 0,2 1-1 0 0,48-32 1 0 0,-48 37-1730 0 0,4-4 232 0 0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1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47 584 0 0,'13'-45'5437'0'0,"-13"43"-4314"0"0,-2 44 3578 0 0,-9 89-3116 0 0,-8 37-181 0 0,19-167-1391 0 0,0 0-1 0 0,-1 0 1 0 0,1 0-1 0 0,0-1 1 0 0,0 1 0 0 0,0 0-1 0 0,0 0 1 0 0,0 0 0 0 0,1-1-1 0 0,-1 1 1 0 0,0 0-1 0 0,0 0 1 0 0,0 0 0 0 0,1-1-1 0 0,-1 1 1 0 0,0 0-1 0 0,1 0 1 0 0,-1-1 0 0 0,1 1-1 0 0,-1 0 1 0 0,1-1-1 0 0,-1 1 1 0 0,1 0 0 0 0,-1-1-1 0 0,1 1 1 0 0,-1-1-1 0 0,1 1 1 0 0,0-1 0 0 0,0 1-1 0 0,-1-1 1 0 0,1 0 0 0 0,0 1-1 0 0,-1-1 1 0 0,1 0-1 0 0,0 0 1 0 0,0 1 0 0 0,0-1-1 0 0,-1 0 1 0 0,1 0-1 0 0,0 0 1 0 0,0 0 0 0 0,0 0-1 0 0,-1 0 1 0 0,1 0-1 0 0,1 0 1 0 0,51-9 4 0 0,-22 3 39 0 0,-20 4-45 0 0,0 2 0 0 0,0 0 0 0 0,0 0 0 0 0,16 3 1 0 0,-25-3-13 0 0,1 1 1 0 0,-1-1-1 0 0,1 1 1 0 0,-1-1-1 0 0,1 1 1 0 0,-1 0-1 0 0,1 0 1 0 0,-1 0 0 0 0,0 0-1 0 0,1 1 1 0 0,-1-1-1 0 0,0 1 1 0 0,0-1-1 0 0,0 1 1 0 0,0 0-1 0 0,0-1 1 0 0,-1 1 0 0 0,1 0-1 0 0,0 0 1 0 0,-1 1-1 0 0,0-1 1 0 0,1 0-1 0 0,-1 0 1 0 0,1 3-1 0 0,-2-1 3 0 0,0-1 0 0 0,0 1-1 0 0,-1-1 1 0 0,1 0 0 0 0,-1 1-1 0 0,1-1 1 0 0,-1 0 0 0 0,0 0-1 0 0,-1 1 1 0 0,1-1-1 0 0,-1 0 1 0 0,1 0 0 0 0,-1 0-1 0 0,0-1 1 0 0,0 1 0 0 0,0 0-1 0 0,0-1 1 0 0,0 1 0 0 0,-1-1-1 0 0,1 0 1 0 0,-4 3-1 0 0,3-2 9 0 0,-7 6-127 0 0,-1-1-1 0 0,1 0 1 0 0,-2-1 0 0 0,1 0 0 0 0,-1 0 0 0 0,-14 5-1 0 0,18-8-492 0 0,6-4-117 0 0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1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0 227 620 0 0,'31'-1'1026'0'0,"-1"-3"0"0"0,-1 0 0 0 0,1-2 0 0 0,-1-1 1 0 0,0-1-1 0 0,32-14 0 0 0,21-17 253 0 0,-75 35-1132 0 0,0 0 1 0 0,-1 0-1 0 0,1-1 1 0 0,-1 0-1 0 0,0 0 1 0 0,0 0-1 0 0,-1-1 0 0 0,1 0 1 0 0,4-7-1 0 0,-9 12-109 0 0,-1 0-1 0 0,1 0 0 0 0,0 0 0 0 0,-1 0 1 0 0,1 0-1 0 0,-1 0 0 0 0,1 0 0 0 0,-1-1 1 0 0,1 1-1 0 0,-1 0 0 0 0,0 0 1 0 0,0 0-1 0 0,1-1 0 0 0,-1 1 0 0 0,0 0 1 0 0,0 0-1 0 0,0 0 0 0 0,0-1 0 0 0,-1 1 1 0 0,1 0-1 0 0,0 0 0 0 0,0 0 1 0 0,-2-3-1 0 0,1 4-16 0 0,1-1 0 0 0,-1 0 0 0 0,0 0 0 0 0,0 0 0 0 0,-1 1 0 0 0,1-1 0 0 0,0 1 0 0 0,0-1 0 0 0,0 1 0 0 0,0-1 0 0 0,0 1 0 0 0,-1-1 1 0 0,1 1-1 0 0,0 0 0 0 0,0 0 0 0 0,0 0 0 0 0,-1 0 0 0 0,-1 0 0 0 0,-2 0 14 0 0,0 0 0 0 0,-1 0-1 0 0,1 1 1 0 0,0 0 0 0 0,-1 0 0 0 0,1 1 0 0 0,0-1 0 0 0,-9 5-1 0 0,12-4-21 0 0,0-1 0 0 0,0 0 0 0 0,0 0-1 0 0,0 1 1 0 0,0 0 0 0 0,0-1 0 0 0,0 1-1 0 0,0 0 1 0 0,1 0 0 0 0,-1 0 0 0 0,1 0-1 0 0,-1 0 1 0 0,1 0 0 0 0,0 0-1 0 0,0 0 1 0 0,0 1 0 0 0,0-1 0 0 0,0 0-1 0 0,0 1 1 0 0,0 3 0 0 0,1-3-6 0 0,1-1 0 0 0,-1 0-1 0 0,1 1 1 0 0,-1-1 0 0 0,1 1 0 0 0,0-1 0 0 0,0 0-1 0 0,0 0 1 0 0,0 0 0 0 0,0 1 0 0 0,1-1 0 0 0,-1 0 0 0 0,1 0-1 0 0,-1-1 1 0 0,1 1 0 0 0,0 0 0 0 0,1 1 0 0 0,6 4 12 0 0,0 0 0 0 0,0-1 0 0 0,0-1 0 0 0,0 1 0 0 0,1-2 0 0 0,0 1 0 0 0,20 5-1 0 0,-8-5-3 0 0,1 0-1 0 0,0-2 0 0 0,1 0 0 0 0,-1-2 0 0 0,0-1 0 0 0,1 0 1 0 0,-1-2-1 0 0,0-1 0 0 0,32-7 0 0 0,-37 5-4 0 0,1-1 0 0 0,-1 0 0 0 0,0-1 0 0 0,0-1 0 0 0,-1-1 0 0 0,0 0 0 0 0,-1-1 0 0 0,0-1 0 0 0,0-1 0 0 0,-1 0 0 0 0,23-25 0 0 0,-34 32 108 0 0,1 0 1 0 0,-2 0-1 0 0,1 0 0 0 0,0 0 1 0 0,-1 0-1 0 0,4-10 1 0 0,-6 13 56 0 0,-1 1-154 0 0,0 1 0 0 0,0 0 0 0 0,0 0 0 0 0,0-1 0 0 0,0 1 0 0 0,0 0 0 0 0,1 0 0 0 0,-1 0 0 0 0,0-1 0 0 0,0 1 0 0 0,0 0 0 0 0,0 0 0 0 0,0-1 0 0 0,0 1 0 0 0,0 0 0 0 0,0 0 0 0 0,0-1 0 0 0,0 1 0 0 0,0 0 0 0 0,-1 0 0 0 0,1-1 0 0 0,0 1 0 0 0,0 0-1 0 0,0 0 1 0 0,0 0 0 0 0,0-1 0 0 0,0 1 0 0 0,0 0 0 0 0,-1 0 0 0 0,1 0 0 0 0,0-1 0 0 0,0 1 0 0 0,0 0 0 0 0,0 0 0 0 0,-1 0 0 0 0,1 0 0 0 0,0 0 0 0 0,0-1 0 0 0,-1 1 0 0 0,1 0 0 0 0,0 0 0 0 0,0 0 0 0 0,0 0 0 0 0,-1 0 0 0 0,1 0 0 0 0,0 0 0 0 0,-4 2 28 0 0,1 1 1 0 0,0 0-1 0 0,0 0 0 0 0,0 0 0 0 0,0 0 0 0 0,0 0 1 0 0,1 1-1 0 0,0-1 0 0 0,-1 1 0 0 0,1-1 1 0 0,1 1-1 0 0,-1 0 0 0 0,0 0 0 0 0,1 0 1 0 0,0 0-1 0 0,0 0 0 0 0,-1 7 0 0 0,1 4 86 0 0,0 1 0 0 0,0 0 0 0 0,4 24 0 0 0,-3 9-507 0 0,0-37-3173 0 0,0-1-3599 0 0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1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1 157 944 0 0,'15'-71'4693'0'0,"0"11"318"0"0,-15 58-4823 0 0,0 0 0 0 0,1 0 0 0 0,-1 0 0 0 0,1 0 0 0 0,-1 0 0 0 0,1 0 0 0 0,0 1 0 0 0,-1-1 0 0 0,1 0 0 0 0,0 0 0 0 0,3-3 0 0 0,2 6-1927 0 0,1 13-4210 0 0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2.5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53 820 0 0,'6'35'5115'0'0,"-6"-34"-4596"0"0,28 15 2502 0 0,-21-16-2870 0 0,-1-1 1 0 0,1 0 0 0 0,0 0-1 0 0,0-1 1 0 0,0 1-1 0 0,-1-2 1 0 0,1 1 0 0 0,-1-1-1 0 0,1 0 1 0 0,-1 0-1 0 0,10-8 1 0 0,-7 6-62 0 0,0 0 0 0 0,1 0 0 0 0,-1 1 0 0 0,1 0 0 0 0,11-3 0 0 0,-6 6-45 0 0,1 0 0 0 0,0 0 0 0 0,-1 1 0 0 0,1 1 0 0 0,16 3 1 0 0,-15-1-8 0 0,-1-2 0 0 0,1 0 0 0 0,30-2 0 0 0,-45 1-17 0 0,0-1 0 0 0,0 0 0 0 0,-1 1-1 0 0,1-1 1 0 0,0 0 0 0 0,-1 0 0 0 0,1 0 0 0 0,-1 0-1 0 0,1 0 1 0 0,-1 0 0 0 0,1-1 0 0 0,-1 1 0 0 0,0 0-1 0 0,0-1 1 0 0,1 1 0 0 0,-1-1 0 0 0,0 1 0 0 0,0-1-1 0 0,-1 0 1 0 0,1 1 0 0 0,0-1 0 0 0,-1 0 0 0 0,2-3 0 0 0,-2 3 101 0 0,-6-3-88 0 0,6 5-32 0 0,0-1 0 0 0,0 1 1 0 0,-1-1-1 0 0,1 1 0 0 0,0 0 0 0 0,0-1 0 0 0,-1 1 0 0 0,1-1 0 0 0,0 1 1 0 0,0 0-1 0 0,-1-1 0 0 0,1 1 0 0 0,0 0 0 0 0,-1-1 0 0 0,1 1 0 0 0,-1 0 1 0 0,1 0-1 0 0,0 0 0 0 0,-1-1 0 0 0,1 1 0 0 0,-1 0 0 0 0,1 0 0 0 0,-1 0 1 0 0,1 0-1 0 0,-1 0 0 0 0,1-1 0 0 0,-1 1 0 0 0,-2 0 2 0 0,0-1 1 0 0,0 1-1 0 0,0-1 0 0 0,0 1 0 0 0,0 0 1 0 0,0 0-1 0 0,0 0 0 0 0,0 1 1 0 0,0-1-1 0 0,0 1 0 0 0,0 0 0 0 0,1-1 1 0 0,-1 1-1 0 0,0 1 0 0 0,0-1 0 0 0,1 0 1 0 0,-5 3-1 0 0,5-2 19 0 0,0 1-4 0 0,1 3-19 0 0,15 14 57 0 0,-11-17-52 0 0,1 0 0 0 0,-1-1 1 0 0,1 1-1 0 0,0-1 0 0 0,-1 0 0 0 0,1 0 0 0 0,0 0 0 0 0,0-1 0 0 0,1 1 0 0 0,-1-1 0 0 0,0 0 1 0 0,0 0-1 0 0,0-1 0 0 0,1 1 0 0 0,-1-1 0 0 0,0 0 0 0 0,1 0 0 0 0,-1 0 0 0 0,0-1 0 0 0,7-1 1 0 0,-9 2 23 0 0,-1 0-25 0 0,0-1-1 0 0,-1 1 1 0 0,1 0 0 0 0,0 0 0 0 0,0 0-1 0 0,-1 0 1 0 0,1 0 0 0 0,0 0 0 0 0,0 0-1 0 0,-1 0 1 0 0,1 0 0 0 0,0 1 0 0 0,0-1-1 0 0,-1 0 1 0 0,1 0 0 0 0,0 1 0 0 0,-1-1-1 0 0,1 0 1 0 0,0 1 0 0 0,-1-1 0 0 0,1 1-1 0 0,0-1 1 0 0,-1 1 0 0 0,1-1 0 0 0,-1 1-1 0 0,1-1 1 0 0,-1 1 0 0 0,1-1 0 0 0,-1 1-1 0 0,0 0 1 0 0,1-1 0 0 0,-1 1 0 0 0,0 0-1 0 0,1 1 1 0 0,-8 45 183 0 0,-7 60 162 0 0,-6-2-1 0 0,-42 139 1 0 0,45-196-296 0 0,3-2 12 0 0,-3-1 0 0 0,-1 0 0 0 0,-44 74 0 0 0,59-114-50 0 0,-1 0 0 0 0,0 0 0 0 0,0-1 0 0 0,-1 1-1 0 0,1-1 1 0 0,-1 0 0 0 0,0 0 0 0 0,0 0 0 0 0,0-1 0 0 0,-1 1-1 0 0,1-1 1 0 0,-1-1 0 0 0,0 1 0 0 0,0-1 0 0 0,0 0-1 0 0,0 0 1 0 0,-10 1 0 0 0,14-3-1 0 0,1 0 0 0 0,0 0-1 0 0,0 1 1 0 0,0-1 0 0 0,-1 0 0 0 0,1-1-1 0 0,0 1 1 0 0,0 0 0 0 0,0 0 0 0 0,0 0 0 0 0,-1-1-1 0 0,1 1 1 0 0,0-1 0 0 0,0 1 0 0 0,0-1-1 0 0,0 1 1 0 0,0-1 0 0 0,0 1 0 0 0,0-1 0 0 0,0 0-1 0 0,0 0 1 0 0,0 1 0 0 0,1-1 0 0 0,-1 0-1 0 0,-1-2 1 0 0,1 1 7 0 0,-1-1-1 0 0,1 0 1 0 0,0 1 0 0 0,1-1-1 0 0,-1 0 1 0 0,0 0-1 0 0,1 0 1 0 0,-1 1 0 0 0,1-1-1 0 0,0-4 1 0 0,1-5 39 0 0,0-1 1 0 0,0 1 0 0 0,6-17-1 0 0,0 1-11 0 0,2 1-1 0 0,1 1 0 0 0,1 0 0 0 0,2 1 0 0 0,0 0 0 0 0,1 0 1 0 0,2 2-1 0 0,0 0 0 0 0,2 0 0 0 0,0 2 0 0 0,35-31 0 0 0,-25 28-400 0 0,1 1 0 0 0,1 1 0 0 0,38-21 0 0 0,-31 23-1433 0 0,1 2 0 0 0,63-21 0 0 0,-61 27-1951 0 0,-1 1 284 0 0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3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1 1040 0 0,'0'0'9616'0'0,"-5"29"-7452"0"0,-6 0-918 0 0,1 0 320 0 0,-26 47 0 0 0,31-67-1776 0 0,0-1 1 0 0,0-1 0 0 0,-1 1 0 0 0,0-1 0 0 0,-12 11 0 0 0,18-17 101 0 0,-1-1 0 0 0,1 0 0 0 0,0 0-1 0 0,0 0 1 0 0,0 1 0 0 0,-1-1 0 0 0,1 0 0 0 0,0 0 0 0 0,0 0 0 0 0,0 1 0 0 0,-1-1 0 0 0,1 0 0 0 0,0 0 0 0 0,-1 0-1 0 0,1 0 1 0 0,0 0 0 0 0,0 0 0 0 0,-1 0 0 0 0,1 0 0 0 0,0 0 0 0 0,0 0 0 0 0,-1 0 0 0 0,1 0 0 0 0,0 0 0 0 0,-1 0-1 0 0,1 0 1 0 0,0 0 0 0 0,0 0 0 0 0,-1 0 0 0 0,1 0 0 0 0,0 0 0 0 0,-1 0 0 0 0,1 0 0 0 0,0 0 0 0 0,0 0 0 0 0,-1-1-1 0 0,1 1 1 0 0,0 0 0 0 0,0 0 0 0 0,0 0 0 0 0,-1-1 0 0 0,1 1 0 0 0,0 0 0 0 0,0 0 0 0 0,0-1 0 0 0,-1 1 0 0 0,1 0-1 0 0,0 0 1 0 0,0-1 0 0 0,0 1 0 0 0,0 0 0 0 0,0-1 0 0 0,-3-13-4907 0 0,3 13 5443 0 0,-1-3-3595 0 0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3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13 128 0 0,'0'0'1568'0'0,"0"-12"-1400"0"0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3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1 236 0 0,'-10'40'3717'0'0,"8"-31"-3230"0"0,1 1 1 0 0,-1-1-1 0 0,2 1 0 0 0,-1 0 1 0 0,1-1-1 0 0,1 1 0 0 0,0 0 0 0 0,4 16 1 0 0,-5-24-211 0 0,11 3 710 0 0,1-7-606 0 0,0-1-1 0 0,1 0 1 0 0,15-7 0 0 0,9-2 373 0 0,-35 11-535 0 0,2 2-173 0 0,-1 0 1 0 0,1 0-1 0 0,0 1 0 0 0,-1-1 1 0 0,1 1-1 0 0,-1 0 0 0 0,1 0 0 0 0,2 2 1 0 0,-5-3-40 0 0,27 27-110 0 0,-15-13-1571 0 0,3-1-3828 0 0,-5-9 2554 0 0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40 64 0 0,'7'-26'4183'0'0,"-3"13"3890"0"0,-22 49-7117 0 0,1 1 1 0 0,3 0 0 0 0,1 1-1 0 0,-14 68 1 0 0,-42 242-618 0 0,61-328-2325 0 0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4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0 563 56 0 0,'70'-32'1453'0'0,"116"-58"2072"0"0,-153 71-2695 0 0,-1-1-1 0 0,-1-1 1 0 0,43-40 0 0 0,-63 50-545 0 0,-1 0 0 0 0,-1-1 0 0 0,0 0 0 0 0,0 0 0 0 0,-1-1-1 0 0,-1-1 1 0 0,0 1 0 0 0,10-28 0 0 0,-14 32-24 0 0,0-1-1 0 0,0 1 1 0 0,-1-1-1 0 0,0 1 0 0 0,-1-1 1 0 0,0 0-1 0 0,-1 0 1 0 0,0 1-1 0 0,0-1 0 0 0,-1 0 1 0 0,0 0-1 0 0,-1 1 1 0 0,0-1-1 0 0,-5-15 0 0 0,6 24-231 0 0,0-1-1 0 0,1 1 1 0 0,-1 0-1 0 0,0 0 1 0 0,0 0-1 0 0,0-1 1 0 0,0 1 0 0 0,0 0-1 0 0,0 0 1 0 0,0 0-1 0 0,-1 0 1 0 0,1 1-1 0 0,0-1 1 0 0,0 0-1 0 0,-1 0 1 0 0,1 1-1 0 0,0-1 1 0 0,-1 1-1 0 0,1-1 1 0 0,-1 1-1 0 0,1 0 1 0 0,-1-1-1 0 0,1 1 1 0 0,-1 0-1 0 0,1 0 1 0 0,-1 0-1 0 0,1 0 1 0 0,-1 0-1 0 0,1 0 1 0 0,-1 1 0 0 0,1-1-1 0 0,0 0 1 0 0,-1 1-1 0 0,1-1 1 0 0,-1 1-1 0 0,1 0 1 0 0,0-1-1 0 0,-1 1 1 0 0,1 0-1 0 0,0 0 1 0 0,-2 2-1 0 0,-7 3 28 0 0,1 0-1 0 0,1 1 1 0 0,-1 0-1 0 0,-7 8 1 0 0,-4 8 116 0 0,0 0 1 0 0,1 2-1 0 0,2 0 0 0 0,0 1 1 0 0,2 1-1 0 0,-17 39 1 0 0,13-17 82 0 0,1 1 0 0 0,-19 96 1 0 0,30-108-85 0 0,1-1 0 0 0,-2 54 1 0 0,8-89-143 0 0,0-2-26 0 0,0 0 0 0 0,0 1 0 0 0,0-1 0 0 0,0 0 0 0 0,-1 0 0 0 0,1 0 0 0 0,0 0 0 0 0,0 0 0 0 0,0 1 0 0 0,0-1 0 0 0,0 0 0 0 0,0 0 0 0 0,0 0-1 0 0,0 0 1 0 0,0 1 0 0 0,0-1 0 0 0,0 0 0 0 0,0 0 0 0 0,0 0 0 0 0,0 1 0 0 0,0-1 0 0 0,0 0 0 0 0,0 0 0 0 0,0 0 0 0 0,0 1 0 0 0,0-1 0 0 0,0 0 0 0 0,0 0 0 0 0,0 0 0 0 0,0 0 0 0 0,0 1 0 0 0,0-1 0 0 0,0 0 0 0 0,0 0 0 0 0,0 0 0 0 0,1 0 0 0 0,-1 1-1 0 0,0-1 1 0 0,0 0 0 0 0,0 0 0 0 0,0 0 0 0 0,0 0 0 0 0,1 0 0 0 0,-1 0 0 0 0,0 0 0 0 0,0 1 0 0 0,0-1 0 0 0,0 0 0 0 0,1 0 0 0 0,-1 0 0 0 0,0 0 0 0 0,0 0 0 0 0,0 0 0 0 0,1 0 0 0 0,-1 0 0 0 0,0 0 0 0 0,0 0 0 0 0,0 0 0 0 0,2 0 3 0 0,-1 1 0 0 0,0-1-1 0 0,0 0 1 0 0,0 1 0 0 0,0-1 0 0 0,0 0 0 0 0,0 0 0 0 0,0 0 0 0 0,1 0 0 0 0,-1 0 0 0 0,0 0 0 0 0,0 0 0 0 0,0 0 0 0 0,0-1 0 0 0,0 1-1 0 0,2-1 1 0 0,5-3-2 0 0,1 1-1 0 0,-1 0 1 0 0,1 0-1 0 0,0 1 1 0 0,0 0 0 0 0,0 1-1 0 0,0-1 1 0 0,0 2-1 0 0,0-1 1 0 0,12 2-1 0 0,29 7-13 0 0,-4-1 2 0 0,83 4 0 0 0,-116-11 11 0 0,0-1 1 0 0,0 0-1 0 0,1 0 1 0 0,-1-2-1 0 0,-1 1 1 0 0,1-2-1 0 0,0 0 1 0 0,-1 0-1 0 0,0-1 1 0 0,23-13-1 0 0,-31 15-3 0 0,0-1 0 0 0,0 1 0 0 0,0-1 0 0 0,-1 1 0 0 0,1-1 0 0 0,-1 0 0 0 0,0-1 0 0 0,0 1 0 0 0,-1 0 0 0 0,1-1-1 0 0,2-6 1 0 0,-5 8-28 0 0,0 0 0 0 0,-1 1 0 0 0,1-1 0 0 0,0 1 0 0 0,-1-1 0 0 0,0 0 0 0 0,0 1 0 0 0,1-1 0 0 0,-1 1 0 0 0,-1-1 0 0 0,1 1 0 0 0,0 0 0 0 0,-1 0 0 0 0,1-1 0 0 0,-1 1 0 0 0,0 0 0 0 0,1 0 0 0 0,-5-3 0 0 0,-14-1-2329 0 0,5 4-6348 0 0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4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2 156 0 0,'15'3'1518'0'0,"-8"-1"-629"0"0,0 0 0 0 0,0 0-1 0 0,0-1 1 0 0,0 0 0 0 0,0 0-1 0 0,0-1 1 0 0,0 0-1 0 0,0 0 1 0 0,0-1 0 0 0,0 0-1 0 0,0 0 1 0 0,8-3 0 0 0,-1 2 1092 0 0,3-2-532 0 0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7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82 804 200 0 0,'-3'0'210'0'0,"-4"0"420"0"0,0 1 1 0 0,0 0-1 0 0,0 1 1 0 0,0-1-1 0 0,0 1 1 0 0,-9 4-1 0 0,15-5-44 0 0,-18 3 4183 0 0,200-105-3560 0 0,-123 64-760 0 0,63-55 0 0 0,-25 3-66 0 0,-67 57-254 0 0,-1-1 0 0 0,37-60 0 0 0,-44 60-62 0 0,-2-2 0 0 0,16-37 0 0 0,-31 62-46 0 0,0 0 0 0 0,0 0-1 0 0,-1-1 1 0 0,-1 1 0 0 0,1-1 0 0 0,-2 0-1 0 0,0 0 1 0 0,0 1 0 0 0,-1-1 0 0 0,0 0-1 0 0,0 0 1 0 0,-4-17 0 0 0,3 26-16 0 0,0-1 0 0 0,1 1 1 0 0,-1-1-1 0 0,0 0 0 0 0,0 1 0 0 0,-1 0 1 0 0,1-1-1 0 0,-1 1 0 0 0,1 0 0 0 0,-1 0 1 0 0,1-1-1 0 0,-1 1 0 0 0,0 1 1 0 0,0-1-1 0 0,0 0 0 0 0,0 0 0 0 0,-1 1 1 0 0,1-1-1 0 0,0 1 0 0 0,-1 0 0 0 0,1 0 1 0 0,-1-1-1 0 0,1 2 0 0 0,-1-1 0 0 0,1 0 1 0 0,-1 0-1 0 0,0 1 0 0 0,1 0 0 0 0,-1-1 1 0 0,0 1-1 0 0,-4 1 0 0 0,1-1 0 0 0,1 1-1 0 0,0 0 1 0 0,0 0-1 0 0,0 1 0 0 0,0-1 1 0 0,0 1-1 0 0,0 0 1 0 0,0 0-1 0 0,1 1 1 0 0,-1 0-1 0 0,1 0 0 0 0,0 0 1 0 0,-1 0-1 0 0,1 0 1 0 0,-5 7-1 0 0,0 2 3 0 0,0 0-1 0 0,1 0 1 0 0,1 1-1 0 0,0 0 0 0 0,0 0 1 0 0,1 1-1 0 0,1 0 1 0 0,1 0-1 0 0,0 0 1 0 0,0 1-1 0 0,2-1 1 0 0,-3 27-1 0 0,4 11 11 0 0,2 1 0 0 0,10 68 0 0 0,1 7 30 0 0,-12-114-36 0 0,1 20-12 0 0,-2-28 8 0 0,1 0-1 0 0,-2 0 0 0 0,1 0 0 0 0,-1 0 0 0 0,1 0 0 0 0,-2 0 0 0 0,-4 10 1 0 0,1-7 8 0 0,-1 0 12 0 0,7-9-27 0 0,0 0 1 0 0,0 0-1 0 0,0 0 1 0 0,0 0-1 0 0,1 0 1 0 0,-1 0-1 0 0,0 0 1 0 0,0 0-1 0 0,0 0 0 0 0,0 0 1 0 0,0 0-1 0 0,0 0 1 0 0,0 0-1 0 0,0 0 1 0 0,0 0-1 0 0,0 0 1 0 0,0 0-1 0 0,0 0 1 0 0,1 0-1 0 0,-1 0 1 0 0,0 0-1 0 0,0 0 1 0 0,0 0-1 0 0,0 0 0 0 0,0 0 1 0 0,0 0-1 0 0,0 0 1 0 0,0 0-1 0 0,0 0 1 0 0,0 0-1 0 0,0 0 1 0 0,0 0-1 0 0,0 1 1 0 0,0-1-1 0 0,0 0 1 0 0,0 0-1 0 0,0 0 0 0 0,1 0 1 0 0,-1 0-1 0 0,0 0 1 0 0,0 0-1 0 0,0 0 1 0 0,0 0-1 0 0,0 0 1 0 0,0 0-1 0 0,0 0 1 0 0,0 1-1 0 0,0-1 1 0 0,0 0-1 0 0,0 0 1 0 0,0 0-1 0 0,0 0 0 0 0,0 0 1 0 0,0 0-1 0 0,-1 0 1 0 0,1 0-1 0 0,226-84-136 0 0,-222 83 131 0 0,101-44-117 0 0,-92 38 110 0 0,-1 0 1 0 0,0 0 0 0 0,0-1 0 0 0,0-1 0 0 0,16-15 0 0 0,-24 20 4 0 0,2-5-3 0 0,-1-4-1 0 0,-6 14 15 0 0,1-1 0 0 0,-1 1-1 0 0,0 0 1 0 0,0 0 0 0 0,0 0-1 0 0,0-1 1 0 0,0 1 0 0 0,0 0-1 0 0,0-1 1 0 0,0 1 0 0 0,0-1-1 0 0,0 1 1 0 0,0-1 0 0 0,0 0-1 0 0,0 0 1 0 0,-1 1 0 0 0,1-1-1 0 0,0 0 1 0 0,0 0 0 0 0,0 0-1 0 0,0 0 1 0 0,0 0-1 0 0,-1 0 1 0 0,1 0 0 0 0,0-1-1 0 0,0 1 1 0 0,0 0 0 0 0,0 0-1 0 0,0-1 1 0 0,0 1 0 0 0,0-1-1 0 0,0 1 1 0 0,0-1 0 0 0,0 0-1 0 0,0 1 1 0 0,0-1 0 0 0,0 0-1 0 0,0 0 1 0 0,0 0 0 0 0,0 1-1 0 0,1-1 1 0 0,-1 0 0 0 0,0 0-1 0 0,1 0 1 0 0,-1 0 0 0 0,1 0-1 0 0,-1 0 1 0 0,1 0 0 0 0,-1 0-1 0 0,1-1 1 0 0,0 1 0 0 0,0 0-1 0 0,-1 0 1 0 0,1 0 0 0 0,0 0-1 0 0,0-1 1 0 0,0 1 0 0 0,0 0-1 0 0,0 0 1 0 0,1 0 0 0 0,-1 0-1 0 0,0 0 1 0 0,0-1 0 0 0,1 1-1 0 0,-1 0 1 0 0,1 0 0 0 0,-1 0-1 0 0,2-2 1 0 0,-4 7 5 0 0,1-1 1 0 0,0 0-1 0 0,0 1 0 0 0,0-1 1 0 0,0 1-1 0 0,0-1 0 0 0,0 1 1 0 0,1-1-1 0 0,0 1 0 0 0,0 0 1 0 0,0-1-1 0 0,0 1 0 0 0,1-1 1 0 0,-1 1-1 0 0,1-1 0 0 0,0 1 1 0 0,0-1-1 0 0,0 1 0 0 0,0-1 0 0 0,1 0 1 0 0,-1 1-1 0 0,1-1 0 0 0,0 0 1 0 0,3 3-1 0 0,2 6-387 0 0,1 0 0 0 0,0-1 0 0 0,1 0 1 0 0,0 0-1 0 0,12 10 0 0 0,2-4-1509 0 0,-9-8-3194 0 0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7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58 612 0 0,'0'0'754'0'0,"10"-5"361"0"0,-6 6 2000 0 0,8 20-1509 0 0,-12-19-1278 0 0,-18 30 1533 0 0,17-31-1681 0 0,0-1-155 0 0,1-1 1 0 0,0 1-1 0 0,0 0 0 0 0,0 0 1 0 0,0 0-1 0 0,0 0 0 0 0,-1 0 1 0 0,1 0-1 0 0,0-1 0 0 0,0 1 1 0 0,0 0-1 0 0,0 0 0 0 0,0 0 1 0 0,0 0-1 0 0,0-1 0 0 0,0 1 1 0 0,-1 0-1 0 0,1 0 0 0 0,0 0 1 0 0,0-1-1 0 0,0 1 0 0 0,0 0 1 0 0,0 0-1 0 0,0 0 0 0 0,0 0 1 0 0,0-1-1 0 0,0 1 1 0 0,0 0-1 0 0,0 0 0 0 0,0 0 1 0 0,1-1-1 0 0,-1 1 0 0 0,0 0 1 0 0,0 0-1 0 0,0 0 0 0 0,0 0 1 0 0,0-1-1 0 0,0 1 0 0 0,0 0 1 0 0,0 0-1 0 0,0 0 0 0 0,1 0 1 0 0,-1 0-1 0 0,0-1 0 0 0,0 1 1 0 0,0 0-1 0 0,0 0 0 0 0,1 0 1 0 0,-1 0-1 0 0,0 0 0 0 0,0 0 1 0 0,0 0-1 0 0,0 0 0 0 0,1 0 1 0 0,-1 0-1 0 0,0 0 0 0 0,0-1 1 0 0,20-17 282 0 0,29-19-249 0 0,-36 28-7 0 0,1 1-1 0 0,0 1 1 0 0,1 1 0 0 0,27-9 0 0 0,-40 15-48 0 0,1 1 0 0 0,0-1 1 0 0,-1 1-1 0 0,1 0 0 0 0,0 0 0 0 0,-1 0 0 0 0,1 0 0 0 0,-1 0 0 0 0,0 1 1 0 0,1-1-1 0 0,-1 1 0 0 0,0-1 0 0 0,0 1 0 0 0,2 2 0 0 0,-2-1 3 0 0,-1 1-1 0 0,0-1 0 0 0,1 1 0 0 0,-1-1 1 0 0,-1 0-1 0 0,1 1 0 0 0,-1 0 0 0 0,1-1 1 0 0,-1 1-1 0 0,0-1 0 0 0,0 1 0 0 0,0-1 1 0 0,-1 1-1 0 0,-1 6 0 0 0,2-9-17 0 0,-1 0 17 0 0,1 0 1 0 0,0 0 0 0 0,0 0-1 0 0,0 0 1 0 0,-1-1 0 0 0,1 1 0 0 0,0 0-1 0 0,0 0 1 0 0,0 0 0 0 0,0 0-1 0 0,0 0 1 0 0,1 0 0 0 0,-1-1 0 0 0,0 1-1 0 0,0 0 1 0 0,0 0 0 0 0,1 0 0 0 0,-1 0-1 0 0,0-1 1 0 0,1 1 0 0 0,-1 0-1 0 0,1 0 1 0 0,-1-1 0 0 0,1 1 0 0 0,-1 0-1 0 0,1-1 1 0 0,1 2 0 0 0,-1-1 4 0 0,24-6 24 0 0,33-12 117 0 0,-48 13-94 0 0,-1 0 1 0 0,1 1-1 0 0,0 1 0 0 0,0 0 1 0 0,0 0-1 0 0,0 0 0 0 0,0 2 0 0 0,0-1 1 0 0,0 1-1 0 0,18 2 0 0 0,-23 0-49 0 0,-1 0-1 0 0,0 0 1 0 0,0 0-1 0 0,0 0 1 0 0,0 0 0 0 0,-1 1-1 0 0,1 0 1 0 0,0 0-1 0 0,-1 0 1 0 0,0 0-1 0 0,0 0 1 0 0,3 5-1 0 0,13 11-2061 0 0,4-4-3859 0 0,-15-11 3107 0 0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9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128 518 504 0 0,'14'-27'6858'0'0,"-14"26"-6677"0"0,1 0 1 0 0,-1 1-1 0 0,1-1 0 0 0,-1 0 1 0 0,0 0-1 0 0,1 1 0 0 0,-1-1 1 0 0,0 0-1 0 0,0 0 0 0 0,0 0 1 0 0,0 1-1 0 0,0-1 0 0 0,0 0 1 0 0,0 0-1 0 0,0 0 0 0 0,0 1 1 0 0,0-1-1 0 0,0 0 0 0 0,0 0 0 0 0,0 0 1 0 0,-1 1-1 0 0,1-1 0 0 0,0 0 1 0 0,-1 0-1 0 0,1 1 0 0 0,0-1 1 0 0,-1 0-1 0 0,1 1 0 0 0,-1-2 1 0 0,-19-7 997 0 0,18 9-948 0 0,-22 2 340 0 0,-30 24 107 0 0,51-24-642 0 0,0 0-1 0 0,-1 0 1 0 0,1 0-1 0 0,1 0 1 0 0,-1 1-1 0 0,0-1 1 0 0,0 1-1 0 0,1 0 1 0 0,-1 0-1 0 0,1 0 1 0 0,0 0 0 0 0,0 0-1 0 0,0 0 1 0 0,-1 5-1 0 0,2-6-4 0 0,1 0-25 0 0,0-1 0 0 0,1 0 0 0 0,-1 1 0 0 0,1-1 0 0 0,-1 0 0 0 0,1 1 0 0 0,-1-1 0 0 0,1 0 0 0 0,0 0 0 0 0,-1 1 0 0 0,1-1 0 0 0,0 0 0 0 0,0 0 0 0 0,0 0 0 0 0,0 0 0 0 0,0 0 0 0 0,0 0 1 0 0,0 0-1 0 0,1 0 0 0 0,-1-1 0 0 0,0 1 0 0 0,0 0 0 0 0,1-1 0 0 0,-1 1 0 0 0,0-1 0 0 0,1 1 0 0 0,-1-1 0 0 0,0 0 0 0 0,1 1 0 0 0,-1-1 0 0 0,1 0 0 0 0,-1 0 0 0 0,0 0 0 0 0,1 0 0 0 0,-1 0 0 0 0,1-1 0 0 0,2 1 0 0 0,67-11 21 0 0,-56 7-8 0 0,3 5-139 0 0,-1 0 1 0 0,1 1-1 0 0,19 5 0 0 0,-29-5 34 0 0,27-1-313 0 0,20-15 38 0 0,-40 8 284 0 0,1-2 0 0 0,-2 1 1 0 0,19-13-1 0 0,-24 13 66 0 0,-1 0 0 0 0,0 0 0 0 0,0 0 0 0 0,7-10 0 0 0,-14 17 13 0 0,0-1 22 0 0,1 0-3 0 0,0-2-14 0 0,-1 2-5 0 0,0 0 3 0 0,1 0 22 0 0,0 3-38 0 0,6 9 19 0 0,-4 1 3 0 0,-1 0-1 0 0,-2-8-4 0 0,-1 0-1 0 0,2 0 1 0 0,-1 0-1 0 0,0 0 0 0 0,1 0 1 0 0,0 0-1 0 0,0 0 1 0 0,4 7-1 0 0,-3-8 4 0 0,-2-2 2 0 0,7 4 38 0 0,-7-5-46 0 0,-1 1-1 0 0,1-1 0 0 0,-1 1 0 0 0,1-1 0 0 0,-1 1 0 0 0,1-1 0 0 0,0 1 0 0 0,-1-1 1 0 0,1 0-1 0 0,-1 0 0 0 0,1 1 0 0 0,0-1 0 0 0,-1 0 0 0 0,1 0 0 0 0,0 0 1 0 0,-1 1-1 0 0,1-1 0 0 0,0 0 0 0 0,0 0 0 0 0,-1 0 0 0 0,1 0 0 0 0,0 0 0 0 0,-1-1 1 0 0,2 1-1 0 0,58-21 70 0 0,-40 11-63 0 0,-18 9-13 0 0,-1 0 0 0 0,1 0 0 0 0,-1 0 1 0 0,1 0-1 0 0,0 1 0 0 0,-1-1 0 0 0,1 0 0 0 0,0 1 0 0 0,0-1 1 0 0,-1 1-1 0 0,1 0 0 0 0,0-1 0 0 0,0 1 0 0 0,0 0 0 0 0,0 0 0 0 0,3 1 1 0 0,43 12-27 0 0,-47-13 29 0 0,8 3 2 0 0,0-1 1 0 0,0 0-1 0 0,0-1 0 0 0,0 1 1 0 0,0-2-1 0 0,0 1 1 0 0,0-1-1 0 0,0-1 0 0 0,0 0 1 0 0,0 0-1 0 0,0-1 0 0 0,0 0 1 0 0,11-4-1 0 0,-7 1 1 0 0,0-1 0 0 0,-1-1 0 0 0,0 1-1 0 0,0-2 1 0 0,-1 0 0 0 0,1 0 0 0 0,-2-1 0 0 0,11-11 0 0 0,-1-3 0 0 0,0 0 1 0 0,-2-1-1 0 0,0-1 1 0 0,-2-1-1 0 0,-1-1 1 0 0,-1 0-1 0 0,13-37 1 0 0,-19 47 49 0 0,-2 0 0 0 0,0-1 1 0 0,-1 1-1 0 0,0-1 0 0 0,-2-1 0 0 0,0 1 1 0 0,-1 0-1 0 0,0-25 0 0 0,-2 42-36 0 0,0 1 0 0 0,0-1 0 0 0,0 0 0 0 0,0 1 0 0 0,0-1 0 0 0,0 1 0 0 0,0-1 0 0 0,0 1 0 0 0,-1-1 0 0 0,1 1 0 0 0,0-1 0 0 0,0 1 1 0 0,0-1-1 0 0,-1 1 0 0 0,1-1 0 0 0,0 1 0 0 0,-1-1 0 0 0,1 1 0 0 0,0-1 0 0 0,-1 1 0 0 0,1-1 0 0 0,-1 1 0 0 0,1 0 0 0 0,0-1 0 0 0,-1 1 0 0 0,1 0 0 0 0,-1-1 0 0 0,1 1 0 0 0,-1 0 0 0 0,1 0 0 0 0,-1-1 0 0 0,1 1 0 0 0,-1 0 0 0 0,0 0 0 0 0,1 0 0 0 0,-1 0 0 0 0,0 0 0 0 0,-24 12 270 0 0,-14 26-29 0 0,33-28-226 0 0,0-1 0 0 0,1 0 1 0 0,1 1-1 0 0,-1 0 0 0 0,2 0 0 0 0,-1 1 0 0 0,1-1 0 0 0,1 1 0 0 0,0-1 1 0 0,1 1-1 0 0,0 0 0 0 0,0 0 0 0 0,1-1 0 0 0,0 1 0 0 0,4 21 0 0 0,-1-15-7 0 0,0-1 1 0 0,2 1-1 0 0,-1-1 0 0 0,2 1 0 0 0,0-1 0 0 0,1-1 0 0 0,1 1 0 0 0,0-1 0 0 0,15 19 1 0 0,-20-31-76 0 0,0 1 1 0 0,0 0 0 0 0,1-1 0 0 0,-1 0 0 0 0,1 0 0 0 0,0 0 0 0 0,0 0 0 0 0,0-1 0 0 0,0 1 0 0 0,1-1 0 0 0,-1 0-1 0 0,1 0 1 0 0,7 2 0 0 0,14 0-3275 0 0,3-2-4093 0 0,-10-2 4125 0 0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9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12 1000 0 0,'6'-11'6055'0'0,"-15"10"-914"0"0,-16 8-2132 0 0,24-6-3565 0 0,0-1 593 0 0,1 0 0 0 0,-1 1-1 0 0,0-1 1 0 0,1 1 0 0 0,-1-1 0 0 0,0 1 0 0 0,1 0 0 0 0,-1-1 0 0 0,1 1 0 0 0,-1-1-1 0 0,1 1 1 0 0,-1 0 0 0 0,1-1 0 0 0,0 1 0 0 0,-1 0 0 0 0,1 0 0 0 0,0-1-1 0 0,0 1 1 0 0,-1 0 0 0 0,1 0 0 0 0,0 0 0 0 0,0-1 0 0 0,0 1 0 0 0,0 0-1 0 0,0 0 1 0 0,0 0 0 0 0,0-1 0 0 0,0 1 0 0 0,0 0 0 0 0,0 0 0 0 0,1 0 0 0 0,7 24 586 0 0,-6-22-580 0 0,0 1-31 0 0,0 1 0 0 0,0-1 0 0 0,0 0 0 0 0,1-1 0 0 0,0 1 0 0 0,0 0-1 0 0,0-1 1 0 0,0 1 0 0 0,0-1 0 0 0,1 0 0 0 0,0 0 0 0 0,-1 0 0 0 0,1-1 0 0 0,0 1 0 0 0,0-1 0 0 0,1 0 0 0 0,-1 0 0 0 0,0-1 0 0 0,1 1 0 0 0,-1-1 0 0 0,1 0 0 0 0,-1 0 0 0 0,1 0 0 0 0,-1-1-1 0 0,8 1 1 0 0,-3-1-554 0 0,1 0-1 0 0,0 0 1 0 0,-1 0 0 0 0,1-1-1 0 0,0-1 1 0 0,-1 0-1 0 0,1 0 1 0 0,-1-1-1 0 0,0 0 1 0 0,17-8-1 0 0,-1-5-4829 0 0,-14 4 2298 0 0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39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39 708 0 0,'-1'0'244'0'0,"-1"0"1"0"0,1-1-1 0 0,0 1 0 0 0,-1 0 0 0 0,1 0 1 0 0,0 0-1 0 0,0-1 0 0 0,-1 1 1 0 0,1-1-1 0 0,0 1 0 0 0,0-1 0 0 0,0 1 1 0 0,0-1-1 0 0,-1 0 0 0 0,1 0 0 0 0,0 1 1 0 0,0-1-1 0 0,-1-1 0 0 0,2 1-149 0 0,1 0 0 0 0,-1 1-1 0 0,0-1 1 0 0,1 0-1 0 0,-1 1 1 0 0,0-1 0 0 0,1 1-1 0 0,-1-1 1 0 0,1 1 0 0 0,-1-1-1 0 0,1 1 1 0 0,-1-1 0 0 0,1 1-1 0 0,0 0 1 0 0,-1-1 0 0 0,1 1-1 0 0,-1 0 1 0 0,1-1 0 0 0,0 1-1 0 0,-1 0 1 0 0,1 0 0 0 0,0-1-1 0 0,0 1 1 0 0,56-12 1321 0 0,126 7 258 0 0,-59 6-4905 0 0,-98-1 399 0 0,-2-1 216 0 0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0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81 1532 0 0,'-1'-1'376'0'0,"0"0"1"0"0,-1 1-1 0 0,1-1 0 0 0,-1 0 0 0 0,1 0 1 0 0,0 0-1 0 0,0 0 0 0 0,-1 0 0 0 0,1 0 1 0 0,0 0-1 0 0,0 0 0 0 0,0 0 0 0 0,0-1 1 0 0,0 1-1 0 0,1 0 0 0 0,-1-1 0 0 0,0 1 1 0 0,0 0-1 0 0,1-1 0 0 0,-1 1 0 0 0,1-1 1 0 0,0 0-1 0 0,-1 1 0 0 0,1-1 0 0 0,0 1 1 0 0,0-3-1 0 0,-2-8 1300 0 0,1 10-797 0 0,8-17 1689 0 0,4 7-4577 0 0,-5 11 415 0 0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1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4 588 164 0 0,'0'0'3171'0'0,"-3"8"2800"0"0,7-6-5910 0 0,1 0 1 0 0,1-1 0 0 0,-1 1 0 0 0,0-1 0 0 0,0 0 0 0 0,0 0 0 0 0,1-1 0 0 0,-1 0 0 0 0,0 0 0 0 0,1 0 0 0 0,-1 0 0 0 0,0-1 0 0 0,1 0-1 0 0,-1 0 1 0 0,0 0 0 0 0,5-3 0 0 0,14-4 31 0 0,-1-2 0 0 0,28-16 0 0 0,-15 7-28 0 0,-8 5-35 0 0,-1-2 0 0 0,-1-1-1 0 0,0-1 1 0 0,-1-2-1 0 0,-1 0 1 0 0,25-28 0 0 0,-28 26-15 0 0,-2-1 1 0 0,0-1-1 0 0,23-39 1 0 0,-36 50-14 0 0,0 0 0 0 0,0 1 0 0 0,-1-2 0 0 0,-1 1 0 0 0,0-1 0 0 0,-1 1 0 0 0,-1-1 0 0 0,0 0 0 0 0,1-25 0 0 0,-3 33 56 0 0,0 0 0 0 0,0 0 0 0 0,0 0 0 0 0,0 0 0 0 0,-1 0 1 0 0,0 0-1 0 0,0 0 0 0 0,-1 0 0 0 0,0 0 0 0 0,0 0 0 0 0,0 1 0 0 0,-1-1 1 0 0,-3-6-1 0 0,5 11 63 0 0,-5 4-41 0 0,-5 4-19 0 0,0 1-1 0 0,0 0 1 0 0,1 1-1 0 0,0 0 0 0 0,1 1 1 0 0,0 0-1 0 0,0 1 1 0 0,1-1-1 0 0,1 2 1 0 0,-10 16-1 0 0,-2 8 154 0 0,1 1 0 0 0,-16 52-1 0 0,-5 48 359 0 0,6 2 0 0 0,-26 249 0 0 0,55-357-469 0 0,-2-1 1 0 0,-1 1 0 0 0,-1-1-1 0 0,-25 56 1 0 0,31-82-80 0 0,2-4-65 0 0,-1 1 0 0 0,1 0 0 0 0,-1-1-1 0 0,1 1 1 0 0,0-1 0 0 0,-1 1 0 0 0,0-1 0 0 0,1 1 0 0 0,-1 0 0 0 0,1-1 0 0 0,-1 0 0 0 0,1 1 0 0 0,-1-1 0 0 0,0 1 0 0 0,0-1 0 0 0,1 0 0 0 0,-1 1 0 0 0,0-1 0 0 0,1 0-1 0 0,-1 0 1 0 0,0 0 0 0 0,0 0 0 0 0,1 1 0 0 0,-1-1 0 0 0,0 0 0 0 0,0 0 0 0 0,1-1 0 0 0,-1 1 0 0 0,0 0 0 0 0,0 0 0 0 0,0 0 0 0 0,1 0 0 0 0,-1-1 0 0 0,0 1-1 0 0,1 0 1 0 0,-1 0 0 0 0,0-1 0 0 0,1 1 0 0 0,-1-1 0 0 0,0 1 0 0 0,1-1 0 0 0,-1 1 0 0 0,1-1 0 0 0,-2 0 0 0 0,-15-27-2020 0 0,9-10-4246 0 0,5 25 3292 0 0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0:42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72 416,'13'-7'544,"1"-1"1,-1 2-1,1 0 1,1 0-1,-1 1 1,18-3-1,91-13 1286,-107 19-1542,0 0 0,0 2 1,-1-1-1,1 2 1,0 0-1,0 1 0,29 8 1,-40-9-193,0 1 0,-1-1 1,1 1-1,-1 1 1,1-1-1,-1 0 0,0 1 1,0 0-1,0 0 0,0 0 1,-1 1-1,1-1 0,-1 1 1,0 0-1,0 0 0,0 0 1,-1 0-1,1 0 0,-1 1 1,0-1-1,0 1 1,-1 0-1,1-1 0,-1 1 1,0 0-1,0 0 0,-1 0 1,1 0-1,-1 6 0,0-5 0,1-1 0,-1 1-1,-1-1 1,1 1-1,-1-1 1,0 1-1,0-1 1,0 0 0,-1 1-1,0-1 1,0 0-1,0 0 1,-4 5-1,5-9-354,-13-20-7355,11 6 4959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2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34 152 0 0,'1'-3'1392'0'0,"5"-17"872"0"0,-4 14-1315 0 0,-2 1 2599 0 0,3 9-4209 0 0,5 7 625 0 0,-5-2-3877 0 0,1 6 1830 0 0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3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2 525 440 0 0,'0'0'649'0'0,"-1"33"4472"0"0,2-31-4720 0 0,1-1-285 0 0,1-1 0 0 0,0 0 0 0 0,-1 1 0 0 0,1-1 0 0 0,-1 0 0 0 0,1 0 0 0 0,0-1 0 0 0,-1 1 0 0 0,1 0 0 0 0,-1-1 0 0 0,1 0 0 0 0,-1 1 0 0 0,1-1 0 0 0,2-2 0 0 0,13-5 84 0 0,0 0-1 0 0,-1-2 1 0 0,-1 0 0 0 0,1-1-1 0 0,-2 0 1 0 0,16-15-1 0 0,-24 19-98 0 0,1 0 0 0 0,-1-1-1 0 0,0 0 1 0 0,0-1 0 0 0,-1 1 0 0 0,-1-1-1 0 0,1 0 1 0 0,-1-1 0 0 0,-1 1-1 0 0,0-1 1 0 0,0 0 0 0 0,5-20 0 0 0,-9 29-82 0 0,0 0 0 0 0,1-1 0 0 0,-1 1 0 0 0,0 0 0 0 0,0 0 0 0 0,0 0 1 0 0,0 0-1 0 0,0 0 0 0 0,0-1 0 0 0,0 1 0 0 0,0 0 0 0 0,0 0 0 0 0,-1 0 0 0 0,1 0 1 0 0,0 0-1 0 0,-1-1 0 0 0,1 1 0 0 0,-1 0 0 0 0,1 0 0 0 0,-1 0 0 0 0,0 0 0 0 0,1 0 0 0 0,-1 0 1 0 0,0 1-1 0 0,0-1 0 0 0,1 0 0 0 0,-1 0 0 0 0,0 0 0 0 0,0 1 0 0 0,0-1 0 0 0,0 0 1 0 0,0 1-1 0 0,0-1 0 0 0,0 1 0 0 0,0-1 0 0 0,0 1 0 0 0,-1 0 0 0 0,1-1 0 0 0,0 1 1 0 0,0 0-1 0 0,0 0 0 0 0,0 0 0 0 0,0 0 0 0 0,-1 0 0 0 0,1 0 0 0 0,-2 0 0 0 0,2 0-7 0 0,-1 1 0 0 0,0-1-1 0 0,0 0 1 0 0,1 1 0 0 0,-1-1-1 0 0,0 1 1 0 0,1 0-1 0 0,-1-1 1 0 0,1 1 0 0 0,-1 0-1 0 0,1 0 1 0 0,-1 0-1 0 0,1 0 1 0 0,0 0 0 0 0,-1 1-1 0 0,1-1 1 0 0,0 0-1 0 0,0 0 1 0 0,0 1 0 0 0,0-1-1 0 0,0 1 1 0 0,0-1 0 0 0,0 1-1 0 0,1-1 1 0 0,-1 1-1 0 0,0 0 1 0 0,1-1 0 0 0,-1 1-1 0 0,1 0 1 0 0,-1 3-1 0 0,1-2-2 0 0,0 0-1 0 0,1 0 0 0 0,-1 0 0 0 0,0 0 0 0 0,1 0 0 0 0,0 0 0 0 0,0 0 0 0 0,0 0 1 0 0,0 0-1 0 0,0 0 0 0 0,0 0 0 0 0,1 0 0 0 0,-1-1 0 0 0,1 1 0 0 0,0-1 0 0 0,0 1 1 0 0,0-1-1 0 0,0 0 0 0 0,0 1 0 0 0,1-1 0 0 0,3 2 0 0 0,-1-1-1 0 0,1 0 0 0 0,0 0-1 0 0,0 0 1 0 0,0-1 0 0 0,0 0 0 0 0,1 0-1 0 0,-1-1 1 0 0,0 0 0 0 0,1 0 0 0 0,6 0-1 0 0,3-1-2 0 0,0 0 0 0 0,0-1-1 0 0,0-1 1 0 0,0 0-1 0 0,-1-1 1 0 0,1-1 0 0 0,-1 0-1 0 0,18-8 1 0 0,-18 4-7 0 0,0-1 1 0 0,0 0-1 0 0,0-1 1 0 0,-2-1-1 0 0,1 0 1 0 0,-1-1-1 0 0,-1 0 0 0 0,0-1 1 0 0,-1 0-1 0 0,18-28 1 0 0,-21 29 66 0 0,-1-1 1 0 0,0 0-1 0 0,-1 0 1 0 0,-1 0-1 0 0,0 0 1 0 0,-1-1 0 0 0,0 0-1 0 0,-1 0 1 0 0,0 0-1 0 0,-2-1 1 0 0,1 1-1 0 0,-2 0 1 0 0,-1-22-1 0 0,1 34-32 0 0,0 0 0 0 0,0 1-1 0 0,0-1 1 0 0,0 1 0 0 0,0-1 0 0 0,0 1-1 0 0,0-1 1 0 0,-1 1 0 0 0,1-1 0 0 0,-1 1-1 0 0,1 0 1 0 0,-1-1 0 0 0,0 1-1 0 0,1-1 1 0 0,-1 1 0 0 0,0 0 0 0 0,0 0-1 0 0,0-1 1 0 0,0 1 0 0 0,0 0 0 0 0,0 0-1 0 0,-2-1 1 0 0,2 2-17 0 0,0 0 0 0 0,0 1 0 0 0,0-1 0 0 0,0 0 0 0 0,-1 1 0 0 0,1-1 0 0 0,0 1 0 0 0,0-1 0 0 0,0 1 0 0 0,1 0 0 0 0,-1 0 0 0 0,0-1 0 0 0,0 1 0 0 0,0 0 0 0 0,0 0 0 0 0,1 0 0 0 0,-1 0 0 0 0,0 0 0 0 0,1 0 0 0 0,-1 0 0 0 0,0 1 0 0 0,-5 9 29 0 0,0 0 0 0 0,1 0 1 0 0,0 0-1 0 0,-3 16 0 0 0,5 0 13 0 0,1 0 0 0 0,1 0 0 0 0,1 0 0 0 0,8 48 0 0 0,-5-50 42 0 0,1 0 0 0 0,2-1-1 0 0,0 1 1 0 0,15 35-1 0 0,-14-46-565 0 0,0 1 0 0 0,1-1 0 0 0,10 15 0 0 0,-11-21-834 0 0,-1 0 0 0 0,2 0-1 0 0,-1 0 1 0 0,1-1 0 0 0,12 10 0 0 0,-5-8-1996 0 0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3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166 380 720 0 0,'-14'-7'2498'0'0,"11"6"-2325"0"0,0-1-1 0 0,-1 1 0 0 0,1 0 0 0 0,0-1 0 0 0,-1 2 1 0 0,1-1-1 0 0,-1 0 0 0 0,1 1 0 0 0,-1-1 1 0 0,1 1-1 0 0,-1 0 0 0 0,1 0 0 0 0,-1 0 1 0 0,1 1-1 0 0,-1-1 0 0 0,1 1 0 0 0,-1 0 0 0 0,1 0 1 0 0,0 0-1 0 0,0 0 0 0 0,-1 1 0 0 0,1-1 1 0 0,0 1-1 0 0,0 0 0 0 0,0 0 0 0 0,-3 3 1 0 0,0 0 5 0 0,1-1 0 0 0,0 2 0 0 0,0-1 0 0 0,0 1 0 0 0,1-1 0 0 0,0 1 0 0 0,0 0 0 0 0,0 1 0 0 0,1-1 0 0 0,0 1 0 0 0,-5 13 1 0 0,8-18-154 0 0,-1 0 1 0 0,1 0-1 0 0,-1-1 1 0 0,1 1 0 0 0,0 0-1 0 0,0 0 1 0 0,0 0 0 0 0,0-1-1 0 0,0 1 1 0 0,0 0 0 0 0,0 0-1 0 0,1 0 1 0 0,-1 0-1 0 0,1-1 1 0 0,-1 1 0 0 0,1 0-1 0 0,0-1 1 0 0,0 1 0 0 0,0 0-1 0 0,-1-1 1 0 0,2 1 0 0 0,-1-1-1 0 0,0 1 1 0 0,0-1-1 0 0,0 0 1 0 0,1 1 0 0 0,-1-1-1 0 0,0 0 1 0 0,1 0 0 0 0,-1 0-1 0 0,1 0 1 0 0,0 0 0 0 0,-1 0-1 0 0,1-1 1 0 0,0 1-1 0 0,-1 0 1 0 0,1-1 0 0 0,0 1-1 0 0,3-1 1 0 0,5 2 32 0 0,-1 0 1 0 0,1-1-1 0 0,-1 0 0 0 0,1-1 1 0 0,15-1-1 0 0,-16-1-44 0 0,-1 0-1 0 0,0 0 0 0 0,1-1 1 0 0,-1 0-1 0 0,0-1 1 0 0,-1 1-1 0 0,1-2 1 0 0,-1 1-1 0 0,1-1 1 0 0,-1 0-1 0 0,-1 0 1 0 0,1-1-1 0 0,-1 0 1 0 0,0 0-1 0 0,10-14 1 0 0,-1 1 4 0 0,-1-2 0 0 0,-1 1 0 0 0,-1-2-1 0 0,13-31 1 0 0,30-94-43 0 0,-51 130 105 0 0,1 1 0 0 0,-2-1 0 0 0,-1 0-1 0 0,0 0 1 0 0,-1 0 0 0 0,0 0 0 0 0,-3-20 0 0 0,2 36-68 0 0,0 1-1 0 0,-1-1 1 0 0,1 1 0 0 0,0-1-1 0 0,0 1 1 0 0,0 0 0 0 0,-1-1 0 0 0,1 1-1 0 0,0-1 1 0 0,-1 1 0 0 0,1 0 0 0 0,0-1-1 0 0,-1 1 1 0 0,1 0 0 0 0,0-1 0 0 0,-1 1-1 0 0,1 0 1 0 0,-1-1 0 0 0,1 1 0 0 0,0 0-1 0 0,-1 0 1 0 0,1 0 0 0 0,-1 0 0 0 0,1-1-1 0 0,-1 1 1 0 0,1 0 0 0 0,-1 0 0 0 0,1 0-1 0 0,-1 0 1 0 0,1 0 0 0 0,-1 0-1 0 0,1 0 1 0 0,-1 0 0 0 0,1 0 0 0 0,-1 0-1 0 0,1 0 1 0 0,-1 1 0 0 0,1-1 0 0 0,0 0-1 0 0,-1 0 1 0 0,1 0 0 0 0,-1 1 0 0 0,1-1-1 0 0,-1 0 1 0 0,1 0 0 0 0,0 1 0 0 0,-1-1-1 0 0,1 0 1 0 0,0 1 0 0 0,-1-1 0 0 0,1 0-1 0 0,0 1 1 0 0,-1-1 0 0 0,1 1 0 0 0,-28 28 40 0 0,20-14-15 0 0,1 0 0 0 0,0 1 1 0 0,0 0-1 0 0,2 0 0 0 0,0 0 0 0 0,1 0 0 0 0,1 1 1 0 0,0 0-1 0 0,1 0 0 0 0,1 33 0 0 0,2-24-253 0 0,1 0-1 0 0,1 0 1 0 0,2 0 0 0 0,0 0-1 0 0,2 0 1 0 0,13 32-1 0 0,-14-42-368 0 0,2-1 0 0 0,0 0 0 0 0,14 19 0 0 0,17 13-3863 0 0,-11-21 1576 0 0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10 642 348 0 0,'0'0'1900'0'0,"-10"-18"1399"0"0,11 11-3012 0 0,1 0 0 0 0,0 0 0 0 0,0 0 0 0 0,1 0 0 0 0,0 0 0 0 0,0 1 0 0 0,0-1 0 0 0,1 1 0 0 0,0 0 1 0 0,0 0-1 0 0,1 0 0 0 0,0 1 0 0 0,9-9 0 0 0,13-12 272 0 0,42-29 1 0 0,-55 44-339 0 0,10-7-56 0 0,1 2 1 0 0,0 0 0 0 0,1 2 0 0 0,1 0-1 0 0,30-10 1 0 0,-45 20-129 0 0,0 0 0 0 0,0 1 1 0 0,0 0-1 0 0,1 0 0 0 0,-1 1 0 0 0,1 1 1 0 0,-1 0-1 0 0,1 1 0 0 0,0 1 0 0 0,-1 0 1 0 0,1 0-1 0 0,-1 1 0 0 0,1 1 0 0 0,17 5 0 0 0,-27-6-30 0 0,1 0-1 0 0,-1-1 0 0 0,1 1 0 0 0,-1 1 0 0 0,0-1 0 0 0,0 0 0 0 0,0 1 0 0 0,0-1 0 0 0,0 1 0 0 0,0 0 0 0 0,-1 0 1 0 0,1 0-1 0 0,-1 1 0 0 0,0-1 0 0 0,0 0 0 0 0,0 1 0 0 0,-1-1 0 0 0,1 1 0 0 0,-1 0 0 0 0,0 0 0 0 0,0-1 0 0 0,0 1 1 0 0,0 0-1 0 0,-1 0 0 0 0,1 0 0 0 0,-1 0 0 0 0,0 0 0 0 0,-1 0 0 0 0,1 0 0 0 0,0 0 0 0 0,-1-1 0 0 0,-2 8 0 0 0,1-2 3 0 0,-1 0 0 0 0,0 0 0 0 0,0 0 0 0 0,-1 0 0 0 0,0-1 0 0 0,-1 0 0 0 0,1 0 0 0 0,-2 0 0 0 0,1 0 0 0 0,-1-1 0 0 0,0 0 0 0 0,-12 10 1 0 0,-10 9 152 0 0,79-49-149 0 0,-2-2 0 0 0,0-3-1 0 0,-2-1 1 0 0,46-38 0 0 0,-81 56 90 0 0,0 0 1 0 0,-1 0 0 0 0,-1-1 0 0 0,11-15-1 0 0,-18 24 26 0 0,-2 1-18 0 0,-1 2-90 0 0,0 0 0 0 0,1-1 1 0 0,-1 1-1 0 0,0-1 1 0 0,0 1-1 0 0,0 0 1 0 0,1-1-1 0 0,-1 1 0 0 0,0 0 1 0 0,1-1-1 0 0,-1 1 1 0 0,0 0-1 0 0,0-1 1 0 0,1 1-1 0 0,-1 0 0 0 0,1 0 1 0 0,-1-1-1 0 0,0 1 1 0 0,1 0-1 0 0,-1 0 1 0 0,1 0-1 0 0,-1 0 1 0 0,0 0-1 0 0,1-1 0 0 0,-1 1 1 0 0,1 0-1 0 0,-1 0 1 0 0,1 0-1 0 0,-1 0 1 0 0,1 0-1 0 0,-1 0 0 0 0,0 0 1 0 0,1 1-1 0 0,-1-1 1 0 0,1 0-1 0 0,-1 0 1 0 0,0 0-1 0 0,1 0 0 0 0,-1 0 1 0 0,1 1-1 0 0,-1-1 1 0 0,-3 14 13 0 0,1-5 0 0 0,0 0-1 0 0,0-1 0 0 0,1 1 1 0 0,0 0-1 0 0,1 15 1 0 0,1-20-17 0 0,-1 0 1 0 0,1 0 0 0 0,0 0-1 0 0,1 0 1 0 0,-1 0 0 0 0,1 0 0 0 0,-1 0-1 0 0,1-1 1 0 0,0 1 0 0 0,0 0-1 0 0,1-1 1 0 0,-1 0 0 0 0,1 1 0 0 0,0-1-1 0 0,0 0 1 0 0,0 0 0 0 0,5 3-1 0 0,-5-5-81 0 0,0 1 0 0 0,0-1 0 0 0,0 0-1 0 0,1 0 1 0 0,-1-1 0 0 0,0 1 0 0 0,0-1-1 0 0,1 1 1 0 0,-1-1 0 0 0,0 0 0 0 0,1 0-1 0 0,4-1 1 0 0,39-7-2018 0 0,9-7-317 0 0,51-16-752 0 0,-95 27 3428 0 0,-1-1 0 0 0,0-1 0 0 0,20-13 3690 0 0,-35 21-3356 0 0,-8 8-871 0 0,8-6 388 0 0,24 30 422 0 0,-15-32-533 0 0,0 0 1 0 0,0 0-1 0 0,0-1 0 0 0,1 1 0 0 0,-1-1 0 0 0,1-1 1 0 0,-1 1-1 0 0,0-1 0 0 0,1 0 0 0 0,-1 0 1 0 0,1 0-1 0 0,-1-1 0 0 0,1 0 0 0 0,-1 0 0 0 0,0 0 1 0 0,0-1-1 0 0,1 0 0 0 0,-1 0 0 0 0,0 0 0 0 0,-1-1 1 0 0,1 1-1 0 0,0-1 0 0 0,4-4 0 0 0,9-5 9 0 0,-1-1 1 0 0,0 0-1 0 0,-1-2 0 0 0,22-24 0 0 0,-27 26-23 0 0,-1 0 0 0 0,-1 0 1 0 0,0-1-1 0 0,0-1 0 0 0,-2 1 0 0 0,12-31 0 0 0,-7 5-1 0 0,10-58 0 0 0,-14 59 1 0 0,-7 38 16 0 0,-1-1 1 0 0,1 1-1 0 0,-1-1 0 0 0,1 0 0 0 0,-1 1 1 0 0,0-1-1 0 0,0 0 0 0 0,0 0 0 0 0,0 1 1 0 0,0-1-1 0 0,0 0 0 0 0,0 1 0 0 0,0-1 0 0 0,0 0 1 0 0,-1 0-1 0 0,1 1 0 0 0,-1-1 0 0 0,-1-2 1 0 0,1 4-9 0 0,0 0 0 0 0,0 0 0 0 0,1 0 0 0 0,-1 0 0 0 0,0 0 1 0 0,0 0-1 0 0,0 0 0 0 0,0 1 0 0 0,0-1 0 0 0,1 0 0 0 0,-1 0 1 0 0,0 1-1 0 0,0-1 0 0 0,0 1 0 0 0,1-1 0 0 0,-1 1 0 0 0,0-1 1 0 0,1 1-1 0 0,-1-1 0 0 0,0 1 0 0 0,1 0 0 0 0,-1-1 1 0 0,1 1-1 0 0,-2 1 0 0 0,-3 4 22 0 0,-1 1 1 0 0,1 0-1 0 0,0 0 1 0 0,1 0-1 0 0,0 0 1 0 0,-6 15-1 0 0,7-12-11 0 0,0 1 0 0 0,1 0 0 0 0,1 0 1 0 0,0 1-1 0 0,0-1 0 0 0,1 0 0 0 0,1 0 0 0 0,0 0 0 0 0,0 0 0 0 0,1 0 0 0 0,0 0 0 0 0,1 0 0 0 0,7 18 0 0 0,-6-21-6 0 0,1 0-1 0 0,-1-1 1 0 0,1 1 0 0 0,0-1 0 0 0,1 0-1 0 0,-1 0 1 0 0,2-1 0 0 0,-1 0-1 0 0,1 0 1 0 0,0 0 0 0 0,0-1-1 0 0,0 0 1 0 0,1 0 0 0 0,-1-1 0 0 0,1 0-1 0 0,0 0 1 0 0,13 3 0 0 0,39 11-401 0 0,-18-6-2931 0 0,-14-4-2431 0 0,-13-4 2742 0 0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5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87 288 0 0,'3'-7'828'0'0,"0"1"167"0"0,-1 1-1 0 0,0 0 1 0 0,0-1 0 0 0,0 1-1 0 0,-1-1 1 0 0,1 0 0 0 0,-2 1-1 0 0,1-1 1 0 0,0-11-1 0 0,-2 15-407 0 0,-9-3 758 0 0,10 4-1308 0 0,-1 1 0 0 0,1-1 0 0 0,-1 1 0 0 0,1 0 0 0 0,-1-1 0 0 0,0 1 0 0 0,1 0 0 0 0,-1-1 0 0 0,0 1 0 0 0,1 0 0 0 0,-1-1 0 0 0,0 1 0 0 0,1 0 0 0 0,-1 0 0 0 0,0 0 0 0 0,1 0 0 0 0,-1 0 0 0 0,0 0 0 0 0,1 0 0 0 0,-1 0 0 0 0,0 0 0 0 0,1 0 0 0 0,-1 0 0 0 0,0 0 0 0 0,1 0 0 0 0,-1 1 0 0 0,0-1 0 0 0,1 0 0 0 0,-1 1 0 0 0,-1 0 0 0 0,-10 5 328 0 0,1 2 0 0 0,0 0-1 0 0,-18 17 1 0 0,26-23-330 0 0,1 0 1 0 0,0 0-1 0 0,-1 0 0 0 0,1 1 0 0 0,0 0 1 0 0,0-1-1 0 0,1 1 0 0 0,-1 0 1 0 0,0 0-1 0 0,1 0 0 0 0,0 0 0 0 0,0 0 1 0 0,0 0-1 0 0,0 0 0 0 0,0 0 1 0 0,1 0-1 0 0,-1 0 0 0 0,1 1 0 0 0,0-1 1 0 0,0 0-1 0 0,0 0 0 0 0,0 1 1 0 0,1 2-1 0 0,0-4-22 0 0,-1 0 0 0 0,1 0 0 0 0,0 0 0 0 0,0 0 1 0 0,0-1-1 0 0,1 1 0 0 0,-1 0 0 0 0,0-1 0 0 0,0 1 0 0 0,1-1 0 0 0,-1 1 0 0 0,1-1 1 0 0,0 0-1 0 0,-1 1 0 0 0,1-1 0 0 0,0 0 0 0 0,-1 0 0 0 0,1-1 0 0 0,0 1 1 0 0,0 0-1 0 0,0 0 0 0 0,0-1 0 0 0,0 1 0 0 0,0-1 0 0 0,0 0 0 0 0,0 0 1 0 0,0 1-1 0 0,0-1 0 0 0,0 0 0 0 0,0-1 0 0 0,0 1 0 0 0,0 0 0 0 0,0-1 0 0 0,0 1 1 0 0,4-2-1 0 0,9-3 10 0 0,1 0 1 0 0,-1-1-1 0 0,23-12 1 0 0,-18 8-11 0 0,-18 10-22 0 0,-2-1 7 0 0,0 1 1 0 0,0 0-1 0 0,0 0 0 0 0,0 0 0 0 0,0 0 1 0 0,1-1-1 0 0,-1 1 0 0 0,0 0 1 0 0,0 0-1 0 0,0 0 0 0 0,0 0 0 0 0,0 0 1 0 0,0 0-1 0 0,1-1 0 0 0,-1 1 0 0 0,0 0 1 0 0,0 0-1 0 0,0 0 0 0 0,0 0 0 0 0,1 0 1 0 0,-1 0-1 0 0,0 0 0 0 0,0 0 0 0 0,0 0 1 0 0,1 0-1 0 0,-1 0 0 0 0,0 0 0 0 0,0 0 1 0 0,0 0-1 0 0,0 0 0 0 0,1 0 0 0 0,-1 0 1 0 0,0 0-1 0 0,0 0 0 0 0,0 0 0 0 0,1 0 1 0 0,-1 0-1 0 0,0 0 0 0 0,0 0 0 0 0,0 0 1 0 0,0 1-1 0 0,0-1 0 0 0,1 0 0 0 0,-1 0 1 0 0,0 0-1 0 0,0 0 0 0 0,0 0 0 0 0,0 0 1 0 0,0 1-1 0 0,2 3-3 0 0,-11 27-29 0 0,8-26 38 0 0,0 0 1 0 0,0-1 0 0 0,0 1 0 0 0,0 0 0 0 0,1 0 0 0 0,-1 0 0 0 0,1 0-1 0 0,1 0 1 0 0,0 6 0 0 0,-1-9-1 0 0,0 0 0 0 0,1 0 1 0 0,-1-1-1 0 0,1 1 0 0 0,-1 0 0 0 0,1 0 0 0 0,0-1 0 0 0,0 1 0 0 0,0 0 1 0 0,0-1-1 0 0,0 1 0 0 0,0-1 0 0 0,0 1 0 0 0,0-1 0 0 0,1 1 1 0 0,-1-1-1 0 0,0 0 0 0 0,1 0 0 0 0,-1 0 0 0 0,1 0 0 0 0,0 0 0 0 0,-1 0 1 0 0,1 0-1 0 0,0 0 0 0 0,-1-1 0 0 0,3 2 0 0 0,-2-2-6 0 0,2-1 13 0 0,43-10 5 0 0,78-30 0 0 0,-90 27-22 0 0,0 2-1 0 0,1 1 0 0 0,1 2 1 0 0,69-8-1 0 0,-99 17 4 0 0,-1 0 0 0 0,1 0 0 0 0,-1 0 0 0 0,1 1 0 0 0,0 0 0 0 0,-1 0 0 0 0,1 1 0 0 0,-1-1 0 0 0,0 2 0 0 0,0-1 0 0 0,1 1 0 0 0,-1-1 0 0 0,-1 2 0 0 0,1-1 0 0 0,0 1 0 0 0,-1 0 0 0 0,0 0 0 0 0,0 0 0 0 0,0 1 0 0 0,0-1 0 0 0,-1 1 0 0 0,0 1 0 0 0,5 6 0 0 0,-7-9 15 0 0,0 0 0 0 0,-1 0-1 0 0,1 1 1 0 0,-1-1 0 0 0,1 0-1 0 0,-1 1 1 0 0,0-1 0 0 0,0 1-1 0 0,-1-1 1 0 0,1 1 0 0 0,-1-1 0 0 0,0 1-1 0 0,0-1 1 0 0,0 1 0 0 0,0 0-1 0 0,0-1 1 0 0,-1 1 0 0 0,0-1-1 0 0,-1 6 1 0 0,1-6-211 0 0,-1-1-1 0 0,1 0 1 0 0,0 0 0 0 0,-1 0-1 0 0,1 0 1 0 0,-1 0 0 0 0,0 0 0 0 0,1-1-1 0 0,-1 1 1 0 0,-3 2 0 0 0,-26 8-7421 0 0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8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1361 820 0 0,'0'0'810'0'0,"10"25"3524"0"0,1-22-4174 0 0,1-2 1 0 0,-1 0 0 0 0,1 0-1 0 0,-1-1 1 0 0,1 0-1 0 0,-1-1 1 0 0,1-1 0 0 0,-1 0-1 0 0,1 0 1 0 0,-1-1-1 0 0,21-8 1 0 0,15-8 92 0 0,58-32 0 0 0,-99 48-216 0 0,28-17 12 0 0,-1 0 1 0 0,-1-2-1 0 0,0-2 1 0 0,-2 0-1 0 0,-1-3 0 0 0,-1 0 1 0 0,-1-1-1 0 0,-2-2 0 0 0,-1-1 1 0 0,-1 0-1 0 0,-1-2 1 0 0,-3-1-1 0 0,0 0 0 0 0,-2-2 1 0 0,-2 1-1 0 0,-1-2 0 0 0,15-62 1 0 0,-14 35-6 0 0,-3-1 0 0 0,7-124 1 0 0,-18 152 100 0 0,-2 0 0 0 0,-1 0-1 0 0,-2 0 1 0 0,-1 0 0 0 0,-3 1 0 0 0,-18-59 0 0 0,22 87-72 0 0,0-1-1 0 0,0 1 0 0 0,-1 0 0 0 0,0 1 1 0 0,-1-1-1 0 0,1 1 0 0 0,-9-9 0 0 0,12 16-65 0 0,1 0 0 0 0,0 0 0 0 0,-1 0 0 0 0,1 0 0 0 0,0 0 0 0 0,0 0 0 0 0,-1 0 0 0 0,1 0 0 0 0,0 1 0 0 0,0-1 0 0 0,-1 0 0 0 0,1 1 0 0 0,0-1 0 0 0,0 1 0 0 0,0-1 0 0 0,-1 1 0 0 0,1-1 0 0 0,0 1 0 0 0,0 0 0 0 0,0 0 0 0 0,0 0 0 0 0,0 0 0 0 0,0-1 0 0 0,1 1 0 0 0,-1 0 0 0 0,0 0 0 0 0,-1 2 0 0 0,1-1-1 0 0,-8 8 27 0 0,1 0 0 0 0,1 0 0 0 0,-1 1 0 0 0,2 0 0 0 0,-1 0 0 0 0,2 1 0 0 0,-7 18 1 0 0,-25 88 188 0 0,36-113-213 0 0,-21 93 238 0 0,-17 157 0 0 0,17 100 144 0 0,14-42 29 0 0,10-288 1184 0 0,20-40-1393 0 0,26-24 118 0 0,-35 28-280 0 0,0 0-1 0 0,0 1 1 0 0,1 1-1 0 0,16-9 1 0 0,-23 15-40 0 0,-1 1 1 0 0,1-1-1 0 0,0 1 0 0 0,0 1 0 0 0,0-1 0 0 0,0 1 1 0 0,0 0-1 0 0,1 1 0 0 0,-1 0 0 0 0,0 0 0 0 0,9 1 1 0 0,8 3-4 0 0,47 14 0 0 0,-51-12 32 0 0,1-1 0 0 0,-1 0 0 0 0,25 1 0 0 0,-33-5-29 0 0,-1-1 0 0 0,1 0 1 0 0,-1-1-1 0 0,1-1 1 0 0,-1 0-1 0 0,14-3 0 0 0,7-7 22 0 0,39-20-1 0 0,-68 31-35 0 0,-1 0 1 0 0,1 0 0 0 0,0 0-1 0 0,0 1 1 0 0,-1-1 0 0 0,1 1-1 0 0,0 0 1 0 0,0-1 0 0 0,0 1-1 0 0,-1 1 1 0 0,1-1 0 0 0,0 0-1 0 0,0 1 1 0 0,0-1 0 0 0,-1 1-1 0 0,1 0 1 0 0,0 0 0 0 0,-1 0-1 0 0,1 0 1 0 0,-1 0 0 0 0,1 1-1 0 0,-1-1 1 0 0,1 1-1 0 0,-1-1 1 0 0,3 3 0 0 0,31 16-32 0 0,-30-18 43 0 0,0 1 0 0 0,1-1 0 0 0,-1-1 1 0 0,1 1-1 0 0,-1-1 0 0 0,1 0 0 0 0,0-1 0 0 0,-1 0 0 0 0,1 0 0 0 0,0 0 0 0 0,-1 0 1 0 0,1-1-1 0 0,0-1 0 0 0,-1 1 0 0 0,1-1 0 0 0,-1 0 0 0 0,0 0 0 0 0,11-6 0 0 0,-16 7 7 0 0,1 0 0 0 0,-1-1-1 0 0,1 1 1 0 0,-1-1-1 0 0,0 1 1 0 0,1-1 0 0 0,-1 1-1 0 0,0-1 1 0 0,0 0-1 0 0,0 1 1 0 0,0-1 0 0 0,-1 0-1 0 0,1 0 1 0 0,0 0-1 0 0,-1 0 1 0 0,1 0 0 0 0,-1 0-1 0 0,0 0 1 0 0,1 0 0 0 0,-1 0-1 0 0,0 0 1 0 0,0 0-1 0 0,-1 0 1 0 0,1 0 0 0 0,0 0-1 0 0,-1 1 1 0 0,1-1-1 0 0,-1 0 1 0 0,1 0 0 0 0,-1 0-1 0 0,-2-3 1 0 0,1-1 27 0 0,-1 0 0 0 0,0 0 0 0 0,-1 0 0 0 0,0 1 0 0 0,0-1 0 0 0,0 1 0 0 0,-9-8 1 0 0,12 12-130 0 0,0 1-550 0 0,-1 0 443 0 0,0 0 1 0 0,1 0-1 0 0,-1 0 0 0 0,1 0 0 0 0,-1 1 1 0 0,1-1-1 0 0,-1 1 0 0 0,1-1 0 0 0,-1 1 1 0 0,1 0-1 0 0,-1-1 0 0 0,1 1 0 0 0,0 0 1 0 0,-1 0-1 0 0,1 0 0 0 0,0 0 0 0 0,0 0 1 0 0,0 0-1 0 0,0 0 0 0 0,0 1 0 0 0,-2 1 1 0 0,2-1-892 0 0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9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36 824 0 0,'0'0'963'0'0,"1"-16"2469"0"0,-3 14-3253 0 0,0 1 0 0 0,1-1 0 0 0,-1 0 0 0 0,0 1 0 0 0,0-1-1 0 0,0 1 1 0 0,-1 0 0 0 0,1-1 0 0 0,0 1 0 0 0,0 0 0 0 0,-1 0 0 0 0,1 1 0 0 0,-1-1-1 0 0,1 0 1 0 0,0 1 0 0 0,-1 0 0 0 0,1-1 0 0 0,-1 1 0 0 0,1 0 0 0 0,-1 0 0 0 0,1 1 0 0 0,-1-1-1 0 0,1 0 1 0 0,-1 1 0 0 0,1-1 0 0 0,-1 1 0 0 0,1 0 0 0 0,0 0 0 0 0,-1 0 0 0 0,-2 2-1 0 0,3-1-117 0 0,0-1-1 0 0,0 1 0 0 0,0 1 0 0 0,1-1 1 0 0,-1 0-1 0 0,0 0 0 0 0,1 1 0 0 0,0-1 1 0 0,-1 1-1 0 0,1-1 0 0 0,0 1 0 0 0,0-1 0 0 0,1 1 1 0 0,-1 0-1 0 0,0 0 0 0 0,1-1 0 0 0,0 1 1 0 0,0 0-1 0 0,-1 0 0 0 0,2 0 0 0 0,-1-1 1 0 0,0 1-1 0 0,0 0 0 0 0,1 0 0 0 0,0-1 0 0 0,-1 1 1 0 0,1 0-1 0 0,2 3 0 0 0,27 58 394 0 0,-23-51-357 0 0,0-1-1 0 0,-1 1 1 0 0,-1 0-1 0 0,0 1 1 0 0,4 19 0 0 0,-8-31-67 0 0,-22 20 170 0 0,16-22-233 0 0,0 1 0 0 0,0-1 0 0 0,0 0 0 0 0,0 0 0 0 0,0 0 0 0 0,0-1-1 0 0,0 0 1 0 0,1 0 0 0 0,-1 0 0 0 0,0 0 0 0 0,0-1 0 0 0,1 0 0 0 0,-1 0 0 0 0,1 0 0 0 0,0 0-1 0 0,-1-1 1 0 0,-5-4 0 0 0,9 6-433 0 0,0-4-214 0 0,-2 0-352 0 0,12-15-7689 0 0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49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1 444 0 0,'0'0'4858'0'0,"0"6"-4235"0"0,-23 387 4074 0 0,21-297-4151 0 0,3 0 0 0 0,18 116 0 0 0,-17-207-237 0 0,-1-7-128 0 0,1-19-81 0 0,-1-34-88 0 0,-3-19 34 0 0,2-168 22 0 0,2 210-69 0 0,2-1 1 0 0,1 1 0 0 0,2 0-1 0 0,1 1 1 0 0,16-43 0 0 0,-17 58-2 0 0,1 0 1 0 0,0 1 0 0 0,1-1-1 0 0,1 2 1 0 0,22-26-1 0 0,-27 35-1 0 0,0 0 0 0 0,0 0-1 0 0,0 1 1 0 0,1 0 0 0 0,0 0 0 0 0,-1 0-1 0 0,2 1 1 0 0,5-4 0 0 0,-8 6-1 0 0,-1 0 0 0 0,1 0 0 0 0,-1 0 0 0 0,1 0 0 0 0,0 1 0 0 0,-1 0 0 0 0,1-1 0 0 0,-1 1 1 0 0,1 0-1 0 0,0 1 0 0 0,-1-1 0 0 0,1 1 0 0 0,-1-1 0 0 0,1 1 0 0 0,-1 0 0 0 0,5 2 0 0 0,-3 0 3 0 0,0-1 0 0 0,-1 1 1 0 0,0 0-1 0 0,0 0 0 0 0,1 0 0 0 0,-2 1 0 0 0,1-1 0 0 0,0 1 0 0 0,-1 0 0 0 0,0 0 0 0 0,0 0 1 0 0,0 0-1 0 0,0 1 0 0 0,-1-1 0 0 0,1 1 0 0 0,-1 0 0 0 0,0 0 0 0 0,-1 0 0 0 0,1 0 1 0 0,-1 0-1 0 0,0 0 0 0 0,0 0 0 0 0,-1 0 0 0 0,1 0 0 0 0,-1 0 0 0 0,0 1 0 0 0,-1-1 1 0 0,1 0-1 0 0,-1 0 0 0 0,0 0 0 0 0,0 0 0 0 0,-1 0 0 0 0,1 0 0 0 0,-1 0 0 0 0,0 0 1 0 0,-1-1-1 0 0,1 1 0 0 0,-1-1 0 0 0,0 1 0 0 0,0-1 0 0 0,0 0 0 0 0,-1 0 0 0 0,1-1 0 0 0,-1 1 1 0 0,0-1-1 0 0,0 1 0 0 0,0-1 0 0 0,-1 0 0 0 0,-6 3 0 0 0,5-3-194 0 0,-1 1 80 0 0,1 0 1 0 0,-1-1-1 0 0,0 0 1 0 0,0-1-1 0 0,-7 3 1 0 0,11-5-533 0 0,1 0-1 0 0,-1 1 1 0 0,0-1 0 0 0,1 0 0 0 0,-1-1 0 0 0,1 1 0 0 0,-1 0 0 0 0,1-1 0 0 0,-1 1 0 0 0,-4-2-1 0 0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50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1 684 0 0,'0'0'926'0'0,"7"35"4615"0"0,-7-6-3975 0 0,4 16-138 0 0,-1-9-595 0 0,-2-12-202 0 0,-1-12-407 0 0,-4 37 113 0 0,3-47-726 0 0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50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5 1348 0 0,'0'-5'5664'0'0,"-1"13"-2233"0"0,-1 32-1174 0 0,2 59-1513 0 0,4 8 428 0 0,15 157 963 0 0,-17-245-1986 0 0,0-1 0 0 0,-2 1 0 0 0,-2 23 0 0 0,2-35-516 0 0,-1 1 1 0 0,0 0 0 0 0,-1-1-1 0 0,0 1 1 0 0,0-1 0 0 0,-1 1-1 0 0,0-1 1 0 0,0 0-1 0 0,0 0 1 0 0,-6 7 0 0 0,8-13-36 0 0,0 0 0 0 0,0 0 0 0 0,0 0 0 0 0,0-1 0 0 0,0 1 0 0 0,0 0 0 0 0,0-1 0 0 0,-1 1 0 0 0,1-1 0 0 0,0 1 0 0 0,0-1 0 0 0,0 1 1 0 0,-1-1-1 0 0,1 0 0 0 0,0 0 0 0 0,-1 0 0 0 0,0 0 0 0 0,0 0-85 0 0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51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0 468 156 0 0,'128'-19'2102'0'0,"193"-52"0"0"0,-311 68-1922 0 0,-3 2 241 0 0,0-1 0 0 0,0 0-1 0 0,0-1 1 0 0,0 1 0 0 0,0-1 0 0 0,7-5 3086 0 0,-15 7-3444 0 0,-1-1 1 0 0,1 1 0 0 0,-1 0 0 0 0,1 0 0 0 0,-1 1 0 0 0,1-1 0 0 0,-1 0-1 0 0,1 0 1 0 0,-1 1 0 0 0,1-1 0 0 0,-1 1 0 0 0,0-1 0 0 0,0 1-1 0 0,1 0 1 0 0,-3 0 0 0 0,-3 4 36 0 0,0 0 1 0 0,1 1-1 0 0,-1 0 1 0 0,1 1-1 0 0,1-1 1 0 0,-1 1-1 0 0,1 1 0 0 0,0-1 1 0 0,0 0-1 0 0,1 1 1 0 0,0 0-1 0 0,0 0 0 0 0,0 1 1 0 0,-2 7-1 0 0,5-13-20 0 0,1-1-54 0 0,0-1 0 0 0,-1 1 0 0 0,1 0 0 0 0,0 0 0 0 0,-1 0 1 0 0,1-1-1 0 0,0 1 0 0 0,0 0 0 0 0,0 0 0 0 0,0 0 0 0 0,-1 0 1 0 0,1 0-1 0 0,1-1 0 0 0,-1 1 0 0 0,0 0 0 0 0,0 0 1 0 0,0 0-1 0 0,1 1 0 0 0,29-10 32 0 0,-13 3-66 0 0,1 0 0 0 0,0 1 0 0 0,35-2-1 0 0,-32 6-419 0 0,1 0 1 0 0,41-8-1 0 0,-53 6 313 0 0,0-1 0 0 0,-1 0 1 0 0,0-1-1 0 0,1 0 1 0 0,-1 0-1 0 0,-1-1 0 0 0,1 0 1 0 0,-1-1-1 0 0,11-8 1 0 0,-3-1 13 0 0,-2-1 0 0 0,0 0 0 0 0,0 0 0 0 0,-2-1 0 0 0,0-1 0 0 0,-1 0 0 0 0,0-1 0 0 0,-2 0 0 0 0,0-1 0 0 0,-2 1 0 0 0,9-34 0 0 0,-11 33 632 0 0,-1-1 0 0 0,0 1 0 0 0,0-39 0 0 0,-4 59-514 0 0,0-1 0 0 0,0 1 1 0 0,0 0-1 0 0,0-1 0 0 0,0 1 1 0 0,0 0-1 0 0,-1-1 0 0 0,1 1 1 0 0,0 0-1 0 0,0 0 0 0 0,0-1 1 0 0,0 1-1 0 0,0 0 1 0 0,-1-1-1 0 0,1 1 0 0 0,0 0 1 0 0,0 0-1 0 0,0-1 0 0 0,-1 1 1 0 0,1 0-1 0 0,0 0 0 0 0,0 0 1 0 0,-1-1-1 0 0,1 1 0 0 0,0 0 1 0 0,0 0-1 0 0,-1 0 0 0 0,1 0 1 0 0,0-1-1 0 0,-1 1 0 0 0,1 0 1 0 0,0 0-1 0 0,-1 0 0 0 0,1 0 1 0 0,0 0-1 0 0,-1 0 0 0 0,1 0 1 0 0,0 0-1 0 0,-1 0 0 0 0,1 0 1 0 0,0 0-1 0 0,-1 0 0 0 0,1 0 1 0 0,0 0-1 0 0,0 1 0 0 0,-1-1 1 0 0,1 0-1 0 0,0 0 0 0 0,-1 0 1 0 0,1 0-1 0 0,0 1 0 0 0,0-1 1 0 0,-1 0-1 0 0,1 0 0 0 0,0 0 1 0 0,0 1-1 0 0,-1-1 0 0 0,1 0 1 0 0,0 1-1 0 0,-16 11 315 0 0,15-12-349 0 0,-9 12 145 0 0,0 0 0 0 0,0 1-1 0 0,2 1 1 0 0,-1-1 0 0 0,2 1-1 0 0,0 0 1 0 0,0 1 0 0 0,1 0-1 0 0,-3 16 1 0 0,-8 29-404 0 0,3 0 0 0 0,-7 73 0 0 0,11-68-3000 0 0,7-38-777 0 0,1 0 310 0 0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51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763 83 248 0 0,'0'-14'961'0'0,"1"8"-412"0"0,-1 1 0 0 0,0-1 0 0 0,0 0 0 0 0,-1 1 0 0 0,1-1 0 0 0,-4-9 0 0 0,4 13-479 0 0,-1 1-1 0 0,1 0 1 0 0,-1 0-1 0 0,0 0 1 0 0,0 0-1 0 0,1-1 1 0 0,-1 1-1 0 0,0 0 1 0 0,0 0-1 0 0,0 1 1 0 0,0-1-1 0 0,0 0 1 0 0,-1 0-1 0 0,1 0 1 0 0,0 1-1 0 0,0-1 1 0 0,0 1-1 0 0,-1-1 1 0 0,1 1-1 0 0,0-1 1 0 0,-1 1-1 0 0,1 0 1 0 0,0-1-1 0 0,-1 1 1 0 0,1 0-1 0 0,0 0 1 0 0,-1 0-1 0 0,1 0 1 0 0,-1 0-1 0 0,1 0 1 0 0,0 1-1 0 0,-1-1 1 0 0,1 0-1 0 0,-2 2 1 0 0,-13 2 158 0 0,1 1-1 0 0,0 0 1 0 0,0 1 0 0 0,1 1 0 0 0,0 1 0 0 0,0 0-1 0 0,0 0 1 0 0,-14 13 0 0 0,-8 9 192 0 0,-51 53 0 0 0,-121 162 607 0 0,172-199-847 0 0,2 1-1 0 0,3 2 1 0 0,1 1 0 0 0,3 2 0 0 0,-20 54 0 0 0,39-85-119 0 0,1 0 1 0 0,1 1-1 0 0,1-1 1 0 0,1 1 0 0 0,1 0-1 0 0,1 0 1 0 0,1 1-1 0 0,1-1 1 0 0,1 0 0 0 0,1 0-1 0 0,0 1 1 0 0,2-2-1 0 0,1 1 1 0 0,0 0 0 0 0,2-1-1 0 0,11 26 1 0 0,1-12-4 0 0,1 0-1 0 0,1-1 1 0 0,2-1 0 0 0,2-2 0 0 0,1 0-1 0 0,1-1 1 0 0,31 25 0 0 0,14 7-448 0 0,144 94 0 0 0,-171-127-1026 0 0,2-2-1 0 0,1-2 1 0 0,1-2 0 0 0,53 17 0 0 0,14-2-2033 0 0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16 224 0 0,'0'0'712'0'0,"-14"-3"1724"0"0,-27 2-97 0 0,30 2-1841 0 0,-1 1 1 0 0,1 0-1 0 0,0 1 1 0 0,-15 5-1 0 0,22-7-406 0 0,1 0-1 0 0,-1 0 1 0 0,0 0-1 0 0,1 1 1 0 0,-1 0-1 0 0,1 0 1 0 0,-1 0-1 0 0,1 0 1 0 0,0 0-1 0 0,0 1 0 0 0,0-1 1 0 0,0 1-1 0 0,1 0 1 0 0,-1 0-1 0 0,1 0 1 0 0,-1 0-1 0 0,1 0 1 0 0,0 1-1 0 0,1-1 1 0 0,-1 1-1 0 0,0-1 1 0 0,1 1-1 0 0,0-1 1 0 0,0 1-1 0 0,0 0 1 0 0,-1 6-1 0 0,2-7-61 0 0,1-1-1 0 0,-1 1 1 0 0,1 0 0 0 0,0-1 0 0 0,-1 1-1 0 0,1-1 1 0 0,0 1 0 0 0,1-1 0 0 0,-1 1-1 0 0,0-1 1 0 0,1 0 0 0 0,-1 1 0 0 0,1-1 0 0 0,0 0-1 0 0,-1 0 1 0 0,1 0 0 0 0,0-1 0 0 0,3 3-1 0 0,44 27 238 0 0,-32-21-199 0 0,4 2 5 0 0,2 1 8 0 0,0 2 0 0 0,0 0-1 0 0,-2 1 1 0 0,38 35 0 0 0,-54-44-72 0 0,0-1 0 0 0,0 1 0 0 0,0 0 0 0 0,-1 0 0 0 0,0 0 0 0 0,0 0 0 0 0,0 1 0 0 0,-1 0 0 0 0,-1 0 0 0 0,1 0 0 0 0,-1 0 0 0 0,-1 0 0 0 0,1 0 0 0 0,-1 0 0 0 0,-1 1 0 0 0,0-1 0 0 0,0 0 0 0 0,0 1-1 0 0,-1-1 1 0 0,-3 12 0 0 0,0-4-1 0 0,0-2-1 0 0,-1 1 1 0 0,-1 0-1 0 0,0-1 1 0 0,-1 0-1 0 0,-1 0 1 0 0,-17 23-1 0 0,17-27 3 0 0,0 0 0 0 0,0 0 0 0 0,-1-1 0 0 0,0-1 0 0 0,-1 1 0 0 0,1-1 0 0 0,-2-1 0 0 0,1 0 0 0 0,-1-1 0 0 0,-16 8 0 0 0,24-12-6 0 0,0-1 0 0 0,0 0 1 0 0,0 0-1 0 0,0 0 0 0 0,0 0 0 0 0,0 0 1 0 0,0-1-1 0 0,-1 0 0 0 0,1 1 0 0 0,0-1 1 0 0,0 0-1 0 0,0 0 0 0 0,-1-1 0 0 0,1 1 1 0 0,0-1-1 0 0,0 1 0 0 0,0-1 0 0 0,0 0 1 0 0,0 0-1 0 0,0-1 0 0 0,0 1 1 0 0,-5-4-1 0 0,6 3-3 0 0,1 0 0 0 0,-1 0 0 0 0,0-1 0 0 0,1 1 1 0 0,0-1-1 0 0,-1 1 0 0 0,1-1 0 0 0,0 0 0 0 0,0 1 1 0 0,1-1-1 0 0,-1 0 0 0 0,0 0 0 0 0,1 0 0 0 0,0 0 0 0 0,0 1 1 0 0,0-1-1 0 0,0 0 0 0 0,0 0 0 0 0,0 0 0 0 0,1 0 1 0 0,-1 1-1 0 0,1-1 0 0 0,0 0 0 0 0,0 0 0 0 0,2-3 0 0 0,4-13-10 0 0,2 0-1 0 0,1 0 0 0 0,0 1 0 0 0,1 1 0 0 0,1 0 0 0 0,0 0 0 0 0,20-19 0 0 0,110-97-167 0 0,-82 86 103 0 0,75-45 0 0 0,-2 3 9 0 0,-127 84 75 0 0,73-58 1402 0 0,-78 61-224 0 0,-3 2-1176 0 0,-1 0-1 0 0,1 1 1 0 0,-1-1-1 0 0,1 0 1 0 0,0 1-1 0 0,-1-1 1 0 0,1 1-1 0 0,0 0 0 0 0,-1 0 1 0 0,1 0-1 0 0,0 0 1 0 0,0 0-1 0 0,0 0 1 0 0,0 0-1 0 0,0 1 1 0 0,0-1-1 0 0,0 1 1 0 0,0 0-1 0 0,0-1 1 0 0,1 1-1 0 0,-1 0 0 0 0,1 0 1 0 0,0 0-1 0 0,-1 0 1 0 0,1 0-1 0 0,0 1 1 0 0,0-1-1 0 0,0 0 1 0 0,0 0-1 0 0,1 1 1 0 0,-1-1-1 0 0,1 0 1 0 0,-1 1-1 0 0,1-1 0 0 0,0 1 1 0 0,0 2-1 0 0,0-1 2 0 0,0 0-1 0 0,0 1 1 0 0,0-1-1 0 0,1 0 1 0 0,0 0-1 0 0,-1 0 1 0 0,2 0-1 0 0,-1 0 1 0 0,0 0-1 0 0,1 0 1 0 0,0 0-1 0 0,0 0 1 0 0,0-1-1 0 0,0 1 1 0 0,1-1-1 0 0,-1 1 0 0 0,1-1 1 0 0,0 0-1 0 0,0 0 1 0 0,6 4-1 0 0,-1-2-35 0 0,1-1-1 0 0,0-1 1 0 0,1 0 0 0 0,-1 0-1 0 0,0-1 1 0 0,1 0-1 0 0,0 0 1 0 0,-1-1-1 0 0,1-1 1 0 0,0 1-1 0 0,-1-2 1 0 0,1 1-1 0 0,0-1 1 0 0,-1-1-1 0 0,1 0 1 0 0,-1 0-1 0 0,1-1 1 0 0,-1 0 0 0 0,10-5-1 0 0,5-2-68 0 0,1-1-1 0 0,-2-1 0 0 0,0-2 1 0 0,0 0-1 0 0,37-31 1 0 0,-11-11 123 0 0,-48 55-25 0 0,-1 1 17 0 0,1 0 8 0 0,-1-1-1 0 0,1 1 1 0 0,-1 0 0 0 0,0 0 0 0 0,1 0-1 0 0,-1-1 1 0 0,1 1 0 0 0,-1 0 0 0 0,0-1-1 0 0,1 1 1 0 0,-1 0 0 0 0,0 0 0 0 0,0-1-1 0 0,1 1 1 0 0,-1-1 0 0 0,0 1 0 0 0,0 0 0 0 0,1-1-1 0 0,-1 1 1 0 0,0-1 0 0 0,0 1 0 0 0,0-1-1 0 0,0 1 1 0 0,0 0 0 0 0,0-1 0 0 0,1 1-1 0 0,-1-1 1 0 0,0 1 0 0 0,0-1 0 0 0,-1 1-1 0 0,1-1 1 0 0,0 1 0 0 0,0-1 0 0 0,-3 3-33 0 0,-1-1 1 0 0,1 1 0 0 0,0 0 0 0 0,0 0-1 0 0,0 1 1 0 0,0-1 0 0 0,0 0-1 0 0,1 1 1 0 0,-1 0 0 0 0,1 0 0 0 0,-1 0-1 0 0,1 0 1 0 0,0 0 0 0 0,-2 4-1 0 0,3-6 5 0 0,1 1-1 0 0,-1 0 0 0 0,0-1 1 0 0,0 1-1 0 0,1 0 0 0 0,-1-1 0 0 0,1 1 1 0 0,-1 0-1 0 0,1 0 0 0 0,0 0 1 0 0,0-1-1 0 0,0 1 0 0 0,0 0 1 0 0,0 0-1 0 0,0 0 0 0 0,0 0 0 0 0,1-1 1 0 0,-1 1-1 0 0,1 0 0 0 0,-1 0 1 0 0,1-1-1 0 0,0 1 0 0 0,0 0 0 0 0,0-1 1 0 0,-1 1-1 0 0,1-1 0 0 0,1 1 1 0 0,-1-1-1 0 0,0 1 0 0 0,0-1 1 0 0,1 0-1 0 0,-1 0 0 0 0,0 0 0 0 0,1 1 1 0 0,-1-1-1 0 0,1 0 0 0 0,0-1 1 0 0,-1 1-1 0 0,1 0 0 0 0,0 0 1 0 0,-1-1-1 0 0,1 1 0 0 0,2 0 0 0 0,2 0 14 0 0,0 1-1 0 0,1-1 1 0 0,-1 1-1 0 0,0-2 1 0 0,1 1-1 0 0,-1-1 1 0 0,0 0-1 0 0,12-1 0 0 0,-16 0-9 0 0,-1 1-1 0 0,1 0 1 0 0,0-1-1 0 0,-1 1 1 0 0,1-1-1 0 0,0 0 0 0 0,-1 1 1 0 0,1-1-1 0 0,-1 0 1 0 0,1 0-1 0 0,-1 0 1 0 0,0 0-1 0 0,1 0 1 0 0,-1-1-1 0 0,0 1 0 0 0,0 0 1 0 0,1 0-1 0 0,-1-1 1 0 0,0 1-1 0 0,-1-1 1 0 0,1 1-1 0 0,0-1 0 0 0,0 1 1 0 0,0-4-1 0 0,0 3 4 0 0,-1-1-1 0 0,-1 1 0 0 0,1-1 0 0 0,0 1 1 0 0,0-1-1 0 0,-1 1 0 0 0,0 0 1 0 0,1-1-1 0 0,-1 1 0 0 0,0 0 0 0 0,0-1 1 0 0,0 1-1 0 0,0 0 0 0 0,-1 0 1 0 0,-1-3-1 0 0,-2-1 11 0 0,0 0 1 0 0,0 0-1 0 0,0 1 0 0 0,-1 0 1 0 0,0 0-1 0 0,1 0 0 0 0,-2 1 1 0 0,1 0-1 0 0,-1 0 0 0 0,1 0 1 0 0,-11-3-1 0 0,12 5-32 0 0,-1 1 1 0 0,0 0-1 0 0,0 0 0 0 0,1 0 0 0 0,-1 0 0 0 0,0 1 0 0 0,0 0 1 0 0,-8 2-1 0 0,12-2-172 0 0,1 0-1 0 0,-1 1 1 0 0,1-1 0 0 0,-1 0-1 0 0,1 1 1 0 0,-1 0 0 0 0,1-1 0 0 0,-1 1-1 0 0,1 0 1 0 0,0 0 0 0 0,0 0 0 0 0,-1 0-1 0 0,1 0 1 0 0,0 0 0 0 0,0 0 0 0 0,0 0-1 0 0,0 0 1 0 0,0 0 0 0 0,0 1-1 0 0,0-1 1 0 0,0 0 0 0 0,1 1 0 0 0,-1-1-1 0 0,0 1 1 0 0,1-1 0 0 0,-1 1 0 0 0,1-1-1 0 0,0 1 1 0 0,0-1 0 0 0,-1 1-1 0 0,1-1 1 0 0,0 4 0 0 0,8 8-7052 0 0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0:59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5 104 0 0,'13'-4'2262'0'0,"-4"5"-1877"0"0,-1 1 0 0 0,1 0 0 0 0,-1 0 0 0 0,1 1 0 0 0,-1 0 0 0 0,0 1 0 0 0,0 0-1 0 0,0 0 1 0 0,-1 1 0 0 0,0 0 0 0 0,0 0 0 0 0,0 1 0 0 0,0-1 0 0 0,-1 2 0 0 0,0-1 0 0 0,10 13-1 0 0,-15-18-309 0 0,0 0-1 0 0,1 0 1 0 0,-1 0-1 0 0,1 0 1 0 0,-1 0-1 0 0,1 0 1 0 0,0 0-1 0 0,-1-1 0 0 0,1 1 1 0 0,0-1-1 0 0,-1 1 1 0 0,1-1-1 0 0,0 0 1 0 0,-1 0-1 0 0,1 0 1 0 0,0 0-1 0 0,0 0 0 0 0,-1 0 1 0 0,1 0-1 0 0,0 0 1 0 0,0-1-1 0 0,-1 1 1 0 0,1-1-1 0 0,0 1 1 0 0,-1-1-1 0 0,1 1 0 0 0,2-3 1 0 0,50-26 789 0 0,-41 21-576 0 0,49-22 1047 0 0,-60 29-1232 0 0,40 26-995 0 0,-22-7-5922 0 0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1:03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0 748,'1'0'159,"0"0"0,0 0 0,0 0 0,-1 0 0,1 1-1,0-1 1,0 0 0,0 0 0,-1 0 0,1 1 0,0-1 0,-1 0 0,1 1 0,0-1-1,0 1 1,-1-1 0,1 1 0,-1-1 0,1 1 0,0-1 0,-1 1 0,1 0 0,-1-1-1,0 1 1,1 0 0,-1-1 0,1 1 0,-1 0 0,1 1 0,-1 30 1813,-3-21-1615,1 0 1,-2-1-1,-8 21 1,-12 11-12,-2 0 1,-2-1-1,-50 57 1,44-62-3283,-63 54 0,60-61 441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1:07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11 589 236,'-11'10'8445,"145"-169"-6526,93-117-739,-210 250-986,-1 0-1,0-1 0,14-37 0,-30 63-186,0 0-1,0 1 0,0-1 1,0 0-1,0 0 0,0 1 1,0-1-1,0 0 0,0 1 1,-1-1-1,1 0 0,0 1 1,0-1-1,-1 0 0,1 1 1,0-1-1,-1 0 0,1 1 1,-1-1-1,1 1 0,-1-1 1,1 1-1,-1-1 1,1 1-1,-1-1 0,1 1 1,-1-1-1,0 1 0,1 0 1,-1-1-1,0 1 0,1 0 1,-1 0-1,0-1 0,1 1 1,-1 0-1,0 0 0,0 0 1,1 0-1,-1 0 0,0 0 1,1 0-1,-1 0 1,0 0-1,0 0 0,0 1 1,-38 1 116,29 1-115,0 0 0,0 1 0,0 0 1,1 1-1,-1 0 0,1 0 1,0 1-1,0 0 0,1 0 1,0 1-1,0 0 0,0 1 1,1 0-1,1 0 0,-1 0 1,1 1-1,0 0 0,1 0 1,0 1-1,1-1 0,0 1 1,0 0-1,1 0 0,0 1 1,1-1-1,0 0 0,1 1 1,0 0-1,0-1 0,2 1 1,-1-1-1,1 1 0,0 0 1,1-1-1,1 0 0,-1 1 1,2-1-1,7 17 0,92 174 92,-103-200-98,0-1-1,0 1 1,0 0 0,0-1-1,1 1 1,-1 0 0,0-1-1,0 1 1,0-1-1,-1 1 1,1 0 0,0-1-1,0 1 1,0-1 0,0 1-1,-1 0 1,1-1-1,0 1 1,0-1 0,-1 1-1,1-1 1,0 1 0,-1-1-1,1 1 1,-1-1 0,1 1-1,-1-1 1,1 0-1,-1 1 1,1-1 0,-1 0-1,1 1 1,-1-1 0,1 0-1,-1 0 1,0 1-1,1-1 1,-1 0 0,1 0-1,-1 0 1,0 0 0,1 0-1,-1 0 1,1 0-1,-1 0 1,0 0 0,0 0-1,-28-1 37,18-1-31,1 0 0,-1-1 0,1-1 0,0 0 0,0 0 0,0-1 0,1 0 0,-1-1 1,1 0-1,0 0 0,-10-11 0,4-7-763,14 23 694,1 1 1,0-1-1,0 0 0,0 0 0,0 1 1,0-1-1,0 0 0,0 1 1,0-1-1,1 0 0,-1 0 1,0 1-1,0-1 0,1 0 0,-1 1 1,0-1-1,1 1 0,-1-1 1,0 0-1,1 1 0,-1-1 1,2 0-1,2-2-781,1 0-1,0 0 1,0 1 0,0 0 0,0 0 0,0 0-1,8-1 1,-11 2 537,13-3-2155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08.4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22 436 0 0,'0'0'1744'0'0,"14"-22"7467"0"0,-15 36-9157 0 0,1-1 0 0 0,0 0 0 0 0,1 1 1 0 0,0-1-1 0 0,1 0 0 0 0,1 0 0 0 0,0 0 0 0 0,0 0 0 0 0,2 0 0 0 0,-1-1 1 0 0,2 0-1 0 0,0 0 0 0 0,0 0 0 0 0,13 17 0 0 0,-17-27-45 0 0,-1-1 0 0 0,1 0 0 0 0,0 0 0 0 0,-1 0-1 0 0,1 0 1 0 0,0 0 0 0 0,0 0 0 0 0,0 0 0 0 0,0-1 0 0 0,-1 1 0 0 0,1 0 0 0 0,0-1 0 0 0,0 0-1 0 0,0 0 1 0 0,0 1 0 0 0,0-1 0 0 0,0 0 0 0 0,0 0 0 0 0,0-1 0 0 0,0 1 0 0 0,0 0-1 0 0,0-1 1 0 0,0 1 0 0 0,0-1 0 0 0,0 0 0 0 0,0 0 0 0 0,0 1 0 0 0,0-1 0 0 0,-1-1-1 0 0,4-1 1 0 0,3-2 10 0 0,0 0-1 0 0,0-1 1 0 0,-1 1 0 0 0,0-2-1 0 0,9-9 1 0 0,-5 2 20 0 0,-1-1 0 0 0,-1 0-1 0 0,0 0 1 0 0,-1-1 0 0 0,10-29 0 0 0,-6 6 932 0 0,-12 51-956 0 0,0 0 1 0 0,1 0-1 0 0,1 0 0 0 0,0 0 1 0 0,0 0-1 0 0,7 18 0 0 0,-8-25-1 0 0,1-1-1 0 0,0 0 1 0 0,0 0-1 0 0,0 0 1 0 0,0 0-1 0 0,1 0 1 0 0,-1 0-1 0 0,1 0 0 0 0,4 3 1 0 0,-6-6 3 0 0,23 2 147 0 0,-13-10-153 0 0,1-1 1 0 0,-1 0 0 0 0,-1 0 0 0 0,0-1 0 0 0,18-20 0 0 0,-19 18-14 0 0,2 0 1 0 0,-1 1-1 0 0,2 0 0 0 0,22-14 1 0 0,-34 23-4 0 0,1 0 0 0 0,0 1 0 0 0,0-1 0 0 0,1 1-1 0 0,-1 0 1 0 0,0-1 0 0 0,0 1 0 0 0,0 0 0 0 0,0-1 0 0 0,0 1 0 0 0,0 0 0 0 0,0 0 0 0 0,1 0-1 0 0,-1 0 1 0 0,0 0 0 0 0,0 0 0 0 0,0 1 0 0 0,0-1 0 0 0,0 0 0 0 0,0 0 0 0 0,0 1 0 0 0,0-1-1 0 0,0 1 1 0 0,0-1 0 0 0,0 1 0 0 0,2 0 0 0 0,21 27-18 0 0,-23-25 26 0 0,1 0-1 0 0,1 0 0 0 0,-1 0 1 0 0,0 0-1 0 0,1 0 1 0 0,-1 0-1 0 0,1-1 0 0 0,0 1 1 0 0,0-1-1 0 0,0 0 0 0 0,0 0 1 0 0,1 0-1 0 0,5 3 1 0 0,2-3-303 0 0,0 0 1 0 0,-1-1-1 0 0,1 0 1 0 0,15-1 0 0 0,21-6-6772 0 0,-33 2 3926 0 0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1:35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5 104,'-9'-5'624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36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12 803 20 0 0,'0'0'2772'0'0,"-1"5"-2540"0"0,-8 46 1683 0 0,9-49-1349 0 0,-1 8 837 0 0,5-4 3219 0 0,10-49-4386 0 0,2 0 0 0 0,2 1 0 0 0,25-41 0 0 0,-18 36-188 0 0,-2-1 1 0 0,18-57 0 0 0,-21 44-19 0 0,-7 25-18 0 0,-2 0 0 0 0,-1-1 0 0 0,-2 0 1 0 0,-1-1-1 0 0,-2 0 0 0 0,0-52 0 0 0,-15 20-35 0 0,8 65 15 0 0,1 4 6 0 0,0 0 0 0 0,0-1 0 0 0,0 1 0 0 0,0 0 0 0 0,0 0-1 0 0,0 0 1 0 0,0 0 0 0 0,-1 0 0 0 0,1 0 0 0 0,0 0-1 0 0,-1 0 1 0 0,1 0 0 0 0,-1 1 0 0 0,1-1 0 0 0,-1 0-1 0 0,1 1 1 0 0,-1 0 0 0 0,0-1 0 0 0,1 1 0 0 0,-1 0-1 0 0,-1 0 1 0 0,1 0 1 0 0,1 0 0 0 0,0 1 0 0 0,0 0 0 0 0,0-1-1 0 0,0 1 1 0 0,0 0 0 0 0,0-1 0 0 0,0 1 0 0 0,0 0 0 0 0,0 0-1 0 0,0 0 1 0 0,0 0 0 0 0,0 0 0 0 0,0 0 0 0 0,1 0 0 0 0,-1 0-1 0 0,0 0 1 0 0,1 0 0 0 0,-2 3 0 0 0,0 2-4 0 0,0 0 0 0 0,1 0 1 0 0,-1 0-1 0 0,1 1 0 0 0,0-1 1 0 0,1 0-1 0 0,-1 13 0 0 0,7 10 2 0 0,1-1 0 0 0,2 1 0 0 0,0-2 0 0 0,25 50 0 0 0,6 16 0 0 0,-33-75 10 0 0,0 0 1 0 0,1 0-1 0 0,1-1 0 0 0,1 0 1 0 0,0-1-1 0 0,1 0 0 0 0,1-1 1 0 0,0 0-1 0 0,1-1 0 0 0,1 0 1 0 0,0-1-1 0 0,1-1 0 0 0,0 0 1 0 0,1-1-1 0 0,0-1 0 0 0,19 9 1 0 0,-32-17-6 0 0,1-1 1 0 0,0 0 0 0 0,-1 0-1 0 0,1 0 1 0 0,0 0-1 0 0,0-1 1 0 0,0 1 0 0 0,0-1-1 0 0,0 0 1 0 0,0 0-1 0 0,-1-1 1 0 0,1 1 0 0 0,0-1-1 0 0,0 0 1 0 0,0 0-1 0 0,-1 0 1 0 0,1 0-1 0 0,0-1 1 0 0,-1 0 0 0 0,1 1-1 0 0,-1-1 1 0 0,0 0-1 0 0,0-1 1 0 0,1 1 0 0 0,-2-1-1 0 0,1 1 1 0 0,0-1-1 0 0,0 0 1 0 0,-1 0 0 0 0,1 0-1 0 0,2-6 1 0 0,2-1-2 0 0,-1 0 1 0 0,0 0-1 0 0,-1 0 1 0 0,-1 0-1 0 0,1-1 1 0 0,-2 0-1 0 0,1 1 1 0 0,-2-2-1 0 0,4-18 1 0 0,-6 17-6 0 0,0 1 1 0 0,-1-1-1 0 0,0 1 0 0 0,-5-24 1 0 0,5 35-8 0 0,-1-1-13 0 0,2 2 23 0 0,0-1 1 0 0,0 1-1 0 0,0 0 0 0 0,0 0 0 0 0,0 0 0 0 0,0 0 0 0 0,0 0 0 0 0,-1-1 0 0 0,1 1 0 0 0,0 0 1 0 0,0 0-1 0 0,0 0 0 0 0,0 0 0 0 0,0 0 0 0 0,0-1 0 0 0,-1 1 0 0 0,1 0 0 0 0,0 0 0 0 0,0 0 1 0 0,0 0-1 0 0,0 0 0 0 0,0 0 0 0 0,-1 0 0 0 0,1 0 0 0 0,0 0 0 0 0,0 0 0 0 0,0 0 0 0 0,0 0 1 0 0,-1 0-1 0 0,1 0 0 0 0,0 0 0 0 0,0 0 0 0 0,0 0 0 0 0,0 0 0 0 0,-1 0 0 0 0,1 0 0 0 0,0 0 1 0 0,0 0-1 0 0,0 0 0 0 0,0 0 0 0 0,-1 0 0 0 0,1 0 0 0 0,0 0 0 0 0,0 0 0 0 0,0 0 1 0 0,0 0-1 0 0,-1 1 0 0 0,1-1 0 0 0,0 0 0 0 0,0 0 0 0 0,0 0 0 0 0,0 0 0 0 0,0 0 0 0 0,0 1 0 0 0,-4 5-1 0 0,2 1-1 0 0,-1-1 0 0 0,1 1 0 0 0,0 0 0 0 0,0 0 0 0 0,1 0 0 0 0,0 0 1 0 0,0 0-1 0 0,0 0 0 0 0,1 1 0 0 0,1-1 0 0 0,-1 0 0 0 0,2 9 0 0 0,-1-13 7 0 0,0 1-1 0 0,0 0 0 0 0,0-1 0 0 0,1 1 0 0 0,-1 0 0 0 0,1-1 0 0 0,0 0 0 0 0,0 1 0 0 0,0-1 0 0 0,0 0 0 0 0,1 0 0 0 0,-1 0 0 0 0,1 0 0 0 0,0-1 0 0 0,0 1 0 0 0,0-1 0 0 0,0 0 0 0 0,0 0 0 0 0,0 0 0 0 0,0 0 0 0 0,1 0 0 0 0,-1-1 0 0 0,1 1 0 0 0,0-1 0 0 0,-1 0 0 0 0,8 1 1 0 0,-5-1 2 0 0,0-1 0 0 0,0 0 0 0 0,0 0 0 0 0,1-1 0 0 0,-1 0 0 0 0,0 0 0 0 0,0 0 1 0 0,0-1-1 0 0,0 0 0 0 0,10-4 0 0 0,57-33 6 0 0,-59 30-9 0 0,3 0 7 0 0,-4 0-15 0 0,0 0-1 0 0,0 2 0 0 0,1 0 0 0 0,1 0 0 0 0,-1 1 0 0 0,1 1 0 0 0,0 0 0 0 0,0 1 0 0 0,0 1 0 0 0,17-2 0 0 0,-30 5 5 0 0,0 0-1 0 0,0 0 0 0 0,-1 1 1 0 0,1-1-1 0 0,0 0 0 0 0,0 0 0 0 0,0 1 1 0 0,0 0-1 0 0,0-1 0 0 0,0 1 1 0 0,-1 0-1 0 0,1 0 0 0 0,0-1 0 0 0,-1 2 1 0 0,1-1-1 0 0,0 0 0 0 0,-1 0 1 0 0,0 0-1 0 0,1 1 0 0 0,-1-1 0 0 0,0 0 1 0 0,1 1-1 0 0,-1 0 0 0 0,0-1 1 0 0,0 1-1 0 0,0 0 0 0 0,0-1 0 0 0,-1 1 1 0 0,1 0-1 0 0,0 0 0 0 0,-1 0 1 0 0,1-1-1 0 0,-1 1 0 0 0,0 0 0 0 0,0 0 1 0 0,0 0-1 0 0,1 0 0 0 0,-2 0 1 0 0,1 0-1 0 0,0 0 0 0 0,0 0 0 0 0,-1 2 1 0 0,0 3 1 0 0,0 0 0 0 0,-1-1 1 0 0,0 1-1 0 0,0 0 0 0 0,0-1 0 0 0,-1 1 1 0 0,0-1-1 0 0,0 0 0 0 0,0 0 1 0 0,-6 7-1 0 0,1-2 4 0 0,4-7-1 0 0,1 0 0 0 0,-1 0 0 0 0,1 0 0 0 0,-1-1 0 0 0,0 1 1 0 0,0-1-1 0 0,-1 0 0 0 0,1 0 0 0 0,-1-1 0 0 0,-6 4 0 0 0,9-5-119 0 0,27-23-10288 0 0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36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54 240 0 0,'1'-24'1780'0'0,"0"-5"5614"0"0,12 237-5545 0 0,9 79-712 0 0,-12-175-1219 0 0,-9-110-228 0 0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37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41 600 0 0,'0'0'1709'0'0,"-1"-1"-1645"0"0,1 1 0 0 0,0 0 0 0 0,0 0 0 0 0,-1 0 0 0 0,1 0 0 0 0,0 0 0 0 0,0 0 0 0 0,0 0 0 0 0,-1-1 0 0 0,1 1 0 0 0,0 0 0 0 0,0 0 0 0 0,0 0 0 0 0,0 0 0 0 0,-1-1 0 0 0,1 1 0 0 0,0 0 0 0 0,0 0 1 0 0,0 0-1 0 0,0-1 0 0 0,0 1 0 0 0,0 0 0 0 0,0 0 0 0 0,-1-1 0 0 0,1 1 0 0 0,0 0 0 0 0,0 0 0 0 0,0-1 0 0 0,0 1 0 0 0,0 0 0 0 0,0 0 0 0 0,0-1 0 0 0,0 1 0 0 0,0 0 0 0 0,0 0 0 0 0,1-1 0 0 0,-1 1 0 0 0,0 0 0 0 0,0 0 0 0 0,0-1 0 0 0,0 1 0 0 0,0 0 0 0 0,0 0 0 0 0,0 0 0 0 0,1-1 0 0 0,-1 1 0 0 0,7-4 159 0 0,1 0-1 0 0,0 0 1 0 0,0 1-1 0 0,0 0 1 0 0,0 1-1 0 0,0 0 1 0 0,0 0-1 0 0,16-1 1 0 0,40-1-4343 0 0,-49 4 2315 0 0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3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5 107 236 0 0,'0'0'808'0'0,"-5"-11"3578"0"0,16-15-1638 0 0,-10 25-2572 0 0,1 1 0 0 0,-1 0-1 0 0,0-1 1 0 0,0 1 0 0 0,0-1 0 0 0,1 1-1 0 0,-1-1 1 0 0,0 0 0 0 0,0 1 0 0 0,0-1-1 0 0,0 0 1 0 0,0 0 0 0 0,0 0 0 0 0,0 0-1 0 0,0 0 1 0 0,0 0 0 0 0,-1 0 0 0 0,1 0-1 0 0,0 0 1 0 0,-1 0 0 0 0,1 0 0 0 0,-1 0-1 0 0,1 0 1 0 0,-1-1 0 0 0,1 1 0 0 0,-1 0-1 0 0,1-2 1 0 0,-1 1 874 0 0,2-11-231 0 0,-12-8-567 0 0,9 20-192 0 0,0 0-72 0 0,-6-4 7 0 0,6 4 26 0 0,-1 9-661 0 0,-2 10-1685 0 0,4-18 2124 0 0,0 1 0 0 0,0-1 0 0 0,0 1 0 0 0,0-1 0 0 0,0 1 0 0 0,0-1 0 0 0,0 0 0 0 0,0 1 0 0 0,0-1 0 0 0,0 0 0 0 0,1 1 0 0 0,-1-1 0 0 0,0 1 0 0 0,0-1 0 0 0,0 0 0 0 0,1 1 0 0 0,-1-1 0 0 0,0 0 0 0 0,0 0 0 0 0,1 1 0 0 0,-1-1 0 0 0,0 0 0 0 0,1 1 0 0 0,-1-1 0 0 0,0 0 0 0 0,1 0 0 0 0,-1 0 0 0 0,0 1 0 0 0,1-1 0 0 0,-1 0 0 0 0,0 0 0 0 0,1 0 0 0 0,-1 0 0 0 0,1 0 0 0 0,-1 0-1 0 0,0 0 1 0 0,1 0 0 0 0,-1 0 0 0 0,1 0 0 0 0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41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156 117 484 0 0,'0'0'1010'0'0,"2"-4"-525"0"0,1-4 539 0 0,0 0 0 0 0,-1 1-1 0 0,0-1 1 0 0,-1 0 0 0 0,2-10 0 0 0,-3 16-594 0 0,-8-6 253 0 0,-9-10 350 0 0,16 18-721 0 0,1-1-292 0 0,-1 1-1 0 0,0-1 1 0 0,0 1-1 0 0,1 0 1 0 0,-1-1-1 0 0,0 1 1 0 0,0 0-1 0 0,0 0 1 0 0,1-1-1 0 0,-1 1 0 0 0,0 0 1 0 0,0 0-1 0 0,0 0 1 0 0,0 0-1 0 0,0 0 1 0 0,1 0-1 0 0,-1 0 1 0 0,0 1-1 0 0,0-1 1 0 0,0 0-1 0 0,1 0 1 0 0,-1 1-1 0 0,0-1 1 0 0,0 0-1 0 0,0 1 1 0 0,1-1-1 0 0,-1 1 1 0 0,0-1-1 0 0,1 1 0 0 0,-2 0 1 0 0,-27 14 276 0 0,22-10-261 0 0,0 0-1 0 0,0 0 1 0 0,0 1 0 0 0,0 0 0 0 0,1 0 0 0 0,0 1 0 0 0,1 0-1 0 0,-1 0 1 0 0,1 0 0 0 0,1 0 0 0 0,-1 1 0 0 0,1 0 0 0 0,1 0-1 0 0,-1 0 1 0 0,-2 12 0 0 0,5-17-29 0 0,1-1 1 0 0,-1 1-1 0 0,1 0 0 0 0,0 0 1 0 0,0-1-1 0 0,0 1 1 0 0,0 0-1 0 0,0-1 0 0 0,1 1 1 0 0,-1 0-1 0 0,1 0 0 0 0,0-1 1 0 0,0 1-1 0 0,0-1 0 0 0,0 1 1 0 0,0-1-1 0 0,0 1 0 0 0,1-1 1 0 0,-1 0-1 0 0,1 0 0 0 0,0 1 1 0 0,0-1-1 0 0,0 0 0 0 0,0-1 1 0 0,0 1-1 0 0,0 0 1 0 0,0 0-1 0 0,0-1 0 0 0,1 1 1 0 0,-1-1-1 0 0,1 0 0 0 0,-1 0 1 0 0,1 0-1 0 0,-1 0 0 0 0,1 0 1 0 0,0-1-1 0 0,-1 1 0 0 0,1-1 1 0 0,0 0-1 0 0,-1 1 0 0 0,5-1 1 0 0,-3-1-3 0 0,-1 0 0 0 0,0 1 0 0 0,1-1 0 0 0,-1 0 0 0 0,0 0 0 0 0,0-1 0 0 0,0 1 0 0 0,0-1 0 0 0,0 1 0 0 0,0-1 0 0 0,0 0 0 0 0,0 0 0 0 0,-1-1 0 0 0,1 1 0 0 0,-1 0 0 0 0,1-1 0 0 0,-1 1 0 0 0,0-1 0 0 0,0 0 0 0 0,3-6 1 0 0,2-4 0 0 0,0-1 0 0 0,0 1 0 0 0,4-17 0 0 0,-10 28 15 0 0,4-14-179 0 0,-7 22 157 0 0,0 1 1 0 0,0 0 0 0 0,1-1-1 0 0,0 1 1 0 0,0 0 0 0 0,1-1-1 0 0,-1 1 1 0 0,2 0 0 0 0,-1 0-1 0 0,3 13 1 0 0,-1-16 5 0 0,-1-1 3 0 0,0-1-1 0 0,1 0 0 0 0,-1 1 1 0 0,0-1-1 0 0,1 0 0 0 0,-1 0 1 0 0,1 0-1 0 0,0 0 0 0 0,0 0 0 0 0,3 3 1 0 0,-3-4-4 0 0,0-1 0 0 0,0 0 1 0 0,0 1-1 0 0,-1-1 0 0 0,1 0 1 0 0,0 0-1 0 0,0 0 0 0 0,0 0 1 0 0,-1-1-1 0 0,1 1 0 0 0,0 0 1 0 0,0-1-1 0 0,-1 1 0 0 0,1-1 1 0 0,0 0-1 0 0,-1 1 0 0 0,1-1 0 0 0,-1 0 1 0 0,3-2-1 0 0,5-3 2 0 0,-1 0 0 0 0,1-1-1 0 0,-1-1 1 0 0,-1 1 0 0 0,0-1 0 0 0,0 0-1 0 0,0-1 1 0 0,-1 0 0 0 0,0 0 0 0 0,-1 0 0 0 0,0-1-1 0 0,-1 1 1 0 0,6-19 0 0 0,14-40 0 0 0,-23 67-4 0 0,2-19 195 0 0,-12 72-215 0 0,9-16 23 0 0,6 2 22 0 0,1-13 9 0 0,-7-22-33 0 0,1 1 0 0 0,0-1 0 0 0,0 0 0 0 0,0 0 0 0 0,1 1 1 0 0,-1-1-1 0 0,1 0 0 0 0,0 0 0 0 0,0 0 0 0 0,0 0 0 0 0,0-1 0 0 0,0 1 0 0 0,1-1 1 0 0,-1 1-1 0 0,1-1 0 0 0,-1 0 0 0 0,1 0 0 0 0,0 0 0 0 0,0 0 0 0 0,4 2 0 0 0,-3-3 2 0 0,-1-1 0 0 0,1 0 0 0 0,0 0 0 0 0,-1 0 0 0 0,1 0 0 0 0,-1 0 0 0 0,1 0 0 0 0,0-1 0 0 0,-1 0-1 0 0,1 0 1 0 0,-1 0 0 0 0,1 0 0 0 0,-1-1 0 0 0,0 1 0 0 0,0-1 0 0 0,1 0 0 0 0,-1 1 0 0 0,0-2 0 0 0,3-1 0 0 0,25-23 15 0 0,-19 13-1 0 0,-5 4-12 0 0,-4 6 1 0 0,2-4 1 0 0,21-34-1 0 0,-21 31-20 0 0,-5 9 9 0 0,1-1-5 0 0,1 0 27 0 0,2 25-176 0 0,-2-9 154 0 0,0 0-1 0 0,1 0 1 0 0,7 24-1 0 0,-9-34 9 0 0,0-1 0 0 0,0 1 0 0 0,1-1-1 0 0,-1 0 1 0 0,1 1 0 0 0,-1-1 0 0 0,1 0 0 0 0,-1 0-1 0 0,1 0 1 0 0,0 0 0 0 0,0 0 0 0 0,0 0 0 0 0,0-1-1 0 0,1 1 1 0 0,-1-1 0 0 0,0 1 0 0 0,1-1-1 0 0,-1 0 1 0 0,0 0 0 0 0,1 0 0 0 0,0 0 0 0 0,-1 0-1 0 0,5 0 1 0 0,-2-1 0 0 0,0 0 1 0 0,0 0-1 0 0,0 0 0 0 0,0-1 0 0 0,1 0 0 0 0,-1 0 1 0 0,-1 0-1 0 0,1 0 0 0 0,0-1 0 0 0,0 0 0 0 0,0 0 1 0 0,-1 0-1 0 0,1-1 0 0 0,4-3 0 0 0,2-2 0 0 0,0 0 0 0 0,-1-1-1 0 0,13-14 1 0 0,58-50-42 0 0,-80 72 18 0 0,4 0-7 0 0,4 3 1 0 0,6 30-32 0 0,-14-27 53 0 0,1-1 0 0 0,0 1 0 0 0,0-1-1 0 0,1 1 1 0 0,0-1 0 0 0,-1 1-1 0 0,1-1 1 0 0,1 0 0 0 0,-1-1-1 0 0,1 1 1 0 0,-1 0 0 0 0,1-1 0 0 0,0 0-1 0 0,0 0 1 0 0,1 0 0 0 0,-1 0-1 0 0,6 2 1 0 0,-3-2-656 0 0,0-1 0 0 0,1 1 1 0 0,-1-1-1 0 0,1 0 0 0 0,-1-1 0 0 0,11 1 0 0 0,-9-2-2364 0 0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45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60 236 0 0,'0'0'4521'0'0,"3"5"-4466"0"0,0-1-65 0 0,2 2 72 0 0,0 1 1 0 0,0-1-1 0 0,0 0 1 0 0,0-1-1 0 0,7 6 0 0 0,-10-10 119 0 0,-2-1-165 0 0,1 0 0 0 0,-1 1 0 0 0,1-1-1 0 0,0 0 1 0 0,-1 0 0 0 0,1 0 0 0 0,-1 0 0 0 0,1 0 0 0 0,0 0-1 0 0,-1 0 1 0 0,1 0 0 0 0,-1 0 0 0 0,1 0 0 0 0,0 0 0 0 0,-1 0-1 0 0,1 0 1 0 0,-1 0 0 0 0,1 0 0 0 0,0-1 0 0 0,-1 1-1 0 0,1 0 1 0 0,-1 0 0 0 0,1-1 0 0 0,-1 1 0 0 0,1 0 0 0 0,-1-1-1 0 0,1 1 1 0 0,-1-1 0 0 0,1 1 0 0 0,-1 0 0 0 0,0-1 0 0 0,1 0-1 0 0,20-13 376 0 0,59-70 130 0 0,-78 83-560 0 0,0 0-1 0 0,0 0 0 0 0,0 0 0 0 0,0 0 1 0 0,0 1-1 0 0,0-1 0 0 0,0 1 0 0 0,0-1 1 0 0,0 1-1 0 0,0 0 0 0 0,0-1 0 0 0,0 1 1 0 0,0 0-1 0 0,0 1 0 0 0,0-1 0 0 0,0 0 1 0 0,0 0-1 0 0,0 1 0 0 0,0 0 0 0 0,3 0 1 0 0,19 10-3473 0 0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46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233 462 444 0 0,'0'0'1227'0'0,"-15"-39"2950"0"0,11 35-3971 0 0,0 0 0 0 0,0 0 0 0 0,-1 0 1 0 0,0 1-1 0 0,0-1 0 0 0,0 1 0 0 0,0 1 0 0 0,0-1 0 0 0,0 1 1 0 0,-1 0-1 0 0,1 0 0 0 0,-1 0 0 0 0,0 1 0 0 0,1 0 0 0 0,-1 0 1 0 0,0 0-1 0 0,-8 1 0 0 0,10 0-167 0 0,0 0-1 0 0,0 0 1 0 0,0 1 0 0 0,0-1 0 0 0,1 1 0 0 0,-1 0-1 0 0,0 0 1 0 0,0 0 0 0 0,1 1 0 0 0,-1 0 0 0 0,1-1-1 0 0,-1 1 1 0 0,1 0 0 0 0,0 0 0 0 0,-1 1-1 0 0,1-1 1 0 0,0 1 0 0 0,-2 3 0 0 0,-1-1 1 0 0,1 1 0 0 0,0 0 0 0 0,0 1 0 0 0,1-1 0 0 0,-1 1 0 0 0,2 0 0 0 0,-6 12 0 0 0,8-16-31 0 0,0 1 0 0 0,0-1-1 0 0,0 0 1 0 0,1 1-1 0 0,-1-1 1 0 0,1 1 0 0 0,0-1-1 0 0,0 0 1 0 0,1 1-1 0 0,-1-1 1 0 0,1 0 0 0 0,-1 1-1 0 0,1-1 1 0 0,0 0-1 0 0,0 0 1 0 0,1 0 0 0 0,-1 1-1 0 0,1-1 1 0 0,-1 0-1 0 0,1-1 1 0 0,0 1 0 0 0,0 0-1 0 0,0-1 1 0 0,1 1-1 0 0,-1-1 1 0 0,0 1 0 0 0,1-1-1 0 0,0 0 1 0 0,-1 0-1 0 0,1 0 1 0 0,0-1 0 0 0,0 1-1 0 0,0-1 1 0 0,0 1 0 0 0,1-1-1 0 0,-1 0 1 0 0,0 0-1 0 0,0 0 1 0 0,1-1 0 0 0,-1 1-1 0 0,0-1 1 0 0,1 0-1 0 0,-1 0 1 0 0,1 0 0 0 0,-1 0-1 0 0,0-1 1 0 0,1 1-1 0 0,-1-1 1 0 0,0 0 0 0 0,0 0-1 0 0,1 0 1 0 0,-1 0-1 0 0,4-3 1 0 0,-3 3-6 0 0,-1-1 1 0 0,1-1-1 0 0,0 1 0 0 0,-1 0 1 0 0,0-1-1 0 0,1 0 1 0 0,-1 1-1 0 0,0-1 0 0 0,-1-1 1 0 0,1 1-1 0 0,0 0 0 0 0,-1-1 1 0 0,0 1-1 0 0,0-1 1 0 0,0 0-1 0 0,0 1 0 0 0,0-1 1 0 0,1-7-1 0 0,-2 10-10 0 0,-1 1-8 0 0,0-1 13 0 0,0 1 0 0 0,0 0-1 0 0,0 0 1 0 0,0-1 0 0 0,0 1 0 0 0,0 0 0 0 0,0 0 0 0 0,0-1-1 0 0,0 1 1 0 0,1 0 0 0 0,-1 0 0 0 0,0 0 0 0 0,0-1 0 0 0,0 1-1 0 0,0 0 1 0 0,0 0 0 0 0,1 0 0 0 0,-1-1 0 0 0,0 1 0 0 0,0 0-1 0 0,0 0 1 0 0,1 0 0 0 0,-1 0 0 0 0,0 0 0 0 0,0 0 0 0 0,0-1-1 0 0,1 1 1 0 0,-1 0 0 0 0,0 0 0 0 0,0 0 0 0 0,1 0 0 0 0,-1 0-1 0 0,0 0 1 0 0,0 0 0 0 0,1 0 0 0 0,-1 0 0 0 0,0 0 0 0 0,0 0-1 0 0,1 0 1 0 0,-1 0 0 0 0,0 0 0 0 0,0 0 0 0 0,1 1 0 0 0,1 3 3 0 0,0 0 0 0 0,1 0 0 0 0,-1 0 0 0 0,1 0 0 0 0,0 0 0 0 0,0 0 0 0 0,0-1 0 0 0,1 1 0 0 0,-1-1 0 0 0,1 0 0 0 0,0 0 1 0 0,0 0-1 0 0,0-1 0 0 0,0 1 0 0 0,0-1 0 0 0,1 0 0 0 0,-1 0 0 0 0,1-1 0 0 0,-1 1 0 0 0,1-1 0 0 0,0 0 0 0 0,0 0 0 0 0,-1-1 0 0 0,1 1 0 0 0,0-1 1 0 0,0 0-1 0 0,0-1 0 0 0,-1 1 0 0 0,1-1 0 0 0,0 0 0 0 0,0 0 0 0 0,8-3 0 0 0,-7 3-1 0 0,-1-1 1 0 0,1 0-1 0 0,-1 0 0 0 0,0-1 0 0 0,0 1 1 0 0,0-1-1 0 0,0 0 0 0 0,0 0 0 0 0,0-1 1 0 0,-1 0-1 0 0,1 0 0 0 0,5-7 0 0 0,-3 2 2 0 0,-1-1-1 0 0,0 0 0 0 0,0 0 0 0 0,-1 0 0 0 0,0-1 0 0 0,5-20 0 0 0,-10 31-2 0 0,0-1-1 0 0,0 1 1 0 0,0 0-1 0 0,0-1 1 0 0,0 1-1 0 0,0-1 1 0 0,0 1-1 0 0,1 0 1 0 0,-1-1-1 0 0,0 1 1 0 0,0-1-1 0 0,0 1 1 0 0,0 0-1 0 0,1-1 1 0 0,-1 1-1 0 0,0 0 0 0 0,0-1 1 0 0,1 1-1 0 0,-1 0 1 0 0,0 0-1 0 0,1-1 1 0 0,-1 1-1 0 0,0 0 1 0 0,1 0-1 0 0,-1-1 1 0 0,0 1-1 0 0,1 0 1 0 0,-1 0-1 0 0,0 0 1 0 0,1 0-1 0 0,-1-1 1 0 0,1 1-1 0 0,-1 0 1 0 0,0 0-1 0 0,1 0 1 0 0,-1 0-1 0 0,1 0 1 0 0,11 14-27 0 0,12 41 17 0 0,-17-37 3 0 0,-4-11 10 0 0,0 0 8 0 0,5 4 66 0 0,-6-11-74 0 0,-1 0 1 0 0,1 0-1 0 0,-1-1 0 0 0,1 1 1 0 0,-1 0-1 0 0,0 0 0 0 0,1-1 1 0 0,-1 1-1 0 0,1-1 1 0 0,-1 1-1 0 0,0-1 0 0 0,0 0 1 0 0,1 1-1 0 0,-1-1 0 0 0,0 0 1 0 0,0 0-1 0 0,0 0 1 0 0,0 0-1 0 0,0 0 0 0 0,1-1 1 0 0,41-40 14 0 0,-36 31-32 0 0,-7 11 15 0 0,0-1-1 0 0,0 1 1 0 0,0 0-1 0 0,0-1 1 0 0,0 1-1 0 0,0 0 1 0 0,0-1-1 0 0,0 1 1 0 0,1 0-1 0 0,-1 0 1 0 0,0-1-1 0 0,0 1 1 0 0,0 0-1 0 0,1-1 1 0 0,-1 1-1 0 0,0 0 1 0 0,0 0-1 0 0,1-1 1 0 0,-1 1-1 0 0,0 0 1 0 0,0 0-1 0 0,1 0 1 0 0,-1 0-1 0 0,0-1 1 0 0,1 1 0 0 0,-1 0-1 0 0,0 0 1 0 0,1 0-1 0 0,-1 0 1 0 0,0 0-1 0 0,1 0 1 0 0,-1 0-1 0 0,0 0 1 0 0,1 0-1 0 0,0 0 1 0 0,40 11-49 0 0,-38-9 55 0 0,1 1 4 0 0,1-2-2 0 0,0-1-4 0 0,0 0 0 0 0,0-1 1 0 0,1 1-1 0 0,-1-1 0 0 0,0-1 0 0 0,0 1 1 0 0,0 0-1 0 0,0-1 0 0 0,0 0 1 0 0,0 0-1 0 0,-1-1 0 0 0,1 0 0 0 0,-1 1 1 0 0,0-1-1 0 0,1-1 0 0 0,5-5 1 0 0,-1-1-7 0 0,-1 0 0 0 0,0-1 0 0 0,-1 0 1 0 0,11-20-1 0 0,-6 9 13 0 0,1-5-14 0 0,-2 1 1 0 0,0-1-1 0 0,-2-1 0 0 0,-1 0 1 0 0,-2 0-1 0 0,0 0 0 0 0,1-34 1 0 0,-3-5 569 0 0,-3 64-502 0 0,-1 3-57 0 0,0 0-1 0 0,0 0 0 0 0,0 0 0 0 0,0-1 1 0 0,0 1-1 0 0,0 0 0 0 0,0 0 0 0 0,1-1 0 0 0,-1 1 1 0 0,0 0-1 0 0,0 0 0 0 0,0-1 0 0 0,0 1 1 0 0,0 0-1 0 0,0 0 0 0 0,0-1 0 0 0,0 1 0 0 0,0 0 1 0 0,0 0-1 0 0,0 0 0 0 0,-1-1 0 0 0,1 1 1 0 0,0 0-1 0 0,0 0 0 0 0,0-1 0 0 0,0 1 0 0 0,0 0 1 0 0,0 0-1 0 0,0 0 0 0 0,-1-1 0 0 0,1 1 1 0 0,0 0-1 0 0,0 0 0 0 0,0 0 0 0 0,-1 0 0 0 0,1-1 1 0 0,0 1-1 0 0,0 0 0 0 0,0 0 0 0 0,-1 0 1 0 0,1 0-1 0 0,0 0 0 0 0,0 0 0 0 0,0 0 0 0 0,-1 0 1 0 0,1 0-1 0 0,-1-1 0 0 0,-4 6-2 0 0,0 0 0 0 0,1 0-1 0 0,-1 1 1 0 0,1-1 0 0 0,0 1-1 0 0,0 0 1 0 0,1 0 0 0 0,0 0 0 0 0,0 1-1 0 0,0-1 1 0 0,1 1 0 0 0,0 0 0 0 0,0-1-1 0 0,1 1 1 0 0,-2 13 0 0 0,-1 18 26 0 0,2 63 1 0 0,2-77-13 0 0,0-2 0 0 0,2 1 0 0 0,1-1 0 0 0,0 0 0 0 0,7 23 0 0 0,0-33-5 0 0,14-6 24 0 0,5-11 5 0 0,-12 1-20 0 0,-3 0-11 0 0,23-4-25 0 0,-33 7 10 0 0,0-1 1 0 0,0 1-1 0 0,-1 0 0 0 0,1 0 1 0 0,1 0-1 0 0,-1 1 0 0 0,0-1 1 0 0,0 1-1 0 0,0 0 0 0 0,0 0 0 0 0,0 1 1 0 0,0-1-1 0 0,0 1 0 0 0,0 0 1 0 0,0 0-1 0 0,0 0 0 0 0,0 0 1 0 0,4 3-1 0 0,-5-2-6 0 0,0 6 6 0 0,-2 6-2 0 0,-7 12 5 0 0,-11-7-5 0 0,0-6 19 0 0,-16 14-428 0 0,19-23-3984 0 0,-4-11-1138 0 0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46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68 0 0,'0'0'696'0'0,"12"-5"448"0"0,3 0-656 0 0,-5 3 356 0 0,7 1-112 0 0,14-1-836 0 0,-19 4-280 0 0,-1-2-200 0 0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47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540 83 696 0 0,'12'-39'4157'0'0,"-12"37"-4076"0"0,0 1-1 0 0,0-1 1 0 0,1 1-1 0 0,-1-1 1 0 0,0 1-1 0 0,0-1 1 0 0,0 1-1 0 0,0-1 1 0 0,-1 1-1 0 0,1 0 1 0 0,0-1-1 0 0,-1 1 1 0 0,1-1-1 0 0,-1 1 1 0 0,1 0-1 0 0,-1-1 1 0 0,1 1-1 0 0,-1 0 1 0 0,0-1-1 0 0,0 1 1 0 0,0 0-1 0 0,0 0 1 0 0,0 0-1 0 0,0 0 1 0 0,0 0-1 0 0,0 0 1 0 0,0 0-1 0 0,0 0 1 0 0,-1 0-1 0 0,1 1 1 0 0,0-1-1 0 0,-1 0 1 0 0,1 1-1 0 0,0-1 1 0 0,-1 1-1 0 0,1-1 1 0 0,-1 1-1 0 0,1 0 1 0 0,-1 0-1 0 0,1-1 1 0 0,0 1-1 0 0,-1 0 1 0 0,1 0-1 0 0,-1 1 1 0 0,1-1-1 0 0,-1 0 1 0 0,1 0-1 0 0,-1 1 1 0 0,1-1-1 0 0,0 1 1 0 0,-1-1-1 0 0,-1 2 1 0 0,-7 2 40 0 0,0 1-1 0 0,0 0 1 0 0,1 0 0 0 0,0 1 0 0 0,0 0 0 0 0,-10 9 0 0 0,-32 31 283 0 0,1 1 0 0 0,3 4 0 0 0,-51 67 0 0 0,72-83-281 0 0,2 2 0 0 0,2 0 0 0 0,1 2 0 0 0,2 0 0 0 0,1 1 0 0 0,-14 51 0 0 0,27-76-89 0 0,1-1 0 0 0,1 1 1 0 0,1 0-1 0 0,0 0 0 0 0,1 0 0 0 0,0 0 0 0 0,1 0 0 0 0,1 0 1 0 0,0 0-1 0 0,1 0 0 0 0,1 0 0 0 0,0-1 0 0 0,1 1 0 0 0,1-1 1 0 0,0 0-1 0 0,1 0 0 0 0,1 0 0 0 0,0-1 0 0 0,0 0 0 0 0,16 20 1 0 0,6 3 27 0 0,1-1 0 0 0,2-1 0 0 0,2-2 1 0 0,1-1-1 0 0,1-1 0 0 0,1-3 0 0 0,66 38 1 0 0,-47-36-119 0 0,2-1 1 0 0,1-4-1 0 0,1-1 1 0 0,0-4-1 0 0,71 13 1 0 0,-119-29-508 0 0,38 5-106 0 0,-48-8 6 0 0,1 0 0 0 0,-1 0 0 0 0,1 0 1 0 0,0 0-1 0 0,-1-1 0 0 0,1 1 0 0 0,0-1 0 0 0,-1 1 1 0 0,5-3-1 0 0,6-4-2411 0 0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1:52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56 776,'2'-53'8268,"-2"51"-6789,-5 7-1278,-21 29 98,0 1 0,3 1 0,1 1-1,2 1 1,1 1 0,-19 58 0,35-85-239,1-8-20,0 0 1,0 0 0,1 0 0,0 1 0,0-1-1,0 1 1,0-1 0,1 0 0,0 1 0,0-1-1,0 1 1,0 0 0,1-1 0,0 0 0,-1 1-1,2-1 1,1 6 0,-1-9-30,0-1 0,-1 1 0,1-1 0,0 0-1,0 0 1,0 0 0,-1 0 0,1 0 0,0 0 0,0-1 0,0 1 0,-1-1 0,1 1 0,0-1 0,-1 1-1,1-1 1,0 0 0,-1 0 0,1 0 0,1-1 0,-2 1-15,10-5 22,-1-2 0,1 1-1,-1-2 1,-1 1 0,0-1 0,10-13 0,34-30 33,-49 49-51,0 0-1,0 1 1,1-1-1,-1 1 1,0 0 0,1 0-1,-1 0 1,1 0-1,0 1 1,0 0-1,9-1 1,-5 3-2,-1 0 0,1 1-1,-1 0 1,0 1 0,0-1 0,0 2 0,0-1 0,0 1-1,-1 0 1,1 1 0,-1 0 0,11 9 0,34 19-11,-41-28 16,-1-1 0,1 0-1,0-1 1,0 0 0,0-1 0,0 0-1,0-1 1,1 0 0,-1 0 0,0-2-1,1 1 1,-1-1 0,16-4-1,-21 3 0,0 0 0,0 0-1,1 0 1,-1-1 0,-1 0-1,1 0 1,0 0 0,-1-1-1,1 0 1,-1 0 0,0 0-1,-1-1 1,1 0 0,-1 0-1,0 0 1,0 0-1,0-1 1,-1 1 0,0-1-1,0 0 1,0 0 0,-1 0-1,0 0 1,2-7 0,-1-7-6,0 0 1,-1-1-1,-2 1 0,0-1 1,-1 1-1,0-1 1,-2 1-1,-1 0 1,-10-33-1,14 50-20,-1-4 191,1 7-211,0 0-1,0 0 0,0 0 0,0 0 0,0 0 0,0 0 0,0 0 0,1 0 0,-1 0 0,0 0 0,0 0 0,0 1 0,0-1 0,0 0 0,0 0 0,0 0 0,0 0 0,1 0 0,-1 0 0,0 0 0,0 0 0,0 0 1,0 0-1,0 0 0,0-1 0,0 1 0,1 0 0,-1 0 0,0 0 0,0 0 0,0 0 0,0 0 0,0 0 0,0 0 0,0 0 0,0 0 0,0 0 0,0 0 0,1 0 0,-1 0 0,0 0 0,0-1 0,0 1 0,0 0 1,0 0-1,0 0 0,0 0 0,0 0 0,0 0 0,0 0 0,0 0 0,0-1 0,0 1 0,0 0 0,0 0 0,0 0 0,0 0 0,0 0 0,0 0 0,0 0 0,0-1 0,0 1 0,2 2-17,15 16-1786,-1-3-2803,-10-9 1972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54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262 500 468 0 0,'0'0'719'0'0,"-11"-50"5771"0"0,10 48-6364 0 0,0 0 0 0 0,1 1 0 0 0,-1-1 0 0 0,0 1 0 0 0,0 0 0 0 0,0-1 0 0 0,-1 1 0 0 0,1 0 0 0 0,0-1 0 0 0,0 1 0 0 0,-1 0 0 0 0,1 0 0 0 0,-1 0 0 0 0,1 0 0 0 0,-1 0 0 0 0,1 0 0 0 0,-1 1 0 0 0,1-1 0 0 0,-1 1 0 0 0,0-1 0 0 0,1 1 0 0 0,-1-1 0 0 0,0 1 0 0 0,-3 0 0 0 0,0 0-38 0 0,-1 1-1 0 0,1 1 0 0 0,0-1 0 0 0,-1 1 1 0 0,1 0-1 0 0,-8 5 0 0 0,2-3 27 0 0,-1 3-20 0 0,1 0-1 0 0,-1 1 0 0 0,1 0 0 0 0,1 0 0 0 0,0 1 0 0 0,0 1 0 0 0,0 0 1 0 0,1 0-1 0 0,-9 14 0 0 0,12-14-27 0 0,0 0-1 0 0,1 0 1 0 0,0 0 0 0 0,1 1-1 0 0,0 0 1 0 0,0 0 0 0 0,1 0 0 0 0,1 0-1 0 0,0 0 1 0 0,0 0 0 0 0,0 18 0 0 0,2-28-61 0 0,1 0 1 0 0,-1 0 0 0 0,0 1-1 0 0,0-1 1 0 0,1 0 0 0 0,-1 0 0 0 0,1 0-1 0 0,-1 0 1 0 0,1-1 0 0 0,-1 1 0 0 0,1 0-1 0 0,0 0 1 0 0,-1 0 0 0 0,1 0-1 0 0,0 0 1 0 0,0-1 0 0 0,0 1 0 0 0,0 0-1 0 0,-1-1 1 0 0,1 1 0 0 0,0-1 0 0 0,0 1-1 0 0,0-1 1 0 0,0 1 0 0 0,0-1 0 0 0,0 0-1 0 0,0 1 1 0 0,0-1 0 0 0,1 0-1 0 0,-1 0 1 0 0,0 0 0 0 0,0 0 0 0 0,0 0-1 0 0,0 0 1 0 0,0 0 0 0 0,0 0 0 0 0,0 0-1 0 0,0 0 1 0 0,0-1 0 0 0,0 1-1 0 0,2-1 1 0 0,42-15 72 0 0,-33 10-65 0 0,1-1 1 0 0,-2 0-1 0 0,1-1 1 0 0,-1 0-1 0 0,0-1 1 0 0,0 0-1 0 0,17-21 1 0 0,9-9-77 0 0,-36 38 44 0 0,2 5 5 0 0,-1-1 15 0 0,1 1 0 0 0,-1-1 1 0 0,1 0-1 0 0,0 0 1 0 0,0 0-1 0 0,1 0 0 0 0,-1 0 1 0 0,1-1-1 0 0,-1 1 1 0 0,1-1-1 0 0,0 0 0 0 0,-1 0 1 0 0,1-1-1 0 0,0 1 1 0 0,9 1-1 0 0,-5-1-1 0 0,0 0-1 0 0,0-1 0 0 0,1 0 1 0 0,-1 0-1 0 0,0-1 1 0 0,1 0-1 0 0,10-2 1 0 0,-6 1-19 0 0,0-1 1 0 0,0 0 0 0 0,0-1 0 0 0,0 0 0 0 0,-1-2-1 0 0,1 1 1 0 0,-1-1 0 0 0,0-1 0 0 0,-1 0-1 0 0,0-1 1 0 0,1 0 0 0 0,-2-1 0 0 0,1 0 0 0 0,-1 0-1 0 0,9-11 1 0 0,13-30-5 0 0,-32 47 11 0 0,2-4 4 0 0,-2 6 5 0 0,0 0-1 0 0,0 0 1 0 0,0 1-1 0 0,0-1 1 0 0,0 0 0 0 0,0 0-1 0 0,-1 0 1 0 0,1 0-1 0 0,0 0 1 0 0,0 0-1 0 0,0 0 1 0 0,0 0-1 0 0,0 0 1 0 0,0 0-1 0 0,0 0 1 0 0,0 0 0 0 0,0 0-1 0 0,0 0 1 0 0,0 0-1 0 0,-1 0 1 0 0,1 0-1 0 0,0 0 1 0 0,0 0-1 0 0,0 0 1 0 0,0 0 0 0 0,0 0-1 0 0,0 0 1 0 0,0 0-1 0 0,0 0 1 0 0,0 0-1 0 0,-1 0 1 0 0,1 0-1 0 0,0 0 1 0 0,0 0-1 0 0,0 0 1 0 0,0 0 0 0 0,0 0-1 0 0,0 0 1 0 0,0 0-1 0 0,0 0 1 0 0,0 0-1 0 0,0 0 1 0 0,0 0-1 0 0,-1 0 1 0 0,1 0 0 0 0,0-1-1 0 0,0 1 1 0 0,0 0-1 0 0,-1 1 2 0 0,-1 0 2 0 0,0 0 0 0 0,1 0 0 0 0,-1 1 0 0 0,1-1 0 0 0,-1 0 0 0 0,1 1 0 0 0,0-1-1 0 0,0 0 1 0 0,0 1 0 0 0,-1 0 0 0 0,1-1 0 0 0,1 1 0 0 0,-1-1 0 0 0,0 1 0 0 0,0 0 0 0 0,1 0 0 0 0,-1 0 0 0 0,1-1-1 0 0,-1 1 1 0 0,1 0 0 0 0,0 0 0 0 0,0 0 0 0 0,-1 0 0 0 0,1 0 0 0 0,1 0 0 0 0,-1-1 0 0 0,0 1 0 0 0,0 0 0 0 0,1 0-1 0 0,-1 0 1 0 0,1 0 0 0 0,0-1 0 0 0,-1 1 0 0 0,1 0 0 0 0,2 3 0 0 0,-1-2 3 0 0,-1 1 1 0 0,1-1-1 0 0,0 0 0 0 0,0 0 1 0 0,0 0-1 0 0,0 0 0 0 0,1 0 1 0 0,-1 0-1 0 0,1-1 0 0 0,0 1 1 0 0,0-1-1 0 0,0 0 1 0 0,0 0-1 0 0,0 0 0 0 0,0 0 1 0 0,0 0-1 0 0,6 1 0 0 0,-2-1-1 0 0,0 0-1 0 0,0 0 1 0 0,0-1-1 0 0,0 0 1 0 0,1-1-1 0 0,-1 1 0 0 0,0-1 1 0 0,12-2-1 0 0,-5 0-11 0 0,-1 0 0 0 0,0-1 0 0 0,0-1-1 0 0,0 0 1 0 0,0-1 0 0 0,-1 0 0 0 0,0-1 0 0 0,0 0-1 0 0,17-13 1 0 0,-19 11 4 0 0,0 0-1 0 0,-1 0 0 0 0,0-1 1 0 0,-1 0-1 0 0,1-1 1 0 0,-2 0-1 0 0,0 0 0 0 0,0-1 1 0 0,-1 0-1 0 0,0 0 1 0 0,0 0-1 0 0,-2-1 1 0 0,1 0-1 0 0,-2 0 0 0 0,1 0 1 0 0,1-16-1 0 0,32-245 15 0 0,-37 217 207 0 0,0 54-147 0 0,0 1-47 0 0,1 1-20 0 0,-1-1 0 0 0,0 1 0 0 0,0 0 0 0 0,0 0 0 0 0,0 0 0 0 0,0-1 0 0 0,0 1 1 0 0,0 0-1 0 0,1 0 0 0 0,-1-1 0 0 0,0 1 0 0 0,0 0 0 0 0,0 0 0 0 0,0-1 0 0 0,0 1 0 0 0,0 0 1 0 0,0-1-1 0 0,0 1 0 0 0,0 0 0 0 0,-1 0 0 0 0,1-1 0 0 0,0 1 0 0 0,0 0 0 0 0,0 0 0 0 0,0 0 1 0 0,0-1-1 0 0,0 1 0 0 0,0 0 0 0 0,-1 0 0 0 0,1-1 0 0 0,0 1 0 0 0,0 0 0 0 0,0 0 0 0 0,0 0 0 0 0,-1 0 1 0 0,1-1-1 0 0,0 1 0 0 0,0 0 0 0 0,-1 0 0 0 0,1 0 0 0 0,0 0 0 0 0,0 0 0 0 0,0 0 0 0 0,-1-1 1 0 0,1 1-1 0 0,0 0 0 0 0,-1 0 0 0 0,-5 6 1 0 0,-1 0 1 0 0,2 1 0 0 0,-1-1-1 0 0,1 1 1 0 0,0 0-1 0 0,0 1 1 0 0,1-1-1 0 0,0 1 1 0 0,0 0 0 0 0,1 0-1 0 0,0 0 1 0 0,0 1-1 0 0,1-1 1 0 0,0 1-1 0 0,0-1 1 0 0,1 10 0 0 0,-5 28 52 0 0,2 76 1 0 0,4-104-42 0 0,-1 24 22 0 0,3-1 1 0 0,7 50-1 0 0,-8-82-26 0 0,1 0 0 0 0,0 0-1 0 0,0 0 1 0 0,1 0 0 0 0,0 0 0 0 0,1 0 0 0 0,0-1-1 0 0,0 1 1 0 0,1-1 0 0 0,0 0 0 0 0,0-1-1 0 0,1 1 1 0 0,0-1 0 0 0,0 0 0 0 0,13 10 0 0 0,-14-14-6 0 0,-1-1 0 0 0,1 0 1 0 0,0 0-1 0 0,-1 0 0 0 0,1-1 1 0 0,0 1-1 0 0,0-1 1 0 0,0 0-1 0 0,0-1 0 0 0,0 1 1 0 0,0-1-1 0 0,0 0 0 0 0,1 0 1 0 0,-1-1-1 0 0,0 0 1 0 0,0 1-1 0 0,0-2 0 0 0,0 1 1 0 0,-1-1-1 0 0,6-1 1 0 0,3-3 5 0 0,1 0 1 0 0,-1 0-1 0 0,0-1 1 0 0,-1-1-1 0 0,19-15 1 0 0,-24 17-5 0 0,-1-1 0 0 0,1-1-1 0 0,-1 1 1 0 0,-1-1 0 0 0,1 0 0 0 0,-1 0 0 0 0,-1-1-1 0 0,0 1 1 0 0,0-1 0 0 0,0 0 0 0 0,-1 0 0 0 0,3-17-1 0 0,-4 18 1 0 0,-1 6-4 0 0,-1-1 10 0 0,-1-8 0 0 0,1 9 47 0 0,-5 6-89 0 0,2-1 41 0 0,1 0-12 0 0,-1-1 1 0 0,0 1-1 0 0,1 0 0 0 0,0 0 1 0 0,-1 0-1 0 0,1 1 1 0 0,1-1-1 0 0,-1 0 1 0 0,0 1-1 0 0,1-1 0 0 0,0 1 1 0 0,-1 0-1 0 0,1-1 1 0 0,1 1-1 0 0,-1 0 0 0 0,1-1 1 0 0,-1 1-1 0 0,1 0 1 0 0,0 0-1 0 0,0 0 0 0 0,1-1 1 0 0,0 7-1 0 0,0-2 7 0 0,0 1-1 0 0,0-1 0 0 0,1 0 0 0 0,0 0 1 0 0,0-1-1 0 0,1 1 0 0 0,6 14 0 0 0,-7-20-2 0 0,0-1 0 0 0,0 0 0 0 0,0 1-1 0 0,0-1 1 0 0,1 0 0 0 0,-1 0 0 0 0,0 0 0 0 0,0-1 0 0 0,1 1-1 0 0,-1 0 1 0 0,0-1 0 0 0,1 0 0 0 0,-1 1 0 0 0,1-1-1 0 0,-1 0 1 0 0,1 0 0 0 0,-1 0 0 0 0,0-1 0 0 0,1 1-1 0 0,-1 0 1 0 0,1-1 0 0 0,-1 0 0 0 0,0 0 0 0 0,1 1-1 0 0,1-2 1 0 0,-3 1-3 0 0,12-5 5 0 0,0 0 0 0 0,-1 0 0 0 0,0-2 0 0 0,0 1 0 0 0,-1-2 0 0 0,0 1 0 0 0,16-17 0 0 0,-17 14-12 0 0,2 1-1 0 0,-1 1 1 0 0,2 0 0 0 0,-1 0 0 0 0,20-9 0 0 0,-31 17 5 0 0,-1 1 0 0 0,1-1 0 0 0,0 1 0 0 0,0-1 1 0 0,-1 1-1 0 0,1-1 0 0 0,0 1 0 0 0,0-1 0 0 0,0 1 0 0 0,0 0 1 0 0,0 0-1 0 0,0-1 0 0 0,0 1 0 0 0,0 0 0 0 0,0 0 1 0 0,0 0-1 0 0,0 0 0 0 0,0 0 0 0 0,0 0 0 0 0,-1 0 0 0 0,1 1 1 0 0,0-1-1 0 0,0 0 0 0 0,0 0 0 0 0,0 1 0 0 0,0-1 1 0 0,0 0-1 0 0,0 1 0 0 0,0-1 0 0 0,-1 1 0 0 0,1-1 0 0 0,0 1 1 0 0,0 0-1 0 0,-1-1 0 0 0,2 2 0 0 0,-1 2-3 0 0,0-1-1 0 0,0 0 1 0 0,-1 0-1 0 0,0 1 1 0 0,1-1 0 0 0,-1 0-1 0 0,0 0 1 0 0,-1 6-1 0 0,0 5 2 0 0,1-8 7 0 0,0 0 0 0 0,0 0 0 0 0,0 0 0 0 0,1 0 0 0 0,-1-1 0 0 0,1 1 0 0 0,1 0 0 0 0,-1-1 0 0 0,1 1 0 0 0,0-1 0 0 0,4 8 0 0 0,-4-10 2 0 0,0-1 0 0 0,1 0-1 0 0,-1 0 1 0 0,1 0 0 0 0,-1 0 0 0 0,1-1 0 0 0,0 1 0 0 0,-1-1 0 0 0,1 0 0 0 0,0 1 0 0 0,0-1 0 0 0,0 0 0 0 0,0-1 0 0 0,0 1 0 0 0,0 0 0 0 0,1-1 0 0 0,-1 0 0 0 0,0 0 0 0 0,0 0-1 0 0,0 0 1 0 0,0 0 0 0 0,4-1 0 0 0,12-1-186 0 0,0 0-1 0 0,0-1 0 0 0,-1-1 1 0 0,1-1-1 0 0,28-11 0 0 0,-37 12-821 0 0,-1 0 0 0 0,1-1 0 0 0,-1 0-1 0 0,-1-1 1 0 0,1 0 0 0 0,-1-1-1 0 0,8-7 1 0 0,-3 0-1858 0 0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1:54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56 200,'0'0'1571,"3"-3"-890,0-1-505,0 1 0,0-1 0,1 1 1,0 0-1,-1 0 0,1 1 1,0-1-1,1 1 0,-1-1 0,0 1 1,1 1-1,-1-1 0,9-1 1,67-6 1175,-25 4-1269,-54 5-440,14 2-2879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1:55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98 120 9081,'-10'-5'143,"0"-1"1,0 0 0,0 0-1,1-1 1,0-1-1,1 0 1,-1 0-1,-7-11 1,15 18-131,0 1 0,1-1 0,-1 0-1,1 0 1,-1 0 0,1 0 0,-1 0 0,1 0 0,0 0 0,-1 0 0,1 0 0,0 0-1,0 0 1,0 0 0,0 0 0,-1 0 0,2 0 0,-1 0 0,0 0 0,0 0-1,0 0 1,0 0 0,1 0 0,-1 0 0,0 0 0,1 0 0,-1 0 0,1 0-1,-1 0 1,1 0 0,0 0 0,-1 0 0,2-1 0,0 1-59,-1 0 0,1-1 0,-1 1 0,1 0 0,-1 0 0,1 0 0,0 0 0,0 0 0,-1 1 0,1-1-1,0 1 1,0-1 0,0 1 0,0-1 0,0 1 0,0 0 0,2 0 0,37 11-5656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1:55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32 548,'-3'-9'1547,"5"3"2993,18-10-2753,-19 16-862,3 1-544,-3-1-319,1 1 0,0-1-1,0 1 1,-1 0 0,1-1 0,-1 1-1,1 0 1,-1 0 0,1 0 0,-1 0-1,1 1 1,-1-1 0,0 0 0,0 1-1,0-1 1,1 0 0,-1 1 0,-1 0-1,1-1 1,0 1 0,0-1 0,0 4-1,1 0 22,-1 1-1,-1-1 0,1 0 0,-1 0 0,0 0 1,0 1-1,0-1 0,-2 6 0,-1 5 44,-1 0-1,-1-1 0,0 1 1,-11 22-1,3-15-29,-1-2 0,-1 1-1,-1-2 1,-21 22 0,4-4-727,29-33 8,2-2-429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12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0 653 180 0 0,'0'0'5415'0'0,"3"-4"-5047"0"0,3-5-151 0 0,1 0 0 0 0,0 0-1 0 0,0 1 1 0 0,1 0 0 0 0,0 1 0 0 0,13-10-1 0 0,65-41 544 0 0,-26 18-399 0 0,147-118 428 0 0,-171 127-687 0 0,-2-2 1 0 0,-1-1-1 0 0,43-56 1 0 0,-70 82-40 0 0,0 0 0 0 0,-1 0 0 0 0,1-1 0 0 0,-1 0 0 0 0,-1 0 0 0 0,0 0 0 0 0,0-1 0 0 0,-1 1 0 0 0,0-1 0 0 0,-1 0 0 0 0,0 0 0 0 0,1-17 0 0 0,-3 25 48 0 0,-13 27-64 0 0,9-7-35 0 0,0-1 0 0 0,1 1 0 0 0,0 0 0 0 0,2-1 0 0 0,0 1-1 0 0,2 25 1 0 0,-1 15 17 0 0,-1 3 10 0 0,3-44-29 0 0,-2 0 1 0 0,0 0-1 0 0,-1 0 0 0 0,-1 0 0 0 0,0 0 1 0 0,-1-1-1 0 0,-1 1 0 0 0,-1-1 1 0 0,-10 24-1 0 0,12-36-3 0 0,0 1 1 0 0,0-1-1 0 0,-1 0 0 0 0,0 0 1 0 0,0-1-1 0 0,0 1 1 0 0,0-1-1 0 0,0 0 0 0 0,-1 0 1 0 0,1 0-1 0 0,-1-1 0 0 0,0 1 1 0 0,0-1-1 0 0,0-1 1 0 0,0 1-1 0 0,0 0 0 0 0,-1-1 1 0 0,-8 1-1 0 0,12-2-15 0 0,0 0 0 0 0,0-1 0 0 0,-1 1 0 0 0,1 0 1 0 0,0-1-1 0 0,0 1 0 0 0,0-1 0 0 0,0 0 0 0 0,0 0 0 0 0,0 0 0 0 0,0 0 0 0 0,0 0 1 0 0,0 0-1 0 0,0 0 0 0 0,1 0 0 0 0,-1-1 0 0 0,0 1 0 0 0,1-1 0 0 0,-1 0 0 0 0,1 1 0 0 0,0-1 1 0 0,-2-3-1 0 0,2 4-220 0 0,3-7-328 0 0,-2 7 520 0 0,0 1 1 0 0,0-1 0 0 0,0 1-1 0 0,0-1 1 0 0,0 1-1 0 0,0-1 1 0 0,0 1 0 0 0,0-1-1 0 0,0 1 1 0 0,0-1 0 0 0,0 1-1 0 0,0-1 1 0 0,0 1 0 0 0,1-1-1 0 0,-1 1 1 0 0,0-1-1 0 0,0 1 1 0 0,0-1 0 0 0,1 1-1 0 0,-1-1 1 0 0,0 1 0 0 0,1-1-1 0 0,-1 1 1 0 0,0 0 0 0 0,1-1-1 0 0,0 0 1 0 0,2-2-436 0 0,5-3 117 0 0,3 0-3850 0 0,2 1 1826 0 0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13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145 284 508 0 0,'0'0'2020'0'0,"0"-2"-1848"0"0,0 1 0 0 0,-1-1 1 0 0,0 1-1 0 0,1 0 0 0 0,-1-1 1 0 0,0 1-1 0 0,0-1 1 0 0,1 1-1 0 0,-1 0 0 0 0,0 0 1 0 0,0 0-1 0 0,-2-2 0 0 0,-3 2 23 0 0,0 1-1 0 0,1 0 0 0 0,-1 1 1 0 0,0-1-1 0 0,1 1 0 0 0,-1 0 0 0 0,1 0 1 0 0,-1 1-1 0 0,1-1 0 0 0,-1 1 0 0 0,1 0 1 0 0,0 1-1 0 0,0-1 0 0 0,0 1 1 0 0,0 0-1 0 0,1 1 0 0 0,-1-1 0 0 0,1 1 1 0 0,-6 5-1 0 0,8-6-140 0 0,-1 0 0 0 0,1 0 0 0 0,0-1 0 0 0,0 1 0 0 0,0 1 0 0 0,0-1 0 0 0,1 0 0 0 0,-1 0 0 0 0,1 0 0 0 0,0 1 0 0 0,0-1 1 0 0,0 1-1 0 0,1-1 0 0 0,-1 1 0 0 0,1-1 0 0 0,-1 1 0 0 0,1 0 0 0 0,0-1 0 0 0,1 1 0 0 0,-1-1 0 0 0,1 1 0 0 0,-1-1 0 0 0,1 1 0 0 0,0-1 0 0 0,0 1 0 0 0,1-1 0 0 0,-1 0 0 0 0,1 0 0 0 0,-1 1 0 0 0,1-1 1 0 0,0 0-1 0 0,4 3 0 0 0,-3-2-27 0 0,1 0 0 0 0,0-1 0 0 0,1 1 0 0 0,-1-1 0 0 0,0 0 0 0 0,1-1 1 0 0,0 1-1 0 0,-1-1 0 0 0,1 0 0 0 0,0 0 0 0 0,0 0 0 0 0,1-1 0 0 0,-1 0 0 0 0,0 0 1 0 0,7 0-1 0 0,13 2 55 0 0,46-3 1 0 0,-64 0-79 0 0,18-2 6 0 0,1 0 0 0 0,-1-2-1 0 0,0-1 1 0 0,-1-1 0 0 0,35-13 0 0 0,-43 13 39 0 0,0 0 1 0 0,-1-2-1 0 0,1 0 1 0 0,-2-1-1 0 0,1 0 1 0 0,-1-1 0 0 0,-1-1-1 0 0,23-22 1 0 0,-18-1 1002 0 0,-25 38-1049 0 0,-16 13 28 0 0,22-16-26 0 0,0 0-1 0 0,0 0 1 0 0,0 0-1 0 0,0 0 1 0 0,0 0-1 0 0,0 1 1 0 0,0-1-1 0 0,0 0 1 0 0,1 0-1 0 0,-1 1 1 0 0,0-1-1 0 0,1 0 1 0 0,-1 1-1 0 0,1-1 1 0 0,0 0-1 0 0,-1 1 1 0 0,1-1-1 0 0,0 1 1 0 0,0-1-1 0 0,0 0 1 0 0,0 1-1 0 0,0-1 0 0 0,0 1 1 0 0,0-1-1 0 0,0 1 1 0 0,1-1-1 0 0,-1 0 1 0 0,1 1-1 0 0,-1-1 1 0 0,1 0-1 0 0,-1 1 1 0 0,1-1-1 0 0,1 2 1 0 0,0-1 0 0 0,-1-1 0 0 0,1 1 0 0 0,0-1 0 0 0,0 0-1 0 0,0 0 1 0 0,0 0 0 0 0,0 0 0 0 0,0 0 0 0 0,0 0 0 0 0,1 0 0 0 0,-1-1 0 0 0,0 1 0 0 0,0-1 0 0 0,1 0 0 0 0,-1 1 0 0 0,0-1 0 0 0,0 0 0 0 0,1 0 0 0 0,-1-1 0 0 0,3 1 0 0 0,27-5 4 0 0,0-1 1 0 0,-1-1 0 0 0,0-2 0 0 0,0-1-1 0 0,0-1 1 0 0,-1-2 0 0 0,31-18 0 0 0,-51 25 11 0 0,0 0 1 0 0,0-2-1 0 0,0 1 1 0 0,-1-1-1 0 0,0 0 1 0 0,0-1-1 0 0,-1 0 1 0 0,0-1 0 0 0,-1 1-1 0 0,0-1 1 0 0,-1-1-1 0 0,0 1 1 0 0,0-1-1 0 0,-1 0 1 0 0,0-1-1 0 0,-1 1 1 0 0,-1-1-1 0 0,0 0 1 0 0,0 0-1 0 0,-1 0 1 0 0,0 0-1 0 0,-1-20 1 0 0,-5 10 355 0 0,-5 16-62 0 0,6 7-302 0 0,1 1 0 0 0,0-1 0 0 0,0 0 0 0 0,0 1 0 0 0,0-1 0 0 0,0 1 1 0 0,0-1-1 0 0,0 1 0 0 0,0 0 0 0 0,0 0 0 0 0,1 0 0 0 0,-1 0 0 0 0,1 0 1 0 0,-3 5-1 0 0,-2 4-60 0 0,1 1 0 0 0,0 0 0 0 0,1 0 0 0 0,0 1 1 0 0,1-1-1 0 0,0 1 0 0 0,1 0 0 0 0,0 0 0 0 0,1-1 0 0 0,1 1 1 0 0,0 0-1 0 0,1 0 0 0 0,0 0 0 0 0,4 20 0 0 0,-2-24-1110 0 0,-1 1-1 0 0,1-1 0 0 0,0 0 1 0 0,1 0-1 0 0,0 0 1 0 0,10 16-1 0 0,-5-14-1963 0 0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14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1 572 0 0,'0'0'841'0'0,"-3"2"-2"0"0,-2 3-462 0 0,0 0 1 0 0,0 0-1 0 0,1 1 0 0 0,-1 0 0 0 0,1-1 1 0 0,1 2-1 0 0,-1-1 0 0 0,1 0 0 0 0,0 1 1 0 0,-3 10-1 0 0,-22 81 1367 0 0,21-71-1345 0 0,-68 234 2560 0 0,75-260-2735 0 0,0-1-204 0 0,0 0 0 0 0,0 0-1 0 0,0 0 1 0 0,-1-1-1 0 0,1 1 1 0 0,0 0-1 0 0,0 0 1 0 0,0 0-1 0 0,0 0 1 0 0,0-1 0 0 0,0 1-1 0 0,0 0 1 0 0,-1 0-1 0 0,1 0 1 0 0,0 0-1 0 0,0-1 1 0 0,0 1-1 0 0,0 0 1 0 0,-1 0 0 0 0,1 0-1 0 0,0 0 1 0 0,0 0-1 0 0,0 0 1 0 0,0 0-1 0 0,-1 0 1 0 0,1 0-1 0 0,0-1 1 0 0,0 1 0 0 0,0 0-1 0 0,-1 0 1 0 0,1 0-1 0 0,0 0 1 0 0,0 0-1 0 0,-1 0 1 0 0,1 0-1 0 0,0 0 1 0 0,0 1 0 0 0,0-1-1 0 0,-1 0 1 0 0,1 0-1 0 0,0 0 1 0 0,0 0-1 0 0,0 0 1 0 0,-1 0-1 0 0,1 0 1 0 0,0 0 0 0 0,0 0-1 0 0,0 1 1 0 0,0-1-1 0 0,0 0 1 0 0,-1 0-1 0 0,1 0 1 0 0,0 0-1 0 0,0 1 1 0 0,0-1 0 0 0,0 0-1 0 0,0 0 1 0 0,0 0-1 0 0,-1 0 1 0 0,1 1-1 0 0,0-1 1 0 0,0 0 0 0 0,0 0-1 0 0,0 0 1 0 0,0 1-1 0 0,1-15 37 0 0,1-1 0 0 0,1 1 1 0 0,0 0-1 0 0,0 0 0 0 0,1 0 0 0 0,1 1 0 0 0,1-1 0 0 0,0 1 1 0 0,0 0-1 0 0,1 1 0 0 0,9-12 0 0 0,6-8 1 0 0,1 1-1 0 0,2 1 1 0 0,31-29-1 0 0,-51 52-52 0 0,1 1-1 0 0,0 0 0 0 0,0 1 1 0 0,1 0-1 0 0,-1 0 0 0 0,1 0 1 0 0,0 1-1 0 0,0 0 0 0 0,1 0 1 0 0,-1 0-1 0 0,1 1 0 0 0,0 1 1 0 0,0-1-1 0 0,0 1 0 0 0,9-1 1 0 0,-17 3-5 0 0,1 0 0 0 0,0 0 0 0 0,-1-1 1 0 0,1 1-1 0 0,0 0 0 0 0,0 0 1 0 0,-1 1-1 0 0,1-1 0 0 0,0 0 0 0 0,-1 0 1 0 0,1 0-1 0 0,0 0 0 0 0,-1 0 1 0 0,1 1-1 0 0,0-1 0 0 0,-1 0 0 0 0,1 1 1 0 0,0-1-1 0 0,-1 0 0 0 0,1 1 1 0 0,-1-1-1 0 0,1 1 0 0 0,-1-1 1 0 0,1 1-1 0 0,-1-1 0 0 0,1 1 0 0 0,-1 0 1 0 0,0-1-1 0 0,1 1 0 0 0,0 0 1 0 0,-8 21 23 0 0,-25 16 74 0 0,19-29-52 0 0,1-1 0 0 0,-2-1 0 0 0,-21 10 0 0 0,-7 4-1257 0 0,41-21 571 0 0,-7 4-717 0 0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14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1 306 20 0 0,'9'18'3572'0'0,"-6"-17"-3302"0"0,0-1-1 0 0,0 0 1 0 0,0 1 0 0 0,0-1 0 0 0,1 0 0 0 0,-1 0 0 0 0,0-1-1 0 0,0 1 1 0 0,0-1 0 0 0,0 1 0 0 0,0-1 0 0 0,0 0 0 0 0,0 0 0 0 0,0-1-1 0 0,0 1 1 0 0,3-3 0 0 0,0 1-48 0 0,-1 0 1 0 0,0 0-1 0 0,-1 0 0 0 0,1-1 0 0 0,-1 0 0 0 0,0 1 1 0 0,7-9-1 0 0,-10 11-185 0 0,-1 0 1 0 0,1 0-1 0 0,-1 1 1 0 0,1-1-1 0 0,0 0 1 0 0,-1 1-1 0 0,1-1 1 0 0,0 1-1 0 0,-1-1 0 0 0,1 1 1 0 0,0-1-1 0 0,0 1 1 0 0,0-1-1 0 0,-1 1 1 0 0,1 0-1 0 0,0-1 1 0 0,0 1-1 0 0,0 0 0 0 0,0 0 1 0 0,0 0-1 0 0,0 0 1 0 0,0 0-1 0 0,-1 0 1 0 0,1 0-1 0 0,0 0 1 0 0,0 0-1 0 0,0 0 1 0 0,0 0-1 0 0,0 0 0 0 0,0 1 1 0 0,0-1-1 0 0,-1 0 1 0 0,1 1-1 0 0,0-1 1 0 0,0 1-1 0 0,0-1 1 0 0,-1 1-1 0 0,1-1 0 0 0,0 1 1 0 0,-1-1-1 0 0,1 1 1 0 0,0 0-1 0 0,-1-1 1 0 0,1 1-1 0 0,0 1 1 0 0,1-1-29 0 0,-1 1 0 0 0,1-1 0 0 0,0 0 1 0 0,0 0-1 0 0,-1 1 0 0 0,1-1 1 0 0,0-1-1 0 0,0 1 0 0 0,0 0 1 0 0,0 0-1 0 0,0-1 0 0 0,4 1 0 0 0,2-1-2 0 0,-1-1 0 0 0,1 0 0 0 0,-1 0 0 0 0,0-1 0 0 0,1 0 0 0 0,-1 0 0 0 0,0 0 0 0 0,0-1 0 0 0,-1 0 0 0 0,1-1 0 0 0,-1 0 0 0 0,1 0 0 0 0,-1 0-1 0 0,0-1 1 0 0,-1 1 0 0 0,1-1 0 0 0,-1-1 0 0 0,0 1 0 0 0,0-1 0 0 0,5-8 0 0 0,7-12 108 0 0,-1-1 0 0 0,-1-1 1 0 0,17-45-1 0 0,-9 19 723 0 0,-23 54-825 0 0,0 0 0 0 0,0 0 1 0 0,0 0-1 0 0,0 0 0 0 0,-1 0 0 0 0,1 0 0 0 0,0 0 0 0 0,0 0 0 0 0,0 0 1 0 0,0 0-1 0 0,0 0 0 0 0,0 0 0 0 0,0 0 0 0 0,-1 0 0 0 0,1 0 0 0 0,0 0 1 0 0,0 0-1 0 0,0-1 0 0 0,0 1 0 0 0,0 0 0 0 0,0 0 0 0 0,0 0 0 0 0,0 0 1 0 0,-1 0-1 0 0,1 0 0 0 0,0 0 0 0 0,0 0 0 0 0,0 0 0 0 0,0 0 0 0 0,0-1 1 0 0,0 1-1 0 0,0 0 0 0 0,0 0 0 0 0,0 0 0 0 0,0 0 0 0 0,0 0 0 0 0,0 0 1 0 0,0 0-1 0 0,0-1 0 0 0,0 1 0 0 0,0 0 0 0 0,0 0 0 0 0,0 0 0 0 0,0 0 1 0 0,0 0-1 0 0,0 0 0 0 0,0 0 0 0 0,0-1 0 0 0,0 1 0 0 0,0 0 0 0 0,0 0 1 0 0,0 0-1 0 0,0 0 0 0 0,0 0 0 0 0,0 0 0 0 0,0 0 0 0 0,0-1 0 0 0,0 1 1 0 0,0 0-1 0 0,0 0 0 0 0,1 0 0 0 0,-1 0 0 0 0,0 0 0 0 0,0 0 0 0 0,0 0 1 0 0,0 0-1 0 0,-13 8 204 0 0,-17 20-37 0 0,19-11-43 0 0,0 0 1 0 0,2 1-1 0 0,0 1 0 0 0,1-1 0 0 0,-10 33 0 0 0,-13 99-406 0 0,22-95-745 0 0,7-28-1565 0 0,5-14-3254 0 0,-1-5 2654 0 0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14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1 68 0 0,'-13'32'4560'0'0,"-13"35"111"0"0,19-46-3712 0 0,-1 0-1 0 0,-17 30 1 0 0,20-44-1150 0 0,1 0 1 0 0,-2 0 0 0 0,1 0 0 0 0,-1-1-1 0 0,0 0 1 0 0,0 0 0 0 0,-1 0 0 0 0,1-1 0 0 0,-1 0-1 0 0,-10 6 1 0 0,-21 9-4800 0 0,20-11 2122 0 0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0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3 296 0 0,'0'0'1904'0'0,"-16"-3"6804"0"0,21 13-8669 0 0,1 0 0 0 0,-1 0-1 0 0,-1 0 1 0 0,0 0 0 0 0,0 0-1 0 0,-1 1 1 0 0,0 0 0 0 0,-1 0 0 0 0,0 0-1 0 0,-1 0 1 0 0,-1 0 0 0 0,1 0-1 0 0,-2 13 1 0 0,-1 12 15 0 0,-2 0 0 0 0,-14 65 0 0 0,-4-29 18 0 0,15-52 202 0 0,3-26 215 0 0,3 1-451 0 0,1 0 0 0 0,-1 0-1 0 0,1 1 1 0 0,1-1 0 0 0,-1 0-1 0 0,1 0 1 0 0,1-5 0 0 0,4-7-30 0 0,1 1 1 0 0,0 0-1 0 0,1 0 1 0 0,1 1-1 0 0,1 0 1 0 0,0 1 0 0 0,1 0-1 0 0,0 0 1 0 0,1 1-1 0 0,0 0 1 0 0,1 1 0 0 0,1 1-1 0 0,0 0 1 0 0,1 1-1 0 0,0 1 1 0 0,0 0 0 0 0,25-10-1 0 0,21 1-62 0 0,-59 18 51 0 0,0 0 0 0 0,0 0 1 0 0,0 1-1 0 0,0-1 0 0 0,0 0 0 0 0,0 1 0 0 0,0-1 0 0 0,0 1 0 0 0,0 0 0 0 0,-1 0 0 0 0,1-1 0 0 0,0 1 1 0 0,0 0-1 0 0,-1 0 0 0 0,1 1 0 0 0,-1-1 0 0 0,1 0 0 0 0,-1 1 0 0 0,1-1 0 0 0,-1 0 0 0 0,0 1 1 0 0,2 3-1 0 0,26 39-14 0 0,-27-40 13 0 0,8 14 7 0 0,-2-4 4 0 0,0 1 0 0 0,19 23 0 0 0,-24-34 0 0 0,0-1 0 0 0,0 0 0 0 0,0 0-1 0 0,1 0 1 0 0,-1-1 0 0 0,0 1 0 0 0,1-1 0 0 0,0 0 0 0 0,0 0 0 0 0,-1 0 0 0 0,1 0 0 0 0,0-1 0 0 0,0 1 0 0 0,1-1 0 0 0,6 1 0 0 0,-5-2-4 0 0,-1 0 1 0 0,0-1 0 0 0,0 1 0 0 0,0-1 0 0 0,0 0 0 0 0,0-1 0 0 0,0 1 0 0 0,0-1-1 0 0,0 0 1 0 0,0 0 0 0 0,-1 0 0 0 0,1-1 0 0 0,5-4 0 0 0,54-46 11 0 0,-48 39-9 0 0,-5 3 3 0 0,0 1 0 0 0,-1-2-1 0 0,15-21 1 0 0,-24 31 3 0 0,0 2-10 0 0,0 0-1 0 0,-1-1 0 0 0,1 1 1 0 0,0-1-1 0 0,0 1 0 0 0,-1-1 1 0 0,1 1-1 0 0,0-1 0 0 0,-1 1 1 0 0,1-1-1 0 0,-1 0 1 0 0,1 1-1 0 0,-1-1 0 0 0,1 0 1 0 0,-1 1-1 0 0,1-1 0 0 0,-1 0 1 0 0,0 0-1 0 0,1 0 0 0 0,-1 1 1 0 0,0-1-1 0 0,0 0 1 0 0,1-1-1 0 0,-1 2-2 0 0,0 0 0 0 0,0 0 0 0 0,0 0 0 0 0,0 0-1 0 0,0 0 1 0 0,0 0 0 0 0,1 0 0 0 0,-1 1 0 0 0,0-1 0 0 0,0 0 0 0 0,0 0 0 0 0,0 0 0 0 0,0 0 0 0 0,1 0 0 0 0,-1 0-1 0 0,0 0 1 0 0,0 0 0 0 0,0 0 0 0 0,0 0 0 0 0,0 0 0 0 0,1 0 0 0 0,-1 0 0 0 0,0 0 0 0 0,0 0 0 0 0,0 0 0 0 0,0 0 0 0 0,1 0-1 0 0,-1 0 1 0 0,0 0 0 0 0,0 0 0 0 0,0 0 0 0 0,0 0 0 0 0,1 0 0 0 0,-1 0 0 0 0,0 0 0 0 0,0 0 0 0 0,0-1 0 0 0,0 1 0 0 0,0 0-1 0 0,0 0 1 0 0,1 0 0 0 0,-1 0 0 0 0,0 0 0 0 0,0 0 0 0 0,0 0 0 0 0,0-1 0 0 0,0 1 0 0 0,0 0 0 0 0,0 0 0 0 0,0 0-1 0 0,0 0 1 0 0,0-1 0 0 0,1 1 0 0 0,0 20-79 0 0,-1-14 68 0 0,2 44 28 0 0,-1-47-13 0 0,-1 0 1 0 0,1 1 1 0 0,-1-1-1 0 0,1 0 0 0 0,0 0 0 0 0,0 0 0 0 0,0 0 0 0 0,0 0 0 0 0,1 0 1 0 0,-1 0-1 0 0,1 0 0 0 0,0 0 0 0 0,0-1 0 0 0,0 1 0 0 0,0-1 0 0 0,0 1 1 0 0,1-1-1 0 0,-1 0 0 0 0,1 0 0 0 0,-1 0 0 0 0,1 0 0 0 0,0 0 0 0 0,0-1 1 0 0,0 1-1 0 0,0-1 0 0 0,0 0 0 0 0,0 0 0 0 0,0 0 0 0 0,0 0 0 0 0,0 0 1 0 0,0-1-1 0 0,1 0 0 0 0,-1 1 0 0 0,5-1 0 0 0,2-2 3 0 0,1 1 0 0 0,-1-1 0 0 0,0-1-1 0 0,0 0 1 0 0,-1 0 0 0 0,1-1 0 0 0,-1 0-1 0 0,0-1 1 0 0,1 0 0 0 0,-2 0 0 0 0,1-1-1 0 0,-1 0 1 0 0,0-1 0 0 0,0 1 0 0 0,-1-2 0 0 0,0 1-1 0 0,0-1 1 0 0,10-15 0 0 0,2-5 4 0 0,-19 27-15 0 0,1 0-1 0 0,-1 0 1 0 0,0 0-1 0 0,1 0 1 0 0,0 0-1 0 0,-1 0 1 0 0,1 0-1 0 0,0 0 1 0 0,-1 0-1 0 0,1 0 1 0 0,0 0-1 0 0,0 1 1 0 0,0-1-1 0 0,0 0 1 0 0,-1 1-1 0 0,1-1 1 0 0,0 0-1 0 0,0 1 1 0 0,2-1-1 0 0,-3 20-132 0 0,-1 15 111 0 0,2-26 24 0 0,1 0 1 0 0,-1 0 0 0 0,1-1-1 0 0,1 1 1 0 0,0 0 0 0 0,6 12-1 0 0,-8-18 8 0 0,1 1 0 0 0,-1-1 0 0 0,1 1-1 0 0,0-1 1 0 0,0 0 0 0 0,0 1 0 0 0,0-1 0 0 0,1 0 0 0 0,-1-1-1 0 0,1 1 1 0 0,-1 0 0 0 0,1-1 0 0 0,-1 1 0 0 0,1-1 0 0 0,0 0-1 0 0,0 0 1 0 0,0 0 0 0 0,0 0 0 0 0,0 0 0 0 0,3 0 0 0 0,-4-1-1 0 0,22-6 4 0 0,-13 1-6 0 0,1 0 1 0 0,-1-1 0 0 0,0 0 0 0 0,-1-1 0 0 0,14-10 0 0 0,19-12-9 0 0,-22 13 8 0 0,-20 15-7 0 0,-1 0 0 0 0,1 1 0 0 0,0-1 0 0 0,0 0 0 0 0,0 0 0 0 0,0 1 0 0 0,0-1 0 0 0,0 0 0 0 0,0 1 0 0 0,0-1 0 0 0,0 1 0 0 0,0-1 0 0 0,0 1 0 0 0,0 0 0 0 0,1-1 0 0 0,-1 1 0 0 0,0 0 0 0 0,0 0 0 0 0,0 0 0 0 0,0 0 0 0 0,3 0 1 0 0,1 0-15 0 0,-5 0 16 0 0,25 25-15 0 0,-20-20 17 0 0,3 2 4 0 0,1 1 0 0 0,-1-2 0 0 0,1 1 0 0 0,1-1 0 0 0,14 7-1 0 0,-18-11 6 0 0,1 0-1 0 0,0 0 0 0 0,0-1 0 0 0,-1 0 0 0 0,1 0 0 0 0,0-1 0 0 0,0 0 0 0 0,0 0 0 0 0,0-1 0 0 0,0 1 0 0 0,10-4 1 0 0,-8 1-9 0 0,0 0 1 0 0,0 0 0 0 0,0-1-1 0 0,-1 0 1 0 0,0-1 0 0 0,0 0-1 0 0,0 0 1 0 0,9-8 0 0 0,-10 7-10 0 0,1 1 1 0 0,-1-1-1 0 0,1 1 1 0 0,1 1-1 0 0,-1-1 1 0 0,1 1-1 0 0,11-3 1 0 0,-18 7 5 0 0,-1 0 0 0 0,1-1 0 0 0,0 1 1 0 0,0 0-1 0 0,-1 1 0 0 0,1-1 0 0 0,0 0 1 0 0,0 0-1 0 0,-1 1 0 0 0,1-1 1 0 0,0 1-1 0 0,-1 0 0 0 0,1-1 0 0 0,-1 1 1 0 0,1 0-1 0 0,-1 0 0 0 0,1 0 1 0 0,-1 0-1 0 0,0 0 0 0 0,1 0 0 0 0,-1 0 1 0 0,0 1-1 0 0,0-1 0 0 0,0 0 1 0 0,0 1-1 0 0,0-1 0 0 0,0 1 0 0 0,0-1 1 0 0,0 1-1 0 0,0-1 0 0 0,-1 1 1 0 0,1 0-1 0 0,-1-1 0 0 0,1 3 0 0 0,0 0 1 0 0,1 1-1 0 0,-1 0 1 0 0,0-1-1 0 0,0 1 1 0 0,-1 0-1 0 0,1 0 1 0 0,-1-1-1 0 0,0 1 0 0 0,-2 9 1 0 0,1-12 2 0 0,0 0 1 0 0,0 0-1 0 0,1 0 1 0 0,-1 0 0 0 0,0 0-1 0 0,1 1 1 0 0,0-1-1 0 0,-1 0 1 0 0,1 0-1 0 0,0 1 1 0 0,0-1-1 0 0,0 0 1 0 0,1 0-1 0 0,-1 1 1 0 0,0-1-1 0 0,1 0 1 0 0,1 3 0 0 0,-1-4-6 0 0,1 0 1 0 0,-1 0 0 0 0,1-1 0 0 0,-1 1 0 0 0,1-1 0 0 0,-1 1 0 0 0,1-1 0 0 0,-1 0-1 0 0,1 1 1 0 0,0-1 0 0 0,-1 0 0 0 0,1 0 0 0 0,0 0 0 0 0,-1-1 0 0 0,1 1 0 0 0,-1 0-1 0 0,1 0 1 0 0,0-1 0 0 0,-1 1 0 0 0,1-1 0 0 0,-1 0 0 0 0,1 1 0 0 0,1-2 0 0 0,19-6-28 0 0,-1 0 0 0 0,1-2 1 0 0,-1 0-1 0 0,-1-2 1 0 0,0 0-1 0 0,-1-1 1 0 0,0-1-1 0 0,18-17 0 0 0,-37 30 54 0 0,0 1 0 0 0,0-1-1 0 0,0 1 1 0 0,1-1 0 0 0,-1 1-1 0 0,0 0 1 0 0,1-1 0 0 0,-1 1-1 0 0,0 0 1 0 0,1-1-1 0 0,-1 1 1 0 0,0 0 0 0 0,1-1-1 0 0,-1 1 1 0 0,0 0 0 0 0,1 0-1 0 0,-1 0 1 0 0,1-1-1 0 0,-1 1 1 0 0,1 0 0 0 0,-1 0-1 0 0,1 0 1 0 0,-1 0 0 0 0,0 0-1 0 0,1 0 1 0 0,-1 0 0 0 0,1 0-1 0 0,-1 0 1 0 0,1 0-1 0 0,-1 0 1 0 0,1 0 0 0 0,-1 0-1 0 0,1 0 1 0 0,-1 0 0 0 0,1 0-1 0 0,-1 1 1 0 0,0-1 0 0 0,2 0-1 0 0,4 20 10 0 0,4 8-37 0 0,-1-17-446 0 0,17 15-1659 0 0,-2-12-3228 0 0,-10-8 2240 0 0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0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0 712 0 0,'0'0'2876'0'0,"15"41"941"0"0,-13-34-3521 0 0,0 1 0 0 0,0 0 1 0 0,-1 0-1 0 0,0 0 0 0 0,0 0 0 0 0,-1 0 0 0 0,0 0 0 0 0,0 1 0 0 0,-1-1 0 0 0,-3 15 0 0 0,-12 27-712 0 0,-5 0-4771 0 0,19-45 4394 0 0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1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67 480 0 0,'19'-32'5553'0'0,"-18"30"-5295"0"0,0 1 1 0 0,-1-1-1 0 0,1 1 0 0 0,-1-1 0 0 0,1 1 0 0 0,-1-1 0 0 0,0 0 1 0 0,0 1-1 0 0,0-1 0 0 0,0 0 0 0 0,0 1 0 0 0,0-1 0 0 0,0 0 1 0 0,0 1-1 0 0,-1-1 0 0 0,1 1 0 0 0,0-1 0 0 0,-2-1 0 0 0,1 0-16 0 0,-52 6 952 0 0,43 0-1082 0 0,0 0-1 0 0,1 1 0 0 0,-1 1 0 0 0,0-1 0 0 0,1 1 0 0 0,0 1 0 0 0,0 0 1 0 0,1 0-1 0 0,0 1 0 0 0,0 0 0 0 0,0 0 0 0 0,1 1 0 0 0,0 0 0 0 0,0 0 0 0 0,1 0 1 0 0,0 1-1 0 0,1 0 0 0 0,-6 12 0 0 0,10-18-87 0 0,0-1 1 0 0,0 1 0 0 0,1-1-1 0 0,-1 1 1 0 0,1 0-1 0 0,-1-1 1 0 0,1 1-1 0 0,0 0 1 0 0,0 0-1 0 0,0-1 1 0 0,0 1-1 0 0,1 0 1 0 0,-1-1-1 0 0,1 1 1 0 0,0-1-1 0 0,-1 1 1 0 0,1 0-1 0 0,0-1 1 0 0,0 1-1 0 0,1-1 1 0 0,2 4-1 0 0,-3-4-14 0 0,0-1 0 0 0,0 0 1 0 0,0 1-1 0 0,0-1 0 0 0,0 0 0 0 0,0 0 0 0 0,1 1 0 0 0,-1-1 0 0 0,1 0 1 0 0,-1 0-1 0 0,1-1 0 0 0,-1 1 0 0 0,1 0 0 0 0,-1 0 0 0 0,1-1 0 0 0,0 1 1 0 0,-1-1-1 0 0,1 1 0 0 0,0-1 0 0 0,-1 0 0 0 0,1 0 0 0 0,0 0 0 0 0,0 0 1 0 0,-1 0-1 0 0,1 0 0 0 0,0 0 0 0 0,0 0 0 0 0,-1-1 0 0 0,1 1 0 0 0,0-1 1 0 0,-1 1-1 0 0,1-1 0 0 0,-1 0 0 0 0,3-1 0 0 0,100-68 187 0 0,-104 70-199 0 0,0-1 1 0 0,1 1-1 0 0,-1 0 1 0 0,0-1 0 0 0,1 1-1 0 0,-1-1 1 0 0,0 1-1 0 0,1 0 1 0 0,-1-1-1 0 0,1 1 1 0 0,-1 0 0 0 0,1-1-1 0 0,-1 1 1 0 0,0 0-1 0 0,1 0 1 0 0,-1-1-1 0 0,1 1 1 0 0,-1 0-1 0 0,1 0 1 0 0,-1 0 0 0 0,1 0-1 0 0,0 0 1 0 0,-1 0-1 0 0,1 0 1 0 0,-1 0-1 0 0,1 0 1 0 0,-1 0 0 0 0,1 0-1 0 0,-1 0 1 0 0,1 0-1 0 0,-1 0 1 0 0,1 0-1 0 0,-1 0 1 0 0,1 1 0 0 0,-1-1-1 0 0,1 0 1 0 0,-1 0-1 0 0,1 1 1 0 0,-1-1-1 0 0,0 0 1 0 0,1 1-1 0 0,-1-1 1 0 0,1 0 0 0 0,-1 1-1 0 0,0-1 1 0 0,1 1-1 0 0,-1-1 1 0 0,0 1-1 0 0,1-1 1 0 0,-1 0 0 0 0,0 1-1 0 0,0-1 1 0 0,0 1-1 0 0,1-1 1 0 0,-1 1-1 0 0,0-1 1 0 0,0 1 0 0 0,0 0-1 0 0,0-1 1 0 0,0 1-1 0 0,0-1 1 0 0,0 1-1 0 0,0-1 1 0 0,0 2-1 0 0,7 17-32 0 0,7 7-318 0 0,-12-21 189 0 0,0 0 0 0 0,1 0 1 0 0,0 0-1 0 0,0-1 0 0 0,0 1 1 0 0,0-1-1 0 0,1 0 0 0 0,0 0 1 0 0,0 0-1 0 0,0 0 0 0 0,7 5 1 0 0,-7-7-677 0 0,14 5-1275 0 0,-2-11-3224 0 0,-2-3 2608 0 0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2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1 208 0 0,'2'0'203'0'0,"0"0"1"0"0,-1 0-1 0 0,1 0 0 0 0,0 0 1 0 0,0 0-1 0 0,-1 0 1 0 0,1 1-1 0 0,0-1 0 0 0,-1 1 1 0 0,1-1-1 0 0,0 1 0 0 0,-1 0 1 0 0,1-1-1 0 0,-1 1 0 0 0,1 0 1 0 0,-1 0-1 0 0,1 0 0 0 0,-1 0 1 0 0,0 1-1 0 0,1-1 1 0 0,-1 0-1 0 0,0 0 0 0 0,0 1 1 0 0,0-1-1 0 0,0 1 0 0 0,0-1 1 0 0,0 1-1 0 0,0 2 0 0 0,25 51 1261 0 0,-24-49-1102 0 0,-1-4-186 0 0,-1 34 2799 0 0,13-47-2947 0 0,-6 5-7 0 0,0 0 0 0 0,1 0 0 0 0,0 1 0 0 0,-1 0 0 0 0,1 0 0 0 0,1 1-1 0 0,-1 0 1 0 0,1 0 0 0 0,0 1 0 0 0,9-2 0 0 0,-17 5-21 0 0,0 0-1 0 0,0 1 1 0 0,0-1-1 0 0,0 0 1 0 0,0 1-1 0 0,0-1 1 0 0,0 0-1 0 0,0 1 1 0 0,0-1-1 0 0,-1 1 1 0 0,1 0-1 0 0,0-1 1 0 0,0 1-1 0 0,0 0 1 0 0,-1-1-1 0 0,1 1 1 0 0,0 0-1 0 0,0 0 1 0 0,-1 0-1 0 0,1-1 1 0 0,-1 1-1 0 0,1 0 1 0 0,-1 0-1 0 0,1 0 1 0 0,0 2-1 0 0,7 22 9 0 0,-5-11 3 0 0,-1 0 1 0 0,-1 0-1 0 0,0 0 0 0 0,-1 0 1 0 0,-1 0-1 0 0,0 0 0 0 0,-3 16 1 0 0,4-29-12 0 0,0 8-213 0 0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2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0 177 708 0 0,'20'-3'2536'0'0,"-3"-1"-1730"0"0,0-1 0 0 0,0-2-1 0 0,0 1 1 0 0,23-15-1 0 0,-32 17-592 0 0,-1-1-1 0 0,-1 0 0 0 0,1 0 1 0 0,-1-1-1 0 0,0 0 0 0 0,0 0 0 0 0,-1 0 1 0 0,1 0-1 0 0,-1-1 0 0 0,-1 0 1 0 0,1 0-1 0 0,3-10 0 0 0,-7 15-155 0 0,0 1-1 0 0,0-1 1 0 0,-1 0 0 0 0,1 1-1 0 0,-1-1 1 0 0,1 0-1 0 0,-1 0 1 0 0,0 1-1 0 0,0-1 1 0 0,1 0-1 0 0,-1 0 1 0 0,-1 0 0 0 0,1 1-1 0 0,0-1 1 0 0,0 0-1 0 0,-1-2 1 0 0,0 3-30 0 0,1 0-1 0 0,-1 1 1 0 0,1-1 0 0 0,-1 0 0 0 0,1 0-1 0 0,-1 1 1 0 0,0-1 0 0 0,0 0 0 0 0,1 1 0 0 0,-1-1-1 0 0,0 1 1 0 0,0-1 0 0 0,1 1 0 0 0,-1-1-1 0 0,0 1 1 0 0,0 0 0 0 0,0-1 0 0 0,0 1-1 0 0,0 0 1 0 0,0 0 0 0 0,0-1 0 0 0,0 1-1 0 0,1 0 1 0 0,-1 0 0 0 0,-2 0 0 0 0,0 0 92 0 0,0 2-12 0 0,-1 1-51 0 0,0 0 0 0 0,0 0 1 0 0,1 0-1 0 0,0 0 0 0 0,-1 0 0 0 0,1 1 1 0 0,0-1-1 0 0,1 1 0 0 0,-1 0 1 0 0,1 0-1 0 0,0 0 0 0 0,-1 0 0 0 0,2 0 1 0 0,-1 0-1 0 0,0 1 0 0 0,1-1 0 0 0,0 1 1 0 0,-1 8-1 0 0,1-6-45 0 0,1 1 0 0 0,0-1 0 0 0,0 1 0 0 0,0-1 0 0 0,1 1 0 0 0,0-1 0 0 0,1 1 0 0 0,0-1 0 0 0,0 0 0 0 0,0 0 0 0 0,6 11 0 0 0,-6-16-203 0 0,0 1 0 0 0,-1-1 0 0 0,1 0 0 0 0,1 1 1 0 0,-1-1-1 0 0,0 0 0 0 0,0 0 0 0 0,1 0 0 0 0,-1-1 1 0 0,1 1-1 0 0,0 0 0 0 0,0-1 0 0 0,4 2 0 0 0,13 2-5487 0 0,-3-4 3007 0 0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3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48 620 0 0,'0'-1'142'0'0,"1"1"1"0"0,-1-1-1 0 0,1 1 0 0 0,-1 0 0 0 0,1-1 1 0 0,-1 1-1 0 0,1-1 0 0 0,-1 1 0 0 0,1-1 1 0 0,-1 0-1 0 0,0 1 0 0 0,1-1 0 0 0,-1 1 1 0 0,0-1-1 0 0,0 1 0 0 0,1-1 0 0 0,-1 0 1 0 0,0 1-1 0 0,0-1 0 0 0,0 0 1 0 0,0 1-1 0 0,0-1 0 0 0,0 0 0 0 0,0 1 1 0 0,0-1-1 0 0,0 0 0 0 0,0 1 0 0 0,0-1 1 0 0,0 0-1 0 0,-1 0 0 0 0,-17-15 2549 0 0,13 14-2392 0 0,1 0 0 0 0,-1 0 0 0 0,0 1 0 0 0,0 0 0 0 0,0-1 0 0 0,0 1 1 0 0,0 1-1 0 0,-10-1 0 0 0,14 1-253 0 0,-1 0 1 0 0,0 0-1 0 0,0 0 0 0 0,0 0 0 0 0,1 1 1 0 0,-1-1-1 0 0,0 1 0 0 0,1-1 1 0 0,-1 1-1 0 0,0-1 0 0 0,1 1 1 0 0,-1 0-1 0 0,0 0 0 0 0,1 0 0 0 0,0 0 1 0 0,-1 0-1 0 0,1 0 0 0 0,-1 0 1 0 0,1 0-1 0 0,0 1 0 0 0,0-1 1 0 0,0 1-1 0 0,0-1 0 0 0,0 1 0 0 0,0-1 1 0 0,0 1-1 0 0,0-1 0 0 0,1 1 1 0 0,-1 0-1 0 0,0-1 0 0 0,1 1 1 0 0,0 0-1 0 0,-1-1 0 0 0,1 3 0 0 0,0 3 26 0 0,1-1 0 0 0,-1 1-1 0 0,1-1 1 0 0,1 1 0 0 0,-1-1-1 0 0,1 0 1 0 0,1 0 0 0 0,3 10-1 0 0,-3-11-41 0 0,0 2 18 0 0,1 0 0 0 0,-1 0 0 0 0,0 1 0 0 0,-1-1-1 0 0,0 1 1 0 0,0 0 0 0 0,1 11 0 0 0,-4-16-39 0 0,1 0 0 0 0,-1-1 0 0 0,1 1 0 0 0,-1 0 0 0 0,0-1 0 0 0,0 1 0 0 0,-1 0 1 0 0,1-1-1 0 0,0 0 0 0 0,-1 1 0 0 0,1-1 0 0 0,-1 0 0 0 0,0 0 0 0 0,0 0 0 0 0,0 0 0 0 0,0 0 0 0 0,0 0 0 0 0,0 0 0 0 0,0-1 0 0 0,-1 1 0 0 0,1-1 0 0 0,-1 1 0 0 0,1-1 0 0 0,-4 1 0 0 0,-2 2 26 0 0,0-1 0 0 0,0 0-1 0 0,0 0 1 0 0,-1-1 0 0 0,-13 2-1 0 0,-4-2-8179 0 0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3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0 188 0 0,'0'0'6477'0'0,"-1"5"-5880"0"0,-13 38 1460 0 0,-12 63 0 0 0,-13 43-231 0 0,26-110-1569 0 0,10-24-446 0 0,-2-1 0 0 0,0 0 0 0 0,-1-1 0 0 0,0 1 0 0 0,-9 13-1 0 0,11-19-850 0 0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4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1 286 368 0 0,'5'-2'263'0'0,"14"-7"1096"0"0,2-3-627 0 0,4-1 660 0 0,41-30-1 0 0,-58 37-1172 0 0,-1-1 0 0 0,1 0-1 0 0,-1 0 1 0 0,-1 0 0 0 0,1-1 0 0 0,-1 0 0 0 0,-1-1 0 0 0,1 1 0 0 0,3-10-1 0 0,-4 7 109 0 0,0-1 0 0 0,-1 1 0 0 0,-1-1 0 0 0,0 1 0 0 0,0-1 0 0 0,1-15 0 0 0,-4 25-141 0 0,-1-12 217 0 0,1 14-376 0 0,0 0 0 0 0,0-1 0 0 0,0 1 0 0 0,0 0 1 0 0,0-1-1 0 0,0 1 0 0 0,0 0 0 0 0,0-1 1 0 0,0 1-1 0 0,0 0 0 0 0,0-1 0 0 0,0 1 1 0 0,0 0-1 0 0,0-1 0 0 0,0 1 0 0 0,-1 0 0 0 0,1-1 1 0 0,0 1-1 0 0,0 0 0 0 0,0 0 0 0 0,-1-1 1 0 0,1 1-1 0 0,0 0 0 0 0,0 0 0 0 0,0-1 1 0 0,-1 1-1 0 0,1 0 0 0 0,0 0 0 0 0,-1-1 0 0 0,1 1 1 0 0,0 0-1 0 0,0 0 0 0 0,-1 0 0 0 0,1 0 1 0 0,0 0-1 0 0,-1 0 0 0 0,1-1 0 0 0,0 1 1 0 0,-1 0-1 0 0,-9 9 63 0 0,0 0 0 0 0,1 1 0 0 0,0 0 1 0 0,0 0-1 0 0,1 1 0 0 0,1 0 0 0 0,0 0 1 0 0,0 1-1 0 0,1-1 0 0 0,-8 25 0 0 0,-2 11 218 0 0,-15 77 1 0 0,30-123-303 0 0,1 0 1 0 0,0-1 0 0 0,-1 1 0 0 0,1 0 0 0 0,0 0-1 0 0,0 0 1 0 0,0 0 0 0 0,0 0 0 0 0,0-1 0 0 0,0 1-1 0 0,0 0 1 0 0,0 0 0 0 0,0 0 0 0 0,0 0 0 0 0,0 0-1 0 0,0 0 1 0 0,1-1 0 0 0,-1 1 0 0 0,0 0 0 0 0,1 0-1 0 0,-1 0 1 0 0,1-1 0 0 0,-1 1 0 0 0,1 0 0 0 0,-1-1 0 0 0,1 1-1 0 0,-1 0 1 0 0,1-1 0 0 0,0 1 0 0 0,-1-1 0 0 0,1 1-1 0 0,0 0 1 0 0,-1-1 0 0 0,1 0 0 0 0,0 1 0 0 0,0-1-1 0 0,0 1 1 0 0,-1-1 0 0 0,1 0 0 0 0,0 0 0 0 0,0 0-1 0 0,0 1 1 0 0,0-1 0 0 0,0 0 0 0 0,50-6 123 0 0,-13 2-106 0 0,-11 8-30 0 0,18 6-146 0 0,-23-1-787 0 0,10 4-1742 0 0,-8-5-3062 0 0,-13-4 3375 0 0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5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138 430 476 0 0,'0'0'709'0'0,"7"-34"8783"0"0,-8 33-9470 0 0,1 1 0 0 0,-1-1 0 0 0,0 1 0 0 0,1-1-1 0 0,-1 1 1 0 0,0-1 0 0 0,0 1 0 0 0,1 0 0 0 0,-1-1 0 0 0,0 1 0 0 0,0 0 0 0 0,1 0-1 0 0,-1-1 1 0 0,0 1 0 0 0,0 0 0 0 0,0 0 0 0 0,0 0 0 0 0,1 0 0 0 0,-1 0 0 0 0,0 0 0 0 0,0 0-1 0 0,0 1 1 0 0,1-1 0 0 0,-1 0 0 0 0,0 0 0 0 0,0 0 0 0 0,0 1 0 0 0,1-1 0 0 0,-2 1 0 0 0,-24 8 301 0 0,14 0-218 0 0,1 1 0 0 0,0 1 0 0 0,-13 13 0 0 0,23-22-86 0 0,0-1 26 0 0,0 0-35 0 0,-1-1 0 0 0,1 0 0 0 0,0 1 0 0 0,0-1 0 0 0,0 1 0 0 0,0-1 0 0 0,0 1 0 0 0,0 0 0 0 0,0-1 0 0 0,1 1-1 0 0,-1 0 1 0 0,0 0 0 0 0,0 0 0 0 0,0 0 0 0 0,1 0 0 0 0,-1-1 0 0 0,0 1 0 0 0,1 0 0 0 0,-1 1 0 0 0,1-1 0 0 0,-1 1 0 0 0,-9 22 132 0 0,9-22-119 0 0,1-1-17 0 0,-1-1 0 0 0,1 1-1 0 0,-1-1 1 0 0,1 1 0 0 0,0-1-1 0 0,-1 1 1 0 0,1 0 0 0 0,0-1-1 0 0,-1 1 1 0 0,1 0 0 0 0,0-1-1 0 0,0 1 1 0 0,0 0 0 0 0,0-1-1 0 0,-1 1 1 0 0,1 0 0 0 0,0 0-1 0 0,0-1 1 0 0,0 1 0 0 0,0 0 0 0 0,1-1-1 0 0,-1 1 1 0 0,0 0 0 0 0,0 0-1 0 0,0-1 1 0 0,0 1 0 0 0,1 0-1 0 0,-1-1 1 0 0,0 1 0 0 0,1-1-1 0 0,-1 1 1 0 0,1 0 0 0 0,-1-1-1 0 0,0 1 1 0 0,1-1 0 0 0,-1 1-1 0 0,1-1 1 0 0,0 1 0 0 0,-1-1 0 0 0,1 1-1 0 0,-1-1 1 0 0,1 0 0 0 0,0 1-1 0 0,-1-1 1 0 0,1 0 0 0 0,-1 0-1 0 0,1 1 1 0 0,0-1 0 0 0,0 0-1 0 0,-1 0 1 0 0,1 0 0 0 0,0 0-1 0 0,-1 0 1 0 0,1 0 0 0 0,0 0-1 0 0,0 0 1 0 0,12-5 9 0 0,-1 0-1 0 0,0 0 0 0 0,-1-2 1 0 0,16-10-1 0 0,19-10-6 0 0,-43 26-12 0 0,0 0 1 0 0,0 0 0 0 0,1 0 0 0 0,-1 1 0 0 0,0-1 0 0 0,0 1 0 0 0,1-1 0 0 0,-1 1 0 0 0,0 0 0 0 0,1 0 0 0 0,-1 1 0 0 0,0-1 0 0 0,1 1 0 0 0,-1-1 0 0 0,0 1 0 0 0,0 0 0 0 0,5 2 0 0 0,-2 0 7 0 0,0-1 1 0 0,0-1 0 0 0,0 1 0 0 0,0-1 0 0 0,0-1 0 0 0,1 1-1 0 0,-1-1 1 0 0,0 0 0 0 0,0 0 0 0 0,0 0 0 0 0,1-1 0 0 0,-1 0-1 0 0,8-3 1 0 0,1-1-2 0 0,-1-2 0 0 0,0 0 0 0 0,0 0 0 0 0,-1-1 1 0 0,0-1-1 0 0,-1 0 0 0 0,0 0 0 0 0,0-2 0 0 0,-1 1 0 0 0,0-2 0 0 0,-1 1 0 0 0,0-1 0 0 0,9-16 0 0 0,4-8-10 0 0,-1-1 0 0 0,-1-1 0 0 0,23-61 1 0 0,-32 59-10 0 0,12-29-21 0 0,-23 68 31 0 0,-1 1 7 0 0,0-1 0 0 0,0 1 0 0 0,0 0 0 0 0,0 0 0 0 0,0 0 0 0 0,0-1 0 0 0,0 1 0 0 0,0 0 0 0 0,0 0 0 0 0,0 0 0 0 0,-1 0 0 0 0,1-1 0 0 0,0 1 0 0 0,0 0 0 0 0,0 0 0 0 0,0 0 0 0 0,0 0 0 0 0,0-1 0 0 0,-1 1 0 0 0,1 0 0 0 0,0 0 0 0 0,0 0 0 0 0,0 0 0 0 0,0 0 0 0 0,-1 0 0 0 0,1 0 0 0 0,0 0 0 0 0,0-1 0 0 0,0 1 0 0 0,0 0 0 0 0,-1 0 0 0 0,1 0 0 0 0,0 0 0 0 0,0 0 0 0 0,0 0 0 0 0,-1 0 0 0 0,1 0 0 0 0,0 0 0 0 0,0 0 0 0 0,0 0 0 0 0,-1 0 0 0 0,1 1 0 0 0,0-1 0 0 0,0 0 0 0 0,0 0 0 0 0,-1 0 0 0 0,1 0 0 0 0,0 0 0 0 0,0 0 0 0 0,0 0 0 0 0,0 0 0 0 0,-1 1 0 0 0,1-1 0 0 0,0 0 0 0 0,0 0 0 0 0,0 0 0 0 0,0 0 0 0 0,0 1 0 0 0,-20 14 85 0 0,-15 22 76 0 0,25-24-123 0 0,0 1 0 0 0,2 0 0 0 0,-1 1 0 0 0,2 0 1 0 0,0 0-1 0 0,1 1 0 0 0,0-1 0 0 0,2 1 0 0 0,0 0 1 0 0,-3 25-1 0 0,5-28-17 0 0,1-1 1 0 0,0 1 0 0 0,1 0-1 0 0,1 0 1 0 0,0 0 0 0 0,1-1-1 0 0,0 1 1 0 0,1-1-1 0 0,0 1 1 0 0,1-1 0 0 0,0 0-1 0 0,1 0 1 0 0,1 0 0 0 0,7 12-1 0 0,-8-19-6 0 0,0 0-1 0 0,0 0 1 0 0,0-1-1 0 0,1 0 0 0 0,-1 0 1 0 0,1 0-1 0 0,0-1 1 0 0,0 1-1 0 0,1-2 1 0 0,-1 1-1 0 0,0-1 1 0 0,12 3-1 0 0,-16-4-8 0 0,11-2-1480 0 0,0-4 540 0 0,3-1-5336 0 0,-4 2 3173 0 0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5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9 752 0 0,'0'0'4426'0'0,"0"-1"-4269"0"0,-1 0 1 0 0,0 0 0 0 0,0 1-1 0 0,0-1 1 0 0,1 1-1 0 0,-1-1 1 0 0,0 1 0 0 0,0-1-1 0 0,0 1 1 0 0,0-1-1 0 0,0 1 1 0 0,0 0-1 0 0,0-1 1 0 0,0 1 0 0 0,0 0-1 0 0,0 0 1 0 0,0 0-1 0 0,0 0 1 0 0,0 0 0 0 0,0 0-1 0 0,-2 0 1 0 0,0 2 71 0 0,-1 1 1 0 0,0-1-1 0 0,1 1 0 0 0,0 0 1 0 0,-1 0-1 0 0,1 0 0 0 0,0 0 1 0 0,1 1-1 0 0,-1-1 1 0 0,1 1-1 0 0,-1-1 0 0 0,1 1 1 0 0,0 0-1 0 0,0 0 0 0 0,-2 7 1 0 0,4-8-157 0 0,-1 0-1 0 0,1 0 1 0 0,0 1 0 0 0,0-1 0 0 0,0 0 0 0 0,1 1-1 0 0,-1-1 1 0 0,1 0 0 0 0,0 0 0 0 0,0 0 0 0 0,0 1-1 0 0,0-1 1 0 0,0 0 0 0 0,1 0 0 0 0,-1 0 0 0 0,1-1-1 0 0,0 1 1 0 0,0 0 0 0 0,0-1 0 0 0,0 1 0 0 0,0-1-1 0 0,1 1 1 0 0,3 1 0 0 0,-1 1-291 0 0,1-1 1 0 0,0 0 0 0 0,0 0-1 0 0,1 0 1 0 0,-1-1-1 0 0,1 0 1 0 0,0-1-1 0 0,0 1 1 0 0,0-1-1 0 0,0 0 1 0 0,11 1-1 0 0,-11-3-754 0 0,1 1-1 0 0,-1-1 1 0 0,1 0-1 0 0,-1 0 1 0 0,1-1-1 0 0,13-2 0 0 0,-4-4-1639 0 0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5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14 716 0 0,'0'0'72'0'0,"0"0"1"0"0,0-1-1 0 0,0 1 0 0 0,0 0 0 0 0,0 0 1 0 0,0-1-1 0 0,0 1 0 0 0,0 0 0 0 0,0 0 1 0 0,-1 0-1 0 0,1-1 0 0 0,0 1 0 0 0,0 0 1 0 0,0 0-1 0 0,1-1 0 0 0,-1 1 0 0 0,0 0 1 0 0,0 0-1 0 0,0-1 0 0 0,0 1 0 0 0,0 0 1 0 0,0 0-1 0 0,0-1 0 0 0,0 1 0 0 0,0 0 1 0 0,0 0-1 0 0,1 0 0 0 0,-1 0 0 0 0,0-1 1 0 0,0 1-1 0 0,0 0 0 0 0,0 0 0 0 0,1 0 0 0 0,-1 0 1 0 0,0-1-1 0 0,0 1 0 0 0,0 0 0 0 0,1 0 1 0 0,-1 0-1 0 0,0 0 0 0 0,0 0 0 0 0,1 0 1 0 0,-1 0-1 0 0,0 0 0 0 0,0 0 0 0 0,1 0 1 0 0,-1 0-1 0 0,0 0 0 0 0,0 0 0 0 0,1 0 1 0 0,-1 0-1 0 0,0 0 0 0 0,0 0 0 0 0,0 0 1 0 0,1 0-1 0 0,28-4 1150 0 0,32 2-266 0 0,15 8-455 0 0,-29 5-4827 0 0</inkml:trace>
  <inkml:trace contextRef="#ctx0" brushRef="#br0" timeOffset="1">74 289 1124 0 0,'0'0'3092'0'0,"-4"-15"769"0"0,5 0-4417 0 0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28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318 1 948 0 0,'0'0'7659'0'0,"-7"4"-7144"0"0,-20 13-12 0 0,1 1 0 0 0,0 2 0 0 0,2 0 0 0 0,-23 25 0 0 0,-59 49-4193 0 0,78-73 683 0 0,2-2 227 0 0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30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443 67 460 0 0,'0'0'825'0'0,"-6"-37"5935"0"0,6 36-6725 0 0,0 0-1 0 0,1-1 0 0 0,-1 1 0 0 0,0 0 1 0 0,-1 0-1 0 0,1 0 0 0 0,0 0 1 0 0,0 0-1 0 0,0 0 0 0 0,-1 0 0 0 0,1 0 1 0 0,0 0-1 0 0,-1 0 0 0 0,1 0 0 0 0,-1 0 1 0 0,1 0-1 0 0,-2-1 0 0 0,1 1 695 0 0,1-8-633 0 0,0 9-64 0 0,0 0-1 0 0,0 0 1 0 0,0 0 0 0 0,0 0-1 0 0,0 0 1 0 0,0 0 0 0 0,0 0-1 0 0,0 0 1 0 0,0 0-1 0 0,0 0 1 0 0,1 0 0 0 0,-1 0-1 0 0,0 0 1 0 0,0 0 0 0 0,0 0-1 0 0,0 0 1 0 0,0 0-1 0 0,0 0 1 0 0,0 0 0 0 0,0 0-1 0 0,0 0 1 0 0,0 0 0 0 0,1 0-1 0 0,11 53 177 0 0,-1 0-1 0 0,-3 0 0 0 0,-2 1 1 0 0,-3 0-1 0 0,-5 90 0 0 0,-5-61-38 0 0,-4-1-1 0 0,-3 0 1 0 0,-28 88-1 0 0,19-88-55 0 0,-53 164 127 0 0,56-191-87 0 0,-2-1 1 0 0,-41 71-1 0 0,54-111-81 0 0,-1 0 0 0 0,0-1 0 0 0,-1-1 0 0 0,-1 1 0 0 0,0-2 0 0 0,0 0 0 0 0,-1 0-1 0 0,0-1 1 0 0,-1-1 0 0 0,0 0 0 0 0,-1-1 0 0 0,-31 13 0 0 0,45-20-780 0 0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1:3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10605 0 0,'0'0'480'0'0,"14"0"-404"0"0,-1 0-100 0 0,-4 5-824 0 0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0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112 252 84 0 0,'-7'-9'2065'0'0,"7"9"-1989"0"0,0 0-1 0 0,-1-1 1 0 0,1 1 0 0 0,0 0 0 0 0,0 0-1 0 0,0 0 1 0 0,0 0 0 0 0,0-1-1 0 0,0 1 1 0 0,0 0 0 0 0,0 0 0 0 0,-1 0-1 0 0,1 0 1 0 0,0-1 0 0 0,0 1 0 0 0,0 0-1 0 0,0 0 1 0 0,-1 0 0 0 0,1 0-1 0 0,0 0 1 0 0,0 0 0 0 0,0 0 0 0 0,0-1-1 0 0,-1 1 1 0 0,1 0 0 0 0,0 0-1 0 0,0 0 1 0 0,0 0 0 0 0,-1 0 0 0 0,1 0-1 0 0,0 0 1 0 0,0 0 0 0 0,0 0-1 0 0,-1 0 1 0 0,1 0 0 0 0,0 0 0 0 0,0 0-1 0 0,0 0 1 0 0,-1 0 0 0 0,1 1-1 0 0,0-1 1 0 0,0 0 0 0 0,0 0 0 0 0,-1 0-1 0 0,1 0 1 0 0,0 0 0 0 0,0 0 0 0 0,0 0-1 0 0,0 1 1 0 0,-1-1 0 0 0,1 0-1 0 0,0 0 1 0 0,0 0 0 0 0,0 0 0 0 0,0 1-1 0 0,-14 82 1499 0 0,11-55-1147 0 0,-1 0 0 0 0,-1 0-1 0 0,-2 0 1 0 0,-1 0 0 0 0,-17 38 0 0 0,3-38 592 0 0,22-28-999 0 0,0 0 0 0 0,0 0 1 0 0,0 0-1 0 0,-1 0 0 0 0,1 1 0 0 0,0-1 1 0 0,0 0-1 0 0,0 0 0 0 0,-1 0 0 0 0,1 0 1 0 0,0 0-1 0 0,0 0 0 0 0,0 0 1 0 0,-1 0-1 0 0,1 0 0 0 0,0 0 0 0 0,0 0 1 0 0,0 0-1 0 0,-1 0 0 0 0,1 0 0 0 0,0 0 1 0 0,0 0-1 0 0,0 0 0 0 0,-1 0 1 0 0,1 0-1 0 0,0 0 0 0 0,0 0 0 0 0,0 0 1 0 0,-1 0-1 0 0,1 0 0 0 0,0 0 0 0 0,0 0 1 0 0,0-1-1 0 0,-1 1 0 0 0,1 0 1 0 0,0 0-1 0 0,0 0 0 0 0,0 0 0 0 0,0 0 1 0 0,0-1-1 0 0,-1 1 0 0 0,1 0 0 0 0,0 0 1 0 0,0-1-1 0 0,1-21 266 0 0,61-251 204 0 0,-61 265-490 0 0,1 0 1 0 0,0 0 0 0 0,1 0 0 0 0,6-14 0 0 0,-8 20-7 0 0,-1 2 4 0 0,0 0 1 0 0,0-1 0 0 0,0 1-1 0 0,0 0 1 0 0,0-1 0 0 0,0 1-1 0 0,1 0 1 0 0,-1 0 0 0 0,0-1 0 0 0,0 1-1 0 0,0 0 1 0 0,0-1 0 0 0,1 1-1 0 0,-1 0 1 0 0,0 0 0 0 0,0-1-1 0 0,0 1 1 0 0,1 0 0 0 0,-1 0 0 0 0,0 0-1 0 0,1-1 1 0 0,-1 1 0 0 0,0 0-1 0 0,0 0 1 0 0,1 0 0 0 0,-1 0-1 0 0,0 0 1 0 0,1 0 0 0 0,-1-1 0 0 0,0 1-1 0 0,1 0 1 0 0,-1 0 0 0 0,0 0-1 0 0,1 0 1 0 0,-1 0 0 0 0,0 0-1 0 0,1 0 1 0 0,8 6-5 0 0,0 0 0 0 0,-1 1 0 0 0,0 0 0 0 0,0 0 0 0 0,8 10 0 0 0,-7-7 1 0 0,0-1-1 0 0,1 0 1 0 0,0 0-1 0 0,16 10 1 0 0,-20-15 9 0 0,1 0 0 0 0,-1-1 0 0 0,1 0 0 0 0,0 0 0 0 0,1 0 0 0 0,-1-1 0 0 0,0 0 1 0 0,1 0-1 0 0,-1-1 0 0 0,1 0 0 0 0,0 0 0 0 0,-1-1 0 0 0,1 0 0 0 0,-1 0 0 0 0,1-1 0 0 0,0 0 0 0 0,-1 0 0 0 0,1-1 1 0 0,-1 0-1 0 0,0 0 0 0 0,0-1 0 0 0,1 0 0 0 0,-2 0 0 0 0,1-1 0 0 0,0 1 0 0 0,-1-2 0 0 0,1 1 0 0 0,-1-1 0 0 0,-1 0 0 0 0,1 0 1 0 0,-1 0-1 0 0,1-1 0 0 0,-1 0 0 0 0,-1 0 0 0 0,1 0 0 0 0,-1 0 0 0 0,5-12 0 0 0,8-20-4 0 0,-1 0-1 0 0,14-55 1 0 0,-17 51-5 0 0,-6 22-117 0 0,-9 37 90 0 0,-11 41 32 0 0,8-40-2 0 0,1 1 0 0 0,1 0 0 0 0,0 0 0 0 0,1 1 0 0 0,1-1 0 0 0,1 0 1 0 0,1 1-1 0 0,3 19 0 0 0,-2-28 8 0 0,0 1 0 0 0,1-1 0 0 0,0 0 1 0 0,1 0-1 0 0,0 0 0 0 0,0-1 1 0 0,1 1-1 0 0,1-1 0 0 0,0 0 0 0 0,0 0 1 0 0,1-1-1 0 0,0 0 0 0 0,0 0 1 0 0,15 12-1 0 0,-18-18-3 0 0,-1-1 0 0 0,1 0 0 0 0,0 0 0 0 0,0 0 0 0 0,0-1 0 0 0,0 1 0 0 0,0-1 0 0 0,0 0 0 0 0,1 0 0 0 0,-1-1 0 0 0,0 1 0 0 0,1-1 0 0 0,-1 0 0 0 0,8-1 0 0 0,64-12 30 0 0,-59 9-23 0 0,-3 1-6 0 0,-1-1 1 0 0,1-1-1 0 0,-1 0 0 0 0,0-1 1 0 0,0 0-1 0 0,-1-1 1 0 0,0-1-1 0 0,0 0 0 0 0,-1-1 1 0 0,0 0-1 0 0,0 0 1 0 0,-1-1-1 0 0,0 0 0 0 0,-1-1 1 0 0,0 0-1 0 0,8-14 1 0 0,-16 23-6 0 0,0 0 1 0 0,-1 1-1 0 0,1-1 1 0 0,0 1 0 0 0,-1-1-1 0 0,1 0 1 0 0,0 0 0 0 0,-1 1-1 0 0,0-1 1 0 0,0 0 0 0 0,1 0-1 0 0,-1 0 1 0 0,0 1-1 0 0,0-1 1 0 0,-1 0 0 0 0,1 0-1 0 0,0 1 1 0 0,-1-1 0 0 0,1 0-1 0 0,-1 0 1 0 0,1 1-1 0 0,-1-1 1 0 0,0 0 0 0 0,1 1-1 0 0,-1-1 1 0 0,0 1 0 0 0,0-1-1 0 0,0 1 1 0 0,-1-1 0 0 0,1 1-1 0 0,0 0 1 0 0,0 0-1 0 0,-1-1 1 0 0,1 1 0 0 0,-1 0-1 0 0,1 0 1 0 0,-1 0 0 0 0,1 1-1 0 0,-4-2 1 0 0,2 1-2 0 0,-1 1 0 0 0,0-1 0 0 0,1 1 1 0 0,-1 0-1 0 0,0 0 0 0 0,1 1 0 0 0,-1-1 0 0 0,0 1 0 0 0,1 0 1 0 0,-1 0-1 0 0,1 0 0 0 0,-1 0 0 0 0,1 0 0 0 0,0 1 0 0 0,-1 0 1 0 0,1 0-1 0 0,0 0 0 0 0,0 0 0 0 0,0 0 0 0 0,0 0 0 0 0,1 1 1 0 0,-1-1-1 0 0,-3 6 0 0 0,4-5 3 0 0,0-1 0 0 0,0 1 1 0 0,1 0-1 0 0,-1-1 0 0 0,1 1 1 0 0,0 0-1 0 0,0 0 0 0 0,0 0 1 0 0,0 0-1 0 0,0 0 0 0 0,0 0 0 0 0,1 0 1 0 0,0 0-1 0 0,0 0 0 0 0,0 0 1 0 0,0 1-1 0 0,0-1 0 0 0,0 0 0 0 0,1 0 1 0 0,0 0-1 0 0,-1 0 0 0 0,3 5 1 0 0,0-3 2 0 0,0 0 0 0 0,1 0 1 0 0,-1-1-1 0 0,1 0 1 0 0,0 0-1 0 0,0 0 0 0 0,0 0 1 0 0,0 0-1 0 0,1-1 1 0 0,-1 0-1 0 0,10 6 0 0 0,2-2 4 0 0,0 0-1 0 0,0 0 0 0 0,1-1 0 0 0,0-2 0 0 0,0 1 0 0 0,0-2 0 0 0,25 3 0 0 0,-25-6 3 0 0,-1 0-1 0 0,0-1 0 0 0,0-1 1 0 0,0 0-1 0 0,21-6 0 0 0,-30 6-5 0 0,0-1 0 0 0,1 1 0 0 0,-1-1 0 0 0,-1-1-1 0 0,1 1 1 0 0,0-1 0 0 0,-1 0 0 0 0,0-1 0 0 0,0 0-1 0 0,0 0 1 0 0,0 0 0 0 0,-1-1 0 0 0,6-7 0 0 0,16-27 5 0 0,22-28-36 0 0,-49 68 41 0 0,1-1-17 0 0,-1 1 1 0 0,0-1-1 0 0,1 1 1 0 0,-1-1 0 0 0,1 0 0 0 0,-1 1-1 0 0,1-1 1 0 0,-1 1 0 0 0,1 0 0 0 0,-1-1-1 0 0,1 1 1 0 0,0-1 0 0 0,-1 1-1 0 0,1 0 1 0 0,-1-1 0 0 0,1 1 0 0 0,0 0-1 0 0,-1 0 1 0 0,1 0 0 0 0,0-1 0 0 0,0 1-1 0 0,-1 0 1 0 0,1 0 0 0 0,0 0-1 0 0,-1 0 1 0 0,1 0 0 0 0,0 0 0 0 0,-1 0-1 0 0,1 1 1 0 0,1-1 0 0 0,2 11-2 0 0,0 0 1 0 0,-1 0-1 0 0,-1 1 0 0 0,1-1 1 0 0,-2 1-1 0 0,1 0 1 0 0,-2 0-1 0 0,0-1 0 0 0,-1 19 1 0 0,0 5 33 0 0,1-33 29 0 0,1-2-58 0 0,-1 1 1 0 0,0-1-1 0 0,1 0 1 0 0,-1 0 0 0 0,0 0-1 0 0,1 0 1 0 0,-1 0 0 0 0,1 0-1 0 0,-1 1 1 0 0,0-1-1 0 0,1 0 1 0 0,-1 0 0 0 0,0 0-1 0 0,1 0 1 0 0,-1 0 0 0 0,1 0-1 0 0,-1 0 1 0 0,0-1-1 0 0,1 1 1 0 0,-1 0 0 0 0,1 0-1 0 0,-1 0 1 0 0,0 0 0 0 0,1 0-1 0 0,-1-1 1 0 0,0 1-1 0 0,1 0 1 0 0,-1 0 0 0 0,1-1-1 0 0,28-28 18 0 0,47-43 2 0 0,-53 52 12 0 0,-18 15-45 0 0,-1 1 0 0 0,1-1-1 0 0,0 1 1 0 0,1 0-1 0 0,-1 0 1 0 0,1 1-1 0 0,0 0 1 0 0,-1 0-1 0 0,1 0 1 0 0,9-2-1 0 0,-13 4-2 0 0,1 3-9 0 0,8 5 23 0 0,1 0 0 0 0,-1 2 0 0 0,21 17 0 0 0,-28-21 4 0 0,1 0-1 0 0,0-1 1 0 0,0 0-1 0 0,1 0 1 0 0,-1 0-1 0 0,1-1 1 0 0,0 0-1 0 0,-1 0 1 0 0,13 4-1 0 0,-12-5 2 0 0,0-1 0 0 0,1 1-1 0 0,-1-1 1 0 0,0 0 0 0 0,1-1 0 0 0,-1 0-1 0 0,0 0 1 0 0,1 0 0 0 0,-1 0 0 0 0,1-1-1 0 0,-1 0 1 0 0,0-1 0 0 0,0 1 0 0 0,0-1-1 0 0,0-1 1 0 0,0 1 0 0 0,0-1 0 0 0,0 0-1 0 0,-1 0 1 0 0,7-5 0 0 0,-1-1 7 0 0,0-1-1 0 0,-1 0 1 0 0,0-1 0 0 0,-1 0-1 0 0,0 0 1 0 0,12-20 0 0 0,-12 12 35 0 0,-9 19-45 0 0,0-1 1 0 0,0 1-1 0 0,0 0 1 0 0,0 0-1 0 0,0 0 1 0 0,0 0-1 0 0,0 0 1 0 0,0 0-1 0 0,0 0 1 0 0,0 0-1 0 0,0-1 1 0 0,0 1-1 0 0,0 0 0 0 0,0 0 1 0 0,0 0-1 0 0,0 0 1 0 0,0 0-1 0 0,-1 0 1 0 0,1 0-1 0 0,0 0 1 0 0,0-1-1 0 0,0 1 1 0 0,0 0-1 0 0,0 0 1 0 0,0 0-1 0 0,0 0 1 0 0,0 0-1 0 0,0 0 1 0 0,0 0-1 0 0,0 0 1 0 0,-1 0-1 0 0,1 0 1 0 0,0 0-1 0 0,0 0 1 0 0,0 0-1 0 0,0 0 1 0 0,0 0-1 0 0,0 0 1 0 0,0-1-1 0 0,0 1 1 0 0,-1 0-1 0 0,1 0 1 0 0,0 0-1 0 0,0 1 1 0 0,0-1-1 0 0,0 0 1 0 0,0 0-1 0 0,0 0 1 0 0,0 0-1 0 0,-1 0 1 0 0,1 0-1 0 0,0 0 1 0 0,0 0-1 0 0,0 0 1 0 0,0 0-1 0 0,0 0 1 0 0,0 0-1 0 0,0 0 1 0 0,0 0-1 0 0,0 0 1 0 0,-1 0-1 0 0,1 0 1 0 0,0 1-1 0 0,0-1 1 0 0,0 0-1 0 0,0 0 1 0 0,0 0-1 0 0,-2 2 11 0 0,0 1-1 0 0,-1-1 1 0 0,1 1-1 0 0,1-1 1 0 0,-1 1 0 0 0,0 0-1 0 0,1 0 1 0 0,-1 0-1 0 0,1 0 1 0 0,0 0-1 0 0,0 0 1 0 0,-1 4 0 0 0,1-4-9 0 0,0 0 0 0 0,0 1 1 0 0,1-1-1 0 0,-1 0 1 0 0,1 0-1 0 0,0 0 0 0 0,0 1 1 0 0,0-1-1 0 0,0 0 1 0 0,0 0-1 0 0,1 1 0 0 0,0-1 1 0 0,-1 0-1 0 0,1 0 1 0 0,0 0-1 0 0,1 0 0 0 0,-1 0 1 0 0,0 0-1 0 0,1 0 0 0 0,0 0 1 0 0,0-1-1 0 0,-1 1 1 0 0,2 0-1 0 0,-1-1 0 0 0,0 0 1 0 0,0 1-1 0 0,1-1 1 0 0,-1 0-1 0 0,1 0 0 0 0,0-1 1 0 0,-1 1-1 0 0,1 0 1 0 0,0-1-1 0 0,0 0 0 0 0,0 0 1 0 0,6 2-1 0 0,-3-2 1 0 0,-1 0-1 0 0,0 0 1 0 0,0 0-1 0 0,0-1 1 0 0,0 0-1 0 0,0 0 0 0 0,0 0 1 0 0,0-1-1 0 0,1 0 1 0 0,-1 0-1 0 0,0 0 1 0 0,0 0-1 0 0,-1-1 1 0 0,1 0-1 0 0,0 0 1 0 0,0 0-1 0 0,-1-1 1 0 0,1 1-1 0 0,-1-1 0 0 0,0 0 1 0 0,0 0-1 0 0,0-1 1 0 0,3-3-1 0 0,60-89 305 0 0,-66 94-264 0 0,-1 2-40 0 0,0 0 0 0 0,0 0 0 0 0,0 0 0 0 0,0-1-1 0 0,0 1 1 0 0,0 0 0 0 0,0 0 0 0 0,0 0 0 0 0,0-1-1 0 0,0 1 1 0 0,0 0 0 0 0,1 0 0 0 0,-1 0 0 0 0,0 0-1 0 0,0-1 1 0 0,0 1 0 0 0,0 0 0 0 0,0 0 0 0 0,0 0 0 0 0,1 0-1 0 0,-1 0 1 0 0,0-1 0 0 0,0 1 0 0 0,0 0 0 0 0,0 0-1 0 0,1 0 1 0 0,-1 0 0 0 0,0 0 0 0 0,0 0 0 0 0,0 0-1 0 0,1 0 1 0 0,-1 0 0 0 0,0 0 0 0 0,0 0 0 0 0,0 0-1 0 0,0 0 1 0 0,1 0 0 0 0,-1 0 0 0 0,0 0 0 0 0,0 0 0 0 0,0 0-1 0 0,1 0 1 0 0,-1 0 0 0 0,0 0 0 0 0,0 0 0 0 0,0 0-1 0 0,1 0 1 0 0,-1 0 0 0 0,0 0 0 0 0,0 0 0 0 0,0 1-1 0 0,0-1 1 0 0,1 0 0 0 0,-1 0 0 0 0,0 0 0 0 0,36 72 151 0 0,-17-30-2008 0 0,4-2-5361 0 0,-19-33 3951 0 0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0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1 976 0 0,'1'4'450'0'0,"0"1"0"0"0,0-1 0 0 0,0 1 0 0 0,-1 0 0 0 0,1-1 1 0 0,-1 1-1 0 0,0 0 0 0 0,-1-1 0 0 0,1 1 0 0 0,-1-1 0 0 0,0 1 0 0 0,0 0 0 0 0,0-1 0 0 0,-1 0 0 0 0,0 1 0 0 0,1-1 0 0 0,-1 0 0 0 0,-4 5 0 0 0,-7 16-171 0 0,-26 36-1 0 0,37-58-278 0 0,-29 35-5336 0 0,22-26 2664 0 0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3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230 165 296 0 0,'-11'-37'3499'0'0,"8"30"975"0"0,-20 74-3905 0 0,3 0-1 0 0,-13 82 1 0 0,25-111-422 0 0,-10 65 164 0 0,13-66-183 0 0,-1 0 0 0 0,-2 0 0 0 0,-2-1 1 0 0,-16 42-1 0 0,25-76-66 0 0,0 1 0 0 0,-1 0 0 0 0,1 0 0 0 0,0-1 0 0 0,-1 1 0 0 0,0 0 0 0 0,1-1 0 0 0,-1 0 1 0 0,0 1-1 0 0,0-1 0 0 0,-1 0 0 0 0,1 0 0 0 0,0 0 0 0 0,-6 3 0 0 0,7-5 233 0 0,-20-30 26 0 0,19 15-279 0 0,0 0 0 0 0,1 0-1 0 0,1 0 1 0 0,0 0 0 0 0,1 0-1 0 0,1 0 1 0 0,0 0 0 0 0,6-21 0 0 0,5-10 2 0 0,25-58 0 0 0,-37 102-43 0 0,23-59 36 0 0,2 2-1 0 0,67-110 1 0 0,-81 151-35 0 0,2 0-1 0 0,0 2 1 0 0,0 0 0 0 0,2 0 0 0 0,24-18 0 0 0,-29 26-5 0 0,0 0 0 0 0,1 1 0 0 0,0 0 0 0 0,0 1 0 0 0,0 1 0 0 0,1 0 1 0 0,0 1-1 0 0,0 0 0 0 0,23-3 0 0 0,-33 6 0 0 0,0 0 0 0 0,-1 1 0 0 0,1 0 1 0 0,0 0-1 0 0,0 0 0 0 0,-1 0 0 0 0,1 0 0 0 0,0 0 0 0 0,-1 1 0 0 0,1-1 1 0 0,0 1-1 0 0,-1 0 0 0 0,1 0 0 0 0,-1 0 0 0 0,1 0 0 0 0,3 3 1 0 0,-5-3 0 0 0,0 0 1 0 0,0 0-1 0 0,0 0 1 0 0,0 1 0 0 0,0-1-1 0 0,0 0 1 0 0,0 1-1 0 0,0-1 1 0 0,-1 1 0 0 0,1-1-1 0 0,-1 1 1 0 0,1 0-1 0 0,-1-1 1 0 0,1 1 0 0 0,-1-1-1 0 0,0 1 1 0 0,0 0-1 0 0,0-1 1 0 0,0 1 0 0 0,0 2-1 0 0,-1 2-1 0 0,-1 0 0 0 0,1 1 0 0 0,-1-1 0 0 0,0 0 0 0 0,-1 0 0 0 0,1 0 0 0 0,-1-1 0 0 0,0 1 0 0 0,-1 0 0 0 0,1-1 0 0 0,-1 0 0 0 0,-7 7 0 0 0,-7 3-159 0 0,0 0-1 0 0,-1-2 0 0 0,-1 0 0 0 0,0-2 1 0 0,-1 0-1 0 0,0-1 0 0 0,-1-1 1 0 0,0-1-1 0 0,-40 10 0 0 0,59-18-543 0 0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2:03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28 180,'22'-27'4157,"-23"44"-1794,-23 52-1308,-47 142 196,63-181-1124,1 1-1,2-1 0,1 1 0,2-1 0,1 39 0,1-64-125,0-1 0,1 1 0,-1-1 0,1 1 0,0-1 0,0 1 0,1-1-1,-1 1 1,1-1 0,0 0 0,0 0 0,0 0 0,1 0 0,-1 0 0,1-1 0,0 1 0,0-1 0,0 1 0,7 4 0,-6-6-313,0 0 1,0 0-1,1 0 1,-1-1-1,1 0 1,-1 0-1,1 0 0,-1 0 1,1-1-1,-1 0 1,1 0-1,-1 0 1,1 0-1,0-1 1,-1 0-1,1 0 1,-1 0-1,0 0 1,8-4-1,3-1-1687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4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178 466 436 0 0,'0'0'1440'0'0,"-3"-13"2719"0"0,-1 13-4034 0 0,0 1 0 0 0,0 0 0 0 0,0 0 0 0 0,0 1 0 0 0,0-1 0 0 0,1 1 0 0 0,-1 0 0 0 0,0 0 0 0 0,1 0 0 0 0,-1 0 0 0 0,1 0 0 0 0,0 1 0 0 0,0 0 0 0 0,-3 3 0 0 0,-50 50 768 0 0,49-47-742 0 0,2-4-77 0 0,0 0 21 0 0,0 0 0 0 0,0 1 0 0 0,0 0 0 0 0,0 0 0 0 0,1 0 0 0 0,0 0 0 0 0,0 1 0 0 0,1-1 0 0 0,0 1 1 0 0,-3 10-1 0 0,6-16-24 0 0,19 14 263 0 0,54-40-93 0 0,-72 24-236 0 0,32 7 24 0 0,-19-4-26 0 0,0-1 1 0 0,0 0-1 0 0,0-1 0 0 0,0-1 0 0 0,0 0 0 0 0,0-1 0 0 0,16-4 1 0 0,-20 3 0 0 0,0-1 0 0 0,0-1 0 0 0,0 0 1 0 0,-1 0-1 0 0,0-1 0 0 0,0 0 1 0 0,0-1-1 0 0,12-12 0 0 0,17-20-4 0 0,-2-2 0 0 0,-2-1 0 0 0,-1-2 0 0 0,-3-2 0 0 0,-1 0 0 0 0,24-58 0 0 0,-30 55 10 0 0,25-84 1 0 0,-44 119-9 0 0,-3 12 42 0 0,-28 5 2 0 0,14 7-14 0 0,0 0 1 0 0,1 1-1 0 0,1 1 1 0 0,0 0-1 0 0,0 0 1 0 0,1 1-1 0 0,1 1 0 0 0,0 0 1 0 0,-12 25-1 0 0,10-15 1 0 0,1 1 0 0 0,1 0 0 0 0,1 1 0 0 0,1 0 0 0 0,-4 37-1 0 0,9-45-16 0 0,1-1 0 0 0,0 0 0 0 0,2 0 0 0 0,0 1 0 0 0,5 22 0 0 0,-5-32-8 0 0,1-1 0 0 0,0 0 0 0 0,0 1 0 0 0,0-1 0 0 0,1 0 0 0 0,0-1 1 0 0,1 1-1 0 0,0 0 0 0 0,0-1 0 0 0,0 0 0 0 0,1 0 0 0 0,0 0 0 0 0,0 0 0 0 0,0-1 1 0 0,6 5-1 0 0,-8-8-5 0 0,0-1 1 0 0,0 1-1 0 0,0-1 1 0 0,-1 0-1 0 0,1 1 1 0 0,0-1-1 0 0,1 0 0 0 0,-1-1 1 0 0,0 1-1 0 0,0-1 1 0 0,0 1-1 0 0,0-1 1 0 0,0 0-1 0 0,1 0 1 0 0,-1 0-1 0 0,0-1 1 0 0,0 1-1 0 0,0-1 1 0 0,0 0-1 0 0,0 0 1 0 0,0 0-1 0 0,0 0 1 0 0,0 0-1 0 0,4-3 0 0 0,1 0 12 0 0,1-2-1 0 0,-1 0 0 0 0,0 0 0 0 0,-1 0 0 0 0,1-1 1 0 0,8-10-1 0 0,-16 16 31 0 0,1 0-1 0 0,-1 1 1 0 0,0-1 0 0 0,1 0 0 0 0,-1 0 0 0 0,0 0 0 0 0,1-1 0 0 0,-1 1-1 0 0,0 0 1 0 0,0 0 0 0 0,0 0 0 0 0,0 0 0 0 0,0 0 0 0 0,0 0 0 0 0,0 0-1 0 0,0 0 1 0 0,-1 0 0 0 0,1 0 0 0 0,0 0 0 0 0,0 0 0 0 0,-2-1 0 0 0,1 3-38 0 0,-1 1 1 0 0,0 0-1 0 0,0 0 1 0 0,1 0-1 0 0,-1 0 1 0 0,1 0-1 0 0,-1 1 1 0 0,1-1-1 0 0,0 0 1 0 0,0 1 0 0 0,0-1-1 0 0,0 1 1 0 0,0-1-1 0 0,1 1 1 0 0,-1-1-1 0 0,1 1 1 0 0,0 0-1 0 0,0-1 1 0 0,0 1 0 0 0,0 0-1 0 0,0-1 1 0 0,0 1-1 0 0,1-1 1 0 0,-1 1-1 0 0,1-1 1 0 0,-1 1-1 0 0,1-1 1 0 0,0 1-1 0 0,0-1 1 0 0,1 1 0 0 0,-1-1-1 0 0,0 0 1 0 0,4 4-1 0 0,-2-2-98 0 0,0-1 0 0 0,1 1 0 0 0,-1-1 0 0 0,1 1-1 0 0,0-1 1 0 0,0 0 0 0 0,0-1 0 0 0,0 1 0 0 0,1-1 0 0 0,-1 0 0 0 0,1 0-1 0 0,0 0 1 0 0,-1 0 0 0 0,1-1 0 0 0,7 1 0 0 0,-7-1-508 0 0,-1-1 1 0 0,0 0 0 0 0,1 0-1 0 0,-1 0 1 0 0,0 0-1 0 0,0-1 1 0 0,1 0-1 0 0,-1 1 1 0 0,0-2 0 0 0,0 1-1 0 0,7-3 1 0 0,2-4-1918 0 0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5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4 484 0 0,'0'0'3856'0'0,"37"-4"-3424"0"0,-22 4-32 0 0,-3 2-43 0 0,1 4-49 0 0,-1-4-200 0 0,12 1-552 0 0,-14-2-477 0 0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8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27 324 0 0,'14'-26'3219'0'0,"-14"45"-817"0"0,-14 49-839 0 0,-2-32-1155 0 0,-2-1-1 0 0,-1 0 1 0 0,-36 49-1 0 0,37-47-878 0 0,16-21-4464 0 0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8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463 144 644 0 0,'0'-13'698'0'0,"-1"-1"0"0"0,-1 1 0 0 0,-5-23 0 0 0,5 31-346 0 0,1-1 1 0 0,-1 0-1 0 0,0 1 0 0 0,0-1 0 0 0,-1 1 0 0 0,1 0 0 0 0,-1 0 0 0 0,0 0 0 0 0,-1 0 0 0 0,-7-8 0 0 0,10 13-315 0 0,0-1-1 0 0,0 1 1 0 0,0 0-1 0 0,0 0 1 0 0,-1 0-1 0 0,1 0 1 0 0,0 0-1 0 0,0 0 1 0 0,0 0-1 0 0,0 0 1 0 0,0 0-1 0 0,0 0 1 0 0,-1 1-1 0 0,1-1 1 0 0,0 0-1 0 0,0 1 1 0 0,0-1-1 0 0,0 1 1 0 0,0-1-1 0 0,0 1 1 0 0,0-1-1 0 0,0 1 1 0 0,1 0-1 0 0,-2 1 1 0 0,-22 17 308 0 0,-3 12-106 0 0,2 1 0 0 0,0 1-1 0 0,2 1 1 0 0,2 1 0 0 0,1 1-1 0 0,2 1 1 0 0,2 0 0 0 0,-14 46-1 0 0,-6 39 277 0 0,-26 165-1 0 0,52-200-318 0 0,7-55-196 0 0,-9 45 0 0 0,9-67-665 0 0,0 1 1 0 0,-1-1-1 0 0,0 1 1 0 0,-8 13-1 0 0,0-18-3595 0 0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9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0 172 64 0 0,'372'-66'2654'0'0,"-48"11"-927"0"0,-322 55-1729 0 0,8-2 431 0 0,0-1 0 0 0,1 0 0 0 0,18-9 0 0 0,-28 12-102 0 0,-1-1-283 0 0,0 1 1 0 0,-1 0-1 0 0,1 0 1 0 0,0-1-1 0 0,0 1 1 0 0,0 0-1 0 0,0 0 0 0 0,-1-1 1 0 0,1 1-1 0 0,0 0 1 0 0,0 0-1 0 0,0 0 1 0 0,-1-1-1 0 0,1 1 0 0 0,0 0 1 0 0,0 0-1 0 0,-1 0 1 0 0,1 0-1 0 0,0-1 1 0 0,0 1-1 0 0,-1 0 1 0 0,1 0-1 0 0,0 0 0 0 0,-1 0 1 0 0,1 0-1 0 0,0 0 1 0 0,-1 0-1 0 0,1 0 1 0 0,0 0-1 0 0,0 0 0 0 0,-1 0 1 0 0,1 0-1 0 0,0 0 1 0 0,-1 0-1 0 0,1 0 1 0 0,0 0-1 0 0,-1 1 1 0 0,1-1-1 0 0,0 0 0 0 0,-1 0 1 0 0,-22 10 432 0 0,21-9-454 0 0,0 1 0 0 0,-1-1 0 0 0,1 1 0 0 0,0 0 0 0 0,0 0 0 0 0,0 0 0 0 0,0 0 0 0 0,0 0 0 0 0,1 0 0 0 0,-1 0 0 0 0,0 0 0 0 0,1 1 0 0 0,0-1 0 0 0,-1 1 0 0 0,1-1 0 0 0,0 1 0 0 0,0-1 0 0 0,1 1 0 0 0,-1 0 0 0 0,0 3 0 0 0,1-3-3 0 0,0 1 0 0 0,1-1 0 0 0,-1 0 0 0 0,1 0 0 0 0,0 1 0 0 0,0-1 0 0 0,0 0-1 0 0,0 0 1 0 0,0 0 0 0 0,1 0 0 0 0,-1 0 0 0 0,1 0 0 0 0,0-1 0 0 0,0 1 0 0 0,0 0 0 0 0,0-1 0 0 0,1 0 0 0 0,-1 1 0 0 0,5 3-1 0 0,-1-3 4 0 0,0 1-1 0 0,0-1 0 0 0,0 0 0 0 0,0 0 1 0 0,0 0-1 0 0,1-1 0 0 0,-1 0 0 0 0,1 0 1 0 0,11 1-1 0 0,-9-2-1 0 0,0-1 0 0 0,0 1 0 0 0,0-1 1 0 0,0-1-1 0 0,-1 0 0 0 0,1 0 0 0 0,13-4 0 0 0,-17 3-5 0 0,-1 1 0 0 0,0-1 0 0 0,1 1 0 0 0,-1-1 0 0 0,0 0 0 0 0,0-1 0 0 0,0 1 0 0 0,-1-1 0 0 0,1 0 0 0 0,0 0 0 0 0,-1 0 0 0 0,0 0 0 0 0,0-1 0 0 0,3-3 0 0 0,-4 4-2 0 0,-1 0-1 0 0,0 1 0 0 0,0-1 1 0 0,0 0-1 0 0,0 0 0 0 0,0 0 1 0 0,-1 0-1 0 0,1 1 0 0 0,-1-1 0 0 0,0 0 1 0 0,0 0-1 0 0,0 0 0 0 0,0 0 1 0 0,0 0-1 0 0,-1 0 0 0 0,0 0 1 0 0,1 0-1 0 0,-1 1 0 0 0,0-1 1 0 0,0 0-1 0 0,0 0 0 0 0,-1 1 1 0 0,1-1-1 0 0,-4-4 0 0 0,2 2 14 0 0,-1 0 0 0 0,1 1 0 0 0,-1-1 0 0 0,-1 1-1 0 0,1-1 1 0 0,-1 1 0 0 0,1 0 0 0 0,-1 1 0 0 0,0-1 0 0 0,-9-3-1 0 0,14 7-84 0 0,0-1 0 0 0,-1 1 0 0 0,1 0 0 0 0,-1-1-1 0 0,1 1 1 0 0,-1 0 0 0 0,1 0 0 0 0,-1 0 0 0 0,0-1-1 0 0,1 1 1 0 0,-1 0 0 0 0,1 0 0 0 0,-1 0 0 0 0,1 0-1 0 0,-1 0 1 0 0,0 0 0 0 0,1 0 0 0 0,-1 0 0 0 0,1 0-1 0 0,-1 0 1 0 0,1 0 0 0 0,-1 1 0 0 0,1-1 0 0 0,-1 0-1 0 0,0 0 1 0 0,1 1 0 0 0,-1-1 0 0 0,1 0 0 0 0,0 0-1 0 0,-1 1 1 0 0,1-1 0 0 0,-1 1 0 0 0,1-1 0 0 0,-1 0-1 0 0,1 1 1 0 0,0-1 0 0 0,-1 1 0 0 0,1-1 0 0 0,0 1-1 0 0,-1-1 1 0 0,1 1 0 0 0,0-1 0 0 0,0 1 0 0 0,-1 0-1 0 0,1 0-129 0 0,0 1-1 0 0,0-1 1 0 0,0 0-1 0 0,0 0 1 0 0,0 1-1 0 0,0-1 1 0 0,0 0-1 0 0,1 1 1 0 0,-1-1-1 0 0,0 0 1 0 0,1 0-1 0 0,-1 0 1 0 0,1 1-1 0 0,-1-1 1 0 0,1 0-1 0 0,0 0 0 0 0,-1 0 1 0 0,1 0-1 0 0,0 0 1 0 0,1 1-1 0 0,7 7-2259 0 0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9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0 68 0 0,'0'0'805'0'0,"-21"3"1240"0"0,19-3-1944 0 0,1 1 0 0 0,-1-1 0 0 0,0 1 0 0 0,1-1 0 0 0,-1 1 0 0 0,1 0 0 0 0,-1 0 0 0 0,1 0 0 0 0,-1 0 0 0 0,1 0 0 0 0,-1 0 0 0 0,1 0 0 0 0,0 0 1 0 0,0 1-1 0 0,0-1 0 0 0,0 0 0 0 0,0 1 0 0 0,0-1 0 0 0,0 1 0 0 0,0-1 0 0 0,0 1 0 0 0,0-1 0 0 0,1 1 0 0 0,-1 0 0 0 0,1-1 0 0 0,-1 1 0 0 0,1 0 0 0 0,0 1 1 0 0,0-1 169 0 0,16 26 395 0 0,-12-25-546 0 0,0 0 1 0 0,0 0-1 0 0,1 0 1 0 0,-1 0-1 0 0,1-1 1 0 0,0 0-1 0 0,0 0 1 0 0,-1 0-1 0 0,1-1 1 0 0,9 2-1 0 0,-12-2 347 0 0,4-7-242 0 0,-6 6-211 0 0,1 0-1 0 0,-1 0 1 0 0,1-1-1 0 0,-1 1 0 0 0,1 0 1 0 0,-1-1-1 0 0,1 1 0 0 0,-1 0 1 0 0,1-1-1 0 0,-1 1 0 0 0,0 0 1 0 0,1-1-1 0 0,-1 1 0 0 0,0-1 1 0 0,1 1-1 0 0,-1-1 0 0 0,0 1 1 0 0,1-1-1 0 0,-1 1 0 0 0,0-1 1 0 0,0 1-1 0 0,0-1 1 0 0,1 1-1 0 0,-1-1 0 0 0,0 1 1 0 0,0-1-1 0 0,0 0 0 0 0,0 1 1 0 0,0-1-1 0 0,0 1 0 0 0,0-1 1 0 0,0 1-1 0 0,0-1 0 0 0,0 0 1 0 0,-1 1-1 0 0,1-1 0 0 0,0 1 1 0 0,-1-2-1 0 0,-18-34 246 0 0,17 35-242 0 0,0-3 412 0 0,0 2-1881 0 0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09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9 528 248 0 0,'-1'0'108'0'0,"1"0"0"0"0,-1 1 0 0 0,1-1 0 0 0,-1 1 0 0 0,0 0 0 0 0,1-1 0 0 0,-1 1 0 0 0,1-1 0 0 0,0 1 0 0 0,-1 0-1 0 0,1-1 1 0 0,0 1 0 0 0,-1 0 0 0 0,1 0 0 0 0,0-1 0 0 0,-1 1 0 0 0,1 0 0 0 0,0 0 0 0 0,0-1 0 0 0,0 1 0 0 0,0 0 0 0 0,0 0 0 0 0,0-1 0 0 0,0 1 0 0 0,0 0 0 0 0,0 0 0 0 0,0-1 0 0 0,1 1 0 0 0,-1 1 0 0 0,1-1-36 0 0,0 0 1 0 0,0 0 0 0 0,0 0-1 0 0,0-1 1 0 0,0 1 0 0 0,0 0-1 0 0,0 0 1 0 0,1-1 0 0 0,-1 1 0 0 0,0-1-1 0 0,0 1 1 0 0,1-1 0 0 0,-1 1-1 0 0,0-1 1 0 0,2 0 0 0 0,3 2 23 0 0,0-2 0 0 0,0 1 1 0 0,0-1-1 0 0,0 0 1 0 0,0 0-1 0 0,11-2 0 0 0,-9-1-11 0 0,0 0-1 0 0,0 0 0 0 0,0-1 0 0 0,0 1 0 0 0,-1-2 0 0 0,0 1 0 0 0,1-1 1 0 0,-2-1-1 0 0,1 1 0 0 0,0-1 0 0 0,9-12 0 0 0,-7 7 29 0 0,-1-1 0 0 0,0 0 0 0 0,-1-1-1 0 0,0 1 1 0 0,-1-1 0 0 0,8-23 0 0 0,-7 11 196 0 0,0-1 0 0 0,-2 1 0 0 0,-1-1 0 0 0,-1 0 0 0 0,-1-1 0 0 0,-2 1 0 0 0,-3-39 0 0 0,-1 33 798 0 0,-1 0 0 0 0,-12-36 0 0 0,17 68-1081 0 0,0 0 0 0 0,0-1 0 0 0,-1 1 0 0 0,1-1 0 0 0,0 1 0 0 0,0 0 0 0 0,0-1 0 0 0,-1 1 0 0 0,1-1 0 0 0,0 1 0 0 0,0 0 0 0 0,-1-1 0 0 0,1 1 0 0 0,0 0 0 0 0,-1 0 0 0 0,1-1 1 0 0,0 1-1 0 0,-1 0 0 0 0,1 0 0 0 0,-1-1 0 0 0,1 1 0 0 0,0 0 0 0 0,-1 0 0 0 0,1 0 0 0 0,-1 0 0 0 0,1 0 0 0 0,-1 0 0 0 0,1 0 0 0 0,0 0 0 0 0,-1 0 0 0 0,1 0 0 0 0,-1 0 0 0 0,1 0 0 0 0,-1 0 0 0 0,1 0 0 0 0,0 0 0 0 0,-1 0 0 0 0,1 0 0 0 0,-1 0 0 0 0,1 0 0 0 0,0 1 0 0 0,-1-1 0 0 0,-14 10 272 0 0,15-10-321 0 0,-3 3 62 0 0,0 1 1 0 0,0 0 0 0 0,0 0 0 0 0,0 0-1 0 0,1 0 1 0 0,0 0 0 0 0,0 1-1 0 0,0-1 1 0 0,0 1 0 0 0,1-1 0 0 0,-2 8-1 0 0,-5 52 229 0 0,8-55-305 0 0,1 232 340 0 0,16-82-5884 0 0,-12-135 1895 0 0,0-5 280 0 0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10.3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1 11717 0 0,'0'0'527'0'0,"0"0"-527"0"0,0 0 0 0 0,0 1-1 0 0,1-1 1 0 0,-1 1 0 0 0,0-1 0 0 0,0 0 0 0 0,0 1 0 0 0,0-1 0 0 0,1 1-1 0 0,-1-1 1 0 0,0 0 0 0 0,0 1 0 0 0,0-1 0 0 0,0 1 0 0 0,0-1 0 0 0,0 1-1 0 0,0-1 1 0 0,0 0 0 0 0,0 1 0 0 0,0-1 0 0 0,0 1 0 0 0,-1-1 0 0 0,1 1-1 0 0,0-1 1 0 0,0 0 0 0 0,0 1 0 0 0,-1 0 0 0 0,-32 47-341 0 0,2 2 1 0 0,2 2-1 0 0,-26 65 1 0 0,50-105-1210 0 0,0 0 1 0 0,1 1 0 0 0,-4 16-1 0 0,6-14-1086 0 0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11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236 530 64 0 0,'-1'-21'2540'0'0,"-1"16"-2161"0"0,0-1 1 0 0,0 1-1 0 0,-1 0 1 0 0,0-1-1 0 0,1 1 1 0 0,-2 0-1 0 0,1 1 1 0 0,0-1-1 0 0,-1 1 1 0 0,-6-6-1 0 0,8 8-297 0 0,0 0-1 0 0,0 1 0 0 0,0-1 0 0 0,0 1 1 0 0,-1-1-1 0 0,1 1 0 0 0,-1 0 0 0 0,1 0 0 0 0,-1 0 1 0 0,1 0-1 0 0,-1 1 0 0 0,0-1 0 0 0,1 1 1 0 0,-1-1-1 0 0,0 1 0 0 0,1 0 0 0 0,-1 0 0 0 0,0 0 1 0 0,1 1-1 0 0,-1-1 0 0 0,0 1 0 0 0,1-1 1 0 0,-1 1-1 0 0,1 0 0 0 0,-1 0 0 0 0,-4 2 0 0 0,-1 2 22 0 0,-1-1-1 0 0,1 2 0 0 0,-1-1 0 0 0,2 1 0 0 0,-1 0 0 0 0,1 1 1 0 0,0 0-1 0 0,0 0 0 0 0,0 1 0 0 0,1-1 0 0 0,1 1 0 0 0,-1 1 0 0 0,-5 12 1 0 0,7-14-63 0 0,1 1 1 0 0,0 1-1 0 0,0-1 1 0 0,1 0-1 0 0,0 1 0 0 0,1-1 1 0 0,0 1-1 0 0,0 0 1 0 0,1-1-1 0 0,0 1 1 0 0,1-1-1 0 0,-1 1 1 0 0,2 0-1 0 0,-1-1 1 0 0,1 1-1 0 0,0-1 1 0 0,1 0-1 0 0,0 0 1 0 0,0 0-1 0 0,1 0 1 0 0,0 0-1 0 0,1-1 1 0 0,8 12-1 0 0,-8-12-14 0 0,1 0-1 0 0,0 0 1 0 0,0-1-1 0 0,1 0 1 0 0,0 0-1 0 0,0 0 1 0 0,0-1-1 0 0,1 0 1 0 0,0-1-1 0 0,-1 1 1 0 0,2-1-1 0 0,-1-1 1 0 0,0 0 0 0 0,1 0-1 0 0,-1-1 1 0 0,1 0-1 0 0,11 1 1 0 0,-12-2-16 0 0,1-1 0 0 0,-1-1 1 0 0,0 1-1 0 0,0-2 0 0 0,0 1 1 0 0,0-1-1 0 0,0 0 0 0 0,0 0 1 0 0,-1-1-1 0 0,1 0 0 0 0,-1-1 1 0 0,0 0-1 0 0,0 0 0 0 0,0 0 1 0 0,0-1-1 0 0,-1 0 0 0 0,1 0 0 0 0,-1-1 1 0 0,5-6-1 0 0,15-19 1 0 0,-1-1 0 0 0,-1-1 1 0 0,-2-1-1 0 0,-2-1 0 0 0,24-56 0 0 0,58-195-10 0 0,-45 56 765 0 0,-56 228-654 0 0,-7 7-98 0 0,-6 6-1 0 0,1 1-1 0 0,0 0 1 0 0,1 1-1 0 0,0 0 1 0 0,1 1-1 0 0,1 0 1 0 0,0 0-1 0 0,1 1 0 0 0,0 0 1 0 0,-7 29-1 0 0,-6 24 27 0 0,-11 80-1 0 0,29-136-32 0 0,-32 271 134 0 0,34-280-129 0 0,-1 0 0 0 0,1 0 0 0 0,0 0-1 0 0,0 0 1 0 0,1 0 0 0 0,-1 0 0 0 0,1 1 0 0 0,-1-1 0 0 0,1 0-1 0 0,1 3 1 0 0,-1-5-7 0 0,-1 0 0 0 0,1-1 0 0 0,-1 1 0 0 0,1 0 0 0 0,-1 0 0 0 0,1-1 0 0 0,0 1 0 0 0,-1 0 0 0 0,1-1 0 0 0,0 1 0 0 0,0 0 0 0 0,-1-1 0 0 0,1 1 0 0 0,0-1 0 0 0,0 0 0 0 0,0 1 0 0 0,0-1 0 0 0,0 1 0 0 0,0-1 0 0 0,-1 0 0 0 0,3 0 0 0 0,2 0 4 0 0,0 0 0 0 0,0-1 0 0 0,0 0 0 0 0,-1 0 0 0 0,1 0 0 0 0,0-1 0 0 0,-1 0 0 0 0,9-4 1 0 0,0 1-15 0 0,-9 3 4 0 0,0 0 0 0 0,1 0 0 0 0,-1 1 0 0 0,0 0 1 0 0,1 0-1 0 0,-1 0 0 0 0,1 0 0 0 0,-1 1 0 0 0,1 0 1 0 0,-1 0-1 0 0,1 0 0 0 0,0 0 0 0 0,-1 1 0 0 0,9 2 0 0 0,4 0-18 0 0,59 16 61 0 0,-62-14-42 0 0,-1-1-1 0 0,0-1 1 0 0,1 0 0 0 0,0-1 0 0 0,0 0 0 0 0,19 0 0 0 0,-4-4 14 0 0,-1-1-1 0 0,1-1 1 0 0,37-11-1 0 0,-54 12-8 0 0,0-1-1 0 0,0-1 0 0 0,-1 0 0 0 0,1 0 0 0 0,-1-1 0 0 0,0-1 1 0 0,-1 0-1 0 0,0 0 0 0 0,0-1 0 0 0,10-11 0 0 0,5-16 77 0 0,-25 34-60 0 0,1-1-1 0 0,-1 1 0 0 0,1-1 1 0 0,-1 1-1 0 0,1-1 0 0 0,-1 1 1 0 0,0-1-1 0 0,0 1 0 0 0,0-1 0 0 0,0 1 1 0 0,0-1-1 0 0,0 0 0 0 0,0 1 1 0 0,0-1-1 0 0,-1 1 0 0 0,1-1 0 0 0,-1 1 1 0 0,1-1-1 0 0,-1 1 0 0 0,0-1 1 0 0,-1-2-1 0 0,1 3-14 0 0,0 1 0 0 0,-1-1 1 0 0,1 0-1 0 0,-1 0 0 0 0,1 1 0 0 0,0-1 1 0 0,-1 0-1 0 0,1 1 0 0 0,-1 0 0 0 0,1-1 0 0 0,-1 1 1 0 0,0 0-1 0 0,1 0 0 0 0,-1-1 0 0 0,1 1 0 0 0,-1 1 1 0 0,1-1-1 0 0,-1 0 0 0 0,0 0 0 0 0,1 1 1 0 0,-1-1-1 0 0,1 0 0 0 0,-3 2 0 0 0,-32 11 41 0 0,31-10-39 0 0,1-1 0 0 0,0 0 0 0 0,0 1 0 0 0,0 0 0 0 0,0 0-1 0 0,0 0 1 0 0,1 0 0 0 0,-1 1 0 0 0,1 0 0 0 0,0-1 0 0 0,0 1-1 0 0,0 0 1 0 0,1 0 0 0 0,0 1 0 0 0,-1-1 0 0 0,1 0 0 0 0,-2 8-1 0 0,3-9-4 0 0,1 0-1 0 0,-1 1 1 0 0,1-1-1 0 0,-1 0 1 0 0,1 1-1 0 0,0-1 0 0 0,0 0 1 0 0,1 1-1 0 0,-1-1 1 0 0,1 0-1 0 0,-1 0 0 0 0,1 1 1 0 0,0-1-1 0 0,0 0 1 0 0,1 0-1 0 0,-1 0 1 0 0,1 0-1 0 0,-1 0 0 0 0,1-1 1 0 0,0 1-1 0 0,0 0 1 0 0,0-1-1 0 0,0 1 0 0 0,1-1 1 0 0,-1 0-1 0 0,5 3 1 0 0,2 3-340 0 0,1-1 1 0 0,1-1-1 0 0,-1 0 1 0 0,1-1-1 0 0,0 0 0 0 0,0 0 1 0 0,17 4-1 0 0,-15-6-1300 0 0,0-1-1 0 0,1 0 1 0 0,23 0-1 0 0,-11-2-1335 0 0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11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541 185 560 0 0,'-7'-40'1835'0'0,"7"29"-1143"0"0,-1-1-1 0 0,-1 1 0 0 0,0 0 1 0 0,-1 0-1 0 0,0 0 0 0 0,0 0 1 0 0,-1 0-1 0 0,-1 1 1 0 0,0-1-1 0 0,0 1 0 0 0,-8-10 1 0 0,12 19-656 0 0,1 1 1 0 0,-1-1 0 0 0,1 1 0 0 0,-1-1-1 0 0,0 1 1 0 0,1 0 0 0 0,-1-1 0 0 0,0 1-1 0 0,1 0 1 0 0,-1 0 0 0 0,0 0 0 0 0,1-1-1 0 0,-1 1 1 0 0,0 0 0 0 0,0 0 0 0 0,1 0-1 0 0,-1 0 1 0 0,0 0 0 0 0,0 0 0 0 0,1 1-1 0 0,-1-1 1 0 0,0 0 0 0 0,1 0 0 0 0,-1 0-1 0 0,0 1 1 0 0,1-1 0 0 0,-1 0 0 0 0,0 1-1 0 0,1-1 1 0 0,-1 0 0 0 0,1 1 0 0 0,-1-1-1 0 0,0 1 1 0 0,1-1 0 0 0,-1 1 0 0 0,0 0-1 0 0,-16 21 249 0 0,-57 118 386 0 0,7 4-1 0 0,-79 241 1 0 0,22 17-462 0 0,118-386-291 0 0,0-7-1593 0 0,-17-29-8921 0 0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11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0 125 228 0 0,'7'-7'444'0'0,"-1"-1"-1"0"0,1 1 1 0 0,1 0-1 0 0,-1 1 1 0 0,1 0 0 0 0,0 0-1 0 0,1 1 1 0 0,-1-1 0 0 0,1 2-1 0 0,16-7 1 0 0,4 1-200 0 0,1 2 0 0 0,35-6 1 0 0,2 0-3312 0 0,-43 9 1505 0 0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12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1023 0 164 0 0,'2'0'77'0'0,"-1"0"0"0"0,1 0 0 0 0,-1 0 0 0 0,1 0 0 0 0,-1 1 1 0 0,1-1-1 0 0,-1 0 0 0 0,1 1 0 0 0,-1-1 0 0 0,0 1 0 0 0,1-1 0 0 0,-1 1 0 0 0,0-1 0 0 0,1 1 0 0 0,-1 0 1 0 0,0 0-1 0 0,0 0 0 0 0,1 0 0 0 0,-1 0 0 0 0,0 0 0 0 0,0 0 0 0 0,0 0 0 0 0,0 0 0 0 0,-1 1 0 0 0,1-1 0 0 0,0 0 1 0 0,0 0-1 0 0,-1 1 0 0 0,1-1 0 0 0,-1 1 0 0 0,1 1 0 0 0,17 47 684 0 0,-11-15-342 0 0,-2-1 0 0 0,-1 1 0 0 0,-2 0 0 0 0,-1 0 0 0 0,-6 55 0 0 0,-4-14 321 0 0,-25 101 1 0 0,14-110-324 0 0,-4 0 1 0 0,-2-1-1 0 0,-3-2 1 0 0,-41 68-1 0 0,34-66-137 0 0,-2-2 0 0 0,-3-1 0 0 0,-3-2-1 0 0,-3-2 1 0 0,-2-2 0 0 0,-2-3 0 0 0,-100 82-1 0 0,111-106-322 0 0,-1-1 0 0 0,-54 26 0 0 0,71-42-1072 0 0,0-2-1 0 0,-1-1 1 0 0,0-1-1 0 0,-1-1 1 0 0,-47 8-1 0 0,24-10-1634 0 0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19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1004 472 0 0,'-3'2'708'0'0,"-2"2"-386"0"0,1-1 0 0 0,-1 1 0 0 0,1 0 1 0 0,0 0-1 0 0,1 0 0 0 0,-1 1 0 0 0,1-1 0 0 0,0 1 0 0 0,0 0 0 0 0,0 0 1 0 0,0 0-1 0 0,1 0 0 0 0,0 0 0 0 0,0 1 0 0 0,1-1 0 0 0,-1 1 0 0 0,1-1 0 0 0,0 1 1 0 0,0 10-1 0 0,1-15-285 0 0,0 0 1 0 0,0 0 0 0 0,0 0 0 0 0,0 0 0 0 0,0 0-1 0 0,0 0 1 0 0,1 0 0 0 0,-1 0 0 0 0,0 0 0 0 0,0 0-1 0 0,1 0 1 0 0,-1 0 0 0 0,1 0 0 0 0,-1 0 0 0 0,1-1-1 0 0,-1 1 1 0 0,1 0 0 0 0,-1 0 0 0 0,1 0-1 0 0,0-1 1 0 0,-1 1 0 0 0,1 0 0 0 0,0-1 0 0 0,0 1-1 0 0,0-1 1 0 0,-1 1 0 0 0,1-1 0 0 0,1 1 0 0 0,1 0 23 0 0,-1-1 1 0 0,1 1 0 0 0,-1-1 0 0 0,1 0 0 0 0,-1 0 0 0 0,1 0-1 0 0,0 0 1 0 0,-1 0 0 0 0,1 0 0 0 0,4-2 0 0 0,56-22 500 0 0,-61 23-546 0 0,38-20 166 0 0,-1-2 0 0 0,-1-2 0 0 0,-1-1-1 0 0,56-52 1 0 0,-40 26-27 0 0,93-117 0 0 0,-123 137-127 0 0,-2-2 0 0 0,-1 0 1 0 0,-1-1-1 0 0,-2-1 1 0 0,-2-1-1 0 0,-1 0 1 0 0,-2-1-1 0 0,-2 0 0 0 0,9-63 1 0 0,-17 86-25 0 0,-1-1 0 0 0,0 0 1 0 0,-1 0-1 0 0,-1 0 0 0 0,-1 0 1 0 0,0 0-1 0 0,-1 1 0 0 0,-7-23 1 0 0,8 29-6 0 0,-1 2 0 0 0,0-1-1 0 0,-1 0 1 0 0,0 1 0 0 0,0-1 0 0 0,0 1 0 0 0,-1 0 0 0 0,0 0 0 0 0,-1 1 0 0 0,1 0 0 0 0,-1 0 0 0 0,-1 0 0 0 0,1 0 0 0 0,-1 1 0 0 0,0 0 0 0 0,0 1 0 0 0,-11-6 0 0 0,14 8-3 0 0,1 1 0 0 0,0 0 0 0 0,-1-1 0 0 0,1 2 0 0 0,-1-1 0 0 0,1 0 0 0 0,-1 1 0 0 0,1-1 0 0 0,-1 1 0 0 0,1 0 1 0 0,-1 1-1 0 0,1-1 0 0 0,-1 0 0 0 0,0 1 0 0 0,1 0 0 0 0,0 0 0 0 0,-1 0 0 0 0,1 0 0 0 0,-7 3 0 0 0,5 0 1 0 0,-1 0-1 0 0,1 1 0 0 0,-1-1 1 0 0,1 1-1 0 0,1 0 0 0 0,-1 0 1 0 0,1 0-1 0 0,0 1 0 0 0,-7 10 1 0 0,-3 12-5 0 0,2 0-1 0 0,0 0 1 0 0,-12 51 0 0 0,22-70 4 0 0,-15 58 4 0 0,3 1-1 0 0,-7 92 0 0 0,7 142 26 0 0,4-64 37 0 0,7-49 59 0 0,3-189-116 0 0,0 0 0 0 0,0 1 0 0 0,0-1 0 0 0,0 0 0 0 0,0 1 0 0 0,0-1 0 0 0,0 0 0 0 0,0 1 1 0 0,0-1-1 0 0,0 0 0 0 0,0 0 0 0 0,0 1 0 0 0,1-1 0 0 0,-1 0 0 0 0,0 1 0 0 0,0-1 0 0 0,0 0 0 0 0,0 1 0 0 0,1-1 1 0 0,-1 0-1 0 0,0 0 0 0 0,0 0 0 0 0,0 1 0 0 0,1-1 0 0 0,-1 0 0 0 0,0 0 0 0 0,0 1 0 0 0,1-1 0 0 0,-1 0 0 0 0,0 0 1 0 0,1 0-1 0 0,-1 0 0 0 0,0 0 0 0 0,1 0 0 0 0,-1 0 0 0 0,0 1 0 0 0,1-1 0 0 0,-1 0 0 0 0,0 0 0 0 0,0 0 0 0 0,1 0 1 0 0,-1 0-1 0 0,0 0 0 0 0,1 0 0 0 0,-1-1 0 0 0,0 1 0 0 0,1 0 0 0 0,-1 0 0 0 0,0 0 0 0 0,1 0 0 0 0,-1 0 0 0 0,14-8 115 0 0,-13 8-139 0 0,28-19 80 0 0,7-5 7 0 0,42-21-1 0 0,-63 38-61 0 0,0 1 0 0 0,0 0-1 0 0,0 1 1 0 0,1 1-1 0 0,0 1 1 0 0,20-3-1 0 0,-6 4 4 0 0,-1 0 0 0 0,1-3 0 0 0,-1 0 0 0 0,0-2 0 0 0,-1-1 0 0 0,0-1 0 0 0,0-2 0 0 0,27-14-1 0 0,82-71 46 0 0,-136 95-64 0 0,1 4-32 0 0,0 0 42 0 0,-1-1-1 0 0,0 1 1 0 0,1 0-1 0 0,-1 0 1 0 0,0 0-1 0 0,0 0 1 0 0,-1 0 0 0 0,1 0-1 0 0,-1 0 1 0 0,1 0-1 0 0,-1 4 1 0 0,3 13-1 0 0,-1-16 5 0 0,-1 0 0 0 0,1 0 0 0 0,-1-1 0 0 0,1 1 0 0 0,0 0 1 0 0,0-1-1 0 0,1 1 0 0 0,-1-1 0 0 0,1 1 0 0 0,0-1 0 0 0,0 0 0 0 0,0 0 1 0 0,0-1-1 0 0,0 1 0 0 0,1-1 0 0 0,-1 1 0 0 0,1-1 0 0 0,0 0 0 0 0,0 0 1 0 0,0-1-1 0 0,-1 1 0 0 0,1-1 0 0 0,1 0 0 0 0,-1 0 0 0 0,0 0 0 0 0,0 0 1 0 0,0-1-1 0 0,0 0 0 0 0,1 0 0 0 0,-1 0 0 0 0,0 0 0 0 0,0-1 0 0 0,0 1 1 0 0,1-1-1 0 0,-1 0 0 0 0,0-1 0 0 0,6-2 0 0 0,-8 3 9 0 0,0 0 0 0 0,0-1 0 0 0,0 1 0 0 0,0-1 0 0 0,0 0 0 0 0,-1 0 1 0 0,1 1-1 0 0,-1-1 0 0 0,1 0 0 0 0,-1 0 0 0 0,0-1 0 0 0,1 1 0 0 0,-1 0 0 0 0,0 0 0 0 0,-1 0 0 0 0,1-1 0 0 0,0 1 0 0 0,-1 0 0 0 0,1-1 0 0 0,-1 1 0 0 0,0-1 0 0 0,0 1 0 0 0,1-1 0 0 0,-2 1 1 0 0,1 0-1 0 0,0-1 0 0 0,0 1 0 0 0,-2-3 0 0 0,1-1 26 0 0,0 0 1 0 0,-1 1-1 0 0,0-1 1 0 0,0 1-1 0 0,0-1 1 0 0,-1 1 0 0 0,0 0-1 0 0,0 0 1 0 0,-7-8-1 0 0,9 12-29 0 0,-1 1-50 0 0,0 0 1 0 0,0 0-1 0 0,0 0 1 0 0,0 1-1 0 0,0-1 1 0 0,0 1 0 0 0,0-1-1 0 0,0 1 1 0 0,1 0-1 0 0,-1 0 1 0 0,0 0 0 0 0,0 0-1 0 0,0 0 1 0 0,1 0-1 0 0,-4 3 1 0 0,0 15-1328 0 0,3 12-4923 0 0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19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23 12 0 0,'0'0'995'0'0,"-3"-22"8091"0"0,0 35-8852 0 0,0 0 0 0 0,0 1 0 0 0,1-1 0 0 0,0 19 0 0 0,2-29-206 0 0,0 0 1 0 0,0-1-1 0 0,0 1 1 0 0,0 0-1 0 0,0 0 1 0 0,1-1-1 0 0,-1 1 1 0 0,1 0-1 0 0,-1-1 1 0 0,1 1-1 0 0,0-1 1 0 0,0 1 0 0 0,0-1-1 0 0,1 1 1 0 0,-1-1-1 0 0,1 0 1 0 0,-1 0-1 0 0,1 1 1 0 0,0-1-1 0 0,0 0 1 0 0,-1-1-1 0 0,1 1 1 0 0,1 0-1 0 0,-1 0 1 0 0,0-1 0 0 0,0 1-1 0 0,1-1 1 0 0,-1 0-1 0 0,1 0 1 0 0,-1 0-1 0 0,5 1 1 0 0,-5-1 9 0 0,40-12 116 0 0,17-21-14 0 0,-58 31-135 0 0,1 0-5 0 0,-2 1-2 0 0,0-1 1 0 0,0 1-1 0 0,0 0 1 0 0,0 0-1 0 0,0 0 1 0 0,0 0-1 0 0,0-1 1 0 0,0 1-1 0 0,0 0 1 0 0,0 0 0 0 0,0 0-1 0 0,0 0 1 0 0,0 0-1 0 0,0-1 1 0 0,0 1-1 0 0,0 0 1 0 0,1 0-1 0 0,-1 0 1 0 0,0 0-1 0 0,0 0 1 0 0,0 0 0 0 0,0-1-1 0 0,0 1 1 0 0,0 0-1 0 0,1 0 1 0 0,-1 0-1 0 0,0 0 1 0 0,0 0-1 0 0,0 0 1 0 0,0 0-1 0 0,0 0 1 0 0,1 0 0 0 0,-1 0-1 0 0,0 0 1 0 0,0 0-1 0 0,0 0 1 0 0,0 0-1 0 0,1 0 1 0 0,-1 0-1 0 0,0 0 1 0 0,0 0-1 0 0,0 0 1 0 0,0 0-1 0 0,1 0 1 0 0,-1 0 0 0 0,0 0-1 0 0,0 0 1 0 0,0 0-1 0 0,0 0 1 0 0,1 0-1 0 0,-1 0 1 0 0,0 1-1 0 0,0-1 1 0 0,0 0-1 0 0,-5 63-20 0 0,5-62 24 0 0,0-1 0 0 0,0 1 0 0 0,0 0 0 0 0,0 0 0 0 0,0 0 0 0 0,0-1 0 0 0,0 1 0 0 0,0 0 0 0 0,0 0 0 0 0,1 0 0 0 0,-1-1 0 0 0,0 1 0 0 0,0 0 0 0 0,1 0 0 0 0,-1-1 0 0 0,0 1 0 0 0,1 0 0 0 0,-1-1 0 0 0,1 1 0 0 0,-1 0 0 0 0,1-1 0 0 0,-1 1 0 0 0,1-1 0 0 0,-1 1 0 0 0,1-1 0 0 0,0 1 0 0 0,-1-1 0 0 0,1 1 0 0 0,0-1 0 0 0,-1 1 0 0 0,1-1 0 0 0,0 0 1 0 0,0 1-1 0 0,-1-1 0 0 0,1 0 0 0 0,0 0 0 0 0,0 0 0 0 0,0 0 0 0 0,-1 0 0 0 0,1 0 0 0 0,0 0 0 0 0,0 0 0 0 0,0 0 0 0 0,-1 0 0 0 0,1 0 0 0 0,0 0 0 0 0,0 0 0 0 0,0-1 0 0 0,-1 1 0 0 0,1 0 0 0 0,1-1 0 0 0,38-11 25 0 0,-23 4-52 0 0,0 1-1 0 0,0 2 1 0 0,1-1 0 0 0,0 2 0 0 0,0 1-1 0 0,34-3 1 0 0,-50 6 4 0 0,-1 0 16 0 0,0 1-1 0 0,0-1 0 0 0,0 1 0 0 0,0 0 1 0 0,0-1-1 0 0,0 1 0 0 0,-1 0 0 0 0,1 0 0 0 0,0-1 1 0 0,0 1-1 0 0,-1 0 0 0 0,1 0 0 0 0,0 0 1 0 0,-1 0-1 0 0,1 0 0 0 0,-1 0 0 0 0,1 0 0 0 0,-1 0 1 0 0,0 0-1 0 0,1 2 0 0 0,-1-2 4 0 0,0-1-1 0 0,0 1 1 0 0,0 0 0 0 0,0-1-1 0 0,1 1 1 0 0,-1 0 0 0 0,0 0-1 0 0,0-1 1 0 0,1 1 0 0 0,-1-1-1 0 0,0 1 1 0 0,1 0 0 0 0,-1-1-1 0 0,1 1 1 0 0,-1-1 0 0 0,1 1-1 0 0,-1 0 1 0 0,1-1 0 0 0,-1 0-1 0 0,1 1 1 0 0,-1-1 0 0 0,1 1-1 0 0,0-1 1 0 0,-1 0 0 0 0,1 1-1 0 0,0-1 1 0 0,-1 0 0 0 0,1 0-1 0 0,0 1 1 0 0,-1-1 0 0 0,1 0-1 0 0,0 0 1 0 0,0 0 0 0 0,-1 0-1 0 0,1 0 1 0 0,0 0 0 0 0,0 0-1 0 0,6-2 36 0 0,-1 0 0 0 0,1-1-1 0 0,-1 0 1 0 0,0 0-1 0 0,0 0 1 0 0,0-1 0 0 0,0 0-1 0 0,0 0 1 0 0,-1 0-1 0 0,0-1 1 0 0,0 0 0 0 0,0 0-1 0 0,-1 0 1 0 0,1-1-1 0 0,-1 1 1 0 0,0-1 0 0 0,4-9-1 0 0,-8 14 633 0 0,1-6-479 0 0,-1 5-119 0 0,1 6 359 0 0,0 3-637 0 0,1 0 0 0 0,-1 0 0 0 0,1 0 1 0 0,0 0-1 0 0,6 12 0 0 0,-5-14-790 0 0,0-1 1 0 0,-1 0-1 0 0,1 0 0 0 0,0 0 1 0 0,1 0-1 0 0,6 6 0 0 0,1-1-2258 0 0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20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754 136 236 0 0,'-3'-38'3359'0'0,"-1"26"-2481"0"0,-1 1 1 0 0,0 0-1 0 0,-1 0 0 0 0,0 0 0 0 0,-1 1 1 0 0,-11-14-1 0 0,17 23-838 0 0,0 0 1 0 0,0 0-1 0 0,0 1 0 0 0,-1-1 1 0 0,1 0-1 0 0,0 1 0 0 0,0-1 0 0 0,-1 1 1 0 0,1 0-1 0 0,-1-1 0 0 0,1 1 1 0 0,0 0-1 0 0,-1 0 0 0 0,1 0 1 0 0,0 0-1 0 0,-1 0 0 0 0,1 0 1 0 0,-1 0-1 0 0,1 0 0 0 0,0 0 1 0 0,-1 1-1 0 0,1-1 0 0 0,0 1 1 0 0,-3 0-1 0 0,-32 17 344 0 0,34-16-327 0 0,-47 31 245 0 0,2 3 1 0 0,1 1 0 0 0,2 2-1 0 0,2 2 1 0 0,-67 85 0 0 0,71-77-185 0 0,2 2 1 0 0,2 1-1 0 0,2 2 1 0 0,3 1-1 0 0,2 2 1 0 0,-23 71-1 0 0,40-96-79 0 0,1 0-1 0 0,1 0 0 0 0,2 0 1 0 0,1 1-1 0 0,2 0 0 0 0,1-1 1 0 0,2 1-1 0 0,1 0 0 0 0,1 0 1 0 0,2 0-1 0 0,1 0 0 0 0,2-1 1 0 0,17 49-1 0 0,-9-49-24 0 0,1-1 0 0 0,2 0 1 0 0,2-1-1 0 0,0-1 0 0 0,2-1 0 0 0,28 28 0 0 0,-16-20-197 0 0,2-2-1 0 0,1-2 0 0 0,1-1 1 0 0,1-2-1 0 0,65 36 0 0 0,-41-32-2248 0 0,2-3 0 0 0,126 40 0 0 0,-94-44-987 0 0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25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41 212 0 0,'-2'-41'4524'0'0,"2"41"-4489"0"0,0 1 0 0 0,0-1 0 0 0,0 0-1 0 0,0 0 1 0 0,0 0 0 0 0,0 0 0 0 0,0 0-1 0 0,0 0 1 0 0,0 0 0 0 0,0 0 0 0 0,0 0-1 0 0,0 0 1 0 0,-1 0 0 0 0,1 0 0 0 0,0 0-1 0 0,0 0 1 0 0,0 0 0 0 0,0 0 0 0 0,0 0-1 0 0,0 0 1 0 0,0 1 0 0 0,0-1 0 0 0,0 0-1 0 0,0 0 1 0 0,0 0 0 0 0,0 0 0 0 0,0 0 0 0 0,-1 0-1 0 0,1 0 1 0 0,0 0 0 0 0,0 0 0 0 0,0 0-1 0 0,0 0 1 0 0,0 0 0 0 0,0 0 0 0 0,0 0-1 0 0,0-1 1 0 0,0 1 0 0 0,0 0 0 0 0,0 0-1 0 0,0 0 1 0 0,-1 0 0 0 0,1 0 0 0 0,0 0-1 0 0,0 0 1 0 0,0 0 0 0 0,0 0 0 0 0,0 0-1 0 0,0 0 1 0 0,0 0 0 0 0,0 0 0 0 0,0 0-1 0 0,0 0 1 0 0,0 0 0 0 0,0-1 0 0 0,-6 22 149 0 0,-9 66 781 0 0,-6 163 1 0 0,16-160-654 0 0,-4 129 324 0 0,6-203 366 0 0,-5-28-555 0 0,-12-53-394 0 0,7 25 77 0 0,11 34-124 0 0,-1-1 0 0 0,0 1 0 0 0,0 0 0 0 0,0 1 0 0 0,-1-1 0 0 0,0 1 0 0 0,0-1 0 0 0,-9-8 0 0 0,11 13-8 0 0,0-1 0 0 0,0 1 0 0 0,0 0 0 0 0,1 0-1 0 0,-1 0 1 0 0,0 0 0 0 0,0 0 0 0 0,0 1 0 0 0,-1-1 0 0 0,1 1-1 0 0,0-1 1 0 0,0 1 0 0 0,0 0 0 0 0,0 0 0 0 0,0 0 0 0 0,-1 0-1 0 0,1 0 1 0 0,0 0 0 0 0,0 0 0 0 0,0 1 0 0 0,0-1 0 0 0,0 1 0 0 0,-1 0-1 0 0,1 0 1 0 0,0-1 0 0 0,1 1 0 0 0,-1 0 0 0 0,0 1 0 0 0,0-1-1 0 0,0 0 1 0 0,-2 3 0 0 0,1-2 2 0 0,0 1-1 0 0,0-1 1 0 0,0 1-1 0 0,0-1 1 0 0,1 1-1 0 0,-1 0 1 0 0,1 0-1 0 0,0 0 1 0 0,0 0-1 0 0,0 1 1 0 0,0-1-1 0 0,0 0 1 0 0,1 1-1 0 0,0 0 1 0 0,-1-1 0 0 0,1 1-1 0 0,1 0 1 0 0,-1-1-1 0 0,0 1 1 0 0,1 0-1 0 0,0 0 1 0 0,0-1-1 0 0,0 1 1 0 0,0 0-1 0 0,2 5 1 0 0,-1-4 2 0 0,1-1-1 0 0,0 1 1 0 0,0-1 0 0 0,0 0 0 0 0,0 0 0 0 0,1 1-1 0 0,-1-1 1 0 0,1-1 0 0 0,0 1 0 0 0,1 0 0 0 0,-1-1-1 0 0,0 0 1 0 0,1 1 0 0 0,0-1 0 0 0,0-1-1 0 0,0 1 1 0 0,0-1 0 0 0,0 1 0 0 0,1-1 0 0 0,7 3-1 0 0,11 2-12 0 0,-1-1 0 0 0,1-1-1 0 0,0-1 1 0 0,1-1 0 0 0,-1-1 0 0 0,1-1-1 0 0,-1-1 1 0 0,31-4 0 0 0,-6-2-69 0 0,0-3 0 0 0,0-2 0 0 0,47-18 0 0 0,-76 23 44 0 0,-1-2 1 0 0,0 0-1 0 0,-1-1 1 0 0,0-1-1 0 0,26-19 1 0 0,-42 28 36 0 0,-2 2-47 0 0,-1-1 47 0 0,1 1-1 0 0,0 0 1 0 0,0 0-1 0 0,0 0 1 0 0,-1 0-1 0 0,1-1 1 0 0,0 1-1 0 0,0 1 1 0 0,1-1-1 0 0,-1 0 1 0 0,0 0-1 0 0,0 0 1 0 0,0 0-1 0 0,1 1 1 0 0,-2 1-1 0 0,2-2 1 0 0,-1 0 0 0 0,1 0 0 0 0,0 0-1 0 0,-1 0 1 0 0,1 0 0 0 0,0 0 0 0 0,0-1 0 0 0,0 1 0 0 0,-1 0-1 0 0,1 0 1 0 0,0 0 0 0 0,0 0 0 0 0,0 0 0 0 0,1 0 0 0 0,-1 0-1 0 0,0 0 1 0 0,0 0 0 0 0,1 1 0 0 0,1 1 1 0 0,0 0 0 0 0,1 0 0 0 0,-1 0-1 0 0,1-1 1 0 0,-1 1 0 0 0,1-1 0 0 0,0 0 0 0 0,0 1 0 0 0,0-1 0 0 0,1-1 0 0 0,-1 1 0 0 0,0 0-1 0 0,1-1 1 0 0,-1 0 0 0 0,1 1 0 0 0,-1-1 0 0 0,1-1 0 0 0,0 1 0 0 0,-1 0 0 0 0,1-1-1 0 0,5 0 1 0 0,-5 1 1 0 0,1-1 0 0 0,-1 1-1 0 0,0-1 1 0 0,1 0 0 0 0,-1-1 0 0 0,0 1-1 0 0,9-3 1 0 0,-11 3-2 0 0,-1-1 1 0 0,0 1-1 0 0,1-1 0 0 0,-1 0 1 0 0,0 0-1 0 0,1 0 0 0 0,-1 0 1 0 0,0 0-1 0 0,0 0 0 0 0,0 0 0 0 0,0 0 1 0 0,0 0-1 0 0,0-1 0 0 0,0 1 1 0 0,0 0-1 0 0,-1-1 0 0 0,2-1 1 0 0,-1 1-1 0 0,0-1 1 0 0,-1 1 0 0 0,1-1-1 0 0,0 1 1 0 0,-1-1 0 0 0,0 0 0 0 0,1 1-1 0 0,-1-1 1 0 0,0 1 0 0 0,0-1-1 0 0,-1 0 1 0 0,1 1 0 0 0,-1-1 0 0 0,1 1-1 0 0,-1-1 1 0 0,0 1 0 0 0,0-1-1 0 0,0 1 1 0 0,0-1 0 0 0,0 1-1 0 0,-3-4 1 0 0,3 5-3 0 0,-3-5 2 0 0,0 1 1 0 0,-1 0 0 0 0,1 0 0 0 0,-1 0 0 0 0,0 1-1 0 0,-1 0 1 0 0,1 0 0 0 0,-1 0 0 0 0,0 1-1 0 0,-7-4 1 0 0,0-1-9 0 0,11 7 3 0 0,-13-8-41 0 0,7 4 14 0 0,10 3 19 0 0,54 7 20 0 0,1-2 0 0 0,0-3 0 0 0,0-2 0 0 0,73-12 0 0 0,70-10 52 0 0,-197 24-60 0 0,2-2 22 0 0,-2 1-17 0 0,-6 2 18 0 0,-2-1-25 0 0,2 0 1 0 0,1 0-1 0 0,0 0 1 0 0,0 0 0 0 0,0 1 0 0 0,0-1 0 0 0,0 0 0 0 0,0 1 0 0 0,0 0-1 0 0,0-1 1 0 0,0 1 0 0 0,1 0 0 0 0,-1 0 0 0 0,0 0 0 0 0,0 0 0 0 0,1 0-1 0 0,-3 2 1 0 0,2-1 4 0 0,0 0-1 0 0,0 0 1 0 0,0 0-1 0 0,0 0 0 0 0,0 0 1 0 0,0 0-1 0 0,1 1 1 0 0,-1-1-1 0 0,1 0 1 0 0,0 1-1 0 0,0 0 0 0 0,0-1 1 0 0,0 1-1 0 0,0 0 1 0 0,0-1-1 0 0,1 1 1 0 0,-1 0-1 0 0,1 0 1 0 0,0-1-1 0 0,0 1 0 0 0,0 0 1 0 0,0 0-1 0 0,0 0 1 0 0,1 0-1 0 0,-1-1 1 0 0,1 1-1 0 0,0 0 0 0 0,-1-1 1 0 0,1 1-1 0 0,1 0 1 0 0,-1-1-1 0 0,0 1 1 0 0,3 3-1 0 0,1-1 7 0 0,-1 0 0 0 0,1-1-1 0 0,0 1 1 0 0,1-1 0 0 0,-1 0 0 0 0,1-1-1 0 0,-1 1 1 0 0,1-1 0 0 0,0 0 0 0 0,0 0 0 0 0,11 2-1 0 0,-9-2 2 0 0,1-1-1 0 0,-1-1 1 0 0,1 0-1 0 0,0 0 1 0 0,-1 0-1 0 0,1-1 1 0 0,11-1-1 0 0,-18-1-7 0 0,0 0 0 0 0,-1 0 0 0 0,1 0 0 0 0,0-1 0 0 0,0 1 0 0 0,-1 0 0 0 0,0 0 0 0 0,1-1 0 0 0,-1 1 0 0 0,0-1 0 0 0,0 0 0 0 0,0 1 0 0 0,-1-1-1 0 0,1 0 1 0 0,0 1 0 0 0,-1-1 0 0 0,0 0 0 0 0,0 0 0 0 0,0 1 0 0 0,0-4 0 0 0,-3-10 3 0 0,3 13-2 0 0,-1 0-1 0 0,1 1 0 0 0,-1-1 0 0 0,1 0 0 0 0,0 0 0 0 0,0 1 1 0 0,0-1-1 0 0,0 0 0 0 0,1 0 0 0 0,-1 1 0 0 0,1-1 0 0 0,0 0 0 0 0,-1 1 1 0 0,1-1-1 0 0,0 0 0 0 0,1 1 0 0 0,-1-1 0 0 0,0 1 0 0 0,1 0 0 0 0,-1-1 1 0 0,5-3-1 0 0,-4 3-5 0 0,0 1 1 0 0,1-1 0 0 0,0 0 0 0 0,0 1-1 0 0,-1 0 1 0 0,1 0 0 0 0,0-1-1 0 0,1 2 1 0 0,-1-1 0 0 0,0 0-1 0 0,1 1 1 0 0,-1-1 0 0 0,1 1 0 0 0,-1 0-1 0 0,1 0 1 0 0,-1 1 0 0 0,1-1-1 0 0,0 1 1 0 0,-1 0 0 0 0,1-1-1 0 0,0 2 1 0 0,-1-1 0 0 0,1 0 0 0 0,0 1-1 0 0,-1 0 1 0 0,1-1 0 0 0,4 3-1 0 0,0 0 1 0 0,0 0 0 0 0,1 0 0 0 0,-1 1-1 0 0,0 0 1 0 0,-1 0 0 0 0,1 1 0 0 0,-1 0 0 0 0,0 0-1 0 0,0 1 1 0 0,6 7 0 0 0,8 15-27 0 0,14 16 110 0 0,-34-43 24 0 0,3-2-96 0 0,-1-1 0 0 0,0 0 0 0 0,1-1 1 0 0,-1 1-1 0 0,0 0 0 0 0,-1-1 0 0 0,1 0 1 0 0,0 1-1 0 0,-1-1 0 0 0,1 0 0 0 0,1-4 0 0 0,9-8 45 0 0,24-24-202 0 0,-28 28 168 0 0,0 1-1 0 0,1 1 1 0 0,0 0 0 0 0,11-9 0 0 0,-17 16-681 0 0,0 0-1 0 0,0-1 1 0 0,0 1 0 0 0,0 1 0 0 0,1-1 0 0 0,-1 0 0 0 0,1 1-1 0 0,-1 0 1 0 0,7-1 0 0 0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25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5 1308 0 0,'3'-5'8293'0'0,"1"19"-8073"0"0,0 0 0 0 0,-1 0 0 0 0,0 0 0 0 0,-1 0 0 0 0,0 0 0 0 0,-2 1 0 0 0,1-1 0 0 0,-2 0 0 0 0,0 0 1 0 0,0 1-1 0 0,-2-1 0 0 0,-3 15 0 0 0,-5 11-125 0 0,-1 0 0 0 0,-2-2 0 0 0,-21 43 0 0 0,25-64-673 0 0,1 0 0 0 0,-25 29 0 0 0,-7 3-5545 0 0,28-38 3318 0 0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0.4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70 162 408 0 0,'0'-25'1890'0'0,"0"23"-1334"0"0,0-13 446 0 0,0 8-262 0 0,1 10 961 0 0,9 320-707 0 0,-10-256-840 0 0,-3-32 855 0 0,2-35-963 0 0,0 0-1 0 0,1 0 0 0 0,-1 0 0 0 0,0 0 0 0 0,1 0 1 0 0,-1 0-1 0 0,0 0 0 0 0,0 0 0 0 0,1 0 0 0 0,-1 0 1 0 0,0 0-1 0 0,1-1 0 0 0,-1 1 0 0 0,0 0 0 0 0,1-1 1 0 0,-1 1-1 0 0,1 0 0 0 0,-1-1 0 0 0,0 1 0 0 0,1-1 1 0 0,-1 1-1 0 0,1-1 0 0 0,-1 1 0 0 0,1-1 0 0 0,0 1 1 0 0,-1-1-1 0 0,1 0 0 0 0,-1 1 0 0 0,1-1 0 0 0,-1-1 1 0 0,-3-3 4 0 0,0-1 1 0 0,-1 0 0 0 0,2 0-1 0 0,-1 0 1 0 0,1 0 0 0 0,0-1-1 0 0,0 1 1 0 0,1-1 0 0 0,-3-8 0 0 0,-10-63 171 0 0,15 72-205 0 0,-4-20 24 0 0,2-2 1 0 0,1 1 0 0 0,1 0-1 0 0,1 0 1 0 0,7-40-1 0 0,-7 58-37 0 0,1-1 0 0 0,0 0 0 0 0,1 1 0 0 0,0-1 0 0 0,1 1 0 0 0,0 0 0 0 0,0 0-1 0 0,1 1 1 0 0,0-1 0 0 0,0 1 0 0 0,1 0 0 0 0,0 0 0 0 0,1 1 0 0 0,-1 0 0 0 0,2 0-1 0 0,-1 0 1 0 0,1 1 0 0 0,10-7 0 0 0,-16 12-6 0 0,-1 0 0 0 0,1 0 0 0 0,-1 0-1 0 0,1 0 1 0 0,0 0 0 0 0,-1 0 0 0 0,1 0 0 0 0,0 1 0 0 0,0-1-1 0 0,-1 1 1 0 0,1-1 0 0 0,0 1 0 0 0,0 0 0 0 0,0 0 0 0 0,0 0 0 0 0,0 0-1 0 0,-1 0 1 0 0,1 0 0 0 0,0 0 0 0 0,0 1 0 0 0,0-1 0 0 0,0 0-1 0 0,-1 1 1 0 0,1 0 0 0 0,0-1 0 0 0,0 1 0 0 0,-1 0 0 0 0,1 0 0 0 0,-1 0-1 0 0,1 0 1 0 0,-1 0 0 0 0,3 3 0 0 0,-2-1 1 0 0,0 0 0 0 0,-1 0 1 0 0,1 1-1 0 0,-1-1 0 0 0,1 1 0 0 0,-1-1 1 0 0,0 1-1 0 0,-1-1 0 0 0,1 1 0 0 0,-1 0 0 0 0,1-1 1 0 0,-1 1-1 0 0,0 0 0 0 0,-1-1 0 0 0,0 5 1 0 0,-3 8-7 0 0,-2 0 1 0 0,-12 28 0 0 0,-5 11-29 0 0,23-51 36 0 0,0 0 0 0 0,0 0 0 0 0,0 0 0 0 0,1 0 0 0 0,-1 0-1 0 0,1 0 1 0 0,0 0 0 0 0,0 0 0 0 0,1 0 0 0 0,-1-1 0 0 0,1 1 0 0 0,0 0-1 0 0,-1-1 1 0 0,2 1 0 0 0,3 5 0 0 0,41 44 14 0 0,-21-31-48 0 0,2 0 0 0 0,0-3 1 0 0,2 0-1 0 0,0-2 0 0 0,1-1 0 0 0,43 16 0 0 0,-57-24-109 0 0,-9-5-137 0 0,0-1-1 0 0,0 0 1 0 0,0 0 0 0 0,0-1 0 0 0,0 0-1 0 0,0-1 1 0 0,9 0 0 0 0,29-6-4365 0 0,-38 3 2637 0 0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0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46 448 0 0,'6'-37'4058'0'0,"-6"37"-4015"0"0,0-1 0 0 0,0 1 0 0 0,0 0 0 0 0,0-1-1 0 0,0 1 1 0 0,0 0 0 0 0,0-1 0 0 0,0 1-1 0 0,0 0 1 0 0,0-1 0 0 0,0 1 0 0 0,-1 0 0 0 0,1 0-1 0 0,0-1 1 0 0,0 1 0 0 0,0 0 0 0 0,0-1 0 0 0,-1 1-1 0 0,1 0 1 0 0,0 0 0 0 0,0 0 0 0 0,0-1 0 0 0,-1 1-1 0 0,1 0 1 0 0,0 0 0 0 0,0 0 0 0 0,-1-1-1 0 0,1 1 1 0 0,0 0 0 0 0,-1 0 0 0 0,1 0 0 0 0,0 0-1 0 0,-1 0 1 0 0,1 0 0 0 0,0 0 0 0 0,0 0 0 0 0,-1 0-1 0 0,1 0 1 0 0,0 0 0 0 0,-1 0 0 0 0,1 0-1 0 0,0 0 1 0 0,-1 0 0 0 0,1 0 0 0 0,0 0 0 0 0,-1 0-1 0 0,1 0 1 0 0,0 0 0 0 0,-1 0 0 0 0,1 0 0 0 0,0 1-1 0 0,0-1 1 0 0,-1 0 0 0 0,1 0 0 0 0,0 1-1 0 0,-23 21 649 0 0,16-12-574 0 0,0 1 1 0 0,0-1-1 0 0,-8 20 1 0 0,13-23-63 0 0,0-1 0 0 0,1 1 1 0 0,0 0-1 0 0,0-1 0 0 0,0 1 1 0 0,1 0-1 0 0,0-1 1 0 0,1 9-1 0 0,0-12-34 0 0,-1 0-1 0 0,1 0 1 0 0,-1-1 0 0 0,1 1-1 0 0,0 0 1 0 0,0-1 0 0 0,0 1-1 0 0,0-1 1 0 0,0 1 0 0 0,0-1-1 0 0,1 1 1 0 0,0-1 0 0 0,-1 0-1 0 0,1 0 1 0 0,0 0 0 0 0,0 0-1 0 0,0 0 1 0 0,0 0-1 0 0,0 0 1 0 0,1-1 0 0 0,-1 1-1 0 0,3 1 1 0 0,-3-3-15 0 0,-1 1 1 0 0,1 0-1 0 0,-1-1 0 0 0,1 1 1 0 0,-1-1-1 0 0,1 0 0 0 0,0 1 0 0 0,-1-1 1 0 0,1 0-1 0 0,-1 0 0 0 0,1 0 1 0 0,0 0-1 0 0,-1 0 0 0 0,1-1 1 0 0,-1 1-1 0 0,1 0 0 0 0,0-1 0 0 0,-1 1 1 0 0,1-1-1 0 0,-1 0 0 0 0,1 1 1 0 0,-1-1-1 0 0,0 0 0 0 0,1 0 0 0 0,-1 0 1 0 0,0 0-1 0 0,1 0 0 0 0,-1 0 1 0 0,0 0-1 0 0,0-1 0 0 0,0 1 0 0 0,0 0 1 0 0,0-1-1 0 0,0 1 0 0 0,-1 0 1 0 0,1-1-1 0 0,0 1 0 0 0,-1-1 1 0 0,1 1-1 0 0,-1-1 0 0 0,1 0 0 0 0,-1 1 1 0 0,0-1-1 0 0,0 1 0 0 0,0-3 1 0 0,2-3 3 0 0,-1 1 1 0 0,-1-1 0 0 0,1 1 0 0 0,-1-1-1 0 0,0 0 1 0 0,-1 1 0 0 0,1-1-1 0 0,-1 0 1 0 0,-3-9 0 0 0,3 15-447 0 0,-3-11 1348 0 0,2 4-7417 0 0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1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10 444 0 0,'0'0'3128'0'0,"-3"4"-2735"0"0,2-2-347 0 0,0-1 0 0 0,0 1 0 0 0,0-1 0 0 0,0 1 1 0 0,0-1-1 0 0,1 1 0 0 0,-1-1 0 0 0,1 1 0 0 0,-1 0 0 0 0,1-1 0 0 0,0 1 0 0 0,0 0 0 0 0,0-1 0 0 0,0 1 0 0 0,0 0 1 0 0,0 0-1 0 0,0-1 0 0 0,0 1 0 0 0,1 0 0 0 0,-1-1 0 0 0,0 1 0 0 0,1 0 0 0 0,0-1 0 0 0,-1 1 0 0 0,1-1 1 0 0,0 1-1 0 0,0-1 0 0 0,0 1 0 0 0,0-1 0 0 0,0 0 0 0 0,0 1 0 0 0,0-1 0 0 0,0 0 0 0 0,1 0 0 0 0,-1 0 1 0 0,0 0-1 0 0,1 0 0 0 0,-1 0 0 0 0,1 0 0 0 0,-1-1 0 0 0,1 1 0 0 0,2 1 0 0 0,-1 0 30 0 0,0 0-1 0 0,0 0 1 0 0,1 0-1 0 0,-1-1 1 0 0,1 1-1 0 0,-1-1 1 0 0,1 1-1 0 0,0-1 1 0 0,0 0-1 0 0,-1-1 1 0 0,1 1-1 0 0,0-1 0 0 0,4 1 1 0 0,-5-2 121 0 0,-2 1-173 0 0,0-1-1 0 0,0 0 1 0 0,0 0-1 0 0,0 0 1 0 0,-1 1-1 0 0,1-1 1 0 0,0 0-1 0 0,0 0 1 0 0,-1 0-1 0 0,1 0 1 0 0,0 0-1 0 0,-1 0 1 0 0,1-1-1 0 0,-1 1 1 0 0,0 0-1 0 0,1 0 1 0 0,-1 0-1 0 0,0 0 1 0 0,0-1-1 0 0,1 1 1 0 0,-1 0-1 0 0,0 0 1 0 0,-1-2-1 0 0,-18-44 243 0 0,18 46-331 0 0,5-10-1514 0 0,0 8-1722 0 0,7-1 1563 0 0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1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153 121 768 0 0,'-1'-4'748'0'0,"1"-4"-221"0"0,-1 0-1 0 0,0 0 1 0 0,-1 0-1 0 0,0 0 0 0 0,-1 0 1 0 0,1 1-1 0 0,-1-1 1 0 0,-1 1-1 0 0,1-1 1 0 0,-1 1-1 0 0,-1 1 1 0 0,-9-14-1 0 0,13 19-157 0 0,1 1-346 0 0,-1 0 0 0 0,1-1-1 0 0,0 1 1 0 0,-1 0-1 0 0,1-1 1 0 0,0 1 0 0 0,-1 0-1 0 0,1-1 1 0 0,0 1-1 0 0,-1 0 1 0 0,1 0-1 0 0,-1-1 1 0 0,1 1 0 0 0,-1 0-1 0 0,1 0 1 0 0,0 0-1 0 0,-1 0 1 0 0,1-1-1 0 0,-1 1 1 0 0,1 0 0 0 0,-1 0-1 0 0,1 0 1 0 0,-1 0-1 0 0,1 0 1 0 0,-1 0 0 0 0,1 0-1 0 0,-1 0 1 0 0,1 1-1 0 0,-1-1 1 0 0,1 0-1 0 0,-1 0 1 0 0,1 0 0 0 0,0 0-1 0 0,-1 1 1 0 0,1-1-1 0 0,-1 0 1 0 0,1 0-1 0 0,0 1 1 0 0,-1-1 0 0 0,1 0-1 0 0,0 1 1 0 0,-1-1-1 0 0,1 0 1 0 0,0 1-1 0 0,-1-1 1 0 0,1 1 0 0 0,0-1-1 0 0,0 1 1 0 0,-1-1-1 0 0,1 0 1 0 0,0 1 0 0 0,0-1-1 0 0,0 2 1 0 0,-17 25 385 0 0,9-7-276 0 0,1 0 1 0 0,0 0-1 0 0,1 1 1 0 0,2 0-1 0 0,0 0 0 0 0,-1 25 1 0 0,1 134 330 0 0,5-113-325 0 0,3 107 129 0 0,-2 89 103 0 0,-3-248-769 0 0,0 1 0 0 0,-2 0 0 0 0,0 0 0 0 0,-7 22 1 0 0,10-37 304 0 0,-1 0 0 0 0,1-1 0 0 0,-1 1 0 0 0,1 0 0 0 0,-1-1 0 0 0,1 1 0 0 0,-1 0 0 0 0,0-1 0 0 0,1 1 0 0 0,-1-1 1 0 0,0 1-1 0 0,0-1 0 0 0,1 1 0 0 0,-1-1 0 0 0,0 0 0 0 0,0 1 0 0 0,1-1 0 0 0,-3 0 0 0 0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1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1 154 296 0 0,'2'-7'211'0'0,"0"0"-1"0"0,0 0 1 0 0,1 0 0 0 0,0 0 0 0 0,0 0-1 0 0,1 1 1 0 0,0 0 0 0 0,0-1 0 0 0,0 2-1 0 0,1-1 1 0 0,0 0 0 0 0,0 1 0 0 0,0 0-1 0 0,1 0 1 0 0,-1 1 0 0 0,1-1 0 0 0,1 1-1 0 0,-1 0 1 0 0,7-3 0 0 0,3 1-519 0 0,0-1 0 0 0,0 2 0 0 0,0 0 0 0 0,1 1 0 0 0,-1 1 0 0 0,1 0 0 0 0,22 0 0 0 0,-24 2-847 0 0</inkml:trace>
  <inkml:trace contextRef="#ctx0" brushRef="#br0" timeOffset="1">742 49 540 0 0,'1'8'1024'0'0,"6"6"-104"0"0,-7 3-84 0 0,4 6-68 0 0,-8 0-84 0 0,0-1-68 0 0,0 4-59 0 0,-4-3-53 0 0,1 4-48 0 0,-3 0-52 0 0,-5 5-180 0 0,0 2-260 0 0,-4-4-256 0 0,3-6-324 0 0,-9 2-484 0 0,6-3-1189 0 0,1-4 529 0 0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6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89 143 228 0 0,'0'-4'757'0'0,"-2"-24"1703"0"0,-2 0 0 0 0,-11-42 0 0 0,14 68-1877 0 0,1-6-290 0 0,-1 6-149 0 0,-1 6 729 0 0,-19 92-461 0 0,-14 180 0 0 0,29-129-194 0 0,5-147-214 0 0,1 1 0 0 0,0-1 0 0 0,0 0-1 0 0,0 1 1 0 0,0-1 0 0 0,0 1-1 0 0,0-1 1 0 0,0 1 0 0 0,0-1 0 0 0,0 1-1 0 0,0-1 1 0 0,0 1 0 0 0,0-1 0 0 0,0 1-1 0 0,0-1 1 0 0,0 0 0 0 0,0 1 0 0 0,0-1-1 0 0,1 1 1 0 0,-1-1 0 0 0,0 1-1 0 0,0-1 1 0 0,0 0 0 0 0,1 1 0 0 0,-1-1-1 0 0,0 0 1 0 0,1 1 0 0 0,-1-1 0 0 0,0 0-1 0 0,1 1 1 0 0,-1-1 0 0 0,0 0-1 0 0,1 0 1 0 0,-1 1 0 0 0,1-1 0 0 0,-1 0-1 0 0,0 0 1 0 0,1 0 0 0 0,-1 0 0 0 0,1 1-1 0 0,-1-1 1 0 0,1 0 0 0 0,-1 0 0 0 0,1 0-1 0 0,-1 0 1 0 0,1 0 0 0 0,-1 0-1 0 0,0 0 1 0 0,1 0 0 0 0,-1 0 0 0 0,1-1-1 0 0,-1 1 1 0 0,1 0 0 0 0,-1 0 0 0 0,1 0-1 0 0,-1 0 1 0 0,0-1 0 0 0,1 1-1 0 0,-1 0 1 0 0,1-1 0 0 0,26-21 15 0 0,-22 18-8 0 0,127-130 57 0 0,-84 81-56 0 0,64-54 0 0 0,-63 63-42 0 0,-48 42 11 0 0,-21 24-50 0 0,14-14 65 0 0,-1-1-1 0 0,1 1 0 0 0,0 1 0 0 0,0-1 0 0 0,1 1 1 0 0,0 0-1 0 0,1 0 0 0 0,0 0 0 0 0,-5 17 1 0 0,8-23 4 0 0,1-1 1 0 0,-1 1 0 0 0,1 0 0 0 0,0-1 0 0 0,0 1 0 0 0,0 0 0 0 0,0 0 0 0 0,1-1 0 0 0,-1 1 0 0 0,1 0 0 0 0,-1-1 0 0 0,1 1 0 0 0,0-1 0 0 0,0 1 0 0 0,0-1 0 0 0,2 4 0 0 0,-1-4 3 0 0,1 1 0 0 0,-1 0-1 0 0,1-1 1 0 0,0 0 0 0 0,-1 0 0 0 0,1 0-1 0 0,0 0 1 0 0,0 0 0 0 0,0 0 0 0 0,0-1-1 0 0,1 1 1 0 0,-1-1 0 0 0,0 0 0 0 0,1 0-1 0 0,5 1 1 0 0,5 0 4 0 0,0-1 0 0 0,0 0 0 0 0,0-1 0 0 0,0-1 0 0 0,25-3 0 0 0,-27 2 3 0 0,-10 2-1 0 0,16-2 157 0 0,-17 2-189 0 0,0-1-1 0 0,0 1 0 0 0,0 0 1 0 0,0-1-1 0 0,0 1 1 0 0,0 0-1 0 0,0-1 1 0 0,0 1-1 0 0,0 0 0 0 0,0 0 1 0 0,0 0-1 0 0,0 0 1 0 0,0 0-1 0 0,0 0 0 0 0,0 0 1 0 0,0 1-1 0 0,0-1 1 0 0,0 0-1 0 0,0 0 1 0 0,0 1-1 0 0,0-1 0 0 0,0 1 1 0 0,0-1-1 0 0,0 1 1 0 0,0-1-1 0 0,-1 1 1 0 0,3 1-1 0 0,-2-1-638 0 0,0 9-1301 0 0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2:3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95 8,'-3'-8'938,"0"-1"-1,0 1 1,0-1-1,1 0 1,1 0-1,0 0 1,0-14-1,1 21-134,0 1-798,0 1 1,0-1-1,1 1 1,-1-1-1,0 1 0,1-1 1,-1 1-1,1 0 1,-1-1-1,0 1 1,1-1-1,-1 1 1,1 0-1,-1-1 0,1 1 1,-1 0-1,1 0 1,0 0-1,-1-1 1,1 1-1,-1 0 1,1 0-1,-1 0 1,1 0-1,0 0 0,-1 0 1,1 0-1,0 0 1,1 1-188,14 7-503,-6 3-3292,-7-5 1936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2:37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4 380,'0'0'69,"0"0"0,0 0 1,0 0-1,0-1 0,0 1 0,0 0 0,0 0 1,0 0-1,0 0 0,0 0 0,0 0 0,0-1 1,0 1-1,0 0 0,0 0 0,-1 0 0,1 0 1,0 0-1,0 0 0,0 0 0,0 0 0,0-1 1,0 1-1,0 0 0,0 0 0,-1 0 1,1 0-1,0 0 0,0 0 0,0 0 0,0 0 1,0 0-1,0 0 0,-1 0 0,1 0 0,0 0 1,0 0-1,0 0 0,0 0 0,0 0 0,0 0 1,-1 0-1,1 0 0,0 0 0,0 0 0,0 0 1,0 0-1,0 0 0,0 0 0,-1 0 0,1 0 1,0 0-1,0 1 0,0-1 0,0 0 0,0 0 1,0 0-1,0 0 0,0 0 0,0 0 0,0 0 1,-1 0-1,1 1 0,0-1 0,0 0 0,0 0 1,0 0-1,0 0 0,-9 17 913,-6 29-554,6 4 215,3 1 0,-1 68 0,-4 48 95,5-107-549,6-46-289,-1 0 1,0 0 0,-1-1-1,0 1 1,-1-1 0,-1 1-1,0-1 1,-10 20 0,13-32-93,1-1 0,0 1 0,-1-1 0,1 1 0,0-1 0,-1 1 0,1-1 1,-1 0-1,1 1 0,-1-1 0,1 0 0,-1 1 0,1-1 0,-1 0 0,0 0 0,1 1 0,-1-1 0,1 0 1,-1 0-1,0 0 0,1 0 0,-1 0 0,0 0 0,-10 2-2017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7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34 204 0 0,'0'0'568'0'0,"12"-6"-36"0"0,-1 3-72 0 0,-1-3-36 0 0,0 1-28 0 0,2 3-80 0 0,3 0-8 0 0,-1-1-32 0 0,3 0-80 0 0,-1 1-104 0 0,2 0-228 0 0,-3 4-472 0 0,0-2-656 0 0,-2 0 292 0 0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8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55 375 748 0 0,'0'0'789'0'0,"0"0"-625"0"0,0-1 0 0 0,0 0 0 0 0,-1 1 0 0 0,1-1 0 0 0,0 0 0 0 0,0 1 0 0 0,-1-1 0 0 0,1 0 0 0 0,0 1 0 0 0,-1-1 0 0 0,1 1 0 0 0,0-1 0 0 0,-1 0 0 0 0,1 1 0 0 0,-1-1 0 0 0,1 1 0 0 0,-1 0 0 0 0,0-1-1 0 0,1 1 1 0 0,-1-1 0 0 0,1 1 0 0 0,-1 0 0 0 0,0-1 0 0 0,1 1 0 0 0,-1 0 0 0 0,0 0 0 0 0,1 0 0 0 0,-1-1 0 0 0,0 1 0 0 0,-24 28 580 0 0,23-23-643 0 0,-1 0 0 0 0,1 0 1 0 0,0 0-1 0 0,1 0 1 0 0,-1 0-1 0 0,1 1 0 0 0,0-1 1 0 0,0 10-1 0 0,1-8-8 0 0,0 0 0 0 0,0 0 0 0 0,1 0-1 0 0,0 0 1 0 0,0 0 0 0 0,4 11 0 0 0,14 18 183 0 0,-17-33-254 0 0,0 0-1 0 0,1 0 0 0 0,-1 0 1 0 0,1 0-1 0 0,0-1 0 0 0,-1 1 1 0 0,1-1-1 0 0,0 0 1 0 0,1 0-1 0 0,-1 0 0 0 0,0 0 1 0 0,1-1-1 0 0,-1 1 0 0 0,0-1 1 0 0,1 0-1 0 0,0 0 1 0 0,-1 0-1 0 0,1 0 0 0 0,5 0 1 0 0,-2-1-6 0 0,-1-1 0 0 0,1 1 0 0 0,-1-1 0 0 0,1-1 0 0 0,-1 1 0 0 0,0-1 0 0 0,1 0 1 0 0,-1-1-1 0 0,0 1 0 0 0,8-6 0 0 0,1-1-2 0 0,0-1 0 0 0,0-1 0 0 0,-1 0 1 0 0,-1-1-1 0 0,0-1 0 0 0,0 0 0 0 0,13-19 0 0 0,-10 10 0 0 0,-2-1-1 0 0,0 0 0 0 0,-1-1 1 0 0,-1 0-1 0 0,-2-1 0 0 0,0 0 1 0 0,-2-1-1 0 0,9-43 0 0 0,-14 51-17 0 0,2-10 264 0 0,3-56 0 0 0,-5 31 724 0 0,-3 50-674 0 0,-3 10-266 0 0,-6 17-9 0 0,0 1-1 0 0,2 0 0 0 0,1 1 0 0 0,1 0 0 0 0,-2 33 0 0 0,1 137 118 0 0,6-164-120 0 0,0-31-17 0 0,0 0-11 0 0,0 0 0 0 0,-1-1-1 0 0,1 1 1 0 0,0 0 0 0 0,0-1 0 0 0,0 1-1 0 0,0 0 1 0 0,0-1 0 0 0,0 1 0 0 0,0 0-1 0 0,1-1 1 0 0,-1 1 0 0 0,0 0 0 0 0,0-1-1 0 0,0 1 1 0 0,1 0 0 0 0,-1-1 0 0 0,0 1-1 0 0,1-1 1 0 0,-1 1 0 0 0,1-1-1 0 0,-1 1 1 0 0,0-1 0 0 0,1 1 0 0 0,-1-1-1 0 0,1 1 1 0 0,-1-1 0 0 0,1 1 0 0 0,0-1-1 0 0,-1 0 1 0 0,1 1 0 0 0,-1-1 0 0 0,1 0-1 0 0,0 0 1 0 0,-1 1 0 0 0,1-1 0 0 0,0 0-1 0 0,-1 0 1 0 0,1 0 0 0 0,0 0-1 0 0,-1 0 1 0 0,1 0 0 0 0,0 0 0 0 0,-1 0-1 0 0,1 0 1 0 0,0 0 0 0 0,-1 0 0 0 0,1 0-1 0 0,1-1 1 0 0,19-6 10 0 0,3-1-11 0 0,-9 9-4 0 0,15 6-5 0 0,2 4 0 0 0,5 3 7 0 0,-26-10 7 0 0,0-1-1 0 0,1 0 1 0 0,0-1-1 0 0,-1-1 0 0 0,1 1 1 0 0,0-2-1 0 0,0 0 0 0 0,17-2 1 0 0,-11 0-7 0 0,0 0 0 0 0,0-2-1 0 0,0 0 1 0 0,31-12 0 0 0,-43 13 1 0 0,0 0-1 0 0,0 0 1 0 0,0-1 0 0 0,0 0-1 0 0,0 0 1 0 0,-1 0 0 0 0,0-1-1 0 0,0 0 1 0 0,0 0 0 0 0,0 0-1 0 0,-1 0 1 0 0,0-1 0 0 0,0 0-1 0 0,0 0 1 0 0,-1 0 0 0 0,0 0-1 0 0,0 0 1 0 0,0-1 0 0 0,2-12-1 0 0,-4 19-3 0 0,-1-1 0 0 0,1 0 0 0 0,-1 1 0 0 0,0-1 0 0 0,0 0-1 0 0,1 1 1 0 0,-1-1 0 0 0,0 0 0 0 0,0 1 0 0 0,0-1 0 0 0,0 0-1 0 0,0 0 1 0 0,0 1 0 0 0,0-1 0 0 0,0 0 0 0 0,0 0 0 0 0,0 1-1 0 0,0-1 1 0 0,0 0 0 0 0,0 1 0 0 0,-1-1 0 0 0,1 0 0 0 0,0 1-1 0 0,-1-1 1 0 0,1 0 0 0 0,0 1 0 0 0,-1-1 0 0 0,1 0 0 0 0,-1 1-1 0 0,1-1 1 0 0,-1 1 0 0 0,1-1 0 0 0,-1 1 0 0 0,1-1-1 0 0,-1 1 1 0 0,0-1 0 0 0,1 1 0 0 0,-1 0 0 0 0,1-1 0 0 0,-1 1-1 0 0,0 0 1 0 0,0 0 0 0 0,1-1 0 0 0,-1 1 0 0 0,0 0 0 0 0,1 0-1 0 0,-1 0 1 0 0,0 0 0 0 0,0 0 0 0 0,1 0 0 0 0,-2 0 0 0 0,-1 1-2 0 0,1-1 0 0 0,0 1 0 0 0,-1-1 0 0 0,1 1 1 0 0,0 0-1 0 0,0 0 0 0 0,0 0 0 0 0,-1 1 0 0 0,1-1 1 0 0,0 0-1 0 0,1 1 0 0 0,-1-1 0 0 0,-3 4 0 0 0,2 2 3 0 0,0 0 0 0 0,1 0 0 0 0,-1 1 0 0 0,2-1 0 0 0,-1 0 0 0 0,1 1 0 0 0,0-1 0 0 0,1 1 0 0 0,0-1 0 0 0,0 1 0 0 0,0-1 0 0 0,1 1 0 0 0,3 11 0 0 0,-4-17 5 0 0,1 1-1 0 0,0-1 1 0 0,0 1-1 0 0,0-1 1 0 0,0 1 0 0 0,0-1-1 0 0,0 0 1 0 0,1 0-1 0 0,-1 1 1 0 0,1-1-1 0 0,0 0 1 0 0,-1 0-1 0 0,1-1 1 0 0,0 1-1 0 0,0 0 1 0 0,0 0-1 0 0,0-1 1 0 0,1 0-1 0 0,-1 1 1 0 0,0-1-1 0 0,1 0 1 0 0,-1 0-1 0 0,1 0 1 0 0,-1 0-1 0 0,1-1 1 0 0,-1 1-1 0 0,1-1 1 0 0,-1 1-1 0 0,1-1 1 0 0,0 0-1 0 0,-1 0 1 0 0,5 0-1 0 0,3-1 3 0 0,0 1 1 0 0,-1-1-1 0 0,1-1 0 0 0,0 0 0 0 0,0 0 1 0 0,16-7-1 0 0,88-37-52 0 0,-112 45 33 0 0,0 1 18 0 0,11 0 15 0 0,1 1 0 0 0,-1 0-1 0 0,23 6 1 0 0,13 0 245 0 0,-46-7-313 0 0,0 0 1 0 0,0 0 0 0 0,0 1-1 0 0,0-1 1 0 0,0 1 0 0 0,0 0-1 0 0,0 0 1 0 0,0 0-1 0 0,0 0 1 0 0,0 0 0 0 0,0 1-1 0 0,0-1 1 0 0,-1 1 0 0 0,5 3-1 0 0,8 12-6844 0 0,-10-10 4027 0 0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8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0 508 0 0,'0'0'851'0'0,"6"44"3357"0"0,-9-27-3906 0 0,-18 78 1099 0 0,-4-32-3593 0 0,17-47 270 0 0,2-2 146 0 0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9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479 160 108 0 0,'-40'-86'3319'0'0,"36"78"-2891"0"0,-1 1 0 0 0,0-1 1 0 0,-1 1-1 0 0,1 0 1 0 0,-1 0-1 0 0,-1 1 1 0 0,1 0-1 0 0,-11-8 1 0 0,15 13-372 0 0,1 1 0 0 0,-1-1 0 0 0,1 1 0 0 0,-1-1 0 0 0,1 1 0 0 0,-1 0 0 0 0,0 0 0 0 0,1 0 0 0 0,-1 0 0 0 0,1 0 1 0 0,-1 0-1 0 0,0 0 0 0 0,1 0 0 0 0,-1 1 0 0 0,1-1 0 0 0,-1 0 0 0 0,1 1 0 0 0,-1 0 0 0 0,1-1 0 0 0,-1 1 0 0 0,1 0 0 0 0,0 0 1 0 0,-1-1-1 0 0,1 1 0 0 0,0 0 0 0 0,-1 0 0 0 0,1 1 0 0 0,0-1 0 0 0,0 0 0 0 0,0 0 0 0 0,0 1 0 0 0,0-1 0 0 0,0 0 0 0 0,1 1 1 0 0,-2 1-1 0 0,-31 60 248 0 0,28-53-131 0 0,-70 167 772 0 0,-63 225 0 0 0,119-326-874 0 0,3 0 0 0 0,3 1-1 0 0,4 0 1 0 0,3 1 0 0 0,4 83 0 0 0,-1-139-1986 0 0,-6-11-3491 0 0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9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39 168 0 0,'9'-6'592'0'0,"6"1"-72"0"0,2 0-60 0 0,2 0-40 0 0,1 3-56 0 0,2-4-52 0 0,5 3-20 0 0,-1 3-52 0 0,2-2-80 0 0,3 2-152 0 0,2-1-100 0 0,-2-3-148 0 0,-1 4-296 0 0,0 0-580 0 0,-7 0 260 0 0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39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73 708 0 0,'0'0'739'0'0,"-11"-54"4378"0"0,11 54-5022 0 0,0-1-1 0 0,0 0 1 0 0,-1 0 0 0 0,1 0 0 0 0,0 0 0 0 0,-1 0-1 0 0,1 0 1 0 0,-1 0 0 0 0,1 0 0 0 0,-1 1-1 0 0,0-1 1 0 0,1 0 0 0 0,-1 0 0 0 0,0 1-1 0 0,1-1 1 0 0,-1 0 0 0 0,0 1 0 0 0,0-1-1 0 0,0 1 1 0 0,0-1 0 0 0,0 1 0 0 0,1-1 0 0 0,-1 1-1 0 0,0 0 1 0 0,0-1 0 0 0,0 1 0 0 0,-2 0-1 0 0,1 0-16 0 0,0 0-1 0 0,0 0 0 0 0,-1 1 0 0 0,1-1 0 0 0,0 1 0 0 0,0-1 1 0 0,0 1-1 0 0,0 0 0 0 0,0 0 0 0 0,0 0 0 0 0,-3 2 0 0 0,-3 2 66 0 0,1 1-1 0 0,-1 0 0 0 0,2 0 0 0 0,-9 9 0 0 0,3 5 282 0 0,12-20-415 0 0,0 1-1 0 0,0-1 0 0 0,0 1 0 0 0,0-1 0 0 0,0 0 0 0 0,0 1 1 0 0,1-1-1 0 0,-1 0 0 0 0,0 1 0 0 0,0-1 0 0 0,0 1 0 0 0,0-1 0 0 0,0 0 1 0 0,1 1-1 0 0,-1-1 0 0 0,0 0 0 0 0,0 1 0 0 0,0-1 0 0 0,1 0 1 0 0,-1 1-1 0 0,0-1 0 0 0,1 0 0 0 0,-1 0 0 0 0,0 1 0 0 0,1-1 0 0 0,-1 0 1 0 0,0 0-1 0 0,1 0 0 0 0,-1 1 0 0 0,22 2 128 0 0,-3-3-95 0 0,10 1 29 0 0,-2 2-86 0 0,7 2 116 0 0,19 10-758 0 0,-34-6-581 0 0,-6-2-355 0 0,-1-2-2396 0 0,-1-1 1529 0 0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40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7 256 0 0,'0'0'618'0'0,"0"0"-565"0"0,0-1 0 0 0,0 1 0 0 0,0 0 0 0 0,0 0 0 0 0,0 0 0 0 0,0 0 0 0 0,0-1 0 0 0,0 1 0 0 0,0 0 0 0 0,0 0 0 0 0,0 0 0 0 0,0-1 0 0 0,0 1 0 0 0,0 0 0 0 0,0 0-1 0 0,0 0 1 0 0,0 0 0 0 0,0-1 0 0 0,0 1 0 0 0,0 0 0 0 0,1 0 0 0 0,-1 0 0 0 0,0 0 0 0 0,0 0 0 0 0,0 0 0 0 0,0-1 0 0 0,0 1 0 0 0,1 0 0 0 0,-1 0 0 0 0,0 0 0 0 0,0 0 0 0 0,0 0 0 0 0,0 0 0 0 0,0 0 0 0 0,1 0 0 0 0,-1 0 0 0 0,0 0 0 0 0,0 0 0 0 0,0 0 0 0 0,1 0 0 0 0,-1 0 0 0 0,0 0-1 0 0,0 0 1 0 0,0 0 0 0 0,0 0 0 0 0,1 0 0 0 0,-1 0 0 0 0,0 0 0 0 0,0 0 0 0 0,0 0 0 0 0,0 0 0 0 0,1 0 0 0 0,-1 0 0 0 0,0 0 0 0 0,2 5 48 0 0,-1 0 0 0 0,0 0 0 0 0,0 0 0 0 0,0 0 0 0 0,-1 0 0 0 0,0 1 0 0 0,0-1 0 0 0,0 0 0 0 0,-1 0 0 0 0,1 0 0 0 0,-1 0 0 0 0,0 0 0 0 0,-1 0 0 0 0,1 0 0 0 0,-4 8 0 0 0,-2 2 101 0 0,1 0 0 0 0,-2 0 0 0 0,-16 25 0 0 0,23-39-145 0 0,22-22 84 0 0,2 0 0 0 0,0 1 0 0 0,38-24 1 0 0,-44 33-133 0 0,-9 5-13 0 0,-1 1-1 0 0,1 0 0 0 0,1 1 0 0 0,-1 0 1 0 0,1 0-1 0 0,-1 1 0 0 0,10-3 1 0 0,-16 6 1 0 0,30-4-45 0 0,-31 5 50 0 0,1 0-1 0 0,-1-1 0 0 0,0 1 1 0 0,1 0-1 0 0,-1 0 0 0 0,0-1 1 0 0,0 1-1 0 0,0 0 0 0 0,0 0 1 0 0,1 0-1 0 0,-1 0 0 0 0,0 1 0 0 0,-1-1 1 0 0,1 0-1 0 0,0 0 0 0 0,1 3 1 0 0,5 6-2 0 0,-5-3 3 0 0,-4 11 18 0 0,3-16-16 0 0,-1 0-1 0 0,-1 0 0 0 0,1 0 0 0 0,0 0 0 0 0,0 0 1 0 0,-1 0-1 0 0,1 0 0 0 0,-1 0 0 0 0,1 0 1 0 0,-1 0-1 0 0,0 0 0 0 0,0-1 0 0 0,-1 3 1 0 0,-5 8 166 0 0,7-10 56 0 0,-2 3-238 0 0,1-3 195 0 0,4-5 957 0 0,8-10-1103 0 0,2 0 1 0 0,0 0 0 0 0,0 2-1 0 0,1-1 1 0 0,0 2-1 0 0,1 0 1 0 0,0 0 0 0 0,26-11-1 0 0,-38 20-39 0 0,-1 0-1 0 0,0 0 1 0 0,0 0-1 0 0,1 1 1 0 0,-1-1 0 0 0,0 1-1 0 0,1-1 1 0 0,-1 1-1 0 0,0 0 1 0 0,1 0 0 0 0,-1 0-1 0 0,1 0 1 0 0,-1 0-1 0 0,0 0 1 0 0,1 1-1 0 0,-1-1 1 0 0,5 3 0 0 0,34 22-26 0 0,-36-21 34 0 0,0 0 0 0 0,1 0-1 0 0,-1-1 1 0 0,1 0 0 0 0,-1 0 0 0 0,1 0-1 0 0,0-1 1 0 0,12 4 0 0 0,7-4 230 0 0,1-1 0 0 0,-1-1 0 0 0,0-1 0 0 0,0-2 0 0 0,27-5 1 0 0,-45 7-102 0 0,25-10 1471 0 0,-15 4-2721 0 0,-4 6-4848 0 0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40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24 524 0 0,'0'0'920'0'0,"-6"-11"1904"0"0,6-2-875 0 0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41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1 446 416 0 0,'31'-32'2856'0'0,"37"-48"1"0"0,-52 58-2329 0 0,0 0 1 0 0,-2-2 0 0 0,0 0-1 0 0,-2 0 1 0 0,0-2 0 0 0,9-31 0 0 0,-14 33-151 0 0,1-4 471 0 0,0 1 1 0 0,14-28 0 0 0,-41 80-747 0 0,15-22-93 0 0,1 0 1 0 0,0 1-1 0 0,1-1 0 0 0,-1 1 1 0 0,0 0-1 0 0,1 0 1 0 0,-3 7-1 0 0,-6 14 22 0 0,3 1 0 0 0,0 1 0 0 0,1 0 0 0 0,2 0 0 0 0,0 0 1 0 0,2 0-1 0 0,1 1 0 0 0,2-1 0 0 0,0 1 0 0 0,2 0 0 0 0,1-1 0 0 0,7 30 0 0 0,-7-42-18 0 0,1 0 1 0 0,1-1-1 0 0,0 1 0 0 0,1-1 1 0 0,9 18-1 0 0,-10-25-5 0 0,-1 0 0 0 0,1 0 1 0 0,0-1-1 0 0,0 0 0 0 0,1 0 0 0 0,0 0 0 0 0,0-1 1 0 0,1 0-1 0 0,-1 0 0 0 0,1 0 0 0 0,12 5 1 0 0,-15-8 12 0 0,0-1 0 0 0,1 0 0 0 0,-1 0 0 0 0,1 0 1 0 0,-1-1-1 0 0,1 1 0 0 0,0-1 0 0 0,-1 0 0 0 0,1-1 0 0 0,-1 1 1 0 0,1-1-1 0 0,-1 0 0 0 0,1 0 0 0 0,-1 0 0 0 0,0 0 1 0 0,1-1-1 0 0,-1 0 0 0 0,0 0 0 0 0,0 0 0 0 0,0 0 1 0 0,0-1-1 0 0,0 0 0 0 0,-1 0 0 0 0,1 0 0 0 0,-1 0 1 0 0,0 0-1 0 0,0 0 0 0 0,0-1 0 0 0,0 0 0 0 0,-1 0 0 0 0,1 1 1 0 0,-1-1-1 0 0,0-1 0 0 0,0 1 0 0 0,-1 0 0 0 0,1 0 1 0 0,-1-1-1 0 0,1-5 0 0 0,-1 8 98 0 0,-2-17 327 0 0,1 18-445 0 0,0 1-1 0 0,0-1 1 0 0,0 1 0 0 0,-1 0 0 0 0,1-1 0 0 0,0 1 0 0 0,0-1 0 0 0,0 1 0 0 0,0-1 0 0 0,0 1 0 0 0,-1 0-1 0 0,1-1 1 0 0,0 1 0 0 0,0 0 0 0 0,-1-1 0 0 0,1 1 0 0 0,0 0 0 0 0,-1-1 0 0 0,1 1 0 0 0,0 0 0 0 0,-1-1-1 0 0,1 1 1 0 0,-1 0 0 0 0,1 0 0 0 0,0 0 0 0 0,-1-1 0 0 0,1 1 0 0 0,-1 0 0 0 0,1 0 0 0 0,-1 0-1 0 0,1 0 1 0 0,0 0 0 0 0,-1 0 0 0 0,1 0 0 0 0,-1 0 0 0 0,1 0 0 0 0,-1 0 0 0 0,1 0 0 0 0,-1 0 0 0 0,1 0-1 0 0,0 0 1 0 0,-1 0 0 0 0,1 0 0 0 0,-1 1 0 0 0,1-1 0 0 0,0 0 0 0 0,-1 0 0 0 0,1 0 0 0 0,-1 1 0 0 0,1-1-1 0 0,-1 1 1 0 0,-1 1-3 0 0,0-1 2 0 0,0 0-1 0 0,1 0 1 0 0,-1 1 0 0 0,1-1-1 0 0,-1 1 1 0 0,1-1-1 0 0,0 1 1 0 0,0 0 0 0 0,-1-1-1 0 0,1 1 1 0 0,1 0 0 0 0,-1 0-1 0 0,0 0 1 0 0,0 0-1 0 0,0 0 1 0 0,0 2 0 0 0,1-2 14 0 0,0 0-9 0 0,0 0-1 0 0,0 0 1 0 0,0-1-1 0 0,0 1 1 0 0,0 0-1 0 0,0 0 1 0 0,0-1-1 0 0,1 1 1 0 0,-1 0-1 0 0,1 0 1 0 0,-1-1 0 0 0,1 1-1 0 0,-1-1 1 0 0,1 1-1 0 0,0 0 1 0 0,0-1-1 0 0,0 1 1 0 0,0-1-1 0 0,0 0 1 0 0,0 1-1 0 0,1-1 1 0 0,-1 0-1 0 0,0 0 1 0 0,1 0 0 0 0,1 1-1 0 0,1 0 4 0 0,1-1 0 0 0,0 0-1 0 0,0 0 1 0 0,0-1 0 0 0,-1 1 0 0 0,1-1 0 0 0,0 0-1 0 0,0-1 1 0 0,0 1 0 0 0,0-1 0 0 0,-1 0-1 0 0,10-2 1 0 0,65-28 5 0 0,-25 9-13 0 0,-53 22-3 0 0,0-1 0 0 0,0 0 0 0 0,0 1 0 0 0,1 0 0 0 0,-1-1 0 0 0,0 1 0 0 0,1 0 0 0 0,-1 0 0 0 0,0 0 0 0 0,1 0 0 0 0,-1 0 0 0 0,0 0 0 0 0,0 0 0 0 0,1 0 0 0 0,-1 0 0 0 0,0 1 0 0 0,1-1-1 0 0,-1 0 1 0 0,0 1 0 0 0,0-1 0 0 0,0 1 0 0 0,1 0 0 0 0,-1-1 0 0 0,0 1 0 0 0,0 0 0 0 0,0 0 0 0 0,2 1 0 0 0,-2 0 3 0 0,0 1-1 0 0,1-1 1 0 0,-1 1-1 0 0,0 0 1 0 0,0-1-1 0 0,0 1 1 0 0,-1 0 0 0 0,1 0-1 0 0,-1-1 1 0 0,1 1-1 0 0,-1 0 1 0 0,0 4 0 0 0,-1 12 8 0 0,-1 0 1 0 0,-1-1-1 0 0,-5 21 0 0 0,7-36-11 0 0,-13 45 14 0 0,-3-1 0 0 0,-2-1 0 0 0,-2 0-1 0 0,-39 63 1 0 0,35-64-3 0 0,-110 171 9 0 0,109-182 113 0 0,0-1 0 0 0,-3-2 1 0 0,-62 55-1 0 0,90-85-75 0 0,0 0 1 0 0,0 0-1 0 0,0 0 0 0 0,0 0 1 0 0,0 0-1 0 0,0-1 0 0 0,0 1 1 0 0,0 0-1 0 0,0-1 0 0 0,0 1 0 0 0,0-1 1 0 0,0 1-1 0 0,0-1 0 0 0,-1 0 1 0 0,1 1-1 0 0,0-1 0 0 0,0 0 1 0 0,0 0-1 0 0,-2 0 0 0 0,2 0-25 0 0,1-1-1 0 0,0 1 1 0 0,-1-1-1 0 0,1 0 1 0 0,0 1-1 0 0,0-1 1 0 0,0 1 0 0 0,-1-1-1 0 0,1 0 1 0 0,0 1-1 0 0,0-1 1 0 0,0 0-1 0 0,0 1 1 0 0,0-1-1 0 0,0 0 1 0 0,0 1-1 0 0,0-1 1 0 0,0 0 0 0 0,1 1-1 0 0,-1-1 1 0 0,0 0-1 0 0,0 1 1 0 0,1-2-1 0 0,21-46 452 0 0,139-187-509 0 0,-103 154-3333 0 0,-1-1-4950 0 0,-49 69 4584 0 0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2:44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197 107 11209,'-41'-99'94,"39"96"-99,-4-1 3,4 3-2,-19 36-3,-30 91 59,29-78-251,-16 54 1,29-64-1321,5-14-3883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45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41 248 0 0,'-7'-31'3651'0'0,"3"22"135"0"0,-3 30-3320 0 0,-15 68 430 0 0,3 1 0 0 0,4 1 0 0 0,-3 123 0 0 0,4-139-371 0 0,14-73-299 0 0,5-4-217 0 0,0 0 0 0 0,-1 0 0 0 0,1-1 0 0 0,-1 1 0 0 0,1-1 0 0 0,-1 0 0 0 0,0 0-1 0 0,6-7 1 0 0,10-6 16 0 0,-9 10-15 0 0,0-1-1 0 0,1 2 1 0 0,0 0 0 0 0,14-5-1 0 0,-21 9-8 0 0,0 0 0 0 0,-1 0 0 0 0,1 0 0 0 0,0 1 0 0 0,0 0 0 0 0,0 0 0 0 0,0 0 0 0 0,0 0 0 0 0,0 1 0 0 0,-1 0 0 0 0,1 0 0 0 0,0 0 0 0 0,8 4-1 0 0,-12-5-1 0 0,1 1 0 0 0,-1 0 0 0 0,0 0 0 0 0,1 0 0 0 0,-1 0 0 0 0,0 1 0 0 0,1-1 0 0 0,-1 0 0 0 0,0 1 0 0 0,0-1 0 0 0,0 0 0 0 0,0 1 0 0 0,0-1 0 0 0,-1 1 0 0 0,1-1-1 0 0,0 1 1 0 0,-1 0 0 0 0,1-1 0 0 0,-1 1 0 0 0,1 0 0 0 0,-1-1 0 0 0,0 1 0 0 0,0 0 0 0 0,0 0 0 0 0,0-1 0 0 0,0 1 0 0 0,0 0 0 0 0,0-1 0 0 0,-1 1 0 0 0,1 0 0 0 0,0-1-1 0 0,-1 1 1 0 0,1 0 0 0 0,-1-1 0 0 0,0 1 0 0 0,-1 2 0 0 0,-1 3 5 0 0,0-1 0 0 0,-1 0 0 0 0,1 0 0 0 0,-1 0 0 0 0,-1 0 0 0 0,1-1 0 0 0,-10 10-1 0 0,-11 3 15 0 0,66-22-126 0 0,-1-2 1 0 0,0-2 0 0 0,0-1-1 0 0,46-18 1 0 0,-40 13 25 0 0,-31 9 59 0 0,-1 0-1 0 0,-1 0 1 0 0,1-1 0 0 0,-1-1-1 0 0,0 0 1 0 0,0-1 0 0 0,-1 0-1 0 0,14-13 1 0 0,-25 21 22 0 0,-1-1 0 0 0,1 1 1 0 0,-1 0-1 0 0,0-1 0 0 0,1 1 0 0 0,-1-1 1 0 0,0 1-1 0 0,0-1 0 0 0,1 1 0 0 0,-1-1 0 0 0,0 1 1 0 0,0-1-1 0 0,0 1 0 0 0,0-1 0 0 0,1 1 0 0 0,-1-1 1 0 0,0 1-1 0 0,0-1 0 0 0,0 0 0 0 0,0 1 0 0 0,0-1 1 0 0,0 1-1 0 0,0-1 0 0 0,-1 1 0 0 0,1-2 0 0 0,0 1 3 0 0,-1 0 0 0 0,0-1 0 0 0,1 1 0 0 0,-1 0 0 0 0,0-1 0 0 0,0 1 0 0 0,0 0 0 0 0,0 0 0 0 0,0 0 0 0 0,0 0 0 0 0,0 0-1 0 0,0 0 1 0 0,0 0 0 0 0,-1 0 0 0 0,1 0 0 0 0,0 0 0 0 0,0 1 0 0 0,-1-1 0 0 0,1 0 0 0 0,-1 1 0 0 0,1 0 0 0 0,-1-1 0 0 0,1 1-1 0 0,-1 0 1 0 0,1-1 0 0 0,-1 1 0 0 0,1 0 0 0 0,-1 0 0 0 0,1 0 0 0 0,-1 0 0 0 0,1 1 0 0 0,-1-1 0 0 0,1 0 0 0 0,0 1 0 0 0,-3 0-1 0 0,-2 0 24 0 0,2-1-22 0 0,1 0 0 0 0,-1 0 0 0 0,1 1 0 0 0,0-1 0 0 0,-1 1 0 0 0,1 0 0 0 0,0 0 0 0 0,-1 0 0 0 0,1 1 0 0 0,0-1 0 0 0,0 1 0 0 0,0 0 0 0 0,0 0 0 0 0,0 0 0 0 0,1 0 0 0 0,-1 0 0 0 0,0 0 0 0 0,1 1 0 0 0,0-1 0 0 0,0 1 1 0 0,0 0-1 0 0,0 0 0 0 0,0 0 0 0 0,0 0 0 0 0,0 0 0 0 0,1 0 0 0 0,0 0 0 0 0,0 0 0 0 0,0 1 0 0 0,0-1 0 0 0,0 0 0 0 0,1 1 0 0 0,-1-1 0 0 0,1 1 0 0 0,0-1 0 0 0,0 1 0 0 0,0-1 0 0 0,0 1 0 0 0,1-1 0 0 0,-1 0 0 0 0,1 1 0 0 0,0-1 0 0 0,0 0 0 0 0,0 1 0 0 0,1-1 0 0 0,-1 0 0 0 0,1 0 1 0 0,0 0-1 0 0,0 0 0 0 0,0 0 0 0 0,0-1 0 0 0,0 1 0 0 0,5 4 0 0 0,0 0-243 0 0,1-1 1 0 0,0 0-1 0 0,-1 0 1 0 0,2-1-1 0 0,-1 0 1 0 0,1-1-1 0 0,0 1 1 0 0,-1-2 0 0 0,2 1-1 0 0,-1-1 1 0 0,15 3-1 0 0,-6-3-1514 0 0,1-1 0 0 0,33 1 0 0 0,-25-3-460 0 0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46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72 534 96 0 0,'-1'-4'4729'0'0,"-11"3"-3678"0"0,9 1-972 0 0,-1 0-1 0 0,1 1 1 0 0,0-1 0 0 0,0 1 0 0 0,0 0-1 0 0,0 0 1 0 0,1 0 0 0 0,-1 0-1 0 0,0 0 1 0 0,0 1 0 0 0,-3 1 0 0 0,5-2-29 0 0,-1 1 1 0 0,0-1-1 0 0,1 0 0 0 0,0 0 1 0 0,-1 1-1 0 0,1-1 1 0 0,0 1-1 0 0,0-1 1 0 0,0 1-1 0 0,-1-1 1 0 0,2 1-1 0 0,-1 0 0 0 0,0 0 1 0 0,0-1-1 0 0,0 4 1 0 0,1-4-20 0 0,0 0 0 0 0,0 0 0 0 0,0 0 0 0 0,0 0 0 0 0,0 0 0 0 0,0 0 0 0 0,0 0 0 0 0,0 0 0 0 0,1 0 0 0 0,-1 0 0 0 0,0 0 0 0 0,1 0 0 0 0,-1 0 0 0 0,1 0 0 0 0,-1 0 0 0 0,1 0 0 0 0,0 0 0 0 0,-1-1 0 0 0,1 1-1 0 0,1 1 1 0 0,1 1 6 0 0,0-1 0 0 0,1 0 0 0 0,-1 0 0 0 0,0-1-1 0 0,1 1 1 0 0,-1-1 0 0 0,1 1 0 0 0,0-1-1 0 0,-1 0 1 0 0,1 0 0 0 0,0-1 0 0 0,0 1-1 0 0,-1-1 1 0 0,1 0 0 0 0,5 0 0 0 0,-2-1-24 0 0,1-1 1 0 0,-1 0-1 0 0,0 0 1 0 0,0 0-1 0 0,0-1 1 0 0,0 0-1 0 0,0 0 1 0 0,0-1-1 0 0,-1 1 1 0 0,1-2-1 0 0,-1 1 1 0 0,0-1-1 0 0,-1 0 1 0 0,1 0-1 0 0,-1 0 1 0 0,0-1-1 0 0,0 0 1 0 0,-1 0-1 0 0,0 0 1 0 0,5-8-1 0 0,4-9 10 0 0,-1-1 0 0 0,-1 0 0 0 0,-1-1 0 0 0,10-36 0 0 0,-9 19 97 0 0,12-87-1 0 0,-21 108 254 0 0,0 0 0 0 0,-2 0-1 0 0,-1 0 1 0 0,0 0 0 0 0,-2-1-1 0 0,-5-22 1 0 0,8 44-350 0 0,0-1 0 0 0,0 0 0 0 0,0 1 0 0 0,0-1 0 0 0,0 0 0 0 0,0 0 0 0 0,-1 1 0 0 0,1-1-1 0 0,0 0 1 0 0,-1 1 0 0 0,1-1 0 0 0,0 0 0 0 0,-1 1 0 0 0,1-1 0 0 0,-1 0 0 0 0,1 1 0 0 0,0-1 0 0 0,-1 1 0 0 0,0-1 0 0 0,1 1 0 0 0,-1-1 0 0 0,1 1-1 0 0,-1 0 1 0 0,0-1 0 0 0,1 1 0 0 0,-1 0 0 0 0,0-1 0 0 0,1 1 0 0 0,-1 0 0 0 0,0 0 0 0 0,1-1 0 0 0,-1 1 0 0 0,0 0 0 0 0,0 0 0 0 0,1 0 0 0 0,-1 0-1 0 0,0 0 1 0 0,0 0 0 0 0,1 0 0 0 0,-1 0 0 0 0,0 1 0 0 0,0-1 0 0 0,1 0 0 0 0,-1 0 0 0 0,0 1 0 0 0,1-1 0 0 0,-1 0 0 0 0,0 1 0 0 0,1-1 0 0 0,-1 0-1 0 0,1 1 1 0 0,-1-1 0 0 0,0 2 0 0 0,-29 29 184 0 0,18-9-132 0 0,0 1 1 0 0,1 0-1 0 0,1 0 1 0 0,2 1-1 0 0,0 1 1 0 0,1-1-1 0 0,2 1 1 0 0,0 0-1 0 0,2 0 0 0 0,0 35 1 0 0,3 29-590 0 0,18 140 1 0 0,-11-175-1357 0 0,0-19-4175 0 0,-3-24 2983 0 0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2:46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1 480 0 0,'2'3'1057'0'0,"18"24"-276"0"0,-2 1 0 0 0,-1 1-1 0 0,-2 1 1 0 0,0 0-1 0 0,-2 1 1 0 0,15 54-1 0 0,-17-40-426 0 0,-1 0-1 0 0,-3 0 1 0 0,-1 1-1 0 0,-1 56 1 0 0,-6-49-123 0 0,-3 1 1 0 0,-2-1-1 0 0,-2 0 0 0 0,-2-1 1 0 0,-3 0-1 0 0,-25 66 0 0 0,17-69-109 0 0,-2-1 0 0 0,-2 0 1 0 0,-2-2-1 0 0,-2-1 0 0 0,-2-2 0 0 0,-1-1 0 0 0,-3-1 0 0 0,-58 53 0 0 0,32-40-831 0 0,-94 66 0 0 0,-79 23-4131 0 0,107-74 1899 0 0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207 204 516 0 0,'-6'14'4930'0'0,"-15"27"-2723"0"0,-3 3-2139 0 0,11-18 800 0 0,0 5-493 0 0,-39 100 1260 0 0,37-90-1175 0 0,3-11-47 0 0,8-22-128 0 0,1 0 0 0 0,-1 0-1 0 0,2 1 1 0 0,-1-1-1 0 0,1 1 1 0 0,-2 13 0 0 0,-5-40-33 0 0,7 17-241 0 0,1 0-1 0 0,0-1 1 0 0,-1 1 0 0 0,1-1-1 0 0,0 1 1 0 0,0-1 0 0 0,0 0 0 0 0,0 1-1 0 0,1-1 1 0 0,-1 0 0 0 0,0 0-1 0 0,0-3 1 0 0,-3-74 189 0 0,3-1 0 0 0,10-86 1 0 0,0 0-61 0 0,-2 72-84 0 0,-7 94-57 0 0,0 0 0 0 0,0-1 0 0 0,0 1 0 0 0,0 0 1 0 0,0 0-1 0 0,0 0 0 0 0,0-1 0 0 0,0 1 0 0 0,0 0 1 0 0,0 0-1 0 0,0-1 0 0 0,0 1 0 0 0,0 0 0 0 0,0 0 0 0 0,0-1 1 0 0,1 1-1 0 0,-1 0 0 0 0,0 0 0 0 0,0 0 0 0 0,0-1 1 0 0,0 1-1 0 0,0 0 0 0 0,1 0 0 0 0,-1 0 0 0 0,0 0 1 0 0,0 0-1 0 0,0-1 0 0 0,0 1 0 0 0,1 0 0 0 0,-1 0 0 0 0,0 0 1 0 0,0 0-1 0 0,0 0 0 0 0,1 0 0 0 0,-1 0 0 0 0,0 0 1 0 0,0 0-1 0 0,1-1 0 0 0,-1 1 0 0 0,0 0 0 0 0,0 0 1 0 0,1 0-1 0 0,-1 0 0 0 0,0 0 0 0 0,0 1 0 0 0,0-1 0 0 0,1 0 1 0 0,-1 0-1 0 0,0 0 0 0 0,0 0 0 0 0,1 0 0 0 0,-1 0 1 0 0,0 0-1 0 0,0 0 0 0 0,0 0 0 0 0,1 1 0 0 0,-1-1 0 0 0,0 0 1 0 0,24 27-9 0 0,-1 0 0 0 0,19 33 1 0 0,35 41 28 0 0,63 41-14 0 0,-118-122 20 0 0,2-1-1 0 0,0-1 1 0 0,1-2 0 0 0,44 23-1 0 0,-68-38-21 0 0,1-1-1 0 0,0 1 0 0 0,0 0 0 0 0,0 0 0 0 0,0-1 0 0 0,0 1 1 0 0,0-1-1 0 0,-1 0 0 0 0,1 1 0 0 0,0-1 0 0 0,0 0 0 0 0,0 0 1 0 0,0 0-1 0 0,0 0 0 0 0,0-1 0 0 0,0 1 0 0 0,0-1 0 0 0,0 1 1 0 0,0-1-1 0 0,0 1 0 0 0,0-1 0 0 0,-1 0 0 0 0,3-1 0 0 0,-1-1 1 0 0,0 1 0 0 0,-1-1 0 0 0,1 1-1 0 0,-1-1 1 0 0,0 0 0 0 0,1 0-1 0 0,-1 0 1 0 0,-1-1 0 0 0,1 1-1 0 0,0 0 1 0 0,1-6 0 0 0,2-8 3 0 0,-1 0 0 0 0,-1 1 1 0 0,0-1-1 0 0,0-21 0 0 0,-4-33 15 0 0,1-12-73 0 0,6 96-7924 0 0,-4-1 6525 0 0,1 6-1610 0 0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3:30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1 446 112,'0'0'3968,"0"6"-3506,1 18 111,2 1-1,6 28 1,-7-42-308,1-1-1,0 1 1,0-1-1,2 0 1,-1 0 0,1 0-1,11 16 1,-15-25 461,2-6-531,6-17-24,-1-1 0,-1 0 0,-1 0 0,-1-1 1,3-47-1,4-8 34,-11 72-190,39-174 273,-34 161-255,1 0 1,1 0-1,1 1 1,0 0-1,2 0 1,21-29 0,-31 47-33,1-2-2,1-1-1,-1 1 1,1 0 0,0 0-1,0 0 1,1 0 0,5-3-1,-8 6 2,0 0 0,-1 0 0,1-1 0,0 1 1,0 0-1,0 0 0,0 1 0,0-1 0,0 0 0,0 0 0,0 0 0,0 1 0,0-1 0,0 0 0,0 1 0,-1-1 0,1 1 0,0-1 0,0 1 0,0-1 0,-1 1 0,1-1 0,0 1 1,-1 0-1,1 0 0,0-1 0,-1 1 0,1 0 0,-1 0 0,1 0 0,-1-1 0,0 1 0,1 0 0,-1 0 0,0 0 0,0 0 0,1 0 0,-1 0 0,0 1 0,5 18 31,0 1-1,-1-1 1,-1 1-1,-2 0 1,0 0-1,-2 33 1,1 12 8,2-24-11,1-1 0,3 0 0,13 53 0,-15-77-13,1-1-1,1 0 1,1 0-1,0 0 1,1-1-1,1 0 1,0 0-1,1-1 1,1 0 0,19 19-1,-28-31-6,-1 0 0,1-1 1,0 1-1,0-1 0,0 1 0,0-1 0,1 0 0,-1 0 0,0 0 1,0 0-1,1 0 0,-1-1 0,0 1 0,1-1 0,-1 1 1,1-1-1,-1 0 0,0 0 0,1 0 0,4-1 0,-3 0-8,0 0-1,0-1 0,0 0 0,0 0 0,0 0 0,0 0 1,-1 0-1,1-1 0,-1 0 0,0 1 0,3-5 1,6-6 132,-1 0 0,-1-1 0,0 0-1,13-28 1,-11 24 514,-4 17-200,2 30 1,2 9-332,26 20-197,-10-23-5356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3:31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15 588,'0'0'916,"8"-5"652,4-2-316,10 5-696,-9 2-68,5 2-47,1-1-57,-1 1-216,3 2-268,6 1-268,0 2-617,-1 0-1063,-3-1 472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23:31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2 634 11161,'0'0'3825,"0"-7"-3579,-1 1-403,2-1 0,-1 1 0,1 0 0,0-1 0,0 1 0,1 0 0,4-12 0,-4 6-7374</inkml:trace>
  <inkml:trace contextRef="#ctx0" brushRef="#br0" timeOffset="1">0 111 1228,'5'-15'1396,"-4"1"-104,2 0-108,2-1-103,-1 3-113,-1 1-124,2-1 628,2 0-520,-1 6-896,6 26-6001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2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257 678 112 0 0,'0'0'382'0'0,"0"-11"130"0"0,-2 6 3353 0 0,-30-23-2873 0 0,31 27-939 0 0,-23-25 412 0 0,16 15-383 0 0,2-1-1 0 0,0 0 0 0 0,0 0 0 0 0,1 0 1 0 0,0 0-1 0 0,1-1 0 0 0,1 0 1 0 0,0 0-1 0 0,1 0 0 0 0,-1-15 1 0 0,-1-27 25 0 0,4-57 1 0 0,0 107-103 0 0,1-16 54 0 0,0 0 0 0 0,2 1 0 0 0,1-1 0 0 0,0 1 0 0 0,1 0 0 0 0,1 0 0 0 0,1 0 0 0 0,1 1 0 0 0,1 0 0 0 0,0 1-1 0 0,19-26 1 0 0,-28 42-57 0 0,1 1 0 0 0,0 0 0 0 0,0-1 0 0 0,0 1 0 0 0,0 0 0 0 0,0 0-1 0 0,0 0 1 0 0,0-1 0 0 0,0 1 0 0 0,1 0 0 0 0,-1 1 0 0 0,0-1 0 0 0,1 0 0 0 0,-1 0-1 0 0,0 0 1 0 0,1 1 0 0 0,-1-1 0 0 0,1 1 0 0 0,-1-1 0 0 0,1 1 0 0 0,-1 0-1 0 0,1-1 1 0 0,0 1 0 0 0,-1 0 0 0 0,1 0 0 0 0,-1 0 0 0 0,1 0 0 0 0,-1 1-1 0 0,1-1 1 0 0,0 0 0 0 0,-1 1 0 0 0,1-1 0 0 0,-1 1 0 0 0,1-1 0 0 0,-1 1-1 0 0,0 0 1 0 0,1-1 0 0 0,-1 1 0 0 0,0 0 0 0 0,1 0 0 0 0,-1 0 0 0 0,0 0 0 0 0,0 0-1 0 0,0 0 1 0 0,0 0 0 0 0,0 1 0 0 0,0-1 0 0 0,0 0 0 0 0,0 1 0 0 0,0-1-1 0 0,-1 0 1 0 0,1 1 0 0 0,0-1 0 0 0,-1 1 0 0 0,0-1 0 0 0,1 1 0 0 0,-1 0-1 0 0,0-1 1 0 0,0 1 0 0 0,1-1 0 0 0,-1 1 0 0 0,-1-1 0 0 0,1 1 0 0 0,0 0 0 0 0,0-1-1 0 0,0 1 1 0 0,-1 1 0 0 0,-4 17 2 0 0,0 0 0 0 0,-1-1 0 0 0,-1 0 1 0 0,-1 0-1 0 0,0 0 0 0 0,-1-1 0 0 0,-18 25 0 0 0,-91 111 35 0 0,92-124-42 0 0,2-2 6 0 0,-23 34 0 0 0,46-61 1 0 0,1 0 0 0 0,-1 0 0 0 0,1 1 0 0 0,0-1 0 0 0,-1 0 0 0 0,1 0 0 0 0,0 0 0 0 0,-1 0 0 0 0,1 0 0 0 0,0 0 0 0 0,0 0 0 0 0,0 1 0 0 0,0-1 0 0 0,0 0-1 0 0,0 0 1 0 0,0 0 0 0 0,1 0 0 0 0,-1 0 0 0 0,0 1 0 0 0,1-1 0 0 0,-1 0 0 0 0,0 0 0 0 0,1 0 0 0 0,-1 0 0 0 0,1 0 0 0 0,0 0 0 0 0,-1 0 0 0 0,1 0 0 0 0,0-1 0 0 0,0 1-1 0 0,0 0 1 0 0,-1 0 0 0 0,1 0 0 0 0,0-1 0 0 0,0 1 0 0 0,0 0 0 0 0,0-1 0 0 0,0 1 0 0 0,0-1 0 0 0,2 1 0 0 0,49 18 21 0 0,-45-17-30 0 0,39 11-642 0 0,77 9 0 0 0,-8-13-3321 0 0,-75-8 2095 0 0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7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24 138 236 0 0,'-2'-30'6487'0'0,"-5"58"-6092"0"0,-7 58 0 0 0,14-84-352 0 0,0 8-50 0 0,0-10 29 0 0,0 0 0 0 0,0 0 0 0 0,0 0 1 0 0,0 0-1 0 0,0 0 0 0 0,0 0 1 0 0,0 0-1 0 0,1 0 0 0 0,-1 0 1 0 0,0 0-1 0 0,0 0 0 0 0,0 0 0 0 0,0 0 1 0 0,0 0-1 0 0,0 0 0 0 0,0 0 1 0 0,1 0-1 0 0,-1 0 0 0 0,0 0 0 0 0,0 0 1 0 0,0 0-1 0 0,0 0 0 0 0,0 0 1 0 0,0 0-1 0 0,0 0 0 0 0,1 0 0 0 0,-1 0 1 0 0,0 1-1 0 0,0-1 0 0 0,0 0 1 0 0,0 0-1 0 0,0 0 0 0 0,0 0 0 0 0,0 0 1 0 0,0 0-1 0 0,0 0 0 0 0,0 0 1 0 0,0 0-1 0 0,0 1 0 0 0,1-1 1 0 0,-1 0-1 0 0,0 0 0 0 0,0 0 0 0 0,0 0 1 0 0,0 0-1 0 0,0 0 0 0 0,0 0 1 0 0,0 1-1 0 0,0-1 0 0 0,0 0 0 0 0,20-37 122 0 0,-1-1-1 0 0,19-55 1 0 0,-16 37-74 0 0,-17 66-160 0 0,13 35 95 0 0,-16-42 0 0 0,-1 1 0 0 0,1-1 1 0 0,0 0-1 0 0,0-1 0 0 0,0 1 0 0 0,0 0 1 0 0,0 0-1 0 0,1-1 0 0 0,-1 1 1 0 0,1-1-1 0 0,0 0 0 0 0,3 2 1 0 0,0-2 1 0 0,0 0 1 0 0,0 0 0 0 0,0-1 0 0 0,0 0-1 0 0,1-1 1 0 0,-1 1 0 0 0,0-1 0 0 0,0 0 0 0 0,0-1-1 0 0,1 0 1 0 0,-1 0 0 0 0,0 0 0 0 0,0 0 0 0 0,0-1-1 0 0,0 0 1 0 0,0-1 0 0 0,-1 1 0 0 0,9-6 0 0 0,12-6 11 0 0,-1-2 1 0 0,36-30 0 0 0,-54 41-15 0 0,8-5-7 0 0,-10 11-28 0 0,-12 24-39 0 0,-3 2 81 0 0,6-16-6 0 0,1 1 1 0 0,0-1-1 0 0,1 1 0 0 0,0 0 1 0 0,1 0-1 0 0,0 0 0 0 0,1 0 1 0 0,1 12-1 0 0,0-19 0 0 0,0-1 1 0 0,0 1-1 0 0,1-1 1 0 0,-1 1-1 0 0,1-1 1 0 0,0 0-1 0 0,0 0 0 0 0,1 0 1 0 0,-1 0-1 0 0,1 0 1 0 0,0 0-1 0 0,0-1 1 0 0,0 1-1 0 0,0-1 0 0 0,1 0 1 0 0,0 0-1 0 0,-1 0 1 0 0,1 0-1 0 0,0-1 1 0 0,0 1-1 0 0,0-1 0 0 0,1 0 1 0 0,5 2-1 0 0,-5-2 1 0 0,1-1-1 0 0,-1 1 0 0 0,1-1 1 0 0,0 0-1 0 0,0 0 0 0 0,0-1 1 0 0,0 0-1 0 0,0 0 0 0 0,-1 0 1 0 0,1-1-1 0 0,0 1 0 0 0,0-1 1 0 0,9-4-1 0 0,4-1 13 0 0,-1-2 1 0 0,30-15-1 0 0,-13 4 42 0 0,-33 19-75 0 0,24 6-82 0 0,-23-4 136 0 0,-1 1 0 0 0,1-1-1 0 0,-1 0 1 0 0,1 0 0 0 0,0 0 0 0 0,0 0-1 0 0,0 0 1 0 0,0-1 0 0 0,0 1 0 0 0,0-1 0 0 0,0 0-1 0 0,0 0 1 0 0,1 0 0 0 0,-1 0 0 0 0,6 0-1 0 0,-8-1-30 0 0,-1 0 1 0 0,0 0-1 0 0,0-1 0 0 0,1 1 0 0 0,-1 0 0 0 0,0-1 0 0 0,0 1 1 0 0,0 0-1 0 0,0-1 0 0 0,1 1 0 0 0,-1 0 0 0 0,0-1 0 0 0,0 1 1 0 0,0 0-1 0 0,0-1 0 0 0,0 1 0 0 0,0 0 0 0 0,0-1 0 0 0,0 1 0 0 0,0 0 1 0 0,0-1-1 0 0,0 1 0 0 0,0 0 0 0 0,0-1 0 0 0,0 1 0 0 0,0 0 1 0 0,0-1-1 0 0,0 1 0 0 0,-1 0 0 0 0,1-1 0 0 0,0 1 0 0 0,0 0 1 0 0,0-1-1 0 0,0 1 0 0 0,-1 0 0 0 0,1 0 0 0 0,0-1 0 0 0,-1 1 1 0 0,-9-20 271 0 0,8 16-285 0 0,-22-17 373 0 0,24 21-410 0 0,-1 0 0 0 0,0-1 0 0 0,0 1 0 0 0,1 0 0 0 0,-1 0 0 0 0,0 0 0 0 0,1 0 1 0 0,-1 0-1 0 0,0 0 0 0 0,1 0 0 0 0,-1 0 0 0 0,0 1 0 0 0,1-1 0 0 0,-1 0 0 0 0,0 0 0 0 0,1 0 0 0 0,-1 1 0 0 0,0-1 0 0 0,1 0 0 0 0,-1 1 1 0 0,0-1-1 0 0,1 0 0 0 0,-1 1 0 0 0,1-1 0 0 0,-1 1 0 0 0,1-1 0 0 0,-1 1 0 0 0,1-1 0 0 0,0 1 0 0 0,-1 0 0 0 0,1-1 0 0 0,-1 1 0 0 0,1-1 0 0 0,0 2 1 0 0,-2 0-575 0 0,29 20-4754 0 0,-18-20 3215 0 0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7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56 302 100 0 0,'0'0'526'0'0,"-4"3"-44"0"0,-9 10-30 0 0,9-10 389 0 0,4-2-686 0 0,0 0 0 0 0,-1-1 1 0 0,1 1-1 0 0,0 0 0 0 0,0 0 0 0 0,0 0 1 0 0,0 0-1 0 0,0 0 0 0 0,0-1 0 0 0,0 1 1 0 0,0 0-1 0 0,1 0 0 0 0,-1 0 0 0 0,0 0 0 0 0,0-1 1 0 0,1 1-1 0 0,-1 0 0 0 0,0 0 0 0 0,1 0 1 0 0,-1-1-1 0 0,1 1 0 0 0,-1 0 0 0 0,1-1 1 0 0,0 2-1 0 0,4-4-19 0 0,-1 0 1 0 0,1 0-1 0 0,-1-1 0 0 0,0 1 1 0 0,1-1-1 0 0,-1 0 1 0 0,-1 0-1 0 0,1-1 0 0 0,0 1 1 0 0,-1-1-1 0 0,0 1 0 0 0,0-1 1 0 0,0 0-1 0 0,5-9 1 0 0,-4 5 33 0 0,-1 0 0 0 0,0 0 0 0 0,-1-1 0 0 0,1 1 0 0 0,-1-1 0 0 0,-1 0 0 0 0,1-16 0 0 0,-2-1 156 0 0,-1 1 0 0 0,-2 0 0 0 0,-1 0-1 0 0,0 0 1 0 0,-9-27 0 0 0,12 51-333 0 0,1 0 1 0 0,0 0-1 0 0,0 0 0 0 0,-1 0 0 0 0,1-1 1 0 0,-1 1-1 0 0,1 0 0 0 0,-1 0 0 0 0,1 0 1 0 0,-1 0-1 0 0,0 0 0 0 0,1 0 0 0 0,-1 0 1 0 0,0 0-1 0 0,0 0 0 0 0,0 1 0 0 0,0-1 1 0 0,0 0-1 0 0,0 0 0 0 0,0 1 0 0 0,0-1 1 0 0,0 1-1 0 0,0-1 0 0 0,0 1 0 0 0,0-1 1 0 0,0 1-1 0 0,0 0 0 0 0,0-1 0 0 0,-1 1 1 0 0,1 0-1 0 0,0 0 0 0 0,0 0 0 0 0,0 0 1 0 0,-1 0-1 0 0,1 0 0 0 0,0 0 0 0 0,0 0 0 0 0,0 1 1 0 0,0-1-1 0 0,-1 0 0 0 0,1 1 0 0 0,0-1 1 0 0,0 1-1 0 0,0-1 0 0 0,0 1 0 0 0,0-1 1 0 0,-2 2-1 0 0,-2 2-840 0 0,-1 0 1 0 0,1 0-1 0 0,0 0 1 0 0,0 0-1 0 0,0 1 1 0 0,1-1-1 0 0,-5 8 0 0 0,3-4-1711 0 0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7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0 322 532 0 0,'140'-55'5457'0'0,"-119"48"-5165"0"0,1 2 0 0 0,-1 0 0 0 0,43-4-1 0 0,-42 7-240 0 0,1-1 0 0 0,40-12 0 0 0,-55 12-39 0 0,1 0 0 0 0,-1-1 0 0 0,0 0 0 0 0,-1 0 1 0 0,1-1-1 0 0,-1 0 0 0 0,0 0 0 0 0,0 0 1 0 0,0-1-1 0 0,-1 0 0 0 0,7-9 0 0 0,-10 11 79 0 0,0 0 0 0 0,0 0 0 0 0,0 0 0 0 0,0-1-1 0 0,-1 0 1 0 0,0 1 0 0 0,1-1 0 0 0,-2 0 0 0 0,1 0-1 0 0,-1 0 1 0 0,1 0 0 0 0,-2 0 0 0 0,1-1 0 0 0,0 1-1 0 0,-1 0 1 0 0,0 0 0 0 0,0-1 0 0 0,-1 1 0 0 0,1 0 0 0 0,-1 0-1 0 0,0 0 1 0 0,0 0 0 0 0,-1 0 0 0 0,0 0 0 0 0,0 0-1 0 0,0 0 1 0 0,0 0 0 0 0,-1 1 0 0 0,-5-8 0 0 0,8 12-63 0 0,-1 0 1 0 0,0-1 0 0 0,0 1 0 0 0,0-1 0 0 0,1 1 0 0 0,-1 0 0 0 0,0 0 0 0 0,0 0-1 0 0,0-1 1 0 0,0 1 0 0 0,0 0 0 0 0,0 0 0 0 0,1 0 0 0 0,-1 0 0 0 0,0 0-1 0 0,0 1 1 0 0,0-1 0 0 0,0 0 0 0 0,0 0 0 0 0,0 0 0 0 0,1 1 0 0 0,-1-1-1 0 0,0 1 1 0 0,0-1 0 0 0,0 0 0 0 0,0 2 0 0 0,-21 13 278 0 0,18-10-262 0 0,0 0-1 0 0,0 0 0 0 0,1 0 0 0 0,0 1 0 0 0,0-1 0 0 0,0 1 0 0 0,1-1 1 0 0,0 1-1 0 0,0 0 0 0 0,0 0 0 0 0,1 0 0 0 0,-1 7 0 0 0,-5 77 219 0 0,13 8-876 0 0,0 14-6223 0 0,-6-93 4218 0 0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2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89 336 0 0,'2'-78'4876'0'0,"-2"75"-4410"0"0,0-4 80 0 0,0 7-517 0 0,0 0 1 0 0,0 0-1 0 0,0 0 0 0 0,0 0 0 0 0,0 0 0 0 0,0 0 0 0 0,0 1 1 0 0,0-1-1 0 0,0 0 0 0 0,0 0 0 0 0,0 0 0 0 0,0 0 1 0 0,-1 0-1 0 0,1 0 0 0 0,0 0 0 0 0,0 0 0 0 0,0 0 0 0 0,0 0 1 0 0,0 0-1 0 0,0 0 0 0 0,0 0 0 0 0,0 0 0 0 0,-1 0 0 0 0,1 0 1 0 0,0 0-1 0 0,0 0 0 0 0,0 0 0 0 0,0 0 0 0 0,0 0 0 0 0,0 0 1 0 0,0 0-1 0 0,0 0 0 0 0,-1 0 0 0 0,1 0 0 0 0,0 0 0 0 0,0 0 1 0 0,0 0-1 0 0,0 0 0 0 0,0 0 0 0 0,0 0 0 0 0,0 0 1 0 0,0 0-1 0 0,0 0 0 0 0,0 0 0 0 0,-1 0 0 0 0,1-1 0 0 0,-18 38 295 0 0,2 1-1 0 0,2 1 0 0 0,1 0 0 0 0,-14 77 0 0 0,3-21-84 0 0,-2 51 159 0 0,16-80-1581 0 0,10-65 620 0 0,1 17-3823 0 0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3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1 113 188 0 0,'0'0'313'0'0,"4"2"-18"0"0,11 3-139 0 0,0-1 0 0 0,0-1 0 0 0,1 0-1 0 0,0-1 1 0 0,-1 0 0 0 0,1-2 0 0 0,0 0 0 0 0,16-2 0 0 0,2 2-13 0 0,4 0 2 0 0,76 2 406 0 0,0-6 0 0 0,195-30 0 0 0,-297 31-298 0 0,-11 2-220 0 0,0 0 0 0 0,1 1 1 0 0,-1-1-1 0 0,1 1 0 0 0,-1 0 1 0 0,0-1-1 0 0,1 1 0 0 0,-1 0 1 0 0,1 0-1 0 0,-1 0 0 0 0,1 0 1 0 0,-1 0-1 0 0,1 0 0 0 0,-1 0 1 0 0,1 1-1 0 0,-1-1 0 0 0,0 0 1 0 0,1 1-1 0 0,-1-1 0 0 0,0 1 1 0 0,1 0-1 0 0,1 1 0 0 0,-1-1 39 0 0,-2 4-3 0 0,-1-3-49 0 0,1 1 0 0 0,0-1 0 0 0,-1 1 1 0 0,1-1-1 0 0,0 0 0 0 0,0 1 0 0 0,1-1 0 0 0,-1 1 0 0 0,0-1 1 0 0,1 0-1 0 0,0 1 0 0 0,-1-1 0 0 0,1 0 0 0 0,0 0 0 0 0,0 1 1 0 0,0-1-1 0 0,1 0 0 0 0,-1 0 0 0 0,0 0 0 0 0,1 0 0 0 0,-1 0 1 0 0,1-1-1 0 0,3 4 0 0 0,-3-4 90 0 0,12-1 673 0 0,-12-3-741 0 0,-1 1 1 0 0,1-1-1 0 0,0 1 1 0 0,-1-1-1 0 0,0 1 1 0 0,0-1-1 0 0,0 1 1 0 0,0-1-1 0 0,0 0 1 0 0,0 0-1 0 0,-1 0 1 0 0,1 1-1 0 0,-1-1 1 0 0,0 0-1 0 0,0 0 1 0 0,0 0-1 0 0,0 0 1 0 0,-1 0 0 0 0,1 0-1 0 0,-1 1 1 0 0,1-1-1 0 0,-1 0 1 0 0,0 0-1 0 0,0 1 1 0 0,0-1-1 0 0,-2-2 1 0 0,-2-6 131 0 0,0 0 0 0 0,-1 1 0 0 0,0 0 0 0 0,0 0 0 0 0,-12-14 0 0 0,17 23-298 0 0,1 1-19 0 0,0 0 0 0 0,0 0 0 0 0,-1-1 1 0 0,1 1-1 0 0,0 0 0 0 0,0-1 0 0 0,0 1 0 0 0,0 0 0 0 0,-1 0 1 0 0,1 0-1 0 0,0-1 0 0 0,0 1 0 0 0,-1 0 0 0 0,1 0 0 0 0,0 0 0 0 0,0-1 1 0 0,-1 1-1 0 0,1 0 0 0 0,0 0 0 0 0,0 0 0 0 0,-1 0 0 0 0,1 0 1 0 0,0 0-1 0 0,-1 0 0 0 0,1 0 0 0 0,0 0 0 0 0,-1 0 0 0 0,1 0 1 0 0,0 0-1 0 0,0 0 0 0 0,-1 0 0 0 0,1 0 0 0 0,0 0 0 0 0,-1 0 0 0 0,1 0 1 0 0,0 0-1 0 0,-1 0 0 0 0,-10 14-1726 0 0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4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59 656 0 0,'-13'41'4201'0'0,"-17"52"-3145"0"0,5-11-532 0 0,-43 148 498 0 0,56-205-437 0 0,10-45 79 0 0,7-46-220 0 0,0 37-412 0 0,1 1 0 0 0,1 0 1 0 0,2 1-1 0 0,1-1 0 0 0,1 2 0 0 0,1 0 0 0 0,1 0 0 0 0,1 1 0 0 0,2 1 1 0 0,0 0-1 0 0,2 1 0 0 0,0 1 0 0 0,29-26 0 0 0,-40 41-30 0 0,0 1 0 0 0,1 0-1 0 0,0 1 1 0 0,0 0 0 0 0,0 0 0 0 0,1 0-1 0 0,-1 1 1 0 0,1 1 0 0 0,0-1 0 0 0,1 2-1 0 0,-1-1 1 0 0,18-2 0 0 0,-24 5-4 0 0,-1 0 0 0 0,0 0 0 0 0,1 0 0 0 0,-1 1-1 0 0,0-1 1 0 0,1 1 0 0 0,-1-1 0 0 0,0 1 0 0 0,0 0 0 0 0,1 0 0 0 0,-1 0 0 0 0,0 0 0 0 0,0 0 0 0 0,0 0 0 0 0,0 0 0 0 0,0 1 0 0 0,0-1-1 0 0,-1 1 1 0 0,1 0 0 0 0,0-1 0 0 0,1 4 0 0 0,-1-2 0 0 0,0 1 0 0 0,0-1 1 0 0,-1 1-1 0 0,0-1 0 0 0,1 1 0 0 0,-1 0 0 0 0,-1 0 0 0 0,1 0 1 0 0,-1-1-1 0 0,1 1 0 0 0,-1 0 0 0 0,0 4 0 0 0,-1 0 4 0 0,1 0 0 0 0,-1 0 0 0 0,-1 0 0 0 0,1-1 0 0 0,-2 1 0 0 0,1-1 0 0 0,-1 1 0 0 0,0-1 0 0 0,0 0-1 0 0,-1 0 1 0 0,0 0 0 0 0,-6 8 0 0 0,-57 43-87 0 0,28-27-5781 0 0,34-27 3821 0 0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4.4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1 452 0 0,'0'0'4577'0'0,"-5"4"-4224"0"0,-6 9 30 0 0,0 0 0 0 0,1 1 1 0 0,0 0-1 0 0,-9 20 0 0 0,16-28-459 0 0,-23 44-310 0 0,7-22-3552 0 0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4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1 532 0 0,'-13'3'1810'0'0,"11"-2"-1438"0"0,-1-1-1 0 0,1 1 0 0 0,0 0 1 0 0,-1 0-1 0 0,1 0 1 0 0,-1 0-1 0 0,1 0 0 0 0,0 1 1 0 0,0-1-1 0 0,0 0 0 0 0,-4 4 1446 0 0,50 36-435 0 0,12-8-1269 0 0,70 29 1 0 0,5-15-5545 0 0,-83-33 2945 0 0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6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6 48 0 0,'0'0'1327'0'0,"-15"-6"-330"0"0,10 7-962 0 0,1 1-1 0 0,-1-1 1 0 0,1 1-1 0 0,-1 0 1 0 0,1 0-1 0 0,0 0 1 0 0,0 1-1 0 0,0-1 1 0 0,0 1-1 0 0,1 0 1 0 0,-1 0-1 0 0,1 1 1 0 0,-1-1-1 0 0,1 1 1 0 0,0-1-1 0 0,1 1 1 0 0,-1 0-1 0 0,1 0 1 0 0,-1 0-1 0 0,1 1 1 0 0,0-1-1 0 0,1 0 1 0 0,-1 1-1 0 0,1-1 1 0 0,0 1-1 0 0,0-1 1 0 0,0 1-1 0 0,1 0 0 0 0,-1 8 1 0 0,1 38-2061 0 0,0-37 1249 0 0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49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418 86 180 0 0,'0'0'948'0'0,"3"-7"-495"0"0,-4 1 2313 0 0,0 2-2679 0 0,0 0-1 0 0,-1 1 1 0 0,1-1 0 0 0,-1 0-1 0 0,0 1 1 0 0,0 0-1 0 0,0-1 1 0 0,0 1 0 0 0,-1 0-1 0 0,1 0 1 0 0,-1 0 0 0 0,0 0-1 0 0,0 0 1 0 0,0 1-1 0 0,0-1 1 0 0,0 1 0 0 0,0 0-1 0 0,-1 0 1 0 0,1 0 0 0 0,-1 1-1 0 0,0-1 1 0 0,1 1-1 0 0,-1 0 1 0 0,0 0 0 0 0,0 0-1 0 0,0 0 1 0 0,-5 0 0 0 0,-12-1-21 0 0,0 1 1 0 0,0 1-1 0 0,-1 1 1 0 0,1 0-1 0 0,0 2 1 0 0,0 0 0 0 0,1 2-1 0 0,-1 0 1 0 0,1 1-1 0 0,0 1 1 0 0,0 1-1 0 0,-36 21 1 0 0,54-28-36 0 0,-1 1 0 0 0,1 0 0 0 0,0 0 0 0 0,0 0 0 0 0,0 0 0 0 0,0 0-1 0 0,0 0 1 0 0,1 0 0 0 0,-1 0 0 0 0,1 1 0 0 0,-1-1 0 0 0,1 1 0 0 0,0-1 0 0 0,0 1 0 0 0,0-1 0 0 0,0 1 0 0 0,0 0 0 0 0,1 0-1 0 0,-1-1 1 0 0,1 1 0 0 0,-1 0 0 0 0,1 0 0 0 0,0-1 0 0 0,0 1 0 0 0,1 0 0 0 0,-1 0 0 0 0,1 0 0 0 0,-1-1 0 0 0,1 1-1 0 0,1 3 1 0 0,0-1 1 0 0,0-1 0 0 0,0 1 0 0 0,0-1 0 0 0,0 0 0 0 0,1 0-1 0 0,0 0 1 0 0,0-1 0 0 0,0 1 0 0 0,0-1 0 0 0,0 1 0 0 0,1-1-1 0 0,-1 0 1 0 0,1 0 0 0 0,0-1 0 0 0,0 1 0 0 0,0-1 0 0 0,7 3 0 0 0,21 6 33 0 0,1-3 0 0 0,1 0 1 0 0,38 3-1 0 0,43-3-5662 0 0,-94-7 3439 0 0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53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2 492 0 0,'-85'-2'3284'0'0,"84"2"-3255"0"0,1 0 0 0 0,-1 0-1 0 0,1 0 1 0 0,-1 0-1 0 0,1 0 1 0 0,0 0 0 0 0,-1 1-1 0 0,1-1 1 0 0,0 0-1 0 0,-1 0 1 0 0,1 0 0 0 0,-1 0-1 0 0,1 1 1 0 0,0-1-1 0 0,-1 0 1 0 0,1 0 0 0 0,0 1-1 0 0,0-1 1 0 0,-1 0-1 0 0,1 0 1 0 0,0 1 0 0 0,0-1-1 0 0,-1 0 1 0 0,1 1-1 0 0,0-1 1 0 0,0 1 0 0 0,0-1-1 0 0,-1 0 1 0 0,1 1-1 0 0,0-1 1 0 0,0 0 0 0 0,0 1-1 0 0,0-1 1 0 0,0 1 0 0 0,0-1-1 0 0,0 1 1 0 0,7 18 474 0 0,16 13-77 0 0,-17-26-328 0 0,0-1-19 0 0,-1 0 0 0 0,0 0 0 0 0,0 0 0 0 0,0 1 0 0 0,-1 0 0 0 0,0 0 0 0 0,0 0 0 0 0,0 0 1 0 0,4 13-1 0 0,-8-18 74 0 0,-22 20-42 0 0,-8-8-610 0 0,7-4-3078 0 0,12-5 1976 0 0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54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66 428 0 0,'-1'-41'4106'0'0,"0"39"-4012"0"0,-1 0 1 0 0,1 1-1 0 0,0-1 1 0 0,0 0-1 0 0,-1 1 0 0 0,1 0 1 0 0,-1-1-1 0 0,1 1 1 0 0,-1 0-1 0 0,1 0 1 0 0,-1-1-1 0 0,0 1 1 0 0,0 1-1 0 0,1-1 1 0 0,-1 0-1 0 0,0 0 1 0 0,0 1-1 0 0,0-1 0 0 0,-4 0 1 0 0,1 1 9 0 0,-1-1 1 0 0,1 1-1 0 0,-1 0 0 0 0,0 1 1 0 0,1-1-1 0 0,-1 1 1 0 0,-6 2-1 0 0,-1 1 12 0 0,0 1 1 0 0,0 0-1 0 0,0 0 1 0 0,0 1-1 0 0,-15 11 1 0 0,22-13-75 0 0,0 0 0 0 0,0 0 1 0 0,1 0-1 0 0,0 1 0 0 0,0 0 1 0 0,0 0-1 0 0,0 0 0 0 0,1 1 1 0 0,0 0-1 0 0,0-1 0 0 0,0 1 1 0 0,1 1-1 0 0,0-1 0 0 0,0 0 1 0 0,1 1-1 0 0,-1 0 0 0 0,1-1 0 0 0,-1 14 1 0 0,3-18-33 0 0,0 0 0 0 0,0 1 0 0 0,0-1-1 0 0,1 0 1 0 0,-1 0 0 0 0,1 1 0 0 0,0-1 0 0 0,0 0 0 0 0,0 0 0 0 0,0 0 0 0 0,0 0 0 0 0,0 0 0 0 0,0 0 0 0 0,1 0-1 0 0,-1 0 1 0 0,1-1 0 0 0,-1 1 0 0 0,1 0 0 0 0,0-1 0 0 0,-1 1 0 0 0,1-1 0 0 0,0 0 0 0 0,0 0 0 0 0,0 1 0 0 0,0-1 0 0 0,0 0-1 0 0,1-1 1 0 0,-1 1 0 0 0,0 0 0 0 0,0-1 0 0 0,0 1 0 0 0,1-1 0 0 0,-1 0 0 0 0,0 0 0 0 0,1 1 0 0 0,-1-2 0 0 0,5 1-1 0 0,5-1 19 0 0,1 0-1 0 0,-1 0 1 0 0,1-1-1 0 0,-1-1 1 0 0,15-4-1 0 0,-14 1-3 0 0,0 1 0 0 0,0-2 0 0 0,0 0 0 0 0,-1 0 0 0 0,-1-1 0 0 0,13-11 0 0 0,19-12-14 0 0,-42 30 8 0 0,-1 1-25 0 0,0 0 4 0 0,1 0 1 0 0,-1-1-1 0 0,0 1 1 0 0,0 0 0 0 0,0 0-1 0 0,0-1 1 0 0,0 1 0 0 0,1 0-1 0 0,-1 0 1 0 0,0 0 0 0 0,0 0-1 0 0,0-1 1 0 0,0 1 0 0 0,1 0-1 0 0,-1 0 1 0 0,0 0 0 0 0,0 0-1 0 0,1 0 1 0 0,-1 0-1 0 0,0 0 1 0 0,0 0 0 0 0,0-1-1 0 0,1 1 1 0 0,-1 0 0 0 0,0 0-1 0 0,0 0 1 0 0,1 0 0 0 0,-1 0-1 0 0,0 0 1 0 0,0 0 0 0 0,1 0-1 0 0,-1 1 1 0 0,0-1 0 0 0,0 0-1 0 0,1 0 1 0 0,-1 0-1 0 0,0 0 1 0 0,0 0 0 0 0,0 0-1 0 0,1 0 1 0 0,-1 0 0 0 0,0 1-1 0 0,0-1 1 0 0,0 0 0 0 0,1 0-1 0 0,-1 0 1 0 0,0 0 0 0 0,0 1-1 0 0,0-1 1 0 0,0 0 0 0 0,1 1-1 0 0,-1 14-3 0 0,-1-8 3 0 0,1 1 0 0 0,0 0 0 0 0,1 0 0 0 0,0-1 0 0 0,0 1 0 0 0,1 0 0 0 0,0-1 0 0 0,0 1 0 0 0,1-1 0 0 0,6 13 1 0 0,-8-19 4 0 0,1 1 1 0 0,-1 0 0 0 0,1-1 0 0 0,0 0 0 0 0,0 1 0 0 0,0-1 0 0 0,0 0 0 0 0,0 0 0 0 0,0 0 0 0 0,0 0 0 0 0,0-1-1 0 0,0 1 1 0 0,0 0 0 0 0,0-1 0 0 0,1 0 0 0 0,-1 1 0 0 0,0-1 0 0 0,0 0 0 0 0,1 0 0 0 0,-1 0 0 0 0,0 0 0 0 0,0-1 0 0 0,0 1-1 0 0,1-1 1 0 0,-1 1 0 0 0,0-1 0 0 0,3-1 0 0 0,67-24 50 0 0,-63 22-34 0 0,48-22 5 0 0,80-48 1 0 0,-135 73-30 0 0,0-1 0 0 0,0 1 1 0 0,1 0-1 0 0,-1 0 1 0 0,0 0-1 0 0,1 0 1 0 0,-1 0-1 0 0,1 1 1 0 0,0-1-1 0 0,-1 1 0 0 0,1 0 1 0 0,-1 0-1 0 0,1-1 1 0 0,0 2-1 0 0,-1-1 1 0 0,1 0-1 0 0,-1 0 1 0 0,1 1-1 0 0,0 0 0 0 0,-1-1 1 0 0,1 1-1 0 0,3 2 1 0 0,2 2-4 0 0,0 0 0 0 0,0 1 0 0 0,0 0 0 0 0,13 13 0 0 0,-15-13 13 0 0,0 0 0 0 0,0 0 0 0 0,1-1 0 0 0,0 0 0 0 0,0 0 0 0 0,0-1 0 0 0,11 5 1 0 0,-7-5 50 0 0,1-1 0 0 0,-1-1 0 0 0,0 0 0 0 0,1-1 0 0 0,0 0 0 0 0,-1 0 0 0 0,1-1 0 0 0,-1-1 0 0 0,1 0 0 0 0,-1-1 0 0 0,1 0 1 0 0,-1 0-1 0 0,0-1 0 0 0,0-1 0 0 0,0 0 0 0 0,0 0 0 0 0,0-1 0 0 0,-1-1 0 0 0,0 0 0 0 0,0 0 0 0 0,-1-1 0 0 0,0 0 0 0 0,0 0 1 0 0,8-10-1 0 0,-14 9 356 0 0,-3 8-386 0 0,0-1 0 0 0,0 1 1 0 0,0 0-1 0 0,0-1 0 0 0,0 1 1 0 0,0 0-1 0 0,0-1 0 0 0,0 1 1 0 0,0-1-1 0 0,0 1 0 0 0,0 0 1 0 0,0-1-1 0 0,0 1 0 0 0,0 0 1 0 0,0-1-1 0 0,0 1 0 0 0,0 0 1 0 0,1-1-1 0 0,-1 1 0 0 0,0 0 1 0 0,0-1-1 0 0,0 1 0 0 0,1 0 1 0 0,-1-1-1 0 0,0 1 0 0 0,0 0 1 0 0,1 0-1 0 0,-1-1 0 0 0,0 1 1 0 0,1 0-1 0 0,-1 0 0 0 0,0-1 1 0 0,1 1-1 0 0,-1 0 0 0 0,0 0 1 0 0,1 0-1 0 0,-1 0 0 0 0,0 0 0 0 0,1 0 1 0 0,-1 0-1 0 0,0-1 0 0 0,1 1 1 0 0,-1 0-1 0 0,1 0 0 0 0,13 33 127 0 0,4 9-1974 0 0,-5-20-4178 0 0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56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69 200 0 0,'19'-67'4632'0'0,"-18"65"-3652"0"0,1 4-917 0 0,1 1-1 0 0,-1-1 1 0 0,1 1 0 0 0,-1 0-1 0 0,0 0 1 0 0,0-1 0 0 0,0 1 0 0 0,0 1-1 0 0,-1-1 1 0 0,1 0 0 0 0,1 7-1 0 0,0-3 69 0 0,16 37 215 0 0,-2 1 0 0 0,14 61 1 0 0,-2-4 133 0 0,-29-101-448 0 0,0-1 0 0 0,0 1 0 0 0,1-1-1 0 0,-1 1 1 0 0,0-1 0 0 0,0 0 0 0 0,0 1 0 0 0,0-1 0 0 0,1 1-1 0 0,-1-1 1 0 0,0 1 0 0 0,0-1 0 0 0,1 0 0 0 0,-1 1 0 0 0,0-1-1 0 0,1 0 1 0 0,-1 1 0 0 0,0-1 0 0 0,1 0 0 0 0,-1 1 0 0 0,0-1-1 0 0,1 0 1 0 0,-1 0 0 0 0,1 0 0 0 0,-1 1 0 0 0,1-1 0 0 0,-1 0-1 0 0,0 0 1 0 0,1 0 0 0 0,-1 0 0 0 0,1 0 0 0 0,-1 0 0 0 0,1 0-1 0 0,-1 0 1 0 0,1 0 0 0 0,0 0 0 0 0,17-13 340 0 0,12-32-209 0 0,-29 43-82 0 0,15-26 21 0 0,66-102 223 0 0,-25 59-220 0 0,-13 32-63 0 0,-42 37-171 0 0,1 0 0 0 0,0 1 0 0 0,0-1 0 0 0,0 1 0 0 0,0-1 0 0 0,0 1 0 0 0,0 0 0 0 0,1 0 1 0 0,-1 1-1 0 0,0-1 0 0 0,5 0 0 0 0,-7 1-168 0 0,1 0-1 0 0,-1 0 1 0 0,1 0-1 0 0,-1 1 1 0 0,1-1 0 0 0,-1 0-1 0 0,1 0 1 0 0,-1 1 0 0 0,1-1-1 0 0,-1 1 1 0 0,1 0 0 0 0,-1-1-1 0 0,0 1 1 0 0,1 0-1 0 0,-1 0 1 0 0,0 0 0 0 0,2 2-1 0 0,4 4-1772 0 0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57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21 156 228 0 0,'8'-8'431'0'0,"0"1"-1"0"0,0-2 1 0 0,-1 1 0 0 0,0-1 0 0 0,-1 0-1 0 0,0 0 1 0 0,0 0 0 0 0,-1-1-1 0 0,0 0 1 0 0,0 0 0 0 0,-2-1-1 0 0,4-11 1 0 0,-6 19-214 0 0,-1 1 64 0 0,0 2-262 0 0,0-1 0 0 0,1 1-1 0 0,-1 0 1 0 0,0-1-1 0 0,0 1 1 0 0,0 0 0 0 0,0 0-1 0 0,0-1 1 0 0,0 1-1 0 0,0 0 1 0 0,0-1 0 0 0,0 1-1 0 0,0 0 1 0 0,0-1 0 0 0,0 1-1 0 0,0 0 1 0 0,0-1-1 0 0,0 1 1 0 0,0 0 0 0 0,0-1-1 0 0,0 1 1 0 0,0 0-1 0 0,0-1 1 0 0,-1 1 0 0 0,1 0-1 0 0,0 0 1 0 0,0-1 0 0 0,0 1-1 0 0,0 0 1 0 0,-1-1-1 0 0,1 1 1 0 0,0 0 0 0 0,0 0-1 0 0,-1 0 1 0 0,1-1-1 0 0,0 1 1 0 0,-1 0 0 0 0,-2 0 0 0 0,0 1 0 0 0,0-1 0 0 0,0 1 0 0 0,0-1 0 0 0,0 1 0 0 0,0 0 0 0 0,0 1 0 0 0,0-1 0 0 0,0 0 0 0 0,1 1 0 0 0,-1-1 0 0 0,0 1 0 0 0,1 0 0 0 0,-1 0 0 0 0,1 0 0 0 0,0 0 0 0 0,-3 4 0 0 0,0 0 9 0 0,0 0 1 0 0,1 0-1 0 0,0 1 0 0 0,0 0 0 0 0,0 0 0 0 0,1 0 1 0 0,-3 10-1 0 0,3-11-9 0 0,1 1 0 0 0,0-1 1 0 0,0 1-1 0 0,1 0 0 0 0,0 0 0 0 0,0-1 1 0 0,1 1-1 0 0,-1 0 0 0 0,1 0 0 0 0,1 0 1 0 0,0 0-1 0 0,0-1 0 0 0,0 1 0 0 0,0 0 1 0 0,1-1-1 0 0,1 1 0 0 0,-1-1 0 0 0,6 10 1 0 0,-6-13-15 0 0,0-1 0 0 0,0 1 0 0 0,1-1 1 0 0,-1 0-1 0 0,1 0 0 0 0,0 0 0 0 0,0 0 0 0 0,0-1 1 0 0,-1 1-1 0 0,1-1 0 0 0,1 1 0 0 0,-1-1 1 0 0,0 0-1 0 0,0-1 0 0 0,0 1 0 0 0,1 0 0 0 0,-1-1 1 0 0,0 0-1 0 0,1 0 0 0 0,-1 0 0 0 0,0 0 0 0 0,1 0 1 0 0,-1 0-1 0 0,0-1 0 0 0,0 0 0 0 0,1 0 1 0 0,-1 0-1 0 0,5-2 0 0 0,11-5 47 0 0,-1-1 1 0 0,0-1-1 0 0,30-20 0 0 0,-10 5-17 0 0,-14 9-40 0 0,-20 12 3 0 0,0 1 0 0 0,1 0 0 0 0,-1-1 0 0 0,1 2 0 0 0,-1-1 0 0 0,1 0 0 0 0,0 1 0 0 0,0 0 0 0 0,1 0 0 0 0,-1 1 0 0 0,0-1 0 0 0,0 1 0 0 0,1 0 0 0 0,-1 1 0 0 0,1-1 0 0 0,-1 1 0 0 0,7 0 0 0 0,-1 2 7 0 0,1 1 1 0 0,-1 0-1 0 0,0 0 1 0 0,0 1 0 0 0,0 1-1 0 0,10 5 1 0 0,-10-4 1 0 0,0-1 0 0 0,0-1 0 0 0,0 1 0 0 0,1-2 0 0 0,13 3 0 0 0,-10-4 0 0 0,-1 0 0 0 0,1-2-1 0 0,0 1 1 0 0,0-2 0 0 0,0 0-1 0 0,0-1 1 0 0,0 0 0 0 0,-1-1-1 0 0,1-1 1 0 0,-1 0 0 0 0,0-1-1 0 0,0-1 1 0 0,-1 0 0 0 0,1-1 0 0 0,-1 0-1 0 0,-1-1 1 0 0,1 0 0 0 0,-1-1-1 0 0,-1-1 1 0 0,0 0 0 0 0,18-20-1 0 0,-4-5 298 0 0,-24 33-300 0 0,0 25-3 0 0,-1-20 3 0 0,0-1 0 0 0,1 0 0 0 0,-1 0 0 0 0,1 0 0 0 0,-1 0-1 0 0,1 0 1 0 0,0-1 0 0 0,0 1 0 0 0,0 0 0 0 0,0 0 0 0 0,0 0 0 0 0,0-1 0 0 0,0 1 0 0 0,1 0-1 0 0,-1-1 1 0 0,1 1 0 0 0,-1-1 0 0 0,1 0 0 0 0,0 0 0 0 0,-1 1 0 0 0,1-1 0 0 0,0 0 0 0 0,0 0-1 0 0,0 0 1 0 0,0-1 0 0 0,0 1 0 0 0,0 0 0 0 0,0-1 0 0 0,0 1 0 0 0,0-1 0 0 0,0 0 0 0 0,0 0-1 0 0,0 0 1 0 0,0 0 0 0 0,4 0 0 0 0,1 0 6 0 0,1-1-1 0 0,0 1 0 0 0,-1-1 1 0 0,1-1-1 0 0,0 1 1 0 0,-1-1-1 0 0,0-1 0 0 0,8-2 1 0 0,4-6 7 0 0,-1 0 1 0 0,19-17-1 0 0,3 0-40 0 0,-39 27 0 0 0,-1 1 22 0 0,0 0 0 0 0,0 0 0 0 0,0 0 0 0 0,0 1 0 0 0,0-1 0 0 0,0 0 0 0 0,1 0 0 0 0,-1 0 0 0 0,0 0 0 0 0,0 0 0 0 0,0 1 0 0 0,0-1 0 0 0,0 0 0 0 0,0 0 0 0 0,0 0 0 0 0,0 0 0 0 0,0 0 0 0 0,0 1 0 0 0,0-1 0 0 0,1 0 0 0 0,-1 0 0 0 0,0 0 0 0 0,0 0 0 0 0,0 0 0 0 0,0 0 0 0 0,0 0 0 0 0,1 0 0 0 0,-1 1-1 0 0,0-1 1 0 0,0 0 0 0 0,0 0 0 0 0,0 0 0 0 0,0 0 0 0 0,1 0 0 0 0,-1 0 0 0 0,0 0 0 0 0,0 0 0 0 0,0 0 0 0 0,0 0 0 0 0,1 0 0 0 0,-1 0 0 0 0,0 0 0 0 0,0 0 0 0 0,0 0 0 0 0,0 0 0 0 0,1 0 0 0 0,-1 0 0 0 0,0-1 0 0 0,0 1 0 0 0,0 0 0 0 0,0 0 0 0 0,0 0 0 0 0,1 0 0 0 0,-1 0 0 0 0,0 0 0 0 0,0 0-1 0 0,0 0 1 0 0,0-1 0 0 0,0 1 0 0 0,0 0 0 0 0,0 0 0 0 0,1 0 0 0 0,-1 0 0 0 0,0 0 0 0 0,0-1 0 0 0,8 15-24 0 0,-8 4 20 0 0,0 1 0 0 0,-1-1-1 0 0,-1 1 1 0 0,0-1 0 0 0,-2 0-1 0 0,0 0 1 0 0,-12 32 0 0 0,8-25 0 0 0,-30 83-1 0 0,-53 107 1 0 0,-10 26 66 0 0,91-215-45 0 0,-37 91-22 0 0,41-103-11 0 0,-2-1 0 0 0,1 0 0 0 0,-2 0 0 0 0,0-1 0 0 0,0 0 0 0 0,-14 13-1 0 0,22-24 35 0 0,1 0 0 0 0,-1 1-1 0 0,0-1 1 0 0,0 0-1 0 0,-1 0 1 0 0,1 0-1 0 0,0 0 1 0 0,0 0 0 0 0,0 0-1 0 0,-1 0 1 0 0,1-1-1 0 0,0 1 1 0 0,-1 0-1 0 0,1-1 1 0 0,-1 1-1 0 0,1-1 1 0 0,0 1 0 0 0,-1-1-1 0 0,1 0 1 0 0,-1 1-1 0 0,0-1 1 0 0,1 0-1 0 0,-1 0 1 0 0,1 0 0 0 0,-1 0-1 0 0,1-1 1 0 0,-1 1-1 0 0,1 0 1 0 0,-1-1-1 0 0,1 1 1 0 0,-1-1-1 0 0,1 1 1 0 0,0-1 0 0 0,-1 1-1 0 0,1-1 1 0 0,0 0-1 0 0,-1 0 1 0 0,1 0-1 0 0,0 0 1 0 0,0 0-1 0 0,0 0 1 0 0,0 0 0 0 0,0 0-1 0 0,0 0 1 0 0,0-1-1 0 0,0 1 1 0 0,0 0-1 0 0,1-1 1 0 0,-2-1 0 0 0,-2-5 39 0 0,1 0 1 0 0,0 0-1 0 0,0-1 1 0 0,1 1-1 0 0,0-1 1 0 0,-2-17 0 0 0,4 7-15 0 0,0-1 0 0 0,1 1 0 0 0,1 0 0 0 0,1 0 0 0 0,1 0 0 0 0,0 1 1 0 0,2-1-1 0 0,0 1 0 0 0,1 0 0 0 0,0 0 0 0 0,2 1 0 0 0,0 0 0 0 0,1 1 1 0 0,1 0-1 0 0,23-27 0 0 0,-12 17-382 0 0,1 2-1 0 0,1 1 1 0 0,34-26 0 0 0,-28 27-1421 0 0,2 1 0 0 0,49-25 0 0 0,-40 27-571 0 0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07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46 224 0 0,'2'-3'331'0'0,"1"-1"-1"0"0,-1 1 1 0 0,0 0 0 0 0,0-1 0 0 0,0 0-1 0 0,0 1 1 0 0,0-1 0 0 0,1-6 0 0 0,-4 2 1218 0 0,-12 22-1156 0 0,2 4-269 0 0,1 0 1 0 0,1 0-1 0 0,0 1 1 0 0,2 0-1 0 0,0 1 0 0 0,-7 33 1 0 0,11-41-82 0 0,1 1 0 0 0,1 0 0 0 0,0 0 0 0 0,0 0 1 0 0,1 0-1 0 0,1-1 0 0 0,0 1 0 0 0,1 0 0 0 0,1 0 1 0 0,-1-1-1 0 0,8 19 0 0 0,-9-28-30 0 0,0-1 1 0 0,0 1-1 0 0,1 0 0 0 0,-1-1 1 0 0,1 0-1 0 0,-1 1 1 0 0,1-1-1 0 0,0 0 0 0 0,0 1 1 0 0,0-1-1 0 0,0 0 0 0 0,0-1 1 0 0,0 1-1 0 0,1 0 0 0 0,-1-1 1 0 0,1 1-1 0 0,-1-1 1 0 0,1 1-1 0 0,-1-1 0 0 0,1 0 1 0 0,0 0-1 0 0,0-1 0 0 0,0 1 1 0 0,5 0-1 0 0,-2-1 1 0 0,0 0-1 0 0,0-1 0 0 0,0 0 0 0 0,-1 0 1 0 0,1 0-1 0 0,0-1 0 0 0,-1 0 1 0 0,1 0-1 0 0,-1 0 0 0 0,1-1 1 0 0,6-4-1 0 0,6-4 4 0 0,-1-2 0 0 0,-1 0 1 0 0,0 0-1 0 0,0-1 0 0 0,-1-1 0 0 0,16-23 1 0 0,0-4 9 0 0,34-61 1 0 0,-41 62 20 0 0,-23 39-47 0 0,-4 54-60 0 0,0-28 26 0 0,1 1 0 0 0,2 45 0 0 0,1-64 37 0 0,0-1 0 0 0,0 0 0 0 0,1 0 0 0 0,0 0 0 0 0,0 1 0 0 0,5 7 0 0 0,-6-12 0 0 0,0 1 0 0 0,0-1 0 0 0,0 1 0 0 0,1-1 1 0 0,-1 0-1 0 0,0 1 0 0 0,1-1 0 0 0,-1 0 0 0 0,1 0 0 0 0,-1 0 1 0 0,1 0-1 0 0,0 0 0 0 0,-1-1 0 0 0,4 2 0 0 0,1-1 5 0 0,0-1 0 0 0,0 0 0 0 0,-1 0 0 0 0,1-1 0 0 0,0 0 0 0 0,-1 0 0 0 0,1 0 0 0 0,0-1 0 0 0,-1 1 0 0 0,9-5 0 0 0,79-33 90 0 0,-71 28-100 0 0,0 1 0 0 0,0 1 0 0 0,1 1 0 0 0,0 1-1 0 0,1 1 1 0 0,0 1 0 0 0,36-4 0 0 0,-58 9 0 0 0,0 0 1 0 0,0 0-1 0 0,0 0 0 0 0,0 1 0 0 0,0-1 1 0 0,0 0-1 0 0,0 1 0 0 0,0-1 1 0 0,0 1-1 0 0,0 0 0 0 0,0 0 0 0 0,0-1 1 0 0,0 1-1 0 0,3 2 0 0 0,-4-2 0 0 0,-1 0 0 0 0,1 0 0 0 0,0 0 0 0 0,-1 0 0 0 0,1 0 0 0 0,-1 0 0 0 0,1 0 0 0 0,-1 0 0 0 0,1 0 0 0 0,-1 0 0 0 0,0 0 0 0 0,1 0 0 0 0,-1 0-1 0 0,0 0 1 0 0,0 0 0 0 0,0 0 0 0 0,0 0 0 0 0,0 0 0 0 0,0 2 0 0 0,-2 4-5 0 0,1-1 0 0 0,-1 0 0 0 0,-1 0 0 0 0,1 0 0 0 0,-1 0 0 0 0,-6 10 1 0 0,3-4 0 0 0,5-11 10 0 0,1-1-4 0 0,0 0 0 0 0,-1 1 0 0 0,1-1 0 0 0,0 1 0 0 0,0-1 0 0 0,-1 0 0 0 0,1 1-1 0 0,0-1 1 0 0,0 1 0 0 0,0-1 0 0 0,-1 1 0 0 0,1-1 0 0 0,0 1 0 0 0,0-1 0 0 0,0 1-1 0 0,0-1 1 0 0,0 1 0 0 0,0-1 0 0 0,0 1 0 0 0,0-1 0 0 0,0 1 0 0 0,0-1 0 0 0,0 1-1 0 0,1-1 1 0 0,-1 1 0 0 0,0-1 0 0 0,0 0 0 0 0,0 1 0 0 0,1-1 0 0 0,-1 1 0 0 0,0-1 0 0 0,0 1-1 0 0,1-1 1 0 0,0 1 0 0 0,13 17 34 0 0,-8-17-28 0 0,1 1 0 0 0,-1-1 0 0 0,1 0 0 0 0,-1 0 0 0 0,1 0 0 0 0,0-1 0 0 0,-1 0 0 0 0,1-1 0 0 0,0 1 0 0 0,-1-1 0 0 0,1-1-1 0 0,-1 1 1 0 0,11-5 0 0 0,4-1 5 0 0,0 0-1 0 0,37-21 1 0 0,-48 22-13 0 0,1-1 0 0 0,-2 0 0 0 0,1-1 1 0 0,-1 0-1 0 0,0 0 0 0 0,0-1 0 0 0,10-14 1 0 0,-15 17 48 0 0,1-1 1 0 0,-1 1-1 0 0,0-1 1 0 0,-1 0-1 0 0,1 0 1 0 0,-1 0-1 0 0,-1-1 1 0 0,1 1-1 0 0,-1-1 1 0 0,-1 1-1 0 0,1-1 1 0 0,-1-11-1 0 0,-1 17 66 0 0,-3-1 39 0 0,3 3-145 0 0,0 0 0 0 0,0 0-1 0 0,0-1 1 0 0,0 1 0 0 0,0 0 0 0 0,0 0 0 0 0,-1-1 0 0 0,1 1 0 0 0,0 0 0 0 0,0 0-1 0 0,0 0 1 0 0,0 0 0 0 0,-1-1 0 0 0,1 1 0 0 0,0 0 0 0 0,0 0 0 0 0,0 0 0 0 0,-1 0-1 0 0,1 0 1 0 0,0-1 0 0 0,0 1 0 0 0,-1 0 0 0 0,1 0 0 0 0,0 0 0 0 0,0 0 0 0 0,0 0 0 0 0,-1 0-1 0 0,1 0 1 0 0,0 0 0 0 0,0 0 0 0 0,-1 0 0 0 0,1 0 0 0 0,0 0 0 0 0,0 0 0 0 0,-1 0-1 0 0,1 0 1 0 0,0 0 0 0 0,0 0 0 0 0,-1 1 0 0 0,1-1 0 0 0,0 0 0 0 0,0 0 0 0 0,-1 0 0 0 0,1 0-1 0 0,0 0 1 0 0,0 1 0 0 0,-2 0 0 0 0,0 0-1 0 0,0 1 1 0 0,1-1 0 0 0,-1 1-1 0 0,1-1 1 0 0,-1 1 0 0 0,1-1-1 0 0,0 1 1 0 0,-1 0 0 0 0,1 0-1 0 0,0 0 1 0 0,0 0 0 0 0,0 0-1 0 0,1 0 1 0 0,-1 0 0 0 0,0 0-1 0 0,0 3 1 0 0,1-1 9 0 0,0 0 0 0 0,0 0 0 0 0,0 0 1 0 0,1 1-1 0 0,-1-1 0 0 0,1 0 0 0 0,0 0 0 0 0,0 0 0 0 0,3 7 1 0 0,-1-4-75 0 0,1 1 0 0 0,0-1 1 0 0,0 0-1 0 0,1-1 1 0 0,-1 1-1 0 0,1-1 0 0 0,1 0 1 0 0,-1 0-1 0 0,1 0 1 0 0,0-1-1 0 0,0 0 1 0 0,11 7-1 0 0,-1-3-894 0 0,1 0-1 0 0,0-1 1 0 0,0 0 0 0 0,23 6 0 0 0,-15-7-1061 0 0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08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349 28 32 0 0,'-10'-25'2453'0'0,"10"25"-2416"0"0,0-1 1 0 0,0 1-1 0 0,0 0 1 0 0,-1 0 0 0 0,1 0-1 0 0,0 0 1 0 0,0-1 0 0 0,0 1-1 0 0,-1 0 1 0 0,1 0-1 0 0,0 0 1 0 0,0 0 0 0 0,0 0-1 0 0,-1 0 1 0 0,1 0-1 0 0,0-1 1 0 0,0 1 0 0 0,-1 0-1 0 0,1 0 1 0 0,0 0 0 0 0,0 0-1 0 0,-1 0 1 0 0,1 0-1 0 0,0 0 1 0 0,0 0 0 0 0,-1 0-1 0 0,1 1 1 0 0,0-1-1 0 0,0 0 1 0 0,0 0 0 0 0,-1 0-1 0 0,1 0 1 0 0,0 0 0 0 0,0 0-1 0 0,0 0 1 0 0,-1 0-1 0 0,1 1 1 0 0,0-1 0 0 0,0 0-1 0 0,0 0 1 0 0,-1 0 0 0 0,1 0-1 0 0,0 1 1 0 0,0-1-1 0 0,-18 43 1468 0 0,13-27-1551 0 0,-13 48 501 0 0,3 1 0 0 0,-11 103 0 0 0,14-76-195 0 0,3-33-84 0 0,-1 0 1 0 0,-4-1 0 0 0,-1-1 0 0 0,-43 99 0 0 0,54-146-133 0 0,0-1 1 0 0,-1 0-1 0 0,0 0 1 0 0,-1 0-1 0 0,0-1 0 0 0,0 0 1 0 0,-1 0-1 0 0,-10 9 1 0 0,16-16-72 0 0,0 0 1 0 0,0 0 0 0 0,0 0-1 0 0,-1 0 1 0 0,1 0-1 0 0,0 0 1 0 0,-1-1 0 0 0,1 1-1 0 0,0 0 1 0 0,-1-1-1 0 0,1 1 1 0 0,-1-1 0 0 0,1 0-1 0 0,-1 0 1 0 0,1 1-1 0 0,-1-1 1 0 0,1 0 0 0 0,-1 0-1 0 0,1 0 1 0 0,-1 0-1 0 0,1-1 1 0 0,-1 1 0 0 0,1 0-1 0 0,-1-1 1 0 0,1 1-1 0 0,0-1 1 0 0,-1 1-1 0 0,1-1 1 0 0,-1 0 0 0 0,1 1-1 0 0,0-1 1 0 0,0 0-1 0 0,-1 0 1 0 0,1 0 0 0 0,0 0-1 0 0,0 0 1 0 0,0 0-1 0 0,0 0 1 0 0,0-1 0 0 0,0 1-1 0 0,1 0 1 0 0,-1 0-1 0 0,0-1 1 0 0,1 1 0 0 0,-1-1-1 0 0,0 1 1 0 0,1 0-1 0 0,-1-3 1 0 0,-1-2-91 0 0,0 1 0 0 0,0-1 0 0 0,1 1-1 0 0,0-1 1 0 0,0 0 0 0 0,0 1 0 0 0,0-1 0 0 0,1 0 0 0 0,0 1 0 0 0,2-12 0 0 0,1 10 53 0 0,0-1 1 0 0,1 1-1 0 0,0-1 1 0 0,0 1-1 0 0,1 0 1 0 0,0 1 0 0 0,0-1-1 0 0,1 1 1 0 0,-1 0-1 0 0,1 0 1 0 0,1 1 0 0 0,-1-1-1 0 0,1 1 1 0 0,11-6-1 0 0,13-5-41 0 0,0 1 0 0 0,42-14 0 0 0,-16 6-10 0 0,24-10 92 0 0,-10 4 495 0 0,105-59 1 0 0,-115 43 1678 0 0,-60 43-1962 0 0,-7 22 929 0 0,-20 45-848 0 0,25-63-145 0 0,13 1-48 0 0,-12-3-75 0 0,1 1 0 0 0,0-1 0 0 0,-1 0 1 0 0,1 1-1 0 0,0-1 0 0 0,-1 0 1 0 0,1 0-1 0 0,0 0 0 0 0,0 1 0 0 0,-1-1 1 0 0,1 0-1 0 0,0 0 0 0 0,0 0 1 0 0,-1 0-1 0 0,1-1 0 0 0,0 1 0 0 0,0 0 1 0 0,-1 0-1 0 0,1 0 0 0 0,0 0 1 0 0,0-1-1 0 0,-1 1 0 0 0,1 0 1 0 0,0-1-1 0 0,-1 1 0 0 0,1-1 0 0 0,-1 1 1 0 0,1-1-1 0 0,0 1 0 0 0,0-1 1 0 0,7-5 9 0 0,0 1 0 0 0,1 1 0 0 0,0-1 1 0 0,0 1-1 0 0,0 1 0 0 0,0 0 1 0 0,1 0-1 0 0,-1 1 0 0 0,1 0 0 0 0,-1 0 1 0 0,1 1-1 0 0,0 1 0 0 0,0-1 1 0 0,0 2-1 0 0,14 1 0 0 0,6 6-24 0 0,-7-2 19 0 0,-1 0-1 0 0,1-2 0 0 0,-1 0 0 0 0,37 0 1 0 0,-52-4-5 0 0,-1-1 0 0 0,0 1 0 0 0,0-1 0 0 0,0 0-1 0 0,0-1 1 0 0,0 0 0 0 0,0 1 0 0 0,0-2 0 0 0,-1 1 0 0 0,1-1 0 0 0,-1 0 0 0 0,1 0 0 0 0,-1 0 0 0 0,0-1 0 0 0,0 0 0 0 0,-1 0 0 0 0,1 0 0 0 0,-1-1 0 0 0,0 1-1 0 0,0-1 1 0 0,0 0 0 0 0,2-6 0 0 0,6-9 59 0 0,-1-1 1 0 0,-1-1-1 0 0,-1 1 0 0 0,-1-2 0 0 0,-1 1 0 0 0,-1-1 1 0 0,-1 0-1 0 0,-1 0 0 0 0,1-32 0 0 0,-5 55-49 0 0,0-1 0 0 0,1 1 0 0 0,-1 0 0 0 0,0 0 0 0 0,0 0 0 0 0,0-1 0 0 0,0 1 0 0 0,0 0 0 0 0,0 0 0 0 0,0 0 1 0 0,0-1-1 0 0,0 1 0 0 0,0 0 0 0 0,0 0 0 0 0,0 0 0 0 0,0-1 0 0 0,0 1 0 0 0,0 0 0 0 0,0 0 0 0 0,0-1 0 0 0,0 1 0 0 0,0 0 0 0 0,0 0 0 0 0,0 0 0 0 0,0-1 0 0 0,0 1 0 0 0,0 0 0 0 0,0 0 0 0 0,0 0 0 0 0,-1-1 0 0 0,1 1 0 0 0,0 0 0 0 0,0 0 0 0 0,0 0 0 0 0,0-1 0 0 0,-1 1 0 0 0,1 0 0 0 0,0 0 0 0 0,0 0 0 0 0,0 0 0 0 0,-1 0 0 0 0,1 0 0 0 0,0 0 0 0 0,0-1 0 0 0,0 1 0 0 0,-1 0 0 0 0,1 0 0 0 0,0 0 0 0 0,-1 0 0 0 0,-7 13 122 0 0,-7 30-63 0 0,9 2-160 0 0,3-1 0 0 0,1 1 0 0 0,2 0 0 0 0,12 83 0 0 0,-8-111-771 0 0,0-1 1 0 0,1 0-1 0 0,1 0 0 0 0,0 0 0 0 0,1 0 1 0 0,12 17-1 0 0,-4-7-1795 0 0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08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259 12 80 0 0,'0'-10'780'0'0,"0"10"-739"0"0,0 1-1 0 0,0-1 1 0 0,-1 0-1 0 0,1 0 1 0 0,0 0-1 0 0,0 0 1 0 0,0 0-1 0 0,0 0 1 0 0,0 0-1 0 0,0 1 1 0 0,0-1-1 0 0,0 0 0 0 0,-1 0 1 0 0,1 0-1 0 0,0 0 1 0 0,0 0-1 0 0,0 0 1 0 0,0 0-1 0 0,0 0 1 0 0,0 0-1 0 0,-1 0 1 0 0,1 0-1 0 0,0 0 1 0 0,0 0-1 0 0,0 0 1 0 0,0 0-1 0 0,0 0 1 0 0,-1 0-1 0 0,1 0 0 0 0,0 0 1 0 0,0 0-1 0 0,0 0 1 0 0,0 0-1 0 0,0 0 1 0 0,-1 0-1 0 0,1 0 1 0 0,0 0-1 0 0,0 0 1 0 0,0 0-1 0 0,0 0 1 0 0,0-1-1 0 0,0 1 1 0 0,0 0-1 0 0,-1 0 1 0 0,1 0-1 0 0,0 0 0 0 0,0 0 1 0 0,0 0-1 0 0,0 0 1 0 0,0 0-1 0 0,0-1 1 0 0,0 1-1 0 0,0 0 1 0 0,0 0-1 0 0,0 0 1 0 0,0 0-1 0 0,0 0 1 0 0,0-1-1 0 0,0 1 1 0 0,0 0-1 0 0,0 0 1 0 0,0 0-1 0 0,0 0 1 0 0,0-1-1 0 0,-22 29 409 0 0,2 0 0 0 0,1 1 0 0 0,1 1-1 0 0,2 1 1 0 0,1 1 0 0 0,1 0 0 0 0,-12 42 0 0 0,1 22 399 0 0,-20 131-1 0 0,27-133-2375 0 0,17-93 791 0 0,-12 1-4343 0 0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09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0 514 148 0 0,'177'-27'1338'0'0,"-2"-1"510"0"0,-174 28-1695 0 0,6-2 19 0 0,-7 2-162 0 0,0 0-1 0 0,1 0 1 0 0,-1 0 0 0 0,0 0 0 0 0,0 0-1 0 0,0 0 1 0 0,0 0 0 0 0,0 0 0 0 0,1 0-1 0 0,-1 0 1 0 0,0 0 0 0 0,0 0 0 0 0,0 0-1 0 0,0 0 1 0 0,0 0 0 0 0,0 0 0 0 0,1 0-1 0 0,-1 0 1 0 0,0 0 0 0 0,0 0 0 0 0,0 0-1 0 0,0 0 1 0 0,0 0 0 0 0,1 0-1 0 0,-1 0 1 0 0,0 0 0 0 0,0 0 0 0 0,0 0-1 0 0,0 0 1 0 0,0 1 0 0 0,0-1 0 0 0,0 0-1 0 0,0 0 1 0 0,1 0 0 0 0,-1 0 0 0 0,0 0-1 0 0,0 0 1 0 0,0 0 0 0 0,0 1 0 0 0,0-1-1 0 0,0 0 1 0 0,0 0 0 0 0,0 0 0 0 0,0 0-1 0 0,0 0 1 0 0,0 1 0 0 0,0-1 0 0 0,0 0-1 0 0,0 0 1 0 0,0 0 0 0 0,0 0 0 0 0,0 0-1 0 0,0 1 1 0 0,0-1 0 0 0,0 0 0 0 0,0 0-1 0 0,0 0 1 0 0,0 0 0 0 0,0 0 0 0 0,0 0-1 0 0,-1 1 1 0 0,1-1 0 0 0,0 0-1 0 0,0 0 1 0 0,0 0 0 0 0,0 0 0 0 0,-14 22 62 0 0,11-17-34 0 0,-1 0-1 0 0,1 0 1 0 0,0 0 0 0 0,0 0 0 0 0,0 1-1 0 0,1-1 1 0 0,0 1 0 0 0,0-1 0 0 0,0 1-1 0 0,1 0 1 0 0,0 0 0 0 0,0 0 0 0 0,0 9-1 0 0,1-12-25 0 0,0 0 0 0 0,1-1 0 0 0,-1 1 0 0 0,1-1 0 0 0,0 1 0 0 0,0-1 0 0 0,0 1 0 0 0,0-1 0 0 0,0 1 0 0 0,1-1-1 0 0,-1 0 1 0 0,1 0 0 0 0,-1 1 0 0 0,1-1 0 0 0,0 0 0 0 0,0-1 0 0 0,0 1 0 0 0,0 0 0 0 0,0-1 0 0 0,0 1 0 0 0,0-1 0 0 0,1 1-1 0 0,-1-1 1 0 0,0 0 0 0 0,1 0 0 0 0,-1 0 0 0 0,1 0 0 0 0,0-1 0 0 0,-1 1 0 0 0,1-1 0 0 0,-1 1 0 0 0,1-1 0 0 0,0 0-1 0 0,-1 0 1 0 0,1 0 0 0 0,0 0 0 0 0,2-1 0 0 0,2 0 36 0 0,-1 0-1 0 0,1 0 1 0 0,-1 0 0 0 0,0-1-1 0 0,0 0 1 0 0,0 0 0 0 0,0-1-1 0 0,0 0 1 0 0,0 0 0 0 0,-1 0-1 0 0,1-1 1 0 0,-1 1 0 0 0,0-1-1 0 0,7-7 1 0 0,-7 5-2 0 0,-1 1 0 0 0,0-1 1 0 0,0 0-1 0 0,-1 0 0 0 0,1-1 1 0 0,-1 1-1 0 0,0-1 0 0 0,-1 0 0 0 0,3-10 1 0 0,-5 15-21 0 0,-11-27 180 0 0,3 28-186 0 0,6 0-17 0 0,-1 1 1 0 0,0 0-1 0 0,0 0 1 0 0,1 0-1 0 0,-1 1 0 0 0,0-1 1 0 0,0 1-1 0 0,1-1 1 0 0,-1 1-1 0 0,0 0 1 0 0,1 0-1 0 0,-1 0 1 0 0,1 0-1 0 0,-1 1 1 0 0,1-1-1 0 0,0 1 1 0 0,0-1-1 0 0,-1 1 1 0 0,1 0-1 0 0,0 0 1 0 0,0 0-1 0 0,-1 2 1 0 0,1-2 12 0 0,0 4-13 0 0,3 9 72 0 0,-1-12-42 0 0,27 17 119 0 0,-26-20-148 0 0,0 1 0 0 0,0-1 0 0 0,0 0 0 0 0,0 0 1 0 0,0 0-1 0 0,0 0 0 0 0,1 0 0 0 0,-1 0 0 0 0,0 0 0 0 0,0 0 0 0 0,0 0 0 0 0,0-1 1 0 0,0 1-1 0 0,0 0 0 0 0,0-1 0 0 0,1 1 0 0 0,-1-1 0 0 0,0 1 0 0 0,0-1 1 0 0,-1 1-1 0 0,1-1 0 0 0,0 0 0 0 0,2-1 0 0 0,17-29 54 0 0,-13 19-52 0 0,-7 8 10 0 0,-1-5 0 0 0,2-5-2 0 0,0 13-13 0 0,-1 0 0 0 0,0-1-1 0 0,0 1 1 0 0,0 0 0 0 0,0 0 0 0 0,0-1-1 0 0,0 1 1 0 0,0 0 0 0 0,0 0-1 0 0,0-1 1 0 0,-1 1 0 0 0,1 0-1 0 0,-1 0 1 0 0,1 0 0 0 0,0 0 0 0 0,-1-1-1 0 0,0 1 1 0 0,1 0 0 0 0,-1 0-1 0 0,-1-1 1 0 0,1 0-9 0 0,3 1-55 0 0,5-6 51 0 0,-1 7 9 0 0,1 0-1 0 0,-1 0 0 0 0,1 0 1 0 0,-1 1-1 0 0,1 0 0 0 0,8 2 1 0 0,6 0-4 0 0,-11-2 14 0 0,43 3 78 0 0,1-3 0 0 0,68-7 0 0 0,-145 56 275 0 0,21-44-353 0 0,0-1 0 0 0,0 1-1 0 0,1 0 1 0 0,0 0 0 0 0,0 0-1 0 0,0 0 1 0 0,0 0 0 0 0,1 0 0 0 0,0 0-1 0 0,1 0 1 0 0,-1 0 0 0 0,2 7 0 0 0,-1-11 0 0 0,-1 0 0 0 0,1-1 0 0 0,0 1 1 0 0,-1 0-1 0 0,1 0 0 0 0,0 0 0 0 0,0-1 1 0 0,0 1-1 0 0,0-1 0 0 0,1 1 0 0 0,-1-1 1 0 0,0 1-1 0 0,1-1 0 0 0,-1 1 0 0 0,1-1 1 0 0,-1 0-1 0 0,4 2 0 0 0,-4-3-3 0 0,0 0 1 0 0,0 0-1 0 0,0 0 0 0 0,0 0 1 0 0,0 0-1 0 0,0 0 0 0 0,0 0 1 0 0,1 0-1 0 0,-1 0 0 0 0,0 0 0 0 0,0 0 1 0 0,0-1-1 0 0,0 1 0 0 0,0 0 1 0 0,0-1-1 0 0,0 1 0 0 0,0-1 1 0 0,0 1-1 0 0,0-1 0 0 0,0 0 1 0 0,1 0-1 0 0,1-3 2 0 0,1 1 0 0 0,-1-1 1 0 0,1 0-1 0 0,-1 0 0 0 0,0 0 0 0 0,-1 0 1 0 0,1 0-1 0 0,3-9 0 0 0,20-94 44 0 0,-24 89-48 0 0,2-1-1 0 0,0 1 1 0 0,1 0-1 0 0,1 0 0 0 0,0 0 1 0 0,1 1-1 0 0,2-1 1 0 0,-1 2-1 0 0,17-23 1 0 0,-5 14-20 0 0,1 1 1 0 0,2 0 0 0 0,0 2 0 0 0,2 1-1 0 0,0 1 1 0 0,1 1 0 0 0,1 1 0 0 0,1 1-1 0 0,0 2 1 0 0,1 1 0 0 0,41-14-1 0 0,-69 28 16 0 0,-1-1-1 0 0,1 1 1 0 0,-1 0 0 0 0,1-1-1 0 0,0 1 1 0 0,0 0-1 0 0,-1 0 1 0 0,1 0-1 0 0,0 0 1 0 0,-1 0-1 0 0,1 0 1 0 0,0-1-1 0 0,0 2 1 0 0,-1-1-1 0 0,1 0 1 0 0,0 0-1 0 0,-1 0 1 0 0,1 0-1 0 0,0 0 1 0 0,-1 0-1 0 0,1 1 1 0 0,0-1-1 0 0,-1 0 1 0 0,1 1 0 0 0,0-1-1 0 0,-1 0 1 0 0,1 1-1 0 0,-1-1 1 0 0,1 1-1 0 0,0-1 1 0 0,0 2-1 0 0,0 0 1 0 0,-1-1-1 0 0,1 1 0 0 0,-1 0 1 0 0,0-1-1 0 0,1 1 1 0 0,-1 0-1 0 0,0 0 0 0 0,0 0 1 0 0,0-1-1 0 0,0 1 1 0 0,0 0-1 0 0,-1 2 0 0 0,-16 50-31 0 0,-7 3 10 0 0,4-14 21 0 0,2-1 1 0 0,2 2-1 0 0,1 0 0 0 0,-12 75 1 0 0,24-98 11 0 0,2 1-1 0 0,3 42 1 0 0,-2-57 3 0 0,1 0-1 0 0,0 0 0 0 0,1 0 0 0 0,-1 0 0 0 0,1 0 0 0 0,1 0 1 0 0,0-1-1 0 0,-1 1 0 0 0,2-1 0 0 0,-1 0 0 0 0,1 0 1 0 0,8 11-1 0 0,-7-12-214 0 0,23 21 361 0 0,-3-14-4496 0 0,-10-7 2246 0 0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0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23 720 0 0,'0'0'6287'0'0,"-3"-4"-5889"0"0,2 2-359 0 0,1 1 1 0 0,-1 0-1 0 0,0 0 1 0 0,0 0-1 0 0,0 0 0 0 0,1 0 1 0 0,-1 0-1 0 0,0 0 1 0 0,0 0-1 0 0,0 0 1 0 0,0 0-1 0 0,-1 1 1 0 0,1-1-1 0 0,0 0 1 0 0,0 1-1 0 0,0-1 0 0 0,-1 1 1 0 0,1-1-1 0 0,0 1 1 0 0,0-1-1 0 0,-1 1 1 0 0,1 0-1 0 0,0 0 1 0 0,-1 0-1 0 0,1 0 1 0 0,0 0-1 0 0,-2 0 0 0 0,-1 1-335 0 0,-19 5-1451 0 0,17-5-1440 0 0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0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50 584 0 0,'-17'-36'3548'0'0,"15"34"-3433"0"0,0 1 0 0 0,0 0 0 0 0,0-1 0 0 0,0 1 0 0 0,0 0 0 0 0,0 0 0 0 0,-1 0 0 0 0,1 0 0 0 0,0 0 0 0 0,-1 1 0 0 0,1-1 0 0 0,0 1 0 0 0,-1-1 0 0 0,1 1 0 0 0,-1 0 0 0 0,1 0 0 0 0,-1 0 0 0 0,1 0 0 0 0,0 1 0 0 0,-3 0 0 0 0,3-1-82 0 0,0 1 0 0 0,1 0-1 0 0,-1 0 1 0 0,0 0 0 0 0,1 1-1 0 0,-1-1 1 0 0,1 0 0 0 0,-1 1 0 0 0,1-1-1 0 0,0 0 1 0 0,0 1 0 0 0,-1 0-1 0 0,1-1 1 0 0,0 1 0 0 0,0 0-1 0 0,1-1 1 0 0,-1 1 0 0 0,0 0-1 0 0,1 0 1 0 0,-1 0 0 0 0,1 0 0 0 0,-1 0-1 0 0,1 0 1 0 0,0 0 0 0 0,0-1-1 0 0,0 1 1 0 0,0 0 0 0 0,0 3-1 0 0,1 18 111 0 0,0-18-99 0 0,-1 1 1 0 0,1 0-1 0 0,-2-1 0 0 0,1 1 0 0 0,0 0 0 0 0,-1-1 0 0 0,-2 6 0 0 0,2-8-35 0 0,0-1 1 0 0,0-1-1 0 0,0 1 1 0 0,0 0-1 0 0,0 0 0 0 0,-1 0 1 0 0,1 0-1 0 0,-1-1 1 0 0,1 1-1 0 0,-1-1 1 0 0,1 1-1 0 0,-1-1 1 0 0,0 0-1 0 0,0 0 0 0 0,0 1 1 0 0,0-1-1 0 0,0-1 1 0 0,0 1-1 0 0,0 0 1 0 0,0 0-1 0 0,0-1 1 0 0,-5 1-1 0 0,-109 18 125 0 0,69-17-4736 0 0,44-2 2498 0 0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3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741 369 200 0 0,'5'-16'315'0'0,"-1"0"-1"0"0,-1 0 1 0 0,-1 0 0 0 0,0 0 0 0 0,-1 0-1 0 0,0-1 1 0 0,-2 1 0 0 0,0 0 0 0 0,-1 0-1 0 0,-5-24 1 0 0,5 31-209 0 0,-1 1-1 0 0,0-1 1 0 0,0 1 0 0 0,-1 0-1 0 0,1 0 1 0 0,-2 1-1 0 0,1-1 1 0 0,-1 1 0 0 0,0 0-1 0 0,-1 0 1 0 0,0 0-1 0 0,0 1 1 0 0,0 0 0 0 0,-1 0-1 0 0,0 1 1 0 0,0 0-1 0 0,0 0 1 0 0,-1 0 0 0 0,0 1-1 0 0,-13-5 1 0 0,1 3-13 0 0,0 0-1 0 0,0 2 1 0 0,0 1 0 0 0,-1 0-1 0 0,1 2 1 0 0,-1 0 0 0 0,1 1 0 0 0,-1 1-1 0 0,1 1 1 0 0,-29 7 0 0 0,26-4-27 0 0,1 0 0 0 0,0 2 1 0 0,0 1-1 0 0,1 1 0 0 0,0 0 1 0 0,0 2-1 0 0,1 0 0 0 0,1 2 0 0 0,-19 14 1 0 0,31-21-51 0 0,1 0 0 0 0,0 0 0 0 0,0 0 0 0 0,0 1 0 0 0,1 0 0 0 0,0 0 1 0 0,0 0-1 0 0,1 1 0 0 0,0 0 0 0 0,0 0 0 0 0,1 0 0 0 0,0 0 0 0 0,1 0 0 0 0,-1 1 0 0 0,2-1 1 0 0,-1 1-1 0 0,1-1 0 0 0,0 1 0 0 0,1 0 0 0 0,0-1 0 0 0,0 1 0 0 0,1 0 0 0 0,0-1 1 0 0,4 13-1 0 0,5 15 19 0 0,2-2 1 0 0,1 1-1 0 0,1-2 1 0 0,29 48-1 0 0,-21-39-8 0 0,45 67 32 0 0,-51-87-44 0 0,0 2-1 0 0,-2 0 1 0 0,-1 1 0 0 0,0 0-1 0 0,-2 1 1 0 0,11 37-1 0 0,-21-59-8 0 0,0 0 0 0 0,0 0 0 0 0,-1 0 0 0 0,1 0 0 0 0,-1 0 0 0 0,0 0 0 0 0,0 0 0 0 0,0 0 0 0 0,0 0 0 0 0,-1 0 0 0 0,1 0 0 0 0,-1 0 0 0 0,0 0 0 0 0,-1 0 0 0 0,1-1-1 0 0,-1 1 1 0 0,1 0 0 0 0,-1-1 0 0 0,0 1 0 0 0,-3 3 0 0 0,1-3 0 0 0,0-1 1 0 0,1 0-1 0 0,-1 0 0 0 0,-1 0 1 0 0,1-1-1 0 0,0 1 0 0 0,-1-1 1 0 0,1 0-1 0 0,-1 0 0 0 0,1-1 1 0 0,-1 1-1 0 0,0-1 0 0 0,0 0 1 0 0,-6 0-1 0 0,-7 1 19 0 0,0-2-1 0 0,1 0 1 0 0,-1-1 0 0 0,0-1 0 0 0,0 0-1 0 0,0-2 1 0 0,-32-10 0 0 0,-8-13 92 0 0,55 25-121 0 0,-1 0 0 0 0,1 0 1 0 0,0-1-1 0 0,0 1 1 0 0,0-1-1 0 0,0 0 0 0 0,0 0 1 0 0,1 0-1 0 0,-1 0 0 0 0,1 0 1 0 0,0 0-1 0 0,0-1 0 0 0,-2-4 1 0 0,4 7-51 0 0,-1 0 0 0 0,1-1 0 0 0,1 1 0 0 0,-1 0 0 0 0,0-1 0 0 0,0 1 0 0 0,0 0 0 0 0,1 0 0 0 0,-1-1 0 0 0,0 1 0 0 0,1 0 0 0 0,-1 0 0 0 0,1 0 0 0 0,0-1 0 0 0,-1 1 0 0 0,1 0 0 0 0,0 0 0 0 0,0 0 0 0 0,0 0 0 0 0,0 0 0 0 0,-1 1 1 0 0,1-1-1 0 0,0 0 0 0 0,1 0 0 0 0,-1 0 0 0 0,0 1 0 0 0,2-2 0 0 0,36-17-2717 0 0,-33 17 1719 0 0,15-6-909 0 0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4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6 183 192 0 0,'12'-5'465'0'0,"-1"-2"0"0"0,0 0 1 0 0,-1 0-1 0 0,0-1 0 0 0,10-9 0 0 0,-17 13-334 0 0,1 0 1 0 0,-1 1-1 0 0,0-1 0 0 0,-1 0 0 0 0,1 0 0 0 0,-1 0 0 0 0,1-1 1 0 0,-1 1-1 0 0,-1-1 0 0 0,1 1 0 0 0,-1-1 0 0 0,1 0 0 0 0,-1 1 1 0 0,-1-1-1 0 0,1 0 0 0 0,-1-5 0 0 0,1 8-91 0 0,-1 0 0 0 0,0 0-1 0 0,0 0 1 0 0,0 0 0 0 0,0 0-1 0 0,0 0 1 0 0,-1 0 0 0 0,1 0-1 0 0,-1 0 1 0 0,1 0 0 0 0,-1 0 0 0 0,0 0-1 0 0,1 1 1 0 0,-1-1 0 0 0,0 0-1 0 0,0 1 1 0 0,0-1 0 0 0,-1 0-1 0 0,1 1 1 0 0,0-1 0 0 0,0 1-1 0 0,-1 0 1 0 0,1-1 0 0 0,-1 1 0 0 0,0 0-1 0 0,1 0 1 0 0,-1 0 0 0 0,0 0-1 0 0,1 0 1 0 0,-1 0 0 0 0,0 1-1 0 0,0-1 1 0 0,0 0 0 0 0,0 1 0 0 0,0 0-1 0 0,0-1 1 0 0,0 1 0 0 0,0 0-1 0 0,0 0 1 0 0,-3 0 0 0 0,2 1-18 0 0,0-1 0 0 0,0 1 0 0 0,0-1 0 0 0,0 1 0 0 0,0 0 0 0 0,0 0 0 0 0,0 1 0 0 0,1-1 0 0 0,-1 0 0 0 0,0 1 0 0 0,1 0 0 0 0,-1 0 0 0 0,1-1 0 0 0,0 1 0 0 0,-1 1 0 0 0,1-1 0 0 0,0 0 0 0 0,0 0 0 0 0,1 1 0 0 0,-1-1 0 0 0,0 1 0 0 0,1 0 0 0 0,-1-1 0 0 0,-1 7 0 0 0,2-4-8 0 0,1 0 1 0 0,0 0 0 0 0,0 0-1 0 0,0 0 1 0 0,0 1 0 0 0,1-1-1 0 0,0 0 1 0 0,0 0-1 0 0,0 0 1 0 0,1 0 0 0 0,0 0-1 0 0,0 0 1 0 0,0-1 0 0 0,0 1-1 0 0,1 0 1 0 0,0-1 0 0 0,0 0-1 0 0,0 0 1 0 0,0 0 0 0 0,1 0-1 0 0,-1 0 1 0 0,1-1-1 0 0,4 4 1 0 0,6 5-195 0 0,1-1-1 0 0,0 0 1 0 0,1-1-1 0 0,0-1 1 0 0,20 9-1 0 0,-28-14-535 0 0,0-1 0 0 0,1 0 0 0 0,-1 0-1 0 0,14 2 1 0 0,-4-3-1018 0 0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4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64 76 0 0,'1'1'86'0'0,"1"0"0"0"0,-1 0 0 0 0,1 1-1 0 0,-1-1 1 0 0,0 1 0 0 0,1-1 0 0 0,-1 1 0 0 0,0-1 0 0 0,0 1 0 0 0,0-1 0 0 0,0 1-1 0 0,0 0 1 0 0,-1 0 0 0 0,1-1 0 0 0,0 1 0 0 0,-1 0 0 0 0,1 0 0 0 0,-1 0 0 0 0,0 0-1 0 0,0 0 1 0 0,1 0 0 0 0,-1 0 0 0 0,-1 3 0 0 0,1-2 24 0 0,0 0 0 0 0,-1 0 0 0 0,1 0 0 0 0,-1 0 0 0 0,0 0 0 0 0,0 0 0 0 0,0-1 0 0 0,0 1 0 0 0,0 0 0 0 0,-1-1 0 0 0,1 1 0 0 0,-1 0 0 0 0,0-1 0 0 0,-4 6 988 0 0,4-10-1070 0 0,1 0 0 0 0,0 0 0 0 0,0 1 0 0 0,1-1 0 0 0,-1 0 0 0 0,0 0 0 0 0,0 0 0 0 0,1 0 0 0 0,0 0 0 0 0,-1 0 0 0 0,1 0 0 0 0,0-2-1 0 0,7-6 35 0 0,1 0-1 0 0,0 1 0 0 0,1 0 1 0 0,0 0-1 0 0,12-9 0 0 0,-17 15-50 0 0,0 0-1 0 0,0 0 1 0 0,1 0-1 0 0,-1 1 0 0 0,1-1 1 0 0,-1 1-1 0 0,1 0 1 0 0,0 1-1 0 0,0-1 1 0 0,-1 1-1 0 0,1 0 1 0 0,0 0-1 0 0,1 0 1 0 0,-1 0-1 0 0,10 1 1 0 0,-11 2-7 0 0,1-1 1 0 0,0 0 0 0 0,-1 1-1 0 0,1 0 1 0 0,-1 0 0 0 0,0 1-1 0 0,0-1 1 0 0,1 1 0 0 0,-2 0-1 0 0,1 0 1 0 0,0 0-1 0 0,0 0 1 0 0,-1 1 0 0 0,0-1-1 0 0,0 1 1 0 0,0 0 0 0 0,5 8-1 0 0,-8-10 24 0 0,14 2 385 0 0,1-11-281 0 0,0 0-1 0 0,-1-1 1 0 0,0-1-1 0 0,20-15 1 0 0,23-15 258 0 0,-56 38-357 0 0,1 1-19 0 0,0 0 0 0 0,0 0-1 0 0,0 0 1 0 0,-1 1 0 0 0,1-1-1 0 0,0 0 1 0 0,0 1 0 0 0,-1-1-1 0 0,1 1 1 0 0,0 0 0 0 0,-1 0-1 0 0,1-1 1 0 0,0 1 0 0 0,-1 0-1 0 0,0 0 1 0 0,1 1 0 0 0,-1-1-1 0 0,1 0 1 0 0,-1 0 0 0 0,0 1-1 0 0,2 1 1 0 0,13 36-1568 0 0,-11-23-1291 0 0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128 559 52 0 0,'0'0'747'0'0,"-1"-12"2244"0"0,1 11-2921 0 0,1 1-1 0 0,-1 0 1 0 0,0-1 0 0 0,0 1-1 0 0,0 0 1 0 0,0-1 0 0 0,0 1 0 0 0,0 0-1 0 0,0-1 1 0 0,0 1 0 0 0,0 0-1 0 0,-1-1 1 0 0,1 1 0 0 0,0 0-1 0 0,0-1 1 0 0,0 1 0 0 0,0 0 0 0 0,0-1-1 0 0,-1 1 1 0 0,1 0 0 0 0,0-1-1 0 0,0 1 1 0 0,0 0 0 0 0,-1 0-1 0 0,1-1 1 0 0,0 1 0 0 0,-1 0 0 0 0,1 0-1 0 0,0 0 1 0 0,0-1 0 0 0,-1 1-1 0 0,1 0 1 0 0,0 0 0 0 0,-1 0-1 0 0,1 0 1 0 0,0 0 0 0 0,-1-1 0 0 0,-7 4 27 0 0,0 1-1 0 0,0-1 1 0 0,1 1 0 0 0,-1 0 0 0 0,1 1 0 0 0,0 0 0 0 0,0 0 0 0 0,1 1 0 0 0,-1-1 0 0 0,1 1 0 0 0,1 1 0 0 0,-1-1 0 0 0,1 1 0 0 0,0 0 0 0 0,0 0 0 0 0,1 0-1 0 0,-6 15 1 0 0,9-20-60 0 0,1-1-28 0 0,0 0 0 0 0,0 0 0 0 0,0 0 0 0 0,0 0 0 0 0,0-1 0 0 0,0 1 0 0 0,0 0 0 0 0,0 0 0 0 0,1 0 0 0 0,-1 0 0 0 0,0-1 0 0 0,0 1 1 0 0,1 0-1 0 0,-1 0 0 0 0,1-1 0 0 0,-1 1 0 0 0,1 0 0 0 0,-1 0 0 0 0,1-1 0 0 0,-1 1 0 0 0,1-1 0 0 0,-1 1 0 0 0,1 0 0 0 0,0-1 0 0 0,-1 1 0 0 0,1-1 0 0 0,0 0 0 0 0,0 1 0 0 0,-1-1 0 0 0,1 1 0 0 0,0-1 0 0 0,0 0 0 0 0,0 0 0 0 0,-1 1 0 0 0,1-1 0 0 0,0 0 0 0 0,0 0 0 0 0,0 0 0 0 0,0 0 0 0 0,-1 0 0 0 0,2 0 0 0 0,11-3 33 0 0,5 0-1 0 0,0-2 1 0 0,0 0 0 0 0,23-10 0 0 0,-39 14-43 0 0,0 0 1 0 0,0 1-1 0 0,-1-1 0 0 0,1 1 1 0 0,0 0-1 0 0,0 0 0 0 0,0-1 1 0 0,-1 1-1 0 0,1 1 0 0 0,0-1 1 0 0,0 0-1 0 0,0 0 0 0 0,0 0 1 0 0,1 2-1 0 0,12 0 0 0 0,20 5 2 0 0,-30-5 1 0 0,0-1-1 0 0,0 0 0 0 0,0 0 1 0 0,0 0-1 0 0,1 0 0 0 0,8-1 0 0 0,-2-4 11 0 0,-1 1 0 0 0,1-1 0 0 0,-1-1 0 0 0,0 0 0 0 0,0-1 0 0 0,-1 0 0 0 0,1-1-1 0 0,-1 0 1 0 0,-1 0 0 0 0,1-1 0 0 0,14-17 0 0 0,25-17 20 0 0,-48 42-35 0 0,-1-1 1 0 0,1 1-1 0 0,0-1 0 0 0,-1 0 0 0 0,1 1 0 0 0,0-1 1 0 0,-1 1-1 0 0,1-1 0 0 0,0 1 0 0 0,0 0 0 0 0,0-1 1 0 0,-1 1-1 0 0,1 0 0 0 0,0 0 0 0 0,0-1 0 0 0,0 1 1 0 0,0 0-1 0 0,-1 0 0 0 0,1 0 0 0 0,0 0 1 0 0,0 0-1 0 0,0 0 0 0 0,0 0 0 0 0,1 1 0 0 0,9 17-127 0 0,7 15 60 0 0,-17-32 91 0 0,38 9 100 0 0,-27-10-111 0 0,1 0 0 0 0,-1-1 1 0 0,0 0-1 0 0,1 0 0 0 0,-1-2 0 0 0,17-4 0 0 0,2-1 16 0 0,-4 2-10 0 0,1-1 0 0 0,-1-1 0 0 0,-1-1-1 0 0,1-1 1 0 0,-2-2 0 0 0,42-24-1 0 0,-57 29-12 0 0,0 0 0 0 0,0-1-1 0 0,-1 0 1 0 0,0-1-1 0 0,0 0 1 0 0,-1 0-1 0 0,0-1 1 0 0,-1 0-1 0 0,0 0 1 0 0,-1 0 0 0 0,0-1-1 0 0,0 0 1 0 0,-1-1-1 0 0,-1 1 1 0 0,0-1-1 0 0,-1 0 1 0 0,4-22 0 0 0,-5 8 68 0 0,-1 0 0 0 0,-2-1 1 0 0,-1 1-1 0 0,-1 0 0 0 0,-1 0 1 0 0,-1 0-1 0 0,-1 0 0 0 0,-13-32 1 0 0,18 57-69 0 0,1 1 0 0 0,0 0 0 0 0,0-1 1 0 0,0 1-1 0 0,0-1 0 0 0,0 1 0 0 0,-1 0 1 0 0,1-1-1 0 0,0 1 0 0 0,0 0 0 0 0,0-1 1 0 0,-1 1-1 0 0,1 0 0 0 0,0-1 0 0 0,-1 1 1 0 0,1 0-1 0 0,0-1 0 0 0,-1 1 0 0 0,1 0 1 0 0,0 0-1 0 0,-1 0 0 0 0,1-1 0 0 0,0 1 1 0 0,-1 0-1 0 0,1 0 0 0 0,-1 0 0 0 0,1 0 1 0 0,-1 0-1 0 0,1 0 0 0 0,0-1 0 0 0,-1 1 1 0 0,1 0-1 0 0,-1 0 0 0 0,1 0 0 0 0,0 1 1 0 0,-1-1-1 0 0,1 0 0 0 0,-1 0 0 0 0,1 0 1 0 0,-1 0-1 0 0,1 0 0 0 0,0 0 0 0 0,-1 1 1 0 0,1-1-1 0 0,0 0 0 0 0,-1 0 0 0 0,1 1 1 0 0,0-1-1 0 0,-1 0 0 0 0,1 0 0 0 0,0 1 1 0 0,-1-1-1 0 0,1 0 0 0 0,0 1 0 0 0,-1 0 1 0 0,-16 22 10 0 0,15-14-8 0 0,0-1-1 0 0,1 1 1 0 0,-1 0 0 0 0,2 0 0 0 0,-1-1 0 0 0,1 1 0 0 0,1 0 0 0 0,-1 0 0 0 0,1 0 0 0 0,1-1 0 0 0,0 1 0 0 0,0 0 0 0 0,1-1 0 0 0,3 9-1 0 0,6 10-3 0 0,0 0-1 0 0,30 47 0 0 0,-17-36 17 0 0,1 0 0 0 0,1-3 1 0 0,2 0-1 0 0,2-1 0 0 0,1-2 1 0 0,1-2-1 0 0,2-1 1 0 0,44 29-1 0 0,-76-57-221 0 0,0 0 0 0 0,0 0 0 0 0,0 0 0 0 0,1 0 0 0 0,-1 0 0 0 0,0-1 0 0 0,1 1 0 0 0,-1-1 0 0 0,0 0 0 0 0,1 0 0 0 0,-1-1 0 0 0,0 1 0 0 0,1-1 0 0 0,-1 1 0 0 0,0-1 0 0 0,1 0 0 0 0,-1 0 0 0 0,4-2 0 0 0,18-4-3254 0 0,-6 3 1828 0 0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5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2668 0 0,'43'-29'1762'0'0,"-43"17"1421"0"0,0 11-3098 0 0,0-1-1 0 0,-1 1 0 0 0,1 0 0 0 0,0 0 0 0 0,-1 0 1 0 0,1 0-1 0 0,-1-1 0 0 0,1 1 0 0 0,-1 0 1 0 0,1 0-1 0 0,-1 0 0 0 0,0 0 0 0 0,0 0 0 0 0,1 0 1 0 0,-1 1-1 0 0,0-1 0 0 0,0 0 0 0 0,-3-2 2069 0 0,9 8-2010 0 0,13 9-109 0 0,0 0 1 0 0,1 0-1 0 0,0-2 0 0 0,1-1 0 0 0,1 0 1 0 0,26 9-1 0 0,-25-12-1747 0 0,-1 0 0 0 0,1-2 0 0 0,39 6-1 0 0,-34-9-994 0 0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6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52 496 0 0,'18'-9'704'0'0,"5"-2"-80"0"0,4-1-52 0 0,3 6-56 0 0,13-3-64 0 0,0 6-32 0 0,4 2-48 0 0,-1 4-76 0 0,0 0-312 0 0,0 4-300 0 0,-6-1-372 0 0,3 4-744 0 0,-5 0 332 0 0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39 129 296 0 0,'-4'-5'537'0'0,"-1"-1"1"0"0,1-1-1 0 0,1 1 0 0 0,-1-1 0 0 0,1 1 1 0 0,0-1-1 0 0,0 0 0 0 0,1 0 1 0 0,0-1-1 0 0,0 1 0 0 0,1 0 1 0 0,0-1-1 0 0,0 1 0 0 0,1-12 0 0 0,0 18-495 0 0,-1 1 0 0 0,1-1-1 0 0,0 1 1 0 0,0-1 0 0 0,0 1-1 0 0,0-1 1 0 0,0 1-1 0 0,0-1 1 0 0,0 1 0 0 0,0-1-1 0 0,0 1 1 0 0,0 0-1 0 0,1-1 1 0 0,-1 1 0 0 0,0-1-1 0 0,0 1 1 0 0,0-1 0 0 0,1 1-1 0 0,-1-1 1 0 0,0 1-1 0 0,0 0 1 0 0,1-1 0 0 0,-1 1-1 0 0,0 0 1 0 0,1-1 0 0 0,-1 1-1 0 0,0 0 1 0 0,1-1-1 0 0,-1 1 1 0 0,1 0 0 0 0,-1 0-1 0 0,1-1 1 0 0,14 8 136 0 0,10 20-2894 0 0,-18-14-7 0 0,1 1 207 0 0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7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273 615 128 0 0,'31'-24'979'0'0,"57"-33"0"0"0,-64 43-721 0 0,0-1-1 0 0,-2-1 0 0 0,1 0 1 0 0,-2-2-1 0 0,22-24 0 0 0,-32 29-112 0 0,-1-1 0 0 0,0 0 0 0 0,-1 0 0 0 0,-1-1 0 0 0,0-1 0 0 0,-1 1 0 0 0,-1-1 0 0 0,0 0 0 0 0,-1 0 0 0 0,5-32 0 0 0,-9 39-79 0 0,0 0 0 0 0,0 0-1 0 0,-1 0 1 0 0,0-1 0 0 0,0 1-1 0 0,-1 0 1 0 0,-1 0 0 0 0,1 0-1 0 0,-1 0 1 0 0,-1 0 0 0 0,0 1-1 0 0,0-1 1 0 0,-1 1 0 0 0,0 0-1 0 0,0-1 1 0 0,0 2 0 0 0,-1-1-1 0 0,-1 0 1 0 0,1 1 0 0 0,-1 0-1 0 0,-12-10 1 0 0,16 15-44 0 0,-1 0 0 0 0,1 0 0 0 0,-1 0 0 0 0,0 0 0 0 0,0 1 0 0 0,0 0 0 0 0,1-1 0 0 0,-1 1 0 0 0,-1 0 0 0 0,1 0 0 0 0,0 0 0 0 0,0 1 0 0 0,0-1 0 0 0,0 1 0 0 0,0 0 0 0 0,-1 0 0 0 0,1 0 0 0 0,0 0 0 0 0,0 0 0 0 0,0 1 0 0 0,-1-1 0 0 0,1 1 0 0 0,0 0 0 0 0,0 0 0 0 0,0 0-1 0 0,0 0 1 0 0,0 1 0 0 0,0-1 0 0 0,1 1 0 0 0,-1 0 0 0 0,0 0 0 0 0,1 0 0 0 0,-1 0 0 0 0,1 0 0 0 0,-3 4 0 0 0,-7 7 46 0 0,0 1-1 0 0,1 0 1 0 0,1 0 0 0 0,0 2-1 0 0,-8 16 1 0 0,-26 56 138 0 0,3 2-1 0 0,-36 120 1 0 0,-33 201 287 0 0,94-343-409 0 0,-3 0 1 0 0,-37 90 0 0 0,31-125-2 0 0,24-32 57 0 0,0-6-112 0 0,1-3-23 0 0,0 0 0 0 0,0 0 0 0 0,0 0 0 0 0,1 0 0 0 0,1 0 0 0 0,-1 1 0 0 0,1-1 0 0 0,0 0 0 0 0,1 1-1 0 0,0 0 1 0 0,0-1 0 0 0,1 1 0 0 0,0 0 0 0 0,9-12 0 0 0,5-7 13 0 0,1 1-1 0 0,35-36 1 0 0,-25 31-19 0 0,0 1-1 0 0,3 1 1 0 0,0 2 0 0 0,1 1 0 0 0,2 1-1 0 0,0 3 1 0 0,50-24 0 0 0,-78 44 21 0 0,1-1 1 0 0,-1 1 0 0 0,1 0-1 0 0,-1 1 1 0 0,1 0 0 0 0,-1 0-1 0 0,1 0 1 0 0,-1 1-1 0 0,1 1 1 0 0,-1-1 0 0 0,0 1-1 0 0,1 0 1 0 0,-1 0-1 0 0,12 7 1 0 0,-13-7 30 0 0,-5-2-42 0 0,-1 0 0 0 0,1 0 0 0 0,0 0 0 0 0,-1 0 0 0 0,1 0 0 0 0,0 1 0 0 0,-1-1 0 0 0,1 0 0 0 0,0 0 0 0 0,-1 0 0 0 0,1 1-1 0 0,0-1 1 0 0,-1 0 0 0 0,1 1 0 0 0,-1-1 0 0 0,1 1 0 0 0,-1-1 0 0 0,1 0 0 0 0,-1 1 0 0 0,1-1 0 0 0,-1 1 0 0 0,1 0 0 0 0,-1-1 0 0 0,0 1 0 0 0,1-1 0 0 0,-1 1 0 0 0,0-1 0 0 0,1 1 0 0 0,-1 0 0 0 0,0-1 0 0 0,0 1 0 0 0,0 0 0 0 0,1-1 0 0 0,-1 1 0 0 0,0 0 0 0 0,0-1 0 0 0,0 1 0 0 0,0 0-1 0 0,0-1 1 0 0,0 1 0 0 0,-1 0 0 0 0,1-1 0 0 0,0 1 0 0 0,0 0 0 0 0,0-1 0 0 0,-1 2 0 0 0,-25 21-409 0 0,11-8-5416 0 0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8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1 478 324 0 0,'0'0'349'0'0,"46"-6"1913"0"0,-40 3-2033 0 0,0 0-1 0 0,0 0 1 0 0,-1-1-1 0 0,0 0 1 0 0,0 1-1 0 0,5-6 1 0 0,-8 8-54 0 0,9-18 2368 0 0,-6 17-2438 0 0,0 0 0 0 0,1 0 0 0 0,-1-1 0 0 0,0 1 0 0 0,-1-1 0 0 0,1 0 1 0 0,0 0-1 0 0,-1-1 0 0 0,1 0 0 0 0,-1 1 0 0 0,6-8 0 0 0,13-10 61 0 0,-10 9-120 0 0,0-1-1 0 0,-1 0 1 0 0,0-1-1 0 0,-1-1 1 0 0,-1 0 0 0 0,-1 0-1 0 0,15-30 1 0 0,-12 21-18 0 0,-3 8 58 0 0,-1 0 0 0 0,0-1 0 0 0,-1 0-1 0 0,-1 0 1 0 0,0 0 0 0 0,-2-1-1 0 0,5-33 1 0 0,-9 49-37 0 0,-5-7 38 0 0,5 8-84 0 0,0 0 0 0 0,0 1 0 0 0,0-1 0 0 0,0 1 0 0 0,0-1 0 0 0,-1 0 0 0 0,1 1 1 0 0,0-1-1 0 0,0 1 0 0 0,-1-1 0 0 0,1 1 0 0 0,0-1 0 0 0,-1 1 0 0 0,1-1 0 0 0,0 1 0 0 0,-1-1 0 0 0,1 1 0 0 0,-1 0 1 0 0,1-1-1 0 0,-1 1 0 0 0,1-1 0 0 0,-1 1 0 0 0,1 0 0 0 0,-1 0 0 0 0,1-1 0 0 0,-1 1 0 0 0,1 0 0 0 0,-1 0 0 0 0,0 0 1 0 0,1-1-1 0 0,-1 1 0 0 0,1 0 0 0 0,-1 0 0 0 0,0 0 0 0 0,1 0 0 0 0,-1 0 0 0 0,1 0 0 0 0,-1 0 0 0 0,0 1 0 0 0,1-1 1 0 0,-1 0-1 0 0,1 0 0 0 0,-1 0 0 0 0,0 1 0 0 0,1-1 0 0 0,-1 0 0 0 0,1 0 0 0 0,-1 1 0 0 0,1-1 0 0 0,-1 0 1 0 0,0 2-1 0 0,-5 3 11 0 0,-1 0 0 0 0,1 1 1 0 0,0 0-1 0 0,1 0 0 0 0,0 1 1 0 0,0-1-1 0 0,0 1 0 0 0,1 0 1 0 0,-1 0-1 0 0,2 1 0 0 0,-1-1 1 0 0,1 1-1 0 0,0 0 0 0 0,1 0 1 0 0,0 0-1 0 0,0 0 0 0 0,1 0 1 0 0,-1 11-1 0 0,1-8 1 0 0,0-1 0 0 0,1 1 0 0 0,0 0 0 0 0,0-1 0 0 0,2 1 0 0 0,-1-1 0 0 0,1 1 0 0 0,0-1 0 0 0,1 0 0 0 0,1 1-1 0 0,-1-2 1 0 0,2 1 0 0 0,-1 0 0 0 0,8 10 0 0 0,-1-5-229 0 0,1 0-1 0 0,24 21 1 0 0,11-2-5453 0 0,-36-27 3281 0 0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3:38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97 346 440 0 0,'-4'0'203'0'0,"0"1"0"0"0,0-1 1 0 0,0 0-1 0 0,0 1 0 0 0,0 0 0 0 0,0 0 0 0 0,0 0 1 0 0,0 1-1 0 0,0-1 0 0 0,1 1 0 0 0,-1 0 1 0 0,0 0-1 0 0,1 0 0 0 0,0 0 0 0 0,-1 1 0 0 0,1 0 1 0 0,0-1-1 0 0,0 1 0 0 0,1 0 0 0 0,-1 0 0 0 0,0 1 1 0 0,1-1-1 0 0,-3 6 0 0 0,3-7-161 0 0,1 0 0 0 0,0 0 0 0 0,0 1 0 0 0,0-1 0 0 0,0 0 0 0 0,0 1 0 0 0,0-1 0 0 0,0 1 0 0 0,1-1 0 0 0,-1 1 0 0 0,1 0 0 0 0,0-1 0 0 0,0 1 0 0 0,0-1 0 0 0,0 1 0 0 0,0 0 0 0 0,1-1 0 0 0,-1 1 0 0 0,1-1 0 0 0,-1 1 0 0 0,1-1 0 0 0,0 0 0 0 0,0 1 0 0 0,0-1 0 0 0,1 0 0 0 0,-1 1 0 0 0,0-1 0 0 0,1 0 0 0 0,-1 0 0 0 0,1 0 0 0 0,0 0 0 0 0,0 0 0 0 0,0-1 0 0 0,0 1 0 0 0,0 0 0 0 0,0-1 0 0 0,0 0 0 0 0,3 2 0 0 0,1 0-9 0 0,0 0 0 0 0,0 0 0 0 0,0-1 1 0 0,0 1-1 0 0,0-1 0 0 0,1-1 0 0 0,-1 1 1 0 0,1-1-1 0 0,-1-1 0 0 0,1 1 0 0 0,-1-1 1 0 0,1 0-1 0 0,-1 0 0 0 0,1-1 0 0 0,-1 0 0 0 0,11-2 1 0 0,-9 0-12 0 0,0-1 1 0 0,0 0 0 0 0,0 0 0 0 0,0 0-1 0 0,-1-1 1 0 0,0 0 0 0 0,0-1 0 0 0,0 1-1 0 0,-1-1 1 0 0,12-13 0 0 0,-2-3 3 0 0,0-1 0 0 0,-2 0 1 0 0,0-1-1 0 0,-2 0 0 0 0,-1-1 0 0 0,16-49 0 0 0,-23 60 117 0 0,0 0-1 0 0,-1 0 1 0 0,0 0-1 0 0,-1 0 0 0 0,-1 0 1 0 0,0 0-1 0 0,-1-1 0 0 0,0 1 1 0 0,-1 0-1 0 0,-1-1 0 0 0,0 1 1 0 0,-6-21-1 0 0,7 34-112 0 0,1 1-1 0 0,-1-1 1 0 0,1 0-1 0 0,-1 0 1 0 0,1 0-1 0 0,-1 0 1 0 0,1 0-1 0 0,-1 0 0 0 0,0 1 1 0 0,1-1-1 0 0,-1 0 1 0 0,0 1-1 0 0,0-1 1 0 0,0 0-1 0 0,0 1 1 0 0,1-1-1 0 0,-1 1 1 0 0,0-1-1 0 0,0 1 1 0 0,0 0-1 0 0,0-1 1 0 0,0 1-1 0 0,0 0 1 0 0,0-1-1 0 0,0 1 0 0 0,0 0 1 0 0,0 0-1 0 0,0 0 1 0 0,0 0-1 0 0,0 0 1 0 0,0 0-1 0 0,0 1 1 0 0,0-1-1 0 0,0 0 1 0 0,0 0-1 0 0,0 1 1 0 0,0-1-1 0 0,0 1 1 0 0,-1 0-1 0 0,-2 0 19 0 0,1 0-1 0 0,0 1 1 0 0,0 0-1 0 0,0 0 1 0 0,1 0 0 0 0,-1 0-1 0 0,0 0 1 0 0,1 0 0 0 0,-1 1-1 0 0,1-1 1 0 0,-2 4-1 0 0,-4 7 35 0 0,2 1 0 0 0,-1-1 0 0 0,2 1 0 0 0,0 1 0 0 0,1-1 0 0 0,0 1 0 0 0,1-1 0 0 0,-2 24-1 0 0,3 127 155 0 0,2-59-439 0 0,-8-3-1844 0 0,-2-36-3442 0 0,8-45 2797 0 0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3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104 417 312 0 0,'-37'-54'4761'0'0,"36"53"-3920"0"0,5 0-668 0 0,77-12 336 0 0,-25 4-319 0 0,-1-2 0 0 0,59-20-1 0 0,-108 29-178 0 0,24-8 63 0 0,-1-1 0 0 0,0-1 0 0 0,51-31 0 0 0,-74 39-61 0 0,0 0 0 0 0,0-1 1 0 0,0 1-1 0 0,0-1 0 0 0,-1 0 1 0 0,0-1-1 0 0,0 1 0 0 0,0-1 1 0 0,-1 0-1 0 0,0 0 0 0 0,0 0 1 0 0,0-1-1 0 0,-1 0 0 0 0,0 1 0 0 0,0-1 1 0 0,-1 0-1 0 0,0 0 0 0 0,0-1 1 0 0,0 1-1 0 0,-1 0 0 0 0,-1-1 1 0 0,1-10-1 0 0,-1 15-9 0 0,0 0 1 0 0,0-1-1 0 0,-1 1 0 0 0,1 0 0 0 0,-1 0 1 0 0,1-1-1 0 0,-1 1 0 0 0,-1 0 0 0 0,1 0 0 0 0,0 0 1 0 0,-1 0-1 0 0,1 0 0 0 0,-1 0 0 0 0,0 0 1 0 0,-4-4-1 0 0,4 5-3 0 0,0 1 0 0 0,0-1-1 0 0,0 1 1 0 0,0 0 0 0 0,0 0 0 0 0,0 0 0 0 0,0 0 0 0 0,0 0 0 0 0,-1 0-1 0 0,1 1 1 0 0,0-1 0 0 0,-1 1 0 0 0,1 0 0 0 0,-1-1 0 0 0,1 1 0 0 0,0 0-1 0 0,-4 1 1 0 0,-1 0 2 0 0,-1 0-1 0 0,1 1 0 0 0,0 1 1 0 0,-1-1-1 0 0,1 1 0 0 0,1 0 0 0 0,-1 1 1 0 0,0-1-1 0 0,1 1 0 0 0,0 1 1 0 0,0-1-1 0 0,-10 10 0 0 0,-2 6 4 0 0,1 1 0 0 0,0 0 0 0 0,2 1 0 0 0,1 1 0 0 0,0 0 0 0 0,2 1 0 0 0,-15 40 0 0 0,-49 189 41 0 0,64-207-40 0 0,-19 93 17 0 0,24-93-76 0 0,-3 0 0 0 0,-2-1-1 0 0,-2-1 1 0 0,-27 62 0 0 0,38-100-204 0 0,0 0 0 0 0,-1 1-1 0 0,1-1 1 0 0,-1 0 0 0 0,0-1 0 0 0,-1 1-1 0 0,0-1 1 0 0,0 1 0 0 0,0-2-1 0 0,0 1 1 0 0,-1 0 0 0 0,1-1 0 0 0,-1 0-1 0 0,-1 0 1 0 0,1-1 0 0 0,0 0 0 0 0,-1 0-1 0 0,1 0 1 0 0,-11 2 0 0 0,-8-3-1223 0 0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4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4 324 216 0 0,'0'0'39'0'0,"-1"0"1"0"0,1-1-1 0 0,0 1 1 0 0,0 0-1 0 0,0 0 0 0 0,-1 0 1 0 0,1 0-1 0 0,0 0 1 0 0,0-1-1 0 0,0 1 0 0 0,0 0 1 0 0,0 0-1 0 0,-1 0 1 0 0,1-1-1 0 0,0 1 0 0 0,0 0 1 0 0,0 0-1 0 0,0 0 1 0 0,0-1-1 0 0,0 1 0 0 0,0 0 1 0 0,0 0-1 0 0,0-1 1 0 0,0 1-1 0 0,0 0 0 0 0,0 0 1 0 0,0-1-1 0 0,0 1 1 0 0,0 0-1 0 0,0 0 0 0 0,0 0 1 0 0,0-1-1 0 0,0 1 1 0 0,0 0-1 0 0,0 0 0 0 0,0-1 1 0 0,0 1-1 0 0,0 0 1 0 0,1 0-1 0 0,-1 0 0 0 0,0-1 1 0 0,0 1-1 0 0,0 0 1 0 0,0 0-1 0 0,0 0 0 0 0,1 0 1 0 0,-1 0-1 0 0,0-1 1 0 0,18-5 479 0 0,31-1-611 0 0,-44 7 267 0 0,163-19 306 0 0,278-67 1 0 0,-314 53-164 0 0,-36 11 181 0 0,-1-5 0 0 0,140-58 0 0 0,-234 85-427 0 0,0-1 1 0 0,1 1-1 0 0,-1-1 0 0 0,0 1 0 0 0,1-1 1 0 0,-1 0-1 0 0,0 1 0 0 0,0-1 0 0 0,0 0 0 0 0,0 0 1 0 0,1 0-1 0 0,-1 0 0 0 0,0 0 0 0 0,-1 0 1 0 0,1 0-1 0 0,0 0 0 0 0,0 0 0 0 0,0-1 1 0 0,-1 1-1 0 0,1 0 0 0 0,0-1 0 0 0,-1 1 0 0 0,1 0 1 0 0,-1-1-1 0 0,0 1 0 0 0,1-2 0 0 0,-9 5-2 0 0,0 0-50 0 0,0 1-1 0 0,0-1 0 0 0,1 2 0 0 0,-1-1 1 0 0,1 1-1 0 0,0 0 0 0 0,0 1 1 0 0,0-1-1 0 0,1 1 0 0 0,-1 1 0 0 0,1-1 1 0 0,-6 8-1 0 0,10-10-6 0 0,-4 2 9 0 0,1 0-1 0 0,1 1 1 0 0,-1-1-1 0 0,1 1 1 0 0,0 0 0 0 0,0 0-1 0 0,1 1 1 0 0,0-1-1 0 0,0 1 1 0 0,1 0 0 0 0,-1-1-1 0 0,1 1 1 0 0,1 0 0 0 0,-1 0-1 0 0,0 12 1 0 0,6-19-1 0 0,-1-1 0 0 0,1 1 0 0 0,-1-1 1 0 0,1 0-1 0 0,-1 0 0 0 0,1-1 0 0 0,-1 1 1 0 0,6-4-1 0 0,-7 4-23 0 0,68-48 125 0 0,-60 40-115 0 0,0 0-1 0 0,0 1 1 0 0,2 1 0 0 0,-1 0 0 0 0,0 0-1 0 0,1 1 1 0 0,1 1 0 0 0,-1 0-1 0 0,17-5 1 0 0,-25 10-11 0 0,1-1 0 0 0,-1 1 0 0 0,1-1 0 0 0,-1 1 0 0 0,1 1 0 0 0,-1-1 1 0 0,1 1-1 0 0,-1-1 0 0 0,1 1 0 0 0,-1 0 0 0 0,1 1 0 0 0,-1-1 0 0 0,0 1 0 0 0,0 0 0 0 0,6 4 0 0 0,1 1 0 0 0,-1 1 0 0 0,-1 0 0 0 0,0 1 0 0 0,9 10 0 0 0,-10-10 13 0 0,0 0 1 0 0,1-1-1 0 0,0 0 1 0 0,19 13-1 0 0,-26-21-7 0 0,0 1-1 0 0,0-1 0 0 0,0 0 1 0 0,0 0-1 0 0,0 0 1 0 0,1 0-1 0 0,-1 0 1 0 0,0 0-1 0 0,0-1 0 0 0,0 1 1 0 0,-1 0-1 0 0,1-1 1 0 0,0 0-1 0 0,0 0 1 0 0,0 1-1 0 0,3-3 1 0 0,31-18 19 0 0,-34 20-19 0 0,31-23-157 0 0,-22 16 132 0 0,-1 0 0 0 0,2 1 1 0 0,23-12-1 0 0,-30 17-513 0 0,0 1 0 0 0,0-1 0 0 0,0 1 0 0 0,0 0-1 0 0,0 0 1 0 0,1 1 0 0 0,-1-1 0 0 0,8 1 0 0 0,8 2-1463 0 0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4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27 332 0 0,'4'-17'1377'0'0,"-4"17"-1294"0"0,0 0 0 0 0,0-1 1 0 0,0 1-1 0 0,0 0 0 0 0,0 0 0 0 0,0-1 0 0 0,0 1 1 0 0,0 0-1 0 0,0-1 0 0 0,0 1 0 0 0,0 0 1 0 0,0-1-1 0 0,0 1 0 0 0,0 0 0 0 0,0-1 0 0 0,0 1 1 0 0,0 0-1 0 0,1-1 0 0 0,-1 1 0 0 0,0 0 0 0 0,0 0 1 0 0,0-1-1 0 0,1 1 0 0 0,-1 0 0 0 0,0 0 1 0 0,0-1-1 0 0,0 1 0 0 0,1 0 0 0 0,-1 0 0 0 0,0 0 1 0 0,0 0-1 0 0,1-1 0 0 0,-1 1 0 0 0,0 0 0 0 0,1 0 1 0 0,-1 0-1 0 0,0 0 0 0 0,1 0 0 0 0,-1 0 0 0 0,0 0 1 0 0,0 0-1 0 0,1 0 0 0 0,-1 0 0 0 0,0 0 1 0 0,1 0-1 0 0,-1 0 0 0 0,1 0 0 0 0,3 8 18 0 0,0 1 0 0 0,-1 0-1 0 0,0 0 1 0 0,-1 0 0 0 0,0 0 0 0 0,0 0 0 0 0,-1 0-1 0 0,1 15 1 0 0,-4 90 411 0 0,1-54-314 0 0,1-17-73 0 0,1-16-39 0 0,-1 1 0 0 0,-1-1 0 0 0,-2 0 1 0 0,-6 34-1 0 0,-2-18 1026 0 0,11-44-1104 0 0,0-1 1 0 0,0 1-1 0 0,-1 0 0 0 0,1-1 0 0 0,-1 1 1 0 0,1 0-1 0 0,-1 0 0 0 0,1 0 1 0 0,-1-1-1 0 0,0 1 0 0 0,1 0 0 0 0,-1 0 1 0 0,0 0-1 0 0,0 0 0 0 0,-1-1 0 0 0,-11-18 69 0 0,3-10 12 0 0,0 1-1 0 0,-2 1 1 0 0,-21-38 0 0 0,24 47-66 0 0,9 17-19 0 0,-1-1 0 0 0,0 1 0 0 0,0-1 0 0 0,0 1 0 0 0,0 0-1 0 0,0-1 1 0 0,0 1 0 0 0,-1 0 0 0 0,1 0 0 0 0,-1 0 0 0 0,0 0 0 0 0,1 0-1 0 0,-1 1 1 0 0,0-1 0 0 0,-3-2 0 0 0,3 3-5 0 0,0 0 0 0 0,-1 0 1 0 0,1 1-1 0 0,0-1 0 0 0,0 0 0 0 0,0 1 0 0 0,0 0 1 0 0,-1-1-1 0 0,1 1 0 0 0,0 0 0 0 0,0 0 1 0 0,-1 0-1 0 0,1 1 0 0 0,0-1 0 0 0,0 1 0 0 0,0-1 1 0 0,0 1-1 0 0,-1-1 0 0 0,1 1 0 0 0,0 0 1 0 0,0 0-1 0 0,0 0 0 0 0,1 0 0 0 0,-1 1 0 0 0,0-1 1 0 0,0 0-1 0 0,1 1 0 0 0,-1-1 0 0 0,-2 4 1 0 0,-1 1-5 0 0,1-1 1 0 0,-1 1 0 0 0,1 0 0 0 0,0 1 0 0 0,1-1-1 0 0,-4 9 1 0 0,5-11 5 0 0,1-1 1 0 0,-1 1-1 0 0,1 0 0 0 0,-1 0 1 0 0,1 0-1 0 0,0 0 0 0 0,1 0 0 0 0,-1 0 1 0 0,1 0-1 0 0,0 0 0 0 0,0 0 0 0 0,0 0 1 0 0,0 0-1 0 0,1 1 0 0 0,-1-1 0 0 0,1 0 1 0 0,0 0-1 0 0,0 0 0 0 0,1-1 0 0 0,-1 1 1 0 0,1 0-1 0 0,0 0 0 0 0,0-1 1 0 0,0 1-1 0 0,1-1 0 0 0,-1 0 0 0 0,1 0 1 0 0,-1 0-1 0 0,1 0 0 0 0,0 0 0 0 0,0 0 1 0 0,1-1-1 0 0,-1 1 0 0 0,1-1 0 0 0,-1 0 1 0 0,1 0-1 0 0,-1 0 0 0 0,1-1 0 0 0,0 1 1 0 0,0-1-1 0 0,0 0 0 0 0,0 0 1 0 0,0 0-1 0 0,0-1 0 0 0,0 0 0 0 0,5 1 1 0 0,11-1 3 0 0,-1 1 1 0 0,0-2 0 0 0,0-1 0 0 0,-1 0-1 0 0,1-2 1 0 0,0 0 0 0 0,32-11 0 0 0,120-61 119 0 0,-151 67-72 0 0,-19 8-44 0 0,1-1 1 0 0,0 1-1 0 0,0 0 1 0 0,0 0 0 0 0,0 0-1 0 0,0 1 1 0 0,0-1 0 0 0,0 0-1 0 0,0 1 1 0 0,0-1 0 0 0,0 1-1 0 0,0 0 1 0 0,0-1-1 0 0,1 1 1 0 0,-1 0 0 0 0,0 1-1 0 0,0-1 1 0 0,0 0 0 0 0,3 1-1 0 0,-3 1-7 0 0,0 1-1 0 0,0-1 1 0 0,-1 0-1 0 0,1 1 1 0 0,-1-1-1 0 0,0 1 1 0 0,0-1-1 0 0,0 1 1 0 0,0 0-1 0 0,0-1 1 0 0,0 1-1 0 0,-1 0 1 0 0,1 0-1 0 0,-1 5 1 0 0,1 43-460 0 0,-1-2-5391 0 0,1-39 3721 0 0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5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56 432 0 0,'0'0'568'0'0,"1"-26"436"0"0,3 10-236 0 0,-4 2 740 0 0,17 40-3932 0 0,-13-17 1400 0 0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5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13 464 0 0,'0'0'688'0'0,"-9"-8"630"0"0,9 7-1263 0 0,0 1 0 0 0,0 0 0 0 0,0 0 0 0 0,0-1 0 0 0,-1 1 0 0 0,1 0 1 0 0,0 0-1 0 0,0 0 0 0 0,0-1 0 0 0,0 1 0 0 0,0 0 0 0 0,-1 0 0 0 0,1 0 0 0 0,0 0 0 0 0,0 0 0 0 0,0-1 0 0 0,-1 1 0 0 0,1 0 1 0 0,0 0-1 0 0,0 0 0 0 0,-1 0 0 0 0,1 0 0 0 0,0 0 0 0 0,0 0 0 0 0,-1 0 0 0 0,1 0 0 0 0,0 0 0 0 0,0 0 0 0 0,-1 0 1 0 0,1 0-1 0 0,0 0 0 0 0,0 0 0 0 0,-1 0 0 0 0,1 0 0 0 0,0 0 0 0 0,0 0 0 0 0,0 0 0 0 0,-1 0 0 0 0,1 0 0 0 0,0 1 1 0 0,0-1-1 0 0,-1 0 0 0 0,1 0 0 0 0,0 0 0 0 0,0 0 0 0 0,0 0 0 0 0,0 1 0 0 0,-1-1 0 0 0,1 0 0 0 0,0 0 0 0 0,0 1 0 0 0,-1 12 125 0 0,0 0 0 0 0,1 0 0 0 0,1 1 0 0 0,0-1 0 0 0,1 0-1 0 0,5 18 1 0 0,-3-11 34 0 0,-1-1-1 0 0,1 27 1 0 0,-4-44-204 0 0,0-1-1 0 0,0 1 1 0 0,0-1-1 0 0,0 0 1 0 0,-1 1-1 0 0,1-1 1 0 0,0 0-1 0 0,-1 0 1 0 0,1 1-1 0 0,-1-1 1 0 0,0 0-1 0 0,1 0 1 0 0,-1 0-1 0 0,0 1 1 0 0,1-1-1 0 0,-1 0 1 0 0,0 0-1 0 0,0 0 1 0 0,0 0-1 0 0,0-1 1 0 0,0 1-1 0 0,0 0 1 0 0,-1 0-1 0 0,1 0 1 0 0,-1 0-1 0 0,-32 8 182 0 0,29-8-181 0 0,3-1 32 0 0,-20-4 32 0 0,15 3-164 0 0,0-1 0 0 0,0 0 0 0 0,1 0 0 0 0,-1 0 0 0 0,-9-6 1 0 0,-3-3-3956 0 0,10 5 2235 0 0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5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24 272 0 0,'0'0'611'0'0,"-2"-2"-270"0"0,0-1 0 0 0,0 1 0 0 0,0 0 0 0 0,0 0 0 0 0,0-1 0 0 0,-1 2 0 0 0,1-1 0 0 0,-1 0 0 0 0,0 0 0 0 0,-2-1 0 0 0,1 5-288 0 0,1-1 0 0 0,-1 1 0 0 0,1 0 1 0 0,0 0-1 0 0,0 0 0 0 0,0 0 0 0 0,0 1 0 0 0,0-1 0 0 0,1 1 1 0 0,-1 0-1 0 0,1-1 0 0 0,-1 1 0 0 0,1 1 0 0 0,0-1 1 0 0,0 0-1 0 0,0 0 0 0 0,1 1 0 0 0,-1-1 0 0 0,1 1 1 0 0,0-1-1 0 0,0 1 0 0 0,0 0 0 0 0,1-1 0 0 0,-1 1 1 0 0,1 0-1 0 0,0 0 0 0 0,0-1 0 0 0,0 1 0 0 0,0 0 1 0 0,1 0-1 0 0,-1-1 0 0 0,1 1 0 0 0,0 0 0 0 0,2 4 1 0 0,-1-1-23 0 0,0-1 0 0 0,0 0 1 0 0,1-1-1 0 0,0 1 0 0 0,0 0 1 0 0,0-1-1 0 0,1 0 1 0 0,0 1-1 0 0,0-1 0 0 0,0-1 1 0 0,1 1-1 0 0,-1-1 1 0 0,1 1-1 0 0,0-1 0 0 0,0-1 1 0 0,1 1-1 0 0,-1-1 0 0 0,1 0 1 0 0,0 0-1 0 0,10 3 1 0 0,-4-3-12 0 0,1-1 1 0 0,-1-1 0 0 0,1 0-1 0 0,0 0 1 0 0,-1-2 0 0 0,1 1-1 0 0,-1-2 1 0 0,1 0-1 0 0,-1 0 1 0 0,0-1 0 0 0,0 0-1 0 0,0-1 1 0 0,0-1 0 0 0,0 0-1 0 0,-1 0 1 0 0,0-1 0 0 0,0-1-1 0 0,-1 0 1 0 0,1 0-1 0 0,-2-1 1 0 0,1 0 0 0 0,-1-1-1 0 0,0 0 1 0 0,8-11 0 0 0,-10 10-42 0 0,13-12 520 0 0,-14 22-257 0 0,-6 14-232 0 0,0-12-3 0 0,0 0 1 0 0,0 0-1 0 0,1 0 0 0 0,-1 0 0 0 0,0 0 0 0 0,1-1 0 0 0,-1 1 0 0 0,1 0 0 0 0,0 0 0 0 0,0 0 0 0 0,0 0 0 0 0,0-1 0 0 0,0 1 0 0 0,0 0 0 0 0,0-1 0 0 0,1 1 0 0 0,-1-1 0 0 0,3 3 0 0 0,29 22 72 0 0,-28-23-66 0 0,-1 0 1 0 0,1 0-1 0 0,-1 0 0 0 0,1-1 1 0 0,0 0-1 0 0,0 1 1 0 0,0-2-1 0 0,1 1 0 0 0,-1-1 1 0 0,0 1-1 0 0,11 0 0 0 0,-13-2-6 0 0,-1 0-1 0 0,1 0 1 0 0,0-1-1 0 0,-1 1 1 0 0,1 0-1 0 0,-1-1 0 0 0,1 0 1 0 0,0 0-1 0 0,-1 0 1 0 0,1 0-1 0 0,-1 0 1 0 0,0 0-1 0 0,1 0 1 0 0,-1-1-1 0 0,0 1 1 0 0,0-1-1 0 0,0 0 1 0 0,0 0-1 0 0,0 0 0 0 0,0 0 1 0 0,-1 0-1 0 0,4-4 1 0 0,-5 4-4 0 0,1 0 0 0 0,-1 1 0 0 0,1-1 0 0 0,-1 0 1 0 0,0 0-1 0 0,0 0 0 0 0,0 0 0 0 0,0 1 0 0 0,0-1 0 0 0,0 0 0 0 0,-1 0 1 0 0,1 0-1 0 0,0 0 0 0 0,-1 1 0 0 0,0-1 0 0 0,1 0 0 0 0,-1 1 0 0 0,-2-4 1 0 0,-16-27 11 0 0,17 30-63 0 0,1-1-1 0 0,-1 1 1 0 0,0 0-1 0 0,0 0 1 0 0,0 0-1 0 0,0 0 1 0 0,0 0-1 0 0,0 0 1 0 0,-1 0-1 0 0,1 1 1 0 0,0-1-1 0 0,-1 1 1 0 0,0 0-1 0 0,1 0 1 0 0,-1 0-1 0 0,0 0 1 0 0,1 0-1 0 0,-1 0 1 0 0,-4 0-1 0 0,5 1-512 0 0,-20 12-3518 0 0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6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13 372 0 0,'28'15'1287'0'0,"-14"-4"-1006"0"0,47 29 877 0 0,-56-36-983 0 0,1-1 1 0 0,-1-1 0 0 0,1 1 0 0 0,0-1 0 0 0,-1 0 0 0 0,1 0 0 0 0,1-1 0 0 0,-1 0 0 0 0,8 1 0 0 0,-12-2 23 0 0,1-2-12 0 0,2-1-129 0 0,0 0 0 0 0,-1 0 1 0 0,1-1-1 0 0,-1 1 0 0 0,0-1 0 0 0,0 0 0 0 0,0-1 0 0 0,0 1 0 0 0,-1-1 0 0 0,0 1 0 0 0,0-1 1 0 0,0 0-1 0 0,-1 0 0 0 0,1 0 0 0 0,-1-1 0 0 0,2-8 0 0 0,-4 11-362 0 0,7-11-2905 0 0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16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22 115 420 0 0,'11'-28'1839'0'0,"-11"28"-1914"0"0,6-27 1712 0 0,-6 26-1573 0 0,0 1 1 0 0,0-1 0 0 0,1 0-1 0 0,-1 1 1 0 0,0-1-1 0 0,0 0 1 0 0,0 0-1 0 0,0 1 1 0 0,0-1-1 0 0,0 0 1 0 0,0 0-1 0 0,0 0 1 0 0,0 1-1 0 0,0-1 1 0 0,0 0-1 0 0,0 0 1 0 0,0 1-1 0 0,-1-1 1 0 0,1 0 0 0 0,0 1-1 0 0,-1-1 1 0 0,1 0-1 0 0,0 1 1 0 0,-1-1-1 0 0,1 0 1 0 0,-1 1-1 0 0,1-1 1 0 0,-1 1-1 0 0,1-1 1 0 0,-1 1-1 0 0,-1-2 1 0 0,1 3-57 0 0,0-1 1 0 0,0 0 0 0 0,0 1-1 0 0,0-1 1 0 0,0 0 0 0 0,0 1-1 0 0,0-1 1 0 0,0 1-1 0 0,0-1 1 0 0,1 1 0 0 0,-1 0-1 0 0,0-1 1 0 0,0 1 0 0 0,0 0-1 0 0,1 0 1 0 0,-1-1-1 0 0,0 1 1 0 0,1 0 0 0 0,-1 0-1 0 0,0 0 1 0 0,1 0 0 0 0,-1 2-1 0 0,-10 25 199 0 0,10-22-157 0 0,1-2-21 0 0,1 0-1 0 0,-1 1 0 0 0,1-1 1 0 0,0 0-1 0 0,1 0 0 0 0,-1 0 1 0 0,1 0-1 0 0,0-1 0 0 0,0 1 1 0 0,0 0-1 0 0,0-1 0 0 0,0 1 1 0 0,4 2-1 0 0,-2-1-10 0 0,1 0 0 0 0,-1-1 0 0 0,1 1 0 0 0,0-1 0 0 0,0 0 0 0 0,1-1 0 0 0,-1 1 0 0 0,1-1 0 0 0,-1 0 0 0 0,1 0 0 0 0,0-1-1 0 0,0 0 1 0 0,1 0 0 0 0,-1 0 0 0 0,0-1 0 0 0,1 0 0 0 0,-1 0 0 0 0,0-1 0 0 0,1 1 0 0 0,9-2 0 0 0,8-2 4 0 0,-1-1 0 0 0,0-1 1 0 0,-1-2-1 0 0,30-11 0 0 0,17-4 0 0 0,-64 21-17 0 0,16-1 72 0 0,0 1-1 0 0,0 1 0 0 0,31 3 1 0 0,-49-3-51 0 0,0 0 0 0 0,0 0 0 0 0,0 0 0 0 0,0-1 0 0 0,0 1 0 0 0,0-1 0 0 0,0 0 0 0 0,0 0 0 0 0,-1 0 0 0 0,1 0 0 0 0,0-1 0 0 0,3-1 0 0 0,3-2 74 0 0,-7 3-59 0 0,1 0 0 0 0,-1 0 0 0 0,0 0 0 0 0,1 0 0 0 0,-1-1 0 0 0,0 1 0 0 0,0 0 0 0 0,-1-1 0 0 0,1 0 0 0 0,-1 1 0 0 0,1-1 0 0 0,-1 0 0 0 0,0 0 0 0 0,0 0 0 0 0,0 0 0 0 0,1-3 0 0 0,-2 4 16 0 0,13-29 286 0 0,-15 29-341 0 0,4 0-2 0 0,18-14 51 0 0,-19 15-75 0 0,23-18 64 0 0,-24 19-38 0 0,1-1-1 0 0,-1 1 1 0 0,1 0-1 0 0,-1 0 1 0 0,0-1 0 0 0,1 1-1 0 0,-1 0 1 0 0,1 0-1 0 0,-1-1 1 0 0,1 1-1 0 0,-1 0 1 0 0,1 0 0 0 0,-1 0-1 0 0,1 0 1 0 0,-1 0-1 0 0,1 0 1 0 0,-1 0-1 0 0,1 0 1 0 0,-1 0 0 0 0,1 0-1 0 0,-1 0 1 0 0,1 0-1 0 0,-1 0 1 0 0,0 0-1 0 0,1 0 1 0 0,-1 0 0 0 0,1 0-1 0 0,-1 1 1 0 0,1-1-1 0 0,-1 0 1 0 0,1 0-1 0 0,-1 1 1 0 0,0-1-1 0 0,1 0 1 0 0,-1 1 0 0 0,1-1-1 0 0,-1 0 1 0 0,0 1-1 0 0,0-1 1 0 0,1 1-1 0 0,-1-1 1 0 0,0 0 0 0 0,1 1-1 0 0,-1-1 1 0 0,0 1-1 0 0,0-1 1 0 0,0 1-1 0 0,0-1 1 0 0,1 1 0 0 0,-1-1-1 0 0,0 1 1 0 0,0-1-1 0 0,0 1 1 0 0,0-1-1 0 0,0 1 1 0 0,0-1 0 0 0,0 1-1 0 0,0-1 1 0 0,-1 1-1 0 0,1 0 1 0 0,-5 95 51 0 0,-18 103 1 0 0,12-113 3 0 0,3-41-195 0 0,-14 43 0 0 0,-6 40-4932 0 0,24-99 2777 0 0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1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206 150 168 0 0,'5'-12'513'0'0,"-1"-1"-1"0"0,-1 0 1 0 0,0 0-1 0 0,0 0 1 0 0,-1 0-1 0 0,-1 0 1 0 0,0 0 0 0 0,-1 0-1 0 0,-2-17 1 0 0,2 28-196 0 0,-1 2-272 0 0,0-1 1 0 0,0 1-1 0 0,0 0 0 0 0,1 0 0 0 0,-1 0 1 0 0,0 0-1 0 0,0 0 0 0 0,0 0 0 0 0,0 0 1 0 0,1 0-1 0 0,-1 0 0 0 0,0 0 0 0 0,0 0 0 0 0,0 0 1 0 0,1 0-1 0 0,-1 1 0 0 0,0-1 0 0 0,-1 1 1 0 0,-6 7 115 0 0,-1 1 1 0 0,1 0-1 0 0,1 1 1 0 0,0-1-1 0 0,0 1 1 0 0,1 1-1 0 0,-7 16 1 0 0,-31 86 498 0 0,30-64-408 0 0,3 1 1 0 0,-9 78-1 0 0,-10 52 220 0 0,15-141-709 0 0,15-37 27 0 0,-10 14-915 0 0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1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16 0 0,'515'-62'2260'0'0,"-472"55"-1928"0"0,-13-4 452 0 0,-22 8 397 0 0,-19 19-904 0 0,9-12-263 0 0,-1 0 1 0 0,0 0-1 0 0,1 0 1 0 0,0 0-1 0 0,0 0 1 0 0,0 1-1 0 0,0-1 1 0 0,1 0 0 0 0,-1 1-1 0 0,1 0 1 0 0,0-1-1 0 0,1 1 1 0 0,-1-1-1 0 0,1 1 1 0 0,0 0-1 0 0,0 0 1 0 0,0-1-1 0 0,1 1 1 0 0,0 0-1 0 0,0-1 1 0 0,0 1-1 0 0,0-1 1 0 0,1 1-1 0 0,-1-1 1 0 0,1 0 0 0 0,0 1-1 0 0,1-1 1 0 0,-1 0-1 0 0,1-1 1 0 0,0 1-1 0 0,0 0 1 0 0,0-1-1 0 0,0 1 1 0 0,0-1-1 0 0,1 0 1 0 0,0 0-1 0 0,-1 0 1 0 0,1-1-1 0 0,0 1 1 0 0,1-1-1 0 0,-1 0 1 0 0,9 3 0 0 0,-10-4 7 0 0,-1 0 1 0 0,1 0-1 0 0,0 0 1 0 0,0-1 0 0 0,0 1-1 0 0,0-1 1 0 0,0 1 0 0 0,0-1-1 0 0,0 0 1 0 0,0 0 0 0 0,-1 0-1 0 0,1-1 1 0 0,0 1 0 0 0,0-1-1 0 0,0 0 1 0 0,0 0 0 0 0,0 0-1 0 0,-1 0 1 0 0,1 0 0 0 0,0 0-1 0 0,-1-1 1 0 0,5-2 0 0 0,-5 1 9 0 0,0 1 1 0 0,0-1-1 0 0,0 1 1 0 0,-1-1-1 0 0,1 0 1 0 0,-1 0-1 0 0,0 0 1 0 0,1 1-1 0 0,-1-1 1 0 0,-1 0-1 0 0,1-1 1 0 0,0 1-1 0 0,-1 0 1 0 0,1 0-1 0 0,-1 0 1 0 0,0 0-1 0 0,0 0 1 0 0,0 0-1 0 0,-1-1 1 0 0,1 1-1 0 0,-2-4 1 0 0,2 3-23 0 0,0 0 1 0 0,-1 0 0 0 0,0 0-1 0 0,1 1 1 0 0,-1-1 0 0 0,-1 0-1 0 0,1 0 1 0 0,0 1 0 0 0,-1-1 0 0 0,0 1-1 0 0,0-1 1 0 0,0 1 0 0 0,0 0-1 0 0,-1-1 1 0 0,1 1 0 0 0,-1 0-1 0 0,0 1 1 0 0,1-1 0 0 0,-1 0 0 0 0,-1 1-1 0 0,1 0 1 0 0,-4-3 0 0 0,5 4-247 0 0,-7 5-759 0 0,7-3 795 0 0,1-1 0 0 0,0 0-1 0 0,-1 1 1 0 0,1-1 0 0 0,0 0-1 0 0,-1 1 1 0 0,1 0-1 0 0,0-1 1 0 0,-1 1 0 0 0,1 0-1 0 0,0 0 1 0 0,0-1 0 0 0,0 1-1 0 0,-2 2 1 0 0,-3 7-1333 0 0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2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49 158 20 0 0,'0'0'1687'0'0,"-2"6"-1310"0"0,-6 44 352 0 0,3 0-1 0 0,1 1 0 0 0,6 94 1 0 0,0-43 1472 0 0,-23-145-1855 0 0,18 17-226 0 0,-1-6-46 0 0,1 0 0 0 0,1-1 1 0 0,2 0-1 0 0,1 1 0 0 0,6-34 0 0 0,-3 44-54 0 0,1 0 1 0 0,1 1-1 0 0,1-1 1 0 0,1 2-1 0 0,1-1 0 0 0,1 1 1 0 0,12-19-1 0 0,-19 34-17 0 0,1-1-1 0 0,-1 1 0 0 0,1 0 1 0 0,0 0-1 0 0,1 0 0 0 0,0 0 1 0 0,-1 1-1 0 0,1 0 0 0 0,1 0 1 0 0,-1 0-1 0 0,0 0 1 0 0,1 1-1 0 0,0 0 0 0 0,0 0 1 0 0,0 1-1 0 0,0 0 0 0 0,0 0 1 0 0,1 0-1 0 0,-1 1 0 0 0,0 0 1 0 0,1 0-1 0 0,-1 0 1 0 0,1 1-1 0 0,-1 0 0 0 0,1 0 1 0 0,-1 1-1 0 0,13 2 0 0 0,-16-3-3 0 0,0 1-1 0 0,0-1 0 0 0,0 1 0 0 0,0 0 0 0 0,0 0 1 0 0,-1 0-1 0 0,1 0 0 0 0,0 1 0 0 0,0-1 0 0 0,-1 1 1 0 0,1 0-1 0 0,-1 0 0 0 0,1 0 0 0 0,-1 0 0 0 0,0 0 1 0 0,1 0-1 0 0,-1 0 0 0 0,-1 1 0 0 0,1-1 0 0 0,0 1 1 0 0,0 0-1 0 0,-1-1 0 0 0,0 1 0 0 0,1 0 0 0 0,-1 0 0 0 0,0 0 1 0 0,0 0-1 0 0,-1 0 0 0 0,1 0 0 0 0,-1 0 0 0 0,1 0 1 0 0,-1 0-1 0 0,0 0 0 0 0,0 0 0 0 0,0 0 0 0 0,-2 6 1 0 0,0-2 7 0 0,0-1 1 0 0,0 1 0 0 0,0-1 0 0 0,-1 0-1 0 0,0 0 1 0 0,0 0 0 0 0,-1 0 0 0 0,0 0-1 0 0,0-1 1 0 0,0 0 0 0 0,-1 0 0 0 0,1 0-1 0 0,-1 0 1 0 0,0-1 0 0 0,-1 1 0 0 0,-5 2-1 0 0,-18 10-44 0 0,17-12-472 0 0,2 1-1 0 0,-1 1 1 0 0,1 0-1 0 0,0 0 0 0 0,-18 17 1 0 0,27-22-492 0 0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2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1 292 0 0,'3'2'403'0'0,"1"2"-207"0"0,0 0 1 0 0,0 0 0 0 0,0 0-1 0 0,0 1 1 0 0,-1 0 0 0 0,1 0 0 0 0,-1 0-1 0 0,-1 0 1 0 0,1 0 0 0 0,-1 0-1 0 0,0 1 1 0 0,0-1 0 0 0,0 1-1 0 0,-1 0 1 0 0,0-1 0 0 0,0 1-1 0 0,0 0 1 0 0,-1 0 0 0 0,0 8-1 0 0,0-5-296 0 0,0 1-1 0 0,-1 0 0 0 0,0-1 0 0 0,-1 1 1 0 0,0-1-1 0 0,0 0 0 0 0,-1 1 1 0 0,0-1-1 0 0,0 0 0 0 0,-1-1 0 0 0,-8 14 1 0 0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3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23 180 0 0,'4'-14'824'0'0,"-1"5"-108"0"0,2 40-2084 0 0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3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79 295 100 0 0,'0'0'1010'0'0,"-12"-25"2212"0"0,9 25-3182 0 0,1 0 0 0 0,-1 0-1 0 0,1 0 1 0 0,-1 0 0 0 0,1 0 0 0 0,-1 1 0 0 0,1-1 0 0 0,-1 1 0 0 0,1 0 0 0 0,0-1 0 0 0,-1 1-1 0 0,1 0 1 0 0,0 1 0 0 0,0-1 0 0 0,-1 0 0 0 0,1 0 0 0 0,0 1 0 0 0,0 0 0 0 0,1-1 0 0 0,-1 1-1 0 0,0 0 1 0 0,0 0 0 0 0,1 0 0 0 0,0 0 0 0 0,-1 0 0 0 0,1 0 0 0 0,0 0 0 0 0,0 0 0 0 0,0 1-1 0 0,0-1 1 0 0,0 0 0 0 0,0 1 0 0 0,1-1 0 0 0,-1 5 0 0 0,0-2-17 0 0,0 0 0 0 0,1-1 0 0 0,-1 1 0 0 0,1 0 0 0 0,0-1 1 0 0,1 1-1 0 0,-1 0 0 0 0,1-1 0 0 0,0 1 0 0 0,0 0 0 0 0,0-1 0 0 0,1 1 0 0 0,0-1 1 0 0,0 0-1 0 0,0 1 0 0 0,0-1 0 0 0,0 0 0 0 0,4 4 0 0 0,1-2-4 0 0,1 0 1 0 0,-1 0-1 0 0,1-1 0 0 0,0 0 1 0 0,0 0-1 0 0,1-1 0 0 0,0 0 0 0 0,-1 0 1 0 0,1-1-1 0 0,0 0 0 0 0,1-1 0 0 0,-1 0 1 0 0,0 0-1 0 0,1-1 0 0 0,-1-1 0 0 0,1 1 1 0 0,-1-1-1 0 0,19-3 0 0 0,-7 0-3 0 0,-1 0 1 0 0,0-1-1 0 0,0-1 0 0 0,0-1 0 0 0,-1-1 1 0 0,0-1-1 0 0,33-18 0 0 0,-42 20 15 0 0,-1-1 0 0 0,0 0 0 0 0,0-1 0 0 0,-1 0 0 0 0,0-1 1 0 0,0 1-1 0 0,-1-2 0 0 0,9-13 0 0 0,1-27 829 0 0,-17 49-682 0 0,-4-19 395 0 0,-40 68-489 0 0,43-47-77 0 0,0 0-3 0 0,0 1-1 0 0,1-1 1 0 0,-1 1-1 0 0,1-1 0 0 0,0 1 1 0 0,-1-1-1 0 0,1 1 1 0 0,0-1-1 0 0,0 1 0 0 0,0-1 1 0 0,0 1-1 0 0,0-1 1 0 0,0 1-1 0 0,0-1 0 0 0,0 1 1 0 0,1-1-1 0 0,-1 0 1 0 0,1 1-1 0 0,-1-1 0 0 0,1 1 1 0 0,-1-1-1 0 0,2 2 0 0 0,4 0 6 0 0,-1 0 0 0 0,1 0-1 0 0,0-1 1 0 0,0 0-1 0 0,0 0 1 0 0,0-1 0 0 0,1 1-1 0 0,-1-1 1 0 0,0-1-1 0 0,1 1 1 0 0,-1-1 0 0 0,0 0-1 0 0,1 0 1 0 0,-1-1-1 0 0,0 0 1 0 0,11-3-1 0 0,-8 2 3 0 0,-1-1 0 0 0,0 0-1 0 0,0 0 1 0 0,0-1 0 0 0,-1 0-1 0 0,1 0 1 0 0,-1-1-1 0 0,0 0 1 0 0,0 0 0 0 0,0 0-1 0 0,-1-1 1 0 0,7-8-1 0 0,-1-1 89 0 0,-1-1 0 0 0,0 0 0 0 0,-1 0-1 0 0,-1-1 1 0 0,0-1 0 0 0,-2 0 0 0 0,0 0-1 0 0,0 0 1 0 0,-2-1 0 0 0,-1 1-1 0 0,0-2 1 0 0,-1 1 0 0 0,1-36 0 0 0,-19 74-34 0 0,11-15-53 0 0,-1 7 5 0 0,0 0 1 0 0,1 1-1 0 0,0 0 1 0 0,1 0-1 0 0,0 0 1 0 0,1 0-1 0 0,0 0 1 0 0,1 1-1 0 0,1-1 1 0 0,0 17-1 0 0,0-18-7 0 0,0 11-115 0 0,0 1 0 0 0,2-1 0 0 0,0 0 0 0 0,2 1-1 0 0,8 29 1 0 0,-7-37-546 0 0,1-1 1 0 0,0 1-1 0 0,1-1 0 0 0,0 0 0 0 0,2-1 0 0 0,-1 1 0 0 0,2-2 0 0 0,17 20 0 0 0,0-4-1701 0 0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4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5 358 156 0 0,'-2'-9'361'0'0,"1"1"0"0"0,0-1-1 0 0,0 0 1 0 0,1 1 0 0 0,0-1 0 0 0,1 0 0 0 0,0 1-1 0 0,0-1 1 0 0,1 1 0 0 0,0-1 0 0 0,0 1-1 0 0,1 0 1 0 0,0 0 0 0 0,6-11 0 0 0,-2 8-168 0 0,0 0 0 0 0,1 1 1 0 0,0 0-1 0 0,1 0 0 0 0,0 1 1 0 0,0 0-1 0 0,1 0 0 0 0,19-12 1 0 0,0 4-100 0 0,0 1 1 0 0,1 1-1 0 0,1 2 1 0 0,0 1-1 0 0,1 1 1 0 0,53-10-1 0 0,-60 16-26 0 0,-1 1 0 0 0,0 1-1 0 0,28 1 1 0 0,-46 2-59 0 0,0 0 0 0 0,1 0-1 0 0,-1 1 1 0 0,0 0 0 0 0,0 0 0 0 0,0 0 0 0 0,0 1 0 0 0,0 0 0 0 0,0 0 0 0 0,0 0-1 0 0,-1 1 1 0 0,1 0 0 0 0,-1 0 0 0 0,0 0 0 0 0,1 1 0 0 0,-2 0 0 0 0,9 7-1 0 0,-11-7-3 0 0,1 1 0 0 0,-1-1 0 0 0,0 1 0 0 0,0 0 0 0 0,0 0 0 0 0,0 0-1 0 0,-1 0 1 0 0,0 0 0 0 0,0 0 0 0 0,0 0 0 0 0,-1 0 0 0 0,0 0 0 0 0,0 1-1 0 0,0-1 1 0 0,0 0 0 0 0,-1 0 0 0 0,0 0 0 0 0,0 0 0 0 0,0 0 0 0 0,-1 0-1 0 0,0 0 1 0 0,0 0 0 0 0,0 0 0 0 0,-4 5 0 0 0,-1 4 4 0 0,-1-1-1 0 0,0 0 1 0 0,0-1 0 0 0,-2 0 0 0 0,1-1-1 0 0,-1 0 1 0 0,-15 13 0 0 0,14-15 4 0 0,0 1 0 0 0,-1-2 0 0 0,0 1 1 0 0,0-2-1 0 0,-1 1 0 0 0,1-2 0 0 0,-2 0 1 0 0,1 0-1 0 0,-1-1 0 0 0,0-1 0 0 0,0 0 1 0 0,-28 3-1 0 0,39-7 7 0 0,-1-6 19 0 0,3 6-37 0 0,1-1-1 0 0,-1 1 1 0 0,1 0 0 0 0,0 0-1 0 0,-1-1 1 0 0,1 1 0 0 0,-1-1 0 0 0,1 1-1 0 0,0 0 1 0 0,-1-1 0 0 0,1 1-1 0 0,0-1 1 0 0,0 1 0 0 0,-1 0 0 0 0,1-1-1 0 0,0 1 1 0 0,0-1 0 0 0,0 1-1 0 0,0-1 1 0 0,-1 1 0 0 0,1-1 0 0 0,0 1-1 0 0,0-1 1 0 0,0 1 0 0 0,0-1-1 0 0,0 1 1 0 0,0-1 0 0 0,0 1 0 0 0,0-1-1 0 0,1 1 1 0 0,-1-1 0 0 0,0 1-1 0 0,0-1 1 0 0,0 1 0 0 0,0-1 0 0 0,1 1-1 0 0,-1-1 1 0 0,0 1 0 0 0,0-1-1 0 0,1 1 1 0 0,-1 0 0 0 0,1-1-1 0 0,2-3-2 0 0,-1 0-1 0 0,1 1 0 0 0,1-1 0 0 0,-1 1 0 0 0,0 0 0 0 0,1 0 0 0 0,0 0 0 0 0,0 0 0 0 0,-1 1 0 0 0,2-1 1 0 0,-1 1-1 0 0,0 0 0 0 0,0 1 0 0 0,1-1 0 0 0,-1 1 0 0 0,1-1 0 0 0,-1 1 0 0 0,1 1 0 0 0,-1-1 0 0 0,1 1 1 0 0,0-1-1 0 0,-1 1 0 0 0,1 1 0 0 0,7 0 0 0 0,6 1-415 0 0,0 1 1 0 0,0 0-1 0 0,0 1 0 0 0,0 1 1 0 0,18 8-1 0 0,-5 2-3045 0 0,-22-10 1836 0 0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4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35 372 0 0,'3'-17'692'0'0,"-2"14"-34"0"0,-2-8 30 0 0,2 8-186 0 0,-1 10 2603 0 0,26 318-1649 0 0,-25-314-1390 0 0,-2 0-1 0 0,0 1 1 0 0,-4 20-1 0 0,5-28-383 0 0,-1 0-1 0 0,0 0 0 0 0,0 0 1 0 0,-1-1-1 0 0,1 1 0 0 0,-1 0 1 0 0,0-1-1 0 0,0 1 0 0 0,0-1 1 0 0,0 0-1 0 0,0 0 1 0 0,-1 0-1 0 0,0 0 0 0 0,-3 4 1 0 0,-2-2-1350 0 0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5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13 112 0 0,'14'-6'556'0'0,"8"3"-112"0"0,5-1-256 0 0,-15 6 108 0 0,10 1-312 0 0,-10 1-104 0 0,-6 0-128 0 0,7 1-648 0 0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6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51 156 0 0,'3'-3'164'0'0,"1"0"1"0"0,-1 0-1 0 0,1 0 0 0 0,0 1 1 0 0,0-1-1 0 0,0 1 0 0 0,1 0 1 0 0,-1 0-1 0 0,0 1 0 0 0,1-1 1 0 0,-1 1-1 0 0,1 0 1 0 0,-1 0-1 0 0,1 0 0 0 0,0 1 1 0 0,-1 0-1 0 0,1 0 0 0 0,0 0 1 0 0,-1 0-1 0 0,1 1 0 0 0,0-1 1 0 0,-1 1-1 0 0,1 1 0 0 0,-1-1 1 0 0,6 3-1 0 0,-8-3-129 0 0,0 0 0 0 0,1 0 0 0 0,-1 1 0 0 0,0-1 0 0 0,0 1 0 0 0,0 0 0 0 0,0 0 0 0 0,0-1 0 0 0,0 1 0 0 0,0 0 0 0 0,-1 1 0 0 0,1-1 0 0 0,-1 0 0 0 0,0 0 0 0 0,1 1 0 0 0,-1-1 0 0 0,0 1 0 0 0,0-1 0 0 0,-1 1 0 0 0,1-1 0 0 0,-1 1 0 0 0,1 0 0 0 0,0 4 0 0 0,-1-1 13 0 0,0 0 1 0 0,0 0-1 0 0,0 0 1 0 0,-1 1 0 0 0,0-1-1 0 0,0 0 1 0 0,-1 0-1 0 0,1 0 1 0 0,-5 8 0 0 0,5-12 677 0 0,6-4-672 0 0,22-13 84 0 0,37-25 0 0 0,-41 24-99 0 0,1 1 0 0 0,0 1 0 0 0,28-12 0 0 0,1 0 165 0 0,-51 26-141 0 0,37 27-42 0 0,-37-25-19 0 0,0-1 2 0 0,-1 1 0 0 0,1-1 1 0 0,-1 0-1 0 0,1 0 1 0 0,0 0-1 0 0,-1 0 0 0 0,1 0 1 0 0,0 0-1 0 0,-1-1 1 0 0,1 1-1 0 0,0 0 0 0 0,0-1 1 0 0,0 0-1 0 0,0 1 1 0 0,0-1-1 0 0,0 0 0 0 0,0 0 1 0 0,0 0-1 0 0,2 0 1 0 0,0-1 155 0 0,-1 1 1 0 0,1-1-1 0 0,-1 0 1 0 0,0 0-1 0 0,0 0 0 0 0,1-1 1 0 0,-1 1-1 0 0,0-1 1 0 0,0 1-1 0 0,0-1 1 0 0,-1 0-1 0 0,1 0 1 0 0,0-1-1 0 0,-1 1 1 0 0,1 0-1 0 0,-1-1 0 0 0,2-2 1 0 0,-3 3 404 0 0,13 20-548 0 0,-14-10-10 0 0,0-6 1 0 0,3 31 44 0 0,-3-31-24 0 0,0-1-60 0 0,-1 0 10 0 0,1 0 0 0 0,-1-1-1 0 0,1 1 1 0 0,0 0 0 0 0,-1 0 0 0 0,0 0-1 0 0,1-1 1 0 0,-1 1 0 0 0,1 0 0 0 0,-1-1-1 0 0,0 1 1 0 0,1 0 0 0 0,-1-1 0 0 0,0 1-1 0 0,0-1 1 0 0,0 1 0 0 0,1-1 0 0 0,-1 0-1 0 0,0 1 1 0 0,0-1 0 0 0,0 0 0 0 0,-1 1-1 0 0,-7-16 21 0 0,7 12-4 0 0,2 7-182 0 0,0 11 182 0 0,0-12 9 0 0,1 0 1 0 0,0 0 0 0 0,-1 0-1 0 0,1 0 1 0 0,0 0 0 0 0,1-1-1 0 0,-1 1 1 0 0,0 0 0 0 0,1-1-1 0 0,0 1 1 0 0,-1-1 0 0 0,1 0-1 0 0,0 1 1 0 0,0-1 0 0 0,0 0-1 0 0,1 0 1 0 0,-1 0 0 0 0,1 0-1 0 0,-1-1 1 0 0,1 1 0 0 0,-1-1-1 0 0,1 1 1 0 0,0-1 0 0 0,-1 0-1 0 0,1 0 1 0 0,4 1 0 0 0,-2 0-1 0 0,-3-1 7 0 0,2-2-4 0 0,1 1-1 0 0,0 0-1 0 0,0-1 0 0 0,0 0 1 0 0,1 0-1 0 0,-1 0 0 0 0,0-1 1 0 0,0 0-1 0 0,-1 0 0 0 0,1 0 1 0 0,0 0-1 0 0,-1-1 0 0 0,1 0 1 0 0,-1 0-1 0 0,0 0 0 0 0,0 0 1 0 0,0-1-1 0 0,0 0 0 0 0,-1 1 1 0 0,1-1-1 0 0,-1-1 0 0 0,5-6 1 0 0,14-51 5 0 0,-21 60 5 0 0,-1 1-18 0 0,-1 0-1 0 0,1 0 1 0 0,-1 0 0 0 0,1 0-1 0 0,-1 1 1 0 0,1-2 0 0 0,0 1-1 0 0,-1 0 1 0 0,1 0 0 0 0,0 0-1 0 0,0 0 1 0 0,0 0 0 0 0,0 0 0 0 0,0 0-1 0 0,0 0 1 0 0,0 0 0 0 0,0-1-1 0 0,0-1-14 0 0,-1 6 18 0 0,0-2 0 0 0,0 0-1 0 0,1 1 1 0 0,-1-1 0 0 0,0 1 0 0 0,1-1 0 0 0,0 1 0 0 0,-1-1 0 0 0,1 1-1 0 0,0 0 1 0 0,-1-1 0 0 0,1 1 0 0 0,0-1 0 0 0,0 1 0 0 0,1 0 0 0 0,-1-1-1 0 0,0 3 1 0 0,2 0 5 0 0,-1 0 0 0 0,1 1 1 0 0,0-1-1 0 0,0 0 0 0 0,0 0 0 0 0,0-1 0 0 0,1 1 0 0 0,0 0 0 0 0,0-1 0 0 0,0 1 0 0 0,0-1 0 0 0,0 0 0 0 0,1 0 0 0 0,-1-1 1 0 0,1 1-1 0 0,0 0 0 0 0,-1-1 0 0 0,1 0 0 0 0,0 0 0 0 0,1 0 0 0 0,-1-1 0 0 0,0 1 0 0 0,9 1 0 0 0,9 9-744 0 0,-10-4-3217 0 0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7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2 439 204 0 0,'-1'-2'5287'0'0,"0"9"-4461"0"0,2 21-1083 0 0,0-27 271 0 0,0 1 0 0 0,0-1-1 0 0,0 0 1 0 0,0 0 0 0 0,0 1 0 0 0,0-1 0 0 0,0 0-1 0 0,0 0 1 0 0,0 0 0 0 0,0 0 0 0 0,0-1 0 0 0,1 1-1 0 0,-1 0 1 0 0,0 0 0 0 0,1-1 0 0 0,-1 1 0 0 0,0-1 0 0 0,1 1-1 0 0,-1-1 1 0 0,1 1 0 0 0,-1-1 0 0 0,1 0 0 0 0,1 0-1 0 0,34 4 189 0 0,-31-6-188 0 0,-1 0-1 0 0,1 0 1 0 0,-1 0 0 0 0,0 0 0 0 0,1-1 0 0 0,-1 0 0 0 0,-1 0 0 0 0,1-1 0 0 0,0 1 0 0 0,-1-1 0 0 0,0 0 0 0 0,1 0 0 0 0,-2 0 0 0 0,5-6 0 0 0,0 1-3 0 0,17-19 9 0 0,-2-2 0 0 0,-1-1 1 0 0,-1-1-1 0 0,-2 0 1 0 0,-1-1-1 0 0,-2-2 0 0 0,-1 1 1 0 0,-2-2-1 0 0,15-61 1 0 0,-12 51-243 0 0,-31 75 226 0 0,1 1-1 0 0,1 0 0 0 0,2 0 0 0 0,1 1 1 0 0,2 1-1 0 0,1-1 0 0 0,1 1 0 0 0,2 0 1 0 0,1 1-1 0 0,1 39 0 0 0,3-63 2 0 0,-1 0 1 0 0,1 0-1 0 0,1 0 0 0 0,0 0 0 0 0,0-1 0 0 0,0 1 0 0 0,1-1 0 0 0,1 1 0 0 0,-1-1 0 0 0,1 0 1 0 0,1 0-1 0 0,-1-1 0 0 0,2 1 0 0 0,10 12 0 0 0,-15-20-2 0 0,1 1 1 0 0,-1 0 0 0 0,1 0-1 0 0,0 0 1 0 0,0-1-1 0 0,-1 1 1 0 0,1-1-1 0 0,0 0 1 0 0,0 1-1 0 0,-1-1 1 0 0,1 0-1 0 0,0 0 1 0 0,0 0-1 0 0,0 0 1 0 0,-1 0-1 0 0,1 0 1 0 0,0-1-1 0 0,0 1 1 0 0,0-1-1 0 0,-1 1 1 0 0,1-1-1 0 0,0 0 1 0 0,-1 1-1 0 0,1-1 1 0 0,-1 0-1 0 0,3-1 1 0 0,0-1 6 0 0,0 0-1 0 0,1 0 1 0 0,-1-1-1 0 0,0 1 1 0 0,-1-1 0 0 0,1 0-1 0 0,-1 0 1 0 0,4-4-1 0 0,37-68 272 0 0,-43 75-206 0 0,5-11 970 0 0,-6 15-1041 0 0,-14 47 31 0 0,14-47-28 0 0,-1 0 0 0 0,1-1 0 0 0,-1 1 0 0 0,1 0 0 0 0,0 0 0 0 0,0 0 0 0 0,0 0 0 0 0,1 0 0 0 0,-1 0 0 0 0,1 0 0 0 0,0 0 0 0 0,0 0 0 0 0,0-1 0 0 0,0 1 0 0 0,0 0 0 0 0,0-1 0 0 0,3 4 0 0 0,-3-5 3 0 0,14 14 76 0 0,-14-14-80 0 0,0-1-1 0 0,0 0 0 0 0,1 0 0 0 0,-1 0 0 0 0,0 0 0 0 0,1 0 0 0 0,-1 0 0 0 0,1 0 0 0 0,-1 0 0 0 0,0 0 0 0 0,0 0 1 0 0,1-1-1 0 0,-1 1 0 0 0,0-1 0 0 0,1 1 0 0 0,-1-1 0 0 0,0 1 0 0 0,0-1 0 0 0,2-1 0 0 0,6-2 9 0 0,53-27 25 0 0,-50 23-30 0 0,1 1 0 0 0,1 0 0 0 0,15-6 0 0 0,-27 13-15 0 0,14-1-35 0 0,-15 1 38 0 0,0 0 1 0 0,0 0-1 0 0,0 0 0 0 0,0 0 1 0 0,0 0-1 0 0,0 0 0 0 0,0 0 1 0 0,-1 0-1 0 0,1 1 0 0 0,0-1 1 0 0,0 0-1 0 0,0 0 1 0 0,0 1-1 0 0,0-1 0 0 0,0 1 1 0 0,0-1-1 0 0,-1 1 0 0 0,1-1 1 0 0,0 1-1 0 0,0-1 0 0 0,-1 1 1 0 0,1 0-1 0 0,0 0 0 0 0,-1-1 1 0 0,1 1-1 0 0,-1 0 0 0 0,1 0 1 0 0,-1 0-1 0 0,1 0 0 0 0,16 17 9 0 0,-13-14 2 0 0,0 0-1 0 0,0 0 1 0 0,1 0-1 0 0,-1-1 1 0 0,1 0-1 0 0,0 0 1 0 0,0 0-1 0 0,0-1 1 0 0,0 1-1 0 0,1-1 1 0 0,-1 0-1 0 0,0-1 1 0 0,1 1-1 0 0,0-1 1 0 0,-1 0-1 0 0,11 0 1 0 0,-4-2 138 0 0,1 0 0 0 0,-1-1 0 0 0,0 0 0 0 0,0 0 0 0 0,17-7 0 0 0,-27 8-29 0 0,1 1-86 0 0,-2 0-33 0 0,-1 0-1 0 0,0 0 0 0 0,1 0 0 0 0,-1 0 0 0 0,0 0 1 0 0,1 0-1 0 0,-1 0 0 0 0,0 0 0 0 0,1 0 0 0 0,-1 0 1 0 0,1 0-1 0 0,-1 0 0 0 0,0 0 0 0 0,1 0 0 0 0,-1 0 1 0 0,0 0-1 0 0,1 0 0 0 0,-1 0 0 0 0,0 0 0 0 0,1 1 1 0 0,-1-1-1 0 0,0 0 0 0 0,0 0 0 0 0,1 0 1 0 0,-1 1-1 0 0,0-1 0 0 0,0 0 0 0 0,1 0 0 0 0,-1 1 1 0 0,0-1-1 0 0,0 0 0 0 0,1 0 0 0 0,-1 1 0 0 0,0-1 1 0 0,0 0-1 0 0,0 1 0 0 0,0-1 0 0 0,0 0 0 0 0,1 1 1 0 0,-1-1-1 0 0,0 0 0 0 0,0 1 0 0 0,0-1 0 0 0,0 0 1 0 0,0 1-1 0 0,0-1 0 0 0,0 0 0 0 0,0 1 0 0 0,0 0-9 0 0,0 1-356 0 0,-22 21-5319 0 0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28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1 103 492 0 0,'1'-14'812'0'0,"5"0"-88"0"0,0-2-76 0 0,-2 4-56 0 0,1 0-56 0 0,-1 4-56 0 0,2-1 348 0 0,1-3-471 0 0,-2 7 263 0 0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30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34 528 0 0,'26'-33'6294'0'0,"-18"54"-5925"0"0,-7-16-314 0 0,-1 1 0 0 0,0-1 0 0 0,0 0 0 0 0,0 0 0 0 0,-1 0 0 0 0,1 0 0 0 0,-1 0 1 0 0,0-1-1 0 0,-1 1 0 0 0,-3 8 0 0 0,-1 10 90 0 0,0 12 124 0 0,-3 0-1 0 0,-21 60 1 0 0,29-93-244 0 0,-2 20 253 0 0,0-8-6210 0 0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31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9 168 0 0,'4'-8'1496'0'0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31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13 196 0 0,'0'0'56'0'0,"0"1"0"0"0,-1-1 0 0 0,1 1-1 0 0,0-1 1 0 0,0 1 0 0 0,0-1 0 0 0,0 1 0 0 0,0-1 0 0 0,0 1 0 0 0,0-1-1 0 0,0 0 1 0 0,0 1 0 0 0,0-1 0 0 0,0 1 0 0 0,1-1 0 0 0,-1 1-1 0 0,0-1 1 0 0,0 1 0 0 0,0-1 0 0 0,1 0 0 0 0,-1 1 0 0 0,0-1 0 0 0,0 1-1 0 0,1-1 1 0 0,-1 1 0 0 0,12-1 147 0 0,0-1-1 0 0,-1 0 1 0 0,1 0-1 0 0,-1-1 1 0 0,20-6-1 0 0,23-3 203 0 0,-51 11-388 0 0,-1 0 0 0 0,0 0 0 0 0,1 1 0 0 0,-1-1 0 0 0,1 1 0 0 0,-1 0 0 0 0,0 0 0 0 0,0 0 0 0 0,1 0 0 0 0,-1 0 0 0 0,0 0 0 0 0,0 1 0 0 0,0-1 0 0 0,0 1 0 0 0,2 1 0 0 0,27 29-1082 0 0,-26-27 163 0 0,1 1 13 0 0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32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0 324 0 0,'3'5'2119'0'0,"-4"18"-1622"0"0,-4 26-295 0 0,-55 215 1033 0 0,34-130 12 0 0,26-133-1104 0 0,-3-25 883 0 0,4 7-918 0 0,0 9-76 0 0,0 0 0 0 0,-1 0 1 0 0,0 0-1 0 0,-1 0 0 0 0,1 0 0 0 0,-3-11 1 0 0,2 17-30 0 0,0 0 1 0 0,0-1-1 0 0,0 1 0 0 0,0 0 1 0 0,0 0-1 0 0,-1 0 1 0 0,1 0-1 0 0,0 0 0 0 0,-1 0 1 0 0,0 1-1 0 0,1-1 1 0 0,-1 0-1 0 0,0 1 0 0 0,0-1 1 0 0,0 1-1 0 0,0 0 1 0 0,0-1-1 0 0,0 1 0 0 0,0 0 1 0 0,0 0-1 0 0,-1 1 1 0 0,1-1-1 0 0,0 0 0 0 0,-1 1 1 0 0,1-1-1 0 0,0 1 1 0 0,-5 0-1 0 0,3-1-2 0 0,-1 1-1 0 0,0-1 1 0 0,1 1 0 0 0,-1 0-1 0 0,1 1 1 0 0,-1-1 0 0 0,0 1-1 0 0,1 0 1 0 0,0 0 0 0 0,-1 1-1 0 0,1-1 1 0 0,0 1 0 0 0,-1 0-1 0 0,1 0 1 0 0,0 0-1 0 0,0 0 1 0 0,1 1 0 0 0,-1 0-1 0 0,-5 5 1 0 0,7-7-3 0 0,-2 4 3 0 0,-1-1-1 0 0,1 1 1 0 0,-1 0-1 0 0,2 1 1 0 0,-1-1-1 0 0,0 1 1 0 0,1-1-1 0 0,0 1 1 0 0,1 0-1 0 0,-1 0 1 0 0,1 0-1 0 0,0 1 1 0 0,0-1-1 0 0,0 9 1 0 0,1-12 2 0 0,1 0 0 0 0,0 0-1 0 0,0 0 1 0 0,0 0 0 0 0,0 0 0 0 0,0 0 0 0 0,1 0 0 0 0,-1 0-1 0 0,1 0 1 0 0,0 0 0 0 0,0 0 0 0 0,0 0 0 0 0,0 0 0 0 0,0 0-1 0 0,1-1 1 0 0,0 1 0 0 0,-1 0 0 0 0,1-1 0 0 0,0 1-1 0 0,0-1 1 0 0,0 0 0 0 0,0 0 0 0 0,1 0 0 0 0,-1 0 0 0 0,1 0-1 0 0,-1 0 1 0 0,1 0 0 0 0,-1-1 0 0 0,1 0 0 0 0,0 1 0 0 0,4 0-1 0 0,7 2 2 0 0,0-1 0 0 0,0 0-1 0 0,0-1 1 0 0,1-1 0 0 0,-1 0-1 0 0,0-1 1 0 0,1-1 0 0 0,-1 0-1 0 0,0 0 1 0 0,17-6 0 0 0,22-6 25 0 0,70-28-1 0 0,-53 17-19 0 0,102-48-20 0 0,-170 71 12 0 0,-1 1-5 0 0,0 0 0 0 0,0 0 1 0 0,-1 0-1 0 0,1 1 0 0 0,0-1 0 0 0,-1 0 1 0 0,1 0-1 0 0,0 0 0 0 0,-1 1 0 0 0,1-1 0 0 0,0 0 1 0 0,-1 1-1 0 0,1-1 0 0 0,-1 0 0 0 0,1 1 1 0 0,-1-1-1 0 0,1 1 0 0 0,-1-1 0 0 0,1 1 0 0 0,-1-1 1 0 0,1 1-1 0 0,-1-1 0 0 0,1 1 0 0 0,-1 0 0 0 0,0-1 1 0 0,1 1-1 0 0,-1 0 0 0 0,0-1 0 0 0,0 1 1 0 0,0 0-1 0 0,1-1 0 0 0,-1 2 0 0 0,2 30 9 0 0,-3-29-1 0 0,1 0 0 0 0,0 0 0 0 0,0 0 0 0 0,0 0 0 0 0,0 0 0 0 0,0 0 0 0 0,1 0 0 0 0,-1 0 1 0 0,1 0-1 0 0,0 0 0 0 0,0 0 0 0 0,0-1 0 0 0,0 1 0 0 0,0 0 0 0 0,3 3 0 0 0,0-2 0 0 0,0-1 1 0 0,0 0-1 0 0,0 0 1 0 0,1 0-1 0 0,0 0 1 0 0,-1-1-1 0 0,6 3 1 0 0,-8-5-2 0 0,0 1-1 0 0,-1-1 1 0 0,1 0 0 0 0,0 0 0 0 0,0 0-1 0 0,-1 0 1 0 0,1 0 0 0 0,0 0 0 0 0,0 0 0 0 0,-1 0-1 0 0,1-1 1 0 0,0 1 0 0 0,-1 0 0 0 0,1-1-1 0 0,0 0 1 0 0,-1 1 0 0 0,1-1 0 0 0,-1 0 0 0 0,1 0-1 0 0,-1 0 1 0 0,0 0 0 0 0,1 0 0 0 0,-1 0-1 0 0,0 0 1 0 0,1-1 0 0 0,-1 1 0 0 0,0 0-1 0 0,0-1 1 0 0,1-1 0 0 0,0 0 20 0 0,0-1 0 0 0,0 1 0 0 0,0 0 0 0 0,0 0 0 0 0,0-1-1 0 0,-1 1 1 0 0,0-1 0 0 0,0 1 0 0 0,0-1 0 0 0,0 1 0 0 0,-1-1 0 0 0,1 0 0 0 0,-1 0 0 0 0,0 1 0 0 0,0-1 0 0 0,0 0-1 0 0,0 1 1 0 0,-1-1 0 0 0,1 0 0 0 0,-1 1 0 0 0,0-1 0 0 0,-1 0 0 0 0,1 1 0 0 0,0 0 0 0 0,-1-1 0 0 0,0 1-1 0 0,0 0 1 0 0,0 0 0 0 0,0 0 0 0 0,-3-4 0 0 0,3 6-39 0 0,1 0 0 0 0,-1 1 0 0 0,0-1 0 0 0,1 1 0 0 0,-1 0-1 0 0,1-1 1 0 0,-1 1 0 0 0,0 0 0 0 0,1 0 0 0 0,-1 0 0 0 0,0 0 0 0 0,1 0 0 0 0,-1 0 0 0 0,0 0-1 0 0,1 1 1 0 0,-1-1 0 0 0,1 1 0 0 0,-1-1 0 0 0,1 1 0 0 0,-1 0 0 0 0,1-1 0 0 0,-1 1 0 0 0,1 0 0 0 0,-2 1-1 0 0,3-2-17 0 0,-3 2-326 0 0,1 0 1 0 0,0 1-1 0 0,0-1 0 0 0,0 0 0 0 0,0 1 0 0 0,0-1 0 0 0,0 1 0 0 0,1-1 0 0 0,-3 7 0 0 0,2-5-640 0 0,-3 3-782 0 0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32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94 154 248 0 0,'-14'-44'5148'0'0,"13"42"-4225"0"0,-3 3-870 0 0,0 0 0 0 0,0 1 0 0 0,0-1 0 0 0,0 1 0 0 0,0 0 0 0 0,0 0 0 0 0,0 0 0 0 0,0 0 0 0 0,1 1 0 0 0,0 0 0 0 0,-1 0-1 0 0,1-1 1 0 0,0 2 0 0 0,0-1 0 0 0,0 0 0 0 0,1 1 0 0 0,-1-1 0 0 0,1 1 0 0 0,0 0 0 0 0,0 0 0 0 0,0 0 0 0 0,0 0 0 0 0,1 0 0 0 0,0 0 0 0 0,-1 0 0 0 0,2 0-1 0 0,-2 6 1 0 0,2-9-45 0 0,0 0 0 0 0,0 1 1 0 0,0-1-1 0 0,1 0 0 0 0,-1 1 0 0 0,0-1 0 0 0,1 0 0 0 0,-1 0 0 0 0,0 0 0 0 0,1 1 0 0 0,0-1 0 0 0,-1 0 0 0 0,1 0 0 0 0,0 0 0 0 0,-1 0 0 0 0,1 0 0 0 0,0 0 0 0 0,0 0 0 0 0,0 0 1 0 0,0 0-1 0 0,0 0 0 0 0,0-1 0 0 0,2 2 0 0 0,0-1 6 0 0,0 1 1 0 0,0-1 0 0 0,0 0-1 0 0,0 0 1 0 0,1 0 0 0 0,-1-1-1 0 0,0 1 1 0 0,7-1-1 0 0,2 0 17 0 0,0 0 0 0 0,0-1 0 0 0,20-5-1 0 0,-4-2 34 0 0,-1-1 0 0 0,-1-1 0 0 0,0-2 0 0 0,0 0 0 0 0,-1-2 0 0 0,-1-1 0 0 0,0 0-1 0 0,-1-2 1 0 0,-1-1 0 0 0,29-29 0 0 0,-18 7 896 0 0,-33 39-836 0 0,3-5-12 0 0,-3 6-101 0 0,0 0 0 0 0,0 0 0 0 0,0 0 0 0 0,0 0 0 0 0,0 0 0 0 0,-1 0 0 0 0,1 0 0 0 0,0 0 0 0 0,0 0 0 0 0,0 0 1 0 0,0 0-1 0 0,0 1 0 0 0,0-1 0 0 0,0 0 0 0 0,0 0 0 0 0,0 0 0 0 0,-1 0 0 0 0,1 0 0 0 0,0 0 0 0 0,0 0 0 0 0,0 0 0 0 0,0 0 0 0 0,0 0 0 0 0,0 0 0 0 0,0 0 0 0 0,-1 0 0 0 0,1 0 0 0 0,0 0 0 0 0,0 0 0 0 0,0 0 0 0 0,0 0 0 0 0,0 0 0 0 0,0 0 0 0 0,0 0 0 0 0,0 0 0 0 0,-1-1 0 0 0,1 1 0 0 0,0 0 0 0 0,0 0 0 0 0,0 0 1 0 0,0 0-1 0 0,0 0 0 0 0,0 0 0 0 0,-7 6 0 0 0,1 0 0 0 0,0 1 0 0 0,0-1 1 0 0,1 1-1 0 0,0 1 0 0 0,0-1 0 0 0,0 1 1 0 0,1 0-1 0 0,0 0 0 0 0,1 0 0 0 0,0 0 1 0 0,0 1-1 0 0,1-1 0 0 0,0 1 0 0 0,0 0 1 0 0,0 14-1 0 0,2-21-8 0 0,0-1 0 0 0,0 0 0 0 0,0 1 0 0 0,0-1 0 0 0,1 1 0 0 0,-1-1 0 0 0,0 0 0 0 0,1 1 0 0 0,-1-1 0 0 0,1 0 0 0 0,0 0 0 0 0,-1 1 0 0 0,1-1 0 0 0,0 0 0 0 0,0 0 0 0 0,-1 0 0 0 0,1 0 0 0 0,0 0 0 0 0,0 0 0 0 0,0 0 0 0 0,1 0 0 0 0,-1 0 0 0 0,0 0 0 0 0,0-1 0 0 0,0 1 0 0 0,1 0 0 0 0,-1-1 0 0 0,0 1 0 0 0,0-1 0 0 0,1 1 0 0 0,-1-1 0 0 0,1 0 0 0 0,-1 0 0 0 0,0 1 1 0 0,1-1-1 0 0,-1 0 0 0 0,1 0 0 0 0,-1 0 0 0 0,0-1 0 0 0,1 1 0 0 0,-1 0 0 0 0,2-1 0 0 0,3 0 4 0 0,0 0 0 0 0,0 0 1 0 0,0-1-1 0 0,0 1 0 0 0,-1-2 0 0 0,1 1 1 0 0,0 0-1 0 0,4-4 0 0 0,9-8 27 0 0,-1 0 0 0 0,-1-1 0 0 0,0 0 0 0 0,26-33 0 0 0,-42 47-14 0 0,0 1-18 0 0,0 0 1 0 0,0 0-1 0 0,0 0 1 0 0,0 0 0 0 0,-1 0-1 0 0,1 0 1 0 0,0 0 0 0 0,0 0-1 0 0,0 1 1 0 0,-1-1-1 0 0,1 0 1 0 0,0 1 0 0 0,0-1-1 0 0,-1 1 1 0 0,1-1-1 0 0,0 1 1 0 0,0-1 0 0 0,-1 1-1 0 0,1-1 1 0 0,-1 1-1 0 0,1 0 1 0 0,-1-1 0 0 0,1 1-1 0 0,-1 0 1 0 0,1-1-1 0 0,-1 1 1 0 0,1 0 0 0 0,-1 0-1 0 0,0-1 1 0 0,1 1-1 0 0,-1 0 1 0 0,0 0 0 0 0,0 0-1 0 0,0 1 1 0 0,10 43-1139 0 0,-4-13-4964 0 0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34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1 120 28 0 0,'0'0'809'0'0,"36"20"774"0"0,-34-17-1519 0 0,1-1 0 0 0,-1 1 0 0 0,0 0 0 0 0,0 0 0 0 0,-1 0 0 0 0,1 0 0 0 0,-1 0 0 0 0,1 0 0 0 0,-1 0 0 0 0,0 1 0 0 0,0-1 0 0 0,-1 1 0 0 0,1-1 0 0 0,0 6 1 0 0,-1-5-37 0 0,1-1 1 0 0,-1 1 0 0 0,1 0 0 0 0,0-1 0 0 0,0 1 0 0 0,0-1 0 0 0,1 0 0 0 0,2 6 0 0 0,-3-7-14 0 0,-1 0 1 0 0,1 0-1 0 0,-1 0 1 0 0,0 0-1 0 0,0 0 1 0 0,0 0-1 0 0,0 0 0 0 0,0-1 1 0 0,0 1-1 0 0,0 0 1 0 0,-1 0-1 0 0,1 0 1 0 0,-1 0-1 0 0,0 2 1 0 0,-1 3 108 0 0,1-5-33 0 0,-27 29 2225 0 0,24-45-2096 0 0,4 14-213 0 0,-1-1 1 0 0,1 0 0 0 0,-1 1-1 0 0,1-1 1 0 0,0 0 0 0 0,-1 1-1 0 0,1-1 1 0 0,0 0 0 0 0,0 1-1 0 0,0-1 1 0 0,0 0 0 0 0,0 0-1 0 0,0 1 1 0 0,0-1-1 0 0,0 0 1 0 0,0 0 0 0 0,0 1-1 0 0,0-1 1 0 0,0 0 0 0 0,0 0-1 0 0,0 1 1 0 0,1-1 0 0 0,-1 0-1 0 0,0 1 1 0 0,1-1 0 0 0,-1 0-1 0 0,0 1 1 0 0,1-1 0 0 0,-1 1-1 0 0,1-1 1 0 0,0 0 0 0 0,7-9 46 0 0,1 0 0 0 0,0 1 0 0 0,0 1 0 0 0,1-1 0 0 0,0 2 0 0 0,0-1 0 0 0,13-6 0 0 0,2 3 0 0 0,-5 7-36 0 0,-19 4-20 0 0,0 0 1 0 0,0 0 0 0 0,0 0-1 0 0,0 0 1 0 0,0 0-1 0 0,0 0 1 0 0,0 0 0 0 0,0 0-1 0 0,0 0 1 0 0,0 0 0 0 0,0 1-1 0 0,0-1 1 0 0,0 0-1 0 0,0 1 1 0 0,0-1 0 0 0,0 1-1 0 0,0-1 1 0 0,0 1-1 0 0,0-1 1 0 0,0 1 0 0 0,0 0-1 0 0,0-1 1 0 0,-1 1 0 0 0,1 0-1 0 0,0 0 1 0 0,-1-1-1 0 0,1 1 1 0 0,0 0 0 0 0,-1 0-1 0 0,1 2 1 0 0,8 22-34 0 0,-9-23 40 0 0,2 2 4 0 0,-3-4-6 0 0,1 1 1 0 0,0-1-1 0 0,0 1 1 0 0,0-1-1 0 0,0 1 1 0 0,0-1-1 0 0,0 1 1 0 0,0-1-1 0 0,0 1 1 0 0,0 0-1 0 0,0-1 1 0 0,0 1-1 0 0,0-1 1 0 0,1 1-1 0 0,-1-1 1 0 0,0 1-1 0 0,0-1 1 0 0,0 1-1 0 0,1-1 1 0 0,-1 1-1 0 0,0-1 1 0 0,1 1-1 0 0,-1-1 1 0 0,0 0-1 0 0,1 1 1 0 0,-1-1-1 0 0,1 1 1 0 0,-1-1-1 0 0,0 0 1 0 0,1 1-1 0 0,-1-1 1 0 0,1 0-1 0 0,-1 0 1 0 0,1 1-1 0 0,-1-1 1 0 0,1 0-1 0 0,-1 0 1 0 0,1 0-1 0 0,-1 0 1 0 0,1 0-1 0 0,0 0 1 0 0,-1 0-1 0 0,1 0 1 0 0,-1 0-1 0 0,1 0 1 0 0,-1 0-1 0 0,1 0 1 0 0,0 0-1 0 0,2 0 5 0 0,1-1 1 0 0,78-13-8 0 0,94 22 14 0 0,-171-7 0 0 0,0-1 0 0 0,1 0 0 0 0,-1 0 0 0 0,1 0 0 0 0,-1-1 0 0 0,1 0 0 0 0,-1 0 0 0 0,0 0 1 0 0,1-1-1 0 0,-1 0 0 0 0,0 0 0 0 0,0 0 0 0 0,0-1 0 0 0,0 1 0 0 0,-1-1 0 0 0,1 0 0 0 0,-1-1 0 0 0,0 1 0 0 0,1-1 1 0 0,-2 0-1 0 0,1 0 0 0 0,0 0 0 0 0,-1 0 0 0 0,6-9 0 0 0,-8 11 103 0 0,-3-13 344 0 0,2 15-452 0 0,0 0 0 0 0,0 0 0 0 0,0-1 0 0 0,0 1 0 0 0,0 0 0 0 0,0 0-1 0 0,0-1 1 0 0,0 1 0 0 0,0 0 0 0 0,0 0 0 0 0,0-1 0 0 0,0 1 0 0 0,0 0 0 0 0,0 0 0 0 0,0-1 0 0 0,0 1 0 0 0,0 0-1 0 0,0 0 1 0 0,0-1 0 0 0,-1 1 0 0 0,1 0 0 0 0,0 0 0 0 0,0-1 0 0 0,0 1 0 0 0,0 0 0 0 0,-1 0 0 0 0,1 0 0 0 0,0 0-1 0 0,0-1 1 0 0,0 1 0 0 0,0 0 0 0 0,-1 0 0 0 0,1 0 0 0 0,0 0 0 0 0,0 0 0 0 0,-1-1 0 0 0,1 1 0 0 0,0 0 0 0 0,0 0-1 0 0,-1 0 1 0 0,1 0 0 0 0,0 0 0 0 0,0 0 0 0 0,-1 0 0 0 0,1 0 0 0 0,0 0 0 0 0,0 0 0 0 0,-1 0 0 0 0,1 0 0 0 0,0 0-1 0 0,0 0 1 0 0,-1 0 0 0 0,1 1 0 0 0,0-1 0 0 0,0 0 0 0 0,-1 0 0 0 0,1 0 0 0 0,-7 16 31 0 0,5-12-6 0 0,21 25 77 0 0,-11-23-99 0 0,0 0 1 0 0,0-1 0 0 0,0 0-1 0 0,1 0 1 0 0,0-1-1 0 0,0 0 1 0 0,0 0-1 0 0,0-1 1 0 0,1-1 0 0 0,-1 1-1 0 0,1-1 1 0 0,0-1-1 0 0,0 0 1 0 0,16 0-1 0 0,-14-1-2 0 0,0-1 1 0 0,-1 0-1 0 0,1-1 0 0 0,0 0 0 0 0,-1-1 0 0 0,0 0 0 0 0,0-1 0 0 0,0 0 0 0 0,0-1 0 0 0,0 0 0 0 0,-1 0 0 0 0,15-12 0 0 0,-14 8 38 0 0,-9 7-40 0 0,0 0 0 0 0,0 0 0 0 0,0 1 0 0 0,0-1 0 0 0,0 1 0 0 0,0-1 1 0 0,0 1-1 0 0,0 0 0 0 0,0 0 0 0 0,1 0 0 0 0,-1 0 0 0 0,1 0 0 0 0,-1 1 0 0 0,4-2 1 0 0,37 31-5 0 0,-32-20-2 0 0,4 1 6 0 0,1 0-1 0 0,0-2 1 0 0,0 0 0 0 0,1 0 0 0 0,0-2 0 0 0,0 0 0 0 0,0-1 0 0 0,1-1 0 0 0,-1 0 0 0 0,1-2 0 0 0,0 0 0 0 0,0-1 0 0 0,1 0 0 0 0,-1-2 0 0 0,0 0 0 0 0,0-1-1 0 0,0-1 1 0 0,-1-1 0 0 0,24-7 0 0 0,-29 6-6 0 0,0-1 0 0 0,-1 0-1 0 0,0-1 1 0 0,0 0 0 0 0,0-1-1 0 0,-1 0 1 0 0,14-14 0 0 0,-18 17 33 0 0,-2-1 0 0 0,1 1 1 0 0,-1-1-1 0 0,0 1 0 0 0,0-1 1 0 0,0-1-1 0 0,-1 1 0 0 0,0 0 1 0 0,0-1-1 0 0,-1 1 0 0 0,0-1 1 0 0,0 0-1 0 0,0 0 0 0 0,-1 0 1 0 0,1-10-1 0 0,-13-50 1242 0 0,10 65-1165 0 0,1 2-106 0 0,0 0 0 0 0,0-1 1 0 0,0 1-1 0 0,0 0 0 0 0,0 0 1 0 0,0-1-1 0 0,0 1 0 0 0,0 0 1 0 0,0 0-1 0 0,0-1 0 0 0,-1 1 1 0 0,1 0-1 0 0,0 0 1 0 0,0 0-1 0 0,0-1 0 0 0,0 1 1 0 0,-1 0-1 0 0,1 0 0 0 0,0 0 1 0 0,0 0-1 0 0,0-1 0 0 0,-1 1 1 0 0,1 0-1 0 0,0 0 0 0 0,0 0 1 0 0,-1 0-1 0 0,1 0 0 0 0,0 0 1 0 0,0 0-1 0 0,-1 0 0 0 0,1-1 1 0 0,0 1-1 0 0,0 0 0 0 0,-1 0 1 0 0,1 0-1 0 0,0 0 0 0 0,0 0 1 0 0,-1 0-1 0 0,1 1 0 0 0,0-1 1 0 0,0 0-1 0 0,-1 0 0 0 0,1 0 1 0 0,0 0-1 0 0,0 0 0 0 0,-1 0 1 0 0,1 0-1 0 0,0 0 0 0 0,0 1 1 0 0,-1-1-1 0 0,1 0 0 0 0,0 0 1 0 0,0 0-1 0 0,0 1 0 0 0,0-1 1 0 0,-1 0-1 0 0,1 0 0 0 0,0 0 1 0 0,0 1-1 0 0,0-1 0 0 0,0 0 1 0 0,-14 12 175 0 0,14-12-217 0 0,-2 3 48 0 0,0 0 1 0 0,0 0-1 0 0,0 0 1 0 0,1 0-1 0 0,-1 0 1 0 0,1 0-1 0 0,0 1 1 0 0,0-1-1 0 0,0 0 1 0 0,1 1-1 0 0,-1-1 1 0 0,1 0-1 0 0,-1 1 1 0 0,1 4-1 0 0,6 54 116 0 0,-2-33-64 0 0,-3-14-241 0 0,0 58 3 0 0,-8-38-2058 0 0,-10-5-3393 0 0,10-23 2940 0 0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24:34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48 304 0 0,'13'-10'644'0'0,"-1"5"-32"0"0,1-4-40 0 0,0 2-48 0 0,2 0-56 0 0,-1 4-28 0 0,-1 0-76 0 0,-1 0 304 0 0,9 3-428 0 0,-9 4-76 0 0,1 0-224 0 0,1 0-196 0 0,0 1-168 0 0,0 2-288 0 0,5 1-772 0 0,-1 0 348 0 0</inkml:trace>
  <inkml:trace contextRef="#ctx0" brushRef="#br0" timeOffset="1">730 280 412 0 0,'18'-4'1412'0'0,"-5"-1"-840"0"0,-5 1 408 0 0,3 3-716 0 0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09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790 70 504 0 0,'0'0'1532'0'0,"-1"-4"-1079"0"0,0 1-339 0 0,0 0 1 0 0,0-1-1 0 0,0 1 0 0 0,0 0 1 0 0,0 0-1 0 0,-1 0 1 0 0,1 0-1 0 0,-1 0 0 0 0,0 0 1 0 0,0 0-1 0 0,0 1 1 0 0,0-1-1 0 0,0 1 0 0 0,-1-1 1 0 0,1 1-1 0 0,-1 0 1 0 0,0 0-1 0 0,1 0 0 0 0,-1 0 1 0 0,0 1-1 0 0,0-1 1 0 0,0 1-1 0 0,-1 0 0 0 0,1-1 1 0 0,0 1-1 0 0,0 1 1 0 0,-1-1-1 0 0,1 0 0 0 0,0 1 1 0 0,-7 0-1 0 0,-14-1-4 0 0,-1 1 0 0 0,1 1-1 0 0,0 2 1 0 0,-37 8 0 0 0,-98 32 150 0 0,98-25-169 0 0,32-10-50 0 0,-103 34 102 0 0,114-35-117 0 0,1 0 0 0 0,0 1 1 0 0,1 1-1 0 0,0 1 0 0 0,-19 15 1 0 0,33-24-23 0 0,0 0 1 0 0,0 1 0 0 0,1-1-1 0 0,-1 1 1 0 0,0 0 0 0 0,1-1-1 0 0,-1 1 1 0 0,1 0 0 0 0,-1 0-1 0 0,1 0 1 0 0,0 0 0 0 0,0 0-1 0 0,0 0 1 0 0,0 0 0 0 0,0 1-1 0 0,1-1 1 0 0,-1 0 0 0 0,0 0-1 0 0,1 1 1 0 0,0-1 0 0 0,0 0-1 0 0,0 4 1 0 0,0-3 1 0 0,1 0 0 0 0,0 0 0 0 0,1 0-1 0 0,-1-1 1 0 0,0 1 0 0 0,1-1 0 0 0,-1 1 0 0 0,1-1 0 0 0,0 1 0 0 0,0-1 0 0 0,0 0 0 0 0,0 0 0 0 0,1 0-1 0 0,-1 0 1 0 0,3 2 0 0 0,12 7 16 0 0,0-2-1 0 0,0 1 0 0 0,1-2 1 0 0,22 7-1 0 0,-33-12-19 0 0,51 18 19 0 0,-27-12-5 0 0,-1 2 1 0 0,1 1 0 0 0,-2 2-1 0 0,0 1 1 0 0,-1 1-1 0 0,47 35 1 0 0,-73-50-17 0 0,0 1 1 0 0,0 0-1 0 0,0-1 1 0 0,0 1-1 0 0,0 0 0 0 0,-1 0 1 0 0,1 0-1 0 0,-1 0 1 0 0,1 1-1 0 0,-1-1 0 0 0,0 0 1 0 0,0 1-1 0 0,0-1 0 0 0,0 0 1 0 0,0 1-1 0 0,-1-1 1 0 0,1 1-1 0 0,-1-1 0 0 0,1 5 1 0 0,-2-5 0 0 0,0 1 0 0 0,1-1 0 0 0,-1 0 0 0 0,0 0 0 0 0,0 1 0 0 0,0-1 0 0 0,0 0 0 0 0,0 0 0 0 0,-1 0 0 0 0,1 0 0 0 0,0 0 0 0 0,-1-1 0 0 0,0 1 0 0 0,1 0 0 0 0,-1-1 0 0 0,0 1 0 0 0,-2 1 0 0 0,-6 3 16 0 0,0-1 1 0 0,0 0-1 0 0,0 0 1 0 0,-1-1-1 0 0,0 0 1 0 0,1-1 0 0 0,-18 3-1 0 0,-3-1 149 0 0,-1-1 0 0 0,1-2 1 0 0,-1-1-1 0 0,0-2 0 0 0,0-1 0 0 0,1-1 1 0 0,0-2-1 0 0,-1-1 0 0 0,-53-18 0 0 0,84 24-204 0 0,0 0-1 0 0,1 0 0 0 0,-1 0 1 0 0,1 0-1 0 0,-1 0 0 0 0,0 0 1 0 0,1-1-1 0 0,-1 1 0 0 0,1 0 1 0 0,-1 0-1 0 0,1-1 0 0 0,-1 1 1 0 0,1 0-1 0 0,-1-1 0 0 0,1 1 1 0 0,-1 0-1 0 0,1-1 0 0 0,-1 1 1 0 0,1-1-1 0 0,0 1 0 0 0,-1-1 1 0 0,1 1-1 0 0,0-1 0 0 0,-1 1 1 0 0,1-1-1 0 0,0 1 0 0 0,0-1 1 0 0,-1 1-1 0 0,1-1 0 0 0,0 1 1 0 0,0-1-1 0 0,0 0 0 0 0,0 1 1 0 0,0-1-1 0 0,0 1 0 0 0,0-1 1 0 0,0 0-1 0 0,0 1 0 0 0,0-1 1 0 0,0 1-1 0 0,0-1 0 0 0,0 1 1 0 0,1-1-1 0 0,-1 0 0 0 0,0 1 1 0 0,0-1-1 0 0,1 1 0 0 0,-1-1 1 0 0,0 1-1 0 0,0-1 0 0 0,1 1 1 0 0,-1-1-1 0 0,1 1 0 0 0,0-1 1 0 0,27-19-3664 0 0,-13 12 1606 0 0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0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0 618 48 0 0,'23'-6'1609'0'0,"63"-20"328"0"0,-46 14-1048 0 0,63-26 0 0 0,-102 37-604 0 0,-4 6-263 0 0,0-1-13 0 0,0 0 0 0 0,0 0 0 0 0,0 1 0 0 0,1-1 0 0 0,-1 1 0 0 0,1-1 0 0 0,0 1 0 0 0,1 0 0 0 0,-3 8 0 0 0,4-11-3 0 0,0 0 0 0 0,0 0 0 0 0,1 0 0 0 0,-1 0 0 0 0,0-1 0 0 0,1 1 0 0 0,-1 0 0 0 0,1 0 0 0 0,0 0 0 0 0,-1 0 0 0 0,1 0 0 0 0,0-1 0 0 0,0 1 0 0 0,0 0 0 0 0,0-1 0 0 0,1 1 0 0 0,-1-1 0 0 0,0 1 0 0 0,1-1 0 0 0,-1 0 0 0 0,1 1 0 0 0,-1-1 0 0 0,1 0 0 0 0,0 0 0 0 0,-1 0 0 0 0,1 0 0 0 0,0 0 0 0 0,0-1 0 0 0,0 1 0 0 0,0 0 0 0 0,2 0 0 0 0,8 3-1 0 0,1 0-1 0 0,1-1 0 0 0,-1-1 1 0 0,0 0-1 0 0,1 0 0 0 0,-1-1 1 0 0,1-1-1 0 0,-1 0 1 0 0,1-1-1 0 0,-1-1 0 0 0,0 0 1 0 0,1-1-1 0 0,-1 0 0 0 0,0-1 1 0 0,-1 0-1 0 0,1-1 0 0 0,23-13 1 0 0,-23 10-3 0 0,1 0 0 0 0,-1-1-1 0 0,0-1 1 0 0,-1 0 0 0 0,0 0 0 0 0,-1-1 0 0 0,0-1 0 0 0,-1 0 0 0 0,0-1 0 0 0,-1 0-1 0 0,-1 0 1 0 0,0-1 0 0 0,0 0 0 0 0,10-28 0 0 0,-12 23 83 0 0,-1 1 0 0 0,0-1 1 0 0,-2 0-1 0 0,0 0 0 0 0,-1-1 1 0 0,-1 1-1 0 0,-1-1 0 0 0,-1 1 0 0 0,0 0 1 0 0,-2-1-1 0 0,0 1 0 0 0,-1 0 0 0 0,-1 1 1 0 0,-1-1-1 0 0,0 1 0 0 0,-1 0 1 0 0,-1 0-1 0 0,-1 1 0 0 0,-1 0 0 0 0,-13-18 1 0 0,23 34-76 0 0,-1 1 0 0 0,1-1 0 0 0,-1 1 0 0 0,1-1 0 0 0,-1 1 0 0 0,1-1 0 0 0,-1 1 0 0 0,1-1 1 0 0,-1 1-1 0 0,1 0 0 0 0,-1-1 0 0 0,0 1 0 0 0,1 0 0 0 0,-1 0 0 0 0,0-1 0 0 0,1 1 0 0 0,-1 0 0 0 0,0 0 0 0 0,0 0 0 0 0,1 0 1 0 0,-1 0-1 0 0,0 0 0 0 0,1 0 0 0 0,-1 0 0 0 0,0 0 0 0 0,1 0 0 0 0,-1 0 0 0 0,0 0 0 0 0,0 1 0 0 0,1-1 0 0 0,-1 0 1 0 0,1 0-1 0 0,-1 1 0 0 0,0-1 0 0 0,1 1 0 0 0,-1-1 0 0 0,1 0 0 0 0,-1 1 0 0 0,0-1 0 0 0,1 1 0 0 0,-1-1 0 0 0,1 1 0 0 0,0-1 1 0 0,-1 1-1 0 0,1 0 0 0 0,-1-1 0 0 0,1 1 0 0 0,0 0 0 0 0,-1 0 0 0 0,-16 33 102 0 0,13-18-74 0 0,1 0 1 0 0,0 0-1 0 0,2 0 1 0 0,-1 0-1 0 0,2 0 1 0 0,0 0 0 0 0,1 0-1 0 0,5 23 1 0 0,35 132 182 0 0,-29-130-174 0 0,19 76 162 0 0,2 9-3937 0 0,-31-118 1618 0 0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0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51 504 0 0,'5'-14'1128'0'0,"7"2"-648"0"0,-5 7 0 0 0,2-1-88 0 0,2 1-60 0 0,3 2-16 0 0,6-1-52 0 0,-1 3-40 0 0,10 1-168 0 0,-3 3-212 0 0,4-1-516 0 0,-3 1-724 0 0,0-1 320 0 0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1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156 129 32 0 0,'0'0'980'0'0,"-37"30"260"0"0,32-26-1121 0 0,-7 5 81 0 0,0-1 0 0 0,1 2-1 0 0,1-1 1 0 0,0 2-1 0 0,0-1 1 0 0,1 1-1 0 0,0 1 1 0 0,1-1 0 0 0,-12 24-1 0 0,19-34-189 0 0,1 0 0 0 0,-1 0 0 0 0,1 0 0 0 0,0 0 0 0 0,0 0 1 0 0,0 0-1 0 0,-1 0 0 0 0,1 0 0 0 0,0 0 0 0 0,0 0 0 0 0,0 0 0 0 0,1 0 0 0 0,-1 0 0 0 0,0-1 0 0 0,0 1 0 0 0,0 0 0 0 0,1 0 0 0 0,-1 0 1 0 0,0 0-1 0 0,1 0 0 0 0,-1 0 0 0 0,1 0 0 0 0,-1-1 0 0 0,1 1 0 0 0,-1 0 0 0 0,1 0 0 0 0,0-1 0 0 0,-1 1 0 0 0,1 0 0 0 0,0-1 0 0 0,0 1 1 0 0,-1 0-1 0 0,1-1 0 0 0,0 1 0 0 0,0-1 0 0 0,0 0 0 0 0,0 1 0 0 0,0-1 0 0 0,0 0 0 0 0,0 1 0 0 0,0-1 0 0 0,-1 0 0 0 0,1 0 0 0 0,0 0 1 0 0,0 0-1 0 0,0 0 0 0 0,2 0 0 0 0,46-3 164 0 0,-28-3-157 0 0,-1-1 1 0 0,0-1-1 0 0,0 0 0 0 0,0-1 0 0 0,-1-2 0 0 0,-1 0 1 0 0,0 0-1 0 0,-1-2 0 0 0,26-23 0 0 0,1-7 32 0 0,-3-2 0 0 0,40-53 0 0 0,-70 87-56 0 0,-7 11-12 0 0,-8 27-38 0 0,-20 44-20 0 0,-182 403 207 0 0,103-245 10 0 0,92-204-89 0 0,1-2 125 0 0,0 0-1 0 0,-17 25 1 0 0,27-47-156 0 0,-1-1 1 0 0,1 0-1 0 0,0 1 1 0 0,-1-1 0 0 0,1 1-1 0 0,0-1 1 0 0,-1 0-1 0 0,1 1 1 0 0,-1-1-1 0 0,1 0 1 0 0,-1 0-1 0 0,1 1 1 0 0,0-1-1 0 0,-1 0 1 0 0,1 0-1 0 0,-1 0 1 0 0,1 1 0 0 0,-1-1-1 0 0,1 0 1 0 0,-1 0-1 0 0,1 0 1 0 0,-1 0-1 0 0,1 0 1 0 0,-1 0-1 0 0,1 0 1 0 0,-1 0-1 0 0,0 0 1 0 0,1 0-1 0 0,-1-1 1 0 0,1 1-1 0 0,0 0 1 0 0,-1 0 0 0 0,1 0-1 0 0,-1-1 1 0 0,1 1-1 0 0,-1 0 1 0 0,1 0-1 0 0,-1-1 1 0 0,1 1-1 0 0,0 0 1 0 0,-1-1-1 0 0,1 1 1 0 0,0 0-1 0 0,-1-1 1 0 0,1 1-1 0 0,0-1 1 0 0,-1 1 0 0 0,1-1-1 0 0,-12-21 129 0 0,10 9-122 0 0,1-1 0 0 0,0 1 1 0 0,1 0-1 0 0,0 0 0 0 0,1-1 1 0 0,1 1-1 0 0,0 0 0 0 0,1 0 1 0 0,0 0-1 0 0,1 1 0 0 0,0-1 1 0 0,1 1-1 0 0,1 0 0 0 0,0 0 1 0 0,0 1-1 0 0,1-1 0 0 0,0 1 1 0 0,1 1-1 0 0,18-19 0 0 0,-4 7-602 0 0,1 0-1 0 0,1 2 1 0 0,1 1-1 0 0,1 1 1 0 0,0 1-1 0 0,1 1 0 0 0,37-16 1 0 0,-13 11-1186 0 0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1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5 604 0 0,'0'0'2563'0'0,"-1"-1"-2531"0"0,1 1-1 0 0,0 0 1 0 0,-1 0 0 0 0,1-1 0 0 0,0 1-1 0 0,-1 0 1 0 0,1-1 0 0 0,0 1-1 0 0,-1 0 1 0 0,1 0 0 0 0,0 0 0 0 0,-1-1-1 0 0,1 1 1 0 0,-1 0 0 0 0,1 0-1 0 0,0 0 1 0 0,-1 0 0 0 0,1 0 0 0 0,-1 0-1 0 0,1 0 1 0 0,-1 0 0 0 0,1 0 0 0 0,0 0-1 0 0,-1 0 1 0 0,1 0 0 0 0,-1 0-1 0 0,1 0 1 0 0,-1 0 0 0 0,1 0 0 0 0,0 0-1 0 0,-1 1 1 0 0,1-1 0 0 0,-1 0-1 0 0,1 0 1 0 0,0 0 0 0 0,-1 1 0 0 0,1-1-1 0 0,0 0 1 0 0,-1 1 0 0 0,-15 20 250 0 0,3-5-93 0 0,0 0 1 0 0,1 2-1 0 0,1-1 0 0 0,0 2 0 0 0,2-1 1 0 0,0 1-1 0 0,1 1 0 0 0,-7 25 0 0 0,14-42-166 0 0,0 0 1 0 0,1-1-1 0 0,0 1 0 0 0,-1 0 0 0 0,1 0 0 0 0,0-1 1 0 0,0 1-1 0 0,1 0 0 0 0,-1 0 0 0 0,1-1 0 0 0,-1 1 0 0 0,1 0 1 0 0,1 2-1 0 0,-2-4-12 0 0,1 0 0 0 0,0 0 1 0 0,0 0-1 0 0,-1 0 0 0 0,1 0 0 0 0,0 0 1 0 0,0 0-1 0 0,0-1 0 0 0,0 1 1 0 0,0 0-1 0 0,0-1 0 0 0,0 1 1 0 0,0 0-1 0 0,0-1 0 0 0,0 0 0 0 0,0 1 1 0 0,0-1-1 0 0,1 0 0 0 0,-1 1 1 0 0,0-1-1 0 0,2 0 0 0 0,5 0 26 0 0,1-1 0 0 0,0 0 0 0 0,-1-1 0 0 0,1 1-1 0 0,-1-2 1 0 0,14-4 0 0 0,8-3-29 0 0,-14 9-10 0 0,0-1-1 0 0,0 2 1 0 0,1 0 0 0 0,-1 1-1 0 0,0 0 1 0 0,0 2 0 0 0,0 0-1 0 0,24 7 1 0 0,-18-4 19 0 0,0-1 0 0 0,0-1 0 0 0,30 1 0 0 0,-50-5-9 0 0,1 0-1 0 0,-1 0 0 0 0,1 0 1 0 0,0 0-1 0 0,-1 0 1 0 0,1-1-1 0 0,-1 1 0 0 0,1-1 1 0 0,-1 0-1 0 0,1 0 0 0 0,-1 0 1 0 0,1 0-1 0 0,-1 0 1 0 0,0 0-1 0 0,1-1 0 0 0,-1 1 1 0 0,0-1-1 0 0,0 1 0 0 0,0-1 1 0 0,0 0-1 0 0,0 0 0 0 0,1-2 1 0 0,-1 0 27 0 0,-1 1-1 0 0,1 0 1 0 0,-1-1 0 0 0,0 1 0 0 0,-1 0 0 0 0,1-1-1 0 0,0 1 1 0 0,-1-1 0 0 0,0 0 0 0 0,0 1 0 0 0,0-1-1 0 0,0 1 1 0 0,-1-1 0 0 0,0-4 0 0 0,-3-7 79 0 0,0 0 0 0 0,-1 1 0 0 0,-1-1 1 0 0,0 1-1 0 0,-1 0 0 0 0,-8-13 0 0 0,-21-23 182 0 0,36 59-2774 0 0,0-7 2285 0 0,1 0 0 0 0,0-1 1 0 0,0 1-1 0 0,-1-1 0 0 0,1 1 0 0 0,0-1 1 0 0,0 1-1 0 0,0-1 0 0 0,1 1 0 0 0,-1-1 0 0 0,0 0 1 0 0,0 0-1 0 0,1 1 0 0 0,1 0 0 0 0,10 6-1903 0 0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2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72 5444 0 0,'0'0'96'0'0,"-6"-2"-20"0"0,-3-3-56 0 0,4 3-17 0 0,0 0 0 0 0,0 0 0 0 0,0 0 0 0 0,0 0-1 0 0,0 1 1 0 0,0 0 0 0 0,0 0 0 0 0,-1 0 0 0 0,1 1 0 0 0,0-1-1 0 0,-1 1 1 0 0,1 0 0 0 0,-9 2 0 0 0,13-2-2 0 0,-1 0 1 0 0,1 0-1 0 0,-1 0 0 0 0,1 0 1 0 0,-1 0-1 0 0,1 0 1 0 0,-1 1-1 0 0,1-1 1 0 0,-1 1-1 0 0,1-1 0 0 0,-1 1 1 0 0,1-1-1 0 0,0 1 1 0 0,-1 0-1 0 0,1 0 0 0 0,0-1 1 0 0,0 1-1 0 0,0 0 1 0 0,-1 0-1 0 0,1 0 0 0 0,0 0 1 0 0,0 1-1 0 0,0-1 1 0 0,1 0-1 0 0,-1 0 0 0 0,0 1 1 0 0,0-1-1 0 0,1 0 1 0 0,-1 1-1 0 0,1-1 0 0 0,-1 0 1 0 0,1 1-1 0 0,-1-1 1 0 0,1 1-1 0 0,0-1 0 0 0,0 1 1 0 0,0-1-1 0 0,0 1 1 0 0,0 1-1 0 0,0 0 3 0 0,1-1 1 0 0,0 1-1 0 0,0-1 0 0 0,-1 1 0 0 0,2 0 1 0 0,-1-1-1 0 0,0 1 0 0 0,0-1 1 0 0,1 0-1 0 0,0 0 0 0 0,-1 1 0 0 0,1-1 1 0 0,0 0-1 0 0,0 0 0 0 0,0 0 0 0 0,0-1 1 0 0,0 1-1 0 0,0 0 0 0 0,1-1 1 0 0,3 2-1 0 0,-4-1 12 0 0,1-1-1 0 0,-1 0 1 0 0,1 0 0 0 0,0 0 0 0 0,0 0-1 0 0,-1 0 1 0 0,1 0 0 0 0,0-1 0 0 0,0 1-1 0 0,0-1 1 0 0,0 0 0 0 0,0 0 0 0 0,0 0-1 0 0,0 0 1 0 0,0-1 0 0 0,0 1 0 0 0,0-1-1 0 0,-1 1 1 0 0,1-1 0 0 0,0 0 0 0 0,0 0-1 0 0,-1-1 1 0 0,1 1 0 0 0,0 0 0 0 0,-1-1-1 0 0,1 0 1 0 0,-1 1 0 0 0,2-3 0 0 0,-2 1 10 0 0,0 0 1 0 0,0 0-1 0 0,0 0 1 0 0,-1 0 0 0 0,1 0-1 0 0,-1 0 1 0 0,0-1-1 0 0,0 1 1 0 0,0 0-1 0 0,-1-1 1 0 0,1 1 0 0 0,-1-1-1 0 0,0 1 1 0 0,0 0-1 0 0,0-1 1 0 0,0 1 0 0 0,0-1-1 0 0,-1 1 1 0 0,0 0-1 0 0,0-1 1 0 0,0 1 0 0 0,0 0-1 0 0,0-1 1 0 0,-2-2-1 0 0,2 3-43 0 0,0 0 0 0 0,0 1 0 0 0,0-1-1 0 0,-1 0 1 0 0,1 1 0 0 0,-1 0 0 0 0,1-1-1 0 0,-1 1 1 0 0,0 0 0 0 0,0-1 0 0 0,0 1-1 0 0,0 0 1 0 0,-1 1 0 0 0,1-1 0 0 0,-5-3-1 0 0,-13 2-3931 0 0,17 3 2419 0 0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2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1 376 0 0,'24'39'2234'0'0,"-23"-29"-1853"0"0,-1-9-306 0 0,0 0 0 0 0,-1 0 0 0 0,1-1 0 0 0,0 1 0 0 0,0 0 0 0 0,0 0 0 0 0,0-1 0 0 0,0 1 0 0 0,0 0 1 0 0,0 0-1 0 0,0-1 0 0 0,0 1 0 0 0,0 0 0 0 0,0 0 0 0 0,0-1 0 0 0,1 1 0 0 0,-1 0 0 0 0,0-1 0 0 0,1 1 1 0 0,-1 0-1 0 0,0-1 0 0 0,1 1 0 0 0,-1 0 0 0 0,1-1 0 0 0,-1 1 0 0 0,1-1 0 0 0,-1 1 0 0 0,1-1 1 0 0,-1 1-1 0 0,1-1 0 0 0,0 1 0 0 0,49-30-3080 0 0,-37 23 1660 0 0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2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0 544 76 0 0,'0'0'639'0'0,"17"32"700"0"0,-12-30-1291 0 0,0 1 1 0 0,0-1-1 0 0,0-1 0 0 0,0 1 1 0 0,0-1-1 0 0,1 0 0 0 0,-1 0 1 0 0,0 0-1 0 0,1-1 0 0 0,-1 0 1 0 0,1 0-1 0 0,-1 0 0 0 0,0 0 0 0 0,6-2 1 0 0,7-1 48 0 0,0-1 0 0 0,29-11 0 0 0,-36 10-41 0 0,0-1 0 0 0,0 0-1 0 0,0-1 1 0 0,-1 0 0 0 0,0 0-1 0 0,-1-1 1 0 0,0-1 0 0 0,0 0-1 0 0,-1 0 1 0 0,0 0 0 0 0,0-1-1 0 0,-1 0 1 0 0,0-1 0 0 0,9-19-1 0 0,-7 10-4 0 0,0 0-1 0 0,-1-1 1 0 0,-1 1-1 0 0,-1-1 1 0 0,-1-1 0 0 0,-1 1-1 0 0,2-34 1 0 0,-5 39 44 0 0,-1 0 1 0 0,-1 1 0 0 0,-1-1 0 0 0,0 1-1 0 0,-9-30 1 0 0,9 38 5 0 0,0 1 0 0 0,-1-1 0 0 0,0 1 0 0 0,0-1 0 0 0,0 1 0 0 0,-1 0-1 0 0,0 0 1 0 0,0 1 0 0 0,0-1 0 0 0,-1 1 0 0 0,0 0 0 0 0,0 0 0 0 0,-1 0 0 0 0,1 1 0 0 0,-7-5 0 0 0,10 8-82 0 0,1 1 0 0 0,0-1 0 0 0,-1 1 0 0 0,1-1 0 0 0,-1 1 0 0 0,1-1 0 0 0,-1 1 0 0 0,1 0 0 0 0,-1 0 0 0 0,1 0 0 0 0,-1 0 0 0 0,1 0 0 0 0,-1 0 0 0 0,1 0 0 0 0,-1 0 0 0 0,1 0 0 0 0,-1 1 0 0 0,1-1 0 0 0,0 1 0 0 0,-1-1 0 0 0,1 1 0 0 0,-1 0 0 0 0,1-1 0 0 0,0 1 0 0 0,0 0 0 0 0,-1 0 0 0 0,1 0 0 0 0,0 0 0 0 0,0 0 0 0 0,0 0 0 0 0,0 0 0 0 0,0 0 0 0 0,0 0 0 0 0,0 1 0 0 0,1-1 0 0 0,-1 0 1 0 0,0 1-1 0 0,0 1 0 0 0,-2 3 17 0 0,0 1 1 0 0,0-1-1 0 0,1 1 1 0 0,0-1-1 0 0,0 1 1 0 0,-2 13-1 0 0,4-5 3 0 0,0 0-1 0 0,0 0 1 0 0,2 0 0 0 0,0 0 0 0 0,0-1-1 0 0,2 1 1 0 0,0 0 0 0 0,9 21 0 0 0,59 114 156 0 0,-33-74-97 0 0,22 63 54 0 0,-56-124-129 0 0,0 1 1 0 0,-1 0-1 0 0,-1 0 0 0 0,-1 1 1 0 0,0-1-1 0 0,-1 1 0 0 0,-1 17 1 0 0,-1-30-16 0 0,0 1-1 0 0,0 0 1 0 0,0-1 0 0 0,-1 1 0 0 0,0-1 0 0 0,0 0 0 0 0,0 1-1 0 0,-1-1 1 0 0,1 0 0 0 0,-1 0 0 0 0,0-1 0 0 0,0 1 0 0 0,0 0-1 0 0,-1-1 1 0 0,1 0 0 0 0,-1 0 0 0 0,0 0 0 0 0,0 0 0 0 0,0-1 0 0 0,0 1-1 0 0,0-1 1 0 0,-8 3 0 0 0,-6 2-78 0 0,0 0-1 0 0,0-1 1 0 0,-1-1 0 0 0,-19 3-1 0 0,26-7-444 0 0,0 1 0 0 0,0-2 0 0 0,0 0-1 0 0,0 0 1 0 0,-13-3 0 0 0,10 2-794 0 0,-14-2-888 0 0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5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258 15 424 0 0,'0'-1'129'0'0,"-1"0"0"0"0,0 0 0 0 0,1 0 0 0 0,-1 0 0 0 0,0 0 0 0 0,0 0 0 0 0,0 1 0 0 0,1-1 0 0 0,-1 0 0 0 0,0 0 0 0 0,0 1 0 0 0,0-1 0 0 0,0 0 0 0 0,0 1 0 0 0,0-1 0 0 0,-1 1 0 0 0,1 0 0 0 0,0-1 0 0 0,0 1 0 0 0,0 0 0 0 0,0 0 0 0 0,0-1 0 0 0,-1 1 0 0 0,1 0 0 0 0,0 0 0 0 0,0 0 0 0 0,0 1 0 0 0,-1-1 0 0 0,1 0 0 0 0,0 0 0 0 0,0 1 0 0 0,0-1 0 0 0,0 0 0 0 0,0 1 0 0 0,0-1 0 0 0,0 1 0 0 0,0 0 0 0 0,0-1 0 0 0,0 1 0 0 0,0 0 0 0 0,0-1 0 0 0,0 1 0 0 0,0 0 0 0 0,0 0 0 0 0,1 0 0 0 0,-1 0 0 0 0,0 1 0 0 0,-7 7-8 0 0,2 1 0 0 0,-1 0 0 0 0,2 0 0 0 0,-6 12 0 0 0,5-9 389 0 0,-7 14-121 0 0,1 1 0 0 0,-9 35 0 0 0,-23 130 770 0 0,31-128-848 0 0,-41 225 524 0 0,53-281-1421 0 0,-3 13 186 0 0,-1-9-5983 0 0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6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0 563 236 0 0,'86'-11'817'0'0,"0"-4"0"0"0,110-34 0 0 0,-159 38-587 0 0,0-3-1 0 0,-2 0 1 0 0,1-3 0 0 0,-2-1 0 0 0,0-1 0 0 0,-2-2 0 0 0,51-41 0 0 0,-72 51-103 0 0,0 0 0 0 0,0 0 0 0 0,-1-1 0 0 0,-1 0 0 0 0,0-1 0 0 0,-1 0 0 0 0,13-27 0 0 0,-17 31 28 0 0,-1-1 0 0 0,1 1 0 0 0,-2-1 0 0 0,1 0 0 0 0,-2 0 0 0 0,1 0 0 0 0,-1-1 0 0 0,-1 1 0 0 0,0 0 0 0 0,0 0 0 0 0,-1 0 0 0 0,-4-20 0 0 0,5 28-121 0 0,0 1 1 0 0,0-1-1 0 0,-1 0 0 0 0,1 0 0 0 0,-1 1 0 0 0,1-1 0 0 0,-1 0 0 0 0,0 1 0 0 0,1-1 0 0 0,-1 0 0 0 0,0 1 0 0 0,0-1 0 0 0,0 1 1 0 0,0-1-1 0 0,0 1 0 0 0,-1 0 0 0 0,1 0 0 0 0,0-1 0 0 0,-1 1 0 0 0,1 0 0 0 0,-1 0 0 0 0,1 0 0 0 0,-1 0 0 0 0,1 0 0 0 0,-1 1 1 0 0,0-1-1 0 0,1 0 0 0 0,-1 1 0 0 0,0 0 0 0 0,0-1 0 0 0,1 1 0 0 0,-1 0 0 0 0,0 0 0 0 0,0-1 0 0 0,1 2 0 0 0,-1-1 0 0 0,0 0 1 0 0,0 0-1 0 0,0 0 0 0 0,1 1 0 0 0,-1-1 0 0 0,0 1 0 0 0,1-1 0 0 0,-1 1 0 0 0,0 0 0 0 0,1 0 0 0 0,-1 0 0 0 0,-2 2 0 0 0,-6 3 40 0 0,0 1-1 0 0,0 0 1 0 0,0 0-1 0 0,1 1 1 0 0,-14 15-1 0 0,4 1 53 0 0,1 1-1 0 0,0 0 1 0 0,2 1-1 0 0,1 1 0 0 0,2 1 1 0 0,0 0-1 0 0,-11 37 1 0 0,7-7 111 0 0,2 0 0 0 0,-12 107 1 0 0,12-47 115 0 0,15-116-332 0 0,3 2 30 0 0,-3-4-50 0 0,0 1 1 0 0,0-1 0 0 0,0 1-1 0 0,0-1 1 0 0,1 1 0 0 0,-1-1-1 0 0,0 1 1 0 0,0-1 0 0 0,1 1-1 0 0,-1-1 1 0 0,0 0 0 0 0,1 1-1 0 0,-1-1 1 0 0,1 1 0 0 0,-1-1-1 0 0,0 0 1 0 0,1 0 0 0 0,-1 1-1 0 0,1-1 1 0 0,-1 0 0 0 0,1 0-1 0 0,-1 1 1 0 0,1-1 0 0 0,-1 0-1 0 0,1 0 1 0 0,-1 0 0 0 0,1 0-1 0 0,-1 0 1 0 0,1 0 0 0 0,-1 1-1 0 0,1-1 1 0 0,-1-1 0 0 0,1 1-1 0 0,-1 0 1 0 0,1 0 0 0 0,-1 0-1 0 0,1 0 1 0 0,0 0 0 0 0,89-19 52 0 0,-18 3-55 0 0,0 3 0 0 0,86-4 1 0 0,179-12 30 0 0,-330 26-14 0 0,1 0 0 0 0,-1 0 0 0 0,0 0 0 0 0,0-1 0 0 0,0 0 0 0 0,-1-1 0 0 0,1 0 0 0 0,-1 0 0 0 0,6-6 0 0 0,-11 10 14 0 0,0 0-1 0 0,0 0 1 0 0,0 0 0 0 0,-1 0-1 0 0,1 0 1 0 0,0 0 0 0 0,0 0-1 0 0,-1 0 1 0 0,1 0 0 0 0,-1 0-1 0 0,1 0 1 0 0,-1 0 0 0 0,1-1-1 0 0,-1 1 1 0 0,0 0 0 0 0,1 0-1 0 0,-1-1 1 0 0,0 1 0 0 0,0 0-1 0 0,0-2 1 0 0,-24 12 10 0 0,0 0-1 0 0,1 2 0 0 0,-28 17 1 0 0,50-27-42 0 0,0-1 0 0 0,1 0 0 0 0,-1 1 0 0 0,0-1 0 0 0,0 0 0 0 0,1 1 0 0 0,-1-1 0 0 0,0 1 1 0 0,1 0-1 0 0,-1-1 0 0 0,0 1 0 0 0,1-1 0 0 0,-1 1 0 0 0,1 0 0 0 0,-1-1 0 0 0,1 1 0 0 0,-1 0 1 0 0,1 0-1 0 0,-1-1 0 0 0,1 1 0 0 0,0 0 0 0 0,-1 0 0 0 0,1 0 0 0 0,0 0 0 0 0,0-1 1 0 0,0 1-1 0 0,0 1 0 0 0,0-1 1 0 0,1 0 1 0 0,0 0-1 0 0,0 0 1 0 0,0-1 0 0 0,0 1-1 0 0,0 0 1 0 0,0-1-1 0 0,0 1 1 0 0,0 0 0 0 0,0-1-1 0 0,0 0 1 0 0,0 1-1 0 0,0-1 1 0 0,1 1-1 0 0,-1-1 1 0 0,0 0 0 0 0,2 0-1 0 0,73 5 24 0 0,-60-5-30 0 0,45 3 6 0 0,98 0-3 0 0,-140-4 11 0 0,-1-1 0 0 0,1-1 0 0 0,0-1 1 0 0,-1-1-1 0 0,1 0 0 0 0,23-11 0 0 0,-32 10-3 0 0,-1 1 0 0 0,0-1-1 0 0,-1-1 1 0 0,0 1 0 0 0,0-2 0 0 0,0 1-1 0 0,-1-1 1 0 0,0 0 0 0 0,0 0 0 0 0,-1-1-1 0 0,0 0 1 0 0,-1 0 0 0 0,0-1 0 0 0,0 1-1 0 0,5-19 1 0 0,-2 6 57 0 0,-1-1-1 0 0,-1 0 1 0 0,-1-1 0 0 0,-2 1 0 0 0,0-1-1 0 0,-1-25 1 0 0,-3 24 366 0 0,-2-1 0 0 0,-1 1 1 0 0,-10-37-1 0 0,11 53-201 0 0,3 9-214 0 0,0-1 0 0 0,0 1 0 0 0,0-1 0 0 0,0 1 1 0 0,0-1-1 0 0,0 1 0 0 0,0 0 0 0 0,0-1 0 0 0,0 1 1 0 0,0-1-1 0 0,-1 1 0 0 0,1-1 0 0 0,0 1 0 0 0,0 0 1 0 0,0-1-1 0 0,-1 1 0 0 0,1 0 0 0 0,0-1 0 0 0,-1 1 1 0 0,1 0-1 0 0,0-1 0 0 0,-1 1 0 0 0,1 0 0 0 0,0 0 0 0 0,-1-1 1 0 0,1 1-1 0 0,0 0 0 0 0,-1 0 0 0 0,1 0 0 0 0,-1-1 1 0 0,1 1-1 0 0,-1 0 0 0 0,1 0 0 0 0,0 0 0 0 0,-1 0 1 0 0,1 0-1 0 0,-1 0 0 0 0,1 0 0 0 0,-1 0 0 0 0,1 0 0 0 0,-1 0 1 0 0,1 0-1 0 0,-1 0 0 0 0,1 0 0 0 0,0 0 0 0 0,-1 1 1 0 0,1-1-1 0 0,-1 0 0 0 0,1 0 0 0 0,0 0 0 0 0,-1 1 1 0 0,1-1-1 0 0,0 0 0 0 0,-1 1 0 0 0,1-1 0 0 0,0 0 1 0 0,-1 0-1 0 0,1 1 0 0 0,0-1 0 0 0,-1 1 0 0 0,1-1 0 0 0,0 0 1 0 0,0 1-1 0 0,-1 0 0 0 0,-19 30 156 0 0,13-13-91 0 0,0 1 0 0 0,1 0 0 0 0,1 0 0 0 0,1 1 0 0 0,1-1 0 0 0,0 1 0 0 0,1 37 0 0 0,15 141 196 0 0,-4-79-1028 0 0,-9-80-2397 0 0,-3 0-4274 0 0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6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58 324 0 0,'0'0'700'0'0,"9"-14"-60"0"0,0 6-64 0 0,-1 1-52 0 0,5-2-68 0 0,1 4-52 0 0,2 0-36 0 0,0 2-92 0 0,8 0-232 0 0,-2 0-220 0 0,5 3-516 0 0,-8 2-744 0 0,11-2 328 0 0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7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260 466 712 0 0,'-3'-1'814'0'0,"-3"-2"-628"0"0,0 2-1 0 0,0-1 1 0 0,0 0-1 0 0,0 1 1 0 0,0 0 0 0 0,0 1-1 0 0,0 0 1 0 0,-1-1-1 0 0,1 2 1 0 0,0-1 0 0 0,0 1-1 0 0,0 0 1 0 0,0 0-1 0 0,0 1 1 0 0,0-1 0 0 0,0 2-1 0 0,0-1 1 0 0,0 0-1 0 0,1 1 1 0 0,0 0-1 0 0,-1 0 1 0 0,-4 5 0 0 0,-1-1-1 0 0,1 1 1 0 0,0 0 0 0 0,0 0 0 0 0,0 1-1 0 0,1 1 1 0 0,1 0 0 0 0,0 0 0 0 0,0 0-1 0 0,-11 22 1 0 0,17-29-147 0 0,0 0 0 0 0,1 1-1 0 0,-1-1 1 0 0,1 1 0 0 0,0-1 0 0 0,0 1 0 0 0,0-1 0 0 0,1 1-1 0 0,-1 0 1 0 0,1-1 0 0 0,0 1 0 0 0,0 0 0 0 0,0-1 0 0 0,0 1-1 0 0,1 0 1 0 0,-1-1 0 0 0,1 1 0 0 0,0-1 0 0 0,0 1-1 0 0,0-1 1 0 0,1 1 0 0 0,-1-1 0 0 0,1 0 0 0 0,0 1 0 0 0,0-1-1 0 0,0 0 1 0 0,0 0 0 0 0,1-1 0 0 0,-1 1 0 0 0,1 0-1 0 0,0-1 1 0 0,-1 1 0 0 0,8 3 0 0 0,-5-2 29 0 0,1-1-1 0 0,1 0 1 0 0,-1 0 0 0 0,0-1 0 0 0,1 0-1 0 0,-1 0 1 0 0,1 0 0 0 0,0-1 0 0 0,0 0 0 0 0,-1 0-1 0 0,1-1 1 0 0,0 0 0 0 0,0 0 0 0 0,0 0-1 0 0,0-1 1 0 0,0 0 0 0 0,8-3 0 0 0,-3 0 37 0 0,-1-1 0 0 0,0-1 1 0 0,-1 0-1 0 0,1-1 0 0 0,-1 0 0 0 0,-1 0 1 0 0,1-1-1 0 0,-1 0 0 0 0,-1-1 1 0 0,1 0-1 0 0,-2 0 0 0 0,1-1 1 0 0,-1 0-1 0 0,-1 0 0 0 0,7-12 0 0 0,1-6 110 0 0,0-1 0 0 0,-2 0 0 0 0,-2-1 0 0 0,12-50 0 0 0,-16 52-81 0 0,-1 1-1 0 0,-2-1 0 0 0,0 0 1 0 0,-2 0-1 0 0,-3-34 1 0 0,1 52-119 0 0,0 0 0 0 0,-1 0 0 0 0,0 0 0 0 0,0 0 1 0 0,-1 0-1 0 0,0 0 0 0 0,-1 0 0 0 0,0 1 1 0 0,-1 0-1 0 0,0 0 0 0 0,0 0 0 0 0,-1 1 1 0 0,0-1-1 0 0,0 1 0 0 0,-1 1 0 0 0,0-1 1 0 0,-11-8-1 0 0,14 13-144 0 0,-1 0 1 0 0,1 0-1 0 0,-1 1 0 0 0,0-1 1 0 0,0 1-1 0 0,0 0 1 0 0,0 1-1 0 0,0-1 0 0 0,-1 1 1 0 0,1 0-1 0 0,0 1 1 0 0,0-1-1 0 0,-1 1 0 0 0,1 0 1 0 0,-1 0-1 0 0,1 1 0 0 0,0-1 1 0 0,-6 2-1 0 0,4 0-671 0 0,0 0 0 0 0,0 1 1 0 0,0 0-1 0 0,0 0 0 0 0,0 0 0 0 0,1 1 0 0 0,-10 6 0 0 0,2 2-2115 0 0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7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0 212 472 0 0,'19'-8'853'0'0,"0"0"-1"0"0,-1-2 1 0 0,-1 0-1 0 0,1 0 1 0 0,-2-2 0 0 0,1 0-1 0 0,-2-1 1 0 0,0-1 0 0 0,18-20-1 0 0,-29 29-656 0 0,0 0 0 0 0,0-1 0 0 0,-1 1 0 0 0,0-1 0 0 0,0 0-1 0 0,-1 0 1 0 0,1 0 0 0 0,1-9 0 0 0,-3 12-29 0 0,-30-14 208 0 0,22 17-342 0 0,0-1-1 0 0,-1 1 1 0 0,1 0-1 0 0,-1 1 1 0 0,1 0-1 0 0,0 0 1 0 0,0 0-1 0 0,-1 1 1 0 0,1 0 0 0 0,0 1-1 0 0,0-1 1 0 0,1 2-1 0 0,-1-1 1 0 0,1 0-1 0 0,-1 1 1 0 0,1 0-1 0 0,0 1 1 0 0,1 0-1 0 0,-1-1 1 0 0,-8 11 0 0 0,11-11-26 0 0,0-1-1 0 0,1 1 1 0 0,-1 0 0 0 0,1 0 0 0 0,0 0 0 0 0,0 1 0 0 0,0-1 0 0 0,1 0 0 0 0,0 1 0 0 0,-1-1 0 0 0,1 1 0 0 0,1-1 0 0 0,-1 1 0 0 0,1 0 0 0 0,0-1 0 0 0,0 1 0 0 0,0-1-1 0 0,1 1 1 0 0,-1 0 0 0 0,1-1 0 0 0,0 1 0 0 0,0-1 0 0 0,1 1 0 0 0,0-1 0 0 0,-1 0 0 0 0,1 0 0 0 0,1 0 0 0 0,-1 0 0 0 0,1 0 0 0 0,-1 0 0 0 0,1 0 0 0 0,0-1 0 0 0,5 5-1 0 0,0 0-50 0 0,0 0-1 0 0,1-1 0 0 0,0 0 0 0 0,0-1 0 0 0,0 0 0 0 0,1 0 0 0 0,0-1 0 0 0,0 0 1 0 0,0-1-1 0 0,1 0 0 0 0,15 4 0 0 0,-17-7-439 0 0,-1 1 0 0 0,0-1 0 0 0,1 0 0 0 0,-1-1 1 0 0,1 0-1 0 0,-1 0 0 0 0,1-1 0 0 0,-1 0 0 0 0,1 0 0 0 0,-1-1 0 0 0,0 0 0 0 0,1-1 0 0 0,-1 1 0 0 0,0-2 1 0 0,12-6-1 0 0,0-3-1738 0 0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8.5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76 399 304 0 0,'0'0'587'0'0,"7"-9"979"0"0,-7 9-1509 0 0,0-1 0 0 0,0 1 0 0 0,0 0 1 0 0,0 0-1 0 0,0 0 0 0 0,0-1 0 0 0,0 1 1 0 0,0 0-1 0 0,0 0 0 0 0,1 0 0 0 0,-1 0 1 0 0,0-1-1 0 0,0 1 0 0 0,0 0 0 0 0,0 0 1 0 0,0 0-1 0 0,0 0 0 0 0,0 0 0 0 0,1-1 1 0 0,-1 1-1 0 0,0 0 0 0 0,0 0 0 0 0,0 0 1 0 0,0 0-1 0 0,1 0 0 0 0,-1 0 0 0 0,0 0 1 0 0,0 0-1 0 0,0-1 0 0 0,0 1 0 0 0,1 0 1 0 0,-1 0-1 0 0,0 0 0 0 0,0 0 0 0 0,0 0 1 0 0,0 0-1 0 0,1 0 0 0 0,-1 0 0 0 0,0 0 1 0 0,0 0-1 0 0,0 0 0 0 0,1 0 0 0 0,-1 0 1 0 0,0 1-1 0 0,0-1 0 0 0,0 0 0 0 0,0 0 1 0 0,1 0-1 0 0,-1 0 0 0 0,0 0 0 0 0,0 0 1 0 0,0 0-1 0 0,0 0 0 0 0,1 1 0 0 0,-1-1 1 0 0,0 10 68 0 0,-1 0 1 0 0,0 1 0 0 0,-1-1-1 0 0,0 0 1 0 0,-1 0 0 0 0,0 0 0 0 0,0 0-1 0 0,-1-1 1 0 0,-5 11 0 0 0,-50 85 592 0 0,56-100-673 0 0,3-5 1 0 0,0 0-1 0 0,0 0 0 0 0,0 0 1 0 0,0 0-1 0 0,0 0 0 0 0,0 0 1 0 0,1 0-1 0 0,-1 0 0 0 0,0 0 0 0 0,0 0 1 0 0,0 0-1 0 0,0 1 0 0 0,0-1 1 0 0,0 0-1 0 0,0 0 0 0 0,0 0 1 0 0,1 0-1 0 0,-1 0 0 0 0,0 0 1 0 0,0 0-1 0 0,0 1 0 0 0,0-1 1 0 0,0 0-1 0 0,0 0 0 0 0,0 0 0 0 0,0 0 1 0 0,0 0-1 0 0,0 0 0 0 0,0 1 1 0 0,0-1-1 0 0,24-21 150 0 0,20-16-81 0 0,-38 32-95 0 0,-4 3-16 0 0,0 0 0 0 0,0 1-1 0 0,1-1 1 0 0,-1 1-1 0 0,0 0 1 0 0,1 0-1 0 0,-1-1 1 0 0,1 2-1 0 0,-1-1 1 0 0,1 0-1 0 0,0 0 1 0 0,-1 1-1 0 0,1-1 1 0 0,3 1 0 0 0,-2-1-3 0 0,0 1 0 0 0,0-1 1 0 0,1 1-1 0 0,-1 0 0 0 0,0 0 1 0 0,0 1-1 0 0,1-1 1 0 0,-1 1-1 0 0,0 0 0 0 0,0 0 1 0 0,0 0-1 0 0,4 2 1 0 0,53 27 15 0 0,-3-1 18 0 0,-45-25-22 0 0,-1-1 0 0 0,1 0 0 0 0,-1-1 0 0 0,1-1 0 0 0,0 0 0 0 0,0 0 0 0 0,0-1 0 0 0,0-1 0 0 0,0 0 0 0 0,-1-1 1 0 0,1 0-1 0 0,0-1 0 0 0,-1-1 0 0 0,0 0 0 0 0,0 0 0 0 0,0-1 0 0 0,0-1 0 0 0,12-7 0 0 0,-23 12-11 0 0,0 0 1 0 0,0 1-1 0 0,0-1 0 0 0,0 1 0 0 0,1 0 0 0 0,-1-1 0 0 0,0 1 1 0 0,0 0-1 0 0,0 0 0 0 0,1 0 0 0 0,-1 0 0 0 0,0 0 1 0 0,0 0-1 0 0,0 0 0 0 0,1 0 0 0 0,-1 0 0 0 0,0 0 0 0 0,0 1 1 0 0,0-1-1 0 0,1 0 0 0 0,-1 1 0 0 0,0-1 0 0 0,0 1 0 0 0,0 0 1 0 0,0-1-1 0 0,0 1 0 0 0,0 0 0 0 0,0-1 0 0 0,0 1 1 0 0,0 0-1 0 0,-1 0 0 0 0,1 0 0 0 0,0 0 0 0 0,0 0 0 0 0,-1 0 1 0 0,1 0-1 0 0,0 0 0 0 0,0 2 0 0 0,15 15 52 0 0,-15-18-32 0 0,0 1 1 0 0,0 0-1 0 0,0-1 1 0 0,0 1 0 0 0,0-1-1 0 0,0 1 1 0 0,0-1-1 0 0,0 1 1 0 0,0-1-1 0 0,0 0 1 0 0,0 1-1 0 0,0-1 1 0 0,0 0-1 0 0,1 0 1 0 0,-1 0-1 0 0,0 0 1 0 0,0 0-1 0 0,0 0 1 0 0,0 0-1 0 0,0 0 1 0 0,0-1-1 0 0,1 1 1 0 0,-1 0-1 0 0,0-1 1 0 0,0 1-1 0 0,0-1 1 0 0,1 0-1 0 0,1-1 21 0 0,-1 0 0 0 0,1 0 0 0 0,-1 0 0 0 0,1-1 0 0 0,-1 1 0 0 0,0-1 0 0 0,0 0 0 0 0,0 0 0 0 0,2-3-1 0 0,3-7 86 0 0,-1-1-1 0 0,0 1 1 0 0,4-16-1 0 0,10-32 123 0 0,2 1-1 0 0,43-83 1 0 0,-50 114-233 0 0,2 2 0 0 0,1 0 0 0 0,1 1 0 0 0,1 1 0 0 0,1 1 0 0 0,46-40 0 0 0,-66 62-19 0 0,1 1 0 0 0,-1 0 0 0 0,0-1 0 0 0,1 1 1 0 0,0 0-1 0 0,-1 0 0 0 0,1 0 0 0 0,0 0 0 0 0,0 0 0 0 0,-1 0 1 0 0,1 0-1 0 0,0 1 0 0 0,0-1 0 0 0,0 1 0 0 0,0-1 0 0 0,0 1 1 0 0,0 0-1 0 0,0 0 0 0 0,0 0 0 0 0,0 0 0 0 0,0 0 0 0 0,0 0 1 0 0,0 0-1 0 0,0 1 0 0 0,0-1 0 0 0,0 1 0 0 0,0 0 1 0 0,0-1-1 0 0,-1 1 0 0 0,1 0 0 0 0,2 2 0 0 0,-1-1 2 0 0,0 1 0 0 0,-1 0 0 0 0,1 0 0 0 0,-1 0 1 0 0,0 1-1 0 0,0-1 0 0 0,0 1 0 0 0,-1-1 0 0 0,1 1 0 0 0,-1-1 0 0 0,0 1 0 0 0,0 0 0 0 0,0 0 0 0 0,0-1 0 0 0,-1 1 0 0 0,1 4 0 0 0,3 101 28 0 0,-5-75-18 0 0,2-1 1 0 0,2 0-1 0 0,1 0 1 0 0,9 37-1 0 0,-8-53 1 0 0,0 0 0 0 0,1 0 0 0 0,1 0 0 0 0,1-1 0 0 0,0 0 0 0 0,1-1 0 0 0,19 26 0 0 0,-24-37-4 0 0,-1 0-1 0 0,1 0 0 0 0,0 0 0 0 0,0 0 0 0 0,1-1 0 0 0,-1 0 0 0 0,1 0 0 0 0,-1 0 0 0 0,1 0 1 0 0,0-1-1 0 0,0 0 0 0 0,0 0 0 0 0,1 0 0 0 0,-1-1 0 0 0,0 1 0 0 0,1-1 0 0 0,-1 0 0 0 0,1-1 1 0 0,-1 0-1 0 0,1 0 0 0 0,-1 0 0 0 0,1 0 0 0 0,-1-1 0 0 0,1 0 0 0 0,-1 0 0 0 0,0 0 0 0 0,1-1 1 0 0,-1 0-1 0 0,7-3 0 0 0,-2 0-2 0 0,0 0 0 0 0,-1-1 0 0 0,1-1 0 0 0,-1 1 0 0 0,0-2 0 0 0,-1 1 0 0 0,0-1 1 0 0,0 0-1 0 0,0-1 0 0 0,-1 0 0 0 0,9-15 0 0 0,15-17 82 0 0,-30 40-56 0 0,0-1-16 0 0,5-6-1 0 0,-7 8-35 0 0,-4 4 13 0 0,1 0-1 0 0,-1 1 0 0 0,1 0 1 0 0,0-1-1 0 0,0 2 0 0 0,1-1 1 0 0,-1 0-1 0 0,1 1 0 0 0,0-1 1 0 0,-3 12-1 0 0,2 6-8 0 0,4-21 32 0 0,3 0-10 0 0,-1 0 1 0 0,0 1-1 0 0,1-1 1 0 0,-1 0-1 0 0,1-1 1 0 0,0 1-1 0 0,0 0 0 0 0,4 1 1 0 0,211-9 4 0 0,-147 13-39 0 0,-69-7 33 0 0,1 1 1 0 0,0-1-1 0 0,-1 1 1 0 0,1-1-1 0 0,0 1 0 0 0,-1 0 1 0 0,1 0-1 0 0,-1 0 1 0 0,0 1-1 0 0,1-1 0 0 0,-1 0 1 0 0,0 1-1 0 0,0 0 1 0 0,0-1-1 0 0,0 1 0 0 0,0 0 1 0 0,0 0-1 0 0,0 0 1 0 0,0 0-1 0 0,-1 1 0 0 0,1-1 1 0 0,1 5-1 0 0,-2-6 23 0 0,-2 1-17 0 0,0 0 1 0 0,-1 0-1 0 0,1 0 0 0 0,0-1 0 0 0,0 1 1 0 0,-1-1-1 0 0,1 1 0 0 0,-1-1 0 0 0,1 1 0 0 0,-1-1 1 0 0,0 0-1 0 0,0 0 0 0 0,1 0 0 0 0,-1 0 1 0 0,0 0-1 0 0,0 0 0 0 0,-3 1 0 0 0,-38 13-1504 0 0,41-14 942 0 0,-12 2-126 0 0,3-5-4345 0 0,-2-2 2042 0 0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18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10673 0 0,'0'0'4'0'0,"13"-9"36"0"0,-4 4-88 0 0,2-1 40 0 0,-3 2 12 0 0,6-3-4 0 0,3-1-8 0 0,2 5 16 0 0,-5-2-20 0 0,0 0 8 0 0,0 3-12 0 0,-3 1-8 0 0,2-1-144 0 0,8 2-836 0 0,-9 2-572 0 0,3 1-4225 0 0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1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398 41 40 0 0,'-10'-32'4890'0'0,"10"32"-4831"0"0,0 0-1 0 0,0-1 1 0 0,0 1-1 0 0,0 0 0 0 0,0-1 1 0 0,0 1-1 0 0,0 0 0 0 0,-1-1 1 0 0,1 1-1 0 0,0 0 0 0 0,0-1 1 0 0,0 1-1 0 0,0 0 1 0 0,0 0-1 0 0,-1-1 0 0 0,1 1 1 0 0,0 0-1 0 0,0 0 0 0 0,0-1 1 0 0,-1 1-1 0 0,1 0 1 0 0,0 0-1 0 0,0-1 0 0 0,-1 1 1 0 0,1 0-1 0 0,0 0 0 0 0,-1 0 1 0 0,1 0-1 0 0,0-1 0 0 0,-1 1 1 0 0,1 0-1 0 0,0 0 1 0 0,-1 0-1 0 0,1 0 0 0 0,0 0 1 0 0,-1 0-1 0 0,1 0 0 0 0,0 0 1 0 0,-1 0-1 0 0,1 0 0 0 0,0 0 1 0 0,-1 0-1 0 0,1 0 1 0 0,0 0-1 0 0,0 0 0 0 0,-1 0 1 0 0,1 1-1 0 0,0-1 0 0 0,-1 0 1 0 0,1 0-1 0 0,0 0 1 0 0,-1 0-1 0 0,1 1 0 0 0,0-1 1 0 0,0 0-1 0 0,-1 0 0 0 0,1 1 1 0 0,0-1-1 0 0,0 0 0 0 0,0 0 1 0 0,-1 1-1 0 0,1-1 1 0 0,0 1-1 0 0,-20 34 747 0 0,-11 53-680 0 0,31-87-43 0 0,-239 875 2646 0 0,214-756-2485 0 0,-25 93 328 0 0,42-193-1294 0 0,8-30-1558 0 0,12-36-3069 0 0,-5 25 2612 0 0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1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15 232 0 0,'11'-4'412'0'0,"1"1"0"0"0,-1 1-1 0 0,1 0 1 0 0,0 0 0 0 0,0 1 0 0 0,0 1-1 0 0,0 0 1 0 0,0 0 0 0 0,20 4 0 0 0,-27-3-303 0 0,1 0 0 0 0,-1 1 0 0 0,0-1 1 0 0,0 1-1 0 0,1 0 0 0 0,-1 0 1 0 0,-1 1-1 0 0,1 0 0 0 0,0-1 1 0 0,0 2-1 0 0,-1-1 0 0 0,0 0 0 0 0,0 1 1 0 0,0 0-1 0 0,0 0 0 0 0,0 0 1 0 0,-1 0-1 0 0,1 1 0 0 0,-1-1 0 0 0,-1 1 1 0 0,1 0-1 0 0,-1 0 0 0 0,3 6 1 0 0,-4-8-49 0 0,-1-1 0 0 0,1 1 1 0 0,-1-1-1 0 0,1 1 0 0 0,-1 0 1 0 0,0-1-1 0 0,0 1 0 0 0,0 0 1 0 0,0-1-1 0 0,-1 1 0 0 0,1 0 1 0 0,-1-1-1 0 0,0 1 0 0 0,1-1 1 0 0,-1 1-1 0 0,0-1 0 0 0,0 1 1 0 0,-3 3-1 0 0,0-1 21 0 0,0 0 1 0 0,0-1-1 0 0,0 1 0 0 0,0-1 1 0 0,-1 0-1 0 0,1 0 0 0 0,-11 6 1 0 0,-5 1 110 0 0,0-1 0 0 0,0-1-1 0 0,-31 9 1 0 0,25-9-31 0 0,-1-2 0 0 0,0-1 0 0 0,-1-1 0 0 0,-53 3 0 0 0,79-8-432 0 0,-5-3-464 0 0,6 3 623 0 0,0 0 0 0 0,0 0 0 0 0,0 0 0 0 0,0-1 0 0 0,0 1 0 0 0,0 0 0 0 0,0-1 0 0 0,1 1 1 0 0,-1 0-1 0 0,0-1 0 0 0,0 1 0 0 0,0-1 0 0 0,0 0 0 0 0,0 1 0 0 0,1-1 0 0 0,-1 1 0 0 0,0-1 1 0 0,1 0-1 0 0,-1 0 0 0 0,0 1 0 0 0,1-1 0 0 0,-1 0 0 0 0,1 0 0 0 0,-1-1 0 0 0,2-9-2388 0 0,-1 9 189 0 0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2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0 215 524 0 0,'20'-4'589'0'0,"-1"-2"0"0"0,0 0 0 0 0,0-2 0 0 0,-1 0 0 0 0,1 0 1 0 0,-2-2-1 0 0,0 0 0 0 0,0-1 0 0 0,0-1 0 0 0,-2-1 0 0 0,1 0 0 0 0,14-17 0 0 0,-26 25-409 0 0,-1 0-1 0 0,-1-1 1 0 0,1 1-1 0 0,-1 0 1 0 0,0-1 0 0 0,0 1-1 0 0,0-1 1 0 0,-1 0-1 0 0,1-8 1 0 0,-1 11-89 0 0,-1 1 240 0 0,-7-1-216 0 0,7 3-111 0 0,0 0 0 0 0,-1-1 1 0 0,1 1-1 0 0,0 0 0 0 0,0-1 1 0 0,-1 1-1 0 0,1 0 0 0 0,0 0 1 0 0,-1-1-1 0 0,1 1 0 0 0,0 0 1 0 0,0 0-1 0 0,-1 0 0 0 0,1 0 1 0 0,-1-1-1 0 0,1 1 1 0 0,0 0-1 0 0,-1 0 0 0 0,1 0 1 0 0,0 0-1 0 0,-1 0 0 0 0,1 0 1 0 0,-1 0-1 0 0,1 0 0 0 0,0 0 1 0 0,-1 0-1 0 0,1 0 0 0 0,0 0 1 0 0,-1 0-1 0 0,1 0 0 0 0,-1 0 1 0 0,1 0-1 0 0,0 1 1 0 0,-1-1-1 0 0,1 0 0 0 0,0 0 1 0 0,-1 0-1 0 0,0 1 0 0 0,-8 6 31 0 0,0 0 1 0 0,0 0-1 0 0,1 1 0 0 0,0 0 0 0 0,0 1 0 0 0,1-1 0 0 0,0 2 0 0 0,0-1 0 0 0,-7 16 0 0 0,11-21-21 0 0,1 0 1 0 0,0 0-1 0 0,0 0 0 0 0,0 1 0 0 0,0-1 0 0 0,1 1 0 0 0,-1-1 1 0 0,1 1-1 0 0,0 0 0 0 0,1-1 0 0 0,-1 1 0 0 0,1 0 1 0 0,0 0-1 0 0,0 0 0 0 0,1-1 0 0 0,-1 1 0 0 0,1 0 0 0 0,0 0 1 0 0,0-1-1 0 0,1 1 0 0 0,-1-1 0 0 0,1 1 0 0 0,0-1 0 0 0,0 0 1 0 0,6 8-1 0 0,-6-10-7 0 0,0 0 0 0 0,1 0 0 0 0,-1 0 1 0 0,1 0-1 0 0,0-1 0 0 0,0 1 0 0 0,0-1 1 0 0,-1 0-1 0 0,1 0 0 0 0,0 0 0 0 0,1 0 0 0 0,-1 0 1 0 0,0-1-1 0 0,0 1 0 0 0,0-1 0 0 0,0 0 1 0 0,0 0-1 0 0,0 0 0 0 0,1 0 0 0 0,-1-1 0 0 0,0 1 1 0 0,5-3-1 0 0,9-1 6 0 0,0-1-1 0 0,30-14 1 0 0,-30 12-1 0 0,52-28 22 0 0,-55 26-42 0 0,1 1 0 0 0,1 1 0 0 0,0 0-1 0 0,23-6 1 0 0,-26 9-22 0 0,-12 4 27 0 0,-1-1 0 0 0,1 1 1 0 0,-1 0-1 0 0,1 0 0 0 0,0-1 1 0 0,-1 1-1 0 0,1 0 1 0 0,-1 0-1 0 0,1 0 0 0 0,0 0 1 0 0,-1 0-1 0 0,1 0 0 0 0,0 0 1 0 0,-1 0-1 0 0,1 0 1 0 0,-1 0-1 0 0,1 0 0 0 0,0 0 1 0 0,-1 1-1 0 0,1-1 0 0 0,-1 0 1 0 0,1 0-1 0 0,-1 1 0 0 0,1-1 1 0 0,0 0-1 0 0,-1 1 1 0 0,1-1-1 0 0,-1 0 0 0 0,1 1 1 0 0,0 0-1 0 0,1 1-5 0 0,-1-1 9 0 0,-1 0 0 0 0,1-1 0 0 0,0 1 0 0 0,0 0 0 0 0,0 0 0 0 0,-1 1-1 0 0,1-1 1 0 0,-1 0 0 0 0,1 0 0 0 0,-1 0 0 0 0,1 0 0 0 0,-1 0 0 0 0,1 1 0 0 0,-1-1 0 0 0,0 0 0 0 0,0 0 0 0 0,0 2-1 0 0,8 19 40 0 0,-3-17-102 0 0,-1 0-1 0 0,1 0 1 0 0,0-1 0 0 0,0 0 0 0 0,1 0-1 0 0,-1 0 1 0 0,1-1 0 0 0,0 0-1 0 0,0 0 1 0 0,0 0 0 0 0,12 3 0 0 0,-11-5-774 0 0,-1 1 0 0 0,1-1 0 0 0,-1 0 0 0 0,1 0 1 0 0,-1-1-1 0 0,1 0 0 0 0,13-2 0 0 0,-2-1-1479 0 0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15 108 0 0,'-1'-1'416'0'0,"0"0"-1"0"0,-1-1 1 0 0,1 1-1 0 0,0 0 1 0 0,0 0 0 0 0,-1 0-1 0 0,1 0 1 0 0,0 1-1 0 0,-1-1 1 0 0,1 0 0 0 0,-1 1-1 0 0,0-1 1 0 0,-1 0-1 0 0,-7 0-369 0 0,7 1 227 0 0,-2 2 70 0 0,-16 12 440 0 0,19-7-683 0 0,0 0 0 0 0,0 0 0 0 0,1 0-1 0 0,0 0 1 0 0,1 0 0 0 0,-1 0 0 0 0,1 0 0 0 0,1 0-1 0 0,-1 0 1 0 0,1 0 0 0 0,1 0 0 0 0,-1 0-1 0 0,1 0 1 0 0,0-1 0 0 0,4 8 0 0 0,-3-3-8 0 0,0-1 0 0 0,0 1 0 0 0,-1 0 0 0 0,0 0 0 0 0,-1 0 0 0 0,0 16 0 0 0,-1-26-79 0 0,-1 1 1 0 0,1-1 0 0 0,-1 1 0 0 0,0-1 0 0 0,1 1 0 0 0,-1-1 0 0 0,0 1 0 0 0,0-1 0 0 0,0 0 0 0 0,0 0 0 0 0,0 1 0 0 0,0-1 0 0 0,0 0-1 0 0,-1 0 1 0 0,1 0 0 0 0,0 0 0 0 0,-1 0 0 0 0,1 0 0 0 0,0-1 0 0 0,-1 1 0 0 0,1 0 0 0 0,-1-1 0 0 0,0 1 0 0 0,1-1 0 0 0,-4 1 0 0 0,3-1 70 0 0,-8-2-95 0 0,10 2-24 0 0,0 0-1 0 0,0 0 0 0 0,0 0 0 0 0,-1 0 1 0 0,1 0-1 0 0,0 0 0 0 0,0 0 1 0 0,-1 0-1 0 0,1 0 0 0 0,0 0 0 0 0,0 0 1 0 0,0 0-1 0 0,-1-1 0 0 0,1 1 0 0 0,0 0 1 0 0,0 0-1 0 0,0 0 0 0 0,0 0 0 0 0,-1 0 1 0 0,1-1-1 0 0,0 1 0 0 0,0 0 0 0 0,0 0 1 0 0,0 0-1 0 0,0-1 0 0 0,0 1 1 0 0,-1 0-1 0 0,1 0 0 0 0,0 0 0 0 0,0-1 1 0 0,0 1-1 0 0,0 0 0 0 0,0 0 0 0 0,0 0 1 0 0,0-1-1 0 0,0 1 0 0 0,0 0 0 0 0,0 0 1 0 0,0-1-1 0 0,0 1 0 0 0,0 0 1 0 0,0 0-1 0 0,0 0 0 0 0,0-1 0 0 0,0 1 1 0 0,1 0-1 0 0,-1 0 0 0 0,0 0 0 0 0,0-1 1 0 0,0 1-1 0 0,0 0 0 0 0,1-1 0 0 0,4-4-521 0 0,1 0-1 0 0,0 0 1 0 0,0 0-1 0 0,0 1 0 0 0,1 0 1 0 0,0 0-1 0 0,0 1 1 0 0,14-6-1 0 0,-7 4-1209 0 0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3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35 320 0 0,'10'-34'6341'0'0,"-11"53"-3389"0"0,-14 60-1812 0 0,-74 175 326 0 0,-20 65-448 0 0,77-197-518 0 0,31-121-400 0 0,1-1-96 0 0,-1-1 1 0 0,1 1-1 0 0,0 0 1 0 0,-1-1-1 0 0,1 1 1 0 0,-1 0-1 0 0,1-1 1 0 0,0 1-1 0 0,-1-1 1 0 0,1 1-1 0 0,0-1 1 0 0,0 1 0 0 0,-1-1-1 0 0,1 1 1 0 0,0-1-1 0 0,0 1 1 0 0,0-1-1 0 0,0 1 1 0 0,-1-1-1 0 0,1 1 1 0 0,0-1-1 0 0,0 1 1 0 0,0-1-1 0 0,0 1 1 0 0,0-1 0 0 0,0 0-1 0 0,1 1 1 0 0,-1-1-1 0 0,0 1 1 0 0,0-1-1 0 0,0 1 1 0 0,1-2-1 0 0,7-36 14 0 0,18-38-124 0 0,-7 36-6 0 0,1 1-1 0 0,2 1 1 0 0,2 0 0 0 0,1 2-1 0 0,2 1 1 0 0,1 2 0 0 0,1 0-1 0 0,2 2 1 0 0,2 1 0 0 0,49-35-1 0 0,-75 60 86 0 0,1 0-1 0 0,0 1 0 0 0,0-1 0 0 0,0 1 1 0 0,1 1-1 0 0,8-3 0 0 0,-14 5 21 0 0,-1 1-1 0 0,0-1 1 0 0,1 1 0 0 0,-1 0-1 0 0,0 0 1 0 0,1 0 0 0 0,-1 0-1 0 0,0 0 1 0 0,1 0 0 0 0,-1 1-1 0 0,0-1 1 0 0,0 1 0 0 0,1 0 0 0 0,-1 0-1 0 0,0 0 1 0 0,0 0 0 0 0,0 0-1 0 0,0 0 1 0 0,0 0 0 0 0,0 1-1 0 0,0-1 1 0 0,0 1 0 0 0,-1-1-1 0 0,1 1 1 0 0,-1 0 0 0 0,1-1-1 0 0,1 4 1 0 0,-2-4 5 0 0,-1 1-1 0 0,0-1 1 0 0,1 0 0 0 0,-1 1-1 0 0,0-1 1 0 0,0 0 0 0 0,1 1-1 0 0,-1-1 1 0 0,0 0 0 0 0,0 1-1 0 0,-1-1 1 0 0,1 0 0 0 0,0 1-1 0 0,0-1 1 0 0,-1 0-1 0 0,1 1 1 0 0,-1-1 0 0 0,1 0-1 0 0,-1 0 1 0 0,1 0 0 0 0,-1 1-1 0 0,-1 0 1 0 0,-19 26-12 0 0,14-22-43 0 0,0 1-1 0 0,0-1 1 0 0,-1-1 0 0 0,0 1-1 0 0,0-1 1 0 0,0-1 0 0 0,-1 0-1 0 0,0 0 1 0 0,1 0 0 0 0,-1-1-1 0 0,-13 2 1 0 0,16-4-947 0 0,0 0 0 0 0,0-1 1 0 0,0 1-1 0 0,0-1 0 0 0,0-1 1 0 0,-9-1-1 0 0,12 2-1517 0 0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3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71 664 0 0,'30'-1'2410'0'0,"-18"-1"-1887"0"0,-1 0-1 0 0,1-1 0 0 0,18-7 1 0 0,-26 9-394 0 0,-1 0 1 0 0,0 0-1 0 0,0-1 1 0 0,0 1-1 0 0,0-1 1 0 0,0 0-1 0 0,0 0 1 0 0,-1 0-1 0 0,1-1 1 0 0,-1 1-1 0 0,1 0 1 0 0,-1-1-1 0 0,0 0 1 0 0,0 1-1 0 0,0-1 1 0 0,0 0-1 0 0,2-6 1 0 0,-3 8 469 0 0,-30-7-132 0 0,24 8-406 0 0,0 1 0 0 0,1 0 0 0 0,-1 0 0 0 0,1 0 0 0 0,-1 1 0 0 0,1-1 0 0 0,0 1 0 0 0,-1 0 0 0 0,1 0-1 0 0,0 0 1 0 0,0 1 0 0 0,0 0 0 0 0,1 0 0 0 0,-1 0 0 0 0,1 0 0 0 0,0 0 0 0 0,-1 0 0 0 0,1 1-1 0 0,1 0 1 0 0,-5 7 0 0 0,6-9-51 0 0,0 1-1 0 0,0-1 1 0 0,1 1-1 0 0,0 0 1 0 0,-1-1-1 0 0,1 1 1 0 0,0 0-1 0 0,0-1 1 0 0,1 1-1 0 0,-1-1 1 0 0,0 1-1 0 0,1 0 1 0 0,0-1-1 0 0,-1 1 1 0 0,1-1-1 0 0,0 1 0 0 0,0-1 1 0 0,1 0-1 0 0,-1 1 1 0 0,0-1-1 0 0,1 0 1 0 0,-1 0-1 0 0,1 0 1 0 0,0 0-1 0 0,0 0 1 0 0,0 0-1 0 0,0-1 1 0 0,3 3-1 0 0,0 0-498 0 0,0-1-1 0 0,0 0 1 0 0,0 0-1 0 0,1-1 1 0 0,-1 0 0 0 0,0 0-1 0 0,1 0 1 0 0,0 0-1 0 0,-1-1 1 0 0,1 0-1 0 0,0 0 1 0 0,6 0-1 0 0,0-1-1622 0 0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4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167 477 180 0 0,'-23'1'2162'0'0,"13"2"-1782"0"0,0 0 1 0 0,0 1-1 0 0,0 0 0 0 0,0 1 0 0 0,0 0 0 0 0,1 1 0 0 0,-10 7 1 0 0,15-10-241 0 0,-1 0 1 0 0,1 0-1 0 0,0 1 1 0 0,0 0 0 0 0,1 0-1 0 0,-1 0 1 0 0,1 0-1 0 0,0 1 1 0 0,0-1 0 0 0,0 1-1 0 0,0 0 1 0 0,1 0 0 0 0,0 0-1 0 0,0 0 1 0 0,0 0-1 0 0,-1 8 1 0 0,3-11-103 0 0,-1 0-1 0 0,1 0 1 0 0,0 1 0 0 0,0-1-1 0 0,0 0 1 0 0,0 1 0 0 0,0-1-1 0 0,1 0 1 0 0,-1 1 0 0 0,1-1-1 0 0,-1 0 1 0 0,1 0-1 0 0,0 1 1 0 0,0-1 0 0 0,0 0-1 0 0,0 0 1 0 0,0 0 0 0 0,1 0-1 0 0,-1 0 1 0 0,0 0 0 0 0,1-1-1 0 0,0 1 1 0 0,2 2 0 0 0,-1-2-14 0 0,0 0 0 0 0,1-1-1 0 0,-1 1 1 0 0,1-1 0 0 0,0 0 0 0 0,-1 0 0 0 0,1 0 0 0 0,0-1 0 0 0,-1 1 0 0 0,1-1 0 0 0,0 0 0 0 0,0 0 0 0 0,4 0 0 0 0,5-1-22 0 0,0-1 0 0 0,-1-1 0 0 0,1 0 0 0 0,0 0-1 0 0,-1-1 1 0 0,0-1 0 0 0,15-7 0 0 0,1-6-92 0 0,-1-2-1 0 0,0 0 1 0 0,-2-2-1 0 0,0-1 1 0 0,-1 0-1 0 0,-2-2 1 0 0,0-1 0 0 0,29-46-1 0 0,-33 40 55 0 0,-1-1-1 0 0,-2 0 1 0 0,-1-1 0 0 0,-1-1-1 0 0,-2 0 1 0 0,8-46-1 0 0,-18 69 198 0 0,0 1 0 0 0,0-1 0 0 0,-3-18 0 0 0,1 5 397 0 0,1 24-396 0 0,0-2 24 0 0,0 3-175 0 0,0 0-1 0 0,0-1 0 0 0,0 1 1 0 0,0 0-1 0 0,0 0 0 0 0,0-1 1 0 0,0 1-1 0 0,0 0 0 0 0,0 0 1 0 0,0-1-1 0 0,0 1 1 0 0,0 0-1 0 0,-1 0 0 0 0,1-1 1 0 0,0 1-1 0 0,0 0 0 0 0,0 0 1 0 0,0-1-1 0 0,0 1 0 0 0,0 0 1 0 0,0 0-1 0 0,-1 0 0 0 0,1-1 1 0 0,0 1-1 0 0,0 0 1 0 0,0 0-1 0 0,-1 0 0 0 0,1 0 1 0 0,0-1-1 0 0,0 1 0 0 0,0 0 1 0 0,-1 0-1 0 0,1 0 0 0 0,0 0 1 0 0,0 0-1 0 0,-1 0 1 0 0,1 0-1 0 0,0 0 0 0 0,0 0 1 0 0,-1 0-1 0 0,1 0 0 0 0,0 0 1 0 0,0 0-1 0 0,-1 0 0 0 0,1 0 1 0 0,0 0-1 0 0,0 0 1 0 0,-1 0-1 0 0,1 0 0 0 0,0 0 1 0 0,-13 9 46 0 0,1 1 0 0 0,0 0 0 0 0,1 1 1 0 0,0 0-1 0 0,1 1 0 0 0,0 0 1 0 0,1 1-1 0 0,1 0 0 0 0,0 0 0 0 0,-11 24 1 0 0,9-15 6 0 0,1-1 0 0 0,1 2 0 0 0,1-1 0 0 0,1 1 0 0 0,1 0 0 0 0,-3 40 0 0 0,8-57-48 0 0,-1 6 8 0 0,1 0 0 0 0,0 0 0 0 0,1 1 0 0 0,3 18 0 0 0,-3-26-21 0 0,0-1 0 0 0,1 0 0 0 0,-1 1 1 0 0,1-1-1 0 0,0 0 0 0 0,0 0 0 0 0,0 0 0 0 0,1 0 0 0 0,-1-1 0 0 0,1 1 0 0 0,0-1 0 0 0,0 1 0 0 0,1-1 0 0 0,-1 0 0 0 0,1 0 0 0 0,-1-1 0 0 0,1 1 0 0 0,5 2 0 0 0,-8-4-2 0 0,0 0 0 0 0,1 0 1 0 0,-1 0-1 0 0,1-1 0 0 0,-1 1 0 0 0,1-1 0 0 0,-1 1 0 0 0,1-1 0 0 0,-1 1 0 0 0,1-1 0 0 0,-1 0 0 0 0,1 0 0 0 0,0 0 0 0 0,-1 0 0 0 0,1 0 0 0 0,0 0 0 0 0,-1 0 1 0 0,1 0-1 0 0,-1-1 0 0 0,1 1 0 0 0,2-1 0 0 0,-2 0 1 0 0,0 1 14 0 0,34-8 601 0 0,-34 8-396 0 0,7 10-76 0 0,-9-5-265 0 0,1 0-1 0 0,-1 1 0 0 0,0-1 1 0 0,-1 0-1 0 0,1 0 1 0 0,-1 0-1 0 0,0 0 1 0 0,0 0-1 0 0,-4 9 1 0 0,4-12-603 0 0,-2 8-4928 0 0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4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36 208 0 0,'2'-28'6191'0'0,"-1"20"-9416"0"0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4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56 24 0 0,'-4'44'3941'0'0,"5"-38"-3670"0"0,-1-3 133 0 0,0 0-1 0 0,1 0 1 0 0,-1 0 0 0 0,1 0 0 0 0,0 0 0 0 0,0-1 0 0 0,0 1 0 0 0,0 0 0 0 0,2 2 0 0 0,-2-3 585 0 0,3-6-720 0 0,5-7-65 0 0,0-1 0 0 0,0 0-1 0 0,7-14 1 0 0,5-8-1572 0 0,3 3-3568 0 0,-18 23 2660 0 0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5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41 136 0 0,'0'0'2578'0'0,"3"-3"-2010"0"0,27-34 5705 0 0,-47 46-6224 0 0,11-4 6 0 0,0-1 0 0 0,0 2 1 0 0,1-1-1 0 0,-1 1 1 0 0,2 0-1 0 0,-1 0 0 0 0,0 0 1 0 0,1 1-1 0 0,-5 11 1 0 0,7-16-42 0 0,-6 23 171 0 0,8-24-180 0 0,0 0 0 0 0,0-1 1 0 0,0 1-1 0 0,1-1 0 0 0,-1 1 1 0 0,0 0-1 0 0,0-1 1 0 0,0 1-1 0 0,1-1 0 0 0,-1 1 1 0 0,0-1-1 0 0,0 1 0 0 0,1 0 1 0 0,-1-1-1 0 0,0 1 0 0 0,1-1 1 0 0,-1 0-1 0 0,1 1 1 0 0,-1-1-1 0 0,1 1 0 0 0,-1-1 1 0 0,1 0-1 0 0,0 1 0 0 0,3 0 7 0 0,-1 0 0 0 0,1 0 0 0 0,0 0 0 0 0,0 0 1 0 0,0-1-1 0 0,0 0 0 0 0,0 0 0 0 0,0 0 0 0 0,5-1 0 0 0,19-1 20 0 0,52-14 0 0 0,-52 10-43 0 0,51-6-1 0 0,-70 12 28 0 0,0 0 0 0 0,0 0 0 0 0,0 1 1 0 0,0 0-1 0 0,-1 0 0 0 0,1 1 0 0 0,0 0 0 0 0,-1 1 0 0 0,1 0 0 0 0,7 4 0 0 0,-14-7-4 0 0,0 1 1 0 0,-1 0-1 0 0,1-1 1 0 0,-1 1 0 0 0,1 0-1 0 0,-1 0 1 0 0,1 0-1 0 0,-1 0 1 0 0,0 0 0 0 0,1 1-1 0 0,-1-1 1 0 0,0 0-1 0 0,0 1 1 0 0,0-1 0 0 0,0 0-1 0 0,0 1 1 0 0,0 0-1 0 0,0-1 1 0 0,-1 1 0 0 0,1-1-1 0 0,-1 1 1 0 0,1 0-1 0 0,-1-1 1 0 0,1 1 0 0 0,-1 0-1 0 0,0 0 1 0 0,0-1-1 0 0,0 1 1 0 0,0 0 0 0 0,0 0-1 0 0,0-1 1 0 0,0 1-1 0 0,-1 0 1 0 0,1-1 0 0 0,-1 1-1 0 0,1 0 1 0 0,-1-1-1 0 0,1 1 1 0 0,-1 0 0 0 0,0-1-1 0 0,0 1 1 0 0,-1 1-1 0 0,-1 1-59 0 0,-1 1 0 0 0,1-1-1 0 0,-1 0 1 0 0,1 0-1 0 0,-1-1 1 0 0,0 1 0 0 0,0-1-1 0 0,-1 0 1 0 0,1 0-1 0 0,-1 0 1 0 0,0-1-1 0 0,-8 4 1 0 0,12-5-108 0 0,-3 0-438 0 0,1 0 0 0 0,-1 0-1 0 0,0 0 1 0 0,1 0 0 0 0,-1 0-1 0 0,0-1 1 0 0,0 0 0 0 0,0 0-1 0 0,-6 0 1 0 0,-8-2-2032 0 0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5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10 728 0 0,'13'-3'708'0'0,"-1"1"-84"0"0,4 2-184 0 0,-4-1-216 0 0,13-1-716 0 0,-17 0-440 0 0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28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79 456 0 0,'-15'-33'4252'0'0,"-6"-3"-1001"0"0,20 34-2995 0 0,-26-6 789 0 0,9 11-943 0 0,1 0 1 0 0,-1 1-1 0 0,1 0 0 0 0,0 2 0 0 0,0 0 0 0 0,0 1 0 0 0,1 1 0 0 0,0 0 1 0 0,0 1-1 0 0,1 1 0 0 0,0 0 0 0 0,1 1 0 0 0,0 1 0 0 0,1 0 1 0 0,0 1-1 0 0,1 0 0 0 0,1 1 0 0 0,0 0 0 0 0,1 1 0 0 0,0 0 1 0 0,-8 18-1 0 0,17-32-88 0 0,0 0 1 0 0,1 1 0 0 0,-1-1 0 0 0,0 0-1 0 0,1 1 1 0 0,-1-1 0 0 0,1 0-1 0 0,0 1 1 0 0,-1-1 0 0 0,1 0 0 0 0,0 1-1 0 0,0-1 1 0 0,0 1 0 0 0,0-1-1 0 0,0 1 1 0 0,0-1 0 0 0,0 0-1 0 0,0 1 1 0 0,1-1 0 0 0,-1 1 0 0 0,0-1-1 0 0,1 0 1 0 0,-1 1 0 0 0,1-1-1 0 0,0 0 1 0 0,0 2 0 0 0,1-2-4 0 0,0 0 0 0 0,-1 0-1 0 0,1 0 1 0 0,0 0 0 0 0,0 0 0 0 0,0-1 0 0 0,0 1 0 0 0,0-1 0 0 0,0 1 0 0 0,0-1-1 0 0,-1 0 1 0 0,1 0 0 0 0,0 0 0 0 0,0 0 0 0 0,0 0 0 0 0,3 0 0 0 0,12-3 17 0 0,0 0 1 0 0,0-1 0 0 0,21-8-1 0 0,-31 10-4 0 0,66-24 11 0 0,-37 12-39 0 0,0 3-1 0 0,53-11 1 0 0,-84 22-3 0 0,-4-1 7 0 0,1 1 0 0 0,-1 0 0 0 0,1 1 0 0 0,-1-1 0 0 0,1 0 1 0 0,-1 0-1 0 0,1 1 0 0 0,-1-1 0 0 0,1 1 0 0 0,-1-1 0 0 0,1 1 0 0 0,-1 0 0 0 0,1 0 0 0 0,-1-1 0 0 0,0 1 0 0 0,0 0 0 0 0,1 0 0 0 0,-1 0 0 0 0,0 0 0 0 0,0 1 0 0 0,0-1 1 0 0,0 0-1 0 0,0 0 0 0 0,0 1 0 0 0,0-1 0 0 0,-1 0 0 0 0,1 1 0 0 0,0-1 0 0 0,-1 1 0 0 0,1-1 0 0 0,-1 1 0 0 0,0-1 0 0 0,1 3 0 0 0,-1 3 10 0 0,0 0 0 0 0,-1 0 0 0 0,0-1 0 0 0,0 1 0 0 0,-1-1 0 0 0,-2 9 0 0 0,-2 10 54 0 0,5-22-40 0 0,1-1 0 0 0,-1 0 0 0 0,1 1 0 0 0,0-1 0 0 0,0 0 0 0 0,0 1 0 0 0,0-1 0 0 0,1 0 0 0 0,-1 1 0 0 0,0-1 0 0 0,1 0 0 0 0,0 0 0 0 0,-1 1 0 0 0,1-1 0 0 0,0 0 0 0 0,0 0 0 0 0,0 0 0 0 0,3 3 0 0 0,-2-4 7 0 0,1 0 0 0 0,0 0 0 0 0,-1 0 0 0 0,1 0 0 0 0,0-1 0 0 0,0 1 0 0 0,-1-1 0 0 0,1 1 0 0 0,0-1 0 0 0,0 0 0 0 0,0 0 0 0 0,0-1 0 0 0,-1 1 0 0 0,1-1 1 0 0,0 1-1 0 0,3-2 0 0 0,55-13-334 0 0,0-2 1 0 0,111-50-1 0 0,-83 26-5818 0 0,-44 19 2559 0 0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0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428 252 10529 0 0,'-26'-77'-61'0'0,"25"74"17"0"0,-1 6 24 0 0,0 0 1 0 0,0 0-1 0 0,0 0 1 0 0,1 1-1 0 0,-1-1 1 0 0,1 0 0 0 0,-1 1-1 0 0,1-1 1 0 0,0 1-1 0 0,1-1 1 0 0,-2 7-1 0 0,-15 73 48 0 0,12-60-47 0 0,-83 354 55 0 0,30-137 16 0 0,-82 200 104 0 0,139-436-151 0 0,-1 2 74 0 0,1-1 0 0 0,-1 0-1 0 0,0 1 1 0 0,-1-1 0 0 0,1 0 0 0 0,-1 0 0 0 0,0 0 0 0 0,0-1-1 0 0,-1 1 1 0 0,-7 7 0 0 0,10-11 45 0 0,-18-34 171 0 0,12 1-257 0 0,2-2-1 0 0,1 1 0 0 0,2 0 0 0 0,4-67 0 0 0,29-137 176 0 0,-18 151-188 0 0,0 4-79 0 0,4 0 1 0 0,3 1-1 0 0,45-115 0 0 0,-49 157 27 0 0,2 0 1 0 0,1 1 0 0 0,2 2-1 0 0,1 0 1 0 0,2 1 0 0 0,2 1-1 0 0,1 1 1 0 0,53-50 0 0 0,-73 78 14 0 0,0 0 0 0 0,0 0-1 0 0,0 0 1 0 0,0 1 0 0 0,1 0 0 0 0,0 1 0 0 0,-1-1 0 0 0,1 1 0 0 0,1 1 0 0 0,-1 0-1 0 0,10-2 1 0 0,-14 4 8 0 0,0-1 0 0 0,-1 1 0 0 0,1 0 0 0 0,0 0 0 0 0,0 0 0 0 0,-1 1 0 0 0,1-1 0 0 0,0 1 0 0 0,-1 0 0 0 0,1 0 0 0 0,-1 0 0 0 0,1 1 0 0 0,-1-1 0 0 0,1 1 0 0 0,-1 0 0 0 0,0-1 0 0 0,0 2 0 0 0,0-1-1 0 0,0 0 1 0 0,0 1 0 0 0,0-1 0 0 0,-1 1 0 0 0,1 0 0 0 0,-1 0 0 0 0,0 0 0 0 0,0 0 0 0 0,2 3 0 0 0,-1 1 1 0 0,1-1 0 0 0,-2 1-1 0 0,1 0 1 0 0,-1 0 0 0 0,0 0 0 0 0,0 0 0 0 0,-1 0 0 0 0,0 0-1 0 0,0 0 1 0 0,0 1 0 0 0,-1-1 0 0 0,-1 0 0 0 0,1 0-1 0 0,-1 1 1 0 0,-2 9 0 0 0,0-8 4 0 0,-1 1-1 0 0,0 0 0 0 0,0-1 1 0 0,-1 0-1 0 0,0 0 1 0 0,0 0-1 0 0,-1-1 1 0 0,0 0-1 0 0,-15 15 1 0 0,6-9 6 0 0,-1 0 0 0 0,0-1 0 0 0,-1-1 1 0 0,0-1-1 0 0,-1 0 0 0 0,0-1 0 0 0,-1-1 1 0 0,0-1-1 0 0,-1-1 0 0 0,-25 7 0 0 0,30-10-27 0 0,-1 0 1 0 0,1-1-1 0 0,-1 0 0 0 0,0-1 0 0 0,0-1 0 0 0,0 0 0 0 0,0-2 0 0 0,0 0 0 0 0,0 0 0 0 0,1-1 1 0 0,-21-6-1 0 0,36 8-45 0 0,-1-1 0 0 0,1 1 1 0 0,0 0-1 0 0,-1 0 0 0 0,1-1 1 0 0,-1 1-1 0 0,1 0 0 0 0,0-1 1 0 0,-1 1-1 0 0,1-1 0 0 0,0 1 0 0 0,0 0 1 0 0,-1-1-1 0 0,1 1 0 0 0,0-1 1 0 0,0 1-1 0 0,0-1 0 0 0,-1 1 1 0 0,1-1-1 0 0,0 1 0 0 0,0-1 1 0 0,0 1-1 0 0,0-1 0 0 0,0 1 1 0 0,0-1-1 0 0,0 1 0 0 0,0 0 0 0 0,0-1 1 0 0,0 1-1 0 0,0-1 0 0 0,0 1 1 0 0,1-1-1 0 0,-1 1 0 0 0,0-1 1 0 0,0 1-1 0 0,0-1 0 0 0,1 1 1 0 0,-1-1-1 0 0,0 1 0 0 0,1 0 1 0 0,-1-1-1 0 0,0 1 0 0 0,1 0 0 0 0,-1-1 1 0 0,0 1-1 0 0,1 0 0 0 0,-1-1 1 0 0,0 1-1 0 0,1 0 0 0 0,-1 0 1 0 0,1-1-1 0 0,22-17-3835 0 0,-9 13 1662 0 0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1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219 372 260 0 0,'0'0'698'0'0,"-1"-2"-303"0"0,1 1 0 0 0,-1-1 0 0 0,1 1 0 0 0,-1-1 0 0 0,0 1 1 0 0,0-1-1 0 0,1 1 0 0 0,-1-1 0 0 0,0 1 0 0 0,0 0 0 0 0,-1-1 0 0 0,1 1 0 0 0,0 0 0 0 0,0 0 0 0 0,-1 0 0 0 0,1 0 0 0 0,-3-2 0 0 0,-14 14-155 0 0,1 1 0 0 0,0 0 0 0 0,0 1 0 0 0,1 0 0 0 0,1 1 0 0 0,0 1-1 0 0,1 1 1 0 0,1 0 0 0 0,0 1 0 0 0,1 0 0 0 0,-14 28 0 0 0,25-43-228 0 0,0 0 1 0 0,1 0-1 0 0,-1 0 1 0 0,0 0 0 0 0,1 0-1 0 0,-1 0 1 0 0,1 0-1 0 0,0 0 1 0 0,-1 0-1 0 0,1 0 1 0 0,0 0-1 0 0,0 0 1 0 0,0 0 0 0 0,1 0-1 0 0,-1 0 1 0 0,0 0-1 0 0,1 0 1 0 0,0 0-1 0 0,-1 0 1 0 0,1 0 0 0 0,0 0-1 0 0,0 0 1 0 0,0 0-1 0 0,0-1 1 0 0,0 1-1 0 0,0 0 1 0 0,1-1 0 0 0,-1 1-1 0 0,1-1 1 0 0,-1 1-1 0 0,1-1 1 0 0,2 2-1 0 0,-2-2 21 0 0,0-1-8 0 0,3 1-19 0 0,-1-1-1 0 0,1 0 0 0 0,0-1 1 0 0,-1 1-1 0 0,1-1 0 0 0,-1 0 1 0 0,1 0-1 0 0,-1 0 0 0 0,1 0 1 0 0,-1-1-1 0 0,1 0 0 0 0,-1 0 1 0 0,0 0-1 0 0,0 0 0 0 0,0-1 1 0 0,-1 0-1 0 0,1 1 0 0 0,0-1 1 0 0,-1-1-1 0 0,5-5 0 0 0,4-1 7 0 0,-2 2-9 0 0,-1-1 0 0 0,0 1 1 0 0,13-18-1 0 0,3-3 0 0 0,6-13-45 0 0,-30 40 34 0 0,-1 7-13 0 0,-4 35 20 0 0,4-31-1 0 0,0-3 6 0 0,0-1-1 0 0,0 1 0 0 0,0-1 0 0 0,0 1 0 0 0,1-1 0 0 0,0 1 0 0 0,0-1 1 0 0,1 0-1 0 0,-1 1 0 0 0,1-1 0 0 0,0 0 0 0 0,1 0 0 0 0,2 5 0 0 0,-4-8 0 0 0,1-1-1 0 0,-1 1 0 0 0,1 0 1 0 0,-1-1-1 0 0,1 1 1 0 0,-1-1-1 0 0,1 0 0 0 0,0 1 1 0 0,-1-1-1 0 0,1 0 0 0 0,0 0 1 0 0,0 0-1 0 0,0 0 0 0 0,0 0 1 0 0,0-1-1 0 0,0 1 0 0 0,0 0 1 0 0,1-1-1 0 0,-1 0 0 0 0,0 0 1 0 0,0 1-1 0 0,0-1 1 0 0,0 0-1 0 0,0-1 0 0 0,1 1 1 0 0,-1 0-1 0 0,0-1 0 0 0,0 1 1 0 0,0-1-1 0 0,0 1 0 0 0,0-1 1 0 0,0 0-1 0 0,4-2 0 0 0,4-3 4 0 0,0 0 0 0 0,0-1 0 0 0,-1 0 0 0 0,15-15 0 0 0,-17 16-16 0 0,11-11-5 0 0,0 1-1 0 0,0 1 1 0 0,2 0-1 0 0,0 2 0 0 0,0 0 1 0 0,35-15-1 0 0,-53 28 15 0 0,1-1 0 0 0,-1 0-1 0 0,1 1 1 0 0,-1-1 0 0 0,1 1 0 0 0,-1 0-1 0 0,1 0 1 0 0,-1 0 0 0 0,1 0 0 0 0,0 0 0 0 0,-1 1-1 0 0,1-1 1 0 0,-1 1 0 0 0,1-1 0 0 0,-1 1-1 0 0,0 0 1 0 0,1 0 0 0 0,-1 0 0 0 0,0 1 0 0 0,4 2-1 0 0,3 2-2 0 0,-2 1 0 0 0,1 0-1 0 0,-1 0 1 0 0,7 9 0 0 0,-9-9 6 0 0,0-2 0 0 0,0 1 1 0 0,1 0-1 0 0,0-1 0 0 0,8 6 1 0 0,-6-7-1 0 0,0 0 0 0 0,0-1 1 0 0,0 0-1 0 0,0 0 0 0 0,1-1 1 0 0,-1 0-1 0 0,1 0 0 0 0,0-1 1 0 0,0 0-1 0 0,-1-1 0 0 0,1 0 0 0 0,0 0 1 0 0,0-1-1 0 0,-1 0 0 0 0,1 0 1 0 0,-1-1-1 0 0,1 0 0 0 0,-1-1 1 0 0,1 0-1 0 0,13-7 0 0 0,-11 4-3 0 0,0 0-1 0 0,-1-1 0 0 0,0 0 0 0 0,0-1 1 0 0,-1 0-1 0 0,0 0 0 0 0,0-1 0 0 0,-1 0 1 0 0,0-1-1 0 0,0 0 0 0 0,-1 0 1 0 0,-1-1-1 0 0,0 1 0 0 0,6-16 0 0 0,-1 1 14 0 0,0 0 0 0 0,-3-1 0 0 0,0 0 0 0 0,-1-1 0 0 0,-2 1 0 0 0,0-1-1 0 0,-2 0 1 0 0,-1-1 0 0 0,-3-43 0 0 0,-5 17 1300 0 0,5 52-946 0 0,-1 3-355 0 0,1 0 1 0 0,-1 1-1 0 0,1-1 0 0 0,0 1 0 0 0,-1 0 0 0 0,1-1 1 0 0,0 1-1 0 0,0 0 0 0 0,0 0 0 0 0,0 0 0 0 0,0-1 1 0 0,-1 4-1 0 0,0 1 15 0 0,-9 16 29 0 0,2 1 1 0 0,0 0-1 0 0,1 1 1 0 0,1 0-1 0 0,2 0 1 0 0,0 1 0 0 0,2-1-1 0 0,0 1 1 0 0,2 0-1 0 0,2 39 1 0 0,0-47-30 0 0,1 1 0 0 0,1 0 0 0 0,0-1 0 0 0,1 1 1 0 0,13 30-1 0 0,-13-38-9 0 0,0 0 0 0 0,1 0 1 0 0,0-1-1 0 0,1 1 1 0 0,0-2-1 0 0,0 1 0 0 0,1 0 1 0 0,0-1-1 0 0,0-1 1 0 0,16 14-1 0 0,-20-20-11 0 0,0 1 0 0 0,0 0 1 0 0,0-1-1 0 0,0 0 0 0 0,0 0 0 0 0,0 0 1 0 0,0 0-1 0 0,0 0 0 0 0,0 0 0 0 0,0-1 1 0 0,1 0-1 0 0,-1 1 0 0 0,7-2 0 0 0,0 0 10 0 0,-1-1 0 0 0,1 0 0 0 0,0 0 0 0 0,0-1 0 0 0,16-8 0 0 0,-22 9-976 0 0,13-4 3280 0 0,-11 4-5271 0 0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1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56 504 0 0,'3'-5'1556'0'0,"9"-6"-904"0"0,-2 6 476 0 0,4-3-660 0 0,-8 3-44 0 0,1 0 284 0 0,7-3-171 0 0,-1 5-421 0 0,0-2-392 0 0,0 5-2909 0 0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2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76 188 0 0,'0'0'968'0'0,"0"-8"1376"0"0,23-1-1700 0 0,-7 2-80 0 0,2 2-52 0 0,7 0-75 0 0,2-1-169 0 0,1-2-192 0 0,13 1-208 0 0,-10 2-264 0 0,8 2-517 0 0,-3-2-987 0 0,8-3 436 0 0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4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355 70 352 0 0,'0'0'673'0'0,"-4"-4"-17"0"0,-14-27 2089 0 0,17 29-2301 0 0,-32-28 2624 0 0,15 28-2878 0 0,0 2 0 0 0,1 0 1 0 0,-1 1-1 0 0,1 1 0 0 0,-1 0 0 0 0,1 2 1 0 0,0 0-1 0 0,0 0 0 0 0,0 2 0 0 0,1 0 0 0 0,-1 1 1 0 0,1 1-1 0 0,-28 18 0 0 0,41-24-175 0 0,1-1-1 0 0,0 1 1 0 0,0 0 0 0 0,0-1 0 0 0,0 1-1 0 0,0 0 1 0 0,0 0 0 0 0,0 1 0 0 0,1-1-1 0 0,-1 0 1 0 0,1 0 0 0 0,-1 1 0 0 0,1-1-1 0 0,0 1 1 0 0,0-1 0 0 0,0 1 0 0 0,0 0-1 0 0,1-1 1 0 0,-1 1 0 0 0,1 0 0 0 0,-1 0-1 0 0,1-1 1 0 0,0 1 0 0 0,0 0 0 0 0,0 0-1 0 0,1-1 1 0 0,-1 1 0 0 0,1 0 0 0 0,-1 0-1 0 0,1-1 1 0 0,0 1 0 0 0,2 4 0 0 0,0-1 1 0 0,1-1 0 0 0,0 0 0 0 0,-1 1 1 0 0,2-1-1 0 0,-1 0 0 0 0,0-1 0 0 0,1 1 0 0 0,0-1 1 0 0,0 0-1 0 0,1 0 0 0 0,-1-1 0 0 0,11 6 0 0 0,-4-4-4 0 0,0-1 0 0 0,1 0 0 0 0,-1 0 0 0 0,1-1-1 0 0,0-1 1 0 0,0 0 0 0 0,0-1 0 0 0,0 0 0 0 0,0-1-1 0 0,0-1 1 0 0,21-3 0 0 0,-8-1-14 0 0,0-1 0 0 0,-1-1-1 0 0,-1-2 1 0 0,45-20 0 0 0,2-15 38 0 0,-69 43-15 0 0,3-2-16 0 0,-4 3-6 0 0,-1 0 1 0 0,1-1 0 0 0,-1 1 0 0 0,1-1-1 0 0,-1 1 1 0 0,1 0 0 0 0,-1-1-1 0 0,1 1 1 0 0,-1 0 0 0 0,1-1-1 0 0,-1 1 1 0 0,1 0 0 0 0,-1 0-1 0 0,1-1 1 0 0,0 1 0 0 0,-1 0-1 0 0,1 0 1 0 0,-1 0 0 0 0,1 0 0 0 0,0 0-1 0 0,-1 0 1 0 0,1 0 0 0 0,-1 0-1 0 0,1 0 1 0 0,0 0 0 0 0,-1 1-1 0 0,1-1 1 0 0,0 0 0 0 0,1 2-57 0 0,-1 0 0 0 0,0 0 1 0 0,0 1-1 0 0,0-1 0 0 0,0 0 1 0 0,0 0-1 0 0,0 1 0 0 0,-1-1 1 0 0,1 0-1 0 0,-1 1 1 0 0,0-1-1 0 0,1 1 0 0 0,-1 3 1 0 0,1 3-1266 0 0,-1-7 473 0 0,2 8-5785 0 0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5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31 64 0 0,'-2'-16'1316'0'0,"5"8"-688"0"0,8 1-1024 0 0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5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1 572 0 0,'-13'36'2457'0'0,"-11"54"-1"0"0,-6 103 228 0 0,5-24-1326 0 0,11-127-669 0 0,14-41-509 0 0,0-1-163 0 0,0 0 0 0 0,-1 1-1 0 0,1-1 1 0 0,0 0 0 0 0,0 0-1 0 0,0 1 1 0 0,0-1 0 0 0,-1 0-1 0 0,1 0 1 0 0,0 0 0 0 0,0 1-1 0 0,-1-1 1 0 0,1 0 0 0 0,0 0-1 0 0,0 0 1 0 0,-1 0 0 0 0,1 0-1 0 0,0 0 1 0 0,0 1 0 0 0,-1-1-1 0 0,1 0 1 0 0,0 0 0 0 0,-1 0-1 0 0,1 0 1 0 0,0 0 0 0 0,0 0-1 0 0,-1 0 1 0 0,1 0 0 0 0,0 0-1 0 0,-1 0 1 0 0,1 0 0 0 0,0-1-1 0 0,0 1 1 0 0,-1 0 0 0 0,1 0-1 0 0,0 0 1 0 0,0 0 0 0 0,-1 0-1 0 0,1 0 1 0 0,0-1 0 0 0,0 1-1 0 0,-1 0 1 0 0,1 0 0 0 0,0 0-1 0 0,0-1 1 0 0,-4-7 11 0 0,1 0-1 0 0,0 0 1 0 0,0 0 0 0 0,1-1-1 0 0,0 1 1 0 0,1 0 0 0 0,0-1-1 0 0,0 0 1 0 0,1 1 0 0 0,0-1-1 0 0,0 0 1 0 0,1 1 0 0 0,0-1-1 0 0,1 1 1 0 0,3-13 0 0 0,2-5-10 0 0,1-1 1 0 0,1 2 0 0 0,22-44-1 0 0,-19 47-5 0 0,1 1 1 0 0,1 0-1 0 0,26-31 0 0 0,-31 43-16 0 0,-1 0 1 0 0,1 1-1 0 0,1 0 1 0 0,0 0-1 0 0,0 1 1 0 0,0 0-1 0 0,1 1 1 0 0,0 0-1 0 0,13-5 1 0 0,-21 10 0 0 0,0 0 1 0 0,0 0-1 0 0,0 1 1 0 0,-1-1-1 0 0,1 1 1 0 0,0 0-1 0 0,0 0 0 0 0,0 0 1 0 0,0 0-1 0 0,0 0 1 0 0,0 0-1 0 0,0 1 1 0 0,-1 0-1 0 0,1-1 1 0 0,0 1-1 0 0,0 0 1 0 0,-1 0-1 0 0,1 1 1 0 0,-1-1-1 0 0,1 1 1 0 0,-1-1-1 0 0,1 1 0 0 0,-1 0 1 0 0,0 0-1 0 0,0 0 1 0 0,0 0-1 0 0,0 0 1 0 0,0 0-1 0 0,0 0 1 0 0,0 1-1 0 0,-1-1 1 0 0,0 1-1 0 0,1-1 1 0 0,-1 1-1 0 0,0 0 1 0 0,0-1-1 0 0,0 1 0 0 0,0 0 1 0 0,0 5-1 0 0,-2-6 3 0 0,0 0 0 0 0,1 0 0 0 0,-1 0 1 0 0,0 0-1 0 0,-1 0 0 0 0,1 0 0 0 0,0 0 0 0 0,0 0 0 0 0,-1-1 0 0 0,1 1 0 0 0,-1 0 0 0 0,0-1 0 0 0,1 1 0 0 0,-1-1 0 0 0,0 0 0 0 0,0 0 0 0 0,0 0 0 0 0,0 1 0 0 0,0-2 0 0 0,0 1 0 0 0,0 0 0 0 0,0 0 0 0 0,0-1 0 0 0,-4 1 0 0 0,-53 11 27 0 0,55-11-97 0 0,-1 0 0 0 0,0-1-1 0 0,1 1 1 0 0,-1-1 0 0 0,0 0 0 0 0,0-1 0 0 0,1 1 0 0 0,-1-1 0 0 0,1 0 0 0 0,-1 0 0 0 0,0 0-1 0 0,1-1 1 0 0,0 1 0 0 0,-1-1 0 0 0,1 0 0 0 0,0-1 0 0 0,0 1 0 0 0,0-1 0 0 0,-4-3 0 0 0,7 5-535 0 0,3-14-1170 0 0,2 9-1666 0 0,3-3 908 0 0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7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164 415 312 0 0,'0'0'5704'0'0,"-2"-4"-5351"0"0,1 2-232 0 0,0 1 0 0 0,0-1 0 0 0,-1 0 0 0 0,1 1 0 0 0,0-1 0 0 0,0 1 0 0 0,-1 0 0 0 0,1-1 0 0 0,-1 1 0 0 0,1 0 0 0 0,-1 0 0 0 0,1 0 0 0 0,-1 0 0 0 0,0 0 0 0 0,0 0 0 0 0,1 1 0 0 0,-1-1 0 0 0,0 0 0 0 0,0 1 0 0 0,-3-1 0 0 0,3 1 46 0 0,1 0-138 0 0,0-1 0 0 0,0 1-1 0 0,0 0 1 0 0,-1 0 0 0 0,1 0 0 0 0,0 0 0 0 0,0 0 0 0 0,0 0-1 0 0,0 0 1 0 0,-1 0 0 0 0,1 0 0 0 0,0 0 0 0 0,0 1 0 0 0,0-1 0 0 0,0 1-1 0 0,0-1 1 0 0,0 1 0 0 0,0-1 0 0 0,0 1 0 0 0,-2 0 0 0 0,-26 13 373 0 0,23-10-340 0 0,1-1 1 0 0,-1 2-1 0 0,1-1 1 0 0,-1 1 0 0 0,2 0-1 0 0,-1 0 1 0 0,0 0-1 0 0,1 1 1 0 0,0-1-1 0 0,0 1 1 0 0,1 0-1 0 0,-6 13 1 0 0,8-17-59 0 0,0 0 1 0 0,1 0 0 0 0,-1 0 0 0 0,0 0 0 0 0,1 1 0 0 0,0-1-1 0 0,-1 0 1 0 0,1 0 0 0 0,0 0 0 0 0,0 1 0 0 0,1-1 0 0 0,-1 2-1 0 0,0-3 0 0 0,1-1 0 0 0,-1 1 1 0 0,0 0-1 0 0,0-1 0 0 0,1 1 0 0 0,-1-1 0 0 0,1 1 0 0 0,-1-1 0 0 0,0 0 0 0 0,1 1 0 0 0,-1-1 0 0 0,1 1 0 0 0,-1-1 0 0 0,1 0 0 0 0,-1 1 0 0 0,1-1 0 0 0,-1 0 0 0 0,1 1 1 0 0,-1-1-1 0 0,1 0 0 0 0,0 0 0 0 0,-1 0 0 0 0,1 0 0 0 0,-1 1 0 0 0,1-1 0 0 0,0 0 0 0 0,0 0 0 0 0,5-1 23 0 0,0 0 0 0 0,1 0 0 0 0,-1-1 0 0 0,0 0 0 0 0,0 0 0 0 0,8-4 0 0 0,-6 3-21 0 0,47-20-23 0 0,-53 22 11 0 0,26 14-35 0 0,-23-10 22 0 0,0 1 1 0 0,0-1-1 0 0,1 0 0 0 0,0-1 0 0 0,-1 1 1 0 0,1-1-1 0 0,0 0 0 0 0,0-1 1 0 0,1 1-1 0 0,-1-1 0 0 0,0 0 0 0 0,0-1 1 0 0,0 0-1 0 0,1 0 0 0 0,-1 0 0 0 0,0 0 1 0 0,0-1-1 0 0,1 0 0 0 0,-1-1 1 0 0,0 1-1 0 0,8-4 0 0 0,1-2-9 0 0,-2 0 1 0 0,1-1-1 0 0,-1 0 0 0 0,0-1 0 0 0,0 0 1 0 0,-1-1-1 0 0,14-14 0 0 0,-25 22 43 0 0,0 3-12 0 0,0 0-1 0 0,0 0 1 0 0,0 0 0 0 0,1 0-1 0 0,-2 0 1 0 0,1 0-1 0 0,0 0 1 0 0,0 0 0 0 0,0 0-1 0 0,0 1 1 0 0,-1-1-1 0 0,1 0 1 0 0,-1 0 0 0 0,1 1-1 0 0,-1-1 1 0 0,1 0-1 0 0,-1 1 1 0 0,0-1 0 0 0,0 1-1 0 0,1-1 1 0 0,-1 0-1 0 0,0 1 1 0 0,-1 1 0 0 0,3 41 13 0 0,-2-43-15 0 0,0 1 9 0 0,1 0-4 0 0,-1-2-4 0 0,0 1 0 0 0,0-1-1 0 0,0 1 1 0 0,0-1 0 0 0,1 1 0 0 0,-1 0 0 0 0,0-1 0 0 0,0 1 0 0 0,1-1 0 0 0,-1 0 0 0 0,0 1 0 0 0,1-1 0 0 0,-1 1 0 0 0,0-1 0 0 0,1 1 0 0 0,-1-1 0 0 0,0 0 0 0 0,1 1 0 0 0,-1-1 0 0 0,1 0 0 0 0,-1 1-1 0 0,1-1 1 0 0,-1 0 0 0 0,1 0 0 0 0,-1 1 0 0 0,1-1 0 0 0,-1 0 0 0 0,1 0 0 0 0,-1 0 0 0 0,1 0 0 0 0,0 0 0 0 0,-1 0 0 0 0,1 0 0 0 0,-1 0 0 0 0,1 0 0 0 0,-1 0 0 0 0,1 0 0 0 0,-1 0 0 0 0,1 0-1 0 0,-1 0 1 0 0,1 0 0 0 0,0-1 0 0 0,-1 1 0 0 0,1 0 0 0 0,20-15-22 0 0,-18 13 23 0 0,0-3-6 0 0,0 0 2 0 0,21-14 19 0 0,4 3-49 0 0,-27 16 24 0 0,32 11-30 0 0,-30-9 40 0 0,0 0 0 0 0,-1 0 0 0 0,2 0 1 0 0,-1-1-1 0 0,0 1 0 0 0,0-1 0 0 0,0 0 0 0 0,1 0 1 0 0,-1 0-1 0 0,1 0 0 0 0,-1 0 0 0 0,1-1 0 0 0,-1 0 0 0 0,1 1 1 0 0,-1-1-1 0 0,1-1 0 0 0,-1 1 0 0 0,6-1 0 0 0,-6 0-1 0 0,2 0 2 0 0,1 0 0 0 0,-1-1 1 0 0,1 0-1 0 0,-1 0 0 0 0,0 0 0 0 0,1-1 0 0 0,-1 1 1 0 0,0-1-1 0 0,-1-1 0 0 0,1 1 0 0 0,0-1 0 0 0,-1 1 0 0 0,0-1 1 0 0,0-1-1 0 0,0 1 0 0 0,0 0 0 0 0,3-8 0 0 0,7-8-11 0 0,-2-2-1 0 0,17-37 1 0 0,-22 42 3 0 0,15-29 87 0 0,-3 9 209 0 0,-3 0 0 0 0,0-1 0 0 0,-3 0-1 0 0,15-66 1 0 0,-28 102 395 0 0,-3 8-639 0 0,-7 22 97 0 0,0-1-1 0 0,2 1 1 0 0,1 1-1 0 0,1-1 1 0 0,1 1-1 0 0,-1 47 1 0 0,6-73-132 0 0,0 1 1 0 0,-1-1 0 0 0,1 1-1 0 0,0 0 1 0 0,1-1 0 0 0,-1 1-1 0 0,1-1 1 0 0,-1 1 0 0 0,1-1 0 0 0,0 1-1 0 0,1-1 1 0 0,-1 0 0 0 0,0 1-1 0 0,1-1 1 0 0,0 0 0 0 0,0 0-1 0 0,0 0 1 0 0,3 4 0 0 0,-1-5-4 0 0,-1 1 0 0 0,1 0 0 0 0,0-1-1 0 0,0 0 1 0 0,1 0 0 0 0,-1 0 0 0 0,0 0 0 0 0,1-1 0 0 0,-1 0 0 0 0,1 1 0 0 0,-1-2 0 0 0,1 1-1 0 0,5 0 1 0 0,-5-1-8 0 0,10 1 2 0 0,-1 0 0 0 0,1 1 0 0 0,-1 1 0 0 0,0 0 0 0 0,0 1 0 0 0,0 0 0 0 0,0 1 0 0 0,19 10 0 0 0,-32-14-3 0 0,0 0-1 0 0,-1-1 1 0 0,1 1 0 0 0,0 0-1 0 0,0 0 1 0 0,-1 0-1 0 0,1 0 1 0 0,0 0-1 0 0,-1 0 1 0 0,1 0 0 0 0,-1 0-1 0 0,1 0 1 0 0,-1 0-1 0 0,0 0 1 0 0,1 1-1 0 0,-1-1 1 0 0,0 0 0 0 0,0 0-1 0 0,0 0 1 0 0,0 0-1 0 0,0 1 1 0 0,0-1-1 0 0,0 0 1 0 0,0 0 0 0 0,0 0-1 0 0,-1 0 1 0 0,1 0-1 0 0,0 1 1 0 0,-1-1-1 0 0,1 0 1 0 0,-1 0-1 0 0,1 0 1 0 0,-1 0 0 0 0,0 1-1 0 0,-1 1 3 0 0,1-1-1 0 0,-1 1 0 0 0,0 0 1 0 0,0-1-1 0 0,0 1 0 0 0,0-1 1 0 0,0 0-1 0 0,-1 0 1 0 0,1 0-1 0 0,-1 0 0 0 0,1 0 1 0 0,-4 2-1 0 0,-8 2-349 0 0,-14 5-502 0 0,5-9-6980 0 0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37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36 684 0 0,'12'-5'652'0'0,"-5"0"-64"0"0,4 2 416 0 0,3-2-220 0 0,1 0-464 0 0,-4 5-68 0 0,2-5-412 0 0,2 2-832 0 0,-8-2-1320 0 0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40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51 468 0 0,'-1'-42'5607'0'0,"5"40"-5548"0"0,0 1-1 0 0,1-1 1 0 0,-1 1-1 0 0,0 0 1 0 0,1 0-1 0 0,-1 1 1 0 0,1-1-1 0 0,-1 1 1 0 0,1 0-1 0 0,0 0 1 0 0,-1 1-1 0 0,1-1 1 0 0,7 3-1 0 0,35 11-3857 0 0,-30-7 2056 0 0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40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1 524 0 0,'-4'0'545'0'0,"-2"1"-245"0"0,0 1-1 0 0,1-1 1 0 0,-1 1-1 0 0,1 0 0 0 0,-1 0 1 0 0,1 1-1 0 0,0-1 0 0 0,0 1 1 0 0,0 0-1 0 0,0 1 0 0 0,0-1 1 0 0,1 1-1 0 0,-1 0 0 0 0,1 0 1 0 0,-6 8-1 0 0,-4 13 656 0 0,14-24-931 0 0,0-1 0 0 0,1 1 0 0 0,-1-1 0 0 0,1 1 0 0 0,-1-1 0 0 0,1 0 0 0 0,-1 1 0 0 0,1-1 0 0 0,-1 0 0 0 0,1 1-1 0 0,-1-1 1 0 0,1 0 0 0 0,-1 0 0 0 0,1 0 0 0 0,-1 1 0 0 0,1-1 0 0 0,-1 0 0 0 0,1 0 0 0 0,0 0 0 0 0,-1 0 0 0 0,1 0 0 0 0,-1 0 0 0 0,1 0 0 0 0,0 0-1 0 0,-1 0 1 0 0,1-1 0 0 0,-1 1 0 0 0,1 0 0 0 0,-1 0 0 0 0,2-1 0 0 0,2 1 88 0 0,28-10 152 0 0,-22 6-343 0 0,0 0-1 0 0,1 1 1 0 0,-1 1-1 0 0,0 0 1 0 0,1 0 0 0 0,0 1-1 0 0,-1 0 1 0 0,1 1 0 0 0,0 0-1 0 0,-1 1 1 0 0,1 0-1 0 0,-1 1 1 0 0,18 4 0 0 0,3 0-3076 0 0,-20-5 1093 0 0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41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198 218 236 0 0,'-13'61'1798'0'0,"-37"149"1187"0"0,34-143-1926 0 0,-11 115 0 0 0,16-99-388 0 0,7-66-556 0 0,-1 16 1082 0 0,-15-50-953 0 0,15 7-175 0 0,-1 0 0 0 0,2 0 1 0 0,-1-1-1 0 0,1 0 0 0 0,1 1 0 0 0,0-1 0 0 0,-2-16 0 0 0,3 16-22 0 0,-4-22 22 0 0,2 0 1 0 0,1 0-1 0 0,1 0 0 0 0,2 0 0 0 0,2 0 0 0 0,1 0 0 0 0,1 1 0 0 0,1-1 1 0 0,20-60-1 0 0,-17 68-56 0 0,1 1 1 0 0,1-1-1 0 0,2 2 1 0 0,0 0 0 0 0,1 0-1 0 0,2 1 1 0 0,0 0-1 0 0,1 2 1 0 0,1 0 0 0 0,1 0-1 0 0,1 2 1 0 0,39-30-1 0 0,-50 42-12 0 0,1 1-1 0 0,0 0 0 0 0,0 1 0 0 0,1 0 1 0 0,-1 0-1 0 0,1 1 0 0 0,0 0 0 0 0,0 1 1 0 0,0 0-1 0 0,0 1 0 0 0,0 0 0 0 0,1 0 0 0 0,13 2 1 0 0,-19-1-1 0 0,0 1 0 0 0,0-1 0 0 0,0 1 0 0 0,0 1 0 0 0,-1-1 0 0 0,1 1 0 0 0,0 0 0 0 0,-1 0 0 0 0,1 0 0 0 0,-1 0 0 0 0,0 1 0 0 0,1 0 0 0 0,-1 0 0 0 0,-1 0 0 0 0,1 1 0 0 0,0-1 0 0 0,-1 1 0 0 0,0-1 0 0 0,0 1 0 0 0,0 1 0 0 0,0-1 0 0 0,0 0 0 0 0,-1 0 0 0 0,0 1 0 0 0,0 0 0 0 0,0-1 0 0 0,-1 1 0 0 0,1 0 0 0 0,0 5 0 0 0,-1-6 2 0 0,-1 0 0 0 0,0 0 0 0 0,1 0 0 0 0,-1 0 0 0 0,-1 0 1 0 0,1 1-1 0 0,-1-1 0 0 0,1 0 0 0 0,-1 0 0 0 0,0 0 0 0 0,-1-1 0 0 0,1 1 1 0 0,-1 0-1 0 0,0 0 0 0 0,1-1 0 0 0,-2 1 0 0 0,1-1 0 0 0,0 1 0 0 0,-1-1 1 0 0,1 0-1 0 0,-1 0 0 0 0,0 0 0 0 0,0 0 0 0 0,0-1 0 0 0,-1 1 1 0 0,1-1-1 0 0,0 0 0 0 0,-1 0 0 0 0,0 0 0 0 0,-6 3 0 0 0,-4 0 5 0 0,1 0 0 0 0,-1 0 1 0 0,0-1-1 0 0,-1-1 0 0 0,1 0 0 0 0,-1-1 0 0 0,-25 0 0 0 0,8-5-809 0 0,31 3 759 0 0,1 0 1 0 0,0 0-1 0 0,0 0 0 0 0,-1-1 0 0 0,1 1 0 0 0,0 0 0 0 0,0 0 0 0 0,0 0 0 0 0,-1 0 1 0 0,1 0-1 0 0,0 0 0 0 0,0 0 0 0 0,0 0 0 0 0,-1-1 0 0 0,1 1 0 0 0,0 0 1 0 0,0 0-1 0 0,0 0 0 0 0,0 0 0 0 0,-1-1 0 0 0,1 1 0 0 0,0 0 0 0 0,0 0 1 0 0,0 0-1 0 0,0-1 0 0 0,0 1 0 0 0,0 0 0 0 0,0 0 0 0 0,-1-1 0 0 0,1 1 1 0 0,0 0-1 0 0,0 0 0 0 0,0-1 0 0 0,0 1 0 0 0,0 0 0 0 0,0 0 0 0 0,0-1 1 0 0,0 1-1 0 0,0 0 0 0 0,1 0 0 0 0,-1 0 0 0 0,0-1 0 0 0,0 1 0 0 0,0 0 0 0 0,0-1 1 0 0,2-1-330 0 0,0 1 1 0 0,0-1-1 0 0,0 1 1 0 0,0-1-1 0 0,0 1 1 0 0,1 0-1 0 0,-1 0 1 0 0,0-1-1 0 0,1 2 1 0 0,-1-1-1 0 0,3-1 1 0 0,6-1-1729 0 0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42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151 584 252 0 0,'0'0'1171'0'0,"0"-1"-835"0"0,0 0 0 0 0,0 0 0 0 0,0-1-1 0 0,0 1 1 0 0,0 0 0 0 0,0-1-1 0 0,0 1 1 0 0,0 0 0 0 0,0 0 0 0 0,0-1-1 0 0,-1 1 1 0 0,1 0 0 0 0,0 0-1 0 0,-1-1 1 0 0,1 1 0 0 0,-1 0 0 0 0,0 0-1 0 0,0-2 1 0 0,-6 5-234 0 0,1 0 1 0 0,0 0-1 0 0,0 1 0 0 0,0-1 1 0 0,0 1-1 0 0,1 0 0 0 0,-1 1 1 0 0,1 0-1 0 0,0 0 0 0 0,0 0 1 0 0,-8 8-1 0 0,-46 59 571 0 0,57-68-654 0 0,1-2-13 0 0,0-1 0 0 0,1 1 1 0 0,-1 0-1 0 0,1-1 1 0 0,-1 1-1 0 0,0 0 1 0 0,1-1-1 0 0,-1 1 1 0 0,1 0-1 0 0,0 0 0 0 0,-1-1 1 0 0,1 1-1 0 0,0 0 1 0 0,-1 0-1 0 0,1 0 1 0 0,0 0-1 0 0,0-1 1 0 0,0 1-1 0 0,0 0 0 0 0,-1 0 1 0 0,1 0-1 0 0,0 0 1 0 0,1 0-1 0 0,-1 0 1 0 0,0-1-1 0 0,0 1 1 0 0,0 0-1 0 0,0 0 0 0 0,1 0 1 0 0,-1 0-1 0 0,0-1 1 0 0,1 1-1 0 0,-1 0 1 0 0,1 0-1 0 0,-1-1 1 0 0,1 1-1 0 0,-1 0 0 0 0,1-1 1 0 0,0 1-1 0 0,-1 0 1 0 0,1-1-1 0 0,0 1 1 0 0,-1-1-1 0 0,1 1 1 0 0,0-1-1 0 0,0 1 0 0 0,-1-1 1 0 0,1 0-1 0 0,0 1 1 0 0,0-1-1 0 0,0 0 1 0 0,0 0-1 0 0,-1 1 1 0 0,1-1-1 0 0,0 0 0 0 0,0 0 1 0 0,0 0-1 0 0,0 0 1 0 0,0 0-1 0 0,0 0 1 0 0,-1-1-1 0 0,1 1 1 0 0,0 0-1 0 0,0 0 0 0 0,1-1 1 0 0,13-6 12 0 0,-1 0-1 0 0,0-1 1 0 0,17-13 0 0 0,-6 4-10 0 0,-18 8-31 0 0,11 6-15 0 0,-16 3 39 0 0,1 8-12 0 0,0 0-1 0 0,1 0 1 0 0,-1 0-1 0 0,11 14 1 0 0,-14-22 10 0 0,4 4 13 0 0,1 0 1 0 0,0 1-1 0 0,0-2 0 0 0,1 1 1 0 0,-1 0-1 0 0,7 2 1 0 0,32-15 12 0 0,-27 1-22 0 0,-1 0 0 0 0,0 0 1 0 0,0-2-1 0 0,21-17 0 0 0,-24 16-12 0 0,1 1 1 0 0,1 1 0 0 0,0 0 0 0 0,26-11-1 0 0,-34 16-6 0 0,-6 4 11 0 0,1-1 0 0 0,-1 0 0 0 0,1 1 0 0 0,-1-1 0 0 0,1 1 0 0 0,-1-1-1 0 0,1 1 1 0 0,0 0 0 0 0,-1-1 0 0 0,1 1 0 0 0,0 0 0 0 0,-1 0 0 0 0,1 0 0 0 0,0 1 0 0 0,-1-1 0 0 0,4 1 0 0 0,4 0-4 0 0,0 1 1 0 0,0 1 0 0 0,1-1-1 0 0,-2 2 1 0 0,1-1-1 0 0,0 1 1 0 0,10 7 0 0 0,-9-6 12 0 0,0 0 0 0 0,0 0 0 0 0,0-1 0 0 0,1 0 0 0 0,-1-1 0 0 0,1 0 0 0 0,14 2 0 0 0,-14-5-4 0 0,-1 0-1 0 0,1 0 1 0 0,-1-1 0 0 0,0-1 0 0 0,1 1-1 0 0,-1-1 1 0 0,0-1 0 0 0,0 0 0 0 0,0-1-1 0 0,-1 0 1 0 0,16-8 0 0 0,-11 3-1 0 0,0 0 0 0 0,-1-1 0 0 0,-1-1 0 0 0,1 0-1 0 0,-2 0 1 0 0,19-24 0 0 0,-6 1-5 0 0,-1-2 1 0 0,-2 0-1 0 0,-2-1 0 0 0,-1-1 0 0 0,13-43 0 0 0,-19 44 16 0 0,-1 0 0 0 0,-2-1 0 0 0,6-62 0 0 0,-16 52 887 0 0,1 46-768 0 0,-7 11-94 0 0,-1 0 1 0 0,1 1-1 0 0,1-1 0 0 0,0 2 0 0 0,0-1 0 0 0,1 0 1 0 0,0 1-1 0 0,1 0 0 0 0,1 0 0 0 0,-4 16 1 0 0,1 2 25 0 0,1 0 0 0 0,-1 56 0 0 0,6-60-20 0 0,1 0 0 0 0,1 0 0 0 0,8 36-1 0 0,-7-49-21 0 0,0 1-1 0 0,1-1 0 0 0,0 0 0 0 0,1 0 1 0 0,0-1-1 0 0,1 1 0 0 0,0-1 1 0 0,14 17-1 0 0,-18-24-79 0 0,2-1-1 0 0,-1 1 1 0 0,0 0 0 0 0,1-1 0 0 0,0 0-1 0 0,0 0 1 0 0,0 0 0 0 0,0-1 0 0 0,0 1 0 0 0,0-1-1 0 0,1 0 1 0 0,-1 0 0 0 0,1 0 0 0 0,0-1-1 0 0,-1 1 1 0 0,1-1 0 0 0,7 0 0 0 0,-9-1-479 0 0,0 0-194 0 0,2-1 206 0 0,7 0 155 0 0,0-5-4128 0 0,-2 1 1991 0 0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42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43 692 0 0,'-2'-14'2472'0'0,"9"6"-692"0"0,0-1-875 0 0,5 4-273 0 0,-5 2-524 0 0,7-1-752 0 0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43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32 188 0 0,'-7'-9'2872'0'0,"23"-8"-2488"0"0,-9 15-24 0 0,6 0 44 0 0,13 1-424 0 0,-11 2-128 0 0,3 1-144 0 0,-5 0-336 0 0,5 1-672 0 0,-5 1 296 0 0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53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20 68 0 0,'0'0'1277'0'0,"-3"-19"5193"0"0,2 44-6253 0 0,2 0 0 0 0,1-1 0 0 0,0 1 0 0 0,2 0 0 0 0,7 25 0 0 0,-10-44-200 0 0,2 0 8 0 0,-1 1 0 0 0,1-1 0 0 0,1 1 0 0 0,-1-1 0 0 0,1 0 0 0 0,0 0 0 0 0,0-1 0 0 0,0 1 0 0 0,1-1 0 0 0,0 0 0 0 0,0 0 1 0 0,8 5-1 0 0,-8-7-11 0 0,1-1 1 0 0,-1 0 0 0 0,1-1 0 0 0,0 1 0 0 0,0-1 0 0 0,-1 0 0 0 0,1 0 0 0 0,0-1 0 0 0,0 1 0 0 0,6-2 0 0 0,-3 0 9 0 0,0 0 0 0 0,0 0 0 0 0,0-1 0 0 0,-1-1 0 0 0,1 1 0 0 0,0-1 0 0 0,-1-1 0 0 0,0 0 0 0 0,0 0 0 0 0,0 0 0 0 0,-1-1 1 0 0,1 0-1 0 0,-1-1 0 0 0,0 0 0 0 0,0 0 0 0 0,-1 0 0 0 0,0-1 0 0 0,10-13 0 0 0,-5 8 211 0 0,-10 11 28 0 0,-1-1-95 0 0,0 2-156 0 0,0 0-1 0 0,0 0 1 0 0,0-1 0 0 0,0 1-1 0 0,0 0 1 0 0,0 0 0 0 0,0 0 0 0 0,0 0-1 0 0,0 0 1 0 0,0-1 0 0 0,0 1-1 0 0,0 0 1 0 0,0 0 0 0 0,0 0 0 0 0,0 0-1 0 0,0-1 1 0 0,0 1 0 0 0,0 0-1 0 0,0 0 1 0 0,0 0 0 0 0,0 0 0 0 0,0 0-1 0 0,0 0 1 0 0,0-1 0 0 0,1 1-1 0 0,-1 0 1 0 0,0 0 0 0 0,0 0 0 0 0,0 0-1 0 0,0 0 1 0 0,0 0 0 0 0,0 0-1 0 0,0 0 1 0 0,1-1 0 0 0,-1 1 0 0 0,0 0-1 0 0,0 0 1 0 0,0 0 0 0 0,0 0-1 0 0,0 0 1 0 0,0 0 0 0 0,1 0 0 0 0,-1 0-1 0 0,0 0 1 0 0,0 0 0 0 0,0 0-1 0 0,0 0 1 0 0,1 0 0 0 0,-1 0 0 0 0,0 0-1 0 0,0 0 1 0 0,0 0 0 0 0,0 0-1 0 0,1 0 1 0 0,20 43 262 0 0,-18-22-7735 0 0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54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12 672 0 0,'0'0'2568'0'0,"0"-12"-1508"0"0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54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144 238 172 0 0,'0'0'3474'0'0,"-3"-4"-2998"0"0,1 2-937 0 0,0-1 946 0 0,-1-1 0 0 0,0 1 0 0 0,0 0 0 0 0,0 0 0 0 0,0 0 0 0 0,-1 1 0 0 0,1-1 0 0 0,-5-1-1 0 0,6 3-272 0 0,-30 9 597 0 0,26-4-737 0 0,-1 0-1 0 0,2 0 1 0 0,-1 0-1 0 0,0 1 1 0 0,1 0-1 0 0,0 0 0 0 0,0 1 1 0 0,0-1-1 0 0,1 1 1 0 0,0 0-1 0 0,-4 7 1 0 0,7-10-60 0 0,-1 0 1 0 0,2 0 0 0 0,-1-1-1 0 0,0 1 1 0 0,0 0 0 0 0,1 0-1 0 0,0 0 1 0 0,-1 0 0 0 0,1 0-1 0 0,0 0 1 0 0,0 0 0 0 0,1 0-1 0 0,-1 0 1 0 0,1-1 0 0 0,-1 1-1 0 0,1 0 1 0 0,0 0 0 0 0,0 0-1 0 0,0-1 1 0 0,1 1 0 0 0,-1 0-1 0 0,0-1 1 0 0,1 1 0 0 0,0-1-1 0 0,0 0 1 0 0,0 0 0 0 0,0 1-1 0 0,0-1 1 0 0,0 0 0 0 0,0-1-1 0 0,0 1 1 0 0,4 2 0 0 0,0-1-7 0 0,-1 0 1 0 0,1 0 0 0 0,0 0-1 0 0,0-1 1 0 0,0 0 0 0 0,0 0 0 0 0,0-1-1 0 0,0 0 1 0 0,0 0 0 0 0,1 0 0 0 0,-1-1-1 0 0,0 0 1 0 0,1 0 0 0 0,-1 0-1 0 0,0-1 1 0 0,1 0 0 0 0,-1 0 0 0 0,0-1-1 0 0,0 0 1 0 0,11-5 0 0 0,-1 1 4 0 0,-1-1 0 0 0,1-1 0 0 0,-1 0 0 0 0,-1-1 1 0 0,0-1-1 0 0,22-19 0 0 0,3-10 44 0 0,-38 38-35 0 0,0-1 37 0 0,-1 2-50 0 0,0 1 0 0 0,0-1 0 0 0,1 0 1 0 0,-1 0-1 0 0,0 0 0 0 0,0 0 0 0 0,0 0 0 0 0,0 0 0 0 0,0 0 0 0 0,0 0 1 0 0,0 0-1 0 0,0 1 0 0 0,0-1 0 0 0,0 0 0 0 0,0 0 0 0 0,1 0 0 0 0,-1 0 1 0 0,0 0-1 0 0,0 0 0 0 0,0 0 0 0 0,0 0 0 0 0,0 0 0 0 0,0 0 0 0 0,0 0 1 0 0,1 0-1 0 0,-1 0 0 0 0,0 0 0 0 0,0 0 0 0 0,0 0 0 0 0,0 0 0 0 0,0 0 1 0 0,0 0-1 0 0,0 0 0 0 0,1 0 0 0 0,-1 0 0 0 0,0 0 0 0 0,0 0 0 0 0,0 0 1 0 0,0 0-1 0 0,0 0 0 0 0,0 0 0 0 0,0 0 0 0 0,1 0 0 0 0,-1 0 0 0 0,0-1 1 0 0,0 1-1 0 0,0 0 0 0 0,0 0 0 0 0,0 0 0 0 0,0 0 0 0 0,0 0 0 0 0,0 0 1 0 0,0 0-1 0 0,0 0 0 0 0,0 0 0 0 0,0-1 0 0 0,0 1 0 0 0,0 0 0 0 0,1 0 1 0 0,-1 0-1 0 0,0 0 0 0 0,0 0 0 0 0,0 0 0 0 0,0 0 0 0 0,0-1 0 0 0,0 1 1 0 0,0 0-1 0 0,0 0 0 0 0,-1 0 0 0 0,3 30 26 0 0,2 27 47 0 0,-3-55-69 0 0,4 2-7 0 0,-5-4-1 0 0,0 1-1 0 0,1-1 0 0 0,-1 1 0 0 0,0-1 0 0 0,1 0 0 0 0,-1 1 0 0 0,1-1 0 0 0,-1 1 0 0 0,1-1 0 0 0,-1 0 1 0 0,1 1-1 0 0,-1-1 0 0 0,1 0 0 0 0,0 0 0 0 0,-1 1 0 0 0,1-1 0 0 0,-1 0 0 0 0,1 0 0 0 0,0 0 0 0 0,-1 0 1 0 0,1 0-1 0 0,-1 0 0 0 0,1 0 0 0 0,0 0 0 0 0,-1 0 0 0 0,1 0 0 0 0,-1 0 0 0 0,2 0 0 0 0,5-2 2 0 0,0 0 0 0 0,0-1 0 0 0,-1 1 0 0 0,1-1 0 0 0,-1-1 0 0 0,1 1 0 0 0,-1-1 0 0 0,0 0-1 0 0,0-1 1 0 0,5-4 0 0 0,28-19-25 0 0,-35 25 9 0 0,4 0-22 0 0,22 9 12 0 0,-15-1-12 0 0,0-1-1 0 0,0-1 1 0 0,1-1-1 0 0,-1 0 1 0 0,1-1-1 0 0,23-1 1 0 0,-32 0 20 0 0,0-1 1 0 0,-1-1-1 0 0,1 1 0 0 0,0-1 1 0 0,-1-1-1 0 0,1 1 0 0 0,-1-1 1 0 0,0 0-1 0 0,0 0 1 0 0,0-1-1 0 0,0 0 0 0 0,-1 0 1 0 0,1 0-1 0 0,-1-1 1 0 0,0 0-1 0 0,0 0 0 0 0,4-6 1 0 0,0 0-5 0 0,-1-1 1 0 0,-1-1 0 0 0,1 1-1 0 0,-2-1 1 0 0,0 0 0 0 0,8-26-1 0 0,-5 4 309 0 0,6-53-1 0 0,-15 86 124 0 0,-4 7-378 0 0,1 0-26 0 0,-1 1 0 0 0,1 0 1 0 0,0 0-1 0 0,0 0 0 0 0,0 0 0 0 0,1 0 0 0 0,0 0 1 0 0,0 1-1 0 0,1-1 0 0 0,0 1 0 0 0,0-1 0 0 0,0 1 0 0 0,1-1 1 0 0,0 9-1 0 0,2-2-43 0 0,0 0-1 0 0,0 0 1 0 0,1 0 0 0 0,1-1 0 0 0,0 1-1 0 0,1-1 1 0 0,0 0 0 0 0,12 20 0 0 0,-12-24-310 0 0,0-1 0 0 0,1 0 1 0 0,-1-1-1 0 0,2 1 1 0 0,11 9-1 0 0,-12-11-333 0 0,0-1 0 0 0,1 0-1 0 0,-1-1 1 0 0,1 1 0 0 0,0-1 0 0 0,-1-1-1 0 0,13 4 1 0 0,-2-2-1647 0 0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55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62 372 0 0,'0'-3'369'0'0,"0"1"1"0"0,0-1-1 0 0,0 1 1 0 0,0-1-1 0 0,-1 0 0 0 0,1 1 1 0 0,-1-1-1 0 0,1 1 1 0 0,-1 0-1 0 0,0-1 0 0 0,0 1 1 0 0,0-1-1 0 0,-1 1 1 0 0,1 0-1 0 0,0 0 0 0 0,-1 0 1 0 0,1 0-1 0 0,-1 0 1 0 0,0 0-1 0 0,0 0 0 0 0,0 0 1 0 0,0 1-1 0 0,-3-3 1 0 0,2 3-263 0 0,1 0 1 0 0,0 0 0 0 0,-1 0 0 0 0,1 1-1 0 0,-1-1 1 0 0,0 1 0 0 0,1 0 0 0 0,-1-1-1 0 0,1 1 1 0 0,-1 0 0 0 0,1 1 0 0 0,-1-1-1 0 0,1 0 1 0 0,-1 1 0 0 0,-2 0 0 0 0,-1 1-11 0 0,0-1-1 0 0,1 1 1 0 0,-1 0 0 0 0,1 1 0 0 0,-1-1 0 0 0,1 1 0 0 0,0 0 0 0 0,0 1 0 0 0,1-1-1 0 0,-1 1 1 0 0,1 0 0 0 0,-1 0 0 0 0,1 0 0 0 0,0 1 0 0 0,1-1 0 0 0,-6 10-1 0 0,8-12-45 0 0,1-2-15 0 0,0 1-28 0 0,0 0 0 0 0,0 0 0 0 0,0 0-1 0 0,0-1 1 0 0,0 1 0 0 0,1 0 0 0 0,-1 0 0 0 0,0 0 0 0 0,1-1-1 0 0,-1 1 1 0 0,0 0 0 0 0,1-1 0 0 0,-1 1 0 0 0,1 0 0 0 0,-1-1-1 0 0,1 1 1 0 0,-1 0 0 0 0,1-1 0 0 0,-1 1 0 0 0,1-1 0 0 0,0 1 0 0 0,-1-1-1 0 0,1 0 1 0 0,0 1 0 0 0,-1-1 0 0 0,1 1 0 0 0,0-1 0 0 0,0 0-1 0 0,-1 0 1 0 0,1 1 0 0 0,1-1 0 0 0,55-15 94 0 0,-56 15-105 0 0,0-1 0 0 0,1 1 0 0 0,-1 0 1 0 0,0 0-1 0 0,1-1 0 0 0,-1 1 0 0 0,0 0 0 0 0,1 0 0 0 0,-1 1 1 0 0,0-1-1 0 0,1 0 0 0 0,-1 0 0 0 0,0 0 0 0 0,1 1 1 0 0,-1-1-1 0 0,0 1 0 0 0,0-1 0 0 0,0 1 0 0 0,3 1 0 0 0,12 27-44 0 0,-13-18 43 0 0,0-3 7 0 0,0 0-1 0 0,0 0 1 0 0,0-1-1 0 0,1 1 1 0 0,0-1 0 0 0,9 12-1 0 0,-12-17 0 0 0,1-1 1 0 0,0 1-1 0 0,0-1 0 0 0,0 0 0 0 0,0 1 1 0 0,0-1-1 0 0,0 0 0 0 0,0 0 0 0 0,1 0 0 0 0,-1-1 1 0 0,0 1-1 0 0,0 0 0 0 0,1-1 0 0 0,-1 1 1 0 0,0-1-1 0 0,1 0 0 0 0,-1 0 0 0 0,0 0 1 0 0,1 0-1 0 0,-1 0 0 0 0,1-1 0 0 0,-1 1 0 0 0,0-1 1 0 0,0 1-1 0 0,1-1 0 0 0,-1 0 0 0 0,4-2 1 0 0,84-42-36 0 0,-21 9-2 0 0,-64 33 25 0 0,-4 2 8 0 0,1 0 1 0 0,0 0 0 0 0,0 0-1 0 0,-1 0 1 0 0,1 1 0 0 0,0-1-1 0 0,0 1 1 0 0,0-1-1 0 0,0 1 1 0 0,0-1 0 0 0,0 1-1 0 0,0 0 1 0 0,0 0 0 0 0,0 0-1 0 0,0 0 1 0 0,0 1 0 0 0,0-1-1 0 0,0 0 1 0 0,0 1-1 0 0,-1-1 1 0 0,1 1 0 0 0,0 0-1 0 0,0 0 1 0 0,0-1 0 0 0,-1 1-1 0 0,1 0 1 0 0,0 1 0 0 0,-1-1-1 0 0,1 0 1 0 0,-1 0 0 0 0,3 3-1 0 0,23 22 11 0 0,-25-23-22 0 0,1 0-1 0 0,-1 0 0 0 0,1 0 0 0 0,0 0 1 0 0,0-1-1 0 0,0 1 0 0 0,0-1 0 0 0,1 0 1 0 0,-1 1-1 0 0,1-2 0 0 0,-1 1 0 0 0,1 0 1 0 0,0-1-1 0 0,0 1 0 0 0,-1-1 0 0 0,1 0 1 0 0,0-1-1 0 0,0 1 0 0 0,0 0 0 0 0,0-1 1 0 0,0 0-1 0 0,0 0 0 0 0,0 0 0 0 0,0-1 1 0 0,0 0-1 0 0,8-1 0 0 0,36-12-2540 0 0,-17 0-2246 0 0,-9 4 1885 0 0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0:59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5 937 208 0 0,'-5'2'5891'0'0,"11"-12"-2942"0"0,23-32-2170 0 0,8-13-464 0 0,19-57 420 0 0,-33 55-562 0 0,-2-1-1 0 0,-4-2 1 0 0,-1 0 0 0 0,-4 0 0 0 0,-2-2 0 0 0,2-61-1 0 0,-2-96 96 0 0,-10 216-262 0 0,1 2-7 0 0,-1 0 0 0 0,0 1 0 0 0,0-1-1 0 0,0 0 1 0 0,-1 0 0 0 0,1 1 0 0 0,0-1-1 0 0,0 0 1 0 0,0 0 0 0 0,0 1 0 0 0,-1-1-1 0 0,1 0 1 0 0,0 1 0 0 0,-1-1 0 0 0,1 0-1 0 0,0 1 1 0 0,-1-1 0 0 0,1 0 0 0 0,-1 1-1 0 0,1-1 1 0 0,-1 1 0 0 0,0-1 0 0 0,1 1-1 0 0,-1-1 1 0 0,1 1 0 0 0,-2-1 0 0 0,-6 16-23 0 0,3-4 32 0 0,-14 34 2 0 0,1 1 0 0 0,3 1-1 0 0,1 0 1 0 0,3 1 0 0 0,2 1 0 0 0,1-1-1 0 0,0 85 1 0 0,8-100 4 0 0,2-1 0 0 0,1 0 0 0 0,11 48 0 0 0,-9-62 1 0 0,0 1 1 0 0,2-1 0 0 0,0 0 0 0 0,1-1 0 0 0,0 0 0 0 0,2 0-1 0 0,13 19 1 0 0,-20-33-12 0 0,-1 1 0 0 0,1-1-1 0 0,-1-1 1 0 0,1 1 0 0 0,0 0-1 0 0,0-1 1 0 0,0 1 0 0 0,1-1-1 0 0,-1 0 1 0 0,1 0 0 0 0,-1 0-1 0 0,1-1 1 0 0,-1 1 0 0 0,1-1-1 0 0,0 0 1 0 0,0 0 0 0 0,0 0-1 0 0,0 0 1 0 0,-1-1 0 0 0,1 1 0 0 0,0-1-1 0 0,0 0 1 0 0,0-1 0 0 0,0 1-1 0 0,0-1 1 0 0,0 1 0 0 0,0-1-1 0 0,0 0 1 0 0,-1-1 0 0 0,1 1-1 0 0,0-1 1 0 0,5-2 0 0 0,2-2 7 0 0,-1 0 0 0 0,-1-1-1 0 0,1 0 1 0 0,-1 0 0 0 0,0-1 0 0 0,0 0 0 0 0,-1-1 0 0 0,0 0 0 0 0,11-16 0 0 0,-18 23-7 0 0,6-7-2 0 0,-6 9-4 0 0,-1 0-1 0 0,1 0 1 0 0,0 0 0 0 0,0 0-1 0 0,-1 0 1 0 0,1 0 0 0 0,0 0-1 0 0,-1 1 1 0 0,1-1 0 0 0,0 0-1 0 0,0 0 1 0 0,-1 1 0 0 0,1-1-1 0 0,-1 1 1 0 0,1-1-1 0 0,0 0 1 0 0,-1 1 0 0 0,1-1-1 0 0,-1 1 1 0 0,1 0 0 0 0,-1-1-1 0 0,1 1 1 0 0,-1-1 0 0 0,1 1-1 0 0,-1 0 1 0 0,1 0 0 0 0,2 3 2 0 0,1 2 5 0 0,0 0-1 0 0,0-1 1 0 0,0 0 0 0 0,1 0-1 0 0,0 0 1 0 0,0-1 0 0 0,0 1-1 0 0,1-1 1 0 0,-1 0-1 0 0,1-1 1 0 0,0 1 0 0 0,0-1-1 0 0,0 0 1 0 0,9 2 0 0 0,-10-4-3 0 0,1 0 0 0 0,0-1 0 0 0,-1 0 0 0 0,1 0 0 0 0,-1 0 0 0 0,1 0 0 0 0,0-1 0 0 0,-1 0 0 0 0,1 0 0 0 0,-1-1 0 0 0,0 0 0 0 0,10-4 0 0 0,2-3 11 0 0,1 0-1 0 0,19-16 0 0 0,5-2-14 0 0,-41 26 0 0 0,0 1 1 0 0,0 0-1 0 0,1 0 1 0 0,-1-1-1 0 0,0 1 0 0 0,0 0 1 0 0,0 0-1 0 0,0 0 1 0 0,1 0-1 0 0,-1 0 1 0 0,0 1-1 0 0,0-1 0 0 0,0 0 1 0 0,1 0-1 0 0,-1 1 1 0 0,0-1-1 0 0,0 1 1 0 0,0-1-1 0 0,0 1 1 0 0,0-1-1 0 0,0 1 0 0 0,0 0 1 0 0,0-1-1 0 0,0 1 1 0 0,0 0-1 0 0,0 0 1 0 0,-1 0-1 0 0,1 0 0 0 0,0 0 1 0 0,0 0-1 0 0,-1 0 1 0 0,1 0-1 0 0,-1 0 1 0 0,1 0-1 0 0,-1 0 0 0 0,1 0 1 0 0,-1 0-1 0 0,0 0 1 0 0,1 2-1 0 0,13 43 23 0 0,-11-26-14 0 0,-2 0 0 0 0,0 0 1 0 0,-1 0-1 0 0,-1 1 0 0 0,-5 28 1 0 0,-24 99 40 0 0,28-142-47 0 0,-20 83 39 0 0,-4 0 0 0 0,-3-2 1 0 0,-5-1-1 0 0,-77 141 0 0 0,76-175 243 0 0,35-51-19 0 0,0-9-212 0 0,5-19-25 0 0,0 0 1 0 0,2 0 0 0 0,1 0 0 0 0,1 1 0 0 0,18-36 0 0 0,77-134-30 0 0,-73 140-15 0 0,28-43 127 0 0,3 3-1 0 0,117-137 0 0 0,-174 227-16 0 0,-1 1-11 0 0,-1 0 0 0 0,1 0 0 0 0,0 1 0 0 0,0 0 0 0 0,1 0 0 0 0,7-6 0 0 0,-11 11-73 0 0,0-1 0 0 0,0 1 0 0 0,0 0 0 0 0,-1-1 0 0 0,1 1 0 0 0,0 0 0 0 0,0 0 1 0 0,0 0-1 0 0,-1-1 0 0 0,1 1 0 0 0,0 0 0 0 0,-1 0 0 0 0,1 0 0 0 0,-1 0 0 0 0,1 0 0 0 0,-1 0 0 0 0,0 0 0 0 0,1 0 0 0 0,-1 0 0 0 0,0 0 0 0 0,0 2 0 0 0,6 24 95 0 0,-8 21 42 0 0,-2 0 0 0 0,-1 0 1 0 0,-14 48-1 0 0,9-44-47 0 0,-34 191 276 0 0,26-146-1631 0 0,18-96 702 0 0,5-34-8468 0 0,-2 13 5982 0 0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00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7 452 0 0,'29'-3'2350'0'0,"-26"4"-2268"0"0,0-1 1 0 0,0 1-1 0 0,0 0 0 0 0,0 0 0 0 0,0 0 0 0 0,-1 0 0 0 0,1 0 1 0 0,0 1-1 0 0,-1-1 0 0 0,1 1 0 0 0,-1 0 0 0 0,0 0 0 0 0,1 0 1 0 0,-1 0-1 0 0,0 0 0 0 0,0 0 0 0 0,0 1 0 0 0,-1-1 1 0 0,1 1-1 0 0,0-1 0 0 0,-1 1 0 0 0,0 0 0 0 0,0-1 0 0 0,1 1 1 0 0,-2 0-1 0 0,1 0 0 0 0,0 0 0 0 0,0 0 0 0 0,-1 0 0 0 0,0 0 1 0 0,0 0-1 0 0,0 0 0 0 0,0 0 0 0 0,0 0 0 0 0,0 0 0 0 0,-1-1 1 0 0,1 1-1 0 0,-1 0 0 0 0,0 0 0 0 0,0 0 0 0 0,0 0 0 0 0,0 0 1 0 0,0-1-1 0 0,-1 1 0 0 0,1-1 0 0 0,-1 1 0 0 0,0-1 0 0 0,-4 5 1 0 0,-2 5 1691 0 0,17-17-985 0 0,37-31-751 0 0,-7 5 200 0 0,27-27 1024 0 0,-64 57-1019 0 0,0-1 117 0 0,-2 2-326 0 0,0 0-1 0 0,0 0 0 0 0,1 1 0 0 0,-1-1 1 0 0,0 0-1 0 0,0 0 0 0 0,0 0 1 0 0,0 0-1 0 0,0 0 0 0 0,0 0 1 0 0,0 0-1 0 0,0 0 0 0 0,0 0 1 0 0,0 0-1 0 0,0 0 0 0 0,1 0 1 0 0,-1 0-1 0 0,0 0 0 0 0,0 0 1 0 0,0 0-1 0 0,0 0 0 0 0,0 0 1 0 0,0 1-1 0 0,0-1 0 0 0,0 0 1 0 0,0 0-1 0 0,1 0 0 0 0,-1 0 0 0 0,0-1 1 0 0,0 1-1 0 0,0 0 0 0 0,0 0 1 0 0,0 0-1 0 0,0 0 0 0 0,0 0 1 0 0,0 0-1 0 0,1 0 0 0 0,-1 0 1 0 0,0 0-1 0 0,0 0 0 0 0,0 0 1 0 0,0 0-1 0 0,0 0 0 0 0,0 0 1 0 0,0 0-1 0 0,0 0 0 0 0,0 0 1 0 0,0 0-1 0 0,0-1 0 0 0,0 1 1 0 0,-3 9 94 0 0,0 0 0 0 0,0 0 0 0 0,1 0 0 0 0,-2 18 1 0 0,3-25-118 0 0,1 1-1 0 0,0-1 1 0 0,0 1 0 0 0,0-1 0 0 0,0 1 0 0 0,0-1 0 0 0,0 1 0 0 0,1-1 0 0 0,-1 1-1 0 0,1-1 1 0 0,0 1 0 0 0,0-1 0 0 0,0 0 0 0 0,0 1 0 0 0,0-1 0 0 0,1 0 0 0 0,-1 0 0 0 0,0 0-1 0 0,1 0 1 0 0,0 0 0 0 0,-1 0 0 0 0,1 0 0 0 0,0-1 0 0 0,0 1 0 0 0,2 1 0 0 0,-1-2-182 0 0,0 0 0 0 0,0 0 0 0 0,0 0 0 0 0,-1-1 0 0 0,1 1 0 0 0,0-1 0 0 0,0 1 0 0 0,0-1 0 0 0,0 0 0 0 0,0-1 0 0 0,0 1 0 0 0,0 0 0 0 0,0-1 0 0 0,5-1 0 0 0,22-10-6049 0 0,-20 4 3196 0 0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00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83 12729 0 0,'-146'-64'72'0'0,"146"64"-71"0"0,0 0-1 0 0,-1 0 1 0 0,1 0-1 0 0,0 0 1 0 0,0 0-1 0 0,0 0 1 0 0,-1 0 0 0 0,1 0-1 0 0,0 0 1 0 0,0 0-1 0 0,0 0 1 0 0,-1 0-1 0 0,1 0 1 0 0,0 0-1 0 0,0 0 1 0 0,0 0 0 0 0,-1 0-1 0 0,1 0 1 0 0,0-1-1 0 0,0 1 1 0 0,0 0-1 0 0,0 0 1 0 0,-1 0-1 0 0,1 0 1 0 0,0-1-1 0 0,0 1 1 0 0,0 0 0 0 0,0 0-1 0 0,0 0 1 0 0,0 0-1 0 0,0-1 1 0 0,0 1-1 0 0,-1 0 1 0 0,1 0-1 0 0,0 0 1 0 0,0-1 0 0 0,0 1-1 0 0,0 0 1 0 0,0 0-1 0 0,0 0 1 0 0,0-1-1 0 0,0 1 1 0 0,0 0-1 0 0,0 0 1 0 0,0-1 0 0 0,0 1-1 0 0,1 0 1 0 0,-1 0-1 0 0,0 0 1 0 0,0-1-1 0 0,0 1 1 0 0,0 0-1 0 0,15-6-4 0 0,31 1-158 0 0,148 21-2815 0 0,-99-5-1667 0 0,-42-6 1805 0 0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01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220 251 852 0 0,'0'0'844'0'0,"-30"-17"7966"0"0,-1 10-7083 0 0,26 6-1624 0 0,1-1 1 0 0,0 1-1 0 0,0 0 0 0 0,-1 0 1 0 0,1 1-1 0 0,-1-1 1 0 0,1 1-1 0 0,0 0 1 0 0,-1 0-1 0 0,1 0 0 0 0,-1 1 1 0 0,1-1-1 0 0,-1 1 1 0 0,1 0-1 0 0,0 1 1 0 0,0-1-1 0 0,0 1 1 0 0,-7 3-1 0 0,5-2-48 0 0,0 2 0 0 0,1-1 0 0 0,-1 0 0 0 0,1 1 1 0 0,0 0-1 0 0,0 1 0 0 0,1-1 0 0 0,-1 1 0 0 0,-6 11 0 0 0,9-14-34 0 0,1 1 0 0 0,-1 0-1 0 0,1-1 1 0 0,-1 1 0 0 0,1 0 0 0 0,0 0-1 0 0,1 0 1 0 0,-1-1 0 0 0,1 1 0 0 0,-1 0-1 0 0,1 0 1 0 0,0 0 0 0 0,1 0 0 0 0,-1 0-1 0 0,1 0 1 0 0,-1 0 0 0 0,1 0 0 0 0,1 0-1 0 0,1 5 1 0 0,-2-8-16 0 0,0 0 0 0 0,-1 1 0 0 0,1-1-1 0 0,0 0 1 0 0,0 0 0 0 0,0 0 0 0 0,0 0 0 0 0,1 0 0 0 0,-1 0-1 0 0,0 0 1 0 0,0 0 0 0 0,0 0 0 0 0,1-1 0 0 0,-1 1 0 0 0,1-1 0 0 0,-1 1-1 0 0,0-1 1 0 0,1 1 0 0 0,-1-1 0 0 0,1 0 0 0 0,-1 1 0 0 0,1-1-1 0 0,-1 0 1 0 0,3 0 0 0 0,28-5 55 0 0,-31 5-47 0 0,6-2-7 0 0,1 0 0 0 0,-1 0 1 0 0,-1-1-1 0 0,1 0 0 0 0,0 0 0 0 0,-1-1 0 0 0,0 0 0 0 0,1 0 1 0 0,-2-1-1 0 0,1 1 0 0 0,0-1 0 0 0,-1 0 0 0 0,0-1 1 0 0,0 1-1 0 0,-1-1 0 0 0,6-8 0 0 0,4-3 12 0 0,-7 4-41 0 0,-7 12 36 0 0,0 1 1 0 0,1-1-1 0 0,-1 1 0 0 0,0-1 0 0 0,0 0 1 0 0,0 1-1 0 0,1-1 0 0 0,-1 1 0 0 0,0-1 1 0 0,0 1-1 0 0,1 0 0 0 0,-1-1 0 0 0,1 1 1 0 0,-1-1-1 0 0,0 1 0 0 0,1 0 0 0 0,-1-1 1 0 0,1 1-1 0 0,-1 0 0 0 0,1-1 0 0 0,-1 1 1 0 0,1 0-1 0 0,-1-1 0 0 0,1 1 0 0 0,-22-2 3 0 0,16 1-12 0 0,5 1-91 0 0,-1 0 86 0 0,1 0 1 0 0,0 0 0 0 0,-1 0-1 0 0,1 0 1 0 0,0 0 0 0 0,-1 0-1 0 0,1 0 1 0 0,0 0 0 0 0,0 0-1 0 0,-1 0 1 0 0,1 0 0 0 0,0 0-1 0 0,-1 0 1 0 0,1 0-1 0 0,0 0 1 0 0,-1 0 0 0 0,1 1-1 0 0,0-1 1 0 0,0 0 0 0 0,-1 0-1 0 0,1 0 1 0 0,0 0 0 0 0,-1 1-1 0 0,1-1 1 0 0,0 0 0 0 0,0 0-1 0 0,0 1 1 0 0,-1-1 0 0 0,1 0-1 0 0,0 0 1 0 0,0 1-1 0 0,0-1 1 0 0,0 0 0 0 0,-1 0-1 0 0,1 1 1 0 0,0 0 0 0 0,7 10 7 0 0,13 7 18 0 0,-14-15-20 0 0,-1-1 1 0 0,1-1-1 0 0,0 1 1 0 0,-1-1-1 0 0,1 0 1 0 0,0 0-1 0 0,0-1 1 0 0,0 0-1 0 0,0 0 1 0 0,0 0-1 0 0,7-1 1 0 0,70-14 67 0 0,-73 12-59 0 0,19-3-11 0 0,-1-2-1 0 0,0-2 0 0 0,-1 0 1 0 0,0-2-1 0 0,0-1 1 0 0,29-19-1 0 0,-41 22-6 0 0,0-1 0 0 0,0 0 0 0 0,-1-1 0 0 0,-1-1 1 0 0,0 0-1 0 0,0-1 0 0 0,-2 0 0 0 0,0-1 0 0 0,0 0 0 0 0,16-33 0 0 0,-13 23-35 0 0,-13 24 4 0 0,-4 8-45 0 0,-98 387 83 0 0,31-97-89 0 0,58-255 67 0 0,-22 72-41 0 0,30-101 62 0 0,-2 0-1 0 0,0 0 1 0 0,0-1 0 0 0,-1 1-1 0 0,-1-1 1 0 0,-9 11-1 0 0,15-20 1 0 0,0 0 0 0 0,0-1 0 0 0,-1 1 0 0 0,1-1 0 0 0,0 0 0 0 0,-1 1 0 0 0,0-1 0 0 0,1 0 0 0 0,-1 0 0 0 0,0-1 0 0 0,0 1 0 0 0,0-1 0 0 0,0 1 0 0 0,0-1 0 0 0,-1 0 0 0 0,1 0 0 0 0,0 0 0 0 0,0-1 0 0 0,-1 1 0 0 0,1-1 0 0 0,-1 0 0 0 0,1 0 0 0 0,0 0-1 0 0,-1 0 1 0 0,1-1 0 0 0,0 1 0 0 0,-1-1 0 0 0,1 0 0 0 0,-6-2 0 0 0,4 0 8 0 0,1 0-1 0 0,-1 0 1 0 0,1 0-1 0 0,0-1 1 0 0,0 0-1 0 0,0 0 0 0 0,1 0 1 0 0,-1 0-1 0 0,1 0 1 0 0,0-1-1 0 0,0 1 1 0 0,1-1-1 0 0,-1 0 1 0 0,1 0-1 0 0,0 0 1 0 0,0 0-1 0 0,1 0 1 0 0,-2-7-1 0 0,1 1 0 0 0,0 0 0 0 0,0 0-1 0 0,1 0 1 0 0,1-1 0 0 0,0 1-1 0 0,1 0 1 0 0,0-1 0 0 0,0 1 0 0 0,1 0-1 0 0,1 0 1 0 0,-1 0 0 0 0,2 0-1 0 0,0 0 1 0 0,0 1 0 0 0,1-1 0 0 0,9-14-1 0 0,-4 12-228 0 0,0-1-1 0 0,1 1 1 0 0,1 1-1 0 0,-1 0 0 0 0,2 1 1 0 0,0 0-1 0 0,0 1 1 0 0,1 1-1 0 0,0 0 0 0 0,25-12 1 0 0,24-2-2572 0 0,-18 13-2185 0 0,-17 3 1742 0 0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02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1 244 612 0 0,'0'0'2426'0'0,"9"8"1113"0"0,8-11-2776 0 0,1-1 0 0 0,-1-1 0 0 0,0-1 0 0 0,0 0 0 0 0,24-14 0 0 0,-34 17-618 0 0,-1-1 1 0 0,0 0-1 0 0,0-1 1 0 0,0 0-1 0 0,-1 1 0 0 0,0-2 1 0 0,0 1-1 0 0,0-1 0 0 0,0 1 1 0 0,-1-1-1 0 0,0-1 1 0 0,0 1-1 0 0,-1 0 0 0 0,0-1 1 0 0,0 0-1 0 0,0 0 0 0 0,-1 0 1 0 0,0 0-1 0 0,0 0 1 0 0,1-13-1 0 0,-3 18-93 0 0,0-1-1 0 0,1 0 1 0 0,-1 0-1 0 0,0 1 1 0 0,0-1-1 0 0,0 0 1 0 0,-1 0-1 0 0,1 1 1 0 0,-1-1 0 0 0,1 0-1 0 0,-1 1 1 0 0,0-1-1 0 0,0 1 1 0 0,0-1-1 0 0,-1 1 1 0 0,1-1-1 0 0,0 1 1 0 0,-1 0 0 0 0,0-1-1 0 0,1 1 1 0 0,-1 0-1 0 0,0 0 1 0 0,0 0-1 0 0,0 1 1 0 0,0-1-1 0 0,-1 0 1 0 0,1 1 0 0 0,0-1-1 0 0,-1 1 1 0 0,-4-2-1 0 0,3 2-30 0 0,1 1 0 0 0,-1-1 1 0 0,0 1-1 0 0,1 0 0 0 0,-1 0 0 0 0,1 0 0 0 0,-1 1 0 0 0,0-1 0 0 0,1 1 0 0 0,-1 0 0 0 0,1 0 1 0 0,-1 0-1 0 0,1 0 0 0 0,-1 1 0 0 0,1-1 0 0 0,0 1 0 0 0,0 0 0 0 0,0 0 0 0 0,0 0 0 0 0,0 1 1 0 0,0-1-1 0 0,1 0 0 0 0,-3 4 0 0 0,-2 1-1 0 0,1 1-1 0 0,0 0 1 0 0,1 0 0 0 0,0 0 0 0 0,0 1-1 0 0,1-1 1 0 0,0 1 0 0 0,0 0 0 0 0,-2 11-1 0 0,5-17-15 0 0,0 0 0 0 0,0 1 0 0 0,0-1 0 0 0,1 0 0 0 0,0 1 0 0 0,-1-1 0 0 0,1 1 0 0 0,0-1 0 0 0,1 0 0 0 0,-1 1 0 0 0,0-1 1 0 0,1 0-1 0 0,0 1 0 0 0,0-1 0 0 0,0 0 0 0 0,0 0 0 0 0,1 0 0 0 0,-1 0 0 0 0,1 0 0 0 0,0 0 0 0 0,-1 0 0 0 0,1 0 0 0 0,1-1 0 0 0,-1 1 0 0 0,0-1 0 0 0,1 1 0 0 0,-1-1 0 0 0,1 0 0 0 0,3 2 0 0 0,-1-2-4 0 0,0 0 1 0 0,0 0 0 0 0,0 0-1 0 0,0-1 1 0 0,0 1 0 0 0,1-1-1 0 0,-1-1 1 0 0,0 1-1 0 0,1-1 1 0 0,-1 0 0 0 0,1 0-1 0 0,-1-1 1 0 0,0 1 0 0 0,1-1-1 0 0,-1 0 1 0 0,9-4-1 0 0,10-3 18 0 0,0-1-1 0 0,29-16 0 0 0,-25 11-32 0 0,-18 9 24 0 0,8-4-30 0 0,-1 2 0 0 0,1 0-1 0 0,27-7 1 0 0,-40 13 14 0 0,0 0 1 0 0,0 0-1 0 0,0 1 1 0 0,0 0-1 0 0,0 0 1 0 0,0 0-1 0 0,-1 0 0 0 0,1 1 1 0 0,0 0-1 0 0,0 0 1 0 0,0 0-1 0 0,-1 1 1 0 0,1-1-1 0 0,0 1 1 0 0,-1 0-1 0 0,0 0 1 0 0,1 1-1 0 0,4 3 1 0 0,12 18-14 0 0,-6-4 50 0 0,-14-18-21 0 0,-1-2-9 0 0,0 1 1 0 0,0-1-1 0 0,0 1 0 0 0,0 0 1 0 0,0-1-1 0 0,1 1 0 0 0,-1-1 1 0 0,0 1-1 0 0,0-1 0 0 0,1 1 1 0 0,-1 0-1 0 0,0-1 1 0 0,1 1-1 0 0,-1-1 0 0 0,0 1 1 0 0,1-1-1 0 0,-1 0 0 0 0,1 1 1 0 0,-1-1-1 0 0,0 1 0 0 0,1-1 1 0 0,-1 0-1 0 0,1 1 0 0 0,0-1 1 0 0,-1 0-1 0 0,1 0 1 0 0,-1 1-1 0 0,1-1 0 0 0,-1 0 1 0 0,1 0-1 0 0,0 0 0 0 0,-1 0 1 0 0,1 0-1 0 0,-1 0 0 0 0,1 0 1 0 0,0 0-1 0 0,-1 0 1 0 0,1 0-1 0 0,-1 0 0 0 0,1 0 1 0 0,0 0-1 0 0,-1 0 0 0 0,1 0 1 0 0,-1-1-1 0 0,1 1 0 0 0,-1 0 1 0 0,1 0-1 0 0,-1-1 0 0 0,2 0 1 0 0,26-14 26 0 0,7-17-45 0 0,21-19-1307 0 0,-16 28-4640 0 0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03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1 333 768 0 0,'22'-6'2532'0'0,"-12"3"-1770"0"0,0 0-1 0 0,0-1 1 0 0,0-1 0 0 0,0 1-1 0 0,-1-2 1 0 0,0 1-1 0 0,0-1 1 0 0,0-1 0 0 0,-1 1-1 0 0,8-10 1 0 0,-15 15-352 0 0,1-15 2002 0 0,-2 15-2390 0 0,0 1 0 0 0,0 0 0 0 0,0 0 0 0 0,0-1 0 0 0,0 1 0 0 0,-1 0 0 0 0,1-1 0 0 0,0 1 0 0 0,0 0 0 0 0,0 0 0 0 0,0 0 0 0 0,-1-1 0 0 0,1 1 0 0 0,0 0 0 0 0,0 0 0 0 0,0 0 0 0 0,-1-1 0 0 0,1 1 0 0 0,0 0 0 0 0,0 0 0 0 0,-1 0 0 0 0,1 0 0 0 0,0 0 0 0 0,0-1 0 0 0,-1 1 0 0 0,1 0 0 0 0,0 0 0 0 0,-1 0 0 0 0,1 0 0 0 0,0 0 0 0 0,0 0 0 0 0,-1 0 0 0 0,1 0 0 0 0,0 0 0 0 0,-1 0 0 0 0,1 0 0 0 0,0 0 0 0 0,-1 1 0 0 0,-7 10 194 0 0,7-8-203 0 0,0 0-1 0 0,0 0 0 0 0,0 0 0 0 0,1 0 1 0 0,-1 0-1 0 0,1 0 0 0 0,0 0 1 0 0,0 0-1 0 0,0 0 0 0 0,0 4 0 0 0,1-5 14 0 0,35 32 34 0 0,-31-32-75 0 0,1 0 0 0 0,-1 0 0 0 0,1 0 0 0 0,-1-1 0 0 0,1 0 0 0 0,0 0 0 0 0,0 0 0 0 0,-1-1 0 0 0,1 0 0 0 0,0 0 0 0 0,0 0 0 0 0,7-2 0 0 0,65-20-77 0 0,-54 14 52 0 0,-19 7 52 0 0,-2-1-12 0 0,5-6 31 0 0,-6 7-11 0 0,0 1-17 0 0,5-1 14 0 0,-6 0 31 0 0,1 1-56 0 0,4-4-5 0 0,-5 3 0 0 0,-3 6-107 0 0,-5 15 118 0 0,-10 19 15 0 0,16-37 1 0 0,-2 1-6 0 0,0 1 1 0 0,0 0-1 0 0,0 0 0 0 0,0 0 1 0 0,1 0-1 0 0,-1 0 0 0 0,1 1 1 0 0,0-1-1 0 0,-1 6 0 0 0,2-8 0 0 0,-3 4-24 0 0,24-25 282 0 0,-12 12-273 0 0,-1 1 1 0 0,1 0-1 0 0,0 0 1 0 0,1 1-1 0 0,0 0 1 0 0,-1 0-1 0 0,1 1 0 0 0,1 0 1 0 0,-1 1-1 0 0,12-3 1 0 0,-19 5-4 0 0,3 2-5 0 0,0-1 5 0 0,0 1 0 0 0,0 0-1 0 0,-1 0 1 0 0,1 1 0 0 0,0-1 0 0 0,5 4 0 0 0,-5-3 9 0 0,-1 0 0 0 0,2 0 0 0 0,-1-1-1 0 0,0 1 1 0 0,0-1 0 0 0,0 0 0 0 0,1-1 0 0 0,-1 1 0 0 0,7-1 0 0 0,-4 0 5 0 0,-1-1 0 0 0,0 0 1 0 0,1 0-1 0 0,-1 0 0 0 0,0-1 0 0 0,0 0 0 0 0,0-1 0 0 0,0 1 0 0 0,0-1 1 0 0,0-1-1 0 0,-1 1 0 0 0,0-1 0 0 0,1 0 0 0 0,-1-1 0 0 0,-1 1 0 0 0,1-1 1 0 0,9-11-1 0 0,12-19 33 0 0,34-56 0 0 0,11-48 678 0 0,-72 138-624 0 0,1 0 0 0 0,0 0 0 0 0,-1 1 0 0 0,1-2 0 0 0,0 1 0 0 0,-1 0 0 0 0,1 0 0 0 0,-1 0 0 0 0,0 0 0 0 0,1 0 0 0 0,-1 0 0 0 0,0 0 0 0 0,0-1 0 0 0,0 1 0 0 0,1 0 0 0 0,-1 0 0 0 0,0 0 0 0 0,-1 0 0 0 0,1-1 0 0 0,0 1 0 0 0,-1-2 0 0 0,-17 20 399 0 0,-29 48-130 0 0,31-38-226 0 0,1 0-1 0 0,2 0 1 0 0,1 2-1 0 0,1-1 1 0 0,1 2-1 0 0,-8 41 1 0 0,16-65-961 0 0,-4 21 1580 0 0,5-15-4363 0 0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04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44 412 0 0,'0'0'999'0'0,"16"-17"3843"0"0,-5 6-2780 0 0,-7 9-1788 0 0,1 0-1 0 0,-1 0 0 0 0,0 0 0 0 0,1 0 1 0 0,0 1-1 0 0,-1-1 0 0 0,1 1 1 0 0,0 1-1 0 0,-1-1 0 0 0,1 0 0 0 0,9 1 1 0 0,36 3-4268 0 0,-37-2 1219 0 0,6 0 57 0 0</inkml:trace>
  <inkml:trace contextRef="#ctx0" brushRef="#br0" timeOffset="1">591 159 904 0 0,'13'0'5493'0'0,"-1"-7"-1429"0"0,-5-2-2336 0 0,-42-1-11489 0 0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15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15 495 9649 0 0,'0'0'92'0'0,"-10"6"92"0"0,5-3 194 0 0,8-3 999 0 0,43-15-997 0 0,-2-3 0 0 0,0-1 0 0 0,-1-3 0 0 0,-2-1 0 0 0,76-55 0 0 0,-101 65-231 0 0,-1-1 0 0 0,-1-1 0 0 0,0-1 1 0 0,-1 0-1 0 0,21-34 0 0 0,-26 38-89 0 0,-2 0 1 0 0,0 0-1 0 0,-1 0 1 0 0,0-1-1 0 0,0 0 1 0 0,-2 0-1 0 0,1 0 1 0 0,-2-1-1 0 0,0 1 1 0 0,1-15-1 0 0,-3 26-48 0 0,0 0 0 0 0,0 0 0 0 0,0 1 0 0 0,0-1 0 0 0,0 0 0 0 0,-1 0 0 0 0,1 0 0 0 0,-1 0 0 0 0,1 0 0 0 0,-1 1-1 0 0,0-1 1 0 0,1 0 0 0 0,-1 0 0 0 0,0 1 0 0 0,0-1 0 0 0,0 1 0 0 0,0-1 0 0 0,-1 1 0 0 0,1-1 0 0 0,0 1 0 0 0,-1-1 0 0 0,1 1 0 0 0,-1 0 0 0 0,1 0 0 0 0,-3-1 0 0 0,0 0-6 0 0,1 1 0 0 0,-1 0 0 0 0,0 0 1 0 0,1 1-1 0 0,-1-1 0 0 0,0 1 0 0 0,0 0 1 0 0,0 0-1 0 0,1 0 0 0 0,-1 0 0 0 0,0 1 1 0 0,-4 0-1 0 0,-7 3 7 0 0,0 0 1 0 0,1 1-1 0 0,-1 1 1 0 0,1 0-1 0 0,-18 11 1 0 0,19-9-4 0 0,-1 1 0 0 0,2 1-1 0 0,-1 0 1 0 0,2 0 0 0 0,-1 1 0 0 0,1 1 0 0 0,1 0 0 0 0,0 0 0 0 0,1 1-1 0 0,-11 20 1 0 0,17-28-9 0 0,1-1 0 0 0,0 2 0 0 0,0-1-1 0 0,0 0 1 0 0,1 0 0 0 0,-1 1 0 0 0,1-1 0 0 0,0 1-1 0 0,1-1 1 0 0,-1 1 0 0 0,1-1 0 0 0,0 1 0 0 0,1-1-1 0 0,-1 1 1 0 0,1-1 0 0 0,0 1 0 0 0,1-1 0 0 0,-1 0-1 0 0,1 1 1 0 0,0-1 0 0 0,0 0 0 0 0,1 0-1 0 0,0 0 1 0 0,-1-1 0 0 0,2 1 0 0 0,-1-1 0 0 0,0 1-1 0 0,1-1 1 0 0,0 0 0 0 0,0 0 0 0 0,0-1 0 0 0,0 1-1 0 0,7 3 1 0 0,7 5-57 0 0,0-1 0 0 0,1-1-1 0 0,1-1 1 0 0,0-1 0 0 0,0 0 0 0 0,1-1-1 0 0,-1-2 1 0 0,1 0 0 0 0,1-1 0 0 0,-1-1-1 0 0,33 1 1 0 0,-25-4-103 0 0,1 0 0 0 0,-1-2-1 0 0,0-1 1 0 0,0-2 0 0 0,0-1 0 0 0,0-1 0 0 0,54-21-1 0 0,-70 22 108 0 0,0-1 0 0 0,-1-1 0 0 0,0 0 0 0 0,-1-1 0 0 0,0 0 0 0 0,0 0 0 0 0,-1-1-1 0 0,0-1 1 0 0,-1 0 0 0 0,10-14 0 0 0,-15 19 43 0 0,0 0-1 0 0,-1 0 1 0 0,0 0-1 0 0,0-1 1 0 0,0 1-1 0 0,-1-1 1 0 0,0 0 0 0 0,0 0-1 0 0,1-14 1 0 0,-3 17 25 0 0,0 0-1 0 0,0-1 1 0 0,-1 1 0 0 0,1 0 0 0 0,-1 0 0 0 0,0 0 0 0 0,0 0 0 0 0,-1-1 0 0 0,1 1 0 0 0,-1 1 0 0 0,0-1 0 0 0,0 0 0 0 0,0 0 0 0 0,0 1 0 0 0,-1-1 0 0 0,1 1 0 0 0,-6-5 0 0 0,0-1 54 0 0,8 8-57 0 0,-1 0 0 0 0,0 1-1 0 0,1-1 1 0 0,-1 0 0 0 0,0 0 0 0 0,0 0-1 0 0,0 1 1 0 0,0-1 0 0 0,1 0 0 0 0,-1 1-1 0 0,0-1 1 0 0,0 1 0 0 0,0-1 0 0 0,0 1-1 0 0,0-1 1 0 0,0 1 0 0 0,-1 0 0 0 0,1 0 0 0 0,0-1-1 0 0,0 1 1 0 0,0 0 0 0 0,0 0 0 0 0,-2 0-1 0 0,0 0 38 0 0,1 1-41 0 0,0 0-1 0 0,0 0 1 0 0,-1 1-1 0 0,1-1 1 0 0,0 0-1 0 0,1 1 1 0 0,-1 0-1 0 0,0-1 1 0 0,0 1-1 0 0,1 0 1 0 0,-1 0-1 0 0,1 0 1 0 0,-1 0-1 0 0,1 0 0 0 0,0 0 1 0 0,0 0-1 0 0,0 0 1 0 0,0 1-1 0 0,0-1 1 0 0,1 0-1 0 0,-1 1 1 0 0,1-1-1 0 0,-1 0 1 0 0,1 1-1 0 0,0 3 1 0 0,1 2 3 0 0,0 1 0 0 0,0-1-1 0 0,1 0 1 0 0,0 0 0 0 0,6 14 0 0 0,-3-6 10 0 0,-4-15-8 0 0,-2-1-2 0 0,1 0 0 0 0,0 0 1 0 0,0 0-1 0 0,0 0 0 0 0,0 1 0 0 0,0-1 1 0 0,0 0-1 0 0,-1 0 0 0 0,1 0 1 0 0,0 0-1 0 0,0 0 0 0 0,0 0 1 0 0,0 0-1 0 0,0 0 0 0 0,0 0 0 0 0,0 0 1 0 0,0 1-1 0 0,-1-1 0 0 0,1 0 1 0 0,0 0-1 0 0,0 0 0 0 0,0 0 0 0 0,0 0 1 0 0,0 0-1 0 0,0 0 0 0 0,0 1 1 0 0,0-1-1 0 0,0 0 0 0 0,0 0 1 0 0,0 0-1 0 0,0 0 0 0 0,0 0 0 0 0,0 0 1 0 0,0 1-1 0 0,0-1 0 0 0,0 0 1 0 0,0 0-1 0 0,0 0 0 0 0,0 0 1 0 0,0 0-1 0 0,0 1 0 0 0,0-1 0 0 0,0 0 1 0 0,0 0-1 0 0,0 0 0 0 0,0 0 1 0 0,1 0-1 0 0,-1 0 0 0 0,0 0 0 0 0,0 1 1 0 0,0-1-1 0 0,0 0 0 0 0,0 0 1 0 0,0 0-1 0 0,0 0 0 0 0,0 0 1 0 0,1 0-1 0 0,-1 0 0 0 0,0 0 0 0 0,0 0 1 0 0,0 0-1 0 0,0 0 0 0 0,0 0 1 0 0,0 0-1 0 0,1 0 0 0 0,-1 0 1 0 0,0 0-1 0 0,0 0 0 0 0,0 0 0 0 0,-20-8 55 0 0,14 5 246 0 0,-9-6 1049 0 0,15 9-1327 0 0,0 0-1 0 0,0-1 1 0 0,-1 1-1 0 0,1 0 0 0 0,0-1 1 0 0,0 1-1 0 0,0 0 1 0 0,-1 0-1 0 0,1 0 0 0 0,0-1 1 0 0,0 1-1 0 0,0 0 1 0 0,-1 0-1 0 0,1 0 0 0 0,0-1 1 0 0,-1 1-1 0 0,1 0 1 0 0,0 0-1 0 0,0 0 0 0 0,-1 0 1 0 0,1 0-1 0 0,0 0 1 0 0,-1 0-1 0 0,1-1 0 0 0,0 1 1 0 0,-1 0-1 0 0,1 0 1 0 0,0 0-1 0 0,-1 0 0 0 0,1 0 1 0 0,0 1-1 0 0,-1-1 1 0 0,1 0-1 0 0,0 0 0 0 0,-1 0 1 0 0,1 0-1 0 0,0 0 1 0 0,0 0-1 0 0,-1 0 0 0 0,1 1 1 0 0,0-1-1 0 0,-1 0 1 0 0,1 0-1 0 0,0 0 0 0 0,0 1 1 0 0,0-1-1 0 0,-1 0 1 0 0,1 1-1 0 0,2 5-38 0 0,1 0 0 0 0,0 0 0 0 0,0 0 1 0 0,0 0-1 0 0,1 0 0 0 0,-1-1 0 0 0,2 1 0 0 0,4 4 0 0 0,-8-8 6 0 0,1 0-1 0 0,0 0 1 0 0,0-1-1 0 0,-1 1 0 0 0,1 0 1 0 0,0-1-1 0 0,1 0 1 0 0,-1 1-1 0 0,0-1 1 0 0,0 0-1 0 0,0 0 1 0 0,1 0-1 0 0,-1 0 1 0 0,1-1-1 0 0,-1 1 0 0 0,0-1 1 0 0,1 1-1 0 0,-1-1 1 0 0,1 0-1 0 0,-1 0 1 0 0,1 0-1 0 0,-1 0 1 0 0,1 0-1 0 0,-1-1 0 0 0,1 1 1 0 0,-1-1-1 0 0,1 0 1 0 0,-1 1-1 0 0,4-3 1 0 0,9-10 26 0 0,-13 11-33 0 0,1-1 0 0 0,-1 1 0 0 0,0 0 0 0 0,1 0 0 0 0,-1 0 0 0 0,1 0 0 0 0,0 0 0 0 0,0 1-1 0 0,0-1 1 0 0,0 1 0 0 0,3-2 0 0 0,-2 27-21 0 0,-6-5 28 0 0,0 0 0 0 0,-2 0 0 0 0,0 0-1 0 0,0-1 1 0 0,-2 0 0 0 0,-12 28 0 0 0,15-38 12 0 0,-249 529 31 0 0,199-453-58 0 0,48-76 35 0 0,-1-1 0 0 0,0 0 0 0 0,0 0 0 0 0,-1-1 0 0 0,1 0 0 0 0,-1 0 0 0 0,-1 0 0 0 0,-12 7 0 0 0,18-13 86 0 0,-3-16-41 0 0,4 15-65 0 0,0 0-1 0 0,1 0 1 0 0,-1 0 0 0 0,1 0-1 0 0,-1-1 1 0 0,1 1-1 0 0,-1 0 1 0 0,1 0-1 0 0,0 0 1 0 0,0 0-1 0 0,-1-1 1 0 0,1 1 0 0 0,0 0-1 0 0,0 0 1 0 0,0-1-1 0 0,0 1 1 0 0,1 0-1 0 0,-1 0 1 0 0,1-2-1 0 0,9-32 23 0 0,1 1 0 0 0,2 0 0 0 0,2 1 0 0 0,1 0 0 0 0,36-54 0 0 0,-24 48-427 0 0,1 1 1 0 0,1 1-1 0 0,70-62 0 0 0,-76 79-348 0 0,1 1-1 0 0,0 1 1 0 0,47-24-1 0 0,-44 28-3091 0 0,52-17-1 0 0,-37 18-146 0 0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15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17 940 0 0,'-16'-9'11100'0'0,"35"6"-10515"0"0,0 0 0 0 0,0 2-1 0 0,0 0 1 0 0,0 2 0 0 0,36 4 0 0 0,-37-2-1109 0 0,0 0 0 0 0,0 2 0 0 0,26 9 0 0 0,-41-11-105 0 0,0-1-1110 0 0,9 3-6366 0 0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0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335 770 664 0 0,'-241'248'7536'0'0,"235"-241"-7357"0"0,2-2 6 0 0,0 0 0 0 0,0 0-1 0 0,0-1 1 0 0,-1 1 0 0 0,1-1-1 0 0,-1 0 1 0 0,-1-1-1 0 0,1 1 1 0 0,0-1 0 0 0,-10 4-1 0 0,14-7-157 0 0,-1 0-1 0 0,1 0 0 0 0,0-1 1 0 0,0 1-1 0 0,-1-1 1 0 0,1 1-1 0 0,0-1 0 0 0,0 0 1 0 0,0 0-1 0 0,0 1 0 0 0,0-1 1 0 0,0 0-1 0 0,0 0 0 0 0,0 0 1 0 0,0 0-1 0 0,0 0 1 0 0,0 0-1 0 0,1 0 0 0 0,-1 0 1 0 0,0 0-1 0 0,1-1 0 0 0,-1 1 1 0 0,1 0-1 0 0,-1 0 1 0 0,1 0-1 0 0,-1-1 0 0 0,1 1 1 0 0,0 0-1 0 0,0-1 0 0 0,0 1 1 0 0,0-3-1 0 0,-2-49 333 0 0,3 43-281 0 0,1-33 74 0 0,2 1-1 0 0,2-1 1 0 0,18-62 0 0 0,50-122 82 0 0,-56 176-187 0 0,2 0 0 0 0,2 2 0 0 0,2 0 0 0 0,35-51 0 0 0,-44 80 2 0 0,1 1-1 0 0,0 1 1 0 0,2 0 0 0 0,0 1-1 0 0,1 1 1 0 0,0 1 0 0 0,2 1-1 0 0,-1 1 1 0 0,40-19 0 0 0,-45 25-10 0 0,1 1 1 0 0,-1 1-1 0 0,1 0 1 0 0,0 1 0 0 0,0 0-1 0 0,0 2 1 0 0,1 0-1 0 0,-1 1 1 0 0,1 0-1 0 0,-1 1 1 0 0,0 1-1 0 0,1 1 1 0 0,-1 0 0 0 0,0 2-1 0 0,26 7 1 0 0,-32-7-16 0 0,-1 0 1 0 0,0 0-1 0 0,0 1 1 0 0,0 0 0 0 0,-1 1-1 0 0,1 0 1 0 0,-2 0 0 0 0,1 1-1 0 0,0 0 1 0 0,-1 0-1 0 0,7 11 1 0 0,-5-6 8 0 0,0 1 0 0 0,-1 1-1 0 0,-1 0 1 0 0,0 0 0 0 0,-1 0 0 0 0,7 26 0 0 0,-5-5 29 0 0,-2 0 1 0 0,-1 0 0 0 0,-2 1 0 0 0,-1 0-1 0 0,-4 56 1 0 0,-3-32 84 0 0,-22 111 0 0 0,20-145-112 0 0,0-1 1 0 0,-1 0-1 0 0,-2-1 1 0 0,0 0 0 0 0,-2 0-1 0 0,-24 38 1 0 0,30-54-112 0 0,0 0 0 0 0,0-1 0 0 0,0 0 0 0 0,-1 0 0 0 0,0 0 0 0 0,0-1 0 0 0,0 0 1 0 0,-1 0-1 0 0,-11 6 0 0 0,14-10-266 0 0,0 0 0 0 0,0 0 0 0 0,0-1 0 0 0,0 1 0 0 0,0-1 0 0 0,0 0 0 0 0,-9 0 0 0 0,8-1-546 0 0,-1 0 1 0 0,0-1-1 0 0,0 0 0 0 0,1 0 1 0 0,-1 0-1 0 0,-9-4 1 0 0,-7-4-2276 0 0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0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0 140 812 0 0,'59'-20'1922'0'0,"70"-13"1"0"0,160-14-530 0 0,78 14-634 0 0,-121 27-4596 0 0,-193 6 2161 0 0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1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405 89 360 0 0,'1'-1'211'0'0,"0"-1"-1"0"0,1 0 1 0 0,-1 1 0 0 0,0-1-1 0 0,0 0 1 0 0,-1 0-1 0 0,1 0 1 0 0,0 0 0 0 0,-1 0-1 0 0,1 0 1 0 0,-1 0 0 0 0,1 0-1 0 0,-1 0 1 0 0,0 0-1 0 0,0 0 1 0 0,0 0 0 0 0,0 0-1 0 0,0 0 1 0 0,0 0 0 0 0,-1 0-1 0 0,1 0 1 0 0,-1 0-1 0 0,1 0 1 0 0,-1 0 0 0 0,0 0-1 0 0,0 0 1 0 0,0 1 0 0 0,0-1-1 0 0,0 0 1 0 0,0 0-1 0 0,0 1 1 0 0,-1-1 0 0 0,1 1-1 0 0,0-1 1 0 0,-1 1 0 0 0,0 0-1 0 0,1-1 1 0 0,-1 1-1 0 0,0 0 1 0 0,-3-2 0 0 0,0 1-49 0 0,0 0 0 0 0,0 0 1 0 0,-1 0-1 0 0,1 0 0 0 0,-1 1 1 0 0,1 0-1 0 0,-1 0 0 0 0,1 0 1 0 0,-1 1-1 0 0,1 0 0 0 0,-1 0 0 0 0,0 0 1 0 0,1 1-1 0 0,-8 1 0 0 0,-8 5 49 0 0,1 1 0 0 0,0 1 0 0 0,0 0 0 0 0,1 2 0 0 0,0 0 0 0 0,1 1 0 0 0,0 1 0 0 0,-20 19 0 0 0,28-24-120 0 0,1 1 0 0 0,0 0 1 0 0,0 0-1 0 0,1 1 0 0 0,1 0 0 0 0,0 1 0 0 0,0-1 0 0 0,1 1 1 0 0,0 1-1 0 0,1-1 0 0 0,0 1 0 0 0,1 0 0 0 0,0 0 1 0 0,1 1-1 0 0,-3 19 0 0 0,6-27-50 0 0,0 1 0 0 0,0 0-1 0 0,0 0 1 0 0,1-1 0 0 0,0 1 0 0 0,0 0 0 0 0,0-1 0 0 0,1 1-1 0 0,0-1 1 0 0,0 1 0 0 0,0-1 0 0 0,1 0 0 0 0,0 0-1 0 0,0 0 1 0 0,0 0 0 0 0,0 0 0 0 0,5 4 0 0 0,-2-3-3 0 0,1 0 0 0 0,0-1 1 0 0,0 0-1 0 0,1 0 0 0 0,-1 0 1 0 0,1-1-1 0 0,0 0 0 0 0,0-1 0 0 0,0 0 1 0 0,11 3-1 0 0,6 0 11 0 0,1-2 0 0 0,0 0 0 0 0,1-2 0 0 0,-1-1-1 0 0,0-1 1 0 0,39-4 0 0 0,-23-2-10 0 0,1-2 0 0 0,-2-2 0 0 0,77-27 0 0 0,-91 26-44 0 0,-2 0 0 0 0,1-2 0 0 0,-2-1 0 0 0,0-1 1 0 0,0 0-1 0 0,40-37 0 0 0,-30 8-115 0 0,-39 46 119 0 0,1 1 0 0 0,-1-1 1 0 0,1 1-1 0 0,0 0 0 0 0,0 0 0 0 0,0 1 0 0 0,0-1 0 0 0,1 1 0 0 0,-1 0 0 0 0,1 0 1 0 0,0 0-1 0 0,0 0 0 0 0,1 0 0 0 0,-1 1 0 0 0,1-1 0 0 0,0 1 0 0 0,0 0 0 0 0,-2 7 0 0 0,4-10 3 0 0,0 0 0 0 0,0 0 0 0 0,1 0-1 0 0,-1 0 1 0 0,0-1 0 0 0,1 1 0 0 0,-1 0-1 0 0,1 0 1 0 0,-1 0 0 0 0,1-1 0 0 0,0 1-1 0 0,0 0 1 0 0,0-1 0 0 0,0 1 0 0 0,0 0-1 0 0,0-1 1 0 0,0 1 0 0 0,1-1-1 0 0,-1 0 1 0 0,2 2 0 0 0,31 22 37 0 0,-27-21-35 0 0,-1-1 0 0 0,1 0-1 0 0,1-1 1 0 0,-1 0-1 0 0,0 0 1 0 0,1 0 0 0 0,-1-1-1 0 0,1 0 1 0 0,7-1-1 0 0,-12 1 5 0 0,1-1 0 0 0,0-1 0 0 0,0 1 0 0 0,-1 0 0 0 0,1-1-1 0 0,-1 0 1 0 0,1 0 0 0 0,0 0 0 0 0,-1 0 0 0 0,0-1 0 0 0,1 1 0 0 0,-1-1-1 0 0,0 0 1 0 0,0 0 0 0 0,0 0 0 0 0,0-1 0 0 0,0 1 0 0 0,0 0-1 0 0,4-6 1 0 0,-6 7-2 0 0,-1 0 0 0 0,1-1 0 0 0,0 1 0 0 0,-1 0 0 0 0,1-1 0 0 0,-1 1 0 0 0,1 0 0 0 0,-1-1 0 0 0,0 1 0 0 0,1-1 0 0 0,-1 1 0 0 0,0-1 0 0 0,0 1 0 0 0,0-1 0 0 0,0 1 0 0 0,0-1 0 0 0,-1 1 0 0 0,1 0 0 0 0,0-1 0 0 0,-1 1 1 0 0,1-1-1 0 0,-1 1 0 0 0,1 0 0 0 0,-1-1 0 0 0,1 1 0 0 0,-1 0 0 0 0,0 0 0 0 0,0-1 0 0 0,0 1 0 0 0,0 0 0 0 0,0 0 0 0 0,0 0 0 0 0,0 0 0 0 0,0 0 0 0 0,0 0 0 0 0,0 1 0 0 0,-1-1 0 0 0,-1-1 0 0 0,-2-1 0 0 0,-1-1 0 0 0,1 1 0 0 0,-1 0-1 0 0,0 0 1 0 0,0 1 0 0 0,-12-3 0 0 0,7 3-76 0 0,-1 0-1 0 0,1 1 0 0 0,-1 1 1 0 0,1 0-1 0 0,0 1 0 0 0,-1 0 1 0 0,-16 4-1 0 0,-7 5-2878 0 0,3 3-4102 0 0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2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73 844 0 0,'1'-1'113'0'0,"0"1"0"0"0,0-1 0 0 0,0 0 0 0 0,0 1 0 0 0,0-1 0 0 0,0 1 0 0 0,0 0 0 0 0,0-1 0 0 0,0 1 0 0 0,0 0 0 0 0,0-1 0 0 0,1 1 0 0 0,-1 0 0 0 0,0 0 0 0 0,0 0 0 0 0,0 0 0 0 0,0 0 0 0 0,0 0 1 0 0,0 1-1 0 0,1-1 0 0 0,-1 0 0 0 0,0 0 0 0 0,0 1 0 0 0,0-1 0 0 0,0 1 0 0 0,0-1 0 0 0,0 1 0 0 0,0-1 0 0 0,0 1 0 0 0,0 0 0 0 0,-1-1 0 0 0,1 1 0 0 0,0 0 0 0 0,0 0 0 0 0,0 0 0 0 0,-1 0 0 0 0,1-1 0 0 0,0 1 0 0 0,-1 0 0 0 0,1 0 0 0 0,-1 0 0 0 0,1 0 0 0 0,-1 0 0 0 0,0 1 0 0 0,1-1 0 0 0,-1 0 0 0 0,0 0 0 0 0,0 0 0 0 0,0 0 0 0 0,0 0 0 0 0,0 0 0 0 0,0 0 0 0 0,0 1 0 0 0,0-1 0 0 0,0 0 0 0 0,0 0 0 0 0,-1 0 0 0 0,1 0 0 0 0,0 0 0 0 0,-2 2 0 0 0,1 3 71 0 0,0 0 0 0 0,-1 0-1 0 0,0 0 1 0 0,0-1-1 0 0,-1 1 1 0 0,0-1 0 0 0,0 1-1 0 0,0-1 1 0 0,0 0-1 0 0,-1 0 1 0 0,-5 5 0 0 0,1-3 657 0 0,28-23-572 0 0,62-50-217 0 0,-62 51-36 0 0,1 1 0 0 0,1 2 0 0 0,0 0 0 0 0,24-9 0 0 0,-36 17-5 0 0,-1 0 1 0 0,1 1 0 0 0,0 0-1 0 0,0 1 1 0 0,1 1-1 0 0,-1-1 1 0 0,0 1 0 0 0,1 1-1 0 0,-1 0 1 0 0,0 1 0 0 0,1 0-1 0 0,14 3 1 0 0,-24-4-10 0 0,0 0-1 0 0,1 0 1 0 0,-1 1-1 0 0,0-1 1 0 0,0 0-1 0 0,1 1 1 0 0,-1-1 0 0 0,0 0-1 0 0,0 1 1 0 0,0 0-1 0 0,0-1 1 0 0,0 1-1 0 0,0 0 1 0 0,0-1-1 0 0,0 1 1 0 0,0 0 0 0 0,0 0-1 0 0,0 0 1 0 0,0 0-1 0 0,0 0 1 0 0,-1 0-1 0 0,1 0 1 0 0,0 0-1 0 0,-1 0 1 0 0,1 0 0 0 0,-1 1-1 0 0,1-1 1 0 0,-1 0-1 0 0,0 0 1 0 0,1 3-1 0 0,-1-2 5 0 0,0-1 10 0 0,-1 2-1 0 0,-8 21 6 0 0,5-9 104 0 0,27-17-78 0 0,1-5-46 0 0,0-2 1 0 0,29-14-1 0 0,-33 13 17 0 0,1 1 0 0 0,39-11 1 0 0,-57 19-10 0 0,-1 1 0 0 0,0-1 1 0 0,1 0-1 0 0,-1 1 1 0 0,1 0-1 0 0,-1 0 0 0 0,1 0 1 0 0,-1 0-1 0 0,1 0 0 0 0,-1 0 1 0 0,0 0-1 0 0,1 1 1 0 0,-1-1-1 0 0,1 1 0 0 0,-1 0 1 0 0,0 0-1 0 0,1 0 0 0 0,-1 0 1 0 0,0 0-1 0 0,0 0 0 0 0,0 1 1 0 0,0-1-1 0 0,0 1 1 0 0,0-1-1 0 0,0 1 0 0 0,1 2 1 0 0,-1-2-2 0 0,-1 0 1 0 0,0 1 0 0 0,0-1-1 0 0,0 1 1 0 0,-1-1 0 0 0,1 1-1 0 0,0 0 1 0 0,-1-1 0 0 0,0 1 0 0 0,1 0-1 0 0,-1-1 1 0 0,0 1 0 0 0,-1 0-1 0 0,1-1 1 0 0,0 1 0 0 0,-1-1-1 0 0,1 1 1 0 0,-1 0 0 0 0,0-1-1 0 0,0 1 1 0 0,0-1 0 0 0,-2 5-1 0 0,1-4-118 0 0,-19 33-401 0 0,3-13-5982 0 0,10-16 3671 0 0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64 236 0 0,'0'0'970'0'0,"37"10"4539"0"0,-35-9-5363 0 0,1 1 1 0 0,-1 0-1 0 0,0 0 0 0 0,0 0 1 0 0,0 0-1 0 0,0 0 1 0 0,-1 0-1 0 0,1 1 1 0 0,0-1-1 0 0,-1 0 1 0 0,0 1-1 0 0,0 0 1 0 0,1-1-1 0 0,-1 1 1 0 0,-1-1-1 0 0,1 1 1 0 0,0 0-1 0 0,-1 0 0 0 0,1 0 1 0 0,-1-1-1 0 0,0 1 1 0 0,0 0-1 0 0,0 0 1 0 0,0 0-1 0 0,-1 0 1 0 0,1-1-1 0 0,-1 1 1 0 0,1 0-1 0 0,-1 0 1 0 0,-2 4-1 0 0,2-6-7 0 0,0 0-77 0 0,0 0 0 0 0,-1 1 0 0 0,1-2 0 0 0,-1 1 0 0 0,1 0 0 0 0,-1 0 0 0 0,1 0 0 0 0,-1-1 0 0 0,0 1 0 0 0,1-1 0 0 0,-1 1 0 0 0,0-1 0 0 0,-2 0 0 0 0,3 0-57 0 0,1-1-1 0 0,-1 1 1 0 0,1-1-1 0 0,-1 0 0 0 0,1 0 1 0 0,-1 1-1 0 0,1-1 1 0 0,0 0-1 0 0,-1 0 0 0 0,1 1 1 0 0,0-1-1 0 0,0 0 1 0 0,-1 0-1 0 0,1 0 0 0 0,0 0 1 0 0,0 0-1 0 0,0 1 0 0 0,0-1 1 0 0,0 0-1 0 0,0 0 1 0 0,0 0-1 0 0,1 0 0 0 0,-1 1 1 0 0,0-1-1 0 0,1-1 1 0 0,19-26 85 0 0,-12 20-82 0 0,0 0 1 0 0,1 0-1 0 0,0 1 0 0 0,0 1 0 0 0,1 0 1 0 0,0 0-1 0 0,0 1 0 0 0,0 0 0 0 0,1 0 1 0 0,19-5-1 0 0,-28 10-9 0 0,0-1 0 0 0,-1 1 0 0 0,1 0 1 0 0,0 0-1 0 0,-1 0 0 0 0,1 0 0 0 0,-1 0 0 0 0,1 0 0 0 0,0 1 1 0 0,-1-1-1 0 0,1 0 0 0 0,-1 1 0 0 0,1-1 0 0 0,-1 1 1 0 0,1 0-1 0 0,-1-1 0 0 0,1 1 0 0 0,-1 0 0 0 0,1 0 0 0 0,-1 0 1 0 0,0 0-1 0 0,0 0 0 0 0,1 0 0 0 0,-1 0 0 0 0,0 0 1 0 0,0 1-1 0 0,0-1 0 0 0,0 0 0 0 0,-1 1 0 0 0,1-1 0 0 0,0 1 1 0 0,0-1-1 0 0,-1 1 0 0 0,1 1 0 0 0,0-1-1 0 0,-2 16 35 0 0,0-17-32 0 0,1 0 1 0 0,0-1-1 0 0,0 1 0 0 0,0-1 0 0 0,0 1 0 0 0,0 0 0 0 0,0-1 0 0 0,0 1 0 0 0,0-1 0 0 0,0 1 0 0 0,0 0 0 0 0,0-1 1 0 0,0 1-1 0 0,0-1 0 0 0,0 1 0 0 0,0-1 0 0 0,1 1 0 0 0,-1 0 0 0 0,0-1 0 0 0,0 1 0 0 0,1-1 0 0 0,-1 1 0 0 0,0-1 1 0 0,1 1-1 0 0,-1-1 0 0 0,1 0 0 0 0,-1 1 0 0 0,1-1 0 0 0,0 1 0 0 0,61-29 10 0 0,-56 24-16 0 0,1 0 0 0 0,0 1 1 0 0,0 0-1 0 0,1 1 0 0 0,-1 0 0 0 0,1 0 0 0 0,-1 0 0 0 0,1 1 0 0 0,-1 0 1 0 0,1 0-1 0 0,15 2 0 0 0,15 1 4 0 0,43 7 0 0 0,-53-4-1 0 0,1-2 0 0 0,0-1 1 0 0,0-1-1 0 0,37-3 0 0 0,-49-1 4 0 0,-10 3 0 0 0,0 0 0 0 0,0 0 0 0 0,0-1 0 0 0,-1 0 1 0 0,1-1-1 0 0,0 0 0 0 0,-1 0 0 0 0,0 0 0 0 0,1-1 0 0 0,-1 1 1 0 0,0-2-1 0 0,0 1 0 0 0,0-1 0 0 0,-1 1 0 0 0,1-2 0 0 0,-1 1 1 0 0,6-7-1 0 0,-11 11-3 0 0,0-1 1 0 0,0 0 0 0 0,0 0-1 0 0,1 0 1 0 0,-1 0 0 0 0,-1 1-1 0 0,1-1 1 0 0,0 0 0 0 0,0 0-1 0 0,0 0 1 0 0,0 1-1 0 0,0-1 1 0 0,-1 0 0 0 0,1 0-1 0 0,0 1 1 0 0,-1-1 0 0 0,1 0-1 0 0,-1 0 1 0 0,1 1 0 0 0,-1-1-1 0 0,1 0 1 0 0,-1 1-1 0 0,1-1 1 0 0,-1 1 0 0 0,1-1-1 0 0,-1 1 1 0 0,0-1 0 0 0,1 1-1 0 0,-1-1 1 0 0,0 1 0 0 0,0 0-1 0 0,1-1 1 0 0,-1 1-1 0 0,0 0 1 0 0,0 0 0 0 0,0-1-1 0 0,1 1 1 0 0,-1 0 0 0 0,0 0-1 0 0,0 0 1 0 0,-1 0-1 0 0,-2 1 1 0 0,0 0-1 0 0,0 0 1 0 0,0 0-1 0 0,0 0 1 0 0,0 1-1 0 0,0 0 0 0 0,0 0 1 0 0,1 0-1 0 0,-1 0 1 0 0,1 1-1 0 0,-1-1 0 0 0,1 1 1 0 0,0 0-1 0 0,0 0 1 0 0,0 0-1 0 0,0 0 1 0 0,1 1-1 0 0,-1-1 0 0 0,1 1 1 0 0,0-1-1 0 0,0 1 1 0 0,0 0-1 0 0,0 0 0 0 0,-1 6 1 0 0,2-7 1 0 0,1 0 1 0 0,-1 0-1 0 0,1-1 0 0 0,0 1 1 0 0,0 0-1 0 0,0 0 1 0 0,0 0-1 0 0,0-1 0 0 0,1 1 1 0 0,-1 0-1 0 0,1 0 1 0 0,0 0-1 0 0,0-1 0 0 0,0 1 1 0 0,0-1-1 0 0,0 1 1 0 0,0-1-1 0 0,1 1 0 0 0,-1-1 1 0 0,1 1-1 0 0,0-1 1 0 0,0 0-1 0 0,0 0 0 0 0,0 0 1 0 0,0 0-1 0 0,0 0 1 0 0,0-1-1 0 0,0 1 0 0 0,1-1 1 0 0,-1 1-1 0 0,1-1 1 0 0,-1 0-1 0 0,1 0 0 0 0,0 0 1 0 0,4 1-1 0 0,2 1-2 0 0,1-1 0 0 0,-1 1 0 0 0,1-2 0 0 0,-1 0 0 0 0,1 0 0 0 0,-1 0-1 0 0,1-1 1 0 0,0-1 0 0 0,17-2 0 0 0,11-8-37 0 0,39-15 0 0 0,-54 17 22 0 0,-1 1 0 0 0,1 1 0 0 0,1 0 0 0 0,-1 2 0 0 0,46-4 0 0 0,-50 11 23 0 0,0 1 0 0 0,-1 1 0 0 0,1 1 0 0 0,-1 0 0 0 0,34 16-1 0 0,-41-16 6 0 0,1-1-1 0 0,-1 0 0 0 0,0-1 0 0 0,1 0 0 0 0,0-1 0 0 0,0 0 0 0 0,0-1 0 0 0,0 0 0 0 0,0-1 0 0 0,0 0 0 0 0,0-1 0 0 0,14-3 0 0 0,-24 4-10 0 0,6-3 85 0 0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4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33 672 0 0,'0'0'665'0'0,"-30"-30"4389"0"0,29 29-4724 0 0,-17 0 876 0 0,12 3-1063 0 0,0 0 1 0 0,0 0-1 0 0,0 1 0 0 0,0 0 0 0 0,0 0 0 0 0,1 1 0 0 0,-1-1 0 0 0,1 1 0 0 0,0 0 0 0 0,0 1 0 0 0,0-1 0 0 0,1 1 1 0 0,-6 8-1 0 0,4-6-61 0 0,0 1 0 0 0,1-1 0 0 0,1 1 0 0 0,-1 0 0 0 0,1 1 0 0 0,0-1 0 0 0,1 1 0 0 0,0 0 1 0 0,-2 11-1 0 0,4-17-67 0 0,1 0 0 0 0,-1 0 1 0 0,1 1-1 0 0,0-1 0 0 0,0 0 0 0 0,0 0 1 0 0,0 0-1 0 0,0 0 0 0 0,1 0 0 0 0,-1 0 1 0 0,1 1-1 0 0,0-1 0 0 0,0-1 1 0 0,0 1-1 0 0,1 0 0 0 0,-1 0 0 0 0,0 0 1 0 0,1 0-1 0 0,0-1 0 0 0,0 1 1 0 0,0-1-1 0 0,0 0 0 0 0,0 1 0 0 0,0-1 1 0 0,1 0-1 0 0,-1 0 0 0 0,1 0 1 0 0,-1-1-1 0 0,1 1 0 0 0,0-1 0 0 0,0 1 1 0 0,0-1-1 0 0,-1 0 0 0 0,1 0 1 0 0,0 0-1 0 0,1 0 0 0 0,-1-1 0 0 0,0 1 1 0 0,0-1-1 0 0,4 0 0 0 0,6 1 2 0 0,0 0 1 0 0,0-1-1 0 0,1-1 0 0 0,-1 0 0 0 0,0-1 0 0 0,0-1 1 0 0,0 0-1 0 0,15-5 0 0 0,9-6 878 0 0,-1-2-1 0 0,56-33 1 0 0,-91 48-512 0 0,7-1 406 0 0,2 0-2022 0 0,-15 21-1383 0 0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5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17 103 10677 0 0,'-8'-45'926'0'0,"0"-13"222"0"0,18 77-2686 0 0,3 5-4505 0 0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25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177 337 100 0 0,'0'0'6135'0'0,"-6"-2"-5696"0"0,-17-7-35 0 0,17 7 650 0 0,-10 1 299 0 0,11 2-1272 0 0,0 1 1 0 0,0-1-1 0 0,1 1 1 0 0,-1 1-1 0 0,1-1 1 0 0,-1 1-1 0 0,1 0 1 0 0,0-1-1 0 0,0 2 1 0 0,0-1-1 0 0,0 0 1 0 0,0 1-1 0 0,1 0 1 0 0,0 0-1 0 0,-4 5 0 0 0,-2 4 37 0 0,-1 1 0 0 0,2 0 0 0 0,-12 25 0 0 0,20-38-104 0 0,-3 3 30 0 0,3-4-10 0 0,-1 1 1 0 0,1 0 0 0 0,-1-1 0 0 0,1 1 0 0 0,-1 0 0 0 0,1-1 0 0 0,-1 1 0 0 0,1 0 0 0 0,0-1 0 0 0,-1 1 0 0 0,1 0 0 0 0,0 0 0 0 0,0-1-1 0 0,-1 1 1 0 0,1 0 0 0 0,0 0 0 0 0,0-1 0 0 0,0 1 0 0 0,0 0 0 0 0,0 0 0 0 0,0 1 0 0 0,1-2-34 0 0,0 0 5 0 0,-1 1 0 0 0,1 0-1 0 0,0-1 1 0 0,0 1 0 0 0,0-1 0 0 0,0 1 0 0 0,0-1 0 0 0,0 0 0 0 0,0 1-1 0 0,0-1 1 0 0,1 0 0 0 0,-1 0 0 0 0,0 1 0 0 0,0-1 0 0 0,0 0 0 0 0,0 0-1 0 0,2-1 1 0 0,54-15 148 0 0,-55 15-147 0 0,2 0-1 0 0,6-6-17 0 0,-7 7 11 0 0,0 0 0 0 0,-1 0-1 0 0,1 1 1 0 0,0-1-1 0 0,-1 0 1 0 0,1 1-1 0 0,-1 0 1 0 0,1-1 0 0 0,-1 1-1 0 0,5 2 1 0 0,5 0 3 0 0,1-1 1 0 0,0 0-1 0 0,0-2 1 0 0,0 1-1 0 0,0-1 1 0 0,0-1-1 0 0,19-3 1 0 0,-23 1 26 0 0,1-1 0 0 0,-1 0 0 0 0,0 0 0 0 0,0-1 1 0 0,0 0-1 0 0,-1 0 0 0 0,1-1 0 0 0,-2 0 0 0 0,1-1 0 0 0,0 0 1 0 0,-1 0-1 0 0,-1-1 0 0 0,1 1 0 0 0,-1-1 0 0 0,0-1 0 0 0,-1 1 1 0 0,0-1-1 0 0,0 0 0 0 0,3-10 0 0 0,3-11 323 0 0,-1 0 1 0 0,-1 0-1 0 0,-1-1 0 0 0,5-54 0 0 0,-11 64 312 0 0,0-1-1 0 0,-2 1 1 0 0,-2-25 0 0 0,2 46-650 0 0,0-1 1 0 0,0 1-1 0 0,0 0 1 0 0,0-1-1 0 0,0 1 1 0 0,0 0 0 0 0,0 0-1 0 0,0-1 1 0 0,0 1-1 0 0,0 0 1 0 0,0-1-1 0 0,-1 1 1 0 0,1 0 0 0 0,0 0-1 0 0,0-1 1 0 0,0 1-1 0 0,0 0 1 0 0,0 0-1 0 0,-1-1 1 0 0,1 1-1 0 0,0 0 1 0 0,0 0 0 0 0,-1 0-1 0 0,1-1 1 0 0,0 1-1 0 0,0 0 1 0 0,-1 0-1 0 0,1 0 1 0 0,0 0 0 0 0,0-1-1 0 0,-1 1 1 0 0,1 0-1 0 0,0 0 1 0 0,0 0-1 0 0,-1 0 1 0 0,1 0 0 0 0,0 0-1 0 0,-1 0 1 0 0,1 0-1 0 0,0 0 1 0 0,-1 0-1 0 0,1 0 1 0 0,0 0-1 0 0,0 0 1 0 0,-1 0 0 0 0,1 0-1 0 0,0 0 1 0 0,-1 1-1 0 0,1-1 1 0 0,0 0-1 0 0,-1 0 1 0 0,-7 7 21 0 0,0-1 0 0 0,0 2 0 0 0,1-1 0 0 0,0 1 0 0 0,0 0-1 0 0,1 1 1 0 0,0-1 0 0 0,0 1 0 0 0,1 1 0 0 0,0-1 0 0 0,1 1 0 0 0,0-1 0 0 0,0 1 0 0 0,-2 12 0 0 0,-3 11-759 0 0,2 1 1 0 0,0-1-1 0 0,-1 41 1 0 0,7-44-941 0 0,-3 18-5216 0 0,3-22 2753 0 0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3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21 981 188 0 0,'-20'28'3426'0'0,"20"-27"-2444"0"0,0-1-904 0 0,0 1 0 0 0,0-1 0 0 0,1 0 0 0 0,-1 0 0 0 0,0 0 1 0 0,0 1-1 0 0,1-1 0 0 0,-1 0 0 0 0,0 0 0 0 0,0 0 0 0 0,1 0 1 0 0,-1 0-1 0 0,0 0 0 0 0,0 0 0 0 0,1 0 0 0 0,-1 1 0 0 0,0-1 0 0 0,1 0 1 0 0,-1 0-1 0 0,0 0 0 0 0,0 0 0 0 0,1 0 0 0 0,-1 0 0 0 0,0-1 0 0 0,1 1 1 0 0,-1 0-1 0 0,0 0 0 0 0,0 0 0 0 0,1 0 0 0 0,-1 0 0 0 0,0 0 1 0 0,1 0-1 0 0,-1-1 0 0 0,0 1 0 0 0,0 0 0 0 0,0 0 0 0 0,1 0 0 0 0,-1-1 1 0 0,0 1-1 0 0,0 0 0 0 0,0 0 0 0 0,1 0 0 0 0,-1-1 0 0 0,0 1 0 0 0,27-20 763 0 0,26-26-565 0 0,15-24-101 0 0,-2-2 0 0 0,-4-4 1 0 0,-4-2-1 0 0,-2-2 0 0 0,-5-3 0 0 0,-3-2 1 0 0,45-110-1 0 0,-78 156 24 0 0,-3-1 0 0 0,11-54 0 0 0,-20 80-110 0 0,-3 13-87 0 0,1 1 0 0 0,-1-1 0 0 0,0 1 0 0 0,0-1 0 0 0,0 1 0 0 0,0-1 0 0 0,0 1 1 0 0,0-1-1 0 0,0 1 0 0 0,0-1 0 0 0,0 1 0 0 0,0-1 0 0 0,0 1 0 0 0,0-1 0 0 0,0 1 0 0 0,0-1 0 0 0,-1 1 0 0 0,1-1 0 0 0,0 1 0 0 0,0-1 0 0 0,0 1 0 0 0,-1-1 0 0 0,1 1 1 0 0,0 0-1 0 0,-1-1 0 0 0,1 1 0 0 0,0-1 0 0 0,-1 1 0 0 0,1 0 0 0 0,-1-1 0 0 0,1 1 0 0 0,-1 0 0 0 0,1 0 0 0 0,0-1 0 0 0,-1 1 0 0 0,1 0 0 0 0,-1 0 0 0 0,1 0 0 0 0,-1-1 0 0 0,1 1 1 0 0,-1 0-1 0 0,1 0 0 0 0,-1 0 0 0 0,1 0 0 0 0,-1 0 0 0 0,0 0 0 0 0,1 0 0 0 0,-1 0 0 0 0,1 0 0 0 0,-1 0 0 0 0,1 0 0 0 0,-1 1 0 0 0,1-1 0 0 0,-1 0 0 0 0,1 0 0 0 0,-1 0 1 0 0,1 1-1 0 0,0-1 0 0 0,-2 1 0 0 0,-26 12 12 0 0,27-13-13 0 0,-9 7 9 0 0,1 1 0 0 0,0 1 0 0 0,0-1 0 0 0,1 1 0 0 0,0 1 0 0 0,1 0 0 0 0,0 0 0 0 0,-11 20 0 0 0,0 7 24 0 0,-15 48 0 0 0,32-83-33 0 0,-14 41 54 0 0,2-1 0 0 0,2 2 0 0 0,1-1 0 0 0,3 2 1 0 0,2-1-1 0 0,1 1 0 0 0,2-1 0 0 0,3 1 0 0 0,1 0 0 0 0,10 53 0 0 0,-11-92-44 0 0,0 1-1 0 0,1-1 1 0 0,-1 0-1 0 0,1 0 0 0 0,0-1 1 0 0,1 1-1 0 0,-1 0 1 0 0,1-1-1 0 0,0 1 1 0 0,1-1-1 0 0,-1 0 1 0 0,1 0-1 0 0,0 0 1 0 0,6 5-1 0 0,-7-8-2 0 0,1 1-1 0 0,0-1 0 0 0,-1 0 1 0 0,1-1-1 0 0,0 1 0 0 0,0-1 1 0 0,0 1-1 0 0,1-1 0 0 0,-1 0 1 0 0,0-1-1 0 0,0 1 0 0 0,1-1 1 0 0,-1 0-1 0 0,0 0 0 0 0,0 0 1 0 0,1-1-1 0 0,-1 1 0 0 0,0-1 1 0 0,0 0-1 0 0,0 0 0 0 0,7-3 1 0 0,16-8 8 0 0,0 0 1 0 0,0-2-1 0 0,-2-1 1 0 0,47-35-1 0 0,39-24-52 0 0,-109 74 35 0 0,0 0-1 0 0,1 0 1 0 0,-1 0 0 0 0,0 0 0 0 0,1 0 0 0 0,-1 0-1 0 0,0 1 1 0 0,1-1 0 0 0,-1 1 0 0 0,0-1-1 0 0,1 1 1 0 0,-1 0 0 0 0,0 0 0 0 0,0 0 0 0 0,0 0-1 0 0,0 1 1 0 0,0-1 0 0 0,0 0 0 0 0,0 1-1 0 0,0 0 1 0 0,-1-1 0 0 0,3 4 0 0 0,29 32-197 0 0,-25-27-271 0 0,0-1-1 0 0,1 1 1 0 0,16 12 0 0 0,-21-19-362 0 0,1 0 0 0 0,0 0-1 0 0,0 0 1 0 0,0-1 0 0 0,0 0 0 0 0,11 4 0 0 0,-3-3-1794 0 0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4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59 488 0 0,'-10'-53'6295'0'0,"10"53"-6253"0"0,0-1 1 0 0,0 1-1 0 0,0 0 1 0 0,-1 0-1 0 0,1-1 1 0 0,0 1 0 0 0,0 0-1 0 0,0 0 1 0 0,0-1-1 0 0,-1 1 1 0 0,1 0-1 0 0,0 0 1 0 0,0-1-1 0 0,-1 1 1 0 0,1 0 0 0 0,0 0-1 0 0,0 0 1 0 0,-1 0-1 0 0,1 0 1 0 0,0-1-1 0 0,-1 1 1 0 0,1 0-1 0 0,0 0 1 0 0,0 0 0 0 0,-1 0-1 0 0,1 0 1 0 0,0 0-1 0 0,-1 0 1 0 0,1 0-1 0 0,0 0 1 0 0,-1 0-1 0 0,1 0 1 0 0,0 0 0 0 0,-1 0-1 0 0,1 0 1 0 0,0 0-1 0 0,0 1 1 0 0,-1-1-1 0 0,-18 9 487 0 0,-22 22-387 0 0,35-26 113 0 0,-7 7-48 0 0,0 0-1 0 0,1 1 1 0 0,-18 26-1 0 0,2-2 115 0 0,26-36-310 0 0,1-1 0 0 0,0 1 0 0 0,1 0 0 0 0,-1 0 0 0 0,0 0 0 0 0,0 0 0 0 0,0 0 0 0 0,0 0 0 0 0,1 0 0 0 0,-1 0 0 0 0,1 0 0 0 0,-1 1 0 0 0,1-1 0 0 0,-1 0 0 0 0,1 0 0 0 0,-1 1 0 0 0,1-1 0 0 0,0 0 0 0 0,0 0 1 0 0,0 1-1 0 0,0-1 0 0 0,0 0 0 0 0,0 0 0 0 0,0 1 0 0 0,0 1 0 0 0,1-2-1 0 0,0 0 0 0 0,1-1 1 0 0,-1 1-1 0 0,0 0 1 0 0,0-1-1 0 0,0 1 0 0 0,1 0 1 0 0,-1-1-1 0 0,0 0 1 0 0,1 1-1 0 0,-1-1 0 0 0,0 0 1 0 0,1 0-1 0 0,-1 0 1 0 0,0 1-1 0 0,1-1 0 0 0,-1-1 1 0 0,3 1-1 0 0,66-13 155 0 0,-25-7-90 0 0,-36 15-74 0 0,1 1 1 0 0,0-1-1 0 0,0 2 0 0 0,0-1 1 0 0,0 2-1 0 0,13-3 0 0 0,-20 5 0 0 0,0 0-1 0 0,0 0 1 0 0,0 0-1 0 0,0 0 1 0 0,1 0-1 0 0,-1 1 1 0 0,0 0-1 0 0,0 0 1 0 0,-1-1-1 0 0,1 2 1 0 0,0-1-1 0 0,4 2 1 0 0,-4-1 2 0 0,0-1 0 0 0,-1 1 0 0 0,1-1 0 0 0,0 0 0 0 0,-1 0 0 0 0,1-1 0 0 0,0 1 0 0 0,0 0 0 0 0,0-1 0 0 0,0 0 0 0 0,0 0 0 0 0,0 0 0 0 0,0 0 0 0 0,5-1 0 0 0,13-6 0 0 0,1-1 0 0 0,-1-1 0 0 0,-1-1 0 0 0,0 0 0 0 0,0-2 0 0 0,-1 0 0 0 0,29-26 0 0 0,-47 38-5 0 0,5 49 90 0 0,-6-47-85 0 0,-1 35 54 0 0,1-36-52 0 0,0 0-1 0 0,0 0 1 0 0,0 0-1 0 0,0 1 1 0 0,0-1 0 0 0,0 0-1 0 0,0 0 1 0 0,0 1-1 0 0,0-1 1 0 0,1 0 0 0 0,-1 0-1 0 0,1 0 1 0 0,-1 0-1 0 0,1 0 1 0 0,-1 0-1 0 0,1 1 1 0 0,0-1 0 0 0,-1 0-1 0 0,1-1 1 0 0,0 1-1 0 0,0 0 1 0 0,0 0-1 0 0,0 0 1 0 0,-1 0 0 0 0,1-1-1 0 0,2 2 1 0 0,1-1-1 0 0,-1-1 0 0 0,1 0 0 0 0,-1 0 0 0 0,1 0 0 0 0,-1 0 0 0 0,0 0 0 0 0,1-1 0 0 0,-1 1 0 0 0,1-1 0 0 0,-1 0 0 0 0,0 0 0 0 0,0-1 0 0 0,1 1 0 0 0,-1-1 0 0 0,3-1 0 0 0,1-1-4 0 0,27-16 31 0 0,20-8-6 0 0,-34 19-58 0 0,-19 8 29 0 0,0 1 1 0 0,0-1-1 0 0,-1 1 0 0 0,1 0 1 0 0,0-1-1 0 0,0 1 0 0 0,0 0 0 0 0,-1-1 1 0 0,1 1-1 0 0,0 0 0 0 0,0 0 1 0 0,0 0-1 0 0,0 0 0 0 0,0 0 1 0 0,0 0-1 0 0,0 0 0 0 0,-1 0 1 0 0,1 0-1 0 0,0 0 0 0 0,0 0 0 0 0,0 0 1 0 0,0 1-1 0 0,0-1 0 0 0,-1 0 1 0 0,3 2-1 0 0,0-1 12 0 0,13-2 9 0 0,1-1 0 0 0,0 0-1 0 0,-1-2 1 0 0,1 0 0 0 0,16-6-1 0 0,-14 4-25 0 0,-1 1-1 0 0,1 0 0 0 0,0 1 1 0 0,0 2-1 0 0,24-2 0 0 0,-41 4 8 0 0,1 0 1 0 0,-1 0-1 0 0,0 0 1 0 0,0 0-1 0 0,0 1 1 0 0,0-1-1 0 0,0 0 0 0 0,0 1 1 0 0,0 0-1 0 0,0-1 1 0 0,-1 1-1 0 0,1 0 1 0 0,0 0-1 0 0,0 0 1 0 0,0 0-1 0 0,1 2 0 0 0,-2-2 3 0 0,0 0 0 0 0,0 0 0 0 0,-1 0-1 0 0,1 0 1 0 0,0 0 0 0 0,-1 0 0 0 0,1 1-1 0 0,-1-1 1 0 0,0 0 0 0 0,1 0 0 0 0,-1 0 0 0 0,0 1-1 0 0,0-1 1 0 0,1 0 0 0 0,-1 0 0 0 0,0 1-1 0 0,0-1 1 0 0,-1 3 0 0 0,0 0 5 0 0,0 0 0 0 0,0 0 0 0 0,-1 1 0 0 0,1-1 0 0 0,-1 0 0 0 0,0 0 0 0 0,0 0 0 0 0,-1 0-1 0 0,-3 5 1 0 0,-13 10 212 0 0,36-33-10190 0 0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5.9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58 472 0 0,'0'0'861'0'0,"4"-4"-444"0"0,18-21 1046 0 0,-21 24-844 0 0,0 0-421 0 0,0 1 1 0 0,-1-1-1 0 0,1 0 1 0 0,0 1-1 0 0,0-1 1 0 0,0 0-1 0 0,-1 1 1 0 0,1-1-1 0 0,0 0 1 0 0,0 0-1 0 0,-1 0 1 0 0,1 0-1 0 0,-1 0 1 0 0,1 0-1 0 0,-1 0 1 0 0,0 0-1 0 0,1 0 1 0 0,-1 0-1 0 0,0 0 1 0 0,1 0-1 0 0,-1 0 1 0 0,0 0-1 0 0,0 0 1 0 0,0 0-1 0 0,0-2 1 0 0,-4 2-154 0 0,0 0 1 0 0,0 1 0 0 0,0-1-1 0 0,0 1 1 0 0,0 0-1 0 0,0 0 1 0 0,0 1 0 0 0,0-1-1 0 0,0 1 1 0 0,0 0-1 0 0,0 0 1 0 0,0 0 0 0 0,1 0-1 0 0,-1 1 1 0 0,0-1-1 0 0,-6 5 1 0 0,2-2 18 0 0,1 0 1 0 0,0 1-1 0 0,0 0 0 0 0,0 0 1 0 0,0 1-1 0 0,1-1 1 0 0,-9 11-1 0 0,15-16-56 0 0,-1 1 0 0 0,0 0 0 0 0,1-1 0 0 0,0 1 0 0 0,-1 0 0 0 0,1 0 1 0 0,-1-1-1 0 0,1 1 0 0 0,0 0 0 0 0,0 0 0 0 0,-1 0 0 0 0,1 0 0 0 0,0-1 0 0 0,0 1 0 0 0,0 0 0 0 0,0 0 0 0 0,0 0 1 0 0,0 0-1 0 0,0 0 0 0 0,0-1 0 0 0,0 1 0 0 0,0 0 0 0 0,1 0 0 0 0,-1 0 0 0 0,0 0 0 0 0,1-1 0 0 0,-1 1 0 0 0,0 0 1 0 0,1 0-1 0 0,-1-1 0 0 0,1 1 0 0 0,-1 0 0 0 0,1-1 0 0 0,0 1 0 0 0,-1 0 0 0 0,2 0 0 0 0,0 1 13 0 0,42 1 104 0 0,11 5-439 0 0,-48-6-624 0 0,0 0-1 0 0,1 0 1 0 0,-1-1 0 0 0,1 0 0 0 0,-1 0 0 0 0,15-1 0 0 0,-9-1-1225 0 0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6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70 595 736 0 0,'0'0'822'0'0,"-21"-14"3311"0"0,19 14-4046 0 0,0 0 0 0 0,1 0 0 0 0,-1 0-1 0 0,0 0 1 0 0,0 1 0 0 0,0-1 0 0 0,0 0 0 0 0,0 1-1 0 0,0-1 1 0 0,0 1 0 0 0,1 0 0 0 0,-1 0 0 0 0,0 0-1 0 0,1 0 1 0 0,-1 0 0 0 0,0 0 0 0 0,1 0 0 0 0,-1 0-1 0 0,1 0 1 0 0,0 1 0 0 0,-1-1 0 0 0,1 1 0 0 0,0-1-1 0 0,0 1 1 0 0,0-1 0 0 0,0 1 0 0 0,0 0 0 0 0,0 0-1 0 0,0-1 1 0 0,1 1 0 0 0,-1 0 0 0 0,0 0 0 0 0,1 0-1 0 0,0 0 1 0 0,-1 0 0 0 0,1-1 0 0 0,0 3-1 0 0,0-2 99 0 0,14 29 274 0 0,-10-27-425 0 0,1 1 0 0 0,-1-2 1 0 0,1 1-1 0 0,0 0 0 0 0,0-1 0 0 0,1 0 0 0 0,-1 0 1 0 0,1 0-1 0 0,-1-1 0 0 0,1 0 0 0 0,0 0 1 0 0,0-1-1 0 0,0 1 0 0 0,0-1 0 0 0,0 0 0 0 0,0-1 1 0 0,0 1-1 0 0,0-1 0 0 0,0-1 0 0 0,1 1 0 0 0,-1-1 1 0 0,0 0-1 0 0,10-3 0 0 0,2-1-5 0 0,-1 0 0 0 0,0-1-1 0 0,0-1 1 0 0,-1 0 0 0 0,0-1 0 0 0,29-20 0 0 0,-32 17-16 0 0,0-1 1 0 0,-1 0 0 0 0,0 0 0 0 0,-1-1 0 0 0,-1-1 0 0 0,0 0 0 0 0,14-27-1 0 0,-8 10-2 0 0,-2 0 1 0 0,20-65-1 0 0,-23 57 73 0 0,-3 0 0 0 0,-1-1 0 0 0,-2 0 0 0 0,-2-1 0 0 0,-1 1 0 0 0,-6-54 0 0 0,4 92 12 0 0,0 1 2 0 0,0 1-93 0 0,0-1 0 0 0,0 1 0 0 0,-1 0 1 0 0,1 0-1 0 0,0-1 0 0 0,0 1 0 0 0,0 0 0 0 0,0 0 1 0 0,0-1-1 0 0,0 1 0 0 0,0 0 0 0 0,-1 0 0 0 0,1-1 0 0 0,0 1 1 0 0,0 0-1 0 0,0 0 0 0 0,0 0 0 0 0,-1-1 0 0 0,1 1 0 0 0,0 0 1 0 0,0 0-1 0 0,-1 0 0 0 0,1 0 0 0 0,0-1 0 0 0,0 1 0 0 0,-1 0 1 0 0,1 0-1 0 0,0 0 0 0 0,0 0 0 0 0,-1 0 0 0 0,1 0 0 0 0,0 0 1 0 0,0 0-1 0 0,-1 0 0 0 0,1 0 0 0 0,0 0 0 0 0,-1 0 0 0 0,1 0 1 0 0,0 0-1 0 0,0 0 0 0 0,-1 0 0 0 0,1 0 0 0 0,0 0 1 0 0,0 1-1 0 0,-1-1 0 0 0,1 0 0 0 0,0 0 0 0 0,0 0 0 0 0,-1 0 1 0 0,1 1-1 0 0,-15 11 63 0 0,0 1-1 0 0,2 0 1 0 0,-1 2 0 0 0,2-1 0 0 0,0 2-1 0 0,1-1 1 0 0,0 1 0 0 0,1 1 0 0 0,1 0-1 0 0,1 1 1 0 0,0-1 0 0 0,-7 26 0 0 0,7-14-10 0 0,1 0 1 0 0,1 0 0 0 0,2 1 0 0 0,0-1 0 0 0,3 1 0 0 0,0 0-1 0 0,5 46 1 0 0,-2-62-26 0 0,0 0 0 0 0,1 0 0 0 0,1 0 0 0 0,0-1 0 0 0,1 0 0 0 0,0 1 0 0 0,1-1 0 0 0,1-1 0 0 0,0 1 0 0 0,1-1 0 0 0,13 16 0 0 0,-19-26-27 0 0,0 1 0 0 0,1-1 0 0 0,-1 0 1 0 0,1-1-1 0 0,-1 1 0 0 0,1 0 0 0 0,0-1 1 0 0,0 1-1 0 0,0-1 0 0 0,0 0 0 0 0,0 0 1 0 0,0 0-1 0 0,0 0 0 0 0,0-1 1 0 0,0 1-1 0 0,0-1 0 0 0,0 1 0 0 0,1-1 1 0 0,-1-1-1 0 0,0 1 0 0 0,0 0 0 0 0,6-2 1 0 0,-7 2-187 0 0,-1 0 68 0 0,0-1 0 0 0,-1 1 0 0 0,1 0 0 0 0,0 0 0 0 0,0 0 0 0 0,-1-1-1 0 0,1 1 1 0 0,0 0 0 0 0,-1-1 0 0 0,1 1 0 0 0,0-1 0 0 0,-1 1 0 0 0,1 0 0 0 0,-1-1 0 0 0,1 1 0 0 0,-1-1-1 0 0,1 0 1 0 0,-1 1 0 0 0,1-1 0 0 0,-1 1 0 0 0,1-1 0 0 0,0-1 0 0 0,3-5-5526 0 0,2-3 2593 0 0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6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69 152 0 0,'0'-2'316'0'0,"1"1"0"0"0,0-1 0 0 0,-1 0-1 0 0,0 0 1 0 0,1 0 0 0 0,-1 0 0 0 0,0 0 0 0 0,0 0 0 0 0,0 1 0 0 0,0-1 0 0 0,0 0-1 0 0,0 0 1 0 0,-1-3 0 0 0,0-18 2489 0 0,1 21-2245 0 0,2-4 807 0 0,1-3-249 0 0,7 26-7571 0 0,-8-13 4218 0 0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7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74 628 0 0,'-6'-41'7782'0'0,"6"40"-7732"0"0,0 1 1 0 0,0-1-1 0 0,0 0 0 0 0,0 0 0 0 0,0 0 0 0 0,0 0 1 0 0,0 1-1 0 0,-1-1 0 0 0,1 0 0 0 0,0 0 0 0 0,-1 1 1 0 0,1-1-1 0 0,0 0 0 0 0,-1 0 0 0 0,1 1 0 0 0,-1-1 1 0 0,1 0-1 0 0,-1 1 0 0 0,1-1 0 0 0,-1 1 0 0 0,0-1 1 0 0,0 0-1 0 0,-1 0 169 0 0,2 0-185 0 0,-1 0-1 0 0,1 0 1 0 0,-1 0-1 0 0,1 1 0 0 0,-1-1 1 0 0,1 0-1 0 0,-1 0 1 0 0,0 1-1 0 0,1-1 0 0 0,-1 0 1 0 0,0 1-1 0 0,1-1 1 0 0,-1 0-1 0 0,0 1 1 0 0,0 0-1 0 0,0-1 0 0 0,0 1 1 0 0,1-1-1 0 0,-1 1 1 0 0,0 0-1 0 0,0-1 1 0 0,0 1-1 0 0,0 0 0 0 0,0 0 1 0 0,0 0-1 0 0,-1 0 1 0 0,-27-1 422 0 0,20 4-414 0 0,-1 1 0 0 0,1 0 0 0 0,1 0-1 0 0,-1 0 1 0 0,0 1 0 0 0,1 1 0 0 0,0-1 0 0 0,0 1 0 0 0,1 1 0 0 0,0-1-1 0 0,0 1 1 0 0,0 0 0 0 0,1 1 0 0 0,0 0 0 0 0,1 0 0 0 0,-1 0 0 0 0,-4 11-1 0 0,6-12 8 0 0,-7 17 19 0 0,11-23-65 0 0,0-1 0 0 0,-1 1 0 0 0,1 0 0 0 0,0 0 0 0 0,0-1 0 0 0,0 1 1 0 0,0 0-1 0 0,0 0 0 0 0,1-1 0 0 0,-1 1 0 0 0,0 0 0 0 0,0 0 0 0 0,0-1 1 0 0,1 1-1 0 0,-1 0 0 0 0,0-1 0 0 0,1 1 0 0 0,-1 0 0 0 0,1-1 0 0 0,-1 1 1 0 0,0-1-1 0 0,1 1 0 0 0,-1-1 0 0 0,1 1 0 0 0,0-1 0 0 0,-1 1 0 0 0,1-1 1 0 0,-1 1-1 0 0,1-1 0 0 0,0 0 0 0 0,1 1 0 0 0,1-1 1 0 0,0 0 0 0 0,0 0 0 0 0,0 0 1 0 0,1-1-1 0 0,-1 1 0 0 0,0-1 0 0 0,0 0 0 0 0,0 0 0 0 0,0 0 0 0 0,0-1 1 0 0,3-1-1 0 0,3-1 5 0 0,130-57 17 0 0,-137 60-30 0 0,20-4-36 0 0,-6 36 16 0 0,-12-23 30 0 0,-4-7-3 0 0,1-1-1 0 0,0 1 0 0 0,0 0 1 0 0,0 0-1 0 0,-1 0 0 0 0,1 0 1 0 0,0-1-1 0 0,0 1 0 0 0,0 0 1 0 0,0-1-1 0 0,0 1 0 0 0,0-1 1 0 0,1 1-1 0 0,-1-1 0 0 0,0 1 0 0 0,0-1 1 0 0,0 0-1 0 0,0 0 0 0 0,0 0 1 0 0,1 1-1 0 0,-1-1 0 0 0,0 0 1 0 0,0 0-1 0 0,2-1 0 0 0,47-6 57 0 0,-44 5-46 0 0,-1 2-372 0 0,32-7 316 0 0,-17-2-7196 0 0,-14 2 4638 0 0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7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66 264 0 0,'9'-7'684'0'0,"1"0"0"0"0,0 0 1 0 0,0 1-1 0 0,0 0 0 0 0,1 1 0 0 0,-1 0 0 0 0,1 1 0 0 0,0 0 1 0 0,1 1-1 0 0,-1 0 0 0 0,23-3 0 0 0,-21 5-669 0 0,0 0 1 0 0,1 1-1 0 0,-1 0 0 0 0,0 1 0 0 0,0 0 0 0 0,0 1 0 0 0,-1 1 0 0 0,1 0 1 0 0,0 1-1 0 0,16 7 0 0 0,-17-1-4744 0 0,-7-6 2529 0 0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8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52 4 0 0,'-31'-4'1139'0'0,"-8"0"3226"0"0,85-5-3212 0 0,-10 1-860 0 0,389-10 862 0 0,-290 18-1509 0 0,144-5-3813 0 0,-182 2 2147 0 0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1:58.8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64 0 0,'0'0'4891'0'0,"3"-3"-4580"0"0,1-1-155 0 0,1 0-1 0 0,0 0 0 0 0,-1 1 0 0 0,1 0 0 0 0,1 0 0 0 0,-1 0 0 0 0,0 1 0 0 0,1-1 0 0 0,-1 1 0 0 0,1 1 0 0 0,0-1 0 0 0,-1 1 0 0 0,1 0 0 0 0,0 0 0 0 0,0 0 0 0 0,0 1 0 0 0,0 0 0 0 0,0 0 0 0 0,0 1 0 0 0,0 0 0 0 0,7 1 0 0 0,-12-1-123 0 0,1 0-1 0 0,-1 0 1 0 0,1 1-1 0 0,-1-1 1 0 0,1 0-1 0 0,-1 0 1 0 0,0 1-1 0 0,1-1 1 0 0,-1 1-1 0 0,0-1 1 0 0,0 1-1 0 0,0 0 1 0 0,0-1 0 0 0,-1 1-1 0 0,1 0 1 0 0,0 0-1 0 0,-1-1 1 0 0,1 1-1 0 0,-1 0 1 0 0,0 0-1 0 0,1 0 1 0 0,-1 0-1 0 0,0 0 1 0 0,0 0-1 0 0,0-1 1 0 0,-1 1-1 0 0,1 2 1 0 0,0-2 104 0 0,-2 36 1227 0 0,8-36-1295 0 0,-1-1 1 0 0,1 0-1 0 0,-1 0 0 0 0,1-1 0 0 0,-1 0 1 0 0,1 0-1 0 0,-1 0 0 0 0,1 0 1 0 0,-1-1-1 0 0,1 0 0 0 0,-1 0 1 0 0,9-3-1 0 0,24-2-169 0 0,20-3-3593 0 0,-44 6 647 0 0,1-1 174 0 0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2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46 136 0 0,'-4'-26'3626'0'0,"4"7"2427"0"0,12 45-5809 0 0,-1 1 1 0 0,-1 1-1 0 0,-1 0 0 0 0,7 39 1 0 0,14 45 188 0 0,-19-79-297 0 0,-6-16-22 0 0,0 1-1 0 0,2-1 1 0 0,0 0 0 0 0,1-1-1 0 0,16 25 1 0 0,-23-40-96 0 0,0-1 0 0 0,0 0 0 0 0,0 1 0 0 0,0-1 1 0 0,0 0-1 0 0,0 0 0 0 0,0 0 0 0 0,0 0 0 0 0,1 0 1 0 0,-1 0-1 0 0,0 0 0 0 0,0-1 0 0 0,0 1 0 0 0,0 0 0 0 0,0-1 1 0 0,0 1-1 0 0,0-1 0 0 0,0 1 0 0 0,0-1 0 0 0,0 1 0 0 0,0-1 1 0 0,0 1-1 0 0,0-1 0 0 0,-1 0 0 0 0,1 0 0 0 0,0 1 1 0 0,0-1-1 0 0,0-2 0 0 0,0 3-15 0 0,10-11 59 0 0,-1 1 0 0 0,0-2 0 0 0,0 1 0 0 0,-1-2 1 0 0,-1 1-1 0 0,7-14 0 0 0,38-87 121 0 0,-27 51-108 0 0,-15 37-146 0 0,-6 13-65 0 0,-1 0-1 0 0,2 0 1 0 0,0 1 0 0 0,0 0-1 0 0,1 0 1 0 0,0 0 0 0 0,1 1-1 0 0,9-10 1 0 0,-14 17-1075 0 0,2 0 1222 0 0,16 4-8708 0 0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3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179 557 140 0 0,'27'-41'3796'0'0,"-21"31"-3067"0"0,0 1-71 0 0,0 0 0 0 0,-1 0 0 0 0,-1 0-1 0 0,0 0 1 0 0,0 0 0 0 0,4-16 0 0 0,-8 23-372 0 0,-4-4 147 0 0,4 5-406 0 0,-1 0 1 0 0,1 0-1 0 0,0 0 1 0 0,-1 0-1 0 0,1 0 0 0 0,-1 0 1 0 0,1 0-1 0 0,-1 1 1 0 0,1-1-1 0 0,-1 0 1 0 0,0 0-1 0 0,1 1 1 0 0,-1-1-1 0 0,0 0 1 0 0,1 1-1 0 0,-1-1 0 0 0,0 1 1 0 0,-1-1-1 0 0,-5-1 46 0 0,0 1-1 0 0,0 0 1 0 0,0 1 0 0 0,0-1-1 0 0,0 1 1 0 0,0 1-1 0 0,0 0 1 0 0,0 0-1 0 0,0 0 1 0 0,0 1 0 0 0,1-1-1 0 0,-1 2 1 0 0,0-1-1 0 0,1 1 1 0 0,0 0-1 0 0,-1 0 1 0 0,1 1 0 0 0,-8 6-1 0 0,6-5 4 0 0,0 1-1 0 0,0 0 1 0 0,1 0-1 0 0,0 1 0 0 0,0 0 1 0 0,0 0-1 0 0,1 0 1 0 0,1 1-1 0 0,-1 0 1 0 0,1 0-1 0 0,0 1 1 0 0,1-1-1 0 0,-5 13 1 0 0,8-17-53 0 0,0 0-1 0 0,0-1 1 0 0,1 1 0 0 0,-1 0 0 0 0,1 0-1 0 0,0-1 1 0 0,0 1 0 0 0,0 0 0 0 0,1 0-1 0 0,-1-1 1 0 0,1 1 0 0 0,0 0 0 0 0,0-1-1 0 0,0 1 1 0 0,1 0 0 0 0,-1-1 0 0 0,1 0-1 0 0,3 6 1 0 0,-1-4 4 0 0,0 0 1 0 0,1 0-1 0 0,-1-1 0 0 0,1 1 1 0 0,0-1-1 0 0,1 0 0 0 0,-1 0 1 0 0,1-1-1 0 0,11 6 0 0 0,1-1 13 0 0,0-2 0 0 0,1 0-1 0 0,0-1 1 0 0,0 0-1 0 0,0-2 1 0 0,23 2 0 0 0,-25-4-292 0 0,1-1-1 0 0,-1-1 1 0 0,0 0 0 0 0,1-1 0 0 0,-1-1 0 0 0,0-1 0 0 0,0 0 0 0 0,-1-1 0 0 0,24-11 0 0 0,-29 11-161 0 0,0-1 1 0 0,0 0-1 0 0,-1-1 0 0 0,0 0 1 0 0,0-1-1 0 0,-1 0 1 0 0,0 0-1 0 0,0-1 1 0 0,-1 0-1 0 0,0-1 1 0 0,0 0-1 0 0,-1 0 0 0 0,11-22 1 0 0,-9 12 168 0 0,18-32 655 0 0,-24 49-330 0 0,-1 0 0 0 0,0 1 0 0 0,0-1 0 0 0,1 1 0 0 0,-1-1 1 0 0,1 1-1 0 0,0 0 0 0 0,0 0 0 0 0,0 1 0 0 0,0-1 0 0 0,0 0 1 0 0,0 1-1 0 0,0 0 0 0 0,7-2 0 0 0,-8 3-54 0 0,0 0 0 0 0,0 1 1 0 0,0-1-1 0 0,0 0 0 0 0,0 1 0 0 0,-1-1 1 0 0,1 1-1 0 0,0 0 0 0 0,0-1 0 0 0,-1 1 0 0 0,1 0 1 0 0,0 0-1 0 0,-1 0 0 0 0,1 1 0 0 0,-1-1 1 0 0,1 0-1 0 0,-1 1 0 0 0,1-1 0 0 0,-1 0 0 0 0,0 1 1 0 0,0 0-1 0 0,0-1 0 0 0,0 1 0 0 0,0 0 1 0 0,0-1-1 0 0,1 4 0 0 0,1 3 66 0 0,1-1 1 0 0,-1 1-1 0 0,-1 0 0 0 0,4 15 0 0 0,-3-9 12 0 0,-1 0 0 0 0,-1 0 0 0 0,0 1 0 0 0,-1-1 0 0 0,-1 0 0 0 0,-3 23-1 0 0,3-35-65 0 0,1-2-29 0 0,0 1 0 0 0,-1-1-1 0 0,1 0 1 0 0,0 1 0 0 0,0-1-1 0 0,0 0 1 0 0,0 1 0 0 0,-1-1-1 0 0,1 0 1 0 0,0 1 0 0 0,0-1-1 0 0,0 1 1 0 0,0-1 0 0 0,0 0-1 0 0,0 1 1 0 0,0-1 0 0 0,0 0 0 0 0,0 1-1 0 0,0-1 1 0 0,0 1 0 0 0,0-1-1 0 0,0 0 1 0 0,0 1 0 0 0,1-1-1 0 0,-1 0 1 0 0,0 1 0 0 0,0-1-1 0 0,0 0 1 0 0,0 1 0 0 0,1-1-1 0 0,-1 0 1 0 0,0 1 0 0 0,0-1-1 0 0,1 0 1 0 0,-1 0 0 0 0,0 1 0 0 0,1-1-1 0 0,-1 0 1 0 0,0 0 0 0 0,1 1-1 0 0,-1-1 1 0 0,0 0 0 0 0,1 0-1 0 0,-1 0 1 0 0,0 0 0 0 0,1 0-1 0 0,-1 0 1 0 0,0 0 0 0 0,1 1-1 0 0,-1-1 1 0 0,1 0 0 0 0,-1 0 0 0 0,0 0-1 0 0,1 0 1 0 0,-1-1 0 0 0,0 1-1 0 0,1 0 1 0 0,-1 0 0 0 0,1 0-1 0 0,-1 0 1 0 0,0 0 0 0 0,1 0-1 0 0,-1-1 1 0 0,0 1 0 0 0,1 0-1 0 0,-1 0 1 0 0,0 0 0 0 0,1-1 0 0 0,-1 1-1 0 0,144-159 300 0 0,-114 117-100 0 0,-2-2 1 0 0,-2-1-1 0 0,-2-1 1 0 0,-2-1-1 0 0,-2-1 1 0 0,-2 0-1 0 0,14-64 0 0 0,-30 104-79 0 0,8-46 1554 0 0,-10 52-1144 0 0,-7 11-477 0 0,1 1 0 0 0,0 0 0 0 0,1 0 0 0 0,0 0 0 0 0,-7 20 0 0 0,4-10 8 0 0,-2 3-22 0 0,1-1 0 0 0,1 1 0 0 0,2 0 0 0 0,0 1 0 0 0,1-1 0 0 0,1 1 0 0 0,2 0 0 0 0,0 0 0 0 0,1 1 0 0 0,4 28 0 0 0,-2-48-40 0 0,0-1-1 0 0,0 0 0 0 0,0 1 1 0 0,1-1-1 0 0,0 0 1 0 0,0 0-1 0 0,0 0 1 0 0,0 0-1 0 0,1 0 1 0 0,0-1-1 0 0,-1 1 1 0 0,1-1-1 0 0,1 0 1 0 0,-1 1-1 0 0,4 2 1 0 0,7 4 20 0 0,0-1-1 0 0,28 14 1 0 0,-32-19-23 0 0,-1 1 0 0 0,0-1 0 0 0,0 2 0 0 0,-1-1 0 0 0,1 1 0 0 0,-1 1 0 0 0,0-1 0 0 0,11 14-1 0 0,-18-19 28 0 0,-28 21 40 0 0,14-19-144 0 0,1-1 1 0 0,-1 0-1 0 0,0 0 0 0 0,1-1 1 0 0,-1-1-1 0 0,-22-2 1 0 0,33 2-413 0 0,-7-3-834 0 0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4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1 838 820 0 0,'0'0'3019'0'0,"4"-5"-2394"0"0,28-39 318 0 0,-1 0 1 0 0,-3-3 0 0 0,-1 0 0 0 0,-3-1-1 0 0,30-84 1 0 0,-19 23-110 0 0,36-187 0 0 0,-65 239-318 0 0,-6 57-511 0 0,0-1 0 0 0,0 1-1 0 0,0 0 1 0 0,0 0 0 0 0,0-1-1 0 0,0 1 1 0 0,0 0 0 0 0,0 0 0 0 0,0-1-1 0 0,0 1 1 0 0,0 0 0 0 0,0 0-1 0 0,0-1 1 0 0,0 1 0 0 0,0 0-1 0 0,0 0 1 0 0,0-1 0 0 0,0 1-1 0 0,0 0 1 0 0,-1 0 0 0 0,1 0-1 0 0,0-1 1 0 0,0 1 0 0 0,0 0-1 0 0,0 0 1 0 0,0 0 0 0 0,-1-1 0 0 0,1 1-1 0 0,0 0 1 0 0,0 0 0 0 0,0 0-1 0 0,-1 0 1 0 0,1 0 0 0 0,0-1-1 0 0,0 1 1 0 0,-1 0 0 0 0,1 0-1 0 0,0 0 1 0 0,0 0 0 0 0,-1 0-1 0 0,1 0 1 0 0,0 0 0 0 0,0 0-1 0 0,-1 0 1 0 0,-15 20-4 0 0,2 10 16 0 0,1 1 0 0 0,2 0 0 0 0,0 1 0 0 0,2 0 0 0 0,2 1 0 0 0,-6 59 0 0 0,12-86-17 0 0,-2 22 13 0 0,1-1 1 0 0,1 1-1 0 0,1 0 0 0 0,2 0 1 0 0,1 0-1 0 0,1 0 0 0 0,1-1 0 0 0,1 0 1 0 0,2 0-1 0 0,0 0 0 0 0,22 42 1 0 0,-28-64-8 0 0,1 0 0 0 0,0-1 0 0 0,0 1 0 0 0,0-1 1 0 0,0 0-1 0 0,1 0 0 0 0,0-1 0 0 0,0 1 1 0 0,0 0-1 0 0,0-1 0 0 0,0 0 0 0 0,1 0 1 0 0,-1-1-1 0 0,1 1 0 0 0,0-1 0 0 0,0 0 1 0 0,0 0-1 0 0,0 0 0 0 0,0-1 0 0 0,0 0 0 0 0,0 0 1 0 0,1 0-1 0 0,-1-1 0 0 0,0 0 0 0 0,0 0 1 0 0,1 0-1 0 0,-1 0 0 0 0,0-1 0 0 0,1 0 1 0 0,-1 0-1 0 0,0 0 0 0 0,0-1 0 0 0,6-2 1 0 0,56-23 1486 0 0,-66 26-1381 0 0,0-2-304 0 0,2 8-1187 0 0,1 7 152 0 0,-4-8 119 0 0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4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89 432 0 0,'7'-38'4176'0'0,"-5"20"-2558"0"0,-1-2-569 0 0,1 8-4354 0 0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5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44 976 0 0,'10'-43'10669'0'0,"-9"48"-10408"0"0,-4 42 212 0 0,-20 36 163 0 0,7-29-353 0 0,2 4-36 0 0,-6 28 105 0 0,-4 6 36 0 0,23-91-363 0 0,7 28 230 0 0,-4-28-235 0 0,55-19 60 0 0,32-17-48 0 0,-48 20-27 0 0,0-2 1 0 0,-2-1 0 0 0,43-26-1 0 0,-18 3 182 0 0,-63 40-83 0 0,8-7 166 0 0,-9 8-257 0 0,0 0 0 0 0,-1 0-1 0 0,1 0 1 0 0,0 0 0 0 0,0 0 0 0 0,0 0 0 0 0,0 0 0 0 0,0 0-1 0 0,0 0 1 0 0,0 0 0 0 0,0 0 0 0 0,0-1 0 0 0,0 1 0 0 0,-1 0 0 0 0,1 0-1 0 0,0 0 1 0 0,0 0 0 0 0,0 0 0 0 0,0 0 0 0 0,0 0 0 0 0,0-1-1 0 0,0 1 1 0 0,0 0 0 0 0,0 0 0 0 0,0 0 0 0 0,0 0 0 0 0,0 0-1 0 0,0 0 1 0 0,0 0 0 0 0,0-1 0 0 0,0 1 0 0 0,0 0 0 0 0,0 0 0 0 0,0 0-1 0 0,0 0 1 0 0,0 0 0 0 0,0 0 0 0 0,0-1 0 0 0,-7 4-12 0 0,0 0 1 0 0,1 0-1 0 0,-1 1 1 0 0,0 0-1 0 0,1 0 0 0 0,-7 6 1 0 0,10-7 0 0 0,0-1 0 0 0,1 0 1 0 0,-1 1-1 0 0,1 0 0 0 0,-1 0 0 0 0,1 0 0 0 0,0 0 1 0 0,0 0-1 0 0,1 0 0 0 0,-1 0 0 0 0,0 0 1 0 0,1 1-1 0 0,0-1 0 0 0,0 1 0 0 0,0-1 1 0 0,0 1-1 0 0,1-1 0 0 0,-1 1 0 0 0,1 5 0 0 0,0-5 3 0 0,0 0-1 0 0,1 1 0 0 0,0-1 0 0 0,0 0 1 0 0,0 0-1 0 0,0 1 0 0 0,1-1 1 0 0,-1 0-1 0 0,1 0 0 0 0,0 0 0 0 0,0-1 1 0 0,1 1-1 0 0,-1 0 0 0 0,1-1 0 0 0,0 0 1 0 0,0 1-1 0 0,0-1 0 0 0,0 0 0 0 0,5 3 1 0 0,-1-2 1 0 0,0 0 1 0 0,0 0 0 0 0,1-1 0 0 0,0 0 0 0 0,-1 0-1 0 0,1 0 1 0 0,0-1 0 0 0,0-1 0 0 0,16 2 0 0 0,-6-2-7 0 0,1 0 1 0 0,0-2-1 0 0,-1 0 0 0 0,1-1 1 0 0,-1-1-1 0 0,1-1 1 0 0,-1 0-1 0 0,32-13 1 0 0,-39 13 4 0 0,-1-1 0 0 0,0-1 0 0 0,0 1 0 0 0,0-2 0 0 0,0 1 0 0 0,-1-1 0 0 0,0-1 0 0 0,-1 0 0 0 0,0 0 0 0 0,0 0 0 0 0,0-1-1 0 0,8-14 1 0 0,-15 23-6 0 0,-1-1 0 0 0,0 1 0 0 0,1 0 0 0 0,-1-1-1 0 0,1 1 1 0 0,-1-1 0 0 0,0 1 0 0 0,1-1-1 0 0,-1 1 1 0 0,0 0 0 0 0,0-1 0 0 0,1 1 0 0 0,-1-1-1 0 0,0 1 1 0 0,0-1 0 0 0,0 1 0 0 0,0-1 0 0 0,1 1-1 0 0,-1-1 1 0 0,0 1 0 0 0,0-1 0 0 0,0 0-1 0 0,0 1 1 0 0,0-1 0 0 0,0 1 0 0 0,-1-1 0 0 0,1 1-1 0 0,0-1 1 0 0,0 1 0 0 0,0-1 0 0 0,0 1-1 0 0,-1-1 1 0 0,1 1 0 0 0,0-1 0 0 0,0 1 0 0 0,-1-1-1 0 0,1 1 1 0 0,0 0 0 0 0,-1-1 0 0 0,1 1-1 0 0,0 0 1 0 0,-1-1 0 0 0,1 1 0 0 0,-1 0 0 0 0,1-1-1 0 0,-1 1 1 0 0,-1-1 10 0 0,0 1 0 0 0,0 0 1 0 0,1 0-1 0 0,-1 0 0 0 0,0 0 0 0 0,0 0 0 0 0,0 1 0 0 0,0-1 1 0 0,1 0-1 0 0,-1 1 0 0 0,0 0 0 0 0,0-1 0 0 0,1 1 0 0 0,-1 0 1 0 0,-2 1-1 0 0,1 0 10 0 0,0 0 0 0 0,1-1 1 0 0,-1 2-1 0 0,0-1 0 0 0,1 0 0 0 0,-1 0 1 0 0,1 1-1 0 0,-1 0 0 0 0,1-1 0 0 0,0 1 1 0 0,0 0-1 0 0,1 0 0 0 0,-1 0 0 0 0,1 0 1 0 0,-1 0-1 0 0,1 1 0 0 0,0-1 0 0 0,0 0 1 0 0,0 0-1 0 0,1 1 0 0 0,-1-1 0 0 0,1 1 1 0 0,0-1-1 0 0,0 1 0 0 0,0-1 0 0 0,0 0 1 0 0,0 1-1 0 0,1-1 0 0 0,0 1 0 0 0,0-1 1 0 0,0 0-1 0 0,2 5 0 0 0,0 1-361 0 0,0-1 1 0 0,1 1-1 0 0,0-1 0 0 0,1 0 1 0 0,5 7-1 0 0,31 30-7723 0 0,-28-34 4314 0 0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8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219 112 152 0 0,'20'-111'6890'0'0,"-33"153"-5024"0"0,-32 66 0 0 0,-13 38-1453 0 0,29-68-154 0 0,-23 38 59 0 0,16-36-74 0 0,35-80-234 0 0,1 1-1 0 0,-1 0 1 0 0,1-1-1 0 0,-1 1 1 0 0,1 0-1 0 0,-1-1 1 0 0,1 1-1 0 0,0 0 1 0 0,-1 0-1 0 0,1 0 1 0 0,0-1-1 0 0,0 1 1 0 0,0 0-1 0 0,-1 0 0 0 0,1 0 1 0 0,0-1-1 0 0,0 1 1 0 0,0 0-1 0 0,0 0 1 0 0,0 0-1 0 0,1 0 1 0 0,-1-1-1 0 0,0 1 1 0 0,0 0-1 0 0,0 0 1 0 0,1 0-1 0 0,-1-1 1 0 0,1 3-1 0 0,2-3 0 0 0,0 0 0 0 0,-1 0 0 0 0,1 0 0 0 0,0-1 0 0 0,-1 1 0 0 0,1-1 0 0 0,0 1 0 0 0,-1-1 0 0 0,1 0 0 0 0,3-2 0 0 0,30-10-4 0 0,-21 6-3 0 0,1 2 0 0 0,-1-1 1 0 0,1 2-1 0 0,0 0 0 0 0,0 1 0 0 0,0 0 0 0 0,1 1 0 0 0,17 1 0 0 0,-33 1-2 0 0,0 0 0 0 0,0-1-1 0 0,0 1 1 0 0,0 0 0 0 0,0 0 0 0 0,0 0 0 0 0,0 1 0 0 0,0-1 0 0 0,0 0 0 0 0,0 0 0 0 0,0 0-1 0 0,0 1 1 0 0,0-1 0 0 0,-1 0 0 0 0,1 1 0 0 0,0-1 0 0 0,0 1 0 0 0,0-1 0 0 0,0 1 0 0 0,-1-1 0 0 0,1 1-1 0 0,0 0 1 0 0,0-1 0 0 0,-1 1 0 0 0,1 0 0 0 0,-1 0 0 0 0,1 0 0 0 0,-1-1 0 0 0,1 1 0 0 0,-1 0-1 0 0,1 0 1 0 0,-1 0 0 0 0,0 0 0 0 0,1 0 0 0 0,-1 0 0 0 0,0 0 0 0 0,0 0 0 0 0,0 0 0 0 0,1 0-1 0 0,-1 0 1 0 0,0 0 0 0 0,0 0 0 0 0,-1-1 0 0 0,1 1 0 0 0,0 0 0 0 0,0 0 0 0 0,0 0 0 0 0,-1 0-1 0 0,1 0 1 0 0,-1 1 0 0 0,-1 2 2 0 0,0 0 0 0 0,0-1 1 0 0,0 1-1 0 0,-1-1 0 0 0,1 0 0 0 0,-1 0 0 0 0,0 0 0 0 0,-3 3 0 0 0,-9 4-4 0 0,0-2 0 0 0,-28 13 0 0 0,16-8-990 0 0,26-13 478 0 0,26-13-6073 0 0,-9 4 4155 0 0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8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67 352 0 0,'-3'7'269'0'0,"1"-1"-1"0"0,0 1 1 0 0,0-1 0 0 0,0 1-1 0 0,1 0 1 0 0,0-1-1 0 0,1 1 1 0 0,-1 0 0 0 0,1 0-1 0 0,0 0 1 0 0,1 0 0 0 0,0 0-1 0 0,0 0 1 0 0,0-1 0 0 0,1 1-1 0 0,0-1 1 0 0,1 1-1 0 0,4 10 1 0 0,-5-13-181 0 0,0 0-1 0 0,1 1 0 0 0,0-1 1 0 0,-1 0-1 0 0,1 0 1 0 0,1-1-1 0 0,-1 1 0 0 0,0-1 1 0 0,1 0-1 0 0,0 1 1 0 0,-1-2-1 0 0,1 1 0 0 0,1 0 1 0 0,-1-1-1 0 0,0 0 1 0 0,1 0-1 0 0,-1 0 0 0 0,1 0 1 0 0,-1-1-1 0 0,1 1 1 0 0,0-1-1 0 0,0-1 0 0 0,-1 1 1 0 0,1-1-1 0 0,0 1 1 0 0,6-2-1 0 0,-5 0 11 0 0,0 0-1 0 0,0 0 1 0 0,-1-1 0 0 0,1 0-1 0 0,0 0 1 0 0,-1 0 0 0 0,1-1-1 0 0,-1 0 1 0 0,0 0-1 0 0,0 0 1 0 0,0-1 0 0 0,0 1-1 0 0,-1-1 1 0 0,0 0 0 0 0,1-1-1 0 0,-1 1 1 0 0,-1-1 0 0 0,1 0-1 0 0,-1 0 1 0 0,0 0 0 0 0,4-8-1 0 0,3-9 247 0 0,0-2 0 0 0,-2 1-1 0 0,10-44 1 0 0,-8 29 75 0 0,-2 23-530 0 0,0 18-1146 0 0,3 25-4767 0 0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09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60 540 0 0,'0'0'567'0'0,"36"9"2169"0"0,-25-7-2414 0 0,1-1 0 0 0,-1 0 0 0 0,1 0 0 0 0,-1-1 0 0 0,1 0 0 0 0,20-4 0 0 0,-26 2-103 0 0,0 0-1 0 0,0 0 0 0 0,0 0 1 0 0,0-1-1 0 0,0 0 1 0 0,0 0-1 0 0,-1-1 1 0 0,0 1-1 0 0,0-1 0 0 0,0 0 1 0 0,0-1-1 0 0,0 1 1 0 0,-1-1-1 0 0,7-9 1 0 0,-11 13-190 0 0,1 1-1 0 0,-1-1 1 0 0,0 1 0 0 0,0-1 0 0 0,0 1 0 0 0,1-1 0 0 0,-1 1 0 0 0,0 0 0 0 0,1-1 0 0 0,-1 1 0 0 0,0-1 0 0 0,1 1 0 0 0,-1 0 0 0 0,0-1 0 0 0,1 1 0 0 0,-1 0 0 0 0,1 0 0 0 0,-1-1 0 0 0,0 1 0 0 0,1 0 0 0 0,-1 0 0 0 0,1-1 0 0 0,-1 1 0 0 0,1 0 0 0 0,-1 0 0 0 0,1 0 0 0 0,-1 0 0 0 0,1 0 0 0 0,-1 0 0 0 0,1 0 0 0 0,-1 0 0 0 0,1 0 0 0 0,-1 0 0 0 0,1 0 0 0 0,0 0 0 0 0,5 19 282 0 0,-6 42-347 0 0,-1-53 139 0 0,-3 42-40 0 0,-3 1 0 0 0,-1-2-1 0 0,-3 1 1 0 0,-2-1 0 0 0,-2-1 0 0 0,-24 53 0 0 0,13-45-10 0 0,-2 0 0 0 0,-3-2 1 0 0,-2-1-1 0 0,-64 78 1 0 0,84-115-43 0 0,-2 0 0 0 0,0-1 0 0 0,-1-1 0 0 0,-21 15 0 0 0,32-25 43 0 0,0 0-1 0 0,-1-1 1 0 0,0 1 0 0 0,0-1 0 0 0,0-1 0 0 0,0 1 0 0 0,0-1-1 0 0,0 0 1 0 0,-1 0 0 0 0,1-1 0 0 0,0 0 0 0 0,-1 0 0 0 0,0 0-1 0 0,1-1 1 0 0,-1 0 0 0 0,1 0 0 0 0,-13-3 0 0 0,17 3-19 0 0,0-1 0 0 0,0 0 1 0 0,0 0-1 0 0,0 0 0 0 0,0 0 0 0 0,0 0 0 0 0,0 0 1 0 0,0 0-1 0 0,0-1 0 0 0,1 1 0 0 0,-1 0 1 0 0,1-1-1 0 0,-1 0 0 0 0,1 1 0 0 0,-1-1 1 0 0,1 0-1 0 0,0 0 0 0 0,0 0 0 0 0,0 0 0 0 0,-1-2 1 0 0,0-1 3 0 0,1 0 1 0 0,0 1 0 0 0,0-1-1 0 0,1 0 1 0 0,-1 1 0 0 0,1-1-1 0 0,0 0 1 0 0,0 0 0 0 0,1-5-1 0 0,2-3 18 0 0,-1 1 0 0 0,2-1-1 0 0,0 1 1 0 0,0 0 0 0 0,1 0 0 0 0,8-14-1 0 0,4 0 3 0 0,1 0-1 0 0,2 2 1 0 0,0 0 0 0 0,1 2-1 0 0,2 0 1 0 0,33-25-1 0 0,159-100-679 0 0,-122 88-160 0 0,34-21-1485 0 0,-34 27-2431 0 0,-22 16 1265 0 0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10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721 37 596 0 0,'-1'-21'2564'0'0,"1"21"-2491"0"0,1-1 1 0 0,-1 1-1 0 0,0-1 0 0 0,0 1 0 0 0,0-1 0 0 0,0 1 1 0 0,0-1-1 0 0,0 1 0 0 0,0-1 0 0 0,0 1 0 0 0,0-1 1 0 0,0 1-1 0 0,0-1 0 0 0,0 1 0 0 0,-1-1 1 0 0,1 1-1 0 0,0-1 0 0 0,0 1 0 0 0,0-1 0 0 0,-1 1 1 0 0,1 0-1 0 0,0-1 0 0 0,-1 1 0 0 0,1-1 0 0 0,0 1 1 0 0,-1 0-1 0 0,1-1 0 0 0,0 1 0 0 0,-1 0 1 0 0,1-1-1 0 0,-1 1 0 0 0,1 0 0 0 0,-1 0 0 0 0,1-1 1 0 0,-1 1-1 0 0,1 0 0 0 0,-1 0 0 0 0,1 0 0 0 0,-1 0 1 0 0,0 0-1 0 0,-23 13 251 0 0,0 2 1 0 0,1 2-1 0 0,1 0 0 0 0,0 0 0 0 0,1 2 1 0 0,-25 30-1 0 0,-103 135 676 0 0,137-168-919 0 0,-63 85 542 0 0,-73 129 1 0 0,123-185-408 0 0,3 0 1 0 0,1 2-1 0 0,2 0 1 0 0,3 1-1 0 0,-18 85 0 0 0,30-103-126 0 0,2 0-1 0 0,1 0 1 0 0,1 1-1 0 0,2-1 1 0 0,1 0-1 0 0,1 0 1 0 0,2 0-1 0 0,0-1 1 0 0,2 0-1 0 0,2 0 1 0 0,0-1-1 0 0,24 44 1 0 0,-21-47-605 0 0,2-1 1 0 0,0 0-1 0 0,1-2 1 0 0,2 1-1 0 0,0-2 1 0 0,1-1-1 0 0,1 0 0 0 0,32 24 1 0 0,-14-22-2739 0 0,-2-5 247 0 0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13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414 171 360 0 0,'11'-33'3093'0'0,"5"-19"546"0"0,-15 50-3337 0 0,-12-43 2217 0 0,10 43-2414 0 0,-19-25 793 0 0,20 27-873 0 0,0-1 0 0 0,-1 1-1 0 0,1-1 1 0 0,0 1 0 0 0,0-1 0 0 0,-1 1-1 0 0,1-1 1 0 0,0 1 0 0 0,-1-1 0 0 0,1 1-1 0 0,0-1 1 0 0,-1 1 0 0 0,1 0-1 0 0,-1-1 1 0 0,1 1 0 0 0,0 0 0 0 0,-1-1-1 0 0,1 1 1 0 0,-1 0 0 0 0,1 0-1 0 0,-1 0 1 0 0,1-1 0 0 0,-1 1 0 0 0,1 0-1 0 0,-1 0 1 0 0,0 0 0 0 0,1 0-1 0 0,-1 0 1 0 0,1 0 0 0 0,-1 0 0 0 0,1 0-1 0 0,-1 0 1 0 0,1 0 0 0 0,-1 0-1 0 0,1 0 1 0 0,-2 1 0 0 0,-10 17 310 0 0,8-12-413 0 0,-154 308 1400 0 0,63-105-844 0 0,18-38-131 0 0,38-100-101 0 0,38-69-118 0 0,-6 10 2081 0 0,21-45-1900 0 0,35-63 0 0 0,-40 82-296 0 0,0 1 0 0 0,1 0 1 0 0,1 0-1 0 0,-1 1 0 0 0,2 1 1 0 0,0 0-1 0 0,15-12 0 0 0,-19 18-15 0 0,0 0-1 0 0,0 0 1 0 0,0 1-1 0 0,0 0 1 0 0,1 0-1 0 0,0 1 1 0 0,-1 0-1 0 0,1 1 1 0 0,0-1-1 0 0,0 2 0 0 0,1-1 1 0 0,-1 2-1 0 0,0-1 1 0 0,0 1-1 0 0,14 1 1 0 0,-16 1 0 0 0,-1-1 1 0 0,1 1 0 0 0,0 0-1 0 0,-1 1 1 0 0,1-1 0 0 0,-1 1-1 0 0,0 0 1 0 0,0 1-1 0 0,0 0 1 0 0,0 0 0 0 0,-1 0-1 0 0,0 0 1 0 0,1 1 0 0 0,-2 0-1 0 0,1 0 1 0 0,-1 1-1 0 0,1-1 1 0 0,-1 1 0 0 0,-1 0-1 0 0,1 0 1 0 0,2 7 0 0 0,-4-10-1 0 0,-1 0 1 0 0,0 0 0 0 0,0 0 0 0 0,-1 0-1 0 0,1 1 1 0 0,-1-1 0 0 0,1 0 0 0 0,-1 0 0 0 0,0 0-1 0 0,0 0 1 0 0,0 1 0 0 0,-1-1 0 0 0,1 0-1 0 0,-1 0 1 0 0,0 0 0 0 0,1 0 0 0 0,-2 0 0 0 0,1 0-1 0 0,0 0 1 0 0,0 0 0 0 0,-1 0 0 0 0,0-1-1 0 0,1 1 1 0 0,-1-1 0 0 0,0 1 0 0 0,0-1 0 0 0,-1 1-1 0 0,1-1 1 0 0,-4 3 0 0 0,-5 2 8 0 0,-1 0-1 0 0,1 0 1 0 0,-1-1-1 0 0,-1-1 1 0 0,1 0 0 0 0,-1 0-1 0 0,0-2 1 0 0,0 1 0 0 0,0-2-1 0 0,-17 2 1 0 0,6-2 9 0 0,0-1 0 0 0,0-1 1 0 0,-1-1-1 0 0,-42-7 0 0 0,59 6-73 0 0,-1 0-1 0 0,1 0 1 0 0,0-1 0 0 0,0 0 0 0 0,-15-8-1 0 0,15 4-3518 0 0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14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351 106 188 0 0,'17'-42'3271'0'0,"-17"40"-3041"0"0,1-1 1 0 0,-1 0-1 0 0,1 0 0 0 0,-1 0 1 0 0,0 1-1 0 0,0-1 0 0 0,0 0 1 0 0,0 0-1 0 0,-1 0 0 0 0,1 0 1 0 0,-2-3-1 0 0,-1-20 2961 0 0,-23 63-2891 0 0,-115 366 1598 0 0,132-369-1817 0 0,-3 0 1 0 0,0-1-1 0 0,-2 0 1 0 0,-2-1-1 0 0,-1 0 1 0 0,-23 32-1 0 0,35-59 22 0 0,-1 0 0 0 0,1 0 0 0 0,-1 0 0 0 0,0-1 0 0 0,0 0 0 0 0,-9 5 0 0 0,13-9-81 0 0,1 1 45 0 0,1 0-46 0 0,-1-1 0 0 0,1 0 0 0 0,-1 0 0 0 0,1 1 0 0 0,-1-1 0 0 0,1 0 0 0 0,0 0-1 0 0,-1 0 1 0 0,1 0 0 0 0,-1 1 0 0 0,1-1 0 0 0,-1 0 0 0 0,1 0 0 0 0,-1 0 0 0 0,1 0 0 0 0,-1 0 0 0 0,1 0 0 0 0,-1 0 0 0 0,1 0 0 0 0,-1 0 0 0 0,1-1 0 0 0,-1 1 0 0 0,1 0 0 0 0,-1 0 0 0 0,1 0 0 0 0,-1-1-19 0 0,0 0 1 0 0,1 0-1 0 0,-1 0 1 0 0,1 0 0 0 0,-1 0-1 0 0,1 0 1 0 0,-1 0-1 0 0,1-1 1 0 0,0 1-1 0 0,0 0 1 0 0,-1 0 0 0 0,1 0-1 0 0,0 0 1 0 0,0 0-1 0 0,0 0 1 0 0,0-1 0 0 0,0 1-1 0 0,1 0 1 0 0,-1 0-1 0 0,0 0 1 0 0,0 0 0 0 0,1 0-1 0 0,-1 0 1 0 0,1 0-1 0 0,-1 0 1 0 0,1 0-1 0 0,-1 0 1 0 0,2-1 0 0 0,1-3 0 0 0,0 1 0 0 0,1 0 1 0 0,0 0-1 0 0,0 1 1 0 0,0-1-1 0 0,7-4 0 0 0,5-3 1 0 0,1 1 0 0 0,32-13 0 0 0,-36 18-9 0 0,0 0 0 0 0,1 2 0 0 0,0 0 0 0 0,19-2 0 0 0,-28 4 2 0 0,0 1 0 0 0,0-1-1 0 0,0 1 1 0 0,0 0-1 0 0,0 1 1 0 0,-1-1-1 0 0,1 1 1 0 0,0 0-1 0 0,0 0 1 0 0,0 0-1 0 0,-1 1 1 0 0,1 0-1 0 0,-1 0 1 0 0,1 0-1 0 0,-1 0 1 0 0,5 4-1 0 0,-7-5 3 0 0,-1 1-1 0 0,1-1 0 0 0,-1 1 1 0 0,1 0-1 0 0,-1-1 0 0 0,0 1 1 0 0,0 0-1 0 0,1 0 0 0 0,-1 0 1 0 0,-1 0-1 0 0,1 0 0 0 0,0 0 1 0 0,0 0-1 0 0,-1 0 0 0 0,1 0 1 0 0,-1 1-1 0 0,0-1 0 0 0,1 0 1 0 0,-1 0-1 0 0,0 0 0 0 0,0 1 1 0 0,-1-1-1 0 0,1 0 0 0 0,0 0 1 0 0,-1 0-1 0 0,1 0 0 0 0,-1 1 1 0 0,0-1-1 0 0,0 0 0 0 0,0 0 1 0 0,0 0-1 0 0,0-1 0 0 0,0 1 1 0 0,0 0-1 0 0,-1 0 0 0 0,-1 1 1 0 0,-2 4 2 0 0,-1-1 1 0 0,0-1-1 0 0,0 1 1 0 0,0-1-1 0 0,-1 0 1 0 0,1 0-1 0 0,-11 5 1 0 0,0-2-65 0 0,-1 1 0 0 0,1-2 0 0 0,-1-1 0 0 0,0 0 0 0 0,-1-1 0 0 0,0-1 1 0 0,1 0-1 0 0,-1-2 0 0 0,0 0 0 0 0,-27-2 0 0 0,45 0-140 0 0,0 0 1 0 0,0-1-1 0 0,0 1 1 0 0,0 0-1 0 0,0-1 1 0 0,0 1-1 0 0,1-1 1 0 0,-1 1-1 0 0,0-1 1 0 0,0 0-1 0 0,1 1 1 0 0,-1-1-1 0 0,0 0 0 0 0,1 1 1 0 0,-1-1-1 0 0,1 0 1 0 0,-1 0-1 0 0,1 0 1 0 0,-1 1-1 0 0,1-1 1 0 0,-1 0-1 0 0,1-1 1 0 0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16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38 120 28 0 0,'0'0'433'0'0,"16"-28"9466"0"0,-16 48-8379 0 0,0 0-1591 0 0,1 0 0 0 0,0 0 1 0 0,7 29-1 0 0,3-4 99 0 0,7 21 54 0 0,-17-63-75 0 0,1 1 0 0 0,0 0 0 0 0,-1-1 0 0 0,1 1 0 0 0,0-1 1 0 0,1 0-1 0 0,-1 0 0 0 0,0 0 0 0 0,1 0 0 0 0,0 0 1 0 0,0 0-1 0 0,0-1 0 0 0,5 4 0 0 0,-4-4 1 0 0,1-1-1 0 0,-1 1 1 0 0,1-1 0 0 0,-1 0-1 0 0,1-1 1 0 0,0 1 0 0 0,-1-1-1 0 0,1 0 1 0 0,-1 0 0 0 0,1-1-1 0 0,0 1 1 0 0,-1-1 0 0 0,1 0-1 0 0,-1 0 1 0 0,1 0 0 0 0,-1-1-1 0 0,1 0 1 0 0,-1 0 0 0 0,0 0-1 0 0,0 0 1 0 0,0-1 0 0 0,0 1-1 0 0,-1-1 1 0 0,6-5 0 0 0,4-2-1 0 0,-1-1 0 0 0,0 0 1 0 0,-1 0-1 0 0,-1-1 0 0 0,17-25 0 0 0,-13 12 82 0 0,-1-1-1 0 0,-1-1 1 0 0,-1 0-1 0 0,-2 0 0 0 0,0-1 1 0 0,6-40-1 0 0,-13 59-14 0 0,2-15 424 0 0,-9 28-499 0 0,1-1 5 0 0,1 0 0 0 0,0-1 0 0 0,0 1 0 0 0,0 0 0 0 0,0 1 0 0 0,1-1 0 0 0,-1 0 0 0 0,1 1 0 0 0,0-1 0 0 0,0 1 0 0 0,0 0 0 0 0,0 0 0 0 0,1 0 0 0 0,-2 5 0 0 0,-48 156 73 0 0,48-156-70 0 0,-1-1 1 0 0,0 1-1 0 0,-1-1 0 0 0,0 0 1 0 0,0-1-1 0 0,-1 1 0 0 0,0-1 0 0 0,0 0 1 0 0,0 0-1 0 0,-1-1 0 0 0,0 0 0 0 0,-9 6 1 0 0,3-5 8 0 0,1 0 1 0 0,-1-1-1 0 0,0-1 1 0 0,0 0-1 0 0,-1 0 1 0 0,1-2-1 0 0,-18 4 1 0 0,26-6-9 0 0,-1 1 0 0 0,1-1 1 0 0,-1 0-1 0 0,0 0 0 0 0,1-1 1 0 0,-1 1-1 0 0,0-1 0 0 0,1-1 0 0 0,-1 1 1 0 0,0-1-1 0 0,1 0 0 0 0,-1 0 1 0 0,1 0-1 0 0,-1-1 0 0 0,1 0 0 0 0,0 0 1 0 0,0 0-1 0 0,-7-5 0 0 0,11 6-6 0 0,-1-1-1 0 0,2 1 0 0 0,-1 0 0 0 0,0-1 1 0 0,0 1-1 0 0,0 0 0 0 0,0-1 0 0 0,1 1 1 0 0,-1-1-1 0 0,1 0 0 0 0,-1 1 0 0 0,1-1 1 0 0,0 1-1 0 0,0-1 0 0 0,-1 1 0 0 0,1-1 1 0 0,0 0-1 0 0,1-1 0 0 0,3-33 1 0 0,-3 30 5 0 0,25-94-14 0 0,-17 75 22 0 0,-7 19-18 0 0,0 1-1 0 0,0 0 1 0 0,0-1-1 0 0,0 0 1 0 0,-1 1-1 0 0,0-1 0 0 0,0-9 1 0 0,0 14 2 0 0,2-8 2 0 0,15-13-59 0 0,-17 21 43 0 0,-1 0-21 0 0,0 1 34 0 0,0 0 0 0 0,0 0 0 0 0,0-1 0 0 0,1 1 0 0 0,-1 0 0 0 0,0 0 0 0 0,0 0 0 0 0,0-1 0 0 0,0 1 1 0 0,1 0-1 0 0,-1 0 0 0 0,0 0 0 0 0,0-1 0 0 0,1 1 0 0 0,-1 0 0 0 0,0 0 0 0 0,0 0 0 0 0,0 0 0 0 0,1 0 0 0 0,-1-1 0 0 0,0 1 1 0 0,1 0-1 0 0,-1 0 0 0 0,0 0 0 0 0,0 0 0 0 0,1 0 0 0 0,-1 0 0 0 0,0 0 0 0 0,0 0 0 0 0,1 0 0 0 0,-1 0 0 0 0,0 0 0 0 0,1 0 1 0 0,-1 0-1 0 0,0 1 0 0 0,0-1 0 0 0,1 0 0 0 0,3 8 4 0 0,-1 0-1 0 0,0 0 1 0 0,0 0 0 0 0,-1 0-1 0 0,0 1 1 0 0,1 12 0 0 0,-2-15-1 0 0,0 0 0 0 0,0 0 0 0 0,0-1 0 0 0,1 1 0 0 0,-1 0 0 0 0,2 0 0 0 0,-1-1 0 0 0,5 9 0 0 0,8 9 31 0 0,-11-15-23 0 0,0-1 0 0 0,0 0 0 0 0,1 0 0 0 0,0 0 0 0 0,0-1-1 0 0,1 0 1 0 0,0 0 0 0 0,0 0 0 0 0,1-1 0 0 0,-1 0 0 0 0,10 6 0 0 0,-8-7-1 0 0,-5-2-7 0 0,1 0 1 0 0,0 0 0 0 0,-1-1 0 0 0,1 1 0 0 0,0-1 0 0 0,0 0 0 0 0,0 0 0 0 0,0-1 0 0 0,-1 1 0 0 0,1-1-1 0 0,0 1 1 0 0,0-1 0 0 0,0-1 0 0 0,0 1 0 0 0,8-2 0 0 0,-5 1 3 0 0,-1-1 0 0 0,1 0 0 0 0,0 0 0 0 0,-1 0 0 0 0,1-1 0 0 0,-1 0 0 0 0,0 0-1 0 0,1-1 1 0 0,-2 0 0 0 0,1 0 0 0 0,0 0 0 0 0,-1-1 0 0 0,8-8 0 0 0,-5 5-5 0 0,-1 0 0 0 0,-1 0 1 0 0,0-1-1 0 0,0 0 0 0 0,-1 0 0 0 0,0 0 0 0 0,0-1 0 0 0,3-11 1 0 0,-5 11-5 0 0,-2 1 1 0 0,1-1 0 0 0,-1 0 0 0 0,0-19 0 0 0,2-20 23 0 0,-2 48-25 0 0,-7-57-56 0 0,6 58 41 0 0,0 0 1 0 0,0 0 0 0 0,0 0-1 0 0,0 0 1 0 0,0 0 0 0 0,0-1-1 0 0,0 1 1 0 0,0 0 0 0 0,0 0-1 0 0,0 0 1 0 0,0 0 0 0 0,0 0-1 0 0,0-1 1 0 0,0 1 0 0 0,0 0-1 0 0,0 0 1 0 0,0 0 0 0 0,0 0-1 0 0,0 0 1 0 0,-1 0 0 0 0,1-1-1 0 0,0 1 1 0 0,0 0 0 0 0,0 0-1 0 0,0 0 1 0 0,0 0 0 0 0,0 0-1 0 0,0 0 1 0 0,0 0 0 0 0,0 0-1 0 0,-1 0 1 0 0,1 0 0 0 0,0-1-1 0 0,0 1 1 0 0,0 0 0 0 0,0 0-1 0 0,0 0 1 0 0,0 0 0 0 0,-1 0-1 0 0,1 0 1 0 0,0 0 0 0 0,0 0-1 0 0,0 0 1 0 0,0 0 0 0 0,0 0-1 0 0,-1 0 1 0 0,1 0 0 0 0,0 0-1 0 0,0 0 1 0 0,0 0 0 0 0,0 0-1 0 0,0 0 1 0 0,0 1 0 0 0,-1-1-1 0 0,1 0 1 0 0,0 0 0 0 0,0 0-1 0 0,0 0 1 0 0,0 0 0 0 0,0 0-1 0 0,0 0 1 0 0,0 0 0 0 0,-1 0-1 0 0,-2 15 72 0 0,0 12-2386 0 0,2-9-3001 0 0,1-3 2559 0 0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17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42 316 0 0,'0'0'2263'0'0,"-2"-23"-109"0"0,3 22-1991 0 0,-1 0 0 0 0,0 1 0 0 0,0-1 0 0 0,0 1 0 0 0,0-1 0 0 0,0 0 0 0 0,0 1 0 0 0,0-1 0 0 0,0 1 0 0 0,0-1 0 0 0,0 0 0 0 0,0 1 0 0 0,0-1 0 0 0,0 1 0 0 0,0-1 0 0 0,0 0 0 0 0,-1 1 0 0 0,1-1 0 0 0,0 1 0 0 0,0-1 0 0 0,-1 1 0 0 0,1-1 0 0 0,0 1 0 0 0,-1-1 0 0 0,1 1 0 0 0,-1-1 0 0 0,1 1 0 0 0,-1-1 0 0 0,1 1 0 0 0,-1 0 0 0 0,0-1 0 0 0,-1 3-149 0 0,0 0 0 0 0,0 1 0 0 0,1 0 0 0 0,-1-1 0 0 0,0 1 1 0 0,1 0-1 0 0,0-1 0 0 0,0 1 0 0 0,0 0 0 0 0,0 0 0 0 0,0 0 0 0 0,1 0 0 0 0,-1 0 0 0 0,1 0 0 0 0,0 0 1 0 0,0 1-1 0 0,0-1 0 0 0,0 0 0 0 0,1 0 0 0 0,-1 0 0 0 0,1 0 0 0 0,-1 0 0 0 0,1 0 0 0 0,0 0 0 0 0,0-1 1 0 0,3 6-1 0 0,0-2 7 0 0,-1 0-1 0 0,1-1 1 0 0,0 1 0 0 0,0-1 0 0 0,1 0 0 0 0,-1 0 0 0 0,1-1 0 0 0,0 1 0 0 0,0-1 0 0 0,1 0 0 0 0,7 4 0 0 0,-10-6-8 0 0,0 0 1 0 0,1-1-1 0 0,0 1 1 0 0,-1-1 0 0 0,1 1-1 0 0,0-1 1 0 0,0 0-1 0 0,0 0 1 0 0,0-1 0 0 0,0 1-1 0 0,0-1 1 0 0,0 0-1 0 0,0 0 1 0 0,0-1-1 0 0,0 1 1 0 0,0-1 0 0 0,0 1-1 0 0,-1-1 1 0 0,7-2-1 0 0,-6 0 60 0 0,1-1 0 0 0,-1 1-1 0 0,1-1 1 0 0,-1 0 0 0 0,0 0 0 0 0,0 0-1 0 0,-1 0 1 0 0,1-1 0 0 0,-1 1-1 0 0,0-1 1 0 0,0 0 0 0 0,-1 0 0 0 0,1 0-1 0 0,-1 0 1 0 0,0 0 0 0 0,-1-1-1 0 0,3-7 1 0 0,-4 11 27 0 0,4-7 66 0 0,-5 3 206 0 0,-8 16-357 0 0,1 0 0 0 0,0 1-1 0 0,1 1 1 0 0,0-1 0 0 0,-10 25 0 0 0,-23 74 47 0 0,18-46-27 0 0,-13 49 0 0 0,25-75-15 0 0,-2-1-1 0 0,-1-1 0 0 0,-22 43 0 0 0,0-13 23 0 0,17-29 110 0 0,-2-1 0 0 0,-32 43 0 0 0,49-75-123 0 0,-6 10 71 0 0,-1 0 0 0 0,-1 0 1 0 0,-1-1-1 0 0,0-1 1 0 0,0 0-1 0 0,-1 0 0 0 0,-1-1 1 0 0,0-1-1 0 0,0 0 1 0 0,-17 8-1 0 0,28-17-55 0 0,0 1-1 0 0,0-1 1 0 0,0 0-1 0 0,-1 0 1 0 0,1 0-1 0 0,0-1 1 0 0,-1 1-1 0 0,1-1 1 0 0,0 1-1 0 0,-1-1 1 0 0,1 0-1 0 0,0 0 1 0 0,-1-1-1 0 0,1 1 1 0 0,0-1-1 0 0,-1 0 1 0 0,1 1-1 0 0,0-1 1 0 0,0-1-1 0 0,0 1 1 0 0,0 0 0 0 0,0-1-1 0 0,0 0 1 0 0,0 0-1 0 0,0 1 1 0 0,0-2-1 0 0,1 1 1 0 0,-1 0-1 0 0,1 0 1 0 0,0-1-1 0 0,0 0 1 0 0,0 1-1 0 0,0-1 1 0 0,0 0-1 0 0,-2-5 1 0 0,1 2-9 0 0,0 0-1 0 0,1 0 1 0 0,0 0 0 0 0,0-1 0 0 0,1 1 0 0 0,0-1-1 0 0,0 1 1 0 0,1-1 0 0 0,-1 1 0 0 0,1-1-1 0 0,1 1 1 0 0,-1-1 0 0 0,1 1 0 0 0,0-1 0 0 0,1 1-1 0 0,-1 0 1 0 0,5-9 0 0 0,4-4-11 0 0,0 0-1 0 0,2 1 1 0 0,0 1 0 0 0,1 0 0 0 0,1 0 0 0 0,1 1 0 0 0,0 1-1 0 0,1 1 1 0 0,0 0 0 0 0,1 1 0 0 0,1 1 0 0 0,27-15-1 0 0,-2 4-762 0 0,57-21 1 0 0,46-10-5611 0 0,-110 42 3578 0 0,3-2-1002 0 0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22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24 596 0 0,'5'-17'2710'0'0,"-1"10"1400"0"0,-214 732 64 0 0,175-618-4147 0 0,34-105-221 0 0,4-9-4778 0 0,8-24 2529 0 0,-5 8 187 0 0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23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0 494 268 0 0,'64'-7'606'0'0,"0"-2"-1"0"0,0-3 1 0 0,-2-3 0 0 0,0-2 0 0 0,67-30-1 0 0,-114 41-478 0 0,0 0-1 0 0,-1-1 0 0 0,0-1 1 0 0,-1-1-1 0 0,1 0 0 0 0,-2 0 1 0 0,1-1-1 0 0,-1-1 0 0 0,15-17 0 0 0,-22 22-51 0 0,0 0-1 0 0,-1-1 0 0 0,0 0 0 0 0,0 0 0 0 0,0 0 0 0 0,-1 0 1 0 0,0 0-1 0 0,0-1 0 0 0,-1 1 0 0 0,0-1 0 0 0,0 0 0 0 0,-1 0 0 0 0,0 0 1 0 0,0 0-1 0 0,-1 0 0 0 0,0 1 0 0 0,0-1 0 0 0,-1 0 0 0 0,0 0 0 0 0,-3-11 1 0 0,-20-51 700 0 0,23 67-723 0 0,0 0 0 0 0,-1 0 1 0 0,0 0-1 0 0,0 0 0 0 0,0 0 0 0 0,0 0 0 0 0,0 1 0 0 0,0-1 1 0 0,-1 1-1 0 0,1-1 0 0 0,-1 1 0 0 0,0 0 0 0 0,0 0 1 0 0,0 0-1 0 0,0 0 0 0 0,0 1 0 0 0,0-1 0 0 0,-4 0 0 0 0,5 1 12 0 0,-1 2-2 0 0,-4 2-42 0 0,1 0 0 0 0,0 1 0 0 0,0 0 0 0 0,1 0-1 0 0,-1 0 1 0 0,1 0 0 0 0,0 1 0 0 0,0 0 0 0 0,0 0-1 0 0,1 0 1 0 0,-1 1 0 0 0,1-1 0 0 0,-6 13-1 0 0,-7 14 88 0 0,-18 46-1 0 0,28-61-43 0 0,-26 71 282 0 0,4 2 0 0 0,-24 126 0 0 0,36-155-224 0 0,10-37 4 0 0,-8 46 0 0 0,106-157 453 0 0,-88 85-580 0 0,1 0 0 0 0,-1 1 1 0 0,0-1-1 0 0,0 1 1 0 0,1-1-1 0 0,-1 1 0 0 0,1 0 1 0 0,-1 0-1 0 0,1 1 1 0 0,-1-1-1 0 0,1 1 0 0 0,-1 0 1 0 0,1 0-1 0 0,0 0 0 0 0,-1 0 1 0 0,1 0-1 0 0,-1 1 1 0 0,1 0-1 0 0,-1 0 0 0 0,1 0 1 0 0,-1 0-1 0 0,1 0 1 0 0,-1 1-1 0 0,0-1 0 0 0,0 1 1 0 0,0 0-1 0 0,0 0 1 0 0,0 0-1 0 0,0 0 0 0 0,4 5 1 0 0,2 0 1 0 0,1-1 0 0 0,0 0 0 0 0,0-1 0 0 0,1 0 1 0 0,0 0-1 0 0,-1-1 0 0 0,2-1 0 0 0,-1 0 1 0 0,19 3-1 0 0,-10-3 2 0 0,1-1 1 0 0,0-1-1 0 0,0 0 0 0 0,31-4 1 0 0,-45 3 3 0 0,0-1 1 0 0,0 0 0 0 0,1 0-1 0 0,-1 0 1 0 0,0-1-1 0 0,0 0 1 0 0,0 0 0 0 0,0-1-1 0 0,0 0 1 0 0,-1 0 0 0 0,1-1-1 0 0,-1 1 1 0 0,0-2 0 0 0,0 1-1 0 0,0 0 1 0 0,-1-1-1 0 0,8-8 1 0 0,-12 11 24 0 0,-1 1 0 0 0,0-1 0 0 0,0 1 0 0 0,0-1 0 0 0,1 0 0 0 0,-1 1 0 0 0,-1-1 1 0 0,1 1-1 0 0,0-1 0 0 0,0 1 0 0 0,0-1 0 0 0,-1 1 0 0 0,1-1 0 0 0,-1 1 0 0 0,1-1 0 0 0,-1 1 0 0 0,0-1 0 0 0,0 1 0 0 0,1 0 0 0 0,-1 0 0 0 0,0-1 0 0 0,0 1 0 0 0,0 0 0 0 0,0 0 1 0 0,0 0-1 0 0,-1 0 0 0 0,1 0 0 0 0,-2-1 0 0 0,2 1-5 0 0,-1 1 0 0 0,1-1 0 0 0,-1 0 1 0 0,1 1-1 0 0,-1 0 0 0 0,1-1 0 0 0,-1 1 0 0 0,1 0 0 0 0,-1 0 1 0 0,0 0-1 0 0,1 0 0 0 0,-1 0 0 0 0,1 0 0 0 0,-1 0 1 0 0,1 1-1 0 0,-1-1 0 0 0,1 1 0 0 0,-1-1 0 0 0,1 1 1 0 0,-1-1-1 0 0,1 1 0 0 0,-1 0 0 0 0,1 0 0 0 0,0-1 1 0 0,-1 1-1 0 0,1 0 0 0 0,0 0 0 0 0,0 1 0 0 0,0-1 0 0 0,0 0 1 0 0,0 0-1 0 0,0 0 0 0 0,0 1 0 0 0,0-1 0 0 0,0 0 1 0 0,1 1-1 0 0,-1-1 0 0 0,0 3 0 0 0,1-3 29 0 0,15 26 90 0 0,-8-21-368 0 0,0 0 0 0 0,0 0 0 0 0,0-1 0 0 0,1 0 0 0 0,0 0 1 0 0,0-1-1 0 0,11 5 0 0 0,36 6-5955 0 0,-29-13 3142 0 0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25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62 221 568 0 0,'0'0'783'0'0,"-24"-16"6793"0"0,27 19-7530 0 0,-1 1 0 0 0,1-1 0 0 0,-1 0 0 0 0,1 0 0 0 0,0 0 0 0 0,1 0 0 0 0,-1 0 0 0 0,0 0 0 0 0,1-1 0 0 0,-1 0 0 0 0,1 0 0 0 0,0 0-1 0 0,0 0 1 0 0,0 0 0 0 0,0-1 0 0 0,0 0 0 0 0,0 1 0 0 0,0-2 0 0 0,0 1 0 0 0,0 0 0 0 0,1-1 0 0 0,-1 0 0 0 0,0 0 0 0 0,1 0 0 0 0,-1 0 0 0 0,0-1 0 0 0,0 0 0 0 0,0 0 0 0 0,0 0 0 0 0,1 0 0 0 0,-1-1 0 0 0,-1 1 0 0 0,1-1 0 0 0,0 0 0 0 0,0 0 0 0 0,-1-1 0 0 0,1 1 0 0 0,-1-1 0 0 0,0 1 0 0 0,1-1 0 0 0,-1 0 0 0 0,-1 0 0 0 0,4-5 0 0 0,-1 3-7 0 0,-1 0 0 0 0,0 0 0 0 0,-1-1 0 0 0,1 1 0 0 0,-1-1 1 0 0,0 0-1 0 0,-1 1 0 0 0,0-1 0 0 0,1-1 0 0 0,-2 1 0 0 0,1 0 1 0 0,-1 0-1 0 0,0-1 0 0 0,0 1 0 0 0,-1-1 0 0 0,0 1 0 0 0,0-1 1 0 0,0 1-1 0 0,-1-1 0 0 0,0 1 0 0 0,0 0 0 0 0,-1-1 0 0 0,1 1 1 0 0,-1 0-1 0 0,-1 0 0 0 0,1 0 0 0 0,-1 0 0 0 0,0 1 0 0 0,-1-1 1 0 0,-5-6-1 0 0,8 10-35 0 0,0 1 0 0 0,0-1-1 0 0,-1 1 1 0 0,1 0 0 0 0,-1-1 0 0 0,0 1 0 0 0,1 0 0 0 0,-1 0 0 0 0,0 0 0 0 0,1 0 0 0 0,-1 1-1 0 0,0-1 1 0 0,0 0 0 0 0,0 1 0 0 0,0-1 0 0 0,0 1 0 0 0,0 0 0 0 0,0-1 0 0 0,0 1 0 0 0,0 0 0 0 0,-3 1-1 0 0,0-1 1 0 0,1 1 0 0 0,-1 1 0 0 0,1-1 0 0 0,0 1 0 0 0,0 0 0 0 0,0 0 0 0 0,0 0 0 0 0,0 0 0 0 0,-5 4 0 0 0,-3 4-2 0 0,0 1 1 0 0,0 0-1 0 0,1 0 0 0 0,-13 18 0 0 0,18-21 1 0 0,0 1 0 0 0,1 1-1 0 0,0-1 1 0 0,0 1 0 0 0,1 0-1 0 0,1 0 1 0 0,-1 0-1 0 0,1 0 1 0 0,1 1 0 0 0,0-1-1 0 0,1 1 1 0 0,-1 11-1 0 0,2-15 5 0 0,0 0-1 0 0,0 0 0 0 0,1 0 1 0 0,0 0-1 0 0,0 0 0 0 0,1 0 1 0 0,0 0-1 0 0,0 0 0 0 0,0-1 1 0 0,1 1-1 0 0,0-1 0 0 0,0 1 1 0 0,1-1-1 0 0,0 0 0 0 0,0 0 1 0 0,0-1-1 0 0,1 1 0 0 0,0-1 1 0 0,5 5-1 0 0,-5-7-1 0 0,-1-1-1 0 0,1 0 0 0 0,-1 0 1 0 0,1 0-1 0 0,0-1 1 0 0,0 1-1 0 0,0-1 0 0 0,-1 0 1 0 0,1-1-1 0 0,0 1 1 0 0,0-1-1 0 0,0 0 1 0 0,0 0-1 0 0,0-1 0 0 0,0 1 1 0 0,0-1-1 0 0,0 0 1 0 0,0 0-1 0 0,0-1 0 0 0,0 0 1 0 0,-1 0-1 0 0,1 0 1 0 0,6-4-1 0 0,8-3 3 0 0,-1-2 1 0 0,1 0-1 0 0,-2-1 0 0 0,19-17 0 0 0,-9 5-8 0 0,-15 12 4 0 0,1 1 0 0 0,0 0 0 0 0,0 0 0 0 0,1 2 0 0 0,0 0 0 0 0,29-14 0 0 0,-40 22-18 0 0,-1 2 1 0 0,3 1 10 0 0,0 0 1 0 0,0 0 0 0 0,0 1-1 0 0,-1 0 1 0 0,1-1 0 0 0,-1 1-1 0 0,1 1 1 0 0,-1-1 0 0 0,0 1-1 0 0,-1-1 1 0 0,1 1-1 0 0,3 5 1 0 0,-4-5 7 0 0,1 0 0 0 0,0 0 0 0 0,0 0 0 0 0,0 0-1 0 0,1 0 1 0 0,6 3 0 0 0,-9-6 2 0 0,0-1 0 0 0,0 1 0 0 0,0-1 0 0 0,0 1 0 0 0,0-1 0 0 0,0 0 0 0 0,1 0 0 0 0,-1 0 0 0 0,0 0 0 0 0,0 0 0 0 0,0-1 0 0 0,0 1 0 0 0,1-1 0 0 0,-1 1 0 0 0,0-1 0 0 0,0 0 0 0 0,0 0-1 0 0,0 0 1 0 0,0 0 0 0 0,-1 0 0 0 0,1 0 0 0 0,0-1 0 0 0,0 1 0 0 0,-1 0 0 0 0,1-1 0 0 0,-1 1 0 0 0,1-1 0 0 0,-1 0 0 0 0,3-3 0 0 0,8-10 35 0 0,-1 0 1 0 0,14-25-1 0 0,-14 22-24 0 0,4-12-55 0 0,4-3-1445 0 0,-1 16-4752 0 0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26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5 279 744 0 0,'0'0'1633'0'0,"2"-3"-842"0"0,7-10 241 0 0,0 1 0 0 0,-1-1-1 0 0,0-1 1 0 0,-1 0-1 0 0,-1 0 1 0 0,5-15 0 0 0,-11 28-1001 0 0,0 0 0 0 0,1 1 0 0 0,-1-1 1 0 0,0 1-1 0 0,0-1 0 0 0,0 0 0 0 0,0 1 1 0 0,0-1-1 0 0,0 0 0 0 0,0 1 1 0 0,0-1-1 0 0,0 0 0 0 0,0 1 0 0 0,0-1 1 0 0,0 1-1 0 0,-1-1 0 0 0,1 0 0 0 0,0 1 1 0 0,0-1-1 0 0,-1 1 0 0 0,1-1 0 0 0,0 1 1 0 0,-1-1-1 0 0,1 1 0 0 0,-1-1 1 0 0,1 1-1 0 0,0-1 0 0 0,-1 1 0 0 0,1 0 1 0 0,-1-1-1 0 0,1 1 0 0 0,-1-1 0 0 0,0 1 1 0 0,1 0-1 0 0,-1 0 0 0 0,1-1 0 0 0,-1 1 1 0 0,1 0-1 0 0,-1 0 0 0 0,0 0 0 0 0,1 0 1 0 0,-1 0-1 0 0,0-1 0 0 0,1 1 1 0 0,-1 0-1 0 0,1 1 0 0 0,-1-1 0 0 0,0 0 1 0 0,1 0-1 0 0,-1 0 0 0 0,0 0 0 0 0,1 0 1 0 0,-1 1-1 0 0,-1-1-18 0 0,0 1-1 0 0,0-1 1 0 0,0 1 0 0 0,0 0-1 0 0,0-1 1 0 0,0 1 0 0 0,1 0-1 0 0,-1 0 1 0 0,0 0 0 0 0,0 1-1 0 0,1-1 1 0 0,-1 0 0 0 0,1 1-1 0 0,-1-1 1 0 0,1 0-1 0 0,0 1 1 0 0,0 0 0 0 0,0-1-1 0 0,-2 3 1 0 0,1 1 13 0 0,0 0 0 0 0,0 0 0 0 0,1 0 0 0 0,0 0 0 0 0,-1 0 1 0 0,2 1-1 0 0,-1-1 0 0 0,1 0 0 0 0,-1 0 0 0 0,2 1 0 0 0,-1-1 0 0 0,0 0 0 0 0,2 6 0 0 0,0-7-18 0 0,-1 0 0 0 0,1-1 0 0 0,-1 1 0 0 0,1 0 0 0 0,0-1 0 0 0,1 1 0 0 0,-1-1 0 0 0,1 0 0 0 0,-1 0 0 0 0,1 0 0 0 0,0 0 0 0 0,0-1 0 0 0,0 1 0 0 0,1-1 0 0 0,-1 1 0 0 0,0-1 0 0 0,1 0 0 0 0,0-1 0 0 0,4 3 0 0 0,-2-1-3 0 0,0-1 1 0 0,0 1-1 0 0,0-1 1 0 0,0-1-1 0 0,1 1 1 0 0,-1-1-1 0 0,1 0 1 0 0,0 0-1 0 0,-1-1 0 0 0,1 0 1 0 0,-1 0-1 0 0,1-1 1 0 0,-1 0-1 0 0,1 0 1 0 0,-1 0-1 0 0,1-1 1 0 0,-1 0-1 0 0,0 0 1 0 0,0 0-1 0 0,0-1 0 0 0,0 0 1 0 0,0 0-1 0 0,0-1 1 0 0,-1 0-1 0 0,0 0 1 0 0,0 0-1 0 0,0 0 1 0 0,0-1-1 0 0,-1 0 1 0 0,1 0-1 0 0,5-9 1 0 0,44-48-14 0 0,-53 60 12 0 0,-1 2-6 0 0,0 0 0 0 0,0-1-1 0 0,1 1 1 0 0,-1 0 0 0 0,0-1 0 0 0,0 1-1 0 0,0 0 1 0 0,0-1 0 0 0,1 1-1 0 0,-1 0 1 0 0,0 0 0 0 0,0-1 0 0 0,1 1-1 0 0,-1 0 1 0 0,0 0 0 0 0,0 0-1 0 0,1-1 1 0 0,-1 1 0 0 0,0 0 0 0 0,1 0-1 0 0,-1 0 1 0 0,0 0 0 0 0,1 0-1 0 0,-1 0 1 0 0,0 0 0 0 0,1-1 0 0 0,-1 1-1 0 0,0 0 1 0 0,1 0 0 0 0,-1 0-1 0 0,0 0 1 0 0,1 0 0 0 0,-1 1 0 0 0,0-1-1 0 0,1 0 1 0 0,-1 0 0 0 0,1 0 0 0 0,4 8 8 0 0,1 0 1 0 0,-1 1 0 0 0,-1-1-1 0 0,1 1 1 0 0,-2 0 0 0 0,1 0 0 0 0,-1 0-1 0 0,3 15 1 0 0,-6-22 5 0 0,1 0-4 0 0,2 4 2 0 0,-2-4 14 0 0,-1-2-22 0 0,0-1 0 0 0,0 1 0 0 0,0 0 0 0 0,0 0 0 0 0,0 0 0 0 0,1-1 0 0 0,-1 1 0 0 0,0 0 0 0 0,0 0-1 0 0,0 0 1 0 0,0 0 0 0 0,0-1 0 0 0,1 1 0 0 0,-1 0 0 0 0,0 0 0 0 0,0 0 0 0 0,0 0 0 0 0,1 0 0 0 0,-1 0 0 0 0,0-1 0 0 0,0 1 0 0 0,0 0 0 0 0,1 0 0 0 0,-1 0-1 0 0,0 0 1 0 0,0 0 0 0 0,1 0 0 0 0,-1 0 0 0 0,0 0 0 0 0,0 0 0 0 0,0 0 0 0 0,1 0 0 0 0,-1 0 0 0 0,0 0 0 0 0,0 0 0 0 0,0 0 0 0 0,1 0 0 0 0,-1 1-1 0 0,0-1 1 0 0,0 0 0 0 0,1 0 0 0 0,-1 0 0 0 0,0 0 0 0 0,0 0 0 0 0,0 0 0 0 0,0 0 0 0 0,1 1 0 0 0,-1-1 0 0 0,0 0 0 0 0,0 0 0 0 0,0 0 0 0 0,0 1-1 0 0,0-1 1 0 0,0 0 0 0 0,1 0 0 0 0,-1 0 0 0 0,0 1 0 0 0,0-1 0 0 0,0 0 0 0 0,0 0 0 0 0,0 0 0 0 0,0 1 0 0 0,0-1 0 0 0,0 0 0 0 0,0 0 0 0 0,0 1-1 0 0,0-1 1 0 0,21-23-14 0 0,-12 13 23 0 0,-5 6-13 0 0,-1 1 1 0 0,1 0-1 0 0,0 0 1 0 0,0 1-1 0 0,0-1 1 0 0,1 1-1 0 0,-1 0 1 0 0,0 0-1 0 0,1 0 1 0 0,0 1-1 0 0,-1 0 1 0 0,1-1-1 0 0,0 2 1 0 0,-1-1-1 0 0,1 0 1 0 0,0 1-1 0 0,0 0 1 0 0,6 1 0 0 0,-2-1-1 0 0,0 0 1 0 0,1 0 0 0 0,-1-1 0 0 0,0 0 0 0 0,1 0 0 0 0,-1-1 0 0 0,0 0 0 0 0,0-1 0 0 0,0 0 0 0 0,0-1 0 0 0,-1 0 0 0 0,0 0 0 0 0,1-1 0 0 0,9-7 0 0 0,-14 8 15 0 0,0 0 0 0 0,-1 0-1 0 0,1-1 1 0 0,-1 1 0 0 0,0-1 0 0 0,0 0 0 0 0,0 0-1 0 0,-1-1 1 0 0,1 1 0 0 0,-1 0 0 0 0,-1-1 0 0 0,1 1 0 0 0,-1-1-1 0 0,0 0 1 0 0,0 1 0 0 0,-1-1 0 0 0,1 0 0 0 0,-1 1 0 0 0,-1-1-1 0 0,-1-11 1 0 0,-9-22 859 0 0,11 37-779 0 0,0 1 1 0 0,-1-1-1 0 0,1 0 0 0 0,-1 1 1 0 0,0-1-1 0 0,1 1 1 0 0,-1-1-1 0 0,0 1 0 0 0,0-1 1 0 0,0 1-1 0 0,0 0 1 0 0,0 0-1 0 0,-1-1 0 0 0,1 1 1 0 0,0 0-1 0 0,0 0 1 0 0,-1 0-1 0 0,1 0 0 0 0,-1 0 1 0 0,-2-1-1 0 0,3 2-78 0 0,0 0 1 0 0,0 1-1 0 0,-1-1 0 0 0,1 0 1 0 0,0 0-1 0 0,0 1 0 0 0,0-1 0 0 0,0 0 1 0 0,-1 1-1 0 0,1-1 0 0 0,0 1 1 0 0,0-1-1 0 0,0 1 0 0 0,0 0 0 0 0,0 0 1 0 0,0-1-1 0 0,0 1 0 0 0,1 0 1 0 0,-1 0-1 0 0,0 0 0 0 0,0 0 1 0 0,1 0-1 0 0,-2 1 0 0 0,-7 33 288 0 0,13 35 67 0 0,0-51-359 0 0,1 0-1 0 0,1 0 1 0 0,1 0-1 0 0,1-1 1 0 0,15 27 0 0 0,-18-35-930 0 0,8 14-369 0 0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27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62 868 0 0,'0'0'1082'0'0,"19"-23"4055"0"0,-15 20-4872 0 0,0 0 0 0 0,0 0 0 0 0,0 0 0 0 0,1 0 0 0 0,-1 1 0 0 0,1 0 0 0 0,0 0 1 0 0,-1 0-1 0 0,1 1 0 0 0,0-1 0 0 0,0 1 0 0 0,0 0 0 0 0,6 0 0 0 0,26-9-6587 0 0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53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0 775 232 0 0,'0'0'4272'0'0,"4"-1"-3915"0"0,24-8 248 0 0,0 0 0 0 0,0-2 0 0 0,48-27 0 0 0,-39 16-332 0 0,-1-2 0 0 0,0-1 0 0 0,-2-2 0 0 0,37-38-1 0 0,-59 52-215 0 0,0-1-1 0 0,0-1 1 0 0,-2 0-1 0 0,0-1 1 0 0,0 1-1 0 0,-2-2 1 0 0,0 0-1 0 0,-1 0 1 0 0,0 0-1 0 0,-2-1 1 0 0,0 1-1 0 0,-1-2 1 0 0,3-20-1 0 0,-6 22 1 0 0,1 0 0 0 0,-2 0 0 0 0,-1 0 0 0 0,0 0-1 0 0,-1 0 1 0 0,0 1 0 0 0,-2-1 0 0 0,0 1 0 0 0,0-1-1 0 0,-2 1 1 0 0,0 1 0 0 0,-1-1 0 0 0,-1 1-1 0 0,-14-22 1 0 0,21 35-42 0 0,0 0 0 0 0,0 0 0 0 0,0 0 0 0 0,0 1 0 0 0,-1-1 0 0 0,1 1 1 0 0,-1-1-1 0 0,1 1 0 0 0,-1-1 0 0 0,0 1 0 0 0,1 0 0 0 0,-1-1 0 0 0,0 1 0 0 0,0 0 0 0 0,0 0 0 0 0,0 1 0 0 0,0-1 0 0 0,0 0 0 0 0,0 1 0 0 0,0-1 0 0 0,0 1 0 0 0,-4-1 0 0 0,4 2-6 0 0,-1-1-1 0 0,1 1 1 0 0,0 0-1 0 0,-1 0 1 0 0,1 0-1 0 0,0 0 0 0 0,0 0 1 0 0,0 1-1 0 0,0-1 1 0 0,0 1-1 0 0,0-1 1 0 0,0 1-1 0 0,0 0 1 0 0,0 0-1 0 0,1 0 1 0 0,-3 2-1 0 0,-6 12 23 0 0,0 1 0 0 0,2-1 0 0 0,-1 2 0 0 0,-5 18 0 0 0,10-26 15 0 0,-20 57 86 0 0,3 1 0 0 0,3 1-1 0 0,-17 134 1 0 0,25-95 53 0 0,8 205 0 0 0,39-5 82 0 0,-10-115-119 0 0,-24-168-226 0 0,-2-1-1 0 0,0 1 1 0 0,-2 0-1 0 0,-1 0 1 0 0,-6 36-1 0 0,7-60-267 0 0,0 0-1 0 0,0-1 0 0 0,0 1 0 0 0,0-1 0 0 0,0 1 0 0 0,-1-1 0 0 0,1 1 0 0 0,0-1 0 0 0,0 0 0 0 0,0 1 0 0 0,0-1 1 0 0,-1 0-1 0 0,1 0 0 0 0,0 0 0 0 0,0 0 0 0 0,0 0 0 0 0,0 0 0 0 0,-3 0 0 0 0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54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1 384 492 0 0,'6'-10'332'0'0,"2"1"-1"0"0,0 0 1 0 0,0 0 0 0 0,0 0-1 0 0,1 1 1 0 0,1 0 0 0 0,-1 1 0 0 0,1 0-1 0 0,15-8 1 0 0,5-5 169 0 0,37-22 188 0 0,1 3 1 0 0,1 3-1 0 0,2 3 1 0 0,127-40-1 0 0,-178 67-549 0 0,1 0-1 0 0,29-3 1 0 0,-42 7-103 0 0,-1 2 0 0 0,1-1 1 0 0,0 1-1 0 0,-1 0 0 0 0,1 0 1 0 0,0 1-1 0 0,-1 0 1 0 0,1 0-1 0 0,-1 1 0 0 0,9 3 1 0 0,-10-2-18 0 0,-1 1 1 0 0,0 0 0 0 0,-1 0 0 0 0,1 0-1 0 0,-1 1 1 0 0,0 0 0 0 0,0-1-1 0 0,0 1 1 0 0,0 1 0 0 0,-1-1-1 0 0,0 0 1 0 0,0 1 0 0 0,-1 0-1 0 0,1 0 1 0 0,2 12 0 0 0,0-2 53 0 0,-1 0 0 0 0,-1 1 0 0 0,0 0 0 0 0,0 29 0 0 0,-3-43-61 0 0,1 4 36 0 0,-1-1 0 0 0,0 1 1 0 0,0 0-1 0 0,0-1 0 0 0,-1 1 0 0 0,0-1 0 0 0,0 1 0 0 0,-1-1 0 0 0,1 0 1 0 0,-1 1-1 0 0,-1-1 0 0 0,1 0 0 0 0,-1 0 0 0 0,-7 9 0 0 0,9-14 469 0 0,1-1-512 0 0,-1 0-1 0 0,1 0 1 0 0,0 0-1 0 0,-1 0 1 0 0,1 0-1 0 0,-1-1 0 0 0,1 1 1 0 0,-1 0-1 0 0,1 0 1 0 0,0 0-1 0 0,-1-1 1 0 0,1 1-1 0 0,0 0 1 0 0,-1-1-1 0 0,1 1 0 0 0,0 0 1 0 0,-1-1-1 0 0,1 1 1 0 0,0 0-1 0 0,0-1 1 0 0,0 1-1 0 0,-1-1 1 0 0,1 1-1 0 0,0 0 1 0 0,0-1-1 0 0,0 1 0 0 0,0-1 1 0 0,0 1-1 0 0,0-1 1 0 0,-1 1-1 0 0,1-1 1 0 0,0 1-1 0 0,1-1 1 0 0,2-24 115 0 0,12-19 12 0 0,-2 15-82 0 0,3-7 31 0 0,35-58-1 0 0,-43 83-74 0 0,-1 1 1 0 0,2 0 0 0 0,-1 0 0 0 0,1 0-1 0 0,1 1 1 0 0,0 0 0 0 0,0 1 0 0 0,1 0-1 0 0,14-7 1 0 0,-23 13-9 0 0,0 1 0 0 0,0 1 0 0 0,0-1 0 0 0,0 0 0 0 0,1 0 0 0 0,-1 1 0 0 0,0-1-1 0 0,0 1 1 0 0,1 0 0 0 0,-1 0 0 0 0,0 0 0 0 0,0 0 0 0 0,1 0 0 0 0,-1 0 0 0 0,0 0 0 0 0,1 1 0 0 0,-1-1 0 0 0,0 1 0 0 0,0 0 0 0 0,0 0 0 0 0,0-1-1 0 0,0 1 1 0 0,0 1 0 0 0,0-1 0 0 0,3 2 0 0 0,4 5-2 0 0,0 0 0 0 0,-1 0 0 0 0,0 0 0 0 0,8 13 1 0 0,-12-15 6 0 0,1 1 0 0 0,0-1 0 0 0,1 0 0 0 0,-1-1 0 0 0,1 1 0 0 0,0-1 1 0 0,8 5-1 0 0,-8-7 4 0 0,1 1 0 0 0,0-1 1 0 0,0-1-1 0 0,0 1 0 0 0,1-1 1 0 0,-1-1-1 0 0,14 2 0 0 0,-20-3-6 0 0,-1 0 0 0 0,1 0 0 0 0,0-1 0 0 0,-1 1 0 0 0,1 0 0 0 0,-1-1-1 0 0,1 1 1 0 0,0-1 0 0 0,-1 1 0 0 0,1-1 0 0 0,-1 1 0 0 0,1-1 0 0 0,-1 1-1 0 0,1-1 1 0 0,-1 1 0 0 0,0-1 0 0 0,1 0 0 0 0,-1 1 0 0 0,0-1 0 0 0,1 0-1 0 0,-1 1 1 0 0,0-1 0 0 0,0 0 0 0 0,0 1 0 0 0,0-1 0 0 0,1 0 0 0 0,-1 1-1 0 0,0-1 1 0 0,0 0 0 0 0,-1-1 0 0 0,-2-25 62 0 0,0 21-57 0 0,-1-1 0 0 0,0 1-1 0 0,-1 0 1 0 0,0 0-1 0 0,1 1 1 0 0,-2 0 0 0 0,1-1-1 0 0,-1 2 1 0 0,1-1-1 0 0,-1 1 1 0 0,-1 0 0 0 0,1 0-1 0 0,-1 0 1 0 0,1 1-1 0 0,-1 0 1 0 0,0 1 0 0 0,0-1-1 0 0,0 1 1 0 0,-14-2-1 0 0,20 4-27 0 0,0-1 0 0 0,0 1 0 0 0,0 0-1 0 0,0-1 1 0 0,0 1 0 0 0,0 0-1 0 0,0 0 1 0 0,0 0 0 0 0,-1 0 0 0 0,1 0-1 0 0,0 0 1 0 0,0 0 0 0 0,0 0 0 0 0,0 0-1 0 0,0 0 1 0 0,0 1 0 0 0,-1-1-1 0 0,1 1 1 0 0,0-1 0 0 0,0 0 0 0 0,0 1-1 0 0,0 0 1 0 0,0-1 0 0 0,1 1 0 0 0,-1 0-1 0 0,0-1 1 0 0,0 1 0 0 0,0 0-1 0 0,0 0 1 0 0,1 0 0 0 0,-1 0 0 0 0,0-1-1 0 0,1 1 1 0 0,-1 0 0 0 0,0 2 0 0 0,1-2-240 0 0,0 1 1 0 0,0-1 0 0 0,0 1 0 0 0,0-1 0 0 0,0 0 0 0 0,0 1 0 0 0,1-1-1 0 0,-1 0 1 0 0,0 1 0 0 0,1-1 0 0 0,-1 0 0 0 0,1 1 0 0 0,0-1 0 0 0,-1 0 0 0 0,1 0-1 0 0,0 0 1 0 0,0 0 0 0 0,0 1 0 0 0,0-1 0 0 0,0 0 0 0 0,0-1 0 0 0,0 1-1 0 0,0 0 1 0 0,0 0 0 0 0,2 1 0 0 0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54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36 0 0,'0'0'518'0'0,"12"46"2244"0"0,-11-41-2577 0 0,2 4 145 0 0,0 1 0 0 0,-1-1-1 0 0,-1 1 1 0 0,1-1 0 0 0,-2 1-1 0 0,1 0 1 0 0,-1-1 0 0 0,-1 1-1 0 0,-2 17 1944 0 0,6-32-2180 0 0,-1 2-80 0 0,1-3 24 0 0,1 1 0 0 0,0-1 0 0 0,0 1 0 0 0,0 0 0 0 0,0 0 0 0 0,1 1 0 0 0,0-1 0 0 0,0 1 0 0 0,0 0 0 0 0,1 1 0 0 0,-1-1 0 0 0,1 1 0 0 0,0 0 0 0 0,11-5 0 0 0,-14 8-34 0 0,-1 0-1 0 0,0 0 0 0 0,1 0 1 0 0,-1 1-1 0 0,1-1 0 0 0,-1 0 1 0 0,0 1-1 0 0,0 0 0 0 0,1-1 1 0 0,-1 1-1 0 0,0 0 0 0 0,0 0 1 0 0,0 0-1 0 0,0 0 0 0 0,0 1 1 0 0,0-1-1 0 0,0 1 0 0 0,0-1 1 0 0,-1 1-1 0 0,1-1 0 0 0,0 1 1 0 0,-1 0-1 0 0,1 0 0 0 0,-1 0 1 0 0,0 0-1 0 0,0 0 0 0 0,0 0 1 0 0,1 2-1 0 0,0-1 39 0 0,-1 0 1 0 0,1 0-1 0 0,0 0 1 0 0,0-1-1 0 0,0 1 0 0 0,0-1 1 0 0,1 0-1 0 0,-1 1 1 0 0,1-1-1 0 0,-1 0 1 0 0,1 0-1 0 0,0-1 1 0 0,0 1-1 0 0,0 0 0 0 0,-1-1 1 0 0,5 1-1 0 0,6-1 192 0 0,0-1 0 0 0,1 0 0 0 0,-1-1-1 0 0,0-1 1 0 0,1 0 0 0 0,-1-1 0 0 0,25-8 0 0 0,-21 6-4 0 0,0 0 0 0 0,0 1 0 0 0,0 1 0 0 0,22-1 0 0 0,-37 4-169 0 0,-1 0-70 0 0,1 0 1 0 0,-1 0-1 0 0,0 0 0 0 0,0 0 0 0 0,0 1 1 0 0,0-1-1 0 0,1 0 0 0 0,-1 0 1 0 0,0 1-1 0 0,0-1 0 0 0,0 1 1 0 0,0-1-1 0 0,0 1 0 0 0,0-1 1 0 0,0 1-1 0 0,0 0 0 0 0,0 0 1 0 0,0-1-1 0 0,0 1 0 0 0,-1 0 1 0 0,1 0-1 0 0,0 0 0 0 0,0 0 1 0 0,-1 0-1 0 0,2 1 0 0 0,8 16-6144 0 0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2:55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26 116 0 0,'0'0'840'0'0,"-3"-12"520"0"0,-3 5-992 0 0,-1 0-820 0 0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0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52 304 0 0,'-17'-52'6977'0'0,"7"77"-5864"0"0,1 15-528 0 0,2 0 0 0 0,2 1 0 0 0,-1 53 0 0 0,2-24-128 0 0,-3 54 168 0 0,-12 111 249 0 0,9-92-1400 0 0,5-135-187 0 0,-4-32-8686 0 0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1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1 508 392 0 0,'236'-81'2176'0'0,"-192"62"-1754"0"0,-2-1 0 0 0,0-2 0 0 0,50-35 0 0 0,-81 49-287 0 0,0 0-1 0 0,-1-1 0 0 0,0 0 0 0 0,0 0 1 0 0,-1-1-1 0 0,0-1 0 0 0,-1 1 1 0 0,-1-2-1 0 0,1 1 0 0 0,8-20 0 0 0,-14 26-44 0 0,0-1 0 0 0,0 1-1 0 0,-1-1 1 0 0,1 1-1 0 0,-1-1 1 0 0,-1 0-1 0 0,1 0 1 0 0,-1 0 0 0 0,0 1-1 0 0,0-1 1 0 0,-1 0-1 0 0,0 0 1 0 0,0 1 0 0 0,0-1-1 0 0,0 0 1 0 0,-1 1-1 0 0,0-1 1 0 0,0 1-1 0 0,-1 0 1 0 0,0 0 0 0 0,0 0-1 0 0,0 0 1 0 0,0 0-1 0 0,-1 1 1 0 0,1-1 0 0 0,-9-7-1 0 0,9 10-46 0 0,1-1 0 0 0,0 1 0 0 0,-1 0-1 0 0,1 0 1 0 0,-1 0 0 0 0,0 0 0 0 0,0 0 0 0 0,0 0 0 0 0,0 1-1 0 0,0 0 1 0 0,0-1 0 0 0,0 1 0 0 0,0 0 0 0 0,0 1-1 0 0,-1-1 1 0 0,1 0 0 0 0,0 1 0 0 0,-1 0 0 0 0,1 0 0 0 0,-5 0-1 0 0,4 1-8 0 0,0 0 0 0 0,0 1-1 0 0,-1 0 1 0 0,1-1-1 0 0,0 1 1 0 0,1 1 0 0 0,-1-1-1 0 0,0 0 1 0 0,0 1-1 0 0,1 0 1 0 0,0 0-1 0 0,0 0 1 0 0,-4 4 0 0 0,-6 10 54 0 0,1 0 0 0 0,1 0 1 0 0,0 1-1 0 0,2 1 0 0 0,-9 20 1 0 0,2 2 100 0 0,2 1 0 0 0,1 0 0 0 0,2 1 0 0 0,-8 72 0 0 0,-4 151 394 0 0,17-174-449 0 0,-3-33-2 0 0,9-57 156 0 0,2 5-180 0 0,-1-4 187 0 0,-1-2 292 0 0,1-6-575 0 0,30-67 151 0 0,-27 63-161 0 0,-1 0-5 0 0,1 1 1 0 0,0 0 0 0 0,0 0-1 0 0,1 0 1 0 0,0 1-1 0 0,1-1 1 0 0,-1 1 0 0 0,1 0-1 0 0,0 1 1 0 0,1-1-1 0 0,0 1 1 0 0,0 1 0 0 0,9-6-1 0 0,-10 9-2 0 0,0 0 1 0 0,-1 1-1 0 0,1 0 0 0 0,0 0 0 0 0,0 1 0 0 0,0-1 0 0 0,0 1 1 0 0,0 1-1 0 0,0-1 0 0 0,0 1 0 0 0,0 0 0 0 0,0 0 0 0 0,0 1 0 0 0,-1 0 1 0 0,1 0-1 0 0,8 4 0 0 0,33 8 28 0 0,-23-10-15 0 0,-16-3-4 0 0,1 1 0 0 0,-1-2 0 0 0,1 1 0 0 0,-1-1 0 0 0,11-1 0 0 0,-15 1-1 0 0,0-1 0 0 0,0 0 0 0 0,-1 0 0 0 0,1-1 0 0 0,-1 1 0 0 0,1-1 1 0 0,-1 0-1 0 0,0 0 0 0 0,1 0 0 0 0,-1 0 0 0 0,0 0 0 0 0,0-1 0 0 0,0 1 0 0 0,-1-1 0 0 0,5-6 0 0 0,-6 8 15 0 0,0 0 0 0 0,0 1 0 0 0,0-1 0 0 0,-1 0 0 0 0,1 0 0 0 0,0 0 0 0 0,-1 0 0 0 0,1 0 0 0 0,-1 0 0 0 0,1-1 0 0 0,-1 1 0 0 0,0 0 0 0 0,1 0 0 0 0,-1 0 0 0 0,0 0 0 0 0,0 0 0 0 0,0-1 0 0 0,0 1 0 0 0,0 0 0 0 0,0 0 0 0 0,0 0 0 0 0,0 0 0 0 0,0-1 0 0 0,-1 1 0 0 0,1 0 0 0 0,0 0 0 0 0,-1 0 0 0 0,1 0 0 0 0,-1 0 0 0 0,1 0 0 0 0,-1 0 0 0 0,1 0 0 0 0,-1 0 0 0 0,0 0 0 0 0,0 0 0 0 0,1 0 0 0 0,-1 0 0 0 0,0 1 0 0 0,0-1 0 0 0,0 0 0 0 0,0 0 0 0 0,0 1 0 0 0,0-1 0 0 0,0 1 0 0 0,0-1 0 0 0,0 1 0 0 0,0-1 0 0 0,0 1 0 0 0,-2 0 0 0 0,2 0-16 0 0,0 0 0 0 0,1 0 0 0 0,-1 1 0 0 0,1-1 0 0 0,-1 0 0 0 0,0 1-1 0 0,1-1 1 0 0,-1 1 0 0 0,1-1 0 0 0,-1 1 0 0 0,1-1 0 0 0,-1 1 0 0 0,1-1-1 0 0,-1 1 1 0 0,1-1 0 0 0,-1 1 0 0 0,1 0 0 0 0,0-1 0 0 0,0 1 0 0 0,-1 0 0 0 0,1-1-1 0 0,0 1 1 0 0,0 0 0 0 0,0-1 0 0 0,-1 1 0 0 0,1 0 0 0 0,0-1 0 0 0,0 1 0 0 0,0 0-1 0 0,0 0 1 0 0,0-1 0 0 0,0 1 0 0 0,1 0 0 0 0,-1-1 0 0 0,0 1 0 0 0,0 0-1 0 0,0-1 1 0 0,1 1 0 0 0,0 1 0 0 0,8 27-128 0 0,-3-22-207 0 0,1 0 0 0 0,-1-1 0 0 0,1 1 0 0 0,0-1-1 0 0,0-1 1 0 0,1 1 0 0 0,13 7 0 0 0,35 11-5250 0 0,-21-12 2269 0 0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2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240 200 14785 0 0,'0'0'-232'0'0,"-5"0"36"0"0,3 0 189 0 0,0-1 0 0 0,0 2 1 0 0,0-1-1 0 0,0 0 1 0 0,0 0-1 0 0,0 0 0 0 0,0 1 1 0 0,1-1-1 0 0,-1 1 0 0 0,0 0 1 0 0,0-1-1 0 0,0 1 1 0 0,0 0-1 0 0,1 0 0 0 0,-1 0 1 0 0,-2 2-1 0 0,1 0-1 0 0,1 0 1 0 0,-1 0-1 0 0,1 1 0 0 0,-1-1 0 0 0,1 1 0 0 0,0-1 1 0 0,0 1-1 0 0,-2 7 0 0 0,-8 25 8 0 0,1 0 1 0 0,2 0-1 0 0,2 1 0 0 0,-5 57 0 0 0,10 152-4 0 0,10-141 14 0 0,1 48 64 0 0,-9-151-70 0 0,0 0-1 0 0,0 0 1 0 0,1 0 0 0 0,-2-1 0 0 0,1 1 0 0 0,0 0 0 0 0,0 0 0 0 0,-1 0 0 0 0,1 0 0 0 0,-1-1 0 0 0,1 1-1 0 0,-1 0 1 0 0,0-1 0 0 0,0 1 0 0 0,0 0 0 0 0,0-1 0 0 0,-1 3 0 0 0,1-4-1 0 0,1 0 0 0 0,-1 1 0 0 0,0-1-1 0 0,0 0 1 0 0,1 0 0 0 0,-1 0 0 0 0,0 1 0 0 0,0-1 0 0 0,1 0 0 0 0,-1 0 0 0 0,0 0 0 0 0,0 0-1 0 0,0 0 1 0 0,1 0 0 0 0,-1-1 0 0 0,0 1 0 0 0,0 0 0 0 0,1 0 0 0 0,-1 0 0 0 0,0-1 0 0 0,0 1-1 0 0,1 0 1 0 0,-1-1 0 0 0,0 1 0 0 0,1-1 0 0 0,-2 0 0 0 0,-3-4 3 0 0,-1 1 0 0 0,1-1 0 0 0,1 0 0 0 0,-1 0 0 0 0,1-1 0 0 0,0 1 0 0 0,-7-13 0 0 0,-1-9 1 0 0,1 0 1 0 0,1-1 0 0 0,1-1 0 0 0,2 1-1 0 0,1-2 1 0 0,1 1 0 0 0,1 0-1 0 0,2-1 1 0 0,1 0 0 0 0,1 1 0 0 0,7-48-1 0 0,-1 36-5 0 0,1 0 0 0 0,3 0-1 0 0,1 1 1 0 0,2 0 0 0 0,1 1-1 0 0,2 1 1 0 0,36-61 0 0 0,-37 74-13 0 0,1 1-1 0 0,1 0 1 0 0,37-38 0 0 0,-48 56 7 0 0,0 0-1 0 0,0 1 0 0 0,1 0 0 0 0,-1 0 1 0 0,1 0-1 0 0,0 1 0 0 0,1 0 0 0 0,-1 0 0 0 0,1 1 1 0 0,-1 0-1 0 0,1 0 0 0 0,0 1 0 0 0,0 0 1 0 0,0 0-1 0 0,1 1 0 0 0,-1 0 0 0 0,14 1 1 0 0,-17 0 1 0 0,0 0 1 0 0,-1 1-1 0 0,1 0 0 0 0,0 0 1 0 0,-1 0-1 0 0,1 1 1 0 0,-1-1-1 0 0,1 1 1 0 0,-1 0-1 0 0,0 1 0 0 0,0-1 1 0 0,0 1-1 0 0,0 0 1 0 0,0 0-1 0 0,-1 0 1 0 0,1 0-1 0 0,5 7 0 0 0,-5-5 4 0 0,-1 1 0 0 0,0-1-1 0 0,0 1 1 0 0,0 0-1 0 0,-1 0 1 0 0,0 0-1 0 0,0 1 1 0 0,0-1-1 0 0,-1 0 1 0 0,0 1-1 0 0,0 11 1 0 0,0-6 2 0 0,-2-1 1 0 0,1 0 0 0 0,-2 0-1 0 0,1 0 1 0 0,-1 0-1 0 0,-1-1 1 0 0,0 1 0 0 0,-1 0-1 0 0,0-1 1 0 0,0 0-1 0 0,-1 0 1 0 0,0 0-1 0 0,-1-1 1 0 0,-13 17 0 0 0,3-10-37 0 0,-1-1 0 0 0,-31 23 0 0 0,0-11-1902 0 0,0-13-4697 0 0,36-13 3385 0 0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2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0 354 752 0 0,'22'-12'2440'0'0,"-9"4"-1690"0"0,12-8 116 0 0,0 0-1 0 0,-2-2 1 0 0,1 0 0 0 0,-2-2 0 0 0,-1 0-1 0 0,35-43 1 0 0,-56 62-825 0 0,1 0 0 0 0,-1 1 0 0 0,1-1 0 0 0,-1 0 0 0 0,1 1 0 0 0,-1-1 0 0 0,1 0-1 0 0,-1 0 1 0 0,0 1 0 0 0,0-1 0 0 0,1 0 0 0 0,-1 0 0 0 0,0 0 0 0 0,0 0 0 0 0,0 1 0 0 0,0-1 0 0 0,0 0-1 0 0,0 0 1 0 0,0 0 0 0 0,0-1 0 0 0,-11-4 288 0 0,9 5-378 0 0,-2 0 154 0 0,-20 12 71 0 0,19-9-156 0 0,0 1 0 0 0,1 0 1 0 0,-1 1-1 0 0,1-1 0 0 0,0 1 1 0 0,0-1-1 0 0,0 1 0 0 0,0 1 1 0 0,1-1-1 0 0,0 0 0 0 0,-1 1 1 0 0,2 0-1 0 0,-1 0 0 0 0,0 0 1 0 0,1 0-1 0 0,0 0 0 0 0,0 0 1 0 0,1 0-1 0 0,0 1 0 0 0,-1-1 1 0 0,2 1-1 0 0,-1-1 0 0 0,1 1 1 0 0,-1-1-1 0 0,2 1 0 0 0,-1-1 1 0 0,1 1-1 0 0,-1-1 0 0 0,4 11 1 0 0,-3-15-17 0 0,0 0 0 0 0,-1 1 1 0 0,1-1-1 0 0,0 0 0 0 0,0 0 1 0 0,0 0-1 0 0,0 0 0 0 0,0 0 1 0 0,1 0-1 0 0,-1 0 0 0 0,0-1 1 0 0,0 1-1 0 0,1 0 0 0 0,-1 0 1 0 0,0-1-1 0 0,1 1 0 0 0,-1-1 1 0 0,0 0-1 0 0,1 1 0 0 0,-1-1 1 0 0,1 0-1 0 0,-1 0 0 0 0,1 0 0 0 0,-1 0 1 0 0,1 0-1 0 0,-1 0 0 0 0,1 0 1 0 0,-1 0-1 0 0,2-1 0 0 0,46-10 39 0 0,-44 10-37 0 0,28-11 8 0 0,-1-2-1 0 0,0-1 1 0 0,-1-1 0 0 0,45-32 0 0 0,37-20-44 0 0,-111 67 28 0 0,-1 0 1 0 0,0 1-1 0 0,1-1 0 0 0,-1 0 0 0 0,1 1 0 0 0,-1 0 1 0 0,1-1-1 0 0,-1 1 0 0 0,1 0 0 0 0,-1 0 1 0 0,1 0-1 0 0,0 0 0 0 0,-1 0 0 0 0,1 0 1 0 0,-1 0-1 0 0,1 0 0 0 0,-1 0 0 0 0,1 1 0 0 0,-1-1 1 0 0,1 1-1 0 0,-1-1 0 0 0,1 1 0 0 0,-1 0 1 0 0,0 0-1 0 0,1-1 0 0 0,-1 1 0 0 0,0 0 0 0 0,1 0 1 0 0,0 2-1 0 0,3 3-1 0 0,0 0 1 0 0,0 0 0 0 0,-1 1-1 0 0,8 14 1 0 0,10 14 17 0 0,-16-30-14 0 0,0-1-1 0 0,0 0 1 0 0,0 0 0 0 0,0 0-1 0 0,1-1 1 0 0,0 1 0 0 0,-1-2-1 0 0,1 1 1 0 0,0-1 0 0 0,0 0-1 0 0,1-1 1 0 0,-1 1-1 0 0,0-1 1 0 0,1-1 0 0 0,-1 1-1 0 0,0-2 1 0 0,11 0 0 0 0,7-1-22 0 0,0-2 0 0 0,1 0 1 0 0,39-14-1 0 0,-45 13 11 0 0,-1-2 0 0 0,0 0 0 0 0,0-1 0 0 0,-1 0-1 0 0,0-2 1 0 0,0 0 0 0 0,-1-1 0 0 0,-1-1 0 0 0,26-23 0 0 0,-39 31 15 0 0,0-1 0 0 0,0 1-1 0 0,0-1 1 0 0,0 0 0 0 0,-1 0 0 0 0,0 0-1 0 0,0 0 1 0 0,0-1 0 0 0,-1 1-1 0 0,0 0 1 0 0,0-1 0 0 0,0 1 0 0 0,0-1-1 0 0,-1 0 1 0 0,0 1 0 0 0,0-1 0 0 0,-1 1-1 0 0,1-1 1 0 0,-3-8 0 0 0,2 12 1 0 0,22 20-34 0 0,-8-5 30 0 0,-1 0 1 0 0,-1 1-1 0 0,0 1 1 0 0,-1-1-1 0 0,-1 2 1 0 0,0-1-1 0 0,-1 1 1 0 0,-1 0-1 0 0,-1 1 1 0 0,0 0-1 0 0,5 24 1 0 0,-10-39 9 0 0,-1-1 0 0 0,0 1 1 0 0,1 0-1 0 0,-1-1 0 0 0,0 1 1 0 0,0 0-1 0 0,0-1 1 0 0,0 1-1 0 0,0 0 0 0 0,0-1 1 0 0,-1 1-1 0 0,1 0 0 0 0,-1-1 1 0 0,1 1-1 0 0,-1-1 0 0 0,1 1 1 0 0,-1-1-1 0 0,0 1 0 0 0,0-1 1 0 0,1 1-1 0 0,-1-1 0 0 0,0 0 1 0 0,-1 1-1 0 0,1-1 0 0 0,0 0 1 0 0,0 0-1 0 0,0 0 0 0 0,-1 0 1 0 0,1 0-1 0 0,-1 0 0 0 0,1 0 1 0 0,0 0-1 0 0,-1-1 0 0 0,0 1 1 0 0,1 0-1 0 0,-1-1 0 0 0,1 1 1 0 0,-1-1-1 0 0,0 0 0 0 0,1 0 1 0 0,-1 1-1 0 0,0-1 0 0 0,-2-1 1 0 0,-35-4-1142 0 0,9-7-5203 0 0,19 4 3400 0 0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3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1 52 0 0,'0'0'4902'0'0,"-3"3"-4179"0"0,-3 9-403 0 0,1-1 0 0 0,0 1 0 0 0,1 0 0 0 0,1 0 0 0 0,-1 0 0 0 0,2 0 0 0 0,0 1 0 0 0,0-1 0 0 0,1 22 0 0 0,-8 39 391 0 0,-8 29 455 0 0,-4 196 0 0 0,10-103-422 0 0,10-180-649 0 0,0 0-1 0 0,-1-1 1 0 0,-1 1-1 0 0,-1-1 1 0 0,0 1-1 0 0,-7 16 1 0 0,10-30 202 0 0,-1-1-274 0 0,0-1-1 0 0,0 0 0 0 0,0 1 1 0 0,0-1-1 0 0,0 0 1 0 0,0 0-1 0 0,1 0 0 0 0,-1-1 1 0 0,0 1-1 0 0,1 0 1 0 0,-1-1-1 0 0,1 1 0 0 0,-1-1 1 0 0,1 1-1 0 0,0-1 1 0 0,0 1-1 0 0,-1-1 0 0 0,1 0 1 0 0,0 0-1 0 0,0 0 1 0 0,1 0-1 0 0,-1 0 0 0 0,0 0 1 0 0,1 0-1 0 0,-1 0 1 0 0,1 0-1 0 0,0 0 0 0 0,-1 0 1 0 0,1-3-1 0 0,-6-69 18 0 0,6 67-9 0 0,1-20-21 0 0,1 1-1 0 0,0-1 1 0 0,2 0 0 0 0,2 0-1 0 0,0 1 1 0 0,1 0-1 0 0,2 1 1 0 0,1-1 0 0 0,21-38-1 0 0,-22 47-8 0 0,0 1-1 0 0,1 1 1 0 0,1 0 0 0 0,1 0-1 0 0,0 1 1 0 0,1 0-1 0 0,0 1 1 0 0,1 1-1 0 0,0 0 1 0 0,1 1-1 0 0,1 0 1 0 0,0 2 0 0 0,0-1-1 0 0,32-11 1 0 0,-41 18-7 0 0,0 1 1 0 0,1 0-1 0 0,-1 1 1 0 0,1 0 0 0 0,-1 0-1 0 0,0 0 1 0 0,1 1-1 0 0,12 1 1 0 0,-16 0 2 0 0,0 0 0 0 0,0-1 0 0 0,0 2 0 0 0,0-1 1 0 0,0 0-1 0 0,0 1 0 0 0,-1 0 0 0 0,1 0 0 0 0,-1 0 0 0 0,1 0 0 0 0,-1 0 0 0 0,0 1 0 0 0,0-1 1 0 0,0 1-1 0 0,0 0 0 0 0,0 0 0 0 0,2 4 0 0 0,-5-6 1 0 0,1 0 0 0 0,-1 0-1 0 0,1 0 1 0 0,-1 0 0 0 0,0 0 0 0 0,0 0-1 0 0,0 0 1 0 0,1 0 0 0 0,-1 1 0 0 0,0-1-1 0 0,0 0 1 0 0,0 0 0 0 0,-1 0 0 0 0,1 0-1 0 0,0 0 1 0 0,0 0 0 0 0,-1 0 0 0 0,1 0 0 0 0,0 0-1 0 0,-1 0 1 0 0,1 0 0 0 0,-1 0 0 0 0,0 0-1 0 0,1 0 1 0 0,-1 0 0 0 0,0 0 0 0 0,-1 1-1 0 0,-23 21-34 0 0,18-19-85 0 0,-1 0 0 0 0,1 0-1 0 0,-1-1 1 0 0,0 0 0 0 0,0 0 0 0 0,0-1 0 0 0,0 0 0 0 0,-1 0 0 0 0,-10 0-1 0 0,-20-6-7598 0 0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3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 44 0 0,'5'1'426'0'0,"1"1"0"0"0,-1-1 0 0 0,1-1 0 0 0,-1 1-1 0 0,1 0 1 0 0,-1-1 0 0 0,1 0 0 0 0,-1-1 0 0 0,1 1 0 0 0,0-1 0 0 0,-1 0 0 0 0,9-3 0 0 0,64-23 1192 0 0,-34 4-625 0 0,-42 22-874 0 0,0-1-1 0 0,0 1 1 0 0,0 0 0 0 0,0-1-1 0 0,-1 1 1 0 0,1-1-1 0 0,0 1 1 0 0,-1-1-1 0 0,1 0 1 0 0,-1 0-1 0 0,0 0 1 0 0,1 0 0 0 0,-1 0-1 0 0,0 0 1 0 0,0 0-1 0 0,0 0 1 0 0,-1 0-1 0 0,2-4 1 0 0,-2 5-95 0 0,-1 0 0 0 0,1 0 1 0 0,-1 0-1 0 0,1 1 0 0 0,-1-1 0 0 0,0 0 0 0 0,1 0 1 0 0,-1 1-1 0 0,0-1 0 0 0,1 1 0 0 0,-1-1 1 0 0,0 1-1 0 0,0-1 0 0 0,0 1 0 0 0,1-1 0 0 0,-1 1 1 0 0,0 0-1 0 0,0-1 0 0 0,0 1 0 0 0,0 0 0 0 0,0 0 1 0 0,0-1-1 0 0,0 1 0 0 0,0 0 0 0 0,1 0 1 0 0,-1 0-1 0 0,0 0 0 0 0,0 0 0 0 0,0 1 0 0 0,0-1 1 0 0,0 0-1 0 0,0 0 0 0 0,-1 1 0 0 0,-29 5 546 0 0,27-5-494 0 0,0 0-1 0 0,0 1 1 0 0,0 0-1 0 0,1 0 0 0 0,-1 0 1 0 0,1 0-1 0 0,-1 1 0 0 0,1-1 1 0 0,0 1-1 0 0,-1 0 1 0 0,1 0-1 0 0,1 0 0 0 0,-1 0 1 0 0,-2 5-1 0 0,4-7-84 0 0,1 1-1 0 0,-1 0 1 0 0,1 0-1 0 0,-1 0 0 0 0,1-1 1 0 0,0 1-1 0 0,0 0 1 0 0,0 0-1 0 0,0 0 1 0 0,0 0-1 0 0,0 0 1 0 0,0 0-1 0 0,1 0 1 0 0,-1-1-1 0 0,1 1 1 0 0,-1 0-1 0 0,1 0 0 0 0,0-1 1 0 0,0 1-1 0 0,0 0 1 0 0,0-1-1 0 0,0 1 1 0 0,0-1-1 0 0,0 1 1 0 0,0-1-1 0 0,1 1 1 0 0,-1-1-1 0 0,1 0 0 0 0,-1 0 1 0 0,1 1-1 0 0,2 0 1 0 0,1 2-331 0 0,0-1 0 0 0,0 0 1 0 0,0 0-1 0 0,0 0 0 0 0,1-1 1 0 0,8 3-1 0 0,21 3-4722 0 0,-17-6 2122 0 0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4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80 648 464 0 0,'0'0'3067'0'0,"-7"0"-2128"0"0,4 0-934 0 0,-32 3 1372 0 0,33-3-1201 0 0,0 0-1 0 0,0 1 1 0 0,1-1-1 0 0,-1 1 1 0 0,0-1-1 0 0,0 1 1 0 0,1 0-1 0 0,-1-1 1 0 0,1 1-1 0 0,-1 0 1 0 0,0 0-1 0 0,1 0 1 0 0,0 0-1 0 0,-1 0 1 0 0,1 1-1 0 0,0-1 1 0 0,-1 0-1 0 0,1 1 1 0 0,0-1-1 0 0,-2 3 1 0 0,3-2 579 0 0,0-1-720 0 0,1 0 0 0 0,-1 1 0 0 0,0-1 1 0 0,1 0-1 0 0,-1 0 0 0 0,1 1 0 0 0,0-1 0 0 0,-1 0 1 0 0,1 0-1 0 0,0 0 0 0 0,0 0 0 0 0,0 0 0 0 0,0 0 0 0 0,0 0 1 0 0,0 0-1 0 0,0 0 0 0 0,0 0 0 0 0,0 0 0 0 0,0-1 1 0 0,0 1-1 0 0,1-1 0 0 0,-1 1 0 0 0,0 0 0 0 0,0-1 0 0 0,1 0 1 0 0,-1 1-1 0 0,0-1 0 0 0,1 0 0 0 0,-1 0 0 0 0,1 0 1 0 0,-1 0-1 0 0,0 0 0 0 0,1 0 0 0 0,-1 0 0 0 0,0 0 0 0 0,1 0 1 0 0,1-1-1 0 0,54-9 459 0 0,-55 9-470 0 0,12-3 49 0 0,-1-1-1 0 0,0-1 0 0 0,0 0 0 0 0,0-1 1 0 0,-1 0-1 0 0,0-1 0 0 0,-1 0 0 0 0,1-1 0 0 0,13-14 1 0 0,2-5 14 0 0,0-1 1 0 0,24-36-1 0 0,-36 42-62 0 0,-1-2 0 0 0,-1 0 0 0 0,-2 0 0 0 0,0-1 0 0 0,-1 0 0 0 0,-2-1 0 0 0,-1 0 0 0 0,-1-1 0 0 0,-1 1 1 0 0,1-33-1 0 0,-5 50 8 0 0,-1 0 0 0 0,0-1 0 0 0,-1 1 0 0 0,0 0 0 0 0,-1 0 0 0 0,0 0 0 0 0,0 0 0 0 0,-1 0 0 0 0,0 0 1 0 0,-5-9-1 0 0,7 16-5 0 0,-1 1 0 0 0,1-1 0 0 0,0 1 0 0 0,-1-1 0 0 0,1 1 0 0 0,-1 0 0 0 0,0-1 0 0 0,0 1 0 0 0,0 0 0 0 0,0 0 0 0 0,0 1 0 0 0,0-1 1 0 0,0 0-1 0 0,-1 1 0 0 0,1-1 0 0 0,-1 1 0 0 0,1 0 0 0 0,-1 0 0 0 0,0 0 0 0 0,1 0 0 0 0,-1 0 0 0 0,0 0 0 0 0,1 1 0 0 0,-1-1 0 0 0,0 1 0 0 0,0 0 0 0 0,0 0 1 0 0,0 0-1 0 0,1 0 0 0 0,-1 0 0 0 0,0 1 0 0 0,0-1 0 0 0,0 1 0 0 0,1 0 0 0 0,-1 0 0 0 0,1 0 0 0 0,-1 0 0 0 0,0 0 0 0 0,-4 4 0 0 0,-1-1 32 0 0,1 1-1 0 0,-1 0 1 0 0,1 1 0 0 0,0 0-1 0 0,0 0 1 0 0,0 0-1 0 0,1 1 1 0 0,0 0-1 0 0,1 0 1 0 0,-1 1-1 0 0,1-1 1 0 0,1 1-1 0 0,-1 0 1 0 0,1 1-1 0 0,1-1 1 0 0,0 1 0 0 0,0-1-1 0 0,0 1 1 0 0,-2 18-1 0 0,4-13-11 0 0,0 0 0 0 0,1 0 0 0 0,0 0 0 0 0,1 0-1 0 0,0 0 1 0 0,2 0 0 0 0,-1 0 0 0 0,2 0 0 0 0,0-1 0 0 0,0 1-1 0 0,2-1 1 0 0,8 17 0 0 0,-4-11-8 0 0,1-1-1 0 0,1 0 0 0 0,0 0 1 0 0,1-1-1 0 0,1-1 1 0 0,1 0-1 0 0,0-1 1 0 0,1-1-1 0 0,1 0 1 0 0,0-1-1 0 0,1-1 0 0 0,0-1 1 0 0,33 16-1 0 0,-19-10 954 0 0,-30-16-1085 0 0,-10 10-1431 0 0,1 1-1113 0 0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4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81 944 0 0,'0'-14'1804'0'0,"-2"-3"-352"0"0,2 5-264 0 0,2-1-7 0 0,-7 2-1173 0 0,3-2-5233 0 0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5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0 912 0 0,'0'0'6569'0'0,"-3"5"-6198"0"0,0 1-203 0 0,1 0 0 0 0,0 0 0 0 0,0 0 0 0 0,0 1 0 0 0,1-1 0 0 0,0 1 0 0 0,0-1 0 0 0,1 1 0 0 0,0-1 0 0 0,1 11 0 0 0,-4 35 598 0 0,3-50-736 0 0,-1-1 0 0 0,1 1 0 0 0,0 0 0 0 0,0-1 1 0 0,0 1-1 0 0,0-1 0 0 0,1 1 0 0 0,-1 0 0 0 0,0-1 0 0 0,1 1 0 0 0,-1-1 0 0 0,1 1 0 0 0,-1-1 0 0 0,1 1 0 0 0,0-1 0 0 0,0 0 0 0 0,-1 1 0 0 0,1-1 0 0 0,0 0 0 0 0,0 1 0 0 0,0-1 0 0 0,1 0 0 0 0,-1 0 0 0 0,0 0 0 0 0,0 0 0 0 0,1 0 1 0 0,-1 0-1 0 0,0-1 0 0 0,1 1 0 0 0,1 1 0 0 0,-1-2 160 0 0,21-10-4 0 0,-11 4 68 0 0,-1-1 0 0 0,0 0 0 0 0,0-1 0 0 0,-1 0 0 0 0,0 0 0 0 0,-1-1 0 0 0,17-20 1 0 0,-25 28-187 0 0,0 1-46 0 0,0 0 0 0 0,-1 0 0 0 0,1 0 0 0 0,-1 0 1 0 0,1 0-1 0 0,-1 0 0 0 0,1 0 0 0 0,-1 0 0 0 0,1-1 0 0 0,-1 1 0 0 0,1 0 0 0 0,-1 0 0 0 0,1-1 0 0 0,-1 1 0 0 0,1 0 0 0 0,-1-1 0 0 0,1 1 0 0 0,-1 0 0 0 0,1-1 0 0 0,-1 1 0 0 0,0-1 0 0 0,1 1 0 0 0,-1-1 0 0 0,0 1 1 0 0,1 0-1 0 0,-1-1 0 0 0,0 0 0 0 0,0 1 0 0 0,1-1 0 0 0,-1 1 0 0 0,0-1 0 0 0,0 1 0 0 0,0-1 0 0 0,0 1 0 0 0,0-1 0 0 0,0 1 0 0 0,0-1 0 0 0,0 0 0 0 0,0 1 0 0 0,0-1 0 0 0,0 1 0 0 0,0-1 0 0 0,0 1 0 0 0,0-1 0 0 0,-1 1 1 0 0,1-1-1 0 0,0 0 0 0 0,-1 0 0 0 0,1 0 51 0 0,0 0 0 0 0,0 1 0 0 0,0-1 0 0 0,-1 0 0 0 0,1 0 1 0 0,0 0-1 0 0,0 1 0 0 0,-1-1 0 0 0,1 0 0 0 0,0 0 0 0 0,-1 1 0 0 0,1-1 1 0 0,-1 0-1 0 0,1 1 0 0 0,-1-1 0 0 0,0 1 0 0 0,1-1 0 0 0,-1 0 0 0 0,1 1 1 0 0,-1 0-1 0 0,-1-2 0 0 0,1 5-70 0 0,0-1 0 0 0,1 0-1 0 0,-1 0 1 0 0,1 1 0 0 0,-1-1 0 0 0,1 1 0 0 0,0-1 0 0 0,0 0-1 0 0,0 1 1 0 0,0-1 0 0 0,1 1 0 0 0,-1-1 0 0 0,1 0 0 0 0,-1 0-1 0 0,1 1 1 0 0,0-1 0 0 0,0 0 0 0 0,0 0 0 0 0,0 1 0 0 0,0-1-1 0 0,0 0 1 0 0,1 0 0 0 0,-1-1 0 0 0,1 1 0 0 0,-1 0 0 0 0,1 0-1 0 0,0-1 1 0 0,3 3 0 0 0,-1-1 4 0 0,1 0 0 0 0,0 0 1 0 0,0-1-1 0 0,1 1 0 0 0,-1-1 0 0 0,0-1 1 0 0,1 1-1 0 0,-1-1 0 0 0,1 0 0 0 0,-1 0 0 0 0,1 0 1 0 0,8-1-1 0 0,4 0-5 0 0,0-1-1 0 0,0-1 1 0 0,-1 0 0 0 0,26-7 0 0 0,-34 6 9 0 0,-1 0 1 0 0,0 0-1 0 0,1-1 1 0 0,-1 1-1 0 0,0-2 1 0 0,-1 1-1 0 0,1-1 1 0 0,-1-1-1 0 0,0 1 1 0 0,10-11-1 0 0,-16 15 13 0 0,0 1 0 0 0,0-1-1 0 0,0 0 1 0 0,-1 0 0 0 0,1 1 0 0 0,0-1-1 0 0,-1 0 1 0 0,1 0 0 0 0,0 0-1 0 0,-1 0 1 0 0,1 0 0 0 0,-1 0 0 0 0,1 0-1 0 0,-1 0 1 0 0,0 0 0 0 0,1 0-1 0 0,-1 0 1 0 0,0 0 0 0 0,0 0 0 0 0,0 0-1 0 0,0 0 1 0 0,0 0 0 0 0,0-1-1 0 0,0 1 1 0 0,0 0 0 0 0,-1-2 0 0 0,0 2 2 0 0,0 0 1 0 0,0 1-1 0 0,1-1 1 0 0,-2 0-1 0 0,1 0 1 0 0,0 0-1 0 0,0 1 1 0 0,0-1-1 0 0,0 0 1 0 0,0 1-1 0 0,-1-1 1 0 0,1 1-1 0 0,0 0 1 0 0,0-1 0 0 0,-1 1-1 0 0,1 0 1 0 0,0 0-1 0 0,-3 0 1 0 0,0-1 33 0 0,0 1 0 0 0,0 0 0 0 0,0 0 0 0 0,0 0 0 0 0,0 1 0 0 0,0 0 0 0 0,0-1 0 0 0,0 1 0 0 0,0 1 0 0 0,0-1 0 0 0,0 1 0 0 0,1-1 0 0 0,-1 1 0 0 0,-5 3 0 0 0,7-3-55 0 0,1 0-1 0 0,-1-1 0 0 0,0 1 1 0 0,1 0-1 0 0,-1 0 1 0 0,1 0-1 0 0,0 0 1 0 0,-1 0-1 0 0,1 0 1 0 0,0 0-1 0 0,0 0 1 0 0,0 1-1 0 0,1-1 1 0 0,-1 0-1 0 0,0 0 1 0 0,1 1-1 0 0,0-1 0 0 0,-1 1 1 0 0,1-1-1 0 0,0 0 1 0 0,0 1-1 0 0,1-1 1 0 0,-1 1-1 0 0,0-1 1 0 0,1 0-1 0 0,-1 1 1 0 0,1-1-1 0 0,0 0 1 0 0,0 0-1 0 0,0 1 1 0 0,0-1-1 0 0,0 0 0 0 0,0 0 1 0 0,1 0-1 0 0,-1 0 1 0 0,1 0-1 0 0,-1-1 1 0 0,1 1-1 0 0,0 0 1 0 0,0-1-1 0 0,-1 1 1 0 0,1-1-1 0 0,0 0 1 0 0,0 1-1 0 0,1-1 1 0 0,-1 0-1 0 0,0 0 0 0 0,0 0 1 0 0,4 0-1 0 0,0 2-496 0 0,0-1 0 0 0,0 0-1 0 0,0 0 1 0 0,1 0 0 0 0,-1-1-1 0 0,1 0 1 0 0,-1 0 0 0 0,0-1-1 0 0,1 0 1 0 0,10-1-1 0 0,18-11-7189 0 0,-20 3 4280 0 0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06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38 608 0 0,'-1'-1'147'0'0,"1"1"0"0"0,-1 0 0 0 0,1 0 0 0 0,-1 0 0 0 0,1-1 0 0 0,-1 1-1 0 0,0 0 1 0 0,1-1 0 0 0,-1 1 0 0 0,1-1 0 0 0,0 1 0 0 0,-1 0 0 0 0,1-1 0 0 0,-1 1 0 0 0,1-1 0 0 0,0 1 0 0 0,-1-1 0 0 0,1 0 0 0 0,0 1-1 0 0,0-1 1 0 0,-1 1 0 0 0,1-1 0 0 0,0 1 0 0 0,0-1 0 0 0,0 0 0 0 0,0 1 0 0 0,0-1 0 0 0,-1 1 0 0 0,1-1 0 0 0,0 0 0 0 0,1 1-1 0 0,-1-1 1 0 0,0 0 0 0 0,0 1 0 0 0,0-1 0 0 0,0 1 0 0 0,0-1 0 0 0,1 1 0 0 0,-1-1 0 0 0,0 0 0 0 0,0 1 0 0 0,1-1 0 0 0,-1 1-1 0 0,0-1 1 0 0,1 1 0 0 0,-1-1 0 0 0,1 1 0 0 0,-1 0 0 0 0,1-1 0 0 0,-1 1 0 0 0,1-1 0 0 0,-1 1 0 0 0,1-1 0 0 0,1 0-32 0 0,0 0 1 0 0,0 0-1 0 0,0 0 1 0 0,0 0 0 0 0,0 0-1 0 0,0 0 1 0 0,0 0-1 0 0,0 1 1 0 0,0-1 0 0 0,0 1-1 0 0,1-1 1 0 0,-1 1-1 0 0,0 0 1 0 0,0 0 0 0 0,0 0-1 0 0,1 0 1 0 0,2 1-1 0 0,22 8-767 0 0,-5 0-4846 0 0,-14-4 2982 0 0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0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199 176 72 0 0,'-1'-2'401'0'0,"0"-1"0"0"0,1 1 1 0 0,-1-1-1 0 0,0 1 0 0 0,0-1 0 0 0,0 1 1 0 0,-1 0-1 0 0,1 0 0 0 0,-1-1 0 0 0,1 1 0 0 0,-1 0 1 0 0,0 0-1 0 0,0 0 0 0 0,1 1 0 0 0,-1-1 1 0 0,-1 0-1 0 0,-1-1 0 0 0,2 2 66 0 0,-32 16 105 0 0,22-5-413 0 0,0 2 1 0 0,0 0-1 0 0,2 0 1 0 0,0 1-1 0 0,0 0 1 0 0,1 1-1 0 0,0 0 1 0 0,-11 27-1 0 0,18-37-139 0 0,-3 5 19 0 0,1-1 0 0 0,0 1 0 0 0,1 1-1 0 0,0-1 1 0 0,0 0 0 0 0,1 1 0 0 0,1 0 0 0 0,-1-1-1 0 0,1 1 1 0 0,1 0 0 0 0,0 0 0 0 0,0 0 0 0 0,1-1-1 0 0,0 1 1 0 0,1 0 0 0 0,0-1 0 0 0,0 1-1 0 0,1-1 1 0 0,1 0 0 0 0,-1 0 0 0 0,10 17 0 0 0,-12-24-29 0 0,0-1 1 0 0,0 1 0 0 0,0-1-1 0 0,0 1 1 0 0,1-1 0 0 0,-1 0-1 0 0,0 1 1 0 0,0-1 0 0 0,1 0 0 0 0,-1 0-1 0 0,1 0 1 0 0,-1 0 0 0 0,1 0-1 0 0,0-1 1 0 0,-1 1 0 0 0,1 0-1 0 0,0-1 1 0 0,-1 1 0 0 0,1-1-1 0 0,0 1 1 0 0,0-1 0 0 0,-1 0-1 0 0,5 0 1 0 0,-3 0 1 0 0,-1-1-1 0 0,1 0 1 0 0,0 0 0 0 0,0 0-1 0 0,-1 0 1 0 0,1-1 0 0 0,0 1-1 0 0,-1-1 1 0 0,1 1-1 0 0,-1-1 1 0 0,0 0 0 0 0,0 0-1 0 0,3-3 1 0 0,1-2 8 0 0,1 0 0 0 0,-2-1-1 0 0,1 0 1 0 0,-1 0 0 0 0,0 0 0 0 0,-1 0 0 0 0,7-18 0 0 0,-8 12-19 0 0,4-7 5 0 0,-2-1 0 0 0,-1 0 0 0 0,0 0 0 0 0,-2 0-1 0 0,0-36 1 0 0,-2 56-8 0 0,1 1-5 0 0,-1 1 5 0 0,1-1 1 0 0,0 1-1 0 0,-1-1 1 0 0,1 1-1 0 0,0-1 1 0 0,0 1-1 0 0,-1 0 1 0 0,1-1-1 0 0,0 1 1 0 0,0 0-1 0 0,-1-1 1 0 0,1 1-1 0 0,0 0 1 0 0,0 0-1 0 0,0 0 1 0 0,0 0-1 0 0,-1 0 1 0 0,1 0-1 0 0,0 0 1 0 0,0 0-1 0 0,0 0 1 0 0,0 0-1 0 0,-1 1 1 0 0,1-1-1 0 0,1 1 1 0 0,46 4 0 0 0,-2 0 10 0 0,-8-4-5 0 0,1-2 1 0 0,-1-1-1 0 0,0-3 1 0 0,39-8-1 0 0,-58 8 0 0 0,0 0-1 0 0,0-1 1 0 0,0-1-1 0 0,-1-1 0 0 0,0 0 1 0 0,-1-1-1 0 0,1-1 1 0 0,-2-1-1 0 0,25-20 0 0 0,-37 27 17 0 0,1 0 1 0 0,-1-1-1 0 0,0 1 0 0 0,0-1 0 0 0,-1 0 0 0 0,1-1 0 0 0,-1 1 0 0 0,0 0 0 0 0,0-1 1 0 0,-1 0-1 0 0,0 0 0 0 0,0 1 0 0 0,0-1 0 0 0,-1 0 0 0 0,1-1 0 0 0,-2 1 0 0 0,1 0 0 0 0,-1 0 1 0 0,1 0-1 0 0,-2-1 0 0 0,1 1 0 0 0,-3-12 0 0 0,2 17 47 0 0,0 2-65 0 0,-1 0 0 0 0,0 1 0 0 0,0-1 0 0 0,1 1-1 0 0,-1 0 1 0 0,1-1 0 0 0,0 1 0 0 0,-1 0-1 0 0,1 0 1 0 0,0 0 0 0 0,0 0 0 0 0,-1 3 0 0 0,0-1 1 0 0,-13 21 21 0 0,2 1 0 0 0,1 0 0 0 0,1 1-1 0 0,1 0 1 0 0,-11 53 0 0 0,19-74-15 0 0,-52 283 240 0 0,37-179-196 0 0,10-70-25 0 0,-5 37 41 0 0,-2 0 0 0 0,-4-1 1 0 0,-45 119-1 0 0,60-188-56 0 0,-1 0-1 0 0,0 0 1 0 0,-1 0 0 0 0,1 0-1 0 0,-1-1 1 0 0,-1 0 0 0 0,1 0 0 0 0,-1 0-1 0 0,0-1 1 0 0,0 1 0 0 0,-10 5 0 0 0,14-10-11 0 0,0 0 0 0 0,0 0 0 0 0,0 0 1 0 0,0 0-1 0 0,0 0 0 0 0,-1 0 0 0 0,1 0 1 0 0,0-1-1 0 0,0 1 0 0 0,-1-1 1 0 0,1 0-1 0 0,0 0 0 0 0,-1 0 0 0 0,1 0 1 0 0,0 0-1 0 0,-1 0 0 0 0,1-1 0 0 0,0 1 1 0 0,-1-1-1 0 0,1 1 0 0 0,0-1 0 0 0,0 0 1 0 0,0 0-1 0 0,-1 0 0 0 0,1 0 0 0 0,0 0 1 0 0,0-1-1 0 0,1 1 0 0 0,-1-1 0 0 0,0 1 1 0 0,0-1-1 0 0,1 1 0 0 0,-1-1 0 0 0,1 0 1 0 0,-1 0-1 0 0,1 0 0 0 0,0 0 1 0 0,0 0-1 0 0,0 0 0 0 0,0 0 0 0 0,0-1 1 0 0,-1-2-1 0 0,-1-2-12 0 0,0 0 0 0 0,1 0 1 0 0,0-1-1 0 0,0 1 0 0 0,0 0 0 0 0,1-1 0 0 0,0 1 1 0 0,1-1-1 0 0,0 1 0 0 0,0-1 0 0 0,0 1 1 0 0,1-1-1 0 0,0 1 0 0 0,3-11 0 0 0,0 7-17 0 0,0 0 1 0 0,0 0-1 0 0,2 0 0 0 0,-1 1 0 0 0,1 0 1 0 0,1 0-1 0 0,0 0 0 0 0,11-12 0 0 0,-1 4-157 0 0,0 2 0 0 0,2 0 0 0 0,0 1 0 0 0,0 0 0 0 0,1 2 0 0 0,1 0 0 0 0,0 2 0 0 0,27-11 0 0 0,102-27-5936 0 0,-113 37 3490 0 0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1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68 664 0 0,'4'-68'8118'0'0,"-4"77"-7529"0"0,-20 217 2086 0 0,-1 16-1200 0 0,10-92-192 0 0,6-97-2815 0 0,1 0-4009 0 0,2-58 2614 0 0,-7-20 223 0 0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1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1 533 244 0 0,'62'-23'583'0'0,"-26"12"-126"0"0,0-2-1 0 0,-1-2 0 0 0,-1-1 1 0 0,0-2-1 0 0,34-24 0 0 0,-61 37-324 0 0,0-1 0 0 0,0 0-1 0 0,0-1 1 0 0,-1 1-1 0 0,1-1 1 0 0,-2 0 0 0 0,1-1-1 0 0,-1 1 1 0 0,0-1-1 0 0,-1 0 1 0 0,0-1 0 0 0,0 1-1 0 0,0-1 1 0 0,-2 0-1 0 0,1 1 1 0 0,-1-1 0 0 0,0 0-1 0 0,0-1 1 0 0,-1 1-1 0 0,-1 0 1 0 0,0 0 0 0 0,0 0-1 0 0,0-1 1 0 0,-1 1-1 0 0,-1 0 1 0 0,-3-13 0 0 0,1 5 270 0 0,-2 1 1 0 0,0 0 0 0 0,0 0-1 0 0,-2 0 1 0 0,0 1 0 0 0,0 0 0 0 0,-2 0-1 0 0,-17-20 1 0 0,26 33-92 0 0,-2 5-228 0 0,-1 1-49 0 0,0 1 0 0 0,1 0 1 0 0,-1-1-1 0 0,1 1 0 0 0,0 1 0 0 0,0-1 1 0 0,0 0-1 0 0,1 1 0 0 0,0 0 0 0 0,-3 10 0 0 0,-13 72 258 0 0,14-65-219 0 0,-9 81 230 0 0,-1 129 0 0 0,7-78-80 0 0,4-91-93 0 0,3-62-83 0 0,0 4-84 0 0,1-4 1610 0 0,15-47-1492 0 0,-15 44-80 0 0,1-5 3 0 0,-1 5-5 0 0,-1 0 1 0 0,0 0-1 0 0,0 0 1 0 0,0 0-1 0 0,1 0 1 0 0,-1 0-1 0 0,1 0 1 0 0,-1 0-1 0 0,0 0 1 0 0,1 0 0 0 0,-1 0-1 0 0,1 1 1 0 0,0-1-1 0 0,-1 0 1 0 0,1 0-1 0 0,0 1 1 0 0,0-1-1 0 0,-1 0 1 0 0,1 1-1 0 0,0-1 1 0 0,0 1-1 0 0,0-1 1 0 0,0 1-1 0 0,1-1 1 0 0,29 5-7 0 0,51 14 0 0 0,-57-10 15 0 0,2-2 0 0 0,-1-2 0 0 0,49 4 1 0 0,-63-8-1 0 0,0 0 0 0 0,-1-1 0 0 0,1 0 1 0 0,-1-1-1 0 0,1 0 0 0 0,-1-1 0 0 0,0 0 0 0 0,21-10 1 0 0,-30 13 12 0 0,-1-1-1 0 0,0 0 1 0 0,0 1 0 0 0,0-1 0 0 0,0 0 0 0 0,0 0 0 0 0,0 0 0 0 0,0 0 0 0 0,0 0 0 0 0,0 0-1 0 0,0 0 1 0 0,-1 0 0 0 0,1 0 0 0 0,0 0 0 0 0,-1-1 0 0 0,1 1 0 0 0,-1 0 0 0 0,1 0-1 0 0,-1-1 1 0 0,1 1 0 0 0,-1 0 0 0 0,0-1 0 0 0,0 1 0 0 0,0 0 0 0 0,0-1 0 0 0,0 1 0 0 0,0 0-1 0 0,0-1 1 0 0,0 0 0 0 0,-16-33 1411 0 0,16 35-1409 0 0,-1-1 156 0 0,-3-5 530 0 0,9 14-967 0 0,0-1 0 0 0,0 1 0 0 0,1-1 1 0 0,0-1-1 0 0,0 1 0 0 0,0-1 0 0 0,1 0 0 0 0,0 0 0 0 0,0-1 0 0 0,13 7 0 0 0,8 4-3760 0 0,51 20 0 0 0,-40-20 259 0 0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2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88 888 0 0,'-36'-88'9950'0'0,"35"95"-9546"0"0,1 18-18 0 0,0 0 0 0 0,1 0-1 0 0,8 40 1 0 0,-4-32 26 0 0,2 67 0 0 0,-7-41-136 0 0,0-33-121 0 0,0 0 0 0 0,-1 0 0 0 0,-2 0 0 0 0,-7 33 0 0 0,9-58-140 0 0,0 1 0 0 0,1-1-1 0 0,-1 0 1 0 0,1 0 0 0 0,-1 0 0 0 0,1 0 0 0 0,0 1-1 0 0,-1-1 1 0 0,1 0 0 0 0,0 0 0 0 0,0 0-1 0 0,0 1 1 0 0,0-1 0 0 0,0 0 0 0 0,0 0 0 0 0,0 1-1 0 0,1-1 1 0 0,-1 0 0 0 0,0 0 0 0 0,1 1 0 0 0,-1-1-1 0 0,1 0 1 0 0,-1 0 0 0 0,1 0 0 0 0,-1 0-1 0 0,1 0 1 0 0,0 0 0 0 0,-1 0 0 0 0,1 0 0 0 0,0 0-1 0 0,0 0 1 0 0,0 0 0 0 0,0 0 0 0 0,1 0 0 0 0,2 0-4 0 0,1 0 0 0 0,-1 0 0 0 0,0-1 0 0 0,1 1 1 0 0,-1-1-1 0 0,0 0 0 0 0,1-1 0 0 0,5 0 1 0 0,21-1 0 0 0,-26 3-11 0 0,-1-1 0 0 0,1 1-1 0 0,0 0 1 0 0,0 0-1 0 0,-1 0 1 0 0,1 1-1 0 0,0-1 1 0 0,-1 1-1 0 0,0 0 1 0 0,1 1-1 0 0,-1-1 1 0 0,0 1 0 0 0,0 0-1 0 0,0 0 1 0 0,-1 0-1 0 0,1 0 1 0 0,-1 1-1 0 0,1-1 1 0 0,-1 1-1 0 0,0 0 1 0 0,-1 0 0 0 0,5 8-1 0 0,-7-11 1 0 0,1 0-1 0 0,-1 0 1 0 0,1 1 0 0 0,-1-1-1 0 0,0 0 1 0 0,0 1 0 0 0,0-1-1 0 0,0 0 1 0 0,0 0 0 0 0,0 1-1 0 0,0-1 1 0 0,0 0 0 0 0,-1 0-1 0 0,1 1 1 0 0,0-1 0 0 0,-1 0-1 0 0,1 0 1 0 0,-1 0 0 0 0,1 1-1 0 0,-1-1 1 0 0,1 0 0 0 0,-1 0-1 0 0,0 0 1 0 0,0 0-1 0 0,0 0 1 0 0,1 0 0 0 0,-1 0-1 0 0,0 0 1 0 0,0-1 0 0 0,0 1-1 0 0,-3 1 1 0 0,-35 21 3 0 0,36-21-4 0 0,-9 3-1 0 0,-1-1 0 0 0,0 1 1 0 0,0-2-1 0 0,0 0 0 0 0,-22 2 0 0 0,27-4-6 0 0,1 0-1 0 0,-1-1 0 0 0,0 0 1 0 0,0 0-1 0 0,1-1 1 0 0,-1 0-1 0 0,0-1 0 0 0,1 1 1 0 0,-1-1-1 0 0,1-1 0 0 0,-8-3 1 0 0,14 6-62 0 0,0-1 1 0 0,1 1 0 0 0,-1-1 0 0 0,0 1-1 0 0,0-1 1 0 0,0 0 0 0 0,1 1-1 0 0,-1-1 1 0 0,0 0 0 0 0,1 0-1 0 0,-1 1 1 0 0,1-1 0 0 0,-1 0-1 0 0,1 0 1 0 0,-1 0 0 0 0,1 0 0 0 0,-1 0-1 0 0,1 0 1 0 0,0 0 0 0 0,0 0-1 0 0,0 0 1 0 0,-1 0 0 0 0,1 0-1 0 0,0 0 1 0 0,0 0 0 0 0,0 0 0 0 0,0 0-1 0 0,0 0 1 0 0,1 0 0 0 0,-1 0-1 0 0,0 0 1 0 0,0 0 0 0 0,1 0-1 0 0,-1 1 1 0 0,0-1 0 0 0,2-2 0 0 0,22-31-4898 0 0,-19 29 3116 0 0,9-13-1464 0 0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2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1 796 0 0,'9'11'2400'0'0,"-10"-4"-2108"0"0,1 1 0 0 0,-1-1 0 0 0,2 1-1 0 0,-1-1 1 0 0,1 0 0 0 0,0 1 0 0 0,1-1 0 0 0,0 0 0 0 0,0 0 0 0 0,0 0 0 0 0,1 0 0 0 0,0 0 0 0 0,0-1 0 0 0,1 1 0 0 0,0-1 0 0 0,7 9 0 0 0,-6-8-127 0 0,0-1 0 0 0,1 1 0 0 0,0-1 0 0 0,0 0 0 0 0,0-1 0 0 0,1 0 0 0 0,-1 0 0 0 0,1 0 0 0 0,1-1 0 0 0,-1 0 0 0 0,1 0 0 0 0,-1-1 0 0 0,1 0 0 0 0,12 3 0 0 0,-17-5-100 0 0,-1-1 0 0 0,0 0-1 0 0,1 0 1 0 0,-1 0 0 0 0,0-1-1 0 0,0 1 1 0 0,1 0 0 0 0,-1-1-1 0 0,0 1 1 0 0,0-1 0 0 0,0 0-1 0 0,1 0 1 0 0,-1 0 0 0 0,0 0-1 0 0,0 0 1 0 0,0 0-1 0 0,-1-1 1 0 0,1 1 0 0 0,0-1-1 0 0,0 1 1 0 0,-1-1 0 0 0,1 0-1 0 0,-1 1 1 0 0,1-1 0 0 0,-1 0-1 0 0,0 0 1 0 0,0 0 0 0 0,0 0-1 0 0,0 0 1 0 0,0 0 0 0 0,0-1-1 0 0,0 1 1 0 0,0-5 0 0 0,2-5 199 0 0,0 0 0 0 0,-1 0 0 0 0,0 0 0 0 0,0-25 0 0 0,-2-18 307 0 0,0 52-563 0 0,0 1-329 0 0,0 2 276 0 0,0 0 0 0 0,0-1 0 0 0,0 1 0 0 0,0 0 1 0 0,0 0-1 0 0,0 0 0 0 0,0 0 0 0 0,0-1 0 0 0,0 1 0 0 0,0 0 0 0 0,0 0 0 0 0,0 0 0 0 0,0 0 0 0 0,0-1 1 0 0,0 1-1 0 0,0 0 0 0 0,0 0 0 0 0,0 0 0 0 0,0 0 0 0 0,0 0 0 0 0,0-1 0 0 0,0 1 0 0 0,0 0 0 0 0,0 0 0 0 0,0 0 1 0 0,1 0-1 0 0,-1 0 0 0 0,0-1 0 0 0,0 1 0 0 0,0 0 0 0 0,0 0 0 0 0,0 0 0 0 0,0 0 0 0 0,1 0 0 0 0,-1 0 0 0 0,0 0 1 0 0,0 0-1 0 0,0 0 0 0 0,0 0 0 0 0,1-1 0 0 0,-1 1 0 0 0,0 0 0 0 0,0 0 0 0 0,0 0 0 0 0,0 0 0 0 0,1 0 0 0 0,-1 0 1 0 0,0 0-1 0 0,0 0 0 0 0,0 0 0 0 0,0 0 0 0 0,1 1 0 0 0,-1-1 0 0 0,0 0 0 0 0,0 0 0 0 0,0 0 0 0 0,0 0 0 0 0,0 0 1 0 0,1 0-1 0 0,-1 0 0 0 0,4 2-538 0 0,10 3 432 0 0,5 1-5494 0 0,-4-2 2668 0 0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51 768 0 0,'0'0'4994'0'0,"0"2"-4906"0"0,0-1 1 0 0,0 1-1 0 0,0-1 1 0 0,0 1-1 0 0,0 0 0 0 0,0-1 1 0 0,0 1-1 0 0,1-1 1 0 0,-1 1-1 0 0,0-1 0 0 0,1 1 1 0 0,1 2-1 0 0,2-1 41 0 0,0 0-1 0 0,0 1 0 0 0,0-2 0 0 0,1 1 0 0 0,-1 0 1 0 0,1-1-1 0 0,0 0 0 0 0,-1 0 0 0 0,1 0 0 0 0,0-1 1 0 0,0 0-1 0 0,1 0 0 0 0,-1 0 0 0 0,0 0 0 0 0,0-1 1 0 0,0 0-1 0 0,1 0 0 0 0,-1 0 0 0 0,9-3 0 0 0,1-1 183 0 0,-1-1-1 0 0,1-1 0 0 0,-1 0 1 0 0,0-1-1 0 0,15-10 0 0 0,-9 5 285 0 0,-19 12-566 0 0,0-1 0 0 0,0 1-1 0 0,0-1 1 0 0,0 1 0 0 0,-1-1-1 0 0,1 1 1 0 0,0-1 0 0 0,0 1-1 0 0,0 0 1 0 0,0 0 0 0 0,0 0-1 0 0,0-1 1 0 0,0 1 0 0 0,0 0-1 0 0,0 0 1 0 0,0 0 0 0 0,0 0-1 0 0,0 1 1 0 0,0-1 0 0 0,0 0-1 0 0,0 0 1 0 0,0 1 0 0 0,0-1-1 0 0,0 0 1 0 0,0 1-1 0 0,0-1 1 0 0,0 1 0 0 0,1 0-1 0 0,-1 1 3 0 0,1 0 0 0 0,-1 0 0 0 0,1 0-1 0 0,-1 0 1 0 0,0 0 0 0 0,0 0 0 0 0,0 0-1 0 0,0 1 1 0 0,0-1 0 0 0,0 0-1 0 0,0 5 1 0 0,2 9 22 0 0,-2 1 1 0 0,1 30-1 0 0,-2-35 12 0 0,-2 48 111 0 0,-3 1-1 0 0,-15 75 0 0 0,3-26 49 0 0,17-106-214 0 0,-30 174 298 0 0,25-158-271 0 0,0-1-1 0 0,-2 1 0 0 0,0-1 0 0 0,-1-1 1 0 0,-1 1-1 0 0,-20 30 0 0 0,26-44-23 0 0,-1 0 1 0 0,0-1-1 0 0,0 0 0 0 0,0 0 0 0 0,-1 0 0 0 0,0 0 0 0 0,1 0 0 0 0,-1-1 0 0 0,-1 0 0 0 0,1 0 0 0 0,0 0 0 0 0,-1-1 0 0 0,1 0 1 0 0,-12 3-1 0 0,14-4-8 0 0,0-1 1 0 0,0 0 0 0 0,0 0-1 0 0,0 0 1 0 0,0 0 0 0 0,-1 0-1 0 0,1-1 1 0 0,0 1 0 0 0,0-1 0 0 0,0 0-1 0 0,0 0 1 0 0,1 0 0 0 0,-1 0-1 0 0,0-1 1 0 0,0 1 0 0 0,1-1-1 0 0,-1 1 1 0 0,0-1 0 0 0,1 0-1 0 0,0 0 1 0 0,-1 0 0 0 0,1-1 0 0 0,0 1-1 0 0,0 0 1 0 0,0-1 0 0 0,1 1-1 0 0,-1-1 1 0 0,1 0 0 0 0,-1 0-1 0 0,-1-4 1 0 0,0-3-2 0 0,-1-1 1 0 0,1 1-1 0 0,1-1 1 0 0,0 0-1 0 0,1 0 0 0 0,0 0 1 0 0,0 0-1 0 0,1 1 1 0 0,1-1-1 0 0,0 0 1 0 0,0 0-1 0 0,1 0 0 0 0,1 0 1 0 0,0 1-1 0 0,0-1 1 0 0,1 1-1 0 0,8-17 0 0 0,3-2-17 0 0,1 0 1 0 0,1 1-1 0 0,1 1 0 0 0,40-44 0 0 0,-16 26-22 0 0,3 2-1 0 0,92-70 1 0 0,118-54-27 0 0,-235 156 147 0 0,-1-1-1 0 0,0-1 1 0 0,-1 0-1 0 0,-1-2 0 0 0,0 0 1 0 0,19-23-1 0 0,-35 37 44 0 0,-1 1-115 0 0,0 0 0 0 0,0 0-1 0 0,1 0 1 0 0,-1 0 0 0 0,0 0-1 0 0,0 0 1 0 0,0 0 0 0 0,1-1 0 0 0,-1 1-1 0 0,0 0 1 0 0,0 0 0 0 0,0 0-1 0 0,0 0 1 0 0,0 0 0 0 0,1-1 0 0 0,-1 1-1 0 0,0 0 1 0 0,0 0 0 0 0,0 0-1 0 0,0 0 1 0 0,0-1 0 0 0,0 1 0 0 0,0 0-1 0 0,0 0 1 0 0,0 0 0 0 0,0-1-1 0 0,0 1 1 0 0,0 0 0 0 0,0 0 0 0 0,0 0-1 0 0,0-1 1 0 0,0 1 0 0 0,0 0-1 0 0,0 0 1 0 0,0 0 0 0 0,0-1-1 0 0,0 1 1 0 0,0 0 0 0 0,0 0 0 0 0,0 0-1 0 0,0 0 1 0 0,0-1 0 0 0,0 1-1 0 0,0 0 1 0 0,-1 0 0 0 0,1 0 0 0 0,0 0-1 0 0,0-1 1 0 0,0 1 0 0 0,0 0-1 0 0,0 0 1 0 0,-1 0 0 0 0,1 0 0 0 0,0 0-1 0 0,0 0 1 0 0,0-1 0 0 0,-1 1-1 0 0,-5 5 4 0 0,0-1 0 0 0,0 1 0 0 0,1 0-1 0 0,0 0 1 0 0,-1 1 0 0 0,2-1 0 0 0,-1 1-1 0 0,1 0 1 0 0,0 1 0 0 0,0-1 0 0 0,0 1-1 0 0,1-1 1 0 0,0 1 0 0 0,1 0 0 0 0,-1 0-1 0 0,-1 10 1 0 0,3-12-7 0 0,-1 1-1 0 0,1-1 1 0 0,1 1-1 0 0,-1 0 1 0 0,1 0-1 0 0,0-1 0 0 0,0 1 1 0 0,0 0-1 0 0,1 0 1 0 0,0 0-1 0 0,0-1 1 0 0,0 1-1 0 0,1-1 1 0 0,0 1-1 0 0,0-1 1 0 0,1 0-1 0 0,-1 1 1 0 0,1-1-1 0 0,0 0 1 0 0,0-1-1 0 0,1 1 1 0 0,5 6-1 0 0,-6-9-3 0 0,0 0-1 0 0,-1-1 0 0 0,1 1 0 0 0,0-1 1 0 0,0 1-1 0 0,0-1 0 0 0,0 0 1 0 0,0 0-1 0 0,0-1 0 0 0,0 1 0 0 0,0 0 1 0 0,0-1-1 0 0,0 0 0 0 0,0 0 1 0 0,1 0-1 0 0,-1 0 0 0 0,0 0 1 0 0,0-1-1 0 0,0 1 0 0 0,0-1 0 0 0,0 0 1 0 0,4-2-1 0 0,9-3 10 0 0,-1 0-1 0 0,1-2 1 0 0,13-8 0 0 0,-5 3 19 0 0,162-100-91 0 0,-184 111 52 0 0,-1 1 0 0 0,1 0 0 0 0,0 0 1 0 0,0 1-1 0 0,-1-1 0 0 0,1 0 0 0 0,0 1 0 0 0,0-1 1 0 0,0 1-1 0 0,0-1 0 0 0,0 1 0 0 0,0 0 0 0 0,0 0 1 0 0,0 0-1 0 0,3 0 0 0 0,-4 1 5 0 0,0 0-1 0 0,1 0 1 0 0,-1 0 0 0 0,0 0-1 0 0,0 0 1 0 0,0 0-1 0 0,-1 0 1 0 0,1 0 0 0 0,0 1-1 0 0,0-1 1 0 0,-1 0-1 0 0,1 0 1 0 0,0 1 0 0 0,-1-1-1 0 0,0 0 1 0 0,1 1 0 0 0,-1-1-1 0 0,0 1 1 0 0,1-1-1 0 0,-1 0 1 0 0,0 1 0 0 0,0-1-1 0 0,0 3 1 0 0,0 0 8 0 0,1 0 0 0 0,0-1 1 0 0,1 1-1 0 0,-1 0 0 0 0,1-1 1 0 0,-1 1-1 0 0,1-1 0 0 0,0 1 1 0 0,1-1-1 0 0,-1 0 0 0 0,0 0 0 0 0,1 0 1 0 0,0 0-1 0 0,0-1 0 0 0,0 1 1 0 0,0-1-1 0 0,4 3 0 0 0,7 5-451 0 0,0-2-1 0 0,28 13 1 0 0,-8-12-2584 0 0,-14-7-2756 0 0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3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860 1 768 0 0,'3'12'904'0'0,"-1"0"0"0"0,0 1-1 0 0,-1-1 1 0 0,-1 1 0 0 0,0 0 0 0 0,-1-1-1 0 0,-3 21 1 0 0,0-13 59 0 0,-2 1 0 0 0,0-1 0 0 0,-17 37 0 0 0,-5-3 220 0 0,-3-2-1 0 0,-42 54 1 0 0,70-100-1078 0 0,-30 37 119 0 0,-2-1-1 0 0,-2-1 0 0 0,-1-2 1 0 0,-79 61-1 0 0,-38 7-2636 0 0,-11-15-4207 0 0,58-36 2353 0 0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9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60 8233 0 0,'-42'-22'-111'0'0,"34"17"248"0"0,0 0 0 0 0,0 1 0 0 0,-1 0-1 0 0,1 0 1 0 0,-1 1 0 0 0,0 0 0 0 0,0 0 0 0 0,0 1 0 0 0,0 0-1 0 0,0 1 1 0 0,0 0 0 0 0,-1 0 0 0 0,-17 2 0 0 0,27-1-119 0 0,1 0 0 0 0,-1 0 0 0 0,0 0 0 0 0,0 0 0 0 0,0 0 0 0 0,1 1 0 0 0,-1-1 0 0 0,0 0 0 0 0,0 0 0 0 0,0 0 0 0 0,1 0 0 0 0,-1 1 0 0 0,0-1 0 0 0,0 0 0 0 0,0 0 0 0 0,0 0 0 0 0,0 1 0 0 0,0-1 0 0 0,1 0 0 0 0,-1 0 0 0 0,0 0 0 0 0,0 1 0 0 0,0-1 0 0 0,0 0 0 0 0,0 0 0 0 0,0 1 0 0 0,0-1 0 0 0,0 0 0 0 0,0 0 0 0 0,0 0 0 0 0,0 1 0 0 0,0-1 0 0 0,0 0 0 0 0,0 0 0 0 0,0 1 0 0 0,0-1 0 0 0,-1 0 0 0 0,1 0 0 0 0,0 1 0 0 0,0-1 0 0 0,0 0 0 0 0,0 0 0 0 0,0 0 0 0 0,0 0 0 0 0,-1 1 0 0 0,1-1 0 0 0,0 0 0 0 0,0 0 0 0 0,0 0 0 0 0,0 0 0 0 0,-1 1 0 0 0,1-1 0 0 0,0 0 0 0 0,0 0 0 0 0,0 0 0 0 0,-1 0 0 0 0,1 0 0 0 0,-1 0 0 0 0,20 9 54 0 0,2-3 56 0 0,1-2 0 0 0,-1 0 1 0 0,1-2-1 0 0,0 0 0 0 0,27-2 1 0 0,-8 0-25 0 0,983-5 1948 0 0,-931 5-1840 0 0,-49 1 213 0 0,0-2-1 0 0,46-6 0 0 0,-88 6-341 0 0,-2 1-87 0 0,1 0 1 0 0,-1 0-1 0 0,0 0 0 0 0,0 0 1 0 0,1 0-1 0 0,-1 0 0 0 0,0 0 1 0 0,1 0-1 0 0,-1 0 0 0 0,0 0 1 0 0,1 0-1 0 0,-1 0 0 0 0,0 0 1 0 0,1 1-1 0 0,-1-1 0 0 0,0 0 1 0 0,0 0-1 0 0,1 0 0 0 0,-1 0 1 0 0,0 0-1 0 0,0 1 0 0 0,1-1 1 0 0,-1 0-1 0 0,0 0 0 0 0,0 0 1 0 0,1 1-1 0 0,-1-1 0 0 0,0 0 1 0 0,0 0-1 0 0,0 1 0 0 0,0-1 1 0 0,1 0-1 0 0,-1 1 0 0 0,0-1 1 0 0,0 0-1 0 0,0 0 0 0 0,0 1 1 0 0,0-1-1 0 0,0 0 0 0 0,0 1 1 0 0,0-1-1 0 0,0 0 0 0 0,0 1 1 0 0,0-1-1 0 0,0 0 0 0 0,0 1 1 0 0,0 0-1 0 0,-6 5-409 0 0,0 0 0 0 0,0 0 0 0 0,-1 0-1 0 0,1-1 1 0 0,-2 0 0 0 0,-11 7 0 0 0,12-8-778 0 0,0-1-1 0 0,0 0 1 0 0,0 0 0 0 0,0-1 0 0 0,-9 2-1 0 0,-3-1-1874 0 0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19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1 804 0 0,'0'0'2468'0'0,"7"3"-1380"0"0,15 4-549 0 0,1 0 0 0 0,0-1 0 0 0,0-2 0 0 0,35 4 0 0 0,105-2 939 0 0,-70-4-529 0 0,878 24 5816 0 0,-715-19-4138 0 0,-376 1-6573 0 0,18-1-3753 0 0,58-5 3630 0 0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3:28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 7941,'-36'12'-5635,"25"-9"4337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0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566 49 24 0 0,'0'0'5830'0'0,"-2"-5"-5289"0"0,1 2-420 0 0,-1 1 1 0 0,1-1-1 0 0,0 1 1 0 0,-1-1-1 0 0,0 1 1 0 0,1-1-1 0 0,-1 1 1 0 0,0 0-1 0 0,0 0 1 0 0,0 0-1 0 0,-1 0 1 0 0,1 0-1 0 0,0 0 1 0 0,-1 1-1 0 0,1-1 1 0 0,-1 1-1 0 0,0 0 1 0 0,1-1-1 0 0,-1 1 1 0 0,0 0-1 0 0,0 1 1 0 0,0-1-1 0 0,1 0 1 0 0,-1 1-1 0 0,0 0 1 0 0,0 0-1 0 0,-6 0 1 0 0,-10 1 118 0 0,0 1-1 0 0,0 1 1 0 0,0 1-1 0 0,0 1 1 0 0,1 1 0 0 0,-1 0-1 0 0,-33 17 1 0 0,26-9-29 0 0,0 0 0 0 0,1 2 0 0 0,1 0 0 0 0,-40 37 0 0 0,58-47-167 0 0,0 0 1 0 0,0 0 0 0 0,0 1-1 0 0,1-1 1 0 0,0 1 0 0 0,0 1 0 0 0,1-1-1 0 0,0 1 1 0 0,0-1 0 0 0,1 1-1 0 0,-4 10 1 0 0,7-14-32 0 0,-1 0-1 0 0,1 0 0 0 0,0 0 1 0 0,0-1-1 0 0,0 1 1 0 0,1 0-1 0 0,-1 0 1 0 0,1 0-1 0 0,0-1 0 0 0,0 1 1 0 0,0 0-1 0 0,0-1 1 0 0,1 1-1 0 0,-1-1 1 0 0,1 1-1 0 0,0-1 1 0 0,0 0-1 0 0,0 0 0 0 0,1 0 1 0 0,-1 0-1 0 0,1 0 1 0 0,0 0-1 0 0,-1-1 1 0 0,1 1-1 0 0,0-1 0 0 0,1 0 1 0 0,3 2-1 0 0,24 15 37 0 0,1-2 0 0 0,1-2 1 0 0,58 20-1 0 0,4 2 22 0 0,-64-24-47 0 0,79 38 37 0 0,-98-44-57 0 0,0 0 0 0 0,0 1 0 0 0,-1 1-1 0 0,0-1 1 0 0,0 2 0 0 0,13 15 0 0 0,-21-22-4 0 0,-1 0 1 0 0,1 0 0 0 0,-1 1 0 0 0,0-1-1 0 0,0 1 1 0 0,0 0 0 0 0,-1-1-1 0 0,1 1 1 0 0,-1 0 0 0 0,0 0 0 0 0,0 0-1 0 0,0 0 1 0 0,-1 0 0 0 0,1 0-1 0 0,-1 0 1 0 0,0 1 0 0 0,0-1 0 0 0,-1 5-1 0 0,0-3 2 0 0,-1 1 0 0 0,0-1 0 0 0,-1 1 0 0 0,1-1 0 0 0,-1 0 0 0 0,0 0 0 0 0,-1-1 0 0 0,1 1 0 0 0,-1-1 0 0 0,-6 8 0 0 0,-1-1 5 0 0,-1-1 0 0 0,0 0-1 0 0,0-1 1 0 0,-24 15 0 0 0,-19 4 18 0 0,26-17 20 0 0,0-1 0 0 0,-1-1 0 0 0,-1-2 0 0 0,1-1 0 0 0,-1-1 0 0 0,0-2 0 0 0,-1-1 0 0 0,-49-1 0 0 0,-4-14 459 0 0,80 11-455 0 0,-1 0-1 0 0,1-1 1 0 0,0 0-1 0 0,0 0 1 0 0,0 0-1 0 0,0 0 1 0 0,0-1 0 0 0,1 0-1 0 0,-1 0 1 0 0,1 0-1 0 0,-1 0 1 0 0,1-1-1 0 0,0 1 1 0 0,-4-7-1 0 0,6 8-35 0 0,1 0 0 0 0,0-1 0 0 0,0 1 0 0 0,0 0-1 0 0,0 0 1 0 0,0-1 0 0 0,1 1 0 0 0,-1-1-1 0 0,1 1 1 0 0,0-1 0 0 0,-1 1 0 0 0,1 0 0 0 0,0-1-1 0 0,0 1 1 0 0,1-1 0 0 0,-1 1 0 0 0,0-1-1 0 0,1 1 1 0 0,0-1 0 0 0,-1 1 0 0 0,1 0 0 0 0,0 0-1 0 0,0-1 1 0 0,0 1 0 0 0,1 0 0 0 0,-1 0-1 0 0,1 0 1 0 0,-1 0 0 0 0,1 0 0 0 0,-1 0 0 0 0,1 0-1 0 0,4-2 1 0 0,1-3-1 0 0,1 1 0 0 0,-1 1 0 0 0,1-1-1 0 0,0 1 1 0 0,1 0 0 0 0,-1 1 0 0 0,1 0 0 0 0,0 1 0 0 0,0-1 0 0 0,1 2-1 0 0,-1-1 1 0 0,0 1 0 0 0,1 1 0 0 0,11-1 0 0 0,17 0-144 0 0,0 3 1 0 0,49 5 0 0 0,-24 0-1070 0 0,-54-6 407 0 0,0 1-1 0 0,-1-1 1 0 0,1-1-1 0 0,15-2 1 0 0,2-5-4746 0 0,-13 4 2579 0 0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3:31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11 525 436,'-1'0'120,"1"0"0,-1 0 0,1 0 0,-1 0 0,1 0 0,-1 1 0,1-1 0,-1 0 0,1 1 0,-1-1 0,1 0 0,-1 1 0,1-1 1,-1 0-1,1 1 0,0-1 0,-1 1 0,1-1 0,0 0 0,0 1 0,-1-1 0,1 1 0,0-1 0,0 1 0,0 0 0,-1-1 0,1 1 0,0-1 0,0 1 0,0 0 0,13 11 1934,-9-10-1836,1 0 0,-1 0 0,1-1 0,0 1 0,0-1 0,8 1 0,0-2-69,1-1-1,-1 0 0,0-1 0,1 0 0,-1-1 0,0-1 1,-1 0-1,1-1 0,-1 0 0,0-1 0,0 0 0,0-1 0,-1 0 1,0-1-1,0 0 0,-1-1 0,11-12 0,-20 19-125,1 1 0,-1-1 0,0 0 0,0 0 0,0 0 0,0 0 0,0-1 0,0 1 0,-1 0 0,1 0 1,-1 0-1,1-1 0,-1 1 0,0 0 0,0-1 0,0 1 0,0 0 0,0 0 0,-1-1 0,1 1 0,-1 0 0,1 0 0,-1-1 0,0 1 0,0 0 0,0 0 0,0 0 0,0 0 0,-1 0 0,1 0 0,0 1 0,-1-1 0,1 0 0,-1 1 0,0-1 0,0 1 0,0-1 0,1 1 0,-1 0 0,0 0 0,0 0 0,-1 0 0,1 0 0,0 0 0,0 1 0,0-1 0,-1 1 0,1-1 0,0 1 0,0 0 0,-1 0 0,1 0 0,0 0 0,-1 1 0,1-1 0,-4 1 0,3 0-13,-1 0 0,1 0 0,0 0-1,0 0 1,0 0 0,0 1 0,0-1 0,0 1-1,0 0 1,1-1 0,-1 1 0,0 1-1,1-1 1,0 0 0,-1 1 0,1-1 0,0 1-1,0 0 1,1-1 0,-1 1 0,1 0-1,-1 0 1,1 0 0,0 0 0,0 1-1,0-1 1,0 0 0,1 0 0,-1 1 0,1-1-1,0 0 1,0 0 0,0 4 0,1-2-1,-1 0 0,1 0 1,0 0-1,0 0 0,1 0 1,-1 0-1,1 0 0,0-1 1,0 1-1,1-1 1,-1 1-1,1-1 0,0 0 1,0 0-1,1 0 0,-1-1 1,1 1-1,0-1 0,0 0 1,0 0-1,9 5 0,-2-3-3,0 0 0,1-1 0,-1 0-1,1-1 1,0-1 0,0 0-1,0 0 1,0-1 0,0-1-1,1 0 1,18-3 0,-14 1-4,-1-2 0,1 0 0,-1-2 1,0 1-1,-1-2 0,1 0 0,24-16 0,-18 9 2,-2-2 0,0 0 0,0-1-1,-2-1 1,0 0 0,-1-2 0,-1 0-1,-1-1 1,-1 0 0,-1-1-1,11-24 1,-17 30-14,-1 1 1,0-1-1,-1 0 0,-1-1 1,-1 1-1,2-22 0,-4 28 110,-1-1-1,-1 1 1,0 0-1,0 0 1,-1-1 0,0 1-1,-1 0 1,0 1-1,-1-1 1,0 0-1,-9-13 1,13 22-87,0 1 1,0-1 0,0 1-1,0-1 1,-1 1-1,1-1 1,0 1 0,0-1-1,-1 1 1,1 0-1,0-1 1,-1 1-1,1 0 1,-1-1 0,1 1-1,0 0 1,-1-1-1,1 1 1,-1 0-1,1 0 1,-1-1 0,1 1-1,-1 0 1,1 0-1,-1 0 1,1 0-1,-1 0 1,1 0 0,-1 0-1,1 0 1,-1 0-1,1 0 1,-1 0 0,1 0-1,-1 0 1,1 0-1,-1 0 1,1 0-1,-1 1 1,0-1 0,-16 23 148,-4 40-60,18-35-72,1 1 0,2-1 0,1 1 0,0-1 0,3 0 0,0 0-1,2 0 1,1 0 0,1-1 0,12 29 0,-16-47-18,0 0-1,1 0 1,-1 0-1,2-1 1,-1 0-1,1 0 1,1 0-1,-1-1 1,1 0-1,1 0 1,-1 0 0,1-1-1,12 7 1,-15-10-10,1-1 0,-1 1 0,0-1 0,1-1 0,-1 1 0,1-1 0,-1 0 0,1 0 0,0-1 0,-1 0 0,1 0 0,0 0 1,0-1-1,-1 1 0,1-1 0,-1-1 0,1 1 0,-1-1 0,1 0 0,-1 0 0,0-1 0,0 1 0,0-1 0,6-4 0,8-8 1,-1 0 0,0-1 0,-1-1-1,0-1 1,-2 0 0,0-1 0,-1-1-1,-1 0 1,-1-1 0,0 0 0,-2-1-1,-1 0 1,0-1 0,5-24 0,-11 28 186,-1 0 1,0-1-1,-1 1 1,-1 0-1,-4-24 0,5 42-137,-1-1-1,0 1 0,-1 0 0,1-1 0,0 1 0,0 0 0,-1 0 0,1-1 0,0 1 0,-1 0 1,1 0-1,-1-1 0,0 1 0,1 0 0,-1 0 0,0 0 0,0 0 0,0 0 0,1 0 1,-1 0-1,0 0 0,0 0 0,-2 0 0,2 1-19,0 0 0,0 0 0,0 0 1,-1 0-1,1 0 0,0 0 0,0 1 0,0-1 1,0 0-1,0 1 0,0-1 0,0 1 0,0-1 0,0 1 1,0 0-1,0-1 0,0 1 0,0 0 0,1 0 1,-2 1-1,-4 4 56,1 0 1,0 0-1,0 1 0,0 0 1,-5 13-1,5-7-19,0 0 0,1 1 1,1 0-1,0 0 0,1 0 0,1 0 0,0 18 0,3 10-23,8 46 1,0-7-1033,-10-45-134,-1-11-1964,2-7-3649,1-2 2676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2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324 74 60 0 0,'-1'-7'1192'0'0,"2"0"0"0"0,-1 0 0 0 0,1 0 0 0 0,0-1-1 0 0,4-11 1 0 0,-5 18-255 0 0,4-10 540 0 0,-4 11-1388 0 0,0 0 0 0 0,0 0 1 0 0,0 0-1 0 0,0 0 1 0 0,-1 0-1 0 0,1 0 0 0 0,0 0 1 0 0,0 0-1 0 0,0 0 1 0 0,0 0-1 0 0,-1 0 1 0 0,1 0-1 0 0,0 0 0 0 0,0 0 1 0 0,0 0-1 0 0,0 0 1 0 0,0 0-1 0 0,-1 0 0 0 0,1 0 1 0 0,0 0-1 0 0,0 0 1 0 0,0 0-1 0 0,0 0 1 0 0,0 0-1 0 0,0-1 0 0 0,-1 1 1 0 0,1 0-1 0 0,0 0 1 0 0,0 0-1 0 0,0 0 0 0 0,0 0 1 0 0,0 0-1 0 0,0 0 1 0 0,0-1-1 0 0,0 1 0 0 0,0 0 1 0 0,0 0-1 0 0,0 0 1 0 0,-1 0-1 0 0,1-1 1 0 0,0 1-1 0 0,0 0 0 0 0,0 0 1 0 0,0 0-1 0 0,0 0 1 0 0,0 0-1 0 0,0-1 0 0 0,0 1 1 0 0,0 0-1 0 0,1 0 1 0 0,-1 0-1 0 0,0 0 1 0 0,0 0-1 0 0,0-1 0 0 0,0 1 1 0 0,0 0-1 0 0,0 0 1 0 0,0 0-1 0 0,0 0 0 0 0,0 0 1 0 0,0-1-1 0 0,0 1 1 0 0,1 0-1 0 0,-1 0 0 0 0,0 0 1 0 0,0 0-1 0 0,0 0 1 0 0,0 0-1 0 0,-5 4-80 0 0,0 0 0 0 0,0 0-1 0 0,0 0 1 0 0,0 1 0 0 0,1 0-1 0 0,0 0 1 0 0,0 0 0 0 0,0 1-1 0 0,0-1 1 0 0,-3 10 0 0 0,-32 74 442 0 0,16-33-238 0 0,-24 50 184 0 0,-55 182 0 0 0,83-218-276 0 0,3 2 1 0 0,3 0-1 0 0,-7 126 1 0 0,20-177-94 0 0,0 1 0 0 0,1-1 0 0 0,2 1 0 0 0,0-1 1 0 0,1 0-1 0 0,1 0 0 0 0,1 0 0 0 0,1-1 0 0 0,13 30 0 0 0,-13-38-15 0 0,0-1 0 0 0,0 1-1 0 0,1-1 1 0 0,1 0 0 0 0,-1-1-1 0 0,2 0 1 0 0,-1-1 0 0 0,2 1-1 0 0,-1-2 1 0 0,1 0-1 0 0,0 0 1 0 0,1-1 0 0 0,0 0-1 0 0,0-1 1 0 0,23 8 0 0 0,-7-5-172 0 0,1-1 1 0 0,0-2-1 0 0,0-1 1 0 0,1-2 0 0 0,-1 0-1 0 0,1-2 1 0 0,34-3-1 0 0,26-10-3203 0 0,-5-11-3524 0 0,-48 8 3060 0 0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4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80 702 208 0 0,'0'0'672'0'0,"-5"5"-5"0"0,5-3-45 0 0,5-3 3152 0 0,17-8-3387 0 0,0-1 1 0 0,-1-2-1 0 0,0 0 1 0 0,29-22-1 0 0,75-70 769 0 0,-110 89-1079 0 0,-1-1 0 0 0,-1 0 0 0 0,0-1 0 0 0,-1 0 0 0 0,-1-1 1 0 0,0 0-1 0 0,-2-1 0 0 0,0 0 0 0 0,-1-1 0 0 0,-1 1 0 0 0,-1-2 0 0 0,0 1 0 0 0,-2-1 0 0 0,0 1 0 0 0,-2-1 0 0 0,1-32 0 0 0,-4 41-49 0 0,0 0 1 0 0,-1 0-1 0 0,-1 0 0 0 0,0 1 0 0 0,0-1 0 0 0,-7-14 0 0 0,7 19-3 0 0,0 0 0 0 0,-1 0 0 0 0,1 1 0 0 0,-1-1 0 0 0,-1 1 0 0 0,1 0 0 0 0,-1 1-1 0 0,0-1 1 0 0,0 1 0 0 0,-10-8 0 0 0,13 12-21 0 0,0 0 0 0 0,0 0 0 0 0,0 1 0 0 0,-1-1 0 0 0,1 1 0 0 0,0 0 0 0 0,0-1 0 0 0,0 1 0 0 0,-1 0 0 0 0,1 0 0 0 0,0 0 1 0 0,0 0-1 0 0,0 1 0 0 0,-1-1 0 0 0,1 1 0 0 0,0-1 0 0 0,0 1 0 0 0,0 0 0 0 0,0 0 0 0 0,0 0 0 0 0,0 0 0 0 0,0 0 0 0 0,0 0 0 0 0,0 0 0 0 0,1 1 0 0 0,-1-1 0 0 0,0 1 0 0 0,1-1 0 0 0,-1 1 0 0 0,1 0 0 0 0,0 0 0 0 0,-3 3 1 0 0,-4 6 47 0 0,0 0 0 0 0,0 1 0 0 0,-10 20 1 0 0,6-3 67 0 0,1 1 1 0 0,-13 60-1 0 0,10-34-30 0 0,-209 999 954 0 0,215-1023-2033 0 0,0-13-3088 0 0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4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0 234 172 0 0,'1'-4'790'0'0,"0"-2"-395"0"0,1 0 0 0 0,0 1-1 0 0,-1 0 1 0 0,2-1 0 0 0,-1 1 0 0 0,1 0 0 0 0,-1 0-1 0 0,1 0 1 0 0,1 1 0 0 0,-1-1 0 0 0,5-4-1 0 0,1 1-54 0 0,0-1 0 0 0,1 1-1 0 0,0 1 1 0 0,16-9-1 0 0,5-2-29 0 0,1 1 0 0 0,0 2-1 0 0,1 1 1 0 0,1 2 0 0 0,0 1 0 0 0,0 1-1 0 0,48-6 1 0 0,-77 15-286 0 0,0 1 0 0 0,0-1 0 0 0,0 1 0 0 0,0 0 0 0 0,0 0-1 0 0,0 0 1 0 0,0 1 0 0 0,0 0 0 0 0,0 0 0 0 0,0 0 0 0 0,0 1 0 0 0,-1-1 0 0 0,1 1 0 0 0,0 0 0 0 0,-1 0 0 0 0,1 1 0 0 0,-1 0 0 0 0,0-1 0 0 0,0 1 0 0 0,0 1-1 0 0,0-1 1 0 0,-1 0 0 0 0,1 1 0 0 0,-1 0 0 0 0,0 0 0 0 0,0 0 0 0 0,3 6 0 0 0,4 7 90 0 0,0-1 1 0 0,-1 1-1 0 0,-1 0 1 0 0,6 22-1 0 0,-11-31-41 0 0,-2 1 0 0 0,1-1 0 0 0,-1 1 0 0 0,0 0 0 0 0,-1 0 0 0 0,0 0 1 0 0,0-1-1 0 0,-1 1 0 0 0,0 0 0 0 0,-1 0 0 0 0,-2 9 0 0 0,1-11-4 0 0,0 0 1 0 0,0-1-1 0 0,0 0 0 0 0,-1 0 1 0 0,1 0-1 0 0,-2 0 0 0 0,1 0 1 0 0,-1-1-1 0 0,-8 8 1 0 0,-1 2 205 0 0,13-13-31 0 0,1-2-234 0 0,0 0 0 0 0,0 0 1 0 0,-1 1-1 0 0,1-1 0 0 0,0 0 1 0 0,0 0-1 0 0,0 0 0 0 0,0 0 1 0 0,0 1-1 0 0,0-1 1 0 0,-1 0-1 0 0,1 0 0 0 0,0 0 1 0 0,0 0-1 0 0,0 0 0 0 0,0 0 1 0 0,-1 0-1 0 0,1 0 0 0 0,0 1 1 0 0,0-1-1 0 0,0 0 1 0 0,-1 0-1 0 0,1 0 0 0 0,0 0 1 0 0,0 0-1 0 0,0 0 0 0 0,-1 0 1 0 0,1 0-1 0 0,0 0 0 0 0,0 0 1 0 0,0 0-1 0 0,-1 0 0 0 0,1 0 1 0 0,0 0-1 0 0,0-1 1 0 0,0 1-1 0 0,0 0 0 0 0,-1 0 1 0 0,1 0-1 0 0,0 0 0 0 0,0 0 1 0 0,0 0-1 0 0,0 0 0 0 0,-1-1 1 0 0,1 1-1 0 0,0 0 1 0 0,0 0-1 0 0,0 0 0 0 0,0 0 1 0 0,0 0-1 0 0,0-1 0 0 0,0 1 1 0 0,-1 0-1 0 0,1 0 0 0 0,0 0 1 0 0,0-1-1 0 0,0 1 1 0 0,0 0-1 0 0,0 0 0 0 0,0-1 1 0 0,1-6 4 0 0,1-1-1 0 0,-1 1 1 0 0,1-1 0 0 0,1 1 0 0 0,-1 0 0 0 0,1 0 0 0 0,1 0 0 0 0,-1 0 0 0 0,1 1 0 0 0,0-1 0 0 0,1 1 0 0 0,-1 0 0 0 0,1 0 0 0 0,1 1-1 0 0,6-6 1 0 0,-2 1-12 0 0,1 0-1 0 0,0 1 0 0 0,1 0 0 0 0,0 1 1 0 0,0 1-1 0 0,1 0 0 0 0,24-10 0 0 0,-34 16-3 0 0,0 1-1 0 0,0-1 0 0 0,0 1 0 0 0,0-1 1 0 0,0 1-1 0 0,0 0 0 0 0,0 0 0 0 0,-1 1 1 0 0,1-1-1 0 0,0 1 0 0 0,0-1 1 0 0,0 1-1 0 0,0 0 0 0 0,-1 0 0 0 0,6 2 1 0 0,41 29-2 0 0,-2-3 23 0 0,-46-28-2 0 0,-1-1-15 0 0,0 0-1 0 0,0 0 0 0 0,0 1 1 0 0,0-1-1 0 0,1 0 1 0 0,-1 0-1 0 0,0 0 0 0 0,0 0 1 0 0,0 0-1 0 0,0 0 0 0 0,0 0 1 0 0,0 1-1 0 0,0-1 1 0 0,1 0-1 0 0,-1 0 0 0 0,0 0 1 0 0,0 0-1 0 0,0 0 0 0 0,0 0 1 0 0,1 0-1 0 0,-1 0 1 0 0,0 0-1 0 0,0 0 0 0 0,0 0 1 0 0,0 0-1 0 0,0 0 0 0 0,1 0 1 0 0,-1 0-1 0 0,0 0 1 0 0,0 0-1 0 0,0 0 0 0 0,0 0 1 0 0,1 0-1 0 0,-1 0 1 0 0,0 0-1 0 0,0 0 0 0 0,0 0 1 0 0,0 0-1 0 0,0 0 0 0 0,1-1 1 0 0,-1 1-1 0 0,0 0 1 0 0,0 0-1 0 0,0 0 0 0 0,0 0 1 0 0,0 0-1 0 0,0 0 0 0 0,1 0 1 0 0,-1-1-1 0 0,0 1 1 0 0,0 0-1 0 0,0 0 0 0 0,0 0 1 0 0,0 0-1 0 0,0 0 0 0 0,0-1 1 0 0,0 1-1 0 0,0 0 1 0 0,0 0-1 0 0,-6-10 10 0 0,0 0 0 0 0,-1 1 0 0 0,0 0 1 0 0,0 1-1 0 0,-1-1 0 0 0,-13-10 0 0 0,-1-2-150 0 0,20 20-57 0 0,-4-2 471 0 0,27 18-12474 0 0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5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56 0 0,'0'0'1366'0'0,"14"-4"1406"0"0,-6 7-2460 0 0,-1 1-1 0 0,0-1 0 0 0,0 1 0 0 0,0 0 0 0 0,0 1 1 0 0,-1 0-1 0 0,1 0 0 0 0,-1 0 0 0 0,0 1 1 0 0,-1 0-1 0 0,1 0 0 0 0,-1 0 0 0 0,6 11 0 0 0,-10-15-213 0 0,6 3 511 0 0,-7-5-572 0 0,0 1 0 0 0,1-1 1 0 0,-1 1-1 0 0,1 0 0 0 0,-1-1 0 0 0,1 0 1 0 0,-1 1-1 0 0,1-1 0 0 0,-1 1 0 0 0,1-1 1 0 0,-1 1-1 0 0,1-1 0 0 0,-1 0 0 0 0,1 0 0 0 0,0 1 1 0 0,-1-1-1 0 0,1 0 0 0 0,0 0 0 0 0,-1 0 1 0 0,1 1-1 0 0,-1-1 0 0 0,1 0 0 0 0,0 0 0 0 0,-1 0 1 0 0,1 0-1 0 0,0 0 0 0 0,-1 0 0 0 0,2-1 1 0 0,82-9 1749 0 0,-26 5-476 0 0,-41 2-1314 0 0,24-4-1317 0 0,-16 0-5305 0 0,-17 4 3537 0 0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5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20 392 0 0,'0'0'3672'0'0,"3"-19"-4428"0"0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6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0 256 0 0,'0'0'10783'0'0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6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9 828 0 0,'-1'-8'5696'0'0,"-3"13"-2305"0"0,-6 32-1280 0 0,-9 58-1495 0 0,8-14 180 0 0,-4 23-53 0 0,-1 123 0 0 0,14-203-1574 0 0,0-10-1554 0 0,2 0-4497 0 0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7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0 478 400 0 0,'42'-22'1157'0'0,"-1"-2"1"0"0,-1-2-1 0 0,-1-1 1 0 0,41-38-1 0 0,-67 51-863 0 0,-1 0 0 0 0,0-1 0 0 0,-1 0 0 0 0,-1-1 0 0 0,0 0 0 0 0,-1 0-1 0 0,-1-1 1 0 0,12-34 0 0 0,-17 40-34 0 0,0 0 0 0 0,-1 1 0 0 0,0-1 0 0 0,-1 0-1 0 0,0 0 1 0 0,0-1 0 0 0,-1 1 0 0 0,-1 0 0 0 0,0 0 0 0 0,-4-16-1 0 0,5 25-75 0 0,-1 2-151 0 0,1 0-1 0 0,-1 0 0 0 0,1 0 0 0 0,-1 0 1 0 0,0 0-1 0 0,1 0 0 0 0,-1 0 0 0 0,0 0 0 0 0,1 0 1 0 0,-1 0-1 0 0,1 0 0 0 0,-1 0 0 0 0,0 0 0 0 0,1 0 1 0 0,-1 1-1 0 0,0-1 0 0 0,1 0 0 0 0,-1 0 1 0 0,1 1-1 0 0,-1-1 0 0 0,1 0 0 0 0,-1 1 0 0 0,1-1 1 0 0,-1 1-1 0 0,1-1 0 0 0,-1 1 0 0 0,1-1 1 0 0,0 0-1 0 0,-1 1 0 0 0,1 0 0 0 0,0-1 0 0 0,-1 1 1 0 0,1-1-1 0 0,-1 2 0 0 0,-24 36 388 0 0,-15 48-33 0 0,-39 193 1034 0 0,55-134-904 0 0,18-115-375 0 0,7-18-31 0 0,12-26 25 0 0,29-38-165 0 0,-41 50 24 0 0,0 1-1 0 0,0 0 1 0 0,0 0-1 0 0,0 0 0 0 0,0 0 1 0 0,0 0-1 0 0,0 0 1 0 0,0 1-1 0 0,0-1 0 0 0,0 0 1 0 0,1 0-1 0 0,-1 1 1 0 0,0-1-1 0 0,0 1 0 0 0,1-1 1 0 0,-1 1-1 0 0,0-1 1 0 0,1 1-1 0 0,-1 0 0 0 0,1 0 1 0 0,-1 0-1 0 0,0 0 1 0 0,1 0-1 0 0,-1 0 0 0 0,1 0 1 0 0,-1 0-1 0 0,2 1 1 0 0,33 21-14 0 0,-33-19 20 0 0,1 0 0 0 0,0 0 0 0 0,0 0 0 0 0,1 0 0 0 0,-1-1 0 0 0,1 1 0 0 0,4 0-1 0 0,11 4-6 0 0,-14-5 1 0 0,0 0 1 0 0,0-1-1 0 0,0 0 0 0 0,0 0 1 0 0,0 0-1 0 0,0-1 0 0 0,0 1 0 0 0,0-2 1 0 0,0 1-1 0 0,7-2 0 0 0,-7 2 27 0 0,1-1-1 0 0,-1 0 1 0 0,1 0-1 0 0,-1-1 0 0 0,0 1 1 0 0,1-2-1 0 0,-1 1 1 0 0,0-1-1 0 0,0 0 0 0 0,-1 0 1 0 0,1 0-1 0 0,-1-1 0 0 0,7-5 1 0 0,-11 8 289 0 0,1 2-301 0 0,1 0 0 0 0,-1 0-1 0 0,1 1 1 0 0,-1-1 0 0 0,0 1-1 0 0,1-1 1 0 0,-1 1 0 0 0,0 0-1 0 0,0-1 1 0 0,0 1 0 0 0,0 0-1 0 0,-1 1 1 0 0,4 3 0 0 0,29 26-9807 0 0,-22-25 5954 0 0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8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1 844 0 0,'0'0'920'0'0,"0"7"-52"0"0,-5 61 1170 0 0,-3 0 0 0 0,-26 104 0 0 0,21-111-1425 0 0,-70 251 1760 0 0,75-289-1834 0 0,-1 1-1 0 0,-1-2 0 0 0,-24 42 0 0 0,33-62 293 0 0,0-6-788 0 0,-1-4 23 0 0,0 1 1 0 0,0-1 0 0 0,1 0-1 0 0,0 0 1 0 0,0 0-1 0 0,1 0 1 0 0,0 0-1 0 0,2-9 1 0 0,6-37 44 0 0,3 0 0 0 0,3 1 1 0 0,1 0-1 0 0,38-85 0 0 0,-35 101-96 0 0,1 1-1 0 0,1 0 1 0 0,2 2-1 0 0,2 0 0 0 0,1 2 1 0 0,57-57-1 0 0,-77 84-19 0 0,-1 2-1 0 0,1-1 0 0 0,0 0 1 0 0,0 1-1 0 0,0 0 0 0 0,0 0 1 0 0,1 0-1 0 0,-1 1 0 0 0,1-1 0 0 0,10-1 1 0 0,-15 4 5 0 0,0 1 0 0 0,0 0 0 0 0,0 0 0 0 0,0-1 0 0 0,0 1 0 0 0,0 0 0 0 0,-1 0 0 0 0,1 0 0 0 0,0 0 0 0 0,-1 0 0 0 0,1 0 0 0 0,-1 0 0 0 0,1 0 0 0 0,-1 0 1 0 0,1 0-1 0 0,-1 0 0 0 0,0 1 0 0 0,0-1 0 0 0,1 0 0 0 0,-1 0 0 0 0,0 0 0 0 0,0 0 0 0 0,0 0 0 0 0,0 1 0 0 0,0-1 0 0 0,-1 0 0 0 0,1 0 0 0 0,0 0 0 0 0,0 0 0 0 0,-1 0 0 0 0,1 1 0 0 0,-1-1 0 0 0,1 0 0 0 0,-2 1 1 0 0,-16 40 13 0 0,6-28-265 0 0,1 0 0 0 0,-2-1 1 0 0,0-1-1 0 0,0 0 0 0 0,-1-1 1 0 0,-30 19-1 0 0,37-28-643 0 0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8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0 141 772 0 0,'0'0'881'0'0,"3"-2"-32"0"0,51-31 2674 0 0,-29 19-2425 0 0,0-1-1 0 0,-1-1 0 0 0,-1-1 0 0 0,27-26 1148 0 0,-54 43-2223 0 0,0 1 1 0 0,1 0-1 0 0,-1-1 0 0 0,0 1 0 0 0,0 1 0 0 0,1-1 1 0 0,-1 1-1 0 0,1-1 0 0 0,-1 1 0 0 0,1 0 0 0 0,0 0 1 0 0,0 0-1 0 0,-1 1 0 0 0,2-1 0 0 0,-1 1 0 0 0,0 0 1 0 0,0 0-1 0 0,1 0 0 0 0,0 0 0 0 0,-1 0 0 0 0,-2 7 0 0 0,2-6 2 0 0,1 0 0 0 0,0 1-1 0 0,0 0 1 0 0,0-1 0 0 0,0 1-1 0 0,1 0 1 0 0,0 0 0 0 0,0 0-1 0 0,0 0 1 0 0,1 0-1 0 0,-1 0 1 0 0,1 0 0 0 0,1 0-1 0 0,-1 0 1 0 0,1 0 0 0 0,1 6-1 0 0,-2-9-19 0 0,1-1 1 0 0,-1 1-1 0 0,1-1 0 0 0,0 1 0 0 0,0-1 1 0 0,0 1-1 0 0,0-1 0 0 0,0 0 0 0 0,0 1 1 0 0,0-1-1 0 0,0 0 0 0 0,0 0 0 0 0,1 0 1 0 0,-1 0-1 0 0,0 0 0 0 0,1 0 0 0 0,-1 0 1 0 0,1 0-1 0 0,-1 0 0 0 0,1-1 0 0 0,0 1 1 0 0,-1 0-1 0 0,1-1 0 0 0,0 0 0 0 0,-1 1 1 0 0,1-1-1 0 0,0 0 0 0 0,-1 0 0 0 0,1 0 1 0 0,0 0-1 0 0,-1 0 0 0 0,1 0 0 0 0,0-1 1 0 0,-1 1-1 0 0,1-1 0 0 0,1 0 0 0 0,8-2 6 0 0,0 0 0 0 0,-1-1 0 0 0,0-1 0 0 0,13-7 0 0 0,-11 5-1 0 0,59-34 21 0 0,-53 29-34 0 0,0 1 1 0 0,0 1 0 0 0,1 1-1 0 0,24-9 1 0 0,-35 16-3 0 0,-6 2-4 0 0,0 1 2 0 0,8 2 5 0 0,-9-1 1 0 0,1 1 1 0 0,-1-1-1 0 0,0 1 1 0 0,0 0 0 0 0,-1-1-1 0 0,1 1 1 0 0,0 0 0 0 0,-1-1-1 0 0,0 1 1 0 0,0 0-1 0 0,0 0 1 0 0,0-1 0 0 0,0 6-1 0 0,-1-6 4 0 0,2 0-1 0 0,-1 0 0 0 0,0 0 1 0 0,0 0-1 0 0,0 0 0 0 0,1 0 1 0 0,-1 0-1 0 0,1 0 0 0 0,0 0 1 0 0,0-1-1 0 0,-1 1 1 0 0,1 0-1 0 0,0 0 0 0 0,0-1 1 0 0,1 1-1 0 0,-1-1 0 0 0,0 1 1 0 0,0-1-1 0 0,1 1 0 0 0,-1-1 1 0 0,1 0-1 0 0,-1 1 0 0 0,1-1 1 0 0,0 0-1 0 0,0 0 1 0 0,-1 0-1 0 0,1-1 0 0 0,3 2 1 0 0,-2-1 0 0 0,0 0-1 0 0,0 0 1 0 0,0-1 0 0 0,0 0 0 0 0,0 1 0 0 0,0-1 0 0 0,0 0 0 0 0,0 0 0 0 0,0 0 0 0 0,0-1 0 0 0,0 1-1 0 0,0-1 1 0 0,0 0 0 0 0,0 0 0 0 0,4-1 0 0 0,42-20-9 0 0,-47 22 8 0 0,36-27 10 0 0,-33 23-8 0 0,-1 0 0 0 0,1 0-1 0 0,1 1 1 0 0,-1-1-1 0 0,0 1 1 0 0,1 0 0 0 0,0 1-1 0 0,-1-1 1 0 0,1 1-1 0 0,0 0 1 0 0,0 1 0 0 0,1-1-1 0 0,-1 1 1 0 0,0 0-1 0 0,0 1 1 0 0,9 0 0 0 0,-14 0-3 0 0,-1 0 0 0 0,1 0 0 0 0,0 0 0 0 0,0 0 0 0 0,0 1 0 0 0,0-1 0 0 0,0 0 0 0 0,0 1 0 0 0,0-1 0 0 0,-1 1 0 0 0,1-1 0 0 0,0 1 0 0 0,0-1 0 0 0,-1 1 0 0 0,1-1 0 0 0,0 1 0 0 0,-1 0 0 0 0,1-1 0 0 0,0 1 0 0 0,-1 0 0 0 0,1 0 0 0 0,-1-1 0 0 0,1 1 0 0 0,-1 0 0 0 0,0 0 0 0 0,1 0 0 0 0,-1 0 0 0 0,0 0 0 0 0,0 0 0 0 0,1-1 0 0 0,-1 1 0 0 0,0 0 0 0 0,0 0 0 0 0,0 1 0 0 0,0 2 4 0 0,0-1-1 0 0,0 1 1 0 0,0-1 0 0 0,-1 0-1 0 0,1 1 1 0 0,-1-1 0 0 0,0 1-1 0 0,0-1 1 0 0,0 0 0 0 0,-2 5-1 0 0,1-5 2 0 0,1 1 1 0 0,-1-1-1 0 0,-1 0 0 0 0,1 1 0 0 0,0-1 0 0 0,-1 0 1 0 0,1 0-1 0 0,-1 0 0 0 0,0-1 0 0 0,0 1 0 0 0,0-1 1 0 0,-1 0-1 0 0,1 1 0 0 0,0-1 0 0 0,-1-1 0 0 0,-4 3 0 0 0,-12 7-37 0 0,19-10-26 0 0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9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19 48 0 0,'-13'-17'4930'0'0,"4"15"-142"0"0,1 14-1811 0 0,-2 13-3641 0 0,10-25 619 0 0,-96 329 1819 0 0,58-181-1421 0 0,14-65-137 0 0,23-81-144 0 0,-2 13-1 0 0,1-8-72 0 0,1-5 18 0 0,0-1 11 0 0,-1 1 2 0 0,1-1 1 0 0,0 1-1 0 0,-1-1 0 0 0,0 1 0 0 0,1-1 0 0 0,-1 0 1 0 0,0 0-1 0 0,1 0 0 0 0,-1 0 0 0 0,0 0 0 0 0,-3 1 0 0 0,-1 0-3001 0 0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39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51 508 0 0,'6'-5'474'0'0,"0"0"0"0"0,-1 1 0 0 0,1-1 0 0 0,1 1 0 0 0,-1 0 0 0 0,1 0 0 0 0,-1 1 0 0 0,1 0 0 0 0,0 0 0 0 0,1 1 0 0 0,-1-1 0 0 0,0 2 0 0 0,0-1 0 0 0,9 0 0 0 0,-15 2-432 0 0,-1 0 0 0 0,1 0 0 0 0,0 0 0 0 0,0 0 0 0 0,0 0 0 0 0,0 0 0 0 0,0 0 0 0 0,0 0 0 0 0,-1 0 0 0 0,1 0 0 0 0,0 0 0 0 0,0 1 0 0 0,0-1 0 0 0,0 0 0 0 0,-1 1 0 0 0,1-1 0 0 0,0 1 1 0 0,0-1-1 0 0,-1 1 0 0 0,1-1 0 0 0,0 1 0 0 0,-1-1 0 0 0,1 1 0 0 0,0 0 0 0 0,-1-1 0 0 0,1 1 0 0 0,-1 0 0 0 0,1-1 0 0 0,-1 1 0 0 0,1 0 0 0 0,-1 0 0 0 0,0 0 0 0 0,1-1 0 0 0,-1 1 0 0 0,0 0 0 0 0,0 0 0 0 0,0 0 0 0 0,1 0 0 0 0,-1 0 0 0 0,0 0 0 0 0,0-1 0 0 0,0 1 0 0 0,-1 0 0 0 0,1 0 0 0 0,0 0 0 0 0,0 0 0 0 0,0 0 0 0 0,-1 0 0 0 0,1-1 0 0 0,0 1 0 0 0,-1 0 0 0 0,1 0 0 0 0,0 0 0 0 0,-1-1 0 0 0,0 2 1 0 0,-1 1 18 0 0,1 1 1 0 0,-1-1-1 0 0,0 1 1 0 0,-1-1-1 0 0,1 0 1 0 0,-1 0-1 0 0,1 0 1 0 0,-1 0-1 0 0,0 0 1 0 0,0-1-1 0 0,-4 3 1 0 0,-5 1-86 0 0,0 0 1 0 0,-1-1-1 0 0,0-1 0 0 0,0 0 1 0 0,-16 3-1 0 0,26-7-448 0 0,-5 1-1911 0 0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0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80 732 0 0,'36'-3'3399'0'0,"11"-9"-1728"0"0,47-17 814 0 0,-90 27-2241 0 0,0-1 1 0 0,0 1-1 0 0,0-1 1 0 0,0 0-1 0 0,-1 0 1 0 0,1-1 0 0 0,-1 1-1 0 0,7-9 1464 0 0,-13 11-1680 0 0,1 1 0 0 0,0 0 0 0 0,0 0 0 0 0,0 0 0 0 0,-1 0 0 0 0,1 1 0 0 0,0-1 0 0 0,0 1 0 0 0,0-1 0 0 0,0 1 0 0 0,-1 0 0 0 0,-1 1 0 0 0,1-1 25 0 0,-1 1 20 0 0,-1 0 0 0 0,1 0 0 0 0,0 0 0 0 0,0 1 0 0 0,1-1 0 0 0,-1 1 0 0 0,1 0 0 0 0,-1 1 0 0 0,1-1 0 0 0,0 0 0 0 0,0 1 0 0 0,0 0 0 0 0,1-1 0 0 0,-1 1 0 0 0,1 0 0 0 0,-4 9 0 0 0,5-10-80 0 0,0 0 1 0 0,-1 0 0 0 0,1 1 0 0 0,0-1-1 0 0,1 0 1 0 0,-1 1 0 0 0,1-1 0 0 0,-1 1-1 0 0,1-1 1 0 0,0 1 0 0 0,0-1 0 0 0,1 6-1 0 0,11 9-2376 0 0,13-8-4195 0 0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1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157 461 208 0 0,'-1'-11'5473'0'0,"-3"10"-5254"0"0,0 1 0 0 0,-1-1 0 0 0,1 1 1 0 0,-1 0-1 0 0,1 0 0 0 0,0 0 1 0 0,-1 1-1 0 0,1-1 0 0 0,0 1 1 0 0,-1 0-1 0 0,1 1 0 0 0,0-1 1 0 0,0 1-1 0 0,0-1 0 0 0,0 1 1 0 0,0 0-1 0 0,0 1 0 0 0,1-1 0 0 0,-7 6 1 0 0,4-3-4 0 0,-1 1-1 0 0,1-1 1 0 0,0 2 0 0 0,0-1 0 0 0,1 1-1 0 0,0-1 1 0 0,0 2 0 0 0,1-1 0 0 0,-7 13-1 0 0,10-18-180 0 0,1 0-1 0 0,-1-1 0 0 0,0 1 0 0 0,1 0 0 0 0,-1 0 0 0 0,1 0 1 0 0,-1 0-1 0 0,1-1 0 0 0,0 1 0 0 0,0 0 0 0 0,0 0 0 0 0,0 0 1 0 0,0 0-1 0 0,0 0 0 0 0,1 0 0 0 0,-1 0 0 0 0,0-1 0 0 0,1 1 1 0 0,0 0-1 0 0,-1 0 0 0 0,1 0 0 0 0,0-1 0 0 0,0 1 0 0 0,2 2 1 0 0,-1-2-13 0 0,1 0 0 0 0,-1 0 0 0 0,1 0 0 0 0,0 0 0 0 0,-1 0 1 0 0,1-1-1 0 0,0 1 0 0 0,0-1 0 0 0,1 0 0 0 0,-1 0 0 0 0,0 0 0 0 0,6 1 1 0 0,5 0-22 0 0,0-1 0 0 0,0 0 1 0 0,1-1-1 0 0,-1-1 0 0 0,22-3 1 0 0,-19 0-6 0 0,0 0 1 0 0,0-1-1 0 0,0-1 1 0 0,0 0 0 0 0,-1-1-1 0 0,0-1 1 0 0,-1-1 0 0 0,0 0-1 0 0,0-1 1 0 0,23-20 0 0 0,-18 10 1 0 0,-1 0 1 0 0,-1-1-1 0 0,-1-1 1 0 0,-1 0-1 0 0,-1-1 1 0 0,15-31-1 0 0,-10 14 263 0 0,-1 0-1 0 0,-1-1 1 0 0,-3-1-1 0 0,-1-1 1 0 0,8-49-1 0 0,-21 90-203 0 0,0 0-1 0 0,-1 0 1 0 0,1 0-1 0 0,-1 0 1 0 0,1 0-1 0 0,-1-1 1 0 0,0 1-1 0 0,0 0 1 0 0,0 0-1 0 0,0 0 1 0 0,-1 0-1 0 0,1 0 1 0 0,0 0-1 0 0,-1 0 1 0 0,1 0-1 0 0,-1 0 1 0 0,-1-3-1 0 0,1 5-31 0 0,0 0-1 0 0,0 0 0 0 0,0 0 1 0 0,0 0-1 0 0,0 1 0 0 0,0-1 1 0 0,0 0-1 0 0,0 1 0 0 0,0-1 1 0 0,0 0-1 0 0,1 1 0 0 0,-1-1 1 0 0,0 1-1 0 0,0 0 0 0 0,0-1 1 0 0,1 1-1 0 0,-1-1 0 0 0,0 1 1 0 0,1 0-1 0 0,-1 0 0 0 0,0-1 1 0 0,1 1-1 0 0,-1 0 1 0 0,0 1-1 0 0,-6 8 27 0 0,0 0 1 0 0,0 0-1 0 0,1 1 1 0 0,-8 20 0 0 0,3 4-10 0 0,2-1 0 0 0,2 1 0 0 0,-5 57 0 0 0,11-83-34 0 0,1 0 1 0 0,0 0-1 0 0,0 1 0 0 0,1-1 1 0 0,0 0-1 0 0,0 0 1 0 0,1 0-1 0 0,1 0 0 0 0,-1 0 1 0 0,1 0-1 0 0,1 0 1 0 0,0-1-1 0 0,0 0 0 0 0,0 0 1 0 0,1 0-1 0 0,0 0 0 0 0,1-1 1 0 0,0 0-1 0 0,8 9 1 0 0,-11-14 109 0 0,0 0 0 0 0,0 0 0 0 0,0 0 0 0 0,0 0 0 0 0,0 0 1 0 0,0-1-1 0 0,0 1 0 0 0,0-1 0 0 0,1 0 0 0 0,-1 0 1 0 0,7 1-1 0 0,-7-2-456 0 0,1 0 1 0 0,-1 0 0 0 0,1 0-1 0 0,-1-1 1 0 0,1 1-1 0 0,-1-1 1 0 0,1 0-1 0 0,-1 0 1 0 0,0 0 0 0 0,0-1-1 0 0,0 1 1 0 0,1-1-1 0 0,-1 0 1 0 0,0 1-1 0 0,-1-1 1 0 0,4-3 0 0 0,3-3-1131 0 0,-1 0 1 0 0,0 0 0 0 0,-1-1 0 0 0,9-12 0 0 0,9-16 41 0 0,-15 22 2584 0 0,0-7-4160 0 0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2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0 524 0 0,'0'0'944'0'0,"8"33"6375"0"0,-7 23-5106 0 0,-2-47-2031 0 0,1 1-1 0 0,0 0 1 0 0,0 0 0 0 0,1 0 0 0 0,3 13-1 0 0,-3-21-120 0 0,2 2 15 0 0,-3-4-67 0 0,0 1-1 0 0,1-1 0 0 0,-1 1 0 0 0,0-1 0 0 0,0 1 1 0 0,1-1-1 0 0,-1 1 0 0 0,0-1 0 0 0,1 0 1 0 0,-1 1-1 0 0,0-1 0 0 0,1 1 0 0 0,-1-1 0 0 0,0 0 1 0 0,1 1-1 0 0,-1-1 0 0 0,1 0 0 0 0,-1 0 0 0 0,1 1 1 0 0,-1-1-1 0 0,1 0 0 0 0,-1 0 0 0 0,1 0 1 0 0,-1 1-1 0 0,1-1 0 0 0,-1 0 0 0 0,1 0 0 0 0,-1 0 1 0 0,2 0-1 0 0,5-1 38 0 0,0 0 1 0 0,0-1 0 0 0,0 1-1 0 0,-1-1 1 0 0,1-1-1 0 0,0 1 1 0 0,-1-1-1 0 0,0 0 1 0 0,1-1 0 0 0,-1 0-1 0 0,0 0 1 0 0,-1 0-1 0 0,1 0 1 0 0,5-7 0 0 0,23-32 1162 0 0,-34 42-862 0 0,9-26 2507 0 0,-9 30-2856 0 0,0 1-1 0 0,0-1 1 0 0,1 1-1 0 0,-1-1 1 0 0,1 1 0 0 0,-1-1-1 0 0,1 1 1 0 0,0-1-1 0 0,0 0 1 0 0,1 1 0 0 0,-1-1-1 0 0,1 0 1 0 0,-1 0-1 0 0,1 0 1 0 0,0 0 0 0 0,0 0-1 0 0,0-1 1 0 0,3 4 0 0 0,-1-4-13 0 0,-1 0 1 0 0,0-1 0 0 0,0 1 0 0 0,0-1 0 0 0,1 1 0 0 0,-1-1 0 0 0,1 0 0 0 0,-1 0 0 0 0,1-1-1 0 0,5 2 1 0 0,2-1-71 0 0,3 2 29 0 0,0-1 1 0 0,0-1-1 0 0,0 0 1 0 0,0-1-1 0 0,1-1 1 0 0,-1 0-1 0 0,0-1 1 0 0,0 0-1 0 0,0-1 1 0 0,-1-1-1 0 0,1 0 1 0 0,-1-1-1 0 0,0 0 1 0 0,0-1-1 0 0,0-1 1 0 0,17-11-1 0 0,6-19 493 0 0,-35 36-172 0 0,0-4-146 0 0,-1 5-99 0 0,0 0 0 0 0,0 0 0 0 0,-1 0 0 0 0,1 0 0 0 0,0 0 0 0 0,0 0 0 0 0,0 0 0 0 0,0 0-1 0 0,0 0 1 0 0,0 0 0 0 0,0 0 0 0 0,0 0 0 0 0,0 0 0 0 0,0 0 0 0 0,0 0 0 0 0,0 0 0 0 0,0 0 0 0 0,0 0 0 0 0,0 0 0 0 0,-1 0-1 0 0,1 0 1 0 0,0 0 0 0 0,0 0 0 0 0,0 0 0 0 0,0 0 0 0 0,0 0 0 0 0,0 0 0 0 0,0 0 0 0 0,0-1 0 0 0,0 1 0 0 0,0 0 0 0 0,0 0-1 0 0,0 0 1 0 0,0 0 0 0 0,0 0 0 0 0,0 0 0 0 0,0 0 0 0 0,0 0 0 0 0,-3 5-110 0 0,1 0 1 0 0,-1 0-1 0 0,1 1 1 0 0,1-1-1 0 0,-1 1 1 0 0,1-1-1 0 0,0 1 0 0 0,0 0 1 0 0,1-1-1 0 0,-1 1 1 0 0,1 0-1 0 0,1-1 1 0 0,-1 1-1 0 0,1 0 1 0 0,0-1-1 0 0,0 1 0 0 0,3 8 1 0 0,-3-13-610 0 0,4 4-593 0 0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2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23 208 0 0,'0'0'2008'0'0,"5"-12"324"0"0,4 5-723 0 0,4 4-1241 0 0,7 9-1873 0 0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3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61 548 0 0,'0'0'4882'0'0,"2"-4"-3495"0"0,0 0 0 0 0,0 0 0 0 0,0 0 0 0 0,-1 0-1 0 0,1 0 1 0 0,-1-1 0 0 0,1-6 0 0 0,-3 11-1376 0 0,-1-1 1 0 0,1 1-1 0 0,-1 0 1 0 0,1 0-1 0 0,-1-1 0 0 0,1 1 1 0 0,-1 0-1 0 0,1 0 1 0 0,-1 1-1 0 0,1-1 0 0 0,0 0 1 0 0,-1 0-1 0 0,1 1 1 0 0,-1-1-1 0 0,1 1 0 0 0,0-1 1 0 0,-1 1-1 0 0,1-1 1 0 0,0 1-1 0 0,-1 0 1 0 0,1 0-1 0 0,-2 1 0 0 0,-1 2 26 0 0,0 0 0 0 0,0 0 0 0 0,0 0 0 0 0,0 0 1 0 0,1 1-1 0 0,-4 6 0 0 0,1-1 11 0 0,0 0 0 0 0,1 1 0 0 0,1 0 0 0 0,-1 0 0 0 0,-3 19 0 0 0,7-27-42 0 0,1-1 1 0 0,0 1-1 0 0,1-1 0 0 0,-1 1 1 0 0,0 0-1 0 0,1-1 1 0 0,0 1-1 0 0,-1-1 0 0 0,1 1 1 0 0,0-1-1 0 0,0 1 0 0 0,0-1 1 0 0,1 0-1 0 0,-1 0 1 0 0,0 1-1 0 0,1-1 0 0 0,0 0 1 0 0,-1 0-1 0 0,1-1 0 0 0,0 1 1 0 0,0 0-1 0 0,0 0 1 0 0,0-1-1 0 0,0 1 0 0 0,3 0 1 0 0,0 1-1 0 0,0 0 0 0 0,1 0 0 0 0,-1-1 0 0 0,0 0 0 0 0,1 0 1 0 0,-1 0-1 0 0,1-1 0 0 0,-1 1 0 0 0,1-1 0 0 0,6 0 0 0 0,-10-2-3 0 0,1 1 1 0 0,-1-1-1 0 0,0 1 0 0 0,1-1 0 0 0,-1 0 0 0 0,0 0 0 0 0,0 0 0 0 0,1 0 0 0 0,-1 0 0 0 0,0-1 1 0 0,0 1-1 0 0,0-1 0 0 0,0 1 0 0 0,-1-1 0 0 0,1 0 0 0 0,0 0 0 0 0,-1 0 0 0 0,1 1 0 0 0,-1-1 1 0 0,2-3-1 0 0,22-23 1 0 0,-20 22-3 0 0,0 1 1 0 0,0-1-1 0 0,1 1 1 0 0,0 0-1 0 0,11-7 1 0 0,-11 10 1 0 0,-1 0 0 0 0,1 1 1 0 0,0-1-1 0 0,0 1 0 0 0,0 1 0 0 0,10-1 0 0 0,-15 1-1 0 0,25-2-20 0 0,-1-1 1 0 0,44-11-1 0 0,-60 11 20 0 0,0 0 1 0 0,0 0-1 0 0,0-1 0 0 0,0 0 0 0 0,0-1 0 0 0,-1 0 1 0 0,0 0-1 0 0,0-1 0 0 0,0 0 0 0 0,12-13 0 0 0,-4-20 483 0 0,-25 47-475 0 0,-1 1 1 0 0,2 0-1 0 0,-1 1 1 0 0,1 0-1 0 0,1 0 1 0 0,-13 22-1 0 0,-33 80 63 0 0,25-51-48 0 0,-8 15 15 0 0,-67 131 69 0 0,82-170-106 0 0,-1-1-1 0 0,-2-2 1 0 0,-41 46-1 0 0,62-77 12 0 0,1 0 1 0 0,-1-1-1 0 0,0 1 1 0 0,-1-1-1 0 0,1 1 0 0 0,0-1 1 0 0,-1 0-1 0 0,1 0 1 0 0,-1-1-1 0 0,1 1 1 0 0,-1-1-1 0 0,-6 2 0 0 0,10-3-11 0 0,-1 0-1 0 0,1 0 0 0 0,0 0 1 0 0,-1 0-1 0 0,1 0 0 0 0,-1 0 1 0 0,1 0-1 0 0,0 0 1 0 0,-1-1-1 0 0,1 1 0 0 0,0 0 1 0 0,-1 0-1 0 0,1 0 0 0 0,0 0 1 0 0,-1-1-1 0 0,1 1 0 0 0,0 0 1 0 0,-1 0-1 0 0,1-1 0 0 0,0 1 1 0 0,0 0-1 0 0,-1-1 1 0 0,1 1-1 0 0,0 0 0 0 0,0-1 1 0 0,0 1-1 0 0,0 0 0 0 0,-1-1 1 0 0,1 1-1 0 0,0 0 0 0 0,0-1 1 0 0,0 1-1 0 0,0 0 0 0 0,0-1 1 0 0,0 0-1 0 0,3-18 43 0 0,12-18-30 0 0,4 8-178 0 0,1 0 0 0 0,40-44 0 0 0,15-7-4248 0 0,-49 47-2449 0 0,-10 14 2907 0 0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4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24 696 0 0,'-2'-15'1841'0'0,"2"15"-1746"0"0,0 0 1 0 0,0 0-1 0 0,0-1 1 0 0,0 1-1 0 0,1 0 1 0 0,-1-1 0 0 0,0 1-1 0 0,0 0 1 0 0,0 0-1 0 0,-1-1 1 0 0,1 1-1 0 0,0 0 1 0 0,0-1 0 0 0,0 1-1 0 0,0 0 1 0 0,0 0-1 0 0,0-1 1 0 0,0 1-1 0 0,0 0 1 0 0,0 0 0 0 0,-1-1-1 0 0,1 1 1 0 0,0 0-1 0 0,0 0 1 0 0,0 0-1 0 0,-1-1 1 0 0,1 1 0 0 0,0 0-1 0 0,0 0 1 0 0,0 0-1 0 0,-1 0 1 0 0,1-1-1 0 0,0 1 1 0 0,0 0 0 0 0,-1 0-1 0 0,1 0 1 0 0,0 0-1 0 0,-1 0 1 0 0,1 0-1 0 0,0 0 1 0 0,0 0 0 0 0,-1 0-1 0 0,1 0 1 0 0,0 0-1 0 0,-1 0 1 0 0,1 0-1 0 0,0 0 1 0 0,0 0 0 0 0,-1 0-1 0 0,1 0 1 0 0,0 0-1 0 0,0 0 1 0 0,-1 0-1 0 0,1 0 1 0 0,0 1-1 0 0,-1-1 1 0 0,-14 16 304 0 0,1 1 1 0 0,1 0-1 0 0,1 1 0 0 0,0 0 0 0 0,1 1 1 0 0,-12 27-1 0 0,-48 133 1169 0 0,69-172-1512 0 0,-23 76 507 0 0,3 0-1 0 0,4 2 0 0 0,-9 110 0 0 0,19-159-379 0 0,1-10-2519 0 0,5-8-5374 0 0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5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0 671 48 0 0,'147'-50'3449'0'0,"12"-4"-1897"0"0,-125 41-1234 0 0,0-1 1 0 0,-1-3-1 0 0,-1 0 1 0 0,0-2-1 0 0,32-26 0 0 0,-56 38-251 0 0,0 0-1 0 0,0 0 0 0 0,0-1 1 0 0,-1 0-1 0 0,0-1 1 0 0,-1 1-1 0 0,0-1 0 0 0,0 0 1 0 0,-1-1-1 0 0,0 1 1 0 0,-1-1-1 0 0,0 0 0 0 0,-1 0 1 0 0,0-1-1 0 0,0 1 0 0 0,-1-1 1 0 0,0 1-1 0 0,-1-1 1 0 0,0 0-1 0 0,-1 1 0 0 0,0-1 1 0 0,-2-11-1 0 0,-1 6 138 0 0,0 1 0 0 0,-1-1 0 0 0,-1 1 0 0 0,-1 0 0 0 0,0 0 1 0 0,-1 1-1 0 0,0 0 0 0 0,-1 0 0 0 0,-1 0 0 0 0,0 1 0 0 0,-1 1 0 0 0,0-1 0 0 0,-16-14 0 0 0,25 27-191 0 0,0 0-1 0 0,0 0 1 0 0,0-1-1 0 0,1 1 1 0 0,-1 0-1 0 0,0 0 1 0 0,0 0-1 0 0,0 0 1 0 0,0 0-1 0 0,0 0 1 0 0,1 0-1 0 0,-1 0 1 0 0,0 1-1 0 0,0-1 1 0 0,0 0 0 0 0,0 0-1 0 0,1 1 1 0 0,-1-1-1 0 0,0 1 1 0 0,0-1-1 0 0,1 0 1 0 0,-1 1-1 0 0,0-1 1 0 0,0 1-1 0 0,1 0 1 0 0,-1-1-1 0 0,1 1 1 0 0,-1 0-1 0 0,1-1 1 0 0,-1 1-1 0 0,1 0 1 0 0,-1-1 0 0 0,1 1-1 0 0,-1 0 1 0 0,1 0-1 0 0,-1 1 1 0 0,0 0-26 0 0,-9 16 82 0 0,0 0-1 0 0,2 1 1 0 0,0 0-1 0 0,1 1 0 0 0,1-1 1 0 0,0 1-1 0 0,2 1 1 0 0,-3 28-1 0 0,0-12 9 0 0,-20 144 195 0 0,17-100-110 0 0,-40 151 0 0 0,13-142-51 0 0,23-60-10 0 0,13-28-67 0 0,-3 13 1243 0 0,17-60-1124 0 0,-13 43-142 0 0,12 4-15 0 0,-1-1 0 0 0,0 1 0 0 0,20 7 0 0 0,20 3 29 0 0,-41-11-9 0 0,-1 0 0 0 0,0-1 1 0 0,0 0-1 0 0,0-1 1 0 0,0 1-1 0 0,0-2 0 0 0,0 1 1 0 0,0-1-1 0 0,-1-1 0 0 0,1 0 1 0 0,0 0-1 0 0,-1 0 1 0 0,0-1-1 0 0,0 0 0 0 0,0-1 1 0 0,0 0-1 0 0,-1 0 1 0 0,0-1-1 0 0,0 0 0 0 0,0 0 1 0 0,-1 0-1 0 0,9-12 0 0 0,-14 16 76 0 0,11-8 476 0 0,-10 16-750 0 0,1 1 1 0 0,0-1 0 0 0,0 1 0 0 0,0-1-1 0 0,1 0 1 0 0,-1 0 0 0 0,2-1-1 0 0,-1 1 1 0 0,6 4 0 0 0,-5-5-947 0 0,0 0-1 0 0,1-1 1 0 0,-1 1 0 0 0,1-1-1 0 0,1-1 1 0 0,5 4 0 0 0,5 1-2304 0 0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6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23 648 20 0 0,'0'0'3195'0'0,"-3"-4"-2335"0"0,1 3-652 0 0,0 0 1 0 0,0 0-1 0 0,0-1 0 0 0,1 1 0 0 0,-1-1 1 0 0,1 1-1 0 0,-1-1 0 0 0,1 1 0 0 0,0-1 1 0 0,-2-3-1 0 0,6 2 511 0 0,8-7-348 0 0,0 0 1 0 0,1 1 0 0 0,0 0 0 0 0,0 1-1 0 0,1 1 1 0 0,-1 0 0 0 0,2 0 0 0 0,-1 2-1 0 0,1-1 1 0 0,21-4 0 0 0,-1 1-73 0 0,0 2 1 0 0,1 1-1 0 0,49-2 1 0 0,-78 7-249 0 0,1 1 1 0 0,0 0 0 0 0,0 1-1 0 0,0-1 1 0 0,-1 1 0 0 0,1 0-1 0 0,0 1 1 0 0,7 2 0 0 0,-13-3-41 0 0,1 0 1 0 0,-1 0 0 0 0,1 0-1 0 0,-1 0 1 0 0,0 0-1 0 0,0 0 1 0 0,1 0 0 0 0,-1 0-1 0 0,0 0 1 0 0,0 1-1 0 0,0-1 1 0 0,0 0 0 0 0,0 1-1 0 0,-1-1 1 0 0,1 1-1 0 0,0-1 1 0 0,-1 1 0 0 0,1 0-1 0 0,-1-1 1 0 0,1 1-1 0 0,-1-1 1 0 0,0 1 0 0 0,1 0-1 0 0,-1-1 1 0 0,0 1-1 0 0,0 0 1 0 0,-1-1 0 0 0,1 1-1 0 0,0 0 1 0 0,0-1-1 0 0,-1 1 1 0 0,1 0-1 0 0,-1-1 1 0 0,1 1 0 0 0,-1-1-1 0 0,-1 3 1 0 0,-3 6 11 0 0,1 0 0 0 0,-2 0-1 0 0,1-1 1 0 0,-1 0 0 0 0,-1 0 0 0 0,0 0 0 0 0,0-1 0 0 0,0 0-1 0 0,-1 0 1 0 0,-9 6 0 0 0,-2 1 32 0 0,-1-1-1 0 0,-1-1 1 0 0,-30 15 0 0 0,202-74-258 0 0,-88 31 135 0 0,-1-2 1 0 0,0-4 0 0 0,104-49 0 0 0,-160 66 138 0 0,0 1 0 0 0,0-2 0 0 0,-1 1 0 0 0,0 0 0 0 0,0-1 1 0 0,0 0-1 0 0,0 0 0 0 0,5-9 0 0 0,-9 13 323 0 0,-10-4-312 0 0,9 5-77 0 0,0-1 0 0 0,-1 1-1 0 0,1 0 1 0 0,0-1 0 0 0,-1 1-1 0 0,1-1 1 0 0,0 1-1 0 0,-1 0 1 0 0,1 0 0 0 0,0-1-1 0 0,-1 1 1 0 0,1 0-1 0 0,-1 0 1 0 0,1-1 0 0 0,-1 1-1 0 0,1 0 1 0 0,-1 0-1 0 0,1 0 1 0 0,-1 0 0 0 0,1 0-1 0 0,-1 0 1 0 0,1-1 0 0 0,-1 1-1 0 0,1 0 1 0 0,-1 1-1 0 0,1-1 1 0 0,-1 0 0 0 0,1 0-1 0 0,-1 0 1 0 0,1 0-1 0 0,-1 0 1 0 0,-4 2 12 0 0,1-1-1 0 0,-1 1 1 0 0,1 0-1 0 0,-1 0 1 0 0,1 1-1 0 0,0-1 1 0 0,0 1-1 0 0,0 0 1 0 0,0 0-1 0 0,0 0 1 0 0,1 1 0 0 0,-1-1-1 0 0,1 1 1 0 0,0 0-1 0 0,-4 6 1 0 0,7-9-12 0 0,-1 1 0 0 0,0-1 0 0 0,0 1 0 0 0,0 0 0 0 0,1-1 0 0 0,-1 1 0 0 0,1 0 0 0 0,0-1 0 0 0,-1 1 0 0 0,1 0 0 0 0,0 0 0 0 0,0 0 0 0 0,0-1 0 0 0,0 1 0 0 0,0 0 0 0 0,1 0 0 0 0,-1 0 0 0 0,1 2 0 0 0,0-2-2 0 0,0 0 0 0 0,1 0 0 0 0,-1 0 0 0 0,1 0 0 0 0,-1 0 0 0 0,1-1 0 0 0,0 1-1 0 0,-1 0 1 0 0,1-1 0 0 0,0 1 0 0 0,0-1 0 0 0,0 0 0 0 0,0 0 0 0 0,1 0 0 0 0,-1 0 0 0 0,0 0 0 0 0,5 1 0 0 0,6 2 3 0 0,1-1 0 0 0,0-1 0 0 0,0 0 0 0 0,0-1 0 0 0,0 0 0 0 0,0-1 0 0 0,0-1 0 0 0,0 0 0 0 0,0-1 0 0 0,0 0 0 0 0,14-5 0 0 0,-4 0-19 0 0,-1-1 1 0 0,0-1 0 0 0,0 0-1 0 0,-1-2 1 0 0,31-20-1 0 0,-38 20 11 0 0,-1-1 0 0 0,0-1 0 0 0,0 0 0 0 0,-1-1 1 0 0,-1 0-1 0 0,0-1 0 0 0,-1-1 0 0 0,-1 1 0 0 0,-1-2 0 0 0,0 1 0 0 0,-1-2 0 0 0,0 1 0 0 0,-1-1 1 0 0,-2 0-1 0 0,0 0 0 0 0,0 0 0 0 0,-2-1 0 0 0,0 0 0 0 0,-1 1 0 0 0,-2-1 0 0 0,1 0 0 0 0,-2 0 0 0 0,-1 0 1 0 0,-4-24-1 0 0,-2 23 66 0 0,-2 17-25 0 0,7 4-36 0 0,0 1 1 0 0,1 0 0 0 0,0 0-1 0 0,-1 0 1 0 0,1 0 0 0 0,0 0 0 0 0,0 0-1 0 0,0 1 1 0 0,0-1 0 0 0,1 1-1 0 0,-3 4 1 0 0,-7 11 5 0 0,1 1-1 0 0,1 1 1 0 0,1 0 0 0 0,0 0-1 0 0,2 1 1 0 0,0 0 0 0 0,1 0-1 0 0,2 0 1 0 0,0 0 0 0 0,1 1-1 0 0,1 0 1 0 0,1-1 0 0 0,1 1-1 0 0,1-1 1 0 0,0 1 0 0 0,2-1-1 0 0,7 24 1 0 0,-9-39-16 0 0,0 0 1 0 0,0 0-1 0 0,0-1 1 0 0,1 1-1 0 0,-1-1 0 0 0,2 1 1 0 0,-1-1-1 0 0,0 0 1 0 0,1 0-1 0 0,0 0 1 0 0,0-1-1 0 0,1 1 0 0 0,-1-1 1 0 0,1 0-1 0 0,0 0 1 0 0,0-1-1 0 0,6 4 0 0 0,-4-4-6 0 0,0 0 1 0 0,0-1-1 0 0,0 0 0 0 0,1-1 0 0 0,-1 1 0 0 0,0-1 0 0 0,1-1 0 0 0,-1 1 0 0 0,0-1 0 0 0,1-1 1 0 0,-1 1-1 0 0,11-3 0 0 0,3-2-6 0 0,-1-1 0 0 0,0-1 0 0 0,0-1 0 0 0,-1 0 0 0 0,0-2 0 0 0,0 0 0 0 0,-1-1 0 0 0,31-24 0 0 0,-28 17 16 0 0,0-2-1 0 0,-1 0 0 0 0,-1-1 1 0 0,-1 0-1 0 0,-1-2 0 0 0,-1 0 1 0 0,-1-1-1 0 0,-1-1 1 0 0,-2 0-1 0 0,0 0 0 0 0,-1-2 1 0 0,-2 1-1 0 0,0-1 0 0 0,-2 0 1 0 0,-1-1-1 0 0,3-39 0 0 0,-3-1 139 0 0,-6 68-134 0 0,-1-1-1 0 0,1 1 1 0 0,0 0-1 0 0,0 0 1 0 0,0-1-1 0 0,-1 1 1 0 0,1 0-1 0 0,0 0 1 0 0,0-1-1 0 0,-1 1 1 0 0,1 0-1 0 0,0 0 1 0 0,-1 0-1 0 0,1-1 1 0 0,0 1-1 0 0,-1 0 1 0 0,1 0-1 0 0,0 0 1 0 0,-1 0-1 0 0,1 0 1 0 0,0 0-1 0 0,-1 0 1 0 0,1 0-1 0 0,0 0 1 0 0,-1 0-1 0 0,1 0 1 0 0,0 0-1 0 0,-1 0 1 0 0,1 0-1 0 0,0 0 1 0 0,-1 0-1 0 0,1 0 1 0 0,0 0-1 0 0,-1 0 1 0 0,1 0-1 0 0,0 1 1 0 0,-1-1-1 0 0,1 0 1 0 0,0 0-1 0 0,-1 0 1 0 0,1 1-1 0 0,0-1 1 0 0,0 0-1 0 0,-1 0 1 0 0,1 1-1 0 0,0-1 1 0 0,0 0-1 0 0,0 0 1 0 0,-1 1-1 0 0,-14 10 18 0 0,1 2-4 0 0,1 2-1 0 0,0-1 0 0 0,1 2 1 0 0,0 0-1 0 0,2 0 1 0 0,0 1-1 0 0,-13 29 0 0 0,8-11 25 0 0,1 2 1 0 0,-15 69-1 0 0,26-92-29 0 0,1 0 0 0 0,0 1 0 0 0,1-1 1 0 0,1 0-1 0 0,0 1 0 0 0,1-1 0 0 0,1 1 0 0 0,5 25 0 0 0,-6-35-4 0 0,1 0-1 0 0,-1-1 0 0 0,1 1 0 0 0,0-1 0 0 0,0 0 0 0 0,0 1 0 0 0,0-1 0 0 0,1 0 0 0 0,-1 0 0 0 0,1-1 0 0 0,0 1 0 0 0,1 0 0 0 0,-1-1 0 0 0,0 0 0 0 0,1 0 0 0 0,0 0 0 0 0,0 0 0 0 0,0 0 0 0 0,0-1 0 0 0,0 0 0 0 0,0 0 0 0 0,1 0 0 0 0,-1 0 0 0 0,1-1 1 0 0,-1 0-1 0 0,1 0 0 0 0,0 0 0 0 0,-1 0 0 0 0,10 0 0 0 0,-1-1 1 0 0,0-1 0 0 0,0 0 1 0 0,0-1-1 0 0,0 0 0 0 0,0-1 0 0 0,0 0 1 0 0,-1-1-1 0 0,1 0 0 0 0,-1-1 0 0 0,0-1 1 0 0,0 0-1 0 0,-1-1 0 0 0,0 0 1 0 0,0 0-1 0 0,-1-1 0 0 0,1 0 0 0 0,-2-1 1 0 0,1-1-1 0 0,-1 1 0 0 0,-1-1 1 0 0,0-1-1 0 0,10-16 0 0 0,-8 7 3 0 0,-12 12-15 0 0,-1 9 7 0 0,1 0 1 0 0,0-1-1 0 0,0 1 0 0 0,0 0 1 0 0,0 0-1 0 0,0 0 0 0 0,0 1 1 0 0,1-1-1 0 0,-1 0 1 0 0,0 1-1 0 0,1-1 0 0 0,-1 1 1 0 0,-2 2-1 0 0,-1 2 2 0 0,0 0-1 0 0,0 1 1 0 0,1-1 0 0 0,0 1-1 0 0,-5 10 1 0 0,-8 14-15 0 0,16-30 16 0 0,0 1-1 0 0,1-1 1 0 0,-1 1 0 0 0,1-1 0 0 0,-1 1-1 0 0,1 0 1 0 0,0-1 0 0 0,-1 1 0 0 0,1 0-1 0 0,0-1 1 0 0,0 1 0 0 0,0-1 0 0 0,0 1-1 0 0,1 0 1 0 0,-1-1 0 0 0,0 1 0 0 0,1 0-1 0 0,-1-1 1 0 0,1 1 0 0 0,-1-1 0 0 0,1 1-1 0 0,0-1 1 0 0,0 1 0 0 0,0-1 0 0 0,0 0-1 0 0,0 1 1 0 0,0-1 0 0 0,0 0 0 0 0,2 2-1 0 0,1-2-1 0 0,6-1 32 0 0,0-1 0 0 0,0-1-1 0 0,-1 1 1 0 0,1-2 0 0 0,0 1 0 0 0,-1-1-1 0 0,1-1 1 0 0,-1 0 0 0 0,12-7 0 0 0,-12 7 11 0 0,-8 3-27 0 0,1 0 0 0 0,0 1-1 0 0,-1-1 1 0 0,1 1 0 0 0,0-1-1 0 0,0 1 1 0 0,0-1 0 0 0,-1 1-1 0 0,1 0 1 0 0,0 0 0 0 0,0 0-1 0 0,0 0 1 0 0,0 0 0 0 0,-1 1 0 0 0,1-1-1 0 0,0 0 1 0 0,0 1 0 0 0,-1-1-1 0 0,1 1 1 0 0,0 0 0 0 0,0-1-1 0 0,2 3 1 0 0,-3-3 8 0 0,24 15 140 0 0,-19-13-184 0 0,0 0 1 0 0,1 0-1 0 0,-1-1 1 0 0,0 0 0 0 0,0 0-1 0 0,9 0 1 0 0,8 2-786 0 0,-17-3 366 0 0,0 0 0 0 0,1 0 0 0 0,-1 0 0 0 0,0-1 0 0 0,1 0 0 0 0,-1 0 0 0 0,6-3 0 0 0,23-8-5852 0 0,-22 7 3081 0 0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47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1169 0 860 0 0,'0'0'1270'0'0,"9"28"2399"0"0,-8-12-2826 0 0,-1-1 1 0 0,-1 0-1 0 0,0 0 0 0 0,-1 0 1 0 0,0 0-1 0 0,-1 0 1 0 0,-10 26-1 0 0,-44 100 1808 0 0,42-114-2342 0 0,0-1-1 0 0,-2 0 0 0 0,-1-1 1 0 0,0-1-1 0 0,-2 0 0 0 0,-24 20 0 0 0,-3 0-131 0 0,-99 69-1 0 0,46-48-2000 0 0,-196 93-1 0 0,18-42-5900 0 0,192-86 4163 0 0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50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14 122 404 0 0,'0'0'751'0'0,"-13"-13"6633"0"0,21 221-5829 0 0,-14 231 275 0 0,12-221-1088 0 0,21-714 1089 0 0,-25 484-1828 0 0,23-152 28 0 0,-9 101-27 0 0,-1 22-5 0 0,-8 25-1 0 0,0 1 0 0 0,1 0 0 0 0,0 0 0 0 0,1 1 0 0 0,1 0 0 0 0,0 1 0 0 0,1 0 0 0 0,1 1 0 0 0,14-13 0 0 0,-20 20-2 0 0,0 0 0 0 0,0 1 0 0 0,0 0 0 0 0,1 0 0 0 0,0 0 0 0 0,-1 0 0 0 0,1 1 0 0 0,1 1 0 0 0,-1-1 1 0 0,0 1-1 0 0,1 0 0 0 0,-1 1 0 0 0,1 0 0 0 0,-1 0 0 0 0,1 0 0 0 0,0 1 0 0 0,-1 0 0 0 0,1 1 0 0 0,-1 0 0 0 0,1 0 0 0 0,-1 0 0 0 0,13 5 0 0 0,-16-5 4 0 0,0 0-1 0 0,-1 1 0 0 0,1-1 0 0 0,-1 1 0 0 0,1 0 1 0 0,-1 0-1 0 0,0 0 0 0 0,0 1 0 0 0,0-1 0 0 0,0 1 1 0 0,-1-1-1 0 0,1 1 0 0 0,0 0 0 0 0,-1 0 0 0 0,0 0 1 0 0,0 0-1 0 0,0 1 0 0 0,0-1 0 0 0,0 0 0 0 0,-1 1 1 0 0,0 0-1 0 0,1-1 0 0 0,-1 1 0 0 0,0 0 0 0 0,-1-1 1 0 0,1 1-1 0 0,-1 0 0 0 0,0 0 0 0 0,0 0 0 0 0,0-1 0 0 0,-1 8 1 0 0,0-5-1 0 0,-1 1 1 0 0,0-1 0 0 0,0 1 0 0 0,0-1-1 0 0,-1 0 1 0 0,0 0 0 0 0,0 0 0 0 0,0 0 0 0 0,-1 0-1 0 0,0-1 1 0 0,0 1 0 0 0,0-1 0 0 0,-1 0-1 0 0,0-1 1 0 0,0 1 0 0 0,0-1 0 0 0,-8 5-1 0 0,-6 3-29 0 0,-1-2-1 0 0,0 0 0 0 0,0-2 0 0 0,-1 0 1 0 0,0-1-1 0 0,0-1 0 0 0,-1-1 0 0 0,-34 3 1 0 0,53-7-265 0 0,-6 0-390 0 0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3:51.2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74 356,'-68'-63'7893,"67"61"-7509,-13-2 598,12 4-924,1-1-1,-1 0 1,1 1 0,-1-1 0,1 1-1,-1-1 1,1 1 0,-1 0 0,1 0-1,-1 0 1,1 0 0,-1 0 0,0 0-1,1 0 1,-3 1 0,-10 6 51,0 0-1,1 2 1,0-1 0,0 2-1,1 0 1,0 0 0,0 1-1,1 1 1,1 0 0,0 0-1,-12 20 1,16-21-56,0 0 1,1-1-1,0 2 1,1-1-1,0 1 1,1-1-1,0 1 0,1 0 1,-2 23-1,4-35-49,0 1 0,0-1 0,0 0 1,0 1-1,0-1 0,0 1 0,0-1 0,0 0 0,0 1 0,0-1 0,1 1 0,-1-1 1,0 0-1,0 1 0,0-1 0,0 0 0,1 1 0,-1-1 0,0 0 0,0 1 0,1-1 0,-1 0 1,0 1-1,1-1 0,-1 0 0,0 0 0,1 0 0,-1 1 0,0-1 0,1 0 0,-1 0 1,0 0-1,1 0 0,0 1 0,17-5 60,24-20-38,-33 18-7,13-10 16,-17 12-32,0 0 1,1 0-1,-1 0 0,1 1 1,0 0-1,0 0 1,6-2-1,-10 4-19,5 2 13,-1 1 0,1 0 0,-1 0-1,1 0 1,-1 0 0,0 1 0,0 0 0,0 1 0,7 4 0,27 14 18,-28-18-8,-1 0-1,1 0 1,0-1-1,0-1 0,0 0 1,0 0-1,0-2 0,0 1 1,1-1-1,-1-1 0,0 0 1,22-6-1,-27 5-3,0-1 0,0 1 0,0-2 0,-1 1-1,0-1 1,1 0 0,-1 0 0,0-1 0,-1 0 0,1 0 0,-1 0 0,0 0 0,-1-1-1,1 0 1,-1 0 0,0 0 0,0-1 0,-1 1 0,0-1 0,0 0 0,-1 0 0,1 0-1,-2 0 1,3-15 0,-4 22-5,0-1 0,0 1 0,0 0 0,0-1 0,0 1 0,0 0 0,0-1 0,0 1 0,1 0 0,-1-1-1,0 1 1,0 0 0,0 0 0,0-1 0,0 1 0,1 0 0,-1 0 0,0-1 0,0 1 0,1 0 0,-1 0 0,0 0 0,0-1 0,1 1 0,-1 0-1,0 0 1,0 0 0,1 0 0,-1-1 0,0 1 0,1 0 0,-1 0 0,0 0 0,1 0 0,-1 0 0,0 0 0,0 0 0,1 0 0,-1 0 0,0 0 0,1 0-1,-1 0 1,0 0 0,1 0 0,-1 1 0,0-1 0,1 0 0,-1 0 0,0 0 0,0 0 0,1 0 0,-1 1 0,23 16 2,13 9 27,-28-24-22,1 1 0,-1-1 1,0 0-1,1-1 0,9 1 0,-15-2-4,1 0 1,-1 0-1,1 0 1,-1 0 0,1-1-1,-1 1 1,1-1-1,-1 0 1,0 0-1,1 0 1,-1 0-1,0 0 1,0-1-1,0 0 1,0 0-1,5-3 1,-1-2 12,0-1-1,0 1 1,-1-1 0,0 0-1,-1-1 1,1 0 0,-2 1-1,1-2 1,4-14 0,-8 22 25,10 216 196,-26 493-69,6-629 1092,8-76-436,-6-17-666,0 0 0,1-1 1,1 0-1,0 0 0,1 0 1,-2-22-1,4 17-114,0 0 0,2-1 1,1 1-1,0 0 0,1 0 1,2 0-1,0 0 0,13-37 0,-11 43-386,0-1-1,2 2 0,0-1 1,0 1-1,2 0 1,0 0-1,0 1 0,1 1 1,1 0-1,0 0 0,24-17 1,-13 14-1983,0 0-1,27-10 1,-12 7-937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3:51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39 128 0 0,'9'-29'2151'0'0,"-5"19"2645"0"0,-3 68-3522 0 0,-2 0 0 0 0,-15 96 0 0 0,7-82-630 0 0,-1 93 1 0 0,12-88-169 0 0,2 0-1 0 0,28 136 1 0 0,-24-179-418 0 0,1 0 0 0 0,2-1 0 0 0,2-1 0 0 0,1 0 1 0 0,1 0-1 0 0,2-2 0 0 0,1 0 0 0 0,34 44 0 0 0,-25-42-587 0 0,1-2 0 0 0,1 0 0 0 0,40 31 0 0 0,-48-45-1110 0 0,1-1 1 0 0,0-1 0 0 0,37 16 0 0 0,-16-11-1437 0 0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0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1 950 168 0 0,'14'-9'5224'0'0,"18"-14"-3565"0"0,53-34-1071 0 0,-41 29-236 0 0,-1-3 1 0 0,-2-1 0 0 0,-1-2-1 0 0,66-73 1 0 0,-86 84-275 0 0,-2-1 1 0 0,-1-1 0 0 0,-1 0 0 0 0,-1-2-1 0 0,-1 1 1 0 0,-1-2 0 0 0,-2 0-1 0 0,-1 0 1 0 0,13-58 0 0 0,-15 43 11 0 0,5-70 0 0 0,-13 102-4 0 0,1 1 0 0 0,-2-1 0 0 0,1 0 0 0 0,-2 1 0 0 0,1-1 0 0 0,-1 0 0 0 0,-1 1 0 0 0,0 0 0 0 0,0 0 0 0 0,-1-1 0 0 0,0 2 0 0 0,-9-15 0 0 0,13 24-78 0 0,-1-1-1 0 0,1 1 0 0 0,-1 0 1 0 0,1-1-1 0 0,-1 1 1 0 0,1 0-1 0 0,-1 0 1 0 0,1-1-1 0 0,-1 1 1 0 0,0 0-1 0 0,1 0 1 0 0,-1 0-1 0 0,1 0 0 0 0,-1 0 1 0 0,0 0-1 0 0,1 0 1 0 0,-1 0-1 0 0,1 0 1 0 0,-1 0-1 0 0,0 0 1 0 0,1 0-1 0 0,-1 0 1 0 0,1 0-1 0 0,-1 1 1 0 0,1-1-1 0 0,-1 0 0 0 0,0 0 1 0 0,1 1-1 0 0,-1-1 1 0 0,1 0-1 0 0,-1 1 1 0 0,1-1-1 0 0,0 1 1 0 0,-1-1-1 0 0,0 1 1 0 0,-14 13 85 0 0,0 8-5 0 0,0 1-1 0 0,2 1 1 0 0,0 0 0 0 0,2 1 0 0 0,1 0-1 0 0,-12 43 1 0 0,15-45-37 0 0,-47 160 310 0 0,8 1-1 0 0,-33 280 0 0 0,46-283-101 0 0,26-155-550 0 0,-1-1-1 0 0,0 0 0 0 0,-2-1 1 0 0,-26 45-1 0 0,34-66 71 0 0,0 0-1 0 0,0-1 1 0 0,0 1 0 0 0,0-1 0 0 0,-1 1 0 0 0,1-1-1 0 0,-1 0 1 0 0,1 0 0 0 0,-1 0 0 0 0,-5 3 0 0 0,-17 4-5024 0 0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0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0 245 188 0 0,'0'0'1296'0'0,"3"-1"-669"0"0,16-7-106 0 0,1 0 0 0 0,-1 2-1 0 0,1 0 1 0 0,0 1 0 0 0,28-2 0 0 0,19-6 36 0 0,-20 2-237 0 0,392-99 2084 0 0,-313 78-667 0 0,-136 55-1396 0 0,6-18-297 0 0,0 0-1 0 0,1 0 1 0 0,-1 0-1 0 0,1 0 1 0 0,0 0 0 0 0,0 1-1 0 0,1 0 1 0 0,-3 6-1 0 0,4-9-18 0 0,1-1-1 0 0,0 1 0 0 0,-1 0 1 0 0,1 0-1 0 0,0-1 0 0 0,0 1 1 0 0,1 0-1 0 0,-1 0 0 0 0,1-1 1 0 0,-1 1-1 0 0,1 0 0 0 0,0-1 1 0 0,0 1-1 0 0,0-1 0 0 0,0 1 1 0 0,0-1-1 0 0,1 0 0 0 0,-1 1 1 0 0,1-1-1 0 0,-1 0 0 0 0,1 0 1 0 0,2 3-1 0 0,-3-5-5 0 0,-1 1 0 0 0,1-1 0 0 0,0 1 0 0 0,-1-1-1 0 0,1 1 1 0 0,0-1 0 0 0,-1 1 0 0 0,1-1 0 0 0,0 0 0 0 0,0 1 0 0 0,-1-1 0 0 0,1 0-1 0 0,0 1 1 0 0,0-1 0 0 0,-1 0 0 0 0,1 0 0 0 0,0 0 0 0 0,0 0 0 0 0,0 0-1 0 0,0 0 1 0 0,-1 0 0 0 0,1 0 0 0 0,0 0 0 0 0,0 0 0 0 0,0-1 0 0 0,-1 1 0 0 0,1 0-1 0 0,0 0 1 0 0,0-1 0 0 0,-1 1 0 0 0,1 0 0 0 0,0-1 0 0 0,-1 1 0 0 0,1-1 0 0 0,0 1-1 0 0,-1-1 1 0 0,1 1 0 0 0,0-1 0 0 0,-1 0 0 0 0,1 1 0 0 0,-1-1 0 0 0,1-1-1 0 0,1 0 24 0 0,-1 0-1 0 0,0 0 0 0 0,0 0 0 0 0,0-1 0 0 0,0 1 0 0 0,0 0 1 0 0,0 0-1 0 0,0-1 0 0 0,-1 1 0 0 0,1-1 0 0 0,-1 1 0 0 0,0 0 0 0 0,0-1 1 0 0,0 1-1 0 0,0-1 0 0 0,0 1 0 0 0,-1-4 0 0 0,-2-4 57 0 0,0 0-1 0 0,0 1 0 0 0,-1-1 0 0 0,0 1 1 0 0,-1-1-1 0 0,-5-8 0 0 0,7 14-93 0 0,0 0-1 0 0,1 0 1 0 0,-2 1-1 0 0,1-1 1 0 0,0 0-1 0 0,-1 1 1 0 0,1 0-1 0 0,-1 0 1 0 0,0 0-1 0 0,0 0 1 0 0,0 1 0 0 0,-1 0-1 0 0,1-1 1 0 0,-1 2-1 0 0,-5-3 1 0 0,9 4-88 0 0,0 0 0 0 0,0-1 1 0 0,0 1-1 0 0,0 0 1 0 0,0 0-1 0 0,0 1 1 0 0,0-1-1 0 0,0 0 0 0 0,0 0 1 0 0,0 0-1 0 0,0 1 1 0 0,0-1-1 0 0,0 0 1 0 0,0 1-1 0 0,0-1 1 0 0,0 1-1 0 0,0-1 0 0 0,1 1 1 0 0,-1 0-1 0 0,0-1 1 0 0,0 1-1 0 0,1 0 1 0 0,-1-1-1 0 0,0 1 0 0 0,1 0 1 0 0,-1 0-1 0 0,1 0 1 0 0,-1-1-1 0 0,0 3 1 0 0,-6 15-4850 0 0,6-16 3966 0 0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1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172 101 200 0 0,'0'-15'2633'0'0,"0"12"-2467"0"0,0 0-1 0 0,0 0 1 0 0,-1 1-1 0 0,1-1 1 0 0,-1 0 0 0 0,0 0-1 0 0,0 0 1 0 0,0 1 0 0 0,0-1-1 0 0,0 0 1 0 0,0 1-1 0 0,-1-1 1 0 0,1 1 0 0 0,-1-1-1 0 0,0 1 1 0 0,0 0 0 0 0,0 0-1 0 0,0 0 1 0 0,0 0-1 0 0,0 0 1 0 0,0 0 0 0 0,-1 0-1 0 0,1 1 1 0 0,-1-1 0 0 0,1 1-1 0 0,-1 0 1 0 0,0 0-1 0 0,1 0 1 0 0,-1 0 0 0 0,0 0-1 0 0,0 1 1 0 0,0-1-1 0 0,0 1 1 0 0,1-1 0 0 0,-1 1-1 0 0,0 0 1 0 0,0 1 0 0 0,0-1-1 0 0,0 0 1 0 0,-5 2-1 0 0,4-1-107 0 0,-1 0 0 0 0,1 0 0 0 0,0 0 0 0 0,-1 1 0 0 0,1-1 0 0 0,0 1 0 0 0,0 0 0 0 0,0 1 0 0 0,0-1 0 0 0,0 1-1 0 0,1 0 1 0 0,-1-1 0 0 0,1 1 0 0 0,0 1 0 0 0,0-1 0 0 0,0 0 0 0 0,0 1 0 0 0,0 0 0 0 0,1 0 0 0 0,0 0 0 0 0,0 0-1 0 0,0 0 1 0 0,0 0 0 0 0,0 0 0 0 0,1 0 0 0 0,-2 8 0 0 0,3-8-37 0 0,0-1-1 0 0,1 0 1 0 0,-1 0-1 0 0,0 1 1 0 0,1-1-1 0 0,0 0 1 0 0,0 0 0 0 0,0 0-1 0 0,0 0 1 0 0,1 0-1 0 0,-1 0 1 0 0,1 0-1 0 0,-1 0 1 0 0,1-1-1 0 0,0 1 1 0 0,0-1 0 0 0,0 1-1 0 0,1-1 1 0 0,-1 0-1 0 0,1 0 1 0 0,-1 0-1 0 0,1 0 1 0 0,3 2-1 0 0,3 2 11 0 0,-1-2-1 0 0,1 1 0 0 0,-1-1 0 0 0,1-1 0 0 0,0 0 1 0 0,15 4-1 0 0,-11-5-17 0 0,0-1 1 0 0,0 0 0 0 0,0-1 0 0 0,0 0-1 0 0,0-1 1 0 0,0-1 0 0 0,0 0 0 0 0,0-1-1 0 0,0 0 1 0 0,-1 0 0 0 0,0-2 0 0 0,1 0-1 0 0,16-9 1 0 0,-12 5 30 0 0,-1-1-1 0 0,0 0 1 0 0,-1-2-1 0 0,0 1 0 0 0,-1-2 1 0 0,-1 0-1 0 0,0-1 1 0 0,21-27-1 0 0,-27 31 129 0 0,-5 8-131 0 0,-1 1-1 0 0,0-1 0 0 0,0 1 0 0 0,0-1 0 0 0,0 0 1 0 0,0 1-1 0 0,0-1 0 0 0,0 0 0 0 0,-1 1 1 0 0,1-1-1 0 0,-1 0 0 0 0,1 0 0 0 0,-1-2 1 0 0,0 2 530 0 0,-2 3-566 0 0,0-1 0 0 0,0 1 0 0 0,0 0 0 0 0,0 0-1 0 0,0 0 1 0 0,0 0 0 0 0,0 0 0 0 0,0 1 0 0 0,0-1 0 0 0,1 1 0 0 0,-3 1 0 0 0,4-3-1 0 0,-3 2 3 0 0,1 0 0 0 0,-1 1 1 0 0,1-1-1 0 0,0 1 1 0 0,-1-1-1 0 0,1 1 1 0 0,0 0-1 0 0,1-1 1 0 0,-1 1-1 0 0,0 0 0 0 0,1 0 1 0 0,0 0-1 0 0,0 1 1 0 0,0-1-1 0 0,0 0 1 0 0,0 0-1 0 0,0 1 1 0 0,1-1-1 0 0,0 0 1 0 0,0 1-1 0 0,0-1 0 0 0,0 0 1 0 0,0 1-1 0 0,1-1 1 0 0,-1 0-1 0 0,1 1 1 0 0,0-1-1 0 0,0 0 1 0 0,0 0-1 0 0,0 0 0 0 0,1 0 1 0 0,-1 0-1 0 0,1 0 1 0 0,0 0-1 0 0,0 0 1 0 0,0-1-1 0 0,0 1 1 0 0,0-1-1 0 0,0 1 0 0 0,1-1 1 0 0,3 3-1 0 0,-2-3-4 0 0,-1 1-1 0 0,1-1 1 0 0,0 0-1 0 0,0 0 1 0 0,0 0-1 0 0,0-1 0 0 0,0 0 1 0 0,0 1-1 0 0,0-1 1 0 0,0-1-1 0 0,0 1 1 0 0,1-1-1 0 0,-1 1 1 0 0,0-1-1 0 0,1 0 0 0 0,-1-1 1 0 0,0 1-1 0 0,1-1 1 0 0,-1 0-1 0 0,0 0 1 0 0,0 0-1 0 0,0-1 1 0 0,0 1-1 0 0,0-1 0 0 0,0 0 1 0 0,0 0-1 0 0,-1 0 1 0 0,5-4-1 0 0,4-4 5 0 0,0-1 0 0 0,0 0 0 0 0,-1-1-1 0 0,0-1 1 0 0,13-20 0 0 0,-20 28-10 0 0,15-22 45 0 0,-18 26-43 0 0,-9 24-119 0 0,7-19 121 0 0,0 0 1 0 0,1 0-1 0 0,-1 0 0 0 0,1-1 0 0 0,0 1 0 0 0,0 0 0 0 0,0 0 0 0 0,1 0 0 0 0,-1 0 0 0 0,1 0 0 0 0,0 0 1 0 0,0-1-1 0 0,1 1 0 0 0,-1 0 0 0 0,1-1 0 0 0,-1 1 0 0 0,1-1 0 0 0,0 1 0 0 0,0-1 0 0 0,1 0 1 0 0,-1 0-1 0 0,1 0 0 0 0,0 0 0 0 0,-1 0 0 0 0,1-1 0 0 0,0 1 0 0 0,1-1 0 0 0,-1 0 0 0 0,0 0 0 0 0,1 0 1 0 0,-1 0-1 0 0,1-1 0 0 0,-1 1 0 0 0,1-1 0 0 0,0 0 0 0 0,0 0 0 0 0,0 0 0 0 0,-1-1 0 0 0,1 1 1 0 0,0-1-1 0 0,0 0 0 0 0,0 0 0 0 0,0 0 0 0 0,0-1 0 0 0,0 1 0 0 0,0-1 0 0 0,-1 0 0 0 0,1 0 1 0 0,7-3-1 0 0,3-4 2 0 0,0-1 0 0 0,-1 0 0 0 0,0-1 0 0 0,0 0 0 0 0,-1-1 0 0 0,0-1 0 0 0,10-14 0 0 0,12-9 15 0 0,-33 34-28 0 0,-3 6-3571 0 0,-7 14 2561 0 0,7-14-788 0 0,2 11-3918 0 0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2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1 125 636 0 0,'0'0'3365'0'0,"4"-3"-2812"0"0,15-10 280 0 0,-13 10-553 0 0,0-1-1 0 0,0 1 1 0 0,0-1 0 0 0,-1 0-1 0 0,1-1 1 0 0,-1 1-1 0 0,0-1 1 0 0,-1 0-1 0 0,1 0 1 0 0,-1-1 0 0 0,0 1-1 0 0,0-1 1 0 0,-1 0-1 0 0,1 0 1 0 0,-1 0-1 0 0,-1-1 1 0 0,4-9 0 0 0,-6 15-38 0 0,3-6 365 0 0,-1 11-606 0 0,0 1 10 0 0,-1-1 0 0 0,1 1 0 0 0,-1 0 0 0 0,0 0 0 0 0,0 0 0 0 0,0 0 0 0 0,-1 0 0 0 0,0 0 0 0 0,-1 10 0 0 0,2-9 1 0 0,-2 1-1 0 0,1-1 1 0 0,-1 0 0 0 0,0 1 0 0 0,0-1 0 0 0,-1 0 0 0 0,1 1 0 0 0,-1-1-1 0 0,-1 0 1 0 0,1 0 0 0 0,-1-1 0 0 0,0 1 0 0 0,-1-1 0 0 0,1 1 0 0 0,-1-1-1 0 0,0 0 1 0 0,-8 8 0 0 0,10-12 13 0 0,2-1-59 0 0,-1 0 1 0 0,1 1-1 0 0,-1-1 0 0 0,1 0 1 0 0,-1 0-1 0 0,1 1 1 0 0,-1-1-1 0 0,1 0 1 0 0,-1 0-1 0 0,0 0 0 0 0,1 0 1 0 0,-1 0-1 0 0,1 0 1 0 0,-1 0-1 0 0,0 0 1 0 0,1 0-1 0 0,-1 0 1 0 0,1 0-1 0 0,-1 0 0 0 0,1-1 1 0 0,-1 1-1 0 0,0 0 1 0 0,0-1-136 0 0,1 0 1 0 0,-1 1 0 0 0,1-1-1 0 0,0 0 1 0 0,-1 1 0 0 0,1-1-1 0 0,0 0 1 0 0,-1 0-1 0 0,1 0 1 0 0,0 1 0 0 0,0-1-1 0 0,0 0 1 0 0,0 0 0 0 0,0 0-1 0 0,0 1 1 0 0,0-1 0 0 0,0 0-1 0 0,0 0 1 0 0,0 0 0 0 0,0 1-1 0 0,0-1 1 0 0,1 0-1 0 0,-1 0 1 0 0,0 0 0 0 0,1 1-1 0 0,-1-1 1 0 0,0 0 0 0 0,1 1-1 0 0,-1-1 1 0 0,1 0 0 0 0,-1 1-1 0 0,1-1 1 0 0,0 0 0 0 0,-1 1-1 0 0,1-1 1 0 0,-1 1 0 0 0,1-1-1 0 0,1 0 1 0 0,-1 0 262 0 0,7-7-2556 0 0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2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65 52 0 0,'-13'-38'5551'0'0,"12"36"-5355"0"0,-1 0 0 0 0,0 0-1 0 0,1 0 1 0 0,-1 0 0 0 0,0 1 0 0 0,0-1-1 0 0,0 0 1 0 0,0 1 0 0 0,0 0 0 0 0,0-1 0 0 0,0 1-1 0 0,-1 0 1 0 0,1 0 0 0 0,0 0 0 0 0,-1 0-1 0 0,1 1 1 0 0,0-1 0 0 0,-1 1 0 0 0,1-1-1 0 0,-1 1 1 0 0,1 0 0 0 0,-5 0 0 0 0,6 1-152 0 0,0-1 0 0 0,-1 1 0 0 0,1-1 0 0 0,0 1 0 0 0,0 0 0 0 0,-1-1 0 0 0,1 1 0 0 0,0 0 0 0 0,0 0 0 0 0,0 0 0 0 0,0 0 0 0 0,0 0 0 0 0,0 0 0 0 0,1 0 0 0 0,-1 0 0 0 0,0 0 0 0 0,0 0 0 0 0,1 1 0 0 0,-1-1 0 0 0,1 0 0 0 0,-1 3 0 0 0,-9 26 434 0 0,4 3-96 0 0,3 0 1 0 0,0 1 0 0 0,4 50-1 0 0,0-32-9 0 0,-1-50-342 0 0,153-110-118 0 0,-151 107 86 0 0,67-39-85 0 0,-68 40 77 0 0,4 1-1 0 0,-4-1 11 0 0,0 0 0 0 0,-1 0 0 0 0,1 0 0 0 0,0 0 0 0 0,-1 1 0 0 0,1-1-1 0 0,-1 0 1 0 0,1 0 0 0 0,0 0 0 0 0,-1 1 0 0 0,1-1 0 0 0,-1 0-1 0 0,1 1 1 0 0,-1-1 0 0 0,1 1 0 0 0,-1-1 0 0 0,1 0 0 0 0,-1 1 0 0 0,1-1-1 0 0,-1 1 1 0 0,1-1 0 0 0,-1 1 0 0 0,0-1 0 0 0,1 1 0 0 0,-1 0-1 0 0,0-1 1 0 0,1 1 0 0 0,-1-1 0 0 0,0 1 0 0 0,0 0 0 0 0,0-1 0 0 0,0 1-1 0 0,0 0 1 0 0,0-1 0 0 0,0 1 0 0 0,0 0 0 0 0,0-1 0 0 0,0 1 0 0 0,0 0-1 0 0,0-1 1 0 0,0 1 0 0 0,0 0 0 0 0,-1 5-145 0 0,1 0 1 0 0,-1-1-1 0 0,0 1 0 0 0,0-1 1 0 0,-1 1-1 0 0,1-1 1 0 0,-1 1-1 0 0,-1-1 0 0 0,1 0 1 0 0,-1 0-1 0 0,-4 6 0 0 0,6-10-600 0 0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3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10 244 0 0,'0'0'288'0'0,"7"-5"184"0"0,4 0-440 0 0</inkml:trace>
  <inkml:trace contextRef="#ctx0" brushRef="#br0" timeOffset="1">153 94 8 0 0,'30'24'2878'0'0,"-25"-21"-2577"0"0,-1-1-1 0 0,1 1 0 0 0,-1 0 0 0 0,0 0 1 0 0,0 0-1 0 0,-1 1 0 0 0,1 0 1 0 0,-1-1-1 0 0,1 1 0 0 0,-1 1 0 0 0,0-1 1 0 0,-1 0-1 0 0,1 1 0 0 0,-1-1 0 0 0,0 1 1 0 0,0 0-1 0 0,0-1 0 0 0,-1 1 0 0 0,1 0 1 0 0,-1 0-1 0 0,-1 0 0 0 0,1 0 0 0 0,-1 1 1 0 0,0 5-1 0 0,-4 31 213 0 0,-3 0 0 0 0,-1 0 0 0 0,-2 0-1 0 0,-19 49 1 0 0,4-11-306 0 0,-10 34-1662 0 0,11-36-4607 0 0,15-50 2883 0 0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4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54 84 0 0,'-4'-16'3548'0'0,"3"14"-3258"0"0,0 0 0 0 0,0-1-1 0 0,0 1 1 0 0,0 0 0 0 0,0 0-1 0 0,0 0 1 0 0,-1 0 0 0 0,1 0 0 0 0,-1 0-1 0 0,0 0 1 0 0,1 0 0 0 0,-1 1-1 0 0,0-1 1 0 0,0 1 0 0 0,0-1-1 0 0,0 1 1 0 0,0 0 0 0 0,-3-2 0 0 0,1 3-182 0 0,1-1 0 0 0,-1 1 1 0 0,1-1-1 0 0,0 1 1 0 0,-1 0-1 0 0,1 0 0 0 0,-1 1 1 0 0,1-1-1 0 0,0 1 1 0 0,-1-1-1 0 0,1 1 0 0 0,0 0 1 0 0,-6 3-1 0 0,-4 2 76 0 0,1 0 0 0 0,0 1 0 0 0,0 1-1 0 0,0 0 1 0 0,1 0 0 0 0,1 1 0 0 0,-1 0-1 0 0,2 1 1 0 0,-1 1 0 0 0,-15 21 0 0 0,19-24-120 0 0,1-1-1 0 0,0 1 1 0 0,1 0 0 0 0,0 0 0 0 0,0 1-1 0 0,0-1 1 0 0,1 1 0 0 0,1 0 0 0 0,-1 0 0 0 0,2 0-1 0 0,-1 0 1 0 0,1 0 0 0 0,0 0 0 0 0,1 0 0 0 0,0 0-1 0 0,0 1 1 0 0,3 12 0 0 0,-2-20-31 0 0,-1 1-1 0 0,1 0 1 0 0,0-1 0 0 0,0 0-1 0 0,0 1 1 0 0,0-1 0 0 0,0 1-1 0 0,1-1 1 0 0,-1 0 0 0 0,1 0 0 0 0,-1 0-1 0 0,1 0 1 0 0,0 0 0 0 0,0 0-1 0 0,3 2 1 0 0,-3-3 10 0 0,-1 0-1 0 0,1-1 1 0 0,-1 1-1 0 0,1-1 1 0 0,-1 1 0 0 0,1-1-1 0 0,0 1 1 0 0,0-1-1 0 0,-1 0 1 0 0,1 0 0 0 0,0 0-1 0 0,-1 0 1 0 0,1 0-1 0 0,0 0 1 0 0,-1 0-1 0 0,1-1 1 0 0,0 1 0 0 0,2-1-1 0 0,0-1 52 0 0,1 0-1 0 0,-1-1 1 0 0,0 1-1 0 0,0-1 0 0 0,0 0 1 0 0,0 0-1 0 0,0 0 1 0 0,0-1-1 0 0,-1 1 0 0 0,0-1 1 0 0,0 0-1 0 0,0 0 1 0 0,0 0-1 0 0,4-9 1 0 0,-1 4 7 0 0,-2 0 1 0 0,1-1-1 0 0,-1 0 1 0 0,-1 1-1 0 0,0-1 1 0 0,0-1-1 0 0,-1 1 1 0 0,0 0-1 0 0,-1-1 1 0 0,0 1-1 0 0,-2-20 1 0 0,0 7-60 0 0,0 0 238 0 0,0 22-454 0 0,1 0 0 0 0,-1 1 0 0 0,1-1 0 0 0,0 0-1 0 0,-1 1 1 0 0,1-1 0 0 0,-1 1 0 0 0,1-1-1 0 0,-1 1 1 0 0,1-1 0 0 0,-1 1 0 0 0,0-1-1 0 0,1 1 1 0 0,-1 0 0 0 0,0-1 0 0 0,1 1-1 0 0,-1 0 1 0 0,0 0 0 0 0,1-1 0 0 0,-1 1 0 0 0,0 0-1 0 0,0 0 1 0 0,1 0 0 0 0,-1 0 0 0 0,0 0-1 0 0,0 0 1 0 0,-1 0 0 0 0,-3 8-1745 0 0,3-2 444 0 0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4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76 0 0,'1'7'653'0'0,"0"0"0"0"0,-1 0-1 0 0,1-1 1 0 0,-1 1 0 0 0,-1 0 0 0 0,1 0-1 0 0,-3 9 1 0 0,0 22 1308 0 0,3-37-1911 0 0,0 0 0 0 0,0 0 1 0 0,0 0-1 0 0,0 0 1 0 0,0 0-1 0 0,0 0 1 0 0,0 0-1 0 0,1 0 0 0 0,-1-1 1 0 0,0 1-1 0 0,1 0 1 0 0,-1 0-1 0 0,0 0 0 0 0,1 0 1 0 0,-1-1-1 0 0,1 1 1 0 0,-1 0-1 0 0,1 0 0 0 0,0-1 1 0 0,-1 1-1 0 0,1-1 1 0 0,0 1-1 0 0,0 0 1 0 0,-1-1-1 0 0,1 1 0 0 0,0-1 1 0 0,1 1-1 0 0,0 0 41 0 0,1-1 0 0 0,0 1 0 0 0,-1-1 0 0 0,1 1-1 0 0,0-1 1 0 0,0 0 0 0 0,-1 0 0 0 0,1 0 0 0 0,4-1 0 0 0,66-20 1200 0 0,-62 18-955 0 0,49-15 1306 0 0,-58 17-1521 0 0,10 5 113 0 0,-11-4-269 0 0,0 0 0 0 0,0 0 1 0 0,0 1-1 0 0,0-1 0 0 0,0 0 0 0 0,1 1 0 0 0,-1-1 0 0 0,0 1 1 0 0,0-1-1 0 0,0 1 0 0 0,0 0 0 0 0,0-1 0 0 0,-1 1 1 0 0,1 0-1 0 0,0 0 0 0 0,0 0 0 0 0,0 0 0 0 0,-1-1 0 0 0,1 1 1 0 0,0 0-1 0 0,-1 0 0 0 0,1 0 0 0 0,-1 0 0 0 0,1 1 1 0 0,0 0-1 0 0,12 23-6534 0 0,-9-15 3344 0 0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4:04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38 1036,'0'-1'27,"6"-33"5327,-10 31-2062,-9 15-2637,6-1-416,1-1-1,0 1 1,1 0-1,0 1 1,0-1 0,2 1-1,-4 12 1,1-3-10,-4 21 193,1 0-1,3 0 1,-3 70 0,7-63-473,-3 0 0,-13 61 0,0-56-1611,-2-26-5841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5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1 493 608 0 0,'29'-8'728'0'0,"0"-2"-1"0"0,0-2 1 0 0,-1 0-1 0 0,-1-2 1 0 0,0-1-1 0 0,-1-1 1 0 0,25-20-1 0 0,-35 24-429 0 0,-1 0 0 0 0,0-2-1 0 0,-1 0 1 0 0,0 0-1 0 0,-1-2 1 0 0,-1 1 0 0 0,-1-2-1 0 0,0 1 1 0 0,-1-2-1 0 0,0 1 1 0 0,12-35 0 0 0,-19 42-87 0 0,1 0 1 0 0,-1 0 0 0 0,-1-1 0 0 0,0 0 0 0 0,-1 1 0 0 0,0-1-1 0 0,0 0 1 0 0,-1 0 0 0 0,0 0 0 0 0,-3-13 0 0 0,2 21-18 0 0,-1-9 165 0 0,2 12-340 0 0,0 0 0 0 0,0 0 0 0 0,0-1 0 0 0,0 1 0 0 0,0 0 0 0 0,0 0 0 0 0,0-1-1 0 0,0 1 1 0 0,0 0 0 0 0,0 0 0 0 0,-1-1 0 0 0,1 1 0 0 0,0 0 0 0 0,0 0 0 0 0,0-1 0 0 0,0 1 0 0 0,0 0-1 0 0,0 0 1 0 0,-1-1 0 0 0,1 1 0 0 0,0 0 0 0 0,0 0 0 0 0,0 0 0 0 0,0-1 0 0 0,-1 1 0 0 0,1 0-1 0 0,0 0 1 0 0,0 0 0 0 0,-1 0 0 0 0,1 0 0 0 0,0-1 0 0 0,0 1 0 0 0,-1 0 0 0 0,1 0 0 0 0,0 0-1 0 0,0 0 1 0 0,-1 0 0 0 0,1 0 0 0 0,0 0 0 0 0,0 0 0 0 0,-1 0 0 0 0,1 0 0 0 0,0 0 0 0 0,0 0-1 0 0,-1 0 1 0 0,1 0 0 0 0,-15 15 100 0 0,1 0-1 0 0,1 1 1 0 0,0 1-1 0 0,1 0 0 0 0,1 1 1 0 0,0 0-1 0 0,-9 23 1 0 0,-5 20 53 0 0,2 1 1 0 0,-18 86-1 0 0,12-41 7 0 0,15-49-51 0 0,14-57-125 0 0,0-1 0 0 0,0 1 1 0 0,0-1-1 0 0,0 1 0 0 0,0 0 1 0 0,0-1-1 0 0,0 1 0 0 0,0-1 0 0 0,0 1 1 0 0,0-1-1 0 0,0 1 0 0 0,1 0 1 0 0,-1-1-1 0 0,0 1 0 0 0,1-1 0 0 0,-1 1 1 0 0,0-1-1 0 0,1 1 0 0 0,-1-1 1 0 0,0 1-1 0 0,1-1 0 0 0,-1 0 1 0 0,1 1-1 0 0,-1-1 0 0 0,1 1 0 0 0,-1-1 1 0 0,1 0-1 0 0,-1 1 0 0 0,1-1 1 0 0,-1 0-1 0 0,1 0 0 0 0,-1 0 0 0 0,1 1 1 0 0,-1-1-1 0 0,1 0 0 0 0,0 0 1 0 0,-1 0-1 0 0,1 0 0 0 0,-1 0 1 0 0,1 0-1 0 0,0 0 0 0 0,-1 0 0 0 0,1 0 1 0 0,-1 0-1 0 0,1 0 0 0 0,0-1 1 0 0,-1 1-1 0 0,1 0 0 0 0,-1 0 0 0 0,1-1 1 0 0,-1 1-1 0 0,1 0 0 0 0,42-22 88 0 0,-29 13-77 0 0,-9 7-26 0 0,1-1 0 0 0,-1 1 1 0 0,1 0-1 0 0,0 0 0 0 0,0 1 0 0 0,-1 0 0 0 0,1 0 0 0 0,0 0 0 0 0,0 1 0 0 0,11 0 1 0 0,64 12-9 0 0,-64-8 13 0 0,0-1 1 0 0,0-1 0 0 0,25 0 0 0 0,-34-2 111 0 0,-1-1 1 0 0,1 0-1 0 0,-1-1 0 0 0,1 0 1 0 0,-1 0-1 0 0,1 0 1 0 0,-1-1-1 0 0,0 0 1 0 0,0-1-1 0 0,-1 1 0 0 0,1-1 1 0 0,-1-1-1 0 0,1 1 1 0 0,-2-1-1 0 0,1 0 0 0 0,0 0 1 0 0,4-7-1 0 0,-9 11 187 0 0,0-1 18 0 0,-1 2-318 0 0,0 0 1 0 0,0 0 0 0 0,0 0-1 0 0,0 0 1 0 0,0-1-1 0 0,0 1 1 0 0,0 0 0 0 0,0 0-1 0 0,0 0 1 0 0,0 0-1 0 0,0 0 1 0 0,0 0 0 0 0,0-1-1 0 0,0 1 1 0 0,0 0 0 0 0,0 0-1 0 0,0 0 1 0 0,0 0-1 0 0,0 0 1 0 0,0 0 0 0 0,0-1-1 0 0,1 1 1 0 0,-1 0 0 0 0,0 0-1 0 0,0 0 1 0 0,0 0-1 0 0,0 0 1 0 0,0 0 0 0 0,0 0-1 0 0,0 0 1 0 0,1 0-1 0 0,-1-1 1 0 0,0 1 0 0 0,0 0-1 0 0,0 0 1 0 0,0 0 0 0 0,0 0-1 0 0,0 0 1 0 0,1 0-1 0 0,-1 0 1 0 0,0 0 0 0 0,0 0-1 0 0,0 0 1 0 0,0 0-1 0 0,0 0 1 0 0,1 0 0 0 0,-1 0-1 0 0,0 0 1 0 0,0 0 0 0 0,0 0-1 0 0,0 0 1 0 0,0 1-1 0 0,0-1 1 0 0,1 0 0 0 0,3 8-964 0 0,2 10-7541 0 0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7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28 328 0 0,'23'-11'2828'0'0,"-13"9"-2564"0"0,-1 1 0 0 0,1-1 1 0 0,-1 2-1 0 0,1-1 0 0 0,-1 1 1 0 0,1 1-1 0 0,-1 0 0 0 0,1 0 1 0 0,-1 1-1 0 0,0 0 0 0 0,0 0 1 0 0,13 6-1 0 0,-19-7-217 0 0,1 1 0 0 0,0 0 0 0 0,-1 0-1 0 0,0 0 1 0 0,0 0 0 0 0,1 0 0 0 0,-1 1 0 0 0,0-1 0 0 0,-1 1-1 0 0,1 0 1 0 0,0-1 0 0 0,-1 2 0 0 0,0-1 0 0 0,1 0-1 0 0,-1 0 1 0 0,-1 1 0 0 0,1-1 0 0 0,0 1 0 0 0,-1-1 0 0 0,0 1-1 0 0,0 0 1 0 0,0-1 0 0 0,0 1 0 0 0,0 0 0 0 0,-1 0-1 0 0,0 0 1 0 0,1 0 0 0 0,-2 0 0 0 0,1-1 0 0 0,0 1-1 0 0,-1 0 1 0 0,0 0 0 0 0,1 0 0 0 0,-3 4 0 0 0,1-1 48 0 0,0 0 0 0 0,-1-1 0 0 0,0 1 0 0 0,0-1 0 0 0,-1 0 0 0 0,1 0 0 0 0,-1 0 0 0 0,-1 0 0 0 0,1 0 0 0 0,-1-1 0 0 0,0 0 0 0 0,0 0 0 0 0,0 0 0 0 0,-1-1 0 0 0,0 0 0 0 0,1 0 0 0 0,-2 0 0 0 0,1 0 0 0 0,0-1 0 0 0,-1 0 0 0 0,-12 3 0 0 0,19-6-80 0 0,-1 0 0 0 0,0 1 0 0 0,0-1 0 0 0,0 0-1 0 0,0 0 1 0 0,0 0 0 0 0,0 0 0 0 0,0 0 0 0 0,0 0 0 0 0,1 0 0 0 0,-1-1 0 0 0,0 1 0 0 0,0 0 0 0 0,0 0-1 0 0,0-1 1 0 0,0 1 0 0 0,0-1 0 0 0,1 1 0 0 0,-1 0 0 0 0,0-1 0 0 0,0 0 0 0 0,1 1 0 0 0,-1-1 0 0 0,0 1 0 0 0,1-1-1 0 0,-1 0 1 0 0,1 1 0 0 0,-1-1 0 0 0,0 0 0 0 0,1 0 0 0 0,0 1 0 0 0,-1-1 0 0 0,1 0 0 0 0,-1 0 0 0 0,1 0-1 0 0,0 0 1 0 0,0 0 0 0 0,0 0 0 0 0,-1 1 0 0 0,1-1 0 0 0,0 0 0 0 0,0 0 0 0 0,0 0 0 0 0,0 0 0 0 0,0 0-1 0 0,1 0 1 0 0,-1 0 0 0 0,0 0 0 0 0,0 0 0 0 0,0 1 0 0 0,1-1 0 0 0,-1 0 0 0 0,1-1 0 0 0,0-4 13 0 0,1 1 0 0 0,0-1 0 0 0,0 1 0 0 0,0-1 1 0 0,0 1-1 0 0,7-10 0 0 0,7-4 16 0 0,1 1 0 0 0,0 0 0 0 0,2 1 0 0 0,0 1 1 0 0,0 1-1 0 0,2 1 0 0 0,26-14 0 0 0,-39 23-39 0 0,1 0 1 0 0,0 1-1 0 0,0 0 1 0 0,1 1-1 0 0,-1 0 0 0 0,1 0 1 0 0,0 1-1 0 0,-1 0 1 0 0,1 1-1 0 0,0 0 0 0 0,0 0 1 0 0,0 1-1 0 0,0 1 1 0 0,0 0-1 0 0,0 0 1 0 0,0 1-1 0 0,0 0 0 0 0,-1 0 1 0 0,1 1-1 0 0,14 7 1 0 0,-19-7-3 0 0,-1 0 1 0 0,1 0-1 0 0,-1 1 0 0 0,1 0 1 0 0,-1 0-1 0 0,0 0 1 0 0,-1 0-1 0 0,1 1 1 0 0,-1-1-1 0 0,0 1 0 0 0,0 0 1 0 0,0 0-1 0 0,-1 0 1 0 0,1 0-1 0 0,-1 0 1 0 0,-1 1-1 0 0,1-1 0 0 0,-1 1 1 0 0,0-1-1 0 0,0 1 1 0 0,0 0-1 0 0,-1-1 1 0 0,0 1-1 0 0,0 0 0 0 0,-1-1 1 0 0,1 1-1 0 0,-1 0 1 0 0,-3 10-1 0 0,0-6 2 0 0,4-8 17 0 0,0 5-8 0 0,0-7-13 0 0,0 0 1 0 0,0 1 0 0 0,0-1 0 0 0,0 0-1 0 0,0 0 1 0 0,0 0 0 0 0,0 0 0 0 0,1 0-1 0 0,-1 1 1 0 0,0-1 0 0 0,0 0 0 0 0,0 0-1 0 0,0 0 1 0 0,0 0 0 0 0,0 0 0 0 0,0 0-1 0 0,0 1 1 0 0,0-1 0 0 0,0 0 0 0 0,0 0-1 0 0,1 0 1 0 0,-1 0 0 0 0,0 0 0 0 0,0 0-1 0 0,0 0 1 0 0,0 0 0 0 0,0 0 0 0 0,0 0-1 0 0,1 0 1 0 0,-1 1 0 0 0,0-1 0 0 0,0 0-1 0 0,0 0 1 0 0,0 0 0 0 0,0 0 0 0 0,0 0-1 0 0,1 0 1 0 0,-1 0 0 0 0,0 0 0 0 0,0 0-1 0 0,0 0 1 0 0,0 0 0 0 0,0 0 0 0 0,1-1-1 0 0,-1 1 1 0 0,0 0 0 0 0,0 0 0 0 0,0 0-1 0 0,0 0 1 0 0,0 0 0 0 0,0 0 0 0 0,1 0-1 0 0,-1 0 1 0 0,0 0 0 0 0,0 0 0 0 0,0 0-1 0 0,0-1 1 0 0,0 1 0 0 0,0 0 0 0 0,0 0-1 0 0,0 0 1 0 0,0 0 0 0 0,1 0 0 0 0,-1 0-1 0 0,0-1 1 0 0,0 1 0 0 0,0 0 0 0 0,0 0-1 0 0,15-17 9 0 0,0 0-1 0 0,1 2 1 0 0,24-19-1 0 0,-37 31-11 0 0,1 0 0 0 0,0 1 0 0 0,0-1 0 0 0,0 1 0 0 0,0-1 0 0 0,0 1 0 0 0,0 0 0 0 0,0 1 0 0 0,1-1-1 0 0,-1 1 1 0 0,1 0 0 0 0,-1 0 0 0 0,1 0 0 0 0,0 0 0 0 0,-1 1 0 0 0,1 0 0 0 0,0 0 0 0 0,-1 0 0 0 0,1 1-1 0 0,0-1 1 0 0,-1 1 0 0 0,1 0 0 0 0,-1 1 0 0 0,1-1 0 0 0,-1 1 0 0 0,0 0 0 0 0,0 0 0 0 0,1 0 0 0 0,-1 0 0 0 0,-1 1-1 0 0,1 0 1 0 0,0 0 0 0 0,-1 0 0 0 0,1 0 0 0 0,-1 0 0 0 0,0 1 0 0 0,0-1 0 0 0,0 1 0 0 0,-1 0 0 0 0,5 7-1 0 0,-3-5 6 0 0,1 0-1 0 0,0 0 1 0 0,0-1-1 0 0,0 1 0 0 0,1-1 1 0 0,0-1-1 0 0,0 1 0 0 0,0-1 1 0 0,1 0-1 0 0,-1 0 1 0 0,1 0-1 0 0,0-1 0 0 0,0 0 1 0 0,0-1-1 0 0,0 0 1 0 0,1 0-1 0 0,-1 0 0 0 0,1-1 1 0 0,-1 0-1 0 0,1 0 0 0 0,-1-1 1 0 0,1 0-1 0 0,8-2 1 0 0,6 0 1 0 0,0-1 0 0 0,-1-2 1 0 0,1 0-1 0 0,-1-1 1 0 0,0-1-1 0 0,32-16 0 0 0,-46 20 7 0 0,12-6 21 0 0,0 0-1 0 0,-1-1 1 0 0,0-1-1 0 0,-1 0 1 0 0,21-18-1 0 0,-36 27-14 0 0,0 1 0 0 0,1 0 0 0 0,-1 0 0 0 0,1 0 0 0 0,-1 0 0 0 0,1 0 0 0 0,-1 1 0 0 0,1-1 0 0 0,-1 1 0 0 0,1 0 0 0 0,0 0 0 0 0,-1 0 0 0 0,1 0 0 0 0,0 0 0 0 0,-1 0 0 0 0,1 1-1 0 0,0-1 1 0 0,-1 1 0 0 0,1 0 0 0 0,-1 0 0 0 0,1 0 0 0 0,-1 0 0 0 0,0 0 0 0 0,4 3 0 0 0,32 6 216 0 0,-36-10 64 0 0,-1 0-265 0 0,-1 0 0 0 0,1 0 0 0 0,0 0 0 0 0,0 0 0 0 0,-1-1 0 0 0,1 1 0 0 0,0 0 0 0 0,-1-1 1 0 0,1 1-1 0 0,0 0 0 0 0,-1-1 0 0 0,1 1 0 0 0,0-1 0 0 0,-1 1 0 0 0,1-1 0 0 0,-1 1 0 0 0,1-1 0 0 0,0 0 0 0 0,-2-2-3 0 0,0 0 1 0 0,-1 0-1 0 0,1 0 0 0 0,-1 0 0 0 0,1 0 0 0 0,-1 1 0 0 0,0-1 0 0 0,0 1 0 0 0,0-1 1 0 0,-1 1-1 0 0,1 0 0 0 0,0 0 0 0 0,-1 0 0 0 0,1 0 0 0 0,-1 0 0 0 0,0 1 0 0 0,0-1 1 0 0,-4-1-1 0 0,-65-23 116 0 0,42 16-310 0 0,28 10-102 0 0,-9-3-372 0 0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7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44 0 0,'1'0'104'0'0,"-1"0"0"0"0,1 0 0 0 0,-1 1 1 0 0,1-1-1 0 0,0 0 0 0 0,-1 0 0 0 0,1 1 0 0 0,-1-1 0 0 0,1 0 0 0 0,-1 1 0 0 0,1-1 1 0 0,-1 0-1 0 0,1 1 0 0 0,-1-1 0 0 0,0 1 0 0 0,1-1 0 0 0,-1 1 0 0 0,1-1 0 0 0,-1 1 1 0 0,0-1-1 0 0,1 1 0 0 0,-1-1 0 0 0,0 1 0 0 0,0-1 0 0 0,0 1 0 0 0,1-1 0 0 0,-1 1 1 0 0,0 0-1 0 0,0-1 0 0 0,0 1 0 0 0,0-1 0 0 0,0 1 0 0 0,0 0 0 0 0,0 2 442 0 0,3 12 757 0 0,-1 6-245 0 0,-2 0-1 0 0,-2 27 0 0 0,2-46-875 0 0,-9 24 2275 0 0,11-32-2433 0 0,0 0 0 0 0,0 0 0 0 0,1 1 1 0 0,0-1-1 0 0,0 1 0 0 0,1 0 0 0 0,-1 0 0 0 0,1 0 1 0 0,6-6-1 0 0,-8 9-19 0 0,1-1 1 0 0,0 1-1 0 0,1 0 1 0 0,-1 0 0 0 0,0 1-1 0 0,0-1 1 0 0,1 1-1 0 0,-1-1 1 0 0,1 1-1 0 0,0 0 1 0 0,-1 0 0 0 0,1 1-1 0 0,0-1 1 0 0,-1 1-1 0 0,1 0 1 0 0,0 0-1 0 0,-1 0 1 0 0,1 0 0 0 0,7 2-1 0 0,14 2-4 0 0,1-1-1 0 0,0-1 1 0 0,43-3-1 0 0,-59 0 61 0 0,0 0 0 0 0,0 0-1 0 0,0-1 1 0 0,0 0 0 0 0,0-1-1 0 0,-1 0 1 0 0,1-1 0 0 0,-1 0-1 0 0,0 0 1 0 0,0-1-1 0 0,0 0 1 0 0,11-9 0 0 0,-20 14-35 0 0,1-1 1 0 0,-1 1-1 0 0,0 0 1 0 0,1-1-1 0 0,-1 1 0 0 0,1-1 1 0 0,-1 1-1 0 0,0-1 1 0 0,1 1-1 0 0,-1-1 1 0 0,0 1-1 0 0,1-1 1 0 0,-1 1-1 0 0,0-1 1 0 0,0 1-1 0 0,0-1 0 0 0,1 1 1 0 0,-1-1-1 0 0,0 1 1 0 0,0-1-1 0 0,0 0 1 0 0,0 1-1 0 0,0-1 1 0 0,0 1-1 0 0,0-1 0 0 0,0 1 1 0 0,0-1-1 0 0,0 0 1 0 0,-1 1-1 0 0,1-1 1 0 0,0 1-1 0 0,0-1 1 0 0,0 1-1 0 0,-1-1 1 0 0,1 1-1 0 0,0-1 0 0 0,-1 1 1 0 0,1-1-1 0 0,0 1 1 0 0,-1-1-1 0 0,0 0 1 0 0,-14-8 774 0 0,12 7-260 0 0,-8 13-329 0 0,9-10-188 0 0,1 0 0 0 0,-1-1-1 0 0,1 1 1 0 0,-1 0 0 0 0,1 0 0 0 0,0 1 0 0 0,0-1 0 0 0,-1 0 0 0 0,1 0 0 0 0,0 0 0 0 0,0 1 0 0 0,0-1 0 0 0,-1 3-1 0 0,2-3-4 0 0,-1 1 0 0 0,1 0 0 0 0,0 0 0 0 0,0-1 1 0 0,0 1-1 0 0,0 0 0 0 0,0 0 0 0 0,0-1 0 0 0,0 1 0 0 0,1 0 0 0 0,-1 0 0 0 0,1-1 0 0 0,-1 1 0 0 0,1 0 0 0 0,-1-1 0 0 0,1 1 0 0 0,0-1 0 0 0,0 1 0 0 0,0-1 0 0 0,2 3 0 0 0,0 0-77 0 0,0-1 0 0 0,1 0-1 0 0,0 1 1 0 0,-1-1 0 0 0,1 0 0 0 0,0-1 0 0 0,7 4 0 0 0,3 0-529 0 0,-1 0 1 0 0,1-1-1 0 0,0-1 1 0 0,18 4-1 0 0,38 0-6129 0 0,-50-9 3527 0 0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8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133 127 832 0 0,'0'-76'4810'0'0,"0"26"4434"0"0,0 52-9168 0 0,0 1 0 0 0,-1 0-1 0 0,1-1 1 0 0,-1 1 0 0 0,1 0 0 0 0,-1-1 0 0 0,0 1-1 0 0,0-1 1 0 0,0 1 0 0 0,-3 3 0 0 0,-7 23 451 0 0,-20 164 1751 0 0,21-121-1793 0 0,-19 77 0 0 0,21-115-859 0 0,6-22-407 0 0,0-1 1 0 0,-1 0 0 0 0,-1 0 0 0 0,0 0 0 0 0,-10 21-1 0 0,10-24-1007 0 0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09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1 171 200 0 0,'24'-12'833'0'0,"1"2"0"0"0,0 1-1 0 0,1 1 1 0 0,0 1 0 0 0,0 1 0 0 0,41-3-1 0 0,-27 4 655 0 0,62-18 0 0 0,-100 23-1343 0 0,0-1-1 0 0,0 1 0 0 0,0 0 1 0 0,0-1-1 0 0,0 1 0 0 0,0-1 1 0 0,0 0-1 0 0,0 1 0 0 0,0-1 1 0 0,0 0-1 0 0,-1 0 0 0 0,1 0 1 0 0,0-1-1 0 0,-1 1 0 0 0,1 0 1 0 0,-1-1-1 0 0,1 1 0 0 0,-1-1 1 0 0,0 1-1 0 0,1-1 0 0 0,-1 1 1 0 0,0-1-1 0 0,0 0 0 0 0,0 0 1 0 0,-1 0-1 0 0,2-3 0 0 0,-1 3 875 0 0,-5-4-755 0 0,4 6-243 0 0,0-1 0 0 0,0 1-1 0 0,0 0 1 0 0,0-1 0 0 0,0 1 0 0 0,0 0-1 0 0,0-1 1 0 0,0 1 0 0 0,0 0-1 0 0,0-1 1 0 0,0 1 0 0 0,0 0 0 0 0,0-1-1 0 0,-1 1 1 0 0,1 0 0 0 0,0-1 0 0 0,0 1-1 0 0,0 0 1 0 0,-1-1 0 0 0,1 1-1 0 0,0 0 1 0 0,0 0 0 0 0,-1-1 0 0 0,1 1-1 0 0,0 0 1 0 0,0 0 0 0 0,-1 0 0 0 0,1 0-1 0 0,0-1 1 0 0,-1 1 0 0 0,1 0 0 0 0,0 0-1 0 0,-1 0 1 0 0,0 0 0 0 0,-2 0 10 0 0,0 1 1 0 0,1 0 0 0 0,-1 0-1 0 0,0 0 1 0 0,0 0 0 0 0,0 0-1 0 0,1 0 1 0 0,-1 1-1 0 0,1-1 1 0 0,-1 1 0 0 0,1 0-1 0 0,0 0 1 0 0,-1 0 0 0 0,1 0-1 0 0,0 0 1 0 0,0 0 0 0 0,1 1-1 0 0,-1-1 1 0 0,0 1 0 0 0,1-1-1 0 0,-1 1 1 0 0,1 0 0 0 0,0-1-1 0 0,0 1 1 0 0,0 0-1 0 0,-1 4 1 0 0,2-5-6 0 0,0-1-20 0 0,1 1 1 0 0,-1-1-1 0 0,0 0 0 0 0,1 1 0 0 0,-1-1 0 0 0,1 1 0 0 0,-1-1 0 0 0,1 0 0 0 0,0 0 0 0 0,-1 1 0 0 0,1-1 0 0 0,0 0 0 0 0,0 0 0 0 0,0 0 0 0 0,0 0 0 0 0,0 0 0 0 0,2 1 0 0 0,-2 0-9 0 0,1-1 9 0 0,0-1 23 0 0,9 0-4 0 0,18-1-5 0 0,-23 1-22 0 0,0-1 0 0 0,0 1 0 0 0,0 0 0 0 0,-1 1 0 0 0,1 0 0 0 0,0 0 0 0 0,8 2 0 0 0,-2 1 14 0 0,41 8-32 0 0,-46-10 19 0 0,27-3 46 0 0,-26-1-41 0 0,0 1 0 0 0,0-1 0 0 0,0-1 0 0 0,0 0 1 0 0,0 0-1 0 0,0 0 0 0 0,-1-1 0 0 0,0 0 0 0 0,1 0 0 0 0,-2-1 0 0 0,8-5 0 0 0,12-8-11 0 0,-25 17 2 0 0,1 0 0 0 0,0 0 0 0 0,0 0 0 0 0,0 0-1 0 0,-1 0 1 0 0,1 0 0 0 0,0 1 0 0 0,0-1-1 0 0,0 1 1 0 0,0-1 0 0 0,0 1 0 0 0,1 0 0 0 0,-1-1-1 0 0,0 1 1 0 0,0 0 0 0 0,0 1 0 0 0,2-1 0 0 0,-2 1 5 0 0,0 1 1 0 0,0-1-1 0 0,0 1 1 0 0,0-1 0 0 0,0 1-1 0 0,0-1 1 0 0,-1 1-1 0 0,1 0 1 0 0,-1 0 0 0 0,1 0-1 0 0,-1 0 1 0 0,0 0 0 0 0,1 0-1 0 0,-1 0 1 0 0,1 5-1 0 0,0-4 4 0 0,0 0 0 0 0,0 0 0 0 0,1 0 0 0 0,-1 0 0 0 0,1 0 0 0 0,-1 0-1 0 0,1-1 1 0 0,0 1 0 0 0,0-1 0 0 0,1 0 0 0 0,-1 0 0 0 0,0 0-1 0 0,1 0 1 0 0,-1 0 0 0 0,1-1 0 0 0,-1 0 0 0 0,1 0 0 0 0,0 0-1 0 0,0 0 1 0 0,-1 0 0 0 0,1-1 0 0 0,5 1 0 0 0,0-1-1 0 0,0 1-1 0 0,0-2 1 0 0,0 1 0 0 0,0-1 0 0 0,0-1-1 0 0,0 1 1 0 0,15-6 0 0 0,-5-2 10 0 0,0 0 0 0 0,-1-1 0 0 0,0-1 0 0 0,0-1 0 0 0,27-25 0 0 0,-21 2-12 0 0,-23 34-16 0 0,2-5 3 0 0,-3 6 11 0 0,0 0 0 0 0,0 0-1 0 0,0 1 1 0 0,0-1 0 0 0,0 0 0 0 0,-1 0-1 0 0,1 0 1 0 0,0 0 0 0 0,0 0-1 0 0,0 0 1 0 0,0 0 0 0 0,0 0-1 0 0,0 0 1 0 0,0 0 0 0 0,0 0 0 0 0,0 0-1 0 0,0 0 1 0 0,-1 0 0 0 0,1 0-1 0 0,0 0 1 0 0,0 0 0 0 0,0 0-1 0 0,0 0 1 0 0,0 0 0 0 0,0 0 0 0 0,0 0-1 0 0,0 0 1 0 0,0 0 0 0 0,0 0-1 0 0,0 0 1 0 0,-1 0 0 0 0,1 0-1 0 0,0 0 1 0 0,0 0 0 0 0,0 0 0 0 0,0-1-1 0 0,0 1 1 0 0,0 0 0 0 0,0 0-1 0 0,0 0 1 0 0,0 0 0 0 0,0 0-1 0 0,-15 14 6 0 0,11-11 10 0 0,3-1-17 0 0,-2 5 0 0 0,2-5 0 0 0,7 15 32 0 0,-5-15-24 0 0,1 0 0 0 0,-1-1 0 0 0,0 1 0 0 0,1-1 0 0 0,-1 1 0 0 0,1-1 1 0 0,0 0-1 0 0,-1 1 0 0 0,1-1 0 0 0,0 0 0 0 0,0 0 0 0 0,0 0 0 0 0,0 0 0 0 0,0-1 0 0 0,0 1 1 0 0,0 0-1 0 0,0-1 0 0 0,0 0 0 0 0,0 1 0 0 0,2-1 0 0 0,38-2 80 0 0,122-40 1853 0 0,-161 41-1837 0 0,-3 2-88 0 0,1-1-1 0 0,-1 1 0 0 0,1-1 0 0 0,-1 1 1 0 0,1-1-1 0 0,-1 1 0 0 0,0 0 1 0 0,1-1-1 0 0,-1 1 0 0 0,1-1 0 0 0,-1 1 1 0 0,0 0-1 0 0,0-1 0 0 0,1 1 1 0 0,-1 0-1 0 0,0 0 0 0 0,0-1 1 0 0,0 1-1 0 0,0 0 0 0 0,0 0 0 0 0,0-1 1 0 0,0 1-1 0 0,0 0 0 0 0,0-1 1 0 0,0 1-1 0 0,-1 0 0 0 0,1 0 0 0 0,0-1 1 0 0,-1 2-1 0 0,-4 23 106 0 0,-4 2-57 0 0,-1-1-1 0 0,-2 0 1 0 0,-1-1-1 0 0,-18 27 0 0 0,-72 93 113 0 0,-2 3-77 0 0,-48 87 131 0 0,151-233 530 0 0,5-9-295 0 0,14-25-148 0 0,26-44-200 0 0,-15 38-299 0 0,1 1 0 0 0,3 2 0 0 0,62-56-1 0 0,119-75-3581 0 0,-105 100 417 0 0,-36 29-2745 0 0,-30 17 2177 0 0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13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93 336 0 0,'2'-4'562'0'0,"-1"0"1"0"0,1 0-1 0 0,-1 0 1 0 0,0 0-1 0 0,0 0 0 0 0,0 0 1 0 0,-1 0-1 0 0,1-1 1 0 0,-1 1-1 0 0,0 0 1 0 0,0 0-1 0 0,0-1 0 0 0,-1 1 1 0 0,-1-8-1 0 0,1 10-271 0 0,-5-3 385 0 0,4 3-603 0 0,1 1 0 0 0,0 0 0 0 0,-1-1 0 0 0,1 1 0 0 0,-1 0 0 0 0,1 0 0 0 0,-1 0 0 0 0,1 0 0 0 0,-1 0 0 0 0,0 0 0 0 0,0 0 0 0 0,1 1 0 0 0,-1-1 0 0 0,-2 0 0 0 0,-4 2-27 0 0,1 0 0 0 0,-1 0 0 0 0,1 1 0 0 0,0 0 0 0 0,0 0 0 0 0,0 0 0 0 0,0 1 0 0 0,0 0 1 0 0,0 1-1 0 0,1 0 0 0 0,-1 0 0 0 0,1 0 0 0 0,0 0 0 0 0,1 1 0 0 0,-1 0 0 0 0,1 1 0 0 0,-9 10 0 0 0,4-3-10 0 0,0 0-1 0 0,0 1 1 0 0,2 1-1 0 0,0-1 1 0 0,0 2-1 0 0,2-1 1 0 0,-6 18-1 0 0,11-31-27 0 0,0 1 0 0 0,0 0 0 0 0,0 0 1 0 0,1 0-1 0 0,-1 0 0 0 0,1 0 0 0 0,0 0 0 0 0,-1 0 0 0 0,1-1 0 0 0,1 1 0 0 0,-1 0 0 0 0,0 0 1 0 0,1 0-1 0 0,0 0 0 0 0,-1 0 0 0 0,1 0 0 0 0,0-1 0 0 0,1 1 0 0 0,-1 0 0 0 0,0-1 0 0 0,1 1 0 0 0,1 2 1 0 0,-1-4-2 0 0,0 1 0 0 0,0-1-1 0 0,0 0 1 0 0,0 1 0 0 0,0-1 0 0 0,0 0 0 0 0,0-1 0 0 0,0 1 0 0 0,0 0 0 0 0,1 0 0 0 0,-1-1 0 0 0,0 0 0 0 0,1 1 0 0 0,-1-1 0 0 0,0 0 0 0 0,1 0 0 0 0,-1 0 0 0 0,0 0 0 0 0,0-1 0 0 0,1 1 0 0 0,-1-1 0 0 0,0 1 0 0 0,0-1 0 0 0,1 0 0 0 0,-1 0 0 0 0,0 0-1 0 0,3-1 1 0 0,3-3 2 0 0,0 0 0 0 0,0 0-1 0 0,0-1 1 0 0,0 0-1 0 0,-1-1 1 0 0,0 1-1 0 0,0-1 1 0 0,-1 0 0 0 0,0-1-1 0 0,5-8 1 0 0,3-2 2 0 0,-13 16-3 0 0,4-6-16 0 0,-3 4-18 0 0,-2 7-68 0 0,-5 9 85 0 0,1-2 8 0 0,0-1 0 0 0,1 1 0 0 0,0 0 0 0 0,1 1 0 0 0,0-1 0 0 0,1 0 0 0 0,-1 20 0 0 0,2-27 10 0 0,13 26 57 0 0,10-31-49 0 0,0 0 1 0 0,0-2-1 0 0,37-10 1 0 0,-37 7-20 0 0,1 2 1 0 0,0 0-1 0 0,42-2 0 0 0,-54 7 3 0 0,-8-1-6 0 0,0 1 0 0 0,0 0 0 0 0,0-1 0 0 0,1 2 0 0 0,-1-1 0 0 0,0 0 0 0 0,0 1 0 0 0,0 0 1 0 0,0 0-1 0 0,0 0 0 0 0,0 1 0 0 0,0-1 0 0 0,0 1 0 0 0,6 4 0 0 0,-1 3-13 0 0,-7-9 18 0 0,-1 1-1 0 0,0 0 0 0 0,0 0 1 0 0,0 0-1 0 0,0 1 0 0 0,0-1 1 0 0,0 0-1 0 0,0 0 0 0 0,0 0 0 0 0,0 1 1 0 0,-1-1-1 0 0,1 0 0 0 0,-1 1 1 0 0,1-1-1 0 0,-1 1 0 0 0,1-1 1 0 0,-1 1-1 0 0,0-1 0 0 0,1 1 0 0 0,-1-1 1 0 0,0 1-1 0 0,0-1 0 0 0,0 1 1 0 0,0-1-1 0 0,-1 2 0 0 0,0 13 27 0 0,1-14-34 0 0,0-2 4 0 0,1 1 5 0 0,-1-1 0 0 0,1 0 0 0 0,0 0 0 0 0,-1 1 0 0 0,1-1 0 0 0,-1 0 0 0 0,1 0 0 0 0,-1 0-1 0 0,1 1 1 0 0,0-1 0 0 0,-1 0 0 0 0,1 0 0 0 0,0 0 0 0 0,-1 0 0 0 0,1 0 0 0 0,-1 0 0 0 0,1 0 0 0 0,0-1 0 0 0,-1 1 0 0 0,1 0 0 0 0,-1 0 0 0 0,1 0 0 0 0,0-1-1 0 0,11-5 1 0 0,0-1 0 0 0,0-1 0 0 0,-1 0-1 0 0,0 0 1 0 0,0-1 0 0 0,-1 0-1 0 0,13-17 1 0 0,65-88 9 0 0,-43 52 21 0 0,-44 60-31 0 0,17-17-23 0 0,-17 43 97 0 0,-4 7 69 0 0,-2 0-1 0 0,-1 0 0 0 0,-18 55 0 0 0,2-9-7 0 0,14-43-99 0 0,-16 61 179 0 0,-15 124 0 0 0,24-92-30 0 0,15-126-165 0 0,-3 8 6 0 0,2-5-2 0 0,0-9 138 0 0,1-20-154 0 0,0 0-1 0 0,2 1 1 0 0,1-1 0 0 0,1 1 0 0 0,2 0 0 0 0,8-28 0 0 0,-8 36-13 0 0,1 0-1 0 0,0 0 1 0 0,1 0-1 0 0,0 1 1 0 0,2 0-1 0 0,-1 1 1 0 0,2 0-1 0 0,0 1 1 0 0,1 0-1 0 0,13-12 1 0 0,-14 15-1 0 0,1 1 0 0 0,1 0 1 0 0,0 0-1 0 0,0 2 0 0 0,24-12 0 0 0,-31 17 0 0 0,0 0 0 0 0,0 0 0 0 0,0 0 0 0 0,0 1-1 0 0,1 0 1 0 0,-1 0 0 0 0,1 0 0 0 0,-1 1 0 0 0,0 0-1 0 0,1 0 1 0 0,-1 1 0 0 0,1-1 0 0 0,-1 2 0 0 0,0-1-1 0 0,0 1 1 0 0,8 2 0 0 0,10 17-53 0 0,-23-20 59 0 0,-1-1 0 0 0,0 0 0 0 0,1 1 0 0 0,-1-1 0 0 0,0 1 0 0 0,1-1-1 0 0,-1 1 1 0 0,0 0 0 0 0,0-1 0 0 0,1 1 0 0 0,-1-1 0 0 0,0 1 0 0 0,0-1 0 0 0,0 1 0 0 0,0 0-1 0 0,0-1 1 0 0,0 1 0 0 0,0-1 0 0 0,0 1 0 0 0,0 0 0 0 0,0-1 0 0 0,0 1 0 0 0,0-1-1 0 0,0 1 1 0 0,-1-1 0 0 0,1 1 0 0 0,0 0 0 0 0,0-1 0 0 0,-1 1 0 0 0,1-1 0 0 0,0 1 0 0 0,-1-1-1 0 0,1 0 1 0 0,0 1 0 0 0,-1-1 0 0 0,1 1 0 0 0,-1-1 0 0 0,1 1 0 0 0,-1-1 0 0 0,1 0-1 0 0,-1 1 1 0 0,1-1 0 0 0,-1 0 0 0 0,1 0 0 0 0,-1 1 0 0 0,1-1 0 0 0,-1 0 0 0 0,-32 19 53 0 0,29-18-48 0 0,-1 0 1 0 0,1 0-1 0 0,-1 0 0 0 0,0-1 0 0 0,0 0 1 0 0,1 0-1 0 0,-1 0 0 0 0,0 0 0 0 0,0 0 0 0 0,1-1 1 0 0,-1 0-1 0 0,0 0 0 0 0,1-1 0 0 0,-1 1 0 0 0,-7-4 1 0 0,11 3-3 0 0,0 1 2 0 0,-3-3-10 0 0,3 3 2 0 0,13-4-33 0 0,-11 4 35 0 0,1 0 1 0 0,-1 0-1 0 0,1 0 1 0 0,-1 0 0 0 0,1 1-1 0 0,-1-1 1 0 0,1 0-1 0 0,0 1 1 0 0,0-1 0 0 0,-1 1-1 0 0,1 0 1 0 0,3 0-1 0 0,37-1-3 0 0,0-1 0 0 0,1-2-1 0 0,41-9 1 0 0,-80 12 9 0 0,1 0 0 0 0,0-1 0 0 0,-1 1 0 0 0,1-1 1 0 0,-1 0-1 0 0,0 0 0 0 0,1 0 0 0 0,-1-1 0 0 0,0 1 0 0 0,0-1 0 0 0,-1 0 1 0 0,1 0-1 0 0,0-1 0 0 0,-1 1 0 0 0,0-1 0 0 0,4-5 0 0 0,-6 8-7 0 0,-2 0-38 0 0,1 0 40 0 0,0 0-1 0 0,-1 0 0 0 0,1 0 0 0 0,-1 1 1 0 0,1-1-1 0 0,-1 0 0 0 0,0 0 1 0 0,1 1-1 0 0,-1-1 0 0 0,0 0 1 0 0,1 1-1 0 0,-1-1 0 0 0,0 1 0 0 0,0-1 1 0 0,1 1-1 0 0,-1-1 0 0 0,0 1 1 0 0,0 0-1 0 0,0-1 0 0 0,-1 1 1 0 0,-16 5-16 0 0,16-4 14 0 0,0-1 1 0 0,0 1-1 0 0,0-1 1 0 0,0 1 0 0 0,0 0-1 0 0,0-1 1 0 0,0 1 0 0 0,0 0 0 0 0,0 0-1 0 0,1 0 1 0 0,-1 0 0 0 0,0 1 0 0 0,1-1-1 0 0,-1 0 1 0 0,1 1 0 0 0,-1-1 0 0 0,1 1-1 0 0,0 0 1 0 0,-1-1 0 0 0,1 1 0 0 0,0 0-1 0 0,0-1 1 0 0,0 1 0 0 0,1 0-1 0 0,-2 3 1 0 0,-2 3-11 0 0,3-6 5 0 0,0 0 1 0 0,1 0-1 0 0,-1 0 0 0 0,0 0 0 0 0,1 0 0 0 0,-1 0 0 0 0,1 0 1 0 0,0 0-1 0 0,0 0 0 0 0,0 0 0 0 0,0 0 0 0 0,0 0 0 0 0,0 0 1 0 0,0 0-1 0 0,1 0 0 0 0,-1 0 0 0 0,1 0 0 0 0,-1 0 0 0 0,1 0 1 0 0,0 0-1 0 0,0 0 0 0 0,0-1 0 0 0,0 1 0 0 0,0 0 0 0 0,0-1 1 0 0,0 1-1 0 0,0 0 0 0 0,1-1 0 0 0,-1 1 0 0 0,3 0 1 0 0,2 3-238 0 0,0 0 0 0 0,0-1 0 0 0,1 0 0 0 0,0-1 0 0 0,11 5 0 0 0,-13-5-92 0 0,4 0-171 0 0,-1 0-1 0 0,0 0 1 0 0,1-1 0 0 0,0 1-1 0 0,0-2 1 0 0,15 2-1 0 0,10-4-3630 0 0,-19 0 1782 0 0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13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59 342 88 0 0,'0'0'659'0'0,"0"-17"2496"0"0,0 17-3069 0 0,-1-1-1 0 0,1 0 1 0 0,0 0 0 0 0,-1 1 0 0 0,1-1 0 0 0,-1 0 0 0 0,1 0 0 0 0,0 1 0 0 0,-1-1 0 0 0,0 1-1 0 0,1-1 1 0 0,-1 0 0 0 0,1 1 0 0 0,-1-1 0 0 0,0 1 0 0 0,1-1 0 0 0,-1 1 0 0 0,0 0 0 0 0,0-1-1 0 0,1 1 1 0 0,-1 0 0 0 0,0-1 0 0 0,0 1 0 0 0,0 0 0 0 0,1 0 0 0 0,-1 0 0 0 0,-2-1 0 0 0,1 1 589 0 0,-8 8-204 0 0,9-7-440 0 0,-1-1 1 0 0,1 0-1 0 0,0 1 0 0 0,0-1 1 0 0,0 1-1 0 0,0 0 0 0 0,0-1 1 0 0,0 1-1 0 0,0 0 0 0 0,0 0 1 0 0,0 0-1 0 0,0 0 1 0 0,0-1-1 0 0,0 1 0 0 0,1 0 1 0 0,-2 3-1 0 0,0-1 79 0 0,0 1 0 0 0,1 0 0 0 0,0 0 0 0 0,0 0 0 0 0,0 0 0 0 0,1 0 0 0 0,-1 0 0 0 0,1 0 0 0 0,0 8 0 0 0,0-10-92 0 0,1-1 0 0 0,-1 1 0 0 0,1-1 0 0 0,-1 1 1 0 0,1-1-1 0 0,0 0 0 0 0,0 1 0 0 0,-1-1 0 0 0,1 0 0 0 0,0 1 0 0 0,0-1 0 0 0,0 0 0 0 0,0 0 0 0 0,1 0 0 0 0,-1 0 0 0 0,0 0 0 0 0,0 0 1 0 0,1 0-1 0 0,-1 0 0 0 0,0-1 0 0 0,1 1 0 0 0,-1 0 0 0 0,1-1 0 0 0,-1 1 0 0 0,1-1 0 0 0,-1 0 0 0 0,1 0 0 0 0,-1 1 0 0 0,1-1 0 0 0,0 0 1 0 0,-1 0-1 0 0,1 0 0 0 0,-1 0 0 0 0,3-1 0 0 0,3 1 19 0 0,0-1 0 0 0,1 1-1 0 0,-1-2 1 0 0,0 1 0 0 0,1-1 0 0 0,-1 0 0 0 0,0 0 0 0 0,-1-1 0 0 0,1 0 0 0 0,0 0-1 0 0,-1-1 1 0 0,1 0 0 0 0,8-7 0 0 0,-6 3 36 0 0,0 0-1 0 0,0-1 1 0 0,-1 0 0 0 0,0-1 0 0 0,0 0-1 0 0,-1 0 1 0 0,9-19 0 0 0,-7 11 125 0 0,-1-2 0 0 0,0 1 0 0 0,-2-1 0 0 0,0 0 0 0 0,-1 0 0 0 0,-2 0 0 0 0,0-1 0 0 0,0 1 0 0 0,-2-37 0 0 0,-2 36 191 0 0,-1-1 881 0 0,1 22-1255 0 0,0 0 1 0 0,0 0-1 0 0,0 1 1 0 0,0-1 0 0 0,0 0-1 0 0,0 0 1 0 0,1 1 0 0 0,-1-1-1 0 0,0 0 1 0 0,0 1-1 0 0,0-1 1 0 0,0 1 0 0 0,1-1-1 0 0,-1 1 1 0 0,0-1-1 0 0,0 1 1 0 0,1 0 0 0 0,-1-1-1 0 0,0 1 1 0 0,1 0 0 0 0,-1 0-1 0 0,1-1 1 0 0,-1 1-1 0 0,0 2 1 0 0,-3 2 14 0 0,0 0 1 0 0,1 1-1 0 0,-1 0 0 0 0,1 0 0 0 0,0 0 1 0 0,0 0-1 0 0,1 1 0 0 0,0-1 0 0 0,0 0 1 0 0,-1 9-1 0 0,-5 67 149 0 0,6-63-151 0 0,1 1-54 0 0,1-1 1 0 0,1 1-1 0 0,0-1 0 0 0,1 0 1 0 0,2 1-1 0 0,0-1 0 0 0,0 0 1 0 0,2-1-1 0 0,10 24 0 0 0,-12-31-982 0 0,2 7 145 0 0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14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41 360 0 0,'0'0'676'0'0,"13"-7"-8"0"0,-7 2-64 0 0,5 1 468 0 0,8-4-636 0 0,-8 5-36 0 0,0 1-8 0 0,1-1-104 0 0,3 2-48 0 0,-2 1-96 0 0,3-2-132 0 0,0 0-144 0 0,3 2-140 0 0,-5 0-172 0 0,0 0-300 0 0,0-1-800 0 0,1-1 352 0 0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14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941 0 404 0 0,'0'0'871'0'0,"4"1"-8"0"0,6 4-524 0 0,-1-1 0 0 0,-1 1-1 0 0,1 0 1 0 0,-1 1 0 0 0,0-1-1 0 0,0 2 1 0 0,0-1 0 0 0,-1 1-1 0 0,0 1 1 0 0,0-1 0 0 0,-1 1-1 0 0,0 0 1 0 0,-1 0 0 0 0,1 1 0 0 0,-2 0-1 0 0,7 14 1 0 0,-3-5-17 0 0,0 1 0 0 0,-1 1 1 0 0,-1 0-1 0 0,-1 0 0 0 0,-1 0 0 0 0,0 0 0 0 0,0 29 1 0 0,-5-28-158 0 0,-1 0 1 0 0,-1 0 0 0 0,-1-1-1 0 0,-1 1 1 0 0,-1-1 0 0 0,0 0-1 0 0,-2 0 1 0 0,0 0 0 0 0,-1-1 0 0 0,-1-1-1 0 0,-1 0 1 0 0,-1 0 0 0 0,-16 19-1 0 0,-5 4-42 0 0,-2-2-1 0 0,-2-2 0 0 0,-2-1 1 0 0,-50 36-1 0 0,-8-3-935 0 0,-139 73-1 0 0,-112 31-5735 0 0,258-133 3608 0 0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0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17 676 0 0,'-2'-1'441'0'0,"0"-1"0"0"0,1 0 0 0 0,-1 1 0 0 0,0-1 1 0 0,0 1-1 0 0,0 0 0 0 0,0-1 0 0 0,0 1 0 0 0,0 0 0 0 0,-4-1 0 0 0,5 2-352 0 0,1-1 1 0 0,-1 1-1 0 0,0 0 0 0 0,1 0 0 0 0,-1 0 1 0 0,1 0-1 0 0,-1 1 0 0 0,1-1 0 0 0,-1 0 1 0 0,0 0-1 0 0,1 0 0 0 0,-1 0 0 0 0,1 0 1 0 0,-1 1-1 0 0,1-1 0 0 0,-1 0 0 0 0,1 1 1 0 0,-1-1-1 0 0,1 0 0 0 0,-1 1 0 0 0,1-1 0 0 0,-1 0 1 0 0,1 1-1 0 0,0-1 0 0 0,-1 1 0 0 0,1-1 1 0 0,-1 2-1 0 0,-1 3 124 0 0,0 0-1 0 0,0 1 1 0 0,1 0 0 0 0,0-1-1 0 0,0 1 1 0 0,0 0 0 0 0,0 6-1 0 0,-1 67 848 0 0,2 1 1 0 0,18 124-1 0 0,-18-202-1046 0 0,4 46 428 0 0,-2 72 0 0 0,-7-56-113 0 0,-1-22-75 0 0,6-40-338 0 0,0-1 0 0 0,0 0 0 0 0,0 0 0 0 0,0 0 1 0 0,0 0-1 0 0,0 0 0 0 0,-1 0 0 0 0,1 1 0 0 0,-1-1 0 0 0,1 0 0 0 0,0 0 1 0 0,-1 0-1 0 0,0 0 0 0 0,1 0 0 0 0,-1 0 0 0 0,0-1 0 0 0,1 1 0 0 0,-1 0 0 0 0,0 0 1 0 0,0 0-1 0 0,0-1 0 0 0,0 1 0 0 0,1 0 0 0 0,-1-1 0 0 0,0 1 0 0 0,0-1 0 0 0,-1 1 1 0 0,1-1-1 0 0,0 1 0 0 0,0-1 0 0 0,0 0 0 0 0,-2 1 0 0 0,2-1-254 0 0,-1-1-1 0 0,0 1 1 0 0,0 0-1 0 0,0-1 1 0 0,1 0-1 0 0,-1 1 0 0 0,0-1 1 0 0,0 0-1 0 0,1 0 1 0 0,-1 0-1 0 0,1 0 1 0 0,-1 0-1 0 0,1 0 1 0 0,-1 0-1 0 0,1 0 1 0 0,0-1-1 0 0,-2 0 1 0 0,-7-10-2771 0 0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0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1 554 7873 0 0,'15'-27'111'0'0,"1"0"1"0"0,2 2 0 0 0,0 0-1 0 0,2 0 1 0 0,1 2 0 0 0,0 1-1 0 0,40-32 1 0 0,186-117 1375 0 0,-209 147-1314 0 0,108-60 455 0 0,-125 74-517 0 0,0 2 0 0 0,33-10 1 0 0,10 8 156 0 0,-61 10-308 0 0,-1 0 0 0 0,1 0 0 0 0,-1 0 0 0 0,0 0 0 0 0,1 0-1 0 0,-1 0 1 0 0,1 1 0 0 0,-1-1 0 0 0,0 1 0 0 0,1 0 0 0 0,-1 0-1 0 0,0-1 1 0 0,0 1 0 0 0,1 1 0 0 0,-1-1 0 0 0,0 0 0 0 0,0 1-1 0 0,0-1 1 0 0,-1 1 0 0 0,1-1 0 0 0,0 1 0 0 0,0 0 0 0 0,-1 0 0 0 0,1-1-1 0 0,-1 1 1 0 0,0 1 0 0 0,2 1 0 0 0,-2 0-301 0 0,0-1-1 0 0,0 1 1 0 0,0 0 0 0 0,-1-1 0 0 0,1 1 0 0 0,-1-1-1 0 0,0 1 1 0 0,0 0 0 0 0,0-1 0 0 0,-1 1-1 0 0,1 0 1 0 0,-1-1 0 0 0,0 1 0 0 0,0-1-1 0 0,0 1 1 0 0,0-1 0 0 0,-4 6 0 0 0,-6 11-2129 0 0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0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0 256 416 0 0,'0'0'3200'0'0,"5"-6"-2504"0"0,11-13-200 0 0,1 0 0 0 0,1 2 0 0 0,1 0 0 0 0,1 1 1 0 0,0 1-1 0 0,1 0 0 0 0,39-19 0 0 0,-23 15-178 0 0,2 2 0 0 0,0 2 0 0 0,0 1 0 0 0,47-9 0 0 0,-71 20-182 0 0,1 0 1 0 0,-1 1-1 0 0,1 1 0 0 0,17 0 1 0 0,-28 2-329 0 0,1-1 0 0 0,-1 1 0 0 0,1 0-1 0 0,-1 0 1 0 0,0 1 0 0 0,10 3 0 0 0,-13-4-175 0 0,0 1-1 0 0,1-1 0 0 0,-1 1 0 0 0,0-1 0 0 0,0 1 0 0 0,0 0 0 0 0,0-1 0 0 0,0 1 1 0 0,0 0-1 0 0,0 1 0 0 0,-1-1 0 0 0,1 0 0 0 0,-1 0 0 0 0,2 4 0 0 0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1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91 548 0 0,'6'0'177'0'0,"0"0"1"0"0,-1 1-1 0 0,1 0 1 0 0,0 0-1 0 0,0 0 1 0 0,0 0-1 0 0,-1 1 1 0 0,1 0-1 0 0,-1 0 0 0 0,1 0 1 0 0,-1 1-1 0 0,0 0 1 0 0,0 0-1 0 0,0 0 1 0 0,0 1-1 0 0,-1 0 0 0 0,0 0 1 0 0,1 0-1 0 0,-1 0 1 0 0,0 0-1 0 0,-1 1 1 0 0,1 0-1 0 0,-1 0 1 0 0,0 0-1 0 0,0 0 0 0 0,3 9 1 0 0,-2-3 56 0 0,-1 0 0 0 0,0 0 1 0 0,0 0-1 0 0,-1 1 0 0 0,-1-1 1 0 0,0 1-1 0 0,0-1 0 0 0,-1 1 1 0 0,-1 0-1 0 0,0-1 0 0 0,0 1 0 0 0,-7 14 2838 0 0,4-35-2528 0 0,4-23-416 0 0,9 4 120 0 0,1 1-1 0 0,0 1 0 0 0,2 0 0 0 0,1 0 0 0 0,19-26 0 0 0,-27 43-393 0 0,2 0 1 0 0,-1 0-1 0 0,1 1 1 0 0,0 0-1 0 0,1 0 0 0 0,0 1 1 0 0,0 0-1 0 0,0 0 1 0 0,1 1-1 0 0,0 0 0 0 0,1 0 1 0 0,-1 1-1 0 0,1 1 1 0 0,0-1-1 0 0,0 2 0 0 0,20-6 1 0 0,15 10-5779 0 0,-31 1 3122 0 0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1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51 844 0 0,'-23'-40'6463'0'0,"22"38"-5891"0"0,-10-6 1271 0 0,4 8-1723 0 0,1 0 1 0 0,-1 1-1 0 0,1 0 1 0 0,0 0 0 0 0,-1 1-1 0 0,1 0 1 0 0,0 0 0 0 0,0 0-1 0 0,0 1 1 0 0,0 0-1 0 0,1 0 1 0 0,-1 0 0 0 0,1 1-1 0 0,0 0 1 0 0,0 0 0 0 0,-8 8-1 0 0,7-6-32 0 0,0 0 0 0 0,0 1 0 0 0,0-1 0 0 0,1 1 0 0 0,0 0 0 0 0,0 0 0 0 0,1 1 0 0 0,0-1 0 0 0,0 1 0 0 0,1 0 0 0 0,0 0 0 0 0,-2 11 0 0 0,4-15-41 0 0,0 0 0 0 0,1 0 1 0 0,0 0-1 0 0,0 0 0 0 0,0 0 0 0 0,1 0 1 0 0,0 6-1 0 0,0-9-39 0 0,-1 0 0 0 0,1 0 0 0 0,-1 0 1 0 0,0 0-1 0 0,1 0 0 0 0,0 0 0 0 0,-1 0 0 0 0,1 0 0 0 0,0 0 1 0 0,-1 0-1 0 0,1-1 0 0 0,0 1 0 0 0,0 0 0 0 0,0-1 1 0 0,-1 1-1 0 0,1 0 0 0 0,0-1 0 0 0,0 1 0 0 0,0-1 0 0 0,0 1 1 0 0,0-1-1 0 0,0 0 0 0 0,0 1 0 0 0,0-1 0 0 0,0 0 1 0 0,1 0-1 0 0,-1 0 0 0 0,0 0 0 0 0,0 0 0 0 0,0 0 0 0 0,0 0 1 0 0,0 0-1 0 0,0 0 0 0 0,0 0 0 0 0,0-1 0 0 0,1 1 1 0 0,14-5 33 0 0,-1 0 1 0 0,0 0-1 0 0,-1-2 1 0 0,0 0-1 0 0,0 0 1 0 0,18-14-1 0 0,38-19 72 0 0,-69 40-117 0 0,1 0-2 0 0,1 1 1 0 0,-1-1-1 0 0,0 1 1 0 0,0 0-1 0 0,0 0 1 0 0,0 0-1 0 0,-1 0 1 0 0,1 0-1 0 0,0 0 1 0 0,0 0-1 0 0,0 1 1 0 0,-1-1-1 0 0,1 1 1 0 0,2 3-1 0 0,26 32-146 0 0,-10-12-696 0 0,14 1-1983 0 0,-18-20-2560 0 0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2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34 132 0 0,'1'-1'283'0'0,"0"0"-1"0"0,0 0 1 0 0,0 0 0 0 0,0 0-1 0 0,0 0 1 0 0,0 0 0 0 0,0 0-1 0 0,1 0 1 0 0,-1 1 0 0 0,0-1-1 0 0,1 0 1 0 0,-1 1 0 0 0,0-1-1 0 0,1 1 1 0 0,-1-1-1 0 0,4 1 1 0 0,-3 0 507 0 0,14 35 956 0 0,-16-29-1612 0 0,0 1 0 0 0,-1-1 0 0 0,0 0 0 0 0,-1 0 0 0 0,1 0-1 0 0,-1 0 1 0 0,0 0 0 0 0,0 0 0 0 0,-1 0 0 0 0,0-1 0 0 0,0 1 0 0 0,0-1 0 0 0,-1 0 0 0 0,-3 5 0 0 0,6-9-120 0 0,1 0 1 0 0,-1-1-1 0 0,1 1 0 0 0,0-1 0 0 0,-1 1 1 0 0,1-1-1 0 0,-1 1 0 0 0,0-1 0 0 0,1 1 1 0 0,-1-1-1 0 0,1 1 0 0 0,-1-1 0 0 0,0 0 1 0 0,1 0-1 0 0,-1 1 0 0 0,0-1 0 0 0,1 0 0 0 0,-1 0 1 0 0,0 1-1 0 0,1-1 0 0 0,-1 0 0 0 0,0 0 1 0 0,1 0-1 0 0,-1 0 0 0 0,0 0 0 0 0,0 0 1 0 0,1 0-1 0 0,-1 0 0 0 0,0-1 0 0 0,1 1 1 0 0,-1 0-1 0 0,0 0 0 0 0,1-1 0 0 0,-1 1 0 0 0,0 0 1 0 0,1-1-1 0 0,-1 1 0 0 0,1 0 0 0 0,-1-1 1 0 0,0 1-1 0 0,1-1 0 0 0,-1 0 0 0 0,0 0-7 0 0,0 0 0 0 0,0 0-1 0 0,1 0 1 0 0,-1 0 0 0 0,1 0-1 0 0,-1 0 1 0 0,1 0-1 0 0,-1 0 1 0 0,1 0 0 0 0,0-1-1 0 0,0 1 1 0 0,-1 0 0 0 0,1 0-1 0 0,0 0 1 0 0,0 0 0 0 0,0-1-1 0 0,0 1 1 0 0,0 0 0 0 0,1 0-1 0 0,-1 0 1 0 0,0 0-1 0 0,0-1 1 0 0,1 1 0 0 0,-1 0-1 0 0,1 0 1 0 0,0-2 0 0 0,6-7 7 0 0,0-1 1 0 0,0 1-1 0 0,1 0 1 0 0,0 1-1 0 0,1 0 1 0 0,0 0-1 0 0,0 1 1 0 0,1 0-1 0 0,0 1 1 0 0,1 0-1 0 0,16-9 1 0 0,-23 15-16 0 0,0 0 1 0 0,1 0 0 0 0,-1 0 0 0 0,0 1-1 0 0,1 0 1 0 0,-1-1 0 0 0,1 1 0 0 0,-1 1 0 0 0,0-1-1 0 0,1 1 1 0 0,-1 0 0 0 0,0 0 0 0 0,0 0-1 0 0,1 0 1 0 0,-1 1 0 0 0,0 0 0 0 0,0-1-1 0 0,0 2 1 0 0,-1-1 0 0 0,1 0 0 0 0,4 5-1 0 0,-1-3 1 0 0,-1 2 0 0 0,-1-1 0 0 0,1 0 0 0 0,-1 1-1 0 0,0 0 1 0 0,0 1 0 0 0,-1-1 0 0 0,0 1 0 0 0,0 0-1 0 0,4 9 1 0 0,-4-7 22 0 0,-1 0 0 0 0,-1 0-1 0 0,1 0 1 0 0,-2 1 0 0 0,2 16-1 0 0,-3-24 3 0 0,-3 5 820 0 0,7-17-836 0 0,1 0 0 0 0,0 1 0 0 0,0-1 0 0 0,1 1 0 0 0,0 0 0 0 0,0 0 0 0 0,1 1 0 0 0,0 0 0 0 0,1 0 0 0 0,0 1 0 0 0,0 0 0 0 0,0 0-1 0 0,1 1 1 0 0,0 0 0 0 0,0 0 0 0 0,1 1 0 0 0,18-7 0 0 0,-26 12-11 0 0,1-1-1 0 0,0 1 1 0 0,-1 0-1 0 0,1 0 1 0 0,-1 0 0 0 0,1 0-1 0 0,0 1 1 0 0,-1-1-1 0 0,1 0 1 0 0,-1 1-1 0 0,1 0 1 0 0,-1 0 0 0 0,1 0-1 0 0,-1 0 1 0 0,0 0-1 0 0,1 0 1 0 0,1 2 0 0 0,39 34 6 0 0,-7-7 0 0 0,-21-22 3 0 0,0-1 0 0 0,1 0 0 0 0,-1-1 0 0 0,1-1 0 0 0,1 0 0 0 0,-1-1 0 0 0,28 3-1 0 0,-36-6 4 0 0,0 0-1 0 0,0-1 0 0 0,0 1 0 0 0,1-2 0 0 0,-1 1 0 0 0,0-1 0 0 0,-1 0 0 0 0,1-1 0 0 0,0 0 0 0 0,0 0 0 0 0,0-1 0 0 0,-1 0 0 0 0,0 0 0 0 0,1-1 0 0 0,-1 0 0 0 0,-1 0 0 0 0,1-1 0 0 0,6-5 0 0 0,-11 8 89 0 0,0 0-1 0 0,-1 0 0 0 0,1 0 0 0 0,-1-1 0 0 0,0 1 0 0 0,0 0 1 0 0,1-1-1 0 0,-2 1 0 0 0,1 0 0 0 0,0-1 0 0 0,0 1 0 0 0,-1-1 1 0 0,1 0-1 0 0,-1-3 0 0 0,0 5 24 0 0,0 0-1 0 0,0-1 1 0 0,0 1 0 0 0,0-1 0 0 0,0 1-1 0 0,0 0 1 0 0,-1-1 0 0 0,1 1 0 0 0,-1 0-1 0 0,1-1 1 0 0,-1 1 0 0 0,1 0-1 0 0,-1 0 1 0 0,0-1 0 0 0,1 1 0 0 0,-1 0-1 0 0,0 0 1 0 0,0 0 0 0 0,0 0 0 0 0,0 0-1 0 0,0 0 1 0 0,0 0 0 0 0,0 0 0 0 0,0 0-1 0 0,0 1 1 0 0,-1-1 0 0 0,-1-1 0 0 0,1 2 1066 0 0,-4 10-745 0 0,5-9-432 0 0,1-1 1 0 0,-1 0-1 0 0,1 1 1 0 0,-1-1-1 0 0,1 1 1 0 0,0-1-1 0 0,-1 0 1 0 0,1 1-1 0 0,-1-1 0 0 0,1 1 1 0 0,0-1-1 0 0,0 1 1 0 0,-1 0-1 0 0,1-1 1 0 0,0 1-1 0 0,0-1 0 0 0,-1 1 1 0 0,1-1-1 0 0,0 1 1 0 0,0 0-1 0 0,0-1 1 0 0,0 1-1 0 0,0-1 1 0 0,0 1-1 0 0,0 0 0 0 0,0-1 1 0 0,0 1-1 0 0,0-1 1 0 0,1 1-1 0 0,-1 0 1 0 0,0-1-1 0 0,0 1 0 0 0,0-1 1 0 0,1 1-1 0 0,-1-1 1 0 0,0 1-1 0 0,1 0 1 0 0,4 7-201 0 0,-1-1 0 0 0,2 1 0 0 0,-1-1 0 0 0,1 0 0 0 0,0-1 0 0 0,0 0 0 0 0,0 0 0 0 0,1 0-1 0 0,0-1 1 0 0,15 10 0 0 0,46 16-8492 0 0,-39-23 4336 0 0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4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1 684 0 0,'-146'10'6381'0'0,"145"-10"-6345"0"0,1 1 0 0 0,0-1 0 0 0,-1 0 0 0 0,1 0 0 0 0,-1 0-1 0 0,1 0 1 0 0,-1 1 0 0 0,1-1 0 0 0,0 0 0 0 0,-1 0 0 0 0,1 1 0 0 0,0-1-1 0 0,-1 0 1 0 0,1 0 0 0 0,0 1 0 0 0,-1-1 0 0 0,1 1 0 0 0,0-1 0 0 0,-1 0-1 0 0,1 1 1 0 0,0-1 0 0 0,0 0 0 0 0,0 1 0 0 0,-1-1 0 0 0,1 1 0 0 0,0-1-1 0 0,0 1 1 0 0,0-1 0 0 0,0 1 0 0 0,0-1 0 0 0,0 1 0 0 0,0-1 0 0 0,0 0-1 0 0,0 1 1 0 0,0-1 0 0 0,0 1 0 0 0,0-1 0 0 0,0 1 0 0 0,0-1-1 0 0,0 1 1 0 0,1-1 0 0 0,-1 0 0 0 0,0 1 0 0 0,0-1 0 0 0,0 1 0 0 0,1-1-1 0 0,-1 0 1 0 0,0 1 0 0 0,1-1 0 0 0,-1 0 0 0 0,0 1 0 0 0,1-1 0 0 0,-1 1-1 0 0,21 27 120 0 0,-16-23 128 0 0,-3-2-241 0 0,1 1-1 0 0,-1-1 1 0 0,1 1-1 0 0,-1 0 1 0 0,0-1 0 0 0,0 1-1 0 0,-1 0 1 0 0,1 0 0 0 0,-1 0-1 0 0,0 1 1 0 0,0-1 0 0 0,0 0-1 0 0,0 0 1 0 0,-1 1-1 0 0,0-1 1 0 0,0 0 0 0 0,0 0-1 0 0,-2 8 1 0 0,1-6-15 0 0,-1-1 0 0 0,0 0-1 0 0,0 0 1 0 0,-1 0 0 0 0,1 0 0 0 0,-1-1-1 0 0,0 1 1 0 0,0-1 0 0 0,-1 1 0 0 0,1-1 0 0 0,-1 0-1 0 0,0 0 1 0 0,0-1 0 0 0,-7 5 0 0 0,-14 5-283 0 0,-3 3-5739 0 0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5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1 860 10797 0 0,'0'0'-29'0'0,"2"-4"13"0"0,32-55 63 0 0,20-31 26 0 0,24-42 276 0 0,-52 87-139 0 0,-3-2 1 0 0,35-95-1 0 0,-51 121-170 0 0,-2 1 1 0 0,0-1-1 0 0,-1-1 0 0 0,-1 1 0 0 0,-1 0 0 0 0,-1-1 0 0 0,-1 1 0 0 0,0-1 1 0 0,-8-40-1 0 0,7 55-31 0 0,-1 0 0 0 0,0 0 0 0 0,-1 0 1 0 0,1 1-1 0 0,-1-1 0 0 0,0 1 0 0 0,-1-1 0 0 0,0 1 1 0 0,0 0-1 0 0,-6-7 0 0 0,9 12-8 0 0,0 0-1 0 0,0 1 1 0 0,0-1-1 0 0,0 0 1 0 0,0 1-1 0 0,-1-1 1 0 0,1 0-1 0 0,0 1 1 0 0,0-1-1 0 0,-1 1 1 0 0,1 0-1 0 0,0-1 1 0 0,0 1-1 0 0,-1 0 1 0 0,1 0-1 0 0,0 0 1 0 0,-1 0-1 0 0,1 0 1 0 0,0 0-1 0 0,-1 0 1 0 0,1 0-1 0 0,0 1 1 0 0,0-1-1 0 0,-1 0 1 0 0,1 1-1 0 0,0-1 1 0 0,0 1-1 0 0,-2 0 1 0 0,-25 20-11 0 0,17-6 12 0 0,0 0-1 0 0,1 1 0 0 0,0 0 0 0 0,1 0 1 0 0,1 1-1 0 0,1 0 0 0 0,0 1 0 0 0,2 0 0 0 0,0 0 1 0 0,1 0-1 0 0,-4 30 0 0 0,2 22 39 0 0,6 124 0 0 0,2-123-16 0 0,-2 139 256 0 0,0-213-279 0 0,1 1 0 0 0,0 0 0 0 0,0 0 0 0 0,0 0 1 0 0,0 0-1 0 0,1 0 0 0 0,-1 0 0 0 0,0 1 0 0 0,1-1 0 0 0,-1 0 0 0 0,1 1 0 0 0,2-3 0 0 0,-1 1 1 0 0,1-3 0 0 0,1-1-1 0 0,0 1 1 0 0,0-1-1 0 0,1 1 1 0 0,0 1-1 0 0,0-1 1 0 0,0 1-1 0 0,0 0 1 0 0,1 1-1 0 0,0-1 1 0 0,12-5-1 0 0,-12 8-11 0 0,0 1 1 0 0,1-1-1 0 0,-1 1 0 0 0,0 0 0 0 0,0 1 0 0 0,1-1 1 0 0,-1 1-1 0 0,0 1 0 0 0,0 0 0 0 0,0 0 0 0 0,1 0 1 0 0,11 4-1 0 0,12 4-692 0 0,1-2-1 0 0,0-2 1 0 0,1 0 0 0 0,0-3 0 0 0,47-1 0 0 0,-63-2 433 0 0,0 0 0 0 0,-1-2 0 0 0,1 0 0 0 0,-1-1 0 0 0,0-1 0 0 0,0 0 0 0 0,0-1 0 0 0,-1-1 0 0 0,1 0 0 0 0,-2-1 0 0 0,1-1 0 0 0,19-14 0 0 0,-31 20 356 0 0,0 1 1 0 0,0-1-1 0 0,0 0 0 0 0,0 0 1 0 0,-1 0-1 0 0,1-1 1 0 0,-1 1-1 0 0,1 0 0 0 0,-1-1 1 0 0,0 0-1 0 0,-1 1 1 0 0,3-8-1 0 0,-3 9 21 0 0,-1 0-1 0 0,0 0 1 0 0,0-1-1 0 0,0 1 1 0 0,0 0 0 0 0,0 0-1 0 0,0-1 1 0 0,-1 1-1 0 0,1 0 1 0 0,-1 0-1 0 0,1 0 1 0 0,-1 0 0 0 0,0 0-1 0 0,0 0 1 0 0,0 0-1 0 0,0 0 1 0 0,0 0 0 0 0,0 0-1 0 0,-1 0 1 0 0,1 0-1 0 0,-1 1 1 0 0,1-1 0 0 0,-4-2-1 0 0,2 3-14 0 0,0 0 0 0 0,-1 0 1 0 0,1 1-1 0 0,0-1 0 0 0,0 1 0 0 0,0 0 0 0 0,-1-1 0 0 0,1 2 0 0 0,0-1 1 0 0,0 0-1 0 0,0 1 0 0 0,-1-1 0 0 0,1 1 0 0 0,0 0 0 0 0,0 0 0 0 0,-3 2 1 0 0,-1-1-17 0 0,-1 1 1 0 0,1 0 0 0 0,0 0 0 0 0,1 1 0 0 0,-1 0 0 0 0,1 0-1 0 0,0 1 1 0 0,0-1 0 0 0,0 1 0 0 0,0 1 0 0 0,1-1 0 0 0,0 1-1 0 0,0 0 1 0 0,1 0 0 0 0,-1 1 0 0 0,1-1 0 0 0,1 1 0 0 0,-1 0-1 0 0,1 0 1 0 0,1 0 0 0 0,-1 0 0 0 0,1 0 0 0 0,0 1 0 0 0,1-1-1 0 0,-1 1 1 0 0,1 13 0 0 0,1-20-70 0 0,1 1-1 0 0,-1-1 1 0 0,0 0-1 0 0,1 0 1 0 0,0 1-1 0 0,-1-1 1 0 0,1 0-1 0 0,0 0 1 0 0,-1 0-1 0 0,1 0 1 0 0,0 1-1 0 0,0-1 1 0 0,0 0-1 0 0,0-1 0 0 0,0 1 1 0 0,0 0-1 0 0,0 0 1 0 0,1 0-1 0 0,-1-1 1 0 0,0 1-1 0 0,0 0 1 0 0,1-1-1 0 0,-1 1 1 0 0,0-1-1 0 0,1 0 1 0 0,-1 1-1 0 0,0-1 1 0 0,1 0-1 0 0,-1 0 1 0 0,0 0-1 0 0,1 0 1 0 0,-1 0-1 0 0,1 0 1 0 0,-1 0-1 0 0,0 0 1 0 0,1-1-1 0 0,1 0 1 0 0,50-11 69 0 0,-26 0-49 0 0,-2-1-1 0 0,48-31 0 0 0,-62 36-17 0 0,-10 7-14 0 0,0 0 0 0 0,1 0 1 0 0,-1-1-1 0 0,1 1 0 0 0,-1 0 0 0 0,1 0 0 0 0,-1 0 0 0 0,1 1 0 0 0,-1-1 0 0 0,1 0 0 0 0,0 1 0 0 0,0-1 0 0 0,-1 1 0 0 0,1-1 0 0 0,0 1 0 0 0,0 0 0 0 0,0 0 0 0 0,-1 0 0 0 0,1 0 0 0 0,2 0 0 0 0,-1 1 0 0 0,-1 3 6 0 0,0 0-1 0 0,0 0 0 0 0,0 0 1 0 0,1 0-1 0 0,0 0 0 0 0,-1-1 1 0 0,1 1-1 0 0,1-1 0 0 0,-1 0 0 0 0,1 0 1 0 0,-1 0-1 0 0,1 0 0 0 0,0-1 1 0 0,7 5-1 0 0,5-2 6 0 0,-1 0 0 0 0,1-1 0 0 0,0-1-1 0 0,0 0 1 0 0,0-1 0 0 0,1 0 0 0 0,-1-2 0 0 0,0 0 0 0 0,0-1 0 0 0,1 0 0 0 0,-1-2 0 0 0,0 1 0 0 0,0-2-1 0 0,-1 0 1 0 0,1-1 0 0 0,24-12 0 0 0,-35 14 1 0 0,1 0 1 0 0,-1-1-1 0 0,1 0 0 0 0,-1 0 0 0 0,0-1 0 0 0,-1 1 1 0 0,1-1-1 0 0,6-9 0 0 0,-8 10 14 0 0,-1 2-2 0 0,-1 0-12 0 0,2-5 2 0 0,11 20-4 0 0,-7-4 5 0 0,1 0-1 0 0,0-1 0 0 0,17 12 1 0 0,-13-14 0 0 0,1-1 0 0 0,-1-1 0 0 0,1 0 0 0 0,0-1 0 0 0,0 0 1 0 0,1-1-1 0 0,-1-1 0 0 0,0 0 0 0 0,1 0 0 0 0,-1-2 0 0 0,0 1 1 0 0,1-2-1 0 0,-1 0 0 0 0,0 0 0 0 0,0-1 0 0 0,0-1 0 0 0,0 0 1 0 0,-1-1-1 0 0,0-1 0 0 0,1 1 0 0 0,-2-2 0 0 0,1 0 0 0 0,-1 0 1 0 0,0-1-1 0 0,-1 0 0 0 0,0-1 0 0 0,0 0 0 0 0,-1-1 0 0 0,0 0 1 0 0,0 0-1 0 0,10-18 0 0 0,-18 26 112 0 0,-1 1-1 0 0,1-1 1 0 0,-1 1 0 0 0,1-1-1 0 0,-1 0 1 0 0,1 1 0 0 0,-1-1-1 0 0,0 0 1 0 0,0 0 0 0 0,0 1-1 0 0,0-1 1 0 0,0 0 0 0 0,0 0-1 0 0,0 1 1 0 0,0-1 0 0 0,-1 0-1 0 0,1 1 1 0 0,-1-1 0 0 0,1 0-1 0 0,-1 1 1 0 0,0-1 0 0 0,0 1-1 0 0,0-2 1 0 0,-9 15 50 0 0,0-2-42 0 0,28 17 51 0 0,23 6-2549 0 0,-11-18-5041 0 0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8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1111 612 0 0,'0'0'2101'0'0,"7"-1"-1390"0"0,4-1-388 0 0,0-1 0 0 0,0-1 0 0 0,-1 0 0 0 0,1 0 0 0 0,-1-1 0 0 0,0 0 0 0 0,17-13 0 0 0,78-61 928 0 0,-50 35-832 0 0,529-410 2111 0 0,-530 407-2217 0 0,66-74 1 0 0,-106 105-245 0 0,-1 0-1 0 0,-1-1 1 0 0,0 0-1 0 0,-1-1 1 0 0,-1-1-1 0 0,-1 1 1 0 0,-1-1-1 0 0,0-1 1 0 0,7-30-1 0 0,-14 45-51 0 0,0 1 0 0 0,0-1-1 0 0,-1 0 1 0 0,1 1 0 0 0,-1-1-1 0 0,-1 0 1 0 0,1 1 0 0 0,0-1-1 0 0,-1 1 1 0 0,0-1 0 0 0,0 1-1 0 0,-1-1 1 0 0,1 1 0 0 0,-1-1-1 0 0,0 1 1 0 0,0 0 0 0 0,0 0-1 0 0,-4-4 1 0 0,4 6-12 0 0,0 0-1 0 0,0 0 1 0 0,0 0 0 0 0,0 1 0 0 0,-1-1 0 0 0,1 1 0 0 0,-1-1-1 0 0,1 1 1 0 0,-1 0 0 0 0,0 0 0 0 0,1 0 0 0 0,-1 1 0 0 0,0-1-1 0 0,0 0 1 0 0,0 1 0 0 0,1 0 0 0 0,-1 0 0 0 0,0 0 0 0 0,0 0-1 0 0,0 0 1 0 0,0 0 0 0 0,1 1 0 0 0,-1 0 0 0 0,0-1-1 0 0,0 1 1 0 0,1 0 0 0 0,-1 0 0 0 0,1 0 0 0 0,-1 1 0 0 0,-4 2-1 0 0,2-1 0 0 0,1 1-1 0 0,0-1 0 0 0,0 1 1 0 0,0 0-1 0 0,0 0 0 0 0,0 0 1 0 0,1 1-1 0 0,0-1 0 0 0,0 1 1 0 0,0 0-1 0 0,0-1 0 0 0,1 1 0 0 0,0 1 1 0 0,0-1-1 0 0,0 0 0 0 0,1 0 1 0 0,0 1-1 0 0,0-1 0 0 0,-1 11 1 0 0,0 9 6 0 0,1 1 1 0 0,4 48 0 0 0,3-28 10 0 0,22 82-1 0 0,-19-97-10 0 0,-2 1 0 0 0,0 1-1 0 0,-2-1 1 0 0,-2 1 0 0 0,0 54-1 0 0,-3-82-4 0 0,-1 1-1 0 0,0-1 0 0 0,1 1 1 0 0,-2-1-1 0 0,1 0 0 0 0,0 0 0 0 0,-1 0 1 0 0,0 0-1 0 0,-1 0 0 0 0,1 0 0 0 0,-1 0 1 0 0,0 0-1 0 0,0-1 0 0 0,0 0 0 0 0,0 0 1 0 0,-1 1-1 0 0,0-2 0 0 0,0 1 1 0 0,0 0-1 0 0,0-1 0 0 0,0 0 0 0 0,-1 0 1 0 0,0 0-1 0 0,1-1 0 0 0,-1 1 0 0 0,0-1 1 0 0,0 0-1 0 0,-1-1 0 0 0,-6 2 0 0 0,9-2 1 0 0,0 0 0 0 0,0 0 0 0 0,0-1 0 0 0,0 0 0 0 0,0 0 0 0 0,0 0 0 0 0,0 0 0 0 0,-1 0 0 0 0,1 0 0 0 0,0-1 0 0 0,0 1 0 0 0,0-1-1 0 0,0 0 1 0 0,0 0 0 0 0,0 0 0 0 0,1-1 0 0 0,-1 1 0 0 0,0-1 0 0 0,1 1 0 0 0,-5-4 0 0 0,5 3 17 0 0,6-1-26 0 0,5-3-4 0 0,-1 0 0 0 0,1 0-1 0 0,0 1 1 0 0,0 1 0 0 0,0 0 0 0 0,1 0 0 0 0,-1 0 0 0 0,15-2 0 0 0,95-17-113 0 0,-54 12 21 0 0,-37 5 25 0 0,0-1 0 0 0,33-13 0 0 0,-53 17 62 0 0,1 0-1 0 0,-2-1 1 0 0,1-1-1 0 0,0 1 0 0 0,-1-1 1 0 0,0 0-1 0 0,0-1 0 0 0,0 0 1 0 0,-1 0-1 0 0,0 0 0 0 0,8-11 1 0 0,-13 15 9 0 0,-1 1 0 0 0,1-1 0 0 0,-1 0 0 0 0,1 0 1 0 0,-1 0-1 0 0,0 1 0 0 0,0-1 0 0 0,0 0 0 0 0,0 0 1 0 0,0 0-1 0 0,0 0 0 0 0,-1 1 0 0 0,1-1 0 0 0,0 0 0 0 0,-1 0 1 0 0,0 0-1 0 0,1 1 0 0 0,-1-1 0 0 0,0 0 0 0 0,0 1 1 0 0,-1-3-1 0 0,0 2-9 0 0,0 1 7 0 0,-5 0 2 0 0,5 1-1 0 0,-2 2-2 0 0,4-2 6 0 0,-1 1 0 0 0,0-1 1 0 0,0 0 0 0 0,0 1-1 0 0,0-1 1 0 0,0 0 0 0 0,0 1-1 0 0,0-1 1 0 0,0 1-1 0 0,0-1 1 0 0,0 1 0 0 0,0 0-1 0 0,0-1 1 0 0,0 1 0 0 0,1 0-1 0 0,-1 0 1 0 0,0 0-1 0 0,0-1 1 0 0,1 1 0 0 0,-1 0-1 0 0,1 0 1 0 0,-1 0 0 0 0,1 0-1 0 0,-1 0 1 0 0,0 2-1 0 0,-1 11 3 0 0,2-9-28 0 0,1 0-1 0 0,-1 1 0 0 0,1-1 0 0 0,0 0 0 0 0,0 0 0 0 0,1 0 0 0 0,-1 0 0 0 0,1 0 1 0 0,0-1-1 0 0,1 1 0 0 0,-1-1 0 0 0,1 1 0 0 0,0-1 0 0 0,0 0 0 0 0,0 0 1 0 0,1 0-1 0 0,-1 0 0 0 0,1-1 0 0 0,7 6 0 0 0,-1 0-473 0 0,17 12-1617 0 0,-9-12-2165 0 0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8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24 376 0 0,'0'0'551'0'0,"23"37"2229"0"0,-22-34-2649 0 0,-1 1 0 0 0,0-1 1 0 0,1 0-1 0 0,-1 1 0 0 0,-1-1 0 0 0,1 1 0 0 0,0-1 1 0 0,-1 0-1 0 0,0 1 0 0 0,0-1 0 0 0,0 0 0 0 0,0 0 0 0 0,0 1 1 0 0,-1-1-1 0 0,1 0 0 0 0,-1 0 0 0 0,0 0 0 0 0,0-1 1 0 0,0 1-1 0 0,0 0 0 0 0,0-1 0 0 0,-1 1 0 0 0,1-1 1 0 0,-1 0-1 0 0,-4 3 0 0 0,5-4 461 0 0,2-5-559 0 0,0-1 0 0 0,0 1 0 0 0,0-1 1 0 0,0 0-1 0 0,1 1 0 0 0,0-1 0 0 0,0 1 0 0 0,0-1 0 0 0,0 1 0 0 0,1 0 1 0 0,0-1-1 0 0,0 1 0 0 0,0 0 0 0 0,0 0 0 0 0,1 0 0 0 0,-1 1 0 0 0,1-1 0 0 0,0 0 1 0 0,4-3-1 0 0,0 1-9 0 0,0-1 0 0 0,1 1 0 0 0,-1 1 0 0 0,1 0 0 0 0,1 0 0 0 0,-1 0 0 0 0,1 1 0 0 0,13-4 0 0 0,-20 7-21 0 0,0 1 0 0 0,0-1 0 0 0,0 1 0 0 0,0-1 0 0 0,0 1 0 0 0,0 0 0 0 0,0 0 0 0 0,0 0 0 0 0,0 0 0 0 0,0 0 0 0 0,0 0 0 0 0,0 1 0 0 0,0-1 0 0 0,0 1 0 0 0,0-1 0 0 0,0 1 0 0 0,0 0 0 0 0,0 0 0 0 0,-1 0 0 0 0,1 0 0 0 0,0 0 0 0 0,0 0 0 0 0,-1 0 0 0 0,1 1 0 0 0,-1-1 0 0 0,1 1 0 0 0,1 1-1 0 0,1 2 5 0 0,-1 1-1 0 0,1-1 0 0 0,-1 0 0 0 0,0 1 0 0 0,0 0 0 0 0,3 11 0 0 0,-5-15 0 0 0,0 1 2 0 0,-1-2-7 0 0,0-1 0 0 0,0 1 0 0 0,0-1 1 0 0,1 1-1 0 0,-1-1 0 0 0,0 0 0 0 0,0 1 1 0 0,0-1-1 0 0,0 1 0 0 0,1-1 0 0 0,-1 0 1 0 0,0 1-1 0 0,0-1 0 0 0,1 1 0 0 0,-1-1 1 0 0,0 0-1 0 0,0 0 0 0 0,1 1 0 0 0,-1-1 1 0 0,0 0-1 0 0,1 1 0 0 0,-1-1 0 0 0,1 0 1 0 0,-1 0-1 0 0,0 0 0 0 0,1 1 0 0 0,-1-1 1 0 0,1 0-1 0 0,-1 0 0 0 0,0 0 0 0 0,1 0 1 0 0,-1 0-1 0 0,1 0 0 0 0,-1 0 0 0 0,1 0 1 0 0,-1 0-1 0 0,0 0 0 0 0,1 0 0 0 0,-1 0 1 0 0,1 0-1 0 0,-1 0 0 0 0,1 0 0 0 0,-1 0 1 0 0,1-1-1 0 0,10-5 6 0 0,-4 3 13 0 0,0-1-1 0 0,0 1 1 0 0,0 0 0 0 0,0 1-1 0 0,1 0 1 0 0,-1 0-1 0 0,1 0 1 0 0,11 0-1 0 0,-17 2-18 0 0,0 0 1 0 0,0 0-1 0 0,0 0 0 0 0,0 0 0 0 0,1 1 1 0 0,-1-1-1 0 0,0 1 0 0 0,0-1 1 0 0,0 1-1 0 0,0 0 0 0 0,0 0 0 0 0,0 0 1 0 0,0 0-1 0 0,0 0 0 0 0,0 0 0 0 0,-1 0 1 0 0,1 1-1 0 0,0-1 0 0 0,-1 1 0 0 0,1-1 1 0 0,-1 1-1 0 0,1 0 0 0 0,-1-1 0 0 0,0 1 1 0 0,0 0-1 0 0,0 0 0 0 0,0 0 0 0 0,1 3 1 0 0,0-1 5 0 0,9 17-94 0 0,8 10-1374 0 0,-2-16-2374 0 0,-9-10 1790 0 0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4:59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234 580 708 0 0,'0'0'649'0'0,"-14"-19"4555"0"0,9 19-5018 0 0,0 0 0 0 0,0 1 0 0 0,0 0 0 0 0,0 0 0 0 0,0 0 0 0 0,0 0 1 0 0,0 1-1 0 0,0 0 0 0 0,1 0 0 0 0,-1 0 0 0 0,0 0 0 0 0,1 1 0 0 0,0 0 0 0 0,-8 6 0 0 0,-63 57 853 0 0,56-48-689 0 0,15-14-283 0 0,-1 0 0 0 0,1 1 0 0 0,-1 0 0 0 0,1 0 0 0 0,1 0 0 0 0,-1 0 0 0 0,1 1 0 0 0,0-1 0 0 0,0 1 0 0 0,0 0 0 0 0,-2 10 0 0 0,5-14-8 0 0,4 3 28 0 0,-4-5-82 0 0,0 1 1 0 0,1 0-1 0 0,-1-1 0 0 0,0 1 1 0 0,1-1-1 0 0,-1 1 0 0 0,1-1 0 0 0,-1 1 1 0 0,1-1-1 0 0,-1 1 0 0 0,1-1 0 0 0,-1 1 1 0 0,1-1-1 0 0,-1 0 0 0 0,1 1 1 0 0,0-1-1 0 0,-1 0 0 0 0,1 0 0 0 0,-1 1 1 0 0,1-1-1 0 0,0 0 0 0 0,-1 0 0 0 0,1 0 1 0 0,0 0-1 0 0,-1 0 0 0 0,1 0 1 0 0,0 0-1 0 0,-1 0 0 0 0,1 0 0 0 0,0 0 1 0 0,-1 0-1 0 0,1 0 0 0 0,1-1 0 0 0,21-5 46 0 0,0-2-1 0 0,0 0 0 0 0,-1-1 0 0 0,41-25 0 0 0,-60 33-51 0 0,1 1-1 0 0,-1-1 1 0 0,1 1-1 0 0,0 0 1 0 0,-1 0-1 0 0,1 0 1 0 0,0 0-1 0 0,-1 1 1 0 0,1-1 0 0 0,0 1-1 0 0,-1 0 1 0 0,1 0-1 0 0,-1 0 1 0 0,0 1-1 0 0,6 2 1 0 0,-4-1 4 0 0,-1-1 1 0 0,0 0 0 0 0,1 0-1 0 0,0 0 1 0 0,-1-1 0 0 0,1 1-1 0 0,0-1 1 0 0,0 0 0 0 0,0-1-1 0 0,0 1 1 0 0,0-1-1 0 0,0 0 1 0 0,0 0 0 0 0,0-1-1 0 0,0 1 1 0 0,0-1 0 0 0,0 0-1 0 0,-1 0 1 0 0,1-1 0 0 0,0 1-1 0 0,0-1 1 0 0,-1 0-1 0 0,1-1 1 0 0,-1 1 0 0 0,0-1-1 0 0,0 0 1 0 0,0 0 0 0 0,0 0-1 0 0,0 0 1 0 0,-1-1 0 0 0,1 1-1 0 0,-1-1 1 0 0,0 0-1 0 0,4-7 1 0 0,-2 3 12 0 0,-4 6-26 0 0,0-1 1 0 0,1 0-1 0 0,-1 1 1 0 0,1 0-1 0 0,0-1 1 0 0,0 1-1 0 0,0 0 1 0 0,0 0-1 0 0,0 0 1 0 0,4-3-1 0 0,-3 7-2 0 0,24 21-17 0 0,-22-6 18 0 0,1 12 21 0 0,-6-27-4 0 0,0-2-4 0 0,0 1 0 0 0,0-1 0 0 0,0 0-1 0 0,0 1 1 0 0,0-1 0 0 0,1 1-1 0 0,-1-1 1 0 0,0 0 0 0 0,0 1 0 0 0,0-1-1 0 0,0 0 1 0 0,0 1 0 0 0,1-1 0 0 0,-1 1-1 0 0,0-1 1 0 0,0 0 0 0 0,1 1-1 0 0,-1-1 1 0 0,0 0 0 0 0,0 0 0 0 0,1 1-1 0 0,-1-1 1 0 0,0 0 0 0 0,1 0-1 0 0,-1 1 1 0 0,0-1 0 0 0,1 0 0 0 0,-1 0-1 0 0,1 0 1 0 0,-1 0 0 0 0,0 1 0 0 0,1-1-1 0 0,-1 0 1 0 0,1 0 0 0 0,-1 0-1 0 0,0 0 1 0 0,1 0 0 0 0,-1 0 0 0 0,1 0-1 0 0,-1 0 1 0 0,0 0 0 0 0,1 0-1 0 0,-1 0 1 0 0,1-1 0 0 0,-1 1 0 0 0,0 0-1 0 0,1 0 1 0 0,-1 0 0 0 0,1-1-1 0 0,59-32 37 0 0,-37 25-40 0 0,44-8 0 0 0,-52 14 2 0 0,0-1-1 0 0,-1-1 0 0 0,1 0 0 0 0,-1-1 0 0 0,0 0 1 0 0,0-1-1 0 0,0-1 0 0 0,22-14 0 0 0,-21 8 2 0 0,-2 1 0 0 0,0-2 0 0 0,0 0 0 0 0,-1 0 0 0 0,-1-1-1 0 0,0 0 1 0 0,-1-1 0 0 0,-1 0 0 0 0,0-1 0 0 0,-2 0 0 0 0,0 0 0 0 0,0-1 0 0 0,-2 0-1 0 0,0 0 1 0 0,-1 0 0 0 0,-1-1 0 0 0,-1 1 0 0 0,0-1 0 0 0,-2 0 0 0 0,0 1 0 0 0,-4-29-1 0 0,4 32 67 0 0,-2-1 0 0 0,0 1 0 0 0,-1 0 0 0 0,-1 0 0 0 0,0 0-1 0 0,-1 0 1 0 0,0 1 0 0 0,-1-1 0 0 0,-1 1 0 0 0,0 1 0 0 0,-15-21 0 0 0,22 33-60 0 0,-1 1 0 0 0,0-1 1 0 0,1 0-1 0 0,-1 1 1 0 0,0-1-1 0 0,0 0 0 0 0,0 1 1 0 0,1-1-1 0 0,-1 1 1 0 0,0 0-1 0 0,0-1 0 0 0,0 1 1 0 0,0 0-1 0 0,0-1 1 0 0,0 1-1 0 0,0 0 1 0 0,0 0-1 0 0,0 0 0 0 0,0 0 1 0 0,0 0-1 0 0,0 0 1 0 0,0 0-1 0 0,0 0 0 0 0,0 0 1 0 0,0 0-1 0 0,0 0 1 0 0,0 1-1 0 0,0-1 1 0 0,0 0-1 0 0,1 1 0 0 0,-1-1 1 0 0,0 1-1 0 0,0-1 1 0 0,0 1-1 0 0,0 0 0 0 0,1-1 1 0 0,-1 1-1 0 0,-1 1 1 0 0,-23 29 65 0 0,17-15-57 0 0,1 1-1 0 0,1 0 1 0 0,1 0-1 0 0,0 1 1 0 0,2-1-1 0 0,0 1 0 0 0,0 0 1 0 0,2 0-1 0 0,0 0 1 0 0,1 0-1 0 0,1 0 1 0 0,1 0-1 0 0,4 19 1 0 0,-1-12 3 0 0,2 0 0 0 0,0-1 0 0 0,2 0 1 0 0,0 0-1 0 0,2-1 0 0 0,1 0 0 0 0,0-1 0 0 0,28 37 1 0 0,-31-49-1 0 0,0 0 0 0 0,0-1 0 0 0,0 0 0 0 0,1-1 0 0 0,1 0 1 0 0,0 0-1 0 0,0-1 0 0 0,0 0 0 0 0,1-1 0 0 0,-1-1 0 0 0,2 0 1 0 0,-1 0-1 0 0,0-1 0 0 0,1-1 0 0 0,0 0 0 0 0,0-1 0 0 0,0 0 0 0 0,13 0 1 0 0,-24-2 13 0 0,27-7-771 0 0,-21 5-5825 0 0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0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12 408 0 0,'-4'-2'633'0'0,"0"0"0"0"0,0 1 1 0 0,0-1-1 0 0,0 1 0 0 0,0 0 0 0 0,0 0 0 0 0,0 1 0 0 0,0-1 1 0 0,-1 1-1 0 0,1 0 0 0 0,-5 0 0 0 0,6 0-22 0 0,2 16 1313 0 0,5-9-1778 0 0,0 0 0 0 0,1-1 0 0 0,0 0 0 0 0,0 0 0 0 0,1-1 0 0 0,-1 1 0 0 0,1-1 0 0 0,0 0 0 0 0,1-1 0 0 0,-1 1 0 0 0,1-1 0 0 0,0-1 0 0 0,0 1 0 0 0,9 3 0 0 0,-3-2-314 0 0,-1-1 1 0 0,1 0-1 0 0,0 0 1 0 0,1-1-1 0 0,-1-1 1 0 0,0 0 0 0 0,27 0-1 0 0,-36-3-364 0 0,1 1 1 0 0,-1-1-1 0 0,0 0 1 0 0,0 0-1 0 0,0 0 1 0 0,1-1-1 0 0,-2 1 0 0 0,1-1 1 0 0,0 0-1 0 0,0 0 1 0 0,0-1-1 0 0,5-4 0 0 0,2-4-1988 0 0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0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416 244 560 0 0,'-10'-3'4372'0'0,"28"-18"-3884"0"0,-13 14 341 0 0,10 6-609 0 0,-1-1-628 0 0</inkml:trace>
  <inkml:trace contextRef="#ctx0" brushRef="#br0" timeOffset="1">0 25 188 0 0,'44'-8'272'0'0,"-5"2"-352"0"0,-7 3-84 0 0,10-4 40 0 0</inkml:trace>
</inkml:ink>
</file>

<file path=ppt/ink/ink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1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1 510 760 0 0,'8'-10'420'0'0,"1"0"0"0"0,0 0 0 0 0,1 1 0 0 0,0 0 0 0 0,0 0-1 0 0,1 1 1 0 0,0 1 0 0 0,0 0 0 0 0,1 0 0 0 0,-1 1 0 0 0,2 1 0 0 0,16-6 0 0 0,-15 7-248 0 0,0 0 1 0 0,-1 0 0 0 0,1 1 0 0 0,1 1 0 0 0,-1 1-1 0 0,0 0 1 0 0,0 1 0 0 0,0 0 0 0 0,1 1 0 0 0,-1 0-1 0 0,19 5 1 0 0,-24-3-112 0 0,0 1 0 0 0,0 0 0 0 0,-1 0 0 0 0,1 0 0 0 0,-1 1 0 0 0,0 1 0 0 0,0-1 0 0 0,0 1 0 0 0,-1 0 0 0 0,0 1 0 0 0,0 0 0 0 0,-1 0 0 0 0,0 1 0 0 0,0-1 0 0 0,-1 1 0 0 0,1 0 0 0 0,-2 1 0 0 0,1-1 0 0 0,-1 1 0 0 0,-1 0 0 0 0,0 0 0 0 0,3 13 0 0 0,-3-10-18 0 0,0 0 0 0 0,-2 0-1 0 0,1 0 1 0 0,-1 1 0 0 0,-1-1-1 0 0,0 0 1 0 0,-1 0 0 0 0,-1 1 0 0 0,0-1-1 0 0,0 0 1 0 0,-1 0 0 0 0,0-1 0 0 0,-1 1-1 0 0,-1-1 1 0 0,0 1 0 0 0,0-1 0 0 0,-7 10-1 0 0,7-15 30 0 0,0-1 0 0 0,1 0-1 0 0,-2 1 1 0 0,1-2-1 0 0,-1 1 1 0 0,1-1 0 0 0,-1 1-1 0 0,-1-2 1 0 0,1 1-1 0 0,0-1 1 0 0,-12 5 0 0 0,17-8-52 0 0,0 1 0 0 0,0-1 0 0 0,0 0 0 0 0,0 0 0 0 0,0 1 0 0 0,0-1 0 0 0,0 0 0 0 0,0 0 0 0 0,0 0 0 0 0,0 0 0 0 0,0 0 0 0 0,0 0 0 0 0,0 0 0 0 0,0 0 0 0 0,1-1 0 0 0,-1 1 0 0 0,0 0 1 0 0,0-1-1 0 0,0 1 0 0 0,0 0 0 0 0,0-1 0 0 0,0 1 0 0 0,0-1 0 0 0,1 1 0 0 0,-1-1 0 0 0,0 0 0 0 0,0 1 0 0 0,1-1 0 0 0,-1 0 0 0 0,1 0 0 0 0,-1 1 0 0 0,0-1 0 0 0,1 0 0 0 0,-1 0 0 0 0,1 0 0 0 0,0 0 0 0 0,-1-1 0 0 0,0-1 8 0 0,0 1-1 0 0,0-1 0 0 0,1 0 0 0 0,-1 0 0 0 0,1 1 0 0 0,0-1 0 0 0,0 0 0 0 0,0 0 1 0 0,0 1-1 0 0,1-6 0 0 0,3-5 4 0 0,1 1 1 0 0,0 0-1 0 0,1 0 1 0 0,0 1-1 0 0,1 0 1 0 0,1 0-1 0 0,-1 1 1 0 0,1-1-1 0 0,13-11 0 0 0,11-9 11 0 0,47-35 0 0 0,-61 52-165 0 0,1 1-1 0 0,1 0 1 0 0,0 2 0 0 0,1 1-1 0 0,0 0 1 0 0,0 1 0 0 0,25-6 0 0 0,-7 6-691 0 0,0 1 0 0 0,0 2 1 0 0,49-1-1 0 0,-55 4 124 0 0,6 2 894 0 0,-39 1-197 0 0,0 0-1 0 0,0 0 0 0 0,0 0 0 0 0,0 0 0 0 0,0 0 1 0 0,1 0-1 0 0,-1 0 0 0 0,0 0 0 0 0,0 1 0 0 0,0-1 0 0 0,0 0 1 0 0,0 0-1 0 0,0 0 0 0 0,1 0 0 0 0,-1 0 0 0 0,0 0 1 0 0,0 0-1 0 0,0 0 0 0 0,0 0 0 0 0,0 1 0 0 0,0-1 1 0 0,0 0-1 0 0,0 0 0 0 0,0 0 0 0 0,0 0 0 0 0,0 0 1 0 0,0 0-1 0 0,1 1 0 0 0,-1-1 0 0 0,0 0 0 0 0,0 0 0 0 0,0 0 1 0 0,0 0-1 0 0,0 0 0 0 0,0 1 0 0 0,0-1 0 0 0,0 0 1 0 0,0 0-1 0 0,0 0 0 0 0,-1 0 0 0 0,1 0 0 0 0,0 1 1 0 0,0-1-1 0 0,0 0 0 0 0,0 0 0 0 0,0 0 0 0 0,0 0 1 0 0,0 0-1 0 0,0 0 0 0 0,0 1 0 0 0,0-1 0 0 0,-16 13 194 0 0,11-9-139 0 0,-1 0-1 0 0,1 1 0 0 0,0-1 0 0 0,0 1 0 0 0,0 0 0 0 0,1 1 0 0 0,0-1 0 0 0,0 1 0 0 0,0 0 1 0 0,0 0-1 0 0,1 0 0 0 0,0 0 0 0 0,1 0 0 0 0,-4 11 0 0 0,5-14-45 0 0,1 0 0 0 0,-1 0 0 0 0,1-1 0 0 0,0 1 0 0 0,0 0 1 0 0,0 0-1 0 0,0 0 0 0 0,1-1 0 0 0,-1 1 0 0 0,1 0 0 0 0,0-1 0 0 0,-1 1 0 0 0,1 0 0 0 0,0-1 0 0 0,1 1 0 0 0,-1-1 1 0 0,0 1-1 0 0,1-1 0 0 0,-1 0 0 0 0,1 1 0 0 0,0-1 0 0 0,0 0 0 0 0,0 0 0 0 0,0 0 0 0 0,0-1 0 0 0,0 1 0 0 0,0 0 1 0 0,1-1-1 0 0,-1 1 0 0 0,0-1 0 0 0,1 0 0 0 0,0 0 0 0 0,-1 0 0 0 0,1 0 0 0 0,4 1 0 0 0,-4-2-7 0 0,0 0 1 0 0,0 1-1 0 0,0-1 0 0 0,0 0 0 0 0,0 0 0 0 0,0-1 0 0 0,0 1 1 0 0,0-1-1 0 0,0 1 0 0 0,0-1 0 0 0,0 0 0 0 0,0 0 0 0 0,-1-1 1 0 0,1 1-1 0 0,0 0 0 0 0,-1-1 0 0 0,1 0 0 0 0,-1 1 1 0 0,1-1-1 0 0,-1 0 0 0 0,0 0 0 0 0,1-1 0 0 0,-1 1 0 0 0,0 0 1 0 0,-1-1-1 0 0,1 1 0 0 0,2-5 0 0 0,5-7 4 0 0,-1 0 0 0 0,0-1 0 0 0,9-26 0 0 0,27-89 9 0 0,-29 79-7 0 0,2 1-1 0 0,2 1 1 0 0,2 1-1 0 0,49-80 1 0 0,-61 114 18 0 0,-8 12-28 0 0,0 0 1 0 0,0 0-1 0 0,0 0 1 0 0,0 0-1 0 0,1 0 1 0 0,-1 0-1 0 0,1 0 1 0 0,-1 0-1 0 0,1 0 1 0 0,-1 1-1 0 0,1-1 1 0 0,0 1-1 0 0,0-1 0 0 0,0 1 1 0 0,0 0-1 0 0,0-1 1 0 0,0 1-1 0 0,1 0 1 0 0,-1 1-1 0 0,0-1 1 0 0,4-1-1 0 0,-3 2 35 0 0,16 54 398 0 0,-20 54-161 0 0,-1-73-199 0 0,2 0-1 0 0,5 37 1 0 0,0-33 20 0 0,17 57 0 0 0,-20-85-76 0 0,2 0 0 0 0,0 0 0 0 0,0-1 0 0 0,1 1 0 0 0,0-1 0 0 0,0 0 0 0 0,1-1 0 0 0,1 1 0 0 0,14 16 0 0 0,-16-23 5 0 0,-1 0 1 0 0,0 0-1 0 0,1-1 0 0 0,-1 1 1 0 0,1-1-1 0 0,0 0 1 0 0,-1 0-1 0 0,1-1 1 0 0,0 1-1 0 0,0-1 1 0 0,0 0-1 0 0,1 0 0 0 0,-1-1 1 0 0,0 0-1 0 0,0 0 1 0 0,0 0-1 0 0,0 0 1 0 0,0-1-1 0 0,1 0 0 0 0,-1 0 1 0 0,0 0-1 0 0,0 0 1 0 0,-1-1-1 0 0,1 0 1 0 0,0 0-1 0 0,0-1 1 0 0,-1 1-1 0 0,1-1 0 0 0,-1 0 1 0 0,0 0-1 0 0,0 0 1 0 0,0-1-1 0 0,-1 1 1 0 0,1-1-1 0 0,-1 0 0 0 0,1 0 1 0 0,-1 0-1 0 0,-1-1 1 0 0,5-7-1 0 0,-6 11 124 0 0,-1-1 0 0 0,1 1 0 0 0,0-1 0 0 0,-1 1 0 0 0,1-1 0 0 0,-1 0 1 0 0,0 1-1 0 0,1-1 0 0 0,-1 0 0 0 0,0 0 0 0 0,0 1 0 0 0,0-1 0 0 0,0 0 0 0 0,0 1 0 0 0,-1-1 0 0 0,1 0 0 0 0,-3-4 1419 0 0,10 22-1434 0 0,-2-10-227 0 0,1 0 0 0 0,-1-1 0 0 0,1 1 1 0 0,0-1-1 0 0,0-1 0 0 0,1 1 1 0 0,-1-1-1 0 0,1-1 0 0 0,0 1 0 0 0,0-1 1 0 0,0 0-1 0 0,11 3 0 0 0,-8-2-298 0 0,91 25-8046 0 0,-58-20 4387 0 0</inkml:trace>
</inkml:ink>
</file>

<file path=ppt/ink/ink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3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65 440 0 0,'1'-2'122'0'0,"0"1"0"0"0,-1-1 1 0 0,1 0-1 0 0,-1 0 0 0 0,1 0 0 0 0,-1 1 0 0 0,1-1 0 0 0,-1 0 0 0 0,0 0 1 0 0,0 0-1 0 0,0 0 0 0 0,0 0 0 0 0,0 0 0 0 0,0 0 0 0 0,-1 0 1 0 0,1 0-1 0 0,-1 1 0 0 0,1-1 0 0 0,-1 0 0 0 0,0 0 0 0 0,0 0 1 0 0,0 1-1 0 0,1-1 0 0 0,-2 1 0 0 0,1-1 0 0 0,0 0 0 0 0,0 1 1 0 0,0 0-1 0 0,-1-1 0 0 0,1 1 0 0 0,-1 0 0 0 0,1 0 0 0 0,-1-1 1 0 0,1 1-1 0 0,-1 1 0 0 0,0-1 0 0 0,0 0 0 0 0,1 0 0 0 0,-1 0 1 0 0,0 1-1 0 0,0-1 0 0 0,0 1 0 0 0,0 0 0 0 0,0-1 0 0 0,1 1 0 0 0,-1 0 1 0 0,0 0-1 0 0,0 0 0 0 0,0 1 0 0 0,0-1 0 0 0,0 0 0 0 0,-3 2 1 0 0,-6-2 115 0 0,1 2 0 0 0,0 0 1 0 0,-1 0-1 0 0,1 1 0 0 0,0 0 1 0 0,-18 9-1 0 0,25-11-203 0 0,1 0 0 0 0,0 0 0 0 0,-1 1 0 0 0,1-1 0 0 0,0 1 0 0 0,0-1 0 0 0,0 1 0 0 0,0 0 0 0 0,0 0 0 0 0,1 0 0 0 0,-1 0 0 0 0,0 0 1 0 0,1 1-1 0 0,0-1 0 0 0,-1 0 0 0 0,1 1 0 0 0,0-1 0 0 0,0 1 0 0 0,0-1 0 0 0,1 1 0 0 0,-1-1 0 0 0,1 1 0 0 0,-1 0 0 0 0,1-1 0 0 0,0 1 0 0 0,0 0 0 0 0,0-1 0 0 0,0 1 0 0 0,0 0 0 0 0,1-1 0 0 0,-1 1 1 0 0,2 4-1 0 0,4 7 47 0 0,0-1 1 0 0,1 1 0 0 0,0-1 0 0 0,1-1 0 0 0,1 1-1 0 0,0-1 1 0 0,17 17 0 0 0,-12-13 38 0 0,-1 1 0 0 0,21 33 0 0 0,-33-50-116 0 0,-1 1 1 0 0,1 0-1 0 0,-1 0 1 0 0,0 0-1 0 0,1 0 1 0 0,-1-1-1 0 0,0 1 1 0 0,0 0-1 0 0,0 0 1 0 0,0 0-1 0 0,0 0 1 0 0,0 0-1 0 0,0 0 1 0 0,0 0-1 0 0,0-1 1 0 0,0 1-1 0 0,0 0 1 0 0,0 0-1 0 0,-1 0 1 0 0,1 0-1 0 0,0 0 1 0 0,-1-1-1 0 0,1 1 1 0 0,0 0-1 0 0,-1 0 1 0 0,1-1-1 0 0,-2 2 0 0 0,-24 16 96 0 0,-34-2-381 0 0,10-17-5839 0 0</inkml:trace>
</inkml:ink>
</file>

<file path=ppt/ink/ink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5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450 52 540 0 0,'5'-22'1808'0'0,"-5"21"-1685"0"0,0 1 0 0 0,1-1 0 0 0,-1 0 0 0 0,1 0 0 0 0,-1 0 0 0 0,0 0 0 0 0,0 0 0 0 0,0 0 0 0 0,1 0 0 0 0,-1 0 1 0 0,0 0-1 0 0,0 0 0 0 0,0 0 0 0 0,0 0 0 0 0,-1 0 0 0 0,1 0 0 0 0,0 0 0 0 0,0 0 0 0 0,0 1 0 0 0,-1-1 0 0 0,1 0 0 0 0,-1 0 0 0 0,1 0 1 0 0,-1 0-1 0 0,1 0 0 0 0,-1 1 0 0 0,1-1 0 0 0,-1 0 0 0 0,0 0 0 0 0,1 1 0 0 0,-1-1 0 0 0,-1 0 0 0 0,1 1-97 0 0,0 0-1 0 0,-1 0 1 0 0,1 0-1 0 0,-1 0 1 0 0,1 0 0 0 0,0 1-1 0 0,-1-1 1 0 0,1 0-1 0 0,0 1 1 0 0,-1-1-1 0 0,1 1 1 0 0,0 0-1 0 0,0-1 1 0 0,0 1 0 0 0,0 0-1 0 0,-1 0 1 0 0,-1 2-1 0 0,2-2 31 0 0,-33 22 203 0 0,1 1 1 0 0,0 3-1 0 0,2 0 1 0 0,1 2-1 0 0,2 1 1 0 0,1 1 0 0 0,1 2-1 0 0,1 0 1 0 0,-34 65-1 0 0,43-67-139 0 0,1 0 0 0 0,2 1 0 0 0,2 0 0 0 0,1 1 0 0 0,1 0 1 0 0,2 1-1 0 0,1 0 0 0 0,-3 59 0 0 0,9-71-68 0 0,1 1-1 0 0,1-1 1 0 0,0 1 0 0 0,2-1 0 0 0,0 0 0 0 0,2 0 0 0 0,1-1 0 0 0,0 1 0 0 0,1-1 0 0 0,2-1-1 0 0,0 0 1 0 0,1 0 0 0 0,1-1 0 0 0,16 21 0 0 0,-9-18-15 0 0,0 0 0 0 0,1-2 0 0 0,26 21 0 0 0,-35-32-420 0 0,1-1 0 0 0,1 0 0 0 0,15 7 0 0 0,-19-11-496 0 0,0 0-1 0 0,1-1 1 0 0,-1 0 0 0 0,1-1-1 0 0,14 2 1 0 0,1-2-1776 0 0</inkml:trace>
</inkml:ink>
</file>

<file path=ppt/ink/ink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6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9 690 316 0 0,'-1'0'113'0'0,"0"1"0"0"0,1-1 1 0 0,-1 1-1 0 0,1-1 0 0 0,-1 1 0 0 0,1-1 0 0 0,-1 1 0 0 0,1 0 1 0 0,-1-1-1 0 0,1 1 0 0 0,0-1 0 0 0,-1 1 0 0 0,1 0 0 0 0,0-1 1 0 0,0 1-1 0 0,-1 0 0 0 0,1 0 0 0 0,0-1 0 0 0,0 1 0 0 0,0 0 1 0 0,0-1-1 0 0,0 1 0 0 0,0 0 0 0 0,0 0 0 0 0,0-1 0 0 0,0 1 1 0 0,0 0-1 0 0,0 0 0 0 0,0-1 0 0 0,1 1 0 0 0,-1 0 0 0 0,0-1 1 0 0,1 1-1 0 0,-1 0 0 0 0,0-1 0 0 0,1 1 0 0 0,-1-1 0 0 0,1 1 1 0 0,-1 0-1 0 0,1-1 0 0 0,-1 1 0 0 0,1-1 0 0 0,-1 1 0 0 0,1-1 1 0 0,-1 0-1 0 0,1 1 0 0 0,0-1 0 0 0,-1 0 0 0 0,1 1 0 0 0,0-1 1 0 0,-1 0-1 0 0,1 0 0 0 0,0 1 0 0 0,-1-1 0 0 0,1 0 0 0 0,1 0 1 0 0,0 0 244 0 0,3-3-26 0 0,20-12-105 0 0,0-1 0 0 0,-1-2 0 0 0,-1 0 0 0 0,-1-2 0 0 0,0 0 0 0 0,-2-2 0 0 0,0 0 0 0 0,-1-1 0 0 0,23-39 0 0 0,-23 31-165 0 0,-1-1 0 0 0,-1-1 0 0 0,-2-1 0 0 0,-1 0 1 0 0,-2-1-1 0 0,-2 0 0 0 0,10-53 0 0 0,-19 77-50 0 0,0 0 0 0 0,-1 0 0 0 0,0-1 0 0 0,-1 1 0 0 0,-2-12 0 0 0,-2-52 30 0 0,5 74-44 0 0,0 1 1 0 0,-1 0-1 0 0,1 0 1 0 0,0-1-1 0 0,0 1 0 0 0,0 0 1 0 0,0 0-1 0 0,0-1 1 0 0,0 1-1 0 0,0 0 1 0 0,0 0-1 0 0,-1 0 1 0 0,1-1-1 0 0,0 1 1 0 0,0 0-1 0 0,0 0 1 0 0,0 0-1 0 0,-1-1 1 0 0,1 1-1 0 0,0 0 1 0 0,0 0-1 0 0,0 0 1 0 0,-1 0-1 0 0,1 0 1 0 0,0 0-1 0 0,0 0 1 0 0,-1-1-1 0 0,1 1 0 0 0,0 0 1 0 0,0 0-1 0 0,-1 0 1 0 0,1 0-1 0 0,0 0 1 0 0,0 0-1 0 0,-1 0 1 0 0,1 0-1 0 0,0 0 1 0 0,0 0-1 0 0,-1 0 1 0 0,1 1-1 0 0,0-1 1 0 0,0 0-1 0 0,-1 0 1 0 0,1 0-1 0 0,0 0 1 0 0,0 0-1 0 0,0 0 1 0 0,-1 0-1 0 0,1 1 0 0 0,0-1 1 0 0,0 0-1 0 0,0 0 1 0 0,-1 0-1 0 0,1 1 1 0 0,0-1-1 0 0,0 0 1 0 0,0 0-1 0 0,0 0 1 0 0,0 1-1 0 0,0-1 1 0 0,-1 0-1 0 0,1 0 1 0 0,0 1-1 0 0,-13 12 10 0 0,13-13-12 0 0,-7 9 4 0 0,0 0-1 0 0,0 1 0 0 0,1 0 0 0 0,1 0 0 0 0,0 0 1 0 0,0 0-1 0 0,1 1 0 0 0,0 0 0 0 0,1 0 1 0 0,-3 20-1 0 0,0 12-2 0 0,-2 60 0 0 0,8-103 3 0 0,1 35 11 0 0,1 0 0 0 0,1 0-1 0 0,2-1 1 0 0,2 1 0 0 0,1-1-1 0 0,1-1 1 0 0,2 0 0 0 0,2 0-1 0 0,25 49 1 0 0,-34-75-4 0 0,0 0 0 0 0,0 0 0 0 0,1 0 0 0 0,0-1 0 0 0,0 1 0 0 0,0-1 0 0 0,1-1 0 0 0,0 1 0 0 0,0-1 0 0 0,1 0 0 0 0,-1 0 0 0 0,1-1 0 0 0,8 5 0 0 0,-13-9-3 0 0,1 1 0 0 0,-1-1 1 0 0,1 0-1 0 0,-1 0 0 0 0,1 0 0 0 0,-1 0 0 0 0,0 0 1 0 0,1 0-1 0 0,-1-1 0 0 0,1 1 0 0 0,-1-1 1 0 0,0 0-1 0 0,1 0 0 0 0,-1 0 0 0 0,0 0 0 0 0,0 0 1 0 0,0 0-1 0 0,0 0 0 0 0,0-1 0 0 0,0 1 1 0 0,3-4-1 0 0,36-37 43 0 0,-34 32 134 0 0,1-2 0 0 0,-2 1 0 0 0,0-1 0 0 0,0 0 0 0 0,6-19 0 0 0,-3 5 704 0 0,0 11-18 0 0,-2 14-344 0 0,5 25-1205 0 0,-3-3-1824 0 0,-8-17 1990 0 0,0-1-601 0 0,8 7-5622 0 0</inkml:trace>
</inkml:ink>
</file>

<file path=ppt/ink/ink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6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93 752 0 0,'0'0'884'0'0,"-5"-24"-68"0"0,4 16-36 0 0,0-3 600 0 0,-4-6-279 0 0,3 7-213 0 0,7-3-512 0 0,4 7-464 0 0,3 2-736 0 0</inkml:trace>
</inkml:ink>
</file>

<file path=ppt/ink/ink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7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13 252 0 0,'0'0'945'0'0,"-6"-9"1739"0"0,6 9-2583 0 0,0 0 0 0 0,-1 0 1 0 0,1 0-1 0 0,0 0 0 0 0,0 0 1 0 0,0 0-1 0 0,0 0 1 0 0,0 0-1 0 0,-1 0 0 0 0,1 0 1 0 0,0 0-1 0 0,0 0 1 0 0,0 0-1 0 0,0 0 0 0 0,0 0 1 0 0,-1 0-1 0 0,1 0 1 0 0,-2-1 1723 0 0,2 1-1724 0 0,0 0 0 0 0,0 0 1 0 0,0 0-1 0 0,0-1 1 0 0,0 1-1 0 0,0 0 0 0 0,0 0 1 0 0,0 0-1 0 0,0 0 0 0 0,0 0 1 0 0,0 0-1 0 0,0-1 1 0 0,0 1-1 0 0,0 0 0 0 0,0 0 1 0 0,-37 359 2307 0 0,35-235-1777 0 0,37-139-558 0 0,63-44 41 0 0,-66 42-108 0 0,-1-2 1 0 0,0-1-1 0 0,34-30 0 0 0,-30 17 245 0 0,-35 32-169 0 0,1 1-72 0 0,-1 0 0 0 0,0-1 1 0 0,1 1-1 0 0,-1 0 0 0 0,0 0 0 0 0,0-1 0 0 0,1 1 0 0 0,-1 0 1 0 0,0 0-1 0 0,0-1 0 0 0,1 1 0 0 0,-1 0 0 0 0,0-1 0 0 0,0 1 1 0 0,0 0-1 0 0,0-1 0 0 0,0 1 0 0 0,1 0 0 0 0,-1-1 0 0 0,0 1 1 0 0,0 0-1 0 0,0-1 0 0 0,0 1 0 0 0,0 0 0 0 0,0-1 0 0 0,0 1 1 0 0,0 0-1 0 0,0-1 0 0 0,0 1 0 0 0,0 0 0 0 0,0-1 0 0 0,-1 1 1 0 0,1 0-1 0 0,0-1 0 0 0,0 1 0 0 0,0 0 0 0 0,0-1 0 0 0,-1 1 1 0 0,-1-1-9 0 0,0 1 1 0 0,-1-1 0 0 0,1 1 0 0 0,-1 0 0 0 0,1 0 0 0 0,0 0 0 0 0,-1 0 0 0 0,1 0 0 0 0,0 1-1 0 0,-1-1 1 0 0,1 1 0 0 0,0-1 0 0 0,0 1 0 0 0,-1 0 0 0 0,1 0 0 0 0,0 0 0 0 0,0 0 0 0 0,0 0-1 0 0,0 1 1 0 0,0-1 0 0 0,0 1 0 0 0,0-1 0 0 0,1 1 0 0 0,-1 0 0 0 0,1-1 0 0 0,-1 1 0 0 0,1 0 0 0 0,-1 0-1 0 0,1 0 1 0 0,-1 3 0 0 0,-1-1 1 0 0,1-1 0 0 0,0 1 0 0 0,1-1 0 0 0,-1 1 0 0 0,1 0 0 0 0,-1 0 0 0 0,1 0 0 0 0,0 0 1 0 0,0 0-1 0 0,1 0 0 0 0,-1 0 0 0 0,1 0 0 0 0,0 0 0 0 0,0 0 0 0 0,1 0 0 0 0,-1 0 0 0 0,1 0 0 0 0,0 0 0 0 0,0 0 0 0 0,0 0 0 0 0,2 5 0 0 0,-1-6-1 0 0,0 0 0 0 0,-1 0 0 0 0,1-1-1 0 0,0 1 1 0 0,0-1 0 0 0,1 1 0 0 0,-1-1 0 0 0,0 0 0 0 0,1 0 0 0 0,0 0-1 0 0,-1 0 1 0 0,1-1 0 0 0,0 1 0 0 0,0-1 0 0 0,0 1 0 0 0,0-1-1 0 0,0 0 1 0 0,0 0 0 0 0,0-1 0 0 0,0 1 0 0 0,1 0 0 0 0,-1-1 0 0 0,0 0-1 0 0,0 0 1 0 0,0 0 0 0 0,1 0 0 0 0,3-1 0 0 0,7-2 1 0 0,0-1 0 0 0,0 0 0 0 0,0-1 0 0 0,-1 0 1 0 0,0-1-1 0 0,0-1 0 0 0,-1 0 0 0 0,0 0 0 0 0,0-2 0 0 0,0 1 0 0 0,17-18 0 0 0,18-12 4 0 0,-46 37-27 0 0,3 2-11 0 0,0 0 26 0 0,0 1 1 0 0,0-1 0 0 0,0 1 0 0 0,0-1-1 0 0,-1 1 1 0 0,1 0 0 0 0,0 1 0 0 0,-1-1-1 0 0,1 1 1 0 0,-1-1 0 0 0,0 1 0 0 0,0 0-1 0 0,0 0 1 0 0,0 1 0 0 0,0-1 0 0 0,-1 0-1 0 0,0 1 1 0 0,1 0 0 0 0,-1 0 0 0 0,-1-1-1 0 0,3 7 1 0 0,8 13-8 0 0,-7-3 436 0 0,-7-11-2370 0 0</inkml:trace>
</inkml:ink>
</file>

<file path=ppt/ink/ink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8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1 168 296 0 0,'0'0'5820'0'0,"5"-3"-5379"0"0,1 1-287 0 0,-1 0 0 0 0,1 0 0 0 0,-1-1-1 0 0,0 1 1 0 0,0-1 0 0 0,0-1 0 0 0,0 1 0 0 0,-1-1-1 0 0,1 0 1 0 0,-1 0 0 0 0,0 0 0 0 0,0 0-1 0 0,0-1 1 0 0,-1 0 0 0 0,1 1 0 0 0,-1-1 0 0 0,-1-1-1 0 0,1 1 1 0 0,-1 0 0 0 0,1-1 0 0 0,-2 1 0 0 0,1-1-1 0 0,0 1 1 0 0,-1-1 0 0 0,0 0 0 0 0,-1 0-1 0 0,1 0 1 0 0,-1-7 0 0 0,-1 11-94 0 0,-3-5 46 0 0,4 6-97 0 0,0 0 1 0 0,-1 0 0 0 0,1-1 0 0 0,-1 1 0 0 0,0 0 0 0 0,1 0 0 0 0,-1 0 0 0 0,0 0 0 0 0,0 0 0 0 0,0 0-1 0 0,0 0 1 0 0,1 0 0 0 0,-1 0 0 0 0,-1 0 0 0 0,1 0 0 0 0,0 1 0 0 0,0-1 0 0 0,0 0 0 0 0,0 1-1 0 0,-3-2 1 0 0,1 2 1 0 0,0 0 0 0 0,0 1-1 0 0,0-1 1 0 0,0 1-1 0 0,0-1 1 0 0,0 1 0 0 0,0 0-1 0 0,0 0 1 0 0,1 0-1 0 0,-1 0 1 0 0,0 1 0 0 0,1-1-1 0 0,-1 1 1 0 0,0 0-1 0 0,1 0 1 0 0,0 0 0 0 0,-1 0-1 0 0,1 0 1 0 0,0 0-1 0 0,0 0 1 0 0,0 1 0 0 0,1-1-1 0 0,-1 1 1 0 0,0 0 0 0 0,1-1-1 0 0,0 1 1 0 0,0 0-1 0 0,-1 0 1 0 0,2 0 0 0 0,-1 0-1 0 0,0 0 1 0 0,0 4-1 0 0,0-2 3 0 0,1-1 1 0 0,0 1-1 0 0,0-1 0 0 0,0 1 0 0 0,0 0 0 0 0,0-1 0 0 0,1 1 0 0 0,0-1 0 0 0,0 1 0 0 0,1-1 0 0 0,-1 1 0 0 0,1-1 1 0 0,0 0-1 0 0,0 0 0 0 0,0 0 0 0 0,0 0 0 0 0,1 0 0 0 0,0 0 0 0 0,-1-1 0 0 0,2 1 0 0 0,3 3 0 0 0,-4-5-6 0 0,0 0 1 0 0,-1-1-1 0 0,1 0 0 0 0,0 0 0 0 0,0 0 0 0 0,0 0 0 0 0,0 0 0 0 0,0 0 0 0 0,0-1 0 0 0,0 1 0 0 0,0-1 0 0 0,0 0 0 0 0,0 0 0 0 0,0 0 0 0 0,0 0 0 0 0,0-1 1 0 0,0 1-1 0 0,0-1 0 0 0,0 0 0 0 0,3-1 0 0 0,60-28 77 0 0,-48 22-69 0 0,11-7-21 0 0,-10 4 75 0 0,1 0-1 0 0,1 2 1 0 0,0 0 0 0 0,0 2-1 0 0,0 0 1 0 0,1 1 0 0 0,0 1-1 0 0,33-2 1 0 0,-54 7-51 0 0,0-1 0 0 0,0 1 0 0 0,0 0 0 0 0,0 0 1 0 0,0 0-1 0 0,1 0 0 0 0,-1 0 0 0 0,0 1 0 0 0,0-1 0 0 0,0 0 1 0 0,0 1-1 0 0,0-1 0 0 0,0 0 0 0 0,0 1 0 0 0,0-1 0 0 0,0 1 1 0 0,0-1-1 0 0,0 1 0 0 0,0 0 0 0 0,0-1 0 0 0,0 1 0 0 0,0 0 1 0 0,-1 0-1 0 0,1 0 0 0 0,0 0 0 0 0,-1 0 0 0 0,2 1 0 0 0,-2 0 8 0 0,1 0-1 0 0,-1 0 0 0 0,0 0 1 0 0,0-1-1 0 0,0 1 0 0 0,0 0 1 0 0,-1 0-1 0 0,1 0 0 0 0,0 0 1 0 0,-1 0-1 0 0,1-1 0 0 0,-1 1 1 0 0,0 0-1 0 0,-1 2 0 0 0,-4 7 75 0 0,0-1 0 0 0,0 0 0 0 0,-13 14-1 0 0,-14 5 74 0 0,28-26-372 0 0,1 1 0 0 0,-1-1 0 0 0,1 1 0 0 0,0 0 0 0 0,0 0 0 0 0,0 0 0 0 0,1 1 0 0 0,-1-1 0 0 0,1 1 0 0 0,-4 8-1 0 0,6-12-882 0 0,-1 11-4392 0 0</inkml:trace>
</inkml:ink>
</file>

<file path=ppt/ink/ink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9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82 100 656 0 0,'12'-24'1525'0'0,"-4"11"74"0"0,-2 1-1 0 0,1-2 0 0 0,5-20 0 0 0,-11 32-1107 0 0,-2 10-31 0 0,1 0 0 0 0,-1 0-1 0 0,-1 0 1 0 0,0 0-1 0 0,0 0 1 0 0,0-1-1 0 0,-6 13 1 0 0,-33 84-116 0 0,36-90-93 0 0,-14 41-1 0 0,12-33-92 0 0,-1-1 1 0 0,-14 28-1 0 0,21-48-138 0 0,0 0 0 0 0,1 0 0 0 0,-1 1 1 0 0,0-1-1 0 0,1 0 0 0 0,-1 0 0 0 0,1 1 0 0 0,-1-1 0 0 0,1 1 0 0 0,-1-1 1 0 0,1 0-1 0 0,0 1 0 0 0,0-1 0 0 0,0 1 0 0 0,0-1 0 0 0,0 3 0 0 0,1-4-14 0 0,-1 1 0 0 0,0 0-1 0 0,1-1 1 0 0,-1 0 0 0 0,1 1-1 0 0,-1-1 1 0 0,1 1 0 0 0,-1-1-1 0 0,1 1 1 0 0,-1-1 0 0 0,1 0-1 0 0,-1 1 1 0 0,1-1 0 0 0,0 0-1 0 0,-1 0 1 0 0,1 0 0 0 0,-1 1-1 0 0,1-1 1 0 0,0 0 0 0 0,-1 0-1 0 0,1 0 1 0 0,0 0 0 0 0,-1 0-1 0 0,1 0 1 0 0,-1 0 0 0 0,2 0-1 0 0,9-2 3 0 0,0 0-1 0 0,0 0 0 0 0,18-8 1 0 0,10 0 46 0 0,-29 8-73 0 0,1 0 0 0 0,-1 1-1 0 0,1 1 1 0 0,-1 0 0 0 0,1 0-1 0 0,0 1 1 0 0,-1 0 0 0 0,1 1-1 0 0,-1 0 1 0 0,0 1 0 0 0,1 0-1 0 0,-1 1 1 0 0,-1 0 0 0 0,1 0-1 0 0,0 1 1 0 0,15 11 0 0 0,-23-14 15 0 0,-1 0 1 0 0,1 0-1 0 0,-1 0 1 0 0,0 0 0 0 0,0 1-1 0 0,0-1 1 0 0,0 0-1 0 0,0 1 1 0 0,0-1 0 0 0,-1 0-1 0 0,1 1 1 0 0,-1-1-1 0 0,1 1 1 0 0,-1-1 0 0 0,0 1-1 0 0,0-1 1 0 0,0 1-1 0 0,-1-1 1 0 0,1 1 0 0 0,-1-1-1 0 0,1 1 1 0 0,-1-1-1 0 0,0 1 1 0 0,0-1-1 0 0,0 0 1 0 0,0 0 0 0 0,0 1-1 0 0,0-1 1 0 0,-1 0-1 0 0,1 0 1 0 0,-1 0 0 0 0,0 0-1 0 0,1 0 1 0 0,-1-1-1 0 0,0 1 1 0 0,-3 2 0 0 0,-3 0 5 0 0,1 1 0 0 0,-1-2-1 0 0,0 1 1 0 0,0-1 0 0 0,0 0 0 0 0,-1-1 0 0 0,1 0 0 0 0,-1 0 0 0 0,1-1 0 0 0,-1 0 0 0 0,1 0 0 0 0,-1-1 0 0 0,-14-1 0 0 0,21 0-63 0 0,-11 1-117 0 0,12 0 48 0 0,1 1-1 0 0,0-1 1 0 0,-1 0-1 0 0,1 0 1 0 0,0 0 0 0 0,-1 0-1 0 0,1 0 1 0 0,0-1 0 0 0,-1 1-1 0 0,1 0 1 0 0,0 0 0 0 0,-1 0-1 0 0,1 0 1 0 0,0 0-1 0 0,-1 0 1 0 0,1 0 0 0 0,0-1-1 0 0,-1 1 1 0 0,1 0 0 0 0,0 0-1 0 0,-1-1 1 0 0,1 1 0 0 0,0 0-1 0 0,0 0 1 0 0,0-1 0 0 0,-1 1-1 0 0,1 0 1 0 0,0 0-1 0 0,0-1 1 0 0,0 1 0 0 0,-1 0-1 0 0,1-1 1 0 0,0 1 0 0 0,0 0-1 0 0,0-1 1 0 0,0 1 0 0 0,0 0-1 0 0,0-1 1 0 0,0 1-1 0 0,0-1 1 0 0,5-13-3136 0 0,-4 10 250 0 0</inkml:trace>
</inkml:ink>
</file>

<file path=ppt/ink/ink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09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5 608 0 0,'-1'16'1707'0'0,"1"-10"-1549"0"0,0 0 1 0 0,0 0-1 0 0,1 0 0 0 0,-1 0 1 0 0,1-1-1 0 0,1 1 0 0 0,-1 0 1 0 0,1 0-1 0 0,0-1 0 0 0,1 1 1 0 0,-1-1-1 0 0,1 0 0 0 0,0 0 1 0 0,0 0-1 0 0,1 0 0 0 0,-1 0 1 0 0,1-1-1 0 0,0 1 0 0 0,0-1 1 0 0,1 0-1 0 0,-1 0 0 0 0,1-1 1 0 0,0 1-1 0 0,0-1 0 0 0,0 0 1 0 0,1-1-1 0 0,-1 1 0 0 0,1-1 1 0 0,-1 0-1 0 0,7 1 0 0 0,-10-3-86 0 0,0 0 1 0 0,0 0-1 0 0,1 0 0 0 0,-1 0 0 0 0,0-1 0 0 0,0 1 0 0 0,0-1 1 0 0,0 0-1 0 0,1 0 0 0 0,-1 0 0 0 0,0 0 0 0 0,0 0 0 0 0,0 0 0 0 0,-1 0 1 0 0,1-1-1 0 0,0 1 0 0 0,0 0 0 0 0,-1-1 0 0 0,1 0 0 0 0,-1 1 0 0 0,1-1 1 0 0,-1 0-1 0 0,0 0 0 0 0,0 0 0 0 0,0 0 0 0 0,0 0 0 0 0,0 0 0 0 0,0 0 1 0 0,0 0-1 0 0,-1 0 0 0 0,1-4 0 0 0,2-1 142 0 0,-2-1 1 0 0,1 0-1 0 0,-1 0 1 0 0,0 0-1 0 0,-1 0 0 0 0,0 0 1 0 0,-2-14-1 0 0,1 16 530 0 0,-1-19-2504 0 0,2 25 1639 0 0,0-1 0 0 0,0 1 0 0 0,0-1 0 0 0,0 1 0 0 0,1 0 0 0 0,-1-1 0 0 0,0 1 0 0 0,0-1 0 0 0,0 1 0 0 0,1 0 0 0 0,-1-1 0 0 0,0 1 0 0 0,1 0 0 0 0,-1-1-1 0 0,0 1 1 0 0,1 0 0 0 0,-1 0 0 0 0,0-1 0 0 0,1 1 0 0 0,-1 0 0 0 0,0 0 0 0 0,1-1 0 0 0,-1 1 0 0 0,1 0 0 0 0,-1 0 0 0 0,0 0 0 0 0,1 0 0 0 0,-1 0 0 0 0,1 0 0 0 0,-1 0 0 0 0,1 0 0 0 0,-1 0-1 0 0,0 0 1 0 0,1 0 0 0 0,-1 0 0 0 0,1 0 0 0 0,-1 0 0 0 0,1 0 0 0 0,-1 0 0 0 0,0 0 0 0 0,1 0 0 0 0,-1 1 0 0 0,1-1 0 0 0,0 0 0 0 0,2 1-2571 0 0</inkml:trace>
</inkml:ink>
</file>

<file path=ppt/ink/ink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0.3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26 164 0 0,'0'0'771'0'0,"-3"5"-47"0"0,-9 23 1362 0 0,12-27-2013 0 0,0 0-1 0 0,0 0 0 0 0,0 0 0 0 0,0 0 1 0 0,1 0-1 0 0,-1 0 0 0 0,0 0 0 0 0,0 0 1 0 0,1 0-1 0 0,-1 0 0 0 0,0 0 0 0 0,1 0 1 0 0,-1 0-1 0 0,1 0 0 0 0,0 0 0 0 0,-1 0 1 0 0,1 0-1 0 0,0 0 0 0 0,-1-1 0 0 0,1 1 1 0 0,0 0-1 0 0,0-1 0 0 0,0 1 0 0 0,-1 0 1 0 0,1-1-1 0 0,0 1 0 0 0,0-1 0 0 0,0 1 1 0 0,0-1-1 0 0,0 0 0 0 0,0 1 0 0 0,0-1 1 0 0,0 0-1 0 0,0 0 0 0 0,0 0 0 0 0,2 0 1 0 0,6 2 80 0 0,0 0 228 0 0,0 0 0 0 0,0-1 0 0 0,0 0 1 0 0,12-1-1 0 0,-17-3-175 0 0,1 0 1 0 0,-1 0-1 0 0,0 0 0 0 0,0-1 0 0 0,0 1 1 0 0,-1-1-1 0 0,7-8 0 0 0,16-19 1822 0 0,-24 30-1759 0 0,9 23 28 0 0,17 112 92 0 0,16 59-131 0 0,-34-154-201 0 0,-1 0 0 0 0,-3 1-1 0 0,-1 0 1 0 0,1 44 0 0 0,-6-82-28 0 0,-2 7 19 0 0,1-7-29 0 0,1-8 115 0 0,3-9-131 0 0,1 1 0 0 0,0 0 0 0 0,1 1 1 0 0,1-1-1 0 0,0 1 0 0 0,0 0 0 0 0,15-21 1 0 0,15-15-12 0 0,2 0 1 0 0,51-49 0 0 0,40-49-17 0 0,-117 129 191 0 0,-1-1 0 0 0,-1-1 0 0 0,0 0 0 0 0,11-34 0 0 0,-18 45-60 0 0,-2 7-40 0 0,-1 2-62 0 0,0-1 0 0 0,0 1 0 0 0,1 0 0 0 0,-1 0 0 0 0,0 0 0 0 0,0 0 0 0 0,0-1 0 0 0,0 1 0 0 0,0 0 0 0 0,0 0 0 0 0,0 0 0 0 0,0-1 0 0 0,0 1 0 0 0,0 0 0 0 0,0 0 0 0 0,0 0 0 0 0,0-1 0 0 0,0 1 0 0 0,0 0 0 0 0,0 0 0 0 0,0 0 0 0 0,0-1 0 0 0,0 1 0 0 0,0 0 0 0 0,0 0 0 0 0,0-1 0 0 0,0 1 0 0 0,0 0 0 0 0,0 0 0 0 0,0 0 0 0 0,0 0 0 0 0,-1-1 0 0 0,1 1 0 0 0,0 0 0 0 0,0 0 0 0 0,0 0 0 0 0,0 0 0 0 0,0-1 0 0 0,-1 1 0 0 0,1 0 0 0 0,0 0 0 0 0,0 0 0 0 0,0 0 0 0 0,0 0 0 0 0,-1 0 0 0 0,1 0 0 0 0,0 0 0 0 0,0 0 0 0 0,-1 0 0 0 0,1-1 0 0 0,-8 9 12 0 0,1 0 0 0 0,0 0 1 0 0,0 1-1 0 0,0 0 0 0 0,1 0 1 0 0,1 1-1 0 0,0-1 0 0 0,0 1 1 0 0,1 0-1 0 0,0 1 0 0 0,0-1 1 0 0,1 1-1 0 0,1-1 0 0 0,0 1 1 0 0,0 0-1 0 0,1 0 0 0 0,1 0 1 0 0,0 20-1 0 0,0-29-15 0 0,0-1-1 0 0,1 1 0 0 0,-1 0 1 0 0,0 0-1 0 0,1 0 1 0 0,-1 0-1 0 0,1 0 1 0 0,-1-1-1 0 0,1 1 1 0 0,0 0-1 0 0,0 0 1 0 0,-1-1-1 0 0,1 1 1 0 0,1 0-1 0 0,-1-1 0 0 0,0 1 1 0 0,0-1-1 0 0,1 0 1 0 0,-1 1-1 0 0,0-1 1 0 0,1 0-1 0 0,-1 0 1 0 0,1 0-1 0 0,0 0 1 0 0,-1 0-1 0 0,1 0 1 0 0,0 0-1 0 0,0-1 1 0 0,-1 1-1 0 0,1 0 0 0 0,0-1 1 0 0,0 0-1 0 0,0 1 1 0 0,0-1-1 0 0,0 0 1 0 0,0 0-1 0 0,-1 0 1 0 0,1 0-1 0 0,0 0 1 0 0,0-1-1 0 0,3 0 1 0 0,7-2 8 0 0,0 0 1 0 0,0-1 0 0 0,-1-1 0 0 0,22-11-1 0 0,-21 10-19 0 0,86-46 5 0 0,39-17-19 0 0,-137 69 22 0 0,1-1 1 0 0,-1 1 0 0 0,1-1-1 0 0,-1 1 1 0 0,1 0-1 0 0,0-1 1 0 0,-1 1 0 0 0,1 0-1 0 0,-1 0 1 0 0,1 0-1 0 0,-1-1 1 0 0,1 1-1 0 0,0 0 1 0 0,-1 0 0 0 0,1 0-1 0 0,0 0 1 0 0,-1 0-1 0 0,1 0 1 0 0,-1 0 0 0 0,1 0-1 0 0,0 0 1 0 0,-1 0-1 0 0,1 1 1 0 0,-1-1 0 0 0,1 0-1 0 0,0 0 1 0 0,-1 0-1 0 0,1 1 1 0 0,-1-1 0 0 0,1 0-1 0 0,-1 1 1 0 0,1-1-1 0 0,-1 0 1 0 0,1 1 0 0 0,-1-1-1 0 0,1 1 1 0 0,-1-1-1 0 0,0 1 1 0 0,1-1 0 0 0,-1 1-1 0 0,0-1 1 0 0,1 1-1 0 0,-1-1 1 0 0,0 1-1 0 0,0 0 1 0 0,1-1 0 0 0,-1 1-1 0 0,-3 41-23 0 0,2-38 23 0 0,0 0-1 0 0,0 0 1 0 0,0 0-1 0 0,1 1 1 0 0,0-1-1 0 0,0 0 1 0 0,0 0 0 0 0,0 1-1 0 0,0-1 1 0 0,1 0-1 0 0,0 0 1 0 0,0 0-1 0 0,3 8 1 0 0,0-7-44 0 0,0 1 1 0 0,1-1 0 0 0,-1 0 0 0 0,1 0-1 0 0,1 0 1 0 0,-1-1 0 0 0,1 0 0 0 0,-1 0-1 0 0,1 0 1 0 0,0-1 0 0 0,10 5-1 0 0,30-1-8753 0 0,-32-7 5341 0 0</inkml:trace>
</inkml:ink>
</file>

<file path=ppt/ink/ink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1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627 0 32 0 0,'0'0'11900'0'0,"-14"11"-11177"0"0,-6-11 564 0 0,20 1-1203 0 0,0-1 0 0 0,0 1 0 0 0,0-1 0 0 0,0 1 0 0 0,0 0 0 0 0,0-1 0 0 0,0 1 0 0 0,0-1 0 0 0,1 1 0 0 0,-1-1 0 0 0,0 1 1 0 0,0-1-1 0 0,0 1 0 0 0,1-1 0 0 0,-1 1 0 0 0,0-1 0 0 0,1 0 0 0 0,-1 1 0 0 0,0-1 0 0 0,1 1 0 0 0,-1-1 0 0 0,1 0 0 0 0,-1 1 0 0 0,1-1 0 0 0,-1 0 0 0 0,1 0 0 0 0,-1 1 0 0 0,1-1 0 0 0,-1 0 0 0 0,1 0 0 0 0,1 2-71 0 0,-1-1 0 0 0,0 0 0 0 0,0 1 0 0 0,0-1 0 0 0,-1 0 0 0 0,1 1 0 0 0,0-1 0 0 0,0 1-1 0 0,-1 0 1 0 0,1-1 0 0 0,-1 1 0 0 0,1-1 0 0 0,-1 1 0 0 0,0 0 0 0 0,0-1 0 0 0,0 1 0 0 0,0 0 0 0 0,0-1 0 0 0,0 1 0 0 0,0 0 0 0 0,0-1 0 0 0,-1 1 0 0 0,1 0 0 0 0,-1 1 0 0 0,-14 35 396 0 0,13-35-394 0 0,-9 16 46 0 0,-1 0-1 0 0,-1-1 1 0 0,-1 0 0 0 0,0-1-1 0 0,-1-1 1 0 0,-1 0 0 0 0,-1-1-1 0 0,-28 20 1 0 0,-15 5-1034 0 0,-79 41-1 0 0,38-31-2371 0 0,29-20-1917 0 0,7-4 1163 0 0</inkml:trace>
</inkml:ink>
</file>

<file path=ppt/ink/ink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3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141 733 180 0 0,'-8'2'419'0'0,"-1"0"0"0"0,1 0-1 0 0,-1 1 1 0 0,1 0 0 0 0,0 0-1 0 0,0 1 1 0 0,1 0 0 0 0,-1 0 0 0 0,1 1-1 0 0,0 0 1 0 0,0 0 0 0 0,0 1 0 0 0,1 0-1 0 0,0 0 1 0 0,0 0 0 0 0,0 1 0 0 0,-8 14-1 0 0,14-21-394 0 0,-1 1-1 0 0,1 0 0 0 0,0 0 0 0 0,0 0 1 0 0,0-1-1 0 0,0 1 0 0 0,0 0 0 0 0,0 0 1 0 0,0 0-1 0 0,0-1 0 0 0,0 1 0 0 0,0 0 1 0 0,0 0-1 0 0,0-1 0 0 0,1 1 0 0 0,-1 0 1 0 0,0 0-1 0 0,0-1 0 0 0,1 1 0 0 0,-1 0 0 0 0,1 0 1 0 0,-1-1-1 0 0,1 1 0 0 0,-1 0 0 0 0,1-1 1 0 0,-1 1-1 0 0,1-1 0 0 0,-1 1 0 0 0,1-1 1 0 0,0 1-1 0 0,-1-1 0 0 0,1 1 0 0 0,0-1 1 0 0,-1 0-1 0 0,1 1 0 0 0,0-1 0 0 0,0 0 1 0 0,-1 0-1 0 0,1 1 0 0 0,0-1 0 0 0,0 0 1 0 0,0 0-1 0 0,1 0 0 0 0,36 4 290 0 0,-6-7-202 0 0,-1-1 1 0 0,0-1-1 0 0,0-2 1 0 0,0-1-1 0 0,45-19 1 0 0,146-75 249 0 0,-189 85-295 0 0,578-322 777 0 0,-607 337-813 0 0,0 0-1 0 0,-1-1 0 0 0,1 1 1 0 0,-1-1-1 0 0,1 0 1 0 0,-1 1-1 0 0,0-1 0 0 0,0-1 1 0 0,-1 1-1 0 0,1 0 0 0 0,-1-1 1 0 0,1 1-1 0 0,-1-1 1 0 0,0 0-1 0 0,-1 0 0 0 0,1 0 1 0 0,1-4-1 0 0,-3 7-23 0 0,-1 0-1 0 0,1 0 1 0 0,-1 0-1 0 0,1 0 1 0 0,-1 0 0 0 0,1 0-1 0 0,-1 0 1 0 0,1 0-1 0 0,-1 0 1 0 0,0 0 0 0 0,0 0-1 0 0,1 0 1 0 0,-1 1-1 0 0,0-1 1 0 0,0 0 0 0 0,0 0-1 0 0,0 1 1 0 0,0-1-1 0 0,0 1 1 0 0,0-1 0 0 0,0 1-1 0 0,0-1 1 0 0,0 1-1 0 0,0 0 1 0 0,0 0 0 0 0,-1-1-1 0 0,1 1 1 0 0,0 0-1 0 0,0 0 1 0 0,0 0 0 0 0,0 0-1 0 0,0 0 1 0 0,-2 1-1 0 0,-40 2 76 0 0,32-1-67 0 0,0 0 0 0 0,0 0 1 0 0,0 1-1 0 0,1 1 1 0 0,-21 9-1 0 0,29-12-13 0 0,0 0 0 0 0,1 0 0 0 0,-1 1 0 0 0,0-1 0 0 0,1 0 0 0 0,-1 1 1 0 0,1-1-1 0 0,-1 1 0 0 0,1-1 0 0 0,0 1 0 0 0,0 0 0 0 0,-1 0 0 0 0,1-1 0 0 0,1 1 0 0 0,-1 0 0 0 0,0 0 0 0 0,0 0 0 0 0,1 0 0 0 0,-1 0 1 0 0,1 0-1 0 0,-1 0 0 0 0,1 0 0 0 0,0 0 0 0 0,0 1 0 0 0,0-1 0 0 0,0 0 0 0 0,0 0 0 0 0,1 0 0 0 0,-1 0 0 0 0,1 0 0 0 0,-1 0 0 0 0,1 0 1 0 0,0 0-1 0 0,-1 0 0 0 0,1 0 0 0 0,0 0 0 0 0,0-1 0 0 0,1 1 0 0 0,0 2 0 0 0,15 22 9 0 0,1-1 0 0 0,1-1 0 0 0,27 27 0 0 0,-30-36-5 0 0,-1 1 1 0 0,-1 1-1 0 0,0 1 0 0 0,-1 0 1 0 0,-1 0-1 0 0,-1 1 0 0 0,0 1 1 0 0,10 28-1 0 0,-20-45-2 0 0,0 1 0 0 0,0 0 0 0 0,0 0 0 0 0,0-1 0 0 0,-1 1 0 0 0,0 0-1 0 0,0 0 1 0 0,0 0 0 0 0,0 0 0 0 0,0 0 0 0 0,-1-1 0 0 0,0 1 0 0 0,0 0 0 0 0,0 0 0 0 0,0-1 0 0 0,-1 1-1 0 0,1-1 1 0 0,-1 1 0 0 0,0-1 0 0 0,0 1 0 0 0,0-1 0 0 0,0 0 0 0 0,-1 0 0 0 0,1 0 0 0 0,-1 0 0 0 0,0-1-1 0 0,0 1 1 0 0,0-1 0 0 0,-4 3 0 0 0,0-1 7 0 0,1 0 0 0 0,-1 0 0 0 0,0-1 0 0 0,0 0 0 0 0,-1-1 0 0 0,1 0 0 0 0,-1 0 0 0 0,1 0 0 0 0,-1-1-1 0 0,0 0 1 0 0,1-1 0 0 0,-1 1 0 0 0,-11-2 0 0 0,17 1-2 0 0,1 0-8 0 0,1-1 1 0 0,0 1-1 0 0,0 0 0 0 0,-1 0 1 0 0,1 0-1 0 0,0 0 0 0 0,-1 0 1 0 0,1 0-1 0 0,0-1 0 0 0,0 1 0 0 0,-1 0 1 0 0,1 0-1 0 0,0 0 0 0 0,0-1 1 0 0,0 1-1 0 0,-1 0 0 0 0,1 0 1 0 0,0-1-1 0 0,0 1 0 0 0,0 0 0 0 0,0 0 1 0 0,0-1-1 0 0,-1 1 0 0 0,1 0 1 0 0,0 0-1 0 0,0-1 0 0 0,0 1 1 0 0,0 0-1 0 0,0-1 0 0 0,0 1 0 0 0,0 0 1 0 0,0-1-1 0 0,0 1 0 0 0,0 0 1 0 0,0 0-1 0 0,0-1 0 0 0,0 1 1 0 0,0 0-1 0 0,0-1 0 0 0,1 1 0 0 0,-1 0 1 0 0,0 0-1 0 0,0-1 0 0 0,0 1 1 0 0,0 0-1 0 0,0 0 0 0 0,1-1 1 0 0,-1 1-1 0 0,0 0 0 0 0,0 0 1 0 0,0-1-1 0 0,1 1 0 0 0,9-9-10 0 0,0 1 0 0 0,1 1 0 0 0,-1-1 0 0 0,2 2-1 0 0,-1-1 1 0 0,21-7 0 0 0,85-25-112 0 0,-47 17-12 0 0,17-6-87 0 0,-38 13-91 0 0,84-37 1 0 0,-131 51 298 0 0,0 0 0 0 0,0 0-1 0 0,-1 0 1 0 0,1-1 0 0 0,0 1-1 0 0,-1 0 1 0 0,1-1 0 0 0,-1 1-1 0 0,1-1 1 0 0,-1 1 0 0 0,0-1-1 0 0,1 0 1 0 0,-1 1 0 0 0,0-1-1 0 0,1-4 1 0 0,-2 6 11 0 0,1 0 0 0 0,-1-1 0 0 0,0 1 0 0 0,0 0 0 0 0,0-1 0 0 0,0 1 0 0 0,0-1 0 0 0,0 1 0 0 0,0 0 0 0 0,0-1 0 0 0,-1 1 0 0 0,1 0 0 0 0,0-1 0 0 0,0 1-1 0 0,0-1 1 0 0,0 1 0 0 0,0 0 0 0 0,-1-1 0 0 0,1 1 0 0 0,0 0 0 0 0,0-1 0 0 0,0 1 0 0 0,-1 0 0 0 0,1 0 0 0 0,0-1 0 0 0,-1 1 0 0 0,1 0 0 0 0,0 0 0 0 0,-1-1 0 0 0,1 1 0 0 0,-24-2 2 0 0,21 4 2 0 0,1-2-4 0 0,0 0 0 0 0,0 1 0 0 0,1-1 0 0 0,-1 1 1 0 0,0 0-1 0 0,1 0 0 0 0,-1 0 0 0 0,0 0 0 0 0,1 0 0 0 0,-1 0 1 0 0,1 0-1 0 0,-1 0 0 0 0,1 0 0 0 0,0 1 0 0 0,-2 1 0 0 0,3-2 2 0 0,0-1 0 0 0,0 1 1 0 0,0-1-1 0 0,0 1 0 0 0,0 0 0 0 0,0-1 0 0 0,0 1 0 0 0,0-1 0 0 0,0 1 0 0 0,0-1 0 0 0,0 1 0 0 0,0-1 0 0 0,1 1 0 0 0,-1-1 0 0 0,0 1 0 0 0,0-1 0 0 0,1 1 0 0 0,-1-1 0 0 0,0 1 0 0 0,0-1 0 0 0,1 1 0 0 0,-1-1 1 0 0,1 0-1 0 0,-1 1 0 0 0,0-1 0 0 0,1 0 0 0 0,-1 1 0 0 0,1-1 0 0 0,0 1 0 0 0,33 13 27 0 0,-20-12-18 0 0,0-2 0 0 0,0 1 1 0 0,0-2-1 0 0,1 0 0 0 0,-1 0 0 0 0,0-2 0 0 0,0 1 1 0 0,0-2-1 0 0,17-6 0 0 0,17-9 4 0 0,53-29 0 0 0,-79 37-2 0 0,-2 0-6 0 0,-1 0 1 0 0,-1-1 0 0 0,0-1 0 0 0,-1-1-1 0 0,0 0 1 0 0,-2-2 0 0 0,1 1 0 0 0,-2-2-1 0 0,0 0 1 0 0,-1-1 0 0 0,0 0 0 0 0,10-23-1 0 0,-20 33 2 0 0,0 0-1 0 0,-1 0 0 0 0,0 0 0 0 0,0 0 0 0 0,-1 0 0 0 0,0-1 1 0 0,-1 1-1 0 0,0 0 0 0 0,0-1 0 0 0,0 1 0 0 0,-1 0 0 0 0,-1 0 1 0 0,1 0-1 0 0,-1-1 0 0 0,-5-12 0 0 0,6 20-2 0 0,1 0 0 0 0,0 0 0 0 0,0 0-1 0 0,0 0 1 0 0,-1 0 0 0 0,1 0 0 0 0,-1 0 0 0 0,1 0 0 0 0,0 0-1 0 0,-1 0 1 0 0,0 0 0 0 0,1 1 0 0 0,-1-1 0 0 0,0 0 0 0 0,1 0 0 0 0,-1 0-1 0 0,0 1 1 0 0,0-1 0 0 0,1 0 0 0 0,-1 1 0 0 0,0-1 0 0 0,0 1 0 0 0,0-1-1 0 0,0 1 1 0 0,0-1 0 0 0,0 1 0 0 0,0 0 0 0 0,0-1 0 0 0,0 1-1 0 0,0 0 1 0 0,0 0 0 0 0,0 0 0 0 0,0 0 0 0 0,0 0 0 0 0,-1 0 0 0 0,1 0-1 0 0,0 0 1 0 0,0 0 0 0 0,0 0 0 0 0,0 1 0 0 0,0-1 0 0 0,0 0-1 0 0,0 1 1 0 0,0-1 0 0 0,0 1 0 0 0,0-1 0 0 0,1 1 0 0 0,-1 0 0 0 0,0-1-1 0 0,0 1 1 0 0,0 0 0 0 0,1-1 0 0 0,-2 2 0 0 0,-4 3 2 0 0,1 0 0 0 0,0-1 0 0 0,0 2 0 0 0,0-1-1 0 0,1 0 1 0 0,-4 8 0 0 0,0 0 3 0 0,2 1 0 0 0,0 0 0 0 0,0 0 0 0 0,2 1 0 0 0,-1-1 0 0 0,2 1 0 0 0,0 0 0 0 0,1 0 0 0 0,0 1 0 0 0,2-1 0 0 0,-1 0 0 0 0,2 0 0 0 0,0 0 0 0 0,6 28 0 0 0,-4-31-3 0 0,0-1-1 0 0,1 1 0 0 0,1 0 0 0 0,0-1 1 0 0,1 0-1 0 0,0 0 0 0 0,0 0 1 0 0,1-1-1 0 0,1 0 0 0 0,-1 0 0 0 0,2-1 1 0 0,-1 0-1 0 0,1-1 0 0 0,1 0 1 0 0,-1 0-1 0 0,2-1 0 0 0,-1 0 0 0 0,16 8 1 0 0,-13-9-10 0 0,0-1 0 0 0,0 0 0 0 0,0 0 0 0 0,1-2 1 0 0,0 0-1 0 0,-1 0 0 0 0,1-1 0 0 0,0-1 0 0 0,0 0 0 0 0,0-1 1 0 0,0 0-1 0 0,0-2 0 0 0,0 1 0 0 0,0-2 0 0 0,25-7 0 0 0,-27 6-24 0 0,-1 0 0 0 0,0-1 1 0 0,0-1-1 0 0,0 0 0 0 0,-1 0 0 0 0,0-1 0 0 0,0 0 0 0 0,-1-1 0 0 0,0 0 0 0 0,0 0 0 0 0,-1-1 0 0 0,0 0 0 0 0,0-1 0 0 0,-1 0 0 0 0,0 0 0 0 0,-1 0 1 0 0,-1-1-1 0 0,9-21 0 0 0,-3 3-7 0 0,-2 0 0 0 0,-1-1 0 0 0,-2 0 1 0 0,-1 0-1 0 0,-1-1 0 0 0,-1 0 0 0 0,-2 1 0 0 0,-1-1 1 0 0,-1 0-1 0 0,-8-44 0 0 0,8 70 68 0 0,0 1 0 0 0,-1-1-1 0 0,1 0 1 0 0,-1 1 0 0 0,0-1 0 0 0,0 1 0 0 0,0 0 0 0 0,0 0-1 0 0,-1 0 1 0 0,0 0 0 0 0,0 0 0 0 0,0 0 0 0 0,0 1-1 0 0,-1-1 1 0 0,1 1 0 0 0,-1 0 0 0 0,-7-5 0 0 0,9 8-1 0 0,-1 1-24 0 0,0 1 1 0 0,0 0-1 0 0,0 0 0 0 0,0 0 1 0 0,0 0-1 0 0,1 1 1 0 0,-1-1-1 0 0,1 1 1 0 0,-1-1-1 0 0,1 1 1 0 0,0 0-1 0 0,0 0 1 0 0,0 0-1 0 0,0 0 0 0 0,1 0 1 0 0,-1 0-1 0 0,1 1 1 0 0,0-1-1 0 0,-1 6 1 0 0,-3 7 10 0 0,1 0 0 0 0,-4 29 0 0 0,7-26-8 0 0,0 0-1 0 0,0 0 1 0 0,2 0-1 0 0,0 0 0 0 0,2 0 1 0 0,0 0-1 0 0,1-1 0 0 0,0 1 1 0 0,2-1-1 0 0,0 0 1 0 0,1 0-1 0 0,16 29 0 0 0,-17-38-4 0 0,0 0-1 0 0,0-1 1 0 0,1 1-1 0 0,0-1 0 0 0,0 0 1 0 0,1-1-1 0 0,0 0 0 0 0,1 0 1 0 0,-1 0-1 0 0,1-1 1 0 0,0-1-1 0 0,1 0 0 0 0,-1 0 1 0 0,1 0-1 0 0,0-1 0 0 0,0-1 1 0 0,1 0-1 0 0,-1 0 1 0 0,0-1-1 0 0,1 0 0 0 0,0-1 1 0 0,-1 0-1 0 0,21-2 0 0 0,-22 1-1 0 0,0-1 0 0 0,0 0 0 0 0,0-1 0 0 0,0 0 0 0 0,0 0 0 0 0,-1-1 0 0 0,1 0 0 0 0,14-8 0 0 0,-19 9-3 0 0,0 0 0 0 0,-1-1 1 0 0,0 0-1 0 0,0 0 1 0 0,0 0-1 0 0,0 0 0 0 0,0 0 1 0 0,-1 0-1 0 0,1-1 0 0 0,-1 1 1 0 0,0-1-1 0 0,0 0 1 0 0,0 0-1 0 0,0 0 0 0 0,-1 0 1 0 0,0 0-1 0 0,0 0 1 0 0,0 0-1 0 0,0 0 0 0 0,0 0 1 0 0,-1-1-1 0 0,0 1 1 0 0,0 0-1 0 0,0 0 0 0 0,-2-8 1 0 0,3 11 3 0 0,-1 0-1 0 0,0 1 1 0 0,0-1 0 0 0,0 0 0 0 0,0 0-1 0 0,0 1 1 0 0,0-1 0 0 0,0 0 0 0 0,0 0-1 0 0,0 1 1 0 0,0-1 0 0 0,-1 0 0 0 0,1 0-1 0 0,0 1 1 0 0,0-1 0 0 0,-1 0 0 0 0,1 1-1 0 0,0-1 1 0 0,-1 0 0 0 0,1 1 0 0 0,-1-1-1 0 0,1 1 1 0 0,-1-1 0 0 0,1 1 0 0 0,-1-1-1 0 0,1 1 1 0 0,-1-1 0 0 0,1 1 0 0 0,-1-1 0 0 0,0 1-1 0 0,1 0 1 0 0,-1-1 0 0 0,0 1 0 0 0,1 0-1 0 0,-1-1 1 0 0,0 1 0 0 0,0 0 0 0 0,1 0-1 0 0,-1 0 1 0 0,0 0 0 0 0,0 0 0 0 0,1 0-1 0 0,-1 0 1 0 0,0 0 0 0 0,0 0 0 0 0,1 0-1 0 0,-1 0 1 0 0,0 0 0 0 0,0 1 0 0 0,1-1-1 0 0,-1 0 1 0 0,0 0 0 0 0,1 1 0 0 0,-1-1 0 0 0,0 1-1 0 0,1-1 1 0 0,-2 1 0 0 0,-1 1 5 0 0,0 1 1 0 0,0-1-1 0 0,0 0 0 0 0,0 1 1 0 0,1 0-1 0 0,-1 0 1 0 0,1 0-1 0 0,0 0 0 0 0,-3 4 1 0 0,3-4-4 0 0,1 1 0 0 0,0 0 1 0 0,-1-1-1 0 0,1 1 0 0 0,1 0 0 0 0,-1-1 1 0 0,0 1-1 0 0,1 0 0 0 0,0 0 0 0 0,0 0 1 0 0,0 0-1 0 0,0-1 0 0 0,1 1 0 0 0,-1 0 1 0 0,1 0-1 0 0,0-1 0 0 0,0 1 0 0 0,1 0 1 0 0,-1-1-1 0 0,1 1 0 0 0,0-1 0 0 0,-1 0 1 0 0,2 1-1 0 0,-1-1 0 0 0,0 0 0 0 0,0 0 1 0 0,1 0-1 0 0,0-1 0 0 0,0 1 0 0 0,0-1 1 0 0,3 3-1 0 0,1-4 2 0 0,-1 0 0 0 0,1 0-1 0 0,0-1 1 0 0,-1 0 0 0 0,1 0 0 0 0,-1 0 0 0 0,1-1 0 0 0,-1 0 0 0 0,1-1-1 0 0,-1 1 1 0 0,1-1 0 0 0,-1 0 0 0 0,11-6 0 0 0,-2 1-5 0 0,27-10-24 0 0,-39 16 16 0 0,-1 0-1 0 0,0 1 1 0 0,0 0-1 0 0,0-1 1 0 0,0 1 0 0 0,0 0-1 0 0,0 0 1 0 0,1 0-1 0 0,-1 0 1 0 0,0 0-1 0 0,0 0 1 0 0,0 1-1 0 0,0-1 1 0 0,0 1-1 0 0,0-1 1 0 0,3 2-1 0 0,-2 0 3 0 0,0 1 0 0 0,0-1 0 0 0,-1 0 0 0 0,1 1 0 0 0,-1 0 0 0 0,0 0 0 0 0,1-1 0 0 0,-1 1 0 0 0,-1 0 0 0 0,4 6 0 0 0,-4-6 4 0 0,1 0 1 0 0,-1 0-1 0 0,1 0 1 0 0,0 0-1 0 0,0-1 1 0 0,0 1-1 0 0,1-1 1 0 0,-1 1-1 0 0,0-1 0 0 0,1 0 1 0 0,0 0-1 0 0,2 2 1 0 0,1-1-77 0 0,0-1-1 0 0,0 0 1 0 0,0 0 0 0 0,0-1 0 0 0,0 1-1 0 0,0-1 1 0 0,1-1 0 0 0,-1 1 0 0 0,0-1-1 0 0,11-1 1 0 0,35-9-6280 0 0,-34 4 3377 0 0</inkml:trace>
</inkml:ink>
</file>

<file path=ppt/ink/ink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4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42 152 0 0,'-35'-42'8533'0'0,"32"46"-7916"0"0,-5 6-233 0 0,1 1 1 0 0,0 0-1 0 0,0 1 0 0 0,1 0 0 0 0,1 0 0 0 0,-7 21 0 0 0,3 0 349 0 0,-9 52 0 0 0,6-21-118 0 0,6-36-166 0 0,1 0 1 0 0,-1 47-1 0 0,6-74-437 0 0,0 0 0 0 0,0 0 0 0 0,0 0 0 0 0,0 0 0 0 0,0 0 0 0 0,1 0 0 0 0,-1 0 0 0 0,0 0 0 0 0,1 0 1 0 0,-1 0-1 0 0,0 0 0 0 0,1-1 0 0 0,0 1 0 0 0,-1 0 0 0 0,1 0 0 0 0,-1 0 0 0 0,1 0 0 0 0,0-1 0 0 0,0 1 0 0 0,-1 0 0 0 0,1-1 0 0 0,0 1 0 0 0,0-1 0 0 0,0 1 0 0 0,0-1 0 0 0,0 1 0 0 0,0-1 0 0 0,0 1 0 0 0,0-1 0 0 0,-1 0 0 0 0,1 0 1 0 0,1 1-1 0 0,-1-1 0 0 0,0 0 0 0 0,0 0 0 0 0,0 0 0 0 0,0 0 0 0 0,0 0 0 0 0,0 0 0 0 0,0-1 0 0 0,0 1 0 0 0,0 0 0 0 0,1-1 0 0 0,40-11 97 0 0,-41 11-103 0 0,17-7 26 0 0,0-2 1 0 0,-1-1-1 0 0,19-13 0 0 0,-26 16-25 0 0,1 0-1 0 0,1 0 0 0 0,-1 1 0 0 0,1 1 1 0 0,0 0-1 0 0,1 0 0 0 0,-1 1 1 0 0,22-5-1 0 0,-26 10-9 0 0,-1 1 0 0 0,1-1 0 0 0,-1 1 0 0 0,1 0 0 0 0,-1 1 0 0 0,1 0 0 0 0,-1 0 0 0 0,0 0 0 0 0,1 1 0 0 0,-2 0 0 0 0,1 1 0 0 0,0 0 0 0 0,8 6 1 0 0,42 17-9 0 0,-42-22 20 0 0,1-1 0 0 0,0-1 0 0 0,0 0 0 0 0,1-1 0 0 0,-1-1 0 0 0,22-1 0 0 0,-35 0-5 0 0,0 0 0 0 0,0 0 0 0 0,0 0 0 0 0,-1-1 0 0 0,1 1 0 0 0,0-1 0 0 0,0 0-1 0 0,0 1 1 0 0,0-1 0 0 0,-1-1 0 0 0,1 1 0 0 0,0 0 0 0 0,-1-1 0 0 0,1 1 0 0 0,-1-1 0 0 0,0 1 0 0 0,1-1 0 0 0,-1 0-1 0 0,0 0 1 0 0,0 0 0 0 0,0-1 0 0 0,-1 1 0 0 0,1 0 0 0 0,0-1 0 0 0,-1 1 0 0 0,1-1 0 0 0,-1 0 0 0 0,0 1 0 0 0,0-1-1 0 0,0 0 1 0 0,0 0 0 0 0,-1 1 0 0 0,1-1 0 0 0,-1 0 0 0 0,1 0 0 0 0,-1 0 0 0 0,0 0 0 0 0,0 0 0 0 0,-1 0 0 0 0,1 0-1 0 0,0 0 1 0 0,-1 1 0 0 0,-1-5 0 0 0,-3-12 22 0 0,-1 1 0 0 0,-14-33 0 0 0,3 11-153 0 0,16 38-87 0 0,27 20-13229 0 0</inkml:trace>
</inkml:ink>
</file>

<file path=ppt/ink/ink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5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61 520 0 0,'-28'13'2796'0'0,"26"-12"-2658"0"0,0 1 0 0 0,0-1 1 0 0,0 0-1 0 0,0 1 1 0 0,0 0-1 0 0,0-1 1 0 0,0 1-1 0 0,1 0 0 0 0,-1 0 1 0 0,1 0-1 0 0,-1 0 1 0 0,1 0-1 0 0,0 0 0 0 0,-1 0 1 0 0,1 1-1 0 0,0-1 1 0 0,1 0-1 0 0,-1 1 1 0 0,0-1-1 0 0,1 1 0 0 0,-1-1 1 0 0,1 0-1 0 0,0 1 1 0 0,0-1-1 0 0,0 1 0 0 0,0-1 1 0 0,0 1-1 0 0,1-1 1 0 0,-1 1-1 0 0,1-1 0 0 0,-1 1 1 0 0,2 2-1 0 0,0-2-44 0 0,0 1-1 0 0,1 0 1 0 0,-1-1-1 0 0,1 1 1 0 0,-1-1-1 0 0,1 0 0 0 0,0 0 1 0 0,1 0-1 0 0,-1 0 1 0 0,0 0-1 0 0,1-1 1 0 0,0 1-1 0 0,-1-1 1 0 0,1 0-1 0 0,0 0 1 0 0,0-1-1 0 0,0 1 0 0 0,6 1 1 0 0,-8-3-46 0 0,0 1-1 0 0,0 0 1 0 0,1-1 0 0 0,-1 1 0 0 0,0-1 0 0 0,0 0-1 0 0,0 1 1 0 0,0-1 0 0 0,0 0 0 0 0,0 0-1 0 0,0 0 1 0 0,1-1 0 0 0,-1 1 0 0 0,0-1-1 0 0,0 1 1 0 0,0-1 0 0 0,0 1 0 0 0,0-1 0 0 0,0 0-1 0 0,0 0 1 0 0,-1 0 0 0 0,1 0 0 0 0,0-1-1 0 0,0 1 1 0 0,-1 0 0 0 0,1-1 0 0 0,-1 1 0 0 0,1-1-1 0 0,-1 1 1 0 0,1-1 0 0 0,-1 0 0 0 0,0 0-1 0 0,0 1 1 0 0,0-1 0 0 0,0 0 0 0 0,0 0-1 0 0,-1 0 1 0 0,1 0 0 0 0,0 0 0 0 0,-1 0 0 0 0,1-1-1 0 0,-1 1 1 0 0,0 0 0 0 0,0 0 0 0 0,0-3-1 0 0,-9-71 943 0 0,8 70-939 0 0,0 0 0 0 0,-1 0-1 0 0,0 0 1 0 0,0 0 0 0 0,0 0-1 0 0,-1 1 1 0 0,0-1-1 0 0,0 1 1 0 0,0-1 0 0 0,-6-5-1 0 0,9 10-429 0 0,-1 1 0 0 0,0-1 0 0 0,0 1 0 0 0,0-1 0 0 0,1 1 0 0 0,-1-1 0 0 0,0 1 0 0 0,0 0 0 0 0,0-1 0 0 0,0 1-1 0 0,0 0 1 0 0,0 0 0 0 0,0 0 0 0 0,0 0 0 0 0,0 0 0 0 0,0 0 0 0 0,0 0 0 0 0,1 0 0 0 0,-1 0 0 0 0,0 0 0 0 0,-2 1 0 0 0,2-1 601 0 0</inkml:trace>
</inkml:ink>
</file>

<file path=ppt/ink/ink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5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0 292 0 0,'6'6'489'0'0,"0"1"1"0"0,0-1-1 0 0,-1 1 1 0 0,0 0-1 0 0,0 1 0 0 0,-1-1 1 0 0,0 1-1 0 0,0 0 0 0 0,0 0 1 0 0,-1 0-1 0 0,2 11 1 0 0,2 27 1794 0 0,-7-44-1424 0 0,4 6 2246 0 0,12-26-2834 0 0,0 0 1 0 0,33-27-1 0 0,-41 39-647 0 0,1 1 0 0 0,-1-1 0 0 0,1 2 1 0 0,0-1-1 0 0,1 1 0 0 0,-1 0 0 0 0,1 1 1 0 0,-1 0-1 0 0,1 1 0 0 0,10-2 1 0 0,-11 3-269 0 0,8-2-3697 0 0,1 2 2017 0 0</inkml:trace>
</inkml:ink>
</file>

<file path=ppt/ink/ink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5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48 588 212 0 0,'1'1'157'0'0,"-1"-1"1"0"0,0 0-1 0 0,1 0 0 0 0,-1 1 1 0 0,1-1-1 0 0,-1 0 1 0 0,0 1-1 0 0,0-1 0 0 0,1 0 1 0 0,-1 1-1 0 0,0-1 0 0 0,1 0 1 0 0,-1 1-1 0 0,0-1 0 0 0,0 1 1 0 0,0-1-1 0 0,1 0 0 0 0,-1 1 1 0 0,0-1-1 0 0,0 1 0 0 0,0-1 1 0 0,0 1-1 0 0,0-1 1 0 0,0 0-1 0 0,0 1 0 0 0,0-1 1 0 0,0 1-1 0 0,0-1 0 0 0,0 1 1 0 0,0-1-1 0 0,0 1 0 0 0,0-1 1 0 0,-1 0-1 0 0,1 1 0 0 0,0-1 1 0 0,0 1-1 0 0,0-1 1 0 0,-1 1-1 0 0,1-1 0 0 0,0 0 1 0 0,0 1-1 0 0,-1-1 0 0 0,1 1 1 0 0,-20 34 949 0 0,-6 18-324 0 0,25-50-736 0 0,0 0 0 0 0,0 0 1 0 0,1 0-1 0 0,-1 0 0 0 0,1 1 0 0 0,0-1 0 0 0,-1 0 0 0 0,2 0 1 0 0,-1 0-1 0 0,0 0 0 0 0,1 0 0 0 0,-1 1 0 0 0,1-1 0 0 0,0 0 0 0 0,0 0 1 0 0,0 0-1 0 0,0-1 0 0 0,1 1 0 0 0,-1 0 0 0 0,1 0 0 0 0,0-1 0 0 0,-1 1 1 0 0,1-1-1 0 0,4 4 0 0 0,-4-4-20 0 0,1 0 0 0 0,0-1 0 0 0,0 1 0 0 0,0-1 0 0 0,0 0 0 0 0,0 0 0 0 0,0 0 0 0 0,1 0 0 0 0,-1-1 0 0 0,0 1 0 0 0,0-1 0 0 0,1 1 0 0 0,-1-1 0 0 0,0 0 0 0 0,0-1 0 0 0,1 1-1 0 0,-1-1 1 0 0,0 1 0 0 0,0-1 0 0 0,1 0 0 0 0,-1 0 0 0 0,0 0 0 0 0,5-3 0 0 0,8-5 78 0 0,0 0 0 0 0,0-1-1 0 0,-1-1 1 0 0,-1 0-1 0 0,0-1 1 0 0,0-1 0 0 0,-1 0-1 0 0,-1 0 1 0 0,0-2-1 0 0,-1 1 1 0 0,-1-1 0 0 0,11-21-1 0 0,6-15 115 0 0,-2-1-1 0 0,28-86 1 0 0,-49 127-191 0 0,10-31 265 0 0,15-66 0 0 0,-27 96-138 0 0,0 0 1 0 0,-1 0-1 0 0,0 0 1 0 0,-1 1-1 0 0,0-1 1 0 0,0 0-1 0 0,-2 0 1 0 0,1 0-1 0 0,-2 0 1 0 0,-6-21-1 0 0,8 30-105 0 0,0 1 1 0 0,1 0-1 0 0,-1 0 0 0 0,0-1 1 0 0,-1 1-1 0 0,1 0 0 0 0,0 0 1 0 0,-1 0-1 0 0,1 0 0 0 0,-1 0 0 0 0,1 1 1 0 0,-1-1-1 0 0,0 0 0 0 0,0 1 1 0 0,0-1-1 0 0,0 1 0 0 0,0 0 1 0 0,0-1-1 0 0,0 1 0 0 0,-1 0 1 0 0,-2-1-1 0 0,3 2-17 0 0,-1 0 0 0 0,0 0 1 0 0,1 0-1 0 0,-1 1 0 0 0,1-1 0 0 0,-1 0 1 0 0,1 1-1 0 0,-1 0 0 0 0,1 0 1 0 0,-1-1-1 0 0,1 2 0 0 0,-1-1 0 0 0,1 0 1 0 0,0 0-1 0 0,0 1 0 0 0,-4 2 1 0 0,-1 2 14 0 0,-1 1 0 0 0,1 1 0 0 0,0-1 0 0 0,1 1 0 0 0,-1 0 1 0 0,2 0-1 0 0,-1 1 0 0 0,1 0 0 0 0,-4 11 0 0 0,4-9-25 0 0,1 1 0 0 0,1 0 0 0 0,0 0 0 0 0,1 1 0 0 0,0-1 0 0 0,0 1 0 0 0,2-1 0 0 0,-1 1-1 0 0,2-1 1 0 0,0 1 0 0 0,0-1 0 0 0,1 1 0 0 0,1-1 0 0 0,0 0 0 0 0,0 0 0 0 0,1 0 0 0 0,1-1 0 0 0,10 19 0 0 0,7 7 23 0 0,2-2 0 0 0,2-1 0 0 0,0-1 1 0 0,36 33-1 0 0,-54-58-37 0 0,17 22 5 0 0,32 46 1 0 0,-56-75-11 0 0,-1 0-1 0 0,1 0 1 0 0,0 0 0 0 0,-1 0-1 0 0,1 0 1 0 0,-1 0 0 0 0,1 0-1 0 0,-1 1 1 0 0,0-1 0 0 0,1 0-1 0 0,-1 0 1 0 0,0 0 0 0 0,0 0-1 0 0,0 1 1 0 0,0-1 0 0 0,0 0-1 0 0,0 0 1 0 0,0 0 0 0 0,0 0 0 0 0,0 1-1 0 0,-1-1 1 0 0,1 0 0 0 0,0 0-1 0 0,-1 0 1 0 0,1 0 0 0 0,-1 0-1 0 0,1 0 1 0 0,-1 0 0 0 0,0 0-1 0 0,1 0 1 0 0,-1 0 0 0 0,0 0-1 0 0,0 0 1 0 0,0 0 0 0 0,1-1-1 0 0,-1 1 1 0 0,0 0 0 0 0,0 0-1 0 0,0-1 1 0 0,0 1 0 0 0,0-1-1 0 0,0 1 1 0 0,-1-1 0 0 0,1 1-1 0 0,0-1 1 0 0,0 0 0 0 0,-2 1-1 0 0,-2 0-269 0 0,-1 1 0 0 0,1-1-1 0 0,0 0 1 0 0,-1 0 0 0 0,1 0-1 0 0,0-1 1 0 0,-1 0-1 0 0,-10-1 1 0 0,13 0-138 0 0,-11-4-1948 0 0,6 3-4063 0 0</inkml:trace>
</inkml:ink>
</file>

<file path=ppt/ink/ink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6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16 696 0 0,'0'0'1035'0'0,"-3"-2"-21"0"0,-9-11 2791 0 0,9 16-2942 0 0,-7 8-267 0 0,1 0-1 0 0,0 1 1 0 0,1 0 0 0 0,0 0-1 0 0,1 1 1 0 0,1 0-1 0 0,0 0 1 0 0,1 0-1 0 0,-6 22 1 0 0,-18 40 762 0 0,28-73-1280 0 0,1 9 547 0 0,0-2-2841 0 0</inkml:trace>
</inkml:ink>
</file>

<file path=ppt/ink/ink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7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94 432 0 0,'35'-87'6537'0'0,"-35"86"-6547"0"0,1 1 0 0 0,-1-1 0 0 0,1 1 1 0 0,0-1-1 0 0,-1 1 0 0 0,1 0 0 0 0,0-1 1 0 0,-1 1-1 0 0,1-1 0 0 0,0 1 0 0 0,-1 0 1 0 0,1 0-1 0 0,0-1 0 0 0,0 1 0 0 0,-1 0 1 0 0,1 0-1 0 0,0 0 0 0 0,0 0 0 0 0,0 0 1 0 0,-1 0-1 0 0,1 0 0 0 0,0 0 0 0 0,0 0 1 0 0,-1 0-1 0 0,1 0 0 0 0,1 1 0 0 0,16 4-3436 0 0,-16-4 1611 0 0</inkml:trace>
</inkml:ink>
</file>

<file path=ppt/ink/ink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7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28 552 0 0,'8'32'3881'0'0,"-3"-32"-3691"0"0,0 0 1 0 0,0 0-1 0 0,0 0 1 0 0,0-1-1 0 0,1 1 1 0 0,-1-1-1 0 0,0 0 0 0 0,0-1 1 0 0,0 1-1 0 0,-1-1 1 0 0,1 0-1 0 0,8-5 0 0 0,4 0 229 0 0,11-5 408 0 0,-20 8-413 0 0,1 0 0 0 0,-1 1 0 0 0,1 0 0 0 0,0 0 0 0 0,0 1 0 0 0,0 0 0 0 0,14-1 0 0 0,-21 4-368 0 0,-1-1 0 0 0,1 1 0 0 0,-1 0 0 0 0,0 0 0 0 0,1-1 0 0 0,-1 1 0 0 0,0 0 0 0 0,1 0 0 0 0,-1 0 0 0 0,0 0 0 0 0,0 1 0 0 0,0-1 0 0 0,0 0 1 0 0,0 0-1 0 0,0 1 0 0 0,0-1 0 0 0,-1 0 0 0 0,1 1 0 0 0,0-1 0 0 0,-1 1 0 0 0,1-1 0 0 0,0 3 0 0 0,13 44 58 0 0,-11-36-647 0 0,15 21-6389 0 0,-11-22 4030 0 0</inkml:trace>
</inkml:ink>
</file>

<file path=ppt/ink/ink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8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511 69 172 0 0,'-38'-51'7472'0'0,"37"50"-7085"0"0,-35-14 2326 0 0,28 14-2454 0 0,-1 1-1 0 0,0-1 1 0 0,0 2 0 0 0,-11 0-1 0 0,18 0-149 0 0,-3-2 51 0 0,0 1 1 0 0,0 0-1 0 0,0 1 0 0 0,0-1 1 0 0,0 1-1 0 0,0 0 0 0 0,1 0 1 0 0,-1 1-1 0 0,0-1 1 0 0,0 1-1 0 0,1 0 0 0 0,-6 3 1 0 0,-8 3-101 0 0,-13 5 288 0 0,0 2 1 0 0,1 1-1 0 0,1 1 1 0 0,0 2-1 0 0,-29 25 1 0 0,48-37-263 0 0,1 1 0 0 0,0 0 1 0 0,1 1-1 0 0,0 0 1 0 0,0 0-1 0 0,1 1 1 0 0,-11 17-1 0 0,17-24-67 0 0,0-1-1 0 0,0 1 1 0 0,0-1-1 0 0,0 1 0 0 0,0 0 1 0 0,1-1-1 0 0,-1 1 1 0 0,1 0-1 0 0,0-1 1 0 0,-1 1-1 0 0,1 0 1 0 0,1-1-1 0 0,-1 1 0 0 0,0 0 1 0 0,1 0-1 0 0,0 2 1 0 0,1-2-7 0 0,-1 0-1 0 0,1 0 1 0 0,0-1 0 0 0,-1 1 0 0 0,1-1 0 0 0,1 1 0 0 0,-1-1 0 0 0,0 0 0 0 0,0 0-1 0 0,1 0 1 0 0,0 0 0 0 0,-1 0 0 0 0,1 0 0 0 0,0-1 0 0 0,-1 0 0 0 0,1 1-1 0 0,4 0 1 0 0,6 2 2 0 0,-1 0-1 0 0,0-1 0 0 0,1-1 0 0 0,0 0 0 0 0,0 0 1 0 0,0-2-1 0 0,-1 1 0 0 0,1-2 0 0 0,0 0 1 0 0,0 0-1 0 0,0-1 0 0 0,-1-1 0 0 0,1 0 0 0 0,-1 0 1 0 0,13-7-1 0 0,-4 2 11 0 0,-1-1 0 0 0,0-2 1 0 0,-1 0-1 0 0,0-1 0 0 0,-1-1 0 0 0,0 0 0 0 0,30-31 1 0 0,15-16 577 0 0,-62 59-370 0 0,23 26-112 0 0,-8-5-180 0 0,1-1-1 0 0,0 0 1 0 0,2-1 0 0 0,0-1 0 0 0,43 28 0 0 0,27 8-2980 0 0,3-10-5048 0 0,-55-29 3885 0 0</inkml:trace>
</inkml:ink>
</file>

<file path=ppt/ink/ink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25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11 148 476 0 0,'0'0'4866'0'0,"-2"-5"-4244"0"0,-5-15-51 0 0,6 15 495 0 0,16-37 1901 0 0,-1 32-2794 0 0,0 1 0 0 0,1 0 0 0 0,-1 2 0 0 0,2-1 0 0 0,-1 2 0 0 0,1 0 0 0 0,0 1 0 0 0,0 1 0 0 0,1 0 0 0 0,-1 1 0 0 0,1 1 0 0 0,0 0 0 0 0,0 1 0 0 0,25 3 0 0 0,-37-2-164 0 0,0 1-1 0 0,-1 0 1 0 0,1 0 0 0 0,0 0-1 0 0,-1 0 1 0 0,1 1-1 0 0,-1 0 1 0 0,0 0 0 0 0,0 0-1 0 0,0 0 1 0 0,0 1-1 0 0,0 0 1 0 0,0 0 0 0 0,0 0-1 0 0,-1 0 1 0 0,0 0-1 0 0,1 1 1 0 0,-1-1 0 0 0,0 1-1 0 0,-1 0 1 0 0,1 0-1 0 0,-1 0 1 0 0,0 0 0 0 0,0 1-1 0 0,0-1 1 0 0,0 0-1 0 0,-1 1 1 0 0,0-1 0 0 0,0 1-1 0 0,0 0 1 0 0,0-1-1 0 0,-1 1 1 0 0,0 0 0 0 0,0 0-1 0 0,-1 6 1 0 0,1-2-2 0 0,-2 1-1 0 0,0 0 1 0 0,0 0 0 0 0,0-1 0 0 0,-1 1-1 0 0,-1-1 1 0 0,0 0 0 0 0,0 1 0 0 0,0-2 0 0 0,-1 1-1 0 0,-1-1 1 0 0,0 0 0 0 0,0 0 0 0 0,0 0-1 0 0,-15 13 1 0 0,18-18 2 0 0,1-1 0 0 0,-1 1-1 0 0,0-1 1 0 0,0 1 0 0 0,0-1 0 0 0,0 0-1 0 0,-1 0 1 0 0,1-1 0 0 0,0 1 0 0 0,-1-1-1 0 0,1 1 1 0 0,-1-1 0 0 0,0 0 0 0 0,1 0-1 0 0,-1-1 1 0 0,0 1 0 0 0,-6-1 0 0 0,8 0 5 0 0,-11-24 67 0 0,14 15-81 0 0,1-1 1 0 0,0 1 0 0 0,0-1-1 0 0,1 1 1 0 0,1 0-1 0 0,-1 0 1 0 0,1 0-1 0 0,1 1 1 0 0,0 0-1 0 0,0-1 1 0 0,0 1 0 0 0,1 1-1 0 0,1-1 1 0 0,-1 1-1 0 0,1 0 1 0 0,10-7-1 0 0,-11 8-5 0 0,0 1 0 0 0,0 0 0 0 0,0 0-1 0 0,1 1 1 0 0,0 0 0 0 0,0 0 0 0 0,0 0-1 0 0,0 1 1 0 0,0 0 0 0 0,1 1 0 0 0,0-1-1 0 0,-1 1 1 0 0,1 1 0 0 0,0 0 0 0 0,0 0-1 0 0,0 0 1 0 0,0 1 0 0 0,0 0 0 0 0,0 1-1 0 0,14 2 1 0 0,-17-2 2 0 0,-1 1 0 0 0,1 0 0 0 0,-1 0-1 0 0,1 0 1 0 0,-1 1 0 0 0,0 0 0 0 0,0-1-1 0 0,0 2 1 0 0,0-1 0 0 0,-1 0 0 0 0,1 1-1 0 0,-1-1 1 0 0,0 1 0 0 0,0 0 0 0 0,0 0 0 0 0,0 0-1 0 0,-1 1 1 0 0,1-1 0 0 0,-1 1 0 0 0,-1-1-1 0 0,1 1 1 0 0,0 0 0 0 0,-1-1 0 0 0,0 1-1 0 0,0 8 1 0 0,0-4 5 0 0,0 0 1 0 0,-1 1-1 0 0,-1-1 0 0 0,0 0 1 0 0,0 1-1 0 0,0-1 0 0 0,-1 0 0 0 0,-1 0 1 0 0,0 0-1 0 0,0 0 0 0 0,-1-1 0 0 0,-5 11 1 0 0,8-18-2 0 0,1-1 0 0 0,0 0 0 0 0,0 0 0 0 0,0 0 0 0 0,-1 0 0 0 0,1 0 0 0 0,0 0 0 0 0,0 0 0 0 0,0 0-1 0 0,0 0 1 0 0,-1 0 0 0 0,1 0 0 0 0,0 0 0 0 0,0 0 0 0 0,0 0 0 0 0,0 0 0 0 0,-1 0 0 0 0,1 0 0 0 0,0 0 0 0 0,0 0 0 0 0,0-1 0 0 0,0 1 0 0 0,-1 0 0 0 0,1 0 0 0 0,0 0 0 0 0,0 0 0 0 0,0 0 0 0 0,0 0 0 0 0,0-1-1 0 0,0 1 1 0 0,0 0 0 0 0,0 0 0 0 0,-1 0 0 0 0,1 0 0 0 0,0-1 0 0 0,0 1 0 0 0,0 0 0 0 0,0 0 0 0 0,0 0 0 0 0,0 0 0 0 0,0-1 0 0 0,0 1 0 0 0,0 0 0 0 0,0 0 0 0 0,0 0 0 0 0,0-1 0 0 0,0 1 0 0 0,0 0 0 0 0,0 0-1 0 0,0 0 1 0 0,1 0 0 0 0,-1-1 0 0 0,0 1 0 0 0,0 0 0 0 0,0 0 0 0 0,0 0 0 0 0,0 0 0 0 0,0-1 0 0 0,0 1 0 0 0,0 0 0 0 0,1 0 0 0 0,-1 0 0 0 0,0 0 0 0 0,0 0 0 0 0,0 0 0 0 0,14-24 1 0 0,27-26-43 0 0,-35 43 34 0 0,1-1 0 0 0,1 2 0 0 0,-1-1 0 0 0,1 1 0 0 0,0 0 0 0 0,0 0 0 0 0,1 1 0 0 0,0 0 0 0 0,0 1 0 0 0,0 0 0 0 0,0 1 0 0 0,0-1 0 0 0,12-1 0 0 0,-18 5 5 0 0,-1 0 0 0 0,1 0 0 0 0,0 1-1 0 0,-1-1 1 0 0,1 1 0 0 0,-1 0 0 0 0,1-1 0 0 0,-1 1 0 0 0,1 0-1 0 0,-1 1 1 0 0,0-1 0 0 0,1 0 0 0 0,-1 1 0 0 0,0-1-1 0 0,0 1 1 0 0,0-1 0 0 0,0 1 0 0 0,0 0 0 0 0,-1 0-1 0 0,1 0 1 0 0,0 0 0 0 0,-1 0 0 0 0,3 5 0 0 0,1 2-3 0 0,-1-1 0 0 0,0 1-1 0 0,0 0 1 0 0,4 16 0 0 0,-6-16-6 0 0,3 10 7 0 0,0 3 29 0 0,-5 26-195 0 0,0-46 61 0 0,0 0 0 0 0,0 0-1 0 0,0 0 1 0 0,0-1 0 0 0,0 1-1 0 0,1 0 1 0 0,-1 0 0 0 0,0 0-1 0 0,1-1 1 0 0,-1 1 0 0 0,1 0-1 0 0,0-1 1 0 0,0 1 0 0 0,1 2-1 0 0,-1-3-302 0 0,0 0 0 0 0,0 0 0 0 0,-1 0-1 0 0,1 0 1 0 0,0-1 0 0 0,0 1 0 0 0,0 0-1 0 0,0-1 1 0 0,0 1 0 0 0,0 0 0 0 0,0-1-1 0 0,1 1 1 0 0,-1-1 0 0 0,0 0 0 0 0,0 1-1 0 0,2-1 1 0 0,9 1-2243 0 0</inkml:trace>
</inkml:ink>
</file>

<file path=ppt/ink/ink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25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1 608 0 0,'0'0'739'0'0,"-4"0"-15"0"0,0 2-538 0 0,0-1 1 0 0,0 1 0 0 0,1-1-1 0 0,-1 1 1 0 0,0 0-1 0 0,1 1 1 0 0,0-1 0 0 0,-1 1-1 0 0,1-1 1 0 0,0 1-1 0 0,0 0 1 0 0,1 0-1 0 0,-1 0 1 0 0,1 0 0 0 0,-1 1-1 0 0,1-1 1 0 0,0 1-1 0 0,0-1 1 0 0,-1 5 0 0 0,0-1-4 0 0,0 0 1 0 0,1 1-1 0 0,0-1 1 0 0,0 1-1 0 0,1-1 1 0 0,0 1-1 0 0,0 0 1 0 0,0-1 0 0 0,2 16-1 0 0,-1-21-149 0 0,0 1 1 0 0,0-1-1 0 0,0 1 0 0 0,1-1 1 0 0,-1 1-1 0 0,1-1 0 0 0,-1 0 0 0 0,1 1 1 0 0,0-1-1 0 0,0 0 0 0 0,0 1 0 0 0,0-1 1 0 0,1 0-1 0 0,-1 0 0 0 0,0 0 0 0 0,1 0 1 0 0,-1 0-1 0 0,1 0 0 0 0,0-1 0 0 0,0 1 1 0 0,0 0-1 0 0,0-1 0 0 0,0 1 1 0 0,0-1-1 0 0,0 0 0 0 0,0 0 0 0 0,0 0 1 0 0,1 0-1 0 0,-1 0 0 0 0,0 0 0 0 0,1-1 1 0 0,-1 1-1 0 0,1-1 0 0 0,3 1 0 0 0,0-2 56 0 0,-1 0 0 0 0,1 0-1 0 0,-1 0 1 0 0,0 0-1 0 0,0-1 1 0 0,0 0-1 0 0,0 0 1 0 0,0-1 0 0 0,0 1-1 0 0,0-1 1 0 0,-1 0-1 0 0,1 0 1 0 0,-1-1-1 0 0,0 1 1 0 0,0-1-1 0 0,0 0 1 0 0,-1 0 0 0 0,1-1-1 0 0,-1 1 1 0 0,0 0-1 0 0,0-1 1 0 0,0 0-1 0 0,-1 0 1 0 0,0 0 0 0 0,0 0-1 0 0,0 0 1 0 0,-1 0-1 0 0,1-1 1 0 0,-1 1-1 0 0,0 0 1 0 0,-1-1 0 0 0,1 1-1 0 0,-1-1 1 0 0,0 1-1 0 0,-1-6 1 0 0,-13-21 266 0 0,2 21 67 0 0,-9 3-116 0 0,17 8-484 0 0,1 0 1 0 0,0 0-1 0 0,0 1 0 0 0,0-1 0 0 0,0 0 1 0 0,0 1-1 0 0,0 0 0 0 0,-6 2 0 0 0,-23 17-5719 0 0,23-11 2711 0 0</inkml:trace>
</inkml:ink>
</file>

<file path=ppt/ink/ink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27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80 340 0 0,'22'-24'7937'0'0,"-21"24"-7886"0"0,1 0-1 0 0,-1 0 1 0 0,0 0 0 0 0,1 1 0 0 0,-1-1-1 0 0,0 0 1 0 0,1 1 0 0 0,-1-1 0 0 0,0 1 0 0 0,0-1-1 0 0,0 1 1 0 0,1-1 0 0 0,-1 1 0 0 0,0 0 0 0 0,0 0-1 0 0,0 0 1 0 0,0 0 0 0 0,0-1 0 0 0,0 1-1 0 0,0 1 1 0 0,-1-1 0 0 0,1 0 0 0 0,0 0 0 0 0,0 1-1 0 0,1 2 24 0 0,0 0 0 0 0,-1 0 0 0 0,0 0 0 0 0,0 1 0 0 0,0-1 0 0 0,0 0 0 0 0,0 8 0 0 0,-1 8 73 0 0,-1 1 0 0 0,-4 28 0 0 0,4-43-80 0 0,0-1-39 0 0,0-1 0 0 0,0 1-1 0 0,-1-1 1 0 0,1 0 0 0 0,-1 1-1 0 0,0-1 1 0 0,0 0-1 0 0,0 0 1 0 0,-1 0 0 0 0,0-1-1 0 0,1 1 1 0 0,-7 5 0 0 0,8-8 21 0 0,-1 1 79 0 0,2-2-120 0 0,0 0 1 0 0,0 0-1 0 0,0 0 1 0 0,0 0-1 0 0,0 0 0 0 0,0 0 1 0 0,0 0-1 0 0,0 1 1 0 0,0-1-1 0 0,0 0 1 0 0,0 0-1 0 0,0 0 0 0 0,0 0 1 0 0,0 0-1 0 0,0 0 1 0 0,-1 0-1 0 0,1 1 1 0 0,0-1-1 0 0,0 0 0 0 0,0 0 1 0 0,0 0-1 0 0,0 0 1 0 0,0 0-1 0 0,0 0 0 0 0,0 0 1 0 0,-1 0-1 0 0,1 0 1 0 0,0 0-1 0 0,0 0 1 0 0,0 0-1 0 0,0 0 0 0 0,0 0 1 0 0,0 0-1 0 0,-1 0 1 0 0,1 0-1 0 0,0 0 1 0 0,0 0-1 0 0,0 0 0 0 0,0 0 1 0 0,0 0-1 0 0,0 0 1 0 0,-1 0-1 0 0,1 0 0 0 0,0 0 1 0 0,0 0-1 0 0,0 0 1 0 0,0 0-1 0 0,0 0 1 0 0,0 0-1 0 0,0 0 0 0 0,-1 0 1 0 0,1-1-1 0 0,0 1 1 0 0,0 0-1 0 0,0 0 0 0 0,0 0 1 0 0,0 0-1 0 0,0 0 1 0 0,0 0-1 0 0,0 0 1 0 0,0 0-1 0 0,0-1 0 0 0,0 1 1 0 0,0 0-1 0 0,0 0 1 0 0,0 0-1 0 0,0-7 7 0 0,0 1 0 0 0,1-1 0 0 0,0 1 0 0 0,0-1 0 0 0,1 1 0 0 0,0-1 0 0 0,0 1 0 0 0,0 0 0 0 0,1 0-1 0 0,0 0 1 0 0,7-10 0 0 0,-3 6-5 0 0,0 0 1 0 0,1 0-1 0 0,0 0 0 0 0,1 1 0 0 0,0 1 0 0 0,15-12 0 0 0,-23 19-11 0 0,1-1 0 0 0,-1 1 0 0 0,1 0 0 0 0,-1-1 0 0 0,1 1 0 0 0,0 0 0 0 0,0 0 0 0 0,0 0 0 0 0,0 1 0 0 0,0-1 0 0 0,0 0 0 0 0,0 1 0 0 0,0-1 0 0 0,0 1 0 0 0,0 0 0 0 0,0-1 0 0 0,0 1 0 0 0,0 0 0 0 0,0 0 0 0 0,0 1 0 0 0,0-1 0 0 0,0 0 1 0 0,0 1-1 0 0,2 0 0 0 0,1 2-1 0 0,-2-1 1 0 0,1 2 0 0 0,0-1-1 0 0,-1 0 1 0 0,1 1 0 0 0,-1-1-1 0 0,0 1 1 0 0,4 7 0 0 0,-2-4 8 0 0,0-1-4 0 0,-1 0 0 0 0,1-1-1 0 0,0 0 1 0 0,1 1 0 0 0,-1-2-1 0 0,1 1 1 0 0,0-1-1 0 0,0 0 1 0 0,1 0 0 0 0,-1 0-1 0 0,1-1 1 0 0,0 0 0 0 0,-1-1-1 0 0,2 1 1 0 0,-1-1 0 0 0,0 0-1 0 0,0-1 1 0 0,0 0-1 0 0,1 0 1 0 0,-1-1 0 0 0,1 0-1 0 0,-1 0 1 0 0,0 0 0 0 0,10-3-1 0 0,-8 1 1 0 0,0 0 1 0 0,0-1-1 0 0,-1 0 0 0 0,1 0 0 0 0,-1-1 0 0 0,0 0 0 0 0,0-1 0 0 0,0 1 1 0 0,-1-2-1 0 0,1 1 0 0 0,-1-1 0 0 0,0 0 0 0 0,-1 0 0 0 0,0-1 0 0 0,0 0 1 0 0,0 0-1 0 0,-1-1 0 0 0,0 1 0 0 0,5-12 0 0 0,-7 11-8 0 0,-1-1 0 0 0,-1 1 0 0 0,0-1-1 0 0,1-14 1 0 0,-3 21-3 0 0,-4-4-9 0 0,5 6 16 0 0,0-1 0 0 0,0 1 0 0 0,0-1 0 0 0,-1 1 0 0 0,1-1 0 0 0,0 1 1 0 0,0-1-1 0 0,-1 1 0 0 0,1-1 0 0 0,0 1 0 0 0,-1-1 0 0 0,1 1 0 0 0,-1-1 0 0 0,1 1 0 0 0,-1 0 0 0 0,1-1 0 0 0,-1 1 1 0 0,1 0-1 0 0,-1-1 0 0 0,1 1 0 0 0,-1 0 0 0 0,1 0 0 0 0,-1 0 0 0 0,1-1 0 0 0,-1 1 0 0 0,1 0 0 0 0,-1 0 0 0 0,1 0 0 0 0,-1 0 1 0 0,0 0-1 0 0,1 0 0 0 0,-1 0 0 0 0,1 0 0 0 0,-1 0 0 0 0,0 1 0 0 0,-4 0 0 0 0,1 0 1 0 0,0 1-1 0 0,0-1 0 0 0,0 1 0 0 0,1 0 0 0 0,-1 0 1 0 0,0 1-1 0 0,1-1 0 0 0,-1 1 0 0 0,1 0 0 0 0,0 0 1 0 0,0 0-1 0 0,0 0 0 0 0,0 0 0 0 0,1 1 1 0 0,-1 0-1 0 0,1-1 0 0 0,0 1 0 0 0,0 0 0 0 0,0 0 1 0 0,0 0-1 0 0,-1 7 0 0 0,2-8 1 0 0,0 0 0 0 0,0 1 0 0 0,0-1 0 0 0,0 1 0 0 0,0-1 0 0 0,1 1 0 0 0,0-1 0 0 0,0 1 0 0 0,0-1 1 0 0,0 1-1 0 0,0-1 0 0 0,1 1 0 0 0,-1-1 0 0 0,1 0 0 0 0,0 1 0 0 0,0-1 0 0 0,0 1 0 0 0,1-1 0 0 0,-1 0 0 0 0,1 0 0 0 0,0 0 0 0 0,0 0 0 0 0,0 0 0 0 0,0 0 0 0 0,0-1 0 0 0,1 1 0 0 0,-1-1 0 0 0,1 1 0 0 0,0-1 0 0 0,-1 0 0 0 0,1 0 1 0 0,0 0-1 0 0,0 0 0 0 0,0-1 0 0 0,5 2 0 0 0,-2 0-8 0 0,1-1 1 0 0,0 0-1 0 0,0 0 1 0 0,0-1 0 0 0,0 0-1 0 0,0 0 1 0 0,0-1 0 0 0,0 0-1 0 0,1 0 1 0 0,-1-1-1 0 0,0 1 1 0 0,0-2 0 0 0,0 1-1 0 0,0-1 1 0 0,8-3-1 0 0,7-6 15 0 0,-1-2 0 0 0,0 0 0 0 0,-1-1 0 0 0,-1-2 0 0 0,0 0 0 0 0,-1 0 0 0 0,24-30 0 0 0,-36 40 9 0 0,19-24 789 0 0,-24 28-559 0 0,16-16 1503 0 0,-32 53-1742 0 0,14-32-3 0 0,1-1 2 0 0,2 9 12 0 0,-2-6 19 0 0,0 5-40 0 0,0-6 6 0 0,0-1 0 0 0,0 1 0 0 0,1-1-1 0 0,0 1 1 0 0,-1-1 0 0 0,1 1-1 0 0,1-1 1 0 0,-1 0 0 0 0,0 1 0 0 0,1-1-1 0 0,-1 0 1 0 0,1 0 0 0 0,0 0-1 0 0,0 0 1 0 0,1 0 0 0 0,-1 0 0 0 0,0-1-1 0 0,1 1 1 0 0,0-1 0 0 0,-1 0 0 0 0,1 0-1 0 0,0 0 1 0 0,0 0 0 0 0,0 0-1 0 0,0 0 1 0 0,1-1 0 0 0,-1 1 0 0 0,0-1-1 0 0,1 0 1 0 0,-1 0 0 0 0,1-1-1 0 0,6 2 1 0 0,-3-2 2 0 0,-1 1 1 0 0,1-1-1 0 0,0 0 0 0 0,0 0 0 0 0,-1-1 0 0 0,1 0 1 0 0,0 0-1 0 0,-1-1 0 0 0,1 1 0 0 0,-1-2 0 0 0,1 1 1 0 0,-1-1-1 0 0,0 0 0 0 0,0 0 0 0 0,0 0 0 0 0,-1-1 1 0 0,1 0-1 0 0,6-5 0 0 0,40-40-41 0 0,-52 49 34 0 0,0-1 0 0 0,1 1-1 0 0,-1 0 1 0 0,0-1 0 0 0,1 1 0 0 0,-1 0 0 0 0,0 0-1 0 0,1-1 1 0 0,-1 1 0 0 0,0 0 0 0 0,1 0 0 0 0,-1-1-1 0 0,1 1 1 0 0,-1 0 0 0 0,0 0 0 0 0,1 0 0 0 0,-1 0-1 0 0,1 0 1 0 0,-1 0 0 0 0,1 0 0 0 0,-1 0 0 0 0,0 0-1 0 0,1 0 1 0 0,-1 0 0 0 0,1 0 0 0 0,-1 0 0 0 0,1 0-1 0 0,-1 0 1 0 0,1 0 0 0 0,-1 0 0 0 0,0 0 0 0 0,1 1-1 0 0,-1-1 1 0 0,1 0 0 0 0,-1 0 0 0 0,0 0 0 0 0,1 1-1 0 0,8 18-18 0 0,-5 22 31 0 0,-7-7-21 0 0,-1 0 0 0 0,-2-1-1 0 0,-1 1 1 0 0,-1-1 0 0 0,-2 0 0 0 0,-25 53 0 0 0,-107 177 584 0 0,113-215-220 0 0,7-18 2132 0 0,21-30-2442 0 0,1 0 0 0 0,0 0 0 0 0,0 0 0 0 0,0 0 0 0 0,0 0 0 0 0,0 0 0 0 0,0 0 1 0 0,0 0-1 0 0,0 0 0 0 0,0 0 0 0 0,0 0 0 0 0,0 0 0 0 0,0 0 0 0 0,0 0 0 0 0,0 0 0 0 0,0 0 0 0 0,0 0 0 0 0,-1 0 0 0 0,1 0 0 0 0,0 0 0 0 0,0 0 0 0 0,0 0 0 0 0,0 0 0 0 0,9-17 334 0 0,12-17-36 0 0,2 1 0 0 0,43-47 0 0 0,-9 11-763 0 0,7-8-925 0 0,45-63-5227 0 0,-86 107 1919 0 0,0 3 358 0 0</inkml:trace>
</inkml:ink>
</file>

<file path=ppt/ink/ink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1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37 520 0 0,'-5'-30'4840'0'0,"5"29"-4747"0"0,0 1 1 0 0,0 0-1 0 0,0-1 0 0 0,0 1 1 0 0,0 0-1 0 0,0-1 0 0 0,1 1 1 0 0,-1 0-1 0 0,0-1 0 0 0,0 1 1 0 0,0 0-1 0 0,1 0 1 0 0,-1-1-1 0 0,0 1 0 0 0,0 0 1 0 0,1 0-1 0 0,-1-1 0 0 0,0 1 1 0 0,1 0-1 0 0,-1 0 0 0 0,0 0 1 0 0,1 0-1 0 0,-1-1 0 0 0,0 1 1 0 0,1 0-1 0 0,-1 0 0 0 0,0 0 1 0 0,1 0-1 0 0,-1 0 0 0 0,0 0 1 0 0,1 0-1 0 0,-1 0 0 0 0,0 0 1 0 0,1 0-1 0 0,-1 0 0 0 0,0 0 1 0 0,1 0-1 0 0,-1 0 0 0 0,0 1 1 0 0,1-1-1 0 0,5 3 140 0 0,-1-1 0 0 0,0 2 0 0 0,0-1 0 0 0,0 0 0 0 0,0 1 0 0 0,-1 0 0 0 0,1 0 0 0 0,5 7 0 0 0,6 10 81 0 0,0-1-1 0 0,-1 2 0 0 0,-1 0 0 0 0,-1 1 0 0 0,14 36 0 0 0,-9-16-10 0 0,-3 0-1 0 0,12 54 1 0 0,-13-11 72 0 0,-11-57-277 0 0,-2-1 0 0 0,-1 0 0 0 0,-1 1 1 0 0,-1-1-1 0 0,-1 0 0 0 0,-2 0 0 0 0,-1 0 0 0 0,-1-1 1 0 0,-1 0-1 0 0,-15 33 0 0 0,8-30-2 0 0,-2-1 1 0 0,-1 0-1 0 0,-1-1 0 0 0,-39 43 0 0 0,35-46-66 0 0,-1-2 0 0 0,-1-1 1 0 0,-1 0-1 0 0,-1-2 0 0 0,0-1 0 0 0,-2-2 0 0 0,0 0 1 0 0,-39 14-1 0 0,25-20-2220 0 0,41-11 882 0 0,-1-2-1081 0 0,-10-4-1546 0 0</inkml:trace>
</inkml:ink>
</file>

<file path=ppt/ink/ink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3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56 64 0 0,'-12'-51'5655'0'0,"12"49"-5629"0"0,-1-1 93 0 0</inkml:trace>
</inkml:ink>
</file>

<file path=ppt/ink/ink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4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580 925 484 0 0,'0'0'933'0'0,"-4"-1"-27"0"0,-13-5-258 0 0,0-1-1 0 0,1 0 1 0 0,0-1 0 0 0,0-1 0 0 0,0 0 0 0 0,1-1-1 0 0,1-1 1 0 0,0 0 0 0 0,0-1 0 0 0,-15-18-1 0 0,7 7-146 0 0,2-1 0 0 0,1-1 0 0 0,1-1 0 0 0,1-1 0 0 0,-16-35 0 0 0,25 43-344 0 0,0-1 0 0 0,2 1 1 0 0,1-1-1 0 0,0 0 0 0 0,1-1 1 0 0,2 1-1 0 0,0-1 0 0 0,1 1 0 0 0,1-1 1 0 0,0 0-1 0 0,2 1 0 0 0,5-26 0 0 0,0 16-30 0 0,0 0-1 0 0,2 0 0 0 0,2 1 0 0 0,0 1 0 0 0,2 0 0 0 0,1 0 0 0 0,27-38 0 0 0,-36 59-97 0 0,0 1 0 0 0,0 0 0 0 0,0 1 0 0 0,1-1 0 0 0,10-7 1 0 0,-14 11-22 0 0,1 1 1 0 0,0-1 0 0 0,-1 0 0 0 0,1 0-1 0 0,0 1 1 0 0,0 0 0 0 0,0 0 0 0 0,0 0 0 0 0,0 0-1 0 0,1 0 1 0 0,-1 0 0 0 0,0 1 0 0 0,0-1 0 0 0,1 1-1 0 0,2 0 1 0 0,-4 1-7 0 0,-1-1 0 0 0,0 1 0 0 0,1-1 0 0 0,-1 1 0 0 0,0-1 0 0 0,0 1 0 0 0,0 0-1 0 0,1 0 1 0 0,-1-1 0 0 0,0 1 0 0 0,0 0 0 0 0,0 0 0 0 0,0 0 0 0 0,-1 0 0 0 0,1 0 0 0 0,0 1 0 0 0,0-1 0 0 0,0 0 0 0 0,-1 0-1 0 0,1 0 1 0 0,-1 1 0 0 0,1-1 0 0 0,-1 0 0 0 0,0 1 0 0 0,1-1 0 0 0,-1 0 0 0 0,0 1 0 0 0,0-1 0 0 0,0 1 0 0 0,0-1 0 0 0,0 0-1 0 0,0 3 1 0 0,-7 43 14 0 0,-4-10-8 0 0,-1 0 0 0 0,-2-2 0 0 0,-1 0 0 0 0,-40 66 0 0 0,7-27 10 0 0,-61 71 0 0 0,36-62 0 0 0,40-48 26 0 0,-42 60 0 0 0,74-94-43 0 0,0 0 0 0 0,0 0 0 0 0,1 0 0 0 0,-1 0 0 0 0,0 0 0 0 0,1 0 0 0 0,-1 0 0 0 0,1 0 0 0 0,-1 0 0 0 0,1 0 0 0 0,-1 1 0 0 0,1-1 0 0 0,0 0 0 0 0,0 0 0 0 0,-1 1-1 0 0,1-1 1 0 0,0 0 0 0 0,0 0 0 0 0,0 1 0 0 0,1-1 0 0 0,-1 0 0 0 0,0 0 0 0 0,0 1 0 0 0,1-1 0 0 0,-1 0 0 0 0,1 0 0 0 0,-1 0 0 0 0,1 1 0 0 0,-1-1 0 0 0,1 0 0 0 0,0 0-1 0 0,-1 0 1 0 0,1 0 0 0 0,0 0 0 0 0,0 0 0 0 0,0 0 0 0 0,0-1 0 0 0,0 1 0 0 0,1 1 0 0 0,4 1-18 0 0,-1 0 0 0 0,1-1-1 0 0,-1 1 1 0 0,1-1 0 0 0,0 0 0 0 0,6 0 0 0 0,-6 0-35 0 0,21 4-429 0 0,1-1 0 0 0,0-1 0 0 0,1-2 0 0 0,45-1 0 0 0,119-21-7318 0 0,-123 8 4566 0 0</inkml:trace>
</inkml:ink>
</file>

<file path=ppt/ink/ink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03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284 74 264 0 0,'-1'-5'291'0'0,"-1"1"0"0"0,0 0-1 0 0,1-1 1 0 0,-2 1 0 0 0,1 0 0 0 0,0 0-1 0 0,-1 1 1 0 0,0-1 0 0 0,0 0 0 0 0,0 1-1 0 0,0 0 1 0 0,0 0 0 0 0,-1 0 0 0 0,0 0-1 0 0,-7-5 1 0 0,8 7-210 0 0,0 0 0 0 0,0 0 0 0 0,-1 0 0 0 0,1 1 0 0 0,0-1 0 0 0,-1 1 0 0 0,1 0 0 0 0,-1-1-1 0 0,1 2 1 0 0,0-1 0 0 0,-1 0 0 0 0,1 1 0 0 0,-1-1 0 0 0,1 1 0 0 0,0 0 0 0 0,0 0 0 0 0,-1 0 0 0 0,1 1 0 0 0,0-1 0 0 0,0 1-1 0 0,0 0 1 0 0,-3 2 0 0 0,-8 6 49 0 0,-1 1 0 0 0,1 1 0 0 0,1 0 0 0 0,0 1 0 0 0,1 0-1 0 0,-18 25 1 0 0,25-30-93 0 0,-1 0 0 0 0,1 0 1 0 0,1 0-1 0 0,0 0 0 0 0,0 1 0 0 0,1-1 0 0 0,-1 1 0 0 0,2 0 0 0 0,0 0 0 0 0,0 0 0 0 0,0 0 0 0 0,1 1 1 0 0,1-1-1 0 0,0 16 0 0 0,0-21-21 0 0,1 1 0 0 0,0-1 0 0 0,0 1-1 0 0,0-1 1 0 0,0 0 0 0 0,1 0 0 0 0,-1 0 0 0 0,1 0 0 0 0,0 0 0 0 0,1 0 0 0 0,-1 0 0 0 0,1 0 0 0 0,-1-1 0 0 0,1 1 0 0 0,0-1-1 0 0,0 0 1 0 0,1 0 0 0 0,-1 0 0 0 0,1 0 0 0 0,-1-1 0 0 0,1 1 0 0 0,0-1 0 0 0,0 0 0 0 0,0 0 0 0 0,0-1 0 0 0,0 1 0 0 0,1-1-1 0 0,-1 0 1 0 0,0 0 0 0 0,1 0 0 0 0,-1 0 0 0 0,1-1 0 0 0,-1 0 0 0 0,1 0 0 0 0,6-1 0 0 0,-5 1 33 0 0,0-1-1 0 0,1 0 1 0 0,-1-1 0 0 0,0 0 0 0 0,0 0 0 0 0,0 0-1 0 0,0 0 1 0 0,0-1 0 0 0,0 0 0 0 0,-1 0 0 0 0,1-1-1 0 0,-1 1 1 0 0,0-1 0 0 0,0-1 0 0 0,-1 1-1 0 0,1 0 1 0 0,-1-1 0 0 0,0 0 0 0 0,0 0 0 0 0,0-1-1 0 0,-1 1 1 0 0,0-1 0 0 0,0 1 0 0 0,3-9 0 0 0,-4 3-1 0 0,0 0 1 0 0,-1 0-1 0 0,0 0 1 0 0,-1-1-1 0 0,0 1 1 0 0,-1 0 0 0 0,0 0-1 0 0,-1-1 1 0 0,0 1-1 0 0,-1 1 1 0 0,0-1-1 0 0,-1 0 1 0 0,0 1-1 0 0,-1-1 1 0 0,0 1 0 0 0,0 0-1 0 0,-1 1 1 0 0,-1-1-1 0 0,1 1 1 0 0,-1 1-1 0 0,-1-1 1 0 0,0 1 0 0 0,0 0-1 0 0,-16-11 1 0 0,24 18-58 0 0,-1 1 0 0 0,0-1 1 0 0,-1 0-1 0 0,1 0 0 0 0,0 1 1 0 0,0-1-1 0 0,0 0 0 0 0,0 1 1 0 0,0-1-1 0 0,-1 1 0 0 0,1 0 0 0 0,0-1 1 0 0,0 1-1 0 0,-1 0 0 0 0,1 0 1 0 0,0 0-1 0 0,-1 0 0 0 0,1 0 1 0 0,0 0-1 0 0,-1 0 0 0 0,1 0 1 0 0,0 0-1 0 0,0 1 0 0 0,-1-1 1 0 0,1 0-1 0 0,0 1 0 0 0,0-1 0 0 0,0 1 1 0 0,-1 0-1 0 0,1-1 0 0 0,0 1 1 0 0,0 0-1 0 0,0 0 0 0 0,0-1 1 0 0,0 1-1 0 0,0 0 0 0 0,1 0 1 0 0,-1 0-1 0 0,0 0 0 0 0,0 0 1 0 0,1 0-1 0 0,-1 1 0 0 0,0-1 0 0 0,1 0 1 0 0,-1 0-1 0 0,1 0 0 0 0,0 1 1 0 0,-1-1-1 0 0,1 0 0 0 0,0 0 1 0 0,0 1-1 0 0,0 2 0 0 0,-1 1-389 0 0,0 1-1 0 0,1 0 0 0 0,0 0 1 0 0,0 0-1 0 0,0 0 1 0 0,1 0-1 0 0,0-1 0 0 0,0 1 1 0 0,0 0-1 0 0,5 10 1 0 0,-1-7-2028 0 0,0 0 187 0 0</inkml:trace>
</inkml:ink>
</file>

<file path=ppt/ink/ink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04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1 188 0 0,'32'82'4623'0'0,"-31"-80"-4292"0"0,-1-1-234 0 0,1 0-1 0 0,0-1 0 0 0,-1 1 0 0 0,1-1 0 0 0,0 1 0 0 0,-1-1 1 0 0,1 1-1 0 0,0-1 0 0 0,0 0 0 0 0,-1 1 0 0 0,1-1 0 0 0,0 0 0 0 0,0 0 1 0 0,0 1-1 0 0,-1-1 0 0 0,1 0 0 0 0,0 0 0 0 0,0 0 0 0 0,0 0 1 0 0,0 0-1 0 0,-1 0 0 0 0,3 0 0 0 0,15-11 364 0 0,-12 6-365 0 0,0 1 1 0 0,-1 1-1 0 0,1-1 0 0 0,1 1 1 0 0,-1 0-1 0 0,0 0 1 0 0,1 1-1 0 0,-1 0 1 0 0,1 0-1 0 0,0 1 0 0 0,0-1 1 0 0,0 1-1 0 0,-1 1 1 0 0,1 0-1 0 0,0 0 1 0 0,0 0-1 0 0,0 0 0 0 0,10 3 1 0 0,9 6-399 0 0,41 21-1 0 0,-7-3-4841 0 0,-44-20 2962 0 0</inkml:trace>
</inkml:ink>
</file>

<file path=ppt/ink/ink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05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1 313 804 0 0,'2'-20'7361'0'0,"40"124"-5914"0"0,24 69-128 0 0,-58-148-1169 0 0,-1 0 0 0 0,-2 1 0 0 0,0-1 1 0 0,2 51-1 0 0,-7-75-191 0 0,-4 12-588 0 0,1-7-866 0 0,-6-27 1354 0 0,8 18 109 0 0,0 0 1 0 0,0 0-1 0 0,1 0 1 0 0,-1 0-1 0 0,1-1 1 0 0,0 1 0 0 0,0 0-1 0 0,0-1 1 0 0,0 1-1 0 0,1 0 1 0 0,0 0-1 0 0,-1 0 1 0 0,1-1 0 0 0,0 1-1 0 0,0 0 1 0 0,1 0-1 0 0,-1 0 1 0 0,0 0-1 0 0,1 1 1 0 0,0-1 0 0 0,0 0-1 0 0,0 1 1 0 0,0-1-1 0 0,4-3 1 0 0,7-6 20 0 0,1 0 1 0 0,0 1-1 0 0,25-15 1 0 0,6-4-8 0 0,-24 14 83 0 0,-1-2 0 0 0,0 0 0 0 0,-2 0 0 0 0,0-2 0 0 0,-1-1 0 0 0,-1 0 0 0 0,-1-1 0 0 0,-1 0 0 0 0,-1-1 1 0 0,-1-1-1 0 0,-1 0 0 0 0,-1 0 0 0 0,-1-1 0 0 0,-1-1 0 0 0,-2 1 0 0 0,0-1 0 0 0,-2 0 0 0 0,0-1 0 0 0,-1-29 0 0 0,-3 49 32 0 0,-1 0 0 0 0,1 0 0 0 0,-1 0-1 0 0,0 0 1 0 0,0 1 0 0 0,-1-1 0 0 0,0 0 0 0 0,-1 1 0 0 0,1-1 0 0 0,-1 1 0 0 0,0 0-1 0 0,-5-7 1 0 0,8 12 17 0 0,-18 35-25 0 0,16 9-41 0 0,3 0 0 0 0,2 0 0 0 0,1 0 0 0 0,13 52 0 0 0,4 49 51 0 0,-17-107-75 0 0,-1-15 3 0 0,-1 1 0 0 0,-1 28 0 0 0,10-19 686 0 0,-8-34-677 0 0,3-3-22 0 0,-4 3-8 0 0,0 0 0 0 0,0 1 0 0 0,1-1 0 0 0,-1 0 1 0 0,1 1-1 0 0,0-1 0 0 0,-1 1 0 0 0,1 0 0 0 0,0 0 0 0 0,0 0 0 0 0,0 0 0 0 0,0 0 0 0 0,0 1 0 0 0,-1 0 0 0 0,1-1 0 0 0,0 1 0 0 0,0 0 0 0 0,0 0 0 0 0,0 0 0 0 0,0 1 1 0 0,0-1-1 0 0,0 1 0 0 0,0 0 0 0 0,0 0 0 0 0,4 2 0 0 0,32 6 23 0 0,-2 1 2 0 0,64 8 0 0 0,-89-17-23 0 0,0 0 1 0 0,1-1-1 0 0,-1-1 1 0 0,1 0-1 0 0,-1 0 1 0 0,0-1-1 0 0,0-1 1 0 0,0 0-1 0 0,15-6 1 0 0,-21 5-9 0 0,0 0-1 0 0,0 0 1 0 0,0 0 0 0 0,-1-1 0 0 0,1 0 0 0 0,-1 0 0 0 0,0 0-1 0 0,0-1 1 0 0,-1 1 0 0 0,0-1 0 0 0,0 0 0 0 0,0-1-1 0 0,-1 1 1 0 0,0 0 0 0 0,0-1 0 0 0,0 0 0 0 0,-1 0-1 0 0,0 0 1 0 0,0 0 0 0 0,0-11 0 0 0,-2 6-3 0 0,0 2-8 0 0,0 8-6 0 0,0 2-10 0 0,0 0 26 0 0,0 0 0 0 0,0 1-1 0 0,0-1 1 0 0,0 0 0 0 0,0 0 0 0 0,-1 1 0 0 0,1-1 0 0 0,0 0-1 0 0,0 0 1 0 0,0 0 0 0 0,-1 0 0 0 0,1 1 0 0 0,0-1 0 0 0,0 0-1 0 0,0 0 1 0 0,-1 0 0 0 0,1 0 0 0 0,0 0 0 0 0,0 0 0 0 0,-1 0-1 0 0,1 1 1 0 0,0-1 0 0 0,0 0 0 0 0,-1 0 0 0 0,1 0-1 0 0,0 0 1 0 0,0 0 0 0 0,-1 0 0 0 0,1 0 0 0 0,0 0 0 0 0,0 0-1 0 0,-1 0 1 0 0,1-1 0 0 0,0 1 0 0 0,0 0 0 0 0,-1 0 0 0 0,1 0-1 0 0,0 0 1 0 0,0 0 0 0 0,-1 0 0 0 0,1 0 0 0 0,0-1 0 0 0,0 1-1 0 0,0 0 1 0 0,0 0 0 0 0,-1 0 0 0 0,1 0 0 0 0,0-1-1 0 0,0 1 1 0 0,0 0 0 0 0,0 0 0 0 0,-1-1 0 0 0,1 1 0 0 0,0 0-1 0 0,0 0 1 0 0,0-1 0 0 0,0 1 0 0 0,0 0 0 0 0,0 0 0 0 0,0-1-1 0 0,0 1 1 0 0,0 0 0 0 0,0 0 0 0 0,0-1 0 0 0,0 1 0 0 0,0 0-1 0 0,0-1 1 0 0,-12 14-23 0 0,12-12 26 0 0,-2 0-2 0 0,0 2 1 0 0,0-1-1 0 0,0 0 1 0 0,1 0-1 0 0,-1 0 0 0 0,1 1 1 0 0,0-1-1 0 0,-1 1 1 0 0,1-1-1 0 0,0 1 1 0 0,0-1-1 0 0,1 1 1 0 0,-1 0-1 0 0,1 0 0 0 0,-1-1 1 0 0,1 1-1 0 0,0 0 1 0 0,0 0-1 0 0,0-1 1 0 0,0 1-1 0 0,0 0 1 0 0,1 0-1 0 0,-1-1 0 0 0,1 1 1 0 0,0 0-1 0 0,0-1 1 0 0,0 1-1 0 0,0-1 1 0 0,2 4-1 0 0,-1-3 6 0 0,1 0 0 0 0,-1-1 0 0 0,1 1 0 0 0,0-1 0 0 0,-1 0 0 0 0,1 0 1 0 0,0 0-1 0 0,0 0 0 0 0,1 0 0 0 0,-1-1 0 0 0,0 1 0 0 0,0-1 0 0 0,1 0 0 0 0,-1 0 0 0 0,1 0 0 0 0,-1 0 0 0 0,1-1 0 0 0,-1 1 0 0 0,1-1 0 0 0,6 0 1 0 0,28-4 7 0 0,63-14 0 0 0,-64 10 0 0 0,66-6-1 0 0,-88 13-19 0 0,-10 0 1 0 0,0 1 0 0 0,0-1 0 0 0,0 1 0 0 0,1 0 0 0 0,-1 1 0 0 0,0-1 1 0 0,0 1-1 0 0,0 0 0 0 0,8 3 0 0 0,-10-3 3 0 0,-1 1 1 0 0,1-1 0 0 0,-1 1-1 0 0,0 0 1 0 0,0 0 0 0 0,0 0 0 0 0,0 0-1 0 0,0 0 1 0 0,-1 1 0 0 0,1-1-1 0 0,0 0 1 0 0,-1 1 0 0 0,0-1 0 0 0,0 1-1 0 0,0 0 1 0 0,0-1 0 0 0,0 1-1 0 0,0 0 1 0 0,-1 0 0 0 0,1 0 0 0 0,-1-1-1 0 0,0 1 1 0 0,1 0 0 0 0,-2 0-1 0 0,1 0 1 0 0,0 3 0 0 0,-8 46 5 0 0,8-51 8 0 0,1 3 7 0 0,-1 2-15 0 0,15-3 28 0 0,-7-4-27 0 0,1-1-1 0 0,0 0 1 0 0,-1 0-1 0 0,1-1 1 0 0,-1 0-1 0 0,0-1 1 0 0,0 1-1 0 0,0-2 1 0 0,0 1-1 0 0,-1-1 1 0 0,0 0-1 0 0,12-11 0 0 0,6-7 5 0 0,41-50 0 0 0,-56 62-12 0 0,0-3-52 0 0,-13 15-7 0 0,3 0 62 0 0,-1 0-1 0 0,1 0 1 0 0,-1 0-1 0 0,1 0 0 0 0,0 0 1 0 0,-1 0-1 0 0,1 0 1 0 0,0 0-1 0 0,0 0 1 0 0,-1 0-1 0 0,1 0 0 0 0,0 0 1 0 0,0 0-1 0 0,0 0 1 0 0,0 0-1 0 0,1 0 1 0 0,-1 0-1 0 0,0 0 0 0 0,0 0 1 0 0,0 0-1 0 0,1 0 1 0 0,-1 0-1 0 0,1 0 1 0 0,-1 0-1 0 0,1 0 0 0 0,0 1 1 0 0,6 7-214 0 0,1-1 1 0 0,0 1-1 0 0,0-1 1 0 0,17 12 0 0 0,23 6-5811 0 0,-24-17 2819 0 0</inkml:trace>
</inkml:ink>
</file>

<file path=ppt/ink/ink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06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0 509 576 0 0,'3'-5'272'0'0,"0"0"0"0"0,1 0 0 0 0,-1 0 0 0 0,1 0 0 0 0,0 0 0 0 0,0 1 0 0 0,0 0-1 0 0,1 0 1 0 0,-1 0 0 0 0,1 0 0 0 0,0 1 0 0 0,0 0 0 0 0,1 0 0 0 0,-1 0 0 0 0,1 1 0 0 0,-1 0 0 0 0,1 0 0 0 0,0 0 0 0 0,-1 0 0 0 0,1 1-1 0 0,0 0 1 0 0,9 0 0 0 0,-7 0-164 0 0,1 1 1 0 0,0 0-1 0 0,-1 0 0 0 0,1 1 0 0 0,-1 0 0 0 0,1 0 0 0 0,-1 1 0 0 0,1 0 0 0 0,-1 1 0 0 0,0 0 1 0 0,0 0-1 0 0,0 0 0 0 0,0 1 0 0 0,13 10 0 0 0,-12-6-37 0 0,0 1-1 0 0,0 0 1 0 0,-1 0 0 0 0,0 1-1 0 0,-1 0 1 0 0,0 0 0 0 0,0 1-1 0 0,-1 0 1 0 0,5 14 0 0 0,-7-16-30 0 0,-1 0 1 0 0,0 0-1 0 0,-1 0 1 0 0,1 0-1 0 0,-2 1 0 0 0,1-1 1 0 0,-1 1-1 0 0,-1 0 1 0 0,0-1-1 0 0,0 1 1 0 0,-1 0-1 0 0,-2 13 1 0 0,2-21 9 0 0,0 0 1 0 0,1 0 0 0 0,-1 0-1 0 0,0 0 1 0 0,0 0 0 0 0,0 0 0 0 0,0-1-1 0 0,0 1 1 0 0,-1 0 0 0 0,1 0 0 0 0,-1-1-1 0 0,1 1 1 0 0,-1-1 0 0 0,1 1-1 0 0,-1-1 1 0 0,0 0 0 0 0,0 1 0 0 0,1-1-1 0 0,-1 0 1 0 0,0 0 0 0 0,0 0 0 0 0,0-1-1 0 0,0 1 1 0 0,-1 0 0 0 0,1-1-1 0 0,0 0 1 0 0,0 1 0 0 0,0-1 0 0 0,0 0-1 0 0,-4 0 1 0 0,4 0-29 0 0,0-1-1 0 0,1 1 1 0 0,-1-1-1 0 0,0 1 1 0 0,1-1-1 0 0,-1 0 1 0 0,0 0-1 0 0,1 0 1 0 0,-1 0-1 0 0,1 0 1 0 0,-1 0-1 0 0,1 0 1 0 0,-1 0 0 0 0,1 0-1 0 0,0-1 1 0 0,0 1-1 0 0,0-1 1 0 0,0 1-1 0 0,0-1 1 0 0,0 1-1 0 0,0-1 1 0 0,0 0-1 0 0,0 1 1 0 0,1-1-1 0 0,-1 0 1 0 0,1 1-1 0 0,-1-1 1 0 0,1 0-1 0 0,0 0 1 0 0,0 0 0 0 0,-1 1-1 0 0,1-1 1 0 0,1 0-1 0 0,-1 0 1 0 0,0 0-1 0 0,0 0 1 0 0,1 1-1 0 0,0-4 1 0 0,2-7-10 0 0,0 1 1 0 0,0 0-1 0 0,1 0 1 0 0,1 1-1 0 0,-1-1 1 0 0,2 1-1 0 0,0 0 1 0 0,0 0-1 0 0,0 1 1 0 0,2 0-1 0 0,-1 0 1 0 0,1 0-1 0 0,0 1 1 0 0,0 0-1 0 0,1 1 1 0 0,1 0-1 0 0,-1 0 1 0 0,15-7-1 0 0,-3 3 11 0 0,0 1 1 0 0,0 1-1 0 0,0 1 0 0 0,1 1 0 0 0,0 1 1 0 0,1 1-1 0 0,0 0 0 0 0,33-1 0 0 0,18 5-56 0 0,-72 1 22 0 0,1 0 1 0 0,-3 0 8 0 0,0 0 0 0 0,1 0 0 0 0,-1 0-1 0 0,1 0 1 0 0,-1 0 0 0 0,0 0 0 0 0,1 0 0 0 0,-1 1 0 0 0,1-1 0 0 0,-1 0 0 0 0,0 0 0 0 0,1 0 0 0 0,-1 0 0 0 0,1 0 0 0 0,-1 1 0 0 0,0-1 0 0 0,1 0 0 0 0,-1 0 0 0 0,0 0 0 0 0,1 1 0 0 0,-1-1 0 0 0,0 0 0 0 0,0 1 0 0 0,1-1-1 0 0,-1 0 1 0 0,0 1 0 0 0,0-1 0 0 0,1 0 0 0 0,-1 1 0 0 0,0-1 0 0 0,0 0 0 0 0,0 1 0 0 0,0-1 0 0 0,1 1 0 0 0,-1-1 0 0 0,0 0 0 0 0,0 1 0 0 0,0-1 0 0 0,0 1 0 0 0,0-1 0 0 0,0 0 0 0 0,0 1 0 0 0,0-1 0 0 0,0 1-1 0 0,0-1 1 0 0,-1 0 0 0 0,1 1 0 0 0,0-1 0 0 0,0 1 0 0 0,-1 0 0 0 0,1 1 0 0 0,-4 8-6 0 0,0 2-1 0 0,1-1 1 0 0,0 0 0 0 0,1 1-1 0 0,1-1 1 0 0,-1 1-1 0 0,2 18 1 0 0,1-26 11 0 0,0 0-1 0 0,0 0 1 0 0,0-1-1 0 0,1 1 1 0 0,-1 0-1 0 0,1-1 1 0 0,0 1-1 0 0,0-1 0 0 0,0 1 1 0 0,1-1-1 0 0,-1 0 1 0 0,1 0-1 0 0,0 0 1 0 0,0 0-1 0 0,0-1 1 0 0,0 1-1 0 0,0-1 1 0 0,0 0-1 0 0,1 0 1 0 0,-1 0-1 0 0,1 0 1 0 0,0 0-1 0 0,-1-1 1 0 0,1 0-1 0 0,6 2 1 0 0,-7-2-1 0 0,1-1 0 0 0,-1 1 0 0 0,0-1 0 0 0,1 0 0 0 0,-1 0 0 0 0,0 0 0 0 0,1 0 0 0 0,-1-1 0 0 0,0 1-1 0 0,0-1 1 0 0,1 0 0 0 0,-1 0 0 0 0,0 0 0 0 0,0 0 0 0 0,0-1 0 0 0,0 1 0 0 0,0-1 0 0 0,0 1 0 0 0,-1-1 0 0 0,1 0 0 0 0,-1 0 0 0 0,1-1 0 0 0,-1 1 0 0 0,1 0 0 0 0,-1-1 0 0 0,0 0 0 0 0,0 1 0 0 0,-1-1 0 0 0,1 0 0 0 0,0 0 0 0 0,1-4 0 0 0,11-35 1 0 0,-1-1-1 0 0,-2-1 0 0 0,7-52 1 0 0,-11 52-7 0 0,1 0 1 0 0,3 1 0 0 0,22-60-1 0 0,-27 90-2 0 0,1 0 0 0 0,0 0 0 0 0,0 0-1 0 0,1 1 1 0 0,16-18 0 0 0,-21 26 0 0 0,1 0 1 0 0,0 0-1 0 0,1 0 0 0 0,-1 0 0 0 0,1 1 0 0 0,-1-1 1 0 0,1 1-1 0 0,0 0 0 0 0,0 1 0 0 0,0 0 0 0 0,1-1 1 0 0,-1 1-1 0 0,0 1 0 0 0,1-1 0 0 0,0 1 0 0 0,-1 0 1 0 0,7 0-1 0 0,-9 1 2 0 0,0 1 0 0 0,-1-1 0 0 0,1 1 1 0 0,0 0-1 0 0,-1 0 0 0 0,1 0 0 0 0,-1 0 0 0 0,1 0 1 0 0,-1 0-1 0 0,0 1 0 0 0,0-1 0 0 0,1 1 0 0 0,-1 0 1 0 0,0-1-1 0 0,0 1 0 0 0,-1 0 0 0 0,1 0 0 0 0,0 1 1 0 0,-1-1-1 0 0,1 0 0 0 0,-1 0 0 0 0,2 4 0 0 0,2 4-2 0 0,0 1 0 0 0,-1-1 0 0 0,5 19 0 0 0,13 97 2 0 0,-18-86 7 0 0,3 0 0 0 0,12 43 0 0 0,-16-72 2 0 0,1-1 0 0 0,0 1 0 0 0,0-1 0 0 0,1 0 0 0 0,1-1 0 0 0,0 1 0 0 0,0-1 0 0 0,0 0 0 0 0,1 0 0 0 0,1-1 0 0 0,-1 0 0 0 0,13 9 0 0 0,-14-13 2 0 0,0 1-1 0 0,0-2 1 0 0,0 1-1 0 0,1-1 1 0 0,0 0-1 0 0,-1 0 1 0 0,1 0-1 0 0,0-1 1 0 0,1 0-1 0 0,-1-1 1 0 0,0 0-1 0 0,12 1 1 0 0,-15-2 3 0 0,1 0 0 0 0,-1-1-1 0 0,1 1 1 0 0,-1-1 0 0 0,1 0 0 0 0,-1 0 0 0 0,0 0-1 0 0,1-1 1 0 0,-1 1 0 0 0,0-1 0 0 0,0 0-1 0 0,0-1 1 0 0,0 1 0 0 0,-1-1 0 0 0,1 1 0 0 0,0-1-1 0 0,-1 0 1 0 0,0 0 0 0 0,0-1 0 0 0,4-5 0 0 0,-6 7 24 0 0,0 0 1 0 0,0-1 0 0 0,-1 1 0 0 0,1 0 0 0 0,-1-1 0 0 0,0 1 0 0 0,1 0 0 0 0,-1-1 0 0 0,0 1-1 0 0,-1-1 1 0 0,1 1 0 0 0,0 0 0 0 0,-1-1 0 0 0,1 1 0 0 0,-1-1 0 0 0,0 1 0 0 0,0 0 0 0 0,0 0 0 0 0,0 0-1 0 0,0-1 1 0 0,0 1 0 0 0,0 0 0 0 0,-1 0 0 0 0,-2-3 0 0 0,3 4 279 0 0,1 7-291 0 0,1 2-50 0 0,1 1 1 0 0,0-1 0 0 0,0 0 0 0 0,1 1 0 0 0,0-1-1 0 0,1 0 1 0 0,-1 0 0 0 0,1-1 0 0 0,1 1-1 0 0,10 12 1 0 0,-11-14-884 0 0,1 0 0 0 0,0-1 1 0 0,0 1-1 0 0,0-1 0 0 0,1 0 0 0 0,0 0 0 0 0,0-1 0 0 0,9 6 0 0 0,2-3-2282 0 0</inkml:trace>
</inkml:ink>
</file>

<file path=ppt/ink/ink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08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1 105 724 0 0,'25'-17'1625'0'0,"-8"7"9"0"0,-1-2 1 0 0,1 0-1 0 0,22-24 1 0 0,-38 35-936 0 0,-1 1-670 0 0,0 0 0 0 0,0 0 0 0 0,1-1 0 0 0,-1 1 0 0 0,0 0 0 0 0,0 0 0 0 0,0-1 0 0 0,0 1 0 0 0,1 0 0 0 0,-1 0 1 0 0,0-1-1 0 0,0 1 0 0 0,0 0 0 0 0,0-1 0 0 0,0 1 0 0 0,0 0 0 0 0,0 0 0 0 0,0-1 0 0 0,1 1 0 0 0,-1 0 1 0 0,0-1-1 0 0,0 1 0 0 0,-1 0 0 0 0,1-1 0 0 0,0 1 0 0 0,0 0 0 0 0,0-1 0 0 0,0 1 0 0 0,0 0 0 0 0,0-1 0 0 0,0 1 1 0 0,0 0-1 0 0,-1 0 0 0 0,1-1 0 0 0,0 1 0 0 0,-3-2 0 0 0,0 1 0 0 0,0 1 0 0 0,1-1 0 0 0,-1 0 0 0 0,0 1 0 0 0,0-1 1 0 0,0 1-1 0 0,0 0 0 0 0,0 0 0 0 0,0 0 0 0 0,0 0 0 0 0,0 0 0 0 0,0 1 0 0 0,0-1 0 0 0,0 1 0 0 0,1 0 0 0 0,-6 2 0 0 0,5 0-623 0 0,0 0-1 0 0,1 1 0 0 0,0-1 0 0 0,0 0 0 0 0,0 1 1 0 0,0-1-1 0 0,0 1 0 0 0,1 0 0 0 0,-2 6 0 0 0,2-9-318 0 0</inkml:trace>
</inkml:ink>
</file>

<file path=ppt/ink/ink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09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88 224 0 0,'-3'-6'272'0'0,"0"0"-1"0"0,0 1 1 0 0,-1-1 0 0 0,0 1-1 0 0,0 0 1 0 0,0 0-1 0 0,0 0 1 0 0,-1 1 0 0 0,0-1-1 0 0,0 1 1 0 0,0 0 0 0 0,0 1-1 0 0,0-1 1 0 0,-1 1-1 0 0,0 0 1 0 0,0 0 0 0 0,0 1-1 0 0,0 0 1 0 0,0 0 0 0 0,0 0-1 0 0,-1 1 1 0 0,1 0-1 0 0,0 0 1 0 0,-14 0 0 0 0,20 1-253 0 0,-1 0 1 0 0,0 0 0 0 0,0 0 0 0 0,0 0 0 0 0,0 0 0 0 0,0 1 0 0 0,0-1-1 0 0,0 0 1 0 0,0 0 0 0 0,1 1 0 0 0,-1-1 0 0 0,0 0 0 0 0,0 1-1 0 0,0-1 1 0 0,1 1 0 0 0,-1-1 0 0 0,0 1 0 0 0,0 0 0 0 0,1-1-1 0 0,-1 1 1 0 0,1 0 0 0 0,-1-1 0 0 0,0 1 0 0 0,1 0 0 0 0,-1 0-1 0 0,1-1 1 0 0,0 1 0 0 0,-1 0 0 0 0,1 0 0 0 0,0 0 0 0 0,-1 0-1 0 0,1-1 1 0 0,0 1 0 0 0,0 0 0 0 0,0 0 0 0 0,0 0 0 0 0,0 0 0 0 0,0 0-1 0 0,0 0 1 0 0,0 0 0 0 0,0 1 0 0 0,11 39 246 0 0,-9-35-233 0 0,11 29 84 0 0,-10-27-88 0 0,0-1 1 0 0,0 1 0 0 0,0 0 0 0 0,-1 0-1 0 0,0 0 1 0 0,-1 0 0 0 0,0 0-1 0 0,0 0 1 0 0,-1 12 0 0 0,0-18-7 0 0,-1 0 0 0 0,0-1-1 0 0,1 1 1 0 0,-1 0 0 0 0,0-1 0 0 0,0 1 0 0 0,0-1 0 0 0,0 1 0 0 0,-1-1 0 0 0,1 1 0 0 0,0-1 0 0 0,-1 0-1 0 0,1 1 1 0 0,0-1 0 0 0,-1 0 0 0 0,0 0 0 0 0,1 0 0 0 0,-1 0 0 0 0,0-1 0 0 0,1 1 0 0 0,-1 0-1 0 0,0-1 1 0 0,0 1 0 0 0,-3 0 0 0 0,-44 6 319 0 0,49-7-341 0 0,-62 2-55 0 0,60-2-435 0 0</inkml:trace>
</inkml:ink>
</file>

<file path=ppt/ink/ink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09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28 44 0 0,'0'0'1196'0'0,"6"-5"3881"0"0,-15-16-3569 0 0,-9 20-1352 0 0,-5 4-944 0 0,10 1-412 0 0,-7 3-1301 0 0,4-4 577 0 0</inkml:trace>
</inkml:ink>
</file>

<file path=ppt/ink/ink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3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90 434 592 0 0,'-11'-1'1542'0'0,"11"-6"4157"0"0,12-10-5294 0 0,0 0 1 0 0,1 0-1 0 0,0 1 1 0 0,2 1-1 0 0,0 1 1 0 0,22-18-1 0 0,-15 14-23 0 0,-1-2-1 0 0,0-1 1 0 0,20-26-1 0 0,-36 40-253 0 0,-1 0-1 0 0,1 0 1 0 0,-1 0 0 0 0,-1-1 0 0 0,0 0-1 0 0,0 1 1 0 0,0-1 0 0 0,3-16-1 0 0,-6 21-106 0 0,0 1 0 0 0,1-1 0 0 0,-1 0 0 0 0,0 0 0 0 0,-1 0 0 0 0,1 1 0 0 0,0-1 0 0 0,-1 0 0 0 0,1 1 0 0 0,-1-1 0 0 0,0 0 0 0 0,0 1 0 0 0,0-1 0 0 0,0 1 0 0 0,-1-1 0 0 0,1 1 0 0 0,-1 0 0 0 0,1-1 0 0 0,-1 1 0 0 0,0 0 0 0 0,0 0 0 0 0,0 0 0 0 0,0 0 0 0 0,0 1 0 0 0,0-1 0 0 0,0 0 0 0 0,-1 1 0 0 0,1 0 0 0 0,-1-1 0 0 0,-4 0 0 0 0,-3-2 0 0 0,-1 1 0 0 0,1 0 0 0 0,-1 1 0 0 0,0 0 0 0 0,0 1 0 0 0,0 0 0 0 0,0 1 0 0 0,0 0 0 0 0,0 1 0 0 0,0 0 0 0 0,0 0 0 0 0,-14 5 0 0 0,16-4-16 0 0,0 1 1 0 0,1 0 0 0 0,-1 0-1 0 0,1 0 1 0 0,0 2 0 0 0,0-1-1 0 0,0 1 1 0 0,0 0 0 0 0,1 0 0 0 0,0 1-1 0 0,0 0 1 0 0,0 0 0 0 0,1 1-1 0 0,0 0 1 0 0,-7 10 0 0 0,12-15-4 0 0,-1 0 0 0 0,1 1 1 0 0,0-1-1 0 0,0 0 1 0 0,0 1-1 0 0,0-1 0 0 0,0 1 1 0 0,1-1-1 0 0,-1 1 1 0 0,1-1-1 0 0,0 1 0 0 0,-1-1 1 0 0,1 1-1 0 0,0 0 1 0 0,1-1-1 0 0,-1 1 0 0 0,0-1 1 0 0,1 1-1 0 0,-1-1 0 0 0,2 5 1 0 0,1-3 0 0 0,-1 0 1 0 0,0 0-1 0 0,1-1 0 0 0,0 1 1 0 0,-1 0-1 0 0,2-1 1 0 0,-1 0-1 0 0,0 0 0 0 0,1 0 1 0 0,6 5-1 0 0,3-1 3 0 0,0 0-1 0 0,0 0 0 0 0,0-1 0 0 0,0-1 1 0 0,1 0-1 0 0,19 3 0 0 0,-3-3 4 0 0,-1-1 0 0 0,1-1 0 0 0,0-2 0 0 0,-1-1 0 0 0,1-1 0 0 0,0-2 0 0 0,56-12 0 0 0,-73 12-4 0 0,0 0 1 0 0,0-1 0 0 0,0-1 0 0 0,0 0-1 0 0,-1-1 1 0 0,0 0 0 0 0,0-1 0 0 0,0 0-1 0 0,-1-1 1 0 0,0 0 0 0 0,-1-1-1 0 0,0 0 1 0 0,0-1 0 0 0,-1 0 0 0 0,0 0-1 0 0,0-1 1 0 0,-1 0 0 0 0,-1-1 0 0 0,9-17-1 0 0,-9 15-1 0 0,-5 10-4 0 0,-1 1-1 0 0,1-1 1 0 0,0 0-1 0 0,-1 0 1 0 0,0 1-1 0 0,0-1 1 0 0,0 0 0 0 0,-1 0-1 0 0,1 0 1 0 0,-1-1-1 0 0,0-7 1 0 0,0 11-3 0 0,0 1 1 0 0,-1-1-1 0 0,1 0 0 0 0,0 1 1 0 0,-1-1-1 0 0,1 0 0 0 0,0 1 0 0 0,-1-1 1 0 0,1 0-1 0 0,-1 1 0 0 0,1-1 1 0 0,-1 1-1 0 0,1-1 0 0 0,-1 1 1 0 0,1-1-1 0 0,-1 1 0 0 0,1-1 0 0 0,-1 1 1 0 0,0 0-1 0 0,1-1 0 0 0,-1 1 1 0 0,0 0-1 0 0,1-1 0 0 0,-1 1 1 0 0,0 0-1 0 0,0 0 0 0 0,1 0 1 0 0,-1 0-1 0 0,0 0 0 0 0,0 0 0 0 0,0 0 1 0 0,-1 0-2 0 0,1 0-1 0 0,-1 0 1 0 0,0 0 0 0 0,1 1 0 0 0,-1-1 0 0 0,1 0-1 0 0,-1 1 1 0 0,1 0 0 0 0,-1-1 0 0 0,1 1 0 0 0,-1 0 0 0 0,1 0-1 0 0,0 0 1 0 0,-1 0 0 0 0,1 0 0 0 0,0 0 0 0 0,0 0-1 0 0,-1 0 1 0 0,1 0 0 0 0,0 1 0 0 0,0-1 0 0 0,1 0 0 0 0,-2 2-1 0 0,-2 2 17 0 0,2-4-8 0 0,0 1 0 0 0,0 0 0 0 0,1-1 1 0 0,-1 1-1 0 0,1 0 0 0 0,0 0 0 0 0,0 0 0 0 0,-1 0 0 0 0,1 0 1 0 0,-1 4-1 0 0,1-4-8 0 0,-11 42-43 0 0,13-41 53 0 0,1 1 0 0 0,0-1-1 0 0,-1 1 1 0 0,1-1 0 0 0,1 0 0 0 0,-1 1 0 0 0,0-1-1 0 0,1 0 1 0 0,4 3 0 0 0,-6-5 19 0 0,39-22 44 0 0,-30 13-56 0 0,-1-1 0 0 0,0-1 0 0 0,0 0 0 0 0,-1 0 1 0 0,10-15-1 0 0,-16 23-25 0 0,-1 1 9 0 0,0 1-1 0 0,0-1 0 0 0,0 1 0 0 0,0-1 0 0 0,0 1 0 0 0,0-1 1 0 0,0 1-1 0 0,0 0 0 0 0,0-1 0 0 0,0 1 0 0 0,1 0 1 0 0,-1 0-1 0 0,0 0 0 0 0,0 0 0 0 0,0 0 0 0 0,0 0 0 0 0,0 0 1 0 0,1 0-1 0 0,-1 0 0 0 0,0 0 0 0 0,0 1 0 0 0,0-1 1 0 0,0 1-1 0 0,0-1 0 0 0,0 0 0 0 0,0 1 0 0 0,0 0 0 0 0,0-1 1 0 0,0 1-1 0 0,0 0 0 0 0,0-1 0 0 0,0 1 0 0 0,-1 0 1 0 0,1 0-1 0 0,0 0 0 0 0,0 0 0 0 0,-1 0 0 0 0,1 0 1 0 0,-1 0-1 0 0,1 0 0 0 0,-1 0 0 0 0,1 0 0 0 0,-1 0 0 0 0,1 1 1 0 0,15 53-21 0 0,-14-50 11 0 0,3 27 20 0 0,0 1-1 0 0,-3-1 0 0 0,-1 62 0 0 0,-22 97 10 0 0,16-163-32 0 0,-1 0 1 0 0,-1-1-1 0 0,-1 0 0 0 0,-2-1 0 0 0,-18 38 1 0 0,23-54 105 0 0,0-1 0 0 0,-1 1 1 0 0,0-1-1 0 0,0-1 1 0 0,-1 1-1 0 0,0-1 1 0 0,0 0-1 0 0,-1 0 1 0 0,0-1-1 0 0,0 0 1 0 0,-1-1-1 0 0,0 0 1 0 0,0 0-1 0 0,-1-1 1 0 0,1 0-1 0 0,-1 0 1 0 0,-13 3-1 0 0,20-7-39 0 0,1-1 0 0 0,0 1 0 0 0,-1-1-1 0 0,1 1 1 0 0,-1-1 0 0 0,1 0 0 0 0,-1 0 0 0 0,1 0 0 0 0,-1 0-1 0 0,1-1 1 0 0,-1 1 0 0 0,1-1 0 0 0,0 1 0 0 0,-1-1-1 0 0,1 0 1 0 0,0 0 0 0 0,0 0 0 0 0,-1 0 0 0 0,1 0 0 0 0,0-1-1 0 0,0 1 1 0 0,-3-4 0 0 0,2 2-1 0 0,0-1-1 0 0,0 0 1 0 0,1 1 0 0 0,0-1-1 0 0,-1-1 1 0 0,2 1 0 0 0,-1 0-1 0 0,0 0 1 0 0,1-1 0 0 0,0 1-1 0 0,-2-8 1 0 0,2-2 22 0 0,-1 0 0 0 0,1-1-1 0 0,1 1 1 0 0,1-1 0 0 0,0 1 0 0 0,6-28 0 0 0,-3 29-21 0 0,0 1 1 0 0,1 0 0 0 0,0 0 0 0 0,1 1-1 0 0,1 0 1 0 0,-1 0 0 0 0,2 0-1 0 0,-1 1 1 0 0,18-18 0 0 0,-17 20-274 0 0,0 1 0 0 0,1 0 0 0 0,0 0 0 0 0,18-9 0 0 0,-19 12-439 0 0,0 0-1 0 0,0 1 1 0 0,0 0-1 0 0,0 1 1 0 0,1 0 0 0 0,13-2-1 0 0,-8 4-4324 0 0,-8 1 3481 0 0,7-2-2225 0 0</inkml:trace>
</inkml:ink>
</file>

<file path=ppt/ink/ink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3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0 557 1100 0 0,'29'-17'9442'0'0,"-23"-10"-4736"0"0,0 1-6829 0 0,-7 9-8098 0 0</inkml:trace>
  <inkml:trace contextRef="#ctx0" brushRef="#br0" timeOffset="1">8 162 11325 0 0,'-6'-139'1302'0'0,"6"139"-1451"0"0,6-17 482 0 0,1 11-2206 0 0,1 13-3771 0 0,-1 7 2666 0 0</inkml:trace>
</inkml:ink>
</file>

<file path=ppt/ink/ink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4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13473 0 0,'0'0'-28'0'0,"25"-13"-28"0"0,-16 10 48 0 0,8 0-84 0 0,-4 1-144 0 0,2 1-188 0 0,1-4-280 0 0,2 3-388 0 0,0-3-716 0 0,1 1-1953 0 0,-2-2 865 0 0</inkml:trace>
</inkml:ink>
</file>

<file path=ppt/ink/ink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39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1166 796 0 0,'-1'0'485'0'0,"-1"0"0"0"0,1 0 0 0 0,-1-1 0 0 0,1 1 0 0 0,-1-1 0 0 0,1 1 0 0 0,0-1 0 0 0,-1 0 0 0 0,1 1 0 0 0,0-1 0 0 0,-1 0 0 0 0,-1-2 0 0 0,4-1-298 0 0,0 0 1 0 0,0-1 0 0 0,0 1 0 0 0,0 0-1 0 0,1 0 1 0 0,0 0 0 0 0,0 0 0 0 0,0 0 0 0 0,0 1-1 0 0,1-1 1 0 0,0 1 0 0 0,5-6 0 0 0,46-46 573 0 0,-34 35-401 0 0,402-378 2588 0 0,-377 358-2657 0 0,-3-3 0 0 0,-1-1 0 0 0,52-72 1 0 0,-78 95-217 0 0,-2-1 0 0 0,0 0 0 0 0,-1-1 1 0 0,-2 0-1 0 0,0-1 0 0 0,-1 0 0 0 0,-2 0 0 0 0,0-1 0 0 0,-2 0 1 0 0,5-49-1 0 0,-10 67-51 0 0,0 0 0 0 0,0-1 0 0 0,-1 1-1 0 0,0 0 1 0 0,0 0 0 0 0,-1 0 0 0 0,0 0 0 0 0,-5-11 0 0 0,6 15-1 0 0,-4 7 11 0 0,-1 3-31 0 0,0 0-1 0 0,0 0 0 0 0,0 1 1 0 0,1 0-1 0 0,1-1 1 0 0,-1 2-1 0 0,1-1 0 0 0,1 0 1 0 0,-1 1-1 0 0,1 0 0 0 0,1 0 1 0 0,0 0-1 0 0,-2 11 0 0 0,-2 22 8 0 0,-1 61 0 0 0,8 220 11 0 0,1-305-20 0 0,-1-1 1 0 0,-1 0 0 0 0,0 1-1 0 0,-2-1 1 0 0,0 1-1 0 0,-8 31 1 0 0,8-43-2 0 0,0 0 1 0 0,-1 0 0 0 0,0-1-1 0 0,0 1 1 0 0,0-1 0 0 0,-1 1-1 0 0,1-1 1 0 0,-1 0-1 0 0,-1 0 1 0 0,1-1 0 0 0,-1 1-1 0 0,0-1 1 0 0,0 0-1 0 0,0 0 1 0 0,0 0 0 0 0,0-1-1 0 0,-1 0 1 0 0,0 0 0 0 0,0 0-1 0 0,0-1 1 0 0,-9 3-1 0 0,4-3 22 0 0,0 1-1 0 0,1-1 1 0 0,-1-1-1 0 0,0 0 1 0 0,-12 0-1 0 0,18-1-111 0 0,1 0 1 0 0,-1-1-1 0 0,0 0 0 0 0,0 1 0 0 0,1-1 1 0 0,-1-1-1 0 0,1 1 0 0 0,-1-1 0 0 0,1 0 0 0 0,0 0 1 0 0,-1 0-1 0 0,1 0 0 0 0,-7-6 0 0 0,10 6-286 0 0,0 0-1 0 0,0 0 1 0 0,0 0-1 0 0,0 0 0 0 0,0 0 1 0 0,1 0-1 0 0,-1 0 1 0 0,1-1-1 0 0,-1 1 0 0 0,1 0 1 0 0,0 0-1 0 0,0-1 1 0 0,0 1-1 0 0,0 0 0 0 0,0 0 1 0 0,0-1-1 0 0,1 1 1 0 0,-1 0-1 0 0,1 0 1 0 0,-1 0-1 0 0,2-3 0 0 0,-1 3-113 0 0,4-13-2924 0 0</inkml:trace>
</inkml:ink>
</file>

<file path=ppt/ink/ink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41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0 686 9745 0 0,'10'12'113'0'0,"0"-8"203"0"0,11-17 24 0 0,-1-1-1 0 0,33-28 0 0 0,-47 37-291 0 0,0-1 0 0 0,0 0 1 0 0,-1 0-1 0 0,0 0 0 0 0,0 0 0 0 0,-1-1 0 0 0,1 0 1 0 0,-1 0-1 0 0,-1 0 0 0 0,1 0 0 0 0,-1-1 0 0 0,4-14 0 0 0,-7 20-29 0 0,1 1-1 0 0,-1-1 0 0 0,0 0 1 0 0,1 0-1 0 0,-1 0 0 0 0,0 1 1 0 0,0-1-1 0 0,0 0 1 0 0,0 0-1 0 0,0 0 0 0 0,-1 1 1 0 0,1-1-1 0 0,0 0 0 0 0,-1 0 1 0 0,0 1-1 0 0,1-1 0 0 0,-1 0 1 0 0,0 1-1 0 0,0-1 0 0 0,0 1 1 0 0,0-1-1 0 0,0 1 0 0 0,0-1 1 0 0,0 1-1 0 0,0-1 0 0 0,-1 1 1 0 0,1 0-1 0 0,0 0 0 0 0,-1 0 1 0 0,1 0-1 0 0,-1 0 0 0 0,0 0 1 0 0,1 0-1 0 0,-1 1 0 0 0,0-1 1 0 0,1 0-1 0 0,-1 1 0 0 0,-2-1 1 0 0,0 1-3 0 0,1 0 0 0 0,-1 0 0 0 0,0 0 0 0 0,1 1 0 0 0,-1-1 0 0 0,0 1 0 0 0,1 0 0 0 0,-1 0 0 0 0,1 0 0 0 0,-1 1 0 0 0,1-1 0 0 0,-1 1 0 0 0,1 0 0 0 0,0 0 0 0 0,0 0 0 0 0,0 0 0 0 0,0 0 0 0 0,-3 4 1 0 0,3-4-11 0 0,1 0 1 0 0,0 1 0 0 0,-1-1 0 0 0,1 1 0 0 0,0 0-1 0 0,0-1 1 0 0,0 1 0 0 0,1 0 0 0 0,-1 0 0 0 0,1 0 0 0 0,0 0-1 0 0,-1 0 1 0 0,1 0 0 0 0,1 1 0 0 0,-1-1 0 0 0,0 0-1 0 0,1 0 1 0 0,0 1 0 0 0,0-1 0 0 0,0 0 0 0 0,0 1 0 0 0,0-1-1 0 0,0 0 1 0 0,1 1 0 0 0,0-1 0 0 0,0 0 0 0 0,0 0 0 0 0,0 0-1 0 0,0 1 1 0 0,1-1 0 0 0,-1 0 0 0 0,1-1 0 0 0,0 1-1 0 0,-1 0 1 0 0,2 0 0 0 0,-1-1 0 0 0,0 1 0 0 0,0-1 0 0 0,1 0-1 0 0,-1 0 1 0 0,4 2 0 0 0,1 2-2 0 0,0-1-1 0 0,0 0 1 0 0,1 0 0 0 0,-1-1-1 0 0,1 0 1 0 0,0-1 0 0 0,0 1-1 0 0,1-2 1 0 0,-1 1 0 0 0,0-1-1 0 0,1 0 1 0 0,0-1 0 0 0,-1 0 0 0 0,1 0-1 0 0,9-1 1 0 0,-8-2-14 0 0,0 0 0 0 0,0 0 1 0 0,0-1-1 0 0,-1 0 0 0 0,1-1 1 0 0,-1 0-1 0 0,0 0 0 0 0,0-1 1 0 0,0 0-1 0 0,0-1 0 0 0,-1 0 0 0 0,0 0 1 0 0,-1-1-1 0 0,1 0 0 0 0,-1 0 1 0 0,0-1-1 0 0,10-15 0 0 0,12-18 45 0 0,-28 40-48 0 0,0 5 18 0 0,0-2-3 0 0,0 1-1 0 0,1 0 0 0 0,-2 0 0 0 0,1 0 1 0 0,0 0-1 0 0,0-1 0 0 0,-1 1 1 0 0,0 0-1 0 0,0 0 0 0 0,0 0 1 0 0,0 0-1 0 0,0 0 0 0 0,0 0 1 0 0,-1 0-1 0 0,0 3 0 0 0,0 13 17 0 0,1-18-6 0 0,1 12 7 0 0,-2-12-16 0 0,1-1 0 0 0,0 0 0 0 0,0 1 0 0 0,0-1 0 0 0,0 1 0 0 0,0-1-1 0 0,0 0 1 0 0,0 1 0 0 0,0-1 0 0 0,0 0 0 0 0,0 1 0 0 0,0-1 0 0 0,1 0 0 0 0,-1 1 0 0 0,0-1 0 0 0,0 1 0 0 0,0-1 0 0 0,0 0 0 0 0,1 0 0 0 0,-1 1-1 0 0,0-1 1 0 0,0 0 0 0 0,0 1 0 0 0,1-1 0 0 0,-1 0 0 0 0,0 0 0 0 0,1 1 0 0 0,-1-1 0 0 0,0 0 0 0 0,0 0 0 0 0,1 0 0 0 0,-1 1 0 0 0,0-1 0 0 0,1 0-1 0 0,-1 0 1 0 0,1 0 0 0 0,-1 0 0 0 0,10-4 4 0 0,-4 1-7 0 0,0 0 0 0 0,0 0-1 0 0,1 0 1 0 0,-1 1-1 0 0,1 0 1 0 0,0 0 0 0 0,0 0-1 0 0,0 1 1 0 0,-1 0 0 0 0,1 1-1 0 0,0-1 1 0 0,0 1-1 0 0,0 1 1 0 0,0-1 0 0 0,0 1-1 0 0,0 1 1 0 0,0-1 0 0 0,7 3-1 0 0,-3 0 0 0 0,0-1-1 0 0,0-1 1 0 0,0 0 0 0 0,0 0-1 0 0,1-1 1 0 0,-1-1-1 0 0,1 0 1 0 0,-1-1-1 0 0,0 0 1 0 0,1 0 0 0 0,-1-1-1 0 0,17-5 1 0 0,-20 4-3 0 0,-1 0 1 0 0,1-1 0 0 0,-1 0-1 0 0,0 0 1 0 0,0 0 0 0 0,0-1 0 0 0,-1 0-1 0 0,1-1 1 0 0,-1 1 0 0 0,-1-1-1 0 0,1 0 1 0 0,-1 0 0 0 0,0-1-1 0 0,0 0 1 0 0,-1 0 0 0 0,0 0-1 0 0,0 0 1 0 0,3-9 0 0 0,12-43 23 0 0,-2 0-1 0 0,-3-1 1 0 0,13-122 0 0 0,-27 178-19 0 0,2-11 142 0 0,-2-1 0 0 0,0 1 0 0 0,-1-1 0 0 0,0 1 1 0 0,-1-1-1 0 0,-6-21 0 0 0,7 35-76 0 0,-4 2 4 0 0,5 0-69 0 0,0 0 0 0 0,0-1 1 0 0,-1 1-1 0 0,1 0 0 0 0,0 0 1 0 0,0 0-1 0 0,-1 0 0 0 0,1 0 1 0 0,0 0-1 0 0,0-1 1 0 0,-1 1-1 0 0,1 0 0 0 0,0 0 1 0 0,0 0-1 0 0,-1 0 0 0 0,1 0 1 0 0,0 0-1 0 0,-1 0 0 0 0,1 0 1 0 0,0 0-1 0 0,0 0 0 0 0,-1 0 1 0 0,1 0-1 0 0,0 1 1 0 0,0-1-1 0 0,-1 0 0 0 0,1 0 1 0 0,0 0-1 0 0,0 0 0 0 0,-1 0 1 0 0,1 0-1 0 0,0 1 0 0 0,0-1 1 0 0,-1 0-1 0 0,1 0 0 0 0,0 0 1 0 0,0 1-1 0 0,0-1 1 0 0,0 0-1 0 0,-1 0 0 0 0,1 1 1 0 0,0-1-1 0 0,0 1 0 0 0,-8 10 17 0 0,1 1 0 0 0,1 0 0 0 0,0 0 0 0 0,0 0 0 0 0,1 1 0 0 0,1 0-1 0 0,0 0 1 0 0,1 1 0 0 0,1-1 0 0 0,0 1 0 0 0,-1 17 0 0 0,2-5 7 0 0,1 0 1 0 0,2 0-1 0 0,0 0 0 0 0,2 0 1 0 0,8 32-1 0 0,-3-27 3 0 0,20 50 0 0 0,-24-70-28 0 0,0 0-1 0 0,1-1 0 0 0,0 0 1 0 0,0 0-1 0 0,1-1 1 0 0,1 1-1 0 0,15 14 0 0 0,-17-20-2 0 0,-1 0-1 0 0,1-1 0 0 0,0 0 1 0 0,0 0-1 0 0,1-1 0 0 0,-1 1 0 0 0,0-1 1 0 0,1-1-1 0 0,-1 1 0 0 0,1-1 1 0 0,0 0-1 0 0,-1-1 0 0 0,1 0 1 0 0,0 0-1 0 0,0 0 0 0 0,-1-1 0 0 0,1 1 1 0 0,0-2-1 0 0,-1 1 0 0 0,1-1 1 0 0,6-3-1 0 0,10-3-15 0 0,0-1 0 0 0,-1-1 0 0 0,0-1 0 0 0,31-20 0 0 0,12-23 45 0 0,-64 53-27 0 0,-1 0 0 0 0,0 1 0 0 0,1-1 0 0 0,-1 0 0 0 0,0 0 0 0 0,1 1 1 0 0,-1-1-1 0 0,0 0 0 0 0,0 0 0 0 0,1 1 0 0 0,-1-1 0 0 0,0 0 0 0 0,0 0 0 0 0,0 0 1 0 0,0 1-1 0 0,0-1 0 0 0,0 0 0 0 0,-1 0 0 0 0,1-1 0 0 0,-1 1 1 0 0,1 0-1 0 0,-1 1 1 0 0,0-1 0 0 0,0 0-1 0 0,1 0 1 0 0,-1 1 0 0 0,0-1-1 0 0,0 0 1 0 0,0 1-1 0 0,0-1 1 0 0,0 1 0 0 0,0-1-1 0 0,0 1 1 0 0,0-1 0 0 0,0 1-1 0 0,0 0 1 0 0,0 0 0 0 0,0-1-1 0 0,0 1 1 0 0,0 0-1 0 0,-1 0 1 0 0,1 0 0 0 0,0 0-1 0 0,0 0 1 0 0,0 0 0 0 0,0 1-1 0 0,0-1 1 0 0,0 0-1 0 0,0 1 1 0 0,0-1 0 0 0,-1 1-1 0 0,-3 0 3 0 0,1-1 0 0 0,0 1-1 0 0,0 1 1 0 0,0-1-1 0 0,0 0 1 0 0,0 1 0 0 0,1 0-1 0 0,-1 0 1 0 0,0 0 0 0 0,1 0-1 0 0,-1 1 1 0 0,1-1-1 0 0,0 1 1 0 0,0 0 0 0 0,0 0-1 0 0,0 0 1 0 0,0 1-1 0 0,1-1 1 0 0,0 0 0 0 0,-1 1-1 0 0,1 0 1 0 0,-2 5 0 0 0,2-5 4 0 0,0 0-2 0 0,1-1-5 0 0,0-1 0 0 0,0 0 0 0 0,0 0 0 0 0,0 0 0 0 0,0 0 0 0 0,1 1 0 0 0,-1-1 0 0 0,1 0 0 0 0,0 1 0 0 0,0-1-1 0 0,0 0 1 0 0,0 5 0 0 0,0-4 2 0 0,0 1 1 0 0,0-1-1 0 0,0 1 0 0 0,1-1 0 0 0,-1 0 0 0 0,1 1 0 0 0,0-1 0 0 0,0 0 0 0 0,0 0 0 0 0,0 0 0 0 0,0 1 0 0 0,1-1 0 0 0,-1 0 0 0 0,3 2 0 0 0,-2-3-2 0 0,-1-1-1 0 0,0 1 1 0 0,1-1 0 0 0,0 0-1 0 0,-1 0 1 0 0,1 0-1 0 0,-1 0 1 0 0,1 0-1 0 0,0 0 1 0 0,0-1 0 0 0,0 1-1 0 0,-1 0 1 0 0,1-1-1 0 0,0 1 1 0 0,0-1-1 0 0,0 0 1 0 0,3 0 0 0 0,3 0 0 0 0,0-1 0 0 0,-1-1 0 0 0,1 1 0 0 0,-1-1 0 0 0,1 0 0 0 0,-1-1 0 0 0,0 0 0 0 0,12-6 0 0 0,-2-1-6 0 0,0 0 0 0 0,0-1 0 0 0,18-16 0 0 0,-33 26-3 0 0,14 1-52 0 0,-13 3 58 0 0,1 0 1 0 0,-1 0 0 0 0,0 0 0 0 0,0 1-1 0 0,-1 0 1 0 0,1-1 0 0 0,-1 1-1 0 0,1 0 1 0 0,-1 0 0 0 0,0 0 0 0 0,-1 1-1 0 0,1-1 1 0 0,0 5 0 0 0,-1-8-2 0 0,4 5 1 0 0,-5-5 4 0 0,0-1 0 0 0,1 0 0 0 0,-1 1 0 0 0,0-1 0 0 0,0 1 0 0 0,0-1 0 0 0,1 1 0 0 0,-1-1 0 0 0,0 0 0 0 0,1 1 0 0 0,-1-1 0 0 0,0 0 0 0 0,1 1 0 0 0,-1-1 0 0 0,0 0 0 0 0,1 0 0 0 0,-1 1 0 0 0,0-1 0 0 0,1 0 0 0 0,-1 0 0 0 0,1 1 1 0 0,-1-1-1 0 0,1 0 0 0 0,-1 0 0 0 0,1 0 0 0 0,-1 0 0 0 0,0 0 0 0 0,1 0 0 0 0,-1 0 0 0 0,1 0 0 0 0,-1 0 0 0 0,1 0 0 0 0,-1 0 0 0 0,1 0 0 0 0,-1 0 0 0 0,1 0 0 0 0,0-1 0 0 0,37-19 97 0 0,-30 15-97 0 0,0 1 0 0 0,0-1 0 0 0,1 1 0 0 0,-1 0 0 0 0,1 1 0 0 0,0 0 0 0 0,0 0 1 0 0,13-1-1 0 0,-20 4-144 0 0,24-1-2031 0 0,0-1 210 0 0,-1-1 0 0 0,33-7 0 0 0,-46 7 1845 0 0,-1-1-1 0 0,1 0 1 0 0,0 0-1 0 0,-1-1 1 0 0,11-7 0 0 0,-13 11 7364 0 0,-9 2-7205 0 0,-1 1 0 0 0,1-1 0 0 0,-1 0 1 0 0,1 1-1 0 0,0-1 0 0 0,-1 1 0 0 0,1-1 1 0 0,0 1-1 0 0,0-1 0 0 0,0 1 0 0 0,0-1 1 0 0,0 1-1 0 0,0-1 0 0 0,0 1 0 0 0,1-1 0 0 0,-1 1 1 0 0,1-1-1 0 0,-1 1 0 0 0,2 2 0 0 0,-1-3-4 0 0,1-1-1 0 0,-1 1 0 0 0,1 0 0 0 0,-1 0 1 0 0,1-1-1 0 0,-1 1 0 0 0,1-1 0 0 0,0 0 1 0 0,-1 1-1 0 0,1-1 0 0 0,0 0 0 0 0,-1 0 1 0 0,1 0-1 0 0,0 0 0 0 0,-1 0 0 0 0,1 0 1 0 0,0 0-1 0 0,-1-1 0 0 0,1 1 0 0 0,-1-1 0 0 0,3 0 1 0 0,3-1 7 0 0,0-1 0 0 0,0 0 0 0 0,0 0 0 0 0,-1-1 1 0 0,1 1-1 0 0,-1-2 0 0 0,0 1 0 0 0,10-9 0 0 0,21-14 1086 0 0,-36 27-738 0 0,-1-1-327 0 0,0 1 0 0 0,0-1 0 0 0,0 1 0 0 0,0 0 0 0 0,0-1 0 0 0,1 1 0 0 0,-1-1 0 0 0,0 1-1 0 0,0 0 1 0 0,0-1 0 0 0,1 1 0 0 0,-1 0 0 0 0,0-1 0 0 0,0 1 0 0 0,1 0 0 0 0,-1-1 0 0 0,0 1 0 0 0,0 0 0 0 0,1 0-1 0 0,-1-1 1 0 0,0 1 0 0 0,1 0 0 0 0,-1 0 0 0 0,1 0 0 0 0,-1 0 0 0 0,0-1 0 0 0,1 1 0 0 0,-1 0 0 0 0,1 0 0 0 0,-1 0-1 0 0,0 0 1 0 0,1 0 0 0 0,-1 0 0 0 0,1 0 0 0 0,-1 0 0 0 0,0 0 0 0 0,1 0 0 0 0,-1 0 0 0 0,1 0 0 0 0,-1 0 0 0 0,0 1-1 0 0,1-1 1 0 0,-1 0 0 0 0,0 0 0 0 0,1 0 0 0 0,-1 0 0 0 0,0 1 0 0 0,1-1 0 0 0,18 9 893 0 0,-16-7-1202 0 0,1-1 0 0 0,-1 1 0 0 0,1-1 0 0 0,-1 0-1 0 0,1 0 1 0 0,-1 0 0 0 0,1 0 0 0 0,0-1 0 0 0,-1 1 0 0 0,1-1-1 0 0,0 0 1 0 0,-1 0 0 0 0,8-1 0 0 0,-8 0-751 0 0,0 1 1 0 0,0-1 0 0 0,0 0-1 0 0,0 0 1 0 0,0 0 0 0 0,0-1-1 0 0,0 1 1 0 0,0-1-1 0 0,0 1 1 0 0,4-5 0 0 0,-1 0-2963 0 0</inkml:trace>
</inkml:ink>
</file>

<file path=ppt/ink/ink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41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18 11509 0 0,'-27'-8'1916'0'0,"3"1"-1428"0"0,11 5-7762 0 0</inkml:trace>
</inkml:ink>
</file>

<file path=ppt/ink/ink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7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23 388 0 0,'0'-1'86'0'0,"-1"0"0"0"0,1 1 0 0 0,0-1 0 0 0,0 0 0 0 0,0 0 0 0 0,0 1-1 0 0,0-1 1 0 0,0 0 0 0 0,0 0 0 0 0,0 1 0 0 0,1-1 0 0 0,-1 0 0 0 0,0 0 0 0 0,0 1 0 0 0,1-1 0 0 0,-1 0 0 0 0,0 0 0 0 0,1 1-1 0 0,-1-1 1 0 0,1 0 0 0 0,-1 1 0 0 0,1-1 0 0 0,-1 1 0 0 0,1-1 0 0 0,-1 1 0 0 0,1-1 0 0 0,-1 1 0 0 0,1-1 0 0 0,0 1-1 0 0,-1-1 1 0 0,1 1 0 0 0,0 0 0 0 0,-1-1 0 0 0,1 1 0 0 0,0 0 0 0 0,0 0 0 0 0,-1 0 0 0 0,1-1 0 0 0,0 1 0 0 0,0 0 0 0 0,0 0-1 0 0,0 0 1 0 0,2 1 348 0 0,11 38 1130 0 0,-15-5-1205 0 0,-2 0 1 0 0,-1-1-1 0 0,-2 1 0 0 0,-1-1 1 0 0,-2-1-1 0 0,-19 48 0 0 0,27-55-1389 0 0,1-17-2783 0 0</inkml:trace>
</inkml:ink>
</file>

<file path=ppt/ink/ink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8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99 648 0 0,'-2'-4'292'0'0,"-4"-8"932"0"0,-2 0 0 0 0,1 0 1 0 0,-13-13-1 0 0,18 22-1037 0 0,-1 0 1 0 0,-1 0 0 0 0,1 0-1 0 0,0 0 1 0 0,-1 1-1 0 0,1 0 1 0 0,-1-1-1 0 0,0 1 1 0 0,0 1-1 0 0,0-1 1 0 0,0 0-1 0 0,0 1 1 0 0,0 0-1 0 0,0 0 1 0 0,-5 0-1 0 0,5 2-136 0 0,-1 0-1 0 0,1 0 0 0 0,-1 0 1 0 0,1 1-1 0 0,-1 0 0 0 0,1 0 1 0 0,0 0-1 0 0,0 1 0 0 0,0-1 1 0 0,0 1-1 0 0,-4 3 0 0 0,4-3-22 0 0,1 0-16 0 0,0 0-1 0 0,-1 0 1 0 0,1 0 0 0 0,0 0 0 0 0,1 1-1 0 0,-1-1 1 0 0,1 1 0 0 0,-1 0-1 0 0,1 0 1 0 0,0 0 0 0 0,0 0 0 0 0,1 0-1 0 0,-1 0 1 0 0,1 0 0 0 0,0 0 0 0 0,0 1-1 0 0,0-1 1 0 0,1 1 0 0 0,0-1-1 0 0,0 0 1 0 0,0 1 0 0 0,0-1 0 0 0,0 1-1 0 0,1-1 1 0 0,0 0 0 0 0,0 1 0 0 0,0-1-1 0 0,1 0 1 0 0,3 8 0 0 0,5 12 3 0 0,1-1 0 0 0,2 0 1 0 0,28 41-1 0 0,-26-43 3 0 0,59 80 35 0 0,33 53 17 0 0,-97-137-60 0 0,-1 0 0 0 0,-1 1-1 0 0,0 1 1 0 0,-1-1-1 0 0,-1 1 1 0 0,-1 0 0 0 0,3 26-1 0 0,-7-40-5 0 0,-1 1-1 0 0,0-1 1 0 0,0 0-1 0 0,0 1 1 0 0,-1-1-1 0 0,0 0 1 0 0,0 0 0 0 0,0 0-1 0 0,0 1 1 0 0,-1-1-1 0 0,0 0 1 0 0,0-1-1 0 0,-1 1 1 0 0,1 0-1 0 0,-1-1 1 0 0,0 1-1 0 0,0-1 1 0 0,-1 0-1 0 0,1 0 1 0 0,-1 0-1 0 0,0-1 1 0 0,0 1-1 0 0,0-1 1 0 0,0 0 0 0 0,-1 0-1 0 0,1 0 1 0 0,-9 4-1 0 0,8-6 0 0 0,1 1 1 0 0,0-1-1 0 0,-1 1 0 0 0,1-1 0 0 0,0 0 0 0 0,-1-1 1 0 0,1 1-1 0 0,-1-1 0 0 0,1 0 0 0 0,-1 0 1 0 0,0 0-1 0 0,1-1 0 0 0,-1 0 0 0 0,1 1 1 0 0,0-2-1 0 0,-1 1 0 0 0,1 0 0 0 0,0-1 0 0 0,0 0 1 0 0,0 0-1 0 0,0 0 0 0 0,0 0 0 0 0,0-1 1 0 0,0 0-1 0 0,1 0 0 0 0,-1 0 0 0 0,1 0 0 0 0,0 0 1 0 0,0 0-1 0 0,0-1 0 0 0,1 0 0 0 0,-4-4 1 0 0,1-1-2 0 0,1 1 0 0 0,0-1 0 0 0,0 0 0 0 0,1 0 0 0 0,0 0 1 0 0,0 0-1 0 0,1 0 0 0 0,0-1 0 0 0,1 1 0 0 0,0-1 0 0 0,1 1 1 0 0,1-17-1 0 0,1 10-3 0 0,0 0-1 0 0,2 0 1 0 0,0 0 0 0 0,1 0 0 0 0,0 1 0 0 0,15-28 0 0 0,2 4-14 0 0,3 1 0 0 0,1 1 1 0 0,2 1-1 0 0,46-47 0 0 0,-65 73 8 0 0,1 0 0 0 0,0 1 0 0 0,1 0 0 0 0,0 1 0 0 0,1 0 0 0 0,-1 1 0 0 0,1 0 0 0 0,1 1 0 0 0,-1 0 0 0 0,1 1 0 0 0,19-5 0 0 0,-26 10 4 0 0,1 1-1 0 0,0 0 1 0 0,0 1-1 0 0,-1-1 1 0 0,1 1-1 0 0,-1 0 1 0 0,1 1-1 0 0,-1 0 1 0 0,0 0-1 0 0,0 0 1 0 0,0 1-1 0 0,-1-1 1 0 0,7 6-1 0 0,34 17 1 0 0,-41-23 10 0 0,0-1-1 0 0,0 0 1 0 0,1 0-1 0 0,-1-1 1 0 0,1 0-1 0 0,-1 0 0 0 0,1 0 1 0 0,0 0-1 0 0,-1-1 1 0 0,1 0-1 0 0,0 0 1 0 0,8-2-1 0 0,-11 1 1 0 0,-3-2 7 0 0,-1 1 0 0 0,1-1 0 0 0,-1 1 0 0 0,0 0 0 0 0,1-1 0 0 0,-1 1 0 0 0,-1-1 0 0 0,1 1 0 0 0,0 0 0 0 0,0 0 0 0 0,-1 0 0 0 0,1 0 0 0 0,-1 0 0 0 0,0 0 0 0 0,1 0 0 0 0,-1 0 0 0 0,0 0 0 0 0,0 1 0 0 0,-5-3 0 0 0,-48-25 335 0 0,40 21-290 0 0,-8 4-28 0 0</inkml:trace>
</inkml:ink>
</file>

<file path=ppt/ink/ink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8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5 528 0 0,'-19'29'2352'0'0,"19"-27"-2298"0"0,1 1 0 0 0,-1-1 1 0 0,0 0-1 0 0,1 0 0 0 0,-1 1 0 0 0,1-1 0 0 0,0 0 0 0 0,-1 0 0 0 0,1 0 0 0 0,0 0 0 0 0,0 0 1 0 0,1 0-1 0 0,-1 0 0 0 0,0 0 0 0 0,1-1 0 0 0,-1 1 0 0 0,1 0 0 0 0,-1-1 0 0 0,1 1 0 0 0,0-1 1 0 0,0 1-1 0 0,0-1 0 0 0,0 0 0 0 0,0 0 0 0 0,0 0 0 0 0,0 0 0 0 0,3 1 0 0 0,0-1 73 0 0,0 1-1 0 0,0-1 0 0 0,0 0 1 0 0,0-1-1 0 0,0 1 1 0 0,0-1-1 0 0,0 0 0 0 0,0 0 1 0 0,0 0-1 0 0,0-1 0 0 0,9-2 1 0 0,-13 3-87 0 0,0-1 1 0 0,0 1-1 0 0,0 0 1 0 0,0 0 0 0 0,0-1-1 0 0,0 1 1 0 0,0-1-1 0 0,0 1 1 0 0,0-1-1 0 0,0 1 1 0 0,0-1-1 0 0,0 0 1 0 0,0 1-1 0 0,0-1 1 0 0,-1 0-1 0 0,1 0 1 0 0,0 0-1 0 0,-1 0 1 0 0,1 1-1 0 0,-1-1 1 0 0,1 0 0 0 0,-1 0-1 0 0,1 0 1 0 0,-1 0-1 0 0,1 0 1 0 0,-1 0-1 0 0,0 0 1 0 0,0 0-1 0 0,1-1 1 0 0,-1 1-1 0 0,0 0 1 0 0,0 0-1 0 0,0 0 1 0 0,0 0-1 0 0,0 0 1 0 0,-1 0 0 0 0,1 0-1 0 0,-1-2 1 0 0,-19-37 639 0 0,14 32-554 0 0,6 7-96 0 0,-7-1 217 0 0,5 1-1473 0 0</inkml:trace>
</inkml:ink>
</file>

<file path=ppt/ink/ink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8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4 373 448 0 0,'0'0'1513'0'0,"-1"1"-1429"0"0,1 0 1 0 0,-1 0 0 0 0,1 0-1 0 0,0 0 1 0 0,-1 0-1 0 0,1 0 1 0 0,0 0-1 0 0,0 0 1 0 0,0 0-1 0 0,0 0 1 0 0,0 0 0 0 0,0 0-1 0 0,0 0 1 0 0,0 0-1 0 0,0 0 1 0 0,1 1-1 0 0,4-1 10 0 0,0-1 0 0 0,1 0 0 0 0,-1 0 0 0 0,0 0 0 0 0,0-1 0 0 0,1 1 0 0 0,-1-1 0 0 0,0-1 0 0 0,0 1 0 0 0,0-1 0 0 0,0 0 0 0 0,0 0 1 0 0,0 0-1 0 0,0-1 0 0 0,-1 1 0 0 0,1-1 0 0 0,-1 0 0 0 0,0-1 0 0 0,0 1 0 0 0,0-1 0 0 0,4-4 0 0 0,-4 3-17 0 0,0-1 0 0 0,0 0 1 0 0,-1 0-1 0 0,1 0 0 0 0,-1-1 1 0 0,-1 1-1 0 0,1-1 0 0 0,-1 1 1 0 0,0-1-1 0 0,-1 0 0 0 0,1 0 1 0 0,-1 0-1 0 0,-1 0 0 0 0,1 0 1 0 0,-2-13-1 0 0,0 0 372 0 0,-1 1-1 0 0,-1 0 1 0 0,-1-1 0 0 0,0 2-1 0 0,-2-1 1 0 0,0 0-1 0 0,-1 1 1 0 0,-1 0 0 0 0,0 1-1 0 0,-13-20 1 0 0,21 37-404 0 0,0-1-1 0 0,0 1 1 0 0,-1 0-1 0 0,1-1 1 0 0,0 1-1 0 0,0-1 0 0 0,-1 1 1 0 0,1-1-1 0 0,0 1 1 0 0,-1 0-1 0 0,1-1 1 0 0,-1 1-1 0 0,1-1 1 0 0,0 1-1 0 0,-1 0 1 0 0,1 0-1 0 0,-1-1 1 0 0,1 1-1 0 0,-1 0 1 0 0,1 0-1 0 0,-1 0 1 0 0,1-1-1 0 0,-1 1 1 0 0,1 0-1 0 0,-1 0 1 0 0,1 0-1 0 0,-1 0 1 0 0,1 0-1 0 0,-1 0 1 0 0,1 0-1 0 0,-2 0 1 0 0,-8 15 330 0 0,3 31-136 0 0,9-21-118 0 0,1-1 0 0 0,1 1 0 0 0,1-1 0 0 0,1 0 0 0 0,17 41 0 0 0,-3-16-2632 0 0,47 78 1 0 0,-52-105-1041 0 0,3-1 268 0 0</inkml:trace>
</inkml:ink>
</file>

<file path=ppt/ink/ink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19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0 280 0 0,'2'3'4262'0'0,"9"22"1277"0"0,-6-13-5361 0 0,0 0 0 0 0,-1 1 1 0 0,0-1-1 0 0,-1 1 1 0 0,3 21-1 0 0,-6-9-367 0 0,-2 41-896 0 0,-9-24-4448 0 0,7-33 3089 0 0</inkml:trace>
</inkml:ink>
</file>

<file path=ppt/ink/ink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47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299 137 476 0 0,'0'0'571'0'0,"13"-32"5121"0"0,-11 28-5444 0 0,-1 0 0 0 0,0-1 0 0 0,0 1 0 0 0,-1 0 0 0 0,1-1 0 0 0,-1 1 0 0 0,0-1 0 0 0,0 1 0 0 0,-1-1 0 0 0,1 1 0 0 0,-1 0 0 0 0,0-1 0 0 0,0 1 0 0 0,0 0 0 0 0,-1-1 0 0 0,-2-4 0 0 0,3 7-139 0 0,1 1-93 0 0,0 0 1 0 0,0 0-1 0 0,-1 0 1 0 0,1 0-1 0 0,0 0 1 0 0,-1 0-1 0 0,1 0 1 0 0,0 0-1 0 0,-1 0 0 0 0,1 0 1 0 0,-1 0-1 0 0,1 0 1 0 0,-1 0-1 0 0,0 0 1 0 0,1 0-1 0 0,-1 1 1 0 0,0-1-1 0 0,0 0 1 0 0,0 1-1 0 0,1-1 1 0 0,-1 0-1 0 0,0 1 1 0 0,0-1-1 0 0,0 1 1 0 0,0-1-1 0 0,0 1 1 0 0,0-1-1 0 0,0 1 1 0 0,0 0-1 0 0,0 0 1 0 0,0-1-1 0 0,0 1 0 0 0,0 0 1 0 0,-1 0-1 0 0,1 0 1 0 0,0 0-1 0 0,0 0 1 0 0,-1 1-1 0 0,-41 5 122 0 0,21 3-110 0 0,0 1 0 0 0,0 1-1 0 0,1 1 1 0 0,-22 16-1 0 0,33-21-11 0 0,1 0 0 0 0,0 1 0 0 0,0 0 0 0 0,0 0 0 0 0,1 1 0 0 0,1 0 0 0 0,-1 1 0 0 0,1 0 0 0 0,1 0 0 0 0,-8 15 0 0 0,13-21-10 0 0,0 0 0 0 0,0-1-1 0 0,0 1 1 0 0,0 0 0 0 0,1 0 0 0 0,-1 0 0 0 0,1 0 0 0 0,0 0 0 0 0,0 0 0 0 0,0 0-1 0 0,1 0 1 0 0,0 0 0 0 0,-1 0 0 0 0,2 0 0 0 0,-1 0 0 0 0,0 0 0 0 0,1-1 0 0 0,-1 1-1 0 0,1 0 1 0 0,0-1 0 0 0,0 1 0 0 0,1-1 0 0 0,-1 0 0 0 0,1 0 0 0 0,-1 0 0 0 0,1 0-1 0 0,0 0 1 0 0,0-1 0 0 0,0 1 0 0 0,1-1 0 0 0,-1 0 0 0 0,6 3 0 0 0,3 2 4 0 0,0-1-1 0 0,1 0 1 0 0,0 0 0 0 0,0-2 0 0 0,0 0 0 0 0,0 0 0 0 0,1-1 0 0 0,16 1-1 0 0,2-1 2 0 0,0-3-1 0 0,1 0 0 0 0,-1-3 0 0 0,-1 0 1 0 0,1-2-1 0 0,0-1 0 0 0,-1-2 0 0 0,-1-1 1 0 0,1-1-1 0 0,-1-2 0 0 0,-1-1 0 0 0,0-1 1 0 0,46-31-1 0 0,-67 39-9 0 0,-1-1 0 0 0,0 0 0 0 0,0 0 0 0 0,-1 0 0 0 0,0-1 0 0 0,7-12 0 0 0,-12 19 20 0 0,-7-5-21 0 0,6 6 1 0 0,0 0 0 0 0,0-1 1 0 0,-1 1-1 0 0,1 0 0 0 0,0-1 0 0 0,0 1 0 0 0,-1 0 1 0 0,1-1-1 0 0,0 1 0 0 0,0 0 0 0 0,-1 0 0 0 0,1-1 1 0 0,0 1-1 0 0,-1 0 0 0 0,1 0 0 0 0,0-1 0 0 0,-1 1 1 0 0,1 0-1 0 0,0 0 0 0 0,-1 0 0 0 0,1 0 0 0 0,-1 0 1 0 0,1-1-1 0 0,0 1 0 0 0,-1 0 0 0 0,1 0 0 0 0,-1 0 1 0 0,1 0-1 0 0,0 0 0 0 0,-1 0 0 0 0,1 0 0 0 0,-1 0 1 0 0,1 1-1 0 0,0-1 0 0 0,-1 0 0 0 0,0 0 0 0 0,-11 4 46 0 0,0 1 0 0 0,0 0 0 0 0,1 1-1 0 0,0 0 1 0 0,0 0 0 0 0,0 1 0 0 0,0 1-1 0 0,1 0 1 0 0,1 0 0 0 0,-1 1-1 0 0,1 0 1 0 0,-13 18 0 0 0,21-25 60 0 0,5-1-96 0 0,0 0 0 0 0,0 0 1 0 0,1 0-1 0 0,-1 0 0 0 0,0-1 1 0 0,0 0-1 0 0,1 1 1 0 0,-1-2-1 0 0,0 1 0 0 0,0 0 1 0 0,1-1-1 0 0,-1 0 0 0 0,0 0 1 0 0,0 0-1 0 0,7-3 1 0 0,23-4-39 0 0,-32 8 15 0 0,37 15-43 0 0,-30-9 66 0 0,0 0 0 0 0,1 0 0 0 0,-1-1 0 0 0,1-1 1 0 0,0 0-1 0 0,15 4 0 0 0,-21-7-6 0 0,1-1 1 0 0,-1 0-1 0 0,1 0 0 0 0,-1 0 1 0 0,1-1-1 0 0,-1 1 0 0 0,0-1 0 0 0,1 0 1 0 0,-1-1-1 0 0,0 1 0 0 0,0-1 1 0 0,0 0-1 0 0,0 0 0 0 0,0 0 1 0 0,0 0-1 0 0,5-5 0 0 0,6-3-6 0 0,-7 4 1 0 0,0 0 1 0 0,0 1 0 0 0,0 0-1 0 0,1 1 1 0 0,-1 0-1 0 0,1 0 1 0 0,10-3 0 0 0,-17 7 20 0 0,48 2 758 0 0,-30 2-698 0 0,0-2-1 0 0,0 0 1 0 0,38-3 0 0 0,-17-1-2537 0 0,-3-2-3562 0 0,-23 3 2486 0 0</inkml:trace>
</inkml:ink>
</file>

<file path=ppt/ink/ink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48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66 380 0 0,'-10'-66'10142'0'0,"9"74"-9578"0"0,-3 42 314 0 0,2 0 0 0 0,2 1 0 0 0,8 62 0 0 0,5-22-25 0 0,25 89 0 0 0,-6 1-539 0 0,-32-166-663 0 0,-2-7-1769 0 0,-24-21-9429 0 0</inkml:trace>
</inkml:ink>
</file>

<file path=ppt/ink/ink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49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1 435 224 0 0,'44'3'1675'0'0,"1"-1"0"0"0,65-8-1 0 0,116-20-1274 0 0,-177 19-219 0 0,26-3 397 0 0,0-4 0 0 0,0-2 0 0 0,78-29 0 0 0,-151 44-376 0 0,1 0 0 0 0,0-1 0 0 0,-1 1 0 0 0,1-1 0 0 0,-1 0 0 0 0,1 0 0 0 0,-1 0 0 0 0,0 0 0 0 0,0 0 0 0 0,0 0-1 0 0,0 0 1 0 0,2-4 0 0 0,-3 4 1004 0 0,-5 3-1179 0 0,0 0 0 0 0,0 0-1 0 0,0 0 1 0 0,1 0 0 0 0,-1 1-1 0 0,0-1 1 0 0,1 1-1 0 0,-1 0 1 0 0,1 0 0 0 0,0 1-1 0 0,0-1 1 0 0,0 0 0 0 0,0 1-1 0 0,0 0 1 0 0,0 0-1 0 0,1 0 1 0 0,-1 0 0 0 0,-1 4-1 0 0,-1-1 21 0 0,1 0 0 0 0,0 1 0 0 0,0 0 0 0 0,0 0 0 0 0,1 0 0 0 0,0 0 0 0 0,1 0 0 0 0,-3 10 0 0 0,5-15 73 0 0,2 2-76 0 0,-2-4-43 0 0,0 0 0 0 0,0 1 1 0 0,0-1-1 0 0,0 0 0 0 0,0 1 1 0 0,0-1-1 0 0,0 0 0 0 0,0 0 1 0 0,0 1-1 0 0,0-1 0 0 0,0 0 1 0 0,0 1-1 0 0,0-1 0 0 0,0 0 1 0 0,0 0-1 0 0,1 1 0 0 0,-1-1 1 0 0,0 0-1 0 0,0 0 0 0 0,0 1 1 0 0,0-1-1 0 0,1 0 1 0 0,-1 0-1 0 0,0 0 0 0 0,0 1 1 0 0,0-1-1 0 0,1 0 0 0 0,-1 0 1 0 0,0 0-1 0 0,0 0 0 0 0,1 0 1 0 0,-1 1-1 0 0,0-1 0 0 0,0 0 1 0 0,1 0-1 0 0,-1 0 0 0 0,0 0 1 0 0,1 0-1 0 0,-1 0 0 0 0,0 0 1 0 0,0 0-1 0 0,1 0 0 0 0,-1 0 1 0 0,0 0-1 0 0,1 0 0 0 0,-1 0 1 0 0,0 0-1 0 0,0 0 1 0 0,1 0-1 0 0,-1-1 0 0 0,107-82 120 0 0,-105 82-129 0 0,4 0-12 0 0,-5 1 18 0 0,0 0 1 0 0,0-1-1 0 0,-1 1 0 0 0,1 0 1 0 0,0 0-1 0 0,-1 0 0 0 0,1 0 1 0 0,0 0-1 0 0,0 0 1 0 0,-1 0-1 0 0,1 0 0 0 0,0 0 1 0 0,0 1-1 0 0,-1-1 0 0 0,1 0 1 0 0,0 0-1 0 0,-1 0 0 0 0,1 1 1 0 0,0-1-1 0 0,-1 0 0 0 0,1 1 1 0 0,-1-1-1 0 0,1 1 0 0 0,0-1 1 0 0,-1 1-1 0 0,1-1 0 0 0,-1 1 1 0 0,1-1-1 0 0,-1 1 0 0 0,0-1 1 0 0,1 1-1 0 0,-1 0 0 0 0,1-1 1 0 0,-1 1-1 0 0,0 1 1 0 0,2 1 3 0 0,0 1 1 0 0,1-1-1 0 0,-1 1 1 0 0,1-1 0 0 0,-1 0-1 0 0,1 0 1 0 0,0 0 0 0 0,0 0-1 0 0,0-1 1 0 0,1 1 0 0 0,-1-1-1 0 0,1 0 1 0 0,-1 0-1 0 0,1 0 1 0 0,0 0 0 0 0,-1 0-1 0 0,1-1 1 0 0,0 0 0 0 0,0 0-1 0 0,6 1 1 0 0,-6-2-1 0 0,0 1 0 0 0,0-2 0 0 0,0 1 0 0 0,0 0 0 0 0,0-1 0 0 0,0 1 0 0 0,0-1 0 0 0,0 0 0 0 0,0-1 0 0 0,-1 1 0 0 0,1 0 1 0 0,0-1-1 0 0,-1 0 0 0 0,1 0 0 0 0,-1 0 0 0 0,0-1 0 0 0,4-2 0 0 0,0-2-2 0 0,0-1 1 0 0,0 1-1 0 0,-1-1 0 0 0,8-13 1 0 0,-11 17 1 0 0,12-23 1 0 0,-2 0 0 0 0,-1-1 1 0 0,0 0-1 0 0,-3-1 1 0 0,10-43-1 0 0,4-11 321 0 0,-16 67 31 0 0,-1 14-143 0 0,2 28-84 0 0,-6 49-121 0 0,-32 149 96 0 0,29-221-96 0 0,0 0 0 0 0,1 0 0 0 0,-1 0 0 0 0,1 0-1 0 0,0 0 1 0 0,0 0 0 0 0,0 0 0 0 0,0 0 0 0 0,0 0 0 0 0,1 0 0 0 0,-1 0 0 0 0,1 0-1 0 0,2 5 1 0 0,-2-6-2 0 0,1-2-1 0 0,-1 1 0 0 0,1 0 1 0 0,0 0-1 0 0,-1 0 0 0 0,1-1 1 0 0,0 1-1 0 0,-1-1 0 0 0,1 1 1 0 0,0-1-1 0 0,-1 0 0 0 0,1 0 1 0 0,0 1-1 0 0,0-1 0 0 0,-1 0 0 0 0,1-1 1 0 0,0 1-1 0 0,0 0 0 0 0,-1 0 1 0 0,1-1-1 0 0,0 1 0 0 0,-1-1 1 0 0,4-1-1 0 0,24-7 6 0 0,-1-2 0 0 0,0-1 0 0 0,-1-1 0 0 0,0-1 0 0 0,-1-2-1 0 0,46-35 1 0 0,-68 48 21 0 0,-1 0-1 0 0,1 0 1 0 0,-1 0 0 0 0,0 0-1 0 0,0 0 1 0 0,0-1-1 0 0,0 0 1 0 0,-1 1-1 0 0,1-1 1 0 0,3-8-1 0 0,-6 10 241 0 0,-5-4-147 0 0,5 6-120 0 0,-1-1 0 0 0,1 1 0 0 0,0 0 0 0 0,0-1 0 0 0,0 1 0 0 0,0 0 1 0 0,0-1-1 0 0,0 1 0 0 0,-1 0 0 0 0,1-1 0 0 0,0 1 0 0 0,0 0 0 0 0,0-1 1 0 0,-1 1-1 0 0,1 0 0 0 0,0 0 0 0 0,-1-1 0 0 0,1 1 0 0 0,0 0 0 0 0,0 0 1 0 0,-1 0-1 0 0,1-1 0 0 0,0 1 0 0 0,-1 0 0 0 0,1 0 0 0 0,0 0 0 0 0,-1 0 1 0 0,1 0-1 0 0,-1 0 0 0 0,1 0 0 0 0,0 0 0 0 0,-1 0 0 0 0,1 0 0 0 0,0 0 0 0 0,-1 0 1 0 0,0 0-1 0 0,-1 0 15 0 0,0 1 0 0 0,0 0 0 0 0,0-1 0 0 0,0 1 1 0 0,0 0-1 0 0,0 0 0 0 0,0 0 0 0 0,0 0 0 0 0,0 1 1 0 0,0-1-1 0 0,1 0 0 0 0,-1 1 0 0 0,0-1 0 0 0,1 1 0 0 0,0 0 1 0 0,-1 0-1 0 0,1-1 0 0 0,0 1 0 0 0,0 0 0 0 0,0 0 1 0 0,0 0-1 0 0,0 0 0 0 0,0 0 0 0 0,0 0 0 0 0,0 4 0 0 0,1-4 26 0 0,21 15 108 0 0,-10-15-121 0 0,0 0 0 0 0,0-1 0 0 0,0 0 0 0 0,0-1 0 0 0,0 0 0 0 0,16-3 0 0 0,15 1 77 0 0,-27 0-96 0 0,-15 2-28 0 0,1-1 1 0 0,0 1-1 0 0,-1-1 0 0 0,1 1 0 0 0,0 0 0 0 0,0 0 0 0 0,-1-1 1 0 0,1 1-1 0 0,0 0 0 0 0,0 0 0 0 0,-1 0 0 0 0,1 0 0 0 0,0 0 0 0 0,0 0 1 0 0,0 0-1 0 0,-1 0 0 0 0,1 0 0 0 0,0 0 0 0 0,0 0 0 0 0,0 1 1 0 0,-1-1-1 0 0,1 0 0 0 0,0 0 0 0 0,-1 1 0 0 0,1-1 0 0 0,0 1 0 0 0,0-1 1 0 0,-1 0-1 0 0,1 1 0 0 0,-1-1 0 0 0,1 1 0 0 0,0 0 0 0 0,-1-1 1 0 0,1 1-1 0 0,-1-1 0 0 0,1 1 0 0 0,-1 0 0 0 0,0-1 0 0 0,1 1 1 0 0,-1 0-1 0 0,0 0 0 0 0,1-1 0 0 0,-1 2 0 0 0,0 0-266 0 0,-1 8-1529 0 0,2 4-9521 0 0</inkml:trace>
</inkml:ink>
</file>

<file path=ppt/ink/ink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50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13 700 0 0,'0'0'6332'0'0,"6"-2"-6594"0"0,18-4-19 0 0,-17 5-89 0 0,5-2-2909 0 0</inkml:trace>
</inkml:ink>
</file>

<file path=ppt/ink/ink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5:50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63 548 0 0,'0'0'1594'0'0,"0"-21"7461"0"0,-27 45-8019 0 0,-41 28 1 0 0,-17 15 458 0 0,75-59-1334 0 0,-15 18 310 0 0,24-25-393 0 0,1 0-68 0 0,0-1 1 0 0,-1 1 0 0 0,1-1-1 0 0,0 1 1 0 0,0-1 0 0 0,-1 1-1 0 0,1-1 1 0 0,0 1 0 0 0,0-1-1 0 0,0 1 1 0 0,0 0 0 0 0,0-1-1 0 0,0 1 1 0 0,0-1 0 0 0,0 1-1 0 0,0-1 1 0 0,0 1 0 0 0,0-1-1 0 0,1 1 1 0 0,-1 0 0 0 0,0-1-1 0 0,0 1 1 0 0,7 3 15 0 0,0 0 0 0 0,0-1 0 0 0,0 0-1 0 0,0-1 1 0 0,0 1 0 0 0,0-1 0 0 0,1-1 0 0 0,-1 0-1 0 0,1 0 1 0 0,-1 0 0 0 0,1-1 0 0 0,8 0 0 0 0,21-2 8 0 0,41-7 0 0 0,-66 8-21 0 0,19-3-27 0 0,-1-2-1 0 0,0-1 1 0 0,-1-1-1 0 0,50-21 1 0 0,-69 25 13 0 0,0-1 0 0 0,-1 0 0 0 0,1 0 1 0 0,-1-1-1 0 0,-1-1 0 0 0,1 1 0 0 0,-1-1 0 0 0,0-1 1 0 0,0 1-1 0 0,-1-2 0 0 0,0 1 0 0 0,-1 0 1 0 0,0-1-1 0 0,0-1 0 0 0,-1 1 0 0 0,8-18 0 0 0,-13 25 12 0 0,1 0 0 0 0,0 0 0 0 0,-1 1 0 0 0,1-1 0 0 0,-1 0 0 0 0,0 0 0 0 0,1 0 0 0 0,-1 0 0 0 0,0 0 0 0 0,0 0 0 0 0,0 0 0 0 0,-1 0 0 0 0,1 0 0 0 0,0 0 0 0 0,-1 0 0 0 0,1 0 0 0 0,-2-2 0 0 0,1 3 27 0 0,0 0 0 0 0,1 0 0 0 0,-1 0 0 0 0,0 0-1 0 0,0 0 1 0 0,0 0 0 0 0,0 0 0 0 0,0 0 0 0 0,0 1 0 0 0,0-1-1 0 0,0 0 1 0 0,0 1 0 0 0,0-1 0 0 0,-1 1 0 0 0,1-1 0 0 0,0 1-1 0 0,0 0 1 0 0,0-1 0 0 0,-1 1 0 0 0,-1 0 0 0 0,0 0 40 0 0,0 0 0 0 0,0 0 1 0 0,0 0-1 0 0,0 1 0 0 0,0-1 1 0 0,0 1-1 0 0,0 0 0 0 0,0 0 1 0 0,0 0-1 0 0,0 0 0 0 0,0 1 1 0 0,1-1-1 0 0,-1 1 0 0 0,0-1 1 0 0,1 1-1 0 0,0 0 0 0 0,-1 0 1 0 0,1 0-1 0 0,0 1 0 0 0,0-1 1 0 0,-3 4-1 0 0,3-2 10 0 0,0 0-1 0 0,0 1 1 0 0,0-1-1 0 0,0 1 1 0 0,1-1 0 0 0,0 1-1 0 0,0-1 1 0 0,0 1 0 0 0,0 0-1 0 0,1 0 1 0 0,0 0-1 0 0,0-1 1 0 0,0 1 0 0 0,0 0-1 0 0,1 0 1 0 0,0 0-1 0 0,0-1 1 0 0,0 1 0 0 0,1 0-1 0 0,-1-1 1 0 0,1 0-1 0 0,3 6 1 0 0,28 42-2503 0 0,7-11-8209 0 0,-32-33 6269 0 0</inkml:trace>
</inkml:ink>
</file>

<file path=ppt/ink/ink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5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648 113 156 0 0,'-2'-7'268'0'0,"-2"0"1"0"0,1 0-1 0 0,-1 1 0 0 0,0-1 0 0 0,0 1 1 0 0,0 0-1 0 0,-1 0 0 0 0,0 1 0 0 0,0-1 1 0 0,-1 1-1 0 0,0 0 0 0 0,0 0 0 0 0,0 1 1 0 0,0 0-1 0 0,0 0 0 0 0,-1 0 0 0 0,0 1 1 0 0,0 0-1 0 0,0 1 0 0 0,0-1 0 0 0,0 1 1 0 0,-1 0-1 0 0,1 1 0 0 0,-1 0 0 0 0,1 0 1 0 0,-9 1-1 0 0,4-1-175 0 0,-1 1-1 0 0,1 1 1 0 0,0 0 0 0 0,0 1-1 0 0,1 1 1 0 0,-1-1 0 0 0,0 2-1 0 0,1-1 1 0 0,-1 2 0 0 0,1 0-1 0 0,0 0 1 0 0,1 1-1 0 0,-1 0 1 0 0,1 1 0 0 0,-16 14-1 0 0,23-19-73 0 0,1 2 0 0 0,-1-1 0 0 0,1 0 0 0 0,0 0 0 0 0,0 1 0 0 0,1-1 0 0 0,-1 1 0 0 0,1-1 0 0 0,-1 1 0 0 0,1 0 0 0 0,0 0 0 0 0,1-1 0 0 0,-1 1 0 0 0,1 0 0 0 0,-1 0 0 0 0,1 0 0 0 0,1 0 0 0 0,-1 0 0 0 0,0 0-1 0 0,1-1 1 0 0,2 8 0 0 0,2 9 25 0 0,1-1-1 0 0,1 0 0 0 0,10 19 0 0 0,-5-10-11 0 0,23 49 44 0 0,-25-59-58 0 0,0 1 1 0 0,-2 0 0 0 0,0 1-1 0 0,-1 0 1 0 0,-1 0 0 0 0,-1 1-1 0 0,0 0 1 0 0,-2 0 0 0 0,1 24 0 0 0,-4-40-13 0 0,0 1 1 0 0,-1-1-1 0 0,0 1 1 0 0,0-1-1 0 0,0 0 1 0 0,-1 1-1 0 0,0-1 1 0 0,0 0-1 0 0,0 0 1 0 0,0 0-1 0 0,-1 0 1 0 0,0-1-1 0 0,0 1 1 0 0,0-1 0 0 0,-1 1-1 0 0,1-1 1 0 0,-7 6-1 0 0,3-5 38 0 0,0-1-1 0 0,0 1 0 0 0,0-1 1 0 0,-1 0-1 0 0,1-1 1 0 0,-1 0-1 0 0,0 0 1 0 0,1-1-1 0 0,-2 1 1 0 0,-14 1-1 0 0,8-3 54 0 0,1 0-1 0 0,-1 0 1 0 0,0-1 0 0 0,0-1-1 0 0,0-1 1 0 0,1 0 0 0 0,-1-1-1 0 0,0 0 1 0 0,1-1 0 0 0,0-1-1 0 0,0 0 1 0 0,-24-14 0 0 0,32 16-53 0 0,0-2 1 0 0,0 1-1 0 0,0 0 1 0 0,1-1-1 0 0,-1 0 1 0 0,-7-11-1 0 0,11 14-30 0 0,1 0-1 0 0,-1-1 0 0 0,1 1 1 0 0,0-1-1 0 0,0 1 0 0 0,0-1 1 0 0,0 0-1 0 0,0 0 0 0 0,0 1 0 0 0,1-1 1 0 0,-1 0-1 0 0,1 0 0 0 0,0 0 1 0 0,0 0-1 0 0,0 1 0 0 0,0-1 1 0 0,1 0-1 0 0,-1 0 0 0 0,2-5 1 0 0,-1 6-20 0 0,0 0 0 0 0,0 0 0 0 0,0 0 0 0 0,1 0-1 0 0,-1 1 1 0 0,0-1 0 0 0,1 0 0 0 0,0 1 0 0 0,-1-1 0 0 0,1 0 0 0 0,0 1 0 0 0,0 0 0 0 0,-1 0 0 0 0,1-1 0 0 0,0 1 0 0 0,0 0 0 0 0,0 0 0 0 0,1 1-1 0 0,-1-1 1 0 0,0 0 0 0 0,3 0 0 0 0,47-6-764 0 0,-47 7 652 0 0,25-2-3077 0 0,50 5 0 0 0,-51 1 503 0 0</inkml:trace>
</inkml:ink>
</file>

<file path=ppt/ink/ink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7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0 499 7865 0 0,'3'0'2'0'0,"-1"0"1"0"0,0 0 0 0 0,1 1 0 0 0,-1-1 0 0 0,0-1-1 0 0,1 1 1 0 0,-1 0 0 0 0,1-1 0 0 0,-1 1-1 0 0,0-1 1 0 0,0 0 0 0 0,1 1 0 0 0,-1-1-1 0 0,0 0 1 0 0,4-3 0 0 0,40-24 318 0 0,-29 18-79 0 0,-6 3-143 0 0,0 0-1 0 0,-1 0 1 0 0,1-1-1 0 0,-1 0 1 0 0,-1-1-1 0 0,0 0 1 0 0,0-1-1 0 0,-1 0 1 0 0,0 0-1 0 0,8-13 1 0 0,-16 22-83 0 0,1 0 0 0 0,0 1 1 0 0,-1-1-1 0 0,1 0 0 0 0,-1 0 1 0 0,1 0-1 0 0,-1 0 0 0 0,1 0 1 0 0,-1 0-1 0 0,0 0 0 0 0,1-1 1 0 0,-1 1-1 0 0,0 0 0 0 0,0 0 1 0 0,0 0-1 0 0,0 0 0 0 0,0 0 1 0 0,0 0-1 0 0,0 0 0 0 0,0 0 1 0 0,0 0-1 0 0,-1-1 0 0 0,1 1 1 0 0,0 0-1 0 0,-1 0 0 0 0,1 0 1 0 0,-1 0-1 0 0,1 0 0 0 0,-1 0 1 0 0,1 0-1 0 0,-1 1 0 0 0,0-1 1 0 0,1 0-1 0 0,-1 0 1 0 0,0 0-1 0 0,0 1 0 0 0,0-1 1 0 0,1 0-1 0 0,-1 1 0 0 0,0-1 1 0 0,-2 0-1 0 0,1 0-1 0 0,-1 0 0 0 0,1 0 0 0 0,-1 1-1 0 0,1-1 1 0 0,-1 1 0 0 0,1 0 0 0 0,-1 0 0 0 0,1 0 0 0 0,-1 0 0 0 0,1 0 0 0 0,-1 0 0 0 0,0 1-1 0 0,1-1 1 0 0,-1 1 0 0 0,1 0 0 0 0,-4 1 0 0 0,2 0-8 0 0,0-1 0 0 0,1 1 0 0 0,-1 0-1 0 0,0 0 1 0 0,1 1 0 0 0,-1-1 0 0 0,1 1 0 0 0,0-1 0 0 0,0 1 0 0 0,0 0-1 0 0,0 0 1 0 0,0 1 0 0 0,1-1 0 0 0,-1 0 0 0 0,1 1 0 0 0,0 0 0 0 0,0-1-1 0 0,1 1 1 0 0,-1 0 0 0 0,1 0 0 0 0,-1 0 0 0 0,1 0 0 0 0,1 0 0 0 0,-1 0-1 0 0,0 1 1 0 0,1-1 0 0 0,0 0 0 0 0,0 0 0 0 0,1 5 0 0 0,0-2 1 0 0,1 0 1 0 0,0-1 0 0 0,1 1 0 0 0,-1-1 0 0 0,1 1-1 0 0,1-1 1 0 0,-1 0 0 0 0,1 0 0 0 0,0-1 0 0 0,0 1 0 0 0,1-1-1 0 0,-1 0 1 0 0,1 0 0 0 0,1 0 0 0 0,-1 0 0 0 0,10 5-1 0 0,-7-4 0 0 0,1-1-1 0 0,0 0 1 0 0,0 0-1 0 0,0 0 0 0 0,0-2 1 0 0,1 1-1 0 0,0-1 1 0 0,0 0-1 0 0,0-1 1 0 0,0 0-1 0 0,19 1 0 0 0,-22-4-2 0 0,0 0-1 0 0,0 0 1 0 0,0 0-1 0 0,0-1 0 0 0,0 0 1 0 0,0 0-1 0 0,0-1 0 0 0,-1 1 1 0 0,1-2-1 0 0,-1 1 1 0 0,0-1-1 0 0,0 0 0 0 0,0 0 1 0 0,0 0-1 0 0,-1-1 1 0 0,0 0-1 0 0,9-11 0 0 0,-3 3 3 0 0,-1-1-1 0 0,0-1 1 0 0,-1 0-1 0 0,0 0 1 0 0,8-24-1 0 0,-17 38-8 0 0,1 0 0 0 0,-1 0 0 0 0,0 0 0 0 0,0 0 0 0 0,1 0 0 0 0,-1 0 0 0 0,1 0 0 0 0,-1 0 0 0 0,1 0 0 0 0,-1 0 0 0 0,1 0 0 0 0,-1 0 0 0 0,1 0 0 0 0,0 1 0 0 0,0-1 0 0 0,-1 0 0 0 0,1 0 0 0 0,0 1 0 0 0,0-1 0 0 0,0 1 0 0 0,0-1 0 0 0,0 1 0 0 0,-1-1 0 0 0,1 1 1 0 0,0-1-1 0 0,0 1 0 0 0,0 0 0 0 0,0 0 0 0 0,1-1 0 0 0,-1 1 0 0 0,0 0 0 0 0,0 0 0 0 0,0 0 0 0 0,0 0 0 0 0,0 0 0 0 0,0 0 0 0 0,0 1 0 0 0,0-1 0 0 0,0 0 0 0 0,0 0 0 0 0,0 1 0 0 0,0-1 0 0 0,0 1 0 0 0,0-1 0 0 0,0 1 0 0 0,0-1 0 0 0,-1 1 0 0 0,1-1 0 0 0,0 1 0 0 0,0 0 0 0 0,0-1 0 0 0,-1 1 0 0 0,1 0 0 0 0,0 0 0 0 0,0 1 0 0 0,2 2 0 0 0,0-1-1 0 0,0 1 0 0 0,-1 0 1 0 0,1 0-1 0 0,-1 0 1 0 0,0 0-1 0 0,0 0 1 0 0,-1 0-1 0 0,1 1 1 0 0,-1-1-1 0 0,0 1 1 0 0,1 7-1 0 0,5 32 52 0 0,-7-43-41 0 0,0 0-5 0 0,0-1 1 0 0,0 1 0 0 0,0-1 0 0 0,0 1-1 0 0,0-1 1 0 0,0 1 0 0 0,0-1 0 0 0,1 1-1 0 0,-1-1 1 0 0,0 1 0 0 0,0-1 0 0 0,0 0-1 0 0,0 1 1 0 0,1-1 0 0 0,-1 1 0 0 0,0-1-1 0 0,0 1 1 0 0,1-1 0 0 0,-1 0-1 0 0,0 1 1 0 0,1-1 0 0 0,-1 0 0 0 0,1 1-1 0 0,-1-1 1 0 0,0 0 0 0 0,1 1 0 0 0,-1-1-1 0 0,1 0 1 0 0,-1 0 0 0 0,1 0 0 0 0,-1 1-1 0 0,0-1 1 0 0,1 0 0 0 0,-1 0 0 0 0,2 0-1 0 0,58-80 28 0 0,-59 79-32 0 0,1 0-1 0 0,-1 0 1 0 0,0 1 0 0 0,1-1-1 0 0,-1 1 1 0 0,1-1 0 0 0,-1 1-1 0 0,1 0 1 0 0,-1-1 0 0 0,1 1-1 0 0,0 0 1 0 0,-1 0 0 0 0,1 0-1 0 0,-1 0 1 0 0,1 0 0 0 0,-1 0-1 0 0,1 1 1 0 0,0-1 0 0 0,-1 1-1 0 0,1-1 1 0 0,-1 1 0 0 0,2 0-1 0 0,45 19-22 0 0,-26-10 12 0 0,-12-6 14 0 0,0-1 0 0 0,0 0-1 0 0,0-1 1 0 0,0 0 0 0 0,1 0-1 0 0,-1-1 1 0 0,1-1 0 0 0,0 0 0 0 0,-1 0-1 0 0,1-1 1 0 0,-1 0 0 0 0,1-1-1 0 0,-1 0 1 0 0,0-1 0 0 0,0 0-1 0 0,0 0 1 0 0,0-1 0 0 0,0-1-1 0 0,-1 0 1 0 0,0 0 0 0 0,0 0 0 0 0,0-1-1 0 0,0-1 1 0 0,-1 1 0 0 0,0-1-1 0 0,-1-1 1 0 0,10-11 0 0 0,-2-1 1 0 0,-1-1 1 0 0,-1-1 0 0 0,-1 0 0 0 0,17-43 0 0 0,-25 53-3 0 0,0 0 1 0 0,-1 0 0 0 0,0-1 0 0 0,-1 1-1 0 0,-1-1 1 0 0,1 1 0 0 0,-2-1 0 0 0,0 1-1 0 0,-1-1 1 0 0,0 0 0 0 0,-4-19 0 0 0,2 21-3 0 0,-4-4-2 0 0,0 8 1 0 0,7 6 1 0 0,-1-1 1 0 0,0 2-1 0 0,0-1 1 0 0,0 0-1 0 0,-1 0 1 0 0,1 0-1 0 0,0 0 1 0 0,0 1-1 0 0,0-1 1 0 0,-1 0-1 0 0,1 1 1 0 0,0-1-1 0 0,0 1 1 0 0,-1 0-1 0 0,1-1 1 0 0,0 1-1 0 0,-1 0 1 0 0,1 0-1 0 0,-1 0 1 0 0,1 0-1 0 0,0 0 1 0 0,-1 0-1 0 0,1 0 1 0 0,0 0-1 0 0,-1 1 1 0 0,1-1-1 0 0,0 0 1 0 0,-1 1-1 0 0,1-1 1 0 0,0 1-1 0 0,0 0 1 0 0,-1-1-1 0 0,1 1 1 0 0,0 0-1 0 0,0 0 1 0 0,0 0-1 0 0,-2 1 1 0 0,0 0-1 0 0,-4 4 2 0 0,0 0 0 0 0,0 0 0 0 0,1 0 0 0 0,-1 1 0 0 0,2 0 0 0 0,-1 0-1 0 0,1 1 1 0 0,0 0 0 0 0,0 0 0 0 0,1 0 0 0 0,0 0 0 0 0,1 0 0 0 0,-1 1 0 0 0,2 0 0 0 0,-1-1-1 0 0,1 1 1 0 0,1 0 0 0 0,-2 19 0 0 0,2-11 2 0 0,1 0 0 0 0,1 0 0 0 0,0 0-1 0 0,1 0 1 0 0,1-1 0 0 0,0 1 0 0 0,2 0 0 0 0,0-1 0 0 0,9 20 0 0 0,-9-24 2 0 0,1-1 0 0 0,0 0 0 0 0,1-1 0 0 0,0 0 0 0 0,1 0 0 0 0,0 0 0 0 0,1-1 0 0 0,0-1 0 0 0,0 1 0 0 0,0-1 0 0 0,1-1 0 0 0,1 0 0 0 0,-1 0 0 0 0,1-1 0 0 0,18 8 0 0 0,-21-11-2 0 0,1 0-1 0 0,-1-1 1 0 0,1 0 0 0 0,0 0-1 0 0,0-1 1 0 0,0 0 0 0 0,0-1-1 0 0,0 1 1 0 0,0-2 0 0 0,0 1-1 0 0,0-1 1 0 0,0-1 0 0 0,0 0-1 0 0,0 0 1 0 0,-1-1-1 0 0,1 0 1 0 0,-1 0 0 0 0,0-1-1 0 0,0 0 1 0 0,0 0 0 0 0,13-10-1 0 0,-7 5 9 0 0,-1-1 0 0 0,0-1 0 0 0,-1 0 0 0 0,0-1-1 0 0,0 0 1 0 0,-1 0 0 0 0,-1-2 0 0 0,0 1-1 0 0,-1-1 1 0 0,10-20 0 0 0,-15 4 438 0 0,-4 30-437 0 0,0-1 1 0 0,0 0-1 0 0,0 1 0 0 0,0-1 1 0 0,0 0-1 0 0,0 1 1 0 0,0-1-1 0 0,0 0 1 0 0,0 1-1 0 0,0-1 0 0 0,0 0 1 0 0,0 1-1 0 0,0-1 1 0 0,0 0-1 0 0,-1 1 0 0 0,1-1 1 0 0,0 0-1 0 0,-1 1 1 0 0,1-1-1 0 0,0 1 1 0 0,-1-1-1 0 0,1 1 0 0 0,-1-1 1 0 0,1 1-1 0 0,0-1 1 0 0,-1 1-1 0 0,0-1 1 0 0,1 1-1 0 0,-1-1 0 0 0,1 1 1 0 0,-1 0-1 0 0,1-1 1 0 0,-1 1-1 0 0,0 0 1 0 0,1 0-1 0 0,-1-1 0 0 0,-1 1 1 0 0,-3 23 9 0 0,4-19-17 0 0,1-1 0 0 0,-1 1 0 0 0,1 0-1 0 0,0-1 1 0 0,0 1 0 0 0,0 0 0 0 0,0-1-1 0 0,1 1 1 0 0,-1 0 0 0 0,3 4-1 0 0,0 16 18 0 0,-1-20-12 0 0,-1 1 0 0 0,0 0-1 0 0,1-1 1 0 0,0 1-1 0 0,0-1 1 0 0,0 0-1 0 0,1 1 1 0 0,0-1-1 0 0,-1 0 1 0 0,7 6-1 0 0,-9-10-8 0 0,1 1 12 0 0,25 5 74 0 0,-18-10-77 0 0,0 0-1 0 0,0 0 0 0 0,-1-1 1 0 0,0 0-1 0 0,1 0 0 0 0,-2-1 0 0 0,1 0 1 0 0,-1 0-1 0 0,9-10 0 0 0,-14 14-13 0 0,0 1 1 0 0,0 0-1 0 0,1 0 0 0 0,-1 0 0 0 0,0 0 1 0 0,1 1-1 0 0,-1-1 0 0 0,1 0 0 0 0,-1 1 1 0 0,1-1-1 0 0,-1 1 0 0 0,1-1 0 0 0,-1 1 1 0 0,1-1-1 0 0,0 1 0 0 0,-1 0 0 0 0,1 0 1 0 0,0 0-1 0 0,-1 0 0 0 0,1 0 0 0 0,-1 0 1 0 0,1 1-1 0 0,0-1 0 0 0,-1 1 0 0 0,1-1 1 0 0,-1 1-1 0 0,1-1 0 0 0,-1 1 0 0 0,2 1 0 0 0,5 0 0 0 0,-6-1 9 0 0,1 0 0 0 0,-1-1 0 0 0,1 1 0 0 0,-1 0 0 0 0,1-1 0 0 0,-1 0 0 0 0,1 1 0 0 0,-1-1 0 0 0,1 0 0 0 0,-1-1 0 0 0,1 1 0 0 0,-1 0 0 0 0,5-2 0 0 0,23-2 28 0 0,-7 1-21 0 0,-19 4-153 0 0,0 0 0 0 0,0 0 0 0 0,0 0 0 0 0,0 0 0 0 0,0 0 0 0 0,0 1 0 0 0,0 0 0 0 0,0 0 0 0 0,-1 0 0 0 0,1 0 0 0 0,-1 0 0 0 0,1 1 0 0 0,4 4 0 0 0,21 12-3395 0 0,-19-15 795 0 0,0-2 209 0 0</inkml:trace>
</inkml:ink>
</file>

<file path=ppt/ink/ink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7.7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47 404 0 0,'-11'-32'5991'0'0,"11"32"-5931"0"0,0-1 0 0 0,0 1 0 0 0,-1 0 0 0 0,1 0 0 0 0,0 0 0 0 0,-1 0 1 0 0,1 0-1 0 0,0-1 0 0 0,-1 1 0 0 0,1 0 0 0 0,0 0 0 0 0,-1 0 0 0 0,1 0 1 0 0,0 0-1 0 0,-1 0 0 0 0,1 0 0 0 0,0 0 0 0 0,-1 0 0 0 0,1 0 0 0 0,0 0 1 0 0,-1 0-1 0 0,1 1 0 0 0,0-1 0 0 0,-1 0 0 0 0,1 0 0 0 0,0 0 0 0 0,0 0 1 0 0,-1 0-1 0 0,1 1 0 0 0,0-1 0 0 0,0 0 0 0 0,-1 0 0 0 0,1 1 0 0 0,0-1 1 0 0,0 0-1 0 0,-1 0 0 0 0,1 1 0 0 0,0-1 0 0 0,0 0 0 0 0,0 0 0 0 0,0 1 1 0 0,-1-1-1 0 0,1 0 0 0 0,0 1 0 0 0,0-1 0 0 0,0 0 0 0 0,0 1 0 0 0,0-1 1 0 0,0 0-1 0 0,0 1 0 0 0,0 0 0 0 0,0-1-29 0 0,0 0 1 0 0,0 1-1 0 0,0-1 1 0 0,0 0-1 0 0,0 1 1 0 0,0-1-1 0 0,0 1 1 0 0,-1-1-1 0 0,1 0 1 0 0,0 1-1 0 0,0-1 1 0 0,0 0-1 0 0,0 1 1 0 0,-1-1-1 0 0,1 0 1 0 0,0 0-1 0 0,0 1 1 0 0,-1-1-1 0 0,1 0 1 0 0,0 0-1 0 0,-1 1 1 0 0,1-1-1 0 0,0 0 1 0 0,0 0-1 0 0,-1 0 1 0 0,1 1-1 0 0,-1-1 1 0 0,1 0-1 0 0,0 0 1 0 0,-1 0-1 0 0,14 10 186 0 0,3 3-68 0 0,-10-12-52 0 0,-1 1-1 0 0,1-1 0 0 0,0 0 1 0 0,0-1-1 0 0,0 1 0 0 0,0-1 1 0 0,0 0-1 0 0,0-1 0 0 0,-1 1 1 0 0,1-1-1 0 0,0 0 0 0 0,0-1 1 0 0,-1 1-1 0 0,1-1 0 0 0,0-1 1 0 0,-1 1-1 0 0,0-1 0 0 0,0 1 1 0 0,0-1-1 0 0,0-1 1 0 0,0 1-1 0 0,0-1 0 0 0,-1 0 1 0 0,0 0-1 0 0,6-6 0 0 0,-9 8 322 0 0,1 0 167 0 0,-2 2-533 0 0,0 0 0 0 0,0-1 1 0 0,0 1-1 0 0,0 0 0 0 0,0 0 1 0 0,0 0-1 0 0,0-1 1 0 0,0 1-1 0 0,0 0 0 0 0,0 0 1 0 0,0 0-1 0 0,0 0 0 0 0,0-1 1 0 0,1 1-1 0 0,-1 0 1 0 0,0 0-1 0 0,0 0 0 0 0,0 0 1 0 0,0 0-1 0 0,0 0 0 0 0,0-1 1 0 0,1 1-1 0 0,-1 0 1 0 0,0 0-1 0 0,0 0 0 0 0,0 0 1 0 0,0 0-1 0 0,1 0 0 0 0,-1 0 1 0 0,0 0-1 0 0,0 0 0 0 0,0 0 1 0 0,1 0-1 0 0,-1 0 1 0 0,0 0-1 0 0,0 0 0 0 0,0 0 1 0 0,1 0-1 0 0,-1 0 0 0 0,0 0 1 0 0,0 0-1 0 0,0 0 1 0 0,0 0-1 0 0,1 0 0 0 0,-1 0 1 0 0,0 0-1 0 0,0 0 0 0 0,0 0 1 0 0,1 1-1 0 0,45 37-732 0 0,-33-30-404 0 0,12 5-2083 0 0,-10-7-2551 0 0</inkml:trace>
</inkml:ink>
</file>

<file path=ppt/ink/ink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8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93 12949 0 0,'-28'-5'144'0'0,"0"0"0"0"0,1-2-1 0 0,0-1 1 0 0,-36-16 0 0 0,63 24-141 0 0,-1 0-1 0 0,0 0 1 0 0,1-1-1 0 0,-1 1 1 0 0,1 0-1 0 0,-1 0 1 0 0,1 0 0 0 0,-1-1-1 0 0,1 1 1 0 0,-1 0-1 0 0,1-1 1 0 0,0 1-1 0 0,-1 0 1 0 0,1-1 0 0 0,-1 1-1 0 0,1 0 1 0 0,0-1-1 0 0,-1 1 1 0 0,1-1 0 0 0,0 1-1 0 0,-1-1 1 0 0,1 1-1 0 0,0-1 1 0 0,0 1-1 0 0,0-1 1 0 0,-1 1 0 0 0,1-1-1 0 0,0 1 1 0 0,0-1-1 0 0,0 1 1 0 0,0-1 0 0 0,0 0-1 0 0,0 1 1 0 0,0-1-1 0 0,0 1 1 0 0,0-1-1 0 0,0 1 1 0 0,0-1 0 0 0,1 1-1 0 0,-1-1 1 0 0,0 1-1 0 0,0-1 1 0 0,0 1 0 0 0,1-1-1 0 0,-1 1 1 0 0,0-1-1 0 0,1 1 1 0 0,-1-1-1 0 0,0 1 1 0 0,1-1 0 0 0,-1 1-1 0 0,0 0 1 0 0,1-1-1 0 0,-1 1 1 0 0,1 0 0 0 0,-1-1-1 0 0,1 1 1 0 0,-1 0-1 0 0,1 0 1 0 0,-1-1-1 0 0,1 1 1 0 0,-1 0 0 0 0,1 0-1 0 0,-1 0 1 0 0,2 0-1 0 0,35-13 5 0 0,-10 10-620 0 0,1 1 1 0 0,-1 1-1 0 0,37 5 0 0 0,32 7-5229 0 0,-54-6 2718 0 0</inkml:trace>
</inkml:ink>
</file>

<file path=ppt/ink/ink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8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32 156 14217 0 0,'0'0'538'0'0,"-2"-5"-308"0"0,-2-3 148 0 0,0-1 0 0 0,1 1-1 0 0,0-1 1 0 0,1 1-1 0 0,0-1 1 0 0,0 0 0 0 0,0 0-1 0 0,1-9 1 0 0,1 15-136 0 0,0-22 247 0 0,0 7-3315 0 0,-6 1-6184 0 0</inkml:trace>
</inkml:ink>
</file>

<file path=ppt/ink/ink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18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0 151 11621 0 0,'1'-4'51'0'0,"1"-33"440"0"0,-3 30-356 0 0,1-1 1 0 0,0 1-1 0 0,0 0 1 0 0,0 0-1 0 0,1 0 1 0 0,1 0-1 0 0,-1 0 1 0 0,1 0-1 0 0,0 0 0 0 0,1 0 1 0 0,-1 0-1 0 0,8-11 1 0 0,-10 17-230 0 0,1 1-1 0 0,-1-1 1 0 0,0 1 0 0 0,1-1-1 0 0,0 1 1 0 0,-1 0 0 0 0,1-1-1 0 0,-1 1 1 0 0,1 0 0 0 0,-1-1-1 0 0,1 1 1 0 0,0 0 0 0 0,-1-1-1 0 0,1 1 1 0 0,0 0 0 0 0,-1 0-1 0 0,1 0 1 0 0,0 0 0 0 0,-1 0-1 0 0,1 0 1 0 0,0 0 0 0 0,-1 0-1 0 0,1 0 1 0 0,0 0 0 0 0,-1 0-1 0 0,1 0 1 0 0,1 1 0 0 0,9 8-5426 0 0,-5-1 2277 0 0</inkml:trace>
</inkml:ink>
</file>

<file path=ppt/ink/ink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6:30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661 104 200,'-1'-19'2178,"1"16"-2006,0-1 0,0 0-1,0 1 1,-1 0-1,0-1 1,0 1 0,0-1-1,0 1 1,0 0 0,-1-1-1,0 1 1,1 0 0,-1 0-1,0 0 1,0 1 0,-1-1-1,1 0 1,-1 1-1,1-1 1,-1 1 0,0 0-1,-3-2 1,0 1-59,1 1 1,-1 0-1,0 0 0,0 1 1,-1-1-1,1 1 0,0 1 0,0-1 1,-1 1-1,1 0 0,-10 2 1,-12 3 22,-1 1 1,1 1 0,1 2-1,-36 15 1,43-16-55,-12 5 162,-58 33 1,83-41-212,-1-1 1,1 1 0,0 1 0,1-1-1,0 1 1,-1 0 0,2 0 0,-1 1-1,1 0 1,0 0 0,0 0 0,1 1-1,-4 9 1,7-13-22,0 0-1,0 0 1,1 0 0,-1 0-1,1 0 1,0 0-1,0 0 1,0 0 0,1 0-1,-1 0 1,1-1 0,0 1-1,0 0 1,0 0-1,1 0 1,-1-1 0,1 1-1,0 0 1,0-1-1,1 0 1,-1 1 0,0-1-1,6 5 1,7 6 22,0 0 0,0-1 1,28 17-1,-14-10-4,3 3 2,-1 2-1,-2 1 0,0 1 1,26 32-1,-49-52-27,0 1-1,-1-1 1,0 1-1,0 0 1,-1 0-1,0 0 1,0 1-1,-1-1 1,0 1-1,0 0 1,-1 0-1,0 0 1,-1 0-1,0 0 1,0 1-1,-1-1 0,-1 0 1,1 0-1,-1 1 1,-1-1-1,0 0 1,0 0-1,-4 11 1,1-11-1,1 0-1,-1 0 1,-1-1-1,0 1 1,0-1 0,0-1-1,-1 1 1,0-1-1,-1 0 1,1-1 0,-1 0-1,0 0 1,-1 0-1,0-1 1,0-1 0,0 1-1,0-1 1,-1-1-1,1 0 1,-1 0 0,0-1-1,-18 2 1,9-2 20,0-1 0,0-1 0,0-1 1,0 0-1,0-1 0,0-1 0,0-1 0,1-1 0,0-1 1,0 0-1,-20-10 0,35 14-4,-1 1 0,1-1 0,0 0 0,-1 0 0,1-1 0,0 1 0,0 0 0,1-1 0,-1 0 0,0 0 0,1 0 0,0 0 0,0 0 0,0 0 0,0 0 1,0-1-1,1 1 0,-1-1 0,1 0 0,0 1 0,0-1 0,0 0 0,0 1 0,1-1 0,0 0 0,0-4 0,0 3-9,1 0 1,0 1-1,0-1 1,1 1-1,0-1 1,-1 1-1,1-1 1,1 1-1,-1 0 1,1 0-1,-1 0 1,1 0-1,0 0 1,1 1-1,-1-1 0,0 1 1,1 0-1,0 0 1,7-4-1,2 0 34,0 0-1,0 1 1,1 1-1,-1 0 0,1 1 1,0 1-1,0 0 0,0 0 1,1 2-1,28-1 1,49 11-1143,2 8-4262,-84-15 4383,6 2-1386</inkml:trace>
</inkml:ink>
</file>

<file path=ppt/ink/ink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6:31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62 616,'0'-26'1584,"0"24"-1129,-5-26 2991,0 26-3347,1 1-1,-1 0 1,1 1-1,-1-1 1,0 1-1,1 0 1,-1 0-1,0 0 1,1 1-1,-1-1 1,0 1-1,1 0 1,-1 1-1,1-1 1,0 1-1,-1 0 1,1 0-1,0 0 1,0 1-1,-4 2 1,-14 9 170,0 1 0,-24 22 0,43-34-242,-14 12 185,0 1 0,-23 27 0,37-39-182,0-1 0,0 1 0,0 0 0,1 0 0,-1 0 1,1 0-1,0 0 0,0 0 0,1 1 0,-1-1 0,1 1 0,0-1 0,0 1 0,1-1 0,-1 1 0,1 0 0,0-1 0,0 1 0,2 9 0,-1-11-20,0-1 0,1 1 1,-1-1-1,1 1 0,0-1 0,-1 0 0,1 0 0,0 0 1,1 0-1,-1 0 0,0 0 0,0 0 0,1-1 1,-1 1-1,1-1 0,-1 0 0,1 1 0,0-1 1,0-1-1,-1 1 0,1 0 0,0-1 0,0 1 1,0-1-1,0 0 0,0 0 0,-1 0 0,5 0 1,3-1 5,-1 0 1,1 0-1,-1 0 1,0-2 0,1 1-1,-1-1 1,10-4 0,-10 2-8,-1 0 1,0 0 0,0-1-1,-1 0 1,1-1 0,-1 1 0,-1-1-1,1 0 1,-1-1 0,8-12-1,-14 19-10,0 0 1,0 0-1,1 1 0,-1-1 0,1 0 0,-1 1 0,1-1 0,-1 0 0,1 1 0,-1-1 0,1 1 1,-1-1-1,1 1 0,0-1 0,-1 1 0,1-1 0,0 1 0,0 0 0,-1-1 0,1 1 0,0 0 1,0-1-1,-1 1 0,1 0 0,0 0 0,0 0 0,0 0 0,-1 0 0,1 0 0,0 0 0,0 0 1,0 0-1,-1 0 0,1 1 0,0-1 0,0 0 0,0 0 0,-1 1 0,1-1 0,0 0 0,-1 1 1,1-1-1,0 1 0,-1-1 0,1 1 0,0-1 0,-1 1 0,1 1 0,21 30 19,-19-26-56,1-1-1,0 1 1,0-1 0,0 0-1,0 0 1,1 0-1,4 4 1,2-1-598,10 8-383,-4-8-3598,-7-4 2270</inkml:trace>
</inkml:ink>
</file>

<file path=ppt/ink/ink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6:32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0 472,'4'0'162,"-1"1"1,1-1-1,-1 1 1,1 0-1,-1 0 0,0 0 1,0 1-1,1-1 1,-1 1-1,0 0 0,0 0 1,0 0-1,-1 0 0,1 0 1,0 0-1,-1 1 1,0-1-1,1 1 0,-1 0 1,0 0-1,0 0 1,-1 0-1,1 0 0,0 0 1,-1 0-1,0 1 1,2 5-1,-2-6-81,0 1 0,0-1 1,-1 1-1,1 0 0,-1-1 1,0 1-1,0 0 0,0-1 0,0 1 1,0 0-1,-1-1 0,0 1 0,0-1 1,0 1-1,0-1 0,0 1 1,-1-1-1,1 0 0,-1 1 0,0-1 1,0 0-1,0 0 0,-1 0 1,1-1-1,-1 1 0,-5 4 0,7-6-36,-1 1-1,1-1 1,0 0-1,-1 0 0,1 0 1,-1 0-1,1 0 1,-1 0-1,0-1 1,1 1-1,-1 0 0,0-1 1,1 1-1,-1-1 1,0 0-1,0 0 0,0 1 1,1-1-1,-1 0 1,0 0-1,0-1 1,0 1-1,1 0 0,-1-1 1,0 1-1,0-1 1,1 1-1,-1-1 1,0 0-1,1 0 0,-3-1 1,3-1-17,1 0 0,0 0 0,-1 1 0,1-1 0,1 0 0,-1 0 0,0 1 0,1-1 0,-1 0 0,3-5 0,-1 2-18,0-1 0,0 1 0,1 0 0,0 0-1,0 0 1,1 0 0,0 0 0,0 0 0,0 1 0,1 0 0,-1 0 0,1 0 0,0 1 0,1-1 0,-1 1 0,1 0-1,0 1 1,0 0 0,0 0 0,0 0 0,1 0 0,-1 1 0,1 0 0,8-1 0,-11 2-7,-1 1 1,1 0-1,-1 0 0,1 0 1,-1 1-1,0-1 0,1 1 1,-1-1-1,1 1 0,-1 0 1,0 1-1,0-1 1,0 0-1,5 4 0,0 0-2,-1 0-1,0 1 1,0 0-1,0 0 1,8 11-1,-11-13 4,-1-1-1,-1 0 0,1 1 1,-1 0-1,1 0 0,-1 0 1,0 0-1,0 0 0,2 7 1,-4-9 4,6 2 70,-6-4-74,0 1-1,0-1 1,1 1 0,-1-1 0,0 0 0,1 1 0,-1-1 0,0 0-1,1 1 1,-1-1 0,1 0 0,-1 0 0,1 1 0,-1-1 0,0 0-1,1 0 1,-1 0 0,1 0 0,-1 0 0,1 1 0,-1-1 0,1 0-1,-1 0 1,1 0 0,-1 0 0,1 0 0,-1 0 0,1-1 0,-1 1-1,1 0 1,-1 0 0,1 0 0,-1 0 0,1 0 0,-1-1 0,0 1-1,1 0 1,-1-1 0,1 1 0,-1 0 0,0 0 0,1-1 0,13-11 23,1 1 1,0 1 0,0 0-1,1 1 1,32-13 0,-44 21-36,0 1 17,0 0 0,0 0 1,-1 0-1,1 1 0,0-1 0,-1 1 0,1 0 0,0 0 0,-1 0 0,1 1 0,-1-1 0,1 1 0,-1 0 1,0 0-1,0 0 0,0 0 0,0 0 0,4 6 0,-2-2-162,-1 0 0,0 0 0,-1 1 0,1 0 0,-1 0 0,3 13 0,7 13-4609,-8-23 2498</inkml:trace>
</inkml:ink>
</file>

<file path=ppt/ink/ink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36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73 20 0 0,'-2'-10'846'0'0,"0"0"-1"0"0,0 0 1 0 0,-1 0-1 0 0,0 1 1 0 0,-5-13-1 0 0,6 20 839 0 0,1 3-1660 0 0,0-1-1 0 0,0 1 0 0 0,0-1 1 0 0,0 1-1 0 0,0 0 0 0 0,0-1 1 0 0,0 1-1 0 0,0 0 0 0 0,0 0 1 0 0,0 0-1 0 0,0 0 0 0 0,0 0 1 0 0,0 0-1 0 0,0 0 0 0 0,1 0 1 0 0,-1 0-1 0 0,1 0 0 0 0,-1 0 1 0 0,1 0-1 0 0,-1 1 0 0 0,1-1 1 0 0,-1 0-1 0 0,1 0 0 0 0,0 1 1 0 0,0 1-1 0 0,-7 39 273 0 0,7-36-239 0 0,-13 244 884 0 0,1-3-403 0 0,-3-99 262 0 0,18-179 1423 0 0,-1 21-2213 0 0,0-1-1 0 0,0 0 1 0 0,1 1 0 0 0,4-11-1 0 0,-3 13 2 0 0,1-1-1 0 0,0 1 0 0 0,1 1 1 0 0,-1-1-1 0 0,2 1 0 0 0,-1 0 1 0 0,1 0-1 0 0,0 1 1 0 0,0 0-1 0 0,0 0 0 0 0,1 1 1 0 0,0-1-1 0 0,0 2 1 0 0,1-1-1 0 0,-1 1 0 0 0,1 1 1 0 0,0 0-1 0 0,0 0 1 0 0,0 0-1 0 0,0 1 0 0 0,12-1 1 0 0,-14 2-10 0 0,0 1 0 0 0,0 0 0 0 0,0 0 1 0 0,0 0-1 0 0,0 1 0 0 0,0 0 0 0 0,0 0 1 0 0,-1 1-1 0 0,1 0 0 0 0,0 0 0 0 0,-1 0 1 0 0,0 1-1 0 0,1 0 0 0 0,-1 1 0 0 0,0-1 1 0 0,0 1-1 0 0,-1 0 0 0 0,1 0 0 0 0,-1 1 1 0 0,0 0-1 0 0,0 0 0 0 0,-1 0 0 0 0,1 0 1 0 0,-1 1-1 0 0,0 0 0 0 0,-1-1 0 0 0,1 2 1 0 0,-1-1-1 0 0,3 9 0 0 0,-4-10-1 0 0,-1 1 0 0 0,1-1 0 0 0,-1 1 0 0 0,0-1 0 0 0,-1 1 0 0 0,0-1 0 0 0,0 1 0 0 0,0-1 0 0 0,0 1 0 0 0,-1-1 1 0 0,0 1-1 0 0,0-1 0 0 0,0 1 0 0 0,-1-1 0 0 0,0 0 0 0 0,0 0 0 0 0,0 0 0 0 0,-1 0 0 0 0,1 0 0 0 0,-1 0 0 0 0,-1 0 0 0 0,1-1 0 0 0,0 0 0 0 0,-1 0 0 0 0,0 0 0 0 0,0 0 0 0 0,-9 6 0 0 0,4-2 6 0 0,-1-1 0 0 0,-1 0 1 0 0,1-1-1 0 0,-1 0 0 0 0,0-1 0 0 0,0 0 0 0 0,0-1 1 0 0,-1 0-1 0 0,1-1 0 0 0,-1 0 0 0 0,0-1 0 0 0,-13 1 0 0 0,20-2-27 0 0,-1-1 0 0 0,1 0 0 0 0,-1 0 0 0 0,1-1-1 0 0,-1 1 1 0 0,1-1 0 0 0,-1 0 0 0 0,1-1-1 0 0,0 1 1 0 0,-1-1 0 0 0,1 0 0 0 0,0-1 0 0 0,0 1-1 0 0,1-1 1 0 0,-1 0 0 0 0,0 0 0 0 0,1 0-1 0 0,0-1 1 0 0,0 0 0 0 0,0 1 0 0 0,0-1-1 0 0,0-1 1 0 0,1 1 0 0 0,-5-8 0 0 0,8 11-105 0 0,0-1 1 0 0,0 1 0 0 0,0-1-1 0 0,0 0 1 0 0,0 1 0 0 0,1-1-1 0 0,-1 1 1 0 0,0-1 0 0 0,1 1-1 0 0,-1-1 1 0 0,1 1 0 0 0,-1-1-1 0 0,1 1 1 0 0,0 0 0 0 0,0-1-1 0 0,-1 1 1 0 0,1 0 0 0 0,0-1-1 0 0,0 1 1 0 0,0 0-1 0 0,0 0 1 0 0,1 0 0 0 0,-1 0-1 0 0,0 0 1 0 0,0 0 0 0 0,1 0-1 0 0,-1 1 1 0 0,1-1 0 0 0,-1 0-1 0 0,0 1 1 0 0,1-1 0 0 0,-1 1-1 0 0,3-1 1 0 0,5-4-3163 0 0,2-2 726 0 0</inkml:trace>
</inkml:ink>
</file>

<file path=ppt/ink/ink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37.3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0 36 0 0,'-3'0'109'0'0,"-1"1"-1"0"0,1-1 1 0 0,-1 1 0 0 0,1-1 0 0 0,0 1-1 0 0,0 0 1 0 0,-1 0 0 0 0,1 0 0 0 0,0 1-1 0 0,0-1 1 0 0,0 1 0 0 0,0 0 0 0 0,0 0-1 0 0,0 0 1 0 0,1 0 0 0 0,-1 0 0 0 0,1 0-1 0 0,-1 1 1 0 0,1-1 0 0 0,0 1 0 0 0,0 0-1 0 0,0 0 1 0 0,0-1 0 0 0,1 1 0 0 0,-1 0-1 0 0,1 1 1 0 0,0-1 0 0 0,0 0 0 0 0,0 0-1 0 0,0 1 1 0 0,0-1 0 0 0,1 0-1 0 0,-1 1 1 0 0,1-1 0 0 0,0 1 0 0 0,0-1-1 0 0,0 0 1 0 0,1 5 0 0 0,0-1-36 0 0,0 0 1 0 0,0 0-1 0 0,1 0 1 0 0,0 1-1 0 0,1-2 1 0 0,-1 1-1 0 0,1 0 1 0 0,0 0-1 0 0,1-1 1 0 0,0 0-1 0 0,0 1 0 0 0,0-2 1 0 0,1 1-1 0 0,0 0 1 0 0,0-1-1 0 0,0 0 1 0 0,7 5-1 0 0,-8-7-2 0 0,-1-1 0 0 0,1 0 0 0 0,-1 0 0 0 0,1 0 0 0 0,0-1 0 0 0,0 1 0 0 0,0-1 0 0 0,0 0 0 0 0,0 0 0 0 0,0 0 0 0 0,0-1 0 0 0,0 1 0 0 0,0-1 0 0 0,0 0 0 0 0,1 0 0 0 0,6-2 0 0 0,-9 1-10 0 0,1 1 0 0 0,0-2 0 0 0,-1 1 1 0 0,1 0-1 0 0,0 0 0 0 0,-1-1 0 0 0,1 0 0 0 0,-1 1 0 0 0,0-1 0 0 0,0 0 0 0 0,1 0 0 0 0,-1 0 0 0 0,-1 0 0 0 0,1-1 1 0 0,0 1-1 0 0,0 0 0 0 0,-1-1 0 0 0,1 1 0 0 0,-1-1 0 0 0,0 0 0 0 0,0 1 0 0 0,0-1 0 0 0,0 0 0 0 0,0-3 0 0 0,1-5 62 0 0,0 0 0 0 0,-1-1 0 0 0,0 1-1 0 0,-1-1 1 0 0,0 1 0 0 0,-1-1-1 0 0,0 1 1 0 0,-1 0 0 0 0,-4-17-1 0 0,-1-7 137 0 0,7 34-216 0 0,14 33-8365 0 0</inkml:trace>
</inkml:ink>
</file>

<file path=ppt/ink/ink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38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3 345 224 0 0,'-2'22'6537'0'0,"2"-10"-6358"0"0,0 1 1 0 0,1-1-1 0 0,0 0 1 0 0,1 1 0 0 0,1-1-1 0 0,0 0 1 0 0,0 0-1 0 0,7 14 1 0 0,-9-25-168 0 0,0 0-1 0 0,0 0 1 0 0,0 0 0 0 0,0 0 0 0 0,0 0-1 0 0,1-1 1 0 0,-1 1 0 0 0,0 0 0 0 0,0-1 0 0 0,1 1-1 0 0,-1-1 1 0 0,0 1 0 0 0,1-1 0 0 0,-1 0-1 0 0,0 0 1 0 0,1 1 0 0 0,-1-1 0 0 0,1 0 0 0 0,-1 0-1 0 0,0 0 1 0 0,1 0 0 0 0,-1-1 0 0 0,0 1 0 0 0,1 0-1 0 0,-1-1 1 0 0,0 1 0 0 0,1-1 0 0 0,-1 1-1 0 0,0-1 1 0 0,0 1 0 0 0,1-1 0 0 0,-1 0 0 0 0,0 0-1 0 0,0 1 1 0 0,0-1 0 0 0,0 0 0 0 0,2-2-1 0 0,38-37 120 0 0,-41 40-130 0 0,13-16 22 0 0,16-17 6 0 0,-29 33-30 0 0,1-1 1 0 0,0 1 0 0 0,-1-1-1 0 0,1 1 1 0 0,0-1-1 0 0,0 1 1 0 0,-1 0 0 0 0,1 0-1 0 0,0-1 1 0 0,0 1-1 0 0,-1 0 1 0 0,1 0 0 0 0,0 0-1 0 0,0 0 1 0 0,0 0-1 0 0,0 0 1 0 0,-1 0 0 0 0,1 0-1 0 0,0 0 1 0 0,0 0-1 0 0,0 1 1 0 0,-1-1 0 0 0,1 0-1 0 0,0 0 1 0 0,0 1 0 0 0,-1-1-1 0 0,1 1 1 0 0,0-1-1 0 0,-1 1 1 0 0,1-1 0 0 0,0 1-1 0 0,-1-1 1 0 0,1 1-1 0 0,-1-1 1 0 0,1 1 0 0 0,0 0-1 0 0,-1-1 1 0 0,0 1-1 0 0,1 0 1 0 0,-1-1 0 0 0,1 1-1 0 0,-1 1 1 0 0,4 3 5 0 0,0 0 0 0 0,1 0 0 0 0,-1 0 0 0 0,1 0 0 0 0,0-1 0 0 0,0 1 0 0 0,1-1 0 0 0,-1-1 0 0 0,1 1 0 0 0,0-1 0 0 0,0 0 0 0 0,12 4 0 0 0,-3-2 2 0 0,0-1 0 0 0,0 0 0 0 0,0-1 0 0 0,20 1 1 0 0,-18-3-3 0 0,1-2 0 0 0,0 0 1 0 0,0 0-1 0 0,-1-2 0 0 0,1 0 1 0 0,-1-1-1 0 0,26-10 0 0 0,-31 10 0 0 0,0-1-1 0 0,0-1 0 0 0,0 0 0 0 0,-1 0 1 0 0,1-1-1 0 0,-2-1 0 0 0,1 1 1 0 0,-1-2-1 0 0,0 0 0 0 0,14-17 1 0 0,-20 20-6 0 0,0 0 0 0 0,0 0 0 0 0,-1 0 0 0 0,0 0 1 0 0,0-1-1 0 0,-1 0 0 0 0,0 1 0 0 0,0-1 0 0 0,1-9 1 0 0,-2 15 3 0 0,-1-1 0 0 0,0 0 0 0 0,0 0 1 0 0,0 0-1 0 0,0 0 0 0 0,0 0 0 0 0,0 0 1 0 0,0 1-1 0 0,-1-1 0 0 0,1 0 1 0 0,-1 0-1 0 0,1 0 0 0 0,-1 1 0 0 0,0-1 1 0 0,1 0-1 0 0,-1 1 0 0 0,0-1 0 0 0,0 0 1 0 0,0 1-1 0 0,-1-1 0 0 0,1 1 0 0 0,0 0 1 0 0,-1-1-1 0 0,1 1 0 0 0,0 0 1 0 0,-1 0-1 0 0,1 0 0 0 0,-1 0 0 0 0,0 0 1 0 0,1 0-1 0 0,-1 0 0 0 0,0 1 0 0 0,0-1 1 0 0,1 0-1 0 0,-1 1 0 0 0,0 0 0 0 0,0-1 1 0 0,0 1-1 0 0,0 0 0 0 0,-3 0 1 0 0,0 0 9 0 0,-1 0 0 0 0,1 1 0 0 0,-1 0 0 0 0,1 0 0 0 0,-1 0 0 0 0,1 1 0 0 0,0-1 1 0 0,-1 1-1 0 0,1 0 0 0 0,0 1 0 0 0,0-1 0 0 0,1 1 0 0 0,-6 4 0 0 0,7-5-4 0 0,0 0 0 0 0,1 0 0 0 0,-1 0 0 0 0,0 1 0 0 0,1-1 0 0 0,-1 1 0 0 0,1 0 0 0 0,0 0 0 0 0,0 0 0 0 0,0 0 0 0 0,0 0 0 0 0,0 0 0 0 0,1 0 0 0 0,-1 1 0 0 0,1-1 0 0 0,0 1-1 0 0,0-1 1 0 0,1 1 0 0 0,-1-1 0 0 0,1 1 0 0 0,-1 7 0 0 0,1-10-6 0 0,1 0 0 0 0,-1 0-1 0 0,1 0 1 0 0,-1 0 0 0 0,1 0-1 0 0,-1 0 1 0 0,1 0 0 0 0,-1 0 0 0 0,1 0-1 0 0,0 0 1 0 0,0 0 0 0 0,-1-1-1 0 0,1 1 1 0 0,0 0 0 0 0,0 0-1 0 0,0-1 1 0 0,0 1 0 0 0,0-1 0 0 0,0 1-1 0 0,0-1 1 0 0,0 1 0 0 0,0-1-1 0 0,0 1 1 0 0,0-1 0 0 0,0 0-1 0 0,0 0 1 0 0,1 1 0 0 0,-1-1 0 0 0,0 0-1 0 0,0 0 1 0 0,0 0 0 0 0,0 0-1 0 0,0-1 1 0 0,2 1 0 0 0,44-7 47 0 0,-40 6-37 0 0,2-1-15 0 0,0 1 1 0 0,0 0 0 0 0,0 0-1 0 0,0 1 1 0 0,0 0 0 0 0,1 1 0 0 0,-1 0-1 0 0,0 0 1 0 0,0 1 0 0 0,0 0-1 0 0,0 1 1 0 0,-1 0 0 0 0,1 0-1 0 0,-1 1 1 0 0,0 0 0 0 0,0 1 0 0 0,0-1-1 0 0,0 2 1 0 0,12 9 0 0 0,-10-4-2 0 0,1 0 1 0 0,-1 0-1 0 0,-1 1 0 0 0,0 0 1 0 0,-1 0-1 0 0,-1 1 1 0 0,1 0-1 0 0,-2 1 1 0 0,0-1-1 0 0,-1 1 0 0 0,6 22 1 0 0,-4-6 4 0 0,-1 0 1 0 0,-1 1 0 0 0,-2 0-1 0 0,0 54 1 0 0,-3-75-2 0 0,-1 0 0 0 0,1 0 0 0 0,-1-1 0 0 0,-1 1 0 0 0,0-1 0 0 0,0 1 0 0 0,-1-1 0 0 0,0 0-1 0 0,-1 0 1 0 0,0 0 0 0 0,0 0 0 0 0,-1 0 0 0 0,0-1 0 0 0,-1 0 0 0 0,0 0 0 0 0,0-1 0 0 0,0 1 0 0 0,-1-2 0 0 0,-8 8 0 0 0,14-13 2 0 0,0 0 0 0 0,0 0 0 0 0,0 0 0 0 0,0 0 0 0 0,0 0 0 0 0,0-1-1 0 0,0 1 1 0 0,-1 0 0 0 0,1-1 0 0 0,0 1 0 0 0,0-1 0 0 0,-1 1 0 0 0,1-1 0 0 0,0 1 0 0 0,-1-1 0 0 0,1 0 0 0 0,0 0 0 0 0,-1 0 0 0 0,1 0 0 0 0,-1 0 0 0 0,1 0 0 0 0,0 0-1 0 0,-1 0 1 0 0,1 0 0 0 0,0-1 0 0 0,-1 1 0 0 0,1-1 0 0 0,0 1 0 0 0,-1-1 0 0 0,1 1 0 0 0,0-1 0 0 0,0 0 0 0 0,0 1 0 0 0,0-1 0 0 0,-2-1 0 0 0,1-1 0 0 0,1 0 0 0 0,0 0 0 0 0,0 0 0 0 0,0 0 1 0 0,0 0-1 0 0,0 0 0 0 0,0 0 0 0 0,1 0 0 0 0,0 0 0 0 0,-1 0 1 0 0,1 0-1 0 0,0 0 0 0 0,0 0 0 0 0,1 0 0 0 0,0-4 1 0 0,7-28-3 0 0,2 0 0 0 0,1 1 1 0 0,1 1-1 0 0,2 0 1 0 0,29-49-1 0 0,16-39-14 0 0,-36 68 15 0 0,12-29 10 0 0,-3-1 0 0 0,23-97 0 0 0,-40 116 973 0 0,-14 62-521 0 0,0 9-416 0 0,1 22-8 0 0,0 11 22 0 0,2-1 1 0 0,2 0-1 0 0,1 0 0 0 0,2 0 0 0 0,20 52 0 0 0,-29-90-57 0 0,0 0 0 0 0,0 0-1 0 0,0 0 1 0 0,1 0 0 0 0,-1 0 0 0 0,0-1 0 0 0,1 1-1 0 0,-1 0 1 0 0,1 0 0 0 0,-1 0 0 0 0,1 0 0 0 0,0 0-1 0 0,-1-1 1 0 0,1 1 0 0 0,0 0 0 0 0,-1 0 0 0 0,1-1-1 0 0,0 1 1 0 0,0 0 0 0 0,0-1 0 0 0,0 1 0 0 0,0-1-1 0 0,0 0 1 0 0,-1 1 0 0 0,1-1 0 0 0,0 0 0 0 0,0 1-1 0 0,0-1 1 0 0,0 0 0 0 0,0 0 0 0 0,0 0 0 0 0,0 0-1 0 0,0 0 1 0 0,1 0 0 0 0,0 0 0 0 0,2-2 2 0 0,-1 0 1 0 0,0 0 0 0 0,0 0 0 0 0,0-1 0 0 0,0 1-1 0 0,0-1 1 0 0,-1 0 0 0 0,3-3 0 0 0,5-4-12 0 0,-6 6 15 0 0,2-3-5 0 0,1 1 0 0 0,-1 0 0 0 0,1 0 0 0 0,0 0 0 0 0,13-7 0 0 0,-16 11-9 0 0,0 1 1 0 0,0 0-1 0 0,-1 0 0 0 0,1 0 1 0 0,0 0-1 0 0,0 0 0 0 0,0 1 1 0 0,0 0-1 0 0,0 0 0 0 0,0 0 1 0 0,0 0-1 0 0,0 1 0 0 0,0 0 1 0 0,0-1-1 0 0,0 1 0 0 0,4 2 1 0 0,20 6 2 0 0,0-1 0 0 0,1-1 0 0 0,0-2 1 0 0,0-1-1 0 0,0-1 0 0 0,35-1 0 0 0,-56-2 2 0 0,0-1 0 0 0,0 0 0 0 0,0 0 0 0 0,0 0-1 0 0,-1-1 1 0 0,1 0 0 0 0,0 0 0 0 0,-1-1-1 0 0,0 0 1 0 0,0-1 0 0 0,0 1 0 0 0,0-1 0 0 0,0-1-1 0 0,-1 1 1 0 0,1-1 0 0 0,-1 0 0 0 0,-1-1-1 0 0,1 1 1 0 0,-1-1 0 0 0,0 0 0 0 0,0-1 0 0 0,0 1-1 0 0,-1-1 1 0 0,0 0 0 0 0,-1 0 0 0 0,1 0 0 0 0,-1-1-1 0 0,2-8 1 0 0,0-1 36 0 0,-1-1 0 0 0,-1 0 0 0 0,-1 0 0 0 0,0 0 0 0 0,-1 0 0 0 0,-1 0 0 0 0,-1 0 0 0 0,-5-33 0 0 0,5 46 127 0 0,0 0 0 0 0,-1 0-1 0 0,0-1 1 0 0,0 2 0 0 0,0-1 0 0 0,-5-8 0 0 0,6 12-20 0 0,-14 25 1 0 0,11-14-118 0 0,0 1 1 0 0,1 0-1 0 0,0 0 0 0 0,0 0 1 0 0,1 0-1 0 0,1 0 1 0 0,0 0-1 0 0,0 1 0 0 0,1-1 1 0 0,3 20-1 0 0,1 1 38 0 0,2 0-1 0 0,13 43 1 0 0,-12-48-209 0 0,-3-13-141 0 0,-1 1-1 0 0,2-1 0 0 0,0 0 1 0 0,1 0-1 0 0,0-1 0 0 0,15 24 1 0 0,-14-31-2024 0 0</inkml:trace>
</inkml:ink>
</file>

<file path=ppt/ink/ink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39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57 688 0 0,'0'0'708'0'0,"9"-12"-76"0"0,-1 5-60 0 0,2 2-40 0 0,1-4-48 0 0,4 4-60 0 0,3 0-52 0 0,2 1-44 0 0,0 1-104 0 0,6-1-196 0 0,-3 3-268 0 0,-5 1-552 0 0,2 0-860 0 0,-4-2 380 0 0</inkml:trace>
</inkml:ink>
</file>

<file path=ppt/ink/ink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39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43 480 0 0,'-13'-24'2774'0'0,"2"5"1645"0"0,10 19-4367 0 0,1 0 0 0 0,-1 1 0 0 0,0-1 0 0 0,1 0 0 0 0,-1 0 0 0 0,1 0 0 0 0,-1 1 0 0 0,1-1 0 0 0,-1 0 0 0 0,1 1 0 0 0,-1-1 1 0 0,1 0-1 0 0,-1 1 0 0 0,1-1 0 0 0,0 1 0 0 0,-1-1 0 0 0,1 1 0 0 0,0-1 0 0 0,-1 1 0 0 0,1-1 0 0 0,0 1 0 0 0,-1-1 0 0 0,1 1 0 0 0,0-1 0 0 0,0 1 0 0 0,0-1 0 0 0,0 1 1 0 0,-1 0-1 0 0,1-1 0 0 0,0 1 0 0 0,0-1 0 0 0,0 1 0 0 0,0 1 0 0 0,-2 14 186 0 0,0 1 0 0 0,0 0 0 0 0,2 0 0 0 0,0-1 0 0 0,1 1 0 0 0,1 0 0 0 0,4 20 0 0 0,-4-25-147 0 0,12 54 212 0 0,2 1 0 0 0,4-2-1 0 0,2-1 1 0 0,34 66 0 0 0,-16-33-81 0 0,-31-78-669 0 0,10 27 413 0 0,-16-20-8137 0 0</inkml:trace>
</inkml:ink>
</file>

<file path=ppt/ink/ink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0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1 712 156 0 0,'4'-4'146'0'0,"0"0"-1"0"0,0 0 1 0 0,0 0-1 0 0,1 0 1 0 0,0 1 0 0 0,-1-1-1 0 0,1 1 1 0 0,1 0-1 0 0,6-3 1 0 0,59-20 523 0 0,-32 13-351 0 0,12-7 155 0 0,0-2 1 0 0,-1-2 0 0 0,85-58-1 0 0,-122 73-376 0 0,0-1 1 0 0,-1-1-1 0 0,0 0 1 0 0,-1 0-1 0 0,0-1 1 0 0,-1-1-1 0 0,0 0 0 0 0,-1 0 1 0 0,-1-1-1 0 0,0 0 1 0 0,-1 0-1 0 0,0-1 0 0 0,-1 0 1 0 0,-1 0-1 0 0,-1-1 1 0 0,0 1-1 0 0,4-31 1 0 0,-7 19 248 0 0,-2 0 0 0 0,0 0 0 0 0,-2 0 0 0 0,-1 0 0 0 0,-14-50 0 0 0,18 76-331 0 0,0 1 0 0 0,-1 0 0 0 0,1-1 0 0 0,0 1 0 0 0,-1-1 0 0 0,1 1 1 0 0,0 0-1 0 0,-1-1 0 0 0,1 1 0 0 0,0 0 0 0 0,-1-1 0 0 0,1 1 0 0 0,-1 0 0 0 0,1 0 0 0 0,0 0 1 0 0,-1-1-1 0 0,1 1 0 0 0,-1 0 0 0 0,1 0 0 0 0,-1 0 0 0 0,1 0 0 0 0,-1 0 0 0 0,1 0 0 0 0,-1 0 1 0 0,1 0-1 0 0,-1 0 0 0 0,1 0 0 0 0,-1 0 0 0 0,1 0 0 0 0,-1 0 0 0 0,1 0 0 0 0,0 0 0 0 0,-1 0 0 0 0,1 0 1 0 0,-1 1-1 0 0,1-1 0 0 0,-1 0 0 0 0,1 0 0 0 0,0 1 0 0 0,-1-1 0 0 0,1 0 0 0 0,-1 1 0 0 0,1-1 1 0 0,0 0-1 0 0,-1 1 0 0 0,1-1 0 0 0,0 0 0 0 0,-1 2 0 0 0,-1-1-8 0 0,0 1 0 0 0,-1 0 0 0 0,1 0-1 0 0,0 1 1 0 0,1-1 0 0 0,-1 0 0 0 0,0 1 0 0 0,1-1 0 0 0,-3 5 0 0 0,-7 29 202 0 0,1 0 0 0 0,3 0 1 0 0,0 1-1 0 0,3 0 0 0 0,1 0 1 0 0,2 58-1 0 0,8 6 95 0 0,23 117 1 0 0,-19-178-265 0 0,-8-32 178 0 0,-1-1 0 0 0,0 1 0 0 0,0 0 0 0 0,0 0 0 0 0,-1 10 0 0 0,20-36-105 0 0,1-3 100 0 0,-21 19-206 0 0,1 0 0 0 0,-1 1 0 0 0,1-1-1 0 0,0 0 1 0 0,-1 1 0 0 0,1-1 0 0 0,0 1 0 0 0,0 0-1 0 0,0-1 1 0 0,0 1 0 0 0,3-1 0 0 0,0 1-7 0 0,-1 1-1 0 0,1-1 1 0 0,0 1 0 0 0,0 0 0 0 0,-1 0-1 0 0,1 1 1 0 0,0-1 0 0 0,8 3 0 0 0,7 1 12 0 0,13 4 4 0 0,0-3 1 0 0,42 2-1 0 0,-67-6-10 0 0,0-1-1 0 0,0 0 1 0 0,0-1-1 0 0,0 0 1 0 0,0 0-1 0 0,0-1 1 0 0,0 0-1 0 0,0 0 1 0 0,-1 0-1 0 0,1-1 1 0 0,-1-1-1 0 0,1 1 1 0 0,-1-1-1 0 0,12-10 1 0 0,-15 12 20 0 0,-1-1 1 0 0,0 0-1 0 0,0 0 0 0 0,0-1 0 0 0,0 1 1 0 0,0-1-1 0 0,-1 0 0 0 0,0 1 1 0 0,1-1-1 0 0,-1 0 0 0 0,-1 0 1 0 0,1 0-1 0 0,-1-1 0 0 0,1 1 1 0 0,-1 0-1 0 0,-1-1 0 0 0,1 1 1 0 0,0 0-1 0 0,-1-1 0 0 0,0 1 1 0 0,0-1-1 0 0,0 1 0 0 0,-1 0 1 0 0,-1-6-1 0 0,2 8 174 0 0,0 0-60 0 0,2-6-143 0 0,0 9 347 0 0,1 8-578 0 0,1 0 0 0 0,-1 0 0 0 0,1 0 1 0 0,1-1-1 0 0,0 0 0 0 0,0 0 0 0 0,0 0 0 0 0,1 0 1 0 0,11 10-1 0 0,-5-6-2049 0 0,1 0 0 0 0,23 15 0 0 0,-20-16-677 0 0</inkml:trace>
</inkml:ink>
</file>

<file path=ppt/ink/ink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0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87 792 0 0,'-6'-86'8425'0'0,"6"93"-8126"0"0,16 401 2005 0 0,-20-329-1791 0 0,6-78-506 0 0,0 0 1 0 0,0 0-1 0 0,0 0 0 0 0,1 0 0 0 0,-1 0 0 0 0,0-1 1 0 0,1 1-1 0 0,-1-1 0 0 0,0 0 0 0 0,1 0 1 0 0,-1 0-1 0 0,0 0 0 0 0,1 0 0 0 0,-1 0 0 0 0,4-1 1 0 0,1 0 8 0 0,5 1-9 0 0,0 1 0 0 0,0 0 0 0 0,0 1 0 0 0,0 0 0 0 0,-1 1-1 0 0,1 0 1 0 0,0 1 0 0 0,14 7 0 0 0,-21-9-7 0 0,-1 1 0 0 0,1-1 0 0 0,-1 1-1 0 0,1 0 1 0 0,-1 0 0 0 0,0 1 0 0 0,0-1 0 0 0,0 1 0 0 0,-1 0 0 0 0,1 0-1 0 0,-1 0 1 0 0,0 0 0 0 0,0 1 0 0 0,-1-1 0 0 0,1 1 0 0 0,-1 0 0 0 0,0-1-1 0 0,0 1 1 0 0,0 0 0 0 0,-1 0 0 0 0,1 6 0 0 0,-2-9 1 0 0,0 1 1 0 0,0-1-1 0 0,0 1 0 0 0,0-1 1 0 0,-1 0-1 0 0,1 1 0 0 0,-1-1 1 0 0,0 0-1 0 0,0 1 0 0 0,0-1 1 0 0,0 0-1 0 0,0 0 0 0 0,0 1 1 0 0,0-1-1 0 0,-1 0 1 0 0,1 0-1 0 0,-1-1 0 0 0,1 1 1 0 0,-1 0-1 0 0,0 0 0 0 0,0-1 1 0 0,0 1-1 0 0,0-1 0 0 0,0 0 1 0 0,0 1-1 0 0,0-1 0 0 0,-1 0 1 0 0,1 0-1 0 0,0 0 1 0 0,-1-1-1 0 0,1 1 0 0 0,0-1 1 0 0,-5 1-1 0 0,-3 2 3 0 0,0-2 0 0 0,0 1 0 0 0,-1-1 0 0 0,1-1 0 0 0,0 0 0 0 0,-16-2 0 0 0,17 1-111 0 0,1 0 0 0 0,-1-1 0 0 0,0-1-1 0 0,1 1 1 0 0,0-1 0 0 0,0-1 0 0 0,0 1-1 0 0,0-1 1 0 0,0-1 0 0 0,1 1 0 0 0,0-1-1 0 0,0-1 1 0 0,0 1 0 0 0,-9-11 0 0 0,14 3-2000 0 0,4 7-1742 0 0,4-9 1019 0 0</inkml:trace>
</inkml:ink>
</file>

<file path=ppt/ink/ink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1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1 472 0 0,'-19'3'2064'0'0,"14"-2"-1948"0"0,0 1 0 0 0,0 0 0 0 0,0 0 0 0 0,1 1 0 0 0,-1-1 0 0 0,1 1 0 0 0,-1 0 0 0 0,1 0 0 0 0,0 0 0 0 0,0 1 0 0 0,0-1-1 0 0,1 1 1 0 0,-1 0 0 0 0,1 0 0 0 0,0 1 0 0 0,0-1 0 0 0,0 1 0 0 0,1-1 0 0 0,-1 1 0 0 0,1 0 0 0 0,1 0 0 0 0,-1 0 0 0 0,0 0 0 0 0,1 0 0 0 0,0 0 0 0 0,0 0 0 0 0,1 1-1 0 0,0-1 1 0 0,-1 0 0 0 0,2 0 0 0 0,-1 1 0 0 0,1-1 0 0 0,-1 0 0 0 0,2 0 0 0 0,-1 0 0 0 0,0 0 0 0 0,1 0 0 0 0,0 0 0 0 0,0 0 0 0 0,0 0 0 0 0,1-1 0 0 0,0 1 0 0 0,0-1-1 0 0,4 5 1 0 0,-6-7-93 0 0,0 0-1 0 0,1-1 0 0 0,-1 1 1 0 0,1 0-1 0 0,0-1 1 0 0,-1 1-1 0 0,1-1 0 0 0,0 0 1 0 0,0 0-1 0 0,0 1 0 0 0,0-1 1 0 0,0 0-1 0 0,0-1 0 0 0,0 1 1 0 0,0 0-1 0 0,0-1 0 0 0,1 1 1 0 0,-1-1-1 0 0,0 1 1 0 0,0-1-1 0 0,1 0 0 0 0,-1 0 1 0 0,0 0-1 0 0,0 0 0 0 0,1-1 1 0 0,-1 1-1 0 0,0-1 0 0 0,0 1 1 0 0,0-1-1 0 0,0 0 0 0 0,0 0 1 0 0,1 0-1 0 0,-1 0 0 0 0,-1 0 1 0 0,1 0-1 0 0,0 0 1 0 0,0-1-1 0 0,0 1 0 0 0,-1-1 1 0 0,1 1-1 0 0,2-4 0 0 0,1 0 43 0 0,-1-1 0 0 0,0 0 0 0 0,0 0 0 0 0,0 0 0 0 0,-1 0 0 0 0,0-1 0 0 0,0 1 0 0 0,-1-1 0 0 0,1 0 0 0 0,-1 1 0 0 0,-1-1 0 0 0,2-8 0 0 0,-6-15 717 0 0,2 18-1820 0 0,0-2-4023 0 0</inkml:trace>
</inkml:ink>
</file>

<file path=ppt/ink/ink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1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52 560 0 0,'-1'0'110'0'0,"0"0"0"0"0,0-1 0 0 0,0 1 0 0 0,0 0 0 0 0,0 0 0 0 0,0 0 0 0 0,0 0 0 0 0,0-1 0 0 0,0 1 0 0 0,0 1 0 0 0,0-1 0 0 0,0 0 0 0 0,0 0 0 0 0,0 0 0 0 0,0 1 0 0 0,0-1 0 0 0,0 0 0 0 0,0 1 0 0 0,0-1 0 0 0,0 1-1 0 0,0-1 1 0 0,0 1 0 0 0,0-1 0 0 0,0 1 0 0 0,0 0 0 0 0,1-1 0 0 0,-1 1 0 0 0,0 0 0 0 0,1 0 0 0 0,-1 0 0 0 0,0 0 0 0 0,1-1 0 0 0,-1 1 0 0 0,1 0 0 0 0,-1 2 0 0 0,0-2 204 0 0,15 28 703 0 0,-12-27-938 0 0,1 1 1 0 0,-1-1 0 0 0,1 1-1 0 0,0-1 1 0 0,0 0 0 0 0,0 0-1 0 0,0 0 1 0 0,0 0-1 0 0,1-1 1 0 0,-1 1 0 0 0,0-1-1 0 0,1 0 1 0 0,-1 0-1 0 0,1 0 1 0 0,-1 0 0 0 0,1-1-1 0 0,0 0 1 0 0,-1 1 0 0 0,1-1-1 0 0,0 0 1 0 0,-1-1-1 0 0,1 1 1 0 0,-1-1 0 0 0,1 1-1 0 0,-1-1 1 0 0,6-2-1 0 0,-8 2-28 0 0,1 0-1 0 0,-1 0 1 0 0,0 1-1 0 0,0-1 1 0 0,0 0-1 0 0,1 0 1 0 0,-1-1-1 0 0,0 1 0 0 0,0 0 1 0 0,0 0-1 0 0,-1 0 1 0 0,1-1-1 0 0,0 1 1 0 0,0 0-1 0 0,-1-1 1 0 0,1 1-1 0 0,-1-1 1 0 0,1 1-1 0 0,-1 0 0 0 0,0-1 1 0 0,1 1-1 0 0,-1-1 1 0 0,0 1-1 0 0,0-1 1 0 0,0 1-1 0 0,0-1 1 0 0,0 0-1 0 0,0 1 1 0 0,-1-1-1 0 0,1 1 0 0 0,-1 0 1 0 0,1-1-1 0 0,-2-2 1 0 0,1-1 71 0 0,-1 0 0 0 0,0 0 0 0 0,-1 1 0 0 0,1-1 0 0 0,-1 0-1 0 0,0 1 1 0 0,-6-8 0 0 0,6 9-132 0 0,0 1-1 0 0,1-1 0 0 0,-1 1 1 0 0,0 0-1 0 0,0 0 0 0 0,0 0 1 0 0,-1 0-1 0 0,1 0 0 0 0,0 1 1 0 0,-1-1-1 0 0,1 1 0 0 0,-1 0 1 0 0,-6-1-1 0 0,7 2-536 0 0,0 5-814 0 0,0 1-2632 0 0</inkml:trace>
</inkml:ink>
</file>

<file path=ppt/ink/ink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2.0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45 188 0 0,'6'-37'4667'0'0,"-5"30"-646"0"0,-12 57-3235 0 0,-22 67-1 0 0,0-2-204 0 0,1 18-29 0 0,32-133-546 0 0,1 1-1 0 0,-1 0 0 0 0,0 0 1 0 0,1-1-1 0 0,-1 1 0 0 0,1 0 0 0 0,-1 0 1 0 0,1-1-1 0 0,-1 1 0 0 0,1-1 0 0 0,-1 1 1 0 0,1 0-1 0 0,0-1 0 0 0,-1 1 1 0 0,1-1-1 0 0,0 1 0 0 0,0-1 0 0 0,-1 0 1 0 0,1 1-1 0 0,0-1 0 0 0,0 0 1 0 0,-1 0-1 0 0,1 1 0 0 0,0-1 0 0 0,0 0 1 0 0,0 0-1 0 0,0 0 0 0 0,-1 0 1 0 0,1 0-1 0 0,0 0 0 0 0,0 0 0 0 0,0 0 1 0 0,0 0-1 0 0,0-1 0 0 0,-1 1 0 0 0,2-1 1 0 0,38-11 26 0 0,-1-2 1 0 0,0-1 0 0 0,-1-3-1 0 0,42-25 1 0 0,-76 41-34 0 0,192-94 525 0 0,-162 79 551 0 0,-38 18-1072 0 0,-57 19 73 0 0,56-18-72 0 0,0 0 0 0 0,0 0 0 0 0,0 1 0 0 0,1 0 0 0 0,-1 0 0 0 0,1 0 0 0 0,-1 0 0 0 0,1 0 1 0 0,0 1-1 0 0,0 0 0 0 0,-3 4 0 0 0,6-6 2 0 0,0 0 0 0 0,1-1 0 0 0,-1 1 0 0 0,0 0 1 0 0,1 0-1 0 0,-1 0 0 0 0,1 0 0 0 0,0 0 0 0 0,0 0 1 0 0,0 0-1 0 0,0 0 0 0 0,0 0 0 0 0,0 0 0 0 0,0 0 1 0 0,1 0-1 0 0,-1 0 0 0 0,1-1 0 0 0,-1 1 0 0 0,1 0 1 0 0,0 0-1 0 0,0 0 0 0 0,0 0 0 0 0,0-1 0 0 0,0 1 1 0 0,0-1-1 0 0,0 1 0 0 0,0-1 0 0 0,1 1 0 0 0,-1-1 1 0 0,1 1-1 0 0,-1-1 0 0 0,3 1 0 0 0,7 7 4 0 0,0 0-1 0 0,1-1 1 0 0,18 9 0 0 0,-17-10-7 0 0,-11-6-79 0 0,88 49-542 0 0,-26-22-6664 0 0,-40-19 3943 0 0</inkml:trace>
</inkml:ink>
</file>

<file path=ppt/ink/ink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5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50 666 340 0 0,'-48'-19'6139'0'0,"47"18"-4852"0"0,19-20-820 0 0,3 1-199 0 0,0 1-1 0 0,25-16 0 0 0,-22 18-88 0 0,33-32 0 0 0,-41 33-135 0 0,-1-1 0 0 0,-1 0 1 0 0,-1-1-1 0 0,0-1 0 0 0,-2 0 0 0 0,0-1 1 0 0,-1 0-1 0 0,-1-1 0 0 0,0 0 0 0 0,-2 0 0 0 0,-1-1 1 0 0,0 0-1 0 0,-2 0 0 0 0,0 0 0 0 0,-2 0 1 0 0,0-1-1 0 0,-2 1 0 0 0,0-1 0 0 0,-6-37 1 0 0,6 58-32 0 0,0 0 0 0 0,-1 0 0 0 0,1 0 0 0 0,-1 0 0 0 0,1 0 0 0 0,-1 0 0 0 0,0 0 1 0 0,0 1-1 0 0,1-1 0 0 0,-1 0 0 0 0,-1 0 0 0 0,1 1 0 0 0,0-1 0 0 0,0 1 0 0 0,-1-1 1 0 0,1 1-1 0 0,0-1 0 0 0,-4-1 0 0 0,4 2-7 0 0,-1 1 0 0 0,1-1 0 0 0,-1 1-1 0 0,1 0 1 0 0,-1 0 0 0 0,1-1 0 0 0,-1 1 0 0 0,1 0 0 0 0,-1 0 0 0 0,1 0-1 0 0,-1 0 1 0 0,1 1 0 0 0,-1-1 0 0 0,1 0 0 0 0,-1 1 0 0 0,1-1 0 0 0,-1 1-1 0 0,-2 1 1 0 0,-2 1 0 0 0,0 1 0 0 0,1 0-1 0 0,-1 0 1 0 0,1 0 0 0 0,0 1 0 0 0,0 0-1 0 0,0 0 1 0 0,0 0 0 0 0,-4 7 0 0 0,-4 9 2 0 0,1 1 0 0 0,1 0 0 0 0,1 1 0 0 0,0 0 0 0 0,-10 46 0 0 0,-16 126 34 0 0,25-122-26 0 0,-2 37 200 0 0,4 1 0 0 0,6 0 0 0 0,4 0 0 0 0,28 195 0 0 0,-20-199 135 0 0,-8-62-5053 0 0,-6-49 1851 0 0,-19-18 215 0 0</inkml:trace>
</inkml:ink>
</file>

<file path=ppt/ink/ink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5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0 162 268 0 0,'2'-6'341'0'0,"0"0"1"0"0,1-1-1 0 0,-1 1 0 0 0,1 0 1 0 0,1 1-1 0 0,-1-1 0 0 0,1 0 1 0 0,0 1-1 0 0,0 0 0 0 0,1 0 1 0 0,-1 0-1 0 0,1 0 0 0 0,0 1 1 0 0,8-5-1 0 0,1-1 53 0 0,0 0 0 0 0,1 1 0 0 0,0 1 1 0 0,24-9-1 0 0,-28 13-283 0 0,1 0 0 0 0,-1 0 0 0 0,1 1 0 0 0,0 1-1 0 0,0 0 1 0 0,0 1 0 0 0,1 0 0 0 0,-1 0 0 0 0,0 2 0 0 0,0-1 0 0 0,0 2 0 0 0,1 0 0 0 0,-2 0 0 0 0,23 7 0 0 0,-19-3-992 0 0,0 1 0 0 0,-1 0 0 0 0,23 15 0 0 0,-31-19-1202 0 0</inkml:trace>
</inkml:ink>
</file>

<file path=ppt/ink/ink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6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32 672 0 0,'2'-2'139'0'0,"0"0"0"0"0,0 0 1 0 0,1 0-1 0 0,-1 1 0 0 0,0-1 0 0 0,1 1 0 0 0,0-1 1 0 0,-1 1-1 0 0,1 0 0 0 0,0 0 0 0 0,-1 0 0 0 0,1 1 1 0 0,0-1-1 0 0,0 1 0 0 0,0-1 0 0 0,0 1 1 0 0,-1 0-1 0 0,1 0 0 0 0,0 0 0 0 0,0 0 0 0 0,0 1 1 0 0,0-1-1 0 0,0 1 0 0 0,-1 0 0 0 0,1 0 0 0 0,0 0 1 0 0,0 0-1 0 0,-1 0 0 0 0,1 1 0 0 0,-1-1 0 0 0,4 3 1 0 0,-3-2-80 0 0,1 0 1 0 0,0 1 0 0 0,-1 0 0 0 0,0 0 0 0 0,1 0 0 0 0,-1 0 0 0 0,0 0-1 0 0,-1 1 1 0 0,1-1 0 0 0,-1 1 0 0 0,1-1 0 0 0,-1 1 0 0 0,0 0 0 0 0,0 0 0 0 0,-1 0-1 0 0,1 0 1 0 0,-1 1 0 0 0,0-1 0 0 0,1 8 0 0 0,-3-3 202 0 0,0-1 1 0 0,-1 1 0 0 0,0-1-1 0 0,0 1 1 0 0,-7 15-1 0 0,6-17 97 0 0,3-5 820 0 0,3-6-1071 0 0,28-28 112 0 0,-12 12-134 0 0,0 0 0 0 0,2 1 0 0 0,0 0 0 0 0,1 2 0 0 0,26-16 0 0 0,-45 32-82 0 0,-1-1-2 0 0,1 0 0 0 0,0 1 0 0 0,0-1 0 0 0,0 1 0 0 0,0 0 0 0 0,0 0 0 0 0,0 0 0 0 0,0 0 0 0 0,5 0 0 0 0,-6 1-4 0 0,0 1 1 0 0,0-1-1 0 0,-1 1 1 0 0,1 0-1 0 0,0 0 0 0 0,-1 0 1 0 0,1 0-1 0 0,-1 0 1 0 0,1 0-1 0 0,-1 0 1 0 0,1 0-1 0 0,-1 1 0 0 0,0-1 1 0 0,0 0-1 0 0,0 1 1 0 0,0-1-1 0 0,0 1 1 0 0,2 2-1 0 0,2 3 6 0 0,0 0 0 0 0,1 0-1 0 0,-1-1 1 0 0,2 0 0 0 0,-1 0 0 0 0,1 0 0 0 0,0-1-1 0 0,0 0 1 0 0,15 8 0 0 0,-19-11 8 0 0,1-1 0 0 0,0 0 0 0 0,-1 0 0 0 0,1 0 0 0 0,0 0 0 0 0,0 0 0 0 0,-1-1 1 0 0,1 0-1 0 0,0 1 0 0 0,0-2 0 0 0,0 1 0 0 0,-1 0 0 0 0,1-1 0 0 0,0 1 0 0 0,0-1 0 0 0,-1 0 0 0 0,1-1 0 0 0,0 1 0 0 0,-1 0 0 0 0,1-1 0 0 0,-1 0 0 0 0,0 0 1 0 0,1 0-1 0 0,4-5 0 0 0,-7 6 1 0 0,0 0 0 0 0,0 0 0 0 0,0 0 0 0 0,0-1 0 0 0,-1 1 0 0 0,1 0 0 0 0,0-1-1 0 0,-1 1 1 0 0,1 0 0 0 0,-1-1 0 0 0,1 1 0 0 0,-1-1 0 0 0,0 1 0 0 0,0-1 0 0 0,0 1 0 0 0,0-1 0 0 0,0 1 0 0 0,0-1 0 0 0,0 1 0 0 0,0-1 0 0 0,0 1 0 0 0,-1-1 0 0 0,1 1 0 0 0,-1-1 0 0 0,1 1 0 0 0,-1 0 0 0 0,1-1 0 0 0,-1 1 0 0 0,0 0 0 0 0,0-1 0 0 0,-1-1 0 0 0,0 1-6 0 0,1 0 1 0 0,0 0-1 0 0,-1 0 1 0 0,1 0-1 0 0,-1 0 1 0 0,0 0-1 0 0,0 0 1 0 0,0 1-1 0 0,0-1 1 0 0,0 1-1 0 0,0-1 1 0 0,0 1-1 0 0,0 0 0 0 0,-1 0 1 0 0,1 0-1 0 0,0 0 1 0 0,-1 0-1 0 0,-3-1 1 0 0,4 2-106 0 0,1 0 1 0 0,0 0-1 0 0,0 0 1 0 0,0 0 0 0 0,0 0-1 0 0,0 0 1 0 0,0 1-1 0 0,0-1 1 0 0,0 0 0 0 0,0 0-1 0 0,0 1 1 0 0,0-1-1 0 0,0 1 1 0 0,0-1-1 0 0,0 1 1 0 0,0-1 0 0 0,0 1-1 0 0,0 0 1 0 0,1-1-1 0 0,-1 1 1 0 0,0 0 0 0 0,0 0-1 0 0,1-1 1 0 0,-1 1-1 0 0,0 0 1 0 0,1 0-1 0 0,-1 0 1 0 0,1 0 0 0 0,-1 0-1 0 0,0 2 1 0 0,1-1-1472 0 0</inkml:trace>
</inkml:ink>
</file>

<file path=ppt/ink/ink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7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7 384 0 0,'21'-6'3404'0'0,"-15"8"-3278"0"0,0 1-1 0 0,-1-1 1 0 0,0 1-1 0 0,1 1 1 0 0,-1-1 0 0 0,0 1-1 0 0,-1-1 1 0 0,1 1-1 0 0,0 1 1 0 0,-1-1-1 0 0,0 1 1 0 0,0-1-1 0 0,-1 1 1 0 0,1 0-1 0 0,-1 1 1 0 0,0-1-1 0 0,0 1 1 0 0,-1-1 0 0 0,0 1-1 0 0,3 11 1 0 0,-5-17-78 0 0,0 1 1 0 0,0-1 0 0 0,0 0-1 0 0,0 1 1 0 0,0-1 0 0 0,0 1-1 0 0,0-1 1 0 0,0 0 0 0 0,0 1-1 0 0,0-1 1 0 0,0 0 0 0 0,0 1-1 0 0,1-1 1 0 0,-1 1 0 0 0,0-1-1 0 0,0 0 1 0 0,0 1 0 0 0,0-1-1 0 0,1 0 1 0 0,-1 1 0 0 0,0-1-1 0 0,0 0 1 0 0,1 0 0 0 0,-1 1-1 0 0,0-1 1 0 0,1 0 0 0 0,-1 0-1 0 0,0 1 1 0 0,0-1 0 0 0,1 0-1 0 0,-1 0 1 0 0,1 0 0 0 0,-1 0-1 0 0,0 1 1 0 0,1-1-1 0 0,-1 0 1 0 0,0 0 0 0 0,1 0-1 0 0,-1 0 1 0 0,1 0 0 0 0,-1 0-1 0 0,0 0 1 0 0,1 0 0 0 0,-1 0-1 0 0,0 0 1 0 0,1 0 0 0 0,-1 0-1 0 0,1 0 1 0 0,-1-1 0 0 0,0 1-1 0 0,1 0 1 0 0,-1 0 0 0 0,0 0-1 0 0,1 0 1 0 0,-1-1 0 0 0,0 1-1 0 0,1 0 1 0 0,-1 0 0 0 0,0-1-1 0 0,1 0 1 0 0,27-27 51 0 0,1-1 133 0 0,-28 28-229 0 0,0-1 1 0 0,0 1-1 0 0,1-1 0 0 0,-1 1 0 0 0,0 0 1 0 0,1-1-1 0 0,-1 1 0 0 0,1 0 1 0 0,0 0-1 0 0,-1 0 0 0 0,1 0 0 0 0,0 0 1 0 0,0 1-1 0 0,0-1 0 0 0,0 0 0 0 0,-1 1 1 0 0,1 0-1 0 0,0-1 0 0 0,0 1 0 0 0,4 0 1 0 0,-2 2-2 0 0,-1 0 1 0 0,1 0 0 0 0,0 1 0 0 0,-1 0 0 0 0,1-1 0 0 0,-1 1 0 0 0,0 0 0 0 0,0 1 0 0 0,0-1 0 0 0,0 0 0 0 0,-1 1 0 0 0,1 0 0 0 0,-1 0-1 0 0,3 5 1 0 0,-2-3 11 0 0,-2-5-4 0 0,5 0 4 0 0,0 0 0 0 0,0-1-1 0 0,0 0 1 0 0,0 0 0 0 0,-1 0-1 0 0,1-1 1 0 0,0 0 0 0 0,0 0-1 0 0,10-4 1 0 0,52-8 17 0 0,-60 12-9 0 0,0 1 1 0 0,0 1-1 0 0,-1 0 0 0 0,1 0 1 0 0,0 0-1 0 0,0 1 0 0 0,-1 0 1 0 0,1 0-1 0 0,-1 1 0 0 0,0 0 1 0 0,11 6-1 0 0,-6-3-1577 0 0,-1-1 0 0 0,2 0 0 0 0,16 4-1 0 0,-17-8-775 0 0</inkml:trace>
</inkml:ink>
</file>

<file path=ppt/ink/ink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7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35 820 0 0,'1'-21'3236'0'0,"-4"7"3681"0"0,-4 25-6766 0 0,0-1 0 0 0,1 1 0 0 0,1 0-1 0 0,0 1 1 0 0,1-1 0 0 0,-6 21 0 0 0,-12 83 866 0 0,6-29-584 0 0,-13 86 140 0 0,18-100-243 0 0,-29 108 1 0 0,24-129-143 0 0,15-50-174 0 0,0 2 88 0 0,0 0 1 0 0,0 0-1 0 0,1 0 1 0 0,-1 0-1 0 0,1 1 1 0 0,0-1-1 0 0,-1 0 1 0 0,1 0-1 0 0,1 3 0 0 0,16-5-55 0 0,-1-2-1 0 0,1 0 0 0 0,31-6 0 0 0,27-2-7 0 0,174-2 72 0 0,-206 11-77 0 0,-38-2 1167 0 0,4-1-2608 0 0,-9 2 1174 0 0,1 1-1 0 0,-1 0 0 0 0,1 0 1 0 0,-1-1-1 0 0,0 1 0 0 0,1 0 1 0 0,-1-1-1 0 0,0 1 0 0 0,1 0 1 0 0,-1-1-1 0 0,0 1 0 0 0,1 0 1 0 0,-1-1-1 0 0,0 1 0 0 0,0-1 0 0 0,0 1 1 0 0,1 0-1 0 0,-1-1 0 0 0,0 1 1 0 0,0-1-1 0 0,0 1 0 0 0,0-1 1 0 0,0 1-1 0 0,0-1 0 0 0,0 1 1 0 0,0-1-1 0 0,0 1 0 0 0,0 0 1 0 0,0-1-1 0 0,0 1 0 0 0,0-1 0 0 0,0 1 1 0 0,0-1-1 0 0,-1 1 0 0 0,1-1 1 0 0,0 1-1 0 0,0 0 0 0 0,0-1 1 0 0,-1 1-1 0 0,1-1 0 0 0,0 1 1 0 0,-1-1-1 0 0</inkml:trace>
</inkml:ink>
</file>

<file path=ppt/ink/ink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8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10 912 0 0,'10'-10'5720'0'0,"-12"25"-2512"0"0,0 1-3702 0 0,-5 32 1060 0 0,-2 0 1 0 0,-15 48 0 0 0,23-93-966 0 0,-6 17 682 0 0,5-10-6803 0 0</inkml:trace>
</inkml:ink>
</file>

<file path=ppt/ink/ink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8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76 328 0 0,'12'-69'8035'0'0,"-11"67"-7688"0"0,0 1 8 0 0,-1 0-362 0 0,0 1 1 0 0,0 0-1 0 0,0 0 0 0 0,1 0 1 0 0,-1 0-1 0 0,0 0 0 0 0,0 0 1 0 0,0-1-1 0 0,0 1 0 0 0,0 0 1 0 0,0 0-1 0 0,0 0 0 0 0,0 0 1 0 0,0 0-1 0 0,0 0 0 0 0,0-1 1 0 0,0 1-1 0 0,1 0 0 0 0,-1 0 1 0 0,0 0-1 0 0,0 0 0 0 0,0 0 1 0 0,0 0-1 0 0,0 0 0 0 0,0 0 1 0 0,0 0-1 0 0,1 0 0 0 0,-1 0 1 0 0,0 0-1 0 0,0 0 0 0 0,0 0 1 0 0,0 0-1 0 0,0 0 0 0 0,1 0 1 0 0,-1 0-1 0 0,0 0 0 0 0,0 0 1 0 0,0 0-1 0 0,0 0 0 0 0,0 0 1 0 0,1 0-1 0 0,-1 0 0 0 0,0 0 0 0 0,0 0 1 0 0,0 0-1 0 0,0 0 0 0 0,0 0 1 0 0,0 0-1 0 0,1 0 0 0 0,-1 0 1 0 0,0 0-1 0 0,0 0 0 0 0,0 1 1 0 0,0-1-1 0 0,0 0 0 0 0,0 0 1 0 0,0 0-1 0 0,0 0 0 0 0,1 0 1 0 0,0 3-382 0 0,3 6 303 0 0,-4 1-4137 0 0,-1 2 1988 0 0</inkml:trace>
</inkml:ink>
</file>

<file path=ppt/ink/ink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49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4 167 412 0 0,'-4'58'5046'0'0,"6"-58"-4849"0"0,0 0 0 0 0,0-1 0 0 0,0 1 0 0 0,-1 0-1 0 0,1 0 1 0 0,0-1 0 0 0,0 1 0 0 0,0-1 0 0 0,-1 0 0 0 0,1 0 0 0 0,0 1 0 0 0,-1-1 0 0 0,1 0 0 0 0,-1 0 0 0 0,1 0 0 0 0,-1-1-1 0 0,1 1 1 0 0,-1 0 0 0 0,0-1 0 0 0,2-1 0 0 0,37-35 160 0 0,-39 37-346 0 0,0-1 1 0 0,0 1-1 0 0,0 0 1 0 0,0 0-1 0 0,1 0 0 0 0,-1 0 1 0 0,0 0-1 0 0,0 1 1 0 0,1-1-1 0 0,-1 0 1 0 0,1 1-1 0 0,-1-1 1 0 0,0 0-1 0 0,1 1 1 0 0,-1 0-1 0 0,1-1 1 0 0,-1 1-1 0 0,1 0 1 0 0,-1 0-1 0 0,1 0 1 0 0,-1 0-1 0 0,1 0 1 0 0,0 0-1 0 0,-1 0 1 0 0,3 1-1 0 0,34 10 76 0 0,-38-10-85 0 0,45 16 34 0 0,0-2 1 0 0,1-1-1 0 0,0-3 1 0 0,1-2-1 0 0,54 4 1 0 0,-78-11-31 0 0,1-1 0 0 0,-1-1 0 0 0,1-1 0 0 0,-1-2 0 0 0,0 0 1 0 0,0-1-1 0 0,0-1 0 0 0,0-1 0 0 0,-1-2 0 0 0,0 0 0 0 0,0-1 0 0 0,30-18 1 0 0,-45 23 32 0 0,1-1 0 0 0,-1 0 0 0 0,1 0-1 0 0,-1-1 1 0 0,-1 0 0 0 0,1 0 0 0 0,-1-1 0 0 0,0 0 0 0 0,-1 0 0 0 0,1 0 0 0 0,-2 0 0 0 0,1-1 0 0 0,7-16 0 0 0,-12 22-25 0 0,1 0 0 0 0,-1 0-1 0 0,0 1 1 0 0,1-1 0 0 0,-1 0 0 0 0,0 0 0 0 0,0 0-1 0 0,0 1 1 0 0,-1-1 0 0 0,1 0 0 0 0,0 0 0 0 0,-1 0-1 0 0,1 1 1 0 0,-1-1 0 0 0,1 0 0 0 0,-1 0 0 0 0,0 1-1 0 0,0-1 1 0 0,0 1 0 0 0,0-1 0 0 0,0 1 0 0 0,-1-2-1 0 0,-1 0 5 0 0,0 0 0 0 0,0 1 0 0 0,0 0 0 0 0,0 0 0 0 0,0 0-1 0 0,-1 0 1 0 0,1 0 0 0 0,-1 1 0 0 0,1 0 0 0 0,-5-2 0 0 0,-1 1 6 0 0,1 0 1 0 0,-1 1 0 0 0,1-1-1 0 0,-1 2 1 0 0,0-1-1 0 0,1 1 1 0 0,-1 1 0 0 0,-13 2-1 0 0,18-3-17 0 0,1 1 0 0 0,-1 0 1 0 0,1 1-1 0 0,-1-1 0 0 0,1 0 0 0 0,0 1 0 0 0,0 0 0 0 0,-1 0 0 0 0,1 0 0 0 0,0 0 0 0 0,1 0 0 0 0,-1 1 0 0 0,0-1 0 0 0,1 1 0 0 0,-1 0 0 0 0,1 0 0 0 0,0 0 0 0 0,0 0 0 0 0,0 0 0 0 0,0 0 0 0 0,1 0 0 0 0,-3 7 0 0 0,3-7-1 0 0,1 1 0 0 0,0-1-1 0 0,0 1 1 0 0,0-1-1 0 0,0 1 1 0 0,1-1 0 0 0,-1 0-1 0 0,1 1 1 0 0,0-1 0 0 0,0 0-1 0 0,0 1 1 0 0,0-1-1 0 0,0 0 1 0 0,1 0 0 0 0,0 0-1 0 0,-1 0 1 0 0,1 0-1 0 0,0 0 1 0 0,1-1 0 0 0,-1 1-1 0 0,0-1 1 0 0,1 1 0 0 0,-1-1-1 0 0,1 0 1 0 0,3 2-1 0 0,-2-1 0 0 0,1 0-1 0 0,0 0 0 0 0,0-1 0 0 0,0 0 0 0 0,0 0 0 0 0,0 0 1 0 0,0 0-1 0 0,1-1 0 0 0,-1 0 0 0 0,1 0 0 0 0,-1-1 0 0 0,1 1 1 0 0,-1-1-1 0 0,1 0 0 0 0,-1-1 0 0 0,1 1 0 0 0,-1-1 0 0 0,0 0 1 0 0,7-2-1 0 0,-5 2 54 0 0,-1-1 0 0 0,1 0-1 0 0,0 0 1 0 0,-1-1 0 0 0,1 1 0 0 0,-1-1 0 0 0,0-1 0 0 0,0 1 0 0 0,0-1 0 0 0,0 0-1 0 0,-1-1 1 0 0,1 1 0 0 0,-1-1 0 0 0,5-6 0 0 0,-9 10 527 0 0,-35 217 976 0 0,2 143-1374 0 0,27-305-158 0 0,-8 63 28 0 0,10-103-40 0 0,0-1-1 0 0,0-1 1 0 0,-2 1 0 0 0,1-1-1 0 0,-2 1 1 0 0,-10 18-1 0 0,15-29 26 0 0,0-1-1 0 0,0 1 1 0 0,0 0 0 0 0,0-1-1 0 0,-1 1 1 0 0,1-1-1 0 0,0 1 1 0 0,-1-1-1 0 0,1 0 1 0 0,-1 1-1 0 0,1-1 1 0 0,-1 0-1 0 0,0 0 1 0 0,0 0-1 0 0,1 0 1 0 0,-1-1-1 0 0,0 1 1 0 0,0 0-1 0 0,0-1 1 0 0,0 1 0 0 0,0-1-1 0 0,0 0 1 0 0,0 1-1 0 0,0-1 1 0 0,0 0-1 0 0,0 0 1 0 0,0-1-1 0 0,0 1 1 0 0,0 0-1 0 0,0-1 1 0 0,1 1-1 0 0,-1-1 1 0 0,0 1-1 0 0,0-1 1 0 0,0 0 0 0 0,0 0-1 0 0,1 0 1 0 0,-1 0-1 0 0,0 0 1 0 0,1 0-1 0 0,-1 0 1 0 0,1-1-1 0 0,-1 1 1 0 0,1-1-1 0 0,-2-2 1 0 0,-4-3 83 0 0,0 0 1 0 0,1 0-1 0 0,0-1 0 0 0,1 0 1 0 0,0 0-1 0 0,0-1 1 0 0,1 1-1 0 0,-5-12 0 0 0,6 9-50 0 0,0-1 0 0 0,0 0 0 0 0,1 1 0 0 0,1-1 0 0 0,0 0 0 0 0,0 0 0 0 0,1 0 0 0 0,1 0 0 0 0,0 0 0 0 0,0 1 0 0 0,6-20 0 0 0,-1 14-9 0 0,0 1-1 0 0,0-1 1 0 0,2 2 0 0 0,0-1-1 0 0,1 1 1 0 0,1 0 0 0 0,13-17 0 0 0,6 1-58 0 0,1 0 0 0 0,1 2 1 0 0,1 1-1 0 0,2 2 0 0 0,69-42 1 0 0,-22 23-2661 0 0,163-66 1 0 0,-103 65-2996 0 0,7-2 431 0 0</inkml:trace>
</inkml:ink>
</file>

<file path=ppt/ink/ink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53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270 345 8 0 0,'-67'-104'6885'0'0,"65"103"-5945"0"0,1 11-715 0 0,-1 0 0 0 0,0 0-1 0 0,0 0 1 0 0,-6 14-1 0 0,-3 13 48 0 0,-9 82 455 0 0,-5 149 1 0 0,22-225-534 0 0,2 26 204 0 0,15 137 0 0 0,1 3 1056 0 0,-15-207-804 0 0,-5-6-472 0 0,-10-16-87 0 0,1 0-1 0 0,1-1 1 0 0,0 0 0 0 0,2-1-1 0 0,0 0 1 0 0,2-1-1 0 0,0 0 1 0 0,2-1-1 0 0,-9-46 1 0 0,3-5 37 0 0,-4-150 1 0 0,15 182-105 0 0,3 0 0 0 0,2 1 0 0 0,1-1-1 0 0,2 1 1 0 0,2 0 0 0 0,2 0 0 0 0,25-65 0 0 0,-28 90-21 0 0,1-1 1 0 0,0 2 0 0 0,2-1 0 0 0,0 1-1 0 0,0 0 1 0 0,2 1 0 0 0,0 1 0 0 0,1 0-1 0 0,0 0 1 0 0,1 1 0 0 0,0 1 0 0 0,1 0-1 0 0,0 1 1 0 0,1 1 0 0 0,1 0-1 0 0,-1 1 1 0 0,2 1 0 0 0,-1 1 0 0 0,31-9-1 0 0,-30 11-5 0 0,0 1 0 0 0,1 0-1 0 0,0 2 1 0 0,0 0-1 0 0,-1 2 1 0 0,1-1-1 0 0,0 2 1 0 0,32 6 0 0 0,-44-6-2 0 0,1 1 1 0 0,-1 0 0 0 0,0 0 0 0 0,0 1 0 0 0,-1 0 0 0 0,1 0 0 0 0,-1 1 0 0 0,1 0 0 0 0,-1 0 0 0 0,0 0 0 0 0,0 1 0 0 0,-1 0 0 0 0,1 0 0 0 0,-1 0 0 0 0,0 1 0 0 0,-1 0 0 0 0,1 0 0 0 0,-1 0-1 0 0,0 0 1 0 0,-1 1 0 0 0,0-1 0 0 0,0 1 0 0 0,0 0 0 0 0,-1 0 0 0 0,2 8 0 0 0,-2-9 2 0 0,-1-1 0 0 0,-1 1 0 0 0,1-1 1 0 0,-1 1-1 0 0,0-1 0 0 0,0 1 0 0 0,0 0 0 0 0,-1-1 0 0 0,0 1 0 0 0,0-1 0 0 0,0 1 1 0 0,-1-1-1 0 0,0 0 0 0 0,0 1 0 0 0,-5 8 0 0 0,2-6 2 0 0,-1 0 0 0 0,0 0 0 0 0,0-1-1 0 0,-1 0 1 0 0,1 0 0 0 0,-2-1 0 0 0,1 0 0 0 0,-14 9 0 0 0,0-3-1 0 0,-2 0 0 0 0,1-1 0 0 0,-2-1 1 0 0,1-1-1 0 0,-1-1 0 0 0,-28 5 0 0 0,23-7-111 0 0,0-1 1 0 0,0-1-1 0 0,0-2 0 0 0,-1-1 0 0 0,1-1 0 0 0,0-1 0 0 0,-1-2 0 0 0,1-1 0 0 0,-56-15 0 0 0,83 18-417 0 0,2-2-393 0 0,0 3 886 0 0,-1 0 0 0 0,1 0 0 0 0,0-1 0 0 0,0 1 0 0 0,0 0 0 0 0,0 0 0 0 0,0-1 0 0 0,0 1 0 0 0,0 0 1 0 0,0 0-1 0 0,0-1 0 0 0,0 1 0 0 0,0 0 0 0 0,0 0 0 0 0,0-1 0 0 0,0 1 0 0 0,0 0 0 0 0,0 0 0 0 0,0-1 1 0 0,0 1-1 0 0,0 0 0 0 0,1 0 0 0 0,-1-1 0 0 0,0 1 0 0 0,0 0 0 0 0,0 0 0 0 0,0 0 0 0 0,0-1 0 0 0,1 1 1 0 0,-1 0-1 0 0,0 0 0 0 0,0 0 0 0 0,0 0 0 0 0,1-1 0 0 0,-1 1 0 0 0,0 0 0 0 0,0 0 0 0 0,1 0 0 0 0,-1 0 1 0 0,0 0-1 0 0,54-12-6161 0 0,-28 9 3328 0 0</inkml:trace>
</inkml:ink>
</file>

<file path=ppt/ink/ink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54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66 96 0 0,'0'0'409'0'0,"-13"-8"1135"0"0,6 7 2148 0 0,-46 26-2324 0 0,52-24-1230 0 0,-51 33 1433 0 0,-21 35-477 0 0,71-66-1079 0 0,0 1-1 0 0,0 0 1 0 0,1 0-1 0 0,-1-1 1 0 0,1 1 0 0 0,0 0-1 0 0,0 0 1 0 0,0 0-1 0 0,1 0 1 0 0,-1 8-1 0 0,0-2 14 0 0,0-8-21 0 0,1 1 0 0 0,0-1 0 0 0,0 1-1 0 0,0-1 1 0 0,0 1 0 0 0,0-1 0 0 0,1 1-1 0 0,-1-1 1 0 0,1 1 0 0 0,-1-1 0 0 0,1 0 0 0 0,0 1-1 0 0,0-1 1 0 0,0 0 0 0 0,0 1 0 0 0,1-1-1 0 0,-1 0 1 0 0,1 0 0 0 0,-1 0 0 0 0,1 0-1 0 0,-1 0 1 0 0,1-1 0 0 0,0 1 0 0 0,0 0 0 0 0,0-1-1 0 0,0 1 1 0 0,0-1 0 0 0,1 0 0 0 0,-1 0-1 0 0,0 0 1 0 0,0 0 0 0 0,4 1 0 0 0,-3-1 4 0 0,1 0 0 0 0,0 0 0 0 0,0 0 0 0 0,0-1 0 0 0,0 0 0 0 0,0 1 0 0 0,0-1 0 0 0,0-1 0 0 0,0 1 0 0 0,0 0 0 0 0,0-1 0 0 0,0 0 0 0 0,0 0 0 0 0,0 0 0 0 0,0-1 0 0 0,-1 1 0 0 0,1-1 0 0 0,0 0 0 0 0,4-3 0 0 0,2-4 40 0 0,0-1 0 0 0,0 0 1 0 0,-1 0-1 0 0,0-1 0 0 0,-1 0 1 0 0,-1-1-1 0 0,0 0 0 0 0,0 0 1 0 0,-1 0-1 0 0,8-24 0 0 0,-4 13 475 0 0,-9 21-422 0 0,-1 10-40 0 0,0 0-1 0 0,1 0 1 0 0,1-1 0 0 0,-1 1 0 0 0,1 0-1 0 0,0-1 1 0 0,1 1 0 0 0,0-1 0 0 0,0 0-1 0 0,8 14 1 0 0,-8-19-51 0 0,-1 1 0 0 0,0 0-1 0 0,1-1 1 0 0,-1 0 0 0 0,1 1-1 0 0,0-1 1 0 0,0 0 0 0 0,0 0-1 0 0,0-1 1 0 0,0 1 0 0 0,0-1-1 0 0,6 3 1 0 0,-6-4-7 0 0,0-1-1 0 0,-1 1 0 0 0,1 0 1 0 0,0-1-1 0 0,-1 1 1 0 0,1-1-1 0 0,-1 0 0 0 0,1 0 1 0 0,0 0-1 0 0,-1 0 1 0 0,0 0-1 0 0,1 0 1 0 0,-1-1-1 0 0,0 1 0 0 0,0-1 1 0 0,0 0-1 0 0,0 1 1 0 0,0-1-1 0 0,3-3 0 0 0,50-54 40 0 0,-41 42-44 0 0,1 1 0 0 0,1 0-1 0 0,0 1 1 0 0,1 0 0 0 0,1 2-1 0 0,33-20 1 0 0,-49 32-3 0 0,-1 0-1 0 0,1 1 1 0 0,0-1 0 0 0,-1 1 0 0 0,1 0-1 0 0,0-1 1 0 0,-1 1 0 0 0,1 0 0 0 0,0 0-1 0 0,0 0 1 0 0,-1 0 0 0 0,1 1 0 0 0,0-1 0 0 0,0 0-1 0 0,-1 1 1 0 0,1-1 0 0 0,0 1 0 0 0,-1 0-1 0 0,1-1 1 0 0,-1 1 0 0 0,1 0 0 0 0,-1 0-1 0 0,1 0 1 0 0,-1 0 0 0 0,1 0 0 0 0,-1 0 0 0 0,0 1-1 0 0,0-1 1 0 0,0 0 0 0 0,2 3 0 0 0,4 6-8 0 0,-1 0 0 0 0,0 0 0 0 0,8 18-1 0 0,-2-6-1 0 0,-8-14 17 0 0,1 0 0 0 0,1 0 0 0 0,-1-1-1 0 0,1 0 1 0 0,1 0 0 0 0,-1-1 0 0 0,1 0 0 0 0,0 0 0 0 0,9 6 0 0 0,-11-10 0 0 0,0 0 0 0 0,0 0 0 0 0,0 0-1 0 0,0-1 1 0 0,0 0 0 0 0,0 0 0 0 0,0 0 0 0 0,1-1 0 0 0,-1 0 0 0 0,0 1 0 0 0,1-2 0 0 0,-1 1 0 0 0,0-1 0 0 0,0 0-1 0 0,0 0 1 0 0,0 0 0 0 0,8-3 0 0 0,4-3 0 0 0,-1 1-1 0 0,-1-2 1 0 0,1 0 0 0 0,-1-1-1 0 0,0 0 1 0 0,16-15 0 0 0,-22 17-3 0 0,0-1 1 0 0,0 0-1 0 0,-1-1 1 0 0,0 0 0 0 0,0 0-1 0 0,-1-1 1 0 0,-1 1 0 0 0,1-2-1 0 0,8-19 1 0 0,-14 29-1 0 0,-1 0 1 0 0,1 0-1 0 0,0 0 1 0 0,-1 0-1 0 0,0 0 1 0 0,1 0-1 0 0,-1 0 1 0 0,1 0-1 0 0,-1 0 1 0 0,0 0-1 0 0,0 0 1 0 0,0 0-1 0 0,0 0 1 0 0,1 0-1 0 0,-1 0 1 0 0,-1-1-1 0 0,1 1 1 0 0,0 0-1 0 0,0 0 1 0 0,0 0-1 0 0,-1 0 1 0 0,1 0-1 0 0,0 0 1 0 0,-1 0-1 0 0,1 0 1 0 0,-1 0-1 0 0,1 0 1 0 0,-1 0-1 0 0,1 0 1 0 0,-1 0-1 0 0,0 1 1 0 0,0-1-1 0 0,1 0 1 0 0,-1 0-1 0 0,0 1 1 0 0,0-1-1 0 0,0 0 1 0 0,0 1-1 0 0,0-1 1 0 0,0 1-1 0 0,0-1 1 0 0,0 1-1 0 0,0 0 1 0 0,0-1-1 0 0,0 1 1 0 0,0 0-1 0 0,0 0 1 0 0,0-1-1 0 0,0 1 1 0 0,0 0-1 0 0,-1 0 1 0 0,-2 0 10 0 0,0 1-1 0 0,1-1 1 0 0,-1 1 0 0 0,0 0 0 0 0,1-1 0 0 0,-1 2 0 0 0,1-1 0 0 0,-1 0 0 0 0,1 1 0 0 0,0-1 0 0 0,-1 1 0 0 0,1 0 0 0 0,0 0 0 0 0,-5 5 0 0 0,5-4-3 0 0,0 1-1 0 0,1-1 1 0 0,-1 0 0 0 0,1 1 0 0 0,0 0-1 0 0,0-1 1 0 0,0 1 0 0 0,1 0 0 0 0,0 0-1 0 0,-2 5 1 0 0,3-7-3 0 0,-1 0 0 0 0,1 0 0 0 0,0 0 0 0 0,-1 0 0 0 0,1-1 0 0 0,0 1 0 0 0,0 0-1 0 0,0 0 1 0 0,1 0 0 0 0,-1 0 0 0 0,0 0 0 0 0,1 0 0 0 0,-1 0 0 0 0,1-1 0 0 0,0 1 0 0 0,0 0 0 0 0,-1 0 0 0 0,1-1 0 0 0,0 1 0 0 0,1-1-1 0 0,-1 1 1 0 0,0-1 0 0 0,3 3 0 0 0,-2-2 1 0 0,1-1 0 0 0,0 0-1 0 0,-1 0 1 0 0,1 0 0 0 0,0-1 0 0 0,-1 1-1 0 0,1-1 1 0 0,0 1 0 0 0,0-1 0 0 0,0 0-1 0 0,0 0 1 0 0,0 0 0 0 0,-1-1 0 0 0,1 1-1 0 0,5-2 1 0 0,48-13 52 0 0,-45 11-33 0 0,-3 2-55 0 0,1-1-1 0 0,0 2 1 0 0,-1-1 0 0 0,1 1 0 0 0,0 0-1 0 0,0 1 1 0 0,0 0 0 0 0,0 0 0 0 0,0 1 0 0 0,-1 0-1 0 0,1 1 1 0 0,0 0 0 0 0,-1 0 0 0 0,1 1-1 0 0,9 4 1 0 0,-11-3-1077 0 0,0 0 1 0 0,0 0-1 0 0,0 1 0 0 0,-1 0 0 0 0,0 0 0 0 0,8 8 1 0 0,-8-6-1967 0 0</inkml:trace>
</inkml:ink>
</file>

<file path=ppt/ink/ink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55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29 1084 0 0,'-3'-7'135'0'0,"-12"-13"4407"0"0,15 20-4487 0 0,0 0-1 0 0,-1 0 1 0 0,1 0 0 0 0,-1-1-1 0 0,1 1 1 0 0,0 0-1 0 0,-1 0 1 0 0,1 0 0 0 0,-1 0-1 0 0,1 0 1 0 0,0 0 0 0 0,-1 0-1 0 0,1 0 1 0 0,-1 0-1 0 0,1 0 1 0 0,-1 0 0 0 0,1 0-1 0 0,0 0 1 0 0,-1 0 0 0 0,1 1-1 0 0,-1-1 1 0 0,1 0 0 0 0,0 0-1 0 0,-1 0 1 0 0,1 1-1 0 0,0-1 1 0 0,-1 0 0 0 0,1 0-1 0 0,0 1 1 0 0,-1-1 0 0 0,1 0-1 0 0,0 1 1 0 0,0-1 0 0 0,-1 0-1 0 0,1 1 1 0 0,0-1-1 0 0,0 0 1 0 0,-1 1 0 0 0,1-1-1 0 0,0 1 1 0 0,0-1 0 0 0,0 0-1 0 0,0 1 1 0 0,0-1 0 0 0,0 1-1 0 0,0-1 1 0 0,0 1-1 0 0,-3 7 98 0 0,1 0-1 0 0,1 0 0 0 0,-1 0 0 0 0,1 0 0 0 0,1 0 0 0 0,0 16 1 0 0,-1 2 106 0 0,6 460 1985 0 0,5-168-1473 0 0,-11-241 498 0 0,1-76-110 0 0,-2-6-976 0 0,-2-16-93 0 0,1 1 0 0 0,0 0-1 0 0,1-1 1 0 0,1 1 0 0 0,1-1 0 0 0,1 1-1 0 0,1 0 1 0 0,1-1 0 0 0,9-34-1 0 0,4-1 13 0 0,2 0 0 0 0,32-67 1 0 0,-43 109-86 0 0,0 0 1 0 0,1 0 0 0 0,1 1 0 0 0,0 0 0 0 0,1 0 0 0 0,0 1 0 0 0,21-18 0 0 0,-25 24-17 0 0,1 0-1 0 0,0 1 1 0 0,0 0-1 0 0,0 0 1 0 0,1 1-1 0 0,0 0 1 0 0,-1 1-1 0 0,1-1 1 0 0,1 2-1 0 0,-1-1 1 0 0,0 1-1 0 0,1 0 1 0 0,-1 1-1 0 0,1-1 1 0 0,15 1 0 0 0,-22 1-1 0 0,0 0 1 0 0,0 0-1 0 0,0 0 1 0 0,1 0-1 0 0,-1 0 1 0 0,0 1 0 0 0,0-1-1 0 0,0 1 1 0 0,0-1-1 0 0,0 1 1 0 0,0 0 0 0 0,0 0-1 0 0,0 0 1 0 0,0 0-1 0 0,-1 0 1 0 0,1 0-1 0 0,0 0 1 0 0,-1 0 0 0 0,1 1-1 0 0,0-1 1 0 0,-1 1-1 0 0,0-1 1 0 0,1 1 0 0 0,-1 0-1 0 0,0-1 1 0 0,0 1-1 0 0,0 0 1 0 0,0 0-1 0 0,0 0 1 0 0,0 0 0 0 0,-1 0-1 0 0,1 0 1 0 0,0 0-1 0 0,-1 0 1 0 0,0 0 0 0 0,1 3-1 0 0,-2-2 2 0 0,1 1 0 0 0,-1-1 0 0 0,1 0 0 0 0,-1 0 0 0 0,0 0 0 0 0,0 0 0 0 0,-1 0 0 0 0,1 0 0 0 0,-1-1 0 0 0,1 1 0 0 0,-1 0 0 0 0,0-1 0 0 0,0 1 0 0 0,0-1 0 0 0,0 1 0 0 0,0-1 0 0 0,-1 0 0 0 0,1 0 0 0 0,-1 0 0 0 0,0 0 0 0 0,1-1 0 0 0,-1 1 0 0 0,-3 1 0 0 0,-4 1 22 0 0,-1 0 0 0 0,1-1 0 0 0,-1 0 0 0 0,0-1 0 0 0,-16 1 0 0 0,10-1-3406 0 0,-1-2-3617 0 0</inkml:trace>
</inkml:ink>
</file>

<file path=ppt/ink/ink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57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21 272 0 0,'-12'-16'1876'0'0,"8"11"386"0"0,2 26-1193 0 0,2-15-1116 0 0,-7 191 1476 0 0,0 5-427 0 0,-1-81 1891 0 0,12-125-2753 0 0,22-25 57 0 0,-22 23-156 0 0,-1 1-1 0 0,2 0 1 0 0,-1 0-1 0 0,0 0 1 0 0,1 1-1 0 0,0-1 1 0 0,0 1-1 0 0,0 0 0 0 0,1 0 1 0 0,-1 1-1 0 0,1 0 1 0 0,0 0-1 0 0,0 0 1 0 0,0 1-1 0 0,0-1 1 0 0,8-1-1 0 0,-10 5-36 0 0,-1-1 1 0 0,0 0-1 0 0,1 1 1 0 0,-1-1-1 0 0,0 1 0 0 0,0 0 1 0 0,0 0-1 0 0,0 0 1 0 0,0 1-1 0 0,0-1 0 0 0,0 1 1 0 0,0-1-1 0 0,0 1 1 0 0,4 4-1 0 0,39 37 41 0 0,-26-22-11 0 0,3 2-177 0 0,28 24-997 0 0,-12-28-5175 0 0,-23-14 3879 0 0</inkml:trace>
</inkml:ink>
</file>

<file path=ppt/ink/ink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57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29 112 0 0,'0'0'68'0'0,"0"-1"0"0"0,0 1-1 0 0,0 0 1 0 0,-1 0 0 0 0,1-1 0 0 0,0 1-1 0 0,0 0 1 0 0,0 0 0 0 0,0-1 0 0 0,0 1 0 0 0,0 0-1 0 0,0 0 1 0 0,0-1 0 0 0,0 1 0 0 0,0 0 0 0 0,0 0-1 0 0,0-1 1 0 0,0 1 0 0 0,0 0 0 0 0,0 0-1 0 0,0-1 1 0 0,0 1 0 0 0,0 0 0 0 0,0 0 0 0 0,1-1-1 0 0,-1 1 1 0 0,0 0 0 0 0,0 0 0 0 0,0 0 0 0 0,0-1-1 0 0,0 1 1 0 0,1 0 0 0 0,-1 0 0 0 0,0 0-1 0 0,0 0 1 0 0,0-1 0 0 0,1 1 0 0 0,-1 0 0 0 0,0 0-1 0 0,0 0 1 0 0,0 0 0 0 0,1 0 0 0 0,-1 0 0 0 0,0 0-1 0 0,0-1 1 0 0,1 1 0 0 0,-1 0 0 0 0,0 0-1 0 0,0 0 1 0 0,1 0 0 0 0,8 8 144 0 0,0-1-1 0 0,-1 1 1 0 0,0 0 0 0 0,-1 1-1 0 0,1 0 1 0 0,-2 0 0 0 0,1 1-1 0 0,-1 0 1 0 0,-1 0 0 0 0,0 0-1 0 0,0 0 1 0 0,4 18 0 0 0,7 10 3397 0 0,-13-43-3426 0 0,13-21-309 0 0,-5 7 414 0 0,1 0-1 0 0,0 1 1 0 0,2 0 0 0 0,26-28-1 0 0,-34 42-472 0 0,-1-1 1 0 0,1 1-1 0 0,0 0 0 0 0,0 0 0 0 0,1 1 0 0 0,-1-1 1 0 0,0 2-1 0 0,9-4 0 0 0,-9 5-367 0 0,1-1 0 0 0,-1 1 0 0 0,1 0 0 0 0,-1 1 0 0 0,1 0 0 0 0,-1 0 0 0 0,1 0 0 0 0,0 1 0 0 0,-1 0 0 0 0,8 2 0 0 0,-4-1-1526 0 0</inkml:trace>
</inkml:ink>
</file>

<file path=ppt/ink/ink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6:58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77 624 0 0,'2'-21'2734'0'0,"-4"-5"71"0"0,1 24-2370 0 0,1 1-338 0 0,-1-1-1 0 0,1 1 1 0 0,-1 0 0 0 0,1-1-1 0 0,-1 1 1 0 0,1 0 0 0 0,-1-1-1 0 0,0 1 1 0 0,0 0 0 0 0,0 0-1 0 0,1 0 1 0 0,-1 0 0 0 0,0-1-1 0 0,0 1 1 0 0,-1 1 0 0 0,1-1-1 0 0,0 0 1 0 0,0 0 0 0 0,0 0-1 0 0,-1 1 1 0 0,1-1 0 0 0,0 0-1 0 0,-1 1 1 0 0,1-1 0 0 0,-1 1 0 0 0,1 0-1 0 0,0-1 1 0 0,-1 1 0 0 0,-2 0-1 0 0,2 0 52 0 0,0 0-116 0 0,-1 1 1 0 0,0-1-1 0 0,1 1 0 0 0,-1 0 1 0 0,0 0-1 0 0,1 0 0 0 0,-1 0 0 0 0,1 1 1 0 0,0-1-1 0 0,-1 1 0 0 0,1-1 0 0 0,-3 4 1 0 0,-7 5 42 0 0,1-1 1 0 0,0 2-1 0 0,1-1 0 0 0,0 1 1 0 0,-12 20-1 0 0,19-27-54 0 0,0 0-1 0 0,1 0 0 0 0,-1 0 1 0 0,1 0-1 0 0,0 1 0 0 0,1-1 0 0 0,-1 1 1 0 0,1-1-1 0 0,0 1 0 0 0,0 0 1 0 0,0-1-1 0 0,1 1 0 0 0,-1 0 0 0 0,1 0 1 0 0,0-1-1 0 0,1 1 0 0 0,-1 0 0 0 0,1 0 1 0 0,0-1-1 0 0,2 7 0 0 0,-2-10-14 0 0,0 0 1 0 0,0 0-1 0 0,0-1 0 0 0,0 1 0 0 0,0-1 0 0 0,0 1 0 0 0,1-1 0 0 0,-1 1 0 0 0,0-1 0 0 0,0 0 0 0 0,0 0 0 0 0,1 0 0 0 0,-1 1 1 0 0,0-1-1 0 0,0 0 0 0 0,1 0 0 0 0,-1-1 0 0 0,0 1 0 0 0,0 0 0 0 0,1 0 0 0 0,-1-1 0 0 0,0 1 0 0 0,1-1 0 0 0,10-6 24 0 0,0 0 0 0 0,0-1 0 0 0,-1 0 0 0 0,15-15 0 0 0,-13 11-20 0 0,-11 11-6 0 0,-2 1-7 0 0,0 0 1 0 0,0 0 0 0 0,0 0 0 0 0,0 0 0 0 0,0 0-1 0 0,0 0 1 0 0,1 0 0 0 0,-1 0 0 0 0,0 0-1 0 0,0 0 1 0 0,0 0 0 0 0,0 0 0 0 0,0 0 0 0 0,0 0-1 0 0,1 0 1 0 0,-1 0 0 0 0,0 0 0 0 0,0 0-1 0 0,0 0 1 0 0,0 0 0 0 0,0 0 0 0 0,0 0 0 0 0,1 0-1 0 0,-1 0 1 0 0,0 0 0 0 0,0 0 0 0 0,0 0-1 0 0,0 0 1 0 0,0 0 0 0 0,0 0 0 0 0,0 0 0 0 0,0 0-1 0 0,1-1 1 0 0,-1 1 0 0 0,0 0 0 0 0,0 0-1 0 0,0 0 1 0 0,0 0 0 0 0,0 0 0 0 0,0 0 0 0 0,5 20-37 0 0,-6-17 38 0 0,2 4 0 0 0,-1 1 0 0 0,1-1 0 0 0,0 0 0 0 0,0 0 0 0 0,4 12 0 0 0,2-2 12 0 0,-6-16 5 0 0,0 0-8 0 0,0 0 1 0 0,1-1-1 0 0,-1 1 1 0 0,0-1 0 0 0,1 1-1 0 0,-1-1 1 0 0,1 1-1 0 0,-1-1 1 0 0,0 0-1 0 0,1 0 1 0 0,-1 0 0 0 0,1 0-1 0 0,2 0 1 0 0,48-25 20 0 0,-26 12-45 0 0,1 1 1 0 0,49-15 0 0 0,-73 26 4 0 0,-2 1 3 0 0,0 0 1 0 0,0 0-1 0 0,1 0 1 0 0,-1 0-1 0 0,0 0 1 0 0,1 1-1 0 0,-1-1 1 0 0,0 0-1 0 0,0 1 1 0 0,1-1-1 0 0,-1 0 1 0 0,0 1-1 0 0,0 0 1 0 0,0-1-1 0 0,0 1 1 0 0,2 1-1 0 0,-5 2 12 0 0,0 1 0 0 0,-1 0-1 0 0,1 0 1 0 0,-1-1 0 0 0,0 0-1 0 0,0 0 1 0 0,0 1 0 0 0,-1-2-1 0 0,0 1 1 0 0,1 0-1 0 0,-1-1 1 0 0,-1 0 0 0 0,1 0-1 0 0,-5 3 1 0 0,8-5 49 0 0,-3 5-96 0 0</inkml:trace>
</inkml:ink>
</file>

<file path=ppt/ink/ink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00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0 247 72 0 0,'0'0'1179'0'0,"27"-13"357"0"0,-10 4-1191 0 0,-2-1-1 0 0,0-1 1 0 0,0 0-1 0 0,-1-1 1 0 0,0-1 0 0 0,-1 0-1 0 0,15-19 1 0 0,40-37 896 0 0,-64 66-1143 0 0,-1-1 1 0 0,1 1-1 0 0,-1-1 1 0 0,1 0-1 0 0,-1-1 1 0 0,0 1-1 0 0,-1 0 1 0 0,5-9-1 0 0,-7 11 90 0 0,1 2-185 0 0,-1 0 1 0 0,0 0-1 0 0,0 0 0 0 0,0 0 1 0 0,0 0-1 0 0,1-1 0 0 0,-1 1 1 0 0,0 0-1 0 0,0 0 1 0 0,0 0-1 0 0,0 0 0 0 0,0 0 1 0 0,0-1-1 0 0,0 1 1 0 0,1 0-1 0 0,-1 0 0 0 0,0 0 1 0 0,0 0-1 0 0,0-1 1 0 0,0 1-1 0 0,0 0 0 0 0,0 0 1 0 0,0 0-1 0 0,0 0 1 0 0,0-1-1 0 0,0 1 0 0 0,0 0 1 0 0,0 0-1 0 0,0 0 1 0 0,0-1-1 0 0,0 1 0 0 0,0 0 1 0 0,0 0-1 0 0,0 0 0 0 0,0 0 1 0 0,-1-1-1 0 0,1 1 1 0 0,0 0-1 0 0,0 0 0 0 0,0 0 1 0 0,0 0-1 0 0,0-1 1 0 0,0 1-1 0 0,0 0 0 0 0,-1 0 1 0 0,1 0-1 0 0,0 0 1 0 0,0 0-1 0 0,0 0 0 0 0,0 0 1 0 0,-1-1-1 0 0,1 1 1 0 0,0 0-1 0 0,0 0 0 0 0,0 0 1 0 0,0 0-1 0 0,-1 0 1 0 0,1 0-1 0 0,0 0 0 0 0,0 0 1 0 0,0 0-1 0 0,-1 0 1 0 0,1 0-1 0 0,0 0 0 0 0,0 0 1 0 0,-1 0-1 0 0,-18 9 8 0 0,15-6 16 0 0,36 57 32 0 0,-30-56-49 0 0,5 7-25 0 0,-1 0 0 0 0,0 1-1 0 0,0-1 1 0 0,4 17 0 0 0,-9-24 41 0 0,0 0 1 0 0,0 0-1 0 0,-1 0 0 0 0,1-1 1 0 0,-1 1-1 0 0,0 0 1 0 0,0 0-1 0 0,-1 0 1 0 0,1 0-1 0 0,-1 0 0 0 0,1 0 1 0 0,-1 0-1 0 0,-1-1 1 0 0,1 1-1 0 0,0 0 1 0 0,-1-1-1 0 0,0 1 1 0 0,0-1-1 0 0,-2 4 0 0 0,2-4 79 0 0,-1 0 0 0 0,1 1 0 0 0,-1-2-1 0 0,0 1 1 0 0,1 0 0 0 0,-1-1 0 0 0,0 1-1 0 0,-1-1 1 0 0,1 0 0 0 0,0 0 0 0 0,-7 3-1 0 0,8-4 291 0 0</inkml:trace>
</inkml:ink>
</file>

<file path=ppt/ink/ink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01.0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0 147 424 0 0,'0'0'4857'0'0,"4"-3"-4705"0"0,22-21 215 0 0,-20 20-259 0 0,-1 0 1 0 0,0 0-1 0 0,-1 0 0 0 0,1-1 0 0 0,-1 1 0 0 0,0-1 0 0 0,0 0 1 0 0,0-1-1 0 0,-1 1 0 0 0,6-11 0 0 0,-2-16 311 0 0,-7 31-400 0 0,1 0 1 0 0,-2 0 0 0 0,1 0 0 0 0,0 0 0 0 0,0 0-1 0 0,0 0 1 0 0,0 0 0 0 0,-1 0 0 0 0,1 0 0 0 0,0 0-1 0 0,-1 0 1 0 0,1 0 0 0 0,-1 0 0 0 0,1 0 0 0 0,-1 1-1 0 0,1-1 1 0 0,-1 0 0 0 0,0 0 0 0 0,1 0-1 0 0,-1 1 1 0 0,0-1 0 0 0,0 0 0 0 0,1 1 0 0 0,-3-2-1 0 0,1 1 49 0 0,-13-1 89 0 0,13 3-151 0 0,-1 0-1 0 0,1 1 1 0 0,-1-1 0 0 0,1 0-1 0 0,0 1 1 0 0,0 0 0 0 0,0-1-1 0 0,0 1 1 0 0,0 0-1 0 0,0 0 1 0 0,0 0 0 0 0,0 0-1 0 0,1 0 1 0 0,-1 1 0 0 0,1-1-1 0 0,-1 0 1 0 0,1 1 0 0 0,0-1-1 0 0,0 1 1 0 0,0 0-1 0 0,1-1 1 0 0,-2 5 0 0 0,2-1 4 0 0,0 0 0 0 0,1 0-1 0 0,0 0 1 0 0,0-1 0 0 0,0 1 0 0 0,0 0 0 0 0,1 0 0 0 0,0-1 0 0 0,5 11 0 0 0,-5-12-67 0 0,0 0 0 0 0,1 0 1 0 0,-1 0-1 0 0,1-1 0 0 0,0 1 1 0 0,0-1-1 0 0,0 0 0 0 0,0 0 1 0 0,0 0-1 0 0,1 0 1 0 0,6 4-1 0 0,26 8-4405 0 0,-25-12 2651 0 0</inkml:trace>
</inkml:ink>
</file>

<file path=ppt/ink/ink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01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36 148 460 0 0,'0'0'1533'0'0,"-12"-19"2291"0"0,10 18-2403 0 0,-6 10-1062 0 0,7-8-331 0 0,0 0-1 0 0,0-1 1 0 0,0 1 0 0 0,0 0 0 0 0,0 0 0 0 0,0 0 0 0 0,0 0 0 0 0,0 0 0 0 0,1 0 0 0 0,-1 0-1 0 0,0 0 1 0 0,1 0 0 0 0,-1 0 0 0 0,1 1 0 0 0,-1-1 0 0 0,0 1 0 0 0,1 1 11 0 0,0 0 0 0 0,0 0 1 0 0,1-1-1 0 0,-1 1 0 0 0,0 0 0 0 0,1-1 1 0 0,0 1-1 0 0,-1 0 0 0 0,1-1 1 0 0,0 1-1 0 0,0-1 0 0 0,1 1 0 0 0,-1-1 1 0 0,0 0-1 0 0,1 1 0 0 0,0-1 1 0 0,-1 0-1 0 0,1 0 0 0 0,4 3 0 0 0,-5-4-32 0 0,0 0 0 0 0,1-1 0 0 0,-1 1 0 0 0,0 0 0 0 0,1-1 0 0 0,-1 1 0 0 0,0-1-1 0 0,1 0 1 0 0,-1 1 0 0 0,1-1 0 0 0,-1 0 0 0 0,1 0 0 0 0,-1 0 0 0 0,1 0-1 0 0,-1 0 1 0 0,0 0 0 0 0,1-1 0 0 0,-1 1 0 0 0,1 0 0 0 0,-1-1 0 0 0,0 1 0 0 0,1-1-1 0 0,-1 1 1 0 0,0-1 0 0 0,1 0 0 0 0,-1 1 0 0 0,0-1 0 0 0,0 0 0 0 0,0 0-1 0 0,1 0 1 0 0,-1 0 0 0 0,0 0 0 0 0,0 0 0 0 0,-1 0 0 0 0,1 0 0 0 0,0-1 0 0 0,0 1-1 0 0,-1 0 1 0 0,1 0 0 0 0,0-1 0 0 0,0-1 0 0 0,3-7 12 0 0,0 1 0 0 0,0-1 0 0 0,-1-1 0 0 0,0 1 0 0 0,-1 0 0 0 0,0-1 0 0 0,1-17 0 0 0,2-12 94 0 0,-4 37-55 0 0,-1 0 0 0 0,0 0 0 0 0,-1 0 0 0 0,1 0-1 0 0,0 1 1 0 0,-1-1 0 0 0,0 0 0 0 0,0 0 0 0 0,0 1 0 0 0,-2-5-1 0 0,-1-9 2005 0 0,3 29-2021 0 0,0 1 0 0 0,0-1 0 0 0,1 0 0 0 0,1 0 0 0 0,0 0 0 0 0,1 0 0 0 0,0 0 0 0 0,5 13-1 0 0,17 44-1741 0 0,7-10-4372 0 0,-23-47 3427 0 0</inkml:trace>
</inkml:ink>
</file>

<file path=ppt/ink/ink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01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30 100 0 0,'23'-20'12504'0'0,"-16"10"-10363"0"0</inkml:trace>
</inkml:ink>
</file>

<file path=ppt/ink/ink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02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92 396 0 0,'-2'-14'1168'0'0,"2"0"-116"0"0,-3 2-96 0 0,3-2 684 0 0,-3 0-331 0 0,0 1-37 0 0,-1 3-1272 0 0</inkml:trace>
</inkml:ink>
</file>

<file path=ppt/ink/ink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05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83 572 0 0,'-5'-32'2757'0'0,"4"7"-1435"0"0,-1 0 3785 0 0,6 47-4938 0 0,-1 1 0 0 0,-1 0 1 0 0,-1 1-1 0 0,-1-1 1 0 0,-4 31-1 0 0,-25 128 392 0 0,17-119-406 0 0,3-14 0 0 0,-2 0 0 0 0,-22 59 1 0 0,19-59 26 0 0,14-47-154 0 0,-1-2-24 0 0,1 1 0 0 0,0-1 0 0 0,0 0 0 0 0,-1 1 0 0 0,1-1-1 0 0,0 1 1 0 0,0-1 0 0 0,0 1 0 0 0,-1-1 0 0 0,1 1 0 0 0,0-1-1 0 0,0 0 1 0 0,0 1 0 0 0,0-1 0 0 0,0 1 0 0 0,0-1 0 0 0,0 1 0 0 0,0-1-1 0 0,0 1 1 0 0,0-1 0 0 0,0 1 0 0 0,0-1 0 0 0,1 0 0 0 0,-1 1-1 0 0,0-1 1 0 0,0 1 0 0 0,0-1 0 0 0,1 1 0 0 0,-1-1 0 0 0,0 0-1 0 0,0 1 1 0 0,1-1 0 0 0,-1 0 0 0 0,0 1 0 0 0,1-1 0 0 0,-1 0-1 0 0,0 1 1 0 0,1-1 0 0 0,-1 0 0 0 0,1 0 0 0 0,-1 1 0 0 0,0-1-1 0 0,1 0 1 0 0,-1 0 0 0 0,1 0 0 0 0,-1 0 0 0 0,1 1 0 0 0,0-1-1 0 0,88 2 163 0 0,1-3 0 0 0,131-20 1 0 0,-213 20-156 0 0,117-19 116 0 0,-113 17-113 0 0,-1 0-1 0 0,1-1 0 0 0,-1 0 0 0 0,0 0 1 0 0,0-1-1 0 0,-1-1 0 0 0,1 0 0 0 0,11-8 1 0 0,-20 11 1 0 0,1 1 0 0 0,0-1 1 0 0,0 1-1 0 0,-1-1 1 0 0,0 0-1 0 0,1 0 0 0 0,-1 0 1 0 0,0 0-1 0 0,-1-1 1 0 0,1 1-1 0 0,0 0 0 0 0,-1-1 1 0 0,0 1-1 0 0,0-1 1 0 0,0 0-1 0 0,0 1 0 0 0,0-8 1 0 0,-1 9 93 0 0,-4-13 100 0 0,2 8 19 0 0,0 9 413 0 0,7 55-424 0 0,1 29-3189 0 0,-6-85 1907 0 0</inkml:trace>
</inkml:ink>
</file>

<file path=ppt/ink/ink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05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35 76 0 0,'-7'-14'1072'0'0,"1"2"-192"0"0,4 4-80 0 0</inkml:trace>
</inkml:ink>
</file>

<file path=ppt/ink/ink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7:13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66 122 256,'-25'-67'8349,"24"65"-7042,-2-3 2474,-1 47-3201,-11 52 0,1-10 288,10-57-448,6-34-90,14-51-125,-12 50-204,-1 1 0,1 0 1,1 0-1,-1 0 0,1 0 0,0 1 0,1 0 0,7-8 0,-10 12-1,-1 1-1,0-1 1,0 1-1,0 0 1,1-1-1,-1 1 1,1 0-1,-1 1 1,1-1-1,-1 0 1,1 1-1,-1-1 1,1 1-1,0 0 1,-1 0-1,1 0 1,0 0-1,-1 0 1,1 0-1,-1 1 1,1-1-1,-1 1 1,1 0-1,-1 0 0,1 0 1,-1 0-1,1 0 1,-1 1-1,3 1 1,13 9 2,0-1 1,0 0-1,1-2 0,1 0 1,-1-1-1,2-2 1,20 6-1,-28-10 6,0 0 0,0-1 0,0-1 1,0 0-1,0-1 0,0 0 0,0-1 0,0 0 0,0-1 1,-1-1-1,1 0 0,22-11 0,-26 11-3,-1-1 1,1 0-1,-1 0 0,0-1 0,0 0 0,-1-1 0,11-11 0,-14 13 4,0 1 0,-1 0 0,0-1 0,0 0-1,-1 0 1,1 0 0,-1 0 0,0 0 0,0 0 0,-1-1-1,1 1 1,-1-1 0,-1 1 0,1-8 0,-2 8-17,-1 3 13,1 0 0,-1 0 0,0 0 0,0 0 0,0 0 0,0 1 0,0-1-1,0 1 1,-1-1 0,1 1 0,-1 0 0,1 0 0,-1 0 0,1 0 0,-1 0 0,1 1 0,-1-1-1,0 1 1,1 0 0,-1 0 0,-3 0 0,4 0-6,0-1-16,-11 6 7,13-5 10,0 0-1,0 0 0,0 0 1,-1 0-1,1 0 0,0 0 1,0 0-1,0 0 0,-1 0 1,1 0-1,0 0 0,0 0 1,-1 0-1,1 0 0,0 0 1,0 0-1,0 1 0,-1-1 1,1 0-1,0 0 0,0 0 1,0 0-1,0 0 0,-1 0 1,1 0-1,0 1 0,0-1 1,0 0-1,0 0 0,0 0 1,0 0-1,-1 1 0,1-1 1,0 0-1,0 0 0,0 0 1,0 1-1,0-1 0,0 0 1,0 0-1,0 0 0,0 1 1,0-1-1,0 0 0,0 0 1,0 1-1,0-1 0,0 0 1,0 0-1,0 0 0,0 1 1,0-1-1,0 0 0,0 0 1,0 0-1,1 1 0,6 0-3,0 0-1,1 0 1,-1 0-1,1-1 0,-1-1 1,1 1-1,-1-1 1,0 0-1,1 0 1,-1-1-1,0 0 1,0-1-1,0 1 1,0-2-1,12-6 0,-5 3-3,0 1 0,0 1 0,24-6 0,-36 11 9,0 0 1,-1 0-1,1 0 1,0 0-1,0 0 1,-1 0-1,1 1 1,0-1-1,-1 0 1,1 1-1,-1 0 0,1-1 1,-1 1-1,1 0 1,-1 0-1,1 0 1,-1 0-1,1 0 1,-1 0-1,0 0 1,0 0-1,0 1 1,0-1-1,0 0 0,0 1 1,0-1-1,1 3 1,15 40 47,-15-40-47,2 15-1,-1 1 0,0-1 0,-1 0 0,-1 0 1,-1 1-1,-1-1 0,-1 1 0,0-1 0,-1 0 0,-1 0 0,-1 0 0,-11 26 1,-1-3 0,-2 0 1,-2-2 0,-1-1 0,-34 45 0,40-63 126,-1 0 0,-1-2-1,-36 33 1,46-45-82,0-1-1,0 0 1,-1 0 0,1-1 0,-1 0 0,0 0-1,-1-1 1,1 0 0,-1-1 0,1 0-1,-1-1 1,0 0 0,-12 1 0,20-3-18,0 0 0,0 0 1,0 0-1,1 0 1,-1-1-1,0 1 0,0-1 1,1 1-1,-1-1 0,0 0 1,0 1-1,1-1 1,-1 0-1,1 0 0,-1 0 1,1 0-1,-1-1 0,1 1 1,0 0-1,0-1 0,-1 1 1,1-1-1,0 1 1,0-1-1,0 1 0,1-1 1,-1 0-1,0 1 0,1-1 1,-1 0-1,1 0 1,-1 1-1,1-1 0,0 0 1,0 0-1,0 0 0,0 0 1,0 0-1,0 1 1,0-1-1,1-3 0,1-6 19,0-1 0,0 1-1,1 0 1,1 0 0,6-15-1,4-1-155,0 1 0,2 0 0,0 1 0,2 1 0,1 0 0,1 2 0,1 0 0,1 1 0,0 1 0,41-26 0,-25 21-1047,2 2 0,48-22-1,-31 21-2713,64-17-1,-46 19-242</inkml:trace>
</inkml:ink>
</file>

<file path=ppt/ink/ink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4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8 388 116 0 0,'0'0'783'0'0,"-7"-23"7962"0"0,8 15-8401 0 0,0-1 1 0 0,1 1 0 0 0,0 0 0 0 0,1 0 0 0 0,0 0 0 0 0,0 0-1 0 0,8-11 1 0 0,33-55 421 0 0,-29 50-536 0 0,2 1 0 0 0,0 1-1 0 0,1 1 1 0 0,1 1 0 0 0,1 0 0 0 0,30-22 0 0 0,-42 36-184 0 0,0 1 1 0 0,1 0-1 0 0,-1 1 1 0 0,1 0-1 0 0,0 0 1 0 0,0 1 0 0 0,0 0-1 0 0,0 0 1 0 0,17-2-1 0 0,-19 5-24 0 0,0 0 0 0 0,-1 0-1 0 0,1 0 1 0 0,0 1 0 0 0,0 0 0 0 0,-1 1-1 0 0,1-1 1 0 0,-1 1 0 0 0,1 0 0 0 0,-1 1-1 0 0,0 0 1 0 0,0 0 0 0 0,0 0 0 0 0,0 0-1 0 0,7 7 1 0 0,-7-4-6 0 0,0 0-1 0 0,0 0 1 0 0,0 1-1 0 0,-1 0 1 0 0,0 0 0 0 0,-1 0-1 0 0,1 0 1 0 0,-2 1-1 0 0,1 0 1 0 0,-1 0 0 0 0,0 0-1 0 0,0 0 1 0 0,-1 0-1 0 0,0 1 1 0 0,-1-1 0 0 0,0 1-1 0 0,0-1 1 0 0,-1 1-1 0 0,-1 15 1 0 0,1-11 6 0 0,-1 0 0 0 0,-1 1 0 0 0,0-1 0 0 0,-1 0 0 0 0,0 0 0 0 0,-1 0 0 0 0,-1-1 0 0 0,0 1 0 0 0,0-1 0 0 0,-1 0 0 0 0,-15 21 0 0 0,18-29 29 0 0,0-1 0 0 0,0 0 0 0 0,1-1 0 0 0,-2 1 0 0 0,1 0 0 0 0,0-1 0 0 0,0 0 0 0 0,-1 0 0 0 0,0 0 0 0 0,1 0 0 0 0,-1 0-1 0 0,0-1 1 0 0,0 1 0 0 0,0-1 0 0 0,1 0 0 0 0,-2 0 0 0 0,-5 0 0 0 0,9-1-17 0 0,-1 0-1 0 0,1 0 1 0 0,0-1-1 0 0,-1 1 1 0 0,1 0-1 0 0,-1 0 1 0 0,1-1 0 0 0,-1 1-1 0 0,1-1 1 0 0,0 0-1 0 0,-1 1 1 0 0,1-1-1 0 0,0 0 1 0 0,0 0-1 0 0,-1 1 1 0 0,1-1 0 0 0,0 0-1 0 0,0 0 1 0 0,-1-2-1 0 0,1 1-16 0 0,-1 0 0 0 0,1-1 0 0 0,0 1 1 0 0,0 0-1 0 0,1-1 0 0 0,-1 1 0 0 0,0 0 0 0 0,1-1 0 0 0,0 1 0 0 0,-1-1 0 0 0,1 1 0 0 0,0-1 0 0 0,0 1 0 0 0,0-1 1 0 0,1-2-1 0 0,0-2-9 0 0,0 0 1 0 0,0 0-1 0 0,1 1 1 0 0,0-1-1 0 0,0 1 0 0 0,1-1 1 0 0,0 1-1 0 0,0 0 1 0 0,0-1-1 0 0,1 2 1 0 0,-1-1-1 0 0,2 0 1 0 0,5-6-1 0 0,-7 9-174 0 0,1-1 0 0 0,0 1 0 0 0,-1 0 0 0 0,1 1 0 0 0,0-1 0 0 0,1 1 0 0 0,-1-1 0 0 0,0 1 0 0 0,1 1 0 0 0,-1-1 0 0 0,1 1 0 0 0,-1-1 0 0 0,1 1 0 0 0,0 1 0 0 0,0-1 0 0 0,-1 1 0 0 0,1-1 0 0 0,8 2 0 0 0,64 9-4278 0 0,-45-4-736 0 0,-15-2 2160 0 0</inkml:trace>
</inkml:ink>
</file>

<file path=ppt/ink/ink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5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44 404 236 0 0,'1'-1'231'0'0,"0"-1"0"0"0,0 1 0 0 0,0-1 0 0 0,0 1 0 0 0,0-1 0 0 0,-1 0 0 0 0,1 1 0 0 0,-1-1 0 0 0,1 0 0 0 0,-1 0 0 0 0,1 1 0 0 0,-1-1 0 0 0,0 0 0 0 0,0 0 0 0 0,0 1 0 0 0,0-1 0 0 0,0 0-1 0 0,-1 0 1 0 0,1 0 0 0 0,0 1 0 0 0,-1-1 0 0 0,1 0 0 0 0,-1 1 0 0 0,0-1 0 0 0,0-1 0 0 0,-1 0 847 0 0,-1 3-922 0 0,0 1 1 0 0,1 0 0 0 0,-1 0 0 0 0,0 0-1 0 0,1 0 1 0 0,-1 0 0 0 0,1 1 0 0 0,-1-1-1 0 0,-3 4 1 0 0,4-3-81 0 0,0 1 1 0 0,1 0-1 0 0,-1 0 0 0 0,1 0 0 0 0,-1 0 1 0 0,1 0-1 0 0,0 0 0 0 0,0 0 1 0 0,0 1-1 0 0,1-1 0 0 0,-1 0 0 0 0,1 0 1 0 0,0 1-1 0 0,0-1 0 0 0,0 0 0 0 0,0 1 1 0 0,0-1-1 0 0,1 0 0 0 0,0 1 0 0 0,-1-1 1 0 0,3 4-1 0 0,0 1 55 0 0,0 1 0 0 0,1-1 0 0 0,0-1 0 0 0,0 1 1 0 0,0-1-1 0 0,9 11 0 0 0,-12-18-118 0 0,-1 1 0 0 0,1-1 0 0 0,-1 1 0 0 0,1-1 0 0 0,-1 0 0 0 0,1 1 1 0 0,-1-1-1 0 0,1 0 0 0 0,0 0 0 0 0,-1 0 0 0 0,1 1 0 0 0,0-1 0 0 0,-1 0 0 0 0,1 0 1 0 0,0 0-1 0 0,-1 0 0 0 0,1 0 0 0 0,0 0 0 0 0,-1 0 0 0 0,1 0 0 0 0,0 0 0 0 0,-1 0 0 0 0,1-1 1 0 0,-1 1-1 0 0,1 0 0 0 0,0 0 0 0 0,-1-1 0 0 0,1 1 0 0 0,-1 0 0 0 0,1-1 0 0 0,0 0 1 0 0,16-13 146 0 0,-4-10-83 0 0,-2 1 0 0 0,0-2 0 0 0,-2 1 0 0 0,-1-1 0 0 0,6-27 0 0 0,17-52 44 0 0,-23 85-84 0 0,-5 9 48 0 0,0 0 0 0 0,1 0 0 0 0,1 0 0 0 0,0 0 0 0 0,0 1 0 0 0,10-13 0 0 0,-14 21 33 0 0,2 3-38 0 0,1 3-26 0 0,0-1-1 0 0,0 1 1 0 0,0 0 0 0 0,-1 0-1 0 0,0 0 1 0 0,0 0 0 0 0,-1 1-1 0 0,1-1 1 0 0,-1 1-1 0 0,0 0 1 0 0,2 11 0 0 0,10 80 426 0 0,-3-17-147 0 0,-7-59-312 0 0,0-6 113 0 0,0 1 0 0 0,11 28 1 0 0,-14-41-183 0 0,0 1-1 0 0,1-1 1 0 0,0 0 0 0 0,0 0 0 0 0,0 0-1 0 0,0 0 1 0 0,1 0 0 0 0,-1 0-1 0 0,1 0 1 0 0,-1-1 0 0 0,1 0-1 0 0,0 1 1 0 0,0-1 0 0 0,0 0 0 0 0,1 0-1 0 0,-1-1 1 0 0,6 3 0 0 0,-2-2-254 0 0,1-1 0 0 0,-1 0-1 0 0,0-1 1 0 0,1 0 0 0 0,-1 0 0 0 0,0-1 0 0 0,0 0 0 0 0,1 0 0 0 0,-1 0 0 0 0,0-1 0 0 0,0 0 0 0 0,11-6 0 0 0,10-3-1052 0 0,41-26-1 0 0,-42 19 980 0 0,-1 0-1 0 0,30-29 0 0 0,-19 16 1835 0 0,-38 46 1339 0 0,0-3-2630 0 0,0 0 0 0 0,1 1 0 0 0,0-1 0 0 0,3 20-1 0 0,-2-32-159 0 0,-1 1-1 0 0,1 0 0 0 0,-1-1 0 0 0,1 1 0 0 0,-1 0 0 0 0,1-1 0 0 0,-1 1 1 0 0,1-1-1 0 0,-1 1 0 0 0,1-1 0 0 0,0 1 0 0 0,-1-1 0 0 0,1 0 1 0 0,0 1-1 0 0,-1-1 0 0 0,1 0 0 0 0,0 1 0 0 0,0-1 0 0 0,-1 0 0 0 0,1 0 1 0 0,0 0-1 0 0,0 0 0 0 0,-1 1 0 0 0,1-1 0 0 0,0 0 0 0 0,0-1 0 0 0,-1 1 1 0 0,1 0-1 0 0,0 0 0 0 0,0 0 0 0 0,-1 0 0 0 0,2-1 0 0 0,23-6 62 0 0,-17 2-70 0 0,1 0-1 0 0,-1-1 1 0 0,0 1-1 0 0,-1-2 0 0 0,1 1 1 0 0,-1-1-1 0 0,-1 0 1 0 0,1 0-1 0 0,5-10 1 0 0,5-7-11 0 0,22-44 0 0 0,-25 42 171 0 0,-2 0-1 0 0,-1-1 0 0 0,0-1 0 0 0,-2 1 0 0 0,-2-1 1 0 0,0-1-1 0 0,2-30 0 0 0,-9 37 2909 0 0,-4 50-2413 0 0,-5 65-432 0 0,19 157-76 0 0,-2-140-2939 0 0,-8-81 925 0 0,1 6-4274 0 0,0-18 2408 0 0</inkml:trace>
</inkml:ink>
</file>

<file path=ppt/ink/ink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7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116 170 7737 0 0,'-1'-26'319'0'0,"-2"1"1"0"0,0-1-1 0 0,-2 1 1 0 0,-9-28-1 0 0,14 52-284 0 0,0 1 0 0 0,0-1 0 0 0,0 1 0 0 0,0-1-1 0 0,0 1 1 0 0,0-1 0 0 0,0 1 0 0 0,0-1 0 0 0,0 0 0 0 0,0 1 0 0 0,0-1-1 0 0,-1 1 1 0 0,1-1 0 0 0,0 1 0 0 0,0-1 0 0 0,-1 1 0 0 0,1 0 0 0 0,0-1-1 0 0,0 1 1 0 0,-1-1 0 0 0,1 1 0 0 0,-1 0 0 0 0,1-1 0 0 0,0 1 0 0 0,-1-1-1 0 0,1 1 1 0 0,-1 0 0 0 0,1 0 0 0 0,-1-1 0 0 0,1 1 0 0 0,-1 0 0 0 0,1 0-1 0 0,-1 0 1 0 0,1-1 0 0 0,-1 1 0 0 0,1 0 0 0 0,-1 0 0 0 0,1 0 0 0 0,-1 0-1 0 0,1 0 1 0 0,-1 0 0 0 0,1 0 0 0 0,-2 0 0 0 0,-15 24 333 0 0,-7 41-287 0 0,13-17 20 0 0,3 0 1 0 0,1 1-1 0 0,3-1 1 0 0,2 1-1 0 0,5 58 1 0 0,-8 114 593 0 0,8-158-977 0 0,-3-60-71 0 0</inkml:trace>
</inkml:ink>
</file>

<file path=ppt/ink/ink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7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1 461 272 0 0,'197'-11'2679'0'0,"47"-6"-1610"0"0,-231 15-1028 0 0,143-26 413 0 0,-132 22-360 0 0,0 0 0 0 0,0-2 0 0 0,-1-1 0 0 0,28-15 0 0 0,-46 22-40 0 0,0-1-1 0 0,0 0 1 0 0,-1-1-1 0 0,1 1 1 0 0,-1-1-1 0 0,0 0 1 0 0,0 0-1 0 0,0 0 1 0 0,-1-1-1 0 0,0 1 1 0 0,1-1-1 0 0,-1 0 1 0 0,-1 0-1 0 0,1 0 1 0 0,-1 0 0 0 0,0 0-1 0 0,0-1 1 0 0,-1 1-1 0 0,1-1 1 0 0,-1 1-1 0 0,0-1 1 0 0,-1 1-1 0 0,1-1 1 0 0,-1 0-1 0 0,0 1 1 0 0,-1-1-1 0 0,1 0 1 0 0,-3-8-1 0 0,-1-2 278 0 0,0 0-1 0 0,-2 0 1 0 0,1 0-1 0 0,-2 1 1 0 0,0 0-1 0 0,-1 0 1 0 0,0 1-1 0 0,-15-19 1 0 0,-8-9 974 0 0,31 41-1048 0 0,-3-1-108 0 0,2 2-143 0 0,1 0-1 0 0,0 0 1 0 0,0 0 0 0 0,0-1 0 0 0,0 1-1 0 0,0 0 1 0 0,0 0 0 0 0,-1 0 0 0 0,1 0-1 0 0,0 0 1 0 0,0-1 0 0 0,0 1 0 0 0,-1 0-1 0 0,1 0 1 0 0,0 0 0 0 0,0 0 0 0 0,0 0 0 0 0,-1 0-1 0 0,1 0 1 0 0,0 0 0 0 0,0 0 0 0 0,0 0-1 0 0,-1 0 1 0 0,1 0 0 0 0,0 0 0 0 0,0 0-1 0 0,0 0 1 0 0,-1 0 0 0 0,1 0 0 0 0,0 0-1 0 0,0 0 1 0 0,0 0 0 0 0,-1 0 0 0 0,1 0-1 0 0,0 0 1 0 0,0 1 0 0 0,0-1 0 0 0,0 0-1 0 0,-1 0 1 0 0,1 0 0 0 0,0 0 0 0 0,0 0-1 0 0,0 0 1 0 0,0 1 0 0 0,0-1 0 0 0,-1 0-1 0 0,1 0 1 0 0,-6 40 109 0 0,1-1 0 0 0,2 1 0 0 0,2-1 0 0 0,6 69 0 0 0,-1 5 5 0 0,-13 89 136 0 0,9-200-237 0 0,-3 10-19 0 0,5-5 1573 0 0,6-28-1556 0 0,-6 16-11 0 0,13-23 38 0 0,-14 26-46 0 0,2 0 0 0 0,-1 0 0 0 0,0 0 1 0 0,0 0-1 0 0,1 0 0 0 0,-1 0 1 0 0,1 0-1 0 0,-1 1 0 0 0,1 0 0 0 0,0-1 1 0 0,-1 1-1 0 0,1 0 0 0 0,0 0 1 0 0,0 0-1 0 0,0 1 0 0 0,0-1 0 0 0,0 1 1 0 0,0 0-1 0 0,0 0 0 0 0,4 0 1 0 0,76 4-13 0 0,-54-2 18 0 0,-12-1-3 0 0,3 1 3 0 0,1-2-1 0 0,26-2 0 0 0,-43 2-2 0 0,0 0 1 0 0,0-1-1 0 0,0 0 0 0 0,0 0 1 0 0,0 0-1 0 0,0 0 0 0 0,0 0 0 0 0,0-1 1 0 0,-1 0-1 0 0,1 0 0 0 0,0 0 1 0 0,-1 0-1 0 0,0-1 0 0 0,1 1 0 0 0,-1-1 1 0 0,0 0-1 0 0,4-4 0 0 0,-6 6 12 0 0,-1 0-1 0 0,1-1 0 0 0,0 1 0 0 0,-1 0 1 0 0,1 0-1 0 0,-1-1 0 0 0,0 1 1 0 0,1 0-1 0 0,-1-1 0 0 0,0 1 1 0 0,0 0-1 0 0,0-1 0 0 0,1 1 0 0 0,-2 0 1 0 0,1-1-1 0 0,0 1 0 0 0,0 0 1 0 0,0-1-1 0 0,0 1 0 0 0,-1 0 1 0 0,1-1-1 0 0,-1 1 0 0 0,1 0 0 0 0,-1 0 1 0 0,0 0-1 0 0,1-1 0 0 0,-1 1 1 0 0,0 0-1 0 0,0 0 0 0 0,0 0 1 0 0,-1-2-1 0 0,0 2 57 0 0,0-1 0 0 0,0 0 0 0 0,0 1 0 0 0,0-1 0 0 0,-1 1 0 0 0,1-1 0 0 0,0 1 0 0 0,0 0 0 0 0,-1 0 0 0 0,1 0 0 0 0,-1 0 0 0 0,1 1 0 0 0,-1-1 0 0 0,-4 0 0 0 0,7 1-63 0 0,-1 1-1 0 0,0-1 0 0 0,1 0 1 0 0,-1 0-1 0 0,1 1 1 0 0,-1-1-1 0 0,1 0 1 0 0,-1 1-1 0 0,1-1 0 0 0,0 0 1 0 0,-1 1-1 0 0,1-1 1 0 0,-1 1-1 0 0,1-1 1 0 0,0 1-1 0 0,-1-1 0 0 0,1 1 1 0 0,0-1-1 0 0,-1 1 1 0 0,1-1-1 0 0,0 1 1 0 0,0-1-1 0 0,0 1 0 0 0,0-1 1 0 0,-1 1-1 0 0,1-1 1 0 0,0 1-1 0 0,0 0 1 0 0,0-1-1 0 0,0 1 1 0 0,0-1-1 0 0,0 1 0 0 0,0 0 1 0 0,1-1-1 0 0,-1 1 1 0 0,0-1-1 0 0,0 1 1 0 0,0-1-1 0 0,1 1 0 0 0,-1-1 1 0 0,0 1-1 0 0,0-1 1 0 0,1 1-1 0 0,0 0 1 0 0,10 26 26 0 0,-11-26-36 0 0,6 8-283 0 0,0 0 1 0 0,0-1-1 0 0,0 1 1 0 0,1-1 0 0 0,1 0-1 0 0,-1-1 1 0 0,1 0-1 0 0,14 10 1 0 0,41 20-6860 0 0,-38-27 3727 0 0</inkml:trace>
</inkml:ink>
</file>

<file path=ppt/ink/ink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8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64 203 13157 0 0,'2'-27'94'0'0,"-2"-1"0"0"0,-2 1 1 0 0,0-1-1 0 0,-1 1 0 0 0,-10-37 0 0 0,12 63 111 0 0,-1 7-155 0 0,-5 24 19 0 0,1 0 0 0 0,1 1 1 0 0,0 39-1 0 0,4 105 155 0 0,2-96-130 0 0,-5-8 59 0 0,4-71-150 0 0,0 1 1 0 0,0 0-1 0 0,0-1 1 0 0,0 1-1 0 0,0-1 1 0 0,0 1-1 0 0,0-1 0 0 0,1 1 1 0 0,-1-1-1 0 0,0 1 1 0 0,0-1-1 0 0,0 1 1 0 0,0-1-1 0 0,1 1 1 0 0,-1-1-1 0 0,0 1 1 0 0,1-1-1 0 0,-1 1 1 0 0,0-1-1 0 0,1 1 1 0 0,-1-1-1 0 0,1 0 1 0 0,-1 1-1 0 0,0-1 1 0 0,1 0-1 0 0,-1 1 0 0 0,1-1 1 0 0,-1 0-1 0 0,1 0 1 0 0,-1 1-1 0 0,1-1 1 0 0,-1 0-1 0 0,1 0 1 0 0,0 0-1 0 0,-1 0 1 0 0,1 0-1 0 0,-1 0 1 0 0,1 0-1 0 0,-1 0 1 0 0,1 0-1 0 0,-1 0 1 0 0,1 0-1 0 0,-1 0 1 0 0,1 0-1 0 0,0 0 1 0 0,0-1-1 0 0,30-5 21 0 0,-27 5-17 0 0,15-3 1 0 0,0 2-1 0 0,0 0 1 0 0,25 0-1 0 0,-37 2-9 0 0,0 0 0 0 0,0 1 0 0 0,0 0 0 0 0,0 0 0 0 0,0 0 0 0 0,0 1 0 0 0,-1 0 0 0 0,1 1 0 0 0,-1-1 0 0 0,1 1 0 0 0,11 7 0 0 0,-17-9 0 0 0,0-1 1 0 0,0 1 0 0 0,0 0-1 0 0,0-1 1 0 0,0 1 0 0 0,0 0-1 0 0,0 0 1 0 0,-1 0 0 0 0,1 0-1 0 0,0-1 1 0 0,0 1 0 0 0,-1 0-1 0 0,1 0 1 0 0,0 0 0 0 0,-1 1-1 0 0,1-1 1 0 0,-1 0 0 0 0,0 0-1 0 0,1 0 1 0 0,-1 0 0 0 0,0 0-1 0 0,0 1 1 0 0,0-1 0 0 0,1 0-1 0 0,-1 0 1 0 0,0 0 0 0 0,-1 2-1 0 0,0-1 2 0 0,0-1 0 0 0,0 1 0 0 0,0-1 0 0 0,0 0 0 0 0,0 1 1 0 0,0-1-1 0 0,-1 0 0 0 0,1 0 0 0 0,0 0 0 0 0,-1 0 0 0 0,1 0 0 0 0,-1 0 0 0 0,1 0 0 0 0,-1 0 0 0 0,-2 1 0 0 0,-7 2 3 0 0,0-1-1 0 0,0 0 1 0 0,0-1-1 0 0,-13 2 1 0 0,8-2-97 0 0,-1-1 0 0 0,0-1 0 0 0,1 0 0 0 0,-1-1 0 0 0,1-1 0 0 0,-1-1 1 0 0,1 0-1 0 0,0-1 0 0 0,-21-8 0 0 0,35 11-680 0 0</inkml:trace>
</inkml:ink>
</file>

<file path=ppt/ink/ink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8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3 360 0 0,'0'0'3994'0'0,"-6"2"-3372"0"0,4-2-547 0 0,0 0 0 0 0,0 1 1 0 0,0-1-1 0 0,0 1 0 0 0,0-1 0 0 0,1 1 0 0 0,-1 0 1 0 0,0 0-1 0 0,0 0 0 0 0,1 0 0 0 0,-1 0 1 0 0,0 0-1 0 0,1 1 0 0 0,-1-1 0 0 0,1 0 1 0 0,0 1-1 0 0,-1-1 0 0 0,1 1 0 0 0,0 0 1 0 0,0-1-1 0 0,0 1 0 0 0,0 0 0 0 0,0-1 0 0 0,1 1 1 0 0,-1 0-1 0 0,0 0 0 0 0,1 0 0 0 0,-1 0 1 0 0,1 0-1 0 0,0 0 0 0 0,0 0 0 0 0,0 0 1 0 0,0 0-1 0 0,0 0 0 0 0,0 0 0 0 0,0 0 1 0 0,0 0-1 0 0,2 3 0 0 0,-1 0 26 0 0,1-1 0 0 0,-1 0 0 0 0,1 0 0 0 0,0 0 0 0 0,0 0 0 0 0,1 0 0 0 0,-1 0 0 0 0,1-1 0 0 0,-1 1 0 0 0,1-1 0 0 0,0 0 0 0 0,1 1 0 0 0,-1-1-1 0 0,1-1 1 0 0,3 4 0 0 0,-6-5-61 0 0,0 0-1 0 0,1 0 1 0 0,-1 0-1 0 0,0-1 0 0 0,0 1 1 0 0,1 0-1 0 0,-1 0 1 0 0,1-1-1 0 0,-1 1 1 0 0,1-1-1 0 0,-1 1 0 0 0,1-1 1 0 0,-1 0-1 0 0,1 0 1 0 0,-1 1-1 0 0,1-1 0 0 0,-1 0 1 0 0,1 0-1 0 0,-1 0 1 0 0,1-1-1 0 0,-1 1 1 0 0,1 0-1 0 0,-1-1 0 0 0,1 1 1 0 0,-1-1-1 0 0,1 1 1 0 0,-1-1-1 0 0,1 1 0 0 0,-1-1 1 0 0,0 0-1 0 0,1 0 1 0 0,-1 0-1 0 0,0 0 1 0 0,0 0-1 0 0,0 0 0 0 0,0 0 1 0 0,0 0-1 0 0,0 0 1 0 0,0-1-1 0 0,0 1 0 0 0,0 0 1 0 0,0-1-1 0 0,0-2 1 0 0,1 0 28 0 0,-1-1-1 0 0,0 0 1 0 0,0 1 0 0 0,-1-1 0 0 0,1 0 0 0 0,-1 0 0 0 0,0 1 0 0 0,-1-1-1 0 0,1 0 1 0 0,-1 0 0 0 0,0 1 0 0 0,0-1 0 0 0,0 0 0 0 0,-1 1 0 0 0,1-1-1 0 0,-1 1 1 0 0,0 0 0 0 0,0 0 0 0 0,-1-1 0 0 0,1 1 0 0 0,-5-4 0 0 0,-2 3 623 0 0,6 4-2363 0 0</inkml:trace>
</inkml:ink>
</file>

<file path=ppt/ink/ink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9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77 424 0 0,'0'0'5792'0'0,"1"4"-5390"0"0,1 0-276 0 0,1 0 0 0 0,-1 0 1 0 0,1 0-1 0 0,0 0 0 0 0,0-1 0 0 0,0 1 1 0 0,1-1-1 0 0,-1 1 0 0 0,1-1 0 0 0,0 0 1 0 0,0-1-1 0 0,0 1 0 0 0,0-1 0 0 0,0 1 1 0 0,0-1-1 0 0,1 0 0 0 0,-1-1 0 0 0,1 1 1 0 0,0-1-1 0 0,-1 0 0 0 0,1 0 0 0 0,0-1 1 0 0,0 1-1 0 0,-1-1 0 0 0,9 0 0 0 0,-11-1-92 0 0,-1 1 0 0 0,0 0 0 0 0,0 0-1 0 0,0-1 1 0 0,0 1 0 0 0,0-1 0 0 0,1 1-1 0 0,-1-1 1 0 0,0 0 0 0 0,0 1 0 0 0,0-1 0 0 0,-1 0-1 0 0,1 1 1 0 0,0-1 0 0 0,0 0 0 0 0,0 0-1 0 0,0 0 1 0 0,-1 0 0 0 0,1 0 0 0 0,0 0-1 0 0,-1 0 1 0 0,1 0 0 0 0,-1 0 0 0 0,1 0 0 0 0,-1-1-1 0 0,0 1 1 0 0,0 0 0 0 0,1 0 0 0 0,-1 0-1 0 0,0 0 1 0 0,0-1 0 0 0,0 1 0 0 0,0 0 0 0 0,0 0-1 0 0,0 0 1 0 0,0-1 0 0 0,-1 1 0 0 0,1 0-1 0 0,-1-2 1 0 0,0-2 56 0 0,0 0 0 0 0,-1 0 1 0 0,1 0-1 0 0,-1 0 0 0 0,-1 0 0 0 0,1 1 0 0 0,-5-8 0 0 0,0 3 135 0 0,-1 0 0 0 0,0 0 0 0 0,0 1 0 0 0,-18-13 0 0 0,25 20-173 0 0,-5 5-889 0 0,-1 1 214 0 0,20 18-8822 0 0</inkml:trace>
</inkml:ink>
</file>

<file path=ppt/ink/ink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9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36 636 0 0,'15'-35'11718'0'0,"-18"87"-11136"0"0,-2 0 0 0 0,-2 0 0 0 0,-3-1 0 0 0,-1 0 0 0 0,-24 61 0 0 0,35-111-576 0 0,0-1 0 0 0,-1 0-1 0 0,1 1 1 0 0,0-1 0 0 0,0 1 0 0 0,0-1-1 0 0,-1 1 1 0 0,1-1 0 0 0,0 1 0 0 0,0-1-1 0 0,0 1 1 0 0,0-1 0 0 0,0 1 0 0 0,0-1-1 0 0,0 0 1 0 0,0 1 0 0 0,0-1 0 0 0,0 1-1 0 0,0-1 1 0 0,0 1 0 0 0,1-1 0 0 0,-1 1-1 0 0,0-1 1 0 0,0 1 0 0 0,0-1 0 0 0,1 0 0 0 0,-1 1-1 0 0,0-1 1 0 0,0 1 0 0 0,1-1 0 0 0,-1 0-1 0 0,0 1 1 0 0,1-1 0 0 0,-1 0 0 0 0,1 1-1 0 0,19-3 72 0 0,19-18-23 0 0,145-91 164 0 0,-188 115-174 0 0,-1 0 0 0 0,2 1 0 0 0,-1 0 0 0 0,0-1 0 0 0,1 1 0 0 0,-4 7 0 0 0,5-8-37 0 0,0-1 1 0 0,1 1-1 0 0,-1-1 0 0 0,1 1 1 0 0,0-1-1 0 0,0 1 0 0 0,0 0 1 0 0,0-1-1 0 0,1 1 0 0 0,-1 0 1 0 0,1 0-1 0 0,0-1 0 0 0,0 1 1 0 0,0 0-1 0 0,1 0 1 0 0,-1 0-1 0 0,1-1 0 0 0,2 7 1 0 0,0-5-152 0 0,-1 1 1 0 0,1-1-1 0 0,0 0 1 0 0,1-1-1 0 0,-1 1 1 0 0,1-1-1 0 0,0 1 1 0 0,0-1-1 0 0,0 0 1 0 0,1 0 0 0 0,-1-1-1 0 0,1 0 1 0 0,10 6-1 0 0,0-2-2029 0 0,0-1 0 0 0,0-1 0 0 0,29 7 0 0 0,-16-6-1284 0 0</inkml:trace>
</inkml:ink>
</file>

<file path=ppt/ink/ink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19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128 166 9173 0 0,'-20'-71'129'0'0,"16"58"526"0"0,-1 1 0 0 0,2-1 0 0 0,0 0 0 0 0,0-1 0 0 0,-1-16 1252 0 0,3 32-1854 0 0,0-1-1 0 0,0 0 1 0 0,1 0-1 0 0,-1 1 1 0 0,0-1-1 0 0,1 1 1 0 0,-1-1-1 0 0,1 0 1 0 0,0 1 0 0 0,-1-1-1 0 0,1 1 1 0 0,0-1-1 0 0,0 1 1 0 0,0-1-1 0 0,0 1 1 0 0,0-1-1 0 0,0 1 1 0 0,0-1 0 0 0,1 1-1 0 0,-1-1 1 0 0,0 1-1 0 0,1 1 1 0 0,6 80 966 0 0,-7 130 0 0 0,-2-152-721 0 0,2-29-213 0 0,-1-1 1 0 0,-2 1-1 0 0,-1-1 1 0 0,-2 1-1 0 0,-12 39 1 0 0,16-67-301 0 0,1 0 0 0 0,-1 0 0 0 0,0-1 0 0 0,0 1 1 0 0,-1 0-1 0 0,1-1 0 0 0,-1 0 0 0 0,0 1 0 0 0,-4 2 0 0 0,-19 9-5859 0 0</inkml:trace>
</inkml:ink>
</file>

<file path=ppt/ink/ink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20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0 170 484 0 0,'0'0'4507'0'0,"1"-13"3245"0"0,57 7-6993 0 0,89 2 0 0 0,-27 2-611 0 0,56-7 45 0 0,-1-7 1 0 0,297-67-1 0 0,-430 68 363 0 0,-41 14-284 0 0,-4 5-257 0 0,-1 1-13 0 0,0 0 1 0 0,1 0-1 0 0,-1 0 1 0 0,1 1-1 0 0,0 0 0 0 0,1-1 1 0 0,-1 1-1 0 0,1 0 1 0 0,0 1-1 0 0,1-1 0 0 0,0 0 1 0 0,0 0-1 0 0,0 1 0 0 0,0 12 1 0 0,2-15-2 0 0,0 0 1 0 0,-1 1-1 0 0,2-1 1 0 0,-1 0-1 0 0,0 1 0 0 0,1-1 1 0 0,0 0-1 0 0,0 0 1 0 0,0 0-1 0 0,0-1 1 0 0,1 1-1 0 0,0 0 0 0 0,-1-1 1 0 0,1 0-1 0 0,0 1 1 0 0,1-1-1 0 0,-1 0 1 0 0,1-1-1 0 0,-1 1 0 0 0,1-1 1 0 0,0 1-1 0 0,0-1 1 0 0,7 3-1 0 0,-5-3 0 0 0,0 0-1 0 0,0 0 1 0 0,0-1 0 0 0,1 1 0 0 0,-1-1-1 0 0,0-1 1 0 0,1 1 0 0 0,-1-1-1 0 0,0 0 1 0 0,1-1 0 0 0,-1 1-1 0 0,0-1 1 0 0,0-1 0 0 0,1 1-1 0 0,-1-1 1 0 0,0 0 0 0 0,0 0-1 0 0,-1-1 1 0 0,11-5 0 0 0,-12 6 6 0 0,-1 0-1 0 0,1-1 1 0 0,-1 1 0 0 0,0-1-1 0 0,0 0 1 0 0,0 0 0 0 0,0 0 0 0 0,0-1-1 0 0,-1 1 1 0 0,1 0 0 0 0,-1-1 0 0 0,0 0-1 0 0,0 0 1 0 0,0 1 0 0 0,0-1-1 0 0,-1 0 1 0 0,0 0 0 0 0,0-1 0 0 0,0 1-1 0 0,0 0 1 0 0,0 0 0 0 0,-1 0-1 0 0,0-1 1 0 0,0 1 0 0 0,0 0 0 0 0,-1 0-1 0 0,1-1 1 0 0,-1 1 0 0 0,-2-7-1 0 0,2 6 14 0 0,-1 0-1 0 0,0 1 0 0 0,1 0 0 0 0,-1-1 0 0 0,-1 1 0 0 0,1 0 0 0 0,-1 0 0 0 0,0 0 0 0 0,0 0 0 0 0,0 1 0 0 0,0-1 0 0 0,0 1 0 0 0,-1 0 0 0 0,0-1 0 0 0,1 2 0 0 0,-1-1 0 0 0,0 0 1 0 0,-1 1-1 0 0,1 0 0 0 0,0 0 0 0 0,-1 0 0 0 0,1 0 0 0 0,-6 0 0 0 0,4 1-265 0 0,-1 0-1 0 0,1 0 1 0 0,0 0 0 0 0,-1 1-1 0 0,1 0 1 0 0,-1 1 0 0 0,-6 1-1 0 0,4-1-1064 0 0,1 1-1 0 0,0 1 0 0 0,0 0 0 0 0,-1 0 0 0 0,-8 5 0 0 0,1 0-2477 0 0</inkml:trace>
</inkml:ink>
</file>

<file path=ppt/ink/ink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21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553 209 532 0 0,'5'-7'389'0'0,"-1"0"0"0"0,-1 0 1 0 0,1 0-1 0 0,-1 0 0 0 0,0 0 0 0 0,-1 0 0 0 0,0-1 1 0 0,0 1-1 0 0,-1-1 0 0 0,0 0 0 0 0,0 0 0 0 0,0-9 1 0 0,-2 12-257 0 0,1 1 0 0 0,-1 0 0 0 0,1-1 0 0 0,-1 1 0 0 0,0 0 0 0 0,-1-1 0 0 0,1 1 0 0 0,-1 0 0 0 0,0 0 0 0 0,0 0 0 0 0,0 0 0 0 0,-1 0 0 0 0,1 1 0 0 0,-1-1 0 0 0,0 1 0 0 0,0 0 0 0 0,0-1 0 0 0,0 1 0 0 0,0 1 0 0 0,-1-1 0 0 0,0 0 0 0 0,-6-3 0 0 0,7 4-84 0 0,-1 0 0 0 0,1 0 1 0 0,-1 1-1 0 0,0-1 0 0 0,0 1 0 0 0,0 0 1 0 0,0 0-1 0 0,0 0 0 0 0,0 0 0 0 0,0 1 1 0 0,0-1-1 0 0,0 1 0 0 0,0 0 0 0 0,0 1 1 0 0,0-1-1 0 0,0 1 0 0 0,0-1 1 0 0,0 1-1 0 0,-5 2 0 0 0,4-1-17 0 0,1 1 0 0 0,-1 0 1 0 0,1 0-1 0 0,0 0 0 0 0,0 1 0 0 0,0-1 0 0 0,0 1 1 0 0,1 0-1 0 0,-1 0 0 0 0,1 0 0 0 0,0 0 0 0 0,0 1 1 0 0,-2 4-1 0 0,-3 9 12 0 0,0 1 0 0 0,2-1 0 0 0,0 1 0 0 0,1 0 0 0 0,1 0 0 0 0,-3 37 1 0 0,5-10 25 0 0,9 84 1 0 0,-3-100-21 0 0,-1 0 1 0 0,-2 0 0 0 0,-1 0-1 0 0,-1 0 1 0 0,-2-1 0 0 0,-1 1 0 0 0,-8 30-1 0 0,11-57-38 0 0,-1 1 0 0 0,0-1 0 0 0,0 0 0 0 0,-1 0 0 0 0,1 0 0 0 0,0 0 0 0 0,-1-1 0 0 0,0 1 0 0 0,0-1-1 0 0,0 1 1 0 0,0-1 0 0 0,0 0 0 0 0,0 0 0 0 0,0 0 0 0 0,-1-1 0 0 0,1 1 0 0 0,-1-1 0 0 0,1 0 0 0 0,-1 1 0 0 0,1-2-1 0 0,-1 1 1 0 0,0 0 0 0 0,1-1 0 0 0,-1 0 0 0 0,0 0 0 0 0,-5 0 0 0 0,-5 0 115 0 0,-1-1-1 0 0,0 0 1 0 0,1-1 0 0 0,-1 0 0 0 0,-20-7-1 0 0,25 6 6 0 0,0-1-1 0 0,0 0 1 0 0,1-1-1 0 0,0 0 0 0 0,0-1 1 0 0,0 0-1 0 0,0 0 1 0 0,1-1-1 0 0,0 0 0 0 0,1 0 1 0 0,-1-1-1 0 0,1 0 0 0 0,1 0 1 0 0,0 0-1 0 0,-8-14 1 0 0,14 22-145 0 0,-1-1 1 0 0,1 1 0 0 0,-1-1-1 0 0,1 0 1 0 0,-1 1 0 0 0,1-1-1 0 0,0 0 1 0 0,-1 1 0 0 0,1-1-1 0 0,0 0 1 0 0,-1 0 0 0 0,1 1-1 0 0,0-1 1 0 0,0 0 0 0 0,0 0 0 0 0,0 0-1 0 0,0 1 1 0 0,0-1 0 0 0,0 0-1 0 0,0 0 1 0 0,0 0 0 0 0,0 1-1 0 0,0-1 1 0 0,0 0 0 0 0,1 0-1 0 0,-1 1 1 0 0,0-1 0 0 0,1 0-1 0 0,-1 1 1 0 0,0-1 0 0 0,1 0-1 0 0,-1 1 1 0 0,1-1 0 0 0,-1 0-1 0 0,1 1 1 0 0,-1-1 0 0 0,1 1-1 0 0,-1-1 1 0 0,1 1 0 0 0,0-1 0 0 0,-1 1-1 0 0,1-1 1 0 0,0 1 0 0 0,-1 0-1 0 0,2-1 1 0 0,1 0-539 0 0,2 4-189 0 0,22 13-548 0 0,8 4-4563 0 0,-23-12 2965 0 0</inkml:trace>
</inkml:ink>
</file>

<file path=ppt/ink/ink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22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56 664 0 0,'5'-39'6789'0'0,"-5"38"-6723"0"0,-1 0-1 0 0,1 0 1 0 0,-1 0-1 0 0,0 0 1 0 0,1 0-1 0 0,-1 0 0 0 0,0 0 1 0 0,0 0-1 0 0,1 0 1 0 0,-1 1-1 0 0,0-1 1 0 0,0 0-1 0 0,0 0 1 0 0,0 1-1 0 0,0-1 0 0 0,0 1 1 0 0,0-1-1 0 0,0 1 1 0 0,0-1-1 0 0,0 1 1 0 0,-1 0-1 0 0,1 0 1 0 0,0-1-1 0 0,0 1 0 0 0,0 0 1 0 0,-2 0-1 0 0,-2 0 41 0 0,0 1 0 0 0,0-1 0 0 0,1 1 0 0 0,-1 0 0 0 0,0 1 1 0 0,1-1-1 0 0,-6 3 0 0 0,-3 1 79 0 0,1 2 0 0 0,0-1 0 0 0,1 1 0 0 0,-18 14 0 0 0,16-10-78 0 0,1 1 0 0 0,0 0 0 0 0,0 1 1 0 0,1 0-1 0 0,1 0 0 0 0,0 1 1 0 0,1 1-1 0 0,-8 16 0 0 0,15-29-95 0 0,1 0 1 0 0,0 0-1 0 0,1 0 0 0 0,-1 0 1 0 0,0 0-1 0 0,0 0 0 0 0,1 0 0 0 0,-1 0 1 0 0,1 0-1 0 0,0 0 0 0 0,0 0 1 0 0,-1 0-1 0 0,1 0 0 0 0,1 0 0 0 0,-1 1 1 0 0,0-1-1 0 0,0 0 0 0 0,1 0 1 0 0,-1 0-1 0 0,2 2 0 0 0,-1-2-5 0 0,0-1 0 0 0,0 0 0 0 0,0 0 0 0 0,1 0 0 0 0,-1 0 0 0 0,0 0 0 0 0,0 0 0 0 0,1 0 0 0 0,-1-1 0 0 0,1 1 0 0 0,-1 0 0 0 0,1-1 0 0 0,-1 1 0 0 0,1-1 0 0 0,-1 0 0 0 0,1 1 0 0 0,0-1 0 0 0,-1 0 0 0 0,1 0 0 0 0,1 0 0 0 0,7 0 9 0 0,0-1 0 0 0,-1 0-1 0 0,1-1 1 0 0,-1 0 0 0 0,1-1-1 0 0,-1 1 1 0 0,10-5 0 0 0,89-48 833 0 0,-106 54-465 0 0,-1 2-376 0 0,0-1 0 0 0,0 0 0 0 0,0 0 0 0 0,-1 1 1 0 0,1-1-1 0 0,0 0 0 0 0,0 1 0 0 0,-1-1 0 0 0,1 1 1 0 0,0-1-1 0 0,0 1 0 0 0,-1 0 0 0 0,1-1 0 0 0,-1 1 0 0 0,1-1 1 0 0,0 1-1 0 0,-1 0 0 0 0,1 0 0 0 0,-1-1 0 0 0,0 1 1 0 0,1 0-1 0 0,-1 0 0 0 0,0 0 0 0 0,1-1 0 0 0,-1 1 1 0 0,0 0-1 0 0,0 0 0 0 0,0 0 0 0 0,1 0 0 0 0,-1 1 1 0 0,2 37 99 0 0,-1-20-176 0 0,2 0-253 0 0,2 13-2436 0 0,0-13-2674 0 0</inkml:trace>
</inkml:ink>
</file>

<file path=ppt/ink/ink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22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13 400 0 0,'10'-12'6549'0'0,"-13"30"-5112"0"0,-17 36-911 0 0,12-39-261 0 0,-27 41 678 0 0,33-54-855 0 0,102-81 1886 0 0,-89 71-1951 0 0,1 0-1 0 0,0 1 0 0 0,0 0 0 0 0,1 1 0 0 0,-1 1 1 0 0,1 0-1 0 0,0 0 0 0 0,1 1 0 0 0,20-3 0 0 0,-33 8-20 0 0,0-1 0 0 0,0 0 0 0 0,0 0-1 0 0,-1 0 1 0 0,1 0 0 0 0,0 1 0 0 0,0-1-1 0 0,0 0 1 0 0,-1 1 0 0 0,1-1 0 0 0,0 1-1 0 0,0-1 1 0 0,-1 1 0 0 0,1-1 0 0 0,0 1-1 0 0,-1-1 1 0 0,1 1 0 0 0,0 0 0 0 0,-1-1-1 0 0,1 1 1 0 0,-1 0 0 0 0,1 0 0 0 0,-1-1-1 0 0,0 1 1 0 0,1 0 0 0 0,-1 0 0 0 0,0 0-1 0 0,1 0 1 0 0,-1-1 0 0 0,0 1 0 0 0,0 0-1 0 0,0 0 1 0 0,0 0 0 0 0,0 0 0 0 0,0 0-1 0 0,0 0 1 0 0,0-1 0 0 0,0 2 0 0 0,-5 31 27 0 0,4-33-29 0 0,-4 24 61 0 0,3-13-14 0 0,0 1 0 0 0,-1-1 0 0 0,0 1 0 0 0,-1-1 1 0 0,-1 0-1 0 0,1 0 0 0 0,-2-1 0 0 0,-6 11 0 0 0,14-20-12 0 0,-1 0 0 0 0,1 0 0 0 0,-1-1 1 0 0,1 1-1 0 0,-1-1 0 0 0,1 1 0 0 0,0-1 0 0 0,-1 0 0 0 0,1 1 0 0 0,0-1 0 0 0,0 0 0 0 0,-1 0 0 0 0,1 0 0 0 0,0 0 0 0 0,-1-1 0 0 0,1 1 1 0 0,0 0-1 0 0,-1-1 0 0 0,1 1 0 0 0,3-2 0 0 0,45-19 91 0 0,-20 8 3 0 0,-5 5-89 0 0,-1 1 325 0 0,1 0-1 0 0,42-5 1 0 0,-62 11-237 0 0,0 1 0 0 0,0-1 1 0 0,0 1-1 0 0,0 0 0 0 0,0 1 0 0 0,0-1 1 0 0,0 1-1 0 0,0 0 0 0 0,0 0 0 0 0,-1 0 1 0 0,1 1-1 0 0,0 0 0 0 0,0 0 0 0 0,-1 0 0 0 0,1 0 1 0 0,-1 1-1 0 0,0 0 0 0 0,0 0 0 0 0,6 5 1 0 0,-9-6-102 0 0,1 0 0 0 0,-1 0 1 0 0,0 1-1 0 0,0-1 1 0 0,0 1-1 0 0,0-1 1 0 0,0 1-1 0 0,-1-1 0 0 0,1 1 1 0 0,-1-1-1 0 0,1 1 1 0 0,-1-1-1 0 0,0 1 1 0 0,0 0-1 0 0,0-1 0 0 0,-1 1 1 0 0,1-1-1 0 0,0 1 1 0 0,-1 0-1 0 0,0-1 1 0 0,0 1-1 0 0,1-1 0 0 0,-3 3 1 0 0,-12 27-2592 0 0,-2-9-5074 0 0,8-12 3060 0 0</inkml:trace>
</inkml:ink>
</file>

<file path=ppt/ink/ink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5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83 516 0 0,'0'0'236'0'0,"-1"-1"1"0"0,1 0-1 0 0,0 0 0 0 0,0 0 1 0 0,0 0-1 0 0,-1 1 1 0 0,1-1-1 0 0,0 0 0 0 0,-1 0 1 0 0,1 0-1 0 0,-1 1 0 0 0,1-1 1 0 0,-1 0-1 0 0,1 1 0 0 0,-1-1 1 0 0,1 0-1 0 0,-1 1 0 0 0,0-1 1 0 0,1 1-1 0 0,-1-1 1 0 0,0 1-1 0 0,0-1 0 0 0,-1 0 1 0 0,-6 9-91 0 0,0 0 0 0 0,0 1 0 0 0,0-1 0 0 0,1 1 1 0 0,1 1-1 0 0,0-1 0 0 0,0 1 0 0 0,1 0 1 0 0,-7 18-1 0 0,8-20-63 0 0,1 1 0 0 0,0 0 1 0 0,1 0-1 0 0,0 1 0 0 0,0-1 1 0 0,1 0-1 0 0,0 1 0 0 0,1-1 0 0 0,0 1 1 0 0,1-1-1 0 0,-1 1 0 0 0,4 13 0 0 0,-2-19-53 0 0,-1 0 0 0 0,1 0-1 0 0,0 0 1 0 0,0-1 0 0 0,0 1-1 0 0,1 0 1 0 0,-1-1 0 0 0,1 0-1 0 0,0 1 1 0 0,0-1 0 0 0,0 0-1 0 0,0-1 1 0 0,1 1 0 0 0,-1-1-1 0 0,1 1 1 0 0,-1-1 0 0 0,1 0-1 0 0,0 0 1 0 0,0 0-1 0 0,0-1 1 0 0,0 0 0 0 0,0 1-1 0 0,7 0 1 0 0,-8-2 3 0 0,1 1 0 0 0,-1-1 0 0 0,1 0 0 0 0,-1 0 0 0 0,1 0 0 0 0,-1 0 0 0 0,1 0 0 0 0,-1-1 0 0 0,0 0 0 0 0,1 0 0 0 0,-1 0 0 0 0,0 0 0 0 0,1 0 0 0 0,-1-1 0 0 0,0 1 0 0 0,0-1 0 0 0,0 0 0 0 0,0 0 0 0 0,-1 0 0 0 0,1 0 0 0 0,0 0 0 0 0,-1-1 1 0 0,0 1-1 0 0,1-1 0 0 0,-1 0 0 0 0,0 0 0 0 0,0 1 0 0 0,-1-1 0 0 0,3-4 0 0 0,-2 1-6 0 0,0 1 0 0 0,-1 0 0 0 0,1-1 0 0 0,-1 1 0 0 0,0 0 1 0 0,-1-1-1 0 0,1 0 0 0 0,-1 1 0 0 0,0-1 0 0 0,-1 1 1 0 0,1-1-1 0 0,-1 1 0 0 0,-2-9 0 0 0,-1 0 4 0 0,-2-1 0 0 0,1 1 0 0 0,-2 0-1 0 0,-13-23 1 0 0,0 14-33 0 0,16 20 2 0 0,3 2-4 0 0,3 3-24 0 0,0 0 23 0 0,0 0 0 0 0,1 0 0 0 0,-1 0 0 0 0,1-1 0 0 0,-1 1 0 0 0,1-1 1 0 0,0 1-1 0 0,0-1 0 0 0,-1 0 0 0 0,6 1 0 0 0,23 4 13 0 0,-1-2 0 0 0,1-1 0 0 0,0-1 0 0 0,0-2-1 0 0,0-1 1 0 0,0-1 0 0 0,0-2 0 0 0,0-1-1 0 0,-1-1 1 0 0,0-2 0 0 0,0-1 0 0 0,35-15 0 0 0,-62 23-6 0 0,0-1-1 0 0,1 1 1 0 0,-1-1 0 0 0,0 1 0 0 0,0-1 0 0 0,0 0 0 0 0,0 0 0 0 0,0 0 0 0 0,-1-1-1 0 0,1 1 1 0 0,-1-1 0 0 0,1 1 0 0 0,-1-1 0 0 0,0 0 0 0 0,0 0 0 0 0,0 0-1 0 0,0 0 1 0 0,-1 0 0 0 0,1-1 0 0 0,-1 1 0 0 0,0 0 0 0 0,0-1 0 0 0,0 1 0 0 0,0-1-1 0 0,0-4 1 0 0,1-10-12 0 0,-5 22-50 0 0,2-1 56 0 0,0 1 0 0 0,0-1-1 0 0,0 1 1 0 0,1-1-1 0 0,-1 1 1 0 0,1 0 0 0 0,0-1-1 0 0,0 6 1 0 0,52 450-255 0 0,-43-369 138 0 0,-9-82 116 0 0,0 1 1 0 0,0-1-1 0 0,-1 1 0 0 0,0-1 1 0 0,0 1-1 0 0,-1-1 1 0 0,0 0-1 0 0,-4 12 1 0 0,5-20 5 0 0,1 1 1 0 0,0 0-1 0 0,0-1 1 0 0,-1 1-1 0 0,1 0 1 0 0,0-1-1 0 0,-1 1 1 0 0,1 0-1 0 0,-1-1 1 0 0,1 1-1 0 0,-1-1 1 0 0,1 1-1 0 0,-1-1 1 0 0,1 1 0 0 0,-1-1-1 0 0,1 1 1 0 0,-1-1-1 0 0,0 0 1 0 0,1 1-1 0 0,-1-1 1 0 0,0 0-1 0 0,1 1 1 0 0,-1-1-1 0 0,0 0 1 0 0,0 0-1 0 0,1 0 1 0 0,-1 0-1 0 0,0 1 1 0 0,0-1-1 0 0,1 0 1 0 0,-1-1 0 0 0,0 1-1 0 0,0 0 1 0 0,1 0-1 0 0,-1 0 1 0 0,0 0-1 0 0,0 0 1 0 0,1-1-1 0 0,-1 1 1 0 0,0 0-1 0 0,1-1 1 0 0,-1 1-1 0 0,0 0 1 0 0,1-1-1 0 0,-1 1 1 0 0,1-1-1 0 0,-1 1 1 0 0,1-1 0 0 0,-1 1-1 0 0,1-1 1 0 0,-2-1-1 0 0,0 0 4 0 0,-1-1 1 0 0,1 0-1 0 0,0 0 0 0 0,0 0 1 0 0,0 0-1 0 0,0-1 0 0 0,1 1 1 0 0,-2-4-1 0 0,2 0-2 0 0,0 0-1 0 0,1 0 1 0 0,-1 0-1 0 0,2 0 1 0 0,-1-1-1 0 0,1 1 1 0 0,0 0-1 0 0,0 0 1 0 0,1 1-1 0 0,0-1 1 0 0,0 0 0 0 0,1 0-1 0 0,0 1 1 0 0,0 0-1 0 0,1-1 1 0 0,-1 1-1 0 0,1 0 1 0 0,7-7-1 0 0,1-2-6 0 0,1 1-1 0 0,0 0 0 0 0,1 1 0 0 0,1 0 0 0 0,24-16 0 0 0,364-190-271 0 0,-336 185 247 0 0,-35 16 85 0 0,0-2-1 0 0,-2-1 1 0 0,-1-2-1 0 0,46-44 1 0 0,-69 61 11 0 0,-4 4 100 0 0,8-10 214 0 0,-4 8-83 0 0,-6 10 212 0 0,-3 10-466 0 0,1 0 0 0 0,0 1 0 0 0,1-1 0 0 0,1 1 0 0 0,3 25 0 0 0,18 91 108 0 0,-6-51-378 0 0,-2-43-910 0 0,-13-37 540 0 0,16 17-5762 0 0</inkml:trace>
</inkml:ink>
</file>

<file path=ppt/ink/ink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6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1 344 116 0 0,'6'-4'224'0'0,"23"-15"641"0"0,0-1 1 0 0,-1-2-1 0 0,29-29 0 0 0,-51 44-687 0 0,0 1 0 0 0,0-1 0 0 0,-1 0 0 0 0,1-1 0 0 0,-2 1 0 0 0,1-1 0 0 0,-1 0 1 0 0,0 0-1 0 0,-1-1 0 0 0,0 1 0 0 0,0-1 0 0 0,-1 1 0 0 0,0-1 0 0 0,0 0 0 0 0,-1 0 0 0 0,0 0 1 0 0,-1-13-1 0 0,-1 17-42 0 0,0 1 0 0 0,0 0 0 0 0,0 0 0 0 0,-1 0 0 0 0,0 0 0 0 0,1 0 0 0 0,-1 0 0 0 0,-1 0 0 0 0,-2-4 0 0 0,4 7-55 0 0,0-1 0 0 0,0 0-1 0 0,-1 0 1 0 0,1 0 0 0 0,-1 1 0 0 0,1-1-1 0 0,-1 1 1 0 0,1-1 0 0 0,-1 1-1 0 0,0 0 1 0 0,0-1 0 0 0,0 1 0 0 0,0 0-1 0 0,0 0 1 0 0,0 0 0 0 0,0 1 0 0 0,-4-2-1 0 0,4 3-60 0 0,-1-1 0 0 0,1 1 0 0 0,0 0-1 0 0,-1 0 1 0 0,1 0 0 0 0,0 1 0 0 0,0-1 0 0 0,0 0 0 0 0,0 1-1 0 0,0 0 1 0 0,0-1 0 0 0,0 1 0 0 0,0 0 0 0 0,1 0-1 0 0,-1 0 1 0 0,1 0 0 0 0,-1 0 0 0 0,1 0 0 0 0,-2 4 0 0 0,-22 46 251 0 0,25-51-269 0 0,-6 18 50 0 0,2 0 0 0 0,1 1 0 0 0,0 0-1 0 0,1 0 1 0 0,2 0 0 0 0,0-1 0 0 0,0 1 0 0 0,6 28-1 0 0,-1 11 47 0 0,5 0 38 0 0,-10-40-83 0 0,1-19-51 0 0,-1 1-1 0 0,0-1 1 0 0,0 0 0 0 0,0 0-1 0 0,0 0 1 0 0,0 1-1 0 0,0-1 1 0 0,0 0 0 0 0,1 0-1 0 0,-1 0 1 0 0,0 0 0 0 0,0 1-1 0 0,0-1 1 0 0,0 0 0 0 0,1 0-1 0 0,-1 0 1 0 0,0 0-1 0 0,0 0 1 0 0,0 1 0 0 0,1-1-1 0 0,-1 0 1 0 0,0 0 0 0 0,0 0-1 0 0,1 0 1 0 0,-1 0 0 0 0,0 0-1 0 0,0 0 1 0 0,0 0 0 0 0,1 0-1 0 0,-1 0 1 0 0,0 0-1 0 0,0 0 1 0 0,1 0 0 0 0,-1 0-1 0 0,0 0 1 0 0,0 0 0 0 0,1 0-1 0 0,-1 0 1 0 0,0-1 0 0 0,0 1-1 0 0,0 0 1 0 0,1 0-1 0 0,-1 0 1 0 0,0 0 0 0 0,0-1-1 0 0,21-23 191 0 0,-20 23-174 0 0,18-35-15 0 0,-18 35-12 0 0,12-7-33 0 0,-1 9 42 0 0,53 0-4 0 0,-39 0-9 0 0,51-5 0 0 0,-72 3 16 0 0,0 0-1 0 0,0 0 0 0 0,-1-1 0 0 0,1 0 1 0 0,0 1-1 0 0,8-6 0 0 0,1 0 8 0 0,-13 7 18 0 0,0-1-1 0 0,0 1 1 0 0,0-1 0 0 0,0 1 0 0 0,0-1 0 0 0,0 0 0 0 0,-1 1 0 0 0,1-1 0 0 0,0 0-1 0 0,0 0 1 0 0,-1 0 0 0 0,1 1 0 0 0,-1-1 0 0 0,1 0 0 0 0,0 0 0 0 0,-1 0-1 0 0,0 0 1 0 0,1 0 0 0 0,-1 0 0 0 0,0 0 0 0 0,1 0 0 0 0,-1-1 0 0 0,0 1-1 0 0,0 0 1 0 0,0-1 0 0 0,2-1 356 0 0,6 14-468 0 0,-7-10 50 0 0,5 6-717 0 0,1 0 0 0 0,0-1 0 0 0,0 0 0 0 0,1-1 0 0 0,-1 1 0 0 0,1-1 0 0 0,0-1 0 0 0,15 7 0 0 0,-20-10 129 0 0,15 8-2239 0 0</inkml:trace>
</inkml:ink>
</file>

<file path=ppt/ink/ink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6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16 816 0 0,'-5'-15'7019'0'0,"17"55"-6314"0"0,7 54 0 0 0,-16-80-595 0 0,-2 0 1 0 0,0 0-1 0 0,0-1 1 0 0,-1 1 0 0 0,-1 0-1 0 0,-1 0 1 0 0,0 0 0 0 0,-5 19-1 0 0,6-31-50 0 0,1 0-35 0 0,0 0-1 0 0,0 0 0 0 0,0 0 0 0 0,0 0 1 0 0,0 0-1 0 0,0 0 0 0 0,0 0 1 0 0,1 0-1 0 0,-1 0 0 0 0,1 0 0 0 0,0 0 1 0 0,-1 0-1 0 0,1 0 0 0 0,0 0 1 0 0,2 3-1 0 0,-1-4-8 0 0,0 0 0 0 0,0 0 0 0 0,0 0-1 0 0,1-1 1 0 0,-1 1 0 0 0,0-1 0 0 0,0 1 0 0 0,1-1 0 0 0,-1 0 0 0 0,0 1 0 0 0,1-1 0 0 0,2-1 0 0 0,3 2-32 0 0,2-1 17 0 0,0 1 0 0 0,-1 0 0 0 0,1 1 0 0 0,0 0 0 0 0,-1 1 0 0 0,1 0 1 0 0,-1 0-1 0 0,0 1 0 0 0,0 0 0 0 0,0 1 0 0 0,0 0 0 0 0,8 6 0 0 0,-16-10 0 0 0,0 0-1 0 0,0-1 1 0 0,0 1-1 0 0,0 0 1 0 0,0 0 0 0 0,0 0-1 0 0,0 0 1 0 0,0 0-1 0 0,0 0 1 0 0,-1 0-1 0 0,1 0 1 0 0,0 0-1 0 0,-1 0 1 0 0,1 0-1 0 0,-1 0 1 0 0,1 0-1 0 0,-1 1 1 0 0,0-1-1 0 0,1 0 1 0 0,-1 0 0 0 0,0 0-1 0 0,0 1 1 0 0,0-1-1 0 0,0 0 1 0 0,0 0-1 0 0,0 3 1 0 0,-1-3 1 0 0,0 1 0 0 0,0 0 0 0 0,0-1 0 0 0,0 1 0 0 0,-1-1 0 0 0,1 0 0 0 0,0 1 0 0 0,-1-1 0 0 0,1 0 0 0 0,-1 0 0 0 0,1 0 0 0 0,-1 0 0 0 0,0 0 0 0 0,1 0 0 0 0,-4 1 0 0 0,-4 1 5 0 0,0-1 1 0 0,1 1-1 0 0,-1-1 0 0 0,0-1 1 0 0,0 0-1 0 0,-17 1 0 0 0,24-2-12 0 0,-8-1-19 0 0,0 1 0 0 0,-1-1 0 0 0,1-1 0 0 0,0 1 0 0 0,0-2 0 0 0,0 0 1 0 0,1 0-1 0 0,-19-8 0 0 0,27 10-50 0 0,1 0 1 0 0,-1 0-1 0 0,0 0 1 0 0,0 1 0 0 0,0-1-1 0 0,0 0 1 0 0,1 0-1 0 0,-1 0 1 0 0,0 0 0 0 0,1-1-1 0 0,-1 1 1 0 0,1 0-1 0 0,-1 0 1 0 0,1 0 0 0 0,-1-2-1 0 0,1-14-4915 0 0,4 2 2397 0 0</inkml:trace>
</inkml:ink>
</file>

<file path=ppt/ink/ink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6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0 504 0 0,'-1'7'175'0'0,"1"-1"0"0"0,0 0-1 0 0,0 1 1 0 0,1-1 0 0 0,0 0 0 0 0,0 1-1 0 0,0-1 1 0 0,1 0 0 0 0,-1 0 0 0 0,2 0 0 0 0,-1 0-1 0 0,1 0 1 0 0,-1-1 0 0 0,2 1 0 0 0,-1-1-1 0 0,1 1 1 0 0,-1-1 0 0 0,1 0 0 0 0,1-1-1 0 0,-1 1 1 0 0,1-1 0 0 0,0 0 0 0 0,0 0 0 0 0,0 0-1 0 0,0-1 1 0 0,1 1 0 0 0,-1-1 0 0 0,1-1-1 0 0,7 4 1 0 0,-11-6-132 0 0,1 1 0 0 0,-1 0-1 0 0,0 0 1 0 0,0-1 0 0 0,1 0 0 0 0,-1 1-1 0 0,0-1 1 0 0,1 0 0 0 0,-1 0 0 0 0,0 0-1 0 0,1 0 1 0 0,-1-1 0 0 0,0 1 0 0 0,1 0-1 0 0,-1-1 1 0 0,0 0 0 0 0,0 0-1 0 0,0 1 1 0 0,1-1 0 0 0,-1 0 0 0 0,0-1-1 0 0,0 1 1 0 0,0 0 0 0 0,-1-1 0 0 0,1 1-1 0 0,0-1 1 0 0,0 1 0 0 0,-1-1 0 0 0,1 0-1 0 0,-1 0 1 0 0,0 0 0 0 0,3-3 0 0 0,0-3 141 0 0,0 0 0 0 0,-1 0 1 0 0,1 0-1 0 0,-2-1 1 0 0,1 1-1 0 0,1-14 1 0 0,-3 4 271 0 0,-1-5-416 0 0,3 17-5195 0 0</inkml:trace>
</inkml:ink>
</file>

<file path=ppt/ink/ink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8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31 284 0 0,'0'0'455'0'0,"-1"-6"378"0"0,-3-19 8650 0 0,5 26-9293 0 0,3 10-161 0 0,0-1 0 0 0,1 1-1 0 0,1-1 1 0 0,-1 0 0 0 0,2 0 0 0 0,10 13-1 0 0,-13-19-17 0 0,0 0 0 0 0,0 0-1 0 0,0 0 1 0 0,1-1 0 0 0,-1 1-1 0 0,1-1 1 0 0,0 0 0 0 0,0-1-1 0 0,0 1 1 0 0,0-1 0 0 0,1 0-1 0 0,-1 0 1 0 0,1-1 0 0 0,-1 1-1 0 0,12 0 1 0 0,-14-2-7 0 0,1 0 0 0 0,0 0 0 0 0,0 0 0 0 0,0-1 0 0 0,0 1 0 0 0,0-1 0 0 0,-1 0 0 0 0,1 0 0 0 0,0 0 0 0 0,-1-1 0 0 0,1 1 0 0 0,-1-1 0 0 0,1 0 0 0 0,-1 0 0 0 0,0 0 0 0 0,5-4 0 0 0,-2 0 0 0 0,1 0 0 0 0,-1-1 0 0 0,-1 0 0 0 0,1-1 0 0 0,7-12 0 0 0,-10 15-10 0 0,-1 0-1 0 0,0 0 1 0 0,0 0 0 0 0,0 0-1 0 0,-1-1 1 0 0,1 1 0 0 0,0-7-1 0 0,4 187 5 0 0,-6-120 2 0 0,2-16-1 0 0,-2 1-1 0 0,-2-1 0 0 0,-1 0 1 0 0,-2 0-1 0 0,-15 54 0 0 0,18-87 8 0 0,0 0 0 0 0,-1-1 0 0 0,0 1-1 0 0,0-1 1 0 0,0 1 0 0 0,0-1 0 0 0,-1 0-1 0 0,0 0 1 0 0,0-1 0 0 0,-9 8 0 0 0,11-10 48 0 0,2-2-53 0 0,-1 0 0 0 0,1 0 0 0 0,-1 0 0 0 0,1 0 0 0 0,-1 0 0 0 0,1 0 0 0 0,-1-1 0 0 0,1 1 0 0 0,-1 0 0 0 0,1 0 0 0 0,0 0 0 0 0,-1 0 0 0 0,1-1 0 0 0,-1 1 0 0 0,1 0 0 0 0,-1-1 0 0 0,1 1 0 0 0,0 0 0 0 0,-1 0 0 0 0,1-1 0 0 0,0 1 0 0 0,-1-1 0 0 0,1 1 0 0 0,0 0 0 0 0,-1-1 1 0 0,1 1-1 0 0,0-1 0 0 0,0 1 0 0 0,-1-1 0 0 0,1 1 0 0 0,0-1 0 0 0,0 1 0 0 0,0-1 0 0 0,2-21 6 0 0,14-16 1 0 0,6 8-8 0 0,0 1-1 0 0,2 1 1 0 0,1 1-1 0 0,1 2 1 0 0,54-42-1 0 0,-14 12 32 0 0,-47 39-42 0 0,3-2 3 0 0,-2-1 0 0 0,20-23 0 0 0,-32 32 5 0 0,-1 1 0 0 0,-1-1 0 0 0,1 0 1 0 0,-2-1-1 0 0,1 1 0 0 0,-2-1 0 0 0,1 0 0 0 0,4-19 0 0 0,-9 29 1 0 0,1 0 1 0 0,-1 0-1 0 0,0 0 0 0 0,0 0 0 0 0,1 0 1 0 0,-1 0-1 0 0,0 0 0 0 0,0 0 0 0 0,0 0 1 0 0,0 0-1 0 0,0 0 0 0 0,0 0 0 0 0,0 0 1 0 0,-1 0-1 0 0,1 0 0 0 0,0 0 0 0 0,0 0 1 0 0,-1 0-1 0 0,1 0 0 0 0,-1 0 0 0 0,1 0 1 0 0,-1 0-1 0 0,1 0 0 0 0,-1 0 0 0 0,0 0 1 0 0,1 1-1 0 0,-1-1 0 0 0,0 0 1 0 0,0 1-1 0 0,1-1 0 0 0,-1 0 0 0 0,0 1 1 0 0,0-1-1 0 0,0 1 0 0 0,0-1 0 0 0,0 1 1 0 0,0-1-1 0 0,0 1 0 0 0,0 0 0 0 0,0 0 1 0 0,0-1-1 0 0,0 1 0 0 0,0 0 0 0 0,0 0 1 0 0,0 0-1 0 0,0 0 0 0 0,0 0 0 0 0,0 0 1 0 0,0 0-1 0 0,0 1 0 0 0,0-1 0 0 0,0 0 1 0 0,0 0-1 0 0,0 1 0 0 0,0-1 0 0 0,0 1 1 0 0,0-1-1 0 0,0 1 0 0 0,0-1 0 0 0,0 1 1 0 0,1 0-1 0 0,-1-1 0 0 0,0 1 0 0 0,0 1 1 0 0,-3 1-3 0 0,-14 33 6 0 0,16-33 1 0 0,0 0-1 0 0,1 0 1 0 0,0 0-1 0 0,-1 0 0 0 0,1 1 1 0 0,0-1-1 0 0,1 0 0 0 0,-1 1 1 0 0,1-1-1 0 0,-1 0 1 0 0,1 1-1 0 0,0-1 0 0 0,0 1 1 0 0,1-1-1 0 0,-1 0 0 0 0,1 1 1 0 0,-1-1-1 0 0,1 0 1 0 0,0 1-1 0 0,0-1 0 0 0,1 0 1 0 0,2 5-1 0 0,-3-5 1 0 0,0-1 0 0 0,1 1 0 0 0,-1-1 1 0 0,1 0-1 0 0,0 1 0 0 0,-1-1 0 0 0,1 0 0 0 0,0 0 0 0 0,0 0 0 0 0,1 0 1 0 0,-1 0-1 0 0,0-1 0 0 0,1 1 0 0 0,-1-1 0 0 0,1 0 0 0 0,-1 1 0 0 0,1-1 0 0 0,0 0 1 0 0,-1 0-1 0 0,1-1 0 0 0,0 1 0 0 0,0-1 0 0 0,-1 1 0 0 0,1-1 0 0 0,0 0 1 0 0,0 0-1 0 0,0 0 0 0 0,0 0 0 0 0,-1-1 0 0 0,1 1 0 0 0,4-2 0 0 0,10-2-2 0 0,0-1 0 0 0,-1 0 0 0 0,1-2 0 0 0,16-9 0 0 0,0 2 7 0 0,-29 12-9 0 0,7-2-13 0 0,0-1 1 0 0,0 2-1 0 0,0 0 1 0 0,0 0-1 0 0,0 1 1 0 0,16-1-1 0 0,-25 6 12 0 0,0 0-1 0 0,-1 0 0 0 0,1 1 0 0 0,-1-1 0 0 0,1 0 0 0 0,-1 1 0 0 0,0-1 0 0 0,0 1 0 0 0,-1-1 1 0 0,1 1-1 0 0,-1 6 0 0 0,0-9 1 0 0,0 0 2 0 0,0-1 0 0 0,0 1 0 0 0,0-1 1 0 0,0 0-1 0 0,0 0 0 0 0,0 0 1 0 0,0 1-1 0 0,-1-1 0 0 0,1 0 1 0 0,0 0-1 0 0,0 1 0 0 0,0-1 0 0 0,0 0 1 0 0,0 0-1 0 0,0 1 0 0 0,0-1 1 0 0,0 0-1 0 0,0 0 0 0 0,0 0 1 0 0,0 1-1 0 0,0-1 0 0 0,0 0 1 0 0,0 0-1 0 0,0 1 0 0 0,0-1 0 0 0,1 0 1 0 0,-1 0-1 0 0,0 1 0 0 0,0-1 1 0 0,0 0-1 0 0,0 0 0 0 0,0 0 1 0 0,0 1-1 0 0,1-1 0 0 0,-1 0 1 0 0,0 0-1 0 0,0 0 0 0 0,0 0 0 0 0,1 1 1 0 0,-1-1-1 0 0,0 0 0 0 0,0 0 1 0 0,0 0-1 0 0,1 0 0 0 0,-1 0 1 0 0,0 0-1 0 0,0 0 0 0 0,1 0 0 0 0,15 15-17 0 0,-11-10-33 0 0,-4-4-82 0 0,20 0-925 0 0,5-1-4927 0 0,-6-5 3464 0 0</inkml:trace>
</inkml:ink>
</file>

<file path=ppt/ink/ink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0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1 592 0 0,'0'0'6415'0'0,"-3"2"-6106"0"0,-2 3-90 0 0,1 0 0 0 0,0 1-1 0 0,-1-1 1 0 0,2 1 0 0 0,-1 0 0 0 0,1 0-1 0 0,0 1 1 0 0,-4 9 0 0 0,-17 30 354 0 0,16-27-903 0 0,4-10-5246 0 0</inkml:trace>
</inkml:ink>
</file>

<file path=ppt/ink/ink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0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80 732 0 0,'-2'-16'1428'0'0,"-2"-1"-804"0"0,3 10 868 0 0,1-10-432 0 0,1 4-635 0 0,8 7-577 0 0,3 2-1065 0 0</inkml:trace>
</inkml:ink>
</file>

<file path=ppt/ink/ink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1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4 452 0 0,'0'0'677'0'0,"0"1"-495"0"0,0 0 0 0 0,0 0 1 0 0,0-1-1 0 0,0 1 0 0 0,0 0 1 0 0,0-1-1 0 0,1 1 0 0 0,-1 0 1 0 0,0 0-1 0 0,0-1 0 0 0,1 1 0 0 0,-1-1 1 0 0,0 1-1 0 0,1 0 0 0 0,-1-1 1 0 0,1 1-1 0 0,-1-1 0 0 0,1 1 1 0 0,-1-1-1 0 0,1 1 0 0 0,-1-1 0 0 0,1 1 1 0 0,-1-1-1 0 0,1 1 0 0 0,0-1 1 0 0,-1 0-1 0 0,1 1 0 0 0,-1-1 1 0 0,2 0-1 0 0,51-20 1294 0 0,-51 20-1269 0 0,2 0-164 0 0,0 1-1 0 0,-1-1 1 0 0,1 1-1 0 0,0 0 1 0 0,0 0-1 0 0,0 0 0 0 0,-1 1 1 0 0,4 1-1 0 0,-4-2-8 0 0,17 12 10 0 0,19 9-950 0 0,-10-14-3255 0 0,-14-5 2091 0 0</inkml:trace>
</inkml:ink>
</file>

<file path=ppt/ink/ink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1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45 11545 0 0,'1'-2'-31'0'0,"22"-38"26"0"0,-23 40 11 0 0,0 0 0 0 0,0 0 0 0 0,0 0 1 0 0,1-1-1 0 0,-1 1 0 0 0,0 0 0 0 0,0 0 0 0 0,0 0 1 0 0,1 0-1 0 0,-1-1 0 0 0,0 1 0 0 0,0 0 0 0 0,0 0 1 0 0,1 0-1 0 0,-1 0 0 0 0,0 0 0 0 0,0 0 1 0 0,1 0-1 0 0,-1 0 0 0 0,0 0 0 0 0,0 0 0 0 0,1 0 1 0 0,-1 0-1 0 0,0 0 0 0 0,0 0 0 0 0,1 0 0 0 0,-1 0 1 0 0,0 0-1 0 0,0 0 0 0 0,1 0 0 0 0,-1 0 0 0 0,0 0 1 0 0,0 0-1 0 0,1 0 0 0 0,-1 0 0 0 0,0 0 1 0 0,0 1-1 0 0,1-1 0 0 0,5 18 104 0 0,3 47 4 0 0,-4 0 0 0 0,-4 120 0 0 0,-2-174-225 0 0,1 0 0 0 0,-2 0-1 0 0,0 0 1 0 0,0 0 0 0 0,-4 11 0 0 0,4-17-385 0 0,0-1-1 0 0,0 1 1 0 0,-1-1 0 0 0,1 1 0 0 0,-1-1 0 0 0,0 0 0 0 0,-6 8 0 0 0,-10-16-5407 0 0</inkml:trace>
</inkml:ink>
</file>

<file path=ppt/ink/ink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1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0 237 304 0 0,'7'-8'368'0'0,"-1"1"-1"0"0,1-2 1 0 0,-1 1-1 0 0,-1-1 1 0 0,0 1-1 0 0,0-1 1 0 0,-1-1-1 0 0,0 1 1 0 0,0-1-1 0 0,-1 1 1 0 0,-1-1-1 0 0,1 0 1 0 0,-2 0-1 0 0,1 0 1 0 0,-1-1-1 0 0,-1 1 1 0 0,0 0-1 0 0,-2-15 1 0 0,-11-20 3195 0 0,0 69-3388 0 0,11-21-150 0 0,-5 16 54 0 0,1 1 0 0 0,0 0-1 0 0,2 0 1 0 0,0 1-1 0 0,2-1 1 0 0,0 1-1 0 0,1 0 1 0 0,2 25 0 0 0,-1-36-56 0 0,-1 179 428 0 0,1-189-435 0 0,0 0 0 0 0,0 0 1 0 0,0 0-1 0 0,0 0 0 0 0,0 0 0 0 0,0 1 0 0 0,0-1 0 0 0,0 0 0 0 0,1 0 0 0 0,-1 0 0 0 0,0 0 0 0 0,0 0 0 0 0,0 0 0 0 0,0 0 0 0 0,0 1 0 0 0,0-1 0 0 0,0 0 0 0 0,0 0 0 0 0,1 0 0 0 0,-1 0 0 0 0,0 0 0 0 0,0 0 0 0 0,0 0 0 0 0,0 0 0 0 0,0 0 0 0 0,0 0 0 0 0,1 0 0 0 0,-1 0 0 0 0,0 0 0 0 0,0 0 0 0 0,0 0 0 0 0,0 0 0 0 0,0 0 0 0 0,1 0 0 0 0,-1 0 0 0 0,0 0 0 0 0,0 0 0 0 0,0 0 0 0 0,0 0 0 0 0,0 0 0 0 0,1 0 0 0 0,-1 0 0 0 0,0 0 0 0 0,0 0 0 0 0,0 0 0 0 0,0 0 0 0 0,0-1 0 0 0,0 1 0 0 0,0 0 0 0 0,1 0 0 0 0,-1 0 0 0 0,0 0 0 0 0,0 0 0 0 0,0 0 0 0 0,0 0 0 0 0,0-1 0 0 0,0 1 0 0 0,0 0 0 0 0,0 0 0 0 0,0 0 0 0 0,0 0 0 0 0,0 0 0 0 0,0 0 0 0 0,0-1 1 0 0,0 1-2 0 0,15-16 217 0 0,11-21-184 0 0,-25 34-52 0 0,3-1 14 0 0,22-30-45 0 0,-22 34 33 0 0,-1 0 1 0 0,0 1-1 0 0,0-1 1 0 0,0 1-1 0 0,0 0 0 0 0,0-1 1 0 0,0 1-1 0 0,0 1 1 0 0,-1-1-1 0 0,1 0 0 0 0,0 1 1 0 0,0-1-1 0 0,-1 1 1 0 0,4 3-1 0 0,9 3-3 0 0,-12-7 5 0 0,21 10-5 0 0,0-2 0 0 0,39 10 0 0 0,-57-17 4 0 0,1-1 0 0 0,0 0 0 0 0,0 0 0 0 0,0-1 0 0 0,0 0 0 0 0,0 0 0 0 0,0-1 0 0 0,0 1 0 0 0,0-1 0 0 0,0-1 0 0 0,-1 0 0 0 0,1 0 0 0 0,0 0 0 0 0,10-5 0 0 0,-15 5 3 0 0,1-1 0 0 0,-1 1 0 0 0,1 0 0 0 0,-1-1 0 0 0,0 1 0 0 0,0-1 0 0 0,0 0 0 0 0,0 0-1 0 0,0 0 1 0 0,0 0 0 0 0,-1 0 0 0 0,0 0 0 0 0,0 0 0 0 0,1-1 0 0 0,-2 1 0 0 0,1 0 0 0 0,0-1 0 0 0,-1 1 0 0 0,0-1 0 0 0,1 1-1 0 0,-1 0 1 0 0,-1-1 0 0 0,1 1 0 0 0,0-1 0 0 0,-1 1 0 0 0,0 0 0 0 0,0-1 0 0 0,0 1 0 0 0,0 0 0 0 0,-2-4 0 0 0,3 5 46 0 0,-2-4-30 0 0,1 4-27 0 0,2 4-30 0 0,0 4-148 0 0,1-1-1 0 0,0 0 1 0 0,0 1-1 0 0,0-1 1 0 0,1 0-1 0 0,-1 0 1 0 0,1-1-1 0 0,4 6 1 0 0,26 20-6297 0 0,-18-20 3452 0 0</inkml:trace>
</inkml:ink>
</file>

<file path=ppt/ink/ink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4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0 795 672 0 0,'169'-96'4137'0'0,"-103"52"-3103"0"0,100-87 0 0 0,-145 111-915 0 0,-1 0 1 0 0,-1-1-1 0 0,-1-1 1 0 0,0-1-1 0 0,21-39 1 0 0,-30 46-80 0 0,-1 0 1 0 0,0-1 0 0 0,-2 0-1 0 0,0 0 1 0 0,-1-1 0 0 0,0 1 0 0 0,-2-1-1 0 0,0 0 1 0 0,0-29 0 0 0,-2 34-2 0 0,0 1 0 0 0,-2 0 0 0 0,1-1 1 0 0,-2 1-1 0 0,1-1 0 0 0,-2 1 0 0 0,0 0 0 0 0,0 0 1 0 0,-1 0-1 0 0,-8-16 0 0 0,11 27-19 0 0,1 0-18 0 0,0 1 0 0 0,-1 0-1 0 0,1 0 1 0 0,-1-1 0 0 0,1 1 0 0 0,0 0-1 0 0,-1 0 1 0 0,1 0 0 0 0,-1 0 0 0 0,1 0-1 0 0,-1 0 1 0 0,1 0 0 0 0,0-1 0 0 0,-1 1-1 0 0,1 0 1 0 0,-1 0 0 0 0,1 1 0 0 0,-1-1-1 0 0,1 0 1 0 0,-1 0 0 0 0,1 0 0 0 0,0 0-1 0 0,-1 0 1 0 0,1 0 0 0 0,-1 1 0 0 0,1-1-1 0 0,-1 0 1 0 0,1 0 0 0 0,0 1 0 0 0,-1-1-1 0 0,1 1 1 0 0,-20 57 258 0 0,3 2 0 0 0,3 1-1 0 0,-13 115 1 0 0,9-47 121 0 0,-17 209 296 0 0,16-116-566 0 0,17-176-110 0 0,1-30 7 0 0,1 0 0 0 0,-2 0-1 0 0,0 0 1 0 0,-1 0 0 0 0,-7 20 0 0 0,10-34-17 0 0,0-2-304 0 0,-1 10 557 0 0,-19-32-9138 0 0</inkml:trace>
</inkml:ink>
</file>

<file path=ppt/ink/ink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4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1 131 844 0 0,'10'-12'1092'0'0,"1"1"0"0"0,0 1 1 0 0,24-17-1 0 0,-22 19-818 0 0,1 0 1 0 0,0 1-1 0 0,0 1 1 0 0,0 0-1 0 0,1 1 1 0 0,26-6-1 0 0,-4 4 148 0 0,50-4 0 0 0,-31 9-4996 0 0</inkml:trace>
</inkml:ink>
</file>

<file path=ppt/ink/ink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4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46 396 0 0,'9'-4'436'0'0,"0"0"0"0"0,0 0 1 0 0,1 0-1 0 0,0 2 0 0 0,0-1 0 0 0,0 1 0 0 0,0 0 0 0 0,0 1 1 0 0,0 0-1 0 0,0 1 0 0 0,0 0 0 0 0,0 1 0 0 0,11 1 0 0 0,-16-1-359 0 0,-1-1 0 0 0,0 1-1 0 0,0 1 1 0 0,0-1-1 0 0,0 0 1 0 0,0 1-1 0 0,0 0 1 0 0,0 0 0 0 0,0 0-1 0 0,0 0 1 0 0,-1 1-1 0 0,1-1 1 0 0,-1 1-1 0 0,0 0 1 0 0,0 0 0 0 0,0 0-1 0 0,0 0 1 0 0,0 1-1 0 0,-1-1 1 0 0,0 1 0 0 0,1 0-1 0 0,-1 0 1 0 0,-1 0-1 0 0,1 0 1 0 0,0 0-1 0 0,-1 0 1 0 0,0 0 0 0 0,0 0-1 0 0,0 0 1 0 0,-1 1-1 0 0,1-1 1 0 0,-1 7-1 0 0,0-6-29 0 0,-1-1 0 0 0,1 0-1 0 0,-1 1 1 0 0,0-1 0 0 0,0 0-1 0 0,0 0 1 0 0,-1 0-1 0 0,1 0 1 0 0,-1 0 0 0 0,0 0-1 0 0,0 0 1 0 0,0 0-1 0 0,-1-1 1 0 0,0 1 0 0 0,1-1-1 0 0,-1 0 1 0 0,0 1-1 0 0,0-1 1 0 0,-1-1 0 0 0,-4 4-1 0 0,-10 12 892 0 0,17-20-924 0 0,0 1-1 0 0,0 0 0 0 0,0 0 0 0 0,0-1 0 0 0,0 1 0 0 0,1-1 1 0 0,-1 1-1 0 0,0-1 0 0 0,1 1 0 0 0,0-1 0 0 0,-1 1 1 0 0,1-1-1 0 0,0 0 0 0 0,0 1 0 0 0,-1-1 0 0 0,1 0 0 0 0,1 1 1 0 0,-1-1-1 0 0,0 1 0 0 0,0-1 0 0 0,0 0 0 0 0,1 1 1 0 0,-1-1-1 0 0,1 1 0 0 0,0-1 0 0 0,-1 1 0 0 0,1-1 0 0 0,0 1 1 0 0,0 0-1 0 0,1-3 0 0 0,38-43 127 0 0,-26 32-71 0 0,-6 5-56 0 0,1 0 1 0 0,1 0 0 0 0,0 1-1 0 0,0 1 1 0 0,1-1-1 0 0,0 2 1 0 0,0-1 0 0 0,1 1-1 0 0,0 1 1 0 0,0 0-1 0 0,0 1 1 0 0,1 1 0 0 0,0-1-1 0 0,25-3 1 0 0,-35 7-84 0 0,1 1 0 0 0,-1 0-1 0 0,0 0 1 0 0,1 0 0 0 0,-1 0 0 0 0,1 0 0 0 0,-1 1 0 0 0,0 0 0 0 0,1 0 0 0 0,-1 0-1 0 0,0 0 1 0 0,0 0 0 0 0,0 0 0 0 0,0 1 0 0 0,0 0 0 0 0,0-1 0 0 0,0 1 0 0 0,-1 0-1 0 0,5 4 1 0 0,-6-4-45 0 0,2-1-442 0 0,6 13-1394 0 0,-4-6-2301 0 0</inkml:trace>
</inkml:ink>
</file>

<file path=ppt/ink/ink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5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49 700 0 0,'0'0'1296'0'0,"0"-4"-686"0"0,0 1-264 0 0,-1 0 1 0 0,0 0-1 0 0,0 0 1 0 0,0 0-1 0 0,0 0 1 0 0,0 0-1 0 0,0 1 1 0 0,-1-1-1 0 0,1 0 1 0 0,-1 1-1 0 0,0-1 1 0 0,0 1-1 0 0,-3-5 1 0 0,2 6-14 0 0,-31 2 806 0 0,24 1-1002 0 0,1 1 1 0 0,-1 1-1 0 0,1 0 1 0 0,-1 0-1 0 0,1 1 1 0 0,0 0 0 0 0,1 0-1 0 0,0 1 1 0 0,-1 0-1 0 0,-13 14 1 0 0,21-19-120 0 0,-1 1 1 0 0,0-1-1 0 0,1 1 1 0 0,0 0-1 0 0,-1-1 1 0 0,1 1 0 0 0,0 0-1 0 0,0 0 1 0 0,0 0-1 0 0,0 0 1 0 0,0 0-1 0 0,1 0 1 0 0,-1 0 0 0 0,1 0-1 0 0,-1 0 1 0 0,1 1-1 0 0,0-1 1 0 0,-1 0-1 0 0,1 0 1 0 0,0 0 0 0 0,1 0-1 0 0,-1 1 1 0 0,0-1-1 0 0,1 0 1 0 0,-1 0-1 0 0,1 0 1 0 0,-1 0 0 0 0,1 0-1 0 0,0 0 1 0 0,0 0-1 0 0,0 0 1 0 0,0 0-1 0 0,0 0 1 0 0,1-1 0 0 0,-1 1-1 0 0,0 0 1 0 0,1-1-1 0 0,0 1 1 0 0,-1-1-1 0 0,1 1 1 0 0,0-1 0 0 0,-1 0-1 0 0,1 0 1 0 0,0 0-1 0 0,0 0 1 0 0,0 0-1 0 0,3 1 1 0 0,0-1-5 0 0,1 0 0 0 0,0 0 0 0 0,-1-1 0 0 0,1 0 0 0 0,0 0 0 0 0,0 0-1 0 0,-1-1 1 0 0,1 0 0 0 0,10-2 0 0 0,8-2 10 0 0,-21 5-6 0 0,0 0-16 0 0,10 0 0 0 0,-10 0 0 0 0,51 25-37 0 0,-21-9-527 0 0,-1-1-1712 0 0,-12-6-2241 0 0</inkml:trace>
</inkml:ink>
</file>

<file path=ppt/ink/ink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6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10 640 0 0,'0'0'3619'0'0,"1"5"-3372"0"0,4 16-17 0 0,-4-16-34 0 0,-7 17 442 0 0,1-13-457 0 0,0 1 1 0 0,-1-1 0 0 0,0 0-1 0 0,-10 10 1 0 0,14-18 45 0 0,-3 4-71 0 0,5-5-140 0 0,0 0 0 0 0,0 0 0 0 0,0 0 0 0 0,0 0 0 0 0,0-1 0 0 0,0 1 0 0 0,0 0 0 0 0,0 0 0 0 0,0 0 0 0 0,0 0 1 0 0,0 0-1 0 0,0 0 0 0 0,0 0 0 0 0,0 0 0 0 0,0-1 0 0 0,0 1 0 0 0,0 0 0 0 0,0 0 0 0 0,0 0 0 0 0,0 0 0 0 0,0 0 0 0 0,0 0 0 0 0,-1 0 1 0 0,1 0-1 0 0,0 0 0 0 0,0 0 0 0 0,0-1 0 0 0,0 1 0 0 0,0 0 0 0 0,0 0 0 0 0,0 0 0 0 0,0 0 0 0 0,0 0 0 0 0,0 0 0 0 0,0 0 1 0 0,-1 0-1 0 0,1 0 0 0 0,0 0 0 0 0,0 0 0 0 0,0 0 0 0 0,0 0 0 0 0,0 0 0 0 0,0 0 0 0 0,0 0 0 0 0,0 0 0 0 0,-1 0 0 0 0,1 0 1 0 0,0 0-1 0 0,0 0 0 0 0,0 0 0 0 0,0 0 0 0 0,0 0 0 0 0,0 0 0 0 0,0 0 0 0 0,0 0 0 0 0,0 0 0 0 0,-1 0 0 0 0,1 0 0 0 0,0 0 1 0 0,0 0-1 0 0,0 1 0 0 0,0-1 0 0 0,0 0 0 0 0,0 0 0 0 0,0 0 0 0 0,1-4-2 0 0,0-1 1 0 0,0 1-1 0 0,1 0 1 0 0,0 0-1 0 0,0 0 0 0 0,0 0 1 0 0,0 0-1 0 0,0 1 0 0 0,1-1 1 0 0,0 1-1 0 0,0-1 1 0 0,0 1-1 0 0,3-3 0 0 0,3-3 18 0 0,-5 4-24 0 0,0 1 0 0 0,0 0-1 0 0,0 0 1 0 0,1 0 0 0 0,-1 0-1 0 0,1 1 1 0 0,0 0 0 0 0,0-1-1 0 0,0 2 1 0 0,0-1 0 0 0,1 1-1 0 0,-1 0 1 0 0,1 0 0 0 0,-1 0-1 0 0,1 1 1 0 0,0 0 0 0 0,-1 0-1 0 0,1 0 1 0 0,7 1 0 0 0,-10 1-7 0 0,-1-1-1 0 0,-1 1 0 0 0,1 0 1 0 0,-1-1-1 0 0,1 1 0 0 0,-1 0 0 0 0,0 0 0 0 0,1 0 1 0 0,-1 0-1 0 0,0 0 0 0 0,1 0 0 0 0,-1 0 0 0 0,0 0 1 0 0,0 1-1 0 0,0-1 0 0 0,0 0 0 0 0,0 1 0 0 0,0-1 0 0 0,-1 0 1 0 0,1 1-1 0 0,0-1 0 0 0,-1 1 0 0 0,1 0 0 0 0,-1-1 1 0 0,1 1-1 0 0,-1-1 0 0 0,0 1 0 0 0,0 0 0 0 0,0 1 1 0 0,1 4-6 0 0,0-5 8 0 0,-1 0 0 0 0,1 0 0 0 0,-1 0 0 0 0,1 0 1 0 0,-1 0-1 0 0,0 0 0 0 0,0 0 0 0 0,0 0 0 0 0,0 0 1 0 0,0 0-1 0 0,0 0 0 0 0,-1 3 0 0 0,0 2 12 0 0,1-5-19 0 0,-7 8-3 0 0,5-4 63 0 0,6-6 231 0 0,60-44-240 0 0,-52 34-47 0 0,0 1 1 0 0,1 0-1 0 0,0 1 0 0 0,0 1 0 0 0,22-9 0 0 0,-33 15 0 0 0,25 6-77 0 0,-21 3 77 0 0,0 1 4 0 0,1 0 0 0 0,0 0 0 0 0,0-1 0 0 0,1 0 0 0 0,12 9 0 0 0,-13-13-2 0 0,1 0 0 0 0,0-1 0 0 0,0 0 1 0 0,0 0-1 0 0,0-1 0 0 0,0 0 1 0 0,1 0-1 0 0,9 0 0 0 0,-12-2 106 0 0,0 0 0 0 0,0 0 0 0 0,0-1 0 0 0,-1 0 0 0 0,1 0 0 0 0,0 0 0 0 0,0-1 0 0 0,0 0 0 0 0,-1 0 0 0 0,1 0 0 0 0,-1-1 0 0 0,7-4 0 0 0,0 0 296 0 0,-1-1 0 0 0,0 0 0 0 0,20-18 0 0 0,-30 25 22 0 0,-1 1-381 0 0,0-1-1 0 0,0 1 0 0 0,0 0 0 0 0,0-1 0 0 0,0 1 1 0 0,-1 0-1 0 0,1 0 0 0 0,0-1 0 0 0,0 1 0 0 0,0 0 1 0 0,0 0-1 0 0,0-1 0 0 0,0 1 0 0 0,0 0 0 0 0,0-1 0 0 0,0 1 1 0 0,0 0-1 0 0,0-1 0 0 0,1 1 0 0 0,-1 0 0 0 0,0 0 1 0 0,0-1-1 0 0,0 1 0 0 0,0 0 0 0 0,0 0 0 0 0,0-1 0 0 0,1 1 1 0 0,-1 0-1 0 0,0 0 0 0 0,0-1 0 0 0,0 1 0 0 0,1 0 1 0 0,-1 0-1 0 0,0 0 0 0 0,0 0 0 0 0,0-1 0 0 0,1 1 1 0 0,-1 0-1 0 0,0 0 0 0 0,1 0 0 0 0,-1 0 0 0 0,0 0 0 0 0,0 0 1 0 0,1 0-1 0 0,-1 0 0 0 0,0-1 0 0 0,1 1 0 0 0,-1 0 1 0 0,0 0-1 0 0,0 0 0 0 0,1 1 0 0 0,-1-1 0 0 0,0 0 1 0 0,1 0-1 0 0,-1 0 0 0 0,0 0 0 0 0,0 0 0 0 0,1 0 0 0 0,-1 0 1 0 0,0 0-1 0 0,0 0 0 0 0,1 1 0 0 0,-1-1 0 0 0,0 0 1 0 0,0 0-1 0 0,1 0 0 0 0,-1 1 0 0 0,0-1 0 0 0,0 0 1 0 0,14 20-664 0 0,-14-18-97 0 0,7 10-1017 0 0,9-1-7897 0 0</inkml:trace>
</inkml:ink>
</file>

<file path=ppt/ink/ink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5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56 568 0 0,'0'0'1096'0'0,"7"-12"820"0"0,-6-2-364 0 0,-2 4 141 0 0,-12-6-1949 0 0,-12 13-4881 0 0</inkml:trace>
</inkml:ink>
</file>

<file path=ppt/ink/ink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0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28 353 8281 0 0,'-2'-4'-4'0'0,"-3"-6"4"0"0,2 3 19 0 0,-1 1 0 0 0,2 0 0 0 0,-1-1 0 0 0,1 0 0 0 0,0 0 0 0 0,0 0 0 0 0,0-8 0 0 0,2 12 118 0 0,15-30 659 0 0,-14 32-766 0 0,0 1 0 0 0,1-1 0 0 0,-1 0 0 0 0,1 1 0 0 0,-1-1 0 0 0,1 1 0 0 0,-1-1 1 0 0,1 1-1 0 0,-1-1 0 0 0,1 1 0 0 0,0 0 0 0 0,-1 0 0 0 0,1 0 0 0 0,-1 0 1 0 0,1 0-1 0 0,0 1 0 0 0,-1-1 0 0 0,1 0 0 0 0,-1 1 0 0 0,1-1 0 0 0,1 1 0 0 0,3 2 24 0 0,0 0-1 0 0,-1-1 1 0 0,0 2-1 0 0,1-1 1 0 0,8 8-1 0 0,-4-2-8 0 0,-1 0 0 0 0,0 1 0 0 0,0 0 0 0 0,-1 0 1 0 0,8 12-1 0 0,-13-17-26 0 0,0 1 0 0 0,-1-1 0 0 0,1 1 0 0 0,-1 0 0 0 0,0 0 1 0 0,0 0-1 0 0,-1 0 0 0 0,1 7 0 0 0,-2-11-12 0 0,0 1 0 0 0,0 0 0 0 0,0-1 0 0 0,0 1 0 0 0,-1 0 0 0 0,1-1 0 0 0,-1 1 0 0 0,0 0 0 0 0,0-1-1 0 0,0 1 1 0 0,0-1 0 0 0,0 0 0 0 0,0 1 0 0 0,-1-1 0 0 0,1 0 0 0 0,-1 0 0 0 0,0 0 0 0 0,0 0 0 0 0,1 0 0 0 0,-5 3 0 0 0,4-4-1 0 0,-1-1 1 0 0,0 1-1 0 0,1-1 1 0 0,-1 0 0 0 0,0 0-1 0 0,0 1 1 0 0,1-2-1 0 0,-1 1 1 0 0,0 0 0 0 0,0-1-1 0 0,1 1 1 0 0,-1-1-1 0 0,0 0 1 0 0,1 0-1 0 0,-1 0 1 0 0,-2-2 0 0 0,3 3-4 0 0,1-1 0 0 0,-1 0 1 0 0,1 0-1 0 0,0 0 0 0 0,0 1 1 0 0,0-2-1 0 0,0 1 1 0 0,0 0-1 0 0,0 0 0 0 0,0 0 1 0 0,0 0-1 0 0,0-1 0 0 0,0 1 1 0 0,0 0-1 0 0,1-1 0 0 0,-1 1 1 0 0,0 0-1 0 0,1-1 1 0 0,0 1-1 0 0,-1-1 0 0 0,1 1 1 0 0,0-4-1 0 0,0 2 1 0 0,0 0 0 0 0,0 0 0 0 0,1 0 0 0 0,0 0 0 0 0,-1 0 0 0 0,1 0 0 0 0,0 0 0 0 0,1 0 0 0 0,-1 0 0 0 0,3-4 0 0 0,1-1-5 0 0,0 1 0 0 0,0 0 0 0 0,1 1 0 0 0,0 0 0 0 0,0 0 0 0 0,0 0 0 0 0,14-9 0 0 0,-3 7-145 0 0,1 0 0 0 0,0 1 0 0 0,0 1 0 0 0,0 1 0 0 0,1 0 0 0 0,0 2 0 0 0,0 0 0 0 0,0 1 0 0 0,34 1 0 0 0,-21-1-259 0 0,63-10 0 0 0,-73 8 617 0 0,-23 10 200 0 0,0-5-402 0 0,0 1 0 0 0,0 0 0 0 0,0-1 0 0 0,0 1 0 0 0,1 0-1 0 0,-1-1 1 0 0,0 1 0 0 0,1 0 0 0 0,-1 0 0 0 0,1 0 0 0 0,0-1 0 0 0,0 1 0 0 0,-1 0 0 0 0,1 0 0 0 0,0 0 0 0 0,1 0 0 0 0,-1 2 0 0 0,1-1-4 0 0,-1 0 1 0 0,1 0-1 0 0,-1 0 0 0 0,1 0 0 0 0,0-1 1 0 0,0 1-1 0 0,0 0 0 0 0,0-1 0 0 0,1 1 1 0 0,-1-1-1 0 0,1 1 0 0 0,-1-1 0 0 0,1 0 0 0 0,0 0 1 0 0,0 1-1 0 0,0-1 0 0 0,0 0 0 0 0,1-1 1 0 0,-1 1-1 0 0,0 0 0 0 0,1-1 0 0 0,2 2 1 0 0,-3-3 55 0 0,2-2-50 0 0,6-7-7 0 0,-1 0 1 0 0,0-1 0 0 0,-1 1 0 0 0,0-2-1 0 0,0 1 1 0 0,-1-1 0 0 0,-1 0 0 0 0,11-23 0 0 0,-7 13 5 0 0,27-37 1 0 0,-5 16 2 0 0,-12 16 14 0 0,44-48 1 0 0,-63 74-28 0 0,-1-1 0 0 0,1 1 0 0 0,-1 0 0 0 0,0 0-1 0 0,1-1 1 0 0,-1 1 0 0 0,1 0 0 0 0,-1 0 0 0 0,1-1 0 0 0,-1 1-1 0 0,1 0 1 0 0,-1 0 0 0 0,1 0 0 0 0,-1 0 0 0 0,1 0 0 0 0,-1 0 0 0 0,1 0-1 0 0,-1 0 1 0 0,1 0 0 0 0,-1 0 0 0 0,1 0 0 0 0,-1 0 0 0 0,1 0-1 0 0,-1 0 1 0 0,1 0 0 0 0,-1 1 0 0 0,0-1 0 0 0,1 0 0 0 0,-1 0-1 0 0,1 0 1 0 0,-1 1 0 0 0,1-1 0 0 0,-1 0 0 0 0,0 1 0 0 0,1-1-1 0 0,-1 0 1 0 0,0 1 0 0 0,1-1 0 0 0,-1 1 0 0 0,0-1 0 0 0,1 0 0 0 0,-1 1-1 0 0,0-1 1 0 0,0 1 0 0 0,0-1 0 0 0,1 1 0 0 0,-1-1 0 0 0,0 1-1 0 0,0-1 1 0 0,0 1 0 0 0,0-1 0 0 0,0 1 0 0 0,0-1 0 0 0,0 2-1 0 0,5 25 55 0 0,-4-17-41 0 0,0 4 8 0 0,0 0-1 0 0,0 0 0 0 0,2 0 0 0 0,0-1 0 0 0,0 1 1 0 0,1-1-1 0 0,9 20 0 0 0,-9-23-11 0 0,1-1 1 0 0,0 0-1 0 0,0-1 0 0 0,1 1 1 0 0,0-1-1 0 0,0 0 0 0 0,1-1 1 0 0,7 8-1 0 0,-10-12 4 0 0,0 0 1 0 0,0 0-1 0 0,1-1 0 0 0,-1 1 1 0 0,1-1-1 0 0,0 0 1 0 0,-1 0-1 0 0,1-1 0 0 0,0 1 1 0 0,0-1-1 0 0,0 0 1 0 0,0 0-1 0 0,0-1 0 0 0,0 0 1 0 0,0 0-1 0 0,0 0 1 0 0,10-1-1 0 0,-6-2 31 0 0,1 1 0 0 0,0-1-1 0 0,-1 0 1 0 0,0-1 0 0 0,0 0 0 0 0,0-1 0 0 0,-1 0 0 0 0,1 0-1 0 0,11-10 1 0 0,23-13-4106 0 0</inkml:trace>
</inkml:ink>
</file>

<file path=ppt/ink/ink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1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1 162 504 0 0,'5'-3'668'0'0,"46"-23"1278"0"0,-40 22-1530 0 0,0-1 0 0 0,0 0-1 0 0,-1-1 1 0 0,1 0 0 0 0,-1 0 0 0 0,-1-1 0 0 0,1-1-1 0 0,-1 0 1 0 0,11-12 0 0 0,-19 19-363 0 0,0 0 0 0 0,0 0-1 0 0,0 0 1 0 0,0 0 0 0 0,-1-1 0 0 0,1 1 0 0 0,0 0 0 0 0,-1 0-1 0 0,1-1 1 0 0,-1 1 0 0 0,0 0 0 0 0,1-1 0 0 0,-1 1 0 0 0,0 0-1 0 0,0-1 1 0 0,0 1 0 0 0,0-1 0 0 0,0 1 0 0 0,0 0-1 0 0,0-1 1 0 0,0 1 0 0 0,-1 0 0 0 0,1-1 0 0 0,-1 1 0 0 0,1 0-1 0 0,-1-1 1 0 0,1 1 0 0 0,-1 0 0 0 0,1 0 0 0 0,-1 0-1 0 0,0-1 1 0 0,0 1 0 0 0,0 0 0 0 0,0 0 0 0 0,0 0 0 0 0,0 0-1 0 0,0 0 1 0 0,0 1 0 0 0,0-1 0 0 0,0 0 0 0 0,0 0 0 0 0,-1 1-1 0 0,1-1 1 0 0,0 1 0 0 0,-3-2 0 0 0,1 1 21 0 0,1 0 0 0 0,-1 1 1 0 0,0-1-1 0 0,0 0 0 0 0,0 1 1 0 0,0-1-1 0 0,0 1 0 0 0,0 0 0 0 0,0 0 1 0 0,1 0-1 0 0,-1 1 0 0 0,0-1 1 0 0,0 1-1 0 0,0-1 0 0 0,0 1 1 0 0,0 0-1 0 0,1 0 0 0 0,-1 0 0 0 0,0 0 1 0 0,1 1-1 0 0,-4 1 0 0 0,4-1-3 0 0,-1 0 0 0 0,1 1 0 0 0,-1-1-1 0 0,1 0 1 0 0,0 1 0 0 0,0-1 0 0 0,0 1-1 0 0,1 0 1 0 0,-1 0 0 0 0,0 0 0 0 0,1 0-1 0 0,0 0 1 0 0,0 0 0 0 0,0 0 0 0 0,0 0-1 0 0,0 0 1 0 0,1 0 0 0 0,-1 1 0 0 0,1-1-1 0 0,0 6 1 0 0,1-4-21 0 0,0-1 0 0 0,0 0 1 0 0,1 1-1 0 0,-1-1 0 0 0,1 0 0 0 0,0 0 0 0 0,1 0 0 0 0,-1-1 0 0 0,1 1 0 0 0,-1 0 0 0 0,1-1 0 0 0,0 0 0 0 0,5 5 1 0 0,7 4-141 0 0,1 0 0 0 0,0 0 0 0 0,1-2 0 0 0,1 0 0 0 0,26 11 1 0 0,22 1-1876 0 0,1-8-3436 0 0,-28-8 2238 0 0</inkml:trace>
</inkml:ink>
</file>

<file path=ppt/ink/ink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33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590 108 788 0 0,'-4'-13'1488'0'0,"-2"-1"-1"0"0,0 1 1 0 0,0 1-1 0 0,-12-18 1 0 0,11 19-756 0 0,6 10-677 0 0,-1 0 0 0 0,1-1 0 0 0,-1 1 0 0 0,0 0 0 0 0,1 0 0 0 0,-1 0 0 0 0,0 0 0 0 0,0 0 0 0 0,0 0-1 0 0,1 0 1 0 0,-1 0 0 0 0,0 1 0 0 0,0-1 0 0 0,0 1 0 0 0,0 0 0 0 0,0-1 0 0 0,0 1 0 0 0,-1 0 0 0 0,1 0 0 0 0,0 0 0 0 0,-2 1 0 0 0,-43 7 392 0 0,27-2-328 0 0,0 1 0 0 0,0 0 0 0 0,1 1 0 0 0,0 1 0 0 0,-29 20-1 0 0,44-27-105 0 0,0 1-1 0 0,0 0 1 0 0,1 0-1 0 0,0 0 1 0 0,-1 0-1 0 0,1 0 0 0 0,0 1 1 0 0,0 0-1 0 0,1-1 1 0 0,-1 1-1 0 0,1 0 1 0 0,0 0-1 0 0,0 0 0 0 0,0 1 1 0 0,0-1-1 0 0,1 0 1 0 0,0 1-1 0 0,0-1 1 0 0,0 1-1 0 0,0-1 1 0 0,1 1-1 0 0,0 0 0 0 0,0-1 1 0 0,0 1-1 0 0,0-1 1 0 0,1 1-1 0 0,0 0 1 0 0,0-1-1 0 0,0 0 0 0 0,0 1 1 0 0,1-1-1 0 0,1 5 1 0 0,6 11-22 0 0,2 1-31 0 0,-2 1 1 0 0,-1 0-1 0 0,0 0 1 0 0,-2 1-1 0 0,6 34 1 0 0,-12-51 34 0 0,1 0 1 0 0,-1 0-1 0 0,-1 0 0 0 0,1 1 0 0 0,-1-1 1 0 0,0 0-1 0 0,0 0 0 0 0,-1 0 0 0 0,0-1 0 0 0,0 1 1 0 0,0 0-1 0 0,-1 0 0 0 0,0-1 0 0 0,0 0 1 0 0,0 0-1 0 0,0 1 0 0 0,-1-2 0 0 0,0 1 1 0 0,0 0-1 0 0,-1-1 0 0 0,1 0 0 0 0,-1 0 1 0 0,0 0-1 0 0,0-1 0 0 0,0 1 0 0 0,-7 2 1 0 0,7-3 9 0 0,-1 0 0 0 0,0-1-1 0 0,0 0 1 0 0,0 0 0 0 0,0 0 0 0 0,0-1 0 0 0,0 0 0 0 0,0 0 0 0 0,-1-1 0 0 0,1 0 0 0 0,0 0 0 0 0,0 0 0 0 0,-1 0 0 0 0,1-1 0 0 0,0 0-1 0 0,0-1 1 0 0,0 0 0 0 0,0 1 0 0 0,-8-5 0 0 0,3 1 39 0 0,-1-1 0 0 0,2 0 1 0 0,-1-1-1 0 0,1 0 0 0 0,0 0 0 0 0,0-1 0 0 0,1-1 1 0 0,-14-14-1 0 0,15 8 19 0 0,3-7-28 0 0,4 22-56 0 0,1-1-1 0 0,0 1 1 0 0,0-1 0 0 0,0 1 0 0 0,0 0 0 0 0,0-1-1 0 0,0 1 1 0 0,0-1 0 0 0,0 1 0 0 0,0-1 0 0 0,0 1 0 0 0,0-1-1 0 0,0 1 1 0 0,0 0 0 0 0,0-1 0 0 0,0 1 0 0 0,0-1-1 0 0,0 1 1 0 0,0-1 0 0 0,1 1 0 0 0,-1 0 0 0 0,0-1 0 0 0,0 1-1 0 0,1-1 1 0 0,-1 1 0 0 0,0 0 0 0 0,0-1 0 0 0,1 1-1 0 0,-1 0 1 0 0,0-1 0 0 0,1 1 0 0 0,-1 0 0 0 0,1-1 0 0 0,19-1-890 0 0,16 8-805 0 0,-16 0-2543 0 0,-9-3 1807 0 0</inkml:trace>
</inkml:ink>
</file>

<file path=ppt/ink/ink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34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60 56 0 0,'0'0'1219'0'0,"-1"-20"1377"0"0,0 18-2458 0 0,0 0 0 0 0,0-1 0 0 0,0 1 0 0 0,0 0 1 0 0,0 0-1 0 0,0 0 0 0 0,-1 0 0 0 0,1 0 0 0 0,-1 0 0 0 0,0 0 0 0 0,0 0 0 0 0,1 1 0 0 0,-1-1 0 0 0,0 1 1 0 0,0-1-1 0 0,-1 1 0 0 0,1 0 0 0 0,0 0 0 0 0,0 0 0 0 0,-1 0 0 0 0,1 0 0 0 0,0 0 0 0 0,-1 1 0 0 0,1-1 1 0 0,-1 1-1 0 0,1-1 0 0 0,-1 1 0 0 0,1 0 0 0 0,-5 0 0 0 0,0 2 19 0 0,-1-1-1 0 0,0 1 1 0 0,0 0-1 0 0,1 1 1 0 0,-1 0 0 0 0,1 0-1 0 0,0 0 1 0 0,-12 9 0 0 0,10-7-84 0 0,0 1 0 0 0,0 0 0 0 0,1 0 0 0 0,0 1 0 0 0,0 0 0 0 0,1 1 0 0 0,0 0 0 0 0,0 0 0 0 0,0 0 0 0 0,1 1 0 0 0,1 0 0 0 0,-9 16 0 0 0,14-23-65 0 0,-1-1 0 0 0,1 1 0 0 0,-1 0 0 0 0,1 0 0 0 0,-1-1 0 0 0,1 1-1 0 0,0 0 1 0 0,0 0 0 0 0,0-1 0 0 0,0 1 0 0 0,0 0 0 0 0,0 0 0 0 0,1-1 0 0 0,-1 1 0 0 0,0 0 0 0 0,1-1 0 0 0,0 1 0 0 0,-1 0 0 0 0,1-1-1 0 0,0 1 1 0 0,0-1 0 0 0,0 1 0 0 0,0-1 0 0 0,0 1 0 0 0,0-1 0 0 0,0 0 0 0 0,0 1 0 0 0,1-1 0 0 0,-1 0 0 0 0,0 0 0 0 0,1 0 0 0 0,-1 0 0 0 0,1 0-1 0 0,-1 0 1 0 0,1-1 0 0 0,0 1 0 0 0,-1 0 0 0 0,1-1 0 0 0,0 1 0 0 0,-1-1 0 0 0,3 1 0 0 0,2 0 3 0 0,0 0-1 0 0,0 0 1 0 0,0 0 0 0 0,1-1-1 0 0,-1 0 1 0 0,0 0 0 0 0,0 0 0 0 0,0-1-1 0 0,0 0 1 0 0,9-2 0 0 0,-8 0 5 0 0,-1 0 1 0 0,0 0-1 0 0,1-1 1 0 0,-1 0-1 0 0,-1 0 1 0 0,11-8-1 0 0,20-17 88 0 0,-34 28-107 0 0,26 20-176 0 0,-16-8-741 0 0,14 10-719 0 0,-8-9-2750 0 0</inkml:trace>
</inkml:ink>
</file>

<file path=ppt/ink/ink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35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35 144 0 0,'0'0'1170'0'0,"6"-8"-443"0"0,-2 11 1994 0 0,5 18-2518 0 0,-7-16-6 0 0,-12 32 1053 0 0,7-34-1084 0 0,2-1-25 0 0,-1 1 1 0 0,0-1-1 0 0,0 0 1 0 0,0 0-1 0 0,0 0 1 0 0,0-1 0 0 0,-1 1-1 0 0,1 0 1 0 0,0-1-1 0 0,-1 1 1 0 0,1-1 0 0 0,-6 2-1 0 0,12-9-89 0 0,7-8 4 0 0,0 1 1 0 0,1 1-1 0 0,1 0 0 0 0,0 0 0 0 0,1 1 1 0 0,0 1-1 0 0,16-9 0 0 0,-28 17-49 0 0,0 1 0 0 0,1 0 0 0 0,-1-1-1 0 0,0 1 1 0 0,1 0 0 0 0,-1 0 0 0 0,1 1-1 0 0,0-1 1 0 0,-1 0 0 0 0,1 1 0 0 0,-1 0 0 0 0,1-1-1 0 0,0 1 1 0 0,0 0 0 0 0,-1 1 0 0 0,1-1 0 0 0,-1 0-1 0 0,1 1 1 0 0,0-1 0 0 0,-1 1 0 0 0,1 0 0 0 0,-1 0-1 0 0,1 0 1 0 0,-1 0 0 0 0,1 0 0 0 0,2 3 0 0 0,-1-1 1 0 0,-1 0 0 0 0,0 0 0 0 0,0 0 1 0 0,0 1-1 0 0,-1-1 0 0 0,1 1 1 0 0,-1 0-1 0 0,0 0 0 0 0,0 0 0 0 0,0 0 1 0 0,-1 0-1 0 0,1 0 0 0 0,-1 0 1 0 0,0 0-1 0 0,1 5 0 0 0,3 36 834 0 0,-4-43-530 0 0,1-7-295 0 0,3-4 10 0 0,0 1-1 0 0,1-1 1 0 0,0 1 0 0 0,0 0-1 0 0,14-13 1 0 0,42-28-10 0 0,-61 48-23 0 0,1 1 4 0 0,1 0 0 0 0,-1 0 0 0 0,1-1 1 0 0,-1 2-1 0 0,1-1 0 0 0,-1 0 0 0 0,1 0 1 0 0,-1 1-1 0 0,0-1 0 0 0,1 1 0 0 0,-1 0 1 0 0,0 0-1 0 0,1 0 0 0 0,-1 0 0 0 0,0 0 1 0 0,0 0-1 0 0,0 1 0 0 0,0-1 0 0 0,0 1 1 0 0,3 2-1 0 0,28 36 5 0 0,-30-35-3 0 0,-1-1 1 0 0,1 0 0 0 0,0 0 0 0 0,0 0 0 0 0,1 0 0 0 0,-1 0-1 0 0,1-1 1 0 0,-1 0 0 0 0,1 0 0 0 0,0 0 0 0 0,0 0 0 0 0,1 0 0 0 0,-1-1-1 0 0,1 0 1 0 0,-1 0 0 0 0,1 0 0 0 0,0 0 0 0 0,5 1 0 0 0,-4-2 4 0 0,-4 0-4 0 0,1 0-1 0 0,-1-1 1 0 0,1 0-1 0 0,0 0 1 0 0,0 0-1 0 0,-1 0 1 0 0,1 0 0 0 0,0 0-1 0 0,-1 0 1 0 0,1-1-1 0 0,0 0 1 0 0,3-1-1 0 0,10-2 66 0 0,0-1 0 0 0,-1-1 0 0 0,0 0 0 0 0,0-2 0 0 0,19-11 0 0 0,-32 18 12 0 0,-24 18-6234 0 0,17-13 3406 0 0</inkml:trace>
</inkml:ink>
</file>

<file path=ppt/ink/ink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38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1 368 64 0 0,'0'0'3704'0'0,"5"2"-3409"0"0,6 1-132 0 0,1-2 0 0 0,-1 1 0 0 0,0-1 0 0 0,1-1 0 0 0,-1 0 0 0 0,1-1 0 0 0,-1 0 0 0 0,0-1 0 0 0,1 0-1 0 0,16-5 1 0 0,114-44 531 0 0,-131 46-637 0 0,1 0 0 0 0,-1 0 1 0 0,0-2-1 0 0,-1 1 1 0 0,1-1-1 0 0,-1-1 1 0 0,-1 0-1 0 0,17-17 0 0 0,-22 20-5 0 0,1-1 0 0 0,-1 1 0 0 0,-1-1 0 0 0,1 0 0 0 0,-1 0 0 0 0,0-1 0 0 0,0 1 0 0 0,-1 0 0 0 0,0-1 0 0 0,0 0 0 0 0,0 1-1 0 0,-1-1 1 0 0,0 0 0 0 0,-1 0 0 0 0,1 0 0 0 0,-2-13 0 0 0,-2 9 71 0 0,0 1-1 0 0,0-1 1 0 0,-2 0-1 0 0,1 1 1 0 0,-1 0-1 0 0,-1 0 1 0 0,0 1-1 0 0,-8-12 1 0 0,12 19-57 0 0,2 1-62 0 0,0 1 0 0 0,0 0 1 0 0,0-1-1 0 0,1 1 0 0 0,-1 0 1 0 0,0-1-1 0 0,0 1 0 0 0,-1 0 1 0 0,1-1-1 0 0,0 1 0 0 0,0-1 0 0 0,0 1 1 0 0,0 0-1 0 0,0-1 0 0 0,0 1 1 0 0,0 0-1 0 0,0-1 0 0 0,-1 1 1 0 0,1 0-1 0 0,0 0 0 0 0,0-1 0 0 0,-1 1 1 0 0,1 0-1 0 0,0-1 0 0 0,0 1 1 0 0,-1 0-1 0 0,1 0 0 0 0,0 0 1 0 0,0-1-1 0 0,-1 1 0 0 0,1 0 0 0 0,0 0 1 0 0,-1 0-1 0 0,1 0 0 0 0,0-1 1 0 0,-1 1-1 0 0,1 0 0 0 0,-1 0 1 0 0,1 0-1 0 0,0 0 0 0 0,-1 0 0 0 0,1 0 1 0 0,0 0-1 0 0,-1 0 0 0 0,1 0 1 0 0,0 0-1 0 0,-1 0 0 0 0,1 1 1 0 0,0-1-1 0 0,-1 0 0 0 0,0 0 0 0 0,-14 10 62 0 0,9 1-55 0 0,0-1 0 0 0,1 1 0 0 0,1-1 0 0 0,0 1 0 0 0,-5 19 1 0 0,2-6 81 0 0,-115 399 504 0 0,120-415-584 0 0,-1 1-1 0 0,1-1 1 0 0,1 0 0 0 0,0 1-1 0 0,-1 9 1 0 0,2-16 206 0 0,3-12-137 0 0,1 0 0 0 0,0 0 0 0 0,0 1 1 0 0,1-1-1 0 0,0 1 0 0 0,1 0 0 0 0,0 0 0 0 0,0 1 0 0 0,1 0 0 0 0,10-10 0 0 0,-14 16-78 0 0,1 0 0 0 0,-1 0-1 0 0,1 0 1 0 0,0 1 0 0 0,-1-1 0 0 0,1 1 0 0 0,0 0-1 0 0,0 0 1 0 0,0 1 0 0 0,0-1 0 0 0,0 1 0 0 0,0-1-1 0 0,0 1 1 0 0,0 0 0 0 0,0 1 0 0 0,0-1 0 0 0,0 1-1 0 0,0 0 1 0 0,0 0 0 0 0,0 0 0 0 0,3 2 0 0 0,-5-3-6 0 0,68 19 109 0 0,-37-9-751 0 0,0-1 1 0 0,0-2 0 0 0,1-1-1 0 0,0-1 1 0 0,53-1-1 0 0,-74-4 415 0 0,1 0 0 0 0,-1-1 0 0 0,0-1 0 0 0,1 0 1 0 0,-1-1-1 0 0,0-1 0 0 0,-1 0 0 0 0,1 0 0 0 0,0-1 0 0 0,-1-1 0 0 0,0 0 0 0 0,-1-1 0 0 0,22-15 0 0 0,-31 20 291 0 0,0 0 0 0 0,-1 0 0 0 0,1 0 0 0 0,0 0 0 0 0,-1-1 0 0 0,1 1 0 0 0,-1 0 0 0 0,0-1 1 0 0,0 1-1 0 0,0-1 0 0 0,0 1 0 0 0,0-1 0 0 0,0 0 0 0 0,-1 1 0 0 0,1-1 0 0 0,-1 0 0 0 0,0 1 0 0 0,0-1 1 0 0,0 0-1 0 0,0 0 0 0 0,0 1 0 0 0,-1-4 0 0 0,0 2 196 0 0,-29-37 2507 0 0,29 41-2738 0 0,-1-1-1 0 0,1 1 1 0 0,-1-1-1 0 0,1 1 0 0 0,-1 0 1 0 0,1-1-1 0 0,0 1 1 0 0,-1 0-1 0 0,1 0 0 0 0,-1 0 1 0 0,1 0-1 0 0,-1 1 1 0 0,1-1-1 0 0,-1 0 0 0 0,1 1 1 0 0,0-1-1 0 0,-1 0 0 0 0,1 1 1 0 0,-1 0-1 0 0,1-1 1 0 0,0 1-1 0 0,0 0 0 0 0,-1 0 1 0 0,1 0-1 0 0,0-1 1 0 0,0 1-1 0 0,0 0 0 0 0,0 1 1 0 0,0-1-1 0 0,0 0 0 0 0,0 0 1 0 0,0 0-1 0 0,0 3 1 0 0,-5 3 33 0 0,1 0 0 0 0,0 1 1 0 0,0 0-1 0 0,-5 12 0 0 0,10-18-30 0 0,-1-1-24 0 0,1-1 0 0 0,0 1-1 0 0,0 0 1 0 0,0-1 0 0 0,0 1 0 0 0,0 0-1 0 0,0-1 1 0 0,0 1 0 0 0,0 0-1 0 0,0-1 1 0 0,0 1 0 0 0,0 0-1 0 0,1-1 1 0 0,-1 1 0 0 0,0 0 0 0 0,0-1-1 0 0,1 1 1 0 0,-1 0 0 0 0,0-1-1 0 0,1 1 1 0 0,-1-1 0 0 0,1 1 0 0 0,-1-1-1 0 0,1 1 1 0 0,-1-1 0 0 0,1 1-1 0 0,-1-1 1 0 0,1 1 0 0 0,-1-1 0 0 0,1 0-1 0 0,1 1 1 0 0,4 0 6 0 0,45-5 69 0 0,-48 4-79 0 0,-1 0-4 0 0,-1 0 1 0 0,0 0-1 0 0,1 1 1 0 0,-1-1 0 0 0,0 0-1 0 0,1 1 1 0 0,-1-1-1 0 0,0 1 1 0 0,0 0 0 0 0,0-1-1 0 0,1 1 1 0 0,-1 0-1 0 0,0 0 1 0 0,0 0 0 0 0,0-1-1 0 0,0 1 1 0 0,0 0-1 0 0,-1 1 1 0 0,1-1 0 0 0,0 0-1 0 0,0 0 1 0 0,0 2-1 0 0,21 38-12 0 0,-2-4 50 0 0,-18-36-35 0 0,-1 0 1 0 0,1 0-1 0 0,-1 0 1 0 0,0 0-1 0 0,1 0 1 0 0,0 0-1 0 0,-1 0 1 0 0,1-1-1 0 0,0 1 1 0 0,-1 0-1 0 0,1-1 1 0 0,0 0-1 0 0,-1 1 0 0 0,1-1 1 0 0,0 0-1 0 0,0 0 1 0 0,0 0-1 0 0,-1 0 1 0 0,1 0-1 0 0,0 0 1 0 0,0-1-1 0 0,-1 1 1 0 0,1 0-1 0 0,2-2 1 0 0,48-18 22 0 0,-37 13-16 0 0,-1 1-9 0 0,6-4 1 0 0,0 2 0 0 0,0 1 0 0 0,1 0-1 0 0,0 2 1 0 0,29-5 0 0 0,-48 10-8 0 0,22 24-8 0 0,-23-10-46 0 0,1 3-1334 0 0,3-1-3263 0 0,0-6 2210 0 0</inkml:trace>
</inkml:ink>
</file>

<file path=ppt/ink/ink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7:40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49 240 10089 0 0,'0'-6'15'0'0,"0"1"1"0"0,0-1-1 0 0,-1 0 0 0 0,0 1 1 0 0,1-1-1 0 0,-2 1 1 0 0,1-1-1 0 0,-1 1 0 0 0,0 0 1 0 0,0-1-1 0 0,0 1 0 0 0,-1 0 1 0 0,1 0-1 0 0,-1 1 1 0 0,-4-6-1 0 0,6 9 27 0 0,1 0-34 0 0,0 1 1 0 0,0 0 0 0 0,0 0-1 0 0,0-1 1 0 0,0 1-1 0 0,0 0 1 0 0,0 0-1 0 0,0-1 1 0 0,-1 1-1 0 0,1 0 1 0 0,0 0-1 0 0,0-1 1 0 0,0 1-1 0 0,0 0 1 0 0,0 0 0 0 0,0 0-1 0 0,-1-1 1 0 0,1 1-1 0 0,0 0 1 0 0,0 0-1 0 0,0 0 1 0 0,-1 0-1 0 0,1-1 1 0 0,0 1-1 0 0,0 0 1 0 0,0 0-1 0 0,-1 0 1 0 0,1 0-1 0 0,0 0 1 0 0,0 0 0 0 0,-1 0-1 0 0,1 0 1 0 0,0 0-1 0 0,0-1 1 0 0,-1 1-1 0 0,1 0 1 0 0,0 0-1 0 0,0 0 1 0 0,-1 0-1 0 0,1 1 1 0 0,0-1-1 0 0,0 0 1 0 0,-1 0-1 0 0,1 0 1 0 0,0 0 0 0 0,0 0-1 0 0,-1 0 1 0 0,1 0-1 0 0,0 0 1 0 0,0 0-1 0 0,0 1 1 0 0,-1-1-1 0 0,1 0 1 0 0,0 0-1 0 0,0 0 1 0 0,0 0-1 0 0,-1 1 1 0 0,1-1 0 0 0,0 0-1 0 0,0 0 1 0 0,0 0-1 0 0,0 1 1 0 0,0-1-1 0 0,0 0 1 0 0,-1 0-1 0 0,1 1 1 0 0,0-1-1 0 0,0 0 1 0 0,0 1-1 0 0,-1 0 13 0 0,0 1 0 0 0,0 0-1 0 0,0 0 1 0 0,1 0-1 0 0,-1 0 1 0 0,0-1 0 0 0,1 1-1 0 0,0 0 1 0 0,-1 0 0 0 0,1 0-1 0 0,0 0 1 0 0,0 2-1 0 0,3 22 89 0 0,1 0-1 0 0,9 25 0 0 0,6 37 85 0 0,-11-2 23 0 0,-7-49-7157 0 0,-2-39 6911 0 0,1 0-1 0 0,0 0 0 0 0,-1 0 1 0 0,1 0-1 0 0,-1 1 1 0 0,0-1-1 0 0,0 0 1 0 0,1 0-1 0 0,-1 0 1 0 0,0 1-1 0 0,0-1 1 0 0,-2-2-1 0 0,0 0-33 0 0,0-1-123 0 0,5 1-295 0 0,6-4 416 0 0,1 0 0 0 0,-1 1-1 0 0,1 0 1 0 0,1 0 0 0 0,-1 1 0 0 0,1 0 0 0 0,0 1 0 0 0,1 0-1 0 0,-1 1 1 0 0,20-6 0 0 0,49-25 125 0 0,-66 27 2 0 0,0-1-1 0 0,-1 0 0 0 0,1 0 1 0 0,-2-1-1 0 0,1-1 0 0 0,-2 0 0 0 0,12-15 1 0 0,-15 16 85 0 0,-2 1 1 0 0,1-1 0 0 0,-1-1 0 0 0,-1 1-1 0 0,0 0 1 0 0,0-1 0 0 0,-1 0-1 0 0,0 0 1 0 0,-1 0 0 0 0,-1 0-1 0 0,1-12 1 0 0,-1 17 66 0 0,-1-1 0 0 0,0 1 0 0 0,0-1 0 0 0,0 0 1 0 0,-1 1-1 0 0,0 0 0 0 0,0-1 0 0 0,-1 1 0 0 0,0 0 0 0 0,0-1 0 0 0,0 1 0 0 0,-1 0 0 0 0,-6-10 0 0 0,8 14 191 0 0,-2-1-162 0 0,3 3-229 0 0,0 0 0 0 0,0 0 0 0 0,0-1 1 0 0,0 1-1 0 0,0 0 0 0 0,0 0 0 0 0,0-1 0 0 0,0 1 0 0 0,0 0 0 0 0,0 0 1 0 0,-1 0-1 0 0,1-1 0 0 0,0 1 0 0 0,0 0 0 0 0,0 0 0 0 0,0 0 0 0 0,-1-1 1 0 0,1 1-1 0 0,0 0 0 0 0,0 0 0 0 0,0 0 0 0 0,-1 0 0 0 0,1 0 0 0 0,0-1 1 0 0,0 1-1 0 0,0 0 0 0 0,-1 0 0 0 0,1 0 0 0 0,0 0 0 0 0,0 0 1 0 0,-1 0-1 0 0,1 0 0 0 0,0 0 0 0 0,0 0 0 0 0,-1 0 0 0 0,1 0 0 0 0,0 0 1 0 0,0 0-1 0 0,-1 0 0 0 0,1 0 0 0 0,0 0 0 0 0,0 0 0 0 0,0 0 0 0 0,-1 0 1 0 0,1 0-1 0 0,0 1 0 0 0,0-1 0 0 0,-1 0 0 0 0,1 0 0 0 0,0 0 0 0 0,0 0 1 0 0,0 0-1 0 0,0 1 0 0 0,-1-1 0 0 0,1 0 0 0 0,-5 9 34 0 0,1 0-1 0 0,0 0 0 0 0,0 1 1 0 0,1-1-1 0 0,1 1 0 0 0,-1 0 1 0 0,1-1-1 0 0,1 1 1 0 0,0 0-1 0 0,0 18 0 0 0,3 9 79 0 0,12 60-1 0 0,-8-63-46 0 0,2 59-1 0 0,6-34 855 0 0,47-125-644 0 0,-60 65-297 0 0,91 9-11 0 0,-77-7 21 0 0,1 2 8 0 0,0-1 0 0 0,0 0-1 0 0,-1-1 1 0 0,1-1-1 0 0,0-1 1 0 0,0 0 0 0 0,0-1-1 0 0,0-1 1 0 0,-1 0-1 0 0,19-7 1 0 0,-33 9 34 0 0,0 0 1 0 0,0 0-1 0 0,0 0 0 0 0,0 0 1 0 0,0 0-1 0 0,0 0 0 0 0,0 0 1 0 0,0 0-1 0 0,0 0 1 0 0,-1 0-1 0 0,1 0 0 0 0,0-1 1 0 0,-1 1-1 0 0,1 0 0 0 0,-1 0 1 0 0,0-1-1 0 0,1 1 0 0 0,-1-1 1 0 0,0 1-1 0 0,0 0 0 0 0,1-1 1 0 0,-1 1-1 0 0,0 0 0 0 0,-1-1 1 0 0,1 1-1 0 0,0-1 0 0 0,0 1 1 0 0,-1 0-1 0 0,1-1 0 0 0,0 1 1 0 0,-1 0-1 0 0,1-1 0 0 0,-2-1 1 0 0,-1-12 896 0 0,3 12-581 0 0,0 4-476 0 0,1-1 98 0 0,0 0 0 0 0,0 0 1 0 0,-1 0-1 0 0,1 0 0 0 0,0 1 0 0 0,-1-1 1 0 0,1 0-1 0 0,0 1 0 0 0,-1-1 1 0 0,1 0-1 0 0,0 1 0 0 0,-1-1 1 0 0,1 1-1 0 0,-1-1 0 0 0,1 1 1 0 0,-1-1-1 0 0,1 1 0 0 0,-1 0 0 0 0,2 0 1 0 0,14 13-864 0 0,-14-12 722 0 0,33 17-2134 0 0,-10-6-2886 0 0,-9-5 1909 0 0</inkml:trace>
</inkml:ink>
</file>

<file path=ppt/ink/ink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0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29 236 0 0,'-7'-17'3260'0'0,"7"17"-3119"0"0,0-1-1 0 0,0 1 0 0 0,0-1 0 0 0,0 1 1 0 0,0-1-1 0 0,0 1 0 0 0,0-1 0 0 0,0 1 1 0 0,-1 0-1 0 0,1-1 0 0 0,0 1 0 0 0,0-1 1 0 0,0 1-1 0 0,0 0 0 0 0,-1-1 1 0 0,1 1-1 0 0,0 0 0 0 0,-1-1 0 0 0,1 1 1 0 0,0 0-1 0 0,0-1 0 0 0,-1 1 0 0 0,1 0 1 0 0,0-1-1 0 0,-1 1 0 0 0,1 0 0 0 0,-1 0 1 0 0,1 0-1 0 0,0-1 0 0 0,-1 1 1 0 0,1 0-1 0 0,-1 0 0 0 0,1 0 0 0 0,0 0 1 0 0,-1 0-1 0 0,0 0 0 0 0,-11 29 92 0 0,-14 57 0 0 0,1-1-79 0 0,17-61-76 0 0,7-18-6 0 0,-1 0 0 0 0,0 0 0 0 0,0 0 0 0 0,0 0 0 0 0,-1-1 0 0 0,-4 8 1 0 0,1 5 186 0 0,6-17-250 0 0,0 0-1 0 0,0-1 0 0 0,0 1 0 0 0,0 0 0 0 0,0 0 0 0 0,0 0 0 0 0,0 0 0 0 0,-1 0 1 0 0,1 0-1 0 0,0-1 0 0 0,-1 1 0 0 0,1 0 0 0 0,0 0 0 0 0,-1 0 0 0 0,1-1 0 0 0,-1 1 1 0 0,1 0-1 0 0,-1-1 0 0 0,0 2 0 0 0,0-2 14 0 0,0 1 0 0 0,0 0 0 0 0,0-1 0 0 0,0 1 1 0 0,0 0-1 0 0,0 0 0 0 0,0-1 0 0 0,0 1 0 0 0,1 0 0 0 0,-1 0 0 0 0,0 0 1 0 0,1 0-1 0 0,-1 0 0 0 0,1 0 0 0 0,-1 0 0 0 0,1 0 0 0 0,-1 0 0 0 0,1 0 0 0 0,0 1 1 0 0,0-1-1 0 0,-1 1 0 0 0,2-1-11 0 0,-1-1 0 0 0,1 1 1 0 0,-1 0-1 0 0,1-1 0 0 0,-1 1 0 0 0,1-1 1 0 0,0 1-1 0 0,-1-1 0 0 0,1 1 0 0 0,0-1 1 0 0,-1 0-1 0 0,1 1 0 0 0,0-1 1 0 0,-1 0-1 0 0,1 1 0 0 0,0-1 0 0 0,0 0 1 0 0,-1 0-1 0 0,1 0 0 0 0,0 0 0 0 0,0 0 1 0 0,1 0-1 0 0,60-2 61 0 0,-51 0-89 0 0,9 2-384 0 0,1 1 0 0 0,24 5 1 0 0,24 0-5378 0 0,-55-6 3502 0 0</inkml:trace>
</inkml:ink>
</file>

<file path=ppt/ink/ink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0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12 452 0 0,'-2'-3'769'0'0,"-5"-6"65"0"0,2 11 1273 0 0,1 22 2579 0 0,0 6-4781 0 0,4-27 74 0 0,0 1 1 0 0,0-1-1 0 0,0 0 0 0 0,0 1 1 0 0,1-1-1 0 0,-1 0 1 0 0,1 0-1 0 0,0 1 0 0 0,1 2 1 0 0,-2-4-319 0 0,4 5-373 0 0</inkml:trace>
</inkml:ink>
</file>

<file path=ppt/ink/ink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1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78 88 0 0,'-8'-65'4494'0'0,"8"63"-4219"0"0,-1-3 322 0 0,0 0-3481 0 0</inkml:trace>
</inkml:ink>
</file>

<file path=ppt/ink/ink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1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61 348 0 0,'6'43'3009'0'0,"-6"-41"-2747"0"0,0-2-223 0 0,0 0 0 0 0,0 0 0 0 0,0 1 0 0 0,0-1 0 0 0,0 0 0 0 0,1 0 0 0 0,-1 1 0 0 0,0-1-1 0 0,0 0 1 0 0,0 0 0 0 0,0 0 0 0 0,0 1 0 0 0,0-1 0 0 0,0 0 0 0 0,1 0 0 0 0,-1 0 0 0 0,0 0 0 0 0,0 0 0 0 0,0 1 0 0 0,0-1 0 0 0,1 0 0 0 0,-1 0 0 0 0,0 0 0 0 0,0 0 0 0 0,0 0-1 0 0,1 0 1 0 0,-1 0 0 0 0,0 0 0 0 0,0 0 0 0 0,0 1 0 0 0,1-1 0 0 0,-1 0 0 0 0,0 0 0 0 0,0 0 0 0 0,1 0 0 0 0,-1 0 0 0 0,0 0 0 0 0,0-1 0 0 0,0 1 0 0 0,1 0 0 0 0,-1 0 0 0 0,0 0-1 0 0,0 0 1 0 0,0 0 0 0 0,1 0 0 0 0,-1 0 0 0 0,0 0 0 0 0,0 0 0 0 0,0-1 0 0 0,1 1 0 0 0,-1 0 0 0 0,0 0 0 0 0,0 0 0 0 0,73-51 1012 0 0,-72 50-1013 0 0,1 1-32 0 0,-1-1-1 0 0,0 1 0 0 0,1-1 0 0 0,-1 1 1 0 0,1-1-1 0 0,-1 1 0 0 0,1 0 1 0 0,-1 0-1 0 0,1-1 0 0 0,-1 1 1 0 0,1 0-1 0 0,-1 0 0 0 0,1 1 0 0 0,-1-1 1 0 0,0 0-1 0 0,1 0 0 0 0,2 2 1 0 0,32 4 39 0 0,-10 2-12 0 0,0-3-1 0 0,0 0 1 0 0,1-1 0 0 0,29-1-1 0 0,-41-3-29 0 0,-1 0-1 0 0,1-1 0 0 0,0-1 0 0 0,0-1 0 0 0,-1 0 0 0 0,1-1 0 0 0,-1 0 1 0 0,25-12-1 0 0,-38 15 6 0 0,1 1 1 0 0,0-1-1 0 0,-1 0 1 0 0,1 0-1 0 0,-1 0 1 0 0,1 0-1 0 0,-1 0 1 0 0,1 0 0 0 0,-1-1-1 0 0,0 1 1 0 0,1 0-1 0 0,-1-1 1 0 0,0 1-1 0 0,0-1 1 0 0,0 1-1 0 0,0-1 1 0 0,0 0-1 0 0,0 1 1 0 0,-1-1-1 0 0,1 0 1 0 0,-1 0 0 0 0,1 1-1 0 0,-1-1 1 0 0,1 0-1 0 0,-1-3 1 0 0,0 3 121 0 0,-10-3 38 0 0,10 4-141 0 0,-1 1-1 0 0,0-1 1 0 0,0 0-1 0 0,0 1 1 0 0,0-1-1 0 0,1 1 1 0 0,-1-1-1 0 0,0 1 1 0 0,0-1-1 0 0,0 1 1 0 0,0 0-1 0 0,0-1 1 0 0,0 1-1 0 0,0 0 1 0 0,0 0-1 0 0,0 0 1 0 0,-2 0-1 0 0,-16 3 192 0 0,15 2-11 0 0,27 10 91 0 0,9 5-298 0 0,-22-10-6 0 0,-1 0 1 0 0,0 0 0 0 0,-1 1-1 0 0,0 0 1 0 0,0 0 0 0 0,-1 1-1 0 0,-1 0 1 0 0,0 0 0 0 0,-1 1-1 0 0,0 0 1 0 0,3 13 0 0 0,-5-15 27 0 0,-1 1 1 0 0,1-1 0 0 0,-2 1 0 0 0,0-1-1 0 0,0 1 1 0 0,-1 0 0 0 0,-1 0 0 0 0,0-1 0 0 0,0 1-1 0 0,-1-1 1 0 0,0 1 0 0 0,-1-1 0 0 0,-5 13-1 0 0,6-21 71 0 0,0 0-1 0 0,0 0 1 0 0,0 0-1 0 0,0 0 0 0 0,0 0 1 0 0,0 0-1 0 0,-1-1 0 0 0,0 1 1 0 0,1-1-1 0 0,-5 3 1 0 0,5-4 69 0 0,0-2-99 0 0,-1 1 1 0 0,1-1 0 0 0,-1 0 0 0 0,1-1 0 0 0,0 1 0 0 0,-1 0-1 0 0,1-1 1 0 0,0 1 0 0 0,0-1 0 0 0,0 0 0 0 0,-3-2 0 0 0,4 0-43 0 0,0-1 1 0 0,0 1-1 0 0,0 0 1 0 0,1-1-1 0 0,-1 1 0 0 0,1 0 1 0 0,0-1-1 0 0,0 1 1 0 0,1-1-1 0 0,-1 1 1 0 0,1 0-1 0 0,0-1 1 0 0,0 1-1 0 0,0 0 1 0 0,1 0-1 0 0,0 0 1 0 0,-1 0-1 0 0,1 0 1 0 0,3-4-1 0 0,25-31-1533 0 0,5 7-3762 0 0,-20 23 2629 0 0</inkml:trace>
</inkml:ink>
</file>

<file path=ppt/ink/ink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2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26 212 0 0,'0'0'3784'0'0,"1"-12"-2911"0"0,4 11 2567 0 0,3 3-3354 0 0,1 0 0 0 0,-1-1-1 0 0,0 0 1 0 0,1 0-1 0 0,-1-1 1 0 0,1 0-1 0 0,-1-1 1 0 0,1 0-1 0 0,-1 0 1 0 0,0-1 0 0 0,10-3-1 0 0,-8 3-39 0 0,0-1 0 0 0,0 1 0 0 0,0 1 0 0 0,0 0 0 0 0,0 0 0 0 0,1 1 0 0 0,-1 1 0 0 0,0-1 0 0 0,18 5 0 0 0,-26-4-24 0 0,-2-2-21 0 0,1 1 1 0 0,-1 0-1 0 0,0 0 0 0 0,1 0 0 0 0,-1 0 0 0 0,1 0 1 0 0,-1 0-1 0 0,0 0 0 0 0,1 0 0 0 0,-1 0 0 0 0,1 0 0 0 0,-1 0 1 0 0,0 1-1 0 0,1-1 0 0 0,-1 0 0 0 0,1 0 0 0 0,-1 0 1 0 0,0 0-1 0 0,1 1 0 0 0,-1-1 0 0 0,0 0 0 0 0,1 0 0 0 0,-1 1 1 0 0,0-1-1 0 0,1 0 0 0 0,-1 1 0 0 0,0-1 0 0 0,0 0 1 0 0,1 1-1 0 0,-1-1 0 0 0,0 0 0 0 0,0 1 0 0 0,0-1 0 0 0,1 1 1 0 0,-7 13 39 0 0,-20 11-41 0 0,13-16-315 0 0,-24 13-878 0 0,7-16-3381 0 0,8-6 2423 0 0</inkml:trace>
</inkml:ink>
</file>

<file path=ppt/ink/ink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2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57 212 0 0,'3'-8'1284'0'0,"3"-6"-180"0"0,6 0-644 0 0,-6 9-36 0 0,0 0 296 0 0,5-4-168 0 0,3 7-208 0 0,13 6-632 0 0,-18-1-516 0 0,9 2-2156 0 0</inkml:trace>
</inkml:ink>
</file>

<file path=ppt/ink/ink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2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6 708 0 0,'0'0'1005'0'0,"8"-5"5575"0"0,2 29-6022 0 0,-1 0 0 0 0,0 1 0 0 0,-2-1 0 0 0,6 45 0 0 0,-4-25-206 0 0,-6-23-466 0 0,0 1 0 0 0,0 41 1 0 0,-8-55-688 0 0,-21-25-7656 0 0</inkml:trace>
</inkml:ink>
</file>

<file path=ppt/ink/ink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3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1 271 268 0 0,'75'-12'1517'0'0,"-28"4"-905"0"0,60-16-1 0 0,-92 20-472 0 0,0-2 1 0 0,0 1-1 0 0,-1-2 1 0 0,0 0-1 0 0,0-1 1 0 0,0-1-1 0 0,22-18 1 0 0,-31 21 47 0 0,0 0 0 0 0,-1-1 1 0 0,1 1-1 0 0,-1-1 0 0 0,0 0 1 0 0,-1 0-1 0 0,0 0 0 0 0,0-1 1 0 0,-1 1-1 0 0,0-1 0 0 0,0 0 0 0 0,0 1 1 0 0,-1-1-1 0 0,0 0 0 0 0,-1 0 1 0 0,0 0-1 0 0,-1-13 0 0 0,0 19 68 0 0,1-5 14 0 0,0 7-227 0 0,0 0 1 0 0,0 1-1 0 0,0-1 1 0 0,0 0-1 0 0,0 0 1 0 0,0 0-1 0 0,0 0 0 0 0,0 0 1 0 0,0 0-1 0 0,0 0 1 0 0,0 0-1 0 0,0 0 1 0 0,-1 0-1 0 0,1 0 1 0 0,0 0-1 0 0,0 0 1 0 0,0 0-1 0 0,0 0 1 0 0,0 0-1 0 0,0-1 1 0 0,0 1-1 0 0,0 0 1 0 0,0 0-1 0 0,0 0 0 0 0,0 0 1 0 0,0 0-1 0 0,0 0 1 0 0,0 0-1 0 0,0 0 1 0 0,-1 0-1 0 0,1 0 1 0 0,0 0-1 0 0,0 0 1 0 0,0 0-1 0 0,0 0 1 0 0,0 0-1 0 0,0 0 1 0 0,0 0-1 0 0,0-1 1 0 0,-6 18 9 0 0,1 1 0 0 0,1-1 0 0 0,0 1 0 0 0,2-1 0 0 0,0 1 0 0 0,0 21 0 0 0,2-6 23 0 0,2 0 0 0 0,9 56 1 0 0,-2-40 54 0 0,-8-48 286 0 0,4-4-395 0 0,0 0 0 0 0,1-1 0 0 0,-1 0 0 0 0,0 0 0 0 0,-1 0 0 0 0,1 0-1 0 0,-1-1 1 0 0,0 1 0 0 0,4-7 0 0 0,16-15 4 0 0,-22 24-22 0 0,0 0-1 0 0,0-1 0 0 0,0 1 0 0 0,0 0 0 0 0,1 0 1 0 0,-1 1-1 0 0,1-1 0 0 0,0 0 0 0 0,-1 1 0 0 0,1 0 1 0 0,0 0-1 0 0,0-1 0 0 0,5 0 0 0 0,-3 2-2 0 0,0 1-1 0 0,-1-1 0 0 0,1 1 1 0 0,0 0-1 0 0,-1 0 1 0 0,1 0-1 0 0,7 4 1 0 0,12 4-7 0 0,-12-6 19 0 0,-4 0-9 0 0,1 0 0 0 0,0-1 0 0 0,0 0-1 0 0,-1 0 1 0 0,1-1 0 0 0,0 0 0 0 0,0-1 0 0 0,0 0 0 0 0,0 0 0 0 0,11-2 0 0 0,-18 1 76 0 0,0 1 1 0 0,0 0-1 0 0,0-1 1 0 0,0 1 0 0 0,0-1-1 0 0,0 0 1 0 0,-1 0-1 0 0,1 0 1 0 0,0 0-1 0 0,0 0 1 0 0,-1 0-1 0 0,1 0 1 0 0,0 0 0 0 0,-1-1-1 0 0,1 1 1 0 0,-1 0-1 0 0,0-1 1 0 0,0 1-1 0 0,1-1 1 0 0,-1 0 0 0 0,0 0-1 0 0,0 1 1 0 0,1-4-1 0 0,-1 3 3 0 0,14-1 78 0 0,26 16-1293 0 0,-10-3-2674 0 0,-18-6 832 0 0,4 0-57 0 0</inkml:trace>
</inkml:ink>
</file>

<file path=ppt/ink/ink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4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93 588 0 0,'13'-35'4614'0'0,"-13"32"-4472"0"0,-1 1-1 0 0,1-1 0 0 0,-1 0 0 0 0,0 1 0 0 0,0-1 0 0 0,0 1 0 0 0,-1-1 0 0 0,1 1 0 0 0,0 0 0 0 0,-1-1 0 0 0,0 1 0 0 0,1 0 0 0 0,-1 0 0 0 0,0 0 0 0 0,0 0 0 0 0,0 0 0 0 0,-1 1 0 0 0,1-1 0 0 0,0 1 0 0 0,0-1 0 0 0,-1 1 0 0 0,1 0 0 0 0,-1 0 0 0 0,1 0 0 0 0,-1 0 0 0 0,0 0 0 0 0,1 1 0 0 0,-1-1 1 0 0,0 1-1 0 0,-2 0 0 0 0,-2-2-12 0 0,1 1 0 0 0,0 1 1 0 0,-1-1-1 0 0,1 1 0 0 0,0 0 1 0 0,-1 1-1 0 0,1-1 1 0 0,0 1-1 0 0,-1 0 0 0 0,1 1 1 0 0,0 0-1 0 0,-11 4 0 0 0,15-4-104 0 0,0 0 0 0 0,0 0 0 0 0,0 0 0 0 0,0 0 0 0 0,0 1 0 0 0,0-1-1 0 0,1 0 1 0 0,0 1 0 0 0,-1-1 0 0 0,1 1 0 0 0,0-1 0 0 0,0 1 0 0 0,0 0-1 0 0,1 0 1 0 0,-1-1 0 0 0,0 1 0 0 0,1 0 0 0 0,0 0 0 0 0,0 0 0 0 0,0-1 0 0 0,0 1-1 0 0,0 0 1 0 0,1 0 0 0 0,-1 0 0 0 0,1-1 0 0 0,-1 1 0 0 0,1 0 0 0 0,2 4-1 0 0,3 10 28 0 0,0-1 0 0 0,1 0 0 0 0,11 18-1 0 0,-12-24-27 0 0,-1 0 0 0 0,1 1 0 0 0,-1 0 0 0 0,-1 0-1 0 0,0 0 1 0 0,-1 1 0 0 0,0-1 0 0 0,2 19-1 0 0,-6-29-19 0 0,1 1-1 0 0,-1 0 0 0 0,1 0 0 0 0,-1 0 0 0 0,1-1 1 0 0,-1 1-1 0 0,0 0 0 0 0,0-1 0 0 0,0 1 0 0 0,0 0 0 0 0,0-1 1 0 0,0 1-1 0 0,0-1 0 0 0,-1 0 0 0 0,1 1 0 0 0,0-1 0 0 0,-1 0 1 0 0,1 0-1 0 0,-1 0 0 0 0,1 0 0 0 0,-1 0 0 0 0,0 0 1 0 0,1 0-1 0 0,-1-1 0 0 0,0 1 0 0 0,0 0 0 0 0,1-1 0 0 0,-1 0 1 0 0,0 1-1 0 0,0-1 0 0 0,0 0 0 0 0,-2 0 0 0 0,-5 1 5 0 0,-1 0-1 0 0,1-1 1 0 0,0 0-1 0 0,-19-3 0 0 0,24 3-122 0 0,-1-1-1 0 0,0 0 0 0 0,1 0 1 0 0,-1 0-1 0 0,1-1 0 0 0,-1 0 0 0 0,1 1 1 0 0,0-2-1 0 0,-1 1 0 0 0,1 0 0 0 0,-6-5 1 0 0,9 5-857 0 0,5-11-4058 0 0</inkml:trace>
</inkml:ink>
</file>

<file path=ppt/ink/ink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8:05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0 356 76 0 0,'0'0'538'0'0,"18"-5"928"0"0,-5 2-892 0 0,0 2-211 0 0,0-2 1 0 0,0 0 0 0 0,0 0 0 0 0,-1-1-1 0 0,1 0 1 0 0,-1-1 0 0 0,0-1 0 0 0,-1 0-1 0 0,15-10 1 0 0,-23 14-223 0 0,0-1 0 0 0,0-1 0 0 0,-1 1 1 0 0,1 0-1 0 0,-1-1 0 0 0,1 1 0 0 0,-1-1 0 0 0,0 1 0 0 0,-1-1 0 0 0,1 0 0 0 0,1-6 0 0 0,-3 9 294 0 0,-5-5-277 0 0,5 6-151 0 0,0 0 1 0 0,0-1 0 0 0,0 1 0 0 0,0 0 0 0 0,0-1-1 0 0,0 1 1 0 0,-1 0 0 0 0,1-1 0 0 0,0 1 0 0 0,0 0-1 0 0,0 0 1 0 0,-1-1 0 0 0,1 1 0 0 0,0 0 0 0 0,0-1-1 0 0,-1 1 1 0 0,1 0 0 0 0,0 0 0 0 0,0 0 0 0 0,-1-1-1 0 0,1 1 1 0 0,0 0 0 0 0,-1 0 0 0 0,1 0 0 0 0,0 0-1 0 0,-1 0 1 0 0,1 0 0 0 0,0 0 0 0 0,-1-1 0 0 0,1 1-1 0 0,0 0 1 0 0,-1 0 0 0 0,1 0 0 0 0,0 0 0 0 0,-1 0-1 0 0,1 1 1 0 0,0-1 0 0 0,-1 0 0 0 0,-2 0 5 0 0,0 1 1 0 0,0 0-1 0 0,1 0 0 0 0,-1 0 1 0 0,0 0-1 0 0,1 0 1 0 0,-1 1-1 0 0,1-1 1 0 0,-1 1-1 0 0,1 0 0 0 0,0-1 1 0 0,0 1-1 0 0,-1 0 1 0 0,1 0-1 0 0,1 1 0 0 0,-1-1 1 0 0,0 0-1 0 0,0 1 1 0 0,1-1-1 0 0,0 1 0 0 0,-1-1 1 0 0,1 1-1 0 0,0 0 1 0 0,0-1-1 0 0,0 1 1 0 0,1 0-1 0 0,-1 0 0 0 0,1 0 1 0 0,-1-1-1 0 0,1 1 1 0 0,0 0-1 0 0,1 3 0 0 0,-1-2-7 0 0,0 0-1 0 0,1 0 1 0 0,0 0-1 0 0,0 0 1 0 0,0 0-1 0 0,0-1 1 0 0,1 1-1 0 0,-1 0 0 0 0,1-1 1 0 0,0 1-1 0 0,0-1 1 0 0,0 0-1 0 0,1 0 1 0 0,-1 0-1 0 0,1 0 1 0 0,0 0-1 0 0,0 0 0 0 0,0-1 1 0 0,0 1-1 0 0,0-1 1 0 0,0 0-1 0 0,1 0 1 0 0,-1 0-1 0 0,6 2 1 0 0,2 0-7 0 0,1-1 1 0 0,0 0 0 0 0,0-1 0 0 0,0 0 0 0 0,0-1-1 0 0,0 0 1 0 0,0-1 0 0 0,0 0 0 0 0,1-1 0 0 0,-1 0 0 0 0,0-1-1 0 0,0-1 1 0 0,0 0 0 0 0,-1 0 0 0 0,1-1 0 0 0,11-6 0 0 0,-11 4-1 0 0,1 0 1 0 0,-1-1-1 0 0,0-1 1 0 0,-1 0 0 0 0,0 0-1 0 0,0-1 1 0 0,-1-1 0 0 0,0 0-1 0 0,-1 0 1 0 0,0 0 0 0 0,0-2-1 0 0,-1 1 1 0 0,12-24 0 0 0,-15 24 86 0 0,0 0 0 0 0,0-1 1 0 0,-1 0-1 0 0,-1 0 0 0 0,0 0 1 0 0,2-14-1 0 0,-5 20-43 0 0,0 0 1 0 0,0 0-1 0 0,0 0 0 0 0,-1 0 1 0 0,1 0-1 0 0,-1 0 0 0 0,-1 0 1 0 0,1 0-1 0 0,-1 0 1 0 0,0 1-1 0 0,0-1 0 0 0,-1 1 1 0 0,0 0-1 0 0,-6-9 0 0 0,9 12 121 0 0,-21 3 33 0 0,13 9-174 0 0,0 0-1 0 0,0 1 1 0 0,1 0-1 0 0,0 0 1 0 0,1 1 0 0 0,0-1-1 0 0,1 1 1 0 0,0 1-1 0 0,1-1 1 0 0,1 1 0 0 0,-3 16-1 0 0,4-22-12 0 0,1 0 1 0 0,0 0-1 0 0,0-1 0 0 0,0 1 0 0 0,1 0 0 0 0,0 0 0 0 0,1 0 1 0 0,0 0-1 0 0,0 0 0 0 0,0 0 0 0 0,1 0 0 0 0,0 0 0 0 0,0-1 1 0 0,1 1-1 0 0,-1-1 0 0 0,1 1 0 0 0,1-1 0 0 0,-1 0 1 0 0,1 0-1 0 0,1-1 0 0 0,-1 1 0 0 0,1-1 0 0 0,6 6 0 0 0,-5-7-11 0 0,1-1 0 0 0,-1 0-1 0 0,1 0 1 0 0,0-1-1 0 0,0 0 1 0 0,0 0 0 0 0,0-1-1 0 0,0 0 1 0 0,0 0-1 0 0,0 0 1 0 0,0-1-1 0 0,1 0 1 0 0,-1 0 0 0 0,0-1-1 0 0,0 0 1 0 0,0-1-1 0 0,0 1 1 0 0,0-1 0 0 0,12-5-1 0 0,4-2-4 0 0,0-1 0 0 0,0 0 0 0 0,-1-2-1 0 0,31-22 1 0 0,-39 24 12 0 0,0 0-1 0 0,-1-1 0 0 0,0-1 1 0 0,0-1-1 0 0,-2 0 1 0 0,1 0-1 0 0,-2-1 1 0 0,0 0-1 0 0,0-1 1 0 0,-2 0-1 0 0,0-1 1 0 0,0 0-1 0 0,-1 0 0 0 0,-2 0 1 0 0,6-20-1 0 0,-10 31 5 0 0,-1 3-8 0 0,1 1 1 0 0,-1-1-1 0 0,1 0 1 0 0,-1 1-1 0 0,0-1 0 0 0,0 0 1 0 0,0 1-1 0 0,0-1 1 0 0,0 0-1 0 0,0 1 0 0 0,-1-1 1 0 0,1 1-1 0 0,0-1 1 0 0,-1 0-1 0 0,1 1 0 0 0,-1-1 1 0 0,0 1-1 0 0,1-1 1 0 0,-1 1-1 0 0,-2-3 0 0 0,3 4-1 0 0,0-1-1 0 0,-1 1 0 0 0,1 0 1 0 0,-1-1-1 0 0,1 1 1 0 0,-1 0-1 0 0,1 0 0 0 0,-1-1 1 0 0,1 1-1 0 0,-1 0 0 0 0,1 0 1 0 0,-1 0-1 0 0,0 0 0 0 0,1 0 1 0 0,-1 0-1 0 0,1 0 1 0 0,-1 0-1 0 0,1 0 0 0 0,-1 0 1 0 0,0 0-1 0 0,1 0 0 0 0,-1 0 1 0 0,1 0-1 0 0,-1 0 0 0 0,1 0 1 0 0,-1 1-1 0 0,1-1 0 0 0,-1 0 1 0 0,1 0-1 0 0,-1 1 1 0 0,1-1-1 0 0,-1 0 0 0 0,1 1 1 0 0,-1 0-1 0 0,-14 10 13 0 0,15-11-13 0 0,-9 10 2 0 0,1-1 1 0 0,0 2 0 0 0,1-1-1 0 0,0 1 1 0 0,0 0 0 0 0,1 0-1 0 0,1 0 1 0 0,-8 25 0 0 0,10-28-2 0 0,0 1 0 0 0,1 0 0 0 0,1 0 1 0 0,-1 0-1 0 0,1 1 0 0 0,1-1 0 0 0,0 0 0 0 0,0 0 0 0 0,1 0 1 0 0,0 0-1 0 0,1 1 0 0 0,4 12 0 0 0,-5-16 2 0 0,1-1-1 0 0,1 1 0 0 0,-1-1 1 0 0,1 0-1 0 0,0 0 1 0 0,0 0-1 0 0,0 0 1 0 0,1-1-1 0 0,0 1 0 0 0,0-1 1 0 0,0 0-1 0 0,0 0 1 0 0,1 0-1 0 0,-1-1 0 0 0,1 0 1 0 0,0 0-1 0 0,0 0 1 0 0,0 0-1 0 0,1-1 0 0 0,9 4 1 0 0,-7-4-2 0 0,0-1 0 0 0,-1 0 0 0 0,1 0 0 0 0,0 0 0 0 0,0-1 0 0 0,-1-1 0 0 0,1 1 0 0 0,0-1 0 0 0,0 0 0 0 0,-1-1 0 0 0,1 0 0 0 0,-1 0 0 0 0,1-1 0 0 0,6-3 0 0 0,1-1 10 0 0,-1 0-1 0 0,-1-1 1 0 0,0-1-1 0 0,0 0 1 0 0,15-15-1 0 0,13-30 44 0 0,-40 53 145 0 0,2-6-147 0 0,-1 5-6 0 0,-3 6 254 0 0,-2 10-282 0 0,0 0 1 0 0,1 1-1 0 0,0-1 0 0 0,2 19 0 0 0,0-32-15 0 0,28 29 114 0 0,-11-32-92 0 0,1-1 1 0 0,0-1-1 0 0,-1 0 1 0 0,1-1-1 0 0,31-14 0 0 0,18-5-8 0 0,-45 15-3 0 0,-19 7-16 0 0,1 0 0 0 0,0 0 0 0 0,0 0-1 0 0,0 0 1 0 0,1 1 0 0 0,-1 0 0 0 0,0 0 0 0 0,0 0 0 0 0,1 0 0 0 0,-1 1-1 0 0,7 0 1 0 0,-6 0-8 0 0,6 3 10 0 0,-10-2 2 0 0,0 0 0 0 0,0 1 0 0 0,0-1 0 0 0,0 0 0 0 0,0 1 0 0 0,-1-1 0 0 0,1 1 0 0 0,0-1 0 0 0,-1 1 0 0 0,1 0 0 0 0,-1-1 0 0 0,0 1-1 0 0,1 2 1 0 0,1 5 41 0 0,1-5-1 0 0,-1 0-1 0 0,1 0 1 0 0,0-1-1 0 0,0 1 1 0 0,1-1-1 0 0,-1 1 1 0 0,1-1-1 0 0,-1 0 1 0 0,1 0-1 0 0,0-1 1 0 0,0 1-1 0 0,0-1 1 0 0,1 0-1 0 0,-1 0 1 0 0,0 0-1 0 0,1-1 1 0 0,-1 1-1 0 0,1-1 1 0 0,0 0-1 0 0,-1 0 1 0 0,6 0 0 0 0,52 2-1879 0 0,-8-9-4917 0 0,-37 2 3792 0 0</inkml:trace>
</inkml:ink>
</file>

<file path=ppt/ink/ink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9:20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442 72 408 0 0,'-1'-15'2262'0'0,"4"-2"-429"0"0,-2 15-1637 0 0,0 1 1 0 0,-1-1 0 0 0,1 0-1 0 0,-1 1 1 0 0,0-1-1 0 0,1 0 1 0 0,-1 1-1 0 0,0-1 1 0 0,0 0 0 0 0,0 1-1 0 0,0-1 1 0 0,0 0-1 0 0,-1 1 1 0 0,1-1-1 0 0,0 0 1 0 0,-1 1 0 0 0,1-1-1 0 0,-1 1 1 0 0,0-1-1 0 0,1 1 1 0 0,-2-3-1 0 0,0 3-62 0 0,-59 7 387 0 0,42-2-439 0 0,0 1 0 0 0,1 1 1 0 0,0 1-1 0 0,0 0 0 0 0,-30 18 0 0 0,26-11 65 0 0,-37 30 1 0 0,-12 24 99 0 0,27-11-125 0 0,38-48-103 0 0,0 1 0 0 0,1-1 1 0 0,0 1-1 0 0,1 0 0 0 0,0 1 0 0 0,0-1 1 0 0,-2 15-1 0 0,5-19-7 0 0,0 0 0 0 0,1 1-1 0 0,-1-1 1 0 0,2 0 0 0 0,-1 0 0 0 0,1 0-1 0 0,-1 0 1 0 0,4 10 0 0 0,-3-13-8 0 0,-1 0 0 0 0,1 0 1 0 0,0 1-1 0 0,1-1 0 0 0,-1 0 0 0 0,0 0 0 0 0,1 0 0 0 0,0 0 1 0 0,0 0-1 0 0,0 0 0 0 0,0-1 0 0 0,0 1 0 0 0,0-1 0 0 0,1 1 1 0 0,-1-1-1 0 0,1 0 0 0 0,0 0 0 0 0,0 0 0 0 0,-1 0 0 0 0,1-1 1 0 0,0 1-1 0 0,1-1 0 0 0,-1 1 0 0 0,0-1 0 0 0,0 0 0 0 0,0-1 1 0 0,1 1-1 0 0,-1 0 0 0 0,1-1 0 0 0,-1 0 0 0 0,0 0 0 0 0,1 0 1 0 0,-1 0-1 0 0,0 0 0 0 0,1-1 0 0 0,3 0 0 0 0,1-1 5 0 0,0-1 0 0 0,0 0-1 0 0,0 0 1 0 0,0 0 0 0 0,-1-1-1 0 0,1 0 1 0 0,-1-1 0 0 0,0 0-1 0 0,0 0 1 0 0,-1 0-1 0 0,1-1 1 0 0,-1 0 0 0 0,7-8-1 0 0,-6 4 92 0 0,-1 0-1 0 0,0 0 0 0 0,0 0 1 0 0,0 0-1 0 0,-2-1 0 0 0,1 0 1 0 0,-1 0-1 0 0,-1-1 0 0 0,3-15 1 0 0,-6 25-45 0 0,0 1 1 0 0,1-1 0 0 0,-1 1 0 0 0,0 0-1 0 0,0-1 1 0 0,1 1 0 0 0,-1 0-1 0 0,1-1 1 0 0,0 1 0 0 0,-1 0-1 0 0,1 0 1 0 0,0 0 0 0 0,-1 0 0 0 0,1-1-1 0 0,2-1 1 0 0,-2 3-45 0 0,-1 0 0 0 0,1 0-1 0 0,-1 0 1 0 0,1 0 0 0 0,0-1 0 0 0,-1 1 0 0 0,1 0 0 0 0,-1 0-1 0 0,1 0 1 0 0,-1 0 0 0 0,1 0 0 0 0,0 0 0 0 0,-1 1 0 0 0,1-1-1 0 0,-1 0 1 0 0,1 0 0 0 0,-1 0 0 0 0,1 0 0 0 0,-1 1 0 0 0,1-1-1 0 0,0 0 1 0 0,-1 1 0 0 0,1-1 0 0 0,-1 0 0 0 0,1 1 0 0 0,34 42-568 0 0,-18-21 3 0 0,-4-8-395 0 0,1-2-1 0 0,23 19 0 0 0,10 0-4145 0 0,-31-23 2681 0 0</inkml:trace>
</inkml:ink>
</file>

<file path=ppt/ink/ink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9:20.3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264 159 648,'-1'-12'629,"-1"0"-1,0 0 1,-1 0-1,-1 1 1,0 0-1,0-1 1,-1 1-1,-1 1 1,0-1-1,0 1 1,-1 0-1,-11-13 1,16 21 126,0 3-709,0 0 1,0 0-1,0 0 0,0 0 1,0 0-1,0 0 0,1 1 0,-1-1 1,0 0-1,1 1 0,-1 0 0,-2 3 1,2-2 39,-6 8 31,1 0 0,0 1 0,0 0 0,2 0 0,-1 0 0,2 1-1,-1 0 1,2 0 0,-3 16 0,-1 0 56,-15 70 409,5 1-1,-6 127 1,17-161-389,3 29 300,13 158 1,2-21-7,-13-213-993,0 1 0,-2-1 0,0 0 0,-11 37 0,13-55 154,0 0 0,-1 0-1,1 0 1,0 0 0,-1 0-1,1-1 1,0 1-1,-1 0 1,1-1 0,-1 1-1,1-1 1,-1 1 0,0-1-1,1 0 1,-1 0-1,1 1 1,-1-1 0,-2-1-1</inkml:trace>
</inkml:ink>
</file>

<file path=ppt/ink/ink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9:20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0 866 368,'489'-189'4107,"-462"177"-3913,-5 3-60,45-18 317,-1-3 1,81-50-1,-133 71-385,0-1-1,-1-1 1,0 0 0,-1-1-1,0 0 1,-1-1-1,0 0 1,-1-1 0,-1 0-1,0 0 1,-1-1 0,7-18-1,-10 22 17,-2 0-1,0-1 0,0 1 1,-1-1-1,0 0 0,-1 0 1,-1 1-1,0-1 0,0 0 1,-1 0-1,-1 0 1,0 1-1,0-1 0,-1 1 1,-1-1-1,0 1 0,0 0 1,-7-11-1,1 5 369,-1 1 1,-1 0-1,-22-24 0,25 30-156,8 9-277,1 1 0,-1-1 0,0 0 0,0 1 0,0-1 0,0 0 0,1 1 0,-1-1 0,0 1 0,0-1 0,0 1 0,0 0 0,0-1-1,0 1 1,-1 0 0,1 0 0,0 0 0,0-1 0,0 1 0,0 0 0,0 1 0,0-1 0,0 0 0,0 0 0,0 0 0,0 1 0,0-1 0,0 0 0,0 1 0,0-1 0,0 1 0,0-1 0,0 1 0,0 0 0,0-1 0,0 1 0,1 0 0,-1-1 0,0 1 0,1 0 0,-1 0 0,0 0-1,1 0 1,-1 0 0,1 0 0,-1 0 0,0 2 0,-3 4 52,0 0 1,0 0-1,1 1 0,-4 13 0,-7 48 281,3 2 0,4 0 0,1 94 0,-2 11 222,1-37-204,-10 100 212,12-201-470,-2 0 0,-2 0 0,-1-1 0,-15 38 0,16-59 8,0-2-1006,7-7-3972,-4-11 1206,-23-16 277</inkml:trace>
</inkml:ink>
</file>

<file path=ppt/ink/ink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9:21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1 325 112,'148'-33'2901,"-54"14"-1971,11-4-105,-4 2 27,-1-5 0,152-58 0,-249 82-834,5-1 109,0 0-1,0 0 1,0-1-1,-1 0 1,1-1 0,-1 0-1,0 0 1,-1 0-1,1-1 1,-1 0-1,8-9 1,-14 14-104,0 0 0,1-1 1,-1 1-1,0 0 0,0-1 0,0 1 1,0-1-1,0 1 0,0 0 0,0-1 1,0 1-1,0 0 0,-1-1 1,1 1-1,0 0 0,-1-1 0,1 1 1,-1 0-1,0 0 0,1 0 0,-1-1 1,0 1-1,0 0 0,0 0 1,0 0-1,0 0 0,0 0 0,0 1 1,0-1-1,0 0 0,0 0 0,0 1 1,-1-1-1,1 0 0,0 1 0,0 0 1,-1-1-1,1 1 0,-2-1 1,-4-1 43,1 0 0,0 0 0,0 0 1,-1 1-1,1 0 0,-1 1 0,-6-1 1,3 3 10,1-1 1,0 2 0,-1-1-1,1 2 1,0-1 0,1 1-1,-1 0 1,0 1 0,1 0-1,0 0 1,-12 12 0,17-15-60,1 0 1,-1 0 0,1 0-1,0 0 1,0 1-1,0-1 1,0 1 0,0-1-1,0 1 1,1 0 0,-1 0-1,1 0 1,0 0-1,0 0 1,0 0 0,0 0-1,0 0 1,1 0 0,0 0-1,-1 0 1,1 1-1,0-1 1,1 0 0,-1 0-1,0 0 1,1 0 0,0 1-1,0-1 1,0 0-1,0 0 1,0 0 0,0-1-1,1 1 1,0 0 0,-1 0-1,1-1 1,0 1-1,4 3 1,5 5-38,1 0 0,0-1 0,0 0 0,1-1 0,0 0 0,1-2 0,18 9 0,-15-9-1782,-1-1 1,1 0 0,26 4-1,-29-8-845</inkml:trace>
</inkml:ink>
</file>

<file path=ppt/ink/ink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9:21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92 622 204,'0'0'2474,"-6"0"-1709,2 1-569,-1 0 1,1 0-1,-1 1 1,1 0-1,0-1 0,0 2 1,0-1-1,0 0 1,0 1-1,0 0 1,0-1-1,1 2 0,0-1 1,-1 0-1,1 1 1,0-1-1,1 1 0,-1 0 1,1 0-1,0 0 1,-4 7-1,5-8-135,1-1 0,-1 0 0,0 0 0,1 1 0,-1-1 0,1 0 0,0 1 0,0-1 0,0 0 0,0 1 0,0-1 0,0 0 0,0 1 0,1-1 0,0 0 0,-1 0 0,1 1 0,0-1 0,0 0 0,0 0 0,0 0 0,2 2 0,0 0 0,0-1 0,1 1 0,-1-1 0,1 0 0,0 0 1,0 0-1,0-1 0,0 0 0,0 1 0,7 1 0,0 0 2,1 0-1,-1-1 0,1-1 0,-1 1 1,1-2-1,0 0 0,0 0 0,14-2 1,-14-1-25,1 0 0,-1-1 0,0 0 0,0-1 0,0-1 0,0 0 0,-1 0 0,0-1 0,0-1 0,-1 0 0,1 0 0,13-13 0,-11 6-15,0 0 1,-1 0-1,-1-1 1,0-1-1,-1 0 1,-1 0 0,12-30-1,-6 5-13,-3 1 0,-1-2 0,-2 0 0,-1 0 0,-3-1 0,0-72 0,-7 86 192,-1 1 1,-1 0-1,-2 0 0,-15-46 1,18 64-21,3 9-58,-3-1-42,3 2-80,0 0 1,0 0 0,-1-1 0,1 1 0,0 0-1,0 0 1,0 0 0,-1 0 0,1-1 0,0 1-1,0 0 1,-1 0 0,1 0 0,0 0 0,0 0-1,-1 0 1,1 0 0,0 0 0,0-1 0,-1 1-1,1 0 1,0 0 0,0 0 0,-1 0 0,1 0-1,0 1 1,-1-1 0,1 0 0,0 0 0,0 0-1,-1 0 1,1 0 0,0 0 0,0 0 0,0 0-1,-1 1 1,1-1 0,0 0 0,0 0 0,-1 1-1,-14 30 88,2 1-1,1 0 0,1 1 1,2 0-1,2 1 0,0 0 0,-1 42 1,6-46-44,1 0 1,1 0 0,1 0 0,2 0 0,10 45-1,-10-63-29,0 1 0,0-1 0,1 0 0,1-1 0,0 1 0,1-1 0,0 0 0,1 0 0,0-1 0,0 1 0,1-2 0,1 1 0,-1-1 0,2 0 0,17 13 0,-23-20 0,1 0-1,-1 0 0,0 0 1,1 0-1,0-1 1,-1 0-1,1 0 0,0 0 1,0 0-1,-1-1 1,1 0-1,0 0 0,0 0 1,0-1-1,0 1 1,-1-1-1,1 0 0,0 0 1,-1-1-1,1 0 0,6-3 1,-1 0 349,0-1 1,0 0-1,-1-1 1,1 0-1,-1-1 1,-1 0-1,14-15 1,-21 22-132,10-11-1204,-14 17 558,-7 16-1226,4-5-5660,4-7 3274</inkml:trace>
</inkml:ink>
</file>

<file path=ppt/ink/ink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9:22.1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24 700,'0'0'1496,"0"-14"576,-4 4-1888</inkml:trace>
</inkml:ink>
</file>

<file path=ppt/ink/ink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9:22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1 136,'1'3'454,"0"0"0,0 0 1,0 0-1,0 0 0,0 0 0,-1 0 0,0 0 1,1 0-1,-2 5 0,-7 58 1913,1-16-945,7-48-1367,0 5 142,0 0 0,0 0-1,1 0 1,0 0 0,2 10 0,-2-15-78,-1 9-15,0-11-73,0 0 0,0 1 0,0-1 0,0 0 0,0 0 0,0 1 0,0-1 0,0 0 0,0 0 0,0 1 0,0-1 0,0 0 0,0 0 0,0 1 0,0-1 0,0 0 0,0 0 0,0 0 0,0 1 0,0-1 0,1 0 0,-1 0 0,0 0 0,0 1 0,0-1 0,0 0 0,1 0 0,-1 0 0,0 0 0,0 1 0,0-1 0,1 0 0,-1 0 0,0 0 0,0 0 0,1 0 0,-1 0 0,0 0 0,0 0 0,1 0 0,-1 0 0,0 0 0,0 0 0,1 0 0,-1 0 0,0 0 0,0 0 0,0 0 0,1 0 0,8-7 44,0 0-1,-1 0 1,0-1 0,-1 0-1,1-1 1,-1 1-1,6-13 1,10-10 68,0-3 34,-7 66-154,-12-28-25,-1 0-1,0-1 1,1 1-1,0-1 1,0 1-1,0-1 1,1 0-1,-1 0 1,0-1-1,1 0 1,0 1-1,0-1 1,0-1-1,0 1 1,0-1-1,0 0 1,0 0-1,0 0 1,0-1-1,0 0 1,1 0-1,-1 0 1,6-2-1,-5 2 84,-1 0-1,1-1 1,-1 0 0,0-1-1,0 1 1,1-1-1,-1 0 1,0 0-1,0 0 1,-1-1-1,1 0 1,0 0 0,-1 0-1,0 0 1,1-1-1,-1 1 1,-1-1-1,1 0 1,-1-1 0,1 1-1,2-6 1,-5 8 329,-1 1-365,0 1-1,0 0 1,-1-1 0,1 1 0,0 0 0,0-1 0,0 1 0,0-1 0,0 1 0,0 0 0,0-1 0,0 1-1,0-1 1,0 1 0,0 0 0,0-1 0,0 1 0,1 0 0,-1-1 0,0 1 0,0-1 0,0 1-1,0 0 1,1-1 0,-1 1 0,0 0 0,0 0 0,1-1 0,-1 1 0,0 0 0,0-1 0,1 1-1,-1 0 1,0 0 0,1 0 0,-1-1 0,0 1 0,1 0 0,-1 0 0,1 0 0,-1 0 0,0 0-1,1 0 1,-1 0 0,0 0 0,1 0 0,-1 0 0,1 0 0,-1 0 0,0 0 0,1 0 0,-1 0 0,1 0-1,-1 0 1,0 0 0,1 0 0,-1 1 0,25 17 1087,-10-7-1167,-1-3-459,-5-2 237,1-1-1,1-1 1,18 7 0,-26-10-656,1-1 0,-1 1 0,1-1 0,-1 1 0,1-1 1,-1 0-1,1 0 0,-1-1 0,1 1 0,3-2 0,7-2-2842</inkml:trace>
</inkml:ink>
</file>

<file path=ppt/ink/ink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39:22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47 10945,'-4'-2'-29,"1"2"67,0-1 0,1 0 0,-1 0 0,1 0 0,-1 0 0,1 0 0,-1 0 0,1-1 0,0 1 0,-1-1 0,1 1 0,0-1 0,0 0 0,0 0 0,1 0 0,-1 0 0,-2-4 0,9 3-22,1 1-33,0 0-1,0 0 1,1 0 0,-1 0-1,1 1 1,0 0-1,-1 1 1,1-1-1,10 2 1,69 11-761,-35-4 213,160 31-4881,-153-28 2829</inkml:trace>
</inkml:ink>
</file>

<file path=ppt/ink/ink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9:23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0 1040 0 0,'0'0'4360'0'0,"9"16"-2210"0"0,31 239 4425 0 0,-40-249-6557 0 0,0 0 0 0 0,0-1 0 0 0,-1 1 1 0 0,1 0-1 0 0,-1-1 0 0 0,0 1 0 0 0,-1-1 0 0 0,1 1 0 0 0,-1-1 0 0 0,-4 8 0 0 0,5-11-358 0 0,-2-3 152 0 0,1 1 1 0 0,-1-1-1 0 0,1 1 1 0 0,0-1-1 0 0,-1 0 0 0 0,1 0 1 0 0,0 0-1 0 0,0 0 1 0 0,-1 0-1 0 0,1 0 0 0 0,0-1 1 0 0,0 1-1 0 0,0-1 1 0 0,0 1-1 0 0,1-1 0 0 0,-1 0 1 0 0,0 0-1 0 0,1 0 1 0 0,-1 0-1 0 0,1 0 0 0 0,-2-4 1 0 0,-1 0-520 0 0,1 0 0 0 0,1 0-1 0 0,-1-1 1 0 0,1 1 0 0 0,0-1 0 0 0,0 1 0 0 0,0-8 0 0 0,-1-7-1657 0 0</inkml:trace>
</inkml:ink>
</file>

<file path=ppt/ink/ink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9:23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2416 0 0,'1'-6'92'0'0,"1"0"0"0"0,0 0 0 0 0,0 0 0 0 0,1 1 0 0 0,0-1 0 0 0,0 0 0 0 0,0 1 0 0 0,0 0 0 0 0,1 0 0 0 0,0 0 0 0 0,0 0 0 0 0,1 1 0 0 0,-1-1 0 0 0,1 1 0 0 0,0 0 0 0 0,0 1 0 0 0,0-1 0 0 0,0 1 0 0 0,1 0 0 0 0,0 0 0 0 0,-1 1 0 0 0,1-1 0 0 0,0 1 0 0 0,0 1 0 0 0,0-1 0 0 0,0 1 0 0 0,1 0 0 0 0,-1 0 0 0 0,0 1 0 0 0,0 0 0 0 0,1 0 0 0 0,-1 0 0 0 0,0 1 1 0 0,7 1-1 0 0,17 6 164 0 0,-1 1 0 0 0,0 1 0 0 0,55 27 1 0 0,-53-22-1608 0 0,1-1 1 0 0,53 15-1 0 0,-66-27-119 0 0</inkml:trace>
</inkml:ink>
</file>

<file path=ppt/ink/ink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9:24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40 212 0 0,'-19'-2'2166'0'0,"13"1"-1725"0"0,0 0-1 0 0,1 1 0 0 0,-1 0 1 0 0,0 0-1 0 0,0 0 0 0 0,1 0 1 0 0,-10 3-1 0 0,15-3-430 0 0,1 0 0 0 0,-1 0-1 0 0,0 0 1 0 0,0 0 0 0 0,0 0 0 0 0,0 1 0 0 0,0-1-1 0 0,0 0 1 0 0,0 0 0 0 0,0 0 0 0 0,0 0-1 0 0,0 0 1 0 0,0 0 0 0 0,0 0 0 0 0,0 0 0 0 0,0 1-1 0 0,0-1 1 0 0,0 0 0 0 0,0 0 0 0 0,0 0-1 0 0,0 0 1 0 0,0 0 0 0 0,0 0 0 0 0,0 0 0 0 0,0 0-1 0 0,0 1 1 0 0,0-1 0 0 0,0 0 0 0 0,0 0-1 0 0,0 0 1 0 0,-1 0 0 0 0,1 0 0 0 0,0 0 0 0 0,0 0-1 0 0,0 0 1 0 0,0 0 0 0 0,0 0 0 0 0,0 1 0 0 0,0-1-1 0 0,0 0 1 0 0,0 0 0 0 0,0 0 0 0 0,-1 0-1 0 0,1 0 1 0 0,0 0 0 0 0,0 0 0 0 0,0 0 0 0 0,0 0-1 0 0,31 0-706 0 0,-3-3-59 0 0,-2-1-1 0 0,46-13 0 0 0,2-1 2052 0 0,-73 18-877 0 0,1 0-202 0 0,0 0 0 0 0,0-1 0 0 0,0 1 0 0 0,0 0 0 0 0,0 1 0 0 0,0-1 0 0 0,0 0 0 0 0,-1 0 0 0 0,1 1 0 0 0,0-1 0 0 0,0 1 0 0 0,0 0 0 0 0,-1-1 0 0 0,4 3 0 0 0,-4-1-68 0 0,0 0 0 0 0,0 0 0 0 0,0 0-1 0 0,-1 0 1 0 0,1 0 0 0 0,-1 0-1 0 0,1 0 1 0 0,-1 0 0 0 0,0 0-1 0 0,0 0 1 0 0,0 0 0 0 0,0 0-1 0 0,0 1 1 0 0,-1 1 0 0 0,-7 76 2071 0 0,4-59-2377 0 0,2 1 0 0 0,0-1 1 0 0,3 39-1 0 0,1-24-6898 0 0,-1-26 4178 0 0</inkml:trace>
</inkml:ink>
</file>

<file path=ppt/ink/ink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9:25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92 226 12 0 0,'24'-8'1158'0'0,"1"2"-365"0"0,-1-2 0 0 0,0-1 0 0 0,0-1 1 0 0,-1-1-1 0 0,0-1 0 0 0,24-17 1 0 0,-45 28-738 0 0,0 0-1 0 0,-1-1 1 0 0,1 1 0 0 0,0-1 0 0 0,0 1 0 0 0,-1-1 0 0 0,1 0 0 0 0,-1 1 0 0 0,0-1 0 0 0,1 0 0 0 0,-1 0 0 0 0,0 0-1 0 0,0 0 1 0 0,0 0 0 0 0,0 0 0 0 0,0 0 0 0 0,-1 0 0 0 0,1-1 0 0 0,-1 1 0 0 0,1 0 0 0 0,-1 0 0 0 0,0-1 0 0 0,0 1-1 0 0,0 0 1 0 0,0 0 0 0 0,0-1 0 0 0,0 1 0 0 0,-1 0 0 0 0,1 0 0 0 0,-1-1 0 0 0,0 1 0 0 0,1 0 0 0 0,-1 0 0 0 0,0 0-1 0 0,0 0 1 0 0,0 0 0 0 0,-1 0 0 0 0,1 0 0 0 0,0 1 0 0 0,-1-1 0 0 0,-2-2 0 0 0,-1 0 22 0 0,0 1 0 0 0,-1 0 0 0 0,1 0 0 0 0,-1 0 0 0 0,0 1 0 0 0,-11-4 0 0 0,-19 0 219 0 0,-20 7 130 0 0,-6 13 49 0 0,51-11-343 0 0,1 1 1 0 0,-1 1-1 0 0,1 0 0 0 0,0 0 1 0 0,-15 12-1 0 0,22-15-110 0 0,1-1 1 0 0,-1 1-1 0 0,1 0 0 0 0,0 0 0 0 0,0 0 0 0 0,0 1 1 0 0,0-1-1 0 0,0 0 0 0 0,0 1 0 0 0,1 0 1 0 0,-1-1-1 0 0,1 1 0 0 0,-1 0 0 0 0,1-1 0 0 0,0 1 1 0 0,0 0-1 0 0,1 0 0 0 0,-1 0 0 0 0,1 0 1 0 0,-1 4-1 0 0,1-3-2 0 0,1 0 0 0 0,0 0 0 0 0,0 0 0 0 0,0-1 0 0 0,0 1 0 0 0,1-1 0 0 0,-1 1 0 0 0,1-1 0 0 0,0 1 0 0 0,0-1 0 0 0,0 0 0 0 0,1 0 0 0 0,4 6 1 0 0,5 2 15 0 0,1 0 0 0 0,0-1 0 0 0,0 0 0 0 0,1-1 0 0 0,0 0 0 0 0,18 7 0 0 0,-4-4-211 0 0,1-1 0 0 0,0-1 0 0 0,1-2 0 0 0,0-1 0 0 0,0-1-1 0 0,0-2 1 0 0,1-1 0 0 0,0-1 0 0 0,-1-2 0 0 0,1-1 0 0 0,0-1 0 0 0,-1-2 0 0 0,1-1-1 0 0,-1-1 1 0 0,-1-1 0 0 0,1-2 0 0 0,-1-2 0 0 0,51-24 0 0 0,-66 27 121 0 0,0-1 0 0 0,0 0 0 0 0,0-1 0 0 0,-1-1 0 0 0,20-20 0 0 0,-27 25 126 0 0,-1-1-1 0 0,1 0 1 0 0,-1 0 0 0 0,0 0 0 0 0,0-1 0 0 0,-1 1 0 0 0,0-1-1 0 0,-1 0 1 0 0,0 0 0 0 0,0-1 0 0 0,0 1 0 0 0,1-11 0 0 0,-4 17-34 0 0,1 0 0 0 0,-1 0 0 0 0,0 0 1 0 0,0 0-1 0 0,0 0 0 0 0,0 0 0 0 0,0 0 0 0 0,0 0 1 0 0,0-1-1 0 0,-1 1 0 0 0,1 0 0 0 0,-1 0 1 0 0,1 0-1 0 0,-1 0 0 0 0,0 0 0 0 0,0 0 1 0 0,0 1-1 0 0,0-1 0 0 0,0 0 0 0 0,0 0 1 0 0,-1 1-1 0 0,1-1 0 0 0,-2-1 0 0 0,0 1-1 0 0,1 1 0 0 0,0 0 0 0 0,-1 0 1 0 0,1 1-1 0 0,-1-1 0 0 0,1 0 0 0 0,-1 1 0 0 0,1 0 0 0 0,-1-1 0 0 0,1 1 0 0 0,-1 0 0 0 0,1 0 0 0 0,-1 1 0 0 0,0-1 0 0 0,-4 2 1 0 0,-7 1 71 0 0,1 2 1 0 0,-1-1-1 0 0,1 2 1 0 0,0 0-1 0 0,-12 8 1 0 0,20-11-85 0 0,0 0-1 0 0,0 0 1 0 0,1 0 0 0 0,-1 1 0 0 0,1 0 0 0 0,0 0 0 0 0,0 0 0 0 0,0 0-1 0 0,1 1 1 0 0,-1-1 0 0 0,1 1 0 0 0,0 0 0 0 0,0 0 0 0 0,1 0-1 0 0,0 1 1 0 0,-4 9 0 0 0,6-13-23 0 0,0-1 0 0 0,-1 0 0 0 0,1 1-1 0 0,0-1 1 0 0,0 1 0 0 0,0-1 0 0 0,0 0 0 0 0,0 1 0 0 0,0-1-1 0 0,0 0 1 0 0,1 1 0 0 0,-1-1 0 0 0,0 0 0 0 0,1 1 0 0 0,-1-1-1 0 0,1 0 1 0 0,0 0 0 0 0,-1 1 0 0 0,1-1 0 0 0,0 0-1 0 0,0 0 1 0 0,-1 0 0 0 0,1 0 0 0 0,0 0 0 0 0,0 0 0 0 0,0 0-1 0 0,0 0 1 0 0,2 1 0 0 0,0 0 3 0 0,0 0-1 0 0,1 0 1 0 0,-1 0-1 0 0,0-1 1 0 0,1 1-1 0 0,-1-1 1 0 0,1 0-1 0 0,4 1 1 0 0,1-1-39 0 0,0 0 1 0 0,1-1 0 0 0,-1 0 0 0 0,0 0 0 0 0,0-1 0 0 0,0 0 0 0 0,0-1 0 0 0,0 0 0 0 0,17-7 0 0 0,20-3-250 0 0,-44 12 256 0 0,20 30-106 0 0,-19-28 135 0 0,0 0 0 0 0,0-1-1 0 0,1 1 1 0 0,-1-1 0 0 0,0 0 0 0 0,0 0 0 0 0,1-1 0 0 0,-1 1 0 0 0,1 0 0 0 0,-1-1 0 0 0,6 0-1 0 0,1 0 3 0 0,0 0 0 0 0,0-1 0 0 0,-1-1 0 0 0,1 1 0 0 0,0-1 0 0 0,0-1-1 0 0,-1 0 1 0 0,1 0 0 0 0,-1-1 0 0 0,0 0 0 0 0,0-1 0 0 0,0 0-1 0 0,-1 0 1 0 0,0-1 0 0 0,0 0 0 0 0,0 0 0 0 0,7-9 0 0 0,5-1 1 0 0,0 0 0 0 0,35-20 0 0 0,-53 35-20 0 0,2 8 4 0 0,-3-7 10 0 0,-1 0 0 0 0,1 1 0 0 0,0-1 0 0 0,-1 1 0 0 0,1-1 0 0 0,-1 1 0 0 0,0-1 0 0 0,1 1-1 0 0,-1-1 1 0 0,1 1 0 0 0,-1-1 0 0 0,0 1 0 0 0,1 0 0 0 0,-1-1 0 0 0,0 1 0 0 0,0 0 0 0 0,0-1 0 0 0,1 1 0 0 0,-1 0 0 0 0,0-1-1 0 0,0 1 1 0 0,0 0 0 0 0,0-1 0 0 0,0 1 0 0 0,0 0 0 0 0,0-1 0 0 0,0 1 0 0 0,-1 0 0 0 0,1 0 0 0 0,-5 26 21 0 0,2 1 0 0 0,0 53 0 0 0,3-81-20 0 0,0 1-1 0 0,0-1 1 0 0,0 1-1 0 0,0-1 1 0 0,0 1-1 0 0,0-1 1 0 0,0 0-1 0 0,0 1 1 0 0,0-1-1 0 0,0 1 1 0 0,0-1 0 0 0,0 0-1 0 0,0 1 1 0 0,1-1-1 0 0,-1 0 1 0 0,0 1-1 0 0,0-1 1 0 0,0 1-1 0 0,1-1 1 0 0,-1 0-1 0 0,0 0 1 0 0,1 1-1 0 0,-1-1 1 0 0,0 0-1 0 0,0 1 1 0 0,1-1 0 0 0,-1 0-1 0 0,1 0 1 0 0,-1 0-1 0 0,0 1 1 0 0,1-1-1 0 0,-1 0 1 0 0,0 0-1 0 0,1 0 1 0 0,-1 0-1 0 0,1 0 1 0 0,-1 0-1 0 0,1 0 1 0 0,22-6 45 0 0,40-34 58 0 0,-32 20-76 0 0,-13 9-36 0 0,-9 5-5 0 0,1 0-1 0 0,0 1 1 0 0,1 0 0 0 0,-1 0 0 0 0,1 1 0 0 0,13-3 0 0 0,-22 7 1 0 0,0 1-24 0 0,-1-1 35 0 0,0 1 0 0 0,0-1 0 0 0,0 0-1 0 0,0 0 1 0 0,0 1 0 0 0,0-1 0 0 0,0 1 0 0 0,0-1-1 0 0,0 1 1 0 0,0-1 0 0 0,0 1 0 0 0,0 0 0 0 0,0-1-1 0 0,-1 1 1 0 0,1 0 0 0 0,0 0 0 0 0,-1 0-1 0 0,1-1 1 0 0,0 1 0 0 0,-1 0 0 0 0,1 0 0 0 0,-1 0-1 0 0,1 0 1 0 0,-1 0 0 0 0,0 0 0 0 0,1 0 0 0 0,-1 0-1 0 0,0 2 1 0 0,3 5 4 0 0,-1 1 0 0 0,2-1 0 0 0,-1 0-1 0 0,1 0 1 0 0,0 0 0 0 0,0 0 0 0 0,1-1 0 0 0,0 0 0 0 0,9 9-1 0 0,-11-13 3 0 0,0-1-1 0 0,0 0 0 0 0,1 0 0 0 0,-1 0 0 0 0,1 0 1 0 0,0-1-1 0 0,-1 1 0 0 0,1-1 0 0 0,0 0 0 0 0,0 0 1 0 0,0 0-1 0 0,0-1 0 0 0,0 1 0 0 0,0-1 0 0 0,0 0 1 0 0,0 0-1 0 0,0-1 0 0 0,0 1 0 0 0,0-1 0 0 0,0 0 1 0 0,5-1-1 0 0,9-3 110 0 0,0-1 1 0 0,-1 0 0 0 0,22-11-1 0 0,17-16 3716 0 0,-55 33-3456 0 0,15-4 1702 0 0,-44 32-4177 0 0,3-15-8043 0 0</inkml:trace>
</inkml:ink>
</file>

<file path=ppt/ink/ink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9:25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0 139 880 0 0,'11'-26'3736'0'0,"-1"-1"-1"0"0,11-46 1 0 0,-21 71-3684 0 0,-4-9-1438 0 0</inkml:trace>
</inkml:ink>
</file>

<file path=ppt/ink/ink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39:26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44 328 0 0,'4'44'7099'0'0,"-3"-43"-6730"0"0,33-3 997 0 0,2 1-1070 0 0,-1 1-1 0 0,1 1 0 0 0,-1 2 1 0 0,44 10-1 0 0,-19-2-161 0 0,93 6 1 0 0,-133-16-103 0 0,1-1 0 0 0,-1-1 0 0 0,1-1 0 0 0,-1 0 0 0 0,0-2 0 0 0,0 0 0 0 0,0-2 0 0 0,28-11 0 0 0,-44 15 18 0 0,-1 1 0 0 0,1-1 0 0 0,-1 0-1 0 0,1-1 1 0 0,-1 1 0 0 0,0-1-1 0 0,0 1 1 0 0,0-1 0 0 0,0 0 0 0 0,-1 0-1 0 0,1 0 1 0 0,-1 0 0 0 0,0-1-1 0 0,1 1 1 0 0,1-5 0 0 0,-4 7-30 0 0,1-1 0 0 0,-1 1-1 0 0,0 0 1 0 0,0 0 0 0 0,1-1 0 0 0,-1 1 0 0 0,0 0 0 0 0,0 0 0 0 0,0-1-1 0 0,0 1 1 0 0,-1 0 0 0 0,1 0 0 0 0,0 0 0 0 0,0-1 0 0 0,-1 1 0 0 0,1 0 0 0 0,-1 0-1 0 0,1 0 1 0 0,-1 0 0 0 0,0-2 0 0 0,-1 1-2 0 0,0 1 0 0 0,1-1-1 0 0,-1 0 1 0 0,0 1 0 0 0,0-1 0 0 0,0 1 0 0 0,0 0 0 0 0,0 0-1 0 0,0 0 1 0 0,-1 0 0 0 0,1 0 0 0 0,0 0 0 0 0,-1 0 0 0 0,-2 0-1 0 0,-1 0 10 0 0,0 0 0 0 0,0 1-1 0 0,0 0 1 0 0,0 0 0 0 0,0 0-1 0 0,-1 0 1 0 0,1 1 0 0 0,0 0-1 0 0,0 1 1 0 0,0-1 0 0 0,1 1-1 0 0,-1 0 1 0 0,0 1 0 0 0,1-1-1 0 0,-1 1 1 0 0,-9 7-1 0 0,11-8-17 0 0,1 1-1 0 0,-1-1 1 0 0,1 1-1 0 0,0 0 0 0 0,0 0 1 0 0,0 0-1 0 0,0 0 1 0 0,1 0-1 0 0,-1 1 0 0 0,1 0 1 0 0,0-1-1 0 0,0 1 1 0 0,0 0-1 0 0,1 0 0 0 0,-1 0 1 0 0,1 0-1 0 0,0 0 1 0 0,0 0-1 0 0,0 0 0 0 0,1 0 1 0 0,-1 0-1 0 0,1 1 1 0 0,0-1-1 0 0,0 0 0 0 0,1 5 1 0 0,-1-8-3 0 0,1 1 0 0 0,-1 0 0 0 0,0-1 0 0 0,1 1 0 0 0,0 0 0 0 0,-1-1-1 0 0,1 1 1 0 0,0-1 0 0 0,0 1 0 0 0,-1-1 0 0 0,1 1 0 0 0,0-1 0 0 0,1 1 0 0 0,-1-1 0 0 0,0 0 0 0 0,0 0 0 0 0,1 0 0 0 0,-1 1 0 0 0,0-1 0 0 0,1-1 0 0 0,-1 1 0 0 0,1 0-1 0 0,2 1 1 0 0,-1-1 1 0 0,0-1 0 0 0,0 1 0 0 0,0-1 0 0 0,0 0 0 0 0,0 0 0 0 0,0 0 0 0 0,1 0 0 0 0,-1-1-1 0 0,0 1 1 0 0,0-1 0 0 0,6-2 0 0 0,3-1 8 0 0,-1-1-1 0 0,1-1 1 0 0,-1 0-1 0 0,0-1 1 0 0,11-8 0 0 0,23-13 411 0 0,-44 27-106 0 0,2 3-123 0 0,3 2-107 0 0,-1 0 0 0 0,0 0 0 0 0,0 1 0 0 0,0 0 0 0 0,-1 0-1 0 0,0 0 1 0 0,1 0 0 0 0,-2 1 0 0 0,1-1 0 0 0,-1 1 0 0 0,0 0 0 0 0,0 0 0 0 0,0 1 0 0 0,-1-1 0 0 0,0 0-1 0 0,2 12 1 0 0,3 15 264 0 0,6 66-1 0 0,-13-91-299 0 0,2 27 102 0 0,-2 1 1 0 0,-2-1-1 0 0,-1 0 1 0 0,-1 0 0 0 0,-11 39-1 0 0,-56 166 383 0 0,66-227-511 0 0,-5 18 39 0 0,-1-1-1 0 0,-2-1 1 0 0,-1 0-1 0 0,-1-1 1 0 0,-2 0-1 0 0,-27 35 1 0 0,37-54-31 0 0,-1-1 0 0 0,0-1 0 0 0,0 1 0 0 0,0-1 0 0 0,-1-1 0 0 0,0 0 0 0 0,0 0 0 0 0,0 0 0 0 0,-20 7 0 0 0,22-11 13 0 0,-1 0 0 0 0,0 0-1 0 0,0-1 1 0 0,0 1 0 0 0,0-2-1 0 0,0 1 1 0 0,0-1 0 0 0,0-1 0 0 0,0 1-1 0 0,0-1 1 0 0,0-1 0 0 0,0 0-1 0 0,0 0 1 0 0,-14-5 0 0 0,17 5-12 0 0,-1 0-1 0 0,1-1 1 0 0,0 1 0 0 0,0-1-1 0 0,0 0 1 0 0,1 0 0 0 0,-1 0 0 0 0,1-1-1 0 0,-1 0 1 0 0,1 0 0 0 0,0 0-1 0 0,1 0 1 0 0,-1 0 0 0 0,1-1 0 0 0,0 0-1 0 0,0 0 1 0 0,0 0 0 0 0,0 0-1 0 0,1 0 1 0 0,0 0 0 0 0,0-1 0 0 0,1 1-1 0 0,-2-9 1 0 0,2 5-12 0 0,1-1 0 0 0,0 1-1 0 0,1-1 1 0 0,0 1 0 0 0,0 0 0 0 0,1-1 0 0 0,1 1 0 0 0,-1 0-1 0 0,1 0 1 0 0,1 0 0 0 0,0 1 0 0 0,0-1 0 0 0,10-14 0 0 0,12-13 4 0 0,1 1 1 0 0,1 2 0 0 0,2 0 0 0 0,1 3-1 0 0,2 0 1 0 0,1 2 0 0 0,66-42 0 0 0,-17 21-47 0 0,1 3 1 0 0,139-54 0 0 0,-140 67-861 0 0,2 3 0 0 0,1 5 0 0 0,176-30 0 0 0,-10 27-7942 0 0,-152 16 3732 0 0</inkml:trace>
</inkml:ink>
</file>

<file path=ppt/ink/ink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13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4 344 0 0,'0'0'538'0'0,"-17"-3"867"0"0,13 3-1291 0 0,0 1 0 0 0,-1 0 0 0 0,1 0 0 0 0,0 1 0 0 0,-1-1 0 0 0,1 1 0 0 0,0 0 1 0 0,0 0-1 0 0,0 0 0 0 0,0 0 0 0 0,1 1 0 0 0,-1-1 0 0 0,1 1 0 0 0,-1 0 0 0 0,-3 5 0 0 0,1-1-7 0 0,1 0-1 0 0,-1 1 1 0 0,1 0-1 0 0,1 0 1 0 0,-1 0-1 0 0,1 1 1 0 0,-2 9-1 0 0,-1 1 12 0 0,2 1-1 0 0,1 0 1 0 0,0 0 0 0 0,2 0-1 0 0,0 0 1 0 0,1 27 0 0 0,4-16-38 0 0,1-1 1 0 0,2 0 0 0 0,0 0-1 0 0,2 0 1 0 0,2-1-1 0 0,0 0 1 0 0,2-1-1 0 0,1 0 1 0 0,1-1-1 0 0,2-1 1 0 0,0 0 0 0 0,2-1-1 0 0,35 39 1 0 0,-6-16 20 0 0,2-2 0 0 0,1-2 1 0 0,3-2-1 0 0,1-2 0 0 0,72 38 0 0 0,-58-40 8 0 0,2-2 0 0 0,97 33 0 0 0,-116-52-55 0 0,0-2 1 0 0,1-2-1 0 0,1-2 0 0 0,68 4 0 0 0,-111-14-49 0 0,-1-1 0 0 0,1 0 0 0 0,-1 0 0 0 0,0-1 0 0 0,1-1 0 0 0,-1 1 0 0 0,0-1 0 0 0,0-1 0 0 0,10-3 0 0 0,-16 4-4 0 0,-1 1 1 0 0,1 0-1 0 0,-1-1 0 0 0,0 0 1 0 0,0 1-1 0 0,0-1 1 0 0,0 0-1 0 0,0 0 1 0 0,0 0-1 0 0,0 0 1 0 0,0-1-1 0 0,-1 1 1 0 0,1 0-1 0 0,-1-1 0 0 0,0 1 1 0 0,0-1-1 0 0,0 1 1 0 0,0-1-1 0 0,0 0 1 0 0,0 1-1 0 0,-1-1 1 0 0,1 0-1 0 0,-1 0 0 0 0,0 0 1 0 0,0 1-1 0 0,0-1 1 0 0,0 0-1 0 0,0 0 1 0 0,-1 1-1 0 0,1-1 1 0 0,-1 0-1 0 0,0 0 1 0 0,0 1-1 0 0,-2-5 0 0 0,-34-81 687 0 0,36 86-421 0 0,6 3-191 0 0,0 1-57 0 0,0 0 0 0 0,-1 0 1 0 0,1 1-1 0 0,0-1 0 0 0,-1 1 1 0 0,0 0-1 0 0,1 0 0 0 0,-1 1 1 0 0,-1-1-1 0 0,1 1 0 0 0,0 0 1 0 0,-1 0-1 0 0,0 0 0 0 0,0 1 1 0 0,0-1-1 0 0,0 1 0 0 0,-1 0 1 0 0,0-1-1 0 0,0 1 0 0 0,2 8 1 0 0,-2-6-19 0 0,0 0 1 0 0,0 0 0 0 0,-1 0 0 0 0,-1 0 0 0 0,1 0-1 0 0,-1 0 1 0 0,0 0 0 0 0,0 0 0 0 0,-1 0-1 0 0,0 0 1 0 0,0 0 0 0 0,-1 0 0 0 0,0 0 0 0 0,0 0-1 0 0,-6 10 1 0 0,4-10-184 0 0,-14 23-1222 0 0,2-16-2549 0 0,7-10 1618 0 0</inkml:trace>
</inkml:ink>
</file>

<file path=ppt/ink/ink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14.8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0 858 144 0 0,'3'0'233'0'0,"1"0"-1"0"0,-1 0 1 0 0,0 0 0 0 0,0-1-1 0 0,1 1 1 0 0,-1-1-1 0 0,0 0 1 0 0,0 0 0 0 0,0 0-1 0 0,0 0 1 0 0,0 0 0 0 0,0 0-1 0 0,0-1 1 0 0,0 0 0 0 0,0 1-1 0 0,3-4 1 0 0,50-37 891 0 0,-50 37-893 0 0,13-10-8 0 0,-1-2 0 0 0,-1 0 0 0 0,0-1 0 0 0,-2-1 0 0 0,0 0 0 0 0,-1-1 0 0 0,-1-1 0 0 0,0 0 0 0 0,-2-1 0 0 0,-1 0 0 0 0,0 0 0 0 0,-2-1 0 0 0,7-29 0 0 0,-9 23-101 0 0,-1 0 0 0 0,-2-1 1 0 0,0 1-1 0 0,-2-1 0 0 0,-2 1 0 0 0,0 0 0 0 0,-2-1 0 0 0,-2 1 0 0 0,0 0 0 0 0,-16-48 1 0 0,18 70-89 0 0,-1-9 203 0 0,-1 1-1 0 0,-1-1 1 0 0,-1 2-1 0 0,0-1 1 0 0,-11-15-1 0 0,17 28-9 0 0,-20 38-33 0 0,14-6-130 0 0,1 1 0 0 0,2 0 0 0 0,0 57 0 0 0,12 97 125 0 0,-3-121-120 0 0,33 339 310 0 0,-38-397-296 0 0,0-1 0 0 0,0 1 0 0 0,1-1 1 0 0,0 0-1 0 0,0 1 0 0 0,1-1 0 0 0,0 0 0 0 0,0 1 0 0 0,0-1 0 0 0,4 7 0 0 0,-5-11 190 0 0,23-21-74 0 0,21-29 126 0 0,-36 38-283 0 0,0 1 1 0 0,1-1-1 0 0,1 2 1 0 0,11-10-1 0 0,-19 17-36 0 0,1 0-1 0 0,0 1 1 0 0,0-1 0 0 0,-1 1 0 0 0,1-1-1 0 0,0 1 1 0 0,0 0 0 0 0,0 1 0 0 0,0-1-1 0 0,1 1 1 0 0,-1-1 0 0 0,0 1 0 0 0,7 1-1 0 0,58 13-7 0 0,-27-5-78 0 0,-12-5-111 0 0,0-1 1 0 0,1-2-1 0 0,-1-1 0 0 0,0-1 0 0 0,1-1 1 0 0,-1-2-1 0 0,39-10 0 0 0,-58 11 144 0 0,0 0 1 0 0,0-1-1 0 0,0 0 0 0 0,0-1 0 0 0,-1 0 1 0 0,0-1-1 0 0,0 0 0 0 0,0 0 1 0 0,0-1-1 0 0,-1-1 0 0 0,-1 0 1 0 0,1 0-1 0 0,-1 0 0 0 0,0-1 0 0 0,-1 0 1 0 0,0-1-1 0 0,-1 1 0 0 0,0-1 1 0 0,0-1-1 0 0,-1 1 0 0 0,7-22 0 0 0,-11 28 104 0 0,1-1-1 0 0,-2 1 1 0 0,1-1-1 0 0,0 1 1 0 0,-1-1-1 0 0,0 1 1 0 0,0-1-1 0 0,0 1 0 0 0,-1-1 1 0 0,1 1-1 0 0,-1-1 1 0 0,0 1-1 0 0,-1 0 1 0 0,1-1-1 0 0,-1 1 1 0 0,1 0-1 0 0,-1 0 0 0 0,-3-4 1 0 0,4 6-21 0 0,0 1 0 0 0,-1-1 0 0 0,1 1 0 0 0,0-1 0 0 0,-1 1 0 0 0,1 0 0 0 0,-1 0 0 0 0,1 0 0 0 0,-1 0 0 0 0,0 0 0 0 0,0 0 0 0 0,1 0 0 0 0,-1 0 0 0 0,0 1 0 0 0,0-1 0 0 0,0 1 0 0 0,-3-1 0 0 0,2 1-22 0 0,0 0-1 0 0,0 0 1 0 0,0 1 0 0 0,-1-1 0 0 0,1 1-1 0 0,0 0 1 0 0,0 0 0 0 0,0 0 0 0 0,1 0-1 0 0,-1 0 1 0 0,0 1 0 0 0,0-1 0 0 0,1 1 0 0 0,-4 2-1 0 0,1 1 8 0 0,0-1-1 0 0,1 1 0 0 0,-1-1 0 0 0,1 1 1 0 0,0 1-1 0 0,0-1 0 0 0,1 1 0 0 0,0-1 1 0 0,0 1-1 0 0,0 0 0 0 0,0 0 0 0 0,1 0 1 0 0,0 0-1 0 0,1 1 0 0 0,-2 6 0 0 0,3-10-9 0 0,-1-1 0 0 0,1 1 0 0 0,-1-1 0 0 0,1 1 0 0 0,0 0 0 0 0,0-1 0 0 0,0 1 0 0 0,0 0 0 0 0,1-1 0 0 0,-1 1 0 0 0,1-1 0 0 0,0 1 0 0 0,-1-1 0 0 0,1 1 0 0 0,0-1 0 0 0,1 1 0 0 0,-1-1 0 0 0,0 0 0 0 0,1 0 0 0 0,-1 1 0 0 0,1-1 0 0 0,-1 0 0 0 0,1 0 0 0 0,0-1 0 0 0,0 1 0 0 0,0 0 0 0 0,0-1 0 0 0,0 1 0 0 0,1-1 0 0 0,-1 1 0 0 0,0-1 0 0 0,1 0 0 0 0,-1 0 0 0 0,1 0 0 0 0,-1-1 0 0 0,1 1 0 0 0,4 0 0 0 0,-1-1 6 0 0,1 0-1 0 0,0-1 0 0 0,0 0 1 0 0,-1 0-1 0 0,1-1 0 0 0,0 0 1 0 0,-1 0-1 0 0,0 0 0 0 0,1-1 1 0 0,-1 0-1 0 0,0 0 0 0 0,0-1 1 0 0,-1 0-1 0 0,11-8 0 0 0,34-17-37 0 0,-49 28-14 0 0,12 25-19 0 0,-14-19 56 0 0,0 0 0 0 0,1-1-1 0 0,0 1 1 0 0,0 0 0 0 0,0 0 0 0 0,0 0 0 0 0,0 0 0 0 0,1-1-1 0 0,0 1 1 0 0,0 0 0 0 0,1 0 0 0 0,-1-1 0 0 0,1 1 0 0 0,0-1-1 0 0,0 1 1 0 0,4 4 0 0 0,-4-6 2 0 0,0-1-1 0 0,1 1 1 0 0,-1-1-1 0 0,1 1 1 0 0,0-1-1 0 0,0 0 1 0 0,0 0-1 0 0,0 0 1 0 0,0 0 0 0 0,0-1-1 0 0,0 1 1 0 0,1-1-1 0 0,-1 0 1 0 0,0 0-1 0 0,1 0 1 0 0,-1 0-1 0 0,1-1 1 0 0,0 1 0 0 0,-1-1-1 0 0,1 0 1 0 0,-1 0-1 0 0,7-1 1 0 0,29-5 12 0 0,-1-2 0 0 0,51-17 0 0 0,-11 3-12 0 0,-45 14-19 0 0,1-2 21 0 0,44-5-1 0 0,-70 14-7 0 0,1 0-1 0 0,-1 0 1 0 0,1 1-1 0 0,-1 0 1 0 0,1 1-1 0 0,-1 0 1 0 0,1 0-1 0 0,-1 1 0 0 0,1 0 1 0 0,12 5-1 0 0,-19-6 9 0 0,-1 0-1 0 0,1 0 0 0 0,-1-1 0 0 0,1 1 1 0 0,-1 0-1 0 0,1 1 0 0 0,-1-1 1 0 0,0 0-1 0 0,0 0 0 0 0,1 0 0 0 0,-1 1 1 0 0,0-1-1 0 0,0 1 0 0 0,0-1 1 0 0,0 1-1 0 0,-1-1 0 0 0,1 1 0 0 0,0-1 1 0 0,-1 1-1 0 0,1 0 0 0 0,-1-1 0 0 0,1 1 1 0 0,-1 0-1 0 0,0-1 0 0 0,0 1 1 0 0,1 0-1 0 0,-2 0 0 0 0,1-1 0 0 0,0 1 1 0 0,0 0-1 0 0,0 0 0 0 0,-1-1 1 0 0,1 1-1 0 0,-1 0 0 0 0,1-1 0 0 0,-1 1 1 0 0,0 0-1 0 0,0-1 0 0 0,1 1 0 0 0,-2 1 1 0 0,-6 9 18 0 0,0 1 1 0 0,0-1 0 0 0,-21 21 0 0 0,11-11-97 0 0,6-7-798 0 0,7-10-1645 0 0</inkml:trace>
</inkml:ink>
</file>

<file path=ppt/ink/ink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17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11 172 0 0,'0'0'823'0'0,"-1"-8"110"0"0,0 5-356 0 0,-2 9 2917 0 0,-17 54-2604 0 0,2 2 0 0 0,3 0 0 0 0,3 1 0 0 0,-7 97 1 0 0,3 104 541 0 0,12-224 465 0 0,5-61-1812 0 0,2-35 131 0 0,-3-1 0 0 0,-12-109 1 0 0,12 164-215 0 0,-1-1 0 0 0,1 0 0 0 0,-1 0 1 0 0,0 1-1 0 0,1-1 0 0 0,-1 1 0 0 0,0-1 1 0 0,-1 1-1 0 0,1-1 0 0 0,0 1 0 0 0,-1 0 1 0 0,1-1-1 0 0,-1 1 0 0 0,0 0 0 0 0,0 0 1 0 0,0 0-1 0 0,0 0 0 0 0,0 0 0 0 0,0 1 0 0 0,0-1 1 0 0,-4-1-1 0 0,2 2-3 0 0,1 0 1 0 0,0 0-1 0 0,-1 1 1 0 0,1-1-1 0 0,-1 1 1 0 0,1 0-1 0 0,-1 0 0 0 0,1 0 1 0 0,0 1-1 0 0,-1-1 1 0 0,1 1-1 0 0,-1 0 1 0 0,1 0-1 0 0,-6 2 0 0 0,-3 2-4 0 0,1 1-1 0 0,0 0 0 0 0,0 1 1 0 0,1 0-1 0 0,-1 0 0 0 0,2 1 0 0 0,-1 1 1 0 0,-11 12-1 0 0,17-16 3 0 0,1-1 0 0 0,-1 1 0 0 0,1 0 1 0 0,0 0-1 0 0,0 0 0 0 0,0 0 0 0 0,1 1 0 0 0,-1-1 0 0 0,1 1 1 0 0,1 0-1 0 0,-1 0 0 0 0,1-1 0 0 0,0 1 0 0 0,0 0 0 0 0,1 0 1 0 0,0 0-1 0 0,0 0 0 0 0,0 0 0 0 0,2 6 0 0 0,-1-7 7 0 0,1-1-1 0 0,-1 1 0 0 0,1 0 1 0 0,1-1-1 0 0,-1 1 1 0 0,1-1-1 0 0,-1 0 1 0 0,1 0-1 0 0,0 0 0 0 0,1 0 1 0 0,-1 0-1 0 0,1-1 1 0 0,-1 1-1 0 0,1-1 1 0 0,0 0-1 0 0,0 0 0 0 0,1-1 1 0 0,-1 1-1 0 0,1-1 1 0 0,-1 0-1 0 0,1 0 0 0 0,0 0 1 0 0,5 0-1 0 0,5 1 3 0 0,0-1 0 0 0,0 0 1 0 0,0-1-1 0 0,0-1 0 0 0,0-1 0 0 0,-1 0 0 0 0,1 0 0 0 0,0-2 0 0 0,0 0 0 0 0,-1-1 0 0 0,24-8 0 0 0,43-9-18 0 0,-72 18-3 0 0,4 3 7 0 0,1 1-11 0 0,-12-1 19 0 0,0 0 0 0 0,1 1 0 0 0,-1-1-1 0 0,1 1 1 0 0,-1 0 0 0 0,0 0 0 0 0,0 0 0 0 0,1 0 0 0 0,-1 0 0 0 0,0 0-1 0 0,0 0 1 0 0,0 1 0 0 0,0-1 0 0 0,0 1 0 0 0,0-1 0 0 0,-1 1 0 0 0,1 0-1 0 0,0 0 1 0 0,1 2 0 0 0,1 3 13 0 0,1 1 1 0 0,-1 0-1 0 0,0 0 1 0 0,-1 0-1 0 0,5 17 0 0 0,-8-23-11 0 0,1 4 726 0 0,1-36-13753 0 0</inkml:trace>
</inkml:ink>
</file>

<file path=ppt/ink/ink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17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1 258 336 0 0,'0'0'697'0'0,"37"0"2570"0"0,-20 0-2821 0 0,0-1 1 0 0,0 0 0 0 0,-1-1-1 0 0,1-1 1 0 0,0 0-1 0 0,19-8 1 0 0,-30 9-357 0 0,0 0-1 0 0,-1-1 1 0 0,1 1 0 0 0,-1-1-1 0 0,0-1 1 0 0,0 1 0 0 0,0-1-1 0 0,0 0 1 0 0,-1 0 0 0 0,1 0-1 0 0,-1-1 1 0 0,0 0 0 0 0,0 1-1 0 0,-1-1 1 0 0,1-1 0 0 0,-1 1-1 0 0,0 0 1 0 0,-1-1 0 0 0,1 0-1 0 0,2-10 1 0 0,-1-5 332 0 0,0 0-1 0 0,0-29 1 0 0,0 5 894 0 0,-4 44-928 0 0,-2 8-278 0 0,-13 61 219 0 0,-10 130 0 0 0,11 79 68 0 0,14-158-235 0 0,5 0 1 0 0,6-1 0 0 0,30 144-1 0 0,-36-241-113 0 0,-2-1 0 0 0,-1 1 0 0 0,0-1 0 0 0,-2 32-1 0 0,0-52-66 0 0,0 0 0 0 0,-1 0 0 0 0,1 0 0 0 0,0 0 0 0 0,0 0 1 0 0,0 0-1 0 0,0-1 0 0 0,0 1 0 0 0,0 0 0 0 0,0 0 0 0 0,0 0 0 0 0,0 0 0 0 0,0 0 0 0 0,0 0 0 0 0,0 0 0 0 0,-1 0 0 0 0,1 0 0 0 0,0 0 0 0 0,0-1 0 0 0,0 1 0 0 0,0 0 0 0 0,0 0 0 0 0,0 0 0 0 0,0 0 0 0 0,-1 0 0 0 0,1 0 0 0 0,0 0 0 0 0,0 0 0 0 0,0 0 0 0 0,0 0 0 0 0,0 0 0 0 0,-1 0 0 0 0,1 0 1 0 0,0 0-1 0 0,0 0 0 0 0,0 0 0 0 0,0 0 0 0 0,0 0 0 0 0,0 0 0 0 0,0 0 0 0 0,-1 0 0 0 0,1 1 0 0 0,0-1 0 0 0,0 0 0 0 0,0 0 0 0 0,0 0 0 0 0,0 0 0 0 0,0 0 0 0 0,0 0 0 0 0,0 0 0 0 0,-1 0 0 0 0,1 0 0 0 0,0 0 0 0 0,0 1 0 0 0,0-1 0 0 0,0 0 0 0 0,0 0 0 0 0,0 0 0 0 0,0 0 0 0 0,0 0 0 0 0,0 0 1 0 0,0 1-1 0 0,0-1 0 0 0,0 0 0 0 0,-11-19-440 0 0,-5-34-236 0 0,13 18 413 0 0,2 0 0 0 0,2-1 0 0 0,2 1 0 0 0,0 0 0 0 0,3 0 0 0 0,1 1 0 0 0,1-1 0 0 0,2 2 0 0 0,19-47 0 0 0,-7 35 152 0 0,1 0 0 0 0,3 1 0 0 0,1 2-1 0 0,2 0 1 0 0,2 2 0 0 0,36-36-1 0 0,-27 34 204 0 0,93-108 154 0 0,-117 129-41 0 0,0 0 1 0 0,-2-2-1 0 0,-1 0 1 0 0,0 0-1 0 0,12-36 1 0 0,-12-6 1636 0 0,-13 63-1021 0 0,-4 3-754 0 0,1 0 1 0 0,-1 0-1 0 0,1 0 1 0 0,-1 1-1 0 0,1-1 0 0 0,0 1 1 0 0,0 0-1 0 0,-1 0 0 0 0,1 0 1 0 0,1 0-1 0 0,-1 0 0 0 0,0 1 1 0 0,0-1-1 0 0,1 1 0 0 0,0 0 1 0 0,-1 0-1 0 0,1 0 1 0 0,-2 4-1 0 0,-34 60 565 0 0,25-36-396 0 0,1 1-1 0 0,1 1 1 0 0,2 0-1 0 0,1 0 1 0 0,1 1-1 0 0,3 0 1 0 0,-2 52-1 0 0,7 24 285 0 0,15 108 0 0 0,-11-168-339 0 0,-4 23-209 0 0,-1-68-204 0 0,-1 0 1 0 0,0 0-1 0 0,1 0 0 0 0,-2 0 0 0 0,1 0 1 0 0,0 0-1 0 0,-1 0 0 0 0,0-1 0 0 0,0 1 1 0 0,-1-1-1 0 0,-5 9 0 0 0,0-10-1698 0 0</inkml:trace>
</inkml:ink>
</file>

<file path=ppt/ink/ink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19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0 644 168 0 0,'34'-13'1609'0'0,"51"-11"-1"0"0,21-8 165 0 0,-62 15-996 0 0,-10 4 219 0 0,64-33 0 0 0,-88 40-858 0 0,0 0 0 0 0,-1-1 0 0 0,0-1 0 0 0,0 1 1 0 0,0-1-1 0 0,-1-1 0 0 0,0 0 0 0 0,0 0 0 0 0,-1 0 1 0 0,7-13-1 0 0,-14 21-109 0 0,1 0 0 0 0,0 0 0 0 0,0 0-1 0 0,0 0 1 0 0,-1 0 0 0 0,1-1 0 0 0,-1 1 0 0 0,1 0 0 0 0,-1 0 0 0 0,1-1 0 0 0,-1 1 0 0 0,0 0 0 0 0,0-1-1 0 0,0 1 1 0 0,1 0 0 0 0,-1-1 0 0 0,0 1 0 0 0,-1 0 0 0 0,1-1 0 0 0,0 1 0 0 0,0 0 0 0 0,0-1 0 0 0,-1 1-1 0 0,1 0 1 0 0,-1 0 0 0 0,1-1 0 0 0,-1 1 0 0 0,0 0 0 0 0,1 0 0 0 0,-1 0 0 0 0,0 0 0 0 0,0 0 0 0 0,0 0-1 0 0,1 0 1 0 0,-1 0 0 0 0,-2-1 0 0 0,1 1-6 0 0,0 0 0 0 0,1 0 0 0 0,-1 1 0 0 0,0-1 0 0 0,0 1 0 0 0,0-1 0 0 0,0 1 0 0 0,0 0 0 0 0,0 0 0 0 0,0 0 0 0 0,0 0 0 0 0,0 0 0 0 0,0 0 0 0 0,0 1 0 0 0,0-1 0 0 0,0 1 0 0 0,0-1 0 0 0,0 1-1 0 0,0 0 1 0 0,1-1 0 0 0,-1 1 0 0 0,-3 2 0 0 0,-1 1 9 0 0,1 1 0 0 0,0-1 0 0 0,0 1-1 0 0,1 0 1 0 0,-1 0 0 0 0,1 0 0 0 0,0 1-1 0 0,0 0 1 0 0,1 0 0 0 0,-1 0 0 0 0,1 0 0 0 0,1 0-1 0 0,-1 0 1 0 0,-1 8 0 0 0,3-10-15 0 0,0 0 1 0 0,0 0-1 0 0,0 1 1 0 0,1-1 0 0 0,0 0-1 0 0,0 0 1 0 0,0 1-1 0 0,0-1 1 0 0,0 0-1 0 0,1 0 1 0 0,0 1-1 0 0,0-1 1 0 0,0 0-1 0 0,0 0 1 0 0,1 0-1 0 0,0 0 1 0 0,-1 0-1 0 0,1 0 1 0 0,1-1-1 0 0,-1 1 1 0 0,1-1 0 0 0,-1 1-1 0 0,1-1 1 0 0,3 3-1 0 0,-3-3 7 0 0,0-1 0 0 0,0 0 0 0 0,0 0 0 0 0,0 0 0 0 0,1 0 0 0 0,-1-1 0 0 0,0 1 0 0 0,1-1-1 0 0,-1 0 1 0 0,1 0 0 0 0,0 0 0 0 0,-1 0 0 0 0,1-1 0 0 0,0 0 0 0 0,6 1 0 0 0,-2-2-3 0 0,-1 0 0 0 0,1 0 0 0 0,-1-1 0 0 0,0 0 0 0 0,0 0 0 0 0,0-1 1 0 0,10-5-1 0 0,7-5 7 0 0,-1-2 0 0 0,0-1 1 0 0,26-23-1 0 0,-43 34-16 0 0,78-60 31 0 0,-82 62-61 0 0,2 0 16 0 0,13 11-45 0 0,28 20 36 0 0,-38-22 13 0 0,1-1 1 0 0,0 0 0 0 0,0 0-1 0 0,0-1 1 0 0,1 0 0 0 0,-1 0-1 0 0,15 3 1 0 0,0-2 8 0 0,-1-1 1 0 0,1-2 0 0 0,-1 0-1 0 0,1-1 1 0 0,35-4-1 0 0,-49 2-7 0 0,-1 0 1 0 0,1 0-1 0 0,0-1 0 0 0,0 0 0 0 0,-1 0 0 0 0,1-1 0 0 0,-1 0 0 0 0,0-1 0 0 0,1 0 0 0 0,-2 0 1 0 0,1-1-1 0 0,-1 0 0 0 0,1 0 0 0 0,-1-1 0 0 0,-1 0 0 0 0,12-12 0 0 0,-17 16-3 0 0,1 0-1 0 0,0 0 0 0 0,-1 0 1 0 0,0-1-1 0 0,1 1 0 0 0,-1 0 1 0 0,0-1-1 0 0,0 1 1 0 0,0-1-1 0 0,-1 1 0 0 0,1-1 1 0 0,-1 0-1 0 0,1 1 0 0 0,-1-5 1 0 0,0 6-2 0 0,0 0 0 0 0,0 0 0 0 0,-1 0 0 0 0,1 0 1 0 0,0 0-1 0 0,-1 0 0 0 0,1 0 0 0 0,-1 0 0 0 0,1 0 0 0 0,-1 0 0 0 0,1 1 1 0 0,-1-1-1 0 0,0 0 0 0 0,1 0 0 0 0,-1 1 0 0 0,0-1 0 0 0,0 0 0 0 0,1 1 1 0 0,-1-1-1 0 0,0 1 0 0 0,0-1 0 0 0,0 1 0 0 0,0-1 0 0 0,-1 0 0 0 0,-1 1-2 0 0,0-1-1 0 0,1 0 0 0 0,-1 1 1 0 0,0 0-1 0 0,1 0 0 0 0,-1 0 1 0 0,0 0-1 0 0,1 0 0 0 0,-1 1 1 0 0,0-1-1 0 0,1 1 0 0 0,-1-1 1 0 0,1 1-1 0 0,-1 0 0 0 0,1 0 1 0 0,-1 0-1 0 0,1 0 0 0 0,-1 1 1 0 0,1-1-1 0 0,0 1 0 0 0,0-1 1 0 0,-3 4-1 0 0,4-4 5 0 0,-1 1 0 0 0,1-1 0 0 0,1 1-1 0 0,-1-1 1 0 0,0 1 0 0 0,0-1 0 0 0,0 1 0 0 0,1-1 0 0 0,-1 1-1 0 0,1 0 1 0 0,-1-1 0 0 0,1 1 0 0 0,0 0 0 0 0,0 0 0 0 0,0-1-1 0 0,0 1 1 0 0,0 0 0 0 0,0-1 0 0 0,0 1 0 0 0,0 0 0 0 0,1 0-1 0 0,-1-1 1 0 0,1 1 0 0 0,-1-1 0 0 0,1 1 0 0 0,-1 0 0 0 0,1-1-1 0 0,0 1 1 0 0,0-1 0 0 0,0 1 0 0 0,0-1 0 0 0,0 0-1 0 0,0 1 1 0 0,0-1 0 0 0,1 0 0 0 0,1 1 0 0 0,-1 1 9 0 0,2 1-7 0 0,0 0 0 0 0,0 0 0 0 0,0 0-1 0 0,1-1 1 0 0,-1 0 0 0 0,1 0 0 0 0,0 0-1 0 0,0-1 1 0 0,0 1 0 0 0,0-1 0 0 0,0-1-1 0 0,1 1 1 0 0,-1-1 0 0 0,1 1 0 0 0,-1-1-1 0 0,0-1 1 0 0,1 1 0 0 0,0-1 0 0 0,10-1-1 0 0,-2 0 1 0 0,0 0 0 0 0,0-1 0 0 0,0-1 0 0 0,-1 0 0 0 0,1-1 0 0 0,21-9 0 0 0,128-73 71 0 0,-146 73-122 0 0,-17 13 46 0 0,0-1-1 0 0,0 1 1 0 0,0 0-1 0 0,1-1 1 0 0,-1 1 0 0 0,0 0-1 0 0,0-1 1 0 0,1 1 0 0 0,-1 0-1 0 0,0 0 1 0 0,1-1 0 0 0,-1 1-1 0 0,0 0 1 0 0,0 0 0 0 0,1 0-1 0 0,-1 0 1 0 0,0-1-1 0 0,1 1 1 0 0,-1 0 0 0 0,1 0-1 0 0,-1 0 1 0 0,0 0 0 0 0,1 0-1 0 0,-1 0 1 0 0,0 0 0 0 0,1 0-1 0 0,-1 0 1 0 0,0 0 0 0 0,1 0-1 0 0,-1 0 1 0 0,1 0-1 0 0,-1 0 1 0 0,16 26-9 0 0,-13-21 28 0 0,0-1 0 0 0,1 1 1 0 0,-1-1-1 0 0,1 0 1 0 0,0 0-1 0 0,0 0 0 0 0,0 0 1 0 0,0-1-1 0 0,1 0 1 0 0,0 1-1 0 0,-1-2 1 0 0,1 1-1 0 0,0-1 0 0 0,0 1 1 0 0,1-1-1 0 0,-1-1 1 0 0,0 1-1 0 0,1-1 1 0 0,-1 0-1 0 0,1 0 0 0 0,-1 0 1 0 0,8-1-1 0 0,14 1 27 0 0,1-2 0 0 0,-1-1 0 0 0,34-6 0 0 0,-51 7-37 0 0,10-2 10 0 0,0-2 1 0 0,0 1-1 0 0,0-2 1 0 0,-1-1-1 0 0,0 0 0 0 0,0-2 1 0 0,23-13-1 0 0,-32 16-14 0 0,0-1 0 0 0,0-1-1 0 0,-1 1 1 0 0,0-1 0 0 0,0-1-1 0 0,-1 0 1 0 0,0 0 0 0 0,0 0-1 0 0,-1-1 1 0 0,-1 0 0 0 0,1-1-1 0 0,-2 1 1 0 0,8-19 0 0 0,-9 16 64 0 0,0 1 1 0 0,-1-1 0 0 0,0 1-1 0 0,-1-1 1 0 0,0 0-1 0 0,0-19 1 0 0,-2 26 90 0 0,-1 1 0 0 0,1-1 0 0 0,-1 1 0 0 0,0-1-1 0 0,-1 0 1 0 0,1 1 0 0 0,-1 0 0 0 0,0-1 0 0 0,0 1 0 0 0,-1 0-1 0 0,0 0 1 0 0,1 0 0 0 0,-2 1 0 0 0,1-1 0 0 0,0 1 0 0 0,-8-8 0 0 0,10 11-125 0 0,0 1 0 0 0,0 0 1 0 0,0-1-1 0 0,1 1 0 0 0,-1-1 1 0 0,0 1-1 0 0,0 0 0 0 0,0 0 1 0 0,0 0-1 0 0,0-1 0 0 0,0 1 1 0 0,0 0-1 0 0,0 0 1 0 0,1 0-1 0 0,-1 0 0 0 0,0 0 1 0 0,0 1-1 0 0,0-1 0 0 0,0 0 1 0 0,0 0-1 0 0,0 1 0 0 0,0-1 1 0 0,0 0-1 0 0,1 1 1 0 0,-1-1-1 0 0,0 1 0 0 0,0-1 1 0 0,1 1-1 0 0,-1-1 0 0 0,0 1 1 0 0,0 0-1 0 0,1-1 0 0 0,-2 2 1 0 0,-18 23 469 0 0,16-17-421 0 0,0 1 1 0 0,1-1-1 0 0,0 1 1 0 0,1-1-1 0 0,0 1 0 0 0,0 0 1 0 0,1 0-1 0 0,0 0 1 0 0,0 0-1 0 0,1 0 1 0 0,0 1-1 0 0,1-1 0 0 0,0 0 1 0 0,2 10-1 0 0,5 15 104 0 0,2-1 0 0 0,18 45 0 0 0,-15-43-34 0 0,0 0-69 0 0,16 43-3197 0 0,-28-76 2203 0 0</inkml:trace>
</inkml:ink>
</file>

<file path=ppt/ink/ink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19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90 324 0 0,'25'-8'2552'0'0,"40"-6"760"0"0,-46 11-2999 0 0,1-1 0 0 0,-1 0-1 0 0,0-2 1 0 0,0 0 0 0 0,29-15 0 0 0,-30 4-4293 0 0,-14 11 1679 0 0</inkml:trace>
</inkml:ink>
</file>

<file path=ppt/ink/ink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2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0 243 496 0 0,'5'-30'3567'0'0,"-2"28"-3370"0"0,1-1 0 0 0,-1 1 0 0 0,1-1 0 0 0,0 1 0 0 0,-1 0 1 0 0,1 0-1 0 0,0 1 0 0 0,0-1 0 0 0,0 1 0 0 0,0 0 0 0 0,1 0 0 0 0,-1 0 0 0 0,0 0 0 0 0,0 1 0 0 0,7 0 0 0 0,-3 0-42 0 0,1 1 1 0 0,-1 0-1 0 0,1 0 0 0 0,-1 1 0 0 0,0 0 0 0 0,0 1 0 0 0,15 6 0 0 0,-16-6-91 0 0,0 1-1 0 0,0-1 0 0 0,0 1 0 0 0,0 1 0 0 0,0-1 0 0 0,-1 1 0 0 0,0 0 0 0 0,0 1 0 0 0,0-1 0 0 0,-1 1 0 0 0,0 1 1 0 0,0-1-1 0 0,0 1 0 0 0,-1-1 0 0 0,0 1 0 0 0,0 0 0 0 0,-1 1 0 0 0,4 8 0 0 0,-7-11 0 0 0,0-1 0 0 0,0 1 0 0 0,-1-1 0 0 0,1 0 0 0 0,-1 1 0 0 0,0-1 0 0 0,0 0 0 0 0,0 0 0 0 0,-1 0 0 0 0,1 0-1 0 0,-1 0 1 0 0,0 0 0 0 0,0 0 0 0 0,-1 0 0 0 0,1-1 0 0 0,-1 1 0 0 0,0-1 0 0 0,0 0 0 0 0,0 0 0 0 0,0 0 0 0 0,0 0 0 0 0,-1 0 0 0 0,1-1 0 0 0,-1 1 0 0 0,0-1-1 0 0,1 0 1 0 0,-1 0 0 0 0,0 0 0 0 0,-1-1 0 0 0,1 0 0 0 0,0 1 0 0 0,0-1 0 0 0,-1-1 0 0 0,1 1 0 0 0,-8 0 0 0 0,10-1 32 0 0,-3-3 21 0 0,5 3-105 0 0,-1 0 0 0 0,0 0 1 0 0,0 0-1 0 0,0-1 0 0 0,0 1 0 0 0,0-1 1 0 0,0 1-1 0 0,0 0 0 0 0,0-1 1 0 0,1 0-1 0 0,-1 1 0 0 0,0-1 0 0 0,0 1 1 0 0,1-1-1 0 0,-1 0 0 0 0,0 0 0 0 0,1 1 1 0 0,-1-1-1 0 0,1 0 0 0 0,-1 0 0 0 0,1 0 1 0 0,-1 0-1 0 0,0-1 0 0 0,2-4 7 0 0,-1 1-1 0 0,1-1 0 0 0,0 0 1 0 0,0 1-1 0 0,1-1 1 0 0,-1 1-1 0 0,1-1 0 0 0,0 1 1 0 0,1 0-1 0 0,-1 0 1 0 0,1 0-1 0 0,0 0 0 0 0,1 0 1 0 0,-1 1-1 0 0,1-1 1 0 0,0 1-1 0 0,4-4 0 0 0,9-9 20 0 0,1 0 0 0 0,32-21 0 0 0,-36 29-36 0 0,1 0 0 0 0,0 1 0 0 0,0 1 0 0 0,1 1 0 0 0,0 0 0 0 0,0 1 0 0 0,1 1 0 0 0,20-3 1 0 0,-32 6-4 0 0,1 1 0 0 0,-1 0 0 0 0,0 1 0 0 0,1-1 0 0 0,-1 1 0 0 0,1 0 1 0 0,-1 1-1 0 0,0-1 0 0 0,0 1 0 0 0,0 0 0 0 0,0 0 0 0 0,0 0 0 0 0,0 1 0 0 0,0 0 1 0 0,-1 0-1 0 0,1 0 0 0 0,-1 1 0 0 0,0-1 0 0 0,0 1 0 0 0,0 0 0 0 0,-1 0 1 0 0,1 0-1 0 0,-1 1 0 0 0,0-1 0 0 0,0 1 0 0 0,-1 0 0 0 0,1-1 0 0 0,-1 1 1 0 0,0 1-1 0 0,0-1 0 0 0,-1 0 0 0 0,2 8 0 0 0,2 44 89 0 0,-4-55 79 0 0,1-3-164 0 0,0 0 0 0 0,0 0-1 0 0,0 0 1 0 0,0 0 0 0 0,0 0 0 0 0,0-1 0 0 0,0 1 0 0 0,0-1 0 0 0,-1 1 0 0 0,1-1-1 0 0,2-2 1 0 0,-3 3 1 0 0,38-35 19 0 0,-33 29-25 0 0,1 1 0 0 0,0-1 0 0 0,0 2 0 0 0,0-1 0 0 0,1 1 0 0 0,0 0 0 0 0,0 0 0 0 0,0 1 0 0 0,16-6 0 0 0,8 0-9 0 0,1 2-1 0 0,0 2 0 0 0,1 0 1 0 0,-1 3-1 0 0,62 0 0 0 0,-85 2 10 0 0,0 1 0 0 0,0-2 0 0 0,0 1 0 0 0,-1-1 0 0 0,1-1-1 0 0,0 0 1 0 0,-1 0 0 0 0,0-1 0 0 0,14-7 0 0 0,-22 11 3 0 0,1-1 1 0 0,-1 1-1 0 0,0-1 1 0 0,0 0-1 0 0,1 1 0 0 0,-1-1 1 0 0,0 0-1 0 0,0 0 1 0 0,0 0-1 0 0,0 0 1 0 0,0 0-1 0 0,0 0 1 0 0,0 0-1 0 0,0 0 0 0 0,0 0 1 0 0,-1 0-1 0 0,1 0 1 0 0,0-1-1 0 0,-1 1 1 0 0,1 0-1 0 0,-1 0 0 0 0,1-1 1 0 0,-1 1-1 0 0,0 0 1 0 0,1-1-1 0 0,-1 1 1 0 0,0-1-1 0 0,0 1 1 0 0,0 0-1 0 0,0-1 0 0 0,-1-2 1 0 0,1 4-1 0 0,0-1 0 0 0,0 0 0 0 0,0 1 0 0 0,0-1 0 0 0,0 0 0 0 0,0 1 0 0 0,0-1 0 0 0,0 0 0 0 0,0 1 0 0 0,-1-1 0 0 0,1 0 0 0 0,0 1 0 0 0,0-1 0 0 0,-1 1 0 0 0,1-1 0 0 0,0 0 0 0 0,-1 1 0 0 0,1-1 0 0 0,-1 1 0 0 0,1-1 0 0 0,-1 1 1 0 0,1-1-1 0 0,-1 1 0 0 0,1 0 0 0 0,-1-1 0 0 0,1 1 0 0 0,-1 0 0 0 0,0-1 0 0 0,1 1 0 0 0,-1 0 0 0 0,0 0 0 0 0,1-1 0 0 0,-1 1 0 0 0,1 0 0 0 0,-1 0 0 0 0,0 0 0 0 0,0 0 0 0 0,1 0 0 0 0,-1 0 0 0 0,0 0 0 0 0,1 0 0 0 0,-1 0 0 0 0,-1 1 0 0 0,0-2-1 0 0,0 1-1 0 0,-1 0 0 0 0,1 0 1 0 0,-1 0-1 0 0,1 0 0 0 0,-1 0 1 0 0,1 1-1 0 0,0-1 0 0 0,-1 1 1 0 0,1 0-1 0 0,0 0 1 0 0,0 0-1 0 0,-1 0 0 0 0,1 0 1 0 0,0 0-1 0 0,0 0 0 0 0,0 1 1 0 0,0-1-1 0 0,0 1 0 0 0,0-1 1 0 0,1 1-1 0 0,-1 0 0 0 0,1 0 1 0 0,-1 0-1 0 0,1 0 1 0 0,-3 3-1 0 0,-1 3 5 0 0,4-6-1 0 0,0-1 1 0 0,0 1-1 0 0,1-1 1 0 0,-1 1-1 0 0,0-1 1 0 0,1 1-1 0 0,0-1 1 0 0,-1 1-1 0 0,1 0 1 0 0,0-1-1 0 0,0 1 1 0 0,0-1-1 0 0,0 1 1 0 0,0 0-1 0 0,0-1 1 0 0,0 1-1 0 0,1-1 1 0 0,-1 1-1 0 0,1 0 1 0 0,-1-1-1 0 0,1 1 1 0 0,-1-1-1 0 0,1 1 1 0 0,0-1-1 0 0,0 0 1 0 0,0 1-1 0 0,0-1 1 0 0,0 0-1 0 0,2 3 1 0 0,0 0 4 0 0,1 0 1 0 0,-1 0 0 0 0,1 0-1 0 0,0 0 1 0 0,0 0 0 0 0,1-1-1 0 0,5 4 1 0 0,7 0-22 0 0,-1-1 0 0 0,1 0 1 0 0,0-1-1 0 0,0-1 0 0 0,1-1 0 0 0,-1 0 1 0 0,1-1-1 0 0,0-1 0 0 0,0-1 0 0 0,-1-1 1 0 0,1 0-1 0 0,23-5 0 0 0,22-7-56 0 0,-1-2 0 0 0,62-25 0 0 0,-98 31 65 0 0,128-50-52 0 0,-130 48 74 0 0,-1-1 0 0 0,0-1-1 0 0,-1-1 1 0 0,26-21 0 0 0,-45 32 68 0 0,1 0 0 0 0,-1 0-1 0 0,0-1 1 0 0,0 1 0 0 0,0 0-1 0 0,-1-1 1 0 0,4-5 0 0 0,-5 8 271 0 0,-12-2-306 0 0,10 2-47 0 0,1 1 1 0 0,-1-1-1 0 0,1 1 0 0 0,-1 0 0 0 0,1-1 0 0 0,-1 1 1 0 0,0 0-1 0 0,1 0 0 0 0,-1 0 0 0 0,1-1 0 0 0,-1 1 0 0 0,0 0 1 0 0,1 0-1 0 0,-1 0 0 0 0,0 0 0 0 0,1 0 0 0 0,-1 0 1 0 0,0 0-1 0 0,1 0 0 0 0,-1 0 0 0 0,0 1 0 0 0,1-1 1 0 0,-1 0-1 0 0,1 0 0 0 0,-1 0 0 0 0,0 1 0 0 0,0-1 1 0 0,1 1-4 0 0,-12 2 23 0 0,1 2-1 0 0,-1-1 1 0 0,1 2 0 0 0,1-1 0 0 0,-1 1-1 0 0,1 1 1 0 0,0 0 0 0 0,0 0 0 0 0,1 1-1 0 0,0 1 1 0 0,-11 13 0 0 0,20-22-20 0 0,-1 0-1 0 0,1 0 1 0 0,0 0-1 0 0,0 0 1 0 0,0 0-1 0 0,-1 1 1 0 0,1-1 0 0 0,0 0-1 0 0,0 0 1 0 0,0 0-1 0 0,-1 1 1 0 0,1-1-1 0 0,0 0 1 0 0,0 0 0 0 0,0 0-1 0 0,0 1 1 0 0,0-1-1 0 0,0 0 1 0 0,0 0 0 0 0,-1 1-1 0 0,1-1 1 0 0,0 0-1 0 0,0 0 1 0 0,0 1-1 0 0,0-1 1 0 0,0 0 0 0 0,0 1-1 0 0,0-1 1 0 0,0 0-1 0 0,0 0 1 0 0,0 1-1 0 0,1-1 1 0 0,-1 0 0 0 0,0 0-1 0 0,0 1 1 0 0,0-1-1 0 0,0 0 1 0 0,0 0 0 0 0,0 0-1 0 0,1 1 1 0 0,13 2 28 0 0,28-6-87 0 0,-34 1 30 0 0,1 1 7 0 0,-4 0 10 0 0,0 0-1 0 0,-1 0 1 0 0,1 1 0 0 0,0-1-1 0 0,0 1 1 0 0,-1 0 0 0 0,1 1-1 0 0,0-1 1 0 0,0 1 0 0 0,-1 0-1 0 0,1 0 1 0 0,-1 0 0 0 0,1 1-1 0 0,-1-1 1 0 0,1 1 0 0 0,-1 0-1 0 0,0 0 1 0 0,6 5 0 0 0,-6-5 13 0 0,1 0 1 0 0,0 0-1 0 0,-1-1 1 0 0,1 1-1 0 0,0-1 1 0 0,0 0-1 0 0,0-1 1 0 0,0 1-1 0 0,0-1 1 0 0,7 0-1 0 0,-2 1-5 0 0,1 0 1 0 0,-1-1-1 0 0,1 0 0 0 0,-1-1 1 0 0,1 1-1 0 0,-1-2 0 0 0,1 0 1 0 0,-1 0-1 0 0,0-1 0 0 0,1 0 1 0 0,-2-1-1 0 0,1 0 0 0 0,0 0 1 0 0,-1-1-1 0 0,0 0 0 0 0,0-1 1 0 0,9-7-1 0 0,18-22 31 0 0,-34 34-37 0 0,1-4-26 0 0,4 13-70 0 0,5 12 31 0 0,-8-6 53 0 0,-3-7 25 0 0,0 0 0 0 0,1 0 0 0 0,0 0-1 0 0,0-1 1 0 0,1 1 0 0 0,0-1 0 0 0,0 0 0 0 0,7 10 0 0 0,-8-13 4 0 0,0 4 2 0 0,0-6-6 0 0,0 0 0 0 0,0 0 1 0 0,1 0-1 0 0,-1 0 0 0 0,0-1 0 0 0,0 1 0 0 0,0-1 0 0 0,1 0 0 0 0,-1 1 0 0 0,0-1 0 0 0,1 0 1 0 0,-1 0-1 0 0,0 0 0 0 0,0-1 0 0 0,1 1 0 0 0,-1 0 0 0 0,4-2 0 0 0,27-13 20 0 0,-21 10-32 0 0,0 0 0 0 0,0 0 1 0 0,1 1-1 0 0,-1 0 1 0 0,1 1-1 0 0,15-1 0 0 0,-26 4 0 0 0,22 0-9 0 0,124 6 34 0 0,-146-6-11 0 0,40-8-2185 0 0,-41 7 1705 0 0,0-2 371 0 0,0-17-8958 0 0</inkml:trace>
</inkml:ink>
</file>

<file path=ppt/ink/ink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2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34 108 0 0,'12'-28'8717'0'0,"-11"28"-8823"0"0,-1-1 0 0 0,1 1 0 0 0,0-1-1 0 0,-1 1 1 0 0,1-1 0 0 0,0 1-1 0 0,-1-1 1 0 0,1 1 0 0 0,0 0-1 0 0,0-1 1 0 0,0 1 0 0 0,-1 0-1 0 0,1 0 1 0 0,0-1 0 0 0,0 1-1 0 0,0 0 1 0 0,0 0 0 0 0,-1 0-1 0 0,1 0 1 0 0,0 0 0 0 0,0 0-1 0 0,0 0 1 0 0,0 0 0 0 0,-1 1 0 0 0,1-1-1 0 0,0 0 1 0 0,0 0 0 0 0,0 1-1 0 0,-1-1 1 0 0,2 1 0 0 0,13 2-2726 0 0,-3-1 1314 0 0</inkml:trace>
  <inkml:trace contextRef="#ctx0" brushRef="#br0" timeOffset="1">85 14 3140 0 0,'30'3'-645'0'0,"-24"-3"881"0"0,0 0 1 0 0,0 0-1 0 0,0 1 1 0 0,0 0-1 0 0,-1 0 1 0 0,1 0-1 0 0,0 1 1 0 0,-1 0-1 0 0,1 0 1 0 0,-1 0-1 0 0,9 6 1 0 0,-11-6-79 0 0,0 0 1 0 0,-1 1 0 0 0,1-1-1 0 0,-1 1 1 0 0,0-1 0 0 0,0 1-1 0 0,0 0 1 0 0,0 0-1 0 0,0 0 1 0 0,-1 0 0 0 0,1 0-1 0 0,-1 0 1 0 0,0 1 0 0 0,0-1-1 0 0,0 0 1 0 0,0 1 0 0 0,0-1-1 0 0,-1 1 1 0 0,0-1 0 0 0,0 0-1 0 0,0 1 1 0 0,-1 6-1 0 0,-5 57 736 0 0,-3 0 0 0 0,-26 97 0 0 0,5-68-2661 0 0,-8-2-3283 0 0,26-67 2320 0 0</inkml:trace>
</inkml:ink>
</file>

<file path=ppt/ink/ink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5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0 427 176 0 0,'0'0'2390'0'0,"3"-5"-1922"0"0,10-10-93 0 0,1-1 1 0 0,1 2-1 0 0,0 0 1 0 0,0 0 0 0 0,2 2-1 0 0,26-17 1 0 0,40-32 330 0 0,-63 44-360 0 0,0-2 0 0 0,-1 0 0 0 0,-1-1 0 0 0,-1 0 0 0 0,26-43 0 0 0,-41 60-279 0 0,-1-1 1 0 0,0 1-1 0 0,1-1 1 0 0,-2 0-1 0 0,1 1 1 0 0,0-1-1 0 0,-1 0 1 0 0,1 0 0 0 0,-1 1-1 0 0,-1-7 1 0 0,1 2 121 0 0,0 6-64 0 0,-4-7 137 0 0,4 8-239 0 0,0 0-1 0 0,0 0 0 0 0,0 0 0 0 0,0 0 0 0 0,-1-1 1 0 0,1 1-1 0 0,-1 0 0 0 0,1 0 0 0 0,-1 0 0 0 0,1 0 1 0 0,-1 0-1 0 0,1 0 0 0 0,-1 0 0 0 0,0 0 1 0 0,1 0-1 0 0,-1 1 0 0 0,0-1 0 0 0,0 0 0 0 0,0 0 1 0 0,0 1-1 0 0,0-1 0 0 0,0 0 0 0 0,0 1 0 0 0,-2-2 1 0 0,0 3-17 0 0,-1 0 1 0 0,0 0-1 0 0,1 0 1 0 0,-1 1-1 0 0,1-1 1 0 0,-1 1 0 0 0,1 0-1 0 0,0 0 1 0 0,0 0-1 0 0,0 0 1 0 0,0 1-1 0 0,0-1 1 0 0,0 1-1 0 0,1 0 1 0 0,-1-1 0 0 0,1 1-1 0 0,0 0 1 0 0,0 1-1 0 0,0-1 1 0 0,0 0-1 0 0,0 1 1 0 0,1-1 0 0 0,-1 1-1 0 0,1-1 1 0 0,0 1-1 0 0,0-1 1 0 0,1 1-1 0 0,-1 0 1 0 0,1 0 0 0 0,-1 5-1 0 0,1-4 5 0 0,0-1 1 0 0,-1 1-1 0 0,1-1 1 0 0,1 0-1 0 0,-1 1 0 0 0,1-1 1 0 0,-1 0-1 0 0,1 0 0 0 0,1 1 1 0 0,-1-1-1 0 0,0 0 1 0 0,1 0-1 0 0,0 0 0 0 0,0 0 1 0 0,0 0-1 0 0,1-1 0 0 0,-1 1 1 0 0,1-1-1 0 0,0 0 1 0 0,0 1-1 0 0,0-1 0 0 0,0 0 1 0 0,1-1-1 0 0,-1 1 1 0 0,1 0-1 0 0,-1-1 0 0 0,9 4 1 0 0,-2-3 1 0 0,1-1 1 0 0,0 0 0 0 0,0 0 0 0 0,1-1-1 0 0,-1 0 1 0 0,0-1 0 0 0,0 0 0 0 0,0-1-1 0 0,0-1 1 0 0,0 1 0 0 0,0-2-1 0 0,21-6 1 0 0,-9 1-2 0 0,-1-2 1 0 0,1 0-1 0 0,-2-1 0 0 0,40-28 0 0 0,-50 31 6 0 0,0 1 0 0 0,1 1 0 0 0,0-1-1 0 0,1 2 1 0 0,-1 0 0 0 0,1 0 0 0 0,0 1 0 0 0,0 1 0 0 0,21-4 0 0 0,-12 6 37 0 0,0 0-1 0 0,0 1 1 0 0,0 1 0 0 0,-1 1 0 0 0,27 5 0 0 0,-13-1 268 0 0,-6-2-1095 0 0,-6 1-5334 0 0</inkml:trace>
</inkml:ink>
</file>

<file path=ppt/ink/ink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6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11 142 10365 0 0,'-2'-11'-74'0'0,"0"-1"243"0"0,-1 0 0 0 0,2 0 1 0 0,0 0-1 0 0,0 0 0 0 0,1 0 0 0 0,0 0 1 0 0,4-19-1 0 0,-4 30-203 0 0,1 0 0 0 0,0 0 0 0 0,-1 0 1 0 0,1 0-1 0 0,0 0 0 0 0,-1 0 0 0 0,1 0 0 0 0,0 1 0 0 0,0-1 0 0 0,0 0 1 0 0,-1 0-1 0 0,1 1 0 0 0,0-1 0 0 0,0 1 0 0 0,0-1 0 0 0,0 1 0 0 0,0-1 1 0 0,0 1-1 0 0,0 0 0 0 0,1-1 0 0 0,-1 1 0 0 0,0 0 0 0 0,0 0 0 0 0,0 0 1 0 0,0 0-1 0 0,0 0 0 0 0,0 0 0 0 0,0 0 0 0 0,1 0 0 0 0,-1 0 0 0 0,0 1 1 0 0,0-1-1 0 0,1 1 0 0 0,35 10-5828 0 0,-29-7 3254 0 0</inkml:trace>
</inkml:ink>
</file>

<file path=ppt/ink/ink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6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253 499 440 0 0,'5'-6'538'0'0,"-1"-1"-1"0"0,0 0 1 0 0,0 0 0 0 0,-1-1-1 0 0,0 1 1 0 0,0-1 0 0 0,-1 1-1 0 0,0-1 1 0 0,0 0-1 0 0,-1 0 1 0 0,0 0 0 0 0,0-9-1 0 0,-1 16-495 0 0,-1-1 0 0 0,1 1 0 0 0,0 0 0 0 0,-1 0 0 0 0,0 0 0 0 0,1 0 0 0 0,-1 1 0 0 0,1-1 0 0 0,-1 0 0 0 0,0 0-1 0 0,0 0 1 0 0,1 0 0 0 0,-1 1 0 0 0,0-1 0 0 0,0 0 0 0 0,0 1 0 0 0,0-1 0 0 0,0 0 0 0 0,0 1 0 0 0,0-1 0 0 0,0 1 0 0 0,0 0 0 0 0,0-1-1 0 0,0 1 1 0 0,0 0 0 0 0,0 0 0 0 0,0 0 0 0 0,-1-1 0 0 0,1 1 0 0 0,0 0 0 0 0,0 1 0 0 0,0-1 0 0 0,0 0 0 0 0,0 0 0 0 0,0 0-1 0 0,-2 1 1 0 0,-47 11 304 0 0,43-10-244 0 0,-7 2-24 0 0,0 0 0 0 0,0 1 1 0 0,0 1-1 0 0,0 0 0 0 0,1 1 0 0 0,0 0 0 0 0,1 1 0 0 0,-1 1 0 0 0,2 0 0 0 0,-1 1 0 0 0,1 0 1 0 0,-10 11-1 0 0,19-19-63 0 0,0 0 1 0 0,1 1 0 0 0,-1-1-1 0 0,0 0 1 0 0,1 0 0 0 0,-1 1 0 0 0,1-1-1 0 0,0 1 1 0 0,0 0 0 0 0,0-1-1 0 0,0 1 1 0 0,0 0 0 0 0,0-1 0 0 0,1 1-1 0 0,-1 0 1 0 0,1 0 0 0 0,0-1-1 0 0,0 1 1 0 0,0 0 0 0 0,0 0 0 0 0,0 0-1 0 0,1 0 1 0 0,-1-1 0 0 0,1 1-1 0 0,0 0 1 0 0,0-1 0 0 0,0 1-1 0 0,0 0 1 0 0,0-1 0 0 0,1 1 0 0 0,2 4-1 0 0,-1-4 0 0 0,0 0 0 0 0,0-1-1 0 0,0 1 1 0 0,0 0 0 0 0,1-1-1 0 0,-1 0 1 0 0,1 0 0 0 0,-1 0-1 0 0,1 0 1 0 0,0 0 0 0 0,0-1-1 0 0,-1 0 1 0 0,1 0 0 0 0,0 0-1 0 0,0 0 1 0 0,1 0 0 0 0,-1-1-1 0 0,0 0 1 0 0,0 0 0 0 0,0 0-1 0 0,5-1 1 0 0,7-2 11 0 0,0-1 0 0 0,1-1 1 0 0,-2-1-1 0 0,1 0 0 0 0,-1-1 0 0 0,0-1 0 0 0,0 0 0 0 0,-1-1 0 0 0,0-1 1 0 0,19-17-1 0 0,-9 6 5 0 0,-2-1-1 0 0,0 0 1 0 0,-2-2 0 0 0,31-46-1 0 0,-36 46-15 0 0,-1-1 0 0 0,-1-1 0 0 0,15-43 0 0 0,-24 55-9 0 0,0 1 1 0 0,0-1 0 0 0,-1 0 0 0 0,-1 0-1 0 0,-1-1 1 0 0,0 1 0 0 0,-1 0 0 0 0,0 0-1 0 0,-3-18 1 0 0,3 29-2 0 0,-1 1 1 0 0,1-1-1 0 0,-1 0 1 0 0,0 1-1 0 0,0-1 0 0 0,0 1 1 0 0,-1-1-1 0 0,1 1 0 0 0,0-1 1 0 0,-1 1-1 0 0,0 0 1 0 0,1 0-1 0 0,-1 0 0 0 0,0 0 1 0 0,0 0-1 0 0,-4-3 0 0 0,2 3 0 0 0,0 0-1 0 0,0 0 0 0 0,-1 0 1 0 0,1 0-1 0 0,0 1 0 0 0,-1 0 0 0 0,1 0 1 0 0,0 0-1 0 0,-1 0 0 0 0,1 1 0 0 0,-9 0 1 0 0,11-1-5 0 0,1 1 1 0 0,-1 0-1 0 0,1 0 1 0 0,-1 0 0 0 0,1 0-1 0 0,-1 0 1 0 0,1 0-1 0 0,-1 0 1 0 0,1 1-1 0 0,-1-1 1 0 0,1 0-1 0 0,-1 1 1 0 0,1-1 0 0 0,-1 1-1 0 0,1 0 1 0 0,-1-1-1 0 0,1 1 1 0 0,0 0-1 0 0,-1 0 1 0 0,1 0-1 0 0,0 0 1 0 0,0 0 0 0 0,0 0-1 0 0,0 0 1 0 0,0 0-1 0 0,0 1 1 0 0,0-1-1 0 0,0 0 1 0 0,0 1-1 0 0,1-1 1 0 0,-1 0 0 0 0,0 1-1 0 0,1-1 1 0 0,0 1-1 0 0,-1-1 1 0 0,1 1-1 0 0,0-1 1 0 0,-1 1-1 0 0,1-1 1 0 0,0 1 0 0 0,0-1-1 0 0,0 1 1 0 0,0 0-1 0 0,1-1 1 0 0,-1 1-1 0 0,0-1 1 0 0,2 3-1 0 0,0 4 9 0 0,0 0-1 0 0,1-1 0 0 0,0 1 0 0 0,1-1 1 0 0,0 0-1 0 0,0 0 0 0 0,6 8 0 0 0,49 52 49 0 0,17 25 16 0 0,-68-81-66 0 0,0 0 0 0 0,-1 0 0 0 0,-1 1-1 0 0,0 1 1 0 0,0-1 0 0 0,5 20 0 0 0,-10-26-25 0 0,0 0-1 0 0,-1 0 1 0 0,0 0-1 0 0,0 0 0 0 0,0 0 1 0 0,0 0-1 0 0,-1 0 0 0 0,0 0 1 0 0,0-1-1 0 0,-1 1 1 0 0,0 0-1 0 0,0-1 0 0 0,0 1 1 0 0,-1-1-1 0 0,1 1 0 0 0,-5 5 1 0 0,2 3-1506 0 0</inkml:trace>
</inkml:ink>
</file>

<file path=ppt/ink/ink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7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0 334 56 0 0,'233'-107'8134'0'0,"-224"103"-7969"0"0,0 0-1 0 0,0 0 0 0 0,-1-1 1 0 0,1-1-1 0 0,-1 1 1 0 0,0-2-1 0 0,-1 1 1 0 0,0-1-1 0 0,0 0 0 0 0,0 0 1 0 0,0-1-1 0 0,-1 1 1 0 0,-1-2-1 0 0,1 1 1 0 0,-1-1-1 0 0,-1 1 0 0 0,0-1 1 0 0,0 0-1 0 0,-1-1 1 0 0,0 1-1 0 0,0-1 1 0 0,-1 0-1 0 0,2-18 0 0 0,-58 146 859 0 0,33-47-853 0 0,2 2 0 0 0,-17 135 1 0 0,12 150 193 0 0,23-337-342 0 0,0-1-16 0 0,-3 65-8 0 0,-15 92 0 0 0,19-176-28 0 0,0 0 1 0 0,0 0-1 0 0,0 0 0 0 0,0 0 1 0 0,-1 1-1 0 0,1-1 0 0 0,0 0 1 0 0,-1 0-1 0 0,1 0 0 0 0,0 0 1 0 0,-1 0-1 0 0,1 0 0 0 0,-1 0 1 0 0,0 0-1 0 0,1 0 1 0 0,-1 0-1 0 0,0 0 0 0 0,0 0 1 0 0,1 0-1 0 0,-1 0 0 0 0,0 0 1 0 0,0-1-1 0 0,-1 2 0 0 0,1-3-28 0 0,0 1-1 0 0,0 0 1 0 0,0 0-1 0 0,0-1 0 0 0,1 1 1 0 0,-1 0-1 0 0,0-1 1 0 0,0 1-1 0 0,0-1 0 0 0,1 1 1 0 0,-1-1-1 0 0,0 1 1 0 0,0-1-1 0 0,1 0 0 0 0,-1 1 1 0 0,1-1-1 0 0,-1 0 1 0 0,0 1-1 0 0,1-1 0 0 0,-1 0 1 0 0,0-1-1 0 0,-2-4-189 0 0,-1-1-1 0 0,1 1 1 0 0,1-1-1 0 0,-1 1 1 0 0,1-1-1 0 0,-3-11 1 0 0,5 2-4 0 0,0 0 0 0 0,2 0 0 0 0,-1 0 1 0 0,2 0-1 0 0,0 0 0 0 0,1 0 0 0 0,0 1 1 0 0,2 0-1 0 0,-1 0 0 0 0,2 0 0 0 0,0 1 1 0 0,16-23-1 0 0,10-13-74 0 0,79-87-1 0 0,-110 136 328 0 0,111-112 229 0 0,-11 12 266 0 0,-59 54-81 0 0,-3-2 0 0 0,-2-1-1 0 0,-2-2 1 0 0,-3-1 0 0 0,28-61 0 0 0,-13-10 1810 0 0,-47 122-1765 0 0,-6 8-377 0 0,-14 19 12 0 0,1 1-1 0 0,2 1 0 0 0,1 0 0 0 0,1 2 1 0 0,-18 50-1 0 0,-41 165 408 0 0,67-223-455 0 0,-39 210 367 0 0,1-7 18 0 0,42-214-446 0 0,2-7-93 0 0,-1 1 0 0 0,0 0 0 0 0,0 0 1 0 0,0-1-1 0 0,0 1 0 0 0,0-1 0 0 0,-1 1 0 0 0,1-1 0 0 0,-1 1 1 0 0,0-1-1 0 0,0 0 0 0 0,0 0 0 0 0,-1 0 0 0 0,-4 5 0 0 0,6-8-777 0 0,-10-16-5580 0 0</inkml:trace>
</inkml:ink>
</file>

<file path=ppt/ink/ink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8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1 112 796 0 0,'21'-25'1004'0'0,"-11"21"-104"0"0,6-3-96 0 0,8-4-88 0 0,1 3-60 0 0,4-3-71 0 0,-2 4-93 0 0,2 1-52 0 0,1-2-68 0 0,-2 3-252 0 0,3 0-264 0 0,8 0-368 0 0,-7 0-529 0 0,-3 4-1123 0 0,3-3 500 0 0</inkml:trace>
</inkml:ink>
</file>

<file path=ppt/ink/ink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29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1 552 600 0 0,'26'-6'1107'0'0,"-1"0"0"0"0,1-2 1 0 0,-1-1-1 0 0,37-18 0 0 0,-52 22-881 0 0,1-1 1 0 0,-1 0-1 0 0,0-1 1 0 0,0 0-1 0 0,-1 0 1 0 0,0-1-1 0 0,0 0 0 0 0,-1 0 1 0 0,0-1-1 0 0,-1-1 1 0 0,0 1-1 0 0,9-16 1 0 0,-14 20-128 0 0,0 1 1 0 0,-1-1 0 0 0,0 0 0 0 0,0 1 0 0 0,0-1 0 0 0,0 0 0 0 0,-1 0 0 0 0,0 0 0 0 0,0 1 0 0 0,0-6 0 0 0,0 8-72 0 0,0 0 0 0 0,-1 1 1 0 0,1-1-1 0 0,0 1 0 0 0,-1-1 0 0 0,1 1 0 0 0,0-1 0 0 0,-1 1 0 0 0,0-1 0 0 0,1 1 1 0 0,-1-1-1 0 0,0 1 0 0 0,0 0 0 0 0,0-1 0 0 0,0 1 0 0 0,0 0 0 0 0,0 0 0 0 0,0 0 1 0 0,0 0-1 0 0,0 0 0 0 0,-1 0 0 0 0,1 0 0 0 0,0 0 0 0 0,-1 0 0 0 0,1 1 1 0 0,-1-1-1 0 0,1 0 0 0 0,-1 1 0 0 0,1-1 0 0 0,-1 1 0 0 0,1 0 0 0 0,-1 0 0 0 0,1-1 1 0 0,-3 1-1 0 0,1 0-20 0 0,0 1 0 0 0,-1-1 0 0 0,1 0 1 0 0,0 1-1 0 0,0 0 0 0 0,0 0 0 0 0,0 0 1 0 0,0 0-1 0 0,0 1 0 0 0,0-1 1 0 0,0 1-1 0 0,1-1 0 0 0,-1 1 0 0 0,0 0 1 0 0,1 0-1 0 0,-1 0 0 0 0,1 0 0 0 0,0 1 1 0 0,0-1-1 0 0,-3 5 0 0 0,0 1 22 0 0,0 1 1 0 0,0-1-1 0 0,1 1 1 0 0,-5 17-1 0 0,8-23-24 0 0,1 0-1 0 0,-1 0 1 0 0,1-1-1 0 0,0 1 1 0 0,0 0-1 0 0,0 0 1 0 0,0 0-1 0 0,1-1 1 0 0,-1 1-1 0 0,1 0 1 0 0,0 0-1 0 0,0-1 1 0 0,0 1-1 0 0,0-1 1 0 0,0 1 0 0 0,0-1-1 0 0,1 1 1 0 0,-1-1-1 0 0,1 1 1 0 0,3 2-1 0 0,-2-1 7 0 0,0 0 0 0 0,0-1 1 0 0,0 0-1 0 0,1 0 0 0 0,-1 0 0 0 0,1 0 0 0 0,0-1 0 0 0,0 1 0 0 0,0-1 0 0 0,7 3 0 0 0,-3-5-3 0 0,0-1-1 0 0,1 1 0 0 0,-1-1 1 0 0,0-1-1 0 0,0 0 0 0 0,0 0 1 0 0,0 0-1 0 0,0-1 0 0 0,-1 0 1 0 0,1-1-1 0 0,8-5 0 0 0,-5 4 4 0 0,32-16-16 0 0,-3 1-21 0 0,2 2 1 0 0,50-15-1 0 0,-83 31 20 0 0,1 1 1 0 0,0 0-1 0 0,-1 1 0 0 0,1 0 1 0 0,0 1-1 0 0,-1 0 0 0 0,1 0 1 0 0,-1 1-1 0 0,1 1 1 0 0,-1-1-1 0 0,0 1 0 0 0,11 5 1 0 0,-6-2-3 0 0,0-2 1 0 0,1 0 0 0 0,20 3-1 0 0,19 1 30 0 0,28 2 54 0 0,-75-10-73 0 0,-1 0 1 0 0,1-1 0 0 0,0 1 0 0 0,-1-1 0 0 0,1-1-1 0 0,-1 1 1 0 0,1-1 0 0 0,-1 0 0 0 0,0-1 0 0 0,7-3-1 0 0,-11 4 0 0 0,0 1 0 0 0,0-1 0 0 0,-1 0 0 0 0,1 0 0 0 0,-1 0-1 0 0,1 0 1 0 0,-1 0 0 0 0,0-1 0 0 0,1 1 0 0 0,-1 0 0 0 0,0 0-1 0 0,0-1 1 0 0,-1 1 0 0 0,1-1 0 0 0,0 1 0 0 0,-1-1-1 0 0,0 1 1 0 0,0-1 0 0 0,1 1 0 0 0,-1-1 0 0 0,-1 1 0 0 0,1-5-1 0 0,-1 6-4 0 0,1-1-1 0 0,-1 1 0 0 0,1-1 0 0 0,-1 1 0 0 0,0-1 0 0 0,1 1 0 0 0,-1 0 0 0 0,0-1 0 0 0,0 1 1 0 0,0 0-1 0 0,0-1 0 0 0,0 1 0 0 0,0 0 0 0 0,-1 0 0 0 0,1 0 0 0 0,0 0 0 0 0,0 0 1 0 0,-1 0-1 0 0,1 1 0 0 0,-1-1 0 0 0,1 0 0 0 0,-2 0 0 0 0,2 0 1 0 0,0 1-1 0 0,0-1 1 0 0,0 1 0 0 0,1 0-1 0 0,-1-1 1 0 0,0 1 0 0 0,0 0-1 0 0,0-1 1 0 0,0 1 0 0 0,0 0-1 0 0,0 0 1 0 0,0 0 0 0 0,0 0-1 0 0,0-1 1 0 0,0 2-1 0 0,0-1 1 0 0,1 0 0 0 0,-1 0-1 0 0,0 0 1 0 0,0 0 0 0 0,0 1-1 0 0,0-1 1 0 0,0 0 0 0 0,0 1-1 0 0,0-1 1 0 0,0 0 0 0 0,1 1-1 0 0,-1-1 1 0 0,0 1 0 0 0,0 0-1 0 0,1-1 1 0 0,-1 1-1 0 0,0 0 1 0 0,0 0 0 0 0,0 1 1 0 0,1-1 0 0 0,-1 1 0 0 0,1-1 0 0 0,0 1 0 0 0,-1-1-1 0 0,1 1 1 0 0,0 0 0 0 0,0-1 0 0 0,0 1 0 0 0,0-1 0 0 0,0 1 0 0 0,0 0 0 0 0,1-1 0 0 0,-1 1 0 0 0,0-1 0 0 0,1 1 0 0 0,-1-1 0 0 0,1 1 0 0 0,0-1 0 0 0,-1 1 0 0 0,1-1 0 0 0,0 1 0 0 0,0-1 0 0 0,0 0 0 0 0,2 2-1 0 0,0 1-1 0 0,1-2-1 0 0,0 1 0 0 0,0 0 1 0 0,0-1-1 0 0,0 0 0 0 0,0 1 1 0 0,0-2-1 0 0,1 1 0 0 0,4 1 0 0 0,4 1-4 0 0,-1-2 0 0 0,1 1 0 0 0,-1-2-1 0 0,1 0 1 0 0,0 0 0 0 0,15-2-1 0 0,-18-1 5 0 0,-1 0 0 0 0,1-1-1 0 0,-1 0 1 0 0,0-1-1 0 0,0 0 1 0 0,0-1 0 0 0,15-9-1 0 0,26-13 0 0 0,-49 26 5 0 0,18-9-25 0 0,-15 9 24 0 0,0 0-1 0 0,0 0 0 0 0,0 0 0 0 0,0 1 0 0 0,0 0 0 0 0,0-1 0 0 0,0 1 0 0 0,0 0 0 0 0,0 1 1 0 0,0-1-1 0 0,4 2 0 0 0,10 0-3 0 0,14-2 19 0 0,-5 1-8 0 0,0-1 0 0 0,0-1 0 0 0,0-2 0 0 0,0 0 0 0 0,30-9 0 0 0,-51 11 10 0 0,0-1 0 0 0,-1 0-1 0 0,1-1 1 0 0,0 1 0 0 0,-1-1 0 0 0,0 0 0 0 0,0-1 0 0 0,0 1-1 0 0,0-1 1 0 0,0 0 0 0 0,0 0 0 0 0,-1-1 0 0 0,0 1 0 0 0,0-1-1 0 0,0 0 1 0 0,-1 0 0 0 0,0 0 0 0 0,0-1 0 0 0,0 1 0 0 0,0-1-1 0 0,-1 1 1 0 0,0-1 0 0 0,0 0 0 0 0,0 0 0 0 0,-1 0 0 0 0,0 0-1 0 0,0 0 1 0 0,-1-10 0 0 0,2 0 331 0 0,-2 0 1 0 0,0 0-1 0 0,-1-1 1 0 0,-1 1-1 0 0,0 0 0 0 0,-1 0 1 0 0,-8-22-1 0 0,10 36 31 0 0,-1 2-351 0 0,0 1 0 0 0,-1-1 0 0 0,1 1 0 0 0,0 0 0 0 0,-1 0 0 0 0,1 0 0 0 0,0 0 0 0 0,0 0-1 0 0,0 0 1 0 0,0 1 0 0 0,0-1 0 0 0,0 1 0 0 0,0 0 0 0 0,0-1 0 0 0,1 1 0 0 0,-1 0 0 0 0,1 0 0 0 0,-1 0 0 0 0,1 0 0 0 0,0 0 0 0 0,0 0 0 0 0,0 0 0 0 0,0 1 0 0 0,0-1 0 0 0,-1 3 0 0 0,-2 6 41 0 0,1 0-1 0 0,0-1 1 0 0,1 1-1 0 0,-1 13 1 0 0,1 0 65 0 0,2 0 0 0 0,0 0 1 0 0,2 0-1 0 0,9 45 0 0 0,33 91-2593 0 0,-35-138 13 0 0,-3-10-2992 0 0</inkml:trace>
</inkml:ink>
</file>

<file path=ppt/ink/ink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30.0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59 8961 0 0,'-4'-11'224'0'0,"5"-4"-184"0"0,5 1-36 0 0,2 10 12 0 0,6-2-28 0 0,-2 2-4 0 0,0 3-44 0 0,5-1-156 0 0,0 2-204 0 0,5-2-264 0 0,-2 4-624 0 0,7 0-1413 0 0,3-1 625 0 0</inkml:trace>
</inkml:ink>
</file>

<file path=ppt/ink/ink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30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299 711 16 0 0,'18'-24'603'0'0,"0"-1"1"0"0,-1 0-1 0 0,-2-2 0 0 0,-1 0 0 0 0,-1 0 1 0 0,-1-1-1 0 0,-1-1 0 0 0,11-51 1 0 0,-8 7 363 0 0,-2 0 1 0 0,1-105-1 0 0,-7 95 966 0 0,-6 81-1660 0 0,0-6 54 0 0,0 8-320 0 0,0 0 1 0 0,0 0 0 0 0,0 0-1 0 0,0 0 1 0 0,0 0-1 0 0,0 0 1 0 0,0 1 0 0 0,0-1-1 0 0,0 0 1 0 0,-1 0-1 0 0,1 0 1 0 0,0 0-1 0 0,0 0 1 0 0,0 0 0 0 0,0 0-1 0 0,0 0 1 0 0,0 0-1 0 0,0 0 1 0 0,0 0 0 0 0,-1 0-1 0 0,1 0 1 0 0,0 0-1 0 0,0 0 1 0 0,0 0-1 0 0,0 0 1 0 0,0 0 0 0 0,0 0-1 0 0,0 0 1 0 0,-1 0-1 0 0,1 0 1 0 0,0 0 0 0 0,0 0-1 0 0,0 0 1 0 0,0 0-1 0 0,0 0 1 0 0,0 0-1 0 0,0 0 1 0 0,0 0 0 0 0,0-1-1 0 0,-1 1 1 0 0,1 0-1 0 0,0 0 1 0 0,0 0 0 0 0,0 0-1 0 0,0 0 1 0 0,0 0-1 0 0,0 0 1 0 0,0 0-1 0 0,0 0 1 0 0,0-1 0 0 0,0 1-1 0 0,0 0 1 0 0,0 0-1 0 0,0 0 1 0 0,0 0 0 0 0,0 0-1 0 0,0 0 1 0 0,0 0-1 0 0,0 0 1 0 0,0-1-1 0 0,0 1 1 0 0,-15 25 148 0 0,1 1 0 0 0,1 1 1 0 0,-13 40-1 0 0,9-23-54 0 0,-149 445 1084 0 0,120-324-478 0 0,-48 336 0 0 0,88-411-536 0 0,5-57-38 0 0,-2 1 0 0 0,-1-1 0 0 0,-10 42 0 0 0,14-74-133 0 0,0-1 1 0 0,-1 0-1 0 0,1 1 1 0 0,0-1-1 0 0,-1 0 0 0 0,1 0 1 0 0,0 1-1 0 0,0-1 0 0 0,-1 0 1 0 0,1 0-1 0 0,-1 0 1 0 0,1 1-1 0 0,0-1 0 0 0,-1 0 1 0 0,1 0-1 0 0,0 0 1 0 0,-1 0-1 0 0,1 0 0 0 0,0 0 1 0 0,-1 0-1 0 0,1 0 0 0 0,-1 0 1 0 0,1 0-1 0 0,0 0 1 0 0,-1 0-1 0 0,1 0 0 0 0,-1 0 1 0 0,1 0-1 0 0,0 0 0 0 0,-1 0 1 0 0,1 0-1 0 0,0-1 1 0 0,-1 1-1 0 0,1 0 0 0 0,0 0 1 0 0,-1 0-1 0 0,1-1 1 0 0,0 1-1 0 0,-1 0 0 0 0,1 0 1 0 0,0-1-1 0 0,0 1 0 0 0,-1 0 1 0 0,1-1-1 0 0,0 1 1 0 0,0 0-1 0 0,0-1 0 0 0,-1 1 1 0 0,1 0-1 0 0,0-1 0 0 0,-18-23-105 0 0,13 11 31 0 0,0-1 0 0 0,1 0 0 0 0,0 1-1 0 0,1-1 1 0 0,1-1 0 0 0,0 1 0 0 0,1 0 0 0 0,1 0-1 0 0,0-1 1 0 0,1 1 0 0 0,0 0 0 0 0,1-1 0 0 0,1 1-1 0 0,0 0 1 0 0,1 1 0 0 0,10-26 0 0 0,-5 19 9 0 0,1 0 0 0 0,0 1-1 0 0,1 0 1 0 0,2 0 0 0 0,-1 1 0 0 0,2 1 0 0 0,1 0 0 0 0,0 1 0 0 0,1 1 0 0 0,24-18 0 0 0,-19 17 49 0 0,2 2 0 0 0,0 1 0 0 0,0 1 1 0 0,1 0-1 0 0,1 2 0 0 0,0 1 0 0 0,0 1 1 0 0,0 1-1 0 0,1 1 0 0 0,0 2 1 0 0,41-3-1 0 0,-59 7 53 0 0,-1 1 0 0 0,1-1 0 0 0,-1 1 1 0 0,1 1-1 0 0,-1-1 0 0 0,0 1 0 0 0,0 1 0 0 0,0-1 1 0 0,0 1-1 0 0,0 1 0 0 0,0-1 0 0 0,-1 1 1 0 0,1 0-1 0 0,-1 1 0 0 0,10 8 0 0 0,-13-10-16 0 0,-1 0-1 0 0,1 0 1 0 0,-1 1-1 0 0,0-1 1 0 0,1 1-1 0 0,-2-1 1 0 0,1 1-1 0 0,0 0 0 0 0,-1-1 1 0 0,0 1-1 0 0,0 0 1 0 0,0 0-1 0 0,0 0 1 0 0,0 0-1 0 0,-1 0 1 0 0,0 0-1 0 0,0 0 1 0 0,0 0-1 0 0,0 0 1 0 0,-1 0-1 0 0,1 0 1 0 0,-1 0-1 0 0,0 0 1 0 0,0 0-1 0 0,-1 0 1 0 0,1-1-1 0 0,-1 1 1 0 0,0 0-1 0 0,0-1 1 0 0,0 1-1 0 0,-3 2 1 0 0,0 1 26 0 0,-1 0 0 0 0,1 0 0 0 0,-1-1 1 0 0,-1 0-1 0 0,-10 8 0 0 0,-15 2-2042 0 0,31-15 1591 0 0,-1-1 0 0 0,1 1 1 0 0,-1-1-1 0 0,1 0 0 0 0,-1 0 1 0 0,0 0-1 0 0,1 0 0 0 0,-1 0 1 0 0,1 0-1 0 0,-1 0 0 0 0,0-1 1 0 0,1 1-1 0 0,-1 0 0 0 0,1-1 1 0 0,-1 1-1 0 0,1-1 1 0 0,-2 0-1 0 0,-8-6-2731 0 0</inkml:trace>
</inkml:ink>
</file>

<file path=ppt/ink/ink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31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63 488 0 0,'6'-9'940'0'0,"-1"2"-44"0"0,3-1-32 0 0,-2 1-72 0 0,-1-2 564 0 0,7-3-307 0 0,-6 6-289 0 0,3 2-840 0 0</inkml:trace>
</inkml:ink>
</file>

<file path=ppt/ink/ink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31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1 576 672 0 0,'10'9'2912'0'0,"6"-10"-2303"0"0,0-1 0 0 0,-1 0 0 0 0,1-2 1 0 0,-1 0-1 0 0,0 0 0 0 0,0-2 0 0 0,0 0 0 0 0,27-15 0 0 0,-30 14-408 0 0,0 0 0 0 0,0-1 1 0 0,0 0-1 0 0,-1-1 0 0 0,0 0 1 0 0,-1 0-1 0 0,0-2 0 0 0,-1 1 1 0 0,0-1-1 0 0,11-17 0 0 0,-20 27-175 0 0,1 1-1 0 0,-1-1 0 0 0,1 0 0 0 0,0 0 0 0 0,-1 0 0 0 0,0 0 0 0 0,1 0 0 0 0,-1 1 1 0 0,1-1-1 0 0,-1 0 0 0 0,0 0 0 0 0,0 0 0 0 0,1 0 0 0 0,-1 0 0 0 0,0 0 1 0 0,0 0-1 0 0,0 0 0 0 0,0 0 0 0 0,0 0 0 0 0,-1 0 0 0 0,1 0 0 0 0,0 0 0 0 0,0 0 1 0 0,-1 0-1 0 0,1 0 0 0 0,0 0 0 0 0,-1 0 0 0 0,1 0 0 0 0,-1 1 0 0 0,1-1 1 0 0,-1 0-1 0 0,1 0 0 0 0,-1 0 0 0 0,0 1 0 0 0,1-1 0 0 0,-1 0 0 0 0,0 1 0 0 0,0-1 1 0 0,0 1-1 0 0,1-1 0 0 0,-1 0 0 0 0,-2 0 0 0 0,0 0 38 0 0,-25 22 137 0 0,26-19-189 0 0,1-1 0 0 0,0 1 0 0 0,-1 0 0 0 0,1-1 0 0 0,0 1 0 0 0,0 0-1 0 0,0-1 1 0 0,1 1 0 0 0,-1 0 0 0 0,0 0 0 0 0,1 0 0 0 0,-1 0-1 0 0,1 0 1 0 0,-1 0 0 0 0,1 0 0 0 0,0 0 0 0 0,0 0 0 0 0,0 0-1 0 0,0 0 1 0 0,0 0 0 0 0,1 0 0 0 0,-1 0 0 0 0,2 3 0 0 0,-1-3-3 0 0,1 1 1 0 0,-1-1 0 0 0,1 0 0 0 0,0 1-1 0 0,0-1 1 0 0,0 0 0 0 0,0 0 0 0 0,1-1-1 0 0,-1 1 1 0 0,0 0 0 0 0,1-1 0 0 0,-1 0-1 0 0,1 1 1 0 0,3 0 0 0 0,9 3 6 0 0,-1-1 1 0 0,1 0-1 0 0,-1-1 0 0 0,30 2 1 0 0,-28-5-14 0 0,0 0 0 0 0,0-1 1 0 0,0-1-1 0 0,0 0 0 0 0,0-1 1 0 0,0-1-1 0 0,0-1 0 0 0,-1 0 1 0 0,0-1-1 0 0,0-1 0 0 0,-1 0 1 0 0,1-1-1 0 0,-2 0 0 0 0,1-1 1 0 0,-1-1-1 0 0,0 0 0 0 0,20-22 1 0 0,-13 11 12 0 0,-1-1 0 0 0,-2-1 1 0 0,0 0-1 0 0,-1-1 0 0 0,-2-1 1 0 0,0-1-1 0 0,-2 0 0 0 0,-1 0 1 0 0,11-38-1 0 0,0-33 2148 0 0,-22 94-1675 0 0,-5 4-418 0 0,0 0 0 0 0,-1 0 0 0 0,1 0 0 0 0,0 1-1 0 0,0 0 1 0 0,0 0 0 0 0,0 0 0 0 0,0 0-1 0 0,0 1 1 0 0,1 0 0 0 0,-1 0 0 0 0,1 0-1 0 0,0 0 1 0 0,0 1 0 0 0,0 0 0 0 0,0-1 0 0 0,1 2-1 0 0,-4 4 1 0 0,-4 4 57 0 0,2 1 1 0 0,0 0-1 0 0,1 1 0 0 0,-10 24 1 0 0,8-14-172 0 0,1 1 1 0 0,2 0-1 0 0,0 0 1 0 0,2 1-1 0 0,1-1 1 0 0,1 1 0 0 0,1 0-1 0 0,2 0 1 0 0,0 0-1 0 0,2 0 1 0 0,1 0-1 0 0,9 39 1 0 0,-10-59-326 0 0,1 0 0 0 0,-1 0-1 0 0,1 0 1 0 0,1-1 0 0 0,-1 1 0 0 0,1-1 0 0 0,7 9 0 0 0,-9-12-418 0 0,1 1 0 0 0,1-1 0 0 0,-1-1 0 0 0,0 1 0 0 0,1 0 0 0 0,-1-1 0 0 0,1 0 0 0 0,0 1 1 0 0,5 1-1 0 0,8 1-2876 0 0</inkml:trace>
</inkml:ink>
</file>

<file path=ppt/ink/ink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32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63 273 308 0 0,'0'0'4324'0'0,"-7"1"-3640"0"0,4 0-560 0 0,0 0 1 0 0,0 0 0 0 0,1 0-1 0 0,-1 0 1 0 0,0 0-1 0 0,0 0 1 0 0,1 1 0 0 0,-1-1-1 0 0,1 1 1 0 0,-1 0-1 0 0,1 0 1 0 0,0 0 0 0 0,0 0-1 0 0,0 0 1 0 0,0 0 0 0 0,0 0-1 0 0,0 1 1 0 0,0-1-1 0 0,1 1 1 0 0,0 0 0 0 0,-1-1-1 0 0,1 1 1 0 0,0 0-1 0 0,0 0 1 0 0,0 0 0 0 0,1-1-1 0 0,-1 1 1 0 0,1 0-1 0 0,-1 0 1 0 0,1 0 0 0 0,0 0-1 0 0,0 0 1 0 0,0 0-1 0 0,1 0 1 0 0,-1 0 0 0 0,2 4-1 0 0,-2-4-77 0 0,1 0-1 0 0,0 0 1 0 0,0 0-1 0 0,1 0 1 0 0,-1 0-1 0 0,0-1 1 0 0,1 1-1 0 0,0 0 0 0 0,-1-1 1 0 0,1 1-1 0 0,0-1 1 0 0,0 0-1 0 0,1 1 1 0 0,-1-1-1 0 0,0 0 1 0 0,1 0-1 0 0,-1-1 1 0 0,1 1-1 0 0,0 0 1 0 0,0-1-1 0 0,-1 0 1 0 0,1 1-1 0 0,0-1 1 0 0,0 0-1 0 0,0-1 1 0 0,0 1-1 0 0,0 0 0 0 0,0-1 1 0 0,1 0-1 0 0,-1 0 1 0 0,0 0-1 0 0,0 0 1 0 0,0 0-1 0 0,0 0 1 0 0,0-1-1 0 0,5-1 1 0 0,1-1 8 0 0,1 0 0 0 0,-1-1 0 0 0,0 1 0 0 0,-1-2 1 0 0,1 0-1 0 0,-1 0 0 0 0,0 0 0 0 0,0-1 0 0 0,0 0 0 0 0,-1 0 1 0 0,8-10-1 0 0,15-21 61 0 0,-2-2 0 0 0,-1-1 1 0 0,34-71-1 0 0,-9 15 1364 0 0,-42 76-110 0 0,-10 19-1351 0 0,0 1-1 0 0,0 0 0 0 0,0 0 0 0 0,0 0 0 0 0,0 0 0 0 0,0 0 0 0 0,0 0 1 0 0,0 0-1 0 0,0-1 0 0 0,0 1 0 0 0,0 0 0 0 0,0 0 0 0 0,0 0 0 0 0,0 0 1 0 0,0 0-1 0 0,0 0 0 0 0,0-1 0 0 0,0 1 0 0 0,0 0 0 0 0,0 0 1 0 0,0 0-1 0 0,0 0 0 0 0,0 0 0 0 0,0 0 0 0 0,0 0 0 0 0,0-1 0 0 0,0 1 1 0 0,0 0-1 0 0,0 0 0 0 0,0 0 0 0 0,-1 0 0 0 0,1 0 0 0 0,0 0 0 0 0,0 0 1 0 0,0 0-1 0 0,0 0 0 0 0,0 0 0 0 0,0 0 0 0 0,0 0 0 0 0,0-1 1 0 0,-1 1-1 0 0,1 0 0 0 0,0 0 0 0 0,0 0 0 0 0,0 0 0 0 0,0 0 0 0 0,0 0 1 0 0,0 0-1 0 0,-1 0 0 0 0,1 0 0 0 0,0 0 0 0 0,0 0 0 0 0,0 0 0 0 0,0 0 1 0 0,0 0-1 0 0,0 1 0 0 0,-1-1 0 0 0,1 0 0 0 0,0 0 0 0 0,0 0 1 0 0,-27 18 945 0 0,20-12-1093 0 0,-14 9 348 0 0,2 2 0 0 0,1 0-1 0 0,0 2 1 0 0,1 0-1 0 0,1 0 1 0 0,0 2 0 0 0,2 0-1 0 0,1 1 1 0 0,0 0-1 0 0,2 1 1 0 0,0 0 0 0 0,-12 40-1 0 0,10-15-471 0 0,-14 82 0 0 0,5 55-7652 0 0,16-125 2998 0 0,5-47 921 0 0</inkml:trace>
</inkml:ink>
</file>

<file path=ppt/ink/ink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35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455 42 300 0 0,'0'0'3560'0'0,"-34"-24"1227"0"0,24 20-4541 0 0,1 1 0 0 0,-1 0-1 0 0,1 1 1 0 0,-1 0-1 0 0,0 1 1 0 0,0-1-1 0 0,0 2 1 0 0,0 0-1 0 0,-14 1 1 0 0,21-1-207 0 0,0 0 0 0 0,0 0 0 0 0,0 1-1 0 0,1-1 1 0 0,-1 1 0 0 0,0 0 0 0 0,0 0 0 0 0,0 0 0 0 0,1 0 0 0 0,-1 0 0 0 0,0 1 0 0 0,1-1 0 0 0,-1 1 0 0 0,1-1 0 0 0,0 1 0 0 0,0 0 0 0 0,-1 0 0 0 0,1 0 0 0 0,0 0 0 0 0,1 1 0 0 0,-1-1 0 0 0,0 0 0 0 0,1 1-1 0 0,-1 0 1 0 0,1-1 0 0 0,0 1 0 0 0,0 0 0 0 0,0-1 0 0 0,0 1 0 0 0,0 0 0 0 0,1 0 0 0 0,-1 0 0 0 0,1 0 0 0 0,-1 0 0 0 0,1-1 0 0 0,1 5 0 0 0,0 3 48 0 0,1-1 0 0 0,0 0 1 0 0,1 1-1 0 0,0-1 0 0 0,1 0 1 0 0,0-1-1 0 0,0 1 0 0 0,10 14 1 0 0,16 37 251 0 0,-29-59-329 0 0,-1 0-1 0 0,1 0 1 0 0,-1 0-1 0 0,1 0 1 0 0,-1 1 0 0 0,0-1-1 0 0,1 0 1 0 0,-1 0-1 0 0,0 1 1 0 0,0-1-1 0 0,0 0 1 0 0,0 0-1 0 0,0 1 1 0 0,0-1-1 0 0,0 0 1 0 0,0 1 0 0 0,-1-1-1 0 0,1 0 1 0 0,0 0-1 0 0,-1 1 1 0 0,1-1-1 0 0,-1 0 1 0 0,1 0-1 0 0,-1 0 1 0 0,0 0 0 0 0,1 0-1 0 0,-1 0 1 0 0,0 0-1 0 0,0 0 1 0 0,0 0-1 0 0,0 0 1 0 0,0 0-1 0 0,-1 1 1 0 0,-3 0 3 0 0,1-1 0 0 0,-1 0 1 0 0,0 0-1 0 0,1 0 0 0 0,-1 0 1 0 0,0 0-1 0 0,0-1 0 0 0,-8 0 0 0 0,-110-3-411 0 0,40-3-3897 0 0,61 3 728 0 0,2-3 274 0 0</inkml:trace>
</inkml:ink>
</file>

<file path=ppt/ink/ink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40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203 232 8281 0 0,'1'-56'24'0'0,"1"26"536"0"0,-2-1-1 0 0,-1 1 1 0 0,-9-52 0 0 0,9 80 187 0 0,0 9-680 0 0,-22 99 168 0 0,-5-1 0 0 0,-60 149 0 0 0,67-191-49 0 0,21-63-185 0 0,0 1 0 0 0,0-1 0 0 0,0 0 0 0 0,0 0 0 0 0,0 0 0 0 0,0 0 0 0 0,0 0 0 0 0,0 1 0 0 0,0-1 0 0 0,0 0 0 0 0,0 0 0 0 0,0 0 0 0 0,0 0 0 0 0,0 0 0 0 0,0 1 0 0 0,0-1 1 0 0,0 0-1 0 0,0 0 0 0 0,0 0 0 0 0,0 0 0 0 0,0 0 0 0 0,1 1 0 0 0,-1-1 0 0 0,0 0 0 0 0,0 0 0 0 0,0 0 0 0 0,0 0 0 0 0,0 0 0 0 0,0 0 0 0 0,0 0 0 0 0,0 1 0 0 0,1-1 0 0 0,-1 0 0 0 0,0 0 0 0 0,0 0 0 0 0,0 0 0 0 0,0 0 0 0 0,0 0 0 0 0,1 0 0 0 0,-1 0 0 0 0,0 0 0 0 0,0 0 0 0 0,0 0 0 0 0,0 0 0 0 0,0 0 0 0 0,1 0 0 0 0,-1 0 0 0 0,0 0 0 0 0,0 0 0 0 0,0 0 0 0 0,0 0 0 0 0,1 0 0 0 0,14-1 37 0 0,12-5-13 0 0,8-5-6 0 0,-3 0 1 0 0,44-9-1 0 0,-67 18-19 0 0,1 1 0 0 0,-1 0 0 0 0,0 0 0 0 0,1 1 0 0 0,-1 0 0 0 0,1 1-1 0 0,-1 0 1 0 0,0 0 0 0 0,15 5 0 0 0,-22-6 0 0 0,0 1 0 0 0,-1-1-1 0 0,1 0 1 0 0,0 1 0 0 0,-1 0-1 0 0,1-1 1 0 0,-1 1 0 0 0,1 0-1 0 0,-1 0 1 0 0,1 0 0 0 0,-1 0-1 0 0,1 0 1 0 0,-1 0 0 0 0,0 0 0 0 0,0 0-1 0 0,1 0 1 0 0,-1 1 0 0 0,0-1-1 0 0,0 1 1 0 0,0-1 0 0 0,-1 1-1 0 0,1-1 1 0 0,0 1 0 0 0,0-1 0 0 0,-1 1-1 0 0,1-1 1 0 0,-1 1 0 0 0,0 0-1 0 0,1-1 1 0 0,-1 1 0 0 0,0 0-1 0 0,0 0 1 0 0,0-1 0 0 0,0 1 0 0 0,0 0-1 0 0,0-1 1 0 0,-1 1 0 0 0,1 0-1 0 0,-1-1 1 0 0,1 1 0 0 0,-1 0-1 0 0,1-1 1 0 0,-1 1 0 0 0,-2 2-1 0 0,0 2 2 0 0,-1 0 0 0 0,0 0 0 0 0,-1 0 0 0 0,0-1 0 0 0,0 0 0 0 0,0 0 0 0 0,0 0 0 0 0,-1 0 0 0 0,-7 4 0 0 0,-5 1 9 0 0,-1-1-1 0 0,-1-1 1 0 0,0 0-1 0 0,0-2 1 0 0,0 0-1 0 0,-1-2 1 0 0,1 0-1 0 0,-1-1 1 0 0,0-1-1 0 0,-29-1 1 0 0,47-1 3 0 0,0 0 0 0 0,0 0 0 0 0,0 0 1 0 0,-1-1-1 0 0,1 1 0 0 0,0-1 0 0 0,0 0 0 0 0,0 0 0 0 0,0 0 1 0 0,0 0-1 0 0,-3-2 0 0 0,5 2-43 0 0,0 0 0 0 0,0 0 0 0 0,0 0 0 0 0,0 1 1 0 0,0-1-1 0 0,0 0 0 0 0,0 0 0 0 0,0-1 0 0 0,1 1 0 0 0,-1 0 0 0 0,0 0 1 0 0,1 0-1 0 0,-1 0 0 0 0,1-1 0 0 0,-1 1 0 0 0,1 0 0 0 0,0 0 0 0 0,-1-1 1 0 0,1-1-1 0 0,0-1-180 0 0,1 0 1 0 0,-1 0 0 0 0,1 1-1 0 0,0-1 1 0 0,0 0 0 0 0,0 0-1 0 0,1 0 1 0 0,-1 1 0 0 0,1-1-1 0 0,0 0 1 0 0,0 1 0 0 0,0 0-1 0 0,1-1 1 0 0,4-4 0 0 0,14-19-4214 0 0,-9 12 1881 0 0</inkml:trace>
</inkml:ink>
</file>

<file path=ppt/ink/ink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41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1 224 416 0 0,'4'9'661'0'0,"-1"0"1"0"0,0 0-1 0 0,0 1 0 0 0,-1-1 1 0 0,-1 1-1 0 0,1 0 0 0 0,-1 16 1 0 0,-1-24-442 0 0,0-1-164 0 0,0 0-1 0 0,0-1 1 0 0,0 1 0 0 0,1 0-1 0 0,-1-1 1 0 0,0 1 0 0 0,0 0-1 0 0,0-1 1 0 0,1 1-1 0 0,-1-1 1 0 0,0 1 0 0 0,1 0-1 0 0,-1-1 1 0 0,0 1 0 0 0,1-1-1 0 0,-1 1 1 0 0,1-1 0 0 0,-1 1-1 0 0,1-1 1 0 0,-1 1-1 0 0,1-1 1 0 0,-1 0 0 0 0,1 1-1 0 0,0-1 1 0 0,-1 0 0 0 0,1 1-1 0 0,-1-1 1 0 0,1 0-1 0 0,1 0 1 0 0,28-30 284 0 0,-25 23-250 0 0,1 0 0 0 0,0 1 0 0 0,0 0 0 0 0,1 0 0 0 0,10-8 0 0 0,-11 13-79 0 0,0 0 0 0 0,0 1-1 0 0,0 0 1 0 0,0 0 0 0 0,0 0 0 0 0,0 1-1 0 0,-1-1 1 0 0,1 1 0 0 0,0 1 0 0 0,0-1-1 0 0,9 4 1 0 0,11 2 11 0 0,-13-5-19 0 0,0-1 0 0 0,0 0 0 0 0,1-1 0 0 0,-1-1 0 0 0,0 0 0 0 0,0-1 0 0 0,0 0 0 0 0,0-1 0 0 0,0 0 0 0 0,0-1 0 0 0,-1-1 0 0 0,0 0 0 0 0,15-8 0 0 0,-18 8 66 0 0,0-1 1 0 0,0 0-1 0 0,0 0 1 0 0,-1-1-1 0 0,0 0 1 0 0,0 0 0 0 0,-1-1-1 0 0,0 0 1 0 0,0 0-1 0 0,-1-1 1 0 0,0 0-1 0 0,0 0 1 0 0,-1 0-1 0 0,0-1 1 0 0,-1 0-1 0 0,6-19 1 0 0,-3 6 411 0 0,-6 19-209 0 0,1 0 1 0 0,-1 0 0 0 0,0 0-1 0 0,0 0 1 0 0,0-1 0 0 0,0 1-1 0 0,-1 0 1 0 0,0 0-1 0 0,0 0 1 0 0,0-1 0 0 0,-1-7-1 0 0,0 9 1421 0 0,-3 9-1354 0 0,-3 3-171 0 0,1 0 0 0 0,0 1 0 0 0,1 0 0 0 0,0 1 0 0 0,1-1 0 0 0,0 1 0 0 0,0 0-1 0 0,-2 15 1 0 0,3 9 275 0 0,1 0 0 0 0,6 70 0 0 0,0-11-3244 0 0,-5-82 1402 0 0</inkml:trace>
</inkml:ink>
</file>

<file path=ppt/ink/ink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41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65 696 0 0,'0'0'760'0'0,"12"-11"-56"0"0,-5 6-72 0 0,4 0-48 0 0,-2 0-52 0 0,9 0-72 0 0,-2-3-56 0 0,4 5-20 0 0,-1-1-55 0 0,8 0-37 0 0,-1 2-108 0 0,4 0-156 0 0,-2-1-96 0 0,5 1-276 0 0,-1-2-589 0 0,-6 2-1003 0 0,4 4 444 0 0</inkml:trace>
</inkml:ink>
</file>

<file path=ppt/ink/ink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42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0 831 172 0 0,'4'-1'794'0'0,"12"-4"-269"0"0,0-1 0 0 0,0 0 0 0 0,-1-2-1 0 0,0 1 1 0 0,0-2 0 0 0,0 0 0 0 0,-1-1 0 0 0,-1 0 0 0 0,0-1 0 0 0,20-22-1 0 0,-14 13-213 0 0,-1-1-1 0 0,-1 0 0 0 0,-1-2 0 0 0,-1 0 0 0 0,-1-1 1 0 0,12-28-1 0 0,-17 30-189 0 0,-2-1-1 0 0,0-1 1 0 0,-1 1 0 0 0,-1-1 0 0 0,-1 0 0 0 0,-1 0 0 0 0,-2 0-1 0 0,0 0 1 0 0,-2 0 0 0 0,0-1 0 0 0,-2 1 0 0 0,-7-32 0 0 0,2 23 339 0 0,-2 0 1 0 0,-25-55-1 0 0,33 83-349 0 0,1 3-59 0 0,0-1-1 0 0,0 1 0 0 0,-1-1 1 0 0,1 1-1 0 0,0 0 0 0 0,-1-1 1 0 0,1 1-1 0 0,-1 0 0 0 0,0 0 1 0 0,0 0-1 0 0,0 0 0 0 0,-2-2 1 0 0,2 4 44 0 0,-28 26 169 0 0,22-11-191 0 0,0 0-1 0 0,1 1 1 0 0,0 0 0 0 0,2 0-1 0 0,-1 1 1 0 0,-4 29-1 0 0,-6 107 425 0 0,14-115-335 0 0,-1 145 369 0 0,0-11-122 0 0,11-37 142 0 0,-8-135-549 0 0,0 0 0 0 0,1 0 1 0 0,-1 1-1 0 0,0-1 0 0 0,0 0 1 0 0,0 0-1 0 0,0 1 0 0 0,0-1 1 0 0,0 0-1 0 0,1 0 0 0 0,-1 0 1 0 0,0 1-1 0 0,0-1 0 0 0,0 0 1 0 0,0 0-1 0 0,1 0 0 0 0,-1 0 1 0 0,0 1-1 0 0,0-1 0 0 0,1 0 1 0 0,-1 0-1 0 0,0 0 0 0 0,0 0 1 0 0,0 0-1 0 0,1 0 0 0 0,-1 0 1 0 0,0 0-1 0 0,0 0 0 0 0,1 0 1 0 0,-1 0-1 0 0,0 0 0 0 0,0 0 1 0 0,1 0-1 0 0,-1 0 0 0 0,0 0 1 0 0,0 0-1 0 0,1 0 0 0 0,-1 0 1 0 0,0 0-1 0 0,0 0 0 0 0,1 0 1 0 0,-1 0-1 0 0,0 0 0 0 0,1-1 1 0 0,4-5-4 0 0,-2 3 5 0 0,0-1 1 0 0,0 1-1 0 0,0 0 0 0 0,1 0 1 0 0,-1 0-1 0 0,1 0 0 0 0,-1 1 1 0 0,1-1-1 0 0,0 1 0 0 0,5-2 0 0 0,-7 3-7 0 0,7 2-8 0 0,0-1-1 0 0,0 2 1 0 0,0-1-1 0 0,0 1 0 0 0,0 0 1 0 0,0 1-1 0 0,0 0 1 0 0,-1 0-1 0 0,11 7 0 0 0,40 11 11 0 0,-39-17 5 0 0,-1-1-1 0 0,0-1 0 0 0,1-1 0 0 0,-1-1 1 0 0,1 0-1 0 0,-1-1 0 0 0,1-2 0 0 0,27-6 1 0 0,-39 7-7 0 0,1 0 0 0 0,-1-1 0 0 0,0 0 1 0 0,0 0-1 0 0,0-1 0 0 0,0 0 1 0 0,-1 0-1 0 0,0-1 0 0 0,1 0 0 0 0,-2 0 1 0 0,1-1-1 0 0,-1 0 0 0 0,1 0 0 0 0,-2 0 1 0 0,1-1-1 0 0,-1 0 0 0 0,0 0 0 0 0,0-1 1 0 0,-1 1-1 0 0,0-1 0 0 0,3-8 0 0 0,-7 15 3 0 0,1 0-1 0 0,-1 0 0 0 0,0-1 0 0 0,1 1 0 0 0,-1 0 1 0 0,0 0-1 0 0,0 0 0 0 0,0-1 0 0 0,0 1 0 0 0,0 0 1 0 0,0 0-1 0 0,0 0 0 0 0,0-1 0 0 0,-1 1 0 0 0,1 0 1 0 0,0 0-1 0 0,-1 0 0 0 0,1 0 0 0 0,-1 0 0 0 0,0-1 1 0 0,1 1-1 0 0,-1 0 0 0 0,0 0 0 0 0,1 0 0 0 0,-1 1 1 0 0,0-1-1 0 0,0 0 0 0 0,0 0 0 0 0,0 0 0 0 0,0 1 1 0 0,0-1-1 0 0,0 0 0 0 0,-1 0 0 0 0,0 0-5 0 0,-2 2-9 0 0,-2 1 15 0 0,0 0-1 0 0,1 0 0 0 0,-1 0 0 0 0,1 1 0 0 0,0 0 0 0 0,-1 0 0 0 0,1 0 0 0 0,1 1 0 0 0,-1 0 0 0 0,0 0 1 0 0,1 0-1 0 0,0 0 0 0 0,0 1 0 0 0,0 0 0 0 0,1-1 0 0 0,-1 1 0 0 0,1 1 0 0 0,0-1 0 0 0,1 0 0 0 0,-1 1 1 0 0,1-1-1 0 0,0 1 0 0 0,0 0 0 0 0,1 0 0 0 0,0 0 0 0 0,0 0 0 0 0,0 0 0 0 0,1 0 0 0 0,0 0 0 0 0,0 0 1 0 0,0 0-1 0 0,1 0 0 0 0,0 0 0 0 0,0 0 0 0 0,0-1 0 0 0,1 1 0 0 0,0 0 0 0 0,0 0 0 0 0,4 6 0 0 0,-4-9 3 0 0,1-1-1 0 0,0 1 1 0 0,-1 0-1 0 0,1-1 1 0 0,0 0-1 0 0,0 1 1 0 0,0-1-1 0 0,0 0 1 0 0,1-1-1 0 0,-1 1 1 0 0,1-1-1 0 0,-1 1 1 0 0,1-1-1 0 0,-1 0 1 0 0,1 0-1 0 0,0 0 1 0 0,-1-1-1 0 0,1 0 1 0 0,0 1-1 0 0,0-1 1 0 0,-1 0-1 0 0,1-1 1 0 0,0 1-1 0 0,0-1 1 0 0,-1 0-1 0 0,5-1 1 0 0,14-3-1 0 0,0-1-1 0 0,-1-2 1 0 0,23-10-1 0 0,-34 14-9 0 0,191-75-41 0 0,-197 78 45 0 0,-1-1 0 0 0,1 1 0 0 0,-1 0 0 0 0,1 1 0 0 0,0-1 0 0 0,0 1-1 0 0,-1 0 1 0 0,1 0 0 0 0,0 0 0 0 0,0 0 0 0 0,0 0 0 0 0,-1 1 0 0 0,1 0 0 0 0,0 0 0 0 0,-1 0 0 0 0,5 2-1 0 0,0 1 5 0 0,0 1 0 0 0,0 0 0 0 0,-1 0 0 0 0,14 13-1 0 0,-16-13 2 0 0,1 0 0 0 0,1 0 0 0 0,-1 0-1 0 0,1-1 1 0 0,-1 0 0 0 0,1 0 0 0 0,8 3-1 0 0,-4-3 3 0 0,1-1 0 0 0,-1 0-1 0 0,1-1 1 0 0,-1-1-1 0 0,1 1 1 0 0,0-2-1 0 0,-1 0 1 0 0,23-2-1 0 0,-30 1 3 0 0,0 1 0 0 0,0-1 1 0 0,0 0-1 0 0,0-1 0 0 0,-1 1 0 0 0,1-1 0 0 0,0 1 0 0 0,-1-1 0 0 0,1 0 0 0 0,-1 0 0 0 0,1-1 0 0 0,-1 1 0 0 0,0-1 0 0 0,0 0 0 0 0,0 1 0 0 0,0-1 0 0 0,-1-1 0 0 0,1 1 0 0 0,-1 0 0 0 0,0-1 0 0 0,1 1 0 0 0,-2-1 1 0 0,1 1-1 0 0,0-1 0 0 0,-1 0 0 0 0,0 0 0 0 0,0 0 0 0 0,1-5 0 0 0,-1 7 89 0 0,0-2 70 0 0,0 0-123 0 0,-1 6 1018 0 0,0 1-1130 0 0,-1 1-1 0 0,2-1 1 0 0,-1 0 0 0 0,0 0 0 0 0,1 1 0 0 0,0-1-1 0 0,-1 0 1 0 0,1 0 0 0 0,0 0 0 0 0,1 0-1 0 0,-1 0 1 0 0,1 0 0 0 0,-1 0 0 0 0,1 0 0 0 0,0-1-1 0 0,0 1 1 0 0,0 0 0 0 0,0-1 0 0 0,0 0-1 0 0,1 0 1 0 0,-1 1 0 0 0,1-1 0 0 0,0-1 0 0 0,-1 1-1 0 0,1 0 1 0 0,0-1 0 0 0,0 1 0 0 0,4 0-1 0 0,-1 2-1312 0 0,1-1 0 0 0,0-1 0 0 0,0 0 0 0 0,0 1 0 0 0,9 0 0 0 0,8 0-2483 0 0</inkml:trace>
</inkml:ink>
</file>

<file path=ppt/ink/ink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47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52 832 0 0,'-3'-46'6291'0'0,"3"46"-6236"0"0,0 0 0 0 0,0-1 0 0 0,0 1 0 0 0,0 0 1 0 0,0 0-1 0 0,0-1 0 0 0,0 1 0 0 0,-1 0 1 0 0,1 0-1 0 0,0-1 0 0 0,0 1 0 0 0,0 0 0 0 0,0 0 1 0 0,0 0-1 0 0,-1-1 0 0 0,1 1 0 0 0,0 0 0 0 0,0 0 1 0 0,0 0-1 0 0,-1 0 0 0 0,1-1 0 0 0,0 1 0 0 0,0 0 1 0 0,0 0-1 0 0,-1 0 0 0 0,1 0 0 0 0,0 0 0 0 0,0 0 1 0 0,-1 0-1 0 0,1 0 0 0 0,0-1 0 0 0,0 1 1 0 0,-1 0-1 0 0,1 0 0 0 0,0 0 0 0 0,0 0 0 0 0,-1 0 1 0 0,1 0-1 0 0,0 1 0 0 0,0-1 0 0 0,-1 0 0 0 0,1 0 1 0 0,0 0-1 0 0,0 0 0 0 0,-1 0 0 0 0,1 0 0 0 0,0 0 1 0 0,0 0-1 0 0,0 1 0 0 0,-1-1 0 0 0,1 0 0 0 0,0 0 1 0 0,0 0-1 0 0,-1 1 0 0 0,-19 16 588 0 0,-16 27-485 0 0,17-16 164 0 0,-31 57 1 0 0,44-72-257 0 0,0 0-1 0 0,1 0 1 0 0,1 0 0 0 0,0 1-1 0 0,1 0 1 0 0,1 0 0 0 0,-2 20-1 0 0,4-31-45 0 0,-1 1-1 0 0,1-1 1 0 0,0 0-1 0 0,0 1 0 0 0,0-1 1 0 0,1 0-1 0 0,-1 0 0 0 0,1 1 1 0 0,0-1-1 0 0,0 0 0 0 0,0 0 1 0 0,0 0-1 0 0,1 0 1 0 0,-1 0-1 0 0,3 4 0 0 0,-1-5-8 0 0,-1-1 1 0 0,0 1-1 0 0,0-1 0 0 0,0 0 0 0 0,1 0 0 0 0,-1 0 1 0 0,1 0-1 0 0,-1 0 0 0 0,1 0 0 0 0,-1 0 0 0 0,1-1 0 0 0,0 0 1 0 0,-1 1-1 0 0,1-1 0 0 0,-1 0 0 0 0,1 0 0 0 0,0 0 0 0 0,-1-1 1 0 0,6 0-1 0 0,6-3 5 0 0,0 0 1 0 0,-1 0-1 0 0,1-1 1 0 0,-1-1-1 0 0,0 0 1 0 0,0-1 0 0 0,-1-1-1 0 0,0 0 1 0 0,0 0-1 0 0,13-13 1 0 0,30-19-56 0 0,-53 39 43 0 0,62 27-29 0 0,-56-22 29 0 0,-1-1 0 0 0,1 1-1 0 0,0-1 1 0 0,0-1 0 0 0,0 1 0 0 0,1-1 0 0 0,-1-1 0 0 0,0 1 0 0 0,1-2-1 0 0,-1 1 1 0 0,14-2 0 0 0,-17 1 2 0 0,-1 0-1 0 0,1-1 1 0 0,-1 0-1 0 0,0 0 0 0 0,1 0 1 0 0,-1-1-1 0 0,0 1 1 0 0,0-1-1 0 0,0 0 1 0 0,0 0-1 0 0,0-1 1 0 0,-1 1-1 0 0,1-1 1 0 0,0 0-1 0 0,-1 0 1 0 0,0 0-1 0 0,0 0 1 0 0,0 0-1 0 0,0-1 0 0 0,-1 0 1 0 0,1 1-1 0 0,3-8 1 0 0,-3 0 0 0 0,-1 1 0 0 0,1-1 0 0 0,-2 0-1 0 0,0 0 1 0 0,0 0 0 0 0,-1-14 0 0 0,0 23 14 0 0,3 7-17 0 0,3 1-1 0 0,0 0-1 0 0,0-1 1 0 0,1 0 0 0 0,0 0-1 0 0,0 0 1 0 0,0-1 0 0 0,0 0 0 0 0,0 0-1 0 0,1-1 1 0 0,0 0 0 0 0,0 0-1 0 0,0-1 1 0 0,0 0 0 0 0,0 0 0 0 0,0-1-1 0 0,1 0 1 0 0,-1 0 0 0 0,0-1-1 0 0,1 0 1 0 0,8-2 0 0 0,1 1 2 0 0,0-1-1 0 0,1-1 1 0 0,-1 0 0 0 0,0-2 0 0 0,0 0 0 0 0,-1-1-1 0 0,0 0 1 0 0,26-14 0 0 0,-36 16 8 0 0,0-1 1 0 0,-1 1 0 0 0,1-1-1 0 0,-1 0 1 0 0,1 0-1 0 0,-2-1 1 0 0,1 0 0 0 0,-1 0-1 0 0,1-1 1 0 0,-2 1-1 0 0,1-1 1 0 0,-1 0 0 0 0,0 0-1 0 0,0 0 1 0 0,-1-1-1 0 0,0 1 1 0 0,0-1 0 0 0,1-8-1 0 0,-4 13 47 0 0,-11 1 69 0 0,10 1-122 0 0,1 1-1 0 0,-1-1 0 0 0,0 1 1 0 0,0-1-1 0 0,0 1 1 0 0,1 0-1 0 0,-1 0 1 0 0,0-1-1 0 0,0 1 1 0 0,0 0-1 0 0,0 0 1 0 0,0 0-1 0 0,1 0 1 0 0,-1 0-1 0 0,0 0 1 0 0,0 0-1 0 0,0 0 1 0 0,0 0-1 0 0,0 1 1 0 0,1-1-1 0 0,-1 0 1 0 0,0 0-1 0 0,0 1 1 0 0,0-1-1 0 0,1 1 1 0 0,-1-1-1 0 0,0 1 1 0 0,1-1-1 0 0,-1 1 1 0 0,0-1-1 0 0,1 1 0 0 0,-1-1 1 0 0,0 1-1 0 0,0 1 1 0 0,-2 1 9 0 0,0 1 0 0 0,1 0 1 0 0,-1 0-1 0 0,1 0 0 0 0,-1 0 0 0 0,1 1 1 0 0,1-1-1 0 0,-1 1 0 0 0,1-1 0 0 0,-1 1 1 0 0,1 0-1 0 0,1-1 0 0 0,-1 1 0 0 0,1 0 1 0 0,-1 0-1 0 0,1-1 0 0 0,1 1 0 0 0,-1 0 1 0 0,1 0-1 0 0,0-1 0 0 0,0 1 0 0 0,0 0 1 0 0,0-1-1 0 0,1 1 0 0 0,0-1 0 0 0,0 0 1 0 0,0 1-1 0 0,1-1 0 0 0,4 7 0 0 0,-1-4-123 0 0,0-1 0 0 0,0 1-1 0 0,1-1 1 0 0,0 0 0 0 0,10 7 0 0 0,24 5-7577 0 0,-29-16 4400 0 0</inkml:trace>
</inkml:ink>
</file>

<file path=ppt/ink/ink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0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81 564 0 0,'7'-64'5235'0'0,"-7"62"-4748"0"0,8-12 2928 0 0,-16 29-3236 0 0,1 1-1 0 0,1 0 1 0 0,0 0 0 0 0,1 1 0 0 0,1-1 0 0 0,0 1 0 0 0,1 0-1 0 0,1 0 1 0 0,1 1 0 0 0,1 32 0 0 0,1-43-143 0 0,0 0-1 0 0,1 1 1 0 0,0-1 0 0 0,0 0 0 0 0,1 0-1 0 0,0 0 1 0 0,0-1 0 0 0,1 1 0 0 0,0-1-1 0 0,0 1 1 0 0,0-1 0 0 0,8 8 0 0 0,-9-11-20 0 0,0 0 1 0 0,0-1 0 0 0,1 1 0 0 0,-1-1 0 0 0,1 0-1 0 0,0 1 1 0 0,0-1 0 0 0,0-1 0 0 0,0 1-1 0 0,0-1 1 0 0,0 1 0 0 0,0-1 0 0 0,0-1-1 0 0,0 1 1 0 0,1 0 0 0 0,-1-1 0 0 0,0 0 0 0 0,1 0-1 0 0,-1 0 1 0 0,0-1 0 0 0,1 1 0 0 0,-1-1-1 0 0,7-2 1 0 0,-4 1-8 0 0,-1-1 1 0 0,1 0-1 0 0,-1 0 0 0 0,0 0 0 0 0,0 0 1 0 0,0-1-1 0 0,-1 0 0 0 0,1 0 0 0 0,-1-1 1 0 0,0 0-1 0 0,0 0 0 0 0,0 0 1 0 0,-1 0-1 0 0,0-1 0 0 0,4-5 0 0 0,2-7-1 0 0,-1 0-1 0 0,-1 0 1 0 0,-1-1-1 0 0,0 1 0 0 0,4-24 1 0 0,-7 16-3 0 0,-12 33 0 0 0,5-2-8 0 0,0 0 0 0 0,0 1 0 0 0,1-1 0 0 0,-1 1 0 0 0,2 0 0 0 0,-3 8 0 0 0,3-5 5 0 0,1-1-1 0 0,0 1 1 0 0,0 0-1 0 0,1-1 1 0 0,0 1 0 0 0,0-1-1 0 0,1 1 1 0 0,0-1-1 0 0,1 0 1 0 0,0 1-1 0 0,0-1 1 0 0,0-1 0 0 0,8 13-1 0 0,-10-19 2 0 0,0 0 0 0 0,1-1-1 0 0,-1 1 1 0 0,0 0 0 0 0,0-1-1 0 0,0 1 1 0 0,1-1 0 0 0,-1 1 0 0 0,0-1-1 0 0,1 0 1 0 0,-1 1 0 0 0,0-1-1 0 0,0 0 1 0 0,1 0 0 0 0,-1 0 0 0 0,0 0-1 0 0,1 0 1 0 0,-1 0 0 0 0,3-1 0 0 0,24-4 23 0 0,-14 0-19 0 0,-1 0 0 0 0,1-1-1 0 0,-1-1 1 0 0,0 0 0 0 0,0-1 0 0 0,19-15 0 0 0,34-20-9 0 0,-43 29 18 0 0,-20 11-23 0 0,1 1 0 0 0,-1 0 0 0 0,0 0 0 0 0,1 0 0 0 0,-1 0 0 0 0,1 1 0 0 0,0-1 1 0 0,-1 1-1 0 0,1 0 0 0 0,0 0 0 0 0,7 0 0 0 0,-11 1 6 0 0,1 0 1 0 0,0 1-1 0 0,-1-1 0 0 0,1 1 1 0 0,-1-1-1 0 0,1 1 0 0 0,-1-1 1 0 0,1 1-1 0 0,-1-1 0 0 0,1 1 0 0 0,-1 0 1 0 0,1-1-1 0 0,-1 1 0 0 0,0 0 1 0 0,1-1-1 0 0,-1 1 0 0 0,0 0 0 0 0,0-1 1 0 0,1 1-1 0 0,-1 0 0 0 0,0-1 1 0 0,0 1-1 0 0,0 0 0 0 0,0 0 1 0 0,0 1-1 0 0,2 21-1 0 0,-3-17-1 0 0,1-4 2 0 0,0 0 1 0 0,-1 0-1 0 0,1 0 1 0 0,0 0-1 0 0,1 1 0 0 0,-1-1 1 0 0,0 0-1 0 0,0 0 0 0 0,1 0 1 0 0,0 0-1 0 0,-1 0 0 0 0,1 0 1 0 0,0 0-1 0 0,0 0 0 0 0,0 0 1 0 0,0 0-1 0 0,0 0 0 0 0,0 0 1 0 0,2 1-1 0 0,-2-2 4 0 0,0 0-1 0 0,0 0 1 0 0,0-1 0 0 0,1 1-1 0 0,-1 0 1 0 0,0-1-1 0 0,0 1 1 0 0,1 0-1 0 0,-1-1 1 0 0,0 0 0 0 0,1 1-1 0 0,-1-1 1 0 0,0 0-1 0 0,1 0 1 0 0,-1 1 0 0 0,0-1-1 0 0,1 0 1 0 0,-1 0-1 0 0,1-1 1 0 0,-1 1 0 0 0,0 0-1 0 0,1 0 1 0 0,-1-1-1 0 0,0 1 1 0 0,2-1-1 0 0,36-14-22 0 0,-37 13 20 0 0,14-8 4 0 0,0-1 1 0 0,-1 0-1 0 0,0-1 0 0 0,-1-1 1 0 0,23-28-1 0 0,-22 25-3 0 0,-13 12-1 0 0,19-17 24 0 0,-8 8-28 0 0,-12 12-1 0 0,-1 4-17 0 0,0 1 3 0 0,0 0 0 0 0,0 0-1 0 0,1 0 1 0 0,-1 0 0 0 0,1 0-1 0 0,0-1 1 0 0,0 1 0 0 0,1 0-1 0 0,-1-1 1 0 0,1 1 0 0 0,0-1-1 0 0,0 0 1 0 0,0 1 0 0 0,0-1-1 0 0,0 0 1 0 0,1 0 0 0 0,0 0-1 0 0,-1-1 1 0 0,1 1-1 0 0,6 4 1 0 0,-1-3-897 0 0,-1 0-1 0 0,1 0 1 0 0,0-1-1 0 0,0 0 1 0 0,0-1-1 0 0,1 0 1 0 0,12 2-1 0 0,-2-1-1951 0 0</inkml:trace>
</inkml:ink>
</file>

<file path=ppt/ink/ink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1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1 486 232 0 0,'0'1'148'0'0,"0"1"-1"0"0,1-1 1 0 0,-1 1 0 0 0,0-1-1 0 0,1 0 1 0 0,0 1 0 0 0,-1-1-1 0 0,1 0 1 0 0,0 1 0 0 0,-1-1-1 0 0,1 0 1 0 0,0 0-1 0 0,0 1 1 0 0,0-1 0 0 0,0 0-1 0 0,0 0 1 0 0,0 0 0 0 0,1-1-1 0 0,-1 1 1 0 0,0 0 0 0 0,0 0-1 0 0,1 0 1 0 0,-1-1 0 0 0,0 1-1 0 0,1-1 1 0 0,-1 1 0 0 0,1-1-1 0 0,-1 0 1 0 0,1 1 0 0 0,-1-1-1 0 0,2 0 1 0 0,3 0 94 0 0,0-1 1 0 0,1 1 0 0 0,-1-1-1 0 0,0-1 1 0 0,0 1 0 0 0,6-3-1 0 0,-4 1-62 0 0,0 1 0 0 0,0-1 0 0 0,-1-1 0 0 0,0 1-1 0 0,1-1 1 0 0,-1-1 0 0 0,-1 1 0 0 0,1-1 0 0 0,-1-1 0 0 0,1 1 0 0 0,-2-1-1 0 0,1 0 1 0 0,-1 0 0 0 0,1-1 0 0 0,-2 1 0 0 0,1-1 0 0 0,-1 0-1 0 0,0 0 1 0 0,0-1 0 0 0,-1 1 0 0 0,0-1 0 0 0,3-12 0 0 0,-6 18 556 0 0,-3 6-671 0 0,1-2-54 0 0,1-1-1 0 0,0 1 1 0 0,-1 0-1 0 0,1-1 1 0 0,0 1-1 0 0,0 0 1 0 0,0 0-1 0 0,1 0 1 0 0,-1 0-1 0 0,0 0 1 0 0,1 0-1 0 0,-1 0 1 0 0,1 0-1 0 0,0 0 1 0 0,-1 0-1 0 0,1 0 1 0 0,0 0-1 0 0,1 0 1 0 0,-1 1-1 0 0,0-1 0 0 0,0 0 1 0 0,1 0-1 0 0,-1 0 1 0 0,1 0-1 0 0,0 0 1 0 0,0 0-1 0 0,-1 0 1 0 0,1-1-1 0 0,1 1 1 0 0,-1 0-1 0 0,0 0 1 0 0,0-1-1 0 0,1 1 1 0 0,-1-1-1 0 0,0 1 1 0 0,1-1-1 0 0,0 1 1 0 0,-1-1-1 0 0,1 0 1 0 0,0 0-1 0 0,0 0 1 0 0,2 1-1 0 0,1 1-2 0 0,1 0 0 0 0,0-1-1 0 0,-1 0 1 0 0,1 0-1 0 0,0-1 1 0 0,0 1 0 0 0,1-1-1 0 0,-1-1 1 0 0,0 1-1 0 0,0-1 1 0 0,0 0 0 0 0,1 0-1 0 0,-1-1 1 0 0,0 0-1 0 0,0 0 1 0 0,0-1-1 0 0,0 1 1 0 0,0-1 0 0 0,0 0-1 0 0,0-1 1 0 0,5-3-1 0 0,-2 1-6 0 0,0 0 0 0 0,0-1 0 0 0,-1 0 0 0 0,0-1 0 0 0,0 0 0 0 0,0 0 0 0 0,-1 0 0 0 0,0-1 0 0 0,-1 0 0 0 0,0-1 0 0 0,0 1 0 0 0,5-11 0 0 0,1-6-26 0 0,-1 0 0 0 0,-1-1-1 0 0,-1 0 1 0 0,7-39-1 0 0,-13 50 284 0 0,-1 0-1 0 0,-1 1 1 0 0,0-1-1 0 0,-1 0 1 0 0,0 0-1 0 0,-1 0 1 0 0,-1 0-1 0 0,-1 0 1 0 0,-7-25-1 0 0,10 38 496 0 0,-2 4-723 0 0,0-1 0 0 0,0 1 0 0 0,1-1 0 0 0,-1 1 1 0 0,1-1-1 0 0,0 1 0 0 0,-1 0 0 0 0,1 0 0 0 0,0 0 0 0 0,0 0 0 0 0,-1 2 0 0 0,2-4-11 0 0,-5 14 77 0 0,0 0 1 0 0,1-1 0 0 0,1 1-1 0 0,0 0 1 0 0,1 1 0 0 0,0-1-1 0 0,1 0 1 0 0,2 24 0 0 0,-1-10-12 0 0,0 1-20 0 0,2 1 0 0 0,1-1-1 0 0,1 0 1 0 0,2 0 0 0 0,1-1-1 0 0,10 29 1 0 0,18 36-2297 0 0,-24-72 84 0 0,-3-13-4220 0 0,0-2 2731 0 0</inkml:trace>
</inkml:ink>
</file>

<file path=ppt/ink/ink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50 672 0 0,'28'-13'3165'0'0,"39"-5"-96"0"0,2 1-3365 0 0,-67 16-924 0 0</inkml:trace>
</inkml:ink>
</file>

<file path=ppt/ink/ink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1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49 312 0 0,'-25'-7'2118'0'0,"19"6"-1300"0"0,1-1-1 0 0,-1 1 0 0 0,0-1 0 0 0,1 0 0 0 0,-1-1 0 0 0,1 1 0 0 0,-8-7 2252 0 0,15 7-2982 0 0,0 0 0 0 0,0 1 0 0 0,1-1-1 0 0,-1 0 1 0 0,1 1 0 0 0,-1-1 0 0 0,1 1 0 0 0,0 0 0 0 0,-1 0 0 0 0,4-1-1 0 0,24 0-179 0 0,-14 6-1628 0 0,-6 6-3525 0 0,-6 0 2368 0 0</inkml:trace>
</inkml:ink>
</file>

<file path=ppt/ink/ink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3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20 148 0 0,'-16'-18'4527'0'0,"16"17"-4446"0"0,0 1-1 0 0,-1 0 1 0 0,1 0 0 0 0,0 0 0 0 0,0 0 0 0 0,-1 0 0 0 0,1 0 0 0 0,0 0 0 0 0,0 0 0 0 0,-1 0 0 0 0,1 0 0 0 0,0 0 0 0 0,-1 0 0 0 0,1 0 0 0 0,0 0 0 0 0,0 0 0 0 0,-1 0 0 0 0,1 0 0 0 0,0 0 0 0 0,0 1 0 0 0,-1-1 0 0 0,1 0 0 0 0,0 0 0 0 0,0 0 0 0 0,0 0-1 0 0,-1 0 1 0 0,1 1 0 0 0,0-1 0 0 0,0 0 0 0 0,0 0 0 0 0,-1 0 0 0 0,1 1 0 0 0,0-1 0 0 0,0 0 0 0 0,0 0 0 0 0,0 1 0 0 0,0-1 0 0 0,0 0 0 0 0,0 0 0 0 0,-1 1 0 0 0,-3 43 2178 0 0,3-39-2403 0 0,3 118 1620 0 0,0-66-890 0 0,-10 104 1 0 0,6-148-563 0 0,-1-1-1 0 0,0 1 1 0 0,0 0 0 0 0,-2-1 0 0 0,1 0 0 0 0,-11 18 0 0 0,13-26-227 0 0,-1 1 0 0 0,0-1 0 0 0,0 1 0 0 0,0-1 1 0 0,0 0-1 0 0,-1 0 0 0 0,1-1 0 0 0,-1 1 0 0 0,0-1 1 0 0,0 0-1 0 0,-1 0 0 0 0,1 0 0 0 0,-1 0 0 0 0,1-1 1 0 0,-1 1-1 0 0,0-1 0 0 0,0-1 0 0 0,-8 3 0 0 0,-12-6-3459 0 0,20 0 2841 0 0,-13-4-1759 0 0</inkml:trace>
</inkml:ink>
</file>

<file path=ppt/ink/ink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3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85 137 424 0 0,'-10'3'799'0'0,"-37"14"1286"0"0,45-16-1993 0 0,0 0 0 0 0,1-1 0 0 0,-1 1-1 0 0,0 0 1 0 0,1 0 0 0 0,-1 0-1 0 0,1 1 1 0 0,0-1 0 0 0,-1 0 0 0 0,1 0-1 0 0,0 1 1 0 0,0-1 0 0 0,0 1 0 0 0,0-1-1 0 0,0 1 1 0 0,0 0 0 0 0,0-1-1 0 0,0 1 1 0 0,1 0 0 0 0,-1-1 0 0 0,1 1-1 0 0,-1 0 1 0 0,0 2 0 0 0,2-2-59 0 0,-1 0 0 0 0,1-1 0 0 0,0 1 1 0 0,-1 0-1 0 0,1 0 0 0 0,0-1 0 0 0,0 1 0 0 0,0-1 1 0 0,0 1-1 0 0,0-1 0 0 0,1 1 0 0 0,-1-1 1 0 0,0 0-1 0 0,1 1 0 0 0,-1-1 0 0 0,0 0 0 0 0,1 0 1 0 0,0 0-1 0 0,-1 0 0 0 0,1 0 0 0 0,0-1 0 0 0,-1 1 1 0 0,1 0-1 0 0,0-1 0 0 0,0 1 0 0 0,-1-1 0 0 0,3 0 1 0 0,51 9 317 0 0,-54-9-346 0 0,48 3 178 0 0,-1-3-1 0 0,91-11 1 0 0,99-30 122 0 0,-131 20-137 0 0,786-122 996 0 0,-812 132-335 0 0,-83 12-814 0 0,0 0 1 0 0,0 0-1 0 0,1 0 0 0 0,-1 0 0 0 0,0 0 1 0 0,0 0-1 0 0,0 0 0 0 0,1 1 0 0 0,-1-1 1 0 0,1 1-1 0 0,-1-1 0 0 0,0 3 0 0 0,-2-1 18 0 0,-2 1 25 0 0,0 1 0 0 0,0 0-1 0 0,1 0 1 0 0,0 0 0 0 0,0 1 0 0 0,0 0-1 0 0,-6 9 1 0 0,10-14-49 0 0,1 1-1 0 0,-1-1 1 0 0,1 1 0 0 0,-1-1-1 0 0,1 1 1 0 0,-1-1 0 0 0,1 1-1 0 0,0-1 1 0 0,0 1-1 0 0,0 0 1 0 0,0-1 0 0 0,0 1-1 0 0,0-1 1 0 0,0 1-1 0 0,1-1 1 0 0,-1 1 0 0 0,0 0-1 0 0,1-1 1 0 0,-1 0-1 0 0,1 1 1 0 0,0-1 0 0 0,-1 1-1 0 0,1-1 1 0 0,0 0 0 0 0,0 1-1 0 0,0-1 1 0 0,0 0-1 0 0,0 0 1 0 0,0 0 0 0 0,0 0-1 0 0,1 0 1 0 0,-1 0-1 0 0,0 0 1 0 0,1 0 0 0 0,-1 0-1 0 0,0 0 1 0 0,1-1-1 0 0,-1 1 1 0 0,1-1 0 0 0,2 1-1 0 0,2 2 12 0 0,0-1-1 0 0,1 0 1 0 0,-1 0-1 0 0,1-1 0 0 0,-1 0 1 0 0,1 0-1 0 0,-1 0 1 0 0,1-1-1 0 0,10-1 1 0 0,-14 2-3 0 0,-1-1 0 0 0,0-1 0 0 0,1 1 0 0 0,-1 0 0 0 0,0-1 0 0 0,1 1 0 0 0,-1-1 0 0 0,0 0 1 0 0,0 1-1 0 0,1-1 0 0 0,-1 0 0 0 0,0 0 0 0 0,0-1 0 0 0,0 1 0 0 0,0 0 0 0 0,0-1 0 0 0,-1 1 0 0 0,1-1 0 0 0,0 0 1 0 0,-1 1-1 0 0,1-1 0 0 0,-1 0 0 0 0,1 0 0 0 0,-1 0 0 0 0,0 0 0 0 0,0 0 0 0 0,0-1 0 0 0,1-2 0 0 0,-1 2 7 0 0,-1-1-1 0 0,0 1 0 0 0,0-1 1 0 0,-1 1-1 0 0,1 0 1 0 0,0-1-1 0 0,-1 1 0 0 0,0 0 1 0 0,0 0-1 0 0,0-1 0 0 0,0 1 1 0 0,-1 0-1 0 0,1 0 1 0 0,-1 0-1 0 0,0 0 0 0 0,0 0 1 0 0,0 1-1 0 0,0-1 0 0 0,0 1 1 0 0,0-1-1 0 0,-1 1 0 0 0,1 0 1 0 0,-1-1-1 0 0,0 2 1 0 0,0-1-1 0 0,1 0 0 0 0,-1 0 1 0 0,-4-1-1 0 0,-1-1-208 0 0,-1 0 0 0 0,1 1 1 0 0,-1-1-1 0 0,0 2 0 0 0,0-1 0 0 0,0 1 1 0 0,0 1-1 0 0,-15-2 0 0 0,12 9-2863 0 0,6 2-2349 0 0</inkml:trace>
</inkml:ink>
</file>

<file path=ppt/ink/ink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5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20 572 0 0,'7'-2'491'0'0,"0"1"0"0"0,1-1 0 0 0,-1 1 0 0 0,0 1 0 0 0,1-1 0 0 0,-1 1 0 0 0,1 0-1 0 0,-1 1 1 0 0,1 0 0 0 0,8 2 0 0 0,-13-2-365 0 0,1 0 1 0 0,-1 0-1 0 0,1 1 0 0 0,-1 0 0 0 0,0-1 0 0 0,0 1 1 0 0,0 0-1 0 0,0 1 0 0 0,0-1 0 0 0,0 0 0 0 0,0 1 0 0 0,-1 0 1 0 0,1-1-1 0 0,-1 1 0 0 0,0 0 0 0 0,1 0 0 0 0,-2 1 0 0 0,1-1 1 0 0,0 0-1 0 0,-1 1 0 0 0,3 6 0 0 0,-3-6-61 0 0,0 1-1 0 0,0 0 1 0 0,0 0-1 0 0,-1 0 1 0 0,1 0-1 0 0,-1 0 1 0 0,0-1-1 0 0,-1 1 1 0 0,1 0-1 0 0,-1 0 1 0 0,0 0-1 0 0,0 0 1 0 0,-1-1-1 0 0,1 1 1 0 0,-1 0-1 0 0,0-1 1 0 0,0 1-1 0 0,-1-1 1 0 0,1 0-1 0 0,-1 0 1 0 0,0 0-1 0 0,0 0 1 0 0,0 0-1 0 0,-1-1 1 0 0,1 0-1 0 0,-1 1 1 0 0,0-1-1 0 0,0 0 1 0 0,0-1-1 0 0,0 1 1 0 0,-9 3-1 0 0,11-5 85 0 0,-3-3-85 0 0,4 2-60 0 0,0-1 0 0 0,0 1-1 0 0,1 0 1 0 0,-1 0 0 0 0,0 0 0 0 0,0-1-1 0 0,1 1 1 0 0,-1 0 0 0 0,0-1 0 0 0,1 1 0 0 0,-1 0-1 0 0,0-1 1 0 0,1 1 0 0 0,-1-1 0 0 0,1 1-1 0 0,-1-1 1 0 0,1 0 0 0 0,-1 1 0 0 0,1-1 0 0 0,-2-1-1 0 0,4-4 4 0 0,-1 0 1 0 0,0-1-1 0 0,1 1 0 0 0,0 0 0 0 0,1 0 0 0 0,0 0 0 0 0,-1 1 0 0 0,2-1 0 0 0,-1 0 0 0 0,1 1 0 0 0,0 0 1 0 0,0 0-1 0 0,0 0 0 0 0,1 0 0 0 0,7-6 0 0 0,-2 3-8 0 0,0-1 1 0 0,0 1-1 0 0,1 1 1 0 0,0 0-1 0 0,0 1 1 0 0,1 0-1 0 0,14-6 1 0 0,-21 11 1 0 0,-1 0 0 0 0,1-1 1 0 0,-1 2-1 0 0,1-1 0 0 0,0 0 1 0 0,-1 1-1 0 0,1 0 0 0 0,0 0 0 0 0,-1 0 1 0 0,1 1-1 0 0,0 0 0 0 0,-1-1 1 0 0,1 2-1 0 0,-1-1 0 0 0,1 0 1 0 0,-1 1-1 0 0,0 0 0 0 0,0 0 0 0 0,1 0 1 0 0,-1 1-1 0 0,-1-1 0 0 0,1 1 1 0 0,0 0-1 0 0,-1 0 0 0 0,1 0 1 0 0,-1 1-1 0 0,0-1 0 0 0,0 1 1 0 0,0 0-1 0 0,-1 0 0 0 0,1 0 0 0 0,-1 0 1 0 0,0 0-1 0 0,0 0 0 0 0,0 1 1 0 0,-1-1-1 0 0,0 0 0 0 0,1 1 1 0 0,-2 0-1 0 0,1-1 0 0 0,0 1 0 0 0,-1 0 1 0 0,0-1-1 0 0,0 1 0 0 0,-1 4 1 0 0,1-6 6 0 0,0 6 83 0 0,0-1 97 0 0,4-11-64 0 0,7-6-157 0 0,23-23 57 0 0,-27 24-27 0 0,0 1 0 0 0,0 0 0 0 0,1 1 0 0 0,16-11-1 0 0,-19 16 6 0 0,13-1-3 0 0,0 2-1 0 0,1 0 0 0 0,-1 1 1 0 0,0 1-1 0 0,24 5 0 0 0,-22-3 1 0 0,0-1-1 0 0,26 1 1 0 0,-22-4 6 0 0,16 0 10 0 0,55-6 1 0 0,-83 4-11 0 0,0 0 0 0 0,0-1 1 0 0,0-1-1 0 0,0 1 1 0 0,-1-2-1 0 0,0 1 1 0 0,0-2-1 0 0,20-12 0 0 0,-30 18-5 0 0,-1-1 0 0 0,1 1 0 0 0,0-1 0 0 0,0 1-1 0 0,0-1 1 0 0,0 0 0 0 0,-1 0 0 0 0,1 1 0 0 0,0-1-1 0 0,-1 0 1 0 0,1 0 0 0 0,-1 0 0 0 0,1 0-1 0 0,-1 0 1 0 0,1 0 0 0 0,-1 0 0 0 0,0 0 0 0 0,1 0-1 0 0,-1 0 1 0 0,0 0 0 0 0,0 0 0 0 0,0 0 0 0 0,0 0-1 0 0,0 0 1 0 0,0 0 0 0 0,0 0 0 0 0,0 0 0 0 0,0 0-1 0 0,0 0 1 0 0,0 0 0 0 0,-1 0 0 0 0,1 0-1 0 0,-1 0 1 0 0,1 0 0 0 0,0 0 0 0 0,-1 0 0 0 0,0 0-1 0 0,0-1 1 0 0,0 0 16 0 0,-1 1 0 0 0,1-1-1 0 0,-1 1 1 0 0,1-1 0 0 0,-1 1-1 0 0,0 0 1 0 0,1-1-1 0 0,-1 1 1 0 0,0 0 0 0 0,0 0-1 0 0,0 0 1 0 0,0 0 0 0 0,0 1-1 0 0,0-1 1 0 0,0 1 0 0 0,0-1-1 0 0,0 1 1 0 0,-4-1 0 0 0,-2 1 43 0 0,0 0 0 0 0,1 1 0 0 0,-1 0 0 0 0,0 0 0 0 0,1 1 0 0 0,-1 0 0 0 0,1 0 0 0 0,0 0 0 0 0,-10 6 0 0 0,13-6-29 0 0,0 1 0 0 0,0 0 0 0 0,0-1 0 0 0,0 2 0 0 0,1-1 0 0 0,-1 0-1 0 0,1 1 1 0 0,0-1 0 0 0,0 1 0 0 0,0 0 0 0 0,1 0 0 0 0,-1 0-1 0 0,1 1 1 0 0,0-1 0 0 0,0 0 0 0 0,-2 9 0 0 0,4-11-25 0 0,0 0 1 0 0,0 0-1 0 0,0 0 1 0 0,0-1-1 0 0,0 1 1 0 0,1 0-1 0 0,-1 0 1 0 0,1 0 0 0 0,-1-1-1 0 0,1 1 1 0 0,-1 0-1 0 0,1-1 1 0 0,0 1-1 0 0,0 0 1 0 0,0-1-1 0 0,0 1 1 0 0,0-1-1 0 0,0 1 1 0 0,0-1-1 0 0,1 0 1 0 0,-1 1-1 0 0,3 1 1 0 0,34 24 73 0 0,-37-26-78 0 0,14 6 10 0 0,0 0 1 0 0,1-1-1 0 0,0 0 0 0 0,0-2 1 0 0,0 1-1 0 0,1-2 0 0 0,-1 0 0 0 0,1-1 1 0 0,-1-1-1 0 0,1-1 0 0 0,0 0 0 0 0,18-3 1 0 0,30-5 14 0 0,108-28 0 0 0,-151 31-21 0 0,53-14 8 0 0,-1-4 0 0 0,76-35 0 0 0,-146 56-10 0 0,0 1-1 0 0,0-1 0 0 0,0 1 0 0 0,0-1 0 0 0,0-1 0 0 0,0 1 0 0 0,0 0 1 0 0,-1-1-1 0 0,1 0 0 0 0,-1 1 0 0 0,0-1 0 0 0,0-1 0 0 0,4-3 0 0 0,-7 5 45 0 0,-83 6 263 0 0,77-3-287 0 0,-1 0-1 0 0,1 1 0 0 0,0 0 0 0 0,0 0 1 0 0,0 0-1 0 0,0 1 0 0 0,0 0 1 0 0,0 0-1 0 0,0 0 0 0 0,-8 7 1 0 0,11-7-9 0 0,-1 0 1 0 0,1 0 0 0 0,0 1-1 0 0,0-1 1 0 0,0 1 0 0 0,0 0-1 0 0,-3 7 1 0 0,5-9 14 0 0,3 0-20 0 0,0 0 0 0 0,0 0 0 0 0,0 1 0 0 0,0-1 0 0 0,0-1 0 0 0,1 1 0 0 0,-1 0 0 0 0,5 1 0 0 0,19-6-18 0 0,0-2 0 0 0,0-1-1 0 0,44-17 1 0 0,-61 22 4 0 0,23-7 0 0 0,-31 8 2 0 0,-1-1 1 0 0,1 1 0 0 0,0-1 0 0 0,-1 1 0 0 0,1 0 0 0 0,0 0-1 0 0,-1-1 1 0 0,1 1 0 0 0,0 0 0 0 0,-1 0 0 0 0,1 0 0 0 0,0 0-1 0 0,-1 0 1 0 0,1 0 0 0 0,0 0 0 0 0,-1 0 0 0 0,1 0 0 0 0,0 0-1 0 0,-1 0 1 0 0,1 0 0 0 0,0 0 0 0 0,-1 1 0 0 0,1-1-1 0 0,0 0 1 0 0,-1 0 0 0 0,1 1 0 0 0,-1-1 0 0 0,1 0 0 0 0,0 1-1 0 0,-1-1 1 0 0,1 1 0 0 0,-1-1 0 0 0,1 1 0 0 0,-1-1 0 0 0,0 1-1 0 0,1-1 1 0 0,-1 1 0 0 0,1-1 0 0 0,-1 1 0 0 0,0 0 0 0 0,1-1-1 0 0,-1 1 1 0 0,0 0 0 0 0,0-1 0 0 0,0 1 0 0 0,1 1 0 0 0,18 29 6 0 0,-14-25-8 0 0,-4-4 9 0 0,1 1 1 0 0,-1-1 0 0 0,1 1-1 0 0,0-1 1 0 0,0 1 0 0 0,0-1-1 0 0,0 0 1 0 0,1 0-1 0 0,-1 0 1 0 0,1 0 0 0 0,-1-1-1 0 0,1 1 1 0 0,-1-1 0 0 0,1 1-1 0 0,0-1 1 0 0,0 0-1 0 0,0 0 1 0 0,-1 0 0 0 0,1 0-1 0 0,0-1 1 0 0,0 1-1 0 0,0-1 1 0 0,1 0 0 0 0,3 0-1 0 0,6-2 2 0 0,0 0 0 0 0,0-1-1 0 0,-1-1 1 0 0,1 0-1 0 0,-1 0 1 0 0,0-2 0 0 0,0 1-1 0 0,0-2 1 0 0,11-7-1 0 0,41-19-75 0 0,-62 33 62 0 0,13-1-43 0 0,-4 7 31 0 0,28 15 55 0 0,-34-17-29 0 0,0-1 1 0 0,0 0 0 0 0,0-1-1 0 0,0 1 1 0 0,1-1-1 0 0,0 0 1 0 0,-1 0-1 0 0,1-1 1 0 0,0 0 0 0 0,0 0-1 0 0,6 1 1 0 0,164 1 22 0 0,-150-7-1873 0 0,-6-2-4626 0 0</inkml:trace>
</inkml:ink>
</file>

<file path=ppt/ink/ink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9.6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1 941 12 0 0,'0'0'2140'0'0,"5"-2"-1828"0"0,26-14 1116 0 0,-1-1 0 0 0,52-38-1 0 0,1-1-804 0 0,-32 25-317 0 0,61-36 453 0 0,121-96-1 0 0,-203 139-671 0 0,-1-2 0 0 0,-1 0 0 0 0,-1-2 0 0 0,-1-2 0 0 0,-1 0 0 0 0,-2-1 0 0 0,-2-1 0 0 0,28-55 0 0 0,-43 73-4 0 0,0-1 0 0 0,-1-1 0 0 0,-1 1 0 0 0,-1-1 0 0 0,0 0 0 0 0,-1 1 0 0 0,0-1 0 0 0,-1 0 0 0 0,-1 0 1 0 0,-3-19-1 0 0,3 33-73 0 0,0 1 0 0 0,0 0 0 0 0,0 0 0 0 0,0-1 1 0 0,-1 1-1 0 0,1 0 0 0 0,0 0 0 0 0,-1 0 0 0 0,1-1 1 0 0,-1 1-1 0 0,1 0 0 0 0,-1 0 0 0 0,0 0 0 0 0,0 0 1 0 0,1 0-1 0 0,-1 0 0 0 0,0 0 0 0 0,0 0 0 0 0,0 1 1 0 0,0-1-1 0 0,0 0 0 0 0,0 0 0 0 0,0 1 0 0 0,0-1 0 0 0,0 0 1 0 0,0 1-1 0 0,0-1 0 0 0,-1 1 0 0 0,1 0 0 0 0,0-1 1 0 0,0 1-1 0 0,0 0 0 0 0,-1 0 0 0 0,1 0 0 0 0,0 0 1 0 0,0 0-1 0 0,-1 0 0 0 0,1 0 0 0 0,0 0 0 0 0,0 0 1 0 0,-1 0-1 0 0,1 1 0 0 0,0-1 0 0 0,-2 1 0 0 0,-2 1 8 0 0,-1 0 1 0 0,1 0-1 0 0,-1 1 0 0 0,1-1 0 0 0,0 1 0 0 0,0 0 0 0 0,-8 7 0 0 0,0 4-1 0 0,1 0 0 0 0,0 0-1 0 0,1 2 1 0 0,1-1 0 0 0,0 1 0 0 0,1 1-1 0 0,1 0 1 0 0,1 0 0 0 0,0 0 0 0 0,1 1-1 0 0,1 0 1 0 0,0 0 0 0 0,2 0 0 0 0,0 1 0 0 0,1 0-1 0 0,1-1 1 0 0,0 1 0 0 0,2 0 0 0 0,0-1-1 0 0,1 1 1 0 0,1 0 0 0 0,1-1 0 0 0,0 0-1 0 0,2 0 1 0 0,0 0 0 0 0,12 24 0 0 0,-15-36-10 0 0,0-1 1 0 0,0 0-1 0 0,0 0 0 0 0,1 0 1 0 0,0 0-1 0 0,0 0 0 0 0,0-1 1 0 0,1 0-1 0 0,-1 0 1 0 0,1 0-1 0 0,0 0 0 0 0,0-1 1 0 0,0 0-1 0 0,1 0 1 0 0,-1 0-1 0 0,1-1 0 0 0,0 0 1 0 0,-1 0-1 0 0,1 0 0 0 0,0-1 1 0 0,0 0-1 0 0,0 0 1 0 0,0 0-1 0 0,1-1 0 0 0,-1 0 1 0 0,0 0-1 0 0,0 0 1 0 0,0-1-1 0 0,0 0 0 0 0,0 0 1 0 0,0-1-1 0 0,0 1 0 0 0,0-1 1 0 0,5-3-1 0 0,7-3 2 0 0,-1 0 0 0 0,0-1 1 0 0,-1 0-1 0 0,0-2 0 0 0,-1 0 0 0 0,0 0 0 0 0,0-2 0 0 0,-2 1 0 0 0,24-28 0 0 0,-19 16 59 0 0,0 0-1 0 0,-1-1 1 0 0,-1 0-1 0 0,-2-2 1 0 0,-1 0 0 0 0,0 0-1 0 0,-2-1 1 0 0,10-42-1 0 0,-21 68 217 0 0,-5 7-262 0 0,-6 5-4 0 0,0 1-1 0 0,1 0 1 0 0,0 1-1 0 0,1 1 1 0 0,0-1-1 0 0,-13 27 1 0 0,-37 98 125 0 0,28-62-67 0 0,15-19 18 0 0,13-45-71 0 0,1 0-1 0 0,-1-1 1 0 0,-1 0-1 0 0,-6 14 1 0 0,9-22 19 0 0,-1 4-61 0 0,2-6 41 0 0,0 0 0 0 0,0 0 0 0 0,0 0 0 0 0,0 0 1 0 0,0 0-1 0 0,0 0 0 0 0,0 0 0 0 0,0-1 0 0 0,0 1 1 0 0,1 0-1 0 0,-1 0 0 0 0,0 0 0 0 0,0 0 0 0 0,0 0 1 0 0,0 0-1 0 0,0 0 0 0 0,0 0 0 0 0,0 0 0 0 0,0 0 1 0 0,0 0-1 0 0,1 0 0 0 0,-1 0 0 0 0,0 0 0 0 0,0 1 1 0 0,0-1-1 0 0,0 0 0 0 0,0 0 0 0 0,0 0 0 0 0,0 0 1 0 0,0 0-1 0 0,0 0 0 0 0,0 0 0 0 0,0 0 0 0 0,0 0 1 0 0,0 0-1 0 0,1 0 0 0 0,-1 0 0 0 0,0 0 0 0 0,0 0 1 0 0,0 0-1 0 0,0 0 0 0 0,0 1 0 0 0,0-1 0 0 0,0 0 1 0 0,0 0-1 0 0,0 0 0 0 0,39-41 165 0 0,-38 40-171 0 0,25-19 90 0 0,-24 19-99 0 0,21-16 3 0 0,-21 16-13 0 0,0 0 0 0 0,1 0-1 0 0,-1 0 1 0 0,0 0 0 0 0,0 0 0 0 0,1 1 0 0 0,-1-1 0 0 0,0 1-1 0 0,1 0 1 0 0,-1 0 0 0 0,0 0 0 0 0,1 0 0 0 0,-1 0-1 0 0,0 0 1 0 0,1 0 0 0 0,-1 1 0 0 0,0-1 0 0 0,1 1-1 0 0,-1 0 1 0 0,0 0 0 0 0,0 0 0 0 0,0 0 0 0 0,4 2 0 0 0,4 1 5 0 0,0 0 1 0 0,0-1 0 0 0,0-1 0 0 0,1 0-1 0 0,18 2 1 0 0,-12-4 62 0 0,0 0 1 0 0,0-2-1 0 0,0 0 0 0 0,0-1 1 0 0,0 0-1 0 0,-1-2 0 0 0,0 0 1 0 0,25-11-1 0 0,-39 16 44 0 0,25 10-1610 0 0,-26-9 762 0 0,-2 4-2066 0 0,1 2 1783 0 0</inkml:trace>
</inkml:ink>
</file>

<file path=ppt/ink/ink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0:59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53 1148 0 0,'0'-1'123'0'0,"-1"1"0"0"0,1 0 0 0 0,-1-1 0 0 0,1 1 0 0 0,-1-1 0 0 0,1 1 0 0 0,0-1 0 0 0,-1 1 0 0 0,1-1 0 0 0,0 1 0 0 0,-1-1 0 0 0,1 1 0 0 0,0-1 0 0 0,-1 1 0 0 0,1-1 0 0 0,0 0 0 0 0,0 1 0 0 0,0-1 0 0 0,0 1 0 0 0,0-1 1 0 0,0 0-1 0 0,0 1 0 0 0,0-1 0 0 0,0 0 0 0 0,0 1 0 0 0,0-1 0 0 0,0 1 0 0 0,0-1 0 0 0,0 0 0 0 0,0 1 0 0 0,1-1 0 0 0,-1 1 0 0 0,0-1 0 0 0,0 0 0 0 0,1 1 0 0 0,-1-1 0 0 0,0 1 0 0 0,1-1 0 0 0,-1 1 0 0 0,1-1 0 0 0,0 0 0 0 0,2-1 63 0 0,0 0 1 0 0,0 1-1 0 0,0-1 0 0 0,0 0 0 0 0,1 1 1 0 0,-1 0-1 0 0,1-1 0 0 0,3 1 1 0 0,67-11 476 0 0,184 10-536 0 0,-86 13-4967 0 0,-121-7 2618 0 0</inkml:trace>
</inkml:ink>
</file>

<file path=ppt/ink/ink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1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271 202 584 0 0,'0'0'697'0'0,"-24"-23"4787"0"0,16 21-5264 0 0,0 0 1 0 0,1 0-1 0 0,-1 1 1 0 0,0 0 0 0 0,0 1-1 0 0,0 0 1 0 0,0 0-1 0 0,0 1 1 0 0,0-1-1 0 0,0 2 1 0 0,1-1 0 0 0,-1 1-1 0 0,0 0 1 0 0,1 1-1 0 0,-1 0 1 0 0,1 0-1 0 0,-8 5 1 0 0,7-3-129 0 0,1-1 1 0 0,0 1-1 0 0,0 0 1 0 0,0 0-1 0 0,1 1 1 0 0,-1 0-1 0 0,1 0 1 0 0,1 1-1 0 0,-1 0 1 0 0,1-1-1 0 0,1 2 1 0 0,-1-1-1 0 0,1 1 1 0 0,0-1-1 0 0,-3 10 0 0 0,6-15-55 0 0,1 0 0 0 0,-1 0 0 0 0,0 0-1 0 0,1 0 1 0 0,-1 0 0 0 0,1 1-1 0 0,0-1 1 0 0,-1 0 0 0 0,1 0-1 0 0,0 0 1 0 0,0 0 0 0 0,1 1-1 0 0,-1-1 1 0 0,0 0 0 0 0,1 0-1 0 0,-1 0 1 0 0,1 0 0 0 0,0 0-1 0 0,0 0 1 0 0,-1 0 0 0 0,3 4-1 0 0,-1-5-18 0 0,0-1 0 0 0,0 1 0 0 0,0 0 0 0 0,0-1 0 0 0,0 1 0 0 0,0-1 0 0 0,0 1 0 0 0,0-1 0 0 0,0 0 0 0 0,1 0 0 0 0,-1 0 0 0 0,0 0 0 0 0,0 0 0 0 0,0-1 0 0 0,0 1 0 0 0,0 0-1 0 0,0-1 1 0 0,0 0 0 0 0,0 1 0 0 0,0-1 0 0 0,0 0 0 0 0,0 0 0 0 0,-1 0 0 0 0,1 0 0 0 0,0-1 0 0 0,1-1 0 0 0,6-4-5 0 0,0 0 0 0 0,0 1 0 0 0,1 0 0 0 0,18-8 0 0 0,-26 16-10 0 0,6 5 2 0 0,-6-3-6 0 0,-2 3 6 0 0,0 0-1 0 0,1 0 1 0 0,0-1 0 0 0,0 1-1 0 0,1-1 1 0 0,0 1 0 0 0,0-1-1 0 0,1 0 1 0 0,-1 1 0 0 0,1-1-1 0 0,0 0 1 0 0,8 10 0 0 0,-9-15 3 0 0,0 1 1 0 0,0-1-1 0 0,0 0 1 0 0,0 0 0 0 0,1 0-1 0 0,-1 0 1 0 0,0 0-1 0 0,0-1 1 0 0,1 1 0 0 0,-1-1-1 0 0,0 1 1 0 0,1-1-1 0 0,-1 0 1 0 0,0 0 0 0 0,1 0-1 0 0,-1 0 1 0 0,0 0-1 0 0,1-1 1 0 0,-1 1-1 0 0,0-1 1 0 0,1 1 0 0 0,-1-1-1 0 0,3-1 1 0 0,57-21 40 0 0,-59 21-44 0 0,63-28 5 0 0,-6 2 5 0 0,82-26-1 0 0,-125 48-19 0 0,1 1 0 0 0,1 1 0 0 0,-1 1 0 0 0,1 0 0 0 0,-1 2 0 0 0,1 0 0 0 0,0 1 0 0 0,-1 1-1 0 0,26 4 1 0 0,-42-4 4 0 0,1-1-1 0 0,-1 1 0 0 0,0 0 0 0 0,0-1 1 0 0,1 1-1 0 0,-1 0 0 0 0,0 1 1 0 0,0-1-1 0 0,0 0 0 0 0,0 1 1 0 0,0-1-1 0 0,-1 1 0 0 0,1-1 0 0 0,0 1 1 0 0,-1 0-1 0 0,1 0 0 0 0,-1 0 1 0 0,0 0-1 0 0,1 0 0 0 0,-1 0 1 0 0,0 0-1 0 0,0 0 0 0 0,0 0 0 0 0,-1 0 1 0 0,1 1-1 0 0,0-1 0 0 0,-1 0 1 0 0,0 1-1 0 0,1-1 0 0 0,-1 0 1 0 0,0 1-1 0 0,0-1 0 0 0,0 0 0 0 0,-1 1 1 0 0,1-1-1 0 0,-1 0 0 0 0,1 1 1 0 0,-1-1-1 0 0,0 0 0 0 0,1 1 0 0 0,-1-1 1 0 0,0 0-1 0 0,-1 0 0 0 0,1 0 1 0 0,0 0-1 0 0,-3 3 0 0 0,-35 47 48 0 0,39-51 9 0 0,4-1-99 0 0,0 0 34 0 0,0 1-1 0 0,0-2 1 0 0,1 1-1 0 0,-1 0 1 0 0,0-1-1 0 0,0 0 1 0 0,0 0-1 0 0,0 0 1 0 0,0-1-1 0 0,0 1 1 0 0,4-3-1 0 0,54-25-133 0 0,-59 27 133 0 0,22-10-26 0 0,0-1 1 0 0,-1-1-1 0 0,-1-1 1 0 0,0-1 0 0 0,-1-1-1 0 0,19-20 1 0 0,-15 19 149 0 0,-25 17-105 0 0,0 2-5 0 0,-1-1 0 0 0,1 1 1 0 0,-1 0-1 0 0,1 0 0 0 0,-1-1 0 0 0,1 1 1 0 0,-1 0-1 0 0,1 0 0 0 0,-1 0 1 0 0,0 0-1 0 0,0 0 0 0 0,1-1 1 0 0,-1 1-1 0 0,0 0 0 0 0,0 0 1 0 0,0 0-1 0 0,0 0 0 0 0,0 0 1 0 0,0 0-1 0 0,0 0 0 0 0,0 0 1 0 0,0 0-1 0 0,-1 0 0 0 0,1-1 1 0 0,0 1-1 0 0,-1 0 0 0 0,0 2 1 0 0,-7 27 77 0 0,-23 81 384 0 0,-30 216 0 0 0,60-319-455 0 0,-16 172 350 0 0,17-178-181 0 0,-1-5-71 0 0,-2-14-35 0 0,2-29-63 0 0,9 7-15 0 0,2 0 0 0 0,2 1-1 0 0,1 0 1 0 0,33-63-1 0 0,-34 77-5 0 0,2 1 0 0 0,0 1 0 0 0,2 0 0 0 0,1 0 0 0 0,0 2 0 0 0,1 0 0 0 0,1 1 0 0 0,24-17 0 0 0,-32 28-6 0 0,1 0 1 0 0,1 1-1 0 0,-1 0 1 0 0,16-6-1 0 0,-24 12 10 0 0,1-1 1 0 0,-1 0-1 0 0,1 1 0 0 0,0 0 0 0 0,-1 0 1 0 0,1 0-1 0 0,0 0 0 0 0,0 1 0 0 0,0 0 1 0 0,0 0-1 0 0,-1 0 0 0 0,1 1 0 0 0,0 0 1 0 0,0 0-1 0 0,5 2 0 0 0,-9-3 5 0 0,0 0 0 0 0,0 0 0 0 0,-1 1 0 0 0,1-1 0 0 0,0 0 0 0 0,0 1 0 0 0,-1-1 0 0 0,1 1 0 0 0,0-1 0 0 0,-1 1 0 0 0,1 0 0 0 0,0-1 0 0 0,-1 1 0 0 0,1-1 0 0 0,-1 1 0 0 0,1 0 0 0 0,-1 0 0 0 0,1 1 0 0 0,-1 0 1 0 0,1 0-1 0 0,-1 1 1 0 0,-1-1 0 0 0,1 0 0 0 0,0 1-1 0 0,0-1 1 0 0,-1 0 0 0 0,1 0-1 0 0,-1 1 1 0 0,0-1 0 0 0,0 0 0 0 0,-2 4-1 0 0,-2 3 2 0 0,-1-1 0 0 0,0 1-1 0 0,0-1 1 0 0,-1-1 0 0 0,0 1-1 0 0,-1-1 1 0 0,0-1-1 0 0,-16 12 1 0 0,22-17-11 0 0,2-1 11 0 0,0 1 0 0 0,0-1 0 0 0,-1 0 0 0 0,1 0 0 0 0,0 0 0 0 0,0 0 0 0 0,0 0 0 0 0,-1 1 0 0 0,1-1 0 0 0,0 0 0 0 0,0 0 0 0 0,0 0 0 0 0,0 1 0 0 0,0-1 0 0 0,-1 0 0 0 0,1 0 0 0 0,0 1 0 0 0,0-1 0 0 0,0 0 0 0 0,0 0 0 0 0,0 0 0 0 0,0 1 0 0 0,0-1 0 0 0,0 0 0 0 0,0 0 0 0 0,0 1-1 0 0,0-1 1 0 0,0 0 0 0 0,0 0 0 0 0,0 1 0 0 0,0-1 0 0 0,0 0 0 0 0,0 0 0 0 0,0 1 0 0 0,0-1 0 0 0,1 0 0 0 0,-1 0 0 0 0,0 1 0 0 0,0-1 0 0 0,3 2 1 0 0,-1 0 0 0 0,1-1-1 0 0,0 1 1 0 0,0-1 0 0 0,0 0 0 0 0,0 1-1 0 0,0-2 1 0 0,0 1 0 0 0,0 0 0 0 0,0 0 0 0 0,0-1-1 0 0,0 0 1 0 0,1 1 0 0 0,-1-1 0 0 0,0-1-1 0 0,0 1 1 0 0,0 0 0 0 0,5-2 0 0 0,5 1-7 0 0,6-1-7 0 0,0 0-1 0 0,0-1 0 0 0,0-1 1 0 0,0-1-1 0 0,-1-1 0 0 0,0 0 0 0 0,0-1 1 0 0,0-1-1 0 0,-1-1 0 0 0,0 0 0 0 0,-1-1 1 0 0,0-1-1 0 0,16-15 0 0 0,-24 19 85 0 0,4-2 156 0 0,-14 13-25 0 0,1-3-212 0 0,0 1 0 0 0,0-1 0 0 0,0 1-1 0 0,0 0 1 0 0,0-1 0 0 0,1 1 0 0 0,-1 0-1 0 0,0 0 1 0 0,1 0 0 0 0,-1 0 0 0 0,1-1-1 0 0,0 1 1 0 0,-1 0 0 0 0,1 0 0 0 0,0 0 0 0 0,0 0-1 0 0,1 0 1 0 0,-1 0 0 0 0,0 0 0 0 0,0 0-1 0 0,1 0 1 0 0,0-1 0 0 0,-1 1 0 0 0,1 0-1 0 0,0 0 1 0 0,0 0 0 0 0,0-1 0 0 0,0 1 0 0 0,0-1-1 0 0,2 3 1 0 0,3 0-144 0 0,0 0 0 0 0,0-1 1 0 0,0 0-1 0 0,0 0 0 0 0,1-1 0 0 0,0 1 1 0 0,-1-1-1 0 0,1-1 0 0 0,0 0 0 0 0,0 0 1 0 0,0 0-1 0 0,0 0 0 0 0,7-1 0 0 0,13-1-556 0 0,53-7 1 0 0,-37-1-11 0 0,43-15 0 0 0,-54 14 686 0 0,-26 9 244 0 0,1 0 842 0 0,-8 13-453 0 0,1-9-645 0 0,-1-1 69 0 0,1 0 0 0 0,0-1 0 0 0,-1 1 0 0 0,1 0 0 0 0,0 0 0 0 0,0-1 0 0 0,1 1 0 0 0,-1 0 0 0 0,0-1 0 0 0,0 1 0 0 0,1 0 0 0 0,-1-1 0 0 0,1 1 0 0 0,0-1 0 0 0,-1 1 0 0 0,1 0 0 0 0,0-1 0 0 0,0 0 0 0 0,0 1 0 0 0,0-1 0 0 0,0 0 0 0 0,0 1 0 0 0,0-1 0 0 0,0 0 0 0 0,1 0 0 0 0,1 2 0 0 0,1-1 0 0 0,0-1 1 0 0,-1 0-1 0 0,1 1 0 0 0,0-1 1 0 0,0 0-1 0 0,0-1 0 0 0,0 1 0 0 0,0-1 1 0 0,0 0-1 0 0,0 0 0 0 0,4 0 1 0 0,12-2 23 0 0,-1-1 1 0 0,1-1-1 0 0,31-10 1 0 0,-34 7-34 0 0,-1 0 0 0 0,0-1 1 0 0,0-1-1 0 0,-1-1 0 0 0,0 0 0 0 0,-1 0 1 0 0,0-2-1 0 0,0 0 0 0 0,-1 0 0 0 0,-1-1 1 0 0,0-1-1 0 0,17-27 0 0 0,-14 20 283 0 0,-2-2-1 0 0,-1 0 1 0 0,-1 0-1 0 0,0-1 1 0 0,-2-1-1 0 0,-1 1 0 0 0,-1-1 1 0 0,4-31-1 0 0,-10 55-222 0 0,-1 0 0 0 0,0 0 1 0 0,0 0-1 0 0,1 0 0 0 0,-1 0 0 0 0,0 0 0 0 0,0 1 0 0 0,0-1 0 0 0,0 0 0 0 0,0 0 0 0 0,0 0 0 0 0,0 0 0 0 0,0 0 0 0 0,-1 0 0 0 0,1 0 0 0 0,0 1 0 0 0,0-1 0 0 0,-1 0 0 0 0,1 0 0 0 0,-1 0 0 0 0,1 0 0 0 0,-1 1 0 0 0,1-1 0 0 0,-1 0 0 0 0,0 0 0 0 0,0 1-34 0 0,0 0 1 0 0,0 0-1 0 0,0 0 0 0 0,0 0 0 0 0,1 0 1 0 0,-1 0-1 0 0,0 0 0 0 0,0 0 0 0 0,0 1 0 0 0,0-1 1 0 0,0 0-1 0 0,0 1 0 0 0,1-1 0 0 0,-1 0 0 0 0,0 1 1 0 0,0-1-1 0 0,0 1 0 0 0,1 0 0 0 0,-2 0 1 0 0,-35 36 486 0 0,26-23-411 0 0,1 1 1 0 0,0 1 0 0 0,2-1-1 0 0,0 2 1 0 0,0-1 0 0 0,2 1-1 0 0,0 0 1 0 0,1 0-1 0 0,-5 26 1 0 0,3 4 74 0 0,1 0 1 0 0,2 68-1 0 0,9-25-4301 0 0,-5-88 3081 0 0</inkml:trace>
</inkml:ink>
</file>

<file path=ppt/ink/ink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2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32 364 0 0,'19'-7'1726'0'0,"1"1"1"0"0,0 1-1 0 0,0 1 1 0 0,33-2-1 0 0,-8 3-2557 0 0,2 3-3355 0 0</inkml:trace>
</inkml:ink>
</file>

<file path=ppt/ink/ink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3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135 127 12 0 0,'0'0'750'0'0,"15"-41"10184"0"0,-34 21-9387 0 0,15 20-1508 0 0,1 0 0 0 0,-1 0 0 0 0,1 1 0 0 0,-1 0 0 0 0,1-1 1 0 0,0 1-1 0 0,0 0 0 0 0,-1 0 0 0 0,1 1 0 0 0,0-1 0 0 0,0 1 1 0 0,0 0-1 0 0,0 0 0 0 0,0 0 0 0 0,1 0 0 0 0,-1 0 1 0 0,1 0-1 0 0,-3 4 0 0 0,-4 1 15 0 0,1 1 1 0 0,1 0-1 0 0,0 0 1 0 0,-11 18-1 0 0,14-20-21 0 0,1 0 1 0 0,1 0-1 0 0,-1 1 0 0 0,1-1 0 0 0,0 1 0 0 0,1 0 0 0 0,-1-1 1 0 0,1 1-1 0 0,1 0 0 0 0,-1 0 0 0 0,1 0 0 0 0,0 0 0 0 0,2 9 1 0 0,-2-13-17 0 0,1 0 0 0 0,0 0 0 0 0,0 0 0 0 0,0 0 0 0 0,0-1 0 0 0,0 1 0 0 0,1 0 0 0 0,-1-1 0 0 0,1 1 0 0 0,-1-1 0 0 0,1 0 0 0 0,0 1 0 0 0,0-1 0 0 0,0 0 1 0 0,0 0-1 0 0,1 0 0 0 0,-1-1 0 0 0,0 1 0 0 0,1 0 0 0 0,0-1 0 0 0,-1 0 0 0 0,1 1 0 0 0,0-1 0 0 0,-1 0 0 0 0,1 0 0 0 0,0-1 0 0 0,0 1 0 0 0,0 0 0 0 0,0-1 1 0 0,0 0-1 0 0,0 0 0 0 0,4 0 0 0 0,-1-1-4 0 0,1 1 0 0 0,0-1 0 0 0,-1-1 1 0 0,1 1-1 0 0,0-1 0 0 0,-1-1 0 0 0,0 1 0 0 0,0-1 1 0 0,0 0-1 0 0,0 0 0 0 0,0-1 0 0 0,7-5 0 0 0,7-7 8 0 0,33-34 1 0 0,-37 34-25 0 0,-3 2-2 0 0,-1-1 1 0 0,16-25-1 0 0,-21 28 1 0 0,1 0 1 0 0,1 1-1 0 0,0 0 1 0 0,0 0-1 0 0,12-9 1 0 0,19-27-7 0 0,-38 46-5 0 0,-6 34-19 0 0,-2-1 1 0 0,-1 0-1 0 0,-16 47 0 0 0,-7 30 167 0 0,-74 278 24 0 0,95-359-33 0 0,-1-1 0 0 0,-1 0-1 0 0,-2-1 1 0 0,0 0 0 0 0,-20 27 0 0 0,32-51 936 0 0,5-7-840 0 0,47-42 233 0 0,2 1 0 0 0,114-75 0 0 0,141-61-1019 0 0,-190 115-431 0 0,32-10-2158 0 0,-48 30-2152 0 0,-83 38 3767 0 0,48-20-2630 0 0</inkml:trace>
</inkml:ink>
</file>

<file path=ppt/ink/ink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4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525 70 188 0 0,'0'-3'281'0'0,"-1"0"1"0"0,0-1-1 0 0,0 1 0 0 0,-1 0 0 0 0,1 0 1 0 0,0 0-1 0 0,-1 0 0 0 0,0 0 0 0 0,0 0 1 0 0,0 0-1 0 0,0 1 0 0 0,0-1 1 0 0,-1 1-1 0 0,1-1 0 0 0,-1 1 0 0 0,1 0 1 0 0,-1 0-1 0 0,-6-3 0 0 0,3 2-27 0 0,0 1 0 0 0,-1 0 0 0 0,1 0 0 0 0,-1 0 0 0 0,1 1 0 0 0,-1 0 0 0 0,1 0 0 0 0,-1 1 0 0 0,-8 0 0 0 0,-8 1 194 0 0,0 2 1 0 0,0 1-1 0 0,0 0 1 0 0,-37 14-1 0 0,27-7 87 0 0,0 2 0 0 0,-41 23 0 0 0,63-30-360 0 0,0 1 1 0 0,0 0-1 0 0,0 1 1 0 0,1 0-1 0 0,0 1 0 0 0,1 0 1 0 0,-1 0-1 0 0,2 1 1 0 0,-12 18-1 0 0,19-28-156 0 0,0 1 0 0 0,1 0-1 0 0,-1-1 1 0 0,1 1 0 0 0,-1 0 0 0 0,1 0-1 0 0,-1 0 1 0 0,1 0 0 0 0,-1 0 0 0 0,1-1-1 0 0,0 1 1 0 0,0 0 0 0 0,-1 0-1 0 0,1 0 1 0 0,0 0 0 0 0,0 0 0 0 0,0 0-1 0 0,0 0 1 0 0,0 0 0 0 0,0 0 0 0 0,0 0-1 0 0,0 0 1 0 0,1 0 0 0 0,-1 0-1 0 0,0 0 1 0 0,1 1 0 0 0,0-1-5 0 0,0-1 0 0 0,0 1 0 0 0,0-1 1 0 0,0 1-1 0 0,1-1 0 0 0,-1 1 0 0 0,0-1 0 0 0,0 1 0 0 0,0-1 0 0 0,0 0 1 0 0,1 0-1 0 0,-1 0 0 0 0,0 0 0 0 0,0 0 0 0 0,0 0 0 0 0,1 0 0 0 0,1 0 1 0 0,60-16 153 0 0,-57 14-139 0 0,64-22 88 0 0,-42 13-75 0 0,1 1-1 0 0,35-7 1 0 0,-60 17-40 0 0,0-1-1 0 0,1 2 0 0 0,-1-1 1 0 0,0 0-1 0 0,1 1 0 0 0,-1 0 1 0 0,0 0-1 0 0,0 0 0 0 0,0 0 1 0 0,0 1-1 0 0,0 0 0 0 0,0-1 1 0 0,0 1-1 0 0,-1 1 0 0 0,8 4 1 0 0,49 47-435 0 0,-47-40 72 0 0,-5-6-124 0 0,35 32-1736 0 0,-13-17-3659 0 0,-17-15 2777 0 0</inkml:trace>
</inkml:ink>
</file>

<file path=ppt/ink/ink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5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45 224 0 0,'39'-45'9777'0'0,"-70"93"-8287"0"0,15-20-954 0 0,6-13-344 0 0,1 0-1 0 0,1 1 1 0 0,0 0-1 0 0,1 1 1 0 0,1 0 0 0 0,1 0-1 0 0,0 0 1 0 0,1 0-1 0 0,1 1 1 0 0,-1 27 0 0 0,4-43-166 0 0,0 1 0 0 0,0 0 0 0 0,0-1 0 0 0,0 1 1 0 0,1 0-1 0 0,-1-1 0 0 0,1 1 0 0 0,0-1 0 0 0,0 1 0 0 0,0-1 1 0 0,0 1-1 0 0,0-1 0 0 0,1 1 0 0 0,-1-1 0 0 0,1 0 1 0 0,-1 0-1 0 0,1 0 0 0 0,0 0 0 0 0,0 0 0 0 0,0 0 1 0 0,0 0-1 0 0,0-1 0 0 0,0 1 0 0 0,4 2 0 0 0,-2-3-11 0 0,-1-1 0 0 0,0 1 0 0 0,0-1 0 0 0,1 1 0 0 0,-1-1 0 0 0,1 0 0 0 0,-1 0 0 0 0,0 0 0 0 0,1-1 0 0 0,-1 1 0 0 0,0-1 0 0 0,1 0 0 0 0,-1 1 0 0 0,0-2 0 0 0,0 1 0 0 0,0 0 0 0 0,0-1 0 0 0,0 1-1 0 0,0-1 1 0 0,3-2 0 0 0,57-28 73 0 0,-61 31-88 0 0,46 15 12 0 0,-16-3 0 0 0,0-1 0 0 0,0-2-1 0 0,44 5 1 0 0,-67-12-8 0 0,-1 0-1 0 0,1-1 1 0 0,-1 0 0 0 0,1 0-1 0 0,0-1 1 0 0,-1 0-1 0 0,1-1 1 0 0,-1 1-1 0 0,0-2 1 0 0,1 1-1 0 0,-1-1 1 0 0,0-1-1 0 0,0 1 1 0 0,-1-1-1 0 0,1-1 1 0 0,-1 1-1 0 0,0-1 1 0 0,7-7-1 0 0,-11 9 6 0 0,0-1 0 0 0,-1 0-1 0 0,0 0 1 0 0,1 1-1 0 0,-1-1 1 0 0,-1-1-1 0 0,1 1 1 0 0,-1 0 0 0 0,1 0-1 0 0,-1-1 1 0 0,0 1-1 0 0,-1 0 1 0 0,1-1 0 0 0,-1 1-1 0 0,0-1 1 0 0,0 1-1 0 0,0-1 1 0 0,-1 1-1 0 0,1 0 1 0 0,-1-1 0 0 0,0 1-1 0 0,-3-6 1 0 0,-2-10 77 0 0,-1 0-1 0 0,-1 0 1 0 0,-10-18 0 0 0,18 38-86 0 0,0-1-160 0 0,-1 0 1 0 0,1 0-1 0 0,0 1 0 0 0,0-1 1 0 0,-1 0-1 0 0,1 0 0 0 0,-1 1 1 0 0,1-1-1 0 0,0 0 0 0 0,-1 1 1 0 0,1-1-1 0 0,-1 1 0 0 0,0-1 1 0 0,1 1-1 0 0,-1-1 0 0 0,1 1 1 0 0,-1-1-1 0 0,0 1 0 0 0,1-1 1 0 0,-1 1-1 0 0,0 0 0 0 0,0-1 0 0 0,1 1 1 0 0,-2 0-1 0 0,-8 8-5779 0 0,8-5 6197 0 0</inkml:trace>
</inkml:ink>
</file>

<file path=ppt/ink/ink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5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57 476 0 0,'0'0'926'0'0,"-6"0"-69"0"0,-1 0-544 0 0,6-1-204 0 0,-1 1 0 0 0,0 0-1 0 0,0-1 1 0 0,1 1 0 0 0,-1 0-1 0 0,0 0 1 0 0,0 0 0 0 0,0 1 0 0 0,1-1-1 0 0,-1 0 1 0 0,0 1 0 0 0,0-1 0 0 0,1 1-1 0 0,-1 0 1 0 0,0-1 0 0 0,-2 2-1 0 0,4-1-22 0 0,-1 0 0 0 0,0-1 0 0 0,1 1 0 0 0,-1-1 1 0 0,0 1-1 0 0,1 0 0 0 0,-1-1 0 0 0,1 1 0 0 0,-1 0 0 0 0,1 0 0 0 0,0 0 0 0 0,-1-1 0 0 0,1 1 0 0 0,0 0 0 0 0,0 0 0 0 0,-1 0 0 0 0,1 0 0 0 0,0-1 0 0 0,0 1 0 0 0,0 0 0 0 0,0 0 0 0 0,0 0 0 0 0,0 0 0 0 0,0 0 0 0 0,0 0 0 0 0,0-1 0 0 0,1 1 0 0 0,-1 0 0 0 0,0 0 0 0 0,0 0 0 0 0,1 0 0 0 0,-1-1 0 0 0,1 1 0 0 0,-1 0 0 0 0,1 0 0 0 0,-1-1 0 0 0,1 1 0 0 0,-1 0 0 0 0,1-1 0 0 0,0 1 0 0 0,-1-1 0 0 0,2 2 0 0 0,27 21 1006 0 0,-22-20-901 0 0,-2 0 10 0 0,1 0 1 0 0,-1-1 0 0 0,1 1-1 0 0,-1-1 1 0 0,1-1-1 0 0,0 1 1 0 0,0-1 0 0 0,9 1-1 0 0,-13-2 29 0 0,7-3 135 0 0,-8 3-329 0 0,0 0 0 0 0,1 0 0 0 0,-1-1 0 0 0,0 1 0 0 0,0 0 0 0 0,0-1 0 0 0,1 1 0 0 0,-1-1 0 0 0,0 1 0 0 0,0-1 0 0 0,0 1 0 0 0,0-1 0 0 0,0 0 0 0 0,0 0 0 0 0,1 0 0 0 0,0-3 12 0 0,-1 1 0 0 0,1 0-1 0 0,-1 0 1 0 0,0 0 0 0 0,0-1-1 0 0,0 1 1 0 0,-1-1 0 0 0,1 1 0 0 0,-1-1-1 0 0,1 1 1 0 0,-1-1 0 0 0,0 1-1 0 0,-1-1 1 0 0,1 1 0 0 0,-1-1 0 0 0,1 1-1 0 0,-1 0 1 0 0,0-1 0 0 0,0 1 0 0 0,-1 0-1 0 0,1 0 1 0 0,-1-1 0 0 0,1 1-1 0 0,-1 0 1 0 0,0 0 0 0 0,0 1 0 0 0,-4-5-1 0 0,-2-8-314 0 0,3 5-1534 0 0,-1 2-4930 0 0</inkml:trace>
</inkml:ink>
</file>

<file path=ppt/ink/ink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6.1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0 452 0 0,'6'4'261'0'0,"-1"0"-1"0"0,1 1 1 0 0,-1-1 0 0 0,0 1-1 0 0,0 0 1 0 0,-1 1 0 0 0,0-1-1 0 0,1 1 1 0 0,-2 0 0 0 0,1 0-1 0 0,-1 0 1 0 0,0 0 0 0 0,0 0-1 0 0,-1 1 1 0 0,1 0 0 0 0,0 7-1 0 0,4 38 5121 0 0,14-71-4979 0 0,-1 0-262 0 0,0 1 1 0 0,38-26 0 0 0,-44 36-1860 0 0,0 0 0 0 0,1 1 1 0 0,17-6-1 0 0,-22 9-650 0 0</inkml:trace>
</inkml:ink>
</file>

<file path=ppt/ink/ink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06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12 458 488 0 0,'0'0'1117'0'0,"-10"52"2021"0"0,9-49-3054 0 0,1-1 0 0 0,0 1 0 0 0,-1-1 0 0 0,1 1-1 0 0,0-1 1 0 0,1 1 0 0 0,-1-1 0 0 0,0 1 0 0 0,1 0 0 0 0,-1-1-1 0 0,1 0 1 0 0,0 1 0 0 0,2 4 0 0 0,-2-6-43 0 0,-1 0 0 0 0,1 0 0 0 0,0 0 0 0 0,0 0 0 0 0,0 0 0 0 0,0 0 1 0 0,0 0-1 0 0,0-1 0 0 0,0 1 0 0 0,0 0 0 0 0,0-1 0 0 0,0 1 0 0 0,1 0 0 0 0,-1-1 0 0 0,0 1 0 0 0,0-1 0 0 0,1 0 0 0 0,-1 0 0 0 0,3 1 1 0 0,-1-1 3 0 0,0 0 0 0 0,1-1 1 0 0,-1 1-1 0 0,1-1 0 0 0,-1 0 1 0 0,0 0-1 0 0,1 0 1 0 0,-1 0-1 0 0,0 0 0 0 0,0-1 1 0 0,0 1-1 0 0,0-1 0 0 0,0 0 1 0 0,0 0-1 0 0,-1 0 1 0 0,1 0-1 0 0,0-1 0 0 0,2-2 1 0 0,9-14 141 0 0,0 0 0 0 0,-2-1 0 0 0,0 0 0 0 0,-1-1 0 0 0,-1 0 0 0 0,-1-1 0 0 0,11-39 1 0 0,28-165 1324 0 0,-45 207-1268 0 0,0-18 465 0 0,3-11 1086 0 0,-5 46-984 0 0,-6 4-635 0 0,-4 5-115 0 0,1 0 0 0 0,0 0 0 0 0,1 0 0 0 0,-1 1 0 0 0,2 0-1 0 0,-1 1 1 0 0,1 0 0 0 0,0 0 0 0 0,1 0 0 0 0,0 0 0 0 0,0 1 0 0 0,1 0-1 0 0,-4 12 1 0 0,4-9-19 0 0,-1 1 0 0 0,2-1-1 0 0,0 1 1 0 0,0 0 0 0 0,1 0 0 0 0,1 0-1 0 0,0 0 1 0 0,1 1 0 0 0,1-1-1 0 0,2 14 1 0 0,-2-23-34 0 0,0 0 0 0 0,1-1 0 0 0,0 1 0 0 0,0-1 0 0 0,0 1-1 0 0,0-1 1 0 0,1 1 0 0 0,-1-1 0 0 0,1 0 0 0 0,0 0 0 0 0,0-1 0 0 0,1 1 0 0 0,-1 0-1 0 0,1-1 1 0 0,0 0 0 0 0,0 0 0 0 0,0 0 0 0 0,6 3 0 0 0,6 1-4 0 0,1 0 1 0 0,-1-1 0 0 0,35 7-1 0 0,-38-10-5 0 0,0-1-1 0 0,-1 2 1 0 0,1 0-1 0 0,-1 0 1 0 0,0 1-1 0 0,-1 1 1 0 0,1 0-1 0 0,13 10 1 0 0,-23-15 4 0 0,0 0 0 0 0,-1 0 0 0 0,1 1 0 0 0,-1-1 0 0 0,0 1 0 0 0,1-1 0 0 0,-1 1 0 0 0,0 0 0 0 0,0-1 0 0 0,0 1 0 0 0,0 0 0 0 0,0 0 0 0 0,-1 0 0 0 0,1 0 0 0 0,0-1 0 0 0,-1 1 0 0 0,0 0 0 0 0,1 0 0 0 0,-1 0 0 0 0,0 0 0 0 0,0 0 0 0 0,0 0 0 0 0,0 0 0 0 0,0 0 0 0 0,-1 0 0 0 0,1 0 0 0 0,-1 0 0 0 0,1 0 0 0 0,-1 0 0 0 0,1 0 0 0 0,-1 0 0 0 0,0 0 0 0 0,0 0 0 0 0,0-1 0 0 0,0 1 0 0 0,-1 0 0 0 0,1-1 0 0 0,0 1 0 0 0,0-1 0 0 0,-1 0 0 0 0,-2 3 0 0 0,-4 4-676 0 0,-1-1 0 0 0,0 0 0 0 0,0-1 0 0 0,-1 0 0 0 0,-18 9 0 0 0,4-12-5229 0 0,20-2 2525 0 0</inkml:trace>
</inkml:ink>
</file>

<file path=ppt/ink/ink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12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1 263 616 0 0,'21'-28'2466'0'0,"-8"17"-2223"0"0,0 1 0 0 0,0 1 0 0 0,1 0 0 0 0,0 1 0 0 0,1 0 0 0 0,0 1 0 0 0,0 1-1 0 0,0 1 1 0 0,1 0 0 0 0,0 0 0 0 0,0 2 0 0 0,0 0 0 0 0,0 1 0 0 0,0 0 0 0 0,1 2 0 0 0,-1 0 0 0 0,28 3 0 0 0,-38-1-201 0 0,-1 0-1 0 0,1 0 1 0 0,-1 0-1 0 0,0 0 1 0 0,0 1-1 0 0,0 0 1 0 0,0 0-1 0 0,0 1 1 0 0,-1-1-1 0 0,1 1 1 0 0,-1 0-1 0 0,0 0 1 0 0,0 0-1 0 0,-1 1 1 0 0,1-1-1 0 0,-1 1 1 0 0,0 0-1 0 0,0 0 0 0 0,0 0 1 0 0,-1 0-1 0 0,0 0 1 0 0,0 1-1 0 0,0-1 1 0 0,-1 1-1 0 0,0 0 1 0 0,0-1-1 0 0,0 1 1 0 0,0 0-1 0 0,-1-1 1 0 0,0 1-1 0 0,-1 0 1 0 0,1 0-1 0 0,-1-1 1 0 0,0 1-1 0 0,0 0 1 0 0,-1-1-1 0 0,0 1 1 0 0,0-1-1 0 0,0 0 1 0 0,0 0-1 0 0,-1 1 1 0 0,0-2-1 0 0,0 1 1 0 0,0 0-1 0 0,-1 0 0 0 0,0-1 1 0 0,0 0-1 0 0,0 0 1 0 0,0 0-1 0 0,-5 3 1 0 0,8-6-6 0 0,-1 0-1 0 0,1 0 1 0 0,0 0 0 0 0,-1 0 0 0 0,1 0 0 0 0,-1 0-1 0 0,1 0 1 0 0,-1-1 0 0 0,1 1 0 0 0,-1-1-1 0 0,1 1 1 0 0,-1-1 0 0 0,0 0 0 0 0,1 1 0 0 0,-4-1-1 0 0,5 0-21 0 0,-1 0 0 0 0,1-1 0 0 0,-1 1 1 0 0,0 0-1 0 0,1 0 0 0 0,-1-1 0 0 0,1 1 0 0 0,-1 0 0 0 0,1-1 0 0 0,-1 1 0 0 0,1-1 0 0 0,-1 1 0 0 0,1-1 0 0 0,-1 1 0 0 0,1-1 0 0 0,0 1 0 0 0,-1-1 0 0 0,1 1 0 0 0,0-1 0 0 0,-1 1 0 0 0,1-1 0 0 0,0 1 0 0 0,0-1 0 0 0,-1 0 0 0 0,1 1 0 0 0,0-2 0 0 0,0-1 3 0 0,-1 0 0 0 0,1 0 0 0 0,0-1 0 0 0,0 1 0 0 0,1 0 0 0 0,-1 0 0 0 0,1-1 0 0 0,-1 1 0 0 0,1 0 0 0 0,0 0-1 0 0,0 0 1 0 0,3-5 0 0 0,5-8 2 0 0,1 1 0 0 0,0 1 0 0 0,1 0 0 0 0,1 0 0 0 0,0 1 0 0 0,17-14 0 0 0,-23 22-18 0 0,0 0 0 0 0,1 0 0 0 0,-1 1 0 0 0,1 0 0 0 0,0 0-1 0 0,0 1 1 0 0,0-1 0 0 0,0 1 0 0 0,0 1 0 0 0,1 0 0 0 0,-1 0-1 0 0,1 0 1 0 0,0 1 0 0 0,-1 0 0 0 0,1 0 0 0 0,11 1 0 0 0,-16 1-2 0 0,0 0 1 0 0,0 0-1 0 0,0 1 1 0 0,0-1-1 0 0,0 0 1 0 0,0 1-1 0 0,0 0 1 0 0,-1 0 0 0 0,1 0-1 0 0,-1 0 1 0 0,1 0-1 0 0,-1 0 1 0 0,0 1-1 0 0,1-1 1 0 0,-1 1-1 0 0,-1-1 1 0 0,1 1-1 0 0,0 0 1 0 0,-1 0-1 0 0,1 0 1 0 0,-1 0-1 0 0,0 0 1 0 0,0 0 0 0 0,0 0-1 0 0,1 7 1 0 0,0-2 2 0 0,0 1 1 0 0,-1 0-1 0 0,0 0 1 0 0,-1 0-1 0 0,1 0 1 0 0,-2 0-1 0 0,-2 18 1 0 0,3-25 9 0 0,-4 17 129 0 0,10-32-143 0 0,1 0 0 0 0,1 1 0 0 0,0 0-1 0 0,1 0 1 0 0,0 1 0 0 0,18-16 0 0 0,-20 20-3 0 0,0 1 0 0 0,1-1 1 0 0,-1 2-1 0 0,1-1 0 0 0,1 1 0 0 0,-1 1 1 0 0,1 0-1 0 0,0 0 0 0 0,0 0 1 0 0,0 1-1 0 0,13-2 0 0 0,-11 5 0 0 0,0 0 0 0 0,0 1 0 0 0,0 0 1 0 0,0 1-1 0 0,0 1 0 0 0,-1 0 0 0 0,1 0 0 0 0,-1 1 0 0 0,0 0 0 0 0,0 0 0 0 0,0 1 1 0 0,10 8-1 0 0,49 18-5 0 0,-54-27 6 0 0,0-1-1 0 0,1-1 1 0 0,-1 0-1 0 0,1-1 1 0 0,-1-1 0 0 0,1-1-1 0 0,-1 0 1 0 0,1-1-1 0 0,-1 0 1 0 0,0-1-1 0 0,1-1 1 0 0,-2-1-1 0 0,1 0 1 0 0,0 0-1 0 0,-1-2 1 0 0,0 0-1 0 0,-1 0 1 0 0,1-2-1 0 0,20-16 1 0 0,-30 21 3 0 0,-1 1-1 0 0,1-1 1 0 0,-1 0 0 0 0,0 0 0 0 0,0 0-1 0 0,-1-1 1 0 0,1 1 0 0 0,-1 0-1 0 0,0-1 1 0 0,0 0 0 0 0,0 1 0 0 0,-1-1-1 0 0,0 0 1 0 0,1-7 0 0 0,-2 10-1 0 0,0 1 0 0 0,1 0 1 0 0,-2 0-1 0 0,1-1 0 0 0,0 1 1 0 0,0 0-1 0 0,0-1 0 0 0,-1 1 1 0 0,1 0-1 0 0,0 0 1 0 0,-1-1-1 0 0,1 1 0 0 0,-1 0 1 0 0,0 0-1 0 0,1 0 0 0 0,-1 0 1 0 0,0 0-1 0 0,0 0 0 0 0,0 0 1 0 0,1 0-1 0 0,-1 0 0 0 0,0 0 1 0 0,0 0-1 0 0,0 0 0 0 0,-1 1 1 0 0,1-1-1 0 0,0 0 0 0 0,0 1 1 0 0,-3-2-1 0 0,-33-9-30 0 0,34 11 24 0 0,-1-1 8 0 0,0 1 1 0 0,0 0-1 0 0,0 1 0 0 0,1-1 0 0 0,-1 1 0 0 0,0 0 1 0 0,0 0-1 0 0,1 0 0 0 0,-1 0 0 0 0,0 0 0 0 0,1 1 0 0 0,-1 0 1 0 0,1-1-1 0 0,0 1 0 0 0,0 1 0 0 0,-1-1 0 0 0,-4 5 0 0 0,2-2 4 0 0,1 0 0 0 0,0 1-1 0 0,0-1 1 0 0,0 1 0 0 0,0 0-1 0 0,1 0 1 0 0,-5 11-1 0 0,8-14 0 0 0,0-1-1 0 0,1 0 0 0 0,-1 1 0 0 0,1-1 0 0 0,0 0 0 0 0,0 1 1 0 0,0-1-1 0 0,0 1 0 0 0,0-1 0 0 0,1 0 0 0 0,-1 1 1 0 0,1-1-1 0 0,0 0 0 0 0,-1 1 0 0 0,1-1 0 0 0,0 0 1 0 0,0 0-1 0 0,0 1 0 0 0,1-1 0 0 0,-1 0 0 0 0,0 0 1 0 0,1-1-1 0 0,-1 1 0 0 0,1 0 0 0 0,0 0 0 0 0,0-1 1 0 0,0 1-1 0 0,-1-1 0 0 0,1 1 0 0 0,1-1 0 0 0,-1 0 0 0 0,0 0 1 0 0,2 1-1 0 0,7 4 1 0 0,1 0 0 0 0,-1-1 1 0 0,1-1-1 0 0,20 6 0 0 0,-7-5-21 0 0,0-2-1 0 0,-1 0 1 0 0,1-2-1 0 0,0-1 1 0 0,0-1-1 0 0,0 0 1 0 0,0-2 0 0 0,-1-1-1 0 0,29-9 1 0 0,-16 2-10 0 0,-1-1 1 0 0,-1-2 0 0 0,0-1 0 0 0,0-2-1 0 0,41-28 1 0 0,-70 41 27 0 0,0-1 1 0 0,0 1-1 0 0,0-1 0 0 0,-1 0 1 0 0,1 0-1 0 0,-1-1 1 0 0,-1 0-1 0 0,9-12 0 0 0,-13 17 6 0 0,-2-1 4 0 0,0 0 1 0 0,-1 0-1 0 0,1 1 0 0 0,-1 0 0 0 0,1-1 0 0 0,-1 1 0 0 0,0 0 0 0 0,0 0 1 0 0,-2 0-1 0 0,-2 3-2 0 0,0 2 0 0 0,1-1 1 0 0,0 1-1 0 0,-1 0 1 0 0,1 0-1 0 0,1 0 0 0 0,-1 1 1 0 0,1 0-1 0 0,0 0 1 0 0,0 1-1 0 0,0-1 0 0 0,1 1 1 0 0,-1 0-1 0 0,1 0 0 0 0,1 1 1 0 0,-1-1-1 0 0,1 1 1 0 0,-3 11-1 0 0,5-16-3 0 0,1 0 3 0 0,0 6 5 0 0,0-8-12 0 0,0 1 1 0 0,1 0-1 0 0,-1-1 0 0 0,0 1 1 0 0,0-1-1 0 0,1 1 0 0 0,-1-1 1 0 0,0 1-1 0 0,1-1 0 0 0,-1 1 1 0 0,1-1-1 0 0,-1 1 0 0 0,0-1 1 0 0,1 1-1 0 0,-1-1 0 0 0,1 0 1 0 0,-1 1-1 0 0,1-1 0 0 0,-1 0 1 0 0,1 1-1 0 0,0-1 1 0 0,-1 0-1 0 0,1 0 0 0 0,-1 1 1 0 0,1-1-1 0 0,0 0 0 0 0,-1 0 1 0 0,1 0-1 0 0,-1 0 0 0 0,1 0 1 0 0,0 0-1 0 0,-1 0 0 0 0,1 0 1 0 0,0 0-1 0 0,-1 0 0 0 0,1 0 1 0 0,-1-1-1 0 0,2 1 0 0 0,24-6 27 0 0,-25 6-27 0 0,22-11 12 0 0,-18 9-16 0 0,0-1 0 0 0,0 1-1 0 0,0 0 1 0 0,0 0 0 0 0,0 1-1 0 0,0-1 1 0 0,1 1 0 0 0,-1 0 0 0 0,7 0-1 0 0,-8 0-9 0 0,5 0 10 0 0,-3 2 2 0 0,-1 0 0 0 0,1 0 0 0 0,0 1 0 0 0,-1-1 0 0 0,0 1 0 0 0,7 3 0 0 0,38 10-14 0 0,-18-18 17 0 0,-21 1-4 0 0,0 0 1 0 0,-1-1-1 0 0,1 0 0 0 0,-1 0 0 0 0,0-1 0 0 0,0-1 0 0 0,-1 1 0 0 0,1-2 0 0 0,-1 1 0 0 0,9-8 0 0 0,-1-1-4 0 0,0 0-1 0 0,-2-1 0 0 0,27-33 0 0 0,-36 39 18 0 0,-5 8-14 0 0,0-1 1 0 0,0 0-1 0 0,0 1 1 0 0,0-1-1 0 0,1 0 0 0 0,-1 1 1 0 0,0 0-1 0 0,1-1 1 0 0,-1 1-1 0 0,1 0 0 0 0,-1 0 1 0 0,1-1-1 0 0,0 1 1 0 0,0 0-1 0 0,-1 1 0 0 0,1-1 1 0 0,0 0-1 0 0,0 1 1 0 0,0-1-1 0 0,2 0 0 0 0,10 46-10 0 0,-13-38 7 0 0,6 74 21 0 0,-6-78-21 0 0,5 15 12 0 0,-6-18-3 0 0,0 1-1 0 0,0-1 0 0 0,0 0 0 0 0,0 0 0 0 0,0 1 0 0 0,-1-1 1 0 0,1 0-1 0 0,0 0 0 0 0,0 1 0 0 0,0-1 0 0 0,0 0 1 0 0,0 0-1 0 0,1 0 0 0 0,-1 1 0 0 0,0-1 0 0 0,0 0 0 0 0,0 0 1 0 0,0 1-1 0 0,0-1 0 0 0,0 0 0 0 0,0 0 0 0 0,0 0 1 0 0,0 1-1 0 0,1-1 0 0 0,-1 0 0 0 0,0 0 0 0 0,0 0 0 0 0,0 1 1 0 0,0-1-1 0 0,1 0 0 0 0,-1 0 0 0 0,0 0 0 0 0,0 0 1 0 0,0 0-1 0 0,1 0 0 0 0,-1 1 0 0 0,0-1 0 0 0,0 0 1 0 0,0 0-1 0 0,1 0 0 0 0,-1 0 0 0 0,0 0 0 0 0,0 0 0 0 0,1 0 1 0 0,-1 0-1 0 0,0 0 0 0 0,10-5 1 0 0,-1-1 1 0 0,1 1-1 0 0,-1-2 0 0 0,9-8 1 0 0,-16 13-5 0 0,1 0 0 0 0,-1 0 1 0 0,0 0-1 0 0,0 1 0 0 0,1-1 1 0 0,-1 1-1 0 0,1 0 0 0 0,-1-1 1 0 0,1 1-1 0 0,3-1 0 0 0,-3 2-3 0 0,24-10-40 0 0,25 27 23 0 0,-23-6 30 0 0,0-1 0 0 0,53 9 0 0 0,-67-17-13 0 0,-1-1 5 0 0,47-2 36 0 0,-55 1-558 0 0,18-1 1328 0 0,-15 3-7717 0 0</inkml:trace>
</inkml:ink>
</file>

<file path=ppt/ink/ink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12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61 60 0 0,'-7'-45'6623'0'0,"1"29"-4484"0"0</inkml:trace>
</inkml:ink>
</file>

<file path=ppt/ink/ink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13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35 136 0 0,'0'0'6087'0'0,"4"-3"-5886"0"0,-1 2-90 0 0,-1-1 1 0 0,1 1-1 0 0,-1 0 1 0 0,1-1-1 0 0,-1 1 1 0 0,1 1-1 0 0,0-1 1 0 0,0 0 0 0 0,0 1-1 0 0,-1-1 1 0 0,1 1-1 0 0,0 0 1 0 0,0 0-1 0 0,0 0 1 0 0,4 1-1 0 0,-4 0 34 0 0,-1-1-129 0 0,0 1 0 0 0,0-1-1 0 0,-1 1 1 0 0,1 0-1 0 0,0-1 1 0 0,0 1 0 0 0,0 0-1 0 0,-1 0 1 0 0,1 0-1 0 0,0 1 1 0 0,2 1 0 0 0,12 7 185 0 0,-15-9 66 0 0,39-12 152 0 0,-38 11-231 0 0,15-5-34 0 0,-14 3-131 0 0,0 1 1 0 0,0 0 0 0 0,0 0 0 0 0,0 0-1 0 0,1 0 1 0 0,-1 0 0 0 0,0 1-1 0 0,1-1 1 0 0,-1 1 0 0 0,0 0 0 0 0,5 0-1 0 0,-6 1-39 0 0,7 2 17 0 0,-8-2 0 0 0,0 0 1 0 0,0 0-1 0 0,0 0 1 0 0,0-1-1 0 0,0 1 1 0 0,0 0-1 0 0,0 1 1 0 0,0-1-1 0 0,0 0 1 0 0,-1 0-1 0 0,1 0 1 0 0,0 0-1 0 0,-1 1 1 0 0,1-1 0 0 0,-1 0-1 0 0,1 0 1 0 0,-1 1-1 0 0,0-1 1 0 0,0 0-1 0 0,1 1 1 0 0,-1-1-1 0 0,0 0 1 0 0,0 1-1 0 0,0-1 1 0 0,0 1-1 0 0,-1-1 1 0 0,1 0-1 0 0,0 1 1 0 0,-1-1-1 0 0,1 0 1 0 0,0 0-1 0 0,-2 2 1 0 0,0 33 10 0 0,2-34 2 0 0,1 10 71 0 0,5-10-78 0 0,1-1 1 0 0,-1-1 0 0 0,1 1-1 0 0,-1-1 1 0 0,1 0 0 0 0,0-1-1 0 0,-1 1 1 0 0,1-1 0 0 0,-1-1 0 0 0,0 1-1 0 0,1-1 1 0 0,5-3 0 0 0,2 1-7 0 0,-1-2 1 0 0,0 0-1 0 0,-1 0 0 0 0,24-16 1 0 0,31-41 722 0 0,-66 62-594 0 0,0 2-106 0 0,-1-1 0 0 0,0 0 1 0 0,1 0-1 0 0,-1 0 0 0 0,0 0 0 0 0,0 0 0 0 0,1 1 1 0 0,-1-1-1 0 0,0 0 0 0 0,0 0 0 0 0,0 1 0 0 0,1-1 0 0 0,-1 0 1 0 0,0 0-1 0 0,0 1 0 0 0,0-1 0 0 0,0 0 0 0 0,0 0 1 0 0,1 1-1 0 0,-1-1 0 0 0,0 0 0 0 0,0 1 0 0 0,0-1 1 0 0,0 0-1 0 0,0 1 0 0 0,0-1 0 0 0,0 0 0 0 0,0 1 0 0 0,0-1 1 0 0,0 0-1 0 0,0 0 0 0 0,0 1 0 0 0,0-1 0 0 0,-1 0 1 0 0,1 1-1 0 0,0-1 0 0 0,0 0 0 0 0,0 0 0 0 0,0 1 1 0 0,-1-1-1 0 0,-8 26 408 0 0,-20 32-173 0 0,25-51-147 0 0,-54 101-33 0 0,-87 119 0 0 0,44-96-7303 0 0,74-99 3910 0 0</inkml:trace>
</inkml:ink>
</file>

<file path=ppt/ink/ink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17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1000 488 0 0,'0'0'2021'0'0,"0"1"-1946"0"0,1-1 1 0 0,0 1-1 0 0,-1-1 1 0 0,1 1-1 0 0,0-1 0 0 0,-1 1 1 0 0,1-1-1 0 0,0 0 1 0 0,0 1-1 0 0,-1-1 1 0 0,1 0-1 0 0,0 0 0 0 0,0 0 1 0 0,-1 1-1 0 0,1-1 1 0 0,0 0-1 0 0,0 0 1 0 0,0 0-1 0 0,-1 0 0 0 0,1 0 1 0 0,0 0-1 0 0,1-1 1 0 0,36-17 491 0 0,-2-1 1 0 0,0-2-1 0 0,-1-1 0 0 0,44-37 1 0 0,120-125 366 0 0,-129 110-661 0 0,69-95-1 0 0,-112 133-221 0 0,-3-1-1 0 0,-1-1 1 0 0,-1-2-1 0 0,-3 0 1 0 0,17-47-1 0 0,-31 69-29 0 0,0 1-1 0 0,-1-1 0 0 0,-1 0 0 0 0,0 0 0 0 0,-1-30 0 0 0,-2 47-20 0 0,0 1 0 0 0,1-1 0 0 0,-1 0 0 0 0,0 0 0 0 0,0 0 0 0 0,-1 0 0 0 0,1 1 0 0 0,0-1 0 0 0,0 0 0 0 0,0 0 0 0 0,0 0 0 0 0,-1 0 0 0 0,1 1 0 0 0,0-1 0 0 0,-1 0 0 0 0,1 0 0 0 0,-1 1 0 0 0,1-1 0 0 0,-1 0 0 0 0,1 1 0 0 0,-1-1 0 0 0,1 0 0 0 0,-1 1 0 0 0,1-1 0 0 0,-1 1 0 0 0,0-1 0 0 0,1 1 0 0 0,-1-1 0 0 0,0 1 0 0 0,0 0 0 0 0,1-1 0 0 0,-1 1 0 0 0,0 0 0 0 0,0 0 0 0 0,0-1 0 0 0,0 1 0 0 0,1 0 0 0 0,-1 0 0 0 0,0 0 0 0 0,0 0 0 0 0,0 0 0 0 0,-1 0 0 0 0,-28 12-24 0 0,18-2 22 0 0,1 2-1 0 0,1 0 1 0 0,0 0-1 0 0,1 0 1 0 0,0 2 0 0 0,1-1-1 0 0,0 1 1 0 0,1 0-1 0 0,1 0 1 0 0,-6 20-1 0 0,3-9 10 0 0,2 1-1 0 0,1 0 0 0 0,1 0 0 0 0,1 0 0 0 0,1 0 0 0 0,2 48 1 0 0,1-57-3 0 0,2-1 1 0 0,0 1 0 0 0,1 0 0 0 0,0 0 0 0 0,1-1 0 0 0,1 0 0 0 0,1 0 0 0 0,0 0 0 0 0,1-1 0 0 0,1 0 0 0 0,17 25-1 0 0,-22-35-1 0 0,1 0-1 0 0,0 0 0 0 0,0-1 0 0 0,0 0 1 0 0,1 0-1 0 0,-1 0 0 0 0,1 0 0 0 0,0-1 0 0 0,0 0 1 0 0,0 0-1 0 0,1 0 0 0 0,-1-1 0 0 0,1 1 1 0 0,-1-1-1 0 0,1-1 0 0 0,0 1 0 0 0,0-1 0 0 0,0 0 1 0 0,0 0-1 0 0,0-1 0 0 0,0 1 0 0 0,0-1 1 0 0,0-1-1 0 0,11-1 0 0 0,-6-1 0 0 0,-1 0 1 0 0,0-1-1 0 0,1 0 1 0 0,-2 0-1 0 0,1-1 1 0 0,-1 0-1 0 0,1-1 1 0 0,-1 0-1 0 0,-1-1 1 0 0,1 0-1 0 0,-1 0 1 0 0,-1-1-1 0 0,8-8 1 0 0,19-29 11 0 0,-2-1 0 0 0,45-88 1 0 0,-57 89 40 0 0,8-13 42 0 0,-27 56-81 0 0,3-3 1 0 0,-2 3-11 0 0,-5 6 38 0 0,-180 325 472 0 0,166-291-416 0 0,17-37-67 0 0,0 2 12 0 0,0-2-44 0 0,-1-1 1 0 0,1 0-1 0 0,0 1 0 0 0,0-1 1 0 0,0 0-1 0 0,0 1 0 0 0,0-1 1 0 0,0 1-1 0 0,0-1 0 0 0,0 0 1 0 0,0 1-1 0 0,0-1 1 0 0,0 0-1 0 0,0 1 0 0 0,0-1 1 0 0,0 0-1 0 0,0 1 0 0 0,0-1 1 0 0,1 0-1 0 0,-1 1 0 0 0,0-1 1 0 0,0 0-1 0 0,0 1 0 0 0,0-1 1 0 0,1 0-1 0 0,-1 1 0 0 0,0-1 1 0 0,0 0-1 0 0,1 0 0 0 0,-1 1 1 0 0,1-1-1 0 0,6 0 10 0 0,0 0 1 0 0,1 0-1 0 0,-1-1 0 0 0,0 0 1 0 0,0 0-1 0 0,1-1 1 0 0,10-4-1 0 0,-10 4-10 0 0,0-1 0 0 0,0 1 0 0 0,1 0 0 0 0,-1 1 1 0 0,1 0-1 0 0,-1 0 0 0 0,10 1 0 0 0,12 3 1 0 0,4 0 6 0 0,0 0-1 0 0,0-2 0 0 0,1-2 1 0 0,-1-1-1 0 0,0-1 1 0 0,65-16-1 0 0,-78 12 0 0 0,-1-2 0 0 0,30-15 1 0 0,-43 20-8 0 0,0 0 1 0 0,-1 0 0 0 0,1-1-1 0 0,-1 0 1 0 0,0 0 0 0 0,0 0-1 0 0,0-1 1 0 0,-1 0 0 0 0,0 0 0 0 0,5-9-1 0 0,-7 10-1 0 0,-1 0-1 0 0,1 0 0 0 0,-1-1 0 0 0,-1 1 1 0 0,1-1-1 0 0,-1 1 0 0 0,1-12 0 0 0,-2 17 1 0 0,1-1-1 0 0,-1 0 1 0 0,0 1 0 0 0,0-1-1 0 0,0 1 1 0 0,0-1-1 0 0,0 0 1 0 0,0 1-1 0 0,0-1 1 0 0,0 0 0 0 0,0 1-1 0 0,0-1 1 0 0,0 1-1 0 0,0-1 1 0 0,0 0-1 0 0,-1 1 1 0 0,1-1 0 0 0,0 1-1 0 0,0-1 1 0 0,-1 1-1 0 0,1-1 1 0 0,0 1 0 0 0,-1-1-1 0 0,1 1 1 0 0,-1-1-1 0 0,1 1 1 0 0,0-1-1 0 0,-1 1 1 0 0,1-1 0 0 0,-1 1-1 0 0,1 0 1 0 0,-1-1-1 0 0,0 1 1 0 0,1 0-1 0 0,-1 0 1 0 0,1-1 0 0 0,-1 1-1 0 0,1 0 1 0 0,-1 0-1 0 0,0 0 1 0 0,1 0-1 0 0,-1 0 1 0 0,0 0 0 0 0,1 0-1 0 0,-1 0 1 0 0,1 0-1 0 0,-1 0 1 0 0,0 0 0 0 0,1 0-1 0 0,-1 0 1 0 0,1 0-1 0 0,-1 1 1 0 0,0-1-1 0 0,1 0 1 0 0,-1 0 0 0 0,1 1-1 0 0,-1-1 1 0 0,0 1-1 0 0,-13 7 35 0 0,0 1 0 0 0,0 1 0 0 0,1 0-1 0 0,-17 17 1 0 0,29-25-30 0 0,-2 2 1 0 0,0 0 0 0 0,1 0 0 0 0,0 1 1 0 0,0-1-1 0 0,0 1 0 0 0,1 0 0 0 0,-1 0 0 0 0,1-1 1 0 0,0 1-1 0 0,0 8 0 0 0,0-10 4 0 0,1-1 0 0 0,-1 1 0 0 0,1 0 1 0 0,0-1-1 0 0,-1 1 0 0 0,1 0 0 0 0,0 0 0 0 0,1-1 1 0 0,-1 1-1 0 0,0 0 0 0 0,1-1 0 0 0,-1 1 0 0 0,1 0 0 0 0,1 2 1 0 0,-1-4-7 0 0,-1-1 0 0 0,1 1 0 0 0,0 0 1 0 0,-1-1-1 0 0,1 1 0 0 0,0-1 0 0 0,-1 1 1 0 0,1-1-1 0 0,0 1 0 0 0,0-1 0 0 0,0 0 1 0 0,-1 1-1 0 0,1-1 0 0 0,0 0 0 0 0,0 0 1 0 0,0 0-1 0 0,0 0 0 0 0,-1 1 0 0 0,1-1 1 0 0,0 0-1 0 0,0 0 0 0 0,0 0 0 0 0,0-1 1 0 0,0 1-1 0 0,-1 0 0 0 0,1 0 0 0 0,0 0 1 0 0,1-1-1 0 0,8-3 5 0 0,0-1 0 0 0,0 0 0 0 0,0-1 0 0 0,-1 0 0 0 0,11-9 0 0 0,3-1 10 0 0,9 1-23 0 0,56-19-1 0 0,-66 27 8 0 0,0-2-1 0 0,0 0 1 0 0,25-15-1 0 0,-39 19 25 0 0,0-1-1 0 0,-1 0 1 0 0,0 0-1 0 0,0-1 1 0 0,0 1-1 0 0,-1-2 1 0 0,0 1 0 0 0,0-1-1 0 0,-1 0 1 0 0,0 0-1 0 0,6-13 1 0 0,-1 1 155 0 0,-2 0 1 0 0,0-1 0 0 0,-2 0-1 0 0,0 0 1 0 0,-1-1 0 0 0,-2 1-1 0 0,3-31 1 0 0,1-32 1713 0 0,-11 107-1421 0 0,0 0 0 0 0,0 36-1 0 0,7-19-873 0 0,1 0 0 0 0,2 0 0 0 0,2-1 0 0 0,1 0 0 0 0,21 55 0 0 0,-26-85-303 0 0,6 13-1481 0 0,-2-9-2674 0 0,-2-8 1726 0 0</inkml:trace>
</inkml:ink>
</file>

<file path=ppt/ink/ink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17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48 492 0 0,'108'-37'6867'0'0,"-106"37"-6877"0"0,-1-1-449 0 0,3-2 564 0 0,-36-3-5748 0 0</inkml:trace>
</inkml:ink>
</file>

<file path=ppt/ink/ink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17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34 276 0 0,'-16'-4'892'0'0,"5"4"2836"0"0,49-8-3292 0 0,-8 6-83 0 0,18 4-125 0 0,2-7-116 0 0,4 3-148 0 0,21-5-156 0 0,1 5-177 0 0,3 0-539 0 0,-6-1-980 0 0,4 3 436 0 0</inkml:trace>
</inkml:ink>
</file>

<file path=ppt/ink/ink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18.7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380 76 512 0 0,'-41'-34'4457'0'0,"37"30"-4228"0"0,1 0-1 0 0,-1 1 1 0 0,0-1-1 0 0,0 1 1 0 0,0 0-1 0 0,0 0 1 0 0,-1 1-1 0 0,1-1 1 0 0,-1 1-1 0 0,1 0 1 0 0,-1 0-1 0 0,0 0 1 0 0,0 1-1 0 0,0-1 1 0 0,0 1-1 0 0,-6 0 0 0 0,-3 1-39 0 0,0 1-1 0 0,-1 0 0 0 0,1 1 0 0 0,0 1 0 0 0,0 0 0 0 0,0 1 0 0 0,0 0 0 0 0,-22 11 0 0 0,29-12-143 0 0,0 1-1 0 0,0-1 1 0 0,0 1 0 0 0,0 1-1 0 0,0 0 1 0 0,1 0 0 0 0,0 0 0 0 0,0 0-1 0 0,0 1 1 0 0,1 0 0 0 0,0 0 0 0 0,0 1-1 0 0,1-1 1 0 0,-1 1 0 0 0,1 0 0 0 0,-5 13-1 0 0,8-17-32 0 0,0-1-1 0 0,0 0 1 0 0,1 0-1 0 0,-1 0 1 0 0,1 1-1 0 0,-1-1 1 0 0,1 0-1 0 0,0 1 1 0 0,0-1-1 0 0,0 0 1 0 0,0 1-1 0 0,0-1 1 0 0,1 0-1 0 0,-1 1 1 0 0,1-1-1 0 0,-1 0 0 0 0,1 0 1 0 0,0 0-1 0 0,0 1 1 0 0,0-1-1 0 0,0 0 1 0 0,0 0-1 0 0,3 3 1 0 0,-1-3-2 0 0,-1 0-1 0 0,1 0 1 0 0,0 0 0 0 0,0-1 0 0 0,0 0 0 0 0,0 1 0 0 0,0-1-1 0 0,0 0 1 0 0,0 0 0 0 0,0-1 0 0 0,1 1 0 0 0,-1-1 0 0 0,0 1 0 0 0,6-1-1 0 0,8-1 10 0 0,0-1 0 0 0,0 0 1 0 0,0-1-1 0 0,0-1 0 0 0,18-6 0 0 0,24-19 39 0 0,-58 28-50 0 0,9-5 3 0 0,-10 5-13 0 0,0 1 0 0 0,0 0 0 0 0,0 0-1 0 0,0-1 1 0 0,0 1 0 0 0,1 0 0 0 0,-1 0 0 0 0,0 0 0 0 0,0 0 0 0 0,0 0 0 0 0,1-1 0 0 0,-1 1 0 0 0,0 0-1 0 0,0 0 1 0 0,0 0 0 0 0,1 0 0 0 0,-1 0 0 0 0,0 0 0 0 0,0 0 0 0 0,1 0 0 0 0,-1 0 0 0 0,0 0 0 0 0,0 0 0 0 0,1 0-1 0 0,-1 0 1 0 0,0 0 0 0 0,0 0 0 0 0,1 0 0 0 0,-1 0 0 0 0,0 0 0 0 0,0 0 0 0 0,1 0 0 0 0,-1 0 0 0 0,0 0-1 0 0,0 0 1 0 0,0 0 0 0 0,1 0 0 0 0,-1 1 0 0 0,0-1 0 0 0,0 0 0 0 0,0 0 0 0 0,1 0 0 0 0,-1 0 0 0 0,0 1 0 0 0,0-1-1 0 0,-1 44-12 0 0,1-39 14 0 0,-1 0 1 0 0,1 1 0 0 0,0-1 0 0 0,0 1 0 0 0,0-1 0 0 0,1 0 0 0 0,0 1 0 0 0,0-1 0 0 0,0 0 0 0 0,1 1-1 0 0,0-1 1 0 0,0 0 0 0 0,3 6 0 0 0,-3-9 2 0 0,-1 0 0 0 0,0 0-1 0 0,1 0 1 0 0,-1 0 0 0 0,1 0 0 0 0,0 0 0 0 0,0-1-1 0 0,0 1 1 0 0,-1-1 0 0 0,2 1 0 0 0,-1-1 0 0 0,0 0-1 0 0,0 0 1 0 0,0 0 0 0 0,0 0 0 0 0,1 0 0 0 0,-1 0-1 0 0,0-1 1 0 0,1 1 0 0 0,-1-1 0 0 0,1 1 0 0 0,-1-1-1 0 0,1 0 1 0 0,-1 0 0 0 0,1 0 0 0 0,-1 0 0 0 0,0-1-1 0 0,1 1 1 0 0,-1-1 0 0 0,1 1 0 0 0,-1-1-1 0 0,5-2 1 0 0,7-3 14 0 0,1-1 1 0 0,-1 0-1 0 0,-1-2 0 0 0,16-10 0 0 0,-8 4-9 0 0,28-14-8 0 0,-27 18 0 0 0,-1-2 0 0 0,22-18 0 0 0,-42 30-3 0 0,1 0 0 0 0,-1 0 1 0 0,1 0-1 0 0,-1 0 0 0 0,1 0 1 0 0,-1 0-1 0 0,1 0 0 0 0,0 0 0 0 0,-1 1 1 0 0,1-1-1 0 0,0 1 0 0 0,0-1 1 0 0,-1 1-1 0 0,1-1 0 0 0,0 1 0 0 0,0 0 1 0 0,0 0-1 0 0,-1 0 0 0 0,1 0 1 0 0,0 0-1 0 0,0 1 0 0 0,0-1 0 0 0,0 1 1 0 0,-1-1-1 0 0,1 1 0 0 0,0-1 1 0 0,1 2-1 0 0,4 2 3 0 0,0 1 1 0 0,-1-1-1 0 0,0 1 0 0 0,0 1 1 0 0,7 7-1 0 0,-8-7 3 0 0,1-1-1 0 0,-1 0 0 0 0,1 0 1 0 0,0 0-1 0 0,8 4 0 0 0,1-2 9 0 0,0-1 0 0 0,1-1-1 0 0,0-1 1 0 0,0 0 0 0 0,0 0-1 0 0,0-2 1 0 0,31 1 0 0 0,-37-3-6 0 0,0 0 0 0 0,-1 0 0 0 0,1-1 0 0 0,0 0 0 0 0,-1-1 0 0 0,1 0 1 0 0,-1-1-1 0 0,0 0 0 0 0,0 0 0 0 0,0-1 0 0 0,0 0 0 0 0,-1-1 0 0 0,1 1 1 0 0,12-11-1 0 0,-17 11 85 0 0,-1 1 0 0 0,1-1 1 0 0,-1 0-1 0 0,0-1 0 0 0,0 1 1 0 0,0 0-1 0 0,0-1 0 0 0,-1 0 1 0 0,0 0-1 0 0,0 1 1 0 0,0-1-1 0 0,0 0 0 0 0,-1 0 1 0 0,1-11-1 0 0,-1 16-81 0 0,-1 0 0 0 0,0-1 1 0 0,0 1-1 0 0,0 0 0 0 0,0 0 1 0 0,0-1-1 0 0,0 1 0 0 0,1 0 1 0 0,-1 0-1 0 0,0-1 0 0 0,0 1 0 0 0,0 0 1 0 0,0-1-1 0 0,0 1 0 0 0,0 0 1 0 0,0 0-1 0 0,0-1 0 0 0,0 1 1 0 0,0 0-1 0 0,0 0 0 0 0,-1-1 0 0 0,1 1 1 0 0,0 0-1 0 0,0 0 0 0 0,0-1 1 0 0,0 1-1 0 0,0 0 0 0 0,0 0 0 0 0,-1-1 1 0 0,1 1-1 0 0,0 0 0 0 0,0 0 1 0 0,0 0-1 0 0,0-1 0 0 0,-1 1 1 0 0,1 0-1 0 0,0 0 0 0 0,0 0 0 0 0,-1 0 1 0 0,1-1-1 0 0,0 1 0 0 0,0 0 1 0 0,-1 0-1 0 0,1 0 0 0 0,0 0 0 0 0,0 0 1 0 0,-1 0-1 0 0,1 0 0 0 0,0 0 1 0 0,0 0-1 0 0,-1 0 0 0 0,-11 11 426 0 0,3-3-380 0 0,20 25 104 0 0,-4-24-392 0 0,0 0 0 0 0,0-1-1 0 0,1 0 1 0 0,17 14 0 0 0,20 6-6627 0 0,-21-19 3274 0 0</inkml:trace>
</inkml:ink>
</file>

<file path=ppt/ink/ink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0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5 890 252 0 0,'-5'16'2643'0'0,"11"-12"148"0"0,26-17-1224 0 0,-4-3-1341 0 0,-1-2 0 0 0,0 0 0 0 0,-2-2 0 0 0,0-1 0 0 0,-1-1 0 0 0,-1 0 0 0 0,-1-2 0 0 0,-2-1 1 0 0,0-1-1 0 0,-2 0 0 0 0,0-1 0 0 0,-2-1 0 0 0,-1-1 0 0 0,-2 0 0 0 0,19-58 0 0 0,-30 46 157 0 0,-3 25-254 0 0,1 14-105 0 0,-1 1-21 0 0,0 0 0 0 0,1 0 0 0 0,-1 0 0 0 0,0 0 0 0 0,0 0 0 0 0,0 0 0 0 0,1 1 0 0 0,-1-1 0 0 0,0 0 0 0 0,0 0-1 0 0,0 1 1 0 0,0-1 0 0 0,0 1 0 0 0,-1-1 0 0 0,1 1 0 0 0,0-1 0 0 0,0 1 0 0 0,0 0 0 0 0,0 0 0 0 0,-1-1 0 0 0,1 1 0 0 0,0 0 0 0 0,0 0-1 0 0,0 0 1 0 0,0 0 0 0 0,-1 0 0 0 0,1 1 0 0 0,0-1 0 0 0,0 0 0 0 0,0 1 0 0 0,0-1 0 0 0,-1 0 0 0 0,1 1 0 0 0,0-1 0 0 0,0 1-1 0 0,0 0 1 0 0,0-1 0 0 0,0 1 0 0 0,0 0 0 0 0,0 0 0 0 0,1-1 0 0 0,-1 1 0 0 0,0 0 0 0 0,-1 1 0 0 0,-4 4 1 0 0,0-1-1 0 0,0 1 1 0 0,1 0 0 0 0,0 0 0 0 0,0 1 0 0 0,0-1-1 0 0,1 1 1 0 0,0 0 0 0 0,0 0 0 0 0,1 1 0 0 0,0-1-1 0 0,0 1 1 0 0,0 0 0 0 0,1-1 0 0 0,1 1 0 0 0,-1 0 0 0 0,1 0-1 0 0,0 0 1 0 0,1 1 0 0 0,1 12 0 0 0,-1-14 1 0 0,1 0 0 0 0,0 0 0 0 0,1 1 0 0 0,-1-1 0 0 0,2 0-1 0 0,-1 0 1 0 0,1-1 0 0 0,0 1 0 0 0,0 0 0 0 0,0-1 0 0 0,1 0 0 0 0,0 0 0 0 0,0 0 0 0 0,1 0 0 0 0,0 0 0 0 0,0-1 0 0 0,0 0 0 0 0,1 0 0 0 0,-1-1 0 0 0,1 1 0 0 0,0-1 0 0 0,1 0-1 0 0,6 2 1 0 0,3 0 2 0 0,1-1 0 0 0,0-1-1 0 0,-1 0 1 0 0,1-2 0 0 0,1 0-1 0 0,-1 0 1 0 0,0-2-1 0 0,0 0 1 0 0,0-1 0 0 0,1-1-1 0 0,-1-1 1 0 0,-1 0 0 0 0,1-1-1 0 0,0-1 1 0 0,-1 0 0 0 0,0-1-1 0 0,0-1 1 0 0,0-1-1 0 0,16-10 1 0 0,-22 11-3 0 0,0 0 0 0 0,-1-1 0 0 0,0 0 0 0 0,-1 0 0 0 0,0-1 1 0 0,0 0-1 0 0,0 0 0 0 0,-1-1 0 0 0,-1 0 0 0 0,0 0 0 0 0,0-1 0 0 0,5-14 0 0 0,-6 9 4 0 0,0 0-1 0 0,-1 0 0 0 0,-1 0 1 0 0,-1 0-1 0 0,0-1 1 0 0,-1 1-1 0 0,-1-1 1 0 0,-1-17-1 0 0,1 31 15 0 0,0 2-20 0 0,-1 1 0 0 0,1-1 0 0 0,0 0 0 0 0,0 0 0 0 0,0 1 0 0 0,0-1 0 0 0,-1 0 0 0 0,1 1 0 0 0,0-1 0 0 0,0 0 0 0 0,-1 1 0 0 0,1-1 0 0 0,-1 0 0 0 0,1 1 0 0 0,-1-1 0 0 0,1 1 0 0 0,-1-1 0 0 0,1 1 0 0 0,-1-1 0 0 0,1 1 0 0 0,-1-1-1 0 0,1 1 1 0 0,-2-1 0 0 0,-1-1 16 0 0,2 0-2 0 0,-1 6-5 0 0,-1 0-8 0 0,0 1 0 0 0,1 0-1 0 0,0 0 1 0 0,0 0 0 0 0,0 0 0 0 0,0 0 0 0 0,1 0-1 0 0,0 1 1 0 0,0-1 0 0 0,0 0 0 0 0,1 1-1 0 0,-1-1 1 0 0,1 1 0 0 0,1-1 0 0 0,-1 0-1 0 0,1 1 1 0 0,2 6 0 0 0,-1-3 2 0 0,1-1 0 0 0,0 0 1 0 0,1 0-1 0 0,0 0 0 0 0,0-1 0 0 0,1 1 0 0 0,0-1 0 0 0,0 0 1 0 0,1 0-1 0 0,9 8 0 0 0,-9-8-2 0 0,1-1 1 0 0,0 0-1 0 0,0 0 0 0 0,0-1 0 0 0,1 0 1 0 0,0 0-1 0 0,0-1 0 0 0,0 0 0 0 0,0 0 1 0 0,1-1-1 0 0,-1 0 0 0 0,1-1 0 0 0,0 0 1 0 0,0 0-1 0 0,0-1 0 0 0,0 0 1 0 0,0 0-1 0 0,0-1 0 0 0,0 0 0 0 0,0-1 1 0 0,0 0-1 0 0,14-3 0 0 0,-6-4-1 0 0,0 0-1 0 0,-1 0 0 0 0,1-2 1 0 0,-2 0-1 0 0,0-1 0 0 0,0 0 1 0 0,-1-1-1 0 0,0-1 1 0 0,-1 0-1 0 0,0-1 0 0 0,-1-1 1 0 0,19-30-1 0 0,-1-5 0 0 0,-3-2-1 0 0,39-101 0 0 0,-62 142-2 0 0,0-1-1 0 0,0 1 1 0 0,-2-1-1 0 0,1 0 0 0 0,-2 0 1 0 0,1 0-1 0 0,-1 0 1 0 0,-1 0-1 0 0,-1 0 0 0 0,-2-20 1 0 0,3 30 16 0 0,-4-19-80 0 0,4 21 63 0 0,0 0 1 0 0,-1-1 0 0 0,1 1 0 0 0,0 0 0 0 0,0 0-1 0 0,0 0 1 0 0,-1 0 0 0 0,1 0 0 0 0,0 0 0 0 0,0-1-1 0 0,-1 1 1 0 0,1 0 0 0 0,0 0 0 0 0,0 0 0 0 0,-1 0 0 0 0,1 0-1 0 0,0 0 1 0 0,0 0 0 0 0,-1 0 0 0 0,1 0 0 0 0,0 0-1 0 0,0 0 1 0 0,-1 0 0 0 0,1 0 0 0 0,0 0 0 0 0,0 0-1 0 0,0 1 1 0 0,-1-1 0 0 0,1 0 0 0 0,0 0 0 0 0,0 0-1 0 0,-1 0 1 0 0,1 0 0 0 0,0 1 0 0 0,0-1 0 0 0,0 0 0 0 0,-1 0-1 0 0,1 0 1 0 0,0 0 0 0 0,0 1 0 0 0,-3 2-2 0 0,0 1 1 0 0,0 0-1 0 0,1 0 1 0 0,0 0-1 0 0,-1 0 1 0 0,1 0-1 0 0,-1 5 1 0 0,-9 23 30 0 0,1 0 1 0 0,1 1 0 0 0,2 0-1 0 0,1 0 1 0 0,2 1 0 0 0,-1 44-1 0 0,5-45 0 0 0,2 1 1 0 0,1-1-1 0 0,1-1 1 0 0,2 1-1 0 0,1 0 0 0 0,12 32 1 0 0,-15-55-24 0 0,1-1 1 0 0,0-1 0 0 0,0 1-1 0 0,1 0 1 0 0,0-1-1 0 0,0 0 1 0 0,1 0 0 0 0,0-1-1 0 0,1 1 1 0 0,14 11 0 0 0,-16-15-15 0 0,1 0 1 0 0,0-1-1 0 0,0 1 1 0 0,0-1-1 0 0,1-1 1 0 0,-1 0-1 0 0,1 1 1 0 0,0-2-1 0 0,-1 1 1 0 0,1-1-1 0 0,0 0 1 0 0,0-1-1 0 0,0 1 1 0 0,0-1-1 0 0,0-1 0 0 0,0 1 1 0 0,8-3-1 0 0,-4 1-264 0 0,0 0 0 0 0,1-1-1 0 0,-1 0 1 0 0,0-1-1 0 0,0-1 1 0 0,-1 0-1 0 0,13-7 1 0 0,35-33-5652 0 0,-41 29 3533 0 0</inkml:trace>
</inkml:ink>
</file>

<file path=ppt/ink/ink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1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262 392 332 0 0,'-19'0'1771'0'0,"-4"6"-1105"0"0,-1 1-1 0 0,1 1 1 0 0,1 1 0 0 0,0 1 0 0 0,0 1-1 0 0,1 1 1 0 0,0 1 0 0 0,-31 25 0 0 0,51-37-644 0 0,0-1 0 0 0,0 1 0 0 0,1-1 0 0 0,-1 1-1 0 0,0-1 1 0 0,0 1 0 0 0,1 0 0 0 0,-1-1 0 0 0,0 1 0 0 0,1 0 0 0 0,-1 0 0 0 0,1-1 0 0 0,-1 1 0 0 0,1 0 0 0 0,-1 0 0 0 0,1 0 0 0 0,0-1 0 0 0,-1 1 0 0 0,1 0 0 0 0,0 0 0 0 0,0 0 0 0 0,-1 0-1 0 0,1 0 1 0 0,0 0 0 0 0,0 0 0 0 0,0 0 0 0 0,0 0 0 0 0,0 0 0 0 0,1 0 0 0 0,-1-1 0 0 0,0 1 0 0 0,0 0 0 0 0,1 0 0 0 0,-1 0 0 0 0,0 0 0 0 0,1 0 0 0 0,-1 0 0 0 0,1-1 0 0 0,-1 1 0 0 0,1 0-1 0 0,0 1 1 0 0,1-1 1 0 0,0 0 0 0 0,-1 0 0 0 0,1 0 0 0 0,0 0 0 0 0,0 0 0 0 0,0-1 0 0 0,0 1 0 0 0,0-1 0 0 0,0 1 0 0 0,1-1-1 0 0,-1 0 1 0 0,0 0 0 0 0,0 1 0 0 0,0-2 0 0 0,0 1 0 0 0,0 0 0 0 0,0 0 0 0 0,0-1 0 0 0,0 1 0 0 0,4-2 0 0 0,30-9 74 0 0,87-23 132 0 0,-112 33-224 0 0,-1 1-1 0 0,1 1 0 0 0,-1 0 1 0 0,0 0-1 0 0,1 1 0 0 0,10 3 0 0 0,6 1 23 0 0,-15-4-15 0 0,0-1 1 0 0,0 1 0 0 0,0-2-1 0 0,0 0 1 0 0,0 0-1 0 0,0-1 1 0 0,0-1-1 0 0,0 0 1 0 0,0 0 0 0 0,-1-1-1 0 0,1-1 1 0 0,-1 0-1 0 0,0 0 1 0 0,0-1-1 0 0,0-1 1 0 0,-1 0-1 0 0,1 0 1 0 0,-2-1 0 0 0,1 0-1 0 0,-1-1 1 0 0,0 0-1 0 0,0-1 1 0 0,-1 0-1 0 0,12-16 1 0 0,0-10 97 0 0,-1 0-1 0 0,-2-2 1 0 0,-2 0 0 0 0,-1-1 0 0 0,-2 0-1 0 0,10-59 1 0 0,-20 90-19 0 0,0-1-1 0 0,-1 0 1 0 0,0 1 0 0 0,0-1-1 0 0,-1 0 1 0 0,0 1 0 0 0,0-1-1 0 0,-3-14 1 0 0,2 20-30 0 0,-3 2-46 0 0,0 1 0 0 0,1 0-1 0 0,-1 0 1 0 0,0 0 0 0 0,0 1-1 0 0,1-1 1 0 0,-1 1 0 0 0,1 0-1 0 0,-1 0 1 0 0,1 0 0 0 0,0 0-1 0 0,0 0 1 0 0,0 1 0 0 0,0 0-1 0 0,0-1 1 0 0,1 1 0 0 0,-1 0-1 0 0,1 1 1 0 0,-3 4 0 0 0,-8 11 20 0 0,2 1 0 0 0,-11 24 0 0 0,10-20 2 0 0,7-12-21 0 0,0 0-1 0 0,1 0 0 0 0,1 0 0 0 0,0 1 0 0 0,0-1 0 0 0,1 1 0 0 0,1-1 0 0 0,0 1 0 0 0,1 0 0 0 0,0 0 0 0 0,1-1 0 0 0,0 1 0 0 0,4 15 0 0 0,-4-22-7 0 0,1 1 0 0 0,-1-1 0 0 0,1 0 0 0 0,0 0 0 0 0,1 0-1 0 0,-1 0 1 0 0,1-1 0 0 0,0 1 0 0 0,1-1 0 0 0,-1 1 0 0 0,1-1 0 0 0,0 0 0 0 0,1 0-1 0 0,-1-1 1 0 0,1 1 0 0 0,0-1 0 0 0,0 0 0 0 0,0 0 0 0 0,0-1 0 0 0,1 0 0 0 0,-1 0 0 0 0,1 0-1 0 0,0 0 1 0 0,0-1 0 0 0,0 0 0 0 0,0 0 0 0 0,11 1 0 0 0,41 0-700 0 0,109-7 1 0 0,-28-1-2152 0 0,-112 2 2183 0 0,1 1 2361 0 0,-24 6-820 0 0,-14 7-565 0 0,8-10-283 0 0,1 0 0 0 0,-1 0 0 0 0,1 0 0 0 0,-1 0 0 0 0,1 1 1 0 0,-1-1-1 0 0,1 0 0 0 0,0 1 0 0 0,0-1 0 0 0,-1 1 0 0 0,1 0 1 0 0,0-1-1 0 0,0 1 0 0 0,1 0 0 0 0,-1 0 0 0 0,0-1 0 0 0,1 1 1 0 0,-1 0-1 0 0,1 0 0 0 0,-1 0 0 0 0,1 2 0 0 0,0-2-22 0 0,1-1 0 0 0,-1 1 0 0 0,1-1 0 0 0,0 0 0 0 0,0 1 0 0 0,-1-1 0 0 0,1 0 0 0 0,0 1 0 0 0,0-1 0 0 0,0 0 0 0 0,0 0 0 0 0,0 0 0 0 0,1 0 0 0 0,-1 0 0 0 0,0 0 1 0 0,0 0-1 0 0,1-1 0 0 0,-1 1 0 0 0,0 0 0 0 0,3 0 0 0 0,3 2-2 0 0,0-1 0 0 0,1 1 0 0 0,0-1 0 0 0,-1-1 0 0 0,1 0 0 0 0,0 0 0 0 0,0 0 0 0 0,9-1 0 0 0,-7-2-6 0 0,0 0 0 0 0,0-1 1 0 0,0 0-1 0 0,-1 0 0 0 0,1-1 1 0 0,-1 0-1 0 0,0-1 0 0 0,0 0 0 0 0,0 0 1 0 0,-1-1-1 0 0,0 0 0 0 0,0 0 1 0 0,0-1-1 0 0,-1 0 0 0 0,0-1 0 0 0,0 0 1 0 0,10-15-1 0 0,-4 1 34 0 0,0 0-1 0 0,-1-1 1 0 0,-1-1 0 0 0,-1 0-1 0 0,12-48 1 0 0,-19 58 228 0 0,-1 0 0 0 0,0-1 0 0 0,-1 1 1 0 0,-2-24-1 0 0,1 13 496 0 0,0 25-737 0 0,0-1 0 0 0,0 1 0 0 0,0-1 0 0 0,1 1 1 0 0,-1-1-1 0 0,0 0 0 0 0,0 1 0 0 0,0-1 0 0 0,0 1 0 0 0,0-1 0 0 0,-1 1 1 0 0,1-1-1 0 0,0 1 0 0 0,0-1 0 0 0,0 1 0 0 0,0-1 0 0 0,-1 1 0 0 0,1-1 0 0 0,0 1 1 0 0,0-1-1 0 0,-1 1 0 0 0,1 0 0 0 0,0-1 0 0 0,-1 1 0 0 0,1-1 0 0 0,0 1 1 0 0,-1 0-1 0 0,1-1 0 0 0,-1 1 0 0 0,1 0 0 0 0,0 0 0 0 0,-1-1 0 0 0,1 1 0 0 0,-1 0 1 0 0,1 0-1 0 0,-1-1 0 0 0,0 1 0 0 0,-19 10 361 0 0,-13 25-72 0 0,26-22-227 0 0,0 0 0 0 0,1 0 1 0 0,0 1-1 0 0,1 0 1 0 0,0 0-1 0 0,1 0 0 0 0,1 0 1 0 0,1 1-1 0 0,0-1 0 0 0,0 1 1 0 0,2 23-1 0 0,2 2-938 0 0,2 0 0 0 0,19 79 0 0 0,-16-109-1181 0 0,-2-2-4114 0 0</inkml:trace>
</inkml:ink>
</file>

<file path=ppt/ink/ink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1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6 10833 0 0,'-9'0'37'0'0,"-59"-5"-27"0"0,57 4-25 0 0,16 6-36 0 0,13 3-65 0 0,36 7-2837 0 0,-41-12-152 0 0,-2-1 493 0 0</inkml:trace>
</inkml:ink>
</file>

<file path=ppt/ink/ink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5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1 920 268 0 0,'191'-144'6332'0'0,"-162"120"-5822"0"0,22-16-63 0 0,-3-3 1 0 0,-2-1-1 0 0,-1-2 0 0 0,-3-2 1 0 0,-1-2-1 0 0,-3-2 1 0 0,35-63-1 0 0,-54 78-296 0 0,-2-1 1 0 0,-2-1-1 0 0,-1 0 0 0 0,14-67 1 0 0,-28 103-127 0 0,1 0 1 0 0,0 0-1 0 0,-1 1 0 0 0,1-1 1 0 0,-1 0-1 0 0,0 0 1 0 0,0 0-1 0 0,0 1 0 0 0,0-1 1 0 0,0 0-1 0 0,-1 0 1 0 0,1 0-1 0 0,-1 1 0 0 0,0-1 1 0 0,0 0-1 0 0,0 1 1 0 0,-1-3-1 0 0,1 3 27 0 0,-2 2-47 0 0,-1 1-1 0 0,1 0 0 0 0,0 0 1 0 0,0 0-1 0 0,0 1 1 0 0,0-1-1 0 0,0 1 1 0 0,0 0-1 0 0,1-1 0 0 0,-1 1 1 0 0,1 0-1 0 0,-1 1 1 0 0,1-1-1 0 0,-4 4 1 0 0,-29 38 38 0 0,7-5-15 0 0,2 1-1 0 0,-35 75 1 0 0,54-100-18 0 0,1 0 0 0 0,0 1-1 0 0,2 0 1 0 0,-1-1 0 0 0,2 1 0 0 0,0 1 0 0 0,1-1 0 0 0,1 0-1 0 0,0 1 1 0 0,1-1 0 0 0,4 27 0 0 0,-3-38-2 0 0,0 1 0 0 0,0-1 0 0 0,1 1 0 0 0,0-1 0 0 0,0 0 0 0 0,0 0 0 0 0,0 0 0 0 0,1 0 0 0 0,0 0 0 0 0,0 0 0 0 0,1-1 0 0 0,-1 1 0 0 0,1-1 0 0 0,0 0 0 0 0,0 0 0 0 0,0-1 0 0 0,0 1 0 0 0,8 4 0 0 0,-5-5 6 0 0,0 0-1 0 0,0 0 0 0 0,0-1 1 0 0,0 0-1 0 0,1 0 1 0 0,-1 0-1 0 0,1-1 1 0 0,-1 0-1 0 0,1-1 1 0 0,0 0-1 0 0,-1 0 1 0 0,14-2-1 0 0,-18 2-1 0 0,1 0-1 0 0,-1-1 1 0 0,1 1-1 0 0,-1-1 1 0 0,1 0-1 0 0,-1 0 1 0 0,1 0 0 0 0,-1 0-1 0 0,0-1 1 0 0,0 1-1 0 0,5-4 1 0 0,-7 4 17 0 0,2 0-25 0 0,-1-1-1 0 0,1 1 1 0 0,-1 0-1 0 0,1 0 1 0 0,-1 0 0 0 0,1 0-1 0 0,0 0 1 0 0,-1 1-1 0 0,1-1 1 0 0,0 1 0 0 0,0 0-1 0 0,0 0 1 0 0,-1 0-1 0 0,4 0 1 0 0,2 0 62 0 0,-2-2 57 0 0,-10-1 281 0 0,-13 0 171 0 0,14 2-761 0 0,-3 0 176 0 0,-10 41-23 0 0,16-34 38 0 0,0-1-1 0 0,1 1 1 0 0,-1 0 0 0 0,1-1 0 0 0,0 1 0 0 0,1-1-1 0 0,0 1 1 0 0,-1-1 0 0 0,2 0 0 0 0,4 10-1 0 0,-5-13-1 0 0,0 1 0 0 0,0-1 0 0 0,0 1-1 0 0,0-1 1 0 0,0 0 0 0 0,0 0 0 0 0,1 0-1 0 0,-1 0 1 0 0,1 0 0 0 0,0-1 0 0 0,-1 1 0 0 0,1-1-1 0 0,0 0 1 0 0,0 1 0 0 0,0-1 0 0 0,0 0-1 0 0,0-1 1 0 0,0 1 0 0 0,0-1 0 0 0,0 1-1 0 0,0-1 1 0 0,4 0 0 0 0,-6 0 22 0 0,1 0-19 0 0,0 0 0 0 0,0 0 1 0 0,0 0-1 0 0,0 0 0 0 0,0 0 0 0 0,0 0 1 0 0,0-1-1 0 0,0 1 0 0 0,0-1 1 0 0,0 0-1 0 0,0 1 0 0 0,0-1 1 0 0,0 0-1 0 0,3-2 0 0 0,-3 0 6 0 0,0 2-10 0 0,-1 0 0 0 0,0 0 1 0 0,0 0-1 0 0,-1-1 0 0 0,1 1 1 0 0,0 0-1 0 0,0-1 0 0 0,-1 1 1 0 0,1 0-1 0 0,0-1 1 0 0,-1 1-1 0 0,1-1 0 0 0,-1 1 1 0 0,0-1-1 0 0,0 1 0 0 0,1-1 1 0 0,-1 1-1 0 0,0-1 0 0 0,0 1 1 0 0,0-1-1 0 0,-1 1 1 0 0,1-1-1 0 0,0 1 0 0 0,0-1 1 0 0,-2-1-1 0 0,1-4-33 0 0,-1 0 1 0 0,-1 0-1 0 0,1 1 1 0 0,-1-1-1 0 0,0 0 1 0 0,-1 1-1 0 0,1 0 1 0 0,-1 0-1 0 0,-1 0 1 0 0,1 0-1 0 0,-8-6 1 0 0,-21-9-3258 0 0,13 10-1908 0 0,11 4 2264 0 0</inkml:trace>
</inkml:ink>
</file>

<file path=ppt/ink/ink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5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14 384 0 0,'13'-3'1188'0'0,"8"-2"-684"0"0,-8 1-24 0 0,1 4-76 0 0,1 0-16 0 0,2-1-56 0 0,-1 2-40 0 0,3-1-20 0 0,0 2-108 0 0,6 0-80 0 0,2 0-132 0 0,-1 1-108 0 0,0 0-84 0 0,-4-1-436 0 0,4 4-732 0 0,-5-4 324 0 0</inkml:trace>
</inkml:ink>
</file>

<file path=ppt/ink/ink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6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35 572 0 0,'1'-12'1156'0'0,"-4"6"2196"0"0,-10 0-2855 0 0,10 4-14 0 0,-27-6 1451 0 0,24 8-1788 0 0,-1 1 0 0 0,1-1 1 0 0,0 1-1 0 0,0 1 0 0 0,-1-1 0 0 0,1 1 1 0 0,0 0-1 0 0,0 1 0 0 0,1-1 0 0 0,-1 1 0 0 0,0 1 1 0 0,1-1-1 0 0,-6 5 0 0 0,-5 6 301 0 0,0 0 0 0 0,-22 27 0 0 0,36-39-407 0 0,1-1-16 0 0,0 0 0 0 0,0 0 1 0 0,0 0-1 0 0,0 0 0 0 0,0 0 0 0 0,0 1 1 0 0,1-1-1 0 0,-1 0 0 0 0,0 0 0 0 0,1 0 1 0 0,-1 1-1 0 0,1-1 0 0 0,-1 0 0 0 0,1 1 1 0 0,0-1-1 0 0,-1 1 0 0 0,1-1 1 0 0,0 0-1 0 0,0 1 0 0 0,0-1 0 0 0,0 0 1 0 0,0 1-1 0 0,1-1 0 0 0,-1 1 0 0 0,0-1 1 0 0,1 0-1 0 0,-1 1 0 0 0,0-1 0 0 0,1 0 1 0 0,0 1-1 0 0,-1-1 0 0 0,1 0 1 0 0,0 0-1 0 0,0 1 0 0 0,2 1 9 0 0,-1-1 0 0 0,0-1 0 0 0,1 1 0 0 0,-1 0 0 0 0,1 0 0 0 0,-1-1 0 0 0,1 0-1 0 0,0 1 1 0 0,-1-1 0 0 0,1 0 0 0 0,0 0 0 0 0,0-1 0 0 0,0 1 0 0 0,0 0 0 0 0,5-1 0 0 0,37 1 2 0 0,-35-2-118 0 0,-1 1 0 0 0,1 0-1 0 0,0 0 1 0 0,0 1-1 0 0,-1 0 1 0 0,1 0-1 0 0,-1 1 1 0 0,1 1-1 0 0,-1 0 1 0 0,0 0 0 0 0,0 0-1 0 0,0 1 1 0 0,0 1-1 0 0,14 9 1 0 0,-21-13-405 0 0,5 5-182 0 0,1-2-4440 0 0,3 2 2120 0 0</inkml:trace>
</inkml:ink>
</file>

<file path=ppt/ink/ink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8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203 104 344 0 0,'0'-62'5428'0'0,"3"20"490"0"0,-7 55-5614 0 0,-9 3-223 0 0,8-10-15 0 0,-39 60 421 0 0,10-15-160 0 0,-13 27 87 0 0,37-59-306 0 0,1 0-1 0 0,0 1 1 0 0,1 1 0 0 0,-9 40-1 0 0,16-58-90 0 0,0 1 0 0 0,0-1 0 0 0,0 1 0 0 0,0 0 0 0 0,1 0 1 0 0,0 0-1 0 0,-1-1 0 0 0,1 1 0 0 0,1 0 0 0 0,-1 0 0 0 0,0 0 0 0 0,1 0 0 0 0,0-1 0 0 0,0 1 0 0 0,0 0 0 0 0,0-1 0 0 0,3 6 0 0 0,-1-8-10 0 0,-1-1 0 0 0,0 1 0 0 0,1-1-1 0 0,-1 0 1 0 0,0 1 0 0 0,0-1 0 0 0,1 0 0 0 0,-1-1 0 0 0,0 1-1 0 0,1 0 1 0 0,-1-1 0 0 0,0 1 0 0 0,0-1 0 0 0,1 0 0 0 0,-1 0 0 0 0,0 0-1 0 0,3-1 1 0 0,-1 0-1 0 0,41-18 46 0 0,-33 14-59 0 0,-1 1 0 0 0,1 0-1 0 0,-1 1 1 0 0,2 0 0 0 0,-1 1-1 0 0,20-3 1 0 0,-22 6 8 0 0,-1 0-1 0 0,0 1 1 0 0,1 1-1 0 0,-1-1 1 0 0,0 1-1 0 0,0 1 1 0 0,0-1-1 0 0,9 6 1 0 0,44 9 25 0 0,-54-16-21 0 0,0 0 0 0 0,0-1 0 0 0,0 0 0 0 0,0 0 0 0 0,0-1 0 0 0,0 0 0 0 0,0 0 0 0 0,-1-1 0 0 0,1 0 0 0 0,0 0-1 0 0,-1-1 1 0 0,1 0 0 0 0,12-7 0 0 0,-14 6 10 0 0,-1 0-1 0 0,0-1 0 0 0,0 1 1 0 0,-1-1-1 0 0,1 0 0 0 0,-1 0 1 0 0,0-1-1 0 0,-1 1 1 0 0,1-1-1 0 0,-1 0 0 0 0,0 0 1 0 0,-1 0-1 0 0,1 0 1 0 0,-1 0-1 0 0,0 0 0 0 0,2-14 1 0 0,-2 8 29 0 0,0-1 1 0 0,0 1-1 0 0,-2-1 0 0 0,1 0 1 0 0,-1 0-1 0 0,-1 1 1 0 0,-5-26-1 0 0,3 26-348 0 0</inkml:trace>
</inkml:ink>
</file>

<file path=ppt/ink/ink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29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0 661 244 0 0,'22'-5'2344'0'0,"-8"2"-1853"0"0,0-2 1 0 0,0 0-1 0 0,0-1 1 0 0,0 0 0 0 0,-1-1-1 0 0,0 0 1 0 0,-1-1-1 0 0,1-1 1 0 0,-2 0 0 0 0,1 0-1 0 0,-1-1 1 0 0,-1-1-1 0 0,0 0 1 0 0,0 0 0 0 0,-1-1-1 0 0,0 0 1 0 0,8-16-1 0 0,-14 20-364 0 0,0 1-1 0 0,0 0 1 0 0,-1-1-1 0 0,0 0 1 0 0,0 0-1 0 0,0 1 1 0 0,-1-1-1 0 0,-1 0 1 0 0,1 0-1 0 0,-1 0 1 0 0,-1 0-1 0 0,1 0 1 0 0,-1 0-1 0 0,-1 0 1 0 0,1 0-1 0 0,-2 1 1 0 0,1-1-1 0 0,-1 0 0 0 0,-4-9 1 0 0,6 15-94 0 0,-4-3 46 0 0,5 5-78 0 0,0-1 1 0 0,0 1-1 0 0,-1-1 0 0 0,1 1 1 0 0,0 0-1 0 0,0-1 1 0 0,0 1-1 0 0,0 0 1 0 0,-1-1-1 0 0,1 1 0 0 0,0 0 1 0 0,0-1-1 0 0,-1 1 1 0 0,1 0-1 0 0,0-1 1 0 0,-1 1-1 0 0,1 0 0 0 0,0 0 1 0 0,-1 0-1 0 0,1-1 1 0 0,0 1-1 0 0,-1 0 0 0 0,1 0 1 0 0,-1 0-1 0 0,1 0 1 0 0,0-1-1 0 0,-1 1 1 0 0,1 0-1 0 0,-1 0 0 0 0,1 0 1 0 0,0 0-1 0 0,-1 0 1 0 0,1 0-1 0 0,-1 0 0 0 0,1 0 1 0 0,0 0-1 0 0,-1 1 1 0 0,1-1-1 0 0,-1 0 1 0 0,1 0-1 0 0,-23 15 5 0 0,22-14-20 0 0,0 0 6 0 0,0 0 6 0 0,1 0 0 0 0,-1 1 1 0 0,0-1-1 0 0,1 0 0 0 0,-1 0 1 0 0,1 1-1 0 0,-1-1 0 0 0,1 0 1 0 0,0 1-1 0 0,-1-1 0 0 0,1 1 1 0 0,0 1-1 0 0,4 1 2 0 0,-1 0 1 0 0,1-1 0 0 0,0 1-1 0 0,1-1 1 0 0,-1 0-1 0 0,0 0 1 0 0,1 0-1 0 0,0-1 1 0 0,0 1-1 0 0,0-1 1 0 0,9 3-1 0 0,-5-2 5 0 0,21 11 10 0 0,9 12-23 0 0,-5 3-22 0 0,11 22-26 0 0,-20-22 34 0 0,-21-25 19 0 0,-1-1 0 0 0,1 1 1 0 0,1-1-1 0 0,-1 0 0 0 0,0 0 0 0 0,1-1 0 0 0,-1 1 0 0 0,1-1 1 0 0,0 0-1 0 0,-1 0 0 0 0,1-1 0 0 0,0 1 0 0 0,0-1 1 0 0,0 0-1 0 0,1 0 0 0 0,-1-1 0 0 0,0 0 0 0 0,0 0 1 0 0,0 0-1 0 0,0 0 0 0 0,1-1 0 0 0,6-1 0 0 0,0-1 7 0 0,1-1 0 0 0,-1 0 0 0 0,0 0-1 0 0,0-1 1 0 0,-1-1 0 0 0,1 0 0 0 0,17-13-1 0 0,-20 13-7 0 0,0 0 0 0 0,-1-1 0 0 0,0 0 0 0 0,0-1 0 0 0,-1 1 0 0 0,1-1 0 0 0,7-13 0 0 0,-14 20-15 0 0,8 36-82 0 0,3-15 111 0 0,12 4-12 0 0,-17-20 5 0 0,0-1 1 0 0,0 0-1 0 0,1 0 0 0 0,-1-1 0 0 0,1 0 0 0 0,0 0 1 0 0,-1-1-1 0 0,1 0 0 0 0,0 0 0 0 0,0-1 1 0 0,0 0-1 0 0,0 0 0 0 0,0-1 0 0 0,-1 0 0 0 0,1-1 1 0 0,0 1-1 0 0,-1-1 0 0 0,1-1 0 0 0,8-3 0 0 0,3-2 0 0 0,0 0-1 0 0,-1-2 1 0 0,0 0 0 0 0,0-1-1 0 0,-1 0 1 0 0,17-16-1 0 0,-13 8 4 0 0,-1 0 0 0 0,-1-1-1 0 0,-1-1 1 0 0,-1 0-1 0 0,-1-1 1 0 0,22-41 0 0 0,-29 46-8 0 0,-2 0 0 0 0,0-1-1 0 0,-1 0 1 0 0,0 0 0 0 0,-1 0 0 0 0,-2-1 0 0 0,0 1 0 0 0,0-1 0 0 0,-2 0 0 0 0,-1-27 0 0 0,0 43-2 0 0,0 2 2 0 0,0 0-1 0 0,0 0 1 0 0,0 0-1 0 0,1-1 0 0 0,-1 1 1 0 0,0 0-1 0 0,-1 0 1 0 0,1 0-1 0 0,0 0 0 0 0,0 0 1 0 0,0 0-1 0 0,-1 0 1 0 0,1 0-1 0 0,0 0 0 0 0,-1 0 1 0 0,1 0-1 0 0,-1 0 1 0 0,1 0-1 0 0,-1 0 0 0 0,0 0 1 0 0,1 0-1 0 0,-1 1 1 0 0,0-1-1 0 0,0 0 0 0 0,0 0 1 0 0,1 1-1 0 0,-1-1 1 0 0,0 0-1 0 0,0 1 0 0 0,0-1 1 0 0,0 1-1 0 0,0 0 1 0 0,0-1-1 0 0,0 1 1 0 0,0 0-1 0 0,0-1 0 0 0,0 1 1 0 0,0 0-1 0 0,0 0 1 0 0,-2 0-1 0 0,0 1 1 0 0,0 0 0 0 0,1 0 0 0 0,-1 0 0 0 0,0 0 1 0 0,1 1-1 0 0,-1-1 0 0 0,1 1 0 0 0,-1 0 0 0 0,1 0 0 0 0,0 0 0 0 0,0 0 0 0 0,-1 0 0 0 0,-1 4 1 0 0,-25 31-22 0 0,20-20 22 0 0,1 1 0 0 0,1 0 0 0 0,0 0 0 0 0,1 1 1 0 0,1 0-1 0 0,1 0 0 0 0,0 0 0 0 0,2 0 1 0 0,0 0-1 0 0,1 1 0 0 0,1-1 0 0 0,1 1 0 0 0,1-1 1 0 0,1 1-1 0 0,0-1 0 0 0,12 36 0 0 0,-12-47 7 0 0,1 0-1 0 0,-1-1 1 0 0,2 0-1 0 0,-1 0 0 0 0,1 0 1 0 0,0 0-1 0 0,0 0 1 0 0,1-1-1 0 0,0 0 1 0 0,0-1-1 0 0,0 1 0 0 0,1-1 1 0 0,0 0-1 0 0,0-1 1 0 0,0 1-1 0 0,1-1 0 0 0,-1-1 1 0 0,1 0-1 0 0,0 0 1 0 0,0 0-1 0 0,10 1 1 0 0,-1-1 6 0 0,0 0 0 0 0,1-2 0 0 0,-1 0 1 0 0,1-1-1 0 0,-1-1 0 0 0,1-1 0 0 0,-1 0 1 0 0,0-1-1 0 0,21-7 0 0 0,-33 9-8 0 0,1-2-1 0 0,0 1 1 0 0,-1 0-1 0 0,0-1 1 0 0,1 0-1 0 0,-1 0 1 0 0,0-1-1 0 0,-1 0 1 0 0,1 0-1 0 0,-1 0 0 0 0,1 0 1 0 0,-1 0-1 0 0,-1-1 1 0 0,1 0-1 0 0,-1 0 1 0 0,1 0-1 0 0,-1 0 1 0 0,2-7-1 0 0,-3 3 3 0 0,-1 0 14 0 0,0 3-3 0 0,-10-13 8 0 0,8 18-28 0 0,1 1-1 0 0,-1-1 0 0 0,0 0 0 0 0,0 1 1 0 0,0-1-1 0 0,0 0 0 0 0,0 1 0 0 0,0-1 1 0 0,0 1-1 0 0,0 0 0 0 0,0-1 0 0 0,0 1 1 0 0,0 0-1 0 0,0-1 0 0 0,0 1 0 0 0,0 0 1 0 0,0 0-1 0 0,0 0 0 0 0,0 0 0 0 0,0 0 1 0 0,0 0-1 0 0,0 0 0 0 0,0 1 0 0 0,0-1 1 0 0,0 0-1 0 0,0 0 0 0 0,0 1 0 0 0,0-1 1 0 0,0 1-1 0 0,0-1 0 0 0,0 1 0 0 0,0-1 1 0 0,0 1-1 0 0,0 0 0 0 0,0-1 1 0 0,-1 2-1 0 0,-29 28-14 0 0,29-26 20 0 0,-1 1 0 0 0,1 0 0 0 0,0 0 0 0 0,1 0 1 0 0,-1 0-1 0 0,1 0 0 0 0,0 0 0 0 0,0 1 0 0 0,1-1 0 0 0,-1 0 0 0 0,2 10 0 0 0,-1-13 0 0 0,0-1 0 0 0,0 1-1 0 0,0 0 1 0 0,1 0 0 0 0,-1 0 0 0 0,0 0 0 0 0,1 0 0 0 0,0 0 0 0 0,0 0-1 0 0,-1 0 1 0 0,1-1 0 0 0,0 1 0 0 0,0 0 0 0 0,0-1 0 0 0,1 1 0 0 0,-1-1-1 0 0,0 1 1 0 0,1-1 0 0 0,-1 0 0 0 0,1 1 0 0 0,-1-1 0 0 0,1 0-1 0 0,-1 0 1 0 0,1 0 0 0 0,0 0 0 0 0,0 0 0 0 0,0 0 0 0 0,-1-1 0 0 0,1 1-1 0 0,0-1 1 0 0,0 1 0 0 0,0-1 0 0 0,0 0 0 0 0,0 1 0 0 0,0-1 0 0 0,0 0-1 0 0,0 0 1 0 0,0-1 0 0 0,3 0 0 0 0,16-2 9 0 0,-1-2 1 0 0,-1-1-1 0 0,1 0 1 0 0,27-14-1 0 0,13-4-66 0 0,-58 24 48 0 0,16 19 117 0 0,-18-12-61 0 0,-1-4-21 0 0,1 0 0 0 0,0 0 0 0 0,0 1 0 0 0,0-1 0 0 0,0 0 1 0 0,0 0-1 0 0,0 1 0 0 0,1-1 0 0 0,0 0 0 0 0,0 0 1 0 0,0 0-1 0 0,0 1 0 0 0,0-1 0 0 0,1-1 0 0 0,-1 1 0 0 0,1 0 1 0 0,0 0-1 0 0,-1 0 0 0 0,1-1 0 0 0,5 5 0 0 0,-3-5-44 0 0,0 1 0 0 0,0-1 0 0 0,1 0 0 0 0,-1-1 0 0 0,1 1 0 0 0,-1-1 0 0 0,1 0 0 0 0,0 0 0 0 0,-1 0 0 0 0,1-1 0 0 0,0 1 0 0 0,0-1 0 0 0,7-1 0 0 0,13-5-2480 0 0,-3-5-3499 0 0,-12 2 2563 0 0</inkml:trace>
</inkml:ink>
</file>

<file path=ppt/ink/ink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30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43 148 0 0,'24'-6'1765'0'0,"8"-4"451"0"0,1 2 0 0 0,59-6 0 0 0,-74 11-1598 0 0,-16 3-636 0 0,0-1 1 0 0,0 1 0 0 0,-1 0-1 0 0,1 0 1 0 0,0 0-1 0 0,0-1 1 0 0,0 2 0 0 0,0-1-1 0 0,0 0 1 0 0,0 0 0 0 0,0 1-1 0 0,0-1 1 0 0,0 1 0 0 0,-1-1-1 0 0,1 1 1 0 0,2 1-1 0 0,-2-1-423 0 0,1 4-1064 0 0</inkml:trace>
</inkml:ink>
</file>

<file path=ppt/ink/ink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41:30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27 212,'-14'-3'1784,"6"-2"1356,25-13-4328</inkml:trace>
</inkml:ink>
</file>

<file path=ppt/ink/ink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33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292 65 336 0 0,'9'-47'7331'0'0,"-21"40"-6878"0"0,10 6-390 0 0,0 0 0 0 0,0 0 0 0 0,0-1 0 0 0,0 1 0 0 0,0 0 0 0 0,0 1 0 0 0,0-1 0 0 0,0 0 0 0 0,-1 0 0 0 0,-3 0 0 0 0,-7 2 9 0 0,0 0 0 0 0,0 1 0 0 0,-1 0 0 0 0,2 1 0 0 0,-1 1 0 0 0,0 0 0 0 0,1 0 0 0 0,-1 2 0 0 0,1-1 0 0 0,1 1 0 0 0,-1 1 0 0 0,1 0 0 0 0,0 1 0 0 0,1 0 0 0 0,-1 1 0 0 0,2 0 0 0 0,-1 0 0 0 0,1 1 0 0 0,1 0 0 0 0,0 1 0 0 0,-8 13 0 0 0,16-24-68 0 0,-1 1 0 0 0,0 0 0 0 0,1 0 0 0 0,-1-1 0 0 0,0 1-1 0 0,1 0 1 0 0,-1 0 0 0 0,1 0 0 0 0,-1 0 0 0 0,1 0 0 0 0,0 0 0 0 0,-1 0 0 0 0,1 0 0 0 0,0 0 0 0 0,0 0 0 0 0,-1 0-1 0 0,1 0 1 0 0,0 0 0 0 0,0 0 0 0 0,0 0 0 0 0,0 0 0 0 0,1 0 0 0 0,-1 0 0 0 0,0 0 0 0 0,0 0 0 0 0,0 0 0 0 0,1 0-1 0 0,-1 0 1 0 0,1 0 0 0 0,-1 0 0 0 0,1 0 0 0 0,-1 0 0 0 0,1-1 0 0 0,-1 1 0 0 0,1 0 0 0 0,0 0 0 0 0,0 0 0 0 0,-1-1-1 0 0,1 1 1 0 0,0 0 0 0 0,0-1 0 0 0,0 1 0 0 0,0-1 0 0 0,-1 1 0 0 0,1-1 0 0 0,0 1 0 0 0,0-1 0 0 0,0 0 0 0 0,0 1-1 0 0,0-1 1 0 0,0 0 0 0 0,0 0 0 0 0,2 0 0 0 0,6 1 14 0 0,1 0-1 0 0,-1-1 1 0 0,0-1 0 0 0,14-1-1 0 0,-16 1-9 0 0,17-3 20 0 0,0-1 0 0 0,26-8-1 0 0,-32 7-37 0 0,0 1 0 0 0,0 1-1 0 0,0 1 1 0 0,27-2 0 0 0,-40 5-3 0 0,7 3 3 0 0,3 21 18 0 0,-6-10-8 0 0,-9-12 2 0 0,1 0-1 0 0,1 0 1 0 0,-1 0 0 0 0,0 0-1 0 0,0-1 1 0 0,1 1 0 0 0,-1 0-1 0 0,1-1 1 0 0,-1 1 0 0 0,1-1 0 0 0,0 1-1 0 0,-1-1 1 0 0,1 0 0 0 0,0 0-1 0 0,0 0 1 0 0,0 0 0 0 0,0 0-1 0 0,0 0 1 0 0,3 1 0 0 0,-1-3 3 0 0,0 1 0 0 0,0 0-1 0 0,0-1 1 0 0,0 0 0 0 0,0 0 0 0 0,-1 0 0 0 0,1 0 0 0 0,0 0 0 0 0,-1-1 0 0 0,7-3 0 0 0,104-64-41 0 0,-57 32-1450 0 0,3 4-3416 0 0,-35 21 2433 0 0</inkml:trace>
</inkml:ink>
</file>

<file path=ppt/ink/ink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35.2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0 533 144 0 0,'0'0'1948'0'0,"21"-22"3106"0"0,-20 15-4883 0 0,0 1 0 0 0,0-1 1 0 0,0 0-1 0 0,1 1 0 0 0,0-1 1 0 0,0 1-1 0 0,5-11 0 0 0,-1 3 251 0 0,-5 13-221 0 0,-1-1-160 0 0,1 0 0 0 0,-1 1 0 0 0,0-1 0 0 0,0 1 0 0 0,0-1 0 0 0,0 1 0 0 0,0-1 0 0 0,0 0-1 0 0,0 1 1 0 0,-1-1 0 0 0,1 1 0 0 0,0-1 0 0 0,-1 1 0 0 0,1-1 0 0 0,-1 1 0 0 0,0-1 0 0 0,1 1 0 0 0,-2-2 0 0 0,-5-15 2225 0 0,7 16-1987 0 0,28-41 410 0 0,-10 7-572 0 0,-3 0 0 0 0,0-1 0 0 0,-3-1 0 0 0,-1 0 0 0 0,9-60 0 0 0,-15 43-287 0 0,-32 70 154 0 0,25-14 8 0 0,-3 3 4 0 0,3-1 0 0 0,1 0 0 0 0,-1 0 0 0 0,1 0 0 0 0,0 0 0 0 0,1 0 0 0 0,-1 1 0 0 0,0-1 0 0 0,1 0 0 0 0,0 1 0 0 0,0 5 0 0 0,2 0 6 0 0,1 1 1 0 0,1-1-1 0 0,-1 0 1 0 0,1 0-1 0 0,1 0 1 0 0,8 13-1 0 0,-3-6-1 0 0,2 6-17 0 0,2 0 0 0 0,0-1-1 0 0,2-1 1 0 0,0 0-1 0 0,35 33 1 0 0,-43-47 10 0 0,1 0 1 0 0,-1 0-1 0 0,1 0 1 0 0,0-1-1 0 0,0-1 0 0 0,1 0 1 0 0,0 0-1 0 0,-1 0 0 0 0,1-1 1 0 0,0-1-1 0 0,0 0 1 0 0,1 0-1 0 0,-1-1 0 0 0,0 0 1 0 0,1-1-1 0 0,-1 0 1 0 0,17-3-1 0 0,9-1 6 0 0,66-19-1 0 0,-92 20 5 0 0,1 0 0 0 0,-1-1 0 0 0,0 0-1 0 0,0-1 1 0 0,0 0 0 0 0,-1-1 0 0 0,0 0-1 0 0,0 0 1 0 0,0-1 0 0 0,13-13 0 0 0,-8-21-20 0 0,-14 39 32 0 0,-17-24 6 0 0,15 24-21 0 0,0 1-1 0 0,0 0 1 0 0,0 0 0 0 0,0 0-1 0 0,0 0 1 0 0,0 0-1 0 0,-1 0 1 0 0,1 0 0 0 0,0 1-1 0 0,-1-1 1 0 0,1 1-1 0 0,0 0 1 0 0,-1 0 0 0 0,1 0-1 0 0,-1 0 1 0 0,1 0-1 0 0,0 0 1 0 0,-1 0 0 0 0,1 1-1 0 0,0-1 1 0 0,-1 1-1 0 0,1 0 1 0 0,0 0 0 0 0,0 0-1 0 0,0 0 1 0 0,0 0-1 0 0,0 0 1 0 0,0 1 0 0 0,0-1-1 0 0,0 0 1 0 0,0 1-1 0 0,0 0 1 0 0,1-1 0 0 0,-1 1-1 0 0,1 0 1 0 0,-1 0-1 0 0,-1 3 1 0 0,2-1 0 0 0,1-1 1 0 0,0 0 1 0 0,1-1 0 0 0,-1 1 0 0 0,1 0 0 0 0,-1-1 0 0 0,1 1 0 0 0,0-1 0 0 0,0 1 0 0 0,0-1 0 0 0,0 1 0 0 0,1-1 0 0 0,-1 0-1 0 0,1 0 1 0 0,-1 1 0 0 0,1-1 0 0 0,0 0 0 0 0,0 0 0 0 0,-1 0 0 0 0,1-1 0 0 0,1 1 0 0 0,-1 0 0 0 0,3 1 0 0 0,3 1 2 0 0,0 0-1 0 0,0-1 1 0 0,0 0 0 0 0,15 4 0 0 0,-19-6-4 0 0,26 6 9 0 0,0-2-1 0 0,-1-1 0 0 0,2-1 1 0 0,-1-1-1 0 0,0-2 0 0 0,0-2 1 0 0,34-4-1 0 0,-12-3-7 0 0,-1-2 0 0 0,1-2-1 0 0,60-24 1 0 0,-101 33 11 0 0,0 0 1 0 0,-1-1-1 0 0,1 0 0 0 0,-1 0 0 0 0,18-15 1 0 0,-27 20 0 0 0,0-1-4 0 0,0 1 0 0 0,-1 0-1 0 0,1 0 1 0 0,-1-1 0 0 0,1 1-1 0 0,-1 0 1 0 0,0-1-1 0 0,1 1 1 0 0,-1 0 0 0 0,1-1-1 0 0,-1 1 1 0 0,1 0 0 0 0,-1-1-1 0 0,0 1 1 0 0,1-1 0 0 0,-1 1-1 0 0,0-1 1 0 0,0 1 0 0 0,1-1-1 0 0,-1 1 1 0 0,0-1 0 0 0,0 1-1 0 0,0-1 1 0 0,1 0 0 0 0,-1 1-1 0 0,0-1 1 0 0,0 1 0 0 0,0-1-1 0 0,0 1 1 0 0,0-1 0 0 0,0 0-1 0 0,0 1 1 0 0,-1-1 0 0 0,1 1-1 0 0,0-1 1 0 0,0 1-1 0 0,0-1 1 0 0,0 1 0 0 0,-1-1-1 0 0,1 1 1 0 0,0-1 0 0 0,-1 1-1 0 0,1-1 1 0 0,0 1 0 0 0,-1-1-1 0 0,1 1 1 0 0,0-1 0 0 0,-1 1-1 0 0,0-1 1 0 0,-1 1-5 0 0,0-1-1 0 0,0 1 0 0 0,0-1-1 0 0,-1 1 1 0 0,1 0 0 0 0,0 0 0 0 0,0 0 0 0 0,0 0 0 0 0,0 0 0 0 0,0 0 0 0 0,-1 1 0 0 0,1-1 0 0 0,0 1 0 0 0,0-1 0 0 0,0 1 0 0 0,0 0-1 0 0,0 0 1 0 0,0 0 0 0 0,0 0 0 0 0,1 0 0 0 0,-1 0 0 0 0,0 0 0 0 0,1 1 0 0 0,-1-1 0 0 0,0 1 0 0 0,1-1 0 0 0,0 1 0 0 0,-1 0 0 0 0,1 0-1 0 0,0-1 1 0 0,0 1 0 0 0,0 0 0 0 0,0 0 0 0 0,0 0 0 0 0,-1 4 0 0 0,1-5 11 0 0,21 39 24 0 0,-16-37-185 0 0,0 0 0 0 0,0-1 0 0 0,0 1 0 0 0,0-1-1 0 0,1 1 1 0 0,-1-1 0 0 0,1 0 0 0 0,-1-1 0 0 0,1 1 0 0 0,0-1 0 0 0,-1 0 0 0 0,1 0 0 0 0,0 0 0 0 0,0-1-1 0 0,8 0 1 0 0,75-7-7242 0 0,-64 2 4722 0 0</inkml:trace>
</inkml:ink>
</file>

<file path=ppt/ink/ink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35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105 487 380 0 0,'0'0'7779'0'0,"-6"0"-7407"0"0,-26 5 533 0 0,31-5-869 0 0,1 1 0 0 0,0 0 0 0 0,0 0 1 0 0,0 0-1 0 0,0-1 0 0 0,0 1 1 0 0,0 0-1 0 0,0 0 0 0 0,0 0 1 0 0,1-1-1 0 0,-1 1 0 0 0,0 0 1 0 0,0 0-1 0 0,1-1 0 0 0,-1 1 1 0 0,0 0-1 0 0,1 0 0 0 0,-1-1 1 0 0,1 1-1 0 0,-1 0 0 0 0,1-1 1 0 0,-1 1-1 0 0,1-1 0 0 0,-1 1 1 0 0,1 0-1 0 0,0-1 0 0 0,-1 0 0 0 0,1 1 1 0 0,0-1-1 0 0,-1 1 0 0 0,1-1 1 0 0,0 0-1 0 0,0 1 0 0 0,-1-1 1 0 0,1 0-1 0 0,0 0 0 0 0,1 1 1 0 0,4-1 22 0 0,1 1 0 0 0,-1-1 0 0 0,0 0 0 0 0,0-1 0 0 0,0 0 0 0 0,1 0-1 0 0,-1 0 1 0 0,0 0 0 0 0,0-1 0 0 0,0 0 0 0 0,0-1 0 0 0,-1 1 0 0 0,1-1 0 0 0,-1 0 0 0 0,1 0 0 0 0,-1-1 0 0 0,0 0 0 0 0,0 1 0 0 0,-1-2 0 0 0,1 1 0 0 0,-1-1 0 0 0,6-7 0 0 0,-5 4 66 0 0,0 0-1 0 0,-1 0 1 0 0,0 0 0 0 0,0 0-1 0 0,-1-1 1 0 0,0 1-1 0 0,-1-1 1 0 0,0 0 0 0 0,0 0-1 0 0,-1 0 1 0 0,0 0-1 0 0,-1 0 1 0 0,0 0 0 0 0,0 0-1 0 0,-2-11 1 0 0,-1 3-53 0 0,-1-1 1 0 0,0 1-1 0 0,-1 0 1 0 0,-1 0-1 0 0,-1 0 0 0 0,0 1 1 0 0,-1 0-1 0 0,-1 1 0 0 0,0-1 1 0 0,-1 2-1 0 0,-1-1 1 0 0,0 1-1 0 0,-1 1 0 0 0,0 0 1 0 0,-1 1-1 0 0,-1 0 1 0 0,0 1-1 0 0,-30-18 0 0 0,43 28-253 0 0,0 1-1 0 0,0-1 1 0 0,-1 0-1 0 0,1 0 0 0 0,0 1 1 0 0,0-1-1 0 0,-1 1 1 0 0,1-1-1 0 0,0 1 0 0 0,-1-1 1 0 0,1 1-1 0 0,0 0 1 0 0,-1 0-1 0 0,1 0 0 0 0,-1-1 1 0 0,1 1-1 0 0,0 1 1 0 0,-1-1-1 0 0,1 0 0 0 0,0 0 1 0 0,-1 0-1 0 0,1 1 1 0 0,-1-1-1 0 0,1 1 0 0 0,0-1 1 0 0,0 1-1 0 0,-1-1 1 0 0,1 1-1 0 0,0 0 0 0 0,0 0 1 0 0,0-1-1 0 0,0 1 1 0 0,0 0-1 0 0,0 0 0 0 0,0 0 1 0 0,-2 3-1 0 0</inkml:trace>
</inkml:ink>
</file>

<file path=ppt/ink/ink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36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0 130 484 0 0,'43'-16'5945'0'0,"-39"12"-5569"0"0,1 0 0 0 0,-1 0 0 0 0,0-1 0 0 0,0 1 0 0 0,0-1 0 0 0,-1 0-1 0 0,0 0 1 0 0,0 0 0 0 0,0-1 0 0 0,0 1 0 0 0,-1-1 0 0 0,0 0 0 0 0,0 0 0 0 0,-1 1-1 0 0,1-1 1 0 0,0-11 0 0 0,-2 16-338 0 0,0 1 0 0 0,0-1-1 0 0,1 1 1 0 0,-1 0 0 0 0,0-1 0 0 0,0 1-1 0 0,0-1 1 0 0,0 1 0 0 0,0-1-1 0 0,0 1 1 0 0,0-1 0 0 0,0 1 0 0 0,0 0-1 0 0,0-1 1 0 0,0 1 0 0 0,0-1-1 0 0,0 1 1 0 0,0-1 0 0 0,0 1 0 0 0,-1-1-1 0 0,1 1 1 0 0,0 0 0 0 0,0-1 0 0 0,-1 1-1 0 0,1 0 1 0 0,0-1 0 0 0,0 1-1 0 0,-1-1 1 0 0,1 1 0 0 0,0 0 0 0 0,-1 0-1 0 0,1-1 1 0 0,0 1 0 0 0,-1 0 0 0 0,1 0-1 0 0,-1-1 1 0 0,1 1 0 0 0,0 0-1 0 0,-1 0 1 0 0,1 0 0 0 0,-1-1 0 0 0,-15 17 319 0 0,11-8-332 0 0,0 0 0 0 0,1 0-1 0 0,-1 1 1 0 0,-3 11 0 0 0,7-17-12 0 0,0 0-1 0 0,1 1 1 0 0,-1-1 0 0 0,1 1 0 0 0,-1-1 0 0 0,1 0 0 0 0,0 1 0 0 0,0-1 0 0 0,0 1-1 0 0,1-1 1 0 0,-1 1 0 0 0,1-1 0 0 0,0 0 0 0 0,0 1 0 0 0,0-1 0 0 0,0 0 0 0 0,1 0-1 0 0,-1 0 1 0 0,1 0 0 0 0,0 0 0 0 0,0 0 0 0 0,0 0 0 0 0,0-1 0 0 0,0 1-1 0 0,1-1 1 0 0,-1 1 0 0 0,5 2 0 0 0,-3-2-1 0 0,1-1 0 0 0,0 0 0 0 0,0 0 1 0 0,0 0-1 0 0,0 0 0 0 0,0-1 0 0 0,0 0 0 0 0,0 0 0 0 0,1 0 0 0 0,-1-1 1 0 0,0 0-1 0 0,1 0 0 0 0,-1 0 0 0 0,0 0 0 0 0,1-1 0 0 0,-1 0 0 0 0,7-2 0 0 0,70-19-31 0 0,-80 22 5 0 0,34 23 13 0 0,8 10 17 0 0,-39-30-201 0 0,0-1 0 0 0,0 0 0 0 0,0 0 0 0 0,0 0 0 0 0,1-1 0 0 0,-1 1 0 0 0,1-1-1 0 0,-1 0 1 0 0,12 0 0 0 0,-12-2-801 0 0,0 1 1 0 0,0-1-1 0 0,-1 1 0 0 0,1-1 1 0 0,0-1-1 0 0,0 1 0 0 0,6-3 1 0 0,7-4-2228 0 0</inkml:trace>
</inkml:ink>
</file>

<file path=ppt/ink/ink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39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44 288 0 0,'10'-44'10554'0'0,"-12"50"-10437"0"0,1 0-14 0 0,1-5-37 0 0,-1 1-1 0 0,1 0 0 0 0,0-1 0 0 0,-1 1 1 0 0,1-1-1 0 0,-1 1 0 0 0,1-1 0 0 0,-1 0 1 0 0,0 1-1 0 0,0-1 0 0 0,0 0 0 0 0,0 1 1 0 0,0-1-1 0 0,0 0 0 0 0,0 0 1 0 0,-3 3 1138 0 0,36 10-1348 0 0,-26-8 146 0 0,1 0-1 0 0,-1 0 1 0 0,-1 0-1 0 0,1 1 1 0 0,-1-1-1 0 0,-1 1 1 0 0,1 1-1 0 0,-1-1 0 0 0,0 1 1 0 0,-1-1-1 0 0,1 1 1 0 0,-2 0-1 0 0,4 16 1 0 0,0-10-1489 0 0</inkml:trace>
</inkml:ink>
</file>

<file path=ppt/ink/ink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39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6 484 0 0,'0'0'4189'0'0,"-4"-2"-3507"0"0,0 1-538 0 0,0 0 0 0 0,1 0-1 0 0,-1 1 1 0 0,0-1 0 0 0,0 1-1 0 0,0 0 1 0 0,0 0 0 0 0,1 1 0 0 0,-1-1-1 0 0,0 1 1 0 0,0-1 0 0 0,0 1-1 0 0,1 1 1 0 0,-1-1 0 0 0,1 0 0 0 0,-1 1-1 0 0,1 0 1 0 0,-1-1 0 0 0,1 1 0 0 0,0 1-1 0 0,0-1 1 0 0,0 0 0 0 0,0 1-1 0 0,-3 3 1 0 0,2-2-4 0 0,-1 1-1 0 0,1 0 1 0 0,0 0-1 0 0,0 0 1 0 0,1 0-1 0 0,0 1 0 0 0,0-1 1 0 0,0 1-1 0 0,0 0 1 0 0,1 0-1 0 0,0 0 1 0 0,0 0-1 0 0,1 0 1 0 0,-2 11-1 0 0,6 39 567 0 0,-1-47-610 0 0,-1 0 1 0 0,-1 0-1 0 0,1 0 0 0 0,-1 0 1 0 0,-1 1-1 0 0,0-1 0 0 0,-3 14 0 0 0,2-19-109 0 0,-1 0 0 0 0,1-1-1 0 0,-1 1 1 0 0,1 0 0 0 0,-1-1 0 0 0,0 1-1 0 0,-1-1 1 0 0,1 0 0 0 0,0 0-1 0 0,-1 0 1 0 0,0-1 0 0 0,0 1-1 0 0,0-1 1 0 0,0 0 0 0 0,0 0-1 0 0,0 0 1 0 0,-8 2 0 0 0,-3 1-598 0 0,-1-1 1 0 0,0 0 0 0 0,-25 2 0 0 0,-9-4-4795 0 0,35-2 2910 0 0</inkml:trace>
</inkml:ink>
</file>

<file path=ppt/ink/ink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0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0 323 212 0 0,'7'3'1133'0'0,"-2"-4"2072"0"0,26-13-2270 0 0,-1-1-1 0 0,-1-1 1 0 0,0-2 0 0 0,-2-1 0 0 0,31-27-1 0 0,-50 38-819 0 0,-1 0 1 0 0,0 0-1 0 0,0-1 0 0 0,-1 0 0 0 0,0 0 0 0 0,8-18 0 0 0,-12 24-73 0 0,0-1 0 0 0,-1 1 0 0 0,1-1 0 0 0,-1 0 0 0 0,0 0 0 0 0,0 1 0 0 0,0-1 0 0 0,-1 0 0 0 0,1 0 0 0 0,-1 0 0 0 0,0 0 0 0 0,0 0 0 0 0,0 0 0 0 0,-1 0 0 0 0,1 1 0 0 0,-1-1 0 0 0,0 0 0 0 0,0 0 0 0 0,0 0 0 0 0,-1 1 0 0 0,-2-6 0 0 0,2 6-17 0 0,0 1 1 0 0,0-1-1 0 0,-1 1 0 0 0,1 0 1 0 0,-1 0-1 0 0,1 0 1 0 0,-1 0-1 0 0,0 0 1 0 0,1 1-1 0 0,-1-1 1 0 0,0 1-1 0 0,0-1 0 0 0,0 1 1 0 0,0 0-1 0 0,0 1 1 0 0,-1-1-1 0 0,1 0 1 0 0,0 1-1 0 0,0-1 0 0 0,-1 1 1 0 0,1 0-1 0 0,0 0 1 0 0,0 1-1 0 0,-5 0 1 0 0,3 0-10 0 0,0 0 1 0 0,0 0-1 0 0,0 1 1 0 0,0 0 0 0 0,0 0-1 0 0,0 0 1 0 0,0 0-1 0 0,0 1 1 0 0,1 0-1 0 0,-1 0 1 0 0,1 0 0 0 0,0 1-1 0 0,-4 3 1 0 0,6-5-12 0 0,0 0 1 0 0,1 0 0 0 0,-1 0-1 0 0,1 0 1 0 0,-1 0 0 0 0,1 0-1 0 0,0 1 1 0 0,0-1 0 0 0,0 0-1 0 0,0 1 1 0 0,0-1 0 0 0,1 1-1 0 0,-1-1 1 0 0,1 1-1 0 0,-1-1 1 0 0,1 1 0 0 0,0-1-1 0 0,0 1 1 0 0,0-1 0 0 0,0 1-1 0 0,1 3 1 0 0,1-3 8 0 0,-1 1-1 0 0,1 0 1 0 0,0 0-1 0 0,0 0 1 0 0,0-1-1 0 0,0 1 1 0 0,1-1 0 0 0,-1 0-1 0 0,1 0 1 0 0,0 0-1 0 0,6 5 1 0 0,0 0-81 0 0,1-1-1 0 0,1 0 1 0 0,-1-1-1 0 0,1 0 1 0 0,0-1-1 0 0,1 0 1 0 0,19 6-1 0 0,-29-11-13 0 0,69 14-2014 0 0,-21-15-3530 0 0,-31-2 2979 0 0</inkml:trace>
</inkml:ink>
</file>

<file path=ppt/ink/ink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1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1 578 656 0 0,'24'-5'3693'0'0,"-21"4"-3584"0"0,0 1 0 0 0,0-1 0 0 0,-1 1 0 0 0,1 0 0 0 0,0 0 0 0 0,0 1-1 0 0,0-1 1 0 0,0 0 0 0 0,-1 1 0 0 0,1 0 0 0 0,0 0 0 0 0,0 0 0 0 0,-1 0 0 0 0,1 0 0 0 0,-1 0 0 0 0,1 1 0 0 0,-1-1 0 0 0,1 1-1 0 0,-1-1 1 0 0,0 1 0 0 0,0 0 0 0 0,0 0 0 0 0,0 0 0 0 0,0 0 0 0 0,0 1 0 0 0,-1-1 0 0 0,3 4 0 0 0,-4-5 52 0 0,-18 41 913 0 0,-12-18-482 0 0,29-24 348 0 0,3-6-888 0 0,2-1-32 0 0,0 0 0 0 0,1 0 0 0 0,-1 0 0 0 0,1 1 1 0 0,0 0-1 0 0,1 0 0 0 0,0 0 0 0 0,0 1 0 0 0,0 0 1 0 0,0 0-1 0 0,1 0 0 0 0,0 1 0 0 0,0 0 1 0 0,0 0-1 0 0,14-4 0 0 0,23-6-8 0 0,-41 13-12 0 0,0 1 0 0 0,-1 0 0 0 0,1 1 0 0 0,0-1 1 0 0,-1 0-1 0 0,1 1 0 0 0,0 0 0 0 0,-1-1 0 0 0,1 1 0 0 0,-1 0 0 0 0,1 0 0 0 0,-1 1 1 0 0,0-1-1 0 0,1 0 0 0 0,-1 1 0 0 0,0-1 0 0 0,0 1 0 0 0,0 0 0 0 0,0 0 0 0 0,0 0 1 0 0,0 0-1 0 0,-1 0 0 0 0,1 0 0 0 0,-1 0 0 0 0,1 1 0 0 0,-1-1 0 0 0,0 0 0 0 0,0 1 0 0 0,0-1 1 0 0,0 1-1 0 0,0-1 0 0 0,0 4 0 0 0,0-4 12 0 0,4 1 29 0 0,-5-2-36 0 0,1 0 0 0 0,0 0 0 0 0,0 0 0 0 0,0 0 0 0 0,0-1 0 0 0,0 1-1 0 0,0 0 1 0 0,0 0 0 0 0,0-1 0 0 0,0 1 0 0 0,0-1 0 0 0,0 1 0 0 0,0-1 0 0 0,0 1-1 0 0,1-1 1 0 0,-1 0 0 0 0,0 1 0 0 0,0-1 0 0 0,2 0 0 0 0,2 0 7 0 0,150-31 27 0 0,-122 27-34 0 0,0-2 1 0 0,-1-2-1 0 0,43-15 0 0 0,62-37 307 0 0,-136 59-199 0 0,-1 1-106 0 0,0 0 0 0 0,1 0 0 0 0,-1-1 0 0 0,0 1 1 0 0,0 0-1 0 0,0 0 0 0 0,1-1 0 0 0,-1 1 0 0 0,0 0 0 0 0,0 0 0 0 0,0-1 0 0 0,1 1 0 0 0,-1 0 0 0 0,0 0 1 0 0,1 0-1 0 0,-1-1 0 0 0,0 1 0 0 0,0 0 0 0 0,1 0 0 0 0,-1 0 0 0 0,0 0 0 0 0,1 0 0 0 0,-1 0 0 0 0,0 0 0 0 0,1 0 1 0 0,-1 0-1 0 0,0 0 0 0 0,1 0 0 0 0,-1 0 0 0 0,0 0 0 0 0,1 0 0 0 0,-1 0 0 0 0,1 0 0 0 0,5 7 28 0 0,1-1 0 0 0,-1 0-1 0 0,2-1 1 0 0,-1 1 0 0 0,0-1-1 0 0,1-1 1 0 0,0 1-1 0 0,0-2 1 0 0,0 1 0 0 0,15 4-1 0 0,-19-7 8 0 0,-1 0-1 0 0,0 0 0 0 0,0-1 0 0 0,0 1 0 0 0,1-1 1 0 0,-1 0-1 0 0,0 0 0 0 0,1 0 0 0 0,-1 0 0 0 0,0 0 1 0 0,1-1-1 0 0,-1 0 0 0 0,0 1 0 0 0,0-1 0 0 0,0 0 1 0 0,1-1-1 0 0,-1 1 0 0 0,0 0 0 0 0,-1-1 0 0 0,1 0 0 0 0,0 0 1 0 0,0 0-1 0 0,-1 0 0 0 0,1 0 0 0 0,-1 0 0 0 0,0-1 1 0 0,1 1-1 0 0,-1-1 0 0 0,0 1 0 0 0,-1-1 0 0 0,1 0 1 0 0,0 0-1 0 0,-1 0 0 0 0,2-5 0 0 0,34-93 81 0 0,-21 54-104 0 0,2 0-1 0 0,37-68 1 0 0,-31 72-21 0 0,25-40 0 0 0,-44 75-1 0 0,1 1 0 0 0,0 0 0 0 0,0 0 0 0 0,1 0 0 0 0,0 1 0 0 0,0 0 0 0 0,0 1 0 0 0,8-5 1 0 0,-14 9 0 0 0,0 1 1 0 0,1-1 0 0 0,-1 1-1 0 0,0-1 1 0 0,0 1 0 0 0,0 0-1 0 0,0-1 1 0 0,0 1 0 0 0,1 0 0 0 0,-1 0-1 0 0,0 0 1 0 0,0 0 0 0 0,0 0-1 0 0,1 0 1 0 0,-1 1 0 0 0,0-1-1 0 0,0 0 1 0 0,0 1 0 0 0,0-1-1 0 0,1 0 1 0 0,-1 1 0 0 0,0-1 0 0 0,0 1-1 0 0,0 0 1 0 0,0-1 0 0 0,0 1-1 0 0,0 0 1 0 0,0 0 0 0 0,-1 0-1 0 0,1-1 1 0 0,0 1 0 0 0,0 0 0 0 0,-1 0-1 0 0,1 0 1 0 0,0 0 0 0 0,-1 0-1 0 0,1 0 1 0 0,-1 1 0 0 0,1-1-1 0 0,-1 0 1 0 0,0 0 0 0 0,1 0-1 0 0,-1 0 1 0 0,0 1 0 0 0,0 0 0 0 0,4 11 15 0 0,-1 0 0 0 0,-1 0 1 0 0,1 16-1 0 0,-2-18 8 0 0,17 231 69 0 0,-17-231-93 0 0,0 8-181 0 0,-2 0 0 0 0,0 0 0 0 0,-1 0 0 0 0,0 0 0 0 0,-2 0 0 0 0,-6 21 0 0 0,-3-11-7202 0 0</inkml:trace>
</inkml:ink>
</file>

<file path=ppt/ink/ink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1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20 112 0 0,'11'-4'515'0'0,"1"0"0"0"0,0 1 0 0 0,0 0-1 0 0,0 1 1 0 0,0 0 0 0 0,0 1 0 0 0,1 0 0 0 0,15 2 0 0 0,-19 0-256 0 0,0-1 1 0 0,0 2 0 0 0,-1-1-1 0 0,1 1 1 0 0,-1 1 0 0 0,1-1-1 0 0,-1 1 1 0 0,0 1 0 0 0,0 0-1 0 0,0 0 1 0 0,-1 0 0 0 0,9 7-1 0 0,-14-9-190 0 0,-1 0 0 0 0,1 0 0 0 0,-1 0-1 0 0,1 0 1 0 0,-1 0 0 0 0,0 1 0 0 0,1-1 0 0 0,-1 0-1 0 0,-1 1 1 0 0,1-1 0 0 0,0 1 0 0 0,0-1-1 0 0,-1 1 1 0 0,1 4 0 0 0,-1-5 16 0 0,-23 26-1596 0 0,21-27 1165 0 0,-2 2 217 0 0,-1-2-3609 0 0</inkml:trace>
</inkml:ink>
</file>

<file path=ppt/ink/ink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2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28 360 0 0,'0'0'676'0'0,"3"-11"1396"0"0,1 1-964 0 0,4 3-1352 0 0</inkml:trace>
</inkml:ink>
</file>

<file path=ppt/ink/ink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2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21 640 0 0,'11'23'4041'0'0,"-10"-23"-3877"0"0,31 3 1197 0 0,-31-3-1276 0 0,-1 0 0 0 0,1 0-1 0 0,0 1 1 0 0,0-1 0 0 0,0 0 0 0 0,0 0-1 0 0,-1 0 1 0 0,1-1 0 0 0,0 1 0 0 0,0 0 0 0 0,0 0-1 0 0,-1 0 1 0 0,1-1 0 0 0,0 1 0 0 0,0 0-1 0 0,0-1 1 0 0,-1 1 0 0 0,1 0 0 0 0,0-1-1 0 0,-1 1 1 0 0,1-1 0 0 0,0 1 0 0 0,-1-1-1 0 0,1 0 1 0 0,-1 1 0 0 0,1-1 0 0 0,-1 0 0 0 0,1 1-1 0 0,-1-1 1 0 0,1 0 0 0 0,-1 0 0 0 0,0 1-1 0 0,1-2 1 0 0,-2-1-61 0 0,0 1 0 0 0,0 1 0 0 0,0-1 0 0 0,-1 0-1 0 0,1 0 1 0 0,-1 0 0 0 0,1 1 0 0 0,-1-1 0 0 0,1 1 0 0 0,-1-1 0 0 0,0 1 0 0 0,0 0-1 0 0,0-1 1 0 0,0 1 0 0 0,-2-1 0 0 0,-2-2 100 0 0,5 4-76 0 0,-7-1 488 0 0,-27-1-7257 0 0,32 3 4776 0 0</inkml:trace>
</inkml:ink>
</file>

<file path=ppt/ink/ink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2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0 380 0 0,'24'24'2661'0'0,"-23"-22"-2498"0"0,0 1 0 0 0,0-1 1 0 0,0 0-1 0 0,0 1 0 0 0,1-1 0 0 0,-1 0 0 0 0,1 0 1 0 0,-1 0-1 0 0,1 0 0 0 0,0 0 0 0 0,0 0 1 0 0,0 0-1 0 0,0 0 0 0 0,0-1 0 0 0,0 1 0 0 0,0-1 1 0 0,5 2-1 0 0,-2-2 129 0 0,0 1-1 0 0,1-2 1 0 0,-1 1-1 0 0,1-1 1 0 0,0 1-1 0 0,9-2 1 0 0,12 0-65 0 0,-12 0-23 0 0,-12 1-169 0 0,0-1 1 0 0,1 1-1 0 0,-1 0 0 0 0,0 0 0 0 0,1 0 0 0 0,-1 1 1 0 0,0-1-1 0 0,0 1 0 0 0,0 0 0 0 0,0 0 0 0 0,1 0 1 0 0,4 2-1 0 0,-7-2-143 0 0,3 5-209 0 0</inkml:trace>
</inkml:ink>
</file>

<file path=ppt/ink/ink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8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439 210 4 0 0,'0'0'261'0'0,"-31"-26"959"0"0,30 25-1181 0 0,-22-22 68 0 0,3 6-61 0 0,0 4-5 0 0,18 12-36 0 0,0 0-1 0 0,0 1 4 0 0,-1-1 0 0 0,1 0 0 0 0,0 0 0 0 0,0 0 0 0 0,0 0 0 0 0,0 0 0 0 0,1-1 0 0 0,-1 1 0 0 0,0-1 0 0 0,-2-1 0 0 0,-4-4 73 0 0,6 6 81 0 0,-21-32 432 0 0,22 32-457 0 0,-7-10-90 0 0,6 4-45 0 0,2 6 80 0 0,-1-1-85 0 0,1 0 1 0 0,-1 0 0 0 0,0 1-1 0 0,1-1 1 0 0,-1 0 0 0 0,0 1-1 0 0,0-1 1 0 0,0 1 0 0 0,0-1-1 0 0,0 1 1 0 0,0-1-1 0 0,0 1 1 0 0,-1 0 0 0 0,1 0-1 0 0,-1-1 1 0 0,-1 0 0 0 0,2 1 0 0 0,0 0 0 0 0,-1 0 0 0 0,1 0 1 0 0,0 0-1 0 0,-1-1 0 0 0,1 1 0 0 0,0 0 1 0 0,0-1-1 0 0,0 1 0 0 0,0-1 0 0 0,0 1 1 0 0,1-1-1 0 0,-1 0 0 0 0,0 1 0 0 0,0-4 1 0 0,-33 13-57 0 0,32-8 71 0 0,-39 14-68 0 0,39-14 39 0 0,-22 19-358 0 0,7-1 173 0 0,16-17 209 0 0,-17 19-448 0 0,17-19 434 0 0,-20 21-99 0 0,19-20 71 0 0,0 0 1 0 0,0 0-1 0 0,0 0 0 0 0,0 0 0 0 0,0 0 0 0 0,1 1 0 0 0,-1-1 1 0 0,1 1-1 0 0,0-1 0 0 0,-2 5 0 0 0,2-6 23 0 0,-1 3-167 0 0,2-4 181 0 0,0 1 0 0 0,0-1-1 0 0,0 1 1 0 0,0-1 0 0 0,0 1 0 0 0,0-1-1 0 0,0 1 1 0 0,-1-1 0 0 0,1 1-1 0 0,0-1 1 0 0,0 0 0 0 0,-1 1 0 0 0,1-1-1 0 0,0 1 1 0 0,0-1 0 0 0,-1 0-1 0 0,1 1 1 0 0,-1-1 0 0 0,1 0-1 0 0,0 1 1 0 0,-1-1 0 0 0,1 0 0 0 0,-1 1-1 0 0,1-1 1 0 0,-1 0 0 0 0,1 0-1 0 0,-1 0 1 0 0,1 1 0 0 0,-1-1 0 0 0,1 0-1 0 0,-1 0 1 0 0,1 0 0 0 0,-1 0-1 0 0,1 0 1 0 0,-1 0 0 0 0,0 0-1 0 0,-4-2-7 0 0,-2 4-43 0 0,-4 11 27 0 0,9-12 39 0 0,-11 14-1011 0 0</inkml:trace>
</inkml:ink>
</file>

<file path=ppt/ink/ink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1:49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 76 0 0,'0'0'-16'0'0</inkml:trace>
  <inkml:trace contextRef="#ctx0" brushRef="#br0" timeOffset="1">9 1 8 0 0,'-9'5'0'0'0</inkml:trace>
</inkml:ink>
</file>

<file path=ppt/ink/ink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23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52 96 0 0,'0'0'2196'0'0,"-1"-5"-2029"0"0,-4-19 1 0 0,4 18 235 0 0,0 6-149 0 0,-1 0-1 0 0,1 0 0 0 0,-1 0 1 0 0,1 0-1 0 0,-1 0 0 0 0,1-1 1 0 0,-1 1-1 0 0,1 0 0 0 0,0-1 1 0 0,-1 1-1 0 0,1-1 0 0 0,-1 0 1 0 0,1 0-1 0 0,0 1 0 0 0,0-1 1 0 0,0 0-1 0 0,-1 0 0 0 0,1 0 1 0 0,0 0-1 0 0,0 0 0 0 0,-1-3 1 0 0,-2 2 2313 0 0,1 16-2968 0 0,3-12 177 0 0,-9 63 559 0 0,4-29-141 0 0,-14 54 0 0 0,19-88-227 0 0,13-33-9187 0 0</inkml:trace>
</inkml:ink>
</file>

<file path=ppt/ink/ink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42:23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14 464,'0'0'2348,"-2"-13"1409,26 32-7406</inkml:trace>
</inkml:ink>
</file>

<file path=ppt/ink/ink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24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84 204 0 0,'-1'2'115'0'0,"-1"0"0"0"0,1 0-1 0 0,-1 0 1 0 0,1 0 0 0 0,-1 1 0 0 0,1-1 0 0 0,0 0 0 0 0,0 1-1 0 0,0-1 1 0 0,0 0 0 0 0,1 1 0 0 0,-1-1 0 0 0,1 1-1 0 0,-1-1 1 0 0,1 1 0 0 0,0-1 0 0 0,0 1 0 0 0,0 0 0 0 0,0-1-1 0 0,1 1 1 0 0,-1-1 0 0 0,1 1 0 0 0,-1-1 0 0 0,1 1-1 0 0,0-1 1 0 0,0 0 0 0 0,0 1 0 0 0,0-1 0 0 0,1 0 0 0 0,-1 0-1 0 0,0 0 1 0 0,1 0 0 0 0,0 0 0 0 0,-1 0 0 0 0,1 0-1 0 0,0 0 1 0 0,0 0 0 0 0,0-1 0 0 0,0 1 0 0 0,0-1 0 0 0,0 0-1 0 0,1 0 1 0 0,-1 1 0 0 0,0-2 0 0 0,1 1 0 0 0,-1 0-1 0 0,1 0 1 0 0,-1-1 0 0 0,1 1 0 0 0,-1-1 0 0 0,5 1 0 0 0,-5-1 215 0 0,22-17 705 0 0,-21 11-887 0 0,0 1 1 0 0,0 0-1 0 0,-1-1 0 0 0,0 0 0 0 0,0 0 1 0 0,0 0-1 0 0,-1 0 0 0 0,0 0 0 0 0,0 0 0 0 0,-1 0 1 0 0,1 0-1 0 0,-1 0 0 0 0,-1 0 0 0 0,1 0 1 0 0,-1 0-1 0 0,0 0 0 0 0,0 0 0 0 0,-1 0 1 0 0,-4-10-1 0 0,5 13-86 0 0,-1 0 0 0 0,0 0-1 0 0,1 1 1 0 0,-1-1 0 0 0,0 1 0 0 0,-1 0 0 0 0,1-1 0 0 0,0 1-1 0 0,-1 0 1 0 0,1 0 0 0 0,-1 0 0 0 0,1 1 0 0 0,-1-1 0 0 0,0 1 0 0 0,-5-2-1 0 0,7 2-129 0 0,0 1-1 0 0,-1-1 0 0 0,1 1 0 0 0,-1 0 0 0 0,1 0 0 0 0,0 0 1 0 0,-1-1-1 0 0,1 2 0 0 0,-1-1 0 0 0,1 0 0 0 0,-1 0 1 0 0,1 0-1 0 0,0 1 0 0 0,-1-1 0 0 0,-1 1 0 0 0,1 0-250 0 0,1 0-1 0 0,0 0 0 0 0,-1 0 1 0 0,1 0-1 0 0,0 0 1 0 0,0 0-1 0 0,0 0 0 0 0,0 0 1 0 0,0 1-1 0 0,0-1 1 0 0,0 0-1 0 0,1 1 0 0 0,-1-1 1 0 0,0 1-1 0 0,1-1 1 0 0,-1 1-1 0 0,0 1 0 0 0,-1 6-2292 0 0</inkml:trace>
</inkml:ink>
</file>

<file path=ppt/ink/ink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24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0 292 0 0,'1'2'726'0'0,"2"6"393"0"0,7 16 742 0 0,-5-3-605 0 0,-4-17-1018 0 0,-1 0 1 0 0,1-1-1 0 0,0 1 0 0 0,0 0 1 0 0,0-1-1 0 0,1 1 0 0 0,-1 0 0 0 0,1-1 1 0 0,0 0-1 0 0,0 1 0 0 0,0-1 1 0 0,4 5-1 0 0,-4-7 27 0 0,19-10 193 0 0,30-22 503 0 0,-44 26-767 0 0,0 0 1 0 0,0 1 0 0 0,0 0-1 0 0,1 0 1 0 0,0 0 0 0 0,-1 1-1 0 0,14-4 1 0 0,-19 7-84 0 0,-1 0-93 0 0,0 0 0 0 0,1 0 0 0 0,-1 1 0 0 0,0-1 0 0 0,1 0 0 0 0,-1 1 0 0 0,0-1 0 0 0,0 0 0 0 0,1 1 0 0 0,-1 0 0 0 0,0-1 0 0 0,0 1 0 0 0,0 0 0 0 0,0 0 0 0 0,1-1 0 0 0,-1 1 0 0 0,0 0 0 0 0,-1 0 0 0 0,1 0 0 0 0,0 0 0 0 0,0 0 0 0 0,0 1 0 0 0,-1-1-1 0 0,1 0 1 0 0,0 0 0 0 0,-1 0 0 0 0,1 1 0 0 0,-1-1 0 0 0,1 2 0 0 0,-3 42-467 0 0,1 2-6462 0 0,3-36 4164 0 0</inkml:trace>
</inkml:ink>
</file>

<file path=ppt/ink/ink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42:24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1 736,'1'5'469,"0"0"-1,0 0 0,0 0 1,0 0-1,-1 1 1,0-1-1,0 0 1,-1 0-1,1 0 1,-1 1-1,0-1 0,0 0 1,-1 0-1,-2 6 1,-6 11 367,0-1 0,-13 19 1,0 1 112,7-9-852,-5 12-1425,4-16-3619,9-16 2108</inkml:trace>
</inkml:ink>
</file>

<file path=ppt/ink/ink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26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2 966 520 0 0,'-1'-2'133'0'0,"1"0"1"0"0,0 0-1 0 0,0-1 1 0 0,0 1-1 0 0,0 0 0 0 0,0 0 1 0 0,1 0-1 0 0,-1 0 0 0 0,1 0 1 0 0,-1-1-1 0 0,1 1 0 0 0,0 0 1 0 0,0 0-1 0 0,0 1 1 0 0,0-1-1 0 0,0 0 0 0 0,0 0 1 0 0,0 0-1 0 0,2-1 0 0 0,31-36 863 0 0,-30 36-871 0 0,227-214 2531 0 0,-62 63-1586 0 0,-95 85-669 0 0,-15 16 37 0 0,57-66 0 0 0,-102 102-345 0 0,-1 0 1 0 0,0 0-1 0 0,-1-2 0 0 0,-1 1 1 0 0,-1-1-1 0 0,0-1 1 0 0,-1 0-1 0 0,10-38 1 0 0,-18 55-74 0 0,0 0 1 0 0,-1-1-1 0 0,1 1 1 0 0,-1 0-1 0 0,0 0 1 0 0,0 0-1 0 0,0-1 1 0 0,0 1 0 0 0,-1 0-1 0 0,1 0 1 0 0,-3-7-1 0 0,3 9-9 0 0,-1 0 0 0 0,1 0 0 0 0,-1 0 0 0 0,0-1 0 0 0,1 1 0 0 0,-1 0 0 0 0,0 0 0 0 0,0 0 0 0 0,0 0 0 0 0,0 0 0 0 0,0 0 0 0 0,0 1 0 0 0,0-1 0 0 0,0 0 0 0 0,0 0 0 0 0,-1 1 0 0 0,1-1 0 0 0,0 1 0 0 0,0-1 0 0 0,-2 0 0 0 0,-1 1-2 0 0,1 0 0 0 0,0 0 0 0 0,0 0 0 0 0,0 0 0 0 0,-1 1-1 0 0,1-1 1 0 0,0 1 0 0 0,0 0 0 0 0,0 0 0 0 0,0 0 0 0 0,0 0 0 0 0,0 1 0 0 0,1-1 0 0 0,-1 1-1 0 0,0 0 1 0 0,1-1 0 0 0,-1 1 0 0 0,1 0 0 0 0,-1 1 0 0 0,1-1 0 0 0,0 0 0 0 0,-2 4 0 0 0,-8 9 5 0 0,2 1 0 0 0,0 0 0 0 0,0 0-1 0 0,2 1 1 0 0,0 1 0 0 0,1-1 0 0 0,0 1 0 0 0,2 1 0 0 0,-4 19 0 0 0,-3 28 42 0 0,-3 80-1 0 0,14-138-49 0 0,-1 31 13 0 0,1-13 7 0 0,-1 0 1 0 0,-7 33-1 0 0,8-53-16 0 0,-1 0-1 0 0,1-1 1 0 0,-1 1-1 0 0,0-1 1 0 0,-1 1-1 0 0,1-1 1 0 0,-1 0-1 0 0,0 0 1 0 0,0 0-1 0 0,-1 0 1 0 0,0 0-1 0 0,0-1 1 0 0,0 0-1 0 0,0 0 1 0 0,-8 6-1 0 0,11-9-11 0 0,0 0 0 0 0,-1 0-1 0 0,1 0 1 0 0,-1 0-1 0 0,1 0 1 0 0,-1-1 0 0 0,1 1-1 0 0,-1 0 1 0 0,0-1-1 0 0,1 1 1 0 0,-1-1 0 0 0,0 0-1 0 0,1 0 1 0 0,-1 1-1 0 0,0-1 1 0 0,1 0-1 0 0,-1 0 1 0 0,0-1 0 0 0,0 1-1 0 0,1 0 1 0 0,-1-1-1 0 0,0 1 1 0 0,1-1 0 0 0,-1 1-1 0 0,1-1 1 0 0,-1 0-1 0 0,1 1 1 0 0,-1-1 0 0 0,1 0-1 0 0,-1 0 1 0 0,1 0-1 0 0,0 0 1 0 0,-1 0 0 0 0,0-2-1 0 0,0 0-208 0 0,0 1 0 0 0,0-1 0 0 0,1 0-1 0 0,-1 0 1 0 0,1 0 0 0 0,0 0 0 0 0,0 0 0 0 0,0 0 0 0 0,0 0-1 0 0,0 0 1 0 0,1 0 0 0 0,-1 0 0 0 0,1 0 0 0 0,0-1-1 0 0,0 1 1 0 0,1-6 0 0 0,-1-1-2692 0 0</inkml:trace>
</inkml:ink>
</file>

<file path=ppt/ink/ink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27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1 783 572 0 0,'24'-14'928'0'0,"0"-2"0"0"0,-1 0-1 0 0,-1-2 1 0 0,0 0 0 0 0,-2-2 0 0 0,0 0-1 0 0,21-29 1 0 0,-40 48-905 0 0,0 0 0 0 0,0 0 0 0 0,0 0 1 0 0,0 0-1 0 0,-1-1 0 0 0,1 1 0 0 0,-1 0 0 0 0,1-1 0 0 0,-1 1 0 0 0,1 0 1 0 0,-1-1-1 0 0,0 1 0 0 0,0-1 0 0 0,1 1 0 0 0,-1 0 0 0 0,0-1 0 0 0,0 1 0 0 0,0-1 1 0 0,-1 1-1 0 0,1 0 0 0 0,0-1 0 0 0,-1 1 0 0 0,1-1 0 0 0,0 1 0 0 0,-1 0 1 0 0,0-1-1 0 0,1 1 0 0 0,-1 0 0 0 0,0 0 0 0 0,1 0 0 0 0,-1-1 0 0 0,0 1 0 0 0,0 0 1 0 0,0 0-1 0 0,0 0 0 0 0,0 0 0 0 0,0 0 0 0 0,-1 1 0 0 0,1-1 0 0 0,0 0 1 0 0,0 1-1 0 0,-1-1 0 0 0,1 0 0 0 0,0 1 0 0 0,-1-1 0 0 0,1 1 0 0 0,0 0 1 0 0,-1-1-1 0 0,1 1 0 0 0,-1 0 0 0 0,1 0 0 0 0,0 0 0 0 0,-1 0 0 0 0,1 0 0 0 0,-1 0 1 0 0,1 1-1 0 0,0-1 0 0 0,-1 0 0 0 0,1 1 0 0 0,-1-1 0 0 0,1 1 0 0 0,-2 0 1 0 0,-4 2 15 0 0,0 0 1 0 0,0 1 0 0 0,0 0 0 0 0,0 0-1 0 0,0 0 1 0 0,1 1 0 0 0,0 0 0 0 0,0 0 0 0 0,0 1-1 0 0,-9 11 1 0 0,13-14-31 0 0,0-1 0 0 0,1 0 0 0 0,-1 1 0 0 0,1-1 0 0 0,0 1 0 0 0,0 0 0 0 0,0-1 0 0 0,0 1-1 0 0,0 0 1 0 0,1 0 0 0 0,-1-1 0 0 0,1 1 0 0 0,0 0 0 0 0,0 0 0 0 0,0 0 0 0 0,0 0 0 0 0,0-1 0 0 0,1 1 0 0 0,-1 0 0 0 0,1 0-1 0 0,-1-1 1 0 0,1 1 0 0 0,0 0 0 0 0,0-1 0 0 0,1 1 0 0 0,-1-1 0 0 0,0 1 0 0 0,1-1 0 0 0,0 1 0 0 0,-1-1 0 0 0,1 0 0 0 0,0 0 0 0 0,0 0-1 0 0,0 0 1 0 0,3 2 0 0 0,2 1 0 0 0,-1 0 0 0 0,1-1 0 0 0,1 1 0 0 0,-1-1 0 0 0,1-1 0 0 0,-1 1 0 0 0,1-1-1 0 0,0-1 1 0 0,0 0 0 0 0,1 0 0 0 0,-1 0 0 0 0,0-1 0 0 0,1 0 0 0 0,-1-1 0 0 0,0 0 0 0 0,1 0 0 0 0,-1-1-1 0 0,1 0 1 0 0,-1 0 0 0 0,0-1 0 0 0,0 0 0 0 0,11-4 0 0 0,7-3 7 0 0,0-2-1 0 0,-1 0 1 0 0,0-2 0 0 0,0-1 0 0 0,31-24 0 0 0,-28 17 109 0 0,-1-1 1 0 0,-1-2 0 0 0,29-34 0 0 0,-54 57-83 0 0,-1 1-38 0 0,0 0 0 0 0,0 0 0 0 0,0-1-1 0 0,1 1 1 0 0,-1 0 0 0 0,0 0 0 0 0,0-1-1 0 0,0 1 1 0 0,0 0 0 0 0,1 0 0 0 0,-1-1-1 0 0,0 1 1 0 0,0 0 0 0 0,1 0 0 0 0,-1 0-1 0 0,0 0 1 0 0,0-1 0 0 0,1 1 0 0 0,-1 0-1 0 0,0 0 1 0 0,1 0 0 0 0,-1 0 0 0 0,0 0-1 0 0,0 0 1 0 0,1 0 0 0 0,-1 0 0 0 0,0 0-1 0 0,1 0 1 0 0,-1 0 0 0 0,0 0 0 0 0,1 0-1 0 0,-1 0 1 0 0,0 0 0 0 0,0 0 0 0 0,1 0-1 0 0,-1 0 1 0 0,0 1 0 0 0,1-1 0 0 0,1 9 12 0 0,0-1 0 0 0,0 1 1 0 0,-1 0-1 0 0,0 0 0 0 0,0 1 0 0 0,-1-1 1 0 0,-2 15-1 0 0,1-14 4 0 0,1 1-1 0 0,0-1 1 0 0,0 0 0 0 0,1 0-1 0 0,0 0 1 0 0,4 15-1 0 0,-4-24-4 0 0,4-1-6 0 0,-1-1 0 0 0,1 0 1 0 0,0-1-1 0 0,-1 1 0 0 0,1-1 1 0 0,-1 0-1 0 0,1 0 0 0 0,-1 0 1 0 0,0-1-1 0 0,0 0 0 0 0,0 1 1 0 0,0-1-1 0 0,4-5 0 0 0,52-50-18 0 0,-57 57 1 0 0,5-2-14 0 0,-1 3 18 0 0,0-1 0 0 0,0 1 1 0 0,0 0-1 0 0,0 1 0 0 0,0 0 0 0 0,0 0 1 0 0,-1 0-1 0 0,1 1 0 0 0,10 4 0 0 0,16 2 5 0 0,-21-6 1 0 0,0-2 0 0 0,0 1 0 0 0,0-1 0 0 0,0-1 1 0 0,0-1-1 0 0,0 1 0 0 0,0-2 0 0 0,0 0 0 0 0,-1 0 1 0 0,1-1-1 0 0,-1 0 0 0 0,0-1 0 0 0,0 0 0 0 0,-1-1 0 0 0,1 0 1 0 0,-1-1-1 0 0,0 0 0 0 0,-1-1 0 0 0,0 0 0 0 0,0 0 1 0 0,13-18-1 0 0,-6 8 0 0 0,-2-2-1 0 0,0 0 1 0 0,-1-1 0 0 0,-1 0 0 0 0,-2-1 0 0 0,0 0 0 0 0,-1-1 0 0 0,-1 0-1 0 0,-1 0 1 0 0,4-25 0 0 0,-5 21 90 0 0,-2-1-1 0 0,-1 1 1 0 0,-1-1-1 0 0,-1 1 1 0 0,-2-1 0 0 0,-7-52-1 0 0,7 79-89 0 0,1 1 0 0 0,0-1-1 0 0,0 1 1 0 0,-1-1 0 0 0,1 1-1 0 0,0-1 1 0 0,-1 1 0 0 0,1-1 0 0 0,0 1-1 0 0,-1-1 1 0 0,1 1 0 0 0,-1 0-1 0 0,1-1 1 0 0,-1 1 0 0 0,1 0 0 0 0,-1-1-1 0 0,1 1 1 0 0,-1 0 0 0 0,1-1-1 0 0,-1 1 1 0 0,1 0 0 0 0,-1 0 0 0 0,1 0-1 0 0,-1 0 1 0 0,0 0 0 0 0,1-1-1 0 0,-1 1 1 0 0,1 0 0 0 0,-1 0-1 0 0,0 1 1 0 0,1-1 0 0 0,-1 0 0 0 0,1 0-1 0 0,-1 0 1 0 0,0 0 0 0 0,1 0-1 0 0,-1 1 1 0 0,1-1 0 0 0,-1 0 0 0 0,1 0-1 0 0,-1 1 1 0 0,1-1 0 0 0,-1 0-1 0 0,0 1 1 0 0,-21 14 40 0 0,14-6-33 0 0,0 0 1 0 0,1 1-1 0 0,-1 0 1 0 0,2 0-1 0 0,-1 0 1 0 0,2 1-1 0 0,-1 0 1 0 0,1 0-1 0 0,1 0 1 0 0,0 1-1 0 0,1 0 1 0 0,0 0 0 0 0,1-1-1 0 0,0 2 1 0 0,1-1-1 0 0,0 14 1 0 0,1-9 2 0 0,1 0 0 0 0,0 0 0 0 0,1 0 1 0 0,1 0-1 0 0,1-1 0 0 0,0 1 0 0 0,1-1 1 0 0,1 0-1 0 0,1 0 0 0 0,15 28 1 0 0,-16-36-5 0 0,0 0 1 0 0,0 0 0 0 0,1-1 0 0 0,0 0-1 0 0,0 0 1 0 0,0 0 0 0 0,1-1 0 0 0,0 0-1 0 0,14 7 1 0 0,5 1 53 0 0,49 17-1 0 0,-66-27-42 0 0,-7-4 79 0 0,0 1-1 0 0,0-1 0 0 0,0 0 1 0 0,0 0-1 0 0,1 0 1 0 0,-1-1-1 0 0,0 1 0 0 0,0-1 1 0 0,0 0-1 0 0,3-1 0 0 0,8 0-4565 0 0,-36-4 790 0 0,17 4 280 0 0</inkml:trace>
</inkml:ink>
</file>

<file path=ppt/ink/ink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28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65 520 0 0,'-8'-53'8021'0'0,"8"51"-6827"0"0,1 1-1374 0 0,-2-8 1402 0 0,-18 9-10035 0 0</inkml:trace>
</inkml:ink>
</file>

<file path=ppt/ink/ink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28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55 836 0 0,'0'0'840'0'0,"16"-10"-84"0"0,-3 1-88 0 0,7 2-56 0 0,6 0-68 0 0,1 0-48 0 0,6 0-52 0 0,8 2-55 0 0,3 4-41 0 0,-3-1-156 0 0,1 4-212 0 0,4-2-264 0 0,-7 1-689 0 0,-8 1-1047 0 0,11 1 460 0 0</inkml:trace>
</inkml:ink>
</file>

<file path=ppt/ink/ink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0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0 370 400 0 0,'4'-3'665'0'0,"0"0"-411"0"0,-1 1-1 0 0,1 0 1 0 0,0 0-1 0 0,-1 0 1 0 0,1 0-1 0 0,0 1 0 0 0,0-1 1 0 0,0 1-1 0 0,1 0 1 0 0,-1 0-1 0 0,0 0 1 0 0,0 1-1 0 0,1 0 0 0 0,-1 0 1 0 0,0 0-1 0 0,0 0 1 0 0,1 0-1 0 0,6 3 0 0 0,-8-3-197 0 0,-1 1 0 0 0,0 0 0 0 0,0 0 0 0 0,0 0-1 0 0,0 0 1 0 0,0 0 0 0 0,0 0 0 0 0,0 0-1 0 0,0 1 1 0 0,0-1 0 0 0,0 1 0 0 0,-1 0-1 0 0,1-1 1 0 0,-1 1 0 0 0,1 0 0 0 0,-1 0 0 0 0,0 0-1 0 0,1 0 1 0 0,-1 0 0 0 0,0 0 0 0 0,0 0-1 0 0,-1 0 1 0 0,1 0 0 0 0,0 1 0 0 0,-1-1-1 0 0,1 0 1 0 0,-1 1 0 0 0,0-1 0 0 0,0 0-1 0 0,0 0 1 0 0,0 1 0 0 0,0-1 0 0 0,0 0 0 0 0,-1 1-1 0 0,1-1 1 0 0,-1 0 0 0 0,1 0 0 0 0,-2 3-1 0 0,0 2 42 0 0,-1-1 0 0 0,0 1 0 0 0,0-1 0 0 0,0 0 0 0 0,0 0 0 0 0,-1 0-1 0 0,0 0 1 0 0,-1-1 0 0 0,1 0 0 0 0,-1 1 0 0 0,0-2 0 0 0,-11 9 0 0 0,-13 15 441 0 0,27-26-413 0 0,1-2 64 0 0,1 0-179 0 0,0 0-1 0 0,0 0 0 0 0,-1 1 0 0 0,1-1 1 0 0,0 0-1 0 0,0 0 0 0 0,0 0 0 0 0,0 0 1 0 0,0 0-1 0 0,-1 0 0 0 0,1 0 1 0 0,0 0-1 0 0,0 0 0 0 0,0 0 0 0 0,0 0 1 0 0,-1 0-1 0 0,1 0 0 0 0,0 0 0 0 0,0 0 1 0 0,0 0-1 0 0,0 0 0 0 0,-1 0 1 0 0,1 0-1 0 0,0 0 0 0 0,0 0 0 0 0,0 0 1 0 0,0 0-1 0 0,-1 0 0 0 0,1 0 0 0 0,0 0 1 0 0,0 0-1 0 0,0 0 0 0 0,0 0 0 0 0,0 0 1 0 0,-1-1-1 0 0,1 1 0 0 0,0 0 1 0 0,0 0-1 0 0,0 0 0 0 0,0 0 0 0 0,0 0 1 0 0,0 0-1 0 0,0-1 0 0 0,-1 1 0 0 0,1 0 1 0 0,0 0-1 0 0,0 0 0 0 0,0 0 1 0 0,0-1-1 0 0,0 1 0 0 0,0 0 0 0 0,0 0 1 0 0,0 0-1 0 0,0 0 0 0 0,0-1 0 0 0,0 1 1 0 0,0 0-1 0 0,0 0 0 0 0,2-8 19 0 0,0 1-1 0 0,0 0 1 0 0,1-1 0 0 0,0 1-1 0 0,0 0 1 0 0,0 1-1 0 0,1-1 1 0 0,0 1-1 0 0,1 0 1 0 0,-1-1-1 0 0,11-9 1 0 0,-8 9-18 0 0,0 0 0 0 0,1 0-1 0 0,-1 1 1 0 0,1 0 0 0 0,1 0 0 0 0,-1 1 0 0 0,1 0-1 0 0,0 0 1 0 0,10-3 0 0 0,-17 7-12 0 0,0 1 0 0 0,1-1 0 0 0,-1 1 0 0 0,1-1 0 0 0,-1 1 0 0 0,0 0 0 0 0,1 0 0 0 0,-1 0-1 0 0,1 0 1 0 0,-1 0 0 0 0,0 0 0 0 0,1 1 0 0 0,-1-1 0 0 0,0 1 0 0 0,1 0 0 0 0,-1 0 0 0 0,0 0 0 0 0,0 0 0 0 0,0 0 0 0 0,1 0 0 0 0,-1 0 0 0 0,0 1 0 0 0,-1-1 0 0 0,1 1 0 0 0,0-1-1 0 0,2 4 1 0 0,3 4 7 0 0,-1 0-1 0 0,0 0 1 0 0,-1 0-1 0 0,8 20 1 0 0,0-1 27 0 0,-12-26-24 0 0,0 0 22 0 0,-1-1-27 0 0,0-1 0 0 0,0 1 0 0 0,0-1 0 0 0,0 0 0 0 0,0 1 0 0 0,0-1 0 0 0,0 1 0 0 0,0-1 0 0 0,1 0 0 0 0,-1 1 0 0 0,0-1 0 0 0,0 1 0 0 0,0-1 0 0 0,1 0 0 0 0,-1 1-1 0 0,0-1 1 0 0,0 1 0 0 0,1-1 0 0 0,-1 0 0 0 0,0 0 0 0 0,0 1 0 0 0,1-1 0 0 0,-1 0 0 0 0,0 1 0 0 0,1-1 0 0 0,-1 0 0 0 0,1 0 0 0 0,-1 0 0 0 0,0 1 0 0 0,1-1 0 0 0,-1 0 0 0 0,1 0 0 0 0,-1 0 0 0 0,0 0 0 0 0,1 0 0 0 0,-1 0 0 0 0,1 0 0 0 0,-1 0 0 0 0,1 0 0 0 0,-1 0 0 0 0,0 0 0 0 0,2 0 0 0 0,11-10-3 0 0,1 0 1 0 0,0 1 0 0 0,0 1 0 0 0,1 0-1 0 0,1 1 1 0 0,16-5 0 0 0,102-24-8 0 0,-45 11 17 0 0,-78 9 8 0 0,-11 16-18 0 0,1 0 1 0 0,-1-1-1 0 0,0 1 1 0 0,0-1-1 0 0,1 1 1 0 0,-1 0-1 0 0,0-1 0 0 0,0 1 1 0 0,0-1-1 0 0,1 1 1 0 0,-1 0-1 0 0,0-1 0 0 0,0 1 1 0 0,0-1-1 0 0,0 1 1 0 0,0-1-1 0 0,0 1 1 0 0,0-1-1 0 0,0 1 0 0 0,0-1 1 0 0,0 1-1 0 0,0-1 1 0 0,0 1-1 0 0,0 0 1 0 0,-1-1-1 0 0,1 1 0 0 0,0-1 1 0 0,0 1-1 0 0,0 0 1 0 0,-1-1-1 0 0,1 1 0 0 0,0-1 1 0 0,0 1-1 0 0,-1 0 1 0 0,1-1-1 0 0,0 1 1 0 0,-1 0-1 0 0,0-1 0 0 0,0 0 5 0 0,0 1-4 0 0,0-1 0 0 0,0 1 0 0 0,0 0 0 0 0,1 0 0 0 0,-1-1 0 0 0,0 1 0 0 0,0 0 0 0 0,0 0 0 0 0,0 0 0 0 0,0 0 0 0 0,0 0 0 0 0,1 0 0 0 0,-1 0 0 0 0,0 0 0 0 0,0 0 0 0 0,0 0 0 0 0,0 0 0 0 0,0 1 0 0 0,1-1 0 0 0,-3 1 0 0 0,-23 15 9 0 0,22-4 4 0 0,3-5-10 0 0,0-6-4 0 0,19 34 48 0 0,-12-31-46 0 0,0 0 0 0 0,1-1 0 0 0,-1 1 0 0 0,1-1 0 0 0,0 0 0 0 0,-1-1 0 0 0,1 0 0 0 0,0 0 0 0 0,1 0 0 0 0,-1-1 1 0 0,0 0-1 0 0,0 0 0 0 0,1-1 0 0 0,-1 0 0 0 0,11-2 0 0 0,0 1-6 0 0,-1-1 0 0 0,0-1 0 0 0,0 0 0 0 0,0-2 0 0 0,23-8 0 0 0,-26 5 1 0 0,1 0 0 0 0,-2 0 0 0 0,1-2 0 0 0,-1 0 1 0 0,0 0-1 0 0,-1-1 0 0 0,12-15 0 0 0,13-10 23 0 0,-36 35-7 0 0,4-8-4 0 0,-10 37-119 0 0,-8 20 139 0 0,13-46-14 0 0,-5 52 105 0 0,4-47-122 0 0,1-5-6 0 0,0 0-18 0 0,0 8 24 0 0,0-7-1 0 0,-5 8-65 0 0,5-11 81 0 0,0 0 0 0 0,0 0 0 0 0,0 0 0 0 0,0 0 0 0 0,0 0-1 0 0,-1 1 1 0 0,1-1 0 0 0,0 0 0 0 0,0 0 0 0 0,0 0-1 0 0,0 0 1 0 0,0 1 0 0 0,0-1 0 0 0,0 0 0 0 0,0 0 0 0 0,0 0-1 0 0,0 0 1 0 0,0 1 0 0 0,0-1 0 0 0,0 0 0 0 0,0 0-1 0 0,0 0 1 0 0,0 1 0 0 0,0-1 0 0 0,0 0 0 0 0,0 0 0 0 0,0 0-1 0 0,0 0 1 0 0,0 1 0 0 0,0-1 0 0 0,0 0 0 0 0,0 0-1 0 0,0 0 1 0 0,0 0 0 0 0,1 0 0 0 0,-1 1 0 0 0,0-1 0 0 0,0 0-1 0 0,0 0 1 0 0,0 0 0 0 0,0 0 0 0 0,0 0 0 0 0,1 0-1 0 0,-1 1 1 0 0,0-1 0 0 0,0 0 0 0 0,0 0 0 0 0,0 0 0 0 0,1 0-1 0 0,-1 0 1 0 0,0 0 0 0 0,0 0 0 0 0,0 0 0 0 0,1 0-1 0 0,-1 0 1 0 0,0 0 0 0 0,0 0 0 0 0,0 0 0 0 0,0 0 0 0 0,1 0-1 0 0,-1 0 1 0 0,0 0 0 0 0,0 0 0 0 0,24-16 50 0 0,-13 8-11 0 0,-1 1-1 0 0,1 0 1 0 0,0 1 0 0 0,13-5-1 0 0,-22 10-47 0 0,72 18 23 0 0,-60-17-10 0 0,0 1 0 0 0,1-2-1 0 0,-1 0 1 0 0,1-1-1 0 0,-1 0 1 0 0,0-1-1 0 0,0-1 1 0 0,27-10-1 0 0,-33 11-4 0 0,-1-1-1 0 0,1-1 0 0 0,-1 0 0 0 0,0 0 1 0 0,0 0-1 0 0,-1-1 0 0 0,1 1 1 0 0,-1-2-1 0 0,0 1 0 0 0,-1-1 0 0 0,0 0 1 0 0,0 0-1 0 0,0 0 0 0 0,-1-1 1 0 0,0 1-1 0 0,3-9 0 0 0,6-17 335 0 0,-1 0-1 0 0,-2 0 0 0 0,-2-1 1 0 0,-1 0-1 0 0,-1 0 0 0 0,1-45 1 0 0,-7 77 192 0 0,-6 6-416 0 0,-5 4-56 0 0,1 1 0 0 0,1 0-1 0 0,0 1 1 0 0,0 0 0 0 0,0 0 0 0 0,1 1-1 0 0,1 0 1 0 0,0 0 0 0 0,0 0-1 0 0,1 1 1 0 0,1 0 0 0 0,0 1-1 0 0,1-1 1 0 0,0 1 0 0 0,-4 26-1 0 0,2-9 24 0 0,2 1-1 0 0,2 0 0 0 0,0 0 1 0 0,3 0-1 0 0,7 62 0 0 0,3-42-639 0 0,-11-49 196 0 0,2 5-329 0 0</inkml:trace>
</inkml:ink>
</file>

<file path=ppt/ink/ink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0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64 348 0 0,'1'-2'312'0'0,"1"0"1"0"0,-1 0-1 0 0,1 0 0 0 0,-1 0 1 0 0,1 1-1 0 0,0-1 1 0 0,0 0-1 0 0,0 1 0 0 0,0-1 1 0 0,0 1-1 0 0,0 0 0 0 0,0 0 1 0 0,0 0-1 0 0,0 0 1 0 0,1 0-1 0 0,-1 0 0 0 0,3 0 1 0 0,49-12 1490 0 0,-42 10-1288 0 0,105-17 1886 0 0,-115 19-2412 0 0,7 0-157 0 0</inkml:trace>
</inkml:ink>
</file>

<file path=ppt/ink/ink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0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0 92 0 0,'-33'29'4028'0'0,"15"-15"-2688"0"0,1 1 0 0 0,0 0 0 0 0,1 2 0 0 0,-23 30 0 0 0,-5 14-16 0 0,-12 18-913 0 0,25-25-4799 0 0,26-42-1559 0 0</inkml:trace>
</inkml:ink>
</file>

<file path=ppt/ink/ink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2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205 415 584 0 0,'-17'-47'5058'0'0,"16"45"-4585"0"0,-5-23 3444 0 0,1 25-3860 0 0,1 0 0 0 0,0 0-1 0 0,0 1 1 0 0,0-1 0 0 0,0 1-1 0 0,0 0 1 0 0,0 0 0 0 0,0 1-1 0 0,1-1 1 0 0,-1 1 0 0 0,0 0-1 0 0,1 0 1 0 0,-1 0 0 0 0,1 0-1 0 0,0 1 1 0 0,-6 4 0 0 0,-56 49 378 0 0,61-52-402 0 0,-1 1-1 0 0,1 0 1 0 0,0 0 0 0 0,0 1-1 0 0,0-1 1 0 0,1 1 0 0 0,0 0 0 0 0,0 0-1 0 0,0 0 1 0 0,1 0 0 0 0,-2 7-1 0 0,3-9-18 0 0,0-1 0 0 0,1 1-1 0 0,-1 0 1 0 0,1-1 0 0 0,0 1 0 0 0,0 0-1 0 0,1-1 1 0 0,-1 1 0 0 0,1-1-1 0 0,0 1 1 0 0,-1-1 0 0 0,2 1 0 0 0,-1-1-1 0 0,0 1 1 0 0,1-1 0 0 0,-1 0 0 0 0,1 1-1 0 0,0-1 1 0 0,0 0 0 0 0,1-1-1 0 0,2 4 1 0 0,-2-2-3 0 0,1 0 1 0 0,0-1-1 0 0,0 0 1 0 0,0 0-1 0 0,0 0 0 0 0,1 0 1 0 0,-1-1-1 0 0,1 0 1 0 0,0 0-1 0 0,-1 0 0 0 0,1 0 1 0 0,0-1-1 0 0,0 0 0 0 0,0 0 1 0 0,0 0-1 0 0,0-1 1 0 0,0 1-1 0 0,0-1 0 0 0,1 0 1 0 0,-1-1-1 0 0,0 1 0 0 0,7-3 1 0 0,-6 2-7 0 0,1-1 0 0 0,-1 0 1 0 0,0-1-1 0 0,1 0 0 0 0,-1 0 1 0 0,0 0-1 0 0,-1 0 0 0 0,1-1 1 0 0,-1 0-1 0 0,1 0 0 0 0,-1-1 1 0 0,0 1-1 0 0,-1-1 0 0 0,1 0 1 0 0,-1-1-1 0 0,5-8 0 0 0,3-8-1 0 0,-1-1 0 0 0,-2 0-1 0 0,8-25 1 0 0,0-1-185 0 0,-17 47 156 0 0,1 0 7 0 0,-1 1 15 0 0,0 1 0 0 0,0-1-1 0 0,0 1 1 0 0,1-1 0 0 0,-1 1 0 0 0,0-1 0 0 0,0 1 0 0 0,0 0 0 0 0,0-1 0 0 0,0 1 0 0 0,1-1 0 0 0,-1 1 0 0 0,0 0 0 0 0,0-1 0 0 0,1 1 0 0 0,-1-1 0 0 0,0 1 0 0 0,1 0 0 0 0,-1-1 0 0 0,0 1 0 0 0,1 0 0 0 0,-1 0 0 0 0,0-1 0 0 0,1 1 0 0 0,-1 0 0 0 0,1 0 0 0 0,-1 0 0 0 0,0-1 0 0 0,1 1 0 0 0,-1 0 0 0 0,1 0 0 0 0,-1 0 0 0 0,1 0 0 0 0,-1 0-1 0 0,1 0 1 0 0,-1 0 0 0 0,0 0 0 0 0,1 0 0 0 0,-1 0 0 0 0,1 0 0 0 0,-1 0 0 0 0,1 0 0 0 0,-1 0 0 0 0,1 1 0 0 0,-1-1 0 0 0,1 0 0 0 0,16 7-5 0 0,-1-1 0 0 0,1-1 0 0 0,1-1 0 0 0,-1 0 0 0 0,1-1 0 0 0,33 1 0 0 0,-43-4 9 0 0,0-1-1 0 0,1 0 1 0 0,-1 0-1 0 0,0-1 1 0 0,0 0-1 0 0,0 0 1 0 0,0-1-1 0 0,0 0 1 0 0,-1-1-1 0 0,1 1 1 0 0,-1-1-1 0 0,0-1 1 0 0,0 0-1 0 0,0 0 1 0 0,-1 0-1 0 0,0 0 1 0 0,8-9-1 0 0,-4 1 3 0 0,0 1 0 0 0,-1-2-1 0 0,0 1 1 0 0,-1-1-1 0 0,-1 0 1 0 0,10-27-1 0 0,23-94 320 0 0,-33 105-56 0 0,-1-11 301 0 0,-35 99-446 0 0,3 1 1 0 0,2 2 0 0 0,-22 89 0 0 0,-31 202 313 0 0,69-311-413 0 0,1-4 104 0 0,-2 1 0 0 0,-2-1 0 0 0,-18 40 0 0 0,29-75 560 0 0,-3-7-588 0 0,0-1-77 0 0,1-1 0 0 0,0 0 1 0 0,0 0-1 0 0,0 0 0 0 0,1 0 0 0 0,0-1 0 0 0,1 1 0 0 0,-1 0 0 0 0,1 0 0 0 0,1-1 0 0 0,-1 1 0 0 0,1 0 0 0 0,1 0 0 0 0,-1 0 0 0 0,1 0 0 0 0,1 0 0 0 0,3-9 0 0 0,6-15 12 0 0,2 1-1 0 0,26-44 1 0 0,-26 51-26 0 0,1 0-1 0 0,1 0 1 0 0,1 2 0 0 0,1 0-1 0 0,0 1 1 0 0,2 1-1 0 0,0 0 1 0 0,42-27-1 0 0,-61 45-6 0 0,0 1-1 0 0,0-1 1 0 0,0 0-1 0 0,0 1 1 0 0,0-1-1 0 0,0 1 1 0 0,0-1-1 0 0,0 1 1 0 0,1 0-1 0 0,-1-1 1 0 0,0 1-1 0 0,0 0 1 0 0,0 0-1 0 0,1 0 1 0 0,-1 0-1 0 0,0 0 1 0 0,0 0-1 0 0,1 0 1 0 0,-1 1-1 0 0,0-1 1 0 0,0 0-1 0 0,0 1 1 0 0,1-1-1 0 0,-1 0 1 0 0,0 1-1 0 0,1 0 1 0 0,0 1-1 0 0,-1-1 0 0 0,0 1 0 0 0,1-1 0 0 0,-1 1 1 0 0,0 0-1 0 0,0 0 0 0 0,0-1 0 0 0,0 1 1 0 0,0 0-1 0 0,0 0 0 0 0,-1 0 0 0 0,1 0 0 0 0,-1 0 1 0 0,1 3-1 0 0,0 0 0 0 0,0 1 0 0 0,-1 0 0 0 0,0 0 0 0 0,0 0 0 0 0,0-1-1 0 0,-1 1 1 0 0,0 0 0 0 0,0 0 0 0 0,0-1 0 0 0,-3 8 0 0 0,-1-6-35 0 0,0-1 1 0 0,-1 0-1 0 0,1 0 0 0 0,-1 0 1 0 0,-1-1-1 0 0,1 0 0 0 0,-1 0 1 0 0,0-1-1 0 0,0 1 0 0 0,0-2 1 0 0,-1 1-1 0 0,1-1 0 0 0,-1 0 0 0 0,-11 3 1 0 0,6-2-513 0 0,2-3-388 0 0,7-20-10503 0 0</inkml:trace>
</inkml:ink>
</file>

<file path=ppt/ink/ink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2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1 236 0 0,'0'0'4008'0'0,"14"18"-2098"0"0,-13-5-1285 0 0,0 1 1 0 0,0-1-1 0 0,-2 0 1 0 0,0 1-1 0 0,-2 13 1 0 0,2-18-524 0 0,-1-1 0 0 0,0 1 0 0 0,0-1 0 0 0,0 0 0 0 0,-1 0 0 0 0,-1 0 0 0 0,1 0 0 0 0,-1 0 0 0 0,-6 9 0 0 0,0-8-232 0 0,-11 0-6553 0 0</inkml:trace>
</inkml:ink>
</file>

<file path=ppt/ink/ink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3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30 568 0 0,'7'-21'3869'0'0,"-3"13"-5108"0"0</inkml:trace>
</inkml:ink>
</file>

<file path=ppt/ink/ink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3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1 640 0 0,'0'0'720'0'0,"-7"45"3204"0"0,7-45-3912 0 0,0 8 299 0 0,0 0-1 0 0,-1 0 1 0 0,0 1-1 0 0,-1-1 1 0 0,1 0 0 0 0,-2-1-1 0 0,1 1 1 0 0,-7 13-1 0 0,8-20-21 0 0,13-18 2284 0 0,67-62-2120 0 0,-78 78-451 0 0,0 1 0 0 0,0-1 0 0 0,-1 1-1 0 0,1 0 1 0 0,0 0 0 0 0,0-1-1 0 0,0 1 1 0 0,0 0 0 0 0,0 0-1 0 0,0 0 1 0 0,0 0 0 0 0,0 0 0 0 0,0 0-1 0 0,0 0 1 0 0,0 0 0 0 0,0 1-1 0 0,0-1 1 0 0,0 0 0 0 0,0 1 0 0 0,0-1-1 0 0,0 0 1 0 0,0 1 0 0 0,-1-1-1 0 0,1 1 1 0 0,0-1 0 0 0,0 1 0 0 0,0 0-1 0 0,-1-1 1 0 0,2 2 0 0 0,33 29 37 0 0,-5-5-19 0 0,-24-24-18 0 0,-1 0-1 0 0,0 0 1 0 0,0-1-1 0 0,1 0 1 0 0,-1 0-1 0 0,1 0 1 0 0,-1 0-1 0 0,1-1 1 0 0,-1 0-1 0 0,1 0 1 0 0,-1-1-1 0 0,1 1 1 0 0,8-3-1 0 0,5-2 143 0 0,0-1-1 0 0,24-12 1 0 0,-14 7 683 0 0,-9-10 195 0 0,-32 29-1738 0 0,-15 6-5957 0 0,18-11 3056 0 0</inkml:trace>
</inkml:ink>
</file>

<file path=ppt/ink/ink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3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1184 0 0,'0'-14'2164'0'0,"1"0"433"0"0,2 0 259 0 0,0 5-2816 0 0</inkml:trace>
</inkml:ink>
</file>

<file path=ppt/ink/ink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4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64 624 0 0,'-2'2'315'0'0,"1"0"0"0"0,0 0 0 0 0,0-1 0 0 0,0 1 0 0 0,0 0 0 0 0,0 0 0 0 0,0 0 1 0 0,1 0-1 0 0,-1 0 0 0 0,0 4 0 0 0,2-4-206 0 0,0 1 1 0 0,0-1 0 0 0,0 0 0 0 0,0 0-1 0 0,1 0 1 0 0,-1 0 0 0 0,1 0 0 0 0,-1 0-1 0 0,1 0 1 0 0,0 0 0 0 0,-1-1 0 0 0,1 1-1 0 0,0-1 1 0 0,0 1 0 0 0,0-1 0 0 0,0 0-1 0 0,1 0 1 0 0,2 2 0 0 0,0-1 274 0 0,1-1 1 0 0,0 1-1 0 0,0-1 1 0 0,0 0-1 0 0,0 0 1 0 0,12-1-1 0 0,-16 0-290 0 0,0 0-1 0 0,0-1 1 0 0,0 1 0 0 0,0-1-1 0 0,0 0 1 0 0,0 0-1 0 0,0 1 1 0 0,0-1 0 0 0,0 0-1 0 0,-1-1 1 0 0,1 1-1 0 0,0 0 1 0 0,-1 0 0 0 0,1-1-1 0 0,-1 1 1 0 0,1-1-1 0 0,-1 0 1 0 0,0 1 0 0 0,1-1-1 0 0,-1 0 1 0 0,0 0 0 0 0,0 1-1 0 0,0-1 1 0 0,-1 0-1 0 0,1 0 1 0 0,0-3 0 0 0,2-1 145 0 0,-1-1 0 0 0,-1 0 0 0 0,1 0 1 0 0,-1 0-1 0 0,0-10 0 0 0,-1 15-64 0 0,-12-26 386 0 0,10 26-571 0 0,0 1-1 0 0,0 0 1 0 0,0-1-1 0 0,0 1 1 0 0,0 0 0 0 0,0 0-1 0 0,-1 0 1 0 0,1 0-1 0 0,0 0 1 0 0,0 1-1 0 0,-1-1 1 0 0,1 1-1 0 0,0 0 1 0 0,-1-1 0 0 0,1 1-1 0 0,0 0 1 0 0,-4 1-1 0 0,-21 5-3271 0 0,11-1-1601 0 0</inkml:trace>
</inkml:ink>
</file>

<file path=ppt/ink/ink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4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0 156 0 0,'0'0'754'0'0,"10"47"3590"0"0,-10-45-4232 0 0,0 0-1 0 0,0 0 1 0 0,0 1-1 0 0,0-1 0 0 0,1 0 1 0 0,-1 0-1 0 0,1 0 0 0 0,-1 1 1 0 0,1-1-1 0 0,0 0 0 0 0,0 0 1 0 0,0 0-1 0 0,0 0 0 0 0,0 0 1 0 0,0 0-1 0 0,1-1 0 0 0,-1 1 1 0 0,1 0-1 0 0,-1 0 0 0 0,1-1 1 0 0,0 1-1 0 0,-1-1 0 0 0,1 0 1 0 0,0 1-1 0 0,0-1 1 0 0,0 0-1 0 0,0 0 0 0 0,0 0 1 0 0,0-1-1 0 0,0 1 0 0 0,1 0 1 0 0,2 0-1 0 0,2-1-3 0 0,0-1 0 0 0,1 0 0 0 0,-1 0 0 0 0,0 0 1 0 0,0-1-1 0 0,0 0 0 0 0,0 0 0 0 0,0-1 0 0 0,8-4 0 0 0,80-27 937 0 0,-93 33-986 0 0,42 3 333 0 0,-28-1-301 0 0,0-1 0 0 0,0 0 0 0 0,24-5 0 0 0,-29 4-12 0 0,0-1 0 0 0,0 1 0 0 0,0 1 0 0 0,0 0 0 0 0,0 0 0 0 0,21 4 0 0 0,-28-3-59 0 0,0 0-1 0 0,0 0 0 0 0,0 0 0 0 0,0 1 0 0 0,-1-1 0 0 0,1 1 0 0 0,-1 0 0 0 0,1 0 0 0 0,-1 0 0 0 0,0 1 0 0 0,0-1 1 0 0,0 1-1 0 0,0 0 0 0 0,0 0 0 0 0,0 0 0 0 0,-1 0 0 0 0,1 0 0 0 0,-1 0 0 0 0,0 1 0 0 0,0-1 0 0 0,0 1 0 0 0,1 3 1 0 0,-2-4 8 0 0,0 0 0 0 0,-1-1 0 0 0,1 1 1 0 0,-1-1-1 0 0,1 1 0 0 0,-1 0 1 0 0,0 0-1 0 0,0-1 0 0 0,0 1 0 0 0,0 0 1 0 0,-1-1-1 0 0,1 1 0 0 0,-1 0 1 0 0,0-1-1 0 0,1 1 0 0 0,-1 0 1 0 0,0-1-1 0 0,0 0 0 0 0,-1 1 0 0 0,1-1 1 0 0,-1 1-1 0 0,1-1 0 0 0,-1 0 1 0 0,0 0-1 0 0,1 0 0 0 0,-5 3 1 0 0,-27 17-1259 0 0,-2-10-5655 0 0</inkml:trace>
</inkml:ink>
</file>

<file path=ppt/ink/ink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7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150 137 516 0 0,'0'-9'1087'0'0,"0"-1"0"0"0,1 1 0 0 0,1 0 0 0 0,3-14 0 0 0,0-2 495 0 0,-2 7 71 0 0,-2 17-1577 0 0,-1 0-1 0 0,0 0 0 0 0,1 0 1 0 0,-1 0-1 0 0,0 0 0 0 0,0 0 0 0 0,0-1 1 0 0,1 1-1 0 0,-1 0 0 0 0,0 0 1 0 0,-1 0-1 0 0,1-1 0 0 0,0 1 0 0 0,0 0 1 0 0,0 0-1 0 0,-1 0 0 0 0,1 0 1 0 0,-1 0-1 0 0,1 0 0 0 0,-1 0 0 0 0,1 0 1 0 0,-1 0-1 0 0,0 0 0 0 0,1 0 1 0 0,-1 0-1 0 0,0 0 0 0 0,-1-1 0 0 0,0 0 151 0 0,-31 1 278 0 0,27 4-485 0 0,-1 0 0 0 0,1 0 0 0 0,0 1 1 0 0,-1 0-1 0 0,1 0 0 0 0,1 0 0 0 0,-1 1 0 0 0,1-1 1 0 0,0 1-1 0 0,0 1 0 0 0,0-1 0 0 0,1 1 1 0 0,-1 0-1 0 0,-6 12 0 0 0,6-7-19 0 0,0 0 0 0 0,0 0 1 0 0,1 0-1 0 0,0 1 0 0 0,1-1 0 0 0,0 1 1 0 0,1 0-1 0 0,1 0 0 0 0,-1 19 0 0 0,2-18 8 0 0,0-11 14 0 0,0 1 1 0 0,0-1-1 0 0,0 1 1 0 0,1-1-1 0 0,-1 1 1 0 0,1-1 0 0 0,-1 0-1 0 0,1 1 1 0 0,0-1-1 0 0,0 0 1 0 0,0 1-1 0 0,0-1 1 0 0,1 0-1 0 0,-1 0 1 0 0,0 0-1 0 0,1 0 1 0 0,0 0-1 0 0,2 3 1 0 0,-2-4 0 0 0,-1-1 0 0 0,1 1 0 0 0,0 0 0 0 0,0-1 0 0 0,-1 1 0 0 0,1-1 0 0 0,0 1 0 0 0,0-1-1 0 0,0 0 1 0 0,-1 0 0 0 0,1 0 0 0 0,0 0 0 0 0,0 0 0 0 0,0 0 0 0 0,0-1 0 0 0,-1 1 0 0 0,1 0 0 0 0,3-2 0 0 0,6-3 46 0 0,-1 1 1 0 0,0-2-1 0 0,0 1 0 0 0,-1-2 1 0 0,15-11-1 0 0,19-18 39 0 0,-28 22-77 0 0,0 0 0 0 0,1 2 1 0 0,1 0-1 0 0,0 0 0 0 0,0 2 0 0 0,21-10 1 0 0,-36 18-31 0 0,23 1 9 0 0,-18 4-8 0 0,0-1-1 0 0,0 1 1 0 0,0 1-1 0 0,-1-1 1 0 0,0 1 0 0 0,0 0-1 0 0,0 1 1 0 0,0-1-1 0 0,-1 1 1 0 0,1 0-1 0 0,-1 0 1 0 0,6 9 0 0 0,28 23 14 0 0,-34-33 15 0 0,1-1-1 0 0,0 0 0 0 0,0 0 1 0 0,0 0-1 0 0,0-1 0 0 0,1 1 1 0 0,-1-1-1 0 0,1-1 0 0 0,-1 0 1 0 0,1 0-1 0 0,0 0 0 0 0,-1 0 1 0 0,1-1-1 0 0,0 0 0 0 0,-1-1 0 0 0,1 0 1 0 0,0 0-1 0 0,-1 0 0 0 0,1 0 1 0 0,-1-1-1 0 0,9-4 0 0 0,-7 3 5 0 0,0-1-1 0 0,0 1 0 0 0,0-2 0 0 0,-1 1 1 0 0,0-1-1 0 0,1-1 0 0 0,-2 1 0 0 0,1-1 0 0 0,-1 0 1 0 0,0-1-1 0 0,0 1 0 0 0,0-1 0 0 0,-1 0 1 0 0,0-1-1 0 0,7-15 0 0 0,2-3-1812 0 0,-2 13-5582 0 0,-4 9 3954 0 0</inkml:trace>
</inkml:ink>
</file>

<file path=ppt/ink/ink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39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8 293 392 0 0,'0'0'88'0'0,"1"0"-1"0"0,-1 0 1 0 0,0 1-1 0 0,1-1 1 0 0,-1 0 0 0 0,0 0-1 0 0,1 1 1 0 0,-1-1-1 0 0,0 0 1 0 0,0 1-1 0 0,0-1 1 0 0,1 0 0 0 0,-1 1-1 0 0,0-1 1 0 0,0 0-1 0 0,0 1 1 0 0,0-1-1 0 0,0 0 1 0 0,0 1 0 0 0,1-1-1 0 0,-1 1 1 0 0,0-1-1 0 0,0 0 1 0 0,0 1 0 0 0,0-1-1 0 0,0 0 1 0 0,0 1-1 0 0,-1-1 1 0 0,1 1-1 0 0,0-1 1 0 0,0 0 0 0 0,0 1-1 0 0,0-1 1 0 0,0 0-1 0 0,0 1 1 0 0,-1-1-1 0 0,1 0 1 0 0,0 1 0 0 0,0-1-1 0 0,-1 0 1 0 0,1 1-1 0 0,0-1 1 0 0,0 0 0 0 0,-1 0-1 0 0,1 1 1 0 0,0-1-1 0 0,-1 0 1 0 0,1 0-1 0 0,0 0 1 0 0,-1 1 0 0 0,1-1-1 0 0,0 0 1 0 0,-1 0-1 0 0,1 0 1 0 0,-1 0-1 0 0,1 0 1 0 0,0 0 0 0 0,-1 0-1 0 0,1 0 1 0 0,-1 0-1 0 0,1 0 1 0 0,0 0 0 0 0,-1 0-1 0 0,1 0 1 0 0,0 0-1 0 0,-1 0 1 0 0,26 13 1009 0 0,-13-13-846 0 0,0-1 0 0 0,0 0 0 0 0,-1-1 0 0 0,1 0-1 0 0,-1-1 1 0 0,1 0 0 0 0,17-8 0 0 0,2-3 140 0 0,38-22 1 0 0,-43 21-220 0 0,-1-1 0 0 0,26-22 0 0 0,-43 32-109 0 0,-1-1 0 0 0,0 0 0 0 0,0 0 0 0 0,0-1 1 0 0,-1 0-1 0 0,0 0 0 0 0,-1 0 0 0 0,0-1 0 0 0,0 0 1 0 0,4-11-1 0 0,-8 18-52 0 0,0 0 1 0 0,0 0 0 0 0,0 0 0 0 0,-1-1-1 0 0,1 1 1 0 0,0 0 0 0 0,-1-1 0 0 0,0 1-1 0 0,0-1 1 0 0,1 1 0 0 0,-1 0 0 0 0,-1-1-1 0 0,1 1 1 0 0,0 0 0 0 0,-1-1 0 0 0,1 1 0 0 0,-1 0-1 0 0,1-1 1 0 0,-1 1 0 0 0,0 0 0 0 0,0 0-1 0 0,0 0 1 0 0,-1-1 0 0 0,1 1 0 0 0,0 1-1 0 0,-1-1 1 0 0,1 0 0 0 0,-1 0 0 0 0,0 0-1 0 0,1 1 1 0 0,-1-1 0 0 0,0 1 0 0 0,0-1-1 0 0,0 1 1 0 0,0 0 0 0 0,-3-1 0 0 0,1 0-9 0 0,0 1 0 0 0,-1 0 0 0 0,1 0 1 0 0,0 1-1 0 0,-1-1 0 0 0,1 1 0 0 0,-1 0 1 0 0,1 0-1 0 0,0 0 0 0 0,-1 1 0 0 0,1-1 1 0 0,-1 1-1 0 0,1 0 0 0 0,0 1 0 0 0,0-1 1 0 0,0 1-1 0 0,0 0 0 0 0,-7 3 0 0 0,3 0-2 0 0,1 0 0 0 0,-1 0 0 0 0,1 1 0 0 0,0 0 0 0 0,0 1 0 0 0,1-1-1 0 0,0 1 1 0 0,0 0 0 0 0,1 1 0 0 0,-1-1 0 0 0,2 1 0 0 0,-1 0 0 0 0,1 0-1 0 0,-4 12 1 0 0,6-15 3 0 0,1 1-1 0 0,0 0 1 0 0,1-1-1 0 0,-1 1 1 0 0,1 0 0 0 0,0 0-1 0 0,0-1 1 0 0,1 1-1 0 0,0 0 1 0 0,0-1-1 0 0,0 1 1 0 0,1-1 0 0 0,-1 1-1 0 0,1-1 1 0 0,1 1-1 0 0,-1-1 1 0 0,1 0-1 0 0,0 0 1 0 0,0 0 0 0 0,0-1-1 0 0,1 1 1 0 0,-1-1-1 0 0,1 0 1 0 0,6 5-1 0 0,-6-5 1 0 0,0 0 0 0 0,0 0 0 0 0,1-1 0 0 0,-1 1 0 0 0,1-1 0 0 0,0 0 0 0 0,0-1 0 0 0,0 1 0 0 0,1-1 0 0 0,-1 0 0 0 0,0 0 0 0 0,1 0 0 0 0,0-1 0 0 0,-1 0 0 0 0,1 0 0 0 0,0-1 0 0 0,-1 1 0 0 0,1-1 0 0 0,0-1-1 0 0,0 1 1 0 0,-1-1 0 0 0,1 0 0 0 0,0 0 0 0 0,-1 0 0 0 0,1-1 0 0 0,-1 0 0 0 0,0 0 0 0 0,1 0 0 0 0,4-4 0 0 0,15-9 2 0 0,-1-1 1 0 0,-1-1-1 0 0,0-1 1 0 0,34-36-1 0 0,-5 7 3 0 0,-43 38-17 0 0,1 1 0 0 0,0 1 0 0 0,0 0 0 0 0,0 0 0 0 0,1 1 0 0 0,0 0 0 0 0,0 1 0 0 0,16-5 0 0 0,-25 10 7 0 0,-1 0 0 0 0,1 0 0 0 0,0 0 0 0 0,0 1 0 0 0,0-1 0 0 0,0 0-1 0 0,-1 1 1 0 0,1-1 0 0 0,0 1 0 0 0,0 0 0 0 0,-1-1 0 0 0,1 1-1 0 0,0 0 1 0 0,-1 0 0 0 0,1 0 0 0 0,-1 0 0 0 0,3 3 0 0 0,24 24-11 0 0,-20-20-3 0 0,18 30 12 0 0,1 5 25 0 0,-26-41-8 0 0,1 0 0 0 0,-1-1 0 0 0,0 1 0 0 0,1 0 0 0 0,0-1 1 0 0,-1 1-1 0 0,1-1 0 0 0,0 1 0 0 0,0-1 0 0 0,0 0 0 0 0,0 0 0 0 0,0 0 0 0 0,0 0 0 0 0,0 0 0 0 0,2 0 0 0 0,0-1 17 0 0,0 0-1 0 0,-1-1 1 0 0,1 1-1 0 0,-1-1 1 0 0,1 0-1 0 0,-1 0 1 0 0,0 0-1 0 0,1 0 1 0 0,-1-1-1 0 0,0 1 1 0 0,0-1-1 0 0,0 0 0 0 0,0 0 1 0 0,0 0-1 0 0,0-1 1 0 0,0 1-1 0 0,4-6 1 0 0,43-53 215 0 0,-40 48-206 0 0,-3 3-69 0 0,7-9-292 0 0,30-32 1 0 0,-42 50-91 0 0,8 1-444 0 0,-3 1-2766 0 0,7 3 775 0 0,-5 0 217 0 0</inkml:trace>
</inkml:ink>
</file>

<file path=ppt/ink/ink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41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98 545 380 0 0,'-1'1'8668'0'0,"-16"5"-8707"0"0,13-4 90 0 0,0 0 0 0 0,0 1 0 0 0,0-1 1 0 0,1 1-1 0 0,0 0 0 0 0,-1 1 0 0 0,1-1 0 0 0,0 0 0 0 0,1 1 1 0 0,-1 0-1 0 0,-3 5 0 0 0,-21 45 304 0 0,25-49-317 0 0,-6 23 239 0 0,9-28-270 0 0,-1 0 0 0 0,0 1-1 0 0,0-1 1 0 0,0 0 0 0 0,0 0 0 0 0,1 1 0 0 0,-1-1 0 0 0,0 0 0 0 0,0 0 0 0 0,0 0 0 0 0,1 1 0 0 0,-1-1 0 0 0,0 0 0 0 0,0 0-1 0 0,0 0 1 0 0,1 0 0 0 0,-1 1 0 0 0,0-1 0 0 0,0 0 0 0 0,1 0 0 0 0,-1 0 0 0 0,0 0 0 0 0,1 0 0 0 0,-1 0 0 0 0,0 0 0 0 0,0 0 0 0 0,1 0-1 0 0,-1 0 1 0 0,0 0 0 0 0,1 0 0 0 0,-1 0 0 0 0,0 0 0 0 0,0 0 0 0 0,1 0 0 0 0,-1 0 0 0 0,0-1 0 0 0,0 1 0 0 0,1 0 0 0 0,-1 0-1 0 0,0 0 1 0 0,0 0 0 0 0,1 0 0 0 0,-1-1 0 0 0,6-2 29 0 0,0-1 1 0 0,-1 0-1 0 0,0 0 0 0 0,0-1 0 0 0,8-7 0 0 0,46-56 88 0 0,-57 66-104 0 0,2 3-25 0 0,1 1 0 0 0,0-1 0 0 0,-1 1 0 0 0,0-1 1 0 0,1 1-1 0 0,-1 1 0 0 0,0-1 0 0 0,0 1 0 0 0,7 5 0 0 0,27 13 60 0 0,-33-20-52 0 0,-1-1 1 0 0,0 0-1 0 0,1 1 0 0 0,-1-2 0 0 0,1 1 0 0 0,-1 0 0 0 0,0-1 0 0 0,1 0 0 0 0,-1 0 0 0 0,0 0 0 0 0,0-1 1 0 0,0 0-1 0 0,1 1 0 0 0,-2-1 0 0 0,1 0 0 0 0,0-1 0 0 0,0 1 0 0 0,-1-1 0 0 0,1 0 0 0 0,-1 0 1 0 0,0 0-1 0 0,0 0 0 0 0,0 0 0 0 0,0-1 0 0 0,-1 1 0 0 0,1-1 0 0 0,-1 0 0 0 0,3-6 0 0 0,11-25-3 0 0,-1-1 0 0 0,-2-1 0 0 0,-2 0 0 0 0,7-42 0 0 0,-9 30 194 0 0,-4 22 247 0 0,3-50-1 0 0,-8 75-332 0 0,2-22 378 0 0,-4 16-293 0 0,-5 23-185 0 0,2 0 1 0 0,-1 0 0 0 0,2 0-1 0 0,0 1 1 0 0,1-1-1 0 0,1 1 1 0 0,0 0 0 0 0,1 0-1 0 0,1-1 1 0 0,2 30-1 0 0,1-21 10 0 0,0 1 0 0 0,2-1 0 0 0,1 0 0 0 0,1 0 0 0 0,1-1 0 0 0,16 35 1 0 0,-22-55-16 0 0,-1 1 0 0 0,1-1 0 0 0,1 0 0 0 0,-1 0 1 0 0,0 0-1 0 0,1 0 0 0 0,0 0 0 0 0,-1 0 1 0 0,1-1-1 0 0,0 1 0 0 0,0-1 0 0 0,1 0 1 0 0,-1 0-1 0 0,0 0 0 0 0,1 0 0 0 0,-1 0 1 0 0,1-1-1 0 0,0 0 0 0 0,-1 0 0 0 0,1 0 0 0 0,0 0 1 0 0,0 0-1 0 0,0-1 0 0 0,0 1 0 0 0,-1-1 1 0 0,6-1-1 0 0,-1 0 6 0 0,-1 0 0 0 0,0 0 0 0 0,0-1 0 0 0,0 0 1 0 0,0-1-1 0 0,0 1 0 0 0,0-1 0 0 0,-1-1 0 0 0,1 1 0 0 0,-1-1 0 0 0,0 0 1 0 0,0-1-1 0 0,6-5 0 0 0,-9 9-10 0 0,2-1-1 0 0,8-23 12 0 0,-12 21 80 0 0,1-1-1 0 0,0 1 1 0 0,0 0 0 0 0,1-1-1 0 0,0 1 1 0 0,-1 0 0 0 0,1 1-1 0 0,7-7 1 0 0,-2 57-39 0 0,-5-41-42 0 0,0 0 0 0 0,0 0 0 0 0,0 0 0 0 0,1 0-1 0 0,0 0 1 0 0,0-1 0 0 0,1 0 0 0 0,-1 0 0 0 0,1 0 0 0 0,8 6-1 0 0,-11-9-3 0 0,0-1 0 0 0,0 1-1 0 0,0 0 1 0 0,1-1-1 0 0,-1 1 1 0 0,0-1 0 0 0,1 1-1 0 0,-1-1 1 0 0,1 0-1 0 0,0 0 1 0 0,-1 0 0 0 0,1-1-1 0 0,0 1 1 0 0,-1-1-1 0 0,1 1 1 0 0,0-1 0 0 0,0 0-1 0 0,-1 0 1 0 0,1 0-1 0 0,0 0 1 0 0,0-1 0 0 0,0 1-1 0 0,-1-1 1 0 0,1 0 0 0 0,0 1-1 0 0,-1-1 1 0 0,6-3-1 0 0,-5 2-2 0 0,0 0 0 0 0,0 0 0 0 0,0-1 0 0 0,-1 1 0 0 0,1-1 0 0 0,-1 0 0 0 0,1 1-1 0 0,-1-1 1 0 0,0-1 0 0 0,0 1 0 0 0,0 0 0 0 0,0 0 0 0 0,-1-1 0 0 0,1 1 0 0 0,-1 0 0 0 0,0-1 0 0 0,0 0-1 0 0,0 1 1 0 0,0-5 0 0 0,8-27-23 0 0,-8 34 19 0 0,-1 0 1 0 0,1 0-1 0 0,0-1 1 0 0,0 1-1 0 0,0 0 1 0 0,0 0-1 0 0,0 0 1 0 0,0 0-1 0 0,0 0 0 0 0,0 0 1 0 0,0 0-1 0 0,0 1 1 0 0,0-1-1 0 0,1 0 1 0 0,-1 1-1 0 0,0-1 1 0 0,0 0-1 0 0,1 1 0 0 0,-1 0 1 0 0,0-1-1 0 0,3 1 1 0 0,34-3-47 0 0,-24 2 39 0 0,24-2 16 0 0,0-1-1 0 0,-1-3 0 0 0,44-12 1 0 0,-80 18-5 0 0,4-1-141 0 0,-9 4 134 0 0,0 1 0 0 0,-1 0 1 0 0,1 0-1 0 0,0 0 0 0 0,1 1 0 0 0,-1 0 1 0 0,1-1-1 0 0,-1 1 0 0 0,1 0 0 0 0,0 1 1 0 0,1-1-1 0 0,-5 9 0 0 0,6-12 0 0 0,0 2 14 0 0,1 0-1 0 0,-1 0 0 0 0,1 0 1 0 0,-1 0-1 0 0,1 0 0 0 0,0 0 1 0 0,0 0-1 0 0,0 0 0 0 0,1 0 1 0 0,-1 0-1 0 0,1 3 0 0 0,0-5-4 0 0,-1-1 0 0 0,1 1 0 0 0,-1-1 0 0 0,1 1 0 0 0,0-1 0 0 0,-1 0 0 0 0,1 1 0 0 0,0-1-1 0 0,-1 0 1 0 0,1 1 0 0 0,0-1 0 0 0,-1 0 0 0 0,1 0 0 0 0,0 1 0 0 0,-1-1 0 0 0,1 0 0 0 0,0 0 0 0 0,0 0-1 0 0,-1 0 1 0 0,1 0 0 0 0,0 0 0 0 0,0 0 0 0 0,-1 0 0 0 0,1-1 0 0 0,0 1 0 0 0,1 0 0 0 0,27-13 15 0 0,26-27-39 0 0,-48 35 40 0 0,36-27-51 0 0,-1-2 1 0 0,44-48-1 0 0,-79 74 30 0 0,0 0-1 0 0,-1-1 1 0 0,0 1 0 0 0,0-1-1 0 0,-1-1 1 0 0,0 1 0 0 0,0-1-1 0 0,-1 0 1 0 0,-1 0 0 0 0,0 0-1 0 0,0 0 1 0 0,-1-1 0 0 0,0 1-1 0 0,0-15 1 0 0,-1 9 21 0 0,-2 1 1 0 0,0-1-1 0 0,-1 1 0 0 0,-1-1 1 0 0,0 1-1 0 0,-1 0 0 0 0,-1 0 1 0 0,0 0-1 0 0,-9-16 0 0 0,-2 5 290 0 0,15 26-306 0 0,0-1 1 0 0,1 1-1 0 0,-1 0 0 0 0,1 0 0 0 0,-1-1 0 0 0,0 1 0 0 0,1 0 1 0 0,-1 0-1 0 0,0 0 0 0 0,1 0 0 0 0,-1 0 0 0 0,0 0 0 0 0,1 0 1 0 0,-1 0-1 0 0,0 0 0 0 0,1 0 0 0 0,-1 1 0 0 0,1-1 0 0 0,-1 0 1 0 0,0 0-1 0 0,1 1 0 0 0,-1-1 0 0 0,1 0 0 0 0,-1 0 0 0 0,0 1 1 0 0,1-1-1 0 0,-1 1 0 0 0,1-1 0 0 0,-1 1 0 0 0,1-1 0 0 0,0 1 1 0 0,-1-1-1 0 0,1 1 0 0 0,-1-1 0 0 0,1 1 0 0 0,0-1 0 0 0,0 1 1 0 0,-1-1-1 0 0,1 1 0 0 0,0 1 0 0 0,-4 5 5 0 0,0 0 0 0 0,1 0 0 0 0,0 0-1 0 0,1 1 1 0 0,0-1 0 0 0,0 1 0 0 0,0-1 0 0 0,1 1-1 0 0,0 0 1 0 0,1 0 0 0 0,0 0 0 0 0,0-1 0 0 0,2 15 0 0 0,2 3 21 0 0,0-1 1 0 0,16 46-1 0 0,-14-54-16 0 0,1 0 0 0 0,1 0 0 0 0,0-1 0 0 0,1 0 0 0 0,1 0 0 0 0,0-1 0 0 0,1-1 0 0 0,1 0 0 0 0,0 0 0 0 0,1-1 0 0 0,0-1 0 0 0,1 0 0 0 0,19 12 0 0 0,-29-20-8 0 0,0-1 0 0 0,0 1 0 0 0,0-1 0 0 0,1 0 0 0 0,-1 0 0 0 0,1-1 0 0 0,-1 1 0 0 0,1-1 0 0 0,0 0 0 0 0,-1 0 1 0 0,1-1-1 0 0,0 1 0 0 0,0-1 0 0 0,-1 0 0 0 0,1 0 0 0 0,0-1 0 0 0,6 0 0 0 0,-9 0-19 0 0,0 1 0 0 0,-1 0 0 0 0,1 0 0 0 0,0-1 0 0 0,0 1 0 0 0,-1-1-1 0 0,1 1 1 0 0,0-1 0 0 0,-1 0 0 0 0,1 1 0 0 0,-1-1 0 0 0,1 0 0 0 0,-1 0 0 0 0,1 0 0 0 0,-1-1 0 0 0,0 1 0 0 0,1 0 0 0 0,-1 0-1 0 0,0-1 1 0 0,0 1 0 0 0,0-1 0 0 0,0 1 0 0 0,1-3 0 0 0,-1 3-338 0 0,-6-13-2938 0 0</inkml:trace>
</inkml:ink>
</file>

<file path=ppt/ink/ink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41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67 752 0 0,'0'0'793'0'0,"2"-15"2210"0"0,-11-35 2607 0 0,8 48-5552 0 0</inkml:trace>
</inkml:ink>
</file>

<file path=ppt/ink/ink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42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31 264 0 0,'0'0'876'0'0,"-5"-3"-47"0"0,3 1-451 0 0,-11-8-359 0 0,2 6 3125 0 0,9 4-3074 0 0,1 1 0 0 0,-1-1 1 0 0,1 1-1 0 0,0-1 0 0 0,-1 1 0 0 0,1-1 0 0 0,0 1 1 0 0,0 0-1 0 0,0-1 0 0 0,-1 1 0 0 0,1 0 1 0 0,0 0-1 0 0,0 0 0 0 0,0 0 0 0 0,0 0 1 0 0,0 0-1 0 0,1 0 0 0 0,-1 1 0 0 0,0-1 1 0 0,0 0-1 0 0,1 0 0 0 0,-1 1 0 0 0,1-1 0 0 0,-2 3 1 0 0,-7 32 1105 0 0,9-34-1061 0 0,1 17 226 0 0,-1-18-312 0 0,0-1 0 0 0,0 1 0 0 0,0-1 0 0 0,0 1 0 0 0,0-1 0 0 0,0 1 0 0 0,0-1 1 0 0,0 1-1 0 0,0-1 0 0 0,0 0 0 0 0,1 1 0 0 0,-1-1 0 0 0,0 1 0 0 0,0-1 0 0 0,0 1 1 0 0,1-1-1 0 0,-1 0 0 0 0,0 1 0 0 0,1-1 0 0 0,-1 0 0 0 0,0 1 0 0 0,1-1 0 0 0,-1 0 1 0 0,0 1-1 0 0,1-1 0 0 0,-1 0 0 0 0,1 0 0 0 0,-1 1 0 0 0,0-1 0 0 0,1 0 0 0 0,-1 0 0 0 0,1 0 1 0 0,-1 1-1 0 0,1-1 0 0 0,-1 0 0 0 0,1 0 0 0 0,-1 0 0 0 0,1 0 0 0 0,-1 0 0 0 0,1 0 1 0 0,99-83 451 0 0,-97 80-463 0 0,0 1-1 0 0,1-1 1 0 0,0 1 0 0 0,0 0-1 0 0,0 0 1 0 0,0 0 0 0 0,0 1-1 0 0,0-1 1 0 0,0 1 0 0 0,0 0-1 0 0,1 0 1 0 0,-1 1-1 0 0,0-1 1 0 0,7 1 0 0 0,-9 0-11 0 0,1 1 0 0 0,0 0 0 0 0,0 0 0 0 0,0 0 0 0 0,-1 0 1 0 0,1 0-1 0 0,-1 1 0 0 0,1-1 0 0 0,-1 1 0 0 0,1 0 0 0 0,-1-1 0 0 0,0 1 0 0 0,0 0 1 0 0,0 0-1 0 0,0 1 0 0 0,0-1 0 0 0,0 0 0 0 0,0 1 0 0 0,-1-1 0 0 0,0 1 0 0 0,1-1 1 0 0,0 5-1 0 0,4 6-84 0 0,-6-12 102 0 0,0 0 0 0 0,0-1-1 0 0,0 1 1 0 0,0 0-1 0 0,1 0 1 0 0,-1 0-1 0 0,0 0 1 0 0,1 0 0 0 0,-1 0-1 0 0,0 0 1 0 0,1-1-1 0 0,-1 1 1 0 0,1 0 0 0 0,0 0-1 0 0,-1-1 1 0 0,1 1-1 0 0,0 0 1 0 0,-1-1-1 0 0,1 1 1 0 0,0 0 0 0 0,0-1-1 0 0,-1 1 1 0 0,1-1-1 0 0,0 1 1 0 0,0-1-1 0 0,0 0 1 0 0,0 1 0 0 0,0-1-1 0 0,0 0 1 0 0,-1 0-1 0 0,1 0 1 0 0,1 1-1 0 0,1-2 52 0 0,56-26 282 0 0,-2 11-152 0 0,-54 16-188 0 0,49 5 118 0 0,-29 6-122 0 0,-17-7-24 0 0,1-1 519 0 0,-4-2-2283 0 0</inkml:trace>
</inkml:ink>
</file>

<file path=ppt/ink/ink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42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14 504 0 0,'0'0'676'0'0,"12"-5"-88"0"0,-4 1 424 0 0,7 3-592 0 0,-5-1 276 0 0,7 0-520 0 0,3 2-552 0 0,2 2-2516 0 0</inkml:trace>
</inkml:ink>
</file>

<file path=ppt/ink/ink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44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15 624 0 0,'-28'-7'3003'0'0,"16"4"-2205"0"0,0 1-1 0 0,-1 1 1 0 0,1 0 0 0 0,0 0-1 0 0,-1 2 1 0 0,-12 1 0 0 0,23-2-578 0 0,4 15 585 0 0,41 50-107 0 0,-42-64-658 0 0,-1-1-38 0 0,1 0-1 0 0,-1 0 1 0 0,0 0-1 0 0,0 0 1 0 0,0 0 0 0 0,0 0-1 0 0,0 0 1 0 0,0 0-1 0 0,1 0 1 0 0,-1 0-1 0 0,0 0 1 0 0,0 0-1 0 0,0 0 1 0 0,0 1-1 0 0,0-1 1 0 0,0 0-1 0 0,1 0 1 0 0,-1 0-1 0 0,0 0 1 0 0,0 0 0 0 0,0 0-1 0 0,0 0 1 0 0,0 0-1 0 0,0 0 1 0 0,0 0-1 0 0,0 0 1 0 0,0 1-1 0 0,1-1 1 0 0,-1 0-1 0 0,0 0 1 0 0,0 0-1 0 0,0 0 1 0 0,0 0-1 0 0,0 0 1 0 0,0 1 0 0 0,0-1-1 0 0,0 0 1 0 0,0 0-1 0 0,0 0 1 0 0,0 0-1 0 0,0 0 1 0 0,0 0-1 0 0,0 1 1 0 0,0-1-1 0 0,0 0 1 0 0,0 0-1 0 0,0 0 1 0 0,0 0 0 0 0,0 0-1 0 0,0 0 1 0 0,0 1-1 0 0,0-1 1 0 0,-1 0-1 0 0,1 0 1 0 0,0 0-1 0 0,0 0 1 0 0,-8 11 82 0 0,-9 5-3 0 0,-50 13-268 0 0,65-28-215 0 0,-3 1-1393 0 0</inkml:trace>
</inkml:ink>
</file>

<file path=ppt/ink/ink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45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13273 0 0,'8'-1'256'0'0,"-1"-2"1"0"0,1 1-1 0 0,-1-1 0 0 0,0 0 0 0 0,0-1 0 0 0,0 0 0 0 0,0 0 1 0 0,-1 0-1 0 0,1-1 0 0 0,-1 0 0 0 0,0 0 0 0 0,-1-1 1 0 0,1 1-1 0 0,-1-1 0 0 0,0 0 0 0 0,4-9 0 0 0,-8 14-583 0 0,-29-8-13650 0 0</inkml:trace>
</inkml:ink>
</file>

<file path=ppt/ink/ink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50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195 606 10653 0 0,'-1'0'1'0'0,"0"1"0"0"0,-1-1 0 0 0,1 0 0 0 0,0 1 0 0 0,-1-1 0 0 0,1 0 0 0 0,0 0 0 0 0,-1 0 0 0 0,1 0 0 0 0,0 0 0 0 0,0 0 0 0 0,-1 0 0 0 0,1 0 1 0 0,0-1-1 0 0,-1 1 0 0 0,1 0 0 0 0,0-1 0 0 0,0 1 0 0 0,-1-1 0 0 0,1 1 0 0 0,0-1 0 0 0,0 0 0 0 0,0 0 0 0 0,0 1 0 0 0,-2-3 0 0 0,3 2 0 0 0,-1 0 0 0 0,1 0 1 0 0,-1-1-1 0 0,1 1 0 0 0,0 0 0 0 0,0-1 1 0 0,0 1-1 0 0,0 0 0 0 0,0-1 0 0 0,0 1 1 0 0,0 0-1 0 0,0 0 0 0 0,0-1 0 0 0,1 1 0 0 0,-1 0 1 0 0,0-1-1 0 0,1 1 0 0 0,-1 0 0 0 0,1 0 1 0 0,-1 0-1 0 0,1 0 0 0 0,1-2 0 0 0,21-33 24 0 0,3 0-1 0 0,1 2 1 0 0,33-33 0 0 0,-23 26-25 0 0,36-51 0 0 0,-63 77-2 0 0,-1 0 0 0 0,0 0 0 0 0,-1-1 1 0 0,-1 0-1 0 0,0 0 0 0 0,-1-1 0 0 0,6-28 0 0 0,-11 41 2 0 0,0 0-1 0 0,0 0 1 0 0,-1 0-1 0 0,0 0 1 0 0,1 0-1 0 0,-1 0 0 0 0,0 0 1 0 0,-1 0-1 0 0,1 0 1 0 0,-1 0-1 0 0,0 0 1 0 0,0 0-1 0 0,0 0 1 0 0,0 0-1 0 0,-1 1 0 0 0,0-1 1 0 0,1 0-1 0 0,-1 1 1 0 0,-1-1-1 0 0,-2-3 1 0 0,2 4 4 0 0,-1 1 1 0 0,1-1 0 0 0,-1 1 0 0 0,1 0 0 0 0,-1 0-1 0 0,0 1 1 0 0,0-1 0 0 0,0 1 0 0 0,0 0 0 0 0,0 0-1 0 0,0 0 1 0 0,0 0 0 0 0,0 1 0 0 0,0 0-1 0 0,0 0 1 0 0,-1 0 0 0 0,1 0 0 0 0,0 0 0 0 0,-7 3-1 0 0,-9 1 52 0 0,1 1-1 0 0,-1 0 0 0 0,2 2 0 0 0,-1 0 0 0 0,1 2 1 0 0,0 0-1 0 0,0 0 0 0 0,-32 25 0 0 0,28-16 25 0 0,0 0 0 0 0,2 1 0 0 0,0 2-1 0 0,1 0 1 0 0,-28 39 0 0 0,44-56-66 0 0,0 0-1 0 0,0 1 1 0 0,1-1 0 0 0,-1 0 0 0 0,1 1 0 0 0,0 0 0 0 0,0-1 0 0 0,1 1 0 0 0,-1 0-1 0 0,1 0 1 0 0,0 0 0 0 0,0 0 0 0 0,1 0 0 0 0,-1 0 0 0 0,1 0 0 0 0,0 0-1 0 0,1 0 1 0 0,-1 1 0 0 0,1-1 0 0 0,0 0 0 0 0,0-1 0 0 0,1 1 0 0 0,-1 0-1 0 0,1 0 1 0 0,0 0 0 0 0,1-1 0 0 0,-1 1 0 0 0,1-1 0 0 0,-1 0 0 0 0,2 0-1 0 0,-1 0 1 0 0,0 0 0 0 0,1 0 0 0 0,-1-1 0 0 0,1 1 0 0 0,5 2 0 0 0,8 6 15 0 0,0-1 1 0 0,1 0 0 0 0,0-2 0 0 0,0 0 0 0 0,1-1 0 0 0,0-1-1 0 0,32 8 1 0 0,-24-10-15 0 0,0-1 0 0 0,0-1-1 0 0,0-1 1 0 0,0-2 0 0 0,0 0 0 0 0,0-2-1 0 0,39-7 1 0 0,-32 2-6 0 0,0-1-1 0 0,0-2 1 0 0,-1-1-1 0 0,0-2 1 0 0,39-21 0 0 0,-60 27-5 0 0,0-1 1 0 0,-1 0 0 0 0,0 0 0 0 0,0-1 0 0 0,-1-1-1 0 0,0 0 1 0 0,-1 0 0 0 0,0-1 0 0 0,0 0 0 0 0,-1 0-1 0 0,11-23 1 0 0,-14 25-3 0 0,-1 0 0 0 0,-1 0-1 0 0,0 0 1 0 0,0 0 0 0 0,-1-1 0 0 0,0 1-1 0 0,0-1 1 0 0,-1 1 0 0 0,0-1 0 0 0,-1 0 0 0 0,0 1-1 0 0,-1-1 1 0 0,0 0 0 0 0,0 1 0 0 0,-1-1-1 0 0,0 1 1 0 0,-6-15 0 0 0,7 21-3 0 0,0 1 1 0 0,0 0-1 0 0,0 0 1 0 0,0 0-1 0 0,0 0 0 0 0,0 0 1 0 0,-1 0-1 0 0,1 0 1 0 0,-1 0-1 0 0,1 0 1 0 0,-1 1-1 0 0,0-1 1 0 0,0 1-1 0 0,0-1 0 0 0,0 1 1 0 0,0 0-1 0 0,0 0 1 0 0,0 0-1 0 0,0 0 1 0 0,0 0-1 0 0,0 0 1 0 0,-1 0-1 0 0,-2 0 0 0 0,1 1 1 0 0,0 0-1 0 0,0 0 0 0 0,0 0 0 0 0,0 1 0 0 0,1 0 1 0 0,-1 0-1 0 0,0 0 0 0 0,0 0 0 0 0,0 0 0 0 0,1 1 1 0 0,-1-1-1 0 0,-6 5 0 0 0,4-3 3 0 0,0 1-1 0 0,1 0 1 0 0,-1 0-1 0 0,1 0 1 0 0,0 1 0 0 0,0 0-1 0 0,0 0 1 0 0,1 0 0 0 0,0 1-1 0 0,0-1 1 0 0,0 1-1 0 0,1 0 1 0 0,0 0 0 0 0,0 0-1 0 0,-4 12 1 0 0,7-16 0 0 0,1 0 0 0 0,-1 0 0 0 0,0 1 0 0 0,1-1 0 0 0,0 0 0 0 0,-1 0 0 0 0,1 0 0 0 0,0 0 0 0 0,0 0 0 0 0,0 0 0 0 0,1 0 0 0 0,-1 0 0 0 0,0-1 0 0 0,1 1 0 0 0,-1 0 0 0 0,1-1 0 0 0,-1 1 0 0 0,1-1 0 0 0,0 1 0 0 0,0-1 0 0 0,-1 0 0 0 0,1 0 0 0 0,0 0 0 0 0,0 0 0 0 0,0 0 0 0 0,1 0 0 0 0,-1-1 0 0 0,0 1 0 0 0,4 0 0 0 0,4 2 2 0 0,-1-1 0 0 0,1 0-1 0 0,0 0 1 0 0,-1-1-1 0 0,14 0 1 0 0,26-6 19 0 0,-35 3-14 0 0,-1 0 1 0 0,1 1-1 0 0,0 1 0 0 0,25 2 0 0 0,-37-1-8 0 0,0 0-1 0 0,0-1 1 0 0,-1 1-1 0 0,1 0 1 0 0,0 0 0 0 0,0 1-1 0 0,0-1 1 0 0,-1 0-1 0 0,1 1 1 0 0,0-1-1 0 0,-1 1 1 0 0,0-1-1 0 0,1 1 1 0 0,-1 0 0 0 0,0-1-1 0 0,0 1 1 0 0,0 0-1 0 0,0 0 1 0 0,0 0-1 0 0,0 0 1 0 0,0 0 0 0 0,-1 0-1 0 0,1 0 1 0 0,0 4-1 0 0,4 51 30 0 0,-5-54-27 0 0,0 24 12 0 0,-2-1 0 0 0,-1 0 0 0 0,-1 0 1 0 0,-9 32-1 0 0,-39 100 62 0 0,22-73-63 0 0,20-55-12 0 0,-1-2-1 0 0,-2 1 1 0 0,-27 44-1 0 0,33-61 14 0 0,-1 0-1 0 0,0-1 0 0 0,-1-1 0 0 0,0 1 0 0 0,-1-1 0 0 0,0-1 0 0 0,-1 0 0 0 0,0 0 0 0 0,0-1 0 0 0,-21 12 1 0 0,30-19 3 0 0,0 0-1 0 0,0 0 1 0 0,0 0 0 0 0,0 0 0 0 0,0-1 0 0 0,0 1 0 0 0,0-1 0 0 0,0 1 0 0 0,0-1 0 0 0,0 1 0 0 0,0-1 0 0 0,-1 0 0 0 0,1 0 0 0 0,0 0 0 0 0,0-1 0 0 0,0 1 0 0 0,0 0 0 0 0,-1-1 0 0 0,1 1 0 0 0,0-1 0 0 0,0 0 0 0 0,0 0-1 0 0,0 1 1 0 0,-2-3 0 0 0,1 0-1 0 0,1 1 0 0 0,0-1 0 0 0,0 1 0 0 0,0-1 0 0 0,0 0 0 0 0,1 0 0 0 0,-1 0 0 0 0,1 0-1 0 0,0 0 1 0 0,-1 0 0 0 0,1 0 0 0 0,1 0 0 0 0,-1 0 0 0 0,0-5 0 0 0,-1-5-136 0 0,2 0-1 0 0,-1-1 1 0 0,2 1 0 0 0,-1 0 0 0 0,2 0 0 0 0,5-26 0 0 0,17-24-1828 0 0,7 2-3504 0 0,-9 25 2154 0 0</inkml:trace>
</inkml:ink>
</file>

<file path=ppt/ink/ink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50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10269 0 0,'73'-4'1289'0'0,"0"-3"-1"0"0,-1-4 1 0 0,84-24 0 0 0,-81 18-282 0 0,-72 17-1487 0 0</inkml:trace>
</inkml:ink>
</file>

<file path=ppt/ink/ink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58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1138 200 0 0,'0'0'54'0'0,"0"0"-1"0"0,0-1 1 0 0,0 1 0 0 0,0 0-1 0 0,0 0 1 0 0,0 0 0 0 0,0 0-1 0 0,0 0 1 0 0,0 0 0 0 0,0 0-1 0 0,0 0 1 0 0,0 0 0 0 0,0-1-1 0 0,0 1 1 0 0,0 0 0 0 0,0 0-1 0 0,0 0 1 0 0,0 0 0 0 0,0 0-1 0 0,0 0 1 0 0,0 0 0 0 0,0 0-1 0 0,0 0 1 0 0,0 0 0 0 0,0-1-1 0 0,0 1 1 0 0,0 0 0 0 0,0 0 0 0 0,0 0-1 0 0,0 0 1 0 0,0 0 0 0 0,-1 0-1 0 0,1 0 1 0 0,0 0 0 0 0,0 0-1 0 0,0 0 1 0 0,0 0 0 0 0,0 0-1 0 0,0 0 1 0 0,0 0 0 0 0,0 0-1 0 0,0 0 1 0 0,-1 0 0 0 0,1 0-1 0 0,0 0 1 0 0,0 0 0 0 0,0 0-1 0 0,0 0 1 0 0,0 0 0 0 0,0 0-1 0 0,10-17 774 0 0,21-22-98 0 0,40-38 109 0 0,-4-4 0 0 0,-4-3-1 0 0,60-103 1 0 0,-96 141-586 0 0,-2-2 0 0 0,-2-1 0 0 0,28-85 0 0 0,-43 106-123 0 0,-1-1 1 0 0,-1 0-1 0 0,-1 0 0 0 0,-2-1 0 0 0,-1 1 1 0 0,-1-1-1 0 0,-2 1 0 0 0,-5-40 1 0 0,4 61-30 0 0,1 0 1 0 0,-1 0-1 0 0,-1 1 1 0 0,0-1-1 0 0,0 1 1 0 0,0 0-1 0 0,-6-8 1 0 0,8 13 47 0 0,-2 29-30 0 0,7 4-76 0 0,2 1-1 0 0,0-1 0 0 0,2 0 1 0 0,2-1-1 0 0,14 34 0 0 0,0 2 1 0 0,4 10 16 0 0,-8-25-9 0 0,14 61-1 0 0,-30-98-35 0 0,-2 0-1 0 0,1 1 1 0 0,-2-1-1 0 0,0 1 1 0 0,0-1 0 0 0,-2 1-1 0 0,0-1 1 0 0,0 1-1 0 0,-5 17 1 0 0,2-23-5 0 0,1 1 0 0 0,-2-1 0 0 0,1 0 0 0 0,-2-1 0 0 0,1 1 0 0 0,-1-1 0 0 0,0 0 0 0 0,-1 0 0 0 0,1-1 0 0 0,-2 0 0 0 0,1 0 0 0 0,-1-1 0 0 0,0 0 0 0 0,0 0 0 0 0,-1-1 0 0 0,-15 8 0 0 0,15-9 1 0 0,1 1 0 0 0,-2-2 1 0 0,1 1-1 0 0,0-1 0 0 0,-1-1 0 0 0,1 0 1 0 0,-1 0-1 0 0,0 0 0 0 0,1-2 0 0 0,-1 1 0 0 0,0-1 1 0 0,0 0-1 0 0,1-1 0 0 0,-1-1 0 0 0,0 1 1 0 0,1-1-1 0 0,-12-4 0 0 0,19 5-36 0 0,0 1 1 0 0,1-1-1 0 0,-1 1 0 0 0,1-1 0 0 0,-1 1 1 0 0,1-1-1 0 0,0 0 0 0 0,-1 0 0 0 0,1 1 1 0 0,0-1-1 0 0,-1 0 0 0 0,1 0 0 0 0,0-1 1 0 0,0 1-1 0 0,0 0 0 0 0,0 0 0 0 0,0 0 1 0 0,0-1-1 0 0,0 1 0 0 0,0-1 0 0 0,1 1 1 0 0,-1 0-1 0 0,0-1 0 0 0,1 1 0 0 0,-1-1 1 0 0,1 0-1 0 0,0 1 0 0 0,-1-1 0 0 0,1 1 1 0 0,0-1-1 0 0,0 1 0 0 0,0-1 1 0 0,0 0-1 0 0,0 1 0 0 0,1-1 0 0 0,-1 1 1 0 0,0-1-1 0 0,1 0 0 0 0,-1 1 0 0 0,1-1 1 0 0,0 1-1 0 0,0-2 0 0 0,4-4-850 0 0,0 0 1 0 0,0 0-1 0 0,0 0 1 0 0,1 1-1 0 0,0 0 1 0 0,12-10-1 0 0,2 3-1752 0 0</inkml:trace>
</inkml:ink>
</file>

<file path=ppt/ink/ink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58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14 460 0 0,'-3'2'184'0'0,"1"0"1"0"0,0 0-1 0 0,0 0 1 0 0,0 0-1 0 0,0 0 0 0 0,0 0 1 0 0,1 0-1 0 0,-1 1 0 0 0,1-1 1 0 0,-1 1-1 0 0,1-1 0 0 0,0 1 1 0 0,0-1-1 0 0,0 1 1 0 0,0 0-1 0 0,0 0 0 0 0,0 3 1 0 0,1-4-88 0 0,1 0 0 0 0,-1 0 0 0 0,0 1 1 0 0,1-1-1 0 0,-1 0 0 0 0,1 0 0 0 0,0 0 1 0 0,0-1-1 0 0,0 1 0 0 0,0 0 0 0 0,0 0 0 0 0,0 0 1 0 0,0-1-1 0 0,0 1 0 0 0,1 0 0 0 0,-1-1 1 0 0,1 1-1 0 0,1 1 0 0 0,3 1 34 0 0,0 0 1 0 0,0-1-1 0 0,0 1 0 0 0,0-1 1 0 0,1 0-1 0 0,-1-1 0 0 0,1 0 1 0 0,-1 0-1 0 0,1 0 0 0 0,0-1 1 0 0,0 0-1 0 0,12 1 0 0 0,-17-2-81 0 0,0 0-1 0 0,0 0 1 0 0,0 0-1 0 0,0 0 1 0 0,0 0-1 0 0,0 0 1 0 0,0-1 0 0 0,0 1-1 0 0,0-1 1 0 0,0 0-1 0 0,0 1 1 0 0,0-1-1 0 0,0 0 1 0 0,0 0-1 0 0,-1 0 1 0 0,1 0-1 0 0,0 0 1 0 0,-1-1-1 0 0,1 1 1 0 0,-1 0-1 0 0,3-3 1 0 0,-3 2 4 0 0,-1 1 1 0 0,1-1 0 0 0,0 0 0 0 0,-1 0-1 0 0,1 0 1 0 0,-1 0 0 0 0,0 0-1 0 0,1 0 1 0 0,-1 0 0 0 0,0 0-1 0 0,0 0 1 0 0,-1 0 0 0 0,1 0-1 0 0,0 0 1 0 0,-1 0 0 0 0,1 1-1 0 0,-2-5 1 0 0,0 0 34 0 0,0 1-1 0 0,-1-1 1 0 0,0 0 0 0 0,0 1 0 0 0,-1 0-1 0 0,1 0 1 0 0,-1 0 0 0 0,0 0-1 0 0,0 0 1 0 0,-1 1 0 0 0,1 0 0 0 0,-9-6-1 0 0,11 9-103 0 0,0 1 1 0 0,-1-1-1 0 0,1 0 0 0 0,0 1 0 0 0,-1 0 0 0 0,1-1 1 0 0,-1 1-1 0 0,1 0 0 0 0,0 0 0 0 0,-1 0 0 0 0,1 0 1 0 0,-1 1-1 0 0,-2 0 0 0 0,-9 6-5800 0 0,0 5 3261 0 0</inkml:trace>
</inkml:ink>
</file>

<file path=ppt/ink/ink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2:59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80 0 0,'0'0'2405'0'0,"26"13"781"0"0,-23-7-2831 0 0,0 0 0 0 0,0 0 1 0 0,-1 1-1 0 0,1-1 1 0 0,-2 0-1 0 0,1 1 1 0 0,-1 0-1 0 0,0-1 0 0 0,1 11 1 0 0,6-31-337 0 0,1 0-1 0 0,0 0 1 0 0,2 1 0 0 0,-1 0 0 0 0,2 0-1 0 0,0 2 1 0 0,0-1 0 0 0,1 1 0 0 0,0 1-1 0 0,1 0 1 0 0,0 1 0 0 0,0 1 0 0 0,1 0-1 0 0,0 1 1 0 0,27-9 0 0 0,-38 16-20 0 0,-1-1 0 0 0,0 1 0 0 0,0 0 0 0 0,1 0 0 0 0,-1 0 0 0 0,0 0 0 0 0,1 0 0 0 0,-1 1 0 0 0,0-1 0 0 0,0 1 0 0 0,0 0 0 0 0,1 0 0 0 0,-1 0 1 0 0,0 1-1 0 0,0-1 0 0 0,0 1 0 0 0,-1 0 0 0 0,1-1 0 0 0,0 1 0 0 0,-1 0 0 0 0,1 1 0 0 0,-1-1 0 0 0,1 0 0 0 0,-1 1 0 0 0,0-1 0 0 0,0 1 0 0 0,0 0 0 0 0,-1 0 0 0 0,1-1 0 0 0,-1 1 0 0 0,1 0 0 0 0,-1 1 0 0 0,0-1 0 0 0,1 3 1 0 0,-2-4 6 0 0,4 12 14 0 0,-3-7-6 0 0,-1-7-12 0 0,0 0 0 0 0,0 1 0 0 0,0-1 0 0 0,0 0 0 0 0,0 1 0 0 0,0-1-1 0 0,0 1 1 0 0,0-1 0 0 0,0 0 0 0 0,1 0 0 0 0,-1 1 0 0 0,0-1 0 0 0,0 0 0 0 0,0 1 0 0 0,1-1 0 0 0,-1 0-1 0 0,0 0 1 0 0,0 1 0 0 0,0-1 0 0 0,1 0 0 0 0,-1 0 0 0 0,0 1 0 0 0,1-1 0 0 0,-1 0 0 0 0,0 0 0 0 0,0 0-1 0 0,1 0 1 0 0,-1 0 0 0 0,0 1 0 0 0,1-1 0 0 0,-1 0 0 0 0,0 0 0 0 0,1 0 0 0 0,-1 0 0 0 0,1 0 0 0 0,-1 0-1 0 0,1 0 1 0 0,27-13 7 0 0,-25 12-10 0 0,0-1 1 0 0,0 0-1 0 0,0 1 0 0 0,0 0 1 0 0,0 0-1 0 0,0 0 0 0 0,0 0 1 0 0,0 0-1 0 0,0 0 1 0 0,1 1-1 0 0,-1-1 0 0 0,0 1 1 0 0,0 0-1 0 0,1 0 0 0 0,-1 1 1 0 0,0-1-1 0 0,0 1 1 0 0,1-1-1 0 0,3 2 0 0 0,25 3 20 0 0,-15-5 19 0 0,5 0-68 0 0,0 0 0 0 0,28-5 0 0 0,-43 3 81 0 0,-1 1 0 0 0,1-1 0 0 0,0 0 0 0 0,-1 0-1 0 0,1-1 1 0 0,-1 0 0 0 0,0 0 0 0 0,0-1 0 0 0,0 1-1 0 0,0-1 1 0 0,9-8 0 0 0,-13 9 245 0 0,1 0-1 0 0,-1 0 1 0 0,0 1 0 0 0,0-1-1 0 0,0-1 1 0 0,0 1-1 0 0,-1 0 1 0 0,1 0 0 0 0,-1-1-1 0 0,0 1 1 0 0,0-1 0 0 0,0 1-1 0 0,1-5 1 0 0,20 18-1452 0 0,0-4-2516 0 0,-14-6 283 0 0,4 2-42 0 0</inkml:trace>
</inkml:ink>
</file>

<file path=ppt/ink/ink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0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47 52 0 0,'-13'-45'6286'0'0,"12"43"-5631"0"0,-7 4-336 0 0,-1-1 1 0 0,0 1-1 0 0,1 1 1 0 0,0 0-1 0 0,-1 0 1 0 0,1 1-1 0 0,0 0 1 0 0,1 0-1 0 0,-1 0 1 0 0,1 1-1 0 0,0 1 1 0 0,0-1-1 0 0,-9 10 1 0 0,-12 12 199 0 0,-43 53 1 0 0,60-66-352 0 0,0 1 1 0 0,1 0-1 0 0,-12 25 0 0 0,20-36-126 0 0,-1 1-1 0 0,1 0 0 0 0,0 0 1 0 0,1 0-1 0 0,-1 0 1 0 0,1 1-1 0 0,0-1 1 0 0,0 0-1 0 0,1 1 1 0 0,-1-1-1 0 0,1 0 0 0 0,0 1 1 0 0,1-1-1 0 0,-1 1 1 0 0,1-1-1 0 0,2 7 1 0 0,-2-10-29 0 0,0 0 1 0 0,1 0-1 0 0,-1 0 1 0 0,0-1-1 0 0,1 1 1 0 0,-1 0-1 0 0,1-1 1 0 0,0 0-1 0 0,0 1 1 0 0,-1-1-1 0 0,1 0 1 0 0,0 0-1 0 0,0 0 1 0 0,0 0 0 0 0,0 0-1 0 0,0 0 1 0 0,0-1-1 0 0,0 1 1 0 0,1-1-1 0 0,-1 1 1 0 0,0-1-1 0 0,0 0 1 0 0,0 0-1 0 0,1 0 1 0 0,-1 0-1 0 0,0 0 1 0 0,0 0-1 0 0,0-1 1 0 0,0 1 0 0 0,1-1-1 0 0,3-1 1 0 0,8-2 24 0 0,0 0 1 0 0,0-2 0 0 0,18-8 0 0 0,19-13 45 0 0,-23 12-78 0 0,1 1 1 0 0,37-12 0 0 0,-64 25-20 0 0,33 5-14 0 0,-22-2 38 0 0,0 0-1 0 0,0-1 0 0 0,0-1 0 0 0,0 0 0 0 0,0 0 1 0 0,0-2-1 0 0,14-2 0 0 0,-23 3-2 0 0,-1 0 1 0 0,0 0-1 0 0,1 0 1 0 0,-1 0-1 0 0,1-1 1 0 0,-1 1-1 0 0,0-1 1 0 0,0 0-1 0 0,0 0 1 0 0,0 0-1 0 0,0-1 1 0 0,-1 1-1 0 0,1-1 1 0 0,-1 1-1 0 0,1-1 1 0 0,-1 0-1 0 0,0 0 1 0 0,0 0-1 0 0,0 0 1 0 0,0 0-1 0 0,-1-1 1 0 0,1 1-1 0 0,-1 0 1 0 0,0-1-1 0 0,0 1 1 0 0,0-1-1 0 0,-1 1 1 0 0,1-1-1 0 0,-1 0 1 0 0,0 1-1 0 0,0-5 1 0 0,0-17 1055 0 0,1 2-3822 0 0,-1 23 2636 0 0,1 0-1 0 0,0-1 1 0 0,-1 1 0 0 0,1 1 0 0 0,-1-1 0 0 0,1 0-1 0 0,0 0 1 0 0,-1 0 0 0 0,1 0 0 0 0,-1 0 0 0 0,1 1 0 0 0,-1-1-1 0 0,1 0 1 0 0,0 0 0 0 0,-1 1 0 0 0,1-1 0 0 0,-1 0-1 0 0,1 1 1 0 0,-1-1 0 0 0,0 1 0 0 0,1-1 0 0 0,-1 0 0 0 0,1 1-1 0 0,-1-1 1 0 0,0 1 0 0 0,1-1 0 0 0,-1 1 0 0 0,0 0-1 0 0,1-1 1 0 0,-1 1 0 0 0,0 0 0 0 0,5 3-3392 0 0,1-1 267 0 0</inkml:trace>
</inkml:ink>
</file>

<file path=ppt/ink/ink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0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18 16 0 0,'-8'0'611'0'0,"0"-1"0"0"0,1 1 0 0 0,-1 1 0 0 0,0 0 0 0 0,0 0 1 0 0,1 0-1 0 0,-1 1 0 0 0,-10 4 0 0 0,14-5-397 0 0,1 0 1 0 0,-1 1 0 0 0,1-1-1 0 0,0 1 1 0 0,0 0-1 0 0,0 0 1 0 0,0 0-1 0 0,0 0 1 0 0,0 1-1 0 0,0-1 1 0 0,1 1-1 0 0,-1-1 1 0 0,1 1-1 0 0,0 0 1 0 0,0 0 0 0 0,0 0-1 0 0,0 0 1 0 0,-3 7-1 0 0,5-8-155 0 0,0 0-1 0 0,0 0 1 0 0,0-1 0 0 0,0 1-1 0 0,1 0 1 0 0,-1 0-1 0 0,0 0 1 0 0,1-1 0 0 0,-1 1-1 0 0,1 0 1 0 0,0-1-1 0 0,0 1 1 0 0,-1 0 0 0 0,1-1-1 0 0,0 1 1 0 0,0-1 0 0 0,0 1-1 0 0,1-1 1 0 0,-1 1-1 0 0,0-1 1 0 0,1 0 0 0 0,-1 0-1 0 0,0 0 1 0 0,1 0-1 0 0,-1 0 1 0 0,1 0 0 0 0,0 0-1 0 0,-1 0 1 0 0,1 0-1 0 0,0-1 1 0 0,3 2 0 0 0,-2-1 9 0 0,0 0 1 0 0,1 1 0 0 0,-1-1-1 0 0,1 0 1 0 0,-1-1-1 0 0,1 1 1 0 0,-1-1 0 0 0,1 1-1 0 0,0-1 1 0 0,-1 0 0 0 0,1 0-1 0 0,-1-1 1 0 0,1 1 0 0 0,-1-1-1 0 0,7-1 1 0 0,-8 0-1 0 0,1 1 0 0 0,-1 0-1 0 0,0-1 1 0 0,0 1 0 0 0,0-1 0 0 0,0 0 0 0 0,0 1 0 0 0,0-1 0 0 0,-1 0-1 0 0,1 0 1 0 0,0 0 0 0 0,-1-1 0 0 0,0 1 0 0 0,1 0 0 0 0,-1 0 0 0 0,0-1 0 0 0,0 1-1 0 0,0-1 1 0 0,-1 1 0 0 0,1-1 0 0 0,-1 1 0 0 0,1-1 0 0 0,-1 0 0 0 0,0 1-1 0 0,0-1 1 0 0,0 1 0 0 0,0-1 0 0 0,0 0 0 0 0,-1 1 0 0 0,1-1 0 0 0,-1 1 0 0 0,-1-3-1 0 0,1 1 10 0 0,0 1-1 0 0,0-1 0 0 0,0 1 0 0 0,-1 0 0 0 0,0-1 0 0 0,1 1 0 0 0,-1 0 1 0 0,-1 0-1 0 0,1 0 0 0 0,0 1 0 0 0,-1-1 0 0 0,-3-3 0 0 0,-15-4-1978 0 0,-3 13-6310 0 0</inkml:trace>
</inkml:ink>
</file>

<file path=ppt/ink/ink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0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0 548 0 0,'13'5'2252'0'0,"-8"-2"-1901"0"0,0-1 0 0 0,-1 1 0 0 0,1 0-1 0 0,-1 0 1 0 0,0 1 0 0 0,0-1 0 0 0,0 1 0 0 0,0 0 0 0 0,-1 0-1 0 0,4 5 1 0 0,26 24 1737 0 0,-32-32-1918 0 0,0 1 3 0 0,-1-1-144 0 0,0-1 0 0 0,0 0 1 0 0,0 1-1 0 0,0-1 1 0 0,0 1-1 0 0,0-1 1 0 0,0 1-1 0 0,1-1 1 0 0,-1 0-1 0 0,0 1 0 0 0,0-1 1 0 0,0 0-1 0 0,1 1 1 0 0,-1-1-1 0 0,0 1 1 0 0,1-1-1 0 0,-1 0 1 0 0,0 0-1 0 0,1 1 1 0 0,-1-1-1 0 0,0 0 0 0 0,1 0 1 0 0,-1 1-1 0 0,0-1 1 0 0,1 0-1 0 0,-1 0 1 0 0,1 0-1 0 0,-1 1 1 0 0,1-1-1 0 0,-1 0 0 0 0,0 0 1 0 0,1 0-1 0 0,-1 0 1 0 0,1 0-1 0 0,-1 0 1 0 0,1 0-1 0 0,-1 0 1 0 0,0 0-1 0 0,1 0 0 0 0,-1 0 1 0 0,1-1-1 0 0,-1 1 1 0 0,1 0-1 0 0,-1 0 1 0 0,0 0-1 0 0,1-1 1 0 0,63-33-1216 0 0,-15 9-3960 0 0,-34 18 2816 0 0</inkml:trace>
</inkml:ink>
</file>

<file path=ppt/ink/ink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1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27 338 448 0 0,'-26'45'3111'0'0,"25"-44"-2543"0"0,10 5-33 0 0,-9-6-513 0 0,1 1-1 0 0,-1 0 1 0 0,1-1 0 0 0,-1 1 0 0 0,1 0 0 0 0,0-1 0 0 0,0 1-1 0 0,-1-1 1 0 0,1 1 0 0 0,0-1 0 0 0,0 1 0 0 0,-1-1-1 0 0,1 0 1 0 0,0 0 0 0 0,0 1 0 0 0,0-1 0 0 0,0 0-1 0 0,-1 0 1 0 0,1 0 0 0 0,0 0 0 0 0,0 0 0 0 0,0 0 0 0 0,0 0-1 0 0,1 0 1 0 0,8-2 73 0 0,-1 0-1 0 0,1-1 1 0 0,-1 0-1 0 0,0-1 0 0 0,0 0 1 0 0,0 0-1 0 0,-1-1 1 0 0,1 0-1 0 0,-1-1 1 0 0,0 0-1 0 0,-1 0 1 0 0,1 0-1 0 0,-1-1 1 0 0,0 0-1 0 0,-1-1 0 0 0,0 0 1 0 0,0 0-1 0 0,-1 0 1 0 0,0 0-1 0 0,0-1 1 0 0,4-12-1 0 0,4-14 725 0 0,-2 0 0 0 0,-1-1 0 0 0,-2 0 0 0 0,4-48 0 0 0,-8 56 263 0 0,-4 28-1054 0 0,0 0 0 0 0,0 0 0 0 0,0 0 0 0 0,0 0 0 0 0,0 0 0 0 0,0 0 0 0 0,-1 0 0 0 0,1 1 0 0 0,0-1 1 0 0,0 0-1 0 0,0 0 0 0 0,0 0 0 0 0,0 0 0 0 0,0 0 0 0 0,0 0 0 0 0,-1 0 0 0 0,1 0 0 0 0,0 0 0 0 0,0 0 0 0 0,0 0 0 0 0,0 0 0 0 0,0 0 0 0 0,0 0 0 0 0,0 0 1 0 0,-1 0-1 0 0,1 0 0 0 0,0-1 0 0 0,0 1 0 0 0,0 0 0 0 0,0 0 0 0 0,0 0 0 0 0,0 0 0 0 0,0 0 0 0 0,0 0 0 0 0,0 0 0 0 0,-1 0 0 0 0,1 0 0 0 0,0 0 1 0 0,0 0-1 0 0,0-1 0 0 0,0 1 0 0 0,0 0 0 0 0,0 0 0 0 0,0 0 0 0 0,0 0 0 0 0,0 0 0 0 0,0 0 0 0 0,0 0 0 0 0,0 0 0 0 0,0-1 0 0 0,0 1 0 0 0,0 0 1 0 0,0 0-1 0 0,0 0 0 0 0,0 0 0 0 0,0 0 0 0 0,0 0 0 0 0,0 0 0 0 0,0-1 0 0 0,0 1 0 0 0,0 0 0 0 0,0 0 0 0 0,0 0 0 0 0,0 0 0 0 0,-12 13 485 0 0,-11 25-150 0 0,18-22-193 0 0,1 1 1 0 0,1-1-1 0 0,0 1 0 0 0,1 0 1 0 0,1 0-1 0 0,0 0 0 0 0,2 0 1 0 0,0 0-1 0 0,3 18 0 0 0,17 56-1763 0 0,8-1-6766 0 0,-22-73 4470 0 0</inkml:trace>
</inkml:ink>
</file>

<file path=ppt/ink/ink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3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59 484 0 0,'1'-1'126'0'0,"-1"-1"0"0"0,1 1 0 0 0,0-1 0 0 0,-1 1 0 0 0,0-1 0 0 0,1 0 0 0 0,-1 1 0 0 0,0-1 0 0 0,0 0 0 0 0,0 1 0 0 0,0-1 0 0 0,0 0 0 0 0,0 1 0 0 0,0-1 0 0 0,-1 0 0 0 0,1 1 0 0 0,-1-1 0 0 0,1 1 0 0 0,-1-1 0 0 0,1 0 0 0 0,-1 1 0 0 0,0 0 0 0 0,0-1 0 0 0,0 1 0 0 0,0-1 0 0 0,0 1 0 0 0,0 0 0 0 0,0 0 0 0 0,0-1 0 0 0,-1 1 0 0 0,-1-1 0 0 0,-1 0-10 0 0,0 0 1 0 0,-1 1 0 0 0,1 0 0 0 0,0 0-1 0 0,-1 0 1 0 0,1 0 0 0 0,-1 1 0 0 0,1 0-1 0 0,-1 0 1 0 0,1 0 0 0 0,-5 1 0 0 0,-7 0 97 0 0,0 0 1 0 0,0 2 0 0 0,0 0 0 0 0,1 0 0 0 0,-16 7 0 0 0,27-9-180 0 0,1 0 1 0 0,0 1 0 0 0,-1-1-1 0 0,1 1 1 0 0,0 0 0 0 0,0 0-1 0 0,0 0 1 0 0,0 0-1 0 0,1 0 1 0 0,-1 1 0 0 0,1-1-1 0 0,-1 1 1 0 0,1 0 0 0 0,0 0-1 0 0,0 0 1 0 0,0 0 0 0 0,0 0-1 0 0,1 0 1 0 0,-1 0 0 0 0,1 0-1 0 0,0 1 1 0 0,0-1 0 0 0,0 1-1 0 0,0-1 1 0 0,1 1-1 0 0,-1-1 1 0 0,1 1 0 0 0,0 5-1 0 0,1 1 19 0 0,1 0-1 0 0,0-1 0 0 0,1 0 0 0 0,0 1 0 0 0,0-1 0 0 0,1 0 0 0 0,5 10 0 0 0,-3-9-6 0 0,-2 1-1 0 0,1 0 1 0 0,-1 0 0 0 0,3 14-1 0 0,-7-20-38 0 0,0 0 0 0 0,0 0-1 0 0,-1 0 1 0 0,1-1-1 0 0,-1 1 1 0 0,0 0-1 0 0,-1 0 1 0 0,1 0-1 0 0,-1-1 1 0 0,0 1-1 0 0,0-1 1 0 0,0 1-1 0 0,0-1 1 0 0,-1 0-1 0 0,0 0 1 0 0,0 0-1 0 0,-5 5 1 0 0,-21 15-5292 0 0</inkml:trace>
</inkml:ink>
</file>

<file path=ppt/ink/ink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4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0 736 432 0 0,'41'-39'1977'0'0,"-3"-2"0"0"0,54-73-1 0 0,-87 108-1829 0 0,10-14 86 0 0,-1-1 0 0 0,-1-1 1 0 0,-1 0-1 0 0,-1-1 0 0 0,-1 0 1 0 0,0 0-1 0 0,-2-1 0 0 0,10-48 1 0 0,-16 57-137 0 0,0-1 0 0 0,0 1 1 0 0,-2-1-1 0 0,0 1 1 0 0,0-1-1 0 0,-2 1 1 0 0,0 0-1 0 0,0-1 1 0 0,-2 1-1 0 0,0 0 0 0 0,0 0 1 0 0,-1 1-1 0 0,-1-1 1 0 0,-1 1-1 0 0,-12-20 1 0 0,16 29-19 0 0,2 3-67 0 0,1 1-1 0 0,0 0 1 0 0,-1 0 0 0 0,1 0 0 0 0,-1 0-1 0 0,0 0 1 0 0,1 0 0 0 0,-1 0-1 0 0,0 0 1 0 0,0 0 0 0 0,1 0-1 0 0,-1 0 1 0 0,0 1 0 0 0,0-1-1 0 0,0 0 1 0 0,0 0 0 0 0,0 1-1 0 0,0-1 1 0 0,0 1 0 0 0,-2-1-1 0 0,0 3-3 0 0,0 0 0 0 0,0 1 0 0 0,0-1 0 0 0,0 1-1 0 0,1 0 1 0 0,-1 0 0 0 0,1 0 0 0 0,0 0 0 0 0,0 0-1 0 0,-3 7 1 0 0,-3 11 24 0 0,0 1 0 0 0,2 0 0 0 0,1 1 0 0 0,-5 39 0 0 0,1 95 141 0 0,8-126-130 0 0,2 75 83 0 0,5-1 1 0 0,24 133-1 0 0,-25-173 25 0 0,-5-63-120 0 0,0-2-28 0 0,0 0 0 0 0,0 1 1 0 0,0-1-1 0 0,-1 0 0 0 0,1 0 0 0 0,0 0 1 0 0,0 1-1 0 0,0-1 0 0 0,0 0 0 0 0,0 0 0 0 0,0 0 1 0 0,0 1-1 0 0,0-1 0 0 0,0 0 0 0 0,0 0 1 0 0,0 0-1 0 0,0 1 0 0 0,0-1 0 0 0,0 0 0 0 0,0 0 1 0 0,0 0-1 0 0,0 1 0 0 0,1-1 0 0 0,-1 0 0 0 0,0 0 1 0 0,0 0-1 0 0,0 0 0 0 0,0 1 0 0 0,0-1 1 0 0,0 0-1 0 0,0 0 0 0 0,1 0 0 0 0,-1 0 0 0 0,0 0 1 0 0,0 1-1 0 0,0-1 0 0 0,0 0 0 0 0,1 0 1 0 0,-1 0-1 0 0,0 0 0 0 0,0 0 0 0 0,0 0 0 0 0,0 0 1 0 0,1 0-1 0 0,-1 0 0 0 0,0 0 0 0 0,0 0 0 0 0,1 0 1 0 0,-1 0-1 0 0,0 0 0 0 0,0 0 0 0 0,0 0 1 0 0,1 0-1 0 0,-1 0 0 0 0,0 0 0 0 0,0 0 0 0 0,14-23 21 0 0,-1 1-91 0 0,31-41 0 0 0,-43 62 61 0 0,1 0 0 0 0,-1 0 1 0 0,1 0-1 0 0,-1 1 0 0 0,1-1 1 0 0,0 0-1 0 0,-1 1 1 0 0,1-1-1 0 0,0 1 0 0 0,-1-1 1 0 0,1 1-1 0 0,0 0 0 0 0,0-1 1 0 0,0 1-1 0 0,-1 0 0 0 0,1 0 1 0 0,0 1-1 0 0,3-1 0 0 0,35 10 8 0 0,-28-6-18 0 0,29 5-233 0 0,0-2-1 0 0,1-2 0 0 0,75 1 0 0 0,-92-7-717 0 0,0-1-1 0 0,-1-1 0 0 0,1-1 0 0 0,-1-2 0 0 0,1 0 1 0 0,-2-1-1 0 0,40-18 0 0 0,-47 16-569 0 0</inkml:trace>
</inkml:ink>
</file>

<file path=ppt/ink/ink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4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95 134 2572 0 0,'8'-5'89'0'0,"-1"0"0"0"0,0 0-1 0 0,-1-1 1 0 0,1 0 0 0 0,-1 0 0 0 0,0-1-1 0 0,0 0 1 0 0,-1 0 0 0 0,6-10 0 0 0,-8 12 259 0 0,-1 0-1 0 0,1 1 1 0 0,-1-1 0 0 0,0-1 0 0 0,0 1 0 0 0,-1 0 0 0 0,0 0 0 0 0,0 0 0 0 0,1-10 0 0 0,-2 13 782 0 0,-3 2-783 0 0,-3 0-217 0 0,0 0 0 0 0,0 1-1 0 0,1 0 1 0 0,-1 0 0 0 0,0 1 0 0 0,1-1 0 0 0,-1 1-1 0 0,1 0 1 0 0,0 1 0 0 0,0-1 0 0 0,0 1 0 0 0,0 0-1 0 0,0 0 1 0 0,0 1 0 0 0,-5 5 0 0 0,-4 2 100 0 0,1 1 0 0 0,0 1 1 0 0,2 0-1 0 0,-13 15 0 0 0,23-26-201 0 0,-1 0 0 0 0,1 1 0 0 0,-1-1-1 0 0,1 0 1 0 0,0 1 0 0 0,0-1 0 0 0,0 0 0 0 0,0 1-1 0 0,0-1 1 0 0,1 1 0 0 0,-1 0 0 0 0,1-1-1 0 0,-1 1 1 0 0,1 2 0 0 0,0-4-14 0 0,1 1 1 0 0,-1-1-1 0 0,0 0 1 0 0,1 0-1 0 0,-1 1 1 0 0,0-1-1 0 0,1 0 1 0 0,0 0-1 0 0,-1 0 1 0 0,1 0-1 0 0,0 0 1 0 0,-1 0-1 0 0,1 0 1 0 0,0 0-1 0 0,0 0 1 0 0,0 0-1 0 0,0 0 1 0 0,0-1-1 0 0,0 1 1 0 0,0 0-1 0 0,1 0 1 0 0,2 0-1 0 0,-1 1 0 0 0,1-1 0 0 0,-1 0 0 0 0,1 0 0 0 0,0-1 0 0 0,0 1 1 0 0,-1-1-1 0 0,1 0 0 0 0,0 0 0 0 0,0 0 0 0 0,-1-1 0 0 0,1 1 0 0 0,0-1 1 0 0,0 0-1 0 0,-1 0 0 0 0,1 0 0 0 0,4-2 0 0 0,88-44 64 0 0,-95 46-78 0 0,2 1 3 0 0,10 1-4 0 0,40 10-41 0 0,-45-9 48 0 0,0 0-1 0 0,0 0 0 0 0,0-1 0 0 0,0 1 0 0 0,0-2 1 0 0,0 1-1 0 0,0-1 0 0 0,0-1 0 0 0,1 0 1 0 0,-1 0-1 0 0,12-3 0 0 0,-14 2 2 0 0,0-1 0 0 0,0 0 0 0 0,-1-1 0 0 0,1 1 0 0 0,-1-1 0 0 0,0 0 1 0 0,6-6-1 0 0,-10 10-9 0 0,0-1-1 0 0,1 0-4 0 0,6-3 3 0 0,-6 3-4 0 0,0 1-6 0 0,7-2-6 0 0,-7 1 1 0 0,31 36-16 0 0,-30-32 38 0 0,0-1 0 0 0,0 1 0 0 0,0-1 0 0 0,1 0 0 0 0,-1-1 0 0 0,1 1-1 0 0,-1 0 1 0 0,1-1 0 0 0,0 0 0 0 0,-1 0 0 0 0,1 0 0 0 0,0 0 0 0 0,0-1 0 0 0,0 1 0 0 0,0-1-1 0 0,0 0 1 0 0,0 0 0 0 0,0-1 0 0 0,0 1 0 0 0,-1-1 0 0 0,8-2 0 0 0,-5 0 0 0 0,0 0 0 0 0,-1 0 0 0 0,1-1 1 0 0,-1 0-1 0 0,0 0 0 0 0,0 0 0 0 0,0-1 0 0 0,0 0 1 0 0,-1 0-1 0 0,1 0 0 0 0,4-9 0 0 0,-6 2-31 0 0,-3 12 26 0 0,-1 0 0 0 0,1 0 0 0 0,0-1 1 0 0,0 1-1 0 0,0 0 0 0 0,0 0 0 0 0,0-1 0 0 0,0 1 1 0 0,0 0-1 0 0,0 0 0 0 0,0-1 0 0 0,0 1 1 0 0,0 0-1 0 0,0 0 0 0 0,0-1 0 0 0,0 1 0 0 0,0 0 1 0 0,0 0-1 0 0,0-1 0 0 0,0 1 0 0 0,0 0 1 0 0,0 0-1 0 0,0-1 0 0 0,0 1 0 0 0,1 0 0 0 0,-1 0 1 0 0,0-1-1 0 0,0 1 0 0 0,0 0 0 0 0,0 0 0 0 0,1 0 1 0 0,-1 0-1 0 0,0-1 0 0 0,0 1 0 0 0,0 0 1 0 0,1 0-1 0 0,-1 0 0 0 0,0 0 0 0 0,0 0 0 0 0,1 0 1 0 0,-1-1-1 0 0,0 1 0 0 0,0 0 0 0 0,1 0 1 0 0,7 4 4 0 0,0-1 0 0 0,1 0 1 0 0,-1 0-1 0 0,1-1 1 0 0,-1 0-1 0 0,1-1 1 0 0,0 1-1 0 0,0-2 1 0 0,0 1-1 0 0,0-2 1 0 0,-1 1-1 0 0,1-1 1 0 0,0 0-1 0 0,0-1 1 0 0,0 0-1 0 0,-1 0 1 0 0,1-1-1 0 0,12-6 1 0 0,-20 9 63 0 0,0-1 1 0 0,1 1-1 0 0,-1-1 1 0 0,0 0-1 0 0,0 0 1 0 0,0 1-1 0 0,0-1 0 0 0,0 0 1 0 0,0 0-1 0 0,0 0 1 0 0,0 0-1 0 0,0 0 1 0 0,-1-1-1 0 0,1 1 0 0 0,0 0 1 0 0,0-2-1 0 0,3-1 15 0 0,11 12-1154 0 0,18 6-5387 0 0,-15-9 2721 0 0</inkml:trace>
</inkml:ink>
</file>

<file path=ppt/ink/ink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5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11 120 0 0,'-2'0'341'0'0,"1"0"0"0"0,0 0 0 0 0,0 0 1 0 0,0 0-1 0 0,0 1 0 0 0,0-1 0 0 0,0 1 0 0 0,0-1 0 0 0,0 0 0 0 0,0 1 0 0 0,0 0 1 0 0,0-1-1 0 0,1 1 0 0 0,-1-1 0 0 0,0 1 0 0 0,0 0 0 0 0,0 0 0 0 0,1-1 1 0 0,-2 3-1 0 0,6-1-185 0 0,1 0 0 0 0,-1 1 0 0 0,1-1 0 0 0,-1-1 1 0 0,1 1-1 0 0,-1-1 0 0 0,1 0 0 0 0,0 0 1 0 0,0 0-1 0 0,0 0 0 0 0,8-1 0 0 0,68-3 746 0 0,-39 0-493 0 0,247-14 1277 0 0,-122 5-759 0 0,-152 10-931 0 0,8 1 89 0 0</inkml:trace>
</inkml:ink>
</file>

<file path=ppt/ink/ink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5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17 392 0 0,'-1'-2'317'0'0,"0"1"0"0"0,1 0 0 0 0,-1 0 0 0 0,0 0 0 0 0,0 0 0 0 0,0 0 0 0 0,0 0 0 0 0,0 0 0 0 0,0 0 0 0 0,0 1 0 0 0,0-1 0 0 0,0 0 0 0 0,-1 0 1 0 0,1 1-1 0 0,0-1 0 0 0,0 1 0 0 0,-1-1 0 0 0,1 1 0 0 0,0 0 0 0 0,-1-1 0 0 0,1 1 0 0 0,0 0 0 0 0,-1 0 0 0 0,1 0 0 0 0,0 0 0 0 0,-1 0 0 0 0,1 0 0 0 0,0 0 0 0 0,-3 1 0 0 0,2 1-129 0 0,0 0 0 0 0,0-1 0 0 0,0 1 1 0 0,0 0-1 0 0,1 0 0 0 0,-1 0 0 0 0,1 1 0 0 0,-1-1 0 0 0,1 0 0 0 0,0 0 0 0 0,0 1 1 0 0,0-1-1 0 0,0 1 0 0 0,-1 3 0 0 0,-3 14 22 0 0,0 2 1 0 0,-2 37-1 0 0,7-56 68 0 0,-4 112-392 0 0,10-40-7808 0 0,-4-60 4772 0 0</inkml:trace>
</inkml:ink>
</file>

<file path=ppt/ink/ink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6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39 208 0 0,'-22'-35'6307'0'0,"21"34"-5135"0"0,-1-1-346 0 0,-5 1 2835 0 0,9 39-3314 0 0,7 41 1 0 0,-8-76-341 0 0,12 51 193 0 0,-12-51-187 0 0,-1 0 0 0 0,1 0 1 0 0,1-1-1 0 0,-1 1 1 0 0,0-1-1 0 0,0 1 1 0 0,1-1-1 0 0,0 1 0 0 0,-1-1 1 0 0,1 0-1 0 0,0 1 1 0 0,0-1-1 0 0,0 0 1 0 0,0 0-1 0 0,5 2 1 0 0,-6-3 28 0 0,0-1-39 0 0,0 0 0 0 0,-1 1 0 0 0,1-1-1 0 0,0 0 1 0 0,0 0 0 0 0,0 0 0 0 0,0 0-1 0 0,-1 0 1 0 0,1 0 0 0 0,0 0 0 0 0,0 0-1 0 0,0 0 1 0 0,-1 0 0 0 0,1 0 0 0 0,0 0-1 0 0,0-1 1 0 0,0 1 0 0 0,-1 0 0 0 0,1-1-1 0 0,0 1 1 0 0,-1 0 0 0 0,1-1 0 0 0,0 1 0 0 0,0-2-1 0 0,25-10 39 0 0,-26 12-41 0 0,11-8 7 0 0,-1 0-1 0 0,0-1 0 0 0,-1 0 1 0 0,0 0-1 0 0,0-1 0 0 0,-1 0 1 0 0,0-1-1 0 0,-1 0 0 0 0,0 0 1 0 0,-1-1-1 0 0,9-22 0 0 0,-14 32-15 0 0,0-5-22 0 0,-1 8 28 0 0,0-1 0 0 0,0 0 0 0 0,0 0 0 0 0,0 0 1 0 0,0 0-1 0 0,0 0 0 0 0,0 0 0 0 0,0 0 0 0 0,0 0 0 0 0,1 0 0 0 0,-1 0 0 0 0,0 0 0 0 0,0 0 0 0 0,0 0 0 0 0,0 1 1 0 0,0-1-1 0 0,0 0 0 0 0,0 0 0 0 0,0 0 0 0 0,0 0 0 0 0,0 0 0 0 0,0 0 0 0 0,1 0 0 0 0,-1 0 0 0 0,0 0 0 0 0,0 0 1 0 0,0 0-1 0 0,0 0 0 0 0,0 0 0 0 0,0 0 0 0 0,0 0 0 0 0,0 0 0 0 0,0 0 0 0 0,0 0 0 0 0,1 0 0 0 0,-1 0 0 0 0,0 0 1 0 0,0 0-1 0 0,0 0 0 0 0,0 0 0 0 0,0 0 0 0 0,0-1 0 0 0,0 1 0 0 0,0 0 0 0 0,0 0 0 0 0,0 0 0 0 0,0 0 1 0 0,0 0-1 0 0,1 0 0 0 0,-1 0 0 0 0,0 0 0 0 0,3 5 2 0 0,1 1-1 0 0,-1-1 1 0 0,1 0 0 0 0,1 0 0 0 0,-1 0 0 0 0,1 0-1 0 0,0-1 1 0 0,0 0 0 0 0,0 0 0 0 0,0 0-1 0 0,1-1 1 0 0,0 1 0 0 0,-1-1 0 0 0,1-1-1 0 0,0 1 1 0 0,1-1 0 0 0,-1 0 0 0 0,0 0 0 0 0,1-1-1 0 0,-1 0 1 0 0,8 0 0 0 0,-1 1-1 0 0,-1 0 0 0 0,1-1 1 0 0,0-1-1 0 0,0 0 0 0 0,0-1 0 0 0,-1 0 0 0 0,1-1 1 0 0,0 0-1 0 0,-1-1 0 0 0,20-8 0 0 0,-29 10 36 0 0,0 0 0 0 0,0-1 0 0 0,-1 1-1 0 0,1-1 1 0 0,0 0 0 0 0,-1 1 0 0 0,1-1-1 0 0,-1-1 1 0 0,1 1 0 0 0,-1 0 0 0 0,0 0 0 0 0,0-1-1 0 0,0 0 1 0 0,0 1 0 0 0,-1-1 0 0 0,1 0-1 0 0,1-3 1 0 0,-3 4 755 0 0,-6-4-271 0 0,5 5-474 0 0,1 0 1 0 0,-1 1-1 0 0,0-1 0 0 0,1 0 1 0 0,-1 0-1 0 0,0 0 0 0 0,0 1 1 0 0,1-1-1 0 0,-1 1 0 0 0,0-1 0 0 0,0 0 1 0 0,0 1-1 0 0,0-1 0 0 0,0 1 1 0 0,1 0-1 0 0,-1-1 0 0 0,0 1 1 0 0,0 0-1 0 0,0 0 0 0 0,0-1 1 0 0,-2 1-1 0 0,2 0-29 0 0,0 0 1 0 0,-1 0-1 0 0,1 0 1 0 0,0 0-1 0 0,0 0 1 0 0,-1 0-1 0 0,1 0 1 0 0,0 0-1 0 0,0 1 1 0 0,0-1-1 0 0,-1 1 1 0 0,1-1-1 0 0,0 0 1 0 0,0 1-1 0 0,0 0 1 0 0,0-1-1 0 0,0 1 1 0 0,0 0-1 0 0,0 0 1 0 0,0-1-1 0 0,0 1 1 0 0,0 0-1 0 0,0 0 1 0 0,1 0-1 0 0,-1 0 1 0 0,0 0-1 0 0,1 0 1 0 0,-1 0-1 0 0,1 0 0 0 0,-1 0 1 0 0,1 1-1 0 0,-1-1 1 0 0,1 0-1 0 0,0 0 1 0 0,-1 0-1 0 0,1 1 1 0 0,0-1-1 0 0,0 0 1 0 0,0 0-1 0 0,0 1 1 0 0,0-1-1 0 0,0 0 1 0 0,0 0-1 0 0,1 0 1 0 0,-1 1-1 0 0,0-1 1 0 0,1 0-1 0 0,-1 0 1 0 0,1 0-1 0 0,0 2 1 0 0,16 30-2428 0 0,5-10-4772 0 0,-6-13 3043 0 0</inkml:trace>
</inkml:ink>
</file>

<file path=ppt/ink/ink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7.8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662 201 248 0 0,'0'-11'687'0'0,"0"1"1"0"0,-1-1-1 0 0,-1 1 1 0 0,1 0-1 0 0,-2 0 1 0 0,1 0-1 0 0,-1 0 0 0 0,-1 0 1 0 0,0 0-1 0 0,-8-13 1 0 0,9 18-535 0 0,-1-1 1 0 0,0 1 0 0 0,0 0 0 0 0,0 0 0 0 0,-1 1-1 0 0,1-1 1 0 0,-1 1 0 0 0,0 0 0 0 0,-1 0 0 0 0,1 1-1 0 0,-1 0 1 0 0,1 0 0 0 0,-1 0 0 0 0,0 0-1 0 0,0 1 1 0 0,0 0 0 0 0,-1 0 0 0 0,-7 0 0 0 0,-8-1-22 0 0,-1 1 1 0 0,0 2 0 0 0,1 0 0 0 0,-1 1 0 0 0,1 1-1 0 0,-1 2 1 0 0,1 0 0 0 0,0 1 0 0 0,0 1 0 0 0,-26 12 0 0 0,30-11-64 0 0,0 1 0 0 0,0 1 0 0 0,0 1 0 0 0,1 1 0 0 0,1 0 1 0 0,0 1-1 0 0,0 1 0 0 0,2 0 0 0 0,-1 1 0 0 0,2 1 0 0 0,-23 31 1 0 0,30-38-51 0 0,2 0 1 0 0,-1 1-1 0 0,1-1 1 0 0,0 1 0 0 0,1 0-1 0 0,0 0 1 0 0,1 1-1 0 0,0-1 1 0 0,0 0 0 0 0,1 1-1 0 0,0-1 1 0 0,0 1 0 0 0,1 0-1 0 0,1-1 1 0 0,0 1-1 0 0,0-1 1 0 0,0 1 0 0 0,1-1-1 0 0,1 1 1 0 0,0-1-1 0 0,0 0 1 0 0,1 0 0 0 0,0-1-1 0 0,6 11 1 0 0,-4-9-5 0 0,2 0 0 0 0,-1 0 0 0 0,1 0 0 0 0,1-1-1 0 0,-1 0 1 0 0,2-1 0 0 0,-1 0 0 0 0,1 0 0 0 0,0-1 0 0 0,1 0 0 0 0,-1-1 0 0 0,2 0 0 0 0,-1-1-1 0 0,0 0 1 0 0,1-1 0 0 0,0 0 0 0 0,0-1 0 0 0,14 2 0 0 0,0-3-13 0 0,0 0 0 0 0,0-2 0 0 0,0-1 0 0 0,-1-1 0 0 0,1-2 0 0 0,0 0 0 0 0,-1-2 0 0 0,0 0 0 0 0,0-2 0 0 0,-1-1 0 0 0,0 0 0 0 0,-1-2 0 0 0,0-1 0 0 0,0-1 0 0 0,-1-1 0 0 0,-1 0 0 0 0,21-20 0 0 0,54 70-257 0 0,-93-35 256 0 0,1-1 0 0 0,0 1 0 0 0,0-1-1 0 0,0 0 1 0 0,-1 0 0 0 0,1-1 0 0 0,0 1-1 0 0,0-1 1 0 0,-1 1 0 0 0,1-1 0 0 0,0 0-1 0 0,-1-1 1 0 0,1 1 0 0 0,3-3 0 0 0,-5 3 15 0 0,-4-15-40 0 0,-3 12-2 0 0,1 1 0 0 0,-1-1 1 0 0,1 1-1 0 0,-1 0 0 0 0,0 0 0 0 0,0 1 1 0 0,0-1-1 0 0,-1 1 0 0 0,1 0 1 0 0,-1 1-1 0 0,1-1 0 0 0,-1 1 1 0 0,1 0-1 0 0,-1 1 0 0 0,-10-1 1 0 0,-30 10-4836 0 0</inkml:trace>
</inkml:ink>
</file>

<file path=ppt/ink/ink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8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42 188 0 0,'16'18'3085'0'0,"-23"28"-712"0"0,1-20-1405 0 0,6-24-799 0 0,-3 4-71 0 0,3-6-66 0 0,0-1-1 0 0,0 1 1 0 0,0 0-1 0 0,0 0 1 0 0,0 0-1 0 0,1 0 1 0 0,-1 0-1 0 0,0 0 1 0 0,0 0-1 0 0,0 0 1 0 0,0 0-1 0 0,0 0 1 0 0,0 0-1 0 0,0 0 1 0 0,0 0-1 0 0,0 0 1 0 0,1 0-1 0 0,-1 0 1 0 0,0-1-1 0 0,0 1 1 0 0,0 0-1 0 0,0 0 1 0 0,0 0-1 0 0,0 0 1 0 0,0 0 0 0 0,0 0-1 0 0,1 0 1 0 0,-1 1-1 0 0,0-1 1 0 0,0 0-1 0 0,0 0 1 0 0,0 0-1 0 0,0 0 1 0 0,0 0-1 0 0,0 0 1 0 0,0 0-1 0 0,1 0 1 0 0,-1 0-1 0 0,0 0 1 0 0,0 0-1 0 0,0 0 1 0 0,0 0-1 0 0,0 0 1 0 0,0 0-1 0 0,0 0 1 0 0,0 1-1 0 0,0-1 1 0 0,0 0-1 0 0,0 0 1 0 0,0 0-1 0 0,0 0 1 0 0,1 0-1 0 0,42-36 230 0 0,-26 21-174 0 0,0 1 1 0 0,1 0-1 0 0,0 1 1 0 0,1 1-1 0 0,1 1 1 0 0,28-13-1 0 0,-45 23-11 0 0,-2 2-58 0 0,1-1 1 0 0,-1 0 0 0 0,1 0 0 0 0,-1 0 0 0 0,1 1 0 0 0,-1-1 0 0 0,1 1 0 0 0,-1-1 0 0 0,0 1 0 0 0,1-1 0 0 0,-1 1 0 0 0,0 0-1 0 0,1 0 1 0 0,-1 0 0 0 0,0 0 0 0 0,0 0 0 0 0,0 0 0 0 0,0 0 0 0 0,0 0 0 0 0,0 0 0 0 0,0 0 0 0 0,0 1 0 0 0,0-1-1 0 0,0 0 1 0 0,-1 1 0 0 0,1-1 0 0 0,-1 0 0 0 0,1 1 0 0 0,-1-1 0 0 0,1 1 0 0 0,-1 1 0 0 0,2 2 33 0 0,0 0-1 0 0,-1 0 1 0 0,0 1 0 0 0,0-1 0 0 0,0 0 0 0 0,0 1 0 0 0,-1 9 0 0 0,-2-3-58 0 0,-1-1 1 0 0,0 0-1 0 0,0-1 1 0 0,-1 1-1 0 0,-6 13 1 0 0,-10 2-5957 0 0</inkml:trace>
</inkml:ink>
</file>

<file path=ppt/ink/ink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09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15 621 660 0 0,'-2'5'714'0'0,"-1"0"-434"0"0,1 0 1 0 0,1 0-1 0 0,-1 0 0 0 0,1 0 0 0 0,0 1 1 0 0,0-1-1 0 0,0 0 0 0 0,1 1 0 0 0,0-1 1 0 0,0 0-1 0 0,0 1 0 0 0,1-1 0 0 0,-1 1 1 0 0,1-1-1 0 0,1 0 0 0 0,-1 0 0 0 0,3 6 1 0 0,3 9 350 0 0,-3-13 271 0 0,13-22-499 0 0,16-16-308 0 0,0 2 0 0 0,57-37 1 0 0,-88 65-94 0 0,-1 1-7 0 0,1 1 5 0 0,0 0 1 0 0,0 0 0 0 0,-1 0 0 0 0,1 1 0 0 0,0-1-1 0 0,-1 0 1 0 0,1 1 0 0 0,-1-1 0 0 0,0 1 0 0 0,1-1-1 0 0,-1 1 1 0 0,0-1 0 0 0,0 1 0 0 0,0 0 0 0 0,0 0 0 0 0,0 0-1 0 0,0-1 1 0 0,-1 1 0 0 0,1 0 0 0 0,0 3 0 0 0,17 25 33 0 0,-11-25-37 0 0,2 0 0 0 0,-1-1-1 0 0,0 0 1 0 0,1 0 0 0 0,0-1 0 0 0,0 0 0 0 0,0-1 0 0 0,0 0 0 0 0,0 0 0 0 0,1-1-1 0 0,-1 0 1 0 0,0-1 0 0 0,1 1 0 0 0,-1-2 0 0 0,1 0 0 0 0,-1 0 0 0 0,0-1 0 0 0,10-2-1 0 0,2-2-4 0 0,0 0-1 0 0,0-2 0 0 0,-1 0 0 0 0,0-1 0 0 0,-1-1 0 0 0,30-20 0 0 0,-48 29 10 0 0,-1 0-1 0 0,1 0 1 0 0,0 1-1 0 0,0-1 1 0 0,-1 0-1 0 0,1 1 1 0 0,0-1-1 0 0,0 1 0 0 0,0-1 1 0 0,0 1-1 0 0,0-1 1 0 0,0 1-1 0 0,0 0 1 0 0,0 0-1 0 0,0-1 0 0 0,0 1 1 0 0,0 0-1 0 0,0 0 1 0 0,2 0-1 0 0,-5 16-10 0 0,1-13 12 0 0,1-1 0 0 0,-1 1 0 0 0,0 0 0 0 0,1 0 0 0 0,0 0 0 0 0,0-1 0 0 0,-1 1 0 0 0,2 0 0 0 0,-1 0-1 0 0,0 0 1 0 0,0 0 0 0 0,1-1 0 0 0,0 1 0 0 0,0 0 0 0 0,1 4 0 0 0,-1-6 11 0 0,-1 0 0 0 0,1 1 0 0 0,-1-1 0 0 0,1 0 0 0 0,0 0 0 0 0,-1 0 0 0 0,1 1-1 0 0,0-1 1 0 0,0 0 0 0 0,0 0 0 0 0,0 0 0 0 0,0 0 0 0 0,0 0 0 0 0,0-1 0 0 0,0 1 0 0 0,0 0 0 0 0,0 0 0 0 0,1-1 0 0 0,-1 1 0 0 0,0-1 0 0 0,0 1 0 0 0,1-1 0 0 0,-1 1 0 0 0,0-1 0 0 0,1 0 0 0 0,-1 0 0 0 0,1 0 0 0 0,-1 0 0 0 0,0 0 0 0 0,1 0 0 0 0,-1 0 0 0 0,0 0 0 0 0,1 0-1 0 0,-1-1 1 0 0,1 1 0 0 0,-1 0 0 0 0,0-1 0 0 0,0 1 0 0 0,1-1 0 0 0,-1 0 0 0 0,0 1 0 0 0,0-1 0 0 0,0 0 0 0 0,0 0 0 0 0,2-1 0 0 0,1-2 90 0 0,0 0 0 0 0,-1-1 0 0 0,1 0 0 0 0,-1 0 0 0 0,0 0 0 0 0,0 0 0 0 0,-1 0 0 0 0,1 0 1 0 0,2-10-1 0 0,16-62 617 0 0,-14 46-597 0 0,1 1-1 0 0,2 1 1 0 0,1-1-1 0 0,1 1 1 0 0,23-38-1 0 0,-10 26-65 0 0,2 2 1 0 0,2 2-1 0 0,1 0 1 0 0,2 2-1 0 0,1 1 1 0 0,69-53-1 0 0,-91 80-52 0 0,1 1 0 0 0,0 0-1 0 0,18-6 1 0 0,-23 9-5 0 0,-6 3 3 0 0,1 0-1 0 0,-1 0 0 0 0,0 0 1 0 0,0 0-1 0 0,0 0 0 0 0,0 0 0 0 0,0 0 1 0 0,0 0-1 0 0,0 1 0 0 0,0-1 1 0 0,0 0-1 0 0,1 1 0 0 0,-1-1 0 0 0,0 0 1 0 0,0 1-1 0 0,-1-1 0 0 0,1 1 1 0 0,0 0-1 0 0,0-1 0 0 0,0 1 0 0 0,0 0 1 0 0,0 0-1 0 0,-1-1 0 0 0,1 1 1 0 0,0 0-1 0 0,-1 0 0 0 0,1 0 0 0 0,0 0 1 0 0,-1 0-1 0 0,1 0 0 0 0,-1 0 1 0 0,1 1-1 0 0,11 34 132 0 0,-10-7-43 0 0,-1 0 0 0 0,-2 0-1 0 0,-1 0 1 0 0,-1-1 0 0 0,-1 1-1 0 0,-16 51 1 0 0,-5 44 107 0 0,-5 31 48 0 0,10-58-56 0 0,18-88-450 0 0,-1 0 0 0 0,0 0 0 0 0,0 0 0 0 0,-1 0 0 0 0,0-1 0 0 0,0 1 0 0 0,-1-1 0 0 0,-12 15 0 0 0,16-22-737 0 0,-10-1-4062 0 0</inkml:trace>
</inkml:ink>
</file>

<file path=ppt/ink/ink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0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0 820 312 0 0,'75'-14'2020'0'0,"-46"9"-1017"0"0,0 0 1 0 0,-1-2 0 0 0,0-1 0 0 0,0-1 0 0 0,36-18 0 0 0,-64 27-946 0 0,0 0 1 0 0,-1 0-1 0 0,1 0 1 0 0,0 0-1 0 0,-1 0 1 0 0,1 0 0 0 0,0 0-1 0 0,-1 0 1 0 0,1 0-1 0 0,0 0 1 0 0,-1 0-1 0 0,1 0 1 0 0,0 0-1 0 0,-1-1 1 0 0,1 1-1 0 0,0 0 1 0 0,0 0 0 0 0,-1 0-1 0 0,1 0 1 0 0,0-1-1 0 0,0 1 1 0 0,-1 0-1 0 0,1 0 1 0 0,0-1-1 0 0,0 1 1 0 0,0 0-1 0 0,-1 0 1 0 0,1-1-1 0 0,0 1 1 0 0,0 0 0 0 0,0-1-1 0 0,0 1 1 0 0,0 0-1 0 0,-1-1 1 0 0,1 1-1 0 0,0 0 1 0 0,0 0-1 0 0,0-1 1 0 0,0 1-1 0 0,0 0 1 0 0,0-1 0 0 0,0 1-1 0 0,0 0 1 0 0,0-1-1 0 0,0 1 1 0 0,0 0-1 0 0,1-1 1 0 0,-1 1-1 0 0,0 0 1 0 0,0-1-1 0 0,0 1 1 0 0,0 0 0 0 0,0 0-1 0 0,1-1 1 0 0,-1 1-1 0 0,0 0 1 0 0,0 0-1 0 0,0-1 1 0 0,1 1-1 0 0,-1 0 1 0 0,0 0-1 0 0,0-1 1 0 0,1 1-1 0 0,-1 0 1 0 0,-2-1-40 0 0,0 1 0 0 0,0 0 0 0 0,0 0-1 0 0,0 0 1 0 0,0 0 0 0 0,-1 0 0 0 0,1 0 0 0 0,0 0 0 0 0,0 1-1 0 0,0-1 1 0 0,0 1 0 0 0,0 0 0 0 0,0-1 0 0 0,-4 3-1 0 0,-1 2 43 0 0,1-1 0 0 0,0 1 0 0 0,0 1 0 0 0,0-1 1 0 0,1 1-1 0 0,0 0 0 0 0,0 0 0 0 0,0 1 0 0 0,1 0 0 0 0,0-1 0 0 0,-4 10 0 0 0,7-14-34 0 0,1-1-22 0 0,0-1 0 0 0,-1 1 0 0 0,1-1 0 0 0,0 1 0 0 0,0 0 1 0 0,-1-1-1 0 0,1 1 0 0 0,0 0 0 0 0,0-1 0 0 0,0 1 0 0 0,0 0 0 0 0,0-1 0 0 0,0 1 1 0 0,0 0-1 0 0,0-1 0 0 0,1 1 0 0 0,-1 0 0 0 0,0-1 0 0 0,0 1 0 0 0,0 0 0 0 0,1-1 0 0 0,-1 1 1 0 0,0-1-1 0 0,1 1 0 0 0,-1 0 0 0 0,1-1 0 0 0,-1 1 0 0 0,0-1 0 0 0,1 1 0 0 0,-1-1 1 0 0,1 1-1 0 0,-1-1 0 0 0,1 0 0 0 0,0 1 0 0 0,-1-1 0 0 0,2 1 0 0 0,0 0 1 0 0,24-5 45 0 0,-4-5-35 0 0,-17 6-13 0 0,0-1 0 0 0,1 1 1 0 0,-1 1-1 0 0,1-1 0 0 0,0 1 0 0 0,-1 0 0 0 0,1 0 0 0 0,0 1 0 0 0,0-1 0 0 0,0 1 0 0 0,8 0 0 0 0,1-2-1 0 0,1-1-1 0 0,0-1 0 0 0,-1-1 0 0 0,0 0 1 0 0,0 0-1 0 0,-1-2 0 0 0,0 0 1 0 0,0-1-1 0 0,0 0 0 0 0,-1-1 0 0 0,-1 0 1 0 0,0-1-1 0 0,0 0 0 0 0,-1-1 0 0 0,10-14 1 0 0,6-14-1 0 0,-2 0 0 0 0,-2-2 0 0 0,29-71 0 0 0,-33 71-2 0 0,7-16-11 0 0,-5 16-2 0 0,-2 0-1 0 0,-2-1 1 0 0,-2-1 0 0 0,17-79 0 0 0,-32 123 12 0 0,1-1 1 0 0,-1 0 0 0 0,0 0-1 0 0,0 0 1 0 0,1 1-1 0 0,-1-1 1 0 0,0 0-1 0 0,0 0 1 0 0,0 0 0 0 0,0 0-1 0 0,0 0 1 0 0,0 0-1 0 0,0 1 1 0 0,0-1-1 0 0,0 0 1 0 0,0 0-1 0 0,0 0 1 0 0,-1 0 0 0 0,1 0-1 0 0,0 1 1 0 0,-1-1-1 0 0,1 0 1 0 0,0 0-1 0 0,-1 1 1 0 0,1-1-1 0 0,-1 0 1 0 0,1 0 0 0 0,-1 1-1 0 0,0-1 1 0 0,1 0-1 0 0,-1 1 1 0 0,0-1-1 0 0,1 1 1 0 0,-1-1 0 0 0,-1 0-1 0 0,0 2 4 0 0,0-1 0 0 0,-1 0-1 0 0,1 1 1 0 0,0 0 0 0 0,0 0 0 0 0,0-1-1 0 0,0 1 1 0 0,0 0 0 0 0,0 1 0 0 0,0-1 0 0 0,0 0-1 0 0,0 0 1 0 0,-2 3 0 0 0,-11 9 18 0 0,0 0 0 0 0,-16 21 0 0 0,13-12-1 0 0,1 2 0 0 0,0 0 0 0 0,2 1 0 0 0,1 0 0 0 0,0 1 0 0 0,2 1 0 0 0,-15 52 0 0 0,21-59-4 0 0,2 1-1 0 0,1-1 1 0 0,0 1-1 0 0,1 0 1 0 0,2 0-1 0 0,0-1 1 0 0,1 1-1 0 0,1 0 1 0 0,0 0-1 0 0,2-1 1 0 0,12 37-1 0 0,-13-46-1 0 0,1-1 0 0 0,1 0 0 0 0,0 0 0 0 0,0-1-1 0 0,1 1 1 0 0,9 11 0 0 0,-12-17-8 0 0,0-1 0 0 0,0 0 0 0 0,1 0 0 0 0,-1 0 0 0 0,1 0 0 0 0,0 0 0 0 0,0-1-1 0 0,0 1 1 0 0,0-1 0 0 0,0 0 0 0 0,0-1 0 0 0,0 1 0 0 0,1-1 0 0 0,-1 1 0 0 0,0-1 0 0 0,1-1 0 0 0,0 1 0 0 0,6 0 0 0 0,-6-1-473 0 0,28-4 430 0 0,-32 4-452 0 0,1-1 0 0 0,-1 1 0 0 0,0-1 0 0 0,0 1 0 0 0,0-1 0 0 0,0 0 0 0 0,0 0 0 0 0,0 1 0 0 0,0-1 0 0 0,0 0 0 0 0,0 0 0 0 0,0 0 0 0 0,0 0 0 0 0,-1 0 0 0 0,1 0 0 0 0,1-2 0 0 0,3-8-2407 0 0</inkml:trace>
</inkml:ink>
</file>

<file path=ppt/ink/ink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0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66 692 0 0,'1'-41'8297'0'0,"0"16"-4738"0"0</inkml:trace>
</inkml:ink>
</file>

<file path=ppt/ink/ink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0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29 668 0 0,'0'0'4893'0'0,"-19"-27"-1704"0"0,16 27-3087 0 0,-1-1-1 0 0,1 1 1 0 0,-1-1-1 0 0,1 1 1 0 0,-1 0 0 0 0,0 1-1 0 0,1-1 1 0 0,-1 1-1 0 0,1-1 1 0 0,-1 1-1 0 0,1 0 1 0 0,-1 0-1 0 0,1 1 1 0 0,0-1 0 0 0,-1 1-1 0 0,1-1 1 0 0,0 1-1 0 0,0 0 1 0 0,0 0-1 0 0,0 1 1 0 0,-2 2 0 0 0,-6 4-39 0 0,1 1 1 0 0,1 1 0 0 0,0-1-1 0 0,-10 16 1 0 0,17-23-51 0 0,0 0 0 0 0,1 0-1 0 0,-1 0 1 0 0,1 0 0 0 0,0 0 0 0 0,-1 0-1 0 0,2 1 1 0 0,-1-1 0 0 0,0 0 0 0 0,1 1-1 0 0,-1-1 1 0 0,1 0 0 0 0,0 1 0 0 0,0-1-1 0 0,0 1 1 0 0,0-1 0 0 0,1 0 0 0 0,0 1-1 0 0,-1-1 1 0 0,1 0 0 0 0,3 6 0 0 0,-2-8 16 0 0,4 0-26 0 0,1 0 0 0 0,-1-1 0 0 0,1 1 0 0 0,-1-2 0 0 0,0 1 0 0 0,1-1 0 0 0,-1 0 0 0 0,1 0 0 0 0,-1 0 0 0 0,0-1 0 0 0,0 0 0 0 0,0 0 0 0 0,0-1 0 0 0,0 0 0 0 0,10-6 0 0 0,13-5-5 0 0,-4 4 10 0 0,-12 4-7 0 0,0 1 1 0 0,1 1-1 0 0,-1 0 0 0 0,1 1 1 0 0,14-2-1 0 0,-20 5 69 0 0,0 0 0 0 0,-1 1 0 0 0,1 0 0 0 0,0 0 0 0 0,-1 0 1 0 0,1 1-1 0 0,-1 0 0 0 0,0 1 0 0 0,1 0 0 0 0,10 6 0 0 0,-8-4 18 0 0,0-1 0 0 0,1 0 0 0 0,18 4 1 0 0,-27-8-236 0 0,4 2 237 0 0,-3 0-1924 0 0</inkml:trace>
</inkml:ink>
</file>

<file path=ppt/ink/ink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1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59 604 0 0,'10'-5'1172'0'0,"4"-1"-40"0"0,-1 1-84 0 0,3-1-84 0 0,-2-1-87 0 0,-1 1-97 0 0,1-1-72 0 0,-6 2-88 0 0,3 1-56 0 0,0 0 340 0 0,3 1-680 0 0,-3 3-544 0 0,-1 7-4753 0 0</inkml:trace>
</inkml:ink>
</file>

<file path=ppt/ink/ink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5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435 0 692 0 0,'-36'18'635'0'0,"1"2"-1"0"0,0 1 1 0 0,1 2-1 0 0,2 1 1 0 0,0 2-1 0 0,2 0 1 0 0,-30 35-1 0 0,45-44-434 0 0,0 1 0 0 0,1 0 0 0 0,1 1 0 0 0,1 1 0 0 0,1 0 0 0 0,1 0 0 0 0,0 1 0 0 0,2 1 0 0 0,0 0 0 0 0,2 0 0 0 0,0 0 0 0 0,1 0 0 0 0,-3 45-1 0 0,9-47-75 0 0,1 1-1 0 0,0-1 0 0 0,1 0 0 0 0,2-1 1 0 0,0 1-1 0 0,1-1 0 0 0,0 1 0 0 0,2-2 1 0 0,0 1-1 0 0,17 26 0 0 0,-4-12-116 0 0,0-2 1 0 0,2 0-1 0 0,2-1 0 0 0,46 44 1 0 0,-17-31-1284 0 0,-15-20-2920 0 0,-19-16 1672 0 0</inkml:trace>
</inkml:ink>
</file>

<file path=ppt/ink/ink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7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1 862 432 0 0,'45'-38'920'0'0,"-1"-2"0"0"0,-3-2 1 0 0,-1-2-1 0 0,65-93 0 0 0,-89 113-789 0 0,-1-1 1 0 0,-2-1-1 0 0,0 0 1 0 0,-2-1-1 0 0,-1 0 0 0 0,-1-1 1 0 0,-1 0-1 0 0,-2 0 1 0 0,-1 0-1 0 0,-1-1 0 0 0,-1 0 1 0 0,-1-30-1 0 0,-3 28 311 0 0,-1-1-1 0 0,-1 1 0 0 0,-10-38 1 0 0,14 69-431 0 0,-1-1 1 0 0,0 1-1 0 0,0-1 1 0 0,0 1-1 0 0,0 0 1 0 0,0-1-1 0 0,0 1 1 0 0,0-1-1 0 0,0 1 1 0 0,0-1-1 0 0,-1 1 1 0 0,1-1-1 0 0,0 1 1 0 0,0-1-1 0 0,0 1 1 0 0,0 0-1 0 0,-1-1 0 0 0,1 1 1 0 0,0-1-1 0 0,0 1 1 0 0,-1 0-1 0 0,1-1 1 0 0,0 1-1 0 0,-1 0 1 0 0,1-1-1 0 0,0 1 1 0 0,-1 0-1 0 0,1-1 1 0 0,-1 1-1 0 0,1 0 1 0 0,0 0-1 0 0,-1 0 1 0 0,1-1-1 0 0,-1 1 1 0 0,1 0-1 0 0,-1 0 1 0 0,1 0-1 0 0,-1 0 1 0 0,1 0-1 0 0,-1 0 1 0 0,1 0-1 0 0,-1 0 1 0 0,1 0-1 0 0,0 0 1 0 0,-1 0-1 0 0,1 0 1 0 0,-1 0-1 0 0,1 0 0 0 0,-1 0 1 0 0,1 1-1 0 0,-1-1 1 0 0,1 0-1 0 0,0 0 1 0 0,-1 0-1 0 0,1 1 1 0 0,-1-1-1 0 0,1 0 1 0 0,0 1-1 0 0,-1-1 1 0 0,1 0-1 0 0,0 1 1 0 0,-1-1-1 0 0,-18 29 115 0 0,19-28-114 0 0,-20 40 172 0 0,2 0 1 0 0,2 1 0 0 0,-13 53 0 0 0,-23 139 368 0 0,33-143-410 0 0,3-17 53 0 0,-10 124 0 0 0,26-195-193 0 0,-1 1 15 0 0,1 0 1 0 0,0-1-1 0 0,0 1 1 0 0,0 0-1 0 0,0 0 0 0 0,0 0 1 0 0,1 0-1 0 0,0-1 0 0 0,0 1 1 0 0,0 0-1 0 0,0-1 1 0 0,0 1-1 0 0,1-1 0 0 0,2 5 1 0 0,-3-7 7 0 0,20-10 10 0 0,-10 3-32 0 0,0 1 0 0 0,0 1 0 0 0,0 0 0 0 0,0 1 0 0 0,1 0 1 0 0,-1 0-1 0 0,1 1 0 0 0,-1 1 0 0 0,1 0 0 0 0,0 1 0 0 0,0 0 1 0 0,20 3-1 0 0,2 4-419 0 0,0 0-1 0 0,0-2 1 0 0,1-2 0 0 0,0-1 0 0 0,40-3 0 0 0,-59 0 120 0 0,-1-2 1 0 0,0 0 0 0 0,1 0-1 0 0,-1-1 1 0 0,-1-1-1 0 0,1-1 1 0 0,-1 0 0 0 0,1-1-1 0 0,-2 0 1 0 0,1-1 0 0 0,-1-1-1 0 0,-1 0 1 0 0,1-1-1 0 0,12-13 1 0 0,-20 19 426 0 0,0 0 0 0 0,-1-1 1 0 0,1 0-1 0 0,-1 0 0 0 0,0 0 0 0 0,-1-1 0 0 0,1 1 0 0 0,-1-1 1 0 0,0 0-1 0 0,0 0 0 0 0,-1 0 0 0 0,0 0 0 0 0,0-1 0 0 0,0 1 1 0 0,-1 0-1 0 0,1-8 0 0 0,-2 12 139 0 0,-5-4 240 0 0,5 5-457 0 0,-1 0 1 0 0,1 1 0 0 0,0-1-1 0 0,-1 0 1 0 0,1 0 0 0 0,-1 0-1 0 0,1 1 1 0 0,-1-1-1 0 0,1 0 1 0 0,-1 1 0 0 0,1-1-1 0 0,-1 0 1 0 0,0 1 0 0 0,1-1-1 0 0,-1 1 1 0 0,0-1-1 0 0,1 1 1 0 0,-1-1 0 0 0,0 1-1 0 0,0 0 1 0 0,0-1 0 0 0,1 1-1 0 0,-3-1 1 0 0,-1 2 34 0 0,-1-1 1 0 0,0 1-1 0 0,1 0 1 0 0,-1 0 0 0 0,1 0-1 0 0,0 1 1 0 0,-1 0-1 0 0,1-1 1 0 0,0 2-1 0 0,0-1 1 0 0,0 0 0 0 0,-4 4-1 0 0,-12 6 216 0 0,19-11-291 0 0,1 0-1 0 0,-1-1 0 0 0,1 1 0 0 0,-1-1 0 0 0,1 1 1 0 0,0 0-1 0 0,-1-1 0 0 0,1 1 0 0 0,0-1 1 0 0,0 1-1 0 0,-1 0 0 0 0,1 0 0 0 0,0-1 1 0 0,0 1-1 0 0,0 0 0 0 0,0-1 0 0 0,0 1 0 0 0,0 0 1 0 0,0 0-1 0 0,0-1 0 0 0,0 1 0 0 0,0 0 1 0 0,1-1-1 0 0,-1 1 0 0 0,0 0 0 0 0,0-1 1 0 0,0 1-1 0 0,1 0 0 0 0,-1-1 0 0 0,1 1 0 0 0,0 0 1 0 0,45-1 54 0 0,0-2 1 0 0,45-9 0 0 0,-77 9-65 0 0,0-1 0 0 0,0 0 0 0 0,0-1 0 0 0,-1-1 0 0 0,1 0-1 0 0,-1-1 1 0 0,0 0 0 0 0,-1-1 0 0 0,1 0 0 0 0,17-15 0 0 0,-23 14 45 0 0,0 0 0 0 0,0-1-1 0 0,-1 0 1 0 0,6-12 0 0 0,-7 12 171 0 0,-4 8-117 0 0,-13 33 365 0 0,1-4-429 0 0,-12 33 76 0 0,-28 117-1 0 0,17-15 42 0 0,21-99 255 0 0,13-62 979 0 0,0-8-1272 0 0,3-16-58 0 0,1 0-1 0 0,1 0 1 0 0,1 0-1 0 0,1 1 1 0 0,1 0-1 0 0,1 0 1 0 0,1 1-1 0 0,0 0 1 0 0,2 1-1 0 0,19-26 1 0 0,-2 7-24 0 0,2 1 1 0 0,2 2-1 0 0,71-61 0 0 0,-97 91-40 0 0,0 0 0 0 0,0 1 0 0 0,0 0 0 0 0,0 0 0 0 0,1 0 0 0 0,-1 1 0 0 0,1 0 0 0 0,10-3 0 0 0,-18 6 3 0 0,1 0 0 0 0,0 0 0 0 0,-1 0 0 0 0,1 0 0 0 0,0 0 0 0 0,-1-1 0 0 0,1 1 0 0 0,0 0 0 0 0,0 1 0 0 0,-1-1 1 0 0,1 0-1 0 0,0 0 0 0 0,-1 0 0 0 0,1 0 0 0 0,0 0 0 0 0,0 1 0 0 0,-1-1 0 0 0,1 0 0 0 0,-1 1 0 0 0,1-1 0 0 0,0 0 0 0 0,-1 1 0 0 0,1-1 0 0 0,-1 1 1 0 0,1-1-1 0 0,-1 1 0 0 0,1-1 0 0 0,-1 1 0 0 0,1-1 0 0 0,-1 1 0 0 0,1 0 0 0 0,-1-1 0 0 0,0 1 0 0 0,1 0 0 0 0,-1-1 0 0 0,0 1 0 0 0,0 0 0 0 0,0-1 1 0 0,1 1-1 0 0,-1 0 0 0 0,0-1 0 0 0,0 1 0 0 0,0 0 0 0 0,0 0 0 0 0,0-1 0 0 0,0 1 0 0 0,0 0 0 0 0,-1-1 0 0 0,1 1 0 0 0,0 0 0 0 0,0 0 0 0 0,0-1 1 0 0,-1 1-1 0 0,1-1 0 0 0,-1 2 0 0 0,-14 38 27 0 0,8-30-72 0 0,-2-1 0 0 0,1 0 0 0 0,-1 0 0 0 0,0 0 0 0 0,-1-1 0 0 0,0-1 0 0 0,-1 0 0 0 0,-10 6 0 0 0,-13 9-2395 0 0,30-16 648 0 0</inkml:trace>
</inkml:ink>
</file>

<file path=ppt/ink/ink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7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44 556 0 0,'-15'29'1013'0'0,"2"0"-1"0"0,1 1 1 0 0,1 1-1 0 0,1-1 1 0 0,2 2-1 0 0,-5 45 1 0 0,7-25 3055 0 0,7-60-3890 0 0,2-6-112 0 0,1 0 1 0 0,0 0 0 0 0,1 0-1 0 0,0 1 1 0 0,1-1 0 0 0,1 1-1 0 0,0 1 1 0 0,0-1-1 0 0,2 1 1 0 0,13-15 0 0 0,15-14 102 0 0,63-53 1 0 0,-49 48-29 0 0,-44 41-107 0 0,-17 21-15 0 0,-31 24 10 0 0,38-37-470 0 0,-36 24 903 0 0,28-17-2943 0 0,7-3-3469 0 0</inkml:trace>
</inkml:ink>
</file>

<file path=ppt/ink/ink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8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78 384 0 0,'-1'0'147'0'0,"1"1"1"0"0,-1 0-1 0 0,0 0 0 0 0,1 0 1 0 0,-1 0-1 0 0,1 0 1 0 0,-1 0-1 0 0,1 0 0 0 0,0 0 1 0 0,-1 0-1 0 0,1 0 0 0 0,0 0 1 0 0,0 0-1 0 0,0 1 1 0 0,0-1-1 0 0,0 0 0 0 0,0 0 1 0 0,0 0-1 0 0,0 0 0 0 0,0 0 1 0 0,0 0-1 0 0,1 0 0 0 0,-1 0 1 0 0,0 0-1 0 0,1 0 1 0 0,-1 0-1 0 0,1 0 0 0 0,-1 0 1 0 0,1 0-1 0 0,-1 0 0 0 0,1 0 1 0 0,0 0-1 0 0,-1 0 0 0 0,1-1 1 0 0,0 1-1 0 0,1 1 1 0 0,0-1 346 0 0,-1-1-431 0 0,-1 1-1 0 0,1-1 0 0 0,-1 0 1 0 0,1 0-1 0 0,0 1 1 0 0,0-1-1 0 0,-1 0 0 0 0,1 0 1 0 0,0 0-1 0 0,-1 0 1 0 0,1 0-1 0 0,0 0 0 0 0,0 0 1 0 0,-1 0-1 0 0,1 0 1 0 0,0 0-1 0 0,0 0 1 0 0,-1 0-1 0 0,1 0 0 0 0,0-1 1 0 0,-1 1-1 0 0,1 0 1 0 0,0-1-1 0 0,-1 1 0 0 0,1 0 1 0 0,0-1-1 0 0,22-9 621 0 0,97-84 1920 0 0,-119 93-2577 0 0,0 0 1 0 0,1 0 0 0 0,-1 0 0 0 0,0 0-1 0 0,0 0 1 0 0,1 1 0 0 0,-1-1 0 0 0,1 0-1 0 0,-1 1 1 0 0,1-1 0 0 0,-1 1 0 0 0,1-1-1 0 0,-1 1 1 0 0,1 0 0 0 0,-1 0 0 0 0,1-1-1 0 0,-1 1 1 0 0,1 0 0 0 0,-1 1 0 0 0,1-1-1 0 0,-1 0 1 0 0,1 0 0 0 0,0 1 0 0 0,-1-1-1 0 0,0 1 1 0 0,3 0 0 0 0,-3 1-2 0 0,1 0 0 0 0,-1 0-1 0 0,0 0 1 0 0,1 0 0 0 0,-1 0 0 0 0,0 1 0 0 0,-1-1 0 0 0,1 0 0 0 0,0 1 0 0 0,-1-1 0 0 0,1 1 0 0 0,-1-1 0 0 0,1 1-1 0 0,-1-1 1 0 0,0 1 0 0 0,-1 2 0 0 0,1 53 381 0 0,-2 0-1 0 0,-4 0 1 0 0,-22 102-1 0 0,23-135-325 0 0,-7 31 196 0 0,-36 102 0 0 0,22-110 477 0 0,24-46-628 0 0,1 1-1 0 0,-1-1 1 0 0,0-1-1 0 0,0 1 1 0 0,0 0-1 0 0,0 0 1 0 0,0-1-1 0 0,-1 1 1 0 0,1-1-1 0 0,0 0 1 0 0,-1 0-1 0 0,1 1 1 0 0,-1-2-1 0 0,1 1 1 0 0,-1 0-1 0 0,-4 0 1 0 0,4 0 188 0 0,-17-13 209 0 0,18 10-474 0 0,0-1-1 0 0,0 1 0 0 0,0-1 0 0 0,0 1 1 0 0,0-1-1 0 0,0 0 0 0 0,1 1 1 0 0,-1-1-1 0 0,1 0 0 0 0,0 0 0 0 0,0 0 1 0 0,0 0-1 0 0,0-1 0 0 0,0 1 0 0 0,1 0 1 0 0,-1 0-1 0 0,1 0 0 0 0,0-1 1 0 0,0 1-1 0 0,0 0 0 0 0,1 0 0 0 0,-1-1 1 0 0,1 1-1 0 0,0 0 0 0 0,1-5 1 0 0,4-9 24 0 0,0 1 0 0 0,1 0 0 0 0,13-24 0 0 0,-12 27-6 0 0,11-20-256 0 0,2 1 0 0 0,1 1 0 0 0,49-54 0 0 0,34-22-4327 0 0,-36 38-3011 0 0,-49 48 3487 0 0</inkml:trace>
</inkml:ink>
</file>

<file path=ppt/ink/ink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18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1117 0 784 0 0,'7'17'537'0'0,"-1"1"-1"0"0,-1-1 0 0 0,-1 1 1 0 0,0 0-1 0 0,-2 0 1 0 0,0 0-1 0 0,0 1 1 0 0,-2-1-1 0 0,-1 0 0 0 0,0 1 1 0 0,-1-1-1 0 0,-1 0 1 0 0,0 0-1 0 0,-2 0 1 0 0,0 0-1 0 0,-13 30 0 0 0,0-7 53 0 0,-2-1-1 0 0,-2-1 0 0 0,-1-1 0 0 0,-2-1 0 0 0,-51 59 1 0 0,30-47-129 0 0,-2-2 1 0 0,-2-1 0 0 0,-3-3 0 0 0,-100 63 0 0 0,61-52-2213 0 0,-3-4 0 0 0,-127 46 0 0 0,138-66-2214 0 0,1-2 303 0 0</inkml:trace>
</inkml:ink>
</file>

<file path=ppt/ink/ink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2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0 732 0 0,'2'1'6717'0'0,"22"-1"-6641"0"0,-13 0 0 0 0,0 1 0 0 0,0 1 0 0 0,0-1 0 0 0,-1 2 0 0 0,1-1 0 0 0,-1 2 1 0 0,0-1-1 0 0,11 6 0 0 0,7 6-882 0 0,37 24 0 0 0,-12-5-2499 0 0,-27-20 1452 0 0</inkml:trace>
</inkml:ink>
</file>

<file path=ppt/ink/ink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3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1 252 0 0,'15'5'240'0'0,"3"3"-196"0"0,-3 1-136 0 0,0-2-96 0 0,1 1 44 0 0</inkml:trace>
</inkml:ink>
</file>

<file path=ppt/ink/ink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3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72 0 0,'17'-2'304'0'0,"-2"0"-32"0"0,-1 0-24 0 0,0 2-84 0 0,-1 0 24 0 0,5-1 0 0 0,-3-1-16 0 0,3 2-120 0 0,1 2-136 0 0,-3-1-180 0 0,1-1-284 0 0,-1-1 124 0 0</inkml:trace>
</inkml:ink>
</file>

<file path=ppt/ink/ink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3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0 272 0 0,'540'40'3873'0'0,"2"-33"-6132"0"0,-451-5 1193 0 0</inkml:trace>
  <inkml:trace contextRef="#ctx0" brushRef="#br0" timeOffset="1">3316 55 20 0 0,'77'0'404'0'0,"-21"0"-52"0"0,2 0-60 0 0,-6-5 16 0 0,1 4-60 0 0,-7 1-40 0 0,2-2 16 0 0,-1 0-76 0 0,1 1 48 0 0,-2 1-40 0 0,5-5-44 0 0,-2 5-52 0 0,2-1-88 0 0,1 1-84 0 0,-3 0-324 0 0,-3-2-464 0 0,-1 2 208 0 0</inkml:trace>
</inkml:ink>
</file>

<file path=ppt/ink/ink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4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2 348 0 0,'-10'12'11479'0'0,"20"-9"-9374"0"0,1-2-2335 0 0,48 3 713 0 0,0-1 0 0 0,113-12 0 0 0,-92 3-220 0 0,-25 3-256 0 0,17-2 137 0 0,-28 3-9524 0 0</inkml:trace>
</inkml:ink>
</file>

<file path=ppt/ink/ink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5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 1092 0 0,'-10'-2'7358'0'0,"9"5"-7237"0"0,0 0 0 0 0,0 1-1 0 0,0-1 1 0 0,1 1 0 0 0,0-1-1 0 0,0 1 1 0 0,0-1 0 0 0,0 1-1 0 0,0-1 1 0 0,1 1 0 0 0,0 4 0 0 0,14 53 807 0 0,-6-29-467 0 0,-2 10-57 0 0,-5-27-222 0 0,0 0 0 0 0,2 0 0 0 0,6 19 0 0 0,-10-33-168 0 0,0 0 0 0 0,1 0-1 0 0,-1 0 1 0 0,1 0-1 0 0,0 0 1 0 0,-1 0-1 0 0,1 0 1 0 0,0 0-1 0 0,0-1 1 0 0,-1 1-1 0 0,1 0 1 0 0,0 0-1 0 0,0-1 1 0 0,0 1-1 0 0,0 0 1 0 0,0-1-1 0 0,0 1 1 0 0,0-1 0 0 0,0 1-1 0 0,0-1 1 0 0,0 1-1 0 0,0-1 1 0 0,1 0-1 0 0,-1 0 1 0 0,0 0-1 0 0,0 1 1 0 0,0-1-1 0 0,0 0 1 0 0,1 0-1 0 0,-1-1 1 0 0,0 1-1 0 0,0 0 1 0 0,0 0-1 0 0,0 0 1 0 0,0-1 0 0 0,0 1-1 0 0,1-1 1 0 0,-1 1-1 0 0,0-1 1 0 0,0 1-1 0 0,0-1 1 0 0,0 0-1 0 0,-1 1 1 0 0,1-1-1 0 0,0 0 1 0 0,0 0-1 0 0,1-1 1 0 0,8-5-2 0 0,-1-2 1 0 0,0 1 0 0 0,12-15-1 0 0,-15 16 44 0 0,117-146 90 0 0,-122 151-23 0 0,-1 9-117 0 0,1 0 0 0 0,0-1 0 0 0,0 1 1 0 0,0 0-1 0 0,1-1 0 0 0,0 0 0 0 0,0 1 0 0 0,1-1 1 0 0,0 0-1 0 0,0 0 0 0 0,0 0 0 0 0,1 0 1 0 0,0-1-1 0 0,0 1 0 0 0,0-1 0 0 0,1 0 1 0 0,0-1-1 0 0,-1 1 0 0 0,2-1 0 0 0,-1 0 1 0 0,1 0-1 0 0,-1 0 0 0 0,1-1 0 0 0,0 0 1 0 0,0 0-1 0 0,0 0 0 0 0,1-1 0 0 0,8 2 1 0 0,-1 0 2 0 0,0 0 1 0 0,0-1 0 0 0,0-1 0 0 0,0 0 0 0 0,0-1 0 0 0,1-1 0 0 0,-1 0 0 0 0,0-1 0 0 0,0-1 0 0 0,1 0 0 0 0,-1 0 0 0 0,22-9 0 0 0,-30 9-5 0 0,-1-1 1 0 0,1 0-1 0 0,-1 0 1 0 0,0 0 0 0 0,0-1-1 0 0,0 1 1 0 0,-1-1 0 0 0,1 0-1 0 0,-1-1 1 0 0,0 1-1 0 0,0-1 1 0 0,0 0 0 0 0,-1 0-1 0 0,0 0 1 0 0,0 0 0 0 0,0-1-1 0 0,-1 1 1 0 0,1-1-1 0 0,1-10 1 0 0,-3 13 30 0 0,0-1-1 0 0,-1 1 1 0 0,1-1 0 0 0,-1 1-1 0 0,0 0 1 0 0,0-1-1 0 0,0 1 1 0 0,-1-1 0 0 0,1 1-1 0 0,-1 0 1 0 0,0-1-1 0 0,0 1 1 0 0,0 0 0 0 0,0 0-1 0 0,-1-1 1 0 0,1 1 0 0 0,-1 0-1 0 0,0 1 1 0 0,0-1-1 0 0,0 0 1 0 0,0 0 0 0 0,0 1-1 0 0,-1-1 1 0 0,1 1 0 0 0,-1 0-1 0 0,1 0 1 0 0,-1 0-1 0 0,0 0 1 0 0,0 0 0 0 0,0 0-1 0 0,0 1 1 0 0,0 0 0 0 0,0-1-1 0 0,-1 1 1 0 0,-5-1-1 0 0,4 1 45 0 0,-1 0 1 0 0,1 0-1 0 0,-1 0 0 0 0,1 1 0 0 0,-1 0 0 0 0,1 0 0 0 0,-1 0 0 0 0,1 1 0 0 0,-1 0 0 0 0,-5 2 0 0 0,9-3-63 0 0,0 0 0 0 0,0 1 0 0 0,0 0-1 0 0,1-1 1 0 0,-1 1 0 0 0,0 0-1 0 0,1 0 1 0 0,-1 0 0 0 0,1 0 0 0 0,-1 0-1 0 0,1 0 1 0 0,0 1 0 0 0,-1-1-1 0 0,1 0 1 0 0,0 1 0 0 0,0-1 0 0 0,0 1-1 0 0,0-1 1 0 0,0 1 0 0 0,0-1-1 0 0,0 1 1 0 0,0 0 0 0 0,1 0 0 0 0,-1-1-1 0 0,1 1 1 0 0,-1 0 0 0 0,1 0-1 0 0,0 0 1 0 0,0-1 0 0 0,0 1 0 0 0,0 0-1 0 0,0 0 1 0 0,0 0 0 0 0,0 0-1 0 0,0-1 1 0 0,1 3 0 0 0,2 5-76 0 0,0 0-1 0 0,0 0 1 0 0,1-1 0 0 0,0 1 0 0 0,1-1 0 0 0,0 0-1 0 0,0 0 1 0 0,1-1 0 0 0,0 1 0 0 0,0-1 0 0 0,0-1-1 0 0,13 11 1 0 0,41 27-2529 0 0,4-10-3712 0 0,-27-17 2369 0 0</inkml:trace>
</inkml:ink>
</file>

<file path=ppt/ink/ink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5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1 360 0 0,'0'0'132'0'0</inkml:trace>
</inkml:ink>
</file>

<file path=ppt/ink/ink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6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1 154 10225 0 0,'8'-4'57'0'0,"0"-1"0"0"0,0 0 0 0 0,0-1 0 0 0,-1 0 1 0 0,9-9-1 0 0,-8 8-50 0 0,-1 0 1 0 0,1 0 0 0 0,0 1-1 0 0,1 0 1 0 0,10-5 0 0 0,12 0-372 0 0,0 0 0 0 0,1 3 1 0 0,0 0-1 0 0,1 2 1 0 0,58-3-1 0 0,-9 0-3646 0 0,-34 2 1524 0 0</inkml:trace>
</inkml:ink>
</file>

<file path=ppt/ink/ink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6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330 23 28 0 0,'0'-1'157'0'0,"0"0"0"0"0,0 0 1 0 0,0 0-1 0 0,0 0 0 0 0,-1 0 0 0 0,1 0 0 0 0,0 0 1 0 0,-1 0-1 0 0,1 0 0 0 0,-1 0 0 0 0,1 0 1 0 0,-1 0-1 0 0,1 1 0 0 0,-1-1 0 0 0,1 0 0 0 0,-1 0 1 0 0,0 1-1 0 0,0-1 0 0 0,1 0 0 0 0,-1 1 0 0 0,0-1 1 0 0,0 0-1 0 0,0 1 0 0 0,0 0 0 0 0,0-1 0 0 0,1 1 1 0 0,-1-1-1 0 0,0 1 0 0 0,-2 0 0 0 0,1 0-9 0 0,0 0 0 0 0,-1 0 0 0 0,1 0 0 0 0,-1 1-1 0 0,1-1 1 0 0,0 1 0 0 0,-1 0 0 0 0,1 0 0 0 0,0 0 0 0 0,0 0-1 0 0,-5 3 1 0 0,-6 4 217 0 0,0 2 1 0 0,-21 21-1 0 0,9-7-34 0 0,2 1 1 0 0,1 0-1 0 0,1 2 1 0 0,2 1-1 0 0,0 0 1 0 0,2 1-1 0 0,1 1 1 0 0,-22 59-1 0 0,33-69-220 0 0,0 1 1 0 0,2 0-1 0 0,0 0 1 0 0,1 1-1 0 0,1-1 0 0 0,1 0 1 0 0,1 1-1 0 0,1-1 1 0 0,6 29-1 0 0,-1-19-259 0 0,1-1 1 0 0,1 0-1 0 0,2-1 1 0 0,1 0-1 0 0,28 49 1 0 0,-32-64-628 0 0,1-2 0 0 0,1 1-1 0 0,0-1 1 0 0,0 0 0 0 0,1-1 0 0 0,1 0 0 0 0,15 11 0 0 0,-1-6-1826 0 0</inkml:trace>
</inkml:ink>
</file>

<file path=ppt/ink/ink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6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368 38 1036 0 0,'-15'-9'937'0'0,"10"5"-533"0"0,-1 1 0 0 0,1-1 1 0 0,-1 1-1 0 0,0 0 0 0 0,0 1 0 0 0,-1-1 1 0 0,1 1-1 0 0,0 1 0 0 0,-12-3 0 0 0,16 5-323 0 0,0-1-1 0 0,-1 1 1 0 0,1-1-1 0 0,0 1 1 0 0,0 0-1 0 0,0 0 1 0 0,0 0-1 0 0,0 1 0 0 0,0-1 1 0 0,0 0-1 0 0,0 1 1 0 0,1-1-1 0 0,-1 1 1 0 0,0-1-1 0 0,1 1 1 0 0,-1 0-1 0 0,1 0 1 0 0,0 0-1 0 0,-1 0 1 0 0,1 0-1 0 0,0 0 1 0 0,0 0-1 0 0,0 3 0 0 0,-3 3 78 0 0,1 0-1 0 0,0 0 0 0 0,1 0 0 0 0,-3 14 0 0 0,2 13 176 0 0,2-1-1 0 0,1 1 1 0 0,6 36-1 0 0,-3-36-36 0 0,-1 0 0 0 0,-5 69 0 0 0,2-99-261 0 0,0 1 0 0 0,0 0-1 0 0,-1-1 1 0 0,1 1 0 0 0,-1 0-1 0 0,0-1 1 0 0,-1 0 0 0 0,1 0-1 0 0,-1 0 1 0 0,0 0-1 0 0,0 0 1 0 0,-1 0 0 0 0,1-1-1 0 0,-1 1 1 0 0,0-1 0 0 0,-1 0-1 0 0,1 0 1 0 0,0-1 0 0 0,-1 1-1 0 0,0-1 1 0 0,0 0 0 0 0,-10 4-1 0 0,5-3-131 0 0,0-1 0 0 0,0-1 0 0 0,0 1 1 0 0,0-2-1 0 0,0 1 0 0 0,-1-2 0 0 0,1 1 0 0 0,0-1 0 0 0,-1-1 0 0 0,1 0 0 0 0,-18-4 0 0 0,22-1-1595 0 0</inkml:trace>
</inkml:ink>
</file>

<file path=ppt/ink/ink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7.2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27 516 0 0,'-18'-23'5263'0'0,"13"22"-5052"0"0,0 0 0 0 0,-1 0 0 0 0,1 1 0 0 0,-1 0 0 0 0,1 0 0 0 0,0 0 0 0 0,-1 1 0 0 0,1 0 1 0 0,0 0-1 0 0,-1 0 0 0 0,1 0 0 0 0,0 1 0 0 0,-6 3 0 0 0,5-3-67 0 0,-1 1 1 0 0,0 1-1 0 0,1-1 0 0 0,-1 1 1 0 0,1 0-1 0 0,0 1 0 0 0,1-1 0 0 0,-1 1 1 0 0,-5 7-1 0 0,10-11-123 0 0,1-1 0 0 0,-1 1 1 0 0,1-1-1 0 0,-1 1 0 0 0,1-1 1 0 0,0 1-1 0 0,-1 0 0 0 0,1-1 0 0 0,0 1 1 0 0,-1 0-1 0 0,1-1 0 0 0,0 1 0 0 0,0 0 1 0 0,0-1-1 0 0,-1 1 0 0 0,1 0 0 0 0,0-1 1 0 0,0 1-1 0 0,0 0 0 0 0,0 0 1 0 0,0-1-1 0 0,0 1 0 0 0,1 0 0 0 0,-1-1 1 0 0,0 1-1 0 0,0 0 0 0 0,0-1 0 0 0,1 1 1 0 0,-1 0-1 0 0,1 0 0 0 0,22 12 208 0 0,-16-12-188 0 0,1 1 0 0 0,0-1 0 0 0,0-1 0 0 0,0 1 0 0 0,14-2 0 0 0,59-9 124 0 0,-78 10-196 0 0,1-1 0 0 0,0 1 0 0 0,0 0-1 0 0,0 1 1 0 0,0-1 0 0 0,0 1 0 0 0,-1 0-1 0 0,1 0 1 0 0,0 0 0 0 0,-1 0 0 0 0,1 1-1 0 0,0-1 1 0 0,-1 1 0 0 0,0 0 0 0 0,4 2-1 0 0,12 6-998 0 0,18 7-4362 0 0,-23-11 2830 0 0</inkml:trace>
</inkml:ink>
</file>

<file path=ppt/ink/ink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7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20 405 552 0 0,'-12'3'1516'0'0,"11"-3"-1468"0"0,1 0-1 0 0,0 0 1 0 0,0-1 0 0 0,0 1-1 0 0,-1 0 1 0 0,1 0-1 0 0,0 0 1 0 0,0 0-1 0 0,0 0 1 0 0,-1 0 0 0 0,1 0-1 0 0,0 0 1 0 0,0 0-1 0 0,0 0 1 0 0,-1 0-1 0 0,1 0 1 0 0,0 0 0 0 0,0 1-1 0 0,0-1 1 0 0,-1 0-1 0 0,1 0 1 0 0,0 0-1 0 0,0 0 1 0 0,0 0-1 0 0,0 0 1 0 0,-1 0 0 0 0,1 0-1 0 0,0 1 1 0 0,0-1-1 0 0,0 0 1 0 0,0 0-1 0 0,0 0 1 0 0,0 0 0 0 0,-1 0-1 0 0,1 1 1 0 0,0-1-1 0 0,0 0 1 0 0,0 0-1 0 0,0 0 1 0 0,0 1 0 0 0,0-1-1 0 0,0 0 1 0 0,0 0-1 0 0,0 0 1 0 0,0 1-1 0 0,0-1 1 0 0,0 0 0 0 0,0 0-1 0 0,0 0 1 0 0,0 1-1 0 0,0-1 1 0 0,0 0-1 0 0,0 0 1 0 0,0 0 0 0 0,0 1-1 0 0,0-1 1 0 0,0 0-1 0 0,0 0 1 0 0,1 0-1 0 0,6 5 17 0 0,1-2 1 0 0,-1 1-1 0 0,1-1 0 0 0,0-1 0 0 0,1 1 0 0 0,-1-1 0 0 0,0-1 0 0 0,0 0 0 0 0,1 0 0 0 0,-1 0 0 0 0,1-1 0 0 0,-1 0 0 0 0,1-1 0 0 0,-1 0 0 0 0,0 0 0 0 0,1-1 0 0 0,-1 0 0 0 0,12-5 0 0 0,-11 4-34 0 0,0 0 0 0 0,0-1 0 0 0,-1 0 0 0 0,0-1 0 0 0,0 0-1 0 0,0 0 1 0 0,0-1 0 0 0,-1 0 0 0 0,0 0 0 0 0,0-1 0 0 0,-1 1 0 0 0,0-2 0 0 0,0 1 0 0 0,0-1-1 0 0,-1 0 1 0 0,8-15 0 0 0,-7 8 204 0 0,-1 0 0 0 0,-1 0 0 0 0,0-1-1 0 0,-1 1 1 0 0,-1-1 0 0 0,0 0 0 0 0,-1 0-1 0 0,-1 1 1 0 0,-3-26 0 0 0,1 23 704 0 0,-1 0 0 0 0,-1 0 0 0 0,-1 1 0 0 0,-11-30 0 0 0,15 46-878 0 0,0 0-1 0 0,0 0 1 0 0,0 0 0 0 0,0 0 0 0 0,0 0 0 0 0,0 1 0 0 0,0-1 0 0 0,0 0 0 0 0,0 0 0 0 0,0 1 0 0 0,0-1 0 0 0,-1 1 0 0 0,1-1 0 0 0,0 1 0 0 0,0-1-1 0 0,-1 1 1 0 0,1 0 0 0 0,0-1 0 0 0,-1 1 0 0 0,1 0 0 0 0,0 0 0 0 0,-1 0 0 0 0,1 0 0 0 0,0 0 0 0 0,-1 0 0 0 0,1 1 0 0 0,0-1 0 0 0,0 0 0 0 0,-1 1 0 0 0,1-1-1 0 0,0 1 1 0 0,0-1 0 0 0,-2 2 0 0 0,-40 20 790 0 0,36-15-747 0 0,0 0 1 0 0,0 1 0 0 0,1 0 0 0 0,1 1-1 0 0,-1-1 1 0 0,1 1 0 0 0,1 0 0 0 0,-1 0-1 0 0,1 0 1 0 0,1 1 0 0 0,0-1 0 0 0,-2 14-1 0 0,2-4 20 0 0,0 0-1 0 0,2 0 1 0 0,0 0 0 0 0,1 1-1 0 0,1-1 1 0 0,6 35-1 0 0,0-20-870 0 0,1 0 1 0 0,25 63-1 0 0,-8-53-2329 0 0,-1-21-3421 0 0,-10-13 2588 0 0</inkml:trace>
</inkml:ink>
</file>

<file path=ppt/ink/ink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27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887 0 12085 0 0,'4'0'60'0'0,"0"1"-1"0"0,0 0 1 0 0,0-1-1 0 0,0 1 1 0 0,0 1 0 0 0,0-1-1 0 0,-1 0 1 0 0,1 1-1 0 0,-1 0 1 0 0,1 0 0 0 0,-1 0-1 0 0,0 0 1 0 0,1 1-1 0 0,-1-1 1 0 0,0 1-1 0 0,-1 0 1 0 0,1 0 0 0 0,0 0-1 0 0,-1 0 1 0 0,0 0-1 0 0,1 0 1 0 0,-1 1 0 0 0,2 4-1 0 0,4 7 185 0 0,0 0-1 0 0,0 1 1 0 0,-2 0 0 0 0,6 19-1 0 0,-7-15-39 0 0,-1-1-1 0 0,0 1 1 0 0,-2-1-1 0 0,0 1 0 0 0,-1 0 1 0 0,-1 0-1 0 0,-1-1 1 0 0,-1 1-1 0 0,-1 0 1 0 0,-7 27-1 0 0,2-20-36 0 0,-2 0 0 0 0,0-1 0 0 0,-2 0 0 0 0,-1-1-1 0 0,-1 0 1 0 0,-28 36 0 0 0,-3-6-159 0 0,-4-2-1 0 0,-1-2 1 0 0,-3-2 0 0 0,-1-3-1 0 0,-64 40 1 0 0,35-30-1465 0 0,-117 57 0 0 0,36-41-6076 0 0,79-37 3179 0 0</inkml:trace>
</inkml:ink>
</file>

<file path=ppt/ink/ink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34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230 180 760 0 0,'-16'-180'9635'0'0,"15"182"-9606"0"0,1 0-1 0 0,-1 0 1 0 0,1 0-1 0 0,-1 0 1 0 0,0-1-1 0 0,0 1 1 0 0,0 0 0 0 0,0 0-1 0 0,0-1 1 0 0,0 1-1 0 0,0-1 1 0 0,-2 2-1 0 0,-3 5 42 0 0,-45 100 542 0 0,-38 120 1 0 0,74-182-418 0 0,-15 77 1 0 0,26-102-150 0 0,1 0 1 0 0,2 0 0 0 0,0 0-1 0 0,1 1 1 0 0,1-1 0 0 0,4 25 0 0 0,-4-42-37 0 0,-1 0 0 0 0,1 0 1 0 0,0-1-1 0 0,0 1 0 0 0,1 0 1 0 0,-1 0-1 0 0,1-1 0 0 0,0 1 1 0 0,0-1-1 0 0,0 1 0 0 0,0-1 1 0 0,1 0-1 0 0,-1 0 0 0 0,1 0 1 0 0,0 0-1 0 0,-1 0 1 0 0,2-1-1 0 0,-1 1 0 0 0,0-1 1 0 0,0 0-1 0 0,1 0 0 0 0,-1 0 1 0 0,1 0-1 0 0,0-1 0 0 0,5 2 1 0 0,-3-2 2 0 0,0 0 0 0 0,0-1 0 0 0,0 1 0 0 0,0-2 0 0 0,0 1 0 0 0,0 0 0 0 0,0-1 0 0 0,-1 0 0 0 0,1-1 0 0 0,0 1 0 0 0,0-1 0 0 0,-1 0 0 0 0,1-1 0 0 0,-1 1 0 0 0,0-1 0 0 0,7-5 0 0 0,12-9 14 0 0,0-2 0 0 0,33-35 1 0 0,-16 15-25 0 0,-40 38-6 0 0,1 1 1 0 0,-1-1 0 0 0,0 1-1 0 0,1-1 1 0 0,-1 1-1 0 0,1 0 1 0 0,-1 0 0 0 0,1-1-1 0 0,-1 1 1 0 0,1 0-1 0 0,-1 0 1 0 0,0 1 0 0 0,1-1-1 0 0,-1 0 1 0 0,1 0-1 0 0,-1 1 1 0 0,1-1 0 0 0,-1 0-1 0 0,0 1 1 0 0,1 0-1 0 0,-1-1 1 0 0,0 1 0 0 0,0 0-1 0 0,1 0 1 0 0,-1-1-1 0 0,0 1 1 0 0,0 0 0 0 0,0 0-1 0 0,0 0 1 0 0,0 1-1 0 0,0-1 1 0 0,1 1-1 0 0,5 5-4 0 0,5 0 12 0 0,-1-1 1 0 0,1 1-1 0 0,0-2 1 0 0,0 0-1 0 0,1 0 0 0 0,-1-1 1 0 0,1-1-1 0 0,0 0 1 0 0,0-1-1 0 0,0 0 1 0 0,0-1-1 0 0,24-1 1 0 0,-28 0-3 0 0,-1 0 1 0 0,0-1-1 0 0,0-1 1 0 0,1 1-1 0 0,-1-1 0 0 0,0 0 1 0 0,0-1-1 0 0,-1 0 1 0 0,1 0-1 0 0,0-1 1 0 0,-1 0-1 0 0,0 0 0 0 0,0-1 1 0 0,0 0-1 0 0,-1 0 1 0 0,1-1-1 0 0,-1 1 1 0 0,-1-1-1 0 0,1-1 0 0 0,-1 1 1 0 0,7-11-1 0 0,-9 11 30 0 0,-1 0 0 0 0,0 1 1 0 0,0-1-1 0 0,0 0 0 0 0,0 0 0 0 0,-1 0 0 0 0,0-1 0 0 0,-1 1 0 0 0,1 0 0 0 0,-1 0 1 0 0,0 0-1 0 0,-1-1 0 0 0,1 1 0 0 0,-1 0 0 0 0,-2-8 0 0 0,-3-5 73 0 0,-1-1 0 0 0,0 1 0 0 0,-13-22 0 0 0,7 20-800 0 0,11 39-2344 0 0,2-16 3036 0 0,1-1-309 0 0,0 1 1 0 0,-1 0-1 0 0,1 0 1 0 0,0 0-1 0 0,0-1 1 0 0,0 1-1 0 0,1-1 1 0 0,-1 1-1 0 0,0-1 1 0 0,1 1-1 0 0,-1-1 1 0 0,1 0-1 0 0,-1 1 1 0 0,1-1-1 0 0,-1 0 1 0 0,1 0-1 0 0,0 0 0 0 0,0 0 1 0 0,2 0-1 0 0,9 3-2175 0 0</inkml:trace>
</inkml:ink>
</file>

<file path=ppt/ink/ink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34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14 748 0 0,'0'0'1382'0'0,"6"-3"-639"0"0,-4 4 153 0 0,-2 3 865 0 0,-2 1-1631 0 0,0 0 1 0 0,0 1-1 0 0,1-1 0 0 0,0 1 1 0 0,0-1-1 0 0,0 1 0 0 0,1-1 1 0 0,0 1-1 0 0,0 0 0 0 0,0-1 1 0 0,1 1-1 0 0,0-1 1 0 0,0 1-1 0 0,0-1 0 0 0,1 1 1 0 0,-1-1-1 0 0,1 0 0 0 0,1 1 1 0 0,-1-1-1 0 0,4 5 0 0 0,-5-9-68 0 0,-1 0-1 0 0,1 1 1 0 0,0-1-1 0 0,0 0 1 0 0,0 0-1 0 0,0 0 1 0 0,0 0-1 0 0,0 0 0 0 0,0 0 1 0 0,0 0-1 0 0,1 0 1 0 0,-1 0-1 0 0,0 0 1 0 0,0-1-1 0 0,1 1 1 0 0,-1 0-1 0 0,0-1 1 0 0,3 1-1 0 0,-3-1-9 0 0,0 0 0 0 0,0 0 0 0 0,0 0 0 0 0,0-1 0 0 0,-1 1 0 0 0,1 0 0 0 0,0 0 0 0 0,0-1 0 0 0,0 1 0 0 0,0-1 0 0 0,-1 1 0 0 0,1 0 0 0 0,0-1 0 0 0,0 0 0 0 0,-1 1 0 0 0,1-1 0 0 0,0 1 0 0 0,-1-1 0 0 0,1 0 0 0 0,-1 0 0 0 0,1 1-1 0 0,0-2 1 0 0,1-1 24 0 0,0-1-1 0 0,-1 1 1 0 0,1-1-1 0 0,-1 0 0 0 0,0 1 1 0 0,0-1-1 0 0,0 0 0 0 0,-1 0 1 0 0,1 1-1 0 0,-1-1 1 0 0,0 0-1 0 0,0 0 0 0 0,0-4 1 0 0,-17-70-430 0 0,17 76-174 0 0,-6-3-2093 0 0</inkml:trace>
</inkml:ink>
</file>

<file path=ppt/ink/ink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34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5 172 0 0,'4'3'351'0'0,"1"0"1"0"0,0 0-1 0 0,-1 0 0 0 0,0 1 0 0 0,1 0 1 0 0,-1 0-1 0 0,-1 0 0 0 0,1 0 0 0 0,-1 0 1 0 0,1 1-1 0 0,-1 0 0 0 0,3 5 0 0 0,24 66 2508 0 0,-22-54-143 0 0,15-58-2218 0 0,-16 26-392 0 0,0 0 0 0 0,-1-1 1 0 0,7-15-1 0 0,-11 20-218 0 0,1 1-1 0 0,0 0 0 0 0,0 0 1 0 0,0 0-1 0 0,0 0 0 0 0,6-6 0 0 0,18-9-6113 0 0,-16 16 3849 0 0</inkml:trace>
</inkml:ink>
</file>

<file path=ppt/ink/ink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35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5 507 356 0 0,'0'0'1451'0'0,"3"14"-255"0"0,-5 0-729 0 0,-1 1 0 0 0,2-1 0 0 0,0 1-1 0 0,1 0 1 0 0,1 15 0 0 0,0-24-384 0 0,-1 0 1 0 0,1-1-1 0 0,0 1 0 0 0,0-1 0 0 0,0 1 1 0 0,1-1-1 0 0,0 1 0 0 0,0-1 0 0 0,0 0 1 0 0,1 0-1 0 0,0 0 0 0 0,0 0 0 0 0,0-1 1 0 0,0 1-1 0 0,1-1 0 0 0,6 6 0 0 0,-9-9-36 0 0,1 0-1 0 0,-1-1 1 0 0,1 1-1 0 0,0-1 1 0 0,-1 1 0 0 0,1-1-1 0 0,0 0 1 0 0,-1 0-1 0 0,1 0 1 0 0,0 0-1 0 0,-1 0 1 0 0,1 0-1 0 0,0 0 1 0 0,-1 0-1 0 0,1-1 1 0 0,0 1-1 0 0,-1 0 1 0 0,1-1-1 0 0,-1 0 1 0 0,1 1-1 0 0,-1-1 1 0 0,1 0 0 0 0,-1 0-1 0 0,1 0 1 0 0,-1 0-1 0 0,0 0 1 0 0,1 0-1 0 0,0-2 1 0 0,3-1 41 0 0,0 0 1 0 0,-1-1-1 0 0,1 0 1 0 0,-1 1 0 0 0,0-2-1 0 0,4-5 1 0 0,8-22 35 0 0,-1-1-1 0 0,-1 0 1 0 0,-2-1 0 0 0,-1 0-1 0 0,-3-1 1 0 0,9-68 0 0 0,-10 30 18 0 0,-4 0 0 0 0,-8-104 0 0 0,5 176-125 0 0,0 0-1 0 0,0 1 1 0 0,0-1-1 0 0,0 0 1 0 0,0 0 0 0 0,-1 0-1 0 0,1 0 1 0 0,-1 1 0 0 0,1-1-1 0 0,-1 0 1 0 0,0 0-1 0 0,0 1 1 0 0,1-1 0 0 0,-1 0-1 0 0,-2-2 1 0 0,2 4-12 0 0,1 0 1 0 0,-1 0-1 0 0,0 0 0 0 0,1 0 1 0 0,-1-1-1 0 0,1 1 0 0 0,-1 0 1 0 0,1 0-1 0 0,-1 1 1 0 0,0-1-1 0 0,1 0 0 0 0,-1 0 1 0 0,1 0-1 0 0,-1 0 0 0 0,1 0 1 0 0,-1 1-1 0 0,1-1 0 0 0,-1 0 1 0 0,1 0-1 0 0,-1 1 0 0 0,1-1 1 0 0,-1 0-1 0 0,1 1 1 0 0,-1-1-1 0 0,1 1 0 0 0,0-1 1 0 0,-1 0-1 0 0,1 1 0 0 0,0-1 1 0 0,-1 1-1 0 0,1 0 0 0 0,-4 4 7 0 0,0 0 0 0 0,1 1 0 0 0,0 0 0 0 0,0-1 0 0 0,1 1 0 0 0,0 0 0 0 0,-3 11 0 0 0,1 0 2 0 0,1 0 0 0 0,1-1 0 0 0,0 1 0 0 0,1 0 0 0 0,1 0-1 0 0,1 0 1 0 0,1 0 0 0 0,0-1 0 0 0,1 1 0 0 0,0-1 0 0 0,2 1 0 0 0,0-1-1 0 0,0 0 1 0 0,2-1 0 0 0,0 1 0 0 0,1-1 0 0 0,10 14 0 0 0,11 10 20 0 0,1-2 1 0 0,41 39 0 0 0,-35-40 7 0 0,54 71 1 0 0,-89-106-47 0 0,0 0-1 0 0,0 0 1 0 0,-1 0 0 0 0,1 0 0 0 0,0 1-1 0 0,0-1 1 0 0,-1 0 0 0 0,1 0 0 0 0,0 0-1 0 0,-1 1 1 0 0,1-1 0 0 0,-1 0-1 0 0,0 1 1 0 0,1-1 0 0 0,-1 0 0 0 0,0 1-1 0 0,0-1 1 0 0,0 0 0 0 0,0 1 0 0 0,0-1-1 0 0,0 1 1 0 0,0-1 0 0 0,-1 0-1 0 0,1 1 1 0 0,0-1 0 0 0,-1 0 0 0 0,1 1-1 0 0,-1-1 1 0 0,1 0 0 0 0,-1 0-1 0 0,0 0 1 0 0,1 1 0 0 0,-1-1 0 0 0,0 0-1 0 0,0 0 1 0 0,0 0 0 0 0,-2 1 0 0 0,0 1-31 0 0,-1-1 1 0 0,0 0-1 0 0,0-1 1 0 0,0 1-1 0 0,-1-1 1 0 0,1 1-1 0 0,0-1 1 0 0,0 0-1 0 0,-1-1 1 0 0,-7 1-1 0 0,-32-3-6050 0 0</inkml:trace>
</inkml:ink>
</file>

<file path=ppt/ink/ink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40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0 909 432 0 0,'0'0'2094'0'0,"1"8"-4"0"0,3 10-267 0 0,-2-17-1746 0 0,0 0 0 0 0,0 0 0 0 0,0 0 0 0 0,0 0 0 0 0,0 0-1 0 0,0-1 1 0 0,0 1 0 0 0,0 0 0 0 0,1-1 0 0 0,-1 0 0 0 0,0 0 0 0 0,1 1-1 0 0,-1-1 1 0 0,0-1 0 0 0,0 1 0 0 0,1 0 0 0 0,-1 0 0 0 0,0-1 0 0 0,0 1-1 0 0,0-1 1 0 0,1 0 0 0 0,-1 0 0 0 0,0 0 0 0 0,0 0 0 0 0,3-2 0 0 0,59-35 238 0 0,-53 31-159 0 0,15-12-74 0 0,0 0-1 0 0,-1-2 0 0 0,-1-1 0 0 0,-1 0 0 0 0,-1-2 0 0 0,-1-1 0 0 0,-2 0 0 0 0,0-2 0 0 0,-1 0 0 0 0,15-34 0 0 0,-21 35-50 0 0,-1 0 0 0 0,-1 0-1 0 0,-1-1 1 0 0,-2-1-1 0 0,0 1 1 0 0,-2-1 0 0 0,-2 0-1 0 0,0 0 1 0 0,-2 0 0 0 0,0 0-1 0 0,-8-54 1 0 0,7 79-26 0 0,-3-18 43 0 0,0-1 0 0 0,-1 1 0 0 0,-1 0 0 0 0,-1 0 0 0 0,-1 1 0 0 0,0 0 0 0 0,-14-24 0 0 0,20 41-18 0 0,-2-6-19 0 0,0 1-14 0 0,2 7-3 0 0,-4 10-40 0 0,1 1 40 0 0,0 0 1 0 0,0 0-1 0 0,1 1 1 0 0,0-1-1 0 0,-1 17 1 0 0,-5 85-50 0 0,4 1-1 0 0,19 197 1 0 0,0 0 462 0 0,-14-305-437 0 0,1 68 308 0 0,2-62 16 0 0,3-47-172 0 0,-2 17-87 0 0,0-1 1 0 0,1 1-1 0 0,12-31 1 0 0,-14 40-36 0 0,2 0-1 0 0,-1 0 0 0 0,1 1 1 0 0,1-1-1 0 0,0 1 1 0 0,0 1-1 0 0,0-1 1 0 0,12-10-1 0 0,-16 18-3 0 0,0-1 1 0 0,0 1-1 0 0,1-1 1 0 0,-1 1-1 0 0,1 0 1 0 0,-1 0-1 0 0,1 0 0 0 0,-1 0 1 0 0,1 0-1 0 0,0 0 1 0 0,-1 1-1 0 0,1 0 1 0 0,0-1-1 0 0,-1 1 0 0 0,1 0 1 0 0,0 0-1 0 0,0 0 1 0 0,-1 1-1 0 0,1-1 1 0 0,0 1-1 0 0,-1 0 0 0 0,1-1 1 0 0,0 1-1 0 0,-1 0 1 0 0,1 0-1 0 0,2 2 1 0 0,8 5 1 0 0,0 0 1 0 0,-1 0-1 0 0,21 19 1 0 0,0 0-7 0 0,66 34 81 0 0,-87-54-177 0 0,0-2 1 0 0,1 1-1 0 0,-1-2 1 0 0,1 0-1 0 0,0 0 1 0 0,19 2-1 0 0,-25-6-53 0 0,0 0 0 0 0,0 0 0 0 0,0-1-1 0 0,0 0 1 0 0,0 0 0 0 0,0-1 0 0 0,0 0 0 0 0,0 0 0 0 0,-1 0 0 0 0,1-1 0 0 0,-1 0-1 0 0,0-1 1 0 0,10-6 0 0 0,-2 0-183 0 0,0 0 1 0 0,-1-1-1 0 0,0-1 0 0 0,13-15 1 0 0,-20 18 368 0 0,0 0 1 0 0,0 0-1 0 0,-1 0 1 0 0,0-1 0 0 0,0 0-1 0 0,-1 0 1 0 0,-1 0-1 0 0,0 0 1 0 0,3-17 0 0 0,-5 26 40 0 0,-1 0 1 0 0,0 0-1 0 0,0-1 0 0 0,0 1 1 0 0,0 0-1 0 0,0 0 1 0 0,0-1-1 0 0,0 1 1 0 0,0 0-1 0 0,-1 0 1 0 0,1 0-1 0 0,0-1 1 0 0,-1 1-1 0 0,1 0 1 0 0,-1 0-1 0 0,1 0 0 0 0,-1 0 1 0 0,1 0-1 0 0,-1 0 1 0 0,0 0-1 0 0,0 0 1 0 0,0 0-1 0 0,1 0 1 0 0,-1 0-1 0 0,0 0 1 0 0,0 0-1 0 0,0 1 1 0 0,0-1-1 0 0,0 0 0 0 0,0 1 1 0 0,-2-1-1 0 0,1 1-28 0 0,-1 0 0 0 0,1 0 1 0 0,0 0-1 0 0,-1 1 0 0 0,1-1 0 0 0,0 1 0 0 0,-1-1 0 0 0,1 1 0 0 0,0 0 0 0 0,0 0 0 0 0,0 0 0 0 0,0 0 0 0 0,0 0 0 0 0,0 1 0 0 0,-3 2 0 0 0,-1 0 22 0 0,1 1 0 0 0,1 0-1 0 0,-1 0 1 0 0,1 0 0 0 0,-1 1-1 0 0,2-1 1 0 0,-1 1 0 0 0,0 0 0 0 0,-3 11-1 0 0,5-14-33 0 0,1 1-1 0 0,-1 0 1 0 0,1 0-1 0 0,0 0 1 0 0,0 0-1 0 0,0 0 1 0 0,1 0-1 0 0,-1 0 1 0 0,1 0-1 0 0,0 0 0 0 0,0 0 1 0 0,1 0-1 0 0,-1 0 1 0 0,1 0-1 0 0,0 0 1 0 0,0 0-1 0 0,2 5 1 0 0,-2-8-20 0 0,1 0 1 0 0,-1 0 0 0 0,0 0-1 0 0,0 0 1 0 0,1 0-1 0 0,-1-1 1 0 0,1 1 0 0 0,-1-1-1 0 0,1 1 1 0 0,-1-1 0 0 0,1 1-1 0 0,-1-1 1 0 0,1 0-1 0 0,-1 0 1 0 0,1 0 0 0 0,-1 0-1 0 0,1 0 1 0 0,-1 0 0 0 0,1 0-1 0 0,-1 0 1 0 0,1 0-1 0 0,-1-1 1 0 0,1 1 0 0 0,2-2-1 0 0,40-13 47 0 0,-30 9-51 0 0,0 0 0 0 0,1 1 0 0 0,-1 1 1 0 0,1 0-1 0 0,-1 1 0 0 0,1 1 0 0 0,0 0 1 0 0,1 1-1 0 0,-1 0 0 0 0,0 1 0 0 0,29 4 0 0 0,-39-4 4 0 0,2 0-5 0 0,0 0-1 0 0,1-1 1 0 0,-1 0-1 0 0,0-1 1 0 0,0 0-1 0 0,0 0 0 0 0,0 0 1 0 0,0-1-1 0 0,0 0 1 0 0,-1 0-1 0 0,1-1 0 0 0,-1 0 1 0 0,0 0-1 0 0,0 0 1 0 0,0-1-1 0 0,-1 0 1 0 0,1 0-1 0 0,-1 0 0 0 0,-1-1 1 0 0,1 0-1 0 0,4-7 1 0 0,-7 10-14 0 0,30-32 60 0 0,-16 23-55 0 0,-15 12 2 0 0,-1 0 0 0 0,0 0-1 0 0,1 0 1 0 0,-1 0 0 0 0,0 0 0 0 0,1 0-1 0 0,-1 0 1 0 0,0 0 0 0 0,1 0 0 0 0,-1 0-1 0 0,0 0 1 0 0,1 0 0 0 0,-1 1 0 0 0,0-1-1 0 0,1 0 1 0 0,-1 0 0 0 0,0 0 0 0 0,0 0-1 0 0,1 0 1 0 0,-1 1 0 0 0,0-1 0 0 0,0 0-1 0 0,1 0 1 0 0,-1 1 0 0 0,0-1 0 0 0,0 0-1 0 0,0 0 1 0 0,1 1 0 0 0,-1-1 0 0 0,0 0-1 0 0,0 0 1 0 0,0 1 0 0 0,0-1 0 0 0,0 0-1 0 0,1 1 1 0 0,-1-1 0 0 0,0 0 0 0 0,0 1-1 0 0,0-1 1 0 0,0 0 0 0 0,0 1 0 0 0,0-1-1 0 0,0 1 1 0 0,4 25 2 0 0,7 12-8 0 0,4-2 9 0 0,-11-29 8 0 0,0 0 1 0 0,1 0-1 0 0,0-1 0 0 0,0 0 0 0 0,6 7 1 0 0,-6-8-4 0 0,0 0 1 0 0,0 0-1 0 0,1-1 0 0 0,0 0 1 0 0,9 5-1 0 0,-13-8-2 0 0,0 0 0 0 0,1 0 0 0 0,-1 0 0 0 0,1 0 0 0 0,-1-1 0 0 0,1 1 0 0 0,-1-1 1 0 0,1 0-1 0 0,-1 0 0 0 0,1 0 0 0 0,0 0 0 0 0,-1 0 0 0 0,1-1 0 0 0,-1 1 0 0 0,1-1 0 0 0,-1 1 0 0 0,1-1 0 0 0,-1 0 0 0 0,3-1 0 0 0,1-2 2 0 0,0 0 0 0 0,0 0 0 0 0,-1 0 0 0 0,0-1 0 0 0,0 1 0 0 0,0-1 0 0 0,-1-1 0 0 0,1 1 1 0 0,-1 0-1 0 0,0-1 0 0 0,-1 0 0 0 0,6-11 0 0 0,-1-1 57 0 0,-1 0 1 0 0,10-36-1 0 0,-16 52-28 0 0,-1 1-8 0 0,2-5-27 0 0,2 6 52 0 0,33 25-28 0 0,-28-20-10 0 0,0-1 1 0 0,0 0-1 0 0,1-1 1 0 0,15 4-1 0 0,21-1 42 0 0,-13-6-21 0 0,-27-1-20 0 0,0 0 0 0 0,0 0 0 0 0,-1 0-1 0 0,1-1 1 0 0,0 0 0 0 0,-1 0 0 0 0,1-1 0 0 0,-1 1-1 0 0,0-1 1 0 0,9-7 0 0 0,-12 9 22 0 0,-1 0 0 0 0,0 0 0 0 0,1 0 1 0 0,-1 0-1 0 0,0 0 0 0 0,0 0 0 0 0,0-1 0 0 0,0 1 0 0 0,0 0 0 0 0,0-1 0 0 0,0 1 0 0 0,0-1 0 0 0,0 1 1 0 0,-1-1-1 0 0,1 0 0 0 0,-1 1 0 0 0,1-1 0 0 0,-1 1 0 0 0,0-1 0 0 0,1 0 0 0 0,-1 0 0 0 0,0 1 1 0 0,0-1-1 0 0,0 0 0 0 0,0 1 0 0 0,-1-1 0 0 0,1 0 0 0 0,0 1 0 0 0,-1-1 0 0 0,1 0 0 0 0,-1 1 1 0 0,0-1-1 0 0,1 1 0 0 0,-1-1 0 0 0,0 1 0 0 0,0-1 0 0 0,0 1 0 0 0,0 0 0 0 0,0-1 0 0 0,0 1 1 0 0,-2-2-1 0 0,2 2 125 0 0,0 1-138 0 0,0 0 0 0 0,0 0 0 0 0,-1 0 1 0 0,1 0-1 0 0,0 0 0 0 0,0 0 1 0 0,0 0-1 0 0,0 0 0 0 0,0 1 0 0 0,0-1 1 0 0,0 0-1 0 0,0 1 0 0 0,0-1 0 0 0,0 0 1 0 0,0 1-1 0 0,0 0 0 0 0,0-1 1 0 0,0 1-1 0 0,1-1 0 0 0,-1 1 0 0 0,0 0 1 0 0,0 0-1 0 0,1-1 0 0 0,-1 1 0 0 0,0 0 1 0 0,1 0-1 0 0,-1 0 0 0 0,1 0 1 0 0,-1 0-1 0 0,1 0 0 0 0,-1 0 0 0 0,1 0 1 0 0,-1 1-1 0 0,1 2-22 0 0,0-1 1 0 0,0 1-1 0 0,0 0 0 0 0,1-1 1 0 0,-1 1-1 0 0,1 0 1 0 0,0-1-1 0 0,0 1 0 0 0,0-1 1 0 0,2 5-1 0 0,4 7-1189 0 0,1 0-1 0 0,0 0 0 0 0,18 23 1 0 0,-9-18-2768 0 0,2-1 304 0 0</inkml:trace>
</inkml:ink>
</file>

<file path=ppt/ink/ink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44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6 766 292 0 0,'-6'0'10125'0'0,"146"-95"-8976"0"0,-57 35-845 0 0,2 2-88 0 0,-2-4-1 0 0,-4-3 0 0 0,103-108 1 0 0,-170 160-190 0 0,-1 0 1 0 0,0 0 0 0 0,-1-1-1 0 0,-1 0 1 0 0,0-1-1 0 0,-1 0 1 0 0,-1-1 0 0 0,0 1-1 0 0,7-27 1 0 0,-13 38-11 0 0,0 0 0 0 0,0-1 0 0 0,-1 1 1 0 0,0 0-1 0 0,1-1 0 0 0,-1 1 0 0 0,-1 0 1 0 0,1-1-1 0 0,-1 1 0 0 0,-2-8 0 0 0,3 10-13 0 0,-1 0-1 0 0,0 0 0 0 0,0 1 1 0 0,0-1-1 0 0,0 1 1 0 0,-1-1-1 0 0,1 1 0 0 0,0-1 1 0 0,0 1-1 0 0,-1 0 1 0 0,1 0-1 0 0,-1 0 0 0 0,1-1 1 0 0,-1 1-1 0 0,0 1 1 0 0,1-1-1 0 0,-1 0 0 0 0,0 0 1 0 0,0 1-1 0 0,1-1 1 0 0,-1 1-1 0 0,0-1 0 0 0,0 1 1 0 0,0 0-1 0 0,0 0 1 0 0,0-1-1 0 0,0 2 0 0 0,1-1 1 0 0,-1 0-1 0 0,-3 1 1 0 0,3-1-3 0 0,0 0 0 0 0,1 0 0 0 0,-1 0 0 0 0,0 1 0 0 0,0-1 0 0 0,1 1 0 0 0,-1-1 0 0 0,0 1 0 0 0,1 0 0 0 0,-1-1 0 0 0,0 1 0 0 0,1 0 0 0 0,-1 0 0 0 0,1 0 0 0 0,-1 0 0 0 0,1 1 0 0 0,0-1 0 0 0,0 0 0 0 0,-1 1 0 0 0,1-1 0 0 0,0 0 0 0 0,0 1 0 0 0,-1 2 0 0 0,0 0-1 0 0,1 0 1 0 0,0 0-1 0 0,0 0 0 0 0,1 0 0 0 0,-1 0 0 0 0,1 0 0 0 0,0 0 1 0 0,0 0-1 0 0,0 0 0 0 0,1 6 0 0 0,3 8-1 0 0,0 0 1 0 0,2 0-1 0 0,12 30 0 0 0,24 43 36 0 0,-17-41-30 0 0,24 73 0 0 0,-45-109-13 0 0,1 0 0 0 0,-2 1 0 0 0,0 0 0 0 0,-1 0 0 0 0,0 0 0 0 0,-2 0 0 0 0,1 0 0 0 0,-2 0 0 0 0,-4 29 0 0 0,4-39 8 0 0,-1 0 1 0 0,0 0 0 0 0,0 0 0 0 0,0-1 0 0 0,0 1-1 0 0,-1 0 1 0 0,0-1 0 0 0,0 1 0 0 0,0-1 0 0 0,0 0-1 0 0,-1 0 1 0 0,0 0 0 0 0,0-1 0 0 0,0 1 0 0 0,0-1-1 0 0,0 0 1 0 0,-1 0 0 0 0,1-1 0 0 0,-1 1 0 0 0,0-1-1 0 0,1 0 1 0 0,-1 0 0 0 0,0 0 0 0 0,-1-1 0 0 0,1 0-1 0 0,0 0 1 0 0,0 0 0 0 0,-9 0 0 0 0,1 0 5 0 0,1-1 1 0 0,-1 0 0 0 0,1-1-1 0 0,0-1 1 0 0,-1 0-1 0 0,1 0 1 0 0,0-1 0 0 0,0-1-1 0 0,0 0 1 0 0,0 0-1 0 0,-11-7 1 0 0,22 11-70 0 0,0-1 0 0 0,0 1 1 0 0,0-1-1 0 0,0 1 0 0 0,0-1 1 0 0,0 1-1 0 0,0-1 0 0 0,0 0 0 0 0,1 0 1 0 0,-1 1-1 0 0,0-1 0 0 0,0 0 1 0 0,0 0-1 0 0,1 0 0 0 0,-1 0 0 0 0,0 0 1 0 0,1 0-1 0 0,-1 0 0 0 0,1 0 1 0 0,-1 0-1 0 0,1 0 0 0 0,0 0 0 0 0,-1 0 1 0 0,1-2-1 0 0,1 2-230 0 0,-1-1 1 0 0,1 1-1 0 0,0 0 0 0 0,0 0 1 0 0,0 0-1 0 0,0 0 1 0 0,0 0-1 0 0,0 0 0 0 0,0 1 1 0 0,0-1-1 0 0,0 0 0 0 0,0 0 1 0 0,0 1-1 0 0,1-1 0 0 0,-1 1 1 0 0,0-1-1 0 0,0 1 1 0 0,1-1-1 0 0,-1 1 0 0 0,0 0 1 0 0,1 0-1 0 0,-1 0 0 0 0,3 0 1 0 0,11-3-2299 0 0</inkml:trace>
</inkml:ink>
</file>

<file path=ppt/ink/ink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44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33 592 0 0,'-13'-27'4227'0'0,"13"27"-4133"0"0,-1-1 0 0 0,1 1 0 0 0,0 0 1 0 0,0-1-1 0 0,-1 1 0 0 0,1 0 0 0 0,-1-1 0 0 0,1 1 0 0 0,0 0 0 0 0,-1-1 0 0 0,1 1 0 0 0,0 0 1 0 0,-1 0-1 0 0,1 0 0 0 0,-1-1 0 0 0,1 1 0 0 0,-1 0 0 0 0,1 0 0 0 0,-1 0 0 0 0,1 0 0 0 0,-1 0 1 0 0,1 0-1 0 0,0 0 0 0 0,-1 0 0 0 0,1 0 0 0 0,-1 0 0 0 0,1 0 0 0 0,-1 0 0 0 0,-3 3 57 0 0,1-1 0 0 0,0 1 0 0 0,0 0-1 0 0,1 0 1 0 0,-1 0 0 0 0,0 0 0 0 0,1 1-1 0 0,0-1 1 0 0,-3 6 0 0 0,1-2-280 0 0,1-3 181 0 0,1 1-1 0 0,-1 0 1 0 0,1 0 0 0 0,0 1 0 0 0,1-1 0 0 0,-1 0-1 0 0,1 0 1 0 0,0 1 0 0 0,1-1 0 0 0,-1 1 0 0 0,1 9-1 0 0,0-13-37 0 0,0 0 0 0 0,0-1 0 0 0,1 1 0 0 0,-1 0-1 0 0,1-1 1 0 0,-1 1 0 0 0,1-1 0 0 0,-1 1-1 0 0,1 0 1 0 0,0-1 0 0 0,0 0 0 0 0,0 1-1 0 0,0-1 1 0 0,0 1 0 0 0,0-1 0 0 0,0 0 0 0 0,0 0-1 0 0,0 0 1 0 0,0 0 0 0 0,1 0 0 0 0,-1 0-1 0 0,1 0 1 0 0,-1 0 0 0 0,1 0 0 0 0,-1 0-1 0 0,1-1 1 0 0,-1 1 0 0 0,1-1 0 0 0,-1 1 0 0 0,1-1-1 0 0,0 0 1 0 0,-1 1 0 0 0,1-1 0 0 0,0 0-1 0 0,-1 0 1 0 0,1 0 0 0 0,0 0 0 0 0,-1-1-1 0 0,1 1 1 0 0,0 0 0 0 0,-1-1 0 0 0,1 1 0 0 0,2-2-1 0 0,8-2 42 0 0,-1 0-1 0 0,0-1 1 0 0,16-9-1 0 0,26-10 11 0 0,-51 24-63 0 0,6 1-13 0 0,0 0 0 0 0,0 0 1 0 0,0 1-1 0 0,0 0 0 0 0,0 1 0 0 0,10 4 1 0 0,37 10-6314 0 0,-42-16 4048 0 0</inkml:trace>
</inkml:ink>
</file>

<file path=ppt/ink/ink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45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27 316 0 0,'1'0'95'0'0,"1"1"-1"0"0,0 0 1 0 0,-1-1 0 0 0,1 1-1 0 0,-1 0 1 0 0,1 0-1 0 0,-1 0 1 0 0,1 0 0 0 0,-1 0-1 0 0,0 0 1 0 0,0 0-1 0 0,1 1 1 0 0,-1-1 0 0 0,0 0-1 0 0,0 1 1 0 0,0-1 0 0 0,0 1-1 0 0,-1-1 1 0 0,1 1-1 0 0,0 0 1 0 0,0 1 0 0 0,0 1 68 0 0,0 1 1 0 0,0-1-1 0 0,-1 1 1 0 0,1-1-1 0 0,-1 0 1 0 0,0 1-1 0 0,-1-1 1 0 0,0 6-1 0 0,-1 0 156 0 0,0-1 1 0 0,0 1-1 0 0,-1-1 1 0 0,-1 0-1 0 0,1 0 0 0 0,-1 0 1 0 0,-6 8-1 0 0,10-17-291 0 0,-1 0 0 0 0,1 1 0 0 0,-1-1 0 0 0,1 0 0 0 0,-1 0 0 0 0,1 0 1 0 0,-1 1-1 0 0,0-1 0 0 0,1 0 0 0 0,-1 0 0 0 0,1 0 0 0 0,-1 0 0 0 0,1 0 0 0 0,-1 0 0 0 0,1 0 0 0 0,-1 0 0 0 0,0-1 1 0 0,1 1-1 0 0,-1 0 0 0 0,1 0 0 0 0,-1 0 0 0 0,1-1 0 0 0,-1 1 0 0 0,1 0 0 0 0,-1 0 0 0 0,1-1 0 0 0,-1 1 0 0 0,1 0 0 0 0,0-1 1 0 0,-1 1-1 0 0,1-1 0 0 0,0 1 0 0 0,-1 0 0 0 0,1-1 0 0 0,0 1 0 0 0,-1-1 0 0 0,1 1 0 0 0,0-1 0 0 0,0 1 0 0 0,-1-1 1 0 0,1 1-1 0 0,0-1 0 0 0,0 0 0 0 0,0 1 0 0 0,0-1 0 0 0,0 1 0 0 0,0-1 0 0 0,0 1 0 0 0,0-1 0 0 0,0 1 0 0 0,0-1 1 0 0,0 0-1 0 0,0 1 0 0 0,0-1 0 0 0,0 1 0 0 0,1-1 0 0 0,-1 1 0 0 0,0-1 0 0 0,0 1 0 0 0,1-1 0 0 0,-1 0 0 0 0,9-16 63 0 0,0 0-1 0 0,1 1 0 0 0,25-31 1 0 0,-25 33-71 0 0,-7 11-14 0 0,-1 0 0 0 0,0 0 0 0 0,1 0 0 0 0,0 1 0 0 0,0-1-1 0 0,-1 1 1 0 0,2-1 0 0 0,-1 1 0 0 0,0 0 0 0 0,0 1 0 0 0,1-1-1 0 0,-1 0 1 0 0,0 1 0 0 0,5-2 0 0 0,-6 3-5 0 0,0 0-1 0 0,-1 0 1 0 0,1 0 0 0 0,0 0-1 0 0,-1 0 1 0 0,1 0-1 0 0,0 0 1 0 0,-1 1 0 0 0,1-1-1 0 0,0 1 1 0 0,-1-1 0 0 0,1 1-1 0 0,-1-1 1 0 0,1 1 0 0 0,-1 0-1 0 0,1 0 1 0 0,-1 0-1 0 0,0 0 1 0 0,1 0 0 0 0,-1 0-1 0 0,0 0 1 0 0,0 0 0 0 0,0 1-1 0 0,1-1 1 0 0,-1 0 0 0 0,-1 1-1 0 0,1-1 1 0 0,0 0 0 0 0,0 1-1 0 0,0 0 1 0 0,-1-1-1 0 0,1 2 1 0 0,11 21 1 0 0,-10-20 6 0 0,1 1 0 0 0,-1 0 0 0 0,1 0 0 0 0,-1 1 0 0 0,-1-1 0 0 0,1 0 0 0 0,-1 1 0 0 0,0-1 0 0 0,0 1 0 0 0,-1-1 0 0 0,1 7 0 0 0,-2-11 7 0 0,1-1 0 0 0,0 0 0 0 0,0 0-1 0 0,0 0 1 0 0,0 1 0 0 0,0-1 0 0 0,0 0 0 0 0,0 0 0 0 0,0 1-1 0 0,0-1 1 0 0,0 0 0 0 0,0 0 0 0 0,0 0 0 0 0,0 1-1 0 0,0-1 1 0 0,0 0 0 0 0,0 0 0 0 0,0 1 0 0 0,1-1 0 0 0,-1 0-1 0 0,0 0 1 0 0,0 0 0 0 0,0 1 0 0 0,0-1 0 0 0,0 0 0 0 0,0 0-1 0 0,1 0 1 0 0,-1 1 0 0 0,0-1 0 0 0,0 0 0 0 0,0 0-1 0 0,0 0 1 0 0,1 0 0 0 0,-1 0 0 0 0,0 0 0 0 0,0 1 0 0 0,1-1-1 0 0,-1 0 1 0 0,0 0 0 0 0,0 0 0 0 0,0 0 0 0 0,1 0-1 0 0,-1 0 1 0 0,0 0 0 0 0,0 0 0 0 0,1 0 0 0 0,-1 0 0 0 0,0 0-1 0 0,0 0 1 0 0,1 0 0 0 0,-1 0 0 0 0,0 0 0 0 0,0 0 0 0 0,0 0-1 0 0,1-1 1 0 0,-1 1 0 0 0,0 0 0 0 0,0 0 0 0 0,1 0-1 0 0,19-18 325 0 0,29-42-354 0 0,-36 43 87 0 0,-10 14-67 0 0,0-2-4 0 0,1 0 0 0 0,0 1 0 0 0,0-1-1 0 0,0 1 1 0 0,1 0 0 0 0,-1 1-1 0 0,1-1 1 0 0,0 1 0 0 0,7-4 0 0 0,-10 6-14 0 0,7 1-8 0 0,-7 0 18 0 0,0 0 0 0 0,-1 0 0 0 0,1 0 0 0 0,0 0 0 0 0,0 0 1 0 0,-1 1-1 0 0,1-1 0 0 0,0 0 0 0 0,0 1 0 0 0,-1 0 0 0 0,1-1 1 0 0,0 1-1 0 0,-1 0 0 0 0,1 0 0 0 0,-1 0 0 0 0,1 0 0 0 0,-1 0 1 0 0,0 0-1 0 0,1 0 0 0 0,-1 0 0 0 0,0 0 0 0 0,0 1 0 0 0,2 1 1 0 0,5 8 6 0 0,1-2 1 0 0,0 1 0 0 0,1-1 0 0 0,0-1 0 0 0,0 1 0 0 0,1-2-1 0 0,0 0 1 0 0,0 0 0 0 0,1-1 0 0 0,-1 0 0 0 0,2-1-1 0 0,-1 0 1 0 0,0-1 0 0 0,1 0 0 0 0,0-1 0 0 0,0-1 0 0 0,0 0-1 0 0,0-1 1 0 0,0 0 0 0 0,25-2 0 0 0,-33 0 21 0 0,-1 1-1 0 0,0-1 1 0 0,0-1 0 0 0,1 1 0 0 0,-1-1 0 0 0,0 1-1 0 0,0-1 1 0 0,-1 0 0 0 0,1 0 0 0 0,0-1-1 0 0,-1 1 1 0 0,1-1 0 0 0,-1 0 0 0 0,0 0-1 0 0,0 0 1 0 0,0 0 0 0 0,3-5 0 0 0,-5 6 76 0 0,1 0 1 0 0,-1-1 0 0 0,1 1-1 0 0,-1-1 1 0 0,0 1-1 0 0,0-1 1 0 0,0 0-1 0 0,0 0 1 0 0,-1 1 0 0 0,1-1-1 0 0,-1 0 1 0 0,0 0-1 0 0,0 1 1 0 0,0-1-1 0 0,0 0 1 0 0,0 0 0 0 0,0 0-1 0 0,-1 0 1 0 0,1 1-1 0 0,-1-1 1 0 0,0 0 0 0 0,0 1-1 0 0,0-1 1 0 0,0 1-1 0 0,-3-5 1 0 0,3 6 272 0 0,-1 0-169 0 0,2 0-195 0 0,0 1-1 0 0,0 0 0 0 0,0 0 1 0 0,0 0-1 0 0,0 0 0 0 0,0 0 1 0 0,0-1-1 0 0,-1 1 1 0 0,1 0-1 0 0,0 0 0 0 0,0 0 1 0 0,0 0-1 0 0,0 0 0 0 0,0 0 1 0 0,-1 0-1 0 0,1-1 1 0 0,0 1-1 0 0,0 0 0 0 0,0 0 1 0 0,0 0-1 0 0,-1 0 0 0 0,1 0 1 0 0,0 0-1 0 0,0 0 1 0 0,0 0-1 0 0,0 0 0 0 0,-1 0 1 0 0,1 0-1 0 0,0 0 0 0 0,0 0 1 0 0,0 0-1 0 0,0 0 0 0 0,-1 0 1 0 0,1 0-1 0 0,0 0 1 0 0,0 1-1 0 0,0-1 0 0 0,0 0 1 0 0,-1 0-1 0 0,1 0 0 0 0,0 0 1 0 0,0 0-1 0 0,0 0 1 0 0,0 0-1 0 0,0 0 0 0 0,-1 1 1 0 0,1-1-1 0 0,0 0 0 0 0,0 0 1 0 0,0 0-1 0 0,0 0 1 0 0,0 1-1 0 0,0-1 0 0 0,0 0 1 0 0,0 0-1 0 0,-1 3-53 0 0,1 1 0 0 0,0-1 0 0 0,0 0 1 0 0,0 0-1 0 0,1 0 0 0 0,-1 1 0 0 0,1-1 0 0 0,-1 0 0 0 0,1 0 0 0 0,0 0 1 0 0,1 0-1 0 0,-1 0 0 0 0,0 0 0 0 0,1 0 0 0 0,-1-1 0 0 0,1 1 0 0 0,3 3 1 0 0,1 1-1214 0 0,0-1 1 0 0,0 0 0 0 0,0 0 0 0 0,1-1 0 0 0,14 10 0 0 0,2-1-2143 0 0</inkml:trace>
</inkml:ink>
</file>

<file path=ppt/ink/ink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47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0 158 472 0 0,'2'-8'243'0'0,"0"1"-1"0"0,1 0 1 0 0,0 0-1 0 0,0 0 1 0 0,0 0 0 0 0,1 0-1 0 0,0 1 1 0 0,0-1-1 0 0,1 1 1 0 0,0 0-1 0 0,0 1 1 0 0,0-1 0 0 0,1 1-1 0 0,-1 0 1 0 0,1 0-1 0 0,0 1 1 0 0,1-1 0 0 0,-1 1-1 0 0,1 1 1 0 0,0-1-1 0 0,0 1 1 0 0,0 1-1 0 0,0-1 1 0 0,1 1 0 0 0,12-2-1 0 0,-12 2-185 0 0,0 0 0 0 0,0 1-1 0 0,0 0 1 0 0,0 1-1 0 0,1-1 1 0 0,-1 1 0 0 0,0 1-1 0 0,0 0 1 0 0,0 0 0 0 0,0 0-1 0 0,0 1 1 0 0,0 0 0 0 0,0 1-1 0 0,0 0 1 0 0,-1 0 0 0 0,1 1-1 0 0,-1 0 1 0 0,0 0 0 0 0,0 0-1 0 0,0 1 1 0 0,-1 0-1 0 0,0 0 1 0 0,10 11 0 0 0,-13-11 7 0 0,1 0 1 0 0,-1 1-1 0 0,0-1 0 0 0,0 1 1 0 0,0 0-1 0 0,-1 0 1 0 0,0 0-1 0 0,0 0 0 0 0,-1 0 1 0 0,0 0-1 0 0,0 0 0 0 0,0 1 1 0 0,-1-1-1 0 0,1 0 1 0 0,-2 1-1 0 0,1-1 0 0 0,-1 0 1 0 0,0 0-1 0 0,0 1 1 0 0,0-1-1 0 0,-1 0 0 0 0,0 0 1 0 0,-4 8-1 0 0,4-12 0 0 0,1 0-1 0 0,-1 0 0 0 0,1 0 0 0 0,-1 0 1 0 0,0 0-1 0 0,0-1 0 0 0,0 1 1 0 0,0 0-1 0 0,0-1 0 0 0,0 0 1 0 0,-1 1-1 0 0,1-1 0 0 0,0 0 1 0 0,-1 0-1 0 0,1 0 0 0 0,-1-1 1 0 0,1 1-1 0 0,-1 0 0 0 0,1-1 0 0 0,-1 0 1 0 0,1 0-1 0 0,-1 1 0 0 0,-2-2 1 0 0,3 1-33 0 0,0 0 1 0 0,0 0 0 0 0,0 0 0 0 0,1 0 0 0 0,-1 0-1 0 0,0-1 1 0 0,0 1 0 0 0,1-1 0 0 0,-1 0 0 0 0,0 1-1 0 0,0-1 1 0 0,1 0 0 0 0,-1 0 0 0 0,1 0 0 0 0,-1 0-1 0 0,1 0 1 0 0,-1 0 0 0 0,1 0 0 0 0,0-1-1 0 0,-1 1 1 0 0,1 0 0 0 0,0-1 0 0 0,0 1 0 0 0,0-1-1 0 0,0 0 1 0 0,0 1 0 0 0,1-1 0 0 0,-1 0 0 0 0,0 1-1 0 0,1-1 1 0 0,-1 0 0 0 0,1 0 0 0 0,-1-2-1 0 0,2-3-1 0 0,0-1-1 0 0,0 0 1 0 0,1 1-1 0 0,-1-1 1 0 0,2 1-1 0 0,-1-1 1 0 0,1 1-1 0 0,0 0 0 0 0,1 0 1 0 0,-1 0-1 0 0,1 1 1 0 0,1-1-1 0 0,-1 1 1 0 0,1 0-1 0 0,0 0 0 0 0,11-9 1 0 0,-10 9-26 0 0,0-1 1 0 0,1 1-1 0 0,0 1 1 0 0,1-1-1 0 0,-1 1 1 0 0,1 1-1 0 0,0-1 1 0 0,0 1-1 0 0,0 1 1 0 0,0-1-1 0 0,1 2 0 0 0,0-1 1 0 0,-1 1-1 0 0,16-2 1 0 0,-20 4-6 0 0,0 0 0 0 0,0 1 0 0 0,1-1 0 0 0,-1 1 0 0 0,0 0 0 0 0,0 0 0 0 0,0 0 0 0 0,0 0 0 0 0,-1 1 0 0 0,1 0 0 0 0,0 0 0 0 0,0 0 0 0 0,-1 0 0 0 0,0 0 0 0 0,1 1 0 0 0,4 4 0 0 0,2 4 1 0 0,0 2 0 0 0,-1-1 0 0 0,13 22 0 0 0,1 3-6 0 0,-22-36 10 0 0,1 0 1 0 0,-1 1-1 0 0,0-1 0 0 0,1 0 0 0 0,-1 0 0 0 0,1 0 1 0 0,0 0-1 0 0,-1-1 0 0 0,1 1 0 0 0,0 0 0 0 0,0-1 0 0 0,-1 1 1 0 0,1-1-1 0 0,0 1 0 0 0,0-1 0 0 0,0 0 0 0 0,-1 0 1 0 0,1 0-1 0 0,0 0 0 0 0,0 0 0 0 0,0 0 0 0 0,0 0 1 0 0,-1-1-1 0 0,1 1 0 0 0,0-1 0 0 0,0 1 0 0 0,-1-1 1 0 0,1 0-1 0 0,2-1 0 0 0,66-33-5 0 0,-37 16 2 0 0,-24 16-10 0 0,1-1 1 0 0,0 1 0 0 0,0 1 0 0 0,0 0 0 0 0,1 1 0 0 0,-1-1 0 0 0,0 2 0 0 0,15 0 0 0 0,91 13-20 0 0,-23-2 28 0 0,-63-11 5 0 0,0-2 0 0 0,39-6 0 0 0,-56 6-1 0 0,-12 2-3 0 0,0 0 1 0 0,1-1-1 0 0,0 1 0 0 0,-1-1 1 0 0,1 1-1 0 0,0-1 0 0 0,-1 1 1 0 0,1-1-1 0 0,-1 0 0 0 0,1 0 0 0 0,-1 0 1 0 0,1 0-1 0 0,-1 0 0 0 0,0 0 1 0 0,1 0-1 0 0,-1-1 0 0 0,0 1 1 0 0,0 0-1 0 0,0-1 0 0 0,2-2 1 0 0,-3 3-3 0 0,1 1 1 0 0,-1-1-1 0 0,1 0 1 0 0,-1 1 0 0 0,1-1-1 0 0,-1 0 1 0 0,1 0 0 0 0,-1 1-1 0 0,0-1 1 0 0,0 0 0 0 0,1 0-1 0 0,-1 0 1 0 0,0 1-1 0 0,0-1 1 0 0,0 0 0 0 0,0 0-1 0 0,0 0 1 0 0,0 0 0 0 0,0 1-1 0 0,0-1 1 0 0,0 0 0 0 0,0 0-1 0 0,0 0 1 0 0,-1 0-1 0 0,1 1 1 0 0,0-1 0 0 0,-1 0-1 0 0,1 0 1 0 0,0 1 0 0 0,-1-1-1 0 0,1 0 1 0 0,-1 1 0 0 0,1-1-1 0 0,-1 0 1 0 0,1 1-1 0 0,-1-1 1 0 0,0 1 0 0 0,1-1-1 0 0,-1 0 1 0 0,0 1 0 0 0,-1-1-1 0 0,-22-9-31 0 0,22 11 31 0 0,0-1 0 0 0,0 0 0 0 0,0 1 0 0 0,0-1 0 0 0,0 1-1 0 0,0 0 1 0 0,0-1 0 0 0,1 1 0 0 0,-1 0 0 0 0,0 0 0 0 0,0 0 0 0 0,1 0 0 0 0,-1 1-1 0 0,0-1 1 0 0,1 0 0 0 0,0 1 0 0 0,-1-1 0 0 0,1 1 0 0 0,0 0 0 0 0,0-1 0 0 0,-1 1-1 0 0,1 0 1 0 0,0-1 0 0 0,1 1 0 0 0,-1 0 0 0 0,0 0 0 0 0,1 0 0 0 0,-1 0 0 0 0,1 0 0 0 0,-1 0-1 0 0,1 0 1 0 0,0 0 0 0 0,0 0 0 0 0,0 0 0 0 0,0 0 0 0 0,0 0 0 0 0,0 0 0 0 0,1 0-1 0 0,-1 0 1 0 0,2 4 0 0 0,0 0 1 0 0,1 0 0 0 0,0 0 0 0 0,0 0 0 0 0,0 0 0 0 0,0 0 0 0 0,1-1 0 0 0,0 0-1 0 0,0 0 1 0 0,1 0 0 0 0,-1 0 0 0 0,1 0 0 0 0,0-1 0 0 0,1 0 0 0 0,-1 0 0 0 0,0-1 0 0 0,1 1 0 0 0,0-1 0 0 0,0 0 0 0 0,0-1-1 0 0,10 4 1 0 0,7 1-81 0 0,-1-2 0 0 0,0 0 0 0 0,1-1 0 0 0,36 2 0 0 0,-15-4-146 0 0,1-2 1 0 0,0-2-1 0 0,67-12 1 0 0,-88 10 169 0 0,1-2 1 0 0,-2-1-1 0 0,1 0 1 0 0,-1-2-1 0 0,0-1 1 0 0,-1 0-1 0 0,0-2 1 0 0,21-15-1 0 0,-38 24 110 0 0,0 0 0 0 0,-1 0 0 0 0,1-1 0 0 0,-1 1 0 0 0,0-1 0 0 0,0 0 0 0 0,-1-1-1 0 0,1 1 1 0 0,-1 0 0 0 0,1-1 0 0 0,-2 0 0 0 0,1 0 0 0 0,0 0 0 0 0,-1 0 0 0 0,0 0 0 0 0,0 0 0 0 0,1-9 0 0 0,-2 12 196 0 0,-5-3-120 0 0,4 4-114 0 0,-1 0 1 0 0,1 1-1 0 0,0-1 0 0 0,0 0 1 0 0,-1 1-1 0 0,1-1 1 0 0,-1 0-1 0 0,1 1 0 0 0,0-1 1 0 0,-1 1-1 0 0,1-1 1 0 0,-1 1-1 0 0,0-1 0 0 0,1 1 1 0 0,-1-1-1 0 0,1 1 1 0 0,-1-1-1 0 0,0 1 0 0 0,1 0 1 0 0,-1-1-1 0 0,0 1 1 0 0,1 0-1 0 0,-1-1 0 0 0,0 1 1 0 0,0 0-1 0 0,1 0 0 0 0,-1 0 1 0 0,0 0-1 0 0,0 0 1 0 0,1 0-1 0 0,-1 0 0 0 0,-1 0 1 0 0,-8 3 13 0 0,0 1 0 0 0,1 0 0 0 0,-1 1 0 0 0,1 0 1 0 0,0 0-1 0 0,0 1 0 0 0,1 0 0 0 0,-1 1 0 0 0,1 0 0 0 0,1 0 0 0 0,0 1 1 0 0,0 0-1 0 0,-7 10 0 0 0,12-17-22 0 0,1 1 0 0 0,0-1 0 0 0,0 0 0 0 0,0 1 0 0 0,0-1 0 0 0,0 1-1 0 0,0-1 1 0 0,0 1 0 0 0,1-1 0 0 0,-1 1 0 0 0,1 0 0 0 0,-1-1 0 0 0,1 1 0 0 0,-1 0 0 0 0,1-1 0 0 0,0 1 0 0 0,0 0 0 0 0,0 2 0 0 0,0-3-3 0 0,1 0-1 0 0,0-1 1 0 0,-1 1 0 0 0,1-1 0 0 0,0 1 0 0 0,-1-1 0 0 0,1 1 0 0 0,0-1-1 0 0,-1 1 1 0 0,1-1 0 0 0,0 0 0 0 0,0 1 0 0 0,-1-1 0 0 0,1 0-1 0 0,0 0 1 0 0,0 0 0 0 0,0 1 0 0 0,0-1 0 0 0,-1 0 0 0 0,1 0 0 0 0,0 0-1 0 0,0 0 1 0 0,0 0 0 0 0,0-1 0 0 0,1 1 0 0 0,12-3 15 0 0,-1 0 0 0 0,1 0 0 0 0,15-7 0 0 0,-21 7-26 0 0,-4 1 3 0 0,1 0 1 0 0,1 1-1 0 0,-1 0 0 0 0,0 0 0 0 0,0 0 1 0 0,1 0-1 0 0,-1 1 0 0 0,0 0 0 0 0,0 0 0 0 0,1 0 1 0 0,-1 1-1 0 0,0 0 0 0 0,1 0 0 0 0,-1 0 1 0 0,0 0-1 0 0,6 4 0 0 0,0-2 21 0 0,-5-1-15 0 0,0-1 0 0 0,0 1 0 0 0,0-1 0 0 0,0-1 0 0 0,0 1 0 0 0,1-1 0 0 0,-1 0 0 0 0,0-1 0 0 0,0 1 0 0 0,0-1 0 0 0,0 0 0 0 0,0-1 0 0 0,0 0 1 0 0,0 1-1 0 0,-1-2 0 0 0,7-2 0 0 0,-4 0 0 0 0,0 0 1 0 0,0 0-1 0 0,0-1 1 0 0,-1 0-1 0 0,1-1 1 0 0,-2 0-1 0 0,1 0 0 0 0,-1 0 1 0 0,0-1-1 0 0,9-14 1 0 0,23-24-97 0 0,-37 45 80 0 0,1 4-114 0 0,1 4 127 0 0,1 0 1 0 0,-1 0-1 0 0,-1 0 1 0 0,1 0-1 0 0,-1 0 1 0 0,0 1-1 0 0,1 10 1 0 0,-3-14 0 0 0,17 42 37 0 0,-16-44-31 0 0,5 10 38 0 0,6-3-8 0 0,-11-8 29 0 0,3-2-60 0 0,5-1 0 0 0,0-1 0 0 0,0 0 0 0 0,0-1 1 0 0,-1 0-1 0 0,1 0 0 0 0,-1-1 0 0 0,11-8 0 0 0,19-4-22 0 0,-36 16 5 0 0,44 1-4 0 0,-28 2-83 0 0,1-1 0 0 0,-1 2 1 0 0,0 1-1 0 0,0 0 0 0 0,29 11 0 0 0,-46-14-220 0 0,3 1 215 0 0</inkml:trace>
</inkml:ink>
</file>

<file path=ppt/ink/ink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48.0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43 392 0 0,'0'0'732'0'0,"-2"-18"508"0"0,2 6 600 0 0,4 0-860 0 0</inkml:trace>
</inkml:ink>
</file>

<file path=ppt/ink/ink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48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1 156 0 0,'2'6'382'0'0,"-1"1"0"0"0,1 0 0 0 0,-1-1 0 0 0,0 1 0 0 0,0 0 0 0 0,-1 0 0 0 0,0 0 0 0 0,0 0 0 0 0,-1 0 0 0 0,0 0 0 0 0,0-1 0 0 0,-1 1 0 0 0,-3 11 0 0 0,-6 13 486 0 0,-20 43-1 0 0,30-71-811 0 0,-28 61 426 0 0,-87 180 928 0 0,30-83-6482 0 0,63-119 2757 0 0</inkml:trace>
</inkml:ink>
</file>

<file path=ppt/ink/ink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1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93 776 0 0,'2'-18'1532'0'0,"-1"0"0"0"0,0 0-1 0 0,-3-20 1 0 0,2 87-437 0 0,-2 1-1 0 0,-10 57 1 0 0,1-6-880 0 0,-2 2 163 0 0,-29 112 0 0 0,45-219-221 0 0,1 0 1 0 0,-1 0-1 0 0,1 1 0 0 0,0-1 0 0 0,0 1 0 0 0,1 0 0 0 0,-1 0 0 0 0,1 1 0 0 0,-1-1 0 0 0,1 1 0 0 0,0 0 0 0 0,10-2 1 0 0,-4-1-147 0 0,1 1 0 0 0,1 0 1 0 0,-1 2-1 0 0,0-1 0 0 0,1 1 1 0 0,16 0-1 0 0,-23 2-7 0 0,0 1 0 0 0,1-1 1 0 0,-1 1-1 0 0,0 1 0 0 0,0-1 0 0 0,0 1 1 0 0,0 0-1 0 0,0 1 0 0 0,9 4 0 0 0,-12-5 0 0 0,0 0 0 0 0,-1 0-1 0 0,1 0 1 0 0,0 1 0 0 0,-1-1-1 0 0,0 1 1 0 0,1-1 0 0 0,-1 1-1 0 0,0 0 1 0 0,0 0 0 0 0,-1 0-1 0 0,1 0 1 0 0,-1 0 0 0 0,1 0 0 0 0,-1 1-1 0 0,0-1 1 0 0,1 7 0 0 0,-2-8-1 0 0,0 0 1 0 0,0 1 0 0 0,0-1-1 0 0,0 1 1 0 0,-1-1 0 0 0,0 0 0 0 0,1 1-1 0 0,-1-1 1 0 0,0 0 0 0 0,0 0-1 0 0,0 1 1 0 0,0-1 0 0 0,0 0-1 0 0,-1 0 1 0 0,1 0 0 0 0,0 0 0 0 0,-1 0-1 0 0,0-1 1 0 0,1 1 0 0 0,-1 0-1 0 0,-2 1 1 0 0,-42 27 23 0 0,32-22-16 0 0,-1-1 0 0 0,0 0 0 0 0,0-1 0 0 0,-1-1 0 0 0,1-1 1 0 0,-1 0-1 0 0,-1 0 0 0 0,1-2 0 0 0,0 0 0 0 0,0-1 0 0 0,-1-1 0 0 0,1 0 0 0 0,-29-5 0 0 0,42 5-137 0 0,1 0-1 0 0,0-1 1 0 0,0 1 0 0 0,-1-1 0 0 0,1 1 0 0 0,0-1-1 0 0,0 0 1 0 0,0 0 0 0 0,0 0 0 0 0,0 0-1 0 0,0 0 1 0 0,0 0 0 0 0,0 0 0 0 0,1-1 0 0 0,-4-2-1 0 0,5 2-279 0 0,0-1 0 0 0,0 1 0 0 0,0 0 0 0 0,0 0 0 0 0,1-1 0 0 0,-1 1 0 0 0,1 0 0 0 0,-1 0 0 0 0,1 0 0 0 0,0-1 0 0 0,0 1 0 0 0,0 0 0 0 0,0 0 0 0 0,0 0 0 0 0,0 1 0 0 0,1-1 0 0 0,2-3 0 0 0,2-3-2026 0 0</inkml:trace>
</inkml:ink>
</file>

<file path=ppt/ink/ink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2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0 301 464 0 0,'0'0'523'0'0,"14"27"2750"0"0,-13-26-3225 0 0,-1 0-1 0 0,1-1 1 0 0,-1 1-1 0 0,1 0 1 0 0,0 0-1 0 0,0 0 1 0 0,-1-1-1 0 0,1 1 1 0 0,0 0-1 0 0,0-1 1 0 0,0 1-1 0 0,0-1 1 0 0,0 1-1 0 0,0-1 1 0 0,0 1-1 0 0,0-1 1 0 0,0 0-1 0 0,0 1 0 0 0,0-1 1 0 0,0 0-1 0 0,0 0 1 0 0,0 0-1 0 0,0 0 1 0 0,0 0-1 0 0,0 0 1 0 0,2 0-1 0 0,40-5 384 0 0,0 2-302 0 0,17 21-56 0 0,-49-13-62 0 0,1-1 1 0 0,0-1-1 0 0,0 0 1 0 0,0 0-1 0 0,23 1 1 0 0,-30-4 28 0 0,0 0 0 0 0,-1-1 0 0 0,1 1 0 0 0,0-1 0 0 0,0 0 0 0 0,0 0-1 0 0,-1-1 1 0 0,1 1 0 0 0,0-1 0 0 0,-1 0 0 0 0,1 0 0 0 0,-1-1 0 0 0,0 1 0 0 0,0-1 0 0 0,7-6 0 0 0,-6 3 51 0 0,0 1 0 0 0,0-1 0 0 0,-1 0 0 0 0,0 0 0 0 0,0-1 1 0 0,0 1-1 0 0,-1-1 0 0 0,0 0 0 0 0,3-11 0 0 0,1-10 351 0 0,-2-1 1 0 0,0 0-1 0 0,-2-1 1 0 0,-1-35-1 0 0,-2 44-111 0 0,5-43 1624 0 0,-5 62-1023 0 0,0 9-835 0 0,-2 37 244 0 0,2 0-1 0 0,10 79 0 0 0,2 34-5929 0 0,-13-152 2274 0 0,-3 9 253 0 0</inkml:trace>
</inkml:ink>
</file>

<file path=ppt/ink/ink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2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18 468 0 0,'0'0'600'0'0,"12"-7"-72"0"0,-3 3-36 0 0,3 3-44 0 0,0-1 324 0 0,14-2-448 0 0,-11 4-80 0 0,5 2-16 0 0,-6-2-168 0 0,15 0-92 0 0,-13 0-160 0 0,3 2-468 0 0,-4 0-708 0 0,3-1 312 0 0</inkml:trace>
</inkml:ink>
</file>

<file path=ppt/ink/ink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5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160 172 288 0 0,'-1'-27'3757'0'0,"2"26"-3681"0"0,-1 0 1 0 0,0 0-1 0 0,0 0 0 0 0,0-1 1 0 0,0 1-1 0 0,-1 0 0 0 0,1 0 0 0 0,0 0 1 0 0,0 0-1 0 0,-1 1 0 0 0,1-1 1 0 0,0 0-1 0 0,-1 0 0 0 0,1 0 0 0 0,-1 0 1 0 0,1 0-1 0 0,-1 0 0 0 0,1 0 1 0 0,-1 1-1 0 0,0-1 0 0 0,1 0 0 0 0,-1 0 1 0 0,0 1-1 0 0,0-1 0 0 0,0 1 1 0 0,1-1-1 0 0,-1 1 0 0 0,0-1 1 0 0,0 1-1 0 0,0-1 0 0 0,0 1 0 0 0,0 0 1 0 0,0-1-1 0 0,0 1 0 0 0,0 0 1 0 0,0 0-1 0 0,0 0 0 0 0,0 0 0 0 0,0 0 1 0 0,0 0-1 0 0,0 0 0 0 0,0 0 1 0 0,0 0-1 0 0,0 0 0 0 0,0 0 1 0 0,0 1-1 0 0,0-1 0 0 0,0 1 0 0 0,0-1 1 0 0,0 0-1 0 0,-1 2 0 0 0,-6 3 46 0 0,1 0 1 0 0,0 0-1 0 0,0 1 0 0 0,0 0 0 0 0,-6 8 0 0 0,5-5-30 0 0,0 1-1 0 0,1 0 0 0 0,1-1 0 0 0,-1 2 1 0 0,1-1-1 0 0,1 1 0 0 0,0 0 0 0 0,1 0 0 0 0,0 1 1 0 0,0-1-1 0 0,1 1 0 0 0,1 0 0 0 0,0 0 0 0 0,-1 13 1 0 0,3-23-53 0 0,10 17 203 0 0,-7-19-231 0 0,1 0-1 0 0,-1-1 1 0 0,1 1 0 0 0,-1-1-1 0 0,0 0 1 0 0,0 0 0 0 0,1 0-1 0 0,-1 0 1 0 0,0-1 0 0 0,0 1 0 0 0,0-1-1 0 0,0 0 1 0 0,-1 0 0 0 0,1 0-1 0 0,0 0 1 0 0,-1 0 0 0 0,4-4-1 0 0,46-52 58 0 0,-38 41-53 0 0,-7 9-9 0 0,-3 2-8 0 0,1 1 0 0 0,-1 0 0 0 0,1 0 0 0 0,0 0 0 0 0,0 1 0 0 0,1 0 0 0 0,-1-1 0 0 0,1 2 0 0 0,0-1 0 0 0,0 1 0 0 0,0 0 0 0 0,1 0 0 0 0,-1 1 0 0 0,1 0 0 0 0,-1 0 0 0 0,11-2 0 0 0,6 0 5 0 0,-4 0 6 0 0,1-1 0 0 0,-1 0 0 0 0,37-16 0 0 0,-50 18 4 0 0,-1 1 0 0 0,0-2 0 0 0,0 1 0 0 0,0 0 0 0 0,0-1 0 0 0,-1 0 0 0 0,0 0 0 0 0,1 0 0 0 0,-1-1 0 0 0,-1 1 0 0 0,1-1 0 0 0,-1 0-1 0 0,0 0 1 0 0,0-1 0 0 0,0 1 0 0 0,-1 0 0 0 0,1-1 0 0 0,1-8 0 0 0,7-29 330 0 0,-11 42-298 0 0,0-7-13 0 0,0 5-24 0 0,-1 7 61 0 0,-37 134-4 0 0,-74 178 0 0 0,84-240-50 0 0,-80 182 47 0 0,-18 52 31 0 0,96-243 376 0 0,29-66 352 0 0,0-7-674 0 0,-1-11-98 0 0,0 1 1 0 0,2-1-1 0 0,0 0 1 0 0,1 0-1 0 0,0 1 1 0 0,2-1-1 0 0,0 0 1 0 0,0 1-1 0 0,2 0 1 0 0,0 0-1 0 0,1 0 1 0 0,0 1 0 0 0,1 0-1 0 0,14-22 1 0 0,-5 11-744 0 0,0 0 0 0 0,2 2 0 0 0,0 0 0 0 0,2 1 0 0 0,0 1 0 0 0,2 1 0 0 0,36-28 0 0 0,-30 29-2468 0 0,-2 3 240 0 0</inkml:trace>
</inkml:ink>
</file>

<file path=ppt/ink/ink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6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363 100 416 0 0,'61'-95'5069'0'0,"-60"94"-4665"0"0,0-1 81 0 0,-1 2-467 0 0,1 0-1 0 0,-1 0 0 0 0,0 0 0 0 0,0 0 1 0 0,0 0-1 0 0,0 0 0 0 0,0 0 1 0 0,0 0-1 0 0,0 0 0 0 0,0 1 0 0 0,0-1 1 0 0,0 0-1 0 0,1 0 0 0 0,-1 0 1 0 0,0 0-1 0 0,0 0 0 0 0,0 0 0 0 0,0 0 1 0 0,0 0-1 0 0,0 0 0 0 0,0 0 0 0 0,1 0 1 0 0,-1 0-1 0 0,0 0 0 0 0,0 0 1 0 0,0 0-1 0 0,0 0 0 0 0,0 0 0 0 0,0 0 1 0 0,0 0-1 0 0,1 0 0 0 0,-1 0 1 0 0,0 0-1 0 0,0 0 0 0 0,0 0 0 0 0,0 0 1 0 0,0 0-1 0 0,0 0 0 0 0,0-1 1 0 0,1 1-1 0 0,-1 0 0 0 0,0 0 0 0 0,0 0 1 0 0,0 0-1 0 0,0 0 0 0 0,0 0 1 0 0,0 0-1 0 0,0 0 0 0 0,0 0 0 0 0,0-1 1 0 0,0 1-1 0 0,0 0 0 0 0,0 0 1 0 0,0 0-1 0 0,0 0 0 0 0,0 0 0 0 0,0 0 1 0 0,-4 29 305 0 0,-1 0 1 0 0,-2 1-1 0 0,-1-2 1 0 0,-19 47-1 0 0,-3 11 74 0 0,-91 355 806 0 0,117-425-1366 0 0,-6 15 1090 0 0,8-56-143 0 0,13-69-490 0 0,-6 60-220 0 0,-2-28 23 0 0,-10 26-72 0 0,-6 18-11 0 0,11 16-16 0 0,-1 1 0 0 0,1 0 0 0 0,-1-1-1 0 0,1 1 1 0 0,-1 0 0 0 0,0 1 0 0 0,0-1 0 0 0,1 0 0 0 0,-1 1 0 0 0,0 0 0 0 0,0 0 0 0 0,0-1 0 0 0,0 2-1 0 0,1-1 1 0 0,-1 0 0 0 0,0 0 0 0 0,0 1 0 0 0,0 0 0 0 0,1 0 0 0 0,-1-1 0 0 0,0 1 0 0 0,1 1 0 0 0,-1-1 0 0 0,-2 2-1 0 0,-7 3-4 0 0,1 0-1 0 0,0 1 0 0 0,-19 15 0 0 0,14-7 6 0 0,-7 10-5 0 0,18-19 6 0 0,1 1 0 0 0,-1 0 0 0 0,1-1 0 0 0,0 2 0 0 0,1-1 0 0 0,0 0 0 0 0,0 1 0 0 0,-3 13 0 0 0,4 15 18 0 0,3-33-14 0 0,-1 0-1 0 0,0 0 1 0 0,1-1 0 0 0,0 1-1 0 0,0 0 1 0 0,0 0-1 0 0,0-1 1 0 0,0 1 0 0 0,0 0-1 0 0,1-1 1 0 0,-1 1 0 0 0,1-1-1 0 0,0 0 1 0 0,0 1-1 0 0,0-1 1 0 0,0 0 0 0 0,0 0-1 0 0,3 2 1 0 0,0-1 0 0 0,-1-1 0 0 0,1 1 0 0 0,0-1 0 0 0,0-1 0 0 0,0 1 0 0 0,0 0 0 0 0,0-1 0 0 0,0 0 1 0 0,9 0-1 0 0,9 0 1 0 0,0-2 0 0 0,0 0 1 0 0,41-9-1 0 0,-43 6-7 0 0,105-14 16 0 0,-90 22 56 0 0,-19 0-27 0 0,-3 6 19 0 0,-13-10-58 0 0,0 1 1 0 0,0 0-1 0 0,-1 0 1 0 0,1 0 0 0 0,0 0-1 0 0,-1 0 1 0 0,1 0 0 0 0,0 0-1 0 0,-1 0 1 0 0,1 0-1 0 0,-1 0 1 0 0,0 1 0 0 0,1-1-1 0 0,-1 0 1 0 0,0 0 0 0 0,0 0-1 0 0,0 0 1 0 0,0 1-1 0 0,0-1 1 0 0,0 0 0 0 0,0 0-1 0 0,0 0 1 0 0,0 1 0 0 0,-1 0-1 0 0,-8 26-1176 0 0,9-27 545 0 0</inkml:trace>
</inkml:ink>
</file>

<file path=ppt/ink/ink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6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221 396 192 0 0,'18'-20'1920'0'0,"56"-67"3009"0"0,-65 75-4296 0 0,-1 1 1 0 0,0-1 0 0 0,-1-1-1 0 0,0 0 1 0 0,7-20-1 0 0,-9 22 150 0 0,-3 13-59 0 0,-5 20-379 0 0,-235 631 627 0 0,205-547-819 0 0,4 3 0 0 0,-17 124 0 0 0,28-90-16 0 0,14-114-758 0 0,3-38-670 0 0,6-54 289 0 0,3 24 724 0 0,2 0-1 0 0,2 1 1 0 0,2 0-1 0 0,1 1 1 0 0,1 1-1 0 0,2 0 1 0 0,41-58-1 0 0,191-218-537 0 0,-171 221 636 0 0,-48 55 183 0 0,182-228-60 0 0,-183 222 495 0 0,-3-1 0 0 0,-1-1-1 0 0,-2-2 1 0 0,29-79 0 0 0,-38 78 729 0 0,-14 45-770 0 0,-7 7-365 0 0,1 0-1 0 0,0 1 0 0 0,0-1 1 0 0,1 1-1 0 0,-1 0 1 0 0,1 0-1 0 0,1 1 0 0 0,-1-1 1 0 0,1 1-1 0 0,-3 7 1 0 0,-1 1 22 0 0,-53 112 574 0 0,-60 180-1 0 0,-17 146 578 0 0,129-425-1148 0 0,-16 57 58 0 0,3-5-132 0 0,-4 0 0 0 0,-36 77 0 0 0,59-149-657 0 0,-1 2-448 0 0</inkml:trace>
</inkml:ink>
</file>

<file path=ppt/ink/ink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8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0 576 80 0 0,'164'-36'4551'0'0,"-99"24"-2947"0"0,113-37 0 0 0,-156 40-1363 0 0,0 0-1 0 0,0-2 0 0 0,-1 0 0 0 0,0-2 1 0 0,19-14-1 0 0,-30 19-70 0 0,0-1 1 0 0,0 0-1 0 0,-1 0 0 0 0,0-1 1 0 0,-1 0-1 0 0,0-1 0 0 0,0 0 1 0 0,-1 0-1 0 0,-1 0 1 0 0,8-20-1 0 0,-13 30-160 0 0,-1 1-1 0 0,0-1 1 0 0,1 1 0 0 0,-1-1 0 0 0,0 1-1 0 0,0-1 1 0 0,0 1 0 0 0,1-1-1 0 0,-1 0 1 0 0,0 1 0 0 0,0-1 0 0 0,0 1-1 0 0,0-1 1 0 0,0 0 0 0 0,0 1 0 0 0,0-1-1 0 0,0 1 1 0 0,0-1 0 0 0,-1 1-1 0 0,1-1 1 0 0,0 0 0 0 0,0 1 0 0 0,0-1-1 0 0,-1 1 1 0 0,1-1 0 0 0,0 1-1 0 0,-1-1 1 0 0,1 1 0 0 0,0-1 0 0 0,-1 1-1 0 0,1-1 1 0 0,-1 1 0 0 0,1 0-1 0 0,0-1 1 0 0,-1 1 0 0 0,1 0 0 0 0,-1-1-1 0 0,1 1 1 0 0,-1 0 0 0 0,0 0-1 0 0,1-1 1 0 0,-1 1 0 0 0,1 0 0 0 0,-1 0-1 0 0,1 0 1 0 0,-1 0 0 0 0,0 0 0 0 0,1 0-1 0 0,-1 0 1 0 0,1 0 0 0 0,-1 0-1 0 0,1 0 1 0 0,-1 0 0 0 0,0 0 0 0 0,1 0-1 0 0,-1 0 1 0 0,1 0 0 0 0,-1 1-1 0 0,1-1 1 0 0,-2 1 0 0 0,-29 8 94 0 0,24-3-87 0 0,0 1 0 0 0,0 0 1 0 0,1 0-1 0 0,0 0 1 0 0,0 1-1 0 0,0 0 0 0 0,1 0 1 0 0,0 0-1 0 0,1 0 0 0 0,0 1 1 0 0,0 0-1 0 0,1 0 1 0 0,0 0-1 0 0,1 0 0 0 0,0 1 1 0 0,0-1-1 0 0,1 1 0 0 0,0-1 1 0 0,0 1-1 0 0,3 17 0 0 0,-2-24-9 0 0,1 0-1 0 0,0-1 0 0 0,0 1 0 0 0,1-1 1 0 0,-1 1-1 0 0,0-1 0 0 0,1 1 0 0 0,0-1 1 0 0,-1 0-1 0 0,1 0 0 0 0,0 0 0 0 0,0 0 1 0 0,0 0-1 0 0,1 0 0 0 0,-1-1 0 0 0,0 1 1 0 0,1-1-1 0 0,-1 1 0 0 0,1-1 0 0 0,-1 0 1 0 0,1 0-1 0 0,0 0 0 0 0,-1 0 0 0 0,1 0 0 0 0,0-1 1 0 0,-1 1-1 0 0,1-1 0 0 0,0 0 0 0 0,0 0 1 0 0,0 0-1 0 0,0 0 0 0 0,-1 0 0 0 0,6-2 1 0 0,9-1 4 0 0,1 0 0 0 0,-1-1 1 0 0,33-13-1 0 0,-45 16-16 0 0,82-37 23 0 0,-61 26-20 0 0,0 0 1 0 0,1 2-1 0 0,1 0 1 0 0,38-7-1 0 0,-55 18-4 0 0,1 0 0 0 0,-1 0-1 0 0,0 1 1 0 0,0 0-1 0 0,0 1 1 0 0,0 1 0 0 0,-1-1-1 0 0,1 2 1 0 0,17 9-1 0 0,2-1 7 0 0,-27-11 3 0 0,0-2 0 0 0,0 1 0 0 0,0 0 0 0 0,0-1 0 0 0,0 1-1 0 0,1-1 1 0 0,-1 0 0 0 0,0 0 0 0 0,0 0 0 0 0,0-1 0 0 0,0 1 0 0 0,0-1 0 0 0,0 1-1 0 0,0-1 1 0 0,5-2 0 0 0,-6 2 7 0 0,26-27 17 0 0,-27 27-28 0 0,0-1 7 0 0,3-3-6 0 0,-3 3-2 0 0,-1-6-35 0 0,0 8 36 0 0,0-1-1 0 0,0 0 1 0 0,0 0-1 0 0,0 0 1 0 0,0 0-1 0 0,0 0 1 0 0,0 0-1 0 0,-1 0 1 0 0,1 1-1 0 0,0-1 1 0 0,0 0-1 0 0,-1 0 1 0 0,1 0-1 0 0,-1 1 1 0 0,1-1-1 0 0,-1 0 1 0 0,1 0-1 0 0,-1 1 1 0 0,0-1-1 0 0,0 0 0 0 0,-1-3-8 0 0,-1 1-1 0 0,1 1 0 0 0,-1-1 0 0 0,0 0 0 0 0,0 1 0 0 0,0-1 0 0 0,0 1 0 0 0,0 0 0 0 0,0 0 0 0 0,0 0 0 0 0,-1 0 0 0 0,1 1 1 0 0,-1 0-1 0 0,0-1 0 0 0,-4 0 0 0 0,7 2 8 0 0,0 1 0 0 0,-1-1 0 0 0,1 1 1 0 0,0-1-1 0 0,0 1 0 0 0,0-1 0 0 0,0 1 0 0 0,0 0 1 0 0,0-1-1 0 0,1 1 0 0 0,-1 0 0 0 0,0 0 0 0 0,0 0 0 0 0,0-1 1 0 0,1 1-1 0 0,-1 0 0 0 0,0 0 0 0 0,1 0 0 0 0,-1 0 1 0 0,0 2-1 0 0,0-1 2 0 0,0 1 1 0 0,0 0-1 0 0,1 0 0 0 0,-1-1 1 0 0,0 1-1 0 0,1 0 1 0 0,0 0-1 0 0,0 0 0 0 0,0 0 1 0 0,0 0-1 0 0,0 0 1 0 0,0 0-1 0 0,1 0 0 0 0,-1 0 1 0 0,1-1-1 0 0,0 1 1 0 0,0 0-1 0 0,0 0 0 0 0,2 3 1 0 0,-1-2 4 0 0,-1-1 1 0 0,1 1 0 0 0,0-1-1 0 0,0 0 1 0 0,0 1 0 0 0,0-1 0 0 0,1 0-1 0 0,-1 0 1 0 0,1 0 0 0 0,0-1-1 0 0,0 1 1 0 0,0-1 0 0 0,0 1-1 0 0,0-1 1 0 0,1 0 0 0 0,-1 0-1 0 0,1-1 1 0 0,-1 1 0 0 0,1-1-1 0 0,-1 1 1 0 0,1-1 0 0 0,0 0-1 0 0,0 0 1 0 0,0-1 0 0 0,0 1-1 0 0,-1-1 1 0 0,1 0 0 0 0,0 0-1 0 0,0 0 1 0 0,0-1 0 0 0,0 1-1 0 0,0-1 1 0 0,7-2 0 0 0,11-4 1 0 0,0-1 0 0 0,-1-1 0 0 0,0 0 0 0 0,31-20-1 0 0,-45 25-2 0 0,23-21 26 0 0,-29 24-35 0 0,3-3-7 0 0,-2 1 13 0 0,22 9-88 0 0,-14-3 93 0 0,0 0 0 0 0,0-1 0 0 0,0 0 0 0 0,1-1 0 0 0,-1 0 0 0 0,1-1 0 0 0,-1 0 0 0 0,1-1 0 0 0,-1 0 0 0 0,0 0 0 0 0,1-1 0 0 0,-1-1 0 0 0,0 1 0 0 0,0-2 0 0 0,0 1 0 0 0,-1-2 0 0 0,12-5 0 0 0,-11 4 25 0 0,0-1 1 0 0,-1-1-1 0 0,0 1 1 0 0,0-1-1 0 0,0-1 1 0 0,-1 0-1 0 0,-1 0 1 0 0,1 0-1 0 0,-2-1 0 0 0,1 0 1 0 0,-1-1-1 0 0,-1 1 1 0 0,0-1-1 0 0,6-19 1 0 0,7-20 246 0 0,-9 26 197 0 0,-1 0 0 0 0,-1-1 0 0 0,5-34 0 0 0,-13 57-44 0 0,-3 7-159 0 0,-8 19-59 0 0,-13 35-127 0 0,14-21 4 0 0,-8 49-1 0 0,12-45-30 0 0,-1 15-81 0 0,-2 14-1611 0 0,-7-28-6562 0 0</inkml:trace>
</inkml:ink>
</file>

<file path=ppt/ink/ink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3:58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36 728 0 0,'14'-7'1060'0'0,"1"2"-92"0"0,1-1-100 0 0,-1 0-84 0 0,5 3-68 0 0,-3-1-79 0 0,0 1-69 0 0,-2 1-60 0 0,2 2-76 0 0,-1 4-236 0 0,-6-4-316 0 0,5 1-360 0 0,-4 1-664 0 0,1 0-1245 0 0,-1-1 553 0 0</inkml:trace>
</inkml:ink>
</file>

<file path=ppt/ink/ink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1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452 152 236 0 0,'-2'-19'2384'0'0,"-2"-3"-406"0"0,-1 1-1 0 0,-12-33 0 0 0,16 52-1887 0 0,0 0-1 0 0,-1-1 0 0 0,0 1 1 0 0,1 0-1 0 0,-1 0 1 0 0,0 0-1 0 0,0 0 0 0 0,0 0 1 0 0,0 0-1 0 0,-1 0 1 0 0,1 1-1 0 0,0-1 1 0 0,-1 1-1 0 0,1 0 0 0 0,-1-1 1 0 0,0 1-1 0 0,1 1 1 0 0,-1-1-1 0 0,0 0 1 0 0,1 0-1 0 0,-1 1 0 0 0,0 0 1 0 0,-3-1-1 0 0,-5 1 8 0 0,-1-1 1 0 0,1 1-1 0 0,-1 1 0 0 0,-14 3 0 0 0,10 0-59 0 0,0 0 0 0 0,0 2 1 0 0,1 0-1 0 0,0 1 0 0 0,0 0 0 0 0,0 1 0 0 0,1 1 0 0 0,0 0 0 0 0,1 1 0 0 0,0 1 0 0 0,1 0 0 0 0,0 0 0 0 0,0 1 0 0 0,2 1 0 0 0,-1 0 0 0 0,2 0 1 0 0,0 1-1 0 0,0 0 0 0 0,-10 24 0 0 0,14-26-16 0 0,0 1 0 0 0,0 0 0 0 0,1 0 0 0 0,1 0 0 0 0,0 1-1 0 0,1-1 1 0 0,1 1 0 0 0,0-1 0 0 0,0 1 0 0 0,3 23 0 0 0,0-27-2 0 0,0 1-1 0 0,0-1 1 0 0,1 0-1 0 0,1 0 1 0 0,-1-1-1 0 0,2 1 1 0 0,-1-1-1 0 0,1 0 1 0 0,1 0-1 0 0,0 0 1 0 0,0-1-1 0 0,0 0 1 0 0,1 0-1 0 0,0 0 1 0 0,10 6-1 0 0,-8-7-4 0 0,0-1 0 0 0,1 0 0 0 0,0 0 0 0 0,1-1 0 0 0,-1 0 0 0 0,1-1 0 0 0,0-1 0 0 0,0 1 0 0 0,0-2 1 0 0,0 1-1 0 0,1-2 0 0 0,-1 0 0 0 0,1 0 0 0 0,-1-1 0 0 0,1 0 0 0 0,-1-1 0 0 0,19-3 0 0 0,3-2 4 0 0,-1-2 0 0 0,-1-1 1 0 0,1-1-1 0 0,55-27 1 0 0,-59 24-15 0 0,-7 4-9 0 0,-1-2 0 0 0,31-19 0 0 0,-49 29-11 0 0,26 13-49 0 0,-21-6 67 0 0,0 0 0 0 0,1 0 0 0 0,0-1 1 0 0,0 0-1 0 0,1 0 0 0 0,-1-1 1 0 0,1 0-1 0 0,0 0 0 0 0,0-1 1 0 0,0-1-1 0 0,0 1 0 0 0,19 1 1 0 0,2-1 10 0 0,1-1 0 0 0,51-4 0 0 0,-45-5 68 0 0,-36 6-71 0 0,0 1 0 0 0,0 0-1 0 0,0-1 1 0 0,0 1 0 0 0,0-1-1 0 0,0 1 1 0 0,0-1 0 0 0,0 0-1 0 0,0 1 1 0 0,0-1 0 0 0,0 0-1 0 0,0 0 1 0 0,0 0 0 0 0,0 1-1 0 0,0-1 1 0 0,-1 0 0 0 0,1 0-1 0 0,0 0 1 0 0,-1 0 0 0 0,1 0-1 0 0,-1-1 1 0 0,1 1 0 0 0,-1 0 0 0 0,0 0-1 0 0,1-2 1 0 0,-1 1 54 0 0,-17-26 126 0 0,13 24-174 0 0,0 0 0 0 0,-1 0 0 0 0,0 1 0 0 0,0-1 0 0 0,0 1 0 0 0,0 0 0 0 0,-1 1 0 0 0,1-1-1 0 0,-1 1 1 0 0,1 0 0 0 0,-1 0 0 0 0,0 1 0 0 0,-11-2 0 0 0,15 3-128 0 0,0 1 1 0 0,1-1-1 0 0,-1 0 0 0 0,0 0 0 0 0,1 1 0 0 0,-1-1 0 0 0,0 1 1 0 0,1 0-1 0 0,-1-1 0 0 0,1 1 0 0 0,-1 0 0 0 0,1 0 0 0 0,-1 0 0 0 0,1 0 1 0 0,0 0-1 0 0,-1 0 0 0 0,-1 3 0 0 0,-8 12-6533 0 0</inkml:trace>
</inkml:ink>
</file>

<file path=ppt/ink/ink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44:01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0 112,'37'18'2287,"-31"-10"-2040,1 1 0,-2 0 1,1 1-1,-1-1 0,-1 1 0,0 0 1,0 0-1,4 18 0,7 18 606,-14-44-337,-1-1-121,0-1-371,0 1-1,0-1 0,0 0 0,0 0 0,0 0 0,-1 0 0,1 0 1,0 1-1,0-1 0,0 0 0,0 0 0,0 0 0,0 0 0,0 1 1,0-1-1,0 0 0,0 0 0,0 0 0,0 0 0,0 1 0,0-1 1,0 0-1,0 0 0,0 0 0,0 0 0,0 1 0,0-1 0,0 0 1,0 0-1,0 0 0,0 0 0,1 0 0,-1 1 0,0-1 0,0 0 1,0 0-1,0 0 0,0 0 0,0 0 0,1 0 0,-1 1 0,0-1 0,0 0 1,0 0-1,0 0 0,0 0 0,1 0 0,-1 0 0,0 0 0,0 0 1,0 0-1,0 0 0,1 0 0,-1 0 0,0 0 0,0 0 0,0 0 1,0 0-1,1 0 0,-1 0 0,8-16 113,1 1-1,1 0 0,0 1 1,18-20-1,-21 26-100,0 1 0,0 0 0,1 0-1,0 1 1,1 0 0,-1 1 0,1 0-1,0 0 1,15-6 0,-21 11-32,0 0 0,-1-1 1,1 1-1,0 0 0,0 0 1,-1 1-1,1-1 0,0 1 1,-1-1-1,1 1 1,-1 0-1,1 0 0,-1 0 1,1 0-1,-1 0 0,1 0 1,-1 1-1,0-1 0,0 1 1,0 0-1,0 0 0,0 0 1,0 0-1,0 0 0,-1 0 1,1 0-1,-1 0 0,1 1 1,-1-1-1,1 3 0,3 5 11,0 0-1,-1-1 1,0 1-1,0 1 1,-1-1-1,1 13 1,-1 28-897,-3-36-4023</inkml:trace>
</inkml:ink>
</file>

<file path=ppt/ink/ink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2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0 436 0 0,'5'8'596'0'0,"2"2"405"0"0,-6-8-988 0 0,10 17 1257 0 0,-4-6-682 0 0,4 7 98 0 0,-4-7-329 0 0,-1 0 0 0 0,-1 0 0 0 0,0 0-1 0 0,4 18 1 0 0,-9-29-2 0 0,3 5-109 0 0,-1-7 224 0 0,-1-3 446 0 0,3-12-798 0 0,1-1 1 0 0,1 1-1 0 0,9-16 0 0 0,-3 14-25 0 0,-3 6-57 0 0,-7 7-31 0 0,1 0 0 0 0,-1 1 0 0 0,1-1 0 0 0,0 1 0 0 0,0 0 0 0 0,1 0 0 0 0,-1 0 0 0 0,1 0 0 0 0,-1 1 0 0 0,1-1 0 0 0,0 1 0 0 0,0 0 0 0 0,6-2 0 0 0,-10 4-5 0 0,1-1 0 0 0,0 1 0 0 0,0 0 0 0 0,-1 0 0 0 0,1 0 0 0 0,0 0 1 0 0,0 0-1 0 0,-1 0 0 0 0,1 0 0 0 0,0 0 0 0 0,0 0 0 0 0,-1 1 0 0 0,1-1 0 0 0,0 0 0 0 0,-1 0 1 0 0,1 1-1 0 0,0-1 0 0 0,-1 0 0 0 0,1 1 0 0 0,0-1 0 0 0,-1 0 0 0 0,1 1 0 0 0,-1-1 0 0 0,1 1 1 0 0,0-1-1 0 0,-1 1 0 0 0,0 0 0 0 0,1-1 0 0 0,-1 1 0 0 0,1-1 0 0 0,-1 1 0 0 0,0 0 0 0 0,1-1 1 0 0,-1 1-1 0 0,0 0 0 0 0,1 0 0 0 0,9 41-3 0 0,-2-4 32 0 0,-7-33-97 0 0,1-1 1 0 0,-1 1-1 0 0,1-1 1 0 0,0 1-1 0 0,0-1 1 0 0,1 0-1 0 0,-1 0 1 0 0,1 0-1 0 0,0 0 1 0 0,0 0 0 0 0,1-1-1 0 0,-1 1 1 0 0,1-1-1 0 0,-1 0 1 0 0,1 0-1 0 0,0 0 1 0 0,0 0-1 0 0,0-1 1 0 0,1 0-1 0 0,-1 0 1 0 0,0 0-1 0 0,1 0 1 0 0,0-1-1 0 0,-1 1 1 0 0,1-1-1 0 0,0 0 1 0 0,0-1-1 0 0,-1 1 1 0 0,1-1-1 0 0,0 0 1 0 0,0 0-1 0 0,0-1 1 0 0,0 1-1 0 0,-1-1 1 0 0,1 0-1 0 0,8-3 1 0 0,18-4-3182 0 0,-14 4 1380 0 0</inkml:trace>
</inkml:ink>
</file>

<file path=ppt/ink/ink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2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1 349 112 0 0,'0'0'4351'0'0,"0"4"-4055"0"0,0 0-208 0 0,1 0-1 0 0,-1 0 1 0 0,1 0 0 0 0,0 0-1 0 0,0-1 1 0 0,1 1-1 0 0,-1 0 1 0 0,1-1 0 0 0,0 0-1 0 0,0 1 1 0 0,0-1-1 0 0,0 0 1 0 0,1 0 0 0 0,-1 0-1 0 0,1 0 1 0 0,0 0-1 0 0,0-1 1 0 0,0 1 0 0 0,0-1-1 0 0,0 0 1 0 0,0 1 0 0 0,4 0-1 0 0,17 15 234 0 0,-23-17-293 0 0,0 0 0 0 0,0-1 0 0 0,0 1 1 0 0,0-1-1 0 0,0 1 0 0 0,0-1 0 0 0,0 1 0 0 0,1-1 0 0 0,-1 0 0 0 0,0 1 0 0 0,0-1 0 0 0,0 0 0 0 0,0 0 0 0 0,1 0 0 0 0,-1 0 0 0 0,0 0 0 0 0,0 0 0 0 0,0 0 0 0 0,1 0 0 0 0,-1-1 0 0 0,0 1 0 0 0,0 0 0 0 0,0-1 1 0 0,0 1-1 0 0,0-1 0 0 0,0 1 0 0 0,0-1 0 0 0,0 0 0 0 0,0 1 0 0 0,0-1 0 0 0,0 0 0 0 0,0 0 0 0 0,0 0 0 0 0,0 1 0 0 0,0-1 0 0 0,-1 0 0 0 0,1 0 0 0 0,0 0 0 0 0,-1 0 0 0 0,1-2 0 0 0,22-43 521 0 0,-6-4-340 0 0,44-119 136 0 0,-49 143-298 0 0,0 1 0 0 0,1 0 0 0 0,2 1 0 0 0,24-31 0 0 0,-38 54-30 0 0,-1 0-1 0 0,1 0 1 0 0,0 0-1 0 0,-1 0 1 0 0,1 1 0 0 0,0-1-1 0 0,0 0 1 0 0,0 0 0 0 0,0 0-1 0 0,0 1 1 0 0,0-1-1 0 0,0 1 1 0 0,0-1 0 0 0,0 0-1 0 0,0 1 1 0 0,0 0 0 0 0,1-1-1 0 0,-1 1 1 0 0,0 0 0 0 0,0-1-1 0 0,0 1 1 0 0,0 0-1 0 0,1 0 1 0 0,-1 0 0 0 0,0 0-1 0 0,0 0 1 0 0,0 1 0 0 0,1-1-1 0 0,0 0 1 0 0,1 2 16 0 0,-1-1 0 0 0,1 1-1 0 0,-1 0 1 0 0,0-1 0 0 0,0 1 0 0 0,0 0 0 0 0,0 0 0 0 0,0 1-1 0 0,0-1 1 0 0,-1 0 0 0 0,1 0 0 0 0,1 4 0 0 0,4 8 135 0 0,-1 1 0 0 0,0-1-1 0 0,6 22 1 0 0,7 29 9 0 0,-3 0 0 0 0,-2 2-1 0 0,-4-1 1 0 0,3 85 0 0 0,-16-119-1464 0 0,0-10-4615 0 0,2-13 3159 0 0</inkml:trace>
</inkml:ink>
</file>

<file path=ppt/ink/ink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3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11 264 0 0,'15'0'276'0'0,"3"-2"-80"0"0,-2 0-124 0 0,2 0-208 0 0,-3 0-144 0 0,3-1 60 0 0</inkml:trace>
</inkml:ink>
</file>

<file path=ppt/ink/ink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3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160 402 128 0 0,'0'0'6237'0'0,"-1"-1"-6120"0"0,0 0 0 0 0,1 0 0 0 0,-1 1 0 0 0,0-1 0 0 0,0 0 0 0 0,0 0 0 0 0,0 1 0 0 0,1-1 0 0 0,-1 1 0 0 0,0-1 0 0 0,0 1-1 0 0,0-1 1 0 0,0 1 0 0 0,0 0 0 0 0,-1-1 0 0 0,1 1 0 0 0,0 0 0 0 0,-2-1 0 0 0,-7 6-12 0 0,1 1-1 0 0,-1-1 0 0 0,1 1 0 0 0,0 1 0 0 0,0-1 0 0 0,1 2 0 0 0,0-1 0 0 0,0 1 1 0 0,1 0-1 0 0,0 1 0 0 0,0 0 0 0 0,1 0 0 0 0,0 0 0 0 0,1 1 0 0 0,0 0 0 0 0,0 0 1 0 0,-4 16-1 0 0,8-24-56 0 0,1-1-31 0 0,0 0 0 0 0,-1 0 0 0 0,1 1 0 0 0,0-1 0 0 0,0 0 0 0 0,0 0 0 0 0,0 0 0 0 0,0 0 0 0 0,0 1 0 0 0,0-1 0 0 0,1 0 0 0 0,-1 0 0 0 0,0 0 0 0 0,1 0 0 0 0,-1 1 0 0 0,0-1 0 0 0,1 0 0 0 0,0 0 0 0 0,0 1 0 0 0,5-4-1 0 0,0 0 1 0 0,0 0-1 0 0,0 0 1 0 0,-1-1-1 0 0,1 1 1 0 0,-1-1-1 0 0,1-1 0 0 0,-1 1 1 0 0,0-1-1 0 0,8-8 1 0 0,38-26-12 0 0,-50 38-13 0 0,52 6-20 0 0,-48-6 32 0 0,16 0 7 0 0,-1 0 1 0 0,32-6-1 0 0,-45 5-6 0 0,0-1 0 0 0,1 0-1 0 0,-1-1 1 0 0,0 0 0 0 0,-1 0 0 0 0,1 0 0 0 0,0-1 0 0 0,-1 0-1 0 0,0 0 1 0 0,11-10 0 0 0,-7 4-5 0 0,-1-1 0 0 0,0 0-1 0 0,-1 0 1 0 0,0-1 0 0 0,-1 0 0 0 0,0-1 0 0 0,-1 0 0 0 0,0 0-1 0 0,4-17 1 0 0,5-21-36 0 0,8-55 0 0 0,-22 102 33 0 0,4-20-4 0 0,-2-1 0 0 0,-1 1 0 0 0,-1-28 0 0 0,-2 40-9 0 0,-1 1 4 0 0,2 9 6 0 0,-1 0 6 0 0,1 2 1 0 0,0 0 1 0 0,0 0-1 0 0,0-1 1 0 0,0 1 0 0 0,0 0-1 0 0,0 0 1 0 0,1 0 0 0 0,-1 0-1 0 0,-1-1 1 0 0,1 1-1 0 0,0 0 1 0 0,0 0 0 0 0,0 0-1 0 0,0 0 1 0 0,0-1 0 0 0,0 1-1 0 0,0 0 1 0 0,0 0-1 0 0,0 0 1 0 0,0 0 0 0 0,0 0-1 0 0,0-1 1 0 0,0 1 0 0 0,0 0-1 0 0,-1 0 1 0 0,1 0-1 0 0,0 0 1 0 0,0 0 0 0 0,0 0-1 0 0,0-1 1 0 0,0 1 0 0 0,-1 0-1 0 0,1 0 1 0 0,0 0-1 0 0,0 0 1 0 0,0 0 0 0 0,0 0-1 0 0,-1 0 1 0 0,1 0 0 0 0,0 0-1 0 0,0 0 1 0 0,0 0-1 0 0,0 0 1 0 0,-1 0 0 0 0,1 0-1 0 0,0 0 1 0 0,0 0 0 0 0,0 0-1 0 0,0 0 1 0 0,-1 0-1 0 0,1 0 1 0 0,0 0 0 0 0,0 0-1 0 0,0 0 1 0 0,0 0 0 0 0,-1 0-1 0 0,1 0 1 0 0,0 1-1 0 0,0-1 1 0 0,-7 14 47 0 0,0 0-1 0 0,1 1 1 0 0,1 0 0 0 0,0 0-1 0 0,1 0 1 0 0,1 0 0 0 0,1 1 0 0 0,0-1-1 0 0,0 1 1 0 0,2 0 0 0 0,1 17-1 0 0,0-10 4 0 0,1 0 0 0 0,1 0 0 0 0,1 0 0 0 0,2-1-1 0 0,0 1 1 0 0,1-1 0 0 0,12 25 0 0 0,-15-38-39 0 0,1 1 17 0 0,-1 0-1 0 0,1 0 1 0 0,1-1-1 0 0,0 0 0 0 0,0 0 1 0 0,1 0-1 0 0,11 11 0 0 0,-17-20-11 0 0,3 3 624 0 0,-2-1-1850 0 0</inkml:trace>
</inkml:ink>
</file>

<file path=ppt/ink/ink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4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7 792 0 0,'0'0'1740'0'0,"-6"-6"2101"0"0,-6 28-8938 0 0</inkml:trace>
</inkml:ink>
</file>

<file path=ppt/ink/ink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4.9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67 456 0 0,'0'0'762'0'0,"-13"-40"6595"0"0,12 38-7273 0 0,0 1-1 0 0,0-1 1 0 0,0 0-1 0 0,0 1 0 0 0,0-1 1 0 0,-1 0-1 0 0,1 1 0 0 0,0 0 1 0 0,-1-1-1 0 0,1 1 1 0 0,-1 0-1 0 0,0 0 0 0 0,1 0 1 0 0,-1 0-1 0 0,0 0 0 0 0,0 0 1 0 0,0 0-1 0 0,0 1 1 0 0,0-1-1 0 0,1 1 0 0 0,-1-1 1 0 0,0 1-1 0 0,0 0 0 0 0,0 0 1 0 0,0 0-1 0 0,0 0 1 0 0,0 0-1 0 0,0 0 0 0 0,0 0 1 0 0,0 1-1 0 0,0-1 0 0 0,0 1 1 0 0,0-1-1 0 0,0 1 1 0 0,0 0-1 0 0,0 0 0 0 0,1 0 1 0 0,-1 0-1 0 0,0 0 0 0 0,1 0 1 0 0,-1 0-1 0 0,0 1 1 0 0,-1 1-1 0 0,-2 1-71 0 0,0 1 0 0 0,1-1 1 0 0,0 1-1 0 0,-1 0 0 0 0,2 0 0 0 0,-1 1 1 0 0,0-1-1 0 0,1 1 0 0 0,0-1 0 0 0,1 1 0 0 0,-1 0 1 0 0,1 0-1 0 0,-2 9 0 0 0,3-12-5 0 0,2 21 59 0 0,1-11-39 0 0,-2-11-20 0 0,1 0 1 0 0,-1 0-1 0 0,0 0 0 0 0,1 0 1 0 0,-1-1-1 0 0,1 1 0 0 0,0 0 0 0 0,0 0 1 0 0,-1-1-1 0 0,1 1 0 0 0,0 0 1 0 0,0-1-1 0 0,2 2 0 0 0,-2-1 12 0 0,44-5 83 0 0,-12-19-84 0 0,-20 14-11 0 0,0 0-1 0 0,0 0 0 0 0,23-10 1 0 0,-31 17-28 0 0,-4 0 19 0 0,1 0-1 0 0,0 0 0 0 0,0 0 0 0 0,-1 1 1 0 0,1-1-1 0 0,0 1 0 0 0,0-1 1 0 0,0 1-1 0 0,0-1 0 0 0,0 1 0 0 0,0 0 1 0 0,0 0-1 0 0,0 0 0 0 0,0 0 1 0 0,-1 1-1 0 0,1-1 0 0 0,0 0 0 0 0,0 1 1 0 0,0-1-1 0 0,0 1 0 0 0,0 0 0 0 0,-1-1 1 0 0,1 1-1 0 0,0 0 0 0 0,-1 0 1 0 0,3 2-1 0 0,0-1 11 0 0,5 1-3 0 0,87 19-162 0 0,-94-22-117 0 0</inkml:trace>
</inkml:ink>
</file>

<file path=ppt/ink/ink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05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1012 0 0,'0'0'1812'0'0,"3"-13"-364"0"0,3 3-268 0 0,5 5-247 0 0,-1 3-21 0 0,8 9-960 0 0,-6 3-760 0 0,-6-4-2505 0 0</inkml:trace>
</inkml:ink>
</file>

<file path=ppt/ink/ink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19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11 205 924 0 0,'-11'8'8325'0'0,"33"-4"-6539"0"0,38-6-1443 0 0,-51 0-274 0 0,-1-1-1 0 0,-1 0 0 0 0,1 0 0 0 0,0-1 1 0 0,-1 0-1 0 0,0-1 0 0 0,0 1 0 0 0,0-1 0 0 0,0-1 1 0 0,-1 1-1 0 0,0-1 0 0 0,0 0 0 0 0,-1-1 1 0 0,1 1-1 0 0,-1-1 0 0 0,-1 0 0 0 0,1 0 0 0 0,-1-1 1 0 0,-1 0-1 0 0,1 1 0 0 0,-1-1 0 0 0,-1 0 1 0 0,3-9-1 0 0,-5 14-45 0 0,0 0 0 0 0,0 0 1 0 0,0 0-1 0 0,0 0 0 0 0,0 0 1 0 0,-1 0-1 0 0,0 0 0 0 0,1 0 0 0 0,-1 0 1 0 0,0 1-1 0 0,0-1 0 0 0,-3-5 1 0 0,3 7-6 0 0,1 1-15 0 0,-1-1 0 0 0,1 0 0 0 0,-1 1-1 0 0,0-1 1 0 0,0 0 0 0 0,1 1 0 0 0,-1-1 0 0 0,0 1 0 0 0,0-1-1 0 0,0 1 1 0 0,0 0 0 0 0,0-1 0 0 0,1 1 0 0 0,-1 0-1 0 0,0-1 1 0 0,0 1 0 0 0,0 0 0 0 0,0 0 0 0 0,0 0-1 0 0,0 0 1 0 0,0 0 0 0 0,0 0 0 0 0,0 0 0 0 0,0 0-1 0 0,0 1 1 0 0,0-1 0 0 0,0 0 0 0 0,0 0 0 0 0,1 1 0 0 0,-1-1-1 0 0,0 1 1 0 0,0-1 0 0 0,0 1 0 0 0,0-1 0 0 0,0 2-1 0 0,-29 16 13 0 0,25-14-13 0 0,0 0-1 0 0,1 1 1 0 0,-1-1-1 0 0,1 1 0 0 0,1 0 1 0 0,-1 0-1 0 0,0 1 1 0 0,1-1-1 0 0,0 1 1 0 0,1-1-1 0 0,-1 1 0 0 0,1 0 1 0 0,0 0-1 0 0,0 0 1 0 0,1 0-1 0 0,0 0 1 0 0,0 0-1 0 0,0 1 0 0 0,1-1 1 0 0,0 0-1 0 0,0 0 1 0 0,1 1-1 0 0,-1-1 1 0 0,1 0-1 0 0,1 0 1 0 0,-1 0-1 0 0,4 7 0 0 0,-3-6 2 0 0,0-1-1 0 0,1 1 0 0 0,0 0 0 0 0,1-1 0 0 0,-1 0 1 0 0,1 0-1 0 0,1 0 0 0 0,-1-1 0 0 0,1 1 1 0 0,0-1-1 0 0,0 0 0 0 0,0 0 0 0 0,1-1 0 0 0,-1 1 1 0 0,1-1-1 0 0,0-1 0 0 0,1 1 0 0 0,-1-1 0 0 0,1 0 1 0 0,-1 0-1 0 0,1-1 0 0 0,0 0 0 0 0,11 2 1 0 0,-1-3 1 0 0,-1-1 0 0 0,1 0 1 0 0,0-1-1 0 0,0-1 0 0 0,-1 0 1 0 0,1-1-1 0 0,-1-1 1 0 0,0-1-1 0 0,0 0 0 0 0,-1-1 1 0 0,1-1-1 0 0,25-15 0 0 0,-29 16 3 0 0,-1-1-1 0 0,-1-1 1 0 0,1 0-1 0 0,-1 0 1 0 0,-1-1-1 0 0,0 0 0 0 0,0-1 1 0 0,-1 0-1 0 0,0 0 1 0 0,0-1-1 0 0,-1 0 0 0 0,-1 0 1 0 0,0-1-1 0 0,0 0 1 0 0,-1 0-1 0 0,6-24 1 0 0,-9-31 435 0 0,-2 65-383 0 0,-18-2 118 0 0,15 5-172 0 0,0 0 1 0 0,1-1 0 0 0,-1 2 0 0 0,1-1 0 0 0,0 0 0 0 0,-1 0-1 0 0,1 1 1 0 0,0-1 0 0 0,0 1 0 0 0,0 0 0 0 0,0 0 0 0 0,0 0-1 0 0,0 0 1 0 0,0 0 0 0 0,1 0 0 0 0,-1 0 0 0 0,1 0 0 0 0,0 1-1 0 0,-1-1 1 0 0,1 0 0 0 0,0 1 0 0 0,0 0 0 0 0,1-1-1 0 0,-1 1 1 0 0,0-1 0 0 0,1 1 0 0 0,0 0 0 0 0,-1-1 0 0 0,1 4-1 0 0,1-1 0 0 0,0 1 0 0 0,0-1-1 0 0,0 1 1 0 0,0-1-1 0 0,1 0 1 0 0,-1 0 0 0 0,2 0-1 0 0,-1 0 1 0 0,0 0 0 0 0,1 0-1 0 0,0-1 1 0 0,0 1-1 0 0,0-1 1 0 0,7 7 0 0 0,17 16-8 0 0,-14-15 15 0 0,0 1 0 0 0,-1 1 0 0 0,16 22 0 0 0,-25-31-11 0 0,0 1-1 0 0,0-1 1 0 0,-1 0 0 0 0,0 1 0 0 0,0-1 0 0 0,0 1-1 0 0,0 0 1 0 0,-1 0 0 0 0,0-1 0 0 0,0 1 0 0 0,-1 0-1 0 0,0 0 1 0 0,0 0 0 0 0,0 0 0 0 0,-2 7 0 0 0,-3 12-6 0 0,-2 0 1 0 0,-1-1-1 0 0,-1 1 1 0 0,0-1-1 0 0,-2-1 1 0 0,-1 0-1 0 0,-1-1 0 0 0,-1 0 1 0 0,-1-1-1 0 0,-18 20 1 0 0,9-13 118 0 0,-2-1-1 0 0,-1-1 1 0 0,-1-1 0 0 0,-1-2-1 0 0,-2-1 1 0 0,-45 26 0 0 0,71-45 11 0 0,0 0 0 0 0,0 0 0 0 0,0-1 0 0 0,0 0 0 0 0,-1 0 0 0 0,1 0 0 0 0,-1 0 0 0 0,1-1 0 0 0,-1 0 1 0 0,1 0-1 0 0,-1-1 0 0 0,0 1 0 0 0,0-1 0 0 0,-6-1 0 0 0,11 1-114 0 0,0-1 1 0 0,0 1-1 0 0,1-1 1 0 0,-1 1-1 0 0,0-1 0 0 0,0 1 1 0 0,1-1-1 0 0,-1 0 1 0 0,1 1-1 0 0,-1-1 1 0 0,1 0-1 0 0,-1 1 0 0 0,1-1 1 0 0,-1 0-1 0 0,1 1 1 0 0,-1-1-1 0 0,1 0 1 0 0,0 0-1 0 0,-1 0 0 0 0,1 0 1 0 0,0 1-1 0 0,0-1 1 0 0,0 0-1 0 0,0 0 0 0 0,0 0 1 0 0,0 0-1 0 0,0 0 1 0 0,0 1-1 0 0,0-1 1 0 0,0 0-1 0 0,0 0 0 0 0,0 0 1 0 0,1 0-1 0 0,-1 1 1 0 0,1-2-1 0 0,10-26-180 0 0,-11 27 150 0 0,8-15-516 0 0,1 0 1 0 0,0 1-1 0 0,1 0 1 0 0,0 0-1 0 0,14-13 0 0 0,35-32-7079 0 0,-33 35 3834 0 0</inkml:trace>
</inkml:ink>
</file>

<file path=ppt/ink/ink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19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12109 0 0,'192'-61'5179'0'0,"-168"64"-8891"0"0,-8 2-6864 0 0</inkml:trace>
</inkml:ink>
</file>

<file path=ppt/ink/ink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49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71 224 0 0,'-5'-8'1004'0'0,"1"1"0"0"0,-1-1 0 0 0,-1 1 0 0 0,0 0 0 0 0,0 0 0 0 0,0 1 0 0 0,0 0 0 0 0,-10-7 0 0 0,14 11-353 0 0,-11 9 290 0 0,12-7-908 0 0,0 1 0 0 0,-1-1 0 0 0,1 0 0 0 0,0 1 0 0 0,0-1 0 0 0,-1 1 0 0 0,1 0 0 0 0,0-1 0 0 0,0 1 0 0 0,0 0 0 0 0,0-1 0 0 0,0 1 0 0 0,0 0 0 0 0,0 0 0 0 0,0 0 0 0 0,-2 2 0 0 0,-11 24 318 0 0,0 0-1 0 0,2 2 1 0 0,0-1-1 0 0,3 1 1 0 0,0 1 0 0 0,-7 49-1 0 0,-12 193 761 0 0,21-171-750 0 0,2-24-233 0 0,2-20-211 0 0,-2 1 0 0 0,-3-1 0 0 0,-19 73 0 0 0,26-130 14 0 0,1 1 0 0 0,0-1 0 0 0,0 1 1 0 0,0-1-1 0 0,-1 0 0 0 0,1 1 0 0 0,0-1 0 0 0,-1 0 1 0 0,1 1-1 0 0,0-1 0 0 0,-1 0 0 0 0,1 1 0 0 0,0-1 1 0 0,-1 0-1 0 0,1 0 0 0 0,0 1 0 0 0,-1-1 1 0 0,1 0-1 0 0,-1 0 0 0 0,1 0 0 0 0,-1 0 0 0 0,1 0 1 0 0,0 1-1 0 0,-1-1 0 0 0,1 0 0 0 0,-1 0 0 0 0,1 0 1 0 0,-1 0-1 0 0,1 0 0 0 0,-1 0 0 0 0,1-1 0 0 0,0 1 1 0 0,-1 0-1 0 0,1 0 0 0 0,-1 0 0 0 0,1 0 1 0 0,0 0-1 0 0,-1-1 0 0 0,1 1 0 0 0,-1 0 0 0 0,1 0 1 0 0,0-1-1 0 0,-1 1 0 0 0,1 0 0 0 0,-1-1 0 0 0,-14-11-1652 0 0,15 12 1846 0 0,-24-29-5263 0 0,10 9 2190 0 0</inkml:trace>
</inkml:ink>
</file>

<file path=ppt/ink/ink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50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7 220 192 0 0,'0'0'55'0'0,"0"0"-1"0"0,0 0 1 0 0,-1 0 0 0 0,1 0-1 0 0,0 0 1 0 0,0 0-1 0 0,0 0 1 0 0,-1 0 0 0 0,1 0-1 0 0,0 0 1 0 0,0 0 0 0 0,-1 0-1 0 0,1 0 1 0 0,0 0 0 0 0,0 0-1 0 0,0 0 1 0 0,-1 0 0 0 0,1 0-1 0 0,0 0 1 0 0,0 0-1 0 0,0-1 1 0 0,-1 1 0 0 0,1 0-1 0 0,0 0 1 0 0,0 0 0 0 0,0 0-1 0 0,-1-1 1 0 0,1 1 0 0 0,0 0-1 0 0,0 0 1 0 0,0 0-1 0 0,0 0 1 0 0,0-1 0 0 0,0 1-1 0 0,0 0 1 0 0,0 0 0 0 0,-1-1-1 0 0,1 1 1 0 0,0 0 0 0 0,0 0-1 0 0,0 0 1 0 0,0-1 0 0 0,0 1-1 0 0,0 0 1 0 0,0 0-1 0 0,0-1 1 0 0,0 1 0 0 0,0 0-1 0 0,0 0 1 0 0,0 0 0 0 0,1-1-1 0 0,-1 1 1 0 0,0 0 0 0 0,0 0-1 0 0,0-1 1 0 0,0 1-1 0 0,0 0 1 0 0,0 0 0 0 0,0 0-1 0 0,1-1 1 0 0,21-7 1412 0 0,57-6-1085 0 0,-43 8 133 0 0,290-59 1142 0 0,-212 40-1224 0 0,195-52 778 0 0,-240 62-218 0 0,-67 15 139 0 0,-6 3-997 0 0,-6 5-66 0 0,1 0-1 0 0,1 0 1 0 0,-1 1 0 0 0,1 0 0 0 0,1 0 0 0 0,0 1-1 0 0,-10 17 1 0 0,15-24-50 0 0,0 1 0 0 0,1-1 0 0 0,-1 1 0 0 0,1 0-1 0 0,0-1 1 0 0,0 1 0 0 0,0 0 0 0 0,1 0 0 0 0,-1 0 0 0 0,1 0 0 0 0,0 0-1 0 0,1 7 1 0 0,-1-9-7 0 0,1 1-1 0 0,0 0 0 0 0,0-1 1 0 0,0 1-1 0 0,0-1 0 0 0,1 1 1 0 0,-1-1-1 0 0,1 0 0 0 0,0 1 1 0 0,-1-1-1 0 0,1 0 0 0 0,0 0 1 0 0,0 0-1 0 0,0-1 0 0 0,1 1 1 0 0,-1 0-1 0 0,0-1 0 0 0,1 1 0 0 0,-1-1 1 0 0,5 2-1 0 0,-2-1 14 0 0,1 0 0 0 0,0 0 0 0 0,0-1 0 0 0,0 1 0 0 0,0-1 0 0 0,0-1 0 0 0,1 1 0 0 0,-1-1 0 0 0,0 0 0 0 0,0-1 0 0 0,0 1 0 0 0,0-1 0 0 0,1 0 0 0 0,6-3 0 0 0,-10 3 5 0 0,1 0-1 0 0,0 0 0 0 0,-1 0 1 0 0,0-1-1 0 0,1 0 0 0 0,-1 0 1 0 0,0 1-1 0 0,0-2 0 0 0,0 1 1 0 0,0 0-1 0 0,0-1 0 0 0,-1 1 1 0 0,1-1-1 0 0,-1 0 1 0 0,1 0-1 0 0,-1 0 0 0 0,0 0 1 0 0,0 0-1 0 0,-1 0 0 0 0,1-1 1 0 0,-1 1-1 0 0,1 0 0 0 0,-1-1 1 0 0,1-5-1 0 0,-2 3-9 0 0,-1 0 0 0 0,0 0 0 0 0,0 0 0 0 0,0 0 0 0 0,-1 0 0 0 0,0 0 0 0 0,0 0 0 0 0,0 0 0 0 0,-1 1 0 0 0,0-1 0 0 0,0 1 0 0 0,-1 0 0 0 0,1 0 0 0 0,-1 0 0 0 0,0 0 0 0 0,-7-5 0 0 0,10 9-381 0 0,-4-2-596 0 0,1 0-887 0 0</inkml:trace>
</inkml:ink>
</file>

<file path=ppt/ink/ink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51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56 16 0 0,'0'0'2447'0'0,"-1"-10"-1591"0"0,1 5 2610 0 0,3-3-2660 0 0,-3 6-705 0 0,0 1-1 0 0,0-1 1 0 0,0 1 0 0 0,1 0-1 0 0,-1-1 1 0 0,0 1-1 0 0,1-1 1 0 0,0 1 0 0 0,-1 0-1 0 0,1-1 1 0 0,0 1-1 0 0,-1 0 1 0 0,1 0-1 0 0,0 0 1 0 0,0 0 0 0 0,0-1-1 0 0,0 1 1 0 0,0 0-1 0 0,0 0 1 0 0,0 1 0 0 0,0-1-1 0 0,1 0 1 0 0,-1 0-1 0 0,0 1 1 0 0,1-1 0 0 0,-1 0-1 0 0,0 1 1 0 0,1-1-1 0 0,-1 1 1 0 0,0 0 0 0 0,1 0-1 0 0,-1-1 1 0 0,1 1-1 0 0,-1 0 1 0 0,1 0 0 0 0,-1 0-1 0 0,1 0 1 0 0,-1 1-1 0 0,0-1 1 0 0,1 0-1 0 0,-1 0 1 0 0,1 1 0 0 0,-1-1-1 0 0,0 1 1 0 0,2 0-1 0 0,6 2-69 0 0,-1 1 0 0 0,0-1 0 0 0,0 2 0 0 0,0-1 0 0 0,-1 1-1 0 0,1 0 1 0 0,-1 0 0 0 0,0 1 0 0 0,-1 0 0 0 0,1 0-1 0 0,-1 0 1 0 0,-1 1 0 0 0,1 0 0 0 0,8 14 0 0 0,-7-8 75 0 0,-1 0-1 0 0,1 0 1 0 0,-2 0 0 0 0,0 1 0 0 0,-1 0 0 0 0,0 0 0 0 0,-1 0-1 0 0,2 20 1 0 0,-5-32 91 0 0,-1-7 2876 0 0,0-2-2997 0 0,-1 1 1 0 0,1 0-1 0 0,0 0 1 0 0,1-1-1 0 0,0 1 1 0 0,0 0-1 0 0,0-8 1 0 0,2 3-2 0 0,0-1 0 0 0,0 1 0 0 0,1-1 0 0 0,0 1-1 0 0,1 0 1 0 0,7-13 0 0 0,16-10-1644 0 0,-22 30 865 0 0,-1 1-1 0 0,1 0 1 0 0,0 0-1 0 0,-1 0 1 0 0,1 1 0 0 0,9-4-1 0 0,-11 5 129 0 0,1-1-444 0 0,1 1-3090 0 0,9-2 825 0 0</inkml:trace>
</inkml:ink>
</file>

<file path=ppt/ink/ink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04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79 396 0 0,'0'0'377'0'0,"30"-33"2541"0"0,-28 32-2802 0 0,-1 0 0 0 0,0 0-1 0 0,0 1 1 0 0,0-1 0 0 0,0 0 0 0 0,0 0-1 0 0,-1 0 1 0 0,1-1 0 0 0,0 1 0 0 0,0 0-1 0 0,-1 0 1 0 0,1 0 0 0 0,-1 0 0 0 0,1-1-1 0 0,-1 1 1 0 0,1 0 0 0 0,-1-1 0 0 0,0 1-1 0 0,1 0 1 0 0,-1-1 0 0 0,0 1 0 0 0,0 0-1 0 0,0-1 1 0 0,0 1 0 0 0,0 0 0 0 0,-1-1 0 0 0,1 1-1 0 0,0 0 1 0 0,-1-1 0 0 0,1 1 0 0 0,-2-2-1 0 0,1 0 342 0 0,-13 1-96 0 0,1 5-303 0 0,3-1-27 0 0,-1 1 1 0 0,0 0-1 0 0,1 1 0 0 0,0 0 1 0 0,0 0-1 0 0,0 1 1 0 0,0 1-1 0 0,1-1 0 0 0,0 1 1 0 0,-10 9-1 0 0,16-12-24 0 0,0 0-1 0 0,1 0 0 0 0,-1 0 1 0 0,1 0-1 0 0,0 0 1 0 0,0 1-1 0 0,0-1 0 0 0,0 0 1 0 0,0 1-1 0 0,1 0 1 0 0,0-1-1 0 0,-1 1 0 0 0,2 0 1 0 0,-1 0-1 0 0,0 0 1 0 0,1 0-1 0 0,-1-1 1 0 0,1 1-1 0 0,0 0 0 0 0,1 0 1 0 0,-1 0-1 0 0,1 0 1 0 0,-1 0-1 0 0,1 0 0 0 0,0-1 1 0 0,1 1-1 0 0,-1 0 1 0 0,1-1-1 0 0,-1 1 0 0 0,1-1 1 0 0,0 1-1 0 0,3 2 1 0 0,-2-2 4 0 0,0 0-1 0 0,1-1 1 0 0,0 1 0 0 0,0-1 0 0 0,0 0 0 0 0,0 0 0 0 0,0-1-1 0 0,0 1 1 0 0,1-1 0 0 0,-1 0 0 0 0,1 0 0 0 0,0-1 0 0 0,-1 1-1 0 0,1-1 1 0 0,0 0 0 0 0,0 0 0 0 0,0 0 0 0 0,0-1 0 0 0,0 0-1 0 0,0 0 1 0 0,9-1 0 0 0,-11 0-5 0 0,0-1 1 0 0,1 1-1 0 0,-1 0 0 0 0,0-1 0 0 0,0 0 1 0 0,0 0-1 0 0,0 0 0 0 0,0 0 0 0 0,0 0 0 0 0,-1-1 1 0 0,1 1-1 0 0,-1-1 0 0 0,1 0 0 0 0,-1 0 1 0 0,0 0-1 0 0,0 0 0 0 0,3-6 0 0 0,-3 5 18 0 0,0 0-1 0 0,-1 0 0 0 0,1 1 1 0 0,-1-1-1 0 0,1 0 0 0 0,-1-1 1 0 0,0 1-1 0 0,-1 0 0 0 0,1 0 1 0 0,-1 0-1 0 0,1 0 0 0 0,-2-7 1 0 0,9 49-23 0 0,-1-1 1 0 0,-2 2 0 0 0,0 51-1 0 0,-13 122 9 0 0,6-187 24 0 0,-2-1 0 0 0,0 1 0 0 0,-2-1 0 0 0,-1-1 0 0 0,-14 37 0 0 0,20-60-21 0 0,1 0 0 0 0,0 1 0 0 0,0-1 1 0 0,0 0-1 0 0,0 0 0 0 0,0 1 1 0 0,0-1-1 0 0,0 0 0 0 0,0 0 0 0 0,0 1 1 0 0,0-1-1 0 0,-1 0 0 0 0,1 0 1 0 0,0 0-1 0 0,0 1 0 0 0,0-1 1 0 0,0 0-1 0 0,-1 0 0 0 0,1 0 0 0 0,0 1 1 0 0,0-1-1 0 0,0 0 0 0 0,-1 0 1 0 0,1 0-1 0 0,0 0 0 0 0,0 0 0 0 0,-1 0 1 0 0,1 0-1 0 0,0 0 0 0 0,0 1 1 0 0,-1-1-1 0 0,1 0 0 0 0,0 0 1 0 0,0 0-1 0 0,-1 0 0 0 0,1 0 0 0 0,0 0 1 0 0,0 0-1 0 0,-1-1 0 0 0,1 1 1 0 0,0 0-1 0 0,-1 0 0 0 0,-6-12 117 0 0,-1-16-93 0 0,9 16-22 0 0,1 0-1 0 0,0 0 0 0 0,0 0 1 0 0,1 0-1 0 0,0 0 0 0 0,1 0 0 0 0,1 1 1 0 0,0 0-1 0 0,0 0 0 0 0,1 0 1 0 0,1 1-1 0 0,0-1 0 0 0,0 1 1 0 0,10-10-1 0 0,13-10-2 0 0,1 0 0 0 0,63-43 0 0 0,-59 47 7 0 0,-1-1-1 0 0,32-35 0 0 0,-61 58-15 0 0,0-1-1 0 0,-1 0 0 0 0,1 0 1 0 0,-1-1-1 0 0,0 1 1 0 0,-1-1-1 0 0,0 0 0 0 0,1 0 1 0 0,-2 0-1 0 0,1 0 1 0 0,-1-1-1 0 0,0 1 0 0 0,2-10 1 0 0,-4 14-3 0 0,-15-37-74 0 0,15 39 70 0 0,-1-1 0 0 0,1 1 1 0 0,-1 0-1 0 0,1 0 1 0 0,0-1-1 0 0,-1 1 1 0 0,1 0-1 0 0,-1 0 0 0 0,1 0 1 0 0,-1-1-1 0 0,1 1 1 0 0,0 0-1 0 0,-1 0 0 0 0,1 0 1 0 0,-1 0-1 0 0,1 0 1 0 0,-1 0-1 0 0,1 0 0 0 0,-1 0 1 0 0,1 0-1 0 0,-1 0 1 0 0,1 0-1 0 0,-1 0 1 0 0,1 0-1 0 0,-1 1 0 0 0,1-1 1 0 0,-1 0-1 0 0,1 0 1 0 0,0 0-1 0 0,-1 1 0 0 0,-1 1 1 0 0,1-1-1 0 0,-1 1 0 0 0,1 0 0 0 0,0 0 0 0 0,0 0 0 0 0,0 0 0 0 0,0 0 0 0 0,0 0 0 0 0,0 0 1 0 0,0 0-1 0 0,1 0 0 0 0,-1 0 0 0 0,1 0 0 0 0,-1 0 0 0 0,1 4 0 0 0,-1 4 0 0 0,1 0-1 0 0,0 0 1 0 0,0 0-1 0 0,3 16 1 0 0,-2-24 8 0 0,0 0 0 0 0,-1 1 1 0 0,1-1-1 0 0,0 0 0 0 0,0 0 0 0 0,1 0 1 0 0,-1 0-1 0 0,0 0 0 0 0,1 0 1 0 0,-1-1-1 0 0,1 1 0 0 0,0 0 0 0 0,-1-1 1 0 0,1 1-1 0 0,0-1 0 0 0,0 1 1 0 0,0-1-1 0 0,0 0 0 0 0,0 0 0 0 0,0 0 1 0 0,0 0-1 0 0,0 0 0 0 0,1-1 1 0 0,-1 1-1 0 0,0-1 0 0 0,0 1 0 0 0,1-1 1 0 0,-1 0-1 0 0,0 0 0 0 0,1 0 1 0 0,-1 0-1 0 0,4-1 0 0 0,8-1-1 0 0,0-1 0 0 0,0-1 0 0 0,-1 0-1 0 0,22-10 1 0 0,21-6 11 0 0,-36 14-18 0 0,-16 6 4 0 0,15 2-9 0 0,-12-2 5 0 0,-1 1 0 0 0,1 1 0 0 0,0-1 0 0 0,-1 1 0 0 0,0 0 0 0 0,1 1 1 0 0,-1-1-1 0 0,0 1 0 0 0,0 1 0 0 0,-1-1 0 0 0,1 1 0 0 0,-1 0 0 0 0,9 7 1 0 0,23 15 15 0 0,-29-23-7 0 0,0 0-1 0 0,0 0 1 0 0,0-1-1 0 0,0 0 1 0 0,1-1-1 0 0,-1 0 1 0 0,1 0-1 0 0,-1-1 1 0 0,1 0-1 0 0,-1-1 1 0 0,1 1-1 0 0,-1-2 1 0 0,0 1-1 0 0,1-1 1 0 0,-1 0-1 0 0,0-1 1 0 0,0 0-1 0 0,0 0 1 0 0,0-1-1 0 0,-1 0 1 0 0,0 0-1 0 0,1-1 1 0 0,-2 0-1 0 0,1 0 1 0 0,0 0-1 0 0,-1-1 1 0 0,0 0-1 0 0,9-13 1 0 0,17-26-29 0 0,-31 44 15 0 0,2-5-75 0 0,-3 6 82 0 0,0 0-1 0 0,0 0 1 0 0,0 0 0 0 0,0 0-1 0 0,0 1 1 0 0,0-1-1 0 0,0 0 1 0 0,0 0 0 0 0,0 0-1 0 0,0 0 1 0 0,0 0-1 0 0,0 0 1 0 0,0 0 0 0 0,0 0-1 0 0,0 1 1 0 0,0-1-1 0 0,0 0 1 0 0,0 0 0 0 0,0 0-1 0 0,0 0 1 0 0,0 0-1 0 0,0 0 1 0 0,0 0 0 0 0,0 0-1 0 0,0 0 1 0 0,0 1-1 0 0,0-1 1 0 0,0 0 0 0 0,0 0-1 0 0,1 0 1 0 0,-1 0-1 0 0,0 0 1 0 0,0 0 0 0 0,0 0-1 0 0,0 0 1 0 0,0 0-1 0 0,0 0 1 0 0,0 0 0 0 0,0 0-1 0 0,0 0 1 0 0,1 0-1 0 0,-1 0 1 0 0,-1 3 3 0 0,1 0 1 0 0,0 0-1 0 0,-1 0 1 0 0,1 0-1 0 0,0 0 1 0 0,1 0-1 0 0,-1 0 0 0 0,0 0 1 0 0,1 0-1 0 0,0 0 1 0 0,0 0-1 0 0,0 0 0 0 0,0 0 1 0 0,0 0-1 0 0,0 0 1 0 0,1-1-1 0 0,-1 1 1 0 0,1-1-1 0 0,0 1 0 0 0,0-1 1 0 0,3 4-1 0 0,27 14 21 0 0,-29-18-18 0 0,1-1-1 0 0,0 0 1 0 0,-1 0 0 0 0,1 0 0 0 0,0-1 0 0 0,0 0 0 0 0,-1 1 0 0 0,1-1 0 0 0,0 0-1 0 0,0-1 1 0 0,4 0 0 0 0,26-10 20 0 0,20-18-26 0 0,-52 28-18 0 0,-2 1 19 0 0,1-1 0 0 0,-1 1-1 0 0,0 0 1 0 0,0 0 0 0 0,1 0 0 0 0,-1 0-1 0 0,0 0 1 0 0,1 0 0 0 0,-1-1-1 0 0,0 1 1 0 0,1 0 0 0 0,-1 0 0 0 0,0 0-1 0 0,1 0 1 0 0,-1 0 0 0 0,0 0-1 0 0,1 0 1 0 0,-1 0 0 0 0,0 1 0 0 0,0-1-1 0 0,1 0 1 0 0,-1 0 0 0 0,0 0-1 0 0,1 0 1 0 0,-1 0 0 0 0,0 0 0 0 0,0 1-1 0 0,1-1 1 0 0,-1 0 0 0 0,0 0 0 0 0,0 0-1 0 0,1 1 1 0 0,-1-1 0 0 0,0 0-1 0 0,0 0 1 0 0,0 1 0 0 0,1-1 0 0 0,-1 0-1 0 0,0 1 1 0 0,0-1 0 0 0,0 0-1 0 0,0 0 1 0 0,0 1 0 0 0,12 10-13 0 0,-7 6 11 0 0,0 0 1 0 0,-2 0-1 0 0,0 0 1 0 0,-1 1-1 0 0,0-1 1 0 0,-2 1-1 0 0,0-1 0 0 0,-3 21 1 0 0,-14 144 17 0 0,1-60-14 0 0,-6-2 14 0 0,3-42 12 0 0,8-49 50 0 0,9-26 5 0 0,1-1 0 0 0,0 0 1 0 0,-1 1-1 0 0,1-1 0 0 0,-1 0 1 0 0,0 0-1 0 0,0 0 0 0 0,0 0 0 0 0,0 0 1 0 0,0-1-1 0 0,0 1 0 0 0,0-1 1 0 0,0 1-1 0 0,-4 1 0 0 0,5-3 203 0 0,-2-4-21 0 0,0-3-198 0 0,1-1 0 0 0,-1 0 0 0 0,2 0 0 0 0,-1 1 0 0 0,1-1 0 0 0,0 0 0 0 0,0 0 0 0 0,1-1 0 0 0,0 1 0 0 0,0 0 1 0 0,1 0-1 0 0,0 0 0 0 0,1 0 0 0 0,3-10 0 0 0,5-19 131 0 0,26-58 0 0 0,-36 95-195 0 0,30-68 40 0 0,49-83 0 0 0,-10 49-2032 0 0,-48 75-1174 0 0,37-36 1 0 0,-36 44 4 0 0</inkml:trace>
</inkml:ink>
</file>

<file path=ppt/ink/ink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13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213 197 448 0 0,'24'-40'2444'0'0,"41"-62"1860"0"0,-64 101-4043 0 0,1-9 175 0 0,-1 10-366 0 0,-1-1-1 0 0,1 1 1 0 0,-1-1-1 0 0,1 0 1 0 0,-1 1-1 0 0,0-1 1 0 0,1 0-1 0 0,-1 0 1 0 0,0 1 0 0 0,0-1-1 0 0,0 0 1 0 0,1 0-1 0 0,-1 1 1 0 0,0-1-1 0 0,0 0 1 0 0,0 0-1 0 0,0 1 1 0 0,0-1-1 0 0,0 0 1 0 0,-1 0-1 0 0,1-1 1 0 0,-15-21 319 0 0,13 22-312 0 0,-44-2 345 0 0,39 5-408 0 0,0 0 0 0 0,0 0 0 0 0,0 1 0 0 0,1 0-1 0 0,-1 0 1 0 0,-5 4 0 0 0,5-3-3 0 0,-20 13 11 0 0,-10 14 2 0 0,4 5-8 0 0,-7 25-3 0 0,32-43-13 0 0,0-1 1 0 0,1 1 0 0 0,1 0 0 0 0,-6 26 0 0 0,4 34 2 0 0,8-75 0 0 0,0 1 1 0 0,0-1-1 0 0,0 0 0 0 0,1 0 1 0 0,-1 0-1 0 0,1 1 0 0 0,0-1 1 0 0,0 0-1 0 0,0 0 0 0 0,0 0 1 0 0,1 0-1 0 0,-1 0 0 0 0,1-1 1 0 0,0 1-1 0 0,0 0 1 0 0,0-1-1 0 0,0 1 0 0 0,0-1 1 0 0,0 0-1 0 0,3 3 0 0 0,0-2 5 0 0,0 0-1 0 0,0 0 0 0 0,0-1 1 0 0,1 0-1 0 0,-1 0 0 0 0,0 0 1 0 0,1-1-1 0 0,-1 1 0 0 0,1-1 1 0 0,9 0-1 0 0,7 0 17 0 0,1-2 0 0 0,-1 0 0 0 0,1-2 0 0 0,31-7 0 0 0,-16 1-9 0 0,-1-1 0 0 0,-1-2 0 0 0,0-2 0 0 0,-1-1 0 0 0,0-1 0 0 0,-2-3 0 0 0,51-35 0 0 0,-83 53-23 0 0,9-6 3 0 0,-10 7 2 0 0,1 0 0 0 0,0 0 0 0 0,-1 1 0 0 0,1-1 0 0 0,0 0 0 0 0,-1 0 0 0 0,1 1 0 0 0,-1-1 0 0 0,1 1-1 0 0,0-1 1 0 0,-1 1 0 0 0,1-1 0 0 0,-1 1 0 0 0,1-1 0 0 0,-1 1 0 0 0,1-1 0 0 0,-1 1 0 0 0,0-1-1 0 0,1 1 1 0 0,-1 0 0 0 0,0-1 0 0 0,1 1 0 0 0,-1 0 0 0 0,0-1 0 0 0,0 1 0 0 0,1 0 0 0 0,-1-1 0 0 0,0 1-1 0 0,0 0 1 0 0,0 0 0 0 0,0-1 0 0 0,0 2 0 0 0,5 34-15 0 0,-5-32 22 0 0,0 0 0 0 0,0 0-1 0 0,1-1 1 0 0,-1 1 0 0 0,1 0 0 0 0,0-1 0 0 0,0 1 0 0 0,0-1 0 0 0,1 1-1 0 0,-1-1 1 0 0,1 0 0 0 0,-1 1 0 0 0,1-1 0 0 0,0 0 0 0 0,1 0-1 0 0,-1 0 1 0 0,0 0 0 0 0,1-1 0 0 0,0 1 0 0 0,0-1 0 0 0,-1 1-1 0 0,1-1 1 0 0,0 0 0 0 0,1 0 0 0 0,-1-1 0 0 0,0 1 0 0 0,1 0-1 0 0,4 1 1 0 0,-6-3 22 0 0,3-2-16 0 0,-3 1-6 0 0,0 1 0 0 0,-1-1 0 0 0,1 0 0 0 0,0 0-1 0 0,-1 0 1 0 0,1 0 0 0 0,-1 0 0 0 0,1 0 0 0 0,-1 0 0 0 0,0-1 0 0 0,1 1 0 0 0,-1-1 0 0 0,2-2 0 0 0,-2 2-2 0 0,-1-1-1 0 0,1 1 1 0 0,-1-1 0 0 0,0 1 0 0 0,0-1-1 0 0,0 1 1 0 0,0-1 0 0 0,0 1-1 0 0,0 0 1 0 0,0-1 0 0 0,-1 1 0 0 0,0-1-1 0 0,1 1 1 0 0,-1 0 0 0 0,0-1 0 0 0,0 1-1 0 0,0 0 1 0 0,-3-4 0 0 0,4 5-47 0 0,-1-1 0 0 0,0 1 0 0 0,1-1 0 0 0,-1 1 1 0 0,0-1-1 0 0,0 1 0 0 0,0 0 0 0 0,0 0 0 0 0,0-1 0 0 0,0 1 1 0 0,0 0-1 0 0,-1 0 0 0 0,1 0 0 0 0,0 0 0 0 0,-1 0 0 0 0,1 0 1 0 0,0 1-1 0 0,-1-1 0 0 0,1 0 0 0 0,-1 1 0 0 0,1-1 0 0 0,-1 1 1 0 0,0-1-1 0 0,1 1 0 0 0,-1 0 0 0 0,-2 0 0 0 0,3 0-300 0 0,-1 0 0 0 0,1 1-1 0 0,-1-1 1 0 0,1 0 0 0 0,0 1-1 0 0,-1 0 1 0 0,1-1 0 0 0,0 1-1 0 0,0 0 1 0 0,-1 0 0 0 0,1-1 0 0 0,0 1-1 0 0,0 0 1 0 0,0 0 0 0 0,0 0-1 0 0,-2 3 1 0 0</inkml:trace>
</inkml:ink>
</file>

<file path=ppt/ink/ink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13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36 0 0,'0'0'117'0'0,"0"-1"-1"0"0,0 1 1 0 0,0-1 0 0 0,1 1-1 0 0,-1-1 1 0 0,0 1 0 0 0,1-1-1 0 0,-1 1 1 0 0,0 0 0 0 0,1-1-1 0 0,-1 1 1 0 0,0 0 0 0 0,1-1-1 0 0,-1 1 1 0 0,1 0 0 0 0,-1 0-1 0 0,1-1 1 0 0,-1 1 0 0 0,1 0-1 0 0,-1 0 1 0 0,1 0 0 0 0,-1 0-1 0 0,1-1 1 0 0,-1 1 0 0 0,1 0-1 0 0,-1 0 1 0 0,1 0-1 0 0,-1 0 1 0 0,1 0 0 0 0,-1 0-1 0 0,1 0 1 0 0,-1 1 0 0 0,1-1-1 0 0,-1 0 1 0 0,1 0 0 0 0,-1 0-1 0 0,1 0 1 0 0,-1 1 0 0 0,1-1-1 0 0,-1 0 1 0 0,0 0 0 0 0,1 1-1 0 0,-1-1 1 0 0,1 1 0 0 0,9 29 1359 0 0,-6 45-888 0 0,-4-75-546 0 0,-8 194 1393 0 0,5-178-451 0 0,-2-17-331 0 0,4-1-632 0 0,0 1 0 0 0,1-1 0 0 0,-1 0 0 0 0,1 1 0 0 0,-1-1-1 0 0,1 0 1 0 0,0 0 0 0 0,-1 1 0 0 0,1-1 0 0 0,0 0 0 0 0,0 0 0 0 0,1 0 0 0 0,-1 1 0 0 0,0-1-1 0 0,1-2 1 0 0,5-23 56 0 0,1 0-1 0 0,1 0 0 0 0,2 1 0 0 0,0 0 1 0 0,2 1-1 0 0,17-28 0 0 0,17-18-2 0 0,-46 70-82 0 0,6-6-56 0 0,-46 69 68 0 0,19-38-7741 0 0</inkml:trace>
</inkml:ink>
</file>

<file path=ppt/ink/ink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14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26 500 0 0,'0'0'467'0'0,"17"-1"1312"0"0,14-8-825 0 0,-22 5-671 0 0,0 1 0 0 0,0 1 0 0 0,0 0 0 0 0,17-2 0 0 0,-23 3-247 0 0,-1 1-1 0 0,1 1 1 0 0,-1-1 0 0 0,0 0-1 0 0,1 0 1 0 0,-1 1-1 0 0,1 0 1 0 0,-1-1 0 0 0,0 1-1 0 0,0 0 1 0 0,1 0 0 0 0,-1 0-1 0 0,0 0 1 0 0,0 1-1 0 0,0-1 1 0 0,0 1 0 0 0,0-1-1 0 0,0 1 1 0 0,-1-1-1 0 0,1 1 1 0 0,0 0 0 0 0,-1 0-1 0 0,3 3 1 0 0,0 4 51 0 0,0-1-1 0 0,0 1 1 0 0,0 0 0 0 0,-1 0 0 0 0,-1 0 0 0 0,0 0-1 0 0,0 0 1 0 0,0 0 0 0 0,-1 1 0 0 0,-1 13 0 0 0,-1 4 117 0 0,0-1 1 0 0,-9 39 0 0 0,5-42 186 0 0,-1-2 1 0 0,-1 1 0 0 0,-14 30 0 0 0,21-52-350 0 0,0 1 1 0 0,0-1 0 0 0,0 1 0 0 0,0-1 0 0 0,0 1 0 0 0,0-1 0 0 0,-1 1 0 0 0,1-1-1 0 0,0 1 1 0 0,0-1 0 0 0,-1 1 0 0 0,1-1 0 0 0,0 1 0 0 0,0-1 0 0 0,-1 1 0 0 0,1-1-1 0 0,-1 1 1 0 0,1-1 0 0 0,0 0 0 0 0,-1 1 0 0 0,1-1 0 0 0,-1 0 0 0 0,1 1 0 0 0,-1-1-1 0 0,1 0 1 0 0,-1 0 0 0 0,1 1 0 0 0,-1-1 0 0 0,1 0 0 0 0,-1 0 0 0 0,1 0 0 0 0,-1 0-1 0 0,1 0 1 0 0,-1 0 0 0 0,1 0 0 0 0,-2 0 0 0 0,-5-13 647 0 0,6 10-838 0 0,1 0 170 0 0,0 1 0 0 0,0 0 0 0 0,0-1 0 0 0,0 1 0 0 0,1 0 0 0 0,-1-1 0 0 0,1 1 1 0 0,0 0-1 0 0,-1 0 0 0 0,1 0 0 0 0,0-1 0 0 0,0 1 0 0 0,1 0 0 0 0,0-2 0 0 0,19-28-125 0 0,-21 31 89 0 0,44-56-1636 0 0,-10 22-3960 0 0,-25 28 3250 0 0</inkml:trace>
</inkml:ink>
</file>

<file path=ppt/ink/ink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14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1 920 0 0,'-4'28'1126'0'0,"-1"0"1"0"0,-1 0-1 0 0,-1-1 0 0 0,-1 0 1 0 0,-24 50-1 0 0,16-45-1037 0 0,-2-1 0 0 0,0-1 0 0 0,-3-1 0 0 0,-30 36 0 0 0,45-59-830 0 0,-1 1 0 0 0,1-1-1 0 0,-1-1 1 0 0,-1 1-1 0 0,-7 4 1 0 0,-1-1-1330 0 0</inkml:trace>
</inkml:ink>
</file>

<file path=ppt/ink/ink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44:33.9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638 269 844,'6'-15'891,"-1"1"0,-1-1 0,-1 0 0,0 0 0,-1 0 0,1-17 0,-3 22-472,0 1 0,0-1 0,-1 0 0,0 1 1,-1-1-1,0 0 0,0 1 0,-1 0 0,0 0 1,-7-15-1,8 22-332,1 0 0,0 0 0,-1 0 0,1 0 0,-1 1 0,1-1 0,-1 0 0,0 1 0,0-1 0,1 1 0,-1 0 0,0-1 0,0 1 0,-1 0 0,1 0 0,0 0 0,0 0 0,0 1 0,-5-2 0,2 2-16,1 0 0,0 0 0,0 1 0,0-1 0,0 1 0,0 0 0,0 0 0,0 0 0,0 1 0,-6 2 0,-4 4 37,1 0 0,0 0 0,1 1 0,0 1 0,-12 12 0,-1 4 24,2 1-1,0 2 0,2 0 0,1 1 0,2 1 0,1 0 0,1 1 0,1 1 1,-11 40-1,13-26-32,2 0 0,1 0 0,3 1 0,2-1 1,2 2-1,4 65 0,1-79-72,-1-1 0,-1 0 0,-10 64 0,9-90-231,-1 0 0,0 0 0,0 0-1,0-1 1,-1 1 0,0 0 0,0-1 0,-1 1 0,0-1 0,-1 0 0,1-1 0,-1 1 0,0-1 0,-1 0 0,0 0 0,0 0 0,0-1-1,0 0 1,-1 0 0,0-1 0,0 0 0,-9 4 0,8-6-744,0 0 0,1-1-1,-1 0 1,0 0 0,0-1-1,-8 0 1,-10-1-2227</inkml:trace>
</inkml:ink>
</file>

<file path=ppt/ink/ink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44:34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20,'15'-8'424,"0"1"0,0 1 0,0 0 1,1 1-1,0 1 0,30-4 0,5-2 117,51-9 108,2 4-1,130-1 0,-80 7-3727,-127 5 1727</inkml:trace>
</inkml:ink>
</file>

<file path=ppt/ink/ink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34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46 236 0 0,'-13'-38'6475'0'0,"10"37"-6318"0"0,-1 0 0 0 0,1 0 0 0 0,-1 0 0 0 0,1 0 0 0 0,-1 0 0 0 0,1 1 0 0 0,-1-1 0 0 0,0 1 0 0 0,1 0 0 0 0,-1 0 0 0 0,0 0 0 0 0,1 1 0 0 0,-1-1 0 0 0,1 1 0 0 0,-7 2 0 0 0,1 0 15 0 0,1 1 1 0 0,0 0 0 0 0,0 0-1 0 0,0 1 1 0 0,0 0-1 0 0,-9 8 1 0 0,5-3-3 0 0,1 0 0 0 0,1 1 1 0 0,-1 0-1 0 0,2 0 0 0 0,0 1 0 0 0,0 1 0 0 0,-13 25 0 0 0,21-37-154 0 0,1 0 0 0 0,-1 0 0 0 0,0 0 0 0 0,1 1 0 0 0,0-1 0 0 0,-1 0 0 0 0,1 0 0 0 0,0 0-1 0 0,-1 1 1 0 0,1-1 0 0 0,0 0 0 0 0,0 0 0 0 0,0 1 0 0 0,0-1 0 0 0,0 0 0 0 0,0 0 0 0 0,1 1-1 0 0,-1-1 1 0 0,0 0 0 0 0,1 3 0 0 0,0-4-7 0 0,0 1 0 0 0,0 0-1 0 0,-1-1 1 0 0,1 1 0 0 0,0-1-1 0 0,0 1 1 0 0,-1-1 0 0 0,1 0-1 0 0,0 1 1 0 0,0-1 0 0 0,0 0-1 0 0,0 1 1 0 0,0-1 0 0 0,0 0-1 0 0,0 0 1 0 0,0 0 0 0 0,-1 0 0 0 0,1 0-1 0 0,0 0 1 0 0,2 0 0 0 0,2-1 8 0 0,1 0 0 0 0,-1 0 0 0 0,1 0 0 0 0,-1-1 0 0 0,0 0 0 0 0,0 0-1 0 0,6-3 1 0 0,-1-1 4 0 0,0 0 1 0 0,1-1 0 0 0,0 1 0 0 0,1 1 0 0 0,-1 0 0 0 0,17-4 0 0 0,-25 8-34 0 0,1 0-1 0 0,-1 1 1 0 0,1 0-1 0 0,-1 0 1 0 0,1 0-1 0 0,-1 0 1 0 0,1 0 0 0 0,-1 1-1 0 0,1-1 1 0 0,-1 1-1 0 0,0 0 1 0 0,1 0-1 0 0,-1 0 1 0 0,0 1-1 0 0,1-1 1 0 0,-1 1 0 0 0,0 0-1 0 0,0 0 1 0 0,0 0-1 0 0,-1 0 1 0 0,1 0-1 0 0,0 1 1 0 0,3 3-1 0 0,27 26-1892 0 0,-9-11-4259 0 0,-18-16 3783 0 0</inkml:trace>
</inkml:ink>
</file>

<file path=ppt/ink/ink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35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2 260 0 0,'3'-1'5828'0'0,"-3"9"-2444"0"0,-5 26-1403 0 0,-12 46-1644 0 0,9-35 148 0 0,-2 46-1 0 0,0 8-2 0 0,11-57-66 0 0,0-44-413 0 0,1 0 1 0 0,-1 1-1 0 0,1-1 1 0 0,0 0-1 0 0,-1 1 1 0 0,1-1 0 0 0,0 1-1 0 0,0-1 1 0 0,0 1-1 0 0,4-2 1 0 0,2-3 6 0 0,214-138 84 0 0,-201 131-102 0 0,44-31 305 0 0,-64 43-55 0 0,-7 3-231 0 0,-1 1 1 0 0,1 0-1 0 0,0 1 1 0 0,0-1-1 0 0,0 1 1 0 0,1 0 0 0 0,0 0-1 0 0,-7 7 1 0 0,2-3-2 0 0,4-4-9 0 0,1 1 0 0 0,-1 0 0 0 0,1 0 0 0 0,0 1 0 0 0,0 0 0 0 0,0 0 0 0 0,1 0 0 0 0,0 0 0 0 0,0 1 0 0 0,0-1 0 0 0,1 1 0 0 0,0 0 0 0 0,1 0 0 0 0,-1 0 0 0 0,1 0 0 0 0,1 1 0 0 0,-2 10 0 0 0,3-15 0 0 0,1-1 0 0 0,-1 1 0 0 0,1-1 0 0 0,-1 0 0 0 0,1 1 0 0 0,0-1 0 0 0,0 0 0 0 0,0 1 0 0 0,0-1 1 0 0,0 0-1 0 0,1 0 0 0 0,-1 0 0 0 0,1 0 0 0 0,-1 0 0 0 0,1 0 0 0 0,0-1 0 0 0,0 1 0 0 0,-1 0 0 0 0,1-1 0 0 0,0 0 0 0 0,1 1 1 0 0,-1-1-1 0 0,0 0 0 0 0,0 0 0 0 0,0 0 0 0 0,1 0 0 0 0,-1 0 0 0 0,0-1 0 0 0,1 1 0 0 0,-1-1 0 0 0,1 0 0 0 0,4 1 0 0 0,2 0 5 0 0,0 0-1 0 0,1-1 0 0 0,-1 0 0 0 0,1-1 0 0 0,-1 0 0 0 0,0 0 0 0 0,11-3 0 0 0,-2-2 33 0 0,0 0-1 0 0,0-1 0 0 0,-1-2 1 0 0,0 1-1 0 0,0-2 0 0 0,-1 0 1 0 0,0-1-1 0 0,-1-1 0 0 0,25-24 1 0 0,-39 35-19 0 0,-1 1 0 0 0,0-1 1 0 0,1 0-1 0 0,-1 1 1 0 0,0-1-1 0 0,1 1 0 0 0,-1-1 1 0 0,0 1-1 0 0,1-1 1 0 0,-1 1-1 0 0,1 0 0 0 0,-1-1 1 0 0,1 1-1 0 0,-1-1 1 0 0,1 1-1 0 0,-1 0 0 0 0,1 0 1 0 0,0-1-1 0 0,-1 1 0 0 0,1 0 1 0 0,-1 0-1 0 0,1 0 1 0 0,0-1-1 0 0,-1 1 0 0 0,1 0 1 0 0,-1 0-1 0 0,1 0 1 0 0,0 0-1 0 0,-1 0 0 0 0,1 0 1 0 0,0 0-1 0 0,-1 1 1 0 0,1-1-1 0 0,-1 0 0 0 0,1 0 1 0 0,0 0-1 0 0,-1 1 1 0 0,1-1-1 0 0,-1 0 0 0 0,1 1 1 0 0,-1-1-1 0 0,1 0 0 0 0,-1 1 1 0 0,1-1-1 0 0,-1 1 1 0 0,1-1-1 0 0,-1 0 0 0 0,1 1 1 0 0,-1-1-1 0 0,0 1 1 0 0,1 1-1 0 0,15 39-279 0 0,-7-14-562 0 0,14 8-2287 0 0,-2-16-2283 0 0,-4-10 1826 0 0</inkml:trace>
</inkml:ink>
</file>

<file path=ppt/ink/ink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37.9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6 504 0 0,'0'0'2097'0'0,"5"-5"596"0"0,-5 6-2621 0 0,0-1 0 0 0,0 0 0 0 0,0 0 1 0 0,0 0-1 0 0,0 0 0 0 0,0 0 0 0 0,1 0 0 0 0,-1 0 1 0 0,0 0-1 0 0,0 0 0 0 0,0 0 0 0 0,0 0 0 0 0,2-1 1517 0 0,-2 1-1517 0 0,0 24 401 0 0,-1 0 0 0 0,-1 0 0 0 0,-1 0 0 0 0,-9 35 0 0 0,-34 99 27 0 0,40-140-592 0 0,-13 35-1669 0 0,3-20-2993 0 0,10-21 2419 0 0</inkml:trace>
</inkml:ink>
</file>

<file path=ppt/ink/ink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38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42 516 0 0,'3'-19'2716'0'0,"4"-3"435"0"0,-7 22-3088 0 0,1 0 1 0 0,-1 0-1 0 0,0 0 0 0 0,0 0 0 0 0,0 0 0 0 0,0 0 1 0 0,0 0-1 0 0,1-1 0 0 0,-1 1 0 0 0,0 0 0 0 0,0 0 0 0 0,0 0 1 0 0,0 0-1 0 0,1 0 0 0 0,-1 0 0 0 0,0 0 0 0 0,0 0 1 0 0,0 0-1 0 0,0 0 0 0 0,1 0 0 0 0,-1 0 0 0 0,0 0 1 0 0,0 0-1 0 0,0 0 0 0 0,0 0 0 0 0,1 0 0 0 0,-1 0 0 0 0,0 0 1 0 0,0 0-1 0 0,0 0 0 0 0,0 1 0 0 0,1-1 0 0 0,-1 0 1 0 0,0 0-1 0 0,0 0 0 0 0,0 0 0 0 0,0 0 0 0 0,0 0 1 0 0,0 0-1 0 0,1 1 0 0 0,-1-1 0 0 0,0 0 0 0 0,0 0 0 0 0,0 0 1 0 0,0 0-1 0 0,0 1 0 0 0,0-1 0 0 0,0 0 0 0 0,0 0 1 0 0,0 0-1 0 0,0 0 0 0 0,0 1 0 0 0,11 47 1759 0 0,-5 17-1187 0 0,-7 127 1 0 0,-13-71-94 0 0,37-129-494 0 0,307-263 88 0 0,-328 269 52 0 0,-6 4-63 0 0,-15 10 0 0 0,-28 23 76 0 0,40-29-157 0 0,1 1-1 0 0,0 0 1 0 0,0 0-1 0 0,1 1 1 0 0,0-1-1 0 0,0 1 1 0 0,1 0-1 0 0,0 1 1 0 0,0-1 0 0 0,-2 10-1 0 0,5-14-30 0 0,0 0-1 0 0,0 0 1 0 0,0 0-1 0 0,1 0 1 0 0,0 0-1 0 0,0 0 1 0 0,0 0-1 0 0,0 1 0 0 0,1-1 1 0 0,0 0-1 0 0,0 0 1 0 0,0 0-1 0 0,0 0 1 0 0,0 0-1 0 0,1-1 1 0 0,0 1-1 0 0,0 0 1 0 0,0-1-1 0 0,0 1 1 0 0,0-1-1 0 0,1 1 1 0 0,-1-1-1 0 0,7 5 1 0 0,2 3-364 0 0,1-1 1 0 0,0 0-1 0 0,16 9 1 0 0,-23-16-836 0 0,0 0 0 0 0,0-1 0 0 0,0 0 0 0 0,1 0 0 0 0,-1 0 0 0 0,11 2 0 0 0</inkml:trace>
</inkml:ink>
</file>

<file path=ppt/ink/ink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39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11 700 0 0,'0'0'2020'0'0,"1"-1"-1904"0"0,0 1-1 0 0,-1 0 0 0 0,1-1 1 0 0,0 1-1 0 0,-1 0 1 0 0,1-1-1 0 0,0 1 0 0 0,-1 0 1 0 0,1 0-1 0 0,0-1 1 0 0,0 1-1 0 0,0 0 1 0 0,-1 0-1 0 0,1 0 0 0 0,0 0 1 0 0,0 0-1 0 0,-1 0 1 0 0,1 0-1 0 0,0 0 0 0 0,0 1 1 0 0,0-1-1 0 0,4 3 70 0 0,-1 0-1 0 0,0 0 1 0 0,0 0-1 0 0,-1 1 0 0 0,1 0 1 0 0,-1-1-1 0 0,1 1 1 0 0,-1 0-1 0 0,0 1 1 0 0,-1-1-1 0 0,1 1 1 0 0,-1-1-1 0 0,0 1 1 0 0,0-1-1 0 0,2 10 1 0 0,-1 2 344 0 0,-1 1 0 0 0,0 0 1 0 0,-1 28-1 0 0,-1-45-525 0 0,2 14 755 0 0,4-28-297 0 0,5-11-419 0 0,-2 9-9 0 0,0 1 0 0 0,1 0 0 0 0,0 1 0 0 0,1 0 0 0 0,1 0 0 0 0,0 1 0 0 0,1 1 0 0 0,20-15 0 0 0,-30 25-42 0 0,-2 1 7 0 0,0 0 0 0 0,1 0 0 0 0,-1 0 0 0 0,1 1 1 0 0,-1-1-1 0 0,1 1 0 0 0,-1-1 0 0 0,1 1 0 0 0,-1-1 0 0 0,1 1 1 0 0,0 0-1 0 0,-1 0 0 0 0,1 0 0 0 0,-1 0 0 0 0,1 0 1 0 0,0 0-1 0 0,-1 0 0 0 0,1 1 0 0 0,-1-1 0 0 0,3 1 0 0 0,1 0 5 0 0,1 1-1 0 0,-1 0 1 0 0,1 0-1 0 0,-1 0 1 0 0,0 1-1 0 0,0-1 1 0 0,0 1-1 0 0,0 0 1 0 0,0 1-1 0 0,-1-1 1 0 0,1 1-1 0 0,3 4 1 0 0,50 58-325 0 0,-44-49-132 0 0,-13-15 272 0 0,1 0 0 0 0,-1-1 0 0 0,1 1 0 0 0,0-1 0 0 0,0 1 0 0 0,-1-1 0 0 0,1 0 0 0 0,0 0-1 0 0,0 0 1 0 0,0 0 0 0 0,0 0 0 0 0,0 0 0 0 0,1 0 0 0 0,1 0 0 0 0,12 2-4317 0 0</inkml:trace>
</inkml:ink>
</file>

<file path=ppt/ink/ink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39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1 332 0 0,'0'0'6589'0'0,"-6"2"-6111"0"0,0 2-325 0 0,0-1 0 0 0,0 1 0 0 0,0 1 0 0 0,1-1 0 0 0,-1 1 0 0 0,1 0 0 0 0,0 0 0 0 0,0 1 0 0 0,1-1 0 0 0,-1 1-1 0 0,1 0 1 0 0,1 1 0 0 0,-1-1 0 0 0,1 0 0 0 0,-3 10 0 0 0,4-11-94 0 0,0-1 1 0 0,0 1-1 0 0,1 0 0 0 0,0-1 0 0 0,0 1 1 0 0,0 0-1 0 0,0 0 0 0 0,1 0 0 0 0,0 0 1 0 0,0 0-1 0 0,0 0 0 0 0,0-1 0 0 0,1 1 1 0 0,0 0-1 0 0,0 0 0 0 0,1 0 1 0 0,-1-1-1 0 0,1 1 0 0 0,0-1 0 0 0,0 1 1 0 0,0-1-1 0 0,1 0 0 0 0,-1 1 0 0 0,7 6 1 0 0,-8-10-37 0 0,0 1 0 0 0,1-1 0 0 0,-1 0 0 0 0,0 1 0 0 0,1-1 0 0 0,-1 0 0 0 0,1 0 0 0 0,-1 0 0 0 0,1 0 0 0 0,0 0 0 0 0,-1 0 0 0 0,1-1 0 0 0,0 1 0 0 0,-1 0 0 0 0,1-1 0 0 0,0 1 0 0 0,0-1 0 0 0,0 0 0 0 0,0 0 0 0 0,0 1 0 0 0,-1-1 0 0 0,1 0 0 0 0,0-1 0 0 0,0 1 0 0 0,0 0 0 0 0,0-1 0 0 0,-1 1 0 0 0,1-1 0 0 0,0 1 0 0 0,0-1 0 0 0,-1 0 0 0 0,1 1 0 0 0,0-1 0 0 0,-1 0 0 0 0,1 0 0 0 0,-1 0 0 0 0,1-1 0 0 0,-1 1 0 0 0,1 0 0 0 0,-1-1 0 0 0,0 1 0 0 0,0 0 0 0 0,0-1 0 0 0,0 0 0 0 0,0 1 0 0 0,0-1 0 0 0,0 1 0 0 0,1-3 0 0 0,0-1 40 0 0,0 1 0 0 0,0-1 0 0 0,0 1 0 0 0,0-1 0 0 0,0 0 0 0 0,-1 0 0 0 0,0 0 0 0 0,0 0 0 0 0,0 0 0 0 0,-1 0 0 0 0,0 0 0 0 0,0 0 0 0 0,0 0 1 0 0,0 0-1 0 0,-1 0 0 0 0,-2-7 0 0 0,-1 2 25 0 0,3 7-68 0 0,0-1 1 0 0,0 1 0 0 0,-1-1 0 0 0,1 1-1 0 0,-1 0 1 0 0,0 0 0 0 0,0 0-1 0 0,0-1 1 0 0,0 2 0 0 0,0-1 0 0 0,-1 0-1 0 0,1 0 1 0 0,-1 1 0 0 0,0-1 0 0 0,0 1-1 0 0,0 0 1 0 0,0 0 0 0 0,0 0-1 0 0,0 1 1 0 0,-5-3 0 0 0,6 3-256 0 0,0 1 108 0 0,0 0-1 0 0,0 0 1 0 0,0 1 0 0 0,0-1 0 0 0,0 0 0 0 0,0 1 0 0 0,0-1 0 0 0,1 1 0 0 0,-1-1 0 0 0,0 1 0 0 0,0 0 0 0 0,0 0 0 0 0,1 0 0 0 0,-1 0 0 0 0,1 0 0 0 0,-3 2-1 0 0,-8 6-6290 0 0,4-2 3470 0 0</inkml:trace>
</inkml:ink>
</file>

<file path=ppt/ink/ink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40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94 336 0 0,'0'0'7806'0'0,"1"5"-7438"0"0,1 7 109 0 0,-2 1-1 0 0,1-1 1 0 0,-2 19-1 0 0,6 12 454 0 0,-4-37-777 0 0,-1-5 76 0 0,0 0-210 0 0,0-1-1 0 0,0 0 0 0 0,0 1 0 0 0,0-1 0 0 0,0 0 0 0 0,0 0 0 0 0,1 1 0 0 0,-1-1 0 0 0,0 0 1 0 0,0 0-1 0 0,0 1 0 0 0,0-1 0 0 0,0 0 0 0 0,0 0 0 0 0,0 1 0 0 0,0-1 0 0 0,1 0 1 0 0,-1 0-1 0 0,0 1 0 0 0,0-1 0 0 0,0 0 0 0 0,1 0 0 0 0,-1 0 0 0 0,0 0 0 0 0,0 1 1 0 0,0-1-1 0 0,1 0 0 0 0,-1 0 0 0 0,0 0 0 0 0,0 0 0 0 0,1 0 0 0 0,-1 0 0 0 0,0 0 1 0 0,0 0-1 0 0,1 1 0 0 0,-1-1 0 0 0,0 0 0 0 0,1 0 0 0 0,-1 0 0 0 0,0 0 0 0 0,0 0 0 0 0,1 0 1 0 0,-1-1-1 0 0,1 1 0 0 0,7-3 48 0 0,-1-1 1 0 0,1-1-1 0 0,-1 0 1 0 0,1 0-1 0 0,-1 0 1 0 0,-1-1-1 0 0,10-9 1 0 0,24-19 191 0 0,-38 33-256 0 0,0 0 0 0 0,0 0 0 0 0,0 0 0 0 0,0 0 0 0 0,0 1 0 0 0,0-1 0 0 0,1 0 0 0 0,-1 1 0 0 0,0 0 1 0 0,0 0-1 0 0,0-1 0 0 0,1 1 0 0 0,-1 0 0 0 0,0 1 0 0 0,0-1 0 0 0,0 0 0 0 0,1 1 0 0 0,-1-1 0 0 0,0 1 0 0 0,0 0 0 0 0,0-1 0 0 0,0 1 0 0 0,0 0 0 0 0,3 2 1 0 0,7 2 20 0 0,21 4 21 0 0,-28-6-22 0 0,0-1 0 0 0,1 0 0 0 0,0-1 0 0 0,-1 0 0 0 0,1 1 0 0 0,0-2 0 0 0,0 1 0 0 0,-1-1 0 0 0,1 0 0 0 0,0 0 0 0 0,0 0 0 0 0,0-1 0 0 0,0 0 0 0 0,-1 0 0 0 0,1 0 0 0 0,7-4 0 0 0,-11 4 56 0 0,0 0 1 0 0,0 0-1 0 0,0-1 1 0 0,0 1-1 0 0,0-1 1 0 0,0 0-1 0 0,0 0 1 0 0,0 1-1 0 0,-1-1 1 0 0,1 0-1 0 0,-1 0 1 0 0,1-1-1 0 0,-1 1 1 0 0,0 0-1 0 0,0 0 1 0 0,0-1 0 0 0,0 1-1 0 0,0 0 1 0 0,-1-1-1 0 0,1 1 1 0 0,-1-1-1 0 0,1 1 1 0 0,-1-1-1 0 0,0-4 1 0 0,-1-5 236 0 0,0 0-1 0 0,-1 0 1 0 0,0 0 0 0 0,-4-11 0 0 0,0-3 78 0 0,6 24-458 0 0,-2 1-1106 0 0,-3-4 1538 0 0,-7 27-14203 0 0</inkml:trace>
</inkml:ink>
</file>

<file path=ppt/ink/ink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40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22 536 0 0,'-6'-22'9655'0'0,"2"33"-9410"0"0,1-1 0 0 0,-1 0 1 0 0,2 1-1 0 0,0 0 0 0 0,0 0 1 0 0,1 0-1 0 0,0 0 0 0 0,1 19 0 0 0,1-28-93 0 0,-1-2-117 0 0,0-1 0 0 0,0 1-1 0 0,1 0 1 0 0,-1 0 0 0 0,0-1 0 0 0,1 1 0 0 0,-1 0 0 0 0,0 0 0 0 0,0 0 0 0 0,1 0-1 0 0,-1-1 1 0 0,0 1 0 0 0,1 0 0 0 0,-1 0 0 0 0,0 0 0 0 0,1 0 0 0 0,-1 0 0 0 0,1 0-1 0 0,-1 0 1 0 0,0 0 0 0 0,1 0 0 0 0,-1 0 0 0 0,0 0 0 0 0,1 0 0 0 0,-1 0 0 0 0,0 0-1 0 0,1 0 1 0 0,-1 0 0 0 0,0 1 0 0 0,1-1 0 0 0,-1 0 0 0 0,0 0 0 0 0,1 0 0 0 0,-1 0 0 0 0,0 1-1 0 0,0-1 1 0 0,1 0 0 0 0,-1 0 0 0 0,0 1 0 0 0,0-1 0 0 0,1 0 0 0 0,-1 0 0 0 0,0 1-1 0 0,0-1 1 0 0,0 0 0 0 0,1 1 0 0 0,-1-1 0 0 0,0 0 0 0 0,0 1 0 0 0,0-1 0 0 0,0 0-1 0 0,0 1 1 0 0,0-1 0 0 0,0 0 0 0 0,0 1 0 0 0,2-4 75 0 0,0 0 1 0 0,0 0-1 0 0,0 0 1 0 0,0 0-1 0 0,-1-1 0 0 0,0 1 1 0 0,0-1-1 0 0,2-5 1 0 0,-9-46 744 0 0,6 54-802 0 0,-5-8 136 0 0,-20 23-14011 0 0</inkml:trace>
</inkml:ink>
</file>

<file path=ppt/ink/ink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40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270 199 176 0 0,'3'-20'1298'0'0,"-1"-1"0"0"0,-1 1 0 0 0,0-1-1 0 0,-2 0 1 0 0,0 1 0 0 0,-8-39 0 0 0,9 59-1204 0 0,0-1 0 0 0,0 0 0 0 0,0 1 0 0 0,0-1 1 0 0,0 0-1 0 0,-1 1 0 0 0,1-1 0 0 0,0 1 0 0 0,0-1 0 0 0,0 0 0 0 0,0 1 1 0 0,-1-1-1 0 0,1 0 0 0 0,0 1 0 0 0,-1-1 0 0 0,1 1 0 0 0,0-1 0 0 0,-1 1 1 0 0,1-1-1 0 0,-1 1 0 0 0,1-1 0 0 0,-1 1 0 0 0,1-1 0 0 0,-1 1 0 0 0,1 0 1 0 0,-1-1-1 0 0,1 1 0 0 0,-1 0 0 0 0,0 0 0 0 0,1-1 0 0 0,-1 1 0 0 0,0 0 1 0 0,-12 15 702 0 0,11-11-860 0 0,-12 21 387 0 0,2 0 0 0 0,1 1-1 0 0,1 1 1 0 0,-10 42 0 0 0,13-44-158 0 0,-20 95 493 0 0,4 2 0 0 0,-10 218 0 0 0,11-84-177 0 0,20-232-978 0 0,-1-1 0 0 0,-1 0 0 0 0,-1 0 0 0 0,-1 0 0 0 0,-12 30 0 0 0,17-51-296 0 0,-5 1-505 0 0,-9-34-8660 0 0</inkml:trace>
</inkml:ink>
</file>

<file path=ppt/ink/ink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41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0 676 100 0 0,'188'-137'4233'0'0,"-119"91"-2454"0"0,63-56 0 0 0,-114 86-1325 0 0,0-1 0 0 0,-2 0-1 0 0,0-1 1 0 0,0-1 0 0 0,-2-1-1 0 0,0 0 1 0 0,20-42-1 0 0,-27 45 11 0 0,-1 0-1 0 0,-1 0 1 0 0,0 0-1 0 0,-1-1 1 0 0,-1 0-1 0 0,0 0 0 0 0,-1 0 1 0 0,-2 0-1 0 0,-1-23 1 0 0,1 39-244 0 0,-3 2-172 0 0,-1 1 0 0 0,1 1 0 0 0,-1-1 0 0 0,1 0 0 0 0,-1 1 0 0 0,1 0 0 0 0,0 0 0 0 0,0 0 0 0 0,0 0 0 0 0,0 0 0 0 0,0 1 0 0 0,0-1 0 0 0,1 1 0 0 0,-1 0 0 0 0,1 0 0 0 0,-1 0 0 0 0,1 0 0 0 0,0 0 0 0 0,-2 5 0 0 0,-34 69 330 0 0,37-76-364 0 0,-22 57 341 0 0,3 1 0 0 0,-21 104 0 0 0,-5 127 250 0 0,39-242-519 0 0,0 4 0 0 0,3-12 5 0 0,-19 74 0 0 0,19-93-412 0 0,4-18 72 0 0,0-1 0 0 0,-1 1 1 0 0,1-1-1 0 0,0 1 0 0 0,-1-1 0 0 0,0 1 1 0 0,0-1-1 0 0,0 0 0 0 0,0 1 0 0 0,0-1 0 0 0,0 0 1 0 0,0 0-1 0 0,-1 0 0 0 0,1 0 0 0 0,-1 0 1 0 0,1 0-1 0 0,-3 2 0 0 0,-16-16-11727 0 0</inkml:trace>
</inkml:ink>
</file>

<file path=ppt/ink/ink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4:41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42 720 0 0,'15'-7'656'0'0,"3"2"-44"0"0,-2-4-88 0 0,1 6-172 0 0,2-4-196 0 0,-3 2-192 0 0,-1 2-464 0 0,1 1-536 0 0,-2 2 236 0 0</inkml:trace>
</inkml:ink>
</file>

<file path=ppt/ink/ink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18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16 20 0 0,'0'0'391'0'0,"-2"-1"-423"0"0,-3-5 24 0 0,4 4 84 0 0,-5-4-342 0 0</inkml:trace>
</inkml:ink>
</file>

<file path=ppt/ink/ink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19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 0 0,'0'0'68'0'0</inkml:trace>
</inkml:ink>
</file>

<file path=ppt/ink/ink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20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26 64 0 0,'0'0'430'0'0,"-3"-26"-657"0"0</inkml:trace>
</inkml:ink>
</file>

<file path=ppt/ink/ink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3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28 720 0 0,'0'0'716'0'0,"2"4"284"0"0,-1-8 506 0 0,-7-24-3728 0 0</inkml:trace>
</inkml:ink>
</file>

<file path=ppt/ink/ink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4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1 176 6205 0 0,'3'-31'272'0'0,"-2"4"273"0"0,2 1-1 0 0,1 0 1 0 0,10-33-1 0 0,-14 58-412 0 0,1-1-277 0 0,-1 2 118 0 0,0 0 0 0 0,0 0 1 0 0,0-1-1 0 0,0 1 0 0 0,0 0 0 0 0,0 0 0 0 0,0 0 0 0 0,0 0 0 0 0,0 0 0 0 0,0 0 1 0 0,0-1-1 0 0,1 1 0 0 0,-1 0 0 0 0,0 0 0 0 0,0 0 0 0 0,0 0 0 0 0,0 0 0 0 0,0 0 1 0 0,0 0-1 0 0,0-1 0 0 0,0 1 0 0 0,0 0 0 0 0,0 0 0 0 0,1 0 0 0 0,-1 0 0 0 0,0 0 0 0 0,0 0 1 0 0,0 0-1 0 0,0 0 0 0 0,0 0 0 0 0,0 0 0 0 0,1 0 0 0 0,-1 0 0 0 0,0 0 0 0 0,0 0 1 0 0,0 0-1 0 0,0 0 0 0 0,0 0 0 0 0,0 0 0 0 0,1 0 0 0 0,-1 0 0 0 0,0 0 0 0 0,0 0 1 0 0,0 0-1 0 0,0 0 0 0 0,0 0 0 0 0,0 0 0 0 0,1 0 0 0 0,-1 0 0 0 0,0 0 0 0 0,0 0 1 0 0,0 0-1 0 0,0 0 0 0 0,0 0 0 0 0,0 0 0 0 0,0 0 0 0 0,1 1 0 0 0,13 20-3476 0 0</inkml:trace>
</inkml:ink>
</file>

<file path=ppt/ink/ink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4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40 346 7457 0 0,'5'4'14'0'0,"0"0"0"0"0,0 0 0 0 0,-1 1-1 0 0,1 0 1 0 0,-1 0 0 0 0,-1 0 0 0 0,1 0 0 0 0,-1 1 0 0 0,1-1 0 0 0,-2 1 0 0 0,1 0 0 0 0,-1 0 0 0 0,1 0 0 0 0,-2 0 0 0 0,1 0 0 0 0,-1 0 0 0 0,1 11 0 0 0,1 15-12 0 0,-1-1 1 0 0,-5 45 0 0 0,1-22 30 0 0,3-52 26 0 0,-1 0 0 0 0,0-1 0 0 0,0 1 0 0 0,1 0 0 0 0,-1-1 0 0 0,-1 1 0 0 0,1-1-1 0 0,0 1 1 0 0,0 0 0 0 0,0-1 0 0 0,-1 1 0 0 0,1 0 0 0 0,-1-1 0 0 0,0 1 0 0 0,1-1-1 0 0,-1 1 1 0 0,0-1 0 0 0,0 0 0 0 0,-2 3 0 0 0,2-4-27 0 0,0 0 0 0 0,0 0 0 0 0,1-1 1 0 0,-1 1-1 0 0,0-1 0 0 0,0 1 0 0 0,0 0 0 0 0,0-1 1 0 0,0 0-1 0 0,0 1 0 0 0,0-1 0 0 0,1 1 0 0 0,-1-1 1 0 0,0 0-1 0 0,1 0 0 0 0,-1 1 0 0 0,0-1 0 0 0,1 0 1 0 0,-1 0-1 0 0,1 0 0 0 0,-1 0 0 0 0,0-1 0 0 0,-6-11 135 0 0,-1-1 0 0 0,-9-26 0 0 0,7 6-84 0 0,1 0 0 0 0,2 0 0 0 0,1-1 0 0 0,2 1 0 0 0,0-44 0 0 0,5 53-61 0 0,0 1 0 0 0,1-1 0 0 0,2 1 0 0 0,0 0 0 0 0,1 0 0 0 0,2 1 0 0 0,0-1 0 0 0,15-28 0 0 0,-19 46-23 0 0,0 0-1 0 0,0 0 0 0 0,1 1 1 0 0,0-1-1 0 0,0 1 0 0 0,0 0 0 0 0,1 0 1 0 0,-1 1-1 0 0,1-1 0 0 0,0 1 1 0 0,1 0-1 0 0,10-6 0 0 0,-15 10 1 0 0,1 0-1 0 0,0 0 0 0 0,-1 0 1 0 0,1 0-1 0 0,0 0 0 0 0,-1 0 1 0 0,1 0-1 0 0,0 0 0 0 0,-1 1 1 0 0,1-1-1 0 0,0 1 0 0 0,-1-1 1 0 0,1 1-1 0 0,-1 0 0 0 0,1-1 1 0 0,-1 1-1 0 0,1 0 0 0 0,-1 0 1 0 0,0 0-1 0 0,1 0 0 0 0,-1 0 1 0 0,0 1-1 0 0,0-1 0 0 0,0 0 0 0 0,0 0 1 0 0,0 1-1 0 0,0-1 0 0 0,0 1 1 0 0,1 1-1 0 0,20 44-10 0 0,-21-46 12 0 0,28 83-1 0 0,-11-31 19 0 0,44 92-1 0 0,-53-129-5 0 0,0 0 0 0 0,1-1-1 0 0,1 0 1 0 0,0-1 0 0 0,1 0-1 0 0,1 0 1 0 0,0-2 0 0 0,0 1-1 0 0,27 16 1 0 0,-38-27-8 0 0,1 0 0 0 0,0 0 0 0 0,0-1-1 0 0,0 1 1 0 0,0-1 0 0 0,0 0 0 0 0,0 0 0 0 0,0 0 0 0 0,1-1-1 0 0,-1 1 1 0 0,0-1 0 0 0,0 1 0 0 0,1-1 0 0 0,-1 0 0 0 0,0 0 0 0 0,1-1-1 0 0,-1 1 1 0 0,0-1 0 0 0,0 1 0 0 0,0-1 0 0 0,1 0 0 0 0,-1 0 0 0 0,0-1-1 0 0,0 1 1 0 0,0-1 0 0 0,0 1 0 0 0,-1-1 0 0 0,1 0 0 0 0,0 0-1 0 0,-1 0 1 0 0,1 0 0 0 0,-1-1 0 0 0,0 1 0 0 0,0-1 0 0 0,0 1 0 0 0,0-1-1 0 0,0 0 1 0 0,0 0 0 0 0,-1 1 0 0 0,0-1 0 0 0,1 0 0 0 0,-1-1-1 0 0,1-3 1 0 0,2-5-13 0 0,-2 5 6 0 0,0-1-1 0 0,0 1 1 0 0,-1 0-1 0 0,0 0 1 0 0,-1-1-1 0 0,1 1 1 0 0,-1-1-1 0 0,-2-9 1 0 0,2 16-1 0 0,1 0 0 0 0,-1 0 0 0 0,1 0 0 0 0,-1 1 1 0 0,0-1-1 0 0,1 0 0 0 0,-1 1 0 0 0,1-1 0 0 0,-1 0 0 0 0,1 1 1 0 0,0-1-1 0 0,-1 1 0 0 0,1-1 0 0 0,0 1 0 0 0,-1-1 0 0 0,1 1 1 0 0,0-1-1 0 0,0 1 0 0 0,-1 0 0 0 0,1-1 0 0 0,0 1 0 0 0,0 0 1 0 0,0 0-1 0 0,-1-1 0 0 0,1 1 0 0 0,0 0 0 0 0,0 0 1 0 0,0 0-1 0 0,0 0 0 0 0,-1 0 0 0 0,1 0 0 0 0,0 0 0 0 0,0 1 1 0 0,0-1-1 0 0,0 0 0 0 0,-1 0 0 0 0,2 1 0 0 0,52 9 11 0 0,-15-2 3 0 0,-22-8-7 0 0,-1 0 1 0 0,0-2-1 0 0,0 1 1 0 0,-1-2-1 0 0,1 0 1 0 0,0-1-1 0 0,-1-1 1 0 0,0 0-1 0 0,0-1 1 0 0,0 0-1 0 0,-1-1 1 0 0,0-1-1 0 0,25-19 1 0 0,-31 22 11 0 0,-1-1 0 0 0,-1-1 0 0 0,1 1 0 0 0,-1-1 0 0 0,0-1 1 0 0,-1 1-1 0 0,0-1 0 0 0,0 0 0 0 0,0 0 0 0 0,-1 0 0 0 0,0 0 0 0 0,-1-1 0 0 0,0 0 1 0 0,0 0-1 0 0,-1 0 0 0 0,0 0 0 0 0,-1 0 0 0 0,0 0 0 0 0,0 0 0 0 0,-1 0 0 0 0,0-1 1 0 0,0 1-1 0 0,-1 0 0 0 0,-1 0 0 0 0,-3-14 0 0 0,3 14 120 0 0,0 0 0 0 0,-1 0 0 0 0,0 1 0 0 0,-1-1 0 0 0,0 1-1 0 0,0 0 1 0 0,-1 0 0 0 0,0 0 0 0 0,0 0 0 0 0,-1 1 0 0 0,-12-13 0 0 0,18 20-129 0 0,0 0 0 0 0,-1 0 0 0 0,1-1 0 0 0,0 1 0 0 0,-1 0 1 0 0,1 0-1 0 0,0 0 0 0 0,-1 0 0 0 0,1-1 0 0 0,0 1 0 0 0,-1 0 0 0 0,1 0 0 0 0,-1 0 0 0 0,1 0 0 0 0,0 0 1 0 0,-1 0-1 0 0,1 0 0 0 0,-1 0 0 0 0,1 0 0 0 0,0 0 0 0 0,-1 0 0 0 0,1 0 0 0 0,-1 0 0 0 0,1 1 1 0 0,0-1-1 0 0,-1 0 0 0 0,1 0 0 0 0,0 0 0 0 0,-1 0 0 0 0,1 1 0 0 0,0-1 0 0 0,-1 0 0 0 0,1 0 1 0 0,0 1-1 0 0,-1-1 0 0 0,1 0 0 0 0,0 1 0 0 0,0-1 0 0 0,-1 0 0 0 0,1 1 0 0 0,0-1 0 0 0,-1 1 1 0 0,-7 15 58 0 0,8-14-60 0 0,-7 18 43 0 0,1 0 0 0 0,1 0 0 0 0,0 1 0 0 0,2-1 0 0 0,0 1 0 0 0,2 0 0 0 0,0 29 0 0 0,22 151 175 0 0,-13-144-174 0 0,7 32 45 0 0,6 63 42 0 0,-20-134-112 0 0,-1 0 1 0 0,0 0-1 0 0,-1 0 1 0 0,-1 0-1 0 0,-1 0 0 0 0,-6 22 1 0 0,8-37-17 0 0,0 0-1 0 0,0 0 1 0 0,0 0 0 0 0,-1 0 0 0 0,1 0-1 0 0,-1 0 1 0 0,0 0 0 0 0,0-1-1 0 0,0 1 1 0 0,0 0 0 0 0,0-1 0 0 0,0 0-1 0 0,-1 0 1 0 0,1 0 0 0 0,-1 0-1 0 0,1 0 1 0 0,-1 0 0 0 0,0 0-1 0 0,0-1 1 0 0,0 0 0 0 0,0 1 0 0 0,0-1-1 0 0,0 0 1 0 0,0 0 0 0 0,0-1-1 0 0,-1 1 1 0 0,1-1 0 0 0,0 0 0 0 0,0 1-1 0 0,-1-1 1 0 0,1-1 0 0 0,0 1-1 0 0,0 0 1 0 0,-1-1 0 0 0,1 0 0 0 0,0 0-1 0 0,0 0 1 0 0,0 0 0 0 0,0 0-1 0 0,-3-2 1 0 0,0 1 3 0 0,0-1-1 0 0,0 1 1 0 0,1-1-1 0 0,-1 0 1 0 0,1-1 0 0 0,0 0-1 0 0,0 1 1 0 0,0-2-1 0 0,1 1 1 0 0,-1 0-1 0 0,1-1 1 0 0,0 0 0 0 0,0 0-1 0 0,0 0 1 0 0,1-1-1 0 0,0 1 1 0 0,0-1-1 0 0,0 1 1 0 0,1-1-1 0 0,-2-7 1 0 0,4 10-9 0 0,-1 1 1 0 0,1-1-1 0 0,0 1 1 0 0,0-1-1 0 0,1 1 1 0 0,-1-1-1 0 0,0 1 1 0 0,1-1-1 0 0,0 1 1 0 0,-1 0-1 0 0,1-1 1 0 0,0 1-1 0 0,0 0 0 0 0,0-1 1 0 0,1 1-1 0 0,-1 0 1 0 0,1 0-1 0 0,1-2 1 0 0,1 0-48 0 0,0 0-1 0 0,0 0 1 0 0,1 0 0 0 0,0 0 0 0 0,0 1 0 0 0,0 0 0 0 0,8-4-1 0 0,5 0-750 0 0,0 0-1 0 0,0 1 0 0 0,34-6 0 0 0,-4 3-4845 0 0,-23 6 2394 0 0</inkml:trace>
</inkml:ink>
</file>

<file path=ppt/ink/ink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5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69 596 0 0,'0'0'13551'0'0,"3"-3"-13372"0"0,0 1-229 0 0,-1 1 0 0 0,0-1-1 0 0,0 0 1 0 0,0-1 0 0 0,0 1 0 0 0,-1 0-1 0 0,1 0 1 0 0,-1-1 0 0 0,1 1 0 0 0,1-6-1 0 0,4-14-7689 0 0,-5 8 4347 0 0</inkml:trace>
</inkml:ink>
</file>

<file path=ppt/ink/ink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5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74 10193 0 0,'0'0'-5'0'0,"-2"-4"13"0"0,-4-5 32 0 0,1 3 265 0 0,0-1-1 0 0,1 1 0 0 0,0-1 1 0 0,0 0-1 0 0,1-1 1 0 0,-4-11-1 0 0,11 19-1001 0 0,0-1-1 0 0,0 1 1 0 0,0 0 0 0 0,0 0-1 0 0,0 1 1 0 0,-1-1-1 0 0,1 1 1 0 0,0 0 0 0 0,6 1-1 0 0,5 1-2335 0 0</inkml:trace>
</inkml:ink>
</file>

<file path=ppt/ink/ink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7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85 316 0 0,'0'0'1031'0'0,"12"-34"3819"0"0,-9 30-4321 0 0,-1-1 0 0 0,0 1-1 0 0,0-1 1 0 0,-1 1-1 0 0,1-1 1 0 0,-1 0 0 0 0,0 0-1 0 0,0-6 1 0 0,0 9 843 0 0,-6 2-1360 0 0,0 1 0 0 0,0 0 0 0 0,0 1 0 0 0,0-1 0 0 0,0 1 0 0 0,0 0 0 0 0,1 0 0 0 0,-1 0 0 0 0,1 1 0 0 0,-1-1 0 0 0,1 1 0 0 0,-5 5 0 0 0,-51 47 210 0 0,44-39-104 0 0,-1 1-32 0 0,1 1 0 0 0,1 1 0 0 0,0 1 0 0 0,1 0 0 0 0,2 0 0 0 0,0 2 0 0 0,-15 37 1 0 0,22-48-60 0 0,1 0 1 0 0,0 0-1 0 0,1 0 0 0 0,1 0 1 0 0,0 1-1 0 0,0-1 1 0 0,1 1-1 0 0,0-1 1 0 0,1 1-1 0 0,1-1 1 0 0,0 1-1 0 0,0-1 1 0 0,1 1-1 0 0,1-1 0 0 0,-1 0 1 0 0,2 0-1 0 0,0 0 1 0 0,5 12-1 0 0,-5-17-11 0 0,0 0-1 0 0,0-1 0 0 0,0 1 0 0 0,0-1 0 0 0,1 0 1 0 0,0 0-1 0 0,0-1 0 0 0,0 1 0 0 0,1-1 0 0 0,-1 0 1 0 0,1-1-1 0 0,0 1 0 0 0,0-1 0 0 0,0 0 0 0 0,1 0 1 0 0,-1-1-1 0 0,1 0 0 0 0,-1 0 0 0 0,1-1 1 0 0,0 0-1 0 0,0 0 0 0 0,-1 0 0 0 0,1-1 0 0 0,0 0 1 0 0,0 0-1 0 0,0-1 0 0 0,0 0 0 0 0,10-3 0 0 0,-5 1-3 0 0,0 0-1 0 0,0-1 0 0 0,-1 0 0 0 0,1-1 0 0 0,-1 0 0 0 0,0-1 0 0 0,-1-1 0 0 0,1 1 0 0 0,-1-2 0 0 0,-1 1 0 0 0,1-1 0 0 0,-1-1 0 0 0,-1 0 0 0 0,0 0 0 0 0,9-13 0 0 0,-7 6-6 0 0,-1-1-1 0 0,-1 0 0 0 0,-1 0 1 0 0,-1-1-1 0 0,0 0 0 0 0,-1 0 1 0 0,-1 0-1 0 0,0-1 0 0 0,-2 0 1 0 0,0 1-1 0 0,-1-1 0 0 0,-1 0 0 0 0,-1 0 1 0 0,0 1-1 0 0,-2-1 0 0 0,0 0 1 0 0,-1 1-1 0 0,-11-31 0 0 0,12 42-25 0 0,0-1 0 0 0,-1 0 0 0 0,-1 1 0 0 0,1 0 0 0 0,-1 0 0 0 0,0 0 0 0 0,-1 1 0 0 0,1-1-1 0 0,-1 1 1 0 0,0 1 0 0 0,-1-1 0 0 0,0 1 0 0 0,-12-7 0 0 0,17 11-86 0 0,1 1 0 0 0,-1-1 0 0 0,0 1 0 0 0,0 0 0 0 0,1 0 0 0 0,-1 0-1 0 0,0 0 1 0 0,0 0 0 0 0,1 0 0 0 0,-1 0 0 0 0,0 1 0 0 0,1-1 0 0 0,-1 1 0 0 0,0-1 0 0 0,1 1 0 0 0,-1 0 0 0 0,1-1 0 0 0,-1 1-1 0 0,1 0 1 0 0,-1 0 0 0 0,1 0 0 0 0,-1 0 0 0 0,1 1 0 0 0,0-1 0 0 0,0 0 0 0 0,0 0 0 0 0,-2 2 0 0 0,-6 14-6143 0 0,5-5 3328 0 0</inkml:trace>
</inkml:ink>
</file>

<file path=ppt/ink/ink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8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42 288 0 0,'-5'-4'735'0'0,"0"0"-313"0"0,-1 0 1 0 0,0 0-1 0 0,-1 0 0 0 0,1 0 1 0 0,-1 1-1 0 0,1 0 1 0 0,-1 1-1 0 0,0 0 0 0 0,0 0 1 0 0,0 0-1 0 0,0 0 1 0 0,-9 1-1 0 0,1 1 56 0 0,0 0 0 0 0,1 2 0 0 0,-26 5 0 0 0,36-7-382 0 0,0 1-1 0 0,0 1 1 0 0,0-1-1 0 0,0 0 1 0 0,0 1-1 0 0,1 0 1 0 0,-1 0 0 0 0,1 0-1 0 0,-1 0 1 0 0,1 1-1 0 0,0-1 1 0 0,0 1-1 0 0,0 0 1 0 0,0 0 0 0 0,0 0-1 0 0,0 0 1 0 0,-2 5-1 0 0,5-7-70 0 0,0 1-1 0 0,0 0 1 0 0,0 0-1 0 0,0 0 1 0 0,0-1-1 0 0,0 1 1 0 0,1 0-1 0 0,-1 0 1 0 0,0-1-1 0 0,1 1 1 0 0,0 0-1 0 0,-1 0 1 0 0,1-1-1 0 0,0 1 1 0 0,0-1-1 0 0,0 1 1 0 0,0-1-1 0 0,0 1 1 0 0,0-1-1 0 0,0 0 1 0 0,2 2-1 0 0,26 26 227 0 0,26 12 56 0 0,-38-30-206 0 0,0 1 0 0 0,-1 1 0 0 0,0 0 0 0 0,19 22 0 0 0,-34-34-95 0 0,-1-1 1 0 0,1 1-1 0 0,0 0 0 0 0,-1 0 1 0 0,1 0-1 0 0,0-1 1 0 0,-1 1-1 0 0,1 0 0 0 0,-1 0 1 0 0,1 0-1 0 0,-1 0 1 0 0,0 0-1 0 0,1 0 0 0 0,-1 0 1 0 0,0 0-1 0 0,0 0 1 0 0,0 0-1 0 0,1 0 1 0 0,-1 0-1 0 0,0 0 0 0 0,0 0 1 0 0,-1 0-1 0 0,1 0 1 0 0,0 1-1 0 0,0-1 0 0 0,0 0 1 0 0,-1 0-1 0 0,1 0 1 0 0,-1-1-1 0 0,0 3 0 0 0,-1-1 1 0 0,0 0 0 0 0,0 0-1 0 0,0-1 1 0 0,0 1-1 0 0,0-1 1 0 0,-1 0 0 0 0,1 1-1 0 0,0-1 1 0 0,-1 0-1 0 0,1 0 1 0 0,-1-1 0 0 0,-2 2-1 0 0,-11 1 24 0 0,-1 0-1 0 0,-29 0 1 0 0,46-3-30 0 0,-22 1-137 0 0,-1-1 0 0 0,1-2-1 0 0,0 0 1 0 0,0-1 0 0 0,-24-7 0 0 0,45 9-543 0 0,21-26-7814 0 0</inkml:trace>
</inkml:ink>
</file>

<file path=ppt/ink/ink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9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424 38 120 0 0,'0'0'1183'0'0,"-28"-28"3253"0"0,18 25-4273 0 0,0 1-1 0 0,0 0 1 0 0,-1 1 0 0 0,1 0-1 0 0,0 0 1 0 0,-1 1-1 0 0,1 1 1 0 0,-1 0 0 0 0,1 0-1 0 0,0 1 1 0 0,0 0-1 0 0,0 1 1 0 0,0 0 0 0 0,0 0-1 0 0,-13 8 1 0 0,21-11-149 0 0,1 1 0 0 0,-1 0-1 0 0,1 0 1 0 0,-1 0 0 0 0,1 0 0 0 0,-1 0 0 0 0,1 1 0 0 0,0-1 0 0 0,0 0-1 0 0,0 0 1 0 0,0 1 0 0 0,0-1 0 0 0,0 1 0 0 0,0-1 0 0 0,0 1 0 0 0,0 0 0 0 0,0-1-1 0 0,1 1 1 0 0,-1 0 0 0 0,1-1 0 0 0,0 1 0 0 0,-1 0 0 0 0,1-1 0 0 0,0 1 0 0 0,0 0-1 0 0,0 0 1 0 0,0-1 0 0 0,0 1 0 0 0,0 0 0 0 0,1 0 0 0 0,-1-1 0 0 0,0 1-1 0 0,1 0 1 0 0,0 0 0 0 0,-1-1 0 0 0,1 1 0 0 0,0-1 0 0 0,0 1 0 0 0,0-1 0 0 0,0 1-1 0 0,1 1 1 0 0,7 9 39 0 0,0 0-1 0 0,0 0 1 0 0,22 19-1 0 0,-18-19-16 0 0,-4-2-15 0 0,1 0 0 0 0,-2 0 1 0 0,1 1-1 0 0,-2 0 0 0 0,1 1 1 0 0,-2 0-1 0 0,1 0 0 0 0,7 23 1 0 0,-12-29-14 0 0,-1-1 1 0 0,0 1 0 0 0,0 0-1 0 0,0 0 1 0 0,-1 0-1 0 0,0 0 1 0 0,0 0 0 0 0,0 0-1 0 0,-1 0 1 0 0,0 0 0 0 0,0-1-1 0 0,0 1 1 0 0,-1 0-1 0 0,0-1 1 0 0,0 1 0 0 0,-1-1-1 0 0,1 1 1 0 0,-1-1-1 0 0,0 0 1 0 0,-1 0 0 0 0,1 0-1 0 0,-7 6 1 0 0,-1 0 24 0 0,-1 0 1 0 0,0 0-1 0 0,-1-1 1 0 0,0 0-1 0 0,-1-1 0 0 0,0-1 1 0 0,0 0-1 0 0,-1-1 1 0 0,0-1-1 0 0,0 0 0 0 0,-1-1 1 0 0,1 0-1 0 0,-1-2 1 0 0,0 0-1 0 0,0 0 0 0 0,0-2 1 0 0,-25 0-1 0 0,40 0-12 0 0,-1-1 0 0 0,0 0-1 0 0,1-1 1 0 0,-1 1-1 0 0,0 0 1 0 0,1 0 0 0 0,-1-1-1 0 0,0 1 1 0 0,1-1 0 0 0,-1 1-1 0 0,1-1 1 0 0,-1 0 0 0 0,1 0-1 0 0,-1 0 1 0 0,1 0-1 0 0,-1 0 1 0 0,1 0 0 0 0,0 0-1 0 0,0 0 1 0 0,-1 0 0 0 0,1 0-1 0 0,0-1 1 0 0,0 1-1 0 0,0-1 1 0 0,0 1 0 0 0,0-3-1 0 0,0 2-6 0 0,1-1 0 0 0,0 1-1 0 0,0-1 1 0 0,0 1 0 0 0,1-1-1 0 0,-1 1 1 0 0,1-1 0 0 0,-1 1-1 0 0,1-1 1 0 0,0 1-1 0 0,0-1 1 0 0,0 1 0 0 0,0 0-1 0 0,0-1 1 0 0,2-1 0 0 0,7-11 6 0 0,1 1-1 0 0,0 0 1 0 0,21-19 0 0 0,-30 31-11 0 0,57-51-75 0 0,3 3 0 0 0,2 2 0 0 0,2 3 0 0 0,2 3 0 0 0,78-35 0 0 0,-112 63-17 0 0,-18 14-1 0 0,-16 0 83 0 0,0 1 0 0 0,0-1 0 0 0,1 1 0 0 0,-1-1 0 0 0,0 1 1 0 0,0-1-1 0 0,0 1 0 0 0,0-1 0 0 0,0 1 0 0 0,0-1 0 0 0,0 1 0 0 0,0-1 1 0 0,0 1-1 0 0,0-1 0 0 0,0 1 0 0 0,0-1 0 0 0,0 1 0 0 0,0-1 0 0 0,0 1 0 0 0,0-1 1 0 0,-1 0-1 0 0,1 1 0 0 0,0-1 0 0 0,0 1 0 0 0,-1-1 0 0 0,1 1 0 0 0,0-1 1 0 0,-1 0-1 0 0,1 1 0 0 0,0-1 0 0 0,-1 0 0 0 0,0 1 0 0 0,-4 8 7 0 0,0 1-1 0 0,0 0 0 0 0,1 0 1 0 0,0 0-1 0 0,0 0 1 0 0,1 1-1 0 0,-2 11 0 0 0,4-18 1 0 0,1-1-1 0 0,-1 1 0 0 0,0-1 0 0 0,1 1 1 0 0,0-1-1 0 0,0 1 0 0 0,0-1 0 0 0,0 1 1 0 0,1-1-1 0 0,-1 1 0 0 0,1-1 1 0 0,0 1-1 0 0,0-1 0 0 0,0 0 0 0 0,1 1 1 0 0,-1-1-1 0 0,1 0 0 0 0,-1 0 0 0 0,1 0 1 0 0,0 0-1 0 0,0 0 0 0 0,1-1 1 0 0,-1 1-1 0 0,1-1 0 0 0,-1 1 0 0 0,6 3 1 0 0,-7-5 4 0 0,1 0 0 0 0,-1 0 1 0 0,1 0-1 0 0,-1-1 0 0 0,1 1 1 0 0,0 0-1 0 0,0-1 1 0 0,-1 1-1 0 0,1-1 0 0 0,0 1 1 0 0,0-1-1 0 0,0 0 0 0 0,-1 0 1 0 0,1 0-1 0 0,0 0 1 0 0,0 0-1 0 0,0 0 0 0 0,-1-1 1 0 0,1 1-1 0 0,0 0 0 0 0,0-1 1 0 0,-1 1-1 0 0,1-1 0 0 0,0 0 1 0 0,0 0-1 0 0,-1 0 1 0 0,1 0-1 0 0,-1 0 0 0 0,1 0 1 0 0,-1 0-1 0 0,0 0 0 0 0,1 0 1 0 0,-1-1-1 0 0,0 1 0 0 0,0-1 1 0 0,0 1-1 0 0,0-1 1 0 0,0 1-1 0 0,0-1 0 0 0,0 1 1 0 0,0-1-1 0 0,-1 0 0 0 0,1 0 1 0 0,-1 1-1 0 0,1-4 1 0 0,2-2 51 0 0,-1-1 0 0 0,-1 0 0 0 0,1 1 0 0 0,-1-1 1 0 0,-1 0-1 0 0,1 0 0 0 0,-1 0 0 0 0,-3-16 0 0 0,-22-44 56 0 0,24 66-434 0 0</inkml:trace>
</inkml:ink>
</file>

<file path=ppt/ink/ink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9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25 392 0 0,'-2'0'146'0'0,"0"0"0"0"0,0 0 1 0 0,-1 0-1 0 0,1 1 0 0 0,0-1 0 0 0,0 1 1 0 0,0-1-1 0 0,0 1 0 0 0,0 0 0 0 0,0 0 1 0 0,0 0-1 0 0,0 0 0 0 0,0 0 0 0 0,1 1 0 0 0,-1-1 1 0 0,0 1-1 0 0,1-1 0 0 0,-1 1 0 0 0,1-1 1 0 0,-1 1-1 0 0,1 0 0 0 0,0-1 0 0 0,0 1 1 0 0,0 0-1 0 0,0 0 0 0 0,0 0 0 0 0,0 0 0 0 0,0 0 1 0 0,1 0-1 0 0,-1 0 0 0 0,1 1 0 0 0,-1 1 1 0 0,1-1-47 0 0,-1 0 0 0 0,1-1 0 0 0,0 1 0 0 0,0-1 0 0 0,0 1 0 0 0,0-1 0 0 0,1 1 0 0 0,-1-1 0 0 0,1 1 0 0 0,-1-1 0 0 0,1 1 0 0 0,0-1 0 0 0,0 1 1 0 0,0-1-1 0 0,0 0 0 0 0,1 0 0 0 0,-1 0 0 0 0,1 1 0 0 0,-1-1 0 0 0,1 0 0 0 0,0-1 0 0 0,-1 1 0 0 0,1 0 0 0 0,0 0 0 0 0,0-1 0 0 0,4 3 0 0 0,-4-3 209 0 0,4-4 146 0 0,-4 3-408 0 0,-1 0 0 0 0,0 0-1 0 0,0-1 1 0 0,0 1 0 0 0,0 0 0 0 0,1-1 0 0 0,-1 1-1 0 0,0-1 1 0 0,0 1 0 0 0,0-1 0 0 0,0 0 0 0 0,0 1-1 0 0,0-1 1 0 0,0 0 0 0 0,0 0 0 0 0,0 1 0 0 0,-1-1-1 0 0,2-1 1 0 0,-1-3 43 0 0,0 1-1 0 0,0-1 1 0 0,-1 0 0 0 0,1 1-1 0 0,-1-1 1 0 0,0 1-1 0 0,-1-1 1 0 0,1 0 0 0 0,-1 1-1 0 0,0-1 1 0 0,0 1-1 0 0,0-1 1 0 0,0 1 0 0 0,-1-1-1 0 0,0 1 1 0 0,0 0 0 0 0,0 0-1 0 0,-1 0 1 0 0,1 0-1 0 0,-4-4 1 0 0,-6-13 165 0 0,11 19-276 0 0,18 29-9571 0 0</inkml:trace>
</inkml:ink>
</file>

<file path=ppt/ink/ink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09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85 348 880 0 0,'-2'-2'204'0'0,"0"2"1"0"0,-1-1-1 0 0,1 0 0 0 0,-1 0 1 0 0,1 1-1 0 0,-1-1 0 0 0,1 1 1 0 0,-1 0-1 0 0,1 0 0 0 0,-1 0 0 0 0,0 0 1 0 0,1 0-1 0 0,-1 1 0 0 0,1-1 1 0 0,-1 1-1 0 0,1-1 0 0 0,-1 1 1 0 0,1 0-1 0 0,0 0 0 0 0,-1 0 1 0 0,1 1-1 0 0,0-1 0 0 0,0 0 0 0 0,-1 1 1 0 0,1-1-1 0 0,0 1 0 0 0,1 0 1 0 0,-1 0-1 0 0,0 0 0 0 0,0 0 1 0 0,1 0-1 0 0,-1 0 0 0 0,1 0 1 0 0,0 0-1 0 0,0 1 0 0 0,-2 3 0 0 0,3-5-167 0 0,-1 0 0 0 0,1 1 1 0 0,-1-1-1 0 0,1 0 0 0 0,-1 1 0 0 0,1-1 0 0 0,0 1 0 0 0,0-1 0 0 0,0 1 0 0 0,0-1 0 0 0,0 1 0 0 0,0-1 0 0 0,0 1 0 0 0,0-1 0 0 0,1 0 0 0 0,-1 1 0 0 0,1-1 0 0 0,-1 1 0 0 0,1-1 0 0 0,-1 0 0 0 0,1 1 0 0 0,0-1 0 0 0,-1 0 0 0 0,1 0 0 0 0,0 1 0 0 0,0-1 0 0 0,0 0 0 0 0,0 0 0 0 0,0 0 0 0 0,0 0 0 0 0,0 0 0 0 0,1 0 0 0 0,-1-1 0 0 0,0 1 0 0 0,1 0 0 0 0,-1-1 0 0 0,0 1 0 0 0,1-1 1 0 0,-1 1-1 0 0,0-1 0 0 0,1 1 0 0 0,-1-1 0 0 0,3 0 0 0 0,0 1 7 0 0,1 0 1 0 0,-1-1 0 0 0,1 0-1 0 0,-1 0 1 0 0,1 0-1 0 0,-1 0 1 0 0,0-1 0 0 0,1 1-1 0 0,-1-1 1 0 0,1 0 0 0 0,-1-1-1 0 0,6-1 1 0 0,-5-2-20 0 0,1 1 0 0 0,-1-1 0 0 0,0 0 0 0 0,0 0 0 0 0,0-1 0 0 0,-1 1 0 0 0,1-1 0 0 0,-1 0 0 0 0,-1 0 0 0 0,1-1 0 0 0,-1 1 0 0 0,0-1 0 0 0,2-9 1 0 0,4-13 36 0 0,10-50 1 0 0,-16 53 510 0 0,0-1-1 0 0,-2 0 1 0 0,0 0 0 0 0,-2 1 0 0 0,-1-1-1 0 0,-8-38 1 0 0,9 63-108 0 0,-2 6-247 0 0,-2 2-159 0 0,0 1 0 0 0,1 0-1 0 0,0 0 1 0 0,0 0 0 0 0,1 1-1 0 0,0-1 1 0 0,0 1 0 0 0,0 0-1 0 0,1 0 1 0 0,1 0-1 0 0,-1 0 1 0 0,1 0 0 0 0,0 0-1 0 0,1 0 1 0 0,1 15 0 0 0,2 18-7 0 0,15 74 1 0 0,-15-99-114 0 0,22 102-1791 0 0,-5-30-5780 0 0,-13-52 3520 0 0</inkml:trace>
</inkml:ink>
</file>

<file path=ppt/ink/ink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2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0 567 268 0 0,'2'0'2489'0'0,"21"-7"1438"0"0,63-26-3171 0 0,-82 31-661 0 0,40-24 527 0 0,-42 24-527 0 0,0 1-1 0 0,0 0 1 0 0,0-1-1 0 0,0 1 1 0 0,0-1-1 0 0,-1 0 1 0 0,1 0-1 0 0,0 0 1 0 0,-1 0-1 0 0,0 0 1 0 0,1 0-1 0 0,-1 0 1 0 0,0 0-1 0 0,0-1 1 0 0,0 1-1 0 0,0 0 1 0 0,1-5-1 0 0,-2 7-79 0 0,0 0-1 0 0,0-1 0 0 0,-1 1 1 0 0,1 0-1 0 0,0 0 0 0 0,0-1 1 0 0,0 1-1 0 0,0 0 0 0 0,0 0 0 0 0,0 0 1 0 0,0-1-1 0 0,0 1 0 0 0,0 0 1 0 0,-1 0-1 0 0,1-1 0 0 0,0 1 1 0 0,0 0-1 0 0,0 0 0 0 0,0 0 1 0 0,-1 0-1 0 0,1-1 0 0 0,0 1 1 0 0,0 0-1 0 0,-1 0 0 0 0,1 0 1 0 0,0 0-1 0 0,0 0 0 0 0,0 0 1 0 0,-1 0-1 0 0,1 0 0 0 0,0 0 1 0 0,0 0-1 0 0,-1-1 0 0 0,1 1 1 0 0,0 0-1 0 0,0 0 0 0 0,-1 1 1 0 0,1-1-1 0 0,0 0 0 0 0,0 0 1 0 0,-1 0-1 0 0,1 0 0 0 0,0 0 1 0 0,0 0-1 0 0,-1 0 0 0 0,-17 9 125 0 0,16-8-134 0 0,0 1 0 0 0,0-1 0 0 0,0 1 1 0 0,1-1-1 0 0,-1 1 0 0 0,0 0 0 0 0,1 0 0 0 0,0 0 1 0 0,-1-1-1 0 0,1 1 0 0 0,0 1 0 0 0,0-1 0 0 0,0 0 1 0 0,0 0-1 0 0,0 0 0 0 0,0 0 0 0 0,1 1 0 0 0,-1-1 0 0 0,1 3 1 0 0,0-1 4 0 0,0 0 1 0 0,0 0 0 0 0,1 0 0 0 0,0-1-1 0 0,0 1 1 0 0,0 0 0 0 0,0-1 0 0 0,0 1-1 0 0,1-1 1 0 0,0 1 0 0 0,-1-1 0 0 0,1 0-1 0 0,1 1 1 0 0,-1-1 0 0 0,0 0-1 0 0,1 0 1 0 0,-1-1 0 0 0,1 1 0 0 0,4 2-1 0 0,-2-2 13 0 0,0 0-1 0 0,0 0 1 0 0,0-1-1 0 0,0 0 1 0 0,1 0-1 0 0,-1 0 0 0 0,1-1 1 0 0,0 0-1 0 0,-1 0 1 0 0,1 0-1 0 0,10-1 0 0 0,-2 0 17 0 0,-1-1-1 0 0,1-1 0 0 0,-1 0 1 0 0,0-1-1 0 0,0 0 0 0 0,0-1 1 0 0,0 0-1 0 0,0-1 0 0 0,-1-1 1 0 0,21-12-1 0 0,-5-3-14 0 0,-1-1 0 0 0,-1-1 0 0 0,-1-1 0 0 0,0-1 0 0 0,-2-1 0 0 0,-1-2 0 0 0,-2 0 0 0 0,0-1 0 0 0,-2-1 0 0 0,25-57 0 0 0,-34 65 61 0 0,-2-1-1 0 0,0 0 1 0 0,-1 0-1 0 0,4-42 1 0 0,-3 18 586 0 0,-6 45-430 0 0,-5 7-190 0 0,-4 8-6 0 0,0 1 0 0 0,1-1 0 0 0,1 1 1 0 0,0 0-1 0 0,1 1 0 0 0,0-1 0 0 0,1 1 1 0 0,1 0-1 0 0,-2 21 0 0 0,-1 24 282 0 0,3 63 0 0 0,3-69 7 0 0,12 91 0 0 0,-9-124-570 0 0</inkml:trace>
</inkml:ink>
</file>

<file path=ppt/ink/ink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3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44 624 0 0,'0'0'796'0'0,"10"-7"712"0"0,5 0-860 0 0,-2 0-68 0 0,2 1-56 0 0,3 1-52 0 0,3 1-39 0 0,4 0-49 0 0,2 3-48 0 0,0-1-48 0 0,-2 4-180 0 0,3-1-212 0 0,-1 1-240 0 0,-2 2-244 0 0,-7-2-357 0 0,3-2-1023 0 0,-5 0 452 0 0</inkml:trace>
</inkml:ink>
</file>

<file path=ppt/ink/ink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3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137 212 184 0 0,'0'0'7968'0'0,"-6"3"-7691"0"0,-9 4-3 0 0,1 1 1 0 0,-1 0-1 0 0,1 2 1 0 0,1-1-1 0 0,0 2 1 0 0,0 0-1 0 0,-15 17 1 0 0,28-27-188 0 0,0-1-78 0 0,-1 0 1 0 0,1 0-1 0 0,0 0 0 0 0,0 0 0 0 0,-1 0 0 0 0,1 0 0 0 0,0 0 0 0 0,0 1 0 0 0,0-1 1 0 0,-1 0-1 0 0,1 0 0 0 0,0 0 0 0 0,0 0 0 0 0,0 0 0 0 0,-1 0 0 0 0,1 1 0 0 0,0-1 1 0 0,0 0-1 0 0,0 0 0 0 0,0 0 0 0 0,0 1 0 0 0,-1-1 0 0 0,1 0 0 0 0,0 0 0 0 0,0 0 1 0 0,0 1-1 0 0,0-1 0 0 0,0 0 0 0 0,0 0 0 0 0,0 1 0 0 0,0-1 0 0 0,0 0 0 0 0,0 0 0 0 0,0 0 1 0 0,0 1-1 0 0,0-1 0 0 0,0 0 0 0 0,0 0 0 0 0,0 1 0 0 0,0-1 0 0 0,0 0 0 0 0,0 0 1 0 0,0 1-1 0 0,0-1 0 0 0,0 0 0 0 0,0 0 0 0 0,1 0 0 0 0,-1 1 0 0 0,0-1 0 0 0,0 0 1 0 0,0 0-1 0 0,0 0 0 0 0,0 0 0 0 0,1 1 0 0 0,-1-1 0 0 0,0 0 0 0 0,0 0 0 0 0,0 0 1 0 0,1 0-1 0 0,-1 0 0 0 0,0 0 0 0 0,0 1 0 0 0,1-1 0 0 0,-1 0 0 0 0,2 0 6 0 0,-1 1 0 0 0,0-1 0 0 0,1 0 0 0 0,-1 1 0 0 0,1-1 0 0 0,-1 0 0 0 0,1 0 0 0 0,-1 0 0 0 0,1 0 0 0 0,-1 0 0 0 0,1 0 0 0 0,-1 0 0 0 0,0-1 0 0 0,4 0 0 0 0,30-11 32 0 0,0 2 1 0 0,1 1-1 0 0,0 1 0 0 0,68-4 0 0 0,-98 12-38 0 0,0 0 1 0 0,0 0-1 0 0,0-1 0 0 0,-1 0 1 0 0,1 0-1 0 0,0-1 0 0 0,-1 1 1 0 0,1-1-1 0 0,-1 0 1 0 0,1-1-1 0 0,-1 0 0 0 0,0 1 1 0 0,0-2-1 0 0,0 1 0 0 0,0 0 1 0 0,-1-1-1 0 0,1 0 1 0 0,-1 0-1 0 0,0 0 0 0 0,0-1 1 0 0,-1 1-1 0 0,1-1 0 0 0,-1 0 1 0 0,0 0-1 0 0,0 0 1 0 0,-1-1-1 0 0,1 1 0 0 0,1-8 1 0 0,2-5 425 0 0,-1-1 0 0 0,0 0 0 0 0,-2 0 0 0 0,0 0 0 0 0,-1 0 0 0 0,-2-38 0 0 0,-16 76-285 0 0,13-16-126 0 0,-2 4 12 0 0,0 1-1 0 0,1 0 0 0 0,1 0 1 0 0,-1 0-1 0 0,1 0 0 0 0,0 0 1 0 0,1 1-1 0 0,-2 10 0 0 0,-5 71 160 0 0,8-76-162 0 0,0 18 21 0 0,2 1 1 0 0,6 35-1 0 0,-1-10-2650 0 0,4-43-3527 0 0</inkml:trace>
</inkml:ink>
</file>

<file path=ppt/ink/ink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4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34 10765 0 0,'-7'6'5401'0'0,"13"-19"-2951"0"0,7 1-5305 0 0,-5-2-6432 0 0</inkml:trace>
</inkml:ink>
</file>

<file path=ppt/ink/ink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4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27 156 0 0,'0'0'531'0'0,"11"-15"1557"0"0,-9 4 4767 0 0,-15 17-6700 0 0,1 2-1 0 0,0-1 1 0 0,0 2 0 0 0,1-1-1 0 0,0 2 1 0 0,1-1 0 0 0,-18 22-1 0 0,-63 91 812 0 0,76-99-809 0 0,1 1 1 0 0,1 1-1 0 0,2 0 0 0 0,0 0 0 0 0,2 1 1 0 0,0 1-1 0 0,2-1 0 0 0,1 1 1 0 0,-5 53-1 0 0,10-62-82 0 0,1 1 0 0 0,0 0 0 0 0,1-1 0 0 0,2 1 0 0 0,-1-1-1 0 0,2 1 1 0 0,1-1 0 0 0,0 0 0 0 0,1-1 0 0 0,1 1 0 0 0,0-1 0 0 0,2-1 0 0 0,0 1 0 0 0,0-2 0 0 0,20 25 0 0 0,-26-37-164 0 0,-1 0 0 0 0,1 0 0 0 0,-1 0 0 0 0,1-1 0 0 0,0 1 0 0 0,0-1 0 0 0,0 0 0 0 0,1 0 0 0 0,-1 0 0 0 0,0 0 1 0 0,1-1-1 0 0,-1 0 0 0 0,1 1 0 0 0,-1-1 0 0 0,1 0 0 0 0,0-1 0 0 0,0 1 0 0 0,-1 0 0 0 0,1-1 0 0 0,0 0 0 0 0,4 0 0 0 0,-2-1-632 0 0,-1 0 0 0 0,0 0 0 0 0,0-1 0 0 0,0 0 0 0 0,0 0 0 0 0,0 0 0 0 0,0 0 0 0 0,-1-1 0 0 0,8-4 0 0 0,9-7-2341 0 0</inkml:trace>
</inkml:ink>
</file>

<file path=ppt/ink/ink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5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4 988 0 0,'-10'-4'7073'0'0,"-4"21"-6377"0"0,0 1 0 0 0,1 0-1 0 0,1 1 1 0 0,1 1 0 0 0,-15 37-1 0 0,7-7 306 0 0,-16 70-1 0 0,29-101-843 0 0,-6 41-620 0 0,12-58 66 0 0,0-2 322 0 0,0 1 1 0 0,0-1-1 0 0,0 0 1 0 0,0 1-1 0 0,0-1 1 0 0,1 1-1 0 0,-1-1 1 0 0,0 0-1 0 0,0 1 1 0 0,0-1-1 0 0,0 0 0 0 0,0 1 1 0 0,1-1-1 0 0,-1 0 1 0 0,0 0-1 0 0,0 1 1 0 0,0-1-1 0 0,1 0 1 0 0,-1 1-1 0 0,0-1 1 0 0,0 0-1 0 0,1 0 1 0 0,-1 0-1 0 0,0 1 1 0 0,1-1-1 0 0,-1 0 1 0 0,0 0-1 0 0,1 0 1 0 0,-1 0-1 0 0,0 1 1 0 0,1-1-1 0 0,-1 0 1 0 0,0 0-1 0 0,1 0 1 0 0,0 0-1 0 0,40-22-5851 0 0,-25 11 3154 0 0</inkml:trace>
</inkml:ink>
</file>

<file path=ppt/ink/ink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5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25 160 0 0,'0'0'853'0'0,"1"-10"4414"0"0,-5 7-5138 0 0,0 1 0 0 0,0 1 0 0 0,-1-1 0 0 0,1 0 0 0 0,-1 1 1 0 0,0 0-1 0 0,1 0 0 0 0,-1 1 0 0 0,0-1 0 0 0,1 1 0 0 0,-1 0 0 0 0,0 0 0 0 0,1 0 0 0 0,-1 1 0 0 0,0 0 0 0 0,1 0 1 0 0,-1 0-1 0 0,-8 4 0 0 0,-10 3 362 0 0,0 2 0 0 0,-28 16 0 0 0,38-20-275 0 0,12-5-194 0 0,0-1 0 0 0,0 1 0 0 0,-1 0 0 0 0,1-1 0 0 0,0 1 0 0 0,0 0 0 0 0,0 0 0 0 0,0-1 0 0 0,0 1 0 0 0,0 0-1 0 0,0 0 1 0 0,0 0 0 0 0,1 0 0 0 0,-1 0 0 0 0,0 1 0 0 0,1-1 0 0 0,-2 2 0 0 0,2-2-10 0 0,0-1 1 0 0,0 1 0 0 0,0 0-1 0 0,0 0 1 0 0,0-1-1 0 0,1 1 1 0 0,-1 0-1 0 0,0 0 1 0 0,0-1-1 0 0,1 1 1 0 0,-1 0-1 0 0,0-1 1 0 0,1 1-1 0 0,-1 0 1 0 0,0-1 0 0 0,1 1-1 0 0,-1 0 1 0 0,1-1-1 0 0,-1 1 1 0 0,1-1-1 0 0,-1 1 1 0 0,2 0-1 0 0,4 3 50 0 0,1 1 0 0 0,0-1-1 0 0,0 0 1 0 0,13 4-1 0 0,0 1-14 0 0,-17-5-33 0 0,1-1 0 0 0,-1 1 1 0 0,-1 0-1 0 0,1 0 0 0 0,0 0 0 0 0,-1 0 0 0 0,0 0 0 0 0,0 1 0 0 0,0-1 0 0 0,-1 1 0 0 0,1-1 0 0 0,-1 1 0 0 0,0 0 0 0 0,-1-1 0 0 0,1 1 0 0 0,-1 0 0 0 0,1 0 0 0 0,-2-1 0 0 0,0 9 0 0 0,0 6 61 0 0,-1 0-1 0 0,-2-1 1 0 0,-7 28 0 0 0,6-29-170 0 0,-6 22 265 0 0,8-13-2832 0 0,6-21 1178 0 0,0 0-2206 0 0</inkml:trace>
</inkml:ink>
</file>

<file path=ppt/ink/ink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6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0 76 0 0,'0'0'5743'0'0,"0"7"-5313"0"0,1 8-151 0 0,2 1 0 0 0,0-1 0 0 0,0 0 0 0 0,2 0 0 0 0,0 0 0 0 0,0 0 0 0 0,12 20 0 0 0,-7-15 5 0 0,-2 0 0 0 0,0 0 0 0 0,9 40 0 0 0,-16-56-221 0 0,-1 0 0 0 0,1 0 0 0 0,-1 0 0 0 0,1 0 0 0 0,-1 0 0 0 0,-1 0 0 0 0,1 0 0 0 0,0 0 0 0 0,-3 7 0 0 0,2-9-30 0 0,0 0 0 0 0,0 0-1 0 0,0-1 1 0 0,0 1 0 0 0,-1 0 0 0 0,1 0 0 0 0,-1-1-1 0 0,1 1 1 0 0,-1-1 0 0 0,1 0 0 0 0,-1 1 0 0 0,0-1-1 0 0,0 0 1 0 0,0 0 0 0 0,1 0 0 0 0,-1 0 0 0 0,0 0-1 0 0,0 0 1 0 0,-1-1 0 0 0,-1 1 0 0 0,-4 2 10 0 0,-1-1-1 0 0,1-1 1 0 0,0 1 0 0 0,-1-1 0 0 0,1-1 0 0 0,-1 0 0 0 0,1 0-1 0 0,-1 0 1 0 0,-14-4 0 0 0,17 3-759 0 0,0-1 1 0 0,0 0-1 0 0,1-1 1 0 0,-1 1-1 0 0,0-1 1 0 0,1 0-1 0 0,0 0 0 0 0,-10-8 1 0 0,4 0-2057 0 0</inkml:trace>
</inkml:ink>
</file>

<file path=ppt/ink/ink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6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2 196 0 0,'19'-1'668'0'0,"-1"1"-596"0"0,-8 1-228 0 0,8 1-424 0 0</inkml:trace>
</inkml:ink>
</file>

<file path=ppt/ink/ink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6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1 440 0 0,'0'0'796'0'0,"7"0"-51"0"0,45 3 1086 0 0,83 15 0 0 0,14 2-43 0 0,-147-20-1730 0 0,33 6 486 0 0,-34-5-508 0 0,0-1 0 0 0,0 0 0 0 0,0 0-1 0 0,-1 1 1 0 0,1-1 0 0 0,0 0 0 0 0,0 1-1 0 0,-1-1 1 0 0,1 1 0 0 0,0-1 0 0 0,-1 1 0 0 0,1 0-1 0 0,0-1 1 0 0,-1 1 0 0 0,1 0 0 0 0,-1-1-1 0 0,1 1 1 0 0,-1 0 0 0 0,1 0 0 0 0,-1-1-1 0 0,1 1 1 0 0,-1 0 0 0 0,0 0 0 0 0,0 0 0 0 0,1-1-1 0 0,-1 1 1 0 0,0 0 0 0 0,0 0 0 0 0,0 0-1 0 0,0 0 1 0 0,0 0 0 0 0,0 0 0 0 0,0-1 0 0 0,0 1-1 0 0,0 0 1 0 0,-1 0 0 0 0,1 0 0 0 0,0 0-1 0 0,-1 1 1 0 0,-21 43 768 0 0,-3-1 1 0 0,-1-2-1 0 0,-58 73 0 0 0,71-98-695 0 0,-21 25 135 0 0,-5 7-1028 0 0,17-16-3426 0 0</inkml:trace>
</inkml:ink>
</file>

<file path=ppt/ink/ink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7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540 0 620 0 0,'8'6'343'0'0,"0"0"-1"0"0,-1 0 1 0 0,0 0-1 0 0,0 1 1 0 0,0 0-1 0 0,-1 1 1 0 0,0-1-1 0 0,0 1 1 0 0,-1 0-1 0 0,0 1 1 0 0,0-1-1 0 0,-1 1 1 0 0,0 0-1 0 0,4 17 1 0 0,-5-14-89 0 0,-1 1 0 0 0,-1 0 0 0 0,0 0 0 0 0,0 0 0 0 0,-2 0 0 0 0,1 0 0 0 0,-2-1 0 0 0,0 1 0 0 0,0 0 1 0 0,-5 14-1 0 0,0-6-62 0 0,-1-1 0 0 0,0 0 0 0 0,-2 0 0 0 0,0-1 1 0 0,-1 0-1 0 0,-1-1 0 0 0,0 0 0 0 0,-2-1 1 0 0,0-1-1 0 0,-1 0 0 0 0,0 0 0 0 0,-2-2 0 0 0,-17 13 1 0 0,-7-1-226 0 0,-1-1 1 0 0,0-3 0 0 0,-58 22 0 0 0,62-31-2020 0 0,-1-1 1 0 0,-46 8-1 0 0,33-12-740 0 0</inkml:trace>
</inkml:ink>
</file>

<file path=ppt/ink/ink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18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1 60 0 0,'-12'1'615'0'0,"0"1"-1"0"0,1 1 1 0 0,0 0 0 0 0,-1 1-1 0 0,1 0 1 0 0,-19 10 0 0 0,26-12-569 0 0,2-1 48 0 0,1-1-66 0 0,1 0 0 0 0,-1 1 0 0 0,0-1-1 0 0,0 0 1 0 0,0 1 0 0 0,0-1 0 0 0,0 1 0 0 0,1-1 0 0 0,-1 1-1 0 0,0-1 1 0 0,0 1 0 0 0,1 0 0 0 0,-1-1 0 0 0,0 1 0 0 0,1 0-1 0 0,-1 0 1 0 0,1-1 0 0 0,-1 1 0 0 0,1 0 0 0 0,-1 0 0 0 0,1 0-1 0 0,-1 0 1 0 0,1-1 0 0 0,0 1 0 0 0,0 0 0 0 0,-1 0 0 0 0,1 0-1 0 0,0 0 1 0 0,0 0 0 0 0,0 0 0 0 0,0 0 0 0 0,0 0 0 0 0,0 0-1 0 0,0 0 1 0 0,0 0 0 0 0,1 0 0 0 0,-1-1 0 0 0,0 1 0 0 0,0 0-1 0 0,1 0 1 0 0,-1 0 0 0 0,1 0 0 0 0,-1 0 0 0 0,1-1 0 0 0,-1 1-1 0 0,1 0 1 0 0,-1 0 0 0 0,1-1 0 0 0,0 1 0 0 0,1 1 0 0 0,7 2 27 0 0,0 0-1 0 0,0 0 1 0 0,1-1 0 0 0,0 0 0 0 0,-1 0 0 0 0,1-1 0 0 0,0-1 0 0 0,0 0 0 0 0,17 0 0 0 0,0 1 4 0 0,786 74 502 0 0,-673-64-526 0 0,293 11-8 0 0,-166-11-12 0 0,692 62 47 0 0,-348-39-39 0 0,-538-32-31 0 0,730 15 118 0 0,-773-18-74 0 0,398 8 389 0 0,365 2 637 0 0,-591-3-711 0 0,90-3 1061 0 0,-236-4-167 0 0,-54 0-986 0 0,13 1 898 0 0,-6-2-1049 0 0,-29-17-7205 0 0,4 8 3547 0 0</inkml:trace>
</inkml:ink>
</file>

<file path=ppt/ink/ink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6:54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1 740 0 0,'0'0'9191'0'0</inkml:trace>
</inkml:ink>
</file>

<file path=ppt/ink/ink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39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55 498 468 0 0,'-23'-43'5535'0'0,"13"24"-4237"0"0,-8-9 3172 0 0,15 35-2956 0 0,3 18-1355 0 0,44 427 1315 0 0,-16-228-919 0 0,-28-184 618 0 0,-12-79-1093 0 0,2-2 0 0 0,2 1 1 0 0,2-1-1 0 0,1-1 0 0 0,1-48 1 0 0,-1 7-71 0 0,-1-21-118 0 0,6-104-1 0 0,3 160 42 0 0,2-1-1 0 0,3 1 1 0 0,1 0 0 0 0,22-65 0 0 0,-27 102 45 0 0,1 0 0 0 0,1 0 1 0 0,-1 0-1 0 0,2 1 0 0 0,-1-1 1 0 0,2 1-1 0 0,-1 1 0 0 0,1 0 1 0 0,0 0-1 0 0,1 0 0 0 0,0 1 1 0 0,19-12-1 0 0,-24 17 14 0 0,0 0 0 0 0,1 1 1 0 0,0-1-1 0 0,-1 1 0 0 0,1 0 1 0 0,0 1-1 0 0,0-1 0 0 0,0 1 1 0 0,0 0-1 0 0,0 0 0 0 0,0 0 0 0 0,0 1 1 0 0,0 0-1 0 0,1 0 0 0 0,-1 0 1 0 0,0 1-1 0 0,0 0 0 0 0,0 0 1 0 0,0 0-1 0 0,0 0 0 0 0,0 1 0 0 0,0 0 1 0 0,0 0-1 0 0,-1 0 0 0 0,1 0 1 0 0,-1 1-1 0 0,0 0 0 0 0,1 0 1 0 0,-1 0-1 0 0,0 0 0 0 0,-1 1 1 0 0,5 4-1 0 0,-3-2 6 0 0,0 0 1 0 0,0 0-1 0 0,-1 0 0 0 0,0 1 1 0 0,0 0-1 0 0,0 0 0 0 0,-1 0 1 0 0,0 0-1 0 0,0 0 1 0 0,-1 1-1 0 0,0-1 0 0 0,-1 1 1 0 0,1-1-1 0 0,-1 1 0 0 0,-1 0 1 0 0,1 0-1 0 0,-1-1 1 0 0,-1 1-1 0 0,-1 10 0 0 0,0-8 8 0 0,0 0 0 0 0,-1 0 1 0 0,0 0-1 0 0,-1 0 0 0 0,0 0 0 0 0,0-1 0 0 0,-1 0 0 0 0,0 0 0 0 0,-1 0 0 0 0,0 0 0 0 0,0-1 0 0 0,-1 0 0 0 0,-15 13 0 0 0,4-6 46 0 0,0 0-1 0 0,-1-2 1 0 0,-41 22-1 0 0,50-30-176 0 0,1-1 1 0 0,-1 0-1 0 0,0 0 0 0 0,0-1 0 0 0,0-1 0 0 0,0 0 0 0 0,-1 0 1 0 0,1-1-1 0 0,-1 0 0 0 0,1-1 0 0 0,-12 0 0 0 0,20-1-513 0 0,-8-3-681 0 0</inkml:trace>
</inkml:ink>
</file>

<file path=ppt/ink/ink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1 956 0 0,'0'0'2564'0'0,"-7"3"-1772"0"0,-1 2-531 0 0,0 1 1 0 0,1-1-1 0 0,-1 1 0 0 0,1 1 1 0 0,0-1-1 0 0,1 1 1 0 0,0 0-1 0 0,0 1 1 0 0,0 0-1 0 0,1 0 1 0 0,0 0-1 0 0,1 0 0 0 0,0 1 1 0 0,-6 16-1 0 0,7-19-151 0 0,1 1-1 0 0,0-1 1 0 0,0 0-1 0 0,1 1 1 0 0,0-1-1 0 0,0 1 1 0 0,1-1-1 0 0,-1 1 0 0 0,1 0 1 0 0,1-1-1 0 0,-1 1 1 0 0,1-1-1 0 0,0 1 1 0 0,1-1-1 0 0,-1 0 1 0 0,1 1-1 0 0,1-1 1 0 0,-1 0-1 0 0,1 0 0 0 0,0 0 1 0 0,0 0-1 0 0,1-1 1 0 0,6 9-1 0 0,-9-13-71 0 0,1 1 0 0 0,-1-1 0 0 0,0 0 0 0 0,1 0 0 0 0,-1 0 0 0 0,1 0 0 0 0,-1 0 0 0 0,1 0 0 0 0,-1 0 0 0 0,1 0-1 0 0,0 0 1 0 0,-1-1 0 0 0,1 1 0 0 0,0-1 0 0 0,0 1 0 0 0,-1-1 0 0 0,1 0 0 0 0,0 0 0 0 0,0 0 0 0 0,0 1 0 0 0,-1-2 0 0 0,1 1-1 0 0,0 0 1 0 0,0 0 0 0 0,0-1 0 0 0,-1 1 0 0 0,1-1 0 0 0,0 1 0 0 0,-1-1 0 0 0,1 0 0 0 0,0 0 0 0 0,-1 1 0 0 0,1-1 0 0 0,-1 0 0 0 0,1-1-1 0 0,-1 1 1 0 0,0 0 0 0 0,1 0 0 0 0,1-3 0 0 0,1 0 37 0 0,-1 0-1 0 0,0 0 1 0 0,0-1-1 0 0,0 0 1 0 0,0 1 0 0 0,-1-1-1 0 0,0 0 1 0 0,0 0-1 0 0,0 0 1 0 0,0 0-1 0 0,-1-1 1 0 0,2-8 0 0 0,-3-5 170 0 0,-1-1 0 0 0,-1 1 0 0 0,0-1 1 0 0,-2 1-1 0 0,-10-35 0 0 0,7 28 32 0 0,6 21-976 0 0,-4-14 1974 0 0,4 15-4339 0 0,17 28-7095 0 0</inkml:trace>
</inkml:ink>
</file>

<file path=ppt/ink/ink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0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53 252 0 0,'0'-1'170'0'0,"1"0"0"0"0,-1-1 0 0 0,1 1 0 0 0,-1 0 1 0 0,1-1-1 0 0,-1 1 0 0 0,0-1 0 0 0,0 1 0 0 0,0-1 0 0 0,0 1 0 0 0,0-1 0 0 0,0 1 1 0 0,0-1-1 0 0,0 1 0 0 0,-1-1 0 0 0,1 1 0 0 0,0 0 0 0 0,-1-1 0 0 0,1 1 0 0 0,-1 0 0 0 0,0-1 1 0 0,1 1-1 0 0,-1 0 0 0 0,0 0 0 0 0,0-1 0 0 0,0 1 0 0 0,0 0 0 0 0,0 0 0 0 0,0 0 1 0 0,0 0-1 0 0,0 0 0 0 0,0 0 0 0 0,-1 1 0 0 0,1-1 0 0 0,0 0 0 0 0,-1 0 0 0 0,1 1 0 0 0,0-1 1 0 0,-1 1-1 0 0,1 0 0 0 0,-1-1 0 0 0,1 1 0 0 0,-2 0 0 0 0,0-1-2 0 0,-1 0 0 0 0,1 0 0 0 0,-1 1 0 0 0,0-1 0 0 0,1 1 0 0 0,-1 0 0 0 0,1 0-1 0 0,-1 0 1 0 0,1 1 0 0 0,-1-1 0 0 0,0 1 0 0 0,1 0 0 0 0,0 0 0 0 0,-1 0 0 0 0,1 1 0 0 0,0-1 0 0 0,-5 3 0 0 0,5-1-92 0 0,0-1-1 0 0,0 1 1 0 0,1 0 0 0 0,-1 0 0 0 0,1 0 0 0 0,0 1 0 0 0,-1-1 0 0 0,1 1 0 0 0,1-1 0 0 0,-1 1 0 0 0,1-1 0 0 0,-1 1 0 0 0,1 0-1 0 0,0 0 1 0 0,0 0 0 0 0,1 0 0 0 0,-1 0 0 0 0,1 0 0 0 0,0 0 0 0 0,0 0 0 0 0,0-1 0 0 0,0 1 0 0 0,1 0 0 0 0,1 5 0 0 0,3 9 55 0 0,0 0 1 0 0,2 0-1 0 0,0-1 1 0 0,10 18-1 0 0,7 17 132 0 0,-16-29-165 0 0,-5-17-51 0 0,0-1 1 0 0,-1 1 0 0 0,0 0 0 0 0,0 0 0 0 0,-1 0 0 0 0,0 0 0 0 0,0 0 0 0 0,0 1-1 0 0,0-1 1 0 0,-1 0 0 0 0,0 0 0 0 0,-2 12 0 0 0,1-16-5 0 0,1-2-44 0 0,0 0-1 0 0,0 1 1 0 0,0-1 0 0 0,0 0-1 0 0,0 0 1 0 0,0 0-1 0 0,0 0 1 0 0,0 1-1 0 0,0-1 1 0 0,0 0-1 0 0,0 0 1 0 0,0 0 0 0 0,0 1-1 0 0,0-1 1 0 0,0 0-1 0 0,0 0 1 0 0,-1 0-1 0 0,1 0 1 0 0,0 0-1 0 0,0 1 1 0 0,0-1 0 0 0,0 0-1 0 0,0 0 1 0 0,0 0-1 0 0,-1 0 1 0 0,1 0-1 0 0,0 0 1 0 0,0 0-1 0 0,0 1 1 0 0,0-1 0 0 0,-1 0-1 0 0,1 0 1 0 0,0 0-1 0 0,0 0 1 0 0,0 0-1 0 0,0 0 1 0 0,-1 0-1 0 0,1 0 1 0 0,0 0 0 0 0,0 0-1 0 0,0 0 1 0 0,-1 0-1 0 0,1 0 1 0 0,0 0-1 0 0,0 0 1 0 0,0 0-1 0 0,0 0 1 0 0,-1 0 0 0 0,1-1-1 0 0,0 1 1 0 0,0 0-1 0 0,0 0 1 0 0,0 0-1 0 0,-1 0 1 0 0,1 0-1 0 0,0 0 1 0 0,0 0 0 0 0,0-1-1 0 0,0 1 1 0 0,0 0-1 0 0,0 0 1 0 0,0 0-1 0 0,-1 0 1 0 0,1 0 0 0 0,0-1-1 0 0,0 1 1 0 0,-1-3-55 0 0,0 0 0 0 0,0 1 0 0 0,0-1 0 0 0,0 0 0 0 0,1 0 0 0 0,-1 0 0 0 0,1 0 0 0 0,0 0 0 0 0,0 0 0 0 0,0 0 0 0 0,0 0 0 0 0,0 0 0 0 0,1 0 0 0 0,-1 0 0 0 0,1 0 1 0 0,0 0-1 0 0,0 0 0 0 0,2-4 0 0 0,0 0-81 0 0,1 0 1 0 0,1 0 0 0 0,-1 1-1 0 0,1-1 1 0 0,0 1-1 0 0,0 0 1 0 0,7-6 0 0 0,1 1-67 0 0,0 0 1 0 0,0 1-1 0 0,1 0 1 0 0,1 2-1 0 0,-1-1 1 0 0,27-10-1 0 0,-28 14 171 0 0,0 1 1 0 0,1 1-1 0 0,-1-1 1 0 0,22-1-1 0 0,-33 5 94 0 0,1 0-1 0 0,0-1 1 0 0,0 1-1 0 0,0 1 1 0 0,0-1-1 0 0,0 0 1 0 0,0 1-1 0 0,0-1 1 0 0,0 1-1 0 0,0 0 1 0 0,-1 0 0 0 0,1 0-1 0 0,0 0 1 0 0,-1 0-1 0 0,1 1 1 0 0,0-1-1 0 0,-1 1 1 0 0,0 0-1 0 0,1 0 1 0 0,-1-1-1 0 0,0 2 1 0 0,0-1-1 0 0,0 0 1 0 0,0 0-1 0 0,-1 1 1 0 0,1-1-1 0 0,1 4 1 0 0,-1-1 23 0 0,-1 0 1 0 0,1 0-1 0 0,-1 0 0 0 0,-1 0 1 0 0,1 0-1 0 0,-1 0 1 0 0,0 0-1 0 0,0 0 1 0 0,0 0-1 0 0,-3 9 0 0 0,1 13-714 0 0,-4-8-6805 0 0</inkml:trace>
</inkml:ink>
</file>

<file path=ppt/ink/ink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0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36 188 0 0,'4'-11'3022'0'0,"1"-5"-193"0"0,-3 7 4057 0 0,-21 98-4747 0 0,9-43-1169 0 0,1 0 0 0 0,-4 69 0 0 0,12-78-581 0 0,2 0 1 0 0,6 37-1 0 0,-5-62-343 0 0,0 0-1 0 0,1 0 0 0 0,0 0 1 0 0,1 0-1 0 0,0-1 0 0 0,1 1 1 0 0,0-1-1 0 0,1 0 0 0 0,13 19 1 0 0,-17-27-72 0 0,0-1 1 0 0,0 1 0 0 0,1-1 0 0 0,-1 0-1 0 0,0 1 1 0 0,1-1 0 0 0,0-1-1 0 0,-1 1 1 0 0,1 0 0 0 0,0-1-1 0 0,0 1 1 0 0,0-1 0 0 0,0 0-1 0 0,0 0 1 0 0,0 0 0 0 0,1 0-1 0 0,-1-1 1 0 0,0 1 0 0 0,0-1-1 0 0,5 0 1 0 0,-2 0 0 0 0,0-1-1 0 0,0-1 0 0 0,0 1 1 0 0,0-1-1 0 0,-1 0 1 0 0,1 0-1 0 0,0-1 1 0 0,-1 1-1 0 0,0-1 1 0 0,7-5-1 0 0,8-7-44 0 0,0-1 0 0 0,-2-1 0 0 0,0-1 0 0 0,16-21 0 0 0,-17 23 431 0 0,-9 15 144 0 0,-5 30 20 0 0,-4-11-806 0 0,5 23-2005 0 0,0-23-3722 0 0,-3-11 2383 0 0,2 4-663 0 0</inkml:trace>
</inkml:ink>
</file>

<file path=ppt/ink/ink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1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 1124 0 0,'4'-22'3521'0'0,"-6"6"-1628"0"0,1 12-1486 0 0,1 1-1 0 0,-1-1 1 0 0,1 0 0 0 0,-1 0-1 0 0,1 1 1 0 0,0-1 0 0 0,1 0-1 0 0,-1 0 1 0 0,0 0-1 0 0,1 1 1 0 0,2-7 0 0 0,-2 9-526 0 0,9-2-1443 0 0</inkml:trace>
</inkml:ink>
</file>

<file path=ppt/ink/ink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1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1 128 0 0,'14'28'4862'0'0,"-11"-20"-4477"0"0,0 1-1 0 0,1-1 0 0 0,0 0 0 0 0,0 1 0 0 0,1-2 0 0 0,0 1 0 0 0,0-1 1 0 0,1 1-1 0 0,0-1 0 0 0,0-1 0 0 0,0 1 0 0 0,15 10 0 0 0,-16-14-305 0 0,0 0-1 0 0,1 0 1 0 0,-1-1-1 0 0,1 0 1 0 0,-1 0-1 0 0,1 0 1 0 0,0 0-1 0 0,0-1 1 0 0,0 0-1 0 0,0 0 1 0 0,0-1-1 0 0,0 1 1 0 0,0-1-1 0 0,0-1 1 0 0,0 1-1 0 0,0-1 0 0 0,0 0 1 0 0,-1 0-1 0 0,1-1 1 0 0,7-2-1 0 0,28-14 238 0 0,-29 12 72 0 0,0 1-1 0 0,0 0 1 0 0,0 1-1 0 0,14-3 1 0 0,-24 7-14 0 0,45 1 1162 0 0,-3 0-1028 0 0,4-1-1770 0 0,-18-9-7381 0 0</inkml:trace>
</inkml:ink>
</file>

<file path=ppt/ink/ink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2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4 372 492 0 0,'-3'-10'2308'0'0,"6"-14"-1336"0"0,2 16-84 0 0,6-9-92 0 0,1 3-103 0 0,6 4-169 0 0,4-1-244 0 0,2 1-340 0 0,2 2-380 0 0,-6 3-641 0 0,9 1-1163 0 0,-3 3 520 0 0</inkml:trace>
  <inkml:trace contextRef="#ctx0" brushRef="#br0" timeOffset="1">1164 156 12521 0 0,'0'-36'-52'0'0,"1"1"-1"0"0,8-47 1 0 0,-8 79 76 0 0,0 12 163 0 0,1 14 8 0 0,-1 1-1 0 0,0 0 1 0 0,-7 46 0 0 0,-19 78 282 0 0,16-98-358 0 0,-166 759 1306 0 0,95-431-1611 0 0,40-125-5170 0 0,36-215 1634 0 0,3-7 283 0 0</inkml:trace>
</inkml:ink>
</file>

<file path=ppt/ink/ink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4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102 231 680 0 0,'0'0'768'0'0,"1"-36"3463"0"0,-3 20-1568 0 0,-1 24-1388 0 0,-3 45-966 0 0,1-4 199 0 0,-53 252 1421 0 0,41-252-127 0 0,12-86-1661 0 0,1-1-1 0 0,1 0 0 0 0,6-70 0 0 0,-1 25-89 0 0,-2-2-6 0 0,12-91-1 0 0,-12 176-45 0 0,0-1 0 0 0,0 1 0 0 0,0 0-1 0 0,0-1 1 0 0,0 1 0 0 0,0 0 0 0 0,0 0 0 0 0,0-1 0 0 0,1 1 0 0 0,-1 0-1 0 0,0 0 1 0 0,0-1 0 0 0,0 1 0 0 0,0 0 0 0 0,1 0 0 0 0,-1-1-1 0 0,0 1 1 0 0,0 0 0 0 0,1 0 0 0 0,-1 0 0 0 0,0-1 0 0 0,0 1 0 0 0,1 0-1 0 0,-1 0 1 0 0,0 0 0 0 0,0 0 0 0 0,1 0 0 0 0,-1 0 0 0 0,0 0 0 0 0,0 0-1 0 0,1 0 1 0 0,-1-1 0 0 0,0 1 0 0 0,1 0 0 0 0,-1 0 0 0 0,0 1-1 0 0,1-1 1 0 0,-1 0 0 0 0,0 0 0 0 0,0 0 0 0 0,1 0 0 0 0,-1 0 0 0 0,0 0-1 0 0,1 0 1 0 0,-1 0 0 0 0,0 0 0 0 0,0 1 0 0 0,1-1 0 0 0,-1 0 0 0 0,0 0-1 0 0,0 0 1 0 0,0 1 0 0 0,1-1 0 0 0,-1 0 0 0 0,0 0 0 0 0,0 0-1 0 0,0 1 1 0 0,0-1 0 0 0,1 0 0 0 0,-1 0 0 0 0,0 1 0 0 0,0-1 0 0 0,0 0-1 0 0,0 1 1 0 0,0-1 0 0 0,11 14-16 0 0,4 7 16 0 0,-1 1-1 0 0,18 39 1 0 0,5 7 10 0 0,-28-54-5 0 0,0 0-1 0 0,2 0 1 0 0,0-1-1 0 0,0 0 1 0 0,1 0 0 0 0,1-2-1 0 0,0 1 1 0 0,0-2 0 0 0,2 0-1 0 0,-1 0 1 0 0,27 12-1 0 0,-37-20-2 0 0,0-1 1 0 0,-1 1-1 0 0,1-1 0 0 0,0 0 0 0 0,0 0 0 0 0,0 0 0 0 0,0-1 0 0 0,0 1 1 0 0,0-1-1 0 0,0 0 0 0 0,0 0 0 0 0,0-1 0 0 0,0 1 0 0 0,0-1 0 0 0,0 0 1 0 0,0 0-1 0 0,0 0 0 0 0,0 0 0 0 0,5-3 0 0 0,-5 1 3 0 0,0 0-1 0 0,0-1 1 0 0,0 1 0 0 0,0-1-1 0 0,-1 0 1 0 0,1 1-1 0 0,-1-2 1 0 0,0 1 0 0 0,0 0-1 0 0,-1-1 1 0 0,1 1-1 0 0,-1-1 1 0 0,2-6 0 0 0,2-6 5 0 0,-1 0 0 0 0,-1-1 0 0 0,-1 0 1 0 0,0 0-1 0 0,-2 0 0 0 0,0 0 0 0 0,-2-27 1 0 0,-13-123-414 0 0,14 167 316 0 0,0 1 0 0 0,0-1 0 0 0,0 1 0 0 0,0-1 0 0 0,0 1 0 0 0,0-1 0 0 0,0 1 0 0 0,0-1 0 0 0,0 0 0 0 0,0 1 0 0 0,0-1 0 0 0,0 1 0 0 0,0-1 0 0 0,1 1 0 0 0,-1-1 0 0 0,0 1 0 0 0,0-1 0 0 0,1 1 0 0 0,-1-1 0 0 0,0 1 0 0 0,0 0 0 0 0,1-1 0 0 0,-1 1 0 0 0,1-1 0 0 0,-1 1 0 0 0,0 0 0 0 0,1-1 0 0 0,-1 1 0 0 0,1 0 0 0 0,-1 0 0 0 0,1-1 0 0 0,-1 1 0 0 0,1 0 0 0 0,8 2-5949 0 0,7 9 2921 0 0</inkml:trace>
</inkml:ink>
</file>

<file path=ppt/ink/ink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5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1 196 720 0 0,'3'-2'1005'0'0,"15"-10"210"0"0,0-1-1 0 0,0-1 1 0 0,-2-1 0 0 0,1 0 0 0 0,21-29-1 0 0,-34 39-987 0 0,-1 0-1 0 0,0-1 0 0 0,0 1 0 0 0,-1-1 0 0 0,0 0 0 0 0,3-9 0 0 0,-5 14-3 0 0,0 0-195 0 0,0 0 0 0 0,0 0 1 0 0,-1 0-1 0 0,1 0 0 0 0,0 0 0 0 0,-1 0 1 0 0,1 1-1 0 0,-1-1 0 0 0,1 0 0 0 0,-1 0 1 0 0,1 0-1 0 0,-1 0 0 0 0,1 1 0 0 0,-1-1 1 0 0,0 0-1 0 0,1 1 0 0 0,-1-1 0 0 0,0 0 1 0 0,0 1-1 0 0,1-1 0 0 0,-2 0 0 0 0,-1 1 99 0 0,-2 1-26 0 0,-4 2-56 0 0,1 0 0 0 0,-1 1-1 0 0,1 0 1 0 0,0 0-1 0 0,0 0 1 0 0,0 1-1 0 0,1 1 1 0 0,0-1 0 0 0,0 1-1 0 0,0 0 1 0 0,-10 13-1 0 0,15-16-36 0 0,-1-1 0 0 0,1 1 0 0 0,1 0 1 0 0,-1-1-1 0 0,0 1 0 0 0,1 0 0 0 0,-1 0 0 0 0,1 0 0 0 0,0 0 0 0 0,0 0 0 0 0,0 1 0 0 0,0-1 0 0 0,1 0 0 0 0,-1 0 1 0 0,1 0-1 0 0,0 1 0 0 0,0-1 0 0 0,0 0 0 0 0,0 1 0 0 0,1-1 0 0 0,-1 0 0 0 0,1 0 0 0 0,0 0 0 0 0,0 1 0 0 0,0-1 0 0 0,0 0 1 0 0,0 0-1 0 0,1 0 0 0 0,-1-1 0 0 0,1 1 0 0 0,0 0 0 0 0,0 0 0 0 0,0-1 0 0 0,0 0 0 0 0,1 1 0 0 0,-1-1 0 0 0,4 3 0 0 0,7 4-1 0 0,0 0 0 0 0,0-1-1 0 0,0-1 1 0 0,1 0-1 0 0,1-1 1 0 0,-1 0-1 0 0,1-1 1 0 0,0-1-1 0 0,0 0 1 0 0,0-1-1 0 0,0-1 1 0 0,19 1-1 0 0,-7-2-47 0 0,-1 0 1 0 0,1-2-1 0 0,0-1 0 0 0,-1-2 0 0 0,1 0 0 0 0,32-10 0 0 0,-40 8 10 0 0,-1-1 1 0 0,0-1-1 0 0,0 0 0 0 0,-1-2 0 0 0,31-21 1 0 0,-43 28 32 0 0,0-1 1 0 0,0 0 0 0 0,0 0 0 0 0,0-1 0 0 0,-1 1 0 0 0,0-1 0 0 0,0 0 0 0 0,0 0 0 0 0,-1 0 0 0 0,1 0 0 0 0,-1-1 0 0 0,-1 1 0 0 0,1-1 0 0 0,-1 0 0 0 0,0 0 0 0 0,0 0-1 0 0,0 0 1 0 0,-1 0 0 0 0,0 0 0 0 0,0-1 0 0 0,-1-11 0 0 0,-1 15 14 0 0,0 1 0 0 0,0-1-1 0 0,0 0 1 0 0,0 0 0 0 0,-1 1 0 0 0,1-1-1 0 0,-1 1 1 0 0,0-1 0 0 0,1 1-1 0 0,-1 0 1 0 0,0 0 0 0 0,-1 0 0 0 0,1 0-1 0 0,0 0 1 0 0,-1 0 0 0 0,1 0 0 0 0,-1 1-1 0 0,1-1 1 0 0,-1 1 0 0 0,0 0 0 0 0,1 0-1 0 0,-1 0 1 0 0,0 0 0 0 0,0 0-1 0 0,0 1 1 0 0,0-1 0 0 0,0 1 0 0 0,0 0-1 0 0,0 0 1 0 0,0 0 0 0 0,0 0 0 0 0,0 0-1 0 0,0 1 1 0 0,0-1 0 0 0,0 1 0 0 0,0 0-1 0 0,1 0 1 0 0,-1 0 0 0 0,-3 1 0 0 0,5-1-14 0 0,1 0 0 0 0,-1-1 0 0 0,0 1 0 0 0,0-1 1 0 0,1 1-1 0 0,-1 0 0 0 0,1 0 0 0 0,-1-1 0 0 0,0 1 1 0 0,1 0-1 0 0,-1 0 0 0 0,1 0 0 0 0,0 0 0 0 0,-1-1 1 0 0,1 1-1 0 0,0 0 0 0 0,0 0 0 0 0,-1 0 0 0 0,1 0 1 0 0,0 0-1 0 0,0 0 0 0 0,0 0 0 0 0,0 0 1 0 0,0 0-1 0 0,0 0 0 0 0,0 0 0 0 0,1 0 0 0 0,-1 0 1 0 0,0-1-1 0 0,0 1 0 0 0,1 0 0 0 0,-1 0 0 0 0,0 0 1 0 0,1 0-1 0 0,-1 0 0 0 0,1-1 0 0 0,0 1 0 0 0,-1 0 1 0 0,1 0-1 0 0,-1-1 0 0 0,1 1 0 0 0,0 0 0 0 0,0-1 1 0 0,-1 1-1 0 0,1-1 0 0 0,0 1 0 0 0,1 0 1 0 0,8 2-1 0 0,0 0 1 0 0,0 1-1 0 0,-1 0 1 0 0,0 0-1 0 0,0 1 1 0 0,0 0-1 0 0,0 1 1 0 0,-1 0-1 0 0,9 9 1 0 0,-5-3-1 0 0,-1 0-1 0 0,-1 1 1 0 0,0 0 0 0 0,-1 1 0 0 0,9 17 0 0 0,-4-3 6 0 0,-1 1 1 0 0,-2 0-1 0 0,-1 1 0 0 0,-1 0 0 0 0,-2 1 1 0 0,0 0-1 0 0,1 37 0 0 0,-3 10 37 0 0,-8 134 1 0 0,3-184-28 0 0,-2 1 0 0 0,-2-1 0 0 0,0-1 1 0 0,-2 1-1 0 0,-1-1 0 0 0,-1 0 0 0 0,-1 0 0 0 0,-21 42 1 0 0,28-66-7 0 0,1 0 1 0 0,0 0 0 0 0,-1 0-1 0 0,0 0 1 0 0,1-1 0 0 0,-1 1-1 0 0,0-1 1 0 0,-1 1 0 0 0,1-1 0 0 0,0 0-1 0 0,-1 0 1 0 0,1 0 0 0 0,-1 0-1 0 0,1 0 1 0 0,-1 0 0 0 0,0-1-1 0 0,0 1 1 0 0,0-1 0 0 0,0 0-1 0 0,0 0 1 0 0,0 0 0 0 0,0 0 0 0 0,0-1-1 0 0,-1 1 1 0 0,1-1 0 0 0,0 0-1 0 0,0 0 1 0 0,-1 0 0 0 0,1 0-1 0 0,0-1 1 0 0,0 1 0 0 0,0-1 0 0 0,0 0-1 0 0,0 0 1 0 0,-1 0 0 0 0,2 0-1 0 0,-1 0 1 0 0,0-1 0 0 0,0 1-1 0 0,0-1 1 0 0,1 0 0 0 0,-1 0 0 0 0,-4-4-1 0 0,-3-3 15 0 0,0 0 0 0 0,0-1 0 0 0,1 0 1 0 0,0 0-1 0 0,1-1 0 0 0,0-1 0 0 0,1 1 0 0 0,0-1 0 0 0,-7-17 0 0 0,7 9-18 0 0,1-1 1 0 0,0 0-1 0 0,2 0 1 0 0,0-1-1 0 0,2 1 0 0 0,0-1 1 0 0,1 0-1 0 0,2 1 1 0 0,0-1-1 0 0,1 0 1 0 0,1 1-1 0 0,1 0 0 0 0,1-1 1 0 0,14-36-1 0 0,-12 39-75 0 0,1 1-1 0 0,1 0 1 0 0,0 1-1 0 0,1 0 1 0 0,1 1-1 0 0,1 0 1 0 0,0 0-1 0 0,1 2 1 0 0,0-1 0 0 0,2 2-1 0 0,-1-1 1 0 0,2 2-1 0 0,-1 0 1 0 0,2 1-1 0 0,-1 1 1 0 0,29-13-1 0 0,-15 12-691 0 0,1 1-1 0 0,63-12 0 0 0,14 6-5627 0 0,-77 13 3756 0 0</inkml:trace>
</inkml:ink>
</file>

<file path=ppt/ink/ink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5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159 367 240 0 0,'0'-6'319'0'0,"0"5"30"0"0,0-1 1 0 0,1 0-1 0 0,-1 1 1 0 0,0-1-1 0 0,0 0 0 0 0,0 0 1 0 0,-1 1-1 0 0,1-1 1 0 0,0 0-1 0 0,-1 1 0 0 0,1-1 1 0 0,-1 0-1 0 0,1 1 1 0 0,-1-1-1 0 0,0 1 1 0 0,0-1-1 0 0,0 1 0 0 0,0-1 1 0 0,0 1-1 0 0,0 0 1 0 0,-2-3-1 0 0,1 3 414 0 0,-4 2-555 0 0,0 1 0 0 0,0 0 0 0 0,0 0 0 0 0,0 0-1 0 0,0 1 1 0 0,0 0 0 0 0,-8 5 0 0 0,7-3-95 0 0,-1 0 0 0 0,1 1 1 0 0,0 0-1 0 0,0 0 1 0 0,1 1-1 0 0,0 0 0 0 0,0 0 1 0 0,1 1-1 0 0,-1-1 1 0 0,2 1-1 0 0,-1 0 0 0 0,1 1 1 0 0,0-1-1 0 0,-2 10 0 0 0,5-16 63 0 0,71-8-68 0 0,5 8-350 0 0,-57-1 73 0 0,0 0-1 0 0,0-1 1 0 0,1-1-1 0 0,25-4 1 0 0,-37 3 142 0 0,-1 0 0 0 0,0 0 0 0 0,0 0-1 0 0,1-1 1 0 0,-2 0 0 0 0,1 0 0 0 0,0 0 0 0 0,-1-1 0 0 0,1 0 0 0 0,-1 0 0 0 0,0 0 0 0 0,0-1 0 0 0,-1 0 0 0 0,0 1 0 0 0,1-2-1 0 0,4-8 1 0 0,2-4 129 0 0,-2 0 0 0 0,0-1 0 0 0,-1 0-1 0 0,-1-1 1 0 0,-1 0 0 0 0,-1 0 0 0 0,0 0 0 0 0,-2 0-1 0 0,0-1 1 0 0,-1 1 0 0 0,-1-1 0 0 0,-1 0 0 0 0,-1 0-1 0 0,-1 1 1 0 0,-1-1 0 0 0,-1 1 0 0 0,-6-23 0 0 0,9 41 43 0 0,1 2-134 0 0,0 0 0 0 0,0 0 1 0 0,0 0-1 0 0,0 0 0 0 0,-1 0 0 0 0,1 0 0 0 0,0 0 1 0 0,0-1-1 0 0,0 1 0 0 0,0 0 0 0 0,-1 0 1 0 0,1 0-1 0 0,0 0 0 0 0,0 0 0 0 0,0 0 0 0 0,-1 0 1 0 0,1 0-1 0 0,0 0 0 0 0,0 0 0 0 0,0 0 1 0 0,0 0-1 0 0,-1 0 0 0 0,1 0 0 0 0,0 0 0 0 0,0 0 1 0 0,0 0-1 0 0,-1 0 0 0 0,1 0 0 0 0,0 1 1 0 0,0-1-1 0 0,0 0 0 0 0,0 0 0 0 0,0 0 0 0 0,-1 0 1 0 0,1 0-1 0 0,0 0 0 0 0,0 0 0 0 0,0 1 1 0 0,0-1-1 0 0,0 0 0 0 0,0 0 0 0 0,-1 0 0 0 0,1 0 1 0 0,0 1-1 0 0,0-1 0 0 0,0 0 0 0 0,0 0 1 0 0,0 0-1 0 0,0 0 0 0 0,0 1 0 0 0,0-1 0 0 0,0 0 1 0 0,0 0-1 0 0,0 0 0 0 0,0 1 0 0 0,0-1 1 0 0,0 0-1 0 0,0 0 0 0 0,0 0 0 0 0,0 0 0 0 0,0 1 1 0 0,-8 25 141 0 0,-2 39-103 0 0,12-38-6 0 0,1 0 1 0 0,2 0-1 0 0,14 52 0 0 0,-14-63-24 0 0,1-1 0 0 0,0 0 1 0 0,1 0-1 0 0,0 0 0 0 0,1-1 0 0 0,1 0 1 0 0,20 23-1 0 0,-27-34-16 0 0,0 0 0 0 0,1-1 1 0 0,-1 1-1 0 0,1-1 0 0 0,0 0 0 0 0,0 1 0 0 0,0-1 1 0 0,0-1-1 0 0,0 1 0 0 0,1 0 0 0 0,-1-1 1 0 0,0 0-1 0 0,1 0 0 0 0,-1 0 0 0 0,1 0 0 0 0,-1 0 1 0 0,1-1-1 0 0,-1 1 0 0 0,1-1 0 0 0,0 0 0 0 0,-1 0 1 0 0,1 0-1 0 0,7-2 0 0 0,-5 0 95 0 0,0-1 1 0 0,0 1-1 0 0,0-1 0 0 0,0-1 0 0 0,-1 1 1 0 0,1-1-1 0 0,-1 0 0 0 0,0 0 0 0 0,0 0 1 0 0,0-1-1 0 0,7-9 0 0 0,-11 13 402 0 0,-1 1-477 0 0,0 0 0 0 0,0 0-1 0 0,0 0 1 0 0,0 1-1 0 0,0-1 1 0 0,0 0-1 0 0,0 0 1 0 0,1 0 0 0 0,-1 0-1 0 0,0 0 1 0 0,0 0-1 0 0,0 0 1 0 0,0 0-1 0 0,0 1 1 0 0,0-1 0 0 0,1 0-1 0 0,-1 0 1 0 0,0 0-1 0 0,0 0 1 0 0,0 0-1 0 0,0 0 1 0 0,0 0 0 0 0,1 0-1 0 0,-1 0 1 0 0,0 0-1 0 0,0 0 1 0 0,0 0-1 0 0,0 0 1 0 0,1 0 0 0 0,-1 0-1 0 0,0 0 1 0 0,0 0-1 0 0,0 0 1 0 0,0 0-1 0 0,0 0 1 0 0,1 0 0 0 0,-1 0-1 0 0,0 0 1 0 0,0-1-1 0 0,0 1 1 0 0,0 0-1 0 0,0 0 1 0 0,0 0 0 0 0,1 0-1 0 0,-1 0 1 0 0,0 0-1 0 0,0 0 1 0 0,0-1-1 0 0,0 1 1 0 0,0 0 0 0 0,0 0-1 0 0,0 0 1 0 0,0 0-1 0 0,0 0 1 0 0,0-1-1 0 0,0 1 1 0 0,0 0 0 0 0,1 0-1 0 0,5 18 381 0 0,1 28-650 0 0,-1-29-3016 0 0,3-2-4769 0 0,-3-7 4448 0 0</inkml:trace>
</inkml:ink>
</file>

<file path=ppt/ink/ink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6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1 110 588 0 0,'2'-36'3487'0'0,"-1"28"-2499"0"0,0-1 1 0 0,-1 0 0 0 0,1 0 0 0 0,-2 1-1 0 0,0-1 1 0 0,-1-10 0 0 0,1 17-293 0 0</inkml:trace>
</inkml:ink>
</file>

<file path=ppt/ink/ink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6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0 212 0 0,'0'0'626'0'0,"10"34"2708"0"0,-4-11-2377 0 0,2 0 0 0 0,1-1 0 0 0,15 27 0 0 0,-19-37-612 0 0,-4-11-295 0 0,0 0-1 0 0,-1 1 0 0 0,1-1 0 0 0,0 0 1 0 0,0 1-1 0 0,0-1 0 0 0,0 0 1 0 0,0 0-1 0 0,0 0 0 0 0,0 0 0 0 0,0 0 1 0 0,0 0-1 0 0,0 0 0 0 0,1 0 0 0 0,-1 0 1 0 0,0-1-1 0 0,1 1 0 0 0,-1 0 0 0 0,1-1 1 0 0,-1 1-1 0 0,0-1 0 0 0,1 0 0 0 0,-1 1 1 0 0,1-1-1 0 0,-1 0 0 0 0,1 0 1 0 0,0 0-1 0 0,-1 0 0 0 0,1 0 0 0 0,-1 0 1 0 0,1-1-1 0 0,-1 1 0 0 0,1 0 0 0 0,-1-1 1 0 0,0 1-1 0 0,1-1 0 0 0,-1 1 0 0 0,1-1 1 0 0,-1 0-1 0 0,0 0 0 0 0,0 0 0 0 0,2 0 1 0 0,2-3 30 0 0,0 0 0 0 0,0 1 1 0 0,0-1-1 0 0,-1-1 1 0 0,1 1-1 0 0,-1-1 0 0 0,0 0 1 0 0,4-6-1 0 0,-7 9-12 0 0,3-3 47 0 0,-4 4-105 0 0,1 0 1 0 0,-1 0 0 0 0,0 1-1 0 0,1-1 1 0 0,-1 0 0 0 0,1 1-1 0 0,-1-1 1 0 0,1 0 0 0 0,-1 1-1 0 0,1-1 1 0 0,-1 1-1 0 0,1-1 1 0 0,0 0 0 0 0,-1 1-1 0 0,1 0 1 0 0,0-1 0 0 0,-1 1-1 0 0,1-1 1 0 0,0 1-1 0 0,1-1 1 0 0,14 0 83 0 0,1 0 0 0 0,-1 1 0 0 0,29 4 0 0 0,-28-2-16 0 0,1 0-1 0 0,-1-2 1 0 0,0 0 0 0 0,19-2 0 0 0,-32 1-397 0 0,-2 2-41 0 0,0-1 0 0 0,1 0 0 0 0,-1 0 0 0 0,1 0 0 0 0,-1 0 0 0 0,1-1 0 0 0,-1 1 0 0 0,1-1 0 0 0,-1 1 0 0 0,0-1 0 0 0,1 0 0 0 0,-1 0 0 0 0,0 0 1 0 0,0 0-1 0 0,0 0 0 0 0,0-1 0 0 0,0 1 0 0 0,4-4 0 0 0,-2-5-2564 0 0</inkml:trace>
</inkml:ink>
</file>

<file path=ppt/ink/ink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46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1088 0 0,'0'0'1224'0'0,"7"-16"-124"0"0,-1 7-100 0 0,-1 0-104 0 0,7 1-111 0 0,-5 1-77 0 0,5 0-80 0 0,1-2-72 0 0,1 1-140 0 0,-4 3-252 0 0,-1 2-340 0 0,3-3-340 0 0,7 1-3533 0 0,-13 1 1945 0 0</inkml:trace>
</inkml:ink>
</file>

<file path=ppt/ink/ink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54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1 310 596 0 0,'0'0'1950'0'0,"6"20"1073"0"0,-5-19-2639 0 0,4-2-256 0 0,0 1-1 0 0,1-2 1 0 0,-1 1-1 0 0,0 0 0 0 0,-1-1 1 0 0,1 0-1 0 0,0 0 1 0 0,0-1-1 0 0,-1 1 1 0 0,1-1-1 0 0,-1 0 1 0 0,0 0-1 0 0,0 0 1 0 0,0-1-1 0 0,0 1 0 0 0,-1-1 1 0 0,0 0-1 0 0,1 0 1 0 0,-1-1-1 0 0,4-7 1 0 0,2-4 33 0 0,0 0 0 0 0,0-1 1 0 0,-2 0-1 0 0,8-25 0 0 0,-14 35-96 0 0,1-1 0 0 0,-1 1 0 0 0,0-1 0 0 0,-1 1-1 0 0,0-1 1 0 0,0 1 0 0 0,0-1 0 0 0,-1 1 0 0 0,0-1 0 0 0,-1 1 0 0 0,1 0-1 0 0,-2-1 1 0 0,1 1 0 0 0,-6-11 0 0 0,8 17-54 0 0,-1 0 0 0 0,1 0 0 0 0,-1 1 1 0 0,0-1-1 0 0,1 0 0 0 0,-1 0 0 0 0,0 0 0 0 0,0 1 1 0 0,1-1-1 0 0,-1 0 0 0 0,0 1 0 0 0,0-1 0 0 0,0 1 0 0 0,0-1 1 0 0,0 1-1 0 0,0 0 0 0 0,0-1 0 0 0,0 1 0 0 0,0 0 0 0 0,0-1 1 0 0,0 1-1 0 0,0 0 0 0 0,0 0 0 0 0,0 0 0 0 0,0 0 0 0 0,0 0 1 0 0,0 0-1 0 0,0 0 0 0 0,0 0 0 0 0,0 1 0 0 0,0-1 1 0 0,0 0-1 0 0,0 1 0 0 0,0-1 0 0 0,0 0 0 0 0,0 1 0 0 0,1-1 1 0 0,-1 1-1 0 0,0 0 0 0 0,0-1 0 0 0,0 1 0 0 0,1 0 0 0 0,-1-1 1 0 0,-1 2-1 0 0,-35 32 132 0 0,30-24-110 0 0,1 0 1 0 0,0 0-1 0 0,0 1 0 0 0,1-1 1 0 0,0 1-1 0 0,1 1 0 0 0,0-1 0 0 0,1 0 1 0 0,0 1-1 0 0,1 0 0 0 0,0 0 1 0 0,1-1-1 0 0,1 1 0 0 0,-1 0 0 0 0,2 0 1 0 0,2 16-1 0 0,-2-20-13 0 0,1 0-1 0 0,0 1 1 0 0,0-1-1 0 0,1 0 1 0 0,0 0-1 0 0,0 0 1 0 0,1-1-1 0 0,0 1 1 0 0,0-1-1 0 0,1 0 1 0 0,0 0-1 0 0,0-1 1 0 0,0 1-1 0 0,1-1 1 0 0,0 0 0 0 0,1 0-1 0 0,-1-1 1 0 0,1 0-1 0 0,0 0 1 0 0,0-1-1 0 0,1 0 1 0 0,-1 0-1 0 0,12 4 1 0 0,-5-4-17 0 0,0 0 1 0 0,1-1 0 0 0,-1-1-1 0 0,1 0 1 0 0,-1-1 0 0 0,1-1-1 0 0,-1 0 1 0 0,1-1-1 0 0,-1-1 1 0 0,1 0 0 0 0,-1-1-1 0 0,0 0 1 0 0,0-1 0 0 0,0-1-1 0 0,0 0 1 0 0,-1-1 0 0 0,23-13-1 0 0,-5 0-25 0 0,-2-1-1 0 0,0-2 0 0 0,-1-1 0 0 0,-1-1 1 0 0,-2-1-1 0 0,24-30 0 0 0,-36 38 38 0 0,-1 0-1 0 0,20-36 0 0 0,-27 45 11 0 0,16-40 148 0 0,-20 47-177 0 0,5 4 6 0 0,-1 0 0 0 0,1 1 0 0 0,-1-1 0 0 0,0 1 0 0 0,1 1-1 0 0,-2-1 1 0 0,1 1 0 0 0,0 0 0 0 0,-1 0 0 0 0,0 0 0 0 0,0 0 0 0 0,-1 1 0 0 0,5 8 0 0 0,24 29 16 0 0,-21-31 3 0 0,-8-8-9 0 0,0 1 1 0 0,1-1 0 0 0,0 0 0 0 0,0 0-1 0 0,1 0 1 0 0,-1-1 0 0 0,1 1 0 0 0,-1-1-1 0 0,1 0 1 0 0,0 0 0 0 0,0-1 0 0 0,0 0-1 0 0,10 3 1 0 0,-13-5-4 0 0,0-1 0 0 0,0 0 0 0 0,0 0 0 0 0,-1-1 0 0 0,1 1 0 0 0,0 0 0 0 0,-1 0 0 0 0,1-1 0 0 0,-1 1-1 0 0,0-1 1 0 0,1 1 0 0 0,-1-1 0 0 0,0 0 0 0 0,0 0 0 0 0,0 1 0 0 0,0-1 0 0 0,0 0 0 0 0,0 0 0 0 0,0-2 0 0 0,14-39 186 0 0,-5-5-258 0 0,4-58-1 0 0,-14 105-14 0 0,1 0 0 0 0,-1 1 0 0 0,0-1-1 0 0,0 0 1 0 0,0 1 0 0 0,0-1-1 0 0,1 0 1 0 0,-1 1 0 0 0,0-1 0 0 0,1 1-1 0 0,-1-1 1 0 0,0 1 0 0 0,1-1-1 0 0,-1 1 1 0 0,1-1 0 0 0,-1 1-1 0 0,0-1 1 0 0,1 1 0 0 0,-1-1 0 0 0,1 1-1 0 0,0 0 1 0 0,-1-1 0 0 0,1 1-1 0 0,-1 0 1 0 0,1-1 0 0 0,0 1-1 0 0,-1 0 1 0 0,2 0 0 0 0,6-1-5436 0 0,4 2 2734 0 0</inkml:trace>
</inkml:ink>
</file>

<file path=ppt/ink/ink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56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112 329 92 0 0,'0'0'8046'0'0,"-7"1"-7863"0"0,-17 4-18 0 0,21-4-114 0 0,0 1 0 0 0,0-1 0 0 0,1 1 0 0 0,-1 0 0 0 0,0 0 1 0 0,1 0-1 0 0,0 0 0 0 0,-1 1 0 0 0,1-1 0 0 0,0 1 0 0 0,0-1 0 0 0,0 1 0 0 0,1 0 0 0 0,-3 5 0 0 0,-1 0 96 0 0,-1 0 16 0 0,1 0-1 0 0,1 1 1 0 0,0-1 0 0 0,0 1-1 0 0,1 0 1 0 0,0 0 0 0 0,0 1-1 0 0,1-1 1 0 0,-1 11 0 0 0,2-19-150 0 0,1 0 1 0 0,0-1 0 0 0,0 1-1 0 0,0 0 1 0 0,0 0 0 0 0,0 0-1 0 0,0 0 1 0 0,0-1 0 0 0,0 1-1 0 0,0 0 1 0 0,0 0 0 0 0,0 0-1 0 0,0 0 1 0 0,1-1 0 0 0,-1 1-1 0 0,0 0 1 0 0,1 0 0 0 0,-1-1-1 0 0,0 1 1 0 0,1 0 0 0 0,-1 0-1 0 0,1-1 1 0 0,-1 1 0 0 0,1 0-1 0 0,0-1 1 0 0,-1 1 0 0 0,1-1-1 0 0,-1 1 1 0 0,1-1-1 0 0,0 1 1 0 0,0-1 0 0 0,-1 1-1 0 0,1-1 1 0 0,0 0 0 0 0,0 1-1 0 0,-1-1 1 0 0,1 0 0 0 0,0 0-1 0 0,0 0 1 0 0,0 0 0 0 0,0 1-1 0 0,-1-1 1 0 0,1 0 0 0 0,0 0-1 0 0,0-1 1 0 0,0 1 0 0 0,0 0-1 0 0,-1 0 1 0 0,1 0 0 0 0,0 0-1 0 0,0-1 1 0 0,0 1 0 0 0,-1 0-1 0 0,1-1 1 0 0,1 0 0 0 0,4-1 15 0 0,-1 0 0 0 0,0 0 0 0 0,0-1 0 0 0,1 1 0 0 0,-2-1 0 0 0,9-6 0 0 0,39-43-10 0 0,-51 51-32 0 0,-1 0 11 0 0,1 0 0 0 0,0 1-1 0 0,-1-1 1 0 0,1 0 0 0 0,-1 1-1 0 0,1-1 1 0 0,0 1 0 0 0,-1-1-1 0 0,1 1 1 0 0,0-1 0 0 0,-1 1-1 0 0,1 0 1 0 0,0-1 0 0 0,0 1-1 0 0,0 0 1 0 0,-1 0 0 0 0,1 0-1 0 0,0-1 1 0 0,0 1 0 0 0,0 0-1 0 0,-1 0 1 0 0,1 0 0 0 0,0 0-1 0 0,0 0 1 0 0,0 0 0 0 0,1 1-1 0 0,25 4-36 0 0,-21-3 39 0 0,-1 0 1 0 0,0 0-1 0 0,1-1 0 0 0,0 0 0 0 0,-1 0 0 0 0,1 0 0 0 0,0 0 0 0 0,-1-1 0 0 0,1 0 0 0 0,0-1 0 0 0,-1 1 0 0 0,1-1 0 0 0,0 0 0 0 0,-1 0 0 0 0,1-1 0 0 0,-1 1 0 0 0,1-1 0 0 0,-1-1 0 0 0,0 1 0 0 0,0-1 1 0 0,0 0-1 0 0,6-4 0 0 0,-5 2 2 0 0,1-1 0 0 0,-1 1 1 0 0,0-1-1 0 0,0-1 0 0 0,-1 1 1 0 0,0-1-1 0 0,0 0 0 0 0,-1 0 0 0 0,0 0 1 0 0,0-1-1 0 0,0 1 0 0 0,-1-1 1 0 0,0 0-1 0 0,2-12 0 0 0,-2 1 24 0 0,-1-1 0 0 0,0 1 1 0 0,-4-37-1 0 0,1 10 271 0 0,0 57-170 0 0,-2 11-105 0 0,1 0 0 0 0,1 1 0 0 0,3 27-1 0 0,-1-40-12 0 0,1 0-1 0 0,0-1 0 0 0,0 1 0 0 0,1-1 0 0 0,1 0 1 0 0,-1 1-1 0 0,1-2 0 0 0,1 1 0 0 0,0 0 0 0 0,0-1 1 0 0,0 0-1 0 0,1 0 0 0 0,1 0 0 0 0,-1-1 0 0 0,1 0 0 0 0,0 0 1 0 0,1-1-1 0 0,0 0 0 0 0,0 0 0 0 0,0-1 0 0 0,0 0 1 0 0,1 0-1 0 0,0-1 0 0 0,16 5 0 0 0,-20-8-1 0 0,0-1 0 0 0,0 1 0 0 0,0-1 0 0 0,0-1 0 0 0,0 1 0 0 0,0-1 1 0 0,0 0-1 0 0,0 0 0 0 0,-1 0 0 0 0,1-1 0 0 0,0 0 0 0 0,-1 0 0 0 0,1 0 0 0 0,-1 0 0 0 0,1-1 0 0 0,-1 1 0 0 0,5-5 0 0 0,13-6 42 0 0,26-10 210 0 0,-47 22-162 0 0,-2-12-77 0 0,-2 12 18 0 0,1 20 16 0 0,2-11-54 0 0,0-2 3 0 0,0 1-1 0 0,1-1 1 0 0,0 0 0 0 0,0 1 0 0 0,0-1 0 0 0,0 0 0 0 0,1 0 0 0 0,0 0 0 0 0,1 0 0 0 0,-1 0 0 0 0,1-1 0 0 0,0 1 0 0 0,1-1 0 0 0,-1 1 0 0 0,5 4 0 0 0,-5-7 1 0 0,0 0 1 0 0,0-1 0 0 0,0 1 0 0 0,0-1 0 0 0,0 1-1 0 0,0-1 1 0 0,1 0 0 0 0,-1 0 0 0 0,1-1-1 0 0,-1 1 1 0 0,1-1 0 0 0,0 0 0 0 0,-1 0 0 0 0,1 0-1 0 0,0 0 1 0 0,0-1 0 0 0,0 1 0 0 0,0-1-1 0 0,7 0 1 0 0,-8-1 1 0 0,27-18 8 0 0,-24 13-14 0 0,-1 1 0 0 0,1-1 0 0 0,-1 0 0 0 0,-1-1 0 0 0,1 1 0 0 0,-1-1 0 0 0,0 0 0 0 0,0 0 0 0 0,-1-1 0 0 0,0 1 0 0 0,0-1 0 0 0,-1 1 0 0 0,0-1 0 0 0,0 0 0 0 0,0-15 0 0 0,-2 22-5 0 0,0 0 1 0 0,0 0 0 0 0,0 0 0 0 0,0-1 0 0 0,0 1 0 0 0,0 0-1 0 0,0 0 1 0 0,0 0 0 0 0,0 0 0 0 0,0-1 0 0 0,1 1-1 0 0,-1 0 1 0 0,1 0 0 0 0,-1 0 0 0 0,1 0 0 0 0,-1 0 0 0 0,1 0-1 0 0,-1 0 1 0 0,1 0 0 0 0,0 0 0 0 0,0 0 0 0 0,-1 0-1 0 0,1 0 1 0 0,0 0 0 0 0,0 1 0 0 0,0-1 0 0 0,0 0 0 0 0,0 1-1 0 0,2-2 1 0 0,1 2-13 0 0,0-1 0 0 0,1 1 0 0 0,-1 0 0 0 0,0 0 0 0 0,0 0 0 0 0,1 1 0 0 0,6 1 0 0 0,38 3-47 0 0,-42-4 56 0 0,44-4-28 0 0,-23 2 54 0 0,-28 2-18 0 0,0 0 1 0 0,1-1-1 0 0,-1 1 0 0 0,0-1 0 0 0,0 1 0 0 0,0 0 0 0 0,0-1 0 0 0,0 1 0 0 0,0 0 0 0 0,0-1 0 0 0,0 1 0 0 0,0-1 0 0 0,0 1 0 0 0,0 0 0 0 0,0-1 0 0 0,0 1 0 0 0,0-1 0 0 0,-1 1 0 0 0,1 0 0 0 0,0-1 0 0 0,0 1 0 0 0,-1-1 0 0 0,1 1 0 0 0,-1 0 0 0 0,-7 26-2 0 0,7-25 4 0 0,1-1 1 0 0,-1 1 0 0 0,1 0-1 0 0,0-1 1 0 0,0 1 0 0 0,-1 0-1 0 0,1-1 1 0 0,1 1-1 0 0,-1 0 1 0 0,0-1 0 0 0,0 1-1 0 0,1 0 1 0 0,-1-1-1 0 0,1 1 1 0 0,-1 0 0 0 0,1-1-1 0 0,-1 1 1 0 0,1-1-1 0 0,0 1 1 0 0,0-1 0 0 0,2 3-1 0 0,-1-3 0 0 0,0 0 0 0 0,0 1-1 0 0,1-1 1 0 0,-1 0-1 0 0,1 0 1 0 0,-1-1 0 0 0,1 1-1 0 0,-1 0 1 0 0,1-1 0 0 0,-1 0-1 0 0,1 1 1 0 0,0-1 0 0 0,-1 0-1 0 0,1 0 1 0 0,0 0 0 0 0,-1-1-1 0 0,1 1 1 0 0,-1-1 0 0 0,1 1-1 0 0,4-3 1 0 0,4-1-28 0 0,0 0 1 0 0,0 0-1 0 0,0-2 1 0 0,0 1-1 0 0,-1-1 1 0 0,0 0-1 0 0,-1-1 0 0 0,1-1 1 0 0,-1 1-1 0 0,-1-1 1 0 0,15-17-1 0 0,-12 11 13 0 0,0 0-1 0 0,-1 0 0 0 0,-1-1 1 0 0,0 0-1 0 0,-1-1 1 0 0,0 0-1 0 0,6-20 1 0 0,-7 10 119 0 0,-1 1 0 0 0,-1-2 0 0 0,-2 1 0 0 0,2-34 0 0 0,-16 8 985 0 0,11 50-771 0 0,-2 6-268 0 0,-3 7-24 0 0,1-1 0 0 0,0 1 0 0 0,1 1 0 0 0,0-1 0 0 0,1 0 0 0 0,1 1-1 0 0,-1-1 1 0 0,2 1 0 0 0,-1-1 0 0 0,2 1 0 0 0,-1-1 0 0 0,2 1 0 0 0,-1-1 0 0 0,2 0 0 0 0,3 13 0 0 0,-1-8-3 0 0,1 0 0 0 0,0 0 0 0 0,1 0 1 0 0,0-1-1 0 0,2 0 0 0 0,0 0 0 0 0,0-1 0 0 0,1-1 1 0 0,24 25-1 0 0,-27-32-1 0 0,1 0 1 0 0,0-1 0 0 0,0 0-1 0 0,0-1 1 0 0,0 1 0 0 0,15 4-1 0 0,-18-7-14 0 0,-3-2-30 0 0,1 0-1 0 0,-1 1 0 0 0,0-1 0 0 0,1 0 1 0 0,-1 0-1 0 0,1 0 0 0 0,-1-1 0 0 0,0 1 0 0 0,1-1 1 0 0,-1 1-1 0 0,0-1 0 0 0,1 0 0 0 0,-1 0 0 0 0,0 0 1 0 0,0 0-1 0 0,0 0 0 0 0,1 0 0 0 0,-2-1 0 0 0,1 1 1 0 0,3-4-1 0 0,1 1-1005 0 0,0-2 0 0 0,0 1 1 0 0,-1-1-1 0 0,0 1 0 0 0,5-9 0 0 0,-7 8-8 0 0</inkml:trace>
</inkml:ink>
</file>

<file path=ppt/ink/ink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56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 2508 0 0,'4'-6'1043'0'0,"0"0"1"0"0,0 1-1 0 0,1-1 0 0 0,0 1 0 0 0,0 0 0 0 0,0 0 0 0 0,11-7 1 0 0,-9 7-1020 0 0,1 2 0 0 0,-1-1 0 0 0,1 1 0 0 0,0 0 1 0 0,0 1-1 0 0,1-1 0 0 0,-1 2 0 0 0,0-1 0 0 0,12 0 1 0 0,-16 3-97 0 0,0-1 0 0 0,1 1 0 0 0,-1 0 0 0 0,0 0 0 0 0,0 0 0 0 0,0 1 1 0 0,0-1-1 0 0,0 1 0 0 0,0 0 0 0 0,0 0 0 0 0,5 4 0 0 0,18 8-173 0 0,-19-11 376 0 0,0 0 0 0 0,1-1 0 0 0,-1 0 0 0 0,1-1 0 0 0,-1 1 0 0 0,1-1 0 0 0,0-1 0 0 0,-1 0 0 0 0,1 0 0 0 0,0-1 0 0 0,-1 0-1 0 0,16-4 1 0 0,3-2 11 0 0,-13 3-404 0 0,0 1 0 0 0,-1-2 0 0 0,1 0 0 0 0,-1 0 0 0 0,13-9 0 0 0,-25 14-147 0 0,2-3-26 0 0,2-10-6713 0 0</inkml:trace>
</inkml:ink>
</file>

<file path=ppt/ink/ink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57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21 696 0 0,'0'0'3568'0'0,"24"-18"-3720"0"0,-14 18-536 0 0,18-3-1844 0 0</inkml:trace>
</inkml:ink>
</file>

<file path=ppt/ink/ink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58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1 692 360 0 0,'0'1'136'0'0,"0"0"0"0"0,0 0 0 0 0,0 0-1 0 0,0 0 1 0 0,0 0 0 0 0,0 0 0 0 0,0 0 0 0 0,0-1 0 0 0,0 1 0 0 0,0 0-1 0 0,1 0 1 0 0,-1 0 0 0 0,0 0 0 0 0,1 0 0 0 0,-1 0 0 0 0,1-1 0 0 0,-1 1 0 0 0,1 0-1 0 0,-1 0 1 0 0,1-1 0 0 0,-1 1 0 0 0,1 0 0 0 0,0-1 0 0 0,-1 1 0 0 0,1-1-1 0 0,0 1 1 0 0,0-1 0 0 0,-1 1 0 0 0,1-1 0 0 0,0 1 0 0 0,0-1 0 0 0,1 1-1 0 0,0-1 55 0 0,1 0-1 0 0,0 0 1 0 0,-1 0-1 0 0,1 0 0 0 0,-1-1 1 0 0,1 1-1 0 0,-1-1 0 0 0,1 0 1 0 0,-1 1-1 0 0,0-1 1 0 0,5-2-1 0 0,2-2 51 0 0,0 0 0 0 0,0-1-1 0 0,0 0 1 0 0,-1 0 0 0 0,8-8 0 0 0,1-6-8 0 0,-1-1-1 0 0,-1 0 1 0 0,-2-1 0 0 0,0 0 0 0 0,-1-1-1 0 0,-1-1 1 0 0,-1 0 0 0 0,-1 0 0 0 0,-1-1 0 0 0,7-41-1 0 0,-7 17 181 0 0,-2-1 0 0 0,-3 1 0 0 0,-1-1 0 0 0,-8-78 0 0 0,1 81 498 0 0,5 45-562 0 0,-4 9-284 0 0,-3 7-20 0 0,0 1 1 0 0,1 1-1 0 0,1-1 0 0 0,0 1 0 0 0,1 0 1 0 0,1 0-1 0 0,0 0 0 0 0,1 0 0 0 0,1 1 1 0 0,0-1-1 0 0,2 1 0 0 0,-1-1 0 0 0,7 30 1 0 0,-4-30-124 0 0,1-1 0 0 0,0 1 0 0 0,1-1 0 0 0,0 0 0 0 0,2-1 0 0 0,0 1 0 0 0,0-1 0 0 0,1-1 0 0 0,1 1 0 0 0,0-1 0 0 0,1-1 0 0 0,0 0 0 0 0,1 0 0 0 0,24 19 0 0 0,-27-26-210 0 0,0-1-1 0 0,0 0 0 0 0,1 0 0 0 0,0-1 1 0 0,0 0-1 0 0,0 0 0 0 0,0-1 0 0 0,0 0 1 0 0,0-1-1 0 0,0 0 0 0 0,1-1 0 0 0,-1 1 1 0 0,0-2-1 0 0,1 1 0 0 0,-1-1 0 0 0,0-1 1 0 0,13-3-1 0 0,6-2-393 0 0,-1-2 0 0 0,0 0-1 0 0,0-2 1 0 0,35-19 0 0 0,-41 18 903 0 0,40-29 0 0 0,-14-2 2853 0 0,-47 42-2977 0 0,1 1 1 0 0,-1-1-1 0 0,1 0 1 0 0,-1 1-1 0 0,0-1 0 0 0,1 0 1 0 0,-1 1-1 0 0,0-1 1 0 0,0 0-1 0 0,1 0 1 0 0,-1 1-1 0 0,0-1 0 0 0,0 0 1 0 0,0 0-1 0 0,0 1 1 0 0,0-1-1 0 0,0 0 1 0 0,0 0-1 0 0,0 0 1 0 0,0 1-1 0 0,0-1 0 0 0,-1 0 1 0 0,1 0-1 0 0,0 1 1 0 0,0-1-1 0 0,-1 0 1 0 0,1 1-1 0 0,0-1 0 0 0,-1 0 1 0 0,1 1-1 0 0,-1-1 1 0 0,1 0-1 0 0,-1 1 1 0 0,1-1-1 0 0,-1 1 0 0 0,0-1 1 0 0,1 1-1 0 0,-1-1 1 0 0,0 1-1 0 0,1-1 1 0 0,-1 1-1 0 0,0 0 0 0 0,1-1 1 0 0,-1 1-1 0 0,0 0 1 0 0,0 0-1 0 0,1 0 1 0 0,-1-1-1 0 0,0 1 1 0 0,0 0-1 0 0,1 0 0 0 0,-1 0 1 0 0,0 0-1 0 0,0 0 1 0 0,0 1-1 0 0,1-1 1 0 0,-1 0-1 0 0,0 0 0 0 0,0 0 1 0 0,0 1-1 0 0,-40 31 553 0 0,38-29-605 0 0,0-1 1 0 0,1 1-1 0 0,-1 0 0 0 0,1 0 1 0 0,0 0-1 0 0,0 0 1 0 0,0 0-1 0 0,0 0 0 0 0,0 1 1 0 0,1-1-1 0 0,-1 0 0 0 0,0 6 1 0 0,-1 3 61 0 0,3-11-100 0 0,0 0-1 0 0,0-1 1 0 0,-1 1 0 0 0,1-1-1 0 0,0 1 1 0 0,0 0-1 0 0,0-1 1 0 0,0 1-1 0 0,0 0 1 0 0,-1-1 0 0 0,1 1-1 0 0,1 0 1 0 0,-1-1-1 0 0,0 1 1 0 0,0 0 0 0 0,0-1-1 0 0,0 1 1 0 0,0 0-1 0 0,1-1 1 0 0,-1 1-1 0 0,0 0 1 0 0,0-1 0 0 0,1 1-1 0 0,-1-1 1 0 0,0 1-1 0 0,1-1 1 0 0,-1 1-1 0 0,1-1 1 0 0,-1 1 0 0 0,1-1-1 0 0,-1 1 1 0 0,1-1-1 0 0,-1 1 1 0 0,1-1-1 0 0,-1 0 1 0 0,1 1 0 0 0,0-1-1 0 0,-1 0 1 0 0,1 0-1 0 0,0 1 1 0 0,-1-1 0 0 0,1 0-1 0 0,0 0 1 0 0,-1 0-1 0 0,1 0 1 0 0,0 0-1 0 0,-1 0 1 0 0,1 0 0 0 0,0 0-1 0 0,6 3 5 0 0,34 3-7 0 0,-3 1-122 0 0,-27-5 103 0 0,0 0 1 0 0,0 0 0 0 0,0-1-1 0 0,-1-1 1 0 0,1 0 0 0 0,21-2-1 0 0,-30 2 39 0 0,26-6-13 0 0,-2-1-35 0 0,-7-1 23 0 0,1-1-146 0 0,15 65 105 0 0,-30-54 18 0 0,-1-1 1 0 0,1 1 0 0 0,0-1-1 0 0,-1 0 1 0 0,1 0-1 0 0,0-1 1 0 0,0 0 0 0 0,0 1-1 0 0,-1-2 1 0 0,1 1-1 0 0,0 0 1 0 0,0-1 0 0 0,0 0-1 0 0,-1 0 1 0 0,1-1-1 0 0,-1 1 1 0 0,1-1 0 0 0,-1 0-1 0 0,1 0 1 0 0,-1 0-1 0 0,0-1 1 0 0,0 0 0 0 0,0 1-1 0 0,4-5 1 0 0,27-13-255 0 0,13-11-19 0 0,-47 30 273 0 0,21-6-190 0 0,-16 10 59 0 0,0 0 0 0 0,0 0-1 0 0,0 0 1 0 0,1 0 0 0 0,-1-1 0 0 0,1 0 0 0 0,0-1-1 0 0,0 1 1 0 0,-1-1 0 0 0,1-1 0 0 0,0 1-1 0 0,0-1 1 0 0,0 0 0 0 0,0-1 0 0 0,11-1 0 0 0,18-1-3494 0 0,-30 2 499 0 0,12-2 241 0 0</inkml:trace>
</inkml:ink>
</file>

<file path=ppt/ink/ink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59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37 628 0 0,'0'0'10014'0'0,"19"-35"-6921"0"0,-19 34-2863 0 0,-4 4-218 0 0,-9 6-4 0 0,7-6 4 0 0,0 1 0 0 0,1 0 0 0 0,-1 0 0 0 0,1 1-1 0 0,0-1 1 0 0,0 1 0 0 0,1 0 0 0 0,-1 1 0 0 0,1-1-1 0 0,0 1 1 0 0,1 0 0 0 0,-1 0 0 0 0,-2 7 0 0 0,6-13-11 0 0,-1 1 0 0 0,1 0 1 0 0,-1 0-1 0 0,1 0 0 0 0,0 0 1 0 0,-1 0-1 0 0,1 0 0 0 0,0 0 1 0 0,0-1-1 0 0,0 1 1 0 0,0 0-1 0 0,-1 0 0 0 0,2 0 1 0 0,-1 0-1 0 0,0 0 0 0 0,0 0 1 0 0,0 0-1 0 0,0 0 0 0 0,0 0 1 0 0,1 0-1 0 0,-1 0 1 0 0,0-1-1 0 0,1 1 0 0 0,-1 0 1 0 0,1 0-1 0 0,-1 0 0 0 0,1 0 1 0 0,0 0-1 0 0,1 0-1 0 0,0 0-1 0 0,-1 0 1 0 0,1 0-1 0 0,0 0 1 0 0,0-1 0 0 0,-1 1-1 0 0,1-1 1 0 0,0 1 0 0 0,0-1-1 0 0,0 0 1 0 0,0 0-1 0 0,-1 0 1 0 0,4 0 0 0 0,53-10-163 0 0,-57 10 160 0 0,3-1-15 0 0,0-1 0 0 0,0 1 0 0 0,0 0 0 0 0,1 1 0 0 0,-1-1 0 0 0,0 1 0 0 0,1 0 0 0 0,-1 0 0 0 0,1 0 1 0 0,7 2-1 0 0,-10-1 14 0 0,0 0 0 0 0,0 0 0 0 0,0 0 0 0 0,0 1 0 0 0,0-1 0 0 0,-1 0 0 0 0,1 1 0 0 0,-1 0-1 0 0,1-1 1 0 0,-1 1 0 0 0,1 0 0 0 0,-1 0 0 0 0,0 0 0 0 0,0 0 0 0 0,0 0 0 0 0,0 0 0 0 0,0 0 0 0 0,0 0 0 0 0,0 0 0 0 0,-1 0 0 0 0,1 0 0 0 0,-1 1 0 0 0,0-1 0 0 0,1 4 0 0 0,0 24 6 0 0,0 1-1 0 0,-2-1 1 0 0,-1 1-1 0 0,-9 43 1 0 0,6-38 76 0 0,-5 42 81 0 0,0 3 60 0 0,-30 116-1 0 0,20-120-111 0 0,-21 65 336 0 0,40-140-182 0 0,-8-101-34 0 0,14 44-448 0 0,2 0 1 0 0,2 0-1 0 0,29-92 0 0 0,0 46-2574 0 0,9 6-3325 0 0,-33 69 2945 0 0</inkml:trace>
</inkml:ink>
</file>

<file path=ppt/ink/ink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7:59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0 624 0 0,'0'0'7561'0'0,"1"5"-7163"0"0,1 114 2027 0 0,-2-117-2405 0 0,-1-1 0 0 0,1 0-1 0 0,0 0 1 0 0,0 0-1 0 0,0 0 1 0 0,0 1-1 0 0,0-1 1 0 0,0 0 0 0 0,0 0-1 0 0,0 0 1 0 0,0 1-1 0 0,1-1 1 0 0,-1 0 0 0 0,0 0-1 0 0,1 0 1 0 0,-1 0-1 0 0,1 0 1 0 0,-1 0-1 0 0,1 0 1 0 0,0 0 0 0 0,-1 0-1 0 0,1 0 1 0 0,0 0-1 0 0,0 0 1 0 0,0 0 0 0 0,0 0-1 0 0,0-1 1 0 0,0 1-1 0 0,0 0 1 0 0,0-1-1 0 0,0 1 1 0 0,0-1 0 0 0,0 1-1 0 0,0-1 1 0 0,0 1-1 0 0,0-1 1 0 0,0 0 0 0 0,0 1-1 0 0,1-1 1 0 0,-1 0-1 0 0,0 0 1 0 0,0 0-1 0 0,0 0 1 0 0,1 0 0 0 0,-1 0-1 0 0,0 0 1 0 0,0-1-1 0 0,0 1 1 0 0,1 0 0 0 0,-1-1-1 0 0,0 1 1 0 0,0-1-1 0 0,0 1 1 0 0,0-1-1 0 0,0 1 1 0 0,0-1 0 0 0,1-1-1 0 0,6-2 13 0 0,0 0-1 0 0,-1-1 1 0 0,0 0-1 0 0,0 0 1 0 0,10-11-1 0 0,-13 15-100 0 0,-1 0 0 0 0,1 0 0 0 0,-1 0-1 0 0,1 0 1 0 0,-1 0 0 0 0,1 1 0 0 0,0 0 0 0 0,-1-1 0 0 0,1 1-1 0 0,0 1 1 0 0,-1-1 0 0 0,1 0 0 0 0,-1 1 0 0 0,1 0-1 0 0,6 2 1 0 0,-8-2-154 0 0,17 2-1511 0 0,-7-3-2789 0 0,3 2 1853 0 0</inkml:trace>
</inkml:ink>
</file>

<file path=ppt/ink/ink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01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81 436 0 0,'0'0'9577'0'0,"0"-1"-9452"0"0,-1 0 0 0 0,0 1-1 0 0,1-1 1 0 0,-1 0 0 0 0,0 1 0 0 0,0-1 0 0 0,0 1 0 0 0,1-1-1 0 0,-1 1 1 0 0,0 0 0 0 0,0-1 0 0 0,0 1 0 0 0,0 0 0 0 0,0-1-1 0 0,0 1 1 0 0,0 0 0 0 0,0 0 0 0 0,0 0 0 0 0,0 0 0 0 0,-1 0-1 0 0,1 1-104 0 0,0-1 26 0 0,-1 1 1 0 0,1 0-1 0 0,0-1 1 0 0,0 1-1 0 0,0 0 1 0 0,-1 0-1 0 0,1 0 1 0 0,0 0-1 0 0,0 0 1 0 0,1 0-1 0 0,-1 0 1 0 0,0 0-1 0 0,0 0 1 0 0,0 1 0 0 0,1-1-1 0 0,-1 0 1 0 0,1 0-1 0 0,-1 1 1 0 0,1-1-1 0 0,-1 0 1 0 0,1 1-1 0 0,0-1 1 0 0,0 1-1 0 0,-1-1 1 0 0,1 3-1 0 0,0-2-52 0 0,42 20-259 0 0,-41-22 252 0 0,6 2-45 0 0,-12 0 58 0 0,-29 4 41 0 0,32-6-43 0 0,-1 0-1 0 0,1 1 1 0 0,0-1 0 0 0,0 1 0 0 0,0 0-1 0 0,0-1 1 0 0,0 1 0 0 0,0 0-1 0 0,0 0 1 0 0,0 0 0 0 0,0 1 0 0 0,1-1-1 0 0,-1 0 1 0 0,0 1 0 0 0,1-1-1 0 0,-1 1 1 0 0,1-1 0 0 0,-1 1 0 0 0,1 0-1 0 0,0-1 1 0 0,0 1 0 0 0,0 0-1 0 0,0 0 1 0 0,0 0 0 0 0,0 0 0 0 0,0 0-1 0 0,1 0 1 0 0,-1 0 0 0 0,1 0 0 0 0,-1 4-1 0 0,1-5-3 0 0,-1 1 0 0 0,-1 0 7 0 0,1 0 1 0 0,0 1-1 0 0,-1-1 0 0 0,1 0 0 0 0,0 1 0 0 0,0-1 0 0 0,1 1 0 0 0,-1-1 1 0 0,0 1-1 0 0,1-1 0 0 0,0 1 0 0 0,-1-1 0 0 0,1 1 0 0 0,0-1 0 0 0,0 1 1 0 0,1 0-1 0 0,-1-1 0 0 0,0 1 0 0 0,1-1 0 0 0,0 1 0 0 0,-1-1 0 0 0,2 3 1 0 0,-1-4-1 0 0,-1 0-1 0 0,0 0 0 0 0,0-1 1 0 0,0 1-1 0 0,0 0 0 0 0,1 0 1 0 0,-1 0-1 0 0,0 0 0 0 0,1 0 1 0 0,-1-1-1 0 0,1 1 0 0 0,-1 0 1 0 0,1 0-1 0 0,-1-1 0 0 0,1 1 1 0 0,-1 0-1 0 0,1-1 0 0 0,0 1 1 0 0,-1 0-1 0 0,1-1 0 0 0,0 1 1 0 0,0-1-1 0 0,-1 1 1 0 0,1-1-1 0 0,0 0 0 0 0,0 1 1 0 0,0-1-1 0 0,0 0 0 0 0,-1 1 1 0 0,1-1-1 0 0,0 0 0 0 0,0 0 1 0 0,0 0-1 0 0,0 0 0 0 0,0 0 1 0 0,0 0-1 0 0,0 0 0 0 0,0 0 1 0 0,-1 0-1 0 0,1-1 0 0 0,2 1 1 0 0,0 0 1 0 0,2-1-14 0 0,0 0 1 0 0,1-1 0 0 0,-1 1-1 0 0,0-1 1 0 0,0 0 0 0 0,0 0 0 0 0,-1-1-1 0 0,1 1 1 0 0,0-1 0 0 0,-1 0-1 0 0,0 0 1 0 0,1-1 0 0 0,-1 1 0 0 0,-1-1-1 0 0,1 0 1 0 0,0 0 0 0 0,-1 0-1 0 0,0-1 1 0 0,0 1 0 0 0,0-1 0 0 0,-1 1-1 0 0,1-1 1 0 0,-1 0 0 0 0,0 0 0 0 0,1-6-1 0 0,-3 9 35 0 0,-1-5 3 0 0,0-6-14 0 0,17 27-70 0 0,-13-11 59 0 0,0-1 1 0 0,0 1-1 0 0,0 0 0 0 0,0-1 1 0 0,1 0-1 0 0,-1 0 1 0 0,1 0-1 0 0,0 0 0 0 0,-1 0 1 0 0,1-1-1 0 0,0 0 1 0 0,0 0-1 0 0,0 0 0 0 0,0 0 1 0 0,0 0-1 0 0,0-1 1 0 0,0 0-1 0 0,8 0 0 0 0,7-1-12 0 0,1-1 0 0 0,28-6 0 0 0,-34 5-3 0 0,9 0 1 0 0,-1-2 1 0 0,0 0 0 0 0,0-1-1 0 0,-1-2 1 0 0,0 0 0 0 0,0-1-1 0 0,-1-1 1 0 0,0-1 0 0 0,33-24-1 0 0,-50 32 17 0 0,0 0 0 0 0,0 0 0 0 0,-1 0 0 0 0,1 0 0 0 0,-1-1 0 0 0,0 1 0 0 0,1-1 0 0 0,-1 0 0 0 0,-1 0 0 0 0,1 0 0 0 0,-1 0 0 0 0,1 0 0 0 0,-1 0 0 0 0,-1 0 0 0 0,1 0 0 0 0,0-7 0 0 0,-1 10-2 0 0,-1 0 0 0 0,1 0 0 0 0,0 1 0 0 0,-1-1 0 0 0,1 0 0 0 0,-1 1 0 0 0,0-1 0 0 0,1 1 0 0 0,-1-1 0 0 0,1 0 0 0 0,-1 1 0 0 0,0-1 1 0 0,0 1-1 0 0,1 0 0 0 0,-1-1 0 0 0,0 1 0 0 0,0 0 0 0 0,1-1 0 0 0,-1 1 0 0 0,0 0 0 0 0,0 0 0 0 0,0 0 0 0 0,1-1 0 0 0,-1 1 0 0 0,0 0 1 0 0,0 0-1 0 0,0 0 0 0 0,0 0 0 0 0,1 1 0 0 0,-1-1 0 0 0,0 0 0 0 0,-1 1 0 0 0,-29 4 90 0 0,26-4-86 0 0,1 1 0 0 0,-1 0 1 0 0,1-1-1 0 0,0 1 1 0 0,0 1-1 0 0,-1-1 0 0 0,1 1 1 0 0,1-1-1 0 0,-1 1 1 0 0,0 0-1 0 0,1 1 0 0 0,0-1 1 0 0,-1 1-1 0 0,1-1 1 0 0,1 1-1 0 0,-4 4 0 0 0,1 3 1 0 0,-1 0-1 0 0,2 0 1 0 0,0 1 0 0 0,0-1-1 0 0,-3 20 1 0 0,2-7 2 0 0,-6 33-9 0 0,-3-1 0 0 0,-1 0 1 0 0,-4-1-1 0 0,-27 59 0 0 0,-47 60-60 0 0,89-160-221 0 0,9-9 43 0 0,24-15-129 0 0,35-31-55 0 0,61-56 18 0 0,-4-4 0 0 0,131-146 0 0 0,-127 122 1440 0 0,-94 94 4883 0 0,-44 44-5097 0 0,7-7-657 0 0,0 0-1 0 0,0 1 1 0 0,1 0 0 0 0,0 0 0 0 0,0 0 0 0 0,0 0-1 0 0,1 1 1 0 0,1 0 0 0 0,-1 0 0 0 0,1 0 0 0 0,1 0 0 0 0,-1 1-1 0 0,1-1 1 0 0,1 1 0 0 0,-2 12 0 0 0,5 44-4944 0 0,-2-61 3928 0 0,0 0-479 0 0,9 10-9361 0 0</inkml:trace>
</inkml:ink>
</file>

<file path=ppt/ink/ink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04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27 712 0 0,'3'-18'3314'0'0,"-2"10"3410"0"0,-66 217-4675 0 0,64-208-2039 0 0,1-1 0 0 0,0 1 1 0 0,-1 0-1 0 0,1 0 1 0 0,0 0-1 0 0,-1-1 1 0 0,1 1-1 0 0,0 0 0 0 0,0 0 1 0 0,0 0-1 0 0,-1-1 1 0 0,1 1-1 0 0,0 0 1 0 0,0 0-1 0 0,1 0 0 0 0,-1 0 1 0 0,0 0-1 0 0,0-1 1 0 0,0 1-1 0 0,0 0 1 0 0,1 0-1 0 0,-1 0 1 0 0,0-1-1 0 0,1 1 0 0 0,-1 0 1 0 0,1 0-1 0 0,-1-1 1 0 0,1 1-1 0 0,-1 0 1 0 0,1-1-1 0 0,-1 1 0 0 0,1-1 1 0 0,0 1-1 0 0,-1 0 1 0 0,1-1-1 0 0,0 0 1 0 0,-1 1-1 0 0,1-1 0 0 0,0 1 1 0 0,0-1-1 0 0,-1 0 1 0 0,1 1-1 0 0,0-1 1 0 0,0 0-1 0 0,0 0 1 0 0,0 0-1 0 0,-1 0 0 0 0,1 0 1 0 0,0 0-1 0 0,0 0 1 0 0,0 0-1 0 0,0 0 1 0 0,-1 0-1 0 0,1 0 0 0 0,0 0 1 0 0,0-1-1 0 0,1 1 1 0 0,63-16 73 0 0,-49 11-25 0 0,18-5-16 0 0,0 2 0 0 0,1 1-1 0 0,39-2 1 0 0,-63 8-33 0 0,-3 0-13 0 0,-1 1 1 0 0,0-1 0 0 0,1 1-1 0 0,-1 1 1 0 0,0-1 0 0 0,1 1 0 0 0,-1 1-1 0 0,0-1 1 0 0,10 4 0 0 0,-17-4-1 0 0,1-1 1 0 0,-1 0-1 0 0,1 0 1 0 0,-1 1-1 0 0,1-1 1 0 0,-1 0 0 0 0,0 1-1 0 0,1-1 1 0 0,-1 0-1 0 0,1 1 1 0 0,-1-1-1 0 0,0 0 1 0 0,1 1-1 0 0,-1-1 1 0 0,0 1 0 0 0,0-1-1 0 0,1 1 1 0 0,-1-1-1 0 0,0 1 1 0 0,0-1-1 0 0,0 1 1 0 0,0-1 0 0 0,0 1-1 0 0,0-1 1 0 0,1 1-1 0 0,-1-1 1 0 0,0 1-1 0 0,0-1 1 0 0,-1 1-1 0 0,1-1 1 0 0,0 1 0 0 0,0 0-1 0 0,-13 17-213 0 0,-21 6-667 0 0,19-17 161 0 0,-25 8-5898 0 0,25-13 3705 0 0</inkml:trace>
</inkml:ink>
</file>

<file path=ppt/ink/ink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04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25 896 0 0,'2'-11'2852'0'0,"3"-1"-1436"0"0,8 11-1095 0 0,9 6-1006 0 0,-12 0-115 0 0,-1-2-868 0 0,5 5 380 0 0</inkml:trace>
</inkml:ink>
</file>

<file path=ppt/ink/ink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06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213 340 8 0 0,'3'-20'2775'0'0,"0"-1"1"0"0,0-40-1 0 0,-4 60-2719 0 0,1-1 0 0 0,0 1 0 0 0,0-1 0 0 0,-1 1 0 0 0,1 0-1 0 0,-1-1 1 0 0,1 1 0 0 0,-1 0 0 0 0,1 0 0 0 0,-1-1 0 0 0,0 1 0 0 0,0 0 0 0 0,0 0 0 0 0,0 0-1 0 0,0 0 1 0 0,0 0 0 0 0,0 0 0 0 0,0 0 0 0 0,0 0 0 0 0,0 0 0 0 0,0 1 0 0 0,0-1-1 0 0,-1 0 1 0 0,1 1 0 0 0,0-1 0 0 0,-1 1 0 0 0,1-1 0 0 0,0 1 0 0 0,-1 0 0 0 0,-1-1 0 0 0,-2 0 25 0 0,0 0 1 0 0,1 1-1 0 0,-1-1 1 0 0,0 1 0 0 0,0 0-1 0 0,0 1 1 0 0,-7 0 0 0 0,2 3-6 0 0,1 0 0 0 0,-1 0 0 0 0,0 1 0 0 0,1 0 0 0 0,0 0 0 0 0,0 1 0 0 0,1 1 0 0 0,0-1 0 0 0,0 1 0 0 0,0 1 0 0 0,1-1 0 0 0,-8 11 0 0 0,12-14-54 0 0,1 0-1 0 0,-1 0 1 0 0,0 0 0 0 0,1 0 0 0 0,0 1-1 0 0,0-1 1 0 0,0 1 0 0 0,1-1-1 0 0,-1 1 1 0 0,1 0 0 0 0,0 0-1 0 0,0 7 1 0 0,1-9-13 0 0,0 0-1 0 0,1 0 1 0 0,-1 0-1 0 0,1 0 1 0 0,0 0-1 0 0,0 0 1 0 0,0 0-1 0 0,0 0 1 0 0,0 0-1 0 0,1-1 1 0 0,-1 1-1 0 0,1 0 1 0 0,0-1-1 0 0,0 0 1 0 0,0 1-1 0 0,0-1 1 0 0,0 0-1 0 0,0 0 1 0 0,1 0-1 0 0,-1 0 1 0 0,5 2-1 0 0,5 3-54 0 0,1-1 0 0 0,-1-1 0 0 0,1 0 1 0 0,-1-1-1 0 0,1-1 0 0 0,1 0 0 0 0,-1 0 0 0 0,0-1 0 0 0,1-1 0 0 0,-1 0 0 0 0,1-1 0 0 0,-1-1 0 0 0,16-2 0 0 0,10-2-153 0 0,-1-2 0 0 0,0-2 0 0 0,47-16 0 0 0,-56 15 121 0 0,0-1 1 0 0,-1-2-1 0 0,41-24 0 0 0,-63 33 283 0 0,0 0 0 0 0,0-1 0 0 0,-1 0 0 0 0,0-1 0 0 0,1 1 0 0 0,-2-1 0 0 0,8-11-1 0 0,-11 16 711 0 0,-3-5-714 0 0,2 5-171 0 0,0 1 1 0 0,0-1-1 0 0,0 0 0 0 0,0 1 0 0 0,0-1 1 0 0,0 1-1 0 0,0-1 0 0 0,0 0 0 0 0,0 1 1 0 0,-1-1-1 0 0,1 1 0 0 0,0-1 1 0 0,0 0-1 0 0,0 1 0 0 0,-1-1 0 0 0,1 1 1 0 0,0-1-1 0 0,-1 1 0 0 0,1-1 1 0 0,0 1-1 0 0,-1-1 0 0 0,1 1 0 0 0,-1-1 1 0 0,1 1-1 0 0,-1 0 0 0 0,1-1 0 0 0,-1 1 1 0 0,1 0-1 0 0,-1-1 0 0 0,1 1 1 0 0,-1 0-1 0 0,0 0 0 0 0,1 0 0 0 0,-1-1 1 0 0,1 1-1 0 0,-1 0 0 0 0,0 0 0 0 0,1 0 1 0 0,-1 0-1 0 0,1 0 0 0 0,-1 0 1 0 0,0 0-1 0 0,1 0 0 0 0,-1 0 0 0 0,0 1 1 0 0,-6 2 0 0 0,0 0 1 0 0,1 1-1 0 0,-1 0 1 0 0,1 1-1 0 0,-11 9 1 0 0,-35 29 101 0 0,37-15-105 0 0,14-27-12 0 0,-8 33 0 0 0,7-33-18 0 0,0 2-2 0 0,3 18 10 0 0,0-19-6 0 0,-1 0 0 0 0,1 0 0 0 0,0-1 0 0 0,-1 1 0 0 0,1 0 1 0 0,0 0-1 0 0,0-1 0 0 0,0 1 0 0 0,0 0 0 0 0,0-1 0 0 0,1 1 0 0 0,-1-1 1 0 0,1 1-1 0 0,-1-1 0 0 0,1 0 0 0 0,-1 0 0 0 0,1 1 0 0 0,-1-1 0 0 0,1 0 1 0 0,0 0-1 0 0,0-1 0 0 0,-1 1 0 0 0,1 0 0 0 0,0-1 0 0 0,0 1 0 0 0,0-1 1 0 0,0 1-1 0 0,0-1 0 0 0,0 0 0 0 0,0 0 0 0 0,0 0 0 0 0,0 0 0 0 0,0 0 0 0 0,0 0 1 0 0,0-1-1 0 0,0 1 0 0 0,3-2 0 0 0,3-2 1 0 0,0 0 0 0 0,-1-1 1 0 0,1 1-1 0 0,-1-2 0 0 0,1 1 0 0 0,-2-1 1 0 0,1 0-1 0 0,-1-1 0 0 0,0 0 0 0 0,0 0 0 0 0,7-11 1 0 0,-12 17 16 0 0,34-14-83 0 0,-15 14 29 0 0,0 0-1 0 0,1-1 1 0 0,-1 0 0 0 0,0-2-1 0 0,0-1 1 0 0,-1 0 0 0 0,36-16-1 0 0,-42 15 38 0 0,-1 0-1 0 0,0-1 0 0 0,0-1 0 0 0,0 0 0 0 0,-1-1 0 0 0,0 0 0 0 0,-1-1 1 0 0,0 0-1 0 0,-1 0 0 0 0,0-1 0 0 0,0 0 0 0 0,9-17 0 0 0,-9 12 21 0 0,2-1 212 0 0,0-1-1 0 0,-2-1 1 0 0,0 0-1 0 0,-1 0 1 0 0,-1-1-1 0 0,9-38 0 0 0,-16 56 348 0 0,-3 3-564 0 0,-1 0 0 0 0,1 0 0 0 0,0 1 0 0 0,-1-1 1 0 0,1 1-1 0 0,0-1 0 0 0,0 1 0 0 0,0 0 0 0 0,0 0 0 0 0,1 1 0 0 0,-1-1 1 0 0,1 1-1 0 0,-1-1 0 0 0,1 1 0 0 0,0 0 0 0 0,0 0 0 0 0,0 0 0 0 0,0 0 0 0 0,-2 5 1 0 0,-3 4 32 0 0,0 2 0 0 0,1-1 0 0 0,-6 19 0 0 0,10-19-43 0 0,-1-1 1 0 0,1 0-1 0 0,1 1 1 0 0,0-1-1 0 0,1 1 1 0 0,0-1-1 0 0,1 1 0 0 0,0-1 1 0 0,1 1-1 0 0,4 13 1 0 0,-5-23-51 0 0,0 1 1 0 0,-1-1 0 0 0,2 0-1 0 0,-1 1 1 0 0,0-1-1 0 0,1 0 1 0 0,-1 0-1 0 0,1 0 1 0 0,0 0-1 0 0,0-1 1 0 0,0 1-1 0 0,0 0 1 0 0,1-1-1 0 0,-1 1 1 0 0,1-1-1 0 0,-1 0 1 0 0,1 0-1 0 0,0 0 1 0 0,0 0-1 0 0,0 0 1 0 0,0-1-1 0 0,0 1 1 0 0,0-1-1 0 0,1 0 1 0 0,-1 0-1 0 0,0 0 1 0 0,1-1-1 0 0,-1 1 1 0 0,1-1-1 0 0,-1 1 1 0 0,0-1-1 0 0,1 0 1 0 0,-1-1-1 0 0,1 1 1 0 0,-1 0 0 0 0,1-1-1 0 0,-1 0 1 0 0,0 0-1 0 0,1 0 1 0 0,3-2-1 0 0,9-3-113 0 0,-1-1-1 0 0,0 0 1 0 0,-1-1-1 0 0,0 0 1 0 0,0-1-1 0 0,0-1 1 0 0,12-12-1 0 0,6-10 39 0 0,36-43 0 0 0,-27 27 498 0 0,-40 47 161 0 0,-4 6-424 0 0,-7 10-145 0 0,2 0 0 0 0,0 1 0 0 0,0 0 0 0 0,2 1 0 0 0,0-1 0 0 0,1 1 0 0 0,-4 21 0 0 0,1 33-8228 0 0,7-55 4477 0 0</inkml:trace>
</inkml:ink>
</file>

<file path=ppt/ink/ink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08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81 596 0 0,'11'-12'2500'0'0,"1"-5"4096"0"0,-14 1-5562 0 0,1 12-634 0 0,-2 2-190 0 0,0-1 0 0 0,1 1 0 0 0,-1 0 0 0 0,0 0 0 0 0,0 0 1 0 0,0 0-1 0 0,0 1 0 0 0,0-1 0 0 0,-6-1 0 0 0,-1-2 225 0 0,9 4-438 0 0,0 0 0 0 0,1 1 0 0 0,-1-1 0 0 0,0 1 0 0 0,0-1 0 0 0,0 1 0 0 0,0 0 0 0 0,0-1 0 0 0,0 1 0 0 0,1 0 0 0 0,-1 0 0 0 0,0 0 0 0 0,0-1 0 0 0,0 1 0 0 0,0 0 0 0 0,0 0 0 0 0,0 0 0 0 0,0 1 0 0 0,0-1 0 0 0,0 0 0 0 0,0 0 0 0 0,0 0 0 0 0,0 1 0 0 0,0-1 0 0 0,0 0 0 0 0,0 1 0 0 0,-18 20-4368 0 0,9-9-159 0 0,4-5 1894 0 0</inkml:trace>
</inkml:ink>
</file>

<file path=ppt/ink/ink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3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18 156 208 0 0,'-17'-12'7973'0'0,"29"9"-5865"0"0,21-5-2112 0 0,-22 2 60 0 0,-1 0 1 0 0,0 0-1 0 0,17-16 1 0 0,-24 19-46 0 0,0 1 0 0 0,-1-1 0 0 0,1 0 0 0 0,-1 1 0 0 0,0-1 0 0 0,0 0 0 0 0,0-1 0 0 0,0 1 0 0 0,0 0 1 0 0,-1 0-1 0 0,0-1 0 0 0,1 1 0 0 0,-1-1 0 0 0,-1 1 0 0 0,1-1 0 0 0,0-6 0 0 0,-1 8 17 0 0,1 1-25 0 0,-1 1-1 0 0,0 0 1 0 0,0-1 0 0 0,0 1-1 0 0,1-1 1 0 0,-1 0 0 0 0,0 1-1 0 0,0-1 1 0 0,0 1 0 0 0,0-1-1 0 0,0 1 1 0 0,0-1 0 0 0,0 1-1 0 0,0-1 1 0 0,0 1 0 0 0,0-1-1 0 0,-1 1 1 0 0,1-1 0 0 0,0 1-1 0 0,0-1 1 0 0,0 1 0 0 0,0-1-1 0 0,-1 1 1 0 0,1-1 0 0 0,0 1-1 0 0,-1-1 1 0 0,1 1 0 0 0,0-1-1 0 0,-1 1 1 0 0,1 0 0 0 0,-1-1 0 0 0,1 1-1 0 0,0 0 1 0 0,-1-1 0 0 0,0 1-1 0 0,-13-10 41 0 0,12 9-25 0 0,-16-1 84 0 0,17 2-100 0 0,0 0-4 0 0,-1 0 0 0 0,1 0-1 0 0,0 0 1 0 0,-1 0-1 0 0,1 0 1 0 0,-1 0 0 0 0,1 0-1 0 0,0 1 1 0 0,-1-1-1 0 0,1 0 1 0 0,0 1-1 0 0,-1 0 1 0 0,1-1 0 0 0,0 1-1 0 0,0 0 1 0 0,0-1-1 0 0,0 1 1 0 0,-1 0 0 0 0,1 0-1 0 0,0 0 1 0 0,0 0-1 0 0,1 0 1 0 0,-1 0-1 0 0,0 0 1 0 0,-1 2 0 0 0,2 0 2 0 0,0-1 1 0 0,1 1-1 0 0,-1-1 1 0 0,1 1 0 0 0,0-1-1 0 0,-1 1 1 0 0,1-1-1 0 0,0 0 1 0 0,1 1-1 0 0,-1-1 1 0 0,0 0-1 0 0,1 0 1 0 0,-1 0 0 0 0,1 0-1 0 0,-1 0 1 0 0,1 0-1 0 0,0 0 1 0 0,0-1-1 0 0,3 3 1 0 0,6 3-276 0 0,1 0 1 0 0,0-1-1 0 0,1 0 0 0 0,0-1 0 0 0,-1 0 1 0 0,2-1-1 0 0,-1 0 0 0 0,16 2 1 0 0,-10-4-1374 0 0,1 0 1 0 0,34-1 0 0 0,-29-3-336 0 0</inkml:trace>
</inkml:ink>
</file>

<file path=ppt/ink/ink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3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32 283 148 0 0,'0'0'4210'0'0,"-4"4"-3848"0"0,-22 19 535 0 0,25-22-84 0 0,6 6-436 0 0,-5-6-357 0 0,0 0-1 0 0,0-1 1 0 0,1 1 0 0 0,-1 0 0 0 0,1 0 0 0 0,-1 0 0 0 0,1 0 0 0 0,-1 0 0 0 0,1-1 0 0 0,-1 1 0 0 0,1 0 0 0 0,0-1 0 0 0,-1 1-1 0 0,1 0 1 0 0,0-1 0 0 0,-1 1 0 0 0,1-1 0 0 0,0 1 0 0 0,0-1 0 0 0,0 1 0 0 0,0-1 0 0 0,0 1 0 0 0,1-1 0 0 0,5 1 35 0 0,0-1 0 0 0,0 0 0 0 0,0-1 0 0 0,0 1 0 0 0,1-1 0 0 0,-1-1 1 0 0,0 0-1 0 0,-1 1 0 0 0,1-2 0 0 0,0 1 0 0 0,0-1 0 0 0,-1 0 0 0 0,0-1 1 0 0,0 1-1 0 0,0-1 0 0 0,0-1 0 0 0,0 1 0 0 0,-1-1 0 0 0,10-10 0 0 0,-2 1 25 0 0,0-1 0 0 0,-1 0 0 0 0,0-1 0 0 0,-1 0 0 0 0,-1-1 0 0 0,11-24 0 0 0,-11 16 559 0 0,-1 0-1 0 0,-2-1 1 0 0,7-33 0 0 0,-14 58-172 0 0,0-5-201 0 0,0 6-250 0 0,0 0 0 0 0,0 0 0 0 0,0 0-1 0 0,0 0 1 0 0,0 0 0 0 0,-1 0 0 0 0,1 0 0 0 0,0 0-1 0 0,0 0 1 0 0,0 0 0 0 0,0 0 0 0 0,0 0-1 0 0,0 0 1 0 0,0 0 0 0 0,0 0 0 0 0,0 0 0 0 0,0 0-1 0 0,0 0 1 0 0,0 0 0 0 0,-1 0 0 0 0,1 0-1 0 0,0 0 1 0 0,0 0 0 0 0,0 0 0 0 0,0 0 0 0 0,0 0-1 0 0,0 0 1 0 0,0 0 0 0 0,0 0 0 0 0,0 0-1 0 0,0 0 1 0 0,0 0 0 0 0,0 0 0 0 0,0 0 0 0 0,-1 0-1 0 0,1 0 1 0 0,0 0 0 0 0,0 0 0 0 0,0 0-1 0 0,0 0 1 0 0,0 0 0 0 0,0 0 0 0 0,-8 18-13 0 0,1 1 0 0 0,0 1 1 0 0,2-1-1 0 0,0 1 0 0 0,1 0 0 0 0,1 1 0 0 0,1-1 1 0 0,1 0-1 0 0,0 1 0 0 0,4 30 0 0 0,0-33-1459 0 0,0-1 0 0 0,1 1-1 0 0,1-1 1 0 0,8 22 0 0 0,-2-16-1736 0 0</inkml:trace>
</inkml:ink>
</file>

<file path=ppt/ink/ink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4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122 775 368 0 0,'-116'64'6269'0'0,"114"-63"-5684"0"0,2-1-524 0 0,0 0 1 0 0,0 0-1 0 0,-1 0 0 0 0,1 0 1 0 0,0 0-1 0 0,0 0 1 0 0,0 0-1 0 0,0 0 0 0 0,0 0 1 0 0,-1 0-1 0 0,1 0 0 0 0,0 0 1 0 0,0-1-1 0 0,0 1 1 0 0,0 0-1 0 0,0 0 0 0 0,-1 0 1 0 0,1 0-1 0 0,0 0 0 0 0,0 0 1 0 0,0 0-1 0 0,0-1 1 0 0,0 1-1 0 0,0 0 0 0 0,0 0 1 0 0,0 0-1 0 0,0 0 0 0 0,0-1 1 0 0,-1 1-1 0 0,1 0 1 0 0,0 0-1 0 0,0 0 0 0 0,0 0 1 0 0,0-1-1 0 0,0 1 0 0 0,0 0 1 0 0,0 0-1 0 0,0 0 1 0 0,0 0-1 0 0,0-1 0 0 0,1 1 1 0 0,-1 0-1 0 0,0 0 0 0 0,0 0 1 0 0,0 0-1 0 0,0 0 1 0 0,0-1-1 0 0,0 1 0 0 0,0 0 1 0 0,0 0-1 0 0,0 0 0 0 0,0 0 1 0 0,1 0-1 0 0,-1-1 1 0 0,0 1-1 0 0,0 0 0 0 0,0 0 1 0 0,0 0-1 0 0,0 0 0 0 0,1 0 1 0 0,-1 0-1 0 0,0 0 0 0 0,0 0 1 0 0,17-18 866 0 0,26-20-893 0 0,-42 37 88 0 0,181-128 829 0 0,-76 58-633 0 0,-73 47-227 0 0,385-268 648 0 0,-130 111-372 0 0,-155 104 302 0 0,-131 75-346 0 0,-10 5-280 0 0,-1 0-28 0 0,0 0-1 0 0,0 1 0 0 0,1 0 0 0 0,-1 0 0 0 0,1 0 0 0 0,0 1 0 0 0,0 1 0 0 0,1-1 1 0 0,0 1-1 0 0,0 1 0 0 0,0-1 0 0 0,1 1 0 0 0,0 0 0 0 0,0 1 0 0 0,-5 8 0 0 0,4 1-2 0 0,0 0 0 0 0,1 1 0 0 0,0 0 0 0 0,2 0-1 0 0,0 1 1 0 0,-2 21 0 0 0,4 109 65 0 0,1 0-21 0 0,0-144-51 0 0,-1 0 0 0 0,1 1 0 0 0,-1-1 0 0 0,0 0 0 0 0,0 0-1 0 0,-1 0 1 0 0,1 0 0 0 0,-1-1 0 0 0,0 1 0 0 0,0-1 0 0 0,-1 0 0 0 0,1 0 0 0 0,-1 0 0 0 0,0 0-1 0 0,0 0 1 0 0,0-1 0 0 0,-1 0 0 0 0,1 1 0 0 0,-1-2 0 0 0,0 1 0 0 0,0-1 0 0 0,0 1-1 0 0,-6 1 1 0 0,5-2-224 0 0,1-1-1 0 0,-1 1 1 0 0,1-1-1 0 0,-1 0 0 0 0,1 0 1 0 0,-1-1-1 0 0,0 0 1 0 0,1 0-1 0 0,-1 0 1 0 0,-6-2-1 0 0,8 1-283 0 0,0 1 0 0 0,1-2-1 0 0,-1 1 1 0 0,0 0 0 0 0,1-1 0 0 0,0 1 0 0 0,-1-1-1 0 0,1 0 1 0 0,0 0 0 0 0,0-1 0 0 0,0 1 0 0 0,0-1-1 0 0,0 1 1 0 0,1-1 0 0 0,-5-6 0 0 0,-2-4-2828 0 0</inkml:trace>
</inkml:ink>
</file>

<file path=ppt/ink/ink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5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0 595 472 0 0,'6'0'430'0'0,"0"0"-1"0"0,-1 0 1 0 0,1-1 0 0 0,0 1-1 0 0,-1-1 1 0 0,1-1-1 0 0,-1 1 1 0 0,1-1 0 0 0,-1 0-1 0 0,0 0 1 0 0,0-1 0 0 0,0 1-1 0 0,0-1 1 0 0,0 0-1 0 0,8-7 1 0 0,-2 0 16 0 0,0 0-1 0 0,-1 0 1 0 0,0-1-1 0 0,-1 0 1 0 0,10-14 0 0 0,-17 22-304 0 0,-1-1 0 0 0,1 1 0 0 0,-1-1 1 0 0,1 1-1 0 0,-1-1 0 0 0,0 1 1 0 0,0-1-1 0 0,-1 0 0 0 0,1 1 0 0 0,-1-7 1 0 0,1 4 153 0 0,-1 4-54 0 0,-18-12 442 0 0,16 13-566 0 0,-3 4-8 0 0,-1 2-71 0 0,-1 1 1 0 0,1-1 0 0 0,1 1-1 0 0,-1 0 1 0 0,1 0 0 0 0,0 1-1 0 0,0 0 1 0 0,0 0 0 0 0,1 0-1 0 0,1 0 1 0 0,-1 1 0 0 0,1-1-1 0 0,-5 17 1 0 0,8-21-30 0 0,-1 1 0 0 0,0-1 0 0 0,1 1 0 0 0,-1-1 1 0 0,1 1-1 0 0,0 0 0 0 0,0-1 0 0 0,0 1 0 0 0,1-1 0 0 0,-1 1 0 0 0,1-1 1 0 0,0 1-1 0 0,0-1 0 0 0,0 1 0 0 0,1-1 0 0 0,-1 0 0 0 0,1 0 0 0 0,-1 0 0 0 0,1 1 1 0 0,0-2-1 0 0,1 1 0 0 0,-1 0 0 0 0,0 0 0 0 0,1-1 0 0 0,-1 1 0 0 0,1-1 0 0 0,0 0 1 0 0,0 0-1 0 0,0 0 0 0 0,0 0 0 0 0,0 0 0 0 0,0-1 0 0 0,1 1 0 0 0,-1-1 0 0 0,6 2 1 0 0,0-1-9 0 0,1 0 0 0 0,0-1 1 0 0,0 0-1 0 0,0 0 1 0 0,0-1-1 0 0,0 0 1 0 0,0-1-1 0 0,0 0 0 0 0,0 0 1 0 0,-1-1-1 0 0,1-1 1 0 0,0 1-1 0 0,-1-2 1 0 0,0 1-1 0 0,0-1 0 0 0,12-7 1 0 0,16-11-32 0 0,-1-1 1 0 0,49-41 0 0 0,-50 37 32 0 0,37-33 80 0 0,-71 59-78 0 0,1 1-14 0 0,6-1 10 0 0,-7 4 4 0 0,0-1-1 0 0,0 1 0 0 0,0 0 0 0 0,-1-1 0 0 0,0 1 1 0 0,1 0-1 0 0,-1 0 0 0 0,0-1 0 0 0,0 1 1 0 0,-1 0-1 0 0,1-1 0 0 0,-1 4 0 0 0,-5 29 38 0 0,3-22-26 0 0,1 0-1 0 0,0 0 1 0 0,1 0-1 0 0,0 0 0 0 0,2 16 1 0 0,-1-27-11 0 0,0-2-1 0 0,0 1-1 0 0,-1-1 1 0 0,1 1 0 0 0,0-1-1 0 0,0 1 1 0 0,0-1-1 0 0,0 1 1 0 0,0-1 0 0 0,0 1-1 0 0,0-1 1 0 0,0 1-1 0 0,0-1 1 0 0,0 1 0 0 0,0-1-1 0 0,0 1 1 0 0,0-1-1 0 0,0 1 1 0 0,1-1-1 0 0,-1 1 1 0 0,0-1 0 0 0,0 1-1 0 0,0-1 1 0 0,1 1-1 0 0,-1-1 1 0 0,0 0 0 0 0,1 1-1 0 0,-1-1 1 0 0,0 1-1 0 0,1-1 1 0 0,-1 0 0 0 0,1 1-1 0 0,-1-1 1 0 0,0 0-1 0 0,1 0 1 0 0,0 1-1 0 0,16-13 40 0 0,-6 2-45 0 0,17-14 25 0 0,-22 18-31 0 0,0 1 0 0 0,0-1 0 0 0,0 1 0 0 0,1 0 0 0 0,0 1 0 0 0,0-1 0 0 0,1 2 1 0 0,13-7-1 0 0,-19 9-15 0 0,2 3-5 0 0,40 28-3 0 0,-40-26 31 0 0,1 0 0 0 0,-1 0 0 0 0,1 0 0 0 0,0-1 0 0 0,0 0 1 0 0,0 0-1 0 0,0 0 0 0 0,1-1 0 0 0,-1 1 0 0 0,1-1 0 0 0,0-1 0 0 0,-1 1 0 0 0,1-1 1 0 0,12 1-1 0 0,-7-2 3 0 0,-1-2 0 0 0,1 1 1 0 0,0-2-1 0 0,0 1 1 0 0,-1-1-1 0 0,1-1 1 0 0,-1 0-1 0 0,0 0 0 0 0,0-1 1 0 0,-1-1-1 0 0,0 1 1 0 0,1-2-1 0 0,-2 1 1 0 0,1-1-1 0 0,-1 0 0 0 0,0-1 1 0 0,8-10-1 0 0,12-15-7 0 0,-2-2-1 0 0,-2 0 1 0 0,21-40 0 0 0,-19 27 6 0 0,-1-1 0 0 0,-3-1 1 0 0,23-77-1 0 0,-41 102 310 0 0,-4 24-308 0 0,-1 1-1 0 0,1 0 0 0 0,0 0 0 0 0,0 0 0 0 0,0 0 1 0 0,0-1-1 0 0,-1 1 0 0 0,1 0 0 0 0,0 0 0 0 0,0 0 1 0 0,0 0-1 0 0,-1 0 0 0 0,1 0 0 0 0,0 0 0 0 0,0 0 0 0 0,-1-1 1 0 0,1 1-1 0 0,0 0 0 0 0,0 0 0 0 0,-1 0 0 0 0,1 0 1 0 0,0 0-1 0 0,0 0 0 0 0,-1 0 0 0 0,1 0 0 0 0,0 0 0 0 0,0 1 1 0 0,0-1-1 0 0,-1 0 0 0 0,1 0 0 0 0,0 0 0 0 0,0 0 1 0 0,-1 0-1 0 0,1 0 0 0 0,0 0 0 0 0,0 0 0 0 0,0 1 1 0 0,0-1-1 0 0,-1 0 0 0 0,1 0 0 0 0,0 0 0 0 0,0 0 0 0 0,0 1 1 0 0,0-1-1 0 0,-1 0 0 0 0,-30 37 208 0 0,19-19-165 0 0,1-1 0 0 0,1 2 0 0 0,0-1 0 0 0,1 2 0 0 0,1-1 0 0 0,1 1 0 0 0,1 0 0 0 0,0 0 0 0 0,2 1 0 0 0,0 0 0 0 0,2-1 0 0 0,0 1 0 0 0,2 41 0 0 0,1-56-32 0 0,0 0 0 0 0,0 0 1 0 0,0 0-1 0 0,1-1 0 0 0,0 1 0 0 0,0 0 0 0 0,1-1 1 0 0,-1 0-1 0 0,1 1 0 0 0,0-1 0 0 0,1 0 0 0 0,-1-1 0 0 0,1 1 1 0 0,0-1-1 0 0,0 1 0 0 0,1-1 0 0 0,-1 0 0 0 0,1-1 1 0 0,0 1-1 0 0,0-1 0 0 0,0 0 0 0 0,0 0 0 0 0,1-1 0 0 0,-1 1 1 0 0,1-1-1 0 0,-1 0 0 0 0,1-1 0 0 0,0 1 0 0 0,6 0 0 0 0,7-1 166 0 0,18 6 306 0 0,-35-6-386 0 0,1 1-1418 0 0,11-10-7618 0 0,-12 7 8075 0 0</inkml:trace>
</inkml:ink>
</file>

<file path=ppt/ink/ink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6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69 240 0 0,'1'-4'1105'0'0,"1"-1"1"0"0,0 1-1 0 0,-1 0 1 0 0,0-1-1 0 0,0 1 1 0 0,0-1-1 0 0,-1-6 1 0 0,5-16-145 0 0</inkml:trace>
</inkml:ink>
</file>

<file path=ppt/ink/ink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6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23 920 0 0,'0'0'1260'0'0,"-4"-7"2665"0"0,24-3-3169 0 0,-5 8-68 0 0,0 1-84 0 0,7 1-64 0 0,5-3-56 0 0,1 7-124 0 0,3 0-168 0 0,11 4-240 0 0,-2 0-252 0 0,1 0-352 0 0,-1 0-804 0 0,0 3-1577 0 0,0 1 701 0 0</inkml:trace>
</inkml:ink>
</file>

<file path=ppt/ink/ink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7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1 347 452 0 0,'0'0'5217'0'0,"4"-2"-4823"0"0,-3 2-348 0 0,0-1 1 0 0,0 1-1 0 0,0-1 0 0 0,0 1 0 0 0,0-1 0 0 0,0 1 1 0 0,0 0-1 0 0,1 0 0 0 0,-1-1 0 0 0,0 1 0 0 0,0 0 1 0 0,0 0-1 0 0,0 0 0 0 0,1 0 0 0 0,-1 0 0 0 0,0 1 1 0 0,0-1-1 0 0,0 0 0 0 0,0 0 0 0 0,1 1 0 0 0,-1-1 1 0 0,0 1-1 0 0,0-1 0 0 0,0 1 0 0 0,0 0 0 0 0,1 0 0 0 0,2 2 108 0 0,-1 1-1 0 0,0 0 0 0 0,0 0 0 0 0,0 0 1 0 0,0 0-1 0 0,0 0 0 0 0,2 6 0 0 0,-4-4-62 0 0,0-1 1 0 0,0 1-1 0 0,0 0 0 0 0,-1-1 1 0 0,1 1-1 0 0,-2 0 1 0 0,1 0-1 0 0,-1 0 0 0 0,1-1 1 0 0,-1 1-1 0 0,-1 0 0 0 0,-3 10 1 0 0,4-15-61 0 0,1 1 93 0 0,-9 8 2121 0 0,10-14-2231 0 0,0 0 1 0 0,1 0-1 0 0,0 0 1 0 0,0 1-1 0 0,0-1 1 0 0,0 1-1 0 0,0-1 1 0 0,1 1-1 0 0,-1 0 1 0 0,1 0-1 0 0,0 0 1 0 0,0 0-1 0 0,1 0 1 0 0,-1 1-1 0 0,0-1 1 0 0,1 1-1 0 0,-1 0 1 0 0,1 0-1 0 0,0 0 0 0 0,0 1 1 0 0,7-3-1 0 0,-7 3-16 0 0,1 0 0 0 0,0 1 0 0 0,-1 0 0 0 0,1 0 0 0 0,-1 0 0 0 0,1 0-1 0 0,-1 0 1 0 0,1 1 0 0 0,-1 0 0 0 0,1 0 0 0 0,-1 0 0 0 0,0 1 0 0 0,1 0 0 0 0,-1-1-1 0 0,0 1 1 0 0,0 1 0 0 0,0-1 0 0 0,5 5 0 0 0,1-2-7 0 0,-8-3 9 0 0,1-1-1 0 0,-1 1 1 0 0,0 0 0 0 0,-1 1 0 0 0,1-1 0 0 0,0 0 0 0 0,-1 1 0 0 0,1-1 0 0 0,-1 0 0 0 0,2 6 0 0 0,-2-7 10 0 0,6 0 42 0 0,13-1 2 0 0,38-10-50 0 0,130 19 0 0 0,-183-9-2 0 0,0 0 2 0 0,-1 0 1 0 0,1 0 0 0 0,0 0 0 0 0,0-1 0 0 0,0 0-1 0 0,-1 0 1 0 0,1 0 0 0 0,0 0 0 0 0,-1-1-1 0 0,1 0 1 0 0,-1 0 0 0 0,1 0 0 0 0,-1-1-1 0 0,6-4 1 0 0,-7 6-4 0 0,4-6 15 0 0,-8-15-21 0 0,1 22 5 0 0,0-1 0 0 0,0 1-1 0 0,-1-1 1 0 0,1 1 0 0 0,0-1-1 0 0,0 1 1 0 0,0 0 0 0 0,0-1 0 0 0,0 1-1 0 0,-1-1 1 0 0,1 1 0 0 0,0 0 0 0 0,0-1-1 0 0,-1 1 1 0 0,1 0 0 0 0,0-1-1 0 0,-1 1 1 0 0,1 0 0 0 0,0-1 0 0 0,-1 1-1 0 0,1 0 1 0 0,0 0 0 0 0,-1-1-1 0 0,1 1 1 0 0,-1 0 0 0 0,1 0 0 0 0,0 0-1 0 0,-1-1 1 0 0,-11-5-11 0 0,11 6 10 0 0,0-1 1 0 0,0 1-1 0 0,1 0 0 0 0,-1-1 1 0 0,0 1-1 0 0,0 0 1 0 0,0-1-1 0 0,0 1 1 0 0,0 0-1 0 0,0 0 0 0 0,0 0 1 0 0,0 0-1 0 0,0 0 1 0 0,0 0-1 0 0,0 0 0 0 0,0 1 1 0 0,0-1-1 0 0,0 0 1 0 0,0 0-1 0 0,0 1 1 0 0,-1 0-1 0 0,-1 0 0 0 0,1 1 1 0 0,0-1-1 0 0,0 1 1 0 0,0 0-1 0 0,0 0 0 0 0,0 0 1 0 0,0 0-1 0 0,0 0 1 0 0,1 0-1 0 0,-1 1 0 0 0,-1 1 1 0 0,3-2 2 0 0,0-1-1 0 0,-1 1 1 0 0,1-1 0 0 0,0 1 0 0 0,0-1-1 0 0,-1 1 1 0 0,1-1 0 0 0,1 1 0 0 0,-1-1-1 0 0,0 1 1 0 0,0-1 0 0 0,0 1 0 0 0,1-1-1 0 0,-1 0 1 0 0,1 1 0 0 0,-1-1 0 0 0,1 1-1 0 0,0-1 1 0 0,-1 0 0 0 0,1 0 0 0 0,0 1-1 0 0,0-1 1 0 0,0 0 0 0 0,0 0 0 0 0,0 0-1 0 0,0 0 1 0 0,0 0 0 0 0,0 0 0 0 0,1 0-1 0 0,1 1 1 0 0,2 2 6 0 0,1 0 0 0 0,-1 0 1 0 0,1-1-1 0 0,0 0 0 0 0,10 5 0 0 0,0-5 4 0 0,-1 0-1 0 0,1-1 1 0 0,0 0-1 0 0,0-2 1 0 0,0 0-1 0 0,0 0 1 0 0,0-1-1 0 0,-1-1 1 0 0,1-1-1 0 0,0-1 1 0 0,-1 0-1 0 0,0 0 1 0 0,0-2-1 0 0,15-7 1 0 0,-27 12 59 0 0,0-1 0 0 0,0 0 0 0 0,-1 0 0 0 0,1 0 0 0 0,-1 0 1 0 0,1 0-1 0 0,-1-1 0 0 0,3-3 0 0 0,-3 4 32 0 0,-1 1 569 0 0,5 36-600 0 0,-6-33-68 0 0,0 1 0 0 0,1-1 0 0 0,-1 0 0 0 0,1 0 0 0 0,-1 1 0 0 0,1-1 0 0 0,0 0 0 0 0,0 0 0 0 0,0 0 0 0 0,0 0 0 0 0,1 0 0 0 0,-1 0 0 0 0,0 0 0 0 0,1-1 0 0 0,-1 1 0 0 0,1 0 0 0 0,0-1 0 0 0,-1 1 0 0 0,1-1 0 0 0,0 0 1 0 0,0 1-1 0 0,4 1 0 0 0,-2-2-1 0 0,1 1 1 0 0,0-1 0 0 0,0 0 0 0 0,0 0-1 0 0,0-1 1 0 0,0 1 0 0 0,0-1-1 0 0,0 0 1 0 0,0 0 0 0 0,6-2 0 0 0,8-1 6 0 0,-1-1 1 0 0,1-1-1 0 0,-1-1 1 0 0,27-13-1 0 0,-30 11-9 0 0,-1 0 0 0 0,0-1-1 0 0,-1-1 1 0 0,0 0 0 0 0,0-1 0 0 0,-1 0-1 0 0,-1-1 1 0 0,0-1 0 0 0,0 0 0 0 0,16-27-1 0 0,-12 15 25 0 0,-2 0 0 0 0,-1-1 0 0 0,0 0 0 0 0,-3-1 0 0 0,12-42 0 0 0,-19 62 141 0 0,0-1 1 0 0,-1 0 0 0 0,0 1 0 0 0,0-1-1 0 0,0 0 1 0 0,-1 0 0 0 0,0 0 0 0 0,-1 1 0 0 0,1-1-1 0 0,-2 0 1 0 0,1 1 0 0 0,-1-1 0 0 0,0 0-1 0 0,-1 1 1 0 0,1 0 0 0 0,-8-14 0 0 0,8 20-122 0 0,1 1 0 0 0,0-1 1 0 0,-1 0-1 0 0,1 1 1 0 0,-1-1-1 0 0,1 1 1 0 0,-1 0-1 0 0,1-1 1 0 0,-1 1-1 0 0,1 0 1 0 0,-1 0-1 0 0,1 0 0 0 0,-1 0 1 0 0,1 0-1 0 0,-1 0 1 0 0,1 0-1 0 0,-1 1 1 0 0,1-1-1 0 0,-1 1 1 0 0,1-1-1 0 0,-1 1 0 0 0,1-1 1 0 0,-1 1-1 0 0,1 0 1 0 0,0 0-1 0 0,0-1 1 0 0,-3 3-1 0 0,3-2-59 0 0,-5 3 99 0 0,1 0 0 0 0,0 0-1 0 0,0 0 1 0 0,0 1 0 0 0,0 0-1 0 0,1 0 1 0 0,0 0 0 0 0,0 1-1 0 0,0-1 1 0 0,-3 9 0 0 0,-27 62 471 0 0,32-70-515 0 0,-7 25 119 0 0,0 2 0 0 0,2-1-1 0 0,2 1 1 0 0,0 1 0 0 0,3-1-1 0 0,0 0 1 0 0,5 39 0 0 0,-2-61-148 0 0,0 0 0 0 0,1-1 0 0 0,1 1 0 0 0,0-1 1 0 0,5 14-1 0 0,16 18-3118 0 0,-23-42 2729 0 0,0 1 0 0 0,1-1 0 0 0,-1 0 0 0 0,0 1 0 0 0,0-1 0 0 0,0 0 0 0 0,0 0 0 0 0,0 0 0 0 0,1 0 0 0 0,-1 0 0 0 0,0 0 0 0 0,0 0 0 0 0,0-1 0 0 0,0 1 0 0 0,0 0 0 0 0,0-1 0 0 0,0 1 0 0 0,1 0 0 0 0,-1-1 0 0 0,0 1 0 0 0,0-1 0 0 0,0 0 0 0 0,-1 1 0 0 0,1-1 0 0 0,0 0 0 0 0,0 0 0 0 0,0 1 0 0 0,0-1 0 0 0,0-2 0 0 0,0 3 394 0 0,12-13-4092 0 0</inkml:trace>
</inkml:ink>
</file>

<file path=ppt/ink/ink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8:37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4 616 0 0,'0'0'930'0'0,"18"-4"2669"0"0,87 4 1022 0 0,-43 2-10055 0 0,-48-2 2994 0 0</inkml:trace>
  <inkml:trace contextRef="#ctx0" brushRef="#br0" timeOffset="1">503 138 12409 0 0,'-1'-1'5009'0'0,"-10"-13"-5093"0"0,8 11-218 0 0,0 1 1 0 0,0-1 0 0 0,-1 1 0 0 0,1 0 0 0 0,-1 0 0 0 0,0 0 0 0 0,1 1-1 0 0,-1-1 1 0 0,0 1 0 0 0,0 0 0 0 0,0 0 0 0 0,0 0 0 0 0,0 1 0 0 0,-7-1 0 0 0,-13-3-4893 0 0,2-3 907 0 0</inkml:trace>
</inkml:ink>
</file>

<file path=ppt/ink/ink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579 742 12029 0 0,'-1'-8'-1'0'0,"-1"0"1"0"0,0 1-1 0 0,-1-1 0 0 0,0 1 1 0 0,0-1-1 0 0,0 1 0 0 0,-1 0 1 0 0,0 0-1 0 0,0 1 0 0 0,-1-1 1 0 0,-7-7-1 0 0,11 13 0 0 0,-14 26 37 0 0,-1 7 131 0 0,-24 62-1 0 0,28-63-58 0 0,-1 0 1 0 0,-17 31 0 0 0,7-22 66 0 0,1-3 17 0 0,-41 58-1 0 0,57-86-120 0 0,-1-1 0 0 0,0 0 0 0 0,-1-1 1 0 0,1 0-1 0 0,-1 0 0 0 0,0 0 0 0 0,-1-1 1 0 0,0 0-1 0 0,0-1 0 0 0,0 0 0 0 0,-1-1 0 0 0,-11 5 1 0 0,18-9-53 0 0,0 0 1 0 0,0 0 0 0 0,0 0 0 0 0,0 0 0 0 0,1 0 0 0 0,-1-1 0 0 0,0 1-1 0 0,0-1 1 0 0,0 0 0 0 0,0 0 0 0 0,1 0 0 0 0,-1 0 0 0 0,0-1-1 0 0,1 1 1 0 0,-1-1 0 0 0,1 1 0 0 0,-1-1 0 0 0,1 0 0 0 0,0 0-1 0 0,0 0 1 0 0,-2-2 0 0 0,-3-3 6 0 0,1 0 1 0 0,0 0-1 0 0,0-1 0 0 0,1 0 0 0 0,-7-12 1 0 0,-3-14-4 0 0,2-1 1 0 0,1 0-1 0 0,2 0 1 0 0,1-1-1 0 0,2-1 1 0 0,2 1-1 0 0,1-1 1 0 0,2-46 0 0 0,3 30-23 0 0,2 0 0 0 0,3 0 0 0 0,2 1 0 0 0,2 0 0 0 0,20-58 0 0 0,-22 86-3 0 0,1 1 0 0 0,0 0 1 0 0,2 0-1 0 0,1 1 0 0 0,0 1 0 0 0,2 0 0 0 0,1 0 0 0 0,0 2 0 0 0,20-21 0 0 0,-21 27-3 0 0,0 1 1 0 0,1 1-1 0 0,0 0 1 0 0,1 1-1 0 0,0 0 1 0 0,1 1-1 0 0,0 1 1 0 0,0 1-1 0 0,1 0 1 0 0,0 2-1 0 0,0 0 1 0 0,33-5-1 0 0,-20 7 5 0 0,0 2-1 0 0,0 1 0 0 0,-1 1 0 0 0,1 1 0 0 0,0 2 1 0 0,-1 1-1 0 0,0 2 0 0 0,0 1 0 0 0,0 1 0 0 0,-1 1 1 0 0,-1 2-1 0 0,0 1 0 0 0,27 17 0 0 0,-20-9 7 0 0,-1 1-1 0 0,-2 2 0 0 0,0 1 1 0 0,-2 1-1 0 0,-1 2 0 0 0,-1 1 1 0 0,-1 1-1 0 0,-2 2 1 0 0,35 54-1 0 0,-43-55 9 0 0,-1 0 1 0 0,-1 1-1 0 0,18 59 0 0 0,-27-71-20 0 0,-1 0 0 0 0,-1 1-1 0 0,-1-1 1 0 0,-1 1 0 0 0,-1 0-1 0 0,0-1 1 0 0,-5 38 0 0 0,3-51-110 0 0,0-1 0 0 0,-1 1 0 0 0,0-1 0 0 0,0 1 1 0 0,0-1-1 0 0,-1 0 0 0 0,0 0 0 0 0,0 0 0 0 0,0 0 1 0 0,-1-1-1 0 0,0 1 0 0 0,0-1 0 0 0,-1 0 0 0 0,1 0 1 0 0,-1 0-1 0 0,0-1 0 0 0,0 1 0 0 0,-1-1 0 0 0,1-1 0 0 0,-1 1 1 0 0,0-1-1 0 0,0 0 0 0 0,0 0 0 0 0,-12 3 0 0 0,2-2-731 0 0,0 0-1 0 0,-1-1 1 0 0,1-1-1 0 0,-1-1 0 0 0,1 0 1 0 0,-1-1-1 0 0,0-1 1 0 0,-32-6-1 0 0,8 0-1659 0 0</inkml:trace>
</inkml:ink>
</file>

<file path=ppt/ink/ink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3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1 712 96 0 0,'103'-24'639'0'0,"206"-54"569"0"0,-230 53-714 0 0,139-61 0 0 0,-198 76-381 0 0,0-1 0 0 0,0-1 0 0 0,-1 0 0 0 0,0-1 1 0 0,-2-1-1 0 0,1-1 0 0 0,26-30 0 0 0,-37 36 43 0 0,0 0 0 0 0,-1 0 0 0 0,0 0 0 0 0,0-1 0 0 0,-1 0-1 0 0,0 0 1 0 0,-1-1 0 0 0,-1 1 0 0 0,1-1 0 0 0,-1 0 0 0 0,-1 0 0 0 0,0 0 0 0 0,-1 0 0 0 0,0 0 0 0 0,-1-1 0 0 0,0 1 0 0 0,-2-16 0 0 0,-2 11 434 0 0,0 1 0 0 0,-2-1 0 0 0,0 1 0 0 0,0 1 1 0 0,-2-1-1 0 0,1 1 0 0 0,-2 0 0 0 0,-16-20 0 0 0,23 32-338 0 0,2 2-225 0 0,0 1-1 0 0,0-1 0 0 0,0 0 0 0 0,-1 0 0 0 0,1 1 1 0 0,0-1-1 0 0,-1 0 0 0 0,1 0 0 0 0,0 0 0 0 0,0 1 1 0 0,-1-1-1 0 0,1 0 0 0 0,0 0 0 0 0,-1 0 0 0 0,1 0 1 0 0,0 0-1 0 0,-1 1 0 0 0,1-1 0 0 0,0 0 0 0 0,-1 0 1 0 0,1 0-1 0 0,0 0 0 0 0,-1 0 0 0 0,1 0 0 0 0,0 0 1 0 0,-1 0-1 0 0,1 0 0 0 0,0-1 0 0 0,-1 1 0 0 0,1 0 1 0 0,0 0-1 0 0,-1 0 0 0 0,1 0 0 0 0,0 0 0 0 0,-1 0 1 0 0,1-1-1 0 0,0 1 0 0 0,0 0 0 0 0,-1 0 0 0 0,1-1 1 0 0,0 1-1 0 0,0 0 0 0 0,-1 0 0 0 0,1-1 0 0 0,0 1 1 0 0,0 0-1 0 0,0 0 0 0 0,0-1 0 0 0,-1 1 0 0 0,1 0 1 0 0,0-1-1 0 0,0 1 0 0 0,0 0 0 0 0,0-1 0 0 0,0 1 1 0 0,0 0-1 0 0,0-1 0 0 0,0 1 0 0 0,0 0 0 0 0,0-1 1 0 0,0 1-1 0 0,0 0 0 0 0,0-1 0 0 0,0 1 0 0 0,0 0 1 0 0,0-1-1 0 0,0 1 0 0 0,1 0 0 0 0,-1-1 0 0 0,-14 16 304 0 0,9-6-307 0 0,0 1 0 0 0,0 0 0 0 0,1 0 1 0 0,0 1-1 0 0,1-1 0 0 0,0 1 0 0 0,1-1 0 0 0,-2 22 0 0 0,1 7 82 0 0,5 45 0 0 0,-2-69-83 0 0,45 551 564 0 0,-42-536-562 0 0,33 230 229 0 0,1 19-9 0 0,-36-265-272 0 0,-1 0 0 0 0,0 1 0 0 0,-3 23 1 0 0,3-35-231 0 0,0 0 1 0 0,-1 0 0 0 0,1 0 0 0 0,-1 0-1 0 0,0-1 1 0 0,0 1 0 0 0,0 0 0 0 0,0 0-1 0 0,0 0 1 0 0,0-1 0 0 0,-1 1 0 0 0,0-1-1 0 0,1 1 1 0 0,-1-1 0 0 0,0 0 0 0 0,0 0-1 0 0,0 1 1 0 0,-1-1 0 0 0,1-1 0 0 0,0 1-1 0 0,-1 0 1 0 0,1-1 0 0 0,-5 3 0 0 0</inkml:trace>
</inkml:ink>
</file>

<file path=ppt/ink/ink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4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1176 9769 0 0,'29'-30'2'0'0,"3"0"-1"0"0,0 2 1 0 0,48-32 0 0 0,116-61-19 0 0,-48 32 10 0 0,-99 58 39 0 0,-2-2 0 0 0,-1-1 0 0 0,-2-3 0 0 0,-1-2 0 0 0,44-52 0 0 0,-73 74-13 0 0,-1-1 0 0 0,-1 0 0 0 0,-1-1-1 0 0,0-1 1 0 0,-2 0 0 0 0,0 0 0 0 0,6-23 0 0 0,-10 27-10 0 0,-2 0 1 0 0,0-1 0 0 0,-1 1 0 0 0,-1-1-1 0 0,0 1 1 0 0,-1-1 0 0 0,-1 1-1 0 0,0-1 1 0 0,-2 1 0 0 0,-5-25 0 0 0,4 30 79 0 0,0 0 1 0 0,-1 0 0 0 0,0 1 0 0 0,-1-1 0 0 0,0 1 0 0 0,0 0 0 0 0,-1 0 0 0 0,0 1 0 0 0,-13-12 0 0 0,15 15 14 0 0,-1 1 1 0 0,1 0 0 0 0,-1 0-1 0 0,0 0 1 0 0,0 1 0 0 0,-1 0-1 0 0,1 0 1 0 0,-1 1 0 0 0,0 0 0 0 0,0 0-1 0 0,0 0 1 0 0,0 1 0 0 0,0 0-1 0 0,-1 0 1 0 0,-10 0 0 0 0,16 2-77 0 0,0 0-1 0 0,0 1 1 0 0,-1 0 0 0 0,1-1-1 0 0,0 1 1 0 0,0 0 0 0 0,0 0-1 0 0,0 0 1 0 0,0 0 0 0 0,1 0-1 0 0,-1 1 1 0 0,0-1 0 0 0,1 0 0 0 0,-1 1-1 0 0,0 0 1 0 0,1-1 0 0 0,0 1-1 0 0,-1 0 1 0 0,1-1 0 0 0,0 1-1 0 0,0 0 1 0 0,0 0 0 0 0,-1 3-1 0 0,-17 49 375 0 0,18-50-373 0 0,-6 25 133 0 0,1 1-1 0 0,2 0 1 0 0,1 1-1 0 0,2 43 1 0 0,15 124 387 0 0,-14-197-546 0 0,18 115 368 0 0,45 161 0 0 0,-34-166-42 0 0,23 179 1 0 0,-52-290-331 0 0,5 100 135 0 0,-5-90-224 0 0,-1 0 0 0 0,0 0 0 0 0,-1 0 0 0 0,0-1 0 0 0,0 1-1 0 0,-1 0 1 0 0,0-1 0 0 0,-5 10 0 0 0,7-17 31 0 0,0 0-1 0 0,0 0 1 0 0,-1-1-1 0 0,1 1 1 0 0,0 0-1 0 0,-1-1 1 0 0,1 1 0 0 0,-1-1-1 0 0,1 0 1 0 0,-1 1-1 0 0,0-1 1 0 0,-3 2-1 0 0,2-2-505 0 0,-1 0 0 0 0,0 0 0 0 0,1 0 0 0 0,-1 0 0 0 0,0-1 0 0 0,0 1 0 0 0,1-1 0 0 0,-1 0 0 0 0,0 0 0 0 0,0-1 0 0 0,1 1 0 0 0,-1-1 0 0 0,0 1 0 0 0,1-1 0 0 0,-7-3 0 0 0,-12-8-2892 0 0</inkml:trace>
</inkml:ink>
</file>

<file path=ppt/ink/ink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4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0 332 268 0 0,'184'-67'3595'0'0,"-54"22"-2276"0"0,270-124 1374 0 0,-397 169-2653 0 0,-1-1 0 0 0,0 0 0 0 0,0 0-1 0 0,0 0 1 0 0,0 0 0 0 0,0 0 0 0 0,0-1-1 0 0,0 1 1 0 0,0-1 0 0 0,0 1-1 0 0,-1-1 1 0 0,1 0 0 0 0,-1 0 0 0 0,1 1-1 0 0,-1-1 1 0 0,1 0 0 0 0,-1 0 0 0 0,0-1-1 0 0,0 1 1 0 0,0 0 0 0 0,0-3-1 0 0,0 3 125 0 0,-21-3 281 0 0,18 3-407 0 0,0 2 0 0 0,-1-1 1 0 0,1 0-1 0 0,0 0 0 0 0,0 1 1 0 0,-1-1-1 0 0,1 1 0 0 0,0 0 1 0 0,0-1-1 0 0,-1 1 0 0 0,-2 1 1 0 0,-12 1 261 0 0,-1 1 0 0 0,1 2 0 0 0,0-1 1 0 0,0 2-1 0 0,-18 8 0 0 0,31-12-240 0 0,0 0 0 0 0,-1 0 0 0 0,1 0 1 0 0,0 0-1 0 0,0 1 0 0 0,1 0 0 0 0,-1 0 0 0 0,0 0 0 0 0,1 0 0 0 0,0 0 0 0 0,0 1 0 0 0,0-1 0 0 0,0 1 0 0 0,0 0 0 0 0,1 0 0 0 0,0 0 0 0 0,0 0 0 0 0,0 0 0 0 0,0 0 0 0 0,1 1 0 0 0,-1-1 0 0 0,1 1 0 0 0,0-1 0 0 0,0 6 0 0 0,1-6-75 0 0,1 0 1 0 0,0 0 0 0 0,0 0-1 0 0,0 0 1 0 0,0 0-1 0 0,1 0 1 0 0,-1 0-1 0 0,1 0 1 0 0,0-1-1 0 0,0 1 1 0 0,1-1-1 0 0,-1 1 1 0 0,1-1 0 0 0,-1 0-1 0 0,1 0 1 0 0,0 0-1 0 0,0 0 1 0 0,1-1-1 0 0,-1 1 1 0 0,1-1-1 0 0,6 4 1 0 0,0 0-1077 0 0,0-1-1 0 0,0-1 1 0 0,1 0 0 0 0,-1 0 0 0 0,1-1-1 0 0,19 3 1 0 0,-11-4-1812 0 0</inkml:trace>
</inkml:ink>
</file>

<file path=ppt/ink/ink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4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120 703 456 0 0,'-5'0'337'0'0,"-1"1"1"0"0,1 0-1 0 0,-1 0 1 0 0,1 0-1 0 0,0 0 1 0 0,-1 1-1 0 0,1 0 1 0 0,0 0-1 0 0,0 0 0 0 0,0 1 1 0 0,1 0-1 0 0,-1 0 1 0 0,1 0-1 0 0,-1 0 1 0 0,1 1-1 0 0,0 0 1 0 0,0 0-1 0 0,0 0 0 0 0,1 0 1 0 0,0 0-1 0 0,-5 8 1 0 0,6-9-233 0 0,0 1 0 0 0,1-1 0 0 0,-1 1 1 0 0,1-1-1 0 0,-1 1 0 0 0,1 0 0 0 0,0-1 0 0 0,1 1 1 0 0,-1 0-1 0 0,1 0 0 0 0,-1 0 0 0 0,1 0 0 0 0,0-1 1 0 0,1 1-1 0 0,-1 0 0 0 0,1 0 0 0 0,-1 0 0 0 0,1-1 1 0 0,1 1-1 0 0,-1 0 0 0 0,0-1 0 0 0,1 1 1 0 0,-1-1-1 0 0,1 1 0 0 0,0-1 0 0 0,0 0 0 0 0,1 0 1 0 0,-1 0-1 0 0,1 0 0 0 0,-1 0 0 0 0,4 2 0 0 0,0 1-52 0 0,0-2 0 0 0,1 1 0 0 0,-1 0 0 0 0,1-1 0 0 0,0 0 0 0 0,0-1 0 0 0,0 0 0 0 0,1 0 0 0 0,-1 0 0 0 0,1-1 0 0 0,0 0 0 0 0,-1-1 0 0 0,1 1 0 0 0,0-2 0 0 0,0 1 0 0 0,0-1 0 0 0,0 0 0 0 0,0-1 0 0 0,0 1 0 0 0,0-2 0 0 0,-1 1 0 0 0,1-1 0 0 0,0 0 0 0 0,-1-1 0 0 0,1 0 0 0 0,-1 0 0 0 0,0 0 0 0 0,0-1 0 0 0,8-6 0 0 0,2-1-31 0 0,-1-1 0 0 0,-1 0 1 0 0,0-1-1 0 0,0-1 0 0 0,-1 0 0 0 0,-1-1 1 0 0,-1-1-1 0 0,0 0 0 0 0,-1-1 0 0 0,15-29 1 0 0,-7 5-24 0 0,-1 0 0 0 0,-3 0 1 0 0,-1-2-1 0 0,-2 0 1 0 0,-3 0-1 0 0,-1-1 0 0 0,-1 0 1 0 0,-1-87-1 0 0,-6 103-9 0 0,-2 1-1 0 0,-8-49 0 0 0,8 69 91 0 0,0 0-1 0 0,0-1 1 0 0,0 1-1 0 0,-1 0 1 0 0,0 0-1 0 0,-1 0 1 0 0,1 0-1 0 0,-1 1 0 0 0,0-1 1 0 0,-1 1-1 0 0,0 0 1 0 0,0 1-1 0 0,0-1 1 0 0,-11-8-1 0 0,14 13-40 0 0,0 1 1 0 0,0 0-1 0 0,0 0 0 0 0,0 0 0 0 0,1 0 0 0 0,-1 0 0 0 0,0 1 1 0 0,0-1-1 0 0,0 1 0 0 0,1-1 0 0 0,-1 1 0 0 0,0-1 0 0 0,0 1 1 0 0,1 0-1 0 0,-1 0 0 0 0,1 0 0 0 0,-1 0 0 0 0,1 0 0 0 0,-1 0 0 0 0,-2 3 1 0 0,4-4-39 0 0,-6 6 54 0 0,1 0 0 0 0,-1 0 0 0 0,1 0 0 0 0,0 1 0 0 0,1 0 1 0 0,0 0-1 0 0,0 0 0 0 0,0 1 0 0 0,1-1 0 0 0,0 1 0 0 0,1 0 0 0 0,-1 0 0 0 0,-1 12 1 0 0,-1 11 159 0 0,-2 65 1 0 0,7-65-133 0 0,2 1-1 0 0,0-1 1 0 0,2 0 0 0 0,2 0-1 0 0,1-1 1 0 0,18 50-1 0 0,-16-56-27 0 0,1 0 0 0 0,1 0 0 0 0,1-2 0 0 0,1 1 0 0 0,2-2 1 0 0,0 1-1 0 0,1-2 0 0 0,27 28 0 0 0,-39-45-42 0 0,0 1 1 0 0,-1-1 0 0 0,1 0 0 0 0,0 0 0 0 0,1-1 0 0 0,-1 1 0 0 0,0-1-1 0 0,1 0 1 0 0,-1 0 0 0 0,10 2 0 0 0,-12-4-5 0 0,1 0 0 0 0,-1 1 1 0 0,0-1-1 0 0,1-1 0 0 0,-1 1 0 0 0,0 0 1 0 0,1 0-1 0 0,-1-1 0 0 0,0 0 0 0 0,0 1 0 0 0,1-1 1 0 0,-1 0-1 0 0,0 0 0 0 0,0 0 0 0 0,0 0 0 0 0,0-1 1 0 0,0 1-1 0 0,0 0 0 0 0,0-1 0 0 0,-1 0 1 0 0,1 1-1 0 0,0-1 0 0 0,-1 0 0 0 0,1 0 0 0 0,1-3 1 0 0,-1 3-131 0 0,-1 0 1 0 0,0 1 0 0 0,0-1-1 0 0,0 0 1 0 0,0 0-1 0 0,0 0 1 0 0,0 0 0 0 0,0 0-1 0 0,-1 0 1 0 0,1 0 0 0 0,0-3-1 0 0,-7-4-2651 0 0,-10 5-3653 0 0</inkml:trace>
</inkml:ink>
</file>

<file path=ppt/ink/ink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5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42 548 0 0,'0'0'936'0'0,"3"-14"1360"0"0,-3 1-151 0 0,-3-1-2285 0 0</inkml:trace>
</inkml:ink>
</file>

<file path=ppt/ink/ink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5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0 572 0 0,'0'0'959'0'0,"13"21"4071"0"0,-9-10-4617 0 0,1-1 0 0 0,0-1 0 0 0,1 1-1 0 0,0-1 1 0 0,0 0 0 0 0,1 0 0 0 0,0-1-1 0 0,1 0 1 0 0,-1 0 0 0 0,2-1 0 0 0,-1 0-1 0 0,19 12 1 0 0,-22-17-364 0 0,0 0 1 0 0,0-1-1 0 0,-1 1 0 0 0,1-1 1 0 0,0 0-1 0 0,0 0 0 0 0,0-1 0 0 0,0 0 1 0 0,1 0-1 0 0,-1 0 0 0 0,0 0 0 0 0,0-1 1 0 0,0 1-1 0 0,0-1 0 0 0,6-3 1 0 0,6-2 15 0 0,0-1 0 0 0,31-17 1 0 0,4-2 225 0 0,-43 23-106 0 0,1-1 1 0 0,0 2-1 0 0,0-1 1 0 0,1 2-1 0 0,-1-1 1 0 0,0 1-1 0 0,0 1 1 0 0,1 0-1 0 0,-1 0 1 0 0,0 1-1 0 0,1 0 1 0 0,10 4-1 0 0,5-3-591 0 0,5-5-8221 0 0</inkml:trace>
</inkml:ink>
</file>

<file path=ppt/ink/ink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5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1 129 13829 0 0,'0'-5'77'0'0,"1"-5"361"0"0,0 0 0 0 0,1 1 0 0 0,0-1-1 0 0,0 1 1 0 0,8-18 0 0 0,-8 24-506 0 0,0 0 0 0 0,0 0 0 0 0,0 0 0 0 0,0 0 0 0 0,1 1 0 0 0,-1-1 0 0 0,1 1 0 0 0,0 0 0 0 0,0 0 0 0 0,0 0 0 0 0,0 0 0 0 0,0 0 0 0 0,0 1 0 0 0,0-1 0 0 0,0 1 0 0 0,1 0 0 0 0,-1 0 0 0 0,0 0 0 0 0,8-1 0 0 0,4-2-1552 0 0,5 0-4979 0 0</inkml:trace>
</inkml:ink>
</file>

<file path=ppt/ink/ink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8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50 307 176 0 0,'0'0'4906'0'0,"-2"6"-4225"0"0,-9 27 42 0 0,1-1 0 0 0,2 2 0 0 0,1-1 1 0 0,2 1-1 0 0,1 0 0 0 0,1 40 1 0 0,11-5 795 0 0,3-134-1364 0 0,0 9-58 0 0,-4-178 280 0 0,-7 212-79 0 0,0 30-90 0 0,7 39-109 0 0,-5-41-92 0 0,1 0 0 0 0,0 0 0 0 0,0 0 0 0 0,0 0 0 0 0,1 0 0 0 0,0-1 0 0 0,0 0 0 0 0,0 1-1 0 0,1-2 1 0 0,0 1 0 0 0,0 0 0 0 0,0-1 0 0 0,0 0 0 0 0,1 0 0 0 0,0-1 0 0 0,0 1 0 0 0,0-1 0 0 0,0 0 0 0 0,0-1 0 0 0,0 0 0 0 0,1 0 0 0 0,-1 0 0 0 0,1-1 0 0 0,-1 1 0 0 0,1-2 0 0 0,0 1 0 0 0,0-1 0 0 0,-1 0 0 0 0,1 0 0 0 0,0-1 0 0 0,-1 0 0 0 0,10-2 0 0 0,-6-2-6 0 0,0 1 0 0 0,0-2 0 0 0,0 1 0 0 0,-1-2 0 0 0,0 1 0 0 0,0-1-1 0 0,-1 0 1 0 0,0-1 0 0 0,0 0 0 0 0,-1 0 0 0 0,0-1 0 0 0,0 0 0 0 0,-1 0 0 0 0,0-1-1 0 0,-1 1 1 0 0,0-1 0 0 0,0 0 0 0 0,-1-1 0 0 0,3-11 0 0 0,-1 2 43 0 0,-1 1 0 0 0,-1-1 1 0 0,0 0-1 0 0,-2 0 0 0 0,0 0 0 0 0,-2-1 1 0 0,0 1-1 0 0,-1 0 0 0 0,-7-35 0 0 0,-2 30 374 0 0,9 25-408 0 0,1 0 0 0 0,0 0 0 0 0,-1-1-1 0 0,1 1 1 0 0,0 0 0 0 0,-1 0 0 0 0,1 0-1 0 0,-1 0 1 0 0,1 0 0 0 0,0 0 0 0 0,-1 0 0 0 0,1 0-1 0 0,-1-1 1 0 0,1 1 0 0 0,0 1 0 0 0,-1-1-1 0 0,1 0 1 0 0,-1 0 0 0 0,1 0 0 0 0,0 0-1 0 0,-1 0 1 0 0,1 0 0 0 0,0 0 0 0 0,-1 0-1 0 0,1 1 1 0 0,-1-1 0 0 0,1 0 0 0 0,0 0-1 0 0,-1 1 1 0 0,1-1 0 0 0,0 0 0 0 0,0 0-1 0 0,-1 1 1 0 0,1-1 0 0 0,-4 5 20 0 0,0 0 0 0 0,1 0 0 0 0,0 1 1 0 0,0-1-1 0 0,0 1 0 0 0,-3 10 0 0 0,-2 8 0 0 0,0 1-1 0 0,2 0 0 0 0,1 0 1 0 0,1 0-1 0 0,1 1 1 0 0,2 0-1 0 0,0-1 1 0 0,1 1-1 0 0,2 0 1 0 0,1-1-1 0 0,7 32 0 0 0,-5-36-21 0 0,0-1-1 0 0,2 1 0 0 0,0-1 0 0 0,1-1 0 0 0,2 1 1 0 0,0-1-1 0 0,0-1 0 0 0,2 0 0 0 0,0 0 0 0 0,2-1 1 0 0,-1-1-1 0 0,2 0 0 0 0,30 25 0 0 0,-38-36-33 0 0,1 1 1 0 0,0-1-1 0 0,0-1 1 0 0,1 1-1 0 0,0-1 0 0 0,-1-1 1 0 0,1 0-1 0 0,0 0 0 0 0,1 0 1 0 0,-1-1-1 0 0,0-1 0 0 0,1 0 1 0 0,-1 0-1 0 0,1-1 1 0 0,-1 0-1 0 0,1 0 0 0 0,-1-1 1 0 0,1 0-1 0 0,9-3 0 0 0,-8 0-7 0 0,1 0 0 0 0,-1 0 0 0 0,0-1 0 0 0,0 0 0 0 0,0-1 0 0 0,0 0 0 0 0,-1-1 0 0 0,0 0 0 0 0,-1-1 0 0 0,0 0 0 0 0,0 0 0 0 0,0-1-1 0 0,-1 0 1 0 0,9-13 0 0 0,-9 11 26 0 0,-1 0-1 0 0,0 0 1 0 0,-1-1 0 0 0,0 0-1 0 0,-1 0 1 0 0,-1 0-1 0 0,1-1 1 0 0,-2 0-1 0 0,0 1 1 0 0,0-1 0 0 0,-2-1-1 0 0,1 1 1 0 0,-1-16-1 0 0,-1 28 10 0 0,0-1-1 0 0,0 1 1 0 0,0 0-1 0 0,-1 0 1 0 0,1 0-1 0 0,0-1 1 0 0,0 1-1 0 0,-1 0 1 0 0,1 0-1 0 0,0 0 1 0 0,-1 0-1 0 0,1-1 1 0 0,-1 1-1 0 0,0 0 1 0 0,1 0-1 0 0,-1 0 1 0 0,0 0-1 0 0,0 1 1 0 0,1-1 0 0 0,-1 0-1 0 0,0 0 1 0 0,0 0-1 0 0,0 1 1 0 0,0-1-1 0 0,0 0 1 0 0,-2 0-1 0 0,1 0 3 0 0,0 1 0 0 0,0 0 0 0 0,0 0 0 0 0,0 0 0 0 0,0 1 0 0 0,0-1 0 0 0,0 0 0 0 0,0 1 0 0 0,1-1 0 0 0,-1 1-1 0 0,0 0 1 0 0,0-1 0 0 0,1 1 0 0 0,-1 0 0 0 0,-1 1 0 0 0,-4 3 1 0 0,0-1 0 0 0,1 1-1 0 0,0 0 1 0 0,0 0 0 0 0,1 1-1 0 0,-10 11 1 0 0,13-14-2 0 0,0 1-1 0 0,-1-1 1 0 0,2 1-1 0 0,-1-1 1 0 0,0 1-1 0 0,1 0 1 0 0,-1 0-1 0 0,1-1 1 0 0,0 1-1 0 0,1 0 1 0 0,-1 0-1 0 0,1 0 1 0 0,-1 0-1 0 0,1 0 1 0 0,0 0-1 0 0,1 0 1 0 0,-1 0-1 0 0,1 0 1 0 0,0 0-1 0 0,1 4 1 0 0,0-4 0 0 0,0 0 1 0 0,0 0-1 0 0,1 0 1 0 0,0-1-1 0 0,0 1 0 0 0,0-1 1 0 0,0 1-1 0 0,0-1 1 0 0,1 0-1 0 0,0-1 1 0 0,-1 1-1 0 0,1-1 1 0 0,0 1-1 0 0,8 3 1 0 0,5 0-28 0 0,-1-1 1 0 0,1 0 0 0 0,0 0 0 0 0,1-2 0 0 0,-1 0 0 0 0,0-2 0 0 0,1 1 0 0 0,18-2 0 0 0,6-3-112 0 0,-1-2 0 0 0,1-1 1 0 0,53-15-1 0 0,-78 16 101 0 0,1-1 1 0 0,-1 0-1 0 0,1-2 1 0 0,-2 0 0 0 0,1 0-1 0 0,-1-2 1 0 0,-1 0-1 0 0,1 0 1 0 0,-2-2-1 0 0,15-14 1 0 0,-26 23 58 0 0,-1 0 0 0 0,1 0 0 0 0,-1 0 1 0 0,0-1-1 0 0,0 1 0 0 0,-1 0 0 0 0,1-1 0 0 0,-1 0 1 0 0,0 1-1 0 0,0-1 0 0 0,0 0 0 0 0,1-6 0 0 0,-2 8 46 0 0,-8-49 791 0 0,8 49-636 0 0,-2-1-211 0 0,2 3-14 0 0,0-1-1 0 0,-1 1 0 0 0,1 0 0 0 0,0 0 1 0 0,0-1-1 0 0,0 1 0 0 0,0 0 0 0 0,0 0 1 0 0,0 0-1 0 0,0 0 0 0 0,-1-1 0 0 0,1 1 0 0 0,0 0 1 0 0,0 0-1 0 0,0 0 0 0 0,0 0 0 0 0,-1-1 1 0 0,1 1-1 0 0,0 0 0 0 0,0 0 0 0 0,0 0 0 0 0,-1 0 1 0 0,1 0-1 0 0,0 0 0 0 0,0 0 0 0 0,-1 0 1 0 0,1 0-1 0 0,0 0 0 0 0,0 0 0 0 0,0 0 0 0 0,-1 0 1 0 0,1 0-1 0 0,0 0 0 0 0,0 0 0 0 0,-1 0 1 0 0,1 0-1 0 0,0 0 0 0 0,0 0 0 0 0,0 0 1 0 0,-1 0-1 0 0,1 0 0 0 0,0 0 0 0 0,0 1 0 0 0,0-1 1 0 0,-1 0-1 0 0,1 0 0 0 0,-2 1 0 0 0,-9 5-1 0 0,0-1-1 0 0,1 2 1 0 0,0-1-1 0 0,0 2 1 0 0,0-1-1 0 0,1 1 1 0 0,0 1-1 0 0,-9 11 1 0 0,12-13 2 0 0,0 1 0 0 0,1-1 0 0 0,0 1 0 0 0,1 1 1 0 0,-1-1-1 0 0,2 0 0 0 0,-1 1 0 0 0,-2 12 0 0 0,5-19 1 0 0,1 0-1 0 0,0-1 1 0 0,0 1 0 0 0,0-1-1 0 0,0 1 1 0 0,1-1-1 0 0,-1 1 1 0 0,0-1-1 0 0,0 1 1 0 0,1-1-1 0 0,-1 1 1 0 0,1-1-1 0 0,0 1 1 0 0,-1-1-1 0 0,1 0 1 0 0,0 1 0 0 0,0-1-1 0 0,0 0 1 0 0,0 0-1 0 0,0 0 1 0 0,0 0-1 0 0,0 1 1 0 0,0-1-1 0 0,0-1 1 0 0,1 1-1 0 0,-1 0 1 0 0,0 0-1 0 0,1 0 1 0 0,-1-1 0 0 0,0 1-1 0 0,1 0 1 0 0,-1-1-1 0 0,3 1 1 0 0,1 1 4 0 0,0-1-1 0 0,1 0 1 0 0,-1 0 0 0 0,0 0 0 0 0,1-1 0 0 0,-1 1 0 0 0,8-2 0 0 0,-3 0-9 0 0,0-1-1 0 0,0-1 1 0 0,-1 1 0 0 0,1-1 0 0 0,-1-1 0 0 0,0 0 0 0 0,0 0 0 0 0,12-8 0 0 0,59-51-205 0 0,-77 60 194 0 0,-1 2-18 0 0,0 1-15 0 0,5 0 40 0 0,42 22-53 0 0,-41-21 59 0 0,0 0 1 0 0,0-1 0 0 0,1 0-1 0 0,-1 0 1 0 0,0-1-1 0 0,0 0 1 0 0,0-1 0 0 0,0 0-1 0 0,-1 0 1 0 0,1-1-1 0 0,0 1 1 0 0,12-8 0 0 0,-6 3 3 0 0,-1-1 0 0 0,-1 0 0 0 0,0-1 0 0 0,0 0 0 0 0,21-22 0 0 0,-7 5-42 0 0,-25 25 38 0 0,0 0-2 0 0,-1 0 0 0 0,1 0 0 0 0,0 0 0 0 0,-1 0 0 0 0,1 0 0 0 0,0 1-1 0 0,0-1 1 0 0,0 0 0 0 0,-1 0 0 0 0,1 1 0 0 0,0-1 0 0 0,0 0 0 0 0,0 1 0 0 0,0-1 0 0 0,0 1 0 0 0,0-1 0 0 0,0 1-1 0 0,2-1 1 0 0,1 15 22 0 0,-3-10-20 0 0,6 20-16 0 0,-5-20 22 0 0,0 0-1 0 0,0 0 1 0 0,0-1-1 0 0,1 1 1 0 0,-1-1-1 0 0,1 1 1 0 0,0-1-1 0 0,0 0 1 0 0,1 0-1 0 0,-1 0 1 0 0,0-1-1 0 0,1 1 1 0 0,0-1 0 0 0,6 4-1 0 0,-6-5 0 0 0,0-1 0 0 0,0 1 0 0 0,0-1 0 0 0,0 1 0 0 0,0-1-1 0 0,-1 0 1 0 0,1 0 0 0 0,0-1 0 0 0,0 1 0 0 0,0-1 0 0 0,7-2 0 0 0,1-1 4 0 0,33-6 44 0 0,-25 4-56 0 0,1 1 1 0 0,0 1 0 0 0,0 1 0 0 0,0 0 0 0 0,1 2 0 0 0,-1 1 0 0 0,37 3 0 0 0,-40 1-105 0 0,27 0-5315 0 0</inkml:trace>
</inkml:ink>
</file>

<file path=ppt/ink/ink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8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18 16 0 0,'0'0'2092'0'0,"-6"-18"4563"0"0</inkml:trace>
</inkml:ink>
</file>

<file path=ppt/ink/ink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39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23 704 0 0,'92'-20'5953'0'0,"-90"19"-5813"0"0,0 0 1 0 0,0 1-1 0 0,0 0 1 0 0,1-1-1 0 0,-1 1 1 0 0,0 0-1 0 0,0 0 1 0 0,1 0-1 0 0,-1 0 1 0 0,0 1-1 0 0,0-1 1 0 0,0 1-1 0 0,0-1 1 0 0,1 1-1 0 0,-1 0 1 0 0,0 0-1 0 0,0 0 1 0 0,0 0-1 0 0,0 0 1 0 0,-1 0-1 0 0,1 0 1 0 0,0 1-1 0 0,0-1 1 0 0,-1 1-1 0 0,1-1 1 0 0,-1 1-1 0 0,1 0 1 0 0,-1 0-1 0 0,0-1 1 0 0,0 1-1 0 0,1 0 1 0 0,-1 0-1 0 0,-1 0 1 0 0,1 0-1 0 0,0 1 1 0 0,0-1-1 0 0,-1 0 1 0 0,1 0-1 0 0,-1 4 1 0 0,3 6 275 0 0,-1 1-1 0 0,-1 0 1 0 0,0-1-1 0 0,0 1 1 0 0,-3 19 0 0 0,-5 40 444 0 0,-3 0 1 0 0,-3 0 0 0 0,-26 80 0 0 0,11-76-4337 0 0,-6-3-4098 0 0,28-62 3542 0 0</inkml:trace>
  <inkml:trace contextRef="#ctx0" brushRef="#br0" timeOffset="1">855 529 224 0 0,'0'0'1416'0'0,"-9"-17"648"0"0,-2 7-1404 0 0,3 3 32 0 0,-9-4-616 0 0,3 6-272 0 0,5 0-628 0 0,-7 0-892 0 0,1-1 392 0 0</inkml:trace>
</inkml:ink>
</file>

<file path=ppt/ink/ink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3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54 334 388 0 0,'-36'-16'3870'0'0,"34"14"-3731"0"0,-7-3 989 0 0,2 2 1332 0 0,28 20-2306 0 0,-19-15-135 0 0,0 1 1 0 0,1-1 0 0 0,0 1-1 0 0,-1-1 1 0 0,1 0-1 0 0,0 0 1 0 0,0 0 0 0 0,5 2-1 0 0,16 3 54 0 0,0-2 0 0 0,0-1-1 0 0,0-1 1 0 0,0-1 0 0 0,1-1 0 0 0,36-3-1 0 0,-30 1-6 0 0,565-24 540 0 0,-360 12-482 0 0,255-19 49 0 0,37-1-61 0 0,711-12 471 0 0,-849 33-420 0 0,417-11 188 0 0,-465 14-163 0 0,268-12 190 0 0,-80-7 139 0 0,-286 16-329 0 0,74-5 91 0 0,-164 8-120 0 0,141-17 1087 0 0,-86-7 1341 0 0,-183 31-1853 0 0,-25 2-704 0 0,1 0 1 0 0,-1 0-1 0 0,1 0 0 0 0,-1 0 1 0 0,1 0-1 0 0,-1-1 0 0 0,1 1 0 0 0,-1 0 1 0 0,1-1-1 0 0,-1 1 0 0 0,1-1 1 0 0,-1 0-1 0 0,0 1 0 0 0,1-1 0 0 0,-1 0 1 0 0,2-1-1 0 0,-2 1 443 0 0,2-1-1017 0 0,-16-3-248 0 0,-23-2-3638 0 0,13 6-301 0 0,3-1 362 0 0</inkml:trace>
</inkml:ink>
</file>

<file path=ppt/ink/ink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3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29 1224 0 0,'0'0'2692'0'0,"0"-12"-2616"0"0,-13-4-2340 0 0</inkml:trace>
</inkml:ink>
</file>

<file path=ppt/ink/ink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6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515 197 10361 0 0,'6'-42'12'0'0,"-1"0"0"0"0,-2-44 1 0 0,-3 85-9 0 0,0 0 1 0 0,0 0 0 0 0,0 0-1 0 0,0 0 1 0 0,-1 0 0 0 0,1 0-1 0 0,0 0 1 0 0,0 0 0 0 0,-1 0 0 0 0,1 0-1 0 0,0 0 1 0 0,-1 0 0 0 0,1 0-1 0 0,-1 0 1 0 0,1 0 0 0 0,-1 0-1 0 0,0 0 1 0 0,1 1 0 0 0,-1-1-1 0 0,0 0 1 0 0,0 1 0 0 0,1-1-1 0 0,-1 0 1 0 0,0 1 0 0 0,0-1 0 0 0,0 1-1 0 0,0-1 1 0 0,0 1 0 0 0,0-1-1 0 0,0 1 1 0 0,0 0 0 0 0,0-1-1 0 0,0 1 1 0 0,0 0 0 0 0,0 0-1 0 0,0 0 1 0 0,0 0 0 0 0,0 0 0 0 0,0 0-1 0 0,0 0 1 0 0,0 0 0 0 0,0 0-1 0 0,0 0 1 0 0,0 1 0 0 0,0-1-1 0 0,0 0 1 0 0,0 1 0 0 0,0-1-1 0 0,-2 2 1 0 0,-3 0 50 0 0,-1 1 1 0 0,0-1-1 0 0,1 2 0 0 0,0-1 0 0 0,-10 8 1 0 0,-22 21 148 0 0,1 2 0 0 0,2 2 0 0 0,2 2 0 0 0,1 0 1 0 0,-39 64-1 0 0,38-47-28 0 0,2 1 1 0 0,2 2 0 0 0,-38 111 0 0 0,58-139-119 0 0,1-1 1 0 0,2 1 0 0 0,1 0-1 0 0,1 0 1 0 0,1 0-1 0 0,2 1 1 0 0,1-1 0 0 0,4 36-1 0 0,0-45-21 0 0,0 0 1 0 0,1 0-1 0 0,1 0 0 0 0,1-1 0 0 0,0 0 0 0 0,2 0 0 0 0,0-1 0 0 0,1 0 0 0 0,2 0 1 0 0,-1-1-1 0 0,2-1 0 0 0,20 22 0 0 0,-20-25-95 0 0,29 31-175 0 0,51 42-1 0 0,-80-76-319 0 0,1-1-1 0 0,0 0 1 0 0,1 0-1 0 0,0-1 0 0 0,1-1 1 0 0,0-1-1 0 0,0 0 0 0 0,27 7 1 0 0,-15-11-2626 0 0,2-3 243 0 0</inkml:trace>
</inkml:ink>
</file>

<file path=ppt/ink/ink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144 101 8305 0 0,'0'-10'49'0'0,"-1"1"0"0"0,0-1 1 0 0,0 1-1 0 0,-1-1 0 0 0,0 1 0 0 0,0 0 1 0 0,-8-18-1 0 0,9 27-43 0 0,1-1 0 0 0,0 1 0 0 0,-1-1 0 0 0,1 1 0 0 0,0-1 0 0 0,-1 1 0 0 0,1-1 0 0 0,-1 1 0 0 0,1 0 0 0 0,-1-1 0 0 0,1 1 0 0 0,-1 0 0 0 0,1-1 0 0 0,-1 1 0 0 0,1 0 0 0 0,-1 0 0 0 0,1 0 0 0 0,-1-1 0 0 0,1 1 0 0 0,-1 0 0 0 0,0 0 0 0 0,1 0 0 0 0,-1 0 0 0 0,1 0 0 0 0,-1 0 0 0 0,1 0 0 0 0,-1 0 0 0 0,0 0 0 0 0,1 0 0 0 0,-1 0 0 0 0,1 1 0 0 0,-1-1 0 0 0,1 0 0 0 0,-1 0 0 0 0,1 0 0 0 0,-1 1 0 0 0,1-1 0 0 0,-1 0 0 0 0,1 1 0 0 0,-1-1 0 0 0,0 1 0 0 0,-20 17 215 0 0,18-16-203 0 0,-4 6 14 0 0,-1 0 0 0 0,1 0 1 0 0,0 1-1 0 0,1 0 0 0 0,0 0 1 0 0,0 1-1 0 0,1 0 0 0 0,0 0 1 0 0,1 0-1 0 0,0 0 1 0 0,1 1-1 0 0,0-1 0 0 0,0 1 1 0 0,1 0-1 0 0,1 0 0 0 0,0 0 1 0 0,0 0-1 0 0,1 0 0 0 0,1 0 1 0 0,0 0-1 0 0,0 0 1 0 0,1 0-1 0 0,0 0 0 0 0,1-1 1 0 0,0 1-1 0 0,1-1 0 0 0,0 0 1 0 0,1 0-1 0 0,0 0 0 0 0,0 0 1 0 0,1-1-1 0 0,0 0 1 0 0,1 0-1 0 0,0 0 0 0 0,0-1 1 0 0,1 0-1 0 0,0-1 0 0 0,1 0 1 0 0,-1 0-1 0 0,1-1 1 0 0,1 0-1 0 0,-1 0 0 0 0,16 6 1 0 0,-16-8-15 0 0,0-1 1 0 0,0 0-1 0 0,1-1 0 0 0,-1 0 1 0 0,1 0-1 0 0,-1-1 1 0 0,1 0-1 0 0,0-1 1 0 0,-1 0-1 0 0,1-1 1 0 0,-1 0-1 0 0,1 0 0 0 0,0-1 1 0 0,-1 0-1 0 0,0-1 1 0 0,0 0-1 0 0,0 0 1 0 0,12-7-1 0 0,-14 6 11 0 0,-1 0 0 0 0,0 0 0 0 0,0-1 0 0 0,0 0 0 0 0,0 0 0 0 0,-1 0 0 0 0,0-1 0 0 0,0 0 0 0 0,-1 0 0 0 0,1 0 0 0 0,-1 0 0 0 0,-1-1 0 0 0,1 0 0 0 0,-1 0 0 0 0,0 0 1 0 0,-1 0-1 0 0,1 0 0 0 0,-1 0 0 0 0,-1-1 0 0 0,0 1 0 0 0,0-1 0 0 0,0 1 0 0 0,-1-1 0 0 0,0-7 0 0 0,-2 0 11 0 0,-1 0 0 0 0,0 0 0 0 0,-1 0 0 0 0,-1 0 0 0 0,0 1 0 0 0,-1-1 1 0 0,0 1-1 0 0,-1 1 0 0 0,-1-1 0 0 0,0 1 0 0 0,-1 1 0 0 0,0 0 0 0 0,-1 0 0 0 0,-1 0 1 0 0,1 2-1 0 0,-20-16 0 0 0,30 26-628 0 0,-12-6 1508 0 0,8 4-3215 0 0</inkml:trace>
</inkml:ink>
</file>

<file path=ppt/ink/ink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7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18 388 0 0,'-17'-12'2532'0'0,"14"11"-2379"0"0,-1 0-1 0 0,0 0 0 0 0,0 0 1 0 0,1 1-1 0 0,-1-1 0 0 0,0 1 1 0 0,0 0-1 0 0,0 0 1 0 0,0 0-1 0 0,1 1 0 0 0,-1 0 1 0 0,0-1-1 0 0,0 1 0 0 0,0 0 1 0 0,1 1-1 0 0,-1-1 1 0 0,1 1-1 0 0,-1 0 0 0 0,1-1 1 0 0,0 1-1 0 0,-1 1 0 0 0,1-1 1 0 0,0 0-1 0 0,1 1 0 0 0,-1 0 1 0 0,0 0-1 0 0,1 0 1 0 0,-1 0-1 0 0,1 0 0 0 0,0 0 1 0 0,0 0-1 0 0,0 1 0 0 0,-1 3 1 0 0,0 1-43 0 0,1-1 0 0 0,-1 1 0 0 0,2 0-1 0 0,-1 0 1 0 0,1 0 0 0 0,0 1 0 0 0,1-1 0 0 0,0 0 0 0 0,0 0 0 0 0,1 0 0 0 0,0 0 0 0 0,1 0 0 0 0,-1 0 0 0 0,1 0 0 0 0,5 10 0 0 0,28 53 454 0 0,-25-55-395 0 0,-2 1 1 0 0,0-1 0 0 0,0 1-1 0 0,7 29 1 0 0,-15-45-161 0 0,-1 1 0 0 0,1-1 0 0 0,-1 0 0 0 0,1 1 0 0 0,-1-1 0 0 0,1 0 1 0 0,-1 1-1 0 0,0-1 0 0 0,1 0 0 0 0,-1 0 0 0 0,0 1 0 0 0,0-1 0 0 0,0 0 0 0 0,0 0 0 0 0,0 0 1 0 0,0 0-1 0 0,0 0 0 0 0,-1 0 0 0 0,1-1 0 0 0,0 1 0 0 0,0 0 0 0 0,-1-1 0 0 0,1 1 1 0 0,-2 0-1 0 0,-34 13 110 0 0,20-11-44 0 0,1-2 0 0 0,0 0 1 0 0,-27-2-1 0 0,34 1-342 0 0,1 0 1 0 0,0-2-1 0 0,0 1 1 0 0,0-1-1 0 0,0 0 0 0 0,0 0 1 0 0,1-1-1 0 0,-1 0 1 0 0,-7-4-1 0 0,5-12-6951 0 0</inkml:trace>
</inkml:ink>
</file>

<file path=ppt/ink/ink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8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59 180 0 0,'1'-4'746'0'0,"1"1"-1"0"0,-1-1 0 0 0,0 0 1 0 0,-1 0-1 0 0,1 0 1 0 0,-1 0-1 0 0,1-4 1 0 0,-5 5-625 0 0,1 1 1 0 0,-1-1-1 0 0,0 1 0 0 0,1 0 0 0 0,-1 0 1 0 0,0 0-1 0 0,-1 0 0 0 0,1 1 1 0 0,0 0-1 0 0,0 0 0 0 0,-1 0 1 0 0,1 0-1 0 0,0 1 0 0 0,-1-1 1 0 0,1 1-1 0 0,-1 0 0 0 0,1 1 0 0 0,0-1 1 0 0,-1 1-1 0 0,1 0 0 0 0,0 0 1 0 0,-8 3-1 0 0,2-2-19 0 0,1 1 0 0 0,-1 0 0 0 0,1 1 0 0 0,0 0 0 0 0,0 1 0 0 0,1 0 0 0 0,-1 0 0 0 0,1 1 0 0 0,-14 12 0 0 0,16-11-58 0 0,1-1-1 0 0,0 2 0 0 0,1-1 1 0 0,0 0-1 0 0,0 1 1 0 0,0 0-1 0 0,1 0 0 0 0,0 0 1 0 0,1 0-1 0 0,0 1 0 0 0,0-1 1 0 0,0 1-1 0 0,1-1 1 0 0,1 1-1 0 0,0-1 0 0 0,0 1 1 0 0,0 0-1 0 0,1-1 0 0 0,3 16 1 0 0,2-2 9 0 0,0 0 0 0 0,0-1 0 0 0,2 0 0 0 0,1-1 0 0 0,1 1 0 0 0,17 27 0 0 0,11 17 104 0 0,35 83 1 0 0,-70-141-148 0 0,0 0 1 0 0,0 0-1 0 0,-1 0 0 0 0,0 1 1 0 0,0-1-1 0 0,0 1 1 0 0,-1-1-1 0 0,-1 1 1 0 0,1-1-1 0 0,-1 1 0 0 0,0 0 1 0 0,-1-1-1 0 0,0 1 1 0 0,0-1-1 0 0,0 1 1 0 0,-1-1-1 0 0,0 1 0 0 0,-1-1 1 0 0,0 0-1 0 0,0 0 1 0 0,-7 12-1 0 0,5-13-2 0 0,0 0 0 0 0,0 0-1 0 0,0-1 1 0 0,-1 0 0 0 0,0 0-1 0 0,0 0 1 0 0,-1-1 0 0 0,1 0-1 0 0,-1 0 1 0 0,0 0 0 0 0,0-1-1 0 0,0 0 1 0 0,0 0 0 0 0,0-1 0 0 0,-1 0-1 0 0,1 0 1 0 0,-1-1 0 0 0,0 0-1 0 0,1 0 1 0 0,-1-1 0 0 0,-12-1-1 0 0,15 2 0 0 0,0-2 0 0 0,0 1 0 0 0,0 0 0 0 0,0-1 0 0 0,0 0 0 0 0,0-1 0 0 0,0 1 0 0 0,0-1 0 0 0,0 0 0 0 0,0 0 0 0 0,1 0 0 0 0,-1 0 0 0 0,1-1 0 0 0,0 0 0 0 0,-8-6 0 0 0,10 6-5 0 0,0 0-1 0 0,0 0 1 0 0,0-1 0 0 0,1 1-1 0 0,-1 0 1 0 0,1-1-1 0 0,0 1 1 0 0,0-1-1 0 0,0 1 1 0 0,0-1-1 0 0,0 0 1 0 0,1 1-1 0 0,0-1 1 0 0,0 0-1 0 0,0 1 1 0 0,0-1-1 0 0,0 0 1 0 0,1 1-1 0 0,-1-1 1 0 0,1 1 0 0 0,0-1-1 0 0,1 0 1 0 0,1-4-1 0 0,5-12-4 0 0,1 1 1 0 0,1 0-1 0 0,1 1 0 0 0,0 0 0 0 0,1 1 0 0 0,1 0 1 0 0,28-29-1 0 0,121-95-37 0 0,-124 109 23 0 0,-14 13 1 0 0,-1 1-1 0 0,2 1 1 0 0,0 1-1 0 0,1 1 1 0 0,1 1-1 0 0,31-11 0 0 0,-52 24 14 0 0,0 1 0 0 0,0-1 0 0 0,0 1 0 0 0,0 0 0 0 0,-1 0 0 0 0,1 1-1 0 0,0 0 1 0 0,0 0 0 0 0,0 0 0 0 0,-1 1 0 0 0,1-1 0 0 0,0 1 0 0 0,-1 1-1 0 0,0-1 1 0 0,6 4 0 0 0,-4-2 10 0 0,0-1 0 0 0,1 0 0 0 0,-1 0-1 0 0,1-1 1 0 0,11 2 0 0 0,-2-6 493 0 0,-16 1-493 0 0,-1 1 0 0 0,0 0 0 0 0,0 0 0 0 0,0 0 0 0 0,1-1 0 0 0,-1 1 0 0 0,0 0 0 0 0,0-1 0 0 0,0 1 0 0 0,0 0 0 0 0,1 0 0 0 0,-1-1 0 0 0,0 1 0 0 0,0 0 0 0 0,0-1 0 0 0,0 1 0 0 0,0 0 0 0 0,0-1 0 0 0,0 1 0 0 0,0 0 0 0 0,0-1 0 0 0,0 1 0 0 0,0 0 0 0 0,0-1 0 0 0,0 1 0 0 0,0 0 0 0 0,-1 0 0 0 0,1-1 0 0 0,0 1 0 0 0,0 0 0 0 0,0-1 0 0 0,0 1 0 0 0,0 0 0 0 0,-1 0 0 0 0,1-1 0 0 0,0 1 0 0 0,0 0 0 0 0,-1 0 0 0 0,1 0 0 0 0,0-1 0 0 0,0 1 0 0 0,-1 0 0 0 0,1 0 0 0 0,0 0 0 0 0,0 0 0 0 0,-1-1 0 0 0,1 1 0 0 0,0 0 0 0 0,-1 0 0 0 0,1 0 0 0 0,0 0 0 0 0,-1 0 0 0 0,1 0 0 0 0,-16-11 249 0 0,0 0-1 0 0,0 1 0 0 0,-30-12 1 0 0,27 18-4032 0 0,34 17-490 0 0,-15-13 4274 0 0,17 7-3225 0 0</inkml:trace>
</inkml:ink>
</file>

<file path=ppt/ink/ink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8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5 968 0 0,'-41'15'3535'0'0,"39"-14"-3391"0"0,1-1-1 0 0,-1 1 0 0 0,0 0 0 0 0,1 0 0 0 0,-1 0 0 0 0,1 0 1 0 0,-1 0-1 0 0,1 0 0 0 0,0 0 0 0 0,-1 1 0 0 0,1-1 0 0 0,0 0 0 0 0,0 1 1 0 0,0-1-1 0 0,0 1 0 0 0,0-1 0 0 0,0 1 0 0 0,0 0 0 0 0,1-1 0 0 0,-1 1 1 0 0,0 3-1 0 0,1-3-84 0 0,1 0 1 0 0,-1 0 0 0 0,1-1 0 0 0,0 1-1 0 0,0 0 1 0 0,-1-1 0 0 0,1 1 0 0 0,0-1-1 0 0,1 1 1 0 0,-1-1 0 0 0,0 0-1 0 0,0 1 1 0 0,1-1 0 0 0,-1 0 0 0 0,1 0-1 0 0,-1 0 1 0 0,1 0 0 0 0,-1 0 0 0 0,1 0-1 0 0,0 0 1 0 0,-1 0 0 0 0,1-1 0 0 0,0 1-1 0 0,0-1 1 0 0,-1 1 0 0 0,1-1-1 0 0,0 0 1 0 0,0 0 0 0 0,2 0 0 0 0,0 1 0 0 0,0 0 0 0 0,-1-1 0 0 0,1 0 0 0 0,0 0 0 0 0,-1 0 1 0 0,1 0-1 0 0,0 0 0 0 0,-1-1 0 0 0,1 0 0 0 0,0 0 0 0 0,-1 0 0 0 0,1 0 1 0 0,-1 0-1 0 0,5-3 0 0 0,-6 2-43 0 0,0 0 1 0 0,0 0-1 0 0,0 0 0 0 0,0 0 0 0 0,0-1 1 0 0,-1 1-1 0 0,1 0 0 0 0,-1-1 1 0 0,0 0-1 0 0,0 1 0 0 0,0-1 1 0 0,0 0-1 0 0,0 1 0 0 0,-1-1 1 0 0,1 0-1 0 0,-1 0 0 0 0,1 1 0 0 0,-1-1 1 0 0,0 0-1 0 0,0 0 0 0 0,-1 0 1 0 0,0-4-1 0 0,1 4-156 0 0,-3-1 96 0 0,1-1-1510 0 0</inkml:trace>
</inkml:ink>
</file>

<file path=ppt/ink/ink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48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1 352 368 0 0,'0'0'1506'0'0,"22"5"3759"0"0,-11-11-5050 0 0,-1-1 0 0 0,0-1 0 0 0,0 1 0 0 0,0-2 0 0 0,-1 1 1 0 0,0-2-1 0 0,-1 1 0 0 0,0-1 0 0 0,0 0 0 0 0,-1-1 0 0 0,11-22 0 0 0,-12 20 33 0 0,1-1 0 0 0,-2 0 0 0 0,0-1 0 0 0,-1 1-1 0 0,0-1 1 0 0,-1 0 0 0 0,-1 0 0 0 0,-1 0 0 0 0,0-30-1 0 0,-1 45-243 0 0,0-5 296 0 0,0 0 0 0 0,0-1 1 0 0,-1 1-1 0 0,0 0 1 0 0,0 0-1 0 0,-1 0 1 0 0,1 0-1 0 0,-3-5 0 0 0,3 9-249 0 0,0 1 0 0 0,1 0 0 0 0,-1-1 0 0 0,0 1 0 0 0,0 0-1 0 0,0 0 1 0 0,1 0 0 0 0,-1-1 0 0 0,0 1 0 0 0,0 0 0 0 0,0 0-1 0 0,1 0 1 0 0,-1 0 0 0 0,0 0 0 0 0,0 0 0 0 0,0 1 0 0 0,1-1-1 0 0,-1 0 1 0 0,0 0 0 0 0,0 0 0 0 0,0 1 0 0 0,1-1 0 0 0,-1 0-1 0 0,0 1 1 0 0,0 0 0 0 0,-19 9 406 0 0,20-10-453 0 0,-8 5 133 0 0,0 1-1 0 0,0-1 0 0 0,1 1 1 0 0,0 0-1 0 0,1 1 1 0 0,-1 0-1 0 0,1 0 0 0 0,0 0 1 0 0,1 1-1 0 0,0 0 1 0 0,0 0-1 0 0,0 0 0 0 0,1 1 1 0 0,1-1-1 0 0,-1 1 1 0 0,1 0-1 0 0,1 0 1 0 0,0 0-1 0 0,0 0 0 0 0,1 1 1 0 0,-1 17-1 0 0,1-1-241 0 0,1 1-1 0 0,5 37 1 0 0,12 44-4563 0 0,-13-90 3093 0 0,0 1-3393 0 0,6 1 378 0 0</inkml:trace>
</inkml:ink>
</file>

<file path=ppt/ink/ink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1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1 600 500 0 0,'0'0'5117'0'0,"4"1"-4687"0"0,6 0-238 0 0,-1-1 1 0 0,1-1-1 0 0,0 0 0 0 0,-1 0 0 0 0,1-1 0 0 0,-1 0 0 0 0,0 0 1 0 0,0-1-1 0 0,0 0 0 0 0,14-8 0 0 0,-2 1 160 0 0,-1 0-1 0 0,-1-2 1 0 0,33-24 0 0 0,-48 32-263 0 0,0 1 0 0 0,0-1 1 0 0,0 0-1 0 0,0-1 0 0 0,-1 1 1 0 0,0 0-1 0 0,0-1 0 0 0,0 0 1 0 0,0 0-1 0 0,-1 0 0 0 0,0 0 1 0 0,0 0-1 0 0,0-1 0 0 0,1-9 1 0 0,-3 14-82 0 0,1 1 0 0 0,-1-1 1 0 0,0 0-1 0 0,0 1 0 0 0,0-1 0 0 0,-1 1 1 0 0,1-1-1 0 0,0 1 0 0 0,0-1 0 0 0,0 1 1 0 0,0-1-1 0 0,0 1 0 0 0,-1-1 1 0 0,1 1-1 0 0,0-1 0 0 0,0 1 0 0 0,-1 0 1 0 0,1-1-1 0 0,0 1 0 0 0,-1-1 1 0 0,1 1-1 0 0,0 0 0 0 0,-1-1 0 0 0,1 1 1 0 0,-1 0-1 0 0,1-1 0 0 0,-1 1 1 0 0,1 0-1 0 0,-1 0 0 0 0,1-1 0 0 0,0 1 1 0 0,-2 0-1 0 0,-18 3 118 0 0,-16 15-25 0 0,33-16-91 0 0,0 0-1 0 0,1 0 0 0 0,-1 0 1 0 0,0 0-1 0 0,0 0 0 0 0,1 0 1 0 0,0 1-1 0 0,-1-1 0 0 0,1 1 1 0 0,0 0-1 0 0,0 0 0 0 0,0 0 1 0 0,1 0-1 0 0,-1 0 0 0 0,1 0 1 0 0,0 0-1 0 0,0 0 0 0 0,0 1 1 0 0,0-1-1 0 0,0 0 0 0 0,1 1 1 0 0,-1-1-1 0 0,1 0 1 0 0,0 1-1 0 0,0-1 0 0 0,0 1 1 0 0,1 5-1 0 0,1-5-4 0 0,-1-1 0 0 0,1 1 0 0 0,0 0-1 0 0,-1-1 1 0 0,2 1 0 0 0,-1-1 0 0 0,0 0 0 0 0,1 0 0 0 0,-1 0 0 0 0,1 0 0 0 0,0 0 0 0 0,0-1-1 0 0,0 1 1 0 0,0-1 0 0 0,1 0 0 0 0,-1 1 0 0 0,1-2 0 0 0,-1 1 0 0 0,1 0 0 0 0,-1-1 0 0 0,1 1 0 0 0,7 0-1 0 0,1 0-6 0 0,1 0-1 0 0,0-1 0 0 0,-1 0 0 0 0,1-1 0 0 0,0-1 0 0 0,0 0 0 0 0,-1-1 1 0 0,1 0-1 0 0,-1-1 0 0 0,1 0 0 0 0,-1-1 0 0 0,0 0 0 0 0,21-11 1 0 0,-14 5 1 0 0,-1-1 0 0 0,0 0 0 0 0,-1-2 0 0 0,-1 0 1 0 0,1 0-1 0 0,-2-2 0 0 0,22-25 0 0 0,-20 18-6 0 0,-1-1-1 0 0,-1 0 0 0 0,-1-1 0 0 0,-2 0 0 0 0,14-36 0 0 0,-19 42 7 0 0,-1-1 0 0 0,-1 0 0 0 0,-1 0 1 0 0,0 0-1 0 0,-2-1 0 0 0,0 1 0 0 0,-1-1 0 0 0,-2-24 0 0 0,-10-6 477 0 0,11 49-470 0 0,-1 1 0 0 0,1-1-1 0 0,0 1 1 0 0,0 0 0 0 0,-1-1-1 0 0,1 1 1 0 0,0 0 0 0 0,0 0-1 0 0,-1-1 1 0 0,1 1 0 0 0,0 0 0 0 0,-1 0-1 0 0,1-1 1 0 0,0 1 0 0 0,-1 0-1 0 0,1 0 1 0 0,-1 0 0 0 0,1 0-1 0 0,0-1 1 0 0,-1 1 0 0 0,1 0-1 0 0,-1 0 1 0 0,1 0 0 0 0,0 0 0 0 0,-1 0-1 0 0,1 0 1 0 0,-1 0 0 0 0,1 0-1 0 0,-1 0 1 0 0,1 0 0 0 0,0 0-1 0 0,-1 1 1 0 0,1-1 0 0 0,-1 0 0 0 0,1 0-1 0 0,0 0 1 0 0,-1 0 0 0 0,1 1-1 0 0,0-1 1 0 0,-1 0 0 0 0,1 1-1 0 0,-9 5 39 0 0,0 0 0 0 0,1 0 0 0 0,0 1 0 0 0,0 1 0 0 0,1-1-1 0 0,0 1 1 0 0,0 1 0 0 0,1-1 0 0 0,0 1 0 0 0,0 0 0 0 0,1 0-1 0 0,1 1 1 0 0,-1 0 0 0 0,1-1 0 0 0,1 1 0 0 0,0 1 0 0 0,0-1-1 0 0,1 0 1 0 0,1 1 0 0 0,-2 17 0 0 0,2-2 47 0 0,1-1 1 0 0,1 1-1 0 0,0-1 0 0 0,3 1 1 0 0,0-1-1 0 0,1 0 1 0 0,16 45-1 0 0,-13-46-152 0 0,-5-14-31 0 0,1 1-1 0 0,-1-1 1 0 0,2 1 0 0 0,0-1-1 0 0,0-1 1 0 0,0 1-1 0 0,1-1 1 0 0,1 0 0 0 0,9 11-1 0 0,-15-19-494 0 0,0-1 359 0 0,0 0-1 0 0,-1 0 0 0 0,1 0 0 0 0,0 0 1 0 0,0 0-1 0 0,0 0 0 0 0,-1 0 0 0 0,1-1 1 0 0,0 1-1 0 0,0 0 0 0 0,-1 0 1 0 0,1-1-1 0 0,0 1 0 0 0,-1 0 0 0 0,1-1 1 0 0,0 1-1 0 0,-1-1 0 0 0,1 1 0 0 0,-1-1 1 0 0,1 1-1 0 0,-1-1 0 0 0,1 0 0 0 0,-1 1 1 0 0,1-1-1 0 0,-1 0 0 0 0,1 1 0 0 0,-1-1 1 0 0,0 0-1 0 0,1 1 0 0 0,-1-1 0 0 0,0 0 1 0 0,0-1-1 0 0,2-9-2547 0 0</inkml:trace>
</inkml:ink>
</file>

<file path=ppt/ink/ink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1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23 460 0 0,'0'0'772'0'0,"30"3"520"0"0,-13-8-724 0 0,-3 0-56 0 0,4 2-44 0 0,1-1-52 0 0,1 0-52 0 0,-4 3-28 0 0,6-1-27 0 0,2 2-57 0 0,1 0-112 0 0,1 2-152 0 0,-1-4-168 0 0,2 2-257 0 0,-7 0-443 0 0,-4-2-948 0 0,1 2 420 0 0</inkml:trace>
</inkml:ink>
</file>

<file path=ppt/ink/ink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2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132 412 572 0 0,'8'-22'2389'0'0,"-4"7"3297"0"0,-5 15-5628 0 0,1-1 1 0 0,0 1-1 0 0,-1-1 0 0 0,1 1 1 0 0,0 0-1 0 0,-1-1 1 0 0,1 1-1 0 0,-1-1 1 0 0,1 1-1 0 0,-1 0 0 0 0,1-1 1 0 0,-1 1-1 0 0,1 0 1 0 0,-1 0-1 0 0,1 0 0 0 0,-1-1 1 0 0,1 1-1 0 0,-1 0 1 0 0,1 0-1 0 0,-1 0 0 0 0,1 0 1 0 0,-1 0-1 0 0,1 0 1 0 0,-1 0-1 0 0,1 0 1 0 0,-1 0-1 0 0,0 0 0 0 0,1 0 1 0 0,-1 0-1 0 0,1 0 1 0 0,-2 1-1 0 0,-31 8 430 0 0,26-6-429 0 0,0 0 0 0 0,1 0-1 0 0,-1 1 1 0 0,1 0 0 0 0,-1 0 0 0 0,1 1 0 0 0,-9 7-1 0 0,4 0 43 0 0,10-11-79 0 0,-1 1 0 0 0,0-1 1 0 0,1 1-1 0 0,-1-1 0 0 0,1 1 0 0 0,-1 0 1 0 0,1-1-1 0 0,0 1 0 0 0,0 0 0 0 0,-1 0 1 0 0,1 0-1 0 0,1 0 0 0 0,-1 0 0 0 0,0 0 1 0 0,0 1-1 0 0,1-1 0 0 0,-1 0 1 0 0,1 4-1 0 0,0-3 14 0 0,11 2 33 0 0,-10-5-66 0 0,1 1 1 0 0,-1 0-1 0 0,0 0 1 0 0,1-1 0 0 0,-1 1-1 0 0,1-1 1 0 0,-1 1-1 0 0,1-1 1 0 0,0 1-1 0 0,-1-1 1 0 0,1 0-1 0 0,-1 0 1 0 0,1 0-1 0 0,-1 0 1 0 0,1 0-1 0 0,0 0 1 0 0,2-1-1 0 0,5-1 13 0 0,0 0 0 0 0,0-1 0 0 0,-1 0-1 0 0,1 0 1 0 0,-1-1 0 0 0,0 0 0 0 0,0-1-1 0 0,0 0 1 0 0,-1 0 0 0 0,1 0 0 0 0,-1-1-1 0 0,0 0 1 0 0,-1 0 0 0 0,11-13-1 0 0,-15 17-11 0 0,3-1-8 0 0,-2 2-1 0 0,1 2 0 0 0,0-1 0 0 0,0 0 0 0 0,-1 1 0 0 0,1 0 0 0 0,0 0 0 0 0,-1 0 0 0 0,1 0 0 0 0,-1 0 0 0 0,0 1 0 0 0,1 0 0 0 0,-1 0 0 0 0,0 0 0 0 0,6 4 1 0 0,28 12 28 0 0,-31-15-21 0 0,0-1 0 0 0,0-1 0 0 0,1 1 0 0 0,-1-1 0 0 0,1 0 0 0 0,-1 0 0 0 0,1-1 0 0 0,-1 0 0 0 0,1 0 0 0 0,-1-1 0 0 0,1 0 0 0 0,-1 0 0 0 0,1 0 0 0 0,-1-1 0 0 0,10-3 0 0 0,-7 0 0 0 0,0 1-1 0 0,0-1 1 0 0,0-1-1 0 0,-1 1 1 0 0,0-2-1 0 0,0 1 0 0 0,-1-1 1 0 0,0 0-1 0 0,0 0 1 0 0,-1-1-1 0 0,1 0 0 0 0,-2 0 1 0 0,1-1-1 0 0,-1 0 1 0 0,0 1-1 0 0,5-18 0 0 0,3-7-8 0 0,-2-1-1 0 0,-1 0 1 0 0,7-50-1 0 0,-13 56 511 0 0,0-49 0 0 0,-4 77-494 0 0,1 0 0 0 0,-1 0 0 0 0,0-1-1 0 0,0 1 1 0 0,0 0 0 0 0,0-1 0 0 0,0 1-1 0 0,0 0 1 0 0,0-1 0 0 0,0 1 0 0 0,0 0 0 0 0,0-1-1 0 0,0 1 1 0 0,0 0 0 0 0,0-1 0 0 0,0 1 0 0 0,0 0-1 0 0,0-1 1 0 0,-1 1 0 0 0,1 0 0 0 0,0-1-1 0 0,0 1 1 0 0,0 0 0 0 0,0-1 0 0 0,-1 1 0 0 0,1 0-1 0 0,0 0 1 0 0,0-1 0 0 0,-1 1 0 0 0,1 0 0 0 0,0 0-1 0 0,0 0 1 0 0,-1-1 0 0 0,1 1 0 0 0,0 0-1 0 0,-1 0 1 0 0,1 0 0 0 0,0 0 0 0 0,0 0 0 0 0,-1 0-1 0 0,1-1 1 0 0,0 1 0 0 0,-1 0 0 0 0,1 0-1 0 0,0 0 1 0 0,-1 0 0 0 0,1 0 0 0 0,0 0 0 0 0,-1 0-1 0 0,1 0 1 0 0,0 1 0 0 0,-1-1 0 0 0,1 0 0 0 0,0 0-1 0 0,-1 0 1 0 0,1 0 0 0 0,0 0 0 0 0,-1 0-1 0 0,1 1 1 0 0,0-1 0 0 0,-1 0 0 0 0,-14 13 184 0 0,14-12-229 0 0,-3 4 51 0 0,1 0 0 0 0,0 0 0 0 0,0 1-1 0 0,0-1 1 0 0,0 1 0 0 0,1 0 0 0 0,0 0 0 0 0,0 0-1 0 0,1 0 1 0 0,-2 11 0 0 0,-3 7 26 0 0,1 1 31 0 0,0-1 0 0 0,1 1 0 0 0,2 0 0 0 0,0 0-1 0 0,2 0 1 0 0,3 30 0 0 0,3-5-845 0 0,2-1-1 0 0,16 55 1 0 0,-16-87-1258 0 0,-3-5-2698 0 0</inkml:trace>
</inkml:ink>
</file>

<file path=ppt/ink/ink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2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62 696 0 0,'24'-52'9064'0'0,"-24"50"-8550"0"0,1-5 325 0 0</inkml:trace>
</inkml:ink>
</file>

<file path=ppt/ink/ink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3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41 672 0 0,'-15'-39'6068'0'0,"14"37"-5278"0"0,-2 6-439 0 0,-22 30 44 0 0,2 2 1 0 0,1 0 0 0 0,2 2 0 0 0,2 0-1 0 0,-18 50 1 0 0,16-27-110 0 0,2 1 0 0 0,-17 118 1 0 0,31-144-166 0 0,2-1-1 0 0,1 1 1 0 0,2-1 0 0 0,2 1 0 0 0,13 69 0 0 0,-10-79-60 0 0,2 1 0 0 0,0-1 0 0 0,2-1 0 0 0,1 0 0 0 0,0 0 0 0 0,2-1 0 0 0,1 0 0 0 0,24 30 0 0 0,-31-46-99 0 0,0 0-1 0 0,1 0 0 0 0,0 0 1 0 0,1-1-1 0 0,0 0 0 0 0,0-1 1 0 0,17 9-1 0 0,-20-12-282 0 0,0 0 0 0 0,0-1-1 0 0,1 0 1 0 0,-1 0 0 0 0,13 1 0 0 0,-14-2-276 0 0,0-1 0 0 0,0 0 0 0 0,0 0 0 0 0,0-1 0 0 0,0 1 0 0 0,0-1 1 0 0,0 0-1 0 0,7-3 0 0 0,3-3-2095 0 0</inkml:trace>
</inkml:ink>
</file>

<file path=ppt/ink/ink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3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125 46 396 0 0,'-23'-42'5032'0'0,"18"41"-4888"0"0,1 0-1 0 0,-1 0 1 0 0,0 1-1 0 0,0 0 0 0 0,0 0 1 0 0,0 0-1 0 0,0 1 0 0 0,1 0 1 0 0,-1 0-1 0 0,0 0 0 0 0,0 0 1 0 0,1 1-1 0 0,-1-1 0 0 0,1 1 1 0 0,-1 1-1 0 0,1-1 0 0 0,0 0 1 0 0,-8 7-1 0 0,12-8-128 0 0,-1-1-1 0 0,0 1 0 0 0,1 0 1 0 0,-1 0-1 0 0,1 0 1 0 0,0 0-1 0 0,-1-1 0 0 0,1 1 1 0 0,0 0-1 0 0,-1 0 1 0 0,1 0-1 0 0,0 0 1 0 0,0 0-1 0 0,0 0 0 0 0,0 0 1 0 0,0 0-1 0 0,0 0 1 0 0,0 0-1 0 0,0-1 1 0 0,0 1-1 0 0,0 0 0 0 0,0 0 1 0 0,1 0-1 0 0,-1 0 1 0 0,0 0-1 0 0,1 0 1 0 0,-1 0-1 0 0,1 1 0 0 0,15 23 267 0 0,-6-12-116 0 0,0 1 0 0 0,0 0-1 0 0,-1 1 1 0 0,-1-1 0 0 0,0 1 0 0 0,-1 1 0 0 0,-1 0 0 0 0,-1 0 0 0 0,0 0-1 0 0,5 29 1 0 0,-9-39-149 0 0,0 1 0 0 0,0 1 0 0 0,0 0 1 0 0,-1-1-1 0 0,0 1 0 0 0,0 0 1 0 0,-1 0-1 0 0,-2 11 0 0 0,4-8-342 0 0,12 6-6068 0 0</inkml:trace>
</inkml:ink>
</file>

<file path=ppt/ink/ink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4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0 380 0 0,'0'0'4286'0'0,"-2"5"-3466"0"0,-4 8-305 0 0,1 1 1 0 0,0 0-1 0 0,1 0 1 0 0,1 0 0 0 0,0 0-1 0 0,1 0 1 0 0,-1 23-1 0 0,3-5 121 0 0,0-1 45 0 0,-2 0 0 0 0,-9 59 1 0 0,10-87-728 0 0,0 0 1 0 0,0 0-1 0 0,0 0 1 0 0,-1 0-1 0 0,1 0 1 0 0,-1 0-1 0 0,0-1 1 0 0,1 1-1 0 0,-1-1 1 0 0,0 1-1 0 0,-1-1 1 0 0,1 1-1 0 0,0-1 1 0 0,-1 0-1 0 0,1 0 1 0 0,-1 0-1 0 0,0 0 1 0 0,1-1-1 0 0,-1 1 1 0 0,-4 1-1 0 0,6-3-606 0 0,-20-9-994 0 0,7-7-2198 0 0,13 14 3219 0 0,-2-7-1946 0 0</inkml:trace>
</inkml:ink>
</file>

<file path=ppt/ink/ink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4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96 208 0 0,'13'-10'532'0'0,"0"0"-80"0"0,4 1-36 0 0,-1 0-56 0 0,1 0-28 0 0,-2 2-40 0 0,1 1-48 0 0,1-2-8 0 0,-3 3-92 0 0,1-2-220 0 0,1 2-452 0 0,-2-1-564 0 0,-2 1 256 0 0</inkml:trace>
</inkml:ink>
</file>

<file path=ppt/ink/ink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4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1 228 0 0,'48'12'4641'0'0,"32"-5"-2291"0"0,3 2-897 0 0,-68-7-1149 0 0,41 10 564 0 0,-54-11-817 0 0,0-1 0 0 0,0 1-1 0 0,-1 0 1 0 0,1-1-1 0 0,0 1 1 0 0,0 0 0 0 0,-1 0-1 0 0,1 0 1 0 0,0 1 0 0 0,-1-1-1 0 0,1 0 1 0 0,-1 0 0 0 0,0 1-1 0 0,1-1 1 0 0,-1 1 0 0 0,0 0-1 0 0,0-1 1 0 0,0 1-1 0 0,0 0 1 0 0,0-1 0 0 0,0 1-1 0 0,0 3 1 0 0,-1-2 0 0 0,0 1 0 0 0,0-1 1 0 0,0 0-1 0 0,-1 1 0 0 0,1-1 0 0 0,-1 0 0 0 0,0 0 1 0 0,0 0-1 0 0,0 0 0 0 0,-1 0 0 0 0,1 0 0 0 0,-1 0 1 0 0,0 0-1 0 0,1 0 0 0 0,-1-1 0 0 0,-3 4 0 0 0,-39 40 308 0 0,34-37-261 0 0,-72 66 213 0 0,-32 29-277 0 0,50-27-7315 0 0,58-68 4241 0 0</inkml:trace>
</inkml:ink>
</file>

<file path=ppt/ink/ink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5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0 106 640 0 0,'0'-7'590'0'0,"1"0"0"0"0,0 0 0 0 0,0 0 0 0 0,0 0 0 0 0,1 0 0 0 0,0 0 0 0 0,0 0 0 0 0,0 1 0 0 0,1-1-1 0 0,0 1 1 0 0,5-8 0 0 0,-7 13-293 0 0,6-14 966 0 0,-2 29-753 0 0,-2 30-287 0 0,-18 145 281 0 0,2-43-618 0 0,7-91-1056 0 0,1-18-2758 0 0,5-32 2972 0 0,-1 8-1492 0 0</inkml:trace>
</inkml:ink>
</file>

<file path=ppt/ink/ink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6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5 380 0 0,'0'0'41'0'0,"-1"0"0"0"0,1 0 0 0 0,0 0 0 0 0,0 0 0 0 0,0 0 0 0 0,0 0-1 0 0,0 0 1 0 0,0-1 0 0 0,0 1 0 0 0,0 0 0 0 0,0 0 0 0 0,0 0 0 0 0,0 0 0 0 0,0 0 0 0 0,0 0 0 0 0,0-1 0 0 0,0 1 0 0 0,0 0-1 0 0,0 0 1 0 0,0 0 0 0 0,0 0 0 0 0,0 0 0 0 0,0-1 0 0 0,0 1 0 0 0,0 0 0 0 0,0 0 0 0 0,0 0 0 0 0,0 0 0 0 0,0 0-1 0 0,0 0 1 0 0,0 0 0 0 0,0-1 0 0 0,0 1 0 0 0,0 0 0 0 0,1 0 0 0 0,-1 0 0 0 0,0 0 0 0 0,0 0 0 0 0,0 0 0 0 0,0 0 0 0 0,0 0-1 0 0,0 0 1 0 0,0 0 0 0 0,0-1 0 0 0,1 1 0 0 0,-1 0 0 0 0,0 0 0 0 0,0 0 0 0 0,0 0 0 0 0,0 0 0 0 0,0 0 0 0 0,0 0 0 0 0,1 0-1 0 0,-1 0 1 0 0,0 0 0 0 0,0 0 0 0 0,0 0 0 0 0,0 0 0 0 0,0 0 0 0 0,1 0 0 0 0,-1 0 0 0 0,16 2 604 0 0,21 11-132 0 0,-14 2-320 0 0,-1 1 0 0 0,-1 1 1 0 0,0 2-1 0 0,-2 0 0 0 0,0 0 0 0 0,-1 2 1 0 0,-1 1-1 0 0,-1 0 0 0 0,-1 1 0 0 0,-1 0 0 0 0,-1 1 1 0 0,-1 1-1 0 0,-1 0 0 0 0,9 33 0 0 0,-6-10 32 0 0,-1 2 0 0 0,-3-1 0 0 0,-2 2-1 0 0,-3-1 1 0 0,-1 1 0 0 0,-6 88 0 0 0,-1-101-61 0 0,-2 0 0 0 0,-2 0 0 0 0,-18 59 0 0 0,18-74-35 0 0,-2 0 1 0 0,-1-1-1 0 0,0 0 1 0 0,-2 0-1 0 0,0-2 1 0 0,-27 35-1 0 0,32-48-117 0 0,0 0-1 0 0,-1-1 1 0 0,1 0 0 0 0,-1 0 0 0 0,-1-1 0 0 0,1 0-1 0 0,-1 0 1 0 0,0-1 0 0 0,0 0 0 0 0,0-1-1 0 0,-17 5 1 0 0,7-16-1665 0 0,11-4-2842 0 0,7-3 2185 0 0</inkml:trace>
</inkml:ink>
</file>

<file path=ppt/ink/ink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49:56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1093 1 544 0 0,'20'29'492'0'0,"-2"0"-1"0"0,-1 1 1 0 0,-1 1-1 0 0,-2 1 1 0 0,-1 0-1 0 0,-1 1 1 0 0,-2 0-1 0 0,-1 1 1 0 0,-2 0 0 0 0,4 44-1 0 0,-7-31-101 0 0,-2-1 0 0 0,-2 1 0 0 0,-2-1 1 0 0,-2 1-1 0 0,-3-1 0 0 0,-1 0 0 0 0,-18 56 0 0 0,-2-19 70 0 0,-4-2-1 0 0,-3-1 1 0 0,-3-1-1 0 0,-62 90 1 0 0,58-106-162 0 0,-3-2 1 0 0,-3-2-1 0 0,-2-2 1 0 0,-3-2 0 0 0,-76 61-1 0 0,82-80-509 0 0,-2-3-1 0 0,-1-2 1 0 0,-101 48-1 0 0,99-58-2016 0 0,-1-2 0 0 0,-59 14 0 0 0,27-16-939 0 0</inkml:trace>
</inkml:ink>
</file>

<file path=ppt/ink/ink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0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80 940 0 0,'-29'-73'6839'0'0,"28"71"-6202"0"0,0 0 131 0 0,1 2-736 0 0,-1 0 0 0 0,1 0-1 0 0,0 0 1 0 0,0 0 0 0 0,0 1 0 0 0,0-1-1 0 0,0 0 1 0 0,0 0 0 0 0,0 0-1 0 0,-1 0 1 0 0,1 0 0 0 0,0 0 0 0 0,0 0-1 0 0,0 0 1 0 0,0 0 0 0 0,0 0 0 0 0,-1 0-1 0 0,1 0 1 0 0,0 0 0 0 0,0 0-1 0 0,0 0 1 0 0,0 0 0 0 0,-1 0 0 0 0,1 0-1 0 0,0 0 1 0 0,0 0 0 0 0,0 0-1 0 0,0 0 1 0 0,0 0 0 0 0,-1 0 0 0 0,1 0-1 0 0,0 0 1 0 0,0 0 0 0 0,0 0 0 0 0,0 0-1 0 0,0 0 1 0 0,0-1 0 0 0,-1 1-1 0 0,1 0 1 0 0,0 0 0 0 0,0 0 0 0 0,0 0-1 0 0,0 0 1 0 0,0 0 0 0 0,0 0 0 0 0,0-1-1 0 0,0 1 1 0 0,0 0 0 0 0,-1 0-1 0 0,1 0 1 0 0,0 0 0 0 0,0 0 0 0 0,0-1-1 0 0,0 1 1 0 0,0 0 0 0 0,0 0 0 0 0,0 0-1 0 0,0 0 1 0 0,0-1 0 0 0,-58 344 2178 0 0,1-2-1337 0 0,50-312-1001 0 0,-1 0 1 0 0,-1-1 0 0 0,-2 0-1 0 0,-25 50 1 0 0,35-77-391 0 0,-5 4-556 0 0,-5-24-8544 0 0</inkml:trace>
</inkml:ink>
</file>

<file path=ppt/ink/ink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1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1 376 472 0 0,'0'-4'1017'0'0,"1"-7"-622"0"0,2 1 1 0 0,-1-1-1 0 0,2 1 0 0 0,-1 0 1 0 0,1 0-1 0 0,1 0 0 0 0,0 1 1 0 0,0-1-1 0 0,1 1 0 0 0,0 0 1 0 0,0 1-1 0 0,1-1 1 0 0,9-8-1 0 0,10-9 377 0 0,1 1 0 0 0,50-36 0 0 0,-55 45-513 0 0,0 2 0 0 0,1 0 0 0 0,0 1 0 0 0,1 2 0 0 0,0 0 0 0 0,1 1 0 0 0,1 2 0 0 0,-1 1 0 0 0,27-5 0 0 0,-48 12-274 0 0,0-1 1 0 0,0 1-1 0 0,-1 0 1 0 0,1 0-1 0 0,0 1 1 0 0,-1-1-1 0 0,1 1 0 0 0,0-1 1 0 0,-1 1-1 0 0,1 0 1 0 0,-1 1-1 0 0,1-1 1 0 0,-1 1-1 0 0,0-1 1 0 0,1 1-1 0 0,-1 0 1 0 0,0 0-1 0 0,0 0 1 0 0,0 1-1 0 0,4 4 0 0 0,-5-5-276 0 0,-1 1-1 0 0,1 0 0 0 0,-1-1 1 0 0,1 1-1 0 0,-1 0 0 0 0,0 0 0 0 0,0 0 1 0 0,0 0-1 0 0,-1 0 0 0 0,1 0 1 0 0,-1 0-1 0 0,1 0 0 0 0,-1 0 1 0 0,0 0-1 0 0,0 0 0 0 0,0 0 0 0 0,-1 0 1 0 0,1 0-1 0 0,-1 0 0 0 0,0 0 1 0 0,0 0-1 0 0,0 0 0 0 0,0 0 0 0 0,-3 5 1 0 0,-3 7-2149 0 0</inkml:trace>
</inkml:ink>
</file>

<file path=ppt/ink/ink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1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0 127 328 0 0,'0'0'713'0'0,"1"0"-606"0"0,-1 1 0 0 0,1 0-1 0 0,-1-1 1 0 0,1 1 0 0 0,-1-1-1 0 0,1 1 1 0 0,0-1 0 0 0,-1 1 0 0 0,1-1-1 0 0,0 0 1 0 0,0 1 0 0 0,-1-1-1 0 0,1 0 1 0 0,0 1 0 0 0,0-1-1 0 0,-1 0 1 0 0,1 0 0 0 0,0 0-1 0 0,1 0 1 0 0,37-7 1571 0 0,70-24 0 0 0,-71 19-1128 0 0,1 1 0 0 0,45-6 0 0 0,-81 16-505 0 0,0 1 0 0 0,-1-1 1 0 0,1 1-1 0 0,0 0 1 0 0,0 0-1 0 0,0 0 0 0 0,0 0 1 0 0,0 1-1 0 0,0-1 0 0 0,0 1 1 0 0,0-1-1 0 0,0 1 1 0 0,-1 0-1 0 0,1 0 0 0 0,0 0 1 0 0,4 3-1 0 0,-5-1-16 0 0,-1-1 0 0 0,1 0 0 0 0,-1 0 0 0 0,1 0 0 0 0,-1 1 0 0 0,0-1 0 0 0,0 1 0 0 0,0-1 0 0 0,0 1 0 0 0,-1-1 0 0 0,1 1 0 0 0,-1 0 0 0 0,1-1 0 0 0,-1 1 0 0 0,0 0 0 0 0,0-1 0 0 0,0 5 0 0 0,-1-4 10 0 0,1-1 0 0 0,0 1 0 0 0,0 0 0 0 0,0-1 0 0 0,0 1 0 0 0,0 0 1 0 0,1-1-1 0 0,-1 1 0 0 0,1 0 0 0 0,0-1 0 0 0,0 1 0 0 0,0-1 1 0 0,0 1-1 0 0,0-1 0 0 0,0 0 0 0 0,1 0 0 0 0,-1 1 0 0 0,1-1 0 0 0,-1 0 1 0 0,1 0-1 0 0,0 0 0 0 0,0 0 0 0 0,0-1 0 0 0,0 1 0 0 0,0 0 1 0 0,0-1-1 0 0,1 0 0 0 0,-1 1 0 0 0,0-1 0 0 0,1 0 0 0 0,-1 0 0 0 0,1 0 1 0 0,-1-1-1 0 0,4 2 0 0 0,-2-2 7 0 0,-1 0-1 0 0,1-1 1 0 0,0 1-1 0 0,-1-1 1 0 0,1 0 0 0 0,-1 0-1 0 0,1 0 1 0 0,-1 0 0 0 0,0 0-1 0 0,0-1 1 0 0,1 1 0 0 0,-1-1-1 0 0,0 0 1 0 0,0 0 0 0 0,0 0-1 0 0,-1-1 1 0 0,1 1 0 0 0,0 0-1 0 0,-1-1 1 0 0,0 0 0 0 0,0 0-1 0 0,1 0 1 0 0,-2 0-1 0 0,4-6 1 0 0,-2 3 40 0 0,0-1 0 0 0,0 1 0 0 0,-1-1 0 0 0,0 0-1 0 0,0 1 1 0 0,-1-1 0 0 0,0 0 0 0 0,0-12 0 0 0,0 16-136 0 0,-1 0 0 0 0,-1 0 0 0 0,1 0 0 0 0,0 0 0 0 0,-1 0 0 0 0,1 0 0 0 0,-1 0 1 0 0,0 1-1 0 0,0-1 0 0 0,0 0 0 0 0,-1 1 0 0 0,1-1 0 0 0,0 0 0 0 0,-1 1 0 0 0,0 0 0 0 0,0-1 0 0 0,1 1 0 0 0,-1 0 0 0 0,-1 0 0 0 0,1 0 1 0 0,0 0-1 0 0,-5-3 0 0 0,6 4-680 0 0</inkml:trace>
</inkml:ink>
</file>

<file path=ppt/ink/ink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1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0 280 0 0,'28'17'4858'0'0,"-21"-7"-4351"0"0,1 0-1 0 0,1-1 0 0 0,0 0 1 0 0,0 0-1 0 0,0-1 0 0 0,1 0 0 0 0,1-1 1 0 0,14 9-1 0 0,-23-16-377 0 0,-1 1-93 0 0,1-1 0 0 0,0 1 1 0 0,-1-1-1 0 0,1 1 1 0 0,0-1-1 0 0,0 1 1 0 0,-1-1-1 0 0,1 0 0 0 0,0 0 1 0 0,0 0-1 0 0,-1 0 1 0 0,1 0-1 0 0,0-1 1 0 0,-1 1-1 0 0,1-1 0 0 0,0 1 1 0 0,2-1-1 0 0,28-3 145 0 0,-3 9-1115 0 0,-18-3-150 0 0,0 0 0 0 0,1-1 0 0 0,-1 0 1 0 0,0-1-1 0 0,22-2 0 0 0,-18 0-731 0 0</inkml:trace>
</inkml:ink>
</file>

<file path=ppt/ink/ink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2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1 338 2636 0 0,'50'0'2120'0'0,"-21"4"-58"0"0,-27-3-2017 0 0,0-1 1 0 0,1 1 0 0 0,-1-1-1 0 0,0 1 1 0 0,0-1 0 0 0,0 0-1 0 0,0 0 1 0 0,1 0 0 0 0,-1 0-1 0 0,0 0 1 0 0,0-1 0 0 0,0 1-1 0 0,1-1 1 0 0,-1 1 0 0 0,0-1-1 0 0,0 0 1 0 0,0 0-1 0 0,0 0 1 0 0,0 0 0 0 0,0 0-1 0 0,-1 0 1 0 0,1 0 0 0 0,0-1-1 0 0,0 1 1 0 0,-1-1 0 0 0,1 1-1 0 0,-1-1 1 0 0,0 0 0 0 0,1 0-1 0 0,-1 1 1 0 0,2-4 0 0 0,4-6 16 0 0,0 0 1 0 0,-1-1-1 0 0,-1 1 1 0 0,1-1-1 0 0,-2-1 1 0 0,1 1-1 0 0,3-25 1 0 0,-2 9 456 0 0,-3 1 1 0 0,2-48-1 0 0,-5 68-22 0 0,-1-1 1 0 0,0 0-1 0 0,0 1 0 0 0,0-1 1 0 0,-1 1-1 0 0,0-1 1 0 0,-4-7-1 0 0,3 20-344 0 0,1 1-144 0 0,0 1 0 0 0,1-1-1 0 0,-1 0 1 0 0,1 0 0 0 0,0 1 0 0 0,1-1-1 0 0,-1 0 1 0 0,1 1 0 0 0,1-1-1 0 0,-1 0 1 0 0,1 1 0 0 0,0-1 0 0 0,1 0-1 0 0,-1 0 1 0 0,1 1 0 0 0,3 6-1 0 0,21 56-2853 0 0,-2-26-2886 0 0,-8-23 2334 0 0</inkml:trace>
</inkml:ink>
</file>

<file path=ppt/ink/ink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2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2 512 0 0,'0'0'136'0'0,"0"-1"1"0"0,-1 1-1 0 0,1 0 0 0 0,0 0 0 0 0,0 0 1 0 0,0 0-1 0 0,-1 0 0 0 0,1 0 0 0 0,0-1 1 0 0,0 1-1 0 0,0 0 0 0 0,-1 0 1 0 0,1 0-1 0 0,0 0 0 0 0,0 0 0 0 0,0 0 1 0 0,-1 0-1 0 0,1 0 0 0 0,0 0 0 0 0,0 0 1 0 0,-1 0-1 0 0,1 0 0 0 0,0 0 1 0 0,0 0-1 0 0,0 0 0 0 0,-1 0 0 0 0,1 0 1 0 0,0 1-1 0 0,0-1 0 0 0,0 0 0 0 0,-1 0 1 0 0,1 0-1 0 0,0 0 0 0 0,0 0 1 0 0,0 0-1 0 0,0 1 0 0 0,-1-1 0 0 0,1 0 1 0 0,0 0-1 0 0,0 0 0 0 0,0 0 0 0 0,0 1 1 0 0,0-1-1 0 0,0 0 0 0 0,-1 0 0 0 0,1 0 1 0 0,0 1-1 0 0,0-1 0 0 0,0 0 1 0 0,0 0-1 0 0,0 0 0 0 0,0 1 0 0 0,-7 22 1529 0 0,-2 25-939 0 0,0 52 628 0 0,5 0 0 0 0,4 0-1 0 0,21 164 1 0 0,-17-210-941 0 0,-4-32-6456 0 0,0-14 1534 0 0</inkml:trace>
</inkml:ink>
</file>

<file path=ppt/ink/ink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3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1 456 304 0 0,'91'-74'2065'0'0,"-73"62"-1649"0"0,0-1 0 0 0,0-1 0 0 0,-2-1 0 0 0,1 0 0 0 0,-2-1 0 0 0,0-1 0 0 0,-1 0 0 0 0,-1-1 0 0 0,11-19 0 0 0,-19 27-147 0 0,0-1 1 0 0,-1 1-1 0 0,0-1 1 0 0,0 0-1 0 0,-1 0 1 0 0,0 0-1 0 0,-1 0 1 0 0,-1 0 0 0 0,0 0-1 0 0,0-1 1 0 0,-1 1-1 0 0,0 0 1 0 0,-4-22-1 0 0,4 31-194 0 0,-1 0 0 0 0,1 1 0 0 0,0-1 0 0 0,-1 1 0 0 0,1-1 0 0 0,-1 1 0 0 0,1-1 0 0 0,-1 1 0 0 0,0-1 0 0 0,0 1 1 0 0,0-1-1 0 0,0 1 0 0 0,0 0 0 0 0,0 0 0 0 0,0-1 0 0 0,0 1 0 0 0,0 0 0 0 0,0 0 0 0 0,-1 0 0 0 0,1 0 0 0 0,0 0 0 0 0,-1 1 0 0 0,-1-2 0 0 0,1 2-23 0 0,0 0 1 0 0,1 0 0 0 0,-1 1-1 0 0,1-1 1 0 0,-1 0-1 0 0,1 1 1 0 0,-1-1-1 0 0,1 1 1 0 0,-1 0 0 0 0,1-1-1 0 0,0 1 1 0 0,-1 0-1 0 0,1 0 1 0 0,0 0 0 0 0,0 0-1 0 0,0 0 1 0 0,-1 0-1 0 0,1 0 1 0 0,-1 2-1 0 0,-6 7 146 0 0,1 0-1 0 0,0 0 1 0 0,0 1-1 0 0,-8 18 1 0 0,6-5-40 0 0,1 0-1 0 0,0 1 1 0 0,2 0-1 0 0,1 0 1 0 0,1 0 0 0 0,1 0-1 0 0,1 1 1 0 0,1 0 0 0 0,2-1-1 0 0,0 1 1 0 0,8 40-1 0 0,-7-56-107 0 0,1 1 0 0 0,0-1 0 0 0,0 1 0 0 0,1-1 0 0 0,0 0 0 0 0,0-1-1 0 0,1 1 1 0 0,7 9 0 0 0,-10-16-42 0 0,1 1-1 0 0,0-1 1 0 0,0 0 0 0 0,0 0 0 0 0,1 0-1 0 0,-1 0 1 0 0,1-1 0 0 0,-1 1-1 0 0,1-1 1 0 0,0 0 0 0 0,0 0-1 0 0,0 0 1 0 0,0-1 0 0 0,1 1 0 0 0,-1-1-1 0 0,0 0 1 0 0,0 0 0 0 0,1-1-1 0 0,-1 1 1 0 0,1-1 0 0 0,7 0 0 0 0,30-4-313 0 0,1-2 1 0 0,-1-1-1 0 0,67-22 1 0 0,-58 14 67 0 0,-20 7 106 0 0,-1-1 1 0 0,31-15 0 0 0,-56 22 190 0 0,1-1 1 0 0,-1 0-1 0 0,0 0 0 0 0,0 0 0 0 0,0-1 1 0 0,5-4-1 0 0,-9 6 53 0 0,0 0-34 0 0,1 0 0 0 0,-1 0 1 0 0,0 0-1 0 0,0-1 0 0 0,0 1 1 0 0,-1 0-1 0 0,1-1 0 0 0,-1 1 1 0 0,1 0-1 0 0,-1-1 0 0 0,0-4 176 0 0,0 2-194 0 0,-2-3-52 0 0,-22 19-23 0 0,19-7 20 0 0,1 1 0 0 0,0 0 0 0 0,0-1 0 0 0,1 1 0 0 0,0 1 1 0 0,-3 4-1 0 0,4-7-10 0 0,1 0 1 0 0,0-1 0 0 0,1 1-1 0 0,-1 0 1 0 0,0 0 0 0 0,1 0-1 0 0,0-1 1 0 0,-1 1-1 0 0,1 0 1 0 0,0 0 0 0 0,0 0-1 0 0,1 0 1 0 0,0 5 0 0 0,0-6-5 0 0,-1-2 8 0 0,0 3 3 0 0,0-1 0 0 0,0 0 0 0 0,0 1 0 0 0,0-1-1 0 0,1 0 1 0 0,-1 1 0 0 0,1-1 0 0 0,-1 0 0 0 0,1 0 0 0 0,0 0-1 0 0,0 0 1 0 0,0 1 0 0 0,0-1 0 0 0,1-1 0 0 0,-1 1 0 0 0,0 0-1 0 0,1 0 1 0 0,-1 0 0 0 0,1-1 0 0 0,0 1 0 0 0,-1-1 0 0 0,5 3 0 0 0,4 0-13 0 0,0-1 1 0 0,1-1 0 0 0,0 1 0 0 0,-1-2 0 0 0,1 1 0 0 0,0-2 0 0 0,0 1 0 0 0,-1-1 0 0 0,19-3 0 0 0,-9 0-13 0 0,0 0 0 0 0,-1-2 0 0 0,1 0 0 0 0,25-10 1 0 0,-31 9 51 0 0,0-1 0 0 0,-1 0 1 0 0,1 0-1 0 0,-1-2 1 0 0,-1 1-1 0 0,0-2 0 0 0,0 0 1 0 0,-1 0-1 0 0,0-1 1 0 0,-1 0-1 0 0,0-1 0 0 0,0 0 1 0 0,-2-1-1 0 0,1 0 1 0 0,-2 0-1 0 0,0-1 1 0 0,0 0-1 0 0,-1 0 0 0 0,-1 0 1 0 0,0-1-1 0 0,-1 0 1 0 0,-1 0-1 0 0,0 0 0 0 0,-1 0 1 0 0,0-17-1 0 0,-2 31 42 0 0,0 0 0 0 0,0 1 0 0 0,0-1 0 0 0,1 0 0 0 0,-1 0 0 0 0,0 0 0 0 0,0 0 0 0 0,0 1 0 0 0,0-1 0 0 0,0 0 0 0 0,0 0 0 0 0,-1 0 0 0 0,1 1 0 0 0,0-1 0 0 0,0 0 0 0 0,-1 0 0 0 0,1 1 0 0 0,0-1 0 0 0,-1 0 0 0 0,1 0 0 0 0,0 1 0 0 0,-1-1 0 0 0,1 0 0 0 0,-1 1 0 0 0,0-1 0 0 0,1 1 0 0 0,-1-1 0 0 0,1 0 0 0 0,-1 1 0 0 0,0 0 0 0 0,1-1 0 0 0,-3 0 0 0 0,2 1-22 0 0,-1 1 0 0 0,1-1 0 0 0,-1 1 0 0 0,0 0-1 0 0,1-1 1 0 0,-1 1 0 0 0,1 0 0 0 0,0 0 0 0 0,-1 0 0 0 0,1 0 0 0 0,0 0-1 0 0,-1 1 1 0 0,1-1 0 0 0,-1 2 0 0 0,-37 48 453 0 0,34-41-423 0 0,1 0 0 0 0,0 0 1 0 0,1 0-1 0 0,0 0 0 0 0,0 0 0 0 0,1 1 0 0 0,0-1 0 0 0,1 1 0 0 0,0-1 0 0 0,1 1 0 0 0,0 0 0 0 0,3 18 0 0 0,2 4-236 0 0,2 0 0 0 0,16 51-1 0 0,-20-74-685 0 0,1 0 0 0 0,-1-1 0 0 0,2 0 0 0 0,8 16 0 0 0,6-6-8424 0 0</inkml:trace>
</inkml:ink>
</file>

<file path=ppt/ink/ink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03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1 147 300 0 0,'4'-7'2660'0'0,"9"-14"-1496"0"0,-4 9-96 0 0,0 1-103 0 0,1 1-105 0 0,0 0-116 0 0,3-1-52 0 0,0 1-84 0 0,2 0-92 0 0,2 3-272 0 0,-1 0-404 0 0,13-3-556 0 0,-12 6-776 0 0,9-6-1617 0 0,-1 3 717 0 0</inkml:trace>
</inkml:ink>
</file>

<file path=ppt/ink/ink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2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49 492 0 0,'-3'-27'5364'0'0,"-1"5"522"0"0,0 27-5658 0 0,-21 24 17 0 0,2 2 0 0 0,1 0 0 0 0,2 1 0 0 0,0 1-1 0 0,3 0 1 0 0,1 2 0 0 0,-14 40 0 0 0,21-16-35 0 0,9-56-190 0 0,0 0 0 0 0,-1 0 1 0 0,1 0-1 0 0,1 0 0 0 0,-1 0 1 0 0,0 0-1 0 0,1-1 0 0 0,-1 1 1 0 0,1 0-1 0 0,0 0 0 0 0,0 0 1 0 0,0-1-1 0 0,0 1 0 0 0,1 0 1 0 0,-1-1-1 0 0,1 1 0 0 0,2 2 1 0 0,-2-4-10 0 0,0 0 1 0 0,0 0-1 0 0,1 0 1 0 0,-1 0 0 0 0,0-1-1 0 0,1 1 1 0 0,-1-1-1 0 0,1 0 1 0 0,-1 1-1 0 0,0-1 1 0 0,1 0 0 0 0,-1 0-1 0 0,1-1 1 0 0,-1 1-1 0 0,4-1 1 0 0,33-12 58 0 0,55-43 74 0 0,-89 54-147 0 0,1 0 1 0 0,0 1-1 0 0,-1 0 1 0 0,1 0-1 0 0,0 1 0 0 0,0-1 1 0 0,-1 1-1 0 0,1 0 0 0 0,0 1 1 0 0,0 0-1 0 0,0-1 0 0 0,9 4 1 0 0,-5-2 5 0 0,9 1 3 0 0,0-1 0 0 0,0-1-1 0 0,0-1 1 0 0,-1-1-1 0 0,1 0 1 0 0,0-1-1 0 0,0-1 1 0 0,0-1 0 0 0,-1-1-1 0 0,0-1 1 0 0,0 0-1 0 0,31-16 1 0 0,-44 19-3 0 0,0 0-1 0 0,0-1 1 0 0,0 1-1 0 0,-1-1 1 0 0,1 0 0 0 0,-1-1-1 0 0,0 1 1 0 0,0-1-1 0 0,-1 0 1 0 0,1 0 0 0 0,-1 0-1 0 0,0 0 1 0 0,0 0-1 0 0,4-12 1 0 0,-6 14 4 0 0,-1-1 1 0 0,1 1-1 0 0,0 0 1 0 0,-1-1-1 0 0,0 1 0 0 0,0-1 1 0 0,0 1-1 0 0,0-1 1 0 0,0 1-1 0 0,-1-1 1 0 0,1 1-1 0 0,-1 0 0 0 0,0-1 1 0 0,0 1-1 0 0,-1 0 1 0 0,1 0-1 0 0,0 0 0 0 0,-1 0 1 0 0,0 0-1 0 0,0 0 1 0 0,0 0-1 0 0,0 0 1 0 0,0 1-1 0 0,-1-1 0 0 0,1 1 1 0 0,-1-1-1 0 0,1 1 1 0 0,-4-2-1 0 0,-37-29 38 0 0,42 32-124 0 0,9 5-6629 0 0,-7-2 6321 0 0,1-1 0 0 0,0 1-1 0 0,-1-1 1 0 0,1 1-1 0 0,0-1 1 0 0,1 4-1 0 0,-1-3-307 0 0,9 4-2148 0 0</inkml:trace>
</inkml:ink>
</file>

<file path=ppt/ink/ink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2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11 744 0 0,'0'0'4171'0'0,"-3"4"-3587"0"0,-1 3-278 0 0,1-1 0 0 0,0 1 0 0 0,0 0 1 0 0,1 0-1 0 0,-1 0 0 0 0,2 1 0 0 0,-2 8 0 0 0,2-13-234 0 0,1 0-1 0 0,0 0 1 0 0,0-1-1 0 0,0 1 1 0 0,0 0-1 0 0,1 0 1 0 0,-1 0-1 0 0,1-1 1 0 0,-1 1 0 0 0,1 0-1 0 0,0-1 1 0 0,0 1-1 0 0,1 0 1 0 0,-1-1-1 0 0,0 0 1 0 0,1 1-1 0 0,-1-1 1 0 0,1 0 0 0 0,0 0-1 0 0,0 1 1 0 0,0-1-1 0 0,0-1 1 0 0,0 1-1 0 0,4 2 1 0 0,1 1 81 0 0,17 7 878 0 0,-23-12-1005 0 0,0 0 1 0 0,0-1 0 0 0,0 1 0 0 0,0-1-1 0 0,0 1 1 0 0,0-1 0 0 0,0 1 0 0 0,0-1-1 0 0,0 1 1 0 0,0-1 0 0 0,0 0 0 0 0,0 1-1 0 0,-1-1 1 0 0,1 0 0 0 0,0 0-1 0 0,-1 0 1 0 0,1 0 0 0 0,0 0 0 0 0,-1 1-1 0 0,1-1 1 0 0,-1 0 0 0 0,1 0 0 0 0,-1 0-1 0 0,1-2 1 0 0,0-1 27 0 0,1-1 1 0 0,-1 1-1 0 0,0 0 1 0 0,0 0-1 0 0,-1 0 1 0 0,1-1-1 0 0,-1 1 1 0 0,0 0-1 0 0,0 0 0 0 0,-1-1 1 0 0,1 1-1 0 0,-1 0 1 0 0,0 0-1 0 0,-2-9 1 0 0,0 5-441 0 0,-1-1 0 0 0,0 1 0 0 0,0 0 0 0 0,-1-1 0 0 0,-9-12 0 0 0,13 20-540 0 0,-7-5-3606 0 0</inkml:trace>
</inkml:ink>
</file>

<file path=ppt/ink/ink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2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0 652 0 0,'5'4'350'0'0,"-1"0"-1"0"0,0 0 1 0 0,0 1 0 0 0,-1-1 0 0 0,1 1-1 0 0,-1 0 1 0 0,0 0 0 0 0,-1 0-1 0 0,1 0 1 0 0,-1 0 0 0 0,0 1-1 0 0,0-1 1 0 0,0 1 0 0 0,-1 0-1 0 0,0-1 1 0 0,0 1 0 0 0,0 6-1 0 0,4 19 758 0 0,-4-29-621 0 0,0 5 1230 0 0,0-13-1667 0 0,1 1 0 0 0,0 0 0 0 0,0 0-1 0 0,1 0 1 0 0,0 0 0 0 0,0 0 0 0 0,0 0 0 0 0,0 1 0 0 0,1-1 0 0 0,-1 1-1 0 0,1 0 1 0 0,8-6 0 0 0,-9 7-642 0 0,1 1 0 0 0,-1-1 0 0 0,1 1 0 0 0,0 0 0 0 0,0 0-1 0 0,-1 1 1 0 0,1-1 0 0 0,1 1 0 0 0,-1-1 0 0 0,7 0 0 0 0</inkml:trace>
</inkml:ink>
</file>

<file path=ppt/ink/ink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3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10 392 0 0,'0'0'4058'0'0,"-3"-10"2037"0"0,-19 52-5577 0 0,-34 85 0 0 0,42-91-443 0 0,-2 37 145 0 0,15-71-55 0 0,1-2-171 0 0,0 1-1 0 0,0-1 1 0 0,0 0-1 0 0,0 1 1 0 0,0-1-1 0 0,0 1 1 0 0,0-1-1 0 0,0 1 1 0 0,0-1-1 0 0,0 1 1 0 0,0-1-1 0 0,1 1 1 0 0,-1-1-1 0 0,0 1 1 0 0,0-1-1 0 0,0 0 1 0 0,1 1-1 0 0,-1-1 1 0 0,0 1-1 0 0,1-1 1 0 0,-1 0-1 0 0,0 1 1 0 0,1-1-1 0 0,-1 0 1 0 0,0 1-1 0 0,1-1 1 0 0,-1 0-1 0 0,0 0 1 0 0,1 1-1 0 0,25-12-2467 0 0,-19-1-4830 0 0</inkml:trace>
</inkml:ink>
</file>

<file path=ppt/ink/ink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3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262 518 636 0 0,'0'0'5465'0'0,"-3"-3"-4965"0"0,-8-8-45 0 0,8 9-39 0 0,-16 4 848 0 0,-2 4-690 0 0,2 1-1 0 0,-1 1 1 0 0,1 1-1 0 0,-26 16 1 0 0,36-20-453 0 0,1 1-1 0 0,0 0 1 0 0,0 0-1 0 0,0 0 1 0 0,1 1 0 0 0,0 0-1 0 0,1 0 1 0 0,-1 1-1 0 0,1-1 1 0 0,1 2 0 0 0,0-1-1 0 0,-5 10 1 0 0,9-16-105 0 0,0-1 0 0 0,0 1 0 0 0,0 0-1 0 0,1-1 1 0 0,-1 1 0 0 0,0 0 0 0 0,1 0 0 0 0,-1 0 0 0 0,1 0 0 0 0,0-1 0 0 0,0 1-1 0 0,0 0 1 0 0,0 0 0 0 0,0 0 0 0 0,0 0 0 0 0,0 0 0 0 0,1 0 0 0 0,-1 0 0 0 0,1-1-1 0 0,-1 1 1 0 0,1 0 0 0 0,0 0 0 0 0,-1-1 0 0 0,1 1 0 0 0,0 0 0 0 0,0-1 0 0 0,0 1-1 0 0,1-1 1 0 0,-1 1 0 0 0,0-1 0 0 0,0 0 0 0 0,1 1 0 0 0,-1-1 0 0 0,1 0 0 0 0,-1 0-1 0 0,1 0 1 0 0,0 0 0 0 0,-1 0 0 0 0,1 0 0 0 0,0-1 0 0 0,0 1 0 0 0,-1 0 0 0 0,1-1-1 0 0,0 0 1 0 0,0 1 0 0 0,0-1 0 0 0,0 0 0 0 0,3 0 0 0 0,4 1-32 0 0,1-1-1 0 0,-1 0 1 0 0,1-1 0 0 0,-1 0-1 0 0,1 0 1 0 0,-1-1 0 0 0,0 0 0 0 0,14-5-1 0 0,-9 0-1 0 0,0-1-1 0 0,0 1 1 0 0,0-2-1 0 0,-1 0 1 0 0,-1-1 0 0 0,1 0-1 0 0,-2-1 1 0 0,1 0-1 0 0,-1-1 1 0 0,-1 0-1 0 0,0-1 1 0 0,-1 0-1 0 0,-1 0 1 0 0,0-1-1 0 0,11-25 1 0 0,-5 2 17 0 0,-1 0-1 0 0,-2-1 1 0 0,-1-1 0 0 0,-2 1-1 0 0,3-48 1 0 0,-8 55 49 0 0,2-5 279 0 0,-2-1 0 0 0,-1 0 0 0 0,-5-59 0 0 0,2 94-208 0 0,-1 8-49 0 0,-19 45 56 0 0,4 1 1 0 0,-18 78 0 0 0,30-102-88 0 0,0 0 0 0 0,2 0 1 0 0,1 0-1 0 0,2 0 0 0 0,0 0 1 0 0,9 54-1 0 0,-8-78-31 0 0,-1 0 0 0 0,1 0 1 0 0,0 0-1 0 0,1 0 0 0 0,-1 0 0 0 0,1 0 0 0 0,0-1 0 0 0,0 1 0 0 0,0-1 0 0 0,0 1 1 0 0,0-1-1 0 0,1 0 0 0 0,-1 1 0 0 0,1-1 0 0 0,0-1 0 0 0,0 1 0 0 0,4 3 1 0 0,-2-4-3 0 0,-1 0-1 0 0,1 0 1 0 0,-1-1 0 0 0,1 1 0 0 0,0-1 0 0 0,0 0 0 0 0,-1 0 0 0 0,1-1 0 0 0,0 1 0 0 0,0-1 0 0 0,0 0 0 0 0,0-1 0 0 0,0 1 0 0 0,5-2-1 0 0,35-5 13 0 0,72-8 42 0 0,-103 14-49 0 0,0 1-1 0 0,-1 0 0 0 0,1 1 1 0 0,0 1-1 0 0,0 0 0 0 0,16 5 0 0 0,-29-7-7 0 0,0 0-1 0 0,0 0 1 0 0,1 1-1 0 0,-1-1 1 0 0,0 1-1 0 0,0-1 1 0 0,0 1-1 0 0,0-1 0 0 0,0 1 1 0 0,0-1-1 0 0,0 1 1 0 0,0 0-1 0 0,0 0 1 0 0,0 0-1 0 0,0-1 1 0 0,0 1-1 0 0,-1 0 1 0 0,1 0-1 0 0,0 0 0 0 0,-1 0 1 0 0,1 0-1 0 0,0 1 1 0 0,-1-1-1 0 0,1 0 1 0 0,-1 0-1 0 0,1 2 1 0 0,-1-2 1 0 0,-1 1 1 0 0,1 0 0 0 0,0 0-1 0 0,-1 0 1 0 0,1 0 0 0 0,-1 0-1 0 0,1 0 1 0 0,-1 0 0 0 0,0-1 0 0 0,0 1-1 0 0,0 0 1 0 0,0-1 0 0 0,0 1-1 0 0,-2 2 1 0 0,-4 3 13 0 0,0 1 1 0 0,0-2-1 0 0,0 1 0 0 0,-1-1 0 0 0,-9 6 0 0 0,-2 0-525 0 0,-47 26 907 0 0,41-30-3341 0 0,-1-4-3409 0 0,8-2 2449 0 0</inkml:trace>
</inkml:ink>
</file>

<file path=ppt/ink/ink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6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8 113 548 0 0,'-7'-49'6083'0'0,"7"49"-6021"0"0,0 0 0 0 0,0 0 1 0 0,0 0-1 0 0,1 0 0 0 0,-1 0 0 0 0,0 0 0 0 0,0 0 0 0 0,0 0 0 0 0,1 0 0 0 0,-1 0 0 0 0,0 0 0 0 0,0 0 0 0 0,0 0 1 0 0,1 0-1 0 0,-1 0 0 0 0,0 0 0 0 0,0 0 0 0 0,1 0 0 0 0,-1 0 0 0 0,0 0 0 0 0,0 0 0 0 0,0 0 0 0 0,1 0 0 0 0,-1 0 0 0 0,0 0 1 0 0,0 0-1 0 0,0-1 0 0 0,1 1 0 0 0,-1 0 0 0 0,0 0 0 0 0,0 0 0 0 0,0 0 0 0 0,0 0 0 0 0,0-1 0 0 0,1 1 0 0 0,-1 0 1 0 0,0 0-1 0 0,0 0 0 0 0,0-1 0 0 0,0 1 0 0 0,0 0 0 0 0,0 0 0 0 0,0 0 0 0 0,0-1 0 0 0,0 1 0 0 0,0 0 0 0 0,0 0 0 0 0,0 0 1 0 0,0-1-1 0 0,0 1 0 0 0,0 0 0 0 0,0 0 0 0 0,0-1 0 0 0,0 1 0 0 0,0 0 0 0 0,0 0 0 0 0,0 0 0 0 0,0-1 0 0 0,0 1 1 0 0,0 0-1 0 0,0 0 0 0 0,21 25 907 0 0,23 41-582 0 0,-11-8 50 0 0,-18-30-220 0 0,1-1 0 0 0,1 0-1 0 0,2-1 1 0 0,24 26 0 0 0,-42-51-189 0 0,-1 0 0 0 0,1-1-1 0 0,0 1 1 0 0,0 0 0 0 0,-1-1 0 0 0,1 1 0 0 0,0-1 0 0 0,0 1-1 0 0,0-1 1 0 0,0 1 0 0 0,0-1 0 0 0,0 0 0 0 0,0 1 0 0 0,0-1-1 0 0,0 0 1 0 0,0 0 0 0 0,0 0 0 0 0,0 0 0 0 0,0 0 0 0 0,0 0-1 0 0,0 0 1 0 0,0 0 0 0 0,0 0 0 0 0,0 0 0 0 0,1-1 0 0 0,23-18 311 0 0,16-42-128 0 0,-35 50-132 0 0,8-15 81 0 0,17-48 0 0 0,-26 58-146 0 0,1 0 0 0 0,1 0 0 0 0,0 0-1 0 0,1 1 1 0 0,1 1 0 0 0,0-1 0 0 0,1 1 0 0 0,21-23 0 0 0,-28 34-150 0 0,1 1 0 0 0,-1-1 0 0 0,1 1 0 0 0,-1 0 0 0 0,1 0 0 0 0,0 1 0 0 0,0-1-1 0 0,-1 1 1 0 0,1 0 0 0 0,0 0 0 0 0,0 0 0 0 0,0 0 0 0 0,1 1 0 0 0,-1 0 0 0 0,4 0 0 0 0,5 1-1788 0 0,0 0 1 0 0,0 1 0 0 0,17 5-1 0 0,-12-3-1049 0 0</inkml:trace>
</inkml:ink>
</file>

<file path=ppt/ink/ink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7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283 82 56 0 0,'1'-14'4675'0'0,"-2"14"-4586"0"0,1-1 1 0 0,-1 0-1 0 0,1 0 1 0 0,-1 0-1 0 0,1 1 0 0 0,-1-1 1 0 0,1 0-1 0 0,-1 1 1 0 0,1-1-1 0 0,-1 1 1 0 0,0-1-1 0 0,1 1 0 0 0,-1-1 1 0 0,0 1-1 0 0,0-1 1 0 0,1 1-1 0 0,-1-1 1 0 0,0 1-1 0 0,0 0 0 0 0,0 0 1 0 0,0-1-1 0 0,1 1 1 0 0,-1 0-1 0 0,-1 0 1 0 0,0 0 396 0 0,-3 1-29 0 0,-17 7-55 0 0,-1 1 0 0 0,2 2 0 0 0,0 0 0 0 0,0 1 0 0 0,1 1 0 0 0,0 0 0 0 0,1 2 0 0 0,1 0 0 0 0,0 2 0 0 0,-24 28 0 0 0,41-44-374 0 0,-1 0 1 0 0,1 0-1 0 0,0 0 0 0 0,1 0 0 0 0,-1 0 0 0 0,0 0 0 0 0,0 0 0 0 0,0 0 0 0 0,0 1 0 0 0,1-1 0 0 0,-1 0 0 0 0,1 0 0 0 0,-1 1 0 0 0,1-1 0 0 0,-1 0 0 0 0,1 1 0 0 0,0-1 0 0 0,0 0 0 0 0,-1 1 0 0 0,1-1 0 0 0,0 0 0 0 0,0 1 0 0 0,0-1 0 0 0,1 0 0 0 0,-1 1 0 0 0,0-1 0 0 0,0 1 0 0 0,2 1 0 0 0,-1-2-10 0 0,1 0 0 0 0,0 1-1 0 0,0-1 1 0 0,-1 0 0 0 0,1 0-1 0 0,0-1 1 0 0,0 1-1 0 0,0 0 1 0 0,0-1 0 0 0,0 1-1 0 0,0-1 1 0 0,0 0 0 0 0,0 1-1 0 0,0-1 1 0 0,0 0-1 0 0,3-1 1 0 0,13 0 29 0 0,0 0 0 0 0,0-2 0 0 0,23-5 0 0 0,-15 3-26 0 0,0 1 1 0 0,0 1-1 0 0,1 1 1 0 0,-1 2-1 0 0,32 3 1 0 0,15-1 43 0 0,-62-2-58 0 0,-1-1 0 0 0,1-1 0 0 0,-1 0 0 0 0,0 0 0 0 0,0-1 0 0 0,0 0-1 0 0,0-1 1 0 0,0 0 0 0 0,0-1 0 0 0,-1 0 0 0 0,12-8 0 0 0,2-4 9 0 0,0-1 1 0 0,36-37-1 0 0,-54 50-12 0 0,1-1 0 0 0,-1 0 0 0 0,-1 0-1 0 0,1-1 1 0 0,-1 1 0 0 0,0-1 0 0 0,-1 0 0 0 0,1 0-1 0 0,-1 0 1 0 0,-1-1 0 0 0,4-12 0 0 0,-6 19 15 0 0,-2-3-14 0 0,2 3-6 0 0,0 0 0 0 0,0 0 0 0 0,0 0 1 0 0,-1 0-1 0 0,1 0 0 0 0,0 0 0 0 0,-1 0 0 0 0,1 0 1 0 0,0 1-1 0 0,-1-1 0 0 0,1 0 0 0 0,-1 0 0 0 0,0 1 1 0 0,1-1-1 0 0,-1 0 0 0 0,0 0 0 0 0,1 1 0 0 0,-1-1 1 0 0,0 1-1 0 0,0-1 0 0 0,1 1 0 0 0,-1-1 0 0 0,0 1 1 0 0,0-1-1 0 0,-1 1 0 0 0,0-1 0 0 0,-1 1-1 0 0,1 0 1 0 0,-1 0 0 0 0,1 0 0 0 0,-1 0-1 0 0,1 1 1 0 0,0-1 0 0 0,-1 1 0 0 0,1-1-1 0 0,-1 1 1 0 0,1 0 0 0 0,0 0 0 0 0,0 0-1 0 0,0 0 1 0 0,-4 2 0 0 0,5-2-9 0 0,0 13 23 0 0,5-5-15 0 0,1 0 1 0 0,0-1 0 0 0,1 1 0 0 0,-1-1 0 0 0,2 0 0 0 0,-1-1-1 0 0,1 0 1 0 0,0 0 0 0 0,0 0 0 0 0,11 7 0 0 0,87 58-155 0 0,-105-72 154 0 0,10 6-32 0 0,-1-1 1 0 0,1 0-1 0 0,0 0 0 0 0,1-1 1 0 0,-1-1-1 0 0,1 1 1 0 0,-1-2-1 0 0,1 0 0 0 0,0 0 1 0 0,0-1-1 0 0,0 0 0 0 0,0-1 1 0 0,0 0-1 0 0,13-2 1 0 0,-16 1 42 0 0,-1-1 0 0 0,0 1 0 0 0,-1-1 0 0 0,1-1 1 0 0,0 1-1 0 0,-1-1 0 0 0,1-1 0 0 0,-1 1 1 0 0,0-1-1 0 0,0 0 0 0 0,0 0 0 0 0,0-1 1 0 0,-1 1-1 0 0,0-1 0 0 0,0 0 0 0 0,0-1 1 0 0,-1 0-1 0 0,0 1 0 0 0,0-1 0 0 0,0 0 0 0 0,0-1 1 0 0,3-9-1 0 0,16-29 1600 0 0,-23 43-1355 0 0,4-8 334 0 0,-2 5-210 0 0,0 8-118 0 0,5 45-2154 0 0,0-14-7042 0 0</inkml:trace>
</inkml:ink>
</file>

<file path=ppt/ink/ink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7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5 100 20 0 0,'0'-4'1033'0'0,"-4"-77"6076"0"0,3 80-6208 0 0,2-2-566 0 0,0-5-197 0 0,-1 6-370 0 0</inkml:trace>
</inkml:ink>
</file>

<file path=ppt/ink/ink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8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0 152 44 0 0,'0'0'2048'0'0,"2"1"-1761"0"0,-1 0 0 0 0,1 0 1 0 0,-1 0-1 0 0,1 0 0 0 0,0 0 1 0 0,-1 0-1 0 0,1 0 0 0 0,0-1 1 0 0,0 1-1 0 0,-1-1 0 0 0,5 1 1 0 0,16-6 212 0 0,0-1-1 0 0,-1-1 1 0 0,1 0 0 0 0,-2-2 0 0 0,1-1 0 0 0,-1 0-1 0 0,0-1 1 0 0,-1-2 0 0 0,-1 0 0 0 0,32-29 0 0 0,-49 42-471 0 0,-1 0 1 0 0,1 0-1 0 0,0-1 0 0 0,-1 1 1 0 0,1 0-1 0 0,-1-1 1 0 0,1 1-1 0 0,-1-1 1 0 0,0 1-1 0 0,1-1 1 0 0,-1 1-1 0 0,1-1 0 0 0,-1 1 1 0 0,0-1-1 0 0,1 1 1 0 0,-1-1-1 0 0,0 1 1 0 0,0-1-1 0 0,1 0 1 0 0,-1 1-1 0 0,0-1 0 0 0,0 1 1 0 0,0-1-1 0 0,0 0 1 0 0,0 1-1 0 0,0-1 1 0 0,0 1-1 0 0,0-1 1 0 0,0 0-1 0 0,0 1 0 0 0,0-1 1 0 0,0 0-1 0 0,0 1 1 0 0,-1-1-1 0 0,1 1 1 0 0,0-1-1 0 0,0 1 1 0 0,-1-1-1 0 0,1 0 0 0 0,0 1 1 0 0,-1-1-1 0 0,1 1 1 0 0,0-1-1 0 0,-1 1 1 0 0,1 0-1 0 0,-1-1 1 0 0,1 1-1 0 0,-1-1 1 0 0,1 1-1 0 0,-1 0 0 0 0,1-1 1 0 0,-1 1-1 0 0,1 0 1 0 0,-1 0-1 0 0,0-1 1 0 0,1 1-1 0 0,-1 0 1 0 0,1 0-1 0 0,-1 0 0 0 0,-1 0 1 0 0,-1-1 205 0 0,-1 3-125 0 0,1-1-77 0 0,0 1 1 0 0,0-1-1 0 0,0 1 1 0 0,0 0 0 0 0,1 0-1 0 0,-1 0 1 0 0,1 1-1 0 0,-1-1 1 0 0,1 0 0 0 0,0 1-1 0 0,0 0 1 0 0,-2 3 0 0 0,3-5-22 0 0,0 1 0 0 0,1-1 1 0 0,-1 1-1 0 0,1-1 0 0 0,0 1 1 0 0,-1-1-1 0 0,1 1 1 0 0,0-1-1 0 0,0 1 0 0 0,0 0 1 0 0,0-1-1 0 0,0 1 1 0 0,0-1-1 0 0,1 1 0 0 0,-1-1 1 0 0,0 1-1 0 0,1-1 0 0 0,-1 1 1 0 0,1-1-1 0 0,0 1 1 0 0,-1-1-1 0 0,1 0 0 0 0,0 1 1 0 0,0-1-1 0 0,0 0 1 0 0,0 0-1 0 0,0 1 0 0 0,0-1 1 0 0,0 0-1 0 0,0 0 0 0 0,1 0 1 0 0,-1-1-1 0 0,2 2 1 0 0,5 4-146 0 0,0-2 0 0 0,0 1 1 0 0,0-1-1 0 0,1 0 1 0 0,0 0-1 0 0,0-1 0 0 0,0 0 1 0 0,0-1-1 0 0,0 0 1 0 0,0-1-1 0 0,11 1 0 0 0,2-1-1707 0 0,1 0 0 0 0,0-2 0 0 0,31-5 0 0 0,-26 1-1021 0 0</inkml:trace>
</inkml:ink>
</file>

<file path=ppt/ink/ink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18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95 364 96 0 0,'0'0'73'0'0,"0"0"1"0"0,0 0-1 0 0,0 0 1 0 0,1 0-1 0 0,-1 0 1 0 0,0 0-1 0 0,0 0 1 0 0,0 0-1 0 0,0-1 1 0 0,0 1-1 0 0,1 0 1 0 0,-1 0-1 0 0,0 0 1 0 0,0 0-1 0 0,0 0 0 0 0,0-1 1 0 0,0 1-1 0 0,0 0 1 0 0,0 0-1 0 0,1 0 1 0 0,-1 0-1 0 0,0-1 1 0 0,0 1-1 0 0,0 0 1 0 0,0 0-1 0 0,0 0 1 0 0,0 0-1 0 0,0-1 1 0 0,0 1-1 0 0,0 0 0 0 0,0 0 1 0 0,0 0-1 0 0,0-1 1 0 0,0 1-1 0 0,0 0 1 0 0,0 0-1 0 0,0 0 1 0 0,0 0-1 0 0,0-1 1 0 0,-1 1-1 0 0,1 0 1 0 0,0 0-1 0 0,0 0 1 0 0,0 0-1 0 0,0-1 0 0 0,0 1 1 0 0,0 0-1 0 0,0 0 1 0 0,-1 0-1 0 0,1 0 1 0 0,-14-3 1556 0 0,-17 6-81 0 0,29-3-1403 0 0,-1 1 1 0 0,1-1-1 0 0,-1 1 1 0 0,1-1-1 0 0,-1 1 1 0 0,1 0-1 0 0,0 0 0 0 0,-1 0 1 0 0,1 0-1 0 0,0 0 1 0 0,0 1-1 0 0,0-1 1 0 0,0 1-1 0 0,0-1 0 0 0,0 1 1 0 0,0 0-1 0 0,1 0 1 0 0,-1 0-1 0 0,1 0 1 0 0,-1 0-1 0 0,1 0 0 0 0,0 0 1 0 0,-3 5-1 0 0,4-5 364 0 0,26 15 100 0 0,-19-16-566 0 0,-1-1-1 0 0,0 1 0 0 0,1-1 0 0 0,-1 0 1 0 0,0-1-1 0 0,1 1 0 0 0,-1-1 1 0 0,0 0-1 0 0,0-1 0 0 0,0 0 0 0 0,0 0 1 0 0,0 0-1 0 0,0-1 0 0 0,0 1 0 0 0,-1-1 1 0 0,10-7-1 0 0,-7 3-35 0 0,-1 0-1 0 0,1 0 1 0 0,-1-1 0 0 0,-1 0 0 0 0,0 0-1 0 0,0-1 1 0 0,0 1 0 0 0,-1-1 0 0 0,6-14 0 0 0,0-5 252 0 0,-2 0 0 0 0,-1 0 0 0 0,-1-1 0 0 0,-1 0 0 0 0,-2 0 0 0 0,1-38 1 0 0,-5 62 154 0 0,0-1 0 0 0,0 1 1 0 0,0-1-1 0 0,-1 1 0 0 0,0-1 1 0 0,0 1-1 0 0,0 0 1 0 0,-3-6-1 0 0,-12 27 88 0 0,15-15-481 0 0,-1 0 1 0 0,0 0-1 0 0,1 0 0 0 0,-1 0 0 0 0,1 1 1 0 0,-1-1-1 0 0,1 0 0 0 0,0 1 1 0 0,0-1-1 0 0,-1 1 0 0 0,1 0 1 0 0,0-1-1 0 0,-1 3 0 0 0,-6 16 9 0 0,1-1 0 0 0,1 1 0 0 0,1 1 0 0 0,0-1-1 0 0,1 1 1 0 0,2 0 0 0 0,0-1 0 0 0,1 1 0 0 0,1 0 0 0 0,1 0-1 0 0,1 0 1 0 0,1 0 0 0 0,8 33 0 0 0,2 20-1677 0 0,-6-29-1148 0 0,3 0-3917 0 0,-3-20 2142 0 0</inkml:trace>
</inkml:ink>
</file>

<file path=ppt/ink/ink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0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384 519 144 0 0,'1'-4'525'0'0,"0"-1"-1"0"0,0 1 1 0 0,0 0-1 0 0,-1-1 1 0 0,0 1-1 0 0,0-1 1 0 0,0 1 0 0 0,0 0-1 0 0,0-1 1 0 0,-1 1-1 0 0,-2-7 1 0 0,0-3 653 0 0,3 12-672 0 0,-34-14 2155 0 0,16 20-2420 0 0,1 1-1 0 0,0 0 1 0 0,1 1-1 0 0,-1 1 1 0 0,1 1-1 0 0,1 0 1 0 0,-19 13-1 0 0,-100 80 971 0 0,125-93-1099 0 0,1 0-1 0 0,0 1 0 0 0,0 0 0 0 0,-7 11 0 0 0,1 14 236 0 0,13-33-334 0 0,1 0 0 0 0,0 0-1 0 0,0 0 1 0 0,0 0 0 0 0,0 0 0 0 0,0 0 0 0 0,0 0 0 0 0,0 0 0 0 0,1 0 0 0 0,-1 0 0 0 0,0 0 0 0 0,0 0 0 0 0,1 0 0 0 0,-1 0 0 0 0,1 0 0 0 0,-1 0-1 0 0,1 0 1 0 0,-1 0 0 0 0,1 0 0 0 0,-1-1 0 0 0,1 1 0 0 0,0 0 0 0 0,-1 0 0 0 0,1-1 0 0 0,0 1 0 0 0,1 0 0 0 0,0 0 1 0 0,0 0 0 0 0,0 0 0 0 0,0 0 0 0 0,1-1 1 0 0,-1 1-1 0 0,0-1 0 0 0,1 1 0 0 0,-1-1 0 0 0,0 0 0 0 0,1 0 1 0 0,-1 0-1 0 0,0 0 0 0 0,1 0 0 0 0,-1-1 0 0 0,0 1 0 0 0,3-2 1 0 0,36-13 109 0 0,-38 14-116 0 0,-1 0-6 0 0,14-5 20 0 0,0-2 0 0 0,0 1 0 0 0,-1-2 0 0 0,0 0 1 0 0,0-1-1 0 0,-1-1 0 0 0,17-16 0 0 0,-30 26-23 0 0,0 0 1 0 0,0 1-1 0 0,0-1 1 0 0,0 0-1 0 0,0 1 1 0 0,0-1-1 0 0,0 1 1 0 0,0-1-1 0 0,0 1 1 0 0,0-1-1 0 0,1 1 1 0 0,-1 0-1 0 0,0-1 1 0 0,0 1-1 0 0,0 0 1 0 0,0 0-1 0 0,1 0 1 0 0,-1 0-1 0 0,0 0 1 0 0,0 0-1 0 0,0 0 1 0 0,1 0-1 0 0,-1 1 1 0 0,0-1-1 0 0,0 0 1 0 0,2 2-1 0 0,30 18-21 0 0,-16-9 10 0 0,-6-6 9 0 0,0-1 1 0 0,0 0 0 0 0,1 0-1 0 0,-1-1 1 0 0,1-1 0 0 0,0 0-1 0 0,0-1 1 0 0,0 0 0 0 0,0 0-1 0 0,0-2 1 0 0,0 1-1 0 0,0-2 1 0 0,-1 1 0 0 0,1-2-1 0 0,0 1 1 0 0,-1-2 0 0 0,1 1-1 0 0,-1-2 1 0 0,18-9 0 0 0,-8 4 2 0 0,-1-2 0 0 0,0-1 0 0 0,-1 0 1 0 0,0-1-1 0 0,-1-1 0 0 0,-1-1 0 0 0,-1 0 1 0 0,0-1-1 0 0,17-25 0 0 0,-9 6 0 0 0,-3-1 1 0 0,-1 0-1 0 0,-2-2 0 0 0,-1 0 1 0 0,-2-1-1 0 0,-2-1 0 0 0,8-44 1 0 0,-17 62-3 0 0,-1 1 0 0 0,0-31 0 0 0,-3 50-16 0 0,-4 6 12 0 0,-6 6 4 0 0,0 0-1 0 0,1 0 1 0 0,0 0-1 0 0,0 1 0 0 0,1 1 1 0 0,1-1-1 0 0,0 2 0 0 0,0-1 1 0 0,1 0-1 0 0,0 1 0 0 0,1 0 1 0 0,1 1-1 0 0,-5 20 1 0 0,-2 8-1 0 0,3 1-1 0 0,-7 86 1 0 0,14-113 11 0 0,1 0-1 0 0,1 0 0 0 0,0 0 0 0 0,1 0 0 0 0,1-1 0 0 0,6 20 0 0 0,-8-30-2 0 0,0 1-1 0 0,0-1 0 0 0,1 0 1 0 0,0 1-1 0 0,0-1 0 0 0,0 0 0 0 0,0 0 1 0 0,1-1-1 0 0,-1 1 0 0 0,1 0 1 0 0,0-1-1 0 0,0 0 0 0 0,1 0 0 0 0,-1 1 1 0 0,0-2-1 0 0,1 1 0 0 0,0 0 0 0 0,0-1 1 0 0,0 0-1 0 0,0 0 0 0 0,0 0 1 0 0,0 0-1 0 0,9 2 0 0 0,-6-4 7 0 0,0 0-1 0 0,0-1 1 0 0,-1 0-1 0 0,1 0 1 0 0,0-1-1 0 0,0 1 1 0 0,-1-1-1 0 0,1-1 1 0 0,-1 1-1 0 0,0-1 1 0 0,0 0-1 0 0,0-1 1 0 0,7-5-1 0 0,10-4 26 0 0,-22 13-42 0 0,0-1 1 0 0,0 1-1 0 0,-1-1 1 0 0,1 1-1 0 0,0-1 1 0 0,0 1-1 0 0,0 0 1 0 0,-1-1-1 0 0,1 1 0 0 0,0 0 1 0 0,0 0-1 0 0,0-1 1 0 0,0 1-1 0 0,0 0 1 0 0,0 0-1 0 0,0 0 1 0 0,-1 0-1 0 0,1 0 1 0 0,0 0-1 0 0,0 0 1 0 0,0 1-1 0 0,0-1 1 0 0,0 0-1 0 0,0 0 1 0 0,0 1-1 0 0,-1-1 0 0 0,1 1 1 0 0,0-1-1 0 0,0 0 1 0 0,-1 1-1 0 0,1 0 1 0 0,0-1-1 0 0,0 1 1 0 0,-1-1-1 0 0,1 1 1 0 0,-1 0-1 0 0,1-1 1 0 0,0 2-1 0 0,16 12 25 0 0,-16-14-14 0 0,43-3 93 0 0,-44 2-92 0 0,1 0 1 0 0,0 0-1 0 0,-1 0 1 0 0,1 0-1 0 0,-1 0 0 0 0,1 0 1 0 0,-1 0-1 0 0,0-1 1 0 0,1 1-1 0 0,-1 0 1 0 0,0 0-1 0 0,0-1 1 0 0,0 1-1 0 0,0 0 0 0 0,0 0 1 0 0,0-1-1 0 0,0 1 1 0 0,0 0-1 0 0,0 0 1 0 0,-1-1-1 0 0,1 1 1 0 0,0 0-1 0 0,-1 0 0 0 0,1 0 1 0 0,-1 0-1 0 0,0 0 1 0 0,0-2-1 0 0,-1 0 6 0 0,0 0-1 0 0,1 1 1 0 0,-1-1-1 0 0,-1 1 1 0 0,1-1-1 0 0,0 1 1 0 0,-1 0-1 0 0,1 0 1 0 0,-5-4-1 0 0,4 5-78 0 0,-8-3-419 0 0,-3 0-1995 0 0</inkml:trace>
</inkml:ink>
</file>

<file path=ppt/ink/ink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1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1 176 0 0,'0'0'3613'0'0,"18"14"-1108"0"0,-1 41 1791 0 0,-16-53-3638 0 0,-11 31-416 0 0,9-32-168 0 0,0 1-66 0 0,-2 4-5 0 0,2-5 46 0 0,-17 26 8 0 0,13-23-71 0 0,24-27 191 0 0,-17 21-178 0 0,9-9-8 0 0,0 0 1 0 0,0 1 0 0 0,15-9 0 0 0,-20 15 0 0 0,1 0-1 0 0,0 0 1 0 0,0 1-1 0 0,0 0 0 0 0,0 1 1 0 0,0-1-1 0 0,1 1 1 0 0,-1 1-1 0 0,14-2 0 0 0,-18 3-2 0 0,-1 0 1 0 0,7 3 7 0 0,1-1 0 0 0,-1 1 0 0 0,-1 1 0 0 0,16 7 0 0 0,-20-9 7 0 0,-1 0 0 0 0,0 0 0 0 0,1-1 0 0 0,-1 0 0 0 0,1 1 0 0 0,-1-1 0 0 0,1-1 0 0 0,7 2 0 0 0,0-2 12 0 0,0-1 1 0 0,0 0 0 0 0,-1 0 0 0 0,1-2-1 0 0,0 1 1 0 0,-1-1 0 0 0,1 0-1 0 0,-1-1 1 0 0,0-1 0 0 0,0 1 0 0 0,-1-2-1 0 0,1 1 1 0 0,-1-1 0 0 0,0-1-1 0 0,-1 0 1 0 0,11-10 0 0 0,-17 16 635 0 0,-5 7-500 0 0,-35 78 306 0 0,-93 147 0 0 0,108-195-430 0 0,-35 59-596 0 0,-14 22-1645 0 0,26-38-3390 0 0,28-48 2579 0 0</inkml:trace>
</inkml:ink>
</file>

<file path=ppt/ink/ink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2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5 125 328 0 0,'-2'-25'6491'0'0,"0"0"-3339"0"0,2 23-2873 0 0,34-31 1137 0 0,-22 26-1277 0 0,0 2-1 0 0,0-1 1 0 0,1 2-1 0 0,0 0 1 0 0,0 0-1 0 0,0 1 1 0 0,14-1-1 0 0,-20 3-89 0 0,-1 0 0 0 0,1 0 0 0 0,0 1 0 0 0,-1 0 0 0 0,1 1 0 0 0,0-1 0 0 0,-1 1-1 0 0,1 0 1 0 0,-1 1 0 0 0,1 0 0 0 0,-1 0 0 0 0,0 0 0 0 0,1 1 0 0 0,-1-1 0 0 0,10 8 0 0 0,-14-8-37 0 0,1 0 0 0 0,-1 1 0 0 0,0-1 0 0 0,0 1 0 0 0,0 0 1 0 0,0-1-1 0 0,0 1 0 0 0,0 0 0 0 0,-1 0 0 0 0,1 0 0 0 0,-1 0 1 0 0,0 1-1 0 0,0-1 0 0 0,0 0 0 0 0,-1 0 0 0 0,1 1 0 0 0,-1-1 1 0 0,0 0-1 0 0,0 1 0 0 0,0-1 0 0 0,0 0 0 0 0,0 1 0 0 0,-1-1 1 0 0,1 0-1 0 0,-1 1 0 0 0,0-1 0 0 0,0 0 0 0 0,0 0 1 0 0,-3 4-1 0 0,-3 9 27 0 0,-2 0 1 0 0,0 0-1 0 0,-1-1 1 0 0,-15 17-1 0 0,10-12-23 0 0,13-18-14 0 0,0 0 1 0 0,1 0 0 0 0,-1 1 0 0 0,1-1 0 0 0,-1 0-1 0 0,1 1 1 0 0,0-1 0 0 0,0 0 0 0 0,0 1-1 0 0,0-1 1 0 0,0 1 0 0 0,1 0 0 0 0,-1-1 0 0 0,1 1-1 0 0,0-1 1 0 0,-1 1 0 0 0,1 0 0 0 0,1-1 0 0 0,-1 1-1 0 0,0 0 1 0 0,0-1 0 0 0,1 1 0 0 0,0-1-1 0 0,-1 1 1 0 0,1 0 0 0 0,0-1 0 0 0,0 0 0 0 0,1 1-1 0 0,-1-1 1 0 0,0 0 0 0 0,1 1 0 0 0,-1-1-1 0 0,1 0 1 0 0,0 0 0 0 0,0 0 0 0 0,0-1 0 0 0,0 1-1 0 0,0 0 1 0 0,3 1 0 0 0,17 13 2 0 0,0-1 5 0 0,37 34 0 0 0,-55-45-8 0 0,0 0-1 0 0,0-1 1 0 0,-1 1-1 0 0,1 1 1 0 0,-1-1-1 0 0,0 0 1 0 0,0 1-1 0 0,-1-1 0 0 0,1 1 1 0 0,-1 0-1 0 0,0 0 1 0 0,0 0-1 0 0,-1 0 1 0 0,0 0-1 0 0,2 10 1 0 0,-4-11 0 0 0,0-1 1 0 0,0 1 0 0 0,0-1 0 0 0,0 0 0 0 0,0 1 0 0 0,-1-1 0 0 0,1 0-1 0 0,-1 0 1 0 0,0 0 0 0 0,0 0 0 0 0,0 0 0 0 0,0 0 0 0 0,-1 0-1 0 0,1-1 1 0 0,-1 1 0 0 0,0-1 0 0 0,1 0 0 0 0,-1 0 0 0 0,0 0-1 0 0,0 0 1 0 0,-1 0 0 0 0,1 0 0 0 0,-6 1 0 0 0,-10 5 12 0 0,-1-1-1 0 0,-34 9 1 0 0,49-15-13 0 0,-30 8-340 0 0,-54 11 53 0 0,81-19-994 0 0,1 0 0 0 0,-1-1 0 0 0,0 0 0 0 0,0 0-1 0 0,-9-3 1 0 0</inkml:trace>
</inkml:ink>
</file>

<file path=ppt/ink/ink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3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22 816 0 0,'10'-21'5773'0'0,"-13"35"-275"0"0,-4 22-5245 0 0,-28 93 1630 0 0,13-58-3408 0 0,22-70 840 0 0</inkml:trace>
</inkml:ink>
</file>

<file path=ppt/ink/ink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4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70 624 0 0,'-2'-6'897'0'0,"1"0"0"0"0,0 0 0 0 0,0 0 0 0 0,1 0 0 0 0,-1 0 1 0 0,2-8-1 0 0,-1 0 560 0 0,0 14-1467 0 0,0-1 0 0 0,0 1 1 0 0,0 0-1 0 0,1-1 0 0 0,-1 1 0 0 0,0 0 0 0 0,0 0 0 0 0,0-1 0 0 0,0 1 0 0 0,1 0 0 0 0,-1 0 0 0 0,0 0 0 0 0,0-1 0 0 0,0 1 0 0 0,1 0 0 0 0,-1 0 0 0 0,0 0 0 0 0,1 0 0 0 0,-1-1 0 0 0,0 1 0 0 0,0 0 0 0 0,1 0 0 0 0,-1 0 0 0 0,0 0 0 0 0,1 0 0 0 0,-1 0 0 0 0,0 0 0 0 0,0 0 0 0 0,1 0 0 0 0,-1 0 0 0 0,0 0 0 0 0,1 0 0 0 0,-1 0 0 0 0,0 0 1 0 0,0 0-1 0 0,1 0 0 0 0,-1 0 0 0 0,0 0 0 0 0,1 0 0 0 0,-1 1 0 0 0,1-1 0 0 0,1 1-408 0 0,12 7 453 0 0,-8 4-3977 0 0,-4-3 1908 0 0</inkml:trace>
</inkml:ink>
</file>

<file path=ppt/ink/ink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4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0 544 0 0,'0'21'815'0'0,"0"-1"1"0"0,-1 0-1 0 0,-1 0 0 0 0,0 1 1 0 0,-2-1-1 0 0,0-1 0 0 0,-2 1 1 0 0,-8 22-1 0 0,13-42-749 0 0,1 1-1 0 0,0 0 1 0 0,0 0-1 0 0,-1 0 1 0 0,1 0-1 0 0,-1 0 1 0 0,1-1 0 0 0,-1 1-1 0 0,1 0 1 0 0,-1 0-1 0 0,1-1 1 0 0,-1 1-1 0 0,1 0 1 0 0,-1-1 0 0 0,0 1-1 0 0,0-1 1 0 0,1 1-1 0 0,-1-1 1 0 0,-2 2-1 0 0,-2-14 795 0 0,4 7-798 0 0,1 1 0 0 0,0-1 0 0 0,0 1 0 0 0,0-1 0 0 0,1 1 0 0 0,0-1 0 0 0,1-7 0 0 0,4 2-26 0 0,0-1-1 0 0,0 1 1 0 0,1 0 0 0 0,0 1-1 0 0,1 0 1 0 0,0 0-1 0 0,0 0 1 0 0,1 1 0 0 0,0 0-1 0 0,11-6 1 0 0,-11 8-21 0 0,5 1-3 0 0,1 5 0 0 0,-12 0-11 0 0,-1-1 0 0 0,1 1 0 0 0,-1 0-1 0 0,1 0 1 0 0,-1 0 0 0 0,1 1 0 0 0,-1-1-1 0 0,1 1 1 0 0,-1-1 0 0 0,0 1 0 0 0,1 0 0 0 0,-1 0-1 0 0,0 0 1 0 0,1 0 0 0 0,-1 0 0 0 0,0 0-1 0 0,0 1 1 0 0,0-1 0 0 0,0 1 0 0 0,0-1-1 0 0,0 1 1 0 0,-1 0 0 0 0,4 3 0 0 0,-2-1 4 0 0,4 5 10 0 0,-1 0 0 0 0,0-1-1 0 0,-1 2 1 0 0,7 12 0 0 0,-12-21 7 0 0,5 1-10 0 0,-3 0-9 0 0,22-4 18 0 0,3 0-23 0 0,1 1 0 0 0,-1 1 0 0 0,29 4 0 0 0,-32-1 12 0 0,1-2 1 0 0,44-3-1 0 0,-60 1-7 0 0,-1 0 0 0 0,1-1 0 0 0,-1-1 0 0 0,1 1 0 0 0,-1-1 0 0 0,0-1 0 0 0,0 1 0 0 0,0-2 0 0 0,-1 1 0 0 0,1-1 0 0 0,10-9 0 0 0,34-27 926 0 0,-51 39-807 0 0,-1 3-116 0 0,0-1 0 0 0,0 0 1 0 0,0 0-1 0 0,0 0 0 0 0,0 1 0 0 0,0-1 0 0 0,0 0 0 0 0,0 0 0 0 0,0 0 0 0 0,0 0 0 0 0,0 1 0 0 0,0-1 0 0 0,0 0 0 0 0,1 0 0 0 0,-1 0 0 0 0,0 0 0 0 0,0 1 0 0 0,0-1 0 0 0,0 0 0 0 0,0 0 0 0 0,0 0 0 0 0,1 0 0 0 0,-1 0 0 0 0,0 0 0 0 0,0 1 0 0 0,0-1 0 0 0,0 0 0 0 0,1 0 0 0 0,-1 0 0 0 0,0 0 0 0 0,0 0 0 0 0,0 0 0 0 0,1 0 0 0 0,-1 0 0 0 0,0 0 0 0 0,0 0 0 0 0,0 0 0 0 0,1 0 0 0 0,-1 0 0 0 0,0 0 0 0 0,0 0 0 0 0,0 0 0 0 0,0 0 0 0 0,1 0 0 0 0,-1 0 0 0 0,0 0 0 0 0,0 0 0 0 0,0-1 0 0 0,1 1 0 0 0,-1 0 0 0 0,0 0 0 0 0,0 0 0 0 0,0 0 0 0 0,0 0 0 0 0,0 0 0 0 0,1-1 0 0 0,-1 1 0 0 0,0 0 0 0 0,0 0 0 0 0,0 0 0 0 0,0 0 0 0 0,0 0 0 0 0,0-1 1 0 0,0 1-1 0 0,0 0 0 0 0,0 0 0 0 0,1-1 0 0 0,8 14 109 0 0,-7 2-67 0 0,-1 0 0 0 0,0 0 0 0 0,-1 0 1 0 0,0 1-1 0 0,-2-1 0 0 0,-5 28 0 0 0,1 3 18 0 0,-1 53 21 0 0,5-57-29 0 0,-1 0-1 0 0,-2-1 1 0 0,-13 50-1 0 0,9-72 552 0 0,8-40-470 0 0,13-52-84 0 0,6 26-55 0 0,3 0 0 0 0,1 2 0 0 0,3 0 0 0 0,1 2 0 0 0,3 1 0 0 0,1 1-1 0 0,2 1 1 0 0,36-35 0 0 0,-64 71-1 0 0,0 0-5 0 0,-1 1 0 0 0,1 0 1 0 0,-1 0-1 0 0,1 0 0 0 0,0 0 1 0 0,0 1-1 0 0,1 0 1 0 0,-1 0-1 0 0,6-3 0 0 0,-9 5 6 0 0,-1 0-1 0 0,0-1 1 0 0,1 1-1 0 0,-1 0 0 0 0,0 0 1 0 0,1 0-1 0 0,-1-1 1 0 0,1 1-1 0 0,-1 0 0 0 0,0 0 1 0 0,1 0-1 0 0,-1 0 1 0 0,1 0-1 0 0,-1 0 0 0 0,1-1 1 0 0,-1 1-1 0 0,1 0 1 0 0,-1 0-1 0 0,0 1 0 0 0,1-1 1 0 0,-1 0-1 0 0,1 0 1 0 0,-1 0-1 0 0,1 0 0 0 0,-1 0 1 0 0,0 0-1 0 0,1 1 1 0 0,-1-1-1 0 0,1 0 0 0 0,-1 0 1 0 0,0 0-1 0 0,1 1 1 0 0,-1-1-1 0 0,0 0 1 0 0,1 1-1 0 0,-1-1 0 0 0,0 0 1 0 0,1 1-1 0 0,-1-1 1 0 0,0 0-1 0 0,0 1 0 0 0,0-1 1 0 0,1 1-1 0 0,-1-1 1 0 0,0 0-1 0 0,0 1 0 0 0,0-1 1 0 0,0 1-1 0 0,0-1 1 0 0,0 1-1 0 0,0-1 0 0 0,0 1 1 0 0,0-1-1 0 0,0 0 1 0 0,0 1-1 0 0,0-1 0 0 0,0 1 1 0 0,0-1-1 0 0,0 1 1 0 0,0-1-1 0 0,0 0 0 0 0,0 1 1 0 0,-1-1-1 0 0,1 1 1 0 0,0 0-1 0 0,-9 24 4 0 0,3-15-32 0 0,0-1 0 0 0,-1 0 0 0 0,0 0 0 0 0,-1 0 0 0 0,0-1 0 0 0,-14 12 0 0 0,5-5-1187 0 0,16-14 448 0 0,-2 3-931 0 0</inkml:trace>
</inkml:ink>
</file>

<file path=ppt/ink/ink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5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72 0 0,'5'37'3709'0'0,"-2"-34"-3524"0"0,-1 0 0 0 0,1 0 0 0 0,0-1 0 0 0,0 1 0 0 0,1-1 0 0 0,-1 0 0 0 0,0 1-1 0 0,1-2 1 0 0,0 1 0 0 0,-1 0 0 0 0,1-1 0 0 0,0 0 0 0 0,0 0 0 0 0,-1 0 0 0 0,1 0 0 0 0,0 0 0 0 0,0-1 0 0 0,7 0 0 0 0,-9 0-95 0 0,1 0 0 0 0,-1 0 1 0 0,1 0-1 0 0,-1 0 0 0 0,0-1 1 0 0,1 1-1 0 0,-1-1 0 0 0,0 0 1 0 0,0 1-1 0 0,1-1 0 0 0,-1 0 0 0 0,0 0 1 0 0,0-1-1 0 0,0 1 0 0 0,0 0 1 0 0,0-1-1 0 0,0 1 0 0 0,-1-1 1 0 0,1 0-1 0 0,0 1 0 0 0,-1-1 1 0 0,1 0-1 0 0,-1 0 0 0 0,0 0 1 0 0,1 0-1 0 0,-1 0 0 0 0,0 0 1 0 0,0-1-1 0 0,-1 1 0 0 0,1 0 0 0 0,0-1 1 0 0,-1 1-1 0 0,1 0 0 0 0,-1-1 1 0 0,0-2-1 0 0,1 0-179 0 0,-1 0 0 0 0,0 0-1 0 0,-1 0 1 0 0,1 0 0 0 0,-1 0 0 0 0,0 0-1 0 0,0 0 1 0 0,0 0 0 0 0,-1 0 0 0 0,0 0-1 0 0,0 1 1 0 0,0-1 0 0 0,0 1 0 0 0,-6-8 0 0 0,4 2-1737 0 0</inkml:trace>
</inkml:ink>
</file>

<file path=ppt/ink/ink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5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1 361 708 0 0,'2'9'681'0'0,"0"-1"0"0"0,1 0 0 0 0,0 1 0 0 0,9 14 0 0 0,6 18 926 0 0,12 25 1071 0 0,-29-64-1931 0 0,1-3-717 0 0,-1 1 0 0 0,1-1 1 0 0,0 1-1 0 0,-1-1 0 0 0,1 0 1 0 0,0 0-1 0 0,-1 1 0 0 0,1-1 1 0 0,-1 0-1 0 0,0-1 0 0 0,1 1 1 0 0,-1 0-1 0 0,0 0 0 0 0,0-1 1 0 0,0 1-1 0 0,0 0 0 0 0,0-1 1 0 0,2-2-1 0 0,19-37 364 0 0,-12 23-265 0 0,32-56 135 0 0,89-137 66 0 0,-98 162-159 0 0,-10 15 958 0 0,37-42 0 0 0,-59 74-534 0 0,0 6-270 0 0,0 14-62 0 0,0 0 1 0 0,-1 0-1 0 0,-1 0 1 0 0,0 0-1 0 0,-2 0 1 0 0,0-1-1 0 0,-1 1 1 0 0,-6 17 0 0 0,-8 47 339 0 0,11-40-380 0 0,1 8-73 0 0,-3-1 1 0 0,-2 0 0 0 0,-19 51 0 0 0,29-96-595 0 0,0-1 0 0 0,-1 0 0 0 0,1 0 0 0 0,-1 1 0 0 0,0-1 1 0 0,0 0-1 0 0,0 0 0 0 0,0-1 0 0 0,-5 6 0 0 0</inkml:trace>
</inkml:ink>
</file>

<file path=ppt/ink/ink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6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0 329 224 0 0,'18'-6'423'0'0,"1"1"-1"0"0,0 0 1 0 0,0 1 0 0 0,0 2-1 0 0,0 0 1 0 0,1 0 0 0 0,29 3 0 0 0,41-4-361 0 0,-54 0 28 0 0,-17 2 140 0 0,0 0-1 0 0,-1-2 0 0 0,0 0 1 0 0,27-9-1 0 0,-43 11 51 0 0,-2 1-185 0 0,1 0 0 0 0,-1 0 0 0 0,1 0 1 0 0,-1 0-1 0 0,1 0 0 0 0,-1-1 0 0 0,0 1 0 0 0,1 0 0 0 0,-1 0 0 0 0,1 0 0 0 0,-1-1 0 0 0,0 1 0 0 0,1 0 1 0 0,-1-1-1 0 0,0 1 0 0 0,1 0 0 0 0,-1-1 0 0 0,0 1 0 0 0,1 0 0 0 0,-1-1 0 0 0,0 1 0 0 0,0 0 0 0 0,1-1 1 0 0,-1 1-1 0 0,0-1 0 0 0,0 1 0 0 0,0-1 0 0 0,0 1 0 0 0,0 0 0 0 0,0-1 0 0 0,0 1 0 0 0,1-1 0 0 0,-1 1 1 0 0,0-1-1 0 0,-1 1 0 0 0,1-1 0 0 0,0 1 0 0 0,0-1 0 0 0,0 1 0 0 0,0 0 0 0 0,0-1 0 0 0,0 1 0 0 0,0-1 1 0 0,-1 1-1 0 0,1-1 0 0 0,-1 1 0 0 0,-5-1 97 0 0,-1 1 0 0 0,0 0 0 0 0,0 1 0 0 0,0-1 0 0 0,0 2 1 0 0,0-1-1 0 0,1 1 0 0 0,-1 0 0 0 0,0 0 0 0 0,1 0 0 0 0,0 1 0 0 0,-1 0 0 0 0,1 1 0 0 0,0-1 0 0 0,1 1 1 0 0,-1 0-1 0 0,1 1 0 0 0,0-1 0 0 0,0 1 0 0 0,0 0 0 0 0,0 1 0 0 0,-5 7 0 0 0,10-12 20 0 0,20 18-29 0 0,33-19-51 0 0,57 9 0 0 0,-99-9-133 0 0,0-1-1 0 0,-1 0 1 0 0,1 0 0 0 0,-1-1-1 0 0,1-1 1 0 0,-1 1-1 0 0,0-2 1 0 0,0 1 0 0 0,0-2-1 0 0,0 1 1 0 0,-1-1 0 0 0,13-9-1 0 0,-17 11 1 0 0,-4 2-9 0 0,24-16-129 0 0,-18 23 140 0 0,-1-1 1 0 0,1 0-1 0 0,1 0 0 0 0,-1-1 1 0 0,0 0-1 0 0,1 0 1 0 0,0 0-1 0 0,0-1 0 0 0,0-1 1 0 0,1 1-1 0 0,-1-1 0 0 0,0-1 1 0 0,1 0-1 0 0,-1 0 1 0 0,1 0-1 0 0,0-1 0 0 0,15-2 1 0 0,-5 0 9 0 0,0-2 1 0 0,1 0 0 0 0,-2-1 0 0 0,1-1-1 0 0,-1 0 1 0 0,0-2 0 0 0,0 0 0 0 0,-1-1-1 0 0,0-1 1 0 0,0 0 0 0 0,-1-1 0 0 0,-1-1-1 0 0,0-1 1 0 0,0 0 0 0 0,-1 0 0 0 0,-1-2-1 0 0,-1 0 1 0 0,0 0 0 0 0,0-1 0 0 0,-2-1-1 0 0,0 1 1 0 0,-1-2 0 0 0,-1 1 0 0 0,0-1-1 0 0,5-23 1 0 0,-12 40 81 0 0,-1 0 0 0 0,1 1 0 0 0,-1-1 0 0 0,0 0 0 0 0,0 0 0 0 0,1 0 0 0 0,-1 0 0 0 0,0 0 0 0 0,0 0 0 0 0,0 0 0 0 0,0 0 0 0 0,0 0 0 0 0,0 0 0 0 0,0 1 0 0 0,-1-1 0 0 0,1 0 0 0 0,0 0 0 0 0,0 0 0 0 0,-1 0 0 0 0,0-1 0 0 0,-13 4 555 0 0,-21 29 74 0 0,26-19-480 0 0,0 1 0 0 0,0 0 0 0 0,1 0 0 0 0,1 1 0 0 0,1 0-1 0 0,-10 30 1 0 0,6-8-419 0 0,-8 64-1 0 0,14-72-1816 0 0,3-20-1272 0 0</inkml:trace>
</inkml:ink>
</file>

<file path=ppt/ink/ink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26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54 436 0 0,'47'-7'3604'0'0,"64"-18"0"0"0,-23 4-1232 0 0,-78 20-2652 0 0,-4 1-4919 0 0</inkml:trace>
</inkml:ink>
</file>

<file path=ppt/ink/ink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33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49 472 0 0,'4'-12'1508'0'0,"4"2"-312"0"0,-3 1 204 0 0,-2-4-740 0 0,7 8-492 0 0</inkml:trace>
</inkml:ink>
</file>

<file path=ppt/ink/ink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0:55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70 56 0 0,'0'0'1091'0'0,"-4"-4"-1077"0"0,-11-8 6 0 0,12 9 168 0 0,1 2-180 0 0,-6-1 0 0 0,6 1 104 0 0,-13-4 91 0 0,13 4-176 0 0,1 0 1 0 0,0 0-1 0 0,-1 1 0 0 0,1-1 1 0 0,-1 0-1 0 0,1 1 0 0 0,-1-1 1 0 0,1 1-1 0 0,-1-1 0 0 0,1 1 1 0 0,-1 0-1 0 0,0 0 0 0 0,1-1 1 0 0,-1 1-1 0 0,0 0 1 0 0,1 1-1 0 0,-3-1 0 0 0,2 25-389 0 0,1-24 600 0 0,5-4-242 0 0,-1 0 2 0 0,-1 1 1 0 0,-1 1 0 0 0,1-1-1 0 0,-1 1 1 0 0,1-1 0 0 0,0 1-1 0 0,0 0 1 0 0,0 0 0 0 0,0 0-1 0 0,0 0 1 0 0,0 0 0 0 0,0 0-1 0 0,0 0 1 0 0,0 1 0 0 0,0-1-1 0 0,1 1 1 0 0,3-1 0 0 0,-4 1 3 0 0,37-3-201 0 0,-36 3 196 0 0,7 0-4 0 0,-8 0 17 0 0,-1-2-6 0 0,3-3-16 0 0,-3 3 13 0 0,14-9-75 0 0,-14 10 71 0 0,7-7-179 0 0,-1 5 182 0 0,-5 2 5 0 0</inkml:trace>
</inkml:ink>
</file>

<file path=ppt/ink/ink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02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166 149 10881 0 0,'-6'-25'171'0'0,"-2"1"0"0"0,-1 0 0 0 0,-1 0 0 0 0,-15-26 0 0 0,24 49 61 0 0,1 8-53 0 0,2 61 76 0 0,3-1 0 0 0,3 0-1 0 0,24 101 1 0 0,-11-64-82 0 0,6 109 216 0 0,-26-212-411 0 0,-1-1 0 0 0,0 1 0 0 0,0 0 1 0 0,1-1-1 0 0,-1 1 0 0 0,0 0 0 0 0,0-1 0 0 0,0 1 0 0 0,0-1 1 0 0,0 1-1 0 0,0 0 0 0 0,0-1 0 0 0,0 1 0 0 0,0 0 1 0 0,0-1-1 0 0,-1 1 0 0 0,1-1 0 0 0,0 1 0 0 0,0 0 0 0 0,0-1 1 0 0,-1 1-1 0 0,1-1 0 0 0,0 1 0 0 0,-1-1 0 0 0,1 1 0 0 0,-1-1 1 0 0,1 1-1 0 0,0-1 0 0 0,-1 1 0 0 0,1-1 0 0 0,-1 1 1 0 0,0-1-1 0 0,-16-11-449 0 0,-17-34-528 0 0,10-3-435 0 0,2-1 0 0 0,-23-75 0 0 0,15 35-1844 0 0,5 28 1048 0 0</inkml:trace>
</inkml:ink>
</file>

<file path=ppt/ink/ink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03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19 274 240 0 0,'-5'-24'245'0'0,"1"8"32"0"0,1 1-1 0 0,0-1 1 0 0,1 0-1 0 0,1-31 1 0 0,1 42-218 0 0,1 0-1 0 0,0 1 1 0 0,0-1 0 0 0,0 1 0 0 0,0-1 0 0 0,1 1-1 0 0,0 0 1 0 0,0 0 0 0 0,0 0 0 0 0,0-1 0 0 0,1 2-1 0 0,-1-1 1 0 0,1 0 0 0 0,0 1 0 0 0,0-1 0 0 0,0 1-1 0 0,1 0 1 0 0,-1 0 0 0 0,1 0 0 0 0,0 0 0 0 0,0 1-1 0 0,4-3 1 0 0,12-4 100 0 0,0 1 0 0 0,0 0 0 0 0,1 2 0 0 0,0 0 0 0 0,0 2-1 0 0,1 0 1 0 0,-1 1 0 0 0,39 1 0 0 0,-15 2 93 0 0,0 3 0 0 0,-1 2 0 0 0,59 13 1 0 0,-55-6-64 0 0,1 1 0 0 0,-2 3 1 0 0,0 2-1 0 0,-1 2 1 0 0,0 1-1 0 0,-2 3 1 0 0,70 50-1 0 0,-93-58-124 0 0,-1 0 0 0 0,-1 1 0 0 0,-1 1 0 0 0,0 0 0 0 0,-1 2 0 0 0,-1 0 1 0 0,-1 1-1 0 0,-1 0 0 0 0,-1 1 0 0 0,-1 1 0 0 0,-1 0 0 0 0,0 0 0 0 0,-2 1 0 0 0,-1 0 0 0 0,-1 1 0 0 0,-1 0 0 0 0,3 27 0 0 0,-8-34-30 0 0,0 0-1 0 0,-1 0 0 0 0,0 0 0 0 0,-2 0 0 0 0,0 0 0 0 0,-1-1 0 0 0,-1 1 1 0 0,0-1-1 0 0,-2 1 0 0 0,0-1 0 0 0,0-1 0 0 0,-16 28 0 0 0,9-24 24 0 0,0-1-1 0 0,-2-1 1 0 0,0 0-1 0 0,0-1 1 0 0,-2 0 0 0 0,0-2-1 0 0,-1 0 1 0 0,-39 25-1 0 0,20-19 116 0 0,0-2 0 0 0,-1-2-1 0 0,-1-1 1 0 0,-1-2 0 0 0,0-1-1 0 0,0-3 1 0 0,-2-1 0 0 0,1-2 0 0 0,-1-2-1 0 0,-67 0 1 0 0,71-5 70 0 0,-63-11-1 0 0,89 9-218 0 0,0 0 1 0 0,0-1-1 0 0,1 0 0 0 0,-1-1 0 0 0,1-1 0 0 0,0 0 0 0 0,0 0 0 0 0,0-1 0 0 0,-12-9 0 0 0,20 13-98 0 0,1 0 0 0 0,0 0 0 0 0,0 0 0 0 0,0 0 0 0 0,0 0 0 0 0,0 0 1 0 0,1-1-1 0 0,-1 1 0 0 0,1-1 0 0 0,-1 1 0 0 0,1-1 0 0 0,0 1 0 0 0,0-1 0 0 0,0 0 0 0 0,0 0 0 0 0,0 0 0 0 0,1 1 0 0 0,-1-7 0 0 0,1 4-437 0 0,1 1 0 0 0,0-1 0 0 0,0 0 0 0 0,0 1 0 0 0,0-1 0 0 0,1 1 0 0 0,-1-1 0 0 0,1 1 0 0 0,0 0 0 0 0,6-9 0 0 0,7-9-2252 0 0</inkml:trace>
</inkml:ink>
</file>

<file path=ppt/ink/ink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1:03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1 201 824,'4'4'406,"1"-1"0,-1 1 0,0 0 0,0 1 0,0-1 0,-1 1-1,1 0 1,-1-1 0,0 2 0,-1-1 0,4 7 0,19 67 1895,-17-48-1466,5 24 297,-13-52-1156,1 0 0,-1 0 0,0 0 0,0 0 0,0 0 0,-1 0 0,1 0 0,-1 0 0,1 0 0,-1 0 0,0-1 0,0 1 0,0 0 0,-1 0 0,1-1 0,-3 4 0,3-4-520,-26-30-6647</inkml:trace>
  <inkml:trace contextRef="#ctx0" brushRef="#br0" timeOffset="1">41 80 292,'3'-14'760,"0"1"-52,0 3 548,2-6-748,-2 8 392,0-2-220,2 2 137,13 8-1001,-9 10-1209</inkml:trace>
</inkml:ink>
</file>

<file path=ppt/ink/ink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04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1 148 540 0 0,'0'0'719'0'0,"16"-1"2031"0"0,-13 2-2613 0 0,-1 0-1 0 0,1 0 1 0 0,0 1-1 0 0,0-1 1 0 0,-1 1 0 0 0,1 0-1 0 0,0 0 1 0 0,-1 0 0 0 0,0 0-1 0 0,0 0 1 0 0,1 0-1 0 0,-1 1 1 0 0,0-1 0 0 0,-1 1-1 0 0,1-1 1 0 0,0 1-1 0 0,-1 0 1 0 0,0 0 0 0 0,1 0-1 0 0,-1 0 1 0 0,0-1-1 0 0,-1 1 1 0 0,1 1 0 0 0,0-1-1 0 0,0 5 1 0 0,0 1 124 0 0,0 0 1 0 0,-1 0 0 0 0,0 1-1 0 0,0-1 1 0 0,-1 0-1 0 0,0 0 1 0 0,-4 15 0 0 0,4-22-54 0 0,1-2-190 0 0,0 0 1 0 0,0 1-1 0 0,0-1 1 0 0,0 0-1 0 0,0 1 1 0 0,0-1 0 0 0,0 0-1 0 0,0 0 1 0 0,0 1-1 0 0,0-1 1 0 0,0 0-1 0 0,-1 0 1 0 0,1 1 0 0 0,0-1-1 0 0,0 0 1 0 0,0 0-1 0 0,-1 0 1 0 0,1 1-1 0 0,0-1 1 0 0,0 0 0 0 0,0 0-1 0 0,-1 0 1 0 0,1 0-1 0 0,0 1 1 0 0,0-1-1 0 0,-1 0 1 0 0,1 0-1 0 0,0 0 1 0 0,0 0 0 0 0,-1 0-1 0 0,1 0 1 0 0,0 0-1 0 0,-1 0 1 0 0,1 0-1 0 0,0 0 1 0 0,0 0 0 0 0,-1 0-1 0 0,1 0 1 0 0,0 0-1 0 0,-1 0 1 0 0,1 0-1 0 0,0 0 1 0 0,0 0 0 0 0,-1 0-1 0 0,1 0 1 0 0,0-1-1 0 0,0 1 1 0 0,-1 0-1 0 0,1 0 1 0 0,0 0 0 0 0,0 0-1 0 0,0-1 1 0 0,-1 1-1 0 0,1 0 1 0 0,0 0-1 0 0,0 0 1 0 0,-1-1 0 0 0,1 1-5 0 0,-1 0 1 0 0,0-1 0 0 0,0 1 0 0 0,1-1 0 0 0,-1 1 0 0 0,0-1 0 0 0,0 1 0 0 0,1-1 0 0 0,-1 1 0 0 0,0-1 0 0 0,1 1 0 0 0,-1-1 0 0 0,1 0 0 0 0,-1 1 0 0 0,1-1 0 0 0,-1 0-1 0 0,1 0 1 0 0,0 1 0 0 0,-1-1 0 0 0,1 0 0 0 0,0 0 0 0 0,-1 0 0 0 0,1-1 0 0 0,3-8 14 0 0,0 1-1 0 0,0-1 0 0 0,1 0 1 0 0,0 1-1 0 0,1 0 1 0 0,0 0-1 0 0,1 0 1 0 0,0 1-1 0 0,0-1 1 0 0,0 1-1 0 0,1 1 1 0 0,1-1-1 0 0,-1 1 1 0 0,1 1-1 0 0,0-1 1 0 0,10-5-1 0 0,-15 10-28 0 0,-1 1 1 0 0,1-1-1 0 0,-1 1 0 0 0,1 0 1 0 0,-1 0-1 0 0,1-1 0 0 0,0 2 1 0 0,-1-1-1 0 0,1 0 0 0 0,0 0 1 0 0,0 1-1 0 0,0 0 0 0 0,-1-1 1 0 0,1 1-1 0 0,0 0 0 0 0,0 1 0 0 0,0-1 1 0 0,0 0-1 0 0,0 1 0 0 0,-1 0 1 0 0,1-1-1 0 0,0 1 0 0 0,0 0 1 0 0,-1 0-1 0 0,1 1 0 0 0,-1-1 1 0 0,1 0-1 0 0,-1 1 0 0 0,0 0 1 0 0,4 2-1 0 0,2 4 1 0 0,0 1-1 0 0,0 0 1 0 0,-1 1 0 0 0,0-1 0 0 0,9 18 0 0 0,-11-18-1 0 0,-5-8 1 0 0,0-1-1 0 0,1 0 1 0 0,-1 1 0 0 0,0-1 0 0 0,1 0 0 0 0,-1 1 0 0 0,1-1-1 0 0,-1 0 1 0 0,0 0 0 0 0,1 0 0 0 0,-1 1 0 0 0,1-1-1 0 0,-1 0 1 0 0,1 0 0 0 0,-1 0 0 0 0,0 0 0 0 0,1 0 0 0 0,-1 0-1 0 0,1 0 1 0 0,-1 0 0 0 0,1 0 0 0 0,-1 0 0 0 0,1 0 0 0 0,-1 0-1 0 0,1 0 1 0 0,-1 0 0 0 0,1 0 0 0 0,-1 0 0 0 0,0-1 0 0 0,1 1-1 0 0,-1 0 1 0 0,1 0 0 0 0,-1 0 0 0 0,0-1 0 0 0,1 1-1 0 0,-1 0 1 0 0,0-1 0 0 0,1 1 0 0 0,-1 0 0 0 0,0-1 0 0 0,1 1-1 0 0,-1 0 1 0 0,0-1 0 0 0,0 1 0 0 0,1-1 0 0 0,-1 1 0 0 0,0 0-1 0 0,0-1 1 0 0,0 1 0 0 0,0-1 0 0 0,0 1 0 0 0,1-1 0 0 0,24-42 84 0 0,9-12-26 0 0,-32 53-60 0 0,-1 1-1 0 0,1 0 0 0 0,-1 0 0 0 0,1 0 0 0 0,0 0 0 0 0,-1 0 0 0 0,1 0 0 0 0,0 1 0 0 0,0-1 1 0 0,0 0-1 0 0,0 1 0 0 0,0 0 0 0 0,-1-1 0 0 0,1 1 0 0 0,0 0 0 0 0,0 0 0 0 0,0 0 0 0 0,0 0 0 0 0,0 0 1 0 0,0 0-1 0 0,4 2 0 0 0,44 16-9 0 0,-19-5-13 0 0,14-2 13 0 0,-27-5 7 0 0,1-1 0 0 0,0-1 0 0 0,0 0 0 0 0,0-1 0 0 0,0-2 0 0 0,0 0 0 0 0,0 0 0 0 0,1-2-1 0 0,21-3 1 0 0,-26 1 11 0 0,-1-1-1 0 0,1 0 1 0 0,27-12-1 0 0,-38 14-5 0 0,1-1 0 0 0,-1 0 0 0 0,1 0 0 0 0,-1 0 0 0 0,0 0 0 0 0,0-1 0 0 0,0 0-1 0 0,-1 0 1 0 0,1 0 0 0 0,-1 0 0 0 0,0 0 0 0 0,0-1 0 0 0,0 1 0 0 0,3-10 0 0 0,-5 12-2 0 0,-1 1 0 0 0,1 0 0 0 0,-1-1-1 0 0,1 1 1 0 0,-1-1 0 0 0,0 1 0 0 0,0 0 0 0 0,0-1 0 0 0,0 1 0 0 0,0-1 0 0 0,0 1 0 0 0,0-1 0 0 0,0 1 0 0 0,0-1 0 0 0,-1 1 0 0 0,1 0-1 0 0,-1-1 1 0 0,1 1 0 0 0,-1 0 0 0 0,1-1 0 0 0,-1 1 0 0 0,0 0 0 0 0,0-1 0 0 0,1 1 0 0 0,-1 0 0 0 0,0 0 0 0 0,-2-2 0 0 0,-29-15-9 0 0,27 17 9 0 0,0-1 0 0 0,0 1 0 0 0,0 0 0 0 0,0 1 1 0 0,0-1-1 0 0,0 1 0 0 0,-1 0 0 0 0,1 1 0 0 0,0-1 1 0 0,0 1-1 0 0,0 0 0 0 0,0 0 0 0 0,0 0 0 0 0,0 1 0 0 0,0 0 1 0 0,1 0-1 0 0,-1 0 0 0 0,1 0 0 0 0,-1 1 0 0 0,-7 6 0 0 0,10-8 2 0 0,-1 1-1 0 0,1 1 0 0 0,0-1 0 0 0,1 0 0 0 0,-1 0 1 0 0,0 1-1 0 0,1-1 0 0 0,-1 1 0 0 0,1 0 0 0 0,0-1 1 0 0,-1 1-1 0 0,2 0 0 0 0,-1 0 0 0 0,0-1 0 0 0,0 1 1 0 0,1 0-1 0 0,-1 0 0 0 0,1 0 0 0 0,0 0 0 0 0,0 0 1 0 0,0 0-1 0 0,1 0 0 0 0,-1 0 0 0 0,1 0 0 0 0,-1 0 1 0 0,1-1-1 0 0,0 1 0 0 0,0 0 0 0 0,0 0 0 0 0,0-1 1 0 0,1 1-1 0 0,-1-1 0 0 0,1 1 0 0 0,0-1 0 0 0,-1 1 1 0 0,5 2-1 0 0,1 3 3 0 0,1 0 1 0 0,1-1-1 0 0,-1 0 0 0 0,1-1 1 0 0,0 0-1 0 0,1 0 1 0 0,-1-1-1 0 0,1 0 0 0 0,0-1 1 0 0,0 0-1 0 0,1-1 1 0 0,-1 0-1 0 0,1 0 0 0 0,0-1 1 0 0,0-1-1 0 0,0 0 1 0 0,13 0-1 0 0,-4 0-1 0 0,0-2 0 0 0,1 0 0 0 0,-1-1 0 0 0,0-1 0 0 0,0-1 0 0 0,0 0 0 0 0,-1-2 0 0 0,29-11 0 0 0,-28 8 16 0 0,0-1-1 0 0,-1-1 0 0 0,0 0 1 0 0,0-1-1 0 0,-2-1 1 0 0,1-1-1 0 0,15-16 0 0 0,9-14 1298 0 0,-41 43-1060 0 0,19 41-121 0 0,-18-28-111 0 0,0 0 0 0 0,1 0 0 0 0,1 0 1 0 0,0-1-1 0 0,1 0 0 0 0,0 0 0 0 0,9 14 0 0 0,-13-24-5 0 0,5-2-12 0 0,0-1-1 0 0,0 1 0 0 0,0-2 1 0 0,0 1-1 0 0,-1 0 0 0 0,1-1 1 0 0,-1 0-1 0 0,1-1 0 0 0,-1 1 1 0 0,0-1-1 0 0,0 0 0 0 0,-1 0 1 0 0,1 0-1 0 0,-1-1 0 0 0,0 0 1 0 0,4-6-1 0 0,-2 4-8 0 0,-1 1 0 0 0,1 0 0 0 0,1 0 0 0 0,-1 0 1 0 0,1 1-1 0 0,0 0 0 0 0,0 0 0 0 0,8-3 0 0 0,-14 7 1 0 0,0 1 0 0 0,0 0 0 0 0,1 0 0 0 0,-1 0 0 0 0,0 0 0 0 0,0 1 0 0 0,0-1 0 0 0,0 0 0 0 0,1 0 0 0 0,-1 1 0 0 0,0-1 0 0 0,0 1 0 0 0,0-1 0 0 0,0 1 0 0 0,0-1 0 0 0,0 1 0 0 0,0 0 0 0 0,0-1 0 0 0,0 1 0 0 0,0 0 0 0 0,0 0 0 0 0,0 0 0 0 0,-1 0 0 0 0,2 1 0 0 0,24 33-2 0 0,-6-10-11 0 0,-17-22 18 0 0,0 0-1 0 0,0 0 1 0 0,0 0 0 0 0,1-1-1 0 0,-1 1 1 0 0,1-1-1 0 0,0 0 1 0 0,-1 0-1 0 0,1 0 1 0 0,0 0-1 0 0,1-1 1 0 0,-1 1 0 0 0,0-1-1 0 0,0 0 1 0 0,0-1-1 0 0,1 1 1 0 0,-1-1-1 0 0,0 1 1 0 0,1-1-1 0 0,-1-1 1 0 0,0 1 0 0 0,1-1-1 0 0,-1 1 1 0 0,0-1-1 0 0,0 0 1 0 0,1-1-1 0 0,-1 1 1 0 0,0-1-1 0 0,6-3 1 0 0,15-6 20 0 0,45-26 1 0 0,9-5-31 0 0,-55 31-4 0 0,8-3 1 0 0,62-21-1 0 0,-86 33 7 0 0,0 0 1 0 0,0 0-1 0 0,1 1 0 0 0,-1 0 0 0 0,0 0 0 0 0,1 1 0 0 0,-1 0 0 0 0,1 1 0 0 0,-1-1 0 0 0,0 2 1 0 0,0-1-1 0 0,1 1 0 0 0,11 4 0 0 0,-17-4 2 0 0,0-1-1 0 0,0 1 1 0 0,0 0-1 0 0,0 0 1 0 0,0 0-1 0 0,-1 0 1 0 0,1 1 0 0 0,0-1-1 0 0,-1 1 1 0 0,0 0-1 0 0,0-1 1 0 0,3 6-1 0 0,-3-5 3 0 0,0 1 0 0 0,-1 0-1 0 0,1 0 1 0 0,-1 0 0 0 0,0 0-1 0 0,0-1 1 0 0,0 2 0 0 0,-1-1-1 0 0,0 0 1 0 0,1 0-1 0 0,-1 0 1 0 0,-1 0 0 0 0,1 0-1 0 0,-1 0 1 0 0,-1 8 0 0 0,2-12 3 0 0,-1 1-1 0 0,1-1 1 0 0,0 1 0 0 0,0-1 0 0 0,0 1 0 0 0,-1-1 0 0 0,1 1 0 0 0,0 0 0 0 0,0-1 0 0 0,0 1 0 0 0,0-1-1 0 0,0 1 1 0 0,0 0 0 0 0,0-1 0 0 0,0 1 0 0 0,0-1 0 0 0,0 1 0 0 0,1-1 0 0 0,-1 1 0 0 0,0 0-1 0 0,0-1 1 0 0,1 1 0 0 0,-1-1 0 0 0,0 1 0 0 0,0-1 0 0 0,1 1 0 0 0,-1-1 0 0 0,1 1 0 0 0,-1-1 0 0 0,1 1-1 0 0,19-3 28 0 0,38-29-44 0 0,-33 17 29 0 0,-11 7-16 0 0,0 1 0 0 0,0 0 0 0 0,1 1 0 0 0,0 1 0 0 0,0 1 0 0 0,1 0 0 0 0,-1 1 0 0 0,19-1 0 0 0,-29 3-3 0 0,0 0 1 0 0,-1 1-1 0 0,1-1 1 0 0,0 1-1 0 0,-1 0 1 0 0,1 0-1 0 0,-1 0 1 0 0,1 1-1 0 0,-1 0 1 0 0,1 0-1 0 0,-1 0 1 0 0,0 0-1 0 0,0 1 1 0 0,0-1-1 0 0,0 1 1 0 0,-1 0-1 0 0,1 0 1 0 0,-1 1-1 0 0,0-1 1 0 0,0 1-1 0 0,0-1 1 0 0,0 1-1 0 0,0 0 1 0 0,-1 0-1 0 0,0 0 1 0 0,0 1-1 0 0,0-1 1 0 0,0 0-1 0 0,-1 1 1 0 0,2 8-1 0 0,-2-11-65 0 0,-1 0 0 0 0,1 0 0 0 0,-1 0-1 0 0,0 0 1 0 0,0 0 0 0 0,0 0 0 0 0,0 1 0 0 0,0-1-1 0 0,-1 0 1 0 0,1 0 0 0 0,-1 0 0 0 0,1 0 0 0 0,-1 0 0 0 0,-1 3-1 0 0,2-4-279 0 0,-1 0-1 0 0,0-1 1 0 0,1 1-1 0 0,-1 0 1 0 0,1 0-1 0 0,-1-1 1 0 0,0 1-1 0 0,0 0 1 0 0,1 0-1 0 0,-1-1 1 0 0,0 1-1 0 0,0-1 1 0 0,0 1-1 0 0,0-1 1 0 0,0 1-1 0 0,0-1 1 0 0,0 0-1 0 0,0 1 1 0 0,-1-1-1 0 0,-8 2-2989 0 0</inkml:trace>
</inkml:ink>
</file>

<file path=ppt/ink/ink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05.3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1 130 10957 0 0,'4'-32'-181'0'0,"4"-27"2139"0"0,-7 20-8429 0 0</inkml:trace>
</inkml:ink>
</file>

<file path=ppt/ink/ink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1:05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46 113 424,'-3'2'388,"0"2"-1,-1-1 1,1 0 0,0 0-1,1 1 1,-1 0-1,0 0 1,1-1 0,0 1-1,0 1 1,0-1 0,-1 6-1,3-8 82,7 17 336,-6-17-734,0 0-1,0 0 1,0 0-1,1 0 0,-1 0 1,1-1-1,0 1 1,-1 0-1,1-1 0,0 0 1,0 1-1,0-1 1,0 0-1,0 0 1,0 0-1,0 0 0,0 0 1,1-1-1,-1 1 1,0-1-1,0 1 0,1-1 1,-1 0-1,0 0 1,0 0-1,1 0 0,-1 0 1,0-1-1,1 1 1,-1-1-1,0 1 1,3-2-1,-1 1 23,0-1 1,0 1-1,0-1 0,-1 1 1,1-1-1,-1 0 0,0-1 1,1 1-1,-1 0 0,0-1 1,0 0-1,0 0 0,-1 0 1,1 0-1,-1 0 0,4-5 1,-4 3 25,-1 1 0,1-1 0,-1 0 0,1 1 0,-1-1 0,-1 0 0,1 0 0,-1 0 0,0 1 0,0-1 0,0 0 0,-1 0 0,1 0 0,-1 1 0,-1-1 0,1 0 0,0 1 0,-1-1 0,0 1 0,-3-6 0,0 4 9,1 1-1,-1-1 1,0 1 0,0 0-1,0 1 1,-1-1 0,0 1-1,0 0 1,0 0 0,0 1-1,-1 0 1,-11-5 0,16 8-162,0-1 0,0 1 0,0 0 1,0-1-1,0 1 0,0 0 0,0 0 0,0 0 1,0 1-1,0-1 0,0 0 0,1 1 0,-1-1 1,0 1-1,0 0 0,0 0 0,-2 1 0,-12 14-4524</inkml:trace>
</inkml:ink>
</file>

<file path=ppt/ink/ink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06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0 524 0 0,'0'0'773'0'0,"2"2"-396"0"0,1 7 721 0 0,0 14 614 0 0,-3-18-1477 0 0,1 0-1 0 0,-1 1 1 0 0,1-1 0 0 0,-1 0 0 0 0,1 0 0 0 0,1 0 0 0 0,-1 0-1 0 0,1 0 1 0 0,0 0 0 0 0,0-1 0 0 0,0 1 0 0 0,1 0 0 0 0,-1-1 0 0 0,1 0-1 0 0,0 0 1 0 0,6 6 0 0 0,-6-8-162 0 0,0-1 1 0 0,-1 0-1 0 0,1 0 0 0 0,0-1 1 0 0,0 1-1 0 0,0-1 0 0 0,0 1 1 0 0,0-1-1 0 0,0 0 0 0 0,-1 0 1 0 0,1 0-1 0 0,0 0 0 0 0,0-1 0 0 0,0 1 1 0 0,3-2-1 0 0,44-14 806 0 0,-43 13-698 0 0,32-12 578 0 0,-20 6 139 0 0,1 1 0 0 0,0 2 0 0 0,27-6 0 0 0,-45 11-725 0 0,29 31-1667 0 0,-30-17-9193 0 0</inkml:trace>
</inkml:ink>
</file>

<file path=ppt/ink/ink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1:10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4 372,'-22'-3'629,"-1"2"0,1 1 0,0 1-1,-1 1 1,1 0 0,0 2 0,0 1 0,1 0 0,-30 13 0,50-18-576,-1 0 1,0 1 0,1 0-1,-1-1 1,1 1-1,0 0 1,-1 0 0,1 0-1,-1 0 1,1 0 0,0 0-1,0 0 1,0 0-1,0 1 1,0-1 0,0 0-1,0 1 1,0-1 0,0 1-1,0-1 1,1 1 0,-1-1-1,1 1 1,-1 2-1,1-1 0,0 0 0,1-1 0,-1 1-1,1 0 1,-1-1 0,1 1-1,0-1 1,0 1 0,1-1-1,-1 1 1,0-1 0,1 0-1,2 4 1,8 7 121,-1-1 0,1-1 1,24 18-1,-34-28-147,29 21 187,29 24 353,-59-45-348,-19 7-94,-9 3-29,-66-10-415,54-6-5414</inkml:trace>
</inkml:ink>
</file>

<file path=ppt/ink/ink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1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241 197 340 0 0,'0'0'795'0'0,"-11"-37"6133"0"0,10 36-6856 0 0,-1 0 0 0 0,1 0 0 0 0,-1 1 0 0 0,1-1 0 0 0,-1 0 0 0 0,0 1 0 0 0,1-1 0 0 0,-1 1 0 0 0,0-1 0 0 0,1 1 0 0 0,-1 0 0 0 0,0 0 0 0 0,1-1 0 0 0,-1 1 0 0 0,0 1 0 0 0,0-1 0 0 0,1 0 0 0 0,-1 0 0 0 0,0 1 0 0 0,1-1 0 0 0,-1 1 0 0 0,0-1 0 0 0,1 1 0 0 0,-1-1 0 0 0,1 1 0 0 0,-1 0 0 0 0,-1 1 0 0 0,-43 27 353 0 0,-10 18 176 0 0,21-10-293 0 0,29-29-247 0 0,1 0 0 0 0,-1 0 0 0 0,1 0 0 0 0,1 1 0 0 0,-7 14 0 0 0,9-17-26 0 0,0 0-1 0 0,1 0 1 0 0,0 0-1 0 0,0 0 0 0 0,0 11 1 0 0,1-14-25 0 0,0-1-1 0 0,1 0 1 0 0,-1 0 0 0 0,1 1-1 0 0,0-1 1 0 0,0 0 0 0 0,0 0 0 0 0,0 0-1 0 0,0 0 1 0 0,0 0 0 0 0,0 0 0 0 0,1 0-1 0 0,-1 0 1 0 0,1-1 0 0 0,-1 1 0 0 0,1 0-1 0 0,0-1 1 0 0,0 1 0 0 0,0-1 0 0 0,0 0-1 0 0,0 0 1 0 0,0 1 0 0 0,0-1 0 0 0,0-1-1 0 0,3 2 1 0 0,-1 0 8 0 0,1 0 0 0 0,0-1 0 0 0,0 1 0 0 0,0-1 0 0 0,0 0-1 0 0,1-1 1 0 0,-1 1 0 0 0,0-1 0 0 0,0 0 0 0 0,9-2 0 0 0,-11 2 6 0 0,0-1-1 0 0,0 0 1 0 0,0 0 0 0 0,0 0-1 0 0,0 0 1 0 0,-1-1 0 0 0,1 1-1 0 0,0-1 1 0 0,-1 1 0 0 0,1-1 0 0 0,-1 0-1 0 0,1 0 1 0 0,-1 0 0 0 0,0-1-1 0 0,0 1 1 0 0,0 0 0 0 0,0-1 0 0 0,-1 1-1 0 0,1-1 1 0 0,0 0 0 0 0,-1 0-1 0 0,0 1 1 0 0,0-1 0 0 0,1-5 0 0 0,4-5 175 0 0,-5 9-164 0 0,0 0 0 0 0,0 0 0 0 0,0 0 1 0 0,-1-1-1 0 0,1 1 0 0 0,-1 0 0 0 0,0 0 1 0 0,-2-9-1 0 0,-1-6 61 0 0,1 8-52 0 0,1 9-28 0 0,-6-9 9 0 0,3 6-13 0 0,4 4 7 0 0,-2 0-19 0 0,-4-3-4 0 0,5 4 8 0 0,-1-1-16 0 0,-3-4 5 0 0,3 4 12 0 0,0 1-29 0 0,-7-1 20 0 0,7 0-6 0 0,3 7-61 0 0,0-3 73 0 0,0 1 0 0 0,0 0 0 0 0,1 0 0 0 0,-1-1 0 0 0,1 1 1 0 0,0-1-1 0 0,0 1 0 0 0,0-1 0 0 0,0 0 0 0 0,0 0 0 0 0,1 0 0 0 0,0 0 0 0 0,-1 0 1 0 0,1 0-1 0 0,0-1 0 0 0,0 1 0 0 0,1-1 0 0 0,-1 0 0 0 0,0 0 0 0 0,1 0 0 0 0,-1 0 0 0 0,1-1 1 0 0,0 0-1 0 0,-1 1 0 0 0,1-1 0 0 0,0 0 0 0 0,0-1 0 0 0,4 1 0 0 0,21-2 9 0 0,0-1-1 0 0,-1-1 1 0 0,1-2-1 0 0,-1 0 0 0 0,0-2 1 0 0,-1-2-1 0 0,0 0 1 0 0,45-23-1 0 0,-56 24-25 0 0,0-1 0 0 0,0-1 1 0 0,-1 0-1 0 0,0-1 0 0 0,0-1 0 0 0,-2 0 0 0 0,1-1 0 0 0,-2-1 0 0 0,0 0 0 0 0,0 0 0 0 0,-1-1 1 0 0,-1-1-1 0 0,-1 1 0 0 0,13-29 0 0 0,-5-5-122 0 0,-16 48 111 0 0,0 3-47 0 0,-1 1 70 0 0,1-1-1 0 0,-1 1 1 0 0,1 0 0 0 0,-1 0-1 0 0,0-1 1 0 0,0 1 0 0 0,0 0-1 0 0,0 3 1 0 0,0-5 0 0 0,-2 33-1 0 0,0 0-1 0 0,-3 0 1 0 0,0 0 0 0 0,-12 34-1 0 0,-48 128 31 0 0,50-154-23 0 0,-23 69 19 0 0,-52 136 38 0 0,69-199-40 0 0,-1 0 0 0 0,-54 82 1 0 0,69-120-10 0 0,-1 0 1 0 0,0 0 0 0 0,-1 0 0 0 0,-13 11-1 0 0,19-19 40 0 0,0 1-1 0 0,0-1 0 0 0,-1 0 0 0 0,1 0 1 0 0,0 0-1 0 0,-1 0 0 0 0,1 0 1 0 0,-1-1-1 0 0,0 1 0 0 0,1-1 1 0 0,-1 0-1 0 0,0-1 0 0 0,0 1 0 0 0,0 0 1 0 0,0-1-1 0 0,0 0 0 0 0,-4 0 1 0 0,6-1-25 0 0,0 1 0 0 0,0-1 0 0 0,0 0 0 0 0,0 0 0 0 0,0 0 0 0 0,0 0 1 0 0,0 0-1 0 0,1-1 0 0 0,-1 1 0 0 0,0 0 0 0 0,1-1 0 0 0,-1 1 0 0 0,1-1 0 0 0,-1 0 1 0 0,1 1-1 0 0,0-1 0 0 0,0 0 0 0 0,0 0 0 0 0,0 0 0 0 0,0 0 0 0 0,0 0 0 0 0,0 0 1 0 0,1 0-1 0 0,-1 0 0 0 0,1 0 0 0 0,-1 0 0 0 0,1-4 0 0 0,-1-3 22 0 0,0-1 0 0 0,0 1 0 0 0,2 0 0 0 0,0-15 0 0 0,4-1-48 0 0,0 1 0 0 0,2-1 0 0 0,0 1 0 0 0,2 0 0 0 0,1 1 0 0 0,1 0 0 0 0,0 1 0 0 0,2 0 0 0 0,1 0 0 0 0,20-24 0 0 0,-5 11-1141 0 0,50-48 0 0 0,38-16-5342 0 0,-54 52 2762 0 0</inkml:trace>
</inkml:ink>
</file>

<file path=ppt/ink/ink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3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144 610 60 0 0,'6'-20'1848'0'0,"2"-18"3933"0"0,-31 54-5213 0 0,11-5-368 0 0,0 1 0 0 0,0 1 0 0 0,2 0-1 0 0,0 0 1 0 0,0 1 0 0 0,-15 29-1 0 0,-11 17 379 0 0,29-35-342 0 0,7-24-227 0 0,0-1 1 0 0,0 1-1 0 0,0 0 0 0 0,-1-1 0 0 0,1 1 1 0 0,0 0-1 0 0,0-1 0 0 0,0 1 0 0 0,0 0 0 0 0,0-1 1 0 0,1 1-1 0 0,-1-1 0 0 0,0 1 0 0 0,0 0 1 0 0,0-1-1 0 0,0 1 0 0 0,1 0 0 0 0,-1-1 0 0 0,0 1 1 0 0,1-1-1 0 0,-1 1 0 0 0,0-1 0 0 0,1 1 1 0 0,-1-1-1 0 0,1 1 0 0 0,-1-1 0 0 0,1 1 0 0 0,-1-1 1 0 0,1 1-1 0 0,-1-1 0 0 0,1 0 0 0 0,0 1 1 0 0,-1-1-1 0 0,1 0 0 0 0,-1 0 0 0 0,1 1 0 0 0,0-1 1 0 0,7-3 5 0 0,0 0 1 0 0,-1 0 0 0 0,0 0 0 0 0,0-1-1 0 0,0 0 1 0 0,0-1 0 0 0,0 1-1 0 0,10-12 1 0 0,6-1 11 0 0,32-19 0 0 0,22-15 2 0 0,111-55 1 0 0,-152 89-30 0 0,0-1 0 0 0,-2-3 0 0 0,59-43-1 0 0,-82 56 6 0 0,-2 0-1 0 0,1-1 1 0 0,-1 0-1 0 0,0-1 0 0 0,-1 0 1 0 0,0 0-1 0 0,-1 0 0 0 0,0-1 1 0 0,-1 0-1 0 0,0-1 0 0 0,-1 0 1 0 0,0 0-1 0 0,0 0 0 0 0,-2 0 1 0 0,6-25-1 0 0,-14-5 825 0 0,-7 252-623 0 0,-23 288 50 0 0,28-358-193 0 0,8-98-28 0 0,-3 0-1 0 0,-1 0 1 0 0,-2 0-1 0 0,-2-1 1 0 0,-22 74-1 0 0,28-112-28 0 0,0 0 0 0 0,-1 0-1 0 0,1 0 1 0 0,-1 0-1 0 0,0 0 1 0 0,0 0-1 0 0,0-1 1 0 0,0 1-1 0 0,0 0 1 0 0,0-1-1 0 0,-1 0 1 0 0,0 1-1 0 0,1-1 1 0 0,-1 0-1 0 0,0-1 1 0 0,0 1-1 0 0,0 0 1 0 0,0-1 0 0 0,0 1-1 0 0,0-1 1 0 0,0 0-1 0 0,0 0 1 0 0,-4 0-1 0 0,4-1-3 0 0,1 0-1 0 0,0 0 0 0 0,0-1 1 0 0,-1 1-1 0 0,1 0 0 0 0,0-1 1 0 0,0 0-1 0 0,0 0 0 0 0,0 1 1 0 0,0-1-1 0 0,0-1 0 0 0,0 1 1 0 0,0 0-1 0 0,0 0 0 0 0,0-1 1 0 0,1 1-1 0 0,-1-1 1 0 0,0 1-1 0 0,1-1 0 0 0,0 0 1 0 0,-1 0-1 0 0,1 1 0 0 0,0-1 1 0 0,0 0-1 0 0,0 0 0 0 0,0 0 1 0 0,0 0-1 0 0,0-1 0 0 0,1 1 1 0 0,-1 0-1 0 0,1 0 0 0 0,-1 0 1 0 0,1-1-1 0 0,0-3 1 0 0,-1-3-8 0 0,1 0 0 0 0,0 0 0 0 0,0 0 0 0 0,1 1 1 0 0,0-1-1 0 0,1 0 0 0 0,0 1 0 0 0,6-17 0 0 0,34-70-121 0 0,-36 83 102 0 0,29-54-105 0 0,4 1-1 0 0,60-77 0 0 0,109-113-141 0 0,-97 124 172 0 0,-88 102 79 0 0,-1-1-1 0 0,-1-1 0 0 0,-2 0 0 0 0,-1-2 0 0 0,14-35 0 0 0,-25 49 61 0 0,0 0 0 0 0,-1-1 0 0 0,-1 1-1 0 0,-1-1 1 0 0,-1 0 0 0 0,0 0 0 0 0,-2-1-1 0 0,0 1 1 0 0,-1 0 0 0 0,-4-30 0 0 0,4 49-27 0 0,0 0 0 0 0,0 0 0 0 0,0 1 0 0 0,0-1 0 0 0,0 0 0 0 0,0 0 0 0 0,0 0 0 0 0,0 1 0 0 0,0-1 1 0 0,-1 0-1 0 0,1 0 0 0 0,0 1 0 0 0,0-1 0 0 0,-1 0 0 0 0,1 1 0 0 0,0-1 0 0 0,-1 0 0 0 0,1 1 0 0 0,-1-1 0 0 0,1 0 0 0 0,-1 1 0 0 0,1-1 0 0 0,-1 1 1 0 0,0-1-1 0 0,1 1 0 0 0,-1-1 0 0 0,1 1 0 0 0,-1-1 0 0 0,0 1 0 0 0,0 0 0 0 0,1-1 0 0 0,-1 1 0 0 0,0 0 0 0 0,1 0 0 0 0,-1-1 0 0 0,-1 1 0 0 0,0 1 5 0 0,0 0-1 0 0,0 0 0 0 0,0 0 0 0 0,0 0 0 0 0,0 1 0 0 0,0-1 0 0 0,1 1 0 0 0,-1-1 0 0 0,0 1 0 0 0,1 0 0 0 0,-1-1 0 0 0,-1 4 0 0 0,-33 58 188 0 0,20-13-106 0 0,2 1-1 0 0,2 1 1 0 0,3 0 0 0 0,-5 86-1 0 0,10 80 268 0 0,4-42 57 0 0,2-46-168 0 0,0 29 55 0 0,-4-141-243 0 0,0 0 1 0 0,-2 0-1 0 0,-8 28 1 0 0,12-44-86 0 0,0 0 1 0 0,-1 0-1 0 0,1 0 1 0 0,-1 0-1 0 0,0 0 1 0 0,0 0-1 0 0,0-1 1 0 0,0 1-1 0 0,0 0 0 0 0,0 0 1 0 0,0-1-1 0 0,-1 1 1 0 0,1-1-1 0 0,-1 1 1 0 0,1-1-1 0 0,-1 1 1 0 0,1-1-1 0 0,-1 0 1 0 0,0 0-1 0 0,0 0 1 0 0,1 0-1 0 0,-4 1 1 0 0,3-2-82 0 0,0 0 1 0 0,-1 0-1 0 0,1 0 1 0 0,0 0 0 0 0,0-1-1 0 0,0 1 1 0 0,0-1-1 0 0,1 1 1 0 0,-1-1 0 0 0,0 0-1 0 0,0 0 1 0 0,0 0 0 0 0,0 0-1 0 0,1 0 1 0 0,-1 0-1 0 0,0-1 1 0 0,1 1 0 0 0,-2-2-1 0 0,-5-5-1035 0 0,0-1-1 0 0,1 0 1 0 0,1 1-1 0 0,0-2 1 0 0,0 1-1 0 0,-9-21 1 0 0,6 6-1629 0 0</inkml:trace>
</inkml:ink>
</file>

<file path=ppt/ink/ink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3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1 433 1452 0 0,'2'-7'62'0'0,"1"-1"0"0"0,0 1 0 0 0,1 0 1 0 0,-1 0-1 0 0,1 0 0 0 0,0 1 0 0 0,1 0 0 0 0,0-1 0 0 0,0 1 0 0 0,0 1 0 0 0,1-1 0 0 0,0 1 0 0 0,0 0 0 0 0,0 0 1 0 0,1 1-1 0 0,-1 0 0 0 0,14-6 0 0 0,10-5 215 0 0,1 2 0 0 0,54-16 1 0 0,-20 10 474 0 0,0-3 1 0 0,-2-2 0 0 0,91-50 0 0 0,-148 70-571 0 0,0 0 0 0 0,-1 0 0 0 0,1 0 1 0 0,-1-1-1 0 0,0 0 0 0 0,0 0 1 0 0,-1 0-1 0 0,7-10 0 0 0,-10 13-90 0 0,0 0 1 0 0,0 0-1 0 0,1 0 0 0 0,-1 0 0 0 0,0 0 1 0 0,-1 0-1 0 0,1-1 0 0 0,0 1 0 0 0,-1 0 0 0 0,1 0 1 0 0,-1-1-1 0 0,0 1 0 0 0,1 0 0 0 0,-1 0 1 0 0,0-1-1 0 0,-1 1 0 0 0,1 0 0 0 0,0-1 0 0 0,-1 1 1 0 0,1 0-1 0 0,-1 0 0 0 0,0-1 0 0 0,1 1 1 0 0,-1 0-1 0 0,0 0 0 0 0,0 0 0 0 0,-1 0 0 0 0,-1-2 1 0 0,2 3-42 0 0,-1 0 0 0 0,0 0 0 0 0,0 0 0 0 0,0 0 1 0 0,0 0-1 0 0,1 1 0 0 0,-1-1 0 0 0,0 1 0 0 0,0-1 1 0 0,0 1-1 0 0,-1 0 0 0 0,1 0 0 0 0,0 0 0 0 0,0 0 0 0 0,0 0 1 0 0,0 0-1 0 0,0 0 0 0 0,0 1 0 0 0,0-1 0 0 0,-2 2 1 0 0,-39 14 421 0 0,40-14-431 0 0,-1 0 0 0 0,1 1 1 0 0,0-1-1 0 0,-1 1 0 0 0,1 0 0 0 0,0 0 1 0 0,0 0-1 0 0,1 1 0 0 0,-1-1 0 0 0,1 1 1 0 0,0-1-1 0 0,0 1 0 0 0,0 0 0 0 0,0 0 1 0 0,1 0-1 0 0,-1 0 0 0 0,1 0 0 0 0,0 0 1 0 0,0 0-1 0 0,0 0 0 0 0,1 0 0 0 0,0 1 1 0 0,0-1-1 0 0,0 7 0 0 0,1-6-56 0 0,0 0-1 0 0,1 0 1 0 0,-1-1-1 0 0,1 1 1 0 0,0 0-1 0 0,0-1 1 0 0,1 0-1 0 0,0 1 1 0 0,-1-1 0 0 0,1 0-1 0 0,0 0 1 0 0,1-1-1 0 0,-1 1 1 0 0,1 0-1 0 0,0-1 1 0 0,-1 0-1 0 0,1 0 1 0 0,1 0-1 0 0,-1-1 1 0 0,9 5 0 0 0,-3-3-596 0 0,0 0 0 0 0,0 0 1 0 0,0-1-1 0 0,20 4 1 0 0,20-5-4653 0 0,-24-3 2607 0 0</inkml:trace>
</inkml:ink>
</file>

<file path=ppt/ink/ink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4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133 718 416 0 0,'-3'-3'236'0'0,"1"1"-1"0"0,0 0 1 0 0,0 0 0 0 0,-1 0-1 0 0,0 0 1 0 0,1 0 0 0 0,-1 1 0 0 0,0-1-1 0 0,0 1 1 0 0,0 0 0 0 0,1-1-1 0 0,-1 1 1 0 0,-1 1 0 0 0,1-1-1 0 0,0 0 1 0 0,0 1 0 0 0,0-1-1 0 0,0 1 1 0 0,0 0 0 0 0,-1 0-1 0 0,1 1 1 0 0,0-1 0 0 0,0 0 0 0 0,0 1-1 0 0,0 0 1 0 0,0 0 0 0 0,0 0-1 0 0,0 0 1 0 0,0 0 0 0 0,0 1-1 0 0,0-1 1 0 0,-3 3 0 0 0,4-2-173 0 0,-1-1 0 0 0,1 0 1 0 0,0 0-1 0 0,0 1 0 0 0,0-1 1 0 0,0 1-1 0 0,1 0 0 0 0,-1 0 0 0 0,0-1 1 0 0,1 1-1 0 0,-1 0 0 0 0,1 0 1 0 0,-1 1-1 0 0,1-1 0 0 0,0 0 1 0 0,0 0-1 0 0,0 1 0 0 0,0-1 0 0 0,1 0 1 0 0,-1 1-1 0 0,1-1 0 0 0,-1 1 1 0 0,1-1-1 0 0,0 1 0 0 0,0-1 1 0 0,0 1-1 0 0,0-1 0 0 0,0 1 0 0 0,0-1 1 0 0,1 0-1 0 0,0 1 0 0 0,-1-1 1 0 0,1 1-1 0 0,0-1 0 0 0,0 0 1 0 0,0 0-1 0 0,0 1 0 0 0,0-1 0 0 0,1 0 1 0 0,-1 0-1 0 0,1 0 0 0 0,-1 0 1 0 0,4 2-1 0 0,1 1-8 0 0,0 1 0 0 0,1-1-1 0 0,0 0 1 0 0,0-1 0 0 0,0 0 0 0 0,1 0 0 0 0,-1-1 0 0 0,1 1-1 0 0,0-2 1 0 0,0 1 0 0 0,0-1 0 0 0,1 0 0 0 0,-1-1-1 0 0,0 0 1 0 0,1 0 0 0 0,15-2 0 0 0,3 0 4 0 0,0-1 0 0 0,0-1 0 0 0,50-13-1 0 0,-65 12-52 0 0,-1 1 0 0 0,0-1 0 0 0,0-1-1 0 0,0 0 1 0 0,0-1 0 0 0,-1 0-1 0 0,0 0 1 0 0,0-1 0 0 0,-1 0 0 0 0,0-1-1 0 0,0 0 1 0 0,7-10 0 0 0,-5 5-7 0 0,-1-1 1 0 0,-1 0 0 0 0,0-1-1 0 0,-1 1 1 0 0,-1-2-1 0 0,0 1 1 0 0,7-27 0 0 0,-2-8 70 0 0,-3-1 1 0 0,-2 0-1 0 0,-2 0 1 0 0,-2-79-1 0 0,0 59 112 0 0,1 13 18 0 0,-5 20-26 0 0,-3 1 42 0 0,-1 13-45 0 0,3 12 53 0 0,-2-8-30 0 0,-2 14-9 0 0,2 8-171 0 0,2 1-1 0 0,-1 0 1 0 0,0 0 0 0 0,0 0-1 0 0,1 0 1 0 0,0 1 0 0 0,0-1-1 0 0,0 1 1 0 0,-3 5 0 0 0,-54 118 158 0 0,28-46-87 0 0,20-47-27 0 0,-11 57 0 0 0,18-74-36 0 0,2 0 0 0 0,0 1 0 0 0,0 0-1 0 0,2-1 1 0 0,0 1 0 0 0,1 0 0 0 0,1-1 0 0 0,0 1 0 0 0,2-1 0 0 0,0 0 0 0 0,0 0 0 0 0,2 0 0 0 0,0 0 0 0 0,1-1 0 0 0,1 0 0 0 0,0-1 0 0 0,21 29 0 0 0,-25-38-16 0 0,1 0 0 0 0,0-1 0 0 0,0 0 1 0 0,1 0-1 0 0,-1 0 0 0 0,1-1 0 0 0,0 0 1 0 0,0 0-1 0 0,0 0 0 0 0,1-1 0 0 0,-1 0 0 0 0,1 0 1 0 0,0-1-1 0 0,0 0 0 0 0,0 0 0 0 0,0 0 1 0 0,10 0-1 0 0,-11-2 36 0 0,-1 0 1 0 0,1 0 0 0 0,0-1-1 0 0,-1 0 1 0 0,1 0-1 0 0,0 0 1 0 0,-1-1 0 0 0,0 0-1 0 0,1 0 1 0 0,-1 0 0 0 0,0-1-1 0 0,0 1 1 0 0,0-1-1 0 0,0 0 1 0 0,-1-1 0 0 0,1 1-1 0 0,-1-1 1 0 0,0 0-1 0 0,0 0 1 0 0,0 0 0 0 0,-1-1-1 0 0,6-7 1 0 0,15-40 2510 0 0,-24 51-2139 0 0,1 6-894 0 0,1 10 271 0 0,-2-10-380 0 0,0 0 0 0 0,0 0-1 0 0,1 0 1 0 0,0 0 0 0 0,0 0 0 0 0,0 0-1 0 0,1 0 1 0 0,0-1 0 0 0,0 1 0 0 0,0 0 0 0 0,4 6-1 0 0,7-8-5012 0 0</inkml:trace>
</inkml:ink>
</file>

<file path=ppt/ink/ink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4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1 223 2472 0 0,'17'-29'1048'0'0,"-13"14"-318"0"0,-1 1 0 0 0,-1-1 0 0 0,0-1 0 0 0,-1 1 0 0 0,0 0 0 0 0,-2 0 0 0 0,0 0 0 0 0,0 0 0 0 0,-1 0 0 0 0,-8-26 0 0 0,10 39-438 0 0</inkml:trace>
</inkml:ink>
</file>

<file path=ppt/ink/ink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5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0 596 0 0,'0'0'685'0'0,"9"35"3824"0"0,-8-28-4254 0 0,0 0-1 0 0,0-1 1 0 0,1 1 0 0 0,0 0 0 0 0,0-1 0 0 0,1 0-1 0 0,0 1 1 0 0,0-1 0 0 0,1 0 0 0 0,-1 0 0 0 0,1-1-1 0 0,0 1 1 0 0,1-1 0 0 0,-1 0 0 0 0,1 0-1 0 0,0 0 1 0 0,1-1 0 0 0,-1 0 0 0 0,1 0 0 0 0,11 6-1 0 0,-16-9 70 0 0,3-2-280 0 0,-1 0 0 0 0,1 0 0 0 0,-1 0 0 0 0,1 0 0 0 0,-1-1 0 0 0,0 1 0 0 0,0-1 0 0 0,0 0 0 0 0,0 0 0 0 0,0 0 0 0 0,0 0 0 0 0,0 0 0 0 0,-1-1-1 0 0,1 1 1 0 0,-1-1 0 0 0,1 0 0 0 0,1-3 0 0 0,-1 3-16 0 0,0-1-1 0 0,0 0 0 0 0,1 1 0 0 0,0-1 0 0 0,-1 1 1 0 0,1 0-1 0 0,0 1 0 0 0,0-1 0 0 0,1 0 0 0 0,-1 1 1 0 0,7-3-1 0 0,0 4 5 0 0,-1 0 0 0 0,0 0 1 0 0,1 1-1 0 0,0 1 0 0 0,-1 0 0 0 0,0 0 1 0 0,15 4-1 0 0,41 3 131 0 0,-48-8-669 0 0,32-1 1154 0 0,-14-6-8261 0 0,-16 1 4501 0 0</inkml:trace>
</inkml:ink>
</file>

<file path=ppt/ink/ink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5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30 117 820 0 0,'-8'-11'1304'0'0,"-3"-2"-108"0"0,4 1-104 0 0,5 2-124 0 0,1 0 693 0 0,2-10-953 0 0,7 7-76 0 0,1 4-60 0 0,4 2-92 0 0,5 2-172 0 0,3 0-272 0 0,6 3-352 0 0,13 2-440 0 0,-10 4-696 0 0,2-1-1573 0 0,5 0 697 0 0</inkml:trace>
</inkml:ink>
</file>

<file path=ppt/ink/ink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7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0 267 8889 0 0,'0'0'461'0'0,"2"-5"-301"0"0,9-12 61 0 0,-3 26 278 0 0,-1 42-81 0 0,-7-43-308 0 0,0-1 1 0 0,-1 1-1 0 0,0-1 1 0 0,0 1 0 0 0,-1-1-1 0 0,0 1 1 0 0,0-1 0 0 0,-1 0-1 0 0,0 0 1 0 0,-6 11-1 0 0,8-17 504 0 0,1-6-502 0 0,0-10-56 0 0,1 0 1 0 0,1 0 0 0 0,1 0 0 0 0,0 0-1 0 0,1 1 1 0 0,0-1 0 0 0,1 1-1 0 0,1 0 1 0 0,14-26 0 0 0,-3 11-66 0 0,0 1 1 0 0,2 1 0 0 0,36-40 0 0 0,-53 65-5 0 0,14 31-65 0 0,-15-22 79 0 0,0 0-1 0 0,1 0 0 0 0,0 0 1 0 0,1 0-1 0 0,0 0 1 0 0,0 0-1 0 0,0-1 0 0 0,1 1 1 0 0,0-1-1 0 0,0 0 1 0 0,0 0-1 0 0,1-1 0 0 0,0 1 1 0 0,0-1-1 0 0,0 0 1 0 0,1-1-1 0 0,0 1 0 0 0,11 6 1 0 0,-9-7 5 0 0,1 0 0 0 0,-1-1 1 0 0,0 0-1 0 0,1-1 0 0 0,0 0 1 0 0,-1 0-1 0 0,1-1 0 0 0,0 0 1 0 0,0 0-1 0 0,0-1 0 0 0,0 0 1 0 0,0-1-1 0 0,-1 0 0 0 0,1-1 1 0 0,13-3-1 0 0,-11 3 14 0 0,0-1 1 0 0,0 0-1 0 0,0-1 1 0 0,-1 0-1 0 0,1 0 1 0 0,-1-2-1 0 0,0 1 1 0 0,-1-1-1 0 0,1 0 1 0 0,-1-1-1 0 0,0 0 1 0 0,-1-1-1 0 0,0 0 1 0 0,0 0-1 0 0,0-1 1 0 0,-1 1-1 0 0,11-20 1 0 0,24-61 933 0 0,-41 87-888 0 0,1-13-1 0 0,1 23 44 0 0,2 24 37 0 0,-7-20-135 0 0,1 0 1 0 0,0 1-1 0 0,1-1 1 0 0,1 1-1 0 0,0 0 1 0 0,1-1 0 0 0,0 0-1 0 0,1 1 1 0 0,0-1-1 0 0,1 0 1 0 0,0-1-1 0 0,1 1 1 0 0,0-1-1 0 0,1 0 1 0 0,13 20 0 0 0,-14-25-5 0 0,0 1 1 0 0,1-1-1 0 0,0 0 1 0 0,0-1-1 0 0,0 1 1 0 0,0-1-1 0 0,1 0 1 0 0,0-1-1 0 0,0 0 1 0 0,0 0-1 0 0,1 0 1 0 0,-1-1-1 0 0,1 0 1 0 0,0-1-1 0 0,0 1 1 0 0,0-2-1 0 0,0 1 1 0 0,0-1-1 0 0,1 0 1 0 0,-1-1-1 0 0,0 0 1 0 0,0 0-1 0 0,1 0 1 0 0,13-4-1 0 0,-11 2-1 0 0,0-1-1 0 0,1 0 0 0 0,-1-1 0 0 0,0 0 1 0 0,-1-1-1 0 0,1 0 0 0 0,-1-1 0 0 0,0 0 1 0 0,0 0-1 0 0,-1-1 0 0 0,1-1 0 0 0,-2 1 1 0 0,1-1-1 0 0,-1-1 0 0 0,0 0 0 0 0,7-10 1 0 0,-14 18-5 0 0,-1-1 0 0 0,1 1 1 0 0,0-1-1 0 0,0 1 0 0 0,0 0 0 0 0,-1-1 1 0 0,1 0-1 0 0,-1 1 0 0 0,1-1 0 0 0,-1 1 1 0 0,0-1-1 0 0,1 0 0 0 0,-1 1 0 0 0,0-1 1 0 0,0 0-1 0 0,0 1 0 0 0,0-1 0 0 0,-1 0 1 0 0,1 1-1 0 0,0-1 0 0 0,-1 1 0 0 0,0-3 1 0 0,0 2 0 0 0,0 1 1 0 0,0 0 0 0 0,-1 0 0 0 0,1 0 0 0 0,0 1-1 0 0,0-1 1 0 0,-1 0 0 0 0,1 0 0 0 0,-1 1 0 0 0,1-1-1 0 0,0 1 1 0 0,-1-1 0 0 0,1 1 0 0 0,-1 0 0 0 0,0-1-1 0 0,1 1 1 0 0,-1 0 0 0 0,-2 0 0 0 0,-6 0 14 0 0,0 1 0 0 0,0 0-1 0 0,0 1 1 0 0,0 0 0 0 0,-16 6 0 0 0,23-7-14 0 0,0 0 0 0 0,0 0-1 0 0,0 0 1 0 0,0 0 0 0 0,0 0-1 0 0,0 1 1 0 0,1 0 0 0 0,-1-1 0 0 0,0 1-1 0 0,1 0 1 0 0,0 0 0 0 0,-1 0 0 0 0,1 1-1 0 0,0-1 1 0 0,0 1 0 0 0,0-1-1 0 0,1 1 1 0 0,-1-1 0 0 0,0 1 0 0 0,1 0-1 0 0,0 0 1 0 0,0 0 0 0 0,0 0-1 0 0,0 0 1 0 0,0 0 0 0 0,0 0 0 0 0,1 0-1 0 0,0 0 1 0 0,-1 1 0 0 0,1-1 0 0 0,1 0-1 0 0,-1 0 1 0 0,0 0 0 0 0,2 6-1 0 0,0-3 2 0 0,0 0 0 0 0,0 0 0 0 0,1 0 0 0 0,0 0 0 0 0,0 0 0 0 0,1-1 0 0 0,-1 1 0 0 0,1-1 0 0 0,0 0 0 0 0,1 0 0 0 0,-1 0 0 0 0,1-1 0 0 0,0 0 0 0 0,0 0 0 0 0,11 7 0 0 0,2-2-1 0 0,0-1-1 0 0,0 0 1 0 0,1-1 0 0 0,1-2 0 0 0,-1 1-1 0 0,1-2 1 0 0,-1-1 0 0 0,1 0 0 0 0,29-1-1 0 0,-8-2-76 0 0,0-3 0 0 0,0-1 0 0 0,64-15-1 0 0,-83 13 57 0 0,-2 0-1 0 0,1-2 1 0 0,-1 0-1 0 0,0-1 0 0 0,0-1 1 0 0,-1-1-1 0 0,0-1 1 0 0,-1 0-1 0 0,-1-1 0 0 0,19-19 1 0 0,-34 30 25 0 0,0 1-1 0 0,0-1 0 0 0,-1 0 0 0 0,1 0 0 0 0,0-1 0 0 0,-1 1 0 0 0,0 0 0 0 0,1 0 0 0 0,-1-1 0 0 0,0 1 0 0 0,0-1 0 0 0,0 1 0 0 0,-1-1 0 0 0,1 1 1 0 0,0-1-1 0 0,-1 1 0 0 0,0-6 0 0 0,0 7-4 0 0,0 0 0 0 0,0 0 0 0 0,0 0 1 0 0,0 0-1 0 0,-1 0 0 0 0,1 0 0 0 0,0 0 0 0 0,-1 0 1 0 0,1 0-1 0 0,-1 0 0 0 0,1 0 0 0 0,-1 0 0 0 0,1 0 1 0 0,-1 0-1 0 0,0 0 0 0 0,0 1 0 0 0,1-1 0 0 0,-1 0 1 0 0,0 0-1 0 0,0 1 0 0 0,0-1 0 0 0,0 1 0 0 0,0-1 1 0 0,0 1-1 0 0,1-1 0 0 0,-1 1 0 0 0,0-1 0 0 0,-1 1 1 0 0,1 0-1 0 0,-1-1 0 0 0,-25-4-10 0 0,19 5 13 0 0,0 1 1 0 0,0 0 0 0 0,0 0 0 0 0,1 0-1 0 0,-1 1 1 0 0,1 0 0 0 0,-1 0 0 0 0,1 1-1 0 0,-1 0 1 0 0,1 0 0 0 0,0 1 0 0 0,1 0-1 0 0,-1 0 1 0 0,1 0 0 0 0,-1 1 0 0 0,1 0-1 0 0,-8 9 1 0 0,13-13-4 0 0,0 0 1 0 0,1 0-1 0 0,-1 0 0 0 0,0 0 1 0 0,0 0-1 0 0,1 1 0 0 0,-1-1 1 0 0,0 0-1 0 0,1 0 1 0 0,-1 1-1 0 0,1-1 0 0 0,0 0 1 0 0,-1 1-1 0 0,1-1 0 0 0,0 1 1 0 0,0-1-1 0 0,0 0 0 0 0,0 1 1 0 0,0-1-1 0 0,0 1 0 0 0,0-1 1 0 0,1 0-1 0 0,-1 1 0 0 0,0-1 1 0 0,1 0-1 0 0,-1 1 0 0 0,1-1 1 0 0,-1 0-1 0 0,1 0 0 0 0,0 1 1 0 0,0-1-1 0 0,-1 0 0 0 0,1 0 1 0 0,0 0-1 0 0,0 0 0 0 0,0 0 1 0 0,0 0-1 0 0,0 0 1 0 0,0 0-1 0 0,1-1 0 0 0,-1 1 1 0 0,0 0-1 0 0,0-1 0 0 0,0 1 1 0 0,1-1-1 0 0,-1 1 0 0 0,0-1 1 0 0,3 1-1 0 0,8 3 7 0 0,0 0-1 0 0,0 0 1 0 0,25 2-1 0 0,-33-5-4 0 0,205 26-24 0 0,-202-26 23 0 0,1 0-1 0 0,-1-1 0 0 0,0 0 1 0 0,0-1-1 0 0,1 0 0 0 0,-1 0 1 0 0,0 0-1 0 0,0-1 0 0 0,0 0 1 0 0,0-1-1 0 0,0 1 0 0 0,-1-1 1 0 0,1-1-1 0 0,-1 1 0 0 0,0-1 0 0 0,0 0 1 0 0,0 0-1 0 0,0-1 0 0 0,-1 0 1 0 0,7-7-1 0 0,4-9-1 0 0,0-1 0 0 0,-2-1 0 0 0,0 0 0 0 0,15-39 1 0 0,-23 51-3 0 0,-6 9-6 0 0,2 0-31 0 0,-2 2 37 0 0,-1 0-1 0 0,1 0 1 0 0,0 0 0 0 0,0 0 0 0 0,0-1 0 0 0,0 1 0 0 0,0 0-1 0 0,0 0 1 0 0,0 0 0 0 0,0 0 0 0 0,0 0 0 0 0,0 0 0 0 0,0-1-1 0 0,0 1 1 0 0,0 0 0 0 0,0 0 0 0 0,0 0 0 0 0,0 0 0 0 0,0 0-1 0 0,0 0 1 0 0,0-1 0 0 0,0 1 0 0 0,0 0 0 0 0,0 0 0 0 0,0 0-1 0 0,0 0 1 0 0,1 0 0 0 0,-1 0 0 0 0,0 0 0 0 0,0-1 0 0 0,0 1-1 0 0,0 0 1 0 0,0 0 0 0 0,0 0 0 0 0,0 0 0 0 0,0 0 0 0 0,0 0-1 0 0,0 0 1 0 0,1 0 0 0 0,-1 0 0 0 0,0 0 0 0 0,0 0 0 0 0,0 0-1 0 0,0 0 1 0 0,0 0 0 0 0,0 0 0 0 0,1 0 0 0 0,-1-1 0 0 0,0 1-1 0 0,0 0 1 0 0,0 0 0 0 0,0 0 0 0 0,0 1 0 0 0,0-1 0 0 0,1 0-1 0 0,-1 0 1 0 0,0 0 0 0 0,0 0 0 0 0,0 0 0 0 0,0 0 0 0 0,0 0-1 0 0,0 0 1 0 0,0 0 0 0 0,1 0 0 0 0,-1 0 0 0 0,0 0 0 0 0,0 0-1 0 0,0 0 1 0 0,0 1 0 0 0,1 27-15 0 0,-2-12 4 0 0,1 0 0 0 0,1-1 0 0 0,4 20-1 0 0,-4-26 10 0 0,7 22 84 0 0,-8-30-79 0 0,1-1 0 0 0,-1 1-1 0 0,1 0 1 0 0,-1 0 0 0 0,1 0-1 0 0,-1 0 1 0 0,1 0 0 0 0,-1 0 0 0 0,1-1-1 0 0,0 1 1 0 0,-1 0 0 0 0,1-1-1 0 0,0 1 1 0 0,0 0 0 0 0,0-1-1 0 0,-1 1 1 0 0,1-1 0 0 0,0 1-1 0 0,0-1 1 0 0,0 1 0 0 0,0-1-1 0 0,0 0 1 0 0,0 0 0 0 0,0 1-1 0 0,0-1 1 0 0,1 0 0 0 0,0 0 23 0 0,1-1-16 0 0,10-2 4 0 0,-1-1 1 0 0,1-1-1 0 0,20-11 0 0 0,22-9-20 0 0,-53 24 3 0 0,23-4-34 0 0,-23 4 34 0 0,0 0 1 0 0,0 0-1 0 0,0 1 1 0 0,0-1 0 0 0,0 1-1 0 0,1 0 1 0 0,-1-1-1 0 0,0 1 1 0 0,0 0 0 0 0,0 0-1 0 0,1 0 1 0 0,-1 1-1 0 0,0-1 1 0 0,0 1 0 0 0,0-1-1 0 0,3 2 1 0 0,-1-1 5 0 0,-7 0-1 0 0,45 8 8 0 0,-25-6-8 0 0,1-2-1 0 0,-1 0 1 0 0,0-1 0 0 0,1-1 0 0 0,-1 0-1 0 0,0-1 1 0 0,0-1 0 0 0,0-1 0 0 0,0 0-1 0 0,0-2 1 0 0,-1 1 0 0 0,24-14 0 0 0,40-20 1398 0 0,-79 38-670 0 0,7 18-470 0 0,-6 7-103 0 0,0 1 1 0 0,-3 32 0 0 0,0 14 62 0 0,0-39-1995 0 0,-1 0-1 0 0,-2 0 1 0 0,-1 0-1 0 0,-2 0 1 0 0,-17 50-1 0 0,13-44 304 0 0,7-21-2194 0 0</inkml:trace>
</inkml:ink>
</file>

<file path=ppt/ink/ink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17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25 544 0 0,'-1'18'14769'0'0,"0"-22"-15514"0"0,-5-17-550 0 0,-6 9-4209 0 0,-2 7 1135 0 0</inkml:trace>
</inkml:ink>
</file>

<file path=ppt/ink/ink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20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55 388 9301 0 0,'-11'-26'245'0'0,"1"0"-1"0"0,1-1 1 0 0,2 0 0 0 0,-8-49 0 0 0,14 59 39 0 0,0 0 0 0 0,1-1 0 0 0,0 1 0 0 0,2 0 0 0 0,3-21-1 0 0,-5 37-260 0 0,0 0-1 0 0,0 1 0 0 0,0-1 0 0 0,0 0 1 0 0,0 0-1 0 0,0 0 0 0 0,1 1 0 0 0,-1-1 0 0 0,0 0 1 0 0,0 0-1 0 0,1 1 0 0 0,-1-1 0 0 0,0 0 1 0 0,1 1-1 0 0,-1-1 0 0 0,0 0 0 0 0,1 1 0 0 0,-1-1 1 0 0,1 1-1 0 0,-1-1 0 0 0,1 1 0 0 0,0-1 1 0 0,-1 1-1 0 0,1-1 0 0 0,-1 1 0 0 0,2-1 0 0 0,10 15 283 0 0,4 38-93 0 0,7 67-64 0 0,5-1 1 0 0,5-1-1 0 0,58 134 0 0 0,-81-230-123 0 0,1 1 0 0 0,17 23 0 0 0,-25-40-14 0 0,0 0-1 0 0,0-1 1 0 0,1 1 0 0 0,0-1 0 0 0,0 0-1 0 0,0 0 1 0 0,0 0 0 0 0,0 0 0 0 0,1-1 0 0 0,0 0-1 0 0,0 0 1 0 0,0 0 0 0 0,0 0 0 0 0,0-1 0 0 0,8 3-1 0 0,-10-5 0 0 0,1 0 0 0 0,-1-1-1 0 0,0 1 1 0 0,0-1 0 0 0,0 1-1 0 0,0-1 1 0 0,0 0 0 0 0,0 0 0 0 0,0-1-1 0 0,0 1 1 0 0,0 0 0 0 0,0-1-1 0 0,0 0 1 0 0,-1 0 0 0 0,1 0-1 0 0,-1 0 1 0 0,1 0 0 0 0,-1 0 0 0 0,0-1-1 0 0,3-3 1 0 0,37-56 89 0 0,-40 59-93 0 0,23-45 69 0 0,-2 0 0 0 0,28-84 1 0 0,18-110 70 0 0,-22 70-17 0 0,-35 126-104 0 0,-7 25-230 0 0,1 1-1 0 0,14-35 0 0 0,-19 53-215 0 0,25 24-4873 0 0,-20-13 2006 0 0</inkml:trace>
</inkml:ink>
</file>

<file path=ppt/ink/ink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21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334 488 132 0 0,'0'0'805'0'0,"-34"-40"5667"0"0,29 38-6280 0 0,0 1 0 0 0,0 0 1 0 0,0 0-1 0 0,0 1 0 0 0,1 0 1 0 0,-1-1-1 0 0,0 1 0 0 0,0 1 1 0 0,0-1-1 0 0,0 1 0 0 0,0 0 1 0 0,0 0-1 0 0,0 0 0 0 0,0 1 1 0 0,1 0-1 0 0,-1 0 0 0 0,1 0 1 0 0,-6 3-1 0 0,-11 6 149 0 0,0 2-1 0 0,-26 19 0 0 0,35-23-183 0 0,1 1-1 0 0,0 0 1 0 0,0 0-1 0 0,1 1 1 0 0,-13 18-1 0 0,19-22-87 0 0,-1 0-1 0 0,1 0 1 0 0,1 0-1 0 0,-1 0 1 0 0,1 0-1 0 0,1 1 1 0 0,-1-1-1 0 0,1 1 1 0 0,0 0-1 0 0,1 0 1 0 0,-1 13-1 0 0,2-19-56 0 0,0-1 0 0 0,0 0 0 0 0,0 0-1 0 0,0 0 1 0 0,0 1 0 0 0,0-1 0 0 0,0 0-1 0 0,0 0 1 0 0,1 0 0 0 0,-1 1 0 0 0,0-1-1 0 0,1 0 1 0 0,-1 0 0 0 0,1 0 0 0 0,0 0-1 0 0,-1 0 1 0 0,1 0 0 0 0,0 0 0 0 0,-1 0-1 0 0,1 0 1 0 0,0 0 0 0 0,0 0 0 0 0,0-1-1 0 0,0 1 1 0 0,0 0 0 0 0,0 0 0 0 0,1 0 0 0 0,1-1 1 0 0,-1 1 1 0 0,0-1-1 0 0,1 1 0 0 0,-1-1 1 0 0,1 0-1 0 0,-1 0 1 0 0,1 0-1 0 0,-1 0 1 0 0,0-1-1 0 0,1 1 1 0 0,-1-1-1 0 0,5-1 1 0 0,4-2 14 0 0,0-1 0 0 0,0 0 0 0 0,0 0-1 0 0,13-11 1 0 0,-4 0-9 0 0,-14 11-12 0 0,0 0-1 0 0,0 1 0 0 0,0-1 1 0 0,1 1-1 0 0,13-6 1 0 0,-18 10-8 0 0,1-1 1 0 0,-1 1 0 0 0,0 0 0 0 0,0 0-1 0 0,0 0 1 0 0,1 0 0 0 0,-1 0 0 0 0,0 0-1 0 0,0 1 1 0 0,0-1 0 0 0,1 1 0 0 0,-1-1-1 0 0,0 1 1 0 0,0 0 0 0 0,2 1 0 0 0,37 20-8 0 0,-23-12 4 0 0,-11-6 3 0 0,1-1-1 0 0,0 1 1 0 0,0-2-1 0 0,0 1 1 0 0,0-1-1 0 0,1-1 1 0 0,-1 1-1 0 0,0-1 1 0 0,1-1-1 0 0,-1 0 1 0 0,1 0 0 0 0,-1 0-1 0 0,1-1 1 0 0,-1-1-1 0 0,0 1 1 0 0,9-4-1 0 0,-5 1 1 0 0,-1-1 0 0 0,0-1-1 0 0,1 0 1 0 0,-2 0 0 0 0,1-1 0 0 0,-1-1-1 0 0,0 0 1 0 0,-1 0 0 0 0,16-17 0 0 0,-3-2-5 0 0,-2 0 0 0 0,-1-2 1 0 0,-1 0-1 0 0,-1-1 0 0 0,-2 0 0 0 0,-1-2 1 0 0,10-32-1 0 0,-14 28 13 0 0,-2 0 0 0 0,-1 0 0 0 0,-2 0 1 0 0,-2-1-1 0 0,-1 0 0 0 0,-2 0 0 0 0,-5-39 0 0 0,5 75-6 0 0,0 1 1 0 0,1 0-1 0 0,-1 0 0 0 0,0-1 0 0 0,0 1 0 0 0,0 0 0 0 0,0 0 0 0 0,0-1 0 0 0,0 1 0 0 0,-1 0 0 0 0,1-1 0 0 0,0 1 1 0 0,0 0-1 0 0,0 0 0 0 0,0-1 0 0 0,0 1 0 0 0,0 0 0 0 0,0 0 0 0 0,0-1 0 0 0,-1 1 0 0 0,1 0 0 0 0,0 0 0 0 0,0 0 1 0 0,0-1-1 0 0,-1 1 0 0 0,1 0 0 0 0,0 0 0 0 0,0 0 0 0 0,0 0 0 0 0,-1-1 0 0 0,1 1 0 0 0,0 0 0 0 0,0 0 0 0 0,-1 0 1 0 0,1 0-1 0 0,0 0 0 0 0,0 0 0 0 0,-1 0 0 0 0,1 0 0 0 0,0 0 0 0 0,-1 0 0 0 0,1 0 0 0 0,0 0 0 0 0,-1 0 0 0 0,-13 10 12 0 0,-11 21 0 0 0,16-14-11 0 0,1 0 0 0 0,0 1 0 0 0,1 0 0 0 0,1 0 0 0 0,0 1 0 0 0,2-1 0 0 0,0 1 0 0 0,1 0 0 0 0,1 0 0 0 0,1 1 1 0 0,0-1-1 0 0,4 26 0 0 0,-1-18 6 0 0,2-1 1 0 0,1 1 0 0 0,0-1 0 0 0,2 0 0 0 0,2-1 0 0 0,0 1-1 0 0,1-2 1 0 0,18 32 0 0 0,-23-47-4 0 0,0-1 0 0 0,1 0-1 0 0,0 0 1 0 0,0-1 0 0 0,1 0 0 0 0,0 0 0 0 0,0 0 0 0 0,0-1-1 0 0,1 0 1 0 0,0 0 0 0 0,0-1 0 0 0,0 0 0 0 0,1-1-1 0 0,0 1 1 0 0,0-2 0 0 0,0 1 0 0 0,0-1 0 0 0,15 2 0 0 0,-11-3 1 0 0,0-1 0 0 0,0-1 1 0 0,0 0-1 0 0,0-1 0 0 0,0 0 1 0 0,-1-1-1 0 0,1-1 0 0 0,0 0 1 0 0,-1-1-1 0 0,1 0 1 0 0,-1 0-1 0 0,0-2 0 0 0,16-8 1 0 0,-16 6 4 0 0,1 1 0 0 0,-1-1 0 0 0,-1-1 0 0 0,1 0 0 0 0,-1-1 0 0 0,13-16 0 0 0,-20 21-5 0 0,0 0 0 0 0,0 0 0 0 0,0 0 0 0 0,-1-1 0 0 0,0 0 0 0 0,0 1 0 0 0,-1-1 0 0 0,1 0 0 0 0,-1-1 0 0 0,0 1 0 0 0,-1 0 0 0 0,0-1 0 0 0,0 1 0 0 0,0 0-1 0 0,-1-1 1 0 0,0-9 0 0 0,0 15-1 0 0,0 0-1 0 0,0-1 1 0 0,0 1-1 0 0,0-1 1 0 0,-1 1-1 0 0,1 0 1 0 0,0-1-1 0 0,-1 1 0 0 0,1 0 1 0 0,-1-1-1 0 0,1 1 1 0 0,-1 0-1 0 0,1 0 1 0 0,-1 0-1 0 0,0-1 1 0 0,0 1-1 0 0,0 0 1 0 0,1 0-1 0 0,-1 0 0 0 0,0 0 1 0 0,0 0-1 0 0,-1 1 1 0 0,1-1-1 0 0,0 0 1 0 0,0 0-1 0 0,0 1 1 0 0,0-1-1 0 0,-1 1 0 0 0,1-1 1 0 0,0 1-1 0 0,-1-1 1 0 0,1 1-1 0 0,0 0 1 0 0,-1-1-1 0 0,1 1 1 0 0,-3 0-1 0 0,2 0-2 0 0,-1 1-1 0 0,1-1 1 0 0,-1 1-1 0 0,1 0 1 0 0,-1-1-1 0 0,1 1 1 0 0,0 0 0 0 0,-1 0-1 0 0,1 1 1 0 0,0-1-1 0 0,0 0 1 0 0,0 1-1 0 0,0-1 1 0 0,0 1-1 0 0,0 0 1 0 0,0 0 0 0 0,-2 2-1 0 0,1 1 2 0 0,0 0 1 0 0,0 1-1 0 0,0-1 0 0 0,1 1 0 0 0,-1-1 1 0 0,1 1-1 0 0,1 0 0 0 0,-1 0 0 0 0,1 0 1 0 0,0 0-1 0 0,0 0 0 0 0,1 0 0 0 0,0 0 1 0 0,0 0-1 0 0,0 0 0 0 0,1 0 0 0 0,0 0 1 0 0,0 0-1 0 0,0 0 0 0 0,1 0 0 0 0,0 0 1 0 0,0-1-1 0 0,1 1 0 0 0,-1-1 0 0 0,6 8 1 0 0,-6-8-10 0 0,1-1 1 0 0,1 1-1 0 0,-1-1 1 0 0,1 0-1 0 0,0 0 1 0 0,0 0-1 0 0,0 0 1 0 0,0-1-1 0 0,1 1 1 0 0,-1-1-1 0 0,1 0 1 0 0,0-1-1 0 0,0 1 1 0 0,0-1 0 0 0,0 0-1 0 0,1 0 1 0 0,-1 0-1 0 0,0-1 1 0 0,1 0-1 0 0,-1 0 1 0 0,1 0-1 0 0,-1-1 1 0 0,1 0-1 0 0,0 0 1 0 0,-1 0-1 0 0,1-1 1 0 0,8-2-1 0 0,8-4-20 0 0,-1-1-1 0 0,0-2 1 0 0,0 0-1 0 0,-1-1 0 0 0,0-1 1 0 0,-1-1-1 0 0,19-16 1 0 0,31-21 25 0 0,-68 49 1 0 0,-1 1-1 0 0,1-1 0 0 0,-1 1 0 0 0,0-1 0 0 0,0 1 0 0 0,1-1 1 0 0,-1 1-1 0 0,0-1 0 0 0,1 1 0 0 0,-1 0 0 0 0,1-1 0 0 0,-1 1 0 0 0,1-1 1 0 0,-1 1-1 0 0,1 0 0 0 0,-1 0 0 0 0,1-1 0 0 0,-1 1 0 0 0,1 0 1 0 0,-1 0-1 0 0,1 0 0 0 0,-1-1 0 0 0,1 1 0 0 0,-1 0 0 0 0,1 0 1 0 0,0 0-1 0 0,-1 0 0 0 0,1 0 0 0 0,-1 0 0 0 0,1 0 0 0 0,-1 0 1 0 0,2 1-1 0 0,1-1-5 0 0,-1 0 4 0 0,0 0 0 0 0,0 1 0 0 0,0-1 0 0 0,0 0 1 0 0,0 1-1 0 0,-1 0 0 0 0,1-1 0 0 0,0 1 0 0 0,0 0 0 0 0,0 0 1 0 0,-1 0-1 0 0,1 0 0 0 0,0 0 0 0 0,-1 0 0 0 0,1 1 0 0 0,-1-1 1 0 0,0 0-1 0 0,1 1 0 0 0,-1-1 0 0 0,0 1 0 0 0,0 0 0 0 0,0-1 1 0 0,0 1-1 0 0,0 0 0 0 0,0 0 0 0 0,1 3 0 0 0,3 7 4 0 0,-4-9 3 0 0,1 0-1 0 0,-1 0 0 0 0,0-1 1 0 0,1 1-1 0 0,-1-1 0 0 0,1 1 1 0 0,0-1-1 0 0,0 0 0 0 0,0 1 1 0 0,0-1-1 0 0,0 0 0 0 0,0 0 0 0 0,0 0 1 0 0,1-1-1 0 0,-1 1 0 0 0,1-1 1 0 0,-1 1-1 0 0,1-1 0 0 0,0 0 1 0 0,0 0-1 0 0,0 0 0 0 0,-1 0 1 0 0,1 0-1 0 0,0-1 0 0 0,0 1 1 0 0,0-1-1 0 0,0 0 0 0 0,0 0 1 0 0,0 0-1 0 0,0 0 0 0 0,0-1 0 0 0,0 1 1 0 0,0-1-1 0 0,0 0 0 0 0,-1 0 1 0 0,1 0-1 0 0,4-2 0 0 0,83-27 9 0 0,-71 25-6 0 0,-17 4-22 0 0,0 1-4 0 0,7-1-3 0 0,-7 1 0 0 0,0 0 0 0 0,0 1 0 0 0,0-1 0 0 0,0 1 0 0 0,0-1 0 0 0,0 1 0 0 0,0 0 0 0 0,0-1 0 0 0,0 1 0 0 0,-1 0 0 0 0,1 0 0 0 0,0 1 0 0 0,-1-1 0 0 0,1 0 0 0 0,0 0 0 0 0,-1 1 0 0 0,0-1 0 0 0,1 1 0 0 0,-1-1 0 0 0,0 1 0 0 0,0 0 0 0 0,0 0 0 0 0,0-1 0 0 0,1 4 0 0 0,11 12-2467 0 0,2-5-3746 0 0,-1-6 3010 0 0</inkml:trace>
</inkml:ink>
</file>

<file path=ppt/ink/ink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22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2 896 0 0,'-3'-1'247'0'0,"0"1"1"0"0,0-1-1 0 0,0 1 0 0 0,0 0 0 0 0,0 0 1 0 0,0 0-1 0 0,0 0 0 0 0,0 1 1 0 0,0-1-1 0 0,0 1 0 0 0,0 0 0 0 0,0 0 1 0 0,1 0-1 0 0,-1 0 0 0 0,0 0 1 0 0,1 1-1 0 0,-1-1 0 0 0,0 1 0 0 0,1-1 1 0 0,0 1-1 0 0,-1 0 0 0 0,1 0 0 0 0,0 0 1 0 0,0 1-1 0 0,0-1 0 0 0,0 0 1 0 0,1 1-1 0 0,-1-1 0 0 0,1 1 0 0 0,-1-1 1 0 0,1 1-1 0 0,0 0 0 0 0,0 0 0 0 0,-1 4 1 0 0,1-3-130 0 0,0 1 0 0 0,1-1 0 0 0,-1 1 1 0 0,1-1-1 0 0,0 1 0 0 0,0 0 0 0 0,1-1 0 0 0,-1 1 1 0 0,1-1-1 0 0,0 0 0 0 0,0 1 0 0 0,1-1 0 0 0,-1 0 1 0 0,1 1-1 0 0,0-1 0 0 0,0 0 0 0 0,0 0 0 0 0,1-1 1 0 0,-1 1-1 0 0,1 0 0 0 0,6 5 0 0 0,-4-5-69 0 0,0 0-1 0 0,0 0 1 0 0,1-1 0 0 0,-1 0-1 0 0,1 0 1 0 0,0 0 0 0 0,0-1-1 0 0,0 1 1 0 0,0-2 0 0 0,0 1-1 0 0,0-1 1 0 0,1 0 0 0 0,-1 0-1 0 0,0 0 1 0 0,1-1 0 0 0,-1 0-1 0 0,0 0 1 0 0,1-1 0 0 0,-1 0-1 0 0,0 0 1 0 0,1 0 0 0 0,-1-1-1 0 0,0 0 1 0 0,6-3 0 0 0,-5 2-14 0 0,-1 0 0 0 0,1 0 0 0 0,-1-1 0 0 0,0 1 1 0 0,0-2-1 0 0,0 1 0 0 0,-1 0 0 0 0,1-1 1 0 0,-1 0-1 0 0,0-1 0 0 0,0 1 0 0 0,-1-1 0 0 0,0 0 1 0 0,0 0-1 0 0,0 0 0 0 0,-1 0 0 0 0,0-1 1 0 0,0 0-1 0 0,0 1 0 0 0,2-15 0 0 0,-4 20 43 0 0,-1 0 0 0 0,1 0 0 0 0,-1 0 0 0 0,0-1 0 0 0,0 1-1 0 0,1 0 1 0 0,-1-1 0 0 0,0 1 0 0 0,0 0 0 0 0,0 0 0 0 0,0-1 0 0 0,0 1 0 0 0,-1 0-1 0 0,1 0 1 0 0,0-1 0 0 0,-1 1 0 0 0,1 0 0 0 0,0 0 0 0 0,-1 0 0 0 0,0-1-1 0 0,1 1 1 0 0,-1 0 0 0 0,0 0 0 0 0,1 0 0 0 0,-3-2 0 0 0,2 3-30 0 0,0 0 0 0 0,0 0 1 0 0,0 0-1 0 0,0 0 0 0 0,0 0 1 0 0,0 0-1 0 0,0 0 0 0 0,0 0 1 0 0,0 0-1 0 0,1 1 0 0 0,-1-1 1 0 0,0 0-1 0 0,0 1 0 0 0,0-1 0 0 0,0 0 1 0 0,0 1-1 0 0,0-1 0 0 0,1 1 1 0 0,-1 0-1 0 0,0-1 0 0 0,0 1 1 0 0,1 0-1 0 0,-1-1 0 0 0,0 2 1 0 0,-1 2-21 0 0,1-1 1 0 0,-1 1-1 0 0,1 0 1 0 0,0 0 0 0 0,0 0-1 0 0,1 0 1 0 0,-1 0-1 0 0,1 0 1 0 0,0 0-1 0 0,0 0 1 0 0,0 0 0 0 0,1 0-1 0 0,-1 0 1 0 0,1-1-1 0 0,0 1 1 0 0,2 5 0 0 0,1 5-597 0 0,0-1 0 0 0,1 0 0 0 0,11 20 1 0 0,15 8-7565 0 0,-18-27 3957 0 0</inkml:trace>
</inkml:ink>
</file>

<file path=ppt/ink/ink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22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80 241 924 0 0,'-24'-19'8472'0'0,"10"-40"-2586"0"0,-2-34-1654 0 0,7 55-3878 0 0,-4 15-6502 0 0,10 15 956 0 0</inkml:trace>
</inkml:ink>
</file>

<file path=ppt/ink/ink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22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77 161 120 0 0,'0'0'1528'0'0,"-14"-34"1236"0"0,17 16-1579 0 0,-2 8-129 0 0,-1-1-120 0 0,0-4-72 0 0,2 2-80 0 0,-4-1 532 0 0,1-6-756 0 0,-2 10 52 0 0,-4-2-888 0 0,-11 9-2244 0 0,3 3-1201 0 0,-7 5 853 0 0</inkml:trace>
</inkml:ink>
</file>

<file path=ppt/ink/ink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27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4 975 624 0 0,'0'5'386'0'0,"-1"0"47"0"0,0 0 1 0 0,0 0 0 0 0,1 1-1 0 0,0-1 1 0 0,0 0-1 0 0,0 0 1 0 0,1 1 0 0 0,0-1-1 0 0,0 0 1 0 0,0 0-1 0 0,0 0 1 0 0,4 8 0 0 0,-4-12-380 0 0,0 0 0 0 0,-1 0 0 0 0,1 0 0 0 0,0 0 0 0 0,0 0 0 0 0,0-1 0 0 0,-1 1 0 0 0,1 0 0 0 0,0-1 0 0 0,0 1 0 0 0,0 0 0 0 0,0-1 0 0 0,0 1 0 0 0,0-1 0 0 0,0 0 0 0 0,1 1 0 0 0,-1-1 0 0 0,0 0 0 0 0,0 0 0 0 0,0 0 0 0 0,0 1 0 0 0,0-1 0 0 0,0 0 0 0 0,1 0 0 0 0,-1-1 0 0 0,0 1 0 0 0,0 0 0 0 0,0 0 0 0 0,0-1 0 0 0,0 1 0 0 0,2-1 0 0 0,35-19 335 0 0,-30 15-232 0 0,58-41 235 0 0,-2-3 0 0 0,-2-3-1 0 0,61-65 1 0 0,-39 36-153 0 0,2-5 38 0 0,-4-4 1 0 0,130-184-1 0 0,-195 249-234 0 0,-2-1 0 0 0,16-35 0 0 0,-25 49 45 0 0,-1-1 1 0 0,-1 1-1 0 0,0-1 0 0 0,-1 0 1 0 0,0 0-1 0 0,-1-1 0 0 0,1-17 0 0 0,-3 31-80 0 0,0-1 0 0 0,0 1 0 0 0,0 0 0 0 0,0-1-1 0 0,0 1 1 0 0,0-1 0 0 0,0 1 0 0 0,0-1-1 0 0,0 1 1 0 0,0 0 0 0 0,0-1 0 0 0,-1 1-1 0 0,1-1 1 0 0,0 1 0 0 0,0 0 0 0 0,0-1 0 0 0,-1 1-1 0 0,1-1 1 0 0,0 1 0 0 0,0 0 0 0 0,-1-1-1 0 0,1 1 1 0 0,0 0 0 0 0,-1-1 0 0 0,1 1-1 0 0,0 0 1 0 0,-1 0 0 0 0,1 0 0 0 0,0-1 0 0 0,-1 1-1 0 0,1 0 1 0 0,-1 0 0 0 0,1 0 0 0 0,-1-1-1 0 0,-17 6 88 0 0,-15 16-7 0 0,13-3-60 0 0,0 1 1 0 0,0 0-1 0 0,2 2 0 0 0,1 0 1 0 0,0 1-1 0 0,2 1 0 0 0,1 0 1 0 0,0 1-1 0 0,2 1 0 0 0,1 0 1 0 0,-16 50-1 0 0,21-53-9 0 0,0 0-1 0 0,2 0 1 0 0,0 0 0 0 0,1 1 0 0 0,2-1 0 0 0,0 1-1 0 0,1-1 1 0 0,2 1 0 0 0,0-1 0 0 0,1 0-1 0 0,1 1 1 0 0,2-1 0 0 0,0-1 0 0 0,17 41 0 0 0,-19-54-14 0 0,0 0 1 0 0,1 0 0 0 0,0-1 0 0 0,0 0 0 0 0,0 0 0 0 0,1 0 0 0 0,0-1 0 0 0,1 1 0 0 0,-1-2 0 0 0,1 1 0 0 0,0-1-1 0 0,1 0 1 0 0,-1 0 0 0 0,1-1 0 0 0,0 0 0 0 0,0 0 0 0 0,0-1 0 0 0,1 0 0 0 0,-1 0 0 0 0,17 2 0 0 0,-10-4-5 0 0,0 0 1 0 0,0-1-1 0 0,0 0 1 0 0,-1-2-1 0 0,1 1 1 0 0,0-2-1 0 0,-1 0 1 0 0,1-1-1 0 0,-1 0 1 0 0,0-1-1 0 0,24-12 1 0 0,-7 0-8 0 0,1-2 0 0 0,-2-1 1 0 0,-1-1-1 0 0,0-1 1 0 0,40-43-1 0 0,-34 28-2 0 0,-1-3 0 0 0,-2-1 0 0 0,36-59 0 0 0,-59 82 44 0 0,-1 1 1 0 0,0-1-1 0 0,-1 0 1 0 0,-1 0 0 0 0,-1-1-1 0 0,0 0 1 0 0,2-28-1 0 0,-7 47-30 0 0,0 0 1 0 0,0 0-1 0 0,1 0 0 0 0,-1-1 0 0 0,0 1 0 0 0,0 0 0 0 0,0 0 1 0 0,0 0-1 0 0,0-1 0 0 0,0 1 0 0 0,0 0 0 0 0,0 0 1 0 0,0 0-1 0 0,0-1 0 0 0,0 1 0 0 0,-1 0 0 0 0,1 0 0 0 0,0 0 1 0 0,0-1-1 0 0,0 1 0 0 0,0 0 0 0 0,0 0 0 0 0,0 0 0 0 0,0-1 1 0 0,0 1-1 0 0,-1 0 0 0 0,1 0 0 0 0,0 0 0 0 0,0 0 0 0 0,0 0 1 0 0,0-1-1 0 0,-1 1 0 0 0,1 0 0 0 0,0 0 0 0 0,0 0 1 0 0,0 0-1 0 0,-1 0 0 0 0,1 0 0 0 0,0 0 0 0 0,0 0 0 0 0,0 0 1 0 0,-1 0-1 0 0,1 0 0 0 0,0 0 0 0 0,-12 6 41 0 0,-16 26-2 0 0,-5 32 11 0 0,4 1 0 0 0,-42 136 1 0 0,37-99-40 0 0,-7 28 156 0 0,40-129 842 0 0,15-22-951 0 0,-6 6-33 0 0,2 1-1 0 0,-1 0 0 0 0,2 0 0 0 0,0 1 0 0 0,0 1 0 0 0,1 0 1 0 0,23-18-1 0 0,-33 29-28 0 0,8 0-69 0 0,-9 0 63 0 0,0 1 0 0 0,-1 0-1 0 0,1 0 1 0 0,0-1 0 0 0,0 1-1 0 0,0 0 1 0 0,0 0 0 0 0,0 0-1 0 0,-1 0 1 0 0,1 0 0 0 0,0 0-1 0 0,0 0 1 0 0,0 0 0 0 0,0 1-1 0 0,0-1 1 0 0,-1 0 0 0 0,1 0-1 0 0,0 1 1 0 0,0-1 0 0 0,0 0-1 0 0,-1 1 1 0 0,1-1 0 0 0,0 1-1 0 0,-1-1 1 0 0,1 1 0 0 0,1 0-1 0 0,8 8 6 0 0,0 0-1 0 0,0-1 0 0 0,1-1 1 0 0,1 0-1 0 0,-1 0 0 0 0,1-1 1 0 0,21 8-1 0 0,-22-12 10 0 0,-1 0-1 0 0,1-1 1 0 0,-1 0 0 0 0,1 0-1 0 0,0-1 1 0 0,-1-1 0 0 0,1 0 0 0 0,-1 0-1 0 0,1-1 1 0 0,-1 0 0 0 0,0-1-1 0 0,11-4 1 0 0,-2-1 40 0 0,7-1 441 0 0,-22 10-490 0 0,1-1-1 0 0,-1 1 1 0 0,0 0-1 0 0,1 0 1 0 0,-1 1-1 0 0,0-1 1 0 0,0 1-1 0 0,7 4 1 0 0,26 4-4025 0 0,-34-9 2718 0 0</inkml:trace>
</inkml:ink>
</file>

<file path=ppt/ink/ink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28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33 118 572 0 0,'-1'0'241'0'0,"-1"0"0"0"0,0 0 0 0 0,1 0 0 0 0,-1 0 0 0 0,0-1 0 0 0,1 1-1 0 0,-1 0 1 0 0,1-1 0 0 0,-1 0 0 0 0,1 1 0 0 0,-1-1 0 0 0,1 0 0 0 0,-1 0 0 0 0,1 0 0 0 0,-1 0 0 0 0,1 0 0 0 0,0 0 0 0 0,0 0-1 0 0,-1 0 1 0 0,1 0 0 0 0,-1-2 0 0 0,2 2-131 0 0,1 0 0 0 0,-1 0 0 0 0,0 0 0 0 0,0 0 0 0 0,1 0 0 0 0,-1 0 0 0 0,0 0 0 0 0,1 0 0 0 0,-1 0 0 0 0,1 0 0 0 0,-1 0 0 0 0,1 0 0 0 0,0 0 0 0 0,-1 0 0 0 0,1 0 0 0 0,0 1 1 0 0,0-1-1 0 0,-1 0 0 0 0,1 1 0 0 0,0-1 0 0 0,0 0 0 0 0,0 1 0 0 0,1-1 0 0 0,9-6 145 0 0,0 1 0 0 0,1 1 0 0 0,0 0 1 0 0,14-4-1 0 0,133-23-2411 0 0,-101 22-1321 0 0,-17 3 1137 0 0</inkml:trace>
</inkml:ink>
</file>

<file path=ppt/ink/ink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32.8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391 262 272 0 0,'29'-106'5605'0'0,"-28"103"-3912"0"0,-2 9-1601 0 0,0-1 1 0 0,0 1-1 0 0,-1-1 0 0 0,0 1 1 0 0,0-1-1 0 0,0 0 0 0 0,-5 8 0 0 0,-3 10 91 0 0,-194 566 1500 0 0,160-457-1407 0 0,12-47-106 0 0,-34 51 254 0 0,48-115 526 0 0,17-21-923 0 0,1 0 0 0 0,0 0 0 0 0,-1 0 0 0 0,1 0 0 0 0,-1 1 0 0 0,1-1 0 0 0,-1 0 0 0 0,1 0-1 0 0,-1 0 1 0 0,1 0 0 0 0,-1 0 0 0 0,1 0 0 0 0,-1 0 0 0 0,1 0 0 0 0,-1 0 0 0 0,1-1 0 0 0,-1 1 0 0 0,1 0 0 0 0,-1 0 0 0 0,1 0 0 0 0,0 0-1 0 0,-1-1 1 0 0,1 1 0 0 0,-1 0 0 0 0,1 0 0 0 0,0-1 0 0 0,-1 1 0 0 0,1 0 0 0 0,-1-1 0 0 0,-1-2 20 0 0,0 0 1 0 0,1-1 0 0 0,-1 1-1 0 0,1 0 1 0 0,0-1 0 0 0,0 1-1 0 0,0 0 1 0 0,0-1-1 0 0,0 1 1 0 0,1-1 0 0 0,-1-5-1 0 0,1-26 53 0 0,1 0 0 0 0,1 1-1 0 0,2-1 1 0 0,2 1 0 0 0,15-55-1 0 0,70-162 85 0 0,-64 188-145 0 0,3 1 0 0 0,3 1 0 0 0,58-80-1 0 0,-69 111-36 0 0,2 0-1 0 0,2 1 0 0 0,0 1 1 0 0,2 2-1 0 0,1 1 1 0 0,1 1-1 0 0,58-35 0 0 0,-74 52-4 0 0,0-1-1 0 0,0 2 1 0 0,1 0-1 0 0,0 1 1 0 0,1 0-1 0 0,-1 1 1 0 0,1 1-1 0 0,16-2 0 0 0,-28 5 4 0 0,-1 0-1 0 0,1 0 0 0 0,0 0 0 0 0,0 0 0 0 0,0 0 0 0 0,0 1 0 0 0,0 0 0 0 0,0 0 0 0 0,0 0 0 0 0,0 0 1 0 0,-1 0-1 0 0,1 1 0 0 0,0 0 0 0 0,-1 0 0 0 0,1 0 0 0 0,-1 0 0 0 0,0 0 0 0 0,0 1 0 0 0,0-1 0 0 0,0 1 1 0 0,0 0-1 0 0,-1 0 0 0 0,1 0 0 0 0,-1 0 0 0 0,1 1 0 0 0,-1-1 0 0 0,0 1 0 0 0,-1-1 0 0 0,1 1 0 0 0,-1-1 1 0 0,1 1-1 0 0,-1 0 0 0 0,0 0 0 0 0,0 0 0 0 0,-1 0 0 0 0,1 0 0 0 0,-1 4 0 0 0,1 0 2 0 0,-1 0 0 0 0,0 0 0 0 0,0 1 0 0 0,-1-1 0 0 0,0 0 0 0 0,0 0 0 0 0,-1 0 0 0 0,0 0 0 0 0,0 0 0 0 0,-1 0 0 0 0,0-1 0 0 0,-5 9 0 0 0,1-3 1 0 0,-1-1 0 0 0,-1 0 0 0 0,1-1 0 0 0,-2 0 0 0 0,0-1 0 0 0,-15 14 0 0 0,-4-2-2 0 0,0 0 0 0 0,-2-3 0 0 0,0 0 0 0 0,-55 22-1 0 0,57-26-450 0 0,-34 12-375 0 0,59-25-136 0 0,0-1 0 0 0,-1 0-1 0 0,0 0 1 0 0,1-1 0 0 0,-1 1 0 0 0,0-1 0 0 0,-4 0-1 0 0,-5-2-2023 0 0</inkml:trace>
</inkml:ink>
</file>

<file path=ppt/ink/ink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34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0 969 112 0 0,'1'1'116'0'0,"-1"-1"0"0"0,0 0-1 0 0,1 1 1 0 0,-1-1 0 0 0,0 0 0 0 0,1 0 0 0 0,-1 1 0 0 0,1-1-1 0 0,-1 0 1 0 0,0 0 0 0 0,1 0 0 0 0,-1 1 0 0 0,1-1 0 0 0,-1 0-1 0 0,1 0 1 0 0,-1 0 0 0 0,1 0 0 0 0,-1 0 0 0 0,1 0-1 0 0,-1 0 1 0 0,0 0 0 0 0,1 0 0 0 0,-1 0 0 0 0,1 0 0 0 0,-1-1-1 0 0,1 1 1 0 0,-1 0 0 0 0,0 0 0 0 0,1 0 0 0 0,-1-1 0 0 0,1 1-1 0 0,59-58 1075 0 0,-4-3-1 0 0,-2-2 0 0 0,49-76 0 0 0,-62 79-1025 0 0,-2-3 0 0 0,-3-1 0 0 0,-3-1-1 0 0,43-121 1 0 0,-62 145 87 0 0,-3 0 0 0 0,13-80-1 0 0,-24 121-243 0 0,1-1 0 0 0,-1 1 0 0 0,0 0 0 0 0,0 0 0 0 0,0 0 0 0 0,0-1 0 0 0,0 1 1 0 0,0 0-1 0 0,0 0 0 0 0,0-1 0 0 0,0 1 0 0 0,0 0 0 0 0,0 0 0 0 0,0-1 0 0 0,0 1 0 0 0,0 0 0 0 0,0 0 0 0 0,0-1 0 0 0,0 1 0 0 0,0 0 0 0 0,0 0 0 0 0,-1 0 0 0 0,1-1 0 0 0,0 1 0 0 0,0 0 0 0 0,0 0 0 0 0,0 0 0 0 0,0-1 0 0 0,-1 1 0 0 0,1 0 0 0 0,0 0 0 0 0,0 0 0 0 0,0 0 0 0 0,-1-1 0 0 0,1 1 0 0 0,0 0 0 0 0,0 0 0 0 0,0 0 1 0 0,-1 0-1 0 0,1 0 0 0 0,0 0 0 0 0,0 0 0 0 0,-1 0 0 0 0,1 0 0 0 0,0 0 0 0 0,0 0 0 0 0,-1 0 0 0 0,-14 7 66 0 0,-12 19-52 0 0,6 6 21 0 0,2 0 1 0 0,1 1 0 0 0,1 0 0 0 0,-16 51 0 0 0,-32 149 89 0 0,60-208-117 0 0,1 1 1 0 0,0-1-1 0 0,3 1 1 0 0,0 0 0 0 0,1 0-1 0 0,2 0 1 0 0,7 43-1 0 0,-7-57-6 0 0,1-1-1 0 0,0 0 0 0 0,1 0 1 0 0,0 0-1 0 0,1 0 0 0 0,0-1 1 0 0,0 1-1 0 0,1-1 0 0 0,1-1 1 0 0,-1 1-1 0 0,2-1 0 0 0,-1 0 1 0 0,1-1-1 0 0,1 0 0 0 0,-1 0 1 0 0,1-1-1 0 0,1 0 0 0 0,-1 0 1 0 0,17 8-1 0 0,-9-9 0 0 0,-1 0 0 0 0,1-1 1 0 0,1-1-1 0 0,-1 0 0 0 0,0-1 0 0 0,1-1 0 0 0,0-1 0 0 0,0 0 1 0 0,-1-1-1 0 0,1-1 0 0 0,0-1 0 0 0,-1-1 0 0 0,19-4 1 0 0,-1-2 8 0 0,0-2 0 0 0,-2-1 0 0 0,1-2 1 0 0,-1-1-1 0 0,42-26 0 0 0,-55 28-6 0 0,0 0 0 0 0,-1-1 0 0 0,-1-1 0 0 0,24-25 0 0 0,-35 33-5 0 0,-1-1 0 0 0,0 0 0 0 0,0 1 0 0 0,-1-2 0 0 0,1 1 0 0 0,-2-1 0 0 0,0 0 0 0 0,0 0 0 0 0,0 0 0 0 0,-1 0 0 0 0,0-1 0 0 0,-1 1 0 0 0,1-11 0 0 0,-3 19 4 0 0,1-1 0 0 0,-1 0 0 0 0,0 1 0 0 0,0-1 0 0 0,0 1 0 0 0,0-1 0 0 0,0 1 0 0 0,-1-1 0 0 0,1 0 0 0 0,0 1 0 0 0,-1-1 0 0 0,1 1 0 0 0,-1-1 0 0 0,0 1 0 0 0,1 0 0 0 0,-1-1 0 0 0,0 1 0 0 0,0 0 0 0 0,0-1 0 0 0,0 1 0 0 0,0 0 0 0 0,0 0 0 0 0,0 0 0 0 0,0 0 0 0 0,-3-2 0 0 0,1 2 2 0 0,0 0 0 0 0,0 0 0 0 0,0 0 0 0 0,0 0 0 0 0,0 1 0 0 0,0-1 0 0 0,0 1 0 0 0,0 0 0 0 0,0 0-1 0 0,-1 0 1 0 0,1 0 0 0 0,-4 1 0 0 0,-5 1 15 0 0,1 1-1 0 0,-1 0 1 0 0,1 0 0 0 0,-1 2-1 0 0,-20 10 1 0 0,27-12-20 0 0,0 1 1 0 0,0 0-1 0 0,0 0 0 0 0,0 0 1 0 0,1 0-1 0 0,0 1 1 0 0,0 0-1 0 0,0 0 0 0 0,0 0 1 0 0,1 0-1 0 0,0 0 0 0 0,0 1 1 0 0,0 0-1 0 0,1-1 0 0 0,0 1 1 0 0,0 0-1 0 0,0 0 0 0 0,-1 8 1 0 0,3-10-4 0 0,-1 1 0 0 0,1-1 0 0 0,0 0 0 0 0,0 1 0 0 0,1-1 0 0 0,-1 0 0 0 0,1 1 0 0 0,0-1 0 0 0,0 0 0 0 0,0 0 0 0 0,0 0 0 0 0,1 0 0 0 0,0 0 0 0 0,0 0 0 0 0,0 0 0 0 0,0 0 0 0 0,1-1 0 0 0,-1 1 0 0 0,1-1 0 0 0,0 0 0 0 0,0 0-1 0 0,0 0 1 0 0,0 0 0 0 0,1 0 0 0 0,-1-1 0 0 0,8 5 0 0 0,9 2 9 0 0,-1 0 0 0 0,1-1-1 0 0,1-1 1 0 0,0 0 0 0 0,0-2-1 0 0,35 5 1 0 0,1-5-3 0 0,76-4 0 0 0,-79-4-32 0 0,-1-3-1 0 0,1-2 1 0 0,-1-3-1 0 0,86-29 0 0 0,-116 32 2 0 0,0 0 1 0 0,-1-2-1 0 0,39-23 0 0 0,-55 29 36 0 0,1-1 1 0 0,-1 1 0 0 0,0-1 0 0 0,0 0 0 0 0,-1-1 0 0 0,1 1-1 0 0,-1-1 1 0 0,-1 0 0 0 0,1-1 0 0 0,-1 1 0 0 0,0-1-1 0 0,0 0 1 0 0,-1 0 0 0 0,0 0 0 0 0,4-12 0 0 0,-7 17 22 0 0,0 0-1 0 0,0-1 1 0 0,0 1 0 0 0,0-1-1 0 0,0 1 1 0 0,0 0 0 0 0,0-1-1 0 0,-1 1 1 0 0,1 0 0 0 0,-1-1 0 0 0,0 1-1 0 0,0 0 1 0 0,0 0 0 0 0,0 0-1 0 0,-2-4 1 0 0,-5-19 508 0 0,8 25-546 0 0,0 0 1 0 0,0 0-1 0 0,0 0 1 0 0,-1-1 0 0 0,1 1-1 0 0,0 0 1 0 0,0 0 0 0 0,0 0-1 0 0,0-1 1 0 0,0 1-1 0 0,0 0 1 0 0,0 0 0 0 0,0 0-1 0 0,-1 0 1 0 0,1 0 0 0 0,0-1-1 0 0,0 1 1 0 0,0 0-1 0 0,0 0 1 0 0,0 0 0 0 0,-1 0-1 0 0,1 0 1 0 0,0 0 0 0 0,0 0-1 0 0,0 0 1 0 0,-1-1-1 0 0,1 1 1 0 0,0 0 0 0 0,0 0-1 0 0,0 0 1 0 0,-1 0 0 0 0,1 0-1 0 0,0 0 1 0 0,0 0-1 0 0,0 0 1 0 0,-1 0 0 0 0,1 0-1 0 0,0 0 1 0 0,0 0 0 0 0,0 1-1 0 0,0-1 1 0 0,-1 0-1 0 0,1 0 1 0 0,0 0 0 0 0,0 0-1 0 0,-1 0 1 0 0,-15 8 36 0 0,-12 9 10 0 0,27-16-47 0 0,-51 44 13 0 0,51-44-3 0 0,-6 7-1 0 0,1 0-1 0 0,-1 0 1 0 0,2 0 0 0 0,-1 1-1 0 0,-6 13 1 0 0,12-22-12 0 0,-2 4 4 0 0,0-1 0 0 0,1 0 0 0 0,-1 0 0 0 0,1 0 0 0 0,0 1 0 0 0,0-1 0 0 0,0 1 0 0 0,0-1 0 0 0,1 1 1 0 0,0-1-1 0 0,-1 1 0 0 0,1 0 0 0 0,0-1 0 0 0,1 1 0 0 0,-1-1 0 0 0,1 1 0 0 0,-1-1 0 0 0,1 1 0 0 0,0-1 0 0 0,0 1 0 0 0,3 5 0 0 0,-2-7 2 0 0,0 0 0 0 0,-1 0 0 0 0,1 0 0 0 0,0 0-1 0 0,0 0 1 0 0,0 0 0 0 0,0-1 0 0 0,1 1 0 0 0,-1-1-1 0 0,0 1 1 0 0,1-1 0 0 0,-1 0 0 0 0,1 0 0 0 0,-1 0 0 0 0,1 0-1 0 0,0 0 1 0 0,-1-1 0 0 0,1 1 0 0 0,2 0 0 0 0,1-1 4 0 0,-1 0 1 0 0,0-1 0 0 0,0 1 0 0 0,0-1 0 0 0,0 0 0 0 0,0-1 0 0 0,0 1 0 0 0,-1-1-1 0 0,9-3 1 0 0,-3 0-2 0 0,-1-1 0 0 0,0 1 0 0 0,0-1 0 0 0,-1-1 0 0 0,0 1 0 0 0,0-2 0 0 0,0 1-1 0 0,-1-1 1 0 0,8-10 0 0 0,7-28 20 0 0,-17 35-52 0 0,-15 32 17 0 0,9-19 9 0 0,0 1 0 0 0,0 0-1 0 0,0-1 1 0 0,0 1 0 0 0,0 0 0 0 0,1 0 0 0 0,-1 0 0 0 0,1 0 0 0 0,0 0-1 0 0,-1-1 1 0 0,2 1 0 0 0,-1 0 0 0 0,0 0 0 0 0,0 0 0 0 0,2 5-1 0 0,0 2 7 0 0,-2-10-5 0 0,0 1 1 0 0,0-1 0 0 0,1 1-1 0 0,-1-1 1 0 0,0 1-1 0 0,1-1 1 0 0,-1 1 0 0 0,0-1-1 0 0,1 1 1 0 0,-1-1 0 0 0,1 1-1 0 0,-1-1 1 0 0,1 0-1 0 0,-1 1 1 0 0,1-1 0 0 0,-1 0-1 0 0,1 1 1 0 0,-1-1 0 0 0,1 0-1 0 0,-1 0 1 0 0,1 1-1 0 0,0-1 1 0 0,-1 0 0 0 0,1 0-1 0 0,-1 0 1 0 0,1 0 0 0 0,0 0-1 0 0,-1 0 1 0 0,1 0-1 0 0,-1 0 1 0 0,1 0 0 0 0,0 0-1 0 0,-1 0 1 0 0,2-1 0 0 0,21-4 30 0 0,-22 5-31 0 0,73-27 59 0 0,-38 13-51 0 0,63-15 1 0 0,-87 26-14 0 0,-1 2 1 0 0,0-1-1 0 0,1 1 0 0 0,-1 1 0 0 0,1 0 1 0 0,-1 1-1 0 0,0 0 0 0 0,1 0 0 0 0,-1 2 0 0 0,13 3 1 0 0,-20-5 0 0 0,-1 0 0 0 0,1 0 0 0 0,-1 1 0 0 0,0 0 0 0 0,0-1 0 0 0,0 1 0 0 0,0 0 0 0 0,0 0 0 0 0,0 1 0 0 0,0-1 0 0 0,-1 1 0 0 0,1-1 0 0 0,-1 1 1 0 0,0 0-1 0 0,1 0 0 0 0,-1 0 0 0 0,-1 0 0 0 0,1 0 0 0 0,0 0 0 0 0,-1 1 0 0 0,2 4 0 0 0,-2-5 5 0 0,-1 1-1 0 0,0-1 1 0 0,0 0-1 0 0,0 1 1 0 0,-1-1 0 0 0,1 0-1 0 0,-1 0 1 0 0,0 0-1 0 0,0 1 1 0 0,0-1 0 0 0,0 0-1 0 0,0 0 1 0 0,0 0-1 0 0,-1 0 1 0 0,0-1 0 0 0,0 1-1 0 0,1 0 1 0 0,-1-1-1 0 0,-1 1 1 0 0,1-1 0 0 0,0 0-1 0 0,-1 1 1 0 0,1-1-1 0 0,-1 0 1 0 0,0-1 0 0 0,-3 3-1 0 0,-37 23 704 0 0,42-26-270 0 0,-9 3 37 0 0,4-2-2978 0 0</inkml:trace>
</inkml:ink>
</file>

<file path=ppt/ink/ink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36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264 458 420 0 0,'32'-39'4639'0'0,"-31"38"-4215"0"0,-1-10 955 0 0,1 9-1247 0 0,-1 1 0 0 0,0 0 0 0 0,1-1 0 0 0,-1 1-1 0 0,0-1 1 0 0,0 1 0 0 0,0 0 0 0 0,0-1 0 0 0,0 1 0 0 0,0 0 0 0 0,0-1 0 0 0,0 1 0 0 0,-1 0 0 0 0,1-1 0 0 0,0 1 0 0 0,-1 0 0 0 0,1-1-1 0 0,-1 1 1 0 0,1 0 0 0 0,-2-2 0 0 0,-1 0-48 0 0,0 1 0 0 0,0-1 1 0 0,0 1-1 0 0,0 0 0 0 0,0 0 0 0 0,-1 0 0 0 0,1 1 0 0 0,-1-1 0 0 0,1 1 0 0 0,-1-1 1 0 0,1 1-1 0 0,-1 1 0 0 0,0-1 0 0 0,0 0 0 0 0,-5 0 0 0 0,1 1 3 0 0,0 1 0 0 0,-1-1-1 0 0,1 2 1 0 0,0-1-1 0 0,0 1 1 0 0,-16 5 0 0 0,10-2-23 0 0,1 1 0 0 0,0 1 0 0 0,0 0 1 0 0,0 0-1 0 0,1 1 0 0 0,0 1 1 0 0,1 0-1 0 0,-12 12 0 0 0,18-16-21 0 0,0 2 0 0 0,1-1 0 0 0,-1 0 1 0 0,1 1-1 0 0,-5 11 0 0 0,8-17-38 0 0,1 0-1 0 0,-1 0 1 0 0,1 0 0 0 0,-1 1 0 0 0,1-1 0 0 0,-1 0 0 0 0,1 0-1 0 0,0 0 1 0 0,0 1 0 0 0,-1-1 0 0 0,1 0 0 0 0,0 0 0 0 0,0 1-1 0 0,0-1 1 0 0,1 0 0 0 0,-1 0 0 0 0,0 1 0 0 0,0-1-1 0 0,1 0 1 0 0,-1 0 0 0 0,0 1 0 0 0,1-1 0 0 0,0 0 0 0 0,-1 0-1 0 0,1 0 1 0 0,-1 0 0 0 0,1 0 0 0 0,0 0 0 0 0,0 0 0 0 0,0 0-1 0 0,0 0 1 0 0,0 0 0 0 0,0-1 0 0 0,0 1 0 0 0,0 0 0 0 0,0 0-1 0 0,0-1 1 0 0,0 1 0 0 0,0-1 0 0 0,0 1 0 0 0,0-1 0 0 0,1 1-1 0 0,-1-1 1 0 0,0 0 0 0 0,0 0 0 0 0,1 0 0 0 0,-1 1 0 0 0,0-1-1 0 0,2-1 1 0 0,19 3 18 0 0,-1-2 0 0 0,1 0 0 0 0,-1-2 0 0 0,0 0 0 0 0,1-2-1 0 0,-1 0 1 0 0,-1-1 0 0 0,1-1 0 0 0,-1-1 0 0 0,0-1 0 0 0,0-1 0 0 0,26-15 0 0 0,-46 23-19 0 0,28-7-51 0 0,138 28 104 0 0,-161-20-58 0 0,1 0 1 0 0,-1 0 0 0 0,1-1 0 0 0,-1 1 0 0 0,1-1 0 0 0,-1 0 0 0 0,0 0 0 0 0,1-1 0 0 0,-1 0 0 0 0,0 0 0 0 0,9-5 0 0 0,-2 0 5 0 0,-1-2 0 0 0,1 0-1 0 0,11-11 1 0 0,23-20 43 0 0,-29 28-102 0 0,-16 11 32 0 0,1-3-3 0 0,17 10-34 0 0,-17-5 56 0 0,0 0 1 0 0,-1 0-1 0 0,1 1 0 0 0,-1-1 0 0 0,0 1 1 0 0,1-1-1 0 0,-1 1 0 0 0,0 0 0 0 0,0-1 1 0 0,0 1-1 0 0,0 0 0 0 0,0 0 0 0 0,0 0 0 0 0,0-1 1 0 0,0 5-1 0 0,0-4 4 0 0,0 1 0 0 0,0-1 1 0 0,0 1-1 0 0,0-1 0 0 0,0 0 0 0 0,0 1 0 0 0,1-1 1 0 0,-1 0-1 0 0,5 4 0 0 0,-3-4 5 0 0,1 1 0 0 0,-1-1 0 0 0,1 0 0 0 0,0 0-1 0 0,0 0 1 0 0,0-1 0 0 0,0 1 0 0 0,1-1 0 0 0,-1 0 0 0 0,0 0 0 0 0,8 0-1 0 0,57-1 15 0 0,-16 0-8 0 0,-27 1-10 0 0,0 0 0 0 0,0-2 0 0 0,0-1 1 0 0,-1-1-1 0 0,32-7 0 0 0,-44 6 0 0 0,1 1-1 0 0,-1-2 1 0 0,0 1-1 0 0,0-2 1 0 0,-1 0-1 0 0,0 0 1 0 0,0-1-1 0 0,0-1 1 0 0,-1 0 0 0 0,0-1-1 0 0,13-12 1 0 0,-18 14 0 0 0,-1 1 1 0 0,0-1-1 0 0,-1-1 1 0 0,0 1 0 0 0,0-1-1 0 0,0 1 1 0 0,-1-1 0 0 0,0 0-1 0 0,0 0 1 0 0,-1-1-1 0 0,0 1 1 0 0,-1 0 0 0 0,0-1-1 0 0,0 1 1 0 0,-1-1 0 0 0,-1-13-1 0 0,-1-3 230 0 0,-2 0 1 0 0,-1 1-1 0 0,0 0 0 0 0,-13-32 0 0 0,16 51-82 0 0,0 0 1 0 0,0 0-1 0 0,0 1 0 0 0,-1-1 0 0 0,1 1 1 0 0,-6-7-1 0 0,7 12-143 0 0,0 0-1 0 0,0 0 1 0 0,0 0 0 0 0,0 0 0 0 0,0 0-1 0 0,0 0 1 0 0,1 0 0 0 0,-1 0-1 0 0,0 0 1 0 0,1 0 0 0 0,-1 0 0 0 0,1 0-1 0 0,-1 0 1 0 0,1 1 0 0 0,-1-1-1 0 0,1 0 1 0 0,0 0 0 0 0,0 1 0 0 0,0-1-1 0 0,-1 0 1 0 0,1 1 0 0 0,0-1-1 0 0,1 0 1 0 0,-1 0 0 0 0,0 1 0 0 0,0-1-1 0 0,1 0 1 0 0,-1 1 0 0 0,1 1-1 0 0,7 42 98 0 0,42 95 145 0 0,-1-2-1025 0 0,-48-135 432 0 0,8 37-677 0 0,-6-10-6733 0 0,-3-16 4435 0 0</inkml:trace>
</inkml:ink>
</file>

<file path=ppt/ink/ink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37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99 896 0 0,'-2'-15'2376'0'0,"2"12"-2206"0"0,1 0 0 0 0,0 0 0 0 0,0 0 0 0 0,0 0-1 0 0,1 0 1 0 0,-1 0 0 0 0,0 1 0 0 0,1-1 0 0 0,0 0 0 0 0,0 1 0 0 0,0-1 0 0 0,0 1 0 0 0,0 0 0 0 0,0 0 0 0 0,1 0 0 0 0,3-3 0 0 0,1 1 58 0 0,0 0 1 0 0,0 0-1 0 0,0 1 0 0 0,0 0 1 0 0,0 1-1 0 0,12-4 0 0 0,4 2-399 0 0,-1 1-1 0 0,1 1 1 0 0,40 1-1 0 0,-25 4-3317 0 0,-19-1 1473 0 0</inkml:trace>
</inkml:ink>
</file>

<file path=ppt/ink/ink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38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81 580 0 0,'0'0'3951'0'0,"2"6"-3646"0"0,6 12 529 0 0,-1 0-1 0 0,8 38 1 0 0,-15-56-788 0 0,0 0 0 0 0,0 0 0 0 0,0 1 0 0 0,0-1 1 0 0,0 0-1 0 0,0 1 0 0 0,0-1 0 0 0,1 0 0 0 0,-1 0 0 0 0,0 1 0 0 0,0-1 0 0 0,0 0 0 0 0,0 0 0 0 0,0 1 0 0 0,0-1 0 0 0,1 0 0 0 0,-1 0 0 0 0,0 1 0 0 0,0-1 0 0 0,0 0 0 0 0,1 0 0 0 0,-1 0 0 0 0,0 0 0 0 0,0 1 0 0 0,1-1 0 0 0,-1 0 0 0 0,0 0 0 0 0,0 0 0 0 0,1 0 0 0 0,-1 0 1 0 0,0 0-1 0 0,0 1 0 0 0,1-1 0 0 0,-1 0 0 0 0,0 0 0 0 0,1 0 0 0 0,-1 0 0 0 0,0 0 0 0 0,14-8 774 0 0,23-29-718 0 0,-9 9 141 0 0,-25 26-231 0 0,0 0 0 0 0,0 0-1 0 0,1 0 1 0 0,-1 1-1 0 0,1-1 1 0 0,-1 1 0 0 0,1 0-1 0 0,0 0 1 0 0,-1 0 0 0 0,1 0-1 0 0,0 1 1 0 0,0 0-1 0 0,0-1 1 0 0,6 2 0 0 0,1 0 2 0 0,-1 2 1 0 0,1-1-1 0 0,17 8 1 0 0,-18-7-12 0 0,1 1 0 0 0,-1-1 0 0 0,0-1 0 0 0,19 3 0 0 0,-7-4 10 0 0,-1-2 1 0 0,1 0 0 0 0,-1-1 0 0 0,32-6 0 0 0,-44 5-7 0 0,1 1 1 0 0,-1-1-1 0 0,0-1 0 0 0,0 0 1 0 0,0 0-1 0 0,0-1 1 0 0,-1 0-1 0 0,0 0 0 0 0,0-1 1 0 0,0 0-1 0 0,13-14 1 0 0,-19 18 45 0 0,0-1 1 0 0,0 0-1 0 0,-1 1 1 0 0,1-1-1 0 0,-1 0 1 0 0,0 0 0 0 0,1 0-1 0 0,-1 0 1 0 0,-1 0-1 0 0,1 0 1 0 0,0-3-1 0 0,-1 4 461 0 0,-3-3-290 0 0,3 5-219 0 0,0 0 0 0 0,0-1 1 0 0,0 1-1 0 0,0-1 0 0 0,0 1 0 0 0,0 0 0 0 0,0 0 1 0 0,0-1-1 0 0,0 1 0 0 0,-1 0 0 0 0,1-1 0 0 0,0 1 0 0 0,0 0 1 0 0,0-1-1 0 0,0 1 0 0 0,-1 0 0 0 0,1 0 0 0 0,0-1 1 0 0,0 1-1 0 0,-1 0 0 0 0,1 0 0 0 0,0-1 0 0 0,0 1 0 0 0,-1 0 1 0 0,1 0-1 0 0,0 0 0 0 0,-1 0 0 0 0,1 0 0 0 0,0-1 1 0 0,-1 1-1 0 0,1 0 0 0 0,-1 0 0 0 0,-2 0 16 0 0,0 0-1 0 0,-1 0 1 0 0,1 1 0 0 0,0-1-1 0 0,0 1 1 0 0,0 0 0 0 0,-1 0-1 0 0,1 0 1 0 0,0 0 0 0 0,0 1-1 0 0,1-1 1 0 0,-1 1 0 0 0,0-1-1 0 0,0 1 1 0 0,1 0 0 0 0,-1 0-1 0 0,1 0 1 0 0,-1 1 0 0 0,1-1-1 0 0,0 1 1 0 0,0-1-1 0 0,0 1 1 0 0,0 0 0 0 0,1-1-1 0 0,-1 1 1 0 0,1 0 0 0 0,0 0-1 0 0,0 0 1 0 0,0 0 0 0 0,0 0-1 0 0,0 1 1 0 0,0-1 0 0 0,1 0-1 0 0,0 0 1 0 0,-1 1 0 0 0,1-1-1 0 0,1 0 1 0 0,-1 0 0 0 0,1 5-1 0 0,0-7 0 0 0,-2 1-15 0 0,1-1 0 0 0,0 1 0 0 0,1-1 0 0 0,-1 0 0 0 0,0 1 0 0 0,0-1 0 0 0,1 0 0 0 0,-1 1 1 0 0,0-1-1 0 0,1 0 0 0 0,0 1 0 0 0,-1-1 0 0 0,1 0 0 0 0,0 0 0 0 0,-1 0 0 0 0,1 1 1 0 0,0-1-1 0 0,0 0 0 0 0,0 0 0 0 0,0 0 0 0 0,0-1 0 0 0,0 1 0 0 0,3 2 0 0 0,-2-2 4 0 0,1 0-1 0 0,0 0 0 0 0,0 0 1 0 0,1 0-1 0 0,-1-1 0 0 0,0 1 1 0 0,0-1-1 0 0,0 1 0 0 0,0-1 1 0 0,4-1-1 0 0,9 0 7 0 0,-1-1-1 0 0,0-1 1 0 0,20-6-1 0 0,-35 8-14 0 0,69-21 21 0 0,-35 9-37 0 0,0 3-1 0 0,58-11 1 0 0,-83 19 14 0 0,0 1 1 0 0,0 1-1 0 0,0-1 1 0 0,0 2 0 0 0,0-1-1 0 0,0 1 1 0 0,0 0-1 0 0,0 1 1 0 0,0 0-1 0 0,0 1 1 0 0,-1 0-1 0 0,1 0 1 0 0,-1 0-1 0 0,0 1 1 0 0,10 7-1 0 0,-14-8-2 0 0,0 0 0 0 0,-1 0-1 0 0,0 1 1 0 0,0-1 0 0 0,0 1-1 0 0,5 8 1 0 0,-2-4 13 0 0,-6-7 2 0 0,1 0-9 0 0,-1-1 0 0 0,0 1 0 0 0,0-1 1 0 0,0 0-1 0 0,1 1 0 0 0,-1-1 0 0 0,0 1 0 0 0,0-1 0 0 0,1 0 0 0 0,-1 1 0 0 0,0-1 0 0 0,1 0 0 0 0,-1 0 0 0 0,1 1 0 0 0,-1-1 0 0 0,0 0 0 0 0,1 0 1 0 0,-1 0-1 0 0,1 1 0 0 0,-1-1 0 0 0,0 0 0 0 0,1 0 0 0 0,-1 0 0 0 0,1 0 0 0 0,-1 0 0 0 0,1 0 0 0 0,0 0 0 0 0,83-26 22 0 0,-54 16-27 0 0,0 0 0 0 0,40-6 0 0 0,-51 14-6 0 0,0 0 0 0 0,0 1 0 0 0,35 2-1 0 0,-50-1 10 0 0,0 1 0 0 0,0-1 0 0 0,-1 0 0 0 0,1 1 0 0 0,0 0 0 0 0,0 0 0 0 0,-1 0 0 0 0,1 0 0 0 0,-1 1 0 0 0,1-1 0 0 0,-1 1 0 0 0,0 0 0 0 0,1 0 0 0 0,-1 0 0 0 0,0 0 0 0 0,0 1-1 0 0,-1-1 1 0 0,1 1 0 0 0,0-1 0 0 0,-1 1 0 0 0,0 0 0 0 0,1 0 0 0 0,-1 1 0 0 0,0-1 0 0 0,-1 0 0 0 0,3 6 0 0 0,-3-6 7 0 0,-1 0 0 0 0,1 1 0 0 0,-1-1 0 0 0,0 1 0 0 0,0-1 0 0 0,0 1 0 0 0,0-1-1 0 0,-1 0 1 0 0,1 1 0 0 0,-1-1 0 0 0,0 0 0 0 0,0 1 0 0 0,0-1 0 0 0,-1 0 0 0 0,1 0 0 0 0,-1 0 0 0 0,1 0 0 0 0,-1 0 0 0 0,0 0 0 0 0,-3 3 0 0 0,-20 18-1662 0 0,0-8-4219 0 0,17-10 2519 0 0</inkml:trace>
</inkml:ink>
</file>

<file path=ppt/ink/ink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39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216 295 184 0 0,'-6'-18'877'0'0,"5"15"1564"0"0,4-52 6386 0 0,-3 54-8789 0 0,-1 0 1 0 0,1 1-1 0 0,0-1 0 0 0,-1 0 0 0 0,1 1 0 0 0,-1-1 1 0 0,1 1-1 0 0,-1-1 0 0 0,0 1 0 0 0,1-1 0 0 0,-1 1 1 0 0,1-1-1 0 0,-1 1 0 0 0,0 0 0 0 0,0-1 0 0 0,1 1 1 0 0,-1 0-1 0 0,0 0 0 0 0,-1-1 0 0 0,-13 5 77 0 0,1 1-1 0 0,-1 0 1 0 0,1 1-1 0 0,0 1 1 0 0,1 0-1 0 0,-1 1 1 0 0,2 0-1 0 0,-1 1 1 0 0,-20 19 0 0 0,29-25-99 0 0,0 1 0 0 0,1 0 0 0 0,-1 0 0 0 0,1 1 0 0 0,0-1 0 0 0,0 0 0 0 0,0 1 0 0 0,1 0 0 0 0,0 0 0 0 0,0 0 0 0 0,0 0 0 0 0,0 0 0 0 0,1 0 0 0 0,0 0 0 0 0,0 1 0 0 0,0-1 0 0 0,0 0 0 0 0,1 1 0 0 0,0-1 0 0 0,0 0 0 0 0,1 1 0 0 0,0-1 0 0 0,0 0 0 0 0,0 1 0 0 0,0-1 0 0 0,1 0 0 0 0,0 0 0 0 0,0 0 0 0 0,0 0 0 0 0,0-1 0 0 0,6 9 0 0 0,-5-9-6 0 0,0 0 0 0 0,0 0 0 0 0,1 0 0 0 0,-1-1 0 0 0,1 1 0 0 0,-1-1 0 0 0,1 0 0 0 0,0 0 0 0 0,1 0 0 0 0,-1 0 0 0 0,0-1 0 0 0,1 0 0 0 0,-1 0 0 0 0,1 0 0 0 0,0-1 0 0 0,0 1 0 0 0,0-1 0 0 0,-1 0 0 0 0,1 0 0 0 0,0-1 0 0 0,0 0 0 0 0,0 1 0 0 0,7-2 0 0 0,-3 0 2 0 0,0 0 0 0 0,0-1 1 0 0,0 0-1 0 0,0 0 1 0 0,0-1-1 0 0,-1 0 0 0 0,1-1 1 0 0,-1 0-1 0 0,0 0 1 0 0,0-1-1 0 0,13-9 0 0 0,-16 7-9 0 0,1 1 0 0 0,-1-1 0 0 0,-1 0 0 0 0,1 0-1 0 0,-1-1 1 0 0,-1 1 0 0 0,1-1 0 0 0,-1 0 0 0 0,0 0-1 0 0,-1 0 1 0 0,0 0 0 0 0,0-1 0 0 0,-1 1 0 0 0,0-12-1 0 0,3 3-7 0 0,-5 13 4 0 0,-5-14-17 0 0,1 6-138 0 0,7 20 123 0 0,10 12 52 0 0,3-9-29 0 0,-3-6 16 0 0,0-1 0 0 0,0 0 0 0 0,1-1-1 0 0,-1-1 1 0 0,1 0 0 0 0,0-1 0 0 0,0 0-1 0 0,0-1 1 0 0,0 0 0 0 0,23-4 0 0 0,-18 1-2 0 0,1-1 0 0 0,0 0-1 0 0,-1-2 1 0 0,0 0 0 0 0,0-1 0 0 0,27-15 0 0 0,-29 12 54 0 0,-1-1 0 0 0,0-1 0 0 0,0 0-1 0 0,-2-1 1 0 0,1-1 0 0 0,-2 0 0 0 0,0 0 0 0 0,0-2-1 0 0,-2 1 1 0 0,0-1 0 0 0,0-1 0 0 0,-2 0 0 0 0,0 0 0 0 0,-1 0-1 0 0,-1-1 1 0 0,0 0 0 0 0,3-23 0 0 0,-8 39 101 0 0,-2 10-140 0 0,2 45 12 0 0,2 0-1 0 0,2-1 1 0 0,15 66-1 0 0,11 98-1 0 0,-30-131-11 0 0,-3 1 0 0 0,-4-1 0 0 0,-4-1 1 0 0,-4 0-1 0 0,-3 0 0 0 0,-36 104 0 0 0,45-163-4 0 0,-1-1 0 0 0,-1 0 0 0 0,-1-1 0 0 0,-14 23-1 0 0,22-40-5 0 0,-1-1 0 0 0,1 1-1 0 0,-1-1 1 0 0,0 0-1 0 0,-1 0 1 0 0,1-1-1 0 0,-1 1 1 0 0,0-1-1 0 0,0 0 1 0 0,0 0-1 0 0,0-1 1 0 0,-1 0-1 0 0,0 1 1 0 0,1-2-1 0 0,-1 1 1 0 0,0-1-1 0 0,0 0 1 0 0,-1 0-1 0 0,1 0 1 0 0,0-1-1 0 0,-8 0 1 0 0,10-1-3 0 0,-1-1 0 0 0,0 1 0 0 0,0-1 0 0 0,1-1 0 0 0,-1 1 0 0 0,1-1 1 0 0,-1 1-1 0 0,1-1 0 0 0,0-1 0 0 0,0 1 0 0 0,0-1 0 0 0,0 1 0 0 0,0-1 0 0 0,0 0 1 0 0,1-1-1 0 0,-1 1 0 0 0,1 0 0 0 0,0-1 0 0 0,0 0 0 0 0,0 0 0 0 0,1 0 1 0 0,-1 0-1 0 0,1 0 0 0 0,0 0 0 0 0,0-1 0 0 0,1 1 0 0 0,-1-1 0 0 0,0-5 1 0 0,-2-3-1 0 0,0-1 1 0 0,2 0 0 0 0,-1 0 0 0 0,2 0 0 0 0,0 0 0 0 0,1-1 0 0 0,0 1 0 0 0,3-17 0 0 0,0 14-8 0 0,1 0 0 0 0,1 0 0 0 0,0 0 0 0 0,1 1 0 0 0,1 0-1 0 0,1 0 1 0 0,0 0 0 0 0,1 1 0 0 0,12-15 0 0 0,-5 10-3 0 0,1 1 1 0 0,0 0 0 0 0,2 2-1 0 0,0 0 1 0 0,36-24-1 0 0,-14 16-130 0 0,2 1-1 0 0,1 2 0 0 0,0 3 0 0 0,1 1 0 0 0,1 2 0 0 0,54-11 0 0 0,82-5-933 0 0,-124 25 525 0 0,0-3 1 0 0,-1-3-1 0 0,67-24 1 0 0,-101 28 380 0 0,0-2-1 0 0,-1-1 1 0 0,0-1 0 0 0,-1 0 0 0 0,-1-2 0 0 0,0 0-1 0 0,-1-2 1 0 0,-1 0 0 0 0,0 0 0 0 0,25-35 0 0 0,-25 26 403 0 0,-1 0 0 0 0,-1-2 1 0 0,-1 1-1 0 0,-2-2 0 0 0,-1 0 1 0 0,-1 0-1 0 0,-1-1 1 0 0,5-34-1 0 0,-10 31 1547 0 0,-14 51-699 0 0,-16 56-365 0 0,24-70-719 0 0,-19 57 296 0 0,-4 11 24 0 0,2 1 0 0 0,4 1 0 0 0,-12 103 0 0 0,23 68-1481 0 0,7-199-1700 0 0,0-44 1811 0 0</inkml:trace>
</inkml:ink>
</file>

<file path=ppt/ink/ink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0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1 767 52 0 0,'28'-23'794'0'0,"1"1"0"0"0,1 2 0 0 0,62-32 0 0 0,17-11 739 0 0,-72 38-873 0 0,-1 0 0 0 0,-1-3 0 0 0,35-36 1 0 0,-55 49-431 0 0,-1-1 0 0 0,-1-1 0 0 0,0 0 1 0 0,-2-1-1 0 0,0-1 0 0 0,0 1 1 0 0,-2-2-1 0 0,11-30 0 0 0,-9 16 538 0 0,11-58 0 0 0,-20 82-536 0 0,-1 0 1 0 0,0 0-1 0 0,-1 0 1 0 0,0-1-1 0 0,-1 1 1 0 0,0 0-1 0 0,0 0 1 0 0,-1 0-1 0 0,0 0 1 0 0,-5-13-1 0 0,6 23-217 0 0,1-1-1 0 0,0 1 1 0 0,-1 0-1 0 0,1-1 1 0 0,-1 1-1 0 0,1 0 1 0 0,0-1-1 0 0,-1 1 1 0 0,1 0-1 0 0,-1-1 1 0 0,1 1-1 0 0,-1 0 0 0 0,1 0 1 0 0,-1 0-1 0 0,0 0 1 0 0,1-1-1 0 0,-1 1 1 0 0,1 0-1 0 0,-1 0 1 0 0,1 0-1 0 0,-1 0 1 0 0,1 0-1 0 0,-1 0 1 0 0,1 1-1 0 0,-1-1 1 0 0,0 0-1 0 0,1 0 1 0 0,-1 0-1 0 0,1 0 1 0 0,-1 1-1 0 0,1-1 1 0 0,-1 0-1 0 0,1 0 0 0 0,0 1 1 0 0,-1-1-1 0 0,1 0 1 0 0,-1 1-1 0 0,1-1 1 0 0,-1 1-1 0 0,1-1 1 0 0,0 0-1 0 0,-1 1 1 0 0,1-1-1 0 0,0 1 1 0 0,0-1-1 0 0,-1 1 1 0 0,1 0-1 0 0,-22 25 73 0 0,6-1 31 0 0,2 0 0 0 0,0 2 1 0 0,2 0-1 0 0,-12 35 0 0 0,-27 119 239 0 0,37-128-259 0 0,-34 220 353 0 0,47-266-366 0 0,1 0-1 0 0,0 0 1 0 0,0 1-1 0 0,1-1 1 0 0,2 9-1 0 0,-3-14 307 0 0,4-3-370 0 0,-1 0 1 0 0,1 0 0 0 0,0 0 0 0 0,-1-1 0 0 0,1 1 0 0 0,-1-1 0 0 0,1 0 0 0 0,-1 0 0 0 0,0 0 0 0 0,4-4 0 0 0,35-16 101 0 0,-37 21-125 0 0,1 1 1 0 0,0-1-1 0 0,0 1 0 0 0,0 0 0 0 0,0 1 0 0 0,0 0 0 0 0,-1 0 1 0 0,1 0-1 0 0,7 2 0 0 0,59 23 6 0 0,-10-4 2 0 0,-40-17-9 0 0,0 0 0 0 0,1-1 0 0 0,0-1 0 0 0,-1-2 0 0 0,42-1 0 0 0,-58 0 55 0 0,1-1 1 0 0,-1 0 0 0 0,1 0 0 0 0,-1 0 0 0 0,0-1 0 0 0,1 1 0 0 0,-1-2 0 0 0,0 1 0 0 0,0-1-1 0 0,0 0 1 0 0,-1 0 0 0 0,1 0 0 0 0,-1-1 0 0 0,0 0 0 0 0,0 0 0 0 0,0 0 0 0 0,0-1-1 0 0,0 0 1 0 0,-1 1 0 0 0,0-2 0 0 0,0 1 0 0 0,-1 0 0 0 0,1-1 0 0 0,3-8 0 0 0,-3 2 590 0 0,6-6 939 0 0,-8 18-1577 0 0,-1 1 0 0 0,0 0 0 0 0,0 0 0 0 0,1 0 0 0 0,-1 0 1 0 0,0 0-1 0 0,0 0 0 0 0,0 0 0 0 0,0 0 0 0 0,0 0 0 0 0,0 0 0 0 0,0 1 1 0 0,0-1-1 0 0,-1 0 0 0 0,1 1 0 0 0,0-1 0 0 0,0 2 0 0 0,8 13-654 0 0,21 34-2273 0 0,-7-18-5893 0 0,-12-19 4128 0 0</inkml:trace>
</inkml:ink>
</file>

<file path=ppt/ink/ink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2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1205 572 0 0,'-30'3'4046'0'0,"29"-3"-3942"0"0,0 0 0 0 0,0 0 1 0 0,0 0-1 0 0,0 0 0 0 0,0-1 0 0 0,1 1 1 0 0,-1 0-1 0 0,0-1 0 0 0,0 1 0 0 0,0-1 1 0 0,0 1-1 0 0,0-1 0 0 0,0 1 0 0 0,1-1 1 0 0,-1 1-1 0 0,0-1 0 0 0,1 0 1 0 0,-1 1-1 0 0,0-1 0 0 0,1 0 0 0 0,-1 0 1 0 0,1 0-1 0 0,-1 1 0 0 0,1-1 0 0 0,-1 0 1 0 0,1 0-1 0 0,-1-1 0 0 0,1 0-10 0 0,0 0-1 0 0,0 0 1 0 0,0 0 0 0 0,0 0-1 0 0,1 0 1 0 0,-1 0-1 0 0,0 0 1 0 0,1 0-1 0 0,0 0 1 0 0,-1 0 0 0 0,1 1-1 0 0,2-4 1 0 0,2-5 99 0 0,2 1 0 0 0,-1-1 0 0 0,15-14 0 0 0,103-96 854 0 0,142-107 0 0 0,-132 119-646 0 0,126-135-1 0 0,-202 183-219 0 0,-3-4 0 0 0,-2-1 0 0 0,58-97 0 0 0,-83 102 238 0 0,-27 59-271 0 0,-3 8-108 0 0,-19 100 36 0 0,5 1 1 0 0,-2 121-1 0 0,11-129-33 0 0,5-64-44 0 0,1-5 27 0 0,-1 0 0 0 0,-12 52 0 0 0,12-77-18 0 0,1 1-1 0 0,-1-1 0 0 0,0 0 1 0 0,-1 0-1 0 0,1 1 1 0 0,-1-2-1 0 0,-1 1 0 0 0,1 0 1 0 0,-1-1-1 0 0,0 1 0 0 0,0-1 1 0 0,0 0-1 0 0,-1 0 0 0 0,0-1 1 0 0,0 1-1 0 0,0-1 1 0 0,0 0-1 0 0,-10 4 0 0 0,11-6 5 0 0,0-1 0 0 0,0 0-1 0 0,0 0 1 0 0,0 0-1 0 0,-1 0 1 0 0,1-1 0 0 0,0 0-1 0 0,-1 0 1 0 0,1 0 0 0 0,0 0-1 0 0,0-1 1 0 0,-1 0-1 0 0,1 0 1 0 0,0 0 0 0 0,0 0-1 0 0,0-1 1 0 0,0 1 0 0 0,0-1-1 0 0,-6-4 1 0 0,5 4-92 0 0,1-1-1 0 0,-1 0 1 0 0,1-1 0 0 0,-1 1 0 0 0,1-1 0 0 0,0 0 0 0 0,0 0-1 0 0,1 0 1 0 0,-1 0 0 0 0,1-1 0 0 0,0 1 0 0 0,0-1-1 0 0,-4-9 1 0 0,7 12-63 0 0,0 0 0 0 0,0 1-1 0 0,0-1 1 0 0,0 0 0 0 0,0 0-1 0 0,0 0 1 0 0,0 1 0 0 0,1-1-1 0 0,-1 0 1 0 0,1 1 0 0 0,-1-1-1 0 0,1 0 1 0 0,0 1 0 0 0,-1-1-1 0 0,1 0 1 0 0,0 1 0 0 0,0-1-1 0 0,2-1 1 0 0,20-23-4623 0 0,-3 9 1468 0 0</inkml:trace>
</inkml:ink>
</file>

<file path=ppt/ink/ink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2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181 135 9901 0 0,'5'-17'474'0'0,"-1"0"0"0"0,0 0 0 0 0,-2-1 0 0 0,0 1 0 0 0,0-29 0 0 0,-2 43 966 0 0,-3 10-1215 0 0,-12 39 119 0 0,3 0-1 0 0,1 1 1 0 0,-9 92 0 0 0,12-73-160 0 0,4-36-183 0 0,0 8-58 0 0,-1 0-1 0 0,-2 0 1 0 0,-1 0-1 0 0,-3-1 1 0 0,0 0-1 0 0,-26 53 1 0 0,34-84-324 0 0,-11 16-1949 0 0,0-16-4308 0 0,2-7 3139 0 0</inkml:trace>
</inkml:ink>
</file>

<file path=ppt/ink/ink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3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0 133 276 0 0,'172'-34'2875'0'0,"218"-41"792"0"0,-229 54-987 0 0,-159 21-2620 0 0,0-1 1 0 0,0 1 0 0 0,-1-1 0 0 0,1 1 0 0 0,0 0 0 0 0,0 0 0 0 0,0 0 0 0 0,-1 0 0 0 0,1 0 0 0 0,0 0-1 0 0,0 0 1 0 0,0 1 0 0 0,-1-1 0 0 0,1 1 0 0 0,0-1 0 0 0,0 1 0 0 0,-1-1 0 0 0,1 1 0 0 0,0 0 0 0 0,-1 0-1 0 0,1 0 1 0 0,-1 0 0 0 0,1 0 0 0 0,-1 0 0 0 0,0 1 0 0 0,1-1 0 0 0,-1 0 0 0 0,0 1 0 0 0,0-1 0 0 0,0 1-1 0 0,0-1 1 0 0,0 1 0 0 0,0-1 0 0 0,-1 1 0 0 0,1 0 0 0 0,0-1 0 0 0,-1 1 0 0 0,1 0 0 0 0,-1 0 0 0 0,0 0-1 0 0,1-1 1 0 0,-1 1 0 0 0,0 3 0 0 0,-1 9 71 0 0,1 1 0 0 0,-2-1-1 0 0,0 0 1 0 0,-7 24 0 0 0,2-10-471 0 0,1-10-759 0 0</inkml:trace>
</inkml:ink>
</file>

<file path=ppt/ink/ink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3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75 908 0 0,'4'-12'964'0'0,"2"1"0"0"0,-1 3 828 0 0,-1-8-1008 0 0,1 9 525 0 0,-4-5 119 0 0,4 3-1176 0 0</inkml:trace>
</inkml:ink>
</file>

<file path=ppt/ink/ink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5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116 598 704 0 0,'0'0'2389'0'0,"-22"37"476"0"0,7-10-1791 0 0,10-18-800 0 0,0 1 0 0 0,0-1 0 0 0,-1-1 0 0 0,0 1 0 0 0,-1-1-1 0 0,0 0 1 0 0,0 0 0 0 0,-13 10 0 0 0,18-17-74 0 0,-5 11 1082 0 0,6-17-552 0 0,8-18-492 0 0,0 13-199 0 0,1 0 0 0 0,0 1 1 0 0,0 0-1 0 0,1 0 0 0 0,1 1 0 0 0,-1 0 0 0 0,1 1 0 0 0,0 0 0 0 0,1 0 1 0 0,0 1-1 0 0,0 1 0 0 0,0 0 0 0 0,18-5 0 0 0,-23 7-31 0 0,-2 1-5 0 0,0 0 0 0 0,0 0 0 0 0,1 1 0 0 0,-1-1 0 0 0,0 1 0 0 0,1 0 0 0 0,-1 0 0 0 0,1 1 0 0 0,-1-1 0 0 0,1 1 0 0 0,-1 0 0 0 0,1 0 0 0 0,-1 1 0 0 0,1-1 0 0 0,-1 1 0 0 0,6 2 0 0 0,-8-3-4 0 0,0 1 1 0 0,0-1-1 0 0,-1 1 0 0 0,1-1 1 0 0,0 1-1 0 0,0 0 0 0 0,-1 0 1 0 0,1 0-1 0 0,0 0 0 0 0,-1 0 1 0 0,1 1-1 0 0,-1-1 0 0 0,1 0 1 0 0,-1 1-1 0 0,0-1 0 0 0,0 1 1 0 0,0-1-1 0 0,0 1 1 0 0,0 0-1 0 0,0-1 0 0 0,1 4 1 0 0,4 6 20 0 0,-5-9-15 0 0,1 1 0 0 0,0 0 0 0 0,0 0 1 0 0,0-1-1 0 0,0 0 0 0 0,0 1 0 0 0,1-1 0 0 0,-1 0 0 0 0,1 0 1 0 0,-1 0-1 0 0,1 0 0 0 0,0 0 0 0 0,0-1 0 0 0,0 1 0 0 0,0-1 1 0 0,0 0-1 0 0,0 0 0 0 0,0 0 0 0 0,0 0 0 0 0,0-1 0 0 0,0 1 1 0 0,1-1-1 0 0,-1 0 0 0 0,6 0 0 0 0,4-1 7 0 0,0-1 1 0 0,1-1-1 0 0,-1 0 0 0 0,21-7 1 0 0,6-2 51 0 0,-34 11-73 0 0,-1 1 0 0 0,1 0 0 0 0,-1 0 0 0 0,1 0 0 0 0,-1 1 0 0 0,1 0 0 0 0,-1 0-1 0 0,7 2 1 0 0,-4-1 19 0 0,-1-1-1 0 0,1 1 0 0 0,0-1 0 0 0,0-1 0 0 0,13 1 1 0 0,-5-2-8 0 0,0-1 0 0 0,-1-1 1 0 0,21-5-1 0 0,-31 6 32 0 0,1 0 0 0 0,-1 0 0 0 0,1 0 0 0 0,-1-1 0 0 0,0 0 0 0 0,0 0 0 0 0,-1 0 0 0 0,1-1 0 0 0,0 0 0 0 0,-1 0 0 0 0,0 0 1 0 0,6-8-1 0 0,-6 8 174 0 0,-1-1 0 0 0,0 0 0 0 0,0 1 0 0 0,-1-1 0 0 0,1 0 0 0 0,3-12 1383 0 0,-5 10-1548 0 0,-2 7-39 0 0,1 0-1 0 0,0 0 0 0 0,0 0 1 0 0,0 0-1 0 0,0 0 0 0 0,0 0 1 0 0,0 0-1 0 0,0 0 1 0 0,0 0-1 0 0,0 0 0 0 0,0 0 1 0 0,0 1-1 0 0,0-1 0 0 0,0 0 1 0 0,-1 0-1 0 0,1 0 0 0 0,0 0 1 0 0,0 0-1 0 0,0 0 0 0 0,0 0 1 0 0,0 0-1 0 0,0 0 0 0 0,0 0 1 0 0,0 0-1 0 0,0 0 1 0 0,-1 0-1 0 0,1 0 0 0 0,0 0 1 0 0,0 0-1 0 0,0 0 0 0 0,0 0 1 0 0,0 0-1 0 0,0 0 0 0 0,0 0 1 0 0,0 0-1 0 0,0-1 0 0 0,-1 1 1 0 0,-34 66-38 0 0,35-64 38 0 0,-1 0-1 0 0,0 0 0 0 0,1 0 0 0 0,-1 1 1 0 0,1-1-1 0 0,0 0 0 0 0,0 0 0 0 0,0 0 1 0 0,0 1-1 0 0,0-1 0 0 0,0 0 0 0 0,0 0 1 0 0,1 1-1 0 0,-1-1 0 0 0,1 0 0 0 0,0 0 1 0 0,-1 0-1 0 0,1 0 0 0 0,0 0 0 0 0,0 0 1 0 0,1 0-1 0 0,-1 0 0 0 0,2 2 0 0 0,-1-3 2 0 0,-1 1-1 0 0,1 0 1 0 0,0-1-1 0 0,1 1 0 0 0,-1-1 1 0 0,0 0-1 0 0,0 0 1 0 0,0 0-1 0 0,1 0 0 0 0,-1 0 1 0 0,1 0-1 0 0,-1-1 1 0 0,0 1-1 0 0,1-1 0 0 0,-1 1 1 0 0,1-1-1 0 0,-1 0 1 0 0,1 0-1 0 0,0 0 0 0 0,-1 0 1 0 0,1-1-1 0 0,-1 1 1 0 0,0-1-1 0 0,1 1 0 0 0,4-3 1 0 0,5-1 18 0 0,1-1-1 0 0,-1 0 1 0 0,15-10 0 0 0,-26 14-19 0 0,6-3-1 0 0,0 0 1 0 0,0 0 0 0 0,-1-1 0 0 0,1 0-1 0 0,-1-1 1 0 0,0 1 0 0 0,-1-1-1 0 0,0 0 1 0 0,0-1 0 0 0,8-11 0 0 0,-12 16-37 0 0,25 23-190 0 0,-21-17 223 0 0,0 1 1 0 0,0-1-1 0 0,0 1 1 0 0,0-1-1 0 0,1-1 1 0 0,7 5-1 0 0,0-4 4 0 0,0 0 0 0 0,1 0 0 0 0,-1-2 0 0 0,1 1 0 0 0,-1-2 0 0 0,1 0 0 0 0,0 0-1 0 0,-1-2 1 0 0,1 1 0 0 0,0-2 0 0 0,-1 0 0 0 0,1 0 0 0 0,-1-2 0 0 0,15-4-1 0 0,-13 2 2 0 0,-1-1-1 0 0,0-1 0 0 0,0 0 0 0 0,-1-1 0 0 0,0 0 0 0 0,0-1 1 0 0,-1 0-1 0 0,0-1 0 0 0,-1 0 0 0 0,0-1 0 0 0,-1 0 0 0 0,9-15 1 0 0,2-4 2 0 0,-1-2 1 0 0,-1-1 0 0 0,-2 0 0 0 0,-1-1 0 0 0,-2-1 0 0 0,-2 0 0 0 0,-1-1 0 0 0,-1-1 0 0 0,-3 1 0 0 0,-1-1 0 0 0,2-59 0 0 0,-8 96-2 0 0,0 1 1 0 0,1-1-1 0 0,-1 1 0 0 0,0 0 1 0 0,0-1-1 0 0,0 1 1 0 0,0-1-1 0 0,0 1 1 0 0,0 0-1 0 0,0-1 0 0 0,0 1 1 0 0,0-1-1 0 0,0 1 1 0 0,0-1-1 0 0,0 1 0 0 0,0 0 1 0 0,0-1-1 0 0,0 1 1 0 0,0-1-1 0 0,0 1 0 0 0,-1-1 1 0 0,1 1-1 0 0,0 0 1 0 0,0-1-1 0 0,-1 1 0 0 0,1 0 1 0 0,0-1-1 0 0,0 1 1 0 0,-1 0-1 0 0,1-1 0 0 0,0 1 1 0 0,-1 0-1 0 0,1 0 1 0 0,0-1-1 0 0,-1 1 1 0 0,1 0-1 0 0,0 0 0 0 0,-1 0 1 0 0,1-1-1 0 0,-1 1 1 0 0,1 0-1 0 0,-1 0 0 0 0,1 0 1 0 0,0 0-1 0 0,-1 0 1 0 0,1 0-1 0 0,-1 0 0 0 0,1 0 1 0 0,-1 0-1 0 0,1 0 1 0 0,0 0-1 0 0,-1 0 0 0 0,1 0 1 0 0,-1 0-1 0 0,0 1 1 0 0,-28 24 101 0 0,-24 44 78 0 0,42-50-136 0 0,0 0 0 0 0,2 0 0 0 0,0 1 0 0 0,2 0 0 0 0,0 1 0 0 0,1-1 0 0 0,1 1-1 0 0,1 0 1 0 0,-3 39 0 0 0,6-41-19 0 0,1 0 0 0 0,0-1 1 0 0,1 1-1 0 0,1 0 0 0 0,1-1 0 0 0,1 0 0 0 0,0 1 0 0 0,2-2 1 0 0,0 1-1 0 0,0 0 0 0 0,15 24 0 0 0,-16-34-18 0 0,1-1 0 0 0,-1 0-1 0 0,2 0 1 0 0,-1 0 0 0 0,1-1 0 0 0,0 0 0 0 0,0 0-1 0 0,1-1 1 0 0,-1 0 0 0 0,1 0 0 0 0,1-1 0 0 0,-1 0-1 0 0,0 0 1 0 0,11 2 0 0 0,-2 0-26 0 0,0-2 0 0 0,1 0 0 0 0,0-1 1 0 0,0-1-1 0 0,0-1 0 0 0,23-1 0 0 0,-25-1-14 0 0,0-2 0 0 0,-1 1 0 0 0,1-2 0 0 0,-1 0 0 0 0,1-1 0 0 0,-1-1 0 0 0,-1 0 0 0 0,1-1 0 0 0,-1 0 0 0 0,0-1 0 0 0,-1-1 0 0 0,0 0 0 0 0,0-1 0 0 0,14-14 0 0 0,-24 20 37 0 0,0-1 0 0 0,-1 0 0 0 0,1 1-1 0 0,-1-1 1 0 0,0 0 0 0 0,0 0 0 0 0,1-6-1 0 0,0 3 25 0 0,-3 7-6 0 0,2-13 80 0 0,-3 13-109 0 0,0 0 0 0 0,1 1 0 0 0,-1-1 0 0 0,0 0 0 0 0,0 0 0 0 0,1 1 0 0 0,-1-1 0 0 0,0 0 0 0 0,0 1 0 0 0,0-1 0 0 0,0 1 0 0 0,0-1 0 0 0,0 1 0 0 0,0 0 0 0 0,0-1 0 0 0,0 1 0 0 0,0 0 0 0 0,0 0 0 0 0,0-1 0 0 0,0 1 0 0 0,0 0 0 0 0,-2 0 0 0 0,0 0-8 0 0,0 3-23 0 0,-5 3 21 0 0,0 1 0 0 0,1 1 0 0 0,0 0 1 0 0,0 0-1 0 0,1 0 0 0 0,-8 12 0 0 0,13-18 9 0 0,-14 33-29 0 0,14-34 74 0 0,1 1-41 0 0,0 0 0 0 0,0 0 0 0 0,0 1 0 0 0,0-1 0 0 0,1 0 0 0 0,-1 0 1 0 0,1 0-1 0 0,-1 0 0 0 0,1 0 0 0 0,0 0 0 0 0,0 0 0 0 0,0 0 0 0 0,0 0 0 0 0,0 0 1 0 0,0 0-1 0 0,1-1 0 0 0,-1 1 0 0 0,1 0 0 0 0,2 1 0 0 0,0 0 7 0 0,0 0-1 0 0,1-1 1 0 0,-1 0 0 0 0,1 0-1 0 0,-1 0 1 0 0,1 0-1 0 0,0-1 1 0 0,0 1-1 0 0,0-1 1 0 0,-1-1 0 0 0,1 1-1 0 0,0-1 1 0 0,0 0-1 0 0,0 0 1 0 0,0 0 0 0 0,0-1-1 0 0,0 1 1 0 0,0-1-1 0 0,0-1 1 0 0,0 1-1 0 0,7-3 1 0 0,-4 0-5 0 0,0 1 1 0 0,0-1-1 0 0,0 0 1 0 0,-1-1-1 0 0,0 0 0 0 0,1 0 1 0 0,-2 0-1 0 0,1-1 1 0 0,-1 0-1 0 0,0-1 1 0 0,0 1-1 0 0,7-11 0 0 0,-13 16-7 0 0,1 0-1 0 0,-1-1 1 0 0,1 1-1 0 0,0 0 1 0 0,-1 0-1 0 0,1 0 1 0 0,0 0 0 0 0,0 0-1 0 0,0 0 1 0 0,0 0-1 0 0,0 0 1 0 0,0 0-1 0 0,0 1 1 0 0,0-1-1 0 0,0 0 1 0 0,0 1-1 0 0,0-1 1 0 0,0 0-1 0 0,1 1 1 0 0,1-1-1 0 0,11 15-109 0 0,-12-12 121 0 0,-1 0 0 0 0,0 0-1 0 0,1 0 1 0 0,-1 0-1 0 0,1 0 1 0 0,0 0 0 0 0,0 0-1 0 0,0-1 1 0 0,0 1 0 0 0,0-1-1 0 0,0 1 1 0 0,0-1-1 0 0,0 0 1 0 0,0 0 0 0 0,5 2-1 0 0,5-1-3 0 0,0-1-1 0 0,0 1 1 0 0,0-2-1 0 0,0 0 0 0 0,0-1 1 0 0,0 0-1 0 0,19-4 1 0 0,84-29 43 0 0,-94 26-48 0 0,2 0 0 0 0,-1 2 0 0 0,1 0 0 0 0,0 2 0 0 0,0 0 0 0 0,38-1 0 0 0,-58 5 0 0 0,0 0-1 0 0,1 0 1 0 0,-1 1 0 0 0,0-1 0 0 0,0 1 0 0 0,0-1 0 0 0,1 1 0 0 0,-1 0 0 0 0,0 0 0 0 0,0 1 0 0 0,0-1 0 0 0,0 1 0 0 0,-1-1-1 0 0,1 1 1 0 0,0 0 0 0 0,-1 0 0 0 0,1 0 0 0 0,-1 0 0 0 0,1 1 0 0 0,-1-1 0 0 0,0 0 0 0 0,0 1 0 0 0,0 0 0 0 0,0 0-1 0 0,-1-1 1 0 0,1 1 0 0 0,-1 0 0 0 0,0 0 0 0 0,0 0 0 0 0,0 0 0 0 0,0 1 0 0 0,0-1 0 0 0,0 5 0 0 0,-1-4 6 0 0,0 0 1 0 0,0 1-1 0 0,-1-1 1 0 0,0 0-1 0 0,1 0 1 0 0,-2 1-1 0 0,1-1 0 0 0,0 0 1 0 0,-1 0-1 0 0,0 0 1 0 0,1 0-1 0 0,-2-1 1 0 0,1 1-1 0 0,0-1 1 0 0,-1 1-1 0 0,0-1 1 0 0,1 0-1 0 0,-1 1 1 0 0,-1-1-1 0 0,1-1 1 0 0,0 1-1 0 0,-1 0 1 0 0,1-1-1 0 0,-1 0 1 0 0,-4 2-1 0 0,-16 9-137 0 0,1-1-1578 0 0,8-6-2772 0 0</inkml:trace>
</inkml:ink>
</file>

<file path=ppt/ink/ink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5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56 1044 0 0,'9'-2'825'0'0,"-4"1"-99"0"0,0 1 0 0 0,-1-1 1 0 0,1 0-1 0 0,0 0 0 0 0,0-1 0 0 0,-1 0 1 0 0,1 1-1 0 0,0-2 0 0 0,-1 1 1 0 0,0 0-1 0 0,1-1 0 0 0,-1 0 1 0 0,0 0-1 0 0,-1 0 0 0 0,1 0 0 0 0,0-1 1 0 0,3-4-1 0 0,-7 8-685 0 0,0-1 1 0 0,0 1-1 0 0,0 0 1 0 0,0 0-1 0 0,0 0 0 0 0,0-1 1 0 0,0 1-1 0 0,0 0 0 0 0,0 0 1 0 0,0-1-1 0 0,1 1 1 0 0,-1 0-1 0 0,0 0 0 0 0,-1-1 1 0 0,1 1-1 0 0,0 0 0 0 0,0 0 1 0 0,0 0-1 0 0,0-1 1 0 0,0 1-1 0 0,0 0 0 0 0,0 0 1 0 0,0 0-1 0 0,0-1 0 0 0,0 1 1 0 0,0 0-1 0 0,-1 0 1 0 0,1 0-1 0 0,0-1 0 0 0,0 1 1 0 0,0 0-1 0 0,0 0 1 0 0,-1 0-1 0 0,1 0 0 0 0,0-1 1 0 0,0 1-1 0 0,0 0 0 0 0,-1 0 1 0 0,1 0-1 0 0,0 0 1 0 0,0 0-1 0 0,0 0 0 0 0,-1 0 1 0 0,1 0-1 0 0,0 0 0 0 0,0 0 1 0 0,-1 0-1 0 0,1 0 1 0 0,-1 0-1 0 0,-21-2 2 0 0,-24 5-2206 0 0,-22 9-5171 0 0,34-8 3081 0 0</inkml:trace>
</inkml:ink>
</file>

<file path=ppt/ink/ink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8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429 329 612 0 0,'13'-49'8031'0'0,"-15"59"-7629"0"0,-9 54 209 0 0,-3-1 0 0 0,-27 74-1 0 0,-58 130 294 0 0,96-259-884 0 0,-13 32 113 0 0,-2 0 1 0 0,-2-2-1 0 0,-1 0 0 0 0,-48 62 0 0 0,68-98-123 0 0,-1 1 0 0 0,0-1 0 0 0,0 0 0 0 0,0 0 0 0 0,0 0 0 0 0,0 0 0 0 0,0 0 0 0 0,0-1 0 0 0,-1 1 1 0 0,1-1-1 0 0,-1 1 0 0 0,1-1 0 0 0,-1 0 0 0 0,1 0 0 0 0,-1 0 0 0 0,0 0 0 0 0,0 0 0 0 0,1-1 0 0 0,-1 1 0 0 0,0-1 0 0 0,0 0 0 0 0,0 0 0 0 0,0 0 0 0 0,1 0 0 0 0,-1 0 0 0 0,0-1 0 0 0,-4 0 0 0 0,4-1-6 0 0,0 1 1 0 0,-1-1-1 0 0,1 0 0 0 0,0 0 0 0 0,1 0 1 0 0,-1 0-1 0 0,0 0 0 0 0,1-1 0 0 0,-1 1 0 0 0,1-1 1 0 0,0 0-1 0 0,0 0 0 0 0,0 0 0 0 0,0 0 1 0 0,0 0-1 0 0,0 0 0 0 0,1 0 0 0 0,0 0 0 0 0,0-1 1 0 0,0 1-1 0 0,-2-7 0 0 0,1-11-1 0 0,0 1 1 0 0,2-1-1 0 0,0 1 0 0 0,1-1 0 0 0,1 1 1 0 0,1 0-1 0 0,1-1 0 0 0,10-33 0 0 0,67-155 25 0 0,-70 184-27 0 0,47-106-26 0 0,5 3 0 0 0,90-135 1 0 0,-150 259 23 0 0,1-4-7 0 0,1 0-1 0 0,1 1 1 0 0,-1-1-1 0 0,1 2 0 0 0,0-1 1 0 0,1 0-1 0 0,0 1 1 0 0,9-7-1 0 0,-15 13 11 0 0,0 0 0 0 0,0 0 0 0 0,0-1-1 0 0,0 1 1 0 0,0 0 0 0 0,0 0 0 0 0,0 0 0 0 0,0 0-1 0 0,1 0 1 0 0,-1 0 0 0 0,0 1 0 0 0,0-1-1 0 0,0 0 1 0 0,0 0 0 0 0,-1 1 0 0 0,1-1 0 0 0,0 1-1 0 0,0-1 1 0 0,0 1 0 0 0,0-1 0 0 0,0 1 0 0 0,0 0-1 0 0,-1-1 1 0 0,1 1 0 0 0,0 0 0 0 0,0-1 0 0 0,0 2-1 0 0,17 24 89 0 0,2 25 85 0 0,-2 1-1 0 0,-3 1 1 0 0,-2 0-1 0 0,9 71 1 0 0,25 98 199 0 0,30 50-7 0 0,-71-250-313 0 0,-1 0-1 0 0,0 1 1 0 0,0 27-1 0 0,-4-47-107 0 0,-1-1 0 0 0,0 0 0 0 0,-1 0 0 0 0,1 0 0 0 0,0 0-1 0 0,-1 0 1 0 0,1 1 0 0 0,-1-1 0 0 0,1 0 0 0 0,-1 0 0 0 0,0 0-1 0 0,0 0 1 0 0,0 0 0 0 0,0-1 0 0 0,0 1 0 0 0,-1 0 0 0 0,1 0-1 0 0,0-1 1 0 0,-1 1 0 0 0,-2 2 0 0 0,2-3-517 0 0,-4-3-1123 0 0,-2 0 1100 0 0,-10-3-40 0 0,0-4-4351 0 0,-4-4 2117 0 0</inkml:trace>
</inkml:ink>
</file>

<file path=ppt/ink/ink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48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0 122 276 0 0,'30'-18'3420'0'0,"-13"8"-2677"0"0,1 0-1 0 0,0 2 1 0 0,0 0-1 0 0,1 1 1 0 0,34-9-1 0 0,99-10-147 0 0,-44 10-5292 0 0,-90 13 2420 0 0</inkml:trace>
</inkml:ink>
</file>

<file path=ppt/ink/ink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1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1 832 368 0 0,'1'-3'6672'0'0,"15"-20"-6289"0"0,17-15 397 0 0,1 2 0 0 0,2 2 0 0 0,57-43 0 0 0,-70 58-549 0 0,213-191 1487 0 0,-195 166-1355 0 0,-2-1 0 0 0,-1-2-1 0 0,39-65 1 0 0,-72 102-233 0 0,1 0 0 0 0,-1-1-1 0 0,-1 1 1 0 0,0-1 0 0 0,0 0 0 0 0,-1-1-1 0 0,-1 1 1 0 0,0 0 0 0 0,0-1-1 0 0,-1-21 1 0 0,-1 31 47 0 0,-1 11-129 0 0,1 38-25 0 0,1 0 0 0 0,3 0-1 0 0,2 0 1 0 0,18 72 0 0 0,4 33 49 0 0,-27-146-65 0 0,0 0-1 0 0,-1-1 0 0 0,1 1 0 0 0,-1 0 0 0 0,0 0 0 0 0,-1-1 1 0 0,1 1-1 0 0,-1 0 0 0 0,0 0 0 0 0,-1-1 0 0 0,1 1 1 0 0,-1-1-1 0 0,0 1 0 0 0,-1-1 0 0 0,1 0 0 0 0,-1 0 0 0 0,0 0 1 0 0,0 0-1 0 0,-6 6 0 0 0,5-8 12 0 0,0 1-1 0 0,-1-1 1 0 0,0 0-1 0 0,0 0 1 0 0,0 0-1 0 0,0-1 1 0 0,0 1-1 0 0,-1-1 1 0 0,1-1 0 0 0,-1 1-1 0 0,1-1 1 0 0,-1 0-1 0 0,0 0 1 0 0,1 0-1 0 0,-1-1 1 0 0,0 0-1 0 0,0 0 1 0 0,1-1 0 0 0,-10-1-1 0 0,-1-1 44 0 0,1 0 0 0 0,0 0 0 0 0,0-2 0 0 0,0 0 0 0 0,1-1 0 0 0,0 0 0 0 0,-15-9 0 0 0,28 14-89 0 0,31-1-3337 0 0,9 8 1213 0 0,0-2-3790 0 0,-21-5 2981 0 0</inkml:trace>
</inkml:ink>
</file>

<file path=ppt/ink/ink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1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48 44 0 0,'5'-16'2662'0'0,"-7"7"3470"0"0,-8 31-4868 0 0,8-17-1234 0 0,0 1 0 0 0,0-1 0 0 0,1 1 0 0 0,0 0 0 0 0,0 0 0 0 0,0 0 0 0 0,1 0 1 0 0,-1 0-1 0 0,1-1 0 0 0,2 9 0 0 0,-1-7 50 0 0,1 0 1 0 0,1-1-1 0 0,-1 1 0 0 0,1 0 1 0 0,1-1-1 0 0,-1 1 1 0 0,1-1-1 0 0,5 7 0 0 0,-7-12-53 0 0,-1 1-1 0 0,0-1 1 0 0,1 1 0 0 0,-1-1-1 0 0,1 0 1 0 0,0 0-1 0 0,-1 0 1 0 0,1 0-1 0 0,0 0 1 0 0,0 0-1 0 0,-1-1 1 0 0,1 1 0 0 0,0-1-1 0 0,0 1 1 0 0,0-1-1 0 0,0 1 1 0 0,0-1-1 0 0,0 0 1 0 0,0 0-1 0 0,0 0 1 0 0,0 0 0 0 0,0 0-1 0 0,0-1 1 0 0,0 1-1 0 0,-1-1 1 0 0,1 1-1 0 0,0-1 1 0 0,0 0-1 0 0,0 1 1 0 0,0-1 0 0 0,-1 0-1 0 0,1 0 1 0 0,0 0-1 0 0,1-2 1 0 0,0 1 28 0 0,0-1-1 0 0,-1 0 1 0 0,1 0 0 0 0,0 0 0 0 0,-1 0-1 0 0,0 0 1 0 0,0 0 0 0 0,0 0 0 0 0,0-1-1 0 0,0 1 1 0 0,-1-1 0 0 0,1 0 0 0 0,-1 1-1 0 0,0-1 1 0 0,0 0 0 0 0,-1 0 0 0 0,1 0-1 0 0,-1 0 1 0 0,1 0 0 0 0,-2-7 0 0 0,0-5 222 0 0,0-1 1 0 0,-1 1 0 0 0,-6-21 0 0 0,8 36-285 0 0,0 0 1 0 0,0 0 0 0 0,0 0 0 0 0,0 0 0 0 0,-1 0 0 0 0,1 0-1 0 0,0 0 1 0 0,-1-1 0 0 0,1 1 0 0 0,-1 1 0 0 0,1-1-1 0 0,-1 0 1 0 0,0 0 0 0 0,1 0 0 0 0,-1 0 0 0 0,0 0-1 0 0,1 0 1 0 0,-1 1 0 0 0,0-1 0 0 0,0 0 0 0 0,0 1 0 0 0,-2-2-1 0 0,2 2-59 0 0,1 0 0 0 0,-1 0 0 0 0,0 0 0 0 0,0 0 0 0 0,1 1-1 0 0,-1-1 1 0 0,0 0 0 0 0,1 0 0 0 0,-1 1 0 0 0,0-1 0 0 0,1 0-1 0 0,-1 1 1 0 0,0-1 0 0 0,1 0 0 0 0,-1 1 0 0 0,1-1 0 0 0,-1 1 0 0 0,0-1-1 0 0,1 1 1 0 0,0 0 0 0 0,-1-1 0 0 0,1 1 0 0 0,-1-1 0 0 0,0 2-1 0 0,-1 1-703 0 0,10 13-5574 0 0</inkml:trace>
</inkml:ink>
</file>

<file path=ppt/ink/ink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2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4 380 0 0,'0'0'7141'0'0,"21"37"-5552"0"0,-19-34-1543 0 0,1 0 1 0 0,0 0 0 0 0,0 0 0 0 0,0-1 0 0 0,0 1 0 0 0,0-1 0 0 0,0 1 0 0 0,1-1-1 0 0,-1 0 1 0 0,1 0 0 0 0,0-1 0 0 0,-1 1 0 0 0,1-1 0 0 0,0 0 0 0 0,0 0 0 0 0,0 0 0 0 0,0 0-1 0 0,0-1 1 0 0,0 1 0 0 0,0-1 0 0 0,0 0 0 0 0,0-1 0 0 0,0 1 0 0 0,0-1 0 0 0,0 1 0 0 0,0-1-1 0 0,0 0 1 0 0,0-1 0 0 0,-1 1 0 0 0,1-1 0 0 0,0 1 0 0 0,-1-1 0 0 0,1 0 0 0 0,-1 0 0 0 0,1-1-1 0 0,3-3 1 0 0,36-26 167 0 0,-41 31-165 0 0,-2 1-41 0 0,0 0 0 0 0,1-1 0 0 0,-1 1 0 0 0,0-1 0 0 0,0 1 0 0 0,1 0 0 0 0,-1-1-1 0 0,0 1 1 0 0,1 0 0 0 0,-1 0 0 0 0,1-1 0 0 0,-1 1 0 0 0,0 0 0 0 0,1 0 0 0 0,-1 0 0 0 0,1-1 0 0 0,-1 1 0 0 0,0 0 0 0 0,1 0 0 0 0,-1 0 0 0 0,1 0 0 0 0,-1 0 0 0 0,1 0-1 0 0,-1 0 1 0 0,1 0 0 0 0,-1 0 0 0 0,1 0 0 0 0,-1 0 0 0 0,1 0 0 0 0,6 15 7 0 0,14 20 78 0 0,-20-34-88 0 0,0 1 0 0 0,1-1 0 0 0,-1 0 0 0 0,1 0 0 0 0,-1 0 0 0 0,1 0-1 0 0,-1-1 1 0 0,1 1 0 0 0,0 0 0 0 0,-1-1 0 0 0,1 1 0 0 0,0-1 0 0 0,0 0 0 0 0,-1 1-1 0 0,1-1 1 0 0,0 0 0 0 0,0 0 0 0 0,-1 0 0 0 0,1 0 0 0 0,0 0 0 0 0,0-1 0 0 0,-1 1 0 0 0,4-1-1 0 0,81-31 49 0 0,-65 23-51 0 0,2 0 0 0 0,-1 2-1 0 0,1 0 1 0 0,25-3 0 0 0,-43 9-8 0 0,0 1 0 0 0,-1 0 0 0 0,1 1-1 0 0,0-1 1 0 0,-1 1 0 0 0,9 2 0 0 0,-12-3 7 0 0,1 0-1 0 0,-1 0 1 0 0,0 1-1 0 0,0-1 1 0 0,0 0-1 0 0,0 1 1 0 0,0-1-1 0 0,0 1 0 0 0,-1-1 1 0 0,1 1-1 0 0,0 0 1 0 0,0-1-1 0 0,0 1 1 0 0,0 0-1 0 0,-1 0 1 0 0,1-1-1 0 0,0 1 1 0 0,-1 0-1 0 0,1 0 1 0 0,0 0-1 0 0,-1 0 0 0 0,1 0 1 0 0,-1 0-1 0 0,0 0 1 0 0,1 0-1 0 0,-1 0 1 0 0,0 0-1 0 0,1 0 1 0 0,-1 0-1 0 0,0 0 1 0 0,0 0-1 0 0,0 1 1 0 0,0-1-1 0 0,0 0 0 0 0,0 0 1 0 0,0 0-1 0 0,-1 0 1 0 0,1 0-1 0 0,-1 1 1 0 0,1 1 3 0 0,-1 0 1 0 0,0-1-1 0 0,0 1 1 0 0,0-1-1 0 0,0 1 1 0 0,-1-1 0 0 0,1 0-1 0 0,-1 1 1 0 0,1-1-1 0 0,-1 0 1 0 0,0 0-1 0 0,0 0 1 0 0,0 0-1 0 0,0-1 1 0 0,0 1 0 0 0,0 0-1 0 0,-1-1 1 0 0,1 1-1 0 0,0-1 1 0 0,-5 2-1 0 0,-4 2 64 0 0,10-4-45 0 0,-6 3 115 0 0</inkml:trace>
</inkml:ink>
</file>

<file path=ppt/ink/ink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2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97 261 300 0 0,'0'0'8372'0'0,"-4"3"-8001"0"0,-9 7 195 0 0,0 1 0 0 0,0 0 0 0 0,1 0-1 0 0,1 1 1 0 0,-18 24 0 0 0,28-34-478 0 0,3-6-5 0 0,1 1 0 0 0,0 0 1 0 0,0-1-1 0 0,1 2 0 0 0,-1-1 1 0 0,0 0-1 0 0,1 1 0 0 0,0-1 0 0 0,-1 1 1 0 0,1 0-1 0 0,0 0 0 0 0,0 1 1 0 0,5-2-1 0 0,5-3-88 0 0,-1 0 1 0 0,1 1-1 0 0,0 1 0 0 0,16-3 1 0 0,65 4 31 0 0,-70 4-23 0 0,-1-2-1 0 0,1 0 1 0 0,-1-2-1 0 0,31-6 0 0 0,-48 7-1 0 0,0-1 0 0 0,0 1-1 0 0,0-1 1 0 0,0 0-1 0 0,-1-1 1 0 0,1 0-1 0 0,-1 0 1 0 0,0 0 0 0 0,0-1-1 0 0,0 0 1 0 0,-1 0-1 0 0,0 0 1 0 0,0-1-1 0 0,0 1 1 0 0,-1-1 0 0 0,1-1-1 0 0,-1 1 1 0 0,4-10-1 0 0,-3 5 77 0 0,-1-1 1 0 0,0 1-1 0 0,-1-1 0 0 0,0 0 0 0 0,0 0 1 0 0,-2 0-1 0 0,1 0 0 0 0,-1-17 0 0 0,-1 24 143 0 0,0 1-1 0 0,0-1 0 0 0,-1 1 1 0 0,1-1-1 0 0,-1 0 0 0 0,0 1 1 0 0,0-1-1 0 0,-3-6 0 0 0,3 9 160 0 0,1 1-361 0 0,0 1 1 0 0,0 0-1 0 0,0 0 0 0 0,0-1 1 0 0,0 1-1 0 0,0 0 0 0 0,0 0 1 0 0,0-1-1 0 0,0 1 1 0 0,0 0-1 0 0,0 0 0 0 0,0-1 1 0 0,0 1-1 0 0,0 0 1 0 0,0 0-1 0 0,0 0 0 0 0,-1-1 1 0 0,1 1-1 0 0,0 0 1 0 0,0 0-1 0 0,0 0 0 0 0,0-1 1 0 0,0 1-1 0 0,-1 0 0 0 0,1 0 1 0 0,0 0-1 0 0,0 0 1 0 0,0-1-1 0 0,-1 1 0 0 0,1 0 1 0 0,0 0-1 0 0,0 0 1 0 0,0 0-1 0 0,-1 0 0 0 0,1 0 1 0 0,0 0-1 0 0,0 0 0 0 0,-1 0 1 0 0,1 0-1 0 0,0 0 1 0 0,0 0-1 0 0,0 0 0 0 0,-1 0 1 0 0,1 0-1 0 0,0 0 1 0 0,0 0-1 0 0,-1 0 0 0 0,-4 8 39 0 0,1 1-1 0 0,0 0 0 0 0,1 0 1 0 0,0 0-1 0 0,0 1 1 0 0,1-1-1 0 0,0 1 0 0 0,0-1 1 0 0,1 1-1 0 0,1 0 0 0 0,0-1 1 0 0,0 1-1 0 0,1 0 0 0 0,0-1 1 0 0,0 1-1 0 0,1 0 1 0 0,4 9-1 0 0,0 5-568 0 0,2-1-1 0 0,1 0 1 0 0,1-1 0 0 0,1 0 0 0 0,26 40-1 0 0,-14-32-2029 0 0,3-2-3380 0 0,-7-12 1846 0 0</inkml:trace>
</inkml:ink>
</file>

<file path=ppt/ink/ink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3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11 184 14825 0 0,'0'0'929'0'0,"0"-6"-566"0"0,-3-11 272 0 0,0 5-151 0 0,1 0 0 0 0,1 0 0 0 0,0 0 0 0 0,1 0 0 0 0,0 0 0 0 0,1 0 0 0 0,0 0 0 0 0,5-22 0 0 0,-5 32-441 0 0,0-2-218 0 0,1 1-1331 0 0,-8-19-14596 0 0</inkml:trace>
</inkml:ink>
</file>

<file path=ppt/ink/ink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3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1 165 15497 0 0,'32'-158'1020'0'0,"-28"152"-255"0"0</inkml:trace>
</inkml:ink>
</file>

<file path=ppt/ink/ink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5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384 143 128 0 0,'-3'-140'6467'0'0,"3"137"-4822"0"0,-2 12-1276 0 0,-178 657 2378 0 0,173-640-2718 0 0,-15 64-5 0 0,-3-2-1 0 0,-39 87 1 0 0,63-172-190 0 0,0 0 1 0 0,-1 0-1 0 0,1 0 0 0 0,-1 0 1 0 0,0-1-1 0 0,0 1 1 0 0,0-1-1 0 0,0 1 0 0 0,0-1 1 0 0,0 0-1 0 0,-5 3 1 0 0,6-4-92 0 0,0 0 0 0 0,-1-1 0 0 0,1 1 0 0 0,0-1 0 0 0,-1 1 0 0 0,1-1 1 0 0,0 0-1 0 0,-1 0 0 0 0,1 0 0 0 0,-1 0 0 0 0,1 1 0 0 0,0-2 0 0 0,-1 1 1 0 0,1 0-1 0 0,-1 0 0 0 0,1 0 0 0 0,0-1 0 0 0,-1 1 0 0 0,1-1 0 0 0,0 1 1 0 0,-3-2-1 0 0,-19-9-1893 0 0</inkml:trace>
</inkml:ink>
</file>

<file path=ppt/ink/ink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6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0 780 364 0 0,'73'0'1126'0'0,"-1"-4"0"0"0,81-13 0 0 0,12-18-673 0 0,-2-8 0 0 0,-1-7 0 0 0,269-123 0 0 0,-411 163-402 0 0,0 0 0 0 0,0-2 0 0 0,-1 0 0 0 0,0-1 0 0 0,-1-1 0 0 0,-1-1 0 0 0,0 0 0 0 0,26-32 0 0 0,-37 39 49 0 0,-1 1 1 0 0,1-1-1 0 0,-2 0 0 0 0,1 0 0 0 0,-1 0 0 0 0,0-1 1 0 0,-1 0-1 0 0,0 1 0 0 0,0-1 0 0 0,-1 0 1 0 0,0-1-1 0 0,-1 1 0 0 0,0 0 0 0 0,0 0 0 0 0,-1-1 1 0 0,0 1-1 0 0,-1 0 0 0 0,0 0 0 0 0,0-1 1 0 0,-1 1-1 0 0,0 0 0 0 0,-1 0 0 0 0,0 0 1 0 0,-4-8-1 0 0,4 11 51 0 0,0 0-1 0 0,-1 0 1 0 0,0 0 0 0 0,0 1 0 0 0,0-1-1 0 0,0 1 1 0 0,-1 0 0 0 0,0 1 0 0 0,0-1-1 0 0,0 1 1 0 0,-1 0 0 0 0,0 0 0 0 0,-9-5-1 0 0,13 8-115 0 0,-1 0 0 0 0,0 0 0 0 0,1 0 0 0 0,-1 0-1 0 0,0 1 1 0 0,1-1 0 0 0,-1 1 0 0 0,0-1-1 0 0,0 1 1 0 0,0 0 0 0 0,1 0 0 0 0,-1 0-1 0 0,0 1 1 0 0,0-1 0 0 0,1 1 0 0 0,-1-1 0 0 0,0 1-1 0 0,1 0 1 0 0,-1 0 0 0 0,0 0 0 0 0,1 0-1 0 0,-1 1 1 0 0,1-1 0 0 0,0 1 0 0 0,-1-1-1 0 0,1 1 1 0 0,0 0 0 0 0,0 0 0 0 0,0 0 0 0 0,0 0-1 0 0,1 0 1 0 0,-1 1 0 0 0,0-1 0 0 0,-1 4-1 0 0,-10 18 68 0 0,1 0-1 0 0,0 1 0 0 0,2 0 1 0 0,-11 44-1 0 0,-17 115 329 0 0,20-87-206 0 0,-94 345 646 0 0,51-276 96 0 0,61-165-488 0 0,-2 4-266 0 0,1-3-50 0 0,2-5 841 0 0,3-14-951 0 0,-3 7-1 0 0,1 0-1 0 0,1 0 1 0 0,0 1-1 0 0,0-1 1 0 0,1 1-1 0 0,0-1 1 0 0,11-16-1 0 0,-14 24-50 0 0,1 1 1 0 0,-1 0-1 0 0,1 0 0 0 0,0-1 0 0 0,-1 1 0 0 0,1 0 1 0 0,0 0-1 0 0,-1 0 0 0 0,1 1 0 0 0,0-1 1 0 0,0 0-1 0 0,0 1 0 0 0,0-1 0 0 0,0 1 0 0 0,0 0 1 0 0,0 0-1 0 0,0-1 0 0 0,0 1 0 0 0,0 0 0 0 0,-1 1 1 0 0,1-1-1 0 0,4 1 0 0 0,2 0-6 0 0,95 11-1 0 0,-57-6-57 0 0,48 1 1 0 0,-81-7 51 0 0,1 0 0 0 0,0-1 0 0 0,-1-1-1 0 0,1 0 1 0 0,-1-1 0 0 0,0-1 0 0 0,0 1 0 0 0,13-7 0 0 0,-22 8 54 0 0,0 0-1 0 0,0 0 1 0 0,-1 0-1 0 0,1 0 1 0 0,0 0-1 0 0,-1-1 1 0 0,0 0-1 0 0,1 0 1 0 0,-1 0 0 0 0,0 0-1 0 0,0 0 1 0 0,-1-1-1 0 0,1 1 1 0 0,-1-1-1 0 0,0 1 1 0 0,3-8-1 0 0,-4 10 390 0 0,0-3 71 0 0,-1 3-493 0 0,0 1-1 0 0,0-1 0 0 0,0 1 0 0 0,0-1 0 0 0,0 1 0 0 0,1 0 0 0 0,-1-1 0 0 0,0 1 1 0 0,0-1-1 0 0,0 1 0 0 0,0-1 0 0 0,0 1 0 0 0,1 0 0 0 0,-1-1 0 0 0,0 1 1 0 0,0-1-1 0 0,1 1 0 0 0,-1 0 0 0 0,0-1 0 0 0,1 1 0 0 0,-1 0 0 0 0,0-1 0 0 0,1 1 1 0 0,-1 0-1 0 0,0 0 0 0 0,1-1 0 0 0,-1 1 0 0 0,1 0 0 0 0,-1 0 0 0 0,1 0 0 0 0,-1 0 1 0 0,0-1-1 0 0,1 1 0 0 0,-1 0 0 0 0,1 0 0 0 0,-1 0 0 0 0,1 0 0 0 0,-1 0 0 0 0,1 0 1 0 0,-1 0-1 0 0,1 0 0 0 0,-1 0 0 0 0,0 0 0 0 0,1 1 0 0 0,-1-1 0 0 0,1 0 0 0 0,-1 0 1 0 0,1 1-1 0 0,16 4-561 0 0,82 22-2594 0 0,-28-12-4641 0 0,-33-11 3592 0 0</inkml:trace>
</inkml:ink>
</file>

<file path=ppt/ink/ink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8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4 735 9861 0 0,'-2'10'189'0'0,"2"-8"-181"0"0,0-1-1 0 0,-1 1 1 0 0,1 0-1 0 0,0-1 1 0 0,0 1-1 0 0,0 0 1 0 0,0 0-1 0 0,0-1 0 0 0,1 1 1 0 0,-1 0-1 0 0,0-1 1 0 0,1 1-1 0 0,-1 0 1 0 0,1-1-1 0 0,0 1 1 0 0,0 1-1 0 0,2-3 3 0 0,1 0 0 0 0,-1 0 0 0 0,0 0 0 0 0,0-1 0 0 0,1 1 0 0 0,-1-1 0 0 0,0 0 0 0 0,0 0 0 0 0,5-2 0 0 0,-7 3-9 0 0,20-8 20 0 0,1 0 1 0 0,-1-1 0 0 0,-1-1-1 0 0,0-1 1 0 0,0-1 0 0 0,20-17 0 0 0,-28 19 44 0 0,0 0 0 0 0,-1-1 0 0 0,0-1 1 0 0,18-25-1 0 0,-22 26 127 0 0,-1 0 1 0 0,0 0-1 0 0,8-21 0 0 0,-14 31-166 0 0,1 0-1 0 0,-1 0 0 0 0,1 1 0 0 0,-1-1 0 0 0,0 0 1 0 0,1 0-1 0 0,-1 0 0 0 0,0 0 0 0 0,0 0 1 0 0,0 0-1 0 0,0 0 0 0 0,0 0 0 0 0,0 0 0 0 0,0 0 1 0 0,0 0-1 0 0,0 0 0 0 0,0 0 0 0 0,0 0 0 0 0,-1 1 1 0 0,1-1-1 0 0,0 0 0 0 0,-1 0 0 0 0,1 0 0 0 0,0 0 1 0 0,-1 0-1 0 0,1 0 0 0 0,-1 1 0 0 0,0-2 1 0 0,-1 1 1 0 0,1 1 0 0 0,-1-1 0 0 0,1 1 1 0 0,-1-1-1 0 0,1 1 0 0 0,-1 0 1 0 0,1 0-1 0 0,-1-1 0 0 0,1 1 1 0 0,-1 0-1 0 0,1 0 0 0 0,-1 1 0 0 0,1-1 1 0 0,-1 0-1 0 0,-2 1 0 0 0,-3 1 31 0 0,0 0-1 0 0,-1 1 0 0 0,1 0 0 0 0,0 0 0 0 0,-11 7 1 0 0,13-7-43 0 0,1 1 0 0 0,0 0 1 0 0,0 0-1 0 0,0 0 1 0 0,0 0-1 0 0,1 0 1 0 0,0 1-1 0 0,0-1 1 0 0,0 1-1 0 0,0 0 1 0 0,1 0-1 0 0,0 0 1 0 0,0 1-1 0 0,0-1 0 0 0,0 0 1 0 0,1 1-1 0 0,0-1 1 0 0,0 1-1 0 0,1-1 1 0 0,-1 1-1 0 0,1 0 1 0 0,0-1-1 0 0,1 1 1 0 0,0-1-1 0 0,-1 1 0 0 0,2-1 1 0 0,-1 1-1 0 0,1-1 1 0 0,-1 0-1 0 0,2 0 1 0 0,-1 1-1 0 0,0-1 1 0 0,1-1-1 0 0,0 1 1 0 0,0 0-1 0 0,1-1 1 0 0,-1 1-1 0 0,1-1 0 0 0,0 0 1 0 0,0 0-1 0 0,0-1 1 0 0,0 1-1 0 0,1-1 1 0 0,0 0-1 0 0,-1 0 1 0 0,1-1-1 0 0,8 4 1 0 0,-1-1-19 0 0,-1-1 1 0 0,1-1 0 0 0,0 0 0 0 0,0 0 0 0 0,0-1 0 0 0,0-1 0 0 0,0 0 0 0 0,0-1-1 0 0,1 0 1 0 0,-1 0 0 0 0,0-2 0 0 0,0 1 0 0 0,0-2 0 0 0,0 0 0 0 0,18-6 0 0 0,-6-1-20 0 0,-1-1 0 0 0,0-1 1 0 0,0-1-1 0 0,-1-1 1 0 0,-1-1-1 0 0,27-25 1 0 0,113-112 359 0 0,-160 150-320 0 0,1 1-3 0 0,-2 1-15 0 0,0 0 0 0 0,0 0 1 0 0,0 0-1 0 0,0-1 1 0 0,0 1-1 0 0,0 0 1 0 0,0 0-1 0 0,0 0 1 0 0,0 0-1 0 0,1 0 0 0 0,-1 0 1 0 0,0 0-1 0 0,0-1 1 0 0,0 1-1 0 0,0 0 1 0 0,0 0-1 0 0,0 0 1 0 0,1 0-1 0 0,-1 0 0 0 0,0 0 1 0 0,0 0-1 0 0,0 0 1 0 0,0 0-1 0 0,0 0 1 0 0,1 0-1 0 0,-1 0 1 0 0,0 0-1 0 0,0 0 0 0 0,0 0 1 0 0,0 0-1 0 0,0 0 1 0 0,1 0-1 0 0,-1 0 1 0 0,0 0-1 0 0,0 0 1 0 0,0 0-1 0 0,0 0 1 0 0,0 0-1 0 0,1 0 0 0 0,-1 0 1 0 0,0 0-1 0 0,0 0 1 0 0,0 0-1 0 0,0 0 1 0 0,0 1-1 0 0,0-1 1 0 0,1 0-1 0 0,-1 0 0 0 0,0 0 1 0 0,0 0-1 0 0,0 0 1 0 0,0 0-1 0 0,0 1 1 0 0,3 30 28 0 0,-2 0 1 0 0,-1 0-1 0 0,-2 0 1 0 0,-1-1 0 0 0,-8 36-1 0 0,9-51-7 0 0,2-14-13 0 0,0 7-5 0 0,1-4 54 0 0,1-6 127 0 0,10-17-160 0 0,-2 3-12 0 0,-1 1-1 0 0,2 1 0 0 0,0-1 1 0 0,0 2-1 0 0,1-1 0 0 0,18-13 1 0 0,-28 25-20 0 0,1 1 1 0 0,0 0-1 0 0,-1-1 1 0 0,1 1 0 0 0,0 0-1 0 0,0 1 1 0 0,0-1-1 0 0,0 0 1 0 0,0 1-1 0 0,0 0 1 0 0,0-1 0 0 0,0 1-1 0 0,0 1 1 0 0,0-1-1 0 0,0 0 1 0 0,4 1-1 0 0,50 19-27 0 0,-11-4-20 0 0,-28-13 3 0 0,1-1 0 0 0,-1 0 0 0 0,1-1 0 0 0,-1-1 0 0 0,1-1 0 0 0,-1 0 0 0 0,1-2 0 0 0,-1 0 0 0 0,0-1 0 0 0,22-7 0 0 0,-29 7 39 0 0,0-1-1 0 0,-1 0 1 0 0,1 0-1 0 0,-1-1 1 0 0,0 0-1 0 0,-1-1 0 0 0,1 0 1 0 0,-1 0-1 0 0,-1-1 1 0 0,1 0-1 0 0,-1-1 1 0 0,-1 0-1 0 0,0 0 1 0 0,0-1-1 0 0,-1 0 1 0 0,0 0-1 0 0,7-16 1 0 0,0-7-15 0 0,-1-1 1 0 0,-1 0 0 0 0,9-58-1 0 0,-17 71 48 0 0,-1 1-1 0 0,-1-1 1 0 0,-1 0-1 0 0,-1 0 0 0 0,-1 0 1 0 0,-1 1-1 0 0,-9-37 1 0 0,12 54 1 0 0,-1-1 1 0 0,1 1 0 0 0,-1 0 0 0 0,0 0 0 0 0,0 0 0 0 0,0 0-1 0 0,0-1 1 0 0,-1 1 0 0 0,1 1 0 0 0,-1-1 0 0 0,0 0-1 0 0,1 0 1 0 0,-1 1 0 0 0,-1-1 0 0 0,1 1 0 0 0,0-1-1 0 0,-1 1 1 0 0,1 0 0 0 0,-1 0 0 0 0,1 0 0 0 0,-1 0 0 0 0,0 1-1 0 0,0-1 1 0 0,-4-1 0 0 0,5 3-18 0 0,0 1-1 0 0,1-1 1 0 0,-1 1-1 0 0,0-1 1 0 0,1 1 0 0 0,-1 0-1 0 0,1-1 1 0 0,-1 1-1 0 0,1 0 1 0 0,-1 0 0 0 0,1 0-1 0 0,-1 1 1 0 0,1-1-1 0 0,0 0 1 0 0,0 0 0 0 0,0 1-1 0 0,0-1 1 0 0,-2 3-1 0 0,-17 24 44 0 0,13-14-41 0 0,0 0 1 0 0,1 0-1 0 0,0 0 0 0 0,1 1 1 0 0,1 0-1 0 0,0 0 1 0 0,1 0-1 0 0,1 0 1 0 0,1 1-1 0 0,0-1 0 0 0,1 17 1 0 0,1-5 6 0 0,2 1 1 0 0,1 0 0 0 0,1-1-1 0 0,2 0 1 0 0,11 32-1 0 0,-14-49-16 0 0,0 1 0 0 0,1-1-1 0 0,0-1 1 0 0,1 1-1 0 0,0-1 1 0 0,0 0-1 0 0,1 0 1 0 0,0 0-1 0 0,1-1 1 0 0,0-1 0 0 0,0 1-1 0 0,1-1 1 0 0,-1 0-1 0 0,2-1 1 0 0,-1 0-1 0 0,1-1 1 0 0,0 0 0 0 0,0 0-1 0 0,0-1 1 0 0,18 5-1 0 0,-15-6-11 0 0,1 0 0 0 0,-1-1 0 0 0,1-1 0 0 0,0 0-1 0 0,-1-1 1 0 0,1 0 0 0 0,0-2 0 0 0,-1 1 0 0 0,1-1 0 0 0,-1-1-1 0 0,0-1 1 0 0,0 0 0 0 0,0 0 0 0 0,0-1 0 0 0,-1-1 0 0 0,19-11-1 0 0,-27 15 27 0 0,0-1 0 0 0,-1 0 0 0 0,1 0 0 0 0,-1 1 0 0 0,0-2 0 0 0,0 1 0 0 0,0 0 0 0 0,0-1 0 0 0,-1 1 0 0 0,1-1 0 0 0,-1 0 0 0 0,0 0 0 0 0,0 0 0 0 0,-1 0 0 0 0,1 0 0 0 0,-1 0 0 0 0,0 0 0 0 0,0-1 0 0 0,0 1 0 0 0,0-5 0 0 0,-1 6 46 0 0,-8-17 154 0 0,6 18-205 0 0,0 1 0 0 0,0 0 0 0 0,-1 0-1 0 0,1 0 1 0 0,0 0 0 0 0,-1 0 0 0 0,1 1 0 0 0,0-1 0 0 0,-1 1-1 0 0,1-1 1 0 0,-1 1 0 0 0,1 0 0 0 0,-1 0 0 0 0,1 0 0 0 0,-1 0-1 0 0,1 1 1 0 0,-1-1 0 0 0,1 1 0 0 0,0-1 0 0 0,-1 1-1 0 0,1 0 1 0 0,0 0 0 0 0,-1 0 0 0 0,1 0 0 0 0,0 0 0 0 0,0 1-1 0 0,0-1 1 0 0,0 1 0 0 0,0-1 0 0 0,0 1 0 0 0,0 0 0 0 0,1-1-1 0 0,-1 1 1 0 0,1 0 0 0 0,-1 0 0 0 0,-1 3 0 0 0,1-1-7 0 0,1-1 0 0 0,-1 1 0 0 0,1-1 0 0 0,-1 1 0 0 0,1-1 0 0 0,0 1 0 0 0,1 0 0 0 0,-1 0 0 0 0,0 0 0 0 0,1-1 0 0 0,0 1 0 0 0,0 0 0 0 0,0 0 0 0 0,1 0 0 0 0,-1 0 0 0 0,1 0 0 0 0,0-1 0 0 0,0 1 0 0 0,0 0 0 0 0,0-1 0 0 0,1 1 0 0 0,-1-1 0 0 0,1 1 0 0 0,2 3 0 0 0,0-3-19 0 0,-1 0 0 0 0,0 1 0 0 0,1-1 0 0 0,0 0 1 0 0,0-1-1 0 0,0 1 0 0 0,0-1 0 0 0,1 0 0 0 0,-1 0 1 0 0,1 0-1 0 0,0 0 0 0 0,0-1 0 0 0,0 0 0 0 0,0 0 0 0 0,0 0 1 0 0,10 1-1 0 0,-7-2-40 0 0,1 0 1 0 0,-1-1-1 0 0,1 0 1 0 0,-1-1-1 0 0,1 0 1 0 0,-1 0-1 0 0,1-1 0 0 0,-1 0 1 0 0,15-6-1 0 0,2-3-104 0 0,0-1 0 0 0,0-2 0 0 0,-1 0 0 0 0,-1-2 0 0 0,31-27 0 0 0,23-35-67 0 0,-76 77 209 0 0,-1 0 12 0 0,1 1 1 0 0,0-1 0 0 0,-1 1 0 0 0,1-1 0 0 0,0 1 0 0 0,0-1 0 0 0,-1 1 0 0 0,1-1-1 0 0,0 1 1 0 0,0 0 0 0 0,0-1 0 0 0,-1 1 0 0 0,1 0 0 0 0,0 0 0 0 0,0 0 0 0 0,0-1-1 0 0,0 1 1 0 0,0 0 0 0 0,0 0 0 0 0,0 0 0 0 0,1 1 0 0 0,-6 35-35 0 0,-2 30-1 0 0,11-28 48 0 0,-5-37 6 0 0,22 8 115 0 0,-8-13-116 0 0,-8 2-8 0 0,0-1 1 0 0,-1 1 0 0 0,0-1 0 0 0,1 0 0 0 0,-1 0 0 0 0,0 0 0 0 0,-1-1-1 0 0,1 0 1 0 0,7-7 0 0 0,21-19 2 0 0,-31 29-9 0 0,-1 0 1 0 0,0 0-1 0 0,1 0 0 0 0,-1 0 0 0 0,0 0 1 0 0,1 0-1 0 0,-1 0 0 0 0,1 1 1 0 0,-1-1-1 0 0,1 0 0 0 0,0 1 1 0 0,-1-1-1 0 0,1 1 0 0 0,3-1 1 0 0,4 15-44 0 0,-8-11 47 0 0,0 0 1 0 0,0 0-1 0 0,1 0 1 0 0,-1 0-1 0 0,1 0 0 0 0,0-1 1 0 0,0 1-1 0 0,0 0 1 0 0,0-1-1 0 0,0 0 1 0 0,0 1-1 0 0,1-1 0 0 0,2 2 1 0 0,-3-3 4 0 0,0 0-1 0 0,0 0 1 0 0,0 0 0 0 0,0 0 0 0 0,1 0-1 0 0,-1-1 1 0 0,0 1 0 0 0,0-1 0 0 0,1 1-1 0 0,-1-1 1 0 0,0 0 0 0 0,1 0 0 0 0,-1 0-1 0 0,0 0 1 0 0,1-1 0 0 0,-1 1 0 0 0,0-1-1 0 0,0 1 1 0 0,1-1 0 0 0,-1 0 0 0 0,3-1 0 0 0,51-31 22 0 0,-39 21 16 0 0,16-7 186 0 0,-23 14-119 0 0,0-1 1 0 0,-1 0-1 0 0,1 0 0 0 0,-1-1 1 0 0,9-9-1 0 0,-17 14 115 0 0,22-23 888 0 0,-23 24-1066 0 0,0-1 1 0 0,0 0-1 0 0,1 0 0 0 0,-1 1 1 0 0,0-1-1 0 0,-1 0 0 0 0,1 1 0 0 0,0-1 1 0 0,0 0-1 0 0,-1 1 0 0 0,1-1 1 0 0,-1 0-1 0 0,1 1 0 0 0,-1-1 1 0 0,0 1-1 0 0,0-1 0 0 0,1 1 0 0 0,-1-1 1 0 0,0 1-1 0 0,0 0 0 0 0,0-1 1 0 0,-1 1-1 0 0,1 0 0 0 0,0 0 1 0 0,0 0-1 0 0,-1 0 0 0 0,1 0 0 0 0,-1 0 1 0 0,1 0-1 0 0,-1 0 0 0 0,1 1 1 0 0,-4-2-1 0 0,4 1-1 0 0,0 1-21 0 0,0-1-23 0 0,1 0 0 0 0,-1 1-1 0 0,1-1 1 0 0,-1 0 0 0 0,1 1 0 0 0,-1-1-1 0 0,0 1 1 0 0,1-1 0 0 0,-1 1 0 0 0,0 0 0 0 0,0-1-1 0 0,1 1 1 0 0,-1 0 0 0 0,0-1 0 0 0,0 1-1 0 0,0 0 1 0 0,1 0 0 0 0,-1 0 0 0 0,0 0-1 0 0,0 0 1 0 0,0-1 0 0 0,0 1 0 0 0,1 1-1 0 0,-1-1 1 0 0,0 0 0 0 0,0 0 0 0 0,0 0 0 0 0,1 0-1 0 0,-1 1 1 0 0,0-1 0 0 0,0 0 0 0 0,1 1-1 0 0,-1-1 1 0 0,0 0 0 0 0,0 1 0 0 0,1-1-1 0 0,-1 1 1 0 0,0-1 0 0 0,1 1 0 0 0,-1 0-1 0 0,1-1 1 0 0,-1 1 0 0 0,1 0 0 0 0,-1-1 0 0 0,1 1-1 0 0,-1 0 1 0 0,1-1 0 0 0,0 1 0 0 0,-1 0-1 0 0,1 0 1 0 0,0 0 0 0 0,0-1 0 0 0,0 1-1 0 0,-1 0 1 0 0,1 0 0 0 0,0 0 0 0 0,0-1 0 0 0,0 1-1 0 0,0 0 1 0 0,0 0 0 0 0,1 0 0 0 0,-1 0-1 0 0,0-1 1 0 0,1 3 0 0 0,0 7-4 0 0,1 0-1 0 0,0 0 1 0 0,1-1 0 0 0,0 1 0 0 0,6 13 0 0 0,-5-12 4 0 0,1 1 0 0 0,-2 0 0 0 0,1 0 0 0 0,1 17 0 0 0,1 14 12 0 0,-6-41-8 0 0,0 0 17 0 0,0-2-19 0 0,0 0 1 0 0,0 0-1 0 0,0 0 1 0 0,0 1-1 0 0,0-1 0 0 0,-1 0 1 0 0,1 0-1 0 0,0 0 1 0 0,0 0-1 0 0,0 1 0 0 0,0-1 1 0 0,0 0-1 0 0,0 0 1 0 0,0 0-1 0 0,0 1 0 0 0,0-1 1 0 0,0 0-1 0 0,0 0 1 0 0,0 0-1 0 0,0 1 1 0 0,0-1-1 0 0,1 0 0 0 0,-1 0 1 0 0,0 0-1 0 0,0 1 1 0 0,0-1-1 0 0,0 0 0 0 0,0 0 1 0 0,0 0-1 0 0,0 0 1 0 0,0 1-1 0 0,1-1 0 0 0,-1 0 1 0 0,0 0-1 0 0,0 0 1 0 0,0 0-1 0 0,0 0 0 0 0,1 0 1 0 0,-1 0-1 0 0,0 1 1 0 0,0-1-1 0 0,0 0 1 0 0,0 0-1 0 0,1 0 0 0 0,-1 0 1 0 0,0 0-1 0 0,0 0 1 0 0,0 0-1 0 0,1 0 0 0 0,-1 0 1 0 0,0 0-1 0 0,0 0 1 0 0,0 0-1 0 0,1 0 0 0 0,-1 0 1 0 0,0 0-1 0 0,0 0 1 0 0,0 0-1 0 0,1 0 0 0 0,-1 0 1 0 0,0-1-1 0 0,2 0-4 0 0,12-12-13 0 0,0 1 0 0 0,2 1-1 0 0,-1 0 1 0 0,1 1 0 0 0,1 1 0 0 0,23-10 0 0 0,-38 19 27 0 0,0-1-23 0 0,0 1 7 0 0,0 0 0 0 0,-1 0 1 0 0,1 0-1 0 0,0 1 0 0 0,0-1 0 0 0,0 0 0 0 0,0 1 1 0 0,-1-1-1 0 0,1 1 0 0 0,0 0 0 0 0,0-1 0 0 0,-1 1 1 0 0,1 0-1 0 0,-1 0 0 0 0,1 0 0 0 0,-1 0 0 0 0,1 0 0 0 0,-1 1 1 0 0,1-1-1 0 0,-1 0 0 0 0,0 1 0 0 0,0-1 0 0 0,0 0 1 0 0,0 1-1 0 0,0 0 0 0 0,2 3 0 0 0,-2-4-126 0 0,0 1 0 0 0,-1-1 0 0 0,1 1-1 0 0,0 0 1 0 0,-1 0 0 0 0,1-1 0 0 0,-1 1 0 0 0,1 0 0 0 0,-1 0-1 0 0,0-1 1 0 0,0 1 0 0 0,0 0 0 0 0,0 0 0 0 0,0 0-1 0 0,0 0 1 0 0,0-1 0 0 0,-1 1 0 0 0,1 0 0 0 0,-1 0-1 0 0,1-1 1 0 0,-2 4 0 0 0,0-3-835 0 0</inkml:trace>
</inkml:ink>
</file>

<file path=ppt/ink/ink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1:59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90 192 0 0,'3'-8'1242'0'0,"0"0"0"0"0,-1-1 0 0 0,0 1-1 0 0,-1-1 1 0 0,0 1 0 0 0,0-11 0 0 0,-1 17-615 0 0,5-12 1191 0 0,-3 10-3512 0 0</inkml:trace>
</inkml:ink>
</file>

<file path=ppt/ink/ink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00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0 407 856 0 0,'2'-4'935'0'0,"46"-60"3529"0"0,-36 51-3891 0 0,-1 0 1 0 0,-1-1-1 0 0,0-1 0 0 0,-1 0 1 0 0,0 0-1 0 0,-1-1 0 0 0,-1 0 1 0 0,5-19-1 0 0,-8 23-355 0 0,0 1 22 0 0,-1 0 1 0 0,0 0-1 0 0,-1 0 1 0 0,0-1-1 0 0,-1 1 1 0 0,0-1 0 0 0,0 0-1 0 0,-1 1 1 0 0,-1-1-1 0 0,0 1 1 0 0,-3-15-1 0 0,-1 3 776 0 0,-2 35-1005 0 0,1 0 0 0 0,0 0 0 0 0,1 1 0 0 0,0 0 0 0 0,1 0 0 0 0,1 0 0 0 0,0 1 0 0 0,1-1 1 0 0,0 1-1 0 0,1-1 0 0 0,1 22 0 0 0,2 9 30 0 0,3 0 0 0 0,12 57 0 0 0,-15-91-22 0 0,2 0-1 0 0,-1-1 1 0 0,2 1 0 0 0,-1-1 0 0 0,1 0 0 0 0,0-1-1 0 0,1 1 1 0 0,0-1 0 0 0,11 11 0 0 0,-13-17-8 0 0,-1-2-8 0 0,0 0 0 0 0,1 0 0 0 0,-1 0 0 0 0,0 0 0 0 0,1-1 0 0 0,-1 1 0 0 0,0-1-1 0 0,1 0 1 0 0,-1 0 0 0 0,0 0 0 0 0,0 0 0 0 0,0-1 0 0 0,0 1 0 0 0,0-1 0 0 0,0 0 0 0 0,-1 0 0 0 0,4-3 0 0 0,-2 2 8 0 0,48-46 187 0 0,-51 48-108 0 0,8-16 362 0 0,1 0 509 0 0,-9 15-467 0 0,1-5-409 0 0,-2 10-83 0 0,1 0 0 0 0,0 0 0 0 0,-1 0 0 0 0,1 0 0 0 0,1-1 0 0 0,-1 1 0 0 0,0-1 0 0 0,1 1 0 0 0,-1 0 0 0 0,1-1 0 0 0,0 0 0 0 0,-1 0 0 0 0,1 1 1 0 0,0-1-1 0 0,1 0 0 0 0,-1 0 0 0 0,0-1 0 0 0,0 1 0 0 0,1 0 0 0 0,-1-1 0 0 0,1 1 0 0 0,0-1 0 0 0,-1 0 0 0 0,1 0 0 0 0,3 1 0 0 0,0-1 15 0 0,0-1 1 0 0,0 1 0 0 0,0-1-1 0 0,0 0 1 0 0,0-1 0 0 0,0 0-1 0 0,0 1 1 0 0,0-2 0 0 0,0 1-1 0 0,-1-1 1 0 0,1 0 0 0 0,8-4-1 0 0,-12 5-24 0 0,0 0-1 0 0,0 0 1 0 0,0 0-1 0 0,0 1 0 0 0,0-1 1 0 0,0 0-1 0 0,1 1 1 0 0,-1-1-1 0 0,0 1 0 0 0,0 0 1 0 0,1 0-1 0 0,-1 0 1 0 0,0 0-1 0 0,0 0 0 0 0,1 0 1 0 0,-1 1-1 0 0,4 0 1 0 0,-5 0 4 0 0,0 0 0 0 0,0 0 0 0 0,0 0 1 0 0,0 0-1 0 0,0 0 0 0 0,0 0 0 0 0,0 0 1 0 0,-1 0-1 0 0,1 0 0 0 0,0 0 0 0 0,-1 0 1 0 0,1 0-1 0 0,-1 1 0 0 0,1-1 0 0 0,-1 0 0 0 0,1 1 1 0 0,-1-1-1 0 0,0 0 0 0 0,0 1 0 0 0,0-1 1 0 0,0 3-1 0 0,0 10 1 0 0,-2-1 0 0 0,0 1 0 0 0,0-1 1 0 0,-9 24-1 0 0,5-12 0 0 0,-5 21 13 0 0,-2 0 0 0 0,-2-2 0 0 0,-1 1 0 0 0,-3-2 0 0 0,-2-1-1 0 0,-1 0 1 0 0,-2-2 0 0 0,-2 0 0 0 0,-1-2 0 0 0,-36 38 0 0 0,60-73 56 0 0,1 0 0 0 0,-1 0 0 0 0,0-1 0 0 0,0 1 0 0 0,0-1 1 0 0,0 0-1 0 0,0 0 0 0 0,0 0 0 0 0,-1 0 0 0 0,1 0 0 0 0,-1-1 0 0 0,1 0 1 0 0,-1 1-1 0 0,0-1 0 0 0,1-1 0 0 0,-8 2 0 0 0,8-2 104 0 0,-2-9 98 0 0,4 9-255 0 0,0-1-1 0 0,0 0 1 0 0,0 0 0 0 0,1 0-1 0 0,-1 0 1 0 0,0 0 0 0 0,1 0-1 0 0,-1 0 1 0 0,1 0 0 0 0,-1 0-1 0 0,1 0 1 0 0,0 0 0 0 0,-1 0 0 0 0,1 0-1 0 0,0 0 1 0 0,0 0 0 0 0,-1 0-1 0 0,1 0 1 0 0,0-3 0 0 0,3-9 49 0 0,0 0 0 0 0,1 0 1 0 0,0 0-1 0 0,1 0 1 0 0,0 0-1 0 0,13-20 1 0 0,51-69-373 0 0,-30 47-681 0 0,20-44-4356 0 0,-38 61-628 0 0,-6 12 1358 0 0</inkml:trace>
</inkml:ink>
</file>

<file path=ppt/ink/ink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00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10205 0 0,'18'-10'90'0'0,"-1"0"1"0"0,2 2-1 0 0,35-12 0 0 0,19-9-96 0 0,-39 23-862 0 0,-26 6-4734 0 0</inkml:trace>
</inkml:ink>
</file>

<file path=ppt/ink/ink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00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44 1216 0 0,'-18'0'1620'0'0,"9"0"1165"0"0,0 3 1291 0 0,52-10-3308 0 0,-16 1-88 0 0,1 1-128 0 0,13-3-220 0 0,-9 5-244 0 0,11-1-308 0 0,-2 3-332 0 0,0-4-416 0 0,-10-1-764 0 0,-2 4-1873 0 0,-3 2 833 0 0</inkml:trace>
</inkml:ink>
</file>

<file path=ppt/ink/ink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01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63 18874 0 0,'-15'-9'268'0'0,"0"-3"-364"0"0,2 3 52 0 0,-1 1 8 0 0,7-1 8 0 0,1 1-84 0 0,-2 1-560 0 0,43 19-10333 0 0,-26-9 7068 0 0</inkml:trace>
</inkml:ink>
</file>

<file path=ppt/ink/ink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08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237 220 196 0 0,'0'-1'344'0'0,"0"-1"0"0"0,0 1 0 0 0,0-1 0 0 0,0 1-1 0 0,-1 0 1 0 0,1-1 0 0 0,0 1 0 0 0,-1 0 0 0 0,1-1 0 0 0,-1 1 0 0 0,1 0 0 0 0,-1 0 0 0 0,1-1-1 0 0,-1 1 1 0 0,0 0 0 0 0,0 0 0 0 0,-1-2 0 0 0,-7-2-132 0 0,6 5 195 0 0,-2 2-26 0 0,-15 11 22 0 0,-1 0-1 0 0,1 1 1 0 0,1 1 0 0 0,1 0 0 0 0,-20 22-1 0 0,31-30-296 0 0,0 1 0 0 0,0 0-1 0 0,0 1 1 0 0,1-1 0 0 0,0 1 0 0 0,1 1-1 0 0,0-1 1 0 0,0 1 0 0 0,1-1-1 0 0,1 1 1 0 0,-1 1 0 0 0,1-1-1 0 0,1 0 1 0 0,-2 17 0 0 0,4-24-91 0 0,0-1 0 0 0,1 0 1 0 0,-1 0-1 0 0,1 0 0 0 0,-1 1 1 0 0,1-1-1 0 0,0 0 0 0 0,0 0 1 0 0,-1 0-1 0 0,2 0 0 0 0,-1 0 1 0 0,0 0-1 0 0,0 0 0 0 0,1 0 1 0 0,-1-1-1 0 0,1 1 0 0 0,-1 0 1 0 0,1-1-1 0 0,0 0 0 0 0,-1 1 1 0 0,1-1-1 0 0,0 0 0 0 0,0 0 1 0 0,0 1-1 0 0,0-2 0 0 0,0 1 1 0 0,0 0-1 0 0,0 0 0 0 0,1-1 1 0 0,-1 1-1 0 0,0-1 0 0 0,0 1 1 0 0,1-1-1 0 0,-1 0 0 0 0,4 0 1 0 0,-2 0-1 0 0,1 0 1 0 0,0 0-1 0 0,-1 0 1 0 0,1-1-1 0 0,-1 0 1 0 0,1 1-1 0 0,-1-2 1 0 0,1 1-1 0 0,-1 0 1 0 0,0-1-1 0 0,1 0 1 0 0,-1 0-1 0 0,0 0 1 0 0,0 0-1 0 0,0-1 1 0 0,5-4-1 0 0,-1-3 28 0 0,-1 0-1 0 0,0-1 1 0 0,0 1-1 0 0,-1-2 1 0 0,-1 1-1 0 0,0 0 1 0 0,0-1-1 0 0,-1 0 1 0 0,-1 0-1 0 0,0-1 1 0 0,0 1-1 0 0,1-25 1 0 0,-4 36-43 0 0,1 0 0 0 0,0 1 1 0 0,-1-1-1 0 0,1 0 0 0 0,0 0 0 0 0,0 0 1 0 0,-1 1-1 0 0,1-1 0 0 0,0 0 1 0 0,0 1-1 0 0,0-1 0 0 0,0 0 0 0 0,0 1 1 0 0,0-1-1 0 0,0 1 0 0 0,0 0 0 0 0,0-1 1 0 0,0 1-1 0 0,0 0 0 0 0,0 0 1 0 0,0 0-1 0 0,0-1 0 0 0,2 1 0 0 0,32-4 25 0 0,-30 4-29 0 0,29-3 19 0 0,1-2-1 0 0,-1-1 1 0 0,0-1 0 0 0,0-2-1 0 0,-1-2 1 0 0,38-17-1 0 0,-58 22 1 0 0,1-2-1 0 0,-1 1 1 0 0,0-2 0 0 0,-1 0-1 0 0,1 0 1 0 0,-2-1-1 0 0,0-1 1 0 0,0 0-1 0 0,-1 0 1 0 0,0-1-1 0 0,-1 0 1 0 0,0-1-1 0 0,-1 0 1 0 0,0 0-1 0 0,-1-1 1 0 0,7-20 0 0 0,-12 28 20 0 0,2-6 83 0 0,-6 18-63 0 0,-34 108-61 0 0,-22 122 32 0 0,-171 598 111 0 0,223-818-126 0 0,0 0-1 0 0,-1 0 1 0 0,-1-1 0 0 0,0-1 0 0 0,-1 1-1 0 0,-18 22 1 0 0,24-34-6 0 0,0 1 0 0 0,-1-1 0 0 0,1 0 0 0 0,-1 0 0 0 0,0 0 0 0 0,0 0 0 0 0,0-1 0 0 0,0 1 0 0 0,0-1 0 0 0,0 0 0 0 0,-1-1 0 0 0,-6 3 0 0 0,7-4-2 0 0,1 1 0 0 0,-1-1 0 0 0,1 0 0 0 0,-1 0 0 0 0,1-1 0 0 0,-1 1 0 0 0,1-1 0 0 0,-1 1 0 0 0,1-1-1 0 0,0 0 1 0 0,0-1 0 0 0,-1 1 0 0 0,1 0 0 0 0,0-1 0 0 0,0 0 0 0 0,0 0 0 0 0,0 0 0 0 0,0 0 0 0 0,-2-3 0 0 0,-1 0-16 0 0,0 0 0 0 0,1 0 0 0 0,0 0 0 0 0,0-1 1 0 0,1 0-1 0 0,-1 0 0 0 0,1 0 0 0 0,0 0 0 0 0,1-1 1 0 0,0 0-1 0 0,0 0 0 0 0,0 1 0 0 0,1-2 0 0 0,0 1 1 0 0,0 0-1 0 0,1 0 0 0 0,0-1 0 0 0,0 1 0 0 0,0 0 1 0 0,1-1-1 0 0,1 1 0 0 0,-1-1 0 0 0,1 1 0 0 0,0 0 1 0 0,1-1-1 0 0,0 1 0 0 0,2-7 0 0 0,2-1-444 0 0,-1 0 0 0 0,2 0-1 0 0,0 1 1 0 0,18-25 0 0 0,-10 19-1460 0 0,0 0 1 0 0,26-23-1 0 0,-8 10-1065 0 0</inkml:trace>
</inkml:ink>
</file>

<file path=ppt/ink/ink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08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0 418 11457 0 0,'0'0'24'0'0,"17"-7"221"0"0,87-62 474 0 0,-47 32-480 0 0,-2-1 0 0 0,57-53 0 0 0,-105 83-204 0 0,0 0 0 0 0,0 0 0 0 0,0 0 0 0 0,-1-1 0 0 0,10-18 0 0 0,-14 23-10 0 0,0-1-1 0 0,0 1 1 0 0,-1 0 0 0 0,1-1 0 0 0,-1 1-1 0 0,0-1 1 0 0,0 1 0 0 0,0-1 0 0 0,-1 0-1 0 0,0 1 1 0 0,0-1 0 0 0,0 0 0 0 0,0 1-1 0 0,-1-1 1 0 0,-1-8 0 0 0,1 12-17 0 0,0-1 1 0 0,0 0-1 0 0,0 1 0 0 0,0-1 1 0 0,0 1-1 0 0,0-1 0 0 0,0 1 1 0 0,0 0-1 0 0,-1-1 0 0 0,1 1 1 0 0,0 0-1 0 0,-1 0 0 0 0,1 0 1 0 0,-1 0-1 0 0,1 0 0 0 0,-1 0 1 0 0,0 0-1 0 0,1 0 0 0 0,-1 1 1 0 0,0-1-1 0 0,0 1 0 0 0,1-1 1 0 0,-1 1-1 0 0,0 0 1 0 0,0 0-1 0 0,0-1 0 0 0,-3 2 1 0 0,2-1-3 0 0,-1 0 0 0 0,0 0 1 0 0,0 1-1 0 0,0-1 0 0 0,0 1 1 0 0,0 0-1 0 0,1 1 0 0 0,-1-1 1 0 0,0 0-1 0 0,1 1 1 0 0,-4 2-1 0 0,1 0-1 0 0,0 1 0 0 0,1-1 0 0 0,0 1 0 0 0,0 0 0 0 0,0 0 0 0 0,0 1 0 0 0,1-1 1 0 0,0 1-1 0 0,0 0 0 0 0,1 0 0 0 0,0 0 0 0 0,0 1 0 0 0,0-1 0 0 0,1 1 0 0 0,0 0 0 0 0,0-1 0 0 0,0 1 0 0 0,1 0 0 0 0,0 0 0 0 0,1 0 1 0 0,-1 0-1 0 0,1 0 0 0 0,1 0 0 0 0,-1 0 0 0 0,1 0 0 0 0,1 0 0 0 0,1 8 0 0 0,0-5-3 0 0,1-1 1 0 0,-1 0-1 0 0,1 1 1 0 0,1-2-1 0 0,0 1 0 0 0,0 0 1 0 0,1-1-1 0 0,0 0 0 0 0,0 0 1 0 0,1-1-1 0 0,0 0 1 0 0,0 0-1 0 0,1-1 0 0 0,-1 1 1 0 0,1-2-1 0 0,1 1 1 0 0,-1-1-1 0 0,19 8 0 0 0,-13-8-211 0 0,0-1-1 0 0,1 0 0 0 0,0 0 1 0 0,0-1-1 0 0,0-1 0 0 0,0-1 0 0 0,0 0 1 0 0,0-1-1 0 0,30-4 0 0 0,-32 2-788 0 0,0-1 0 0 0,0 0 0 0 0,0-1 0 0 0,0-1 0 0 0,-1 0 0 0 0,0-1 0 0 0,14-8 0 0 0,-12 5-1358 0 0</inkml:trace>
</inkml:ink>
</file>

<file path=ppt/ink/ink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09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66 553 292 0 0,'0'0'619'0'0,"20"9"3573"0"0,-20-2-3928 0 0,1 0-1 0 0,-1 0 1 0 0,-1-1-1 0 0,1 1 1 0 0,-1 0 0 0 0,0 0-1 0 0,-1-1 1 0 0,1 1-1 0 0,-1-1 1 0 0,-5 10 0 0 0,-1 0 284 0 0,-1 0 0 0 0,-17 24 0 0 0,26-40-525 0 0,0 1 1 0 0,-1-1 0 0 0,1 1-1 0 0,0-1 1 0 0,-1 1-1 0 0,1-1 1 0 0,0 1-1 0 0,-1-1 1 0 0,1 1 0 0 0,0-1-1 0 0,-1 1 1 0 0,1-1-1 0 0,-1 1 1 0 0,1-1-1 0 0,-1 0 1 0 0,1 1-1 0 0,-1-1 1 0 0,1 0 0 0 0,-1 0-1 0 0,0 1 1 0 0,1-1-1 0 0,-1 0 1 0 0,1 0-1 0 0,-1 0 1 0 0,1 0 0 0 0,-1 1-1 0 0,0-1 1 0 0,1 0-1 0 0,-1 0 1 0 0,0 0-1 0 0,1 0 1 0 0,-1-1 0 0 0,1 1-1 0 0,-1 0 1 0 0,0 0-1 0 0,1 0 1 0 0,-1 0-1 0 0,1-1 1 0 0,-1 1-1 0 0,1 0 1 0 0,-1 0 0 0 0,1-1-1 0 0,-1 1 1 0 0,1 0-1 0 0,-1-1 1 0 0,1 1-1 0 0,-1-1 1 0 0,1 1 0 0 0,-1-1-1 0 0,1 1 1 0 0,0-1-1 0 0,-1 0 1 0 0,-2-1-124 0 0,3-1 114 0 0,0 0 0 0 0,0 0 0 0 0,1 1 0 0 0,-1-1 0 0 0,0 0 0 0 0,1 1 0 0 0,-1-1-1 0 0,1 1 1 0 0,0-1 0 0 0,0 1 0 0 0,0-1 0 0 0,0 1 0 0 0,2-4 0 0 0,0 1 20 0 0,3-7-16 0 0,1 0 0 0 0,0 1 0 0 0,1 0 1 0 0,1 0-1 0 0,-1 1 0 0 0,2 0 0 0 0,-1 0 0 0 0,1 1 0 0 0,1 1 1 0 0,-1-1-1 0 0,2 2 0 0 0,-1-1 0 0 0,1 2 0 0 0,0 0 0 0 0,0 0 1 0 0,26-8-1 0 0,-36 14-17 0 0,1-1 1 0 0,0 1-1 0 0,-1 0 0 0 0,1 0 1 0 0,0 0-1 0 0,-1 0 1 0 0,1 0-1 0 0,0 0 0 0 0,-1 1 1 0 0,1-1-1 0 0,-1 1 1 0 0,1 0-1 0 0,0 0 1 0 0,-1 0-1 0 0,0 0 0 0 0,1 0 1 0 0,-1 1-1 0 0,0-1 1 0 0,1 0-1 0 0,-1 1 0 0 0,0 0 1 0 0,0 0-1 0 0,0-1 1 0 0,-1 1-1 0 0,1 0 0 0 0,0 1 1 0 0,-1-1-1 0 0,1 0 1 0 0,-1 0-1 0 0,0 1 1 0 0,2 3-1 0 0,1 6 13 0 0,0 1 1 0 0,0-1-1 0 0,-2 1 0 0 0,1 0 0 0 0,0 14 1 0 0,0-2 30 0 0,-3-23-34 0 0,1 1-29 0 0,-1-3 28 0 0,0 0-1 0 0,0 1 1 0 0,0-1-1 0 0,0 1 1 0 0,0-1-1 0 0,0 1 0 0 0,0-1 1 0 0,0 0-1 0 0,0 1 1 0 0,0-1-1 0 0,0 1 0 0 0,0-1 1 0 0,0 0-1 0 0,1 1 1 0 0,-1-1-1 0 0,0 0 0 0 0,0 1 1 0 0,0-1-1 0 0,1 1 1 0 0,-1-1-1 0 0,0 0 1 0 0,1 0-1 0 0,-1 1 0 0 0,0-1 1 0 0,1 0-1 0 0,-1 1 1 0 0,0-1-1 0 0,1 0 0 0 0,-1 0 1 0 0,0 0-1 0 0,1 1 1 0 0,-1-1-1 0 0,0 0 1 0 0,1 0-1 0 0,-1 0 0 0 0,1 0 1 0 0,-1 0-1 0 0,1 0 1 0 0,-1 0-1 0 0,0 0 0 0 0,1 0 1 0 0,-1 0-1 0 0,1 0 1 0 0,-1 0-1 0 0,0 0 0 0 0,1 0 1 0 0,-1 0-1 0 0,1 0 1 0 0,-1-1-1 0 0,0 1 1 0 0,1 0-1 0 0,-1 0 0 0 0,1-1 1 0 0,22-15 39 0 0,-6 5-8 0 0,0-1-1 0 0,27-12 1 0 0,-20 19-87 0 0,-20 6 46 0 0,-1 0 1 0 0,1 0-1 0 0,0 0 0 0 0,0 1 1 0 0,-1 0-1 0 0,1-1 0 0 0,-1 1 1 0 0,0 0-1 0 0,1 1 0 0 0,-1-1 1 0 0,0 0-1 0 0,5 6 0 0 0,2 1 11 0 0,-2-4-6 0 0,-1 0 0 0 0,1-1-1 0 0,0 0 1 0 0,1 0 0 0 0,-1 0 0 0 0,1-1-1 0 0,-1-1 1 0 0,1 1 0 0 0,0-1-1 0 0,0-1 1 0 0,0 0 0 0 0,0 0-1 0 0,0 0 1 0 0,1-1 0 0 0,-1-1-1 0 0,0 0 1 0 0,0 0 0 0 0,12-4-1 0 0,-4 1 54 0 0,0-2-1 0 0,-1 0 1 0 0,0-1 0 0 0,0-1-1 0 0,-1 0 1 0 0,0-1-1 0 0,0-1 1 0 0,21-17-1 0 0,-36 26-11 0 0,1 0 0 0 0,0 0 0 0 0,0 0-1 0 0,0 0 1 0 0,0 0 0 0 0,0 0 0 0 0,0 0 0 0 0,1 0 0 0 0,-1 1-1 0 0,0-1 1 0 0,0 1 0 0 0,0-1 0 0 0,1 1 0 0 0,-1-1 0 0 0,0 1-1 0 0,3-1 1 0 0,-4 20 565 0 0,-1-16-598 0 0,0 1 1 0 0,0-1-1 0 0,1 1 0 0 0,0-1 1 0 0,0 1-1 0 0,0-1 1 0 0,0 1-1 0 0,0-1 1 0 0,1 1-1 0 0,-1-1 1 0 0,1 1-1 0 0,0-1 1 0 0,0 0-1 0 0,0 1 0 0 0,1-1 1 0 0,-1 0-1 0 0,1 0 1 0 0,0 0-1 0 0,-1 0 1 0 0,1 0-1 0 0,1 0 1 0 0,-1 0-1 0 0,0-1 1 0 0,1 1-1 0 0,-1-1 0 0 0,1 0 1 0 0,0 0-1 0 0,0 0 1 0 0,0 0-1 0 0,0 0 1 0 0,4 1-1 0 0,-4-2-1 0 0,0 0 0 0 0,0 0 0 0 0,1-1 0 0 0,-1 0 0 0 0,0 0 0 0 0,1 0 0 0 0,-1 0 0 0 0,0 0-1 0 0,0 0 1 0 0,1-1 0 0 0,-1 0 0 0 0,0 1 0 0 0,0-1 0 0 0,0-1 0 0 0,0 1 0 0 0,0 0 0 0 0,0-1 0 0 0,0 1 0 0 0,0-1 0 0 0,0 0 0 0 0,-1 0-1 0 0,1 0 1 0 0,-1 0 0 0 0,0-1 0 0 0,1 1 0 0 0,-1-1 0 0 0,0 1 0 0 0,0-1 0 0 0,-1 0 0 0 0,1 1 0 0 0,2-6 0 0 0,12-29 161 0 0,-2-1 0 0 0,-2 0 1 0 0,-1-1-1 0 0,-2 0 0 0 0,5-51 0 0 0,17-70 177 0 0,-25 138-276 0 0,1-1 1 0 0,1 1 0 0 0,1 1 0 0 0,21-38 0 0 0,-28 57-65 0 0,0-3 10 0 0,0 0 1 0 0,1 0-1 0 0,0 1 1 0 0,0-1-1 0 0,0 1 0 0 0,1 0 1 0 0,0 0-1 0 0,-1 0 1 0 0,1 0-1 0 0,1 0 1 0 0,-1 1-1 0 0,0 0 0 0 0,1 0 1 0 0,8-4-1 0 0,-11 7-16 0 0,1 0 0 0 0,-1 0 1 0 0,0 0-1 0 0,0 0 0 0 0,1 0 0 0 0,-1 1 0 0 0,0-1 0 0 0,0 1 0 0 0,0 0 0 0 0,0 0 1 0 0,0-1-1 0 0,0 1 0 0 0,0 1 0 0 0,0-1 0 0 0,0 0 0 0 0,0 0 0 0 0,-1 1 0 0 0,1-1 1 0 0,0 1-1 0 0,-1-1 0 0 0,1 1 0 0 0,-1 0 0 0 0,0 0 0 0 0,1-1 0 0 0,-1 1 0 0 0,2 4 1 0 0,3 5 13 0 0,-1 0 0 0 0,-1 1 1 0 0,6 16-1 0 0,-8-20 2 0 0,18 71 91 0 0,19 146 1 0 0,-18-84-89 0 0,-15-100 96 0 0,1 54 1 0 0,-6-65-3294 0 0,-1 0-3458 0 0,-1-36 3632 0 0,-6-24 228 0 0</inkml:trace>
</inkml:ink>
</file>

<file path=ppt/ink/ink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10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0 360 288 0 0,'44'-19'1493'0'0,"-1"-2"0"0"0,80-52 0 0 0,-110 63-1056 0 0,0 0 1 0 0,0 0-1 0 0,-1-1 1 0 0,0-1-1 0 0,-1 0 1 0 0,0-1-1 0 0,-1 0 1 0 0,-1 0-1 0 0,0-1 1 0 0,0-1-1 0 0,-2 1 1 0 0,8-21-1 0 0,-1-21 2399 0 0,-14 54-2537 0 0,0 2-261 0 0,0 0-1 0 0,0 0 1 0 0,0 0-1 0 0,0-1 1 0 0,0 1 0 0 0,0 0-1 0 0,0 0 1 0 0,0-1-1 0 0,0 1 1 0 0,0 0-1 0 0,0 0 1 0 0,0 0-1 0 0,0-1 1 0 0,0 1 0 0 0,0 0-1 0 0,0 0 1 0 0,0 0-1 0 0,1-1 1 0 0,-1 1-1 0 0,0 0 1 0 0,0 0-1 0 0,0 0 1 0 0,0-1 0 0 0,0 1-1 0 0,1 0 1 0 0,-1 0-1 0 0,0 0 1 0 0,0 0-1 0 0,0 0 1 0 0,0-1-1 0 0,1 1 1 0 0,-1 0 0 0 0,0 0-1 0 0,0 0 1 0 0,0 0-1 0 0,1 0 1 0 0,-1 0-1 0 0,0 0 1 0 0,0 0-1 0 0,1 0 1 0 0,-1 0 0 0 0,0 0-1 0 0,0 0 1 0 0,0 0-1 0 0,1 0 1 0 0,-1 0-1 0 0,0 0 1 0 0,0 0-1 0 0,1 0 1 0 0,-1 0 0 0 0,0 0-1 0 0,2 2-8 0 0,-1 0 0 0 0,1 0 1 0 0,-1 0-1 0 0,0 0 0 0 0,0 0 0 0 0,1 1 0 0 0,-2-1 1 0 0,1 0-1 0 0,0 0 0 0 0,0 1 0 0 0,-1-1 0 0 0,1 1 1 0 0,-1-1-1 0 0,0 0 0 0 0,0 1 0 0 0,0-1 0 0 0,0 1 1 0 0,0-1-1 0 0,0 1 0 0 0,-1-1 0 0 0,0 4 0 0 0,0 12 235 0 0,-8 188 988 0 0,4-140-1228 0 0,5-64-228 0 0,-2 3-1699 0 0</inkml:trace>
</inkml:ink>
</file>

<file path=ppt/ink/ink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10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1168 0 0,'2'-26'3416'0'0,"5"-30"1772"0"0,0 45-4234 0 0,-2 13-1643 0 0,3 22-3211 0 0,-6-16 2584 0 0,1 4-1397 0 0</inkml:trace>
</inkml:ink>
</file>

<file path=ppt/ink/ink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11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75 144 60 0 0,'0'-2'275'0'0,"0"0"0"0"0,0 0 0 0 0,-1 0 0 0 0,1 0 0 0 0,-1-1 0 0 0,1 1-1 0 0,-1 0 1 0 0,1 0 0 0 0,-1 1 0 0 0,0-1 0 0 0,0 0 0 0 0,0 0 0 0 0,0 0 0 0 0,0 0 0 0 0,-1 1 0 0 0,1-1 0 0 0,0 1 0 0 0,-1-1 0 0 0,1 1 0 0 0,-1-1-1 0 0,1 1 1 0 0,-1 0 0 0 0,0 0 0 0 0,0 0 0 0 0,0 0 0 0 0,1 0 0 0 0,-1 0 0 0 0,0 0 0 0 0,0 1 0 0 0,0-1 0 0 0,0 1 0 0 0,0-1 0 0 0,-4 1 0 0 0,3 2-159 0 0,1 1 0 0 0,0 0 0 0 0,0 0 0 0 0,-1 0 0 0 0,2 0 0 0 0,-1 1 0 0 0,0-1 0 0 0,1 0 0 0 0,-1 1 0 0 0,1-1 0 0 0,0 1 0 0 0,0 0 0 0 0,0 3 0 0 0,0 0 4 0 0,-1 0 0 0 0,2 0 0 0 0,-1-1-1 0 0,1 1 1 0 0,0 0 0 0 0,0 0 0 0 0,1 0-1 0 0,0 0 1 0 0,0-1 0 0 0,1 1 0 0 0,0 0-1 0 0,3 8 1 0 0,-4-14 0 0 0,-1 0-111 0 0,0-1-1 0 0,0 1 0 0 0,0-1 1 0 0,0 1-1 0 0,0-1 1 0 0,0 1-1 0 0,0-1 0 0 0,0 0 1 0 0,1 1-1 0 0,-1-1 1 0 0,0 1-1 0 0,0-1 0 0 0,0 0 1 0 0,1 1-1 0 0,-1-1 0 0 0,0 0 1 0 0,0 1-1 0 0,1-1 1 0 0,-1 0-1 0 0,0 1 0 0 0,1-1 1 0 0,-1 0-1 0 0,0 0 1 0 0,1 1-1 0 0,-1-1 0 0 0,1 0 1 0 0,-1 0-1 0 0,0 0 1 0 0,1 1-1 0 0,-1-1 0 0 0,1 0 1 0 0,-1 0-1 0 0,0 0 1 0 0,1 0-1 0 0,-1 0 0 0 0,1 0 1 0 0,-1 0-1 0 0,1 0 1 0 0,-1 0-1 0 0,1 0 0 0 0,-1 0 1 0 0,0 0-1 0 0,1 0 1 0 0,-1-1-1 0 0,1 1 0 0 0,-1 0 1 0 0,0 0-1 0 0,1 0 1 0 0,-1-1-1 0 0,1 1 0 0 0,-1 0 1 0 0,0 0-1 0 0,1-1 0 0 0,19-12 209 0 0,40-61 123 0 0,-41 48-281 0 0,1 1 1 0 0,32-30-1 0 0,-46 49-53 0 0,1 0-1 0 0,0 1 0 0 0,0-1 1 0 0,1 2-1 0 0,0-1 1 0 0,-1 1-1 0 0,1 0 0 0 0,1 1 1 0 0,-1 0-1 0 0,0 0 0 0 0,1 1 1 0 0,0 0-1 0 0,8-1 1 0 0,-14 3-9 0 0,-1 0 1 0 0,0 0 0 0 0,1 0 0 0 0,-1 1 0 0 0,0-1-1 0 0,1 1 1 0 0,-1 0 0 0 0,0-1 0 0 0,0 1 0 0 0,1 0-1 0 0,-1 0 1 0 0,0 1 0 0 0,0-1 0 0 0,0 0 0 0 0,0 1-1 0 0,0-1 1 0 0,-1 1 0 0 0,1-1 0 0 0,0 1 0 0 0,-1 0-1 0 0,1 0 1 0 0,-1 0 0 0 0,0 0 0 0 0,2 3 0 0 0,3 6 1 0 0,-1-1 1 0 0,0 1 0 0 0,4 17-1 0 0,-6-18-1 0 0,6 16 19 0 0,9 48 1 0 0,-18-73-6 0 0,0-1 0 0 0,0 1 0 0 0,0-1 0 0 0,1 1 0 0 0,-1-1 0 0 0,0 1 1 0 0,0-1-1 0 0,1 1 0 0 0,-1-1 0 0 0,1 1 0 0 0,-1-1 0 0 0,0 1 0 0 0,1-1 1 0 0,-1 0-1 0 0,1 1 0 0 0,-1-1 0 0 0,1 1 0 0 0,-1-1 0 0 0,1 0 0 0 0,0 0 0 0 0,-1 1 1 0 0,1-1-1 0 0,-1 0 0 0 0,1 0 0 0 0,-1 0 0 0 0,1 0 0 0 0,0 0 0 0 0,-1 0 1 0 0,1 1-1 0 0,-1-2 0 0 0,1 1 0 0 0,0 0 0 0 0,-1 0 0 0 0,1 0 0 0 0,-1 0 1 0 0,2 0-1 0 0,24-7 84 0 0,-23 6-57 0 0,87-34 199 0 0,1 0 21 0 0,-82 33-198 0 0,0 0 0 0 0,0 0 0 0 0,0 1 1 0 0,0 0-1 0 0,0 0 0 0 0,0 1 0 0 0,0 0 0 0 0,13 2 0 0 0,-13 1 100 0 0,1-1 0 0 0,-1 1 0 0 0,1 1 0 0 0,-1 0 1 0 0,0 0-1 0 0,0 1 0 0 0,-1 0 0 0 0,13 9 0 0 0,14 13-2592 0 0,-4-3-5263 0 0,-25-19 3813 0 0</inkml:trace>
</inkml:ink>
</file>

<file path=ppt/ink/ink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21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1120 0 0,'6'-6'2204'0'0,"-4"-7"-432"0"0,-1-2-291 0 0,4 5 167 0 0,-1-4-1056 0 0</inkml:trace>
</inkml:ink>
</file>

<file path=ppt/ink/ink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36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23 218 716 0 0,'2'-217'9847'0'0,"-16"373"-6975"0"0,12-99-2701 0 0,-7 304 676 0 0,12-272-644 0 0,3-1 0 0 0,20 96 1 0 0,32 58 175 0 0,-15-66-74 0 0,-19-82 1164 0 0,-47-164-1278 0 0,4-2-1 0 0,2 0 1 0 0,4 0 0 0 0,2-2-1 0 0,0-96 1 0 0,9 108-175 0 0,2 1 0 0 0,4-1 0 0 0,1 1 0 0 0,4-1 0 0 0,2 2 0 0 0,29-92 0 0 0,-35 139-21 0 0,0 0-1 0 0,1 1 1 0 0,0 0-1 0 0,1 0 1 0 0,0 0-1 0 0,1 0 1 0 0,1 2-1 0 0,0-1 1 0 0,0 1-1 0 0,1 0 1 0 0,0 0-1 0 0,0 2 1 0 0,1-1-1 0 0,20-11 1 0 0,-22 15-5 0 0,1 1 1 0 0,1-1 0 0 0,-1 2-1 0 0,1 0 1 0 0,-1 0 0 0 0,1 0-1 0 0,0 2 1 0 0,0-1-1 0 0,0 1 1 0 0,0 1 0 0 0,0 0-1 0 0,0 0 1 0 0,0 2 0 0 0,0-1-1 0 0,0 1 1 0 0,0 0-1 0 0,0 1 1 0 0,16 8 0 0 0,-17-7 5 0 0,0 1 0 0 0,0 0 0 0 0,-1 1 0 0 0,0 0 0 0 0,0 0 0 0 0,-1 1 0 0 0,0 0 0 0 0,0 1 1 0 0,-1 0-1 0 0,1 0 0 0 0,-2 0 0 0 0,1 1 0 0 0,-1 0 0 0 0,-1 1 0 0 0,0-1 0 0 0,6 15 0 0 0,-8-17-10 0 0,-1 0 1 0 0,1 0-1 0 0,-2 0 0 0 0,1 0 0 0 0,-1 0 0 0 0,0 1 0 0 0,0-1 0 0 0,-1 0 0 0 0,0 1 0 0 0,-1-1 0 0 0,1 0 0 0 0,-1 0 0 0 0,-1 1 0 0 0,1-1 0 0 0,-1 0 0 0 0,0 0 0 0 0,-1 0 1 0 0,0 0-1 0 0,0-1 0 0 0,-1 1 0 0 0,1-1 0 0 0,-1 0 0 0 0,0 0 0 0 0,-8 8 0 0 0,1-2-153 0 0,-1-2-1 0 0,0 0 1 0 0,0 0-1 0 0,-1-1 1 0 0,0 0-1 0 0,-25 11 1 0 0,29-16-329 0 0,0-1 0 0 0,0 0-1 0 0,0 0 1 0 0,0-1 0 0 0,0 0 0 0 0,0-1-1 0 0,-15 1 1 0 0,21-2-133 0 0,1 0 1 0 0,-1 0-1 0 0,0-1 0 0 0,0 1 0 0 0,0-1 0 0 0,0 0 1 0 0,1 0-1 0 0,-1 0 0 0 0,0 0 0 0 0,-3-3 1 0 0,-3-1-2599 0 0</inkml:trace>
</inkml:ink>
</file>

<file path=ppt/ink/ink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37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46 492 0 0,'14'6'356'0'0,"-1"0"-1"0"0,0 1 1 0 0,-1 0 0 0 0,0 1-1 0 0,0 0 1 0 0,0 1 0 0 0,-1 0-1 0 0,0 1 1 0 0,-1 0 0 0 0,0 1-1 0 0,-1 0 1 0 0,14 21 0 0 0,-10-11-122 0 0,-1 0 0 0 0,-1 0 0 0 0,-1 1 1 0 0,0 0-1 0 0,-2 1 0 0 0,10 44 0 0 0,-17-64-191 0 0,-1 1 0 0 0,1 0 0 0 0,-1 0-1 0 0,0-1 1 0 0,0 1 0 0 0,-1 0 0 0 0,1 0 0 0 0,-1-1-1 0 0,0 1 1 0 0,1 0 0 0 0,-2-1 0 0 0,1 1-1 0 0,0-1 1 0 0,-1 1 0 0 0,0-1 0 0 0,1 0 0 0 0,-1 1-1 0 0,-3 2 1 0 0,3-4-15 0 0,1-1 0 0 0,0 1 1 0 0,-1-1-1 0 0,1 0 0 0 0,-1 0 0 0 0,1 0 0 0 0,-1 0 0 0 0,0 0 0 0 0,1 0 0 0 0,-1 0 1 0 0,0 0-1 0 0,0-1 0 0 0,0 1 0 0 0,1-1 0 0 0,-1 1 0 0 0,0-1 0 0 0,0 0 0 0 0,0 0 1 0 0,0 0-1 0 0,0 0 0 0 0,0 0 0 0 0,0 0 0 0 0,1 0 0 0 0,-1-1 0 0 0,0 1 0 0 0,0-1 1 0 0,0 1-1 0 0,0-1 0 0 0,1 0 0 0 0,-1 0 0 0 0,0 1 0 0 0,1-1 0 0 0,-1 0 1 0 0,0-1-1 0 0,-1 0 0 0 0,0-1 0 0 0,0 0 1 0 0,1 0-1 0 0,-1 0 1 0 0,1-1-1 0 0,0 1 1 0 0,0-1-1 0 0,0 1 1 0 0,0-1-1 0 0,0 1 1 0 0,1-1-1 0 0,0 0 1 0 0,0 0-1 0 0,0 0 1 0 0,0 0-1 0 0,0 0 1 0 0,1 0-1 0 0,0 0 1 0 0,0 0-1 0 0,0 0 1 0 0,0 0-1 0 0,0 0 1 0 0,1 0-1 0 0,2-6 1 0 0,0-5 23 0 0,1 0 1 0 0,0 0-1 0 0,1 1 1 0 0,12-24 0 0 0,-8 20-33 0 0,1 1 0 0 0,0 0 1 0 0,1 0-1 0 0,1 1 0 0 0,0 1 1 0 0,1 0-1 0 0,1 1 1 0 0,0 0-1 0 0,1 1 0 0 0,1 1 1 0 0,0 0-1 0 0,0 1 0 0 0,1 1 1 0 0,1 1-1 0 0,-1 0 0 0 0,2 1 1 0 0,23-7-1 0 0,-36 13-19 0 0,-3 1 0 0 0,0 1 0 0 0,-1-1 1 0 0,1 0-1 0 0,0 1 1 0 0,0-1-1 0 0,0 1 0 0 0,-1 0 1 0 0,1 0-1 0 0,0 0 1 0 0,0 0-1 0 0,-1 0 0 0 0,6 2 1 0 0,-6 0-1 0 0,1-1-1 0 0,-1 1 1 0 0,0 0 0 0 0,0 0 0 0 0,0 1-1 0 0,0-1 1 0 0,0 0 0 0 0,0 1 0 0 0,-1-1-1 0 0,1 1 1 0 0,-1-1 0 0 0,0 1 0 0 0,0 0-1 0 0,0-1 1 0 0,0 1 0 0 0,0 0-1 0 0,0 4 1 0 0,6 14 8 0 0,-2 8 30 0 0,-5-27 319 0 0,-29 29-302 0 0,24-25-46 0 0,1 0-1 0 0,-1 1 1 0 0,1-1-1 0 0,1 1 1 0 0,-1-1 0 0 0,1 1-1 0 0,0 0 1 0 0,1 1-1 0 0,-1-1 1 0 0,1 0-1 0 0,1 1 1 0 0,-2 11-1 0 0,3-14 3 0 0,-1-1-1 0 0,1 0 0 0 0,1 1 0 0 0,-1-1 0 0 0,1 0 0 0 0,-1 1 1 0 0,1-1-1 0 0,0 0 0 0 0,1 0 0 0 0,-1 0 0 0 0,1 0 1 0 0,-1 0-1 0 0,1 0 0 0 0,1 0 0 0 0,-1 0 0 0 0,0-1 1 0 0,1 1-1 0 0,0-1 0 0 0,0 0 0 0 0,0 0 0 0 0,0 0 1 0 0,0 0-1 0 0,7 4 0 0 0,-3-3 7 0 0,0 0 0 0 0,1 0 0 0 0,-1-1 0 0 0,1 1 0 0 0,0-2 0 0 0,0 1 0 0 0,0-1 0 0 0,1 0 0 0 0,12 0 0 0 0,-18-2 2 0 0,1 0 0 0 0,-1 0 0 0 0,0 0 0 0 0,0 0 1 0 0,1-1-1 0 0,-1 1 0 0 0,0-1 0 0 0,0 0 0 0 0,0 0 1 0 0,0 0-1 0 0,0-1 0 0 0,0 1 0 0 0,0-1 0 0 0,0 1 1 0 0,0-1-1 0 0,-1 0 0 0 0,1 0 0 0 0,-1 0 0 0 0,0-1 1 0 0,1 1-1 0 0,-1-1 0 0 0,0 1 0 0 0,0-1 0 0 0,0 1 1 0 0,-1-1-1 0 0,1 0 0 0 0,-1 0 0 0 0,2-4 0 0 0,0-1 31 0 0,0-1 0 0 0,-1 0 0 0 0,0 1 0 0 0,-1-1 0 0 0,0 0 0 0 0,0 0 0 0 0,-1 0 0 0 0,0 0 0 0 0,-1 0 0 0 0,0 0 0 0 0,0 0 0 0 0,0 0 0 0 0,-2 1 0 0 0,1-1 0 0 0,-1 0 0 0 0,-7-14 0 0 0,-3-3 112 0 0,-2 1 0 0 0,0 1 0 0 0,-35-42 0 0 0,49 65-153 0 0,0-1 0 0 0,0 1 0 0 0,0 0 0 0 0,0-1 1 0 0,0 1-1 0 0,0 0 0 0 0,-1 0 0 0 0,1 0 1 0 0,0 0-1 0 0,-1 0 0 0 0,1 0 0 0 0,-1 1 1 0 0,1-1-1 0 0,-1 0 0 0 0,-2 0 0 0 0,3 1-31 0 0,1 0 0 0 0,-1 0 0 0 0,1 0 0 0 0,-1 0 0 0 0,0 0 0 0 0,1 1 0 0 0,-1-1 0 0 0,0 0 0 0 0,1 0 0 0 0,-1 1 0 0 0,1-1 0 0 0,-1 0 0 0 0,1 1 0 0 0,-1-1 0 0 0,1 0 0 0 0,-1 1 0 0 0,1-1 0 0 0,-1 1-1 0 0,1-1 1 0 0,-1 1 0 0 0,1-1 0 0 0,0 1 0 0 0,-1-1 0 0 0,1 1 0 0 0,0-1 0 0 0,-1 2 0 0 0,0 1-305 0 0,0 1-1 0 0,0-1 1 0 0,0 0-1 0 0,0 1 1 0 0,1-1-1 0 0,0 1 1 0 0,-1-1-1 0 0,1 1 1 0 0,0-1-1 0 0,1 1 1 0 0,-1-1-1 0 0,1 1 1 0 0,0 3-1 0 0,4 7-2736 0 0,3-2 233 0 0</inkml:trace>
</inkml:ink>
</file>

<file path=ppt/ink/ink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38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1 100 164 0 0,'0'-1'101'0'0,"0"1"-1"0"0,0 0 1 0 0,0-1 0 0 0,1 1-1 0 0,-1-1 1 0 0,0 1 0 0 0,1-1 0 0 0,-1 1-1 0 0,0 0 1 0 0,1-1 0 0 0,-1 1-1 0 0,0 0 1 0 0,1-1 0 0 0,-1 1-1 0 0,1 0 1 0 0,-1 0 0 0 0,0 0-1 0 0,1-1 1 0 0,-1 1 0 0 0,1 0 0 0 0,-1 0-1 0 0,1 0 1 0 0,-1 0 0 0 0,1 0-1 0 0,-1 0 1 0 0,1-1 0 0 0,-1 1-1 0 0,1 0 1 0 0,-1 0 0 0 0,1 1-1 0 0,-1-1 1 0 0,1 0 0 0 0,18 12 1303 0 0,15 27-700 0 0,-29-33-380 0 0,60 91 853 0 0,-29-41-630 0 0,-36-54-488 0 0,1-1-1 0 0,-1 0 1 0 0,1 0-1 0 0,0 0 1 0 0,-1 0-1 0 0,1 0 1 0 0,0 0-1 0 0,0 0 1 0 0,0 0-1 0 0,0 0 0 0 0,0 0 1 0 0,0 0-1 0 0,0 0 1 0 0,0-1-1 0 0,0 1 1 0 0,0 0-1 0 0,1-1 1 0 0,-1 1-1 0 0,0-1 1 0 0,0 1-1 0 0,1-1 1 0 0,-1 0-1 0 0,0 1 0 0 0,1-1 1 0 0,-1 0-1 0 0,3 0 1 0 0,-2-1 8 0 0,0 0 1 0 0,0-1 0 0 0,0 1-1 0 0,-1 0 1 0 0,1-1-1 0 0,0 0 1 0 0,0 1 0 0 0,-1-1-1 0 0,1 0 1 0 0,-1 0-1 0 0,0 1 1 0 0,1-1 0 0 0,-1 0-1 0 0,0-1 1 0 0,0 1-1 0 0,1-3 1 0 0,104-257 1442 0 0,-88 238-2731 0 0,-17 24 959 0 0,0-1 0 0 0,-1 1 0 0 0,1-1-1 0 0,0 1 1 0 0,0 0 0 0 0,-1-1-1 0 0,1 1 1 0 0,0 0 0 0 0,0 0 0 0 0,-1-1-1 0 0,1 1 1 0 0,0 0 0 0 0,0 0 0 0 0,0 0-1 0 0,-1 0 1 0 0,1 0 0 0 0,0 0-1 0 0,0 0 1 0 0,0 0 0 0 0,0 0 0 0 0,-1 0-1 0 0,1 1 1 0 0,1 0 0 0 0,14 6-2196 0 0</inkml:trace>
</inkml:ink>
</file>

<file path=ppt/ink/ink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38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43 572 0 0,'0'-1'77'0'0,"0"0"1"0"0,-1 1-1 0 0,1-1 1 0 0,0 1-1 0 0,-1-1 0 0 0,1 1 1 0 0,-1 0-1 0 0,1-1 1 0 0,-1 1-1 0 0,1-1 1 0 0,-1 1-1 0 0,1 0 0 0 0,-1-1 1 0 0,1 1-1 0 0,-1 0 1 0 0,0 0-1 0 0,1 0 0 0 0,-1-1 1 0 0,1 1-1 0 0,-1 0 1 0 0,0 0-1 0 0,1 0 0 0 0,-1 0 1 0 0,0 0-1 0 0,1 0 1 0 0,-1 0-1 0 0,1 0 0 0 0,-1 0 1 0 0,0 0-1 0 0,-4 9 190 0 0,1 0 1 0 0,0 0-1 0 0,1 0 0 0 0,0 0 0 0 0,0 1 0 0 0,1-1 1 0 0,0 1-1 0 0,0 15 0 0 0,1-21-190 0 0,1 0 1 0 0,0 0-1 0 0,0 1 1 0 0,0-1-1 0 0,0 0 0 0 0,1 0 1 0 0,0 0-1 0 0,0 0 0 0 0,0 0 1 0 0,0 0-1 0 0,0 0 1 0 0,1 0-1 0 0,0-1 0 0 0,0 1 1 0 0,0-1-1 0 0,0 1 0 0 0,1-1 1 0 0,-1 1-1 0 0,1-1 1 0 0,0 0-1 0 0,0 0 0 0 0,0-1 1 0 0,6 5-1 0 0,-8-6-36 0 0,0-1 1 0 0,1 0-1 0 0,-1 1 0 0 0,0-1 1 0 0,1 0-1 0 0,-1 0 0 0 0,0 0 1 0 0,1 0-1 0 0,-1 0 1 0 0,0 0-1 0 0,0 0 0 0 0,1 0 1 0 0,-1-1-1 0 0,0 1 0 0 0,1 0 1 0 0,-1-1-1 0 0,0 1 0 0 0,0-1 1 0 0,0 0-1 0 0,1 1 0 0 0,-1-1 1 0 0,0 0-1 0 0,0 0 0 0 0,0 1 1 0 0,0-1-1 0 0,0 0 0 0 0,0 0 1 0 0,-1 0-1 0 0,1 0 1 0 0,0 0-1 0 0,0 0 0 0 0,-1-1 1 0 0,1 1-1 0 0,0 0 0 0 0,-1 0 1 0 0,0 0-1 0 0,1-1 0 0 0,0-1 1 0 0,1-3 76 0 0,1 0-1 0 0,-1 0 1 0 0,0-1 0 0 0,-1 1 0 0 0,1-1 0 0 0,0-8 0 0 0,-16-125 1156 0 0,9 131-1232 0 0,-17 25-8912 0 0</inkml:trace>
</inkml:ink>
</file>

<file path=ppt/ink/ink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39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14 764 0 0,'-10'-13'3830'0'0,"6"17"-1367"0"0,5 30-469 0 0,0-16-1916 0 0,-2 53 660 0 0,-4 0 0 0 0,-20 110 0 0 0,12-104-384 0 0,12-74-264 0 0,1-1 101 0 0,0-2-177 0 0,0 0 0 0 0,0 0 0 0 0,0 1 0 0 0,0-1 0 0 0,0 0 0 0 0,0 0 0 0 0,0 1 0 0 0,0-1 0 0 0,0 0 0 0 0,0 0 0 0 0,0 1 1 0 0,0-1-1 0 0,0 0 0 0 0,0 0 0 0 0,0 1 0 0 0,0-1 0 0 0,0 0 0 0 0,0 0 0 0 0,0 1 0 0 0,0-1 0 0 0,0 0 0 0 0,0 0 0 0 0,0 0 0 0 0,1 1 1 0 0,-1-1-1 0 0,0 0 0 0 0,0 0 0 0 0,0 0 0 0 0,0 1 0 0 0,1-1 0 0 0,-1 0 0 0 0,0 0 0 0 0,0 0 0 0 0,0 0 0 0 0,1 1 0 0 0,-1-1 0 0 0,0 0 0 0 0,13-5 53 0 0,-1 0 0 0 0,0 0-1 0 0,-1-2 1 0 0,1 1-1 0 0,-1-1 1 0 0,0-1-1 0 0,11-10 1 0 0,27-18 27 0 0,45-30 1 0 0,-63 43-48 0 0,-24 19-11 0 0,-9 6 13 0 0,0 0-49 0 0,0 0 0 0 0,0 0 1 0 0,0 0-1 0 0,0 0 0 0 0,0 0 1 0 0,1 1-1 0 0,-1-1 0 0 0,0 1 0 0 0,1-1 1 0 0,0 1-1 0 0,0 0 0 0 0,0-1 0 0 0,0 1 1 0 0,0 0-1 0 0,0 0 0 0 0,1 0 1 0 0,-1 0-1 0 0,1-1 0 0 0,0 1 0 0 0,0 0 1 0 0,0 0-1 0 0,0 0 0 0 0,0 0 0 0 0,1 0 1 0 0,-1 0-1 0 0,1 0 0 0 0,0-1 1 0 0,0 1-1 0 0,0 0 0 0 0,0 0 0 0 0,1-1 1 0 0,-1 1-1 0 0,1-1 0 0 0,-1 1 0 0 0,3 2 1 0 0,1 0-7 0 0,-1 0 0 0 0,1 0 0 0 0,0 0 0 0 0,0-1 0 0 0,0 0-1 0 0,1 0 1 0 0,-1 0 0 0 0,1-1 0 0 0,0 0 0 0 0,0 0 0 0 0,1 0 0 0 0,-1-1 0 0 0,9 3 0 0 0,-5-4-11 0 0,0 0 0 0 0,1 0 0 0 0,-1-1 0 0 0,0 0 0 0 0,0-1 0 0 0,1 0 0 0 0,-1 0 0 0 0,0-1 0 0 0,0-1 0 0 0,0 0 0 0 0,-1 0 0 0 0,1-1 0 0 0,-1 0 0 0 0,16-9 0 0 0,-19 9 13 0 0,0 0 0 0 0,-1 0 0 0 0,1 0 0 0 0,0-1 0 0 0,-1 0 1 0 0,0 0-1 0 0,-1 0 0 0 0,1-1 0 0 0,-1 0 0 0 0,0 0 0 0 0,0 0 1 0 0,-1 0-1 0 0,1 0 0 0 0,-1-1 0 0 0,-1 0 0 0 0,1 1 0 0 0,-1-1 1 0 0,-1 0-1 0 0,1 0 0 0 0,-1 0 0 0 0,0-13 0 0 0,0 18 10 0 0,-1 0 0 0 0,0 1 0 0 0,0-1 0 0 0,0 0-1 0 0,0 0 1 0 0,-1 1 0 0 0,1-1 0 0 0,0 0 0 0 0,-1 1 0 0 0,1-1 0 0 0,-1 0-1 0 0,1 1 1 0 0,-1-1 0 0 0,0 1 0 0 0,0-1 0 0 0,0 1 0 0 0,0-1 0 0 0,0 1-1 0 0,0 0 1 0 0,0-1 0 0 0,0 1 0 0 0,0 0 0 0 0,-1 0 0 0 0,1 0 0 0 0,0 0-1 0 0,-1 0 1 0 0,1 0 0 0 0,-1 0 0 0 0,1 1 0 0 0,-1-1 0 0 0,0 0-1 0 0,1 1 1 0 0,-1-1 0 0 0,1 1 0 0 0,-1 0 0 0 0,0-1 0 0 0,0 1 0 0 0,1 0-1 0 0,-1 0 1 0 0,0 0 0 0 0,1 0 0 0 0,-1 0 0 0 0,0 1 0 0 0,0-1 0 0 0,1 0-1 0 0,-1 1 1 0 0,1 0 0 0 0,-1-1 0 0 0,0 1 0 0 0,1 0 0 0 0,-1 0 0 0 0,1-1-1 0 0,-1 1 1 0 0,1 0 0 0 0,0 1 0 0 0,-1-1 0 0 0,1 0 0 0 0,0 0 0 0 0,0 0-1 0 0,0 1 1 0 0,0-1 0 0 0,0 1 0 0 0,0-1 0 0 0,0 1 0 0 0,1-1 0 0 0,-1 1-1 0 0,-1 2 1 0 0,1 0 14 0 0,0 0 0 0 0,0 1-1 0 0,1-1 1 0 0,-1 0 0 0 0,1 0-1 0 0,-1 1 1 0 0,2-1-1 0 0,-1 0 1 0 0,0 1 0 0 0,1-1-1 0 0,0 0 1 0 0,0 1 0 0 0,0-1-1 0 0,0 0 1 0 0,1 0 0 0 0,-1 0-1 0 0,1 0 1 0 0,0 0 0 0 0,0-1-1 0 0,1 1 1 0 0,-1-1 0 0 0,1 1-1 0 0,0-1 1 0 0,0 0 0 0 0,0 0-1 0 0,0 0 1 0 0,0 0 0 0 0,1 0-1 0 0,-1-1 1 0 0,1 0 0 0 0,0 1-1 0 0,0-2 1 0 0,0 1 0 0 0,0 0-1 0 0,0-1 1 0 0,6 2 0 0 0,14-1 14 0 0,0-2 0 0 0,0 0 0 0 0,-1-2 0 0 0,1 0 1 0 0,0-2-1 0 0,-1 0 0 0 0,42-15 0 0 0,-37 10-42 0 0,1 2 0 0 0,1 1 0 0 0,-1 1 0 0 0,33 0-1 0 0,-62 5 10 0 0,1 0-1 0 0,0 0 0 0 0,0 0 0 0 0,0 0 0 0 0,0 0 1 0 0,-1 1-1 0 0,1-1 0 0 0,0 0 0 0 0,0 1 1 0 0,0-1-1 0 0,-1 0 0 0 0,1 1 0 0 0,0-1 1 0 0,-1 1-1 0 0,1-1 0 0 0,0 1 0 0 0,-1 0 0 0 0,1-1 1 0 0,-1 1-1 0 0,1 0 0 0 0,-1-1 0 0 0,1 1 1 0 0,-1 0-1 0 0,1 0 0 0 0,-1-1 0 0 0,0 1 1 0 0,1 0-1 0 0,-1 0 0 0 0,0 0 0 0 0,0-1 0 0 0,0 1 1 0 0,1 0-1 0 0,-1 0 0 0 0,0 0 0 0 0,0 0 1 0 0,0-1-1 0 0,0 1 0 0 0,-1 0 0 0 0,1 0 0 0 0,0 0 1 0 0,0 0-1 0 0,0-1 0 0 0,-1 1 0 0 0,0 1 1 0 0,0 3 0 0 0,0 1 1 0 0,-1-2 0 0 0,0 1 0 0 0,0 0-1 0 0,0 0 1 0 0,-4 6 0 0 0,-51 77-8391 0 0,52-80 5046 0 0</inkml:trace>
</inkml:ink>
</file>

<file path=ppt/ink/ink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2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229 445 200 0 0,'-8'-6'507'0'0,"0"1"0"0"0,0 0 0 0 0,0 1 0 0 0,-1-1 0 0 0,1 2 0 0 0,-1-1 0 0 0,0 1 0 0 0,0 1 0 0 0,-10-2 1 0 0,14 3-404 0 0,0 1 1 0 0,0 0-1 0 0,0 0 1 0 0,0 0 0 0 0,0 1-1 0 0,1-1 1 0 0,-1 1-1 0 0,0 0 1 0 0,0 1 0 0 0,1-1-1 0 0,-1 1 1 0 0,1 0-1 0 0,-1 0 1 0 0,1 1 0 0 0,0-1-1 0 0,0 1 1 0 0,0 0-1 0 0,0 0 1 0 0,-6 6 0 0 0,-20 27 411 0 0,29-34-491 0 0,0-1-1 0 0,0 1 1 0 0,1 0 0 0 0,-1 0-1 0 0,0 0 1 0 0,1 0-1 0 0,-1 0 1 0 0,1 0-1 0 0,0 0 1 0 0,0 0 0 0 0,0 0-1 0 0,0 0 1 0 0,0 0-1 0 0,0 0 1 0 0,0 0 0 0 0,0 0-1 0 0,1 0 1 0 0,-1 0-1 0 0,1 0 1 0 0,1 3-1 0 0,-1-4 59 0 0,4-2-30 0 0,0 0-1 0 0,1 0 1 0 0,-1-1-1 0 0,0 0 0 0 0,0 0 1 0 0,0 0-1 0 0,0 0 1 0 0,0-1-1 0 0,0 0 1 0 0,-1 0-1 0 0,1 0 1 0 0,-1-1-1 0 0,0 1 1 0 0,0-1-1 0 0,0 0 1 0 0,0 0-1 0 0,-1-1 1 0 0,4-4-1 0 0,10-16 32 0 0,28-52 0 0 0,-41 71-59 0 0,9-22 85 0 0,0 0-1 0 0,-2-1 1 0 0,-2-1-1 0 0,0 0 1 0 0,-2 0-1 0 0,-1 0 1 0 0,-2-1-1 0 0,-1 1 1 0 0,-1-34-1 0 0,-6 44 178 0 0,-6 17 10 0 0,8 4-285 0 0,1 0 1 0 0,-1 0 0 0 0,1 0-1 0 0,-1 0 1 0 0,1 0 0 0 0,-1 1-1 0 0,1-1 1 0 0,0 0 0 0 0,0 1 0 0 0,-1-1-1 0 0,1 1 1 0 0,0-1 0 0 0,0 1-1 0 0,0 1 1 0 0,-5 11 18 0 0,2-1-1 0 0,-1 1 0 0 0,2 0 1 0 0,0 0-1 0 0,1 0 1 0 0,0 0-1 0 0,1 0 1 0 0,1 25-1 0 0,4 12 36 0 0,10 53 1 0 0,-5-47-23 0 0,-4-27 31 0 0,1 0-1 0 0,2 0 1 0 0,11 31-1 0 0,16 12-1521 0 0,-29-64 277 0 0,0 0 0 0 0,0 0 1 0 0,1 0-1 0 0,13 12 0 0 0,-6-8-1640 0 0</inkml:trace>
</inkml:ink>
</file>

<file path=ppt/ink/ink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3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22 640 0 0,'-4'-21'6265'0'0,"16"51"-5799"0"0,-1 2 1 0 0,-2-1-1 0 0,9 52 1 0 0,13 45 176 0 0,-19-87-455 0 0,-11-33-134 0 0,1 1 0 0 0,0 0 0 0 0,1-1 0 0 0,0 1 0 0 0,1-1-1 0 0,-1 0 1 0 0,2 0 0 0 0,-1 0 0 0 0,1-1 0 0 0,0 0 0 0 0,0 0 0 0 0,12 12 0 0 0,-15-18-41 0 0,1 1 0 0 0,-1 0 0 0 0,0 0 0 0 0,0 0 0 0 0,0 0 0 0 0,0 1 0 0 0,-1-1 0 0 0,1 0 0 0 0,-1 1 0 0 0,1-1 0 0 0,-1 1 0 0 0,0 0 0 0 0,0-1 1 0 0,0 1-1 0 0,0 0 0 0 0,0-1 0 0 0,-1 1 0 0 0,1 0 0 0 0,-1 0 0 0 0,0 0 0 0 0,0 0 0 0 0,0 0 0 0 0,0-1 0 0 0,0 1 0 0 0,-1 0 0 0 0,0 4 0 0 0,-1-2 34 0 0,-1-1 0 0 0,1 1 0 0 0,-1-1 1 0 0,0 0-1 0 0,0 1 0 0 0,0-1 0 0 0,0-1 0 0 0,-1 1 0 0 0,0 0 0 0 0,0-1 0 0 0,0 0 0 0 0,0 0 0 0 0,0 0 1 0 0,-7 3-1 0 0,4-1-26 0 0,-1 0 1 0 0,0-1 0 0 0,-1-1-1 0 0,1 1 1 0 0,-1-1 0 0 0,1-1 0 0 0,-1 0-1 0 0,0 0 1 0 0,0 0 0 0 0,0-1-1 0 0,0-1 1 0 0,0 1 0 0 0,0-2-1 0 0,0 1 1 0 0,0-1 0 0 0,0 0-1 0 0,0-1 1 0 0,-14-5 0 0 0,21 6-257 0 0,1 0 0 0 0,0 0 0 0 0,0 0 0 0 0,0 0 0 0 0,0-1 0 0 0,0 1 0 0 0,1 0 0 0 0,-1-1 0 0 0,0 1 1 0 0,1-1-1 0 0,-1 1 0 0 0,1-1 0 0 0,-1 1 0 0 0,1-1 0 0 0,0 0 0 0 0,-1 1 0 0 0,1-1 0 0 0,0 1 0 0 0,0-1 0 0 0,0 0 0 0 0,0 1 1 0 0,1-1-1 0 0,-1 1 0 0 0,0-1 0 0 0,1 1 0 0 0,-1-1 0 0 0,1 1 0 0 0,0-3 0 0 0,6-12-2558 0 0</inkml:trace>
</inkml:ink>
</file>

<file path=ppt/ink/ink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3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1 103 604 0 0,'3'3'249'0'0,"0"1"-1"0"0,0-1 1 0 0,0 0-1 0 0,0 0 1 0 0,1-1 0 0 0,0 1-1 0 0,-1-1 1 0 0,1 1-1 0 0,0-1 1 0 0,0-1 0 0 0,0 1-1 0 0,0 0 1 0 0,1-1-1 0 0,-1 0 1 0 0,0 0 0 0 0,1 0-1 0 0,-1 0 1 0 0,0-1-1 0 0,1 0 1 0 0,-1 0 0 0 0,1 0-1 0 0,-1 0 1 0 0,1-1-1 0 0,-1 0 1 0 0,0 0 0 0 0,1 0-1 0 0,3-2 1 0 0,12-5-87 0 0,0-1 1 0 0,-1-1 0 0 0,0 0-1 0 0,27-21 1 0 0,26-13 410 0 0,-65 41-535 0 0,1-1 1 0 0,0 1-1 0 0,1 0 1 0 0,-1 0-1 0 0,0 1 1 0 0,16-2-1 0 0,-20 5-27 0 0,0-1-1 0 0,0 0 0 0 0,0 1 1 0 0,0 0-1 0 0,0 0 0 0 0,0 0 1 0 0,0 1-1 0 0,0-1 0 0 0,0 1 1 0 0,-1 0-1 0 0,1 0 0 0 0,-1 0 1 0 0,1 0-1 0 0,-1 1 0 0 0,0-1 1 0 0,5 6-1 0 0,-1 0-2 0 0,0 0 1 0 0,-1 1-1 0 0,0-1 0 0 0,-1 1 0 0 0,0 0 1 0 0,0 1-1 0 0,-1 0 0 0 0,0-1 0 0 0,0 1 1 0 0,-1 0-1 0 0,-1 1 0 0 0,0-1 0 0 0,0 0 1 0 0,-1 1-1 0 0,0-1 0 0 0,-1 1 0 0 0,0-1 1 0 0,-3 16-1 0 0,-2 18 25 0 0,-2 1 1 0 0,-24 81-1 0 0,19-85 139 0 0,-2 0-1 0 0,-36 74 1 0 0,43-102 40 0 0,-1 1-1 0 0,0-1 1 0 0,-1 0-1 0 0,0-1 1 0 0,-1 0 0 0 0,-1-1-1 0 0,0 0 1 0 0,0 0-1 0 0,-1-1 1 0 0,0-1 0 0 0,-22 13-1 0 0,33-21-153 0 0,-1 1-1 0 0,0-1 1 0 0,0 0-1 0 0,0 0 1 0 0,0-1-1 0 0,0 1 1 0 0,0 0-1 0 0,0 0 1 0 0,0-1-1 0 0,0 1 1 0 0,0-1-1 0 0,0 0 1 0 0,0 0-1 0 0,-1 0 1 0 0,1 0-1 0 0,0 0 1 0 0,0 0 0 0 0,0 0-1 0 0,0-1 1 0 0,0 1-1 0 0,0-1 1 0 0,0 0-1 0 0,0 1 1 0 0,0-1-1 0 0,0 0 1 0 0,0 0-1 0 0,0 0 1 0 0,0-1-1 0 0,0 1 1 0 0,1 0-1 0 0,-1-1 1 0 0,1 1-1 0 0,-1-1 1 0 0,1 1-1 0 0,-1-1 1 0 0,1 0-1 0 0,-2-2 1 0 0,1 0-16 0 0,0 0 0 0 0,1-1 0 0 0,-1 1 0 0 0,1 0-1 0 0,0-1 1 0 0,0 1 0 0 0,1-1 0 0 0,-1 1 0 0 0,1-1 0 0 0,0 1 0 0 0,0-1 0 0 0,0 1 0 0 0,1-1 0 0 0,-1 1 0 0 0,1-1 0 0 0,3-6-1 0 0,2-4-102 0 0,1 0 0 0 0,1 1 0 0 0,0 0-1 0 0,1 1 1 0 0,0 0 0 0 0,21-23 0 0 0,77-65-2324 0 0,-83 80 1541 0 0,53-44-5063 0 0,-35 32 2510 0 0</inkml:trace>
</inkml:ink>
</file>

<file path=ppt/ink/ink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4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27 848 0 0,'15'-27'4523'0'0,"-14"27"-4460"0"0,-1 0 0 0 0,0 0-1 0 0,1 0 1 0 0,-1 0-1 0 0,0 0 1 0 0,1 0-1 0 0,-1 0 1 0 0,0 0-1 0 0,1 0 1 0 0,-1 0-1 0 0,0 1 1 0 0,0-1-1 0 0,1 0 1 0 0,-1 0 0 0 0,0 0-1 0 0,1 0 1 0 0,-1 0-1 0 0,0 1 1 0 0,1-1-1 0 0,-1 0 1 0 0,0 0-1 0 0,0 0 1 0 0,1 1-1 0 0,-1-1 1 0 0,0 0 0 0 0,0 0-1 0 0,0 1 1 0 0,1-1-1 0 0,-1 0 1 0 0,0 1-1 0 0,0-1 1 0 0,0 0-1 0 0,0 0 1 0 0,0 1-1 0 0,0-1 1 0 0,1 0-1 0 0,-1 1 1 0 0,0-1 0 0 0,0 0-1 0 0,0 1 1 0 0,0 0-1 0 0,8 60 1858 0 0,-6-39-1606 0 0,5 71 873 0 0,-9 138 0 0 0,-1-36-462 0 0,4-161-630 0 0,1-5-30 0 0,-1 0 0 0 0,-2 0 1 0 0,-1 1-1 0 0,-1-1 0 0 0,-10 39 0 0 0,4-53-1501 0 0,1-19-1157 0 0,-5-33-2521 0 0,8 15 2484 0 0</inkml:trace>
</inkml:ink>
</file>

<file path=ppt/ink/ink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4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1 786 60 0 0,'24'-19'253'0'0,"144"-104"1159"0"0,-147 108-1186 0 0,-1-1-1 0 0,0-1 0 0 0,-1 0 0 0 0,0-2 1 0 0,-2 0-1 0 0,0-1 0 0 0,-2-1 0 0 0,0 0 1 0 0,-1-1-1 0 0,-1-1 0 0 0,16-38 0 0 0,-22 43 30 0 0,-1 0-1 0 0,0-1 1 0 0,-1 0-1 0 0,-1 0 1 0 0,-1 0-1 0 0,-1 0 1 0 0,0-1-1 0 0,-2 1 1 0 0,0 0-1 0 0,-1-1 1 0 0,-1 1-1 0 0,-1 0 1 0 0,0 0-1 0 0,-2 0 1 0 0,0 0-1 0 0,-9-20 1 0 0,14 37-210 0 0,-1 0 1 0 0,1 1-1 0 0,-1-1 0 0 0,0 0 1 0 0,0 1-1 0 0,1-1 1 0 0,-1 1-1 0 0,0-1 1 0 0,-1 1-1 0 0,1-1 0 0 0,0 1 1 0 0,0 0-1 0 0,0 0 1 0 0,-1-1-1 0 0,1 1 1 0 0,-1 0-1 0 0,1 0 0 0 0,-1 1 1 0 0,1-1-1 0 0,-1 0 1 0 0,-2-1-1 0 0,2 2-21 0 0,1 1 1 0 0,-1-1-1 0 0,1 0 0 0 0,-1 0 1 0 0,1 1-1 0 0,-1-1 0 0 0,1 1 1 0 0,-1-1-1 0 0,1 1 0 0 0,0-1 1 0 0,-1 1-1 0 0,1 0 1 0 0,0 0-1 0 0,-1 0 0 0 0,1 0 1 0 0,0 0-1 0 0,0 0 0 0 0,0 0 1 0 0,-1 2-1 0 0,-5 5 36 0 0,0 1 1 0 0,1 0 0 0 0,0 1-1 0 0,1 0 1 0 0,-7 15-1 0 0,-4 19 137 0 0,2 1-1 0 0,2 0 1 0 0,-11 84 0 0 0,1 144 806 0 0,13-131-643 0 0,7-65-137 0 0,2-46-34 0 0,-7 49-1 0 0,7-79-179 0 0,-1-1-1 0 0,1 1 1 0 0,0 0 0 0 0,-1-1 0 0 0,1 1-1 0 0,0 0 1 0 0,0-1 0 0 0,0 1 0 0 0,0 0 0 0 0,0 0-1 0 0,0-1 1 0 0,0 1 0 0 0,0 0 0 0 0,0-1-1 0 0,0 1 1 0 0,0 0 0 0 0,0 0 0 0 0,0-1-1 0 0,1 1 1 0 0,-1 0 0 0 0,0-1 0 0 0,1 1-1 0 0,-1 0 1 0 0,0-1 0 0 0,1 1 0 0 0,-1-1 0 0 0,1 1-1 0 0,-1-1 1 0 0,1 1 0 0 0,-1-1 0 0 0,1 1-1 0 0,-1-1 1 0 0,1 1 0 0 0,-1-1 0 0 0,1 1-1 0 0,0-1 1 0 0,0 1 0 0 0,1-2-1 0 0,0 1 1 0 0,1 0-1 0 0,-1 0 1 0 0,0-1 0 0 0,0 1-1 0 0,0-1 1 0 0,0 0-1 0 0,0 0 1 0 0,0 1-1 0 0,0-1 1 0 0,0-1-1 0 0,2 0 1 0 0,6-4-3 0 0,-1-1 0 0 0,0 0 0 0 0,0 0 0 0 0,10-12 1 0 0,-17 17-15 0 0,2 1 5 0 0,-1-1 0 0 0,1 1 1 0 0,0 0-1 0 0,0 0 0 0 0,-1 0 0 0 0,1 0 0 0 0,0 1 0 0 0,0 0 0 0 0,0 0 0 0 0,0 0 0 0 0,0 0 0 0 0,0 0 1 0 0,0 1-1 0 0,0 0 0 0 0,0-1 0 0 0,-1 2 0 0 0,1-1 0 0 0,0 0 0 0 0,0 1 0 0 0,3 2 0 0 0,21 5-4 0 0,-11-6 0 0 0,20 5 8 0 0,0-1 0 0 0,63 1 0 0 0,-91-7 0 0 0,0-1 1 0 0,0 0-1 0 0,0-1 0 0 0,0 0 1 0 0,0-1-1 0 0,0 0 1 0 0,0 0-1 0 0,-1-1 1 0 0,1 0-1 0 0,-1 0 1 0 0,1-1-1 0 0,-1 0 0 0 0,0-1 1 0 0,-1 0-1 0 0,1 0 1 0 0,12-11-1 0 0,-18 13 63 0 0,1 1 0 0 0,-1-1 0 0 0,1 0 0 0 0,-1 0 0 0 0,0 0 0 0 0,0 0 0 0 0,0 0 0 0 0,0-1 0 0 0,-1 1 0 0 0,1 0 0 0 0,-1-1 0 0 0,0 1 0 0 0,0-1 0 0 0,0 1 0 0 0,-1-1 0 0 0,1 0 0 0 0,-1-4 0 0 0,0 5 110 0 0,-4-8 142 0 0,4 11-303 0 0,0-1 0 0 0,0 1 0 0 0,0 0 0 0 0,0-1 0 0 0,-1 1 0 0 0,1 0-1 0 0,0-1 1 0 0,0 1 0 0 0,0 0 0 0 0,0 0 0 0 0,-1-1 0 0 0,1 1 0 0 0,0 0 0 0 0,0 0 0 0 0,-1-1-1 0 0,1 1 1 0 0,0 0 0 0 0,0 0 0 0 0,-1 0 0 0 0,1-1 0 0 0,0 1 0 0 0,-1 0 0 0 0,1 0 0 0 0,0 0-1 0 0,-1 0 1 0 0,1 0 0 0 0,0 0 0 0 0,0 0 0 0 0,-1-1 0 0 0,1 1 0 0 0,0 0 0 0 0,-1 0 0 0 0,1 0-1 0 0,0 0 1 0 0,-1 1 0 0 0,1-1 0 0 0,0 0 0 0 0,-1 0 0 0 0,1 0 0 0 0,0 0 0 0 0,-1 0 0 0 0,1 0-1 0 0,0 0 1 0 0,-1 1 0 0 0,1-1 0 0 0,0 0-39 0 0,-2 2-92 0 0,0-1-1 0 0,0 0 1 0 0,0 1 0 0 0,1-1-1 0 0,-1 1 1 0 0,1 0-1 0 0,0 0 1 0 0,-1-1 0 0 0,1 1-1 0 0,0 0 1 0 0,0 0-1 0 0,0 0 1 0 0,0 0 0 0 0,0 1-1 0 0,1-1 1 0 0,-1 0 0 0 0,1 0-1 0 0,-1 0 1 0 0,1 0-1 0 0,0 1 1 0 0,0-1 0 0 0,0 0-1 0 0,0 0 1 0 0,0 4 0 0 0,1-4-240 0 0,5 10-1576 0 0,-1-3-2208 0 0</inkml:trace>
</inkml:ink>
</file>

<file path=ppt/ink/ink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4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52 924 0 0,'8'0'704'0'0,"-1"0"0"0"0,0-1 0 0 0,0 0 0 0 0,0 0 0 0 0,0-1 0 0 0,0 0 1 0 0,0 0-1 0 0,0 0 0 0 0,-1-1 0 0 0,1 0 0 0 0,-1-1 0 0 0,0 1 0 0 0,0-1 0 0 0,0 0 0 0 0,0-1 0 0 0,7-6 0 0 0,-5 8-237 0 0</inkml:trace>
</inkml:ink>
</file>

<file path=ppt/ink/ink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7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1275 508 0 0,'-8'3'832'0'0,"0"0"0"0"0,0 1 0 0 0,1-1 0 0 0,-1 1 0 0 0,-13 10 1925 0 0,26-14-2686 0 0,-1 0-1 0 0,1 0 1 0 0,-1-1-1 0 0,1 0 0 0 0,-1 1 1 0 0,1-2-1 0 0,-1 1 1 0 0,1-1-1 0 0,-1 1 1 0 0,0-1-1 0 0,0 0 0 0 0,5-4 1 0 0,58-35 547 0 0,114-95 1 0 0,-130 96-403 0 0,710-638 1916 0 0,-706 626-1935 0 0,-1-4 0 0 0,-4-1 0 0 0,86-127 0 0 0,-131 174-150 0 0,-5 8-40 0 0,1 0 0 0 0,-1 0 1 0 0,1 0-1 0 0,0 0 0 0 0,0 0 1 0 0,0 0-1 0 0,0 0 0 0 0,0 0 1 0 0,1 0-1 0 0,-1 1 0 0 0,0-1 1 0 0,1 0-1 0 0,0 1 0 0 0,-1 0 1 0 0,1-1-1 0 0,0 1 0 0 0,3-3 1 0 0,7 33-9 0 0,-9-13 5 0 0,-1 1 0 0 0,-1 0 0 0 0,0 0 0 0 0,-2-1 0 0 0,1 1 0 0 0,-2 0 0 0 0,-6 29 1 0 0,3-17-1 0 0,-6 46 13 0 0,-26 89 1 0 0,31-141-4 0 0,-2 1 0 0 0,-1-1 1 0 0,0 0-1 0 0,-2-1 0 0 0,-1 0 1 0 0,0-1-1 0 0,-27 33 1 0 0,36-50 11 0 0,1 0 1 0 0,-2-1 0 0 0,1 1-1 0 0,0-1 1 0 0,-1 0 0 0 0,1 0-1 0 0,-1 0 1 0 0,0-1 0 0 0,0 1-1 0 0,0-1 1 0 0,0 0 0 0 0,0 0 0 0 0,-1 0-1 0 0,1-1 1 0 0,-1 0 0 0 0,1 1-1 0 0,-1-2 1 0 0,1 1 0 0 0,-1 0-1 0 0,0-1 1 0 0,1 0 0 0 0,-1 0 0 0 0,0 0-1 0 0,1-1 1 0 0,-10-1 0 0 0,14 1-47 0 0,-1 1 1 0 0,0 0-1 0 0,0-1 1 0 0,1 1 0 0 0,-1-1-1 0 0,0 1 1 0 0,1-1-1 0 0,-1 1 1 0 0,0-1 0 0 0,1 1-1 0 0,-1-1 1 0 0,1 0 0 0 0,-1 1-1 0 0,1-1 1 0 0,-1 0-1 0 0,1 1 1 0 0,-1-1 0 0 0,1 0-1 0 0,0 0 1 0 0,-1 0-1 0 0,1 1 1 0 0,0-1 0 0 0,0 0-1 0 0,-1 0 1 0 0,1 0 0 0 0,0 1-1 0 0,0-1 1 0 0,0 0-1 0 0,0 0 1 0 0,0 0 0 0 0,0 0-1 0 0,1 0 1 0 0,-1 1-1 0 0,0-1 1 0 0,0 0 0 0 0,1 0-1 0 0,-1 0 1 0 0,0 1-1 0 0,1-1 1 0 0,-1 0 0 0 0,0 0-1 0 0,1 1 1 0 0,-1-1 0 0 0,1 0-1 0 0,0 1 1 0 0,-1-1-1 0 0,1 1 1 0 0,-1-1 0 0 0,2 0-1 0 0,34-35-3354 0 0,-32 33 2440 0 0,12-9-2283 0 0,5-3 247 0 0</inkml:trace>
</inkml:ink>
</file>

<file path=ppt/ink/ink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8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126 149 11613 0 0,'-4'-21'161'0'0,"-2"0"1"0"0,1 0-1 0 0,-2 0 0 0 0,-1 0 1 0 0,-11-19-1 0 0,19 40-157 0 0,0 0 0 0 0,0 0-1 0 0,0-1 1 0 0,0 1 0 0 0,0 0-1 0 0,0 0 1 0 0,0 0 0 0 0,0 0-1 0 0,0 0 1 0 0,0-1 0 0 0,0 1-1 0 0,0 0 1 0 0,-1 0 0 0 0,1 0-1 0 0,0 0 1 0 0,0 0 0 0 0,0-1 0 0 0,0 1-1 0 0,0 0 1 0 0,0 0 0 0 0,-1 0-1 0 0,1 0 1 0 0,0 0 0 0 0,0 0-1 0 0,0 0 1 0 0,0 0 0 0 0,-1 0-1 0 0,1 0 1 0 0,0 0 0 0 0,0-1-1 0 0,0 1 1 0 0,0 0 0 0 0,-1 0 0 0 0,1 0-1 0 0,0 0 1 0 0,0 0 0 0 0,0 0-1 0 0,0 1 1 0 0,-1-1 0 0 0,1 0-1 0 0,0 0 1 0 0,0 0 0 0 0,0 0-1 0 0,0 0 1 0 0,-1 0 0 0 0,1 0 0 0 0,0 0-1 0 0,0 0 1 0 0,0 0 0 0 0,0 0-1 0 0,0 1 1 0 0,-1-1 0 0 0,1 0-1 0 0,0 0 1 0 0,0 0 0 0 0,0 0-1 0 0,0 0 1 0 0,0 0 0 0 0,0 1-1 0 0,0-1 1 0 0,0 0 0 0 0,-7 18 68 0 0,1 25-31 0 0,-4 218 145 0 0,9-160-307 0 0,-4 0-1 0 0,-22 122 1 0 0,26-221 25 0 0,-4 20-2179 0 0,-3-14-3381 0 0</inkml:trace>
</inkml:ink>
</file>

<file path=ppt/ink/ink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8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0 165 396 0 0,'77'-25'1285'0'0,"0"3"1"0"0,81-12-1 0 0,-68 16-793 0 0,14-8-67 0 0,-54 12-8 0 0,79-11 0 0 0,-128 25-376 0 0,0 0 0 0 0,0 0 0 0 0,0 0 0 0 0,0 0 0 0 0,0 0 0 0 0,0 0 0 0 0,0 0 0 0 0,0 0 0 0 0,0 0 0 0 0,0 1 0 0 0,0-1 0 0 0,0 0 0 0 0,0 1 0 0 0,0-1 0 0 0,0 1 0 0 0,0-1 0 0 0,-1 1 0 0 0,1-1 0 0 0,0 1 0 0 0,0 0 0 0 0,0-1 0 0 0,-1 1 0 0 0,1 0 0 0 0,0-1 0 0 0,-1 1 0 0 0,1 0 0 0 0,-1 0 0 0 0,1 0 0 0 0,-1 0 0 0 0,1 0 0 0 0,-1 0 0 0 0,0-1 0 0 0,1 3 0 0 0,2 38 774 0 0,-1-15-466 0 0,16 113 642 0 0,-17-137-1163 0 0,1 1-5 0 0,-1 0-1140 0 0</inkml:trace>
</inkml:ink>
</file>

<file path=ppt/ink/ink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48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36 756 0 0,'0'-13'1496'0'0,"2"3"220"0"0,2-3-524 0 0,12 13-1004 0 0,3 11-1316 0 0,-16-6-636 0 0,6 0 408 0 0</inkml:trace>
</inkml:ink>
</file>

<file path=ppt/ink/ink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0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29 621 420 0 0,'0'0'3150'0'0,"25"30"-361"0"0,-24-23-2616 0 0,-1 0 0 0 0,1 0 1 0 0,-1 0-1 0 0,-1 0 1 0 0,1 0-1 0 0,-1 0 1 0 0,-1 0-1 0 0,1 0 1 0 0,-1 0-1 0 0,0-1 0 0 0,-1 1 1 0 0,0 0-1 0 0,0-1 1 0 0,-6 9-1 0 0,9-13-68 0 0,-1 0-1 0 0,0-1 1 0 0,0 1-1 0 0,0 0 1 0 0,0-1-1 0 0,0 1 1 0 0,0-1-1 0 0,-1 0 1 0 0,1 1 0 0 0,0-1-1 0 0,-1 0 1 0 0,1 0-1 0 0,-3 2 1 0 0,3-3-72 0 0,1 0 0 0 0,-1 0 1 0 0,1 0-1 0 0,-1-1 1 0 0,1 1-1 0 0,-1 0 0 0 0,1-1 1 0 0,-1 1-1 0 0,1 0 1 0 0,-1 0-1 0 0,1-1 0 0 0,0 1 1 0 0,-1-1-1 0 0,1 1 1 0 0,-1 0-1 0 0,1-1 0 0 0,0 1 1 0 0,0-1-1 0 0,-1 1 1 0 0,1-1-1 0 0,0 1 0 0 0,0-1 1 0 0,-1 1-1 0 0,1-1 0 0 0,0 1 1 0 0,0-1-1 0 0,0 1 1 0 0,0-1-1 0 0,0 0 0 0 0,0 1 1 0 0,0-1-1 0 0,0 1 1 0 0,0-1-1 0 0,0 0 0 0 0,-1-3 21 0 0,10-28 134 0 0,-4 21-172 0 0,1 1-1 0 0,0 0 0 0 0,1 0 0 0 0,0 1 0 0 0,1 0 0 0 0,0 0 1 0 0,0 1-1 0 0,1 0 0 0 0,14-11 0 0 0,-9 9-13 0 0,1 0 0 0 0,0 1 0 0 0,0 1-1 0 0,1 0 1 0 0,32-11 0 0 0,-43 18-5 0 0,0 0 0 0 0,0 0-1 0 0,0 0 1 0 0,1 1 0 0 0,-1-1-1 0 0,0 1 1 0 0,0 1 0 0 0,0-1 0 0 0,1 1-1 0 0,-1 0 1 0 0,0 0 0 0 0,0 0-1 0 0,0 0 1 0 0,0 1 0 0 0,0 0 0 0 0,0 0-1 0 0,-1 1 1 0 0,1-1 0 0 0,-1 1-1 0 0,1 0 1 0 0,-1 0 0 0 0,0 1 0 0 0,0-1-1 0 0,-1 1 1 0 0,1 0 0 0 0,3 4-1 0 0,-6-6 4 0 0,1-1 0 0 0,-1 1 0 0 0,0-1 0 0 0,0 1 0 0 0,0-1 0 0 0,0 1 0 0 0,0 0-1 0 0,0-1 1 0 0,0 1 0 0 0,-1 0 0 0 0,1 0 0 0 0,0 0 0 0 0,-1 0 0 0 0,0-1 0 0 0,1 1-1 0 0,-1 0 1 0 0,0 0 0 0 0,0 3 0 0 0,2 18 26 0 0,-2-21-20 0 0,0 10 8 0 0,0-11-12 0 0,0-1 0 0 0,0 0 0 0 0,0 0-1 0 0,0 1 1 0 0,0-1 0 0 0,0 0 0 0 0,0 0 0 0 0,0 1 0 0 0,0-1 0 0 0,0 0 0 0 0,0 0 0 0 0,0 1 0 0 0,0-1-1 0 0,0 0 1 0 0,0 0 0 0 0,1 0 0 0 0,-1 1 0 0 0,0-1 0 0 0,0 0 0 0 0,0 0 0 0 0,0 1 0 0 0,0-1-1 0 0,0 0 1 0 0,1 0 0 0 0,-1 0 0 0 0,0 0 0 0 0,0 1 0 0 0,0-1 0 0 0,0 0 0 0 0,1 0 0 0 0,-1 0 0 0 0,0 0-1 0 0,0 0 1 0 0,1 0 0 0 0,-1 1 0 0 0,0-1 0 0 0,0 0 0 0 0,0 0 0 0 0,1 0 0 0 0,-1 0 0 0 0,0 0 0 0 0,0 0-1 0 0,1 0 1 0 0,-1 0 0 0 0,0 0 0 0 0,0 0 0 0 0,1 0 0 0 0,-1 0 0 0 0,0 0 0 0 0,0 0 0 0 0,1 0 0 0 0,-1-1-1 0 0,8-7 0 0 0,-3 1-3 0 0,1 1-1 0 0,0-1 0 0 0,0 2 1 0 0,0-1-1 0 0,1 1 0 0 0,0 0 1 0 0,0 0-1 0 0,0 1 0 0 0,1-1 1 0 0,-1 2-1 0 0,1-1 0 0 0,0 1 0 0 0,11-3 1 0 0,-8 6 0 0 0,0 0 1 0 0,0 0-1 0 0,1 1 0 0 0,-1 0 1 0 0,-1 1-1 0 0,13 3 1 0 0,0 0 10 0 0,-10-4-4 0 0,-1-1 0 0 0,0 0 0 0 0,1 0 0 0 0,-1-1-1 0 0,0-1 1 0 0,0 0 0 0 0,0-1 0 0 0,0 0-1 0 0,0-1 1 0 0,-1 0 0 0 0,1-1 0 0 0,-1 0 0 0 0,0-1-1 0 0,0 0 1 0 0,-1 0 0 0 0,14-13 0 0 0,-21 17-2 0 0,-1 1 1 0 0,0-1-1 0 0,0 0 1 0 0,0 0-1 0 0,0 0 1 0 0,0 0-1 0 0,0 0 1 0 0,0-1-1 0 0,-1 1 1 0 0,1 0-1 0 0,-1-1 1 0 0,0 1-1 0 0,1-1 1 0 0,0-4-1 0 0,-2 5 307 0 0,-2 14 7 0 0,-1-5-311 0 0,1-1 1 0 0,0 0-1 0 0,1 1 0 0 0,0-1 1 0 0,0 1-1 0 0,0 0 0 0 0,1-1 1 0 0,0 1-1 0 0,0 0 0 0 0,0-1 1 0 0,1 1-1 0 0,0-1 0 0 0,4 13 1 0 0,-4-18-3 0 0,0 1 0 0 0,0 0 0 0 0,0-1 0 0 0,0 0 0 0 0,0 1 0 0 0,1-1 0 0 0,-1 0 0 0 0,0 1 0 0 0,1-1 0 0 0,-1 0 0 0 0,1 0 0 0 0,0 0 0 0 0,-1 0 0 0 0,1-1 0 0 0,0 1 0 0 0,0 0 0 0 0,-1-1 0 0 0,1 1 0 0 0,0-1 0 0 0,0 0 0 0 0,0 1-1 0 0,0-1 1 0 0,-1 0 0 0 0,1 0 0 0 0,0 0 0 0 0,0 0 0 0 0,0-1 0 0 0,0 1 0 0 0,0 0 0 0 0,-1-1 0 0 0,1 1 0 0 0,0-1 0 0 0,0 0 0 0 0,-1 0 0 0 0,1 1 0 0 0,0-1 0 0 0,-1 0 0 0 0,1 0 0 0 0,-1-1 0 0 0,2 0 0 0 0,10-8 8 0 0,0 0 0 0 0,-1 0 0 0 0,19-22 1 0 0,-18 17-36 0 0,-12 14 19 0 0,9 0-21 0 0,-10 1 24 0 0,1 0 0 0 0,0-1 0 0 0,0 1 0 0 0,0 0 0 0 0,0 0 0 0 0,-1 0 0 0 0,1 0 0 0 0,0 0 1 0 0,0 0-1 0 0,0 1 0 0 0,0-1 0 0 0,-1 0 0 0 0,1 0 0 0 0,0 1 0 0 0,0-1 0 0 0,0 0 0 0 0,-1 1 1 0 0,1-1-1 0 0,0 1 0 0 0,-1-1 0 0 0,1 1 0 0 0,0-1 0 0 0,-1 1 0 0 0,1-1 0 0 0,0 2 1 0 0,6 3-9 0 0,-1 0 1 0 0,1 0-1 0 0,0-1 1 0 0,0 0 0 0 0,1 0-1 0 0,-1-1 1 0 0,1 0 0 0 0,0 0-1 0 0,0-1 1 0 0,0 0 0 0 0,0 0-1 0 0,0-1 1 0 0,0 0 0 0 0,0-1-1 0 0,1 1 1 0 0,-1-2 0 0 0,0 1-1 0 0,0-1 1 0 0,10-2 0 0 0,-9 1 1 0 0,-1 1-1 0 0,0-2 1 0 0,0 1 0 0 0,0-1 0 0 0,0 0 0 0 0,-1-1 0 0 0,1 0 0 0 0,-1 0 0 0 0,0 0 0 0 0,0-1 0 0 0,0 0 0 0 0,-1-1 0 0 0,0 1 0 0 0,0-1 0 0 0,0 0 0 0 0,-1-1 0 0 0,1 1 0 0 0,7-15 0 0 0,-3-3 2 0 0,-1 1 1 0 0,-1-2-1 0 0,-1 1 1 0 0,-1-1-1 0 0,6-50 0 0 0,-5-130-40 0 0,-7 194 41 0 0,-13-92 85 0 0,13 100-89 0 0,-16 100-17 0 0,13-46 40 0 0,7 94-1 0 0,-3-125-7 0 0,2 0-1 0 0,1 0 0 0 0,0-1 0 0 0,2 1 0 0 0,0-1 0 0 0,1-1 1 0 0,17 34-1 0 0,-22-48-3 0 0,1 1 1 0 0,0-1-1 0 0,1 1 1 0 0,-1-1-1 0 0,0 0 1 0 0,1 0-1 0 0,0-1 1 0 0,0 1-1 0 0,0-1 1 0 0,1 0 0 0 0,-1 0-1 0 0,1 0 1 0 0,0 0-1 0 0,0-1 1 0 0,-1 0-1 0 0,2 0 1 0 0,-1 0-1 0 0,0-1 1 0 0,0 0-1 0 0,0 0 1 0 0,1 0-1 0 0,-1 0 1 0 0,0-1-1 0 0,1 0 1 0 0,-1 0-1 0 0,1 0 1 0 0,-1-1-1 0 0,0 0 1 0 0,6-1-1 0 0,1-2-1 0 0,0 0 0 0 0,0 0 0 0 0,0-1 1 0 0,0-1-1 0 0,-1 0 0 0 0,0-1 0 0 0,-1 0 0 0 0,1 0 0 0 0,-1-1 0 0 0,0 0 0 0 0,10-12 0 0 0,-16 15 3 0 0,4-2 16 0 0,-1-1-1 0 0,0-1 0 0 0,0 1 0 0 0,-1-1 0 0 0,0 0 0 0 0,-1 0 0 0 0,5-11 1 0 0,-9 18 77 0 0,-2 9-2 0 0,0-1 0 0 0,1 1 0 0 0,0-1 1 0 0,0 1-1 0 0,1-1 0 0 0,1 11 0 0 0,-1-11-90 0 0,0 0 1 0 0,0 0 0 0 0,0-1-1 0 0,1 1 1 0 0,-1 0 0 0 0,1-1 0 0 0,1 1-1 0 0,-1-1 1 0 0,1 0 0 0 0,0 0-1 0 0,0 0 1 0 0,6 7 0 0 0,-6-9 0 0 0,0-1 0 0 0,0 0 0 0 0,0 0 1 0 0,0 1-1 0 0,1-2 0 0 0,-1 1 0 0 0,1 0 1 0 0,0-1-1 0 0,-1 0 0 0 0,1 1 0 0 0,0-1 1 0 0,0-1-1 0 0,-1 1 0 0 0,1-1 0 0 0,0 1 1 0 0,0-1-1 0 0,5-1 0 0 0,-3 0-3 0 0,0 0 0 0 0,0-1 0 0 0,0 1 0 0 0,0-2-1 0 0,0 1 1 0 0,-1 0 0 0 0,1-1 0 0 0,-1 0 0 0 0,1-1 0 0 0,4-3-1 0 0,6-7 13 0 0,-1 0-1 0 0,-1 0 1 0 0,0-1-1 0 0,-1-1 1 0 0,-1-1-1 0 0,12-18 1 0 0,-15 18-66 0 0,-8 16 37 0 0,-2 8-82 0 0,-5 40 58 0 0,6-44 39 0 0,-1-1 0 0 0,1 1 0 0 0,0 0 0 0 0,0-1 0 0 0,0 1 0 0 0,0 0 0 0 0,0-1 0 0 0,0 1 0 0 0,1 0 0 0 0,-1-1 0 0 0,1 1 0 0 0,0-1 0 0 0,0 1 0 0 0,0-1 0 0 0,0 1 0 0 0,0-1 1 0 0,0 0-1 0 0,1 0 0 0 0,-1 1 0 0 0,1-1 0 0 0,-1 0 0 0 0,1 0 0 0 0,0 0 0 0 0,0-1 0 0 0,0 1 0 0 0,0 0 0 0 0,3 1 0 0 0,-2-2 1 0 0,1 0 0 0 0,0 0 0 0 0,-1 0 0 0 0,1-1 0 0 0,0 1 1 0 0,0-1-1 0 0,-1 0 0 0 0,1 0 0 0 0,0 0 0 0 0,0-1 0 0 0,0 1 0 0 0,-1-1 0 0 0,1 0 0 0 0,0 0 0 0 0,-1 0 0 0 0,1-1 0 0 0,6-3 0 0 0,10-6 6 0 0,0-1-1 0 0,0-2 0 0 0,23-19 1 0 0,-32 22-12 0 0,1 1 1 0 0,0 1-1 0 0,0 0 1 0 0,1 1 0 0 0,0 1-1 0 0,0-1 1 0 0,1 2-1 0 0,0 0 1 0 0,0 1-1 0 0,18-5 1 0 0,-30 10-1 0 0,0 0-1 0 0,0 0 1 0 0,0 0-1 0 0,1 0 1 0 0,-1 0 0 0 0,0 0-1 0 0,0 0 1 0 0,0 1 0 0 0,1-1-1 0 0,-1 1 1 0 0,0-1 0 0 0,0 1-1 0 0,0 0 1 0 0,0 0-1 0 0,0 0 1 0 0,0 0 0 0 0,0 0-1 0 0,0 1 1 0 0,-1-1 0 0 0,4 3-1 0 0,-2 0 4 0 0,-1-1-1 0 0,1 1 1 0 0,-1-1-1 0 0,0 1 0 0 0,0 0 1 0 0,0 0-1 0 0,-1-1 1 0 0,1 1-1 0 0,-1 1 1 0 0,1 4-1 0 0,0 0 5 0 0,-1 0 0 0 0,0 0 1 0 0,-1 0-1 0 0,0 0 0 0 0,0 1 0 0 0,-1-1 1 0 0,0 0-1 0 0,0 0 0 0 0,-4 11 0 0 0,4-16-2 0 0,-1 0-1 0 0,1 0 0 0 0,-1-1 1 0 0,0 1-1 0 0,0 0 0 0 0,0-1 1 0 0,-1 1-1 0 0,1-1 0 0 0,-1 0 1 0 0,0 0-1 0 0,0 0 0 0 0,-5 4 1 0 0,0 0 12 0 0,7-6-27 0 0,-2-1 255 0 0,1 0-567 0 0,1 1 1 0 0,-1-1 0 0 0,1 0 0 0 0,0 0-1 0 0,-1 0 1 0 0,1 0 0 0 0,-1 0 0 0 0,1-1 0 0 0,0 1-1 0 0,-1 0 1 0 0,1-1 0 0 0,0 1 0 0 0,-1-1 0 0 0,1 1-1 0 0,0-1 1 0 0,0 0 0 0 0,-1 1 0 0 0,1-1 0 0 0,0 0-1 0 0,0 0 1 0 0,0 0 0 0 0,0 0 0 0 0,0 0-1 0 0,0 0 1 0 0,0 0 0 0 0,-1-2 0 0 0</inkml:trace>
</inkml:ink>
</file>

<file path=ppt/ink/ink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1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73 14377 0 0,'0'0'1079'0'0,"-1"-4"-1021"0"0,-2-13 9 0 0,3 12 50 0 0,-1 2 42 0 0,0 0 0 0 0,0 0-1 0 0,0 0 1 0 0,0 0 0 0 0,0 0 0 0 0,-1 0 0 0 0,1 0-1 0 0,-4-4 1 0 0,-1-5 490 0 0,5 10-646 0 0,-8 1-4221 0 0,4 0 2799 0 0,-3 2-3452 0 0,-6 0 780 0 0</inkml:trace>
</inkml:ink>
</file>

<file path=ppt/ink/ink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6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6 432 516 0 0,'-5'2'4214'0'0,"8"-2"-1778"0"0,21-6-1146 0 0,39-15-1298 0 0,-39 9 146 0 0,-1-1-1 0 0,-1-1 1 0 0,0 0-1 0 0,-1-2 1 0 0,-1 0-1 0 0,0-2 1 0 0,-1 0-1 0 0,-1-1 1 0 0,-1-1-1 0 0,-1-1 0 0 0,0 0 1 0 0,-2-1-1 0 0,21-43 1 0 0,-33 61-91 0 0,0-1 0 0 0,0 1 0 0 0,-1-1 0 0 0,0 0 0 0 0,0 0 1 0 0,0 0-1 0 0,0 0 0 0 0,-1 0 0 0 0,0 0 0 0 0,0 0 0 0 0,0 0 0 0 0,-1 0 0 0 0,1 1 0 0 0,-1-1 0 0 0,-1 0 1 0 0,-1-7-1 0 0,1 10-33 0 0,1 0 0 0 0,-1 0 0 0 0,1 0 0 0 0,-1 0 0 0 0,0 0 0 0 0,0 0 0 0 0,0 1 0 0 0,0-1 1 0 0,0 1-1 0 0,0-1 0 0 0,-1 1 0 0 0,1 0 0 0 0,0-1 0 0 0,-1 1 0 0 0,1 0 0 0 0,-1 1 0 0 0,1-1 1 0 0,-1 0-1 0 0,1 1 0 0 0,-1 0 0 0 0,1-1 0 0 0,-1 1 0 0 0,0 0 0 0 0,1 0 0 0 0,-1 0 0 0 0,0 1 0 0 0,1-1 1 0 0,-1 1-1 0 0,1-1 0 0 0,-1 1 0 0 0,1 0 0 0 0,-4 2 0 0 0,-8 2-4 0 0,0 0 0 0 0,1 1 1 0 0,-1 1-1 0 0,2 0 0 0 0,-1 0 0 0 0,1 2 0 0 0,0-1 1 0 0,0 2-1 0 0,1 0 0 0 0,1 0 0 0 0,0 1 0 0 0,0 0 1 0 0,1 0-1 0 0,0 1 0 0 0,1 0 0 0 0,0 1 0 0 0,1 0 1 0 0,1 0-1 0 0,0 1 0 0 0,-6 19 0 0 0,10-23-4 0 0,-1 0 1 0 0,1 1-1 0 0,1-1 0 0 0,0 1 0 0 0,0 0 1 0 0,1-1-1 0 0,1 1 0 0 0,-1 0 0 0 0,2-1 1 0 0,0 1-1 0 0,5 18 0 0 0,-5-24 0 0 0,-1-1 1 0 0,1 0-1 0 0,0 0 0 0 0,1 0 1 0 0,-1 0-1 0 0,1 0 0 0 0,0-1 1 0 0,0 1-1 0 0,0-1 0 0 0,0 1 1 0 0,1-1-1 0 0,-1 0 0 0 0,1-1 1 0 0,-1 1-1 0 0,1 0 0 0 0,0-1 1 0 0,0 0-1 0 0,1 0 0 0 0,-1 0 1 0 0,0-1-1 0 0,1 1 0 0 0,-1-1 1 0 0,1 0-1 0 0,-1 0 0 0 0,1-1 0 0 0,-1 1 1 0 0,1-1-1 0 0,0 0 0 0 0,6-1 1 0 0,6-1 4 0 0,1 0 1 0 0,-1-2 0 0 0,1 0-1 0 0,-1-1 1 0 0,-1 0 0 0 0,1-1-1 0 0,31-17 1 0 0,106-77 10 0 0,-72 44-11 0 0,-75 51-16 0 0,1 0 0 0 0,-1 1 0 0 0,1 0 0 0 0,0 0 0 0 0,0 1-1 0 0,0 0 1 0 0,1 0 0 0 0,13-2 0 0 0,-16 5 3 0 0,-1 0 1 0 0,1 0-1 0 0,-1 0 0 0 0,1 1 0 0 0,-1 0 0 0 0,0 0 1 0 0,1 0-1 0 0,-1 1 0 0 0,0 0 0 0 0,0 0 0 0 0,1 0 1 0 0,-2 1-1 0 0,1-1 0 0 0,8 7 0 0 0,18 15-6 0 0,-2 1 0 0 0,38 40 0 0 0,17 15 43 0 0,-63-62-32 0 0,-13-9 7 0 0,1-1 0 0 0,0 0 0 0 0,0 0 0 0 0,1-1 0 0 0,0-1 0 0 0,0 0 0 0 0,1 0 0 0 0,-1-1 0 0 0,1 0 0 0 0,19 5 0 0 0,-27-9-23 0 0,0-1 1 0 0,1 0-1 0 0,-1 0 0 0 0,0 0 0 0 0,1 0 1 0 0,-1-1-1 0 0,0 1 0 0 0,0-1 1 0 0,1 0-1 0 0,-1 0 0 0 0,0 0 0 0 0,0 0 1 0 0,0-1-1 0 0,0 1 0 0 0,0-1 0 0 0,0 0 1 0 0,-1 0-1 0 0,5-3 0 0 0,-1-1-53 0 0,-1 0 0 0 0,1-1 0 0 0,-1 1 0 0 0,-1-1-1 0 0,5-7 1 0 0,-5 6 12 0 0,0 2 15 0 0,0 0-1 0 0,-1 0 1 0 0,1 0-1 0 0,-2-1 1 0 0,1 1-1 0 0,-1-1 0 0 0,0 0 1 0 0,0 0-1 0 0,-1 0 1 0 0,0 0-1 0 0,0 0 1 0 0,0 0-1 0 0,-1 0 1 0 0,-1-11-1 0 0,0 16 38 0 0,0 0 0 0 0,0 1-1 0 0,0-1 1 0 0,0 1 0 0 0,0-1 0 0 0,0 1-1 0 0,0 0 1 0 0,0-1 0 0 0,0 1 0 0 0,-1 0 0 0 0,1 0-1 0 0,-1 0 1 0 0,1 0 0 0 0,-1 0 0 0 0,1 0-1 0 0,-1 0 1 0 0,1 0 0 0 0,-1 1 0 0 0,0-1-1 0 0,1 1 1 0 0,-1-1 0 0 0,0 1 0 0 0,0 0 0 0 0,1-1-1 0 0,-1 1 1 0 0,0 0 0 0 0,0 0 0 0 0,-3 1-1 0 0,-53 7 96 0 0,48-5-80 0 0,-10 1 45 0 0,0 2-1 0 0,0 0 1 0 0,0 1-1 0 0,1 1 1 0 0,0 1-1 0 0,-26 16 1 0 0,38-21-170 0 0,0 1 1 0 0,0 0 0 0 0,1 0-1 0 0,-1 0 1 0 0,1 1 0 0 0,0 0-1 0 0,1 0 1 0 0,-1 1 0 0 0,1 0-1 0 0,1-1 1 0 0,-1 2-1 0 0,1-1 1 0 0,0 0 0 0 0,1 1-1 0 0,0 0 1 0 0,0 0 0 0 0,0 0-1 0 0,-2 16 1 0 0,11 3-4911 0 0,1-17 2595 0 0</inkml:trace>
</inkml:ink>
</file>

<file path=ppt/ink/ink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8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172 405 168 0 0,'10'-35'4905'0'0,"-10"34"-4787"0"0,0-1 0 0 0,0 0 0 0 0,0 0 0 0 0,-1 1 0 0 0,1-1 0 0 0,0 0 0 0 0,-1 1 0 0 0,1-1 0 0 0,-1 0 0 0 0,0 1 1 0 0,0-1-1 0 0,0 1 0 0 0,1-1 0 0 0,-1 1 0 0 0,0 0 0 0 0,-1-1 0 0 0,1 1 0 0 0,0 0 0 0 0,0 0 0 0 0,-1-1 0 0 0,1 1 0 0 0,0 0 0 0 0,-1 0 0 0 0,-1 0 0 0 0,0 0-23 0 0,0 0-1 0 0,0 0 1 0 0,0 1 0 0 0,0-1 0 0 0,0 1-1 0 0,0 0 1 0 0,0 0 0 0 0,0 0 0 0 0,0 0-1 0 0,-1 0 1 0 0,1 1 0 0 0,-5 1 0 0 0,0 0-14 0 0,1 1 0 0 0,-1-1 0 0 0,1 2 0 0 0,0-1 0 0 0,0 1 0 0 0,0 0 0 0 0,0 0 0 0 0,1 1 0 0 0,0 0 0 0 0,-8 8 0 0 0,11-10-59 0 0,0 0 0 0 0,0 1 1 0 0,0-1-1 0 0,1 1 0 0 0,0 0 0 0 0,-1 0 0 0 0,1 0 1 0 0,1 0-1 0 0,-1 0 0 0 0,1 0 0 0 0,-1 1 0 0 0,1-1 1 0 0,0 0-1 0 0,1 1 0 0 0,-1-1 0 0 0,1 1 0 0 0,0-1 1 0 0,0 1-1 0 0,0-1 0 0 0,1 1 0 0 0,-1-1 1 0 0,1 1-1 0 0,0-1 0 0 0,1 0 0 0 0,-1 0 0 0 0,1 1 1 0 0,0-1-1 0 0,0 0 0 0 0,0 0 0 0 0,0 0 0 0 0,1-1 1 0 0,-1 1-1 0 0,1-1 0 0 0,0 1 0 0 0,0-1 0 0 0,0 0 1 0 0,1 0-1 0 0,3 3 0 0 0,4 2 2 0 0,-1-1 0 0 0,1 1 0 0 0,0-2 0 0 0,0 0 1 0 0,1 0-1 0 0,0-1 0 0 0,0 0 0 0 0,0-1 0 0 0,1-1 0 0 0,-1 0 0 0 0,1 0 0 0 0,17 0 0 0 0,-6-3-7 0 0,-1-1-1 0 0,0-2 0 0 0,1 0 0 0 0,-1-1 0 0 0,-1-1 1 0 0,1-2-1 0 0,-1 0 0 0 0,0-1 0 0 0,0-2 0 0 0,-1 0 1 0 0,0-1-1 0 0,-1-1 0 0 0,-1-1 0 0 0,0 0 0 0 0,0-2 1 0 0,21-21-1 0 0,-35 31 32 0 0,0-1 1 0 0,0 0-1 0 0,0 0 0 0 0,-1 0 1 0 0,0 0-1 0 0,0 0 1 0 0,-1-1-1 0 0,0 0 0 0 0,0 0 1 0 0,0 0-1 0 0,-1 0 1 0 0,0 0-1 0 0,0 0 0 0 0,0-9 1 0 0,-2 16-44 0 0,0-1 1 0 0,0 0 0 0 0,0 1 0 0 0,0-1-1 0 0,0 0 1 0 0,0 1 0 0 0,0-1-1 0 0,0 0 1 0 0,0 1 0 0 0,0-1-1 0 0,-1 0 1 0 0,1 1 0 0 0,0-1 0 0 0,0 1-1 0 0,-1-1 1 0 0,1 0 0 0 0,0 1-1 0 0,-1-1 1 0 0,1 1 0 0 0,-1-1-1 0 0,1 1 1 0 0,-1-1 0 0 0,1 1 0 0 0,-1-1-1 0 0,1 1 1 0 0,-1 0 0 0 0,1-1-1 0 0,-1 1 1 0 0,1 0 0 0 0,-1-1-1 0 0,-1 1 1 0 0,-22 4 102 0 0,18-1-96 0 0,0-1 0 0 0,1 2 0 0 0,-1-1 1 0 0,1 1-1 0 0,0-1 0 0 0,-5 6 0 0 0,5-3-3 0 0,0 1 0 0 0,0 0 0 0 0,0 0 0 0 0,1 0-1 0 0,1 0 1 0 0,-1 0 0 0 0,1 1 0 0 0,0 0 0 0 0,1 0 0 0 0,0 0 0 0 0,0 0-1 0 0,-1 13 1 0 0,3-18-2 0 0,-1 1-1 0 0,1 0 1 0 0,1-1-1 0 0,-1 1 1 0 0,0 0-1 0 0,1-1 1 0 0,0 1-1 0 0,0 0 0 0 0,0-1 1 0 0,0 0-1 0 0,0 1 1 0 0,1-1-1 0 0,0 0 1 0 0,-1 1-1 0 0,1-1 1 0 0,0 0-1 0 0,1 0 1 0 0,-1 0-1 0 0,0-1 0 0 0,1 1 1 0 0,0-1-1 0 0,0 1 1 0 0,-1-1-1 0 0,1 0 1 0 0,1 0-1 0 0,-1 0 1 0 0,0 0-1 0 0,0-1 1 0 0,1 1-1 0 0,5 1 1 0 0,-3-2-2 0 0,1 1 0 0 0,-1-1 0 0 0,1 0 0 0 0,-1-1 0 0 0,1 0 0 0 0,-1 0 0 0 0,1 0 0 0 0,0-1 0 0 0,-1 0 0 0 0,1 0 0 0 0,-1 0 0 0 0,0-1 0 0 0,1 0 0 0 0,7-4 0 0 0,10-6 5 0 0,-1 0 0 0 0,30-22-1 0 0,15-7 39 0 0,-43 28-60 0 0,-18 9-1 0 0,0 0 0 0 0,1 0 0 0 0,-1 1 0 0 0,1 0 0 0 0,0 0 0 0 0,0 1 0 0 0,11-2 0 0 0,-16 4 10 0 0,0 0 1 0 0,0 1 0 0 0,0-1 0 0 0,0 1-1 0 0,0 0 1 0 0,0 0 0 0 0,0 0 0 0 0,0 0 0 0 0,-1 0-1 0 0,1 1 1 0 0,0-1 0 0 0,-1 1 0 0 0,5 2-1 0 0,34 32 0 0 0,-26-23 12 0 0,-3-4-4 0 0,-1-1 1 0 0,2 0 0 0 0,-1-1-1 0 0,1 0 1 0 0,0-1 0 0 0,0-1-1 0 0,1 0 1 0 0,0-1 0 0 0,-1 0-1 0 0,2-1 1 0 0,-1 0 0 0 0,0-2-1 0 0,0 1 1 0 0,1-2 0 0 0,15-1-1 0 0,-18 1-4 0 0,0-1 0 0 0,-1-1 0 0 0,1 0 0 0 0,0-1 0 0 0,-1 0 0 0 0,1-1 0 0 0,-1 0 0 0 0,0-1 0 0 0,-1 0-1 0 0,1-1 1 0 0,-1 0 0 0 0,0 0 0 0 0,0-1 0 0 0,-1 0 0 0 0,0-1 0 0 0,0 0 0 0 0,-1-1 0 0 0,12-15 0 0 0,-4 2-3 0 0,-2 0 0 0 0,-1-1 0 0 0,-1 0 0 0 0,0-1 0 0 0,-2-1 0 0 0,-1 0 0 0 0,-1 0 0 0 0,-1 0 0 0 0,-1-1 0 0 0,-2 0 1 0 0,0 0-1 0 0,-2-1 0 0 0,-1-41 0 0 0,-1 67 0 0 0,-11-29-10 0 0,11 29 12 0 0,0 0 0 0 0,-1 0 0 0 0,1 0 0 0 0,-1 0 0 0 0,1 0 0 0 0,-1 0 0 0 0,1 1 0 0 0,-1-1 0 0 0,1 0 0 0 0,-1 0 0 0 0,0 1 0 0 0,0-1 0 0 0,1 0-1 0 0,-1 1 1 0 0,0-1 0 0 0,0 1 0 0 0,0-1 0 0 0,0 1 0 0 0,1-1 0 0 0,-1 1 0 0 0,0-1 0 0 0,0 1 0 0 0,0 0 0 0 0,0 0 0 0 0,0 0 0 0 0,0-1 0 0 0,0 1 0 0 0,0 0 0 0 0,0 0 0 0 0,0 0 0 0 0,0 0 0 0 0,0 0 0 0 0,-2 1 0 0 0,-2 1-1 0 0,-1 1 1 0 0,1-1-1 0 0,0 1 1 0 0,0 0-1 0 0,0 1 1 0 0,0-1-1 0 0,1 1 1 0 0,-1 0-1 0 0,1 0 1 0 0,0 0-1 0 0,0 1 1 0 0,1-1-1 0 0,-1 1 1 0 0,1 0-1 0 0,-4 9 1 0 0,2-4 3 0 0,1 1 1 0 0,0 0 0 0 0,1 0-1 0 0,0 0 1 0 0,1 0-1 0 0,0 1 1 0 0,0 19 0 0 0,2-7 9 0 0,2 0 0 0 0,0 0 1 0 0,1 0-1 0 0,1 0 0 0 0,1-1 1 0 0,2 0-1 0 0,13 33 1 0 0,-15-43 3 0 0,1-1 0 0 0,0 1 0 0 0,1-2 1 0 0,1 1-1 0 0,0-1 0 0 0,0 0 0 0 0,17 17 1 0 0,-19-23-13 0 0,0 0 1 0 0,1-1-1 0 0,-1 1 1 0 0,1-1 0 0 0,0 0-1 0 0,1-1 1 0 0,-1 1-1 0 0,0-2 1 0 0,1 1 0 0 0,0-1-1 0 0,0 0 1 0 0,0 0-1 0 0,-1-1 1 0 0,13 0 0 0 0,-10-1 1 0 0,0 0 1 0 0,0 0 0 0 0,0-1 0 0 0,-1-1-1 0 0,1 0 1 0 0,0 0 0 0 0,-1-1 0 0 0,1 0 0 0 0,-1 0-1 0 0,0-1 1 0 0,0 0 0 0 0,0-1 0 0 0,-1 0-1 0 0,1-1 1 0 0,-1 1 0 0 0,0-1 0 0 0,7-8 0 0 0,-14 12 141 0 0,-29 11-125 0 0,22-5-11 0 0,5 0-25 0 0,1-1 0 0 0,0 0 0 0 0,0 1 0 0 0,1-1 0 0 0,-1 1 1 0 0,1-1-1 0 0,-1 0 0 0 0,1 0 0 0 0,0 1 0 0 0,0-1 1 0 0,1 0-1 0 0,-1 0 0 0 0,1 0 0 0 0,-1 0 0 0 0,1 0 0 0 0,0 0 1 0 0,0-1-1 0 0,0 1 0 0 0,1-1 0 0 0,3 5 0 0 0,2-1-202 0 0,0 0 1 0 0,1-1-1 0 0,-1 1 0 0 0,17 6 0 0 0,-18-8 6 0 0,6 1-88 0 0,0 0 0 0 0,1-1 0 0 0,-1 0 0 0 0,1-1-1 0 0,0 0 1 0 0,0-1 0 0 0,0-1 0 0 0,0 0 0 0 0,0-1 0 0 0,0 0-1 0 0,14-3 1 0 0,-11 0 23 0 0,0 0 0 0 0,0 0 0 0 0,0-2 0 0 0,-1 0-1 0 0,0-1 1 0 0,0-1 0 0 0,0 0 0 0 0,22-15 0 0 0,-33 19 343 0 0,-1 0 1 0 0,-1 0 0 0 0,1-1 0 0 0,0 1 0 0 0,-1-1 0 0 0,0 0 0 0 0,1 0 0 0 0,-2 0 0 0 0,1 0 0 0 0,0-1-1 0 0,-1 1 1 0 0,3-8 0 0 0,-4 11 4 0 0,-1-1 1 0 0,0 0-1 0 0,1 1 0 0 0,-1-1 0 0 0,0 1 0 0 0,0-1 0 0 0,0 0 1 0 0,0 1-1 0 0,0-1 0 0 0,0 1 0 0 0,0-1 0 0 0,-1 0 0 0 0,1 1 1 0 0,0-1-1 0 0,-1 1 0 0 0,0-1 0 0 0,1 1 0 0 0,-1-1 0 0 0,0 1 0 0 0,1 0 1 0 0,-1-1-1 0 0,0 1 0 0 0,0 0 0 0 0,0 0 0 0 0,-1-1 0 0 0,1 1 1 0 0,0 0-1 0 0,0 0 0 0 0,0 0 0 0 0,-1 0 0 0 0,1 1 0 0 0,-1-1 1 0 0,1 0-1 0 0,-1 0 0 0 0,1 1 0 0 0,-1-1 0 0 0,1 1 0 0 0,-1-1 0 0 0,1 1 1 0 0,-1 0-1 0 0,-1 0 0 0 0,1-1 173 0 0,-26 17 637 0 0,28-15-863 0 0,-1 1-1 0 0,0-1 0 0 0,1 1 0 0 0,-1-1 0 0 0,1 1 0 0 0,-1-1 1 0 0,1 1-1 0 0,0-1 0 0 0,0 1 0 0 0,0-1 0 0 0,0 1 0 0 0,0 0 1 0 0,0-1-1 0 0,0 1 0 0 0,0-1 0 0 0,0 1 0 0 0,1-1 0 0 0,-1 1 1 0 0,1-1-1 0 0,-1 1 0 0 0,1-1 0 0 0,0 1 0 0 0,-1-1 0 0 0,1 0 1 0 0,0 1-1 0 0,0-1 0 0 0,0 0 0 0 0,0 0 0 0 0,0 1 0 0 0,0-1 1 0 0,0 0-1 0 0,1 0 0 0 0,-1 0 0 0 0,0 0 0 0 0,1-1 0 0 0,-1 1 1 0 0,0 0-1 0 0,1 0 0 0 0,-1-1 0 0 0,1 1 0 0 0,-1-1 0 0 0,1 0 1 0 0,-1 1-1 0 0,1-1 0 0 0,0 0 0 0 0,2 0 0 0 0,2 2 8 0 0,0-1 1 0 0,1-1-1 0 0,-1 1 0 0 0,1-1 0 0 0,0 0 0 0 0,-1-1 0 0 0,1 1 0 0 0,-1-1 1 0 0,1-1-1 0 0,10-3 0 0 0,-5-1-17 0 0,-1-1 0 0 0,1-1 0 0 0,-1 0 0 0 0,0-1 0 0 0,-1 0 0 0 0,0 0 0 0 0,-1-1 0 0 0,0-1 0 0 0,0 1 0 0 0,-1-1 0 0 0,0-1 0 0 0,9-19 0 0 0,7-16 82 0 0,31-92 0 0 0,-42 99 1122 0 0,17-81 1 0 0,-38 131-900 0 0,1 0 0 0 0,0 1 1 0 0,1 0-1 0 0,0 0 1 0 0,-7 19-1 0 0,2 15-284 0 0,3 0-1 0 0,2 1 1 0 0,1 0-1 0 0,3 0 1 0 0,3 60 0 0 0,0-31-869 0 0,-6-13-1572 0 0,4-58 1383 0 0,0 0-1 0 0,0-1 1 0 0,0 1-1 0 0,-1 0 1 0 0,1-1 0 0 0,-1 1-1 0 0,-4 6 1 0 0,-1-5-2457 0 0</inkml:trace>
</inkml:ink>
</file>

<file path=ppt/ink/ink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8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91 9685 0 0,'-68'-72'60'0'0,"67"71"-56"0"0,2 0-6 0 0,-1 0 1 0 0,1 0 0 0 0,0-1-1 0 0,-1 1 1 0 0,1 0-1 0 0,0 0 1 0 0,0 0 0 0 0,0 0-1 0 0,-1 0 1 0 0,1 0-1 0 0,0 0 1 0 0,0 0-1 0 0,1 0 1 0 0,0-1 0 0 0,20 4-605 0 0,-1 2 1 0 0,0 0 0 0 0,0 2 0 0 0,0 0 0 0 0,24 11-1 0 0,-7-4-1590 0 0,8 5 0 0 0</inkml:trace>
</inkml:ink>
</file>

<file path=ppt/ink/ink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8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73 496 0 0,'-1'-36'1656'0'0,"1"0"4395"0"0,3 65-3763 0 0,-4 26-1891 0 0,-2 1 1 0 0,-2-1-1 0 0,-3 0 1 0 0,-23 86-1 0 0,27-126-312 0 0,1 1 0 0 0,0 1 0 0 0,1-1 0 0 0,1 0-1 0 0,2 30 1 0 0,-1-44-74 0 0,1-1 1 0 0,-1 1-1 0 0,1-1 0 0 0,0 1 0 0 0,0-1 0 0 0,0 0 0 0 0,-1 1 1 0 0,1-1-1 0 0,1 0 0 0 0,-1 1 0 0 0,0-1 0 0 0,0 0 0 0 0,0 0 1 0 0,0 0-1 0 0,1 0 0 0 0,-1 0 0 0 0,1-1 0 0 0,-1 1 0 0 0,0 0 1 0 0,1-1-1 0 0,2 2 0 0 0,46 12 137 0 0,-43-13-141 0 0,0 1 0 0 0,0 0 0 0 0,0 0 0 0 0,0 1 0 0 0,0-1 0 0 0,12 8 0 0 0,-11-4-6 0 0,-6-5 0 0 0,0 0-1 0 0,0 1 0 0 0,0-1 1 0 0,0 0-1 0 0,0 1 0 0 0,0 0 1 0 0,0-1-1 0 0,-1 1 0 0 0,1 0 1 0 0,-1 0-1 0 0,1 0 0 0 0,-1 0 1 0 0,0 0-1 0 0,0 0 0 0 0,0 1 1 0 0,0-1-1 0 0,0 0 0 0 0,0 0 1 0 0,0 4-1 0 0,-1-3 2 0 0,-1 0 1 0 0,1 0 0 0 0,-1 0-1 0 0,0 0 1 0 0,0 0-1 0 0,0 0 1 0 0,0 0 0 0 0,-1-1-1 0 0,1 1 1 0 0,-1 0-1 0 0,0-1 1 0 0,1 1-1 0 0,-1-1 1 0 0,0 0 0 0 0,-1 1-1 0 0,1-1 1 0 0,0 0-1 0 0,-1 0 1 0 0,1-1 0 0 0,-1 1-1 0 0,1 0 1 0 0,-1-1-1 0 0,0 0 1 0 0,-4 2-1 0 0,-3 3 1 0 0,-3 2-751 0 0,-1 1 0 0 0,-31 12 0 0 0,43-20-62 0 0,-4-1-788 0 0,0 0-2499 0 0</inkml:trace>
</inkml:ink>
</file>

<file path=ppt/ink/ink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9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420 9 88 0 0,'0'0'635'0'0,"47"15"3800"0"0,-34-14-3899 0 0,-1 0 0 0 0,1-1-1 0 0,-1-1 1 0 0,1 0 0 0 0,-1 0-1 0 0,1-1 1 0 0,-1-1 0 0 0,13-4 0 0 0,20-3 71 0 0,-43 10-594 0 0,0 0 1 0 0,0 0 0 0 0,0 0-1 0 0,-1 1 1 0 0,1-1-1 0 0,0 1 1 0 0,0-1-1 0 0,-1 1 1 0 0,1 0-1 0 0,-1-1 1 0 0,1 1-1 0 0,0 0 1 0 0,-1 0-1 0 0,1 0 1 0 0,-1 1-1 0 0,0-1 1 0 0,1 0-1 0 0,-1 0 1 0 0,0 1-1 0 0,0-1 1 0 0,0 1-1 0 0,0-1 1 0 0,0 1 0 0 0,0-1-1 0 0,0 1 1 0 0,-1 0-1 0 0,1-1 1 0 0,0 1-1 0 0,-1 0 1 0 0,1-1-1 0 0,-1 1 1 0 0,0 0-1 0 0,0 2 1 0 0,11 63 112 0 0,-11-64-115 0 0,0 49 37 0 0,-2 0 0 0 0,-2 0-1 0 0,-2-1 1 0 0,-2 1 0 0 0,-3-1-1 0 0,-2-1 1 0 0,-39 96 0 0 0,44-127-23 0 0,-15 38 21 0 0,-2-1-1 0 0,-51 81 1 0 0,67-124-3 0 0,1 0-1 0 0,-2-1 1 0 0,0 0 0 0 0,0 0 0 0 0,-1-1 0 0 0,0 0 0 0 0,-1-1 0 0 0,0-1 0 0 0,-1 0 0 0 0,0 0 0 0 0,0-1 0 0 0,-1-1 0 0 0,0 0 0 0 0,0-1 0 0 0,-22 6-1 0 0,25-10 70 0 0,-1 1-1 0 0,1-2 0 0 0,-1 0 0 0 0,0 0 0 0 0,0-1 0 0 0,1 0 1 0 0,-1-1-1 0 0,0-1 0 0 0,1 0 0 0 0,-1 0 0 0 0,1-1 0 0 0,-17-7 0 0 0,23 8-58 0 0,-1-1 0 0 0,1 0 0 0 0,0 0 0 0 0,0 0 0 0 0,0-1 0 0 0,0 0 0 0 0,1 0 0 0 0,0 0 0 0 0,-1-1 0 0 0,2 1 0 0 0,-1-1-1 0 0,0 0 1 0 0,1 0 0 0 0,0 0 0 0 0,0 0 0 0 0,1-1 0 0 0,-1 1 0 0 0,1-1 0 0 0,0 0 0 0 0,1 0 0 0 0,-1 1 0 0 0,1-1 0 0 0,0 0 0 0 0,1 0-1 0 0,0-12 1 0 0,1 5-20 0 0,0 0-1 0 0,1 0 0 0 0,1 1 0 0 0,0-1 0 0 0,1 1 0 0 0,0 0 0 0 0,1-1 0 0 0,0 2 0 0 0,1-1 1 0 0,1 1-1 0 0,12-17 0 0 0,-1 3-410 0 0,1 2 0 0 0,1 1 1 0 0,43-39-1 0 0,41-16-2026 0 0,-29 28-2242 0 0,-65 42 3714 0 0,48-30-2516 0 0</inkml:trace>
</inkml:ink>
</file>

<file path=ppt/ink/ink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0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21 283 36 0 0,'1'-2'388'0'0,"1"0"0"0"0,0 0-1 0 0,0 0 1 0 0,1 0 0 0 0,-1 0 0 0 0,0 0 0 0 0,1 0 0 0 0,-1 1-1 0 0,1-1 1 0 0,-1 1 0 0 0,6-2 0 0 0,-7 3-307 0 0,-1-1-1 0 0,1 2 1 0 0,-1-1 0 0 0,1 0 0 0 0,-1 0 0 0 0,1 0-1 0 0,-1 0 1 0 0,1 0 0 0 0,-1 0 0 0 0,1 1 0 0 0,-1-1-1 0 0,1 0 1 0 0,-1 0 0 0 0,1 1 0 0 0,-1-1-1 0 0,1 0 1 0 0,-1 1 0 0 0,1-1 0 0 0,-1 0 0 0 0,0 1-1 0 0,1-1 1 0 0,-1 1 0 0 0,0-1 0 0 0,1 1 0 0 0,7 26-142 0 0,-5 20 683 0 0,-2 0 0 0 0,-2 1 0 0 0,-15 92 1 0 0,2-16-33 0 0,5 23-49 0 0,-11 111 177 0 0,7-198-1370 0 0,10-53-1085 0 0,6-33 904 0 0,-1 18 687 0 0,1 0 0 0 0,0-1 0 0 0,0 1 0 0 0,1 1 0 0 0,1-1 0 0 0,-1 0 0 0 0,1 1 0 0 0,0 0 0 0 0,1 0 0 0 0,6-6 0 0 0,1-3-105 0 0,20-22-152 0 0,2 2 0 0 0,2 1-1 0 0,57-43 1 0 0,-58 52 450 0 0,-2-2-1 0 0,-1-2 0 0 0,-2-1 1 0 0,0-1-1 0 0,28-41 1 0 0,-36 37 162 0 0,-2 0 0 0 0,-2-2 0 0 0,-1-1-1 0 0,-2 0 1 0 0,16-59 0 0 0,-17 37 294 0 0,-3-1-1 0 0,-2 0 1 0 0,0-66-1 0 0,-12 95 334 0 0,-106 342 46 0 0,59-176-582 0 0,40-107-239 0 0,-67 207 376 0 0,67-199-350 0 0,2 1 0 0 0,1-1-1 0 0,2 1 1 0 0,0 67 0 0 0,4-100-64 0 0,-1 0 1 0 0,1 1-1 0 0,1-1 1 0 0,-1 0-1 0 0,0 1 1 0 0,0-1-1 0 0,1 0 1 0 0,0 1-1 0 0,-1-1 1 0 0,1 0-1 0 0,0 0 1 0 0,0 0-1 0 0,0 0 1 0 0,0 0-1 0 0,0 0 1 0 0,1 0-1 0 0,-1 0 1 0 0,1 0-1 0 0,-1-1 1 0 0,1 1-1 0 0,0 0 1 0 0,-1-1-1 0 0,1 1 1 0 0,0-1-1 0 0,0 0 1 0 0,3 2-1 0 0,2-1 20 0 0,0-1-1 0 0,1 0 1 0 0,-1 0-1 0 0,0 0 1 0 0,0-1-1 0 0,1 0 1 0 0,7-1-1 0 0,-12 1-48 0 0,61-3 123 0 0,153-13 149 0 0,-204 14-325 0 0,1-1 0 0 0,-1 0 0 0 0,0-1 0 0 0,-1-1 0 0 0,1 0 0 0 0,-1-1 0 0 0,0 0 0 0 0,0 0 0 0 0,0-2 0 0 0,-1 1-1 0 0,0-1 1 0 0,-1-1 0 0 0,0 0 0 0 0,0-1 0 0 0,11-15 0 0 0,-18 23-213 0 0,0 0-196 0 0,7-20-7697 0 0</inkml:trace>
</inkml:ink>
</file>

<file path=ppt/ink/ink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0.4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1 668 0 0,'14'4'1191'0'0,"1"0"0"0"0,0-1 0 0 0,0-1 0 0 0,1 0 0 0 0,-1-1 0 0 0,27-2 0 0 0,4-8-602 0 0,-72 20-4220 0 0,4-4 276 0 0</inkml:trace>
</inkml:ink>
</file>

<file path=ppt/ink/ink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7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244 274 208 0 0,'0'0'871'0'0,"-23"-40"5779"0"0,22 37-6437 0 0,-1 0-1 0 0,0 0 1 0 0,0 0 0 0 0,0 1 0 0 0,0-1 0 0 0,0 1-1 0 0,-1-1 1 0 0,1 1 0 0 0,-1 0 0 0 0,0 0 0 0 0,1 0 0 0 0,-1 1-1 0 0,0-1 1 0 0,0 0 0 0 0,0 1 0 0 0,0 0 0 0 0,-1 0 0 0 0,1 0-1 0 0,0 0 1 0 0,0 0 0 0 0,-6 0 0 0 0,4 2-126 0 0,0-1 0 0 0,0 1 0 0 0,1 0 0 0 0,-1 0 0 0 0,0 0 0 0 0,0 1 0 0 0,1 0 0 0 0,-1 0 0 0 0,1 0 0 0 0,0 0 0 0 0,0 1 0 0 0,0-1 0 0 0,-6 6 0 0 0,2-1-77 0 0,0 0-1 0 0,0 0 0 0 0,1 1 0 0 0,0 0 0 0 0,1 0 0 0 0,0 1 1 0 0,0 0-1 0 0,1 0 0 0 0,0 0 0 0 0,0 1 0 0 0,1-1 1 0 0,0 1-1 0 0,-3 14 0 0 0,6-21 0 0 0,1 0 1 0 0,-1 1-1 0 0,1-1 0 0 0,0 0 1 0 0,-1 1-1 0 0,2-1 0 0 0,-1 0 1 0 0,0 1-1 0 0,1-1 0 0 0,-1 0 1 0 0,1 1-1 0 0,0-1 0 0 0,0 0 0 0 0,0 0 1 0 0,0 0-1 0 0,1 0 0 0 0,-1 0 1 0 0,1 0-1 0 0,0 0 0 0 0,0 0 1 0 0,0-1-1 0 0,0 1 0 0 0,1-1 1 0 0,-1 1-1 0 0,4 2 0 0 0,-1-3 3 0 0,-1 0-1 0 0,0 0 0 0 0,1-1 0 0 0,0 0 0 0 0,-1 1 0 0 0,1-2 0 0 0,0 1 0 0 0,-1 0 1 0 0,1-1-1 0 0,0 0 0 0 0,-1 0 0 0 0,1-1 0 0 0,0 1 0 0 0,0-1 0 0 0,-1 0 0 0 0,1 0 1 0 0,6-3-1 0 0,13-6 12 0 0,0-1 0 0 0,-1-1 1 0 0,0-1-1 0 0,-1-1 0 0 0,-1 0 1 0 0,26-24-1 0 0,-26 20-24 0 0,2 1 0 0 0,0 1 0 0 0,0 1-1 0 0,2 1 1 0 0,29-12 0 0 0,-38 20 42 0 0,1-1 0 0 0,-1-1 0 0 0,-1 0 0 0 0,0-1 0 0 0,0 0-1 0 0,0-1 1 0 0,-1-1 0 0 0,-1 0 0 0 0,0-1 0 0 0,0-1 0 0 0,-1 0-1 0 0,-1 0 1 0 0,0-1 0 0 0,-1-1 0 0 0,15-28 0 0 0,-13 23 852 0 0,-11 31-565 0 0,-15 53-413 0 0,7-33 193 0 0,-50 281 133 0 0,-46 207 49 0 0,103-518-290 0 0,-6 24 29 0 0,0 0 1 0 0,-2 0-1 0 0,-1-1 0 0 0,-17 34 1 0 0,26-58-24 0 0,-1 1 0 0 0,1-1 0 0 0,0 1 0 0 0,0-1 0 0 0,0 0 0 0 0,-1 1 0 0 0,1-1 0 0 0,0 0-1 0 0,0 1 1 0 0,-1-1 0 0 0,1 0 0 0 0,0 1 0 0 0,-1-1 0 0 0,1 0 0 0 0,-1 0 0 0 0,1 1 0 0 0,0-1 0 0 0,-1 0 0 0 0,1 0 0 0 0,-1 0 0 0 0,1 1 0 0 0,0-1 0 0 0,-1 0 0 0 0,1 0 0 0 0,-1 0 0 0 0,1 0 0 0 0,-1 0 0 0 0,1 0 0 0 0,-1 0-1 0 0,1 0 1 0 0,0 0 0 0 0,-1 0 0 0 0,1 0 0 0 0,-1 0 0 0 0,1-1 0 0 0,-1 1 0 0 0,1 0 0 0 0,0 0 0 0 0,-1 0 0 0 0,1 0 0 0 0,-1-1 0 0 0,1 1 0 0 0,0 0 0 0 0,-1-1 0 0 0,1 1 0 0 0,0 0 0 0 0,-1 0 0 0 0,1-1 0 0 0,0 1 0 0 0,0-1-1 0 0,-1 1 1 0 0,1 0 0 0 0,0-1 0 0 0,0 1 0 0 0,-1-1 0 0 0,1 0 0 0 0,-9-25 182 0 0,10 15-143 0 0,0 0-1 0 0,1 0 1 0 0,0 1 0 0 0,1-1-1 0 0,0 1 1 0 0,0-1-1 0 0,7-11 1 0 0,39-70 108 0 0,-15 37 88 0 0,2 1 1 0 0,79-88 0 0 0,-82 107-1216 0 0,48-38 0 0 0,-49 48-3559 0 0,67-39 0 0 0,-66 45 212 0 0</inkml:trace>
</inkml:ink>
</file>

<file path=ppt/ink/ink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0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852 363 6633 0 0,'17'-39'332'0'0,"-1"0"-156"0"0,16-50 0 0 0,-29 78 17 0 0,0-1 0 0 0,-1 0-1 0 0,0 1 1 0 0,-1-1 0 0 0,0 0-1 0 0,-1 0 1 0 0,0 0 0 0 0,-1 0 0 0 0,-3-14-1 0 0,4 23-142 0 0,-1 0 1 0 0,0 0-1 0 0,0 1 0 0 0,0-1 0 0 0,-1 0 1 0 0,1 0-1 0 0,-1 1 0 0 0,1-1 0 0 0,-1 0 0 0 0,0 1 1 0 0,0 0-1 0 0,0-1 0 0 0,0 1 0 0 0,-1 0 0 0 0,1 0 1 0 0,-1 0-1 0 0,-3-2 0 0 0,0 1-2 0 0,0 1 0 0 0,1-1 1 0 0,-1 1-1 0 0,0 1 0 0 0,0-1 0 0 0,0 1 0 0 0,0 0 0 0 0,-9 0 1 0 0,-5 1 35 0 0,-1 1 0 0 0,0 0 1 0 0,1 2-1 0 0,-24 6 1 0 0,-13 5 75 0 0,2 2 0 0 0,0 3 1 0 0,1 2-1 0 0,1 2 1 0 0,1 3-1 0 0,1 2 0 0 0,1 2 1 0 0,-47 38-1 0 0,78-51-98 0 0,0 0-1 0 0,2 1 1 0 0,0 1-1 0 0,0 1 1 0 0,2 1 0 0 0,-16 26-1 0 0,25-37-37 0 0,0 1-1 0 0,1-1 1 0 0,0 1-1 0 0,1 0 1 0 0,0 0-1 0 0,1 0 1 0 0,0 1-1 0 0,1-1 1 0 0,0 1-1 0 0,0-1 0 0 0,2 1 1 0 0,-1 0-1 0 0,1 0 1 0 0,1-1-1 0 0,4 22 1 0 0,-3-25-10 0 0,1 0 0 0 0,0 0 1 0 0,1 0-1 0 0,0 0 0 0 0,0 0 0 0 0,1-1 0 0 0,0 1 1 0 0,0-1-1 0 0,1-1 0 0 0,-1 1 0 0 0,1-1 0 0 0,10 8 1 0 0,-4-5 6 0 0,0-1 1 0 0,1 0 0 0 0,0-1 0 0 0,0 0-1 0 0,0-1 1 0 0,27 8 0 0 0,-9-6 13 0 0,1-2 1 0 0,-1-1 0 0 0,1-1-1 0 0,0-2 1 0 0,0-1-1 0 0,37-4 1 0 0,-28-2-13 0 0,-1-1 1 0 0,1-2-1 0 0,-1-2 1 0 0,-1-1-1 0 0,0-3 0 0 0,-1-1 1 0 0,0-1-1 0 0,-1-2 0 0 0,-1-2 1 0 0,56-41-1 0 0,-91 60-24 0 0,1 0 0 0 0,-1 0 0 0 0,1 0-1 0 0,-1 1 1 0 0,1-1 0 0 0,0 1 0 0 0,-1-1-1 0 0,1 1 1 0 0,0-1 0 0 0,-1 1 0 0 0,1 0-1 0 0,0 0 1 0 0,-1 0 0 0 0,1 0 0 0 0,0 0-1 0 0,0 0 1 0 0,-1 0 0 0 0,1 1 0 0 0,0-1-1 0 0,-1 0 1 0 0,3 2 0 0 0,39 20 30 0 0,-4-2 13 0 0,-30-17-40 0 0,1 0 0 0 0,0-1 0 0 0,0 0 0 0 0,0-1 0 0 0,0 0 0 0 0,0 0 0 0 0,0-1 0 0 0,0 0 0 0 0,15-3 0 0 0,-25 3 0 0 0,1 0-1 0 0,0-1 0 0 0,-1 1 1 0 0,1 0-1 0 0,-1-1 0 0 0,1 1 1 0 0,-1 0-1 0 0,1-1 0 0 0,-1 1 1 0 0,1-1-1 0 0,-1 1 0 0 0,1-1 1 0 0,-1 1-1 0 0,0-1 0 0 0,1 1 1 0 0,-1-1-1 0 0,0 1 0 0 0,1-1 1 0 0,-1 0-1 0 0,0 1 1 0 0,0-1-1 0 0,0 0 0 0 0,0 1 1 0 0,1-1-1 0 0,-1 1 0 0 0,0-1 1 0 0,0 0-1 0 0,0 1 0 0 0,0-1 1 0 0,0 0-1 0 0,-1 1 0 0 0,1-1 1 0 0,0 0-1 0 0,0 0 0 0 0,-6-20 24 0 0,5 20-24 0 0,-5-8 2 0 0,-1 0 0 0 0,-1 0 0 0 0,0 0 0 0 0,0 1 0 0 0,0 0 0 0 0,-1 1 0 0 0,-18-12 0 0 0,-12-11-197 0 0,30 25-99 0 0</inkml:trace>
</inkml:ink>
</file>

<file path=ppt/ink/ink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1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1 411 144 0 0,'16'52'3613'0'0,"5"0"-1591"0"0,-19-49-1946 0 0,-2-2-43 0 0,1 0-1 0 0,-1 0 1 0 0,0 0-1 0 0,1 0 1 0 0,-1 0-1 0 0,1-1 1 0 0,-1 1-1 0 0,1 0 1 0 0,0 0-1 0 0,-1 0 1 0 0,1-1 0 0 0,0 1-1 0 0,-1 0 1 0 0,1 0-1 0 0,0-1 1 0 0,0 1-1 0 0,0-1 1 0 0,0 1-1 0 0,0-1 1 0 0,-1 1-1 0 0,1-1 1 0 0,0 0-1 0 0,0 1 1 0 0,0-1-1 0 0,0 0 1 0 0,0 0 0 0 0,0 1-1 0 0,0-1 1 0 0,0 0-1 0 0,1 0 1 0 0,-1 0-1 0 0,0-1 1 0 0,0 1-1 0 0,0 0 1 0 0,0 0-1 0 0,0 0 1 0 0,0-1-1 0 0,0 1 1 0 0,0 0 0 0 0,-1-1-1 0 0,1 1 1 0 0,0-1-1 0 0,0 1 1 0 0,0-1-1 0 0,0 0 1 0 0,0 1-1 0 0,-1-1 1 0 0,2-1-1 0 0,0 0 3 0 0,2-2 10 0 0,-1 0 0 0 0,1 0-1 0 0,0 0 1 0 0,0 1 0 0 0,0 0 0 0 0,0 0-1 0 0,1 0 1 0 0,-1 0 0 0 0,1 1 0 0 0,0-1 0 0 0,0 1-1 0 0,10-3 1 0 0,5 6-4 0 0,1 1 0 0 0,26 6 1 0 0,-34-5-29 0 0,-1-1 1 0 0,1 0-1 0 0,0-1 0 0 0,21-1 1 0 0,-29-1-12 0 0,0 0 1 0 0,0 0-1 0 0,0 0 0 0 0,-1-1 1 0 0,1 1-1 0 0,0-1 0 0 0,-1 0 1 0 0,0-1-1 0 0,1 1 1 0 0,-1-1-1 0 0,0 0 0 0 0,0 0 1 0 0,0 0-1 0 0,-1 0 0 0 0,7-8 1 0 0,0-1 95 0 0,-1-2 0 0 0,0 1 0 0 0,-1-1 1 0 0,0 0-1 0 0,-1-1 0 0 0,-1 0 0 0 0,0 0 0 0 0,-1 0 1 0 0,4-23-1 0 0,-4 12 205 0 0,-1 0 0 0 0,-1 0 1 0 0,-1-1-1 0 0,-5-52 0 0 0,-5-28 1961 0 0,8 104-1816 0 0,1 12-366 0 0,9 47 50 0 0,2 0 0 0 0,3-1 0 0 0,2-1 0 0 0,44 96 0 0 0,-53-133-100 0 0,-1 0 1 0 0,0 1-1 0 0,-2-1 1 0 0,0 1-1 0 0,-1 1 1 0 0,3 31-1 0 0,-7-49-169 0 0,-16-16-5878 0 0,11 7 2404 0 0,4-3 960 0 0</inkml:trace>
</inkml:ink>
</file>

<file path=ppt/ink/ink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1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41 208 0 0,'0'-2'420'0'0,"1"-1"0"0"0,0 1 1 0 0,0 0-1 0 0,-1-1 0 0 0,1 1 0 0 0,1 0 0 0 0,-1 0 0 0 0,0-1 1 0 0,3-1-1 0 0,7 0-19 0 0,1 1 1 0 0,0 0-1 0 0,-1 1 1 0 0,1 0-1 0 0,0 1 1 0 0,1 1-1 0 0,-1-1 1 0 0,20 4 0 0 0,-23-2-991 0 0,1 1 0 0 0,-1 0 0 0 0,1 1 0 0 0,-1 0 0 0 0,0 0 1 0 0,0 1-1 0 0,10 6 0 0 0,-8-3-1276 0 0</inkml:trace>
</inkml:ink>
</file>

<file path=ppt/ink/ink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12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0 271 232 0 0,'5'1'199'0'0,"0"1"0"0"0,0-1 1 0 0,0 1-1 0 0,-1 0 0 0 0,1 0 0 0 0,-1 1 1 0 0,1-1-1 0 0,-1 1 0 0 0,0 0 0 0 0,0 0 1 0 0,0 0-1 0 0,-1 1 0 0 0,1-1 0 0 0,-1 1 0 0 0,0 0 1 0 0,0 0-1 0 0,0 0 0 0 0,0 0 0 0 0,-1 1 1 0 0,1-1-1 0 0,-1 1 0 0 0,2 7 0 0 0,1 2 82 0 0,0-1-1 0 0,-2 1 1 0 0,1 0-1 0 0,-2 1 0 0 0,0-1 1 0 0,1 21-1 0 0,-3-33-105 0 0,-1 0 0 0 0,1 0 0 0 0,0 0 0 0 0,-1 0 0 0 0,1 0-1 0 0,-1 0 1 0 0,1 0 0 0 0,-1-1 0 0 0,0 1 0 0 0,0 0 0 0 0,0 0 0 0 0,-2 2 1163 0 0,5-12-1287 0 0,1 0 1 0 0,-1-1-1 0 0,1 1 1 0 0,1 0-1 0 0,0 0 1 0 0,0 1 0 0 0,0-1-1 0 0,1 1 1 0 0,0 0-1 0 0,1 0 1 0 0,-1 1-1 0 0,1-1 1 0 0,0 1-1 0 0,9-6 1 0 0,-8 6-83 0 0,1 1-1 0 0,0-1 1 0 0,1 2-1 0 0,-1-1 1 0 0,1 1-1 0 0,0 0 1 0 0,0 1-1 0 0,1 0 1 0 0,-1 0-1 0 0,1 1 1 0 0,13-2-1 0 0,-18 4 17 0 0,-1 0 0 0 0,0 0-1 0 0,0 0 1 0 0,1 0 0 0 0,-1 0 0 0 0,0 1-1 0 0,0 0 1 0 0,0 0 0 0 0,0 0-1 0 0,1 0 1 0 0,-2 1 0 0 0,1 0 0 0 0,0 0-1 0 0,0 0 1 0 0,0 0 0 0 0,-1 0 0 0 0,1 1-1 0 0,-1-1 1 0 0,0 1 0 0 0,0 0-1 0 0,0 0 1 0 0,0 0 0 0 0,0 1 0 0 0,-1-1-1 0 0,0 1 1 0 0,1-1 0 0 0,2 8 0 0 0,-4-8 11 0 0,21 39-21 0 0,-22-40 30 0 0,1-1 1 0 0,-1 0 0 0 0,1 1 0 0 0,-1-1-1 0 0,1 0 1 0 0,0 0 0 0 0,0 0 0 0 0,-1 0-1 0 0,1 0 1 0 0,0 0 0 0 0,0 0 0 0 0,0 0 0 0 0,0 0-1 0 0,0 0 1 0 0,1 0 0 0 0,-1 0 0 0 0,0-1-1 0 0,0 1 1 0 0,0-1 0 0 0,1 1 0 0 0,-1-1-1 0 0,0 1 1 0 0,1-1 0 0 0,-1 0 0 0 0,0 1-1 0 0,2-1 1 0 0,3-3 5 0 0,-1-1-1 0 0,0 1 0 0 0,0-1 1 0 0,0 0-1 0 0,0 0 0 0 0,-1-1 1 0 0,0 1-1 0 0,0-1 0 0 0,0 0 1 0 0,6-10-1 0 0,36-71 93 0 0,-19 35-29 0 0,-12 24-47 0 0,62-98 208 0 0,-66 110-77 0 0,1 0 0 0 0,0 0 0 0 0,1 1 0 0 0,0 1 0 0 0,25-19-1 0 0,-37 31-143 0 0,0 0 0 0 0,0 0 0 0 0,0 0 0 0 0,0 0 0 0 0,1 1 0 0 0,-1-1 0 0 0,0 0-1 0 0,0 1 1 0 0,1-1 0 0 0,-1 1 0 0 0,0 0 0 0 0,1-1 0 0 0,-1 1 0 0 0,1 0 0 0 0,-1 0-1 0 0,0 0 1 0 0,1 0 0 0 0,-1 0 0 0 0,1 0 0 0 0,-1 0 0 0 0,0 0 0 0 0,1 0-1 0 0,-1 1 1 0 0,0-1 0 0 0,1 1 0 0 0,-1-1 0 0 0,2 1 0 0 0,-1 1 1 0 0,0 0 0 0 0,0 0 0 0 0,0 0-1 0 0,0 0 1 0 0,0 1 0 0 0,-1-1 0 0 0,1 0 0 0 0,-1 1 0 0 0,0-1 0 0 0,1 1 0 0 0,-1 0 0 0 0,1 4 0 0 0,2 9 22 0 0,0 1 1 0 0,-1-1 0 0 0,1 24-1 0 0,-4-37-28 0 0,7 329-1081 0 0,-7-237-5051 0 0,1-71 3108 0 0</inkml:trace>
</inkml:ink>
</file>

<file path=ppt/ink/ink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3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68 376 0 0,'-2'-9'867'0'0,"0"0"0"0"0,-1 1 1 0 0,0-1-1 0 0,0 1 0 0 0,-9-15 0 0 0,11 21 339 0 0,-13 21-210 0 0,12-18-946 0 0,1 1 0 0 0,-1-1 0 0 0,0 1 0 0 0,1-1 0 0 0,-1 1 0 0 0,1 0 0 0 0,-1 0 0 0 0,1 0 0 0 0,0 0 0 0 0,-2 4 0 0 0,-7 25 422 0 0,2 1-1 0 0,1-1 0 0 0,-6 63 1 0 0,7 100 547 0 0,6-145-1007 0 0,3 1-1 0 0,11 62 1 0 0,-15-101-738 0 0</inkml:trace>
</inkml:ink>
</file>

<file path=ppt/ink/ink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25 336 0 0,'20'-6'264'0'0,"0"0"0"0"0,0 2 0 0 0,0 1 0 0 0,0 0 0 0 0,0 2 1 0 0,1 0-1 0 0,-1 1 0 0 0,1 1 0 0 0,-1 1 0 0 0,0 1 0 0 0,0 1 0 0 0,0 0 0 0 0,28 11 0 0 0,-10-1 61 0 0,0 2 0 0 0,-1 2 1 0 0,-1 1-1 0 0,-1 2 0 0 0,55 42 0 0 0,-67-45-190 0 0,-2 2 1 0 0,0 1-1 0 0,-1 0 1 0 0,-1 1-1 0 0,-1 1 1 0 0,-1 1-1 0 0,-1 1 0 0 0,-1 0 1 0 0,-1 1-1 0 0,-1 0 1 0 0,-2 1-1 0 0,10 33 1 0 0,-18-48-76 0 0,1 0-1 0 0,-2 1 1 0 0,0-1 0 0 0,0 1 0 0 0,-1 0 0 0 0,0 0 0 0 0,-2-1 0 0 0,1 1-1 0 0,-1 0 1 0 0,-1 0 0 0 0,0-1 0 0 0,-1 1 0 0 0,-1-1 0 0 0,0 0-1 0 0,0 0 1 0 0,-11 19 0 0 0,7-17 62 0 0,-1-1-1 0 0,0-1 0 0 0,-1 1 1 0 0,0-1-1 0 0,-1-1 0 0 0,-1 0 1 0 0,1-1-1 0 0,-2 0 1 0 0,1-1-1 0 0,-2 0 0 0 0,1-1 1 0 0,-1 0-1 0 0,-17 6 1 0 0,-8 0 111 0 0,-1-1 0 0 0,0-2 0 0 0,-1-2 0 0 0,0-1 0 0 0,0-3 0 0 0,-1-1 0 0 0,1-2 0 0 0,-1-2 0 0 0,1-2 0 0 0,-1-1 0 0 0,-58-13 1 0 0,90 14-252 0 0,1 0 1 0 0,-1-1-1 0 0,1 0 1 0 0,0 0-1 0 0,0-1 1 0 0,0 0 0 0 0,-14-10-1 0 0,22 13-30 0 0,1 1 0 0 0,-1-1-1 0 0,1 1 1 0 0,0-1 0 0 0,-1 1-1 0 0,1-1 1 0 0,0 1 0 0 0,0-1-1 0 0,-1 1 1 0 0,1-1 0 0 0,0 0-1 0 0,0 1 1 0 0,0-1 0 0 0,0 1 0 0 0,0-1-1 0 0,0 0 1 0 0,0 1 0 0 0,0-1-1 0 0,0 0 1 0 0,0 1 0 0 0,0-1-1 0 0,0 1 1 0 0,0-1 0 0 0,0 0-1 0 0,1 1 1 0 0,-1-1 0 0 0,0 1-1 0 0,0-1 1 0 0,1 1 0 0 0,-1-1 0 0 0,0 1-1 0 0,1-1 1 0 0,-1 1 0 0 0,1-1-1 0 0,0 0 1 0 0,14-16-981 0 0,-14 16 978 0 0,41-29-5037 0 0,-15 17 2156 0 0</inkml:trace>
</inkml:ink>
</file>

<file path=ppt/ink/ink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3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34 144 0 0,'-4'4'812'0'0,"-8"10"-242"0"0,0-1-1 0 0,1 1 0 0 0,0 1 1 0 0,1 0-1 0 0,1 1 1 0 0,-11 23-1 0 0,18-34-449 0 0,0 0 0 0 0,0 1 0 0 0,1-1-1 0 0,0 0 1 0 0,0 0 0 0 0,0 1 0 0 0,1-1 0 0 0,-1 0 0 0 0,1 1 0 0 0,1-1 0 0 0,1 11-1 0 0,-1-13-65 0 0,0 0 0 0 0,0 1 0 0 0,1-1-1 0 0,-1 0 1 0 0,1 0 0 0 0,0 0 0 0 0,0 0 0 0 0,0 0-1 0 0,0 0 1 0 0,1 0 0 0 0,-1-1 0 0 0,1 1 0 0 0,0-1-1 0 0,0 0 1 0 0,0 0 0 0 0,0 0 0 0 0,0 0-1 0 0,0 0 1 0 0,7 2 0 0 0,-4-2 0 0 0,1 1-1 0 0,-1-1 1 0 0,1-1 0 0 0,0 1-1 0 0,-1-1 1 0 0,1 0 0 0 0,0-1-1 0 0,0 0 1 0 0,0 0 0 0 0,0 0-1 0 0,0-1 1 0 0,-1 0 0 0 0,1 0-1 0 0,0 0 1 0 0,0-1 0 0 0,-1 0 0 0 0,1-1-1 0 0,-1 0 1 0 0,0 0 0 0 0,0 0-1 0 0,7-5 1 0 0,-8 5 11 0 0,-1-1 1 0 0,0 1-1 0 0,1-1 1 0 0,-1 0-1 0 0,-1 0 0 0 0,1 0 1 0 0,-1-1-1 0 0,1 0 1 0 0,-1 1-1 0 0,-1-1 0 0 0,1 0 1 0 0,-1 0-1 0 0,1-1 1 0 0,-2 1-1 0 0,1 0 0 0 0,0-1 1 0 0,-1 1-1 0 0,0-1 1 0 0,-1 1-1 0 0,1-1 0 0 0,-1 0 1 0 0,0 1-1 0 0,0-1 1 0 0,-1 1-1 0 0,1-1 1 0 0,-3-6-1 0 0,0 1 61 0 0,0 0 0 0 0,-1 1 0 0 0,0-1 1 0 0,0 1-1 0 0,-11-17 0 0 0,12 23-84 0 0,0-1 0 0 0,0 1 0 0 0,-1-1 0 0 0,1 1-1 0 0,-1 0 1 0 0,0 0 0 0 0,0 1 0 0 0,0-1 0 0 0,-1 1 0 0 0,1 0 0 0 0,-1 0 0 0 0,0 0 0 0 0,-7-2-1 0 0,11 4-63 0 0,0 1 0 0 0,0-1 0 0 0,-1 1 0 0 0,1 0 0 0 0,0-1 0 0 0,0 1 0 0 0,-1 0-1 0 0,1 0 1 0 0,0 0 0 0 0,0 0 0 0 0,-1 0 0 0 0,1 0 0 0 0,0 0 0 0 0,-1 0 0 0 0,1 1 0 0 0,0-1-1 0 0,0 0 1 0 0,-1 1 0 0 0,1-1 0 0 0,0 1 0 0 0,0-1 0 0 0,0 1 0 0 0,0 0 0 0 0,0 0-1 0 0,0-1 1 0 0,0 1 0 0 0,0 0 0 0 0,0 0 0 0 0,0 0 0 0 0,0 0 0 0 0,0 0 0 0 0,0 0-1 0 0,1 0 1 0 0,-1 0 0 0 0,0 0 0 0 0,0 2 0 0 0,-3 19-5994 0 0,4-9 3252 0 0</inkml:trace>
</inkml:ink>
</file>

<file path=ppt/ink/ink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4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 8 0 0,'0'0'-930'0'0,"-3"3"798"0"0,-5 5 4137 0 0,4 0-1399 0 0</inkml:trace>
</inkml:ink>
</file>

<file path=ppt/ink/ink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8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66 196 0 0,'-6'-26'6059'0'0,"6"23"-5973"0"0,1 1 0 0 0,0 0 1 0 0,0 0-1 0 0,0 0 0 0 0,0 0 1 0 0,0 0-1 0 0,0 0 1 0 0,0 0-1 0 0,1 0 0 0 0,-1 0 1 0 0,1 1-1 0 0,-1-1 1 0 0,1 1-1 0 0,0-1 0 0 0,0 1 1 0 0,-1-1-1 0 0,1 1 0 0 0,0 0 1 0 0,0 0-1 0 0,0 0 1 0 0,1 0-1 0 0,1-1 0 0 0,0 2-32 0 0,0-1 0 0 0,-1 1 0 0 0,1 0 0 0 0,0 0 0 0 0,-1 0 0 0 0,1 1 0 0 0,0-1 0 0 0,-1 1 0 0 0,1 0 1 0 0,-1 0-1 0 0,1 0 0 0 0,5 3 0 0 0,0 0-25 0 0,-1 1 1 0 0,0 0-1 0 0,0 0 1 0 0,-1 0-1 0 0,0 1 1 0 0,0 0-1 0 0,0 0 1 0 0,0 1-1 0 0,-1 0 1 0 0,9 13-1 0 0,-11-11-9 0 0,0 1-1 0 0,0 0 1 0 0,-1 0-1 0 0,-1 0 1 0 0,1 0 0 0 0,-2 0-1 0 0,1 0 1 0 0,-2 1-1 0 0,1-1 1 0 0,-1 0-1 0 0,-2 17 1 0 0,1-22 22 0 0,1 1 1 0 0,-1-1-1 0 0,1 0 1 0 0,-2 0-1 0 0,1 0 1 0 0,0 0-1 0 0,-1 0 1 0 0,0 0-1 0 0,0-1 0 0 0,0 1 1 0 0,-1 0-1 0 0,0-1 1 0 0,0 0-1 0 0,0 1 1 0 0,0-1-1 0 0,-1-1 1 0 0,1 1-1 0 0,-1 0 1 0 0,0-1-1 0 0,0 0 0 0 0,0 0 1 0 0,-1 0-1 0 0,1 0 1 0 0,-7 2-1 0 0,10-4-21 0 0,-1-1 0 0 0,1 1 1 0 0,-1 0-1 0 0,0-1 0 0 0,1 1 0 0 0,-1-1 0 0 0,0 0 0 0 0,1 0 0 0 0,-1 0 0 0 0,0 1 0 0 0,1-2 0 0 0,-1 1 0 0 0,0 0 0 0 0,1 0 0 0 0,-1 0 1 0 0,0-1-1 0 0,1 1 0 0 0,-1-1 0 0 0,0 1 0 0 0,1-1 0 0 0,-1 0 0 0 0,1 0 0 0 0,-1 1 0 0 0,1-1 0 0 0,-1 0 0 0 0,1 0 0 0 0,0-1 1 0 0,0 1-1 0 0,-1 0 0 0 0,1 0 0 0 0,0-1 0 0 0,0 1 0 0 0,0 0 0 0 0,0-1 0 0 0,0 1 0 0 0,1-1 0 0 0,-1 1 0 0 0,0-1 0 0 0,1 0 0 0 0,-1 1 1 0 0,1-1-1 0 0,0 0 0 0 0,-1 1 0 0 0,1-3 0 0 0,-1-4 10 0 0,1 1 0 0 0,0 0 0 0 0,0 0 0 0 0,0-1 0 0 0,1 1 0 0 0,0 0 0 0 0,0 0 0 0 0,5-14 0 0 0,1 7-16 0 0,0 0 0 0 0,1 1 1 0 0,0-1-1 0 0,1 2 0 0 0,0-1 1 0 0,1 1-1 0 0,1 1 0 0 0,0 0 1 0 0,0 0-1 0 0,1 1 0 0 0,21-14 1 0 0,-26 19-16 0 0,0 0 1 0 0,1 0 0 0 0,-1 1-1 0 0,1 0 1 0 0,0 1 0 0 0,1-1-1 0 0,-1 2 1 0 0,0-1 0 0 0,1 1 0 0 0,0 0-1 0 0,-1 1 1 0 0,1 0 0 0 0,0 0-1 0 0,0 1 1 0 0,0 0 0 0 0,-1 1 0 0 0,1 0-1 0 0,0 0 1 0 0,0 1 0 0 0,-1 0-1 0 0,15 6 1 0 0,-19-6-1 0 0,0 0 0 0 0,1 1 0 0 0,-1 0 0 0 0,-1 0 0 0 0,1 0 0 0 0,0 1 0 0 0,-1-1 0 0 0,1 1 0 0 0,-1 0 0 0 0,0 0 0 0 0,-1 0 0 0 0,1 0 0 0 0,-1 0 0 0 0,1 0 0 0 0,-1 1 0 0 0,0 0 0 0 0,-1-1 0 0 0,1 1 0 0 0,-1 0 0 0 0,0-1 0 0 0,0 1 0 0 0,-1 0 0 0 0,1 0 0 0 0,-1 0 0 0 0,0 0 0 0 0,-1 0 0 0 0,1 0 0 0 0,-1 0 0 0 0,0 0 0 0 0,-1 4 0 0 0,-10 19 61 0 0,11-27-27 0 0,1-1-31 0 0,0 1 0 0 0,0-1 1 0 0,0 0-1 0 0,0 0 0 0 0,-1 0 1 0 0,1 1-1 0 0,0-1 0 0 0,0 0 1 0 0,0 0-1 0 0,0 0 0 0 0,0 0 1 0 0,-1 1-1 0 0,1-1 0 0 0,0 0 1 0 0,0 0-1 0 0,0 0 0 0 0,-1 0 1 0 0,1 0-1 0 0,0 0 0 0 0,0 0 1 0 0,-1 1-1 0 0,1-1 0 0 0,0 0 1 0 0,0 0-1 0 0,0 0 0 0 0,-1 0 1 0 0,1 0-1 0 0,0 0 0 0 0,0 0 1 0 0,-1 0-1 0 0,1 0 0 0 0,0 0 1 0 0,0 0-1 0 0,-1-1 0 0 0,1 1 1 0 0,0 0-1 0 0,0 0 0 0 0,0 0 1 0 0,-1 0-1 0 0,1 0 0 0 0,0 0 1 0 0,0 0-1 0 0,0 0 0 0 0,-1-1 1 0 0,1 1-1 0 0,0 0 0 0 0,0 0 1 0 0,0 0-1 0 0,0-1 0 0 0,-1 1 1 0 0,1 0-1 0 0,-1-6-2 0 0,0 0 0 0 0,1 0-1 0 0,0 1 1 0 0,0-1 0 0 0,0 0-1 0 0,0 0 1 0 0,1 1 0 0 0,0-1 0 0 0,0 0-1 0 0,1 1 1 0 0,0-1 0 0 0,0 1-1 0 0,0 0 1 0 0,0-1 0 0 0,1 1 0 0 0,5-8-1 0 0,-2 4-5 0 0,0 0-1 0 0,1 1 0 0 0,0-1 0 0 0,0 1 1 0 0,1 1-1 0 0,0 0 0 0 0,0 0 1 0 0,14-9-1 0 0,-19 15 3 0 0,-1 0 0 0 0,1 0 1 0 0,-1 0-1 0 0,1 1 1 0 0,0-1-1 0 0,-1 1 0 0 0,1-1 1 0 0,0 1-1 0 0,-1 0 0 0 0,1 0 1 0 0,0 1-1 0 0,-1-1 0 0 0,1 0 1 0 0,0 1-1 0 0,-1-1 0 0 0,1 1 1 0 0,-1 0-1 0 0,1 0 1 0 0,-1 0-1 0 0,1 0 0 0 0,-1 1 1 0 0,1-1-1 0 0,-1 1 0 0 0,0-1 1 0 0,3 4-1 0 0,5 3-4 0 0,0 1 0 0 0,0 0 1 0 0,12 16-1 0 0,-5-4 9 0 0,1-1 0 0 0,1-1 0 0 0,38 30 0 0 0,-54-47 2 0 0,0-1 0 0 0,-1 1 0 0 0,1-1 1 0 0,0 1-1 0 0,0-1 0 0 0,0 0 0 0 0,0 0 0 0 0,0-1 0 0 0,1 1 1 0 0,-1-1-1 0 0,0 1 0 0 0,0-1 0 0 0,0 0 0 0 0,1 0 1 0 0,-1 0-1 0 0,0-1 0 0 0,0 1 0 0 0,0-1 0 0 0,0 0 1 0 0,1 0-1 0 0,-1 0 0 0 0,0 0 0 0 0,-1 0 0 0 0,1-1 0 0 0,0 1 1 0 0,0-1-1 0 0,0 0 0 0 0,-1 0 0 0 0,4-2 0 0 0,8-8 13 0 0,-1-1 0 0 0,-1 0 0 0 0,1-1-1 0 0,10-16 1 0 0,-4 6 50 0 0,-13 16-2 0 0,-2 4 6 0 0,0 0 1 0 0,0 0 0 0 0,-1 0 0 0 0,0-1 0 0 0,0 0 0 0 0,0 1 0 0 0,0-1-1 0 0,2-7 1 0 0,-4 12-66 0 0,-1 0 0 0 0,1 0-1 0 0,0 0 1 0 0,-1 0 0 0 0,1 0-1 0 0,-1 0 1 0 0,1 0 0 0 0,0 0-1 0 0,-1 0 1 0 0,1 0 0 0 0,0 1-1 0 0,-1-1 1 0 0,1 0 0 0 0,-1 0-1 0 0,1 1 1 0 0,0-1 0 0 0,-1 0-1 0 0,1 1 1 0 0,-1-1 0 0 0,1 0 0 0 0,-1 1-1 0 0,1-1 1 0 0,-1 1 0 0 0,1-1-1 0 0,-1 1 1 0 0,0-1 0 0 0,1 1-1 0 0,-1-1 1 0 0,0 1 0 0 0,1-1-1 0 0,-1 1 1 0 0,0 0 0 0 0,0-1-1 0 0,1 1 1 0 0,-1-1 0 0 0,0 1-1 0 0,0 0 1 0 0,0-1 0 0 0,0 1-1 0 0,0 0 1 0 0,0-1 0 0 0,0 1 0 0 0,0-1-1 0 0,0 1 1 0 0,0 0 0 0 0,-1 36 51 0 0,-8 46 1 0 0,0-32-7969 0 0</inkml:trace>
</inkml:ink>
</file>

<file path=ppt/ink/ink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8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72 820 0 0,'-1'-14'1072'0'0,"-3"2"796"0"0,4-6-356 0 0,0 2-307 0 0,0 5 639 0 0,7 49-6449 0 0,-7-26 2557 0 0</inkml:trace>
</inkml:ink>
</file>

<file path=ppt/ink/ink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2:59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12 0 0,'1'-3'355'0'0,"1"-1"0"0"0,-1 1 1 0 0,1-1-1 0 0,0 1 0 0 0,0-1 0 0 0,0 1 1 0 0,0 0-1 0 0,0 0 0 0 0,1 0 0 0 0,0 1 0 0 0,-1-1 1 0 0,1 0-1 0 0,0 1 0 0 0,0 0 0 0 0,0-1 1 0 0,1 1-1 0 0,-1 1 0 0 0,4-3 0 0 0,-5 4-21 0 0,-1 0-301 0 0,1 0 1 0 0,-1 0-1 0 0,0 0 0 0 0,0 0 0 0 0,0 0 0 0 0,0 0 1 0 0,1 0-1 0 0,-1 0 0 0 0,0 0 0 0 0,0 1 0 0 0,0-1 0 0 0,0 1 1 0 0,0-1-1 0 0,0 1 0 0 0,0-1 0 0 0,0 1 0 0 0,0-1 0 0 0,0 1 1 0 0,0 0-1 0 0,0 0 0 0 0,0-1 0 0 0,1 2 0 0 0,20 19 451 0 0,-14-8-385 0 0,0 0-1 0 0,-2 0 1 0 0,1 1-1 0 0,-2 0 1 0 0,1 0-1 0 0,-2 0 1 0 0,0 1-1 0 0,-1 0 1 0 0,0 0 0 0 0,-2 0-1 0 0,1 0 1 0 0,-2 0-1 0 0,0 0 1 0 0,-4 28-1 0 0,4-40-19 0 0,-1 0-1 0 0,0 0 1 0 0,0 0-1 0 0,0 0 1 0 0,-1 0-1 0 0,1-1 1 0 0,-1 1-1 0 0,0 0 1 0 0,1-1-1 0 0,-1 1 1 0 0,0-1-1 0 0,-1 1 1 0 0,1-1-1 0 0,0 0 1 0 0,-1 0-1 0 0,1 0 1 0 0,-1 0-1 0 0,1 0 1 0 0,-6 1-1 0 0,6-2 217 0 0,0-4-172 0 0,0-1-93 0 0,0 1-1 0 0,0-1 1 0 0,0 1 0 0 0,1-1 0 0 0,-1 0 0 0 0,1 0-1 0 0,0 0 1 0 0,0 1 0 0 0,1-1 0 0 0,-1 0 0 0 0,1 0-1 0 0,0 0 1 0 0,0 0 0 0 0,1-8 0 0 0,0 3-2 0 0,1 0 0 0 0,1 0 0 0 0,-1 0 0 0 0,1 0 0 0 0,1 1 0 0 0,5-11 0 0 0,3-2 5 0 0,1 1-1 0 0,1 0 1 0 0,1 1 0 0 0,23-23 0 0 0,-32 35-26 0 0,1 0-1 0 0,-1 1 1 0 0,2 0 0 0 0,-1 1-1 0 0,1 0 1 0 0,-1 0 0 0 0,1 1-1 0 0,1-1 1 0 0,-1 2 0 0 0,1-1-1 0 0,11-2 1 0 0,-16 5-7 0 0,0 1 0 0 0,0-1 0 0 0,0 1 1 0 0,1 0-1 0 0,-1 0 0 0 0,0 0 0 0 0,0 1 0 0 0,0 0 0 0 0,0 0 1 0 0,0 0-1 0 0,0 0 0 0 0,0 0 0 0 0,0 1 0 0 0,0 0 0 0 0,-1 0 0 0 0,1 0 1 0 0,-1 0-1 0 0,1 0 0 0 0,-1 1 0 0 0,0-1 0 0 0,0 1 0 0 0,0 0 1 0 0,0 0-1 0 0,0 0 0 0 0,-1 1 0 0 0,5 5 0 0 0,4 11 5 0 0,-1 0-1 0 0,0 1 1 0 0,-2 0-1 0 0,0 0 1 0 0,7 35-1 0 0,-12-43-1 0 0,2 42 37 0 0,-4-49-115 0 0,5 16-843 0 0,5-11-2569 0 0</inkml:trace>
</inkml:ink>
</file>

<file path=ppt/ink/ink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0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69 36 0 0,'2'-14'3662'0'0,"-2"12"-3443"0"0,1 0-1 0 0,-1-1 1 0 0,0 1-1 0 0,0 0 0 0 0,-1 0 1 0 0,1 0-1 0 0,0 0 0 0 0,-1-1 1 0 0,1 1-1 0 0,-1 0 1 0 0,0 0-1 0 0,1 0 0 0 0,-1 0 1 0 0,0 0-1 0 0,0 0 1 0 0,-1 1-1 0 0,1-1 0 0 0,0 0 1 0 0,-1 0-1 0 0,1 1 1 0 0,-1-1-1 0 0,1 1 0 0 0,-1-1 1 0 0,-3-1-1 0 0,2 2-77 0 0,0 0 0 0 0,0 0 1 0 0,0 1-1 0 0,0-1 0 0 0,0 1 0 0 0,-1 0 0 0 0,1 0 0 0 0,0 0 0 0 0,0 0 1 0 0,0 0-1 0 0,0 1 0 0 0,-1-1 0 0 0,1 1 0 0 0,-6 2 0 0 0,-2 1-23 0 0,0 1-1 0 0,0 0 0 0 0,1 1 1 0 0,-1 0-1 0 0,1 0 0 0 0,1 1 1 0 0,-1 0-1 0 0,-11 13 0 0 0,12-10-9 0 0,0 0 0 0 0,2 1 0 0 0,-14 22 0 0 0,19-29-80 0 0,0 0 1 0 0,0 0-1 0 0,1 0 0 0 0,-1 1 1 0 0,1-1-1 0 0,0 0 1 0 0,0 1-1 0 0,1-1 1 0 0,-1 1-1 0 0,1-1 0 0 0,0 1 1 0 0,0 0-1 0 0,0-1 1 0 0,2 7-1 0 0,-2-10-22 0 0,0-1-1 0 0,1 1 0 0 0,-1 0 1 0 0,0-1-1 0 0,1 1 0 0 0,-1-1 0 0 0,0 1 1 0 0,1 0-1 0 0,-1-1 0 0 0,1 1 1 0 0,-1-1-1 0 0,1 1 0 0 0,-1-1 1 0 0,1 1-1 0 0,-1-1 0 0 0,1 0 1 0 0,-1 1-1 0 0,1-1 0 0 0,0 0 1 0 0,-1 1-1 0 0,1-1 0 0 0,-1 0 1 0 0,1 0-1 0 0,0 0 0 0 0,-1 1 1 0 0,1-1-1 0 0,0 0 0 0 0,1 0 1 0 0,25-4 80 0 0,19-17-7 0 0,-32 11-54 0 0,-8 5-28 0 0,0 1-1 0 0,0 0 1 0 0,0 0 0 0 0,1 0 0 0 0,8-3 0 0 0,-14 7 1 0 0,0-1 1 0 0,0 1 0 0 0,0 0-1 0 0,0 0 1 0 0,0-1-1 0 0,1 1 1 0 0,-1 0 0 0 0,0 0-1 0 0,0 0 1 0 0,0 0-1 0 0,1 0 1 0 0,-1 0 0 0 0,0 1-1 0 0,0-1 1 0 0,0 0 0 0 0,0 1-1 0 0,0-1 1 0 0,0 1-1 0 0,0-1 1 0 0,0 1 0 0 0,0-1-1 0 0,0 1 1 0 0,0 0-1 0 0,0-1 1 0 0,0 1 0 0 0,0 0-1 0 0,0 0 1 0 0,0 0-1 0 0,-1 0 1 0 0,1-1 0 0 0,0 1-1 0 0,-1 0 1 0 0,1 0 0 0 0,-1 1-1 0 0,1-1 1 0 0,-1 0-1 0 0,1 0 1 0 0,-1 0 0 0 0,1 2-1 0 0,1 4-12 0 0,10 27 43 0 0,-12-33-27 0 0,1 0 1 0 0,-1 0-1 0 0,1 0 0 0 0,0 0 1 0 0,-1 0-1 0 0,1 0 1 0 0,0 0-1 0 0,0 0 0 0 0,0-1 1 0 0,0 1-1 0 0,0 0 0 0 0,0 0 1 0 0,0-1-1 0 0,0 1 0 0 0,0 0 1 0 0,0-1-1 0 0,0 1 0 0 0,0-1 1 0 0,0 0-1 0 0,0 1 0 0 0,0-1 1 0 0,1 0-1 0 0,-1 0 0 0 0,0 1 1 0 0,0-1-1 0 0,0 0 1 0 0,2-1-1 0 0,3 1-1 0 0,-1-1 1 0 0,1 0-1 0 0,-1-1 0 0 0,1 0 1 0 0,-1 0-1 0 0,0 0 0 0 0,0 0 1 0 0,0-1-1 0 0,0 1 0 0 0,0-2 1 0 0,-1 1-1 0 0,1 0 0 0 0,3-5 1 0 0,13-8-4 0 0,109-75-12 0 0,-126 89 5 0 0,4-1-2 0 0,-7 3 9 0 0,0 0 0 0 0,1 0-1 0 0,-1 0 1 0 0,1 0 0 0 0,-1 1 0 0 0,0-1-1 0 0,1 0 1 0 0,-1 0 0 0 0,0 1-1 0 0,1-1 1 0 0,-1 1 0 0 0,0 0 0 0 0,0-1-1 0 0,1 1 1 0 0,-1 0 0 0 0,0-1-1 0 0,0 1 1 0 0,0 0 0 0 0,0 0 0 0 0,0 0-1 0 0,0 0 1 0 0,0 0 0 0 0,0 0-1 0 0,0 1 1 0 0,-1-1 0 0 0,1 0 0 0 0,0 0-1 0 0,-1 0 1 0 0,1 1 0 0 0,-1-1-1 0 0,1 0 1 0 0,0 3 0 0 0,14 53 6 0 0,-12-45 9 0 0,-3-11-11 0 0,0 0 0 0 0,0 1 0 0 0,1-1 0 0 0,-1 0 1 0 0,0 0-1 0 0,1 1 0 0 0,-1-1 0 0 0,1 0 0 0 0,0 0 0 0 0,-1 0 1 0 0,1 0-1 0 0,0 0 0 0 0,-1 0 0 0 0,1 0 0 0 0,0 0 1 0 0,0 0-1 0 0,0 0 0 0 0,0 0 0 0 0,0 0 0 0 0,0 0 1 0 0,2 0-1 0 0,0-1 3 0 0,-1 0-1 0 0,1 0 1 0 0,-1-1 0 0 0,1 1 0 0 0,0-1 0 0 0,-1 0 0 0 0,0 1 0 0 0,1-1 0 0 0,-1 0 0 0 0,3-2-1 0 0,-4 2-4 0 0,59-33 8 0 0,-49 26-11 0 0,0 1 0 0 0,0 1 0 0 0,0 0 0 0 0,1 0 0 0 0,0 1 0 0 0,0 1 0 0 0,1 0 0 0 0,13-3 0 0 0,-23 6-9 0 0,-3 1 11 0 0,0 0 0 0 0,1 0 0 0 0,-1-1 0 0 0,1 1 0 0 0,-1 0 0 0 0,1 0 0 0 0,-1 0 0 0 0,1 0 0 0 0,-1 0 0 0 0,0 0 0 0 0,1 0 0 0 0,-1-1 0 0 0,1 1 0 0 0,-1 0 0 0 0,1 1 0 0 0,-1-1 0 0 0,1 0-1 0 0,-1 0 1 0 0,1 0 0 0 0,-1 0 0 0 0,1 0 0 0 0,-1 0 0 0 0,1 1 0 0 0,-1-1 0 0 0,0 0 0 0 0,1 0 0 0 0,-1 0 0 0 0,1 1 0 0 0,-1-1 0 0 0,0 0 0 0 0,1 1 0 0 0,-1-1 0 0 0,0 0 0 0 0,1 1 0 0 0,-1 0 0 0 0,18 13-8 0 0,6 32-968 0 0,-15-16-5920 0 0</inkml:trace>
</inkml:ink>
</file>

<file path=ppt/ink/ink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0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9 892 0 0,'-3'-2'255'0'0,"1"1"0"0"0,-1 0 0 0 0,1 0 0 0 0,-1 0 0 0 0,0 0 0 0 0,0 1 0 0 0,1-1 0 0 0,-1 1 0 0 0,0 0 0 0 0,0-1 0 0 0,1 1 0 0 0,-1 0 0 0 0,0 1 0 0 0,0-1 0 0 0,0 0 0 0 0,1 1 0 0 0,-1 0 0 0 0,0-1 0 0 0,0 1 0 0 0,1 0 0 0 0,-1 1 0 0 0,1-1 0 0 0,-1 0 0 0 0,1 1 0 0 0,0-1 0 0 0,-1 1 0 0 0,1 0 0 0 0,0 0 0 0 0,0 0 0 0 0,-3 3 0 0 0,3-2-152 0 0,0-1 0 0 0,-1 1 0 0 0,1 0 0 0 0,0 0 1 0 0,1 1-1 0 0,-1-1 0 0 0,0 0 0 0 0,1 1 1 0 0,0-1-1 0 0,0 1 0 0 0,0-1 0 0 0,0 1 1 0 0,0-1-1 0 0,1 1 0 0 0,0 0 0 0 0,0-1 1 0 0,0 1-1 0 0,0-1 0 0 0,0 1 0 0 0,1 0 1 0 0,-1-1-1 0 0,1 1 0 0 0,2 4 0 0 0,-2-5-54 0 0,1 1 0 0 0,0 0 1 0 0,0 0-1 0 0,0-1 0 0 0,1 1 0 0 0,-1-1 0 0 0,1 0 0 0 0,0 0 0 0 0,0 0 0 0 0,0 0 0 0 0,0 0 0 0 0,0 0 0 0 0,1-1 0 0 0,-1 0 0 0 0,1 1 0 0 0,-1-1 0 0 0,8 2 0 0 0,-5-2-14 0 0,0-1 0 0 0,0 1 0 0 0,1-1-1 0 0,-1-1 1 0 0,1 1 0 0 0,-1-1 0 0 0,0 0 0 0 0,1 0 0 0 0,-1-1-1 0 0,11-2 1 0 0,-6 0-6 0 0,-1 0-1 0 0,0 0 1 0 0,0-1-1 0 0,0 0 0 0 0,0-1 1 0 0,-1 0-1 0 0,1 0 1 0 0,-1-1-1 0 0,-1 0 1 0 0,1-1-1 0 0,-1 0 1 0 0,0 0-1 0 0,9-12 1 0 0,-16 18 0 0 0,-1 1 0 0 0,1-1 0 0 0,-1 0 0 0 0,1 1 0 0 0,-1-1 0 0 0,0 0 0 0 0,1 1 0 0 0,-1-1 0 0 0,0 0 0 0 0,1 0 0 0 0,-1 0 0 0 0,0 1 0 0 0,0-1 1 0 0,0 0-1 0 0,1 0 0 0 0,-1 0 0 0 0,0 1 0 0 0,0-1 0 0 0,0 0 0 0 0,-1 0 0 0 0,1 0 0 0 0,0 0 0 0 0,0 1 0 0 0,0-1 0 0 0,-1 0 0 0 0,1 0 1 0 0,0 0-1 0 0,-1 1 0 0 0,1-1 0 0 0,0 0 0 0 0,-1 1 0 0 0,1-1 0 0 0,-1 0 0 0 0,1 1 0 0 0,-1-1 0 0 0,0 0 0 0 0,1 1 0 0 0,-1-1 0 0 0,1 1 1 0 0,-1-1-1 0 0,0 1 0 0 0,0 0 0 0 0,-1-1 0 0 0,1 0 10 0 0,0 1-1 0 0,-1-1 1 0 0,1 1 0 0 0,0 0 0 0 0,-1 0-1 0 0,1-1 1 0 0,0 1 0 0 0,-1 0 0 0 0,1 0-1 0 0,0 0 1 0 0,-1 1 0 0 0,1-1-1 0 0,0 0 1 0 0,-1 0 0 0 0,1 1 0 0 0,0-1-1 0 0,-1 1 1 0 0,1-1 0 0 0,0 1 0 0 0,0 0-1 0 0,0-1 1 0 0,0 1 0 0 0,0 0 0 0 0,-1 0-1 0 0,1 0 1 0 0,1 0 0 0 0,-1 0 0 0 0,0 0-1 0 0,-1 1 1 0 0,0 2 8 0 0,0 0 0 0 0,0 0 0 0 0,0 1 0 0 0,0-1 0 0 0,1 0 0 0 0,0 1 0 0 0,0-1 0 0 0,0 1 0 0 0,1-1 0 0 0,-1 1 0 0 0,1 0-1 0 0,0-1 1 0 0,0 1 0 0 0,1-1 0 0 0,-1 1 0 0 0,3 6 0 0 0,13 32-2191 0 0,10-9-5511 0 0,-15-25 4068 0 0</inkml:trace>
</inkml:ink>
</file>

<file path=ppt/ink/ink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1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70 980 0 0,'0'0'16898'0'0,"3"-5"-16512"0"0,2-1-453 0 0,34-22 1048 0 0,-38 27-1775 0 0,-9-15-8391 0 0,6 13 7841 0 0,-6-7-3075 0 0</inkml:trace>
</inkml:ink>
</file>

<file path=ppt/ink/ink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1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23 168 14201 0 0,'17'-162'1115'0'0,"-26"156"-2097"0"0,-21 19-10292 0 0</inkml:trace>
</inkml:ink>
</file>

<file path=ppt/ink/ink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4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318 127 9613 0 0,'1'-14'369'0'0,"-2"0"-1"0"0,0 1 1 0 0,-1-1 0 0 0,0 0 0 0 0,-1 1 0 0 0,0 0-1 0 0,-7-17 1 0 0,9 29-17 0 0,0 12-281 0 0,-1 0 0 0 0,0 1 0 0 0,-8 19 1 0 0,4-8 13 0 0,-43 211 304 0 0,37-158-382 0 0,-4-1 0 0 0,-42 124 0 0 0,31-142-695 0 0,25-53 478 0 0,0-1-1 0 0,-1 1 1 0 0,1-1-1 0 0,-1 1 1 0 0,0-1 0 0 0,0 0-1 0 0,0 0 1 0 0,0 0-1 0 0,0 0 1 0 0,-1-1-1 0 0,-6 4 1 0 0,7-5-195 0 0,-1-1 1 0 0,1 0-1 0 0,-1 0 1 0 0,1 0-1 0 0,-1 0 1 0 0,1 0-1 0 0,-1-1 1 0 0,1 0-1 0 0,-1 1 1 0 0,1-2-1 0 0,-1 1 1 0 0,1 0-1 0 0,0 0 1 0 0,-5-3-1 0 0,-8-6-2081 0 0</inkml:trace>
</inkml:ink>
</file>

<file path=ppt/ink/ink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4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0 699 424 0 0,'15'-3'973'0'0,"173"-14"977"0"0,-26 3-1387 0 0,-45-4-166 0 0,144-40 0 0 0,-193 38-255 0 0,-1-3-1 0 0,-1-3 1 0 0,87-48-1 0 0,-138 66-82 0 0,0-1-1 0 0,-1 0 1 0 0,-1-1-1 0 0,1-1 1 0 0,-2 0-1 0 0,1-1 0 0 0,-2 0 1 0 0,1 0-1 0 0,12-20 1 0 0,-19 23 48 0 0,-1 1 1 0 0,1-1-1 0 0,-2 0 1 0 0,1 0 0 0 0,-1 0-1 0 0,-1 0 1 0 0,1 0-1 0 0,-2-1 1 0 0,1 1 0 0 0,-1-1-1 0 0,-1 1 1 0 0,0-1-1 0 0,0 0 1 0 0,-1 1 0 0 0,0-1-1 0 0,0 1 1 0 0,-6-18-1 0 0,5 18 109 0 0,-1 0 0 0 0,0 0-1 0 0,-1 0 1 0 0,0 1 0 0 0,0 0-1 0 0,-1-1 1 0 0,0 1 0 0 0,-1 1-1 0 0,0-1 1 0 0,0 1-1 0 0,0 0 1 0 0,-1 0 0 0 0,0 1-1 0 0,0 0 1 0 0,-16-10 0 0 0,22 16-191 0 0,0-1 0 0 0,0 1 0 0 0,0-1 0 0 0,0 1 0 0 0,-1 0 0 0 0,1 0 0 0 0,0 0 0 0 0,0 0 1 0 0,0 0-1 0 0,-1 0 0 0 0,1 0 0 0 0,0 0 0 0 0,0 0 0 0 0,0 1 0 0 0,0-1 0 0 0,-1 0 0 0 0,1 1 0 0 0,0-1 0 0 0,0 1 1 0 0,0-1-1 0 0,0 1 0 0 0,0-1 0 0 0,0 1 0 0 0,-1 1 0 0 0,-21 20 222 0 0,14-8-165 0 0,-1 1 0 0 0,2 0-1 0 0,0 0 1 0 0,1 1 0 0 0,1 0-1 0 0,0 0 1 0 0,1 0-1 0 0,-6 35 1 0 0,3 11 117 0 0,0 72 0 0 0,3-39-17 0 0,-15 184 244 0 0,15-232-328 0 0,5-45-83 0 0,-1 0 43 0 0,1 19 637 0 0,23-23-667 0 0,0 1 0 0 0,0 1 1 0 0,0 1-1 0 0,0 1 0 0 0,37 8 0 0 0,-42-5-26 0 0,1-2 0 0 0,0 0 0 0 0,0-1 0 0 0,0-1 0 0 0,0 0 0 0 0,0-2 0 0 0,0 0 0 0 0,0-1 0 0 0,0-1 0 0 0,20-6 0 0 0,-33 5 78 0 0,0 1-1 0 0,0-1 1 0 0,-1-1-1 0 0,1 1 1 0 0,-1-1-1 0 0,0 0 1 0 0,0 0-1 0 0,-1 0 1 0 0,0-1-1 0 0,0 1 1 0 0,0-1-1 0 0,0 0 1 0 0,-1 0-1 0 0,0-1 1 0 0,0 1-1 0 0,3-11 1 0 0,-4 11 169 0 0,-1 4-113 0 0,0-1 23 0 0,-1 3-153 0 0,0 0-1 0 0,0 0 1 0 0,0 0 0 0 0,0 0 0 0 0,0-1 0 0 0,0 1 0 0 0,0 0 0 0 0,0 0-1 0 0,0 0 1 0 0,0 0 0 0 0,0-1 0 0 0,0 1 0 0 0,0 0 0 0 0,0 0-1 0 0,0 0 1 0 0,0 0 0 0 0,0-1 0 0 0,0 1 0 0 0,0 0 0 0 0,0 0 0 0 0,1 0-1 0 0,-1 0 1 0 0,0 0 0 0 0,0-1 0 0 0,0 1 0 0 0,0 0 0 0 0,0 0-1 0 0,0 0 1 0 0,1 0 0 0 0,-1 0 0 0 0,0 0 0 0 0,0 0 0 0 0,0 0 0 0 0,0 0-1 0 0,1-1 1 0 0,-1 1 0 0 0,0 0 0 0 0,0 0 0 0 0,0 0 0 0 0,0 0 0 0 0,1 0-1 0 0,-1 0 1 0 0,0 0 0 0 0,0 0 0 0 0,0 0 0 0 0,0 0 0 0 0,1 0-1 0 0,-1 0 1 0 0,0 0 0 0 0,0 1 0 0 0,0-1 0 0 0,0 0 0 0 0,1 0 0 0 0,100 44-2239 0 0,-8-3-5603 0 0,-56-25 3867 0 0</inkml:trace>
</inkml:ink>
</file>

<file path=ppt/ink/ink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6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286 249 14729 0 0,'6'-52'-15'0'0,"-2"12"-124"0"0,1 1 0 0 0,18-68 0 0 0,-17 97-4 0 0,-2 10 57 0 0,3 22 34 0 0,-1 37 47 0 0,6 308 22 0 0,-11-317-16 0 0,-1-22 9 0 0,1 0-1 0 0,1 0 1 0 0,12 54 0 0 0,-8-67 93 0 0,-2-23 23 0 0,-1-2-164 0 0,2-4 42 0 0,-2-1 0 0 0,1 1 0 0 0,-2 0 1 0 0,0-1-1 0 0,-1 0 0 0 0,0-18 0 0 0,-1 25-3 0 0,-1 0-1 0 0,1 0 0 0 0,-1 0 0 0 0,-1 0 0 0 0,0 0 0 0 0,0 0 1 0 0,0 0-1 0 0,-1 1 0 0 0,0-1 0 0 0,-1 1 0 0 0,0 0 0 0 0,-6-9 1 0 0,6 11-3 0 0,-1 1 0 0 0,0 0 0 0 0,0 0 0 0 0,0 0 0 0 0,-1 1 1 0 0,1 0-1 0 0,-1 0 0 0 0,0 0 0 0 0,0 1 0 0 0,0 0 0 0 0,0 0 1 0 0,0 0-1 0 0,0 1 0 0 0,0 0 0 0 0,-1 0 0 0 0,1 0 0 0 0,0 1 1 0 0,-9 1-1 0 0,-6-1-13 0 0,0 2 1 0 0,0 1 0 0 0,0 1 0 0 0,-23 6 0 0 0,36-7 9 0 0,0-1 0 0 0,0 1 1 0 0,1 1-1 0 0,-1 0 0 0 0,1 0 1 0 0,-1 0-1 0 0,1 1 0 0 0,1 0 1 0 0,-1 0-1 0 0,1 1 0 0 0,0 0 0 0 0,0 0 1 0 0,0 0-1 0 0,1 1 0 0 0,0-1 1 0 0,-4 9-1 0 0,7-11 6 0 0,0 0-1 0 0,1 0 1 0 0,-1 0-1 0 0,1 0 1 0 0,0 0-1 0 0,0 0 1 0 0,0 0-1 0 0,1 1 1 0 0,0-1 0 0 0,-1 0-1 0 0,1 0 1 0 0,1 1-1 0 0,-1-1 1 0 0,1 0-1 0 0,0 0 1 0 0,0 0-1 0 0,0 1 1 0 0,0-1 0 0 0,1 0-1 0 0,-1 0 1 0 0,1-1-1 0 0,0 1 1 0 0,0 0-1 0 0,1-1 1 0 0,-1 1-1 0 0,1-1 1 0 0,0 0 0 0 0,-1 1-1 0 0,2-1 1 0 0,-1-1-1 0 0,0 1 1 0 0,7 4-1 0 0,11 7 0 0 0,1-1-1 0 0,-1-2 1 0 0,2 0-1 0 0,0-1 1 0 0,0-1-1 0 0,0-1 1 0 0,1-1-1 0 0,0-2 1 0 0,1 0-1 0 0,-1-1 1 0 0,33 0-1 0 0,9-2-25 0 0,0-4 1 0 0,-1-2-1 0 0,70-13 0 0 0,-81 7 12 0 0,-1-2 1 0 0,0-3-1 0 0,-1-2 0 0 0,-1-2 1 0 0,-1-2-1 0 0,-1-3 1 0 0,0-2-1 0 0,51-36 0 0 0,-93 58 25 0 0,-1-1 0 0 0,1 1 0 0 0,-1-1 0 0 0,1-1 0 0 0,-2 1 0 0 0,1-1 0 0 0,0 0 0 0 0,-1 0 0 0 0,0-1 0 0 0,-1 0 0 0 0,0 0 0 0 0,0 0 0 0 0,0 0 0 0 0,-1 0 0 0 0,4-12 0 0 0,-7 17-7 0 0,1 1 0 0 0,-1 0 0 0 0,0 0 0 0 0,0 0 0 0 0,0 0 0 0 0,0 0 0 0 0,-1 0 0 0 0,1 0 0 0 0,0 0 0 0 0,0 0 0 0 0,-1-1 0 0 0,1 1 0 0 0,0 0 0 0 0,-1 0 0 0 0,1 0 0 0 0,-1 0 0 0 0,0 1-1 0 0,1-1 1 0 0,-1 0 0 0 0,0 0 0 0 0,1 0 0 0 0,-1 0 0 0 0,0 1 0 0 0,0-1 0 0 0,0 0 0 0 0,0 1 0 0 0,0-1 0 0 0,0 0 0 0 0,0 1 0 0 0,0-1 0 0 0,0 1 0 0 0,0 0 0 0 0,0-1 0 0 0,0 1 0 0 0,0 0 0 0 0,0 0 0 0 0,0-1 0 0 0,0 1 0 0 0,0 0-1 0 0,0 0 1 0 0,0 0 0 0 0,-1 1 0 0 0,1-1 0 0 0,0 0 0 0 0,0 0 0 0 0,-1 1 0 0 0,-4-1-1 0 0,0 1 1 0 0,0 0-1 0 0,0 1 0 0 0,0-1 0 0 0,1 1 0 0 0,-1 0 0 0 0,-7 4 1 0 0,8-3-2 0 0,1 0 1 0 0,-1 1 0 0 0,1-1 0 0 0,-1 1 0 0 0,1 0 0 0 0,1 0 0 0 0,-1 1-1 0 0,0-1 1 0 0,1 1 0 0 0,0 0 0 0 0,0-1 0 0 0,0 2 0 0 0,1-1 0 0 0,0 0-1 0 0,0 0 1 0 0,-3 12 0 0 0,5-14-1 0 0,-1 0-1 0 0,1 0 1 0 0,0 0-1 0 0,0 1 1 0 0,0-1-1 0 0,0 0 1 0 0,1 0-1 0 0,-1 0 1 0 0,1 1-1 0 0,0-1 1 0 0,0 0-1 0 0,0 0 1 0 0,0 0-1 0 0,1 0 1 0 0,-1-1 0 0 0,1 1-1 0 0,0 0 1 0 0,-1 0-1 0 0,1-1 1 0 0,0 1-1 0 0,1-1 1 0 0,-1 0-1 0 0,0 0 1 0 0,1 0-1 0 0,-1 0 1 0 0,1 0-1 0 0,0 0 1 0 0,-1 0-1 0 0,1-1 1 0 0,0 0-1 0 0,3 2 1 0 0,2 0 0 0 0,0 0 0 0 0,1-1 1 0 0,-1 1-1 0 0,0-2 0 0 0,1 1 0 0 0,-1-1 1 0 0,1 0-1 0 0,0-1 0 0 0,-1 0 0 0 0,1-1 1 0 0,-1 1-1 0 0,1-2 0 0 0,-1 1 0 0 0,1-1 1 0 0,-1 0-1 0 0,0-1 0 0 0,0 0 0 0 0,0 0 1 0 0,0-1-1 0 0,-1 0 0 0 0,1 0 0 0 0,-1-1 1 0 0,0 0-1 0 0,0 0 0 0 0,-1-1 0 0 0,1 0 1 0 0,-1 0-1 0 0,0 0 0 0 0,-1-1 0 0 0,0 0 1 0 0,0 0-1 0 0,0 0 0 0 0,-1 0 0 0 0,0-1 1 0 0,-1 0-1 0 0,1 0 0 0 0,-1 0 0 0 0,-1 0 1 0 0,3-15-1 0 0,-7-25-59 0 0,2 46 37 0 0,3-6-34 0 0,-3 8 58 0 0,0 0 0 0 0,0 0 0 0 0,0 0 0 0 0,0 0 1 0 0,0 0-1 0 0,-1 0 0 0 0,1 0 0 0 0,0 0 0 0 0,0 0 0 0 0,0 0 1 0 0,0 0-1 0 0,0 0 0 0 0,0 0 0 0 0,0 0 0 0 0,0 0 0 0 0,0 0 1 0 0,0 0-1 0 0,0 0 0 0 0,0 0 0 0 0,0 0 0 0 0,0 0 0 0 0,0 0 1 0 0,-1 0-1 0 0,1 0 0 0 0,0-1 0 0 0,0 1 0 0 0,0 0 0 0 0,-7 9-3 0 0,0 1-1 0 0,1 0 0 0 0,0 0 1 0 0,1 0-1 0 0,0 0 1 0 0,-6 18-1 0 0,10-26 2 0 0,-1 2-1 0 0,7 15 15 0 0,-5-18-14 0 0,1 1 1 0 0,-1-1-1 0 0,1 1 0 0 0,-1-1 1 0 0,1 0-1 0 0,0 1 1 0 0,0-1-1 0 0,0 0 1 0 0,0 0-1 0 0,0 1 0 0 0,0-1 1 0 0,0 0-1 0 0,0 0 1 0 0,0 0-1 0 0,0 0 1 0 0,1 0-1 0 0,-1-1 0 0 0,0 1 1 0 0,1 0-1 0 0,-1 0 1 0 0,0-1-1 0 0,1 1 1 0 0,-1-1-1 0 0,1 1 0 0 0,2-1 1 0 0,-1 0 3 0 0,0 0 0 0 0,1 0 0 0 0,-1-1 0 0 0,1 1 0 0 0,-1-1 0 0 0,0 0 0 0 0,1 0 0 0 0,-1 0 0 0 0,0 0 0 0 0,0-1 1 0 0,3-1-1 0 0,7-5 13 0 0,-1-1 1 0 0,0 1-1 0 0,0-2 1 0 0,11-11-1 0 0,-9 6-34 0 0,-13 13 12 0 0,0 1 0 0 0,-1 0 0 0 0,1 0-1 0 0,0-1 1 0 0,1 1 0 0 0,-1 0 0 0 0,0 0 0 0 0,0 0-1 0 0,0 0 1 0 0,1 0 0 0 0,-1 1 0 0 0,0-1-1 0 0,1 0 1 0 0,-1 1 0 0 0,1-1 0 0 0,-1 0-1 0 0,0 1 1 0 0,4-1 0 0 0,-4 1 1 0 0,0 1 0 0 0,0-1-1 0 0,0 1 1 0 0,1 0 0 0 0,-1-1 0 0 0,0 1 0 0 0,0 0 0 0 0,0-1-1 0 0,0 1 1 0 0,-1 0 0 0 0,1 0 0 0 0,0 0 0 0 0,0 0-1 0 0,0 0 1 0 0,-1 0 0 0 0,1 0 0 0 0,0 0 0 0 0,-1 0 0 0 0,1 0-1 0 0,-1 1 1 0 0,1-1 0 0 0,-1 0 0 0 0,0 0 0 0 0,0 0-1 0 0,1 1 1 0 0,-1 0 0 0 0,6 39-27 0 0,-5-35 26 0 0,2 50 7 0 0,-2 1-1 0 0,-2 0 0 0 0,-3 0 0 0 0,-3-1 0 0 0,-2 0 1 0 0,-2 0-1 0 0,-3-1 0 0 0,-2 0 0 0 0,-3-2 0 0 0,-27 57 1 0 0,38-94-1 0 0,0-1 1 0 0,-1 1-1 0 0,-1-1 0 0 0,0-1 1 0 0,-22 23-1 0 0,26-31 34 0 0,1 0-1 0 0,-1-1 1 0 0,-1 0-1 0 0,1 0 0 0 0,-1 0 1 0 0,1-1-1 0 0,-1 0 0 0 0,-1 0 1 0 0,1-1-1 0 0,0 0 1 0 0,-1 0-1 0 0,0-1 0 0 0,1 0 1 0 0,-1 0-1 0 0,-9 0 0 0 0,12-2-8 0 0,1 0 0 0 0,-1-1 0 0 0,0 1 0 0 0,1-1 0 0 0,-1 0-1 0 0,1 0 1 0 0,-1 0 0 0 0,1-1 0 0 0,-1 0 0 0 0,1 0 0 0 0,0 0-1 0 0,0 0 1 0 0,0 0 0 0 0,0-1 0 0 0,0 0 0 0 0,1 0 0 0 0,-1 0-1 0 0,1 0 1 0 0,0-1 0 0 0,-1 1 0 0 0,2-1 0 0 0,-1 0 0 0 0,0 0-1 0 0,1 0 1 0 0,0 0 0 0 0,0 0 0 0 0,0 0 0 0 0,0-1 0 0 0,1 1-1 0 0,-2-9 1 0 0,-1 1-9 0 0,2-1 0 0 0,0 1 0 0 0,0-1 0 0 0,2 0 0 0 0,-1 1 0 0 0,1-1 0 0 0,1 0 0 0 0,1 1 0 0 0,-1-1 0 0 0,6-17 0 0 0,2 6-178 0 0,1-1 0 0 0,1 2-1 0 0,1 0 1 0 0,1 0 0 0 0,1 1-1 0 0,34-40 1 0 0,-23 33-1201 0 0,33-29 1 0 0,33-14-5159 0 0,-56 49 3201 0 0</inkml:trace>
</inkml:ink>
</file>

<file path=ppt/ink/ink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1 656 0 0,'2'0'217'0'0,"1"0"0"0"0,0 0 0 0 0,0 0 0 0 0,0 0 0 0 0,0 0 0 0 0,0 1 0 0 0,0 0 0 0 0,0-1 1 0 0,-1 1-1 0 0,1 0 0 0 0,0 0 0 0 0,0 1 0 0 0,-1-1 0 0 0,1 0 0 0 0,-1 1 0 0 0,1 0 0 0 0,-1 0 0 0 0,4 3 0 0 0,44 39 1338 0 0,-26-22 231 0 0,48 36 0 0 0,-71-57-1349 0 0,1-1-343 0 0,-1-1 1 0 0,0 1-1 0 0,0 0 0 0 0,0 0 0 0 0,1-1 1 0 0,-1 1-1 0 0,0-1 0 0 0,0 1 0 0 0,0-1 0 0 0,0 1 1 0 0,0-1-1 0 0,0 0 0 0 0,0 1 0 0 0,0-1 0 0 0,0 0 1 0 0,0 0-1 0 0,0 0 0 0 0,0 0 0 0 0,-1 0 1 0 0,1 0-1 0 0,0-1 0 0 0,16-31 564 0 0,-4 4-2801 0 0,6 8-3848 0 0</inkml:trace>
</inkml:ink>
</file>

<file path=ppt/ink/ink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06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0 164 328 0 0,'19'-3'2546'0'0,"-6"-2"-2029"0"0,0-2 1 0 0,0 1-1 0 0,0-2 1 0 0,-1 0-1 0 0,0 0 1 0 0,-1-1-1 0 0,1 0 1 0 0,-2-1-1 0 0,0-1 1 0 0,0 0-1 0 0,14-20 0 0 0,-23 30-452 0 0,0 0 0 0 0,-1 0 0 0 0,1-1 0 0 0,-1 1 0 0 0,1 0 0 0 0,-1 0 0 0 0,1 0 0 0 0,-1 0 0 0 0,0-1 0 0 0,0 1 0 0 0,0 0 0 0 0,0 0-1 0 0,0-1 1 0 0,0 1 0 0 0,0 0 0 0 0,0 0 0 0 0,0-1 0 0 0,0 1 0 0 0,-1 0 0 0 0,1 0 0 0 0,0 0 0 0 0,-1 0 0 0 0,1-1 0 0 0,-1 1-1 0 0,0 0 1 0 0,1 0 0 0 0,-1 0 0 0 0,0 0 0 0 0,-1-1 0 0 0,0 0 93 0 0,-20 11 98 0 0,19-8-233 0 0,1 1 1 0 0,-1 0-1 0 0,0 0 0 0 0,0 0 1 0 0,1 1-1 0 0,0-1 1 0 0,-1 1-1 0 0,1-1 0 0 0,0 1 1 0 0,0 0-1 0 0,0 0 0 0 0,0 0 1 0 0,1 0-1 0 0,-1 0 0 0 0,1 0 1 0 0,0 0-1 0 0,0 0 1 0 0,0 1-1 0 0,0-1 0 0 0,1 0 1 0 0,-1 1-1 0 0,1-1 0 0 0,0 0 1 0 0,0 1-1 0 0,0-1 0 0 0,0 1 1 0 0,2 4-1 0 0,-1-3-5 0 0,0 0 1 0 0,0 0-1 0 0,0 0 1 0 0,1 0-1 0 0,0 0 0 0 0,0 0 1 0 0,0 0-1 0 0,1-1 1 0 0,-1 1-1 0 0,1-1 0 0 0,0 1 1 0 0,1-1-1 0 0,-1 0 1 0 0,1-1-1 0 0,-1 1 0 0 0,9 5 1 0 0,-3-4-7 0 0,0-1 0 0 0,1 0 0 0 0,0-1-1 0 0,0 0 1 0 0,0 0 0 0 0,0-1 0 0 0,0-1 0 0 0,0 0 0 0 0,0 0 0 0 0,0-1 0 0 0,1 0 0 0 0,-1 0 0 0 0,0-1 0 0 0,0-1 0 0 0,0 0 0 0 0,0 0-1 0 0,0-1 1 0 0,0 0 0 0 0,0-1 0 0 0,-1 0 0 0 0,0-1 0 0 0,0 1 0 0 0,0-2 0 0 0,14-10 0 0 0,-22 15 55 0 0,0-1 1 0 0,0 1 0 0 0,0 0-1 0 0,0 0 1 0 0,0 0 0 0 0,1 0-1 0 0,-1 0 1 0 0,0 1-1 0 0,1-1 1 0 0,-1 0 0 0 0,0 1-1 0 0,1-1 1 0 0,-1 0 0 0 0,1 1-1 0 0,-1 0 1 0 0,0-1-1 0 0,1 1 1 0 0,-1 0 0 0 0,1 0-1 0 0,-1 0 1 0 0,1 0 0 0 0,0 0-1 0 0,-1 0 1 0 0,1 0-1 0 0,-1 0 1 0 0,2 1 0 0 0,-1 1-17 0 0,-1 0 1 0 0,0 1 0 0 0,1-1 0 0 0,-1 0-1 0 0,0 0 1 0 0,-1 1 0 0 0,1-1 0 0 0,0 1-1 0 0,-1-1 1 0 0,1 0 0 0 0,-1 1 0 0 0,0 3-1 0 0,10 33-638 0 0,5-4-2196 0 0,-1-12-2581 0 0,1-7 1722 0 0</inkml:trace>
</inkml:ink>
</file>

<file path=ppt/ink/ink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1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1022 408 0 0,'-63'16'2095'0'0,"-70"14"3989"0"0,133-30-6035 0 0,0 0 0 0 0,0 0 1 0 0,-1 0-1 0 0,1 0 0 0 0,0 0 0 0 0,0 0 0 0 0,0 0 1 0 0,-1 0-1 0 0,1 0 0 0 0,0 0 0 0 0,0 0 1 0 0,0 0-1 0 0,0 0 0 0 0,-1 0 0 0 0,1 0 1 0 0,0 0-1 0 0,0 0 0 0 0,0 0 0 0 0,0 0 1 0 0,-1 0-1 0 0,1 0 0 0 0,0 0 0 0 0,0 0 1 0 0,0-1-1 0 0,0 1 0 0 0,-1 0 0 0 0,1 0 1 0 0,0 0-1 0 0,0 0 0 0 0,0 0 0 0 0,0 0 1 0 0,0-1-1 0 0,0 1 0 0 0,0 0 0 0 0,-1 0 1 0 0,1 0-1 0 0,0 0 0 0 0,0-1 0 0 0,0 1 1 0 0,0 0-1 0 0,0 0 0 0 0,0 0 0 0 0,0-1 1 0 0,0 1-1 0 0,0 0 0 0 0,0 0 0 0 0,0 0 0 0 0,0 0 1 0 0,0-1-1 0 0,0 1 0 0 0,0 0 0 0 0,0 0 1 0 0,0 0-1 0 0,0 0 0 0 0,1-1 0 0 0,-1 1 1 0 0,0 0-1 0 0,0 0 0 0 0,0 0 0 0 0,0 0 1 0 0,0-1-1 0 0,0 1 0 0 0,14-19 570 0 0,31-24-532 0 0,208-126 788 0 0,38-27-340 0 0,199-223 42 0 0,-280 239-308 0 0,-170 147-210 0 0,-39 32-80 0 0,1 2 22 0 0,-1 0 0 0 0,0 1 0 0 0,0-1 0 0 0,1 1 0 0 0,-1-1-1 0 0,0 1 1 0 0,0-1 0 0 0,-1 1 0 0 0,1-1 0 0 0,0 1 0 0 0,0 0 0 0 0,-1 0-1 0 0,1-1 1 0 0,-1 1 0 0 0,1 0 0 0 0,-1 0 0 0 0,0 0 0 0 0,0-1 0 0 0,0 1-1 0 0,0 0 1 0 0,0 0 0 0 0,0 0 0 0 0,-1-1 0 0 0,0 4 0 0 0,-10 48 38 0 0,10-47-38 0 0,-16 72-7 0 0,4 1 1 0 0,4 0 0 0 0,0 92-1 0 0,2-39 0 0 0,7-119 7 0 0,-4 41 5 0 0,6 107 1 0 0,-2-157 1 0 0,5 20-1261 0 0,7-38-1473 0 0,4-8 1129 0 0,-4 7-1875 0 0,2-2 267 0 0</inkml:trace>
</inkml:ink>
</file>

<file path=ppt/ink/ink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1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137 117 324 0 0,'2'-17'730'0'0,"0"3"854"0"0,0-1-1 0 0,-1 0 1 0 0,0 0-1 0 0,-3-25 2975 0 0,3 47-4223 0 0,0 43 134 0 0,-3 0 0 0 0,-1-1 0 0 0,-11 58 0 0 0,2-22-189 0 0,6-32-101 0 0,-2-1 0 0 0,-29 97 0 0 0,32-136-546 0 0,0 0 0 0 0,0-1 0 0 0,-10 16-1 0 0,13-24-527 0 0,-1-1 0 0 0,1 0-1 0 0,-1 1 1 0 0,0-1-1 0 0,0 0 1 0 0,0 0-1 0 0,-1-1 1 0 0,-6 5-1 0 0</inkml:trace>
</inkml:ink>
</file>

<file path=ppt/ink/ink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2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70 148 0 0,'12'-8'526'0'0,"1"1"-1"0"0,-1 0 1 0 0,1 0 0 0 0,0 2-1 0 0,1 0 1 0 0,0 0 0 0 0,15-3-1 0 0,-1 2 169 0 0,0 2 0 0 0,45-3 0 0 0,-61 7-536 0 0,0 0-1 0 0,-1 1 1 0 0,1 1 0 0 0,0 0-1 0 0,0 0 1 0 0,-1 1-1 0 0,1 1 1 0 0,-1 0-1 0 0,0 0 1 0 0,0 1 0 0 0,-1 0-1 0 0,1 1 1 0 0,-1 1-1 0 0,0-1 1 0 0,-1 1-1 0 0,1 1 1 0 0,12 14 0 0 0,-18-18-85 0 0,-1 0 0 0 0,0-1 0 0 0,0 2 1 0 0,0-1-1 0 0,-1 0 0 0 0,0 0 1 0 0,0 1-1 0 0,0-1 0 0 0,0 1 1 0 0,0 0-1 0 0,-1-1 0 0 0,0 1 0 0 0,0 0 1 0 0,0 0-1 0 0,-1 0 0 0 0,0 5 1 0 0,0-8-2 0 0,-6 15-5 0 0</inkml:trace>
</inkml:ink>
</file>

<file path=ppt/ink/ink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2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46 732 0 0,'16'-44'6126'0'0,"-15"43"-4894"0"0,3 3-1185 0 0,19 20-638 0 0,-13 3-3337 0 0,-7-12 1894 0 0</inkml:trace>
</inkml:ink>
</file>

<file path=ppt/ink/ink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4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2 474 436 0 0,'1'-1'158'0'0,"0"0"-1"0"0,0 0 1 0 0,0-1 0 0 0,0 1-1 0 0,0 0 1 0 0,1 0 0 0 0,-1 1-1 0 0,0-1 1 0 0,1 0 0 0 0,-1 0-1 0 0,0 1 1 0 0,1-1-1 0 0,-1 0 1 0 0,1 1 0 0 0,-1 0-1 0 0,1-1 1 0 0,-1 1 0 0 0,1 0-1 0 0,0 0 1 0 0,-1 0 0 0 0,1 0-1 0 0,-1 0 1 0 0,4 0 0 0 0,-4 1-88 0 0,0 0 0 0 0,0 0 0 0 0,0 0 0 0 0,0 0 0 0 0,0 1 0 0 0,0-1 0 0 0,0 0 1 0 0,0 0-1 0 0,0 1 0 0 0,-1-1 0 0 0,1 0 0 0 0,-1 1 0 0 0,1-1 0 0 0,-1 1 0 0 0,1-1 1 0 0,-1 0-1 0 0,0 1 0 0 0,1-1 0 0 0,-1 4 0 0 0,0 3 30 0 0,0 0-1 0 0,0 1 1 0 0,0-1 0 0 0,-1 0 0 0 0,-1 0-1 0 0,1 1 1 0 0,-1-1 0 0 0,-4 9-1 0 0,5-14-33 0 0,-1 2 82 0 0,0-1 0 0 0,0 1 0 0 0,0-1 1 0 0,-1 1-1 0 0,1-1 0 0 0,-1 0 0 0 0,0 0 1 0 0,-1 0-1 0 0,1 0 0 0 0,-5 4 0 0 0,6-7 905 0 0,1-19-720 0 0,1 16-318 0 0,-1 1 1 0 0,1-1-1 0 0,0 1 1 0 0,0-1-1 0 0,0 1 0 0 0,0 0 1 0 0,0-1-1 0 0,0 1 1 0 0,1-1-1 0 0,-1 1 1 0 0,0-1-1 0 0,1 1 1 0 0,-1-1-1 0 0,1 1 1 0 0,0-2-1 0 0,7-11 40 0 0,1 0-1 0 0,0 1 0 0 0,0 0 1 0 0,2 1-1 0 0,-1 0 0 0 0,13-11 1 0 0,-17 18-33 0 0,0-1 1 0 0,0 2-1 0 0,0-1 1 0 0,1 1-1 0 0,-1-1 1 0 0,1 2-1 0 0,0-1 1 0 0,0 1-1 0 0,0 0 1 0 0,0 1-1 0 0,1-1 1 0 0,-1 1-1 0 0,1 1 1 0 0,9-1-1 0 0,-15 2-21 0 0,1 0-1 0 0,0 1 0 0 0,-1-1 0 0 0,1 1 0 0 0,0 0 1 0 0,-1-1-1 0 0,1 1 0 0 0,-1 0 0 0 0,0 1 0 0 0,1-1 1 0 0,-1 0-1 0 0,0 1 0 0 0,1 0 0 0 0,-1-1 0 0 0,0 1 1 0 0,0 0-1 0 0,2 2 0 0 0,27 42 7 0 0,-18-25-4 0 0,-11-20 2 0 0,0 1 0 0 0,0 0 0 0 0,0-1 0 0 0,0 0 0 0 0,0 1 0 0 0,0-1 1 0 0,0 0-1 0 0,0 0 0 0 0,1 0 0 0 0,-1-1 0 0 0,0 1 0 0 0,1 0 0 0 0,-1-1 0 0 0,0 0 0 0 0,1 1 0 0 0,-1-1 0 0 0,1 0 0 0 0,-1 0 0 0 0,0 0 0 0 0,1-1 0 0 0,4 0 0 0 0,2 0 8 0 0,0-1 1 0 0,0 0-1 0 0,0-1 0 0 0,15-7 1 0 0,55-24-7 0 0,-77 34-10 0 0,0-1-1 0 0,0 1 1 0 0,0-1 0 0 0,1 1 0 0 0,-1 0-1 0 0,0 0 1 0 0,0 0 0 0 0,0 0 0 0 0,0 0-1 0 0,0 0 1 0 0,0 0 0 0 0,0 1-1 0 0,0-1 1 0 0,0 1 0 0 0,0 0 0 0 0,0-1-1 0 0,0 1 1 0 0,0 0 0 0 0,0 0 0 0 0,-1 0-1 0 0,1 1 1 0 0,0-1 0 0 0,-1 0-1 0 0,1 1 1 0 0,-1-1 0 0 0,1 1 0 0 0,-1-1-1 0 0,0 1 1 0 0,1-1 0 0 0,-1 1 0 0 0,0 0-1 0 0,1 3 1 0 0,1-3 9 0 0,-1 1 0 0 0,1-1 0 0 0,0-1 0 0 0,0 1 0 0 0,0 0 0 0 0,0-1 0 0 0,0 1 0 0 0,0-1 0 0 0,0 0 0 0 0,0 0 0 0 0,0 0 0 0 0,1-1-1 0 0,-1 1 1 0 0,0-1 0 0 0,1 1 0 0 0,3-1 0 0 0,-5 0 8 0 0,1-1 0 0 0,8-1 58 0 0,-1-1 0 0 0,1-1 0 0 0,-1 0 0 0 0,0 0 0 0 0,0-1 0 0 0,-1 0 0 0 0,15-10 0 0 0,-23 14 25 0 0,1 0 63 0 0,-1 1 1 0 0,1-1-1 0 0,-1 0 0 0 0,0 0 0 0 0,0 0 1 0 0,0 0-1 0 0,0 0 0 0 0,0 0 1 0 0,0-1-1 0 0,0 1 0 0 0,0 0 1 0 0,0 0-1 0 0,0-1 0 0 0,0 1 0 0 0,-1 0 1 0 0,2-3-1 0 0,-15-4-121 0 0,10 6 103 0 0,-3-21 941 0 0,6 28-956 0 0,4 61-89 0 0,-3-60-30 0 0,0 1 1 0 0,0 0-1 0 0,1 0 0 0 0,-1-1 1 0 0,2 1-1 0 0,-1-1 0 0 0,1 0 0 0 0,0 0 1 0 0,0 0-1 0 0,4 6 0 0 0,-5-10-2 0 0,0-1 0 0 0,-1 0 0 0 0,1 0-1 0 0,0 1 1 0 0,-1-1 0 0 0,1 0 0 0 0,0-1 0 0 0,0 1 0 0 0,0 0-1 0 0,0 0 1 0 0,0-1 0 0 0,0 1 0 0 0,0-1 0 0 0,0 0 0 0 0,0 1 0 0 0,1-1-1 0 0,-1 0 1 0 0,0 0 0 0 0,0-1 0 0 0,0 1 0 0 0,0 0 0 0 0,0-1-1 0 0,0 1 1 0 0,0-1 0 0 0,0 0 0 0 0,0 1 0 0 0,0-1 0 0 0,0 0-1 0 0,0 0 1 0 0,-1 0 0 0 0,4-2 0 0 0,4-3 8 0 0,0 0 1 0 0,-1-1-1 0 0,0 0 0 0 0,0 0 1 0 0,0 0-1 0 0,6-10 0 0 0,-12 15-6 0 0,0-2-7 0 0,0 1 0 0 0,1 0 1 0 0,-1 0-1 0 0,1 0 0 0 0,-1 0 1 0 0,1 0-1 0 0,0 0 0 0 0,0 0 0 0 0,0 1 1 0 0,1 0-1 0 0,-1 0 0 0 0,0-1 1 0 0,1 2-1 0 0,-1-1 0 0 0,1 0 1 0 0,0 1-1 0 0,0 0 0 0 0,4-1 0 0 0,0 0-3 0 0,0-1 0 0 0,0 1 0 0 0,0-1 0 0 0,13-8 0 0 0,-11 4 3 0 0,0 1 1 0 0,-1-2-1 0 0,0 1 0 0 0,-1-1 1 0 0,1-1-1 0 0,-2 1 1 0 0,1-1-1 0 0,-1-1 0 0 0,-1 1 1 0 0,1-1-1 0 0,-2 0 0 0 0,1-1 1 0 0,-1 0-1 0 0,-1 1 1 0 0,0-1-1 0 0,-1-1 0 0 0,3-14 1 0 0,1-10-9 0 0,-2 0 0 0 0,-2 0 0 0 0,-1-1 0 0 0,-5-61 0 0 0,-1 73-82 0 0,-1 19 33 0 0,4 8 52 0 0,-1-1 1 0 0,1 1-1 0 0,0 0 1 0 0,0 0-1 0 0,0-1 1 0 0,0 1-1 0 0,0 0 1 0 0,0 0-1 0 0,0 0 0 0 0,1 0 1 0 0,-1 4-1 0 0,-5 13-1 0 0,2 1-1 0 0,-3 28 0 0 0,7-8 19 0 0,2-1-1 0 0,8 52 0 0 0,-9-81-7 0 0,1 0-1 0 0,0 0 0 0 0,1-1 1 0 0,0 1-1 0 0,1-1 0 0 0,0 1 1 0 0,0-1-1 0 0,1 0 0 0 0,1-1 1 0 0,-1 1-1 0 0,1-1 0 0 0,0 0 0 0 0,1 0 1 0 0,13 11-1 0 0,-15-16 6 0 0,1 0-1 0 0,0 0 1 0 0,0 0 0 0 0,0-1-1 0 0,0 0 1 0 0,0 0 0 0 0,0-1-1 0 0,1 1 1 0 0,-1-1 0 0 0,1-1-1 0 0,-1 1 1 0 0,1-1 0 0 0,-1 0-1 0 0,1-1 1 0 0,-1 0 0 0 0,0 0-1 0 0,12-3 1 0 0,-8 2-4 0 0,0-1 0 0 0,-1 0 0 0 0,0-1 1 0 0,0 0-1 0 0,0 0 0 0 0,0-1 0 0 0,0 0 0 0 0,-1-1 1 0 0,0 0-1 0 0,0 0 0 0 0,7-8 0 0 0,-14 13 45 0 0,5 0-93 0 0,-6 0 38 0 0,1 1 1 0 0,-1 0-1 0 0,1 0 0 0 0,-1 0 0 0 0,1 0 0 0 0,-1 0 1 0 0,1 0-1 0 0,-1 0 0 0 0,1 0 0 0 0,-1 0 1 0 0,1 0-1 0 0,-1 0 0 0 0,1 0 0 0 0,-1 0 0 0 0,1 0 1 0 0,-1 0-1 0 0,0 0 0 0 0,1 0 0 0 0,-1 1 0 0 0,1-1 1 0 0,-1 0-1 0 0,1 0 0 0 0,-1 1 0 0 0,0-1 0 0 0,1 0 1 0 0,-1 1-1 0 0,1-1 0 0 0,-1 0 0 0 0,0 1 0 0 0,1-1 1 0 0,-1 0-1 0 0,0 1 0 0 0,0-1 0 0 0,1 1 1 0 0,-1-1-1 0 0,0 1 0 0 0,0-1 0 0 0,0 0 0 0 0,0 1 1 0 0,1-1-1 0 0,-1 1 0 0 0,0-1 0 0 0,0 1 0 0 0,0-1 1 0 0,0 2-1 0 0,3 8 3 0 0,0 1 0 0 0,1 0 0 0 0,0-1 0 0 0,0 0 0 0 0,1 0 1 0 0,1-1-1 0 0,0 1 0 0 0,0-1 0 0 0,11 11 0 0 0,-16-19 6 0 0,0 0 1 0 0,0 0-1 0 0,0 0 0 0 0,1-1 0 0 0,-1 1 1 0 0,0-1-1 0 0,1 1 0 0 0,-1-1 1 0 0,1 1-1 0 0,-1-1 0 0 0,0 0 0 0 0,1 0 1 0 0,-1 1-1 0 0,1-1 0 0 0,-1 0 0 0 0,1 0 1 0 0,-1-1-1 0 0,0 1 0 0 0,1 0 0 0 0,-1 0 1 0 0,1-1-1 0 0,1 0 0 0 0,34-12 10 0 0,-30 9-31 0 0,9-2 24 0 0,-9 2-18 0 0,0 1 0 0 0,0 0 0 0 0,0 1-1 0 0,1 0 1 0 0,-1 0 0 0 0,15-2 0 0 0,-17 4 5 0 0,-1 0 1 0 0,1 0-1 0 0,-1 1 1 0 0,1-1-1 0 0,-1 1 1 0 0,1 0-1 0 0,-1 1 1 0 0,1-1-1 0 0,-1 1 1 0 0,0-1-1 0 0,0 1 1 0 0,0 1-1 0 0,0-1 1 0 0,0 0 0 0 0,0 1-1 0 0,0 0 1 0 0,-1 0-1 0 0,1 0 1 0 0,-1 0-1 0 0,0 1 1 0 0,5 6-1 0 0,-7-9 8 0 0,-1-1-32 0 0,0 0 0 0 0,1 0 0 0 0,-1 1 0 0 0,0-1-1 0 0,0 0 1 0 0,1 0 0 0 0,-1 0 0 0 0,0 1 0 0 0,1-1-1 0 0,-1 0 1 0 0,0 0 0 0 0,0 0 0 0 0,1 1 0 0 0,-1-1-1 0 0,0 0 1 0 0,0 1 0 0 0,0-1 0 0 0,1 0-1 0 0,-1 1 1 0 0,0-1 0 0 0,0 0 0 0 0,0 1 0 0 0,0-1-1 0 0,0 0 1 0 0,0 1 0 0 0,0-1 0 0 0,0 0 0 0 0,0 1-1 0 0,0-1 1 0 0,0 0 0 0 0,0 1 0 0 0,0-1-1 0 0,0 0 1 0 0,0 1 0 0 0,0-1 0 0 0,0 0 0 0 0,0 1-1 0 0,0-1 1 0 0,0 0 0 0 0,-1 1 0 0 0,1-1 0 0 0,0 0-1 0 0,0 1 1 0 0,0-1 0 0 0,-1 0 0 0 0,1 1 0 0 0,0-1-1 0 0,-1 0 1 0 0,-6 15-4746 0 0</inkml:trace>
</inkml:ink>
</file>

<file path=ppt/ink/ink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25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32 648 0 0,'15'-7'1008'0'0,"-9"1"732"0"0,6-1-260 0 0,-7 3 209 0 0,3-3-865 0 0</inkml:trace>
</inkml:ink>
</file>

<file path=ppt/ink/ink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2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135 285 220 0 0,'0'0'1536'0'0,"33"-11"8605"0"0,-21 6-10632 0 0,50-31 1226 0 0,-50 30-664 0 0,-1 0 0 0 0,1-1 0 0 0,-1 0 0 0 0,0-1 0 0 0,-1 0 0 0 0,12-12 0 0 0,-21 20-70 0 0,4-6 26 0 0,1 1-1 0 0,-1-1 1 0 0,0 0 0 0 0,0-1-1 0 0,0 1 1 0 0,-1-1-1 0 0,0 0 1 0 0,0 0 0 0 0,-1 0-1 0 0,0 0 1 0 0,0-1 0 0 0,2-10-1 0 0,-5 16-15 0 0,1-1 0 0 0,0 1-1 0 0,-1-1 1 0 0,0 1 0 0 0,0-1 0 0 0,0 1 0 0 0,0-1-1 0 0,0 1 1 0 0,0-1 0 0 0,0 1 0 0 0,-1-1-1 0 0,1 1 1 0 0,-1-1 0 0 0,0 1 0 0 0,0-1-1 0 0,0 1 1 0 0,0 0 0 0 0,0 0 0 0 0,0-1 0 0 0,-1 1-1 0 0,1 0 1 0 0,-3-2 0 0 0,1 2-3 0 0,0 0 0 0 0,1 0 0 0 0,-1 0 0 0 0,0 1 0 0 0,-1 0 0 0 0,1-1 0 0 0,0 1 0 0 0,0 0 0 0 0,0 1 0 0 0,-1-1 0 0 0,1 0 0 0 0,0 1 0 0 0,-1 0 1 0 0,-5 0-1 0 0,-4 1 3 0 0,0 0 0 0 0,0 1 1 0 0,0 1-1 0 0,0 0 1 0 0,0 1-1 0 0,1 0 1 0 0,-22 10-1 0 0,15-3-9 0 0,1 0 0 0 0,0 1 0 0 0,0 1 0 0 0,1 0 0 0 0,1 2 0 0 0,-27 28 0 0 0,38-37-2 0 0,0 0 0 0 0,0 0 0 0 0,1 1 0 0 0,-1 0 1 0 0,1 0-1 0 0,1 0 0 0 0,0 0 0 0 0,0 0 0 0 0,0 1 1 0 0,0-1-1 0 0,1 1 0 0 0,1 0 0 0 0,-1-1 0 0 0,1 1 0 0 0,1 0 1 0 0,0 0-1 0 0,0 0 0 0 0,0 0 0 0 0,1 0 0 0 0,0 0 0 0 0,4 14 1 0 0,-2-14 2 0 0,1-1 1 0 0,0 1 0 0 0,0-1 0 0 0,1 1 0 0 0,0-1 0 0 0,0 0 0 0 0,1-1 0 0 0,0 1 0 0 0,0-1 0 0 0,1-1-1 0 0,-1 1 1 0 0,1-1 0 0 0,1 0 0 0 0,-1 0 0 0 0,1-1 0 0 0,-1 0 0 0 0,14 4 0 0 0,6 2 6 0 0,0-1 1 0 0,0-2 0 0 0,0 0 0 0 0,31 2 0 0 0,-14-5 7 0 0,1-2 1 0 0,0-2 0 0 0,0-2-1 0 0,0-2 1 0 0,-1-2 0 0 0,0-1-1 0 0,0-3 1 0 0,-1-1 0 0 0,0-3-1 0 0,-1-1 1 0 0,0-2 0 0 0,76-44-1 0 0,-108 55-16 0 0,-1 0 0 0 0,0 0 0 0 0,0-1 0 0 0,-1 0 0 0 0,1 0 0 0 0,-2-1 0 0 0,1 0-1 0 0,-1 0 1 0 0,0-1 0 0 0,-1 0 0 0 0,0 0 0 0 0,0-1 0 0 0,-1 0 0 0 0,-1 0 0 0 0,1 0 0 0 0,-2 0-1 0 0,1-1 1 0 0,1-10 0 0 0,-4 18-1 0 0,0 0 0 0 0,-1 0 0 0 0,0 0-1 0 0,1 0 1 0 0,-1 0 0 0 0,-1 0 0 0 0,1 0 0 0 0,0 0-1 0 0,-1 0 1 0 0,1 0 0 0 0,-1 0 0 0 0,0 0-1 0 0,0 0 1 0 0,0 0 0 0 0,-2-4 0 0 0,2 6-2 0 0,0-1 1 0 0,-1 1 0 0 0,1-1-1 0 0,0 1 1 0 0,0 0-1 0 0,-1 0 1 0 0,1 0 0 0 0,-1 0-1 0 0,1 0 1 0 0,-1 0 0 0 0,1 0-1 0 0,-1 0 1 0 0,0 1-1 0 0,1-1 1 0 0,-1 1 0 0 0,0-1-1 0 0,0 1 1 0 0,1 0-1 0 0,-3-1 1 0 0,1 1-1 0 0,0 0-1 0 0,0 0 1 0 0,0 0 0 0 0,0 1-1 0 0,0-1 1 0 0,0 1-1 0 0,0 0 1 0 0,0 0 0 0 0,0 0-1 0 0,1 0 1 0 0,-1 0-1 0 0,0 1 1 0 0,1-1 0 0 0,-1 1-1 0 0,1-1 1 0 0,-1 1-1 0 0,1 0 1 0 0,0 0 0 0 0,0 0-1 0 0,0 1 1 0 0,0-1-1 0 0,0 0 1 0 0,0 1 0 0 0,1-1-1 0 0,-3 5 1 0 0,3-5 0 0 0,0 1 0 0 0,0 0 1 0 0,0 0-1 0 0,0-1 0 0 0,0 1 1 0 0,1 0-1 0 0,-1 0 0 0 0,1 0 0 0 0,0 0 1 0 0,0 0-1 0 0,0 0 0 0 0,0 0 1 0 0,1 0-1 0 0,-1 0 0 0 0,1 0 0 0 0,-1-1 1 0 0,1 1-1 0 0,0 0 0 0 0,0 0 0 0 0,0-1 1 0 0,2 4-1 0 0,0-3 3 0 0,0 0 1 0 0,-1 0-1 0 0,1 0 0 0 0,1-1 1 0 0,-1 1-1 0 0,0-1 0 0 0,1 1 1 0 0,-1-1-1 0 0,1 0 0 0 0,0 0 1 0 0,-1-1-1 0 0,1 1 0 0 0,5 0 1 0 0,11 3 11 0 0,1-1 0 0 0,0-1 0 0 0,0-1 0 0 0,31-2 0 0 0,-41 0-13 0 0,-1 1 0 0 0,1 0 0 0 0,0 0-1 0 0,-1 1 1 0 0,0 0 0 0 0,1 1 0 0 0,-1 0 0 0 0,0 1-1 0 0,0 0 1 0 0,-1 0 0 0 0,17 11 0 0 0,-20-11-2 0 0,1 2-1 0 0,-1-1 1 0 0,0 1 0 0 0,0 0-1 0 0,0 0 1 0 0,-1 0 0 0 0,0 1 0 0 0,0 0-1 0 0,-1 0 1 0 0,0 0 0 0 0,0 1 0 0 0,-1 0-1 0 0,0-1 1 0 0,0 1 0 0 0,3 13 0 0 0,0 10-2 0 0,-1 0 0 0 0,-2 0 0 0 0,-1 1 1 0 0,-1-1-1 0 0,-5 47 0 0 0,2-56 1 0 0,-2 0 0 0 0,0 0 0 0 0,-2 0 0 0 0,0-1-1 0 0,-1 0 1 0 0,-1-1 0 0 0,-1 1 0 0 0,-20 31 0 0 0,22-41 6 0 0,-1 0 1 0 0,-1 0 0 0 0,-17 17 0 0 0,22-24 19 0 0,0-1 0 0 0,0 1 0 0 0,-1-1 0 0 0,1 0-1 0 0,-1 0 1 0 0,0-1 0 0 0,1 0 0 0 0,-1 1 0 0 0,0-2 0 0 0,0 1 0 0 0,-11 2 0 0 0,14-4-7 0 0,0 0-1 0 0,0 0 1 0 0,0-1 0 0 0,0 1 0 0 0,0 0 0 0 0,0-1 0 0 0,0 0 0 0 0,1 1 0 0 0,-1-1-1 0 0,0 0 1 0 0,0 0 0 0 0,0 0 0 0 0,1 0 0 0 0,-1 0 0 0 0,1 0 0 0 0,-1 0 0 0 0,1-1 0 0 0,-1 1-1 0 0,1-1 1 0 0,0 1 0 0 0,-1-1 0 0 0,1 1 0 0 0,0-1 0 0 0,0 0 0 0 0,0 0 0 0 0,0 1 0 0 0,1-1-1 0 0,-2-3 1 0 0,-1-3 43 0 0,0-1-1 0 0,0 0 1 0 0,1 1-1 0 0,-2-15 0 0 0,3 12-42 0 0,0 0-1 0 0,1 1 0 0 0,0-1 0 0 0,1 0 1 0 0,0 0-1 0 0,1 0 0 0 0,0 1 0 0 0,1-1 1 0 0,0 0-1 0 0,0 1 0 0 0,1 0 0 0 0,0 0 1 0 0,1 0-1 0 0,1 1 0 0 0,-1-1 0 0 0,1 1 0 0 0,8-8 1 0 0,-6 7-283 0 0,1 0-1 0 0,1 1 1 0 0,0 1 0 0 0,0 0 0 0 0,21-13-1 0 0,-18 13-730 0 0,1 1 0 0 0,0 1 0 0 0,0 0-1 0 0,29-7 1 0 0,-18 8-2287 0 0,3-2 252 0 0</inkml:trace>
</inkml:ink>
</file>

<file path=ppt/ink/ink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2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3 103 572 0 0,'22'-40'9201'0'0,"-22"0"-5106"0"0,-1 37-3645 0 0,-6-10-5649 0 0,2 12 1747 0 0,-7-4 261 0 0</inkml:trace>
</inkml:ink>
</file>

<file path=ppt/ink/ink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3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8 144 696 0 0,'-3'-38'2671'0'0,"1"31"-2228"0"0,1 1 0 0 0,0-1 0 0 0,1 0 0 0 0,-1 1 0 0 0,1-1 0 0 0,1 0 1 0 0,-1 1-1 0 0,1-1 0 0 0,0 1 0 0 0,1-1 0 0 0,0 1 0 0 0,0-1 0 0 0,3-7 0 0 0,-4 13-31 0 0,-1 0-396 0 0,1 1-1 0 0,-1 0 0 0 0,0-1 0 0 0,0 1 1 0 0,1 0-1 0 0,-1 0 0 0 0,0 0 0 0 0,0-1 1 0 0,1 1-1 0 0,-1 0 0 0 0,0 0 1 0 0,1 0-1 0 0,-1 0 0 0 0,0-1 0 0 0,0 1 1 0 0,1 0-1 0 0,-1 0 0 0 0,0 0 1 0 0,1 0-1 0 0,-1 0 0 0 0,1 0 0 0 0,-1 0 1 0 0,0 0-1 0 0,1 0 0 0 0,-1 0 1 0 0,0 0-1 0 0,1 0 0 0 0,-1 0 0 0 0,0 0 1 0 0,1 0-1 0 0,-1 1 0 0 0,0-1 0 0 0,0 0 1 0 0,1 0-1 0 0,-1 0 0 0 0,0 0 1 0 0,1 1-1 0 0,-1-1 0 0 0,0 0 0 0 0,0 0 1 0 0,1 1-1 0 0,-1-1 0 0 0,0 1 1 0 0,18 9-286 0 0,-17-10 201 0 0,2 3-381 0 0,0 0 0 0 0,0 0 0 0 0,-1 0 0 0 0,0 0 0 0 0,1 0 0 0 0,-1 0 0 0 0,0 0 0 0 0,-1 1 0 0 0,3 4 0 0 0,-2-3-512 0 0,4 9-1768 0 0</inkml:trace>
  <inkml:trace contextRef="#ctx0" brushRef="#br0" timeOffset="1">433 473 244 0 0,'25'-2'1048'0'0,"-8"0"-100"0"0,8-1-92 0 0,2-2-80 0 0,0 1-76 0 0,4-1-60 0 0,-3 3-75 0 0,3 0-41 0 0,1 2-64 0 0,-4 2-80 0 0,0 0-296 0 0,3 0-400 0 0,-4 0-840 0 0,-1 1-1245 0 0,-7-3 553 0 0</inkml:trace>
</inkml:ink>
</file>

<file path=ppt/ink/ink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7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173 172 52 0 0,'25'-56'2603'0'0,"24"-58"3902"0"0,-49 112-5541 0 0,-2 18-815 0 0,-1-1 0 0 0,0 1 0 0 0,-1-1 0 0 0,-1 0 0 0 0,0 0-1 0 0,-9 16 1 0 0,-4 14 47 0 0,-40 130 322 0 0,-59 151 155 0 0,100-255-632 0 0,16-69-174 0 0,1-2 87 0 0,0 1 0 0 0,0-1 0 0 0,0 0 0 0 0,0 1 0 0 0,0-1 0 0 0,0 0 0 0 0,1 1 0 0 0,-1-1-1 0 0,0 0 1 0 0,0 1 0 0 0,0-1 0 0 0,0 0 0 0 0,0 0 0 0 0,0 1 0 0 0,1-1 0 0 0,-1 0 0 0 0,0 1 0 0 0,0-1 0 0 0,0 0 0 0 0,1 0 0 0 0,-1 0-1 0 0,0 1 1 0 0,0-1 0 0 0,1 0 0 0 0,-1 0 0 0 0,0 0 0 0 0,0 1 0 0 0,1-1 0 0 0,-1 0 0 0 0,0 0 0 0 0,1 0 0 0 0,-1 0 0 0 0,0 0 0 0 0,1 0-1 0 0,-1 0 1 0 0,0 0 0 0 0,1 0 0 0 0,-1 0 0 0 0,0 0 0 0 0,1 0 0 0 0,-1 0 0 0 0,0 0 0 0 0,1 0 0 0 0,-1 0 0 0 0,1 0 0 0 0,8-7-944 0 0,1-1-1 0 0,-1 0 1 0 0,-1 0 0 0 0,1-1 0 0 0,7-9 0 0 0,-1-3-1487 0 0</inkml:trace>
</inkml:ink>
</file>

<file path=ppt/ink/ink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8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27 592 0 0,'23'-26'7285'0'0,"-93"385"-4027"0"0,52-278-2923 0 0,15-68-351 0 0,-23 88 466 0 0,23-92-669 0 0,-1 0 1 0 0,1 0 0 0 0,-2 0-1 0 0,1 0 1 0 0,-1-1-1 0 0,0 1 1 0 0,-1-1 0 0 0,-8 9-1 0 0,13-16-85 0 0,0 0-1 0 0,0 1 0 0 0,0-1 1 0 0,-1 0-1 0 0,1 0 1 0 0,0 0-1 0 0,-1 0 1 0 0,1 0-1 0 0,-1 0 0 0 0,0 0 1 0 0,1 0-1 0 0,-1-1 1 0 0,0 1-1 0 0,1 0 0 0 0,-1-1 1 0 0,0 0-1 0 0,1 1 1 0 0,-4-1-1 0 0</inkml:trace>
</inkml:ink>
</file>

<file path=ppt/ink/ink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9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0 423 124 0 0,'0'0'1489'0'0,"8"-3"-1070"0"0,39-13 139 0 0,2 2 0 0 0,83-12 0 0 0,-8 2-100 0 0,29-8-62 0 0,-63 16-123 0 0,-2-4 1 0 0,0-4-1 0 0,100-41 0 0 0,-186 64-150 0 0,0 0-1 0 0,0 0 1 0 0,-1 0-1 0 0,1 0 1 0 0,0 0-1 0 0,-1 0 1 0 0,1-1-1 0 0,-1 1 1 0 0,1 0-1 0 0,-1-1 1 0 0,0 1-1 0 0,1-1 1 0 0,-1 0-1 0 0,0 1 0 0 0,0-1 1 0 0,0 0-1 0 0,0 0 1 0 0,0 1-1 0 0,-1-1 1 0 0,2-3-1 0 0,-2 3 678 0 0,-3 3-772 0 0,0 0 0 0 0,0 0 0 0 0,1 0 0 0 0,-1 1 0 0 0,0-1 0 0 0,1 1 0 0 0,-1 0 0 0 0,1-1-1 0 0,0 1 1 0 0,-1 0 0 0 0,1 0 0 0 0,0 1 0 0 0,0-1 0 0 0,0 0 0 0 0,-2 6 0 0 0,-30 44 281 0 0,29-44-289 0 0,-20 40 262 0 0,24-46-242 0 0,1-1 1 0 0,0-1-38 0 0,0 0 0 0 0,1 0-1 0 0,-1 0 1 0 0,0 0 0 0 0,0 0-1 0 0,0-1 1 0 0,0 1 0 0 0,0 0-1 0 0,0 0 1 0 0,1 0 0 0 0,-1 0-1 0 0,0 0 1 0 0,0 1 0 0 0,0-1-1 0 0,0 0 1 0 0,0 0 0 0 0,0 0-1 0 0,1 0 1 0 0,-1 0 0 0 0,0 0-1 0 0,0 0 1 0 0,0 0 0 0 0,0 0-1 0 0,0 0 1 0 0,0 0 0 0 0,0 0-1 0 0,1 0 1 0 0,-1 0 0 0 0,0 1-1 0 0,0-1 1 0 0,0 0 0 0 0,0 0-1 0 0,0 0 1 0 0,0 0 0 0 0,0 0-1 0 0,0 0 1 0 0,0 0 0 0 0,0 1-1 0 0,0-1 1 0 0,0 0 0 0 0,0 0-1 0 0,0 0 1 0 0,0 0 0 0 0,0 0-1 0 0,0 0 1 0 0,0 1 0 0 0,0-1-1 0 0,0 0 1 0 0,0 0 0 0 0,0 0-1 0 0,0 0 1 0 0,0 0 0 0 0,0 0-1 0 0,0 1 1 0 0,0-1 0 0 0,0 0-1 0 0,0 0 1 0 0,0 0 0 0 0,0 0-1 0 0,0 0 1 0 0,0 0 0 0 0,-1 1-1 0 0,61-44 71 0 0,-43 30-65 0 0,0 1 0 0 0,0 1 0 0 0,24-12-1 0 0,-37 22-3 0 0,4 0-10 0 0,1 1 0 0 0,-1 0 0 0 0,0 0 0 0 0,0 1-1 0 0,0 0 1 0 0,0 1 0 0 0,14 4 0 0 0,6 1-35 0 0,-15-5 37 0 0,1-1 0 0 0,0 0 1 0 0,0 0-1 0 0,0-2 0 0 0,0 0 1 0 0,0 0-1 0 0,-1-1 0 0 0,1-1 1 0 0,0 0-1 0 0,-1-1 1 0 0,0-1-1 0 0,0 0 0 0 0,0 0 1 0 0,-1-1-1 0 0,1-1 0 0 0,-1 0 1 0 0,-1-1-1 0 0,0 0 0 0 0,0-1 1 0 0,0 0-1 0 0,-1-1 1 0 0,-1 0-1 0 0,1 0 0 0 0,-2-1 1 0 0,15-23-1 0 0,-1-20 1065 0 0,-21 53-515 0 0,-3 12-497 0 0,0 1-1 0 0,-1 0 1 0 0,0-1-1 0 0,-8 18 1 0 0,-2 11 12 0 0,-79 287 217 0 0,82-292-252 0 0,-6 32 110 0 0,100-194 131 0 0,-55 83-319 0 0,2 1 1 0 0,46-49-1 0 0,-64 78 38 0 0,1 1 0 0 0,0 0 0 0 0,1 1 0 0 0,0 1 0 0 0,1 0 1 0 0,0 1-1 0 0,1 0 0 0 0,0 2 0 0 0,32-12 0 0 0,-45 19 8 0 0,0 0-1 0 0,0 0 0 0 0,0 1 1 0 0,1-1-1 0 0,-1 1 1 0 0,0 0-1 0 0,0 1 0 0 0,1-1 1 0 0,-1 1-1 0 0,0-1 1 0 0,0 1-1 0 0,0 1 1 0 0,0-1-1 0 0,0 0 0 0 0,8 5 1 0 0,-11-5 4 0 0,1 0 0 0 0,0 0 0 0 0,-1 0 0 0 0,1 1 1 0 0,-1-1-1 0 0,0 0 0 0 0,1 1 0 0 0,-1-1 0 0 0,0 1 0 0 0,0 0 1 0 0,0-1-1 0 0,0 1 0 0 0,0 0 0 0 0,0-1 0 0 0,0 1 0 0 0,-1 0 0 0 0,1 0 1 0 0,-1 0-1 0 0,1 0 0 0 0,-1 0 0 0 0,0 0 0 0 0,0 0 0 0 0,0-1 1 0 0,0 1-1 0 0,0 0 0 0 0,0 0 0 0 0,0 0 0 0 0,-1 0 0 0 0,1 0 1 0 0,-1 0-1 0 0,1 0 0 0 0,-1 0 0 0 0,0-1 0 0 0,0 1 0 0 0,0 0 0 0 0,0 0 1 0 0,-1 1-1 0 0,-6 10-131 0 0,1-1 0 0 0,-2 0 1 0 0,1-1-1 0 0,-2 0 0 0 0,0-1 0 0 0,0 1 0 0 0,-18 12 1 0 0,9-13-6270 0 0</inkml:trace>
</inkml:ink>
</file>

<file path=ppt/ink/ink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9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0 552 0 0,'2'2'164'0'0,"0"-1"1"0"0,0 0-1 0 0,-1 1 0 0 0,1-1 1 0 0,0 1-1 0 0,-1 0 0 0 0,0-1 1 0 0,1 1-1 0 0,-1 0 1 0 0,0 0-1 0 0,0 0 0 0 0,0 0 1 0 0,0 0-1 0 0,0 0 0 0 0,0 0 1 0 0,-1 0-1 0 0,1 0 0 0 0,-1 1 1 0 0,0-1-1 0 0,1 4 0 0 0,2 55 1130 0 0,-3-44-774 0 0,0 53 792 0 0,-3-1 1 0 0,-14 79-1 0 0,16-147-1275 0 0,1 0 1 0 0,0 0-1 0 0,0 0 0 0 0,0 0 1 0 0,-1 0-1 0 0,1 0 0 0 0,0 0 0 0 0,-1 0 1 0 0,1 0-1 0 0,-1-1 0 0 0,1 1 0 0 0,-1 0 1 0 0,0 0-1 0 0,1 0 0 0 0,-1-1 0 0 0,0 1 1 0 0,1 0-1 0 0,-1-1 0 0 0,0 1 0 0 0,0-1 1 0 0,1 1-1 0 0,-1-1 0 0 0,0 1 0 0 0,0-1 1 0 0,0 1-1 0 0,0-1 0 0 0,0 0 0 0 0,0 0 1 0 0,0 1-1 0 0,0-1 0 0 0,0 0 0 0 0,0 0 1 0 0,0 0-1 0 0,0 0 0 0 0,0 0 0 0 0,0 0 1 0 0,0 0-1 0 0,0-1 0 0 0,1 1 0 0 0,-1 0 1 0 0,0 0-1 0 0,0-1 0 0 0,0 1 0 0 0,0-1 1 0 0,0 1-1 0 0,0-1 0 0 0,0 1 0 0 0,1-1 1 0 0,-1 1-1 0 0,0-1 0 0 0,0 0 0 0 0,1 1 1 0 0,-1-1-1 0 0,1 0 0 0 0,-1 0 0 0 0,-1-1 1 0 0,1-1-17 0 0,0 1 1 0 0,0-1 0 0 0,1 0-1 0 0,-1 0 1 0 0,1 1 0 0 0,-1-1-1 0 0,1 0 1 0 0,0 0 0 0 0,0 0-1 0 0,0 0 1 0 0,0 0 0 0 0,0 1-1 0 0,1-1 1 0 0,1-4 0 0 0,11-38 131 0 0,-13 44-147 0 0,8-22 32 0 0,1 2-1 0 0,1-1 0 0 0,1 1 0 0 0,0 1 1 0 0,2 0-1 0 0,0 1 0 0 0,1 0 0 0 0,1 1 1 0 0,1 0-1 0 0,0 2 0 0 0,2 0 0 0 0,18-14 1 0 0,-34 29-38 0 0,-1 1-12 0 0,-1 0 14 0 0,1 0 0 0 0,0 0-1 0 0,0 1 1 0 0,-1-1 0 0 0,1 0-1 0 0,0 1 1 0 0,-1-1-1 0 0,1 1 1 0 0,0-1 0 0 0,-1 0-1 0 0,1 1 1 0 0,-1-1 0 0 0,1 1-1 0 0,0 0 1 0 0,-1-1-1 0 0,1 1 1 0 0,-1-1 0 0 0,0 1-1 0 0,1 0 1 0 0,-1-1 0 0 0,0 1-1 0 0,1 0 1 0 0,-1 0-1 0 0,0-1 1 0 0,0 1 0 0 0,1 0-1 0 0,-1 0 1 0 0,0-1 0 0 0,0 1-1 0 0,0 0 1 0 0,0 0-1 0 0,0-1 1 0 0,0 1 0 0 0,0 0-1 0 0,0 0 1 0 0,-1 0 0 0 0,1-1-1 0 0,0 1 1 0 0,0 0-1 0 0,-1-1 1 0 0,1 1 0 0 0,0 0-1 0 0,-1 0 1 0 0,1-1 0 0 0,-1 1-1 0 0,1-1 1 0 0,0 1-1 0 0,-2 0 1 0 0,-25 30-1097 0 0,26-30 530 0 0,-3 5-601 0 0</inkml:trace>
</inkml:ink>
</file>

<file path=ppt/ink/ink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39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0 240 0 0,'5'3'419'0'0,"-1"0"0"0"0,0 0 0 0 0,1 0 0 0 0,-1-1 0 0 0,1 1 0 0 0,0-1 0 0 0,0-1 0 0 0,0 1 0 0 0,0-1 0 0 0,0 0 0 0 0,0 0 0 0 0,0 0 0 0 0,1 0 0 0 0,-1-1 1 0 0,7-1-1 0 0,-1 0 91 0 0,1-1 0 0 0,-1-1 0 0 0,0 0 1 0 0,0 0-1 0 0,16-8 0 0 0,-25 10-132 0 0,0 1-351 0 0,-1 1-1 0 0,1-1 0 0 0,-1 0 1 0 0,1 1-1 0 0,-1 0 1 0 0,0-1-1 0 0,1 1 0 0 0,-1 0 1 0 0,0 0-1 0 0,0 0 1 0 0,1-1-1 0 0,-1 1 0 0 0,0 1 1 0 0,0-1-1 0 0,0 0 1 0 0,0 0-1 0 0,0 0 0 0 0,-1 0 1 0 0,1 1-1 0 0,0-1 0 0 0,0 0 1 0 0,-1 1-1 0 0,1-1 1 0 0,-1 1-1 0 0,1 1 0 0 0,13 47 132 0 0,-10-31-65 0 0,4 16-31 0 0,-2-1-1 0 0,-1 1 1 0 0,-2 0 0 0 0,-1 0-1 0 0,-2 0 1 0 0,-1 1-1 0 0,-2-1 1 0 0,-10 45 0 0 0,12-73-19 0 0,0 0-1 0 0,-1 0 1 0 0,0-1 0 0 0,0 1 0 0 0,-1-1 0 0 0,0 1-1 0 0,0-1 1 0 0,0 0 0 0 0,-1 0 0 0 0,0 0 0 0 0,0-1-1 0 0,-1 1 1 0 0,1-1 0 0 0,-1 0 0 0 0,0 0 0 0 0,0-1 0 0 0,-1 1-1 0 0,0-1 1 0 0,1 0 0 0 0,-1-1 0 0 0,-1 1 0 0 0,1-1-1 0 0,-8 2 1 0 0,13-4-21 0 0,-1-1 1 0 0,1 1-1 0 0,0-1 0 0 0,0 0 0 0 0,-1 0 0 0 0,1 0 0 0 0,-1 1 1 0 0,1-1-1 0 0,0-1 0 0 0,-1 1 0 0 0,1 0 0 0 0,0 0 0 0 0,-1 0 1 0 0,1-1-1 0 0,0 1 0 0 0,0-1 0 0 0,-1 1 0 0 0,1-1 0 0 0,0 1 1 0 0,0-1-1 0 0,0 0 0 0 0,-1 1 0 0 0,1-1 0 0 0,0 0 0 0 0,0 0 1 0 0,0 0-1 0 0,0 0 0 0 0,1 0 0 0 0,-1 0 0 0 0,0 0 0 0 0,0 0 1 0 0,1-1-1 0 0,-1 1 0 0 0,0 0 0 0 0,1 0 0 0 0,-1 0 0 0 0,1-1 1 0 0,0 1-1 0 0,-1 0 0 0 0,1-1 0 0 0,0 1 0 0 0,0 0 0 0 0,0-1 1 0 0,0 1-1 0 0,0 0 0 0 0,0-2 0 0 0,0-4 28 0 0,0 0 0 0 0,1-1 0 0 0,0 1 1 0 0,0 0-1 0 0,0 0 0 0 0,1 0 0 0 0,3-7 0 0 0,-1 4-95 0 0,1-1 1 0 0,1 1-1 0 0,0 0 1 0 0,0 1-1 0 0,1-1 1 0 0,0 1-1 0 0,0 1 1 0 0,16-14-1 0 0,-15 15-1298 0 0,1 0 0 0 0,1 0 0 0 0,-1 1-1 0 0,1 1 1 0 0,14-7 0 0 0,-6 5-1967 0 0</inkml:trace>
</inkml:ink>
</file>

<file path=ppt/ink/ink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1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219 115 360 0 0,'0'0'657'0'0,"11"-35"5310"0"0,-10 33-5783 0 0,-1-1 1 0 0,1 0-1 0 0,-1 1 0 0 0,0-1 1 0 0,0 0-1 0 0,0 0 0 0 0,0 1 0 0 0,-1-1 1 0 0,1 0-1 0 0,-1 1 0 0 0,0-1 1 0 0,1 0-1 0 0,-1 1 0 0 0,0-1 1 0 0,-1 1-1 0 0,1-1 0 0 0,0 1 1 0 0,-1 0-1 0 0,1-1 0 0 0,-1 1 1 0 0,0 0-1 0 0,0 0 0 0 0,0 0 0 0 0,0 0 1 0 0,0 1-1 0 0,-3-3 0 0 0,3 3-2 0 0,2 0-169 0 0,-1 0-1 0 0,0 1 0 0 0,1-1 0 0 0,-1 1 0 0 0,0-1 0 0 0,0 0 0 0 0,1 1 0 0 0,-1 0 0 0 0,0-1 0 0 0,0 1 0 0 0,0-1 0 0 0,0 1 0 0 0,0 0 0 0 0,0 0 0 0 0,0-1 0 0 0,1 1 0 0 0,-1 0 0 0 0,0 0 1 0 0,0 0-1 0 0,0 0 0 0 0,-2 0 0 0 0,-13-2-14 0 0,14 1 11 0 0,-1 1 10 0 0,-13 2-21 0 0,8 0-2 0 0,0 0 0 0 0,0 1 0 0 0,1 0 0 0 0,-1 1 0 0 0,1 0 0 0 0,-1 0 0 0 0,1 0 0 0 0,0 1 0 0 0,1 0 0 0 0,-1 0 0 0 0,1 1 0 0 0,-9 9 0 0 0,9-7 7 0 0,0 0-1 0 0,1 1 0 0 0,0-1 1 0 0,0 1-1 0 0,1 0 0 0 0,-5 13 0 0 0,9-21 6 0 0,-1 16 51 0 0,1-16-56 0 0,0 0 1 0 0,0-1-1 0 0,0 1 1 0 0,0 0-1 0 0,0 0 1 0 0,0-1 0 0 0,0 1-1 0 0,0 0 1 0 0,1 0-1 0 0,-1-1 1 0 0,0 1-1 0 0,0 0 1 0 0,1-1-1 0 0,-1 1 1 0 0,0 0-1 0 0,1-1 1 0 0,-1 1-1 0 0,1-1 1 0 0,-1 1-1 0 0,1 0 1 0 0,-1-1-1 0 0,1 1 1 0 0,-1-1-1 0 0,1 0 1 0 0,-1 1-1 0 0,1-1 1 0 0,0 1-1 0 0,-1-1 1 0 0,2 1-1 0 0,12-2 15 0 0,-1 0-1 0 0,1 0 0 0 0,0-1 0 0 0,0-1 0 0 0,-1 0 0 0 0,0-1 0 0 0,1 0 0 0 0,21-12 0 0 0,-17 9-18 0 0,0 0 1 0 0,1 1 0 0 0,0 1-1 0 0,19-4 1 0 0,-33 9-2 0 0,1-1 0 0 0,-1 1 0 0 0,1 0 1 0 0,-1 1-1 0 0,1-1 0 0 0,-1 1 0 0 0,0 0 0 0 0,1 0 1 0 0,-1 1-1 0 0,0 0 0 0 0,0 0 0 0 0,0 0 0 0 0,0 0 0 0 0,0 1 1 0 0,9 6-1 0 0,-5-1 0 0 0,0 0 1 0 0,0 1-1 0 0,-1 0 0 0 0,0 1 1 0 0,0 0-1 0 0,6 12 0 0 0,-13-19 30 0 0,1-1 0 0 0,0 1-1 0 0,-1-1 1 0 0,1 1 0 0 0,0-1 0 0 0,0 0-1 0 0,1 0 1 0 0,-1 0 0 0 0,0 0 0 0 0,1 0-1 0 0,-1 0 1 0 0,1-1 0 0 0,-1 1-1 0 0,1-1 1 0 0,0 0 0 0 0,0 0 0 0 0,0 0-1 0 0,-1 0 1 0 0,1 0 0 0 0,0-1 0 0 0,4 1-1 0 0,-3-1 53 0 0,1-1 0 0 0,-1 1 0 0 0,1-1-1 0 0,-1 0 1 0 0,1 0 0 0 0,-1-1 0 0 0,0 1 0 0 0,1-1-1 0 0,-1 0 1 0 0,0 0 0 0 0,0-1 0 0 0,5-3-1 0 0,7-7 214 0 0,0-1-1 0 0,-1-1 0 0 0,-1 0 1 0 0,23-31-1 0 0,-30 37-304 0 0,1 0 1 0 0,0 0-1 0 0,0 1 1 0 0,1 0-1 0 0,18-13 0 0 0,6 6-8685 0 0,-22 13 4748 0 0</inkml:trace>
</inkml:ink>
</file>

<file path=ppt/ink/ink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2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16 903 304 0 0,'-16'21'5927'0'0,"315"-264"-2829"0"0,-182 141-2548 0 0,-5 7 42 0 0,-4-6 1 0 0,182-219-1 0 0,-241 258-261 0 0,-40 83-300 0 0,-5-1-15 0 0,-2-1 0 0 0,0 1 0 0 0,-1-1 0 0 0,-2 23-1 0 0,1 17-1 0 0,8 5 6 0 0,-4-36-8 0 0,-1 0 0 0 0,-2 39 1 0 0,-1-61-9 0 0,0 1 1 0 0,-1 0 0 0 0,0-1 0 0 0,0 1 0 0 0,-1-1 0 0 0,1 0 0 0 0,-1 0 0 0 0,-1 1 0 0 0,1-1-1 0 0,-1 0 1 0 0,-1-1 0 0 0,1 1 0 0 0,-1-1 0 0 0,1 1 0 0 0,-7 6 0 0 0,7-10 25 0 0,0 0-1 0 0,0 0 1 0 0,-1 0 0 0 0,1 0 0 0 0,0 0-1 0 0,-1-1 1 0 0,1 1 0 0 0,-1-1 0 0 0,1 0 0 0 0,-1 0-1 0 0,1 0 1 0 0,-1-1 0 0 0,0 1 0 0 0,1-1-1 0 0,-1 0 1 0 0,0 0 0 0 0,0 0 0 0 0,-5-1 0 0 0,3 0-1 0 0,0 0 0 0 0,0 0 0 0 0,0-1 0 0 0,1 0 0 0 0,-1 0 0 0 0,0-1 0 0 0,1 1 1 0 0,-1-1-1 0 0,1 0 0 0 0,-5-4 0 0 0,9 6-118 0 0,7 2-4051 0 0,2 0 3633 0 0,33 0-3401 0 0,-25-3 1384 0 0</inkml:trace>
</inkml:ink>
</file>

<file path=ppt/ink/ink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3.6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266 480 476 0 0,'0'0'1122'0'0,"-4"-14"2042"0"0,1 11-3019 0 0,0 1 1 0 0,-1 0-1 0 0,1 0 1 0 0,-1 0-1 0 0,0 1 1 0 0,1-1-1 0 0,-1 1 1 0 0,0 0 0 0 0,0 0-1 0 0,0 0 1 0 0,0 1-1 0 0,0-1 1 0 0,0 1-1 0 0,0 0 1 0 0,0 0-1 0 0,0 1 1 0 0,0-1-1 0 0,0 1 1 0 0,0-1-1 0 0,0 1 1 0 0,0 1-1 0 0,1-1 1 0 0,-1 0 0 0 0,0 1-1 0 0,1 0 1 0 0,-5 2-1 0 0,-9 5 61 0 0,0 1-1 0 0,0 0 0 0 0,1 1 1 0 0,-16 15-1 0 0,27-23-148 0 0,0 1-1 0 0,0 0 1 0 0,1 0-1 0 0,0 1 0 0 0,-1-1 1 0 0,2 1-1 0 0,-1 0 1 0 0,0 0-1 0 0,1 0 1 0 0,0 0-1 0 0,0 1 1 0 0,1-1-1 0 0,0 1 1 0 0,-2 6-1 0 0,4-10-1 0 0,0-2-47 0 0,0 1 1 0 0,1-1-1 0 0,-1 1 1 0 0,1-1-1 0 0,-1 0 1 0 0,1 1-1 0 0,-1-1 1 0 0,1 1-1 0 0,-1-1 1 0 0,1 0-1 0 0,-1 1 1 0 0,1-1-1 0 0,-1 0 1 0 0,1 0-1 0 0,-1 0 1 0 0,1 1-1 0 0,0-1 1 0 0,-1 0-1 0 0,1 0 1 0 0,-1 0-1 0 0,1 0 1 0 0,1 0-1 0 0,21-8 65 0 0,-1 0 1 0 0,27-15-1 0 0,-2 1-46 0 0,-41 21-31 0 0,0 1 0 0 0,1 0-1 0 0,-1 0 1 0 0,0 1-1 0 0,1-1 1 0 0,-1 1 0 0 0,0 1-1 0 0,0-1 1 0 0,9 4 0 0 0,2-1 13 0 0,-1-3-9 0 0,1 0 0 0 0,0-2-1 0 0,0 0 1 0 0,-1-1 0 0 0,1-1 0 0 0,-1 0-1 0 0,1-1 1 0 0,-1-1 0 0 0,0-1-1 0 0,-1 0 1 0 0,1-1 0 0 0,-1 0-1 0 0,-1-2 1 0 0,1 1 0 0 0,-1-2 0 0 0,13-11-1 0 0,-4 1 5 0 0,-1 0 0 0 0,-1-2 1 0 0,-1 0-1 0 0,0-1 0 0 0,-2-1 0 0 0,-1-1 0 0 0,-1-1 0 0 0,14-29 0 0 0,-24 40-2 0 0,-1 1-1 0 0,0-1 1 0 0,4-26-1 0 0,4-13 21 0 0,-12 48 5 0 0,0-1 1 0 0,0 1-1 0 0,0 0 1 0 0,-1 0 0 0 0,0 0-1 0 0,-1-1 1 0 0,-1-10-1 0 0,0-10 313 0 0,2 27-332 0 0,0-1-1 0 0,0 1 1 0 0,0-1 0 0 0,0 1 0 0 0,-1-1-1 0 0,1 1 1 0 0,0 0 0 0 0,0-1 0 0 0,0 1 0 0 0,0-1-1 0 0,-1 1 1 0 0,1-1 0 0 0,0 1 0 0 0,0 0 0 0 0,-1-1-1 0 0,1 1 1 0 0,0 0 0 0 0,-1-1 0 0 0,1 1-1 0 0,0 0 1 0 0,-1-1 0 0 0,1 1 0 0 0,0 0 0 0 0,-1 0-1 0 0,1 0 1 0 0,-1-1 0 0 0,1 1 0 0 0,0 0 0 0 0,-1 0-1 0 0,1 0 1 0 0,-1 0 0 0 0,1 0 0 0 0,-1 0-1 0 0,1-1 1 0 0,-1 1 0 0 0,1 0 0 0 0,0 1 0 0 0,-1-1-1 0 0,1 0 1 0 0,-1 0 0 0 0,1 0 0 0 0,-1 0 0 0 0,1 0-1 0 0,-1 0 1 0 0,1 0 0 0 0,0 1 0 0 0,-1-1-1 0 0,0 1 1 0 0,-18 8 87 0 0,13-3-74 0 0,0 0 0 0 0,0 1 1 0 0,1 0-1 0 0,-1 0 1 0 0,2 0-1 0 0,-1 1 0 0 0,1 0 1 0 0,0 0-1 0 0,1 0 0 0 0,-5 14 1 0 0,-1 10 57 0 0,-6 45-1 0 0,14-71-65 0 0,-2 13 7 0 0,2 1 1 0 0,0 0-1 0 0,1-1 0 0 0,1 1 0 0 0,1 0 0 0 0,1-1 1 0 0,1 1-1 0 0,0-1 0 0 0,2 0 0 0 0,0 0 0 0 0,1-1 1 0 0,13 26-1 0 0,-18-41-8 0 0,0 0 0 0 0,1 0 0 0 0,-1-1 1 0 0,1 1-1 0 0,-1 0 0 0 0,1-1 0 0 0,0 1 0 0 0,0-1 0 0 0,0 0 1 0 0,0 0-1 0 0,0 0 0 0 0,1 0 0 0 0,-1-1 0 0 0,7 3 1 0 0,-9-4 5 0 0,38 14-1768 0 0,-39-13 629 0 0</inkml:trace>
</inkml:ink>
</file>

<file path=ppt/ink/ink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4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57 20 0 0,'0'0'1196'0'0,"-6"-17"976"0"0,5 0-404 0 0,-2 7-327 0 0,3-3 531 0 0,24 33-4416 0 0,-18-11-2077 0 0</inkml:trace>
</inkml:ink>
</file>

<file path=ppt/ink/ink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4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428 346 24 0 0,'-28'5'894'0'0,"23"-4"720"0"0,18 44 1773 0 0,-9-36-3093 0 0,0-1-1 0 0,-1 1 1 0 0,0 0-1 0 0,0 0 1 0 0,-1 0-1 0 0,0 0 1 0 0,-1 0-1 0 0,0 0 1 0 0,0 0-1 0 0,-1 1 0 0 0,-1 12 1 0 0,0-18-353 0 0,0 0 0 0 0,-1 0 1 0 0,1 0-1 0 0,-1 0 0 0 0,0 0 0 0 0,0 0 0 0 0,0 0 1 0 0,0-1-1 0 0,-1 1 0 0 0,1-1 0 0 0,-1 0 0 0 0,0 0 1 0 0,0 1-1 0 0,0-2 0 0 0,-1 1 0 0 0,1 0 0 0 0,0-1 1 0 0,-1 0-1 0 0,0 1 0 0 0,0-2 0 0 0,0 1 0 0 0,1 0 1 0 0,-2-1-1 0 0,1 1 0 0 0,0-1 0 0 0,-8 1 0 0 0,-23-1-3832 0 0,15-2 1661 0 0</inkml:trace>
  <inkml:trace contextRef="#ctx0" brushRef="#br0" timeOffset="1">0 162 9461 0 0,'5'-9'41'0'0,"-1"0"-1"0"0,1 0 1 0 0,1 1 0 0 0,-1 0 0 0 0,1 0 0 0 0,1 0-1 0 0,0 1 1 0 0,0-1 0 0 0,0 2 0 0 0,1-1 0 0 0,0 1-1 0 0,0 0 1 0 0,0 1 0 0 0,1 0 0 0 0,0 0 0 0 0,0 1-1 0 0,0 0 1 0 0,14-4 0 0 0,1 0-47 0 0,1 2 1 0 0,0 0-1 0 0,0 1 1 0 0,0 2-1 0 0,0 0 0 0 0,30 2 1 0 0,-15 2-492 0 0,48 3-4649 0 0,-60-2 2584 0 0</inkml:trace>
</inkml:ink>
</file>

<file path=ppt/ink/ink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4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8 297 44 0 0,'0'0'889'0'0,"0"0"-818"0"0,0 0-1 0 0,-1 0 1 0 0,1 0 0 0 0,0 0 0 0 0,-1 0 0 0 0,1 0 0 0 0,0 0 0 0 0,-1-1 0 0 0,1 1-1 0 0,0 0 1 0 0,-1 0 0 0 0,1 0 0 0 0,0 0 0 0 0,0 0 0 0 0,-1-1 0 0 0,1 1 0 0 0,0 0-1 0 0,0 0 1 0 0,-1-1 0 0 0,1 1 0 0 0,0 0 0 0 0,0 0 0 0 0,-1-1 0 0 0,1 1 0 0 0,0 0-1 0 0,0-1 1 0 0,0 1 0 0 0,0 0 0 0 0,0-1 0 0 0,-1 1 0 0 0,1 0 0 0 0,0-1 0 0 0,0 1-1 0 0,0 0 1 0 0,0-1 0 0 0,0 1 0 0 0,0 0 0 0 0,0-1 0 0 0,0 1 0 0 0,0 0-1 0 0,0-1 1 0 0,0 1 0 0 0,1 0 0 0 0,-1-1 0 0 0,0 1 0 0 0,0-1 0 0 0,17-11 416 0 0,-1 0-1 0 0,0-1 1 0 0,-1-1 0 0 0,-1-1 0 0 0,16-19 0 0 0,-26 28-396 0 0,1-1 1 0 0,-1 1 0 0 0,0-1-1 0 0,-1 0 1 0 0,0-1 0 0 0,0 1-1 0 0,0 0 1 0 0,-1-1 0 0 0,0 0-1 0 0,-1 1 1 0 0,1-1 0 0 0,-1 0-1 0 0,-1 0 1 0 0,0 0 0 0 0,0 0-1 0 0,0 0 1 0 0,-3-11 0 0 0,1 10 118 0 0,2 7-167 0 0,0 0 0 0 0,0 1 0 0 0,0-1 0 0 0,0 1 0 0 0,-1-1 0 0 0,1 0 0 0 0,0 1 0 0 0,-1-1 0 0 0,1 1 0 0 0,-1-1 0 0 0,0 1 0 0 0,0 0 0 0 0,1-1 0 0 0,-1 1 0 0 0,0 0 1 0 0,0-1-1 0 0,0 1 0 0 0,0 0 0 0 0,-2-2 0 0 0,1 6-23 0 0,-1-1 0 0 0,2 0 0 0 0,-1 1 0 0 0,0-1 0 0 0,0 1 0 0 0,1 0 0 0 0,-1-1 0 0 0,1 1 0 0 0,0 0 0 0 0,0 0 0 0 0,-1 4 0 0 0,-6 30 56 0 0,2 0 0 0 0,1 0 1 0 0,1 68-1 0 0,2-40-11 0 0,-1 20 6 0 0,0-3 8 0 0,-3 0 1 0 0,-20 100-1 0 0,13-147-31 0 0,13-33-37 0 0,-1 0 1 0 0,0 0-1 0 0,1-1 1 0 0,-1 1-1 0 0,0-1 0 0 0,0 1 1 0 0,0-1-1 0 0,0 1 1 0 0,0-1-1 0 0,0 1 0 0 0,-1-1 1 0 0,1 0-1 0 0,0 0 1 0 0,-1 0-1 0 0,1 1 1 0 0,-1-1-1 0 0,-2 1 0 0 0,4-2-5 0 0,-1-2-4 0 0,0 1 1 0 0,0 0-1 0 0,0-1 0 0 0,1 1 0 0 0,-1-1 0 0 0,1 1 0 0 0,-1-1 1 0 0,1 1-1 0 0,-1-1 0 0 0,1 1 0 0 0,0-1 0 0 0,0 0 0 0 0,0 1 1 0 0,0-1-1 0 0,0 1 0 0 0,0-3 0 0 0,10-16 3 0 0,0 1 1 0 0,1 1-1 0 0,1-1 1 0 0,1 2-1 0 0,0 0 1 0 0,2 1-1 0 0,22-21 0 0 0,-35 35-5 0 0,5-5-1 0 0,0 0 1 0 0,1 1-1 0 0,-1 0 1 0 0,1 0-1 0 0,1 1 0 0 0,-1 0 1 0 0,1 1-1 0 0,-1-1 1 0 0,1 2-1 0 0,0-1 1 0 0,1 1-1 0 0,17-3 0 0 0,-27 6 3 0 0,1 0 0 0 0,0-1 0 0 0,-1 1 0 0 0,1 0 0 0 0,-1 0 0 0 0,1 0 0 0 0,0 0 0 0 0,-1 0 0 0 0,1 0 0 0 0,0 0 0 0 0,-1 0 0 0 0,1 1 0 0 0,0-1 0 0 0,-1 0 0 0 0,1 0 0 0 0,-1 0 0 0 0,1 1 0 0 0,-1-1 0 0 0,1 0 0 0 0,0 1 0 0 0,-1-1 0 0 0,1 0 0 0 0,-1 1 0 0 0,1-1 0 0 0,-1 1 0 0 0,0-1 0 0 0,1 1 0 0 0,-1-1 0 0 0,1 1 0 0 0,-1-1 0 0 0,0 1 0 0 0,1-1 0 0 0,-1 2 0 0 0,-3 23-299 0 0,-19 18-3373 0 0,16-37 922 0 0</inkml:trace>
</inkml:ink>
</file>

<file path=ppt/ink/ink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5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1 104 0 0,'0'0'812'0'0</inkml:trace>
</inkml:ink>
</file>

<file path=ppt/ink/ink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5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0 131 588 0 0,'3'-2'839'0'0,"21"-13"805"0"0,0-1 0 0 0,-2-1 0 0 0,41-39 0 0 0,-63 56-1606 0 0,1-1 1 0 0,-1 1-1 0 0,0 0 0 0 0,1-1 1 0 0,-1 1-1 0 0,0-1 1 0 0,1 1-1 0 0,-1 0 0 0 0,0-1 1 0 0,0 1-1 0 0,1-1 1 0 0,-1 1-1 0 0,0-1 1 0 0,0 1-1 0 0,0 0 0 0 0,0-1 1 0 0,0 1-1 0 0,1-1 1 0 0,-1 1-1 0 0,0-1 0 0 0,0 1 1 0 0,0-1-1 0 0,0 1 1 0 0,0-1-1 0 0,-1 1 0 0 0,1-1 1 0 0,0 1-1 0 0,0-1 1 0 0,0 1-1 0 0,0-1 1 0 0,0 1-1 0 0,-1-1 0 0 0,1 1 1 0 0,0-1-1 0 0,0 1 1 0 0,-1 0-1 0 0,1-1 0 0 0,0 1 1 0 0,-1 0-1 0 0,1-1 1 0 0,0 1-1 0 0,-1 0 1 0 0,1-1-1 0 0,-1 1 0 0 0,1 0 1 0 0,0-1-1 0 0,-1 1 1 0 0,1 0-1 0 0,-1 0 0 0 0,0 0 1 0 0,-1-1 16 0 0,0 0 1 0 0,0 1-1 0 0,0-1 1 0 0,0 1-1 0 0,0-1 1 0 0,0 1-1 0 0,0 0 1 0 0,0 0-1 0 0,0 0 1 0 0,0 0-1 0 0,0 0 1 0 0,-2 1-1 0 0,-2 1 43 0 0,0 0 0 0 0,0 0 0 0 0,0 0 1 0 0,0 1-1 0 0,0 0 0 0 0,1 1 0 0 0,-1-1 0 0 0,1 1 0 0 0,0 0 1 0 0,0 0-1 0 0,1 0 0 0 0,-1 1 0 0 0,1 0 0 0 0,-6 7 0 0 0,9-9-88 0 0,-1-1 0 0 0,1 1 0 0 0,0 0 0 0 0,0-1 0 0 0,0 1 0 0 0,1 0 0 0 0,-1 0-1 0 0,1 0 1 0 0,-1 0 0 0 0,1 0 0 0 0,0 0 0 0 0,0-1 0 0 0,0 1 0 0 0,0 0-1 0 0,1 0 1 0 0,-1 0 0 0 0,1 0 0 0 0,0 0 0 0 0,0-1 0 0 0,0 1 0 0 0,0 0-1 0 0,0-1 1 0 0,0 1 0 0 0,1-1 0 0 0,-1 1 0 0 0,1-1 0 0 0,0 1 0 0 0,0-1-1 0 0,0 0 1 0 0,0 0 0 0 0,0 0 0 0 0,0 0 0 0 0,1 0 0 0 0,-1-1 0 0 0,4 2-1 0 0,-1 1-208 0 0,0 0-1 0 0,1-1 1 0 0,-1 1-1 0 0,1-2 1 0 0,0 1-1 0 0,0-1 1 0 0,0 1-1 0 0,1-2 1 0 0,-1 1-1 0 0,0-1 1 0 0,11 2-1 0 0,44-3-5264 0 0,-35-1 2848 0 0</inkml:trace>
</inkml:ink>
</file>

<file path=ppt/ink/ink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3:45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66 372 460 0 0,'-3'0'5717'0'0,"-22"3"-5431"0"0,23-2-199 0 0,-1 0 1 0 0,1 0 0 0 0,0 1 0 0 0,0-1 0 0 0,0 0 0 0 0,-1 1-1 0 0,1 0 1 0 0,1 0 0 0 0,-1-1 0 0 0,0 1 0 0 0,0 0 0 0 0,1 0-1 0 0,-1 1 1 0 0,1-1 0 0 0,0 0 0 0 0,-1 0 0 0 0,1 1 0 0 0,0-1-1 0 0,1 1 1 0 0,-1-1 0 0 0,0 1 0 0 0,0 3 0 0 0,1-5-66 0 0,0 0 0 0 0,-1 1 0 0 0,1-1 0 0 0,0 0 1 0 0,0 1-1 0 0,0-1 0 0 0,1 0 0 0 0,-1 1 0 0 0,0-1 0 0 0,0 0 1 0 0,1 0-1 0 0,-1 1 0 0 0,1-1 0 0 0,-1 0 0 0 0,1 0 0 0 0,-1 0 1 0 0,1 0-1 0 0,0 0 0 0 0,-1 1 0 0 0,1-1 0 0 0,0 0 0 0 0,0-1 1 0 0,0 1-1 0 0,0 0 0 0 0,0 0 0 0 0,0 0 0 0 0,0 0 0 0 0,0-1 1 0 0,0 1-1 0 0,0-1 0 0 0,1 1 0 0 0,-1-1 0 0 0,0 1 0 0 0,0-1 1 0 0,1 1-1 0 0,-1-1 0 0 0,0 0 0 0 0,0 0 0 0 0,1 0 0 0 0,-1 0 1 0 0,0 0-1 0 0,1 0 0 0 0,-1 0 0 0 0,2-1 0 0 0,7 0-27 0 0,0-1 0 0 0,0-1 0 0 0,0 0 0 0 0,0 0 0 0 0,-1-1 0 0 0,1 0 0 0 0,-1-1 0 0 0,0 0 0 0 0,-1 0 0 0 0,1-1 0 0 0,-1 0 0 0 0,0-1 0 0 0,0 1 0 0 0,-1-2-1 0 0,0 1 1 0 0,-1-1 0 0 0,1 0 0 0 0,-1 0 0 0 0,6-12 0 0 0,8-13 295 0 0,-2-2 0 0 0,-1 0 0 0 0,22-67-1 0 0,-33 81 677 0 0,-1-1 0 0 0,3-35 0 0 0,-5 36 219 0 0,-3 19-667 0 0,-1-1 94 0 0,1 3-589 0 0,0 0 0 0 0,0 0 0 0 0,0-1 0 0 0,0 1 0 0 0,0 0 0 0 0,0 0 0 0 0,0-1 0 0 0,0 1 0 0 0,0 0-1 0 0,0 0 1 0 0,0-1 0 0 0,0 1 0 0 0,0 0 0 0 0,0 0 0 0 0,0 0 0 0 0,0-1 0 0 0,0 1 0 0 0,0 0 0 0 0,-1 0 0 0 0,1-1 0 0 0,0 1 0 0 0,0 0 0 0 0,0 0 0 0 0,0 0 0 0 0,-1 0 0 0 0,1-1 0 0 0,0 1 0 0 0,0 0 0 0 0,0 0 0 0 0,0 0 0 0 0,-1 0-1 0 0,1 0 1 0 0,0-1 0 0 0,0 1 0 0 0,-1 0 0 0 0,1 0 0 0 0,0 0 0 0 0,0 0 0 0 0,-1 0 0 0 0,1 0 0 0 0,0 0 0 0 0,0 0 0 0 0,-1 0 0 0 0,1 0 0 0 0,0 0 0 0 0,0 0 0 0 0,0 0 0 0 0,-1 0 0 0 0,1 0 0 0 0,0 0 0 0 0,0 0 0 0 0,-1 1 0 0 0,-5 8 92 0 0,0 1 1 0 0,1 1 0 0 0,0-1 0 0 0,0 1 0 0 0,2 0 0 0 0,-1 0-1 0 0,1 0 1 0 0,1 1 0 0 0,0-1 0 0 0,-1 21 0 0 0,-6 59-163 0 0,-5 50-1969 0 0,-2-47-6567 0 0,10-68 4311 0 0</inkml:trace>
</inkml:ink>
</file>

<file path=ppt/ink/ink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03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56 28 0 0,'-23'-12'3452'0'0,"-26"0"695"0"0,47 12-3385 0 0,-12 2 19 0 0,13-2-749 0 0,1 0-1 0 0,0 0 1 0 0,0 0-1 0 0,-1 0 1 0 0,1 0-1 0 0,0 0 1 0 0,-1 0-1 0 0,1 0 0 0 0,0 0 1 0 0,-1 0-1 0 0,1 0 1 0 0,0 0-1 0 0,-1 0 1 0 0,1 0-1 0 0,0 1 1 0 0,0-1-1 0 0,-1 0 1 0 0,1 0-1 0 0,0 0 1 0 0,0 1-1 0 0,-1-1 1 0 0,1 0-1 0 0,0 0 1 0 0,0 0-1 0 0,0 1 1 0 0,-1-1-1 0 0,1 0 1 0 0,0 1-1 0 0,0-1 1 0 0,0 0-1 0 0,0 0 0 0 0,0 1 1 0 0,0-1-1 0 0,0 0 1 0 0,-1 1-1 0 0,1-1 1 0 0,0 0-1 0 0,0 1 1 0 0,0-1-1 0 0,0 0 1 0 0,0 1-1 0 0,0-1 1 0 0,1 0-1 0 0,-1 0 1 0 0,0 1-1 0 0,0-1 1 0 0,8 6 52 0 0,0-2 1 0 0,1 1 0 0 0,0-1 0 0 0,0 0-1 0 0,0-1 1 0 0,0 0 0 0 0,1-1 0 0 0,13 3-1 0 0,92 8 219 0 0,-81-10-216 0 0,712 4 755 0 0,-350-22-557 0 0,-146 13 41 0 0,-250 2-324 0 0,0 0 0 0 0,0 0 0 0 0,0 0 0 0 0,0 0 0 0 0,0 0 0 0 0,-1 0 0 0 0,1 0 0 0 0,0 0 0 0 0,0 0 0 0 0,0 0 0 0 0,0 0 0 0 0,0 0 0 0 0,0 0 0 0 0,0-1 0 0 0,0 1 0 0 0,0 0-1 0 0,0 0 1 0 0,0 0 0 0 0,0 0 0 0 0,0 0 0 0 0,0 0 0 0 0,0 0 0 0 0,0 0 0 0 0,0 0 0 0 0,0 0 0 0 0,0-1 0 0 0,0 1 0 0 0,0 0 0 0 0,0 0 0 0 0,0 0 0 0 0,0 0 0 0 0,0 0 0 0 0,0 0 0 0 0,0 0 0 0 0,0 0 0 0 0,0 0 0 0 0,0 0 0 0 0,0 0-1 0 0,0-1 1 0 0,0 1 0 0 0,0 0 0 0 0,1 0 0 0 0,-1 0 0 0 0,0 0 0 0 0,0 0 0 0 0,0 0 0 0 0,0 0 0 0 0,0 0 0 0 0,0 0 0 0 0,0 0 0 0 0,0 0 0 0 0,0 0 0 0 0,0 0 0 0 0,0 0 0 0 0,0 0 0 0 0,1 0 0 0 0,-1 0 0 0 0,0 0 0 0 0,0 0 0 0 0,0 0 0 0 0,0 0-1 0 0,-13-10 60 0 0,-36-17-40 0 0,2 0 10 0 0,47 27-31 0 0,-1 0 0 0 0,1-1 0 0 0,0 1 0 0 0,-1 0 0 0 0,1 0 0 0 0,0 0 0 0 0,0-1 0 0 0,-1 1 0 0 0,1 0 0 0 0,0 0 0 0 0,0-1 0 0 0,0 1 0 0 0,-1 0-1 0 0,1 0 1 0 0,0-1 0 0 0,0 1 0 0 0,0 0 0 0 0,0-1 0 0 0,0 1 0 0 0,0 0 0 0 0,0-1 0 0 0,0 1 0 0 0,0 0 0 0 0,-1-1 0 0 0,1 1 0 0 0,0 0 0 0 0,0-1 0 0 0,1 1 0 0 0,-1 0 0 0 0,0-1 0 0 0,0 1 0 0 0,0 0-1 0 0,0 0 1 0 0,0-1 0 0 0,0 1 0 0 0,0 0 0 0 0,0-1 0 0 0,1 1 0 0 0,-1 0 0 0 0,0 0 0 0 0,0-1 0 0 0,0 1 0 0 0,1 0 0 0 0,-1 0 0 0 0,0-1 0 0 0,0 1 0 0 0,1 0 0 0 0,-1 0 0 0 0,0 0 0 0 0,0-1-1 0 0,1 1 1 0 0,0 0-2 0 0,-1-1 0 0 0,1 1 0 0 0,0 0 0 0 0,-1-1 0 0 0,1 1 0 0 0,-1 0-1 0 0,1-1 1 0 0,0 1 0 0 0,-1 0 0 0 0,1 0 0 0 0,0 0 0 0 0,-1 0 0 0 0,1 0 0 0 0,0 0-1 0 0,-1 0 1 0 0,1 0 0 0 0,0 0 0 0 0,-1 0 0 0 0,1 0 0 0 0,-1 0 0 0 0,1 0-1 0 0,0 0 1 0 0,0 1 0 0 0,1 1 1 0 0,0 1 0 0 0,0-1 0 0 0,0 1 0 0 0,0-1 1 0 0,-1 1-1 0 0,1 0 0 0 0,-1 0 0 0 0,0-1 0 0 0,0 1 0 0 0,0 0 0 0 0,0 0 0 0 0,0 0 0 0 0,-1 0 0 0 0,1 1 0 0 0,-1-1 0 0 0,0 0 0 0 0,0 0 0 0 0,0 0 0 0 0,0 0 1 0 0,-1 0-1 0 0,1 0 0 0 0,-1 0 0 0 0,0 0 0 0 0,0 0 0 0 0,0 0 0 0 0,0 0 0 0 0,0 0 0 0 0,-1 0 0 0 0,-2 3 0 0 0,-4 9-46 0 0,-1-1 1 0 0,-1 0-1 0 0,0-1 0 0 0,-1 0 0 0 0,-1-1 1 0 0,0 0-1 0 0,-22 17 0 0 0,-10 3-2394 0 0,-2-3-3317 0 0,37-24 3040 0 0</inkml:trace>
</inkml:ink>
</file>

<file path=ppt/ink/ink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05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1125 56 0 0,'7'1'777'0'0,"1"0"-1"0"0,0-1 1 0 0,0 0 0 0 0,0 0-1 0 0,0-1 1 0 0,0 1-1 0 0,15-5 1 0 0,-9 1-233 0 0,0-1 0 0 0,-1 0-1 0 0,23-13 1 0 0,-3-2-182 0 0,-1-1-1 0 0,35-31 1 0 0,-24 17 59 0 0,-2-2 0 0 0,53-63 0 0 0,-73 74-289 0 0,-2 0 0 0 0,-1-1 0 0 0,-1-1 0 0 0,-1 0 0 0 0,18-48 0 0 0,-19 38-62 0 0,-2-1-1 0 0,-2 0 0 0 0,-1-1 0 0 0,-3 0 0 0 0,0 0 1 0 0,-3-1-1 0 0,-2 1 0 0 0,-1-1 0 0 0,-2 0 1 0 0,-10-67-1 0 0,10 105-64 0 0,0-4 5 0 0,0 0 0 0 0,-1 1 1 0 0,0-1-1 0 0,0 1 0 0 0,0-1 0 0 0,-1 1 0 0 0,0 0 1 0 0,0 0-1 0 0,0 0 0 0 0,-1 0 0 0 0,0 0 0 0 0,0 1 1 0 0,-10-9-1 0 0,13 13-11 0 0,0 0 0 0 0,0 0 1 0 0,1 1-1 0 0,-1-1 0 0 0,0 1 1 0 0,0-1-1 0 0,0 0 0 0 0,0 1 1 0 0,0 0-1 0 0,0-1 0 0 0,0 1 1 0 0,-1 0-1 0 0,1-1 0 0 0,0 1 0 0 0,0 0 1 0 0,0 0-1 0 0,0 0 0 0 0,0 0 1 0 0,0 0-1 0 0,0 0 0 0 0,-1 0 1 0 0,1 1-1 0 0,0-1 0 0 0,0 0 1 0 0,0 1-1 0 0,0-1 0 0 0,0 0 0 0 0,0 1 1 0 0,0-1-1 0 0,0 1 0 0 0,0 0 1 0 0,0-1-1 0 0,0 1 0 0 0,1 0 1 0 0,-1 0-1 0 0,0-1 0 0 0,0 1 1 0 0,1 0-1 0 0,-1 0 0 0 0,0 0 1 0 0,1 0-1 0 0,-1 0 0 0 0,1 0 0 0 0,-1 1 1 0 0,-3 3-5 0 0,1 1 1 0 0,0-1-1 0 0,0 1 0 0 0,0-1 1 0 0,1 1-1 0 0,-3 10 0 0 0,-31 341 14 0 0,31-260 6 0 0,-6 45 4 0 0,-7 196 127 0 0,15-215-61 0 0,3-121-78 0 0,-5 26 683 0 0,22-71-607 0 0,-7 15-54 0 0,2 0 0 0 0,23-41 1 0 0,-32 63-22 0 0,-1 1-12 0 0,1 1 1 0 0,-1 0 0 0 0,1 0-1 0 0,0 0 1 0 0,0 0 0 0 0,1 0-1 0 0,-1 1 1 0 0,1 0 0 0 0,-1-1-1 0 0,1 1 1 0 0,0 1-1 0 0,0-1 1 0 0,1 0 0 0 0,-1 1-1 0 0,0 0 1 0 0,1 0 0 0 0,0 0-1 0 0,-1 1 1 0 0,1-1 0 0 0,9 0-1 0 0,-12 2 2 0 0,0 0 0 0 0,0 0 0 0 0,0 0-1 0 0,0 0 1 0 0,0 0 0 0 0,1 1 0 0 0,-1-1-1 0 0,0 1 1 0 0,0-1 0 0 0,0 1 0 0 0,0 0-1 0 0,0 0 1 0 0,-1 0 0 0 0,1 0 0 0 0,0 0-1 0 0,0 0 1 0 0,2 3 0 0 0,30 29-17 0 0,-24-23 17 0 0,-1-1 12 0 0,0-1 0 0 0,1 0 0 0 0,0 0 0 0 0,0-1 0 0 0,1-1 0 0 0,-1 1 0 0 0,1-2 0 0 0,1 0 0 0 0,15 6 0 0 0,-20-10 18 0 0,0 1 0 0 0,1-1 1 0 0,-1 0-1 0 0,1 0 0 0 0,-1-1 0 0 0,1 0 0 0 0,-1 0 0 0 0,1-1 0 0 0,-1 0 0 0 0,0 0 0 0 0,1-1 0 0 0,-1 0 0 0 0,0 0 0 0 0,0-1 0 0 0,0 0 0 0 0,10-6 0 0 0,55-29 1506 0 0,-71 38-1398 0 0,-1-1-121 0 0,1 1 1 0 0,-1 0-1 0 0,1 0 1 0 0,-1-1-1 0 0,1 1 0 0 0,-1 0 1 0 0,0-1-1 0 0,1 1 1 0 0,-1 0-1 0 0,1 0 1 0 0,-1 0-1 0 0,1 0 0 0 0,-1 0 1 0 0,1-1-1 0 0,-1 1 1 0 0,1 0-1 0 0,-1 0 1 0 0,1 0-1 0 0,-1 0 0 0 0,1 0 1 0 0,-1 1-1 0 0,1-1 1 0 0,0 0-1 0 0,-1 0 1 0 0,0 0-1 0 0,2 1 0 0 0,4 24-1012 0 0,-5-14-1729 0 0,-1 2-3468 0 0</inkml:trace>
</inkml:ink>
</file>

<file path=ppt/ink/ink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05.6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0 102 496 0 0,'36'-94'7575'0'0,"-36"93"-7059"0"0,2-5 332 0 0,-2 6-881 0 0,0 0 0 0 0,0 0-1 0 0,0 0 1 0 0,0 0 0 0 0,0 0 0 0 0,0 0 0 0 0,0 0-1 0 0,0 0 1 0 0,0 0 0 0 0,0 0 0 0 0,0 0 0 0 0,0 0-1 0 0,1 0 1 0 0,-1 0 0 0 0,0 0 0 0 0,0 0 0 0 0,0 0-1 0 0,0 0 1 0 0,0 1 0 0 0,0-1 0 0 0,0 0-1 0 0,0 0 1 0 0,0 0 0 0 0,0 0 0 0 0,0 0 0 0 0,0 0-1 0 0,0 0 1 0 0,0 0 0 0 0,0 0 0 0 0,1 0 0 0 0,-1 0-1 0 0,0 0 1 0 0,0 0 0 0 0,0 0 0 0 0,0 0 0 0 0,0 0-1 0 0,0-1 1 0 0,0 1 0 0 0,0 0 0 0 0,0 0 0 0 0,0 0-1 0 0,0 0 1 0 0,0 0 0 0 0,0 0 0 0 0,1 7-391 0 0,-4 21-3086 0 0,0-12 1255 0 0</inkml:trace>
</inkml:ink>
</file>

<file path=ppt/ink/ink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06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199 330 400 0 0,'-1'-39'7455'0'0,"-1"35"-7186"0"0,1-1 1 0 0,-1 0-1 0 0,0 1 1 0 0,0 0 0 0 0,0-1-1 0 0,-1 1 1 0 0,0 0-1 0 0,1 0 1 0 0,-1 1 0 0 0,-1-1-1 0 0,-4-4 1 0 0,7 7-171 0 0,-5 0 0 0 0,-1 0 0 0 0,1 0 1 0 0,0 0-1 0 0,0 1 0 0 0,-12 1 0 0 0,8 2-30 0 0,0 0 0 0 0,1 0-1 0 0,-1 1 1 0 0,1 0 0 0 0,-1 1-1 0 0,1 0 1 0 0,-10 7-1 0 0,17-10-56 0 0,0 0-1 0 0,-1 0 0 0 0,1 0 0 0 0,0 0 0 0 0,0 1 0 0 0,0-1 0 0 0,1 1 0 0 0,-1-1 0 0 0,1 1 0 0 0,-1-1 0 0 0,1 1 1 0 0,0 0-1 0 0,0 0 0 0 0,0 0 0 0 0,0 0 0 0 0,0 0 0 0 0,1 0 0 0 0,-1 0 0 0 0,1 0 0 0 0,0 0 0 0 0,0 0 0 0 0,0 0 0 0 0,1 0 1 0 0,-1 0-1 0 0,0 0 0 0 0,1 0 0 0 0,0-1 0 0 0,0 1 0 0 0,0 0 0 0 0,2 4 0 0 0,10 21 35 0 0,2-2 0 0 0,30 44 0 0 0,-29-49-28 0 0,-2 0 0 0 0,-1 1-1 0 0,-1 1 1 0 0,15 37 0 0 0,-23-45-12 0 0,0 0 1 0 0,-1 1-1 0 0,-1-1 1 0 0,0 1-1 0 0,-2-1 1 0 0,0 1-1 0 0,0 0 0 0 0,-1-1 1 0 0,-1 1-1 0 0,-1-1 1 0 0,0 1-1 0 0,-1-1 1 0 0,-1 0-1 0 0,-12 27 1 0 0,14-35 1 0 0,-1-1 1 0 0,0 1 0 0 0,-1-1-1 0 0,1 0 1 0 0,-1 0-1 0 0,0-1 1 0 0,-8 7 0 0 0,0 1 62 0 0,11-12-13 0 0,-3-7-39 0 0,4 6-18 0 0,1-1-1 0 0,-1 1 1 0 0,1 0-1 0 0,-1 0 0 0 0,1 0 1 0 0,0-1-1 0 0,-1 1 1 0 0,1 0-1 0 0,0-1 1 0 0,-1 1-1 0 0,1 0 1 0 0,0-1-1 0 0,0 1 0 0 0,-1 0 1 0 0,1-1-1 0 0,0 1 1 0 0,0-1-1 0 0,-1 1 1 0 0,1 0-1 0 0,0-1 0 0 0,0 1 1 0 0,0-1-1 0 0,0 1 1 0 0,0-1-1 0 0,0 1 1 0 0,0 0-1 0 0,0-1 1 0 0,0 1-1 0 0,0-1 0 0 0,0 1 1 0 0,0-1-1 0 0,0 1 1 0 0,0-1-1 0 0,0 1 1 0 0,0-1-1 0 0,0 1 1 0 0,15-36 17 0 0,1 2-1 0 0,1 0 1 0 0,30-43 0 0 0,14-26-37 0 0,148-332-123 0 0,-162 332 132 0 0,-41 87 60 0 0,2 0 0 0 0,0 1 0 0 0,1 0 0 0 0,1 0 0 0 0,18-22 0 0 0,-27 35 6 0 0,3 5-46 0 0,0 1-5 0 0,-1-1 0 0 0,1 1 0 0 0,-1 0 0 0 0,0 0 0 0 0,0 1 0 0 0,0-1 0 0 0,0 1 0 0 0,-1-1 0 0 0,0 1 0 0 0,2 5 0 0 0,19 62 82 0 0,-5-12-5 0 0,-12-46-85 0 0,-4-7 61 0 0,0 0-1 0 0,0-1 1 0 0,1 1 0 0 0,0-1 0 0 0,0 0 0 0 0,1 0 0 0 0,0 0 0 0 0,0 0 0 0 0,0 0-1 0 0,1-1 1 0 0,-1 0 0 0 0,10 8 0 0 0,-5-12 57 0 0,-1 0 0 0 0,0-1 0 0 0,1 0 0 0 0,-1-1 0 0 0,13-1 0 0 0,-15 1-84 0 0,32-5 233 0 0,-30 4-226 0 0,0 1 1 0 0,1-1-1 0 0,-1 2 1 0 0,0-1-1 0 0,14 2 0 0 0,-19-1-86 0 0,-1 1 0 0 0,1-1 0 0 0,0 1 0 0 0,-1 0 0 0 0,1 0 0 0 0,-1 0 0 0 0,1 0 0 0 0,-1 1 0 0 0,0-1 0 0 0,1 0 0 0 0,-1 1 0 0 0,0 0 0 0 0,0 0-1 0 0,0-1 1 0 0,0 1 0 0 0,0 0 0 0 0,0 1 0 0 0,-1-1 0 0 0,3 3 0 0 0,6 14-4510 0 0,-5-11 331 0 0,-1 1 884 0 0</inkml:trace>
</inkml:ink>
</file>

<file path=ppt/ink/ink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10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55 560 0 0,'22'-38'4308'0'0,"-21"36"-4145"0"0,1 1-1 0 0,0-1 0 0 0,0 1 1 0 0,0-1-1 0 0,0 1 0 0 0,0 0 0 0 0,0 0 1 0 0,0 0-1 0 0,0 0 0 0 0,1 0 0 0 0,-1 1 1 0 0,0-1-1 0 0,1 1 0 0 0,-1-1 1 0 0,0 1-1 0 0,3 0 0 0 0,-2 1-119 0 0,-1 0-1 0 0,0 0 1 0 0,1 0-1 0 0,-1 1 1 0 0,0-1-1 0 0,0 1 1 0 0,0 0-1 0 0,0 0 1 0 0,0-1-1 0 0,0 1 1 0 0,0 0-1 0 0,-1 1 1 0 0,1-1-1 0 0,1 3 1 0 0,7 12 73 0 0,-1 1 1 0 0,0 0-1 0 0,-2 0 1 0 0,0 1-1 0 0,-1 0 1 0 0,0 0-1 0 0,3 26 1 0 0,-3-15 0 0 0,1-1 1 0 0,14 32 0 0 0,6 2 1433 0 0,3-84-957 0 0,-8-9-258 0 0,-1 0 1 0 0,26-53-1 0 0,19-28-51 0 0,-62 106-281 0 0,3-7-27 0 0,1 1 0 0 0,0 0 0 0 0,0 1 0 0 0,1 0 0 0 0,1 0 0 0 0,0 1 0 0 0,21-16 0 0 0,-30 25-97 0 0,0-1 0 0 0,0 1 0 0 0,-1 0 0 0 0,1-1 1 0 0,0 1-1 0 0,0 0 0 0 0,0 0 0 0 0,0 0 0 0 0,0-1 0 0 0,0 1 0 0 0,0 0 0 0 0,0 0 0 0 0,0 1 0 0 0,0-1 0 0 0,0 0 0 0 0,0 0 1 0 0,0 0-1 0 0,0 0 0 0 0,-1 1 0 0 0,1-1 0 0 0,0 1 0 0 0,0-1 0 0 0,0 0 0 0 0,1 2 0 0 0,7 9-5153 0 0</inkml:trace>
</inkml:ink>
</file>

<file path=ppt/ink/ink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12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212 422 396 0 0,'16'-52'6271'0'0,"-16"50"-5635"0"0,1 0-455 0 0,-1 1-1 0 0,0 0 0 0 0,1-1 0 0 0,-1 1 0 0 0,0-1 0 0 0,0 1 0 0 0,0 0 1 0 0,-1-1-1 0 0,1 1 0 0 0,0 0 0 0 0,0-1 0 0 0,-1 1 0 0 0,1-1 1 0 0,-1 1-1 0 0,1 0 0 0 0,-1 0 0 0 0,0-2 0 0 0,0 2-136 0 0,0-1 0 0 0,-1 1 0 0 0,1 0 0 0 0,0 0 0 0 0,0 0-1 0 0,-1 0 1 0 0,1 0 0 0 0,-1 1 0 0 0,1-1 0 0 0,0 0 0 0 0,-1 1-1 0 0,0-1 1 0 0,1 1 0 0 0,-1-1 0 0 0,1 1 0 0 0,-1 0 0 0 0,0-1 0 0 0,1 1-1 0 0,-1 0 1 0 0,1 0 0 0 0,-1 0 0 0 0,0 0 0 0 0,1 1 0 0 0,-1-1 0 0 0,1 0-1 0 0,-1 1 1 0 0,0-1 0 0 0,-2 2 0 0 0,-5 1-30 0 0,-1 0 0 0 0,1 1 0 0 0,-1 0 0 0 0,-13 8 0 0 0,12-3 14 0 0,0 0 1 0 0,1 0 0 0 0,0 1 0 0 0,0 1-1 0 0,1 0 1 0 0,0 0 0 0 0,1 1 0 0 0,1 0-1 0 0,0 0 1 0 0,0 1 0 0 0,-6 18-1 0 0,11-26-9 0 0,1 0 0 0 0,0 0 0 0 0,0 0 0 0 0,1 0 0 0 0,-1 0 0 0 0,1 0 0 0 0,1 6 0 0 0,-1-10-15 0 0,0 1 1 0 0,0-1 0 0 0,0 0-1 0 0,1 0 1 0 0,-1 1 0 0 0,0-1 0 0 0,1 0-1 0 0,-1 0 1 0 0,1 0 0 0 0,0 0-1 0 0,-1 0 1 0 0,1 0 0 0 0,0 0-1 0 0,-1 0 1 0 0,1 0 0 0 0,0 0-1 0 0,0 0 1 0 0,0 0 0 0 0,0 0 0 0 0,0 0-1 0 0,0-1 1 0 0,0 1 0 0 0,0 0-1 0 0,0-1 1 0 0,1 1 0 0 0,-1-1-1 0 0,0 1 1 0 0,0-1 0 0 0,0 0-1 0 0,3 1 1 0 0,-2-1 10 0 0,2-1 0 0 0,8-4-2 0 0,0-1 0 0 0,-1 0-1 0 0,1 0 1 0 0,-1-2 0 0 0,0 1 0 0 0,-1-1 0 0 0,0-1-1 0 0,10-10 1 0 0,9-7-4 0 0,-28 25-11 0 0,0 0-1 0 0,0 0 0 0 0,0 1 1 0 0,-1-1-1 0 0,1 0 0 0 0,0 0 1 0 0,0 1-1 0 0,0-1 0 0 0,0 1 1 0 0,0-1-1 0 0,0 1 0 0 0,0-1 1 0 0,0 1-1 0 0,1-1 1 0 0,-1 1-1 0 0,0 0 0 0 0,0 0 1 0 0,0 0-1 0 0,0 0 0 0 0,1-1 1 0 0,-1 1-1 0 0,0 1 0 0 0,2-1 1 0 0,15 20-61 0 0,-9-8 52 0 0,-6-8 11 0 0,0 0-1 0 0,0 0 1 0 0,1 0-1 0 0,-1-1 1 0 0,1 0-1 0 0,0 1 1 0 0,0-1-1 0 0,0-1 1 0 0,0 1-1 0 0,1-1 0 0 0,-1 1 1 0 0,1-1-1 0 0,-1-1 1 0 0,1 1-1 0 0,0-1 1 0 0,-1 1-1 0 0,9 0 1 0 0,-4-2-2 0 0,-1 0 1 0 0,1 0-1 0 0,-1-1 1 0 0,1 0-1 0 0,-1 0 1 0 0,0-1-1 0 0,1-1 1 0 0,-1 1-1 0 0,13-7 1 0 0,0-1-1 0 0,-1-1 0 0 0,0-1 0 0 0,0-2 0 0 0,-2 1 0 0 0,1-2 0 0 0,26-29 0 0 0,-19 13 4 0 0,-1-2 1 0 0,-2-1 0 0 0,-1-1-1 0 0,-2-1 1 0 0,-2 0-1 0 0,16-43 1 0 0,-29 66 10 0 0,0-1 0 0 0,-1 1-1 0 0,0-1 1 0 0,-1 0 0 0 0,-1-1 0 0 0,1-16 0 0 0,-3 29 10 0 0,0 1-23 0 0,0 1 0 0 0,0-1-1 0 0,1 1 1 0 0,-1-1 0 0 0,0 1 0 0 0,0-1-1 0 0,0 1 1 0 0,0-1 0 0 0,0 1 0 0 0,0-1-1 0 0,0 1 1 0 0,0-1 0 0 0,0 1 0 0 0,-1-1-1 0 0,1 1 1 0 0,0-1 0 0 0,0 1 0 0 0,0-1-1 0 0,0 1 1 0 0,-1-1 0 0 0,1 1 0 0 0,0-1-1 0 0,-1 1 1 0 0,1 0 0 0 0,0-1 0 0 0,-1 0-1 0 0,-3 2-1 0 0,0 1 0 0 0,0-1 0 0 0,1 1 0 0 0,-1-1 0 0 0,0 1 0 0 0,1 0 0 0 0,0 1 0 0 0,-1-1 0 0 0,1 0-1 0 0,0 1 1 0 0,0 0 0 0 0,0 0 0 0 0,1 0 0 0 0,-1 0 0 0 0,1 0 0 0 0,-1 0 0 0 0,1 1 0 0 0,0-1 0 0 0,0 1-1 0 0,1 0 1 0 0,-3 5 0 0 0,-6 13-6 0 0,2 1 0 0 0,-9 29 0 0 0,9-22 11 0 0,1 1-1 0 0,2 0 1 0 0,1 0 0 0 0,-1 58-1 0 0,6-71 3 0 0,1 0 0 0 0,0-1 0 0 0,1 1 0 0 0,1-1 0 0 0,1 0 0 0 0,0 0 0 0 0,1 0 0 0 0,1 0 0 0 0,18 29 0 0 0,-23-42-2 0 0,1-1-1 0 0,0 1 0 0 0,-1-1 1 0 0,1 0-1 0 0,1 0 0 0 0,-1 0 1 0 0,0 0-1 0 0,1 0 0 0 0,0-1 1 0 0,-1 1-1 0 0,1-1 0 0 0,0 0 1 0 0,0-1-1 0 0,0 1 0 0 0,0-1 1 0 0,1 1-1 0 0,-1-1 0 0 0,0 0 1 0 0,1-1-1 0 0,-1 1 1 0 0,0-1-1 0 0,1 0 0 0 0,-1 0 1 0 0,0 0-1 0 0,1-1 0 0 0,6-1 1 0 0,-1 0 11 0 0,0 0 1 0 0,-1-1 0 0 0,1 0 0 0 0,-1-1 0 0 0,0 0 0 0 0,0 0 0 0 0,0-1-1 0 0,0 0 1 0 0,-1-1 0 0 0,12-9 0 0 0,-10 6 48 0 0,0-1 0 0 0,0-1 0 0 0,-1 1 1 0 0,-1-1-1 0 0,0-1 0 0 0,0 0 0 0 0,-1 0 0 0 0,0 0 1 0 0,6-19-1 0 0,-11 27-2 0 0,-1 0 0 0 0,1-1 0 0 0,-1 1 0 0 0,0-1 0 0 0,0 1 1 0 0,-1-1-1 0 0,1 1 0 0 0,-1-7 0 0 0,0 9 285 0 0,-2 3-342 0 0,-1 0 0 0 0,0 0 0 0 0,1 0 0 0 0,-1 0 0 0 0,1 0 0 0 0,0 1 0 0 0,-1-1 1 0 0,1 1-1 0 0,0-1 0 0 0,0 1 0 0 0,0 0 0 0 0,0 0 0 0 0,0 0 0 0 0,1 0 0 0 0,-1 1 0 0 0,1-1 0 0 0,-1 0 0 0 0,1 1 0 0 0,0-1 0 0 0,-2 4 0 0 0,-18 55 58 0 0,20-57-56 0 0,0 0-1 0 0,1 1 0 0 0,-1-1 0 0 0,1 1 0 0 0,1-1 0 0 0,-1 0 1 0 0,0 1-1 0 0,1-1 0 0 0,0 0 0 0 0,0 1 0 0 0,0-1 0 0 0,1 0 1 0 0,3 8-1 0 0,-4-10-3 0 0,0 0 0 0 0,1 0 0 0 0,-1 1 0 0 0,1-1 0 0 0,0 0 0 0 0,-1-1-1 0 0,1 1 1 0 0,0 0 0 0 0,0 0 0 0 0,0-1 0 0 0,0 1 0 0 0,1-1 0 0 0,-1 0 0 0 0,0 0 0 0 0,1 0 0 0 0,-1 0 0 0 0,0 0 0 0 0,1 0 0 0 0,-1 0 0 0 0,1-1 0 0 0,-1 1 0 0 0,1-1 0 0 0,0 0 0 0 0,-1 0 0 0 0,1 0 0 0 0,3 0 0 0 0,12-4-6 0 0,-1-1 0 0 0,0 0 0 0 0,0-1 0 0 0,0-1 0 0 0,-1-1 0 0 0,0 0 0 0 0,0-1 0 0 0,-1-1 0 0 0,0 0 0 0 0,14-13 0 0 0,-16 13 3 0 0,10-4-116 0 0,-8 8 49 0 0,-17 74 82 0 0,1-59-3 0 0,1-8-8 0 0,0-1 0 0 0,-1 1 0 0 0,1-1 0 0 0,0 1 0 0 0,0-1 0 0 0,0 0 0 0 0,-1 1 0 0 0,1-1 0 0 0,0 1 0 0 0,0-1 1 0 0,0 1-1 0 0,0-1 0 0 0,0 1 0 0 0,0-1 0 0 0,0 1 0 0 0,0-1 0 0 0,0 1 0 0 0,0-1 0 0 0,0 1 0 0 0,0-1 0 0 0,0 1 0 0 0,1-1 0 0 0,-1 0 0 0 0,0 1 0 0 0,0-1 0 0 0,0 1 0 0 0,1-1 0 0 0,-1 1 0 0 0,0-1 0 0 0,1 0 0 0 0,-1 1 0 0 0,0-1 1 0 0,1 0-1 0 0,-1 1 0 0 0,0-1 0 0 0,1 0 0 0 0,-1 1 0 0 0,0-1 0 0 0,1 0 0 0 0,-1 0 0 0 0,1 0 0 0 0,-1 1 0 0 0,1-1 0 0 0,-1 0 0 0 0,1 0 0 0 0,-1 0 0 0 0,1 0 0 0 0,-1 0 0 0 0,1 0 0 0 0,-1 0 0 0 0,0 0 0 0 0,2 0 0 0 0,30-17 8 0 0,6-4 33 0 0,-36 20-46 0 0,0-1-1 0 0,0 1 1 0 0,0-1-1 0 0,0 1 1 0 0,1 0-1 0 0,-1 0 1 0 0,0 0-1 0 0,0 0 1 0 0,1 0-1 0 0,-1 1 1 0 0,0-1-1 0 0,1 1 1 0 0,-1-1-1 0 0,1 1 1 0 0,-1 0 0 0 0,1 0-1 0 0,-1 0 1 0 0,0 0-1 0 0,1 1 1 0 0,-1-1-1 0 0,1 1 1 0 0,-1-1-1 0 0,0 1 1 0 0,1 0-1 0 0,-1 0 1 0 0,0 0-1 0 0,0 0 1 0 0,0 0-1 0 0,3 2 1 0 0,-4-2 3 0 0,34 38-1932 0 0,-30-36 708 0 0,0 1-1 0 0,0-1 1 0 0,1 0 0 0 0,-1 0 0 0 0,9 2-1 0 0,-12-4 548 0 0,8 2-1936 0 0</inkml:trace>
</inkml:ink>
</file>

<file path=ppt/ink/ink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13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17 256 0 0,'0'-14'6601'0'0,"-2"13"-6483"0"0,0 1 0 0 0,-1-1 1 0 0,1 1-1 0 0,-1 0 0 0 0,1-1 1 0 0,0 1-1 0 0,-1 0 0 0 0,1 1 1 0 0,-1-1-1 0 0,1 0 1 0 0,0 1-1 0 0,-1-1 0 0 0,1 1 1 0 0,0 0-1 0 0,-1-1 0 0 0,1 1 1 0 0,0 0-1 0 0,0 1 0 0 0,0-1 1 0 0,0 0-1 0 0,0 0 0 0 0,0 1 1 0 0,0 0-1 0 0,0-1 1 0 0,0 1-1 0 0,1 0 0 0 0,-1 0 1 0 0,1 0-1 0 0,-1 0 0 0 0,1 0 1 0 0,0 0-1 0 0,-1 2 0 0 0,0-1-63 0 0,1 0 0 0 0,-1 0 0 0 0,1 1 0 0 0,0-1-1 0 0,0 0 1 0 0,0 0 0 0 0,0 1 0 0 0,1-1-1 0 0,-1 0 1 0 0,1 1 0 0 0,0-1 0 0 0,0 1 0 0 0,0-1-1 0 0,0 0 1 0 0,1 1 0 0 0,-1-1 0 0 0,1 1-1 0 0,0-1 1 0 0,0 0 0 0 0,0 0 0 0 0,1 0 0 0 0,-1 1-1 0 0,2 2 1 0 0,1-3-36 0 0,0 1 0 0 0,0 0 0 0 0,0-1 0 0 0,1 0 0 0 0,-1 0 0 0 0,1 0-1 0 0,-1 0 1 0 0,1-1 0 0 0,0 0 0 0 0,0 0 0 0 0,0 0 0 0 0,1-1 0 0 0,-1 1 0 0 0,0-1 0 0 0,0 0-1 0 0,1-1 1 0 0,-1 1 0 0 0,1-1 0 0 0,-1-1 0 0 0,7 0 0 0 0,-1 1-7 0 0,0-1 1 0 0,0-1-1 0 0,0 0 1 0 0,0-1-1 0 0,0 0 1 0 0,-1 0-1 0 0,1-1 1 0 0,17-10-1 0 0,-16 5 33 0 0,-1 0-1 0 0,0 0 0 0 0,0-1 0 0 0,0-1 0 0 0,9-13 0 0 0,-17 20-8 0 0,-1 2-13 0 0,10-17 1229 0 0,-5 11-2847 0 0,-28 26-8856 0 0</inkml:trace>
</inkml:ink>
</file>

<file path=ppt/ink/ink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14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5 115 268 0 0,'0'0'5607'0'0,"4"-2"-5422"0"0,2 0-43 0 0,0-1 1 0 0,0 0-1 0 0,-1 0 0 0 0,0 0 0 0 0,0-1 1 0 0,0 0-1 0 0,0 0 0 0 0,0 0 1 0 0,-1 0-1 0 0,1-1 0 0 0,-1 0 1 0 0,5-8-1 0 0,-8 11-92 0 0,0 1 1 0 0,1-1-1 0 0,-1 0 1 0 0,-1 0-1 0 0,1 1 0 0 0,0-1 1 0 0,0 0-1 0 0,-1 0 1 0 0,1 0-1 0 0,-1 0 0 0 0,1 0 1 0 0,-1 0-1 0 0,0 0 1 0 0,0 0-1 0 0,0 0 0 0 0,0 0 1 0 0,0 0-1 0 0,-1 0 1 0 0,1 0-1 0 0,0 0 0 0 0,-1 0 1 0 0,0 0-1 0 0,-1-3 1 0 0,1 2 30 0 0,0 3-56 0 0,0-1 0 0 0,-1 1 0 0 0,1-1 0 0 0,0 1 0 0 0,0 0 0 0 0,0-1 0 0 0,0 1 0 0 0,0 0 0 0 0,-1 0 0 0 0,1 0 0 0 0,0 0 0 0 0,0 0 0 0 0,0 0 0 0 0,-1 0 0 0 0,1 0 0 0 0,0 0-1 0 0,0 0 1 0 0,0 1 0 0 0,0-1 0 0 0,0 1 0 0 0,-1-1 0 0 0,1 0 0 0 0,0 1 0 0 0,0 0 0 0 0,0-1 0 0 0,-1 2 0 0 0,-26 21 378 0 0,25-20-349 0 0,1 0 0 0 0,0 0 0 0 0,0 1 0 0 0,0-1 0 0 0,0 0 0 0 0,0 1 0 0 0,1 0 0 0 0,0-1 0 0 0,-1 1 0 0 0,1 0 0 0 0,1-1 0 0 0,-1 1-1 0 0,0 0 1 0 0,1 0 0 0 0,0 0 0 0 0,0 0 0 0 0,0 0 0 0 0,0 0 0 0 0,1-1 0 0 0,0 1 0 0 0,-1 0 0 0 0,1 0 0 0 0,1-1 0 0 0,-1 1 0 0 0,0 0 0 0 0,1-1 0 0 0,0 1 0 0 0,0-1 0 0 0,0 0-1 0 0,0 0 1 0 0,0 1 0 0 0,1-2 0 0 0,0 1 0 0 0,-1 0 0 0 0,4 2 0 0 0,6 6-17 0 0,0-2 0 0 0,1 1 0 0 0,-1-2 0 0 0,2 0 0 0 0,-1 0-1 0 0,1-1 1 0 0,22 7 0 0 0,35 6-1958 0 0,-22-13-3243 0 0,-22-5 2110 0 0</inkml:trace>
</inkml:ink>
</file>

<file path=ppt/ink/ink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0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25 213 400 0 0,'5'-31'3240'0'0,"-1"-1"-1"0"0,-1-63 1 0 0,-3 95-3239 0 0,0-3 878 0 0,0-5-442 0 0,0 8-399 0 0,0 0-1 0 0,0 0 1 0 0,0 1 0 0 0,0-1 0 0 0,-1 0-1 0 0,1 0 1 0 0,0 0 0 0 0,0 0 0 0 0,0 0 0 0 0,0 0-1 0 0,0 0 1 0 0,0 0 0 0 0,0 0 0 0 0,0 0 0 0 0,0 0-1 0 0,0 0 1 0 0,-1 0 0 0 0,1 0 0 0 0,0 0 0 0 0,0 0-1 0 0,0 0 1 0 0,0 0 0 0 0,0 0 0 0 0,0 0 0 0 0,0 0-1 0 0,0 0 1 0 0,0 0 0 0 0,-1 0 0 0 0,1 0-1 0 0,0 0 1 0 0,0 0 0 0 0,0 0 0 0 0,0-1 0 0 0,0 1-1 0 0,0 0 1 0 0,0 0 0 0 0,0 0 0 0 0,0 0 0 0 0,0 0-1 0 0,0 0 1 0 0,-7 17 73 0 0,1 1-1 0 0,0 0 1 0 0,2 0-1 0 0,0 0 1 0 0,1 1-1 0 0,1-1 0 0 0,1 1 1 0 0,1 0-1 0 0,0-1 1 0 0,1 1-1 0 0,1-1 1 0 0,1 1-1 0 0,8 27 1 0 0,-8-36-82 0 0,0 1 1 0 0,1-1 0 0 0,0 0 0 0 0,0 0-1 0 0,1-1 1 0 0,1 1 0 0 0,-1-1 0 0 0,2 0-1 0 0,-1-1 1 0 0,1 1 0 0 0,0-1-1 0 0,1-1 1 0 0,0 1 0 0 0,0-1 0 0 0,1-1-1 0 0,0 1 1 0 0,0-2 0 0 0,0 1 0 0 0,1-1-1 0 0,0-1 1 0 0,0 1 0 0 0,0-2 0 0 0,0 1-1 0 0,1-2 1 0 0,14 3 0 0 0,-7-3-3 0 0,1 0 0 0 0,0-2 0 0 0,0 0 0 0 0,0-1 0 0 0,-1-1 0 0 0,1-1 0 0 0,-1-1 0 0 0,1 0 0 0 0,-1-1 0 0 0,0-1 0 0 0,-1-1 0 0 0,28-14 0 0 0,-33 14-14 0 0,0-1 0 0 0,0 1-1 0 0,-1-2 1 0 0,0 0 0 0 0,0 0 0 0 0,-1-1-1 0 0,0-1 1 0 0,-1 1 0 0 0,0-1 0 0 0,-1-1-1 0 0,0 0 1 0 0,-1 0 0 0 0,0 0 0 0 0,-1-1-1 0 0,-1 0 1 0 0,0 0 0 0 0,5-21-1 0 0,-6 18 39 0 0,-1 0-1 0 0,0 0 0 0 0,-2 0 0 0 0,1 0 0 0 0,-2 0 0 0 0,-1 0 0 0 0,0 0 0 0 0,0 0 0 0 0,-2 0 0 0 0,-7-26 0 0 0,-1-7-58 0 0,11 47-181 0 0,2 8-3589 0 0,1 4 3235 0 0,5 12-809 0 0,-1-5-3575 0 0,-5-7 1756 0 0</inkml:trace>
</inkml:ink>
</file>

<file path=ppt/ink/ink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1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4 372 0 0,'0'0'1534'0'0,"1"0"-1444"0"0,-1 0 0 0 0,1-1 0 0 0,-1 1 0 0 0,0 0 0 0 0,1 0 0 0 0,-1-1 0 0 0,1 1 0 0 0,-1 0 0 0 0,0 0 0 0 0,1-1 0 0 0,-1 1 0 0 0,1 0 0 0 0,-1 0 0 0 0,1 0 0 0 0,-1 0 0 0 0,1 0 0 0 0,-1 0 0 0 0,1 0 0 0 0,-1 0 0 0 0,1 0 0 0 0,-1 0 0 0 0,1 0 0 0 0,-1 0 0 0 0,1 0 0 0 0,3 5 103 0 0,0-1 1 0 0,-1 1 0 0 0,0 0 0 0 0,0 0 0 0 0,-1 0-1 0 0,1 0 1 0 0,-1 0 0 0 0,0 1 0 0 0,-1-1-1 0 0,1 1 1 0 0,1 10 0 0 0,3 66 910 0 0,-16-9 1622 0 0,9-71-1954 0 0,2-10-659 0 0,1-4-47 0 0,0-1 0 0 0,1 1 0 0 0,1 0 0 0 0,0 0-1 0 0,9-19 1 0 0,-11 27-42 0 0,0-1-1 0 0,1 0 1 0 0,-1 1 0 0 0,1-1-1 0 0,0 1 1 0 0,1 0 0 0 0,-1-1-1 0 0,0 2 1 0 0,1-1 0 0 0,0 0-1 0 0,0 1 1 0 0,0 0 0 0 0,1 0-1 0 0,-1 0 1 0 0,1 0 0 0 0,-1 1-1 0 0,9-4 1 0 0,-11 6-5 0 0,3 1-15 0 0,1 1-1 0 0,0 0 1 0 0,-1 0-1 0 0,1 1 0 0 0,-1 0 1 0 0,0 0-1 0 0,1 0 0 0 0,-2 0 1 0 0,1 1-1 0 0,0 0 1 0 0,-1 0-1 0 0,1 0 0 0 0,4 7 1 0 0,1 3 104 0 0,-1 0 1 0 0,0 1 0 0 0,8 20 0 0 0,-9-18-2589 0 0,1 0 1 0 0,19 28-1 0 0,-22-39-376 0 0</inkml:trace>
</inkml:ink>
</file>

<file path=ppt/ink/ink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2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85 224 0 0,'-6'-47'6954'0'0,"6"45"-6283"0"0,2-33 5247 0 0,27 145-5617 0 0,7 30-220 0 0,-36-136-77 0 0,1-1 1 0 0,-1 1-1 0 0,1-1 1 0 0,0 0 0 0 0,0 1-1 0 0,1-1 1 0 0,-1 0-1 0 0,1 0 1 0 0,-1 0 0 0 0,1 0-1 0 0,0 0 1 0 0,0 0-1 0 0,5 4 1 0 0,-6-5 1 0 0,1-1 0 0 0,0 0 0 0 0,0 0 0 0 0,0 0 0 0 0,0 0 0 0 0,0 0 0 0 0,0 0 0 0 0,0 0 0 0 0,0 0 0 0 0,0-1-1 0 0,0 1 1 0 0,1-1 0 0 0,-1 0 0 0 0,0 0 0 0 0,0 1 0 0 0,4-2 0 0 0,-1 0 7 0 0,1 0 0 0 0,-1 0 0 0 0,0-1-1 0 0,0 1 1 0 0,1-1 0 0 0,-1-1 0 0 0,-1 1 0 0 0,1-1 0 0 0,0 0-1 0 0,-1 0 1 0 0,1 0 0 0 0,-1 0 0 0 0,0-1 0 0 0,0 0 0 0 0,4-4-1 0 0,-6 5-10 0 0,1 0 2 0 0,0-1 0 0 0,0 1 0 0 0,-1-1 0 0 0,1 0 0 0 0,-1 0 0 0 0,0 0 1 0 0,0 0-1 0 0,0 0 0 0 0,0 0 0 0 0,-1 0 0 0 0,0-1 0 0 0,0 1 0 0 0,0-1 1 0 0,0-4-1 0 0,-1 7-6 0 0,10-45 5 0 0,-9 45-11 0 0,0-5 190 0 0,-1 4-536 0 0,-1 6-1910 0 0,-2 5 1741 0 0,-2 5 308 0 0,-5 3-5997 0 0,4-8 3290 0 0</inkml:trace>
</inkml:ink>
</file>

<file path=ppt/ink/ink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3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54 452 0 0,'-16'-45'7449'0'0,"15"39"-6928"0"0,0 4-177 0 0,2 5 1776 0 0,15 78-1580 0 0,9 133 0 0 0,-18-12-247 0 0,-12-136 1382 0 0,6-72-1596 0 0,2-8-38 0 0,1 0 0 0 0,0-1 0 0 0,1 2 0 0 0,1-1 0 0 0,0 1 0 0 0,1-1 1 0 0,0 2-1 0 0,1-1 0 0 0,0 1 0 0 0,16-17 0 0 0,-22 27-42 0 0,0-1 0 0 0,0 1 1 0 0,0-1-1 0 0,1 1 0 0 0,-1 0 1 0 0,1 0-1 0 0,-1 0 0 0 0,1 0 1 0 0,0 1-1 0 0,0-1 0 0 0,0 1 1 0 0,0-1-1 0 0,0 1 0 0 0,5-1 1 0 0,-6 1-14 0 0,10 13-14 0 0,18 49 6 0 0,-23-44-67 0 0,0 0-1 0 0,2-1 1 0 0,0 0-1 0 0,13 17 0 0 0,-20-31-70 0 0,-1-1 0 0 0,1 0-1 0 0,-1 0 1 0 0,1 0-1 0 0,-1 0 1 0 0,1 0 0 0 0,0 0-1 0 0,0 0 1 0 0,-1 0-1 0 0,1-1 1 0 0,0 1 0 0 0,0-1-1 0 0,0 1 1 0 0,3-1-1 0 0,8 0-6246 0 0,0-3 3521 0 0</inkml:trace>
</inkml:ink>
</file>

<file path=ppt/ink/ink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4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67 484 0 0,'0'0'5022'0'0,"-20"2"-2861"0"0,-49 64-307 0 0,36-20-1183 0 0,15-19-205 0 0,22-21-187 0 0,12-9-239 0 0,-7-2-23 0 0,0 0-1 0 0,0-1 1 0 0,-1 0 0 0 0,0 0 0 0 0,0-1-1 0 0,-1 0 1 0 0,1 0 0 0 0,6-9 0 0 0,11-11-3 0 0,-22 24-16 0 0,1 0 0 0 0,-1 0 0 0 0,1 0 0 0 0,-1 0-1 0 0,1 1 1 0 0,0-1 0 0 0,0 1 0 0 0,7-3 0 0 0,-9 5-2 0 0,-1 0 0 0 0,1 0 1 0 0,-1 0-1 0 0,1 0 0 0 0,0 0 1 0 0,-1 0-1 0 0,1 0 1 0 0,0 0-1 0 0,-1 1 0 0 0,1-1 1 0 0,-1 1-1 0 0,1-1 0 0 0,-1 1 1 0 0,1 0-1 0 0,-1-1 1 0 0,1 1-1 0 0,-1 0 0 0 0,1 0 1 0 0,-1 0-1 0 0,0 0 0 0 0,0 0 1 0 0,0 1-1 0 0,0-1 1 0 0,1 0-1 0 0,0 2 0 0 0,1 1-5 0 0,0-1 0 0 0,0 0 0 0 0,0 0 0 0 0,0 0 0 0 0,1 0 0 0 0,0-1 0 0 0,-1 1 0 0 0,1-1 0 0 0,0 0 0 0 0,0 0 0 0 0,0 0 0 0 0,0-1-1 0 0,0 1 1 0 0,1-1 0 0 0,-1 0 0 0 0,0 0 0 0 0,1-1 0 0 0,-1 1 0 0 0,1-1 0 0 0,-1 0 0 0 0,1 0 0 0 0,-1-1 0 0 0,0 1 0 0 0,1-1 0 0 0,-1 0 0 0 0,0 0 0 0 0,1 0-1 0 0,-1-1 1 0 0,6-2 0 0 0,2-4-1 0 0,1 0 0 0 0,-2 0 0 0 0,1-1 0 0 0,16-17-1 0 0,3-3 226 0 0,-30 28-136 0 0,0 2-67 0 0,0-1-1 0 0,-1 0 1 0 0,1 0 0 0 0,0 0-1 0 0,-1 0 1 0 0,1 0 0 0 0,0 1-1 0 0,-1-1 1 0 0,1 0 0 0 0,0 0-1 0 0,-1 1 1 0 0,1-1 0 0 0,-1 1-1 0 0,1-1 1 0 0,-1 0-1 0 0,1 1 1 0 0,-1-1 0 0 0,1 1-1 0 0,-1-1 1 0 0,1 1 0 0 0,-1-1-1 0 0,0 1 1 0 0,1 0 0 0 0,-1-1-1 0 0,0 1 1 0 0,1-1 0 0 0,-1 2-1 0 0,4 26 221 0 0,-11 41 45 0 0,5-52-209 0 0,-6 57 116 0 0,-20 128 103 0 0,16-139 564 0 0,17-98-826 0 0,2-1 0 0 0,1 1 0 0 0,2 1 0 0 0,2-1 0 0 0,1 2 0 0 0,1 0 0 0 0,2 0 0 0 0,1 2 0 0 0,2 0 0 0 0,1 1 1 0 0,45-53-1 0 0,-65 83-26 0 0,42-39 6 0 0,-38 36-9 0 0,-1 1 0 0 0,0-1 1 0 0,1 1-1 0 0,-1 0 0 0 0,1 0 1 0 0,0 0-1 0 0,0 1 1 0 0,0-1-1 0 0,0 1 0 0 0,0 0 1 0 0,0 0-1 0 0,5 0 0 0 0,-7 0 4 0 0,0 1 0 0 0,0 0 0 0 0,0-1 0 0 0,0 1 1 0 0,1 0-1 0 0,-1 1 0 0 0,0-1 0 0 0,0 0 0 0 0,0 0 0 0 0,0 1 0 0 0,0-1 0 0 0,0 1 0 0 0,0 0 0 0 0,0 0 0 0 0,0 0 0 0 0,-1 0 0 0 0,1 0 0 0 0,0 0 0 0 0,0 0 0 0 0,-1 0 1 0 0,1 1-1 0 0,-1-1 0 0 0,1 1 0 0 0,-1-1 0 0 0,1 1 0 0 0,-1-1 0 0 0,0 1 0 0 0,0 0 0 0 0,0 0 0 0 0,0 0 0 0 0,0-1 0 0 0,0 1 0 0 0,-1 0 0 0 0,1 0 0 0 0,0 0 0 0 0,-1 0 0 0 0,0 0 1 0 0,1 1-1 0 0,-1-1 0 0 0,0 0 0 0 0,0 0 0 0 0,0 0 0 0 0,-1 0 0 0 0,1 0 0 0 0,-1 3 0 0 0,0 0 2 0 0,0 1-1 0 0,-1-1 1 0 0,1 0-1 0 0,-1 0 1 0 0,-1 0-1 0 0,1 0 1 0 0,-1 0 0 0 0,0 0-1 0 0,0-1 1 0 0,0 1-1 0 0,0-1 1 0 0,-1 0-1 0 0,-7 7 1 0 0,-25 17-623 0 0,27-22-6703 0 0</inkml:trace>
</inkml:ink>
</file>

<file path=ppt/ink/ink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5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1 376 0 0,'-3'15'3190'0'0,"4"-10"-2828"0"0,0 0 0 0 0,1 0 0 0 0,-1 0 0 0 0,1 0 0 0 0,0-1 1 0 0,0 1-1 0 0,0 0 0 0 0,1-1 0 0 0,0 1 0 0 0,0-1 0 0 0,0 0 0 0 0,0 0 0 0 0,6 5 0 0 0,-8-8-36 0 0,0 0-280 0 0,-1-1 1 0 0,1 1-1 0 0,-1-1 1 0 0,1 0-1 0 0,-1 1 1 0 0,1-1-1 0 0,-1 1 1 0 0,1-1-1 0 0,-1 0 1 0 0,1 0-1 0 0,0 1 1 0 0,-1-1-1 0 0,1 0 1 0 0,-1 0-1 0 0,1 0 1 0 0,0 1-1 0 0,-1-1 1 0 0,1 0-1 0 0,0 0 1 0 0,-1 0-1 0 0,1 0 1 0 0,0 0-1 0 0,-1 0 1 0 0,1-1-1 0 0,0 1 1 0 0,-1 0-1 0 0,1 0 1 0 0,-1 0-1 0 0,1-1 1 0 0,0 1-1 0 0,-1 0 1 0 0,1 0-1 0 0,-1-1 1 0 0,1 1-1 0 0,0-1 1 0 0,31-27 2373 0 0,-30 31-2431 0 0,5 7 10 0 0,-6-8 7 0 0,17 12 152 0 0,-19-29-65 0 0,0 12-114 0 0,1-3 27 0 0,-1 13-100 0 0,-13 67 126 0 0,-3-1 0 0 0,-48 129 0 0 0,47-139-10 0 0,-4 11 43 0 0,21-73-27 0 0,0 7-17 0 0,1-5-8 0 0,3-8 53 0 0,32-78-189 0 0,4 3 1 0 0,54-82-1 0 0,-88 153 93 0 0,65-89-230 0 0,-48 70 191 0 0,-17 21 34 0 0,1 1-1 0 0,0 0 1 0 0,0 0-1 0 0,0 0 1 0 0,1 0-1 0 0,0 1 1 0 0,0 1-1 0 0,0-1 1 0 0,10-4-1 0 0,-14 8 7 0 0,-1 4 6 0 0,-1-2 20 0 0,0 1 1 0 0,0-1-1 0 0,0 0 0 0 0,-1 1 1 0 0,1-1-1 0 0,0 1 0 0 0,-1-1 1 0 0,1 1-1 0 0,-1-1 0 0 0,0 1 1 0 0,1-1-1 0 0,-1 1 1 0 0,0 0-1 0 0,0-1 0 0 0,0 1 1 0 0,0-1-1 0 0,0 1 0 0 0,0 0 1 0 0,-1-1-1 0 0,1 1 0 0 0,0-1 1 0 0,-1 1-1 0 0,1-1 1 0 0,-1 1-1 0 0,0-1 0 0 0,1 1 1 0 0,-2 1-1 0 0,-4 14 5 0 0,2-9-26 0 0,0 0 1 0 0,-1 0-1 0 0,0 0 0 0 0,-1-1 1 0 0,0 0-1 0 0,0 0 1 0 0,0-1-1 0 0,-1 1 1 0 0,0-1-1 0 0,0-1 0 0 0,-11 7 1 0 0,1 1-963 0 0,16-11 77 0 0,-8-2-4089 0 0</inkml:trace>
</inkml:ink>
</file>

<file path=ppt/ink/ink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5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8 408 0 0,'-2'2'141'0'0,"1"0"0"0"0,0 0 0 0 0,0 0 0 0 0,0 0 1 0 0,0 0-1 0 0,0 0 0 0 0,0 0 0 0 0,1 0 0 0 0,-1 0 0 0 0,1 0 0 0 0,-1 1 0 0 0,1-1 0 0 0,0 0 0 0 0,0 0 1 0 0,0 1-1 0 0,0-1 0 0 0,0 0 0 0 0,1 0 0 0 0,-1 1 0 0 0,1-1 0 0 0,-1 0 0 0 0,1 0 0 0 0,0 0 1 0 0,0 0-1 0 0,0 0 0 0 0,0 0 0 0 0,0 0 0 0 0,0 0 0 0 0,0 0 0 0 0,1 0 0 0 0,-1-1 0 0 0,1 1 0 0 0,0 0 1 0 0,-1-1-1 0 0,1 1 0 0 0,0-1 0 0 0,0 0 0 0 0,0 0 0 0 0,0 0 0 0 0,0 0 0 0 0,0 0 0 0 0,0 0 1 0 0,4 1-1 0 0,-1-1-43 0 0,1-1 1 0 0,-1 0-1 0 0,1 0 0 0 0,-1 0 1 0 0,1 0-1 0 0,-1-1 1 0 0,1 0-1 0 0,-1 0 1 0 0,0-1-1 0 0,1 1 1 0 0,-1-1-1 0 0,0 0 1 0 0,0-1-1 0 0,9-4 1 0 0,5-6 388 0 0,0 0 0 0 0,21-20 0 0 0,-32 26-186 0 0,-8 7-273 0 0,0 0-1 0 0,0-1 0 0 0,1 1 1 0 0,-1 0-1 0 0,0-1 1 0 0,0 1-1 0 0,1 0 0 0 0,-1 0 1 0 0,0-1-1 0 0,1 1 1 0 0,-1 0-1 0 0,0 0 1 0 0,1-1-1 0 0,-1 1 0 0 0,0 0 1 0 0,1 0-1 0 0,-1 0 1 0 0,0-1-1 0 0,1 1 0 0 0,-1 0 1 0 0,1 0-1 0 0,-1 0 1 0 0,0 0-1 0 0,1 0 0 0 0,-1 0 1 0 0,1 0-1 0 0,-1 0 1 0 0,0 0-1 0 0,1 0 0 0 0,-1 0 1 0 0,1 0-1 0 0,-1 0 1 0 0,0 1-1 0 0,1-1 0 0 0,-1 0 1 0 0,1 0-1 0 0,-1 0 1 0 0,0 0-1 0 0,1 1 1 0 0,-1-1-1 0 0,0 0 0 0 0,1 0 1 0 0,-1 1-1 0 0,0-1 1 0 0,0 0-1 0 0,1 1 0 0 0,-1-1 1 0 0,0 1-1 0 0,3 29 383 0 0,-15 49-455 0 0,10-70 159 0 0,-11 56-61 0 0,-2 0-1 0 0,-4-1 1 0 0,-2-1 0 0 0,-3-1 0 0 0,-54 100-1 0 0,69-149 7 0 0,0 0-1 0 0,0-1 1 0 0,-1-1-1 0 0,0 0 0 0 0,-1 0 1 0 0,0-1-1 0 0,-1 0 0 0 0,-16 10 1 0 0,28-20-45 0 0,0 0 0 0 0,-1 1 0 0 0,1-1 0 0 0,-1 0 1 0 0,1 1-1 0 0,0-1 0 0 0,-1 0 0 0 0,1 0 0 0 0,-1 0 0 0 0,1 0 1 0 0,-1 0-1 0 0,1 1 0 0 0,-1-1 0 0 0,1 0 0 0 0,-1 0 0 0 0,1 0 1 0 0,-1 0-1 0 0,1 0 0 0 0,-1 0 0 0 0,1-1 0 0 0,-1 1 1 0 0,1 0-1 0 0,-1 0 0 0 0,1 0 0 0 0,-1 0 0 0 0,1 0 0 0 0,0-1 1 0 0,-1 1-1 0 0,1 0 0 0 0,-1 0 0 0 0,1-1 0 0 0,-1 1 0 0 0,1 0 1 0 0,0-1-1 0 0,-1 1 0 0 0,1-1 0 0 0,0 1 0 0 0,0 0 0 0 0,-1-1 1 0 0,1 1-1 0 0,0-1 0 0 0,0 1 0 0 0,-1-1 0 0 0,1 1 0 0 0,0 0 1 0 0,0-1-1 0 0,0 1 0 0 0,0-1 0 0 0,0 1 0 0 0,0-1 0 0 0,0 1 1 0 0,0-1-1 0 0,0 1 0 0 0,0-1 0 0 0,0 1 0 0 0,0-2 0 0 0,2-24 142 0 0,5 7-91 0 0,1 1-1 0 0,0 0 0 0 0,2 1 0 0 0,0 0 1 0 0,1 1-1 0 0,1 0 0 0 0,16-18 1 0 0,103-95-1797 0 0,-123 122 1448 0 0,36-34-6174 0 0,-33 31 3350 0 0</inkml:trace>
</inkml:ink>
</file>

<file path=ppt/ink/ink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29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80 392 0 0,'-16'-43'4689'0'0,"16"41"-4185"0"0,0-1-68 0 0,-1 0 0 0 0,1 0-1 0 0,-1 0 1 0 0,1 0 0 0 0,-1 1-1 0 0,0-1 1 0 0,0 0 0 0 0,0 0-1 0 0,0 1 1 0 0,-2-4 0 0 0,-3 7-367 0 0,1 0 1 0 0,-1 0-1 0 0,1 1 0 0 0,0 0 1 0 0,0 0-1 0 0,0 0 1 0 0,0 1-1 0 0,0-1 1 0 0,0 1-1 0 0,1 0 1 0 0,-1 1-1 0 0,1-1 1 0 0,0 1-1 0 0,0 0 1 0 0,0 0-1 0 0,1 0 0 0 0,-4 6 1 0 0,-1 0 51 0 0,2 0 0 0 0,0 1 0 0 0,0 0 0 0 0,1 0 1 0 0,0 0-1 0 0,-6 23 0 0 0,11-32-40 0 0,-2 10 103 0 0,2-11-177 0 0,0-1 1 0 0,0 0-1 0 0,0 1 1 0 0,0-1-1 0 0,0 0 1 0 0,0 1-1 0 0,1-1 1 0 0,-1 0-1 0 0,0 1 1 0 0,0-1 0 0 0,0 0-1 0 0,0 1 1 0 0,0-1-1 0 0,0 0 1 0 0,1 1-1 0 0,-1-1 1 0 0,0 0-1 0 0,0 0 1 0 0,0 1 0 0 0,1-1-1 0 0,-1 0 1 0 0,0 0-1 0 0,1 1 1 0 0,-1-1-1 0 0,0 0 1 0 0,0 0-1 0 0,1 0 1 0 0,-1 1 0 0 0,0-1-1 0 0,1 0 1 0 0,-1 0-1 0 0,0 0 1 0 0,1 0-1 0 0,-1 0 1 0 0,0 0-1 0 0,1 0 1 0 0,-1 0-1 0 0,0 0 1 0 0,1 0 0 0 0,-1 0-1 0 0,0 0 1 0 0,1 0-1 0 0,-1 0 1 0 0,1 0-1 0 0,-1 0 1 0 0,0 0-1 0 0,1 0 1 0 0,-1-1 0 0 0,16-6 43 0 0,0-1 0 0 0,-1 0 1 0 0,19-14-1 0 0,13-7 23 0 0,-45 28-73 0 0,0-1-1 0 0,0 1 1 0 0,1 0-1 0 0,-1 0 1 0 0,1 0 0 0 0,-1 0-1 0 0,1 1 1 0 0,-1-1 0 0 0,1 1-1 0 0,-1-1 1 0 0,1 1-1 0 0,-1 0 1 0 0,1 0 0 0 0,0 0-1 0 0,-1 0 1 0 0,1 1 0 0 0,-1-1-1 0 0,1 1 1 0 0,-1-1-1 0 0,1 1 1 0 0,-1 0 0 0 0,1 0-1 0 0,-1 0 1 0 0,0 0 0 0 0,1 1-1 0 0,-1-1 1 0 0,0 1-1 0 0,0-1 1 0 0,0 1 0 0 0,3 2-1 0 0,2 5 5 0 0,0 0-1 0 0,0 0 0 0 0,-1 1 0 0 0,0-1 0 0 0,7 16 1 0 0,-11-21 4 0 0,-2-3-4 0 0,1-1 0 0 0,-1 1 1 0 0,1 0-1 0 0,0 0 0 0 0,-1 0 0 0 0,1-1 1 0 0,0 1-1 0 0,0 0 0 0 0,-1-1 0 0 0,1 1 1 0 0,0 0-1 0 0,0-1 0 0 0,0 1 0 0 0,0-1 1 0 0,0 0-1 0 0,0 1 0 0 0,0-1 0 0 0,0 0 1 0 0,0 0-1 0 0,0 1 0 0 0,0-1 0 0 0,0 0 1 0 0,0 0-1 0 0,0 0 0 0 0,0 0 0 0 0,0 0 1 0 0,0 0-1 0 0,0-1 0 0 0,0 1 0 0 0,0 0 0 0 0,0 0 1 0 0,0-1-1 0 0,0 1 0 0 0,0-1 0 0 0,0 1 1 0 0,0-1-1 0 0,0 1 0 0 0,1-2 0 0 0,39-28 48 0 0,-29 20-5 0 0,10-6-274 0 0,59-38-511 0 0,-22 28-6027 0 0,-35 18 3378 0 0</inkml:trace>
</inkml:ink>
</file>

<file path=ppt/ink/ink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0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301 460 788 0 0,'0'0'3123'0'0,"0"5"-2285"0"0,-2 9-152 0 0,0 0 1 0 0,-1 0-1 0 0,0 1 1 0 0,-1-2-1 0 0,-1 1 0 0 0,-8 17 1 0 0,11-26-593 0 0,0 0 1 0 0,0 0 0 0 0,-1 0-1 0 0,0 0 1 0 0,0 0 0 0 0,0-1-1 0 0,-1 0 1 0 0,0 0 0 0 0,1 0-1 0 0,-1 0 1 0 0,-1 0 0 0 0,1-1-1 0 0,0 0 1 0 0,-1 1 0 0 0,0-2-1 0 0,0 1 1 0 0,0-1 0 0 0,0 1-1 0 0,-10 2 1 0 0,9-5-67 0 0,1 0 1 0 0,-1 0-1 0 0,1-1 1 0 0,-1 0-1 0 0,1 0 1 0 0,-1 0-1 0 0,1 0 0 0 0,0-1 1 0 0,0 0-1 0 0,-1 0 1 0 0,1-1-1 0 0,0 1 1 0 0,1-1-1 0 0,-1 0 0 0 0,0 0 1 0 0,1-1-1 0 0,0 1 1 0 0,0-1-1 0 0,0 0 1 0 0,0 0-1 0 0,-5-8 0 0 0,1 2-8 0 0,1 0-1 0 0,0 0 1 0 0,1-1-1 0 0,0 0 1 0 0,1 0-1 0 0,0 0 1 0 0,0-1-1 0 0,-3-18 1 0 0,3 2 7 0 0,1 0 0 0 0,1-1 0 0 0,2 1 0 0 0,1-1 0 0 0,5-37 0 0 0,-2 46-12 0 0,0 0-1 0 0,2 1 1 0 0,0-1-1 0 0,1 1 1 0 0,1 1-1 0 0,0-1 1 0 0,2 1 0 0 0,15-24-1 0 0,-20 35-12 0 0,2 1-1 0 0,-1-1 0 0 0,1 1 1 0 0,0 1-1 0 0,0-1 1 0 0,0 1-1 0 0,1 0 1 0 0,0 0-1 0 0,0 0 0 0 0,0 1 1 0 0,0 1-1 0 0,1-1 1 0 0,0 1-1 0 0,-1 0 1 0 0,1 1-1 0 0,0 0 0 0 0,1 0 1 0 0,-1 0-1 0 0,0 1 1 0 0,11 0-1 0 0,-8 1 1 0 0,-1 1-1 0 0,1 0 0 0 0,0 0 1 0 0,-1 1-1 0 0,1 0 0 0 0,-1 1 1 0 0,1 0-1 0 0,-1 0 1 0 0,0 1-1 0 0,0 1 0 0 0,-1 0 1 0 0,0 0-1 0 0,1 1 0 0 0,-2 0 1 0 0,11 8-1 0 0,7 13 5 0 0,0 0 0 0 0,-2 1 0 0 0,-1 2 0 0 0,-2 0 0 0 0,-1 2 0 0 0,-1 0 0 0 0,-2 1 0 0 0,-1 1 0 0 0,-1 0 0 0 0,16 61 0 0 0,-27-79-9 0 0,-1-1-1 0 0,-1 1 1 0 0,0 0-1 0 0,-1-1 1 0 0,0 1-1 0 0,-2 0 1 0 0,0 0-1 0 0,-5 27 1 0 0,6-41-100 0 0,-1-1 0 0 0,1 1-1 0 0,-1-1 1 0 0,0 0 0 0 0,1 1 0 0 0,-1-1 0 0 0,0 0 0 0 0,0 1 0 0 0,1-1 0 0 0,-1 0-1 0 0,0 0 1 0 0,0 0 0 0 0,0 0 0 0 0,-1 0 0 0 0,1 0 0 0 0,0 0 0 0 0,0 0 0 0 0,-1 0-1 0 0,1-1 1 0 0,-3 2 0 0 0,-18-1-5711 0 0,2-8 3198 0 0</inkml:trace>
</inkml:ink>
</file>

<file path=ppt/ink/ink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0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72 524 0 0,'11'-8'594'0'0,"0"0"1"0"0,0 1-1 0 0,1 0 0 0 0,0 1 0 0 0,0 0 0 0 0,1 1 1 0 0,0 0-1 0 0,0 1 0 0 0,0 1 0 0 0,18-3 1 0 0,52-1-503 0 0,-3 13-4174 0 0</inkml:trace>
</inkml:ink>
</file>

<file path=ppt/ink/ink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1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56 0 0,'-1'7'8593'0'0,"21"-18"-8527"0"0,-15 9 587 0 0,-2 0-434 0 0,-1 1 0 0 0,0-1 0 0 0,1 1 0 0 0,-1 0 0 0 0,1 0 0 0 0,-1 0 0 0 0,1 0 0 0 0,0 1 0 0 0,-1-1 0 0 0,1 1 0 0 0,0 0 0 0 0,-1-1 0 0 0,1 1 0 0 0,3 0 0 0 0,0 0-13 0 0,-2 0-202 0 0,0 1 0 0 0,-1-1 0 0 0,1 1 0 0 0,0 0 0 0 0,-1 0 0 0 0,1 0 0 0 0,-1 0-1 0 0,1 1 1 0 0,-1 0 0 0 0,0-1 0 0 0,1 1 0 0 0,-1 0 0 0 0,0 1 0 0 0,0-1 0 0 0,-1 0 0 0 0,1 1 0 0 0,0 0 0 0 0,-1-1-1 0 0,0 1 1 0 0,1 0 0 0 0,2 6 0 0 0,-1 0-1 0 0,0 1 0 0 0,0-1 0 0 0,-1 1 0 0 0,0-1 0 0 0,-1 1 0 0 0,0 0 0 0 0,-1 0 0 0 0,0 0 0 0 0,0 0 0 0 0,-1 0 0 0 0,-1 0 0 0 0,1 0 0 0 0,-4 14 0 0 0,4-23-3 0 0,-3 18 774 0 0,1-8-228 0 0,0-11-270 0 0,1-9-234 0 0,0 0-1 0 0,1-1 0 0 0,0 1 0 0 0,1 0 0 0 0,0-1 1 0 0,0 1-1 0 0,1 0 0 0 0,0 0 0 0 0,1 0 0 0 0,3-10 1 0 0,-3 13-33 0 0,-1 0 0 0 0,1 0 0 0 0,0 0 0 0 0,1 0 0 0 0,-1 0 0 0 0,1 1 0 0 0,1 0 0 0 0,-1 0 0 0 0,1 0 0 0 0,-1 0 0 0 0,2 0 0 0 0,-1 1 0 0 0,0 0 0 0 0,1 0 0 0 0,8-4 0 0 0,-11 7-16 0 0,9 0-11 0 0,-9 2 18 0 0,-1 0-1 0 0,0 0 1 0 0,0 0-1 0 0,0 0 1 0 0,0 0-1 0 0,0 1 1 0 0,0-1-1 0 0,0 0 0 0 0,-1 1 1 0 0,1-1-1 0 0,0 1 1 0 0,-1 0-1 0 0,1 0 1 0 0,-1 0-1 0 0,0-1 1 0 0,1 1-1 0 0,-1 0 1 0 0,0 1-1 0 0,0-1 1 0 0,0 0-1 0 0,-1 0 1 0 0,1 0-1 0 0,0 0 1 0 0,-1 1-1 0 0,0-1 1 0 0,1 0-1 0 0,-1 1 1 0 0,0-1-1 0 0,0 4 1 0 0,1 4-14 0 0,12 103-1386 0 0,-13-111 706 0 0,0 4-298 0 0,1-1-617 0 0</inkml:trace>
</inkml:ink>
</file>

<file path=ppt/ink/ink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2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6 496 0 0,'0'0'138'0'0,"1"-1"-1"0"0,0 1 0 0 0,-1-1 1 0 0,1 1-1 0 0,0-1 1 0 0,-1 1-1 0 0,1-1 1 0 0,0 1-1 0 0,-1 0 1 0 0,1-1-1 0 0,0 1 1 0 0,0 0-1 0 0,0 0 0 0 0,-1-1 1 0 0,1 1-1 0 0,0 0 1 0 0,0 0-1 0 0,0 0 1 0 0,-1 0-1 0 0,1 0 1 0 0,0 0-1 0 0,0 0 1 0 0,0 0-1 0 0,-1 1 1 0 0,1-1-1 0 0,0 0 0 0 0,0 0 1 0 0,0 1-1 0 0,-1-1 1 0 0,1 0-1 0 0,1 2 1 0 0,1 0 33 0 0,-1 0 0 0 0,0 0 0 0 0,0 0 0 0 0,0 1 1 0 0,0-1-1 0 0,0 1 0 0 0,0 0 0 0 0,2 5 0 0 0,20 61 936 0 0,-20 10 44 0 0,-4-78-955 0 0,-3 7-39 0 0,2-5-36 0 0,2-7 612 0 0,4-9-681 0 0,0 0 0 0 0,1 1-1 0 0,0-1 1 0 0,13-18 0 0 0,-15 25-43 0 0,-1 1 0 0 0,1 0-1 0 0,0 0 1 0 0,0 1 0 0 0,1-1 0 0 0,-1 1 0 0 0,1 0 0 0 0,0 0 0 0 0,0 0-1 0 0,0 1 1 0 0,0 0 0 0 0,1 0 0 0 0,10-4 0 0 0,-15 6-18 0 0,2 1 5 0 0,-1 1 5 0 0,0-1 0 0 0,-1 0 0 0 0,1 0 0 0 0,-1 1 0 0 0,1-1 0 0 0,0 1 0 0 0,-1-1 0 0 0,1 1 0 0 0,-1 0 0 0 0,1 0 0 0 0,-1 0 0 0 0,1-1 1 0 0,-1 1-1 0 0,0 1 0 0 0,0-1 0 0 0,1 0 0 0 0,-1 0 0 0 0,0 0 0 0 0,0 1 0 0 0,0-1 0 0 0,0 0 0 0 0,0 1 0 0 0,0-1 0 0 0,-1 1 0 0 0,1-1 1 0 0,0 1-1 0 0,-1 0 0 0 0,1-1 0 0 0,-1 1 0 0 0,1 2 0 0 0,0 0 0 0 0,3 6-138 0 0,0-1 1 0 0,-1 1 0 0 0,0 0 0 0 0,0 0 0 0 0,-1 0-1 0 0,1 21 1 0 0,1-25-1004 0 0</inkml:trace>
</inkml:ink>
</file>

<file path=ppt/ink/ink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2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0 572 0 0,'-4'5'370'0'0,"1"1"0"0"0,-1-1-1 0 0,1 1 1 0 0,1 0 0 0 0,-1 0 0 0 0,1 0 0 0 0,0 0-1 0 0,0 0 1 0 0,-1 11 0 0 0,3-15-297 0 0,-1 0 0 0 0,1 1-1 0 0,0-1 1 0 0,0 1 0 0 0,0-1 0 0 0,0 0 0 0 0,0 1-1 0 0,0-1 1 0 0,1 0 0 0 0,-1 1 0 0 0,1-1-1 0 0,0 0 1 0 0,0 1 0 0 0,0-1 0 0 0,0 0 0 0 0,0 0-1 0 0,0 0 1 0 0,0 0 0 0 0,1 0 0 0 0,-1 0-1 0 0,1 0 1 0 0,-1-1 0 0 0,1 1 0 0 0,0 0 0 0 0,0-1-1 0 0,0 1 1 0 0,4 1 0 0 0,-5-2 400 0 0,0-1-429 0 0,1-1-1 0 0,-1 1 0 0 0,1-1 1 0 0,-1 1-1 0 0,1-1 1 0 0,-1 1-1 0 0,1-1 1 0 0,-1 0-1 0 0,0 0 0 0 0,1 0 1 0 0,-1 0-1 0 0,0 0 1 0 0,0 0-1 0 0,0 0 0 0 0,0 0 1 0 0,0 0-1 0 0,0-1 1 0 0,0 1-1 0 0,0 0 0 0 0,0-1 1 0 0,0 1-1 0 0,0-2 1 0 0,1-1 151 0 0,0 1 0 0 0,-1-1 1 0 0,0 0-1 0 0,0 0 0 0 0,0 1 1 0 0,0-1-1 0 0,0-7 0 0 0,-1 9 99 0 0,-8-42 1264 0 0,-3 30-1194 0 0</inkml:trace>
</inkml:ink>
</file>

<file path=ppt/ink/ink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3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4 260 260 0 0,'0'0'2021'0'0,"-4"34"1007"0"0,5-30-2916 0 0,0 0 1 0 0,0 0-1 0 0,0 0 0 0 0,0-1 0 0 0,0 1 0 0 0,1 0 1 0 0,-1-1-1 0 0,1 1 0 0 0,0-1 0 0 0,0 0 0 0 0,1 1 1 0 0,-1-1-1 0 0,0 0 0 0 0,1 0 0 0 0,0 0 1 0 0,0-1-1 0 0,0 1 0 0 0,0-1 0 0 0,0 0 0 0 0,1 1 1 0 0,-1-2-1 0 0,1 1 0 0 0,-1 0 0 0 0,1-1 0 0 0,-1 1 1 0 0,1-1-1 0 0,0 0 0 0 0,0 0 0 0 0,6 0 0 0 0,-5-2-8 0 0,-1 0-1 0 0,1 0 1 0 0,-1 0-1 0 0,0-1 1 0 0,1 0-1 0 0,-1 0 1 0 0,0 0-1 0 0,0-1 0 0 0,-1 1 1 0 0,1-1-1 0 0,0 0 1 0 0,-1 0-1 0 0,0 0 1 0 0,1 0-1 0 0,-1-1 1 0 0,0 1-1 0 0,-1-1 0 0 0,4-5 1 0 0,7-7 1033 0 0,-12 15-895 0 0,0-1 39 0 0,-1 1-267 0 0,0 1 1 0 0,0 0 0 0 0,0 0 0 0 0,0 0 0 0 0,1 0 0 0 0,-1-1 0 0 0,0 1 0 0 0,0 0 0 0 0,0 0 0 0 0,0 0-1 0 0,0 0 1 0 0,0-1 0 0 0,0 1 0 0 0,0 0 0 0 0,0 0 0 0 0,0 0 0 0 0,0 0 0 0 0,1 0 0 0 0,-1-1-1 0 0,0 1 1 0 0,0 0 0 0 0,0 0 0 0 0,0 0 0 0 0,0 0 0 0 0,1 0 0 0 0,-1 0 0 0 0,0 0 0 0 0,0 0 0 0 0,0 0-1 0 0,0 0 1 0 0,0-1 0 0 0,1 1 0 0 0,-1 0 0 0 0,0 0 0 0 0,0 0 0 0 0,0 0 0 0 0,1 0 0 0 0,-1 0 0 0 0,0 0-1 0 0,0 0 1 0 0,0 0 0 0 0,0 0 0 0 0,1 1 0 0 0,-1-1 0 0 0,0 0 0 0 0,0 0 0 0 0,0 0 0 0 0,0 0 0 0 0,0 0-1 0 0,1 0 1 0 0,-1 0 0 0 0,5 8 52 0 0,0 1 0 0 0,-1 0 1 0 0,0-1-1 0 0,0 1 0 0 0,-1 1 0 0 0,4 17 0 0 0,9 69 133 0 0,-9-44-116 0 0,-1-17-45 0 0,-1-1 1 0 0,-3 1 0 0 0,-1 49 0 0 0,-1-74-28 0 0,-1 0 0 0 0,0 0-1 0 0,-1 1 1 0 0,0-1 0 0 0,0-1 0 0 0,-1 1 0 0 0,0 0 0 0 0,-1-1 0 0 0,0 1-1 0 0,-1-1 1 0 0,0 0 0 0 0,0-1 0 0 0,-1 1 0 0 0,0-1 0 0 0,0 0-1 0 0,-9 7 1 0 0,14-14-9 0 0,0 0 0 0 0,1 0-1 0 0,-1-1 1 0 0,0 1 0 0 0,0-1-1 0 0,0 1 1 0 0,0-1 0 0 0,0 1 0 0 0,0-1-1 0 0,0 0 1 0 0,0 1 0 0 0,0-1-1 0 0,0 0 1 0 0,0 0 0 0 0,0 0-1 0 0,0 0 1 0 0,0 0 0 0 0,0 0-1 0 0,0 0 1 0 0,0 0 0 0 0,0 0 0 0 0,0 0-1 0 0,0 0 1 0 0,0-1 0 0 0,0 1-1 0 0,0 0 1 0 0,0-1 0 0 0,0 1-1 0 0,0-1 1 0 0,0 1 0 0 0,1-1 0 0 0,-1 1-1 0 0,0-1 1 0 0,0 0 0 0 0,0 0-1 0 0,1 1 1 0 0,-1-1 0 0 0,0 0-1 0 0,1 0 1 0 0,-1 0 0 0 0,1 1-1 0 0,-1-1 1 0 0,1 0 0 0 0,-1 0 0 0 0,1 0-1 0 0,-1-1 1 0 0,-1-2-3 0 0,0 0 1 0 0,1 0 0 0 0,-1 0-1 0 0,1-1 1 0 0,0 1-1 0 0,0 0 1 0 0,0-1-1 0 0,0 1 1 0 0,1-7-1 0 0,2-1-1 0 0,1-1 0 0 0,1 1-1 0 0,0 0 1 0 0,1 0-1 0 0,0 0 1 0 0,0 1 0 0 0,1-1-1 0 0,1 2 1 0 0,0-1 0 0 0,1 1-1 0 0,0 0 1 0 0,12-12 0 0 0,11-9 4 0 0,1 1 0 0 0,44-30 0 0 0,150-125 1002 0 0,-226 184-969 0 0,1 1 0 0 0,-1 0 1 0 0,1 0-1 0 0,-1 0 0 0 0,1-1 0 0 0,-1 1 1 0 0,1 0-1 0 0,-1-1 0 0 0,1 1 0 0 0,-1-1 0 0 0,0 1 1 0 0,1 0-1 0 0,-1-1 0 0 0,0 1 0 0 0,1-1 0 0 0,-1 1 1 0 0,0-1-1 0 0,1 1 0 0 0,-1-1 0 0 0,0 1 0 0 0,0-1 1 0 0,0 0-1 0 0,1 1 0 0 0,-1-1 0 0 0,0 1 0 0 0,0-1 1 0 0,0 1-1 0 0,0-1 0 0 0,0 0 0 0 0,0 1 1 0 0,0-1-1 0 0,0 1 0 0 0,-1-1 0 0 0,1 1 0 0 0,0-1 1 0 0,0 1-1 0 0,0-1 0 0 0,0 0 0 0 0,-1 1 0 0 0,1-1 1 0 0,0 1-1 0 0,-1-1 0 0 0,1 1 0 0 0,0 0 0 0 0,-1-1 1 0 0,1 1-1 0 0,-1-1 0 0 0,1 1 0 0 0,0 0 0 0 0,-1-1 1 0 0,1 1-1 0 0,-1 0 0 0 0,1-1 0 0 0,-1 1 1 0 0,1 0-1 0 0,-1 0 0 0 0,1 0 0 0 0,-1-1 0 0 0,0 1 1 0 0,1 0-1 0 0,-1 0 0 0 0,1 0 0 0 0,-1 0 0 0 0,0 0 1 0 0,-3-1 247 0 0,0 2-11 0 0,-6 1-29 0 0,0 0-1 0 0,-1 1 1 0 0,1 0-1 0 0,-10 6 1 0 0,18-8-202 0 0,-1 0 0 0 0,1 0 0 0 0,0 0 0 0 0,0 0 1 0 0,0 1-1 0 0,0-1 0 0 0,0 1 0 0 0,0 0 0 0 0,0-1 0 0 0,0 1 1 0 0,1 0-1 0 0,-1 0 0 0 0,1 0 0 0 0,-1 0 0 0 0,1 0 1 0 0,0 1-1 0 0,0-1 0 0 0,0 0 0 0 0,0 0 0 0 0,0 1 0 0 0,1-1 1 0 0,-1 1-1 0 0,1-1 0 0 0,-1 4 0 0 0,1-4-68 0 0,1 0 1 0 0,-1 0-1 0 0,1 0 0 0 0,-1 0 0 0 0,1 0 1 0 0,0 0-1 0 0,0 0 0 0 0,0 0 0 0 0,0-1 1 0 0,0 1-1 0 0,0 0 0 0 0,1-1 0 0 0,-1 1 1 0 0,0-1-1 0 0,1 1 0 0 0,-1-1 0 0 0,1 0 1 0 0,0 1-1 0 0,-1-1 0 0 0,1 0 0 0 0,0 0 1 0 0,0 0-1 0 0,0-1 0 0 0,0 1 0 0 0,0 0 1 0 0,0-1-1 0 0,0 1 0 0 0,0-1 0 0 0,3 1 1 0 0,60 5-2661 0 0,-65-6 2671 0 0,25-2-1169 0 0,0-1 0 0 0,0-1 1 0 0,-1-1-1 0 0,1-2 0 0 0,32-12 1 0 0,26-6-1066 0 0,-63 18 2830 0 0,-28 9 953 0 0,3-1-1389 0 0,1 0-1 0 0,0 1 0 0 0,0 0 1 0 0,0-1-1 0 0,0 2 1 0 0,0-1-1 0 0,1 0 0 0 0,-1 1 1 0 0,1 0-1 0 0,-4 3 0 0 0,-7 9 363 0 0,11-12-429 0 0,0 0 1 0 0,0-1-1 0 0,1 1 1 0 0,-1 1-1 0 0,1-1 1 0 0,-1 0-1 0 0,1 1 1 0 0,0-1-1 0 0,0 1 0 0 0,1-1 1 0 0,-1 1-1 0 0,1 0 1 0 0,0 0-1 0 0,0 0 1 0 0,0 0-1 0 0,0 6 1 0 0,1-9-66 0 0,0 1 1 0 0,0-1 0 0 0,0 0 0 0 0,1 1 0 0 0,-1-1 0 0 0,1 0 0 0 0,-1 1 0 0 0,1-1 0 0 0,-1 0 0 0 0,1 0 0 0 0,0 0 0 0 0,0 1 0 0 0,-1-1 0 0 0,1 0 0 0 0,0 0 0 0 0,0 0 0 0 0,0 0 0 0 0,0-1 0 0 0,0 1 0 0 0,0 0 0 0 0,1 0-1 0 0,-1-1 1 0 0,0 1 0 0 0,0 0 0 0 0,0-1 0 0 0,1 1 0 0 0,-1-1 0 0 0,0 0 0 0 0,1 1 0 0 0,-1-1 0 0 0,0 0 0 0 0,1 0 0 0 0,-1 0 0 0 0,0 0 0 0 0,1 0 0 0 0,-1 0 0 0 0,1 0 0 0 0,-1 0 0 0 0,0-1 0 0 0,0 1 0 0 0,3-1-1 0 0,3 0-4 0 0,0-1-1 0 0,1 1 0 0 0,-1-1 1 0 0,0-1-1 0 0,0 1 0 0 0,7-5 1 0 0,5-6-10 0 0,0-1 0 0 0,-1-1 0 0 0,0 0 1 0 0,-1-2-1 0 0,-1 0 0 0 0,0 0 0 0 0,22-35 1 0 0,77-148 311 0 0,-105 182-222 0 0,11-42 1601 0 0,-15 39-409 0 0,-6 20-1227 0 0,1 0-1 0 0,-1 0 1 0 0,0 1-1 0 0,1-1 1 0 0,-1 0-1 0 0,0 0 1 0 0,0 0-1 0 0,0 0 1 0 0,0 0-1 0 0,1 0 1 0 0,-1 0-1 0 0,0 1 1 0 0,-1-1-1 0 0,1 0 1 0 0,0 0 0 0 0,0 0-1 0 0,0 0 1 0 0,0 0-1 0 0,-1 0 1 0 0,1 1-1 0 0,0-1 1 0 0,-1 0-1 0 0,1 0 1 0 0,-1 0-1 0 0,1 1 1 0 0,-1-1-1 0 0,1 0 1 0 0,-1 1-1 0 0,0-1 1 0 0,1 0-1 0 0,-1 1 1 0 0,0-1-1 0 0,1 1 1 0 0,-1-1-1 0 0,0 1 1 0 0,0-1-1 0 0,0 1 1 0 0,1-1-1 0 0,-1 1 1 0 0,0 0-1 0 0,0 0 1 0 0,0-1 0 0 0,-1 1-1 0 0,-1 0 9 0 0,1 0 0 0 0,-1-1-1 0 0,1 1 1 0 0,-1 1 0 0 0,1-1 0 0 0,-1 0-1 0 0,1 1 1 0 0,0-1 0 0 0,-1 1 0 0 0,1 0 0 0 0,-1 0-1 0 0,1 0 1 0 0,-3 1 0 0 0,0 2 7 0 0,0 1 0 0 0,0 0 0 0 0,0-1 1 0 0,0 2-1 0 0,1-1 0 0 0,0 0 0 0 0,0 1 0 0 0,0 0 1 0 0,1 0-1 0 0,0 0 0 0 0,0 0 0 0 0,1 1 1 0 0,-1-1-1 0 0,0 8 0 0 0,-4 14-112 0 0,2 0 1 0 0,-2 31 0 0 0,4-35-322 0 0,-3 71-3316 0 0,10-31-5590 0 0,2-37 4743 0 0</inkml:trace>
</inkml:ink>
</file>

<file path=ppt/ink/ink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4.3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0 127 708 0 0,'3'0'11270'0'0,"34"-1"-10950"0"0,232 14 2024 0 0,-136-4-1591 0 0,224-12-1 0 0,-293-2-600 0 0,-15 2-17 0 0,60-11 0 0 0,-97 12-79 0 0,0-1 0 0 0,0 0 0 0 0,-1-1 0 0 0,1 0 1 0 0,-1-1-1 0 0,0 0 0 0 0,0-1 0 0 0,0 0 0 0 0,-1-1 0 0 0,13-10 0 0 0,-22 17-33 0 0,0-1 0 0 0,-1 0-1 0 0,1 1 1 0 0,0-1 0 0 0,0 0-1 0 0,0 0 1 0 0,0 0 0 0 0,-1 1-1 0 0,1-1 1 0 0,0 0 0 0 0,-1 0-1 0 0,1 0 1 0 0,-1 0 0 0 0,1 0-1 0 0,-1 0 1 0 0,1 0 0 0 0,-1-1-1 0 0,0 1 1 0 0,0 0 0 0 0,1 0-1 0 0,-1 0 1 0 0,0 0 0 0 0,0 0-1 0 0,0 0 1 0 0,0-1 0 0 0,0 1-1 0 0,-1 0 1 0 0,1 0 0 0 0,0 0-1 0 0,0 0 1 0 0,-1 0 0 0 0,1 0-1 0 0,-1 0 1 0 0,1 0 0 0 0,-1 0-1 0 0,1 0 1 0 0,-1 0 0 0 0,1 0-1 0 0,-1 0 1 0 0,0 0 0 0 0,0 0-1 0 0,1 0 1 0 0,-1 1 0 0 0,0-1-1 0 0,0 0 1 0 0,0 1 0 0 0,0-1-1 0 0,0 1 1 0 0,0-1 0 0 0,0 1-1 0 0,0-1 1 0 0,0 1 0 0 0,0-1-1 0 0,0 1 1 0 0,-2 0 0 0 0,-4-3 85 0 0,1 1-1 0 0,-1 0 1 0 0,0 0 0 0 0,1 1 0 0 0,-1 0 0 0 0,0 0 0 0 0,0 0 0 0 0,-8 1-1 0 0,9 1-47 0 0,0 0 0 0 0,0 1 0 0 0,1-1 1 0 0,-1 1-1 0 0,1 0 0 0 0,-1 1 0 0 0,1-1 0 0 0,0 1 0 0 0,0 0 0 0 0,0 1 0 0 0,0-1 0 0 0,0 1 0 0 0,1 0 0 0 0,-5 5 0 0 0,-5 7 152 0 0,1 0-1 0 0,-19 33 1 0 0,25-36-692 0 0,-2 0-1 0 0,0 0 1 0 0,0 0-1 0 0,-1-1 1 0 0,-19 18-1 0 0,-3-8-2582 0 0,0-2-3712 0 0,13-10 2142 0 0</inkml:trace>
</inkml:ink>
</file>

<file path=ppt/ink/ink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8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1034 516 0 0,'-1'0'374'0'0,"1"1"0"0"0,-1 0 0 0 0,1-1 0 0 0,0 1 0 0 0,-1 0 0 0 0,1-1-1 0 0,0 1 1 0 0,-1 0 0 0 0,1 0 0 0 0,0-1 0 0 0,0 1 0 0 0,0 0 0 0 0,0 0 0 0 0,0-1 0 0 0,0 1 0 0 0,0 0 0 0 0,0 0-1 0 0,0-1 1 0 0,0 1 0 0 0,0 0 0 0 0,1 1 0 0 0,9-2-80 0 0,0-1 0 0 0,1 0 1 0 0,-1-1-1 0 0,0 0 0 0 0,0 0 0 0 0,0-1 0 0 0,-1-1 0 0 0,1 1 1 0 0,-1-2-1 0 0,12-5 0 0 0,-2-1 41 0 0,-1 0-1 0 0,0-1 1 0 0,33-28 0 0 0,-28 15-124 0 0,0 0 0 0 0,-2-1 1 0 0,-1-1-1 0 0,-1 0 0 0 0,-1-2 1 0 0,23-52-1 0 0,-15 21-14 0 0,-4-1-1 0 0,23-97 0 0 0,-11-18 30 0 0,-31 155-144 0 0,-2 0-1 0 0,0 1 1 0 0,-1-1-1 0 0,-1 0 1 0 0,-1 1 0 0 0,-8-34-1 0 0,-2-10 337 0 0,11 63-415 0 0,1 1-1 0 0,0 0 0 0 0,0-1 1 0 0,0 1-1 0 0,-1-1 1 0 0,1 1-1 0 0,0 0 0 0 0,-1-1 1 0 0,1 1-1 0 0,0 0 0 0 0,-1 0 1 0 0,1-1-1 0 0,0 1 1 0 0,-1 0-1 0 0,1 0 0 0 0,0-1 1 0 0,-1 1-1 0 0,1 0 1 0 0,-1 0-1 0 0,1 0 0 0 0,-1 0 1 0 0,1-1-1 0 0,-1 1 0 0 0,1 0 1 0 0,0 0-1 0 0,-1 0 1 0 0,1 0-1 0 0,-1 0 0 0 0,1 0 1 0 0,-1 0-1 0 0,1 1 1 0 0,-1-1-1 0 0,1 0 0 0 0,0 0 1 0 0,-1 0-1 0 0,1 0 0 0 0,-1 0 1 0 0,1 1-1 0 0,0-1 1 0 0,-1 1-1 0 0,-15 6 24 0 0,16-6-26 0 0,-6 3 1 0 0,0 1 1 0 0,1 0 0 0 0,0 1 0 0 0,-1-1-1 0 0,2 1 1 0 0,-1 0 0 0 0,1 0 0 0 0,0 1-1 0 0,0-1 1 0 0,0 1 0 0 0,-4 13 0 0 0,-1 7 7 0 0,-11 46 1 0 0,20-70-7 0 0,-14 62 10 0 0,4 0 0 0 0,2 0 1 0 0,4 1-1 0 0,2 0 0 0 0,3 0 0 0 0,12 86 1 0 0,-11-140-2 0 0,11 57 31 0 0,-12-64-24 0 0,1 0-1 0 0,-1 0 0 0 0,1 0 0 0 0,0 0 0 0 0,1 0 0 0 0,-1-1 0 0 0,1 1 0 0 0,0-1 1 0 0,0 0-1 0 0,6 7 0 0 0,-7-10-10 0 0,0 0 0 0 0,0 1 0 0 0,0-1-1 0 0,0 0 1 0 0,1 0 0 0 0,-1-1 0 0 0,0 1 0 0 0,0 0 0 0 0,1-1 0 0 0,-1 1 0 0 0,1-1-1 0 0,-1 0 1 0 0,1 0 0 0 0,-1 0 0 0 0,0 0 0 0 0,1 0 0 0 0,-1 0 0 0 0,1-1 0 0 0,-1 1 0 0 0,0-1-1 0 0,1 0 1 0 0,-1 1 0 0 0,0-1 0 0 0,0 0 0 0 0,1 0 0 0 0,-1-1 0 0 0,3-1 0 0 0,9-6 18 0 0,-1 0 1 0 0,1-1 0 0 0,11-12 0 0 0,-9 8-2 0 0,16-11-57 0 0,-31 24 44 0 0,32 16-14 0 0,-9-1 1 0 0,-18-10 9 0 0,0-1 1 0 0,0 1-1 0 0,0-1 0 0 0,1 0 0 0 0,-1 0 0 0 0,1-1 0 0 0,-1 0 1 0 0,1 0-1 0 0,12 2 0 0 0,-18-4 7 0 0,1 0 1 0 0,-1-1-1 0 0,0 1 0 0 0,1 0 1 0 0,-1 0-1 0 0,0-1 0 0 0,1 1 1 0 0,-1-1-1 0 0,0 1 0 0 0,0-1 1 0 0,1 0-1 0 0,-1 0 0 0 0,0 1 1 0 0,0-1-1 0 0,0 0 0 0 0,0 0 1 0 0,0 0-1 0 0,0 0 0 0 0,0 0 1 0 0,0 0-1 0 0,0 0 0 0 0,-1 0 1 0 0,1-1-1 0 0,0 1 0 0 0,-1 0 1 0 0,1 0-1 0 0,-1-1 0 0 0,1 1 1 0 0,-1 0-1 0 0,0-1 0 0 0,1 1 1 0 0,-1-1-1 0 0,0 1 0 0 0,0 0 1 0 0,0-1-1 0 0,0-1 0 0 0,0 0 55 0 0,-19-37 455 0 0,19 38-570 0 0,-1 1 0 0 0,0-1 0 0 0,0 0 0 0 0,0 1 0 0 0,0-1 0 0 0,0 0 0 0 0,0 1 0 0 0,0-1 0 0 0,0 1 0 0 0,0 0 0 0 0,-1-1 0 0 0,1 1 0 0 0,-1 0 0 0 0,1 0-1 0 0,-1 0 1 0 0,1 0 0 0 0,-1 0 0 0 0,0 0 0 0 0,-2-1 0 0 0,2 2-593 0 0,-11 9-4956 0 0</inkml:trace>
</inkml:ink>
</file>

<file path=ppt/ink/ink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39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2 180 0 0,'14'-2'7303'0'0,"-12"7"-7016"0"0,0-1-1 0 0,0 1 0 0 0,-1 0 0 0 0,0 0 1 0 0,0 0-1 0 0,0 0 0 0 0,0 0 1 0 0,-1 0-1 0 0,0 0 0 0 0,0 5 0 0 0,-9 60 1292 0 0,3-22-581 0 0,4-30-686 0 0,1-16-270 0 0,1 0 0 0 0,-1 0 0 0 0,0 0 0 0 0,1 1 0 0 0,0-1 1 0 0,-1 0-1 0 0,1 0 0 0 0,0 1 0 0 0,0-1 0 0 0,0 0 1 0 0,1 0-1 0 0,-1 1 0 0 0,0-1 0 0 0,1 0 0 0 0,0 0 1 0 0,-1 0-1 0 0,1 0 0 0 0,0 0 0 0 0,0 0 0 0 0,0 0 0 0 0,0 0 1 0 0,1 0-1 0 0,1 3 0 0 0,-2-5 48 0 0,22-6 103 0 0,70-53 115 0 0,-73 44-288 0 0,-18 15-18 0 0,-1-1 0 0 0,0 1-1 0 0,1-1 1 0 0,-1 1 0 0 0,1 0-1 0 0,-1-1 1 0 0,1 1 0 0 0,-1 0 0 0 0,1 0-1 0 0,-1 0 1 0 0,1 0 0 0 0,-1 0-1 0 0,1 0 1 0 0,-1 1 0 0 0,1-1-1 0 0,-1 0 1 0 0,1 1 0 0 0,-1-1-1 0 0,0 1 1 0 0,1 0 0 0 0,-1-1-1 0 0,2 2 1 0 0,34 23 0 0 0,-19-12-18 0 0,-11-9 59 0 0,0 0 0 0 0,0-1 0 0 0,1 1 0 0 0,-1-2 0 0 0,1 1 0 0 0,0-1 0 0 0,0 0 0 0 0,0 0 0 0 0,0-1-1 0 0,0 0 1 0 0,0-1 0 0 0,0 0 0 0 0,0 0 0 0 0,0 0 0 0 0,0-1 0 0 0,0-1 0 0 0,0 1 0 0 0,0-1 0 0 0,-1-1 0 0 0,1 1-1 0 0,0-1 1 0 0,-1 0 0 0 0,0-1 0 0 0,0 0 0 0 0,0 0 0 0 0,0-1 0 0 0,12-10 0 0 0,-16 12 70 0 0,0 0 0 0 0,0-1 0 0 0,0 1 1 0 0,0-1-1 0 0,-1 0 0 0 0,1 0 0 0 0,-1 0 0 0 0,0 0 1 0 0,0 0-1 0 0,0 0 0 0 0,-1 0 0 0 0,1-1 1 0 0,-1 1-1 0 0,1-6 0 0 0,-2-2 189 0 0,1 0-1 0 0,-2 1 1 0 0,1-1-1 0 0,-4-13 1 0 0,4 23-231 0 0,-2-2-28 0 0,-1-1-271 0 0,-3 6-2666 0 0,-13 9 1050 0 0,-2 5-5911 0 0</inkml:trace>
</inkml:ink>
</file>

<file path=ppt/ink/ink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42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57 160 0 0,'0'0'9839'0'0,"-21"-39"-7990"0"0,8 32-1628 0 0,11 6-207 0 0,1-1 1 0 0,-1 1 0 0 0,0 0 0 0 0,0 0 0 0 0,0 0-1 0 0,0 1 1 0 0,0-1 0 0 0,0 0 0 0 0,0 1 0 0 0,0-1-1 0 0,0 1 1 0 0,0 0 0 0 0,0 0 0 0 0,0-1 0 0 0,0 2-1 0 0,0-1 1 0 0,0 0 0 0 0,0 0 0 0 0,0 0 0 0 0,0 1-1 0 0,0-1 1 0 0,0 1 0 0 0,0 0 0 0 0,0 0 0 0 0,0 0-1 0 0,0-1 1 0 0,0 2 0 0 0,-2 0 0 0 0,-1 1-8 0 0,-1 1-1 0 0,1 0 1 0 0,-1 0 0 0 0,1 0 0 0 0,0 1-1 0 0,1 0 1 0 0,-1 0 0 0 0,1 0 0 0 0,0 0 0 0 0,0 1-1 0 0,1-1 1 0 0,-1 1 0 0 0,1 0 0 0 0,0 0-1 0 0,1 1 1 0 0,0-1 0 0 0,0 0 0 0 0,0 1-1 0 0,1-1 1 0 0,0 1 0 0 0,0 0 0 0 0,0-1 0 0 0,1 1-1 0 0,0 0 1 0 0,0-1 0 0 0,1 1 0 0 0,0 0-1 0 0,0-1 1 0 0,1 1 0 0 0,-1-1 0 0 0,4 8-1 0 0,-4-12 57 0 0,-1-2-31 0 0,0 1 0 0 0,0 0 0 0 0,1-1 0 0 0,-1 1 1 0 0,0-1-1 0 0,0 1 0 0 0,1-1 0 0 0,-1 1 1 0 0,0 0-1 0 0,1-1 0 0 0,-1 1 0 0 0,0-1 1 0 0,1 1-1 0 0,-1-1 0 0 0,1 0 0 0 0,-1 1 0 0 0,1-1 1 0 0,-1 1-1 0 0,1-1 0 0 0,-1 0 0 0 0,1 1 1 0 0,-1-1-1 0 0,1 0 0 0 0,-1 0 0 0 0,1 0 1 0 0,0 1-1 0 0,-1-1 0 0 0,1 0 0 0 0,0 0 0 0 0,-1 0 1 0 0,2 0-1 0 0,11-8 56 0 0,0 0 0 0 0,0-1 0 0 0,-1 0 0 0 0,0-1-1 0 0,12-13 1 0 0,12-9 160 0 0,-12 3-148 0 0,-19 20-48 0 0,-4 7-6 0 0,0 2 1 0 0,-1-1 0 0 0,1 0 0 0 0,-1 0 0 0 0,1 1 0 0 0,0-1 0 0 0,-1 0-1 0 0,1 1 1 0 0,0-1 0 0 0,0 1 0 0 0,-1-1 0 0 0,1 1 0 0 0,0-1 0 0 0,0 1-1 0 0,0 0 1 0 0,0-1 0 0 0,0 1 0 0 0,0 0 0 0 0,-1 0 0 0 0,1-1 0 0 0,2 1-1 0 0,26 61-85 0 0,-28-60 41 0 0,-1-1 2 0 0,0 1 3 0 0,0-1 0 0 0,0 1 0 0 0,0 0 0 0 0,0-1 0 0 0,0 1 1 0 0,1-1-1 0 0,-1 1 0 0 0,0-1 0 0 0,0 1 0 0 0,1-1 1 0 0,-1 1-1 0 0,0-1 0 0 0,1 1 0 0 0,-1-1 0 0 0,1 1 1 0 0,-1-1-1 0 0,1 0 0 0 0,-1 1 0 0 0,1-1 0 0 0,-1 1 1 0 0,1-1-1 0 0,-1 0 0 0 0,1 0 0 0 0,-1 1 0 0 0,1-1 0 0 0,-1 0 1 0 0,1 0-1 0 0,-1 0 0 0 0,1 0 0 0 0,0 0 0 0 0,-1 1 1 0 0,2-1-1 0 0,42-30 19 0 0,-28 19-23 0 0,0 1-1 0 0,0 0 1 0 0,31-14 0 0 0,-44 23-10 0 0,1 1 0 0 0,-1-1 0 0 0,0 1 1 0 0,0-1-1 0 0,0 1 0 0 0,1 0 0 0 0,-1 0 0 0 0,0 0 0 0 0,0 1 0 0 0,1-1 0 0 0,-1 1 1 0 0,0 0-1 0 0,0 0 0 0 0,0 0 0 0 0,0 0 0 0 0,0 0 0 0 0,0 1 0 0 0,5 3 0 0 0,5 4 65 0 0,1 1-1 0 0,19 19 0 0 0,16 12 212 0 0,-36-35-250 0 0,-1-1 0 0 0,1 0 0 0 0,0-1 0 0 0,0 0 1 0 0,1-1-1 0 0,-1-1 0 0 0,1 0 0 0 0,-1-1 0 0 0,1 0 0 0 0,0-1 0 0 0,13-1 0 0 0,67-11-2348 0 0,-11-7-5003 0 0,-54 11 3460 0 0</inkml:trace>
</inkml:ink>
</file>

<file path=ppt/ink/ink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44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46 528 0 0,'28'-36'4860'0'0,"-26"35"-4763"0"0,0-1 0 0 0,0 1 1 0 0,0 0-1 0 0,0 0 0 0 0,1 0 0 0 0,-1 1 0 0 0,0-1 1 0 0,1 0-1 0 0,-1 1 0 0 0,0 0 0 0 0,1-1 1 0 0,-1 1-1 0 0,1 0 0 0 0,-1 0 0 0 0,0 0 0 0 0,1 1 1 0 0,-1-1-1 0 0,1 0 0 0 0,-1 1 0 0 0,0 0 1 0 0,1 0-1 0 0,-1-1 0 0 0,0 1 0 0 0,0 1 0 0 0,0-1 1 0 0,0 0-1 0 0,0 0 0 0 0,0 1 0 0 0,0-1 1 0 0,0 1-1 0 0,0 0 0 0 0,2 3 0 0 0,10 9 69 0 0,-1 0 0 0 0,-1 2 0 0 0,14 20 0 0 0,-3-4 248 0 0,24 27 2 0 0,-26-31-164 0 0,2-1-1 0 0,38 37 0 0 0,-60-63-187 0 0,0 0 1 0 0,1-1-1 0 0,-1 1 0 0 0,0 0 0 0 0,0-1 0 0 0,0 1 0 0 0,0-1 0 0 0,0 0 0 0 0,1 1 1 0 0,-1-1-1 0 0,0 0 0 0 0,0 0 0 0 0,0 0 0 0 0,1 0 0 0 0,-1 0 0 0 0,0 0 0 0 0,0 0 1 0 0,1 0-1 0 0,-1-1 0 0 0,0 1 0 0 0,0 0 0 0 0,0-1 0 0 0,0 1 0 0 0,0-1 1 0 0,1 1-1 0 0,-1-1 0 0 0,0 1 0 0 0,0-1 0 0 0,0 0 0 0 0,0 0 0 0 0,0 1 0 0 0,-1-1 1 0 0,1 0-1 0 0,0 0 0 0 0,0 0 0 0 0,0 0 0 0 0,-1 0 0 0 0,1 0 0 0 0,0-2 0 0 0,33-57 542 0 0,-25 41-272 0 0,14-31 26 0 0,-20 40-361 0 0,1 1 0 0 0,0-1 0 0 0,1 1-1 0 0,0 0 1 0 0,0 0 0 0 0,1 0-1 0 0,0 1 1 0 0,0 0 0 0 0,1 0 0 0 0,13-12-1 0 0,1 13-1854 0 0,5 12-5114 0 0</inkml:trace>
</inkml:ink>
</file>

<file path=ppt/ink/ink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45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127 446 644 0 0,'-4'-24'4068'0'0,"-6"17"-368"0"0,6 7-3387 0 0,0 1 0 0 0,0 0 0 0 0,0 1 0 0 0,0-1 0 0 0,0 1 0 0 0,1 0 0 0 0,-1 0 0 0 0,-4 3 0 0 0,1-1-646 0 0,-54 48 1533 0 0,59-51-1058 0 0,2-1-127 0 0,0 0-1 0 0,-1 1 1 0 0,1-1 0 0 0,0 0 0 0 0,0 1-1 0 0,-1-1 1 0 0,1 0 0 0 0,0 1 0 0 0,0-1-1 0 0,-1 1 1 0 0,1-1 0 0 0,0 0 0 0 0,0 1-1 0 0,0-1 1 0 0,0 1 0 0 0,0-1 0 0 0,-1 1 0 0 0,1-1-1 0 0,0 1 1 0 0,0-1 0 0 0,0 1 0 0 0,0-1-1 0 0,1 0 1 0 0,-1 1 0 0 0,0-1 0 0 0,0 1-1 0 0,0 0 1 0 0,6 1 9 0 0,0 0 0 0 0,0 0 1 0 0,1 0-1 0 0,-1-1 0 0 0,0 0 0 0 0,1 0 0 0 0,-1-1 0 0 0,0 1 0 0 0,1-1 0 0 0,7-2 0 0 0,69-12 69 0 0,-75 11-86 0 0,0-1-1 0 0,0 1 1 0 0,-1-1-1 0 0,1-1 1 0 0,-1 1-1 0 0,0-1 1 0 0,0 0-1 0 0,0-1 1 0 0,-1 0-1 0 0,0 0 1 0 0,0 0-1 0 0,-1-1 1 0 0,10-14-1 0 0,3-7 29 0 0,-2-1 1 0 0,14-34-1 0 0,-11 16 47 0 0,19-74 0 0 0,-9 24 157 0 0,-24 73-125 0 0,-4 23-116 0 0,-4 6-13 0 0,-8 16 19 0 0,0 2-1 0 0,2-1 1 0 0,1 1-1 0 0,1 0 1 0 0,1 1 0 0 0,1 0-1 0 0,-3 36 1 0 0,5-30 4 0 0,2 0 1 0 0,1-1-1 0 0,1 1 1 0 0,2 0-1 0 0,1-1 0 0 0,7 31 1 0 0,-9-52-144 0 0,0 0 1 0 0,1-1-1 0 0,0 1 0 0 0,0 0 1 0 0,0-1-1 0 0,1 0 1 0 0,0 0-1 0 0,0 0 0 0 0,1 0 1 0 0,0-1-1 0 0,0 1 0 0 0,1-1 1 0 0,-1 0-1 0 0,1-1 1 0 0,1 0-1 0 0,-1 0 0 0 0,1 0 1 0 0,0-1-1 0 0,0 1 1 0 0,0-2-1 0 0,0 1 0 0 0,1-1 1 0 0,0 0-1 0 0,-1-1 0 0 0,1 0 1 0 0,0 0-1 0 0,0 0 1 0 0,0-1-1 0 0,1-1 0 0 0,-1 1 1 0 0,0-1-1 0 0,0-1 0 0 0,14-1 1 0 0,6-2-70 0 0,0-2 0 0 0,0 0-1 0 0,0-2 1 0 0,-1-1 0 0 0,0-1 0 0 0,0-2 0 0 0,-1 0 0 0 0,-1-2-1 0 0,35-24 1 0 0,-28 1 2597 0 0,-31 36-1986 0 0,0 0-285 0 0,-1 0 0 0 0,0 0 0 0 0,0-1 1 0 0,0 1-1 0 0,-1 0 0 0 0,1 0 0 0 0,0 0 0 0 0,0 0 0 0 0,-1 0 1 0 0,1 0-1 0 0,0-1 0 0 0,-1 1 0 0 0,1 0 0 0 0,-1 0 0 0 0,1 0 1 0 0,-1 0-1 0 0,0 0 0 0 0,0 1 0 0 0,1-1 0 0 0,-1 0 1 0 0,0 0-1 0 0,0 0 0 0 0,0 1 0 0 0,-1-2 0 0 0,-2 1-43 0 0,1 1 0 0 0,-1 0 1 0 0,1 0-1 0 0,0 0 0 0 0,-1 1 0 0 0,1-1 0 0 0,0 1 0 0 0,-1 0 0 0 0,1 0 1 0 0,0 0-1 0 0,0 0 0 0 0,0 0 0 0 0,0 1 0 0 0,0 0 0 0 0,0-1 0 0 0,0 1 1 0 0,0 0-1 0 0,0 0 0 0 0,-3 4 0 0 0,5-5-28 0 0,-2 6 49 0 0,0 3-1 0 0,13 11-14 0 0,-7-17-105 0 0,0-1-1 0 0,0 1 0 0 0,0-1 0 0 0,0 0 0 0 0,0 0 0 0 0,1 0 0 0 0,0-1 0 0 0,-1 1 1 0 0,1-1-1 0 0,0 0 0 0 0,0 0 0 0 0,0 0 0 0 0,0 0 0 0 0,1-1 0 0 0,-1 0 1 0 0,0 0-1 0 0,1 0 0 0 0,-1 0 0 0 0,1 0 0 0 0,-1-1 0 0 0,1 0 0 0 0,-1 0 1 0 0,8-1-1 0 0,-2-1 14 0 0,-1 0 1 0 0,0 0-1 0 0,1-1 1 0 0,-1 0 0 0 0,0-1-1 0 0,-1 0 1 0 0,1 0-1 0 0,-1-1 1 0 0,1 0-1 0 0,13-12 1 0 0,28-38 219 0 0,-49 54-178 0 0,0 0-20 0 0,0 0-11 0 0,-1 1 0 0 0,0-1 0 0 0,1 0 0 0 0,-1 1 0 0 0,1-1 0 0 0,-1 0 0 0 0,1 1 0 0 0,-1-1 0 0 0,1 1 0 0 0,0-1 0 0 0,-1 1 0 0 0,1-1 0 0 0,0 1 0 0 0,-1 0 0 0 0,1-1 0 0 0,0 1 0 0 0,-1 0 0 0 0,1-1 0 0 0,0 1 0 0 0,1 0 0 0 0,32 75 59 0 0,-33-74-57 0 0,0 1 1 0 0,0-1-1 0 0,0 0 0 0 0,0 0 0 0 0,1 0 1 0 0,-1 0-1 0 0,0 0 0 0 0,0 0 0 0 0,1 0 1 0 0,-1-1-1 0 0,0 1 0 0 0,1 0 0 0 0,-1-1 1 0 0,1 1-1 0 0,-1-1 0 0 0,1 1 1 0 0,-1-1-1 0 0,1 0 0 0 0,0 0 0 0 0,-1 0 1 0 0,1 0-1 0 0,1 0 0 0 0,36-3 26 0 0,44-12-16 0 0,-81 15-29 0 0,13-1-110 0 0,-8 6-99 0 0,17 9-2075 0 0,-7-9-4260 0 0,-5-4 3311 0 0</inkml:trace>
</inkml:ink>
</file>

<file path=ppt/ink/ink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45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26 980 0 0,'0'0'8894'0'0,"-4"3"-8455"0"0,0 0-278 0 0,3-2-119 0 0,0-1 0 0 0,0 1 1 0 0,0 0-1 0 0,0-1 0 0 0,0 1 0 0 0,0 0 0 0 0,0 0 0 0 0,0-1 1 0 0,1 1-1 0 0,-1 0 0 0 0,0 0 0 0 0,1 0 0 0 0,-1 0 1 0 0,0 0-1 0 0,1 0 0 0 0,-1 0 0 0 0,1 0 0 0 0,0 0 1 0 0,-1 1-1 0 0,1-1 0 0 0,0 0 0 0 0,-1 2 0 0 0,1-1 244 0 0,1 1-169 0 0,-1 0 0 0 0,0 0 0 0 0,1 1 0 0 0,0-1 0 0 0,0 0 0 0 0,0 0 0 0 0,0 0 0 0 0,0 0 0 0 0,0-1 0 0 0,3 5 0 0 0,-1-5-82 0 0,0 0 0 0 0,0 0 0 0 0,0 0 0 0 0,0 0 0 0 0,0-1 0 0 0,0 1 0 0 0,1-1 0 0 0,-1 0 0 0 0,0 0 0 0 0,1 0 0 0 0,-1 0 0 0 0,1 0 0 0 0,0-1 0 0 0,-1 0 1 0 0,1 1-1 0 0,-1-2 0 0 0,1 1 0 0 0,0 0 0 0 0,-1-1 0 0 0,1 1 0 0 0,-1-1 0 0 0,1 0 0 0 0,-1 0 0 0 0,0 0 0 0 0,1-1 0 0 0,2-1 0 0 0,7-5 184 0 0,0 0 0 0 0,-1-1-1 0 0,0-1 1 0 0,20-21 0 0 0,2 0 3132 0 0,-33 29-2810 0 0,-1 2-508 0 0,0 0 1 0 0,0 0 0 0 0,0 0 0 0 0,0 0 0 0 0,1 0 0 0 0,-1 0-1 0 0,0 0 1 0 0,0 0 0 0 0,0 0 0 0 0,0 0 0 0 0,0 0 0 0 0,0 0-1 0 0,0 0 1 0 0,0 0 0 0 0,1 0 0 0 0,-1 1 0 0 0,0-1 0 0 0,0 0-1 0 0,0 0 1 0 0,0-1 0 0 0,0 1 0 0 0,0 0 0 0 0,0 0 0 0 0,0 0-1 0 0,1 0 1 0 0,-1 0 0 0 0,0 0 0 0 0,0 0 0 0 0,0 0 0 0 0,0 0-1 0 0,0 0 1 0 0,0 0 0 0 0,0 0 0 0 0,0 0 0 0 0,0 0-1 0 0,1 0 1 0 0,-1 0 0 0 0,0 0 0 0 0,0-1 0 0 0,0 1 0 0 0,0 0-1 0 0,0 0 1 0 0,0 0 0 0 0,0 0 0 0 0,0 0 0 0 0,0 0 0 0 0,0 0-1 0 0,0 0 1 0 0,0 0 0 0 0,0-1 0 0 0,0 1 0 0 0,0 0 0 0 0,0 0-1 0 0,0 0 1 0 0,0 0 0 0 0,0 0 0 0 0,0 0 0 0 0,0 0 0 0 0,0-1-1 0 0,0 1 1 0 0,0 0 0 0 0,0 0 0 0 0,1 14-469 0 0,4 27-2313 0 0,9-17-7287 0 0,-6-17 5613 0 0</inkml:trace>
</inkml:ink>
</file>

<file path=ppt/ink/ink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4:46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33 612 0 0,'16'-5'1364'0'0,"-10"2"1396"0"0,8-4-335 0 0,-4-3 507 0 0,-3 2-1676 0 0,-56 16-10441 0 0</inkml:trace>
</inkml:ink>
</file>

<file path=ppt/ink/ink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5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450 77 468 0 0,'-6'-57'5197'0'0,"6"55"-4559"0"0,-3-9 612 0 0,3 11-1207 0 0,0 0 0 0 0,0-1 0 0 0,0 1 0 0 0,0 0 0 0 0,0 0 0 0 0,0-1 0 0 0,0 1 0 0 0,0 0 0 0 0,0 0 0 0 0,0-1 0 0 0,0 1 0 0 0,0 0 0 0 0,0 0 0 0 0,-1 0 0 0 0,1-1 0 0 0,0 1 0 0 0,0 0 0 0 0,0 0 0 0 0,0 0 0 0 0,0-1 0 0 0,-1 1 0 0 0,1 0 0 0 0,0 0 0 0 0,0 0 0 0 0,0 0-1 0 0,0-1 1 0 0,-1 1 0 0 0,1 0 0 0 0,0 0 0 0 0,0 0 0 0 0,-1 0 0 0 0,1 0 0 0 0,0 0 0 0 0,0 0 0 0 0,0 0 0 0 0,-1-1 0 0 0,1 1 0 0 0,0 0 0 0 0,0 0 0 0 0,-1 0 0 0 0,1 0 0 0 0,0 0 0 0 0,0 0 0 0 0,-1 0 0 0 0,1 1 0 0 0,0-1 0 0 0,-1 0 0 0 0,-18 25 292 0 0,1 1-1 0 0,1 0 1 0 0,-18 38 0 0 0,3-5-67 0 0,-143 261 634 0 0,102-184-649 0 0,55-105-190 0 0,10-19-18 0 0,1 0 1 0 0,1 1-1 0 0,-1-1 0 0 0,2 1 0 0 0,-7 24 0 0 0,12-36-40 0 0,-1-1 0 0 0,1 1 0 0 0,0 0 0 0 0,0-1-1 0 0,0 1 1 0 0,0 0 0 0 0,0 0 0 0 0,0-1-1 0 0,0 1 1 0 0,0 0 0 0 0,1-1 0 0 0,-1 1-1 0 0,0 0 1 0 0,0-1 0 0 0,0 1 0 0 0,1 0-1 0 0,-1-1 1 0 0,0 1 0 0 0,1 0 0 0 0,-1-1 0 0 0,1 1-1 0 0,-1-1 1 0 0,1 1 0 0 0,-1-1 0 0 0,1 1-1 0 0,-1-1 1 0 0,1 1 0 0 0,-1-1 0 0 0,2 1-1 0 0,24 3 72 0 0,32-14-12 0 0,-53 9-54 0 0,225-65 102 0 0,-126 34-74 0 0,-35 12-19 0 0,9 9-444 0 0,-60 9-435 0 0,2 6-778 0 0</inkml:trace>
</inkml:ink>
</file>

<file path=ppt/ink/ink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5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1 129 324 0 0,'19'-23'2229'0'0,"-3"13"-1793"0"0,0 0 0 0 0,1 1 0 0 0,0 1 0 0 0,0 1 0 0 0,1 0 0 0 0,35-7 0 0 0,113-10 492 0 0,-43 9-3047 0 0,-115 13 447 0 0</inkml:trace>
</inkml:ink>
</file>

<file path=ppt/ink/ink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6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28 214 248 0 0,'-3'-3'163'0'0,"1"-1"0"0"0,-1 1 0 0 0,1 0 1 0 0,-1-1-1 0 0,1 1 0 0 0,0-1 0 0 0,0 0 0 0 0,1 1 0 0 0,-1-1 0 0 0,1 0 0 0 0,0 0 1 0 0,0 0-1 0 0,0 0 0 0 0,0 0 0 0 0,1 0 0 0 0,0 0 0 0 0,0-1 0 0 0,0 1 0 0 0,0 0 1 0 0,1 0-1 0 0,-1 0 0 0 0,1 0 0 0 0,0 0 0 0 0,0 0 0 0 0,1 0 0 0 0,-1 0 0 0 0,1 0 1 0 0,0 1-1 0 0,0-1 0 0 0,0 1 0 0 0,0-1 0 0 0,1 1 0 0 0,3-5 0 0 0,1 1-27 0 0,-1 0 0 0 0,2 0 1 0 0,-1 1-1 0 0,1 0 0 0 0,-1 0 0 0 0,2 0 0 0 0,-1 1 0 0 0,1 1 0 0 0,-1-1 0 0 0,1 1 0 0 0,1 1 0 0 0,-1 0 0 0 0,11-2 0 0 0,-7 2-160 0 0,0 1 0 0 0,0 1 0 0 0,0 0 0 0 0,0 1 0 0 0,0 1 0 0 0,0-1 0 0 0,17 5 0 0 0,-21-3-581 0 0,0 1 0 0 0,0 0 0 0 0,0 0 0 0 0,0 1 0 0 0,-1 0 0 0 0,14 9 0 0 0,-8-2-1235 0 0</inkml:trace>
  <inkml:trace contextRef="#ctx0" brushRef="#br0" timeOffset="1">536 315 580 0 0,'9'18'688'0'0,"2"-1"0"0"0,0-1-1 0 0,1 1 1 0 0,0-2 0 0 0,1 0 0 0 0,21 18-1 0 0,5 8-46 0 0,149 160 327 0 0,-168-187-4929 0 0</inkml:trace>
</inkml:ink>
</file>

<file path=ppt/ink/ink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1 412 0 0,'-29'6'1060'0'0,"-1"1"1"0"0,1 2-1 0 0,0 1 0 0 0,-35 17 1 0 0,51-20-789 0 0,-1 0 0 0 0,1 1 1 0 0,1 0-1 0 0,0 1 0 0 0,0 0 1 0 0,1 1-1 0 0,0 0 0 0 0,1 1 1 0 0,0 0-1 0 0,-14 21 0 0 0,21-28-303 0 0,1 0 0 0 0,0 1 0 0 0,0-1-1 0 0,0 1 1 0 0,1 0 0 0 0,0-1-1 0 0,0 1 1 0 0,0 0 0 0 0,0 0-1 0 0,1 0 1 0 0,-1-1 0 0 0,1 1 0 0 0,1 6-1 0 0,0-7-415 0 0,0 0-1 0 0,0 1 1 0 0,0-1 0 0 0,0-1-1 0 0,0 1 1 0 0,1 0 0 0 0,0 0-1 0 0,0 0 1 0 0,4 5 0 0 0,4 5-1691 0 0</inkml:trace>
</inkml:ink>
</file>

<file path=ppt/ink/ink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7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33 16 0 0,'-21'-30'6261'0'0,"20"30"-6124"0"0,-1-1-1 0 0,0 1 1 0 0,0-1 0 0 0,1 1-1 0 0,-1 0 1 0 0,0 0-1 0 0,0 0 1 0 0,0 0 0 0 0,1 0-1 0 0,-1 0 1 0 0,0 0-1 0 0,0 1 1 0 0,0-1 0 0 0,1 1-1 0 0,-3 0 1 0 0,1 0-37 0 0,1 1 0 0 0,0-1 0 0 0,-1 1 0 0 0,1 0 0 0 0,0 0 0 0 0,0 0 0 0 0,0 0 0 0 0,0 0 0 0 0,0 0 0 0 0,1 0 0 0 0,-1 1 1 0 0,1-1-1 0 0,-1 0 0 0 0,-1 5 0 0 0,1-2-36 0 0,0 1 1 0 0,1-1-1 0 0,0 0 1 0 0,-1 0-1 0 0,2 0 1 0 0,-1 1-1 0 0,0 9 0 0 0,7 15 371 0 0,-2-23-391 0 0,-1 0 0 0 0,1 0 0 0 0,1 0 0 0 0,-1-1 0 0 0,1 1 0 0 0,0-1 0 0 0,1 0 0 0 0,-1-1 0 0 0,1 1 0 0 0,0-1 0 0 0,0 0 0 0 0,1-1 0 0 0,0 1 0 0 0,11 5 0 0 0,-8-6-12 0 0,0-1 0 0 0,0 0 0 0 0,1 0 0 0 0,-1-1 0 0 0,0 0 0 0 0,1-1 0 0 0,-1 0 0 0 0,1-1 0 0 0,0 0 1 0 0,12-1-1 0 0,-7-2-9 0 0,0 1 0 0 0,0-2 1 0 0,0 0-1 0 0,-1-1 0 0 0,1-1 1 0 0,-1 0-1 0 0,-1-1 1 0 0,1 0-1 0 0,-1-2 0 0 0,0 1 1 0 0,-1-2-1 0 0,0 0 0 0 0,0 0 1 0 0,14-17-1 0 0,30-53 2228 0 0,-56 78-1991 0 0,-7 29 1546 0 0,-5 21-3128 0 0,3-7-7641 0 0</inkml:trace>
</inkml:ink>
</file>

<file path=ppt/ink/ink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7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9 114 1232 0 0,'-3'-11'900'0'0,"1"0"0"0"0,0 0 1 0 0,1 0-1 0 0,0 0 0 0 0,1 0 0 0 0,1-12 0 0 0,-1-2 175 0 0,6 28-2677 0 0,14 9-1052 0 0,-15-9 202 0 0</inkml:trace>
</inkml:ink>
</file>

<file path=ppt/ink/ink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7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26 128 0 0,'-9'-25'8005'0'0,"0"44"-7145"0"0,-8 26-424 0 0,-1 21 543 0 0,-21 133 1 0 0,35-164-808 0 0,2 0-1 0 0,1 0 1 0 0,2 0 0 0 0,2 0 0 0 0,11 61 0 0 0,-11-81-115 0 0,1-1-1 0 0,1 0 1 0 0,0-1-1 0 0,13 25 0 0 0,-16-35-43 0 0,0 1 0 0 0,0-1-1 0 0,0 0 1 0 0,0 1-1 0 0,1-1 1 0 0,-1 0-1 0 0,1 0 1 0 0,0-1-1 0 0,0 1 1 0 0,0-1-1 0 0,0 1 1 0 0,0-1-1 0 0,1 0 1 0 0,-1 0 0 0 0,1 0-1 0 0,-1-1 1 0 0,1 1-1 0 0,0-1 1 0 0,-1 0-1 0 0,1 0 1 0 0,0 0-1 0 0,5 0 1 0 0,-5-1-6 0 0,0 0-1 0 0,0-1 1 0 0,0 0 0 0 0,0 1 0 0 0,0-1 0 0 0,0-1 0 0 0,0 1-1 0 0,0-1 1 0 0,0 1 0 0 0,0-1 0 0 0,-1 0 0 0 0,1-1 0 0 0,-1 1-1 0 0,6-5 1 0 0,36-45 108 0 0,-23 25 188 0 0,-21 26 557 0 0,-28-1-367 0 0,22 4-403 0 0,-1 0-1 0 0,1 1 1 0 0,0-1-1 0 0,1 1 1 0 0,-1 1-1 0 0,0-1 1 0 0,1 0-1 0 0,0 1 0 0 0,-6 7 1 0 0,9-10-74 0 0,0 0 0 0 0,0 0 0 0 0,1 0 0 0 0,-1 0 0 0 0,1 0-1 0 0,-1 1 1 0 0,1-1 0 0 0,-1 0 0 0 0,1 0 0 0 0,0 1 0 0 0,0-1 0 0 0,-1 0 0 0 0,1 1 0 0 0,0-1 0 0 0,0 0 0 0 0,0 1 0 0 0,0-1 0 0 0,1 0-1 0 0,-1 2 1 0 0,1-1-36 0 0,0 1 0 0 0,0-1-1 0 0,1 0 1 0 0,-1 0 0 0 0,1 0-1 0 0,-1 0 1 0 0,1 0 0 0 0,0 0-1 0 0,-1 0 1 0 0,1 0-1 0 0,0 0 1 0 0,0-1 0 0 0,4 3-1 0 0,0 0-286 0 0,1 0-1 0 0,0-1 0 0 0,0 0 1 0 0,0 0-1 0 0,0 0 0 0 0,0-1 1 0 0,1 0-1 0 0,-1 0 0 0 0,1-1 1 0 0,11 1-1 0 0,47-2-6082 0 0,-65 0 6214 0 0,26-1-3109 0 0</inkml:trace>
</inkml:ink>
</file>

<file path=ppt/ink/ink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8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86 486 596 0 0,'5'-19'2587'0'0,"-16"13"392"0"0,8 6-2744 0 0,0 0-1 0 0,0 0 0 0 0,0 1 1 0 0,0-1-1 0 0,0 1 1 0 0,0 0-1 0 0,0 0 1 0 0,0 0-1 0 0,1 0 1 0 0,-1 1-1 0 0,-4 2 0 0 0,4-2-43 0 0,0 0-1 0 0,-1 1 1 0 0,2-1-1 0 0,-1 1 0 0 0,0-1 1 0 0,0 1-1 0 0,1 0 0 0 0,-1 0 1 0 0,1 1-1 0 0,0-1 1 0 0,0 0-1 0 0,0 1 0 0 0,1-1 1 0 0,-1 1-1 0 0,-1 6 0 0 0,3-8-152 0 0,0 0-1 0 0,0 0 0 0 0,0-1 0 0 0,0 1 0 0 0,0 0 1 0 0,0 0-1 0 0,1 0 0 0 0,-1-1 0 0 0,1 1 0 0 0,-1 0 1 0 0,1-1-1 0 0,0 1 0 0 0,-1 0 0 0 0,1-1 0 0 0,0 1 1 0 0,0-1-1 0 0,0 1 0 0 0,1-1 0 0 0,-1 0 0 0 0,0 0 1 0 0,0 1-1 0 0,1-1 0 0 0,-1 0 0 0 0,0 0 0 0 0,1 0 1 0 0,0 0-1 0 0,-1 0 0 0 0,1-1 0 0 0,-1 1 0 0 0,1 0 1 0 0,0-1-1 0 0,-1 1 0 0 0,1-1 0 0 0,0 1 0 0 0,3-1 1 0 0,0 1-1 0 0,0 0 0 0 0,0 0 1 0 0,0 0-1 0 0,0-1 1 0 0,1 0-1 0 0,-1 0 1 0 0,0 0-1 0 0,0-1 1 0 0,0 1-1 0 0,0-1 1 0 0,0-1-1 0 0,0 1 1 0 0,0-1-1 0 0,0 0 1 0 0,8-4-1 0 0,-6 2-6 0 0,0-1-1 0 0,0 0 1 0 0,0-1 0 0 0,-1 0-1 0 0,0 0 1 0 0,0 0-1 0 0,0-1 1 0 0,7-11 0 0 0,2-8 0 0 0,-1 0 1 0 0,-1 0-1 0 0,-2-2 1 0 0,12-40-1 0 0,-9 26 154 0 0,-3 0 0 0 0,-1-1 1 0 0,-2 0-1 0 0,3-58 0 0 0,-11 101-155 0 0,1-32 552 0 0,-2 15 131 0 0,-1 13 496 0 0,-8 20-1072 0 0,1 0-1 0 0,1 1 1 0 0,1 0 0 0 0,0 0 0 0 0,2 1-1 0 0,0 0 1 0 0,0 0 0 0 0,2 0 0 0 0,-2 27-1 0 0,2 1 103 0 0,2 0 0 0 0,9 83 0 0 0,22 58-868 0 0,-29-217-12321 0 0,-4 5 9372 0 0</inkml:trace>
</inkml:ink>
</file>

<file path=ppt/ink/ink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08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43 9053 0 0,'-66'-12'1473'0'0,"64"12"-698"0"0,3-2-747 0 0,1 0-1 0 0,-1 0 1 0 0,1 0 0 0 0,0 1 0 0 0,0-1-1 0 0,0 0 1 0 0,0 1 0 0 0,0-1 0 0 0,1 1-1 0 0,-1 0 1 0 0,0 0 0 0 0,1 0 0 0 0,-1 0-1 0 0,0 0 1 0 0,1 0 0 0 0,3 0-1 0 0,9-2 25 0 0,-1 2-1 0 0,1-1 0 0 0,-1 2 0 0 0,0 0 0 0 0,19 2 0 0 0,35 12-6996 0 0,-55-11 4055 0 0</inkml:trace>
</inkml:ink>
</file>

<file path=ppt/ink/ink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0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18 320 0 0,'-3'-18'5114'0'0,"-5"34"-2631"0"0,-1 4-2521 0 0,-53 136 2315 0 0,61-155-2254 0 0,0 0 0 0 0,1 0 0 0 0,-1-1 0 0 0,1 1 1 0 0,0 0-1 0 0,-1 0 0 0 0,1 0 0 0 0,-1 0 1 0 0,1-1-1 0 0,0 1 0 0 0,0 0 0 0 0,0 0 0 0 0,0 0 1 0 0,-1 0-1 0 0,1 0 0 0 0,0 0 0 0 0,0 0 1 0 0,1 0-1 0 0,-1 0 0 0 0,0-1 0 0 0,0 1 0 0 0,0 0 1 0 0,1 0-1 0 0,-1 0 0 0 0,0 0 0 0 0,1 0 1 0 0,-1 0-1 0 0,1 0 0 0 0,0 0-8 0 0,1 0-1 0 0,-1-1 1 0 0,0 0-1 0 0,1 1 1 0 0,-1-1-1 0 0,0 0 1 0 0,1 1-1 0 0,-1-1 1 0 0,0 0-1 0 0,1 0 1 0 0,-1 0 0 0 0,1 0-1 0 0,-1 0 1 0 0,0-1-1 0 0,1 1 1 0 0,1-1-1 0 0,57-21 71 0 0,-58 21-60 0 0,27-12 15 0 0,1 1-1 0 0,0 1 0 0 0,1 1 1 0 0,0 2-1 0 0,44-6 0 0 0,-70 14-35 0 0,-1 0 0 0 0,1 1 0 0 0,-1-1 0 0 0,0 1 0 0 0,0 0 0 0 0,1 0-1 0 0,-1 1 1 0 0,6 2 0 0 0,-8-3-1 0 0,0 0-1 0 0,0-1 0 0 0,0 1 1 0 0,0 1-1 0 0,0-1 0 0 0,0 0 1 0 0,-1 0-1 0 0,1 1 1 0 0,0-1-1 0 0,-1 1 0 0 0,1-1 1 0 0,-1 1-1 0 0,0 0 0 0 0,1 0 1 0 0,-1 0-1 0 0,0-1 1 0 0,0 1-1 0 0,0 0 0 0 0,0 0 1 0 0,1 5-1 0 0,-1-6 2 0 0,1 4-9 0 0,-11 17 49 0 0,7-18-85 0 0,-1 1-1 0 0,1-1 1 0 0,-1 0 0 0 0,0 0 0 0 0,0 0 0 0 0,-1 0 0 0 0,1 0 0 0 0,-1-1 0 0 0,-6 5-1 0 0,7-6-655 0 0,0-1 1 0 0,0 1-1 0 0,0-1 0 0 0,0 1 0 0 0,-1-1 0 0 0,1 0 0 0 0,-1 0 0 0 0,-5 1 0 0 0,-4-2-2041 0 0</inkml:trace>
</inkml:ink>
</file>

<file path=ppt/ink/ink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0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95 484 0 0,'0'-15'916'0'0,"1"1"-56"0"0,1 4-68 0 0,1-1-80 0 0,0 0 504 0 0,-2-9-707 0 0,4 14-53 0 0,2 0 320 0 0,13 4-248 0 0,6 10-556 0 0,-11 2-188 0 0,5-2-256 0 0,2 8-621 0 0,-6 0-1175 0 0,2-1 520 0 0</inkml:trace>
</inkml:ink>
</file>

<file path=ppt/ink/ink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1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1128 11961 0 0,'12'4'1'0'0,"1"0"-1"0"0,0-1 1 0 0,0-1 0 0 0,0 0-1 0 0,0 0 1 0 0,0-2 0 0 0,0 1-1 0 0,0-2 1 0 0,0 0 0 0 0,0 0-1 0 0,0-1 1 0 0,0-1 0 0 0,22-7-1 0 0,-5-1-2 0 0,-1 0 0 0 0,0-2 0 0 0,-1-1 0 0 0,43-28 0 0 0,-55 32 0 0 0,-1-1 0 0 0,0 0 1 0 0,0-1-1 0 0,-1-1 0 0 0,-1 0 1 0 0,0 0-1 0 0,-1-2 0 0 0,0 0 1 0 0,-1 0-1 0 0,-1 0 0 0 0,-1-2 1 0 0,0 1-1 0 0,-1-1 0 0 0,0 0 1 0 0,-2-1-1 0 0,0 0 0 0 0,5-25 1 0 0,-6 6-8 0 0,-1 0 0 0 0,-2-1 0 0 0,-2 1 0 0 0,-1 0 0 0 0,-2 0 0 0 0,-9-42 0 0 0,-6-1-40 0 0,-47-132-1 0 0,57 191 35 0 0,0 1 0 0 0,-1 0 0 0 0,-1 1 0 0 0,-1 0-1 0 0,-20-27 1 0 0,30 46 13 0 0,1-1-1 0 0,0 0 1 0 0,-1 1-1 0 0,1-1 1 0 0,-1 1-1 0 0,1-1 1 0 0,-1 1-1 0 0,1-1 1 0 0,-1 1-1 0 0,0-1 0 0 0,1 1 1 0 0,-1 0-1 0 0,0-1 1 0 0,1 1-1 0 0,-1 0 1 0 0,0 0-1 0 0,1-1 1 0 0,-1 1-1 0 0,0 0 1 0 0,1 0-1 0 0,-1 0 1 0 0,0 0-1 0 0,0 0 1 0 0,1 0-1 0 0,-1 0 1 0 0,0 0-1 0 0,0 0 1 0 0,1 0-1 0 0,-1 0 1 0 0,0 1-1 0 0,-17 18-30 0 0,-6 44 16 0 0,21-53 9 0 0,-9 42 18 0 0,2 1-1 0 0,2-1 1 0 0,-1 87 0 0 0,8 365 160 0 0,-3-365-111 0 0,0-65-3 0 0,-3 6 9 0 0,7-78-49 0 0,1 20 134 0 0,-1-12 363 0 0,0-8 197 0 0,2-7-702 0 0,6-15 4 0 0,-6 16-4 0 0,20-19 66 0 0,-10 17-82 0 0,0 1 0 0 0,0 0 0 0 0,1 0-1 0 0,0 1 1 0 0,0 1 0 0 0,-1 0 0 0 0,2 1-1 0 0,21-1 1 0 0,-25 4 4 0 0,1 1-1 0 0,-1 0 1 0 0,1 1-1 0 0,-1 0 0 0 0,0 1 1 0 0,0 0-1 0 0,-1 0 1 0 0,14 8-1 0 0,-10-4 15 0 0,0-2-1 0 0,1 0 1 0 0,26 7 0 0 0,-33-11 5 0 0,-1-1 0 0 0,1 0 0 0 0,0-1 1 0 0,-1 0-1 0 0,1 0 0 0 0,0 0 0 0 0,0-1 1 0 0,-1 0-1 0 0,1 0 0 0 0,10-4 1 0 0,-14 5 20 0 0,44-8 212 0 0,-45 7-432 0 0,6 3-438 0 0,3 1-1033 0 0,-3-3-4230 0 0,4-3 2818 0 0</inkml:trace>
</inkml:ink>
</file>

<file path=ppt/ink/ink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1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46 780 0 0,'0'0'872'0'0,"-7"-12"624"0"0,2 1-176 0 0,-1-4-227 0 0,0 7 383 0 0</inkml:trace>
</inkml:ink>
</file>

<file path=ppt/ink/ink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2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250 374 180 0 0,'0'0'3357'0'0,"-11"-20"-893"0"0,9 19-1937 0 0,-46-17 1550 0 0,40 17-2021 0 0,0-1 0 0 0,-1 1 0 0 0,1 1 1 0 0,0-1-1 0 0,0 1 0 0 0,0 1 0 0 0,0-1 0 0 0,-1 2 1 0 0,1-1-1 0 0,0 1 0 0 0,0 0 0 0 0,1 1 0 0 0,-1-1 1 0 0,0 2-1 0 0,1-1 0 0 0,0 1 0 0 0,0 0 0 0 0,0 1 1 0 0,0-1-1 0 0,-7 8 0 0 0,12-10-39 0 0,0 0 1 0 0,1 0 0 0 0,-1 0-1 0 0,1 0 1 0 0,-1 0-1 0 0,1 1 1 0 0,0-1-1 0 0,-1 0 1 0 0,1 1-1 0 0,1 0 1 0 0,-1-1-1 0 0,0 1 1 0 0,0-1-1 0 0,1 4 1 0 0,0-4-9 0 0,0-1-1 0 0,0 0 1 0 0,0 0-1 0 0,1 0 1 0 0,-1 0 0 0 0,0 0-1 0 0,1 0 1 0 0,-1 0-1 0 0,1 0 1 0 0,0 0 0 0 0,-1 0-1 0 0,1 0 1 0 0,0 0-1 0 0,-1 0 1 0 0,1 0 0 0 0,0-1-1 0 0,0 1 1 0 0,0 0 0 0 0,0 0-1 0 0,0-1 1 0 0,0 1-1 0 0,0-1 1 0 0,1 1 0 0 0,6 2 20 0 0,1 0 0 0 0,1 0 0 0 0,-1-1 0 0 0,0-1 0 0 0,0 0 0 0 0,12 1 0 0 0,-4-1-29 0 0,-1 0 8 0 0,-1 1 0 0 0,1 0-1 0 0,0 2 1 0 0,23 7 0 0 0,-33-8 3 0 0,0 0-1 0 0,0 0 0 0 0,0 1 1 0 0,0 0-1 0 0,0 0 0 0 0,-1 0 1 0 0,0 1-1 0 0,0 0 0 0 0,0 0 0 0 0,-1 0 1 0 0,1 0-1 0 0,-1 1 0 0 0,3 6 1 0 0,1 2 8 0 0,-2 0 0 0 0,0 0 0 0 0,0 1 0 0 0,-2 0 1 0 0,0 0-1 0 0,0 0 0 0 0,-2 0 0 0 0,1 0 0 0 0,-2 1 1 0 0,0-1-1 0 0,-1 1 0 0 0,-3 21 0 0 0,1-18-1 0 0,0-1 1 0 0,-2 0-1 0 0,0 0 0 0 0,-1 0 0 0 0,-1-1 1 0 0,-1 1-1 0 0,0-1 0 0 0,-1-1 0 0 0,-1 1 0 0 0,-11 16 1 0 0,15-27 28 0 0,0 0-1 0 0,0 0 1 0 0,-1 0 0 0 0,0-1 0 0 0,-7 6 0 0 0,11-9-6 0 0,0 0 1 0 0,-1-1-1 0 0,1 0 0 0 0,0 0 1 0 0,-1 1-1 0 0,1-1 0 0 0,-1-1 1 0 0,1 1-1 0 0,-1 0 0 0 0,1-1 1 0 0,-1 1-1 0 0,1-1 0 0 0,-1 0 1 0 0,0 1-1 0 0,1-1 0 0 0,-1-1 1 0 0,-4 0-1 0 0,5 1-31 0 0,1-1 0 0 0,0 0 0 0 0,0 0 1 0 0,0 1-1 0 0,0-1 0 0 0,0 0 0 0 0,0 0 0 0 0,0 0 0 0 0,0 0 0 0 0,0-1 0 0 0,0 1 1 0 0,1 0-1 0 0,-1 0 0 0 0,1 0 0 0 0,-1-1 0 0 0,0 1 0 0 0,1 0 0 0 0,0 0 0 0 0,-1-1 0 0 0,1 1 1 0 0,0-1-1 0 0,0 1 0 0 0,0 0 0 0 0,0-1 0 0 0,0 1 0 0 0,0 0 0 0 0,0-1 0 0 0,0 1 1 0 0,1-3-1 0 0,8-43 142 0 0,-8 44-137 0 0,13-37 19 0 0,1 1 1 0 0,2 1-1 0 0,2 0 1 0 0,1 1 0 0 0,28-36-1 0 0,16-32-35 0 0,160-301-14 0 0,-189 326 24 0 0,-2 4 97 0 0,-33 75-91 0 0,0 7-7 0 0,-2 9-1 0 0,-6 50 23 0 0,2 69 0 0 0,6-113-12 0 0,1-1 1 0 0,1 1-1 0 0,1-1 1 0 0,0 0-1 0 0,2 0 0 0 0,1 0 1 0 0,14 36-1 0 0,-18-53-3 0 0,1 0 1 0 0,-1 0-1 0 0,1 0 0 0 0,-1 0 0 0 0,1-1 0 0 0,0 1 1 0 0,0 0-1 0 0,0-1 0 0 0,0 0 0 0 0,0 0 0 0 0,0 0 1 0 0,1 0-1 0 0,-1-1 0 0 0,1 1 0 0 0,-1-1 1 0 0,1 0-1 0 0,0 0 0 0 0,0 0 0 0 0,-1 0 0 0 0,1-1 1 0 0,0 1-1 0 0,0-1 0 0 0,0 0 0 0 0,-1-1 0 0 0,1 1 1 0 0,5-1-1 0 0,12-2 215 0 0,1-1 0 0 0,-1 0 0 0 0,25-10 0 0 0,-40 12-146 0 0,-2 1-69 0 0,0 0 0 0 0,0 0 1 0 0,0 0-1 0 0,-1 0 0 0 0,1 1 0 0 0,0 0 1 0 0,0 0-1 0 0,0 0 0 0 0,0 0 0 0 0,0 0 1 0 0,0 1-1 0 0,0-1 0 0 0,-1 1 0 0 0,1 0 1 0 0,5 2-1 0 0,14 17-2291 0 0,-11-4-5009 0 0</inkml:trace>
</inkml:ink>
</file>

<file path=ppt/ink/ink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5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432 88 548 0 0,'-17'-44'3942'0'0,"14"40"-3787"0"0,1 1-1 0 0,0 0 1 0 0,-1 0 0 0 0,0 0 0 0 0,0 0-1 0 0,1 1 1 0 0,-2-1 0 0 0,1 1 0 0 0,0-1 0 0 0,0 1-1 0 0,-1 0 1 0 0,1 0 0 0 0,-1 1 0 0 0,0-1 0 0 0,0 1-1 0 0,1 0 1 0 0,-1 0 0 0 0,-5-1 0 0 0,1 2-25 0 0,0-1 0 0 0,-1 1 0 0 0,1 1 0 0 0,0-1 0 0 0,0 1-1 0 0,0 1 1 0 0,0 0 0 0 0,-12 4 0 0 0,0 2 15 0 0,1 0 0 0 0,0 2 0 0 0,0 0 0 0 0,2 1 1 0 0,-1 0-1 0 0,-20 19 0 0 0,22-16 47 0 0,2 0 0 0 0,0 1 0 0 0,-20 26 0 0 0,30-34-137 0 0,-1-1 1 0 0,1 1 0 0 0,1 0-1 0 0,-1 1 1 0 0,1-1-1 0 0,0 1 1 0 0,1-1 0 0 0,0 1-1 0 0,0 0 1 0 0,1 0-1 0 0,-1 16 1 0 0,2-20-38 0 0,0 0-1 0 0,0 0 0 0 0,0 0 1 0 0,1-1-1 0 0,-1 1 1 0 0,1 0-1 0 0,0 0 1 0 0,0 0-1 0 0,0-1 1 0 0,1 1-1 0 0,-1 0 1 0 0,1-1-1 0 0,0 0 1 0 0,0 1-1 0 0,0-1 1 0 0,1 0-1 0 0,-1 0 1 0 0,1 0-1 0 0,-1 0 1 0 0,1 0-1 0 0,0-1 1 0 0,0 1-1 0 0,1-1 1 0 0,-1 0-1 0 0,5 3 1 0 0,-1-3 0 0 0,0 1 1 0 0,0-1-1 0 0,0 0 0 0 0,0-1 1 0 0,0 0-1 0 0,0 0 1 0 0,0-1-1 0 0,0 1 0 0 0,1-2 1 0 0,-1 1-1 0 0,0-1 1 0 0,10-2-1 0 0,-2-1-4 0 0,1 0 0 0 0,-1-1-1 0 0,0-1 1 0 0,-1 0 0 0 0,1-1-1 0 0,-1 0 1 0 0,19-15 0 0 0,-6 1 5 0 0,0 0 1 0 0,31-37 0 0 0,13-6-110 0 0,-70 64 75 0 0,15-2-29 0 0,-13 3 44 0 0,0-1 0 0 0,0 1 0 0 0,1 0-1 0 0,-1-1 1 0 0,0 2 0 0 0,0-1 0 0 0,0 0 0 0 0,0 1-1 0 0,-1-1 1 0 0,1 1 0 0 0,0 0 0 0 0,-1 0 0 0 0,1 0 0 0 0,-1 0-1 0 0,1 0 1 0 0,-1 0 0 0 0,0 1 0 0 0,0-1 0 0 0,0 1-1 0 0,0 0 1 0 0,-1 0 0 0 0,1-1 0 0 0,1 5 0 0 0,2 6 26 0 0,-1 0-1 0 0,-1 0 1 0 0,0 0 0 0 0,2 19 0 0 0,0-4 53 0 0,-6-27-36 0 0,1 0-1 0 0,0 1 1 0 0,0-1-1 0 0,0 0 1 0 0,1 1-1 0 0,-1-1 1 0 0,0 0-1 0 0,0 0 1 0 0,1 1-1 0 0,-1-1 1 0 0,0 0-1 0 0,1 0 1 0 0,-1 0-1 0 0,1 0 1 0 0,0 1 0 0 0,-1-1-1 0 0,1 0 1 0 0,0 0-1 0 0,0 0 1 0 0,0 0-1 0 0,0-1 1 0 0,0 1-1 0 0,1 1 1 0 0,0-3 29 0 0,1-1 1 0 0,-1 0-1 0 0,0 1 1 0 0,0-1-1 0 0,0 0 1 0 0,0 0-1 0 0,0-1 0 0 0,-1 1 1 0 0,1 0-1 0 0,1-4 1 0 0,2-1-238 0 0,5-6 209 0 0,0 1 1 0 0,1 0-1 0 0,19-16 0 0 0,-27 24-45 0 0,1 1 0 0 0,0 1 0 0 0,0-1 0 0 0,0 0 0 0 0,0 1 0 0 0,0 0 0 0 0,0 0 0 0 0,1 0 0 0 0,-1 0 0 0 0,1 1 0 0 0,0 0 0 0 0,-1 0 0 0 0,1 0 0 0 0,0 0 0 0 0,8 1 0 0 0,-6 2 1 0 0,-1 0 1 0 0,0 1 0 0 0,0 0-1 0 0,0 1 1 0 0,0-1-1 0 0,-1 1 1 0 0,1 0 0 0 0,-1 1-1 0 0,0-1 1 0 0,0 1 0 0 0,5 7-1 0 0,0-2 16 0 0,24 16-507 0 0,-7-20-7082 0 0</inkml:trace>
</inkml:ink>
</file>

<file path=ppt/ink/ink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7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357 117 120 0 0,'0'0'705'0'0,"2"-40"5325"0"0,-4 29-5468 0 0,2 9-362 0 0,0 0 1 0 0,-1-1 0 0 0,1 1 0 0 0,-1 0 0 0 0,1-1 0 0 0,-1 1 0 0 0,0 0-1 0 0,0 0 1 0 0,0 0 0 0 0,0 0 0 0 0,0 0 0 0 0,-3-4 0 0 0,3 5-29 0 0,0-1-106 0 0,1 1 0 0 0,-1-1 0 0 0,0 1 0 0 0,1-1 0 0 0,-1 1 0 0 0,0 0 0 0 0,0-1 0 0 0,0 1 0 0 0,0 0 0 0 0,0 0-1 0 0,0 0 1 0 0,-1 0 0 0 0,1 0 0 0 0,0 0 0 0 0,-1 0 0 0 0,1 0 0 0 0,0 0 0 0 0,-1 0 0 0 0,1 1 0 0 0,-1-1 0 0 0,-2 0 0 0 0,-34-7 398 0 0,25 10-431 0 0,0 0-1 0 0,0 0 1 0 0,0 1-1 0 0,1 1 1 0 0,0 0-1 0 0,-1 1 1 0 0,2 1-1 0 0,-1-1 1 0 0,1 2-1 0 0,0 0 1 0 0,0 0-1 0 0,0 1 1 0 0,1 0-1 0 0,0 0 1 0 0,-14 18-1 0 0,14-16-13 0 0,2 1 0 0 0,-1 0 0 0 0,1 1 0 0 0,1 0 0 0 0,0 0-1 0 0,-9 22 1 0 0,13-27-10 0 0,1 1-1 0 0,-1 0 1 0 0,1 0 0 0 0,1 0-1 0 0,0 0 1 0 0,0 0-1 0 0,0 0 1 0 0,1 0 0 0 0,0 0-1 0 0,1 0 1 0 0,2 15 0 0 0,-2-20-4 0 0,0 0 1 0 0,-1 1 0 0 0,1-1 0 0 0,0 0 0 0 0,1 0 0 0 0,-1 0 0 0 0,1 0 0 0 0,-1 0 0 0 0,1 0 0 0 0,0 0 0 0 0,0-1 0 0 0,0 1-1 0 0,0-1 1 0 0,0 1 0 0 0,1-1 0 0 0,-1 0 0 0 0,1 0 0 0 0,-1 0 0 0 0,1 0 0 0 0,0 0 0 0 0,0-1 0 0 0,0 1 0 0 0,0-1 0 0 0,0 0-1 0 0,0 0 1 0 0,0 0 0 0 0,1 0 0 0 0,-1 0 0 0 0,0-1 0 0 0,1 1 0 0 0,-1-1 0 0 0,0 0 0 0 0,1 0 0 0 0,3-1 0 0 0,1 0 2 0 0,0-1 1 0 0,-1 0 0 0 0,0 0-1 0 0,1 0 1 0 0,-1-1 0 0 0,0 0-1 0 0,0-1 1 0 0,-1 1 0 0 0,1-1-1 0 0,-1-1 1 0 0,1 1 0 0 0,-1-1 0 0 0,9-10-1 0 0,7-9 2 0 0,-4 6-6 0 0,-1-1-1 0 0,-1-1 1 0 0,23-37 0 0 0,-39 56-4 0 0,0 0-6 0 0,1 0 0 0 0,-1 1 0 0 0,0-1 0 0 0,0 0 0 0 0,1 1 0 0 0,-1-1-1 0 0,1 0 1 0 0,-1 1 0 0 0,1-1 0 0 0,-1 1 0 0 0,0-1 0 0 0,1 1 0 0 0,0-1 0 0 0,-1 1 0 0 0,1-1 0 0 0,-1 1 0 0 0,1-1 0 0 0,0 1 0 0 0,-1 0 0 0 0,1-1 0 0 0,0 1 0 0 0,-1 0 0 0 0,2-1 0 0 0,18 74-11 0 0,-19-68 18 0 0,0 1 0 0 0,0-1 0 0 0,0 0 0 0 0,1 0 0 0 0,-1 0-1 0 0,1 0 1 0 0,1 0 0 0 0,-1 0 0 0 0,1 0 0 0 0,-1-1 0 0 0,1 1-1 0 0,1-1 1 0 0,-1 0 0 0 0,1 0 0 0 0,-1 0 0 0 0,7 4 0 0 0,-6-5 4 0 0,-1 0 1 0 0,1 0 0 0 0,0 0 0 0 0,0-1-1 0 0,0 0 1 0 0,1 0 0 0 0,-1 0 0 0 0,0 0 0 0 0,1-1-1 0 0,0 0 1 0 0,-1 0 0 0 0,1 0 0 0 0,-1 0 0 0 0,1-1-1 0 0,8 0 1 0 0,-5-1 1 0 0,1 0 0 0 0,-1 0 0 0 0,0-1 0 0 0,0 0 0 0 0,1-1 0 0 0,-1 0 0 0 0,-1 0 0 0 0,9-5-1 0 0,12-9 3 0 0,-2-1 0 0 0,0-1 0 0 0,37-36 0 0 0,-55 48-11 0 0,9-9-15 0 0,1 1 0 0 0,0 1 0 0 0,2 1 0 0 0,-1 0 1 0 0,2 2-1 0 0,37-17 0 0 0,-56 28 21 0 0,-1-1 1 0 0,1 1-1 0 0,0 0 0 0 0,0 0 1 0 0,-1 0-1 0 0,1 0 0 0 0,0 0 0 0 0,0 1 1 0 0,-1-1-1 0 0,1 0 0 0 0,0 1 0 0 0,0 0 1 0 0,-1-1-1 0 0,1 1 0 0 0,-1 0 1 0 0,1 0-1 0 0,-1-1 0 0 0,1 1 0 0 0,-1 0 1 0 0,1 1-1 0 0,-1-1 0 0 0,0 0 1 0 0,0 0-1 0 0,1 1 0 0 0,-1-1 0 0 0,0 0 1 0 0,1 3-1 0 0,27 46 220 0 0,-22-35-194 0 0,-3-8-11 0 0,-1-1-1 0 0,1 1 1 0 0,1-1 0 0 0,-1 0-1 0 0,1-1 1 0 0,0 1 0 0 0,1-1-1 0 0,-1 0 1 0 0,1 0 0 0 0,0-1-1 0 0,0 1 1 0 0,0-1-1 0 0,1-1 1 0 0,-1 1 0 0 0,1-1-1 0 0,9 3 1 0 0,-6-4-5 0 0,-1 0-1 0 0,0-1 1 0 0,1 0 0 0 0,-1 0 0 0 0,1-1-1 0 0,-1 0 1 0 0,1-1 0 0 0,-1 0 0 0 0,0 0-1 0 0,1-1 1 0 0,13-5 0 0 0,-6 1-6 0 0,-1 0 1 0 0,0-1-1 0 0,-1-1 1 0 0,0-1-1 0 0,0 0 1 0 0,-1-1-1 0 0,0 0 1 0 0,-1-1-1 0 0,0-1 1 0 0,-1 0-1 0 0,0-1 1 0 0,-1 0-1 0 0,17-25 1 0 0,-1-4-84 0 0,-26 40 52 0 0,9 37-95 0 0,-6-28 119 0 0,-1 0 0 0 0,1 0 1 0 0,1-1-1 0 0,-1 1 0 0 0,1-1 0 0 0,0 0 0 0 0,1 0 1 0 0,0 0-1 0 0,0-1 0 0 0,0 0 0 0 0,0 0 0 0 0,1-1 1 0 0,-1 0-1 0 0,1 0 0 0 0,11 4 0 0 0,-12-5 4 0 0,0 0-1 0 0,0-1 1 0 0,0 0-1 0 0,1 0 0 0 0,-1-1 1 0 0,0 0-1 0 0,1 0 1 0 0,0 0-1 0 0,-1-1 1 0 0,1 0-1 0 0,-1 0 0 0 0,1-1 1 0 0,-1 0-1 0 0,1 0 1 0 0,-1 0-1 0 0,1-1 0 0 0,-1 0 1 0 0,12-5-1 0 0,-16 6-1 0 0,0-1 0 0 0,0 1-1 0 0,0-1 1 0 0,0 0 0 0 0,0 0 0 0 0,0 1-1 0 0,-1-1 1 0 0,1 0 0 0 0,0-1-1 0 0,-1 1 1 0 0,0 0 0 0 0,1 0 0 0 0,-1-1-1 0 0,0 1 1 0 0,0 0 0 0 0,-1-1 0 0 0,1 1-1 0 0,0-1 1 0 0,-1 1 0 0 0,1-1-1 0 0,-1 0 1 0 0,0 1 0 0 0,0-1 0 0 0,0 1-1 0 0,0-1 1 0 0,0 1 0 0 0,-1-1-1 0 0,1 0 1 0 0,-1 1 0 0 0,0-1 0 0 0,0 1-1 0 0,0 0 1 0 0,0-1 0 0 0,0 1-1 0 0,0 0 1 0 0,-3-4 0 0 0,2 2-22 0 0,0 1-1 0 0,0-1 1 0 0,-1 1-1 0 0,1 0 1 0 0,-1 0 0 0 0,0 0-1 0 0,0 0 1 0 0,0 0 0 0 0,0 0-1 0 0,0 1 1 0 0,-1 0 0 0 0,1-1-1 0 0,-1 1 1 0 0,1 1 0 0 0,-1-1-1 0 0,0 0 1 0 0,0 1-1 0 0,0 0 1 0 0,0 0 0 0 0,0 0-1 0 0,0 0 1 0 0,0 1 0 0 0,0-1-1 0 0,-5 1 1 0 0,-28 8-1612 0 0,11 3-4253 0 0,17-6 2445 0 0</inkml:trace>
</inkml:ink>
</file>

<file path=ppt/ink/ink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8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101 417 52 0 0,'0'-2'393'0'0,"-1"0"0"0"0,1-1 1 0 0,-1 1-1 0 0,0 0 0 0 0,1 0 0 0 0,-1 0 1 0 0,0 0-1 0 0,-1 0 0 0 0,1 0 0 0 0,0 0 1 0 0,-1 0-1 0 0,1 1 0 0 0,-1-1 0 0 0,-2-2 1 0 0,4 4-288 0 0,-1 0 0 0 0,0-1 0 0 0,1 1 0 0 0,-1 0 1 0 0,0 0-1 0 0,0 0 0 0 0,1 0 0 0 0,-1 0 1 0 0,0 0-1 0 0,0 0 0 0 0,1 0 0 0 0,-1 0 1 0 0,0 0-1 0 0,1 0 0 0 0,-1 0 0 0 0,0 1 0 0 0,0-1 1 0 0,1 0-1 0 0,-1 0 0 0 0,0 1 0 0 0,1-1 1 0 0,-1 1-1 0 0,1-1 0 0 0,-1 0 0 0 0,0 1 1 0 0,1-1-1 0 0,-1 1 0 0 0,0 0 0 0 0,-5 7 184 0 0,0 0 1 0 0,0 0-1 0 0,1 0 0 0 0,-9 19 0 0 0,9-18-288 0 0,2-1 53 0 0,-1-1 0 0 0,1 1 0 0 0,1 0 1 0 0,0-1-1 0 0,0 1 0 0 0,0 0 0 0 0,1 0 1 0 0,0 12-1 0 0,1-16-32 0 0,0 1 1 0 0,0-1-1 0 0,0 0 0 0 0,1 1 0 0 0,0-1 1 0 0,0 0-1 0 0,0 1 0 0 0,0-1 1 0 0,0 0-1 0 0,1 0 0 0 0,0 0 1 0 0,0 0-1 0 0,0 0 0 0 0,1-1 0 0 0,-1 1 1 0 0,5 4-1 0 0,-5-6 10 0 0,0-1 0 0 0,1 0 1 0 0,-1 0-1 0 0,1 0 0 0 0,-1 0 0 0 0,1 0 1 0 0,0 0-1 0 0,-1-1 0 0 0,1 1 0 0 0,0-1 0 0 0,-1 0 1 0 0,1 0-1 0 0,0 0 0 0 0,0 0 0 0 0,-1 0 0 0 0,1 0 1 0 0,0-1-1 0 0,-1 0 0 0 0,1 1 0 0 0,0-1 0 0 0,-1 0 1 0 0,1 0-1 0 0,2-2 0 0 0,5-1 25 0 0,1-1 1 0 0,-1 0-1 0 0,0-1 0 0 0,10-7 1 0 0,10-9 58 0 0,-12 9 51 0 0,0 0 1 0 0,27-28 0 0 0,-44 40-113 0 0,14-7 201 0 0,-15 16-238 0 0,0 0 1 0 0,1 0-1 0 0,0 0 0 0 0,1 0 1 0 0,-1 0-1 0 0,2 0 1 0 0,5 13-1 0 0,-8-18-14 0 0,1-1-1 0 0,1 0 1 0 0,-1 0-1 0 0,0 0 1 0 0,0 0-1 0 0,1 0 1 0 0,-1-1 0 0 0,1 1-1 0 0,-1 0 1 0 0,1 0-1 0 0,0-1 1 0 0,0 1 0 0 0,0-1-1 0 0,0 0 1 0 0,0 0-1 0 0,0 0 1 0 0,0 0 0 0 0,0 0-1 0 0,0 0 1 0 0,1 0-1 0 0,-1 0 1 0 0,0-1 0 0 0,1 1-1 0 0,-1-1 1 0 0,0 0-1 0 0,1 0 1 0 0,-1 0 0 0 0,0 0-1 0 0,1 0 1 0 0,-1 0-1 0 0,4-1 1 0 0,29-9 45 0 0,64-25 0 0 0,-78 26-54 0 0,0 0 0 0 0,1 2 1 0 0,0 0-1 0 0,1 2 0 0 0,-1 0 1 0 0,39-3-1 0 0,-50 7-18 0 0,-9 1 20 0 0,0 0 0 0 0,0-1-1 0 0,0 1 1 0 0,0 0-1 0 0,0 1 1 0 0,0-1-1 0 0,0 0 1 0 0,0 1 0 0 0,0-1-1 0 0,0 1 1 0 0,0-1-1 0 0,0 1 1 0 0,-1 0 0 0 0,1 0-1 0 0,0 0 1 0 0,3 2-1 0 0,-4-2 3 0 0,0-1-1 0 0,0 1 1 0 0,0-1 0 0 0,0 1-1 0 0,-1-1 1 0 0,1 1-1 0 0,0 0 1 0 0,0 0 0 0 0,0-1-1 0 0,0 1 1 0 0,-1 0-1 0 0,1 0 1 0 0,0 0 0 0 0,-1 0-1 0 0,1 0 1 0 0,-1 0-1 0 0,1 0 1 0 0,-1 0 0 0 0,0 0-1 0 0,1 0 1 0 0,-1 0-1 0 0,0 0 1 0 0,0 0 0 0 0,1 0-1 0 0,-1 0 1 0 0,0 1-1 0 0,0-1 1 0 0,0 0 0 0 0,0 0-1 0 0,-1 0 1 0 0,1 0-1 0 0,0 0 1 0 0,0 0 0 0 0,-1 0-1 0 0,1 0 1 0 0,0 0-1 0 0,-1 0 1 0 0,1 0 0 0 0,-1 0-1 0 0,0 0 1 0 0,1 0-1 0 0,-1 0 1 0 0,0 0 0 0 0,1 0-1 0 0,-1 0 1 0 0,0-1-1 0 0,-1 2 1 0 0,-2 3 3 0 0,0-1 0 0 0,-1 0 1 0 0,1 0-1 0 0,-1 0 0 0 0,0 0 0 0 0,-8 4 1 0 0,12-7-10 0 0,0-1 6 0 0,1 0 0 0 0,0 0-1 0 0,0 0 1 0 0,0 0 0 0 0,-1 0-1 0 0,1 0 1 0 0,0 0 0 0 0,0 0-1 0 0,0 0 1 0 0,0 1 0 0 0,-1-1-1 0 0,1 0 1 0 0,0 0 0 0 0,0 0-1 0 0,0 0 1 0 0,0 0 0 0 0,0 1-1 0 0,-1-1 1 0 0,1 0 0 0 0,0 0-1 0 0,0 0 1 0 0,0 0 0 0 0,0 1-1 0 0,0-1 1 0 0,0 0 0 0 0,0 0-1 0 0,0 0 1 0 0,0 1 0 0 0,0-1-1 0 0,0 0 1 0 0,0 0 0 0 0,0 0-1 0 0,0 1 1 0 0,0-1 0 0 0,0 0-1 0 0,0 0 1 0 0,0 0 0 0 0,0 1-1 0 0,0-1 1 0 0,0 0 0 0 0,0 0 0 0 0,0 0-1 0 0,0 0 1 0 0,0 1 0 0 0,0-1-1 0 0,0 0 1 0 0,0 0 0 0 0,1 0-1 0 0,-1 1 1 0 0,0-1 0 0 0,0 0-1 0 0,0 0 1 0 0,0 0 0 0 0,0 0-1 0 0,1 0 1 0 0,-1 1 0 0 0,3 0-1 0 0,0 0 0 0 0,1 0 0 0 0,-1 0 0 0 0,0 0 0 0 0,0-1 0 0 0,1 1 0 0 0,-1-1 0 0 0,1 0 0 0 0,-1 0 0 0 0,0 0 0 0 0,1 0 0 0 0,-1-1 0 0 0,0 1 0 0 0,1-1 0 0 0,-1 0 0 0 0,4-2 0 0 0,8-1 4 0 0,24-2-28 0 0,0-2 0 0 0,-1-1 1 0 0,0-2-1 0 0,-1-1 0 0 0,48-23 0 0 0,-37-2 48 0 0,-46 36-15 0 0,1-5-43 0 0,-1 5 10 0 0,-4 5 9 0 0,-16 28-1 0 0,18-31 17 0 0,0 0 1 0 0,-1-1-1 0 0,1 1 0 0 0,0 0 1 0 0,-1-1-1 0 0,1 1 0 0 0,0 0 1 0 0,0-1-1 0 0,-1 1 1 0 0,1 0-1 0 0,0 0 0 0 0,0-1 1 0 0,0 1-1 0 0,0 0 0 0 0,0 0 1 0 0,0-1-1 0 0,0 1 1 0 0,0 0-1 0 0,0 0 0 0 0,1-1 1 0 0,-1 1-1 0 0,0 0 0 0 0,0-1 1 0 0,1 1-1 0 0,-1 0 1 0 0,0-1-1 0 0,1 1 0 0 0,-1 0 1 0 0,1-1-1 0 0,-1 1 0 0 0,1-1 1 0 0,-1 1-1 0 0,1-1 1 0 0,-1 1-1 0 0,1-1 0 0 0,-1 1 1 0 0,1-1-1 0 0,0 1 0 0 0,-1-1 1 0 0,1 0-1 0 0,0 1 0 0 0,-1-1 1 0 0,1 0-1 0 0,0 0 1 0 0,0 0-1 0 0,-1 1 0 0 0,3-1 1 0 0,35 8 9 0 0,-36-8-12 0 0,23 3 5 0 0,1-2 0 0 0,0 0 1 0 0,0-2-1 0 0,0-1 0 0 0,0-1 0 0 0,0-2 0 0 0,-1 0 1 0 0,1-1-1 0 0,-1-2 0 0 0,-1 0 0 0 0,0-2 1 0 0,0-1-1 0 0,32-19 0 0 0,-43 22 4 0 0,-1 0 1 0 0,0-1-1 0 0,-1 0 0 0 0,0-1 0 0 0,0-1 1 0 0,-1 1-1 0 0,0-1 0 0 0,-1-1 1 0 0,0 0-1 0 0,-1 0 0 0 0,-1-1 0 0 0,0 0 1 0 0,0 0-1 0 0,-1-1 0 0 0,-1 0 1 0 0,0 0-1 0 0,-1 0 0 0 0,-1 0 0 0 0,0-1 1 0 0,-1 0-1 0 0,0 1 0 0 0,-1-1 1 0 0,-1 0-1 0 0,-3-27 0 0 0,3 42-4 0 0,-13-68 840 0 0,12 64-758 0 0,0 1 0 0 0,0 0 0 0 0,-1 0 0 0 0,1 0 0 0 0,-1 0 0 0 0,0 1 0 0 0,0-1 0 0 0,0 0 0 0 0,0 1 1 0 0,0-1-1 0 0,0 1 0 0 0,-1-1 0 0 0,1 1 0 0 0,-1 0 0 0 0,0 0 0 0 0,1 0 0 0 0,-6-2 0 0 0,6 4-57 0 0,0 0 1 0 0,0 0-1 0 0,0 0 0 0 0,0 0 1 0 0,0 0-1 0 0,0 0 0 0 0,0 0 0 0 0,0 1 1 0 0,0-1-1 0 0,1 1 0 0 0,-1 0 1 0 0,0-1-1 0 0,0 1 0 0 0,0 0 0 0 0,1 0 1 0 0,-1 0-1 0 0,1 0 0 0 0,-1 0 0 0 0,1 1 1 0 0,-1-1-1 0 0,-1 3 0 0 0,-27 28 359 0 0,20-18-301 0 0,2 0 0 0 0,0 0 0 0 0,1 1 0 0 0,0-1 0 0 0,1 2 1 0 0,1-1-1 0 0,1 1 0 0 0,0-1 0 0 0,0 1 0 0 0,-1 25 0 0 0,2 12 174 0 0,4 99 0 0 0,20 13-657 0 0,-6-61-3497 0 0,-7-72-3178 0 0,0-18 3015 0 0</inkml:trace>
</inkml:ink>
</file>

<file path=ppt/ink/ink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19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71 14225 0 0,'43'-26'1812'0'0,"-42"24"-1733"0"0,0 1-1 0 0,0-1 1 0 0,0 1-1 0 0,0-1 1 0 0,0 1-1 0 0,-1-1 1 0 0,1 1-1 0 0,0-1 1 0 0,-1 0-1 0 0,1 1 1 0 0,-1-1-1 0 0,0 0 1 0 0,0 1-1 0 0,0-1 1 0 0,0-2-1 0 0,1-3 261 0 0,-1 6-88 0 0,-14-7-838 0 0,8 7 50 0 0,0 1 0 0 0,0 0 0 0 0,0 0 1 0 0,0 1-1 0 0,0 0 0 0 0,0 0 1 0 0,0 0-1 0 0,1 0 0 0 0,-10 4 1 0 0,-8 2-3682 0 0,-4-2-117 0 0</inkml:trace>
</inkml:ink>
</file>

<file path=ppt/ink/ink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38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615 234 488 0 0,'3'-52'4445'0'0,"-1"38"-3383"0"0,-1 0 0 0 0,-1 0 0 0 0,-2-18 1 0 0,2 31-1018 0 0,0 0 0 0 0,0 0 0 0 0,0 0 1 0 0,-1 0-1 0 0,1 0 0 0 0,-1 0 1 0 0,1 0-1 0 0,-1 0 0 0 0,1 0 1 0 0,-1 0-1 0 0,1 0 0 0 0,-1 0 1 0 0,0 0-1 0 0,0 0 0 0 0,1 1 1 0 0,-1-1-1 0 0,0 0 0 0 0,0 0 1 0 0,0 1-1 0 0,0-1 0 0 0,0 1 0 0 0,0-1 1 0 0,0 1-1 0 0,-2-1 0 0 0,-33-2 428 0 0,-33 17-195 0 0,67-13-260 0 0,-50 15 123 0 0,1 3 1 0 0,0 1-1 0 0,-49 30 1 0 0,76-37-69 0 0,0 2 1 0 0,1 0 0 0 0,1 2-1 0 0,1 0 1 0 0,0 2-1 0 0,1 0 1 0 0,-33 43 0 0 0,49-57-61 0 0,0 0 1 0 0,1 0-1 0 0,0 1 0 0 0,0 0 1 0 0,0-1-1 0 0,1 1 1 0 0,0 0-1 0 0,0 0 1 0 0,0 0-1 0 0,1 1 0 0 0,0-1 1 0 0,0 0-1 0 0,0 0 1 0 0,1 1-1 0 0,0-1 0 0 0,0 0 1 0 0,1 1-1 0 0,0-1 1 0 0,0 0-1 0 0,3 9 0 0 0,-1-8-4 0 0,0 0 0 0 0,0 0 0 0 0,1-1 0 0 0,0 1-1 0 0,1-1 1 0 0,-1 0 0 0 0,1 0 0 0 0,0-1-1 0 0,0 0 1 0 0,1 1 0 0 0,0-2 0 0 0,0 1-1 0 0,0-1 1 0 0,0 0 0 0 0,1 0 0 0 0,12 5-1 0 0,4 0 9 0 0,1-1 0 0 0,0-1 0 0 0,0-1 0 0 0,1-1 0 0 0,-1-1-1 0 0,1-1 1 0 0,0-1 0 0 0,26-2 0 0 0,22-5 20 0 0,108-19 1 0 0,-122 12-5 0 0,0-2 0 0 0,111-44 0 0 0,-116 35-10 0 0,73-44 1 0 0,-112 57 14 0 0,-1 0 0 0 0,0-1 0 0 0,0-1 0 0 0,-1 0 0 0 0,-1-1 0 0 0,0 0 0 0 0,19-27 0 0 0,-25 26 20 0 0,-11 9 64 0 0,-29 17 231 0 0,22-7-270 0 0,0 2 0 0 0,1-1 0 0 0,0 2 0 0 0,1-1 0 0 0,-11 10 0 0 0,-8 15-31 0 0,28-30-47 0 0,100-8 40 0 0,29-19-39 0 0,-113 22-3 0 0,10-3 14 0 0,45-18 1 0 0,-49 15-23 0 0,0-1 0 0 0,-1-1 1 0 0,0-1-1 0 0,-1 0 0 0 0,18-16 1 0 0,-29 21 22 0 0,1 0 1 0 0,-1 0-1 0 0,-1-1 0 0 0,1 0 1 0 0,-1 0-1 0 0,0-1 1 0 0,-1 0-1 0 0,0 0 1 0 0,-1-1-1 0 0,0 1 1 0 0,0-1-1 0 0,-1-1 1 0 0,0 1-1 0 0,-1 0 1 0 0,0-1-1 0 0,-1 0 1 0 0,0 1-1 0 0,-1-1 1 0 0,0 0-1 0 0,0 0 1 0 0,-2-18-1 0 0,1 27 23 0 0,0 0 0 0 0,0 0 0 0 0,-1 0 0 0 0,1 1-1 0 0,0-1 1 0 0,-1 0 0 0 0,1 0 0 0 0,-1 1 0 0 0,1-1 0 0 0,-1 0 0 0 0,0 1 0 0 0,0-1 0 0 0,0 0-1 0 0,0 1 1 0 0,0-1 0 0 0,0 1 0 0 0,0 0 0 0 0,0-1 0 0 0,-1 1 0 0 0,1 0 0 0 0,-3-2 0 0 0,3 3-5 0 0,0 0 1 0 0,-1-1 0 0 0,1 1 0 0 0,-1 0 0 0 0,1 0-1 0 0,-1 0 1 0 0,1 0 0 0 0,0 0 0 0 0,-1 1 0 0 0,1-1-1 0 0,-1 0 1 0 0,1 1 0 0 0,0-1 0 0 0,-1 1 0 0 0,1-1 0 0 0,0 1-1 0 0,-1-1 1 0 0,1 1 0 0 0,0 0 0 0 0,-2 1 0 0 0,-3 3 70 0 0,0 0 0 0 0,0 1 0 0 0,1-1 0 0 0,0 1 0 0 0,0 0 0 0 0,0 0 0 0 0,1 1 0 0 0,-7 12 0 0 0,7-8-18 0 0,1-1-1 0 0,0 1 1 0 0,1-1 0 0 0,0 1-1 0 0,1 0 1 0 0,0 0-1 0 0,1 0 1 0 0,0 0 0 0 0,1 0-1 0 0,0 0 1 0 0,1-1-1 0 0,0 1 1 0 0,0 0-1 0 0,1-1 1 0 0,5 11 0 0 0,0 2-775 0 0,2-1 1 0 0,12 22 0 0 0,27 33-9128 0 0,-42-67 5828 0 0</inkml:trace>
</inkml:ink>
</file>

<file path=ppt/ink/ink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5:39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64,'0'0'681,"47"-3"3034,-42 3-3542,0 1-1,0-1 0,0 1 1,-1 0-1,1 1 0,0-1 1,0 1-1,-1 0 0,1 0 1,-1 0-1,0 1 0,1 0 1,-1-1-1,0 1 0,-1 1 1,1-1-1,-1 1 0,1-1 1,-1 1-1,0 0 0,0 0 1,-1 0-1,1 1 0,-1-1 1,0 1-1,3 8 1,-4-7-30,0 1 0,0-1 1,-1 1-1,0 0 1,0-1-1,-3 13 1,2-7 4,1-10-81,-2 5-47,2-7 6,0 0 0,0 0 0,0 0 0,0-1 0,0 1-1,0 0 1,1 0 0,-1 0 0,0 0 0,0 0 0,0 0 0,0 0-1,0 0 1,0 0 0,0 0 0,0 0 0,0 0 0,0 0 0,1 0-1,-1 0 1,0 0 0,0 0 0,0 0 0,0 0 0,0 0 0,0 0-1,0 0 1,0 0 0,0 0 0,0 0 0,1 0 0,-1 0 0,0 0-1,0 0 1,0 1 0,0-1 0,0 0 0,0 0 0,13-14 19,0 1 0,0 1 1,2 0-1,29-19 0,-42 30-43,0 1 0,0 0 0,0 0 0,0 0-1,0 0 1,0 0 0,0 0 0,0 1-1,0-1 1,0 1 0,0-1 0,-1 1 0,1 0-1,0 0 1,0 0 0,-1 0 0,1 0-1,0 0 1,-1 0 0,1 0 0,-1 1 0,1-1-1,1 3 1,3 1-4,6 2 0,-11-6 7,1 0 0,0 1 0,-1-1 0,1-1 0,0 1-1,0 0 1,0 0 0,-1-1 0,1 1 0,0-1 0,0 1 0,4-1-1,24-2 69,-1-1 0,1-1-1,-1-2 1,31-10-1,-41 11 93,-17 4-121,1 2-197,0-1 1,0 1 0,0 0-1,0 0 1,0 1-1,-1-1 1,1 1 0,0-1-1,-1 1 1,1 0 0,-1 0-1,1 0 1,1 2-1,5 4-4673</inkml:trace>
</inkml:ink>
</file>

<file path=ppt/ink/ink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5:39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9053,'12'-2'172,"-1"-1"1,1 0-1,17-7 1,-28 9 701,17 19-112,-18-14-720,0 0 1,0 0-1,0 0 1,0 0-1,1 0 0,0 0 1,0-1-1,0 1 0,0 0 1,1 0-1,-1-1 1,1 1-1,0-1 0,0 1 1,0-1-1,0 0 0,1 0 1,-1 0-1,1 0 1,0 0-1,0-1 0,0 1 1,0-1-1,0 0 1,1 0-1,-1 0 0,1 0 1,-1 0-1,1-1 0,0 0 1,-1 0-1,1 0 1,0 0-1,0 0 0,0-1 1,0 0-1,0 1 0,5-2 1,18 3 334,50 10 0,-77-12-373,0 0 0,1 0-1,-1 0 1,0 0 0,0 0 0,0 0 0,1 0-1,-1 0 1,0 0 0,0 0 0,1 0 0,-1 0-1,0 0 1,0 0 0,0 0 0,1 1 0,-1-1-1,0 0 1,0 0 0,0 0 0,1 0 0,-1 1 0,0-1-1,0 0 1,0 0 0,0 0 0,0 1 0,0-1-1,1 0 1,-1 0 0,0 0 0,0 1 0,0-1-1,0 0 1,0 0 0,0 1 0,0-1 0,0 0-1,0 0 1,0 1 0,0-1 0,0 0 0,0 0 0,0 1-1,-10 11-4,-16 6-496,18-14-434,-1-1 1,1 0-1,-1 0 0,0-1 0,0 0 1,0-1-1,-12 0 0,-7 0-2454</inkml:trace>
</inkml:ink>
</file>

<file path=ppt/ink/ink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5:40.0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14281,'16'-19'24,"1"0"-40,-3 1 4,-1 5 28,5-5 4,-4 7 4,1-2 28,-6 3-44,4 2 0,-1 0 32,-5 3-60,3 2-152,3 1-1212,7 9-8677</inkml:trace>
</inkml:ink>
</file>

<file path=ppt/ink/ink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40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5 738 892 0 0,'-5'12'7650'0'0,"24"-23"-6116"0"0,32-32-1325 0 0,-27 16 60 0 0,-2 0 0 0 0,-1-2 0 0 0,-1-1 0 0 0,21-41 0 0 0,51-133 233 0 0,-62 131-324 0 0,31-115 377 0 0,-49 144 200 0 0,-11 42-328 0 0,-5 8-359 0 0,-4 11 35 0 0,1-1 0 0 0,0 1-1 0 0,1 1 1 0 0,1-1-1 0 0,0 1 1 0 0,1 0 0 0 0,-1 21-1 0 0,-1 139 801 0 0,7-125-507 0 0,-3-1 1 0 0,-9 59-1 0 0,0-35 273 0 0,-5 146 0 0 0,23-164 579 0 0,-7-58-1234 0 0,1 0 0 0 0,-1 1-1 0 0,1-1 1 0 0,-1 0-1 0 0,0 1 1 0 0,1-1 0 0 0,-1 0-1 0 0,1 0 1 0 0,-1 0-1 0 0,1 0 1 0 0,-1 1-1 0 0,1-1 1 0 0,-1 0 0 0 0,1 0-1 0 0,0 0 1 0 0,-1 0-1 0 0,1 0 1 0 0,-1 0-1 0 0,1 0 1 0 0,-1 0 0 0 0,1-1-1 0 0,-1 1 1 0 0,1 0-1 0 0,-1 0 1 0 0,1 0-1 0 0,-1 0 1 0 0,1-1 0 0 0,-1 1-1 0 0,1 0 1 0 0,-1-1-1 0 0,0 1 1 0 0,1 0 0 0 0,0-1-1 0 0,14-6 102 0 0,25-17 129 0 0,41-32 0 0 0,-13 9-136 0 0,-42 31-77 0 0,-2-2 0 0 0,0-1 1 0 0,-1 0-1 0 0,40-45 0 0 0,-56 41 53 0 0,-5 10-30 0 0,-5 10-123 0 0,-2 8 68 0 0,0 0 0 0 0,0 0 0 0 0,1 1 0 0 0,0 0 0 0 0,0-1 1 0 0,0 1-1 0 0,1 1 0 0 0,0-1 0 0 0,0 0 0 0 0,0 1 0 0 0,-1 8 0 0 0,2-10 2 0 0,1 0 0 0 0,-1 0 0 0 0,1 1 1 0 0,0-1-1 0 0,1 0 0 0 0,0 1 0 0 0,-1-1 0 0 0,2 1 0 0 0,-1-1 0 0 0,1 1 0 0 0,-1-1 0 0 0,1 0 1 0 0,1 1-1 0 0,-1-1 0 0 0,1 0 0 0 0,3 7 0 0 0,-3-9 3 0 0,0-1 0 0 0,0 1 0 0 0,0-1 0 0 0,1 1 0 0 0,-1-1 1 0 0,0 0-1 0 0,1 0 0 0 0,0 0 0 0 0,0 0 0 0 0,-1-1 0 0 0,1 1 0 0 0,0-1 0 0 0,0 1 0 0 0,0-1 1 0 0,0 0-1 0 0,1 0 0 0 0,-1-1 0 0 0,0 1 0 0 0,0 0 0 0 0,1-1 0 0 0,-1 0 0 0 0,0 0 0 0 0,0 0 1 0 0,1 0-1 0 0,-1-1 0 0 0,0 1 0 0 0,6-3 0 0 0,-4 2 9 0 0,0 0 0 0 0,0-1-1 0 0,0 0 1 0 0,0 0 0 0 0,0 0 0 0 0,-1 0 0 0 0,1-1 0 0 0,-1 0 0 0 0,1 0-1 0 0,-1 0 1 0 0,0-1 0 0 0,-1 1 0 0 0,1-1 0 0 0,0 0 0 0 0,-1 0-1 0 0,6-8 1 0 0,-8 9-13 0 0,1 0 0 0 0,-1 0 0 0 0,0 0-1 0 0,0 0 1 0 0,0 0 0 0 0,0-1 0 0 0,-1 1 0 0 0,1 0-1 0 0,-1 0 1 0 0,0-1 0 0 0,0 1 0 0 0,0 0 0 0 0,0-1-1 0 0,0 1 1 0 0,-1 0 0 0 0,1 0 0 0 0,-1 0 0 0 0,-2-6-1 0 0,0-2-2 0 0,3 10-11 0 0,0 0 1 0 0,0 0-1 0 0,-1-1 0 0 0,1 1 0 0 0,0 0 1 0 0,0 0-1 0 0,-1 0 0 0 0,1 0 1 0 0,-1 0-1 0 0,1 0 0 0 0,-1-1 1 0 0,0 1-1 0 0,1 0 0 0 0,-1 0 0 0 0,0 1 1 0 0,1-1-1 0 0,-1 0 0 0 0,0 0 1 0 0,0 0-1 0 0,0 0 0 0 0,0 1 1 0 0,0-1-1 0 0,0 0 0 0 0,0 1 0 0 0,0-1 1 0 0,0 1-1 0 0,0-1 0 0 0,0 1 1 0 0,-1 0-1 0 0,1-1 0 0 0,0 1 1 0 0,0 0-1 0 0,0 0 0 0 0,0 0 0 0 0,-1 0 1 0 0,1 0-1 0 0,0 0 0 0 0,0 0 1 0 0,0 0-1 0 0,-1 1 0 0 0,1-1 1 0 0,0 0-1 0 0,0 1 0 0 0,0-1 0 0 0,0 0 1 0 0,-2 2-1 0 0,-2 1-575 0 0,0 0 0 0 0,-1 0 0 0 0,2 1 1 0 0,-1-1-1 0 0,-8 9 0 0 0,10-9-643 0 0,-4 5-1594 0 0</inkml:trace>
</inkml:ink>
</file>

<file path=ppt/ink/ink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41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73 376 0 0,'0'0'6061'0'0,"3"38"-2762"0"0,-3-35-3139 0 0,-1 5 307 0 0,1 1 0 0 0,1-1 1 0 0,-1 0-1 0 0,1 1 0 0 0,1-1 0 0 0,2 9 0 0 0,-3-15-389 0 0,0 1 0 0 0,1-1 0 0 0,-1 1-1 0 0,0-1 1 0 0,1 0 0 0 0,-1 0 0 0 0,1 0 0 0 0,0 0 0 0 0,0 0 0 0 0,0 0 0 0 0,0 0-1 0 0,0-1 1 0 0,0 1 0 0 0,0-1 0 0 0,0 1 0 0 0,1-1 0 0 0,-1 0 0 0 0,1 0-1 0 0,-1 0 1 0 0,1 0 0 0 0,-1 0 0 0 0,1-1 0 0 0,-1 1 0 0 0,6 0 0 0 0,16 0 143 0 0,1-1 1 0 0,-1 0-1 0 0,0-2 1 0 0,27-5-1 0 0,-25 3-128 0 0,-1 1 0 0 0,1 1-1 0 0,44 2 1 0 0,-49 2-2 0 0,0 0 1 0 0,1-2-1 0 0,-1 0 1 0 0,0-2-1 0 0,0 0 1 0 0,33-8-1 0 0,-48 8 6 0 0,0 1-1 0 0,-1-1 0 0 0,1 0 1 0 0,-1 0-1 0 0,1-1 1 0 0,-1 1-1 0 0,0-1 1 0 0,0 0-1 0 0,0-1 0 0 0,0 1 1 0 0,0-1-1 0 0,-1 0 1 0 0,0 0-1 0 0,0-1 0 0 0,0 1 1 0 0,0-1-1 0 0,-1 0 1 0 0,0 0-1 0 0,0 0 0 0 0,0 0 1 0 0,0-1-1 0 0,-1 1 1 0 0,0-1-1 0 0,0 1 1 0 0,0-1-1 0 0,-1 0 0 0 0,0 0 1 0 0,0-7-1 0 0,0 11-92 0 0,-1 0 0 0 0,0-1-1 0 0,0 1 1 0 0,0-1 0 0 0,0 1 0 0 0,-1-1-1 0 0,1 1 1 0 0,-1 0 0 0 0,1-1 0 0 0,-1 1-1 0 0,0 0 1 0 0,0-1 0 0 0,0 1 0 0 0,0 0-1 0 0,0 0 1 0 0,-1 0 0 0 0,1 0 0 0 0,-1 0-1 0 0,1 0 1 0 0,-1 0 0 0 0,0 0 0 0 0,1 1-1 0 0,-1-1 1 0 0,0 1 0 0 0,0-1 0 0 0,0 1-1 0 0,-4-2 1 0 0,-29-6-3107 0 0,-1 10-4835 0 0</inkml:trace>
</inkml:ink>
</file>

<file path=ppt/ink/ink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45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181 127 264 0 0,'14'-110'7925'0'0,"-14"107"-7655"0"0,-3-1 98 0 0,3 3-354 0 0,0 1-1 0 0,0-1 1 0 0,0 1-1 0 0,0-1 1 0 0,-1 1-1 0 0,1-1 1 0 0,0 1-1 0 0,0 0 1 0 0,-1-1-1 0 0,1 1 1 0 0,0-1-1 0 0,0 1 1 0 0,-1 0-1 0 0,1-1 1 0 0,0 1-1 0 0,-1 0 1 0 0,1-1-1 0 0,0 1 1 0 0,-1 0-1 0 0,1 0 1 0 0,-1-1-1 0 0,1 1 1 0 0,-1 0-1 0 0,1 0 1 0 0,0 0-1 0 0,-1 0 1 0 0,1 0-1 0 0,-1-1 1 0 0,1 1-1 0 0,-1 0 1 0 0,1 0-1 0 0,-1 0 1 0 0,1 0-1 0 0,-1 0 1 0 0,1 0-1 0 0,-1 0 1 0 0,1 1-1 0 0,0-1 1 0 0,-1 0-1 0 0,1 0 1 0 0,-1 0-1 0 0,1 0 1 0 0,-1 1-1 0 0,1-1 1 0 0,-1 0-1 0 0,-18 9 100 0 0,0 1-1 0 0,1 1 0 0 0,1 0 1 0 0,0 1-1 0 0,-24 22 1 0 0,36-30-92 0 0,1 0 0 0 0,0 1 0 0 0,0 0 0 0 0,0 0 0 0 0,1 0 1 0 0,-1 0-1 0 0,1 0 0 0 0,1 1 0 0 0,-1 0 0 0 0,-3 10 0 0 0,6-13-9 0 0,-1 1-1 0 0,1-1 1 0 0,0 1 0 0 0,0-1-1 0 0,0 0 1 0 0,0 1-1 0 0,1-1 1 0 0,-1 0-1 0 0,1 1 1 0 0,0-1-1 0 0,0 0 1 0 0,0 1 0 0 0,0-1-1 0 0,1 0 1 0 0,-1 0-1 0 0,1 0 1 0 0,0 0-1 0 0,0-1 1 0 0,0 1 0 0 0,0 0-1 0 0,3 2 1 0 0,-1-2 7 0 0,0 1 0 0 0,0-1 0 0 0,1 0 0 0 0,-1 0 1 0 0,1 0-1 0 0,0-1 0 0 0,0 0 0 0 0,0 0 0 0 0,0 0 1 0 0,0-1-1 0 0,0 1 0 0 0,0-1 0 0 0,1 0 0 0 0,-1-1 0 0 0,0 1 1 0 0,1-1-1 0 0,-1 0 0 0 0,1 0 0 0 0,-1-1 0 0 0,0 0 1 0 0,0 0-1 0 0,1 0 0 0 0,8-4 0 0 0,-7 3 38 0 0,1 0-1 0 0,-1-1 1 0 0,1 0-1 0 0,-1-1 1 0 0,0 0 0 0 0,0 0-1 0 0,0 0 1 0 0,-1-1-1 0 0,0 0 1 0 0,0 0-1 0 0,0-1 1 0 0,0 0-1 0 0,-1 0 1 0 0,0 0 0 0 0,6-9-1 0 0,-9 10-6 0 0,1 0 0 0 0,-1 0 0 0 0,0 0-1 0 0,-1 0 1 0 0,1-1 0 0 0,-1 1 0 0 0,0 0 0 0 0,0-1-1 0 0,-1 1 1 0 0,1-1 0 0 0,-1 1 0 0 0,-1-9 0 0 0,0 11-35 0 0,0 1-1 0 0,1-1 1 0 0,-1 0 0 0 0,0 0 0 0 0,0 1 0 0 0,-1-1 0 0 0,1 1 0 0 0,0-1 0 0 0,-1 1 0 0 0,0-1 0 0 0,1 1-1 0 0,-1 0 1 0 0,0 0 0 0 0,0 0 0 0 0,0 0 0 0 0,-1 0 0 0 0,1 0 0 0 0,0 1 0 0 0,-1-1 0 0 0,1 1-1 0 0,-1-1 1 0 0,1 1 0 0 0,-1 0 0 0 0,0 0 0 0 0,-3-1 0 0 0,0 1-60 0 0,0 1 0 0 0,0 0-1 0 0,1-1 1 0 0,-1 2 0 0 0,0-1 0 0 0,0 1 0 0 0,1-1-1 0 0,-1 2 1 0 0,1-1 0 0 0,-1 1 0 0 0,1-1 0 0 0,-1 2 0 0 0,1-1-1 0 0,0 0 1 0 0,0 1 0 0 0,-6 4 0 0 0,6-4-1002 0 0,1 1 0 0 0,0-1-1 0 0,0 0 1 0 0,0 1 0 0 0,0 0 0 0 0,-4 6 0 0 0,1 1-1717 0 0</inkml:trace>
</inkml:ink>
</file>

<file path=ppt/ink/ink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45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1 388 0 0,'40'28'5297'0'0,"-36"-25"-5128"0"0,0-1 1 0 0,0 0 0 0 0,0 0-1 0 0,0 0 1 0 0,1 0 0 0 0,-1-1-1 0 0,1 1 1 0 0,-1-1 0 0 0,1 0-1 0 0,-1-1 1 0 0,1 1 0 0 0,0-1 0 0 0,-1 0-1 0 0,1 0 1 0 0,0 0 0 0 0,-1-1-1 0 0,1 0 1 0 0,-1 0 0 0 0,1 0-1 0 0,-1 0 1 0 0,5-2 0 0 0,-1 1-79 0 0,127-21-1374 0 0,-91 17-2993 0 0,-26 3 2054 0 0</inkml:trace>
</inkml:ink>
</file>

<file path=ppt/ink/ink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47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298 164 364 0 0,'1'-45'5571'0'0,"-3"42"-5440"0"0,0 0 0 0 0,-1 0 1 0 0,1 0-1 0 0,-1 1 0 0 0,1-1 1 0 0,-1 1-1 0 0,0 0 0 0 0,0-1 1 0 0,0 1-1 0 0,0 1 0 0 0,0-1 1 0 0,0 0-1 0 0,-1 1 0 0 0,1-1 1 0 0,-1 1-1 0 0,1 0 0 0 0,-1 0 1 0 0,1 1-1 0 0,-1-1 0 0 0,1 1 1 0 0,-1 0-1 0 0,0-1 0 0 0,1 2 1 0 0,-1-1-1 0 0,1 0 0 0 0,-1 1 1 0 0,0-1-1 0 0,1 1 0 0 0,-4 2 1 0 0,-13 2 71 0 0,1 2 1 0 0,0 1-1 0 0,-34 18 1 0 0,39-19 32 0 0,8-3-189 0 0,1-1 0 0 0,-1 1 0 0 0,1 0 0 0 0,0 0 0 0 0,0 1 0 0 0,1-1 0 0 0,-1 1 0 0 0,1 0 0 0 0,0 0 0 0 0,0 1 0 0 0,1-1-1 0 0,0 1 1 0 0,0 0 0 0 0,0-1 0 0 0,-3 12 0 0 0,5-14-29 0 0,0-1-1 0 0,1 1 1 0 0,-1-1-1 0 0,1 1 0 0 0,0-1 1 0 0,0 1-1 0 0,0-1 1 0 0,0 1-1 0 0,0-1 1 0 0,1 1-1 0 0,-1-1 1 0 0,1 1-1 0 0,0-1 0 0 0,-1 1 1 0 0,1-1-1 0 0,0 1 1 0 0,2 1-1 0 0,-1-1-4 0 0,0-1-1 0 0,0 0 0 0 0,0 1 0 0 0,1-1 1 0 0,-1 0-1 0 0,1-1 0 0 0,-1 1 0 0 0,1 0 1 0 0,0-1-1 0 0,-1 1 0 0 0,1-1 0 0 0,0 0 1 0 0,0 0-1 0 0,0 0 0 0 0,0 0 1 0 0,0-1-1 0 0,5 1 0 0 0,14 1 26 0 0,0-1-1 0 0,1-1 1 0 0,-1-1-1 0 0,0 0 1 0 0,0-2-1 0 0,37-10 1 0 0,-52 12-38 0 0,3-1-6 0 0,-8 1-6 0 0,-1 1 12 0 0,0 0 0 0 0,0-1-1 0 0,1 1 1 0 0,-1 0-1 0 0,0 0 1 0 0,1 1-1 0 0,-1-1 1 0 0,0 0 0 0 0,0 0-1 0 0,1 1 1 0 0,-1-1-1 0 0,0 0 1 0 0,0 1-1 0 0,1-1 1 0 0,-1 1-1 0 0,0 0 1 0 0,0-1 0 0 0,0 1-1 0 0,0 0 1 0 0,0 0-1 0 0,0 0 1 0 0,1 1-1 0 0,4 2 13 0 0,-1-2-8 0 0,1 0 0 0 0,-1 1-1 0 0,1-2 1 0 0,-1 1 0 0 0,1-1-1 0 0,7 1 1 0 0,-5-1-2 0 0,0-1 0 0 0,1 0 1 0 0,-1 0-1 0 0,0-1 1 0 0,0 0-1 0 0,13-4 0 0 0,-6 1 9 0 0,0-2-1 0 0,0 0 1 0 0,0 0-1 0 0,26-18 0 0 0,-27 16-7 0 0,-1-1 0 0 0,0-1 0 0 0,0 0 0 0 0,-1 0 0 0 0,0-2 0 0 0,-1 1 0 0 0,0-2 0 0 0,-1 1 0 0 0,-1-1 0 0 0,0-1 0 0 0,0 0 0 0 0,-1 0 0 0 0,9-25 0 0 0,-7-6-29 0 0,-10 45 24 0 0,0-1 1 0 0,1 0-1 0 0,-1 1 1 0 0,0-1-1 0 0,1 1 0 0 0,-1-1 1 0 0,0 1-1 0 0,0-1 1 0 0,0 0-1 0 0,0 1 0 0 0,1-1 1 0 0,-1 0-1 0 0,0 1 1 0 0,0-1-1 0 0,0 1 1 0 0,0-1-1 0 0,0 0 0 0 0,0 1 1 0 0,-1-1-1 0 0,1 0 1 0 0,0 1-1 0 0,0-1 1 0 0,0 1-1 0 0,0-1 0 0 0,-1 0 1 0 0,1 1-1 0 0,0-1 1 0 0,-1 1-1 0 0,1-1 0 0 0,0 1 1 0 0,-1-1-1 0 0,1 1 1 0 0,-1-1-1 0 0,1 1 1 0 0,-1 0-1 0 0,1-1 0 0 0,-1 1 1 0 0,1-1-1 0 0,-1 1 1 0 0,1 0-1 0 0,-1 0 1 0 0,0-1-1 0 0,1 1 0 0 0,-2 0 1 0 0,-23 7-44 0 0,19-4 43 0 0,-1-1 2 0 0,5-2 14 0 0,-8 9-12 0 0,8-9-6 0 0,1 1-1 0 0,0 0 0 0 0,-1 0 1 0 0,1 0-1 0 0,-1 0 0 0 0,1 0 0 0 0,0 0 1 0 0,0 0-1 0 0,-1 1 0 0 0,1-1 1 0 0,0 0-1 0 0,0 1 0 0 0,-1 1 0 0 0,-13 33 2341 0 0,33-16-2292 0 0,0-18-26 0 0,0 1 0 0 0,-1 0 0 0 0,1 2-1 0 0,24 9 1 0 0,-39-13-15 0 0,0 1-1 0 0,-1-1 1 0 0,1 1-1 0 0,-1-1 1 0 0,0 1-1 0 0,1 0 0 0 0,-1 0 1 0 0,0 0-1 0 0,0 0 1 0 0,0 0-1 0 0,0 1 1 0 0,-1-1-1 0 0,1 1 0 0 0,0-1 1 0 0,-1 1-1 0 0,0-1 1 0 0,0 1-1 0 0,0 0 1 0 0,0 0-1 0 0,0 0 1 0 0,0-1-1 0 0,-1 1 0 0 0,1 0 1 0 0,-1 0-1 0 0,0 0 1 0 0,0 0-1 0 0,0 0 1 0 0,-1 4-1 0 0,0 6 3 0 0,-1 0-1 0 0,-1 0 1 0 0,0 0-1 0 0,-7 17 0 0 0,6-19 13 0 0,2-2 8 0 0,1-7 1 0 0,0-1 0 0 0,0 1 0 0 0,0-1 0 0 0,0 1 0 0 0,1 0 0 0 0,-1-1 0 0 0,1 1 0 0 0,-1 0 0 0 0,1-1 0 0 0,0 1 0 0 0,0 0 0 0 0,0 0 0 0 0,0-1 0 0 0,0 1 0 0 0,0 0 0 0 0,0-1 0 0 0,0 1 0 0 0,1 0 0 0 0,-1 0 0 0 0,1-1 0 0 0,-1 1 0 0 0,1 0 0 0 0,0-1 0 0 0,0 2 0 0 0,0-2-8 0 0,0 0 0 0 0,0 0 0 0 0,0-1-1 0 0,0 1 1 0 0,0-1 0 0 0,0 1 0 0 0,0 0 0 0 0,0-1 0 0 0,0 0 0 0 0,0 1-1 0 0,0-1 1 0 0,0 0 0 0 0,0 1 0 0 0,0-1 0 0 0,0 0 0 0 0,1 0 0 0 0,-1 0-1 0 0,0 0 1 0 0,0 0 0 0 0,0 0 0 0 0,2-1 0 0 0,30-6 196 0 0,-24 5-126 0 0,1-1-148 0 0,-1 0 0 0 0,1 0 0 0 0,-1-1 0 0 0,0 0-1 0 0,9-6 1 0 0,-13 7-778 0 0,-1 0 1 0 0,0-1-1 0 0,0 1 0 0 0,0-1 0 0 0,0 1 0 0 0,6-9 0 0 0,-8 2-4177 0 0</inkml:trace>
</inkml:ink>
</file>

<file path=ppt/ink/ink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54.8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53 311 224 0 0,'0'0'1148'0'0,"-26"-7"1332"0"0,0 42-525 0 0,30-34-1871 0 0,0-1 1 0 0,0 1 0 0 0,0 0-1 0 0,0-1 1 0 0,0 0 0 0 0,0 0 0 0 0,0-1-1 0 0,0 1 1 0 0,-1-1 0 0 0,1 1 0 0 0,0-1-1 0 0,0 0 1 0 0,0-1 0 0 0,0 1 0 0 0,-1-1-1 0 0,1 0 1 0 0,4-2 0 0 0,64-41 800 0 0,-60 35-747 0 0,233-186 1073 0 0,-183 134-865 0 0,-61 60-295 0 0,3-2-34 0 0,1-3-29 0 0,-7 7 42 0 0,-55 36-40 0 0,55-35 8 0 0,1 1-5 0 0,-18 11-10 0 0,17-12 20 0 0,0 0 0 0 0,1 0-5 0 0,-3 4 3 0 0,3-3 22 0 0,1 0-25 0 0,0 8-5 0 0,1-7 9 0 0,0-1-1 0 0,0 1 1 0 0,-1 0-1 0 0,2-1 1 0 0,-1 0-1 0 0,0 1 1 0 0,1-1 0 0 0,-1 0-1 0 0,1 1 1 0 0,-1-1-1 0 0,1 0 1 0 0,0 0 0 0 0,0 0-1 0 0,4 2 1 0 0,36 29 34 0 0,-29-24-30 0 0,-7-4-5 0 0,-1 1 0 0 0,0-1 0 0 0,0 1 0 0 0,0 0 0 0 0,-1 0 1 0 0,0 1-1 0 0,0-1 0 0 0,0 1 0 0 0,-1 0 0 0 0,0 0 0 0 0,0 0 0 0 0,-1 1 0 0 0,0-1 0 0 0,0 0 0 0 0,-1 1 0 0 0,1 13 1 0 0,-3-16-2 0 0,-1-1 1 0 0,0 1 0 0 0,0-1 0 0 0,0 0-1 0 0,0 0 1 0 0,-1 0 0 0 0,1 0 0 0 0,-1 0 0 0 0,0 0-1 0 0,0 0 1 0 0,-1-1 0 0 0,1 0 0 0 0,-1 1-1 0 0,1-1 1 0 0,-1-1 0 0 0,0 1 0 0 0,-5 2 0 0 0,-10 6 59 0 0,-2 0 0 0 0,-24 8 0 0 0,29-12 70 0 0,-1 0 204 0 0</inkml:trace>
</inkml:ink>
</file>

<file path=ppt/ink/ink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57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775 200 372 0 0,'12'-30'5541'0'0,"-20"5"-4249"0"0,7 23-1006 0 0,-32-15 1312 0 0,14 11-1400 0 0,0 1 0 0 0,0 0 0 0 0,0 2-1 0 0,-1 0 1 0 0,1 1 0 0 0,-1 1 0 0 0,1 0-1 0 0,-1 2 1 0 0,0 0 0 0 0,-33 8 0 0 0,-3 3-120 0 0,0 2 1 0 0,-77 31-1 0 0,121-40-68 0 0,-22 7 241 0 0,-60 33 0 0 0,86-40-209 0 0,0 0 0 0 0,0 0 0 0 0,0 1-1 0 0,1 0 1 0 0,0 0 0 0 0,0 0 0 0 0,0 1 0 0 0,1 1 0 0 0,0-1 0 0 0,1 1 0 0 0,-1 0 0 0 0,-5 12 0 0 0,8-13-15 0 0,0 0-1 0 0,0 1 0 0 0,1-1 1 0 0,0 1-1 0 0,0 0 0 0 0,1 0 1 0 0,-1 15-1 0 0,2-19-19 0 0,0-1-1 0 0,1 1 1 0 0,-1-1 0 0 0,1 1 0 0 0,0 0-1 0 0,0-1 1 0 0,1 1 0 0 0,-1-1-1 0 0,1 0 1 0 0,-1 1 0 0 0,1-1-1 0 0,0 0 1 0 0,0 0 0 0 0,1 0-1 0 0,-1-1 1 0 0,1 1 0 0 0,-1 0-1 0 0,1-1 1 0 0,0 0 0 0 0,3 3 0 0 0,4 2 1 0 0,1-1 0 0 0,0 0 1 0 0,0 0-1 0 0,1-1 0 0 0,-1 0 1 0 0,1-1-1 0 0,0-1 0 0 0,0 0 1 0 0,1 0-1 0 0,-1-1 0 0 0,0-1 1 0 0,1 0-1 0 0,0-1 0 0 0,-1 0 1 0 0,1-1-1 0 0,-1 0 0 0 0,0-1 1 0 0,1-1-1 0 0,-1 0 1 0 0,0 0-1 0 0,12-6 0 0 0,-5 2-5 0 0,-1-2 0 0 0,-1 0 1 0 0,1 0-1 0 0,-1-2 0 0 0,-1 0 0 0 0,0-1 0 0 0,0-1 0 0 0,-2 0 0 0 0,1-1 0 0 0,-2-1 0 0 0,0 0 0 0 0,18-27 1 0 0,-17 21-1 0 0,-9 13-4 0 0,1 1 0 0 0,-1-1 0 0 0,-1 0 0 0 0,0-1 0 0 0,0 1-1 0 0,0-1 1 0 0,2-10 0 0 0,0-28-53 0 0,-6 55 60 0 0,0 1 0 0 0,0 0 1 0 0,1-1-1 0 0,0 1 1 0 0,0-1-1 0 0,1 1 0 0 0,1-1 1 0 0,-1 1-1 0 0,1-1 1 0 0,1 0-1 0 0,-1 0 0 0 0,1-1 1 0 0,1 1-1 0 0,-1-1 1 0 0,1 0-1 0 0,0 0 0 0 0,1 0 1 0 0,0-1-1 0 0,0 0 1 0 0,0 0-1 0 0,1 0 0 0 0,0-1 1 0 0,0 0-1 0 0,0-1 1 0 0,1 1-1 0 0,0-1 0 0 0,-1-1 1 0 0,1 1-1 0 0,12 2 1 0 0,-11-4 1 0 0,0 0 0 0 0,0 0 0 0 0,0-1 1 0 0,0 0-1 0 0,0-1 0 0 0,0 0 0 0 0,0-1 0 0 0,0 0 1 0 0,1 0-1 0 0,-2-1 0 0 0,1 0 0 0 0,0 0 1 0 0,0-1-1 0 0,-1 0 0 0 0,1-1 0 0 0,-1 0 1 0 0,0 0-1 0 0,0-1 0 0 0,-1 0 0 0 0,1 0 1 0 0,-1-1-1 0 0,0 0 0 0 0,-1 0 0 0 0,8-9 1 0 0,12-15 95 0 0,-1-2 0 0 0,-1-1 0 0 0,-2-1 0 0 0,19-39 1 0 0,-34 60-72 0 0,-1 3-16 0 0,-1 0-1 0 0,-1 0 1 0 0,0-1-1 0 0,0 1 0 0 0,-1-1 1 0 0,0 0-1 0 0,1-17 1 0 0,-4 26-23 0 0,0 0-2 0 0,0 2 7 0 0,0 0 1 0 0,0 0-1 0 0,0 0 0 0 0,1-1 1 0 0,-1 1-1 0 0,0 0 1 0 0,0 0-1 0 0,0 0 0 0 0,0 0 1 0 0,0-1-1 0 0,0 1 0 0 0,0 0 1 0 0,0 0-1 0 0,0 0 0 0 0,0 0 1 0 0,0-1-1 0 0,0 1 1 0 0,0 0-1 0 0,0 0 0 0 0,0 0 1 0 0,0-1-1 0 0,0 1 0 0 0,0 0 1 0 0,0 0-1 0 0,0 0 1 0 0,0 0-1 0 0,0-1 0 0 0,0 1 1 0 0,0 0-1 0 0,0 0 0 0 0,0 0 1 0 0,0 0-1 0 0,0-1 0 0 0,-1 1 1 0 0,1 0-1 0 0,0 0 1 0 0,0 0-1 0 0,0 0 0 0 0,0 0 1 0 0,0 0-1 0 0,-1-1 0 0 0,1 1 1 0 0,0 0-1 0 0,0 0 1 0 0,0 0-1 0 0,0 0 0 0 0,-1 0 1 0 0,1 0-1 0 0,0 0 0 0 0,0 0 1 0 0,0 0-1 0 0,0 0 0 0 0,-1 0 1 0 0,1 0-1 0 0,0 0 1 0 0,0 0-1 0 0,0 0 0 0 0,-1 0 1 0 0,1 0-1 0 0,0 0 0 0 0,0 0 1 0 0,0 0-1 0 0,0 0 1 0 0,-1 0-1 0 0,1 0 0 0 0,0 0 1 0 0,-1 3 1 0 0,0 0-1 0 0,0-1 1 0 0,0 1 0 0 0,0 0 0 0 0,0 0 0 0 0,1 0 0 0 0,-1 0 0 0 0,1 0 0 0 0,0 0 0 0 0,0 0 0 0 0,0-1-1 0 0,0 1 1 0 0,1 0 0 0 0,0 4 0 0 0,24 45 7 0 0,31 28-5 0 0,-41-62 10 0 0,-2 1-1 0 0,0 0 1 0 0,-1 1-1 0 0,0 0 1 0 0,14 38-1 0 0,-25-56-10 0 0,-1 1 0 0 0,1-1 0 0 0,-1 0 1 0 0,0 0-1 0 0,1 1 0 0 0,-1-1 0 0 0,0 0 0 0 0,0 1 0 0 0,0-1 0 0 0,-1 0 1 0 0,1 0-1 0 0,0 1 0 0 0,-1-1 0 0 0,0 0 0 0 0,1 0 0 0 0,-1 0 1 0 0,0 1-1 0 0,0-1 0 0 0,0 0 0 0 0,-1 0 0 0 0,-2 3 0 0 0,1-1 1 0 0,-1-1-1 0 0,0 1 1 0 0,0-1-1 0 0,0 0 1 0 0,-1 0-1 0 0,1 0 1 0 0,-1-1-1 0 0,1 1 1 0 0,-9 2-1 0 0,0-1-1 0 0,-1 0 0 0 0,0 0 0 0 0,-1-2-1 0 0,1 1 1 0 0,0-2 0 0 0,-21 0 0 0 0,-36-4-200 0 0,68 3-79 0 0,-1-10-2368 0 0</inkml:trace>
</inkml:ink>
</file>

<file path=ppt/ink/ink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57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10 424 0 0,'0'0'1575'0'0,"-7"-10"4539"0"0,3 17-5985 0 0,1 0 0 0 0,0 0 0 0 0,0 0 0 0 0,0 0 0 0 0,1 1 0 0 0,1-1 0 0 0,-1 1 0 0 0,1-1 0 0 0,0 1 0 0 0,1 0 0 0 0,0 10 1 0 0,0-15-97 0 0,0 0 1 0 0,1 0 0 0 0,-1 0-1 0 0,1 0 1 0 0,0 0 0 0 0,0 0-1 0 0,0 0 1 0 0,0 0 0 0 0,0 0 0 0 0,1 0-1 0 0,0 0 1 0 0,-1-1 0 0 0,1 1-1 0 0,0-1 1 0 0,0 1 0 0 0,0-1-1 0 0,1 0 1 0 0,-1 0 0 0 0,0 0 0 0 0,1 0-1 0 0,-1 0 1 0 0,1 0 0 0 0,0-1-1 0 0,0 1 1 0 0,0-1 0 0 0,0 0-1 0 0,0 0 1 0 0,0 0 0 0 0,0 0 0 0 0,0 0-1 0 0,0-1 1 0 0,4 1 0 0 0,-1 0 78 0 0,0-1 0 0 0,0 0 1 0 0,0 0-1 0 0,0-1 1 0 0,0 1-1 0 0,0-1 0 0 0,0 0 1 0 0,0-1-1 0 0,-1 0 1 0 0,1 0-1 0 0,7-3 0 0 0,-11 4-55 0 0,0 0-1 0 0,0-1 0 0 0,0 1 1 0 0,0 0-1 0 0,0-1 1 0 0,0 0-1 0 0,-1 1 0 0 0,1-1 1 0 0,0 0-1 0 0,-1 0 1 0 0,1 0-1 0 0,-1 0 0 0 0,0 0 1 0 0,0 0-1 0 0,1 0 0 0 0,-1-1 1 0 0,-1 1-1 0 0,1 0 1 0 0,0-1-1 0 0,-1 1 0 0 0,1 0 1 0 0,-1-1-1 0 0,0 1 1 0 0,1-1-1 0 0,-1 1 0 0 0,0-1 1 0 0,-1 1-1 0 0,1 0 0 0 0,0-1 1 0 0,-1 1-1 0 0,-1-4 1 0 0,1 0 3 0 0,-1 0 1 0 0,1 0-1 0 0,-2 0 1 0 0,1 1-1 0 0,-1-1 1 0 0,1 1-1 0 0,-2 0 1 0 0,1-1-1 0 0,0 1 1 0 0,-1 1-1 0 0,0-1 1 0 0,0 1-1 0 0,-5-5 1 0 0,7 8-31 0 0,-5-6 72 0 0</inkml:trace>
</inkml:ink>
</file>

<file path=ppt/ink/ink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58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1 392 0 0,'0'0'7208'0'0,"7"33"-5374"0"0,-7-32-1800 0 0,-1 0 1 0 0,1 1-1 0 0,0-1 1 0 0,0 0-1 0 0,0 1 1 0 0,0-1-1 0 0,0 0 1 0 0,1 0-1 0 0,-1 1 1 0 0,0-1-1 0 0,1 0 1 0 0,-1 1-1 0 0,0-1 1 0 0,1 0-1 0 0,0 0 1 0 0,-1 0-1 0 0,1 0 1 0 0,0 1-1 0 0,-1-1 1 0 0,1 0-1 0 0,0 0 1 0 0,0 0-1 0 0,0 0 1 0 0,0-1-1 0 0,0 1 1 0 0,0 0-1 0 0,0 0 1 0 0,0-1-1 0 0,0 1 1 0 0,1 0-1 0 0,-1-1 1 0 0,1 1-1 0 0,0-1 92 0 0,-1 1-107 0 0,0-1 0 0 0,1 1 0 0 0,-1-1 0 0 0,0 1 0 0 0,0-1 0 0 0,0 0 0 0 0,1 0 0 0 0,-1 1 0 0 0,0-1 0 0 0,0 0 0 0 0,0 0 0 0 0,1 0-1 0 0,-1 0 1 0 0,0-1 0 0 0,0 1 0 0 0,1 0 0 0 0,-1 0 0 0 0,0-1 0 0 0,0 1 0 0 0,1-1 0 0 0,35-8 267 0 0,-33 8-276 0 0,47-23 445 0 0,-49 23-385 0 0,5-2 7 0 0,-7 3-73 0 0,0 0-1 0 0,0 0 1 0 0,0 0 0 0 0,1 0 0 0 0,-1 0 0 0 0,0 0 0 0 0,0 0 0 0 0,0 0 0 0 0,0 0-1 0 0,0 0 1 0 0,0-1 0 0 0,1 1 0 0 0,-1 0 0 0 0,0 0 0 0 0,0 0 0 0 0,0 0 0 0 0,0 0 0 0 0,0 0-1 0 0,1 1 1 0 0,-1-1 0 0 0,0 0 0 0 0,0 0 0 0 0,0 0 0 0 0,0 0 0 0 0,0 0 0 0 0,0 0-1 0 0,1 0 1 0 0,-1 0 0 0 0,0 0 0 0 0,0 0 0 0 0,0 0 0 0 0,0 0 0 0 0,0 0 0 0 0,0 1-1 0 0,0-1 1 0 0,0 0 0 0 0,1 0 0 0 0,-1 0 0 0 0,0 0 0 0 0,0 0 0 0 0,0 0 0 0 0,0 0-1 0 0,0 1 1 0 0,0-1 0 0 0,0 0 0 0 0,0 0 0 0 0,0 0 0 0 0,0 0 0 0 0,0 0 0 0 0,0 0-1 0 0,0 1 1 0 0,0-1 0 0 0,0 0 0 0 0,0 0 0 0 0,0 0 0 0 0,0 0 0 0 0,0 0 0 0 0,0 1-1 0 0,0-1 1 0 0,0 0 0 0 0,0 0 0 0 0,0 0 0 0 0,0 0 0 0 0,0 0 0 0 0,-1 0 0 0 0,1 0-1 0 0,0 1 1 0 0,0-1 0 0 0,0 0 0 0 0,-38 90 171 0 0,38-88-158 0 0,0 0-11 0 0,0 0 1 0 0,0 1-1 0 0,0-1 0 0 0,0 1 1 0 0,0-1-1 0 0,1 0 0 0 0,0 1 1 0 0,-1-1-1 0 0,1 0 0 0 0,0 0 1 0 0,0 1-1 0 0,0-1 0 0 0,0 0 1 0 0,0 0-1 0 0,3 2 0 0 0,-1-2 2 0 0,0-1 0 0 0,0 0 0 0 0,0 0-1 0 0,0 0 1 0 0,1 0 0 0 0,-1-1 0 0 0,0 0-1 0 0,1 1 1 0 0,-1-1 0 0 0,0 0-1 0 0,1 0 1 0 0,-1-1 0 0 0,0 1 0 0 0,0-1-1 0 0,5-1 1 0 0,54-21-16 0 0,-15 4-8 0 0,-18 11 15 0 0,-3 0-1 0 0,1 1 0 0 0,-1 2 1 0 0,1 0-1 0 0,0 2 0 0 0,28 0 0 0 0,-54 3 3 0 0,0 0 0 0 0,0-1 0 0 0,0 1 0 0 0,0 0 0 0 0,0 0 0 0 0,0 0 0 0 0,1 0 0 0 0,-1 0 0 0 0,0 0-1 0 0,0 1 1 0 0,0-1 0 0 0,0 0 0 0 0,0 0 0 0 0,0 1 0 0 0,0-1 0 0 0,0 0 0 0 0,-1 1 0 0 0,1-1-1 0 0,0 1 1 0 0,0 0 0 0 0,0-1 0 0 0,0 1 0 0 0,0 0 0 0 0,-1-1 0 0 0,1 1 0 0 0,0 0 0 0 0,-1 0 0 0 0,1 0-1 0 0,0-1 1 0 0,-1 1 0 0 0,1 0 0 0 0,-1 0 0 0 0,0 0 0 0 0,1 0 0 0 0,-1 0 0 0 0,0 0 0 0 0,1 0-1 0 0,-1 0 1 0 0,0 0 0 0 0,0 0 0 0 0,0 0 0 0 0,0 0 0 0 0,0 0 0 0 0,0 0 0 0 0,0 0 0 0 0,-1 2-1 0 0,0 0 3 0 0,0-1-1 0 0,0 1 0 0 0,-1 0 0 0 0,1 0 0 0 0,-1 0 0 0 0,0-1 0 0 0,0 1 0 0 0,0-1 0 0 0,0 1 1 0 0,0-1-1 0 0,0 0 0 0 0,-1 0 0 0 0,1 0 0 0 0,-1 0 0 0 0,0-1 0 0 0,1 1 0 0 0,-5 1 0 0 0,5-2-29 0 0,-2 4-413 0 0</inkml:trace>
</inkml:ink>
</file>

<file path=ppt/ink/ink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59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86 197 696 0 0,'0'0'11608'0'0,"-6"3"-11560"0"0,-3 2 79 0 0,-1 0-1 0 0,1 1 0 0 0,0 1 1 0 0,1-1-1 0 0,-1 2 0 0 0,-8 9 1 0 0,16-17-119 0 0,1 1 1 0 0,-1-1 0 0 0,1 0 0 0 0,-1 1 0 0 0,0 0 0 0 0,1-1-1 0 0,-1 1 1 0 0,1-1 0 0 0,0 1 0 0 0,-1 0 0 0 0,1-1 0 0 0,-1 1-1 0 0,1 0 1 0 0,0-1 0 0 0,0 1 0 0 0,-1 0 0 0 0,1 0 0 0 0,0-1-1 0 0,0 1 1 0 0,0 0 0 0 0,0 0 0 0 0,0-1 0 0 0,0 1 0 0 0,0 0 0 0 0,0 0-1 0 0,0-1 1 0 0,0 1 0 0 0,0 0 0 0 0,0 0 0 0 0,1-1 0 0 0,-1 1-1 0 0,0 0 1 0 0,0 0 0 0 0,1-1 0 0 0,-1 1 0 0 0,1 0 0 0 0,-1-1-1 0 0,0 1 1 0 0,1-1 0 0 0,-1 1 0 0 0,1 0 0 0 0,0-1 0 0 0,-1 1-1 0 0,1-1 1 0 0,-1 0 0 0 0,1 1 0 0 0,0-1 0 0 0,-1 1 0 0 0,1-1 0 0 0,0 0-1 0 0,0 0 1 0 0,-1 1 0 0 0,1-1 0 0 0,0 0 0 0 0,0 0 0 0 0,-1 0-1 0 0,1 0 1 0 0,0 0 0 0 0,0 0 0 0 0,0 0 0 0 0,7 2 15 0 0,0 0 0 0 0,0-1-1 0 0,0-1 1 0 0,14 1 0 0 0,-5-4-8 0 0,1 0-1 0 0,-1-1 1 0 0,-1-1 0 0 0,1-1-1 0 0,-1 0 1 0 0,22-11-1 0 0,-21 8-21 0 0,1 1 0 0 0,0 1 0 0 0,1 1 1 0 0,28-6-1 0 0,30 7-18 0 0,-36 3 41 0 0,-34 2 39 0 0,1-1-1 0 0,-1 0 1 0 0,0-1-1 0 0,0 0 1 0 0,0 0 0 0 0,0 0-1 0 0,0-1 1 0 0,-1 0 0 0 0,1-1-1 0 0,-1 1 1 0 0,0-1 0 0 0,0 0-1 0 0,0-1 1 0 0,-1 1-1 0 0,1-1 1 0 0,-1 0 0 0 0,0-1-1 0 0,0 1 1 0 0,-1-1 0 0 0,0 0-1 0 0,0 0 1 0 0,0-1-1 0 0,-1 1 1 0 0,0-1 0 0 0,0 1-1 0 0,0-1 1 0 0,-1 0 0 0 0,0 0-1 0 0,-1 0 1 0 0,1 0-1 0 0,-1-14 1 0 0,0 20 0 0 0,-1 0-1 0 0,1 0 1 0 0,-1 0-1 0 0,0-1 1 0 0,0 1-1 0 0,0 0 1 0 0,0 0-1 0 0,0 0 1 0 0,0-1-1 0 0,0 1 1 0 0,0 0-1 0 0,0 0 1 0 0,0 0-1 0 0,-1-1 1 0 0,1 1 0 0 0,-1 0-1 0 0,1 0 1 0 0,-1 0-1 0 0,1 0 1 0 0,-1 0-1 0 0,1 0 1 0 0,-1 0-1 0 0,0 0 1 0 0,0 0-1 0 0,1 0 1 0 0,-1 0-1 0 0,0 0 1 0 0,0 0-1 0 0,0 1 1 0 0,0-1-1 0 0,0 0 1 0 0,0 1-1 0 0,0-1 1 0 0,0 1 0 0 0,-1-1-1 0 0,1 1 1 0 0,0-1-1 0 0,0 1 1 0 0,0 0-1 0 0,0 0 1 0 0,-1-1-1 0 0,1 1 1 0 0,0 0-1 0 0,-2 0 1 0 0,-1 1 19 0 0,1-1 1 0 0,-1 1 0 0 0,1 0-1 0 0,-1 0 1 0 0,1 0 0 0 0,0 0-1 0 0,0 1 1 0 0,-1-1 0 0 0,1 1-1 0 0,0 0 1 0 0,0 0 0 0 0,0 0-1 0 0,1 0 1 0 0,-5 4 0 0 0,1 1 45 0 0,1 1 0 0 0,-1 0 0 0 0,2 0 0 0 0,-1 0 0 0 0,1 0 0 0 0,0 1 0 0 0,1 0 0 0 0,0 0 0 0 0,0 0 0 0 0,1 0 0 0 0,0 0 0 0 0,-1 12 0 0 0,3-13-476 0 0,-1 1-1 0 0,1-1 0 0 0,1 0 0 0 0,0 0 0 0 0,0 0 1 0 0,3 12-1 0 0,-2-15-590 0 0,0 0-1 0 0,0 0 1 0 0,0 0 0 0 0,0 0-1 0 0,1 0 1 0 0,0-1 0 0 0,0 1-1 0 0,0-1 1 0 0,1 0 0 0 0,4 5-1 0 0,7 3-3580 0 0</inkml:trace>
</inkml:ink>
</file>

<file path=ppt/ink/ink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5:59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15269 0 0,'9'1'415'0'0,"-1"-1"0"0"0,1 0-1 0 0,-1-1 1 0 0,1 1 0 0 0,0-2-1 0 0,-1 1 1 0 0,1-2 0 0 0,-1 1-1 0 0,0-1 1 0 0,0 0 0 0 0,0 0-1 0 0,14-10 1 0 0,-22 13-451 0 0,1 0-1 0 0,-1 0 1 0 0,0 0 0 0 0,0 0 0 0 0,0 0 0 0 0,0 0-1 0 0,0-1 1 0 0,0 1 0 0 0,0 0 0 0 0,0 0-1 0 0,0 0 1 0 0,0 0 0 0 0,0-1 0 0 0,0 1 0 0 0,0 0-1 0 0,0 0 1 0 0,0 0 0 0 0,0 0 0 0 0,0-1 0 0 0,0 1-1 0 0,0 0 1 0 0,0 0 0 0 0,0 0 0 0 0,0 0-1 0 0,0-1 1 0 0,0 1 0 0 0,0 0 0 0 0,0 0 0 0 0,0 0-1 0 0,0 0 1 0 0,0 0 0 0 0,0-1 0 0 0,0 1-1 0 0,0 0 1 0 0,-1 0 0 0 0,1 0 0 0 0,0 0 0 0 0,0 0-1 0 0,0 0 1 0 0,0-1 0 0 0,0 1 0 0 0,-1 0-1 0 0,1 0 1 0 0,0 0 0 0 0,0 0 0 0 0,0 0 0 0 0,0 0-1 0 0,0 0 1 0 0,-1 0 0 0 0,1 0 0 0 0,0 0-1 0 0,0 0 1 0 0,0 0 0 0 0,0 0 0 0 0,-1 0 0 0 0,1 0-1 0 0,-21-7-1669 0 0,-27-3-6458 0 0,22 6 3255 0 0</inkml:trace>
</inkml:ink>
</file>

<file path=ppt/ink/ink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07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725 164 228 0 0,'-10'-21'1865'0'0,"-1"1"-1"0"0,-27-37 1 0 0,33 50-1507 0 0,-1 1 1 0 0,1 0 0 0 0,-2 0-1 0 0,1 1 1 0 0,-14-9-1 0 0,-22-4 596 0 0,34 16-884 0 0,0 1 0 0 0,0 1 1 0 0,0-1-1 0 0,-1 1 0 0 0,1 1 0 0 0,0-1 1 0 0,0 1-1 0 0,0 1 0 0 0,0 0 0 0 0,0 0 1 0 0,0 0-1 0 0,0 1 0 0 0,-11 6 0 0 0,-6 3 94 0 0,1 2 0 0 0,-34 24 0 0 0,30-17-20 0 0,1 1 0 0 0,1 1-1 0 0,1 1 1 0 0,0 2-1 0 0,2 0 1 0 0,2 1 0 0 0,0 1-1 0 0,2 1 1 0 0,-20 39-1 0 0,22-36-41 0 0,2 1 0 0 0,1 0 0 0 0,2 0 0 0 0,-12 47 0 0 0,22-71-83 0 0,0 0 0 0 0,0 0 0 0 0,1 0 0 0 0,1 0 0 0 0,-1 0-1 0 0,1 0 1 0 0,1 0 0 0 0,0 0 0 0 0,0 0 0 0 0,0 0 0 0 0,1 0 0 0 0,1 0 0 0 0,0 0 0 0 0,0-1-1 0 0,0 1 1 0 0,1-1 0 0 0,1 0 0 0 0,-1 0 0 0 0,1 0 0 0 0,0-1 0 0 0,1 0 0 0 0,11 12 0 0 0,-9-13-7 0 0,0-1 0 0 0,1 0 0 0 0,-1 0 0 0 0,1-1 0 0 0,0 0 0 0 0,0-1 0 0 0,1 0 0 0 0,-1 0 0 0 0,1-1 0 0 0,-1 0 0 0 0,1-1 0 0 0,0 0 0 0 0,-1 0 0 0 0,1-1 0 0 0,0 0 0 0 0,0-1 1 0 0,11-2-1 0 0,9-2 0 0 0,0-1 0 0 0,-1-1 1 0 0,1-2-1 0 0,35-15 0 0 0,-36 12-1 0 0,-1-2 0 0 0,-1 0-1 0 0,0-2 1 0 0,-1-1 0 0 0,0-1-1 0 0,-2-1 1 0 0,0-2 0 0 0,25-26-1 0 0,-48 45-19 0 0,-1 7-67 0 0,0-3 76 0 0,1 1 1 0 0,-1-1-1 0 0,1 0 1 0 0,-1 1-1 0 0,1-1 1 0 0,0 0-1 0 0,0 0 0 0 0,0 0 1 0 0,0 0-1 0 0,0 0 1 0 0,1 0-1 0 0,-1 0 1 0 0,1 0-1 0 0,-1 0 1 0 0,1 0-1 0 0,0-1 0 0 0,-1 1 1 0 0,1-1-1 0 0,0 1 1 0 0,0-1-1 0 0,0 0 1 0 0,0 0-1 0 0,0 0 1 0 0,0 0-1 0 0,1 0 0 0 0,-1 0 1 0 0,0-1-1 0 0,0 1 1 0 0,1-1-1 0 0,-1 1 1 0 0,0-1-1 0 0,5 0 1 0 0,2 1 1 0 0,0 0 0 0 0,0 0 1 0 0,0-1-1 0 0,0-1 1 0 0,0 1-1 0 0,0-1 1 0 0,0-1-1 0 0,14-4 0 0 0,-18 5 2 0 0,0-1 0 0 0,0 0 0 0 0,0 0-1 0 0,-1 0 1 0 0,1-1 0 0 0,0 1-1 0 0,-1-1 1 0 0,0 0 0 0 0,1-1 0 0 0,-1 1-1 0 0,-1-1 1 0 0,1 0 0 0 0,0 0-1 0 0,-1 0 1 0 0,4-7 0 0 0,-6 7 9 0 0,-1 1-13 0 0,-1 0 0 0 0,1 0 1 0 0,-1 0-1 0 0,0 0 0 0 0,0 0 1 0 0,0 0-1 0 0,0 0 1 0 0,0 0-1 0 0,-1 0 0 0 0,1 1 1 0 0,-1-1-1 0 0,0 1 1 0 0,1-1-1 0 0,-1 1 0 0 0,-1 0 1 0 0,1 0-1 0 0,0-1 0 0 0,0 2 1 0 0,-1-1-1 0 0,1 0 1 0 0,-1 0-1 0 0,0 1 0 0 0,1-1 1 0 0,-1 1-1 0 0,0 0 0 0 0,0 0 1 0 0,-3-1-1 0 0,-1-1-1 0 0,-1 0-35 0 0,-1 1 0 0 0,1-1 0 0 0,-1 1 0 0 0,1 1 0 0 0,-1 0 0 0 0,0 0 1 0 0,1 1-1 0 0,-1 0 0 0 0,0 0 0 0 0,1 1 0 0 0,-1 0 0 0 0,0 0 0 0 0,-14 5 0 0 0,16 3-683 0 0</inkml:trace>
</inkml:ink>
</file>

<file path=ppt/ink/ink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08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0 458 400 0 0,'14'49'4593'0'0,"-13"-43"-4355"0"0,0-1-1 0 0,0 1 1 0 0,0 0-1 0 0,1-1 1 0 0,-1 1-1 0 0,1-1 1 0 0,1 0-1 0 0,-1 1 1 0 0,1-1-1 0 0,0 0 1 0 0,0-1-1 0 0,1 1 1 0 0,-1 0-1 0 0,1-1 1 0 0,7 7-1 0 0,-10-11-56 0 0,34-14 355 0 0,-24 5-433 0 0,1 0-1 0 0,-1 0 1 0 0,0-2 0 0 0,-1 1-1 0 0,12-16 1 0 0,-12 14 30 0 0,-9 10-30 0 0,2 4-92 0 0,0 1 0 0 0,0-1-1 0 0,-1 1 1 0 0,1-1-1 0 0,-1 1 1 0 0,0 0 0 0 0,1 0-1 0 0,-1 0 1 0 0,-1 0 0 0 0,1 0-1 0 0,0 0 1 0 0,-1 1-1 0 0,2 4 1 0 0,17 27 62 0 0,-17-32-145 0 0,0-1 0 0 0,0 1 0 0 0,0-1 0 0 0,0 1 0 0 0,0-1 0 0 0,0 0 0 0 0,0 0 0 0 0,1-1 0 0 0,-1 1 0 0 0,1-1 0 0 0,0 1 0 0 0,-1-1 0 0 0,1 0 0 0 0,0 0 0 0 0,-1-1 0 0 0,1 1 0 0 0,0-1 0 0 0,0 0 0 0 0,0 0 0 0 0,0 0 0 0 0,-1-1 0 0 0,8 0 0 0 0,-6-1-33 0 0,-1 0 0 0 0,1 0 0 0 0,0 0 1 0 0,-1 0-1 0 0,0-1 0 0 0,0 0 0 0 0,0 0 0 0 0,0 0 1 0 0,0 0-1 0 0,0-1 0 0 0,-1 1 0 0 0,1-1 0 0 0,-1 0 1 0 0,0 0-1 0 0,0 0 0 0 0,-1 0 0 0 0,4-8 0 0 0,28-69-43 0 0,-3-2-1 0 0,30-127 1 0 0,-47 159 607 0 0,5-59 2842 0 0,-19 108-1489 0 0,-3 7-1448 0 0,-6 9-158 0 0,1 1 0 0 0,0 0 0 0 0,1 1 0 0 0,1-1 0 0 0,1 1 0 0 0,0 0 0 0 0,1 1 0 0 0,1-1 0 0 0,0 1-1 0 0,1-1 1 0 0,0 21 0 0 0,2 22 399 0 0,13 114-1 0 0,-8-126-572 0 0,-1-8-352 0 0,1-1 0 0 0,2 1 0 0 0,16 49 0 0 0,-18-76-2041 0 0</inkml:trace>
</inkml:ink>
</file>

<file path=ppt/ink/ink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08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1 155 344 0 0,'1'-4'301'0'0,"-1"0"0"0"0,2-1 0 0 0,-1 1 0 0 0,0 0 1 0 0,1 0-1 0 0,0 0 0 0 0,0 1 0 0 0,0-1 0 0 0,0 0 0 0 0,1 1 0 0 0,-1-1 0 0 0,1 1 0 0 0,0 0 0 0 0,0 0 0 0 0,0 0 1 0 0,0 0-1 0 0,1 1 0 0 0,-1-1 0 0 0,1 1 0 0 0,0 0 0 0 0,5-3 0 0 0,13-6 503 0 0,0 0 0 0 0,32-9 0 0 0,-48 17-642 0 0,12-3 176 0 0,0 0 0 0 0,0 1 1 0 0,0 0-1 0 0,0 2 0 0 0,1 0 1 0 0,18 0-1 0 0,-32 3-294 0 0,-1 0-1 0 0,0 0 1 0 0,0 0-1 0 0,0 1 1 0 0,0 0-1 0 0,0 0 1 0 0,0 0 0 0 0,0 0-1 0 0,0 1 1 0 0,0-1-1 0 0,0 1 1 0 0,-1 0 0 0 0,1 0-1 0 0,-1 0 1 0 0,1 1-1 0 0,-1-1 1 0 0,0 1-1 0 0,0 0 1 0 0,0 0 0 0 0,0 0-1 0 0,-1 0 1 0 0,1 1-1 0 0,-1-1 1 0 0,0 1 0 0 0,0-1-1 0 0,0 1 1 0 0,0 0-1 0 0,-1 0 1 0 0,1 0 0 0 0,-1-1-1 0 0,0 1 1 0 0,0 1-1 0 0,0 4 1 0 0,1 13 40 0 0,-1 0-1 0 0,-1 0 1 0 0,-1 0-1 0 0,-1 1 1 0 0,0-1 0 0 0,-9 31-1 0 0,8-28 100 0 0,16-45-52 0 0,5-9-129 0 0,5-4 4 0 0,1 1 1 0 0,2 1 0 0 0,1 2 0 0 0,51-45 0 0 0,-73 70-14 0 0,-4 3 4 0 0,0 0 0 0 0,1 0 0 0 0,-1 0 0 0 0,0 0 0 0 0,1 0-1 0 0,-1 0 1 0 0,1 0 0 0 0,-1 1 0 0 0,1-1 0 0 0,-1 1 0 0 0,1-1 0 0 0,-1 1-1 0 0,1-1 1 0 0,-1 1 0 0 0,1 0 0 0 0,0 0 0 0 0,-1 0 0 0 0,1 0-1 0 0,2 0 1 0 0,1 0-15 0 0,-2 1 17 0 0,0 0 0 0 0,0 0 0 0 0,0 0 0 0 0,0 0 0 0 0,0 0 0 0 0,0 1 0 0 0,0-1 0 0 0,-1 1 0 0 0,1 0 0 0 0,0-1 0 0 0,-1 1 0 0 0,0 1 0 0 0,1-1 0 0 0,-1 0-1 0 0,3 4 1 0 0,7 6 21 0 0,-10-11 40 0 0,0 1 0 0 0,0-1 0 0 0,0 0 0 0 0,0 0 0 0 0,1 1 0 0 0,-1-1 0 0 0,0-1 0 0 0,1 1 0 0 0,-1 0 0 0 0,1-1 0 0 0,-1 1 0 0 0,4 0 0 0 0,-6-2-44 0 0,0 1 0 0 0,0 0 0 0 0,1 0-1 0 0,-1 0 1 0 0,0-1 0 0 0,0 1 0 0 0,1 0 0 0 0,-1 0-1 0 0,0-1 1 0 0,0 1 0 0 0,1 0 0 0 0,-1-1 0 0 0,0 1-1 0 0,0 0 1 0 0,0-1 0 0 0,0 1 0 0 0,0 0 0 0 0,0-1 0 0 0,1 1-1 0 0,-1 0 1 0 0,0-1 0 0 0,0 1 0 0 0,0 0 0 0 0,0-1-1 0 0,0 1 1 0 0,0 0 0 0 0,0-1 0 0 0,0 1 0 0 0,-1 0-1 0 0,1-1 1 0 0,0 1 0 0 0,0-1 0 0 0,-10-27 62 0 0,-15-16 327 0 0,18 36-3657 0 0</inkml:trace>
</inkml:ink>
</file>

<file path=ppt/ink/ink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09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30 134 32 0 0,'-2'-57'7121'0'0,"3"55"-5859"0"0,-3-4 1821 0 0,2 6-3002 0 0,-7 24 244 0 0,1 1 0 0 0,2-1 0 0 0,-3 36 0 0 0,5-38-197 0 0,2 1-1 0 0,0 0 0 0 0,2-1 0 0 0,0 1 1 0 0,2-1-1 0 0,0 0 0 0 0,12 35 0 0 0,-14-52-111 0 0,0 1 1 0 0,1-1-1 0 0,-1 0 0 0 0,1 0 0 0 0,0 0 0 0 0,1 0 0 0 0,-1 0 1 0 0,1-1-1 0 0,0 1 0 0 0,0-1 0 0 0,1 0 0 0 0,-1 0 0 0 0,1-1 1 0 0,0 1-1 0 0,0-1 0 0 0,0 0 0 0 0,0-1 0 0 0,1 1 0 0 0,-1-1 1 0 0,1 0-1 0 0,-1 0 0 0 0,1-1 0 0 0,0 1 0 0 0,-1-1 0 0 0,1 0 1 0 0,0-1-1 0 0,0 0 0 0 0,0 0 0 0 0,0 0 0 0 0,0-1 0 0 0,0 1 1 0 0,-1-1-1 0 0,1-1 0 0 0,0 1 0 0 0,0-1 0 0 0,7-3 0 0 0,2-4-7 0 0,0 1-1 0 0,0-2 1 0 0,-1 0 0 0 0,-1 0-1 0 0,1-1 1 0 0,-2-1-1 0 0,0 0 1 0 0,0-1-1 0 0,-1 0 1 0 0,18-29 0 0 0,0-8 3 0 0,43-101 1 0 0,-64 132-9 0 0,0-3 77 0 0,-2-1-1 0 0,0 0 1 0 0,4-32-1 0 0,-10 54 78 0 0,-4 4-129 0 0,-8 11 3 0 0,0-1-1 0 0,1 2 1 0 0,1 0-1 0 0,0 0 1 0 0,1 1-1 0 0,1 0 1 0 0,0 0-1 0 0,-9 30 1 0 0,6-11 29 0 0,2-1-1 0 0,1 1 1 0 0,-6 58-1 0 0,14-83-49 0 0,0 0 0 0 0,0 0-1 0 0,1 0 1 0 0,0 0 0 0 0,0 0 0 0 0,1 0-1 0 0,1 0 1 0 0,0 0 0 0 0,4 10 0 0 0,-6-17-5 0 0,1 1 0 0 0,0 0 0 0 0,0-1 0 0 0,0 0 1 0 0,0 1-1 0 0,0-1 0 0 0,1 0 0 0 0,-1 0 0 0 0,1 0 1 0 0,0 0-1 0 0,0-1 0 0 0,0 1 0 0 0,0-1 0 0 0,1 0 1 0 0,-1 0-1 0 0,1 0 0 0 0,-1 0 0 0 0,1 0 0 0 0,-1-1 1 0 0,1 0-1 0 0,0 1 0 0 0,0-2 0 0 0,0 1 0 0 0,0 0 1 0 0,6 0-1 0 0,-3-2-7 0 0,0 1-1 0 0,0-1 1 0 0,0 0 0 0 0,0-1 0 0 0,0 1 0 0 0,-1-1-1 0 0,1-1 1 0 0,-1 1 0 0 0,1-1 0 0 0,8-5 0 0 0,54-45 1791 0 0,-51 37 1746 0 0,-19 17-3561 0 0,0 1 0 0 0,-1 0 0 0 0,1 0 0 0 0,0 0 0 0 0,0 0 0 0 0,0 0 0 0 0,1 1 0 0 0,-1-1 1 0 0,0 0-1 0 0,1 0 0 0 0,-1 5 0 0 0,-3 8-1312 0 0,0 1-3215 0 0,4-6-2922 0 0</inkml:trace>
</inkml:ink>
</file>

<file path=ppt/ink/ink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09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95 700 0 0,'2'-7'896'0'0,"1"0"143"0"0,0 0-1 0 0,-1-1 1 0 0,0 1-1 0 0,0-1 1 0 0,0-11-1 0 0,-2 17-367 0 0,2-21 1283 0 0,-2 16-7400 0 0</inkml:trace>
</inkml:ink>
</file>

<file path=ppt/ink/ink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0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0 512 0 0,'0'0'762'0'0,"5"39"6144"0"0,11 12-3196 0 0,-7-51-3482 0 0,0 0-1 0 0,-1-1 0 0 0,1 0 0 0 0,0-1 0 0 0,0 0 0 0 0,-1 0 1 0 0,1 0-1 0 0,-1-1 0 0 0,16-9 0 0 0,14-7 91 0 0,51-22 1429 0 0,-86 40-1494 0 0,1 3 296 0 0,-3-2-534 0 0,-1 0 0 0 0,0 0 0 0 0,1 0 0 0 0,-1 0 0 0 0,0 0 0 0 0,0 0 0 0 0,1 0-1 0 0,-1 1 1 0 0,0-1 0 0 0,0 0 0 0 0,1 0 0 0 0,-1 0 0 0 0,0 0 0 0 0,0 0 0 0 0,1 0 0 0 0,-1 0-1 0 0,0 1 1 0 0,0-1 0 0 0,1 0 0 0 0,-1 0 0 0 0,0 0 0 0 0,0 1 0 0 0,0-1 0 0 0,1 0-1 0 0,-1 0 1 0 0,0 0 0 0 0,0 1 0 0 0,0-1 0 0 0,0 0 0 0 0,0 0 0 0 0,0 1 0 0 0,0-1 0 0 0,1 0-1 0 0,-1 1 1 0 0,0-1 0 0 0,0 0 0 0 0,0 0 0 0 0,0 1 0 0 0,0-1 0 0 0,0 0 0 0 0,0 0 0 0 0,0 1-1 0 0,-1-1 1 0 0,-16 65 621 0 0,-4-2-1 0 0,-2-1 1 0 0,-53 100-1 0 0,26-56-929 0 0,-37 58-2704 0 0,18-59-5560 0 0,39-63 3846 0 0</inkml:trace>
</inkml:ink>
</file>

<file path=ppt/ink/ink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2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20 244 0 0,'0'0'1070'0'0,"-6"-20"8200"0"0,1 33-9077 0 0,0 1 0 0 0,1-1 1 0 0,0 1-1 0 0,1 0 0 0 0,0 0 1 0 0,1 0-1 0 0,1 0 0 0 0,0 0 1 0 0,1 0-1 0 0,0 0 0 0 0,2 1 1 0 0,3 21-1 0 0,-4-34-175 0 0,-1 0-1 0 0,1-1 0 0 0,-1 1 1 0 0,1-1-1 0 0,0 1 0 0 0,0-1 1 0 0,-1 1-1 0 0,1-1 0 0 0,0 1 1 0 0,0-1-1 0 0,0 0 0 0 0,1 1 1 0 0,-1-1-1 0 0,0 0 1 0 0,0 0-1 0 0,1 0 0 0 0,-1 0 1 0 0,1 0-1 0 0,-1 0 0 0 0,1 0 1 0 0,-1 0-1 0 0,1-1 0 0 0,-1 1 1 0 0,1-1-1 0 0,0 1 1 0 0,-1-1-1 0 0,1 0 0 0 0,0 1 1 0 0,-1-1-1 0 0,1 0 0 0 0,0 0 1 0 0,-1 0-1 0 0,1 0 0 0 0,0-1 1 0 0,0 1-1 0 0,-1 0 0 0 0,1-1 1 0 0,0 1-1 0 0,-1-1 1 0 0,4-1-1 0 0,9-3 17 0 0,0-1 0 0 0,-1-1 0 0 0,24-15 0 0 0,-16 9 26 0 0,52-30 50 0 0,-48 27-65 0 0,1 0 1 0 0,0 2-1 0 0,1 1 1 0 0,1 1-1 0 0,50-14 1 0 0,-76 25-48 0 0,1 0 1 0 0,0 0-1 0 0,-1 1 0 0 0,1 0 1 0 0,0-1-1 0 0,-1 1 0 0 0,1 0 0 0 0,0 0 1 0 0,0 1-1 0 0,-1-1 0 0 0,1 0 1 0 0,0 1-1 0 0,-1 0 0 0 0,4 1 1 0 0,-5-2 1 0 0,-1 1 1 0 0,1-1 0 0 0,-1 1-1 0 0,1-1 1 0 0,-1 1 0 0 0,1 0-1 0 0,-1-1 1 0 0,1 1 0 0 0,-1 0 0 0 0,1-1-1 0 0,-1 1 1 0 0,0 0 0 0 0,1 0-1 0 0,-1 0 1 0 0,0-1 0 0 0,0 1-1 0 0,1 0 1 0 0,-1 0 0 0 0,0 0 0 0 0,0-1-1 0 0,0 1 1 0 0,0 0 0 0 0,0 0-1 0 0,0 0 1 0 0,0-1 0 0 0,-1 1-1 0 0,1 1 1 0 0,-2 4-1 0 0,0-1-1 0 0,0 0 0 0 0,-1 1 1 0 0,1-1-1 0 0,-1 0 1 0 0,-6 7-1 0 0,9-12 1 0 0,-4 5-176 0 0,-1 0-1 0 0,1 0 1 0 0,-1 0 0 0 0,0-1 0 0 0,-1 0-1 0 0,1 0 1 0 0,-1-1 0 0 0,-10 6-1 0 0,-14-3-6881 0 0,11-7 3833 0 0</inkml:trace>
</inkml:ink>
</file>

<file path=ppt/ink/ink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3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1 158 10485 0 0,'9'-46'-22'0'0,"-7"32"130"0"0,0 2 1 0 0,1-1-1 0 0,1 0 0 0 0,8-22 0 0 0,-11 34-114 0 0,0-1-1 0 0,-1 1 0 0 0,1-1 1 0 0,0 1-1 0 0,0 0 0 0 0,0-1 1 0 0,0 1-1 0 0,0 0 0 0 0,0 0 0 0 0,0 0 1 0 0,0 0-1 0 0,0 0 0 0 0,1 0 1 0 0,-1 0-1 0 0,0 0 0 0 0,1 0 1 0 0,-1 0-1 0 0,1 1 0 0 0,-1-1 1 0 0,1 1-1 0 0,-1-1 0 0 0,1 1 1 0 0,-1-1-1 0 0,1 1 0 0 0,-1 0 1 0 0,1 0-1 0 0,-1 0 0 0 0,1 0 0 0 0,3 0 1 0 0,1 2-509 0 0,-1 0-1 0 0,1 0 1 0 0,0 1 0 0 0,-1 0 0 0 0,1 0 0 0 0,7 5 0 0 0,2 2-2187 0 0,1-1 170 0 0</inkml:trace>
</inkml:ink>
</file>

<file path=ppt/ink/ink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3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1068 14217 0 0,'11'-1'-3'0'0,"1"1"0"0"0,-1-2 0 0 0,0 1 0 0 0,0-2 0 0 0,0 1 0 0 0,-1-2-1 0 0,1 1 1 0 0,-1-1 0 0 0,1-1 0 0 0,-1 0 0 0 0,10-7 0 0 0,-6 2-12 0 0,1-1 0 0 0,-2 0-1 0 0,0-1 1 0 0,0 0 0 0 0,-1-1 0 0 0,16-23 0 0 0,-12 12-8 0 0,0-1-1 0 0,-2 0 1 0 0,-1-2 0 0 0,-1 1-1 0 0,-1-2 1 0 0,-2 1 0 0 0,0-1-1 0 0,5-39 1 0 0,-10 31 4 0 0,-1 0 1 0 0,-2-1-1 0 0,-2 1 1 0 0,-1 0-1 0 0,-2-1 1 0 0,-1 1-1 0 0,-2 1 1 0 0,-2-1-1 0 0,-1 1 0 0 0,-22-50 1 0 0,21 61-6 0 0,-1 0 0 0 0,-1 1-1 0 0,-1 0 1 0 0,-1 1 0 0 0,-1 1 0 0 0,-34-34 0 0 0,50 54 20 0 0,-1 1 1 0 0,1-1 0 0 0,-1 1-1 0 0,1-1 1 0 0,-1 1 0 0 0,1-1-1 0 0,-1 1 1 0 0,0 0 0 0 0,1-1-1 0 0,-1 1 1 0 0,1 0 0 0 0,-1 0-1 0 0,0-1 1 0 0,1 1 0 0 0,-1 0-1 0 0,0 0 1 0 0,1 0 0 0 0,-1 0-1 0 0,0 0 1 0 0,1 0 0 0 0,-1 0-1 0 0,0 0 1 0 0,0 0 0 0 0,1 0-1 0 0,-1 1 1 0 0,0-1 0 0 0,1 0-1 0 0,-1 0 1 0 0,0 1 0 0 0,-16 17-25 0 0,-2 29 20 0 0,11-2 13 0 0,2 1 0 0 0,1 0 0 0 0,3 0 0 0 0,2 0 0 0 0,6 54 0 0 0,44 232 73 0 0,-41-285-67 0 0,7 33 38 0 0,3-1 1 0 0,35 88-1 0 0,-50-156-43 0 0,-4-8 2 0 0,1 0 0 0 0,0 0 0 0 0,0 0 0 0 0,0 0 0 0 0,0 0 0 0 0,1 0-1 0 0,-1 0 1 0 0,1 0 0 0 0,0-1 0 0 0,0 1 0 0 0,0-1 0 0 0,0 1 0 0 0,0-1 0 0 0,0 0 0 0 0,0 0-1 0 0,1 0 1 0 0,-1 0 0 0 0,1 0 0 0 0,5 2 0 0 0,-5-3 13 0 0,0-1 1 0 0,0 1 0 0 0,0-1-1 0 0,0 0 1 0 0,0 0-1 0 0,0 0 1 0 0,0-1-1 0 0,0 1 1 0 0,-1-1-1 0 0,1 1 1 0 0,0-1-1 0 0,0 0 1 0 0,0 0-1 0 0,-1 0 1 0 0,1-1-1 0 0,0 1 1 0 0,-1-1-1 0 0,4-2 1 0 0,49-40 129 0 0,-36 27-105 0 0,-17 16-45 0 0,53-37 108 0 0,-51 36-98 0 0,0 1-1 0 0,1-1 1 0 0,-1 1-1 0 0,0-1 1 0 0,1 1 0 0 0,-1 0-1 0 0,6 0 1 0 0,17 5 26 0 0,-19-1-35 0 0,0-1 1 0 0,0-1-1 0 0,1 0 0 0 0,13 1 1 0 0,15 2-4 0 0,-5 7 291 0 0,-1 0-1657 0 0,-14-8-6897 0 0</inkml:trace>
</inkml:ink>
</file>

<file path=ppt/ink/ink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4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1 123 656 0 0,'2'-44'5371'0'0,"12"-28"260"0"0,-14 70-5381 0 0,1 2-293 0 0,-1 0 0 0 0,0-1-1 0 0,0 1 1 0 0,1 0-1 0 0,-1-1 1 0 0,0 1-1 0 0,1 0 1 0 0,-1-1 0 0 0,1 1-1 0 0,-1 0 1 0 0,0 0-1 0 0,1 0 1 0 0,-1-1-1 0 0,1 1 1 0 0,-1 0 0 0 0,0 0-1 0 0,1 0 1 0 0,-1 0-1 0 0,1 0 1 0 0,-1 0-1 0 0,1 0 1 0 0,-1 0 0 0 0,1 0-1 0 0,-1 0 1 0 0,1 0-1 0 0,-1 0 1 0 0,0 0-1 0 0,1 0 1 0 0,-1 0 0 0 0,1 0-1 0 0,-1 1 1 0 0,1-1-1 0 0,-1 0 1 0 0,0 0 0 0 0,1 0-1 0 0,-1 1 1 0 0,0-1-1 0 0,1 0 1 0 0,-1 1-1 0 0,1-1 1 0 0,19 11-4686 0 0</inkml:trace>
</inkml:ink>
</file>

<file path=ppt/ink/ink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4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316 251 960 0 0,'0'0'933'0'0,"-36"-30"4536"0"0,35 29-5034 0 0,-45-18 2986 0 0,34 18-3223 0 0,-1 1-1 0 0,1 0 0 0 0,-1 1 0 0 0,1 1 0 0 0,-1 0 1 0 0,1 0-1 0 0,0 1 0 0 0,0 1 0 0 0,-17 7 1 0 0,23-8-175 0 0,0 0 0 0 0,1 1 1 0 0,-1 0-1 0 0,1 0 0 0 0,0 1 0 0 0,0-1 1 0 0,0 1-1 0 0,1 0 0 0 0,-1 1 1 0 0,-3 5-1 0 0,-10 11 0 0 0,17-20-20 0 0,-1 1 1 0 0,0-1 0 0 0,1 0-1 0 0,0 0 1 0 0,-1 1-1 0 0,1-1 1 0 0,0 1-1 0 0,0-1 1 0 0,0 1-1 0 0,1-1 1 0 0,-1 1 0 0 0,1-1-1 0 0,-1 1 1 0 0,1 0-1 0 0,0-1 1 0 0,0 1-1 0 0,0 0 1 0 0,0-1-1 0 0,1 1 1 0 0,-1 0-1 0 0,1-1 1 0 0,-1 1 0 0 0,1-1-1 0 0,0 1 1 0 0,0-1-1 0 0,0 1 1 0 0,0-1-1 0 0,1 1 1 0 0,-1-1-1 0 0,1 0 1 0 0,-1 0 0 0 0,1 0-1 0 0,0 0 1 0 0,0 0-1 0 0,0 0 1 0 0,0 0-1 0 0,0-1 1 0 0,0 1-1 0 0,0-1 1 0 0,1 1 0 0 0,-1-1-1 0 0,0 0 1 0 0,1 0-1 0 0,-1 0 1 0 0,1 0-1 0 0,0-1 1 0 0,-1 1-1 0 0,6 0 1 0 0,-2-1 5 0 0,1 0 1 0 0,0 0-1 0 0,-1-1 1 0 0,1 0-1 0 0,-1 0 1 0 0,1-1-1 0 0,-1 0 1 0 0,0 0-1 0 0,0 0 1 0 0,1-1-1 0 0,-2 0 1 0 0,1 0-1 0 0,0 0 1 0 0,0-1-1 0 0,7-7 1 0 0,-3 3-2 0 0,0-1 1 0 0,-1 0 0 0 0,-1-1 0 0 0,1 0 0 0 0,-1 0 0 0 0,12-23 0 0 0,-20 32-6 0 0,0 1 0 0 0,0-1 0 0 0,1 0 0 0 0,-1 0 0 0 0,0 0-1 0 0,1 0 1 0 0,-1 0 0 0 0,0 0 0 0 0,1 0 0 0 0,0 1 0 0 0,-1-1 0 0 0,1 0 0 0 0,-1 0 0 0 0,1 1 0 0 0,0-1 0 0 0,-1 0 0 0 0,1 1 0 0 0,0-1-1 0 0,0 1 1 0 0,0-1 0 0 0,-1 1 0 0 0,1-1 0 0 0,0 1 0 0 0,0 0 0 0 0,0-1 0 0 0,0 1 0 0 0,0 0 0 0 0,0-1 0 0 0,0 1 0 0 0,0 0 0 0 0,0 0-1 0 0,0 0 1 0 0,-1 0 0 0 0,1 0 0 0 0,0 0 0 0 0,0 0 0 0 0,0 1 0 0 0,0-1 0 0 0,0 0 0 0 0,0 0 0 0 0,0 1 0 0 0,0-1 0 0 0,0 1 0 0 0,0-1-1 0 0,-1 1 1 0 0,1-1 0 0 0,0 1 0 0 0,0-1 0 0 0,-1 1 0 0 0,1 0 0 0 0,0-1 0 0 0,-1 1 0 0 0,1 0 0 0 0,0-1 0 0 0,-1 1 0 0 0,1 0 0 0 0,-1 0-1 0 0,1 0 1 0 0,-1 0 0 0 0,1 1 0 0 0,4 8 91 0 0,1 0 0 0 0,-1 1 0 0 0,5 17 0 0 0,-9-24-87 0 0,12 36 87 0 0,-2 0 1 0 0,-2 1 0 0 0,-2 0 0 0 0,-2 0 0 0 0,1 49-1 0 0,-7-26-3 0 0,-2 0 0 0 0,-20 106 0 0 0,21-159-29 0 0,0 0-1 0 0,-1 0 1 0 0,0 0 0 0 0,-1 0-1 0 0,0-1 1 0 0,-1 1 0 0 0,0-1-1 0 0,0 0 1 0 0,-1 0-1 0 0,-12 14 1 0 0,17-23 344 0 0,-3-18-216 0 0,3 15-186 0 0,0 1 0 0 0,0-1 1 0 0,1 0-1 0 0,-1 1 0 0 0,1-1 0 0 0,0 0 1 0 0,-1 1-1 0 0,1-1 0 0 0,0 0 0 0 0,0 1 1 0 0,0-1-1 0 0,0 0 0 0 0,0-2 1 0 0,12-48 73 0 0,2 0 1 0 0,2 0-1 0 0,2 2 1 0 0,32-63-1 0 0,-7 14-13 0 0,136-285-30 0 0,-108 209 213 0 0,-67 165-185 0 0,-4 8-56 0 0,0 0 0 0 0,0 1 1 0 0,1-1-1 0 0,-1 1 0 0 0,1-1 0 0 0,0 1 0 0 0,-1-1 1 0 0,1 1-1 0 0,0-1 0 0 0,0 1 0 0 0,0 0 0 0 0,0 0 0 0 0,0-1 1 0 0,0 1-1 0 0,0 0 0 0 0,0 0 0 0 0,1 0 0 0 0,0-1 1 0 0,0 2 7 0 0,14 91 400 0 0,-12-65-303 0 0,2-1-1 0 0,0 0 1 0 0,1 0-1 0 0,16 34 1 0 0,-18-49-34 0 0,0 1 0 0 0,1-1-1 0 0,0 0 1 0 0,0-1 0 0 0,1 1 0 0 0,0-1 0 0 0,1-1 0 0 0,0 1-1 0 0,0-1 1 0 0,1-1 0 0 0,0 0 0 0 0,11 8 0 0 0,-16-14-26 0 0,0 1 0 0 0,0-1 0 0 0,0 1 0 0 0,1-1 0 0 0,-1 0 0 0 0,0-1 1 0 0,0 1-1 0 0,1-1 0 0 0,-1 0 0 0 0,0 0 0 0 0,0 0 0 0 0,1 0 0 0 0,-1-1 0 0 0,0 0 0 0 0,0 0 0 0 0,1 0 1 0 0,-1 0-1 0 0,0 0 0 0 0,7-5 0 0 0,32-19-2613 0 0,-8-4-8133 0 0,-26 21 6577 0 0</inkml:trace>
</inkml:ink>
</file>

<file path=ppt/ink/ink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7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225 189 604 0 0,'2'-13'1135'0'0,"0"1"0"0"0,-2-1 0 0 0,1 0 0 0 0,-2 0 0 0 0,-2-23 0 0 0,2 31-934 0 0,0-1-1 0 0,-1 0 1 0 0,1 1 0 0 0,-1-1-1 0 0,0 1 1 0 0,0 0 0 0 0,-1-1-1 0 0,0 1 1 0 0,0 0 0 0 0,0 1 0 0 0,0-1-1 0 0,-1 0 1 0 0,1 1 0 0 0,-7-6-1 0 0,4 8-136 0 0,1 1-1 0 0,-1 0 1 0 0,1 0-1 0 0,-1 0 1 0 0,1 1 0 0 0,-1-1-1 0 0,1 1 1 0 0,-1 1-1 0 0,-10 1 1 0 0,10-1-43 0 0,-1 0 0 0 0,1 1 0 0 0,0 0 0 0 0,0 1-1 0 0,0-1 1 0 0,0 1 0 0 0,0 0 0 0 0,0 1 0 0 0,0-1 0 0 0,1 1 0 0 0,0 0 0 0 0,0 1 0 0 0,0-1 0 0 0,0 1 0 0 0,1 0 0 0 0,-6 7 0 0 0,8-8-14 0 0,0-1 0 0 0,0 1 0 0 0,0-1 0 0 0,1 1 0 0 0,-1 0-1 0 0,1 0 1 0 0,0 0 0 0 0,0-1 0 0 0,0 1 0 0 0,0 0 0 0 0,1 0 0 0 0,-1 0 0 0 0,1 0 0 0 0,0 1 0 0 0,0-1 0 0 0,1 0 0 0 0,-1 0 0 0 0,1 0-1 0 0,0-1 1 0 0,0 1 0 0 0,0 0 0 0 0,1 0 0 0 0,-1 0 0 0 0,1-1 0 0 0,0 1 0 0 0,0-1 0 0 0,5 7 0 0 0,-5-7-2 0 0,0-1 1 0 0,-1 1 0 0 0,2 0 0 0 0,-1-1-1 0 0,0 1 1 0 0,0-1 0 0 0,1 0-1 0 0,-1 0 1 0 0,1 0 0 0 0,0 0-1 0 0,0 0 1 0 0,0 0 0 0 0,0-1 0 0 0,0 0-1 0 0,0 1 1 0 0,0-1 0 0 0,0 0-1 0 0,0 0 1 0 0,1-1 0 0 0,-1 1-1 0 0,0-1 1 0 0,1 0 0 0 0,-1 0 0 0 0,0 0-1 0 0,1 0 1 0 0,-1 0 0 0 0,0-1-1 0 0,0 1 1 0 0,1-1 0 0 0,-1 0-1 0 0,0 0 1 0 0,0 0 0 0 0,0 0 0 0 0,0-1-1 0 0,0 1 1 0 0,0-1 0 0 0,4-3-1 0 0,141-110 56 0 0,-120 92-58 0 0,-20 17-5 0 0,0 0 0 0 0,-1 1 0 0 0,2 0 0 0 0,-1 0 0 0 0,1 1 0 0 0,-1 0-1 0 0,1 1 1 0 0,0 0 0 0 0,1 0 0 0 0,-1 1 0 0 0,0 0 0 0 0,1 0 0 0 0,-1 1-1 0 0,1 1 1 0 0,0-1 0 0 0,-1 2 0 0 0,1-1 0 0 0,-1 1 0 0 0,1 1 0 0 0,-1 0 0 0 0,0 0-1 0 0,1 0 1 0 0,8 5 0 0 0,45 30 416 0 0,-61-36-331 0 0,10-2 27 0 0,1 0-1 0 0,-1 0 0 0 0,19-5 0 0 0,-30 5-115 0 0,89-12-705 0 0,-21 5-6261 0 0,-50 5 4112 0 0</inkml:trace>
</inkml:ink>
</file>

<file path=ppt/ink/ink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8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155 244 12393 0 0,'0'0'9'0'0,"3"-10"-1"0"0,-3 10-14 0 0,1 0 0 0 0,-1 1 0 0 0,0-1 0 0 0,0 0 0 0 0,0 0 0 0 0,0 0 0 0 0,0 0 0 0 0,0 0 0 0 0,0 0 0 0 0,0 0 0 0 0,0 0 0 0 0,1 0 0 0 0,-1 0 0 0 0,0 0 0 0 0,0 0 0 0 0,0 0 0 0 0,0 0 0 0 0,0 0 0 0 0,0 0 0 0 0,-2 27 10 0 0,2 1 0 0 0,0 0 0 0 0,9 52-1 0 0,24 91 41 0 0,-25-132-27 0 0,-7-38-15 0 0,-1 0 0 0 0,0 0 0 0 0,1 0 1 0 0,-1-1-1 0 0,0 1 0 0 0,0 0 0 0 0,1 0 0 0 0,-1 0 1 0 0,0 0-1 0 0,0 0 0 0 0,0-1 0 0 0,0 1 0 0 0,0 0 1 0 0,0 0-1 0 0,0 0 0 0 0,-1 0 0 0 0,1 0 0 0 0,0 0 1 0 0,0-1-1 0 0,-1 1 0 0 0,1 0 0 0 0,0 0 0 0 0,-1 0 1 0 0,1-1-1 0 0,-1 1 0 0 0,0 1 0 0 0,0-2 1 0 0,0 0-1 0 0,0 0 1 0 0,0 0-1 0 0,0 0 1 0 0,0-1-1 0 0,0 1 1 0 0,0 0-1 0 0,0 0 1 0 0,0-1-1 0 0,0 1 1 0 0,0 0-1 0 0,0-1 1 0 0,0 1-1 0 0,0-1 1 0 0,0 0-1 0 0,0 1 1 0 0,1-1 0 0 0,-2 0-1 0 0,-36-38 30 0 0,16 7-14 0 0,1 0 1 0 0,2-2-1 0 0,1-1 0 0 0,2 0 0 0 0,1-1 0 0 0,-16-60 0 0 0,29 84 24 0 0,0 1-1 0 0,1-1 0 0 0,0 0 1 0 0,0 0-1 0 0,2 0 0 0 0,-1 0 1 0 0,1 0-1 0 0,1 0 0 0 0,0 1 1 0 0,8-23-1 0 0,-8 27-27 0 0,1 0 0 0 0,1 0 0 0 0,-1 0-1 0 0,1 0 1 0 0,0 1 0 0 0,1-1 0 0 0,-1 1 0 0 0,1 0 0 0 0,0 1 0 0 0,1-1 0 0 0,0 1-1 0 0,-1 0 1 0 0,2 1 0 0 0,-1-1 0 0 0,0 1 0 0 0,1 0 0 0 0,13-5 0 0 0,1 2-4 0 0,0 2 0 0 0,1 0 0 0 0,0 1 1 0 0,-1 1-1 0 0,1 1 0 0 0,0 2 1 0 0,0 0-1 0 0,0 1 0 0 0,0 1 1 0 0,-1 1-1 0 0,1 0 0 0 0,-1 2 1 0 0,1 1-1 0 0,-1 1 0 0 0,-1 0 1 0 0,38 20-1 0 0,-33-14-1 0 0,-1 1 0 0 0,0 1 1 0 0,-1 1-1 0 0,-1 0 0 0 0,-1 2 1 0 0,0 1-1 0 0,-1 0 0 0 0,-2 2 0 0 0,0 0 1 0 0,0 1-1 0 0,-2 1 0 0 0,25 47 1 0 0,-36-60-8 0 0,-1 0 0 0 0,0 0-1 0 0,-1 1 1 0 0,0-1 0 0 0,-1 1 0 0 0,0-1 0 0 0,0 1 0 0 0,-1 0 0 0 0,0 0 0 0 0,-1 0 0 0 0,-1 0 0 0 0,0-1 0 0 0,0 1 0 0 0,-1 0 0 0 0,0-1 0 0 0,-4 13 0 0 0,1-11 1 0 0,-1 0 1 0 0,0-1-1 0 0,0 1 0 0 0,-1-1 1 0 0,0-1-1 0 0,-1 1 0 0 0,-1-1 1 0 0,1-1-1 0 0,-1 0 0 0 0,-1 0 1 0 0,0 0-1 0 0,0-1 0 0 0,-13 7 1 0 0,-12 6 25 0 0,0-2 1 0 0,-2-2 0 0 0,0-1-1 0 0,0-1 1 0 0,-62 14 0 0 0,46-17 66 0 0,-1-3 1 0 0,0-2 0 0 0,-83 1-1 0 0,126-8-91 0 0,0 0-1 0 0,0-1 0 0 0,0 0 0 0 0,0 0 1 0 0,0-1-1 0 0,0-1 0 0 0,1 0 1 0 0,-12-5-1 0 0,21 8-41 0 0,1-1-1 0 0,-1 0 1 0 0,1 1 0 0 0,0-1-1 0 0,-1 0 1 0 0,1 1 0 0 0,-1-1-1 0 0,1 0 1 0 0,0 0 0 0 0,0 1-1 0 0,-1-1 1 0 0,1 0 0 0 0,0 0-1 0 0,0 1 1 0 0,0-1 0 0 0,0 0-1 0 0,0 0 1 0 0,0 0 0 0 0,0 1-1 0 0,0-1 1 0 0,0 0-1 0 0,1 0 1 0 0,-1 1 0 0 0,0-1-1 0 0,0 0 1 0 0,1 0 0 0 0,-1 1-1 0 0,0-1 1 0 0,1 0 0 0 0,-1 1-1 0 0,1-1 1 0 0,-1 0 0 0 0,1 1-1 0 0,-1-1 1 0 0,1 1 0 0 0,-1-1-1 0 0,1 1 1 0 0,0-1 0 0 0,0 0 20 0 0,6-8-873 0 0,1 2 0 0 0,-1-1 0 0 0,2 1 0 0 0,-1 0 0 0 0,17-10 0 0 0,-13 9-1015 0 0,19-12-1245 0 0</inkml:trace>
</inkml:ink>
</file>

<file path=ppt/ink/ink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8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 9961 0 0,'0'0'259'0'0,"-3"3"-296"0"0,-2 2 26 0 0,-35 40-3 0 0,37-42 17 0 0,0 0 0 0 0,1 1 0 0 0,0-1 0 0 0,0 1-1 0 0,0 0 1 0 0,0 0 0 0 0,0 0 0 0 0,1 0 0 0 0,0 0-1 0 0,0 0 1 0 0,0 0 0 0 0,-1 5 0 0 0,3-6 2 0 0,-1 1 1 0 0,0-1-1 0 0,1 0 0 0 0,-1 0 0 0 0,1 0 1 0 0,0 0-1 0 0,0 0 0 0 0,0 0 1 0 0,0 0-1 0 0,1 0 0 0 0,-1 0 1 0 0,1 0-1 0 0,0-1 0 0 0,0 1 1 0 0,0-1-1 0 0,0 1 0 0 0,0-1 0 0 0,0 0 1 0 0,1 0-1 0 0,-1 0 0 0 0,1 0 1 0 0,-1 0-1 0 0,1-1 0 0 0,0 1 1 0 0,0-1-1 0 0,0 1 0 0 0,0-1 1 0 0,0 0-1 0 0,0 0 0 0 0,0-1 0 0 0,6 2 1 0 0,2 0 53 0 0,1-1 0 0 0,-1 0 0 0 0,1-1 1 0 0,0 0-1 0 0,-1 0 0 0 0,1-1 0 0 0,14-4 0 0 0,-23 5-11 0 0,1-1-1 0 0,0 0 0 0 0,-1 0 1 0 0,1 0-1 0 0,-1-1 0 0 0,1 1 1 0 0,-1-1-1 0 0,0 0 0 0 0,0 0 1 0 0,0 0-1 0 0,0 0 1 0 0,0-1-1 0 0,0 1 0 0 0,0-1 1 0 0,-1 0-1 0 0,1 1 0 0 0,-1-1 1 0 0,0 0-1 0 0,0-1 0 0 0,0 1 1 0 0,0 0-1 0 0,0-1 0 0 0,-1 1 1 0 0,0-1-1 0 0,2-6 0 0 0,-2 6-6 0 0,-1 0 0 0 0,0-1 0 0 0,0 1-1 0 0,0 0 1 0 0,-1 0 0 0 0,1 0 0 0 0,-1 0-1 0 0,0 0 1 0 0,0 0 0 0 0,-1 0 0 0 0,1 0-1 0 0,-1 0 1 0 0,0 1 0 0 0,0-1 0 0 0,0 0-1 0 0,0 1 1 0 0,-1 0 0 0 0,1-1-1 0 0,-1 1 1 0 0,0 0 0 0 0,0 0 0 0 0,0 1-1 0 0,-6-5 1 0 0,6 5-24 0 0,0-1 0 0 0,-1 1-1 0 0,1 0 1 0 0,-1 0 0 0 0,1 0-1 0 0,-1 0 1 0 0,0 1 0 0 0,0-1 0 0 0,0 1-1 0 0,0 0 1 0 0,0 0 0 0 0,0 1-1 0 0,0-1 1 0 0,0 1 0 0 0,0 0-1 0 0,0 0 1 0 0,-7 1 0 0 0,11-1-85 0 0,-1 0 0 0 0,0 0 0 0 0,1 1 0 0 0,-1-1 0 0 0,1 0 0 0 0,-1 0-1 0 0,1 1 1 0 0,-1-1 0 0 0,1 0 0 0 0,-1 1 0 0 0,1-1 0 0 0,-1 1 0 0 0,1-1 0 0 0,0 1 0 0 0,-1-1 0 0 0,1 1 0 0 0,-1-1 0 0 0,1 1 0 0 0,0-1 0 0 0,0 1 0 0 0,-1-1-1 0 0,1 1 1 0 0,0 0 0 0 0,0-1 0 0 0,0 1 0 0 0,0-1 0 0 0,-1 1 0 0 0,1 0 0 0 0,0-1 0 0 0,0 1 0 0 0,0 0 0 0 0,0-1 0 0 0,1 1 0 0 0,-1 1 0 0 0,5 15-5641 0 0</inkml:trace>
</inkml:ink>
</file>

<file path=ppt/ink/ink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9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54 408 0 0,'0'0'813'0'0,"14"-30"8526"0"0,-11 29-9290 0 0,1 0 1 0 0,-1 0-1 0 0,1 1 0 0 0,0-1 0 0 0,-1 1 0 0 0,1 0 0 0 0,0 0 0 0 0,-1 0 0 0 0,1 1 0 0 0,-1-1 0 0 0,1 1 1 0 0,0 0-1 0 0,-1 0 0 0 0,1 0 0 0 0,-1 0 0 0 0,0 1 0 0 0,1-1 0 0 0,-1 1 0 0 0,0 0 0 0 0,0 0 0 0 0,0 0 1 0 0,0 0-1 0 0,0 1 0 0 0,-1-1 0 0 0,1 1 0 0 0,-1-1 0 0 0,0 1 0 0 0,5 6 0 0 0,-5-4-35 0 0,1 0 1 0 0,-1-1-1 0 0,0 1 0 0 0,0 0 0 0 0,-1 0 0 0 0,1 1 0 0 0,-1-1 1 0 0,0 0-1 0 0,-1 0 0 0 0,1 1 0 0 0,-1-1 0 0 0,0 0 1 0 0,-1 1-1 0 0,1-1 0 0 0,-1 0 0 0 0,0 0 0 0 0,0 1 0 0 0,0-1 1 0 0,-4 7-1 0 0,-14 13 211 0 0,12-17-90 0 0,6-7-11 0 0,1-2-110 0 0,0 1-1 0 0,0 0 1 0 0,0 0 0 0 0,0 0-1 0 0,0 0 1 0 0,0-1 0 0 0,0 1-1 0 0,0 0 1 0 0,0 0 0 0 0,0 0 0 0 0,0 0-1 0 0,0 0 1 0 0,0-1 0 0 0,0 1-1 0 0,0 0 1 0 0,-1 0 0 0 0,1 0-1 0 0,0 0 1 0 0,0 0 0 0 0,0-1-1 0 0,0 1 1 0 0,0 0 0 0 0,0 0 0 0 0,0 0-1 0 0,-1 0 1 0 0,1 0 0 0 0,0 0-1 0 0,0 0 1 0 0,0 0 0 0 0,0-1-1 0 0,0 1 1 0 0,-1 0 0 0 0,1 0 0 0 0,0 0-1 0 0,0 0 1 0 0,0 0 0 0 0,0 0-1 0 0,-1 0 1 0 0,1 0 0 0 0,0 0-1 0 0,0 0 1 0 0,0 0 0 0 0,0 0-1 0 0,-1 0 1 0 0,1 0 0 0 0,0 0 0 0 0,0 0-1 0 0,0 0 1 0 0,0 0 0 0 0,0 1-1 0 0,-1-1 1 0 0,1 0 0 0 0,0 0-1 0 0,0 0 1 0 0,0 0 0 0 0,0 0 0 0 0,0 0-1 0 0,-1 0 1 0 0,1 0 0 0 0,0 1-1 0 0,0-1 1 0 0,0 0 0 0 0,0 0-1 0 0,0 0 1 0 0,0 0 0 0 0,0 0 0 0 0,0 1-1 0 0,4-11 10 0 0,0 1 0 0 0,1 0-1 0 0,1 0 1 0 0,-1 1 0 0 0,1-1-1 0 0,1 1 1 0 0,0 1 0 0 0,0-1-1 0 0,0 1 1 0 0,11-8 0 0 0,1 0 15 0 0,0 0 0 0 0,1 2 0 0 0,34-18 0 0 0,-48 28-34 0 0,0 0 0 0 0,1 0 0 0 0,-1 1-1 0 0,1 0 1 0 0,0 0 0 0 0,0 0 0 0 0,-1 1-1 0 0,10-1 1 0 0,-12 3-6 0 0,-1-1 0 0 0,1 0 1 0 0,0 1-1 0 0,0 0 0 0 0,-1 0 0 0 0,1 0 0 0 0,-1 0 0 0 0,1 1 0 0 0,-1-1 0 0 0,1 1 0 0 0,-1 0 0 0 0,0 0 0 0 0,0 0 0 0 0,0 0 0 0 0,0 1 1 0 0,4 3-1 0 0,6 15-13 0 0,-12-19 22 0 0,0 1 0 0 0,0-1-1 0 0,1 0 1 0 0,-1 1 0 0 0,1-1 0 0 0,-1 0 0 0 0,1 0-1 0 0,0 0 1 0 0,0 0 0 0 0,-1 0 0 0 0,2 0 0 0 0,-1-1-1 0 0,0 1 1 0 0,3 1 0 0 0,0-5-1 0 0,1-1 1 0 0,-1 1-1 0 0,0-1 1 0 0,0 0 0 0 0,0 0-1 0 0,0-1 1 0 0,0 0-1 0 0,-1 0 1 0 0,5-4-1 0 0,8-7 16 0 0,-5 6-17 0 0,-6 5-5 0 0,-1-1 0 0 0,1 2 0 0 0,0-1 1 0 0,0 0-1 0 0,1 1 0 0 0,12-4 0 0 0,-17 6-8 0 0,1 2 2 0 0,0 0 4 0 0,0 0 1 0 0,-1 0 0 0 0,1 1 0 0 0,0-1-1 0 0,-1 1 1 0 0,0-1 0 0 0,1 1 0 0 0,-1 0 0 0 0,0 0-1 0 0,0 0 1 0 0,0 0 0 0 0,0 0 0 0 0,0 0-1 0 0,0 0 1 0 0,-1 1 0 0 0,1-1 0 0 0,-1 1-1 0 0,3 5 1 0 0,0-1 2 0 0,1 1-1 0 0,-1-1 0 0 0,1 0 1 0 0,1 0-1 0 0,6 7 0 0 0,-10-12-6 0 0,1 0 0 0 0,-1 0 0 0 0,1 0 0 0 0,0 0 0 0 0,-1 0 0 0 0,1-1 0 0 0,0 1 0 0 0,0-1 0 0 0,0 0 0 0 0,0 0 0 0 0,1 0 0 0 0,-1 0 0 0 0,0 0-1 0 0,0-1 1 0 0,0 1 0 0 0,1-1 0 0 0,-1 0 0 0 0,0 0 0 0 0,6-1 0 0 0,1 0-51 0 0,0-2 0 0 0,-1 1 0 0 0,1-1-1 0 0,13-6 1 0 0,-10 3 7 0 0,1 0 16 0 0,0 0 1 0 0,0-1-1 0 0,0-1 1 0 0,20-16-1 0 0,-33 23 43 0 0,0 1 2 0 0,-1 0 0 0 0,1-1-1 0 0,0 1 1 0 0,0-1 0 0 0,-1 1 0 0 0,1-1-1 0 0,-1 1 1 0 0,1-1 0 0 0,0 1 0 0 0,-1-1-1 0 0,1 1 1 0 0,-1-1 0 0 0,0 0 0 0 0,1 1-1 0 0,-1-1 1 0 0,1 0 0 0 0,-1 0-1 0 0,0 1 1 0 0,1-1 0 0 0,-1 0 0 0 0,0 0-1 0 0,0 1 1 0 0,0-1 0 0 0,0 0 0 0 0,0 0-1 0 0,0 1 1 0 0,0-3 0 0 0,1-14 2274 0 0,-7 35-2375 0 0,1 0 0 0 0,1 1 0 0 0,0 0 0 0 0,2 0-1 0 0,0 0 1 0 0,1 19 0 0 0,1-36-465 0 0,1 1-106 0 0,-11 12-7494 0 0</inkml:trace>
</inkml:ink>
</file>

<file path=ppt/ink/ink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19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57 572 0 0,'-5'-55'7085'0'0,"5"53"-5735"0"0,0 9-3053 0 0,-1 37-1917 0 0</inkml:trace>
</inkml:ink>
</file>

<file path=ppt/ink/ink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21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42 404 0 0,'24'-27'4664'0'0,"-22"25"-4522"0"0,-1 1-1 0 0,1 0 0 0 0,0-1 0 0 0,-1 1 1 0 0,1 0-1 0 0,0 0 0 0 0,0 0 0 0 0,0 0 0 0 0,0 1 1 0 0,0-1-1 0 0,0 0 0 0 0,0 1 0 0 0,0 0 1 0 0,0-1-1 0 0,0 1 0 0 0,0 0 0 0 0,1 0 1 0 0,-1 0-1 0 0,0 0 0 0 0,0 0 0 0 0,0 1 0 0 0,0-1 1 0 0,0 1-1 0 0,0-1 0 0 0,0 1 0 0 0,0 0 1 0 0,0 0-1 0 0,0 0 0 0 0,2 1 0 0 0,-1 1-54 0 0,1-1-1 0 0,-1 1 1 0 0,0 0-1 0 0,0 1 1 0 0,0-1 0 0 0,0 0-1 0 0,-1 1 1 0 0,1 0-1 0 0,-1-1 1 0 0,0 1-1 0 0,0 0 1 0 0,0 0 0 0 0,-1 0-1 0 0,3 7 1 0 0,-2-6-36 0 0,0 0 0 0 0,-1 1 0 0 0,1 0 1 0 0,-1-1-1 0 0,0 1 0 0 0,0 0 0 0 0,-1 0 0 0 0,1-1 1 0 0,-1 1-1 0 0,-1 0 0 0 0,1 0 0 0 0,-1-1 1 0 0,0 1-1 0 0,0 0 0 0 0,-1-1 0 0 0,-2 8 0 0 0,8-24 863 0 0,16-16-904 0 0,-12 19 17 0 0,2 0 0 0 0,-1 0-1 0 0,1 1 1 0 0,1 0-1 0 0,-1 0 1 0 0,1 2 0 0 0,22-10-1 0 0,-31 15-25 0 0,0-1-1 0 0,0 1 0 0 0,0 0 1 0 0,0-1-1 0 0,0 1 0 0 0,0 0 1 0 0,0 0-1 0 0,0 1 0 0 0,-1-1 1 0 0,1 0-1 0 0,0 0 1 0 0,0 1-1 0 0,0 0 0 0 0,0-1 1 0 0,0 1-1 0 0,-1 0 0 0 0,1 0 1 0 0,0 0-1 0 0,-1 0 0 0 0,1 0 1 0 0,-1 0-1 0 0,1 0 1 0 0,-1 0-1 0 0,1 1 0 0 0,-1-1 1 0 0,0 1-1 0 0,0-1 0 0 0,1 1 1 0 0,-1-1-1 0 0,0 1 0 0 0,-1 0 1 0 0,1 0-1 0 0,0-1 1 0 0,0 1-1 0 0,-1 0 0 0 0,1 0 1 0 0,0 3-1 0 0,1 5-12 0 0,0 0-1 0 0,0 0 1 0 0,-1 1-1 0 0,0 15 1 0 0,-1-24 1 0 0,6 34-1492 0 0,7-20-5280 0 0</inkml:trace>
</inkml:ink>
</file>

<file path=ppt/ink/ink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22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38 168 0 0,'0'0'1483'0'0,"3"-7"-336"0"0,-2 2 2024 0 0,-1 4-3007 0 0,0-1 0 0 0,0 1 0 0 0,0 0 0 0 0,-1 0 1 0 0,1 0-1 0 0,0 0 0 0 0,0 0 0 0 0,-1 0 1 0 0,1 0-1 0 0,-1 0 0 0 0,1 0 0 0 0,-1 0 1 0 0,1 0-1 0 0,-1 0 0 0 0,0 0 0 0 0,1 1 1 0 0,-1-1-1 0 0,0 0 0 0 0,0 0 0 0 0,1 1 1 0 0,-1-1-1 0 0,0 0 0 0 0,0 1 0 0 0,0-1 1 0 0,0 1-1 0 0,0-1 0 0 0,0 1 0 0 0,0-1 0 0 0,-2 1 1 0 0,1 0-104 0 0,-1 0 1 0 0,0 0-1 0 0,0 1 1 0 0,1-1 0 0 0,-1 1-1 0 0,0 0 1 0 0,1 0-1 0 0,-1 0 1 0 0,0 0 0 0 0,1 0-1 0 0,-1 0 1 0 0,-3 4-1 0 0,-3 1 66 0 0,0 0 0 0 0,1 1-1 0 0,0 0 1 0 0,0 1-1 0 0,1 0 1 0 0,0 0 0 0 0,-9 14-1 0 0,15-21-81 0 0,1 0-39 0 0,0-1 0 0 0,0 1 0 0 0,0-1 0 0 0,0 1 0 0 0,0 0 0 0 0,0-1 0 0 0,0 1 1 0 0,1 0-1 0 0,-1-1 0 0 0,0 1 0 0 0,0-1 0 0 0,1 1 0 0 0,-1 0 0 0 0,0-1 0 0 0,1 1 0 0 0,-1-1 0 0 0,0 1 1 0 0,1-1-1 0 0,-1 1 0 0 0,1-1 0 0 0,-1 1 0 0 0,1-1 0 0 0,-1 0 0 0 0,1 1 0 0 0,-1-1 0 0 0,1 0 0 0 0,-1 1 0 0 0,1-1 1 0 0,-1 0-1 0 0,1 0 0 0 0,0 1 0 0 0,-1-1 0 0 0,1 0 0 0 0,-1 0 0 0 0,1 0 0 0 0,0 0 0 0 0,-1 0 0 0 0,1 0 0 0 0,0 0 1 0 0,-1 0-1 0 0,1 0 0 0 0,0 0 0 0 0,36-10 59 0 0,-20 5-20 0 0,-17 5-45 0 0,5-2-3 0 0,0 1-1 0 0,1 0 1 0 0,-1 0 0 0 0,1 0-1 0 0,-1 1 1 0 0,1 0 0 0 0,-1 0 0 0 0,1 0-1 0 0,-1 1 1 0 0,1 0 0 0 0,-1 0-1 0 0,0 0 1 0 0,8 3 0 0 0,-7-1 12 0 0,0 0 0 0 0,0 0 0 0 0,0-1 0 0 0,0 0 0 0 0,1-1 0 0 0,-1 1 0 0 0,13 0 0 0 0,-17-2-2 0 0,49-16 22 0 0,-33 5-43 0 0,-2 1 28 0 0,1 0 0 0 0,27-25 1 0 0,-41 33-19 0 0,7-3 0 0 0,-5 4 2 0 0,14 0 2 0 0,-18 1 0 0 0,0 0 1 0 0,0 0-1 0 0,0 0 0 0 0,0 0 0 0 0,0 1 0 0 0,0-1 0 0 0,0 0 1 0 0,0 1-1 0 0,0-1 0 0 0,0 0 0 0 0,0 1 0 0 0,0-1 1 0 0,0 1-1 0 0,0 0 0 0 0,0-1 0 0 0,0 1 0 0 0,0 0 1 0 0,0-1-1 0 0,-1 1 0 0 0,1 0 0 0 0,0 0 0 0 0,0 0 0 0 0,-1 0 1 0 0,1 0-1 0 0,-1 0 0 0 0,1 0 0 0 0,-1 0 0 0 0,1 0 1 0 0,-1 1-1 0 0,2 1 4 0 0,-1 0 1 0 0,1-1 0 0 0,0 1 0 0 0,0 0-1 0 0,0-1 1 0 0,0 1 0 0 0,0-1-1 0 0,0 0 1 0 0,1 0 0 0 0,-1 0 0 0 0,4 2-1 0 0,-1-2 17 0 0,0 0-1 0 0,1-1 1 0 0,-1 0 0 0 0,0-1-1 0 0,0 1 1 0 0,1-1 0 0 0,-1 0-1 0 0,0 0 1 0 0,1 0 0 0 0,-1-1-1 0 0,0 0 1 0 0,0 0-1 0 0,0 0 1 0 0,7-3 0 0 0,18-2 269 0 0,-3-3 212 0 0,-25 9-551 0 0,-1-1 0 0 0,0 0 0 0 0,0 1 1 0 0,1-1-1 0 0,-1 0 0 0 0,1 1 0 0 0,-1 0 0 0 0,0-1 0 0 0,1 1 0 0 0,-1 0 0 0 0,1 0 0 0 0,-1 0 1 0 0,1 0-1 0 0,-1 0 0 0 0,1 0 0 0 0,-1 0 0 0 0,1 0 0 0 0,-1 1 0 0 0,0-1 0 0 0,1 1 0 0 0,-1-1 0 0 0,3 2 1 0 0,19 2-5633 0 0,-20-4 3566 0 0,8 0-952 0 0</inkml:trace>
</inkml:ink>
</file>

<file path=ppt/ink/ink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23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13 456 0 0,'0'0'3728'0'0,"-4"-1"-2856"0"0,1 0-642 0 0,0 1 1 0 0,0 0-1 0 0,0 0 0 0 0,0 0 1 0 0,0 0-1 0 0,0 0 1 0 0,0 1-1 0 0,0-1 1 0 0,0 1-1 0 0,0 0 0 0 0,0 0 1 0 0,0 0-1 0 0,0 0 1 0 0,1 0-1 0 0,-1 1 0 0 0,0-1 1 0 0,1 1-1 0 0,-1 0 1 0 0,1 0-1 0 0,0 0 1 0 0,-1 0-1 0 0,1 0 0 0 0,0 0 1 0 0,0 1-1 0 0,0-1 1 0 0,-1 3-1 0 0,2-3 69 0 0,13 27 674 0 0,-10-27-921 0 0,1 0 0 0 0,0 0-1 0 0,0 0 1 0 0,1 0 0 0 0,-1 0-1 0 0,0-1 1 0 0,1 1 0 0 0,-1-1-1 0 0,1 0 1 0 0,-1 0 0 0 0,1 0 0 0 0,-1-1-1 0 0,1 1 1 0 0,6-1 0 0 0,56-3 256 0 0,-54 2-232 0 0,8-1 1 0 0,0-1-1 0 0,35-10 1 0 0,-46 11 107 0 0,0-1 1 0 0,-1-1-1 0 0,1 1 1 0 0,-1-2 0 0 0,0 1-1 0 0,0-1 1 0 0,0 0-1 0 0,9-8 1 0 0,11-17 5489 0 0,-29 36-5780 0 0,1-4-6 0 0,0 0-1 0 0,0 0 1 0 0,1 0-1 0 0,-1 0 1 0 0,0 0-1 0 0,1 0 1 0 0,-1 0-1 0 0,1 0 1 0 0,-1 0 0 0 0,1 0-1 0 0,0 0 1 0 0,0-1-1 0 0,0 1 1 0 0,0 0-1 0 0,0 0 1 0 0,1-1 0 0 0,1 3-1 0 0,0-1-476 0 0,0-1 0 0 0,0 0 0 0 0,0 1 1 0 0,0-1-1 0 0,1 0 0 0 0,-1-1 0 0 0,1 1 0 0 0,-1-1 0 0 0,1 1 0 0 0,6 0 0 0 0,7 2-4202 0 0,1 0 364 0 0</inkml:trace>
</inkml:ink>
</file>

<file path=ppt/ink/ink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23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1012 0 0,'6'-1'1111'0'0,"1"1"0"0"0,-1-1 0 0 0,1-1 1 0 0,-1 1-1 0 0,1-1 0 0 0,-1 0 0 0 0,0-1 0 0 0,0 1 0 0 0,0-1 0 0 0,10-6 1 0 0,-13 7 681 0 0,1-3-919 0 0,-9 3-3088 0 0,-1 2 1515 0 0,-4 1-326 0 0,-6-1-4012 0 0,-11 2 1142 0 0</inkml:trace>
</inkml:ink>
</file>

<file path=ppt/ink/ink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29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82 100 0 0,'1'-2'278'0'0,"0"-1"0"0"0,0 1 0 0 0,0 0 0 0 0,-1-1 0 0 0,1 1 0 0 0,-1 0 0 0 0,1-1 0 0 0,-1 1-1 0 0,0-1 1 0 0,0 1 0 0 0,0-1 0 0 0,-1 1 0 0 0,1-1 0 0 0,0 1 0 0 0,-1 0 0 0 0,0-1 0 0 0,1 1 0 0 0,-1 0 0 0 0,0-1 0 0 0,0 1 0 0 0,-1 0 0 0 0,1 0 0 0 0,0 0 0 0 0,-1 0-1 0 0,1 0 1 0 0,-1 0 0 0 0,1 0 0 0 0,-1 0 0 0 0,0 1 0 0 0,-3-3 0 0 0,4 3-11 0 0,-15-3 316 0 0,13 3-529 0 0,1 0 1 0 0,-1 0 0 0 0,0 1 0 0 0,1-1 0 0 0,-1 1 0 0 0,0-1 0 0 0,1 1 0 0 0,-1 0 0 0 0,0 0-1 0 0,1 0 1 0 0,-5 1 0 0 0,-8 3 64 0 0,-1 0-1 0 0,1 1 0 0 0,0 1 1 0 0,1 1-1 0 0,-1 0 0 0 0,1 1 1 0 0,1 0-1 0 0,0 1 0 0 0,0 1 1 0 0,0 0-1 0 0,-13 14 0 0 0,4-1 62 0 0,1 1 0 0 0,1 1 0 0 0,1 1 0 0 0,-28 49 0 0 0,41-63-133 0 0,1 1-1 0 0,0-1 1 0 0,0 1-1 0 0,2 0 1 0 0,-1 0-1 0 0,2 0 1 0 0,-2 18-1 0 0,3-26-30 0 0,0 0 0 0 0,1 0-1 0 0,0 0 1 0 0,0 0-1 0 0,1 0 1 0 0,-1 0-1 0 0,1 0 1 0 0,0 0 0 0 0,0 0-1 0 0,0 0 1 0 0,1-1-1 0 0,0 1 1 0 0,0 0-1 0 0,0-1 1 0 0,0 0 0 0 0,1 1-1 0 0,0-1 1 0 0,0 0-1 0 0,0 0 1 0 0,0 0-1 0 0,1-1 1 0 0,5 6 0 0 0,-4-7-6 0 0,-1-1 1 0 0,1 1-1 0 0,0-1 1 0 0,-1 1-1 0 0,1-1 1 0 0,0-1 0 0 0,0 1-1 0 0,0-1 1 0 0,-1 0-1 0 0,1 0 1 0 0,0 0 0 0 0,0 0-1 0 0,0-1 1 0 0,0 0-1 0 0,-1 0 1 0 0,1-1-1 0 0,0 1 1 0 0,-1-1 0 0 0,9-4-1 0 0,5-2 16 0 0,-1-2-1 0 0,0 0 1 0 0,23-17 0 0 0,-27 15-20 0 0,1-1-1 0 0,-2-1 1 0 0,1 0 0 0 0,-2 0 0 0 0,0-1 0 0 0,-1-1 0 0 0,0 0 0 0 0,-2 0 0 0 0,0-1 0 0 0,0 0 0 0 0,-2 0 0 0 0,0-1 0 0 0,5-26 0 0 0,-10 42-7 0 0,-4 9 9 0 0,-1 5-6 0 0,0-1-1 0 0,1 1 0 0 0,0-1 0 0 0,1 1 1 0 0,0 0-1 0 0,1 0 0 0 0,0 23 1 0 0,2-29 2 0 0,-1 1 1 0 0,1-1 0 0 0,0 0-1 0 0,1 1 1 0 0,-1-1-1 0 0,1 0 1 0 0,1 0 0 0 0,-1 0-1 0 0,1 0 1 0 0,0-1 0 0 0,0 1-1 0 0,0-1 1 0 0,1 1 0 0 0,0-1-1 0 0,0 0 1 0 0,0-1 0 0 0,11 9-1 0 0,-13-11 0 0 0,1 0 0 0 0,0-1 0 0 0,0 1 0 0 0,0-1 0 0 0,0 1 0 0 0,0-1-1 0 0,0 0 1 0 0,0 0 0 0 0,1-1 0 0 0,-1 1 0 0 0,0-1 0 0 0,1 1 0 0 0,-1-1 0 0 0,0 0 0 0 0,7-1-1 0 0,-3 0 7 0 0,1-1 0 0 0,-1 0-1 0 0,0 0 1 0 0,1 0-1 0 0,-1-1 1 0 0,12-7-1 0 0,-7 3-2 0 0,-1 0 0 0 0,1-1 0 0 0,-1-1-1 0 0,-1 0 1 0 0,1 0 0 0 0,-1-1 0 0 0,11-15 0 0 0,143-176-12 0 0,-164 200 5 0 0,0 1 0 0 0,0 0 0 0 0,0 0 0 0 0,0 0 0 0 0,0-1 0 0 0,0 1 0 0 0,1 0 0 0 0,-1 0-1 0 0,0 0 1 0 0,0 0 0 0 0,0-1 0 0 0,0 1 0 0 0,0 0 0 0 0,1 0 0 0 0,-1 0 0 0 0,0 0 0 0 0,0 0 0 0 0,0-1 0 0 0,1 1 0 0 0,-1 0 0 0 0,0 0 0 0 0,0 0 0 0 0,1 0 0 0 0,-1 0 0 0 0,0 0 0 0 0,0 0 0 0 0,0 0 0 0 0,1 0 0 0 0,-1 0-1 0 0,0 0 1 0 0,0 0 0 0 0,1 0 0 0 0,-1 0 0 0 0,0 0 0 0 0,0 0 0 0 0,0 0 0 0 0,1 0 0 0 0,-1 0 0 0 0,0 0 0 0 0,0 1 0 0 0,1-1 0 0 0,-1 0 0 0 0,0 0 0 0 0,0 0 0 0 0,0 0 0 0 0,0 0 0 0 0,1 0 0 0 0,-1 1 0 0 0,0-1-1 0 0,0 0 1 0 0,0 0 0 0 0,0 0 0 0 0,0 1 0 0 0,0-1 0 0 0,1 0 0 0 0,-1 1 0 0 0,6 20 37 0 0,-1 25 61 0 0,-5-40-85 0 0,0 6 16 0 0,0 0 1 0 0,1 0-1 0 0,0 0 0 0 0,1 0 1 0 0,1-1-1 0 0,0 1 1 0 0,0-1-1 0 0,1 0 1 0 0,0 0-1 0 0,11 18 1 0 0,-14-28-16 0 0,0 0 1 0 0,1 0 0 0 0,-1 0-1 0 0,0 0 1 0 0,1 0 0 0 0,-1-1 0 0 0,1 1-1 0 0,-1-1 1 0 0,1 1 0 0 0,0-1-1 0 0,-1 0 1 0 0,1 1 0 0 0,-1-1-1 0 0,1 0 1 0 0,0 0 0 0 0,-1 0-1 0 0,1 0 1 0 0,-1 0 0 0 0,1-1 0 0 0,-1 1-1 0 0,1 0 1 0 0,0-1 0 0 0,-1 1-1 0 0,1-1 1 0 0,-1 0 0 0 0,1 1-1 0 0,-1-1 1 0 0,0 0 0 0 0,2-1 0 0 0,42-24 171 0 0,-17 0-92 0 0,22-15 31 0 0,-47 40-126 0 0,0 0 0 0 0,1 1 0 0 0,-1-1 0 0 0,0 1 1 0 0,1 0-1 0 0,-1-1 0 0 0,1 2 0 0 0,-1-1 0 0 0,0 0 0 0 0,1 1 1 0 0,-1-1-1 0 0,1 1 0 0 0,-1 0 0 0 0,0 0 0 0 0,0 0 0 0 0,0 1 1 0 0,0-1-1 0 0,0 1 0 0 0,0 0 0 0 0,0 0 0 0 0,0 0 0 0 0,4 4 1 0 0,26 11 19 0 0,-15-11-12 0 0,-11-3 3 0 0,-1-1 1 0 0,1 0-1 0 0,0 0 0 0 0,0 0 1 0 0,0-1-1 0 0,0 0 0 0 0,0-1 1 0 0,0 1-1 0 0,0-1 0 0 0,0-1 1 0 0,0 1-1 0 0,0-1 0 0 0,0 0 0 0 0,9-3 1 0 0,-14 3 1 0 0,0 0 0 0 0,0 0-1 0 0,-1 0 1 0 0,1 0 0 0 0,0 0 0 0 0,-1-1 0 0 0,1 1 0 0 0,-1 0 0 0 0,1-1 0 0 0,-1 1-1 0 0,0-1 1 0 0,0 0 0 0 0,1 1 0 0 0,-1-1 0 0 0,0 0 0 0 0,-1 0 0 0 0,1 0 0 0 0,0 1 0 0 0,0-1-1 0 0,-1 0 1 0 0,1 0 0 0 0,-1 0 0 0 0,0 0 0 0 0,1 0 0 0 0,-1 0 0 0 0,0 0 0 0 0,-1-4-1 0 0,1-2 80 0 0,-1 0-1 0 0,0 0 0 0 0,0 0 0 0 0,-1 1 0 0 0,-6-16 0 0 0,-11-26-2137 0 0,18 47 1209 0 0,14-3-6891 0 0</inkml:trace>
</inkml:ink>
</file>

<file path=ppt/ink/ink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29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45 180 0 0,'2'3'353'0'0,"-1"0"0"0"0,1-1 0 0 0,0 1 0 0 0,0 0 0 0 0,0-1 0 0 0,0 1 0 0 0,0-1 0 0 0,0 0 0 0 0,1 0 0 0 0,-1 0 0 0 0,1 0-1 0 0,0 0 1 0 0,0 0 0 0 0,-1-1 0 0 0,1 1 0 0 0,6 1 0 0 0,-4-2-161 0 0,-1 0-1 0 0,0-1 0 0 0,1 1 1 0 0,-1-1-1 0 0,0 0 0 0 0,1-1 1 0 0,-1 1-1 0 0,0-1 0 0 0,0 1 1 0 0,1-1-1 0 0,4-2 0 0 0,6-3 142 0 0,-1 0 0 0 0,0-2-1 0 0,0 1 1 0 0,0-2 0 0 0,21-16-1 0 0,-24 10 362 0 0,-22 11 278 0 0,-22 10-86 0 0,22 1-578 0 0,0 0 0 0 0,1 1 1 0 0,0 0-1 0 0,-13 13 0 0 0,20-18-216 0 0,-1 1 0 0 0,0 1 0 0 0,1-1 0 0 0,0 0 0 0 0,0 1 0 0 0,0 0 0 0 0,1-1 0 0 0,-1 1 0 0 0,1 0-1 0 0,0 1 1 0 0,1-1 0 0 0,-2 8 0 0 0,3-11-91 0 0,0 0 0 0 0,0 1 0 0 0,0-1 0 0 0,0 0-1 0 0,1 0 1 0 0,-1 1 0 0 0,1-1 0 0 0,-1 0 0 0 0,1 0 0 0 0,0 0 0 0 0,0 0-1 0 0,0 0 1 0 0,0 0 0 0 0,0 0 0 0 0,1 0 0 0 0,-1 0 0 0 0,1 0 0 0 0,-1-1 0 0 0,1 1-1 0 0,-1-1 1 0 0,1 1 0 0 0,0-1 0 0 0,0 1 0 0 0,0-1 0 0 0,0 0 0 0 0,0 0-1 0 0,0 0 1 0 0,0 0 0 0 0,0 0 0 0 0,0-1 0 0 0,0 1 0 0 0,1-1 0 0 0,-1 1-1 0 0,3-1 1 0 0,6 2-503 0 0,-1 0 1 0 0,1-1-1 0 0,0-1 0 0 0,-1 1 0 0 0,21-4 0 0 0,15-6-2111 0 0,-15 0-2198 0 0,-14 3 1796 0 0</inkml:trace>
</inkml:ink>
</file>

<file path=ppt/ink/ink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29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26 244 648 0 0,'0'0'5197'0'0,"-3"5"-4546"0"0,1-3-621 0 0,0 0 178 0 0,0 0-1 0 0,0 0 0 0 0,0 0 1 0 0,1 1-1 0 0,-1-1 1 0 0,1 1-1 0 0,-1-1 0 0 0,1 1 1 0 0,0 0-1 0 0,0-1 1 0 0,0 1-1 0 0,0 0 1 0 0,1 0-1 0 0,-1 0 0 0 0,1 0 1 0 0,-1 0-1 0 0,1 5 1 0 0,1-6 64 0 0,3-2-201 0 0,0 0 1 0 0,0-1-1 0 0,0 0 0 0 0,-1 0 0 0 0,1 0 0 0 0,0-1 0 0 0,0 1 0 0 0,-1-1 0 0 0,1 0 0 0 0,-1 0 1 0 0,1 0-1 0 0,-1 0 0 0 0,0-1 0 0 0,0 1 0 0 0,0-1 0 0 0,0 0 0 0 0,-1 0 0 0 0,1 0 0 0 0,-1 0 1 0 0,1 0-1 0 0,-1 0 0 0 0,0-1 0 0 0,0 1 0 0 0,1-5 0 0 0,5-11 111 0 0,0 0 0 0 0,-1-1-1 0 0,5-27 1 0 0,-9 35-8 0 0,0 3 205 0 0,-1-1 1 0 0,0 0 0 0 0,-1 0 0 0 0,0 0 0 0 0,0 0-1 0 0,-1 0 1 0 0,-1 0 0 0 0,1 0 0 0 0,-2 0-1 0 0,-3-17 1 0 0,4 27-121 0 0,1 0-244 0 0,0-1-1 0 0,0 1 1 0 0,0 0 0 0 0,0 0 0 0 0,0 0 0 0 0,0 0 0 0 0,-1-1 0 0 0,1 1 0 0 0,0 0-1 0 0,0 0 1 0 0,0 0 0 0 0,0 0 0 0 0,-1 0 0 0 0,1-1 0 0 0,0 1 0 0 0,0 0 0 0 0,0 0-1 0 0,-1 0 1 0 0,1 0 0 0 0,0 0 0 0 0,0 0 0 0 0,0 0 0 0 0,-1 0 0 0 0,1 0 0 0 0,0 0-1 0 0,0 0 1 0 0,-1 0 0 0 0,1 0 0 0 0,0 0 0 0 0,0 0 0 0 0,0 0 0 0 0,-1 0 0 0 0,1 0-1 0 0,0 0 1 0 0,0 0 0 0 0,0 0 0 0 0,-1 0 0 0 0,1 0 0 0 0,0 1 0 0 0,0-1 0 0 0,0 0-1 0 0,-1 0 1 0 0,1 0 0 0 0,0 0 0 0 0,0 0 0 0 0,0 1 0 0 0,0-1 0 0 0,0 0 0 0 0,-1 0-1 0 0,1 0 1 0 0,0 1 0 0 0,0-1 0 0 0,0 0 0 0 0,0 0 0 0 0,0 1 0 0 0,-4 10 66 0 0,0 1-1 0 0,1-1 1 0 0,0 1 0 0 0,1 0 0 0 0,0 0 0 0 0,1 0 0 0 0,1 0-1 0 0,0 1 1 0 0,0-1 0 0 0,3 13 0 0 0,4 23-1898 0 0,17 56-1 0 0,-21-94 1181 0 0,3 13-1614 0 0,1 0-3702 0 0,-3-9 2076 0 0</inkml:trace>
</inkml:ink>
</file>

<file path=ppt/ink/ink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30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187 747 240 0 0,'0'0'4472'0'0,"-4"-3"-3713"0"0,-2-1-303 0 0,0-1 0 0 0,0-1-1 0 0,0 1 1 0 0,1-1 0 0 0,0 0-1 0 0,-8-13 1 0 0,5 5-2 0 0,0-1 0 0 0,1 0 1 0 0,1 0-1 0 0,1-1 0 0 0,-4-16 0 0 0,-2-17 424 0 0,-6-95 0 0 0,14 98-412 0 0,5-91 0 0 0,0 117-332 0 0,1 1 0 0 0,0 0 0 0 0,1-1 0 0 0,2 2 0 0 0,-1-1 0 0 0,2 0 1 0 0,12-22-1 0 0,-18 39-114 0 0,0 0 0 0 0,0-1 0 0 0,0 1 0 0 0,1 0 0 0 0,-1 0 0 0 0,1 0-1 0 0,-1 0 1 0 0,1 0 0 0 0,0 0 0 0 0,0 0 0 0 0,0 1 0 0 0,0-1 0 0 0,0 1 0 0 0,0-1 0 0 0,0 1 0 0 0,1 0 0 0 0,-1 0 0 0 0,4-2 0 0 0,-4 3 8 0 0,12 47 66 0 0,-14-22-68 0 0,-1-1 0 0 0,-1 0 0 0 0,-1 0 0 0 0,-1 0 0 0 0,-12 36 0 0 0,-49 112 100 0 0,-4 13 894 0 0,68-183-1001 0 0,0 0-1 0 0,1 0 0 0 0,-1-1 0 0 0,0 1 1 0 0,1 0-1 0 0,-1 0 0 0 0,1 0 1 0 0,0 0-1 0 0,0 0 0 0 0,0-1 0 0 0,-1 1 1 0 0,2 0-1 0 0,-1 0 0 0 0,0 0 1 0 0,0 0-1 0 0,1 0 0 0 0,-1 0 0 0 0,1 0 1 0 0,-1-1-1 0 0,1 1 0 0 0,0 0 1 0 0,0 0-1 0 0,0-1 0 0 0,0 1 0 0 0,0-1 1 0 0,0 1-1 0 0,0-1 0 0 0,0 1 1 0 0,1-1-1 0 0,-1 1 0 0 0,1-1 1 0 0,1 1-1 0 0,2 0-5 0 0,0-1 0 0 0,1 1 1 0 0,-1-1-1 0 0,1 0 0 0 0,-1-1 0 0 0,1 0 1 0 0,-1 0-1 0 0,1 0 0 0 0,-1 0 0 0 0,8-2 1 0 0,8-1-568 0 0,0-1 1 0 0,0-1-1 0 0,-1-1 1 0 0,37-15 0 0 0,30-25-7442 0 0,-53 24 4093 0 0</inkml:trace>
</inkml:ink>
</file>

<file path=ppt/ink/ink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32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147 328 188 0 0,'49'-156'7311'0'0,"-45"142"-6734"0"0,-1-1 0 0 0,0 1 0 0 0,-1-1 1 0 0,0-20-1 0 0,0 3 235 0 0,-2 30-643 0 0,0-1-83 0 0,0 0 1 0 0,0 0-1 0 0,0 0 1 0 0,-1 1-1 0 0,1-1 1 0 0,-1 0-1 0 0,0 0 0 0 0,0 1 1 0 0,0-1-1 0 0,0 0 1 0 0,-1 1-1 0 0,-2-4 1 0 0,3 5-75 0 0,-1 0 1 0 0,0 0-1 0 0,1 1 1 0 0,-1-1-1 0 0,0 1 1 0 0,1-1 0 0 0,-1 1-1 0 0,0 0 1 0 0,0 0-1 0 0,1 0 1 0 0,-1 0-1 0 0,0 0 1 0 0,0 0-1 0 0,0 0 1 0 0,1 1-1 0 0,-1-1 1 0 0,0 1-1 0 0,1-1 1 0 0,-1 1-1 0 0,0 0 1 0 0,1-1-1 0 0,-1 1 1 0 0,1 0-1 0 0,-1 0 1 0 0,1 0 0 0 0,-1 0-1 0 0,1 0 1 0 0,0 1-1 0 0,-1-1 1 0 0,0 2-1 0 0,-46 50 278 0 0,38-41-164 0 0,0 2-65 0 0,-1 0 0 0 0,2 1 0 0 0,0 0 0 0 0,0 1 0 0 0,2 0 0 0 0,0 0 0 0 0,1 0 0 0 0,0 1 0 0 0,2 0 0 0 0,0 0 0 0 0,0 1 0 0 0,2-1 0 0 0,0 1 0 0 0,1-1 0 0 0,1 1 0 0 0,4 30 0 0 0,-3-36-44 0 0,1 0 0 0 0,1 0 0 0 0,0 0 0 0 0,1 0-1 0 0,0-1 1 0 0,0 1 0 0 0,1-1 0 0 0,1 0 0 0 0,0-1 0 0 0,1 1 0 0 0,0-1 0 0 0,0 0-1 0 0,1-1 1 0 0,0 0 0 0 0,1 0 0 0 0,0-1 0 0 0,0 0 0 0 0,1 0 0 0 0,0-1-1 0 0,0-1 1 0 0,1 1 0 0 0,0-2 0 0 0,0 1 0 0 0,21 6 0 0 0,-25-10-7 0 0,1-1 0 0 0,-1 1 0 0 0,0-1 0 0 0,1 0 0 0 0,-1-1 0 0 0,0 0 0 0 0,1 0 0 0 0,-1-1 0 0 0,0 0 0 0 0,1 0 0 0 0,-1-1 0 0 0,0 1 1 0 0,0-2-1 0 0,0 1 0 0 0,0-1 0 0 0,0 0 0 0 0,-1 0 0 0 0,1-1 0 0 0,-1 0 0 0 0,0 0 0 0 0,0-1 0 0 0,0 1 0 0 0,-1-1 0 0 0,0 0 0 0 0,0-1 0 0 0,0 1 0 0 0,0-1 0 0 0,-1 0 1 0 0,0-1-1 0 0,0 1 0 0 0,-1 0 0 0 0,0-1 0 0 0,0 0 0 0 0,0 0 0 0 0,-1 0 0 0 0,0 0 0 0 0,0 0 0 0 0,-1 0 0 0 0,0-1 0 0 0,0 1 0 0 0,-1-12 0 0 0,-1 0 49 0 0,-1 0 0 0 0,-1 0 0 0 0,-1 1-1 0 0,0-1 1 0 0,-1 1 0 0 0,-15-32 0 0 0,4 16 104 0 0,-2 0-1 0 0,-30-43 1 0 0,38 66-78 0 0,0-1 0 0 0,-1 2 0 0 0,0-1 0 0 0,0 2 0 0 0,-1 0-1 0 0,0 0 1 0 0,-1 1 0 0 0,-21-11 0 0 0,32 18-100 0 0,1 0 0 0 0,0 0 0 0 0,-1 1 0 0 0,1-1 0 0 0,-1 0 0 0 0,1 1 0 0 0,-1-1 0 0 0,1 0 0 0 0,-1 1 0 0 0,1 0 0 0 0,-1-1 0 0 0,0 1 0 0 0,1 0 0 0 0,-1 0 0 0 0,1 0-1 0 0,-1 0 1 0 0,0 0 0 0 0,1 0 0 0 0,-1 0 0 0 0,1 1 0 0 0,-1-1 0 0 0,0 1 0 0 0,1-1 0 0 0,-1 1 0 0 0,1-1 0 0 0,-1 1 0 0 0,1 0 0 0 0,0 0 0 0 0,-1 0 0 0 0,1 0 0 0 0,0 0 0 0 0,-1 0 0 0 0,1 0 0 0 0,0 0 0 0 0,0 0 0 0 0,0 1 0 0 0,0-1 0 0 0,0 0 0 0 0,0 1 0 0 0,1-1 0 0 0,-2 3 0 0 0,1-1-163 0 0,1 0 0 0 0,-1 0-1 0 0,1-1 1 0 0,0 1 0 0 0,-1 0 0 0 0,1 0 0 0 0,1 0 0 0 0,-1-1 0 0 0,0 1-1 0 0,1 0 1 0 0,-1 0 0 0 0,1-1 0 0 0,0 1 0 0 0,0 0 0 0 0,0-1 0 0 0,0 1-1 0 0,1-1 1 0 0,-1 1 0 0 0,1-1 0 0 0,-1 0 0 0 0,1 0 0 0 0,0 1 0 0 0,2 1-1 0 0,24 22-6343 0 0,-15-20 3480 0 0</inkml:trace>
</inkml:ink>
</file>

<file path=ppt/ink/ink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32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2 576 0 0,'12'5'409'0'0,"0"0"0"0"0,0 1 0 0 0,-1 0 0 0 0,1 1 0 0 0,-1 0 0 0 0,-1 1 1 0 0,1 0-1 0 0,-1 1 0 0 0,-1 0 0 0 0,0 0 0 0 0,0 1 0 0 0,0 0 0 0 0,6 12 0 0 0,-4-6-115 0 0,-1 2 0 0 0,0-1 0 0 0,-1 2 0 0 0,-1-1 0 0 0,-1 1 0 0 0,-1 0 0 0 0,8 37 0 0 0,-14-52-85 0 0,1 0 0 0 0,-1 0 0 0 0,0 1 0 0 0,0-1 0 0 0,0 0-1 0 0,-1 0 1 0 0,1 1 0 0 0,-1-1 0 0 0,0 0 0 0 0,-1 0 0 0 0,1 0 0 0 0,-3 5-1 0 0,3-6 1269 0 0,1-11-1268 0 0,1-10-45 0 0,1 0 0 0 0,0 0 0 0 0,2 0 0 0 0,0 0 0 0 0,1 1 1 0 0,1 0-1 0 0,0 0 0 0 0,13-25 0 0 0,34-44-803 0 0,10 10-4452 0 0,-56 70 1759 0 0,-2-2 253 0 0</inkml:trace>
</inkml:ink>
</file>

<file path=ppt/ink/ink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1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263 222 96 0 0,'2'3'559'0'0,"0"0"0"0"0,-1 1 0 0 0,1-1 0 0 0,-1 1-1 0 0,0-1 1 0 0,0 1 0 0 0,0-1 0 0 0,0 1 0 0 0,0 0 0 0 0,-1-1 0 0 0,0 1 0 0 0,0 0 0 0 0,0-1-1 0 0,0 1 1 0 0,0 0 0 0 0,-1 0 0 0 0,-1 3 0 0 0,1-4-399 0 0,0-1 0 0 0,0 0 0 0 0,0 0 0 0 0,0 0 0 0 0,-1-1 0 0 0,1 1 0 0 0,-1 0 0 0 0,0 0 0 0 0,1-1 0 0 0,-1 1 0 0 0,0-1 1 0 0,0 1-1 0 0,0-1 0 0 0,-3 2 0 0 0,-29 8 135 0 0,26-10-231 0 0,1 0 1 0 0,-1 0 0 0 0,1-1-1 0 0,-1 0 1 0 0,0 0-1 0 0,1-1 1 0 0,-1 0 0 0 0,1 0-1 0 0,-1-1 1 0 0,1 0-1 0 0,0 0 1 0 0,0-1-1 0 0,0 0 1 0 0,0 0 0 0 0,0 0-1 0 0,0-1 1 0 0,1 0-1 0 0,0-1 1 0 0,0 1 0 0 0,0-1-1 0 0,0 0 1 0 0,1-1-1 0 0,0 1 1 0 0,0-1-1 0 0,0 0 1 0 0,1 0 0 0 0,-5-9-1 0 0,6 9-51 0 0,0 0 0 0 0,0 0 0 0 0,0 0 0 0 0,1-1 0 0 0,0 1 0 0 0,1-1 0 0 0,-1 1 0 0 0,1-1 0 0 0,0 1 0 0 0,1-1 0 0 0,0 0 0 0 0,0 1 0 0 0,0-1 0 0 0,1 0 0 0 0,0 1 0 0 0,0-1 0 0 0,0 1 0 0 0,1-1 0 0 0,0 1 0 0 0,0 0 0 0 0,1-1 0 0 0,0 1 0 0 0,0 0 0 0 0,1 1 0 0 0,-1-1 0 0 0,1 1 0 0 0,0-1 0 0 0,1 1 0 0 0,-1 0 0 0 0,1 1 0 0 0,7-7 0 0 0,-7 7-12 0 0,1 0 0 0 0,-1 0-1 0 0,1 0 1 0 0,-1 1 0 0 0,1 0 0 0 0,0 0 0 0 0,0 1 0 0 0,1-1-1 0 0,-1 1 1 0 0,1 0 0 0 0,-1 1 0 0 0,1 0 0 0 0,-1 0 0 0 0,1 0-1 0 0,0 1 1 0 0,-1 0 0 0 0,1 0 0 0 0,0 1 0 0 0,-1 0-1 0 0,1 0 1 0 0,-1 0 0 0 0,1 1 0 0 0,-1 0 0 0 0,1 0 0 0 0,-1 1-1 0 0,0-1 1 0 0,0 1 0 0 0,0 1 0 0 0,-1-1 0 0 0,1 1-1 0 0,-1 0 1 0 0,0 0 0 0 0,0 1 0 0 0,0 0 0 0 0,-1-1 0 0 0,1 2-1 0 0,-1-1 1 0 0,0 0 0 0 0,-1 1 0 0 0,1 0 0 0 0,-1 0-1 0 0,0 0 1 0 0,2 9 0 0 0,-1 2 4 0 0,-1 1 1 0 0,-1 0-1 0 0,0-1 0 0 0,-1 1 0 0 0,-1 0 0 0 0,-1 0 1 0 0,-1-1-1 0 0,0 1 0 0 0,-2-1 0 0 0,0 1 1 0 0,0-1-1 0 0,-2 0 0 0 0,0 0 0 0 0,-16 29 1 0 0,6-16 1 0 0,-1-1 1 0 0,-1-1-1 0 0,-1-1 1 0 0,-2-1 0 0 0,0-1-1 0 0,-2 0 1 0 0,-28 22-1 0 0,35-32-126 0 0,8-8-206 0 0,0 0 1 0 0,0 0-1 0 0,-1-1 0 0 0,0 0 0 0 0,-17 9 0 0 0,25-15-498 0 0</inkml:trace>
</inkml:ink>
</file>

<file path=ppt/ink/ink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2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1 311 340 0 0,'0'0'919'0'0,"17"25"3148"0"0,-10 0-2967 0 0,-1-1-1 0 0,-1 1 1 0 0,-1 0 0 0 0,1 34-1 0 0,-5-57-931 0 0,-1 5-5 0 0,1-7-144 0 0,0 0 1 0 0,0 0-1 0 0,1-1 1 0 0,-1 1-1 0 0,0 0 1 0 0,0 0-1 0 0,0 0 1 0 0,0 0-1 0 0,0 0 1 0 0,0 0-1 0 0,0 0 1 0 0,0 0-1 0 0,0 0 1 0 0,0 0-1 0 0,0 0 0 0 0,1 0 1 0 0,-1 0-1 0 0,0-1 1 0 0,0 1-1 0 0,0 0 1 0 0,0 0-1 0 0,0 0 1 0 0,0 0-1 0 0,0 0 1 0 0,0 0-1 0 0,1 0 1 0 0,-1 0-1 0 0,0 0 1 0 0,0 0-1 0 0,0 0 1 0 0,0 0-1 0 0,0 0 1 0 0,0 0-1 0 0,0 0 1 0 0,0 1-1 0 0,1-1 1 0 0,-1 0-1 0 0,0 0 1 0 0,0 0-1 0 0,0 0 1 0 0,0 0-1 0 0,0 0 1 0 0,0 0-1 0 0,0 0 1 0 0,0 0-1 0 0,0 0 1 0 0,0 0-1 0 0,1 0 1 0 0,-1 0-1 0 0,0 1 1 0 0,0-1-1 0 0,0 0 1 0 0,0 0-1 0 0,0 0 1 0 0,0 0-1 0 0,0 0 1 0 0,7-9 2 0 0,-4 5-6 0 0,-1 0 1 0 0,1 0 0 0 0,0 1-1 0 0,0-1 1 0 0,0 1-1 0 0,1 0 1 0 0,-1 0 0 0 0,1 0-1 0 0,0 0 1 0 0,-1 0-1 0 0,1 1 1 0 0,0 0 0 0 0,1 0-1 0 0,-1 0 1 0 0,0 0 0 0 0,0 1-1 0 0,1-1 1 0 0,-1 1-1 0 0,1 0 1 0 0,0 1 0 0 0,4-1-1 0 0,8 2 1 0 0,16 2-15 0 0,65-2 0 0 0,-84-3-15 0 0,0 0 0 0 0,-1 0 0 0 0,1-1 0 0 0,-1-1 0 0 0,0-1 0 0 0,0 1 0 0 0,-1-2 0 0 0,13-7-1 0 0,-15 7 9 0 0,-1 0 0 0 0,0-1 0 0 0,-1 0-1 0 0,1 0 1 0 0,-1-1 0 0 0,-1 0-1 0 0,0-1 1 0 0,0 0 0 0 0,0 0-1 0 0,-1 0 1 0 0,-1-1 0 0 0,1 0-1 0 0,-2 0 1 0 0,8-21 0 0 0,-7 12 40 0 0,0 0 0 0 0,-1 0 0 0 0,-1 0 0 0 0,-1 0 0 0 0,0-1 0 0 0,-2 1 0 0 0,-3-37 0 0 0,3 52 21 0 0,-1 0 0 0 0,1 0 0 0 0,-1 1-1 0 0,0-1 1 0 0,0 0 0 0 0,0 0 0 0 0,-1 1 0 0 0,1-1-1 0 0,-1 1 1 0 0,0-1 0 0 0,0 1 0 0 0,0 0 0 0 0,0 0-1 0 0,-1 0 1 0 0,1 0 0 0 0,-1 0 0 0 0,1 0-1 0 0,-7-4 1 0 0,8 8-34 0 0,-1-1 0 0 0,1 0 0 0 0,0 1 0 0 0,-1-1 0 0 0,1 1 1 0 0,0-1-1 0 0,0 1 0 0 0,-1 0 0 0 0,1-1 0 0 0,0 1 0 0 0,0 0 0 0 0,0 0 0 0 0,0 0 0 0 0,0 0 0 0 0,0 0 0 0 0,0 0 0 0 0,-1 2 0 0 0,1-3 13 0 0,-7 11 89 0 0,0 0-1 0 0,1 0 1 0 0,0 0-1 0 0,1 1 0 0 0,0 0 1 0 0,1 0-1 0 0,0 1 1 0 0,-4 16-1 0 0,6-19-50 0 0,-86 310 1219 0 0,32-106-739 0 0,-54 227 318 0 0,102-398-816 0 0,3-14-95 0 0,-1 1 0 0 0,-2-1-1 0 0,-15 37 1 0 0,23-64-229 0 0,-2-6-445 0 0,0-3 515 0 0,0 0 1 0 0,0-1-1 0 0,0 0 1 0 0,1 1-1 0 0,0-1 1 0 0,0 0 0 0 0,1 0-1 0 0,0 0 1 0 0,1 0-1 0 0,0-11 1 0 0,9-93-1525 0 0,-4 70 1112 0 0,-2-7 29 0 0,3 0 1 0 0,2 0-1 0 0,3 0 0 0 0,26-77 0 0 0,-32 116 665 0 0,0 0 0 0 0,1 0 0 0 0,0 1 0 0 0,1-1 0 0 0,0 1 0 0 0,0 1 0 0 0,1-1 0 0 0,0 1 1 0 0,1 1-1 0 0,0 0 0 0 0,0 0 0 0 0,0 0 0 0 0,21-9 0 0 0,-12 7-361 0 0,1 0 1 0 0,30-8 0 0 0,39-2-5151 0 0,-63 14 2875 0 0</inkml:trace>
</inkml:ink>
</file>

<file path=ppt/ink/ink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4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0 695 516 0 0,'0'0'10758'0'0,"6"-2"-10568"0"0,5-5-100 0 0,0 0 0 0 0,0-1 0 0 0,0 0 0 0 0,-1-1 0 0 0,0 0 0 0 0,0 0 0 0 0,-1-1 0 0 0,-1 0 0 0 0,0-1 0 0 0,0 0 0 0 0,-1 0 0 0 0,0-1 0 0 0,-1 0 0 0 0,0 0 0 0 0,7-23 0 0 0,5-22-25 0 0,-2-1-1 0 0,10-73 1 0 0,-21 101-18 0 0,41-186 763 0 0,-45 214-787 0 0,2-9 51 0 0,-5 5 43 0 0,-3 26 81 0 0,1 0 0 0 0,1 0 0 0 0,-1 25 0 0 0,-5 34 342 0 0,5-44-173 0 0,2 0 0 0 0,1 35 0 0 0,1-45-220 0 0,0-4-55 0 0,2 1 0 0 0,0 0 0 0 0,1 0 0 0 0,1 0 0 0 0,1-1 0 0 0,1 0 0 0 0,1 0 0 0 0,1-1 1 0 0,12 24-1 0 0,-18-40-79 0 0,0-1 1 0 0,0 0 0 0 0,0 0 0 0 0,1 0 0 0 0,-1 0 0 0 0,1-1-1 0 0,0 1 1 0 0,-1-1 0 0 0,1 1 0 0 0,0-1 0 0 0,0 0-1 0 0,1 0 1 0 0,-1 0 0 0 0,0-1 0 0 0,1 1 0 0 0,-1-1-1 0 0,8 2 1 0 0,-9-3 21 0 0,2-1-4 0 0,3-2-14 0 0,1 0 0 0 0,-1-1 0 0 0,0 0 0 0 0,0 0 0 0 0,0-1 0 0 0,-1 1 0 0 0,1-2 0 0 0,-1 1 0 0 0,0-1 0 0 0,-1 1 0 0 0,1-2 0 0 0,-1 1 0 0 0,0-1 0 0 0,4-8 0 0 0,7-13-3 0 0,-1-1 0 0 0,13-38 1 0 0,-24 58-10 0 0,-4 8-16 0 0,1-11 14 0 0,-1 16-17 0 0,0 16 9 0 0,-2-9 3 0 0,1-1 0 0 0,-1 1 0 0 0,2 0-1 0 0,-1 0 1 0 0,1-1 0 0 0,1 1 0 0 0,0 0 0 0 0,1-1 0 0 0,3 16 0 0 0,-3-20-5 0 0,0 0 0 0 0,1 1 0 0 0,0-1 1 0 0,0 0-1 0 0,0-1 0 0 0,0 1 0 0 0,1 0 0 0 0,0-1 0 0 0,0 0 0 0 0,1 0 0 0 0,-1 0 0 0 0,1-1 0 0 0,0 1 1 0 0,10 5-1 0 0,-14-9 4 0 0,1 0 0 0 0,-1 0 1 0 0,1 0-1 0 0,-1 0 0 0 0,1 0 0 0 0,-1-1 1 0 0,1 1-1 0 0,0-1 0 0 0,0 1 1 0 0,-1-1-1 0 0,1 0 0 0 0,0 0 1 0 0,0 1-1 0 0,-1-1 0 0 0,1 0 0 0 0,0-1 1 0 0,0 1-1 0 0,-1 0 0 0 0,1 0 1 0 0,0-1-1 0 0,-1 1 0 0 0,4-2 1 0 0,-2 0-7 0 0,-1 0 0 0 0,1 1 0 0 0,-1-1 0 0 0,0 0 0 0 0,1-1 0 0 0,-1 1 0 0 0,0 0 0 0 0,0-1 0 0 0,0 1 0 0 0,-1-1 0 0 0,3-4 0 0 0,0-1 5 0 0,0 0 1 0 0,-1-1 0 0 0,-1 1 0 0 0,1 0-1 0 0,-1-1 1 0 0,-1 0 0 0 0,2-8 0 0 0,-4-43-4 0 0,0 58 5 0 0,1-1 7 0 0,-4-6 21 0 0,4 7-8 0 0,0 1-16 0 0,0 0-1 0 0,0 1 1 0 0,0-1 0 0 0,1 1-1 0 0,-1-1 1 0 0,0 1-1 0 0,0-1 1 0 0,0 1 0 0 0,0-1-1 0 0,0 1 1 0 0,0-1-1 0 0,0 0 1 0 0,0 1 0 0 0,0-1-1 0 0,-1 1 1 0 0,1-1-1 0 0,0 1 1 0 0,0-1-1 0 0,0 1 1 0 0,-1-1 0 0 0,1 1-1 0 0,0-1 1 0 0,0 1-1 0 0,-1-1 1 0 0,1 1 0 0 0,0-1-1 0 0,-1 1 1 0 0,1 0-1 0 0,-1-1 1 0 0,1 1-1 0 0,-1 0 1 0 0,1-1 0 0 0,0 1-1 0 0,-1 0 1 0 0,1 0-1 0 0,-2-1 1 0 0,-12 13-92 0 0,12-8 111 0 0,3 12-3 0 0,22 15 70 0 0,-19-24-77 0 0,1 0 0 0 0,0 0 0 0 0,0 0 0 0 0,1-1 0 0 0,-1 0 0 0 0,1 0 0 0 0,1 0 0 0 0,-1-1 0 0 0,1 0 0 0 0,0 0 0 0 0,0-1 0 0 0,0 1 0 0 0,11 3 0 0 0,-3-3-6 0 0,-1-2 1 0 0,1 1 0 0 0,-1-2-1 0 0,1 0 1 0 0,0-1 0 0 0,0 0 0 0 0,0-1-1 0 0,0-1 1 0 0,0 0 0 0 0,17-4-1 0 0,-20 2-2 0 0,0 0 0 0 0,0-1 0 0 0,0 0 0 0 0,-1 0 0 0 0,0-1 0 0 0,0-1 0 0 0,0 0 0 0 0,0 0 0 0 0,-1-1 0 0 0,0-1 0 0 0,-1 0 0 0 0,17-17 0 0 0,-25 25-3 0 0,2-4 9 0 0,1 1 1 0 0,-1-1-1 0 0,0 0 1 0 0,0 0 0 0 0,0 0-1 0 0,0 0 1 0 0,-1-1 0 0 0,0 1-1 0 0,0-1 1 0 0,0 1-1 0 0,0-1 1 0 0,-1 0 0 0 0,0 0-1 0 0,1-5 1 0 0,-2 8-25 0 0,-15-21-15 0 0,10 22 30 0 0,1 0 1 0 0,-1 1-1 0 0,1-1 1 0 0,0 1-1 0 0,-1 0 1 0 0,1 0-1 0 0,-1 1 0 0 0,1-1 1 0 0,-1 1-1 0 0,1 0 1 0 0,0 0-1 0 0,-1 1 1 0 0,1-1-1 0 0,0 1 1 0 0,0 0-1 0 0,0 0 1 0 0,0 0-1 0 0,0 1 1 0 0,1-1-1 0 0,-1 1 1 0 0,1 0-1 0 0,-5 4 0 0 0,0 2 8 0 0,-1 1 0 0 0,2-1-1 0 0,0 1 1 0 0,0 0 0 0 0,-11 23-1 0 0,16-31-6 0 0,1 1 0 0 0,-1 0 0 0 0,1 0 0 0 0,0 0 0 0 0,0 0 0 0 0,0 0-1 0 0,0 0 1 0 0,0 0 0 0 0,1 1 0 0 0,-1-1 0 0 0,1 0 0 0 0,0 0 0 0 0,0 1 0 0 0,0-1-1 0 0,1 0 1 0 0,-1 0 0 0 0,1 0 0 0 0,-1 0 0 0 0,1 1 0 0 0,0-1 0 0 0,0 0 0 0 0,1 0-1 0 0,-1 0 1 0 0,1-1 0 0 0,-1 1 0 0 0,1 0 0 0 0,0-1 0 0 0,0 1 0 0 0,0-1 0 0 0,0 1-1 0 0,0-1 1 0 0,1 0 0 0 0,-1 0 0 0 0,6 4 0 0 0,-2-3-25 0 0,1 0 1 0 0,-1 0 0 0 0,1 0-1 0 0,-1-1 1 0 0,1 0-1 0 0,0 0 1 0 0,0-1-1 0 0,0 0 1 0 0,0 0-1 0 0,0-1 1 0 0,0 0-1 0 0,0 0 1 0 0,0 0-1 0 0,13-3 1 0 0,-4-1-14 0 0,0-1 0 0 0,-1 0 0 0 0,0-1 0 0 0,0-1 0 0 0,-1 0 0 0 0,1-1 0 0 0,-2-1 0 0 0,1 0 0 0 0,-1-1 0 0 0,-1 0 0 0 0,1-1 0 0 0,-2 0 0 0 0,0-1 0 0 0,10-14 0 0 0,-20 25 60 0 0,1-2 6 0 0,0 1 0 0 0,0-1 0 0 0,0 0 0 0 0,0 1 1 0 0,1 0-1 0 0,-1-1 0 0 0,1 1 0 0 0,-1 0 1 0 0,6-3-1 0 0,-6 4 18 0 0,36 41 117 0 0,-35-38-124 0 0,0-1 0 0 0,0 1 0 0 0,0 0 0 0 0,0-1 1 0 0,0 1-1 0 0,0-1 0 0 0,1 0 0 0 0,-1 0 0 0 0,1 0 0 0 0,-1-1 0 0 0,1 1 0 0 0,-1-1 0 0 0,1 0 0 0 0,-1 0 0 0 0,1 0 0 0 0,-1 0 0 0 0,1-1 0 0 0,-1 0 0 0 0,1 1 0 0 0,-1-1 0 0 0,1 0 0 0 0,3-2 0 0 0,34-3 738 0 0,-38 6-705 0 0,38 11-1243 0 0,-23-3-4498 0 0</inkml:trace>
</inkml:ink>
</file>

<file path=ppt/ink/ink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17 876 0 0,'0'0'2241'0'0,"-11"-17"1711"0"0,8 18-3631 0 0,0-1 1 0 0,0 0-1 0 0,1 1 1 0 0,-1 0 0 0 0,0-1-1 0 0,0 1 1 0 0,1 0 0 0 0,-1 1-1 0 0,1-1 1 0 0,-1 0-1 0 0,1 1 1 0 0,-1-1 0 0 0,1 1-1 0 0,-4 4 1 0 0,3-4-130 0 0,0 2 1 0 0,0-1-1 0 0,0 0 1 0 0,1 0-1 0 0,-1 1 1 0 0,1 0-1 0 0,0-1 1 0 0,0 1-1 0 0,0 0 1 0 0,1 0-1 0 0,-1 0 1 0 0,1 0-1 0 0,0 0 1 0 0,0 0-1 0 0,0 8 1 0 0,1-10-184 0 0,0 0 0 0 0,1-1 1 0 0,-1 1-1 0 0,1-1 1 0 0,-1 1-1 0 0,1 0 0 0 0,-1-1 1 0 0,1 1-1 0 0,0-1 0 0 0,0 0 1 0 0,0 1-1 0 0,0-1 1 0 0,0 0-1 0 0,0 1 0 0 0,0-1 1 0 0,1 0-1 0 0,-1 0 0 0 0,0 0 1 0 0,0 0-1 0 0,1 0 1 0 0,-1 0-1 0 0,1-1 0 0 0,-1 1 1 0 0,1 0-1 0 0,-1-1 0 0 0,1 1 1 0 0,0-1-1 0 0,-1 0 1 0 0,1 1-1 0 0,-1-1 0 0 0,1 0 1 0 0,0 0-1 0 0,2 0 0 0 0,4 1-65 0 0,0-1 0 0 0,-1 0 0 0 0,1-1 0 0 0,0 0 0 0 0,12-2 0 0 0,-7-1 32 0 0,-1-1-1 0 0,1 0 0 0 0,-1-1 0 0 0,0 0 1 0 0,0-1-1 0 0,-1 0 0 0 0,1-1 1 0 0,13-12-1 0 0,-19 14 536 0 0,0 0-1 0 0,-1 0 1 0 0,0-1 0 0 0,9-12-1 0 0,-15 18-407 0 0,1 1-1 0 0,0 0 0 0 0,0 0 1 0 0,-1-1-1 0 0,1 1 0 0 0,0 0 0 0 0,-1 0 1 0 0,1-1-1 0 0,0 1 0 0 0,-1 0 1 0 0,1 0-1 0 0,0 0 0 0 0,-1-1 1 0 0,1 1-1 0 0,-1 0 0 0 0,1 0 1 0 0,0 0-1 0 0,-1 0 0 0 0,1 0 1 0 0,-1 0-1 0 0,1 0 0 0 0,0 0 1 0 0,-1 0-1 0 0,1 0 0 0 0,-1 0 1 0 0,1 0-1 0 0,0 0 0 0 0,-1 1 1 0 0,1-1-1 0 0,0 0 0 0 0,-1 0 0 0 0,1 0 1 0 0,-1 0-1 0 0,1 1 0 0 0,0-1 1 0 0,-1 0-1 0 0,1 0 0 0 0,0 1 1 0 0,0-1-1 0 0,-1 0 0 0 0,1 1 1 0 0,-1-1-1 0 0,0 1-99 0 0,-1 0-1 0 0,0 0 1 0 0,1 0-1 0 0,-1 0 1 0 0,0 0 0 0 0,1 1-1 0 0,-1-1 1 0 0,1 0 0 0 0,0 1-1 0 0,-1-1 1 0 0,1 1 0 0 0,0-1-1 0 0,0 1 1 0 0,0 0-1 0 0,0-1 1 0 0,-1 4 0 0 0,1-3-132 0 0,0 0 0 0 0,1 0 0 0 0,-1 1 1 0 0,1-1-1 0 0,0 0 0 0 0,-1 0 0 0 0,1 0 0 0 0,0 1 1 0 0,0-1-1 0 0,1 0 0 0 0,-1 0 0 0 0,0 1 0 0 0,1-1 1 0 0,-1 0-1 0 0,1 0 0 0 0,0 0 0 0 0,0 0 1 0 0,0 0-1 0 0,0 0 0 0 0,0 0 0 0 0,0 0 0 0 0,0 0 1 0 0,1 0-1 0 0,-1-1 0 0 0,1 1 0 0 0,-1-1 0 0 0,1 1 1 0 0,1 1-1 0 0,1 0-762 0 0,1-1 1 0 0,-1 0-1 0 0,0 1 0 0 0,0-1 1 0 0,1-1-1 0 0,-1 1 0 0 0,1-1 1 0 0,0 1-1 0 0,-1-1 0 0 0,1-1 1 0 0,7 2-1 0 0,4-2-3221 0 0</inkml:trace>
</inkml:ink>
</file>

<file path=ppt/ink/ink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5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55 295 1068 0 0,'-1'-7'9800'0'0,"-1"7"-9823"0"0,0 0 186 0 0,-1 1 1 0 0,1-1 0 0 0,0 0 0 0 0,0 1 0 0 0,-1 0 0 0 0,1-1 0 0 0,0 1 0 0 0,0 0 0 0 0,0 0 0 0 0,0 0 0 0 0,0 0 0 0 0,0 1 0 0 0,0-1 0 0 0,0 0 0 0 0,1 1 0 0 0,-1 0 0 0 0,0-1-1 0 0,1 1 1 0 0,-1 0 0 0 0,1 0 0 0 0,0 0 0 0 0,0 0 0 0 0,-1 0 0 0 0,1 0 0 0 0,0 0 0 0 0,1 0 0 0 0,-1 0 0 0 0,0 0 0 0 0,0 3 0 0 0,1-3 168 0 0,0-1-319 0 0,0-1 1 0 0,0 1-1 0 0,-1-1 1 0 0,1 1 0 0 0,0-1-1 0 0,0 0 1 0 0,0 1-1 0 0,0-1 1 0 0,0 1-1 0 0,0-1 1 0 0,0 1 0 0 0,0-1-1 0 0,0 1 1 0 0,0-1-1 0 0,0 1 1 0 0,0-1-1 0 0,0 1 1 0 0,1-1-1 0 0,-1 1 1 0 0,0-1 0 0 0,0 0-1 0 0,0 1 1 0 0,1-1-1 0 0,-1 1 1 0 0,0-1-1 0 0,0 0 1 0 0,1 1-1 0 0,-1-1 1 0 0,0 0 0 0 0,1 1-1 0 0,-1-1 1 0 0,0 0-1 0 0,1 1 1 0 0,-1-1-1 0 0,1 0 1 0 0,-1 0-1 0 0,1 1 1 0 0,-1-1 0 0 0,0 0-1 0 0,1 0 1 0 0,-1 0-1 0 0,1 0 1 0 0,-1 0-1 0 0,1 0 1 0 0,-1 0-1 0 0,1 0 1 0 0,0 0 0 0 0,26 7-166 0 0,-22-7 94 0 0,0-1 1 0 0,0 1-1 0 0,0-1 0 0 0,0 0 0 0 0,0-1 1 0 0,0 1-1 0 0,0-1 0 0 0,0 0 0 0 0,0 0 1 0 0,0 0-1 0 0,-1-1 0 0 0,1 0 0 0 0,3-3 1 0 0,1-1-14 0 0,-1-1 0 0 0,0 1 0 0 0,-1-1 0 0 0,0-1 0 0 0,11-16 0 0 0,-2-3 171 0 0,-1 0 1 0 0,-1 0 0 0 0,13-45 0 0 0,-21 55 822 0 0,-1 0 1 0 0,-1 0 0 0 0,2-28-1 0 0,-6 44-539 0 0,0 1-357 0 0,0 1 0 0 0,0 0 0 0 0,0 0 0 0 0,0-1 0 0 0,0 1 0 0 0,0 0 0 0 0,0-1 0 0 0,0 1 0 0 0,0 0 0 0 0,-1 0 0 0 0,1-1 0 0 0,0 1 0 0 0,0 0 0 0 0,0 0 0 0 0,0-1 0 0 0,-1 1 1 0 0,1 0-1 0 0,0 0 0 0 0,0-1 0 0 0,0 1 0 0 0,-1 0 0 0 0,1 0 0 0 0,0 0 0 0 0,-1 0 0 0 0,1 0 0 0 0,0-1 0 0 0,0 1 0 0 0,-1 0 0 0 0,1 0 0 0 0,0 0 0 0 0,-1 0 0 0 0,1 0 0 0 0,0 0 0 0 0,0 0 0 0 0,-1 0 0 0 0,1 0 0 0 0,0 0 0 0 0,-1 0 0 0 0,1 0 0 0 0,0 0 0 0 0,0 0 0 0 0,-1 0 0 0 0,1 0 0 0 0,0 1 0 0 0,-1-1 0 0 0,1 0 0 0 0,0 0 0 0 0,0 0 0 0 0,-1 0 0 0 0,1 0 0 0 0,0 1 0 0 0,-1-1 0 0 0,-6 7 101 0 0,0 0-1 0 0,0 0 1 0 0,0 0-1 0 0,1 1 1 0 0,0 0-1 0 0,0 1 0 0 0,1-1 1 0 0,0 1-1 0 0,0 0 1 0 0,1 0-1 0 0,1 0 1 0 0,-1 1-1 0 0,-1 10 1 0 0,1-4-720 0 0,1-1 1 0 0,1 1 0 0 0,-1 17-1 0 0,3-17-2373 0 0,1 0 1 0 0,0 0-1 0 0,3 16 0 0 0,-1-15-2004 0 0</inkml:trace>
</inkml:ink>
</file>

<file path=ppt/ink/ink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7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404 93 116 0 0,'0'0'676'0'0,"-8"-40"4030"0"0,7 38-4533 0 0,1-1 0 0 0,-1 1 1 0 0,0 0-1 0 0,1 0 0 0 0,-1-1 0 0 0,0 1 1 0 0,0 0-1 0 0,-1 0 0 0 0,1 0 1 0 0,0 1-1 0 0,-1-1 0 0 0,1 0 0 0 0,-1 0 1 0 0,0 1-1 0 0,1-1 0 0 0,-1 1 0 0 0,0-1 1 0 0,0 1-1 0 0,-4-2 0 0 0,1 0-10 0 0,-1 1 0 0 0,1 0 0 0 0,-1 1 0 0 0,0-1 0 0 0,1 1 0 0 0,-1 0 0 0 0,-12 0 0 0 0,6 1-59 0 0,0 0 0 0 0,-1 1 0 0 0,1 0 0 0 0,0 2 0 0 0,0-1 0 0 0,0 1 0 0 0,-17 7 0 0 0,10-1 101 0 0,1 1 0 0 0,0 1 0 0 0,0 0-1 0 0,1 1 1 0 0,1 1 0 0 0,-25 25 0 0 0,36-32-142 0 0,-1 0 0 0 0,2 1 0 0 0,-1-1 0 0 0,0 1 0 0 0,1 0 0 0 0,1 0-1 0 0,-1 0 1 0 0,1 1 0 0 0,-2 8 0 0 0,4-12-31 0 0,0 1 0 0 0,0-1 0 0 0,1 1-1 0 0,-1 0 1 0 0,1-1 0 0 0,0 1 0 0 0,1 0 0 0 0,-1-1-1 0 0,1 1 1 0 0,0-1 0 0 0,0 1 0 0 0,0-1-1 0 0,1 1 1 0 0,0-1 0 0 0,0 0 0 0 0,4 8 0 0 0,-3-7-13 0 0,0-1 1 0 0,1 1 0 0 0,-1-1 0 0 0,1 0 0 0 0,0 0 0 0 0,0-1-1 0 0,1 1 1 0 0,-1-1 0 0 0,1 0 0 0 0,-1 0 0 0 0,1 0 0 0 0,0 0-1 0 0,0-1 1 0 0,0 0 0 0 0,1 0 0 0 0,-1 0 0 0 0,0-1 0 0 0,1 0-1 0 0,-1 0 1 0 0,1 0 0 0 0,-1-1 0 0 0,1 0 0 0 0,-1 0 0 0 0,1 0-1 0 0,0-1 1 0 0,-1 1 0 0 0,6-3 0 0 0,2 0-3 0 0,0 0-1 0 0,-1-1 1 0 0,0 0 0 0 0,0-1 0 0 0,0 0 0 0 0,-1-1-1 0 0,1-1 1 0 0,-1 0 0 0 0,-1 0 0 0 0,15-13 0 0 0,-15 10 4 0 0,-1 1 1 0 0,-1-1 0 0 0,1 0 0 0 0,-2-1 0 0 0,1 0 0 0 0,5-13-1 0 0,-12 22 2 0 0,-1 1-11 0 0,6-11 40 0 0,-6 12-52 0 0,1 0 0 0 0,-1 0 1 0 0,1-1-1 0 0,-1 1 1 0 0,1 0-1 0 0,-1 0 0 0 0,1 0 1 0 0,-1 0-1 0 0,1 0 1 0 0,-1 0-1 0 0,0 1 0 0 0,1-1 1 0 0,-1 0-1 0 0,1 0 1 0 0,-1 0-1 0 0,1 0 0 0 0,-1 1 1 0 0,1-1-1 0 0,-1 0 1 0 0,1 0-1 0 0,-1 1 0 0 0,0-1 1 0 0,1 0-1 0 0,-1 1 1 0 0,0-1-1 0 0,1 0 0 0 0,-1 1 1 0 0,0-1-1 0 0,1 0 0 0 0,-1 1 1 0 0,0-1-1 0 0,0 1 1 0 0,1-1-1 0 0,-1 1 0 0 0,0-1 1 0 0,0 1-1 0 0,0-1 1 0 0,0 1-1 0 0,0-1 0 0 0,1 1 1 0 0,-1-1-1 0 0,0 1 1 0 0,4 6 3 0 0,-3-4 3 0 0,0 0 1 0 0,0 0-1 0 0,0-1 1 0 0,1 1-1 0 0,-1-1 1 0 0,1 1-1 0 0,0-1 1 0 0,0 0-1 0 0,0 0 1 0 0,0 0-1 0 0,0 0 1 0 0,1 0-1 0 0,-1 0 1 0 0,0 0-1 0 0,5 1 1 0 0,-6-2 16 0 0,0-1-21 0 0,0 1 0 0 0,0-1 0 0 0,0 0 0 0 0,0 0 1 0 0,0 0-1 0 0,0 1 0 0 0,0-1 0 0 0,0 0 0 0 0,-1 0 1 0 0,1 0-1 0 0,0-1 0 0 0,0 1 0 0 0,0 0 0 0 0,0 0 0 0 0,0 0 1 0 0,0-1-1 0 0,0 1 0 0 0,0 0 0 0 0,0-1 0 0 0,-1 1 1 0 0,1-1-1 0 0,0 1 0 0 0,0-1 0 0 0,-1 1 0 0 0,2-2 1 0 0,22-10 33 0 0,-15 5-29 0 0,0 0 1 0 0,0-1-1 0 0,-1 0 0 0 0,-1 0 1 0 0,9-11-1 0 0,-10 11-5 0 0,1 0 1 0 0,0 0-1 0 0,1 0 0 0 0,0 1 0 0 0,11-8 0 0 0,-15 13-5 0 0,-1 0 1 0 0,1 0-1 0 0,-1 1 1 0 0,1-1-1 0 0,0 1 0 0 0,-1 0 1 0 0,1 0-1 0 0,0 0 1 0 0,0 0-1 0 0,0 1 0 0 0,0 0 1 0 0,0-1-1 0 0,0 1 1 0 0,0 1-1 0 0,-1-1 0 0 0,1 1 1 0 0,5 1-1 0 0,3 1-2 0 0,0 2 0 0 0,-1-1 0 0 0,0 2 0 0 0,11 6 0 0 0,27 11 21 0 0,-36-19-9 0 0,29 9 9 0 0,61 10 0 0 0,-91-21-5 0 0,-1 0 0 0 0,1-1-1 0 0,0-1 1 0 0,0 0-1 0 0,0 0 1 0 0,0-1 0 0 0,-1-1-1 0 0,1 0 1 0 0,0-1-1 0 0,16-5 1 0 0,-25 6 58 0 0,-1 1 1 0 0,1-1-1 0 0,-1 0 1 0 0,1 0-1 0 0,-1 0 1 0 0,0 0-1 0 0,0 0 1 0 0,0-1-1 0 0,0 1 0 0 0,0-1 1 0 0,0 1-1 0 0,-1-1 1 0 0,1 1-1 0 0,-1-1 1 0 0,0 0-1 0 0,0 0 1 0 0,0 0-1 0 0,0 0 0 0 0,0 0 1 0 0,-1 0-1 0 0,1 0 1 0 0,-1 0-1 0 0,0 0 1 0 0,0 0-1 0 0,0 0 0 0 0,0 0 1 0 0,0 0-1 0 0,-1 0 1 0 0,0 0-1 0 0,1 0 1 0 0,-1 0-1 0 0,0 0 1 0 0,0 0-1 0 0,-1 1 0 0 0,1-1 1 0 0,0 0-1 0 0,-1 1 1 0 0,0-1-1 0 0,-3-4 1 0 0,4 6 78 0 0,1 1-139 0 0,0 0 0 0 0,0 0-1 0 0,0-1 1 0 0,0 1 0 0 0,0 0 0 0 0,0 0 0 0 0,0-1-1 0 0,0 1 1 0 0,0 0 0 0 0,1 0 0 0 0,-1-1 0 0 0,0 1-1 0 0,0 0 1 0 0,0 0 0 0 0,0 0 0 0 0,0-1 0 0 0,1 1 0 0 0,-1 0-1 0 0,0 0 1 0 0,0 0 0 0 0,0 0 0 0 0,1-1 0 0 0,-1 1-1 0 0,0 0 1 0 0,0 0 0 0 0,0 0 0 0 0,1 0 0 0 0,-1 0-1 0 0,0 0 1 0 0,0 0 0 0 0,1-1 0 0 0,-1 1 0 0 0,0 0-1 0 0,1 0 1 0 0,-1 0 0 0 0,0 0 0 0 0,0 0 0 0 0,1 0-1 0 0,-1 0 1 0 0,0 0 0 0 0,0 1 0 0 0,1-1 0 0 0,19 6-221 0 0,30 21-1441 0 0,-34-18 657 0 0,73 35-7604 0 0,-55-28 4601 0 0</inkml:trace>
</inkml:ink>
</file>

<file path=ppt/ink/ink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8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17 483 84 0 0,'-3'11'756'0'0,"1"-1"0"0"0,1 1 0 0 0,-1 0 0 0 0,2 0 0 0 0,0-1 0 0 0,0 1 0 0 0,1 0 1 0 0,0 0-1 0 0,4 17 0 0 0,-4-27-264 0 0,-1-1-407 0 0,0 1-1 0 0,0-1 1 0 0,0 1-1 0 0,0-1 1 0 0,1 1-1 0 0,-1-1 1 0 0,0 1-1 0 0,0-1 1 0 0,0 1-1 0 0,1-1 1 0 0,-1 0-1 0 0,0 1 1 0 0,1-1-1 0 0,-1 1 1 0 0,0-1-1 0 0,1 0 1 0 0,-1 1-1 0 0,1-1 1 0 0,-1 0-1 0 0,0 0 1 0 0,1 1-1 0 0,-1-1 1 0 0,1 0-1 0 0,-1 0 1 0 0,1 0-1 0 0,-1 1 1 0 0,1-1-1 0 0,-1 0 1 0 0,1 0-1 0 0,-1 0 1 0 0,2 0-1 0 0,8-11 117 0 0,-1 0 0 0 0,0-1 0 0 0,0-1 0 0 0,-1 1 0 0 0,0-1 0 0 0,-2-1 0 0 0,1 1 0 0 0,-2-1 0 0 0,1 0 0 0 0,5-26 0 0 0,1-15 233 0 0,9-87 1 0 0,-17 107-337 0 0,-2-1 0 0 0,-1 0 0 0 0,-2 0 0 0 0,-8-58 0 0 0,9 93-96 0 0,0 1-1 0 0,0-1 1 0 0,0 0 0 0 0,0 1 0 0 0,0-1 0 0 0,0 0 0 0 0,0 1 0 0 0,0-1 0 0 0,0 1-1 0 0,-1-1 1 0 0,1 0 0 0 0,0 1 0 0 0,0-1 0 0 0,-1 1 0 0 0,1-1 0 0 0,0 1-1 0 0,0-1 1 0 0,-1 1 0 0 0,1-1 0 0 0,-1 1 0 0 0,1-1 0 0 0,0 1 0 0 0,-1-1 0 0 0,1 1-1 0 0,-1-1 1 0 0,1 1 0 0 0,-1 0 0 0 0,1-1 0 0 0,-1 1 0 0 0,1 0 0 0 0,-1 0 0 0 0,0-1-1 0 0,1 1 1 0 0,-1 0 0 0 0,1 0 0 0 0,-1 0 0 0 0,0 0 0 0 0,1 0 0 0 0,-2 0 0 0 0,0 1 0 0 0,0 0 1 0 0,0 0 0 0 0,0 0-1 0 0,0 1 1 0 0,0-1 0 0 0,1 1 0 0 0,-1 0-1 0 0,1-1 1 0 0,-1 1 0 0 0,1 0-1 0 0,-2 2 1 0 0,-32 59 32 0 0,21-35-16 0 0,2 1 1 0 0,1 1 0 0 0,2 0 0 0 0,1 0-1 0 0,1 1 1 0 0,2 0 0 0 0,1 0-1 0 0,1 1 1 0 0,1-1 0 0 0,2 1-1 0 0,2-1 1 0 0,1 0 0 0 0,1 1 0 0 0,1-1-1 0 0,15 45 1 0 0,-15-60-16 0 0,2 1 0 0 0,0-1 0 0 0,0-1 0 0 0,2 1 0 0 0,0-1 0 0 0,0-1 1 0 0,2 0-1 0 0,14 16 0 0 0,-21-26 0 0 0,-1 0 0 0 0,1-1 0 0 0,1 0 0 0 0,-1 1 0 0 0,0-2 0 0 0,1 1 0 0 0,-1 0-1 0 0,1-1 1 0 0,0 0 0 0 0,0 0 0 0 0,0 0 0 0 0,0-1 0 0 0,0 1 0 0 0,0-1 0 0 0,0-1 0 0 0,1 1 0 0 0,-1-1 0 0 0,0 1 0 0 0,1-2 0 0 0,-1 1 0 0 0,0 0 0 0 0,0-1 0 0 0,0 0 0 0 0,1 0 0 0 0,-1-1 0 0 0,0 0 0 0 0,0 0 0 0 0,-1 0 0 0 0,1 0 0 0 0,0-1 0 0 0,7-5 0 0 0,3-2 7 0 0,-1 0 0 0 0,0-1 0 0 0,-1-1 0 0 0,0-1-1 0 0,-1 1 1 0 0,-1-2 0 0 0,0 0 0 0 0,11-18 0 0 0,-21 30 16 0 0,0 0 0 0 0,0-1-1 0 0,0 1 1 0 0,1 0 0 0 0,-1 0 0 0 0,1 1 0 0 0,-1-1 0 0 0,1 0-1 0 0,-1 0 1 0 0,1 1 0 0 0,0-1 0 0 0,0 1 0 0 0,0-1-1 0 0,0 1 1 0 0,2-1 0 0 0,-2 2-13 0 0,0 1-1 0 0,0 0 1 0 0,-1 0-1 0 0,1 0 1 0 0,0 0 0 0 0,-1 0-1 0 0,1 0 1 0 0,0 0-1 0 0,-1 1 1 0 0,0-1 0 0 0,1 1-1 0 0,-1-1 1 0 0,0 1 0 0 0,1-1-1 0 0,0 3 1 0 0,1 0-14 0 0,2 1 18 0 0,1 0 0 0 0,-1 0-1 0 0,1-1 1 0 0,0 0 0 0 0,0 0-1 0 0,1 0 1 0 0,-1 0 0 0 0,1-1-1 0 0,-1-1 1 0 0,1 1 0 0 0,0-1-1 0 0,14 3 1 0 0,-19-5 19 0 0,2-7 3 0 0,-3 7-34 0 0,-1 0 0 0 0,1-1 0 0 0,-1 1 0 0 0,1-1 0 0 0,-1 1 0 0 0,1-1 1 0 0,-1 1-1 0 0,1-1 0 0 0,-1 1 0 0 0,0-1 0 0 0,1 1 0 0 0,-1-1 0 0 0,0 0 1 0 0,0 1-1 0 0,0-1 0 0 0,1 0 0 0 0,-1 1 0 0 0,0-1 0 0 0,0 1 0 0 0,0-1 0 0 0,0 0 1 0 0,0 1-1 0 0,0-1 0 0 0,0 0 0 0 0,0 1 0 0 0,0-1 0 0 0,0 0 0 0 0,0 1 1 0 0,-1-1-1 0 0,1 0 0 0 0,0 1 0 0 0,-1-2 0 0 0,-3-7 32 0 0,-2 0-1 0 0,1-1 0 0 0,-1 2 1 0 0,0-1-1 0 0,-1 1 1 0 0,0 0-1 0 0,-11-10 1 0 0,10 5 6 0 0,1 0-1549 0 0</inkml:trace>
</inkml:ink>
</file>

<file path=ppt/ink/ink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6:59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89 292 0 0,'23'9'7327'0'0,"-19"115"-1097"0"0,-4-123-6201 0 0,0 0 0 0 0,0 0 0 0 0,0 0-1 0 0,0 0 1 0 0,0 0 0 0 0,0 0 0 0 0,0 0 0 0 0,1-1-1 0 0,-1 1 1 0 0,0 0 0 0 0,1 0 0 0 0,-1 0 0 0 0,1 0-1 0 0,-1 0 1 0 0,1 0 0 0 0,-1-1 0 0 0,1 1 0 0 0,0 0-1 0 0,-1 0 1 0 0,1-1 0 0 0,0 1 0 0 0,0 0 0 0 0,-1-1-1 0 0,1 1 1 0 0,0-1 0 0 0,0 1 0 0 0,0-1-1 0 0,0 1 1 0 0,0-1 0 0 0,0 0 0 0 0,0 1 0 0 0,0-1-1 0 0,0 0 1 0 0,0 0 0 0 0,0 0 0 0 0,0 0 0 0 0,0 0-1 0 0,0 0 1 0 0,0 0 0 0 0,0 0 0 0 0,0 0 0 0 0,0 0-1 0 0,0-1 1 0 0,-1 1 0 0 0,1 0 0 0 0,0-1 0 0 0,0 1-1 0 0,0 0 1 0 0,0-1 0 0 0,0 1 0 0 0,1-2 0 0 0,8-3 90 0 0,0-1 0 0 0,0 0 0 0 0,14-11 0 0 0,-15 9-6 0 0,-6 7-101 0 0,0-1 0 0 0,0 1 0 0 0,0-1 0 0 0,0 1 0 0 0,0 0 0 0 0,0 0 1 0 0,1 0-1 0 0,-1 1 0 0 0,0-1 0 0 0,0 1 0 0 0,1 0 0 0 0,-1 0 0 0 0,0 0 0 0 0,1 0 0 0 0,5 2 0 0 0,56 17 80 0 0,-17-4-110 0 0,-37-13 37 0 0,1 0 0 0 0,-1-1-1 0 0,1 0 1 0 0,0 0 0 0 0,-1-2 0 0 0,1 1 0 0 0,-1-1 0 0 0,1-1-1 0 0,0 0 1 0 0,-1-1 0 0 0,19-7 0 0 0,-26 8 59 0 0,1 1 0 0 0,-1-2-1 0 0,0 1 1 0 0,0 0 0 0 0,0-1 0 0 0,0 0 0 0 0,0 0-1 0 0,-1 0 1 0 0,1 0 0 0 0,-1-1 0 0 0,0 0 0 0 0,0 1-1 0 0,0-1 1 0 0,0 0 0 0 0,-1 0 0 0 0,0-1 0 0 0,0 1 0 0 0,0 0-1 0 0,0-1 1 0 0,0 1 0 0 0,-1-1 0 0 0,0 1 0 0 0,0-1-1 0 0,0 0 1 0 0,-1 0 0 0 0,0 1 0 0 0,0-1 0 0 0,0 0-1 0 0,0 0 1 0 0,-2-9 0 0 0,0 3 208 0 0,-1 0 0 0 0,1 0 0 0 0,-2 1 0 0 0,0-1 0 0 0,-9-18 0 0 0,12 28-356 0 0,-1 2-1467 0 0,1-1 1384 0 0,-1 0 0 0 0,1 1 0 0 0,0 0 0 0 0,0-1 1 0 0,0 1-1 0 0,0 0 0 0 0,0 0 0 0 0,0-1 0 0 0,0 1 1 0 0,0 0-1 0 0,0 0 0 0 0,0 0 0 0 0,0 0 0 0 0,1 0 1 0 0,-1 1-1 0 0,0-1 0 0 0,1 0 0 0 0,-1 0 0 0 0,1 0 1 0 0,-2 3-1 0 0,-1 13-8318 0 0,3-3 4381 0 0</inkml:trace>
</inkml:ink>
</file>

<file path=ppt/ink/ink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1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298 104 528 0 0,'-11'-39'4821'0'0,"10"35"-4586"0"0,0 1-1 0 0,0 0 1 0 0,0 0 0 0 0,0 0-1 0 0,-1 0 1 0 0,1 0 0 0 0,-1 0-1 0 0,0 1 1 0 0,0-1-1 0 0,0 0 1 0 0,0 1 0 0 0,0 0-1 0 0,-1-1 1 0 0,1 1 0 0 0,-5-3-1 0 0,1 2-64 0 0,1 0-1 0 0,0 1 1 0 0,-1 0-1 0 0,1 0 1 0 0,-1 1-1 0 0,0-1 1 0 0,1 1-1 0 0,-8 0 1 0 0,6 1-78 0 0,0 0 0 0 0,0 0 0 0 0,0 1 0 0 0,0 0 1 0 0,0 0-1 0 0,0 1 0 0 0,0 0 0 0 0,1 0 0 0 0,-1 1 0 0 0,1-1 0 0 0,-1 2 0 0 0,1-1 1 0 0,0 0-1 0 0,0 1 0 0 0,1 0 0 0 0,-1 1 0 0 0,1-1 0 0 0,0 1 0 0 0,0 0 0 0 0,0 1 1 0 0,-4 6-1 0 0,2-3-19 0 0,0 0 0 0 0,1 0 0 0 0,1 1 1 0 0,-1 0-1 0 0,2-1 0 0 0,-1 2 0 0 0,1-1 0 0 0,1 0 0 0 0,0 1 1 0 0,0 0-1 0 0,1 0 0 0 0,-1 15 0 0 0,3-23-53 0 0,0 0 0 0 0,0 1 0 0 0,1-1 0 0 0,-1 0 0 0 0,0 0 0 0 0,1 0 0 0 0,0 0 0 0 0,0 0 0 0 0,0 0 0 0 0,3 4 0 0 0,-4-6-8 0 0,1 0-1 0 0,0 0 1 0 0,0 0-1 0 0,-1 0 1 0 0,1 0-1 0 0,0 0 1 0 0,0 0-1 0 0,0 0 1 0 0,0-1-1 0 0,0 1 1 0 0,0 0 0 0 0,0-1-1 0 0,1 1 1 0 0,-1-1-1 0 0,0 1 1 0 0,0-1-1 0 0,0 0 1 0 0,0 1-1 0 0,2-1 1 0 0,1 0 2 0 0,0-1 1 0 0,-1 1-1 0 0,1-1 0 0 0,0 1 1 0 0,-1-1-1 0 0,1-1 0 0 0,0 1 1 0 0,-1 0-1 0 0,0-1 0 0 0,1 0 1 0 0,-1 1-1 0 0,0-1 0 0 0,0-1 1 0 0,0 1-1 0 0,5-5 0 0 0,40-35 41 0 0,-25 19-39 0 0,2 1 0 0 0,1 1 0 0 0,0 2 0 0 0,37-21 0 0 0,-56 36-14 0 0,-4 3-3 0 0,-1-1 0 0 0,1 1 0 0 0,0 0 0 0 0,-1 0 0 0 0,1 0 0 0 0,0 0 1 0 0,0 1-1 0 0,0-1 0 0 0,-1 1 0 0 0,1-1 0 0 0,0 1 0 0 0,0 0 0 0 0,0 0 0 0 0,0 1 0 0 0,0-1 0 0 0,-1 0 0 0 0,1 1 1 0 0,3 1-1 0 0,-1-1-4 0 0,0 1-1 0 0,0 0 1 0 0,0 0 0 0 0,0 1 0 0 0,-1 0 0 0 0,1-1 0 0 0,-1 1 0 0 0,1 1 0 0 0,-1-1 0 0 0,0 1 0 0 0,-1-1-1 0 0,1 1 1 0 0,-1 0 0 0 0,1 0 0 0 0,-1 1 0 0 0,4 8 0 0 0,-4-8 70 0 0,1 0-1 0 0,-1 0 1 0 0,1 0-1 0 0,0 0 1 0 0,0-1 0 0 0,1 1-1 0 0,-1-1 1 0 0,1 0-1 0 0,0 0 1 0 0,9 4 0 0 0,-10-7-7 0 0,0 0 0 0 0,0-1 0 0 0,0 1 0 0 0,0-1 1 0 0,0 0-1 0 0,-1-1 0 0 0,1 1 0 0 0,0-1 0 0 0,0 1 1 0 0,0-1-1 0 0,0 0 0 0 0,4-2 0 0 0,49-21 234 0 0,-48 21-236 0 0,-4 0-115 0 0,0 1 1 0 0,0 0-1 0 0,1 1 1 0 0,-1-1-1 0 0,0 1 1 0 0,1 0-1 0 0,0 1 1 0 0,-1-1-1 0 0,1 1 1 0 0,-1 0 0 0 0,10 2-1 0 0,20 7-2664 0 0,2 7-3847 0 0,-23-9 3114 0 0</inkml:trace>
</inkml:ink>
</file>

<file path=ppt/ink/ink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1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190 137 608 0 0,'0'-1'130'0'0,"0"1"1"0"0,0-1-1 0 0,0 1 0 0 0,0-1 0 0 0,0 1 0 0 0,0-1 1 0 0,1 1-1 0 0,-1-1 0 0 0,0 1 0 0 0,0-1 1 0 0,0 1-1 0 0,1 0 0 0 0,-1-1 0 0 0,0 1 0 0 0,1-1 1 0 0,-1 1-1 0 0,0 0 0 0 0,1-1 0 0 0,-1 1 1 0 0,0 0-1 0 0,1-1 0 0 0,-1 1 0 0 0,1 0 1 0 0,-1 0-1 0 0,1-1 0 0 0,-1 1 0 0 0,0 0 0 0 0,1 0 1 0 0,-1 0-1 0 0,1 0 0 0 0,-1 0 0 0 0,1 0 1 0 0,-1 0-1 0 0,1 0 0 0 0,-1 0 0 0 0,1 0 1 0 0,-1 0-1 0 0,1 0 0 0 0,-1 0 0 0 0,1 0 0 0 0,-1 0 1 0 0,1 0-1 0 0,17 22 1657 0 0,7 36-636 0 0,-8-7-287 0 0,-7-25-480 0 0,-1 0 1 0 0,-1 1-1 0 0,-2 0 1 0 0,0 0-1 0 0,2 46 0 0 0,-7-71-355 0 0,-1 0 0 0 0,0 0 0 0 0,0 0 0 0 0,0 0 0 0 0,0 0-1 0 0,0 0 1 0 0,-1 0 0 0 0,1 0 0 0 0,0-1 0 0 0,-1 1-1 0 0,1 0 1 0 0,-1 0 0 0 0,0 0 0 0 0,0 0 0 0 0,0 0 0 0 0,0-1-1 0 0,0 1 1 0 0,0 0 0 0 0,0-1 0 0 0,-1 1 0 0 0,1-1-1 0 0,0 1 1 0 0,-1-1 0 0 0,-1 2 0 0 0,1-3-5 0 0,-1 1 1 0 0,1-1-1 0 0,0 1 1 0 0,-1-1-1 0 0,1 0 1 0 0,0 0-1 0 0,-1 0 1 0 0,1 0-1 0 0,0 0 1 0 0,0-1-1 0 0,-1 1 1 0 0,1-1-1 0 0,0 1 1 0 0,0-1-1 0 0,-1 0 1 0 0,1 0-1 0 0,-2-1 1 0 0,-8-5 42 0 0,0 0 1 0 0,1 0 0 0 0,0-1 0 0 0,0-1-1 0 0,-15-15 1 0 0,15 12-28 0 0,1 0 0 0 0,0-1 0 0 0,1 0-1 0 0,0 0 1 0 0,1-1 0 0 0,0 0 0 0 0,2-1 0 0 0,-1 0 0 0 0,2 0 0 0 0,0 0 0 0 0,1 0-1 0 0,-4-25 1 0 0,7 31-33 0 0,1 1 0 0 0,0-1 0 0 0,0 1-1 0 0,0-1 1 0 0,1 0 0 0 0,1 1 0 0 0,0-1-1 0 0,0 1 1 0 0,0 0 0 0 0,1 0 0 0 0,0 0-1 0 0,1 0 1 0 0,0 0 0 0 0,0 1 0 0 0,0-1-1 0 0,1 1 1 0 0,0 0 0 0 0,1 1 0 0 0,-1-1-1 0 0,1 1 1 0 0,1 0 0 0 0,-1 1 0 0 0,1-1-1 0 0,0 1 1 0 0,8-4 0 0 0,-3 2-17 0 0,1 2 0 0 0,0-1 0 0 0,0 1 0 0 0,0 1 0 0 0,1 1 0 0 0,-1 0 0 0 0,1 0 0 0 0,0 1 0 0 0,0 1 0 0 0,0 0 1 0 0,0 1-1 0 0,0 1 0 0 0,0 0 0 0 0,0 1 0 0 0,0 1 0 0 0,-1 0 0 0 0,19 6 0 0 0,-8-1 0 0 0,-1 1 1 0 0,0 1-1 0 0,0 0 0 0 0,-1 2 1 0 0,0 1-1 0 0,-1 1 0 0 0,-1 0 1 0 0,37 35-1 0 0,-47-38 9 0 0,0-1 0 0 0,-1 1 0 0 0,0 1 0 0 0,-1 0 0 0 0,-1 0 0 0 0,0 1 0 0 0,0 0 0 0 0,-1 0 0 0 0,-1 0 0 0 0,0 1 0 0 0,-1-1 0 0 0,0 1 0 0 0,2 24 0 0 0,-5-30 1 0 0,-1 0-1 0 0,0 1 0 0 0,0-1 0 0 0,-1 0 0 0 0,0 0 0 0 0,-1 0 0 0 0,1 1 1 0 0,-1-1-1 0 0,-1 0 0 0 0,0-1 0 0 0,0 1 0 0 0,-1 0 0 0 0,1-1 0 0 0,-2 0 0 0 0,1 0 1 0 0,-1 0-1 0 0,0-1 0 0 0,0 1 0 0 0,-1-1 0 0 0,0 0 0 0 0,0-1 0 0 0,0 1 1 0 0,-1-1-1 0 0,0-1 0 0 0,-7 5 0 0 0,-16 7 9 0 0,-1-1 0 0 0,0-2 0 0 0,-1-1 0 0 0,0-2 0 0 0,-1-1 0 0 0,-48 8 0 0 0,31-11 54 0 0,1-1 0 0 0,-1-3 0 0 0,-89-6-1 0 0,131 3-202 0 0,0 1 0 0 0,-1-1 0 0 0,1 0 0 0 0,0-1-1 0 0,0 0 1 0 0,1 0 0 0 0,-1-1 0 0 0,0 0 0 0 0,1 0 0 0 0,-1 0-1 0 0,-9-8 1 0 0,31-6-1946 0 0,21-8-3265 0 0,-8 13 2290 0 0</inkml:trace>
</inkml:ink>
</file>

<file path=ppt/ink/ink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2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41 932 0 0,'0'0'968'0'0,"4"18"1457"0"0,-5-11-2203 0 0,1-1-1 0 0,-1 1 1 0 0,1 0-1 0 0,0-1 1 0 0,1 1-1 0 0,0 0 1 0 0,0-1-1 0 0,0 1 1 0 0,1-1-1 0 0,0 1 1 0 0,0-1-1 0 0,0 0 1 0 0,1 0 0 0 0,0 0-1 0 0,0 0 1 0 0,1 0-1 0 0,-1-1 1 0 0,1 0-1 0 0,0 1 1 0 0,1-1-1 0 0,8 7 1 0 0,-11-10-105 0 0,-1-1 0 0 0,1-1 1 0 0,-1 1-1 0 0,0 0 0 0 0,1 0 0 0 0,-1 0 0 0 0,1-1 1 0 0,0 1-1 0 0,-1-1 0 0 0,1 1 0 0 0,0-1 0 0 0,2 1 1 0 0,-3-1-96 0 0,0-1 0 0 0,-1 1 0 0 0,1 0 0 0 0,0 0 1 0 0,-1 0-1 0 0,1 0 0 0 0,-1-1 0 0 0,1 1 0 0 0,0 0 1 0 0,-1-1-1 0 0,1 1 0 0 0,-1 0 0 0 0,1-1 0 0 0,-1 1 1 0 0,1-1-1 0 0,-1 1 0 0 0,1-1 0 0 0,-1 1 0 0 0,1-1 1 0 0,-1 1-1 0 0,0-1 0 0 0,1 1 0 0 0,-1-1 0 0 0,0 1 1 0 0,0-1-1 0 0,1 0 0 0 0,-1 1 0 0 0,0-1 0 0 0,0 0 1 0 0,0 1-1 0 0,0-1 0 0 0,0 0 0 0 0,0 1 0 0 0,0-1 1 0 0,0 0-1 0 0,0 1 0 0 0,0-1 0 0 0,0 0 0 0 0,0 1 0 0 0,0-1 1 0 0,0 1-1 0 0,-1-2 0 0 0,-3-15 221 0 0,0 0 0 0 0,-1 0 0 0 0,-1 1 0 0 0,0 0 0 0 0,-2 0 0 0 0,-12-21 0 0 0,-6-14 141 0 0,25 49-595 0 0</inkml:trace>
</inkml:ink>
</file>

<file path=ppt/ink/ink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3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21 712 0 0,'7'-9'6546'0'0,"-4"14"-6401"0"0,-1 0 0 0 0,1 0 0 0 0,-1 1 0 0 0,0-1 0 0 0,-1 1 0 0 0,1-1 0 0 0,-1 1 0 0 0,0-1 0 0 0,-1 1 0 0 0,1 0-1 0 0,-1-1 1 0 0,0 1 0 0 0,0 0 0 0 0,-1-1 0 0 0,0 1 0 0 0,0-1 0 0 0,0 1 0 0 0,-1 0 0 0 0,1-1 0 0 0,-1 0 0 0 0,-1 0 0 0 0,1 1 0 0 0,-1-1 0 0 0,0-1 0 0 0,0 1 0 0 0,-4 5 0 0 0,6-10-136 0 0,0 1 0 0 0,0 0 0 0 0,1-1 0 0 0,-1 1 0 0 0,0-1 0 0 0,0 1 0 0 0,0-1 0 0 0,0 1 0 0 0,0-1 0 0 0,0 1 0 0 0,0-1 0 0 0,0 0 0 0 0,0 0 0 0 0,-1 0 0 0 0,1 1 0 0 0,0-1 0 0 0,0 0 0 0 0,0 0 0 0 0,0-1 0 0 0,0 1 0 0 0,0 0 0 0 0,0 0 0 0 0,0 0 1 0 0,0-1-1 0 0,0 1 0 0 0,0 0 0 0 0,0-1 0 0 0,0 1 0 0 0,0-1 0 0 0,0 0 0 0 0,0 1 0 0 0,0-1 0 0 0,0 1 0 0 0,0-1 0 0 0,1 0 0 0 0,-1 0 0 0 0,0 0 0 0 0,1 1 0 0 0,-1-1 0 0 0,0 0 0 0 0,1 0 0 0 0,-1 0 0 0 0,1 0 0 0 0,-1 0 0 0 0,1 0 0 0 0,0 0 0 0 0,-1 0 0 0 0,1 0 0 0 0,0 0 0 0 0,0 0 0 0 0,0-1 1 0 0,0 1-1 0 0,0 0 0 0 0,0 0 0 0 0,0 0 0 0 0,0 0 0 0 0,1-2 0 0 0,3-7 14 0 0,1 0 0 0 0,1 1-1 0 0,0 0 1 0 0,0-1 0 0 0,1 2 0 0 0,0-1 0 0 0,1 1 0 0 0,0 0 0 0 0,0 1 0 0 0,1 0 0 0 0,-1 0-1 0 0,2 1 1 0 0,-1 0 0 0 0,20-9 0 0 0,-28 14-19 0 0,0 0 0 0 0,1 0 0 0 0,-1 1 0 0 0,1-1 0 0 0,0 0 0 0 0,-1 1 0 0 0,1-1-1 0 0,0 1 1 0 0,-1-1 0 0 0,1 1 0 0 0,0 0 0 0 0,-1-1 0 0 0,1 1 0 0 0,0 0 0 0 0,0 0 0 0 0,-1 1 0 0 0,1-1 0 0 0,0 0 0 0 0,-1 0 0 0 0,1 1-1 0 0,0-1 1 0 0,-1 1 0 0 0,1 0 0 0 0,0-1 0 0 0,-1 1 0 0 0,1 0 0 0 0,-1 0 0 0 0,0 0 0 0 0,1 0 0 0 0,-1 0 0 0 0,0 0 0 0 0,1 1 0 0 0,-1-1 0 0 0,0 0-1 0 0,0 0 1 0 0,0 1 0 0 0,0-1 0 0 0,0 1 0 0 0,0-1 0 0 0,-1 1 0 0 0,1 0 0 0 0,0 2 0 0 0,3 7 20 0 0,-1 1 0 0 0,-1-1 0 0 0,0 1 1 0 0,-1 0-1 0 0,0 13 0 0 0,0-3 7 0 0,0-15-24 0 0,-1-4 7 0 0,0 5 0 0 0,0-6 37 0 0,1 1 49 0 0,-1-3-92 0 0,0 0 0 0 0,0 0-1 0 0,0 0 1 0 0,0 1-1 0 0,0-1 1 0 0,0 0-1 0 0,0 0 1 0 0,0 0-1 0 0,0 0 1 0 0,0 1-1 0 0,0-1 1 0 0,0 0-1 0 0,0 0 1 0 0,0 0-1 0 0,0 0 1 0 0,0 1 0 0 0,0-1-1 0 0,0 0 1 0 0,0 0-1 0 0,0 0 1 0 0,0 0-1 0 0,0 1 1 0 0,0-1-1 0 0,1 0 1 0 0,-1 0-1 0 0,0 0 1 0 0,0 0-1 0 0,0 0 1 0 0,0 1-1 0 0,0-1 1 0 0,0 0 0 0 0,1 0-1 0 0,-1 0 1 0 0,0 0-1 0 0,0 0 1 0 0,0 0-1 0 0,0 0 1 0 0,1 0-1 0 0,-1 0 1 0 0,0 0-1 0 0,0 0 1 0 0,0 1-1 0 0,0-1 1 0 0,1 0-1 0 0,-1 0 1 0 0,0 0 0 0 0,0 0-1 0 0,0 0 1 0 0,0-1-1 0 0,1 1 1 0 0,-1 0-1 0 0,0 0 1 0 0,0 0-1 0 0,0 0 1 0 0,0 0-1 0 0,1 0 1 0 0,27-27 84 0 0,-17 15-53 0 0,0 1 0 0 0,2 0-1 0 0,-1 0 1 0 0,1 2 0 0 0,1-1-1 0 0,27-13 1 0 0,-40 22-5 0 0,0 1-30 0 0,-1-1 0 0 0,1 1 1 0 0,0 0-1 0 0,0 0 1 0 0,-1-1-1 0 0,1 1 1 0 0,0 0-1 0 0,0 0 0 0 0,-1 0 1 0 0,1 0-1 0 0,0 0 1 0 0,0 0-1 0 0,0 0 1 0 0,-1 0-1 0 0,1 0 0 0 0,0 0 1 0 0,0 0-1 0 0,-1 0 1 0 0,1 1-1 0 0,0-1 1 0 0,0 0-1 0 0,-1 0 0 0 0,1 1 1 0 0,0-1-1 0 0,-1 1 1 0 0,1-1-1 0 0,1 1 1 0 0,24 11 63 0 0,-26-11-66 0 0,26 12 26 0 0,-15-6 71 0 0,1-1 0 0 0,-1-1 0 0 0,1 0 0 0 0,0-1 0 0 0,0 0 0 0 0,0 0 0 0 0,1-2-1 0 0,18 3 1 0 0,-18-4 245 0 0,0-1-1 0 0,0 0 0 0 0,19-2 0 0 0,-31 1-6 0 0,22 2 908 0 0,-18-2-4655 0 0</inkml:trace>
</inkml:ink>
</file>

<file path=ppt/ink/ink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3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87 96 0 0,'-6'-33'5504'0'0,"5"27"-5097"0"0,1 1 392 0 0,0-1-1 0 0,0 1 1 0 0,-1 0 0 0 0,0 0 0 0 0,0-1 0 0 0,-4-9 1782 0 0,3 20-6592 0 0,-10 17 465 0 0,3-8 270 0 0</inkml:trace>
</inkml:ink>
</file>

<file path=ppt/ink/ink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4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39 504 0 0,'3'-3'596'0'0,"0"-1"0"0"0,0 0-1 0 0,1 1 1 0 0,-1 0 0 0 0,1 0 0 0 0,0 0-1 0 0,-1 0 1 0 0,6-2 0 0 0,-8 4-31 0 0,-1 0-520 0 0,1 1 1 0 0,-1 0 0 0 0,0-1 0 0 0,0 1 0 0 0,0 0 0 0 0,1-1-1 0 0,-1 1 1 0 0,0 0 0 0 0,1-1 0 0 0,-1 1 0 0 0,0 0 0 0 0,0-1-1 0 0,1 1 1 0 0,-1 0 0 0 0,1 0 0 0 0,-1 0 0 0 0,0-1 0 0 0,1 1-1 0 0,-1 0 1 0 0,0 0 0 0 0,1 0 0 0 0,-1 0 0 0 0,1 0 0 0 0,-1 0-1 0 0,0 0 1 0 0,1 0 0 0 0,-1 0 0 0 0,1 0 0 0 0,-1 0 0 0 0,1 0-1 0 0,-1 0 1 0 0,0 0 0 0 0,1 0 0 0 0,-1 0 0 0 0,1 0 0 0 0,-1 0-1 0 0,0 0 1 0 0,1 1 0 0 0,-1-1 0 0 0,0 0 0 0 0,1 0 0 0 0,-1 1-1 0 0,1-1 1 0 0,0 1 19 0 0,0-1 0 0 0,0 1-1 0 0,0-1 1 0 0,1 1 0 0 0,-1-1 0 0 0,0 1-1 0 0,0 0 1 0 0,0-1 0 0 0,0 1-1 0 0,-1 0 1 0 0,1 0 0 0 0,0 0 0 0 0,0 0-1 0 0,0 0 1 0 0,-1 0 0 0 0,1 0-1 0 0,0 0 1 0 0,0 1 0 0 0,-1 3 56 0 0,1 0 1 0 0,-1 0-1 0 0,0 1 1 0 0,0-1-1 0 0,0 0 1 0 0,-1 0-1 0 0,1 0 1 0 0,-1 0-1 0 0,-1 0 1 0 0,-2 8-1 0 0,-4 20 325 0 0,-5-19 970 0 0,18-20-1357 0 0,0 0 1 0 0,0 1 0 0 0,0-1 0 0 0,0 1 0 0 0,1 0 0 0 0,0 1 0 0 0,0-1-1 0 0,1 1 1 0 0,-1 0 0 0 0,1 1 0 0 0,0-1 0 0 0,0 1 0 0 0,7-2 0 0 0,-12 5-14 0 0,43 21 156 0 0,-19 11-401 0 0,-6-5-2352 0 0,-2-11-3473 0 0,-7-8 3105 0 0</inkml:trace>
</inkml:ink>
</file>

<file path=ppt/ink/ink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4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49 140 0 0,'1'-1'556'0'0,"-1"-1"0"0"0,1 0 0 0 0,-1 0 0 0 0,0 0 0 0 0,1 0 0 0 0,-1 0 0 0 0,0 0 0 0 0,0 0-1 0 0,0 0 1 0 0,0 1 0 0 0,-1-1 0 0 0,1 0 0 0 0,-1 0 0 0 0,1 0 0 0 0,-1 0 0 0 0,-1-3 0 0 0,2 4-452 0 0,-1 0 1 0 0,1 0-1 0 0,-1 1 1 0 0,0-1-1 0 0,0 0 1 0 0,1 0-1 0 0,-1 1 1 0 0,0-1-1 0 0,0 0 0 0 0,0 1 1 0 0,1-1-1 0 0,-1 1 1 0 0,0-1-1 0 0,0 1 1 0 0,0-1-1 0 0,0 1 0 0 0,0 0 1 0 0,0-1-1 0 0,-1 1 1 0 0,0 0 169 0 0,-7-1 44 0 0,0 0 0 0 0,1 1 1 0 0,-1 0-1 0 0,-13 3 0 0 0,15-1-241 0 0,1 0 0 0 0,0 1 1 0 0,1 0-1 0 0,-1 0 1 0 0,0 0-1 0 0,1 1 0 0 0,0 0 1 0 0,0 0-1 0 0,0 0 0 0 0,0 1 1 0 0,1-1-1 0 0,-6 8 1 0 0,9-11-32 0 0,1-1-39 0 0,0 0 0 0 0,0 0 0 0 0,-1 0-1 0 0,1 1 1 0 0,0-1 0 0 0,0 0 0 0 0,-1 0-1 0 0,1 0 1 0 0,0 0 0 0 0,0 1-1 0 0,0-1 1 0 0,0 0 0 0 0,-1 0 0 0 0,1 0-1 0 0,0 1 1 0 0,0-1 0 0 0,0 0 0 0 0,0 0-1 0 0,0 1 1 0 0,0-1 0 0 0,-1 0 0 0 0,1 0-1 0 0,0 1 1 0 0,0-1 0 0 0,0 0 0 0 0,0 1-1 0 0,0-1 1 0 0,0 0 0 0 0,0 0-1 0 0,0 1 1 0 0,0-1 0 0 0,0 0 0 0 0,0 0-1 0 0,1 1 1 0 0,-1-1 0 0 0,0 0 0 0 0,0 0-1 0 0,0 1 1 0 0,0-1 0 0 0,0 0 0 0 0,0 0-1 0 0,1 1 1 0 0,-1-1 0 0 0,0 0 0 0 0,0 0-1 0 0,1 1 1 0 0,11 11 132 0 0,10-8-110 0 0,0 0 0 0 0,1-1 0 0 0,0-1 0 0 0,-1-2 0 0 0,1 0 0 0 0,0-1 0 0 0,-1-1 0 0 0,1-1 0 0 0,33-10 0 0 0,-52 12-16 0 0,0-1 0 0 0,0 0 0 0 0,-1 0 0 0 0,1-1 0 0 0,-1 1 1 0 0,1-1-1 0 0,-1 0 0 0 0,4-3 0 0 0,12-9 463 0 0,-18 15-468 0 0,-1 0 1 0 0,1-1 0 0 0,-1 1 0 0 0,1 0 0 0 0,-1 0 0 0 0,0 0-1 0 0,1 1 1 0 0,-1-1 0 0 0,1 0 0 0 0,-1 0 0 0 0,1 0 0 0 0,-1 0-1 0 0,1 0 1 0 0,-1 1 0 0 0,0-1 0 0 0,1 0 0 0 0,-1 0 0 0 0,0 0-1 0 0,1 1 1 0 0,-1-1 0 0 0,1 0 0 0 0,-1 1 0 0 0,0-1 0 0 0,0 0-1 0 0,1 1 1 0 0,-1-1 0 0 0,0 0 0 0 0,0 1 0 0 0,1-1 0 0 0,-1 1-1 0 0,0-1 1 0 0,0 0 0 0 0,0 1 0 0 0,0-1 0 0 0,1 1-1 0 0,-1-1 1 0 0,0 1 0 0 0,0-1 0 0 0,0 1 0 0 0,0-1 0 0 0,0 1-1 0 0,0 2 46 0 0,19 19 381 0 0,-12-20-369 0 0,1-1-1 0 0,0 0 1 0 0,-1 0-1 0 0,1-1 1 0 0,0 0-1 0 0,-1 0 1 0 0,1-1-1 0 0,11-2 1 0 0,-17 3-36 0 0,40-5 159 0 0,-39 5-457 0 0,-1 1 1 0 0,1 0 0 0 0,0 0-1 0 0,0 0 1 0 0,-1 0-1 0 0,1 1 1 0 0,-1-1-1 0 0,1 1 1 0 0,-1-1-1 0 0,0 1 1 0 0,4 3-1 0 0,14 9-8101 0 0</inkml:trace>
</inkml:ink>
</file>

<file path=ppt/ink/ink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5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64 0 0,'8'-14'13701'0'0,"-4"12"-11623"0"0,11 4-1902 0 0,1-1-1 0 0,-1-1 0 0 0,0-1 0 0 0,0 0 0 0 0,1-1 0 0 0,-1-1 1 0 0,-1 0-1 0 0,1-1 0 0 0,27-10 0 0 0,-40 13 524 0 0,10-1 597 0 0,6 3 405 0 0,-15 0-2073 0 0,2 3-1134 0 0,9 9-5202 0 0,-8-9 2116 0 0</inkml:trace>
</inkml:ink>
</file>

<file path=ppt/ink/ink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05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27 103 16173 0 0,'2'-1'204'0'0,"1"1"-1"0"0,-1 0 0 0 0,0-1 1 0 0,1 0-1 0 0,-1 1 0 0 0,0-1 1 0 0,1 0-1 0 0,-1 0 0 0 0,0 0 1 0 0,0 0-1 0 0,0-1 0 0 0,0 1 1 0 0,0-1-1 0 0,0 1 0 0 0,-1-1 1 0 0,1 0-1 0 0,0 1 0 0 0,-1-1 1 0 0,1 0-1 0 0,-1 0 0 0 0,0 0 1 0 0,1 0-1 0 0,0-4 0 0 0,2-2 84 0 0,-1 1 1 0 0,0-1-1 0 0,0 0 0 0 0,-1 0 0 0 0,1-11 1 0 0,-2 17-267 0 0,-2 1-410 0 0,0 0 215 0 0,0 1 1 0 0,0-1 0 0 0,1 0-1 0 0,-1 1 1 0 0,0-1-1 0 0,0 1 1 0 0,0-1 0 0 0,0 1-1 0 0,0 0 1 0 0,0-1-1 0 0,0 1 1 0 0,0 0 0 0 0,0 0-1 0 0,0-1 1 0 0,-2 1-1 0 0,-28 5-3776 0 0,7-1-2844 0 0,5 0 1792 0 0</inkml:trace>
</inkml:ink>
</file>

<file path=ppt/ink/ink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26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8 800 448 0 0,'0'0'6683'0'0,"5"-4"-6199"0"0,47-41 670 0 0,94-59-1 0 0,-26 18-472 0 0,-68 47-315 0 0,-1-3-1 0 0,64-69 1 0 0,-102 96-301 0 0,0 0-1 0 0,0 0 1 0 0,-2-1-1 0 0,0-1 0 0 0,-1 0 1 0 0,0 0-1 0 0,-2-1 1 0 0,0-1-1 0 0,-1 1 1 0 0,-1-1-1 0 0,0 0 0 0 0,3-27 1 0 0,-9 42-53 0 0,1 0-1 0 0,-1-1 1 0 0,0 1 0 0 0,-1 0 0 0 0,1 0 0 0 0,-1 0-1 0 0,0-1 1 0 0,0 1 0 0 0,0 0 0 0 0,0 0 0 0 0,-1 0-1 0 0,1 0 1 0 0,-1 1 0 0 0,0-1 0 0 0,0 0 0 0 0,-1 1-1 0 0,1-1 1 0 0,-1 1 0 0 0,0 0 0 0 0,0 0 0 0 0,0 0-1 0 0,0 0 1 0 0,0 0 0 0 0,0 1 0 0 0,-1-1 0 0 0,0 1-1 0 0,1 0 1 0 0,-1 0 0 0 0,0 1 0 0 0,0-1 0 0 0,0 1-1 0 0,0 0 1 0 0,-8-2 0 0 0,-3 0 1 0 0,0 1-1 0 0,-1 0 1 0 0,1 1 0 0 0,-1 1-1 0 0,1 0 1 0 0,-1 1 0 0 0,-27 5 0 0 0,10 2 1 0 0,-1 1 1 0 0,1 1-1 0 0,1 2 1 0 0,0 1-1 0 0,1 1 1 0 0,0 2-1 0 0,1 1 1 0 0,1 2-1 0 0,-49 40 1 0 0,71-53-12 0 0,0 1 0 0 0,1 0 0 0 0,-1 0-1 0 0,1 1 1 0 0,1-1 0 0 0,0 1 0 0 0,0 1 0 0 0,0-1 0 0 0,1 1 0 0 0,0 0 0 0 0,1 0 0 0 0,0 0 0 0 0,0 0-1 0 0,1 0 1 0 0,0 1 0 0 0,0 16 0 0 0,2-14 4 0 0,1 0-1 0 0,0 0 1 0 0,1 0-1 0 0,0 0 1 0 0,1-1 0 0 0,0 1-1 0 0,1-1 1 0 0,1 1-1 0 0,-1-1 1 0 0,2 0-1 0 0,0-1 1 0 0,0 0 0 0 0,8 10-1 0 0,30 40-4 0 0,-17-26 1 0 0,-2 0 0 0 0,39 75-1 0 0,-58-98-1 0 0,-1 1 0 0 0,-1 0 0 0 0,0 0 0 0 0,0 1 0 0 0,-1-1-1 0 0,-1 1 1 0 0,0-1 0 0 0,-1 1 0 0 0,0 0 0 0 0,-1-1 0 0 0,-1 1-1 0 0,0 0 1 0 0,0 0 0 0 0,-5 16 0 0 0,1-9 2 0 0,1-9 0 0 0,1 1 0 0 0,0 0 0 0 0,1 0 0 0 0,0 0 0 0 0,1 0 0 0 0,0 14 0 0 0,1-23-2 0 0,1 0 1 0 0,-1 0-1 0 0,1 0 1 0 0,0-1-1 0 0,0 1 1 0 0,0 0-1 0 0,0-1 1 0 0,0 1-1 0 0,1-1 1 0 0,-1 1-1 0 0,1-1 1 0 0,0 1-1 0 0,-1-1 1 0 0,1 0 0 0 0,0 0-1 0 0,0 0 1 0 0,1 0-1 0 0,-1 0 1 0 0,0-1-1 0 0,1 1 1 0 0,-1-1-1 0 0,1 1 1 0 0,-1-1-1 0 0,1 0 1 0 0,0 0-1 0 0,-1 0 1 0 0,1 0-1 0 0,0 0 1 0 0,0-1-1 0 0,-1 1 1 0 0,5-1 0 0 0,30 5-286 0 0,0-1 0 0 0,0-1 0 0 0,60-5 0 0 0,-69-1-2165 0 0,0-1 1 0 0,53-15-1 0 0,-54 10-332 0 0</inkml:trace>
</inkml:ink>
</file>

<file path=ppt/ink/ink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27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97 52 0 0,'0'-7'640'0'0,"1"0"-1"0"0,-1 0 1 0 0,0 0-1 0 0,-1 0 1 0 0,0 0 0 0 0,-2-7-1 0 0,3 12-458 0 0,-1-1 0 0 0,0 1 1 0 0,1 0-1 0 0,-1-1 0 0 0,0 1 0 0 0,-1 0 0 0 0,1 0 0 0 0,0 0 0 0 0,-1 0 0 0 0,1 0 0 0 0,-1 0 1 0 0,1 0-1 0 0,-1 0 0 0 0,0 1 0 0 0,0-1 0 0 0,0 0 0 0 0,0 1 0 0 0,0 0 0 0 0,-3-2 0 0 0,2 3-104 0 0,-1 0 0 0 0,1 0 0 0 0,-1 0 0 0 0,1 1 0 0 0,-1-1 0 0 0,1 1 0 0 0,0 0 0 0 0,-1 0-1 0 0,1 0 1 0 0,0 1 0 0 0,0-1 0 0 0,0 1 0 0 0,0 0 0 0 0,-4 2 0 0 0,-3 1 120 0 0,-4 2 20 0 0,-23 11 439 0 0,-45 28 1 0 0,73-41-543 0 0,0 1-1 0 0,1 1 1 0 0,0-1 0 0 0,0 1 0 0 0,0 1 0 0 0,1 0 0 0 0,0 0-1 0 0,1 0 1 0 0,-1 1 0 0 0,-6 13 0 0 0,12-21-97 0 0,1 0 0 0 0,-1 0 0 0 0,1 0 0 0 0,-1 0 0 0 0,1 0 0 0 0,-1 0 0 0 0,1 1 0 0 0,0-1 0 0 0,-1 0 0 0 0,1 0 0 0 0,0 0 0 0 0,0 1 0 0 0,0-1 0 0 0,0 0 0 0 0,0 0 0 0 0,0 0 0 0 0,0 1 0 0 0,1-1 0 0 0,-1 0 0 0 0,0 0 0 0 0,1 0 0 0 0,-1 0 0 0 0,1 0 0 0 0,-1 1 0 0 0,1-1 0 0 0,-1 0 0 0 0,1 0 0 0 0,0 0 0 0 0,0 1 0 0 0,2-1 7 0 0,-1 1-1 0 0,0-1 1 0 0,1 0 0 0 0,-1 0-1 0 0,1 1 1 0 0,-1-1-1 0 0,1-1 1 0 0,0 1 0 0 0,-1 0-1 0 0,1-1 1 0 0,0 1-1 0 0,3-1 1 0 0,10 0 45 0 0,0 0-1 0 0,0-1 1 0 0,20-4 0 0 0,130-20-2432 0 0,-39 6-4544 0 0,-100 15 4593 0 0</inkml:trace>
</inkml:ink>
</file>

<file path=ppt/ink/ink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27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1 669 1248 0 0,'2'-1'228'0'0,"1"1"1"0"0,0-1-1 0 0,-1 1 0 0 0,1-1 0 0 0,-1 0 0 0 0,1 0 1 0 0,-1 0-1 0 0,1 0 0 0 0,-1-1 0 0 0,0 1 0 0 0,1-1 1 0 0,-1 1-1 0 0,4-5 3630 0 0,-7 11-3644 0 0,1-4-199 0 0,0 0-1 0 0,-1 0 0 0 0,1 0 0 0 0,0 0 0 0 0,0 1 1 0 0,0-1-1 0 0,0 0 0 0 0,0 0 0 0 0,0 0 1 0 0,0 0-1 0 0,0 0 0 0 0,0 1 0 0 0,1-1 0 0 0,-1 0 1 0 0,0 0-1 0 0,1 0 0 0 0,-1 0 0 0 0,1 0 0 0 0,-1 0 1 0 0,1 0-1 0 0,-1 0 0 0 0,1 0 0 0 0,1 2 0 0 0,2-1 32 0 0,-1 0 0 0 0,1 0-1 0 0,0-1 1 0 0,-1 1 0 0 0,1-1-1 0 0,0 0 1 0 0,7 2-1 0 0,11 1 17 0 0,-1 0 0 0 0,1-1 0 0 0,0-1-1 0 0,0-1 1 0 0,1-1 0 0 0,-1-1-1 0 0,0-2 1 0 0,0 1 0 0 0,-1-2 0 0 0,39-13-1 0 0,-45 13-44 0 0,-1-1 0 0 0,0-1 0 0 0,-1-1 0 0 0,1 0 0 0 0,-1-1 0 0 0,0 0 0 0 0,-1-1 0 0 0,0 0 0 0 0,-1-1 0 0 0,0 0 0 0 0,0-1 1 0 0,-1 0-1 0 0,0-1 0 0 0,-1 0 0 0 0,-1 0 0 0 0,13-24 0 0 0,-9 8-16 0 0,-1 0 1 0 0,-1-1-1 0 0,-2 0 1 0 0,-1 0 0 0 0,-1-1-1 0 0,2-34 1 0 0,-7 42 143 0 0,0 0 1 0 0,-2 1-1 0 0,0-1 1 0 0,-1 1-1 0 0,-1-1 1 0 0,-2 1-1 0 0,0 0 1 0 0,-1 1-1 0 0,-12-30 1 0 0,18 48-109 0 0,-1 0 0 0 0,0 1-1 0 0,0-1 1 0 0,0 0 0 0 0,0 1 0 0 0,0-1 0 0 0,0 1 0 0 0,0-1 0 0 0,0 1 0 0 0,0-1 0 0 0,-1 1 0 0 0,1 0-1 0 0,-1 0 1 0 0,1 0 0 0 0,-1-1 0 0 0,1 1 0 0 0,-1 1 0 0 0,-3-3 0 0 0,4 3-12 0 0,0 0 0 0 0,-1 0 0 0 0,1 0-1 0 0,0 0 1 0 0,-1 0 0 0 0,1 1 0 0 0,-1-1 0 0 0,1 0 0 0 0,0 0 0 0 0,-1 1 0 0 0,1-1 0 0 0,0 1 0 0 0,0-1 0 0 0,-1 1 0 0 0,1 0-1 0 0,0 0 1 0 0,0-1 0 0 0,0 1 0 0 0,-2 2 0 0 0,-1 1 24 0 0,-1 1-1 0 0,1 0 1 0 0,0 0-1 0 0,1 1 1 0 0,-1-1-1 0 0,1 1 1 0 0,0 0-1 0 0,1-1 1 0 0,-4 12 0 0 0,2-1 9 0 0,0 0 1 0 0,1 1 0 0 0,1 0 0 0 0,1-1 0 0 0,1 1-1 0 0,0 0 1 0 0,1 0 0 0 0,0 0 0 0 0,2-1 0 0 0,0 1-1 0 0,6 19 1 0 0,1-8 22 0 0,1 0 1 0 0,1 0-1 0 0,1-1 0 0 0,1-1 0 0 0,26 35 0 0 0,-30-46-3 0 0,1 0 0 0 0,0-2 0 0 0,1 1 0 0 0,26 21 0 0 0,-36-33-86 0 0,1-1 1 0 0,0 0 0 0 0,0 0-1 0 0,0 0 1 0 0,1 0 0 0 0,-1 0-1 0 0,0-1 1 0 0,0 0 0 0 0,0 1-1 0 0,1-1 1 0 0,-1 0 0 0 0,0-1-1 0 0,0 1 1 0 0,0 0 0 0 0,0-1-1 0 0,1 0 1 0 0,-1 0 0 0 0,4-2-1 0 0,31-3-4733 0 0,-22 6 1026 0 0,1 0 284 0 0</inkml:trace>
</inkml:ink>
</file>

<file path=ppt/ink/ink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28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30 448 0 0,'20'-30'5598'0'0,"-40"40"-2360"0"0,-43 40-1449 0 0,5 6-600 0 0,55-52-1080 0 0,0 0 0 0 0,0 0 0 0 0,0 0 1 0 0,0 0-1 0 0,1 0 0 0 0,-1 1 0 0 0,1-1 0 0 0,0 1 0 0 0,1-1 0 0 0,-1 1 1 0 0,1 0-1 0 0,0 0 0 0 0,-1 7 0 0 0,3-11-93 0 0,-1 0 0 0 0,1 0 0 0 0,-1 0 0 0 0,1 0 0 0 0,0 0 0 0 0,-1 0 0 0 0,1-1 0 0 0,0 1 0 0 0,0 0 0 0 0,-1 0 0 0 0,1-1 0 0 0,0 1 0 0 0,0 0 0 0 0,0-1 0 0 0,0 1 0 0 0,0-1 0 0 0,0 1 0 0 0,0-1 0 0 0,0 1 0 0 0,1-1 0 0 0,-1 0 0 0 0,0 0 0 0 0,0 0 0 0 0,0 1 0 0 0,0-1 0 0 0,2-1 0 0 0,31 3 141 0 0,-24-2-118 0 0,21-2 62 0 0,0 1-1 0 0,31 4 1 0 0,-46-1-96 0 0,-1 1 0 0 0,-1 1 0 0 0,26 8-1 0 0,-21-4-19 0 0,1-1-1 0 0,-1-1 0 0 0,2-1 0 0 0,-1-1 1 0 0,0-1-1 0 0,38 1 0 0 0,-52-4 28 0 0,0 0 0 0 0,0 0 0 0 0,0-1 0 0 0,1 0 0 0 0,-1 0 0 0 0,0-1 1 0 0,0 0-1 0 0,-1 0 0 0 0,1 0 0 0 0,0-1 0 0 0,-1 1 0 0 0,1-1 0 0 0,-1-1 0 0 0,0 1 0 0 0,0-1 0 0 0,0 0 0 0 0,0 0 0 0 0,-1 0 0 0 0,0-1 0 0 0,0 0 0 0 0,0 1 0 0 0,0-2 0 0 0,-1 1 0 0 0,0 0 1 0 0,0-1-1 0 0,0 1 0 0 0,2-7 0 0 0,-2 1 109 0 0,0-1 0 0 0,-1 1-1 0 0,0 0 1 0 0,-1 0 0 0 0,0-1 0 0 0,-1 1 0 0 0,0-1 0 0 0,-4-21 0 0 0,3 31-75 0 0,7 5-3646 0 0,-4-2 3361 0 0,-1 0 0 0 0,1 0 0 0 0,-1 0 0 0 0,1 0 0 0 0,-1 1 0 0 0,1-1 0 0 0,-1 1 0 0 0,2 2 0 0 0,0-1-439 0 0,11 9-2982 0 0,-1-3 276 0 0</inkml:trace>
</inkml:ink>
</file>

<file path=ppt/ink/ink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28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38 1072 0 0,'-8'-2'756'0'0,"-1"0"0"0"0,0 0-1 0 0,1 1 1 0 0,-1 1 0 0 0,0-1 0 0 0,-17 2-1 0 0,24 0-626 0 0,-1-1 0 0 0,1 1 0 0 0,0-1 0 0 0,-1 1-1 0 0,1 0 1 0 0,0 0 0 0 0,0 0 0 0 0,-1 0 0 0 0,1 0-1 0 0,0 0 1 0 0,0 1 0 0 0,0-1 0 0 0,1 1 0 0 0,-1-1-1 0 0,0 1 1 0 0,1 0 0 0 0,-1 0 0 0 0,0 0 0 0 0,1 0-1 0 0,0 0 1 0 0,0 0 0 0 0,0 0 0 0 0,-1 0 0 0 0,2 0-1 0 0,-1 0 1 0 0,0 1 0 0 0,0-1 0 0 0,1 0-1 0 0,-1 3 1 0 0,1-3-84 0 0,0 0 0 0 0,-1-1 0 0 0,1 1-1 0 0,0 0 1 0 0,1-1 0 0 0,-1 1 0 0 0,0 0 0 0 0,0-1-1 0 0,1 1 1 0 0,-1-1 0 0 0,1 1 0 0 0,-1-1-1 0 0,1 1 1 0 0,-1-1 0 0 0,1 1 0 0 0,0-1 0 0 0,0 1-1 0 0,0-1 1 0 0,0 0 0 0 0,0 1 0 0 0,0-1-1 0 0,0 0 1 0 0,0 0 0 0 0,1 0 0 0 0,-1 0 0 0 0,0 0-1 0 0,1 0 1 0 0,-1 0 0 0 0,1-1 0 0 0,2 2-1 0 0,3 1 126 0 0,0-1-1 0 0,1 0 0 0 0,-1 0 0 0 0,15 1 0 0 0,-14-1-13 0 0,-6-2 29 0 0,21-20 383 0 0,-21 15-523 0 0,0 1-1 0 0,0-1 1 0 0,-1 0-1 0 0,0 1 1 0 0,0-1 0 0 0,0 0-1 0 0,0 0 1 0 0,-1 0-1 0 0,0 0 1 0 0,0 0-1 0 0,0 1 1 0 0,-2-11 0 0 0,0-15-3015 0 0,2 27 936 0 0,10-9-4479 0 0</inkml:trace>
</inkml:ink>
</file>

<file path=ppt/ink/ink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29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0 324 288 0 0,'5'1'414'0'0,"0"0"-1"0"0,-1 0 1 0 0,0 0-1 0 0,1 1 1 0 0,-1 0 0 0 0,0 0-1 0 0,0 0 1 0 0,1 1-1 0 0,-2-1 1 0 0,1 1 0 0 0,0 0-1 0 0,-1 0 1 0 0,6 6-1 0 0,-1-1 150 0 0,-2 1 0 0 0,1 0 0 0 0,-1 0-1 0 0,8 17 1 0 0,-13-25-471 0 0,-1 0 1 0 0,1 0-1 0 0,-1 0 1 0 0,1 0-1 0 0,-1 0 0 0 0,1 0 1 0 0,0-1-1 0 0,0 1 0 0 0,-1 0 1 0 0,1 0-1 0 0,0-1 0 0 0,0 1 1 0 0,0 0-1 0 0,0-1 0 0 0,0 1 1 0 0,0-1-1 0 0,0 1 0 0 0,0-1 1 0 0,0 1-1 0 0,0-1 0 0 0,0 0 1 0 0,0 0-1 0 0,0 1 0 0 0,0-1 1 0 0,0 0-1 0 0,0 0 1 0 0,0 0-1 0 0,0 0 0 0 0,1 0 1 0 0,-1 0-1 0 0,0-1 0 0 0,0 1 1 0 0,1-1-1 0 0,40-20 6 0 0,-12 5-272 0 0,-1 9-952 0 0,1 1 1 0 0,1 1 0 0 0,-1 1-1 0 0,0 2 1 0 0,50 3 0 0 0,-45-1 603 0 0,-31 0 387 0 0,-3 0 222 0 0,-1 1 0 0 0,1-1 0 0 0,0 0 0 0 0,0 0-1 0 0,-1 1 1 0 0,1-1 0 0 0,0 0 0 0 0,0 0 0 0 0,-1 0 0 0 0,1 0 0 0 0,0 0 0 0 0,0 0 0 0 0,-1 0 0 0 0,1 0 0 0 0,0-1 0 0 0,0 1 0 0 0,-1 0 0 0 0,1 0 0 0 0,0-1 0 0 0,-1 1 0 0 0,1 0 0 0 0,0-1 0 0 0,-1 1 0 0 0,1 0 0 0 0,0-1 0 0 0,-1 1 0 0 0,1-1 0 0 0,-1 1 0 0 0,1-1 0 0 0,-1 0 0 0 0,1 1 0 0 0,-1-1 0 0 0,1 1 0 0 0,-1-1 0 0 0,0 0 0 0 0,1 0-1 0 0,-1 1 1 0 0,0-1 0 0 0,1-1 0 0 0,-1 0 175 0 0,8-14 368 0 0,43-47 168 0 0,-33 42-607 0 0,-1 0 0 0 0,25-41 0 0 0,-33 47 390 0 0,-1-1-1 0 0,0 0 1 0 0,-1 0 0 0 0,-1 0 0 0 0,-1-1 0 0 0,0 0 0 0 0,-1 0 0 0 0,3-27 0 0 0,-7 42 541 0 0,-4 6-811 0 0,-1 3-225 0 0,0 0 0 0 0,0 1 0 0 0,0-1 0 0 0,1 1 0 0 0,0 0 0 0 0,1 0 0 0 0,-1 1 0 0 0,2-1-1 0 0,-1 1 1 0 0,1-1 0 0 0,1 1 0 0 0,-1 0 0 0 0,1 0 0 0 0,1 0 0 0 0,0 9 0 0 0,2 21-128 0 0,2 0 1 0 0,10 47-1 0 0,-1-7-1974 0 0,-1-24-5959 0 0,-2-30 3359 0 0</inkml:trace>
</inkml:ink>
</file>

<file path=ppt/ink/ink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2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43 160 0 0,'-21'-42'8549'0'0,"18"46"-8166"0"0,-6 6-136 0 0,1 1 0 0 0,1 1 0 0 0,0-1 0 0 0,1 1 0 0 0,0 0 0 0 0,0 1 0 0 0,1 0 0 0 0,1-1 0 0 0,0 2 0 0 0,1-1 1 0 0,1 0-1 0 0,-2 23 0 0 0,4-36-236 0 0,0 1 0 0 0,1 0 0 0 0,-1-1 0 0 0,1 1 0 0 0,-1 0 0 0 0,0-1 0 0 0,1 1 0 0 0,-1-1 0 0 0,1 1 0 0 0,-1-1 0 0 0,1 1 0 0 0,0-1 0 0 0,-1 1 0 0 0,1-1 0 0 0,-1 1 0 0 0,1-1 0 0 0,0 0 0 0 0,-1 0 0 0 0,1 1 0 0 0,0-1 0 0 0,0 0 0 0 0,-1 0 0 0 0,1 0 0 0 0,0 1 0 0 0,-1-1 0 0 0,1 0 0 0 0,0 0 0 0 0,0 0 0 0 0,-1 0 0 0 0,1 0 0 0 0,0-1 0 0 0,0 1 0 0 0,-1 0 0 0 0,1 0 0 0 0,0 0 0 0 0,-1-1 0 0 0,1 1 0 0 0,0 0 0 0 0,-1-1 0 0 0,2 0 1 0 0,24-8 16 0 0,59-35 93 0 0,22-10-54 0 0,-95 49-56 0 0,0 1-1 0 0,1 0 1 0 0,0 1-1 0 0,-1 0 1 0 0,1 1-1 0 0,25-1 1 0 0,-35 2 0 0 0,1 1-1 0 0,-1 0 1 0 0,1 0 0 0 0,-1 1 0 0 0,1-1-1 0 0,-1 1 1 0 0,1-1 0 0 0,-1 1 0 0 0,0 0-1 0 0,1 1 1 0 0,-1-1 0 0 0,0 0 0 0 0,0 1-1 0 0,0 0 1 0 0,0 0 0 0 0,0 0 0 0 0,0 0-1 0 0,0 0 1 0 0,-1 0 0 0 0,1 1 0 0 0,-1-1-1 0 0,0 1 1 0 0,0 0 0 0 0,0 0 0 0 0,0 0-1 0 0,3 6 1 0 0,-4-5-85 0 0,0-1 0 0 0,0 1 0 0 0,-1 0-1 0 0,0 0 1 0 0,0 0 0 0 0,0 0 0 0 0,0-1 0 0 0,0 1 0 0 0,-1 0 0 0 0,1 0-1 0 0,-1 0 1 0 0,0-1 0 0 0,-1 1 0 0 0,1 0 0 0 0,0-1 0 0 0,-1 1-1 0 0,0-1 1 0 0,0 1 0 0 0,0-1 0 0 0,0 0 0 0 0,-1 0 0 0 0,1 0 0 0 0,-6 5-1 0 0,-4-1-2174 0 0</inkml:trace>
</inkml:ink>
</file>

<file path=ppt/ink/ink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71 480 0 0,'2'-10'1204'0'0,"-1"-1"-80"0"0,4 2 752 0 0,0-7-1075 0 0,-2 10 555 0 0,5-8-276 0 0,6 10-648 0 0,-1 7-44 0 0,17 3-524 0 0,-14-1-232 0 0,9 4-284 0 0,-10 2-612 0 0,9 0-1373 0 0,-2 2 609 0 0</inkml:trace>
</inkml:ink>
</file>

<file path=ppt/ink/ink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2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16 14721 0 0,'19'-15'54'0'0,"-29"32"246"0"0,-10 21-4 0 0,9-1-139 0 0,1 0-1 0 0,2 0 0 0 0,2 1 0 0 0,1 0 0 0 0,2 1 0 0 0,3 45 1 0 0,31 229-1607 0 0,-28-288 269 0 0,-2-15-6822 0 0</inkml:trace>
</inkml:ink>
</file>

<file path=ppt/ink/ink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3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0 643 420 0 0,'60'-24'676'0'0,"13"-4"686"0"0,109-58 0 0 0,-163 75-1139 0 0,0-1 0 0 0,-1 0 0 0 0,-1-1 0 0 0,1-1 0 0 0,-2-1 1 0 0,0 0-1 0 0,-1-1 0 0 0,-1-1 0 0 0,0 0 0 0 0,15-27 1 0 0,-23 33-80 0 0,-2 1 0 0 0,0-1 0 0 0,0 0 0 0 0,-1 0 1 0 0,0 0-1 0 0,0-1 0 0 0,-2 1 0 0 0,1-1 1 0 0,-2 1-1 0 0,1-1 0 0 0,-2 1 0 0 0,1-1 0 0 0,-4-15 1 0 0,3 19-9 0 0,-1 0 0 0 0,0 0 0 0 0,-1 0 0 0 0,1 1 0 0 0,-1-1 0 0 0,-1 1 0 0 0,1-1 0 0 0,-1 1 0 0 0,-1 0 0 0 0,1 1 0 0 0,-1-1 0 0 0,0 1 1 0 0,-1 0-1 0 0,0 0 0 0 0,1 0 0 0 0,-2 1 0 0 0,1 0 0 0 0,-1 0 0 0 0,-12-6 0 0 0,17 10-94 0 0,-1 0 1 0 0,1 0-1 0 0,0 0 0 0 0,-1 0 0 0 0,1 1 1 0 0,0-1-1 0 0,-1 1 0 0 0,1 0 1 0 0,0-1-1 0 0,-1 1 0 0 0,1 0 0 0 0,-1 1 1 0 0,1-1-1 0 0,0 0 0 0 0,-1 1 0 0 0,1-1 1 0 0,0 1-1 0 0,-1 0 0 0 0,1 0 1 0 0,-3 1-1 0 0,0 1 10 0 0,1 0 0 0 0,0 0 0 0 0,0 0 1 0 0,0 0-1 0 0,1 1 0 0 0,-1 0 0 0 0,1 0 0 0 0,0 0 0 0 0,-4 6 1 0 0,-2 6 91 0 0,1 1 1 0 0,0 0 0 0 0,1 0 0 0 0,-6 23 0 0 0,2 9 118 0 0,2 0 0 0 0,3 0 0 0 0,2 1 1 0 0,2 52-1 0 0,0-17-14 0 0,0-28-104 0 0,-18 228 545 0 0,20-283-656 0 0,-2 4-2 0 0,2-3 2 0 0,0-5 224 0 0,6-37-244 0 0,-5 38-8 0 0,5-7-14 0 0,-6 7 6 0 0,1 0 0 0 0,-1 1 0 0 0,1-1 0 0 0,-1 0 0 0 0,1 1 0 0 0,-1-1 0 0 0,1 1 0 0 0,0-1 0 0 0,-1 1 0 0 0,1-1-1 0 0,0 1 1 0 0,-1-1 0 0 0,1 1 0 0 0,0-1 0 0 0,0 1 0 0 0,-1 0 0 0 0,1 0 0 0 0,0-1 0 0 0,0 1 0 0 0,0 0 0 0 0,-1 0 0 0 0,1 0 0 0 0,0 0 0 0 0,0 0 0 0 0,0 0 0 0 0,0 0 0 0 0,-1 0 0 0 0,3 0-1 0 0,70 3 7 0 0,-37 0-14 0 0,1-3 0 0 0,39-3 0 0 0,-66 2 13 0 0,0-1 0 0 0,0 0 1 0 0,0 0-1 0 0,0-1 0 0 0,-1 0 0 0 0,1-1 0 0 0,-1 0 0 0 0,0 0 0 0 0,0-1 0 0 0,0-1 0 0 0,0 1 0 0 0,9-9 0 0 0,-16 13 30 0 0,-1-1 0 0 0,1 1 1 0 0,0-1-1 0 0,0 0 0 0 0,-1 0 1 0 0,1 0-1 0 0,-1 0 0 0 0,1 0 0 0 0,-1 0 1 0 0,0 0-1 0 0,0 0 0 0 0,0 0 1 0 0,0 0-1 0 0,0-1 0 0 0,0 1 0 0 0,-1 0 1 0 0,1-1-1 0 0,-1 1 0 0 0,0-1 1 0 0,1 1-1 0 0,-1 0 0 0 0,0-1 1 0 0,-1 1-1 0 0,1-1 0 0 0,0 1 0 0 0,-1 0 1 0 0,0-5-1 0 0,-1 5 51 0 0,1-1-1 0 0,-1 0 1 0 0,0 1-1 0 0,0-1 1 0 0,0 1-1 0 0,0-1 1 0 0,0 1 0 0 0,-1 0-1 0 0,1 0 1 0 0,-1 0-1 0 0,1 0 1 0 0,-1 0-1 0 0,0 1 1 0 0,0-1-1 0 0,0 1 1 0 0,0 0 0 0 0,1 0-1 0 0,-2 0 1 0 0,-4-1-1 0 0,7 2 356 0 0,-3 1-290 0 0,4-1-144 0 0,-1 0-1 0 0,0 0 1 0 0,0 1-1 0 0,1-1 1 0 0,-1 0-1 0 0,0 0 1 0 0,1 1-1 0 0,-1-1 0 0 0,1 0 1 0 0,-1 1-1 0 0,0-1 1 0 0,1 1-1 0 0,-1-1 1 0 0,1 1-1 0 0,-1-1 1 0 0,1 1-1 0 0,-1-1 0 0 0,1 1 1 0 0,0-1-1 0 0,-1 1 1 0 0,1 0-1 0 0,0-1 1 0 0,-1 1-1 0 0,1 0 0 0 0,0-1 1 0 0,0 1-1 0 0,-1 0 1 0 0,1-1-1 0 0,0 1 1 0 0,0 0-1 0 0,0-1 1 0 0,0 2-1 0 0,11 27-473 0 0,-6-22-30 0 0,0 0-1 0 0,0 0 0 0 0,0-1 0 0 0,1 1 0 0 0,0-1 0 0 0,13 10 0 0 0,42 23-6852 0 0,-25-17 2917 0 0</inkml:trace>
</inkml:ink>
</file>

<file path=ppt/ink/ink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4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5 975 460 0 0,'-5'23'8729'0'0,"9"-24"-8651"0"0,0 1 0 0 0,-1-1 0 0 0,1 0 0 0 0,0 0 0 0 0,-1-1 0 0 0,1 1 0 0 0,-1-1 0 0 0,0 1 0 0 0,1-1 0 0 0,-1 0 0 0 0,0 0 0 0 0,0-1 0 0 0,0 1 0 0 0,2-4 0 0 0,45-47 353 0 0,-21 20-159 0 0,4-2-102 0 0,-3-1 1 0 0,-1-2 0 0 0,36-61-1 0 0,54-135 554 0 0,-111 217-603 0 0,-2-1 0 0 0,8-29 0 0 0,-12 40-76 0 0,-1 1-1 0 0,0-1 0 0 0,0 0 0 0 0,-1 0 0 0 0,0 0 0 0 0,0 1 1 0 0,0-1-1 0 0,-1 0 0 0 0,0 0 0 0 0,-3-8 0 0 0,4 14-41 0 0,-1 0 0 0 0,1-1 0 0 0,-1 1 0 0 0,1 0 0 0 0,-1-1 0 0 0,0 1 0 0 0,1 0 0 0 0,-1 0 0 0 0,0-1 0 0 0,0 1 0 0 0,0 0 0 0 0,0 0 0 0 0,0 0 0 0 0,0 0 0 0 0,-1 1 0 0 0,1-1 0 0 0,0 0 0 0 0,0 0 0 0 0,0 1 0 0 0,-1-1 0 0 0,1 0 0 0 0,0 1 0 0 0,-1 0 0 0 0,1-1 0 0 0,-1 1 0 0 0,1 0 0 0 0,-1-1 0 0 0,1 1 0 0 0,0 0 0 0 0,-1 0 0 0 0,1 0 0 0 0,-1 1 0 0 0,1-1 0 0 0,-1 0 0 0 0,1 0 0 0 0,0 1 0 0 0,-1-1 0 0 0,1 1 0 0 0,-1-1 0 0 0,1 1 0 0 0,0 0 1 0 0,0-1-1 0 0,-3 3 0 0 0,-2 0 0 0 0,0 1 1 0 0,0 0 0 0 0,0 1 0 0 0,0-1 0 0 0,1 1 0 0 0,-1 0 0 0 0,-5 8 0 0 0,5-4 6 0 0,0 0 0 0 0,0 1-1 0 0,1 0 1 0 0,0 0 0 0 0,1 1-1 0 0,0-1 1 0 0,1 1 0 0 0,0 0-1 0 0,1 0 1 0 0,0 0 0 0 0,0 0-1 0 0,1 0 1 0 0,1 14 0 0 0,1-9 0 0 0,0 0 0 0 0,1 0 0 0 0,1 0 0 0 0,1 0 1 0 0,0 0-1 0 0,1 0 0 0 0,0-1 0 0 0,15 27 0 0 0,-12-28-3 0 0,0 0-1 0 0,1-1 1 0 0,0 0-1 0 0,1-1 1 0 0,1 0-1 0 0,0-1 1 0 0,0 0-1 0 0,1 0 1 0 0,15 10-1 0 0,-17-15-2 0 0,-1-1 0 0 0,1 1 0 0 0,0-2 0 0 0,0 1 0 0 0,0-1 0 0 0,0-1 0 0 0,1 0 0 0 0,0 0 0 0 0,0-1 0 0 0,0 0 0 0 0,0-1 0 0 0,0-1 0 0 0,18 0 0 0 0,-13-3 2 0 0,1 0 1 0 0,-1 0-1 0 0,1-2 0 0 0,-1 0 0 0 0,-1-1 0 0 0,1 0 1 0 0,-1-2-1 0 0,0 1 0 0 0,-1-2 0 0 0,0 0 0 0 0,0-1 0 0 0,-1 0 1 0 0,16-16-1 0 0,-10 7-1 0 0,0-1 0 0 0,-2-1 0 0 0,0 0 0 0 0,-1-2-1 0 0,-1 0 1 0 0,-2-1 0 0 0,16-34 0 0 0,-26 50 8 0 0,-1 1 0 0 0,0-1 0 0 0,0 0-1 0 0,-1 0 1 0 0,0 0 0 0 0,0-15 0 0 0,-1 21 19 0 0,-1-2 12 0 0,1 4-41 0 0,0-1-1 0 0,0 1 1 0 0,0 0 0 0 0,0-1 0 0 0,0 1 0 0 0,0 0-1 0 0,0-1 1 0 0,0 1 0 0 0,0-1 0 0 0,0 1-1 0 0,0 0 1 0 0,0-1 0 0 0,0 1 0 0 0,-1 0-1 0 0,1-1 1 0 0,0 1 0 0 0,0 0 0 0 0,0-1 0 0 0,-1 1-1 0 0,1 0 1 0 0,0-1 0 0 0,0 1 0 0 0,0 0-1 0 0,-1 0 1 0 0,1-1 0 0 0,0 1 0 0 0,-1 0 0 0 0,1 0-1 0 0,0-1 1 0 0,-1 1 0 0 0,1 0 0 0 0,0 0-1 0 0,-1 0 1 0 0,1 0 0 0 0,0 0 0 0 0,-1-1-1 0 0,1 1 1 0 0,-1 0 0 0 0,1 0 0 0 0,0 0 0 0 0,-1 0-1 0 0,-1 2 4 0 0,0 1-1 0 0,0-1 0 0 0,0 1 0 0 0,1-1 0 0 0,-1 1 1 0 0,1 0-1 0 0,-1-1 0 0 0,1 1 0 0 0,0 0 0 0 0,0 0 1 0 0,0 0-1 0 0,1 0 0 0 0,-1 0 0 0 0,1 0 1 0 0,-1 0-1 0 0,1 0 0 0 0,0 0 0 0 0,0 0 0 0 0,1 0 1 0 0,-1 0-1 0 0,0 0 0 0 0,1 0 0 0 0,0 0 1 0 0,0 0-1 0 0,0 0 0 0 0,0 0 0 0 0,0-1 0 0 0,3 5 1 0 0,-1 0-11 0 0,1-1-1 0 0,-1 0 1 0 0,1 0 0 0 0,1-1 0 0 0,-1 1 0 0 0,1-1 0 0 0,0 0 0 0 0,0 0 0 0 0,0-1-1 0 0,1 1 1 0 0,0-1 0 0 0,0 0 0 0 0,0-1 0 0 0,0 0 0 0 0,0 0 0 0 0,1 0-1 0 0,-1 0 1 0 0,1-1 0 0 0,0 0 0 0 0,0-1 0 0 0,0 1 0 0 0,0-2 0 0 0,0 1 0 0 0,8 0-1 0 0,-6-2-13 0 0,0 1-1 0 0,0-1 1 0 0,0 0-1 0 0,0-1 1 0 0,0 0-1 0 0,0 0 1 0 0,-1-1-1 0 0,1 0 1 0 0,-1-1-1 0 0,0 0 1 0 0,0 0-1 0 0,0-1 0 0 0,0 0 1 0 0,-1 0-1 0 0,0-1 1 0 0,0 0-1 0 0,0 0 1 0 0,7-9-1 0 0,6-12-8 0 0,-1-1 0 0 0,-1 0 0 0 0,-2-2 0 0 0,14-33 0 0 0,40-128 407 0 0,-65 173-40 0 0,-1-1 1 0 0,-1 1-1 0 0,1-25 1 0 0,0 5 1252 0 0,-4 36-905 0 0,-3 6-472 0 0,-9 13-66 0 0,1 1-1 0 0,0 0 0 0 0,2 1 1 0 0,0 0-1 0 0,-12 36 0 0 0,-23 113 433 0 0,34-125-474 0 0,-19 75 173 0 0,-96 370 577 0 0,34-162-297 0 0,86-303-346 0 0,10-27-128 0 0,17-46-104 0 0,-8 18 31 0 0,54-113-262 0 0,-25 52-79 0 0,59-98 1 0 0,-86 165 251 0 0,1 1 0 0 0,2 0 1 0 0,0 2-1 0 0,1 0 0 0 0,2 1 1 0 0,0 1-1 0 0,1 1 0 0 0,32-21 0 0 0,-50 38 64 0 0,0 1 0 0 0,0-1 0 0 0,0 1-1 0 0,0 0 1 0 0,1 0 0 0 0,-1 0 0 0 0,1 1-1 0 0,-1-1 1 0 0,1 1 0 0 0,-1 1 0 0 0,1-1-1 0 0,0 1 1 0 0,-1 0 0 0 0,9 1 0 0 0,-11 0 8 0 0,-1-1 0 0 0,0 1 0 0 0,0 0 1 0 0,1 0-1 0 0,-1 0 0 0 0,0 0 0 0 0,0 0 1 0 0,0 0-1 0 0,0 0 0 0 0,-1 1 1 0 0,1-1-1 0 0,0 1 0 0 0,0 0 0 0 0,-1-1 1 0 0,1 1-1 0 0,-1 0 0 0 0,0 0 1 0 0,1 0-1 0 0,-1 0 0 0 0,0 0 0 0 0,0 0 1 0 0,0 0-1 0 0,0 0 0 0 0,-1 0 0 0 0,1 1 1 0 0,-1-1-1 0 0,1 0 0 0 0,-1 1 1 0 0,0-1-1 0 0,0 0 0 0 0,0 1 0 0 0,0-1 1 0 0,0 0-1 0 0,0 0 0 0 0,-1 1 1 0 0,1-1-1 0 0,-1 3 0 0 0,-1 0 0 0 0,1 0 0 0 0,-1 0 0 0 0,0 0 0 0 0,0 0 0 0 0,-1 0 0 0 0,1 0 0 0 0,-1 0 0 0 0,0-1 0 0 0,0 0 0 0 0,-1 1 0 0 0,1-1 0 0 0,-1 0 0 0 0,0-1 0 0 0,0 1 0 0 0,0-1 0 0 0,-1 0 1 0 0,1 0-1 0 0,-7 4 0 0 0,3-3-50 0 0,-1 1 1 0 0,1-2-1 0 0,-1 1 1 0 0,0-1-1 0 0,0 0 1 0 0,-1-1-1 0 0,1 0 1 0 0,0 0 0 0 0,-15 0-1 0 0,22-2-99 0 0,1 0 0 0 0,-1 0 0 0 0,0 0 0 0 0,1-1 0 0 0,-1 1 0 0 0,0 0 0 0 0,1-1 0 0 0,-1 1-1 0 0,1-1 1 0 0,-1 0 0 0 0,1 1 0 0 0,-1-1 0 0 0,1 0 0 0 0,0 0 0 0 0,-1 0 0 0 0,1 0 0 0 0,0 0 0 0 0,0 0 0 0 0,-1 0 0 0 0,0-3 0 0 0,1 3-231 0 0,1 0 1 0 0,-1 0 0 0 0,1 0 0 0 0,0 0 0 0 0,-1 0 0 0 0,1 0 0 0 0,0 0 0 0 0,0 0 0 0 0,0-1 0 0 0,0 1-1 0 0,0 0 1 0 0,0 0 0 0 0,0 0 0 0 0,0 0 0 0 0,0 0 0 0 0,0 0 0 0 0,1-1 0 0 0,-1 1 0 0 0,0 0 0 0 0,1 0-1 0 0,-1 0 1 0 0,2-1 0 0 0,9-20-3556 0 0</inkml:trace>
</inkml:ink>
</file>

<file path=ppt/ink/ink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4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29 768 0 0,'4'0'1101'0'0,"3"0"-651"0"0,1 1 0 0 0,-1 0 0 0 0,1 0-1 0 0,-1 0 1 0 0,1 1 0 0 0,-1 0 0 0 0,0 0 0 0 0,0 1 0 0 0,0 0 0 0 0,0 1 0 0 0,-1-1 0 0 0,1 1-1 0 0,-1 0 1 0 0,0 1 0 0 0,0-1 0 0 0,0 1 0 0 0,-1 1 0 0 0,1-1 0 0 0,-1 1 0 0 0,-1-1 0 0 0,1 2 0 0 0,7 13 1658 0 0,-12-26-2033 0 0,1 0-231 0 0,-1-1 1 0 0,1 1-1 0 0,1-1 0 0 0,-1 1 0 0 0,1 0 1 0 0,1-1-1 0 0,-1 1 0 0 0,1 0 1 0 0,0 0-1 0 0,0 1 0 0 0,0-1 1 0 0,1 1-1 0 0,0-1 0 0 0,0 1 0 0 0,1 0 1 0 0,6-6-1 0 0,6 1-5941 0 0</inkml:trace>
</inkml:ink>
</file>

<file path=ppt/ink/ink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6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1 637 112 0 0,'0'0'2669'0'0,"5"-2"-1860"0"0,31-14 898 0 0,76-37 1303 0 0,-103 48-2811 0 0,0-1 1 0 0,-1 0-1 0 0,1 0 0 0 0,-1 0 0 0 0,-1-1 0 0 0,1 0 0 0 0,-1-1 1 0 0,0 0-1 0 0,7-11 0 0 0,-10 14-88 0 0,-1 0 0 0 0,0 0-1 0 0,0 0 1 0 0,0-1 0 0 0,-1 0 0 0 0,1 1 0 0 0,-2-1-1 0 0,1 0 1 0 0,0 0 0 0 0,-1 0 0 0 0,0 0-1 0 0,-1 0 1 0 0,0 0 0 0 0,1-1 0 0 0,-2 1 0 0 0,-1-11-1 0 0,2 15-1 0 0,-11-1 113 0 0,10 2-214 0 0,0 1 0 0 0,0 0 0 0 0,0-1 0 0 0,1 1 0 0 0,-1 0 0 0 0,0-1 0 0 0,0 1 0 0 0,0 0 0 0 0,0 0 0 0 0,0 0 0 0 0,0 0 0 0 0,0 0 0 0 0,0 0 0 0 0,1 0 0 0 0,-1 0 0 0 0,0 0 0 0 0,0 0 0 0 0,0 0 0 0 0,0 1 0 0 0,0-1 0 0 0,0 0 0 0 0,1 1 0 0 0,-2-1 0 0 0,-5 4 16 0 0,0 0-1 0 0,0 1 1 0 0,1-1 0 0 0,0 1-1 0 0,-1 0 1 0 0,2 1 0 0 0,-1-1-1 0 0,1 1 1 0 0,0 1 0 0 0,0-1-1 0 0,0 0 1 0 0,1 1-1 0 0,0 0 1 0 0,1 0 0 0 0,-1 1-1 0 0,1-1 1 0 0,1 0 0 0 0,0 1-1 0 0,0 0 1 0 0,0 0 0 0 0,-1 13-1 0 0,3-20-20 0 0,1 0 0 0 0,-1 0 0 0 0,0 0 0 0 0,0 0 0 0 0,1 1 0 0 0,-1-1 0 0 0,1 0 0 0 0,-1 0 0 0 0,1 0 0 0 0,0 0 0 0 0,-1 0 0 0 0,1 0 0 0 0,0 0 0 0 0,0 0 0 0 0,-1 0 0 0 0,1 0 0 0 0,0-1 0 0 0,0 1 0 0 0,0 0 0 0 0,0-1 0 0 0,0 1 0 0 0,0 0-1 0 0,0-1 1 0 0,0 1 0 0 0,3 0 0 0 0,32 5 48 0 0,1-11-48 0 0,0-1 0 0 0,0-2 0 0 0,43-16 0 0 0,-31 10-15 0 0,53-10 0 0 0,-101 24 11 0 0,0-1 0 0 0,1 1 1 0 0,-1 0-1 0 0,1 0 0 0 0,-1-1 1 0 0,1 1-1 0 0,-1 0 0 0 0,1 0 1 0 0,-1 1-1 0 0,0-1 0 0 0,1 0 1 0 0,-1 0-1 0 0,1 1 0 0 0,-1-1 1 0 0,0 1-1 0 0,3 0 0 0 0,-4 0 1 0 0,1-1 0 0 0,-1 1 0 0 0,0-1 0 0 0,0 1-1 0 0,0-1 1 0 0,1 1 0 0 0,-1 0 0 0 0,0-1 0 0 0,0 1-1 0 0,0-1 1 0 0,0 1 0 0 0,0-1 0 0 0,0 1 0 0 0,0 0 0 0 0,0-1-1 0 0,0 1 1 0 0,-1-1 0 0 0,1 1 0 0 0,0-1 0 0 0,0 1-1 0 0,0 0 1 0 0,-1-1 0 0 0,1 1 0 0 0,0-1 0 0 0,0 1-1 0 0,-1-1 1 0 0,0 1 0 0 0,-41 46-13 0 0,23-27-11 0 0,7-2 12 0 0,11-18 10 0 0,1 1 0 0 0,-1-1 0 0 0,1 1 0 0 0,-1-1 0 0 0,1 1 0 0 0,-1-1 0 0 0,1 1 0 0 0,0 0 0 0 0,-1-1 0 0 0,1 1 0 0 0,0 0 0 0 0,0-1 0 0 0,-1 1 0 0 0,1 0 0 0 0,0-1 0 0 0,0 1 0 0 0,0 0 0 0 0,0 0 0 0 0,0-1 0 0 0,0 1 0 0 0,0 0 0 0 0,0-1 0 0 0,0 1 0 0 0,0 0 0 0 0,0 0 0 0 0,1-1-1 0 0,-1 1 1 0 0,0 0 0 0 0,0-1 0 0 0,1 1 0 0 0,-1-1 0 0 0,0 1 0 0 0,1 0 0 0 0,-1-1 0 0 0,1 1 0 0 0,-1-1 0 0 0,1 1 0 0 0,-1-1 0 0 0,1 1 0 0 0,-1-1 0 0 0,1 1 0 0 0,-1-1 0 0 0,1 1 0 0 0,0-1 0 0 0,-1 0 0 0 0,1 0 0 0 0,0 1 0 0 0,-1-1 0 0 0,1 0 0 0 0,0 0 0 0 0,-1 0 0 0 0,1 1 0 0 0,0-1 0 0 0,0 0 0 0 0,-1 0 0 0 0,1 0 0 0 0,0 0 0 0 0,-1 0 0 0 0,3-1 0 0 0,36-2-143 0 0,-5-6-20 0 0,1-1-1 0 0,45-21 1 0 0,-64 23 133 0 0,-1 0 0 0 0,1 0 0 0 0,-2-2 1 0 0,1 0-1 0 0,-1 0 0 0 0,-1-2 0 0 0,13-13 0 0 0,-22 21 55 0 0,0 0 0 0 0,-1 0-1 0 0,0-1 1 0 0,1 1 0 0 0,-1-1-1 0 0,-1 0 1 0 0,1 0 0 0 0,-1 0-1 0 0,0 0 1 0 0,0 0 0 0 0,0-1-1 0 0,1-9 1 0 0,-3 13 18 0 0,-5-2 22 0 0,5 4-58 0 0,0 0-1 0 0,0 0 1 0 0,-1-1 0 0 0,1 1 0 0 0,0 0 0 0 0,0-1 0 0 0,0 1 0 0 0,-1 0-1 0 0,1 0 1 0 0,0-1 0 0 0,0 1 0 0 0,-1 0 0 0 0,1 0 0 0 0,0 0 0 0 0,0-1 0 0 0,-1 1-1 0 0,1 0 1 0 0,0 0 0 0 0,-1 0 0 0 0,1 0 0 0 0,0 0 0 0 0,-1 0 0 0 0,1-1 0 0 0,0 1-1 0 0,-1 0 1 0 0,1 0 0 0 0,0 0 0 0 0,-1 0 0 0 0,1 0 0 0 0,0 0 0 0 0,-1 1-1 0 0,1-1 1 0 0,0 0 0 0 0,-1 0 0 0 0,1 0 0 0 0,0 0 0 0 0,-1 0 0 0 0,1 1 0 0 0,-5 1 8 0 0,0 0 1 0 0,0 0 0 0 0,0 1 0 0 0,0 0 0 0 0,1 0 0 0 0,-1 1 0 0 0,1-1 0 0 0,0 1 0 0 0,-6 6 0 0 0,9-9-11 0 0,-1 1 1 0 0,1-1-1 0 0,0 0 1 0 0,0 1-1 0 0,0-1 0 0 0,0 1 1 0 0,0-1-1 0 0,0 1 1 0 0,0 0-1 0 0,1-1 1 0 0,-1 1-1 0 0,0 0 1 0 0,1-1-1 0 0,0 1 0 0 0,-1 0 1 0 0,1 0-1 0 0,0 0 1 0 0,0-1-1 0 0,0 1 1 0 0,0 0-1 0 0,0 0 1 0 0,0 0-1 0 0,0-1 0 0 0,1 1 1 0 0,-1 0-1 0 0,1 0 1 0 0,-1-1-1 0 0,1 1 1 0 0,0 0-1 0 0,0-1 1 0 0,-1 1-1 0 0,1-1 1 0 0,0 1-1 0 0,1-1 0 0 0,0 2 1 0 0,0-1-1 0 0,0 0 0 0 0,0-1 0 0 0,0 1 0 0 0,1-1 0 0 0,-1 1 0 0 0,1-1 0 0 0,-1 0 0 0 0,1 0 0 0 0,-1 0 0 0 0,1 0 0 0 0,-1-1 0 0 0,1 1 0 0 0,0-1 0 0 0,0 1 0 0 0,-1-1-1 0 0,1 0 1 0 0,0 0 0 0 0,-1 0 0 0 0,1-1 0 0 0,0 1 0 0 0,0 0 0 0 0,-1-1 0 0 0,1 0 0 0 0,2-1 0 0 0,10-3 17 0 0,0-1 0 0 0,0-1 1 0 0,16-10-1 0 0,18-8 42 0 0,-45 23-30 0 0,29-6 583 0 0,-31 9-605 0 0,-1-1 0 0 0,1 0 1 0 0,-1 1-1 0 0,0 0 0 0 0,1-1 1 0 0,-1 1-1 0 0,0 0 0 0 0,0 0 1 0 0,1-1-1 0 0,-1 1 0 0 0,0 0 1 0 0,0 0-1 0 0,0 0 0 0 0,0 0 0 0 0,0 1 1 0 0,0-1-1 0 0,-1 0 0 0 0,1 0 1 0 0,0 0-1 0 0,0 1 0 0 0,0 1 1 0 0,2 2 1 0 0,1 1 0 0 0,0-1 1 0 0,0 0-1 0 0,0 0 1 0 0,0-1-1 0 0,1 1 1 0 0,0-1-1 0 0,0 0 0 0 0,0 0 1 0 0,1 0-1 0 0,-1-1 1 0 0,1 0-1 0 0,0 0 1 0 0,0-1-1 0 0,0 1 0 0 0,0-1 1 0 0,0 0-1 0 0,0-1 1 0 0,1 0-1 0 0,-1 0 1 0 0,0 0-1 0 0,1-1 0 0 0,-1 0 1 0 0,12-1-1 0 0,-6 0-6 0 0,0 0 0 0 0,0-1 0 0 0,0 0-1 0 0,0-1 1 0 0,-1-1 0 0 0,1 0 0 0 0,-1 0 0 0 0,0-1-1 0 0,0-1 1 0 0,-1 0 0 0 0,1 0 0 0 0,12-11 0 0 0,8-13 46 0 0,-1-1-1 0 0,-2-2 1 0 0,-1-1 0 0 0,-1 0 0 0 0,-2-2 0 0 0,-2-1 0 0 0,32-71-1 0 0,-46 89 148 0 0,0 2 601 0 0,-1 1 1 0 0,9-36-1 0 0,-15 50-487 0 0,-6 2-213 0 0,1 1 0 0 0,-1 0 0 0 0,1 1 0 0 0,-1-1 0 0 0,1 1 0 0 0,0-1 0 0 0,0 1 0 0 0,0 0 0 0 0,0 1 0 0 0,0-1 0 0 0,0 1 0 0 0,1 0 0 0 0,-1 0 0 0 0,1 0-1 0 0,0 0 1 0 0,0 0 0 0 0,0 1 0 0 0,-5 7 0 0 0,-5 9 107 0 0,0 0-1 0 0,-12 28 1 0 0,19-35-61 0 0,-5 11 29 0 0,2 0 1 0 0,0 1 0 0 0,2 0 0 0 0,1 1 0 0 0,-6 49-1 0 0,2 131-2736 0 0,7-186 359 0 0</inkml:trace>
</inkml:ink>
</file>

<file path=ppt/ink/ink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6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0 699 608 0 0,'0'0'898'0'0,"13"-17"1668"0"0,17 7-253 0 0,61-12-1 0 0,105-3-42 0 0,-63 11-1481 0 0,-83 3 840 0 0,-49 10-1038 0 0,-7 2-522 0 0,-41 15 139 0 0,45-15-193 0 0,-1 0-1 0 0,1 0 0 0 0,0 0 0 0 0,-1 1 1 0 0,1-1-1 0 0,0 1 0 0 0,0-1 0 0 0,0 1 1 0 0,0 0-1 0 0,0 0 0 0 0,0 0 1 0 0,1 0-1 0 0,-1 0 0 0 0,1 0 0 0 0,-1 0 1 0 0,1 1-1 0 0,0-1 0 0 0,0 0 0 0 0,-1 5 1 0 0,1-6 25 0 0,7 4-12 0 0,-6-4-28 0 0,1 0 0 0 0,-1-1 0 0 0,1 1 1 0 0,-1 0-1 0 0,1 0 0 0 0,0-1 0 0 0,-1 1 1 0 0,1-1-1 0 0,0 1 0 0 0,-1 0 0 0 0,1-1 1 0 0,0 1-1 0 0,0-1 0 0 0,0 0 0 0 0,0 1 1 0 0,0-1-1 0 0,-1 0 0 0 0,1 1 0 0 0,0-1 1 0 0,0 0-1 0 0,0 0 0 0 0,0 0 0 0 0,2 0 1 0 0,29-4-109 0 0,0-1 1 0 0,0-2-1 0 0,0-2 1 0 0,-1 0-1 0 0,0-2 0 0 0,-1-2 1 0 0,0 0-1 0 0,-1-2 1 0 0,51-35-1 0 0,-63 36 95 0 0,-1 0 0 0 0,0-1-1 0 0,-1-1 1 0 0,-1-1 0 0 0,0 0-1 0 0,-1 0 1 0 0,-1-1 0 0 0,17-34-1 0 0,1-14 162 0 0,28-86 0 0 0,-45 114-24 0 0,-9 28 48 0 0,-2-1 0 0 0,1 0 0 0 0,-1 0 0 0 0,-1 0 0 0 0,0 0 0 0 0,-1-16 0 0 0,0 24-45 0 0,0 3-118 0 0,0 0 1 0 0,0-1-1 0 0,0 1 1 0 0,0 0-1 0 0,-1-1 1 0 0,1 1-1 0 0,0 0 0 0 0,0 0 1 0 0,0-1-1 0 0,0 1 1 0 0,0 0-1 0 0,-1 0 0 0 0,1-1 1 0 0,0 1-1 0 0,0 0 1 0 0,0 0-1 0 0,-1 0 1 0 0,1-1-1 0 0,0 1 0 0 0,0 0 1 0 0,-1 0-1 0 0,1 0 1 0 0,0 0-1 0 0,-1 0 0 0 0,1-1 1 0 0,0 1-1 0 0,0 0 1 0 0,-1 0-1 0 0,1 0 0 0 0,0 0 1 0 0,-1 0-1 0 0,1 0 1 0 0,0 0-1 0 0,0 0 1 0 0,-1 0-1 0 0,1 0 0 0 0,0 0 1 0 0,-1 0-1 0 0,1 0 1 0 0,0 1-1 0 0,-1-1 0 0 0,1 0 1 0 0,0 0-1 0 0,0 0 1 0 0,-1 0-1 0 0,1 0 1 0 0,0 1-1 0 0,0-1 0 0 0,-1 0 1 0 0,1 0-1 0 0,0 0 1 0 0,0 1-1 0 0,0-1 0 0 0,-1 0 1 0 0,1 0-1 0 0,0 1 1 0 0,0-1-1 0 0,-11 11 58 0 0,1 0 1 0 0,0 0-1 0 0,0 1 0 0 0,2 1 1 0 0,-1 0-1 0 0,2 0 0 0 0,0 0 1 0 0,0 1-1 0 0,1 0 0 0 0,1 0 1 0 0,0 0-1 0 0,1 1 0 0 0,1 0 1 0 0,0 0-1 0 0,-1 20 0 0 0,2-9-9 0 0,1 0-1 0 0,1-1 0 0 0,2 1 0 0 0,0 0 0 0 0,2-1 1 0 0,0 0-1 0 0,2 0 0 0 0,14 41 0 0 0,-17-61-45 0 0,-1-1 0 0 0,0 1-1 0 0,1-1 1 0 0,0 0 0 0 0,0 0 0 0 0,0 0-1 0 0,1 0 1 0 0,-1 0 0 0 0,1-1-1 0 0,0 0 1 0 0,0 0 0 0 0,0 0 0 0 0,0 0-1 0 0,9 4 1 0 0,-11-6-16 0 0,1 1 0 0 0,0-1 0 0 0,-1 0 0 0 0,1-1 1 0 0,0 1-1 0 0,-1 0 0 0 0,1-1 0 0 0,0 1 0 0 0,0-1 0 0 0,-1 0 0 0 0,1 0 0 0 0,0 0 0 0 0,0-1 0 0 0,0 1 1 0 0,-1 0-1 0 0,1-1 0 0 0,0 0 0 0 0,0 0 0 0 0,-1 0 0 0 0,1 0 0 0 0,-1 0 0 0 0,1 0 0 0 0,-1-1 1 0 0,1 1-1 0 0,-1-1 0 0 0,0 0 0 0 0,4-3 0 0 0,-11-8-3803 0 0,-2 2-3323 0 0</inkml:trace>
</inkml:ink>
</file>

<file path=ppt/ink/ink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7.0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1016 0 0,'18'-47'8554'0'0,"-9"24"-5879"0"0</inkml:trace>
</inkml:ink>
</file>

<file path=ppt/ink/ink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7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11 255 292 0 0,'0'0'1091'0'0,"-8"-22"9568"0"0,7 24-10626 0 0,1 0 1 0 0,-1 0-1 0 0,1 0 1 0 0,0-1-1 0 0,0 1 1 0 0,0 0-1 0 0,0 0 1 0 0,0 0-1 0 0,0 0 1 0 0,1 0 0 0 0,-1 0-1 0 0,1 0 1 0 0,-1-1-1 0 0,1 1 1 0 0,0 0-1 0 0,-1 0 1 0 0,1-1-1 0 0,2 3 1 0 0,-1-2 26 0 0,0 0 0 0 0,1 0 0 0 0,-1 0 0 0 0,1 0 0 0 0,0-1 0 0 0,-1 1 0 0 0,1-1 0 0 0,0 1 1 0 0,0-1-1 0 0,0 0 0 0 0,0 0 0 0 0,6 0 0 0 0,13 5-80 0 0,0-2 1 0 0,1 0-1 0 0,-1-1 0 0 0,1-1 1 0 0,0-2-1 0 0,-1 0 0 0 0,1-1 1 0 0,0-2-1 0 0,-1 0 1 0 0,27-7-1 0 0,-47 9-489 0 0,0 0 0 0 0,-1 1 0 0 0,1-1 1 0 0,0 0-1 0 0,0 0 0 0 0,-1 0 0 0 0,1 0 0 0 0,-1 0 1 0 0,1 0-1 0 0,-1-1 0 0 0,1 1 0 0 0,-1 0 0 0 0,2-3 1 0 0</inkml:trace>
  <inkml:trace contextRef="#ctx0" brushRef="#br0" timeOffset="1">307 84 13049 0 0,'0'0'488'0'0,"-6"-12"428"0"0,20-7-736 0 0,-1 5-120 0 0,-6 7-20 0 0,1-1-28 0 0,-1 2 12 0 0,2 1-28 0 0,0 0-180 0 0,6 0-1132 0 0,-3 3-5504 0 0</inkml:trace>
</inkml:ink>
</file>

<file path=ppt/ink/ink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9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24 180 0 0,'0'-1'222'0'0,"0"0"0"0"0,0 0 1 0 0,0 0-1 0 0,0 0 0 0 0,0 0 0 0 0,-1 0 0 0 0,1 0 1 0 0,0 0-1 0 0,-1 0 0 0 0,1 0 0 0 0,0 0 0 0 0,-1 0 1 0 0,1 1-1 0 0,-1-1 0 0 0,1 0 0 0 0,-1 0 0 0 0,0 0 1 0 0,1 1-1 0 0,-1-1 0 0 0,0 0 0 0 0,0 0 0 0 0,1 1 1 0 0,-1-1-1 0 0,0 1 0 0 0,0-1 0 0 0,0 1 0 0 0,0-1 1 0 0,-2 0-1 0 0,2 2-92 0 0,-1-1 1 0 0,1 1 0 0 0,-1-1 0 0 0,1 1-1 0 0,-1-1 1 0 0,1 1 0 0 0,-1 0-1 0 0,1 0 1 0 0,-1 0 0 0 0,1 0-1 0 0,0 0 1 0 0,0 0 0 0 0,-1 0-1 0 0,1 0 1 0 0,-2 3 0 0 0,-9 12-99 0 0,1 1 1 0 0,-13 23-1 0 0,18-28 679 0 0,-16 24-318 0 0,2 1 0 0 0,2 0 1 0 0,1 2-1 0 0,3 0 0 0 0,0 1 1 0 0,3 0-1 0 0,-10 62 0 0 0,20-96-338 0 0,0 31 306 0 0,1-36-349 0 0,0 0-1 0 0,0-1 1 0 0,0 1 0 0 0,1 0-1 0 0,-1 0 1 0 0,0 0-1 0 0,0 0 1 0 0,0 0 0 0 0,1-1-1 0 0,-1 1 1 0 0,0 0-1 0 0,1 0 1 0 0,-1 0 0 0 0,1-1-1 0 0,-1 1 1 0 0,1 0-1 0 0,-1 0 1 0 0,1-1 0 0 0,0 1-1 0 0,-1-1 1 0 0,1 1 0 0 0,0 0-1 0 0,-1-1 1 0 0,1 0-1 0 0,0 1 1 0 0,0-1 0 0 0,0 1-1 0 0,-1-1 1 0 0,1 0-1 0 0,0 1 1 0 0,0-1 0 0 0,0 0-1 0 0,0 0 1 0 0,0 0-1 0 0,-1 0 1 0 0,2 0 0 0 0,25-3 60 0 0,-20 2-54 0 0,0-1 0 0 0,1 1-1 0 0,-1 0 1 0 0,1 1 0 0 0,-1 0 0 0 0,1 0 0 0 0,-1 0-1 0 0,1 1 1 0 0,-1 1 0 0 0,0-1 0 0 0,1 1 0 0 0,10 4 0 0 0,-16-4-16 0 0,1-1 1 0 0,-1 1 0 0 0,0 0-1 0 0,0 0 1 0 0,0 0 0 0 0,-1 1-1 0 0,1-1 1 0 0,0 0 0 0 0,-1 1 0 0 0,1-1-1 0 0,-1 1 1 0 0,0-1 0 0 0,0 1-1 0 0,0-1 1 0 0,0 1 0 0 0,0 0-1 0 0,-1 0 1 0 0,1 0 0 0 0,-1-1 0 0 0,0 1-1 0 0,0 0 1 0 0,0 0 0 0 0,0 0-1 0 0,0-1 1 0 0,-1 1 0 0 0,1 0-1 0 0,-1 0 1 0 0,1 0 0 0 0,-1-1-1 0 0,0 1 1 0 0,0 0 0 0 0,-1-1 0 0 0,1 1-1 0 0,-2 1 1 0 0,-3 7 1 0 0,0 0 1 0 0,-1-1-1 0 0,0 0 1 0 0,-1-1-1 0 0,0 0 1 0 0,-13 12-1 0 0,9-10 9 0 0,-1-1-1 0 0,0-1 1 0 0,0 0-1 0 0,-19 10 1 0 0,22-15-103 0 0,-1 0-1 0 0,1 0 1 0 0,0-1 0 0 0,-13 3-1 0 0,21-6-328 0 0,-4-3-574 0 0,6 3 947 0 0,-1 1-1 0 0,1-1 0 0 0,-1 0 0 0 0,1 0 1 0 0,0 0-1 0 0,-1 0 0 0 0,1 0 0 0 0,-1 0 0 0 0,1-1 1 0 0,0 1-1 0 0,-1 0 0 0 0,1 0 0 0 0,0 0 0 0 0,-1 0 1 0 0,1 0-1 0 0,-1 0 0 0 0,1-1 0 0 0,0 1 0 0 0,-1 0 1 0 0,1 0-1 0 0,0-1 0 0 0,0 1 0 0 0,-1 0 1 0 0,1 0-1 0 0,0-1 0 0 0,-1 1 0 0 0,1 0 0 0 0,0-1 1 0 0,0 1-1 0 0,0 0 0 0 0,-1-1 0 0 0,1 1 0 0 0,0-1 1 0 0,0 1-1 0 0,0 0 0 0 0,0-1 0 0 0,0-1-117 0 0,0-1-290 0 0,0 1-1 0 0,0-1 1 0 0,0 0-1 0 0,1 1 1 0 0,-1-1-1 0 0,1 1 1 0 0,-1-1-1 0 0,1 1 1 0 0,0-1-1 0 0,2-2 0 0 0,7-14-2497 0 0</inkml:trace>
</inkml:ink>
</file>

<file path=ppt/ink/ink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39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95 804 0 0,'2'3'258'0'0,"0"-1"0"0"0,1 1 0 0 0,-1-1-1 0 0,1 0 1 0 0,-1 0 0 0 0,1 0 0 0 0,0 0 0 0 0,0 0 0 0 0,-1 0 0 0 0,1-1-1 0 0,1 0 1 0 0,-1 1 0 0 0,0-1 0 0 0,0 0 0 0 0,0 0 0 0 0,5 0 0 0 0,-1 0-20 0 0,0-1 1 0 0,1 0-1 0 0,0 0 1 0 0,-1 0-1 0 0,1-1 0 0 0,-1 0 1 0 0,8-3-1 0 0,4-1 50 0 0,-1-2-1 0 0,1 0 0 0 0,-1-1 0 0 0,30-18 0 0 0,-12-1 55 0 0,-29 21-260 0 0,0 0 0 0 0,0 1 0 0 0,0 0 0 0 0,0 0-1 0 0,1 1 1 0 0,8-4 0 0 0,-14 8-70 0 0,0-1-1 0 0,-1 1 0 0 0,1 0 1 0 0,0 0-1 0 0,-1 0 1 0 0,1 0-1 0 0,0 1 0 0 0,0-1 1 0 0,-1 0-1 0 0,1 1 0 0 0,0-1 1 0 0,-1 1-1 0 0,1-1 1 0 0,-1 1-1 0 0,1 0 0 0 0,-1 0 1 0 0,1 0-1 0 0,-1 0 1 0 0,1 0-1 0 0,-1 0 0 0 0,0 0 1 0 0,0 0-1 0 0,0 0 0 0 0,1 1 1 0 0,-1-1-1 0 0,0 0 1 0 0,0 1-1 0 0,-1-1 0 0 0,1 1 1 0 0,0-1-1 0 0,0 1 1 0 0,-1-1-1 0 0,1 1 0 0 0,0 1 1 0 0,3 10 12 0 0,0 0 1 0 0,0 0 0 0 0,2 16 0 0 0,-4-20-3 0 0,2 22 9 0 0,0 0 1 0 0,-2 0-1 0 0,-2 1 1 0 0,-1-1-1 0 0,-1 0 1 0 0,-10 49 0 0 0,0-23 13 0 0,-3 0 1 0 0,-35 88 0 0 0,37-113 16 0 0,-1 0 1 0 0,-2-1 0 0 0,-31 44 0 0 0,40-65 64 0 0,0 0 0 0 0,-1-1 1 0 0,0 0-1 0 0,0 0 0 0 0,-1-1 1 0 0,-1 0-1 0 0,1 0 0 0 0,-1-1 1 0 0,0-1-1 0 0,-1 0 0 0 0,0 0 1 0 0,0-1-1 0 0,-21 7 0 0 0,29-11-70 0 0,0 0-1 0 0,0 0 1 0 0,0-1 0 0 0,-1 1 0 0 0,1-1-1 0 0,0 0 1 0 0,0 1 0 0 0,-1-1-1 0 0,1-1 1 0 0,0 1 0 0 0,0-1-1 0 0,-1 1 1 0 0,1-1 0 0 0,0 0-1 0 0,0 0 1 0 0,0 0 0 0 0,0 0-1 0 0,0-1 1 0 0,0 1 0 0 0,0-1-1 0 0,0 0 1 0 0,1 0 0 0 0,-1 0-1 0 0,1 0 1 0 0,-1 0 0 0 0,1-1-1 0 0,0 1 1 0 0,0-1 0 0 0,0 1-1 0 0,0-1 1 0 0,0 0 0 0 0,1 0-1 0 0,-1 0 1 0 0,0-3 0 0 0,-1-1-7 0 0,1-1 1 0 0,0 0 0 0 0,0 1-1 0 0,1-1 1 0 0,0 0-1 0 0,0 0 1 0 0,1 0 0 0 0,0 0-1 0 0,0 0 1 0 0,1 0 0 0 0,0 1-1 0 0,1-1 1 0 0,2-11-1 0 0,4-1-167 0 0,0-1 0 0 0,0 1-1 0 0,2 0 1 0 0,1 1-1 0 0,0 1 1 0 0,2-1 0 0 0,0 2-1 0 0,0 0 1 0 0,2 0 0 0 0,31-27-1 0 0,-16 21-1187 0 0,0 1 0 0 0,2 1-1 0 0,1 2 1 0 0,0 1 0 0 0,52-19 0 0 0,-10 8-2030 0 0</inkml:trace>
</inkml:ink>
</file>

<file path=ppt/ink/ink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0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59 198 9805 0 0,'-3'-6'88'0'0,"0"0"0"0"0,1 0-1 0 0,0-1 1 0 0,0 1 0 0 0,1-1 0 0 0,-1 0 0 0 0,2 1 0 0 0,-1-1-1 0 0,1 0 1 0 0,0 0 0 0 0,0 1 0 0 0,1-1 0 0 0,0 0 0 0 0,0 0-1 0 0,0 1 1 0 0,1-1 0 0 0,4-10 0 0 0,-3 12-11 0 0,-1 1 0 0 0,1-1 0 0 0,0 1 0 0 0,0 0 0 0 0,0 0 0 0 0,1 0 0 0 0,0 0 0 0 0,-1 1 0 0 0,1-1 0 0 0,0 1 0 0 0,1 0 0 0 0,-1 0 0 0 0,1 1 0 0 0,-1-1 0 0 0,1 1 0 0 0,0 0 0 0 0,0 0 0 0 0,0 1 0 0 0,0-1 0 0 0,0 1 0 0 0,0 0 0 0 0,0 1 0 0 0,9-1 0 0 0,-11 0-55 0 0,-1 1-1 0 0,1-1 1 0 0,0 1 0 0 0,0 0 0 0 0,-1 0-1 0 0,1 0 1 0 0,0 0 0 0 0,-1 1 0 0 0,1-1-1 0 0,0 1 1 0 0,-1 0 0 0 0,1-1 0 0 0,-1 1 0 0 0,1 0-1 0 0,-1 0 1 0 0,1 1 0 0 0,-1-1 0 0 0,0 0-1 0 0,0 1 1 0 0,0 0 0 0 0,1-1 0 0 0,-1 1-1 0 0,-1 0 1 0 0,1 0 0 0 0,0 0 0 0 0,0 0-1 0 0,-1 0 1 0 0,1 1 0 0 0,-1-1 0 0 0,0 0 0 0 0,0 1-1 0 0,0-1 1 0 0,0 1 0 0 0,1 3 0 0 0,-1 7 21 0 0,0 0 1 0 0,-1 0 0 0 0,0-1 0 0 0,-1 1-1 0 0,-1 0 1 0 0,-3 16 0 0 0,3-18-18 0 0,0 0 0 0 0,0 1 0 0 0,1-1 0 0 0,1 1-1 0 0,1 17 1 0 0,4-13-13 0 0,0 1 0 0 0,2-1 0 0 0,0-1-1 0 0,1 1 1 0 0,0-1 0 0 0,1-1 0 0 0,1 0-1 0 0,12 14 1 0 0,-8-10 0 0 0,-1 1 0 0 0,-1 0 0 0 0,17 35 0 0 0,-29-53-13 0 0,0 0 0 0 0,-1 1 1 0 0,1-1-1 0 0,0 0 0 0 0,0 0 0 0 0,-1 0 1 0 0,1 1-1 0 0,-1-1 0 0 0,1 0 0 0 0,-1 0 0 0 0,0 0 1 0 0,1 0-1 0 0,-1 0 0 0 0,0 0 0 0 0,0 0 0 0 0,0 0 1 0 0,0 0-1 0 0,0 0 0 0 0,-2 1 0 0 0,-19 16 12 0 0,15-15-12 0 0,-1 0 0 0 0,1 0-1 0 0,0-1 1 0 0,-1 0 0 0 0,0 0 0 0 0,1-1 0 0 0,-1 0-1 0 0,-13 0 1 0 0,-66-3 10 0 0,77 1-7 0 0,-11 0-81 0 0,9 1 4 0 0,0 0 0 0 0,0-1 0 0 0,0 0 0 0 0,0-1 0 0 0,0 0 0 0 0,0-1 0 0 0,1-1 0 0 0,-1 1 0 0 0,-12-8 0 0 0,15 2-1361 0 0,24-17-8343 0 0</inkml:trace>
</inkml:ink>
</file>

<file path=ppt/ink/ink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1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0 144 516 0 0,'8'-3'543'0'0,"-1"0"1"0"0,0 1-1 0 0,1 0 1 0 0,-1 0-1 0 0,1 1 1 0 0,-1 0-1 0 0,1 0 0 0 0,0 0 1 0 0,-1 1-1 0 0,1 0 1 0 0,0 1-1 0 0,13 2 1 0 0,-17-1-420 0 0,1-1 1 0 0,-1 1 0 0 0,0-1 0 0 0,0 1 0 0 0,-1 1 0 0 0,1-1 0 0 0,0 0 0 0 0,-1 1 0 0 0,1 0 0 0 0,-1 0 0 0 0,0 0 0 0 0,0 0 0 0 0,0 0 0 0 0,0 1 0 0 0,-1-1 0 0 0,1 1 0 0 0,-1 0 0 0 0,0 0 0 0 0,0 0 0 0 0,0 0 0 0 0,-1 0-1 0 0,1 0 1 0 0,-1 0 0 0 0,1 5 0 0 0,0-1-2 0 0,-1 0-1 0 0,0 0 0 0 0,0 0 1 0 0,0 0-1 0 0,-1 0 0 0 0,-1 0 0 0 0,1 0 1 0 0,-1 0-1 0 0,0 0 0 0 0,-1-1 1 0 0,0 1-1 0 0,0 0 0 0 0,-6 12 0 0 0,7-18-83 0 0,-1 0 0 0 0,1 0 0 0 0,-1 0 0 0 0,0 0-1 0 0,1-1 1 0 0,-1 1 0 0 0,0 0 0 0 0,0-1-1 0 0,0 1 1 0 0,0-1 0 0 0,-1 0 0 0 0,1 0 0 0 0,0 0-1 0 0,0 0 1 0 0,-1 0 0 0 0,1 0 0 0 0,0-1-1 0 0,-3 1 1 0 0,3-1 98 0 0,3-1-133 0 0,0 0 1 0 0,0-1 0 0 0,0 1-1 0 0,0 0 1 0 0,-1-1-1 0 0,1 1 1 0 0,0 0-1 0 0,0-1 1 0 0,-1 1 0 0 0,1-1-1 0 0,-1 1 1 0 0,0-1-1 0 0,1 0 1 0 0,-1-2-1 0 0,0 2 0 0 0,1 0-1 0 0,-1-1 0 0 0,1 1 1 0 0,-1 0-1 0 0,1 0 0 0 0,0 0 0 0 0,0 0 1 0 0,0 0-1 0 0,0 0 0 0 0,0 0 1 0 0,0 0-1 0 0,3-3 0 0 0,10-11 14 0 0,1 1 0 0 0,0 1 0 0 0,33-23 0 0 0,-42 33-16 0 0,1-1 0 0 0,0 1 0 0 0,0 0 0 0 0,0 1 0 0 0,0 0 0 0 0,0 0 0 0 0,1 0 0 0 0,-1 1 0 0 0,1 0 0 0 0,0 1 0 0 0,0 0 0 0 0,0 0 0 0 0,10 0 0 0 0,-9 3-3 0 0,1 0 0 0 0,-1 1 0 0 0,0 0 1 0 0,0 0-1 0 0,0 1 0 0 0,16 10 0 0 0,27 10 13 0 0,-37-19-17 0 0,0-1-1 0 0,1 0 0 0 0,-1-1 1 0 0,0 0-1 0 0,1-2 0 0 0,0 0 1 0 0,-1 0-1 0 0,1-2 1 0 0,0 0-1 0 0,-1-1 0 0 0,1 0 1 0 0,-1-1-1 0 0,0-1 1 0 0,28-10-1 0 0,-33 9 21 0 0,-4 3-12 0 0,0 0 0 0 0,-1-1 0 0 0,1 0 0 0 0,-1 0 0 0 0,0 0 0 0 0,0-1 0 0 0,0 0 0 0 0,0 0 0 0 0,5-7 0 0 0,-8 8-4 0 0,-2-5 9 0 0,0 6-2 0 0,-12 1 15 0 0,11 0-20 0 0,0 1 0 0 0,-1 0 0 0 0,1-1 0 0 0,0 1-1 0 0,0 0 1 0 0,0 0 0 0 0,0 0 0 0 0,0 0 0 0 0,-1 0 0 0 0,1 0 0 0 0,0 0 0 0 0,0 0 0 0 0,0 1 0 0 0,0-1 0 0 0,0 0 0 0 0,-1 1 0 0 0,1-1 0 0 0,0 1 0 0 0,0-1 0 0 0,0 1 0 0 0,0-1 0 0 0,0 1 0 0 0,0 0 0 0 0,1-1 0 0 0,-1 1-1 0 0,0 0 1 0 0,0 0 0 0 0,0 0 0 0 0,1 0 0 0 0,-1 0 0 0 0,0 0 0 0 0,1 0 0 0 0,-1 0 0 0 0,1 0 0 0 0,-1 0 0 0 0,1 0 0 0 0,-1 1 0 0 0,0 0 0 0 0,0 0 0 0 0,1 0 1 0 0,-1 0-1 0 0,0 0 0 0 0,1 0 1 0 0,-1 0-1 0 0,1 0 0 0 0,0 0 0 0 0,-1 1 1 0 0,1-1-1 0 0,0 0 0 0 0,1 0 0 0 0,-1 0 1 0 0,0 0-1 0 0,0 0 0 0 0,1 1 0 0 0,0-1 1 0 0,-1 0-1 0 0,1 0 0 0 0,0 0 1 0 0,0 0-1 0 0,0 0 0 0 0,0-1 0 0 0,1 3 1 0 0,1 0 0 0 0,1-1 1 0 0,-1 0 0 0 0,1 0-1 0 0,-1 0 1 0 0,1-1 0 0 0,0 1-1 0 0,0-1 1 0 0,0 0 0 0 0,0 0-1 0 0,0 0 1 0 0,6 2 0 0 0,-3-2-1 0 0,0 0 1 0 0,0 0 0 0 0,0 0 0 0 0,0-1 0 0 0,0 0 0 0 0,0-1 0 0 0,0 1 0 0 0,1-1 0 0 0,-1-1 0 0 0,0 0 0 0 0,0 1 0 0 0,0-2-1 0 0,1 1 1 0 0,-2-1 0 0 0,9-3 0 0 0,-11 2-3 0 0,0-1 0 0 0,1 1 0 0 0,-2-1 0 0 0,1 0-1 0 0,0 0 1 0 0,-1 0 0 0 0,1 0 0 0 0,-1-1 0 0 0,-1 1 0 0 0,1-1-1 0 0,0 0 1 0 0,-1 0 0 0 0,0 0 0 0 0,0 0 0 0 0,-1 0 0 0 0,1 0 0 0 0,-1 0-1 0 0,0-1 1 0 0,0-7 0 0 0,-1 5-1 0 0,1 0 1 0 0,-2 1-1 0 0,1-1 0 0 0,-1 1 0 0 0,0-1 1 0 0,0 0-1 0 0,-1 1 0 0 0,0 0 1 0 0,-1-1-1 0 0,1 1 0 0 0,-1 0 0 0 0,-1 0 1 0 0,-4-7-1 0 0,7 12 0 0 0,-1 0-2 0 0,0 0 1 0 0,0 0-1 0 0,1 0 0 0 0,-1 0 1 0 0,0 0-1 0 0,0 1 0 0 0,-1-1 1 0 0,1 1-1 0 0,0-1 0 0 0,-1 1 1 0 0,1 0-1 0 0,0 0 0 0 0,-1 0 1 0 0,1 0-1 0 0,-1 0 1 0 0,0 1-1 0 0,1-1 0 0 0,-1 1 1 0 0,0-1-1 0 0,-4 1 0 0 0,6 0 4 0 0,1 0 0 0 0,0 0 0 0 0,-1 0 0 0 0,1 0 0 0 0,-1 0 0 0 0,1 0 0 0 0,0 0 0 0 0,-1 1 0 0 0,1-1 0 0 0,0 0 0 0 0,0 0 0 0 0,-1 0-1 0 0,1 0 1 0 0,0 0 0 0 0,-1 0 0 0 0,1 1 0 0 0,0-1 0 0 0,-1 0 0 0 0,1 0 0 0 0,0 1 0 0 0,0-1 0 0 0,-1 0 0 0 0,1 0 0 0 0,0 1 0 0 0,0-1 0 0 0,0 0 0 0 0,0 1 0 0 0,-1-1-1 0 0,1 0 1 0 0,0 0 0 0 0,0 1 0 0 0,0-1 0 0 0,0 0 0 0 0,0 1 0 0 0,0-1 0 0 0,0 1 0 0 0,0 19 3 0 0,9 14 16 0 0,-7-29-17 0 0,1-1 0 0 0,0 0 0 0 0,0 0 1 0 0,0 0-1 0 0,0-1 0 0 0,1 1 1 0 0,0-1-1 0 0,0 1 0 0 0,-1-1 0 0 0,2-1 1 0 0,-1 1-1 0 0,0 0 0 0 0,1-1 1 0 0,-1 0-1 0 0,1 0 0 0 0,-1 0 0 0 0,1-1 1 0 0,0 1-1 0 0,0-1 0 0 0,0-1 0 0 0,0 1 1 0 0,0 0-1 0 0,0-1 0 0 0,0 0 1 0 0,6-1-1 0 0,12 0 6 0 0,-1-1 0 0 0,0-1 0 0 0,1-1 0 0 0,25-7 0 0 0,-22 2 217 0 0,1-2-1 0 0,-1 0 1 0 0,-1-1 0 0 0,0-2-1 0 0,0-1 1 0 0,-2 0 0 0 0,0-2-1 0 0,26-25 1 0 0,-47 41 165 0 0,-2 5-286 0 0,-15 168 621 0 0,15-160-700 0 0,0-3 19 0 0,0 0 1 0 0,0 0-1 0 0,-1 0 1 0 0,0 0-1 0 0,0 0 1 0 0,-4 10-1 0 0,4-17-38 0 0,0 1 1 0 0,0-1-1 0 0,-1 0 0 0 0,1 0 0 0 0,0 0 0 0 0,-1 1 0 0 0,0-1 0 0 0,1-1 0 0 0,-1 1 0 0 0,0 0 0 0 0,0 0 0 0 0,0-1 0 0 0,0 1 1 0 0,0-1-1 0 0,-1 0 0 0 0,1 1 0 0 0,0-1 0 0 0,0 0 0 0 0,-1 0 0 0 0,1-1 0 0 0,-1 1 0 0 0,1 0 0 0 0,-1-1 0 0 0,1 0 0 0 0,-1 1 0 0 0,-4-1 1 0 0,-2 0-232 0 0,0 0 0 0 0,0-1 0 0 0,1 0 0 0 0,-1 0 0 0 0,0-1 0 0 0,-12-3 0 0 0,16 3-1238 0 0,-1 0 1 0 0,0-1-1 0 0,0 0 0 0 0,1 0 0 0 0,-9-6 1 0 0,5 2-2411 0 0</inkml:trace>
</inkml:ink>
</file>

<file path=ppt/ink/ink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3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544 131 640 0 0,'0'-11'780'0'0,"0"0"0"0"0,-1 0-1 0 0,0 0 1 0 0,-1 0 0 0 0,0 1 0 0 0,-4-12 0 0 0,5 19-685 0 0,0 1 0 0 0,0-1-1 0 0,0 1 1 0 0,0 0 0 0 0,0-1 0 0 0,0 1 0 0 0,-1 0 0 0 0,0 0 0 0 0,1 0 0 0 0,-1 0 0 0 0,0 0 0 0 0,0 0 0 0 0,0 1 0 0 0,0-1 0 0 0,0 1-1 0 0,0-1 1 0 0,0 1 0 0 0,-1 0 0 0 0,1-1 0 0 0,0 1 0 0 0,-1 0 0 0 0,1 1 0 0 0,-1-1 0 0 0,1 0 0 0 0,-1 1 0 0 0,0 0 0 0 0,1-1-1 0 0,-1 1 1 0 0,1 0 0 0 0,-1 0 0 0 0,-4 1 0 0 0,-21 4 151 0 0,0 1 0 0 0,0 1-1 0 0,1 1 1 0 0,1 2 0 0 0,-1 0 0 0 0,1 2-1 0 0,1 1 1 0 0,-26 18 0 0 0,28-16-81 0 0,1 1 0 0 0,1 1 0 0 0,1 1 0 0 0,0 1 0 0 0,-17 22 0 0 0,31-33-107 0 0,0 0 0 0 0,0 0 0 0 0,1 1 0 0 0,0 0 0 0 0,0 0-1 0 0,1 0 1 0 0,0 0 0 0 0,1 1 0 0 0,0 0 0 0 0,0 0 0 0 0,-1 17 0 0 0,3-20-33 0 0,1 0 0 0 0,0-1 0 0 0,1 1 0 0 0,-1 0 0 0 0,2-1 0 0 0,-1 1 0 0 0,0 0 1 0 0,1-1-1 0 0,1 0 0 0 0,-1 1 0 0 0,1-1 0 0 0,0 0 0 0 0,0 0 0 0 0,1 0 0 0 0,-1-1 1 0 0,1 1-1 0 0,1-1 0 0 0,6 7 0 0 0,4 1 10 0 0,0-1 0 0 0,1 0 0 0 0,1-1 0 0 0,0 0 1 0 0,0-2-1 0 0,1 0 0 0 0,0-1 0 0 0,1 0 0 0 0,0-2 0 0 0,30 7 0 0 0,7-2 27 0 0,1-2-1 0 0,79 1 1 0 0,-106-9-49 0 0,-1-2 1 0 0,1-2-1 0 0,0 0 1 0 0,-1-2-1 0 0,0-1 1 0 0,44-15-1 0 0,-59 11-52 0 0,-23 4-7 0 0,5 5 40 0 0,1 0 0 0 0,-1 0-1 0 0,0 1 1 0 0,0 0 0 0 0,0 0 0 0 0,0 0 0 0 0,1 0 0 0 0,-6 1 0 0 0,8-1 9 0 0,-2 1 3 0 0,-1-1-1 0 0,0 1 1 0 0,0 0-1 0 0,1 0 1 0 0,-1 0-1 0 0,1 0 1 0 0,-1 0-1 0 0,1 1 1 0 0,-1 0-1 0 0,-5 4 1 0 0,34-5 57 0 0,-20-1-36 0 0,-3-3-19 0 0,1 0 0 0 0,-1 0 0 0 0,0-1 0 0 0,0 1 0 0 0,0-1 0 0 0,0 1 0 0 0,-1-1 0 0 0,1 0 0 0 0,-1 0 0 0 0,1-6 0 0 0,-1 5-11 0 0,0 0 0 0 0,-1 1 0 0 0,0-1 0 0 0,0 0 0 0 0,0 0 1 0 0,-1 0-1 0 0,0 1 0 0 0,0-1 0 0 0,0 0 0 0 0,0 1 0 0 0,-1-1 0 0 0,1 1 1 0 0,-1-1-1 0 0,-4-6 0 0 0,-2-4-224 0 0,-13 3-1699 0 0,10 7-4580 0 0</inkml:trace>
</inkml:ink>
</file>

<file path=ppt/ink/ink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4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0 684 0 0,'4'2'271'0'0,"1"-1"1"0"0,-1 1-1 0 0,0 0 0 0 0,0 1 1 0 0,0-1-1 0 0,0 1 0 0 0,0-1 1 0 0,0 1-1 0 0,-1 0 0 0 0,1 1 0 0 0,-1-1 1 0 0,0 0-1 0 0,0 1 0 0 0,0 0 1 0 0,-1 0-1 0 0,1 0 0 0 0,-1 0 1 0 0,0 0-1 0 0,0 0 0 0 0,0 1 1 0 0,-1-1-1 0 0,2 8 0 0 0,1 0 106 0 0,-1 1 0 0 0,-1 0 0 0 0,-1 0 0 0 0,1 0 0 0 0,-2 0 0 0 0,-2 25 0 0 0,2-36 321 0 0,0 6-223 0 0,0-6-218 0 0,0-7 1292 0 0,1-6-1481 0 0,-1 0-1 0 0,2 0 1 0 0,-1 0 0 0 0,1 0 0 0 0,1 1 0 0 0,0-1-1 0 0,5-10 1 0 0,-5 14-386 0 0,0 1 1 0 0,1-1-1 0 0,0 1 0 0 0,0 0 0 0 0,6-7 0 0 0,-6 9-404 0 0,0 0 0 0 0,0 0 0 0 0,0 1-1 0 0,0 0 1 0 0,0 0 0 0 0,1 0 0 0 0,0 0-1 0 0,5-2 1 0 0,0 1-1911 0 0</inkml:trace>
</inkml:ink>
</file>

<file path=ppt/ink/ink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4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41 500 0 0,'3'3'302'0'0,"0"0"1"0"0,-1 0-1 0 0,1 1 0 0 0,-1 0 1 0 0,0-1-1 0 0,0 1 0 0 0,0 0 1 0 0,0 0-1 0 0,0 0 0 0 0,-1 0 1 0 0,0 1-1 0 0,0-1 0 0 0,0 0 1 0 0,0 0-1 0 0,-1 1 0 0 0,0-1 1 0 0,0 7-1 0 0,0 10 1136 0 0,-2 1 0 0 0,-4 23-1 0 0,5-36 919 0 0,3-10-2321 0 0,0 0 0 0 0,0 0 1 0 0,0 0-1 0 0,0-1 0 0 0,0 1 0 0 0,-1 0 0 0 0,1-1 0 0 0,0 1 0 0 0,-1-1 1 0 0,1 0-1 0 0,2-3 0 0 0,-2 3 26 0 0,61-58 568 0 0,22-18-1616 0 0,-22 35-5780 0 0,-41 31 3410 0 0</inkml:trace>
</inkml:ink>
</file>

<file path=ppt/ink/ink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7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1309 536 0 0,'-1'29'3043'0'0,"3"-27"-2953"0"0,1 0 0 0 0,-1-1 0 0 0,1 1 0 0 0,-1-1 0 0 0,1 0 0 0 0,0 1 0 0 0,0-1 0 0 0,0 0 0 0 0,0-1 0 0 0,0 1 0 0 0,0 0 0 0 0,0-1 0 0 0,0 0 1 0 0,0 0-1 0 0,0 0 0 0 0,0 0 0 0 0,0 0 0 0 0,0-1 0 0 0,0 1 0 0 0,0-1 0 0 0,0 1 0 0 0,0-1 0 0 0,-1 0 0 0 0,1-1 0 0 0,0 1 0 0 0,0 0 0 0 0,2-3 0 0 0,13-4 50 0 0,-1-2-1 0 0,28-19 1 0 0,-2-4 38 0 0,-1-3-1 0 0,-1-1 1 0 0,-3-2 0 0 0,-1-2 0 0 0,45-63 0 0 0,135-239 400 0 0,-191 296-463 0 0,-3-1-1 0 0,-2-1 1 0 0,-1-1-1 0 0,-3 0 1 0 0,-3-2-1 0 0,-1 0 1 0 0,-3 0-1 0 0,6-104 1 0 0,-15 148-10 0 0,0 0 0 0 0,-1 0 0 0 0,0 0 1 0 0,-1 0-1 0 0,0 0 0 0 0,0 0 0 0 0,-1 1 0 0 0,1-1 0 0 0,-2 0 1 0 0,1 0-1 0 0,-5-9 0 0 0,6 16 40 0 0,-17 18-29 0 0,16-15-111 0 0,0-1 1 0 0,0 0-1 0 0,0 1 1 0 0,0-1-1 0 0,1 1 1 0 0,-1 0-1 0 0,1-1 1 0 0,-1 1-1 0 0,1 0 1 0 0,-3 3-1 0 0,-11 27 38 0 0,1 0 1 0 0,2 0-1 0 0,1 1 0 0 0,-6 35 0 0 0,-20 141 71 0 0,29-158-87 0 0,5-27-14 0 0,1 0-1 0 0,1 0 1 0 0,1 0-1 0 0,4 26 1 0 0,-3-36-3 0 0,1 0 0 0 0,1 0 0 0 0,1 0 1 0 0,-1-1-1 0 0,2 1 0 0 0,0-1 0 0 0,1 0 0 0 0,9 15 1 0 0,-12-24-6 0 0,-1 1 1 0 0,2-1 0 0 0,-1 0-1 0 0,0-1 1 0 0,1 1 0 0 0,0 0-1 0 0,-1-1 1 0 0,2 0 0 0 0,-1 0 0 0 0,0 0-1 0 0,0 0 1 0 0,1-1 0 0 0,0 0-1 0 0,-1 0 1 0 0,1 0 0 0 0,0 0-1 0 0,0-1 1 0 0,0 0 0 0 0,0 0-1 0 0,0 0 1 0 0,0-1 0 0 0,0 1-1 0 0,9-2 1 0 0,-5 0 6 0 0,1-1 0 0 0,0 0 0 0 0,-1 0 0 0 0,0-1 0 0 0,0-1 1 0 0,1 1-1 0 0,-2-2 0 0 0,1 1 0 0 0,0-1 0 0 0,-1 0 0 0 0,10-9 0 0 0,5-5 29 0 0,-20 15-44 0 0,1 1-1 0 0,-1-1 1 0 0,1 1-1 0 0,0 0 1 0 0,0 1-1 0 0,0-1 1 0 0,0 1-1 0 0,0-1 1 0 0,0 1-1 0 0,1 1 1 0 0,-1-1-1 0 0,1 0 1 0 0,-1 1-1 0 0,1 0 1 0 0,0 0-1 0 0,0 1 1 0 0,5-1-1 0 0,-5 1 1 0 0,35-2-4 0 0,-38 2 4 0 0,7 0 51 0 0,-9 0-60 0 0,-1 0 0 0 0,1-1 0 0 0,0 1 0 0 0,0 0 0 0 0,0 0 0 0 0,0 0 0 0 0,0 0 0 0 0,0 0 0 0 0,0 0 0 0 0,0 0 0 0 0,0 0 0 0 0,0 0 0 0 0,0 0 0 0 0,0-1 0 0 0,0 1 0 0 0,0 0 0 0 0,0 0 0 0 0,0 0 0 0 0,0 0 0 0 0,0 0 0 0 0,0 0 0 0 0,0 0 0 0 0,0 0 0 0 0,0-1 0 0 0,0 1 0 0 0,0 0 0 0 0,0 0 0 0 0,0 0 0 0 0,0 0 0 0 0,1 0 0 0 0,-1 0 0 0 0,0 0 0 0 0,0 0 0 0 0,0 0 0 0 0,0 0 0 0 0,0 0 0 0 0,0 0 0 0 0,0-1 0 0 0,0 1 0 0 0,0 0 0 0 0,0 0 0 0 0,0 0 0 0 0,0 0 0 0 0,1 0 0 0 0,-1 0 0 0 0,-7-3-31 0 0,-2-2-1126 0 0,0 1 1 0 0,0 1 0 0 0,0-1-1 0 0,-1 1 1 0 0,-12-2-1 0 0</inkml:trace>
</inkml:ink>
</file>

<file path=ppt/ink/ink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7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124 128 652 0 0,'-7'6'761'0'0,"2"-2"-412"0"0,0 0-1 0 0,0 1 0 0 0,0-1 0 0 0,1 1 1 0 0,-1 0-1 0 0,1 0 0 0 0,0 0 0 0 0,1 1 1 0 0,0 0-1 0 0,-1-1 0 0 0,-3 13 1 0 0,6-16-299 0 0,1-1 0 0 0,0 1 0 0 0,-1-1 1 0 0,1 1-1 0 0,0-1 0 0 0,0 1 1 0 0,0 0-1 0 0,0-1 0 0 0,1 1 1 0 0,-1-1-1 0 0,0 1 0 0 0,1-1 1 0 0,-1 1-1 0 0,1-1 0 0 0,-1 1 0 0 0,1-1 1 0 0,-1 1-1 0 0,1-1 0 0 0,0 0 1 0 0,0 1-1 0 0,0-1 0 0 0,0 0 1 0 0,1 2-1 0 0,1-1 3 0 0,-1-1 0 0 0,1 1 0 0 0,0-1 0 0 0,-1 1 0 0 0,1-1 0 0 0,0 0 0 0 0,0 0 0 0 0,-1 0 0 0 0,1-1 0 0 0,0 1 0 0 0,5 0 0 0 0,3 0 47 0 0,0-1 0 0 0,0-1-1 0 0,1 1 1 0 0,-1-2-1 0 0,15-2 1 0 0,-22 3-65 0 0,1 0 0 0 0,-1-1-1 0 0,0 1 1 0 0,0-1 0 0 0,0 0 0 0 0,0 0-1 0 0,0 0 1 0 0,0 0 0 0 0,0-1 0 0 0,-1 1-1 0 0,1-1 1 0 0,-1 0 0 0 0,1 0 0 0 0,-1-1-1 0 0,0 1 1 0 0,-1 0 0 0 0,1-1 0 0 0,-1 0 0 0 0,1 0-1 0 0,-1 0 1 0 0,0 0 0 0 0,0 0 0 0 0,-1 0-1 0 0,1 0 1 0 0,0-6 0 0 0,-1 5 15 0 0,-1 0-1 0 0,0 0 1 0 0,0 0 0 0 0,0 0 0 0 0,0 0 0 0 0,-1 0-1 0 0,0 0 1 0 0,0 0 0 0 0,-1 1 0 0 0,1-1-1 0 0,-1 0 1 0 0,0 1 0 0 0,0-1 0 0 0,0 1 0 0 0,-1 0-1 0 0,0 0 1 0 0,0 0 0 0 0,0 0 0 0 0,0 0 0 0 0,0 0-1 0 0,-1 1 1 0 0,-6-6 0 0 0,0 1 106 0 0,-1 1 0 0 0,1 0 1 0 0,-1 0-1 0 0,0 1 0 0 0,-1 1 1 0 0,1-1-1 0 0,-14-2 0 0 0,18 6-278 0 0,-1 0-1 0 0,0 1 0 0 0,0 0 1 0 0,0 0-1 0 0,-9 1 0 0 0,10 0-865 0 0,-1 1 0 0 0,1 0 0 0 0,-1 1 0 0 0,1 0 0 0 0,-14 5 0 0 0,7-2-1637 0 0</inkml:trace>
</inkml:ink>
</file>

<file path=ppt/ink/ink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8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70 316 0 0,'-8'-9'2816'0'0,"13"-6"-2044"0"0,3 8-84 0 0,6 0-84 0 0,3 2-71 0 0,3 0-229 0 0,7 0-256 0 0,10-1-396 0 0,-6 1-613 0 0,11 2-1031 0 0,-3 1 460 0 0</inkml:trace>
</inkml:ink>
</file>

<file path=ppt/ink/ink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8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1 780 12465 0 0,'0'2'-2'0'0,"0"-1"1"0"0,1 1-1 0 0,-1-1 0 0 0,0 1 0 0 0,1 0 1 0 0,0-1-1 0 0,-1 1 0 0 0,1-1 0 0 0,0 1 1 0 0,0-1-1 0 0,0 0 0 0 0,-1 1 0 0 0,2-1 1 0 0,-1 0-1 0 0,0 1 0 0 0,0-1 0 0 0,0 0 1 0 0,0 0-1 0 0,1 0 0 0 0,-1 0 0 0 0,1 0 1 0 0,-1 0-1 0 0,1-1 0 0 0,-1 1 0 0 0,1 0 1 0 0,-1-1-1 0 0,1 1 0 0 0,-1-1 0 0 0,1 0 1 0 0,0 1-1 0 0,2-1 0 0 0,26-8 7 0 0,0-1-1 0 0,-1-1 0 0 0,0-2 1 0 0,-1-1-1 0 0,0-1 1 0 0,-1-1-1 0 0,-1-2 1 0 0,36-28-1 0 0,-56 40-2 0 0,-1 0-1 0 0,1-1 1 0 0,-1 1 0 0 0,0-1-1 0 0,-1 0 1 0 0,1 0 0 0 0,-1-1-1 0 0,-1 1 1 0 0,1-1 0 0 0,-1 0-1 0 0,0 0 1 0 0,0 0 0 0 0,1-11-1 0 0,-3 16 35 0 0,-5-11 22 0 0,4 13-56 0 0,0-1 0 0 0,0 1 0 0 0,0 0 0 0 0,0 0 0 0 0,0-1 0 0 0,0 1 0 0 0,0 0 0 0 0,0 0 0 0 0,0 0 0 0 0,0-1 0 0 0,0 1 0 0 0,0 0 0 0 0,0 0 0 0 0,-1-1 0 0 0,1 1 0 0 0,0 0 0 0 0,0 0-1 0 0,0-1 1 0 0,0 1 0 0 0,0 0 0 0 0,0 0 0 0 0,-1 0 0 0 0,1 0 0 0 0,0-1 0 0 0,0 1 0 0 0,0 0 0 0 0,-1 0 0 0 0,1 0 0 0 0,0 0 0 0 0,0 0 0 0 0,0-1 0 0 0,-1 1 0 0 0,1 0 0 0 0,0 0 0 0 0,0 0 0 0 0,-1 0 0 0 0,1 0 0 0 0,0 0 0 0 0,0 0 0 0 0,0 0 0 0 0,-1 0 0 0 0,1 0 0 0 0,0 0 0 0 0,0 0 0 0 0,-1 0 0 0 0,1 0 0 0 0,0 0-1 0 0,0 0 1 0 0,-1 0 0 0 0,1 0 0 0 0,0 0 0 0 0,0 1 0 0 0,-1-1 0 0 0,1 0 0 0 0,0 0 0 0 0,0 0 0 0 0,0 0 0 0 0,0 0 0 0 0,-1 1 0 0 0,1-1 0 0 0,0 0 0 0 0,0 0 0 0 0,0 0 0 0 0,0 1 0 0 0,-1-1 0 0 0,1 0 0 0 0,-1 3 1 0 0,1-1 1 0 0,-1 0 0 0 0,0 0-1 0 0,1 1 1 0 0,-1-1 0 0 0,1 0-1 0 0,0 1 1 0 0,0-1 0 0 0,0 1-1 0 0,0-1 1 0 0,0 0 0 0 0,1 1-1 0 0,-1-1 1 0 0,1 0 0 0 0,-1 1-1 0 0,1-1 1 0 0,0 0-1 0 0,0 0 1 0 0,0 0 0 0 0,0 0-1 0 0,0 0 1 0 0,1 0 0 0 0,-1 0-1 0 0,0 0 1 0 0,1 0 0 0 0,0 0-1 0 0,-1-1 1 0 0,1 1 0 0 0,0-1-1 0 0,0 1 1 0 0,0-1 0 0 0,0 0-1 0 0,3 2 1 0 0,3 1-2 0 0,1-1 0 0 0,-1 0 0 0 0,1-1 0 0 0,0 0 0 0 0,-1 0-1 0 0,1-1 1 0 0,0 0 0 0 0,0 0 0 0 0,0-1 0 0 0,0-1 0 0 0,0 1 0 0 0,0-1 0 0 0,0-1 0 0 0,0 0 0 0 0,-1 0 0 0 0,1 0 0 0 0,-1-1 0 0 0,1-1 0 0 0,-1 1-1 0 0,0-1 1 0 0,14-10 0 0 0,-8 5 1 0 0,-1 0 0 0 0,0 0 0 0 0,-1-1 0 0 0,0-1 0 0 0,0 0 0 0 0,-1-1 0 0 0,-1 0 0 0 0,0-1 0 0 0,-1 0 0 0 0,0 0 0 0 0,11-23 0 0 0,-7-3 5 0 0,-2-1-1 0 0,-1 0 1 0 0,-2 0 0 0 0,5-71 0 0 0,-12 95 43 0 0,0 0 1 0 0,-1 0-1 0 0,-5-32 1 0 0,5 42-36 0 0,-1 1-1 0 0,0-1 0 0 0,-1 1 1 0 0,1 0-1 0 0,-1 0 1 0 0,0 0-1 0 0,0 0 1 0 0,-1 0-1 0 0,1 0 1 0 0,-1 1-1 0 0,0-1 1 0 0,-1 1-1 0 0,1-1 1 0 0,-1 1-1 0 0,-4-3 1 0 0,6 6-5 0 0,1 1-1 0 0,-1 0 1 0 0,0 0 0 0 0,0 0 0 0 0,0 0 0 0 0,0 0 0 0 0,0 0 0 0 0,0 0 0 0 0,0 1 0 0 0,1-1 0 0 0,-1 1 0 0 0,0-1 0 0 0,0 1 0 0 0,1 0 0 0 0,-1 0 0 0 0,0 0 0 0 0,1 0 0 0 0,-1 0 0 0 0,0 0 0 0 0,1 0 0 0 0,-2 2 0 0 0,1-2-8 0 0,-5 5 7 0 0,0 0 0 0 0,1 0 1 0 0,0 0-1 0 0,0 1 1 0 0,0 0-1 0 0,0 0 1 0 0,1 1-1 0 0,1-1 1 0 0,-1 1-1 0 0,1 0 0 0 0,0 0 1 0 0,1 1-1 0 0,0-1 1 0 0,0 1-1 0 0,1 0 1 0 0,0 0-1 0 0,1-1 1 0 0,0 1-1 0 0,0 0 0 0 0,1 0 1 0 0,0 0-1 0 0,0 0 1 0 0,1 0-1 0 0,1 0 1 0 0,-1 0-1 0 0,1 0 1 0 0,1 0-1 0 0,0-1 0 0 0,0 1 1 0 0,0-1-1 0 0,1 0 1 0 0,1 0-1 0 0,-1 0 1 0 0,1-1-1 0 0,7 9 1 0 0,11 6 11 0 0,1-1 1 0 0,1-2 0 0 0,1 0-1 0 0,0-2 1 0 0,36 18-1 0 0,-32-19-16 0 0,0 1 0 0 0,-1 2 0 0 0,-1 1 0 0 0,34 32-1 0 0,-60-50-12 0 0,0-1 0 0 0,0 1 0 0 0,-1 0 1 0 0,1-1-1 0 0,-1 1 0 0 0,1 0 0 0 0,-1 0 0 0 0,1 0 0 0 0,-1 0 0 0 0,0 1 0 0 0,0-1 0 0 0,0 0 0 0 0,-1 0 0 0 0,1 1 0 0 0,0-1 0 0 0,-1 0 0 0 0,1 1 0 0 0,-1-1 0 0 0,0 1 1 0 0,0-1-1 0 0,0 0 0 0 0,0 1 0 0 0,0-1 0 0 0,-1 3 0 0 0,-1-1 42 0 0,1-1 1 0 0,-1 0-1 0 0,0 0 0 0 0,0 0 1 0 0,0 0-1 0 0,0-1 1 0 0,-1 1-1 0 0,1 0 1 0 0,-1-1-1 0 0,0 0 0 0 0,1 1 1 0 0,-1-1-1 0 0,0 0 1 0 0,-5 2-1 0 0,-2 1-474 0 0,-1 0 0 0 0,0 0 0 0 0,-21 5 0 0 0,-22-1-6598 0 0</inkml:trace>
</inkml:ink>
</file>

<file path=ppt/ink/ink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48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914 226 76 0 0,'15'-12'1164'0'0,"-3"-2"-108"0"0,2 4-104 0 0,-7 1-104 0 0,0 2-84 0 0,-1-1-83 0 0,2 1 387 0 0,2-2-800 0 0,-7 2-596 0 0</inkml:trace>
  <inkml:trace contextRef="#ctx0" brushRef="#br0" timeOffset="1">123 48 11333 0 0,'-27'-7'-36'0'0,"1"0"16"0"0,10 1 20 0 0,-2 0 28 0 0,5 1-40 0 0,5 2 0 0 0,0-4-36 0 0,2 0-84 0 0,44 12-8837 0 0</inkml:trace>
</inkml:ink>
</file>

<file path=ppt/ink/ink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50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8 182 7365 0 0,'-8'-179'2191'0'0,"8"176"-1563"0"0,5 9-540 0 0,28 35 114 0 0,41 64 0 0 0,0 3 0 0 0,-67-97-113 0 0,2-1 0 0 0,0 0 0 0 0,0 0 0 0 0,0-1 0 0 0,2 0 1 0 0,-1 0-1 0 0,1-1 0 0 0,0-1 0 0 0,18 10 0 0 0,-28-17-51 0 0,0 0 0 0 0,1 0 0 0 0,-1 1 0 0 0,0-1 0 0 0,1 0 0 0 0,-1 0 0 0 0,0 0 0 0 0,1 0 0 0 0,-1-1 0 0 0,0 1 0 0 0,1 0 0 0 0,-1-1 0 0 0,0 1 0 0 0,0 0 0 0 0,0-1 0 0 0,1 0 0 0 0,-1 1 0 0 0,0-1 0 0 0,0 0 0 0 0,0 1 0 0 0,0-1 0 0 0,0 0 0 0 0,1-1 0 0 0,20-24 415 0 0,-11 0-313 0 0,-2-1 0 0 0,0 1 0 0 0,-2-2 1 0 0,-1 1-1 0 0,-1-1 0 0 0,-2 0 0 0 0,1-54 0 0 0,-4 81-216 0 0,0 1 1 0 0,0-1-1 0 0,0 1 0 0 0,0-1 0 0 0,0 0 0 0 0,0 1 0 0 0,0-1 0 0 0,1 1 0 0 0,-1-1 0 0 0,0 1 1 0 0,0-1-1 0 0,1 1 0 0 0,-1-1 0 0 0,0 1 0 0 0,1-1 0 0 0,-1 1 0 0 0,0-1 0 0 0,1 1 1 0 0,-1 0-1 0 0,1-1 0 0 0,-1 1 0 0 0,1 0 0 0 0,-1-1 0 0 0,1 1 0 0 0,-1 0 0 0 0,1 0 0 0 0,-1-1 1 0 0,1 1-1 0 0,-1 0 0 0 0,1 0 0 0 0,-1 0 0 0 0,1 0 0 0 0,0-1 0 0 0,-1 1 0 0 0,1 0 0 0 0,0 0 1 0 0,19 2-5382 0 0,-19-1 5027 0 0</inkml:trace>
</inkml:ink>
</file>

<file path=ppt/ink/ink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52.0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137 399 540 0 0,'-18'2'2409'0'0,"5"9"-1887"0"0,0 1-1 0 0,0 0 1 0 0,1 0 0 0 0,1 1-1 0 0,0 1 1 0 0,0 0 0 0 0,2 1-1 0 0,-13 24 1 0 0,21-38-365 0 0,1 0-139 0 0,0-1-1 0 0,-1 0 0 0 0,1 0 0 0 0,0 0 0 0 0,0 1 1 0 0,0-1-1 0 0,0 0 0 0 0,-1 0 0 0 0,1 0 1 0 0,0 1-1 0 0,0-1 0 0 0,0 0 0 0 0,0 0 1 0 0,0 1-1 0 0,0-1 0 0 0,0 0 0 0 0,0 0 0 0 0,0 1 1 0 0,0-1-1 0 0,0 0 0 0 0,0 0 0 0 0,0 1 1 0 0,0-1-1 0 0,0 0 0 0 0,0 1 0 0 0,0-1 0 0 0,0 0 1 0 0,0 0-1 0 0,0 1 0 0 0,0-1 0 0 0,0 0 1 0 0,0 0-1 0 0,0 1 0 0 0,1-1 0 0 0,-1 0 0 0 0,0 0 1 0 0,0 0-1 0 0,0 1 0 0 0,0-1 0 0 0,1 0 1 0 0,-1 0-1 0 0,0 0 0 0 0,0 0 0 0 0,0 1 0 0 0,1-1 1 0 0,-1 0-1 0 0,0 0 0 0 0,35-12 173 0 0,-31 10-174 0 0,1 0-1 0 0,-1 1 1 0 0,0-1 0 0 0,1 1 0 0 0,-1-1 0 0 0,1 1 0 0 0,-1 1 0 0 0,1-1 0 0 0,0 1 0 0 0,-1 0-1 0 0,1 0 1 0 0,0 0 0 0 0,7 2 0 0 0,-6-1-8 0 0,6 2 6 0 0,0 0 0 0 0,1-1 0 0 0,-1 0 0 0 0,0-1 0 0 0,1 0 1 0 0,-1-1-1 0 0,16-2 0 0 0,-17-2-10 0 0,0-1 1 0 0,0 0 0 0 0,0-1-1 0 0,-1 0 1 0 0,0-1-1 0 0,0 0 1 0 0,0 0-1 0 0,-1-1 1 0 0,0 0-1 0 0,-1-1 1 0 0,0 0 0 0 0,0 0-1 0 0,-1-1 1 0 0,0 0-1 0 0,0 0 1 0 0,-1 0-1 0 0,-1-1 1 0 0,6-14 0 0 0,0-3 86 0 0,0-1 1 0 0,-2 0-1 0 0,-2-1 1 0 0,0 0 0 0 0,-2 0-1 0 0,2-35 1 0 0,-6 25 811 0 0,-4-49 0 0 0,4 88-894 0 0,-2 1-1 0 0,1 0 1 0 0,0 0-1 0 0,0-1 1 0 0,0 1 0 0 0,0 0-1 0 0,0-1 1 0 0,0 1-1 0 0,0 0 1 0 0,0-1 0 0 0,0 1-1 0 0,0 0 1 0 0,-1 0-1 0 0,1-1 1 0 0,0 1-1 0 0,0 0 1 0 0,0 0 0 0 0,-1-1-1 0 0,1 1 1 0 0,0 0-1 0 0,0 0 1 0 0,0 0 0 0 0,-1 0-1 0 0,1-1 1 0 0,0 1-1 0 0,-1 0 1 0 0,1 0-1 0 0,0 0 1 0 0,0 0 0 0 0,-1 0-1 0 0,1 0 1 0 0,0 0-1 0 0,-1 0 1 0 0,1-1 0 0 0,0 1-1 0 0,0 0 1 0 0,-1 0-1 0 0,1 0 1 0 0,0 1-1 0 0,-1-1 1 0 0,1 0 0 0 0,0 0-1 0 0,-1 0 1 0 0,1 0-1 0 0,0 0 1 0 0,0 0 0 0 0,-1 0-1 0 0,1 0 1 0 0,0 1-1 0 0,0-1 1 0 0,-1 0-1 0 0,1 0 1 0 0,0 0 0 0 0,0 1-1 0 0,-1-1 1 0 0,1 0-1 0 0,0 0 1 0 0,0 0 0 0 0,0 1-1 0 0,-1-1 1 0 0,1 0-1 0 0,0 1 1 0 0,0-1-1 0 0,0 0 1 0 0,0 0 0 0 0,0 1-1 0 0,0-1 1 0 0,0 0-1 0 0,0 1 1 0 0,-16 27 26 0 0,11-5 5 0 0,1-1-1 0 0,1 1 1 0 0,2-1-1 0 0,0 1 1 0 0,1 0-1 0 0,1 0 1 0 0,7 34-1 0 0,-5-40-20 0 0,1 0-1 0 0,1 0 1 0 0,1 0 0 0 0,0-1-1 0 0,1 0 1 0 0,1 0 0 0 0,0-1-1 0 0,2 0 1 0 0,-1-1 0 0 0,18 20 0 0 0,-24-31-13 0 0,-1 0 0 0 0,1 0 0 0 0,0 0 0 0 0,0-1 0 0 0,0 1 0 0 0,1-1 0 0 0,-1 0 0 0 0,0 0 0 0 0,1 0 0 0 0,0 0 0 0 0,-1-1 0 0 0,1 1 0 0 0,0-1 0 0 0,0 0 0 0 0,0 0 0 0 0,0 0 0 0 0,0-1 0 0 0,0 0 0 0 0,0 1 0 0 0,0-1 0 0 0,0-1 0 0 0,0 1 0 0 0,0 0 0 0 0,-1-1 0 0 0,1 0 0 0 0,0 0 0 0 0,0 0 0 0 0,4-2 0 0 0,1-2 3 0 0,0 1 1 0 0,0-2-1 0 0,-1 1 1 0 0,1-1-1 0 0,-1 0 1 0 0,-1-1-1 0 0,1 0 1 0 0,-1 0-1 0 0,10-12 1 0 0,-17 18-12 0 0,0 1 0 0 0,0 0-1 0 0,0 0 1 0 0,1-1 0 0 0,-1 1 0 0 0,0 0 0 0 0,0 0 0 0 0,1-1-1 0 0,-1 1 1 0 0,0 0 0 0 0,1 0 0 0 0,-1 0 0 0 0,0 0-1 0 0,0-1 1 0 0,1 1 0 0 0,-1 0 0 0 0,0 0 0 0 0,1 0 0 0 0,-1 0-1 0 0,1 0 1 0 0,-1 0 0 0 0,0 0 0 0 0,1 0 0 0 0,-1 0 0 0 0,0 0-1 0 0,1 0 1 0 0,-1 0 0 0 0,0 0 0 0 0,1 0 0 0 0,-1 0 0 0 0,0 0-1 0 0,1 0 1 0 0,-1 1 0 0 0,0-1 0 0 0,1 0 0 0 0,-1 0 0 0 0,0 0-1 0 0,0 1 1 0 0,1-1 0 0 0,-1 0 0 0 0,0 0 0 0 0,0 1 0 0 0,1-1-1 0 0,-1 0 1 0 0,0 0 0 0 0,0 1 0 0 0,0-1 0 0 0,1 0 0 0 0,-1 1-1 0 0,0-1 1 0 0,0 0 0 0 0,0 1 0 0 0,0-1 0 0 0,0 1 0 0 0,14 33-16 0 0,-12-28 23 0 0,1 1 1 0 0,-1-1-1 0 0,1 1 0 0 0,0-1 0 0 0,0 0 1 0 0,8 10-1 0 0,-7-12 2 0 0,1 0 0 0 0,0 0-1 0 0,0 0 1 0 0,1-1 0 0 0,-1 0 0 0 0,1 0 0 0 0,0 0 0 0 0,0-1 0 0 0,0 1-1 0 0,0-1 1 0 0,0-1 0 0 0,0 1 0 0 0,0-1 0 0 0,1 0 0 0 0,-1-1 0 0 0,0 0-1 0 0,1 0 1 0 0,6 0 0 0 0,-8-1-2 0 0,0 0-1 0 0,0 0 1 0 0,0 0 0 0 0,0-1-1 0 0,0 0 1 0 0,-1 0-1 0 0,1 0 1 0 0,-1 0 0 0 0,1-1-1 0 0,-1 1 1 0 0,0-1 0 0 0,0 0-1 0 0,0-1 1 0 0,0 1 0 0 0,-1-1-1 0 0,1 1 1 0 0,-1-1-1 0 0,0 0 1 0 0,0 0 0 0 0,-1 0-1 0 0,1-1 1 0 0,-1 1 0 0 0,3-8-1 0 0,-2 6 43 0 0,-1-1-1 0 0,0 1 1 0 0,0-1-1 0 0,-1 0 0 0 0,0 0 1 0 0,0 0-1 0 0,-1 0 1 0 0,0-13-1 0 0,0 18 56 0 0,-1-7 1 0 0,0 6-24 0 0,2 8 429 0 0,0-2-503 0 0,-1 1 1 0 0,1 0-1 0 0,0-1 0 0 0,0 1 1 0 0,1-1-1 0 0,-1 1 1 0 0,1-1-1 0 0,-1 0 0 0 0,1 0 1 0 0,0 0-1 0 0,0 0 1 0 0,1 0-1 0 0,-1 0 1 0 0,1 0-1 0 0,-1-1 0 0 0,1 1 1 0 0,0-1-1 0 0,0 0 1 0 0,0 1-1 0 0,0-1 1 0 0,0-1-1 0 0,1 1 0 0 0,-1 0 1 0 0,0-1-1 0 0,1 0 1 0 0,-1 0-1 0 0,1 0 1 0 0,4 1-1 0 0,17 4 7 0 0,0-2 0 0 0,0 0 0 0 0,1-1 0 0 0,29-1 0 0 0,-48-2-9 0 0,1 0 1 0 0,-1 0 0 0 0,1-1 0 0 0,-1 0 0 0 0,0 0-1 0 0,0-1 1 0 0,0 0 0 0 0,0 0 0 0 0,0-1-1 0 0,0 0 1 0 0,0 0 0 0 0,-1 0 0 0 0,1-1 0 0 0,-1 0-1 0 0,0 0 1 0 0,0-1 0 0 0,0 1 0 0 0,-1-1 0 0 0,5-7-1 0 0,-8 11 14 0 0,-1 0 0 0 0,0 0 0 0 0,0-1-1 0 0,0 1 1 0 0,0-1 0 0 0,0 1 0 0 0,-1-1 0 0 0,1 1-1 0 0,0-1 1 0 0,-1 0 0 0 0,1 1 0 0 0,-1-1 0 0 0,1 0-1 0 0,-1 1 1 0 0,0-1 0 0 0,0 0 0 0 0,0 0-1 0 0,0 1 1 0 0,0-1 0 0 0,0 0 0 0 0,0 1 0 0 0,-1-1-1 0 0,1 0 1 0 0,0 0 0 0 0,-1 1 0 0 0,0-1-1 0 0,1 1 1 0 0,-1-1 0 0 0,0 1 0 0 0,0-1 0 0 0,0 1-1 0 0,0-1 1 0 0,0 1 0 0 0,0 0 0 0 0,0-1-1 0 0,-2 0 1 0 0,1 1 25 0 0,1 0-1 0 0,-1 0 0 0 0,0 0 1 0 0,0 0-1 0 0,0 0 1 0 0,0 1-1 0 0,0-1 0 0 0,0 1 1 0 0,0-1-1 0 0,0 1 1 0 0,0 0-1 0 0,0 0 0 0 0,0 0 1 0 0,0 0-1 0 0,0 0 1 0 0,0 0-1 0 0,0 0 0 0 0,0 1 1 0 0,0-1-1 0 0,0 1 1 0 0,0 0-1 0 0,0-1 0 0 0,0 1 1 0 0,0 0-1 0 0,1 0 1 0 0,-1 0-1 0 0,0 0 0 0 0,-2 3 1 0 0,3-3-27 0 0,0 0-1 0 0,1 1 1 0 0,-1-1 0 0 0,0 0 0 0 0,1 1-1 0 0,-1-1 1 0 0,0 1 0 0 0,1-1 0 0 0,0 1-1 0 0,-1-1 1 0 0,1 1 0 0 0,0-1 0 0 0,0 1-1 0 0,0 0 1 0 0,0-1 0 0 0,0 1 0 0 0,0-1-1 0 0,1 1 1 0 0,-1-1 0 0 0,0 1 0 0 0,1-1-1 0 0,-1 1 1 0 0,1-1 0 0 0,0 2 0 0 0,17 32 198 0 0,-8-24-522 0 0,1 0-1 0 0,-1-1 1 0 0,2 0-1 0 0,-1 0 1 0 0,18 10 0 0 0,-19-14-1838 0 0,1-1 0 0 0,0 1 0 0 0,22 6 0 0 0,-12-6-1634 0 0</inkml:trace>
</inkml:ink>
</file>

<file path=ppt/ink/ink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54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341 173 580 0 0,'0'-18'2336'0'0,"0"7"-1624"0"0,0 0 0 0 0,0 0 0 0 0,-1 0 0 0 0,-1 0 0 0 0,0 0 0 0 0,0 1 0 0 0,-1-1 0 0 0,-1 0 0 0 0,-4-11 0 0 0,6 21-663 0 0,1-1 1 0 0,-1 1 0 0 0,1-1 0 0 0,-1 1-1 0 0,1 0 1 0 0,-1 0 0 0 0,0 0 0 0 0,0 0-1 0 0,1 0 1 0 0,-1 0 0 0 0,0 0 0 0 0,0 0-1 0 0,0 1 1 0 0,0-1 0 0 0,0 1 0 0 0,0-1-1 0 0,0 1 1 0 0,0 0 0 0 0,0 0-1 0 0,0 0 1 0 0,0 0 0 0 0,-1 0 0 0 0,1 0-1 0 0,0 1 1 0 0,-2 0 0 0 0,-49 14 267 0 0,37-8-256 0 0,0 1 1 0 0,1 0-1 0 0,0 2 1 0 0,0 0 0 0 0,1 0-1 0 0,1 1 1 0 0,-20 21-1 0 0,25-23-32 0 0,0 0-1 0 0,1 1 1 0 0,-1-1-1 0 0,2 2 1 0 0,0-1-1 0 0,0 1 1 0 0,1 0-1 0 0,0 0 1 0 0,1 0-1 0 0,0 1 1 0 0,-4 21-1 0 0,7-29-19 0 0,1-1 0 0 0,-1 1 0 0 0,1-1 0 0 0,0 0 0 0 0,0 1 0 0 0,0-1 0 0 0,1 1 0 0 0,-1-1 0 0 0,1 0 0 0 0,-1 1 0 0 0,1-1 0 0 0,0 0 0 0 0,1 1 0 0 0,-1-1 0 0 0,3 4 0 0 0,-3-5-1 0 0,1-1 0 0 0,-1 1 0 0 0,1 0 0 0 0,0-1 0 0 0,-1 0 0 0 0,1 1 0 0 0,0-1 0 0 0,0 0 0 0 0,0 0 1 0 0,0 0-1 0 0,0 0 0 0 0,0 0 0 0 0,0 0 0 0 0,0-1 0 0 0,0 1 0 0 0,0-1 0 0 0,1 1 0 0 0,1-1 0 0 0,4 0 4 0 0,-1-1-1 0 0,1 1 1 0 0,-1-1 0 0 0,0-1-1 0 0,0 1 1 0 0,1-1-1 0 0,-1-1 1 0 0,0 1 0 0 0,-1-1-1 0 0,1-1 1 0 0,0 1-1 0 0,9-8 1 0 0,17-15 15 0 0,-1-2 1 0 0,44-48-1 0 0,-40 38-25 0 0,46-37 0 0 0,-70 64-6 0 0,1 2 0 0 0,1 0 1 0 0,0 1-1 0 0,0 0 0 0 0,0 1 0 0 0,1 0 1 0 0,30-8-1 0 0,-42 14 1 0 0,1 0 0 0 0,-1 0 0 0 0,1 0 0 0 0,-1 0 0 0 0,1 1 0 0 0,0-1 0 0 0,-1 1 0 0 0,1 0 0 0 0,0 0 0 0 0,-1 1 0 0 0,1-1 0 0 0,0 1 0 0 0,-1 0 0 0 0,1 0 0 0 0,-1 0 0 0 0,1 0 0 0 0,-1 0 0 0 0,1 1 0 0 0,-1 0-1 0 0,0-1 1 0 0,0 1 0 0 0,0 1 0 0 0,0-1 0 0 0,0 0 0 0 0,0 1 0 0 0,-1-1 0 0 0,1 1 0 0 0,-1 0 0 0 0,0 0 0 0 0,0 0 0 0 0,0 0 0 0 0,3 6 0 0 0,-1 0 3 0 0,-1 0 0 0 0,-1 0 0 0 0,1 1 0 0 0,-1-1 0 0 0,-1 1 0 0 0,0 0 0 0 0,0-1 0 0 0,-1 1-1 0 0,0 0 1 0 0,-1 0 0 0 0,-2 11 0 0 0,1-8 16 0 0,-1 1 0 0 0,0-1 0 0 0,-9 22 0 0 0,11-34 95 0 0,18-24-97 0 0,-5 9-9 0 0,1 0 1 0 0,1 1-1 0 0,0 0 0 0 0,23-15 1 0 0,-31 24-13 0 0,1-1 0 0 0,0 1 0 0 0,0 0 0 0 0,0 1 0 0 0,1 0 0 0 0,-1 0 0 0 0,1 0 0 0 0,0 1 0 0 0,-1 0 0 0 0,1 1 0 0 0,0 0 0 0 0,10-1 0 0 0,-13 3 3 0 0,-1 0 1 0 0,1 0-1 0 0,-1 0 0 0 0,1 0 0 0 0,-1 1 1 0 0,0 0-1 0 0,1 0 0 0 0,-1 0 1 0 0,0 0-1 0 0,0 1 0 0 0,-1-1 1 0 0,1 1-1 0 0,6 7 0 0 0,41 49 8 0 0,-31-33-7 0 0,-5-8-326 0 0,18 19-993 0 0,-5-17-4443 0 0,-12-11 2648 0 0</inkml:trace>
</inkml:ink>
</file>

<file path=ppt/ink/ink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55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7 295 12641 0 0,'-5'7'-180'0'0,"3"0"153"0"0,2-6 27 0 0,0-1 0 0 0,1 1-1 0 0,-1-1 1 0 0,0 1 0 0 0,0 0-1 0 0,1-1 1 0 0,-1 1 0 0 0,0-1-1 0 0,1 1 1 0 0,-1-1 0 0 0,0 1-1 0 0,1-1 1 0 0,-1 0 0 0 0,1 1-1 0 0,-1-1 1 0 0,1 1 0 0 0,-1-1-1 0 0,1 0 1 0 0,-1 1 0 0 0,1-1-1 0 0,-1 0 1 0 0,1 0 0 0 0,0 1-1 0 0,-1-1 1 0 0,1 0 0 0 0,-1 0-1 0 0,1 0 1 0 0,0 0 0 0 0,-1 0-1 0 0,1 0 1 0 0,-1 0-1 0 0,1 0 1 0 0,0 0 0 0 0,-1 0-1 0 0,2 0 1 0 0,24 1 7 0 0,-25-1-8 0 0,43-8 12 0 0,-1-1 0 0 0,0-2 0 0 0,0-2 0 0 0,-1-2 0 0 0,56-27 0 0 0,-91 38-8 0 0,0 0-1 0 0,0 0 1 0 0,-1-1-1 0 0,1 0 1 0 0,-1 0-1 0 0,0-1 0 0 0,0 1 1 0 0,-1-1-1 0 0,0-1 1 0 0,0 1-1 0 0,0-1 0 0 0,-1 1 1 0 0,0-2-1 0 0,5-11 1 0 0,-7 16-1 0 0,-1-1 0 0 0,0 1 0 0 0,-1-1 0 0 0,1 1-1 0 0,0-1 1 0 0,-1 1 0 0 0,0-1 0 0 0,0 0 0 0 0,0 1 0 0 0,0-1 0 0 0,-1 1 0 0 0,1-1 0 0 0,-1 0 0 0 0,0 1 0 0 0,0 0 0 0 0,0-1 0 0 0,0 1 0 0 0,-1-1 0 0 0,0 1 0 0 0,1 0 0 0 0,-1 0 0 0 0,0 0 0 0 0,0 0 0 0 0,-1 0 0 0 0,1 1 0 0 0,-1-1 0 0 0,1 1 0 0 0,-1-1 0 0 0,0 1 0 0 0,0 0 0 0 0,0 0 0 0 0,0 0 0 0 0,0 0 0 0 0,0 1 0 0 0,-5-2 0 0 0,-1 0 21 0 0,-1-1-1 0 0,0 2 1 0 0,0 0 0 0 0,0 0-1 0 0,0 0 1 0 0,0 1 0 0 0,0 1 0 0 0,0 0-1 0 0,0 0 1 0 0,-1 1 0 0 0,1 0-1 0 0,0 1 1 0 0,0 0 0 0 0,0 1 0 0 0,1 0-1 0 0,-1 0 1 0 0,-11 7 0 0 0,15-7-13 0 0,0 0 1 0 0,1 0-1 0 0,0 0 0 0 0,0 1 1 0 0,0 0-1 0 0,0 0 1 0 0,0 0-1 0 0,1 1 0 0 0,0-1 1 0 0,0 1-1 0 0,0 0 1 0 0,-6 10-1 0 0,8-10-5 0 0,1-1 0 0 0,-1 1 0 0 0,1-1-1 0 0,-1 1 1 0 0,2 0 0 0 0,-1-1 0 0 0,0 1 0 0 0,1 0 0 0 0,0 0 0 0 0,0 0 0 0 0,0 0-1 0 0,1-1 1 0 0,-1 1 0 0 0,1 0 0 0 0,1 0 0 0 0,-1-1 0 0 0,0 1 0 0 0,4 6 0 0 0,0-2-1 0 0,1 0 1 0 0,-1-1 0 0 0,1 1-1 0 0,1-1 1 0 0,0-1 0 0 0,0 1-1 0 0,0-1 1 0 0,1 0 0 0 0,0-1-1 0 0,0 0 1 0 0,1 0 0 0 0,0-1-1 0 0,0 0 1 0 0,0-1 0 0 0,0 1 0 0 0,17 4-1 0 0,-7-3-20 0 0,1-1 0 0 0,-1 0 0 0 0,1-1 0 0 0,0-2 0 0 0,0 0 0 0 0,0 0 1 0 0,33-4-1 0 0,-24-2-13 0 0,0-1 0 0 0,-1-1 0 0 0,1-2 1 0 0,-1-1-1 0 0,-1-1 0 0 0,51-27 1 0 0,-43 17 16 0 0,63-48 0 0 0,-20 0 51 0 0,-75 65-48 0 0,4-2 132 0 0,-1-1 0 0 0,-1 1 0 0 0,1-2 0 0 0,-1 1 0 0 0,0-1 0 0 0,0 1 1 0 0,-1-1-1 0 0,7-14 0 0 0,-11 20 183 0 0,-6 2-282 0 0,0 0 0 0 0,0 1 0 0 0,0 0 1 0 0,1 0-1 0 0,-1 0 0 0 0,0 1 0 0 0,1-1 0 0 0,0 2 0 0 0,-1-1 0 0 0,1 0 0 0 0,-7 8 1 0 0,-3 1 37 0 0,0 1 1 0 0,-17 21-1 0 0,25-26-18 0 0,0 0-1 0 0,1 1 0 0 0,0 0 1 0 0,-8 15-1 0 0,13-21 48 0 0,63-17 16 0 0,-52 10-124 0 0,0 1 0 0 0,0 1 0 0 0,0 0 0 0 0,0 0-1 0 0,0 1 1 0 0,0 0 0 0 0,1 1 0 0 0,-1 0 0 0 0,0 0-1 0 0,1 1 1 0 0,16 4 0 0 0,60 17-3065 0 0,-26-18-3494 0 0,-41-6 3514 0 0</inkml:trace>
</inkml:ink>
</file>

<file path=ppt/ink/ink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55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93 475 368 0 0,'0'0'3473'0'0,"-3"-2"-2672"0"0,1 1-635 0 0,0 0 0 0 0,-1 0 1 0 0,1 0-1 0 0,-1 0 0 0 0,1 1 1 0 0,-1-1-1 0 0,0 1 0 0 0,1 0 1 0 0,-1 0-1 0 0,1 0 1 0 0,-1 0-1 0 0,0 0 0 0 0,1 0 1 0 0,-1 1-1 0 0,1-1 0 0 0,-1 1 1 0 0,1 0-1 0 0,-1-1 0 0 0,1 1 1 0 0,-1 0-1 0 0,1 1 0 0 0,0-1 1 0 0,-3 2-1 0 0,3-2-87 0 0,0 0 0 0 0,0 1 0 0 0,1-1 1 0 0,-1 0-1 0 0,0 1 0 0 0,1-1 0 0 0,-1 1 0 0 0,1-1 1 0 0,-1 1-1 0 0,1 0 0 0 0,0 0 0 0 0,0 0 0 0 0,0-1 0 0 0,0 1 1 0 0,0 0-1 0 0,0 0 0 0 0,0 0 0 0 0,1 1 0 0 0,-1-1 1 0 0,1 0-1 0 0,-1 0 0 0 0,1 0 0 0 0,0 0 0 0 0,0 0 0 0 0,0 1 1 0 0,0-1-1 0 0,0 0 0 0 0,1 0 0 0 0,-1 0 0 0 0,1 0 1 0 0,0 3-1 0 0,0-3-51 0 0,1 0-1 0 0,-1 0 1 0 0,0-1 0 0 0,1 1 0 0 0,-1 0 0 0 0,1-1 0 0 0,0 1 0 0 0,-1-1-1 0 0,1 0 1 0 0,0 0 0 0 0,0 1 0 0 0,0-1 0 0 0,0 0 0 0 0,0-1 0 0 0,0 1-1 0 0,0 0 1 0 0,0 0 0 0 0,0-1 0 0 0,0 0 0 0 0,1 1 0 0 0,-1-1 0 0 0,0 0-1 0 0,4 0 1 0 0,2 0 24 0 0,0 0 0 0 0,0-1 0 0 0,0 0 0 0 0,0 0-1 0 0,11-3 1 0 0,-2-3-25 0 0,0 0 0 0 0,-1-1 0 0 0,0 0 0 0 0,0-2-1 0 0,-1 0 1 0 0,-1 0 0 0 0,1-1 0 0 0,-2-1 0 0 0,0-1 0 0 0,0 1 0 0 0,-1-2 0 0 0,-1 0-1 0 0,0 0 1 0 0,10-19 0 0 0,-5 6 1 0 0,-1 0 0 0 0,-2-2-1 0 0,-1 1 1 0 0,-1-2 0 0 0,-2 1-1 0 0,0-1 1 0 0,5-43 0 0 0,-13 67 85 0 0,-1 0 0 0 0,1 0 0 0 0,-1 1 0 0 0,0-1 0 0 0,0 0 0 0 0,-1 0 0 0 0,0 0 1 0 0,0 1-1 0 0,0-1 0 0 0,-1 0 0 0 0,1 1 0 0 0,-2-1 0 0 0,1 1 0 0 0,0 0 0 0 0,-6-8 0 0 0,8 13-97 0 0,-1-1-1 0 0,1 1 1 0 0,0 0-1 0 0,-1-1 1 0 0,1 1-1 0 0,-1 0 1 0 0,1 0-1 0 0,-1 0 1 0 0,0-1-1 0 0,1 1 1 0 0,-1 0 0 0 0,1 0-1 0 0,-1 0 1 0 0,1 0-1 0 0,-1 0 1 0 0,1 0-1 0 0,-1 0 1 0 0,0 0-1 0 0,1 0 1 0 0,-1 0-1 0 0,1 0 1 0 0,-1 0-1 0 0,1 0 1 0 0,-1 1-1 0 0,1-1 1 0 0,-1 0-1 0 0,1 0 1 0 0,-1 1-1 0 0,1-1 1 0 0,-1 0-1 0 0,1 1 1 0 0,-1-1-1 0 0,1 0 1 0 0,0 1-1 0 0,-1 0 1 0 0,-13 13 148 0 0,13-13-177 0 0,-5 7 49 0 0,1-1-1 0 0,0 1 1 0 0,1 0-1 0 0,0 0 0 0 0,0 0 1 0 0,1 1-1 0 0,0 0 1 0 0,0-1-1 0 0,1 1 0 0 0,0 0 1 0 0,1 0-1 0 0,0 0 1 0 0,0 0-1 0 0,1 1 0 0 0,0-1 1 0 0,0 0-1 0 0,4 17 1 0 0,-2-11-5 0 0,2-1 1 0 0,-1 0-1 0 0,2 0 0 0 0,0 0 1 0 0,0-1-1 0 0,1 1 1 0 0,1-1-1 0 0,0-1 1 0 0,1 1-1 0 0,12 14 1 0 0,-13-20-15 0 0,1 0 0 0 0,0 0 1 0 0,0-1-1 0 0,0 0 0 0 0,1-1 1 0 0,0 1-1 0 0,0-2 1 0 0,0 1-1 0 0,1-2 0 0 0,-1 1 1 0 0,1-1-1 0 0,0 0 0 0 0,0-1 1 0 0,0 0-1 0 0,0-1 0 0 0,0 0 1 0 0,1-1-1 0 0,-1 0 0 0 0,0 0 1 0 0,0-1-1 0 0,0-1 0 0 0,16-3 1 0 0,-17 3 503 0 0,-5 0-902 0 0,-1 1 1 0 0,1 0-1 0 0,0 0 0 0 0,0 1 1 0 0,-1-1-1 0 0,1 1 0 0 0,0 0 0 0 0,0 0 1 0 0,0 0-1 0 0,0 0 0 0 0,4 2 0 0 0,-5-1-803 0 0</inkml:trace>
</inkml:ink>
</file>

<file path=ppt/ink/ink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59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235 375 584 0 0,'3'-15'2568'0'0,"-4"13"-2323"0"0,1-1 0 0 0,0 0 0 0 0,-1 0 1 0 0,0 1-1 0 0,0-1 0 0 0,1 0 1 0 0,-2 1-1 0 0,1-1 0 0 0,0 1 1 0 0,0-1-1 0 0,-1 1 0 0 0,1 0 0 0 0,-1-1 1 0 0,0 1-1 0 0,0 0 0 0 0,0 0 1 0 0,0 0-1 0 0,-4-3 0 0 0,3 4-174 0 0,0 0 1 0 0,1 0-1 0 0,-1 1 0 0 0,0-1 1 0 0,0 1-1 0 0,0 0 0 0 0,0-1 1 0 0,1 1-1 0 0,-1 0 0 0 0,0 1 0 0 0,0-1 1 0 0,0 0-1 0 0,0 1 0 0 0,1 0 1 0 0,-1 0-1 0 0,0 0 0 0 0,0 0 1 0 0,1 0-1 0 0,-3 1 0 0 0,-9 5 131 0 0,0 0 0 0 0,0 1 0 0 0,1 0 0 0 0,1 1 0 0 0,-1 1 0 0 0,-14 14 0 0 0,22-20-162 0 0,1 0 0 0 0,1 0 0 0 0,-1 0 0 0 0,1 1 0 0 0,-1-1 0 0 0,1 1 0 0 0,1 0 0 0 0,-1 0 0 0 0,1 0 0 0 0,-1 0 0 0 0,1 0 0 0 0,1 1 0 0 0,-1-1 1 0 0,1 1-1 0 0,0-1 0 0 0,0 1 0 0 0,1-1 0 0 0,0 1 0 0 0,-1-1 0 0 0,3 10 0 0 0,-2-13-27 0 0,1 0 1 0 0,0 0-1 0 0,0 0 1 0 0,0 0-1 0 0,0 0 1 0 0,0 0-1 0 0,1 0 1 0 0,-1 0-1 0 0,1-1 1 0 0,-1 1-1 0 0,1-1 0 0 0,-1 1 1 0 0,1-1-1 0 0,0 1 1 0 0,0-1-1 0 0,0 0 1 0 0,0 0-1 0 0,0 0 1 0 0,0 0-1 0 0,0 0 0 0 0,0 0 1 0 0,0-1-1 0 0,0 1 1 0 0,0-1-1 0 0,1 1 1 0 0,-1-1-1 0 0,0 0 1 0 0,5 0-1 0 0,2 0 21 0 0,-1 0 0 0 0,1 0 0 0 0,0-1 0 0 0,0 0 0 0 0,14-4-1 0 0,-17 3-19 0 0,0-1-1 0 0,0 1 1 0 0,-1-1-1 0 0,1 0 1 0 0,0 0-1 0 0,-1-1 1 0 0,0 0-1 0 0,0 0 0 0 0,0 0 1 0 0,0 0-1 0 0,-1-1 1 0 0,1 0-1 0 0,-1 0 1 0 0,-1 0-1 0 0,1 0 1 0 0,5-10-1 0 0,-3 1-21 0 0,0 0 0 0 0,0-1-1 0 0,-2 1 1 0 0,0-1 0 0 0,4-29 0 0 0,-7 41 2 0 0,-1-1 0 0 0,0 1 1 0 0,0-1-1 0 0,0 1 0 0 0,-1-1 1 0 0,1 1-1 0 0,-1 0 0 0 0,0-1 1 0 0,1 1-1 0 0,-3-4 0 0 0,-3-21-57 0 0,-1 31 56 0 0,4-3 2 0 0,0 1 0 0 0,0 0 1 0 0,1 0-1 0 0,-1 0 0 0 0,0 0 0 0 0,1 1 0 0 0,-1-1 1 0 0,1 1-1 0 0,-1 0 0 0 0,-3 2 0 0 0,5-2 0 0 0,1 0 6 0 0,0 9-1 0 0,1-9 2 0 0,-1 0 0 0 0,1 0 0 0 0,-1 0-1 0 0,1 0 1 0 0,0 0 0 0 0,0-1 0 0 0,0 1 0 0 0,0 0 0 0 0,0 0 0 0 0,0-1 0 0 0,0 1 0 0 0,0-1 0 0 0,1 1 0 0 0,-1-1 0 0 0,1 1 0 0 0,-1-1 0 0 0,1 0 0 0 0,0 0-1 0 0,-1 0 1 0 0,1 0 0 0 0,0 0 0 0 0,0 0 0 0 0,-1 0 0 0 0,3 0 0 0 0,47 14 31 0 0,-9-8-21 0 0,0-2 1 0 0,1-2-1 0 0,-1-2 0 0 0,1-2 1 0 0,61-8-1 0 0,-51 0-1 0 0,0-1 1 0 0,-1-3-1 0 0,98-38 0 0 0,-130 42-13 0 0,-1-1 0 0 0,0 0-1 0 0,-1-1 1 0 0,0-1 0 0 0,0-1-1 0 0,16-15 1 0 0,-27 22 36 0 0,-1-1 0 0 0,1 1-1 0 0,-1-1 1 0 0,-1-1 0 0 0,1 1 0 0 0,-1-1 0 0 0,0 0 0 0 0,-1 0-1 0 0,0 0 1 0 0,0 0 0 0 0,-1-1 0 0 0,0 0 0 0 0,-1 0 0 0 0,1 0-1 0 0,-2 0 1 0 0,2-16 0 0 0,0-10 363 0 0,3 52-240 0 0,5 58-128 0 0,11 98 29 0 0,3 13 46 0 0,2 280-1 0 0,-27-393-81 0 0,-5 92 62 0 0,3-149-79 0 0,0 1 0 0 0,-1 0 0 0 0,-1-1 0 0 0,-1 0-1 0 0,0 0 1 0 0,-1 0 0 0 0,-12 21 0 0 0,16-33-2 0 0,-1 0 0 0 0,1-1 1 0 0,-1 1-1 0 0,0-1 0 0 0,0 0 0 0 0,0 0 0 0 0,0 0 1 0 0,0 0-1 0 0,-1 0 0 0 0,0 0 0 0 0,1-1 0 0 0,-1 0 1 0 0,0 0-1 0 0,0 0 0 0 0,0 0 0 0 0,0-1 0 0 0,0 1 1 0 0,-1-1-1 0 0,1 0 0 0 0,0-1 0 0 0,-1 1 0 0 0,1-1 1 0 0,-1 1-1 0 0,1-1 0 0 0,0-1 0 0 0,-1 1 0 0 0,1 0 1 0 0,-1-1-1 0 0,1 0 0 0 0,0 0 0 0 0,0-1 0 0 0,-1 1 1 0 0,1-1-1 0 0,0 0 0 0 0,0 0 0 0 0,-5-4 0 0 0,2 3-1 0 0,0-1-1 0 0,1-1 0 0 0,-1 1 0 0 0,1-1 0 0 0,0 0 0 0 0,1 0 0 0 0,-1-1 0 0 0,1 0 1 0 0,0 0-1 0 0,0 0 0 0 0,1-1 0 0 0,0 1 0 0 0,0-1 0 0 0,1 0 0 0 0,-1 0 0 0 0,2 0 0 0 0,-1-1 1 0 0,1 1-1 0 0,0-1 0 0 0,-1-10 0 0 0,3 6-28 0 0,1-1-1 0 0,1 1 1 0 0,0 0-1 0 0,1 0 1 0 0,0 0 0 0 0,1 0-1 0 0,1 0 1 0 0,-1 1 0 0 0,2 0-1 0 0,0 0 1 0 0,0 0 0 0 0,1 0-1 0 0,11-13 1 0 0,2-1-105 0 0,2 2 0 0 0,0 0 1 0 0,2 1-1 0 0,27-20 1 0 0,35-17-448 0 0,2 4 0 0 0,106-48 1 0 0,-90 50 89 0 0,127-86 1 0 0,-202 118 462 0 0,-1-1 1 0 0,-1-1-1 0 0,-1-2 1 0 0,25-31-1 0 0,-41 45 237 0 0,-1-1 0 0 0,0-1 0 0 0,-1 1 0 0 0,0-1 0 0 0,-1 0 0 0 0,-1-1 0 0 0,0 0-1 0 0,-1 0 1 0 0,0 0 0 0 0,-1 0 0 0 0,-1-1 0 0 0,3-23 0 0 0,-5 33-14 0 0,-1 1 1 0 0,0-1 0 0 0,0 0-1 0 0,-1 1 1 0 0,1-1-1 0 0,-1 0 1 0 0,0 1-1 0 0,-2-7 1 0 0,2 9-41 0 0,-17 27 130 0 0,3 1-205 0 0,0 0-1 0 0,2 1 1 0 0,2 0 0 0 0,0 1-1 0 0,2 1 1 0 0,0-1 0 0 0,-4 37 0 0 0,1 24 89 0 0,0 94 0 0 0,8-105-88 0 0,4-47-37 0 0,1 1-1 0 0,7 35 0 0 0,0 13-21 0 0,-8-75-278 0 0,0 1-1 0 0,1-1 0 0 0,0 0 0 0 0,0 0 1 0 0,0 0-1 0 0,1 0 0 0 0,-1 0 0 0 0,1 0 1 0 0,4 6-1 0 0,-3-16-142 0 0,7-10 61 0 0,22-39-410 0 0,2 2 0 0 0,3 1 1 0 0,83-88-1 0 0,-66 88 677 0 0,84-84-40 0 0,-120 115 311 0 0,-1-1-1 0 0,-1-1 1 0 0,-1 0-1 0 0,0-1 1 0 0,11-27 0 0 0,-22 41-26 0 0,-1-1 1 0 0,1 1 0 0 0,-2-1-1 0 0,1 1 1 0 0,-2-1 0 0 0,1 0-1 0 0,-1 0 1 0 0,-1 0 0 0 0,1 0 0 0 0,-2 0-1 0 0,1 0 1 0 0,-2 0 0 0 0,1 0-1 0 0,-1 0 1 0 0,-1 1 0 0 0,-3-11-1 0 0,5 18 7 0 0,-1 0-48 0 0,2 2-128 0 0,0-1 1 0 0,0 1-1 0 0,0 0 1 0 0,0 0-1 0 0,0 0 1 0 0,0-1-1 0 0,0 1 1 0 0,0 0-1 0 0,0 0 1 0 0,0 0-1 0 0,0 0 1 0 0,0-1-1 0 0,0 1 0 0 0,0 0 1 0 0,0 0-1 0 0,0 0 1 0 0,0 0-1 0 0,-1-1 1 0 0,1 1-1 0 0,0 0 1 0 0,0 0-1 0 0,0 0 1 0 0,0 0-1 0 0,0 0 1 0 0,-1 0-1 0 0,1-1 1 0 0,0 1-1 0 0,0 0 0 0 0,0 0 1 0 0,0 0-1 0 0,-1 0 1 0 0,1 0-1 0 0,0 0 1 0 0,0 0-1 0 0,0 0 1 0 0,0 0-1 0 0,-1 0 1 0 0,1 0-1 0 0,0 0 1 0 0,0 0-1 0 0,0 0 1 0 0,-1 0-1 0 0,1 0 0 0 0,0 0 1 0 0,0 0-1 0 0,0 0 1 0 0,0 0-1 0 0,-1 0 1 0 0,1 0-1 0 0,0 1 1 0 0,0-1-1 0 0,0 0 1 0 0,-9 17 12 0 0,2 0-1 0 0,0 0 1 0 0,1 1 0 0 0,1 0 0 0 0,-6 32 0 0 0,-5 101 58 0 0,14-104-31 0 0,-1-11 7 0 0,2 0 1 0 0,1-1-1 0 0,6 44 1 0 0,-5-77 113 0 0,-2-2-157 0 0,1 0 0 0 0,0 0 0 0 0,0 0 0 0 0,0 0-1 0 0,0 1 1 0 0,0-1 0 0 0,0 0 0 0 0,0 0 0 0 0,0 0 0 0 0,0 0 0 0 0,0 1 0 0 0,0-1 0 0 0,0 0 0 0 0,0 0 0 0 0,0 0 0 0 0,0 1 0 0 0,0-1 0 0 0,0 0 0 0 0,0 0 0 0 0,0 0 0 0 0,0 1 0 0 0,0-1 0 0 0,0 0-1 0 0,0 0 1 0 0,0 0 0 0 0,0 0 0 0 0,0 1 0 0 0,0-1 0 0 0,0 0 0 0 0,1 0 0 0 0,-1 0 0 0 0,0 0 0 0 0,0 0 0 0 0,0 1 0 0 0,0-1 0 0 0,0 0 0 0 0,0 0 0 0 0,1 0 0 0 0,-1 0 0 0 0,0 0 0 0 0,0 0-1 0 0,0 0 1 0 0,0 0 0 0 0,1 0 0 0 0,-1 1 0 0 0,0-1 0 0 0,0 0 0 0 0,0 0 0 0 0,1 0 0 0 0,-1 0 0 0 0,0 0 0 0 0,0 0 0 0 0,0 0 0 0 0,1 0 0 0 0,-1 0 0 0 0,0 0 0 0 0,0 0 0 0 0,0-1 0 0 0,0 1 0 0 0,1 0-1 0 0,-1 0 1 0 0,0 0 0 0 0,0 0 0 0 0,0 0 0 0 0,0 0 0 0 0,1 0 0 0 0,8-15 47 0 0,-5 8-12 0 0,0 1-1 0 0,0 0 1 0 0,0-1 0 0 0,1 2-1 0 0,0-1 1 0 0,0 0 0 0 0,0 1-1 0 0,9-6 1 0 0,4 4-31 0 0,-16 7-21 0 0,1 1-1 0 0,25 9 18 0 0,70 18 15 0 0,-90-27-15 0 0,1 0 0 0 0,-1 0 0 0 0,1 0 0 0 0,-1-1 0 0 0,1 0 0 0 0,0-1 0 0 0,-1 0 0 0 0,1 0 0 0 0,12-4 0 0 0,-4-9 257 0 0,-16 13-178 0 0,0-1 0 0 0,0 1 0 0 0,0 0-1 0 0,0 0 1 0 0,0 0 0 0 0,0 0 0 0 0,1 0-1 0 0,-1 0 1 0 0,0 0 0 0 0,0 0 0 0 0,1 0 0 0 0,-1 1-1 0 0,1-1 1 0 0,-1 0 0 0 0,1 1 0 0 0,-1-1-1 0 0,1 1 1 0 0,-1 0 0 0 0,3-1 0 0 0,7 11-703 0 0,1 0 0 0 0,0-1 0 0 0,0 0-1 0 0,23 12 1 0 0,60 23-8095 0 0,-56-30 4744 0 0</inkml:trace>
</inkml:ink>
</file>

<file path=ppt/ink/ink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7:59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1 293 8321 0 0,'0'-12'191'0'0,"0"0"0"0"0,1 1 1 0 0,0-1-1 0 0,0 0 0 0 0,2 0 1 0 0,-1 0-1 0 0,1 1 0 0 0,1 0 1 0 0,0-1-1 0 0,1 1 0 0 0,0 1 1 0 0,11-18-1 0 0,-9 19 87 0 0,1 0 0 0 0,1 1-1 0 0,-1 0 1 0 0,1 0 0 0 0,1 1 0 0 0,-1 0 0 0 0,1 1 0 0 0,1 0-1 0 0,-1 0 1 0 0,1 1 0 0 0,21-7 0 0 0,-9 4-30 0 0,1 0-1 0 0,1 2 1 0 0,42-6 0 0 0,-56 11-226 0 0,0 0 0 0 0,0 1 0 0 0,0 1 0 0 0,0-1 0 0 0,-1 2 0 0 0,1-1 0 0 0,0 1 0 0 0,0 1 0 0 0,-1 0 0 0 0,21 9 0 0 0,-29-11-18 0 0,1 0-1 0 0,-1 0 0 0 0,0 0 0 0 0,0 1 1 0 0,1-1-1 0 0,-1 0 0 0 0,0 1 0 0 0,0 0 1 0 0,0-1-1 0 0,-1 1 0 0 0,1 0 0 0 0,0 0 1 0 0,-1 0-1 0 0,1 0 0 0 0,-1 0 0 0 0,0 1 1 0 0,1-1-1 0 0,-1 0 0 0 0,0 1 0 0 0,-1-1 1 0 0,1 1-1 0 0,0-1 0 0 0,-1 1 0 0 0,1-1 1 0 0,-1 1-1 0 0,0-1 0 0 0,1 1 0 0 0,-1-1 1 0 0,-1 1-1 0 0,1-1 0 0 0,0 1 0 0 0,-1-1 1 0 0,0 4-1 0 0,-4 6 11 0 0,0 1 0 0 0,-1-2 0 0 0,0 1 0 0 0,-1-1 0 0 0,-12 17 0 0 0,12-19-7 0 0,0 1 0 0 0,1-1 0 0 0,1 1-1 0 0,-7 16 1 0 0,10-20-1 0 0,1-1-1 0 0,0 1 0 0 0,1-1 1 0 0,-1 1-1 0 0,1 0 1 0 0,0-1-1 0 0,1 1 1 0 0,0-1-1 0 0,-1 1 0 0 0,2-1 1 0 0,-1 1-1 0 0,0-1 1 0 0,6 11-1 0 0,2 3-2 0 0,1-1 0 0 0,20 27 1 0 0,-23-37-12 0 0,-1 1 0 0 0,1 0 0 0 0,-1 1 0 0 0,-1-1 0 0 0,0 1 0 0 0,0 1 0 0 0,-1-1 0 0 0,0 0 0 0 0,-1 1 0 0 0,0 0 0 0 0,2 15 0 0 0,-5-24 7 0 0,-1 0 0 0 0,1 0 1 0 0,-1 0-1 0 0,1-1 0 0 0,-1 1 0 0 0,0 0 0 0 0,1 0 0 0 0,-1-1 0 0 0,0 1 0 0 0,0 0 1 0 0,0-1-1 0 0,-1 1 0 0 0,1-1 0 0 0,0 0 0 0 0,0 1 0 0 0,-1-1 0 0 0,1 0 1 0 0,-1 0-1 0 0,1 0 0 0 0,-1 0 0 0 0,0 0 0 0 0,1 0 0 0 0,-1 0 0 0 0,0 0 1 0 0,1-1-1 0 0,-1 1 0 0 0,0-1 0 0 0,0 1 0 0 0,-3-1 0 0 0,-56 7 18 0 0,55-7-17 0 0,-24 1-209 0 0,1-2-1 0 0,-1-1 0 0 0,1-1 0 0 0,-1-1 0 0 0,-51-16 1 0 0,79 20-956 0 0</inkml:trace>
</inkml:ink>
</file>

<file path=ppt/ink/ink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00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50 628 0 0,'-4'37'9719'0'0,"-10"155"-7419"0"0,19 12-769 0 0,-6-181-823 0 0,-2-52-560 0 0,1-59-135 0 0,3 66-8 0 0,1-1 0 0 0,1 1 0 0 0,1 0 0 0 0,1 1 0 0 0,1-1-1 0 0,1 1 1 0 0,1 0 0 0 0,1 0 0 0 0,21-37 0 0 0,-23 48-8 0 0,-1 0 0 0 0,1 1 0 0 0,1-1 0 0 0,0 1 0 0 0,0 1 0 0 0,1-1-1 0 0,0 1 1 0 0,0 1 0 0 0,1 0 0 0 0,0 0 0 0 0,0 1 0 0 0,0 0 0 0 0,1 1 0 0 0,0 0-1 0 0,0 1 1 0 0,0 0 0 0 0,1 1 0 0 0,-1 0 0 0 0,1 1 0 0 0,15-2 0 0 0,-18 4 2 0 0,1 1 0 0 0,0 0-1 0 0,0 1 1 0 0,-1-1 0 0 0,1 2 0 0 0,-1-1 0 0 0,1 2 0 0 0,-1-1 0 0 0,0 1 0 0 0,0 0 0 0 0,-1 1 0 0 0,1 0-1 0 0,-1 1 1 0 0,0-1 0 0 0,0 1 0 0 0,-1 1 0 0 0,0 0 0 0 0,0 0 0 0 0,0 0 0 0 0,-1 1 0 0 0,0 0 0 0 0,6 12-1 0 0,-4-8 3 0 0,0 1 0 0 0,-2 0 0 0 0,1 0 0 0 0,-2 1 0 0 0,0 0 0 0 0,0 0 0 0 0,-1 0 0 0 0,-1 1-1 0 0,0-1 1 0 0,-1 1 0 0 0,-1 0 0 0 0,0 0 0 0 0,-1-1 0 0 0,-3 20 0 0 0,1-24 58 0 0,0 0 0 0 0,0-1 0 0 0,-1 0 0 0 0,-1 0 0 0 0,1 0 0 0 0,-2 0 0 0 0,1 0 0 0 0,-1-1 0 0 0,0 1 0 0 0,-1-1 0 0 0,0-1 0 0 0,0 1 0 0 0,-1-1 0 0 0,0 0 0 0 0,0-1 0 0 0,0 1 0 0 0,-1-2 0 0 0,0 1 0 0 0,-16 8 0 0 0,6-6 34 0 0,-1 0 1 0 0,-1-1 0 0 0,0-1-1 0 0,1 0 1 0 0,-2-2-1 0 0,1 0 1 0 0,0-2-1 0 0,-29 1 1 0 0,-7 0-763 0 0,21 1-3730 0 0,19-9-4318 0 0</inkml:trace>
</inkml:ink>
</file>

<file path=ppt/ink/ink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00.8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31 12865 0 0,'25'9'2472'0'0,"-25"-9"-2427"0"0,0 0 0 0 0,0 0 0 0 0,1 0 0 0 0,-1 0 0 0 0,0 0 0 0 0,0 0 0 0 0,0 0 0 0 0,0 0 0 0 0,1 0 0 0 0,-1 0 1 0 0,0 0-1 0 0,0 0 0 0 0,0 0 0 0 0,0 0 0 0 0,1 0 0 0 0,-1-1 0 0 0,0 1 0 0 0,0 0 0 0 0,0 0 0 0 0,0 0 0 0 0,0 0 0 0 0,0 0 0 0 0,0-1 0 0 0,1 1 0 0 0,-1 0 0 0 0,0 0 0 0 0,0 0 0 0 0,0 0 0 0 0,0-1 0 0 0,0 1 0 0 0,0 0 1 0 0,0 0-1 0 0,0 0 0 0 0,0 0 0 0 0,0-1 0 0 0,0 1 0 0 0,0 0 0 0 0,0 0 0 0 0,0 0 0 0 0,0 0 0 0 0,0-1 0 0 0,0 1 0 0 0,0 0 0 0 0,0 0 0 0 0,0 0 0 0 0,0-1 0 0 0,0 1 0 0 0,-1 0 0 0 0,1 0 0 0 0,0 0 0 0 0,0 0 0 0 0,0 0 1 0 0,0-1-1 0 0,0 1 0 0 0,-1 0 0 0 0,0-2-77 0 0,-1 0 1 0 0,0 0 0 0 0,0 1-1 0 0,0-1 1 0 0,0 1 0 0 0,0-1-1 0 0,0 1 1 0 0,0 0 0 0 0,-1 0-1 0 0,1 0 1 0 0,0 0 0 0 0,-1 0-1 0 0,1 0 1 0 0,0 0 0 0 0,-1 1-1 0 0,1 0 1 0 0,-1-1 0 0 0,-3 1-1 0 0,-88-7-9312 0 0,61 2 4888 0 0</inkml:trace>
</inkml:ink>
</file>

<file path=ppt/ink/ink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05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0 244 160 0 0,'1'-19'1263'0'0,"0"0"1"0"0,2 0-1 0 0,0 0 1 0 0,9-28-1 0 0,-11 45-83 0 0,26 65-68 0 0,-18-15-946 0 0,3-2 0 0 0,1 1-1 0 0,3-2 1 0 0,1 0 0 0 0,3-1 0 0 0,1-1 0 0 0,3 0 0 0 0,1-2 0 0 0,1-1 0 0 0,43 48 0 0 0,-64-83-143 0 0,1 2 16 0 0,0 0-1 0 0,0-1 1 0 0,1 1 0 0 0,-1-1 0 0 0,2-1 0 0 0,13 9 0 0 0,-19-13-32 0 0,-1-1-1 0 0,1 0 1 0 0,0 1-1 0 0,0-1 1 0 0,0 0-1 0 0,-1 0 1 0 0,1 0-1 0 0,0-1 1 0 0,0 1-1 0 0,-1 0 1 0 0,1-1-1 0 0,0 1 1 0 0,0-1-1 0 0,-1 1 1 0 0,1-1-1 0 0,-1 0 1 0 0,1 0-1 0 0,0 0 1 0 0,-1 0-1 0 0,0 0 1 0 0,1 0-1 0 0,-1 0 1 0 0,1 0-1 0 0,-1 0 1 0 0,0-1-1 0 0,0 1 1 0 0,0-1-1 0 0,1-1 1 0 0,25-41 27 0 0,-5-14 152 0 0,-2-1 0 0 0,23-121 0 0 0,-12 42 54 0 0,47-122 186 0 0,-78 260-443 0 0,0-1-1 0 0,0 1 1 0 0,0-1 0 0 0,0 1 0 0 0,1-1 0 0 0,-1 1-1 0 0,0-1 1 0 0,0 1 0 0 0,0-1 0 0 0,1 1 0 0 0,-1 0-1 0 0,0-1 1 0 0,1 1 0 0 0,-1-1 0 0 0,0 1 0 0 0,1 0-1 0 0,-1-1 1 0 0,1 1 0 0 0,-1 0 0 0 0,0-1 0 0 0,1 1-1 0 0,-1 0 1 0 0,1 0 0 0 0,-1 0 0 0 0,1-1 0 0 0,-1 1-1 0 0,1 0 1 0 0,-1 0 0 0 0,1 0 0 0 0,-1 0 0 0 0,1 0 0 0 0,-1 0-1 0 0,1 0 1 0 0,17 11-704 0 0,13 33-3297 0 0,-26-37 1798 0 0,5 7-476 0 0</inkml:trace>
</inkml:ink>
</file>

<file path=ppt/ink/ink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06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255 477 188 0 0,'0'-24'2144'0'0,"0"22"-1468"0"0,-1 0-386 0 0,1 0 1 0 0,-1 0 0 0 0,1 0-1 0 0,-1 0 1 0 0,0-1 0 0 0,0 1-1 0 0,0 0 1 0 0,-1 1 0 0 0,1-1 0 0 0,-2-2-1 0 0,-4 4-128 0 0,0 1-1 0 0,0 0 1 0 0,0 0-1 0 0,0 1 1 0 0,1 0-1 0 0,-1 0 1 0 0,0 0 0 0 0,1 1-1 0 0,-1 0 1 0 0,1 1-1 0 0,0-1 1 0 0,-9 7-1 0 0,-7 6 337 0 0,-40 37 1 0 0,54-45-324 0 0,-1 1 1 0 0,1 0-1 0 0,1 0 1 0 0,-1 1-1 0 0,1 0 1 0 0,-9 19-1 0 0,16-27 148 0 0,9-3-278 0 0,0-1 0 0 0,0 1-1 0 0,1-1 1 0 0,-1-1 0 0 0,0 0 0 0 0,-1 0-1 0 0,1-1 1 0 0,-1 0 0 0 0,1 0 0 0 0,-1-1-1 0 0,12-9 1 0 0,-7 5-19 0 0,1 1 1 0 0,0 0-1 0 0,0 1 0 0 0,23-8 0 0 0,-35 15-24 0 0,0 0-1 0 0,0 0 1 0 0,0 0-1 0 0,0 0 0 0 0,0 0 1 0 0,0 0-1 0 0,-1 0 1 0 0,1 1-1 0 0,0-1 1 0 0,0 0-1 0 0,0 1 1 0 0,-1 0-1 0 0,1-1 1 0 0,0 1-1 0 0,0 0 1 0 0,-1 0-1 0 0,1 0 1 0 0,-1 0-1 0 0,1 0 1 0 0,2 3-1 0 0,27 30 3 0 0,-24-25 4 0 0,1 1-1 0 0,1-1 0 0 0,0 0 0 0 0,0-1 0 0 0,0 0 0 0 0,1-1 0 0 0,0 0 0 0 0,1 0 0 0 0,-1-1 0 0 0,1-1 0 0 0,1 1 0 0 0,-1-2 0 0 0,1 0-1 0 0,0 0 1 0 0,17 3 0 0 0,-20-6-2 0 0,0-1 0 0 0,1 0-1 0 0,-1 0 1 0 0,0 0-1 0 0,1-2 1 0 0,-1 1-1 0 0,0-1 1 0 0,0 0 0 0 0,0-1-1 0 0,0 0 1 0 0,0 0-1 0 0,-1-1 1 0 0,1 0-1 0 0,-1 0 1 0 0,0-1-1 0 0,-1-1 1 0 0,1 1 0 0 0,-1-1-1 0 0,12-11 1 0 0,-2-2-4 0 0,0-1 0 0 0,-1-1 0 0 0,-1 0 0 0 0,-1-1 0 0 0,-1 0 0 0 0,-1-1 0 0 0,12-33 0 0 0,48-177-29 0 0,-65 202 132 0 0,-1-1-1 0 0,-2 0 1 0 0,0-50-1 0 0,-24 101-79 0 0,15-12-20 0 0,0 1-1 0 0,0 0 1 0 0,1 0 0 0 0,0 0 0 0 0,1 0-1 0 0,0 0 1 0 0,0 1 0 0 0,1 0 0 0 0,-3 17-1 0 0,2-12 2 0 0,-2 11 7 0 0,1 0 0 0 0,1 1-1 0 0,2 0 1 0 0,1 0 0 0 0,0-1-1 0 0,2 1 1 0 0,1 0-1 0 0,1-1 1 0 0,1 0 0 0 0,2 0-1 0 0,0 0 1 0 0,1-1-1 0 0,2 0 1 0 0,0 0 0 0 0,2-1-1 0 0,15 23 1 0 0,-23-41-7 0 0,-1-1 1 0 0,1 1-1 0 0,0-1 0 0 0,1 0 1 0 0,-1 0-1 0 0,1 0 0 0 0,0-1 1 0 0,0 1-1 0 0,0-1 0 0 0,0-1 1 0 0,0 1-1 0 0,1-1 0 0 0,-1 0 1 0 0,1 0-1 0 0,0 0 0 0 0,0-1 1 0 0,-1 0-1 0 0,1 0 1 0 0,0 0-1 0 0,0-1 0 0 0,0 0 1 0 0,0 0-1 0 0,0 0 0 0 0,0-1 1 0 0,6-1-1 0 0,0-1 0 0 0,-1 1-1 0 0,1-2 1 0 0,-1 1 0 0 0,0-2-1 0 0,0 1 1 0 0,0-2-1 0 0,0 1 1 0 0,-1-2 0 0 0,0 1-1 0 0,0-1 1 0 0,11-11-1 0 0,-13 9 4 0 0,0 0 0 0 0,-1-1 0 0 0,0 0 0 0 0,0 0 0 0 0,-1 0 0 0 0,0-1 0 0 0,-1 0 0 0 0,5-17 0 0 0,-8 0-31 0 0,-2 28 22 0 0,1-1 0 0 0,-1 1 1 0 0,0 0-1 0 0,0 0 0 0 0,0-1 0 0 0,0 1 0 0 0,0 0 0 0 0,0-1 1 0 0,0 1-1 0 0,0 0 0 0 0,0 0 0 0 0,0-1 0 0 0,0 1 0 0 0,0 0 0 0 0,0-1 1 0 0,-1 1-1 0 0,1 0 0 0 0,0 0 0 0 0,0-1 0 0 0,0 1 0 0 0,0 0 0 0 0,0 0 1 0 0,-1-1-1 0 0,1 1 0 0 0,0 0 0 0 0,0 0 0 0 0,0-1 0 0 0,-1 1 1 0 0,1 0-1 0 0,0 0 0 0 0,0 0 0 0 0,-1 0 0 0 0,1-1 0 0 0,0 1 0 0 0,0 0 1 0 0,-1 0-1 0 0,1 0 0 0 0,0 0 0 0 0,0 0 0 0 0,-1 0 0 0 0,1 0 1 0 0,0 0-1 0 0,-1 0 0 0 0,1 0 0 0 0,0 0 0 0 0,0 0 0 0 0,-1 0 0 0 0,1 0 1 0 0,0 0-1 0 0,-1 0 0 0 0,1 0 0 0 0,0 0 0 0 0,0 0 0 0 0,-1 0 0 0 0,1 0 1 0 0,0 1-1 0 0,0-1 0 0 0,-1 0 0 0 0,1 0 0 0 0,-18 16 7 0 0,15-10-4 0 0,0 1-1 0 0,1 1 1 0 0,-1-1-1 0 0,1 0 1 0 0,1 1-1 0 0,-1-1 0 0 0,1 1 1 0 0,1-1-1 0 0,-1 1 1 0 0,1 0-1 0 0,1-1 0 0 0,1 10 1 0 0,-2-12 2 0 0,1-1 1 0 0,0 0-1 0 0,1 1 1 0 0,-1-1-1 0 0,1 1 1 0 0,0-1-1 0 0,0 0 1 0 0,0 0-1 0 0,0 0 1 0 0,1 0-1 0 0,0-1 0 0 0,0 1 1 0 0,0-1-1 0 0,0 1 1 0 0,0-1-1 0 0,1 0 1 0 0,-1 0-1 0 0,1-1 1 0 0,0 1-1 0 0,0-1 1 0 0,7 4-1 0 0,-8-5 0 0 0,1 0 0 0 0,0-1 0 0 0,0 1 0 0 0,0-1 0 0 0,0 1 0 0 0,-1-1 1 0 0,1 0-1 0 0,0-1 0 0 0,0 1 0 0 0,0-1 0 0 0,0 0 0 0 0,-1 0 0 0 0,6-1 0 0 0,49-22 43 0 0,-43 16-46 0 0,53-26 12 0 0,-52 24-26 0 0,0 1 1 0 0,1 1 0 0 0,0 0 0 0 0,1 1-1 0 0,35-8 1 0 0,-52 15-6 0 0,2 0 17 0 0,0 1 0 0 0,0 0 0 0 0,0 0 0 0 0,0 0 1 0 0,0 0-1 0 0,-1 0 0 0 0,1 1 0 0 0,0-1 0 0 0,-1 1 1 0 0,0 0-1 0 0,1 0 0 0 0,-1 0 0 0 0,0 0 1 0 0,0 0-1 0 0,0 0 0 0 0,0 0 0 0 0,0 1 0 0 0,0-1 1 0 0,-1 1-1 0 0,3 5 0 0 0,-2-4 25 0 0,1-1 0 0 0,-1 1 0 0 0,1 0 1 0 0,0-1-1 0 0,0 0 0 0 0,0 0 0 0 0,0 0 0 0 0,0 0 0 0 0,1 0 1 0 0,-1 0-1 0 0,7 3 0 0 0,-2-4 45 0 0,0 0 0 0 0,0-1 0 0 0,0 1 1 0 0,1-1-1 0 0,-1-1 0 0 0,0 0 0 0 0,1 0 0 0 0,-1-1 1 0 0,0 0-1 0 0,15-3 0 0 0,28-2 123 0 0,-49 6-188 0 0,38 26-2083 0 0,-39-25 1898 0 0,0 0 1 0 0,1 0-1 0 0,-1 0 1 0 0,1 0-1 0 0,-1 0 1 0 0,1 0-1 0 0,0 0 0 0 0,-1 0 1 0 0,1-1-1 0 0,0 1 1 0 0,0-1-1 0 0,-1 1 1 0 0,1-1-1 0 0,0 0 1 0 0,2 0-1 0 0,12 1-4409 0 0,1-1 2095 0 0</inkml:trace>
</inkml:ink>
</file>

<file path=ppt/ink/ink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06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99 924 0 0,'36'-28'2384'0'0,"-34"26"-2074"0"0,0-1-1 0 0,0-1 1 0 0,0 1-1 0 0,0 0 0 0 0,-1 0 1 0 0,1-1-1 0 0,-1 1 1 0 0,0-1-1 0 0,0 1 0 0 0,-1-1 1 0 0,1 1-1 0 0,-1-1 1 0 0,1-6-1 0 0,-1 8 718 0 0,-8-8-80 0 0,8 9-901 0 0,0 1 0 0 0,0 0 0 0 0,-1-1 0 0 0,1 1 0 0 0,0-1 0 0 0,-1 1 0 0 0,1 0-1 0 0,0 0 1 0 0,-1-1 0 0 0,1 1 0 0 0,0 0 0 0 0,-1 0 0 0 0,1-1 0 0 0,0 1 0 0 0,-1 0-1 0 0,1 0 1 0 0,-1 0 0 0 0,1-1 0 0 0,0 1 0 0 0,-1 0 0 0 0,1 0 0 0 0,-1 0 0 0 0,1 0-1 0 0,-1 0 1 0 0,1 0 0 0 0,-1 0 0 0 0,1 0 0 0 0,0 0 0 0 0,-1 0 0 0 0,1 0 0 0 0,-1 1-1 0 0,1-1 1 0 0,-1 0 0 0 0,1 0 0 0 0,0 0 0 0 0,-1 0 0 0 0,0 1 0 0 0,0 0-15 0 0,-1 0 0 0 0,1 0 1 0 0,0 1-1 0 0,-1-1 0 0 0,1 1 1 0 0,0-1-1 0 0,0 1 0 0 0,0-1 1 0 0,0 1-1 0 0,0 0 0 0 0,0-1 1 0 0,1 1-1 0 0,-1 0 0 0 0,0 0 1 0 0,1-1-1 0 0,0 1 0 0 0,-1 0 1 0 0,1 0-1 0 0,0 0 0 0 0,0 0 1 0 0,0 0-1 0 0,0 0 0 0 0,0-1 1 0 0,0 1-1 0 0,1 0 0 0 0,-1 0 1 0 0,0 0-1 0 0,1 0 0 0 0,1 2 1 0 0,-1-2-9 0 0,1 1 0 0 0,0-1 0 0 0,0 0 0 0 0,0 0 0 0 0,0 0 0 0 0,1 0 0 0 0,-1 0 0 0 0,1 0 0 0 0,-1-1 0 0 0,1 1 0 0 0,-1-1 0 0 0,1 1 0 0 0,0-1 0 0 0,0 0 0 0 0,0 0 0 0 0,-1-1 0 0 0,1 1 0 0 0,0 0 0 0 0,5-1 1 0 0,-1 0 76 0 0,0 0 1 0 0,0 0-1 0 0,1-1 1 0 0,-1-1-1 0 0,0 1 1 0 0,0-1-1 0 0,-1 0 1 0 0,1 0-1 0 0,0-1 1 0 0,-1 0 0 0 0,1 0-1 0 0,-1-1 1 0 0,0 0-1 0 0,0 0 1 0 0,0 0-1 0 0,-1-1 1 0 0,0 0-1 0 0,0 0 1 0 0,0 0-1 0 0,6-9 1 0 0,-10 13 174 0 0,12 21 1169 0 0,-10-13-2101 0 0,0 0-1 0 0,1 0 1 0 0,0 0-1 0 0,0-1 1 0 0,0 1-1 0 0,1-1 1 0 0,6 6-1 0 0,7 2-3630 0 0,2 0 327 0 0</inkml:trace>
</inkml:ink>
</file>

<file path=ppt/ink/ink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12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231 297 368 0 0,'-3'-6'1034'0'0,"0"0"0"0"0,1 0 0 0 0,0 0 0 0 0,0-1 0 0 0,0 1 0 0 0,0-14 0 0 0,1 24-925 0 0,0 0-1 0 0,0 0 1 0 0,0-1-1 0 0,-1 1 1 0 0,1 0-1 0 0,-1-1 1 0 0,0 0-1 0 0,-2 5 1 0 0,-6 10 215 0 0,-92 284 1728 0 0,70-194-1602 0 0,-14 65 427 0 0,39-158 646 0 0,5-33-1177 0 0,4-36-232 0 0,10-10 61 0 0,3 1 0 0 0,39-107 1 0 0,67-113-69 0 0,-100 236-86 0 0,30-56 61 0 0,-43 90-93 0 0,-1 0 1 0 0,2 1 0 0 0,0 0-1 0 0,0 1 1 0 0,18-18 0 0 0,-26 28-12 0 0,1 2 19 0 0,0-1 1 0 0,0 0-1 0 0,-1 1 1 0 0,1-1-1 0 0,0 1 1 0 0,0-1-1 0 0,0 1 1 0 0,-1 0-1 0 0,1 0 1 0 0,0-1 0 0 0,-1 1-1 0 0,1 0 1 0 0,-1 1-1 0 0,1-1 1 0 0,-1 0-1 0 0,0 0 1 0 0,1 1-1 0 0,-1-1 1 0 0,0 1-1 0 0,0-1 1 0 0,0 1-1 0 0,0-1 1 0 0,0 1-1 0 0,1 2 1 0 0,15 50-11 0 0,-12-34 10 0 0,23 89 25 0 0,14 118 1 0 0,7 32 134 0 0,-24-106 95 0 0,-25-151-28 0 0,-1-4-1389 0 0,1 2 1115 0 0,-1-1 1 0 0,1 1 0 0 0,-1-1 0 0 0,1 0-1 0 0,-1 1 1 0 0,1-1 0 0 0,-1 1 0 0 0,1-1-1 0 0,-1 1 1 0 0,0-1 0 0 0,1 1 0 0 0,-1 0-1 0 0,0-1 1 0 0,1 1 0 0 0,-1 0 0 0 0,0-1-1 0 0,1 1 1 0 0,-1 0 0 0 0,-1 0 0 0 0,0-1-126 0 0,1 1 1 0 0,-1-1 0 0 0,1 1-1 0 0,-1-1 1 0 0,1 0 0 0 0,-1 1-1 0 0,1-1 1 0 0,-1 0 0 0 0,1 0-1 0 0,0 0 1 0 0,0 0 0 0 0,-1 0-1 0 0,1-1 1 0 0,-1-1 0 0 0,-21-20-5161 0 0,13 12 2282 0 0</inkml:trace>
</inkml:ink>
</file>

<file path=ppt/ink/ink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12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36 156 0 0,'10'-6'482'0'0,"1"1"0"0"0,-1 1-1 0 0,1-1 1 0 0,0 2 0 0 0,0-1 0 0 0,0 2 0 0 0,1-1 0 0 0,-1 2-1 0 0,20-2 1 0 0,1 4-1334 0 0,0 1 0 0 0,37 7 0 0 0,-60-8-510 0 0</inkml:trace>
</inkml:ink>
</file>

<file path=ppt/ink/ink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13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0 172 64 0 0,'20'-39'6691'0'0,"-19"38"-6274"0"0,32-39 3756 0 0,-32 39-3667 0 0,2 0-322 0 0,0 0-1 0 0,-1-1 0 0 0,1 1 1 0 0,-1-1-1 0 0,1 1 1 0 0,-1-1-1 0 0,1 0 1 0 0,-1 0-1 0 0,0 0 0 0 0,3-3 1 0 0,4-4 49 0 0,-7 8-57 0 0,2 2-181 0 0,10 2 4 0 0,-1 1 0 0 0,1 0 1 0 0,0 1-1 0 0,-1 1 1 0 0,0 0-1 0 0,0 0 0 0 0,-1 2 1 0 0,0-1-1 0 0,0 2 0 0 0,-1-1 1 0 0,0 1-1 0 0,12 14 1 0 0,-13-12 0 0 0,-1 1 0 0 0,0 0 1 0 0,-1 1-1 0 0,-1 0 0 0 0,0 1 1 0 0,9 24-1 0 0,-14-33 18 0 0,-1-1 1 0 0,1 1-1 0 0,-1-1 0 0 0,0 1 0 0 0,0-1 1 0 0,-1 1-1 0 0,1-1 0 0 0,-1 1 1 0 0,0 0-1 0 0,0-1 0 0 0,-1 1 1 0 0,1 0-1 0 0,-1-1 0 0 0,0 1 1 0 0,0-1-1 0 0,-1 1 0 0 0,1-1 1 0 0,-1 0-1 0 0,0 1 0 0 0,0-1 1 0 0,-1 0-1 0 0,1 0 0 0 0,-1-1 1 0 0,0 1-1 0 0,-6 6 0 0 0,7-8 35 0 0,1 0-1 0 0,-1-1 0 0 0,0 1 1 0 0,0-1-1 0 0,0 0 0 0 0,0 1 0 0 0,-1-1 1 0 0,1 0-1 0 0,0 0 0 0 0,0 0 1 0 0,-1-1-1 0 0,1 1 0 0 0,0-1 0 0 0,-1 1 1 0 0,-3-1-1 0 0,5 0-29 0 0,-1 0-1 0 0,1 0 1 0 0,0 0-1 0 0,0-1 1 0 0,-1 1 0 0 0,1-1-1 0 0,0 1 1 0 0,0-1-1 0 0,0 1 1 0 0,0-1 0 0 0,-1 0-1 0 0,1 0 1 0 0,0 1-1 0 0,0-1 1 0 0,0 0 0 0 0,1 0-1 0 0,-1 0 1 0 0,0 0 0 0 0,0 0-1 0 0,-1-2 1 0 0,1-1-5 0 0,-1 1 0 0 0,1 0 1 0 0,0-1-1 0 0,0 1 1 0 0,0-1-1 0 0,0 1 0 0 0,1-1 1 0 0,-1 1-1 0 0,1-1 0 0 0,0 1 1 0 0,0-1-1 0 0,0 0 1 0 0,1 1-1 0 0,-1-1 0 0 0,1 1 1 0 0,0-1-1 0 0,2-6 0 0 0,5-7 6 0 0,1 0-1 0 0,1 0 1 0 0,0 1-1 0 0,1 0 1 0 0,1 1-1 0 0,0 1 0 0 0,2-1 1 0 0,-1 2-1 0 0,21-16 1 0 0,5 1-11 0 0,0 2 1 0 0,66-33 0 0 0,-99 56-8 0 0,-3 1-16 0 0,-1 1 0 0 0,1-1 1 0 0,0 1-1 0 0,0 0 1 0 0,0 0-1 0 0,0 0 0 0 0,0 0 1 0 0,0 0-1 0 0,5 0 1 0 0,-8 1 6 0 0,1 0 1 0 0,0 0 0 0 0,-1 0-1 0 0,1 1 1 0 0,-1-1-1 0 0,1 0 1 0 0,0 0 0 0 0,-1 0-1 0 0,1 1 1 0 0,-1-1-1 0 0,1 0 1 0 0,-1 1 0 0 0,1-1-1 0 0,-1 0 1 0 0,1 1 0 0 0,-1-1-1 0 0,1 1 1 0 0,-1-1-1 0 0,1 1 1 0 0,-1-1 0 0 0,0 1-1 0 0,1 0 1 0 0,3 27-4 0 0,-5-17 3 0 0,1 0 0 0 0,0 0 0 0 0,1 0 0 0 0,0 0 0 0 0,1 0 0 0 0,0 0 0 0 0,1 0 0 0 0,4 12-1 0 0,-5-19 11 0 0,0 0-1 0 0,0 0 1 0 0,0 0 0 0 0,0-1-1 0 0,0 1 1 0 0,1 0-1 0 0,0-1 1 0 0,0 0-1 0 0,0 1 1 0 0,0-1-1 0 0,0 0 1 0 0,1-1-1 0 0,-1 1 1 0 0,1-1-1 0 0,0 1 1 0 0,0-1-1 0 0,0 0 1 0 0,0 0-1 0 0,0-1 1 0 0,0 1-1 0 0,0-1 1 0 0,7 1-1 0 0,-7-2-1 0 0,0 0 1 0 0,1 0-1 0 0,-1 0 0 0 0,0-1 0 0 0,0 1 0 0 0,0-1 0 0 0,0 0 1 0 0,0-1-1 0 0,0 1 0 0 0,0-1 0 0 0,0 1 0 0 0,0-1 0 0 0,0 0 1 0 0,-1-1-1 0 0,1 1 0 0 0,-1-1 0 0 0,0 1 0 0 0,0-1 0 0 0,0 0 1 0 0,0 0-1 0 0,0 0 0 0 0,-1-1 0 0 0,1 1 0 0 0,-1-1 0 0 0,0 1 1 0 0,4-8-1 0 0,-3 4 0 0 0,1 0 1 0 0,-1 0 0 0 0,-1 0-1 0 0,1 0 1 0 0,-1-1-1 0 0,0 1 1 0 0,-1-1 0 0 0,1 1-1 0 0,-2-1 1 0 0,1 0-1 0 0,-1 1 1 0 0,0-1 0 0 0,-2-9-1 0 0,1 10-40 0 0,0 1-1 0 0,-1 0 0 0 0,0 0 1 0 0,-1 0-1 0 0,1 0 0 0 0,-1 0 1 0 0,-4-5-1 0 0,6 10-68 0 0,0-1-1 0 0,0 2 1 0 0,0-1-1 0 0,0 0 1 0 0,0 0 0 0 0,-1 0-1 0 0,1 0 1 0 0,0 1-1 0 0,0-1 1 0 0,-1 1-1 0 0,1-1 1 0 0,0 1 0 0 0,-1-1-1 0 0,1 1 1 0 0,-1 0-1 0 0,1 0 1 0 0,-1 0 0 0 0,1-1-1 0 0,0 1 1 0 0,-1 1-1 0 0,1-1 1 0 0,-1 0-1 0 0,1 0 1 0 0,0 0 0 0 0,-1 1-1 0 0,1-1 1 0 0,-1 1-1 0 0,1-1 1 0 0,0 1 0 0 0,0 0-1 0 0,-1-1 1 0 0,1 1-1 0 0,0 0 1 0 0,-2 1 0 0 0,-17 10-6921 0 0,14-5 3715 0 0</inkml:trace>
</inkml:ink>
</file>

<file path=ppt/ink/ink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14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32 244 0 0,'0'0'702'0'0,"2"-19"2595"0"0,-4 7 3434 0 0,-3 21-6621 0 0,0 0 0 0 0,1 1 0 0 0,0 0 0 0 0,1 0-1 0 0,0 0 1 0 0,1 1 0 0 0,0-1 0 0 0,0 1 0 0 0,1-1-1 0 0,0 1 1 0 0,1-1 0 0 0,2 19 0 0 0,-2-27-92 0 0,0 0 1 0 0,1 0-1 0 0,-1 0 1 0 0,1-1 0 0 0,-1 1-1 0 0,1 0 1 0 0,0-1-1 0 0,0 1 1 0 0,0 0-1 0 0,0-1 1 0 0,0 1-1 0 0,0-1 1 0 0,0 0 0 0 0,0 1-1 0 0,1-1 1 0 0,-1 0-1 0 0,0 1 1 0 0,1-1-1 0 0,-1 0 1 0 0,1 0-1 0 0,0 0 1 0 0,2 1 0 0 0,-2-2 68 0 0,43-9 262 0 0,6-28-131 0 0,-40 27-175 0 0,1 1 1 0 0,1 0 0 0 0,18-10 0 0 0,-30 18-44 0 0,-1 6-11 0 0,3 12 6 0 0,-4-2-19 0 0,2 16 21 0 0,-1-28 5 0 0,0-1 1 0 0,0 1 0 0 0,1-1-1 0 0,-1 1 1 0 0,1-1 0 0 0,0 1-1 0 0,-1-1 1 0 0,1 0 0 0 0,0 1 0 0 0,1-1-1 0 0,-1 0 1 0 0,0 0 0 0 0,1 0-1 0 0,-1 1 1 0 0,1-1 0 0 0,-1-1-1 0 0,1 1 1 0 0,0 0 0 0 0,0 0 0 0 0,3 1-1 0 0,-3-2 2 0 0,1 0 0 0 0,0-1 0 0 0,0 1 0 0 0,0-1 0 0 0,1 0 0 0 0,-1 1 0 0 0,0-2 0 0 0,0 1 0 0 0,0 0 0 0 0,0 0 0 0 0,0-1 0 0 0,0 0 0 0 0,0 0 0 0 0,0 0 0 0 0,-1 0 0 0 0,6-2 0 0 0,101-35 60 0 0,-96 34-73 0 0,0 1 1 0 0,0 0-1 0 0,1 1 0 0 0,-1 1 0 0 0,1 0 0 0 0,19 1 0 0 0,-29 0 5 0 0,-1 0 1 0 0,0 1 0 0 0,0-1 0 0 0,1 1 0 0 0,-1-1 0 0 0,0 1 0 0 0,0 0 0 0 0,0 0 0 0 0,0 1 0 0 0,0-1 0 0 0,0 1-1 0 0,0-1 1 0 0,0 1 0 0 0,0 0 0 0 0,-1 0 0 0 0,5 4 0 0 0,-6-5 7 0 0,-2 2 4 0 0,-1 1-70 0 0,1-1 0 0 0,0 0 0 0 0,-1 0 0 0 0,1 0 0 0 0,-1-1 0 0 0,0 1 0 0 0,0 0 0 0 0,0 0 0 0 0,0-1 0 0 0,-1 0 0 0 0,1 1 0 0 0,0-1 0 0 0,-1 0 0 0 0,0 0 0 0 0,0 0 0 0 0,1 0 0 0 0,-5 1 0 0 0,3-1-1210 0 0,97-18-3717 0 0,-73 8 2596 0 0,1 1 183 0 0</inkml:trace>
</inkml:ink>
</file>

<file path=ppt/ink/ink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15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4 421 320 0 0,'86'-56'4956'0'0,"-84"55"-4542"0"0,6-11 4450 0 0,-18 18-4730 0 0,1 1 1 0 0,-1 0 0 0 0,1 0 0 0 0,0 1 0 0 0,1 0 0 0 0,-1 1 0 0 0,-12 17-1 0 0,20-25-89 0 0,-13 15 357 0 0,15-13 10 0 0,28-18 244 0 0,4-3-581 0 0,-19 15-68 0 0,-1 2 0 0 0,1 0 0 0 0,-1 1 1 0 0,1 0-1 0 0,0 1 0 0 0,-1 0 0 0 0,1 1 0 0 0,13 4 0 0 0,58 4 8 0 0,-67-10-10 0 0,-1 0 1 0 0,1-2 0 0 0,0 0-1 0 0,-1-1 1 0 0,1-1 0 0 0,-1 0-1 0 0,0-2 1 0 0,0 0 0 0 0,23-12-1 0 0,-28 11 0 0 0,0 0-1 0 0,-1-1 0 0 0,0-1 0 0 0,0 0 0 0 0,-1 0 1 0 0,0-1-1 0 0,-1 0 0 0 0,0-1 0 0 0,0 0 0 0 0,-1-1 1 0 0,-1 1-1 0 0,10-22 0 0 0,-10 17 31 0 0,-1 1 0 0 0,0-1 0 0 0,-1-1-1 0 0,-1 1 1 0 0,-1-1 0 0 0,0 1 0 0 0,-2-1 0 0 0,1 0 0 0 0,-2 0 0 0 0,0 0 0 0 0,-2 1-1 0 0,-2-20 1 0 0,3 33 57 0 0,1 3-82 0 0,0-1 0 0 0,-1 1 1 0 0,1 0-1 0 0,0 0 1 0 0,-1-1-1 0 0,1 1 1 0 0,0 0-1 0 0,-1 0 1 0 0,1-1-1 0 0,0 1 0 0 0,-1 0 1 0 0,1 0-1 0 0,0 0 1 0 0,-1 0-1 0 0,1 0 1 0 0,-1 0-1 0 0,1-1 1 0 0,0 1-1 0 0,-1 0 0 0 0,1 0 1 0 0,-1 0-1 0 0,1 0 1 0 0,0 0-1 0 0,-1 1 1 0 0,1-1-1 0 0,0 0 0 0 0,-1 0 1 0 0,1 0-1 0 0,-1 0 1 0 0,1 0-1 0 0,0 0 1 0 0,-1 1-1 0 0,1-1 1 0 0,-1 0-1 0 0,-4 8 39 0 0,0 1 0 0 0,0-1-1 0 0,1 1 1 0 0,0 0 0 0 0,1 0 0 0 0,0 0 0 0 0,-3 15 0 0 0,-11 79 84 0 0,11-56-81 0 0,-25 174-486 0 0,20-144-2147 0 0,1 0-3490 0 0,7-53 2799 0 0</inkml:trace>
</inkml:ink>
</file>

<file path=ppt/ink/ink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18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405 21 360 0 0,'-2'-13'1124'0'0,"2"12"-1070"0"0,1 1-1 0 0,-1 0 1 0 0,0 0-1 0 0,0 0 1 0 0,0-1-1 0 0,0 1 1 0 0,0 0 0 0 0,0 0-1 0 0,0-1 1 0 0,0 1-1 0 0,0 0 1 0 0,0 0 0 0 0,0 0-1 0 0,0-1 1 0 0,0 1-1 0 0,0 0 1 0 0,0 0-1 0 0,0-1 1 0 0,-1 1 0 0 0,1 0-1 0 0,0 0 1 0 0,0 0-1 0 0,0-1 1 0 0,0 1-1 0 0,0 0 1 0 0,0 0 0 0 0,0 0-1 0 0,-1 0 1 0 0,1-1-1 0 0,0 1 1 0 0,0 0-1 0 0,0 0 1 0 0,-1 0 0 0 0,1 0-1 0 0,0 0 1 0 0,0 0-1 0 0,0-1 1 0 0,-1 1-1 0 0,1 0 1 0 0,0 0 0 0 0,0 0-1 0 0,0 0 1 0 0,-1 0-1 0 0,1 0 1 0 0,0 0-1 0 0,0 0 1 0 0,0 0 0 0 0,-1 0-1 0 0,1 0 1 0 0,0 0-1 0 0,0 0 1 0 0,-1 0-1 0 0,1 0 1 0 0,0 0 0 0 0,0 0-1 0 0,0 1 1 0 0,-1-1-1 0 0,1 0 1 0 0,0 0-1 0 0,-16 22 278 0 0,1 0 0 0 0,2 1 0 0 0,0 1 0 0 0,2 0 0 0 0,0 1-1 0 0,-13 49 1 0 0,3 4 251 0 0,-9 85 0 0 0,16-68 126 0 0,-2 139 0 0 0,16-234-703 0 0,0-1 1 0 0,0 1 0 0 0,0 0 0 0 0,0 0 0 0 0,0 0-1 0 0,0 0 1 0 0,-1 0 0 0 0,1 0 0 0 0,0 0 0 0 0,0 0-1 0 0,0 0 1 0 0,0 0 0 0 0,0 0 0 0 0,0 0-1 0 0,0 0 1 0 0,0 0 0 0 0,0 0 0 0 0,0 0 0 0 0,0 0-1 0 0,0 0 1 0 0,-1 0 0 0 0,1 0 0 0 0,0 0 0 0 0,0 0-1 0 0,0 0 1 0 0,0 0 0 0 0,0 0 0 0 0,0 0 0 0 0,0 0-1 0 0,0 0 1 0 0,0 0 0 0 0,0 0 0 0 0,0 0 0 0 0,0 0-1 0 0,0 0 1 0 0,-1 0 0 0 0,1 0 0 0 0,0 1 0 0 0,0-1-1 0 0,0 0 1 0 0,0 0 0 0 0,0 0 0 0 0,0 0 0 0 0,0 0-1 0 0,0 0 1 0 0,0 0 0 0 0,0 0 0 0 0,0 0 0 0 0,0 0-1 0 0,-7-14 4 0 0,-4-23-364 0 0,7-4-461 0 0,2 1 1 0 0,2 0 0 0 0,6-57-1 0 0,28-117-1591 0 0,-33 206 2384 0 0,0 0-1 0 0,1 0 0 0 0,0 0 0 0 0,1 1 0 0 0,0-1 1 0 0,0 1-1 0 0,1 0 0 0 0,-1 0 0 0 0,2 0 0 0 0,-1 0 1 0 0,1 1-1 0 0,0 0 0 0 0,0 0 0 0 0,0 0 1 0 0,10-7-1 0 0,-8 8 53 0 0,-1 2-1 0 0,1-1 1 0 0,-1 1 0 0 0,1 0 0 0 0,0 0 0 0 0,0 1-1 0 0,0 0 1 0 0,1 1 0 0 0,-1-1 0 0 0,0 1 0 0 0,1 0 0 0 0,-1 1-1 0 0,0 0 1 0 0,1 0 0 0 0,-1 1 0 0 0,14 2 0 0 0,-3 2 70 0 0,1 0-1 0 0,-1 2 1 0 0,0 0 0 0 0,-1 0 0 0 0,0 2 0 0 0,0 0 0 0 0,-1 1-1 0 0,0 1 1 0 0,0 0 0 0 0,-2 2 0 0 0,1-1 0 0 0,-1 2 0 0 0,-1 0-1 0 0,-1 0 1 0 0,17 25 0 0 0,-15-20 6 0 0,-2 0-1 0 0,0 1 1 0 0,-1 0 0 0 0,-1 1-1 0 0,-2 0 1 0 0,1 0 0 0 0,-2 1-1 0 0,-1 0 1 0 0,-1 0-1 0 0,-1 1 1 0 0,-1 0 0 0 0,1 40-1 0 0,-4-54-63 0 0,-1 0 0 0 0,-1 0 0 0 0,1 1 0 0 0,-2-1 0 0 0,1 0 0 0 0,-1-1 0 0 0,0 1 0 0 0,-1 0 0 0 0,0-1 0 0 0,-1 0 0 0 0,1 0 0 0 0,-1 0 0 0 0,-8 9 0 0 0,3-7 24 0 0,0 0 0 0 0,0 0 0 0 0,-1-1 0 0 0,0-1 0 0 0,-1 0 0 0 0,0 0 0 0 0,0-1 0 0 0,-15 6 0 0 0,2-2 87 0 0,-1-2-1 0 0,-1-1 1 0 0,1-1-1 0 0,-1-1 1 0 0,0-2-1 0 0,-1 0 1 0 0,1-2-1 0 0,-42-2 1 0 0,-86-17 565 0 0,133 13-646 0 0,0-1-1 0 0,0-1 1 0 0,1-1-1 0 0,-38-18 1 0 0,55 23-463 0 0,-30-18-26 0 0,33 19 99 0 0,0 1-1 0 0,0-1 1 0 0,0 0-1 0 0,0 1 1 0 0,0-1-1 0 0,1 0 0 0 0,-1 0 1 0 0,0 0-1 0 0,0 0 1 0 0,1 0-1 0 0,-1 0 1 0 0,1 0-1 0 0,-1 0 0 0 0,1 0 1 0 0,-1 0-1 0 0,0-2 1 0 0,1-9-2087 0 0</inkml:trace>
</inkml:ink>
</file>

<file path=ppt/ink/ink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22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83 80 0 0,'-3'-59'5178'0'0,"3"57"-5098"0"0,-1 1-1 0 0,1-1 1 0 0,-1 1-1 0 0,0 0 1 0 0,0 0-1 0 0,1-1 1 0 0,-1 1-1 0 0,0 0 1 0 0,0 0-1 0 0,0 0 1 0 0,0 0-1 0 0,-1 0 1 0 0,1 0-1 0 0,0 0 1 0 0,0 0-1 0 0,-1 1 1 0 0,1-1-1 0 0,0 0 1 0 0,-1 1-1 0 0,1-1 1 0 0,0 1-1 0 0,-1-1 0 0 0,1 1 1 0 0,-1 0-1 0 0,1-1 1 0 0,-1 1-1 0 0,1 0 1 0 0,-1 0-1 0 0,1 0 1 0 0,-1 0-1 0 0,1 1 1 0 0,-1-1-1 0 0,1 0 1 0 0,0 1-1 0 0,-1-1 1 0 0,1 1-1 0 0,-1-1 1 0 0,1 1-1 0 0,-2 1 1 0 0,-5 0 78 0 0,1 1 0 0 0,-1 1 0 0 0,1-1 0 0 0,0 1 0 0 0,-12 10 0 0 0,1 1 45 0 0,2 1 0 0 0,0 0 1 0 0,1 2-1 0 0,0-1 0 0 0,2 2 1 0 0,-14 22-1 0 0,23-33-163 0 0,-1 0-1 0 0,1 0 1 0 0,1 0 0 0 0,0 0-1 0 0,0 0 1 0 0,0 1 0 0 0,1-1-1 0 0,1 1 1 0 0,-1 0-1 0 0,1 0 1 0 0,1-1 0 0 0,0 1-1 0 0,0 0 1 0 0,0 0 0 0 0,1 0-1 0 0,1-1 1 0 0,0 1-1 0 0,0 0 1 0 0,4 11 0 0 0,-4-16-25 0 0,-1-1 1 0 0,1 0-1 0 0,0 1 0 0 0,0-1 1 0 0,0 0-1 0 0,0 0 1 0 0,0 0-1 0 0,0-1 1 0 0,1 1-1 0 0,0 0 1 0 0,-1-1-1 0 0,1 0 0 0 0,0 1 1 0 0,0-1-1 0 0,0 0 1 0 0,1-1-1 0 0,-1 1 1 0 0,0 0-1 0 0,8 1 0 0 0,-6-2 2 0 0,0-1-1 0 0,0 1 0 0 0,1-1 0 0 0,-1 0 0 0 0,0 0 1 0 0,1-1-1 0 0,-1 0 0 0 0,0 0 0 0 0,0 0 0 0 0,0 0 1 0 0,0-1-1 0 0,8-4 0 0 0,-2 1 23 0 0,0-1-1 0 0,0 0 1 0 0,-1-1 0 0 0,0 0-1 0 0,0-1 1 0 0,-1 0 0 0 0,0 0-1 0 0,-1-1 1 0 0,1 0 0 0 0,-2-1-1 0 0,10-13 1 0 0,-9 7 45 0 0,-1 0 0 0 0,-1 0-1 0 0,0 0 1 0 0,-1 0 0 0 0,-1-1-1 0 0,-1 0 1 0 0,0 0 0 0 0,-1 0-1 0 0,-1 0 1 0 0,0-1 0 0 0,-1 1 0 0 0,-3-18-1 0 0,3 33-109 0 0,-3 6-3119 0 0,-6 11 2190 0 0,1 4-3780 0 0</inkml:trace>
</inkml:ink>
</file>

<file path=ppt/ink/ink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23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59 472 0 0,'13'-28'5067'0'0,"6"-3"710"0"0,-17 50-5710 0 0,-2 0 0 0 0,-1 0-1 0 0,0 0 1 0 0,-1 0-1 0 0,-1 0 1 0 0,-1 0 0 0 0,-1 0-1 0 0,-13 34 1 0 0,-9 6 1992 0 0,27-64-1999 0 0,3-22-11 0 0,0 17-7 0 0,0-1 1 0 0,1 1-1 0 0,0 1 0 0 0,1-1 1 0 0,0 1-1 0 0,0-1 0 0 0,14-15 1 0 0,-1 5 27 0 0,0 3-30 0 0,-6 8-32 0 0,0-1-10 0 0,-10 7 1 0 0,0 1-1 0 0,1 0 1 0 0,0-1 0 0 0,0 1 0 0 0,-1 0-1 0 0,1 0 1 0 0,0 1 0 0 0,0-1-1 0 0,1 1 1 0 0,-1-1 0 0 0,0 1-1 0 0,0 0 1 0 0,1 0 0 0 0,-1 1-1 0 0,1-1 1 0 0,-1 1 0 0 0,6-1-1 0 0,3 6-55 0 0,-1 13 26 0 0,-4 3 37 0 0,-5-11 3 0 0,-2-8-7 0 0,5 27-3 0 0,0 5 2 0 0,-2-7 0 0 0,-3-26-9 0 0,0 12-18 0 0,0-13 29 0 0,0 0 1 0 0,0 0-1 0 0,-1 0 1 0 0,1 1-1 0 0,0-1 1 0 0,0 0-1 0 0,0 0 1 0 0,0 1-1 0 0,0-1 1 0 0,0 0-1 0 0,0 0 1 0 0,0 0-1 0 0,0 1 0 0 0,0-1 1 0 0,0 0-1 0 0,0 0 1 0 0,0 1-1 0 0,0-1 1 0 0,0 0-1 0 0,0 0 1 0 0,1 0-1 0 0,-1 1 1 0 0,0-1-1 0 0,0 0 1 0 0,0 0-1 0 0,0 0 1 0 0,0 1-1 0 0,0-1 1 0 0,1 0-1 0 0,-1 0 1 0 0,0 0-1 0 0,0 0 1 0 0,0 1-1 0 0,0-1 0 0 0,1 0 1 0 0,-1 0-1 0 0,0 0 1 0 0,0 0-1 0 0,0 0 1 0 0,1 0-1 0 0,-1 0 1 0 0,0 0-1 0 0,0 1 1 0 0,1-1-1 0 0,-1 0 1 0 0,0 0-1 0 0,0 0 1 0 0,0 0-1 0 0,1 0 1 0 0,-1 0-1 0 0,0 0 1 0 0,0 0-1 0 0,1-1 1 0 0,-1 1-1 0 0,47-37 20 0 0,-35 26-31 0 0,1 1 0 0 0,0 0 0 0 0,1 1 0 0 0,18-10 0 0 0,-28 18 2 0 0,0 0 1 0 0,0 0 0 0 0,0 1-1 0 0,0 0 1 0 0,0-1-1 0 0,0 2 1 0 0,1-1 0 0 0,-1 0-1 0 0,0 1 1 0 0,0 0 0 0 0,0-1-1 0 0,0 2 1 0 0,-1-1-1 0 0,1 0 1 0 0,5 3 0 0 0,-2 0 10 0 0,1 0 1 0 0,0 0 0 0 0,0-1-1 0 0,0-1 1 0 0,0 1 0 0 0,0-1-1 0 0,0 0 1 0 0,1-1 0 0 0,-1 0 0 0 0,1-1-1 0 0,-1 1 1 0 0,1-1 0 0 0,-1-1-1 0 0,14-2 1 0 0,-11 1 75 0 0,0-1 0 0 0,0 0 0 0 0,0 0 0 0 0,0-1 0 0 0,0-1 0 0 0,-1 0 0 0 0,0 0 0 0 0,0-1 0 0 0,0-1 0 0 0,-1 1-1 0 0,13-12 1 0 0,-21 17 9 0 0,0 1-68 0 0,0 0 0 0 0,1 1 0 0 0,-1-1 0 0 0,0 0 0 0 0,1 1 0 0 0,-1-1 0 0 0,0 1 0 0 0,0 0 0 0 0,0-1-1 0 0,1 1 1 0 0,-1 0 0 0 0,0 0 0 0 0,0-1 0 0 0,0 1 0 0 0,0 0 0 0 0,0 0 0 0 0,0 0 0 0 0,-1 1 0 0 0,1-1-1 0 0,0 0 1 0 0,0 0 0 0 0,-1 0 0 0 0,1 0 0 0 0,-1 1 0 0 0,1-1 0 0 0,-1 0 0 0 0,1 1 0 0 0,-1-1 0 0 0,0 0-1 0 0,0 1 1 0 0,0-1 0 0 0,0 0 0 0 0,0 1 0 0 0,0-1 0 0 0,0 2 0 0 0,-3 65-3140 0 0,1-42-3905 0 0</inkml:trace>
</inkml:ink>
</file>

<file path=ppt/ink/ink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23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57 832 0 0,'9'-46'6261'0'0,"-9"44"-5123"0"0,2-4-409 0 0,-1 4-659 0 0,-2 6 286 0 0,-8 21-1315 0 0,-1-2-3390 0 0,6-15 2055 0 0</inkml:trace>
</inkml:ink>
</file>

<file path=ppt/ink/ink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24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64 304 0 0,'1'-4'481'0'0,"0"0"0"0"0,1 0-1 0 0,-1 0 1 0 0,1 0 0 0 0,0 0 0 0 0,0 0 0 0 0,0 1 0 0 0,3-4-1 0 0,-3 5-187 0 0,-1 0-1 0 0,0 0 1 0 0,1 0 0 0 0,-1 1-1 0 0,1-1 1 0 0,-1 0-1 0 0,1 1 1 0 0,0-1-1 0 0,0 1 1 0 0,0 0 0 0 0,-1-1-1 0 0,1 1 1 0 0,1 0-1 0 0,-1 0 1 0 0,0 1-1 0 0,0-1 1 0 0,4-1 0 0 0,-5 3-265 0 0,0-1 1 0 0,0 1 0 0 0,0-1 0 0 0,0 1-1 0 0,0 0 1 0 0,0-1 0 0 0,0 1 0 0 0,0 0-1 0 0,0 0 1 0 0,0 0 0 0 0,0 0-1 0 0,0 0 1 0 0,0 0 0 0 0,-1 0 0 0 0,1 0-1 0 0,0 0 1 0 0,-1 0 0 0 0,1 0 0 0 0,-1 0-1 0 0,1 0 1 0 0,-1 1 0 0 0,0-1 0 0 0,1 0-1 0 0,-1 0 1 0 0,0 0 0 0 0,0 1 0 0 0,0-1-1 0 0,0 2 1 0 0,2 34 384 0 0,-2-19-302 0 0,-1 0 1 0 0,-1 0-1 0 0,-1 0 1 0 0,0 0 0 0 0,-7 21-1 0 0,3-13 753 0 0,21-48 157 0 0,9-15-894 0 0,-12 25-92 0 0,1 0-1 0 0,0 0 1 0 0,1 2-1 0 0,0-1 1 0 0,0 2-1 0 0,1-1 0 0 0,1 2 1 0 0,28-13-1 0 0,-27 20-31 0 0,-11 2 0 0 0,-3-1-1 0 0,0 1 0 0 0,0 0 1 0 0,0-1-1 0 0,0 1 0 0 0,0 0 1 0 0,0 0-1 0 0,0 0 1 0 0,0 0-1 0 0,-1 0 0 0 0,1 1 1 0 0,0-1-1 0 0,-1 1 0 0 0,1-1 1 0 0,-1 1-1 0 0,1-1 0 0 0,-1 1 1 0 0,0 0-1 0 0,0-1 1 0 0,0 1-1 0 0,0 0 0 0 0,2 4 1 0 0,5 38-13 0 0,-7-32 9 0 0,1 2-144 0 0,-1-6-578 0 0,0 0 1 0 0,1 0 0 0 0,0 0 0 0 0,0 0 0 0 0,1 0 0 0 0,0 0 0 0 0,4 8-1 0 0,5-6-5292 0 0</inkml:trace>
</inkml:ink>
</file>

<file path=ppt/ink/ink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25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29 684 0 0,'0'0'795'0'0,"1"-1"-373"0"0,-1 0 0 0 0,1 0 0 0 0,-1 0 0 0 0,1 0 0 0 0,-1-1 0 0 0,1 1 0 0 0,-1 0-1 0 0,0 0 1 0 0,1 0 0 0 0,-1-1 0 0 0,0 1 0 0 0,0 0 0 0 0,0 0 0 0 0,0 0 0 0 0,0-1 0 0 0,0-1 0 0 0,-3 1-309 0 0,0 1-1 0 0,0 0 0 0 0,-1 1 1 0 0,1-1-1 0 0,0 1 1 0 0,0-1-1 0 0,0 1 1 0 0,0 0-1 0 0,-1 0 1 0 0,1 0-1 0 0,0 0 0 0 0,0 1 1 0 0,0-1-1 0 0,-1 1 1 0 0,1 0-1 0 0,-4 2 1 0 0,-52 26 717 0 0,19-7-179 0 0,39-22-140 0 0,32-3-438 0 0,-22 2-61 0 0,-1 0 0 0 0,1 0-1 0 0,0 1 1 0 0,-1 0 0 0 0,1 0 0 0 0,0 1 0 0 0,-1 0 0 0 0,14 3 0 0 0,-16-2-14 0 0,19 19-30 0 0,-22-17 53 0 0,1-1 0 0 0,0 1 0 0 0,0-1-1 0 0,0 0 1 0 0,0 0 0 0 0,1 0-1 0 0,6 3 1 0 0,-10-6-12 0 0,15 2 32 0 0,30-20-26 0 0,-1-3-1 0 0,49-31 1 0 0,-93 52-6 0 0,2-1-13 0 0,6-1-8 0 0,-8 2 11 0 0,0 0 0 0 0,0-1 0 0 0,0 1 0 0 0,0 0 0 0 0,0 0 0 0 0,0 0 0 0 0,0 1 0 0 0,0-1 0 0 0,0 0 0 0 0,0 0 0 0 0,0 0 0 0 0,0 1 0 0 0,0-1 0 0 0,0 1 0 0 0,0-1 0 0 0,0 1 0 0 0,0-1 0 0 0,-1 1 0 0 0,1-1 0 0 0,0 1 1 0 0,0 0-1 0 0,0-1 0 0 0,-1 1 0 0 0,1 0 0 0 0,0 0 0 0 0,-1 0 0 0 0,1-1 0 0 0,-1 1 0 0 0,2 2 0 0 0,9 29 46 0 0,-9-25-45 0 0,-1-6 6 0 0,26 18 218 0 0,64-34-10 0 0,-89 15-206 0 0,41-2 100 0 0,-41 2-144 0 0,0 0 0 0 0,1 1-1 0 0,-1-1 1 0 0,0 1 0 0 0,0-1-1 0 0,0 1 1 0 0,0 0 0 0 0,0 0-1 0 0,0 0 1 0 0,0 0 0 0 0,0 0-1 0 0,0 0 1 0 0,-1 1 0 0 0,1-1 0 0 0,0 0-1 0 0,-1 1 1 0 0,1 0 0 0 0,-1-1-1 0 0,1 1 1 0 0,-1 0 0 0 0,0 0-1 0 0,0 0 1 0 0,0-1 0 0 0,0 1-1 0 0,0 0 1 0 0,0 1 0 0 0,0-1-1 0 0,0 2 1 0 0,13 20-3319 0 0,3-12-1173 0 0,-9-8 1941 0 0</inkml:trace>
</inkml:ink>
</file>

<file path=ppt/ink/ink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26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2 76 0 0,'0'0'5965'0'0,"-4"3"-5439"0"0,1-1-418 0 0,1 0 0 0 0,-1 0 1 0 0,1 0-1 0 0,-1 0 0 0 0,1 0 0 0 0,0 1 0 0 0,0-1 0 0 0,0 1 0 0 0,0 0 0 0 0,1 0 0 0 0,-1-1 1 0 0,1 1-1 0 0,0 0 0 0 0,-1 0 0 0 0,1 0 0 0 0,1 1 0 0 0,-1-1 0 0 0,0 0 0 0 0,1 0 0 0 0,-1 0 1 0 0,1 0-1 0 0,0 1 0 0 0,0-1 0 0 0,1 0 0 0 0,-1 0 0 0 0,2 6 0 0 0,-2-6-57 0 0,1 0 1 0 0,0 0-1 0 0,0 0 0 0 0,0 0 0 0 0,0 0 0 0 0,1 0 0 0 0,-1 0 1 0 0,1 0-1 0 0,0 0 0 0 0,-1-1 0 0 0,1 1 0 0 0,1 0 0 0 0,-1-1 1 0 0,0 0-1 0 0,1 0 0 0 0,-1 0 0 0 0,1 0 0 0 0,-1 0 0 0 0,1 0 1 0 0,4 2-1 0 0,-3-3-27 0 0,0 0 0 0 0,0 0 0 0 0,0-1 0 0 0,0 1 0 0 0,0-1 1 0 0,0 0-1 0 0,0 0 0 0 0,0 0 0 0 0,0-1 0 0 0,0 1 0 0 0,0-1 0 0 0,0 0 1 0 0,0 0-1 0 0,4-2 0 0 0,4-2 163 0 0,-1 0-1 0 0,0-1 1 0 0,0-1 0 0 0,0 1 0 0 0,-1-2-1 0 0,0 1 1 0 0,-1-1 0 0 0,1-1 0 0 0,10-13 0 0 0,31-33 5134 0 0,-50 54-5039 0 0,3 1-185 0 0,1 1 1 0 0,-1-1-1 0 0,0 1 1 0 0,1-1-1 0 0,-1 1 1 0 0,0 1 0 0 0,0-1-1 0 0,0 0 1 0 0,0 1-1 0 0,0 0 1 0 0,0 0-1 0 0,0 0 1 0 0,0 0-1 0 0,-1 1 1 0 0,1 0-1 0 0,3 3 1 0 0,17 27-2599 0 0,-9 7-6707 0 0,-12-24 4517 0 0</inkml:trace>
</inkml:ink>
</file>

<file path=ppt/ink/ink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30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0 184 0 0,'-33'0'1453'0'0,"30"0"-1031"0"0,-29 2 1912 0 0,32-2-2319 0 0,0 0 1 0 0,1 0-1 0 0,-1 1 1 0 0,0-1-1 0 0,0 0 0 0 0,1 1 1 0 0,-1-1-1 0 0,0 1 0 0 0,0-1 1 0 0,0 0-1 0 0,0 1 1 0 0,1-1-1 0 0,-1 0 0 0 0,0 1 1 0 0,0-1-1 0 0,0 1 0 0 0,0-1 1 0 0,0 1-1 0 0,0-1 1 0 0,0 0-1 0 0,0 1 0 0 0,0-1 1 0 0,0 1-1 0 0,0-1 0 0 0,0 1 1 0 0,0-1-1 0 0,-1 0 1 0 0,1 1-1 0 0,0-1 0 0 0,0 0 1 0 0,0 1-1 0 0,-1-1 0 0 0,1 1 1 0 0,0-1-1 0 0,0 0 1 0 0,-1 1-1 0 0,1-1 0 0 0,0 0 1 0 0,0 0-1 0 0,-1 1 0 0 0,1-1 1 0 0,-1 0-1 0 0,1 0 1 0 0,0 1-1 0 0,-1-1 0 0 0,1 0 1 0 0,0 0-1 0 0,-1 0 0 0 0,1 0 1 0 0,-1 0-1 0 0,1 1 1 0 0,0-1-1 0 0,-1 0 0 0 0,1 0 1 0 0,-1 0-1 0 0,1 0 0 0 0,-1 0 1 0 0,1 0-1 0 0,0 0 1 0 0,-1-1-1 0 0,1 1 0 0 0,-1 0 1 0 0,1 0-1 0 0,0 0 0 0 0,-1 0 1 0 0,1 0-1 0 0,-1-1 1 0 0,3 4 15 0 0,0-1 0 0 0,1 1 1 0 0,-1-1-1 0 0,1 0 0 0 0,0 0 1 0 0,-1 0-1 0 0,1 0 0 0 0,0 0 1 0 0,5 2-1 0 0,48 13 125 0 0,1-3-1 0 0,85 11 1 0 0,-35-8-102 0 0,184 24 48 0 0,-128-20-78 0 0,380 31 59 0 0,-233-26-50 0 0,995 73 18 0 0,-636-68 2 0 0,508-4-19 0 0,-708-22-15 0 0,-196-3-36 0 0,777-7-8 0 0,-856 1 26 0 0,1425-63 40 0 0,-531-56 556 0 0,-549 55 813 0 0,843 0 1 0 0,-260 104-1024 0 0,-197-1 94 0 0,-336-23 68 0 0,-98-5-100 0 0,-150-1-240 0 0,904 33 82 0 0,410 26-296 0 0,-457-51 576 0 0,-789-22-409 0 0,451 16 10 0 0,-310 2-82 0 0,209 2-103 0 0,-648-12 10 0 0,297-4 360 0 0,-121 8-29 0 0,-87 0-160 0 0,-47-4 48 0 0,725-5 2207 0 0,-669-12-1130 0 0,-74 4-310 0 0,-63-1-414 0 0,-71 13-510 0 0,-9 1-1012 0 0,-169 9-2176 0 0,-20 2-5020 0 0,105-12 3878 0 0</inkml:trace>
</inkml:ink>
</file>

<file path=ppt/ink/ink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37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791 235 56 0 0,'0'0'819'0'0,"12"-28"11337"0"0,-8 19-12567 0 0,-3 8 861 0 0,-1 0-438 0 0,0 1 1 0 0,1 0-1 0 0,-1-1 0 0 0,0 1 1 0 0,0-1-1 0 0,1 1 0 0 0,-1-1 1 0 0,0 1-1 0 0,0 0 0 0 0,1-1 1 0 0,-1 1-1 0 0,0 0 0 0 0,1-1 1 0 0,-1 1-1 0 0,1 0 0 0 0,-1-1 1 0 0,0 1-1 0 0,1 0 0 0 0,-1 0 1 0 0,1 0-1 0 0,-1-1 0 0 0,1 1 1 0 0,-1 0-1 0 0,1 0 0 0 0,-1 0 1 0 0,1 0-1 0 0,-1 0 0 0 0,1 0 1 0 0,-1 0-1 0 0,1 0 0 0 0,-1 0 1 0 0,1 0-1 0 0,-1 0 0 0 0,1 0 1 0 0,-1 0-1 0 0,0 0 0 0 0,1 0 1 0 0,-1 1-1 0 0,1-1 0 0 0,-1 0 1 0 0,1 0-1 0 0,-1 1 0 0 0,1-1 1 0 0,-1 0-1 0 0,0 0 0 0 0,1 1 1 0 0,-1-1-1 0 0,0 0 0 0 0,1 1 1 0 0,-1-1-1 0 0,1 1 0 0 0,0 0-74 0 0,3 1 74 0 0,4-13 24 0 0,-7 10-32 0 0,0 0 1 0 0,0 0-1 0 0,0 0 0 0 0,0 0 0 0 0,-1 0 0 0 0,1 0 1 0 0,0 0-1 0 0,0-1 0 0 0,-1 1 0 0 0,1 0 1 0 0,0 0-1 0 0,-1-1 0 0 0,1 1 0 0 0,-1-2 1 0 0,1-2-3 0 0,0 0 1 0 0,-1 1 0 0 0,1-1 0 0 0,-1 1-1 0 0,0-1 1 0 0,-1 0 0 0 0,1 1 0 0 0,-1-1 0 0 0,0 1-1 0 0,0-1 1 0 0,-1 1 0 0 0,1-1 0 0 0,-1 1-1 0 0,0 0 1 0 0,0 0 0 0 0,0 0 0 0 0,0 0-1 0 0,-1 0 1 0 0,0 0 0 0 0,0 0 0 0 0,0 1 0 0 0,0 0-1 0 0,-1 0 1 0 0,1-1 0 0 0,-7-3 0 0 0,-2 0-6 0 0,-1-1 1 0 0,0 2 0 0 0,-1-1-1 0 0,0 2 1 0 0,0 0-1 0 0,0 1 1 0 0,0 0 0 0 0,-1 1-1 0 0,1 0 1 0 0,-21 0 0 0 0,14 3 2 0 0,-1 1 0 0 0,0 0 0 0 0,1 2 0 0 0,-1 0 1 0 0,1 2-1 0 0,-32 10 0 0 0,19-2 51 0 0,0 1 0 0 0,2 2 0 0 0,-1 2 0 0 0,2 0 1 0 0,0 2-1 0 0,2 2 0 0 0,0 0 0 0 0,-30 32 0 0 0,43-38 7 0 0,1 0-1 0 0,0 1 1 0 0,1 1-1 0 0,1 1 1 0 0,1 0-1 0 0,0 0 1 0 0,-11 29 0 0 0,18-37-35 0 0,2 1 0 0 0,-1-1 0 0 0,2 1-1 0 0,-1-1 1 0 0,2 1 0 0 0,-1 0 0 0 0,2 0 0 0 0,-1 0 0 0 0,2 0 0 0 0,0 0 0 0 0,0 0 0 0 0,1-1 0 0 0,0 1 0 0 0,1 0 0 0 0,7 16 0 0 0,-2-10-1 0 0,1 0-1 0 0,1-1 1 0 0,0 0-1 0 0,1-1 1 0 0,1-1-1 0 0,1 1 1 0 0,0-2-1 0 0,1 0 1 0 0,0-1-1 0 0,1 0 1 0 0,23 15-1 0 0,-7-8 3 0 0,1-1 1 0 0,1-1-1 0 0,1-2 0 0 0,0-1 0 0 0,41 11 0 0 0,-45-18-14 0 0,1-2-1 0 0,-1-1 1 0 0,1-2-1 0 0,0 0 1 0 0,1-3-1 0 0,-1 0 1 0 0,0-2-1 0 0,0-1 1 0 0,0-2-1 0 0,-1-1 1 0 0,1-1-1 0 0,-1-2 1 0 0,-1-1-1 0 0,0-1 1 0 0,0-1-1 0 0,-1-2 1 0 0,-1-1-1 0 0,0-1 1 0 0,44-35-1 0 0,-47 30-3 0 0,-1 0-1 0 0,-2-2 0 0 0,30-38 0 0 0,-41 48 2 0 0,-1 0 1 0 0,0-1-1 0 0,-1 0 1 0 0,-1 0-1 0 0,0-1 1 0 0,-1 0-1 0 0,-1 0 1 0 0,7-26-1 0 0,-13 14-16 0 0,1 27 9 0 0,0-1-1 0 0,0 1 0 0 0,0-1 1 0 0,0 0-1 0 0,0 1 1 0 0,0-1-1 0 0,0 1 1 0 0,0-1-1 0 0,0 1 1 0 0,-1-1-1 0 0,1 1 1 0 0,0-1-1 0 0,0 1 0 0 0,0-1 1 0 0,-1 1-1 0 0,1-1 1 0 0,0 1-1 0 0,0-1 1 0 0,-1 1-1 0 0,1 0 1 0 0,-1-1-1 0 0,1 1 1 0 0,0-1-1 0 0,-1 1 1 0 0,1 0-1 0 0,-1 0 0 0 0,1-1 1 0 0,-1 1-1 0 0,1 0 1 0 0,0-1-1 0 0,-1 1 1 0 0,1 0-1 0 0,-1 0 1 0 0,0 0-1 0 0,1 0 1 0 0,-1 0-1 0 0,1 0 1 0 0,-1-1-1 0 0,1 1 0 0 0,-1 0 1 0 0,1 0-1 0 0,-1 1 1 0 0,1-1-1 0 0,-1 0 1 0 0,1 0-1 0 0,-1 0 1 0 0,0 0-1 0 0,-2 2-1 0 0,0-1-1 0 0,0 1 1 0 0,0 0-1 0 0,0 0 1 0 0,0 0-1 0 0,1 0 1 0 0,-1 0-1 0 0,1 1 1 0 0,-1-1-1 0 0,1 1 1 0 0,0-1-1 0 0,0 1 1 0 0,0 0-1 0 0,0 0 1 0 0,1 0-1 0 0,-1 0 1 0 0,1 0-1 0 0,0 1 1 0 0,0-1-1 0 0,0 0 1 0 0,-1 7 0 0 0,2-4 0 0 0,0 0 1 0 0,0-1-1 0 0,0 1 1 0 0,1 0-1 0 0,0 0 1 0 0,1-1 0 0 0,-1 1-1 0 0,1 0 1 0 0,0-1-1 0 0,0 1 1 0 0,1-1 0 0 0,3 6-1 0 0,-1-2 3 0 0,1-1 0 0 0,0 0 0 0 0,0 0 1 0 0,0 0-1 0 0,1-1 0 0 0,1 0 0 0 0,7 6 0 0 0,-10-10 1 0 0,-1 1 0 0 0,0-1 0 0 0,1 0 0 0 0,0-1 0 0 0,0 1 0 0 0,0-1 0 0 0,0 0 0 0 0,0-1 0 0 0,0 1 0 0 0,0-1-1 0 0,1 0 1 0 0,6 1 0 0 0,-9-2 1 0 0,-1 1-1 0 0,0-1 1 0 0,0 0-1 0 0,0 0 1 0 0,0 0 0 0 0,0-1-1 0 0,0 1 1 0 0,0 0-1 0 0,0-1 1 0 0,0 1-1 0 0,0-1 1 0 0,0 0-1 0 0,0 0 1 0 0,0 0-1 0 0,0 0 1 0 0,0 0-1 0 0,-1 0 1 0 0,1 0-1 0 0,0 0 1 0 0,-1-1-1 0 0,1 1 1 0 0,-1-1-1 0 0,1 1 1 0 0,-1-1-1 0 0,0 1 1 0 0,0-1-1 0 0,0 0 1 0 0,0 0-1 0 0,0 0 1 0 0,0 0-1 0 0,0 1 1 0 0,0-1-1 0 0,-1 0 1 0 0,1 0-1 0 0,-1-1 1 0 0,1 1-1 0 0,-1 0 1 0 0,0 0-1 0 0,0 0 1 0 0,0 0-1 0 0,0 0 1 0 0,0 0-1 0 0,-1 0 1 0 0,0-4 0 0 0,-1-4-3 0 0,-1 0 0 0 0,0 0 0 0 0,0 1 1 0 0,-1 0-1 0 0,0-1 0 0 0,0 1 0 0 0,-10-13 1 0 0,8 13-88 0 0,0 1 1 0 0,-1-1-1 0 0,0 1 1 0 0,-1 1-1 0 0,0-1 1 0 0,0 1-1 0 0,0 1 1 0 0,-14-9-1 0 0,21 15-65 0 0,0 0 0 0 0,0-1 0 0 0,1 1 0 0 0,-1 0 0 0 0,0 0 0 0 0,0-1 0 0 0,0 1 0 0 0,0 0-1 0 0,0 0 1 0 0,1 0 0 0 0,-1 0 0 0 0,0 0 0 0 0,0 0 0 0 0,0 1 0 0 0,0-1 0 0 0,0 0 0 0 0,1 0 0 0 0,-1 1 0 0 0,0-1 0 0 0,0 0 0 0 0,0 1 0 0 0,1-1 0 0 0,-2 2 0 0 0,-6 1-5247 0 0</inkml:trace>
</inkml:ink>
</file>

<file path=ppt/ink/ink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38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20 484 0 0,'0'0'1718'0'0,"-6"-19"7968"0"0,4 29-9552 0 0,1 0 0 0 0,1 0 0 0 0,0 0 0 0 0,0 1 0 0 0,1-1 0 0 0,3 15 1 0 0,-3-20-84 0 0,0 0 1 0 0,0 0-1 0 0,1-1 1 0 0,0 1-1 0 0,0-1 1 0 0,0 1-1 0 0,0-1 1 0 0,0 0 0 0 0,1 0-1 0 0,0 0 1 0 0,0 0-1 0 0,0 0 1 0 0,0 0-1 0 0,1-1 1 0 0,0 0-1 0 0,-1 1 1 0 0,6 2 0 0 0,-7-6-40 0 0,0 1 1 0 0,0 0 0 0 0,0-1 0 0 0,0 1 0 0 0,0-1 0 0 0,0 0 0 0 0,0 1 0 0 0,0-1 0 0 0,0 0-1 0 0,0 0 1 0 0,0-1 0 0 0,1 1 0 0 0,-1 0 0 0 0,0-1 0 0 0,0 1 0 0 0,0-1 0 0 0,0 0 0 0 0,0 1 0 0 0,-1-1-1 0 0,1 0 1 0 0,3-2 0 0 0,38-29 84 0 0,-35 25-74 0 0,20-22 25 0 0,-21 21-34 0 0,0 0 1 0 0,0 1 0 0 0,1 0-1 0 0,11-8 1 0 0,-18 14-27 0 0,0 1-1 0 0,0 1 13 0 0,0-1 1 0 0,0 1 0 0 0,0 0-1 0 0,0 0 1 0 0,0-1-1 0 0,-1 1 1 0 0,1 0-1 0 0,0 0 1 0 0,0 0-1 0 0,-1 0 1 0 0,1 0 0 0 0,0 0-1 0 0,-1 0 1 0 0,1 0-1 0 0,-1 0 1 0 0,0 0-1 0 0,1 0 1 0 0,-1 0-1 0 0,0 0 1 0 0,0 0 0 0 0,1 1-1 0 0,-1-1 1 0 0,0 0-1 0 0,0 2 1 0 0,3 35-2 0 0,-3-37 1 0 0,1 7-2 0 0,1 0 0 0 0,-1 0 1 0 0,1-1-1 0 0,1 0 1 0 0,-1 1-1 0 0,1-1 1 0 0,0 0-1 0 0,1 0 0 0 0,0 0 1 0 0,5 6-1 0 0,-8-11 5 0 0,0 0-1 0 0,1-1 0 0 0,-1 1 0 0 0,1-1 1 0 0,-1 0-1 0 0,1 0 0 0 0,0 1 0 0 0,-1-1 1 0 0,1 0-1 0 0,0 0 0 0 0,0 0 0 0 0,0-1 1 0 0,0 1-1 0 0,0 0 0 0 0,0-1 1 0 0,0 1-1 0 0,0-1 0 0 0,0 0 0 0 0,0 0 1 0 0,0 0-1 0 0,0 0 0 0 0,0 0 0 0 0,0 0 1 0 0,0 0-1 0 0,0-1 0 0 0,0 1 0 0 0,0-1 1 0 0,2 0-1 0 0,8-2 8 0 0,-1-2 1 0 0,0 1-1 0 0,17-10 1 0 0,-23 11-13 0 0,36-19 12 0 0,-26 12-19 0 0,0 1 0 0 0,1 1-1 0 0,-1 1 1 0 0,2 0-1 0 0,-1 1 1 0 0,33-7-1 0 0,-47 13 10 0 0,-1 0 0 0 0,1 0 0 0 0,0 0 0 0 0,0 0 0 0 0,0 1-1 0 0,0-1 1 0 0,0 1 0 0 0,-1 0 0 0 0,1-1 0 0 0,0 1 0 0 0,0 0 0 0 0,-1 0 0 0 0,1 0-1 0 0,-1 0 1 0 0,1 0 0 0 0,-1 0 0 0 0,1 1 0 0 0,-1-1 0 0 0,0 1 0 0 0,1-1-1 0 0,1 4 1 0 0,23 41-27 0 0,-11-17 27 0 0,-9-21-30 0 0,1-1 0 0 0,-1 1 0 0 0,1-1 0 0 0,1 0 0 0 0,-1-1 1 0 0,1 0-1 0 0,0 0 0 0 0,15 8 0 0 0,-15-10-1092 0 0,0-1 1 0 0,1 0-1 0 0,-1 0 1 0 0,1 0-1 0 0,-1-1 1 0 0,11 1-1 0 0,1-1-2335 0 0</inkml:trace>
</inkml:ink>
</file>

<file path=ppt/ink/ink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44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86 560 0 0,'19'-30'5117'0'0,"-7"-9"-1334"0"0,-12 37-2881 0 0,-18-12-203 0 0,16 14-596 0 0,-2 1-7 0 0,-3 2-48 0 0,0-1 0 0 0,0 2 0 0 0,1-1 0 0 0,-1 1 1 0 0,1 0-1 0 0,0 0 0 0 0,0 0 0 0 0,0 1 0 0 0,0 0 0 0 0,1 1 0 0 0,0-1 0 0 0,0 1 0 0 0,-6 9 0 0 0,4-5-11 0 0,1 1 1 0 0,1 0-1 0 0,-1 0 1 0 0,2 1-1 0 0,-1 0 1 0 0,2-1-1 0 0,-4 19 0 0 0,7-29-33 0 0,-1 0 0 0 0,1 0 0 0 0,0 0 0 0 0,0 0 0 0 0,0 0 0 0 0,0 0-1 0 0,0 0 1 0 0,0 0 0 0 0,0 0 0 0 0,0 0 0 0 0,0 0 0 0 0,0 0-1 0 0,0 0 1 0 0,1 0 0 0 0,-1 0 0 0 0,0 0 0 0 0,1 0 0 0 0,-1 0 0 0 0,1 0-1 0 0,-1-1 1 0 0,1 1 0 0 0,-1 0 0 0 0,1 0 0 0 0,0 0 0 0 0,-1-1-1 0 0,1 1 1 0 0,0 0 0 0 0,0-1 0 0 0,-1 1 0 0 0,1 0 0 0 0,0-1 0 0 0,0 1-1 0 0,0-1 1 0 0,0 0 0 0 0,0 1 0 0 0,0-1 0 0 0,0 0 0 0 0,0 1 0 0 0,0-1-1 0 0,0 0 1 0 0,0 0 0 0 0,0 0 0 0 0,0 0 0 0 0,0 0 0 0 0,0 0-1 0 0,0 0 1 0 0,0 0 0 0 0,2-1 0 0 0,2 1 6 0 0,0-1 0 0 0,0 0 0 0 0,0 0 0 0 0,0-1 0 0 0,0 1 0 0 0,0-1 0 0 0,6-4 0 0 0,5-4 16 0 0,-5 4-13 0 0,-1 0 0 0 0,0-1 0 0 0,0 0 0 0 0,-1-1 0 0 0,0 0 0 0 0,0-1 0 0 0,7-9 0 0 0,-15 17-13 0 0,-1 1 0 0 0,0 0-1 0 0,0-1 1 0 0,1 1 0 0 0,-1-1 0 0 0,1 1-1 0 0,-1 0 1 0 0,0-1 0 0 0,1 1 0 0 0,-1 0-1 0 0,1 0 1 0 0,-1-1 0 0 0,1 1 0 0 0,-1 0-1 0 0,1 0 1 0 0,-1 0 0 0 0,1 0 0 0 0,-1 0-1 0 0,1-1 1 0 0,-1 1 0 0 0,1 0 0 0 0,-1 0-1 0 0,1 0 1 0 0,-1 0 0 0 0,1 0 0 0 0,-1 1-1 0 0,1-1 1 0 0,-1 0 0 0 0,1 0 0 0 0,-1 0-1 0 0,1 0 1 0 0,-1 1 0 0 0,1-1-1 0 0,-1 0 1 0 0,1 0 0 0 0,-1 1 0 0 0,0-1-1 0 0,1 0 1 0 0,-1 1 0 0 0,1-1 0 0 0,-1 0-1 0 0,0 1 1 0 0,1-1 0 0 0,-1 1 0 0 0,12 16-50 0 0,-6 10-1067 0 0,6 19-5400 0 0,-7-38 3741 0 0</inkml:trace>
</inkml:ink>
</file>

<file path=ppt/ink/ink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46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249 108 172 0 0,'-13'-40'5367'0'0,"12"37"-5208"0"0,0 1 0 0 0,0-1 0 0 0,-1 0 0 0 0,1 1 0 0 0,0-1 0 0 0,-1 1 0 0 0,0 0 0 0 0,0 0 0 0 0,1-1 1 0 0,-1 1-1 0 0,0 0 0 0 0,-1 0 0 0 0,1 1 0 0 0,0-1 0 0 0,0 0 0 0 0,-1 1 0 0 0,1 0 0 0 0,-1-1 1 0 0,0 1-1 0 0,1 0 0 0 0,-5-1 0 0 0,2 1-47 0 0,0 1 1 0 0,0-1 0 0 0,0 1-1 0 0,0 0 1 0 0,0 0-1 0 0,-1 1 1 0 0,1 0 0 0 0,0 0-1 0 0,0 0 1 0 0,0 0-1 0 0,-6 3 1 0 0,2 0-45 0 0,0 0 0 0 0,0 0 0 0 0,1 1 0 0 0,-1 0 0 0 0,1 0 0 0 0,0 1 0 0 0,1 0 1 0 0,-1 1-1 0 0,1 0 0 0 0,1 0 0 0 0,-1 0 0 0 0,-8 14 0 0 0,13-17-45 0 0,0 0 0 0 0,0 0 0 0 0,1 0 0 0 0,0 0 0 0 0,0 0 0 0 0,0 0 0 0 0,0 0 0 0 0,1 1 0 0 0,0-1 1 0 0,0 0-1 0 0,0 8 0 0 0,1-10-17 0 0,-1-1 0 0 0,0 0 1 0 0,1 1-1 0 0,-1-1 0 0 0,1 0 0 0 0,-1 0 1 0 0,1 1-1 0 0,0-1 0 0 0,0 0 1 0 0,-1 0-1 0 0,1 0 0 0 0,0 0 1 0 0,0 0-1 0 0,0 0 0 0 0,0 0 0 0 0,0 0 1 0 0,1 0-1 0 0,-1 0 0 0 0,0-1 1 0 0,0 1-1 0 0,0 0 0 0 0,1-1 0 0 0,-1 1 1 0 0,0-1-1 0 0,1 1 0 0 0,-1-1 1 0 0,0 0-1 0 0,1 0 0 0 0,-1 1 1 0 0,1-1-1 0 0,-1 0 0 0 0,0 0 0 0 0,1-1 1 0 0,-1 1-1 0 0,1 0 0 0 0,-1 0 1 0 0,0-1-1 0 0,1 1 0 0 0,-1 0 1 0 0,0-1-1 0 0,0 1 0 0 0,2-2 0 0 0,11-3 128 0 0,0-1 0 0 0,-1 0 0 0 0,0-1-1 0 0,0 0 1 0 0,0-1 0 0 0,-1 0-1 0 0,0-1 1 0 0,15-16 0 0 0,-26 24-10 0 0,-1 1-113 0 0,0 0 0 0 0,0-1 0 0 0,0 1 0 0 0,0 0-1 0 0,0 0 1 0 0,0 0 0 0 0,0 0 0 0 0,0 0 0 0 0,0-1 0 0 0,1 1 0 0 0,-1 0 0 0 0,0 0 0 0 0,0 0 0 0 0,0 0 0 0 0,0 0 0 0 0,0 0-1 0 0,0-1 1 0 0,0 1 0 0 0,0 0 0 0 0,0 0 0 0 0,0 0 0 0 0,1 0 0 0 0,-1 0 0 0 0,0 0 0 0 0,0 0 0 0 0,0 0 0 0 0,0 0 0 0 0,0-1-1 0 0,0 1 1 0 0,1 0 0 0 0,-1 0 0 0 0,0 0 0 0 0,0 0 0 0 0,0 0 0 0 0,0 0 0 0 0,0 0 0 0 0,1 0 0 0 0,-1 0 0 0 0,0 0 0 0 0,0 0-1 0 0,0 0 1 0 0,0 0 0 0 0,0 0 0 0 0,1 0 0 0 0,-1 0 0 0 0,0 0 0 0 0,0 0 0 0 0,0 1 0 0 0,0-1 0 0 0,0 0 0 0 0,1 0 0 0 0,-1 0-1 0 0,0 0 1 0 0,0 0 0 0 0,0 0 0 0 0,0 0 0 0 0,0 0 0 0 0,0 0 0 0 0,0 1 0 0 0,0-1 0 0 0,1 0 0 0 0,-1 0 0 0 0,0 0 0 0 0,0 0-1 0 0,0 0 1 0 0,0 1 0 0 0,8 21 42 0 0,0 1-1 0 0,-2 0 1 0 0,-1 0-1 0 0,0 1 1 0 0,1 33-1 0 0,4 21-5 0 0,6 3-11 0 0,-4-29 1 0 0,-3-1 1 0 0,-2 1-1 0 0,-2 0 1 0 0,-2 77 0 0 0,-4-127-33 0 0,1 0 0 0 0,0-1 0 0 0,0 1 0 0 0,-1-1 0 0 0,1 0 0 0 0,-1 1 0 0 0,1-1 0 0 0,-1 1 0 0 0,0-1 0 0 0,1 0 0 0 0,-1 1 0 0 0,0-1 0 0 0,0 0 0 0 0,0 0 0 0 0,0 0 0 0 0,0 1 0 0 0,0-1 0 0 0,-1 0 0 0 0,1 0 0 0 0,0-1 0 0 0,0 1 0 0 0,-1 0 0 0 0,1 0 0 0 0,0-1 0 0 0,-1 1 0 0 0,1-1-1 0 0,-1 1 1 0 0,1-1 0 0 0,-1 1 0 0 0,1-1 0 0 0,-1 0 0 0 0,1 0 0 0 0,-1 0 0 0 0,1 0 0 0 0,-1 0 0 0 0,1 0 0 0 0,-1 0 0 0 0,1 0 0 0 0,-1-1 0 0 0,-2 0 0 0 0,-5-1 7 0 0,1 0-1 0 0,-1 0 0 0 0,1-1 0 0 0,0 0 0 0 0,-13-8 0 0 0,0-1-6 0 0,1-1 0 0 0,1 0 0 0 0,-28-26 0 0 0,41 34-5 0 0,0-1 0 0 0,0 0 0 0 0,1 0 0 0 0,0 0 0 0 0,0-1 0 0 0,0 0 0 0 0,1 0 0 0 0,0 0 0 0 0,1 0-1 0 0,-1-1 1 0 0,1 1 0 0 0,1-1 0 0 0,-4-13 0 0 0,6 18-2 0 0,1 0-1 0 0,-1-1 1 0 0,0 1-1 0 0,1 0 0 0 0,0 0 1 0 0,-1 0-1 0 0,1 0 0 0 0,1 0 1 0 0,-1 0-1 0 0,0 0 1 0 0,1 1-1 0 0,-1-1 0 0 0,1 0 1 0 0,0 1-1 0 0,0-1 1 0 0,0 1-1 0 0,0 0 0 0 0,0-1 1 0 0,1 1-1 0 0,-1 0 0 0 0,1 1 1 0 0,3-3-1 0 0,7-5-9 0 0,1 0 0 0 0,29-11-1 0 0,-34 16 9 0 0,189-74-198 0 0,39-18 31 0 0,-206 80 162 0 0,0-1 1 0 0,-1-1-1 0 0,0-1 0 0 0,-2-2 1 0 0,30-27-1 0 0,-51 42 11 0 0,0-1 0 0 0,-1 0-1 0 0,0 0 1 0 0,0 0 0 0 0,0-1-1 0 0,-1 0 1 0 0,0 0 0 0 0,-1 0-1 0 0,0-1 1 0 0,0 1 0 0 0,0-1-1 0 0,-1 0 1 0 0,-1 0 0 0 0,0 0-1 0 0,2-11 1 0 0,-4 17 0 0 0,1 1-3 0 0,-1 0-1 0 0,0 0 1 0 0,0 0 0 0 0,1-1-1 0 0,-1 1 1 0 0,0 0-1 0 0,-1 0 1 0 0,1 0 0 0 0,0-1-1 0 0,-1 1 1 0 0,1 0-1 0 0,-1 0 1 0 0,0 0 0 0 0,1 0-1 0 0,-3-4 1 0 0,1 5 0 0 0,2 0 1 0 0,-1 0 1 0 0,0 1-1 0 0,0-1 1 0 0,0 1 0 0 0,0-1-1 0 0,-1 1 1 0 0,1-1-1 0 0,0 1 1 0 0,0 0 0 0 0,0-1-1 0 0,0 1 1 0 0,0 0-1 0 0,0 0 1 0 0,-1 0 0 0 0,1 0-1 0 0,0 0 1 0 0,0 0-1 0 0,0 0 1 0 0,0 1 0 0 0,0-1-1 0 0,-2 1 1 0 0,-30 6-16 0 0,25-2 14 0 0,1 1 0 0 0,-1 0 0 0 0,1 0 0 0 0,-1 1 0 0 0,2 0 0 0 0,-1 0 0 0 0,1 0 0 0 0,0 1 0 0 0,1 0 0 0 0,0 0 0 0 0,0 0 0 0 0,1 1 0 0 0,-5 12 0 0 0,7-16 1 0 0,0-1 0 0 0,1 1-1 0 0,0 0 1 0 0,0 0 0 0 0,0 0-1 0 0,0 0 1 0 0,1-1-1 0 0,0 1 1 0 0,0 0 0 0 0,0 0-1 0 0,1 0 1 0 0,0 0-1 0 0,0 0 1 0 0,0 0 0 0 0,0-1-1 0 0,1 1 1 0 0,0 0 0 0 0,0-1-1 0 0,0 1 1 0 0,0-1-1 0 0,1 0 1 0 0,0 0 0 0 0,-1 0-1 0 0,2 0 1 0 0,-1 0-1 0 0,0-1 1 0 0,7 6 0 0 0,0-2 6 0 0,0-1 0 0 0,0-1 1 0 0,0 0-1 0 0,1 0 0 0 0,0-1 1 0 0,-1 0-1 0 0,1-1 0 0 0,1 0 1 0 0,-1-1-1 0 0,0 0 1 0 0,1-1-1 0 0,-1 0 0 0 0,1-1 1 0 0,-1 0-1 0 0,1-1 0 0 0,-1 0 1 0 0,1-1-1 0 0,14-4 0 0 0,20-6 11 0 0,-1-2-1 0 0,-1-1 1 0 0,47-25-1 0 0,-80 35-10 0 0,1 0-1 0 0,-1-1 0 0 0,0-1 1 0 0,0 0-1 0 0,0-1 0 0 0,-1 0 1 0 0,-1 0-1 0 0,11-11 0 0 0,-1-22 45 0 0,-27 45-50 0 0,1 1-1 0 0,0 0 0 0 0,0 0 1 0 0,0 1-1 0 0,1 0 1 0 0,0 0-1 0 0,-8 10 0 0 0,12-14 1 0 0,0 1 0 0 0,0-1 0 0 0,0 1 0 0 0,0 0-1 0 0,0 0 1 0 0,1 0 0 0 0,-1 0 0 0 0,1 0-1 0 0,0 0 1 0 0,0 0 0 0 0,0 1 0 0 0,0-1-1 0 0,1 0 1 0 0,-1 0 0 0 0,1 1 0 0 0,0-1 0 0 0,0 0-1 0 0,0 1 1 0 0,0-1 0 0 0,1 0 0 0 0,-1 1-1 0 0,1-1 1 0 0,0 0 0 0 0,1 4 0 0 0,1-4 4 0 0,-1 0 0 0 0,1 0 0 0 0,-1 0 0 0 0,1 0 0 0 0,0 0 0 0 0,0 0 0 0 0,0-1 0 0 0,0 0 0 0 0,1 1 0 0 0,-1-1 0 0 0,1 0 0 0 0,-1-1 0 0 0,1 1 0 0 0,0-1 0 0 0,0 1 0 0 0,-1-1 0 0 0,1 0 0 0 0,0-1 0 0 0,0 1 0 0 0,0-1 0 0 0,0 0 0 0 0,0 0 0 0 0,6 0 0 0 0,-5 0 0 0 0,0 0 0 0 0,0-1 0 0 0,0 1 1 0 0,0-1-1 0 0,0 0 0 0 0,0 0 0 0 0,0-1 0 0 0,0 1 0 0 0,-1-1 0 0 0,1 0 0 0 0,-1-1 1 0 0,1 1-1 0 0,-1-1 0 0 0,0 1 0 0 0,0-1 0 0 0,0-1 0 0 0,6-5 0 0 0,-9 6 2 0 0,0 1-1 0 0,-1-1 1 0 0,1 0 0 0 0,0 0-1 0 0,-1 1 1 0 0,0-1-1 0 0,0 0 1 0 0,1 0-1 0 0,-2 0 1 0 0,1 0-1 0 0,0 1 1 0 0,0-1 0 0 0,-1 0-1 0 0,0 0 1 0 0,1 1-1 0 0,-1-1 1 0 0,0 0-1 0 0,-1 1 1 0 0,1-1-1 0 0,-3-4 1 0 0,0 3-37 0 0,0 0 0 0 0,0 0-1 0 0,0 1 1 0 0,-1 0 0 0 0,1 0 0 0 0,-1 0-1 0 0,0 0 1 0 0,0 1 0 0 0,0 0 0 0 0,0 0-1 0 0,0 0 1 0 0,0 0 0 0 0,-1 1 0 0 0,1 0 0 0 0,0 0-1 0 0,-7 0 1 0 0,-31 7-5657 0 0</inkml:trace>
</inkml:ink>
</file>

<file path=ppt/ink/ink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8:46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22 672 0 0,'15'-21'10517'0'0,"-15"28"-10425"0"0,0 6 132 0 0,0-1 0 0 0,1 1-1 0 0,4 20 1 0 0,-5-30-194 0 0,1 0-1 0 0,0 0 1 0 0,0 0-1 0 0,0 0 1 0 0,0 0 0 0 0,1 0-1 0 0,-1 0 1 0 0,1-1 0 0 0,-1 1-1 0 0,1-1 1 0 0,0 1-1 0 0,0-1 1 0 0,0 1 0 0 0,1-1-1 0 0,-1 0 1 0 0,1 0 0 0 0,-1 0-1 0 0,1 0 1 0 0,-1-1 0 0 0,1 1-1 0 0,3 1 1 0 0,-3-3-12 0 0,0 1-1 0 0,0 0 1 0 0,0-1 0 0 0,0 0 0 0 0,0 1-1 0 0,1-1 1 0 0,-1-1 0 0 0,0 1-1 0 0,0 0 1 0 0,0-1 0 0 0,0 1 0 0 0,0-1-1 0 0,0 0 1 0 0,0 0 0 0 0,0 0 0 0 0,0-1-1 0 0,-1 1 1 0 0,1 0 0 0 0,3-3 0 0 0,49-42 93 0 0,-27 21 6 0 0,-11 6 142 0 0,-14 16 27 0 0,-3 12-85 0 0,-1 8-191 0 0,0-6 24 0 0,-1-3-20 0 0,2 1 1 0 0,-1-1 0 0 0,1 0-1 0 0,0 0 1 0 0,1 1-1 0 0,0-1 1 0 0,0 0-1 0 0,1 0 1 0 0,4 12 0 0 0,-5-18-9 0 0,0-1 1 0 0,1 1-1 0 0,-1-1 0 0 0,0 1 1 0 0,1-1-1 0 0,-1 0 1 0 0,1 1-1 0 0,0-1 1 0 0,-1 0-1 0 0,1 0 0 0 0,0 0 1 0 0,0-1-1 0 0,0 1 1 0 0,0 0-1 0 0,0-1 1 0 0,-1 1-1 0 0,1-1 0 0 0,0 1 1 0 0,0-1-1 0 0,0 0 1 0 0,0 0-1 0 0,0 0 1 0 0,0 0-1 0 0,0 0 1 0 0,0-1-1 0 0,4 0 0 0 0,59-15 63 0 0,-51 11-59 0 0,-11 4-9 0 0,31-9 13 0 0,63-11 0 0 0,-87 20 0 0 0,0 0 0 0 0,0 0 0 0 0,0 1-1 0 0,1 0 1 0 0,-1 1 0 0 0,0 0 0 0 0,0 1-1 0 0,0 0 1 0 0,0 1 0 0 0,0 0 0 0 0,10 4-1 0 0,-18-6-5 0 0,-1 0 0 0 0,1-1 0 0 0,-1 1-1 0 0,1 0 1 0 0,-1 0 0 0 0,1 0 0 0 0,-1 0 0 0 0,1 0-1 0 0,-1 0 1 0 0,0 0 0 0 0,0 1 0 0 0,0-1-1 0 0,1 0 1 0 0,-1 1 0 0 0,0-1 0 0 0,-1 1-1 0 0,1-1 1 0 0,0 1 0 0 0,0 0 0 0 0,-1-1 0 0 0,1 1-1 0 0,-1 0 1 0 0,1-1 0 0 0,-1 1 0 0 0,0 0-1 0 0,1 2 1 0 0,-2-1 10 0 0,0 1 0 0 0,1 0 0 0 0,-1-1 1 0 0,-1 1-1 0 0,1-1 0 0 0,0 1 0 0 0,-1-1 0 0 0,0 1 0 0 0,0-1 0 0 0,0 0 0 0 0,-4 5 0 0 0,-6 6-472 0 0,-1 0 0 0 0,0-2 0 0 0,-27 21 0 0 0,33-28-1007 0 0,-1 0 0 0 0,0 0 0 0 0,0 0 0 0 0,-17 6 0 0 0,8-5-1970 0 0</inkml:trace>
</inkml:ink>
</file>

<file path=ppt/ink/ink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05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1 483 108 0 0,'0'0'5651'0'0,"28"28"-3688"0"0,-21-26-1790 0 0,-1 0-1 0 0,1 0 1 0 0,0 0-1 0 0,-1 0 1 0 0,1-1-1 0 0,0-1 1 0 0,0 1-1 0 0,0-1 1 0 0,0 0 0 0 0,0 0-1 0 0,-1-1 1 0 0,1 0-1 0 0,0 0 1 0 0,9-4-1 0 0,3 0 57 0 0,1-1 0 0 0,-1-1 0 0 0,31-17 0 0 0,-8 0-1 0 0,-1-1 1 0 0,-2-2-1 0 0,39-34 0 0 0,-63 48-181 0 0,0 0 0 0 0,-1-2-1 0 0,-1 1 1 0 0,0-2 0 0 0,-1 0-1 0 0,-1 0 1 0 0,-1-1 0 0 0,0 0-1 0 0,-1-1 1 0 0,8-22-1 0 0,-15 36-40 0 0,-1 0 0 0 0,0 0 0 0 0,0 0 0 0 0,0 0 0 0 0,0-1 0 0 0,0 1 0 0 0,-1 0 0 0 0,0 0 0 0 0,0 0-1 0 0,0-1 1 0 0,0 1 0 0 0,-1 0 0 0 0,0 0 0 0 0,0 0 0 0 0,0 0 0 0 0,0 0 0 0 0,-1 0 0 0 0,1 0-1 0 0,-1 0 1 0 0,0 0 0 0 0,0 1 0 0 0,0-1 0 0 0,-1 1 0 0 0,1-1 0 0 0,-1 1 0 0 0,-6-6 0 0 0,3 6 1 0 0,1-1 1 0 0,-1 1 0 0 0,0 0 0 0 0,0 0 0 0 0,-1 0-1 0 0,1 1 1 0 0,0 0 0 0 0,-1 1 0 0 0,0-1-1 0 0,1 1 1 0 0,-1 0 0 0 0,0 1 0 0 0,1 0 0 0 0,-1 0-1 0 0,0 0 1 0 0,-9 2 0 0 0,2 0-10 0 0,-1 1-1 0 0,1 0 1 0 0,0 0 0 0 0,0 2 0 0 0,0 0-1 0 0,0 0 1 0 0,-23 14 0 0 0,33-17 1 0 0,0 1 0 0 0,1 0 1 0 0,-1 0-1 0 0,1 0 0 0 0,0 0 0 0 0,0 0 1 0 0,0 0-1 0 0,0 1 0 0 0,0 0 1 0 0,1-1-1 0 0,-1 1 0 0 0,1 0 0 0 0,0 0 1 0 0,0 0-1 0 0,1 1 0 0 0,-1-1 0 0 0,1 0 1 0 0,0 1-1 0 0,0-1 0 0 0,1 1 0 0 0,-1-1 1 0 0,1 1-1 0 0,0-1 0 0 0,0 1 1 0 0,0-1-1 0 0,1 1 0 0 0,0-1 0 0 0,0 1 1 0 0,1 4-1 0 0,7 16-4 0 0,0-1 1 0 0,2 0 0 0 0,1-1-1 0 0,14 23 1 0 0,10 18 5 0 0,-26-46-1 0 0,-2 1 0 0 0,1 1 1 0 0,-2-1-1 0 0,-1 1 0 0 0,8 39 0 0 0,-14-54 3 0 0,1 0-1 0 0,-1 0 1 0 0,1 0 0 0 0,-1 0-1 0 0,-1 0 1 0 0,1 0 0 0 0,-1 1-1 0 0,0-1 1 0 0,0 0 0 0 0,0 0-1 0 0,-1 0 1 0 0,0-1 0 0 0,0 1-1 0 0,0 0 1 0 0,0-1 0 0 0,-1 1-1 0 0,1-1 1 0 0,-1 0 0 0 0,-1 0-1 0 0,1 0 1 0 0,0 0 0 0 0,-1 0-1 0 0,0-1 1 0 0,0 0 0 0 0,0 1-1 0 0,0-2 1 0 0,-1 1 0 0 0,1 0-1 0 0,-7 2 1 0 0,5-2 16 0 0,-1-1 0 0 0,1 0 0 0 0,-1-1 0 0 0,0 1 0 0 0,1-1 0 0 0,-1 0 0 0 0,0-1 0 0 0,0 0-1 0 0,0 0 1 0 0,1 0 0 0 0,-1-1 0 0 0,0 0 0 0 0,0 0 0 0 0,1-1 0 0 0,-1 0 0 0 0,1 0 0 0 0,-1 0 0 0 0,1-1 0 0 0,0 0 0 0 0,0 0 0 0 0,0-1 0 0 0,0 1 0 0 0,1-1 0 0 0,0-1 0 0 0,-1 1 0 0 0,1-1 0 0 0,1 0 0 0 0,-1 0 0 0 0,1 0 0 0 0,0-1 0 0 0,0 1-1 0 0,0-1 1 0 0,1 0 0 0 0,0 0 0 0 0,0 0 0 0 0,-3-12 0 0 0,5 14-7 0 0,-1-1 0 0 0,1 0 1 0 0,0 0-1 0 0,1 0 0 0 0,-1 0 0 0 0,1 0 0 0 0,0 0 0 0 0,1-7 0 0 0,0 10-17 0 0,-1 0-1 0 0,1 0 1 0 0,0 1 0 0 0,0-1-1 0 0,0 0 1 0 0,0 0-1 0 0,0 1 1 0 0,0-1-1 0 0,1 1 1 0 0,-1-1 0 0 0,0 1-1 0 0,1-1 1 0 0,-1 1-1 0 0,1 0 1 0 0,0 0 0 0 0,-1 0-1 0 0,1 0 1 0 0,0 0-1 0 0,-1 0 1 0 0,1 0-1 0 0,0 0 1 0 0,0 1 0 0 0,0-1-1 0 0,0 1 1 0 0,0 0-1 0 0,4-1 1 0 0,3 0-344 0 0,1 0-1 0 0,-1 1 1 0 0,1 0 0 0 0,12 3-1 0 0,22 4-6130 0 0,-29-4 3439 0 0</inkml:trace>
</inkml:ink>
</file>

<file path=ppt/ink/ink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05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37 304 0 0,'0'0'1152'0'0,"6"-10"-84"0"0,1 5 848 0 0,-6-6 365 0 0,1 1-229 0 0</inkml:trace>
</inkml:ink>
</file>

<file path=ppt/ink/ink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06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25 452 0 0,'-4'4'390'0'0,"0"-1"0"0"0,0 1 0 0 0,0-1-1 0 0,0 1 1 0 0,1 0 0 0 0,0 0 0 0 0,0 1 0 0 0,0-1 0 0 0,0 0 0 0 0,1 1 0 0 0,-1 0-1 0 0,1 0 1 0 0,0 0 0 0 0,-1 7 0 0 0,3-9-307 0 0,-1-1 0 0 0,1 1 1 0 0,0-1-1 0 0,1 0 0 0 0,-1 1 0 0 0,0-1 1 0 0,1 1-1 0 0,-1-1 0 0 0,1 0 0 0 0,0 1 1 0 0,0-1-1 0 0,0 0 0 0 0,0 0 0 0 0,0 1 1 0 0,0-1-1 0 0,1 0 0 0 0,-1 0 0 0 0,1 0 1 0 0,-1-1-1 0 0,1 1 0 0 0,0 0 0 0 0,0-1 1 0 0,0 1-1 0 0,0-1 0 0 0,0 1 0 0 0,0-1 0 0 0,0 0 1 0 0,0 0-1 0 0,1 0 0 0 0,-1 0 0 0 0,0 0 1 0 0,1 0-1 0 0,2 0 0 0 0,-2 0 12 0 0,0-1-1 0 0,0 1 1 0 0,0-1-1 0 0,0 1 1 0 0,0-1-1 0 0,0 0 1 0 0,0 0-1 0 0,0 0 1 0 0,0 0-1 0 0,0-1 1 0 0,0 1-1 0 0,0-1 1 0 0,0 0-1 0 0,0 0 1 0 0,0 0 0 0 0,-1 0-1 0 0,1 0 1 0 0,0-1-1 0 0,-1 1 1 0 0,1-1-1 0 0,-1 0 1 0 0,1 0-1 0 0,-1 0 1 0 0,0 0-1 0 0,1 0 1 0 0,-1 0-1 0 0,0-1 1 0 0,-1 1-1 0 0,1-1 1 0 0,0 1-1 0 0,-1-1 1 0 0,1 1-1 0 0,0-5 1 0 0,1 1 23 0 0,0-1 0 0 0,0 0 1 0 0,0 0-1 0 0,-1 0 0 0 0,-1 0 0 0 0,1 0 0 0 0,-1-1 1 0 0,0 1-1 0 0,-1-1 0 0 0,1 1 0 0 0,-1 0 0 0 0,-2-11 1 0 0,2 17-281 0 0,0 0 0 0 0,-1 1-1 0 0,1-1 1 0 0,0 0 0 0 0,-1 1 0 0 0,1-1 0 0 0,0 1 0 0 0,-1-1 0 0 0,1 1 0 0 0,0-1 0 0 0,-1 1 0 0 0,1-1 0 0 0,-1 1 0 0 0,1-1 0 0 0,-1 1 0 0 0,1 0 0 0 0,-1-1 0 0 0,1 1 0 0 0,-1 0 0 0 0,0-1 0 0 0,1 1 0 0 0,-1 0 0 0 0,1 0 0 0 0,-1-1 0 0 0,0 1 0 0 0,1 0 0 0 0,-1 0 0 0 0,0 0 0 0 0,1 0 0 0 0,-1 0-1 0 0,0 0 1 0 0,1 0 0 0 0,-1 0 0 0 0,0 0 0 0 0,1 0 0 0 0,-2 1 0 0 0,-3-1-2379 0 0</inkml:trace>
</inkml:ink>
</file>

<file path=ppt/ink/ink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06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92 608 0 0,'5'-2'6694'0'0,"-2"11"-6371"0"0,0 0 0 0 0,1-1 1 0 0,-1 1-1 0 0,2-1 0 0 0,-1 0 0 0 0,1 0 0 0 0,0 0 1 0 0,1-1-1 0 0,0 0 0 0 0,0 0 0 0 0,14 12 0 0 0,-12-13-168 0 0,-1 1-1 0 0,-1 0 0 0 0,1 0 0 0 0,-1 1 1 0 0,0-1-1 0 0,-1 1 0 0 0,0 1 1 0 0,0-1-1 0 0,0 1 0 0 0,-1 0 0 0 0,-1 0 1 0 0,5 17-1 0 0,-7-22-113 0 0,-1 0-1 0 0,0 0 1 0 0,-1 0 0 0 0,1 0 0 0 0,-1 0-1 0 0,0 0 1 0 0,0 0 0 0 0,0 0 0 0 0,0 0-1 0 0,0-1 1 0 0,-1 1 0 0 0,0 0-1 0 0,0-1 1 0 0,0 1 0 0 0,0-1 0 0 0,-1 0-1 0 0,1 1 1 0 0,-1-1 0 0 0,0 0 0 0 0,-5 4-1 0 0,2-2-310 0 0,0-1-1 0 0,0 1 1 0 0,0-1-1 0 0,0-1 0 0 0,-1 1 1 0 0,0-1-1 0 0,0 0 1 0 0,1-1-1 0 0,-2 0 1 0 0,-9 3-1 0 0,10-7-5199 0 0,-20-7 2323 0 0</inkml:trace>
  <inkml:trace contextRef="#ctx0" brushRef="#br0" timeOffset="1">304 82 1028 0 0,'27'-12'1168'0'0,"8"-3"-88"0"0,-6 2-100 0 0,0 3-84 0 0,11-3-107 0 0,-11 7-65 0 0,1-3-92 0 0,-6 6-292 0 0,1 3-444 0 0,-7 0-1156 0 0,1 3-1357 0 0,-4 1 601 0 0</inkml:trace>
</inkml:ink>
</file>

<file path=ppt/ink/ink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09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343 149 668 0 0,'1'-18'1558'0'0,"0"0"-1"0"0,-1 0 1 0 0,-4-35 0 0 0,2 30 256 0 0,2 22-1766 0 0,0 0-1 0 0,0 0 1 0 0,-1 1-1 0 0,1-1 1 0 0,0 0-1 0 0,0 0 1 0 0,0 0-1 0 0,-1 1 1 0 0,1-1-1 0 0,0 0 1 0 0,-1 1-1 0 0,1-1 0 0 0,-1 0 1 0 0,1 0-1 0 0,-1 1 1 0 0,1-1-1 0 0,-1 1 1 0 0,1-1-1 0 0,-1 1 1 0 0,0-1-1 0 0,1 1 1 0 0,-1-1-1 0 0,0 1 0 0 0,1-1 1 0 0,-1 1-1 0 0,0 0 1 0 0,1-1-1 0 0,-1 1 1 0 0,0 0-1 0 0,0 0 1 0 0,0-1-1 0 0,1 1 1 0 0,-1 0-1 0 0,0 0 1 0 0,0 0-1 0 0,0 0 0 0 0,1 0 1 0 0,-1 0-1 0 0,0 0 1 0 0,0 1-1 0 0,0-1 1 0 0,1 0-1 0 0,-1 0 1 0 0,-1 1-1 0 0,-38 15 357 0 0,34-12-325 0 0,-15 5 45 0 0,0 1 1 0 0,1 2-1 0 0,1 0 1 0 0,-1 1-1 0 0,2 0 1 0 0,0 2-1 0 0,1 0 1 0 0,0 1-1 0 0,-14 19 0 0 0,29-32-103 0 0,0 0-1 0 0,0 0 0 0 0,0 0 0 0 0,1 0 1 0 0,-1 0-1 0 0,1 0 0 0 0,0 1 0 0 0,0-1 1 0 0,0 1-1 0 0,1-1 0 0 0,-1 1 0 0 0,1-1 1 0 0,0 1-1 0 0,0-1 0 0 0,0 1 0 0 0,0-1 1 0 0,0 1-1 0 0,1-1 0 0 0,0 1 0 0 0,0-1 0 0 0,0 0 1 0 0,0 1-1 0 0,0-1 0 0 0,1 0 0 0 0,-1 0 1 0 0,1 0-1 0 0,0 0 0 0 0,0 0 0 0 0,3 4 1 0 0,8 7 51 0 0,0-1 1 0 0,0 0 0 0 0,1 0-1 0 0,24 15 1 0 0,-1 0 32 0 0,-26-19-76 0 0,-5-4-2 0 0,0 0 0 0 0,-1 0 0 0 0,1 0 0 0 0,-1 0 0 0 0,8 11 0 0 0,-13-15-21 0 0,1 0-1 0 0,0 0 0 0 0,-1 1 1 0 0,1-1-1 0 0,-1 0 0 0 0,1 0 0 0 0,-1 1 1 0 0,0-1-1 0 0,1 0 0 0 0,-1 1 1 0 0,0-1-1 0 0,0 0 0 0 0,0 1 1 0 0,0-1-1 0 0,0 0 0 0 0,0 1 1 0 0,-1-1-1 0 0,1 0 0 0 0,0 0 1 0 0,-1 1-1 0 0,1-1 0 0 0,-1 0 1 0 0,1 0-1 0 0,-1 1 0 0 0,1-1 1 0 0,-1 0-1 0 0,0 0 0 0 0,0 0 0 0 0,1 0 1 0 0,-1 0-1 0 0,0 0 0 0 0,0 0 1 0 0,0 0-1 0 0,0-1 0 0 0,0 1 1 0 0,0 0-1 0 0,-1 0 0 0 0,1-1 1 0 0,-1 1-1 0 0,-20 12-54 0 0,1-1 0 0 0,-2-1-1 0 0,1-1 1 0 0,-33 9 0 0 0,-9-5-4287 0 0,49-14 751 0 0,3-1 272 0 0</inkml:trace>
</inkml:ink>
</file>

<file path=ppt/ink/ink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9:09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81 640,'20'-14'1560,"-7"3"-377,1 1 0,1 0 0,0 1 0,0 0 0,23-8 0,-33 17-1116,0 0 0,1 0 1,-1 1-1,0 0 1,0 0-1,0 0 1,0 0-1,0 1 1,0 0-1,0 0 0,-1 0 1,1 1-1,6 4 1,2 0-476,45 23-5177,-48-24 3192</inkml:trace>
</inkml:ink>
</file>

<file path=ppt/ink/ink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09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0 111 564 0 0,'0'0'959'0'0,"23"-21"3475"0"0,-18 11-3764 0 0,0 0 0 0 0,1 1 0 0 0,0 0 0 0 0,1 1-1 0 0,0-1 1 0 0,0 1 0 0 0,1 0 0 0 0,13-10 0 0 0,-19 17-558 0 0,3 4-960 0 0,9 4-176 0 0,-9 1-4505 0 0,-2 2 2884 0 0</inkml:trace>
</inkml:ink>
</file>

<file path=ppt/ink/ink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10.264"/>
    </inkml:context>
    <inkml:brush xml:id="br0">
      <inkml:brushProperty name="width" value="0.05" units="cm"/>
      <inkml:brushProperty name="height" value="0.05" units="cm"/>
    </inkml:brush>
    <inkml:context xml:id="ctx1">
      <inkml:inkSource xml:id="inkSrc1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1" timeString="2023-09-09T05:59:10.265"/>
    </inkml:context>
  </inkml:definitions>
  <inkml:trace contextRef="#ctx0" brushRef="#br0">55 115 596 0 0,'0'0'1826'0'0,"32"13"1293"0"0,-12 0-2535 0 0,-1 0 1 0 0,-1 2 0 0 0,0 0 0 0 0,-1 1 0 0 0,0 0 0 0 0,25 35-1 0 0,-35-42-462 0 0,-1 1 0 0 0,0-1 0 0 0,-1 1 0 0 0,0 1-1 0 0,-1-1 1 0 0,0 1 0 0 0,3 12 0 0 0,-5-16-51 0 0,-1-1 0 0 0,0 1 0 0 0,-1-1 0 0 0,0 1 0 0 0,0-1 0 0 0,0 1 0 0 0,-1-1 0 0 0,0 1 0 0 0,0-1 0 0 0,0 0 1 0 0,-1 1-1 0 0,0-1 0 0 0,-4 8 0 0 0,0-5-50 0 0,0-1 0 0 0,-1 0 0 0 0,0 0 0 0 0,0 0 0 0 0,-1-1 0 0 0,0 0 0 0 0,0-1 0 0 0,-1 0 0 0 0,1 0 0 0 0,-1 0 0 0 0,-1-2 0 0 0,1 1 0 0 0,-1-1 0 0 0,0 0 0 0 0,0-1 0 0 0,0 0 0 0 0,0-1 0 0 0,0 0 0 0 0,-1 0 0 0 0,1-1 0 0 0,-14 0 0 0 0,20-2-331 0 0,0 0 0 0 0,0 1-1 0 0,1-2 1 0 0,-1 1-1 0 0,0 0 1 0 0,0-1 0 0 0,-6-3-1 0 0,-9-12-4109 0 0,10 3 1517 0 0</inkml:trace>
  <inkml:trace contextRef="#ctx1" brushRef="#br0">384 97 7457,'36'-17'56,"1"1"-56,-1 1 0,1 3-12,-1 0 0,-6 5 24,10-2-36,-11 6-16,10 1-220,-7 2-384,-4 0-449,0-1-1175,-1-1 520</inkml:trace>
</inkml:ink>
</file>

<file path=ppt/ink/ink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1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63 132 660 0 0,'-16'-71'3357'0'0,"15"66"-2961"0"0,-1 0 0 0 0,0 0-1 0 0,-1 0 1 0 0,1 0 0 0 0,-1 0 0 0 0,0 0 0 0 0,0 0-1 0 0,0 1 1 0 0,-1 0 0 0 0,-7-7 0 0 0,10 10 483 0 0,1 1-857 0 0,-1 1-1 0 0,0-1 0 0 0,1 1 1 0 0,-1-1-1 0 0,1 1 0 0 0,-1-1 1 0 0,1 1-1 0 0,-1 0 1 0 0,1-1-1 0 0,-1 1 0 0 0,1 0 1 0 0,-1-1-1 0 0,1 1 0 0 0,0 0 1 0 0,0-1-1 0 0,-1 1 1 0 0,1 0-1 0 0,0 0 0 0 0,0 0 1 0 0,0-1-1 0 0,0 1 0 0 0,0 0 1 0 0,0 0-1 0 0,0-1 1 0 0,0 1-1 0 0,0 1 0 0 0,0 22 223 0 0,0-24-231 0 0,3 8 53 0 0,0 0 1 0 0,0 0-1 0 0,0 0 0 0 0,1-1 1 0 0,0 1-1 0 0,1-1 1 0 0,0 0-1 0 0,0 0 1 0 0,0-1-1 0 0,1 1 1 0 0,0-1-1 0 0,13 10 1 0 0,19 12 98 0 0,25 2 99 0 0,4-12-18 0 0,-43-14-164 0 0,0-2-1 0 0,30 1 0 0 0,-53-3-76 0 0,0 0-1 0 0,0 0 1 0 0,0 0-1 0 0,-1 0 1 0 0,1 1-1 0 0,0-1 1 0 0,0 0-1 0 0,0 0 1 0 0,0 1 0 0 0,0-1-1 0 0,0 1 1 0 0,0-1-1 0 0,-1 0 1 0 0,1 1-1 0 0,0 0 1 0 0,0-1-1 0 0,-1 1 1 0 0,1-1 0 0 0,0 1-1 0 0,-1 0 1 0 0,1 0-1 0 0,-1-1 1 0 0,1 1-1 0 0,-1 0 1 0 0,1 0-1 0 0,-1 0 1 0 0,1 0-1 0 0,-1-1 1 0 0,0 1 0 0 0,1 0-1 0 0,-1 0 1 0 0,0 0-1 0 0,0 0 1 0 0,0 0-1 0 0,0 0 1 0 0,0 0-1 0 0,0 0 1 0 0,0 0 0 0 0,0 0-1 0 0,0 0 1 0 0,0 0-1 0 0,-1 0 1 0 0,1-1-1 0 0,0 1 1 0 0,0 0-1 0 0,-1 0 1 0 0,1 0-1 0 0,-1 0 1 0 0,0 0 0 0 0,-21 47 200 0 0,22-47-207 0 0,-37 65 164 0 0,-100 166 251 0 0,122-209-575 0 0,-16 28 211 0 0,14-15-4338 0 0,12-27-1878 0 0</inkml:trace>
</inkml:ink>
</file>

<file path=ppt/ink/ink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1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1096 0 0,'79'-60'9373'0'0,"-78"59"-8855"0"0,7 6-1250 0 0,6 7-4854 0 0</inkml:trace>
</inkml:ink>
</file>

<file path=ppt/ink/ink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1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71 268 0 0,'20'-31'5337'0'0,"-10"25"-5085"0"0,0 1-1 0 0,1 0 1 0 0,0 0 0 0 0,0 1-1 0 0,0 1 1 0 0,1 0 0 0 0,-1 0-1 0 0,1 1 1 0 0,-1 0 0 0 0,1 1-1 0 0,0 1 1 0 0,0 0 0 0 0,0 0-1 0 0,-1 1 1 0 0,23 5 0 0 0,-32-5-240 0 0,-1-1 1 0 0,1 0-1 0 0,-1 1 1 0 0,1-1-1 0 0,-1 1 1 0 0,1-1-1 0 0,-1 1 1 0 0,0-1-1 0 0,1 1 1 0 0,-1 0-1 0 0,0 0 1 0 0,1 0-1 0 0,-1 0 1 0 0,0 0-1 0 0,0 0 1 0 0,0 0-1 0 0,0 0 1 0 0,0 1 0 0 0,0-1-1 0 0,-1 0 1 0 0,1 0-1 0 0,0 1 1 0 0,0-1-1 0 0,-1 1 1 0 0,1-1-1 0 0,-1 0 1 0 0,1 1-1 0 0,-1 2 1 0 0,1 4 32 0 0,-1 0 0 0 0,0 0 1 0 0,0 0-1 0 0,-3 14 0 0 0,2-16-32 0 0,0 0-1 0 0,1 0 1 0 0,-1 0-1 0 0,1 0 0 0 0,1 0 1 0 0,0 7-1 0 0,4-1 10 0 0,1 1-1 0 0,0-1 1 0 0,0 0-1 0 0,2 0 1 0 0,8 11-1 0 0,-9-14-16 0 0,0 1-1 0 0,-1 0 1 0 0,0 1-1 0 0,0-1 0 0 0,-1 1 1 0 0,0 0-1 0 0,3 13 0 0 0,-8-21 19 0 0,0 1 0 0 0,0-1-1 0 0,0 1 1 0 0,0-1-1 0 0,0 1 1 0 0,-1-1-1 0 0,1 1 1 0 0,-1-1-1 0 0,0 1 1 0 0,0-1-1 0 0,0 0 1 0 0,-1 1 0 0 0,1-1-1 0 0,-1 0 1 0 0,0 0-1 0 0,0 0 1 0 0,0 0-1 0 0,0 0 1 0 0,0-1-1 0 0,-1 1 1 0 0,1-1 0 0 0,-1 1-1 0 0,0-1 1 0 0,1 0-1 0 0,-1 0 1 0 0,0 0-1 0 0,0 0 1 0 0,-7 2-1 0 0,-4 3 146 0 0,-2 0 0 0 0,1-2 0 0 0,-1 0 0 0 0,0 0 0 0 0,0-1 0 0 0,-28 2 0 0 0,-20 6-1444 0 0,62-12 284 0 0</inkml:trace>
</inkml:ink>
</file>

<file path=ppt/ink/ink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2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2 804 0 0,'1'-1'172'0'0,"0"1"0"0"0,0 0 0 0 0,0 0 0 0 0,0 0 0 0 0,0 0 0 0 0,0 0 0 0 0,1 0 0 0 0,-1 0 0 0 0,0 0 0 0 0,0 0 0 0 0,0 0 0 0 0,0 1 0 0 0,0-1 0 0 0,0 0 0 0 0,0 1 0 0 0,0-1 0 0 0,0 1 0 0 0,0-1 0 0 0,0 1 0 0 0,-1 0 0 0 0,1-1 0 0 0,0 1 0 0 0,0 0 0 0 0,0 0 0 0 0,-1-1 0 0 0,1 1 0 0 0,0 0 0 0 0,-1 0 0 0 0,1 0 0 0 0,-1 0 0 0 0,1 0 0 0 0,-1 0 0 0 0,1 0 0 0 0,-1 0 0 0 0,0 0 0 0 0,1 0 0 0 0,-1 0 0 0 0,0 1 0 0 0,17 56 1193 0 0,-13-42-762 0 0,14 37 347 0 0,-11-35-673 0 0,0 1 1 0 0,-2 0 0 0 0,0 1 0 0 0,-1 0-1 0 0,-1-1 1 0 0,2 37 0 0 0,-6-52-243 0 0,0 1 1 0 0,0-1-1 0 0,0 1 1 0 0,-1-1-1 0 0,1 0 1 0 0,-1 1-1 0 0,0-1 1 0 0,-1 0-1 0 0,1 0 1 0 0,0 0-1 0 0,-1-1 0 0 0,0 1 1 0 0,0-1-1 0 0,0 1 1 0 0,-1-1-1 0 0,1 0 1 0 0,-1 0-1 0 0,-6 4 1 0 0,6-5-261 0 0,0 1 0 0 0,0-1-1 0 0,0 0 1 0 0,-1 0 0 0 0,1 0 0 0 0,-1-1 0 0 0,1 0 0 0 0,-1 1 0 0 0,1-2 0 0 0,-10 2 0 0 0,-9-9-4045 0 0,18 5 3319 0 0,-10-7-2060 0 0</inkml:trace>
</inkml:ink>
</file>

<file path=ppt/ink/ink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2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54 248 0 0,'47'-10'1124'0'0,"-1"-1"-52"0"0,1 3-104 0 0,-3-3-88 0 0,-4 2-84 0 0,-8 6-83 0 0,-6 1-77 0 0,-7 2-80 0 0,-3 2-272 0 0,-5 1-440 0 0,-2 3-432 0 0,-2-1-505 0 0,-2 2-1175 0 0</inkml:trace>
</inkml:ink>
</file>

<file path=ppt/ink/ink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8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16 500 0 0,'-31'-14'7895'0'0,"31"14"-7829"0"0,0 0 0 0 0,-1-1 0 0 0,1 1 1 0 0,0 0-1 0 0,0 0 0 0 0,-1 0 0 0 0,1 0 0 0 0,0 0 1 0 0,-1 0-1 0 0,1 0 0 0 0,0 0 0 0 0,0 0 1 0 0,-1 0-1 0 0,1 0 0 0 0,0 0 0 0 0,-1 0 0 0 0,1 0 1 0 0,0 0-1 0 0,0 0 0 0 0,-1 1 0 0 0,1-1 0 0 0,0 0 1 0 0,-1 0-1 0 0,1 0 0 0 0,0 0 0 0 0,0 0 0 0 0,0 1 1 0 0,-1-1-1 0 0,1 0 0 0 0,0 0 0 0 0,0 0 1 0 0,0 1-1 0 0,-1-1 0 0 0,1 0 0 0 0,0 0 0 0 0,0 1 1 0 0,0-1-1 0 0,7 11 418 0 0,-5-9-474 0 0,1 0-1 0 0,-1 0 0 0 0,1 0 0 0 0,0 0 0 0 0,0-1 0 0 0,-1 1 0 0 0,1-1 0 0 0,0 0 0 0 0,0 1 1 0 0,6 0-1 0 0,192 14 707 0 0,-198-16-705 0 0,0 1 0 0 0,0 0-1 0 0,0-1 1 0 0,0 1-1 0 0,0 0 1 0 0,-1 0-1 0 0,1 0 1 0 0,0 1-1 0 0,0-1 1 0 0,-1 1 0 0 0,1 0-1 0 0,-1-1 1 0 0,1 1-1 0 0,-1 0 1 0 0,0 0-1 0 0,0 1 1 0 0,0-1-1 0 0,0 0 1 0 0,0 1 0 0 0,0-1-1 0 0,-1 1 1 0 0,1 0-1 0 0,-1-1 1 0 0,0 1-1 0 0,0 0 1 0 0,0 0-1 0 0,0 0 1 0 0,0 0-1 0 0,0 0 1 0 0,-1 0 0 0 0,0 0-1 0 0,1 0 1 0 0,-1 0-1 0 0,0 0 1 0 0,-1 4-1 0 0,0 15 121 0 0,-2-1-1 0 0,0 1 0 0 0,-1-1 0 0 0,-7 21 1 0 0,6-21-48 0 0,-77 257 1224 0 0,77-263-1319 0 0,-1 0 1 0 0,-14 25-1 0 0,20-39-402 0 0,-5 8-619 0 0</inkml:trace>
</inkml:ink>
</file>

<file path=ppt/ink/ink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9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0 173 10237 0 0,'9'-5'163'0'0,"-1"0"1"0"0,1-1-1 0 0,-1-1 0 0 0,-1 1 0 0 0,1-1 1 0 0,-1-1-1 0 0,-1 1 0 0 0,9-13 1 0 0,-4 4 531 0 0,0 0 1 0 0,-2-1 0 0 0,11-24-1 0 0,-20 40-703 0 0,0 1 0 0 0,0-1 0 0 0,1 0 0 0 0,-1 1 1 0 0,0-1-1 0 0,0 1 0 0 0,1-1 0 0 0,-1 1 0 0 0,1-1 0 0 0,-1 1 0 0 0,0-1 0 0 0,1 1 0 0 0,-1-1 0 0 0,1 1 0 0 0,-1 0 0 0 0,1-1 0 0 0,-1 1 0 0 0,1 0 0 0 0,-1-1 0 0 0,1 1 0 0 0,0 0 0 0 0,-1 0 0 0 0,1-1 0 0 0,-1 1 0 0 0,1 0 0 0 0,0 0 0 0 0,-1 0 0 0 0,1 0 0 0 0,0 0 0 0 0,-1 0 0 0 0,1 0 1 0 0,-1 0-1 0 0,1 0 0 0 0,0 0 0 0 0,-1 0 0 0 0,1 0 0 0 0,0 1 0 0 0,-1-1 0 0 0,1 0 0 0 0,-1 0 0 0 0,1 1 0 0 0,0 0 0 0 0,25 19-4008 0 0,-17-13-476 0 0,-1-3 1321 0 0</inkml:trace>
</inkml:ink>
</file>

<file path=ppt/ink/ink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29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44 720 0 0,'0'-2'242'0'0,"1"0"-1"0"0,-1 0 1 0 0,0 1-1 0 0,1-1 1 0 0,-1 0-1 0 0,0 0 1 0 0,0 0-1 0 0,0 0 1 0 0,-1 1-1 0 0,1-1 1 0 0,0 0-1 0 0,-1 0 1 0 0,1 1 0 0 0,-1-1-1 0 0,1 0 1 0 0,-1 0-1 0 0,0 1 1 0 0,0-1-1 0 0,-2-2 1 0 0,2 3-115 0 0,0 0 0 0 0,0 1 1 0 0,0-1-1 0 0,0 1 0 0 0,0-1 0 0 0,-1 1 1 0 0,1-1-1 0 0,0 1 0 0 0,0 0 1 0 0,-1-1-1 0 0,1 1 0 0 0,0 0 0 0 0,-1 0 1 0 0,1 0-1 0 0,0 0 0 0 0,0 0 1 0 0,-1 0-1 0 0,1 1 0 0 0,0-1 0 0 0,-3 1 1 0 0,-4 2 87 0 0,1 0 0 0 0,-1 0 0 0 0,1 1 0 0 0,-1 0 0 0 0,1 0 0 0 0,1 1 0 0 0,-9 7 0 0 0,3-2-54 0 0,0 1 0 0 0,1 0 0 0 0,0 1 1 0 0,1 0-1 0 0,1 1 0 0 0,0 0 1 0 0,1 1-1 0 0,0 0 0 0 0,1 0 1 0 0,0 0-1 0 0,1 1 0 0 0,-4 16 1 0 0,8-20-92 0 0,0 0 1 0 0,0 1 0 0 0,1-1-1 0 0,1 1 1 0 0,0-1 0 0 0,0 0-1 0 0,1 1 1 0 0,1-1 0 0 0,0 0 0 0 0,0 0-1 0 0,1 0 1 0 0,0 0 0 0 0,1 0-1 0 0,1 0 1 0 0,-1-1 0 0 0,2 0 0 0 0,8 13-1 0 0,-11-17 9 0 0,1-1 0 0 0,0 1-1 0 0,0-1 1 0 0,0 0 0 0 0,1 0-1 0 0,-1-1 1 0 0,11 8 0 0 0,-13-11 63 0 0,0-4-78 0 0,0 2-50 0 0,-1 0 1 0 0,0-1 0 0 0,0 1-1 0 0,0-1 1 0 0,0 0 0 0 0,0 1 0 0 0,0-1-1 0 0,0 0 1 0 0,0 1 0 0 0,-1-1-1 0 0,1 0 1 0 0,-1 0 0 0 0,1 0 0 0 0,-1 1-1 0 0,0-1 1 0 0,0 0 0 0 0,0 0-1 0 0,0 0 1 0 0,0 0 0 0 0,0 0-1 0 0,0 0 1 0 0,0 0 0 0 0,-1 1 0 0 0,0-4-1 0 0,-1-1 31 0 0,-1 1-1 0 0,1 0 1 0 0,-1 0-1 0 0,0 1 1 0 0,0-1-1 0 0,0 0 1 0 0,-1 1-1 0 0,1 0 1 0 0,-6-5-1 0 0,5 5-84 0 0,0 0-1 0 0,0 0 1 0 0,-1 0-1 0 0,0 0 1 0 0,0 1-1 0 0,0 0 1 0 0,0 0-1 0 0,0 0 1 0 0,0 1-1 0 0,-1-1 1 0 0,0 1-1 0 0,1 1 0 0 0,-1-1 1 0 0,0 1-1 0 0,0 0 1 0 0,1 0-1 0 0,-1 0 1 0 0,-11 1-1 0 0,4 7-691 0 0,12-6 288 0 0,0-1 1 0 0,1 1-1 0 0,-1 0 1 0 0,0 0-1 0 0,0 0 1 0 0,0 0-1 0 0,1 0 1 0 0,-1 0-1 0 0,1 0 0 0 0,-1 1 1 0 0,1-1-1 0 0,-1 0 1 0 0,1 0-1 0 0,0 0 1 0 0,-1 0-1 0 0,1 1 1 0 0,0 1-1 0 0</inkml:trace>
</inkml:ink>
</file>

<file path=ppt/ink/ink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0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32 992 0 0,'2'-2'300'0'0,"0"-1"-1"0"0,0 1 1 0 0,0 0-1 0 0,1-1 0 0 0,-1 1 1 0 0,0 0-1 0 0,1 0 1 0 0,-1 1-1 0 0,1-1 1 0 0,0 0-1 0 0,0 1 1 0 0,-1 0-1 0 0,1-1 1 0 0,0 1-1 0 0,0 0 1 0 0,0 1-1 0 0,0-1 1 0 0,0 1-1 0 0,1-1 1 0 0,-1 1-1 0 0,0 0 1 0 0,3 0-1 0 0,16 0-75 0 0,-1 0-1 0 0,24 5 1 0 0,-21-3 255 0 0,14 1-115 0 0,-16-3-199 0 0,0 1 1 0 0,0 1-1 0 0,0 1 1 0 0,-1 1 0 0 0,1 1-1 0 0,-1 1 1 0 0,27 12-1 0 0,-45-17-114 0 0,0 0 0 0 0,-1 1 0 0 0,1 0-1 0 0,0 0 1 0 0,-1 0 0 0 0,1 0-1 0 0,-1 0 1 0 0,1 0 0 0 0,-1 1 0 0 0,0-1-1 0 0,0 1 1 0 0,0-1 0 0 0,0 1 0 0 0,-1 0-1 0 0,1 0 1 0 0,-1 0 0 0 0,0 0 0 0 0,1 0-1 0 0,-1 0 1 0 0,-1 0 0 0 0,1 0-1 0 0,0 1 1 0 0,-1-1 0 0 0,1 0 0 0 0,-1 0-1 0 0,0 1 1 0 0,0-1 0 0 0,-1 0 0 0 0,1 0-1 0 0,-1 1 1 0 0,1-1 0 0 0,-1 0 0 0 0,0 0-1 0 0,0 0 1 0 0,-3 6 0 0 0,-6 11 126 0 0,0-1 1 0 0,0-1-1 0 0,-2 1 0 0 0,-20 23 1 0 0,12-15-77 0 0,-33 47 17 0 0,-57 82-1271 0 0,41-50-5258 0 0,42-64 2988 0 0</inkml:trace>
</inkml:ink>
</file>

<file path=ppt/ink/ink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1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493 51 572 0 0,'0'-2'342'0'0,"3"-33"4268"0"0,-4 35-4531 0 0,1-1-1 0 0,0 0 0 0 0,-1 0 0 0 0,1 1 1 0 0,0-1-1 0 0,-1 0 0 0 0,1 0 0 0 0,-1 1 1 0 0,0-1-1 0 0,1 1 0 0 0,-1-1 0 0 0,1 0 0 0 0,-1 1 1 0 0,0-1-1 0 0,1 1 0 0 0,-1-1 0 0 0,0 1 1 0 0,0 0-1 0 0,1-1 0 0 0,-1 1 0 0 0,0 0 1 0 0,0 0-1 0 0,0-1 0 0 0,1 1 0 0 0,-1 0 0 0 0,0 0 1 0 0,0 0-1 0 0,0 0 0 0 0,0 0 0 0 0,1 0 1 0 0,-1 0-1 0 0,0 0 0 0 0,0 0 0 0 0,0 1 1 0 0,0-1-1 0 0,1 0 0 0 0,-1 0 0 0 0,0 1 0 0 0,0-1 1 0 0,1 0-1 0 0,-3 2 0 0 0,-23 7 269 0 0,0 1-1 0 0,0 1 0 0 0,1 1 1 0 0,0 2-1 0 0,1 0 1 0 0,1 2-1 0 0,0 0 0 0 0,-27 27 1 0 0,47-40-313 0 0,0 0 0 0 0,1 0 0 0 0,-1 0 0 0 0,1 0 0 0 0,0 0 0 0 0,0 1 0 0 0,1-1 1 0 0,-1 1-1 0 0,1-1 0 0 0,-1 1 0 0 0,1 0 0 0 0,0 0 0 0 0,0-1 0 0 0,1 1 0 0 0,-1 0 0 0 0,1 0 1 0 0,0 0-1 0 0,0 0 0 0 0,0 0 0 0 0,1 0 0 0 0,-1-1 0 0 0,1 1 0 0 0,0 0 0 0 0,0 0 0 0 0,0 0 0 0 0,0-1 1 0 0,3 5-1 0 0,5 8 58 0 0,1 0 1 0 0,0 0-1 0 0,1-1 0 0 0,22 23 1 0 0,14 22 87 0 0,-43-55-164 0 0,-1 0-1 0 0,0 0 1 0 0,0 1-1 0 0,-1-1 1 0 0,0 1-1 0 0,1 0 1 0 0,-2-1-1 0 0,1 1 1 0 0,-1 0-1 0 0,0 0 1 0 0,0 0-1 0 0,-1 0 0 0 0,0 0 1 0 0,0 7-1 0 0,-1-8-1 0 0,-1 0 0 0 0,1 0-1 0 0,-1 0 1 0 0,0 0 0 0 0,0 0 0 0 0,0-1-1 0 0,-1 1 1 0 0,0-1 0 0 0,0 1-1 0 0,0-1 1 0 0,0 0 0 0 0,-1 0-1 0 0,0-1 1 0 0,1 1 0 0 0,-1-1-1 0 0,-8 6 1 0 0,-10 5-10 0 0,-1 0 0 0 0,0-2-1 0 0,0-1 1 0 0,-1 0 0 0 0,-1-2 0 0 0,-25 7 0 0 0,-33 0-4910 0 0,78-17 1456 0 0,-9-7 265 0 0</inkml:trace>
</inkml:ink>
</file>

<file path=ppt/ink/ink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2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68 580 0 0,'24'-13'988'0'0,"-2"3"-44"0"0,-5 3-64 0 0,7-5-96 0 0,-10 4-68 0 0,1 1-87 0 0,1 4-57 0 0,-2-3-60 0 0,1 4-56 0 0,-3 2 156 0 0,13 4-572 0 0,-16 1-264 0 0,3 0-236 0 0,-5 2-716 0 0,1 0-1269 0 0,-1 2 569 0 0</inkml:trace>
  <inkml:trace contextRef="#ctx0" brushRef="#br0" timeOffset="1">473 182 560 0 0,'4'-12'2648'0'0,"-4"-1"221"0"0,0 2-2529 0 0,17 14-2145 0 0</inkml:trace>
</inkml:ink>
</file>

<file path=ppt/ink/ink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2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3 168 0 0,'0'0'198'0'0,"0"0"-1"0"0,1 0 1 0 0,-1-1 0 0 0,0 1-1 0 0,1 0 1 0 0,-1 0-1 0 0,0-1 1 0 0,1 1 0 0 0,-1 0-1 0 0,0 0 1 0 0,1 0-1 0 0,-1 0 1 0 0,1 0 0 0 0,-1-1-1 0 0,0 1 1 0 0,1 0 0 0 0,-1 0-1 0 0,1 0 1 0 0,-1 0-1 0 0,0 0 1 0 0,1 0 0 0 0,-1 0-1 0 0,1 0 1 0 0,-1 0 0 0 0,0 1-1 0 0,1-1 1 0 0,-1 0-1 0 0,0 0 1 0 0,1 0 0 0 0,0 1-1 0 0,13 11 2313 0 0,14 29-1989 0 0,-19-27 411 0 0,9 10-84 0 0,25 48 0 0 0,-38-62-711 0 0,0 1-1 0 0,0 1 1 0 0,-1-1-1 0 0,0 0 0 0 0,-1 1 1 0 0,-1 0-1 0 0,2 15 1 0 0,-4-23-113 0 0,0 1 1 0 0,-1-1 0 0 0,1 0 0 0 0,-1 0 0 0 0,0 0-1 0 0,-1 0 1 0 0,1 0 0 0 0,-1 0 0 0 0,1 0 0 0 0,-1 0 0 0 0,0 0-1 0 0,-1-1 1 0 0,1 1 0 0 0,-1-1 0 0 0,1 0 0 0 0,-1 1 0 0 0,-4 2-1 0 0,2-1-560 0 0,-1 0 1 0 0,0 0-1 0 0,0-1 0 0 0,0 0 0 0 0,-1 0 0 0 0,1 0 0 0 0,-1-1 0 0 0,-11 5 0 0 0,13-9-2744 0 0,-12-3 248 0 0</inkml:trace>
</inkml:ink>
</file>

<file path=ppt/ink/ink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2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1 115 196 0 0,'16'-9'680'0'0,"0"4"-48"0"0,4-1-68 0 0,-1 0-56 0 0,0 4-64 0 0,-2-1-100 0 0,2 1-212 0 0,3-1-232 0 0,-7 3-468 0 0,0-2-612 0 0,0 0 268 0 0</inkml:trace>
  <inkml:trace contextRef="#ctx0" brushRef="#br0" timeOffset="1">376 1 912 0 0,'0'0'921'0'0,"15"4"791"0"0,21 0-655 0 0,0-2 1 0 0,47-3-1 0 0,0-1-195 0 0,-33 2-376 0 0,81 5 401 0 0,-120-4-748 0 0,1 1-1 0 0,-1 0 1 0 0,1 1 0 0 0,-1 0-1 0 0,0 0 1 0 0,0 1-1 0 0,0 1 1 0 0,16 9 0 0 0,-25-12-93 0 0,0-1 1 0 0,0 1 0 0 0,-1 0-1 0 0,1 0 1 0 0,0 0 0 0 0,-1 0-1 0 0,1 0 1 0 0,-1 0 0 0 0,0 0-1 0 0,0 1 1 0 0,0-1 0 0 0,0 0-1 0 0,0 1 1 0 0,0-1 0 0 0,-1 1-1 0 0,1-1 1 0 0,-1 1 0 0 0,1-1-1 0 0,-1 1 1 0 0,0-1 0 0 0,0 1-1 0 0,0-1 1 0 0,-1 1 0 0 0,1-1 0 0 0,0 1-1 0 0,-1-1 1 0 0,0 1 0 0 0,1-1-1 0 0,-1 0 1 0 0,0 1 0 0 0,-2 2-1 0 0,-4 9 109 0 0,0 0-1 0 0,-1 0 0 0 0,-16 21 0 0 0,22-32-126 0 0,-256 308 1060 0 0,56-75-5603 0 0,170-195 1141 0 0,1-4 257 0 0</inkml:trace>
</inkml:ink>
</file>

<file path=ppt/ink/ink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4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593 14 144 0 0,'0'0'815'0'0,"-26"-13"1580"0"0,13 13-2029 0 0,1 0 0 0 0,0 1 0 0 0,0 0 0 0 0,-1 1 0 0 0,1 0 0 0 0,0 1 0 0 0,0 1-1 0 0,1 0 1 0 0,-15 7 0 0 0,-101 55 1294 0 0,121-64-1571 0 0,-27 18 295 0 0,1 1 1 0 0,0 2-1 0 0,2 1 0 0 0,0 1 1 0 0,2 2-1 0 0,-31 36 0 0 0,52-53-285 0 0,1 0-1 0 0,0 1 1 0 0,0-1-1 0 0,1 1 0 0 0,0 0 1 0 0,1 0-1 0 0,1 1 1 0 0,-1-1-1 0 0,2 1 0 0 0,0 0 1 0 0,-1 12-1 0 0,2-18-52 0 0,0 1-1 0 0,1-1 0 0 0,0 0 0 0 0,0 1 1 0 0,1-1-1 0 0,0 0 0 0 0,0 1 1 0 0,0-1-1 0 0,1 0 0 0 0,0 0 1 0 0,0 0-1 0 0,0 0 0 0 0,1 0 0 0 0,0 0 1 0 0,0-1-1 0 0,0 0 0 0 0,1 1 1 0 0,0-1-1 0 0,0 0 0 0 0,0-1 1 0 0,8 8-1 0 0,-8-9-16 0 0,0-1-1 0 0,0 1 1 0 0,0-1 0 0 0,0 0-1 0 0,1 0 1 0 0,-1-1 0 0 0,0 1 0 0 0,1-1-1 0 0,-1 0 1 0 0,1 0 0 0 0,-1 0-1 0 0,1-1 1 0 0,0 0 0 0 0,-1 0-1 0 0,1 0 1 0 0,0 0 0 0 0,-1-1 0 0 0,1 0-1 0 0,-1 1 1 0 0,1-2 0 0 0,-1 1-1 0 0,0-1 1 0 0,1 1 0 0 0,-1-1-1 0 0,0 0 1 0 0,0-1 0 0 0,0 1 0 0 0,0-1-1 0 0,0 1 1 0 0,-1-1 0 0 0,1 0-1 0 0,-1-1 1 0 0,0 1 0 0 0,0-1-1 0 0,0 1 1 0 0,0-1 0 0 0,-1 0 0 0 0,0 0-1 0 0,1 0 1 0 0,-1 0 0 0 0,-1 0-1 0 0,1-1 1 0 0,-1 1 0 0 0,1 0 0 0 0,-1-1-1 0 0,0 0 1 0 0,-1 1 0 0 0,1-1-1 0 0,-1 1 1 0 0,0-1 0 0 0,0 0-1 0 0,-1 1 1 0 0,1-1 0 0 0,-1 1 0 0 0,0-1-1 0 0,0 1 1 0 0,0-1 0 0 0,-1 1-1 0 0,-3-8 1 0 0,1 5 3 0 0,-1 0 0 0 0,0 1 0 0 0,0-1 0 0 0,0 1 0 0 0,-1 0 0 0 0,0 0 0 0 0,0 1 0 0 0,-1-1 0 0 0,1 1 0 0 0,-1 1 0 0 0,0-1 0 0 0,-1 1-1 0 0,-14-6 1 0 0,20 10-268 0 0,-2 1-168 0 0,-13 6-169 0 0,7 2-1629 0 0,12 4-3811 0 0,6 0 2430 0 0</inkml:trace>
</inkml:ink>
</file>

<file path=ppt/ink/ink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5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0 128 988 0 0,'93'-122'11777'0'0,"-92"120"-11416"0"0,2 1-120 0 0,-3 1-255 0 0,0 0 0 0 0,0 0 0 0 0,0-1 0 0 0,1 1 0 0 0,-1 0 0 0 0,0 0 0 0 0,0 0 0 0 0,0 0 0 0 0,0 0 0 0 0,0-1 0 0 0,1 1 0 0 0,-1 0 0 0 0,0 0 0 0 0,0 0 0 0 0,0 0 0 0 0,1 0 0 0 0,-1 0 0 0 0,0 0 1 0 0,0 0-1 0 0,0 0 0 0 0,0 0 0 0 0,1 0 0 0 0,-1 0 0 0 0,0 0 0 0 0,0 0 0 0 0,0 0 0 0 0,1 0 0 0 0,-1 0 0 0 0,0 0 0 0 0,0 0 0 0 0,0 0 0 0 0,1 0 0 0 0,-1 0 0 0 0,0 0 0 0 0,0 0 0 0 0,0 0 0 0 0,0 0 0 0 0,1 0 0 0 0,-1 1 0 0 0,0-1 0 0 0,0 0 0 0 0,0 0 0 0 0,0 0 0 0 0,1 0 0 0 0,-1 1 0 0 0,7 8-515 0 0,7 11-2006 0 0,-4-8-2033 0 0,-3-6 1700 0 0</inkml:trace>
</inkml:ink>
</file>

<file path=ppt/ink/ink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35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57 1060 0 0,'2'-3'883'0'0,"-1"0"1"0"0,1 0-1 0 0,0 0 0 0 0,0 0 0 0 0,0 1 1 0 0,0-1-1 0 0,5-4 0 0 0,-4 8-750 0 0,1 0 0 0 0,-1 1 0 0 0,0 0 0 0 0,1-1 0 0 0,-1 1 0 0 0,0 0 0 0 0,0 1 0 0 0,0-1-1 0 0,-1 0 1 0 0,1 1 0 0 0,0 0 0 0 0,-1-1 0 0 0,0 1 0 0 0,1 0 0 0 0,-1 0 0 0 0,0 1 0 0 0,-1-1 0 0 0,3 4 0 0 0,31 71 938 0 0,-30-66-894 0 0,2 5-36 0 0,-1 0 1 0 0,-1 0 0 0 0,-1 0-1 0 0,0 1 1 0 0,-1 0 0 0 0,-1-1-1 0 0,-1 1 1 0 0,0 0 0 0 0,-3 20-1 0 0,1-28-107 0 0,0 0 0 0 0,-1 0 0 0 0,0-1 0 0 0,-1 1 0 0 0,0-1-1 0 0,-1 0 1 0 0,0 0 0 0 0,0 0 0 0 0,-1 0 0 0 0,0-1 0 0 0,0 1 0 0 0,-1-1 0 0 0,0-1-1 0 0,-1 1 1 0 0,1-1 0 0 0,-1 0 0 0 0,-16 11 0 0 0,14-11-531 0 0,5-4 398 0 0,1 0 0 0 0,-1-1 0 0 0,0 1 0 0 0,-1-1 0 0 0,1 0 0 0 0,-8 3 0 0 0,10-4-527 0 0,-1-1 0 0 0,0 0 0 0 0,1 1-1 0 0,-1-1 1 0 0,1 0 0 0 0,-1 0 0 0 0,0 0 0 0 0,1-1-1 0 0,-1 1 1 0 0,-2-1 0 0 0,-18-5-2666 0 0</inkml:trace>
  <inkml:trace contextRef="#ctx0" brushRef="#br0" timeOffset="1">337 100 10045 0 0,'71'-28'-12'0'0,"1"8"80"0"0,-4-1-84 0 0,5 11-8 0 0,2-1 32 0 0,8 6 12 0 0,-5 2 0 0 0,-3 1-32 0 0,-1 4 12 0 0,0 6-204 0 0,1-1-400 0 0,-20 2-944 0 0,-1 1-1681 0 0,19 6 745 0 0</inkml:trace>
</inkml:ink>
</file>

<file path=ppt/ink/ink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9:26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75 296,'4'-45'3069,"-3"44"-2934,-1-1 0,1 0 0,-1 1-1,1-1 1,0 0 0,0 1 0,-1-1-1,1 1 1,0-1 0,1 1 0,-1-1-1,0 1 1,0 0 0,1 0 0,-1 0-1,0-1 1,1 1 0,-1 1 0,1-1-1,2-1 1,-2 2-86,-1 0 0,1 0 0,0 0 0,-1 0 0,1 0-1,0 1 1,-1-1 0,1 1 0,-1-1 0,1 1 0,-1 0 0,1-1 0,-1 1-1,1 0 1,-1 0 0,0 0 0,1 0 0,-1 0 0,1 2 0,21 23 361,-13-9-277,-1 1 0,0 0 0,-2 0-1,0 1 1,-1 0 0,-1 0-1,-1 0 1,4 40 0,-7-46-62,0 0-1,-1 0 1,-1 0 0,0 0 0,-1 0-1,0 0 1,-1 0 0,0-1 0,-1 1-1,0-1 1,-1 0 0,-1 0-1,0-1 1,-14 20 0,18-27-18,-1-1 0,1 1 1,-1-1-1,-1 0 0,1 0 0,0 0 1,-1 0-1,1-1 0,-1 1 0,0-1 1,0 0-1,0 0 0,0 0 0,0-1 1,0 1-1,0-1 0,0 0 0,-1 0 1,1-1-1,-1 1 0,-6-1 0,9-1-43,1 1-1,0-1 1,-1 1-1,1-1 1,0 0-1,0 0 1,0 1-1,0-1 1,0 0 0,0 0-1,0 0 1,0 0-1,0-1 1,0 1-1,0 0 1,0 0-1,1 0 1,-1-1-1,1 1 1,-1 0-1,1-1 1,-1 1-1,1 0 1,0-1-1,0 1 1,-1-1-1,1 1 1,0-1-1,1-1 1,2-45 112,-2 41-104,3-9-7,0-1-1,1 1 1,0-1 0,2 1 0,0 1 0,0-1-1,1 1 1,1 1 0,1 0 0,0 0 0,14-14-1,-8 10 4,2 1 0,0 0 0,0 2 0,2 0 0,0 1 0,0 1 0,30-14 0,-44 25-15,-1-1-1,1 1 1,-1 1 0,1-1-1,-1 1 1,1 0-1,0 0 1,0 0 0,0 1-1,-1 0 1,1 0-1,0 1 1,0-1 0,0 1-1,-1 1 1,1-1 0,0 1-1,-1 0 1,0 0-1,1 0 1,-1 1 0,0 0-1,0 0 1,0 0 0,-1 1-1,1 0 1,-1 0-1,0 0 1,0 0 0,0 0-1,0 1 1,-1 0-1,0 0 1,0 0 0,0 0-1,-1 0 1,1 0 0,-1 1-1,0-1 1,1 12-1,1 3 19,-2 0 0,0 1 0,-1-1 0,-1 1 0,-1-1 0,-1 0 0,-7 32 0,8-50 61,3-4-77,-1 0 1,-1 1 0,1-1 0,0 1-1,0-1 1,-1 0 0,1 0 0,-1 1-1,1-1 1,-1 0 0,0 0 0,1-2-1,0-5 2,15-22 2,0 1 1,2 0-1,2 1 0,42-49 1,-59 75-10,0-1 1,0 1 0,1-1-1,-1 1 1,1 0 0,0 1-1,0-1 1,0 0 0,0 1-1,0 0 1,0 0 0,1 0-1,-1 1 1,0 0 0,1-1-1,0 1 1,-1 1 0,1-1-1,0 1 1,4 0-1,5 1-3,1 2 0,-1 0 0,0 0 0,0 1 0,14 7 0,-12-5 15,0-1 0,0 0 1,33 5-1,-22-8 1,0 0 1,0-2-1,0-1 1,1-1-1,-1-2 1,-1 0-1,1-2 1,30-11-1,18-24 210,-74 41-75,1-2-50,-2 2-89,1 0-1,-1 1 1,0-1-1,0 0 1,0 0-1,0 0 1,0 0-1,0 0 1,0 0-1,0 0 1,0 0-1,0 0 1,0 1-1,0-1 1,0 0-1,1 0 1,-1 0-1,0 0 1,0 0-1,0 0 1,0 0-1,0 0 1,0 0-1,0 0 1,0 0-1,1 0 1,-1 0-1,0 0 1,0 0-1,0 0 1,0 0-1,0 0 1,0 0-1,0 0 1,1 0-1,-1 0 1,0 0-1,0 0 1,0 0-1,0 0 1,0 0-1,0 0 1,0 0-1,0 0 1,1 0-1,-1 0 1,0 0-1,0-1 1,0 1-1,0 0 1,0 0-1,0 0 1,0 0-1,0 0 1,0 0-1,0 0 1,0 0-1,0 0 1,0-1-1,0 1 1,1 0-1,-1 0 1,0 0-1,0 0 1,0 0-1,-2 13 19,0 1 9,1 1-1,0-1 1,2 24-1,0-34-22,0 1 0,-1-1 0,1 0-1,1 0 1,-1 0 0,1 0 0,-1 0 0,1 0 0,0 0-1,1-1 1,-1 1 0,1-1 0,-1 1 0,1-1 0,0 0 0,0 0-1,6 4 1,-6-6-1,0 0 0,0 1 0,0-1 0,0-1 0,0 1 0,0 0 0,1-1 0,-1 1 0,0-1 0,0 0 0,1 0 0,-1-1 0,0 1 0,7-2-1,-4 1 3,0-1 0,0 1 0,-1-1 0,1-1 0,0 1-1,10-7 1,-4 1 15,0 0 0,-1 0-1,0-2 1,0 1 0,-1-1-1,-1-1 1,1 0 0,-2 0-1,11-17 1,-19 26 55,4-17 545,-2 27-608,-1-1 0,1 1 0,1-1-1,-1 0 1,1 0 0,0 0-1,1-1 1,0 1 0,0-1 0,9 12-1,-9-15-7,-1 0-1,1 0 1,0 0-1,1 0 1,-1-1-1,0 0 0,1 1 1,-1-2-1,1 1 1,-1 0-1,1-1 0,0 0 1,0 0-1,0-1 1,0 1-1,-1-1 1,1 0-1,7-1 0,-3 0 5,1 0 0,-1-1 0,0-1 0,0 0 0,0 0 0,-1 0 0,1-1 0,-1 0 0,14-10 0,-19 12-6,0-1-1,-1 0 0,1-1 1,-1 1-1,1 0 1,-1-1-1,0 1 0,0-1 1,2-6-1,3-4 15,-6 12-25,19-21-46,-18 23 58,6-13 139,-7 11-10,-1 7-168,1-1 37,0 0 0,1 0 1,-1 0-1,1 0 1,0 0-1,0-1 0,0 1 1,0-1-1,0 1 1,1-1-1,0 0 0,0 0 1,0 0-1,0 0 1,0 0-1,0-1 0,1 1 1,-1-1-1,1 0 1,0 0-1,4 1 0,13 8-1,0 1-1,-1 1 1,25 19-1,-36-24 8,0-1 0,-1 1 0,0 1-1,0 0 1,-1 0 0,0 0 0,0 1 0,8 17-1,-14-26-7,0 1 0,-1-1 0,1 0-1,0 0 1,-1 1 0,1-1 0,-1 0-1,0 1 1,0-1 0,1 0 0,-1 1 0,0-1-1,0 0 1,0 1 0,0-1 0,0 1-1,-1-1 1,1 0 0,0 1 0,-1-1-1,1 0 1,-1 0 0,1 1 0,-1-1-1,1 0 1,-1 0 0,0 0 0,0 1 0,0-1-1,0 0 1,0 0 0,0 0 0,0-1-1,0 1 1,0 0 0,0 0 0,0 0-1,0-1 1,-1 1 0,1-1 0,0 1-1,0-1 1,-1 1 0,-1-1 0,1 1 55,-1-4-36,2 3-21,-1-2-1,1 1 1,0 0-1,-1 0 0,1 0 1,0-1-1,0 1 1,0 0-1,0-1 0,0 1 1,0-1-1,0 1 1,1-1-1,-1 0 0,0 1 1,1-1-1,-1 0 0,1 1 1,0-1-1,0 0 1,-1 0-1,1 1 0,0-1 1,0 0-1,1 0 1,-1-2-1,2-1 1,0 0 1,0 0-1,0 0 1,0 0-1,1 0 1,0 0-1,0 1 1,6-8-1,7-5 2,0 0 0,1 2 0,25-19 0,-19 18-33,40-22 0,-54 33 12,0 1 0,0 0 0,1 1 0,-1 0 1,1 0-1,-1 1 0,1 1 0,15-2 0,-23 3 17,1 0 0,-1 0 0,0 0-1,0 1 1,1-1 0,-1 1 0,0-1-1,0 1 1,0 0 0,0 0 0,0-1-1,0 2 1,0-1 0,0 0 0,0 0 0,0 1-1,-1-1 1,1 1 0,0-1 0,-1 1-1,1 0 1,-1-1 0,0 1 0,1 0-1,-1 0 1,0 0 0,1 4 0,1 3 14,-1 1 1,0-1 0,0 1 0,-1-1 0,0 13 0,2 11-4,2-12-25,2 11-4065</inkml:trace>
</inkml:ink>
</file>

<file path=ppt/ink/ink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9:26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96 424,'6'-11'934,"2"-8"1072,2 2 0,18-27 1,-28 43-1988,1 1 1,0-1-1,0 1 1,-1-1-1,1 1 1,0 0-1,0-1 1,0 1 0,0 0-1,0 0 1,-1 0-1,1-1 1,0 1-1,0 0 1,0 0-1,0 0 1,0 1-1,0-1 1,0 0-1,0 0 1,-1 0-1,1 1 1,0-1 0,0 0-1,0 1 1,0-1-1,-1 1 1,1-1-1,0 1 1,1 0-1,22 20-4356,-18-13 2284</inkml:trace>
</inkml:ink>
</file>

<file path=ppt/ink/ink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5:59:26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16 304,'6'-9'2584,"-7"9"-2485,1 0 1,0 0 0,0 0-1,0 1 1,0-1-1,0 0 1,-1 0-1,1 0 1,0 0-1,0 0 1,0 0 0,-1 0-1,1 0 1,0 0-1,0 0 1,0 1-1,-1-1 1,1 0 0,0 0-1,0 0 1,0 0-1,-1 0 1,1-1-1,0 1 1,0 0 0,0 0-1,-1 0 1,1 0-1,0 0 1,0 0-1,0 0 1,-1 0 0,1 0-1,0 0 1,0-1-1,0 1 1,0 0-1,0 0 1,-1 0 0,1 0-1,0 0 1,0-1-1,0 1 1,0 0-1,0 0 1,0 0 0,0-1-1,0 1 1,-1 0-1,1 0 1,0 0-1,0-1 1,0 1-1,0 0 1,0 0 0,0 0-1,0-1 1,0 1-1,0 0 1,0 0-1,0 0 1,1-1 0,-1 1-1,0 0 1,0 0-1,0 0 1,0-1-1,0 1 1,0 0 0,-13 4 264,-1 1 1,1 0-1,0 1 1,0 0 0,1 1-1,0 1 1,0-1 0,1 2-1,-20 18 1,24-19-107,1 0-1,0 0 1,0 0-1,0 1 1,1 0 0,-6 15-1,10-22-211,1 0-1,-1 1 0,0-1 1,1 1-1,0-1 0,-1 1 1,1-1-1,0 1 0,0-1 1,0 1-1,1-1 0,-1 1 1,0-1-1,1 1 0,0-1 0,0 0 1,0 1-1,0-1 0,0 0 1,0 0-1,0 1 0,1-1 1,-1 0-1,1 0 0,-1 0 1,1-1-1,0 1 0,0 0 1,0-1-1,0 1 0,0-1 1,4 3-1,10 4-102,1-1-1,-1 0 1,1-2 0,0 0-1,0 0 1,1-2 0,18 2 0,133 5-5253,-116-9 1640,21 1-471</inkml:trace>
</inkml:ink>
</file>

<file path=ppt/ink/ink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48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31 999 168 0 0,'-16'-2'3571'0'0,"1"-1"529"0"0,25 3-2846 0 0,9 0-1247 0 0,-9-1 35 0 0,3-4 16 0 0,0 0-1 0 0,0 0 1 0 0,0-1-1 0 0,-1-1 1 0 0,0 0-1 0 0,0-1 0 0 0,-1 0 1 0 0,17-16-1 0 0,2 0 20 0 0,-4 3-39 0 0,-1-1-1 0 0,-1-1 0 0 0,-1-1 1 0 0,-1-1-1 0 0,-1-1 0 0 0,-2 0 1 0 0,0-2-1 0 0,-2 0 0 0 0,-1-2 1 0 0,-1 1-1 0 0,-2-2 1 0 0,11-34-1 0 0,-16 37-19 0 0,0 0 1 0 0,-2 0-1 0 0,-2 0 1 0 0,0-1-1 0 0,-2 0 1 0 0,-1 0-1 0 0,-2 1 1 0 0,0-1-1 0 0,-2 0 1 0 0,-1 1-1 0 0,-1-1 1 0 0,-2 1-1 0 0,-1 0 0 0 0,-14-32 1 0 0,19 50 28 0 0,3 7-25 0 0,-1 0 0 0 0,0 0-1 0 0,0-1 1 0 0,0 1 0 0 0,-1 0 0 0 0,1 0-1 0 0,-1 0 1 0 0,1 0 0 0 0,-1 1 0 0 0,0-1-1 0 0,0 0 1 0 0,0 1 0 0 0,0-1 0 0 0,-6-3-1 0 0,6 10-15 0 0,-1 0-1 0 0,0 0 0 0 0,1 1 1 0 0,0-1-1 0 0,0 1 1 0 0,0 0-1 0 0,0 0 0 0 0,0 5 1 0 0,0-6-1 0 0,-16 68 18 0 0,3 0 0 0 0,3 2 1 0 0,-3 107-1 0 0,8-92-2 0 0,6-80-11 0 0,-29 526 794 0 0,32-522 268 0 0,4-15-424 0 0,12-30-223 0 0,16-50-248 0 0,-33 80-178 0 0,-1 0 0 0 0,1 1 1 0 0,0-1-1 0 0,0 0 0 0 0,0 1 0 0 0,0-1 1 0 0,0 0-1 0 0,0 1 0 0 0,0 0 0 0 0,0-1 0 0 0,1 1 1 0 0,-1-1-1 0 0,0 1 0 0 0,1 0 0 0 0,-1 0 1 0 0,1 0-1 0 0,0 0 0 0 0,-1 0 0 0 0,1 0 1 0 0,0 1-1 0 0,0-1 0 0 0,-1 0 0 0 0,1 1 0 0 0,0-1 1 0 0,0 1-1 0 0,0 0 0 0 0,0 0 0 0 0,-1-1 1 0 0,1 1-1 0 0,0 1 0 0 0,3-1 0 0 0,4 2-5 0 0,0 0-1 0 0,0 0 1 0 0,0 1-1 0 0,-1 0 1 0 0,10 5-1 0 0,3 0 28 0 0,18 3-6 0 0,0-2-1 0 0,1-1 1 0 0,51 3-1 0 0,-76-10-10 0 0,1-1 0 0 0,0 0 0 0 0,0-1 0 0 0,-1-1 0 0 0,1-1-1 0 0,-1 0 1 0 0,0-1 0 0 0,0 0 0 0 0,0-2 0 0 0,0 1-1 0 0,20-13 1 0 0,-30 15-1 0 0,0 0-1 0 0,0-1 1 0 0,0 0-1 0 0,-1 0 0 0 0,0-1 1 0 0,1 1-1 0 0,-2-1 1 0 0,1 0-1 0 0,0 0 1 0 0,-1 0-1 0 0,0 0 1 0 0,0-1-1 0 0,-1 1 0 0 0,1-1 1 0 0,-1 0-1 0 0,-1 1 1 0 0,1-1-1 0 0,-1 0 1 0 0,0 0-1 0 0,0 0 0 0 0,0-1 1 0 0,-1 1-1 0 0,0 0 1 0 0,0 0-1 0 0,-1 0 1 0 0,0 0-1 0 0,0 0 1 0 0,-2-7-1 0 0,2 11-3 0 0,0 1 0 0 0,0-1 0 0 0,0 0 0 0 0,0 1-1 0 0,-1-1 1 0 0,1 1 0 0 0,0-1 0 0 0,-1 1 0 0 0,1-1 0 0 0,-1 1 0 0 0,1 0 0 0 0,-1 0 0 0 0,0 0-1 0 0,1 0 1 0 0,-1 0 0 0 0,0 0 0 0 0,0 1 0 0 0,0-1 0 0 0,1 0 0 0 0,-1 1 0 0 0,0 0 0 0 0,0-1-1 0 0,0 1 1 0 0,0 0 0 0 0,0 0 0 0 0,0 0 0 0 0,0 0 0 0 0,0 0 0 0 0,0 1 0 0 0,0-1 0 0 0,0 0 0 0 0,0 1-1 0 0,-2 0 1 0 0,4-1 2 0 0,-6 3-2 0 0,0-1 0 0 0,0 1-1 0 0,1 0 1 0 0,-1 0 0 0 0,1 0-1 0 0,-1 1 1 0 0,1 0 0 0 0,0 0-1 0 0,1 0 1 0 0,-1 0 0 0 0,1 1-1 0 0,0 0 1 0 0,0 0-1 0 0,0 0 1 0 0,1 0 0 0 0,0 1-1 0 0,0-1 1 0 0,0 1 0 0 0,0 0-1 0 0,1 0 1 0 0,0 0 0 0 0,0 0-1 0 0,1 0 1 0 0,0 1 0 0 0,0-1-1 0 0,0 0 1 0 0,1 1 0 0 0,0-1-1 0 0,0 0 1 0 0,1 1 0 0 0,0-1-1 0 0,0 0 1 0 0,0 1 0 0 0,1-1-1 0 0,0 0 1 0 0,0 0 0 0 0,0 0-1 0 0,1-1 1 0 0,0 1-1 0 0,0 0 1 0 0,0-1 0 0 0,1 0-1 0 0,0 0 1 0 0,0 0 0 0 0,0 0-1 0 0,0-1 1 0 0,1 1 0 0 0,0-1-1 0 0,0 0 1 0 0,0-1 0 0 0,0 1-1 0 0,1-1 1 0 0,0 0 0 0 0,8 3-1 0 0,2-1 6 0 0,0-1-1 0 0,0-1 0 0 0,0-1 1 0 0,1 0-1 0 0,-1-1 1 0 0,1-1-1 0 0,-1-1 0 0 0,0 0 1 0 0,1-1-1 0 0,-1 0 1 0 0,0-2-1 0 0,17-5 0 0 0,-3-1 0 0 0,-1-1-1 0 0,-1-2 1 0 0,0 0-1 0 0,-1-2 1 0 0,39-28-1 0 0,-58 36 8 0 0,-1 0-1 0 0,0 0 1 0 0,0-1-1 0 0,-1 1 1 0 0,0-1 0 0 0,0-1-1 0 0,-1 1 1 0 0,7-16 0 0 0,-12 23-9 0 0,0-13 23 0 0,-1 12-26 0 0,-3-2-1 0 0,-21 8 3 0 0,18-1-5 0 0,1 0 1 0 0,0 0 0 0 0,0 1 0 0 0,1-1-1 0 0,-1 1 1 0 0,1 0 0 0 0,0 1-1 0 0,0-1 1 0 0,0 1 0 0 0,0 0 0 0 0,1 1-1 0 0,0-1 1 0 0,0 1 0 0 0,0-1-1 0 0,1 1 1 0 0,0 0 0 0 0,0 1 0 0 0,-3 11-1 0 0,3-14 16 0 0,5 6-5 0 0,2 3 43 0 0,-4-13-48 0 0,0 1 0 0 0,0-1 0 0 0,1 1 1 0 0,-1 0-1 0 0,0-1 0 0 0,1 1 0 0 0,-1-1 1 0 0,0 1-1 0 0,1-1 0 0 0,-1 1 1 0 0,0-1-1 0 0,1 0 0 0 0,-1 1 0 0 0,1-1 1 0 0,-1 1-1 0 0,1-1 0 0 0,-1 0 0 0 0,1 0 1 0 0,-1 1-1 0 0,1-1 0 0 0,0 0 0 0 0,-1 0 1 0 0,1 1-1 0 0,-1-1 0 0 0,1 0 0 0 0,0 0 1 0 0,-1 0-1 0 0,1 0 0 0 0,-1 0 0 0 0,2 0 1 0 0,23-7 19 0 0,17-20 11 0 0,1-20-30 0 0,-41 46 12 0 0,-2 0-17 0 0,0 1-1 0 0,0 0 1 0 0,0 0 0 0 0,0-1 0 0 0,1 1 0 0 0,-1 0 0 0 0,0 0 0 0 0,0 0 0 0 0,0-1 0 0 0,0 1-1 0 0,0 0 1 0 0,1 0 0 0 0,-1 0 0 0 0,0-1 0 0 0,0 1 0 0 0,0 0 0 0 0,1 0 0 0 0,-1 0 0 0 0,0 0 0 0 0,0-1-1 0 0,0 1 1 0 0,1 0 0 0 0,-1 0 0 0 0,0 0 0 0 0,0 0 0 0 0,1 0 0 0 0,-1 0 0 0 0,0 0 0 0 0,0 0-1 0 0,1 0 1 0 0,-1 0 0 0 0,0 0 0 0 0,0 0 0 0 0,1 0 0 0 0,-1 0 0 0 0,0 0 0 0 0,0 0 0 0 0,1 0 0 0 0,-1 0-1 0 0,0 0 1 0 0,46 56-12 0 0,-45-54 17 0 0,0 0 0 0 0,0 0 0 0 0,1-1 0 0 0,-1 1 0 0 0,1 0 0 0 0,0-1 0 0 0,0 0 0 0 0,-1 1 0 0 0,1-1 0 0 0,0 0 0 0 0,0 0 0 0 0,0 0 0 0 0,0 0 0 0 0,0 0 0 0 0,0 0-1 0 0,0-1 1 0 0,1 1 0 0 0,-1-1 0 0 0,0 1 0 0 0,0-1 0 0 0,0 0 0 0 0,1 0 0 0 0,-1 0 0 0 0,0 0 0 0 0,0-1 0 0 0,1 1 0 0 0,-1 0 0 0 0,0-1 0 0 0,0 1 0 0 0,3-2 0 0 0,22-3-18 0 0,-9 2-20 0 0,-16 3 32 0 0,0-1 1 0 0,0 1-1 0 0,0-1 0 0 0,0 1 1 0 0,-1 0-1 0 0,1 0 1 0 0,0 0-1 0 0,0 0 0 0 0,0 0 1 0 0,0 1-1 0 0,0-1 1 0 0,0 0-1 0 0,0 1 0 0 0,-1-1 1 0 0,1 1-1 0 0,0 0 1 0 0,2 1-1 0 0,-3-1-9 0 0,1-1 5 0 0,4 2 4 0 0,25 7 9 0 0,-29-9 14 0 0,12 0 31 0 0,-6-6-59 0 0,-6 4 17 0 0,13-25-205 0 0,-2 5-75 0 0,-12 21 318 0 0,0 0-45 0 0,-1 1-1 0 0,1 0 1 0 0,-1 0 0 0 0,1-1-1 0 0,-1 1 1 0 0,0 0-1 0 0,1-1 1 0 0,-1 1-1 0 0,1-1 1 0 0,-1 1 0 0 0,0 0-1 0 0,1-1 1 0 0,-1 1-1 0 0,0-1 1 0 0,1 1-1 0 0,-1-1 1 0 0,0 1-1 0 0,0-1 1 0 0,1 1 0 0 0,-1-1-1 0 0,0 1 1 0 0,0-1-1 0 0,0 0 1 0 0,0 1-1 0 0,0-1 1 0 0,0 1 0 0 0,0-1-1 0 0,0 1 1 0 0,0-1-1 0 0,0 0 1 0 0,0 1-1 0 0,0-1 1 0 0,0 1 0 0 0,0-1-1 0 0,-1 1 1 0 0,1-1-1 0 0,0 1 1 0 0,0-1-1 0 0,-1 0 1 0 0,0-32 19 0 0,0-11 47 0 0,2 42-48 0 0,-1 8-262 0 0,0 9 241 0 0,-1-14 3 0 0,1 0 0 0 0,0 0 0 0 0,0 1 0 0 0,-1-1 0 0 0,1 0 0 0 0,0 0 0 0 0,0 1 0 0 0,0-1-1 0 0,0 0 1 0 0,1 0 0 0 0,-1 1 0 0 0,0-1 0 0 0,1 0 0 0 0,-1 0 0 0 0,0 0 0 0 0,1 1 0 0 0,-1-1 0 0 0,1 0 0 0 0,0 0-1 0 0,-1 0 1 0 0,1 0 0 0 0,0 0 0 0 0,0 0 0 0 0,0 0 0 0 0,0 0 0 0 0,-1-1 0 0 0,1 1 0 0 0,0 0 0 0 0,0 0-1 0 0,1-1 1 0 0,-1 1 0 0 0,0-1 0 0 0,0 1 0 0 0,0-1 0 0 0,3 1 0 0 0,1 1 0 0 0,1 1 0 0 0,-1-1-1 0 0,0 1 1 0 0,0 0 0 0 0,0 0 0 0 0,0 0 0 0 0,0 1-1 0 0,-1 0 1 0 0,1 0 0 0 0,-1 0 0 0 0,0 0 0 0 0,0 1-1 0 0,-1-1 1 0 0,1 1 0 0 0,-1 0 0 0 0,0 0 0 0 0,0 1-1 0 0,-1-1 1 0 0,3 7 0 0 0,-4-10-2 0 0,0 2 7 0 0,0 0 0 0 0,0 0-1 0 0,1-1 1 0 0,0 1 0 0 0,-1-1 0 0 0,1 1 0 0 0,0-1-1 0 0,1 0 1 0 0,-1 0 0 0 0,1 0 0 0 0,-1 0-1 0 0,1 0 1 0 0,0-1 0 0 0,0 1 0 0 0,0-1 0 0 0,0 0-1 0 0,1 0 1 0 0,-1 0 0 0 0,7 3 0 0 0,-4-4-3 0 0,0-1 0 0 0,0 1 1 0 0,0-1-1 0 0,0 0 0 0 0,0-1 1 0 0,1 1-1 0 0,-1-1 0 0 0,0-1 1 0 0,-1 1-1 0 0,1-1 0 0 0,0 0 1 0 0,0 0-1 0 0,-1-1 1 0 0,1 1-1 0 0,-1-1 0 0 0,9-7 1 0 0,-5 4-3 0 0,0 0 1 0 0,0-1-1 0 0,-1 0 1 0 0,0-1-1 0 0,0 0 1 0 0,-1 0-1 0 0,0-1 1 0 0,8-12-1 0 0,-5 2 10 0 0,0-1 0 0 0,-2 0 0 0 0,0-1 0 0 0,-1 0 0 0 0,-1 0 0 0 0,-1 0 0 0 0,-1-1 0 0 0,-1 0 0 0 0,-1 1 0 0 0,-1-1 0 0 0,-1 0 0 0 0,0 0 0 0 0,-5-23 0 0 0,-7 0 425 0 0,12 44-340 0 0,-4 5-63 0 0,-3 7 32 0 0,1 0 0 0 0,0 0 0 0 0,1 0 0 0 0,0 1 0 0 0,0 0 0 0 0,1 0 0 0 0,1 0 0 0 0,0 1 0 0 0,1-1 0 0 0,0 1 1 0 0,1-1-1 0 0,1 23 0 0 0,1 24 305 0 0,13 82 0 0 0,-11-124-320 0 0,22 120 429 0 0,-25-135-490 0 0,1 0-600 0 0,1 3 1875 0 0,2-36-15951 0 0</inkml:trace>
</inkml:ink>
</file>

<file path=ppt/ink/ink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48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64 764 0 0,'0'-1'182'0'0,"0"0"0"0"0,-1 0 0 0 0,1 0 0 0 0,0 0-1 0 0,0 1 1 0 0,0-1 0 0 0,0 0 0 0 0,0 0 0 0 0,0 0 0 0 0,0 0 0 0 0,0 0-1 0 0,0 0 1 0 0,1 0 0 0 0,-1 0 0 0 0,0 0 0 0 0,0 1 0 0 0,1-1 0 0 0,-1 0-1 0 0,1 0 1 0 0,-1 0 0 0 0,1 0 0 0 0,-1 1 0 0 0,1-1 0 0 0,-1 0 0 0 0,2 0 0 0 0,25-14 1511 0 0,33 1-617 0 0,-60 14-1068 0 0,108-9 93 0 0,-35 7-4456 0 0,-43 1 2095 0 0</inkml:trace>
</inkml:ink>
</file>

<file path=ppt/ink/ink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49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49 636 0 0,'-16'-40'4817'0'0,"15"39"-3539"0"0,0-6-594 0 0,1 7-651 0 0,0 1 1 0 0,0-1-1 0 0,0 0 0 0 0,0 0 1 0 0,0 0-1 0 0,0 0 0 0 0,0 0 0 0 0,0 0 1 0 0,0 0-1 0 0,0 0 0 0 0,0 0 1 0 0,0 0-1 0 0,0 0 0 0 0,-1 0 1 0 0,1 0-1 0 0,0 0 0 0 0,0 0 1 0 0,0 0-1 0 0,0 0 0 0 0,0 0 0 0 0,0 0 1 0 0,0 0-1 0 0,0 0 0 0 0,0 0 1 0 0,0 0-1 0 0,0 0 0 0 0,-1 0 1 0 0,1 0-1 0 0,0 0 0 0 0,0 0 1 0 0,0 0-1 0 0,0 0 0 0 0,0 0 0 0 0,0 0 1 0 0,0 0-1 0 0,0 0 0 0 0,0 0 1 0 0,0 0-1 0 0,-1 0 0 0 0,1 0 1 0 0,0 0-1 0 0,0 0 0 0 0,0 0 1 0 0,0 0-1 0 0,0 0 0 0 0,0 0 0 0 0,0 0 1 0 0,0 0-1 0 0,0 0 0 0 0,0-1 1 0 0,0 1-1 0 0,0 0 0 0 0,0 0 1 0 0,0 0-1 0 0,0 0 0 0 0,-10 27 601 0 0,1 1-1 0 0,-5 28 1 0 0,6-22-177 0 0,-16 46 1 0 0,3-9-34 0 0,18-56-297 0 0,-1 0-1 0 0,0-1 1 0 0,-2 1 0 0 0,-8 17 0 0 0,14-31-45 0 0,-1 0-70 0 0,1 0-1 0 0,0-1 1 0 0,0 1 0 0 0,-1-1-1 0 0,1 1 1 0 0,0-1 0 0 0,0 1-1 0 0,0 0 1 0 0,0-1 0 0 0,0 1 0 0 0,0-1-1 0 0,0 1 1 0 0,0 0 0 0 0,0-1-1 0 0,0 1 1 0 0,0-1 0 0 0,0 1-1 0 0,0 0 1 0 0,1-1 0 0 0,-1 1 0 0 0,1 0-1 0 0,21 1 34 0 0,-5-1-18 0 0,0 0 1 0 0,0 2-1 0 0,-1 0 0 0 0,18 6 0 0 0,-29-7-27 0 0,0 0 0 0 0,0 0 0 0 0,0 1 0 0 0,0-1 0 0 0,0 1 0 0 0,-1 1 0 0 0,1-1-1 0 0,-1 0 1 0 0,0 1 0 0 0,0 0 0 0 0,0 0 0 0 0,0 1 0 0 0,-1-1 0 0 0,0 1 0 0 0,0-1 0 0 0,5 10 0 0 0,-7-11-1 0 0,1 0 0 0 0,-1 0 0 0 0,0-1 0 0 0,0 1 0 0 0,0 0 0 0 0,0 1 0 0 0,-1-1 1 0 0,1 0-1 0 0,-1 0 0 0 0,0 0 0 0 0,0 0 0 0 0,0 0 0 0 0,0 0 0 0 0,0 0 0 0 0,-1 1 0 0 0,0-1 1 0 0,1 0-1 0 0,-1 0 0 0 0,0 0 0 0 0,-3 5 0 0 0,1-4 4 0 0,0 0 1 0 0,0 0-1 0 0,0-1 1 0 0,0 1-1 0 0,-1-1 1 0 0,1 0-1 0 0,-1 0 0 0 0,0 0 1 0 0,0 0-1 0 0,0-1 1 0 0,0 0-1 0 0,-7 3 0 0 0,0-1 18 0 0,0 0-1 0 0,0 0 0 0 0,0-2 0 0 0,0 1 0 0 0,0-1 0 0 0,0-1 0 0 0,-1 0 1 0 0,1-1-1 0 0,-1 0 0 0 0,-21-3 0 0 0,22 0-237 0 0,2 1 241 0 0,-1 0 1 0 0,1 0-1 0 0,0-1 1 0 0,-12-6-1 0 0,-1-10-2139 0 0,21 17 1576 0 0,-1 0-1 0 0,1 0 1 0 0,0-1-1 0 0,0 1 1 0 0,0 0-1 0 0,0-1 1 0 0,0 1-1 0 0,1 0 1 0 0,-1-1-1 0 0,0-3 1 0 0,1-9-2709 0 0</inkml:trace>
</inkml:ink>
</file>

<file path=ppt/ink/ink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49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13 264 0 0,'10'7'508'0'0,"-1"2"0"0"0,0-1 0 0 0,0 1 0 0 0,0 1 0 0 0,-1-1 0 0 0,-1 1 0 0 0,1 1 0 0 0,-2 0 0 0 0,9 16 0 0 0,-12-2 494 0 0,-3-24-887 0 0,0 0 0 0 0,0 0-1 0 0,1 0 1 0 0,-1 0 0 0 0,0 0 0 0 0,0-1 0 0 0,0 1-1 0 0,0 0 1 0 0,-1 0 0 0 0,1 0 0 0 0,0 0 0 0 0,0-1-1 0 0,0 1 1 0 0,-1 0 0 0 0,1 0 0 0 0,0 0 0 0 0,-1-1-1 0 0,1 1 1 0 0,-1 0 0 0 0,1 0 0 0 0,-1-1-1 0 0,1 1 1 0 0,-1 0 0 0 0,1-1 0 0 0,-1 1 0 0 0,0-1-1 0 0,0 2 1 0 0,-10-26 360 0 0,11 20-425 0 0,-1 0 0 0 0,1 0 0 0 0,0 1-1 0 0,-1-1 1 0 0,2 0 0 0 0,-1 0 0 0 0,0 1 0 0 0,1-1 0 0 0,0 0 0 0 0,0 1 0 0 0,0-1-1 0 0,0 0 1 0 0,1 1 0 0 0,-1-1 0 0 0,1 1 0 0 0,0 0 0 0 0,0 0 0 0 0,2-4 0 0 0,46-51-2677 0 0,-46 54 1956 0 0,5-5-2238 0 0,0 4 221 0 0</inkml:trace>
</inkml:ink>
</file>

<file path=ppt/ink/ink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0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1 398 456 0 0,'117'-122'7592'0'0,"-105"101"-5698"0"0,-12 20-1851 0 0,0 0-1 0 0,0 1 1 0 0,0-1 0 0 0,0 1 0 0 0,0-1-1 0 0,-1 1 1 0 0,1-1 0 0 0,0 0 0 0 0,0 1-1 0 0,-1-1 1 0 0,1 1 0 0 0,0-1-1 0 0,-1 1 1 0 0,1-1 0 0 0,0 1 0 0 0,-1-1-1 0 0,1 1 1 0 0,-1 0 0 0 0,1-1 0 0 0,-1 1-1 0 0,1-1 1 0 0,-1 1 0 0 0,1 0-1 0 0,-1 0 1 0 0,1-1 0 0 0,-1 1 0 0 0,-1 0-1 0 0,0-1 95 0 0,-22 14 186 0 0,22-10-300 0 0,0 0 0 0 0,0 0 0 0 0,1-1-1 0 0,-1 2 1 0 0,1-1 0 0 0,-1 0-1 0 0,1 0 1 0 0,0 0 0 0 0,0 1 0 0 0,1-1-1 0 0,-1 0 1 0 0,1 1 0 0 0,-1-1 0 0 0,1 0-1 0 0,0 1 1 0 0,0-1 0 0 0,1 1 0 0 0,-1-1-1 0 0,1 0 1 0 0,0 1 0 0 0,0-1-1 0 0,0 0 1 0 0,0 0 0 0 0,0 0 0 0 0,3 5-1 0 0,-1-3-37 0 0,1-1-1 0 0,-1 1 0 0 0,1-1 0 0 0,0-1 0 0 0,0 1 0 0 0,0 0 1 0 0,0-1-1 0 0,1 0 0 0 0,-1 0 0 0 0,1 0 0 0 0,0 0 1 0 0,0-1-1 0 0,0 0 0 0 0,0 0 0 0 0,0 0 0 0 0,7 1 0 0 0,0-2-62 0 0,0 0-1 0 0,1 0 1 0 0,-1-1-1 0 0,0-1 1 0 0,1 0-1 0 0,-1-1 1 0 0,0 0-1 0 0,0-1 1 0 0,0 0-1 0 0,0-1 1 0 0,-1 0-1 0 0,1-1 1 0 0,-1 0-1 0 0,0-1 1 0 0,0 0-1 0 0,-1-1 1 0 0,0 0-1 0 0,12-11 1 0 0,-14 11 232 0 0,0-1 1 0 0,-1 1-1 0 0,0-2 1 0 0,5-8-1 0 0,-11 15 593 0 0,-6-4-590 0 0,5 6-148 0 0,0 0 0 0 0,0-1 0 0 0,0 1 0 0 0,-1 0-1 0 0,1-1 1 0 0,0 1 0 0 0,0 0 0 0 0,0-1 0 0 0,0 1 0 0 0,-1 0-1 0 0,1-1 1 0 0,0 1 0 0 0,0 0 0 0 0,-1 0 0 0 0,1-1-1 0 0,0 1 1 0 0,-1 0 0 0 0,1 0 0 0 0,0-1 0 0 0,-1 1-1 0 0,1 0 1 0 0,0 0 0 0 0,-1 0 0 0 0,1 0 0 0 0,0 0-1 0 0,-1-1 1 0 0,1 1 0 0 0,-1 0 0 0 0,1 0 0 0 0,0 0-1 0 0,-1 0 1 0 0,1 0 0 0 0,0 0 0 0 0,-1 0 0 0 0,0 1-1 0 0,-1-1 11 0 0,-1 1-1 0 0,0-1 1 0 0,1 1-1 0 0,-1 0 0 0 0,0 0 1 0 0,1 0-1 0 0,-1 1 1 0 0,1-1-1 0 0,0 1 0 0 0,-1-1 1 0 0,1 1-1 0 0,0 0 1 0 0,0 0-1 0 0,0-1 1 0 0,0 2-1 0 0,1-1 0 0 0,-1 0 1 0 0,0 0-1 0 0,1 1 1 0 0,-1-1-1 0 0,1 0 0 0 0,0 1 1 0 0,0-1-1 0 0,-1 4 1 0 0,2-4 11 0 0,0 0 13 0 0,0-1-38 0 0,0 0-1 0 0,1 0 1 0 0,-1 0-1 0 0,0 0 1 0 0,0 0-1 0 0,0 0 1 0 0,1-1-1 0 0,-1 1 1 0 0,1 0-1 0 0,-1 0 1 0 0,0 0-1 0 0,1 0 1 0 0,0-1-1 0 0,-1 1 1 0 0,1 0-1 0 0,-1 0 1 0 0,1-1-1 0 0,0 1 1 0 0,-1 0-1 0 0,1-1 1 0 0,0 1-1 0 0,0-1 1 0 0,1 1 0 0 0,6 0-22 0 0,0-1 0 0 0,0 0 1 0 0,0 0-1 0 0,0-1 0 0 0,-1 0 1 0 0,1-1-1 0 0,0 1 1 0 0,0-1-1 0 0,-1-1 0 0 0,1 0 1 0 0,-1 0-1 0 0,14-8 1 0 0,12-8-163 0 0,39-29 1 0 0,-70 47 178 0 0,7-5 33 0 0,1-1-1 0 0,-1-1 1 0 0,0 0-1 0 0,0 0 1 0 0,-1 0-1 0 0,0-1 1 0 0,-1-1-1 0 0,0 1 1 0 0,0-1 0 0 0,-1 0-1 0 0,-1-1 1 0 0,1 1-1 0 0,-2-1 1 0 0,1 0-1 0 0,-2-1 1 0 0,1 1-1 0 0,-2 0 1 0 0,1-1-1 0 0,0-19 1 0 0,-2 30 0 0 0,-1 0 0 0 0,0 0 1 0 0,0 0-1 0 0,0 0 0 0 0,0 0 1 0 0,0 0-1 0 0,0 0 0 0 0,0 0 1 0 0,0 0-1 0 0,0 0 0 0 0,0 0 1 0 0,0 0-1 0 0,-1 0 0 0 0,1 0 1 0 0,0 0-1 0 0,-1 0 0 0 0,1 0 1 0 0,-1 0-1 0 0,1 0 0 0 0,-1 0 1 0 0,1 1-1 0 0,-1-1 0 0 0,0 0 1 0 0,0-1-1 0 0,0 3-8 0 0,0-1 0 0 0,0 1 0 0 0,0-1 0 0 0,0 1 0 0 0,0-1 0 0 0,0 1 0 0 0,0-1 0 0 0,1 1 0 0 0,-1 0 0 0 0,0 0 0 0 0,0-1 0 0 0,1 1 0 0 0,-1 0 0 0 0,0 0 0 0 0,1 0 0 0 0,-1 0 0 0 0,0 1 0 0 0,-23 52 141 0 0,14-16-115 0 0,1 0 0 0 0,3 1 0 0 0,1 0 0 0 0,0 45 0 0 0,5-73-33 0 0,1 36 21 0 0,-1-45-37 0 0,0-1 0 0 0,0 0 0 0 0,0 1 0 0 0,1-1 1 0 0,-1 1-1 0 0,0-1 0 0 0,1 0 0 0 0,0 1 0 0 0,-1-1 0 0 0,1 0 0 0 0,0 1 0 0 0,-1-1 0 0 0,1 0 0 0 0,0 0 0 0 0,0 0 1 0 0,0 0-1 0 0,0 0 0 0 0,0 0 0 0 0,0 0 0 0 0,1 0 0 0 0,-1 0 0 0 0,0 0 0 0 0,0-1 0 0 0,1 1 0 0 0,-1 0 0 0 0,0-1 1 0 0,1 1-1 0 0,1-1 0 0 0,5 0 3 0 0,1-2 0 0 0,-1 1 0 0 0,1-1 0 0 0,-1-1 0 0 0,1 1 0 0 0,-1-1 0 0 0,0-1 0 0 0,0 1 0 0 0,-1-2 0 0 0,1 1 0 0 0,9-8 0 0 0,14-5 9 0 0,155-83 37 0 0,-160 89 312 0 0,-32 26 401 0 0,-10 19-127 0 0,16-30-592 0 0,-1 0 0 0 0,1 0 1 0 0,0 0-1 0 0,0 0 1 0 0,0 0-1 0 0,0 0 1 0 0,1 0-1 0 0,-1-1 1 0 0,1 1-1 0 0,0 0 1 0 0,1 0-1 0 0,-1 0 1 0 0,0-1-1 0 0,1 1 1 0 0,0-1-1 0 0,0 1 1 0 0,0-1-1 0 0,0 0 1 0 0,1 0-1 0 0,-1 0 0 0 0,1 0 1 0 0,0 0-1 0 0,0 0 1 0 0,0-1-1 0 0,0 1 1 0 0,6 2-1 0 0,44 27-2152 0 0,-2-12-6070 0 0,-26-13 3792 0 0</inkml:trace>
</inkml:ink>
</file>

<file path=ppt/ink/ink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3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98 146 604 0 0,'7'-5'9646'0'0,"-12"5"-9527"0"0,0-1 0 0 0,0 0 0 0 0,-1 1-1 0 0,1-2 1 0 0,0 1 0 0 0,0-1 0 0 0,0 1 0 0 0,0-1-1 0 0,1-1 1 0 0,-1 1 0 0 0,-6-5 0 0 0,8 6-79 0 0,1-1 1 0 0,0 0-1 0 0,-1 0 0 0 0,1 0 1 0 0,0 0-1 0 0,0 0 0 0 0,0 0 1 0 0,0-1-1 0 0,0 1 1 0 0,1-1-1 0 0,-1 1 0 0 0,1-1 1 0 0,0 0-1 0 0,-1 0 1 0 0,1 1-1 0 0,0-1 0 0 0,1 0 1 0 0,-1 0-1 0 0,1 0 0 0 0,-1-4 1 0 0,1 5-28 0 0,0-1-1 0 0,1 1 1 0 0,0-1 0 0 0,-1 1-1 0 0,1-1 1 0 0,0 1 0 0 0,0-1-1 0 0,0 1 1 0 0,0 0 0 0 0,1-1-1 0 0,-1 1 1 0 0,1 0 0 0 0,-1 0 0 0 0,1 0-1 0 0,0 0 1 0 0,0 0 0 0 0,0 1-1 0 0,0-1 1 0 0,0 0 0 0 0,0 1-1 0 0,0-1 1 0 0,1 1 0 0 0,-1 0 0 0 0,0 0-1 0 0,1 0 1 0 0,-1 0 0 0 0,4 0-1 0 0,2-2 2 0 0,-1 1-1 0 0,1 0 0 0 0,0 1 0 0 0,0 0 1 0 0,0 0-1 0 0,0 0 0 0 0,11 2 0 0 0,-13-1-10 0 0,0 1 1 0 0,0 0-1 0 0,0 0 0 0 0,0 1 1 0 0,0 0-1 0 0,0 0 0 0 0,-1 0 1 0 0,1 1-1 0 0,-1 0 0 0 0,1 0 1 0 0,-1 0-1 0 0,0 1 0 0 0,0 0 1 0 0,0-1-1 0 0,8 10 0 0 0,-8-6 0 0 0,0 0 0 0 0,0 0-1 0 0,-1 1 1 0 0,0-1 0 0 0,0 1-1 0 0,-1 0 1 0 0,0 0 0 0 0,0 0 0 0 0,-1 0-1 0 0,2 14 1 0 0,-2-7 0 0 0,-1 0 0 0 0,0 1-1 0 0,-1-1 1 0 0,-1 0 0 0 0,0 1 0 0 0,-1-1 0 0 0,-1 0-1 0 0,0 0 1 0 0,-1 0 0 0 0,-1-1 0 0 0,0 1 0 0 0,-10 19 0 0 0,7-20 73 0 0,-1-2 1 0 0,1 1-1 0 0,-2-1 1 0 0,0 0-1 0 0,0-1 1 0 0,-1 0 0 0 0,0-1-1 0 0,-1 0 1 0 0,0-1-1 0 0,-1 0 1 0 0,0-1 0 0 0,0 0-1 0 0,-1-1 1 0 0,-27 10-1 0 0,40-17-59 0 0,0 1-1 0 0,0-1 0 0 0,0 1 0 0 0,1-1 0 0 0,-1 0 1 0 0,0 1-1 0 0,0-1 0 0 0,0 0 0 0 0,0 1 1 0 0,0-1-1 0 0,0 0 0 0 0,0 0 0 0 0,0 0 1 0 0,0 0-1 0 0,0 0 0 0 0,0 0 0 0 0,0 0 1 0 0,0 0-1 0 0,1-1 0 0 0,-1 1 0 0 0,0 0 1 0 0,0 0-1 0 0,0-1 0 0 0,0 1 0 0 0,0-1 0 0 0,0 1 1 0 0,1-1-1 0 0,-1 1 0 0 0,0-1 0 0 0,0 1 1 0 0,0-1-1 0 0,1 0 0 0 0,-1 1 0 0 0,1-1 1 0 0,-1 0-1 0 0,0 0 0 0 0,1 1 0 0 0,-1-1 1 0 0,1 0-1 0 0,-1 0 0 0 0,1 0 0 0 0,0 0 1 0 0,-1 0-1 0 0,1 1 0 0 0,0-1 0 0 0,0 0 0 0 0,0 0 1 0 0,0 0-1 0 0,0 0 0 0 0,-1 0 0 0 0,2 0 1 0 0,-1 0-1 0 0,0-1 0 0 0,0-3 10 0 0,1 1 0 0 0,0 0 0 0 0,0-1-1 0 0,0 1 1 0 0,0 0 0 0 0,1-1 0 0 0,0 1-1 0 0,0 0 1 0 0,3-6 0 0 0,0 5 8 0 0,0-1-1 0 0,0 1 1 0 0,1 0 0 0 0,-1 0-1 0 0,1 0 1 0 0,0 1-1 0 0,0 0 1 0 0,1 0 0 0 0,-1 0-1 0 0,1 1 1 0 0,0 0 0 0 0,0 1-1 0 0,0-1 1 0 0,0 1-1 0 0,14-2 1 0 0,-16 3-162 0 0,0 1-1 0 0,1 0 0 0 0,-1 0 1 0 0,0 0-1 0 0,0 0 1 0 0,0 1-1 0 0,0 0 1 0 0,0 0-1 0 0,0 0 1 0 0,0 0-1 0 0,0 1 1 0 0,0 0-1 0 0,-1 0 0 0 0,1 0 1 0 0,-1 1-1 0 0,1 0 1 0 0,-1-1-1 0 0,0 1 1 0 0,0 1-1 0 0,0-1 1 0 0,-1 1-1 0 0,1-1 1 0 0,-1 1-1 0 0,4 6 1 0 0,7 4-6148 0 0,-6-7 2655 0 0</inkml:trace>
</inkml:ink>
</file>

<file path=ppt/ink/ink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3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97 844 0 0,'2'-10'1572'0'0,"3"-4"-108"0"0,-1 1-152 0 0,-2 5-135 0 0,1-2 835 0 0,3-7-1172 0 0,-3 10 576 0 0,1-5-400 0 0,5 6-848 0 0,11 21-6865 0 0</inkml:trace>
</inkml:ink>
</file>

<file path=ppt/ink/ink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4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58 484 0 0,'-1'-2'539'0'0,"1"0"0"0"0,-1 1 0 0 0,1-1 0 0 0,-1 0 0 0 0,0 0 0 0 0,1 0 0 0 0,-1 1 0 0 0,0-1 0 0 0,0 1 0 0 0,0-1 0 0 0,-1 0 0 0 0,1 1 0 0 0,0 0 0 0 0,-1-1 0 0 0,-1-1 0 0 0,0 4-454 0 0,1 0 0 0 0,1 1 0 0 0,-1-1 0 0 0,0 1 0 0 0,0-1 0 0 0,0 1 0 0 0,1 0 0 0 0,-1 0 1 0 0,1 0-1 0 0,-1-1 0 0 0,1 1 0 0 0,0 1 0 0 0,0-1 0 0 0,0 0 0 0 0,0 0 0 0 0,0 0 1 0 0,0 0-1 0 0,0 5 0 0 0,0-2 17 0 0,1 1 0 0 0,0-1 1 0 0,0 0-1 0 0,0 1 1 0 0,1-1-1 0 0,0 0 0 0 0,0 0 1 0 0,2 8-1 0 0,6 10 161 0 0,1 0 0 0 0,26 44 0 0 0,-22-41-51 0 0,-8-17-138 0 0,-2 0 1 0 0,1 0-1 0 0,-1 1 0 0 0,0-1 0 0 0,-1 1 0 0 0,0 0 0 0 0,3 19 1 0 0,-7-27-68 0 0,0-1 0 0 0,1 1 0 0 0,-1-1 0 0 0,0 1 0 0 0,0-1 0 0 0,1 0 0 0 0,-1 1 0 0 0,0-1 1 0 0,-1 0-1 0 0,1 0 0 0 0,0 0 0 0 0,0 0 0 0 0,0 0 0 0 0,-1 0 0 0 0,1 0 0 0 0,0 0 0 0 0,-1 0 0 0 0,1-1 1 0 0,-1 1-1 0 0,1-1 0 0 0,-1 1 0 0 0,-1 0 0 0 0,0 0-146 0 0,-1 0 0 0 0,1 0 1 0 0,0 0-1 0 0,-1 0 0 0 0,1 0 0 0 0,-1-1 0 0 0,1 0 0 0 0,-1 0 1 0 0,-6 0-1 0 0,7-1-356 0 0,-1 0 0 0 0,1 0 0 0 0,0 0 0 0 0,0 0 0 0 0,0-1-1 0 0,0 1 1 0 0,0-1 0 0 0,0 0 0 0 0,1 0 0 0 0,-1 0 0 0 0,1 0 0 0 0,-1 0 0 0 0,-3-6 0 0 0,-2-5-2366 0 0</inkml:trace>
  <inkml:trace contextRef="#ctx0" brushRef="#br0" timeOffset="1">190 42 28 0 0,'14'-5'912'0'0,"-1"0"-96"0"0,0-4-68 0 0,3 6-72 0 0,-2-4-76 0 0,1 2-40 0 0,0 3-72 0 0,-2 0-116 0 0,4 2-264 0 0,-7-2-396 0 0,15 2-2296 0 0,-13-1 1240 0 0</inkml:trace>
</inkml:ink>
</file>

<file path=ppt/ink/ink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4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9005 0 0,'0'0'1075'0'0,"18"3"-165"0"0,12-9-551 0 0,0 1 1 0 0,0 2 0 0 0,0 1-1 0 0,1 1 1 0 0,-1 2-1 0 0,1 1 1 0 0,53 10 0 0 0,-82-12-321 0 0,1 0 0 0 0,-1 1 1 0 0,0 0-1 0 0,1-1 1 0 0,-1 1-1 0 0,1 0 1 0 0,-1 0-1 0 0,0 0 0 0 0,0 0 1 0 0,0 0-1 0 0,0 1 1 0 0,0-1-1 0 0,0 1 1 0 0,0-1-1 0 0,0 1 0 0 0,0 0 1 0 0,-1 0-1 0 0,1 0 1 0 0,-1 0-1 0 0,1 0 0 0 0,-1 0 1 0 0,0 0-1 0 0,0 0 1 0 0,0 0-1 0 0,0 1 1 0 0,0-1-1 0 0,0 0 0 0 0,-1 1 1 0 0,1-1-1 0 0,-1 1 1 0 0,1-1-1 0 0,-1 0 1 0 0,0 1-1 0 0,0-1 0 0 0,0 1 1 0 0,-1-1-1 0 0,1 1 1 0 0,0-1-1 0 0,-1 1 1 0 0,0-1-1 0 0,1 0 0 0 0,-1 1 1 0 0,0-1-1 0 0,-2 4 1 0 0,-4 7 39 0 0,0 0 0 0 0,-1 0 1 0 0,0 0-1 0 0,-1-1 0 0 0,0-1 1 0 0,-13 13-1 0 0,-82 75-1837 0 0,29-42-5582 0 0,48-39 3346 0 0</inkml:trace>
</inkml:ink>
</file>

<file path=ppt/ink/ink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8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57 304 0 0,'0'-9'1488'0'0,"0"0"1"0"0,0 1-1 0 0,-1-1 0 0 0,-2-10 0 0 0,-1 18-1385 0 0,0 0 0 0 0,1 1 0 0 0,-1 0 0 0 0,0 0 0 0 0,0 0 0 0 0,0 0 0 0 0,1 0 0 0 0,-1 1 0 0 0,0 0 0 0 0,0-1 0 0 0,1 2 0 0 0,-1-1 0 0 0,1 0 0 0 0,-1 1 0 0 0,1-1 0 0 0,-1 1-1 0 0,1 0 1 0 0,0 0 0 0 0,0 0 0 0 0,0 1 0 0 0,0-1 0 0 0,0 1 0 0 0,1 0 0 0 0,-1 0 0 0 0,1 0 0 0 0,-4 4 0 0 0,6-3-72 0 0,0-1 0 0 0,1 0-1 0 0,-1 1 1 0 0,0-1 0 0 0,1 0 0 0 0,0 1 0 0 0,-1-1-1 0 0,2 0 1 0 0,-1 0 0 0 0,0 0 0 0 0,0 0-1 0 0,1 0 1 0 0,0 0 0 0 0,-1 0 0 0 0,5 4 0 0 0,47 60 260 0 0,-39-52-244 0 0,-2-1-1 0 0,0 1 0 0 0,-1 1 1 0 0,0 0-1 0 0,-2 1 1 0 0,0 0-1 0 0,9 24 0 0 0,-17-38-25 0 0,0-1-1 0 0,-1 1 1 0 0,1-1-1 0 0,-1 1 1 0 0,0 0 0 0 0,0-1-1 0 0,0 1 1 0 0,0-1-1 0 0,0 1 1 0 0,0 0-1 0 0,-1-1 1 0 0,0 1-1 0 0,1-1 1 0 0,-1 1-1 0 0,0-1 1 0 0,0 0-1 0 0,0 1 1 0 0,0-1-1 0 0,-3 4 1 0 0,0-2 23 0 0,0 1 1 0 0,0-1-1 0 0,0 0 1 0 0,0 0-1 0 0,-1 0 0 0 0,0-1 1 0 0,1 1-1 0 0,-9 3 1 0 0,-1 0 19 0 0,-1-1 1 0 0,1-1-1 0 0,-1 0 0 0 0,0 0 1 0 0,-30 4-1 0 0,40-9-304 0 0,-1 1 1 0 0,0-1-1 0 0,1 0 0 0 0,-1 0 1 0 0,0-1-1 0 0,1 0 0 0 0,-6-1 0 0 0,7 1-379 0 0,1 0-1 0 0,0 0 1 0 0,0 0 0 0 0,0-1-1 0 0,0 0 1 0 0,0 1-1 0 0,1-1 1 0 0,-5-4-1 0 0,-2-4-2408 0 0</inkml:trace>
</inkml:ink>
</file>

<file path=ppt/ink/ink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8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54 180 0 0,'19'-7'1024'0'0,"-3"1"-76"0"0,2-1-24 0 0,-3-2-76 0 0,2 4-92 0 0,-7-2-68 0 0,1 2-75 0 0,-3 3-65 0 0,3-2 244 0 0,2 3-748 0 0,1 10-3973 0 0</inkml:trace>
</inkml:ink>
</file>

<file path=ppt/ink/ink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9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6 124 1116 0 0,'-5'-49'8458'0'0,"5"48"-8419"0"0,0 0 1 0 0,1 0-1 0 0,-1 0 1 0 0,0 1 0 0 0,1-1-1 0 0,-1 0 1 0 0,1 0-1 0 0,-1 1 1 0 0,1-1 0 0 0,-1 0-1 0 0,1 1 1 0 0,0-1-1 0 0,-1 1 1 0 0,1-1 0 0 0,0 0-1 0 0,-1 1 1 0 0,1 0-1 0 0,0-1 1 0 0,0 1 0 0 0,1-1-1 0 0,18 0-5656 0 0,-9 3 2925 0 0</inkml:trace>
  <inkml:trace contextRef="#ctx0" brushRef="#br0" timeOffset="1">338 5 524 0 0,'-2'-5'8026'0'0,"67"99"-5833"0"0,5 9-818 0 0,-63-92-1243 0 0,-1 0-1 0 0,-1 1 1 0 0,0-1 0 0 0,-1 1 0 0 0,0 0-1 0 0,0 1 1 0 0,2 18 0 0 0,-7-27-107 0 0,1 0 0 0 0,-1 0 0 0 0,1 0 0 0 0,-1 0 0 0 0,0 0 0 0 0,-1 0 0 0 0,1 0 0 0 0,-1-1 0 0 0,1 1 0 0 0,-1 0 0 0 0,0-1 0 0 0,-1 0 0 0 0,1 1 0 0 0,0-1 1 0 0,-1 0-1 0 0,0 0 0 0 0,0 0 0 0 0,0-1 0 0 0,0 1 0 0 0,0-1 0 0 0,0 1 0 0 0,-1-1 0 0 0,1 0 0 0 0,-7 2 0 0 0,-1 2-209 0 0,0-1 0 0 0,0 0 0 0 0,0-1 0 0 0,-1 0 0 0 0,0 0 0 0 0,-23 2 0 0 0,28-5-933 0 0,-1-1-1 0 0,1 0 1 0 0,-1 0-1 0 0,0-1 0 0 0,-9-2 1 0 0,-3-2-2148 0 0</inkml:trace>
</inkml:ink>
</file>

<file path=ppt/ink/ink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5:59:59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80 808 0 0,'15'-10'996'0'0,"0"-3"-92"0"0,0 5-96 0 0,-2-2-88 0 0,2 1-88 0 0,0 2-44 0 0,-2 0-75 0 0,-2 4-97 0 0,-1-1-232 0 0,-1 0-340 0 0,3 1-336 0 0,3 1-2553 0 0</inkml:trace>
</inkml:ink>
</file>

<file path=ppt/ink/ink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01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524 131 192 0 0,'15'-39'4660'0'0,"-15"37"-3610"0"0,-2-23 2210 0 0,-26 19-2759 0 0,28 6-456 0 0,-1 1-1 0 0,0-1 0 0 0,0 0 0 0 0,0 0 1 0 0,1 0-1 0 0,-1 1 0 0 0,0-1 0 0 0,0 0 1 0 0,0 0-1 0 0,1 0 0 0 0,-1-1 0 0 0,0 1 1 0 0,0 0-1 0 0,0 0 0 0 0,1 0 0 0 0,-1 0 0 0 0,0-1 1 0 0,0 1-1 0 0,1 0 0 0 0,-1-1 0 0 0,0 1 1 0 0,1-1-1 0 0,-1 1 0 0 0,0-1 0 0 0,1 1 1 0 0,-1-1-1 0 0,1 1 0 0 0,-1-1 0 0 0,1 0 1 0 0,-1 1-1 0 0,1-1 0 0 0,-1 0 0 0 0,1 1 1 0 0,0-1-1 0 0,-1 0 0 0 0,1 1 0 0 0,0-1 0 0 0,-1 0 1 0 0,1 0-1 0 0,0 0 0 0 0,0 1 0 0 0,0-1 1 0 0,0 0-1 0 0,0 0 0 0 0,0 0 0 0 0,0 1 1 0 0,0-1-1 0 0,0-1 0 0 0,2-8-37 0 0,-2 7 30 0 0,0 1-38 0 0,2-6 2 0 0,-1 6 44 0 0,-1 1-35 0 0,0 1 0 0 0,0 0-1 0 0,0-1 1 0 0,0 1 0 0 0,0 0-1 0 0,1-1 1 0 0,-1 1 0 0 0,0 0-1 0 0,0-1 1 0 0,0 1 0 0 0,0 0-1 0 0,0-1 1 0 0,0 1 0 0 0,0 0-1 0 0,0-1 1 0 0,-1 1 0 0 0,1 0-1 0 0,0-1 1 0 0,0 1 0 0 0,0 0-1 0 0,0-1 1 0 0,0 1 0 0 0,0 0-1 0 0,-1 0 1 0 0,1-1 0 0 0,0 1-1 0 0,0 0 1 0 0,0-1 0 0 0,-1 1-1 0 0,1 0 1 0 0,0 0 0 0 0,-1 0-1 0 0,1-1 1 0 0,0 1-1 0 0,0 0 1 0 0,-1 0 0 0 0,0-1-1 0 0,1 1-1 0 0,-1 0-1 0 0,0 0 1 0 0,0 0-1 0 0,0 0 0 0 0,0 0 1 0 0,0 0-1 0 0,0 0 1 0 0,1 0-1 0 0,-1 0 1 0 0,0 0-1 0 0,0 0 0 0 0,0 0 1 0 0,0 1-1 0 0,0-1 1 0 0,1 0-1 0 0,-1 1 0 0 0,0-1 1 0 0,0 0-1 0 0,0 1 1 0 0,1-1-1 0 0,-2 2 0 0 0,-22 15 75 0 0,2 2 0 0 0,0 0 0 0 0,1 2 0 0 0,1 0 0 0 0,0 1 0 0 0,-29 45 0 0 0,43-56-63 0 0,-1-1 1 0 0,1 1-1 0 0,1 0 1 0 0,0 1-1 0 0,0-1 0 0 0,1 1 1 0 0,1 0-1 0 0,0 0 1 0 0,1 0-1 0 0,0 0 1 0 0,1 1-1 0 0,0-1 1 0 0,1 0-1 0 0,0 1 1 0 0,1-1-1 0 0,0 1 1 0 0,1-1-1 0 0,1 0 1 0 0,4 15-1 0 0,-3-20-10 0 0,0 1 0 0 0,0-1-1 0 0,0 0 1 0 0,1-1 0 0 0,0 1 0 0 0,0-1-1 0 0,1 0 1 0 0,0 0 0 0 0,0 0-1 0 0,0-1 1 0 0,1 0 0 0 0,-1 0 0 0 0,1-1-1 0 0,1 0 1 0 0,-1 0 0 0 0,0 0 0 0 0,14 3-1 0 0,-15-4-2 0 0,0-1 0 0 0,1-1 0 0 0,-1 1 0 0 0,0-1-1 0 0,1 0 1 0 0,0 0 0 0 0,-1-1 0 0 0,1 0 0 0 0,-1 0 0 0 0,1-1 0 0 0,-1 1-1 0 0,1-1 1 0 0,-1-1 0 0 0,1 1 0 0 0,-1-1 0 0 0,0 0 0 0 0,0-1-1 0 0,0 0 1 0 0,0 0 0 0 0,0 0 0 0 0,0 0 0 0 0,7-7 0 0 0,-12 9-6 0 0,1 0 1 0 0,0-1 0 0 0,-1 1 0 0 0,1-1 0 0 0,-1 0 0 0 0,1 0 0 0 0,-1 1 0 0 0,0-1 0 0 0,0 0 0 0 0,0 0-1 0 0,0 0 1 0 0,0 0 0 0 0,0 0 0 0 0,-1 0 0 0 0,1-1 0 0 0,-1 1 0 0 0,1 0 0 0 0,-1 0 0 0 0,0 0 0 0 0,0-1-1 0 0,0 1 1 0 0,0-4 0 0 0,-1 3-1 0 0,0 0-1 0 0,-1-1 1 0 0,1 1-1 0 0,-1 0 1 0 0,1 0-1 0 0,-1-1 1 0 0,0 1-1 0 0,0 1 1 0 0,0-1-1 0 0,-1 0 1 0 0,1 0-1 0 0,-6-3 1 0 0,-2-2-4 0 0,0 0 1 0 0,-1 1 0 0 0,0 1-1 0 0,0 0 1 0 0,0 0 0 0 0,-22-7-1 0 0,8 6-19 0 0,0 1-1 0 0,0 1 1 0 0,0 1-1 0 0,0 2 1 0 0,-1 0-1 0 0,1 2 1 0 0,-33 3-1 0 0,35 0-1485 0 0,1 1 1 0 0,0 1-1 0 0,-1 0 0 0 0,-39 18 0 0 0,34-10-1846 0 0</inkml:trace>
</inkml:ink>
</file>

<file path=ppt/ink/ink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03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73 680 0 0,'0'0'959'0'0,"-3"-4"506"0"0,2 0-1 0 0,-1 0 1 0 0,0 0 0 0 0,1 0 0 0 0,0-1 0 0 0,-1-5-1 0 0,6 6-1327 0 0,1 0-1 0 0,0 1 0 0 0,0 0 1 0 0,0 0-1 0 0,0 0 0 0 0,0 1 1 0 0,1 0-1 0 0,-1 0 0 0 0,1 0 0 0 0,-1 0 1 0 0,1 1-1 0 0,0 0 0 0 0,7 0 1 0 0,83-4 238 0 0,-83 5-283 0 0,-12 0-91 0 0,0 0 1 0 0,0 0-1 0 0,-1 0 1 0 0,1 0-1 0 0,0 0 1 0 0,0 0-1 0 0,-1 0 1 0 0,1 0-1 0 0,0 0 1 0 0,0 1-1 0 0,-1-1 1 0 0,1 0-1 0 0,0 0 1 0 0,0 1-1 0 0,-1-1 1 0 0,1 0-1 0 0,0 1 0 0 0,-1-1 1 0 0,1 1-1 0 0,0-1 1 0 0,-1 1-1 0 0,1-1 1 0 0,-1 1-1 0 0,1-1 1 0 0,-1 1-1 0 0,1 0 1 0 0,-1-1-1 0 0,1 1 1 0 0,-1 0-1 0 0,0-1 1 0 0,1 1-1 0 0,-1 0 1 0 0,0-1-1 0 0,0 1 1 0 0,1 0-1 0 0,-1 0 0 0 0,0-1 1 0 0,0 1-1 0 0,0 0 1 0 0,0 0-1 0 0,0-1 1 0 0,0 1-1 0 0,0 0 1 0 0,0 0-1 0 0,0 0 1 0 0,-1-1-1 0 0,1 1 1 0 0,0 1-1 0 0,-15 27 27 0 0,13-26-25 0 0,0 0 0 0 0,0 0 1 0 0,0 0-1 0 0,1-1 0 0 0,-1 2 1 0 0,1-1-1 0 0,-1 0 0 0 0,1 0 0 0 0,0 0 1 0 0,0 1-1 0 0,1-1 0 0 0,-1 0 0 0 0,1 1 1 0 0,0-1-1 0 0,0 0 0 0 0,0 1 0 0 0,0-1 1 0 0,0 1-1 0 0,1-1 0 0 0,-1 0 0 0 0,1 1 1 0 0,0-1-1 0 0,0 0 0 0 0,0 0 0 0 0,2 4 1 0 0,5 9 5 0 0,1 0 0 0 0,1-1 0 0 0,20 26 0 0 0,11 21-17 0 0,-40-60 33 0 0,0-1 0 0 0,0 1 0 0 0,0 0 0 0 0,0 0 1 0 0,-1 1-1 0 0,1-1 0 0 0,-1 0 0 0 0,1 0 0 0 0,-1 0 0 0 0,0 0 0 0 0,0 0 0 0 0,0 1 0 0 0,0-1 0 0 0,0 0 0 0 0,0 0 0 0 0,-1 0 0 0 0,1 0 0 0 0,-1 0 0 0 0,1 0 0 0 0,-1 1 0 0 0,0-1 0 0 0,0-1 0 0 0,0 1 0 0 0,0 0 0 0 0,0 0 0 0 0,0 0 0 0 0,-1 0 0 0 0,1-1 0 0 0,0 1 0 0 0,-1-1 1 0 0,0 1-1 0 0,1-1 0 0 0,-1 1 0 0 0,0-1 0 0 0,0 0 0 0 0,1 0 0 0 0,-1 0 0 0 0,-3 1 0 0 0,-10 4 360 0 0,1-1 0 0 0,-1-1 0 0 0,1 0 0 0 0,-27 3 1 0 0,-2 2 542 0 0,42-9-1083 0 0,-4 2-513 0 0,1-2-1713 0 0</inkml:trace>
</inkml:ink>
</file>

<file path=ppt/ink/ink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04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67 884 0 0,'1'-1'528'0'0,"1"-5"844"0"0,0 0 0 0 0,-1 0 0 0 0,1 0 0 0 0,-1-1-1 0 0,0 1 1 0 0,0-12 0 0 0,3 8 320 0 0,11 28-11719 0 0</inkml:trace>
</inkml:ink>
</file>

<file path=ppt/ink/ink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04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46 508 0 0,'0'0'1285'0'0,"13"-17"5651"0"0,-11 17-6293 0 0,0 2-59 0 0,12 15-220 0 0,0 1 0 0 0,-1 0-1 0 0,-1 1 1 0 0,-1 0 0 0 0,-1 0 0 0 0,-1 2-1 0 0,0-1 1 0 0,-1 1 0 0 0,-2 0-1 0 0,0 0 1 0 0,-1 1 0 0 0,4 43 0 0 0,-9-62-347 0 0,-1-1 1 0 0,1 0-1 0 0,-1 1 1 0 0,0-1-1 0 0,0 0 1 0 0,1 0-1 0 0,-1 0 1 0 0,-1 0-1 0 0,1 0 1 0 0,0 0-1 0 0,0 0 1 0 0,-1 0-1 0 0,1 0 0 0 0,-1 0 1 0 0,0-1-1 0 0,1 1 1 0 0,-1-1-1 0 0,0 1 1 0 0,0-1-1 0 0,0 0 1 0 0,0 0-1 0 0,0 0 1 0 0,0 0-1 0 0,-1 0 1 0 0,1 0-1 0 0,0 0 1 0 0,0-1-1 0 0,-3 1 1 0 0,-33 5-1864 0 0,5-9-4949 0 0,18-1 3108 0 0</inkml:trace>
  <inkml:trace contextRef="#ctx0" brushRef="#br0" timeOffset="1">290 59 596 0 0,'12'-10'1244'0'0,"1"2"-80"0"0,-1-1-48 0 0,0 1-112 0 0,1-1-99 0 0,-4 3-89 0 0,3 3-84 0 0,2-1-84 0 0,-6 3 316 0 0,15 6-884 0 0,-16 1-408 0 0,1-1-492 0 0,-1 2-536 0 0,-1-1-1469 0 0</inkml:trace>
</inkml:ink>
</file>

<file path=ppt/ink/ink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05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0 244 316 0 0,'0'0'1197'0'0,"0"-6"-106"0"0,2-17-107 0 0,-2 22-876 0 0,0 0-1 0 0,1 0 1 0 0,0 0-1 0 0,-1 0 0 0 0,1 0 1 0 0,0 0-1 0 0,-1 0 1 0 0,1 0-1 0 0,0 0 0 0 0,0 1 1 0 0,0-1-1 0 0,0 0 1 0 0,0 0-1 0 0,0 1 0 0 0,0-1 1 0 0,0 1-1 0 0,0-1 1 0 0,0 1-1 0 0,0-1 0 0 0,2 0 1 0 0,25-8 1061 0 0,-24 8-939 0 0,27-9 904 0 0,-13 5-605 0 0,0-1 0 0 0,-1-1 0 0 0,1 0 0 0 0,25-16 0 0 0,-41 21-486 0 0,-1 1 0 0 0,1-1-1 0 0,0 0 1 0 0,0 0 0 0 0,-1 0 0 0 0,1 0-1 0 0,-1 0 1 0 0,0 0 0 0 0,0 0-1 0 0,1 0 1 0 0,-1 0 0 0 0,0-1 0 0 0,-1 1-1 0 0,1 0 1 0 0,0-1 0 0 0,-1 1-1 0 0,1-1 1 0 0,-1 1 0 0 0,0-1 0 0 0,0 1-1 0 0,0-1 1 0 0,0 1 0 0 0,0 0-1 0 0,-1-1 1 0 0,1 1 0 0 0,-1-1 0 0 0,1 1-1 0 0,-1 0 1 0 0,-2-4 0 0 0,2 1-3 0 0,-1 1 1 0 0,0 0 0 0 0,0 0 0 0 0,-1 0 0 0 0,1 0 0 0 0,-1 0-1 0 0,0 0 1 0 0,0 0 0 0 0,0 1 0 0 0,0 0 0 0 0,-1 0-1 0 0,1-1 1 0 0,-1 2 0 0 0,-6-5 0 0 0,8 6 25 0 0,1 1-64 0 0,0 1 0 0 0,0-1 0 0 0,0 0 0 0 0,1 1-1 0 0,-1-1 1 0 0,0 1 0 0 0,0-1 0 0 0,0 1 0 0 0,0-1 0 0 0,1 1 0 0 0,-1-1 0 0 0,0 1 0 0 0,1 0 0 0 0,-1-1 0 0 0,0 1 0 0 0,1 0 0 0 0,-1 0 0 0 0,1 0-1 0 0,-1-1 1 0 0,1 1 0 0 0,-1 0 0 0 0,1 0 0 0 0,0 0 0 0 0,0 0 0 0 0,-1 0 0 0 0,1 0 0 0 0,0 0 0 0 0,0 0 0 0 0,0-1 0 0 0,0 1 0 0 0,0 2-1 0 0,0 34 51 0 0,0-34-43 0 0,11 120 81 0 0,28 131 0 0 0,-30-226 292 0 0,-9-27-332 0 0,0-1 0 0 0,0 0-1 0 0,1 1 1 0 0,-1-1 0 0 0,0 1 0 0 0,1-1 0 0 0,-1 0 0 0 0,0 1-1 0 0,1-1 1 0 0,-1 0 0 0 0,0 1 0 0 0,1-1 0 0 0,-1 0-1 0 0,0 1 1 0 0,1-1 0 0 0,-1 0 0 0 0,1 0 0 0 0,-1 0-1 0 0,1 1 1 0 0,-1-1 0 0 0,1 0 0 0 0,-1 0 0 0 0,1 0-1 0 0,-1 0 1 0 0,0 0 0 0 0,1 0 0 0 0,0 0 0 0 0,2-2 170 0 0,0 1 0 0 0,0-1 0 0 0,0 0 1 0 0,0 0-1 0 0,0-1 0 0 0,-1 1 0 0 0,1 0 1 0 0,-1-1-1 0 0,1 0 0 0 0,1-3 0 0 0,13-12-551 0 0,172-160 858 0 0,-122 121-3517 0 0,1 2-3910 0 0,-28 22 2519 0 0</inkml:trace>
</inkml:ink>
</file>

<file path=ppt/ink/ink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09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365 260 20 0 0,'-17'-45'3983'0'0,"14"34"-3421"0"0,-1 0 0 0 0,0 0 0 0 0,0 0 0 0 0,-1 0 0 0 0,-1 1 0 0 0,0 0 0 0 0,0 0 0 0 0,-1 1 0 0 0,0 0 0 0 0,0 0 0 0 0,-1 0 0 0 0,-15-12 0 0 0,18 20-502 0 0,1 0 1 0 0,0 0-1 0 0,-1 1 1 0 0,1 0-1 0 0,-1 0 0 0 0,1 0 1 0 0,0 0-1 0 0,-1 1 1 0 0,1 0-1 0 0,-1-1 0 0 0,1 2 1 0 0,0-1-1 0 0,-6 3 0 0 0,-2 1-16 0 0,1 0-1 0 0,1 1 0 0 0,-1 0 0 0 0,1 0 1 0 0,0 1-1 0 0,0 1 0 0 0,1 0 1 0 0,0 0-1 0 0,0 1 0 0 0,1 0 0 0 0,1 0 1 0 0,-1 1-1 0 0,1 0 0 0 0,1 0 0 0 0,-8 17 1 0 0,7-12-23 0 0,0 1 0 0 0,2 0 0 0 0,0 0 0 0 0,0 0 1 0 0,2 0-1 0 0,0 1 0 0 0,1-1 0 0 0,0 1 0 0 0,2 0 1 0 0,1 28-1 0 0,1-33-32 0 0,-1-1 0 0 0,2 1 1 0 0,-1-1-1 0 0,2 0 0 0 0,-1 0 1 0 0,2 0-1 0 0,-1-1 0 0 0,1 1 1 0 0,1-1-1 0 0,0 0 0 0 0,0 0 1 0 0,1-1-1 0 0,0 0 0 0 0,1 0 1 0 0,0-1-1 0 0,1 0 0 0 0,-1 0 0 0 0,1-1 1 0 0,1 0-1 0 0,-1-1 0 0 0,1 0 1 0 0,0 0-1 0 0,1-1 0 0 0,21 8 1 0 0,-15-8 11 0 0,0-1 1 0 0,0 0 0 0 0,0-1 0 0 0,1 0-1 0 0,-1-2 1 0 0,1 0 0 0 0,-1-1 0 0 0,31-4-1 0 0,-30 1 4 0 0,0 0 0 0 0,0-2 1 0 0,0 0-1 0 0,31-14 0 0 0,-30 11 2 0 0,-1-1 0 0 0,0-1 0 0 0,-1 0 0 0 0,0-1 0 0 0,-1-1 0 0 0,0-1 0 0 0,-1 0-1 0 0,-1-1 1 0 0,0-1 0 0 0,0 0 0 0 0,-2-1 0 0 0,0 0 0 0 0,14-25 0 0 0,-19 29 52 0 0,-1-1-1 0 0,0 1 0 0 0,-1-1 1 0 0,-1 0-1 0 0,0 0 1 0 0,3-17-1 0 0,-7 28 22 0 0,4-13 81 0 0,-4 45 103 0 0,-1-18-251 0 0,0 1 0 0 0,0-1 1 0 0,2 1-1 0 0,-1 0 0 0 0,1-1 1 0 0,1 1-1 0 0,1-1 0 0 0,-1 0 1 0 0,2 0-1 0 0,7 18 0 0 0,-11-29-9 0 0,0 0 0 0 0,1 0 0 0 0,-1 0 0 0 0,1 0-1 0 0,-1 0 1 0 0,1-1 0 0 0,0 1 0 0 0,-1 0 0 0 0,1 0-1 0 0,0 0 1 0 0,0-1 0 0 0,-1 1 0 0 0,1 0 0 0 0,0-1-1 0 0,0 1 1 0 0,0-1 0 0 0,0 1 0 0 0,0-1 0 0 0,0 1-1 0 0,0-1 1 0 0,0 0 0 0 0,0 1 0 0 0,0-1 0 0 0,0 0-1 0 0,0 0 1 0 0,0 0 0 0 0,0 0 0 0 0,0 0 0 0 0,0 0-1 0 0,1 0 1 0 0,1-1 1 0 0,0 0 0 0 0,-1 0 1 0 0,1-1-1 0 0,-1 1 0 0 0,0 0 0 0 0,0-1 0 0 0,1 0 0 0 0,-1 1 0 0 0,0-1 0 0 0,0 0 1 0 0,2-4-1 0 0,5-5 9 0 0,0-1 1 0 0,-1-1 0 0 0,8-16 0 0 0,-7 16-3 0 0,-5 8-24 0 0,-1-1 0 0 0,1 1 0 0 0,-1-1 0 0 0,0 1 0 0 0,0-1 1 0 0,3-8-1 0 0,18 34-16 0 0,-17-10 23 0 0,3 6 3 0 0,0-1 0 0 0,1 0-1 0 0,1 0 1 0 0,0-1 0 0 0,1-1 0 0 0,1 0-1 0 0,0-1 1 0 0,23 15 0 0 0,-36-26 15 0 0,27-13 15 0 0,-22 5-24 0 0,-1 0 0 0 0,0 0 0 0 0,0 0 0 0 0,-1 0-1 0 0,0-1 1 0 0,0 0 0 0 0,5-13 0 0 0,15-65 32 0 0,-18 61-33 0 0,6-31 14 0 0,-3 0 0 0 0,2-64 0 0 0,-2 18-4 0 0,-8 99-17 0 0,-1-5 4 0 0,0 8-2 0 0,-1 0 0 0 0,1 0 0 0 0,0 0-1 0 0,0 0 1 0 0,0 0 0 0 0,0 0 0 0 0,0 0 0 0 0,0 0 0 0 0,0 0 0 0 0,0 1-1 0 0,0-1 1 0 0,0 0 0 0 0,0 0 0 0 0,-1 0 0 0 0,1 0 0 0 0,0 0 0 0 0,0 0-1 0 0,0 0 1 0 0,0 0 0 0 0,0-1 0 0 0,0 1 0 0 0,0 0 0 0 0,0 0 0 0 0,0 0-1 0 0,-1 0 1 0 0,-3 23-7 0 0,0 0-1 0 0,2 0 0 0 0,0 0 0 0 0,1 0 0 0 0,2 0 1 0 0,5 37-1 0 0,-4-40 13 0 0,2-1 1 0 0,0 0-1 0 0,1 0 0 0 0,1 0 1 0 0,1-1-1 0 0,0 0 1 0 0,2 0-1 0 0,16 26 0 0 0,-24-42 1 0 0,0-1 1 0 0,0 0-1 0 0,0 1 0 0 0,1-1 0 0 0,-1 0 0 0 0,1 0 0 0 0,-1 0 1 0 0,1 0-1 0 0,-1 0 0 0 0,1 0 0 0 0,0 0 0 0 0,2 0 0 0 0,-2 0 1 0 0,0 1-1 0 0,0-1 1 0 0,1-1-1 0 0,-1 1 1 0 0,1 0 0 0 0,-1-1-1 0 0,1 1 1 0 0,-1-1-1 0 0,1 1 1 0 0,-1-1-1 0 0,1 0 1 0 0,-1 0-1 0 0,1-1 1 0 0,-1 1-1 0 0,1 0 1 0 0,3-2 0 0 0,1 1 1 0 0,-3 0-4 0 0,60-7 0 0 0,-61 8-3 0 0,-1 0-7 0 0,15 0-39 0 0,-10 1 36 0 0,-5 0 13 0 0,0 0 0 0 0,0 0 0 0 0,0 0 0 0 0,0 0 0 0 0,0 0 0 0 0,0 1 0 0 0,0-1 0 0 0,0 1 0 0 0,-1-1 0 0 0,1 1 0 0 0,-1-1 0 0 0,1 1 0 0 0,-1 0 0 0 0,1 0 0 0 0,-1 0 0 0 0,0 0 0 0 0,0 0 0 0 0,0 0 0 0 0,0 0 0 0 0,0 0 0 0 0,-1 0 0 0 0,1 1 0 0 0,-1-1 0 0 0,1 0 0 0 0,-1 0 0 0 0,0 1 0 0 0,0-1 0 0 0,0 0 1 0 0,0 1-1 0 0,0-1 0 0 0,0 0 0 0 0,-1 1 0 0 0,1-1 0 0 0,-1 0 0 0 0,-1 3 0 0 0,0-2 52 0 0,0-1 0 0 0,0 0 0 0 0,0 1 1 0 0,-1-1-1 0 0,1 0 0 0 0,-1-1 0 0 0,0 1 1 0 0,0 0-1 0 0,1-1 0 0 0,-1 1 0 0 0,0-1 1 0 0,0 0-1 0 0,0 0 0 0 0,0 0 0 0 0,-1-1 1 0 0,1 1-1 0 0,0-1 0 0 0,0 1 0 0 0,0-1 1 0 0,0 0-1 0 0,-1 0 0 0 0,1-1 1 0 0,0 1-1 0 0,0 0 0 0 0,0-1 0 0 0,0 0 1 0 0,-1 0-1 0 0,1 0 0 0 0,0 0 0 0 0,1-1 1 0 0,-5-1-1 0 0,5 2-146 0 0,-8-4-468 0 0,5 0-1679 0 0</inkml:trace>
</inkml:ink>
</file>

<file path=ppt/ink/ink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10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15 132 144 0 0,'6'-44'2537'0'0,"-6"33"-1788"0"0,0 0 1 0 0,-1 0-1 0 0,0 0 1 0 0,-1 0-1 0 0,-6-20 0 0 0,7 29 348 0 0,0 3-1078 0 0,1-1 1 0 0,0 0-1 0 0,-1 0 1 0 0,1 0-1 0 0,-1 1 0 0 0,1-1 1 0 0,0 0-1 0 0,-1 0 0 0 0,1 1 1 0 0,0-1-1 0 0,0 0 1 0 0,-1 1-1 0 0,1-1 0 0 0,0 0 1 0 0,-1 1-1 0 0,1-1 0 0 0,0 0 1 0 0,0 1-1 0 0,0-1 0 0 0,0 0 1 0 0,-1 1-1 0 0,1-1 1 0 0,0 1-1 0 0,0-1 0 0 0,0 1 1 0 0,0-1-1 0 0,0 0 0 0 0,0 1 1 0 0,0-1-1 0 0,0 1 1 0 0,1 27 245 0 0,9 43-89 0 0,-5-44 60 0 0,74 378 1150 0 0,-49-269-1124 0 0,-22-101 2631 0 0,-10-47-2848 0 0,0 0 1 0 0,1 0-1 0 0,0 0 1 0 0,0-1-1 0 0,2 1 1 0 0,-1 0-1 0 0,4-15 1 0 0,-2 21-34 0 0,0-1 1 0 0,0 1-1 0 0,0 0 1 0 0,1 0-1 0 0,0 0 0 0 0,0 0 1 0 0,1 1-1 0 0,-1-1 1 0 0,1 1-1 0 0,0 0 1 0 0,1 0-1 0 0,-1 1 0 0 0,1-1 1 0 0,0 1-1 0 0,0 0 1 0 0,10-6-1 0 0,-2 2-11 0 0,1 1 0 0 0,0 1-1 0 0,0 0 1 0 0,1 1 0 0 0,-1 0 0 0 0,1 1-1 0 0,23-3 1 0 0,-32 6-4 0 0,0 0 1 0 0,1 0-1 0 0,-1 1 0 0 0,1 0 1 0 0,-1 0-1 0 0,0 0 0 0 0,1 1 1 0 0,-1 0-1 0 0,0 0 0 0 0,1 1 1 0 0,-1 0-1 0 0,0 0 0 0 0,0 0 1 0 0,0 1-1 0 0,0 0 0 0 0,-1 0 1 0 0,1 0-1 0 0,-1 1 0 0 0,0-1 1 0 0,8 8-1 0 0,-11-9 3 0 0,-1 1 0 0 0,1-1 0 0 0,-1 0 0 0 0,1 0 0 0 0,-1 1 0 0 0,0-1 0 0 0,0 0 0 0 0,0 1 0 0 0,0-1-1 0 0,0 1 1 0 0,-1 0 0 0 0,1-1 0 0 0,-1 1 0 0 0,0 0 0 0 0,0-1 0 0 0,1 1 0 0 0,-2-1 0 0 0,1 4 0 0 0,-1 0 0 0 0,-1-1 0 0 0,1 1 0 0 0,-1-1 0 0 0,0 0 0 0 0,0 0 0 0 0,-1 0 1 0 0,0 0-1 0 0,-4 6 0 0 0,-6 6-1 0 0,-1 0 0 0 0,-1-1 0 0 0,-26 21 1 0 0,0 0-40 0 0,-76 50 1 0 0,101-77-1668 0 0,0-1 1 0 0,-28 10-1 0 0,37-17-1856 0 0</inkml:trace>
</inkml:ink>
</file>

<file path=ppt/ink/ink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12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167 241 312 0 0,'28'-96'3344'0'0,"5"-26"1690"0"0,-32 121-4982 0 0,-1 0 0 0 0,0 1 0 0 0,0-1 0 0 0,1 0 0 0 0,-1 0 0 0 0,0 1 0 0 0,0-1 0 0 0,0 0 0 0 0,0 0 0 0 0,0 0 0 0 0,0 1 0 0 0,0-1 0 0 0,0 0 0 0 0,0 0 0 0 0,0 1 0 0 0,0-1 0 0 0,-1 0 0 0 0,1 0-1 0 0,0 1 1 0 0,-1-1 0 0 0,1 0 0 0 0,0 1 0 0 0,-1-1 0 0 0,1 0 0 0 0,-1 1 0 0 0,1-1 0 0 0,-1 1 0 0 0,1-1 0 0 0,-2 0 0 0 0,1 0-12 0 0,0 1 0 0 0,-1 0 0 0 0,1 0 0 0 0,0 0 0 0 0,-1 0-1 0 0,1 0 1 0 0,0 0 0 0 0,0 1 0 0 0,-1-1 0 0 0,1 0 0 0 0,0 1 0 0 0,0-1 0 0 0,-1 1-1 0 0,1-1 1 0 0,-2 2 0 0 0,-42 29 295 0 0,31-18-272 0 0,0 0-1 0 0,0 1 1 0 0,2 0 0 0 0,0 1-1 0 0,0 1 1 0 0,1 0-1 0 0,1 1 1 0 0,1-1-1 0 0,0 2 1 0 0,2-1-1 0 0,0 1 1 0 0,0 1-1 0 0,-3 21 1 0 0,7-26-16 0 0,1 1 1 0 0,0-1-1 0 0,2 1 1 0 0,-1 0-1 0 0,2-1 0 0 0,0 1 1 0 0,1-1-1 0 0,0 1 1 0 0,1-1-1 0 0,1 0 0 0 0,0 0 1 0 0,1 0-1 0 0,0 0 1 0 0,1-1-1 0 0,1 0 0 0 0,0 0 1 0 0,0-1-1 0 0,11 12 1 0 0,-13-16-7 0 0,1 0 1 0 0,0-1 0 0 0,1 0-1 0 0,0 0 1 0 0,0 0 0 0 0,0-1-1 0 0,1 0 1 0 0,0-1 0 0 0,0 0-1 0 0,0 0 1 0 0,11 4 0 0 0,-17-8 40 0 0,-3-4-77 0 0,0-1-1 0 0,0 1 1 0 0,0 0-1 0 0,0 0 1 0 0,0 0-1 0 0,0 0 1 0 0,-1 0-1 0 0,0 1 1 0 0,1-1-1 0 0,-1 0 1 0 0,0 1-1 0 0,0-1 1 0 0,-1 1-1 0 0,1 0 1 0 0,0 0-1 0 0,-1-1 1 0 0,0 2-1 0 0,1-1 1 0 0,-1 0-1 0 0,0 0 1 0 0,-3-1-1 0 0,-5-3-9 0 0,-1 1 1 0 0,0 0-1 0 0,-21-6 0 0 0,7 7-1231 0 0</inkml:trace>
</inkml:ink>
</file>

<file path=ppt/ink/ink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12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9561 0 0,'8'-9'195'0'0,"0"0"1"0"0,-1 0 0 0 0,0-1-1 0 0,0 0 1 0 0,-1 0-1 0 0,0-1 1 0 0,-1 0 0 0 0,0 0-1 0 0,-1 0 1 0 0,3-12-1 0 0,6 12-1202 0 0,9 8-4737 0 0</inkml:trace>
</inkml:ink>
</file>

<file path=ppt/ink/ink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13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71 548 0 0,'-2'-21'9621'0'0,"10"42"-7632"0"0,13 47-1739 0 0,-9-28 289 0 0,-1-1 18 0 0,8 51 0 0 0,-17-81-481 0 0,-1 1 0 0 0,0-1 0 0 0,-1 1 0 0 0,0-1 0 0 0,0 1 0 0 0,-1-1 0 0 0,0 1 0 0 0,-1-1 0 0 0,0 1 0 0 0,-6 16 0 0 0,6-21-162 0 0,-1-1 1 0 0,1 1 0 0 0,-1-1 0 0 0,0 0-1 0 0,0 0 1 0 0,0 0 0 0 0,-1 0 0 0 0,0-1 0 0 0,1 1-1 0 0,-1-1 1 0 0,0 0 0 0 0,0 0 0 0 0,-1 0-1 0 0,1-1 1 0 0,-7 3 0 0 0,8-4-380 0 0,0 0 0 0 0,0 0 1 0 0,0 0-1 0 0,0-1 0 0 0,0 1 0 0 0,-1-1 0 0 0,1 0 1 0 0,0 0-1 0 0,0 0 0 0 0,0 0 0 0 0,0-1 1 0 0,0 1-1 0 0,0-1 0 0 0,-1 0 0 0 0,1 0 1 0 0,-4-1-1 0 0,-7-6-2703 0 0</inkml:trace>
  <inkml:trace contextRef="#ctx0" brushRef="#br0" timeOffset="1">215 49 188 0 0,'18'-7'728'0'0,"3"-5"-56"0"0,1 7-64 0 0,-3-1-80 0 0,-1 0-56 0 0,2 2-56 0 0,-6 3-100 0 0,4-1-244 0 0,2 0-376 0 0,-4 1-312 0 0,0-1-672 0 0,3 2 300 0 0</inkml:trace>
</inkml:ink>
</file>

<file path=ppt/ink/ink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09T06:00:13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1 772 0 0,'7'32'3676'0'0,"-11"-1"-2661"0"0,0 0 0 0 0,-2 0 0 0 0,-2 0 0 0 0,0-1 0 0 0,-24 55 0 0 0,-88 170 186 0 0,23-98-7568 0 0,68-114 3343 0 0</inkml:trace>
</inkml:ink>
</file>

<file path=ppt/ink/ink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5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62 219 144,'-57'-113'11305,"57"111"-11177,-1 1 0,0-1-1,1 1 1,-1-1 0,1 1 0,-1-1 0,1 1 0,0-1-1,0 1 1,-1-1 0,1 0 0,0 1 0,1-1-1,-1 1 1,0-1 0,0 0 0,1 1 0,-1-1-1,1 1 1,-1-1 0,1 1 0,-1-1 0,1 1-1,0 0 1,2-3 0,0 1-35,0-1 1,1 1-1,-1 0 1,1 0-1,0 1 1,0-1-1,0 1 0,0 0 1,5-2-1,14-4-111,0 1 0,41-8-1,-58 14 165,0 0-140,-1 0-1,1 0 0,-1 1 0,0 0 1,1 0-1,-1 0 0,1 1 0,-1 0 1,0 0-1,1 0 0,-1 0 0,0 1 1,5 2-1,-8-3-3,-1 0 0,1 0 0,-1 0 0,0 0 1,0 0-1,1 0 0,-1 0 0,0 0 0,0 1 0,0-1 1,0 0-1,0 1 0,-1-1 0,1 1 0,0-1 1,-1 1-1,1-1 0,0 2 0,-1 0 0,0 0-1,0 0 1,0 0 0,0-1-1,0 1 1,-1 0 0,1 0-1,-1-1 1,0 1 0,0 0-1,0-1 1,0 1-1,0-1 1,-2 3 0,-7 12 5,3-5-13,0 0 0,1 1 1,0 0-1,-7 27 1,12-36 3,0 0 1,0 0 0,1 0-1,0 0 1,0 0-1,0 0 1,1 0 0,-1 0-1,1 0 1,0 0 0,0 0-1,0 0 1,1 0-1,-1-1 1,1 1 0,0 0-1,0-1 1,0 0 0,0 1-1,1-1 1,-1 0-1,4 3 1,46 33 4,-43-34-1,-1 0 0,0 1 0,-1 0-1,1 0 1,-1 1 0,12 13-1,-18-19-1,-1 1 0,1-1 0,0 0-1,-1 0 1,1 0 0,-1 1-1,1-1 1,-1 0 0,1 0-1,-1 1 1,0-1 0,0 0-1,0 1 1,0-1 0,0 0-1,0 1 1,0-1 0,0 0-1,0 1 1,-1-1 0,1 0-1,0 1 1,-2 1 0,1-1 1,-1 1 0,0-1 0,1 0 0,-1 0 0,0 1 1,-1-1-1,1 0 0,0-1 0,0 1 0,-5 2 0,-6 3 6,-1 0 0,0-1-1,-20 5 1,24-7-9,-34 8-10,32-9-411,1 0-1,-1 0 1,1 1-1,0 1 1,-21 11 0</inkml:trace>
</inkml:ink>
</file>

<file path=ppt/ink/ink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6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75 820,'70'-74'15179,"-70"74"-15207,1 0 0,0 1 0,0-1 0,0 1 0,0-1 1,-1 1-1,1-1 0,0 1 0,0-1 0,-1 1 0,1 0 0,0-1 0,-1 1 1,1 0-1,-1 0 0,1-1 0,-1 1 0,1 0 0,-1 0 0,0 0 0,1 0 1,-1 0-1,0 1 0,10 32-2582,-4-12-3981,-2-14 3142</inkml:trace>
</inkml:ink>
</file>

<file path=ppt/ink/ink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6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419 133 260,'-3'-9'658,"-1"1"-1,0 0 0,0 0 1,-1 1-1,0-1 1,0 1-1,0 0 1,-1 0-1,0 1 1,-1 0-1,1 0 1,-1 0-1,0 1 1,-13-8-1,11 9-438,-1 1 0,1-1-1,-1 1 1,0 1 0,1 0-1,-1 0 1,0 1 0,0 1-1,-1-1 1,1 1 0,0 1 0,-16 3-1,7-1-4,8-3-80,-1 2-1,1-1 1,0 2-1,0-1 1,0 1-1,0 1 1,0 0-1,1 1 1,0 0-1,0 0 1,0 1-1,-12 10 1,20-15-115,1 1 1,0-1 0,0 1 0,0-1-1,1 1 1,-1-1 0,0 1-1,0 0 1,1-1 0,-1 1 0,1 0-1,0 0 1,-1-1 0,1 1-1,0 0 1,0 0 0,0 0 0,0-1-1,0 1 1,1 0 0,-1 0 0,0-1-1,1 1 1,0 0 0,-1-1-1,1 1 1,0 0 0,0-1 0,0 1-1,0-1 1,0 1 0,0-1-1,0 0 1,0 1 0,1-1 0,-1 0-1,3 2 1,4 5 23,1-1 0,0 0 1,0-1-1,16 9 0,-13-9-11,0 1 0,-1 0 0,0 0 0,0 1 0,0 1 0,-1 0 0,13 15 0,-19-19-27,-1 1 0,1-1 0,-1 1-1,0 0 1,0 0 0,-1 1 0,1-1 0,-2 0 0,1 1 0,-1 0 0,1-1-1,-2 1 1,1 0 0,-1-1 0,0 1 0,-2 12 0,-2 3-26,0 0 0,-2 0 1,0-1-1,-12 27 0,-10 2-3068,25-37-2073</inkml:trace>
</inkml:ink>
</file>

<file path=ppt/ink/ink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6.8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93 168,'1'-1'228,"0"0"-1,0 0 1,0 0 0,0 1-1,0-1 1,0 0 0,0 0-1,0 1 1,0-1 0,0 0-1,1 1 1,-1-1 0,0 1-1,0 0 1,1-1 0,-1 1-1,0 0 1,0 0-1,1 0 1,-1 0 0,0 0-1,1 0 1,-1 0 0,0 0-1,1 0 1,-1 1 0,0-1-1,0 0 1,1 1 0,-1 0-1,0-1 1,2 2 0,0 1 33,1 0 1,-1 0-1,0 0 1,0 1-1,-1-1 1,1 1 0,-1 0-1,1 0 1,1 4-1,2 10 122,0 1 0,0-1 0,-2 1 0,0 0 0,-2 0 0,0 1 1,-1-1-1,-1 0 0,0 1 0,-2-1 0,-6 33 0,5-41-241,-1 0 1,0 1-1,0-1 0,-1-1 1,-12 20-1,15-26-298,-1 0 0,0 0 0,0 0-1,0 0 1,-1-1 0,1 1 0,-1-1 0,0 0-1,0 0 1,0 0 0,0-1 0,0 1 0,0-1-1,-1 0 1,0 0 0,-5 1 0,9-3-152,0 0 0,-1 0-1,1 0 1,0 0 0,-1 0 0,1-1 0,0 1 0,-1 0 0,1-1-1,0 1 1,0-1 0,0 0 0,-1 1 0,1-1 0,0 0 0,0 1-1,0-1 1,0 0 0,0 0 0,0 0 0,0 0 0,-1-2 0,-5-9-3069</inkml:trace>
  <inkml:trace contextRef="#ctx0" brushRef="#br0" timeOffset="1">386 36 720,'21'-10'684,"-3"3"-40,-2-1-64,1 4-68,-4 1-64,-3 1 204,10 0-720,1 6-3196</inkml:trace>
</inkml:ink>
</file>

<file path=ppt/ink/ink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8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178 113 1260,'46'-86'7103,"-28"59"-119,-41 56-6646,-13 13 21,2 1 1,1 2-1,3 2 1,-45 91-1,73-134-342,1 0 1,-1-1-1,1 1 0,0 0 0,0 0 0,0 0 0,1 0 0,-1 0 1,1 0-1,0 0 0,0 0 0,0 1 0,1-1 0,0 0 0,-1 0 1,1 0-1,1-1 0,1 6 0,-1-6-14,0-1 0,0 1 1,0-1-1,0 0 0,0 0 0,1 0 0,-1 0 0,0-1 1,1 1-1,0 0 0,-1-1 0,1 0 0,0 0 0,0 0 0,0 0 1,0 0-1,0 0 0,0-1 0,0 1 0,0-1 0,0 0 1,0 0-1,0 0 0,4-1 0,9-1-8,0-1 1,0 0-1,0-1 0,-1-1 1,1 0-1,22-13 1,10-2 87,-46 20 217,-2 1-293,0-1-1,1 1 0,-1 0 0,0-1 1,1 1-1,-1 0 0,0 0 1,0 0-1,0-1 0,0 1 0,0 0 1,0 0-1,0 0 0,0-1 0,0 1 1,0 0-1,0 0 0,0-1 1,-1 1-1,1 0 0,0 0 0,0-1 1,-1 1-1,1 0 0,-1 1 1,-9 25 85,9-27-88,-51 111 583,9-25-3149,20-27-6760,20-50 5273</inkml:trace>
</inkml:ink>
</file>

<file path=ppt/ink/ink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9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84 108,'2'-4'714,"1"0"1,-1 0-1,-1-1 1,1 1-1,-1-1 1,0 0-1,2-8 0,6-25 4507,-8 37-3758</inkml:trace>
</inkml:ink>
</file>

<file path=ppt/ink/ink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9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25 832,'0'0'951,"31"-19"4401,-29 18-5263,0 1 0,0-1 1,0 0-1,0 0 0,0 1 1,0-1-1,0 1 0,1 0 0,-1-1 1,0 1-1,0 0 0,0 0 1,0 1-1,1-1 0,-1 0 1,0 1-1,0-1 0,0 1 1,0 0-1,0 0 0,0-1 0,0 1 1,0 1-1,0-1 0,-1 0 1,1 0-1,0 1 0,-1-1 1,1 1-1,-1-1 0,1 1 1,-1 0-1,0-1 0,1 1 1,-1 0-1,0 0 0,-1 0 0,1 0 1,0 0-1,0 0 0,-1 0 1,1 0-1,-1 1 0,0-1 1,1 2-1,-1 6-19,1-1-1,-1 1 1,-1-1 0,1 1 0,-2-1-1,1 1 1,-2-1 0,1 0 0,-5 12-1,-4 6 53,-23 48 164,32-69-252,0 0 0,1 0 0,0 0 0,0 0 0,0 0 0,0 0 0,1 7 0,0-12-29,1 0-1,-1 0 0,0 0 0,1-1 1,-1 1-1,1 0 0,-1 0 0,1-1 1,-1 1-1,1 0 0,-1-1 0,1 1 0,0 0 1,0-1-1,-1 1 0,1-1 0,0 1 1,0-1-1,-1 1 0,1-1 0,0 0 1,0 0-1,0 1 0,0-1 0,-1 0 0,1 0 1,0 0-1,0 0 0,0 0 0,0 0 1,0 0-1,1 0 0,28-2 45,78-39 40,-73 26 231,0 2-1,0 2 1,60-12-1,-91 22-296,-1 1 1,0-1-1,0 1 1,0 0-1,0 0 1,0 0-1,0 1 1,0-1-1,0 1 0,0 0 1,0-1-1,0 1 1,0 1-1,0-1 1,0 0-1,-1 1 1,1-1-1,0 1 1,-1 0-1,5 4 0,-4-3-3,0 1 0,-1 0-1,1 0 1,-1 0-1,0 0 1,0 0 0,-1 1-1,1-1 1,-1 1-1,0-1 1,0 1-1,1 7 1,-2-2 8,1-1 0,-1 1 0,-1 0 0,0-1 0,0 1 0,-1-1 0,0 0 0,-1 1 0,0-1 0,0 0 0,-1-1 0,-8 16 0,11-22-63,0-1 1,0 0 0,-1 0-1,1 1 1,0-1 0,0 0 0,-1 0-1,1 0 1,-1 0 0,1 0-1,-1-1 1,1 1 0,-1 0-1,1-1 1,-3 1 0,3-1-365,-1 1 1,0-1-1,1 0 1,-1 0 0,0-1-1,1 1 1,-1 0-1,0 0 1,1-1-1,-1 1 1,1-1 0,-1 0-1,1 1 1,-1-1-1,1 0 1,-1 0-1,1 0 1,-1 0-1,1 0 1,-2-3 0,-5-6-3185</inkml:trace>
</inkml:ink>
</file>

<file path=ppt/ink/ink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9T06:00:19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71 940,'38'-12'1332,"-8"2"32,10 1-12,-13 1-27,-2 0-133,-7 5-136,-1-4-108,-3 2-144,0-1-100,-4 5 108,5-1-1064</inkml:trace>
</inkml:ink>
</file>

<file path=ppt/ink/ink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2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1152 276 0 0,'0'0'3081'0'0,"3"-6"-2615"0"0,6-8-142 0 0,2 1 1 0 0,-1-1-1 0 0,2 2 0 0 0,24-23 0 0 0,66-46 648 0 0,-35 30-507 0 0,394-376 1661 0 0,-187 113-1369 0 0,-256 292-698 0 0,-4 6 85 0 0,0-1 0 0 0,-1-1 0 0 0,-1 0 0 0 0,-1-1 0 0 0,16-35-1 0 0,-27 53-126 0 0,1 0 1 0 0,-1 1-1 0 0,1-1 0 0 0,-1 0 0 0 0,0 1 0 0 0,0-1 0 0 0,1 0 0 0 0,-1 0 0 0 0,0 1 0 0 0,0-1 0 0 0,0 0 1 0 0,0 0-1 0 0,0 1 0 0 0,0-1 0 0 0,0 0 0 0 0,0 0 0 0 0,0 0 0 0 0,-1 1 0 0 0,1-1 0 0 0,0 0 0 0 0,0 1 1 0 0,-1-1-1 0 0,1 0 0 0 0,0 0 0 0 0,-1-1 0 0 0,-17 4 108 0 0,14 0-120 0 0,0 1 0 0 0,0-1 0 0 0,0 1 0 0 0,0 0 0 0 0,0 0 0 0 0,0 0 0 0 0,-6 7 0 0 0,5-2 0 0 0,1 1 0 0 0,-1 0 1 0 0,2 0-1 0 0,-1 0 0 0 0,1 1 1 0 0,0-1-1 0 0,1 1 0 0 0,0 0 1 0 0,1 0-1 0 0,0-1 0 0 0,1 1 0 0 0,0 0 1 0 0,0 0-1 0 0,1 0 0 0 0,3 17 1 0 0,5 15-18 0 0,2 0 1 0 0,23 55 0 0 0,-13-38-24 0 0,-17-46 15 0 0,5 12-58 0 0,-2-1-1 0 0,0 2 1 0 0,4 38 0 0 0,-10-58 58 0 0,-1 1 1 0 0,1 0-1 0 0,-1 0 0 0 0,-1-1 0 0 0,0 1 1 0 0,0 0-1 0 0,0-1 0 0 0,-1 1 0 0 0,1 0 1 0 0,-2-1-1 0 0,1 0 0 0 0,-1 0 0 0 0,0 0 0 0 0,0 0 1 0 0,0 0-1 0 0,-1 0 0 0 0,0-1 0 0 0,-8 9 1 0 0,8-11 20 0 0,0-1 0 0 0,0 1 0 0 0,0 0 0 0 0,0-1 1 0 0,-1 0-1 0 0,1 0 0 0 0,-1-1 0 0 0,0 1 0 0 0,1-1 1 0 0,-1 0-1 0 0,0 0 0 0 0,0-1 0 0 0,0 1 0 0 0,0-1 0 0 0,0 0 1 0 0,1 0-1 0 0,-1-1 0 0 0,-9-1 0 0 0,-3-1 146 0 0,0-1-1 0 0,0-1 1 0 0,-31-12-1 0 0,42 14-100 0 0,-1 0 0 0 0,1 0 0 0 0,-1 0 0 0 0,1 0 0 0 0,0-1 0 0 0,1 0 0 0 0,-1-1 0 0 0,1 1 0 0 0,0-1 0 0 0,0 0 0 0 0,-6-7 0 0 0,11 11-131 0 0,11-17-748 0 0,18 10-116 0 0,0 0-4558 0 0,-8 1 3037 0 0</inkml:trace>
</inkml:ink>
</file>

<file path=ppt/ink/ink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2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23 68 0 0,'-1'-22'9282'0'0,"-4"59"-8834"0"0,-43 448 5624 0 0,45-434-5853 0 0,2-18-230 0 0,-1 0 0 0 0,-2 0 0 0 0,-1 0 0 0 0,-12 37-1 0 0,17-69-604 0 0,-30-27-12057 0 0</inkml:trace>
</inkml:ink>
</file>

<file path=ppt/ink/ink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2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1 103 212 0 0,'10'-4'744'0'0,"-1"-1"-36"0"0,6 1-20 0 0,3-2-76 0 0,1-1-68 0 0,3-2-48 0 0,4 3-52 0 0,2-3-28 0 0,0 2-64 0 0,9-2-31 0 0,-7 4-129 0 0,12-2-136 0 0,-17 2-172 0 0,2 2-181 0 0,-8-1-171 0 0,2 3-352 0 0,-8-5-884 0 0,7 1 392 0 0</inkml:trace>
</inkml:ink>
</file>

<file path=ppt/ink/ink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3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0 436 0 0,'0'0'7655'0'0,"-6"2"-7361"0"0,-10 5-20 0 0,0 0 0 0 0,1 2 0 0 0,0-1 0 0 0,0 2 0 0 0,1 0 0 0 0,0 1 0 0 0,1 0 0 0 0,0 1 0 0 0,1 0 0 0 0,0 1 0 0 0,1 0 0 0 0,-18 29-1 0 0,21-18 30 0 0,8-24-297 0 0,0 0-1 0 0,0 1 1 0 0,0-1-1 0 0,0 0 1 0 0,0 1-1 0 0,1-1 1 0 0,-1 0 0 0 0,0 0-1 0 0,0 1 1 0 0,0-1-1 0 0,0 0 1 0 0,0 0-1 0 0,1 1 1 0 0,-1-1-1 0 0,0 0 1 0 0,0 0-1 0 0,0 1 1 0 0,1-1 0 0 0,-1 0-1 0 0,0 0 1 0 0,0 0-1 0 0,1 0 1 0 0,-1 1-1 0 0,0-1 1 0 0,1 0-1 0 0,-1 0 1 0 0,0 0-1 0 0,0 0 1 0 0,1 0-1 0 0,-1 0 1 0 0,0 0 0 0 0,1 0-1 0 0,-1 0 1 0 0,0 0-1 0 0,1 0 1 0 0,-1 0-1 0 0,1 0 1 0 0,4-1 11 0 0,0 0 0 0 0,-1-1 0 0 0,1 1-1 0 0,0-1 1 0 0,0 0 0 0 0,-1-1 0 0 0,5-2 0 0 0,17-11-109 0 0,-1 0-1 0 0,37-34 1 0 0,-61 49 71 0 0,3 2-20 0 0,-2-2 37 0 0,-1 1 0 0 0,0 0 0 0 0,1 0 1 0 0,-1 0-1 0 0,1 0 0 0 0,-1 1 0 0 0,1-1 0 0 0,-1 0 0 0 0,0 1 0 0 0,1-1 0 0 0,-1 1 1 0 0,0-1-1 0 0,1 1 0 0 0,-1-1 0 0 0,0 1 0 0 0,0 0 0 0 0,1 0 0 0 0,1 1 0 0 0,1 6-1 0 0,1 0-1 0 0,0-1 0 0 0,1 1 0 0 0,-1-1 0 0 0,1-1 0 0 0,1 1 0 0 0,9 7 0 0 0,-13-12 3 0 0,-1-1 1 0 0,0 1-1 0 0,1-1 1 0 0,0 0-1 0 0,-1 0 1 0 0,1 0-1 0 0,0 0 1 0 0,0 0-1 0 0,-1-1 1 0 0,1 1-1 0 0,0-1 1 0 0,0 0-1 0 0,0 0 1 0 0,0 0-1 0 0,-1 0 1 0 0,1 0-1 0 0,0-1 1 0 0,0 1-1 0 0,0-1 1 0 0,-1 0-1 0 0,1 0 1 0 0,0 0-1 0 0,-1 0 1 0 0,1 0-1 0 0,-1 0 1 0 0,1-1-1 0 0,-1 1 1 0 0,3-3-1 0 0,183-140-569 0 0,-187 144 571 0 0,-1 0-1 0 0,1-1 1 0 0,0 1 0 0 0,-1 0-1 0 0,1 0 1 0 0,0 0-1 0 0,-1-1 1 0 0,1 1-1 0 0,0 0 1 0 0,-1 0-1 0 0,1 0 1 0 0,0 0-1 0 0,-1 0 1 0 0,1 0 0 0 0,0 1-1 0 0,-1-1 1 0 0,1 0-1 0 0,0 0 1 0 0,-1 0-1 0 0,1 1 1 0 0,-1-1-1 0 0,1 0 1 0 0,0 1-1 0 0,-1-1 1 0 0,1 0-1 0 0,-1 1 1 0 0,1-1 0 0 0,-1 1-1 0 0,1-1 1 0 0,-1 1-1 0 0,1-1 1 0 0,-1 1-1 0 0,0-1 1 0 0,1 1-1 0 0,-1-1 1 0 0,0 1-1 0 0,1 0 1 0 0,-1-1 0 0 0,0 1-1 0 0,0 0 1 0 0,0-1-1 0 0,1 1 1 0 0,-1 0-1 0 0,0-1 1 0 0,0 1-1 0 0,0 0 1 0 0,0 0-1 0 0,0 1 7 0 0,0 1-2 0 0,1 42-2 0 0,-4 17 26 0 0,3-60 5 0 0,4-3-32 0 0,-1 1 0 0 0,1-1-1 0 0,-1 0 1 0 0,0 0 0 0 0,1 0 0 0 0,-1-1 0 0 0,0 1 0 0 0,0-1 0 0 0,0 1 0 0 0,5-5 0 0 0,39-19 17 0 0,-40 22-14 0 0,-1 1-9 0 0,0 0 0 0 0,-1 0 0 0 0,1 0 0 0 0,0 1 0 0 0,0 0 0 0 0,0 0 0 0 0,11 0 0 0 0,-15 1-1 0 0,5 1-180 0 0,-1 1 0 0 0,0 0 0 0 0,0 0 0 0 0,0 0 0 0 0,0 1 0 0 0,10 6 1 0 0,-12-8-360 0 0,19 0-630 0 0,-3-2-3239 0 0,-2-2 2160 0 0</inkml:trace>
</inkml:ink>
</file>

<file path=ppt/ink/ink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3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230 263 92 0 0,'0'0'2702'0'0,"-6"1"-2032"0"0,-2 2-411 0 0,0-1 1 0 0,1 1-1 0 0,0 0 0 0 0,-1 1 0 0 0,1 0 0 0 0,0 0 0 0 0,1 1 0 0 0,-1 0 1 0 0,1 0-1 0 0,0 0 0 0 0,0 1 0 0 0,1-1 0 0 0,-1 2 0 0 0,1-1 0 0 0,1 0 0 0 0,-1 1 1 0 0,-5 12-1 0 0,7-13-90 0 0,0 3 55 0 0,-1-1 0 0 0,1 0 0 0 0,1 1 1 0 0,0-1-1 0 0,-2 12 0 0 0,4-19-200 0 0,0 1-1 0 0,0 0 0 0 0,0-1 1 0 0,0 1-1 0 0,0-1 0 0 0,0 1 1 0 0,1-1-1 0 0,-1 1 0 0 0,0-1 1 0 0,1 1-1 0 0,-1-1 0 0 0,1 1 1 0 0,0-1-1 0 0,0 1 0 0 0,-1-1 1 0 0,1 0-1 0 0,0 1 0 0 0,0-1 1 0 0,0 0-1 0 0,0 0 0 0 0,0 0 1 0 0,1 1-1 0 0,-1-1 1 0 0,0-1-1 0 0,0 1 0 0 0,1 0 1 0 0,-1 0-1 0 0,0 0 0 0 0,1-1 1 0 0,-1 1-1 0 0,1-1 0 0 0,-1 1 1 0 0,1-1-1 0 0,-1 1 0 0 0,4-1 1 0 0,-2 0-1 0 0,1 0 0 0 0,-1 0-1 0 0,1 0 1 0 0,-1 0 0 0 0,1-1 0 0 0,0 0 0 0 0,-1 0 0 0 0,0 0 0 0 0,1 0 0 0 0,-1 0 0 0 0,1-1 0 0 0,-1 1 0 0 0,0-1 0 0 0,0 0 0 0 0,0 0 0 0 0,0 0 0 0 0,0-1 0 0 0,-1 1 0 0 0,1-1 0 0 0,-1 1 0 0 0,1-1 0 0 0,-1 0-1 0 0,0 0 1 0 0,2-4 0 0 0,6-8 77 0 0,0-1 0 0 0,-1-1-1 0 0,7-18 1 0 0,-10 20-16 0 0,0 0 1 0 0,-1-1 0 0 0,-1 0-1 0 0,0 0 1 0 0,-1 0 0 0 0,-1 0-1 0 0,-1 0 1 0 0,0-25-1 0 0,-2 32-59 0 0,1 0-1 0 0,-2 1 1 0 0,1-1-1 0 0,-1 0 0 0 0,0 1 1 0 0,-1-1-1 0 0,0 1 0 0 0,0 0 1 0 0,-1 0-1 0 0,0 0 0 0 0,0 0 1 0 0,-1 1-1 0 0,0 0 0 0 0,0 0 1 0 0,0 0-1 0 0,-1 0 0 0 0,-11-8 1 0 0,12 11-30 0 0,1 1 1 0 0,-1 0 0 0 0,0 0-1 0 0,-1 1 1 0 0,1-1-1 0 0,-1 1 1 0 0,1 0-1 0 0,-1 1 1 0 0,1-1 0 0 0,-1 1-1 0 0,0 0 1 0 0,0 1-1 0 0,1-1 1 0 0,-1 1-1 0 0,0 0 1 0 0,0 1-1 0 0,0-1 1 0 0,1 1 0 0 0,-10 3-1 0 0,9-2-649 0 0,-1 0-1 0 0,1 0 1 0 0,0 1-1 0 0,0 0 1 0 0,0 0-1 0 0,0 1 1 0 0,0-1-1 0 0,1 1 1 0 0,0 1-1 0 0,-8 6 1 0 0,3 1-2366 0 0</inkml:trace>
</inkml:ink>
</file>

<file path=ppt/ink/ink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4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7 720 0 0,'0'0'705'0'0,"-14"-4"1903"0"0,7 3-2356 0 0,0 1 0 0 0,0 0 0 0 0,0 0-1 0 0,0 1 1 0 0,1 0 0 0 0,-1 0 0 0 0,0 1 0 0 0,1 0 0 0 0,-1 0 0 0 0,1 0-1 0 0,-1 1 1 0 0,1 0 0 0 0,0 0 0 0 0,0 0 0 0 0,0 1 0 0 0,1 0 0 0 0,-1 0-1 0 0,1 1 1 0 0,0-1 0 0 0,0 1 0 0 0,1 0 0 0 0,-1 1 0 0 0,1-1 0 0 0,0 1-1 0 0,1 0 1 0 0,-1-1 0 0 0,-3 11 0 0 0,7-15-237 0 0,-1 0 0 0 0,1 0 0 0 0,-1 0-1 0 0,1 0 1 0 0,-1 0 0 0 0,1 0 0 0 0,0 0 0 0 0,-1 0 0 0 0,1 0 0 0 0,0 0-1 0 0,0 0 1 0 0,0 0 0 0 0,0 1 0 0 0,0-1 0 0 0,0 0 0 0 0,0 0 0 0 0,0 0-1 0 0,0 0 1 0 0,1 0 0 0 0,-1 0 0 0 0,0 0 0 0 0,1 0 0 0 0,-1 0 0 0 0,1 0-1 0 0,-1 0 1 0 0,1 0 0 0 0,-1 0 0 0 0,1 0 0 0 0,0 0 0 0 0,0 0-1 0 0,-1 0 1 0 0,1-1 0 0 0,0 1 0 0 0,0 0 0 0 0,0 0 0 0 0,0-1 0 0 0,0 1-1 0 0,0-1 1 0 0,0 1 0 0 0,0-1 0 0 0,0 1 0 0 0,0-1 0 0 0,0 0 0 0 0,0 1-1 0 0,0-1 1 0 0,0 0 0 0 0,0 0 0 0 0,1 0 0 0 0,-1 0 0 0 0,0 0 0 0 0,2 0-1 0 0,4 0-16 0 0,0 0 0 0 0,0-1 0 0 0,0 1 0 0 0,0-1 0 0 0,13-4 0 0 0,45-20-388 0 0,-63 24 363 0 0,2 1-26 0 0,-4 0 50 0 0,1 0 1 0 0,-1 0-1 0 0,1 0 0 0 0,0 0 1 0 0,-1 0-1 0 0,1 0 0 0 0,0 0 1 0 0,-1 0-1 0 0,1 0 0 0 0,-1 0 1 0 0,1 0-1 0 0,0 0 0 0 0,-1 0 1 0 0,1 0-1 0 0,-1 1 0 0 0,1-1 1 0 0,0 0-1 0 0,-1 0 0 0 0,1 1 1 0 0,-1-1-1 0 0,1 0 0 0 0,-1 1 1 0 0,1-1-1 0 0,-1 1 0 0 0,1-1 1 0 0,-1 0-1 0 0,0 1 0 0 0,1-1 1 0 0,-1 1-1 0 0,0-1 0 0 0,1 1 1 0 0,-1 0-1 0 0,1 4-5 0 0,0-1 0 0 0,0 0 0 0 0,1 0 1 0 0,-1 0-1 0 0,1-1 0 0 0,0 1 0 0 0,0 0 0 0 0,4 6 0 0 0,-4-8 6 0 0,-2-2 3 0 0,8 6 11 0 0,-6-5-11 0 0,0-1 0 0 0,0 0 0 0 0,-1 0 0 0 0,1 0 0 0 0,0 0 0 0 0,0 0 0 0 0,0-1 0 0 0,0 1 0 0 0,0 0-1 0 0,0-1 1 0 0,0 1 0 0 0,0-1 0 0 0,-1 0 0 0 0,3-1 0 0 0,17-9 0 0 0,0-1 0 0 0,0-1-1 0 0,-2-1 1 0 0,22-20 0 0 0,-17 15-39 0 0,49-32-1 0 0,-71 50 31 0 0,-2 1-2 0 0,0 0 10 0 0,0-1 0 0 0,0 1 0 0 0,0 0 0 0 0,0 0 0 0 0,0 0 0 0 0,0 0 0 0 0,0 0 0 0 0,0-1-1 0 0,0 1 1 0 0,0 0 0 0 0,0 0 0 0 0,0 0 0 0 0,0 0 0 0 0,0 0 0 0 0,0-1 0 0 0,0 1 0 0 0,0 0 0 0 0,1 0 0 0 0,-1 0-1 0 0,0 0 1 0 0,0 0 0 0 0,0 0 0 0 0,0 0 0 0 0,0-1 0 0 0,0 1 0 0 0,0 0 0 0 0,1 0 0 0 0,-1 0 0 0 0,0 0-1 0 0,0 0 1 0 0,0 0 0 0 0,0 0 0 0 0,0 0 0 0 0,1 0 0 0 0,-1 0 0 0 0,0 0 0 0 0,0 0 0 0 0,0 0 0 0 0,0 0 0 0 0,1 0-1 0 0,-1 0 1 0 0,0 0 0 0 0,0 0 0 0 0,0 0 0 0 0,0 0 0 0 0,0 0 0 0 0,1 0 0 0 0,-1 0 0 0 0,0 0 0 0 0,0 0 0 0 0,0 0-1 0 0,0 0 1 0 0,0 1 0 0 0,1-1 0 0 0,11 8 0 0 0,6 9 20 0 0,-12-12-255 0 0,0-1 0 0 0,1 1 0 0 0,0-1 0 0 0,-1-1 0 0 0,1 1 0 0 0,13 3 0 0 0,24 0-5179 0 0,-29-8 3100 0 0</inkml:trace>
</inkml:ink>
</file>

<file path=ppt/ink/ink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4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69 323 576 0 0,'0'0'2933'0'0,"-6"3"-2276"0"0,1-1-411 0 0,-1 1 0 0 0,1 0 1 0 0,0 0-1 0 0,1 1 0 0 0,-1-1 0 0 0,0 1 1 0 0,1 0-1 0 0,0 1 0 0 0,-4 4 0 0 0,7-7-187 0 0,0-1-1 0 0,0 0 1 0 0,-1 1-1 0 0,1 0 1 0 0,1-1-1 0 0,-1 1 1 0 0,0-1-1 0 0,0 1 1 0 0,1 0-1 0 0,-1 0 1 0 0,0-1-1 0 0,1 1 1 0 0,0 0-1 0 0,-1 0 1 0 0,1 0 0 0 0,0-1-1 0 0,0 1 1 0 0,0 0-1 0 0,0 0 1 0 0,1 0-1 0 0,-1 0 1 0 0,0-1-1 0 0,1 1 1 0 0,-1 0-1 0 0,1 0 1 0 0,0-1-1 0 0,-1 1 1 0 0,1 0-1 0 0,0-1 1 0 0,0 1-1 0 0,0-1 1 0 0,0 1-1 0 0,1-1 1 0 0,-1 1-1 0 0,0-1 1 0 0,0 0-1 0 0,1 0 1 0 0,2 2-1 0 0,-2-1-32 0 0,1 0 0 0 0,0 0-1 0 0,0-1 1 0 0,0 1 0 0 0,0-1-1 0 0,0 0 1 0 0,0 0 0 0 0,0 0 0 0 0,1 0-1 0 0,-1 0 1 0 0,0-1 0 0 0,0 1-1 0 0,1-1 1 0 0,-1 0 0 0 0,0 0-1 0 0,1 0 1 0 0,-1-1 0 0 0,0 1 0 0 0,1-1-1 0 0,-1 0 1 0 0,0 0 0 0 0,0 0-1 0 0,0 0 1 0 0,0 0 0 0 0,0-1 0 0 0,0 1-1 0 0,0-1 1 0 0,0 0 0 0 0,0 0-1 0 0,2-3 1 0 0,2 0-12 0 0,0-2 1 0 0,0 1-1 0 0,0-1 1 0 0,-1 0-1 0 0,0-1 0 0 0,-1 1 1 0 0,0-1-1 0 0,0 0 1 0 0,5-11-1 0 0,0-8 185 0 0,-1 0-1 0 0,-2-1 1 0 0,-1 1 0 0 0,0-1-1 0 0,-2-1 1 0 0,-2 1 0 0 0,0 0-1 0 0,-2-1 1 0 0,-7-56 0 0 0,7 84 95 0 0,-4-6 297 0 0,-5 13-123 0 0,-7 13-91 0 0,16-19-406 0 0,-5 8 103 0 0,1-1 1 0 0,1 1 0 0 0,-1 0-1 0 0,1 0 1 0 0,1 0-1 0 0,-1 1 1 0 0,1-1 0 0 0,1 0-1 0 0,0 1 1 0 0,0 0 0 0 0,0-1-1 0 0,1 1 1 0 0,1-1 0 0 0,-1 1-1 0 0,3 9 1 0 0,3 13-517 0 0,2-1-1 0 0,20 52 1 0 0,-11-34-1407 0 0,5 3-3884 0 0,-7-26 2457 0 0</inkml:trace>
</inkml:ink>
</file>

<file path=ppt/ink/ink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5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60 596 0 0,'0'0'5779'0'0,"-3"5"-4969"0"0,-4 7-360 0 0,1 1 0 0 0,-1 0 0 0 0,2 0 0 0 0,0 0 1 0 0,0 0-1 0 0,2 1 0 0 0,-1 0 0 0 0,2 0 0 0 0,0 0 0 0 0,0 0 0 0 0,2 0 0 0 0,-1 0 0 0 0,4 24 0 0 0,-2-38-434 0 0,-1 1 1 0 0,1 0-1 0 0,0-1 1 0 0,0 1-1 0 0,0 0 1 0 0,-1-1-1 0 0,1 1 1 0 0,0-1-1 0 0,0 0 1 0 0,0 1-1 0 0,0-1 1 0 0,0 0-1 0 0,0 1 1 0 0,0-1-1 0 0,0 0 0 0 0,0 0 1 0 0,0 0-1 0 0,0 0 1 0 0,0 0-1 0 0,0 0 1 0 0,0 0-1 0 0,0 0 1 0 0,0 0-1 0 0,0-1 1 0 0,0 1-1 0 0,0 0 1 0 0,1-1-1 0 0,27-7 181 0 0,18-16-31 0 0,-35 16-185 0 0,1 1 0 0 0,0 0 0 0 0,0 1 0 0 0,0 1-1 0 0,0 0 1 0 0,1 1 0 0 0,0 0 0 0 0,0 1 0 0 0,0 0-1 0 0,0 2 1 0 0,20-1 0 0 0,-26 2 19 0 0,109 1-82 0 0,-106-1 103 0 0,1-1 1 0 0,0-1-1 0 0,-1 0 0 0 0,1-1 0 0 0,-1 0 0 0 0,1-1 0 0 0,17-8 0 0 0,-24 9 80 0 0,-1 0 1 0 0,0-1-1 0 0,0 1 0 0 0,0-1 0 0 0,-1 0 1 0 0,1 0-1 0 0,-1 0 0 0 0,0 0 0 0 0,0-1 0 0 0,-1 1 1 0 0,1-1-1 0 0,-1 0 0 0 0,0 1 0 0 0,0-1 0 0 0,0 0 1 0 0,-1 0-1 0 0,0 0 0 0 0,0-1 0 0 0,0 1 0 0 0,0 0 1 0 0,-1 0-1 0 0,0-1 0 0 0,0 1 0 0 0,-1 0 0 0 0,1 0 1 0 0,-1 0-1 0 0,0-1 0 0 0,-1 1 0 0 0,1 0 0 0 0,-1 0 1 0 0,0 1-1 0 0,0-1 0 0 0,-5-8 0 0 0,6 11-67 0 0,1 2-64 0 0,-1 0 0 0 0,1 0 0 0 0,0-1 0 0 0,-1 1 0 0 0,1 0 1 0 0,-1 0-1 0 0,1 0 0 0 0,-1 0 0 0 0,1-1 0 0 0,0 1 0 0 0,-1 0 0 0 0,1 0 0 0 0,-1 0 0 0 0,1 0 0 0 0,-1 0 0 0 0,1 0 0 0 0,0 0 0 0 0,-1 0 0 0 0,1 0 0 0 0,-1 0 0 0 0,1 0 0 0 0,-1 1 0 0 0,1-1 0 0 0,0 0 0 0 0,-1 0 0 0 0,1 0 0 0 0,-1 0 0 0 0,1 1 0 0 0,0-1 0 0 0,-1 0 0 0 0,1 0 0 0 0,0 1 0 0 0,-1-1 1 0 0,1 0-1 0 0,0 1 0 0 0,-1-1 0 0 0,1 0 0 0 0,-1 1 0 0 0,-18 17-3599 0 0,10 1-2742 0 0</inkml:trace>
</inkml:ink>
</file>

<file path=ppt/ink/ink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6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66 348 0 0,'-1'-8'10584'0'0,"-12"14"-10004"0"0,0 1 0 0 0,0 1 1 0 0,1 0-1 0 0,0 1 0 0 0,0 0 1 0 0,-13 15-1 0 0,23-23-450 0 0,2 0 25 0 0,0 0-150 0 0,0-1 0 0 0,0 0 0 0 0,0 0 1 0 0,-1 0-1 0 0,1 0 0 0 0,0 0 1 0 0,0 0-1 0 0,0 1 0 0 0,0-1 0 0 0,0 0 1 0 0,0 0-1 0 0,0 0 0 0 0,0 0 1 0 0,0 0-1 0 0,0 1 0 0 0,0-1 0 0 0,0 0 1 0 0,0 0-1 0 0,0 0 0 0 0,0 0 1 0 0,0 0-1 0 0,0 1 0 0 0,0-1 0 0 0,0 0 1 0 0,0 0-1 0 0,0 0 0 0 0,0 0 1 0 0,0 1-1 0 0,0-1 0 0 0,0 0 0 0 0,0 0 1 0 0,0 0-1 0 0,0 0 0 0 0,0 0 1 0 0,0 0-1 0 0,1 1 0 0 0,-1-1 0 0 0,0 0 1 0 0,0 0-1 0 0,0 0 0 0 0,0 0 0 0 0,0 0 1 0 0,0 0-1 0 0,0 0 0 0 0,1 0 1 0 0,-1 1-1 0 0,0-1 0 0 0,0 0 0 0 0,0 0 1 0 0,0 0-1 0 0,0 0 0 0 0,1 0 1 0 0,-1 0-1 0 0,0 0 0 0 0,0 0 0 0 0,0 0 1 0 0,0 0-1 0 0,1 0 0 0 0,-1 0 1 0 0,0 0-1 0 0,0 0 0 0 0,0 0 0 0 0,1 0 1 0 0,48-11-114 0 0,-35 7 25 0 0,0 0 1 0 0,0 1-1 0 0,0 1 0 0 0,1 0 1 0 0,-1 1-1 0 0,0 1 1 0 0,1 0-1 0 0,26 4 0 0 0,-27 0 44 0 0,-1-2-1 0 0,0 1 0 0 0,1-2 1 0 0,-1 0-1 0 0,0-1 0 0 0,1 0 1 0 0,-1-1-1 0 0,27-4 0 0 0,-33 3 43 0 0,0 0-1 0 0,-1-1 0 0 0,1 1 0 0 0,-1-1 1 0 0,1-1-1 0 0,-1 1 0 0 0,0-1 0 0 0,0 0 0 0 0,0 0 1 0 0,-1-1-1 0 0,0 0 0 0 0,1 0 0 0 0,-2 0 1 0 0,1-1-1 0 0,-1 1 0 0 0,1-1 0 0 0,-2 0 0 0 0,6-11 1 0 0,0-8 439 0 0,-8 28-444 0 0,-2 0 2 0 0,1-1 0 0 0,1 0 0 0 0,-1 0 0 0 0,0 1 0 0 0,0-1 0 0 0,1 0 1 0 0,-1 0-1 0 0,1 0 0 0 0,0 1 0 0 0,0-1 0 0 0,0 0 0 0 0,0 0 0 0 0,0 0 0 0 0,0 0 0 0 0,0-1 0 0 0,1 1 1 0 0,-1 0-1 0 0,2 1 0 0 0,1 1-7 0 0,0 0-1 0 0,0-1 1 0 0,0 0 0 0 0,0 0 0 0 0,0 0 0 0 0,0 0 0 0 0,1-1-1 0 0,0 0 1 0 0,-1 0 0 0 0,1 0 0 0 0,0 0 0 0 0,0-1 0 0 0,0 0-1 0 0,0 0 1 0 0,0 0 0 0 0,0 0 0 0 0,0-1 0 0 0,0 0 0 0 0,1 0-1 0 0,-1 0 1 0 0,9-2 0 0 0,-3-1-31 0 0,0-1 1 0 0,0 0-1 0 0,0 0 1 0 0,-1-1-1 0 0,0 0 0 0 0,1-1 1 0 0,-2 0-1 0 0,16-12 1 0 0,-17 11-2 0 0,-5 4 13 0 0,0 1-1 0 0,0-1 0 0 0,0 1 1 0 0,0-1-1 0 0,1 1 1 0 0,-1 0-1 0 0,8-3 0 0 0,-11 6 26 0 0,1-1-1 0 0,0 0 1 0 0,0 0-1 0 0,0 1 0 0 0,0-1 1 0 0,-1 0-1 0 0,1 1 1 0 0,0-1-1 0 0,0 1 0 0 0,0-1 1 0 0,-1 1-1 0 0,1 0 1 0 0,0-1-1 0 0,-1 1 1 0 0,1 0-1 0 0,-1-1 0 0 0,1 1 1 0 0,-1 0-1 0 0,1 0 1 0 0,-1-1-1 0 0,1 1 0 0 0,-1 0 1 0 0,0 0-1 0 0,1 0 1 0 0,-1 0-1 0 0,0 0 1 0 0,0-1-1 0 0,0 1 0 0 0,0 0 1 0 0,0 0-1 0 0,0 0 1 0 0,0 0-1 0 0,0 0 0 0 0,0 1 1 0 0,0 36-19 0 0,0-36 17 0 0,-9 84 18 0 0,-4-1 1 0 0,-3 0 0 0 0,-4-1 0 0 0,-42 111-1 0 0,44-151 91 0 0,-1 0 0 0 0,-2-1-1 0 0,-32 49 1 0 0,50-87-13 0 0,-1-1 0 0 0,1 1 0 0 0,-1-1 1 0 0,-1 1-1 0 0,1-1 0 0 0,-1 0 0 0 0,1-1 0 0 0,-1 1 0 0 0,0-1 0 0 0,0 0 1 0 0,-1 0-1 0 0,1 0 0 0 0,-1-1 0 0 0,1 0 0 0 0,-1 0 0 0 0,0 0 0 0 0,1-1 1 0 0,-1 0-1 0 0,-12 1 0 0 0,15-2-24 0 0,0 0 0 0 0,-1-1 0 0 0,1 1 1 0 0,0-1-1 0 0,0 1 0 0 0,0-1 0 0 0,-1 0 0 0 0,1-1 1 0 0,0 1-1 0 0,0 0 0 0 0,1-1 0 0 0,-1 1 0 0 0,0-1 1 0 0,0 0-1 0 0,1 0 0 0 0,-1 0 0 0 0,1-1 0 0 0,0 1 1 0 0,-1 0-1 0 0,1-1 0 0 0,0 1 0 0 0,1-1 0 0 0,-1 0 1 0 0,0 0-1 0 0,1 0 0 0 0,-1 0 0 0 0,1 0 0 0 0,0 0 1 0 0,0 0-1 0 0,0 0 0 0 0,1 0 0 0 0,-1-1 0 0 0,1 1 1 0 0,0 0-1 0 0,-1 0 0 0 0,1-1 0 0 0,1-3 0 0 0,-1-5-38 0 0,1 0 0 0 0,0 0 1 0 0,1 0-1 0 0,1 0 0 0 0,0 0 0 0 0,0 0 0 0 0,1 0 0 0 0,0 1 0 0 0,1 0 0 0 0,1 0 0 0 0,-1 0 0 0 0,2 1 0 0 0,0 0 0 0 0,0 0 0 0 0,0 0 0 0 0,1 1 0 0 0,1 0 0 0 0,16-12 0 0 0,-7 6-793 0 0,0 1-1 0 0,1 1 1 0 0,33-17 0 0 0,-23 16-3620 0 0,58-19 0 0 0,-41 21-27 0 0</inkml:trace>
</inkml:ink>
</file>

<file path=ppt/ink/ink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6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63 114 572 0 0,'10'-21'1328'0'0,"-5"10"-97"0"0,0 0 0 0 0,1 0 0 0 0,0 0 0 0 0,1 1 0 0 0,0-1-1 0 0,12-11 1 0 0,-18 21-579 0 0,3-3 2155 0 0,-8 30-2125 0 0,-1 0-1 0 0,-1-1 1 0 0,-9 26-1 0 0,-10 37 206 0 0,-18 165 939 0 0,27-146-2392 0 0,9-82-3006 0 0,-4-17-4829 0 0</inkml:trace>
</inkml:ink>
</file>

<file path=ppt/ink/ink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7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1012 0 0,'0'0'5193'0'0,"8"0"-4539"0"0,72-2 684 0 0,284-21 1449 0 0,-163-3-2045 0 0,-151 17-103 0 0,-1-2-1 0 0,90-33 0 0 0,-138 44-217 0 0,17-3 1060 0 0,-21 6-1471 0 0,-1 0 5 0 0,1 0 1 0 0,0 0-1 0 0,0 0 0 0 0,0 1 1 0 0,0 0-1 0 0,-4 6 0 0 0,6-8-12 0 0,0 0 0 0 0,1-1 0 0 0,-1 1 0 0 0,1 0 0 0 0,-1-1 0 0 0,1 1 0 0 0,0 0 0 0 0,-1-1 0 0 0,1 1 0 0 0,0 0 0 0 0,0 0 0 0 0,0-1 0 0 0,0 1 0 0 0,1 0 0 0 0,-1-1 0 0 0,0 1 0 0 0,1 0 0 0 0,-1-1 0 0 0,1 1 0 0 0,0 0 0 0 0,-1-1 0 0 0,1 1 0 0 0,0-1 0 0 0,0 1 0 0 0,0-1 0 0 0,0 1 0 0 0,0-1 0 0 0,0 0 0 0 0,2 2 0 0 0,2 0 2 0 0,-1 0 1 0 0,1 0-1 0 0,0 0 0 0 0,0 0 0 0 0,0-1 1 0 0,0 0-1 0 0,0 0 0 0 0,0-1 0 0 0,1 1 0 0 0,-1-1 1 0 0,1 0-1 0 0,-1 0 0 0 0,1-1 0 0 0,-1 0 1 0 0,1 0-1 0 0,10-1 0 0 0,-1 0 4 0 0,0-1 1 0 0,-1-1-1 0 0,1 0 0 0 0,-1-1 0 0 0,15-6 1 0 0,-27 9-5 0 0,0 1 1 0 0,0-1-1 0 0,-1 0 0 0 0,1 1 1 0 0,0-1-1 0 0,0 0 0 0 0,-1 0 1 0 0,1 0-1 0 0,-1-1 1 0 0,1 1-1 0 0,-1 0 0 0 0,1 0 1 0 0,-1-1-1 0 0,0 1 1 0 0,0-1-1 0 0,0 1 0 0 0,0-1 1 0 0,0 0-1 0 0,0 1 0 0 0,1-4 1 0 0,-2 3-3 0 0,0 1 0 0 0,0-1 1 0 0,0 1-1 0 0,0-1 0 0 0,0 1 1 0 0,-1-1-1 0 0,1 1 0 0 0,0-1 1 0 0,-1 1-1 0 0,0 0 0 0 0,1-1 1 0 0,-1 1-1 0 0,0 0 0 0 0,0-1 1 0 0,1 1-1 0 0,-1 0 0 0 0,0 0 1 0 0,0 0-1 0 0,-3-2 0 0 0,-1-2-5 0 0,-1 0 1 0 0,0 1-1 0 0,0 0 0 0 0,-1 0 0 0 0,1 0 0 0 0,-1 1 1 0 0,0 0-1 0 0,0 0 0 0 0,-7-1 0 0 0,-93-11-1646 0 0,35 10-6331 0 0,52 5 4362 0 0</inkml:trace>
</inkml:ink>
</file>

<file path=ppt/ink/ink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9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44 576 556 0 0,'-5'7'411'0'0,"0"-1"0"0"0,0 1 1 0 0,1 0-1 0 0,0 0 0 0 0,1 1 0 0 0,-1-1 0 0 0,1 1 0 0 0,1 0 1 0 0,-1 0-1 0 0,1 0 0 0 0,1 0 0 0 0,0 0 0 0 0,0 0 0 0 0,0 1 0 0 0,1 8 1 0 0,1-16-351 0 0,-1-1 1 0 0,0 1 0 0 0,1 0-1 0 0,-1 0 1 0 0,0-1 0 0 0,1 1-1 0 0,-1 0 1 0 0,1 0-1 0 0,-1-1 1 0 0,1 1 0 0 0,0-1-1 0 0,-1 1 1 0 0,1 0 0 0 0,0-1-1 0 0,-1 1 1 0 0,1-1 0 0 0,0 0-1 0 0,-1 1 1 0 0,1-1 0 0 0,0 1-1 0 0,0-1 1 0 0,0 0 0 0 0,-1 0-1 0 0,1 1 1 0 0,0-1 0 0 0,0 0-1 0 0,0 0 1 0 0,0 0-1 0 0,0 0 1 0 0,-1 0 0 0 0,1 0-1 0 0,0 0 1 0 0,0 0 0 0 0,0-1-1 0 0,0 1 1 0 0,-1 0 0 0 0,1 0-1 0 0,0-1 1 0 0,0 1 0 0 0,0 0-1 0 0,-1-1 1 0 0,1 1 0 0 0,0-1-1 0 0,0 0 1 0 0,36-18 739 0 0,1-9-394 0 0,-2-2 0 0 0,-2-2 0 0 0,-1-1 0 0 0,30-38 0 0 0,-40 43-243 0 0,-2-1 1 0 0,-2-1-1 0 0,0 0 1 0 0,-2-2-1 0 0,24-61 1 0 0,-38 82-66 0 0,-1 1 0 0 0,0 0 1 0 0,0-1-1 0 0,-1 1 0 0 0,-1-1 0 0 0,1 1 1 0 0,-3-15-1 0 0,2 23-38 0 0,0 2-55 0 0,0 0 0 0 0,0-1 0 0 0,0 1 0 0 0,0-1 0 0 0,0 1 0 0 0,0-1 0 0 0,0 1 0 0 0,0 0 0 0 0,0-1 0 0 0,0 1 0 0 0,-1-1 0 0 0,1 1 0 0 0,0 0 0 0 0,0-1 0 0 0,0 1 0 0 0,0-1 1 0 0,-1 1-1 0 0,1 0 0 0 0,0-1 0 0 0,-1 1 0 0 0,1 0 0 0 0,0 0 0 0 0,0-1 0 0 0,-1 1 0 0 0,1 0 0 0 0,0-1 0 0 0,-1 1 0 0 0,1 0 0 0 0,-1 0 0 0 0,1 0 0 0 0,0-1 0 0 0,-1 1 0 0 0,1 0 0 0 0,-1 0 0 0 0,1 0 0 0 0,0 0 1 0 0,-1 0-1 0 0,1 0 0 0 0,-1 0 0 0 0,-2 2-6 0 0,0 0 0 0 0,0 0 1 0 0,0 0-1 0 0,0 1 0 0 0,1-1 1 0 0,-1 1-1 0 0,1 0 1 0 0,-1 0-1 0 0,1-1 0 0 0,0 2 1 0 0,0-1-1 0 0,1 0 0 0 0,-1 0 1 0 0,1 0-1 0 0,-1 1 0 0 0,1-1 1 0 0,0 1-1 0 0,0-1 0 0 0,1 1 1 0 0,-1 0-1 0 0,1-1 0 0 0,0 1 1 0 0,0-1-1 0 0,0 1 0 0 0,0 0 1 0 0,0-1-1 0 0,1 1 1 0 0,0-1-1 0 0,1 7 0 0 0,1-3 0 0 0,0 0 0 0 0,0 0-1 0 0,0-1 1 0 0,0 1 0 0 0,1-1 0 0 0,1 0-1 0 0,-1 0 1 0 0,1 0 0 0 0,0 0 0 0 0,0-1-1 0 0,0 0 1 0 0,1 0 0 0 0,0 0 0 0 0,9 6-1 0 0,1-2-73 0 0,0 0-1 0 0,1-1 0 0 0,0-1 1 0 0,0 0-1 0 0,1-1 0 0 0,-1-1 1 0 0,1-1-1 0 0,1 0 1 0 0,-1-1-1 0 0,0-1 0 0 0,1-1 1 0 0,-1-1-1 0 0,1 0 0 0 0,-1-2 1 0 0,0 0-1 0 0,1-1 0 0 0,-1 0 1 0 0,0-2-1 0 0,-1 0 0 0 0,1-1 1 0 0,19-10-1 0 0,-27 10 45 0 0,0-1 0 0 0,-1 0-1 0 0,0-1 1 0 0,-1 0-1 0 0,0 0 1 0 0,0-1 0 0 0,-1 0-1 0 0,0 0 1 0 0,0-1 0 0 0,-1 0-1 0 0,0 0 1 0 0,7-20 0 0 0,-12 28 38 0 0,3-15 294 0 0,-10 12-36 0 0,5 6-261 0 0,0-1 0 0 0,0 0 0 0 0,0 1-1 0 0,0-1 1 0 0,1 1 0 0 0,-1-1 0 0 0,0 1-1 0 0,0 0 1 0 0,1-1 0 0 0,-1 1 0 0 0,0 0 0 0 0,1-1-1 0 0,-1 1 1 0 0,0 0 0 0 0,1 0 0 0 0,-1-1 0 0 0,1 1-1 0 0,-1 0 1 0 0,1 0 0 0 0,0 0 0 0 0,-1 0-1 0 0,1 0 1 0 0,0 0 0 0 0,0 0 0 0 0,0 0 0 0 0,-1 0-1 0 0,1 1 1 0 0,0 2-1 0 0,0 1 1 0 0,1-1-1 0 0,-1 0 0 0 0,1 1 0 0 0,0-1 0 0 0,0 0 0 0 0,0 0 0 0 0,0 0 0 0 0,1 0 1 0 0,0 0-1 0 0,-1 0 0 0 0,2 0 0 0 0,-1-1 0 0 0,5 7 0 0 0,-1-3-1 0 0,0 0-1 0 0,1-1 1 0 0,-1 0-1 0 0,1 0 1 0 0,1-1 0 0 0,14 9-1 0 0,-9-7-51 0 0,0 0 1 0 0,0-1-1 0 0,1-1 0 0 0,0 0 1 0 0,0-1-1 0 0,0-1 1 0 0,1 0-1 0 0,27 2 0 0 0,-24-6-35 0 0,0 0-1 0 0,0-1 1 0 0,0 0 0 0 0,0-2-1 0 0,-1 0 1 0 0,1-1 0 0 0,-1 0-1 0 0,0-2 1 0 0,-1 0 0 0 0,25-15-1 0 0,-30 16 77 0 0,-1-2 0 0 0,1 1 0 0 0,-2-1 0 0 0,1-1 0 0 0,-1 0 0 0 0,0 0 0 0 0,-1-1 0 0 0,0 0-1 0 0,-1 0 1 0 0,0-1 0 0 0,0 0 0 0 0,-1 0 0 0 0,-1-1 0 0 0,0 1 0 0 0,6-23 0 0 0,-4 4 772 0 0,-1 0 1 0 0,-1 0-1 0 0,0-39 1 0 0,-5 67-54 0 0,-16 26-403 0 0,4 4-179 0 0,1 1 0 0 0,1 0 0 0 0,2 0 0 0 0,1 1 1 0 0,-6 48-1 0 0,-1 4 47 0 0,-119 558 696 0 0,126-592-580 0 0,6-46-214 0 0,1-8-82 0 0,0-18-37 0 0,1 0 1 0 0,1 0 0 0 0,1 0 0 0 0,1 0 0 0 0,7-24-1 0 0,45-122-372 0 0,-51 156 373 0 0,59-135-240 0 0,-55 132 235 0 0,0 1 0 0 0,1 0 1 0 0,0 1-1 0 0,1 0 0 0 0,1 1 1 0 0,21-21-1 0 0,-28 31 19 0 0,0 1 0 0 0,0 0 0 0 0,0 0 0 0 0,0 0 1 0 0,0 0-1 0 0,1 1 0 0 0,0 0 0 0 0,-1 0 0 0 0,1 1 0 0 0,0-1 0 0 0,0 1 0 0 0,-1 0 0 0 0,1 1 0 0 0,12 0 0 0 0,-16 0 21 0 0,1 0 1 0 0,0 0-1 0 0,0 1 0 0 0,0-1 1 0 0,0 1-1 0 0,0 0 0 0 0,-1-1 0 0 0,1 2 1 0 0,0-1-1 0 0,-1 0 0 0 0,1 0 1 0 0,-1 1-1 0 0,1-1 0 0 0,-1 1 0 0 0,0 0 1 0 0,1 0-1 0 0,-1 0 0 0 0,0 0 1 0 0,0 0-1 0 0,-1 0 0 0 0,1 0 0 0 0,0 1 1 0 0,-1-1-1 0 0,1 1 0 0 0,-1-1 1 0 0,0 1-1 0 0,0-1 0 0 0,0 1 0 0 0,0 0 1 0 0,0 0-1 0 0,0 5 0 0 0,-1-5 10 0 0,0-1 0 0 0,0 1 0 0 0,-1 0 0 0 0,1 0 0 0 0,-1-1 1 0 0,0 1-1 0 0,0 0 0 0 0,0-1 0 0 0,0 1 0 0 0,0-1 0 0 0,0 1 0 0 0,-1-1 0 0 0,1 0 0 0 0,-1 1 0 0 0,0-1 0 0 0,0 0 0 0 0,0 0 0 0 0,0 0 0 0 0,0 0 0 0 0,0-1 0 0 0,0 1 1 0 0,-1 0-1 0 0,1-1 0 0 0,0 0 0 0 0,-1 1 0 0 0,1-1 0 0 0,-5 1 0 0 0,-6 4-26 0 0,-1-1 0 0 0,0-1-1 0 0,0 0 1 0 0,-14 2 0 0 0,24-5-176 0 0,1-1 0 0 0,0 0 0 0 0,-1 0 0 0 0,1 0 0 0 0,0 0 0 0 0,-1-1 0 0 0,1 1 0 0 0,0-1-1 0 0,-1 0 1 0 0,1 0 0 0 0,-4-1 0 0 0,-20-15-7561 0 0</inkml:trace>
</inkml:ink>
</file>

<file path=ppt/ink/ink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8:59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12 988 0 0,'7'3'449'0'0,"0"-1"0"0"0,-1 1 0 0 0,0 0 0 0 0,0 0 0 0 0,0 1 0 0 0,0-1 0 0 0,0 1 0 0 0,-1 1 0 0 0,0-1 0 0 0,0 1 0 0 0,0 0 0 0 0,0 0 0 0 0,-1 1 0 0 0,0-1 0 0 0,0 1 0 0 0,0 0 0 0 0,4 9-1 0 0,-8-13-368 0 0,1 0-1 0 0,-1 0 0 0 0,0-1 0 0 0,0 1 0 0 0,0 0 0 0 0,0 0 0 0 0,0 0 0 0 0,0-1 0 0 0,0 1 0 0 0,-1 0 0 0 0,1 0 0 0 0,-1-1 1 0 0,1 1-1 0 0,-1 0 0 0 0,0-1 0 0 0,1 1 0 0 0,-1 0 0 0 0,0-1 0 0 0,0 1 0 0 0,0-1 0 0 0,-1 0 0 0 0,1 1 0 0 0,0-1 0 0 0,0 0 0 0 0,-1 0 1 0 0,1 1-1 0 0,-1-1 0 0 0,1 0 0 0 0,-1-1 0 0 0,1 1 0 0 0,-1 0 0 0 0,-2 1 0 0 0,3-2 618 0 0,-2-2-503 0 0,2 1-175 0 0,0 1 0 0 0,0-1 0 0 0,0 0-1 0 0,1 1 1 0 0,-1-1 0 0 0,0 0 0 0 0,0 0 0 0 0,1 0 0 0 0,-1 1 0 0 0,1-1 0 0 0,-1 0 0 0 0,1 0 0 0 0,-1 0-1 0 0,1 0 1 0 0,-1 0 0 0 0,1 0 0 0 0,0 0 0 0 0,0 0 0 0 0,-1 0 0 0 0,1 0 0 0 0,0 0 0 0 0,0 0 0 0 0,0-1-1 0 0,0 1 1 0 0,0 0 0 0 0,0 0 0 0 0,1 0 0 0 0,-1 0 0 0 0,0-1 0 0 0,2-2-23 0 0,-1 0 0 0 0,1 0 0 0 0,0 0 1 0 0,0 0-1 0 0,1 0 0 0 0,-1 0 0 0 0,6-5 1 0 0,1-1-358 0 0,0 1 0 0 0,0 0 0 0 0,1 1 0 0 0,0 0 0 0 0,12-8 0 0 0,-14 12-335 0 0,18-9-129 0 0,-5 10-4247 0 0,-7 3 2624 0 0</inkml:trace>
</inkml:ink>
</file>

<file path=ppt/ink/ink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0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47 399 764 0 0,'44'-34'5668'0'0,"-40"29"-5028"0"0,-1 0 0 0 0,0 0 0 0 0,0-1 0 0 0,0 1 0 0 0,-1-1 0 0 0,1 1 0 0 0,2-12 0 0 0,-5 15 88 0 0,-1 0-308 0 0,1 2-392 0 0,0-1 1 0 0,0 1 0 0 0,0-1-1 0 0,0 1 1 0 0,0 0 0 0 0,-1-1-1 0 0,1 1 1 0 0,0 0 0 0 0,0-1-1 0 0,0 1 1 0 0,-1 0-1 0 0,1-1 1 0 0,0 1 0 0 0,0 0-1 0 0,-1-1 1 0 0,1 1 0 0 0,0 0-1 0 0,-1 0 1 0 0,1-1-1 0 0,0 1 1 0 0,-1 0 0 0 0,1 0-1 0 0,0 0 1 0 0,-1-1 0 0 0,1 1-1 0 0,0 0 1 0 0,-1 0 0 0 0,1 0-1 0 0,-1 0 1 0 0,1 0-1 0 0,0 0 1 0 0,-1 0 0 0 0,1 0-1 0 0,-1 0 1 0 0,1 0 0 0 0,-7 2 7 0 0,1 1 1 0 0,-1 0-1 0 0,1 1 1 0 0,0-1-1 0 0,0 1 1 0 0,1 1-1 0 0,-1-1 1 0 0,1 1-1 0 0,0-1 1 0 0,0 2-1 0 0,1-1 1 0 0,-1 0-1 0 0,1 1 1 0 0,0 0-1 0 0,1 0 1 0 0,0 0 0 0 0,-1 0-1 0 0,2 1 1 0 0,-1-1-1 0 0,1 1 1 0 0,0 0-1 0 0,0-1 1 0 0,1 1-1 0 0,0 0 1 0 0,0 0-1 0 0,1 0 1 0 0,0 0-1 0 0,0 0 1 0 0,1 0-1 0 0,-1 0 1 0 0,3 10-1 0 0,-2-16-43 0 0,-1-1 0 0 0,0 1-1 0 0,1 0 1 0 0,-1 0-1 0 0,1 0 1 0 0,-1 0-1 0 0,1 0 1 0 0,-1 0 0 0 0,1-1-1 0 0,-1 1 1 0 0,1 0-1 0 0,0 0 1 0 0,0-1 0 0 0,-1 1-1 0 0,1-1 1 0 0,0 1-1 0 0,0 0 1 0 0,0-1 0 0 0,0 1-1 0 0,-1-1 1 0 0,1 0-1 0 0,0 1 1 0 0,0-1 0 0 0,0 0-1 0 0,2 1 1 0 0,31-4-155 0 0,29-23-190 0 0,-14 1-46 0 0,75-28 0 0 0,-107 46 337 0 0,0 2 0 0 0,0 0 0 0 0,1 1 0 0 0,0 1 0 0 0,0 0 0 0 0,0 2-1 0 0,0 0 1 0 0,28 2 0 0 0,-38 0 23 0 0,-6-1 32 0 0,1 0-1 0 0,-1 0 1 0 0,1 0 0 0 0,-1 0-1 0 0,0 1 1 0 0,1-1 0 0 0,-1 1-1 0 0,0 0 1 0 0,1-1-1 0 0,-1 1 1 0 0,0 0 0 0 0,0 0-1 0 0,0 0 1 0 0,0 1 0 0 0,0-1-1 0 0,0 0 1 0 0,0 1 0 0 0,0 0-1 0 0,2 2 1 0 0,-3-2 7 0 0,0 0 0 0 0,0 0-1 0 0,-1 0 1 0 0,1 0 0 0 0,-1 0 0 0 0,1 0 0 0 0,-1 1 0 0 0,0-1-1 0 0,0 0 1 0 0,0 0 0 0 0,0 0 0 0 0,0 0 0 0 0,0 0 0 0 0,-1 1 0 0 0,1-1-1 0 0,-1 0 1 0 0,1 0 0 0 0,-1 0 0 0 0,0 0 0 0 0,0 0 0 0 0,0 0 0 0 0,-1 1-1 0 0,-33 35-10 0 0,18-22-26 0 0,17-16 25 0 0,0 0-1 0 0,0 0 1 0 0,0 0-1 0 0,0 0 1 0 0,0 1-1 0 0,0-1 1 0 0,0 0-1 0 0,0 0 1 0 0,0 0-1 0 0,0 0 1 0 0,-1 0-1 0 0,1 0 1 0 0,0 0 0 0 0,0 0-1 0 0,0 0 1 0 0,0 1-1 0 0,0-1 1 0 0,0 0-1 0 0,0 0 1 0 0,0 0-1 0 0,0 0 1 0 0,0 0-1 0 0,0 0 1 0 0,0 0-1 0 0,0 0 1 0 0,0 1-1 0 0,1-1 1 0 0,-1 0-1 0 0,0 0 1 0 0,0 0-1 0 0,0 0 1 0 0,0 0-1 0 0,0 0 1 0 0,0 0 0 0 0,0 0-1 0 0,0 0 1 0 0,0 0-1 0 0,0 1 1 0 0,0-1-1 0 0,0 0 1 0 0,0 0-1 0 0,0 0 1 0 0,1 0-1 0 0,-1 0 1 0 0,0 0-1 0 0,0 0 1 0 0,0 0-1 0 0,0 0 1 0 0,0 0-1 0 0,0 0 1 0 0,0 0-1 0 0,0 0 1 0 0,1 0-1 0 0,-1 0 1 0 0,0 0 0 0 0,0 0-1 0 0,0 0 1 0 0,0 0-1 0 0,0 0 1 0 0,0 0-1 0 0,0 0 1 0 0,0 0-1 0 0,0 0 1 0 0,1 0-1 0 0,-1 0 1 0 0,0 0-1 0 0,0 0 1 0 0,0 0-1 0 0,0 0 1 0 0,16-3-237 0 0,16-5 48 0 0,12-5 130 0 0,-2-2 1 0 0,0-2 0 0 0,-1-2 0 0 0,0-1-1 0 0,-2-2 1 0 0,0-2 0 0 0,44-37 0 0 0,-82 60 109 0 0,0 1 0 0 0,-1-1 0 0 0,1 0 0 0 0,0 0 1 0 0,0 0-1 0 0,0 0 0 0 0,-1 0 0 0 0,1 1 0 0 0,-1-1 1 0 0,1 0-1 0 0,0-1 0 0 0,-1 1 0 0 0,0 0 0 0 0,1 0 1 0 0,-1 0-1 0 0,0 0 0 0 0,1 0 0 0 0,-1 0 0 0 0,0 0 1 0 0,0-1-1 0 0,0 1 0 0 0,0 0 0 0 0,0 0 0 0 0,0 0 1 0 0,-1 0-1 0 0,1 0 0 0 0,0 0 0 0 0,0-1 0 0 0,-1 1 1 0 0,1 0-1 0 0,-1 0 0 0 0,1 0 0 0 0,-1 0 0 0 0,1 0 1 0 0,-1 0-1 0 0,0 0 0 0 0,1 0 0 0 0,-1 1 0 0 0,0-1 1 0 0,0 0-1 0 0,0 0 0 0 0,0 1 0 0 0,1-1 1 0 0,-1 0-1 0 0,0 1 0 0 0,0-1 0 0 0,0 1 0 0 0,0-1 1 0 0,-1 1-1 0 0,1-1 0 0 0,0 1 0 0 0,0 0 0 0 0,-2-1 1 0 0,1 1 67 0 0,-9 12 13 0 0,8-10-102 0 0,0 1 0 0 0,0 0 0 0 0,0 0 0 0 0,0 1 1 0 0,0-1-1 0 0,1 1 0 0 0,-3 4 0 0 0,4-3-15 0 0,0 1 0 0 0,1-1 0 0 0,-1 1-1 0 0,1 0 1 0 0,1-1 0 0 0,-1 1 0 0 0,1 0 0 0 0,0-1 0 0 0,0 1-1 0 0,0-1 1 0 0,1 1 0 0 0,0-1 0 0 0,0 0 0 0 0,1 0-1 0 0,-1 0 1 0 0,1 0 0 0 0,0 0 0 0 0,0 0 0 0 0,1-1-1 0 0,5 6 1 0 0,18 2-34 0 0,-21-12 30 0 0,-1-1 0 0 0,1 1 0 0 0,0-1 0 0 0,-1 0 0 0 0,1-1 1 0 0,0 0-1 0 0,-1 1 0 0 0,0-2 0 0 0,1 1 0 0 0,-1-1 0 0 0,8-5 0 0 0,-10 7 1 0 0,11-6 48 0 0,-1-1 1 0 0,1 0-1 0 0,-2 0 0 0 0,1-1 0 0 0,-1-1 0 0 0,18-19 0 0 0,-29 28 30 0 0,4-3 100 0 0,1-2-51 0 0,10 14 158 0 0,-13-6-276 0 0,25 16 57 0 0,-6-12-209 0 0,-1-2 0 0 0,1 0 0 0 0,0-2-1 0 0,0 0 1 0 0,1-2 0 0 0,39-4 0 0 0,-53 3 103 0 0,0 0-1 0 0,0-1 1 0 0,-1-1-1 0 0,1 1 1 0 0,-1-2-1 0 0,1 1 1 0 0,-1-1 0 0 0,0 0-1 0 0,0-1 1 0 0,0 0-1 0 0,-1 0 1 0 0,0 0-1 0 0,0-1 1 0 0,0 0 0 0 0,-1-1-1 0 0,0 1 1 0 0,0-1-1 0 0,0-1 1 0 0,6-11 0 0 0,-4 6 135 0 0,-1 1 1 0 0,0-1 0 0 0,-1-1 0 0 0,0 1 0 0 0,-2-1-1 0 0,1 0 1 0 0,-2 0 0 0 0,0 0 0 0 0,3-28 0 0 0,-10-23 2072 0 0,4 63-1849 0 0,0 0 92 0 0,0-6-432 0 0,-2 8 1296 0 0,-8 21-1082 0 0,0 1 0 0 0,2 0 0 0 0,1 1 0 0 0,0-1 0 0 0,2 1 1 0 0,0 1-1 0 0,2-1 0 0 0,1 1 0 0 0,0 37 0 0 0,4-9 38 0 0,-2-33-148 0 0,1 1 1 0 0,0-1-1 0 0,2 0 0 0 0,4 20 0 0 0,-6-36-373 0 0,0 1 0 0 0,-1 0-1 0 0,1-1 1 0 0,-1 1 0 0 0,0 0 0 0 0,0 0 0 0 0,0-1 0 0 0,-1 1-1 0 0,1 0 1 0 0,-1 0 0 0 0,0-1 0 0 0,-1 5 0 0 0,1-7-768 0 0</inkml:trace>
</inkml:ink>
</file>

<file path=ppt/ink/ink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1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40 0 0,'32'-15'6591'0'0,"55"-14"-1104"0"0,-49 19-8613 0 0</inkml:trace>
</inkml:ink>
</file>

<file path=ppt/ink/ink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3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23 480 0 0,'9'-13'3829'0'0,"-9"3"2062"0"0,-16 18-5686 0 0,-1 1-1 0 0,2 1 1 0 0,-1 0-1 0 0,1 0 1 0 0,1 2-1 0 0,0 0 1 0 0,0 1-1 0 0,-13 16 1 0 0,9-7 36 0 0,0 0-1 0 0,1 2 1 0 0,1 0 0 0 0,-22 44 0 0 0,25-19 68 0 0,12-47-292 0 0,1 0-1 0 0,-1 0 0 0 0,1 0 1 0 0,0 0-1 0 0,0 1 1 0 0,0-1-1 0 0,0 0 1 0 0,1 0-1 0 0,-1 0 0 0 0,0 0 1 0 0,1 1-1 0 0,0-1 1 0 0,-1 0-1 0 0,1 0 0 0 0,0 0 1 0 0,0 0-1 0 0,0-1 1 0 0,0 1-1 0 0,3 3 1 0 0,-1-3-6 0 0,-1-1 1 0 0,1 0 0 0 0,-1 0-1 0 0,1 0 1 0 0,0-1 0 0 0,0 1-1 0 0,0 0 1 0 0,-1-1 0 0 0,1 0-1 0 0,0 0 1 0 0,0 0 0 0 0,0 0-1 0 0,0 0 1 0 0,0-1 0 0 0,-1 1 0 0 0,1-1-1 0 0,0 1 1 0 0,4-3 0 0 0,49-19 62 0 0,-53 21-68 0 0,28-15-9 0 0,0-2 0 0 0,38-29 0 0 0,-13 9-145 0 0,-55 37 130 0 0,20 26-57 0 0,-19-20 78 0 0,0-1-1 0 0,0 1 0 0 0,0-1 0 0 0,1 0 1 0 0,0 1-1 0 0,0-1 0 0 0,0 0 0 0 0,0 0 0 0 0,1-1 1 0 0,-1 1-1 0 0,1-1 0 0 0,0 0 0 0 0,0 0 1 0 0,0 0-1 0 0,0 0 0 0 0,1-1 0 0 0,-1 1 1 0 0,1-1-1 0 0,-1 0 0 0 0,1-1 0 0 0,0 1 1 0 0,0-1-1 0 0,0 0 0 0 0,0 0 0 0 0,0-1 1 0 0,0 1-1 0 0,0-1 0 0 0,0 0 0 0 0,0 0 1 0 0,0-1-1 0 0,0 0 0 0 0,0 0 0 0 0,0 0 1 0 0,-1 0-1 0 0,1-1 0 0 0,0 1 0 0 0,5-4 1 0 0,-2 1 2 0 0,0 0 1 0 0,0 0 0 0 0,0 0-1 0 0,-1-1 1 0 0,0-1-1 0 0,0 1 1 0 0,0-1 0 0 0,-1 0-1 0 0,0 0 1 0 0,0-1 0 0 0,0 0-1 0 0,-1 0 1 0 0,0 0 0 0 0,0-1-1 0 0,-1 0 1 0 0,0 0 0 0 0,-1 0-1 0 0,1 0 1 0 0,-2 0-1 0 0,1-1 1 0 0,-1 1 0 0 0,0-1-1 0 0,-1 0 1 0 0,0 1 0 0 0,0-17-1 0 0,-1 22-4 0 0,0 2-1 0 0,0-1 1 0 0,0 1 0 0 0,0-1 0 0 0,0 1 0 0 0,0-1 0 0 0,0 1 0 0 0,-1-1 0 0 0,1 1 0 0 0,0-1 0 0 0,-1 1 0 0 0,1 0 0 0 0,-1-1 0 0 0,0 1-1 0 0,1 0 1 0 0,-1-1 0 0 0,0 1 0 0 0,0 0 0 0 0,0 0 0 0 0,-2-2 0 0 0,2 2-16 0 0,4 6-178 0 0,2-1 193 0 0,0 1 1 0 0,0-1 0 0 0,0 0-1 0 0,0 0 1 0 0,1 0-1 0 0,0-1 1 0 0,-1 0-1 0 0,1 0 1 0 0,0-1-1 0 0,1 1 1 0 0,-1-1-1 0 0,0 0 1 0 0,1-1 0 0 0,-1 0-1 0 0,8 1 1 0 0,-8-1-7 0 0,-1 0 1 0 0,1 1-1 0 0,-1-1 1 0 0,1 1 0 0 0,-1 1-1 0 0,0-1 1 0 0,0 1-1 0 0,0 0 1 0 0,0 0 0 0 0,0 0-1 0 0,0 1 1 0 0,-1-1-1 0 0,6 7 1 0 0,-7-6 6 0 0,-1 0 0 0 0,1 0 0 0 0,-1 0 0 0 0,0 1 0 0 0,0-1 1 0 0,-1 0-1 0 0,1 1 0 0 0,-1-1 0 0 0,0 1 0 0 0,0 0 0 0 0,0-1 0 0 0,-1 1 0 0 0,0 0 0 0 0,0-1 0 0 0,0 1 0 0 0,0 0 1 0 0,-2 4-1 0 0,2-7 3 0 0,0 1 1 0 0,0-1 0 0 0,1 0-1 0 0,-1 1 1 0 0,0-1 0 0 0,1 0-1 0 0,-1 0 1 0 0,1 1 0 0 0,0-1-1 0 0,0 0 1 0 0,0 0 0 0 0,0 0-1 0 0,0 0 1 0 0,0 0 0 0 0,0 0-1 0 0,1 0 1 0 0,-1 0 0 0 0,1-1-1 0 0,0 1 1 0 0,-1 0 0 0 0,1-1-1 0 0,0 1 1 0 0,0-1 0 0 0,0 0-1 0 0,0 0 1 0 0,0 0 0 0 0,0 0-1 0 0,0 0 1 0 0,0 0 0 0 0,0 0-1 0 0,1-1 1 0 0,-1 1 0 0 0,0-1-1 0 0,1 1 1 0 0,-1-1 0 0 0,0 0-1 0 0,0 0 1 0 0,1 0 0 0 0,-1 0-1 0 0,0-1 1 0 0,1 1 0 0 0,-1 0-1 0 0,0-1 1 0 0,4-1 0 0 0,-2 1 29 0 0,0-1 1 0 0,1 0-1 0 0,-1 0 1 0 0,-1 0-1 0 0,1 0 1 0 0,0 0 0 0 0,0-1-1 0 0,-1 1 1 0 0,1-1-1 0 0,-1 0 1 0 0,0 0 0 0 0,0-1-1 0 0,0 1 1 0 0,-1 0-1 0 0,1-1 1 0 0,-1 0-1 0 0,1 0 1 0 0,1-5 0 0 0,-3 5 7 0 0,0 1 1 0 0,0-1-1 0 0,0 1 1 0 0,-1-1 0 0 0,0 0-1 0 0,0 1 1 0 0,0-1-1 0 0,0 0 1 0 0,0 1 0 0 0,-1-1-1 0 0,1 0 1 0 0,-1 1-1 0 0,0-1 1 0 0,0 1 0 0 0,-1-1-1 0 0,1 1 1 0 0,-1 0-1 0 0,0-1 1 0 0,1 1 0 0 0,-1 0-1 0 0,-5-5 1 0 0,0-1-10 0 0,-1 0 1 0 0,0 1 0 0 0,-1 0 0 0 0,0 0-1 0 0,0 1 1 0 0,-17-10 0 0 0,25 16-397 0 0,-12 2-1387 0 0,-2 6-9416 0 0</inkml:trace>
</inkml:ink>
</file>

<file path=ppt/ink/ink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4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1 348 0 0,'10'2'696'0'0,"0"1"1"0"0,0 1-1 0 0,0 0 1 0 0,0 0-1 0 0,-1 1 0 0 0,0 0 1 0 0,10 7-1 0 0,-15-9-533 0 0,-1 0-1 0 0,0-1 0 0 0,-1 1 0 0 0,1 0 0 0 0,0 0 1 0 0,-1 0-1 0 0,0 1 0 0 0,0-1 0 0 0,0 1 1 0 0,0-1-1 0 0,0 1 0 0 0,-1-1 0 0 0,1 1 0 0 0,-1 0 1 0 0,0 0-1 0 0,0 0 0 0 0,-1 0 0 0 0,1 0 1 0 0,-1 0-1 0 0,0 0 0 0 0,0 5 0 0 0,0-7-64 0 0,-1 0 0 0 0,1 1 0 0 0,-1-1 0 0 0,1 0 0 0 0,-1 1 0 0 0,0-1 0 0 0,0 0 1 0 0,0 0-1 0 0,0 0 0 0 0,-1 0 0 0 0,1 0 0 0 0,-1 0 0 0 0,1 0 0 0 0,-1 0 0 0 0,1-1 0 0 0,-1 1 0 0 0,0-1 0 0 0,0 1 0 0 0,0-1 0 0 0,0 1 0 0 0,0-1 0 0 0,0 0 0 0 0,-4 1 0 0 0,4-1 998 0 0,-3-4-742 0 0,-9-6 48 0 0,15 3-325 0 0,-1 0 0 0 0,1 1 0 0 0,0-1 0 0 0,1 0 0 0 0,0 1 0 0 0,0-1 0 0 0,0 1 0 0 0,0 0 0 0 0,1-1 0 0 0,0 1 0 0 0,0 0 0 0 0,0 1 0 0 0,1-1 0 0 0,-1 1 0 0 0,1-1 0 0 0,0 1 0 0 0,1 0 0 0 0,-1 0 0 0 0,10-5 0 0 0,-7 4-492 0 0,1 0 0 0 0,1 0 0 0 0,-1 1 0 0 0,18-7 1 0 0,-18 9-696 0 0,-1 0 1 0 0,0 1 0 0 0,1-1-1 0 0,-1 1 1 0 0,1 1-1 0 0,7-1 1 0 0,-1 2-1924 0 0</inkml:trace>
</inkml:ink>
</file>

<file path=ppt/ink/ink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4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57 288 168 0 0,'-1'4'430'0'0,"-1"-1"1"0"0,1 1-1 0 0,-1 0 0 0 0,1-1 0 0 0,-1 1 1 0 0,0-1-1 0 0,0 0 0 0 0,-1 1 0 0 0,1-1 1 0 0,-1 0-1 0 0,-4 4 0 0 0,-14 23 1822 0 0,20-27-2176 0 0,-1 0 1 0 0,1 0-1 0 0,0 0 1 0 0,0 0-1 0 0,1 0 1 0 0,-1 0-1 0 0,1 0 1 0 0,-1 0-1 0 0,1 1 1 0 0,0-1-1 0 0,0 0 1 0 0,1 0 0 0 0,-1 0-1 0 0,1 0 1 0 0,-1 0-1 0 0,1 1 1 0 0,0-1-1 0 0,0 0 1 0 0,1-1-1 0 0,-1 1 1 0 0,0 0-1 0 0,1 0 1 0 0,0 0-1 0 0,-1-1 1 0 0,1 1-1 0 0,0-1 1 0 0,1 1-1 0 0,-1-1 1 0 0,0 0-1 0 0,1 0 1 0 0,-1 0-1 0 0,1 0 1 0 0,-1-1 0 0 0,1 1-1 0 0,0-1 1 0 0,0 1-1 0 0,0-1 1 0 0,0 0-1 0 0,0 0 1 0 0,0 0-1 0 0,0 0 1 0 0,0-1-1 0 0,0 1 1 0 0,0-1-1 0 0,1 0 1 0 0,-1 0-1 0 0,0 0 1 0 0,3-1-1 0 0,1-1-48 0 0,-1 0-1 0 0,0 0 0 0 0,0 0 1 0 0,0-1-1 0 0,0 0 0 0 0,0-1 0 0 0,0 1 1 0 0,-1-1-1 0 0,0 0 0 0 0,0 0 1 0 0,0-1-1 0 0,0 1 0 0 0,-1-1 0 0 0,1 0 1 0 0,-1 0-1 0 0,5-9 0 0 0,-1 0-5 0 0,0 0 0 0 0,0 0 0 0 0,-2-1 0 0 0,0 0 0 0 0,7-23 0 0 0,-5 3 93 0 0,-1-1-1 0 0,-2 0 0 0 0,1-66 1 0 0,-13 58 815 0 0,6 42-849 0 0,1 0-1 0 0,-1 0 0 0 0,1 0 1 0 0,-1 1-1 0 0,0-1 0 0 0,0 0 1 0 0,0 1-1 0 0,0-1 0 0 0,0 0 1 0 0,0 1-1 0 0,0-1 0 0 0,0 1 1 0 0,-1 0-1 0 0,1-1 0 0 0,0 1 0 0 0,-1 0 1 0 0,1 0-1 0 0,-1 0 0 0 0,-2-2 1 0 0,2 3 187 0 0,-24 10 210 0 0,22-7-431 0 0,0 0 1 0 0,0 1 0 0 0,1 0-1 0 0,-1-1 1 0 0,1 1 0 0 0,0 0-1 0 0,0 1 1 0 0,0-1 0 0 0,1 0-1 0 0,-1 1 1 0 0,1 0 0 0 0,0-1-1 0 0,1 1 1 0 0,-1 0 0 0 0,1 0-1 0 0,0 0 1 0 0,-1 5 0 0 0,0 4-45 0 0,0 0 0 0 0,1 0 1 0 0,1 1-1 0 0,2 24 1 0 0,1-11-949 0 0,2-1 1 0 0,12 38 0 0 0,15 10-6323 0 0,-16-51 3643 0 0</inkml:trace>
</inkml:ink>
</file>

<file path=ppt/ink/ink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5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0 111 416 0 0,'4'-1'368'0'0,"0"0"0"0"0,0 0 0 0 0,1 0 0 0 0,-1 1 0 0 0,0-1 0 0 0,0 1 0 0 0,0 0 0 0 0,0 0 1 0 0,1 0-1 0 0,-1 1 0 0 0,0 0 0 0 0,0 0 0 0 0,0 0 0 0 0,0 0 0 0 0,0 0 0 0 0,5 4 0 0 0,-5-4-199 0 0,0 1 0 0 0,-1 0 0 0 0,1 0 0 0 0,-1 1 0 0 0,1-1 0 0 0,-1 1 0 0 0,0-1 0 0 0,0 1 0 0 0,0 0 0 0 0,-1 0 0 0 0,1 0 0 0 0,-1 1 0 0 0,0-1 0 0 0,1 1 0 0 0,-1-1 0 0 0,-1 1 0 0 0,1 0 0 0 0,-1-1 0 0 0,1 1-1 0 0,-1 0 1 0 0,0 0 0 0 0,0 0 0 0 0,-1 0 0 0 0,1 0 0 0 0,-1 8 0 0 0,-1-9-124 0 0,0 0 0 0 0,0-1 0 0 0,0 1 0 0 0,0-1 0 0 0,0 1 0 0 0,0-1 0 0 0,-1 0 0 0 0,1 1 0 0 0,-1-1 0 0 0,0 0 0 0 0,0 0 0 0 0,0 0 0 0 0,0 0 0 0 0,0 0 0 0 0,0-1 0 0 0,0 1 0 0 0,-1-1 0 0 0,-2 2 0 0 0,-42 17 502 0 0,46-19-533 0 0,0 0 0 0 0,0-1-1 0 0,-1 0 1 0 0,1 1 0 0 0,0-1-1 0 0,-1 0 1 0 0,1 1-1 0 0,0-1 1 0 0,-1 0 0 0 0,1 0-1 0 0,-1 0 1 0 0,1 0 0 0 0,0-1-1 0 0,-1 1 1 0 0,1 0-1 0 0,0 0 1 0 0,-1-1 0 0 0,1 1-1 0 0,0-1 1 0 0,0 1 0 0 0,-1-1-1 0 0,1 0 1 0 0,-1 0-1 0 0,1 0-4 0 0,0-1-1 0 0,1 1 0 0 0,-1 0 0 0 0,1 0 0 0 0,-1-1 0 0 0,1 1 0 0 0,-1 0 0 0 0,1 0 1 0 0,0-1-1 0 0,0 1 0 0 0,0 0 0 0 0,0-1 0 0 0,0 1 0 0 0,0-1 0 0 0,0 1 0 0 0,0 0 1 0 0,0 0-1 0 0,1-3 0 0 0,1-4 2 0 0,1 1 1 0 0,0-1-1 0 0,0 0 0 0 0,0 1 1 0 0,1 0-1 0 0,5-7 1 0 0,4-3-7 0 0,1 1 0 0 0,0 0 0 0 0,1 2 1 0 0,0-1-1 0 0,1 2 0 0 0,1 0 0 0 0,0 1 1 0 0,1 1-1 0 0,0 0 0 0 0,1 2 0 0 0,0 0 1 0 0,36-11-1 0 0,-50 18-5 0 0,1 1 0 0 0,-1 0 0 0 0,0 1 0 0 0,1-1 0 0 0,-1 1 0 0 0,1 0 0 0 0,-1 0 1 0 0,1 1-1 0 0,-1 0 0 0 0,1 0 0 0 0,-1 0 0 0 0,1 0 0 0 0,-1 1 0 0 0,0 0 0 0 0,0 0 0 0 0,0 1 0 0 0,0-1 0 0 0,0 1 0 0 0,-1 0 1 0 0,1 0-1 0 0,-1 1 0 0 0,0-1 0 0 0,0 1 0 0 0,0 0 0 0 0,0 0 0 0 0,-1 0 0 0 0,1 1 0 0 0,-1-1 0 0 0,5 10 0 0 0,-4-7 14 0 0,-1 1-1 0 0,1 0 1 0 0,-1-1-1 0 0,-1 1 1 0 0,1 0-1 0 0,-1 1 1 0 0,-1-1-1 0 0,0 0 1 0 0,0 1-1 0 0,0-1 0 0 0,-1 0 1 0 0,0 1-1 0 0,-1-1 1 0 0,0 1-1 0 0,0-1 1 0 0,-1 0-1 0 0,0 0 1 0 0,-6 15-1 0 0,8-22-4 0 0,0 0 0 0 0,-1 0 0 0 0,1 0 0 0 0,-1 0-1 0 0,1 0 1 0 0,-1 0 0 0 0,0 0 0 0 0,1 0 0 0 0,-1 0 0 0 0,0 0-1 0 0,0-1 1 0 0,0 1 0 0 0,1 0 0 0 0,-1 0 0 0 0,0-1 0 0 0,0 1-1 0 0,0 0 1 0 0,0-1 0 0 0,0 1 0 0 0,-1-1 0 0 0,1 0 0 0 0,0 1-1 0 0,0-1 1 0 0,0 0 0 0 0,0 0 0 0 0,0 1 0 0 0,0-1 0 0 0,-1 0 0 0 0,1 0-1 0 0,0 0 1 0 0,0 0 0 0 0,0-1 0 0 0,0 1 0 0 0,0 0 0 0 0,-1 0-1 0 0,1-1 1 0 0,0 1 0 0 0,0-1 0 0 0,0 1 0 0 0,0-1 0 0 0,0 1-1 0 0,0-1 1 0 0,0 1 0 0 0,-1-2 0 0 0,-1-1 10 0 0,10-20 1 0 0,-3 13-20 0 0,0 0 0 0 0,0 0 1 0 0,2 1-1 0 0,-1 0 1 0 0,1 0-1 0 0,0 0 1 0 0,1 0-1 0 0,0 1 1 0 0,0 0-1 0 0,1 1 1 0 0,0 0-1 0 0,0 0 0 0 0,1 0 1 0 0,14-7-1 0 0,-15 9-9 0 0,0 1 0 0 0,0 0 0 0 0,0 0 0 0 0,0 1-1 0 0,1 1 1 0 0,0-1 0 0 0,-1 1 0 0 0,1 1-1 0 0,0-1 1 0 0,0 1 0 0 0,0 1 0 0 0,0 0 0 0 0,0 0-1 0 0,0 1 1 0 0,0 0 0 0 0,0 1 0 0 0,12 3 0 0 0,-10 0 6 0 0,0 1 1 0 0,1 0 0 0 0,-2 1-1 0 0,1 0 1 0 0,-1 1 0 0 0,0 0 0 0 0,16 19-1 0 0,-12-14 11 0 0,0 0 1 0 0,27 19-1 0 0,-26-24-2 0 0,0 0-1 0 0,1-1 1 0 0,0-1 0 0 0,1-1-1 0 0,-1 0 1 0 0,1-1 0 0 0,33 4 0 0 0,-37-7 0 0 0,0 0 1 0 0,0 0-1 0 0,0-2 1 0 0,0 1-1 0 0,0-2 1 0 0,0 1-1 0 0,0-2 1 0 0,0 0-1 0 0,-1 0 1 0 0,1-1-1 0 0,15-8 1 0 0,-24 10-5 0 0,1 0 0 0 0,-1-1 0 0 0,1 1 0 0 0,-1-1 0 0 0,0 0 0 0 0,0 0 0 0 0,-1-1 0 0 0,1 1 1 0 0,-1-1-1 0 0,1 0 0 0 0,-1 0 0 0 0,0 0 0 0 0,0 0 0 0 0,-1 0 0 0 0,1-1 0 0 0,-1 1 0 0 0,0-1 0 0 0,-1 0 0 0 0,1 1 0 0 0,-1-1 0 0 0,1 0 0 0 0,-2 0 1 0 0,1 0-1 0 0,0 0 0 0 0,-1 0 0 0 0,0 0 0 0 0,-1-9 0 0 0,1 12 2 0 0,0-1 0 0 0,0 1 0 0 0,0-1 0 0 0,-1 1 0 0 0,1 0 0 0 0,-1 0 0 0 0,1-1 0 0 0,-1 1 0 0 0,0 0 0 0 0,0 0 0 0 0,0 0 0 0 0,0 0 0 0 0,0 0 0 0 0,0 0 0 0 0,-1 0-1 0 0,1 0 1 0 0,-1 0 0 0 0,1 0 0 0 0,-1 1 0 0 0,0-1 0 0 0,0 1 0 0 0,0-1 0 0 0,0 1 0 0 0,0 0 0 0 0,0 0 0 0 0,0 0 0 0 0,0 0 0 0 0,0 0 0 0 0,0 0 0 0 0,-1 0 0 0 0,1 1 0 0 0,0-1 0 0 0,-3 1 0 0 0,1 0 26 0 0,0-1-1 0 0,0 2 1 0 0,0-1 0 0 0,0 0 0 0 0,0 1-1 0 0,0 0 1 0 0,0 0 0 0 0,1 0 0 0 0,-1 0-1 0 0,0 0 1 0 0,0 1 0 0 0,1 0 0 0 0,-7 4-1 0 0,7-4-8 0 0,0 0 0 0 0,0 0 0 0 0,0 0 0 0 0,1 1 0 0 0,-1-1 0 0 0,1 1-1 0 0,-1 0 1 0 0,1 0 0 0 0,0 0 0 0 0,0 0 0 0 0,0 0 0 0 0,1 0 0 0 0,-1 0 0 0 0,1 1 0 0 0,0-1-1 0 0,0 1 1 0 0,0-1 0 0 0,0 1 0 0 0,0-1 0 0 0,1 1 0 0 0,-1 0 0 0 0,1-1 0 0 0,0 1 0 0 0,0-1-1 0 0,1 1 1 0 0,-1 0 0 0 0,1-1 0 0 0,0 1 0 0 0,0-1 0 0 0,0 1 0 0 0,0-1 0 0 0,0 1 0 0 0,1-1-1 0 0,0 0 1 0 0,-1 0 0 0 0,4 3 0 0 0,1 3-100 0 0,1-1 1 0 0,1-1-1 0 0,-1 1 0 0 0,1-1 1 0 0,0 0-1 0 0,1-1 1 0 0,0 0-1 0 0,0-1 0 0 0,0 1 1 0 0,1-2-1 0 0,13 6 0 0 0,-2-3-667 0 0,-1-1 0 0 0,1-1-1 0 0,30 3 1 0 0,25-3-5105 0 0,-49-5 3008 0 0</inkml:trace>
</inkml:ink>
</file>

<file path=ppt/ink/ink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6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90 188 0 0,'2'-1'350'0'0,"-1"0"0"0"0,1 0 1 0 0,-1 0-1 0 0,1 0 0 0 0,-1 0 0 0 0,0 0 0 0 0,1-1 1 0 0,-1 1-1 0 0,0-1 0 0 0,0 1 0 0 0,0 0 1 0 0,0-1-1 0 0,0 0 0 0 0,0 1 0 0 0,-1-1 0 0 0,1 0 1 0 0,0 1-1 0 0,0-4 0 0 0,1-2 2617 0 0,-3 4-2655 0 0,0 1 1 0 0,-1-1-1 0 0,1 0 1 0 0,-1 1-1 0 0,0-1 0 0 0,0 1 1 0 0,0-1-1 0 0,0 1 1 0 0,0 0-1 0 0,-1 0 0 0 0,-3-3 1 0 0,-2 3-157 0 0,1 2 1 0 0,-1-1-1 0 0,0 1 0 0 0,1 0 0 0 0,-1 1 1 0 0,0-1-1 0 0,1 1 0 0 0,-1 1 1 0 0,0 0-1 0 0,1 0 0 0 0,0 0 0 0 0,-14 7 1 0 0,8-2-26 0 0,0 0-1 0 0,0 0 1 0 0,0 1 0 0 0,1 1 0 0 0,-19 17 0 0 0,30-26-128 0 0,1 1 0 0 0,-1-1 0 0 0,0 1-1 0 0,1-1 1 0 0,-1 1 0 0 0,1-1 0 0 0,-1 1 0 0 0,1-1 0 0 0,-1 1 0 0 0,1 0 0 0 0,-1-1 0 0 0,1 1 0 0 0,0 0-1 0 0,-1-1 1 0 0,1 1 0 0 0,0 0 0 0 0,-1-1 0 0 0,1 1 0 0 0,0 0 0 0 0,0 0 0 0 0,0-1 0 0 0,0 1 0 0 0,0 0 0 0 0,0 0-1 0 0,0-1 1 0 0,0 2 0 0 0,17 5-186 0 0,35-10-676 0 0,-43 2 736 0 0,-1 2-1 0 0,0-1 1 0 0,0 1 0 0 0,1 0 0 0 0,-1 0 0 0 0,0 1 0 0 0,0 0-1 0 0,0 1 1 0 0,0 0 0 0 0,11 6 0 0 0,-6-4 41 0 0,0 0 1 0 0,1 0-1 0 0,18 2 0 0 0,-24-6 51 0 0,1 0-1 0 0,0-1 1 0 0,-1 0-1 0 0,1 0 0 0 0,-1-1 1 0 0,1-1-1 0 0,-1 1 1 0 0,1-1-1 0 0,-1 0 1 0 0,0-1-1 0 0,0 0 0 0 0,0-1 1 0 0,11-5-1 0 0,-6 0 9 0 0,0 0 0 0 0,0 0 0 0 0,-1-1 0 0 0,0-1 0 0 0,-1 0 0 0 0,15-19 0 0 0,-18 21 107 0 0,0-1 0 0 0,0 1 0 0 0,1 0 0 0 0,10-7 0 0 0,-18 15 76 0 0,5 13-120 0 0,2 8 29 0 0,-2 107 129 0 0,-6-123-191 0 0,2 4-4 0 0,-1-6 37 0 0,-1-2-35 0 0,0-1 0 0 0,0 1 0 0 0,0 0 0 0 0,0 0 0 0 0,0 0 0 0 0,0 0 0 0 0,1 0 0 0 0,-1-1 0 0 0,0 1 0 0 0,0 0 0 0 0,0 0 0 0 0,0 0 0 0 0,1 0 0 0 0,-1 0 0 0 0,0 0 0 0 0,0 0 0 0 0,0-1 0 0 0,0 1 0 0 0,1 0 0 0 0,-1 0 0 0 0,0 0 0 0 0,0 0 0 0 0,0 0 0 0 0,1 0 0 0 0,-1 0 0 0 0,0 0 0 0 0,0 0 0 0 0,0 0 0 0 0,1 0 0 0 0,-1 0 0 0 0,0 0 0 0 0,0 0 1 0 0,0 1-1 0 0,1-1 0 0 0,-1 0 0 0 0,0 0 0 0 0,0 0 0 0 0,0 0 0 0 0,0 0 0 0 0,1 0 0 0 0,-1 0 0 0 0,0 0 0 0 0,0 1 0 0 0,0-1 0 0 0,0 0 0 0 0,0 0 0 0 0,1 0 0 0 0,-1 0 0 0 0,0 1 0 0 0,0-1 0 0 0,0 0 0 0 0,0 0 0 0 0,0 0 0 0 0,0 0 0 0 0,0 1 0 0 0,0-1 0 0 0,0 0 0 0 0,0 0 0 0 0,0 0 0 0 0,0 1 0 0 0,0-1 0 0 0,0 0 0 0 0,0 0 0 0 0,0 1 0 0 0,20-25-42 0 0,1 0 1 0 0,31-25 71 0 0,-50 48-28 0 0,10-5 7 0 0,-11 5-16 0 0,-1 1 1 0 0,1-1-1 0 0,0 1 0 0 0,0-1 0 0 0,0 1 0 0 0,0-1 0 0 0,0 1 0 0 0,0-1 0 0 0,-1 1 0 0 0,1 0 0 0 0,0-1 0 0 0,0 1 0 0 0,0 0 0 0 0,0 0 0 0 0,0 0 0 0 0,0 0 0 0 0,0 0 0 0 0,0 0 1 0 0,0 0-1 0 0,0 0 0 0 0,0 0 0 0 0,0 0 0 0 0,0 1 0 0 0,0-1 0 0 0,0 0 0 0 0,2 2 0 0 0,41 30 0 0 0,-37-25 11 0 0,0 0 1 0 0,0-1 0 0 0,1 0 0 0 0,0-1 0 0 0,0 0-1 0 0,1 0 1 0 0,0-1 0 0 0,12 5 0 0 0,-14-8-11 0 0,-1-1 0 0 0,0 1 0 0 0,0-2 0 0 0,0 1 0 0 0,1-1 0 0 0,-1 1 0 0 0,0-2 0 0 0,0 1 0 0 0,0-1 0 0 0,0 0 0 0 0,0 0 0 0 0,0 0 0 0 0,7-5 0 0 0,-4 2 183 0 0,0-1 1 0 0,-1 0-1 0 0,0 0 0 0 0,0-1 0 0 0,0 0 1 0 0,-1 0-1 0 0,7-9 0 0 0,-14 15 147 0 0,13-1 980 0 0,-9 2-249 0 0,-4 9-1146 0 0,0-6-90 0 0,0 1-238 0 0,-2 2-1407 0 0,-4 11 40 0 0,0-1-9633 0 0</inkml:trace>
</inkml:ink>
</file>

<file path=ppt/ink/ink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6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88 672 0 0,'0'-8'1364'0'0,"1"0"0"0"0,0 0 0 0 0,0 0 0 0 0,1 0 0 0 0,3-8 0 0 0,-2 6 185 0 0,-3 8-704 0 0,4-15 2097 0 0,-3 14-5646 0 0</inkml:trace>
</inkml:ink>
</file>

<file path=ppt/ink/ink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7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2 120 784 0 0,'-2'37'10391'0'0,"14"-52"-10264"0"0,0-3 270 0 0,16-18 418 0 0,-27 35-753 0 0,8 1 78 0 0,7 4-17 0 0,6 10-145 0 0,-11-6-157 0 0,0 0 1 0 0,0-2-1 0 0,1 1 1 0 0,-1-1-1 0 0,2-1 1 0 0,-1 0-1 0 0,0 0 1 0 0,1-2-1 0 0,0 1 1 0 0,0-2-1 0 0,19 3 1 0 0,-6-4 32 0 0,-1-1-1 0 0,0-1 1 0 0,1-1 0 0 0,39-9 0 0 0,-55 9 164 0 0,0 0 0 0 0,-1-1 1 0 0,1-1-1 0 0,-1 1 0 0 0,0-2 1 0 0,0 1-1 0 0,0-1 1 0 0,0 0-1 0 0,-1-1 0 0 0,0 0 1 0 0,0 0-1 0 0,-1-1 0 0 0,1 0 1 0 0,9-12-1 0 0,-16 17 24 0 0,0 0 0 0 0,1 0 0 0 0,-1 0 0 0 0,0 1 0 0 0,0-1 0 0 0,0 0 0 0 0,0 0 0 0 0,-1-1 1 0 0,1 1-1 0 0,0 0 0 0 0,-1 0 0 0 0,1 0 0 0 0,-1 0 0 0 0,0-1 0 0 0,0 1 0 0 0,0 0 0 0 0,0 0 0 0 0,-1-4 0 0 0,0 4-7 0 0,1 1 0 0 0,-1-1-1 0 0,0 1 1 0 0,0-1 0 0 0,1 1-1 0 0,-1-1 1 0 0,0 1 0 0 0,-1 0 0 0 0,1 0-1 0 0,0-1 1 0 0,0 1 0 0 0,0 0-1 0 0,-1 0 1 0 0,1 0 0 0 0,-1 0 0 0 0,1 1-1 0 0,-1-1 1 0 0,1 0 0 0 0,-3 0-1 0 0,1 0-1 0 0,-1 0-1 0 0,1 0 1 0 0,-1 0-1 0 0,1 1 1 0 0,-1 0-1 0 0,1 0 1 0 0,-1 0-1 0 0,1 0 1 0 0,0 0-1 0 0,-1 0 1 0 0,1 1-1 0 0,-1 0 1 0 0,1 0-1 0 0,-1 0 1 0 0,1 0-1 0 0,0 0 1 0 0,0 1-1 0 0,0-1 1 0 0,0 1-1 0 0,0 0 1 0 0,0 0-1 0 0,0 0 1 0 0,-2 3-1 0 0,2-3-48 0 0,1 1 0 0 0,-1-1 0 0 0,1 1-1 0 0,0 0 1 0 0,0-1 0 0 0,1 1 0 0 0,-1 0-1 0 0,0 0 1 0 0,1 0 0 0 0,0 0 0 0 0,0 1-1 0 0,0-1 1 0 0,0 0 0 0 0,-1 5-1 0 0,2-6-180 0 0,0 0 99 0 0,1 1 0 0 0,-1-1 0 0 0,1 0 0 0 0,-1 0 0 0 0,1 0 1 0 0,0 0-1 0 0,-1 0 0 0 0,1 0 0 0 0,0 0 0 0 0,1-1 0 0 0,-1 1 0 0 0,0 0 0 0 0,0 0 0 0 0,1-1 0 0 0,-1 1 0 0 0,4 2 0 0 0,1-4 108 0 0,-1 0 0 0 0,1-1 1 0 0,-1 1-1 0 0,1-1 0 0 0,-1 0 0 0 0,0-1 0 0 0,1 1 0 0 0,-1-1 0 0 0,0 0 0 0 0,0 0 0 0 0,0-1 0 0 0,0 0 0 0 0,0 0 0 0 0,-1 0 0 0 0,1 0 0 0 0,-1-1 1 0 0,8-7-1 0 0,-11 10 525 0 0,-6 42 2320 0 0,0-11-2677 0 0,1 0 0 0 0,1 36 0 0 0,4-18-46 0 0,-1 0 0 0 0,-3 0 0 0 0,-1 0 0 0 0,-3 0 0 0 0,-2-1 0 0 0,-2-1 0 0 0,-1 1 0 0 0,-3-2 0 0 0,-2 0 0 0 0,-2-1 0 0 0,-2 0 0 0 0,-45 69-1 0 0,52-91-99 0 0,-2-1 0 0 0,0-1 0 0 0,-1 0-1 0 0,-22 19 1 0 0,33-34 26 0 0,0 0 0 0 0,0 0-1 0 0,0-1 1 0 0,0 0 0 0 0,-1 0 0 0 0,0 0-1 0 0,1-1 1 0 0,-2 0 0 0 0,1 0 0 0 0,0-1-1 0 0,0 0 1 0 0,-1 0 0 0 0,1-1 0 0 0,-1 0 0 0 0,1 0-1 0 0,-1-1 1 0 0,0 1 0 0 0,-12-3 0 0 0,15 1 11 0 0,0 0 0 0 0,-1-1 1 0 0,1 0-1 0 0,1 0 0 0 0,-1 0 0 0 0,0-1 1 0 0,0 1-1 0 0,1-1 0 0 0,-1 0 1 0 0,1-1-1 0 0,0 1 0 0 0,0-1 1 0 0,0 1-1 0 0,1-1 0 0 0,-1 0 0 0 0,1-1 1 0 0,0 1-1 0 0,0-1 0 0 0,0 1 1 0 0,1-1-1 0 0,0 0 0 0 0,0 0 1 0 0,0 0-1 0 0,0 0 0 0 0,-1-8 0 0 0,0 0 8 0 0,1 1 0 0 0,1-1 0 0 0,0 1 0 0 0,0-1 0 0 0,2 0 0 0 0,-1 1 0 0 0,1-1 0 0 0,1 0 0 0 0,5-18 0 0 0,1 8-24 0 0,1 1 1 0 0,1 0 0 0 0,0 1 0 0 0,2 0 0 0 0,0 1 0 0 0,2 0-1 0 0,16-19 1 0 0,-6 12-262 0 0,0 1-1 0 0,2 1 0 0 0,1 1 0 0 0,30-21 1 0 0,-35 31-669 0 0,0 1 0 0 0,1 1 1 0 0,42-16-1 0 0,29-2-6991 0 0,-43 18 3341 0 0</inkml:trace>
</inkml:ink>
</file>

<file path=ppt/ink/ink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9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1 812 0 0,'0'0'5521'0'0,"-3"5"-4766"0"0,0-1-673 0 0,-22 36 2509 0 0,-20 44 0 0 0,44-83-2772 0 0,1 1-1 0 0,-1-1 0 0 0,0 0 0 0 0,1 0 0 0 0,-1 0 1 0 0,1 0-1 0 0,-1 0 0 0 0,1 1 0 0 0,-1-1 0 0 0,1 0 0 0 0,0 0 1 0 0,0 1-1 0 0,0-1 0 0 0,-1 0 0 0 0,1 0 0 0 0,0 1 1 0 0,1-1-1 0 0,-1 2 0 0 0,16-18-3947 0 0,-5-3 1448 0 0</inkml:trace>
</inkml:ink>
</file>

<file path=ppt/ink/ink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09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 76 0 0,'12'-21'6682'0'0,"-9"16"-9663"0"0</inkml:trace>
</inkml:ink>
</file>

<file path=ppt/ink/ink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10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33 212 0 0,'-16'59'4860'0'0,"16"-58"-3997"0"0,-3 7-432 0 0,3-8-370 0 0,0 0-1 0 0,0-1 1 0 0,0 1 0 0 0,0 0 0 0 0,0 0-1 0 0,0 0 1 0 0,0 0 0 0 0,0 0-1 0 0,0 0 1 0 0,0 0 0 0 0,1 0 0 0 0,-1-1-1 0 0,0 1 1 0 0,0 0 0 0 0,0 0 0 0 0,0 0-1 0 0,0 0 1 0 0,0 0 0 0 0,1 0-1 0 0,-1 0 1 0 0,0 0 0 0 0,0 0 0 0 0,0 0-1 0 0,0 0 1 0 0,0 0 0 0 0,0 0 0 0 0,1 0-1 0 0,-1 0 1 0 0,0 0 0 0 0,0 0-1 0 0,0 0 1 0 0,0 0 0 0 0,0 0 0 0 0,1 0-1 0 0,-1 0 1 0 0,0 0 0 0 0,0 0 0 0 0,0 0-1 0 0,0 0 1 0 0,0 1 0 0 0,0-1 0 0 0,0 0-1 0 0,1 0 1 0 0,-1 0 0 0 0,0 0-1 0 0,0 0 1 0 0,0 0 0 0 0,0 0 0 0 0,0 0-1 0 0,0 1 1 0 0,0-1 0 0 0,0 0 0 0 0,0 0-1 0 0,0 0 1 0 0,0 0 0 0 0,0 0-1 0 0,0 0 1 0 0,1 1 0 0 0,24-20 187 0 0,1-1 265 0 0,0 2 1 0 0,45-24-1 0 0,-69 42-500 0 0,-1-1-1 0 0,0 1 1 0 0,1-1-1 0 0,-1 1 1 0 0,1 0-1 0 0,-1 0 1 0 0,1 0 0 0 0,-1 0-1 0 0,1 0 1 0 0,-1 0-1 0 0,1 0 1 0 0,-1 0-1 0 0,1 0 1 0 0,-1 1 0 0 0,1-1-1 0 0,-1 1 1 0 0,1-1-1 0 0,-1 1 1 0 0,0 0-1 0 0,1-1 1 0 0,-1 1 0 0 0,0 0-1 0 0,1 0 1 0 0,-1 0-1 0 0,0 0 1 0 0,0 0-1 0 0,1 1 1 0 0,27 38-530 0 0,-22-28-449 0 0,-5-9 458 0 0,4 5 103 0 0,-3 1-4398 0 0,0-1 2053 0 0</inkml:trace>
</inkml:ink>
</file>

<file path=ppt/ink/ink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10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66 256 0 0,'0'0'6264'0'0,"0"5"-5612"0"0,-3 20 957 0 0,-12 45 0 0 0,-1 8 91 0 0,15-92-134 0 0,7-23-1523 0 0,65-101 265 0 0,-50 101-256 0 0,-21 36-52 0 0,1 0 0 0 0,-1 0 0 0 0,1 0 0 0 0,-1 0 0 0 0,1 0 0 0 0,0 0 0 0 0,0 0 0 0 0,-1 0 0 0 0,1 0 0 0 0,0 1 0 0 0,0-1 0 0 0,0 0 0 0 0,0 1 0 0 0,0-1 0 0 0,0 0 0 0 0,0 1 0 0 0,0-1 0 0 0,0 1 0 0 0,0-1 0 0 0,1 1 0 0 0,-1 0 0 0 0,0-1 0 0 0,0 1 0 0 0,0 0 0 0 0,1 0 0 0 0,0 0 0 0 0,0 0-1 0 0,1 1 1 0 0,-1-1 0 0 0,0 1 0 0 0,0 0 0 0 0,0 0 0 0 0,0 0 0 0 0,0 0-1 0 0,0 0 1 0 0,0 0 0 0 0,-1 0 0 0 0,1 1 0 0 0,0-1 0 0 0,-1 1 0 0 0,1-1-1 0 0,-1 1 1 0 0,1-1 0 0 0,-1 1 0 0 0,0 0 0 0 0,1 0 0 0 0,-1 0 0 0 0,0 0-1 0 0,0 0 1 0 0,-1 0 0 0 0,1 0 0 0 0,0 0 0 0 0,-1 0 0 0 0,1 0-1 0 0,-1 0 1 0 0,1 5 0 0 0,1 2-3 0 0,17 59 69 0 0,-15-50-64 0 0,0-1 1 0 0,1 1-1 0 0,1-1 0 0 0,1 0 1 0 0,0-1-1 0 0,1 1 0 0 0,1-2 0 0 0,0 1 1 0 0,18 21-1 0 0,-25-35 8 0 0,-1 0 1 0 0,0-1-1 0 0,1 1 1 0 0,-1-1-1 0 0,0 1 1 0 0,1-1-1 0 0,0 0 0 0 0,-1 0 1 0 0,1 0-1 0 0,0 0 1 0 0,0 0-1 0 0,0 0 1 0 0,-1 0-1 0 0,1 0 0 0 0,0-1 1 0 0,3 1-1 0 0,-3-1 41 0 0,2-2-2 0 0,0-1-21 0 0,1-1 1 0 0,0 1 0 0 0,-1-1-1 0 0,0 0 1 0 0,0-1 0 0 0,0 1 0 0 0,-1-1-1 0 0,1 1 1 0 0,-1-1 0 0 0,0 0-1 0 0,-1-1 1 0 0,1 1 0 0 0,-1 0 0 0 0,0-1-1 0 0,0 1 1 0 0,1-11 0 0 0,1-9 184 0 0,-1 0 0 0 0,0-45 0 0 0,1-9 843 0 0,-4 77-1038 0 0,0 0-652 0 0,0-5 1164 0 0,37 21-14572 0 0</inkml:trace>
</inkml:ink>
</file>

<file path=ppt/ink/ink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10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1 368 0 0,'0'0'9375'0'0,"0"4"-8907"0"0,-4 20 94 0 0,-2-1 1 0 0,0 0-1 0 0,-1-1 1 0 0,-1 1-1 0 0,-1-1 1 0 0,-1-1-1 0 0,-25 40 1 0 0,-10 11 12 0 0,44-70-535 0 0,5 11 391 0 0,1-10-363 0 0,1 0 1 0 0,0-1 0 0 0,-1 1-1 0 0,1-1 1 0 0,0 0 0 0 0,0-1-1 0 0,1 0 1 0 0,-1 0-1 0 0,0 0 1 0 0,0 0 0 0 0,7-1-1 0 0,83-6 216 0 0,-57 3-378 0 0,-29 2-199 0 0,35-2-1668 0 0,-14-4-6850 0 0,-20 4 5602 0 0</inkml:trace>
</inkml:ink>
</file>

<file path=ppt/ink/ink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49:11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217 237 432 0 0,'0'0'8925'0'0,"-1"6"-8549"0"0,-23 92 1077 0 0,17-76-1212 0 0,1-1-1 0 0,1 1 1 0 0,1 0-1 0 0,0 1 0 0 0,2-1 1 0 0,1 45-1 0 0,-2-51 1644 0 0,13-64-1508 0 0,5-86 0 0 0,-10 76-180 0 0,15-72 0 0 0,-17 117-143 0 0,0-1 0 0 0,1 0 0 0 0,1 1-1 0 0,1 0 1 0 0,-1 0 0 0 0,2 1 0 0 0,0-1-1 0 0,0 1 1 0 0,10-11 0 0 0,-13 19-43 0 0,0 0 0 0 0,0 0 1 0 0,0 1-1 0 0,1-1 0 0 0,-1 1 0 0 0,1 0 0 0 0,0 0 1 0 0,0 0-1 0 0,0 1 0 0 0,0-1 0 0 0,0 1 1 0 0,0 1-1 0 0,1-1 0 0 0,-1 1 0 0 0,1 0 1 0 0,-1 0-1 0 0,1 0 0 0 0,0 1 0 0 0,-1 0 0 0 0,1 0 1 0 0,0 0-1 0 0,-1 1 0 0 0,1 0 0 0 0,-1 0 1 0 0,9 3-1 0 0,-10-3-7 0 0,-1 0 0 0 0,0 0 0 0 0,0 0 1 0 0,1 0-1 0 0,-1 0 0 0 0,0 1 0 0 0,0 0 0 0 0,0-1 1 0 0,0 1-1 0 0,-1 0 0 0 0,1 1 0 0 0,-1-1 0 0 0,1 0 1 0 0,-1 1-1 0 0,1-1 0 0 0,-1 1 0 0 0,0 0 0 0 0,0 0 1 0 0,-1 0-1 0 0,1 0 0 0 0,-1 0 0 0 0,1 0 0 0 0,-1 0 1 0 0,0 0-1 0 0,0 0 0 0 0,0 1 0 0 0,-1-1 0 0 0,1 1 0 0 0,-1-1 1 0 0,0 0-1 0 0,1 1 0 0 0,-2-1 0 0 0,1 1 0 0 0,0-1 1 0 0,-1 0-1 0 0,1 1 0 0 0,-1-1 0 0 0,0 0 0 0 0,0 1 1 0 0,-1-1-1 0 0,1 0 0 0 0,-1 0 0 0 0,1 0 0 0 0,-1 0 1 0 0,0 0-1 0 0,0-1 0 0 0,0 1 0 0 0,0 0 0 0 0,-1-1 1 0 0,1 0-1 0 0,-1 1 0 0 0,0-1 0 0 0,1 0 0 0 0,-1 0 0 0 0,0-1 1 0 0,-4 3-1 0 0,-17 7-225 0 0,-1-2 0 0 0,0 0 0 0 0,0-2 0 0 0,-1 0-1 0 0,0-2 1 0 0,-29 2 0 0 0,10 0-683 0 0,23-4-672 0 0,0-2 1 0 0,-1 0-1 0 0,1-1 1 0 0,-26-4 0 0 0,4-4-2099 0 0</inkml:trace>
</inkml:ink>
</file>

<file path=ppt/ink/ink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5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5 696 0 0,'3'-5'12854'0'0,"4"50"-12645"0"0,-6-31-136 0 0,1 0 0 0 0,1 0 1 0 0,6 22-1 0 0,83 208 352 0 0,-84-221-363 0 0,-1 1 0 0 0,-2 0-1 0 0,4 32 1 0 0,-9-55-57 0 0,0 1 0 0 0,-1-1-1 0 0,1 1 1 0 0,-1-1 0 0 0,1 1 0 0 0,-1-1 0 0 0,1 1 0 0 0,-1-1-1 0 0,0 0 1 0 0,0 0 0 0 0,0 1 0 0 0,1-1 0 0 0,-1 0-1 0 0,0 0 1 0 0,-1 0 0 0 0,1 0 0 0 0,0 0 0 0 0,0 0 0 0 0,0 0-1 0 0,-1 0 1 0 0,1 0 0 0 0,0-1 0 0 0,-1 1 0 0 0,1 0-1 0 0,-1-1 1 0 0,1 1 0 0 0,0-1 0 0 0,-1 0 0 0 0,1 0 0 0 0,-1 1-1 0 0,1-1 1 0 0,-1 0 0 0 0,-1 0 0 0 0,-50 2 94 0 0,27-3-229 0 0,0-3-1 0 0,-1 0 1 0 0,1-1 0 0 0,1-2-1 0 0,-1 0 1 0 0,1-2-1 0 0,1-1 1 0 0,-45-24-1 0 0,67 33-319 0 0,1-1-1 0 0,-1 1 1 0 0,1 0 0 0 0,-1 0-1 0 0,1-1 1 0 0,0 1-1 0 0,-1-1 1 0 0,1 1 0 0 0,0-1-1 0 0,0 1 1 0 0,0-1-1 0 0,-1-2 1 0 0,0 0-1963 0 0</inkml:trace>
</inkml:ink>
</file>

<file path=ppt/ink/ink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5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0 134 448 0 0,'16'-12'589'0'0,"0"1"1"0"0,1 1-1 0 0,-1 0 0 0 0,2 1 1 0 0,0 1-1 0 0,0 1 0 0 0,0 0 0 0 0,24-4 1 0 0,159-25 693 0 0,-179 33-1039 0 0,11-2 225 0 0,59 0-1 0 0,-83 5-611 0 0,-1 0 1 0 0,0 1 0 0 0,0 0-1 0 0,0 0 1 0 0,0 1-1 0 0,-1-1 1 0 0,1 2-1 0 0,0-1 1 0 0,-1 1 0 0 0,1 1-1 0 0,-1-1 1 0 0,0 1-1 0 0,7 5 1 0 0,-9 3-2944 0 0,-4-10 1318 0 0</inkml:trace>
</inkml:ink>
</file>

<file path=ppt/ink/ink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5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50 96 0 0,'0'0'2707'0'0,"-7"0"-2085"0"0,3 0-475 0 0,0 0 0 0 0,0 1 0 0 0,0-1 0 0 0,-1 1 0 0 0,1 0 0 0 0,0 0 0 0 0,0 0 0 0 0,0 1 0 0 0,0-1 0 0 0,0 1 0 0 0,1 0 0 0 0,-1 0-1 0 0,0 1 1 0 0,1-1 0 0 0,0 1 0 0 0,-1-1 0 0 0,1 1 0 0 0,0 0 0 0 0,1 0 0 0 0,-1 1 0 0 0,0-1 0 0 0,1 0 0 0 0,0 1 0 0 0,-1 0 0 0 0,-2 6 0 0 0,3-5-77 0 0,0-1 0 0 0,1 0 0 0 0,-1 1 0 0 0,1-1-1 0 0,0 1 1 0 0,0 0 0 0 0,0-1 0 0 0,1 1 0 0 0,-1 0 0 0 0,1-1 0 0 0,0 1 0 0 0,1 0 0 0 0,-1 0 0 0 0,1-1-1 0 0,0 1 1 0 0,0-1 0 0 0,0 1 0 0 0,1-1 0 0 0,0 1 0 0 0,0-1 0 0 0,0 0 0 0 0,0 0 0 0 0,0 0-1 0 0,1 0 1 0 0,0 0 0 0 0,0 0 0 0 0,0-1 0 0 0,0 1 0 0 0,1-1 0 0 0,4 4 0 0 0,-2-3-37 0 0,-1-1 0 0 0,1 0 0 0 0,0 0 0 0 0,0 0-1 0 0,0-1 1 0 0,0 0 0 0 0,1 0 0 0 0,-1 0 0 0 0,0-1 0 0 0,1 0 0 0 0,-1 0 0 0 0,1-1 0 0 0,0 0 0 0 0,-1 0 0 0 0,1 0 0 0 0,-1-1 0 0 0,1 0 0 0 0,-1 0 0 0 0,1-1 0 0 0,-1 1 0 0 0,9-5 0 0 0,-7 3-9 0 0,-1-1 0 0 0,0 0 1 0 0,0 0-1 0 0,0 0 0 0 0,-1-1 1 0 0,1 0-1 0 0,-1 0 1 0 0,-1-1-1 0 0,1 0 0 0 0,-1 0 1 0 0,1 0-1 0 0,-2 0 0 0 0,1-1 1 0 0,6-12-1 0 0,-9 15-3 0 0,-1-1 0 0 0,1 0 1 0 0,-1 1-1 0 0,0-1 0 0 0,0 0 0 0 0,0 0 0 0 0,0 0 0 0 0,-1 0 0 0 0,0 0 1 0 0,0 1-1 0 0,-1-1 0 0 0,1 0 0 0 0,-1 0 0 0 0,0 0 0 0 0,0 0 1 0 0,-1 1-1 0 0,1-1 0 0 0,-1 0 0 0 0,0 1 0 0 0,0-1 0 0 0,-1 1 0 0 0,1 0 1 0 0,-1 0-1 0 0,0 0 0 0 0,-5-6 0 0 0,2 5 11 0 0,1-1-1 0 0,-1 1 1 0 0,0 1-1 0 0,0-1 1 0 0,-1 1-1 0 0,1 0 1 0 0,-15-6 0 0 0,14 6-40 0 0,6 4-39 0 0,0 0 1 0 0,0 0 0 0 0,0 0-1 0 0,0 0 1 0 0,0 0 0 0 0,0 0-1 0 0,0 1 1 0 0,0-1 0 0 0,0 0-1 0 0,0 1 1 0 0,0-1 0 0 0,0 0-1 0 0,0 1 1 0 0,0-1 0 0 0,0 1-1 0 0,1-1 1 0 0,-1 1 0 0 0,0 0-1 0 0,0-1 1 0 0,1 1 0 0 0,-1 0-1 0 0,-1 1 1 0 0,2-1-162 0 0,-1-1 1 0 0,1 1-1 0 0,0-1 1 0 0,-1 1-1 0 0,1-1 1 0 0,0 1-1 0 0,-1-1 0 0 0,1 1 1 0 0,0-1-1 0 0,0 1 1 0 0,0 0-1 0 0,0-1 1 0 0,-1 1-1 0 0,1-1 1 0 0,0 1-1 0 0,0 0 1 0 0,0-1-1 0 0,0 1 0 0 0,0 0 1 0 0,1-1-1 0 0,-1 1 1 0 0,0-1-1 0 0,0 1 1 0 0,0-1-1 0 0,0 1 1 0 0,1 0-1 0 0,-1-1 1 0 0,1 1-1 0 0,8 14-2161 0 0</inkml:trace>
</inkml:ink>
</file>

<file path=ppt/ink/ink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6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14 612 0 0,'0'0'2982'0'0,"-5"2"-2345"0"0,2-2-532 0 0,0 1 0 0 0,1 0 1 0 0,-1 0-1 0 0,0 1 0 0 0,1-1 0 0 0,-1 0 0 0 0,1 1 1 0 0,0-1-1 0 0,-1 1 0 0 0,1 0 0 0 0,0 0 1 0 0,0 0-1 0 0,0 0 0 0 0,0 0 0 0 0,1 0 0 0 0,-1 1 1 0 0,1-1-1 0 0,-1 1 0 0 0,1-1 0 0 0,0 1 0 0 0,-1-1 1 0 0,1 1-1 0 0,1 0 0 0 0,-1 0 0 0 0,0-1 0 0 0,1 1 1 0 0,-1 0-1 0 0,1 5 0 0 0,0-3-20 0 0,0 1 0 0 0,1 0 0 0 0,0 0 0 0 0,0-1 1 0 0,0 1-1 0 0,0-1 0 0 0,1 1 0 0 0,0-1 0 0 0,0 1 0 0 0,1-1 0 0 0,-1 0 0 0 0,1 0 0 0 0,0 0 0 0 0,1-1 1 0 0,-1 1-1 0 0,1-1 0 0 0,0 1 0 0 0,0-1 0 0 0,0 0 0 0 0,1-1 0 0 0,-1 1 0 0 0,1-1 0 0 0,0 0 0 0 0,6 3 1 0 0,-10-6-69 0 0,0 1 1 0 0,1-1-1 0 0,-1 0 1 0 0,0 0-1 0 0,0 0 1 0 0,0 0-1 0 0,1 0 1 0 0,-1 0 0 0 0,0 0-1 0 0,0 0 1 0 0,0-1-1 0 0,1 1 1 0 0,-1 0-1 0 0,0-1 1 0 0,0 1-1 0 0,0-1 1 0 0,0 1 0 0 0,0-1-1 0 0,0 1 1 0 0,0-1-1 0 0,0 0 1 0 0,0 0-1 0 0,0 0 1 0 0,0 1 0 0 0,0-1-1 0 0,0 0 1 0 0,-1 0-1 0 0,1 0 1 0 0,0 0-1 0 0,-1 0 1 0 0,2-2-1 0 0,0 0 74 0 0,-1 0 0 0 0,1 0 0 0 0,0 0 0 0 0,-1 0 0 0 0,1 0-1 0 0,-1-1 1 0 0,0 1 0 0 0,0 0 0 0 0,0-6 0 0 0,-1 1 18 0 0,-2 1 0 0 0,1-1 1 0 0,-1 1-1 0 0,0-1 0 0 0,0 1 1 0 0,-1 0-1 0 0,0-1 0 0 0,0 2 1 0 0,-1-1-1 0 0,0 0 0 0 0,0 1 1 0 0,-1-1-1 0 0,1 1 0 0 0,-1 0 1 0 0,-1 1-1 0 0,1-1 1 0 0,-1 1-1 0 0,0 0 0 0 0,-7-4 1 0 0,11 7-158 0 0,1 1 1 0 0,-1 0 0 0 0,1 0 0 0 0,-1 0 0 0 0,1 0 0 0 0,-1 0-1 0 0,0 0 1 0 0,1 0 0 0 0,-1 1 0 0 0,0-1 0 0 0,0 0 0 0 0,1 1-1 0 0,-1 0 1 0 0,0-1 0 0 0,0 1 0 0 0,0 0 0 0 0,0 0 0 0 0,0 0 0 0 0,0 0-1 0 0,1 0 1 0 0,-1 1 0 0 0,0-1 0 0 0,0 1 0 0 0,0-1 0 0 0,0 1-1 0 0,1-1 1 0 0,-1 1 0 0 0,0 0 0 0 0,1 0 0 0 0,-1 0 0 0 0,0 0-1 0 0,1 0 1 0 0,0 0 0 0 0,-1 1 0 0 0,1-1 0 0 0,-2 2 0 0 0,2 14-6027 0 0</inkml:trace>
</inkml:ink>
</file>

<file path=ppt/ink/ink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6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35 64 0 0,'0'0'573'0'0,"1"-2"-3"0"0,1 1 0 0 0,-1-1-1 0 0,0 1 1 0 0,0-1-1 0 0,0 1 1 0 0,0-1 0 0 0,0 0-1 0 0,-1 1 1 0 0,1-1-1 0 0,0 0 1 0 0,-1 0 0 0 0,0 0-1 0 0,1 1 1 0 0,-1-4 0 0 0,-4 3-524 0 0,-1 1 1 0 0,0 0 0 0 0,0 0 0 0 0,0 0 0 0 0,0 1 0 0 0,0-1-1 0 0,0 1 1 0 0,1 0 0 0 0,-1 1 0 0 0,0-1 0 0 0,0 1 0 0 0,0 0 0 0 0,0 0-1 0 0,-6 3 1 0 0,-77 28 306 0 0,72-26-259 0 0,12-4-70 0 0,-1 0 0 0 0,1 0 0 0 0,-1 1 1 0 0,1-1-1 0 0,0 1 0 0 0,0 0 0 0 0,0 0 0 0 0,0 1 0 0 0,1-1 0 0 0,-1 1 1 0 0,1 0-1 0 0,0 0 0 0 0,-3 5 0 0 0,5-8-15 0 0,40 23 45 0 0,82 7 24 0 0,-79-22-74 0 0,-2 2 1 0 0,64 25-1 0 0,-99-35 7 0 0,-3 0-10 0 0,0 0 1 0 0,-1-1-1 0 0,1 1 0 0 0,0 0 1 0 0,-1 0-1 0 0,1 0 0 0 0,-1 0 1 0 0,1 0-1 0 0,-1 0 1 0 0,1 1-1 0 0,-1-1 0 0 0,0 0 1 0 0,1 1-1 0 0,-1-1 0 0 0,0 1 1 0 0,0-1-1 0 0,1 4 0 0 0,-1-4 0 0 0,-1-1 0 0 0,0 1-1 0 0,0-1 1 0 0,1 1-1 0 0,-1 0 1 0 0,0-1 0 0 0,0 1-1 0 0,0-1 1 0 0,0 1-1 0 0,0 0 1 0 0,0-1 0 0 0,0 1-1 0 0,0 0 1 0 0,0-1-1 0 0,0 1 1 0 0,0-1 0 0 0,0 1-1 0 0,0 0 1 0 0,0-1-1 0 0,-1 1 1 0 0,1-1-1 0 0,0 1 1 0 0,-1 0 0 0 0,1-1-1 0 0,0 1 1 0 0,-1-1-1 0 0,1 1 1 0 0,0-1 0 0 0,-1 1-1 0 0,1-1 1 0 0,-1 1-1 0 0,-25 15 25 0 0,-31 1 19 0 0,38-15 205 0 0,0-2 0 0 0,0 0-1 0 0,-34-4 1 0 0,50 3-149 0 0,0 0-191 0 0,0 0 0 0 0,0 0-1 0 0,0 0 1 0 0,-1 1 0 0 0,1-1 0 0 0,0 1 0 0 0,0 0-1 0 0,0 0 1 0 0,-1 0 0 0 0,1 0 0 0 0,0 0 0 0 0,0 1-1 0 0,0-1 1 0 0,0 1 0 0 0,-4 1 0 0 0,-3 10-5613 0 0</inkml:trace>
</inkml:ink>
</file>

<file path=ppt/ink/ink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26 504 0 0,'7'-16'2309'0'0,"-6"7"-417"0"0,-5 9 1314 0 0,-13 12-2947 0 0,0 1 0 0 0,2 1-1 0 0,-1 0 1 0 0,2 1-1 0 0,0 1 1 0 0,1 0-1 0 0,1 1 1 0 0,0 0-1 0 0,1 1 1 0 0,1 0 0 0 0,1 1-1 0 0,0 0 1 0 0,-10 37-1 0 0,14-40-169 0 0,0 0-1 0 0,1 0 1 0 0,1 0-1 0 0,1 1 1 0 0,1 0-1 0 0,0-1 0 0 0,1 1 1 0 0,0 0-1 0 0,1 0 1 0 0,1-1-1 0 0,1 1 1 0 0,1-1-1 0 0,0 0 1 0 0,1 0-1 0 0,0 0 1 0 0,2-1-1 0 0,0 1 0 0 0,10 15 1 0 0,3-1 87 0 0,1-2 0 0 0,2 0 1 0 0,0-2-1 0 0,34 30 0 0 0,-44-45-399 0 0,1 0 0 0 0,0-1 0 0 0,1-1 0 0 0,-1 0 0 0 0,2-1 0 0 0,-1 0 0 0 0,1-1 0 0 0,1-1 0 0 0,-1-1 0 0 0,30 6 0 0 0,-43-11-301 0 0,-1 0 0 0 0,1 0 0 0 0,0 0 0 0 0,0-1-1 0 0,-1 1 1 0 0,1-1 0 0 0,0 1 0 0 0,-1-1 0 0 0,1 0 0 0 0,-1 0 0 0 0,6-3 0 0 0,0-3-2487 0 0</inkml:trace>
</inkml:ink>
</file>

<file path=ppt/ink/ink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7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0 640 0 0,'0'0'5392'0'0,"-3"4"-4620"0"0,0 1-491 0 0,0 0 0 0 0,1 0 0 0 0,0 1 0 0 0,0-1 0 0 0,0 1-1 0 0,0 0 1 0 0,1 0 0 0 0,0-1 0 0 0,0 1 0 0 0,1 0 0 0 0,-1 0 0 0 0,1 0 0 0 0,1 8 0 0 0,2 13 674 0 0,12 46 0 0 0,-2-5-182 0 0,-13-17-1242 0 0,-2-20-7352 0 0</inkml:trace>
</inkml:ink>
</file>

<file path=ppt/ink/ink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8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18 784 0 0,'0'0'148'0'0,"1"-1"1"0"0,-1 1-1 0 0,0 0 0 0 0,1-1 0 0 0,-1 1 1 0 0,0 0-1 0 0,1-1 0 0 0,-1 1 0 0 0,0-1 1 0 0,0 1-1 0 0,0 0 0 0 0,1-1 0 0 0,-1 1 1 0 0,0-1-1 0 0,0 1 0 0 0,0-1 0 0 0,0 1 1 0 0,0-1-1 0 0,0 1 0 0 0,0-1 0 0 0,0 1 1 0 0,0-1-1 0 0,0 1 0 0 0,0 0 0 0 0,0-1 1 0 0,0 1-1 0 0,0-1 0 0 0,0 1 0 0 0,-1-1 1 0 0,1 1-1 0 0,0-1 0 0 0,0 1 0 0 0,0 0 1 0 0,-1-1-1 0 0,1 1 0 0 0,0-1 0 0 0,-1 1 1 0 0,1 0-1 0 0,0-1 0 0 0,-1 1 0 0 0,0-1 1 0 0,-24 1 1419 0 0,-31 18-794 0 0,27-6-185 0 0,-36 18 617 0 0,62-29-1145 0 0,0 1 0 0 0,0-1-1 0 0,1 1 1 0 0,-1 0-1 0 0,1 0 1 0 0,-1 0 0 0 0,1 0-1 0 0,0 0 1 0 0,0 1 0 0 0,0-1-1 0 0,0 0 1 0 0,0 1 0 0 0,0 0-1 0 0,1-1 1 0 0,-1 1-1 0 0,1 0 1 0 0,-1 3 0 0 0,1-5 33 0 0,10 13 117 0 0,-9-13-206 0 0,0-1 0 0 0,0 1 0 0 0,0 0 0 0 0,1 0 0 0 0,-1-1 0 0 0,0 1 0 0 0,0 0 0 0 0,1-1 0 0 0,-1 1 0 0 0,1 0 0 0 0,-1-1 0 0 0,0 1 0 0 0,1 0 0 0 0,-1-1 0 0 0,1 1 0 0 0,0-1 0 0 0,-1 1 0 0 0,1-1 0 0 0,-1 1 0 0 0,1-1 0 0 0,0 1 0 0 0,-1-1 0 0 0,1 0 0 0 0,0 1 0 0 0,-1-1 0 0 0,2 0 0 0 0,6 2 35 0 0,4-1-2 0 0,1 1-1 0 0,-1 1 0 0 0,0 0 0 0 0,0 1 0 0 0,-1 0 0 0 0,1 1 0 0 0,-1 0 0 0 0,18 11 0 0 0,-27-13-31 0 0,0 0 1 0 0,0 0-1 0 0,0 0 1 0 0,-1 0-1 0 0,0 0 1 0 0,1 0-1 0 0,-1 1 1 0 0,0-1-1 0 0,0 0 1 0 0,-1 1-1 0 0,1-1 1 0 0,-1 1-1 0 0,1-1 1 0 0,-1 1-1 0 0,0-1 1 0 0,-1 1-1 0 0,1-1 1 0 0,-2 5-1 0 0,2 20 10 0 0,4 22-528 0 0,-4-32-1709 0 0,3 0-3512 0 0</inkml:trace>
</inkml:ink>
</file>

<file path=ppt/ink/ink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8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1 892 0 0,'0'0'7163'0'0,"1"4"-6754"0"0,3 7-133 0 0,0-1-1 0 0,1 1 1 0 0,0-1 0 0 0,1 0 0 0 0,-1-1-1 0 0,2 0 1 0 0,12 15 0 0 0,-11-15-175 0 0,-1-1 0 0 0,-1 1 0 0 0,1 0 1 0 0,-2 0-1 0 0,1 1 0 0 0,-1-1 1 0 0,-1 1-1 0 0,1 0 0 0 0,-2 1 0 0 0,5 18 1 0 0,-7-24-65 0 0,-1-1 0 0 0,0 0 0 0 0,0 0 1 0 0,-1 1-1 0 0,1-1 0 0 0,-1 0 0 0 0,0 0 1 0 0,0 1-1 0 0,0-1 0 0 0,-1 0 0 0 0,0 0 1 0 0,1 0-1 0 0,-1-1 0 0 0,-1 1 0 0 0,1 0 1 0 0,0-1-1 0 0,-1 1 0 0 0,-5 5 0 0 0,-29 18-1355 0 0,-7-9-4697 0 0,31-16 3113 0 0</inkml:trace>
</inkml:ink>
</file>

<file path=ppt/ink/ink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9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36 144 0 0,'9'-1'316'0'0,"1"0"93"0"0,0-1 1 0 0,1 2 0 0 0,-1 0-1 0 0,19 1 1 0 0,-25 0-321 0 0,-1 0-1 0 0,1 0 1 0 0,0 1 0 0 0,-1-1-1 0 0,1 1 1 0 0,-1 0-1 0 0,1-1 1 0 0,-1 2 0 0 0,0-1-1 0 0,0 0 1 0 0,0 1 0 0 0,0-1-1 0 0,0 1 1 0 0,0 0 0 0 0,-1 0-1 0 0,4 4 1 0 0,-3-2-8 0 0,9 12 215 0 0,1 0-1 0 0,1 0 1 0 0,20 17-1 0 0,-30-30-146 0 0,0 0-1 0 0,1-1 0 0 0,-1 0 0 0 0,1 0 1 0 0,0 0-1 0 0,0-1 0 0 0,0 1 0 0 0,0-1 1 0 0,0 0-1 0 0,1-1 0 0 0,-1 1 0 0 0,1-1 0 0 0,-1 0 1 0 0,1 0-1 0 0,-1-1 0 0 0,1 0 0 0 0,6 0 1 0 0,-10 0-59 0 0,0-1 1 0 0,0 1-1 0 0,0-1 1 0 0,0 1 0 0 0,0-1-1 0 0,0 0 1 0 0,-1 0-1 0 0,1 0 1 0 0,0 0-1 0 0,0 0 1 0 0,0 0-1 0 0,-1 0 1 0 0,1 0 0 0 0,-1-1-1 0 0,1 1 1 0 0,-1-1-1 0 0,1 1 1 0 0,-1-1-1 0 0,0 0 1 0 0,0 0 0 0 0,0 1-1 0 0,0-1 1 0 0,0 0-1 0 0,0 0 1 0 0,0 0-1 0 0,-1 0 1 0 0,1 0-1 0 0,-1 0 1 0 0,1 0 0 0 0,-1 0-1 0 0,0 0 1 0 0,0 0-1 0 0,0 0 1 0 0,0 0-1 0 0,0 0 1 0 0,0 0 0 0 0,-1-1-1 0 0,1 1 1 0 0,-1-2-1 0 0,-1-4 95 0 0,1-1-1 0 0,-1 1 1 0 0,0 0-1 0 0,-1 0 1 0 0,0 0-1 0 0,-1 0 1 0 0,1 1-1 0 0,-6-8 1 0 0,3 7-75 0 0,-1 1 1 0 0,0 0-1 0 0,0 0 0 0 0,0 1 1 0 0,-1-1-1 0 0,-9-4 1 0 0,16 11-536 0 0,-1-1 1 0 0,0 1 0 0 0,0 0-1 0 0,0 0 1 0 0,1 0 0 0 0,-1 0 0 0 0,0 0-1 0 0,0 0 1 0 0,1 1 0 0 0,-1-1-1 0 0,0 1 1 0 0,0-1 0 0 0,1 1-1 0 0,-1-1 1 0 0,0 1 0 0 0,1 0 0 0 0,-1 0-1 0 0,-2 2 1 0 0,4-3 431 0 0</inkml:trace>
</inkml:ink>
</file>

<file path=ppt/ink/ink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09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0 684 0 0,'4'0'936'0'0,"7"0"-440"0"0,0 1 0 0 0,0 1 0 0 0,-1 0 0 0 0,1 0 0 0 0,0 1 0 0 0,-1 0 0 0 0,1 1 0 0 0,-1 0 0 0 0,0 0 0 0 0,0 1 0 0 0,11 8 0 0 0,-7-3-107 0 0,-1 0 1 0 0,0 1-1 0 0,-1 0 0 0 0,0 1 0 0 0,-1 0 1 0 0,0 1-1 0 0,11 16 0 0 0,-13-15-188 0 0,0 0-1 0 0,-1 0 1 0 0,-1 1 0 0 0,0-1-1 0 0,-1 2 1 0 0,-1-1 0 0 0,0 1-1 0 0,-1-1 1 0 0,0 1 0 0 0,-2 0-1 0 0,0 1 1 0 0,0-1 0 0 0,-2 0-1 0 0,0 1 1 0 0,-1-1 0 0 0,-4 25-1 0 0,-1-23 21 0 0,0 0 0 0 0,-2-1 0 0 0,0 0 0 0 0,-1 0 0 0 0,0-1 0 0 0,-2 0 0 0 0,1-1 0 0 0,-2 0-1 0 0,0-1 1 0 0,-1 0 0 0 0,-1-1 0 0 0,0 0 0 0 0,0-1 0 0 0,-1-1 0 0 0,-1 0 0 0 0,0-1 0 0 0,0-1 0 0 0,-1 0 0 0 0,0-1-1 0 0,-31 9 1 0 0,46-17-385 0 0,-5 2-371 0 0,20-26-14370 0 0</inkml:trace>
</inkml:ink>
</file>

<file path=ppt/ink/ink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3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25 460 0 0,'4'-15'2702'0'0,"-4"15"-2575"0"0,0 0-1 0 0,0-1 0 0 0,0 1 1 0 0,0 0-1 0 0,0-1 0 0 0,0 1 1 0 0,0-1-1 0 0,0 1 0 0 0,1 0 1 0 0,-1-1-1 0 0,0 1 1 0 0,0 0-1 0 0,0-1 0 0 0,0 1 1 0 0,1 0-1 0 0,-1-1 0 0 0,0 1 1 0 0,0 0-1 0 0,1-1 0 0 0,-1 1 1 0 0,0 0-1 0 0,0-1 0 0 0,1 1 1 0 0,-1 0-1 0 0,0 0 0 0 0,1 0 1 0 0,-1-1-1 0 0,0 1 1 0 0,1 0-1 0 0,-1 0 0 0 0,0 0 1 0 0,1 0-1 0 0,-1 0 0 0 0,1 0 1 0 0,-1 0-1 0 0,1-1 0 0 0,2 7-17 0 0,0-1 0 0 0,0 1 0 0 0,0 0 0 0 0,-1 0 0 0 0,1 0 0 0 0,-2 0 0 0 0,1 0 0 0 0,-1 0 0 0 0,0 1 0 0 0,0-1-1 0 0,0 0 1 0 0,-1 1 0 0 0,0-1 0 0 0,0 1 0 0 0,-1-1 0 0 0,-1 9 0 0 0,-2 18 317 0 0,-11 52 0 0 0,12-71-342 0 0,-1 0 0 0 0,-1-1 0 0 0,0 1 0 0 0,-1-1 0 0 0,0 0 0 0 0,-9 14-1 0 0,-6 17-531 0 0,20-43 88 0 0</inkml:trace>
</inkml:ink>
</file>

<file path=ppt/ink/ink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3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44 0 0,'23'-47'6356'0'0,"-22"46"-5598"0"0,-1 0-715 0 0,1 1 0 0 0,-1 0 1 0 0,1 0-1 0 0,-1-1 0 0 0,1 1 0 0 0,-1 0 1 0 0,1 0-1 0 0,-1 0 0 0 0,1 0 0 0 0,-1 0 1 0 0,1 0-1 0 0,-1 0 0 0 0,1 0 0 0 0,-1 0 1 0 0,1 0-1 0 0,-1 0 0 0 0,1 0 0 0 0,-1 0 0 0 0,1 0 1 0 0,-1 0-1 0 0,1 0 0 0 0,-1 1 0 0 0,1-1 1 0 0,-1 0-1 0 0,0 0 0 0 0,1 0 0 0 0,-1 1 1 0 0,1-1-1 0 0,-1 0 0 0 0,0 1 0 0 0,1-1 1 0 0,0 1-1 0 0,17 11 641 0 0,-10-3-388 0 0,-1 1 0 0 0,0-1 0 0 0,-1 1 0 0 0,0 0 0 0 0,-1 1 0 0 0,0-1 0 0 0,6 22 0 0 0,18 83 821 0 0,-27-104-1036 0 0,4 30 291 0 0,-2 0 0 0 0,-2 64 0 0 0,-2-98-334 0 0,-3 11 407 0 0,0-2-2231 0 0</inkml:trace>
</inkml:ink>
</file>

<file path=ppt/ink/ink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3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6 840 0 0,'0'0'1671'0'0,"5"-6"-484"0"0,0 7 2497 0 0,2 4-3295 0 0,-1 1 1 0 0,0 0-1 0 0,0 1 0 0 0,0-1 1 0 0,0 1-1 0 0,-1 0 1 0 0,0 0-1 0 0,-1 1 0 0 0,6 11 1 0 0,32 85 1146 0 0,-22-48-967 0 0,-5-15-22 0 0,12 54 0 0 0,-23-79-432 0 0,-5 5-360 0 0,-5-14-2121 0 0,-8-10-4299 0 0,-9-8 3675 0 0</inkml:trace>
</inkml:ink>
</file>

<file path=ppt/ink/ink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4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77 368 0 0,'128'-28'3259'0'0,"-81"16"-2278"0"0,68-8 1 0 0,-59 14-669 0 0,49-3-3561 0 0,-87 8 1753 0 0</inkml:trace>
</inkml:ink>
</file>

<file path=ppt/ink/ink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5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70 348 0 0,'-4'-13'4562'0'0,"-3"13"-4252"0"0,-1 0 1 0 0,1 1-1 0 0,0 0 0 0 0,0 1 1 0 0,0 0-1 0 0,0 0 1 0 0,0 0-1 0 0,1 1 1 0 0,-1 0-1 0 0,1 0 0 0 0,-10 7 1 0 0,7-5-62 0 0,1 0-1 0 0,1 1 1 0 0,-1 0 0 0 0,1 0-1 0 0,0 1 1 0 0,0 0 0 0 0,1 0-1 0 0,-7 11 1 0 0,12-18-231 0 0,1 1-1 0 0,-1-1 1 0 0,1 1 0 0 0,-1 0 0 0 0,1-1-1 0 0,0 1 1 0 0,-1 0 0 0 0,1-1-1 0 0,0 1 1 0 0,-1 0 0 0 0,1 0 0 0 0,0-1-1 0 0,0 1 1 0 0,0 0 0 0 0,0 0-1 0 0,0-1 1 0 0,0 1 0 0 0,0 0 0 0 0,0 0-1 0 0,0 0 1 0 0,0-1 0 0 0,0 1-1 0 0,1 0 1 0 0,-1 0 0 0 0,0-1-1 0 0,0 1 1 0 0,1 0 0 0 0,-1-1 0 0 0,1 1-1 0 0,-1 0 1 0 0,0-1 0 0 0,2 2-1 0 0,0-1 6 0 0,-1 0 0 0 0,1 0 0 0 0,0 0-1 0 0,0 0 1 0 0,0 0 0 0 0,0-1-1 0 0,0 1 1 0 0,0-1 0 0 0,1 1-1 0 0,-1-1 1 0 0,4 0 0 0 0,3 0 1 0 0,1 0 0 0 0,0-1-1 0 0,-1 0 1 0 0,12-2 0 0 0,-5-3-78 0 0,1 0 0 0 0,-2-1 0 0 0,17-10 0 0 0,7-3-15 0 0,-38 20 58 0 0,2 2-24 0 0,1 1 30 0 0,-1 0 0 0 0,0 0 0 0 0,0 0 0 0 0,0 1-1 0 0,-1-1 1 0 0,5 7 0 0 0,5 6-2 0 0,-7-12 7 0 0,-1 1 0 0 0,1-1-1 0 0,0-1 1 0 0,0 1 0 0 0,1-1 0 0 0,-1 0-1 0 0,1 0 1 0 0,-1-1 0 0 0,1 1 0 0 0,0-1 0 0 0,0 0-1 0 0,0-1 1 0 0,0 0 0 0 0,0 0 0 0 0,0 0-1 0 0,1 0 1 0 0,-1-1 0 0 0,0 0 0 0 0,0-1-1 0 0,1 1 1 0 0,-1-1 0 0 0,0 0 0 0 0,0-1 0 0 0,0 0-1 0 0,0 0 1 0 0,0 0 0 0 0,-1 0 0 0 0,9-5-1 0 0,-8 3 5 0 0,1-1 0 0 0,-1 1-1 0 0,-1-1 1 0 0,1 0 0 0 0,-1-1-1 0 0,1 1 1 0 0,-2-1 0 0 0,1 0 0 0 0,-1 0-1 0 0,1-1 1 0 0,-2 1 0 0 0,1-1-1 0 0,-1 0 1 0 0,0 0 0 0 0,0 0-1 0 0,-1 0 1 0 0,0-1 0 0 0,-1 1-1 0 0,1-1 1 0 0,0-13 0 0 0,-2 18-2 0 0,-2-10-1 0 0,-18-11-2 0 0,18 23-2 0 0,1 0 1 0 0,-1 0 0 0 0,1 0 0 0 0,-1 0-1 0 0,1 0 1 0 0,-1 0 0 0 0,0 1 0 0 0,1-1 0 0 0,-1 1-1 0 0,0-1 1 0 0,1 1 0 0 0,-1 0 0 0 0,0 0-1 0 0,0-1 1 0 0,1 1 0 0 0,-1 0 0 0 0,0 1-1 0 0,0-1 1 0 0,1 0 0 0 0,-1 0 0 0 0,0 1-1 0 0,0-1 1 0 0,1 1 0 0 0,-1 0 0 0 0,0-1-1 0 0,1 1 1 0 0,-1 0 0 0 0,1 0 0 0 0,-3 1-1 0 0,1 3 3 0 0,2-4-4 0 0,2 0-27 0 0,-1 1 31 0 0,0-1 0 0 0,1 0 0 0 0,-1 1-1 0 0,1-1 1 0 0,-1 0 0 0 0,1 1 0 0 0,0-1 0 0 0,0 0 0 0 0,-1 0 0 0 0,1 0 0 0 0,0 0-1 0 0,0 0 1 0 0,0 0 0 0 0,2 2 0 0 0,57 25-14 0 0,-53-25 12 0 0,0-1-1 0 0,0 1 1 0 0,-1 0 0 0 0,0 1-1 0 0,1 0 1 0 0,-1 0 0 0 0,-1 0 0 0 0,1 0-1 0 0,0 1 1 0 0,-1 0 0 0 0,0 0-1 0 0,8 12 1 0 0,7 18 10 0 0,-17-29-5 0 0,-1 0 0 0 0,1-1 0 0 0,1 1 1 0 0,-1-1-1 0 0,1 0 0 0 0,0 0 0 0 0,0 0 0 0 0,0 0 0 0 0,1-1 0 0 0,-1 1 1 0 0,1-1-1 0 0,0-1 0 0 0,12 8 0 0 0,-14-10-1 0 0,0 1 0 0 0,0-1 0 0 0,0 0 0 0 0,0 0 0 0 0,1 0 0 0 0,-1 0 0 0 0,1 0 1 0 0,-1-1-1 0 0,0 1 0 0 0,1-1 0 0 0,-1 0 0 0 0,1 0 0 0 0,-1-1 0 0 0,1 1 0 0 0,-1-1 0 0 0,1 1 0 0 0,-1-1 0 0 0,0 0 0 0 0,1 0 0 0 0,-1-1 0 0 0,0 1 0 0 0,0-1 0 0 0,0 1 0 0 0,0-1 1 0 0,0 0-1 0 0,4-4 0 0 0,-2 1 1 0 0,1 0 1 0 0,-1 0 0 0 0,-1-1 0 0 0,1 0 0 0 0,-1 0 0 0 0,0 0-1 0 0,-1 0 1 0 0,1 0 0 0 0,-1-1 0 0 0,0 0 0 0 0,2-11-1 0 0,17-79 33 0 0,-22 95-31 0 0,-4-34-142 0 0,6 43 134 0 0,0 0 0 0 0,1 0 0 0 0,0-1 0 0 0,1 1 0 0 0,-1-1 0 0 0,1 0 0 0 0,1 0 0 0 0,7 9 0 0 0,50 50-1 0 0,-48-52 1 0 0,-10-8 4 0 0,1 0 0 0 0,1 0-1 0 0,-1-1 1 0 0,1 1-1 0 0,0-2 1 0 0,0 1 0 0 0,0 0-1 0 0,0-1 1 0 0,1 0 0 0 0,-1-1-1 0 0,1 0 1 0 0,11 3-1 0 0,-11-4 5 0 0,-1 0 0 0 0,0-1 0 0 0,1 0-1 0 0,-1 0 1 0 0,0-1 0 0 0,1 1 0 0 0,-1-1-1 0 0,0-1 1 0 0,0 1 0 0 0,0-1-1 0 0,0 0 1 0 0,0 0 0 0 0,0-1 0 0 0,0 0-1 0 0,-1 0 1 0 0,1 0 0 0 0,-1-1 0 0 0,0 0-1 0 0,5-4 1 0 0,-6 4 3 0 0,0 0-1 0 0,0 0 1 0 0,-1 0-1 0 0,1-1 1 0 0,-1 1 0 0 0,4-6-1 0 0,16-20 975 0 0,-22 29-849 0 0,1 1-68 0 0,1 0-1 0 0,-1 1 1 0 0,0 0-1 0 0,0-1 1 0 0,1 1-1 0 0,-1 0 1 0 0,0 0-1 0 0,0 0 1 0 0,0 0-1 0 0,0 0 1 0 0,0 1-1 0 0,-1-1 1 0 0,1 1 0 0 0,0-1-1 0 0,-1 1 1 0 0,1 0-1 0 0,-1-1 1 0 0,1 1-1 0 0,-1 0 1 0 0,2 3-1 0 0,10 22-1735 0 0,-9 1-5338 0 0</inkml:trace>
</inkml:ink>
</file>

<file path=ppt/ink/ink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5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41 436 0 0,'0'0'792'0'0,"4"-13"704"0"0,-2 3 232 0 0,3 0-515 0 0,1 3-977 0 0</inkml:trace>
</inkml:ink>
</file>

<file path=ppt/ink/ink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6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30 424 0 0,'0'-1'336'0'0,"1"0"1"0"0,0 0-1 0 0,-1 0 0 0 0,0 0 1 0 0,1 0-1 0 0,-1 0 0 0 0,0 0 1 0 0,1 0-1 0 0,-1 0 1 0 0,0 0-1 0 0,0 0 0 0 0,0 0 1 0 0,0 0-1 0 0,0 0 0 0 0,0 0 1 0 0,0 0-1 0 0,-1 0 0 0 0,1-2 1 0 0,-2 2-189 0 0,-1 0 0 0 0,1 0 0 0 0,-1 0 0 0 0,1 0 0 0 0,-1 0 0 0 0,0 0 1 0 0,1 1-1 0 0,-1-1 0 0 0,0 1 0 0 0,1 0 0 0 0,-1 0 0 0 0,0 0 0 0 0,1 0 0 0 0,-1 0 1 0 0,0 0-1 0 0,1 1 0 0 0,-1 0 0 0 0,0-1 0 0 0,1 1 0 0 0,-1 0 0 0 0,1 0 0 0 0,-1 0 1 0 0,1 1-1 0 0,0-1 0 0 0,-1 0 0 0 0,1 1 0 0 0,0 0 0 0 0,-3 3 0 0 0,4-4-112 0 0,1 0-1 0 0,-1 0 0 0 0,1 0 0 0 0,0 0 0 0 0,0 1 1 0 0,-1-1-1 0 0,1 0 0 0 0,0 0 0 0 0,0 1 0 0 0,0-1 1 0 0,0 0-1 0 0,0 0 0 0 0,1 1 0 0 0,-1-1 0 0 0,0 0 1 0 0,1 0-1 0 0,-1 0 0 0 0,0 1 0 0 0,1-1 1 0 0,-1 0-1 0 0,1 0 0 0 0,0 0 0 0 0,-1 0 0 0 0,2 2 1 0 0,0-2-53 0 0,6 13 162 0 0,1 0 0 0 0,1-1 0 0 0,16 17 0 0 0,21 30 204 0 0,-47-59-343 0 0,1 0 0 0 0,-1 0 0 0 0,1-1 1 0 0,-1 1-1 0 0,1 0 0 0 0,-1 0 1 0 0,0 0-1 0 0,0 0 0 0 0,1 0 1 0 0,-1 0-1 0 0,0 0 0 0 0,0-1 1 0 0,0 1-1 0 0,0 0 0 0 0,0 0 1 0 0,0 0-1 0 0,0 0 0 0 0,0 0 1 0 0,0 0-1 0 0,-1 0 0 0 0,1 0 1 0 0,0 0-1 0 0,0 0 0 0 0,-1-1 1 0 0,1 1-1 0 0,-1 0 0 0 0,1 0 1 0 0,-2 1-1 0 0,1-1 4 0 0,-1 1 0 0 0,0 0 0 0 0,0-1 0 0 0,0 1-1 0 0,0-1 1 0 0,-1 0 0 0 0,1 1 0 0 0,0-1 0 0 0,-1 0 0 0 0,-2 0 0 0 0,-53 9 7 0 0,37-10-1091 0 0,-2-4-5547 0 0</inkml:trace>
</inkml:ink>
</file>

<file path=ppt/ink/ink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8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33 156 0 0,'3'-20'2749'0'0,"-4"8"-813"0"0,-4 11 361 0 0,-7 14-2107 0 0,0 0 1 0 0,1 1-1 0 0,1 0 1 0 0,0 0-1 0 0,1 1 0 0 0,0 1 1 0 0,1-1-1 0 0,1 1 1 0 0,1 1-1 0 0,0-1 0 0 0,1 1 1 0 0,-5 32-1 0 0,7-33-108 0 0,1 1 1 0 0,0-1-1 0 0,1 1 0 0 0,1 0 0 0 0,1-1 1 0 0,0 1-1 0 0,1 0 0 0 0,1-1 1 0 0,1 1-1 0 0,0-1 0 0 0,1 0 0 0 0,1-1 1 0 0,14 30-1 0 0,-16-39-102 0 0,1 1-1 0 0,0-2 1 0 0,0 1 0 0 0,1 0-1 0 0,-1-1 1 0 0,1 0 0 0 0,1 0 0 0 0,-1-1-1 0 0,0 0 1 0 0,1 0 0 0 0,0 0-1 0 0,0-1 1 0 0,0 0 0 0 0,12 3-1 0 0,-8-3-1005 0 0,-1-1 0 0 0,1 0 0 0 0,0 0 0 0 0,0-1-1 0 0,19-1 1 0 0,-14-1-1397 0 0</inkml:trace>
</inkml:ink>
</file>

<file path=ppt/ink/ink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8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6 612 0 0,'6'-5'6489'0'0,"2"19"-6038"0"0,-2 2 1 0 0,0-1-1 0 0,0 1 0 0 0,-2 0 1 0 0,0 0-1 0 0,-1 0 1 0 0,0 0-1 0 0,0 19 1 0 0,4 17 92 0 0,2 55-1744 0 0,2-93-4762 0 0</inkml:trace>
</inkml:ink>
</file>

<file path=ppt/ink/ink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9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15 548 0 0,'0'0'1361'0'0,"-17"-14"486"0"0,6 16-1527 0 0,1 0-1 0 0,0 1 1 0 0,0 0 0 0 0,1 1 0 0 0,-1 0 0 0 0,1 1 0 0 0,0 0-1 0 0,0 0 1 0 0,0 1 0 0 0,1 0 0 0 0,0 0 0 0 0,0 1 0 0 0,0 0 0 0 0,-6 9-1 0 0,13-15-291 0 0,0-1 0 0 0,1 1 0 0 0,-1 0 0 0 0,0 0 0 0 0,1 0 0 0 0,-1 0 0 0 0,1 0-1 0 0,-1 0 1 0 0,1 0 0 0 0,-1 0 0 0 0,1 0 0 0 0,0 0 0 0 0,-1 0 0 0 0,1 0 0 0 0,0 0-1 0 0,0 0 1 0 0,0 0 0 0 0,0 0 0 0 0,0 0 0 0 0,0 0 0 0 0,0 0 0 0 0,0 0 0 0 0,0 1-1 0 0,0-1 1 0 0,1 0 0 0 0,-1 0 0 0 0,1 1 0 0 0,0 0-9 0 0,1-1 1 0 0,-1 0-1 0 0,1 0 1 0 0,-1 0-1 0 0,0 0 1 0 0,1 0-1 0 0,0-1 1 0 0,-1 1-1 0 0,1 0 1 0 0,-1-1-1 0 0,1 1 1 0 0,0-1-1 0 0,-1 0 1 0 0,1 1-1 0 0,2-1 1 0 0,9 1 24 0 0,0-1 0 0 0,1 0 0 0 0,15-3 1 0 0,-27 3-22 0 0,7-1 2 0 0,-2-1-3 0 0,-1 2-1 0 0,1-1 0 0 0,0 1 0 0 0,0 0 1 0 0,0 0-1 0 0,7 2 0 0 0,-12-2-16 0 0,0 1 0 0 0,0 0-1 0 0,0-1 1 0 0,-1 1 0 0 0,1 0 0 0 0,0 0-1 0 0,-1 0 1 0 0,1 0 0 0 0,0 1 0 0 0,-1-1 0 0 0,0 0-1 0 0,1 1 1 0 0,-1-1 0 0 0,0 1 0 0 0,0-1-1 0 0,0 1 1 0 0,0-1 0 0 0,0 1 0 0 0,0 0 0 0 0,0 0-1 0 0,0-1 1 0 0,-1 1 0 0 0,1 0 0 0 0,-1 0-1 0 0,1 0 1 0 0,-1 2 0 0 0,3 14 81 0 0,-2 0 0 0 0,0 0 0 0 0,-1 0 0 0 0,-1 0 1 0 0,-5 30-1 0 0,-2 35-118 0 0,9-80-597 0 0,-1 0-1 0 0,0 0 0 0 0,1 0 0 0 0,0 0 0 0 0,0 0 1 0 0,0 0-1 0 0,0-1 0 0 0,0 1 0 0 0,3 5 0 0 0</inkml:trace>
</inkml:ink>
</file>

<file path=ppt/ink/ink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19.6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1 120 0 0,'0'0'4300'0'0,"-1"6"-3556"0"0,1-3-605 0 0,-1 1-1 0 0,1-1 1 0 0,0 1-1 0 0,0-1 0 0 0,0 0 1 0 0,0 1-1 0 0,1-1 1 0 0,-1 1-1 0 0,1-1 0 0 0,0 0 1 0 0,0 0-1 0 0,0 1 0 0 0,0-1 1 0 0,1 0-1 0 0,-1 0 1 0 0,1 0-1 0 0,3 4 0 0 0,2 4 243 0 0,4 4 79 0 0,0 1 0 0 0,-1 0 0 0 0,-1 1 1 0 0,0 0-1 0 0,-1 1 0 0 0,5 19 0 0 0,-13-35-432 0 0,0 0 1 0 0,0 1-1 0 0,-1-1 1 0 0,1 0-1 0 0,-1 0 1 0 0,1 1-1 0 0,-1-1 0 0 0,0 0 1 0 0,0 0-1 0 0,0 0 1 0 0,0 0-1 0 0,0 0 0 0 0,0 0 1 0 0,-1 0-1 0 0,1 0 1 0 0,-1 0-1 0 0,1 0 1 0 0,-4 2-1 0 0,-33 26-422 0 0,19-22-535 0 0,-9-2-4865 0 0</inkml:trace>
</inkml:ink>
</file>

<file path=ppt/ink/ink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0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20 408 0 0,'8'-2'648'0'0,"2"-1"-96"0"0,-1 0-40 0 0,2-1 340 0 0,4 0-496 0 0,-2 2 88 0 0,6 1-476 0 0,-10 1-200 0 0,9 1-1576 0 0</inkml:trace>
</inkml:ink>
</file>

<file path=ppt/ink/ink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0.6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22 124 0 0,'0'0'1655'0'0,"31"-14"11550"0"0,-28 8-13196 0 0,-3 5 10 0 0,-10 103 158 0 0,1-25-89 0 0,9-72-87 0 0,-1 8 23 0 0,0 1 0 0 0,1-1 0 0 0,4 22 0 0 0,-4-33-26 0 0,0-1 0 0 0,1 1 0 0 0,-1 0 1 0 0,1 0-1 0 0,-1-1 0 0 0,1 1 0 0 0,0 0 0 0 0,0-1 0 0 0,0 1 0 0 0,0-1 0 0 0,0 1 0 0 0,0-1 0 0 0,0 0 1 0 0,0 1-1 0 0,1-1 0 0 0,-1 0 0 0 0,0 0 0 0 0,1 0 0 0 0,-1 0 0 0 0,1 0 0 0 0,0 0 0 0 0,-1 0 1 0 0,4 1-1 0 0,36 6-8 0 0,-30-7 16 0 0,4 1-70 0 0,-1 0 0 0 0,1-2 0 0 0,0 1 0 0 0,-1-1 0 0 0,1-1 0 0 0,-1-1 0 0 0,1 0 0 0 0,-1-1 0 0 0,23-7 0 0 0,-33 8 45 0 0,0 0 0 0 0,0 0 0 0 0,0 0 0 0 0,0 0 0 0 0,0-1 0 0 0,-1 1 0 0 0,0-1 0 0 0,1 0 0 0 0,-1 0 0 0 0,0 0 0 0 0,0 0 0 0 0,0-1 0 0 0,-1 1 0 0 0,1-1 0 0 0,-1 0 1 0 0,0 0-1 0 0,0 0 0 0 0,1-4 0 0 0,-2 6 34 0 0,-18 123 812 0 0,10-69-693 0 0,5-28-636 0 0,-11 52 826 0 0,3-52-3252 0 0,-3-5-3298 0 0,5-10 2869 0 0</inkml:trace>
</inkml:ink>
</file>

<file path=ppt/ink/ink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1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0 936 0 0,'0'0'1760'0'0,"-3"27"4491"0"0,4-16-5867 0 0,-1 1 0 0 0,0-1 0 0 0,-1 1 0 0 0,0-1 0 0 0,-1 1 0 0 0,-1-1 0 0 0,-4 14 0 0 0,-33 77-1416 0 0,34-88 324 0 0,5-13 6 0 0,-1 8-1171 0 0</inkml:trace>
</inkml:ink>
</file>

<file path=ppt/ink/ink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2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36 540 0 0,'2'-2'174'0'0,"-1"-1"-1"0"0,1 1 1 0 0,-1-1-1 0 0,1 1 1 0 0,0 0 0 0 0,0 0-1 0 0,0 0 1 0 0,0 0-1 0 0,0 0 1 0 0,0 1 0 0 0,1-1-1 0 0,-1 1 1 0 0,0-1-1 0 0,1 1 1 0 0,-1 0-1 0 0,1 0 1 0 0,0 0 0 0 0,-1 0-1 0 0,1 0 1 0 0,0 0-1 0 0,0 1 1 0 0,0 0 0 0 0,-1-1-1 0 0,1 1 1 0 0,0 0-1 0 0,0 0 1 0 0,0 1-1 0 0,-1-1 1 0 0,1 1 0 0 0,0-1-1 0 0,0 1 1 0 0,-1 0-1 0 0,1 0 1 0 0,0 0 0 0 0,-1 0-1 0 0,5 3 1 0 0,2 0 10 0 0,-1 1 0 0 0,1 0 0 0 0,-1 0 1 0 0,0 1-1 0 0,0 0 0 0 0,-1 0 0 0 0,0 1 0 0 0,0 0 1 0 0,10 13-1 0 0,-7-3 14 0 0,0 1 1 0 0,-1 0-1 0 0,-1 1 0 0 0,-1 0 1 0 0,-1 0-1 0 0,0 0 0 0 0,4 31 1 0 0,-5-15-2 0 0,-2 0 0 0 0,-1-1 1 0 0,-3 53-1 0 0,-1-66-72 0 0,-1-1 0 0 0,0 1 0 0 0,-1-1 0 0 0,-2 0 1 0 0,0 0-1 0 0,-1 0 0 0 0,0-1 0 0 0,-2 0 0 0 0,0-1 0 0 0,-2 1 0 0 0,0-2 0 0 0,0 0 0 0 0,-2 0 0 0 0,0-1 1 0 0,-1-1-1 0 0,-1 0 0 0 0,0-1 0 0 0,-31 23 0 0 0,38-32-64 0 0,0 0-1 0 0,-1-1 1 0 0,1 0 0 0 0,-1 0 0 0 0,0-1 0 0 0,-1 0-1 0 0,1 0 1 0 0,0-1 0 0 0,-1-1 0 0 0,-12 2 0 0 0,21-4-174 0 0,1 0 0 0 0,-1 1 0 0 0,1-1 0 0 0,0 0 0 0 0,-1 0 0 0 0,1 0 0 0 0,0 1 0 0 0,0-1 0 0 0,-1 0 0 0 0,1 0 0 0 0,0 0 0 0 0,0 0 0 0 0,0 1-1 0 0,0-1 1 0 0,0 0 0 0 0,0 0 0 0 0,0 0 0 0 0,1 0 0 0 0,-1 0 0 0 0,0 1 0 0 0,0-1 0 0 0,1 0 0 0 0,-1 0 0 0 0,0 1 0 0 0,1-1 0 0 0,-1 0 0 0 0,2-1 0 0 0,10-26-5282 0 0,-1 14 2204 0 0</inkml:trace>
</inkml:ink>
</file>

<file path=ppt/ink/ink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2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25 772 0 0,'0'0'3360'0'0,"6"-25"-3512"0"0</inkml:trace>
</inkml:ink>
</file>

<file path=ppt/ink/ink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5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0 304 0 0,'0'0'4301'0'0,"-14"4"-2306"0"0,12 16-1485 0 0,-1 0 0 0 0,-1 0 1 0 0,-1-1-1 0 0,0 1 0 0 0,-2-1 0 0 0,0 0 1 0 0,-17 30-1 0 0,-13 39-1184 0 0,34-70-926 0 0,2-11-2476 0 0</inkml:trace>
</inkml:ink>
</file>

<file path=ppt/ink/ink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6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14 280 0 0,'1'-2'257'0'0,"0"1"0"0"0,0 0 0 0 0,1 0 0 0 0,-1 0 0 0 0,0 0 0 0 0,0 0 0 0 0,1 0 0 0 0,-1 1 0 0 0,1-1 0 0 0,-1 0 0 0 0,1 1-1 0 0,-1-1 1 0 0,1 1 0 0 0,-1-1 0 0 0,1 1 0 0 0,-1 0 0 0 0,1 0 0 0 0,0 0 0 0 0,-1 0 0 0 0,1 0 0 0 0,-1 0 0 0 0,1 0 0 0 0,0 0 0 0 0,1 1 0 0 0,0 1-87 0 0,0 0 0 0 0,-1 0 0 0 0,1 0 0 0 0,0 0 0 0 0,-1 0 0 0 0,1 1 0 0 0,-1-1 0 0 0,0 1 0 0 0,0 0 0 0 0,0 0 0 0 0,2 5 0 0 0,8 11 179 0 0,-1 0 0 0 0,-1 1 0 0 0,-1 1 0 0 0,-1-1 0 0 0,0 2 0 0 0,-2-1 0 0 0,0 1 0 0 0,-2 0 0 0 0,0 0 0 0 0,-1 0 0 0 0,-1 43 0 0 0,-3-63-456 0 0,1 0 1 0 0,0 0-1 0 0,-1 1 0 0 0,1-1 1 0 0,-1 0-1 0 0,0 0 1 0 0,0 0-1 0 0,0 0 0 0 0,0-1 1 0 0,0 1-1 0 0,0 0 1 0 0,0 0-1 0 0,-1-1 0 0 0,1 1 1 0 0,-1 0-1 0 0,1-1 1 0 0,-1 0-1 0 0,-1 2 0 0 0,2-2-849 0 0,-18-15-6790 0 0</inkml:trace>
</inkml:ink>
</file>

<file path=ppt/ink/ink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6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0 143 100 0 0,'39'-24'1707'0'0,"-17"9"-1091"0"0,0 1-1 0 0,1 1 1 0 0,1 1 0 0 0,0 1 0 0 0,0 1 0 0 0,27-6 0 0 0,-20 9-381 0 0,64-12 908 0 0,-86 18-1328 0 0,0 0 0 0 0,0 1 0 0 0,0 0 0 0 0,0 1 0 0 0,0 0 0 0 0,-1 0 0 0 0,1 1 0 0 0,13 5 0 0 0,-18 2-2711 0 0</inkml:trace>
</inkml:ink>
</file>

<file path=ppt/ink/ink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6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0 228 588 0 0,'4'2'128'0'0,"-1"-1"0"0"0,0 1 1 0 0,1-1-1 0 0,-1 0 0 0 0,1 0 0 0 0,-1 0 0 0 0,1-1 0 0 0,-1 1 1 0 0,1-1-1 0 0,0 0 0 0 0,-1 0 0 0 0,6 0 0 0 0,52-10 964 0 0,-25 4-644 0 0,12 0 51 0 0,175-13 1501 0 0,-221 19-1927 0 0,0 0-1 0 0,0 0 1 0 0,0 0-1 0 0,0 0 0 0 0,0 0 1 0 0,0 1-1 0 0,-1-1 1 0 0,1 1-1 0 0,0-1 0 0 0,0 1 1 0 0,-1 0-1 0 0,1 0 1 0 0,0 0-1 0 0,-1 0 1 0 0,1 0-1 0 0,-1 0 0 0 0,1 0 1 0 0,-1 0-1 0 0,1 0 1 0 0,-1 1-1 0 0,0-1 1 0 0,0 1-1 0 0,1-1 0 0 0,-1 1 1 0 0,0-1-1 0 0,-1 1 1 0 0,1 0-1 0 0,0-1 1 0 0,0 1-1 0 0,-1 0 0 0 0,1 0 1 0 0,-1 0-1 0 0,1-1 1 0 0,-1 1-1 0 0,0 0 0 0 0,0 3 1 0 0,0 3 112 0 0,0 0 0 0 0,0 0 0 0 0,-1 0 0 0 0,0 0 0 0 0,-1 0 0 0 0,0 0 1 0 0,-3 7-1 0 0,-1 0-720 0 0,-2 0-4904 0 0</inkml:trace>
  <inkml:trace contextRef="#ctx0" brushRef="#br0" timeOffset="1">518 62 308 0 0,'5'-19'1705'0'0,"11"-11"3510"0"0,-15 29-5137 0 0,0 0 1 0 0,0 0 0 0 0,-1 0-1 0 0,1 0 1 0 0,0 0 0 0 0,0 0-1 0 0,1 1 1 0 0,-1-1 0 0 0,0 0-1 0 0,0 1 1 0 0,0-1 0 0 0,0 0-1 0 0,1 1 1 0 0,-1 0 0 0 0,0-1-1 0 0,0 1 1 0 0,1 0 0 0 0,-1-1-1 0 0,2 1 1 0 0,18 10-4959 0 0</inkml:trace>
</inkml:ink>
</file>

<file path=ppt/ink/ink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7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69 620 0 0,'5'8'485'0'0,"0"0"-1"0"0,-1 1 1 0 0,0-1-1 0 0,0 1 1 0 0,-1-1 0 0 0,0 1-1 0 0,-1 0 1 0 0,0 0-1 0 0,0 0 1 0 0,0 13 0 0 0,-2-21 350 0 0,21-30 3273 0 0,-13 16-4007 0 0,0 1 0 0 0,0 1 0 0 0,17-19 0 0 0,43-18-1520 0 0,-18 20-4260 0 0,-36 22 3315 0 0</inkml:trace>
</inkml:ink>
</file>

<file path=ppt/ink/ink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7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32 368 0 0,'1'-3'408'0'0,"0"1"1"0"0,0 0-1 0 0,0 0 0 0 0,0 0 1 0 0,0-1-1 0 0,0 1 1 0 0,0 0-1 0 0,1 1 0 0 0,-1-1 1 0 0,1 0-1 0 0,-1 0 0 0 0,1 1 1 0 0,0-1-1 0 0,2-1 0 0 0,-3 3-293 0 0,-1 0-1 0 0,1 0 1 0 0,0 0-1 0 0,-1 0 0 0 0,1 0 1 0 0,-1 0-1 0 0,1 0 0 0 0,0 1 1 0 0,-1-1-1 0 0,1 0 1 0 0,-1 0-1 0 0,1 1 0 0 0,-1-1 1 0 0,1 0-1 0 0,-1 1 1 0 0,1-1-1 0 0,-1 0 0 0 0,1 1 1 0 0,-1-1-1 0 0,1 1 1 0 0,-1-1-1 0 0,0 1 0 0 0,1-1 1 0 0,-1 1-1 0 0,0-1 1 0 0,1 1-1 0 0,-1-1 0 0 0,0 1 1 0 0,0-1-1 0 0,0 1 0 0 0,1 0 1 0 0,-1 0-1 0 0,4 13 597 0 0,0 1-1 0 0,-1-1 0 0 0,1 18 1 0 0,-1-14-608 0 0,12 55 617 0 0,9 61 88 0 0,-27-100-853 0 0,1-21-2342 0 0,1 1-5340 0 0</inkml:trace>
</inkml:ink>
</file>

<file path=ppt/ink/ink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7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0 330 288 0 0,'17'-13'892'0'0,"-1"0"0"0"0,2 2 0 0 0,27-15 1 0 0,-27 16-205 0 0,1 0 1 0 0,24-20 0 0 0,-37 24-478 0 0,1 0 0 0 0,-1 0 0 0 0,0 0 1 0 0,-1-1-1 0 0,1 0 0 0 0,-1 0 0 0 0,-1-1 0 0 0,1 1 1 0 0,4-14-1 0 0,-6 13 85 0 0,0 0 0 0 0,-1 0 0 0 0,0 0 0 0 0,-1-1 0 0 0,1 1 0 0 0,-2 0 0 0 0,1-1 0 0 0,-1 1 0 0 0,0-1 0 0 0,-1 1 0 0 0,0-1-1 0 0,0 1 1 0 0,-4-12 0 0 0,4 18-39 0 0,2-3 181 0 0,-7 8-15 0 0,-7 9-192 0 0,7-2-157 0 0,1-1 0 0 0,0 1 0 0 0,1 0-1 0 0,0 0 1 0 0,1 0 0 0 0,0 0 0 0 0,0 1-1 0 0,-2 19 1 0 0,3 4 104 0 0,3 49-1 0 0,-1-71-134 0 0,0-4-18 0 0,1 0 0 0 0,0 1 0 0 0,0-2 0 0 0,1 1 0 0 0,0 0 0 0 0,0 0 0 0 0,5 10 1 0 0,-6-16-20 0 0,0 1 0 0 0,0-1 1 0 0,1 1-1 0 0,-1-1 1 0 0,1 0-1 0 0,-1 0 0 0 0,1 0 1 0 0,0 0-1 0 0,0 0 1 0 0,0 0-1 0 0,0-1 0 0 0,0 1 1 0 0,0-1-1 0 0,0 1 1 0 0,1-1-1 0 0,-1 0 0 0 0,1 0 1 0 0,-1 0-1 0 0,1 0 1 0 0,-1 0-1 0 0,1 0 0 0 0,-1-1 1 0 0,1 1-1 0 0,0-1 1 0 0,2 0-1 0 0,58-9 65 0 0,-34 3-55 0 0,-28 6-6 0 0,7-1-10 0 0,-1 1-1 0 0,1 0 1 0 0,-1 0 0 0 0,14 2 0 0 0,-19-1 22 0 0,31 19-1681 0 0,-29-15 690 0 0,2 1-614 0 0,0 11-6960 0 0</inkml:trace>
</inkml:ink>
</file>

<file path=ppt/ink/ink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8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71 540 0 0,'7'-12'1691'0'0,"6"-16"2189"0"0,-13 27-2706 0 0,6-18 1436 0 0,-4 9 2544 0 0,-33 85-4887 0 0,18-46-160 0 0,0 2 0 0 0,2-1 0 0 0,-12 55 0 0 0,18-59-64 0 0,0 1-1 0 0,2 0 1 0 0,1 1 0 0 0,1-1-1 0 0,2 0 1 0 0,0 0 0 0 0,2 0-1 0 0,1 0 1 0 0,1 0 0 0 0,11 32-1 0 0,-8-36-20 0 0,1 0 0 0 0,2-1-1 0 0,0 0 1 0 0,1-1 0 0 0,2 0-1 0 0,0-1 1 0 0,1 0 0 0 0,19 19-1 0 0,-22-27-8 0 0,0-1 0 0 0,1-1-1 0 0,0 1 1 0 0,1-2 0 0 0,0 0 0 0 0,0-1 0 0 0,1 0-1 0 0,0-1 1 0 0,0-1 0 0 0,1 0 0 0 0,-1-1-1 0 0,1-1 1 0 0,25 4 0 0 0,-14-4-10479 0 0</inkml:trace>
</inkml:ink>
</file>

<file path=ppt/ink/ink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8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0 720 0 0,'1'2'10152'0'0,"-1"23"-9738"0"0,-10 55 1838 0 0,6-57-1798 0 0,1-1 1 0 0,1 1 0 0 0,1 0 0 0 0,1 0 0 0 0,4 29 0 0 0,7 45 602 0 0,-9-37-3121 0 0,-5-48 797 0 0</inkml:trace>
</inkml:ink>
</file>

<file path=ppt/ink/ink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9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252 64 412 0 0,'0'0'749'0'0,"-2"-38"5515"0"0,-1 35-6115 0 0,1 1 0 0 0,-1 0 0 0 0,1 0 1 0 0,-1 0-1 0 0,0 0 0 0 0,0 0 0 0 0,0 1 0 0 0,0-1 1 0 0,0 1-1 0 0,0-1 0 0 0,-1 1 0 0 0,1 0 1 0 0,0 1-1 0 0,-1-1 0 0 0,-5 0 0 0 0,1 1 13 0 0,-1 0-1 0 0,1 0 1 0 0,-1 1 0 0 0,1 0-1 0 0,0 0 1 0 0,-12 4 0 0 0,9-2-40 0 0,0 1 1 0 0,0 0 0 0 0,0 1-1 0 0,1 0 1 0 0,-1 1 0 0 0,1 0-1 0 0,1 0 1 0 0,-1 1 0 0 0,-12 12-1 0 0,21-18-113 0 0,0 0-1 0 0,0 0 1 0 0,0 0-1 0 0,1 0 0 0 0,-1 0 1 0 0,0 0-1 0 0,1 0 0 0 0,-1 0 1 0 0,1 0-1 0 0,-1 0 0 0 0,1 0 1 0 0,-1 0-1 0 0,1 0 1 0 0,0 0-1 0 0,0 1 0 0 0,0-1 1 0 0,-1 0-1 0 0,1 0 0 0 0,0 0 1 0 0,0 0-1 0 0,0 1 1 0 0,1-1-1 0 0,-1 0 0 0 0,0 0 1 0 0,0 0-1 0 0,1 0 0 0 0,-1 0 1 0 0,1 1-1 0 0,-1-1 0 0 0,1 0 1 0 0,-1 0-1 0 0,1 0 1 0 0,0 0-1 0 0,-1 0 0 0 0,1-1 1 0 0,0 1-1 0 0,0 0 0 0 0,-1 0 1 0 0,1 0-1 0 0,0-1 1 0 0,0 1-1 0 0,0 0 0 0 0,0-1 1 0 0,0 1-1 0 0,0-1 0 0 0,0 1 1 0 0,1-1-1 0 0,-1 1 0 0 0,1-1 1 0 0,5 3 10 0 0,1 0 0 0 0,-1-1 1 0 0,0 1-1 0 0,1-2 0 0 0,-1 1 1 0 0,9 0-1 0 0,158-8 46 0 0,-173 6-59 0 0,0 0-1 0 0,-1 0 1 0 0,1 0-1 0 0,0 0 1 0 0,0 0-1 0 0,-1 0 1 0 0,1 0-1 0 0,0 1 1 0 0,-1-1 0 0 0,1 0-1 0 0,0 0 1 0 0,-1 1-1 0 0,1-1 1 0 0,0 1-1 0 0,-1-1 1 0 0,1 0-1 0 0,-1 1 1 0 0,1-1-1 0 0,-1 1 1 0 0,1-1-1 0 0,-1 1 1 0 0,1-1 0 0 0,-1 1-1 0 0,1 0 1 0 0,-1-1-1 0 0,0 1 1 0 0,1 0-1 0 0,-1-1 1 0 0,0 1-1 0 0,0 0 1 0 0,1-1-1 0 0,-1 1 1 0 0,0 0-1 0 0,0-1 1 0 0,0 1 0 0 0,0 0-1 0 0,0 0 1 0 0,0-1-1 0 0,0 1 1 0 0,0 0-1 0 0,0-1 1 0 0,0 1-1 0 0,0 0 1 0 0,-1 1-1 0 0,-12 37 414 0 0,9-28-254 0 0,-24 89 803 0 0,2-7-993 0 0,10-30-4324 0 0,18-52-718 0 0</inkml:trace>
</inkml:ink>
</file>

<file path=ppt/ink/ink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9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8 44 0 0,'-1'0'164'0'0,"0"-1"-1"0"0,0 0 1 0 0,0 0 0 0 0,0 1 0 0 0,0-1-1 0 0,0 1 1 0 0,0-1 0 0 0,-1 1-1 0 0,1-1 1 0 0,0 1 0 0 0,0 0-1 0 0,0-1 1 0 0,0 1 0 0 0,0 0 0 0 0,-1 0-1 0 0,1 0 1 0 0,0 0 0 0 0,0 0-1 0 0,0 0 1 0 0,-1 0 0 0 0,1 0-1 0 0,0 1 1 0 0,0-1 0 0 0,0 0 0 0 0,0 1-1 0 0,-1-1 1 0 0,1 1 0 0 0,0-1-1 0 0,0 1 1 0 0,0-1 0 0 0,0 1 0 0 0,0 0-1 0 0,0 0 1 0 0,1-1 0 0 0,-1 1-1 0 0,0 0 1 0 0,0 0 0 0 0,0 0-1 0 0,1 0 1 0 0,-1 0 0 0 0,0 0 0 0 0,1 0-1 0 0,-1 0 1 0 0,0 2 0 0 0,1-1-63 0 0,-1 0 1 0 0,1 0-1 0 0,0 0 0 0 0,0 0 1 0 0,0 0-1 0 0,0 1 1 0 0,0-1-1 0 0,0 0 0 0 0,1 0 1 0 0,-1 0-1 0 0,1 0 1 0 0,-1 0-1 0 0,1 0 1 0 0,0 0-1 0 0,0 2 0 0 0,16 33 813 0 0,-14-33-725 0 0,13 28 460 0 0,-9-18-398 0 0,1 0-1 0 0,-2 1 1 0 0,0-1-1 0 0,0 1 1 0 0,-2 0-1 0 0,5 27 0 0 0,-8-37-167 0 0,-1-1-1 0 0,1 1 0 0 0,-1-1 0 0 0,0 1 0 0 0,-1-1 1 0 0,1 1-1 0 0,-1-1 0 0 0,0 1 0 0 0,0-1 0 0 0,-1 0 1 0 0,1 0-1 0 0,-3 5 0 0 0,3-7-83 0 0,-1 1 1 0 0,0-1-1 0 0,1 1 0 0 0,-1-1 0 0 0,0 0 1 0 0,-1 0-1 0 0,1 0 0 0 0,0 0 0 0 0,-1 0 1 0 0,1-1-1 0 0,-1 1 0 0 0,1-1 1 0 0,-1 1-1 0 0,0-1 0 0 0,1 0 0 0 0,-1 0 1 0 0,0 0-1 0 0,0-1 0 0 0,-4 1 1 0 0,-38 2-2460 0 0,14-11-3198 0 0,15 1 2579 0 0</inkml:trace>
</inkml:ink>
</file>

<file path=ppt/ink/ink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29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73 240 0 0,'18'-7'692'0'0,"-3"1"-56"0"0,3-2-32 0 0,2 1-28 0 0,-1 2-56 0 0,-3 0-64 0 0,3-1-48 0 0,5 2-40 0 0,-5 0-88 0 0,1 1-192 0 0,-2-2-236 0 0,1 3-316 0 0,-1-1-248 0 0,-5-1-768 0 0,2 0 344 0 0</inkml:trace>
</inkml:ink>
</file>

<file path=ppt/ink/ink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30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9 696 0 0,'71'-6'3650'0'0,"96"3"-1"0"0,-98 4-2241 0 0,-11 6 577 0 0,-57-6-1802 0 0,0 24 1363 0 0,-9-10-1203 0 0,-94 188 1522 0 0,99-197-2130 0 0,0 0 0 0 0,0 0 1 0 0,-1 0-1 0 0,0 0 0 0 0,-7 8 0 0 0,-13 9-7179 0 0,18-16 3904 0 0</inkml:trace>
</inkml:ink>
</file>

<file path=ppt/ink/ink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30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451 0 800 0 0,'5'2'1254'0'0,"7"4"-743"0"0,0 0 0 0 0,0 1 0 0 0,0 0 0 0 0,-1 1-1 0 0,0 0 1 0 0,0 1 0 0 0,-1 0 0 0 0,0 1 0 0 0,-1 0 0 0 0,0 0-1 0 0,-1 1 1 0 0,0 0 0 0 0,0 1 0 0 0,-1-1 0 0 0,-1 2 0 0 0,8 17 0 0 0,-9-16-262 0 0,-1-1 0 0 0,0 1 1 0 0,-1 0-1 0 0,0 0 0 0 0,-1 0 1 0 0,-1 1-1 0 0,0-1 1 0 0,-1 0-1 0 0,0 1 0 0 0,-2-1 1 0 0,1 0-1 0 0,-2 0 0 0 0,0 0 1 0 0,0 0-1 0 0,-1 0 1 0 0,-7 13-1 0 0,-2 0 32 0 0,-1 0 0 0 0,-1-1 0 0 0,-2-1 0 0 0,-1-1-1 0 0,0 0 1 0 0,-2-1 0 0 0,0-1 0 0 0,-2-2 0 0 0,0 1 0 0 0,-31 19 0 0 0,22-19-847 0 0,0-1 0 0 0,-67 29 0 0 0,60-34-2340 0 0,0-1 0 0 0,-62 13 1 0 0,46-16-1400 0 0</inkml:trace>
</inkml:ink>
</file>

<file path=ppt/ink/ink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0:35.7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64 0 0,'30'2'1333'0'0,"-27"-1"-1216"0"0,22 1 676 0 0,-1 1 0 0 0,33 7-1 0 0,-55-9 564 0 0,118-24-227 0 0,279 13-778 0 0,-196 8-346 0 0,336-3 15 0 0,309-35 96 0 0,-208 31-143 0 0,-157 10 14 0 0,217 7 68 0 0,-454 0-39 0 0,683 12 47 0 0,-254-10 33 0 0,81 2 22 0 0,-464 3-96 0 0,159 4 86 0 0,280 9 568 0 0,-454-15-526 0 0,-110-3-86 0 0,168 3 54 0 0,120 3 24 0 0,193 10 8 0 0,-353-20-120 0 0,363-3 100 0 0,-73-3 448 0 0,637-27 450 0 0,-709 26-758 0 0,-34 0-93 0 0,511 3 81 0 0,-757 1-54 0 0,273 8 1183 0 0,-396-10 539 0 0,-108-1-1692 0 0,14 0 484 0 0,-9-1-798 0 0,-14 0-2117 0 0,-16-1 1126 0 0,-37-2-4412 0 0,20-1 1703 0 0</inkml:trace>
</inkml:ink>
</file>

<file path=ppt/ink/ink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13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71 291 596 0 0,'0'0'813'0'0,"10"-19"3114"0"0,0 11-3301 0 0,1 0-1 0 0,0 1 0 0 0,0 1 0 0 0,20-9 0 0 0,34-20 606 0 0,-56 27-1088 0 0,0 0-1 0 0,0 0 1 0 0,-1-1-1 0 0,0 0 1 0 0,-1-1 0 0 0,0 1-1 0 0,0-1 1 0 0,-1-1 0 0 0,6-12-1 0 0,-7 13 15 0 0,-4 8-129 0 0,0 0-1 0 0,0 0 1 0 0,-1 0 0 0 0,1 0 0 0 0,-1 0 0 0 0,0 0 0 0 0,1 0 0 0 0,-1 0 0 0 0,0 0 0 0 0,0 0-1 0 0,0 0 1 0 0,0 0 0 0 0,-1-1 0 0 0,1 1 0 0 0,-1 0 0 0 0,1 0 0 0 0,-1 0 0 0 0,0 0-1 0 0,1 1 1 0 0,-1-1 0 0 0,0 0 0 0 0,0 0 0 0 0,-1 0 0 0 0,1 1 0 0 0,0-1 0 0 0,-2-1 0 0 0,1 1-10 0 0,0 0 0 0 0,0 0 1 0 0,0 0-1 0 0,0 0 1 0 0,0 1-1 0 0,0-1 1 0 0,-1 1-1 0 0,1-1 1 0 0,0 1-1 0 0,-1 0 1 0 0,1 0-1 0 0,-1 0 1 0 0,0 0-1 0 0,1 0 1 0 0,-1 1-1 0 0,0-1 1 0 0,1 1-1 0 0,-1 0 1 0 0,0 0-1 0 0,-5 0 0 0 0,-8 4 6 0 0,1 0 0 0 0,-1 1-1 0 0,1 0 1 0 0,1 1-1 0 0,-1 1 1 0 0,1 0-1 0 0,-23 16 1 0 0,29-18-18 0 0,0 1 1 0 0,0 0-1 0 0,1 0 1 0 0,0 1-1 0 0,0 0 1 0 0,0 0-1 0 0,1 1 1 0 0,0 0-1 0 0,0 0 0 0 0,1 0 1 0 0,0 1-1 0 0,1-1 1 0 0,0 1-1 0 0,-4 13 1 0 0,7-18-5 0 0,0-1 1 0 0,1 1-1 0 0,-1 0 1 0 0,1 0-1 0 0,0 0 1 0 0,0 0-1 0 0,0 0 0 0 0,1 0 1 0 0,-1 0-1 0 0,1-1 1 0 0,0 1-1 0 0,0 0 1 0 0,1 0-1 0 0,-1-1 1 0 0,1 1-1 0 0,0-1 0 0 0,2 5 1 0 0,0-2 0 0 0,1 0 0 0 0,0-1 0 0 0,0 0-1 0 0,1 0 1 0 0,-1 0 0 0 0,1 0 0 0 0,0-1 0 0 0,10 6 0 0 0,4 0 10 0 0,1 0 0 0 0,0-2 1 0 0,0-1-1 0 0,0 0 0 0 0,24 3 0 0 0,-25-8-20 0 0,-1-1-1 0 0,1 0 0 0 0,0-2 1 0 0,0 0-1 0 0,-1-1 1 0 0,1-1-1 0 0,-1-1 1 0 0,0-1-1 0 0,0 0 0 0 0,0-2 1 0 0,0 0-1 0 0,-1-1 1 0 0,26-16-1 0 0,-35 19-8 0 0,-1 0 0 0 0,0-1 1 0 0,-1 0-1 0 0,1 0 0 0 0,-1-1 0 0 0,-1 0 0 0 0,1 0 0 0 0,-1 0 0 0 0,0-1 0 0 0,-1 0 0 0 0,0 0 1 0 0,0-1-1 0 0,-1 1 0 0 0,0-1 0 0 0,0 0 0 0 0,4-17 0 0 0,-8 23 20 0 0,0 0-3 0 0,0 1 1 0 0,-1 0-1 0 0,1 0 0 0 0,0 0 1 0 0,-1 0-1 0 0,0-1 0 0 0,1 1 0 0 0,-1 0 1 0 0,0 0-1 0 0,0 0 0 0 0,0 0 0 0 0,0 1 1 0 0,-1-1-1 0 0,1 0 0 0 0,0 0 0 0 0,-1 1 1 0 0,1-1-1 0 0,-1 1 0 0 0,0-1 1 0 0,1 1-1 0 0,-1 0 0 0 0,0-1 0 0 0,0 1 1 0 0,0 0-1 0 0,0 0 0 0 0,0 0 0 0 0,0 1 1 0 0,0-1-1 0 0,0 0 0 0 0,0 1 1 0 0,-1-1-1 0 0,1 1 0 0 0,0 0 0 0 0,-4 0 1 0 0,-12-4 8 0 0,16 3-19 0 0,2 1-15 0 0,0 0 24 0 0,-1 1 0 0 0,1-1 0 0 0,0 0 0 0 0,-1 0 0 0 0,1 0 0 0 0,0 0 0 0 0,-1 0-1 0 0,1 0 1 0 0,0 1 0 0 0,0-1 0 0 0,-1 0 0 0 0,1 0 0 0 0,0 1 0 0 0,0-1 0 0 0,-1 0 0 0 0,1 0 0 0 0,0 1 0 0 0,0-1 0 0 0,0 0 0 0 0,-1 0-1 0 0,1 1 1 0 0,0-1 0 0 0,0 0 0 0 0,0 1 0 0 0,0-1 0 0 0,0 0 0 0 0,0 1 0 0 0,0-1 0 0 0,0 0 0 0 0,-1 1 0 0 0,1-1 0 0 0,0 0 0 0 0,0 1-1 0 0,1-1 1 0 0,-1 0 0 0 0,0 1 0 0 0,0-1 0 0 0,0 1 0 0 0,0-1 0 0 0,0 0 0 0 0,0 0 0 0 0,0 1 0 0 0,0-1 0 0 0,1 0 0 0 0,-1 1 0 0 0,0-1-1 0 0,0 0 1 0 0,0 0 0 0 0,1 1 0 0 0,-1-1 0 0 0,0 0 0 0 0,1 0 0 0 0,-1 1 0 0 0,0-1 0 0 0,0 0 0 0 0,1 0 0 0 0,-1 1 0 0 0,17 16-1 0 0,27 4 1192 0 0,-51-21-1192 0 0,-18-6 12 0 0,20 14-8 0 0,4-8-7 0 0,0 1 0 0 0,0-1 0 0 0,0 1 0 0 0,0-1 0 0 0,0 1 0 0 0,1 0 0 0 0,-1 0 0 0 0,0-1 0 0 0,1 1 0 0 0,-1 0 0 0 0,0 0 0 0 0,1 0 0 0 0,-1 0 0 0 0,1 0 0 0 0,0-1 0 0 0,-1 1 0 0 0,1 0 0 0 0,0 0 0 0 0,-1 0 0 0 0,1 0 1 0 0,0 0-1 0 0,0 2 0 0 0,2 2 1 0 0,0-1 1 0 0,0 1-1 0 0,0-1 1 0 0,1 1 0 0 0,0-1-1 0 0,0 0 1 0 0,0 0-1 0 0,0 0 1 0 0,1 0-1 0 0,-1-1 1 0 0,1 0 0 0 0,0 1-1 0 0,0-1 1 0 0,0 0-1 0 0,1-1 1 0 0,-1 1 0 0 0,1-1-1 0 0,-1 0 1 0 0,1 0-1 0 0,0-1 1 0 0,0 1-1 0 0,0-1 1 0 0,0 0 0 0 0,0 0-1 0 0,0 0 1 0 0,0-1-1 0 0,0 0 1 0 0,9-1 0 0 0,-12 1-3 0 0,-1 0 0 0 0,1-1 1 0 0,0 1-1 0 0,0-1 1 0 0,0 1-1 0 0,0-1 0 0 0,0 0 1 0 0,-1 0-1 0 0,1 0 0 0 0,0 0 1 0 0,0 0-1 0 0,-1 0 1 0 0,1 0-1 0 0,-1-1 0 0 0,1 1 1 0 0,-1-1-1 0 0,0 1 1 0 0,2-2-1 0 0,16-39-38 0 0,-11-19-72 0 0,-8 59 99 0 0,0 2-7 0 0,0-1 21 0 0,0 1 0 0 0,0 0 0 0 0,0-1 1 0 0,1 1-1 0 0,-1 0 0 0 0,0-1 0 0 0,0 1 0 0 0,0 0 0 0 0,0-1 0 0 0,1 1 1 0 0,-1 0-1 0 0,0-1 0 0 0,0 1 0 0 0,1 0 0 0 0,-1 0 0 0 0,0-1 0 0 0,0 1 1 0 0,1 0-1 0 0,-1 0 0 0 0,0 0 0 0 0,1-1 0 0 0,-1 1 0 0 0,0 0 0 0 0,1 0 1 0 0,-1 0-1 0 0,0 0 0 0 0,1 0 0 0 0,-1 0 0 0 0,1 0 0 0 0,-1 0 0 0 0,0 0 0 0 0,1 0 1 0 0,-1 0-1 0 0,0 0 0 0 0,1 0 0 0 0,-1 0 0 0 0,0 0 0 0 0,1 0 0 0 0,-1 0 1 0 0,0 0-1 0 0,1 0 0 0 0,5 4 2 0 0,0 0-1 0 0,-1 1 1 0 0,1-1-1 0 0,-1 1 1 0 0,0 0 0 0 0,0 0-1 0 0,-1 1 1 0 0,0-1 0 0 0,0 1-1 0 0,0 0 1 0 0,5 11 0 0 0,-3-4 3 0 0,-1 1 0 0 0,-1 0 1 0 0,0 0-1 0 0,0 0 0 0 0,1 19 1 0 0,-2 0 2 0 0,-2 0 0 0 0,-1 0 1 0 0,-2 0-1 0 0,-8 48 0 0 0,7-62 2 0 0,-1 0 1 0 0,-1 0-1 0 0,0-1 0 0 0,-2 1 0 0 0,0-1 0 0 0,-1 0 1 0 0,-1-1-1 0 0,0 0 0 0 0,-2-1 0 0 0,0 0 0 0 0,0 0 1 0 0,-2-1-1 0 0,-22 22 0 0 0,32-35 4 0 0,0 1 0 0 0,-1-1 0 0 0,1 0 0 0 0,0 0 0 0 0,-1 0 0 0 0,0-1 0 0 0,1 1 0 0 0,-1-1 0 0 0,0 0 0 0 0,0 0 0 0 0,1 0 0 0 0,-1-1 1 0 0,-5 1-1 0 0,7-1-6 0 0,1 0 1 0 0,-1 0 0 0 0,0 0 0 0 0,1 0 0 0 0,-1 0-1 0 0,1-1 1 0 0,-1 1 0 0 0,1-1 0 0 0,-1 1 0 0 0,1-1-1 0 0,0 1 1 0 0,-1-1 0 0 0,1 0 0 0 0,0 0 0 0 0,-1 0-1 0 0,1 0 1 0 0,0 0 0 0 0,0 0 0 0 0,0 0 0 0 0,0 0-1 0 0,0 0 1 0 0,0 0 0 0 0,0-1 0 0 0,0 1 0 0 0,0 0-1 0 0,1-1 1 0 0,-1 1 0 0 0,0 0 0 0 0,1-1 0 0 0,-1 1-1 0 0,1-1 1 0 0,0 1 0 0 0,-1-1 0 0 0,1-1 0 0 0,-2-11-9 0 0,1 0 1 0 0,0 1 0 0 0,2-1-1 0 0,-1 0 1 0 0,1 0 0 0 0,1 1 0 0 0,1-1-1 0 0,0 1 1 0 0,0-1 0 0 0,1 1 0 0 0,1 0-1 0 0,0 1 1 0 0,1-1 0 0 0,1 1-1 0 0,0 0 1 0 0,0 0 0 0 0,1 1 0 0 0,18-20-1 0 0,-16 21-1177 0 0,1 0 0 0 0,0 1 0 0 0,1 0-1 0 0,0 1 1 0 0,0 0 0 0 0,24-11 0 0 0,-21 12-1895 0 0</inkml:trace>
</inkml:ink>
</file>

<file path=ppt/ink/ink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13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41 548 0 0,'0'0'2612'0'0,"4"-2"-1445"0"0,13-6 105 0 0,0 2 0 0 0,1 0 0 0 0,0 1 0 0 0,0 1-1 0 0,1 1 1 0 0,34-2 0 0 0,4 3-2579 0 0,-3 5-5035 0 0</inkml:trace>
</inkml:ink>
</file>

<file path=ppt/ink/ink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17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74 476 0 0,'0'0'518'0'0,"0"-38"5139"0"0,-1 36-5588 0 0,1 0 0 0 0,-1 0 0 0 0,0 0 0 0 0,1 0 0 0 0,-1 1 0 0 0,0-1 0 0 0,-1 0 0 0 0,1 1 0 0 0,0-1 0 0 0,0 0 0 0 0,-1 1 0 0 0,1-1 1 0 0,-1 1-1 0 0,1 0 0 0 0,-1 0 0 0 0,1-1 0 0 0,-1 1 0 0 0,0 0 0 0 0,0 0 0 0 0,1 1 0 0 0,-1-1 0 0 0,0 0 0 0 0,0 1 0 0 0,0-1 0 0 0,0 1 1 0 0,0-1-1 0 0,0 1 0 0 0,0 0 0 0 0,0 0 0 0 0,0 0 0 0 0,0 0 0 0 0,0 0 0 0 0,-3 1 0 0 0,1 0-29 0 0,0-1 0 0 0,0 1 1 0 0,1 1-1 0 0,-1-1 0 0 0,0 0 0 0 0,1 1 0 0 0,0 0 0 0 0,-1 0 1 0 0,1 0-1 0 0,0 0 0 0 0,0 0 0 0 0,0 1 0 0 0,0-1 1 0 0,0 1-1 0 0,0 0 0 0 0,1 0 0 0 0,-4 5 0 0 0,-4 10 59 0 0,0 0 0 0 0,1 1 1 0 0,1 0-1 0 0,1 0 0 0 0,1 1 0 0 0,-8 39 0 0 0,13-50-83 0 0,0 0 1 0 0,0 0-1 0 0,1 0 0 0 0,0 1 0 0 0,0-1 1 0 0,1 0-1 0 0,1 0 0 0 0,-1 0 1 0 0,2 0-1 0 0,-1 0 0 0 0,1 0 0 0 0,0-1 1 0 0,1 1-1 0 0,0-1 0 0 0,0 0 0 0 0,1 0 1 0 0,10 14-1 0 0,-11-19-9 0 0,1 1 1 0 0,-1-1-1 0 0,1 1 0 0 0,-1-1 0 0 0,1 0 1 0 0,0-1-1 0 0,0 1 0 0 0,0-1 0 0 0,0 0 1 0 0,1 0-1 0 0,-1-1 0 0 0,0 0 0 0 0,1 0 1 0 0,-1 0-1 0 0,1 0 0 0 0,0-1 0 0 0,-1 0 1 0 0,1 0-1 0 0,-1 0 0 0 0,1-1 1 0 0,5-1-1 0 0,0 0 24 0 0,0 0 0 0 0,-1-1 1 0 0,1 0-1 0 0,0-1 0 0 0,-1 0 1 0 0,0 0-1 0 0,0-1 0 0 0,-1-1 0 0 0,17-11 1 0 0,-21 13 18 0 0,0-1 0 0 0,0 1 0 0 0,0-1 0 0 0,-1-1 0 0 0,0 1 0 0 0,0-1 0 0 0,0 1 0 0 0,0-1 0 0 0,-1 0 0 0 0,0-1 0 0 0,0 1 0 0 0,-1 0 0 0 0,0-1 0 0 0,0 0 0 0 0,0 1 0 0 0,-1-1 0 0 0,0 0 0 0 0,-1 0 0 0 0,1 0 0 0 0,-1 1 0 0 0,0-1 0 0 0,-1 0 0 0 0,0 0 0 0 0,0 0 0 0 0,0 0 0 0 0,-1 1 0 0 0,0-1 0 0 0,0 1 0 0 0,-1-1 0 0 0,0 1 0 0 0,-4-8 1 0 0,1 3-30 0 0,0 2 0 0 0,-1-1 0 0 0,0 1 0 0 0,0 0 0 0 0,-1 0 0 0 0,0 1 0 0 0,0 0 0 0 0,-1 0 0 0 0,0 1 0 0 0,-1 0 0 0 0,1 0 0 0 0,-1 2 0 0 0,-1-1 0 0 0,1 1 0 0 0,-13-4 0 0 0,18 8-21 0 0,3 0-24 0 0,-1 0 1 0 0,1 1 0 0 0,-1-1 0 0 0,0 1-1 0 0,1 0 1 0 0,-1-1 0 0 0,0 1 0 0 0,0 0-1 0 0,1 1 1 0 0,-1-1 0 0 0,1 1 0 0 0,-1-1 0 0 0,0 1-1 0 0,1 0 1 0 0,-1 0 0 0 0,1 0 0 0 0,-1 0-1 0 0,1 0 1 0 0,0 0 0 0 0,-1 1 0 0 0,1-1-1 0 0,0 1 1 0 0,0 0 0 0 0,0-1 0 0 0,-2 4-1 0 0,2-2-422 0 0,0 0 0 0 0,1 0-1 0 0,-1 0 1 0 0,1 0 0 0 0,0 0-1 0 0,0 1 1 0 0,0-1 0 0 0,0 0-1 0 0,1 1 1 0 0,-1 5-1 0 0,0 0-2545 0 0</inkml:trace>
</inkml:ink>
</file>

<file path=ppt/ink/ink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43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32 139 324 0 0,'-6'-7'879'0'0,"-15"-19"10938"0"0,17 1-10785 0 0,8 19-999 0 0,1 0-1 0 0,0 0 1 0 0,1 0-1 0 0,-1 0 1 0 0,1 1-1 0 0,0 0 1 0 0,1 0 0 0 0,-1 1-1 0 0,1-1 1 0 0,0 1-1 0 0,0 1 1 0 0,0 0-1 0 0,0 0 1 0 0,1 0-1 0 0,-1 1 1 0 0,1 0 0 0 0,0 0-1 0 0,0 1 1 0 0,9-1-1 0 0,-14 1-25 0 0,0 1-1 0 0,1 0 1 0 0,-1 0-1 0 0,1 0 1 0 0,-1 0-1 0 0,0 1 1 0 0,1-1-1 0 0,-1 1 0 0 0,0 0 1 0 0,1 0-1 0 0,-1 0 1 0 0,0 0-1 0 0,0 0 1 0 0,0 1-1 0 0,0-1 1 0 0,0 1-1 0 0,0 0 1 0 0,0 0-1 0 0,-1 0 0 0 0,1 1 1 0 0,-1-1-1 0 0,1 0 1 0 0,-1 1-1 0 0,0 0 1 0 0,0-1-1 0 0,0 1 1 0 0,0 0-1 0 0,2 5 1 0 0,0 5 12 0 0,0-1 0 0 0,0 0 1 0 0,-1 1-1 0 0,-1 0 0 0 0,2 21 1 0 0,-1-12 8 0 0,-1-11-15 0 0,-1 0 0 0 0,0 0 0 0 0,-1 0-1 0 0,0 0 1 0 0,-1 0 0 0 0,0 0 0 0 0,-1 0 0 0 0,0 0-1 0 0,0 0 1 0 0,-2-1 0 0 0,-4 12 0 0 0,8-20-11 0 0,-9 12 25 0 0,9-14-27 0 0,-1 0 1 0 0,0 0-1 0 0,0 0 1 0 0,0 0-1 0 0,0 0 1 0 0,1 0 0 0 0,-1 0-1 0 0,0 0 1 0 0,0 0-1 0 0,0 0 1 0 0,1 0-1 0 0,-1 0 1 0 0,0-1 0 0 0,0 1-1 0 0,0 0 1 0 0,1-1-1 0 0,-1 1 1 0 0,0 0 0 0 0,0-1-1 0 0,1 1 1 0 0,-1-1-1 0 0,1 1 1 0 0,-1-1-1 0 0,0 0 1 0 0,1 1 0 0 0,-1-1-1 0 0,1 1 1 0 0,-1-1-1 0 0,1 0 1 0 0,-1 0-1 0 0,1 0 1 0 0,-2-1-4 0 0,1 0 1 0 0,1-1-1 0 0,-1 1 1 0 0,0 0-1 0 0,0 0 0 0 0,1 0 1 0 0,-1-1-1 0 0,1 1 0 0 0,0 0 1 0 0,0-1-1 0 0,0 1 1 0 0,0 0-1 0 0,0-1 0 0 0,0 1 1 0 0,0 0-1 0 0,1 0 0 0 0,0-1 1 0 0,-1 1-1 0 0,1 0 1 0 0,1-2-1 0 0,20-45-77 0 0,-15 37 58 0 0,1-1 0 0 0,0 1 0 0 0,1 0 0 0 0,0 1 0 0 0,1 0 0 0 0,0 0 0 0 0,1 1 0 0 0,0 1 0 0 0,0 0 0 0 0,24-14 0 0 0,-34 22 21 0 0,1 1 0 0 0,0 0 0 0 0,-1 0 0 0 0,1 0 0 0 0,0 0 0 0 0,-1 0 0 0 0,1 0 0 0 0,0 0 0 0 0,0 0 0 0 0,-1 1 0 0 0,1-1 0 0 0,0 0 0 0 0,-1 1-1 0 0,1 0 1 0 0,-1-1 0 0 0,1 1 0 0 0,-1 0 0 0 0,1 0 0 0 0,-1 0 0 0 0,1 0 0 0 0,-1 0 0 0 0,0 0 0 0 0,1 0 0 0 0,-1 0 0 0 0,0 1 0 0 0,0-1 0 0 0,0 0 0 0 0,0 1-1 0 0,0-1 1 0 0,1 3 0 0 0,23 45 100 0 0,-19-29 6 0 0,0 0 0 0 0,6 41 0 0 0,-10-48-61 0 0,-1-10-40 0 0,-1 10 49 0 0,-2 17-20 0 0,1-26-341 0 0,1-1 0 0 0,-1 1 0 0 0,1 0-1 0 0,1-1 1 0 0,-1 1 0 0 0,0 0 0 0 0,1-1 0 0 0,0 1 0 0 0,-1-1-1 0 0,1 1 1 0 0,1-1 0 0 0,-1 0 0 0 0,3 6 0 0 0</inkml:trace>
</inkml:ink>
</file>

<file path=ppt/ink/ink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44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84 208 0 0,'0'0'727'0'0,"6"-37"6047"0"0,-6 35-6625 0 0,0 0 0 0 0,-1-1-1 0 0,1 1 1 0 0,-1 0 0 0 0,0 0-1 0 0,0 0 1 0 0,1 0 0 0 0,-2 0-1 0 0,1 0 1 0 0,0 0 0 0 0,0 0 0 0 0,0 0-1 0 0,-1 1 1 0 0,1-1 0 0 0,-1 0-1 0 0,0 1 1 0 0,1-1 0 0 0,-1 1-1 0 0,0 0 1 0 0,0-1 0 0 0,0 1-1 0 0,0 0 1 0 0,0 0 0 0 0,0 0-1 0 0,0 1 1 0 0,0-1 0 0 0,0 0-1 0 0,-4 0 1 0 0,4 1-26 0 0,-18 0 292 0 0,11 2-311 0 0,0 1-1 0 0,0 0 0 0 0,0 0 1 0 0,1 0-1 0 0,-1 1 1 0 0,1 1-1 0 0,0-1 0 0 0,0 1 1 0 0,0 1-1 0 0,1 0 0 0 0,0 0 1 0 0,-12 12-1 0 0,17-16-73 0 0,1 0 1 0 0,-1 0-1 0 0,0 0 0 0 0,1 1 0 0 0,-1-1 0 0 0,1 0 1 0 0,-1 1-1 0 0,1-1 0 0 0,0 1 0 0 0,0 0 0 0 0,0-1 1 0 0,1 1-1 0 0,-1 0 0 0 0,1 0 0 0 0,-1 4 0 0 0,1-6-21 0 0,0 1 0 0 0,1 0 0 0 0,-1-1 0 0 0,1 1 0 0 0,-1 0 0 0 0,1-1 0 0 0,0 1 0 0 0,-1-1 0 0 0,1 1 0 0 0,0-1 0 0 0,0 1 0 0 0,0-1 0 0 0,0 0 0 0 0,0 0 0 0 0,0 1 0 0 0,1-1 0 0 0,-1 0 0 0 0,0 0 0 0 0,2 1 0 0 0,2 1-1 0 0,0-1-1 0 0,-1 0 1 0 0,1 0-1 0 0,0 0 1 0 0,0-1-1 0 0,0 1 1 0 0,0-1-1 0 0,0 0 1 0 0,0-1-1 0 0,0 1 1 0 0,1-1 0 0 0,-1 0-1 0 0,0-1 1 0 0,0 1-1 0 0,6-2 1 0 0,-7 1-5 0 0,1 0 1 0 0,-1 0-1 0 0,1 0 1 0 0,-1 0 0 0 0,1-1-1 0 0,-1 0 1 0 0,0 0-1 0 0,1 0 1 0 0,-1-1-1 0 0,0 1 1 0 0,-1-1 0 0 0,1 0-1 0 0,4-4 1 0 0,-2-1 12 0 0,-1-1 0 0 0,1 1 0 0 0,-1-1 0 0 0,-1 0 0 0 0,5-13 0 0 0,-7 13 11 0 0,0-8 136 0 0,1 13 999 0 0,21 59-886 0 0,-2 2 1 0 0,-3 0-1 0 0,-3 1 1 0 0,12 71-1 0 0,-21-83-201 0 0,-2-1-1 0 0,-1 62 1 0 0,-4-89-58 0 0,-1 1 1 0 0,-1-1-1 0 0,-1 0 1 0 0,-1 0-1 0 0,0 0 0 0 0,-1 0 1 0 0,-1-1-1 0 0,-15 31 1 0 0,18-42 20 0 0,0-1 1 0 0,0 1 0 0 0,-1-1 0 0 0,0 0-1 0 0,0 0 1 0 0,0 0 0 0 0,0-1 0 0 0,-1 0 0 0 0,0 1-1 0 0,0-2 1 0 0,0 1 0 0 0,0 0 0 0 0,-1-1-1 0 0,1 0 1 0 0,-1 0 0 0 0,-9 2 0 0 0,11-4 15 0 0,-1 0 0 0 0,1-1 0 0 0,-1 0 0 0 0,1 1 0 0 0,-1-2 1 0 0,1 1-1 0 0,-1 0 0 0 0,1-1 0 0 0,0 0 0 0 0,-1 0 0 0 0,1 0 1 0 0,0-1-1 0 0,-1 1 0 0 0,1-1 0 0 0,0 0 0 0 0,0 0 0 0 0,0-1 1 0 0,1 1-1 0 0,-1-1 0 0 0,1 0 0 0 0,-1 0 0 0 0,1 0 0 0 0,-6-7 0 0 0,4 3-16 0 0,-1 0-1 0 0,2 0 0 0 0,-1-1 0 0 0,1 0 0 0 0,0 0 0 0 0,1 0 0 0 0,0 0 0 0 0,0 0 1 0 0,0-1-1 0 0,1 1 0 0 0,1-1 0 0 0,-1 0 0 0 0,2 1 0 0 0,-1-1 0 0 0,1 0 0 0 0,0 0 0 0 0,3-15 1 0 0,-1 9-126 0 0,1 0 0 0 0,0 0 1 0 0,2 1-1 0 0,-1 0 1 0 0,2-1-1 0 0,0 1 1 0 0,0 1-1 0 0,2-1 1 0 0,14-20-1 0 0,-16 26-279 0 0,0 1 0 0 0,1 1 0 0 0,0 0 0 0 0,0 0 0 0 0,0 0 0 0 0,0 0 1 0 0,1 1-1 0 0,12-6 0 0 0,39-14-7862 0 0,-51 21 6227 0 0,2 0-1464 0 0</inkml:trace>
</inkml:ink>
</file>

<file path=ppt/ink/ink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47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211 345 288 0 0,'7'-2'-84'0'0,"-5"1"336"0"0,0 1 0 0 0,0-1-1 0 0,0 0 1 0 0,0 0 0 0 0,0 0 0 0 0,0 0 0 0 0,0 0 0 0 0,-1 0-1 0 0,1 0 1 0 0,0 0 0 0 0,0-1 0 0 0,-1 1 0 0 0,1-1-1 0 0,-1 1 1 0 0,0-1 0 0 0,1 0 0 0 0,-1 0 0 0 0,2-3-1 0 0,-2 3 908 0 0,-1-34 3114 0 0,-2 34-4189 0 0,0 0 1 0 0,0 0 0 0 0,-1 0 0 0 0,1 1 0 0 0,0-1-1 0 0,-1 1 1 0 0,1-1 0 0 0,-1 1 0 0 0,1 0 0 0 0,-1 0 0 0 0,0 0-1 0 0,1 0 1 0 0,-1 0 0 0 0,0 1 0 0 0,0-1 0 0 0,1 1-1 0 0,-1 0 1 0 0,0 0 0 0 0,-5 0 0 0 0,6 0 13 0 0,-2 1 15 0 0,-9 4 31 0 0,0 1 0 0 0,1 0 1 0 0,-1 1-1 0 0,1 0 0 0 0,1 1 0 0 0,-1 0 0 0 0,1 1 0 0 0,1 0 0 0 0,0 1 0 0 0,0 0 1 0 0,1 1-1 0 0,0 0 0 0 0,1 0 0 0 0,0 1 0 0 0,1 0 0 0 0,-11 23 0 0 0,17-32-128 0 0,0 0 0 0 0,0 0 0 0 0,1 0 0 0 0,-1 0 0 0 0,1 0 0 0 0,-1 0 0 0 0,1 0 0 0 0,0 0 0 0 0,0 0-1 0 0,0 1 1 0 0,1-1 0 0 0,-1 0 0 0 0,1 0 0 0 0,0 0 0 0 0,0 0 0 0 0,0 0 0 0 0,0-1 0 0 0,0 1 0 0 0,1 0 0 0 0,2 4-1 0 0,-1-3-2 0 0,1-1 0 0 0,-1 0 0 0 0,1 1 0 0 0,0-1 1 0 0,0 0-1 0 0,0-1 0 0 0,0 1 0 0 0,0-1 0 0 0,0 0 0 0 0,1 0 0 0 0,8 3 0 0 0,4-1-52 0 0,0 0 0 0 0,0-2 0 0 0,0 0 0 0 0,0 0 0 0 0,1-2 0 0 0,19-1 0 0 0,-19-2-7 0 0,-1 0-1 0 0,0-1 1 0 0,0-1 0 0 0,0-1 0 0 0,-1 0 0 0 0,0-1 0 0 0,0-1 0 0 0,-1 0-1 0 0,1-1 1 0 0,-2-1 0 0 0,0 0 0 0 0,0-1 0 0 0,-1-1 0 0 0,0 0 0 0 0,-1-1 0 0 0,0 0-1 0 0,-1-1 1 0 0,0 0 0 0 0,15-29 0 0 0,-15 24 26 0 0,-2-1-1 0 0,0 0 1 0 0,-1 0-1 0 0,-1-1 1 0 0,-1 0 0 0 0,-1-1-1 0 0,0 1 1 0 0,1-39 0 0 0,-5 44-8 0 0,-1 10 51 0 0,0 0 1 0 0,1 0 0 0 0,-2 0 0 0 0,1-1 0 0 0,-1 1 0 0 0,0 0 0 0 0,0 0 0 0 0,-1 0 0 0 0,1 1-1 0 0,-5-9 1 0 0,6 12 31 0 0,-1 2-41 0 0,-7-16 172 0 0,8 16-177 0 0,0-1 0 0 0,-1 1 1 0 0,1 0-1 0 0,0-1 0 0 0,0 1 1 0 0,-1-1-1 0 0,1 1 0 0 0,0-1 1 0 0,-1 1-1 0 0,1 0 1 0 0,0-1-1 0 0,-1 1 0 0 0,1 0 1 0 0,-1-1-1 0 0,1 1 0 0 0,-1 0 1 0 0,1-1-1 0 0,0 1 0 0 0,-1 0 1 0 0,1 0-1 0 0,-1 0 1 0 0,1-1-1 0 0,-1 1 0 0 0,1 0 1 0 0,-1 0-1 0 0,0 0 0 0 0,1 0 1 0 0,-1 0-1 0 0,1 0 0 0 0,-1 0 1 0 0,1 0-1 0 0,-1 0 1 0 0,1 0-1 0 0,-1 1 0 0 0,0-1 1 0 0,-4 4 54 0 0,1 1 0 0 0,0 0 1 0 0,-1 0-1 0 0,2 0 0 0 0,-1 0 1 0 0,0 1-1 0 0,1-1 1 0 0,0 1-1 0 0,1 0 0 0 0,-1 0 1 0 0,1 0-1 0 0,0 0 0 0 0,1 0 1 0 0,-1 1-1 0 0,0 7 0 0 0,-1 16 314 0 0,-1 59 0 0 0,4-86-367 0 0,12 229 605 0 0,-3-164-471 0 0,-9-68-143 0 0,0 0 1 0 0,0 0-1 0 0,0 1 1 0 0,0-1-1 0 0,0 0 1 0 0,0 0-1 0 0,0 1 1 0 0,0-1-1 0 0,0 0 1 0 0,0 0-1 0 0,0 0 1 0 0,0 1-1 0 0,0-1 1 0 0,0 0-1 0 0,0 0 1 0 0,0 0-1 0 0,0 1 1 0 0,0-1-1 0 0,1 0 1 0 0,-1 0-1 0 0,0 0 1 0 0,0 0-1 0 0,0 0 1 0 0,0 1-1 0 0,1-1 1 0 0,-1 0-1 0 0,0 0 1 0 0,0 0-1 0 0,0 0 1 0 0,0 0 0 0 0,1 0-1 0 0,-1 0 1 0 0,0 1-1 0 0,0-1 1 0 0,0 0-1 0 0,1 0 1 0 0,-1 0-1 0 0,0 0 1 0 0,0 0-1 0 0,1 0 1 0 0,-1 0-1 0 0,0 0 1 0 0,0 0-1 0 0,0 0 1 0 0,1 0-1 0 0,-1 0 1 0 0,0-1-1 0 0,0 1 1 0 0,0 0-1 0 0,1 0 1 0 0,-1 0-1 0 0,0 0 1 0 0,0 0-1 0 0,1 0 1 0 0,15-14 11 0 0,15-23-83 0 0,-29 34 73 0 0,-1 1 6 0 0,11-14-36 0 0,1 0 0 0 0,1 1 0 0 0,17-15 1 0 0,-28 28 10 0 0,3 0-4 0 0,-5 1 19 0 0,1 1 0 0 0,0-1 1 0 0,-1 1-1 0 0,1 0 0 0 0,0-1 1 0 0,-1 1-1 0 0,1 0 1 0 0,0 0-1 0 0,-1 0 0 0 0,1 1 1 0 0,0-1-1 0 0,-1 0 1 0 0,1 1-1 0 0,0-1 0 0 0,-1 1 1 0 0,1-1-1 0 0,-1 1 0 0 0,1 0 1 0 0,-1 0-1 0 0,1 0 1 0 0,-1 0-1 0 0,3 1 0 0 0,29 34-30 0 0,-29-30 28 0 0,0-1 0 0 0,1 0 0 0 0,-1 0 0 0 0,1-1 0 0 0,0 0 0 0 0,0 1 0 0 0,6 3 0 0 0,0-1 10 0 0,-9-6-12 0 0,0 0 1 0 0,1 1-1 0 0,-1-1 1 0 0,0 0 0 0 0,1 0-1 0 0,-1 0 1 0 0,1-1 0 0 0,-1 1-1 0 0,1 0 1 0 0,0-1 0 0 0,-1 0-1 0 0,1 1 1 0 0,0-1-1 0 0,-1 0 1 0 0,1-1 0 0 0,0 1-1 0 0,-1 0 1 0 0,1-1 0 0 0,4-1-1 0 0,0 1-2 0 0,0 0 0 0 0,1-1-1 0 0,-1 0 1 0 0,0 0-1 0 0,0 0 1 0 0,0-1 0 0 0,-1 0-1 0 0,1-1 1 0 0,-1 1 0 0 0,10-8-1 0 0,1-3 21 0 0,-2-1-1 0 0,28-33 1 0 0,-42 47-9 0 0,-2 3-8 0 0,0 0 0 0 0,0 0 0 0 0,0 0 0 0 0,0 0 0 0 0,1 0 0 0 0,-1 0-1 0 0,1 1 1 0 0,-1-1 0 0 0,1 0 0 0 0,0 0 0 0 0,0 0 0 0 0,0 1 0 0 0,0-1 0 0 0,0 0 0 0 0,0 0-1 0 0,1 0 1 0 0,-1 1 0 0 0,1 1 0 0 0,0 5 14 0 0,1-1 0 0 0,-1 1-1 0 0,1-1 1 0 0,1 1 0 0 0,-1-1-1 0 0,5 9 1 0 0,-5-14-9 0 0,0 1-1 0 0,0-1 0 0 0,1 1 1 0 0,-1-1-1 0 0,1 0 0 0 0,-1 0 1 0 0,1 0-1 0 0,0 0 0 0 0,0-1 1 0 0,1 1-1 0 0,-1-1 0 0 0,0 0 1 0 0,1 0-1 0 0,0 0 0 0 0,-1 0 1 0 0,1 0-1 0 0,0-1 0 0 0,0 0 1 0 0,0 0-1 0 0,0 0 0 0 0,0 0 1 0 0,0-1-1 0 0,0 1 0 0 0,5-1 1 0 0,-6 0 6 0 0,10-11 36 0 0,-7 3-46 0 0,0-3 2 0 0,-5 6 5 0 0,1 1 0 0 0,-1 0 0 0 0,0-1 0 0 0,0 1 0 0 0,0-1 1 0 0,0 1-1 0 0,-1-1 0 0 0,0 1 0 0 0,0-10 0 0 0,-4 2-10 0 0,-1 0 0 0 0,0 1-1 0 0,-12-21 1 0 0,14 27 7 0 0,0 0-1 0 0,-1 0 1 0 0,0 0-1 0 0,0 0 1 0 0,-8-7 0 0 0,5 8-29 0 0,-3 0 7 0 0,-27 4-102 0 0,36 1 89 0 0,-4 6 19 0 0,4-6 68 0 0,3 2-66 0 0,3-1 8 0 0,-1 1 0 0 0,0-1-1 0 0,1 0 1 0 0,-1 0 0 0 0,1 0-1 0 0,0-1 1 0 0,0 0 0 0 0,0 0-1 0 0,-1 0 1 0 0,1 0 0 0 0,0-1-1 0 0,0 1 1 0 0,0-1 0 0 0,9-1-1 0 0,83-12-98 0 0,-71 8 83 0 0,11 0-129 0 0,-21 4 86 0 0,0-2 0 0 0,1 1 0 0 0,-1-2 0 0 0,26-9 0 0 0,-40 12 57 0 0,34-10 283 0 0,-34 12-269 0 0,-1 0 1 0 0,0 0-1 0 0,0 0 1 0 0,0 0-1 0 0,0 0 1 0 0,0 1 0 0 0,0-1-1 0 0,0 0 1 0 0,0 1-1 0 0,-1-1 1 0 0,1 1-1 0 0,0-1 1 0 0,-1 1-1 0 0,0-1 1 0 0,1 1-1 0 0,-1-1 1 0 0,1 3-1 0 0,4 40 148 0 0,1 1 22 0 0,40 48-90 0 0,-46-93-121 0 0,0 1 0 0 0,0-1 0 0 0,0 0 1 0 0,0 1-1 0 0,0-1 0 0 0,0 0 1 0 0,0 1-1 0 0,0-1 0 0 0,0 0 0 0 0,0 1 1 0 0,0-1-1 0 0,0 0 0 0 0,0 1 1 0 0,0-1-1 0 0,1 0 0 0 0,-1 1 0 0 0,0-1 1 0 0,0 0-1 0 0,0 0 0 0 0,0 1 1 0 0,1-1-1 0 0,-1 0 0 0 0,0 0 0 0 0,0 1 1 0 0,1-1-1 0 0,-1 0 0 0 0,0 0 1 0 0,0 0-1 0 0,1 1 0 0 0,-1-1 0 0 0,0 0 1 0 0,1 0-1 0 0,-1 0 0 0 0,0 0 1 0 0,1 0-1 0 0,-1 0 0 0 0,0 0 0 0 0,1 0 1 0 0,-1 1-1 0 0,0-1 0 0 0,1 0 1 0 0,-1 0-1 0 0,0 0 0 0 0,1-1 0 0 0,-1 1 1 0 0,0 0-1 0 0,1 0 0 0 0,-1 0 0 0 0,0 0 1 0 0,0 0-1 0 0,1 0 0 0 0,-1 0 1 0 0,0 0-1 0 0,1-1 0 0 0,-1 1 0 0 0,0 0 1 0 0,0 0-1 0 0,1-1 0 0 0,6-11-1235 0 0,-6 8 428 0 0,0-1 1 0 0,0 1-1 0 0,-1 0 1 0 0,1 0-1 0 0,-1 0 1 0 0,0 0-1 0 0,-1-1 1 0 0,1 1-1 0 0,-2-4 1 0 0,1-5-2353 0 0</inkml:trace>
</inkml:ink>
</file>

<file path=ppt/ink/ink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47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43 508 0 0,'-6'-34'13045'0'0,"11"25"-13110"0"0</inkml:trace>
</inkml:ink>
</file>

<file path=ppt/ink/ink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57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2 264 0 0,'-22'-1'8992'0'0,"35"8"-8928"0"0,1 0 0 0 0,0-1 0 0 0,0-1 0 0 0,22 6 0 0 0,94 8 87 0 0,134 3 0 0 0,-218-19-131 0 0,106 8 9 0 0,-8 0-21 0 0,155-8-1 0 0,-16 0-10 0 0,-188 0-4 0 0,332-2 27 0 0,-179-4 7 0 0,421-1 319 0 0,-84-18 688 0 0,-40-11 1614 0 0,-405 22-1768 0 0,-97 9 410 0 0,-36 2-3763 0 0,-19 3 1969 0 0,-13 5-1063 0 0,6-4-3765 0 0,4-2 1787 0 0</inkml:trace>
</inkml:ink>
</file>

<file path=ppt/ink/ink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1:57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54 244 0 0,'0'0'3036'0'0,"-14"4"1821"0"0,36-2-4557 0 0,-1-1 1 0 0,0 0-1 0 0,0-2 1 0 0,1-1-1 0 0,28-5 1 0 0,0 1-48 0 0,1361-39 1620 0 0,-983 57-1429 0 0,-348-12 71 0 0,-32-8 2755 0 0,-46 7-2295 0 0,-8 4-4482 0 0,2-2 3024 0 0,-21 9-622 0 0,5-5-4835 0 0</inkml:trace>
</inkml:ink>
</file>

<file path=ppt/ink/ink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4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754 46 708 0 0,'0'-2'263'0'0,"0"0"-1"0"0,-1 0 1 0 0,1 0-1 0 0,-1-1 1 0 0,0 1-1 0 0,1 0 1 0 0,-1 0-1 0 0,0 0 0 0 0,0 0 1 0 0,-1 0-1 0 0,1 1 1 0 0,0-1-1 0 0,-1 0 1 0 0,1 0-1 0 0,-1 1 1 0 0,1-1-1 0 0,-1 1 1 0 0,0-1-1 0 0,1 1 1 0 0,-1 0-1 0 0,-3-2 1 0 0,2 2-106 0 0,0 0 0 0 0,-1 1 0 0 0,1-1 0 0 0,-1 0 1 0 0,1 1-1 0 0,-1 0 0 0 0,0 0 0 0 0,1 0 0 0 0,-1 0 0 0 0,1 0 1 0 0,-1 1-1 0 0,-3 1 0 0 0,-11 3-20 0 0,0 1 0 0 0,0 1 0 0 0,1 1 0 0 0,-17 11 1 0 0,27-16 112 0 0,-41 25 35 0 0,1 1 0 0 0,1 2 0 0 0,2 2 0 0 0,1 3 0 0 0,2 1 0 0 0,1 2 0 0 0,2 1 0 0 0,2 2 0 0 0,-39 59 0 0 0,59-75-164 0 0,1 0-1 0 0,1 1 0 0 0,1 1 1 0 0,2 0-1 0 0,-15 57 0 0 0,22-70-81 0 0,1 0-1 0 0,1 1 1 0 0,1-1-1 0 0,0 1 1 0 0,1-1-1 0 0,0 1 1 0 0,2-1 0 0 0,0 1-1 0 0,0-1 1 0 0,1 0-1 0 0,1 0 1 0 0,1 0-1 0 0,9 21 1 0 0,3-5 2 0 0,1 0-1 0 0,1-2 1 0 0,2 0 0 0 0,1-2 0 0 0,1 0-1 0 0,1-1 1 0 0,1-2 0 0 0,36 27-1 0 0,-13-15 2 0 0,1-3-1 0 0,2-1 1 0 0,2-3-1 0 0,56 23 0 0 0,-59-32-4 0 0,0-2 0 0 0,2-2-1 0 0,67 13 1 0 0,-118-29-41 0 0,0 1 0 0 0,0-1 0 0 0,0 0 0 0 0,0 1 0 0 0,0-1 0 0 0,0 0 0 0 0,0 0 0 0 0,1 0 0 0 0,-1 0 0 0 0,0 0 0 0 0,0 0 0 0 0,0 0 0 0 0,0 0 0 0 0,0 0 0 0 0,1 0 0 0 0,-1-1 1 0 0,0 1-1 0 0,0 0 0 0 0,0-1 0 0 0,0 1 0 0 0,0-1 0 0 0,0 1 0 0 0,1-2 0 0 0,-2 1-34 0 0,0 1 0 0 0,0-1 1 0 0,-1 0-1 0 0,1 0 1 0 0,0 1-1 0 0,0-1 0 0 0,-1 0 1 0 0,1 1-1 0 0,-1-1 1 0 0,1 0-1 0 0,0 1 0 0 0,-1-1 1 0 0,1 1-1 0 0,-1-1 0 0 0,0 0 1 0 0,1 1-1 0 0,-1-1 1 0 0,1 1-1 0 0,-1 0 0 0 0,0-1 1 0 0,1 1-1 0 0,-1 0 1 0 0,-1-1-1 0 0,-2-1-477 0 0,-4 0-781 0 0,-9-3-5031 0 0</inkml:trace>
</inkml:ink>
</file>

<file path=ppt/ink/ink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4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0 528 0 0,'0'0'6032'0'0,"5"2"-5348"0"0,3 1-435 0 0,-1 0 0 0 0,0 0 0 0 0,0 1 0 0 0,0-1 0 0 0,-1 2 0 0 0,1-1 0 0 0,-1 1 0 0 0,0 0 0 0 0,-1 0 0 0 0,1 1 0 0 0,5 7-1 0 0,-9-11-186 0 0,0 1-1 0 0,0 0 1 0 0,0 0-1 0 0,-1 0 1 0 0,1 0-1 0 0,-1 1 0 0 0,0-1 1 0 0,0 0-1 0 0,0 1 1 0 0,0-1-1 0 0,-1 0 0 0 0,1 1 1 0 0,-1-1-1 0 0,0 1 1 0 0,0-1-1 0 0,0 1 0 0 0,0-1 1 0 0,-1 0-1 0 0,1 1 1 0 0,-1-1-1 0 0,0 1 1 0 0,0-1-1 0 0,0 0 0 0 0,-1 0 1 0 0,1 0-1 0 0,-1 1 1 0 0,0-1-1 0 0,-3 5 0 0 0,-6 4 23 0 0,1 0 1 0 0,-2 0-1 0 0,1-1 0 0 0,-2 0 0 0 0,1-1 0 0 0,-2-1 0 0 0,1 0 0 0 0,-1-1 0 0 0,-22 10 0 0 0,-16 5-9 0 0,-71 20 0 0 0,107-38-569 0 0,-40 10 75 0 0,22-14-6464 0 0</inkml:trace>
</inkml:ink>
</file>

<file path=ppt/ink/ink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5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60 300 0 0,'-7'-38'6489'0'0,"4"36"-6355"0"0,0 0 0 0 0,0 0 0 0 0,0-1 0 0 0,0 2 0 0 0,-1-1 0 0 0,1 0-1 0 0,0 1 1 0 0,-1-1 0 0 0,0 1 0 0 0,1 0 0 0 0,-1 1 0 0 0,0-1 0 0 0,1 0-1 0 0,-1 1 1 0 0,0 0 0 0 0,0 0 0 0 0,1 0 0 0 0,-1 0 0 0 0,0 1 0 0 0,1-1 0 0 0,-1 1-1 0 0,0 0 1 0 0,-6 3 0 0 0,-7 0 176 0 0,0 2 0 0 0,1 0 0 0 0,-32 17 0 0 0,24-9 39 0 0,1 1 1 0 0,0 1-1 0 0,1 1 0 0 0,-32 31 0 0 0,46-41-257 0 0,1 1 0 0 0,0 0-1 0 0,1 0 1 0 0,0 1 0 0 0,0-1 0 0 0,1 1 0 0 0,0 1-1 0 0,0-1 1 0 0,1 1 0 0 0,0-1 0 0 0,1 1-1 0 0,0 0 1 0 0,1 1 0 0 0,0-1 0 0 0,-1 15 0 0 0,3-19-69 0 0,1 0 1 0 0,0-1 0 0 0,0 1-1 0 0,1 0 1 0 0,0 0-1 0 0,0-1 1 0 0,0 1 0 0 0,1-1-1 0 0,-1 0 1 0 0,1 0 0 0 0,0 0-1 0 0,1 0 1 0 0,-1 0-1 0 0,1-1 1 0 0,0 1 0 0 0,1-1-1 0 0,-1 0 1 0 0,0 0 0 0 0,1-1-1 0 0,0 1 1 0 0,0-1 0 0 0,0 0-1 0 0,0-1 1 0 0,1 1-1 0 0,-1-1 1 0 0,7 2 0 0 0,2 1-4 0 0,0 0 0 0 0,1-1-1 0 0,-1-1 1 0 0,1 0 0 0 0,-1-1 0 0 0,1-1 0 0 0,0 0 0 0 0,0-1 0 0 0,19-2 0 0 0,-13-2-55 0 0,0-1 0 0 0,-1-1 0 0 0,0-1-1 0 0,0 0 1 0 0,-1-2 0 0 0,0 0 0 0 0,0-1 0 0 0,31-24-1 0 0,-30 14-32 0 0,-19 19 53 0 0,-6 4-150 0 0,4-2 161 0 0,-1-1 0 0 0,1 1 1 0 0,0 0-1 0 0,-1 0 0 0 0,1 0 0 0 0,0 1 1 0 0,0-1-1 0 0,-1 0 0 0 0,1 0 0 0 0,0 1 1 0 0,1-1-1 0 0,-1 1 0 0 0,0-1 1 0 0,0 1-1 0 0,0-1 0 0 0,1 1 0 0 0,-1 1 1 0 0,1-1-3 0 0,0 0 1 0 0,0 0-1 0 0,0 0 1 0 0,1 0 0 0 0,-1 0-1 0 0,0-1 1 0 0,1 1-1 0 0,0 0 1 0 0,-1 0 0 0 0,1 0-1 0 0,0-1 1 0 0,0 1-1 0 0,0 0 1 0 0,0-1-1 0 0,0 1 1 0 0,1-1 0 0 0,-1 0-1 0 0,0 1 1 0 0,1-1-1 0 0,1 2 1 0 0,0 0-2 0 0,1 1 0 0 0,1 0 0 0 0,-1-1 0 0 0,0 0 0 0 0,1 0 0 0 0,-1 0 0 0 0,1 0 0 0 0,0-1 0 0 0,0 0 0 0 0,0 0 1 0 0,0 0-1 0 0,0 0 0 0 0,1-1 0 0 0,-1 0 0 0 0,0 0 0 0 0,1-1 0 0 0,-1 1 0 0 0,1-1 0 0 0,-1 0 0 0 0,7-1 0 0 0,-11 0 8 0 0,0 1 0 0 0,0 0 0 0 0,0-1 0 0 0,0 1 0 0 0,0-1 0 0 0,0 1 0 0 0,0-1 0 0 0,0 1 0 0 0,0-1 0 0 0,0 1 0 0 0,0-1 0 0 0,-1 0 0 0 0,1 0 0 0 0,0 1 0 0 0,0-1 0 0 0,-1 0 0 0 0,1 0 0 0 0,0 0 0 0 0,-1 0 0 0 0,1 0 0 0 0,-1 0 0 0 0,1 0 0 0 0,-1 0 0 0 0,0 0 0 0 0,1 0 0 0 0,-1 0 0 0 0,0 0 0 0 0,0 0 0 0 0,0 0 0 0 0,0-1 0 0 0,0 1 0 0 0,0 0 0 0 0,0 0 0 0 0,0 0 0 0 0,0 0 0 0 0,0 0 0 0 0,0 0 0 0 0,-1 0 0 0 0,1 0 0 0 0,-1-2 0 0 0,-18-35 15 0 0,-37-20 158 0 0,37 47-9436 0 0</inkml:trace>
</inkml:ink>
</file>

<file path=ppt/ink/ink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5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92 0 0,'0'0'905'0'0,"12"34"4205"0"0,-16-4-3998 0 0,-3 22 1895 0 0,10-46-1986 0 0,6-27-982 0 0,-7 16 0 0 0,0 0 0 0 0,1 1 0 0 0,-1-1 0 0 0,1 0 1 0 0,0 1-1 0 0,8-9 0 0 0,1-3 126 0 0,-11 14-122 0 0,4-1 48 0 0,-4 3-88 0 0,-1 0 0 0 0,0-1 0 0 0,1 1-1 0 0,-1-1 1 0 0,1 1 0 0 0,-1 0 0 0 0,1-1 0 0 0,-1 1 0 0 0,0 0 0 0 0,1 0 0 0 0,-1-1 0 0 0,1 1 0 0 0,0 0 0 0 0,-1 0 0 0 0,1 0 0 0 0,-1-1 0 0 0,1 1 0 0 0,-1 0 0 0 0,1 0 0 0 0,-1 0 0 0 0,1 0 0 0 0,-1 0 0 0 0,1 0 0 0 0,0 0 0 0 0,-1 1 0 0 0,1-1 0 0 0,-1 0 0 0 0,1 0 0 0 0,-1 0 0 0 0,1 0 0 0 0,-1 1 0 0 0,1-1 0 0 0,-1 0 0 0 0,1 0 0 0 0,-1 1 0 0 0,1-1 0 0 0,-1 0 0 0 0,0 1 0 0 0,1-1 0 0 0,-1 1 0 0 0,1 0 0 0 0,3 4-206 0 0,0 1 0 0 0,0 0 0 0 0,-1 0 0 0 0,0 0 0 0 0,0 1 0 0 0,-1-1 0 0 0,4 12 0 0 0,0-11-1047 0 0,6-2-5944 0 0</inkml:trace>
</inkml:ink>
</file>

<file path=ppt/ink/ink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6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33 20 0 0,'1'-2'342'0'0,"-1"1"0"0"0,1-1 0 0 0,-1 1 0 0 0,1-1 0 0 0,-1 1-1 0 0,0-1 1 0 0,1 1 0 0 0,-1-1 0 0 0,0 1 0 0 0,0-1 0 0 0,0 0 0 0 0,0 1 0 0 0,0-1 0 0 0,0 1 0 0 0,-1-1 0 0 0,1 1 0 0 0,-1-1-1 0 0,1 1 1 0 0,-2-3 0 0 0,1 4-214 0 0,1 0-1 0 0,-1 0 1 0 0,0 0-1 0 0,0 0 1 0 0,0 0 0 0 0,0 1-1 0 0,0-1 1 0 0,0 0-1 0 0,0 0 1 0 0,1 1-1 0 0,-1-1 1 0 0,0 1-1 0 0,0-1 1 0 0,0 1 0 0 0,1-1-1 0 0,-1 1 1 0 0,0-1-1 0 0,0 1 1 0 0,1-1-1 0 0,-1 1 1 0 0,1 0-1 0 0,-2 1 1 0 0,-5 5 208 0 0,0 1 1 0 0,0 1-1 0 0,1-1 1 0 0,-9 17-1 0 0,8-9-106 0 0,1 1-1 0 0,1 0 0 0 0,0 0 0 0 0,1 0 0 0 0,1 1 0 0 0,1-1 0 0 0,0 1 0 0 0,1 19 1 0 0,1-31-203 0 0,0 0 0 0 0,1 1 0 0 0,0-1 0 0 0,0 0 1 0 0,0 1-1 0 0,1-1 0 0 0,-1 0 0 0 0,2 0 0 0 0,-1 0 1 0 0,1 0-1 0 0,-1-1 0 0 0,2 1 0 0 0,-1-1 1 0 0,0 0-1 0 0,1 1 0 0 0,0-2 0 0 0,1 1 0 0 0,-1 0 1 0 0,1-1-1 0 0,-1 0 0 0 0,1 0 0 0 0,1 0 0 0 0,-1-1 1 0 0,0 1-1 0 0,10 3 0 0 0,-9-5-16 0 0,1-1 0 0 0,-1 0 0 0 0,1 0 0 0 0,-1 0 0 0 0,1 0 0 0 0,0-1 0 0 0,-1 0-1 0 0,1-1 1 0 0,-1 1 0 0 0,1-1 0 0 0,0-1 0 0 0,-1 1 0 0 0,7-3 0 0 0,-7 2 3 0 0,-1 0 0 0 0,0 0-1 0 0,1 0 1 0 0,-1-1 0 0 0,0 1 0 0 0,0-1-1 0 0,0-1 1 0 0,-1 1 0 0 0,1-1 0 0 0,-1 1-1 0 0,0-1 1 0 0,0 0 0 0 0,0-1 0 0 0,0 1 0 0 0,3-7-1 0 0,-12 10-7 0 0,-27 4 1 0 0,27 5 9 0 0,4-6-7 0 0,-1 0-11 0 0,1 1-1 0 0,-1-1 1 0 0,1 0 0 0 0,-1 1 0 0 0,1 0 0 0 0,0-1 0 0 0,0 1 0 0 0,0 0-1 0 0,0 0 1 0 0,0-1 0 0 0,1 1 0 0 0,-1 0 0 0 0,1 0 0 0 0,0 0 0 0 0,0 0-1 0 0,0 0 1 0 0,0 0 0 0 0,0-1 0 0 0,1 1 0 0 0,-1 0 0 0 0,1 0 0 0 0,0 0-1 0 0,0 0 1 0 0,0-1 0 0 0,0 1 0 0 0,0 0 0 0 0,0-1 0 0 0,1 1 0 0 0,0-1-1 0 0,-1 0 1 0 0,1 1 0 0 0,0-1 0 0 0,0 0 0 0 0,0 0 0 0 0,0 0 0 0 0,1 0 0 0 0,-1-1-1 0 0,0 1 1 0 0,1 0 0 0 0,-1-1 0 0 0,1 0 0 0 0,4 2 0 0 0,-3-2-1 0 0,0 0 1 0 0,0-1 0 0 0,0 0-1 0 0,0 1 1 0 0,0-1 0 0 0,0-1-1 0 0,0 1 1 0 0,0-1 0 0 0,0 1-1 0 0,0-1 1 0 0,0 0 0 0 0,0-1 0 0 0,0 1-1 0 0,0-1 1 0 0,-1 1 0 0 0,8-5-1 0 0,59-43-66 0 0,-54 37 70 0 0,-10 7-2 0 0,1 1 0 0 0,0 0 0 0 0,0 0 0 0 0,0 0 0 0 0,1 1 0 0 0,0 0 0 0 0,-1 1 1 0 0,12-3-1 0 0,-17 5-5 0 0,21 17 3 0 0,-20-15 1 0 0,1 0 1 0 0,-1 1-1 0 0,1 0 0 0 0,-1-1 0 0 0,0 1 1 0 0,0 0-1 0 0,4 6 0 0 0,-2-2-15 0 0,1 0 0 0 0,-1-1 0 0 0,1 0 0 0 0,1 0 0 0 0,-1 0 0 0 0,1 0 0 0 0,0-1 0 0 0,11 6 0 0 0,-15-10-21 0 0,-1 0 0 0 0,0-1 0 0 0,1 1 0 0 0,-1-1 0 0 0,1 0 0 0 0,-1 0 0 0 0,0 0 1 0 0,1 0-1 0 0,-1 0 0 0 0,1 0 0 0 0,-1-1 0 0 0,0 1 0 0 0,1-1 0 0 0,-1 0 0 0 0,0 1 1 0 0,0-1-1 0 0,1 0 0 0 0,-1 0 0 0 0,0-1 0 0 0,0 1 0 0 0,0 0 0 0 0,0-1 0 0 0,1-1 1 0 0,2 0-19 0 0,-1-1 1 0 0,0 0 0 0 0,0 1-1 0 0,0-1 1 0 0,-1-1 0 0 0,0 1-1 0 0,0 0 1 0 0,0-1 0 0 0,3-6 0 0 0,-4 7-86 0 0,-2 3 167 0 0,1 1 0 0 0,-1-1 0 0 0,1 1 0 0 0,-1-1 0 0 0,0 1 0 0 0,0-1 0 0 0,1 1-1 0 0,-1-1 1 0 0,0 0 0 0 0,0 1 0 0 0,0-1 0 0 0,0 1 0 0 0,1-1 0 0 0,-1 0-1 0 0,0 1 1 0 0,0-1 0 0 0,0 0 0 0 0,0 1 0 0 0,-1-1 0 0 0,1 1 0 0 0,0-1 0 0 0,0 0-1 0 0,0 1 1 0 0,0-1 0 0 0,-1 1 0 0 0,1-1 0 0 0,0 0 0 0 0,-1 1 0 0 0,1-1-1 0 0,0 1 1 0 0,-1-1 0 0 0,1 1 0 0 0,0-1 0 0 0,-1 1 0 0 0,1 0 0 0 0,-1-1 0 0 0,1 1-1 0 0,-2-1 1 0 0,0-1 310 0 0,-3 4-164 0 0,-2 2-111 0 0,0 0 0 0 0,0 0 0 0 0,0 0 1 0 0,1 1-1 0 0,0 0 0 0 0,0 1 0 0 0,0-1 1 0 0,0 1-1 0 0,1 0 0 0 0,0 1 0 0 0,0-1 1 0 0,1 1-1 0 0,0 0 0 0 0,0 0 0 0 0,-3 9 1 0 0,4-11-799 0 0,-3 18-126 0 0,14-11-7358 0 0</inkml:trace>
</inkml:ink>
</file>

<file path=ppt/ink/ink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7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0 1000 0 0,'-1'2'9777'0'0,"-9"19"-9243"0"0,0 7 365 0 0,2 2 0 0 0,0-1 0 0 0,3 1-1 0 0,0 0 1 0 0,0 36 0 0 0,-3 14-281 0 0,3-32-4820 0 0</inkml:trace>
</inkml:ink>
</file>

<file path=ppt/ink/ink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7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787 333 444 0 0,'77'-11'4041'0'0,"39"-6"-2567"0"0,-113 17-1663 0 0,7-1-2831 0 0</inkml:trace>
  <inkml:trace contextRef="#ctx0" brushRef="#br0" timeOffset="1">14 112 924 0 0,'-8'-6'1028'0'0,"2"0"1456"0"0,13-14-1820 0 0,6 11-67 0 0,6 2-61 0 0,9 0-56 0 0,11-5-168 0 0,5 3-212 0 0,3 1-352 0 0,5-3-896 0 0,-2 3-1241 0 0,7-1 549 0 0</inkml:trace>
</inkml:ink>
</file>

<file path=ppt/ink/ink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7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1 108 0 0,'0'0'2680'0'0</inkml:trace>
</inkml:ink>
</file>

<file path=ppt/ink/ink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9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11 624 0 0,'-30'-10'4772'0'0,"27"11"-4571"0"0,-1 0 0 0 0,0 1 0 0 0,0 0 1 0 0,1-1-1 0 0,-1 1 0 0 0,1 0 0 0 0,-1 1 0 0 0,1-1 1 0 0,0 1-1 0 0,0-1 0 0 0,0 1 0 0 0,0 0 0 0 0,0 0 1 0 0,1 0-1 0 0,-1 1 0 0 0,1-1 0 0 0,0 1 0 0 0,0-1 1 0 0,0 1-1 0 0,1-1 0 0 0,-1 1 0 0 0,1 0 0 0 0,0 0 1 0 0,0 0-1 0 0,0 0 0 0 0,0 0 0 0 0,1 0 0 0 0,0 0 1 0 0,0 8-1 0 0,0-2 3 0 0,1 1 1 0 0,0-1-1 0 0,0 0 0 0 0,1 0 1 0 0,0 1-1 0 0,1-1 0 0 0,0 0 1 0 0,1-1-1 0 0,0 1 1 0 0,9 16-1 0 0,-12-25-254 0 0,-1 0 1 0 0,1 0-1 0 0,0 0 0 0 0,0 0 1 0 0,0 0-1 0 0,0 0 1 0 0,0 0-1 0 0,0 0 0 0 0,0 0 1 0 0,1 0-1 0 0,-1-1 0 0 0,0 1 1 0 0,0 0-1 0 0,1-1 1 0 0,-1 1-1 0 0,0-1 0 0 0,1 1 1 0 0,-1-1-1 0 0,0 0 1 0 0,1 0-1 0 0,-1 0 0 0 0,1 1 1 0 0,-1-1-1 0 0,1 0 0 0 0,-1-1 1 0 0,0 1-1 0 0,1 0 1 0 0,-1 0-1 0 0,1-1 0 0 0,-1 1 1 0 0,0 0-1 0 0,1-1 0 0 0,-1 0 1 0 0,2 0-1 0 0,-1 0-496 0 0,0-1 0 0 0,0 1 1 0 0,0 0-1 0 0,0-1 0 0 0,0 0 0 0 0,0 1 0 0 0,0-1 0 0 0,0 0 0 0 0,-1 0 0 0 0,1 0 0 0 0,2-4 0 0 0,2-6-2486 0 0</inkml:trace>
</inkml:ink>
</file>

<file path=ppt/ink/ink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29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59 628 0 0,'0'0'1123'0'0,"1"-52"7304"0"0,0 50-7207 0 0,-1 2-1214 0 0,0 0 0 0 0,1-1 1 0 0,-1 1-1 0 0,0 0 1 0 0,0-1-1 0 0,0 1 0 0 0,1 0 1 0 0,-1 0-1 0 0,0-1 1 0 0,1 1-1 0 0,-1 0 0 0 0,0 0 1 0 0,1 0-1 0 0,-1-1 1 0 0,0 1-1 0 0,1 0 0 0 0,-1 0 1 0 0,0 0-1 0 0,1 0 1 0 0,-1 0-1 0 0,0 0 0 0 0,1 0 1 0 0,-1 0-1 0 0,1 0 0 0 0,-1 0 1 0 0,0 0-1 0 0,1 0 1 0 0,-1 0-1 0 0,0 0 0 0 0,1 0 1 0 0,-1 0-1 0 0,0 0 1 0 0,1 0-1 0 0,-1 0 0 0 0,0 1 1 0 0,1-1-1 0 0,-1 0 1 0 0,1 0-1 0 0,18 7-978 0 0,-17-6 731 0 0,13 6-1400 0 0,-3 2-2368 0 0,-5-2 1317 0 0</inkml:trace>
</inkml:ink>
</file>

<file path=ppt/ink/ink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0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1 812 0 0,'-10'88'5083'0'0,"4"-52"-3663"0"0,2-1 1 0 0,2 63-1 0 0,3-75-1074 0 0,0-1-1 0 0,-2 0 1 0 0,0 1-1 0 0,-2-1 1 0 0,-9 40 0 0 0,9-51-473 0 0,0-1 0 0 0,-1 0 0 0 0,-1-1 0 0 0,1 1 0 0 0,-2-1 0 0 0,1 0 0 0 0,-1 0 0 0 0,0 0 1 0 0,-1-1-1 0 0,0 0 0 0 0,-1 0 0 0 0,1-1 0 0 0,-1 0 0 0 0,-11 8 0 0 0,15-13 15 0 0,-1 2-570 0 0,-1 0 0 0 0,1-1-1 0 0,-1 0 1 0 0,0 0 0 0 0,1 0-1 0 0,-1-1 1 0 0,-7 3 0 0 0,-8-2-1994 0 0</inkml:trace>
</inkml:ink>
</file>

<file path=ppt/ink/ink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0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 1056 0 0,'-13'14'586'0'0,"1"1"0"0"0,1 0 1 0 0,1 1-1 0 0,0 0 0 0 0,1 1 0 0 0,1 0 0 0 0,0 0 0 0 0,1 1 0 0 0,1 0 1 0 0,1 0-1 0 0,0 1 0 0 0,2-1 0 0 0,-3 33 0 0 0,5-32-318 0 0,1 0-1 0 0,1 1 1 0 0,1-1-1 0 0,1 0 0 0 0,0 0 1 0 0,2 0-1 0 0,0 0 1 0 0,1-1-1 0 0,0 1 1 0 0,2-1-1 0 0,0-1 1 0 0,1 0-1 0 0,15 22 1 0 0,-6-14-108 0 0,0-1 0 0 0,30 30 1 0 0,5-13-1997 0 0,-45-36 856 0 0,0-1-1 0 0,1 1 1 0 0,-1-2 0 0 0,1 1 0 0 0,10 1 0 0 0,7 1-2267 0 0</inkml:trace>
</inkml:ink>
</file>

<file path=ppt/ink/ink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0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95 380 0 0,'0'0'909'0'0,"2"-13"3907"0"0,-2 13-4742 0 0,0 0 1 0 0,0 0 0 0 0,0-1 0 0 0,0 1 0 0 0,0 0-1 0 0,1 0 1 0 0,-1 0 0 0 0,0-1 0 0 0,0 1-1 0 0,0 0 1 0 0,0 0 0 0 0,0-1 0 0 0,0 1 0 0 0,0 0-1 0 0,0 0 1 0 0,0-1 0 0 0,0 1 0 0 0,0 0 0 0 0,-1 0-1 0 0,1-1 1 0 0,0 1 0 0 0,0 0 0 0 0,0 0-1 0 0,0 0 1 0 0,0-1 0 0 0,0 1 0 0 0,0 0 0 0 0,-1 0-1 0 0,1 0 1 0 0,0-1 0 0 0,0 1 0 0 0,0 0 0 0 0,0 0-1 0 0,-1 0 1 0 0,1 0 0 0 0,0 0 0 0 0,0-1-1 0 0,-1 1 1 0 0,1 0 0 0 0,0 0 0 0 0,0 0 0 0 0,0 0-1 0 0,-1 0 1 0 0,1 0 0 0 0,0 0 0 0 0,0 0 0 0 0,-1 0-1 0 0,1 0 1 0 0,0 0 0 0 0,0 0 0 0 0,-1 0-1 0 0,1 0 1 0 0,0 0 0 0 0,0 0 0 0 0,-1 0 0 0 0,1 0-1 0 0,0 0 1 0 0,-1 1 0 0 0,-16 10 233 0 0,0 1 0 0 0,0 1 0 0 0,2 1 1 0 0,-1 0-1 0 0,2 1 0 0 0,0 1 0 0 0,0 0 0 0 0,2 1 0 0 0,-19 32 0 0 0,25-38-206 0 0,0 1-1 0 0,1-1 1 0 0,1 1-1 0 0,0 0 1 0 0,1 0-1 0 0,0 0 0 0 0,0 1 1 0 0,0 13-1 0 0,3-18-56 0 0,0 0-1 0 0,0 0 1 0 0,1 0-1 0 0,0 0 0 0 0,1 0 1 0 0,0-1-1 0 0,0 1 1 0 0,0 0-1 0 0,1-1 1 0 0,0 1-1 0 0,1-1 1 0 0,-1 0-1 0 0,8 11 0 0 0,-8-14-29 0 0,0 0 0 0 0,0 0 0 0 0,0 0 0 0 0,1-1 0 0 0,-1 1 0 0 0,1-1-1 0 0,0 0 1 0 0,0 0 0 0 0,0 0 0 0 0,0 0 0 0 0,1-1 0 0 0,-1 0 0 0 0,1 1-1 0 0,-1-2 1 0 0,1 1 0 0 0,0 0 0 0 0,-1-1 0 0 0,1 0 0 0 0,0 0 0 0 0,0-1 0 0 0,0 1-1 0 0,0-1 1 0 0,0 0 0 0 0,0-1 0 0 0,0 1 0 0 0,0-1 0 0 0,0 0 0 0 0,0 0-1 0 0,0 0 1 0 0,-1-1 0 0 0,1 1 0 0 0,6-5 0 0 0,0 1-4 0 0,-1-1-1 0 0,0 0 1 0 0,0 0 0 0 0,-1-1 0 0 0,0-1-1 0 0,0 0 1 0 0,-1 0 0 0 0,0 0 0 0 0,0-1-1 0 0,-1-1 1 0 0,0 1 0 0 0,10-19-1 0 0,-11 12 7 0 0,0-1 0 0 0,-1 1 0 0 0,-1-1-1 0 0,-1 0 1 0 0,0 0 0 0 0,-1 0 0 0 0,-1 0-1 0 0,-1 0 1 0 0,0 0 0 0 0,-1 0 0 0 0,-1-1-1 0 0,-1 1 1 0 0,0 1 0 0 0,-1-1 0 0 0,-1 0-1 0 0,-8-19 1 0 0,8 27 26 0 0,0 0 1 0 0,0 1-1 0 0,-1 0 0 0 0,0 0 1 0 0,0 0-1 0 0,-1 1 0 0 0,0 0 0 0 0,0 0 1 0 0,-1 0-1 0 0,0 1 0 0 0,0 1 1 0 0,-16-9-1 0 0,23 13-48 0 0,0 1 0 0 0,0-1 0 0 0,0 1 0 0 0,0 0 0 0 0,0-1 0 0 0,0 1-1 0 0,0 0 1 0 0,0 0 0 0 0,0-1 0 0 0,0 1 0 0 0,0 0 0 0 0,0 0 0 0 0,-1 1 0 0 0,1-1 0 0 0,0 0 0 0 0,0 0 0 0 0,0 0 0 0 0,0 1 0 0 0,0-1 0 0 0,0 0 0 0 0,0 1 0 0 0,0-1 0 0 0,0 1-1 0 0,0-1 1 0 0,0 1 0 0 0,0 0 0 0 0,0-1 0 0 0,1 1 0 0 0,-1 0 0 0 0,0 0 0 0 0,0 0 0 0 0,1-1 0 0 0,-1 1 0 0 0,0 0 0 0 0,1 0 0 0 0,-2 2 0 0 0,1 0-164 0 0,-1-1 1 0 0,1 1 0 0 0,0 0-1 0 0,0 0 1 0 0,0-1 0 0 0,0 1-1 0 0,0 0 1 0 0,1 0 0 0 0,-1 0-1 0 0,1 0 1 0 0,0 0 0 0 0,0 4-1 0 0,13 31-2548 0 0,5-13-3529 0 0,-10-16 3278 0 0</inkml:trace>
</inkml:ink>
</file>

<file path=ppt/ink/ink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1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0 368 0 0,'0'0'4106'0'0,"20"22"-1405"0"0,-18-3-2113 0 0,-1-1 1 0 0,0 1 0 0 0,-1 0 0 0 0,-2 0 0 0 0,1 0-1 0 0,-2 0 1 0 0,-7 26 0 0 0,6-31-237 0 0,3-9-210 0 0,0-1 1 0 0,0 1 0 0 0,-1 0 0 0 0,0 0-1 0 0,0-1 1 0 0,0 1 0 0 0,0-1-1 0 0,-1 0 1 0 0,-3 6 0 0 0,5-9 335 0 0,1-13-460 0 0,1-1 0 0 0,1 1 0 0 0,0 0 1 0 0,0 0-1 0 0,2 0 0 0 0,-1 0 0 0 0,1 0 0 0 0,1 1 0 0 0,0 0 1 0 0,1 0-1 0 0,0 0 0 0 0,1 1 0 0 0,0 0 0 0 0,0 0 0 0 0,1 0 1 0 0,1 1-1 0 0,-1 0 0 0 0,1 1 0 0 0,15-10 0 0 0,-23 16-13 0 0,1 1 0 0 0,-1 0 0 0 0,1 1 0 0 0,0-1 0 0 0,0 0 0 0 0,-1 0 0 0 0,1 1 0 0 0,0-1 0 0 0,0 1 0 0 0,0-1 0 0 0,0 1 0 0 0,0 0 0 0 0,0 0 0 0 0,0 0 0 0 0,0 0 0 0 0,0 0 0 0 0,-1 0 0 0 0,1 1 0 0 0,0-1 0 0 0,0 0 0 0 0,3 2 0 0 0,-1 0 36 0 0,0 0 0 0 0,0 0 0 0 0,0 1 1 0 0,0-1-1 0 0,-1 1 0 0 0,1 0 0 0 0,-1 0 1 0 0,6 7-1 0 0,-1-1 65 0 0,-2 0 1 0 0,1 0-1 0 0,-1 0 1 0 0,-1 1-1 0 0,0 0 1 0 0,7 19-1 0 0,-6-9-47 0 0,-4-10-441 0 0,0-1 0 0 0,1 0 0 0 0,0 0 0 0 0,1 0 0 0 0,0 0 0 0 0,8 12 0 0 0,-11-19-160 0 0,1-1-1 0 0,0 0 1 0 0,-1 0 0 0 0,1 1-1 0 0,0-1 1 0 0,0 0 0 0 0,-1-1 0 0 0,1 1-1 0 0,0 0 1 0 0,0-1 0 0 0,0 1-1 0 0,0-1 1 0 0,2 1 0 0 0,8 1-2566 0 0</inkml:trace>
</inkml:ink>
</file>

<file path=ppt/ink/ink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2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12 400 0 0,'-3'-1'377'0'0,"0"-1"0"0"0,0 1 0 0 0,1 0 0 0 0,-1 0 0 0 0,0 0 0 0 0,0 1 0 0 0,0-1 0 0 0,0 0 0 0 0,0 1 0 0 0,0 0 0 0 0,0 0 0 0 0,0 0 0 0 0,0 0 0 0 0,0 0 0 0 0,-5 2 0 0 0,1-1 46 0 0,-1 1 1 0 0,1 1 0 0 0,-1 0-1 0 0,1 0 1 0 0,-14 8 0 0 0,13-7-165 0 0,0 1 1 0 0,1 1-1 0 0,-1-1 1 0 0,1 1-1 0 0,0 1 1 0 0,1-1-1 0 0,-1 1 0 0 0,1 0 1 0 0,1 0-1 0 0,-9 15 1 0 0,13-21-226 0 0,0 1 1 0 0,0-1-1 0 0,1 0 1 0 0,-1 1-1 0 0,1-1 1 0 0,-1 0-1 0 0,1 1 1 0 0,0-1-1 0 0,-1 1 1 0 0,1-1 0 0 0,0 0-1 0 0,0 1 1 0 0,0-1-1 0 0,0 1 1 0 0,0-1-1 0 0,0 1 1 0 0,0-1-1 0 0,1 1 1 0 0,-1-1-1 0 0,0 1 1 0 0,1-1-1 0 0,0 0 1 0 0,-1 1-1 0 0,1-1 1 0 0,1 2-1 0 0,-1-1-10 0 0,1-1-1 0 0,0 0 0 0 0,0 0 1 0 0,-1-1-1 0 0,1 1 1 0 0,0 0-1 0 0,0 0 0 0 0,0-1 1 0 0,0 1-1 0 0,0-1 0 0 0,0 0 1 0 0,0 0-1 0 0,0 1 0 0 0,0-1 1 0 0,0 0-1 0 0,2-1 1 0 0,7 0 13 0 0,1-1 1 0 0,-1 0 0 0 0,0-1-1 0 0,0 0 1 0 0,14-6 0 0 0,-16 4-25 0 0,1 1 0 0 0,-1-2 1 0 0,0 1-1 0 0,0-1 1 0 0,-1-1-1 0 0,0 0 1 0 0,0 0-1 0 0,0 0 0 0 0,-1-1 1 0 0,0 0-1 0 0,-1-1 1 0 0,9-13-1 0 0,10-12 135 0 0,-25 32 140 0 0,2 26-190 0 0,-2-10-58 0 0,-1 0 1 0 0,0 0-1 0 0,-1 0 0 0 0,-1 0 0 0 0,-4 15 0 0 0,-3 12 9 0 0,-10 72 129 0 0,-91 398 875 0 0,107-494-1005 0 0,-2 0-1 0 0,0-1 1 0 0,-1 1 0 0 0,0-1-1 0 0,-1-1 1 0 0,-1 1-1 0 0,-1-1 1 0 0,0-1 0 0 0,-1 0-1 0 0,0-1 1 0 0,-23 21-1 0 0,33-33-33 0 0,-1 1-1 0 0,1-1 0 0 0,-1 0 0 0 0,0 0 1 0 0,0 0-1 0 0,0 0 0 0 0,1 0 0 0 0,-1 0 0 0 0,0 0 1 0 0,0-1-1 0 0,0 1 0 0 0,0-1 0 0 0,0 0 0 0 0,-1 1 1 0 0,1-1-1 0 0,0 0 0 0 0,0 0 0 0 0,0 0 0 0 0,0 0 1 0 0,0-1-1 0 0,0 1 0 0 0,0-1 0 0 0,-2 0 0 0 0,0-1 8 0 0,1 0 0 0 0,0 0-1 0 0,0 0 1 0 0,-1 0 0 0 0,1-1-1 0 0,1 1 1 0 0,-1-1-1 0 0,0 0 1 0 0,1 0 0 0 0,-1 0-1 0 0,-2-5 1 0 0,-3-6 53 0 0,0-1 0 0 0,1 0-1 0 0,1 0 1 0 0,-8-28 0 0 0,10 24 13 0 0,1 0-1 0 0,1-1 1 0 0,0 1 0 0 0,2-1 0 0 0,0 0-1 0 0,1 1 1 0 0,1-1 0 0 0,1 1-1 0 0,0 0 1 0 0,2-1 0 0 0,0 2 0 0 0,1-1-1 0 0,1 1 1 0 0,1 0 0 0 0,15-27-1 0 0,-12 26-336 0 0,1 1 0 0 0,1 0 0 0 0,0 1 0 0 0,1 1-1 0 0,1 0 1 0 0,17-14 0 0 0,-18 19-1029 0 0,0 0 0 0 0,1 1 0 0 0,0 1 0 0 0,0 0-1 0 0,1 1 1 0 0,0 1 0 0 0,28-9 0 0 0,-25 9-2371 0 0</inkml:trace>
</inkml:ink>
</file>

<file path=ppt/ink/ink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3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144 341 492 0 0,'6'-40'7499'0'0,"-7"38"-7327"0"0,-1 0 0 0 0,1 0 0 0 0,-1 0 0 0 0,1 1 0 0 0,-1-1 1 0 0,0 0-1 0 0,1 1 0 0 0,-1-1 0 0 0,0 1 0 0 0,0-1 0 0 0,0 1 0 0 0,0 0 0 0 0,-1 0 1 0 0,1 0-1 0 0,0 0 0 0 0,-3-1 0 0 0,3 2 201 0 0,-23 5 371 0 0,20-3-664 0 0,0-1-1 0 0,0 1 0 0 0,1 0 0 0 0,-1 0 1 0 0,1 1-1 0 0,-1-1 0 0 0,1 1 0 0 0,0 0 1 0 0,0 0-1 0 0,0 0 0 0 0,0 1 0 0 0,0-1 0 0 0,1 1 1 0 0,0 0-1 0 0,0 0 0 0 0,0 0 0 0 0,0 1 1 0 0,0-1-1 0 0,1 1 0 0 0,0-1 0 0 0,0 1 1 0 0,0 0-1 0 0,1 0 0 0 0,-1 0 0 0 0,1 0 1 0 0,1 0-1 0 0,-1 0 0 0 0,0 0 0 0 0,1 0 0 0 0,0 0 1 0 0,1 0-1 0 0,-1 0 0 0 0,1 0 0 0 0,0 0 1 0 0,0 0-1 0 0,0 0 0 0 0,1 0 0 0 0,-1 0 1 0 0,1 0-1 0 0,1-1 0 0 0,-1 1 0 0 0,1-1 1 0 0,4 6-1 0 0,-3-4-60 0 0,2-1 0 0 0,-1 1 0 0 0,1-1 0 0 0,-1-1 0 0 0,1 1 0 0 0,1-1 0 0 0,-1 0 0 0 0,0 0 1 0 0,1-1-1 0 0,0 0 0 0 0,0 0 0 0 0,0-1 0 0 0,0 1 0 0 0,0-2 0 0 0,1 1 0 0 0,-1-1 0 0 0,1 0 0 0 0,-1 0 0 0 0,1-1 1 0 0,-1 0-1 0 0,1-1 0 0 0,-1 1 0 0 0,0-1 0 0 0,1-1 0 0 0,-1 0 0 0 0,0 0 0 0 0,0 0 0 0 0,13-6 0 0 0,-4 0-34 0 0,0-1-1 0 0,-1 0 0 0 0,0-2 0 0 0,-1 1 0 0 0,0-2 1 0 0,-1 1-1 0 0,0-2 0 0 0,-1 0 0 0 0,0-1 0 0 0,-1 0 1 0 0,11-17-1 0 0,-7 6-5 0 0,-1-1 1 0 0,-1-1 0 0 0,-1 0-1 0 0,-1-1 1 0 0,-2 0-1 0 0,-1 0 1 0 0,-1-1 0 0 0,-1 0-1 0 0,2-47 1 0 0,-9 45 112 0 0,-9 46 111 0 0,-11 52 82 0 0,11 2-83 0 0,-3 133-1 0 0,10-105-162 0 0,4-34 73 0 0,23-81-122 0 0,23-22-22 0 0,-32 27 18 0 0,0 0 0 0 0,1 1 0 0 0,0 1 0 0 0,35-18 0 0 0,-47 26 14 0 0,2 0-6 0 0,13 9 17 0 0,26 25-20 0 0,-40-27 9 0 0,1 1-1 0 0,-1-1 1 0 0,1 0-1 0 0,0 0 1 0 0,0-1-1 0 0,0 0 1 0 0,1 0-1 0 0,8 3 1 0 0,-5-3-8 0 0,0-1 0 0 0,0 0 1 0 0,0-1-1 0 0,0 0 0 0 0,1 0 1 0 0,-1-1-1 0 0,0 0 0 0 0,0-1 1 0 0,1 0-1 0 0,-1-1 0 0 0,0 0 0 0 0,0-1 1 0 0,-1 0-1 0 0,1 0 0 0 0,0-1 1 0 0,-1 0-1 0 0,0-1 0 0 0,0 0 1 0 0,0 0-1 0 0,-1-1 0 0 0,14-12 1 0 0,-21 17 7 0 0,-1 1 1 0 0,1-1-1 0 0,-1 0 1 0 0,1 0-1 0 0,-1 0 1 0 0,0 1-1 0 0,1-1 1 0 0,-1 0 0 0 0,0 0-1 0 0,0 0 1 0 0,0 0-1 0 0,0 0 1 0 0,1 0-1 0 0,-1 0 1 0 0,-1 0 0 0 0,1 1-1 0 0,0-1 1 0 0,0 0-1 0 0,0 0 1 0 0,0 0-1 0 0,-1 0 1 0 0,1 0 0 0 0,0 0-1 0 0,-1 1 1 0 0,1-1-1 0 0,0 0 1 0 0,-1 0-1 0 0,0 0 1 0 0,1 1 0 0 0,-1-1-1 0 0,1 0 1 0 0,-1 1-1 0 0,0-1 1 0 0,1 0-1 0 0,-1 1 1 0 0,0-1 0 0 0,0 1-1 0 0,1-1 1 0 0,-1 1-1 0 0,-1-1 1 0 0,0 0-10 0 0,-2 2 15 0 0,2-1-8 0 0,1 0 0 0 0,-1 0 0 0 0,0 1-1 0 0,0-1 1 0 0,1 0 0 0 0,-1 1 0 0 0,0-1 0 0 0,1 1 0 0 0,-1-1-1 0 0,1 1 1 0 0,-1 0 0 0 0,1 0 0 0 0,-1 0 0 0 0,1 0-1 0 0,-1 0 1 0 0,1 0 0 0 0,0 0 0 0 0,0 0 0 0 0,-1 0 0 0 0,1 1-1 0 0,0-1 1 0 0,0 1 0 0 0,0-1 0 0 0,0 1 0 0 0,1-1 0 0 0,-1 1-1 0 0,0-1 1 0 0,1 1 0 0 0,-1-1 0 0 0,1 1 0 0 0,-1 0-1 0 0,1 0 1 0 0,0-1 0 0 0,-1 1 0 0 0,1 0 0 0 0,0-1 0 0 0,0 1-1 0 0,1 0 1 0 0,-1 0 0 0 0,0 1 0 0 0,2 0-1 0 0,-1 0 0 0 0,0 0-1 0 0,0 0 1 0 0,1-1 0 0 0,0 1 0 0 0,-1 0 0 0 0,1-1 0 0 0,0 1-1 0 0,0-1 1 0 0,1 0 0 0 0,-1 1 0 0 0,0-1 0 0 0,1 0 0 0 0,-1-1-1 0 0,1 1 1 0 0,0 0 0 0 0,-1-1 0 0 0,1 1 0 0 0,0-1 0 0 0,0 0-1 0 0,0 0 1 0 0,0 0 0 0 0,0 0 0 0 0,0-1 0 0 0,0 1 0 0 0,6-1-1 0 0,-8 0 5 0 0,0 0 0 0 0,-1 0-1 0 0,1 0 1 0 0,-1 0-1 0 0,1 0 1 0 0,0 0 0 0 0,-1 0-1 0 0,1 0 1 0 0,-1-1-1 0 0,1 1 1 0 0,0 0-1 0 0,-1 0 1 0 0,1-1 0 0 0,-1 1-1 0 0,1 0 1 0 0,-1-1-1 0 0,1 1 1 0 0,-1 0 0 0 0,1-1-1 0 0,-1 1 1 0 0,1-1-1 0 0,-1 1 1 0 0,0-1-1 0 0,1 1 1 0 0,-1-1 0 0 0,1 1-1 0 0,-1-1 1 0 0,0 1-1 0 0,0-1 1 0 0,1 0-1 0 0,-1 1 1 0 0,0-1 0 0 0,0 1-1 0 0,0-1 1 0 0,0 0-1 0 0,0 1 1 0 0,0-1 0 0 0,0 0-1 0 0,0 1 1 0 0,0-1-1 0 0,0 0 1 0 0,0 1-1 0 0,0-1 1 0 0,-1 0 0 0 0,1-4 11 0 0,-1 0 1 0 0,0 1 0 0 0,0-1 0 0 0,0 1 0 0 0,-1-1 0 0 0,0 1-1 0 0,-3-7 1 0 0,-14-37-38 0 0,18 46 8 0 0,44-15-23 0 0,26 7-46 0 0,-64 10 91 0 0,0 0 0 0 0,0 0 0 0 0,0 0 0 0 0,0 1 0 0 0,0 0 0 0 0,0 0 0 0 0,0 0 0 0 0,-1 1 0 0 0,1-1 0 0 0,0 1 0 0 0,8 5-1 0 0,-10-5-6 0 0,1 1 0 0 0,-1-1 0 0 0,0 1 0 0 0,0 0 0 0 0,0 0 0 0 0,-1 1 0 0 0,1-1 0 0 0,-1 0 0 0 0,1 1 0 0 0,-1 0 0 0 0,0-1 0 0 0,-1 1 0 0 0,1 0 0 0 0,-1 0 0 0 0,1 0 0 0 0,-1 0 0 0 0,0 0 0 0 0,0 6 0 0 0,0 4 4 0 0,-1 0 1 0 0,-1 0-1 0 0,0-1 0 0 0,-3 17 1 0 0,-1 6 3 0 0,4-34 0 0 0,0-1-3 0 0,-3 4-25 0 0,3-4-99 0 0,-2 7-732 0 0</inkml:trace>
</inkml:ink>
</file>

<file path=ppt/ink/ink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3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49 136 0 0,'0'0'1328'0'0,"-5"-15"-140"0"0,4 7 1733 0 0,-1-5-477 0 0,-2 0-2376 0 0</inkml:trace>
</inkml:ink>
</file>

<file path=ppt/ink/ink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6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0 652 0 0,'0'0'4428'0'0,"-4"4"-3679"0"0,-2 7-321 0 0,-1-1 0 0 0,2 1 0 0 0,-1 0 1 0 0,1 0-1 0 0,1 0 0 0 0,-6 23 1 0 0,-12 79 1578 0 0,15-52-829 0 0,6-58-1038 0 0,1-3-117 0 0,0 1 1 0 0,0-1-1 0 0,0 1 1 0 0,0-1 0 0 0,-1 1-1 0 0,1-1 1 0 0,0 1-1 0 0,0-1 1 0 0,0 1-1 0 0,0-1 1 0 0,0 1 0 0 0,0-1-1 0 0,0 1 1 0 0,0-1-1 0 0,1 1 1 0 0,-1-1-1 0 0,0 1 1 0 0,0-1 0 0 0,0 1-1 0 0,0-1 1 0 0,1 0-1 0 0,-1 1 1 0 0,0-1-1 0 0,0 1 1 0 0,1-1-1 0 0,-1 0 1 0 0,0 1 0 0 0,1 0-1 0 0,12-9 49 0 0,-1 0 0 0 0,-1 0-1 0 0,1-1 1 0 0,14-16 0 0 0,16-12 84 0 0,-20 19-109 0 0,-6 5-18 0 0,0 0-1 0 0,1 1 1 0 0,0 1 0 0 0,1 0 0 0 0,30-12-1 0 0,-47 22-24 0 0,1 1-1 0 0,-1-1 0 0 0,1 1 0 0 0,0-1 1 0 0,-1 1-1 0 0,1 0 0 0 0,0 0 1 0 0,-1 0-1 0 0,1 0 0 0 0,0 0 1 0 0,-1 0-1 0 0,1 0 0 0 0,-1 0 1 0 0,1 1-1 0 0,0-1 0 0 0,-1 1 1 0 0,1-1-1 0 0,-1 1 0 0 0,1 0 0 0 0,-1-1 1 0 0,1 1-1 0 0,-1 0 0 0 0,1 0 1 0 0,-1 0-1 0 0,0 0 0 0 0,0 0 1 0 0,1 1-1 0 0,-1-1 0 0 0,0 0 1 0 0,0 0-1 0 0,0 1 0 0 0,0-1 0 0 0,-1 1 1 0 0,1-1-1 0 0,0 1 0 0 0,0-1 1 0 0,-1 1-1 0 0,1-1 0 0 0,-1 1 1 0 0,0 0-1 0 0,1 1 0 0 0,0 1-16 0 0,-1 0 0 0 0,1 0 0 0 0,-1 1-1 0 0,0-1 1 0 0,0 0 0 0 0,0 0 0 0 0,-1 0 0 0 0,1 0-1 0 0,-1 0 1 0 0,0 1 0 0 0,0-1 0 0 0,-1-1-1 0 0,1 1 1 0 0,-1 0 0 0 0,0 0 0 0 0,0 0 0 0 0,0-1-1 0 0,0 1 1 0 0,-5 4 0 0 0,-3-1-790 0 0,-8-1-6417 0 0</inkml:trace>
</inkml:ink>
</file>

<file path=ppt/ink/ink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6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40 244 0 0,'0'0'1104'0'0,"1"-13"900"0"0,-2 0 453 0 0,1 0 59 0 0</inkml:trace>
</inkml:ink>
</file>

<file path=ppt/ink/ink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7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117 421 64 0 0,'24'-36'7435'0'0,"-22"25"-6390"0"0,9-16 3566 0 0,-17 29-4542 0 0,-3 3-3 0 0,1-1-1 0 0,-1 1 1 0 0,1 0 0 0 0,0 1 0 0 0,1 0-1 0 0,0 0 1 0 0,0 1 0 0 0,0 0 0 0 0,0 0-1 0 0,1 0 1 0 0,0 1 0 0 0,1 0 0 0 0,0 0-1 0 0,0 0 1 0 0,-4 11 0 0 0,3-7-11 0 0,1 1 0 0 0,0 0-1 0 0,1 0 1 0 0,0 0 0 0 0,1 0 0 0 0,0 0 0 0 0,1 1 0 0 0,1-1 0 0 0,0 1-1 0 0,2 24 1 0 0,-1-36-51 0 0,0 0-1 0 0,0-1 0 0 0,1 1 1 0 0,-1 0-1 0 0,1 0 0 0 0,-1 0 1 0 0,1 0-1 0 0,0-1 0 0 0,-1 1 0 0 0,1 0 1 0 0,0-1-1 0 0,0 1 0 0 0,0 0 1 0 0,1-1-1 0 0,-1 1 0 0 0,0-1 1 0 0,1 0-1 0 0,-1 1 0 0 0,0-1 1 0 0,1 0-1 0 0,0 0 0 0 0,-1 0 1 0 0,3 1-1 0 0,-1-1 1 0 0,0 0 0 0 0,1 0-1 0 0,-1-1 1 0 0,0 1 0 0 0,1-1 0 0 0,-1 0 0 0 0,0 0 0 0 0,1 0-1 0 0,-1 0 1 0 0,0-1 0 0 0,1 1 0 0 0,3-2 0 0 0,4-1 1 0 0,0-1 0 0 0,-1 0 0 0 0,1-1 1 0 0,-1 0-1 0 0,0 0 0 0 0,15-11 0 0 0,-10 3 62 0 0,0 0 0 0 0,-2-1-1 0 0,1-1 1 0 0,-2 0-1 0 0,0 0 1 0 0,-1-1 0 0 0,0-1-1 0 0,-1 0 1 0 0,-1 0-1 0 0,-1-1 1 0 0,-1 0 0 0 0,0-1-1 0 0,-1 1 1 0 0,-1-1 0 0 0,-1 0-1 0 0,-1-1 1 0 0,0 1-1 0 0,-1-1 1 0 0,-1 1 0 0 0,-2-1-1 0 0,1 1 1 0 0,-2-1-1 0 0,-1 1 1 0 0,0-1 0 0 0,-1 1-1 0 0,-2 0 1 0 0,1 1-1 0 0,-2-1 1 0 0,-1 1 0 0 0,-11-21-1 0 0,16 35-32 0 0,1 0 0 0 0,-1 0 0 0 0,0 0 0 0 0,0 0 0 0 0,0 0 0 0 0,0 1 0 0 0,-1-1 0 0 0,1 1 0 0 0,-1 0 0 0 0,0 0 0 0 0,0 0 0 0 0,0 1 0 0 0,0-1 0 0 0,-1 1-1 0 0,1 0 1 0 0,-1 0 0 0 0,1 1 0 0 0,-1-1 0 0 0,-6 0 0 0 0,9 2-92 0 0,0 0 0 0 0,0 0 0 0 0,0 0-1 0 0,0 0 1 0 0,0 0 0 0 0,0 0 0 0 0,0 1 0 0 0,0-1 0 0 0,0 1-1 0 0,0-1 1 0 0,1 1 0 0 0,-1 0 0 0 0,0 0 0 0 0,0 0-1 0 0,0 0 1 0 0,1 0 0 0 0,-1 0 0 0 0,1 1 0 0 0,-3 0 0 0 0,2 1-192 0 0,0 0-1 0 0,0 0 1 0 0,0 0 0 0 0,1 0 0 0 0,-1 1 0 0 0,1-1 0 0 0,0 0 0 0 0,-1 1 0 0 0,1-1 0 0 0,1 0 0 0 0,-1 1 0 0 0,1-1 0 0 0,-1 1 0 0 0,1 5 0 0 0,0 19-6110 0 0,2-13 2697 0 0</inkml:trace>
</inkml:ink>
</file>

<file path=ppt/ink/ink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8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1 650 680 0 0,'0'1'218'0'0,"0"0"0"0"0,0-1 0 0 0,0 1 0 0 0,0 0 0 0 0,0-1 0 0 0,0 1 0 0 0,0 0-1 0 0,0-1 1 0 0,1 1 0 0 0,-1 0 0 0 0,0-1 0 0 0,0 1 0 0 0,1 0 0 0 0,-1-1 0 0 0,0 1 0 0 0,1-1 0 0 0,-1 1 0 0 0,1 0 0 0 0,-1-1 0 0 0,1 1 0 0 0,-1-1-1 0 0,1 0 1 0 0,-1 1 0 0 0,1-1 0 0 0,-1 1 0 0 0,1-1 0 0 0,0 0 0 0 0,-1 1 0 0 0,1-1 0 0 0,0 0 0 0 0,-1 0 0 0 0,2 1 0 0 0,4 0-601 0 0,-4-1 907 0 0,2-1-44 0 0,17-7 287 0 0,0 0-1 0 0,26-16 0 0 0,-38 19-533 0 0,0 0 0 0 0,-1-1 1 0 0,0 0-1 0 0,0 0 0 0 0,-1-1 1 0 0,0 0-1 0 0,0 0 0 0 0,7-10 1 0 0,-12 14-155 0 0,0 0-1 0 0,-1 0 1 0 0,1 0 0 0 0,-1 0-1 0 0,0 0 1 0 0,0 0 0 0 0,0 0-1 0 0,0 0 1 0 0,0-1 0 0 0,-1 1 0 0 0,1-4-1 0 0,-1 6-61 0 0,0 0 1 0 0,0 0-1 0 0,-1 0 0 0 0,1 0 1 0 0,0 0-1 0 0,0 0 0 0 0,0 0 1 0 0,-1 0-1 0 0,1 0 0 0 0,0 0 0 0 0,-1 0 1 0 0,1 0-1 0 0,-1 0 0 0 0,0 0 1 0 0,1 0-1 0 0,-1 0 0 0 0,0 0 0 0 0,1 0 1 0 0,-1 1-1 0 0,0-1 0 0 0,0 0 1 0 0,1 1-1 0 0,-1-1 0 0 0,0 0 0 0 0,0 1 1 0 0,0-1-1 0 0,0 1 0 0 0,0-1 1 0 0,0 1-1 0 0,0 0 0 0 0,0-1 0 0 0,0 1 1 0 0,0 0-1 0 0,-2 0 0 0 0,1-1 45 0 0,-3 2-14 0 0,3 0-39 0 0,-1-1-1 0 0,1 1 1 0 0,-1 0-1 0 0,1 0 1 0 0,-1 0-1 0 0,1 0 1 0 0,-1 0 0 0 0,1 1-1 0 0,0-1 1 0 0,0 1-1 0 0,-1-1 1 0 0,1 1-1 0 0,0 0 1 0 0,1 0-1 0 0,-1 0 1 0 0,0 0-1 0 0,1 0 1 0 0,-1 0-1 0 0,1 1 1 0 0,-1-1-1 0 0,1 0 1 0 0,0 1-1 0 0,0-1 1 0 0,0 1-1 0 0,-1 4 1 0 0,2-3-1 0 0,-1 0 0 0 0,1 0 0 0 0,0 0 0 0 0,0 1 0 0 0,1-1 0 0 0,-1 0 0 0 0,1 0 0 0 0,0 0 0 0 0,0 0 1 0 0,0 0-1 0 0,0-1 0 0 0,1 1 0 0 0,0 0 0 0 0,0 0 0 0 0,0-1 0 0 0,0 1 0 0 0,0-1 0 0 0,4 4 0 0 0,0 1-7 0 0,1 0 1 0 0,0-1-1 0 0,0 0 1 0 0,0 0-1 0 0,1-1 0 0 0,0 0 1 0 0,1-1-1 0 0,-1 1 1 0 0,1-1-1 0 0,0-1 0 0 0,0 0 1 0 0,1 0-1 0 0,-1-1 1 0 0,1 0-1 0 0,0-1 1 0 0,0 0-1 0 0,0 0 0 0 0,0-1 1 0 0,0 0-1 0 0,0-1 1 0 0,0 0-1 0 0,0-1 0 0 0,0 0 1 0 0,0 0-1 0 0,0-1 1 0 0,0-1-1 0 0,-1 0 0 0 0,1 0 1 0 0,-1 0-1 0 0,0-1 1 0 0,0-1-1 0 0,0 0 0 0 0,0 0 1 0 0,-1 0-1 0 0,1-1 1 0 0,7-8-1 0 0,-1-1 5 0 0,-1-1 0 0 0,0-1 1 0 0,-1 0-1 0 0,-1-1 0 0 0,-1-1 0 0 0,0 0 0 0 0,-2 0 0 0 0,11-28 0 0 0,-6 5-5 0 0,-1-2-1 0 0,13-88 0 0 0,-24 118 5 0 0,3-8 8 0 0,-2 0-1 0 0,-1-1 1 0 0,-1 0-1 0 0,0 0 1 0 0,-2 1-1 0 0,-4-32 1 0 0,2 37 8 0 0,3 16-22 0 0,0-1 1 0 0,0 1-1 0 0,0-1 1 0 0,0 1-1 0 0,0-1 1 0 0,-1 1-1 0 0,1-1 0 0 0,-1 1 1 0 0,1-1-1 0 0,-1 1 1 0 0,1 0-1 0 0,-1-1 0 0 0,0 1 1 0 0,0 0-1 0 0,1 0 1 0 0,-3-2-1 0 0,-6 13 29 0 0,1 1-1 0 0,0 0 1 0 0,1 1-1 0 0,0-1 1 0 0,1 1 0 0 0,0 1-1 0 0,1-1 1 0 0,0 1-1 0 0,1 0 1 0 0,0 0-1 0 0,1 1 1 0 0,1-1 0 0 0,-2 20-1 0 0,2-3 36 0 0,2 0 1 0 0,0-1-1 0 0,2 1 0 0 0,1 0 0 0 0,8 32 0 0 0,-6-40-34 0 0,0 1-1 0 0,2-1 0 0 0,1 0 1 0 0,14 29-1 0 0,-20-47-25 0 0,0 0 0 0 0,0 1 0 0 0,1-1-1 0 0,-1-1 1 0 0,1 1 0 0 0,0 0 0 0 0,0-1 0 0 0,0 1 0 0 0,0-1 0 0 0,1 0 0 0 0,0 0 0 0 0,-1-1-1 0 0,1 1 1 0 0,0-1 0 0 0,0 1 0 0 0,0-1 0 0 0,1 0 0 0 0,-1-1 0 0 0,0 1 0 0 0,1-1 0 0 0,-1 0 0 0 0,1 0-1 0 0,-1 0 1 0 0,1-1 0 0 0,0 1 0 0 0,-1-1 0 0 0,1 0 0 0 0,8-2 0 0 0,-5 0 180 0 0,0-1 1 0 0,-1 0-1 0 0,1 0 0 0 0,-1 0 1 0 0,0-1-1 0 0,0 0 0 0 0,0-1 1 0 0,-1 1-1 0 0,0-1 0 0 0,1-1 1 0 0,-2 1-1 0 0,1-1 0 0 0,-1 0 1 0 0,0 0-1 0 0,9-14 0 0 0,-13 18 455 0 0,-1 2-621 0 0,0 0 0 0 0,0 0-1 0 0,0 0 1 0 0,0 0 0 0 0,0 0 0 0 0,0-1 0 0 0,0 1 0 0 0,0 0-1 0 0,0 0 1 0 0,0 0 0 0 0,0 0 0 0 0,0 0 0 0 0,0-1 0 0 0,0 1 0 0 0,0 0-1 0 0,0 0 1 0 0,0 0 0 0 0,0 0 0 0 0,1 0 0 0 0,-1 0 0 0 0,0 0-1 0 0,0-1 1 0 0,0 1 0 0 0,0 0 0 0 0,0 0 0 0 0,0 0 0 0 0,0 0 0 0 0,1 0-1 0 0,-1 0 1 0 0,0 0 0 0 0,0 0 0 0 0,0 0 0 0 0,0 0 0 0 0,0 0-1 0 0,1 0 1 0 0,-1 0 0 0 0,0 0 0 0 0,0 0 0 0 0,0 0 0 0 0,0 0 0 0 0,0 0-1 0 0,1 0 1 0 0,-1 0 0 0 0,0 0 0 0 0,0 0 0 0 0,0 0 0 0 0,0 0-1 0 0,0 0 1 0 0,0 0 0 0 0,1 0 0 0 0,-1 0 0 0 0,0 0 0 0 0,0 0 0 0 0,0 0-1 0 0,0 1 1 0 0,0-1 0 0 0,0 0 0 0 0,0 0 0 0 0,1 0 0 0 0,-1 0-1 0 0,0 0 1 0 0,0 0 0 0 0,0 6-127 0 0,8 38-2687 0 0,-8-42 2060 0 0,1 0 0 0 0,0-1 1 0 0,0 1-1 0 0,0 0 0 0 0,0 0 0 0 0,0-1 0 0 0,0 1 0 0 0,0-1 0 0 0,1 1 0 0 0,-1-1 0 0 0,1 0 0 0 0,-1 1 0 0 0,4 1 0 0 0,3 0-3504 0 0</inkml:trace>
</inkml:ink>
</file>

<file path=ppt/ink/ink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39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91 708 0 0,'-14'-45'7180'0'0,"14"44"-7687"0"0,-11-31 5509 0 0,10 19-11482 0 0</inkml:trace>
</inkml:ink>
</file>

<file path=ppt/ink/ink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0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49 480 0 0,'0'0'2064'0'0,"3"-4"-737"0"0,0 0 1 0 0,-1 0 0 0 0,0-1-1 0 0,0 1 1 0 0,0 0-1 0 0,2-9 1 0 0,-6 12-1273 0 0,1 0 1 0 0,-1-1-1 0 0,0 1 1 0 0,1 0-1 0 0,-1 1 0 0 0,0-1 1 0 0,0 0-1 0 0,0 0 1 0 0,0 1-1 0 0,0-1 0 0 0,0 1 1 0 0,0 0-1 0 0,0-1 1 0 0,0 1-1 0 0,0 0 0 0 0,0 0 1 0 0,0 0-1 0 0,0 0 1 0 0,0 1-1 0 0,0-1 0 0 0,0 1 1 0 0,0-1-1 0 0,0 1 0 0 0,1-1 1 0 0,-1 1-1 0 0,0 0 1 0 0,0 0-1 0 0,0 0 0 0 0,1 0 1 0 0,-3 2-1 0 0,-3 1 98 0 0,-1 0 0 0 0,1 1 1 0 0,0 0-1 0 0,0 0 0 0 0,0 1 0 0 0,-10 11 0 0 0,15-15-127 0 0,1 0 0 0 0,-1 1 1 0 0,0-1-1 0 0,0 1 0 0 0,1-1 0 0 0,-1 1 0 0 0,1-1 1 0 0,0 1-1 0 0,0 0 0 0 0,0-1 0 0 0,0 1 0 0 0,1 0 0 0 0,-1 0 1 0 0,1 0-1 0 0,-1 0 0 0 0,1 0 0 0 0,0 0 0 0 0,0 0 1 0 0,0-1-1 0 0,1 1 0 0 0,0 4 0 0 0,0-4-7 0 0,1 1 0 0 0,0-1-1 0 0,0 1 1 0 0,0-1 0 0 0,0 1 0 0 0,1-1-1 0 0,-1 0 1 0 0,1 0 0 0 0,0 0 0 0 0,0-1-1 0 0,0 1 1 0 0,0-1 0 0 0,6 4 0 0 0,3 1-22 0 0,1 0 0 0 0,1-1 0 0 0,-1 0 0 0 0,1-1 0 0 0,0-1 0 0 0,0 0 0 0 0,19 2 0 0 0,-22-5-38 0 0,0-1 1 0 0,0 0-1 0 0,0 0 0 0 0,0-1 0 0 0,0 0 0 0 0,0-1 0 0 0,0-1 0 0 0,0 0 0 0 0,-1 0 0 0 0,1-1 0 0 0,-1 0 0 0 0,11-6 0 0 0,-5 0 16 0 0,0 0 0 0 0,0 0-1 0 0,-1-2 1 0 0,-1 0 0 0 0,0-1-1 0 0,15-17 1 0 0,-4-4 1735 0 0,-38 95-1869 0 0,13-60-153 0 0,-4 16-1120 0 0</inkml:trace>
</inkml:ink>
</file>

<file path=ppt/ink/ink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0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96 1012 0 0,'0'-32'4637'0'0,"-4"-21"2676"0"0,4 51-6282 0 0,0-5-205 0 0,0 7-846 0 0,0 0 0 0 0,0 0 0 0 0,0 0 0 0 0,0 0 0 0 0,0 0 0 0 0,0 0 0 0 0,0 0 0 0 0,0 1 0 0 0,0-1 0 0 0,0 0 0 0 0,1 0 0 0 0,-1 0 0 0 0,0 0 0 0 0,0 0 0 0 0,0 0 0 0 0,0 0 0 0 0,0 0 0 0 0,0 0 0 0 0,0 0 0 0 0,0 0 0 0 0,1 0 0 0 0,-1 0 0 0 0,0 0 0 0 0,0 0 0 0 0,0 0 0 0 0,0 0 0 0 0,0 0-1 0 0,0 0 1 0 0,0 0 0 0 0,0 0 0 0 0,1 0 0 0 0,-1 0 0 0 0,0 0 0 0 0,0 0 0 0 0,0 0 0 0 0,0 0 0 0 0,0 0 0 0 0,0 0 0 0 0,0 0 0 0 0,1 0 0 0 0,-1 0 0 0 0,0 0 0 0 0,0 0 0 0 0,0 0 0 0 0,0 0 0 0 0,0 0 0 0 0,0 0 0 0 0,0-1 0 0 0,0 1 0 0 0,0 0 0 0 0,0 0 0 0 0,0 0 0 0 0,1 0 0 0 0,-1 0 0 0 0,0 0 0 0 0,0 0 0 0 0,0 0 0 0 0,0-1 0 0 0,0 1-1 0 0,0 0 1 0 0,0 0 0 0 0,0 0 0 0 0,0 0 0 0 0,0 0 0 0 0,0 0 0 0 0,0-1 0 0 0,3 5-489 0 0,10 13-237 0 0,-4-1-5730 0 0,-5-8 3242 0 0</inkml:trace>
</inkml:ink>
</file>

<file path=ppt/ink/ink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0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0 768 0 0,'-2'3'779'0'0,"-3"5"-342"0"0,1-1 1 0 0,0 0-1 0 0,0 1 0 0 0,1 0 1 0 0,0 0-1 0 0,0 0 0 0 0,1 0 1 0 0,0 1-1 0 0,0-1 1 0 0,1 0-1 0 0,0 1 0 0 0,1-1 1 0 0,0 1-1 0 0,0 0 0 0 0,3 13 1 0 0,-3-21-403 0 0,0 0 0 0 0,1 0 0 0 0,-1 0 0 0 0,1 0 0 0 0,-1 0 0 0 0,1 0 0 0 0,-1 0 0 0 0,1 0 0 0 0,0 0 0 0 0,0 0 0 0 0,-1-1 0 0 0,1 1 0 0 0,0 0 0 0 0,0 0 0 0 0,0-1 0 0 0,0 1 0 0 0,0-1 0 0 0,0 1 0 0 0,0-1 0 0 0,0 1 0 0 0,0-1 0 0 0,0 0 0 0 0,0 1 0 0 0,0-1 0 0 0,0 0 0 0 0,0 0 0 0 0,0 0 0 0 0,0 0 0 0 0,0 0 0 0 0,1 0 0 0 0,-1 0 0 0 0,0 0 0 0 0,2-1 0 0 0,-1 1 51 0 0,0 0 1 0 0,0 0 0 0 0,-1-1 0 0 0,1 0 0 0 0,0 1-1 0 0,0-1 1 0 0,0 0 0 0 0,0 0 0 0 0,-1 0 0 0 0,1 0-1 0 0,0 0 1 0 0,-1 0 0 0 0,1 0 0 0 0,-1-1 0 0 0,1 1-1 0 0,-1 0 1 0 0,1-1 0 0 0,1-3 0 0 0,-2 1 21 0 0,1 0 0 0 0,-1-1 0 0 0,0 1 0 0 0,0-1 0 0 0,0 1 0 0 0,-1-1 1 0 0,0 0-1 0 0,0 1 0 0 0,0-1 0 0 0,0 0 0 0 0,-1 1 0 0 0,0-1 0 0 0,0 1 1 0 0,0-1-1 0 0,0 1 0 0 0,-1 0 0 0 0,0-1 0 0 0,0 1 0 0 0,0 0 0 0 0,0 0 0 0 0,0 0 1 0 0,-1 0-1 0 0,0 0 0 0 0,0 1 0 0 0,0 0 0 0 0,0-1 0 0 0,-1 1 0 0 0,1 0 1 0 0,-1 0-1 0 0,0 1 0 0 0,1-1 0 0 0,-8-3 0 0 0,9 6-301 0 0,1-1-1 0 0,-1 1 1 0 0,1 0-1 0 0,-1 0 1 0 0,1-1-1 0 0,-1 1 1 0 0,1 0-1 0 0,-1 0 1 0 0,1 0-1 0 0,-1 1 1 0 0,1-1-1 0 0,-1 0 1 0 0,1 1-1 0 0,-1-1 1 0 0,1 0-1 0 0,0 1 1 0 0,-1 0-1 0 0,1-1 1 0 0,0 1-1 0 0,-1 0 1 0 0,1 0-1 0 0,0 0 1 0 0,0-1 0 0 0,0 1-1 0 0,-2 3 1 0 0</inkml:trace>
</inkml:ink>
</file>

<file path=ppt/ink/ink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1.2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0 400 0 0,'1'2'13080'0'0,"4"12"-13085"0"0,-1 7 500 0 0,6 15 340 0 0,-9-34-819 0 0,0-1-1 0 0,0 0 1 0 0,-1 0-1 0 0,1 0 1 0 0,0 0 0 0 0,0 0-1 0 0,0-1 1 0 0,0 1-1 0 0,0 0 1 0 0,0 0-1 0 0,0-1 1 0 0,1 1-1 0 0,-1 0 1 0 0,0-1 0 0 0,0 1-1 0 0,1-1 1 0 0,-1 0-1 0 0,0 1 1 0 0,0-1-1 0 0,1 0 1 0 0,-1 0-1 0 0,0 0 1 0 0,1 0-1 0 0,0 0 1 0 0,1 0 30 0 0,23-11 79 0 0,-13 3-80 0 0,-1 1 0 0 0,-1-2 0 0 0,15-12 0 0 0,-25 20-23 0 0,0 1-21 0 0,-1 0 0 0 0,1 0 0 0 0,-1 0 0 0 0,1 0 0 0 0,-1 0 1 0 0,1 0-1 0 0,-1 0 0 0 0,1 1 0 0 0,-1-1 0 0 0,1 0 0 0 0,-1 0 0 0 0,1 0 0 0 0,-1 1 1 0 0,1-1-1 0 0,-1 0 0 0 0,0 0 0 0 0,1 1 0 0 0,-1-1 0 0 0,1 0 0 0 0,-1 1 0 0 0,0-1 1 0 0,1 1-1 0 0,-1-1 0 0 0,0 1 0 0 0,1-1 0 0 0,-1 0 0 0 0,0 1 0 0 0,0-1 1 0 0,0 1-1 0 0,1 0 0 0 0,-4 17-3 0 0,1-12 1 0 0,2-4 1 0 0,0-1 10 0 0,1 20-10 0 0,-1-20 1 0 0,0-1-1 0 0,0 1 1 0 0,0 0-1 0 0,0-1 1 0 0,0 1-1 0 0,0 0 1 0 0,0-1-1 0 0,1 1 1 0 0,-1-1-1 0 0,0 1 1 0 0,0 0-1 0 0,1-1 1 0 0,-1 1-1 0 0,1-1 0 0 0,-1 1 1 0 0,0-1-1 0 0,1 1 1 0 0,-1-1-1 0 0,1 1 1 0 0,-1-1-1 0 0,1 1 1 0 0,-1-1-1 0 0,1 0 1 0 0,0 1-1 0 0,-1-1 1 0 0,1 0-1 0 0,-1 1 1 0 0,1-1-1 0 0,0 0 1 0 0,-1 0-1 0 0,1 0 1 0 0,0 0-1 0 0,-1 1 1 0 0,2-1-1 0 0,25-5-12 0 0,50-14 0 0 0,-61 14 9 0 0,1-1-1 0 0,0 2 0 0 0,1 1 1 0 0,-1 0-1 0 0,1 1 1 0 0,-1 1-1 0 0,1 0 1 0 0,20 3-1 0 0,-31-1-7 0 0,-6-1 12 0 0,1 0 0 0 0,-1 0 0 0 0,1 1 0 0 0,-1-1 0 0 0,0 1 0 0 0,1-1 1 0 0,-1 1-1 0 0,0-1 0 0 0,1 1 0 0 0,-1 0 0 0 0,0 0 0 0 0,0-1 0 0 0,0 1 0 0 0,0 0 0 0 0,1 0 0 0 0,0 2 0 0 0,-1-2 1 0 0,-1 0 0 0 0,0-1 0 0 0,1 1 0 0 0,-1 0 0 0 0,0 0 0 0 0,1 0 0 0 0,-1 0 0 0 0,0-1 0 0 0,0 1 0 0 0,0 0 0 0 0,0 0 0 0 0,0 0 0 0 0,0 0-1 0 0,0 0 1 0 0,0 0 0 0 0,0-1 0 0 0,0 1 0 0 0,0 0 0 0 0,-1 0 0 0 0,1 0 0 0 0,0 0 0 0 0,-1-1 0 0 0,1 1 0 0 0,0 0 0 0 0,-2 1 0 0 0,-11 20-112 0 0,-16-2-1697 0 0,6-12-5719 0 0</inkml:trace>
</inkml:ink>
</file>

<file path=ppt/ink/ink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5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0 696 724 0 0,'33'-18'5337'0'0,"66"-37"-4141"0"0,9-22 507 0 0,170-158 0 0 0,-253 208-1475 0 0,-2 0 0 0 0,0-2-1 0 0,-2 0 1 0 0,-1-1 0 0 0,-2-1 0 0 0,27-61 0 0 0,-44 64 148 0 0,-5 10 131 0 0,-1 26-498 0 0,1 1 1 0 0,0-1 0 0 0,1 0-1 0 0,0 1 1 0 0,0-1 0 0 0,1 1-1 0 0,0 0 1 0 0,0 0 0 0 0,0 10-1 0 0,3 89 60 0 0,1-86-55 0 0,-1 1 1 0 0,-1 0-1 0 0,-1-1 0 0 0,-8 46 1 0 0,7-60-11 0 0,0 0 0 0 0,-1-1 0 0 0,1 1-1 0 0,-2 0 1 0 0,1-1 0 0 0,-1 0 0 0 0,0 0 0 0 0,0 0 0 0 0,-1 0 0 0 0,-8 9 0 0 0,8-13 0 0 0,1 1 0 0 0,-1-1 1 0 0,0 0-1 0 0,0 0 0 0 0,0 0 1 0 0,0 0-1 0 0,-1-1 0 0 0,1 0 1 0 0,-1 0-1 0 0,0-1 1 0 0,1 0-1 0 0,-1 0 0 0 0,0 0 1 0 0,0 0-1 0 0,0-1 0 0 0,-6 0 1 0 0,9 0-3 0 0,0 0 1 0 0,1 1-1 0 0,-1-1 0 0 0,1 0 1 0 0,0 0-1 0 0,-1 0 0 0 0,1 0 1 0 0,-1-1-1 0 0,1 1 0 0 0,-1-1 1 0 0,1 1-1 0 0,-1-1 0 0 0,1 0 1 0 0,0 0-1 0 0,-1 0 1 0 0,1 0-1 0 0,0 0 0 0 0,0-1 1 0 0,0 1-1 0 0,0-1 0 0 0,0 1 1 0 0,0-1-1 0 0,0 0 0 0 0,1 0 1 0 0,-1 1-1 0 0,1-1 0 0 0,-1-1 1 0 0,1 1-1 0 0,0 0 1 0 0,-2-4-1 0 0,2 5-27 0 0,1 0-1 0 0,0 0 1 0 0,-1 0 0 0 0,1 0-1 0 0,0 0 1 0 0,0 0 0 0 0,0 0 0 0 0,0 0-1 0 0,0-1 1 0 0,0 1 0 0 0,0 0-1 0 0,0 0 1 0 0,0 0 0 0 0,1 0-1 0 0,-1 0 1 0 0,0 0 0 0 0,1 0 0 0 0,-1 0-1 0 0,1 0 1 0 0,-1 0 0 0 0,1 0-1 0 0,-1 0 1 0 0,1 0 0 0 0,0 0-1 0 0,0 0 1 0 0,-1 0 0 0 0,1 0 0 0 0,0 1-1 0 0,0-1 1 0 0,0 0 0 0 0,0 1-1 0 0,0-1 1 0 0,0 0 0 0 0,0 1-1 0 0,0-1 1 0 0,0 1 0 0 0,0 0 0 0 0,0-1-1 0 0,0 1 1 0 0,1 0 0 0 0,4-2-1075 0 0,0 1 0 0 0,0 0 1 0 0,0 0-1 0 0,0 1 0 0 0,0 0 1 0 0,9 0-1 0 0,0 2-1617 0 0</inkml:trace>
</inkml:ink>
</file>

<file path=ppt/ink/ink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6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126 329 144 0 0,'7'-10'3708'0'0,"-4"5"-1716"0"0,-6 5 713 0 0,-9 6-2394 0 0,1 1 1 0 0,1 1-1 0 0,-1 0 0 0 0,1 0 1 0 0,1 1-1 0 0,-1 0 1 0 0,2 1-1 0 0,-1 0 1 0 0,1 0-1 0 0,1 1 0 0 0,-13 22 1 0 0,20-32-280 0 0,-1 0 1 0 0,0 1-1 0 0,0-1 1 0 0,0 0-1 0 0,1 1 1 0 0,-1-1-1 0 0,1 1 1 0 0,-1-1-1 0 0,1 1 1 0 0,-1-1-1 0 0,1 1 1 0 0,0-1-1 0 0,0 1 1 0 0,0-1-1 0 0,0 1 1 0 0,0-1-1 0 0,0 3 1 0 0,1-4-24 0 0,-1 0 1 0 0,0 1 0 0 0,1-1-1 0 0,-1 1 1 0 0,1-1-1 0 0,-1 0 1 0 0,1 1 0 0 0,-1-1-1 0 0,1 0 1 0 0,-1 0-1 0 0,1 1 1 0 0,-1-1 0 0 0,1 0-1 0 0,0 0 1 0 0,-1 0-1 0 0,1 0 1 0 0,-1 1 0 0 0,1-1-1 0 0,0 0 1 0 0,-1 0 0 0 0,1 0-1 0 0,-1 0 1 0 0,1-1-1 0 0,-1 1 1 0 0,1 0 0 0 0,0 0-1 0 0,-1 0 1 0 0,1-1-1 0 0,6 0 19 0 0,-1-1 0 0 0,0-1 0 0 0,0 1 0 0 0,-1-1 0 0 0,1 0 0 0 0,6-5 0 0 0,47-36 148 0 0,-55 42-171 0 0,5-1 2 0 0,-1 1-3 0 0,-6 1 0 0 0,-1 1 0 0 0,0 0-3 0 0,0 0-1 0 0,0 0 1 0 0,-1 0-1 0 0,1 0 1 0 0,0 1-1 0 0,0-1 1 0 0,0 0-1 0 0,0 1 1 0 0,-1-1-1 0 0,1 0 1 0 0,0 1-1 0 0,-1-1 1 0 0,1 1-1 0 0,0-1 1 0 0,0 1-1 0 0,-1 0 1 0 0,1-1 0 0 0,-1 1-1 0 0,1-1 1 0 0,-1 1-1 0 0,1 0 1 0 0,-1 0-1 0 0,1-1 1 0 0,-1 1-1 0 0,0 0 1 0 0,1 0-1 0 0,-1 0 1 0 0,0-1-1 0 0,0 1 1 0 0,1 0-1 0 0,-1 2 1 0 0,1 0 2 0 0,1 1 0 0 0,0-1 0 0 0,-1 1-1 0 0,2-1 1 0 0,-1 1 0 0 0,0-1 0 0 0,0 0 0 0 0,1 0 0 0 0,0 0 0 0 0,0 0 0 0 0,0-1-1 0 0,0 1 1 0 0,0-1 0 0 0,0 0 0 0 0,0 0 0 0 0,1 0 0 0 0,-1 0 0 0 0,1 0 0 0 0,0-1-1 0 0,4 2 1 0 0,-2-3 0 0 0,-1 0 0 0 0,1 0-1 0 0,-1 0 1 0 0,0-1 0 0 0,1 1-1 0 0,-1-2 1 0 0,0 1 0 0 0,1 0-1 0 0,-1-1 1 0 0,0 0 0 0 0,0 0 0 0 0,0-1-1 0 0,-1 1 1 0 0,9-7 0 0 0,3-2 0 0 0,-1-2 1 0 0,0 0 0 0 0,0 0 0 0 0,-1-2-1 0 0,-1 0 1 0 0,-1 0 0 0 0,19-30 0 0 0,-5 6 363 0 0,-25 37 44 0 0,-3 8-323 0 0,-2 6-25 0 0,-1 1 3 0 0,0 1 0 0 0,1-1 0 0 0,1 1 0 0 0,0 0 0 0 0,1-1 0 0 0,0 17 0 0 0,3 13-5 0 0,-1-40-62 0 0,4 1 12 0 0,-3-3 7 0 0,-1 0-14 0 0,0 1-1 0 0,1-1 1 0 0,-1 0-1 0 0,1 0 1 0 0,0 0-1 0 0,-1 0 1 0 0,1 0-1 0 0,0 0 1 0 0,0 0-1 0 0,-1 0 1 0 0,1 0-1 0 0,0 0 1 0 0,0 0-1 0 0,0 0 1 0 0,2 1-1 0 0,1-2 9 0 0,1 1 9 0 0,19-13-10 0 0,-9 2 6 0 0,1 0-1 0 0,-2-2 0 0 0,1 1 1 0 0,-2-2-1 0 0,0 0 0 0 0,21-26 0 0 0,-33 38 10 0 0,3 1-40 0 0,0 1 5 0 0,0 0 0 0 0,0 0-1 0 0,0 0 1 0 0,0 1 0 0 0,0-1-1 0 0,0 1 1 0 0,0 0 0 0 0,0 0-1 0 0,-1 0 1 0 0,6 5 0 0 0,-6-4 6 0 0,1 0 1 0 0,0-1 0 0 0,0 1-1 0 0,0-1 1 0 0,0 0 0 0 0,1 0-1 0 0,-1 0 1 0 0,0 0-1 0 0,1-1 1 0 0,-1 0 0 0 0,1 0-1 0 0,0 0 1 0 0,-1 0-1 0 0,1-1 1 0 0,0 0 0 0 0,-1 0-1 0 0,1 0 1 0 0,0 0 0 0 0,0-1-1 0 0,6-1 1 0 0,-3-1 3 0 0,1 0 0 0 0,-1 0 0 0 0,0-1 0 0 0,0 0 0 0 0,0-1 0 0 0,0 0 0 0 0,-1 0 0 0 0,0 0 0 0 0,0-1 0 0 0,0 0 1 0 0,-1 0-1 0 0,0-1 0 0 0,0 0 0 0 0,-1 0 0 0 0,1 0 0 0 0,7-16 0 0 0,0-5 21 0 0,-2 0 0 0 0,-1-1 0 0 0,11-48 0 0 0,-13 46-32 0 0,-5 17 32 0 0,0 0 0 0 0,-1 0 0 0 0,-1 0 0 0 0,0-21 0 0 0,-1 32-19 0 0,-4 8-23 0 0,-4 8 39 0 0,1 0 0 0 0,0 0 0 0 0,1 1 0 0 0,1-1 0 0 0,0 1 0 0 0,1 0 0 0 0,0 1 0 0 0,1-1 0 0 0,-2 25 0 0 0,4-27-17 0 0,1 1 0 0 0,-1 0-1 0 0,2-1 1 0 0,0 1-1 0 0,1-1 1 0 0,0 1 0 0 0,1-1-1 0 0,0 0 1 0 0,1 1 0 0 0,0-2-1 0 0,1 1 1 0 0,6 12-1 0 0,-8-21-3 0 0,0 1 0 0 0,0-1 0 0 0,0 0 0 0 0,0 0 0 0 0,1 0 0 0 0,-1 0 0 0 0,1-1 0 0 0,-1 1 0 0 0,1-1 0 0 0,0 0 0 0 0,0 0 0 0 0,0 0 0 0 0,1-1 0 0 0,-1 0 0 0 0,0 1 0 0 0,0-2 0 0 0,1 1 0 0 0,-1 0 0 0 0,0-1 0 0 0,1 0 0 0 0,-1 0 0 0 0,1 0 0 0 0,-1 0 0 0 0,1-1 0 0 0,-1 1 0 0 0,7-3-1 0 0,-2 1 11 0 0,0-1 0 0 0,0 1-1 0 0,0-1 1 0 0,-1-1-1 0 0,1 1 1 0 0,-1-2-1 0 0,0 1 1 0 0,0-1 0 0 0,-1 0-1 0 0,0 0 1 0 0,1-1-1 0 0,6-8 1 0 0,-11 12-12 0 0,-2 0 10 0 0,0 1 0 0 0,1 0 0 0 0,-1-1 0 0 0,0 1 1 0 0,0-1-1 0 0,0 0 0 0 0,0 1 0 0 0,0-1 1 0 0,0 0-1 0 0,0 0 0 0 0,0 1 0 0 0,-1-1 0 0 0,1 0 1 0 0,-1 0-1 0 0,0 0 0 0 0,1 0 0 0 0,-1 0 0 0 0,0 0 1 0 0,0-3-1 0 0,-1 4-3 0 0,1 1 1 0 0,-1-1-1 0 0,1 1 0 0 0,-1-1 1 0 0,0 0-1 0 0,1 1 1 0 0,-1-1-1 0 0,0 1 1 0 0,0 0-1 0 0,1-1 0 0 0,-1 1 1 0 0,0-1-1 0 0,0 1 1 0 0,1 0-1 0 0,-1 0 1 0 0,0 0-1 0 0,0-1 0 0 0,0 1 1 0 0,0 0-1 0 0,0 0 1 0 0,1 0-1 0 0,-1 0 0 0 0,0 0 1 0 0,0 0-1 0 0,0 1 1 0 0,0-1-1 0 0,1 0 1 0 0,-1 0-1 0 0,-1 1 0 0 0,-28 8 289 0 0,28-7-267 0 0,-1 0-1 0 0,1 1 1 0 0,0-1-1 0 0,-1 0 0 0 0,1 1 1 0 0,0-1-1 0 0,1 1 0 0 0,-1 0 1 0 0,0 0-1 0 0,1 0 0 0 0,0 0 1 0 0,-1 0-1 0 0,1 0 1 0 0,0 0-1 0 0,1 0 0 0 0,-1 0 1 0 0,0 0-1 0 0,1 0 0 0 0,0 1 1 0 0,0-1-1 0 0,0 0 1 0 0,0 0-1 0 0,0 0 0 0 0,1 1 1 0 0,0 2-1 0 0,1-1-110 0 0,0 0 0 0 0,1-1-1 0 0,-1 1 1 0 0,1-1 0 0 0,0 0 0 0 0,0 0 0 0 0,1 0 0 0 0,-1 0-1 0 0,1 0 1 0 0,0-1 0 0 0,0 0 0 0 0,0 1 0 0 0,0-1-1 0 0,0-1 1 0 0,9 5 0 0 0,-6-4-445 0 0,1 1 0 0 0,-1-1 0 0 0,1-1 0 0 0,0 0 0 0 0,-1 0 1 0 0,10 1-1 0 0,12 0-5566 0 0,-11-2 2918 0 0</inkml:trace>
</inkml:ink>
</file>

<file path=ppt/ink/ink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8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152 350 212 0 0,'0'0'8490'0'0,"-26"-35"-5058"0"0,24 34-3380 0 0,0-1 0 0 0,-1 1 0 0 0,1 0 0 0 0,-1 0 0 0 0,1 0 0 0 0,-1 0 0 0 0,1 0 0 0 0,-1 1 0 0 0,1-1-1 0 0,-1 1 1 0 0,0-1 0 0 0,1 1 0 0 0,-1 0 0 0 0,0 0 0 0 0,0 0 0 0 0,1 1 0 0 0,-1-1 0 0 0,0 1 0 0 0,1-1-1 0 0,-1 1 1 0 0,1 0 0 0 0,-1 0 0 0 0,1 0 0 0 0,-1 0 0 0 0,-3 3 0 0 0,5-3-31 0 0,-24 34 163 0 0,21-30-119 0 0,1 0 0 0 0,0 0-1 0 0,0 1 1 0 0,1-1 0 0 0,-1 1-1 0 0,1 0 1 0 0,-2 10 0 0 0,4-14-49 0 0,-1-2-15 0 0,1 0 0 0 0,-1 1 0 0 0,1-1 0 0 0,0 0 0 0 0,-1 1 0 0 0,1-1 0 0 0,0 1 0 0 0,-1-1 0 0 0,1 1 0 0 0,0-1 0 0 0,-1 1 0 0 0,1-1 0 0 0,0 1 0 0 0,0-1 0 0 0,0 1 0 0 0,0-1 0 0 0,-1 1 0 0 0,1-1 0 0 0,0 1 0 0 0,0-1 0 0 0,0 1 0 0 0,0-1 0 0 0,0 1 0 0 0,0 0 0 0 0,0-1 0 0 0,0 1 0 0 0,1-1 0 0 0,-1 1 0 0 0,0-1 0 0 0,0 1 0 0 0,0-1 0 0 0,1 1 0 0 0,-1-1 1 0 0,0 1-1 0 0,0-1 0 0 0,1 1 0 0 0,10 19 10 0 0,-10-19-3 0 0,37 3 21 0 0,-32-6-33 0 0,6 0 6 0 0,-1-1 0 0 0,1-1 0 0 0,-1 0-1 0 0,0-1 1 0 0,0 0 0 0 0,18-11-1 0 0,-19 7 3 0 0,1 0 0 0 0,-1-1 1 0 0,0 0-1 0 0,-1 0 0 0 0,-1-1 0 0 0,1 0 0 0 0,-2-1 0 0 0,10-18 0 0 0,-5 5 7 0 0,-1 0 0 0 0,-1-1-1 0 0,7-34 1 0 0,-8 18 0 0 0,4-53 1 0 0,-12 91-8 0 0,-2-16 457 0 0,-10 30 33 0 0,8-6-560 0 0,-2 2 161 0 0,1 0 0 0 0,0 1 0 0 0,0-1 0 0 0,1 1 1 0 0,0-1-1 0 0,0 1 0 0 0,1 0 0 0 0,0 0 0 0 0,-2 11 1 0 0,-7 68 708 0 0,10-68-602 0 0,0 6 5 0 0,0 0 1 0 0,2-1-1 0 0,1 1 0 0 0,1 0 1 0 0,7 28-1 0 0,-8-48-178 0 0,19 16-514 0 0,-19-19 98 0 0,4 3-339 0 0</inkml:trace>
</inkml:ink>
</file>

<file path=ppt/ink/ink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9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52 664 0 0,'0'0'700'0'0,"-7"2"79"0"0,4-2-309 0 0,7-3 2377 0 0,24-8-2378 0 0,0 2-1 0 0,0 0 0 0 0,1 2 0 0 0,40-5 0 0 0,-54 10-1143 0 0,1 1 0 0 0,0 1 0 0 0,16 2 0 0 0,-30-2-1257 0 0</inkml:trace>
</inkml:ink>
</file>

<file path=ppt/ink/ink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49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1 173 12 0 0,'0'0'4772'0'0,"5"-1"-4510"0"0,6-2-83 0 0,-1 1-1 0 0,0-2 0 0 0,1 1 0 0 0,-1-2 0 0 0,-1 1 0 0 0,1-1 1 0 0,-1-1-1 0 0,0 0 0 0 0,0 0 0 0 0,0-1 0 0 0,-1 0 1 0 0,11-12-1 0 0,-15 14-85 0 0,0-1 1 0 0,-1 0 0 0 0,0 0 0 0 0,0 0 0 0 0,-1 0-1 0 0,0 0 1 0 0,0-1 0 0 0,2-9 0 0 0,-4 14-21 0 0,-2-13 197 0 0,2 14-262 0 0,-1 0 0 0 0,1 0 1 0 0,-1 1-1 0 0,0-1 0 0 0,1 0 0 0 0,-1 0 0 0 0,1 0 0 0 0,-1 1 0 0 0,0-1 1 0 0,0 0-1 0 0,1 1 0 0 0,-1-1 0 0 0,0 1 0 0 0,0-1 0 0 0,0 1 0 0 0,0-1 1 0 0,0 1-1 0 0,-1-1 0 0 0,0 0 140 0 0,-2 2-22 0 0,0 0-32 0 0,0 1 0 0 0,0-1 0 0 0,0 1 0 0 0,0-1-1 0 0,0 1 1 0 0,0 0 0 0 0,1 1 0 0 0,-1-1 0 0 0,1 1 0 0 0,-1-1 0 0 0,1 1 0 0 0,0 0 0 0 0,0 0 0 0 0,0 0 0 0 0,1 1 0 0 0,-4 5 0 0 0,5-7-81 0 0,0 0 1 0 0,1 0-1 0 0,-1 0 1 0 0,1 0-1 0 0,-1 0 1 0 0,1 0-1 0 0,0 0 1 0 0,0 0-1 0 0,0 0 1 0 0,0 0-1 0 0,0 0 1 0 0,0 0-1 0 0,0 0 1 0 0,1 0-1 0 0,-1 0 1 0 0,1 0-1 0 0,0 0 1 0 0,-1 0-1 0 0,1 0 0 0 0,0 0 1 0 0,0-1-1 0 0,0 1 1 0 0,1 0-1 0 0,-1-1 1 0 0,0 1-1 0 0,1-1 1 0 0,-1 1-1 0 0,0-1 1 0 0,1 1-1 0 0,0-1 1 0 0,-1 0-1 0 0,1 0 1 0 0,0 0-1 0 0,0 0 1 0 0,0 0-1 0 0,-1 0 1 0 0,4 0-1 0 0,31 14-1784 0 0,-11-10-2498 0 0,-10-3 1429 0 0</inkml:trace>
</inkml:ink>
</file>

<file path=ppt/ink/ink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3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40 916 0 0,'20'-40'10983'0'0,"-22"41"-10949"0"0,-1-1 0 0 0,1 1 1 0 0,0 0-1 0 0,0 0 0 0 0,0 0 0 0 0,0 0 0 0 0,0 1 1 0 0,0-1-1 0 0,0 0 0 0 0,1 1 0 0 0,-1 0 0 0 0,-2 2 1 0 0,0-1 38 0 0,-6 4 67 0 0,1 1 0 0 0,-1 0 0 0 0,2 0 1 0 0,-1 1-1 0 0,1 0 0 0 0,0 0 0 0 0,1 1 0 0 0,0 0 0 0 0,1 0 0 0 0,0 1 0 0 0,0 0 0 0 0,1 0 1 0 0,-6 21-1 0 0,9-27-106 0 0,1-1 1 0 0,0 1-1 0 0,0 0 0 0 0,0 0 1 0 0,0-1-1 0 0,1 1 1 0 0,0 8-1 0 0,0-12-28 0 0,1 1-1 0 0,-1-1 0 0 0,0 1 1 0 0,1-1-1 0 0,-1 0 0 0 0,1 1 0 0 0,-1-1 1 0 0,1 1-1 0 0,0-1 0 0 0,0 0 1 0 0,-1 0-1 0 0,1 1 0 0 0,0-1 1 0 0,0 0-1 0 0,0 0 0 0 0,0 0 0 0 0,1 0 1 0 0,-1 0-1 0 0,0 0 0 0 0,0-1 1 0 0,0 1-1 0 0,1 0 0 0 0,-1-1 1 0 0,0 1-1 0 0,1 0 0 0 0,-1-1 0 0 0,1 0 1 0 0,1 1-1 0 0,4 0 2 0 0,0 0 0 0 0,0 0 1 0 0,0-1-1 0 0,0 0 0 0 0,0-1 0 0 0,1 1 1 0 0,-1-2-1 0 0,0 1 0 0 0,0-1 0 0 0,0 1 1 0 0,-1-2-1 0 0,8-2 0 0 0,6-4 20 0 0,0-1 1 0 0,26-18-1 0 0,-45 27-30 0 0,9-1-7 0 0,1 1 25 0 0,7 17-13 0 0,-15-14-2 0 0,-1 0 1 0 0,0 0-1 0 0,1 0 0 0 0,0 0 1 0 0,-1-1-1 0 0,1 1 1 0 0,0 0-1 0 0,0-1 0 0 0,0 0 1 0 0,4 1-1 0 0,-5-1 1 0 0,1-1 0 0 0,-1 0 0 0 0,0 1-1 0 0,0-1 1 0 0,1 0 0 0 0,-1 0 0 0 0,0-1 0 0 0,0 1 0 0 0,1 0 0 0 0,-1-1-1 0 0,0 0 1 0 0,0 1 0 0 0,0-1 0 0 0,0 0 0 0 0,0 0 0 0 0,0 0 0 0 0,3-2-1 0 0,37-27 27 0 0,-14 9-16 0 0,-13 13-17 0 0,0 0-1 0 0,0 1 1 0 0,1 1-1 0 0,0 0 1 0 0,31-6-1 0 0,-45 12 6 0 0,0 1 0 0 0,0-1 0 0 0,0 0 1 0 0,0 1-1 0 0,0-1 0 0 0,-1 1 0 0 0,1 0 0 0 0,0 0 0 0 0,0 0 0 0 0,-1 0 0 0 0,1 0 1 0 0,-1 0-1 0 0,1 0 0 0 0,-1 0 0 0 0,1 1 0 0 0,-1-1 0 0 0,0 0 0 0 0,1 1 0 0 0,-1-1 1 0 0,0 1-1 0 0,0 0 0 0 0,0-1 0 0 0,0 1 0 0 0,1 3 0 0 0,5 6 34 0 0,-6-8-23 0 0,-1 6-18 0 0,0-6-47 0 0,-1 0 1 0 0,1 1 0 0 0,-1-1-1 0 0,0 0 1 0 0,0 0-1 0 0,0 0 1 0 0,0 0 0 0 0,-1 0-1 0 0,1 0 1 0 0,-3 3-1 0 0,-7 4-8677 0 0</inkml:trace>
</inkml:ink>
</file>

<file path=ppt/ink/ink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4.2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1 972 0 0,'0'3'10051'0'0,"-5"28"-9591"0"0,-4 55 1750 0 0,4 1 1 0 0,6 91-1 0 0,-8-120-1768 0 0,1-24-2624 0 0,6-31 1472 0 0</inkml:trace>
</inkml:ink>
</file>

<file path=ppt/ink/ink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4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1 292 448 0 0,'27'-10'1745'0'0,"-10"6"-1121"0"0,-1-1-1 0 0,0 0 1 0 0,0-2 0 0 0,-1 1 0 0 0,0-2 0 0 0,19-12 0 0 0,-27 15-384 0 0,1 0 1 0 0,-1 0 0 0 0,-1-1-1 0 0,1 0 1 0 0,-1 0 0 0 0,0 0-1 0 0,0-1 1 0 0,-1 0 0 0 0,0 0-1 0 0,0-1 1 0 0,-1 1 0 0 0,0-1-1 0 0,6-15 1 0 0,4-19 758 0 0,-9 31-412 0 0,-1 0 0 0 0,0-1 0 0 0,3-22 1 0 0,-7 33-381 0 0,0-1 112 0 0,1 2-298 0 0,-1 0 0 0 0,0 0 0 0 0,0 0 0 0 0,0-1 0 0 0,0 1 0 0 0,0 0-1 0 0,0 0 1 0 0,1 0 0 0 0,-1 0 0 0 0,0-1 0 0 0,0 1 0 0 0,0 0 0 0 0,0 0 0 0 0,0 0 0 0 0,0 0 0 0 0,0-1 0 0 0,0 1 0 0 0,0 0 0 0 0,0 0-1 0 0,0 0 1 0 0,0-1 0 0 0,0 1 0 0 0,0 0 0 0 0,0 0 0 0 0,0 0 0 0 0,0-1 0 0 0,0 1 0 0 0,0 0 0 0 0,0 0 0 0 0,0 0 0 0 0,0-1-1 0 0,-1 1 1 0 0,1 0 0 0 0,0 0 0 0 0,0 0 0 0 0,0 0 0 0 0,0 0 0 0 0,0-1 0 0 0,0 1 0 0 0,-1 0 0 0 0,1 0 0 0 0,0 0 0 0 0,0 0-1 0 0,0 0 1 0 0,0 0 0 0 0,-1 0 0 0 0,1-1 0 0 0,0 1 0 0 0,0 0 0 0 0,0 0 0 0 0,0 0 0 0 0,-1 0 0 0 0,1 0 0 0 0,0 0 0 0 0,0 0 0 0 0,0 0-1 0 0,-1 0 1 0 0,1 0 0 0 0,0 0 0 0 0,0 0 0 0 0,0 0 0 0 0,-1 0 0 0 0,1 0 0 0 0,0 0 0 0 0,0 1 0 0 0,0-1 0 0 0,0 0 0 0 0,-1 0-1 0 0,1 0 1 0 0,-9 9 95 0 0,1 1-1 0 0,0-1 1 0 0,0 1 0 0 0,1 1-1 0 0,1 0 1 0 0,0 0-1 0 0,0 0 1 0 0,1 0-1 0 0,-7 24 1 0 0,-1 8 298 0 0,-11 68-1 0 0,22-100-364 0 0,0 0-1 0 0,1 0 1 0 0,0 0 0 0 0,1 0-1 0 0,0 0 1 0 0,1 0 0 0 0,0 0-1 0 0,0-1 1 0 0,1 1-1 0 0,6 17 1 0 0,-6-26-44 0 0,0-1-1 0 0,0 0 1 0 0,0 0 0 0 0,0 0-1 0 0,0 0 1 0 0,1 0 0 0 0,-1-1-1 0 0,0 1 1 0 0,0-1 0 0 0,1 1-1 0 0,-1-1 1 0 0,0 0 0 0 0,0 0-1 0 0,1 0 1 0 0,-1 0 0 0 0,0 0-1 0 0,1-1 1 0 0,-1 1 0 0 0,3-1-1 0 0,102-28 78 0 0,-106 29-70 0 0,2 0-6 0 0,9-1 4 0 0,-10 0-30 0 0,0 1 0 0 0,0 0 0 0 0,0 0 0 0 0,0-1 0 0 0,0 1 0 0 0,0 1 1 0 0,-1-1-1 0 0,1 0 0 0 0,0 0 0 0 0,0 1 0 0 0,0-1 0 0 0,0 1 0 0 0,0 0 1 0 0,-1 0-1 0 0,1-1 0 0 0,0 1 0 0 0,-1 0 0 0 0,1 0 0 0 0,0 1 0 0 0,-1-1 1 0 0,1 0-1 0 0,-1 0 0 0 0,0 1 0 0 0,1-1 0 0 0,-1 1 0 0 0,0-1 0 0 0,0 1 1 0 0,0-1-1 0 0,0 1 0 0 0,0 0 0 0 0,0 2 0 0 0,11 13-3320 0 0,8-1-4380 0 0,-9-11 4180 0 0</inkml:trace>
</inkml:ink>
</file>

<file path=ppt/ink/ink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5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80 280 0 0,'25'-37'5631'0'0,"-24"35"-4731"0"0,-1 1-765 0 0,1 0 0 0 0,0 0-1 0 0,-1 0 1 0 0,1 0 0 0 0,0 0-1 0 0,-1 0 1 0 0,1 0 0 0 0,-1 0 0 0 0,0 0-1 0 0,1 0 1 0 0,-1-1 0 0 0,0 1-1 0 0,0 0 1 0 0,1 0 0 0 0,-1 0-1 0 0,0 0 1 0 0,0-1 0 0 0,0 1 0 0 0,-1 0-1 0 0,1 0 1 0 0,0 0 0 0 0,0 0-1 0 0,-1-1 1 0 0,1 1 0 0 0,0 0-1 0 0,-1 0 1 0 0,1 0 0 0 0,-1 0 0 0 0,0 0-1 0 0,1 0 1 0 0,-1 0 0 0 0,-1-2-1 0 0,-6 2-29 0 0,1 0 0 0 0,0 1-1 0 0,0-1 1 0 0,-1 1 0 0 0,1 1-1 0 0,0-1 1 0 0,-1 1 0 0 0,1 0-1 0 0,0 1 1 0 0,0 0 0 0 0,0 0-1 0 0,0 1 1 0 0,0-1 0 0 0,1 2-1 0 0,-1-1 1 0 0,-8 6 0 0 0,6-3-33 0 0,0 0 0 0 0,1 1 1 0 0,0 0-1 0 0,0 0 0 0 0,0 1 1 0 0,1 0-1 0 0,0 0 0 0 0,1 0 1 0 0,0 1-1 0 0,-8 16 0 0 0,13-23-62 0 0,0 1 1 0 0,0-1-1 0 0,0 0 0 0 0,1 0 0 0 0,-1 0 1 0 0,1 1-1 0 0,0-1 0 0 0,0 0 0 0 0,0 1 0 0 0,0-1 1 0 0,0 0-1 0 0,0 1 0 0 0,0-1 0 0 0,1 0 1 0 0,-1 0-1 0 0,1 1 0 0 0,0-1 0 0 0,-1 0 0 0 0,1 0 1 0 0,0 0-1 0 0,1 0 0 0 0,-1 0 0 0 0,0 0 0 0 0,0 0 1 0 0,1 0-1 0 0,-1-1 0 0 0,1 1 0 0 0,0 0 1 0 0,2 1-1 0 0,-1-1-5 0 0,-1 0 0 0 0,0 0 0 0 0,1-1 1 0 0,-1 1-1 0 0,1-1 0 0 0,0 0 0 0 0,-1 0 1 0 0,1 0-1 0 0,0 0 0 0 0,0 0 0 0 0,0-1 1 0 0,0 1-1 0 0,0-1 0 0 0,0 0 0 0 0,0 0 0 0 0,-1 0 1 0 0,1 0-1 0 0,0 0 0 0 0,0-1 0 0 0,0 1 1 0 0,0-1-1 0 0,0 0 0 0 0,3-1 0 0 0,4-4 11 0 0,0 0-1 0 0,0 0 1 0 0,-1-1-1 0 0,0-1 0 0 0,12-11 1 0 0,17-14 39 0 0,-37 32-53 0 0,-1 1-1 0 0,1 0 0 0 0,-1 0-1 0 0,0-1 1 0 0,0 1 0 0 0,0 0-1 0 0,0 0 1 0 0,0 0 0 0 0,0-1-1 0 0,0 1 1 0 0,0 0 0 0 0,1 0-1 0 0,-1 0 1 0 0,0-1 0 0 0,0 1-1 0 0,0 0 1 0 0,0 0 0 0 0,1 0-1 0 0,-1 0 1 0 0,0 0 0 0 0,0-1-1 0 0,0 1 1 0 0,1 0 0 0 0,-1 0-1 0 0,0 0 1 0 0,0 0 0 0 0,1 0-1 0 0,-1 0 1 0 0,0 0 0 0 0,0 0-1 0 0,1 0 1 0 0,-1 0 0 0 0,0 0-1 0 0,0 0 1 0 0,1 0 0 0 0,-1 0-1 0 0,0 0 1 0 0,0 0 0 0 0,0 0-1 0 0,1 0 1 0 0,-1 0 0 0 0,0 0-1 0 0,0 0 1 0 0,1 0 0 0 0,-1 1-1 0 0,0-1 1 0 0,1 0 0 0 0,1 5 31 0 0,0 0 1 0 0,0 1 0 0 0,0-1-1 0 0,0 0 1 0 0,-1 1-1 0 0,0-1 1 0 0,0 1 0 0 0,0 0-1 0 0,-1-1 1 0 0,0 1 0 0 0,0 0-1 0 0,0-1 1 0 0,-2 7 0 0 0,-18 85 385 0 0,7-43-288 0 0,-49 206 420 0 0,56-237-492 0 0,-1 0-1 0 0,-1-1 0 0 0,-1-1 1 0 0,-1 1-1 0 0,0-1 1 0 0,-16 22-1 0 0,23-40-47 0 0,1 0 0 0 0,0 0 0 0 0,-1-1 0 0 0,1 1-1 0 0,-1-1 1 0 0,1 1 0 0 0,-1-1 0 0 0,0 0 0 0 0,0 0 0 0 0,0 0-1 0 0,-1-1 1 0 0,1 1 0 0 0,0-1 0 0 0,-1 0 0 0 0,1 0 0 0 0,-1 0-1 0 0,1 0 1 0 0,-1 0 0 0 0,1-1 0 0 0,-1 0 0 0 0,1 1 0 0 0,-1-1-1 0 0,1-1 1 0 0,-1 1 0 0 0,0 0 0 0 0,1-1 0 0 0,-1 0 0 0 0,1 0-1 0 0,-1 0 1 0 0,1 0 0 0 0,0-1 0 0 0,0 1 0 0 0,-1-1 0 0 0,1 0-1 0 0,0 0 1 0 0,0 0 0 0 0,0 0 0 0 0,1 0 0 0 0,-1-1 0 0 0,1 1-1 0 0,-1-1 1 0 0,1 0 0 0 0,0 1 0 0 0,0-1 0 0 0,0 0 0 0 0,0-1-1 0 0,0 1 1 0 0,1 0 0 0 0,-1 0 0 0 0,1-1 0 0 0,0 1 0 0 0,0-1-1 0 0,0 1 1 0 0,1-1 0 0 0,-1-4 0 0 0,2-10-8 0 0,0 0-1 0 0,1 0 1 0 0,1 0 0 0 0,0 1-1 0 0,2-1 1 0 0,0 1 0 0 0,1 0 0 0 0,0 0-1 0 0,2 1 1 0 0,0 0 0 0 0,1 0-1 0 0,0 1 1 0 0,1 0 0 0 0,1 0 0 0 0,22-23-1 0 0,-26 32-86 0 0,-1 1 0 0 0,1-1 0 0 0,0 1-1 0 0,0 1 1 0 0,1-1 0 0 0,0 1 0 0 0,-1 0 0 0 0,1 1-1 0 0,10-3 1 0 0,15-2-2873 0 0,1 5-3953 0 0,-14 3 3388 0 0</inkml:trace>
</inkml:ink>
</file>

<file path=ppt/ink/ink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6.6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1 176 0 0,'0'0'1876'0'0</inkml:trace>
</inkml:ink>
</file>

<file path=ppt/ink/ink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7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208 309 144 0 0,'0'0'1433'0'0,"-6"-39"3937"0"0,-1 37-5089 0 0,-1 0 1 0 0,0 1-1 0 0,1 0 0 0 0,-1 1 1 0 0,1-1-1 0 0,-1 1 1 0 0,0 1-1 0 0,1 0 1 0 0,-1 0-1 0 0,0 0 0 0 0,1 1 1 0 0,0 0-1 0 0,-1 0 1 0 0,-11 6-1 0 0,14-5-180 0 0,0 0-1 0 0,0 0 1 0 0,0 0 0 0 0,0 0-1 0 0,0 1 1 0 0,1 0 0 0 0,-1 0-1 0 0,1 0 1 0 0,0 0-1 0 0,1 1 1 0 0,-1 0 0 0 0,1 0-1 0 0,0 0 1 0 0,0 0-1 0 0,0 0 1 0 0,1 0 0 0 0,-1 1-1 0 0,1-1 1 0 0,-1 10 0 0 0,2-14-92 0 0,1 0 0 0 0,0 0 1 0 0,0 0-1 0 0,0 0 1 0 0,0 0-1 0 0,0 0 1 0 0,0 0-1 0 0,0 0 1 0 0,1 0-1 0 0,-1 0 1 0 0,0 0-1 0 0,0 0 1 0 0,1 0-1 0 0,-1 0 0 0 0,1 0 1 0 0,-1-1-1 0 0,1 1 1 0 0,-1 0-1 0 0,1 0 1 0 0,-1 0-1 0 0,1 0 1 0 0,0-1-1 0 0,0 1 1 0 0,-1 0-1 0 0,1-1 1 0 0,0 1-1 0 0,0 0 0 0 0,0-1 1 0 0,0 1-1 0 0,-1-1 1 0 0,1 0-1 0 0,0 1 1 0 0,0-1-1 0 0,0 0 1 0 0,0 1-1 0 0,0-1 1 0 0,0 0-1 0 0,0 0 0 0 0,0 0 1 0 0,0 0-1 0 0,0 0 1 0 0,0 0-1 0 0,2 0 1 0 0,44-5 117 0 0,-46 5-124 0 0,10-3 14 0 0,1 0 0 0 0,-1-1 0 0 0,0 0 1 0 0,0-1-1 0 0,0-1 0 0 0,-1 1 1 0 0,0-2-1 0 0,14-9 0 0 0,-10 6 3 0 0,-13 9 8 0 0,-1 1-29 0 0,1 0 1 0 0,-1 0-1 0 0,0-1 0 0 0,0 1 1 0 0,1 0-1 0 0,-1 0 1 0 0,0-1-1 0 0,0 1 0 0 0,1 0 1 0 0,-1 0-1 0 0,0 0 0 0 0,1 0 1 0 0,-1-1-1 0 0,0 1 1 0 0,1 0-1 0 0,-1 0 0 0 0,0 0 1 0 0,1 0-1 0 0,-1 0 0 0 0,0 0 1 0 0,1 0-1 0 0,-1 0 0 0 0,0 0 1 0 0,1 0-1 0 0,-1 0 1 0 0,0 0-1 0 0,1 0 0 0 0,-1 0 1 0 0,0 0-1 0 0,1 1 0 0 0,-1-1 1 0 0,0 0-1 0 0,1 0 1 0 0,-1 0-1 0 0,1 5 3 0 0,0 1 0 0 0,-1-1 0 0 0,0 0 0 0 0,0 0 0 0 0,0 0 0 0 0,0 0 0 0 0,-1 0 0 0 0,-1 6 0 0 0,3-4 0 0 0,4 24-3 0 0,-6-31 1 0 0,2 1 0 0 0,-1 0 0 0 0,0 0 0 0 0,0-1 0 0 0,0 1 0 0 0,0 0 0 0 0,0 0 0 0 0,1-1 0 0 0,-1 1 0 0 0,0 0 0 0 0,0-1 0 0 0,1 1 0 0 0,-1 0 0 0 0,1-1 0 0 0,-1 1 0 0 0,1-1 0 0 0,-1 1 0 0 0,1 0 0 0 0,-1-1 0 0 0,1 1 0 0 0,-1-1 0 0 0,1 0 0 0 0,-1 1 0 0 0,1-1 0 0 0,0 1 0 0 0,-1-1 0 0 0,1 0 0 0 0,0 0 0 0 0,0 1 0 0 0,-1-1 0 0 0,2 0 0 0 0,13-4-1 0 0,-1 0 0 0 0,0-2 0 0 0,0 0 0 0 0,23-13 0 0 0,40-16-26 0 0,-72 33 27 0 0,0-1-1 0 0,0 1 1 0 0,0 0-1 0 0,1 0 0 0 0,-1 1 1 0 0,11-2-1 0 0,2 27-22 0 0,-15-19 21 0 0,1 1 0 0 0,-1 0 0 0 0,1-1 0 0 0,0 0 1 0 0,1 0-1 0 0,-1 0 0 0 0,1 0 0 0 0,0-1 0 0 0,1 0 0 0 0,5 4 0 0 0,-6-6 3 0 0,0 0 0 0 0,-1-1 0 0 0,1 0 0 0 0,0 0 0 0 0,0 0 0 0 0,0-1 0 0 0,0 0 0 0 0,0 0 0 0 0,0 0 0 0 0,0 0 0 0 0,0-1 0 0 0,0 0 0 0 0,-1 0 0 0 0,1 0 0 0 0,0 0 0 0 0,0-1 0 0 0,-1 0 0 0 0,1 0 0 0 0,-1 0 0 0 0,0-1 0 0 0,1 1 0 0 0,-1-1 0 0 0,0 0 1 0 0,4-5-1 0 0,5-2 4 0 0,0-2 0 0 0,-1 0 1 0 0,-1 0-1 0 0,0-1 0 0 0,17-26 1 0 0,-5 4-6 0 0,-2 0 0 0 0,-2-2 0 0 0,-1 0 0 0 0,24-79 0 0 0,-39 106 0 0 0,0-29-8 0 0,-3 37 25 0 0,-3 3-25 0 0,0 1 10 0 0,-1-1 1 0 0,1 0 0 0 0,0 1 0 0 0,0 0-1 0 0,-1 0 1 0 0,1 0 0 0 0,1 0 0 0 0,-1 1-1 0 0,0-1 1 0 0,0 1 0 0 0,1-1 0 0 0,-1 1-1 0 0,1 0 1 0 0,0 0 0 0 0,0 0 0 0 0,0 0-1 0 0,1 1 1 0 0,-3 4 0 0 0,-4 13 27 0 0,0 0 0 0 0,2 1 0 0 0,1-1 0 0 0,0 1 0 0 0,2 1 0 0 0,-2 25 0 0 0,5-38-25 0 0,0 0 0 0 0,0-1 1 0 0,1 1-1 0 0,0-1 0 0 0,1 1 0 0 0,0-1 0 0 0,0 0 0 0 0,1 0 0 0 0,0 0 1 0 0,0 0-1 0 0,1 0 0 0 0,1 0 0 0 0,-1-1 0 0 0,1 0 0 0 0,1 0 0 0 0,0 0 1 0 0,7 7-1 0 0,-7-10 106 0 0,0 0 1 0 0,0-1 0 0 0,1 1-1 0 0,-1-2 1 0 0,1 1-1 0 0,0-1 1 0 0,0 0 0 0 0,15 4-1 0 0,-21-7 499 0 0,14-13 354 0 0</inkml:trace>
</inkml:ink>
</file>

<file path=ppt/ink/ink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8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66 784 0 0,'23'-54'7721'0'0,"-23"53"-7689"0"0,0 0 1 0 0,0 1 0 0 0,1-1-1 0 0,-1 1 1 0 0,0-1 0 0 0,0 1-1 0 0,0-1 1 0 0,1 1 0 0 0,-1-1-1 0 0,0 1 1 0 0,1-1 0 0 0,-1 1-1 0 0,0 0 1 0 0,1-1-1 0 0,-1 1 1 0 0,0-1 0 0 0,1 1-1 0 0,-1 0 1 0 0,1-1 0 0 0,-1 1-1 0 0,1 0 1 0 0,-1 0 0 0 0,1-1-1 0 0,-1 1 1 0 0,1 0 0 0 0,-1 0-1 0 0,1 0 1 0 0,-1 0 0 0 0,1-1-1 0 0,0 1 1 0 0,-1 0-1 0 0,1 0 1 0 0,-1 0 0 0 0,1 0-1 0 0,-1 0 1 0 0,1 1 0 0 0,-1-1-1 0 0,1 0 1 0 0,-1 0 0 0 0,1 0-1 0 0,-1 0 1 0 0,1 0 0 0 0,-1 1-1 0 0,1-1 1 0 0,-1 0 0 0 0,1 1-1 0 0,-1-1 1 0 0,1 0 0 0 0,-1 1-1 0 0,1-1 1 0 0,-1 0-1 0 0,0 1 1 0 0,1-1 0 0 0,0 1-1 0 0,21 20-3541 0 0,-13-12-1438 0 0</inkml:trace>
</inkml:ink>
</file>

<file path=ppt/ink/ink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2:58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1 616 0 0,'0'0'4502'0'0,"-6"2"-3677"0"0,0-1-571 0 0,4-1-164 0 0,0 0 0 0 0,-1 1 0 0 0,1-1-1 0 0,0 1 1 0 0,0-1 0 0 0,0 1 0 0 0,0 0-1 0 0,0 0 1 0 0,0 0 0 0 0,0 0 0 0 0,1 0-1 0 0,-1 0 1 0 0,-2 2 0 0 0,2-1 66 0 0,1-1 0 0 0,-1 0-1 0 0,1 1 1 0 0,-1-1 0 0 0,1 1 0 0 0,0 0 0 0 0,0-1-1 0 0,0 1 1 0 0,0 0 0 0 0,0 0 0 0 0,0-1 0 0 0,1 1-1 0 0,-1 0 1 0 0,1 0 0 0 0,-1 0 0 0 0,1 0 0 0 0,0 0-1 0 0,-1 0 1 0 0,1 0 0 0 0,0 0 0 0 0,0 0-1 0 0,1 0 1 0 0,-1 4 0 0 0,2-4-53 0 0,-1 1 0 0 0,1-1 1 0 0,-1 1-1 0 0,1-1 0 0 0,0 1 0 0 0,-1-1 0 0 0,1 0 1 0 0,1 0-1 0 0,-1 0 0 0 0,0 0 0 0 0,0 0 0 0 0,1 0 0 0 0,-1-1 1 0 0,4 2-1 0 0,6 3-493 0 0,0 0 0 0 0,1-1 0 0 0,-1-1-1 0 0,1 0 1 0 0,22 3 0 0 0,14-2-4766 0 0,-20-5 2208 0 0</inkml:trace>
  <inkml:trace contextRef="#ctx0" brushRef="#br0" timeOffset="1">731 131 740 0 0,'15'-3'5425'0'0,"-6"-6"-2437"0"0,-3 3-1044 0 0</inkml:trace>
</inkml:ink>
</file>

<file path=ppt/ink/ink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1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1 239 360 0 0,'0'0'1916'0'0,"3"0"-1518"0"0,3 0-146 0 0,0 0 1 0 0,0 0 0 0 0,0-1-1 0 0,-1 0 1 0 0,1-1 0 0 0,0 1-1 0 0,-1-1 1 0 0,1 0 0 0 0,-1 0-1 0 0,9-6 1 0 0,0 1 224 0 0,-1 0 1 0 0,-1-1-1 0 0,21-16 1 0 0,-26 19-322 0 0,0-1 1 0 0,0 0-1 0 0,-1 0 0 0 0,0 0 1 0 0,0-1-1 0 0,-1 0 1 0 0,0 0-1 0 0,0 0 0 0 0,0-1 1 0 0,-1 1-1 0 0,0-1 1 0 0,-1 0-1 0 0,0-1 0 0 0,3-11 1 0 0,2-29 450 0 0,-8 47 34 0 0,-1 1-625 0 0,1 1-1 0 0,-1-1 1 0 0,0 0 0 0 0,0 1-1 0 0,0-1 1 0 0,0 1-1 0 0,0 0 1 0 0,0-1 0 0 0,-1 1-1 0 0,1 0 1 0 0,0 0 0 0 0,0-1-1 0 0,0 1 1 0 0,0 0-1 0 0,0 0 1 0 0,0 0 0 0 0,0 0-1 0 0,0 1 1 0 0,-1-1-1 0 0,0 0 1 0 0,-4 0 19 0 0,-7 3 153 0 0,1 0-1 0 0,0 1 1 0 0,0 1-1 0 0,0 0 0 0 0,-21 13 1 0 0,28-15-104 0 0,0 0 0 0 0,1 1 0 0 0,-1 0 1 0 0,1 0-1 0 0,0 0 0 0 0,0 1 0 0 0,0-1 0 0 0,1 1 0 0 0,-1 0 1 0 0,1 0-1 0 0,0 0 0 0 0,1 0 0 0 0,-5 11 0 0 0,7-13-62 0 0,-1-1 0 0 0,1 0 0 0 0,0 1 0 0 0,0-1-1 0 0,0 0 1 0 0,0 1 0 0 0,0-1 0 0 0,0 0 0 0 0,1 1 0 0 0,-1-1-1 0 0,1 0 1 0 0,-1 1 0 0 0,1-1 0 0 0,0 0 0 0 0,0 0 0 0 0,0 0-1 0 0,0 0 1 0 0,0 0 0 0 0,1 0 0 0 0,-1 0 0 0 0,1 0 0 0 0,-1 0-1 0 0,1-1 1 0 0,0 1 0 0 0,-1 0 0 0 0,5 1 0 0 0,4 5 37 0 0,0-2 0 0 0,0 0 0 0 0,20 9 0 0 0,-27-13-40 0 0,87 31-528 0 0,-50-20-3406 0 0,-20-7-182 0 0,-7-2 750 0 0</inkml:trace>
</inkml:ink>
</file>

<file path=ppt/ink/ink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2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45 592 0 0,'-35'-43'10580'0'0,"34"42"-9800"0"0,-5 2-409 0 0,1 0 0 0 0,0 0 0 0 0,-1 1 0 0 0,1 0 0 0 0,0 0 0 0 0,0 0 0 0 0,0 1 0 0 0,0 0 0 0 0,1 0 0 0 0,-1 0 0 0 0,1 0 0 0 0,-1 1 0 0 0,1 0 0 0 0,-6 7 0 0 0,-1 1 35 0 0,0 0 0 0 0,1 2 1 0 0,-17 26-1 0 0,25-37-353 0 0,1-1 1 0 0,0 0 0 0 0,-1 1-1 0 0,1-1 1 0 0,0 1 0 0 0,1 0-1 0 0,-1-1 1 0 0,0 1 0 0 0,1 0-1 0 0,-1-1 1 0 0,1 1 0 0 0,0 0-1 0 0,0 0 1 0 0,0 4 0 0 0,1-6-45 0 0,-1 0 0 0 0,1 0 0 0 0,-1 1 0 0 0,1-1 0 0 0,-1 0 0 0 0,1 0 0 0 0,0 0 0 0 0,0 0 0 0 0,-1 0 0 0 0,1 0 0 0 0,0 0 0 0 0,0 0 0 0 0,0 0 0 0 0,0 0 0 0 0,0 0 0 0 0,0-1 0 0 0,1 1 0 0 0,-1 0 0 0 0,0-1 0 0 0,0 1 0 0 0,2 0 0 0 0,3 0-151 0 0,0 0-1 0 0,0 0 1 0 0,1 0-1 0 0,-1-1 1 0 0,0 1 0 0 0,1-2-1 0 0,-1 1 1 0 0,0-1-1 0 0,0 0 1 0 0,8-2-1 0 0,1 0-854 0 0,0-2 0 0 0,0 0 1 0 0,23-12-1 0 0,11-15-6545 0 0,-29 15 3577 0 0</inkml:trace>
</inkml:ink>
</file>

<file path=ppt/ink/ink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2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50 1164 0 0,'-20'-35'6224'0'0,"14"20"-4593"0"0</inkml:trace>
</inkml:ink>
</file>

<file path=ppt/ink/ink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3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98 664 0 0,'-12'7'1144'0'0,"0"0"0"0"0,0 1 0 0 0,1 0 0 0 0,0 1 0 0 0,0 0 0 0 0,-11 13 0 0 0,19-18-965 0 0,0-1 1 0 0,1 1-1 0 0,-1-1 1 0 0,1 1-1 0 0,0 0 1 0 0,0 0-1 0 0,0 0 1 0 0,0 0-1 0 0,1 0 1 0 0,0 1-1 0 0,0-1 1 0 0,0 0-1 0 0,0 1 1 0 0,1-1-1 0 0,-1 1 1 0 0,1-1-1 0 0,0 0 1 0 0,1 1-1 0 0,-1-1 1 0 0,1 1-1 0 0,0-1 1 0 0,0 0-1 0 0,3 8 1 0 0,-3-10-210 0 0,0 0 0 0 0,0 0 1 0 0,0 0-1 0 0,0 0 0 0 0,0 0 1 0 0,1 0-1 0 0,-1 0 0 0 0,1 0 0 0 0,-1-1 1 0 0,1 1-1 0 0,0-1 0 0 0,0 1 1 0 0,-1-1-1 0 0,1 0 0 0 0,0 1 1 0 0,0-1-1 0 0,0 0 0 0 0,1 0 0 0 0,-1-1 1 0 0,0 1-1 0 0,0 0 0 0 0,0-1 1 0 0,1 1-1 0 0,-1-1 0 0 0,0 0 0 0 0,4 0 1 0 0,-3 0-479 0 0,0 0 1 0 0,0 0 0 0 0,0-1 0 0 0,0 1-1 0 0,0-1 1 0 0,-1 0 0 0 0,1 0-1 0 0,0 0 1 0 0,0 0 0 0 0,-1-1 0 0 0,1 1-1 0 0,-1-1 1 0 0,3-1 0 0 0,5-4-2349 0 0</inkml:trace>
  <inkml:trace contextRef="#ctx0" brushRef="#br0" timeOffset="1">176 15 784 0 0,'-7'-5'1824'0'0,"1"-4"-760"0"0</inkml:trace>
</inkml:ink>
</file>

<file path=ppt/ink/ink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3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890 33 648 0 0,'5'23'4176'0'0,"-30"99"1025"0"0,13-76-4370 0 0,-3 0 1 0 0,-21 45-1 0 0,17-60-1434 0 0,4-19-1227 0 0,-3-10-3644 0 0,7-5 2878 0 0</inkml:trace>
  <inkml:trace contextRef="#ctx0" brushRef="#br0" timeOffset="1">221 0 600 0 0,'-14'7'624'0'0,"0"0"1"0"0,1 1-1 0 0,-1 0 1 0 0,2 1-1 0 0,-1 1 0 0 0,1 0 1 0 0,1 0-1 0 0,0 1 0 0 0,0 1 1 0 0,1 0-1 0 0,1 0 1 0 0,0 1-1 0 0,0 0 0 0 0,1 0 1 0 0,1 1-1 0 0,0 0 0 0 0,1 1 1 0 0,-5 18-1 0 0,6-17-437 0 0,1-1 1 0 0,1 1-1 0 0,0 0 0 0 0,1-1 1 0 0,0 1-1 0 0,2 0 0 0 0,0 0 1 0 0,0 0-1 0 0,2 0 0 0 0,0 0 1 0 0,1 0-1 0 0,0 0 0 0 0,1-1 1 0 0,1 1-1 0 0,0-1 0 0 0,1-1 0 0 0,15 26 1 0 0,-17-34-387 0 0,0 0 0 0 0,1 0 0 0 0,0 0 0 0 0,0-1 0 0 0,0 0 0 0 0,1 0 0 0 0,0-1 0 0 0,0 1 0 0 0,0-1 0 0 0,0 0 0 0 0,9 3 0 0 0,-6-3-1306 0 0,1 0-1 0 0,1-1 0 0 0,-1 0 1 0 0,12 2-1 0 0,-3-2-1821 0 0</inkml:trace>
</inkml:ink>
</file>

<file path=ppt/ink/ink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7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19 600 0 0,'0'0'957'0'0,"0"0"-666"0"0,-1-1 0 0 0,1 1 1 0 0,-1-1-1 0 0,1 0 0 0 0,-1 1 0 0 0,1-1 1 0 0,0 1-1 0 0,-1-1 0 0 0,1 0 0 0 0,0 1 1 0 0,-1-1-1 0 0,1 0 0 0 0,0 1 0 0 0,0-1 1 0 0,-1 0-1 0 0,1 1 0 0 0,0-1 0 0 0,0 0 1 0 0,0 0-1 0 0,0 1 0 0 0,0-1 0 0 0,0 0 1 0 0,0 0-1 0 0,1 0 0 0 0,3 0-622 0 0,4 0 199 0 0,3 4-4137 0 0,10 3 1955 0 0</inkml:trace>
</inkml:ink>
</file>

<file path=ppt/ink/ink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8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32 100 0 0,'0'0'1000'0'0,"11"-7"836"0"0,-5 0 476 0 0,3-2-1151 0 0,2 6-273 0 0,4-2-504 0 0,3 5-500 0 0,-6 0-180 0 0,12 2-1340 0 0,-12-2-713 0 0,3 1 541 0 0</inkml:trace>
</inkml:ink>
</file>

<file path=ppt/ink/ink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8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12 284 0 0,'37'-10'4204'0'0,"-22"9"-4047"0"0,1 1 0 0 0,-1 0 0 0 0,20 4-1 0 0,8 1-2968 0 0,-29-5 1517 0 0</inkml:trace>
</inkml:ink>
</file>

<file path=ppt/ink/ink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9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3 828 0 0,'-7'-2'10656'0'0,"7"1"-10466"0"0,-4 29 2344 0 0,6 38-1856 0 0,-1-66-660 0 0,0 1 0 0 0,0 0 0 0 0,0 0 0 0 0,0 0 0 0 0,0-1 0 0 0,0 1 0 0 0,0 0 0 0 0,0-1 0 0 0,1 1 0 0 0,-1-1 0 0 0,0 1 0 0 0,0-1 0 0 0,1 0 0 0 0,-1 0 0 0 0,0 1 0 0 0,1-1 0 0 0,-1 0 0 0 0,0 0 0 0 0,1 0-1 0 0,-1 0 1 0 0,0-1 0 0 0,0 1 0 0 0,3-1 0 0 0,77-17 229 0 0,-55 11-262 0 0,-1 1-1 0 0,2 1 1 0 0,-1 1-1 0 0,42 0 1 0 0,-67 4 5 0 0,0-1 0 0 0,0 1 1 0 0,0 0-1 0 0,0 0 1 0 0,1 0-1 0 0,-1 0 0 0 0,0 1 1 0 0,0-1-1 0 0,0 0 0 0 0,0 0 1 0 0,0 1-1 0 0,0-1 0 0 0,0 0 1 0 0,0 1-1 0 0,0-1 1 0 0,0 1-1 0 0,0-1 0 0 0,0 1 1 0 0,0 0-1 0 0,0-1 0 0 0,0 2 1 0 0,-1-1 17 0 0,1-1-1 0 0,-1 1 1 0 0,0 0 0 0 0,0-1 0 0 0,0 1-1 0 0,0 0 1 0 0,0 0 0 0 0,0-1 0 0 0,0 1-1 0 0,-1 0 1 0 0,1-1 0 0 0,0 1 0 0 0,0 0-1 0 0,0-1 1 0 0,-1 1 0 0 0,1 0 0 0 0,0-1-1 0 0,-1 1 1 0 0,1-1 0 0 0,-1 1 0 0 0,1 0-1 0 0,0-1 1 0 0,-2 1 0 0 0,-17 17-2101 0 0,-2-9-4954 0 0,8-6 3490 0 0</inkml:trace>
</inkml:ink>
</file>

<file path=ppt/ink/ink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09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19 143 13105 0 0,'-6'-30'33'0'0,"2"8"869"0"0,0 1 0 0 0,0-31 0 0 0,4 51-930 0 0,0 0-1 0 0,0 1 1 0 0,0-1 0 0 0,-1 1 0 0 0,1-1-1 0 0,0 1 1 0 0,0-1 0 0 0,0 0-1 0 0,0 1 1 0 0,0-1 0 0 0,1 1-1 0 0,-1-1 1 0 0,0 1 0 0 0,0-1-1 0 0,0 1 1 0 0,0-1 0 0 0,1 1-1 0 0,-1-1 1 0 0,0 1 0 0 0,0-1-1 0 0,1 1 1 0 0,-1-1 0 0 0,0 1-1 0 0,1-1 1 0 0,-1 1 0 0 0,1-1-1 0 0,-1 1 1 0 0,1 0 0 0 0,-1-1 0 0 0,0 1-1 0 0,1 0 1 0 0,-1-1 0 0 0,1 1-1 0 0,-1 0 1 0 0,1 0 0 0 0,0 0-1 0 0,-1-1 1 0 0,1 1 0 0 0,-1 0-1 0 0,1 0 1 0 0,-1 0 0 0 0,1 0-1 0 0,0 0 1 0 0,-1 0 0 0 0,1 0-1 0 0,-1 0 1 0 0,1 0 0 0 0,-1 0-1 0 0,1 1 1 0 0,-1-1 0 0 0,2 0-1 0 0,22 14-7195 0 0,-16-9 3201 0 0</inkml:trace>
</inkml:ink>
</file>

<file path=ppt/ink/ink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1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52 634 616 0 0,'-52'38'10006'0'0,"54"-39"-9960"0"0,0 0 1 0 0,0 0 0 0 0,0 0-1 0 0,0 0 1 0 0,0-1-1 0 0,0 1 1 0 0,-1 0 0 0 0,1-1-1 0 0,0 1 1 0 0,-1-1 0 0 0,3-3-1 0 0,0 1 48 0 0,102-85 798 0 0,-3-4 0 0 0,134-157 0 0 0,-227 238-785 0 0,-1-1 0 0 0,0 0 0 0 0,-1 0 0 0 0,0-1 0 0 0,-1 0 0 0 0,-1 0 0 0 0,0-1 0 0 0,-1 0 0 0 0,-1 0 0 0 0,3-16 0 0 0,-7 29-88 0 0,0 0 1 0 0,0 0-1 0 0,0 0 1 0 0,-1 0-1 0 0,1 0 0 0 0,0 0 1 0 0,-1 1-1 0 0,0-1 0 0 0,1 0 1 0 0,-1 0-1 0 0,0 0 0 0 0,0 0 1 0 0,0 1-1 0 0,0-1 0 0 0,0 0 1 0 0,0 1-1 0 0,-1-1 1 0 0,1 1-1 0 0,-1-1 0 0 0,1 1 1 0 0,-1 0-1 0 0,1 0 0 0 0,-1 0 1 0 0,0-1-1 0 0,1 2 0 0 0,-1-1 1 0 0,0 0-1 0 0,0 0 1 0 0,0 0-1 0 0,0 1 0 0 0,0-1 1 0 0,0 1-1 0 0,0 0 0 0 0,0-1 1 0 0,0 1-1 0 0,0 0 0 0 0,0 0 1 0 0,0 0-1 0 0,0 1 1 0 0,0-1-1 0 0,0 0 0 0 0,1 1 1 0 0,-1-1-1 0 0,0 1 0 0 0,0 0 1 0 0,0-1-1 0 0,-2 3 0 0 0,3-2-14 0 0,-1 0-1 0 0,1 0 0 0 0,0 1 0 0 0,0-1 1 0 0,0 0-1 0 0,0 1 0 0 0,1-1 0 0 0,-1 1 0 0 0,0-1 1 0 0,0 1-1 0 0,1 0 0 0 0,-1-1 0 0 0,1 1 0 0 0,0 0 1 0 0,-1-1-1 0 0,1 1 0 0 0,0 0 0 0 0,0-1 0 0 0,0 1 1 0 0,0 0-1 0 0,0 0 0 0 0,0-1 0 0 0,1 1 0 0 0,0 2 1 0 0,9 40 34 0 0,-9-42-36 0 0,17 52 17 0 0,-9-33-4 0 0,-2 1 0 0 0,-1-1 0 0 0,0 2 0 0 0,-2-1-1 0 0,4 39 1 0 0,-8-53-9 0 0,1-1 0 0 0,-1 1-1 0 0,-1-1 1 0 0,1 0 0 0 0,-1 1 0 0 0,-1-1 0 0 0,1 0-1 0 0,-1 0 1 0 0,0 0 0 0 0,-1 0 0 0 0,1 0-1 0 0,-2 0 1 0 0,1-1 0 0 0,-1 1 0 0 0,0-1-1 0 0,0 0 1 0 0,0 0 0 0 0,-1-1 0 0 0,0 1-1 0 0,-10 8 1 0 0,7-7 8 0 0,-1-1 0 0 0,1 0 0 0 0,-1-1 0 0 0,0 1-1 0 0,-1-2 1 0 0,-9 5 0 0 0,17-9-37 0 0,8-4-261 0 0,42-21-411 0 0,1 2-1 0 0,83-27 1 0 0,-120 46 609 0 0,31-10-253 0 0,-29 10 253 0 0,0 0 1 0 0,0 0-1 0 0,0-2 0 0 0,-1 0 0 0 0,0 0 0 0 0,0-1 0 0 0,-1 0 0 0 0,1-1 0 0 0,20-19 1 0 0,-32 26 256 0 0,-2-6 1331 0 0,0 11-1480 0 0,0-1-1 0 0,-1 0 1 0 0,1 0 0 0 0,1 1-1 0 0,-1-1 1 0 0,0 0 0 0 0,1 1-1 0 0,0-1 1 0 0,0 7 0 0 0,0-9-19 0 0,0 0 0 0 0,0 0 1 0 0,0 0-1 0 0,1 0 0 0 0,-1 0 1 0 0,0 0-1 0 0,1 0 0 0 0,-1-1 0 0 0,0 1 1 0 0,1 0-1 0 0,-1 0 0 0 0,1 0 1 0 0,0 0-1 0 0,-1 0 0 0 0,1-1 0 0 0,0 1 1 0 0,-1 0-1 0 0,1-1 0 0 0,0 1 1 0 0,0 0-1 0 0,0-1 0 0 0,-1 1 0 0 0,1-1 1 0 0,0 1-1 0 0,0-1 0 0 0,0 0 1 0 0,0 1-1 0 0,0-1 0 0 0,0 0 1 0 0,0 0-1 0 0,0 0 0 0 0,0 1 0 0 0,0-1 1 0 0,0 0-1 0 0,0 0 0 0 0,0 0 1 0 0,0-1-1 0 0,0 1 0 0 0,0 0 0 0 0,0 0 1 0 0,0 0-1 0 0,0-1 0 0 0,0 1 1 0 0,0-1-1 0 0,0 1 0 0 0,0-1 0 0 0,0 0 1 0 0,29-10 8 0 0,54-29 1 0 0,-50 22-45 0 0,-32 18 28 0 0,19 4 26 0 0,64 36-93 0 0,-83-39 78 0 0,35-8 14 0 0,-33 5-18 0 0,0 0 1 0 0,-1 0 0 0 0,1 0-1 0 0,-1 0 1 0 0,0-1 0 0 0,0 1-1 0 0,0-1 1 0 0,0 0 0 0 0,0 0-1 0 0,0 0 1 0 0,-1 0 0 0 0,1 0-1 0 0,-1-1 1 0 0,3-6 0 0 0,21-59 30 0 0,-13 31 32 0 0,-12 37-65 0 0,-1 22 52 0 0,-1 0-1 0 0,-1 1 0 0 0,-5 24 0 0 0,0 11 31 0 0,-38 304 87 0 0,42-332-155 0 0,-7 99 129 0 0,10-126-35 0 0,0-8-109 0 0,-2-17 1 0 0,2 0-1 0 0,1 1 1 0 0,1-1-1 0 0,1 1 1 0 0,6-25-1 0 0,35-119 2 0 0,-34 134-13 0 0,3-11 18 0 0,33-74 0 0 0,-38 101-23 0 0,0 1-1 0 0,1 0 1 0 0,1 0-1 0 0,0 0 0 0 0,1 1 1 0 0,1 1-1 0 0,20-19 1 0 0,-30 30 12 0 0,0 0 0 0 0,0 0 0 0 0,0 0 0 0 0,0 0 0 0 0,1 1 1 0 0,-1-1-1 0 0,1 1 0 0 0,-1 0 0 0 0,1-1 0 0 0,0 1 0 0 0,-1 0 0 0 0,1 1 0 0 0,0-1 1 0 0,0 0-1 0 0,-1 1 0 0 0,1 0 0 0 0,0-1 0 0 0,0 1 0 0 0,0 0 0 0 0,0 1 0 0 0,0-1 1 0 0,-1 0-1 0 0,1 1 0 0 0,0 0 0 0 0,0-1 0 0 0,-1 1 0 0 0,1 0 0 0 0,0 1 0 0 0,-1-1 1 0 0,5 3-1 0 0,-4-1 5 0 0,0-1 0 0 0,0 2 0 0 0,-1-1 0 0 0,1 0 0 0 0,-1 0 0 0 0,0 1 0 0 0,0-1 0 0 0,0 1 0 0 0,0 0 0 0 0,-1 0 0 0 0,1 0 0 0 0,-1-1 0 0 0,0 1 0 0 0,0 0 0 0 0,0 1 0 0 0,-1-1 0 0 0,1 0 0 0 0,-1 0 0 0 0,0 0 0 0 0,-1 8 0 0 0,0-7 3 0 0,0 0 0 0 0,0 1 1 0 0,0-1-1 0 0,-1 0 0 0 0,0 0 0 0 0,0 1 0 0 0,0-1 0 0 0,-1-1 1 0 0,0 1-1 0 0,0 0 0 0 0,0-1 0 0 0,0 1 0 0 0,-1-1 0 0 0,1 0 1 0 0,-1 0-1 0 0,0-1 0 0 0,-1 1 0 0 0,1-1 0 0 0,0 0 0 0 0,-6 3 1 0 0,-1 0-12 0 0,0 0 1 0 0,0-2 0 0 0,-1 1 0 0 0,0-1 0 0 0,1-1 0 0 0,-1 0 0 0 0,-24 2-1 0 0,16-7-1317 0 0</inkml:trace>
</inkml:ink>
</file>

<file path=ppt/ink/ink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3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1 416 80 0 0,'0'0'8627'0'0,"3"-3"-8409"0"0,13-14 3153 0 0,-8 8-2510 0 0,2 7-754 0 0,0 0 0 0 0,1 0 0 0 0,-1-1 0 0 0,0-1 0 0 0,0 0 0 0 0,-1 0 0 0 0,1 0 0 0 0,-1-1 0 0 0,0-1 0 0 0,0 0 0 0 0,0 0 0 0 0,-1-1 1 0 0,0 1-1 0 0,11-13 0 0 0,15-35 85 0 0,-27 41-160 0 0,-6 11-19 0 0,0 1-6 0 0,0 0 1 0 0,0-1-1 0 0,0 1 0 0 0,-1-1 1 0 0,1 1-1 0 0,0-1 0 0 0,-1 0 1 0 0,1 1-1 0 0,-1-1 0 0 0,0 1 1 0 0,0-1-1 0 0,1 0 0 0 0,-1 1 1 0 0,0-1-1 0 0,0 0 0 0 0,0 1 1 0 0,-1-1-1 0 0,1 0 0 0 0,0 1 1 0 0,-2-4-1 0 0,1 5-6 0 0,-1 0 0 0 0,0 0-1 0 0,1 0 1 0 0,-1 0 0 0 0,0 1 0 0 0,1-1-1 0 0,-1 0 1 0 0,1 1 0 0 0,-1-1 0 0 0,0 1-1 0 0,1 0 1 0 0,-1-1 0 0 0,1 1 0 0 0,-1 0-1 0 0,1 0 1 0 0,0 0 0 0 0,-1 0 0 0 0,1 0-1 0 0,0 0 1 0 0,0 1 0 0 0,0-1 0 0 0,0 0-1 0 0,0 0 1 0 0,0 1 0 0 0,0-1 0 0 0,0 1-1 0 0,0-1 1 0 0,1 1 0 0 0,-1-1 0 0 0,1 1-1 0 0,-1-1 1 0 0,0 3 0 0 0,-1 1 0 0 0,1-1 0 0 0,-1 1 1 0 0,1 0-1 0 0,0-1 0 0 0,0 1 0 0 0,0 0 1 0 0,1 0-1 0 0,0 0 0 0 0,0 0 0 0 0,0-1 1 0 0,0 1-1 0 0,1 0 0 0 0,0 0 0 0 0,0 0 0 0 0,3 9 1 0 0,-3-12-1 0 0,0 0 1 0 0,0 0-1 0 0,0 0 1 0 0,0 0-1 0 0,1 0 1 0 0,-1 0 0 0 0,0 0-1 0 0,1 0 1 0 0,0 0-1 0 0,-1-1 1 0 0,1 1-1 0 0,0-1 1 0 0,0 1-1 0 0,0-1 1 0 0,0 0 0 0 0,0 0-1 0 0,0 1 1 0 0,0-1-1 0 0,0-1 1 0 0,1 1-1 0 0,-1 0 1 0 0,0-1-1 0 0,0 1 1 0 0,1-1 0 0 0,-1 1-1 0 0,1-1 1 0 0,-1 0-1 0 0,0 0 1 0 0,1 0-1 0 0,-1 0 1 0 0,0-1-1 0 0,1 1 1 0 0,-1-1 0 0 0,0 1-1 0 0,1-1 1 0 0,-1 0-1 0 0,0 0 1 0 0,2-1-1 0 0,13-6 5 0 0,-1 0 0 0 0,0-1 0 0 0,-1 0 0 0 0,17-14-1 0 0,-5 4-52 0 0,34-20 20 0 0,-60 38 10 0 0,25 27 17 0 0,-23-20 9 0 0,-2-3-10 0 0,0 0 0 0 0,0-1 1 0 0,0 1-1 0 0,0-1 0 0 0,0 1 0 0 0,1-1 0 0 0,-1 0 1 0 0,1 0-1 0 0,0 1 0 0 0,-1-1 0 0 0,1 0 0 0 0,0 0 1 0 0,0-1-1 0 0,0 1 0 0 0,0 0 0 0 0,1-1 0 0 0,-1 1 0 0 0,0-1 1 0 0,1 1-1 0 0,-1-1 0 0 0,1 0 0 0 0,-1 0 0 0 0,1-1 1 0 0,0 1-1 0 0,-1 0 0 0 0,1-1 0 0 0,0 0 0 0 0,0 1 1 0 0,-1-1-1 0 0,1 0 0 0 0,0 0 0 0 0,3-1 0 0 0,1 1 5 0 0,-1-1-1 0 0,0 0 0 0 0,0 0 1 0 0,0 0-1 0 0,0-1 0 0 0,0 1 0 0 0,0-1 1 0 0,0-1-1 0 0,-1 1 0 0 0,1-1 1 0 0,-1 0-1 0 0,1-1 0 0 0,-1 1 1 0 0,5-5-1 0 0,-1-1 15 0 0,-1 0 0 0 0,-1 0 0 0 0,1-1 0 0 0,11-20 1 0 0,-7 10-5 0 0,-5 7-6 0 0,-1 0 0 0 0,-1 0 0 0 0,0 0 0 0 0,0 0-1 0 0,-2-1 1 0 0,0 0 0 0 0,0 0 0 0 0,0-15 0 0 0,6-25 1191 0 0,-13 74-1161 0 0,0-1 0 0 0,1 1-1 0 0,1 0 1 0 0,1 0 0 0 0,1 1 0 0 0,1-1-1 0 0,3 22 1 0 0,-4-40-37 0 0,1 0 0 0 0,0-1 0 0 0,0 1-1 0 0,-1 0 1 0 0,1-1 0 0 0,0 1 0 0 0,0 0-1 0 0,1-1 1 0 0,-1 1 0 0 0,0-1 0 0 0,0 0-1 0 0,1 1 1 0 0,-1-1 0 0 0,1 0 0 0 0,-1 0 0 0 0,1 0-1 0 0,-1 0 1 0 0,1 0 0 0 0,0 0 0 0 0,-1 0-1 0 0,1-1 1 0 0,0 1 0 0 0,0-1 0 0 0,0 1 0 0 0,2 0-1 0 0,58 4 17 0 0,-27-3 0 0 0,-33-2-18 0 0,1 1 5 0 0,0-1-1 0 0,0 0 1 0 0,1 1-1 0 0,-1 0 0 0 0,0-1 1 0 0,0 1-1 0 0,-1 0 1 0 0,1 1-1 0 0,0-1 1 0 0,0 0-1 0 0,0 1 0 0 0,-1 0 1 0 0,1 0-1 0 0,-1-1 1 0 0,0 1-1 0 0,1 1 0 0 0,2 2 1 0 0,-5-4 12 0 0,0 0-14 0 0,1 0-1 0 0,-1 0 1 0 0,0 0 0 0 0,0-1 0 0 0,0 1-1 0 0,-1 0 1 0 0,1 0 0 0 0,0-1 0 0 0,0 1-1 0 0,0 0 1 0 0,0 0 0 0 0,-1-1-1 0 0,1 1 1 0 0,0 0 0 0 0,-1-1 0 0 0,1 1-1 0 0,0 0 1 0 0,-1-1 0 0 0,1 1 0 0 0,-1-1-1 0 0,1 1 1 0 0,-1 0 0 0 0,0-1 0 0 0,1 1-1 0 0,-1-1 1 0 0,1 0 0 0 0,-2 1 0 0 0,-18 18 11 0 0,-46 9-354 0 0,65-28-39 0 0,-12 0-670 0 0</inkml:trace>
</inkml:ink>
</file>

<file path=ppt/ink/ink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3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47 212 0 0,'-2'-8'7041'0'0,"-1"8"-6923"0"0,1 0-1 0 0,-1 0 1 0 0,1 1-1 0 0,-1-1 1 0 0,1 1-1 0 0,-1-1 1 0 0,1 1-1 0 0,-1 0 1 0 0,1 0 0 0 0,-1 0-1 0 0,1 1 1 0 0,0-1-1 0 0,0 0 1 0 0,0 1-1 0 0,0-1 1 0 0,0 1-1 0 0,0 0 1 0 0,0 0-1 0 0,0 0 1 0 0,1 0-1 0 0,-1 0 1 0 0,1 0-1 0 0,-1 0 1 0 0,1 0-1 0 0,0 1 1 0 0,0-1-1 0 0,0 1 1 0 0,0-1-1 0 0,0 0 1 0 0,1 1-1 0 0,-1 0 1 0 0,0 3 0 0 0,0-2-39 0 0,1 0 1 0 0,-1-1 0 0 0,1 1 0 0 0,-1 0 0 0 0,1 0 0 0 0,1 0 0 0 0,-1-1 0 0 0,0 1 0 0 0,1 0 0 0 0,0 0 0 0 0,0-1 0 0 0,0 1 0 0 0,0 0 0 0 0,0-1 0 0 0,1 1 0 0 0,0-1 0 0 0,-1 1 0 0 0,1-1 0 0 0,1 0 0 0 0,-1 0 0 0 0,0 0 0 0 0,1 0 0 0 0,3 3 0 0 0,-3-4-49 0 0,-1 0-1 0 0,1-1 1 0 0,-1 1-1 0 0,1-1 0 0 0,0 1 1 0 0,-1-1-1 0 0,1 0 1 0 0,0 0-1 0 0,0-1 1 0 0,0 1-1 0 0,0 0 0 0 0,0-1 1 0 0,0 0-1 0 0,0 1 1 0 0,0-1-1 0 0,0-1 1 0 0,0 1-1 0 0,0 0 1 0 0,0-1-1 0 0,0 1 0 0 0,0-1 1 0 0,0 0-1 0 0,-1 0 1 0 0,1 0-1 0 0,0 0 1 0 0,0-1-1 0 0,-1 1 0 0 0,1-1 1 0 0,-1 0-1 0 0,1 1 1 0 0,-1-1-1 0 0,0 0 1 0 0,3-4-1 0 0,1 0 94 0 0,0 0 0 0 0,-1-1-1 0 0,0 0 1 0 0,-1 0 0 0 0,0 0 0 0 0,0-1-1 0 0,0 1 1 0 0,-1-1 0 0 0,0 0 0 0 0,3-13-1 0 0,-6 15-24 0 0,0-1 0 0 0,-1 1-1 0 0,1 0 1 0 0,-1 0 0 0 0,-1 0-1 0 0,1 0 1 0 0,-1 0-1 0 0,-4-8 1 0 0,1-2-58 0 0,4 15-180 0 0,1 4-2296 0 0,0-3 2381 0 0,0 0 1 0 0,0 1-1 0 0,-1-1 0 0 0,1 1 0 0 0,0-1 0 0 0,0 1 1 0 0,0-1-1 0 0,-1 1 0 0 0,1-1 0 0 0,0 0 1 0 0,-1 1-1 0 0,1-1 0 0 0,0 0 0 0 0,-1 1 1 0 0,1-1-1 0 0,-1 0 0 0 0,1 1 0 0 0,0-1 1 0 0,-1 0-1 0 0,1 0 0 0 0,-1 1 0 0 0,0-1 1 0 0,0 0-65 0 0,1 1 0 0 0,-1-1-1 0 0,0 0 1 0 0,1 1 0 0 0,-1-1 0 0 0,0 0 0 0 0,1 1 0 0 0,-1-1 0 0 0,1 1 0 0 0,-1-1 0 0 0,1 1 0 0 0,-1 0 0 0 0,1-1 0 0 0,-1 1 0 0 0,1-1 0 0 0,0 1 0 0 0,-1 0 0 0 0,1-1 0 0 0,0 1 0 0 0,0 0 0 0 0,-1-1 0 0 0,1 1 0 0 0,0 0 0 0 0,0 0 0 0 0,0 0 0 0 0,-1 10-3476 0 0</inkml:trace>
</inkml:ink>
</file>

<file path=ppt/ink/ink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3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30 684 0 0,'0'0'5557'0'0,"3"4"-5002"0"0,21 45 1159 0 0,-21-42-1525 0 0,-1-1 0 0 0,1 1 1 0 0,-1-1-1 0 0,2 1 0 0 0,-1-1 0 0 0,1 0 0 0 0,0 0 0 0 0,0 0 0 0 0,1-1 0 0 0,-1 1 0 0 0,1-1 0 0 0,1 0 0 0 0,-1-1 0 0 0,7 5 0 0 0,-10-8-124 0 0,1 0 0 0 0,-1-1 0 0 0,1 1 0 0 0,0-1 0 0 0,-1 0 0 0 0,1 0 0 0 0,0 0 0 0 0,-1 0 0 0 0,1 0 0 0 0,-1-1 0 0 0,1 1 0 0 0,0-1 0 0 0,-1 0 0 0 0,1 1 0 0 0,-1-1 0 0 0,1 0 0 0 0,-1-1 0 0 0,0 1 0 0 0,1 0 0 0 0,-1-1 0 0 0,3-2 0 0 0,42-38 578 0 0,52-63-2309 0 0,-94 99-123 0 0,-2 3 958 0 0,2 0-2958 0 0,2 0 785 0 0</inkml:trace>
</inkml:ink>
</file>

<file path=ppt/ink/ink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4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0 118 516 0 0,'28'-23'4082'0'0,"-17"13"-2860"0"0,1-1-1 0 0,-1 0 0 0 0,-1-1 1 0 0,0 0-1 0 0,14-25 0 0 0,-23 35 332 0 0,-26 23-1174 0 0,21-19-340 0 0,1 0 1 0 0,-1 0-1 0 0,1 1 1 0 0,0-1 0 0 0,0 1-1 0 0,0 0 1 0 0,1 0 0 0 0,-1 0-1 0 0,1 0 1 0 0,-1 1-1 0 0,1-1 1 0 0,-3 7 0 0 0,1-2 9 0 0,1-1-1 0 0,0 0 1 0 0,0 1 0 0 0,1 0 0 0 0,0-1 0 0 0,0 1 0 0 0,1 0 0 0 0,0 0 0 0 0,1 0-1 0 0,-1 0 1 0 0,1 0 0 0 0,2 13 0 0 0,-1-20-45 0 0,-1 0 0 0 0,1 0 0 0 0,-1-1 0 0 0,1 1 0 0 0,0 0 1 0 0,-1 0-1 0 0,1 0 0 0 0,0 0 0 0 0,0-1 0 0 0,0 1 0 0 0,-1 0 0 0 0,1-1 0 0 0,0 1 0 0 0,0-1 0 0 0,0 1 0 0 0,0-1 1 0 0,0 1-1 0 0,0-1 0 0 0,0 0 0 0 0,0 1 0 0 0,0-1 0 0 0,0 0 0 0 0,1 0 0 0 0,-1 0 0 0 0,0 0 0 0 0,0 0 0 0 0,0 0 1 0 0,0 0-1 0 0,0 0 0 0 0,2 0 0 0 0,32-7 85 0 0,-35 7-88 0 0,168-56 53 0 0,-94 30-64 0 0,-71 25 10 0 0,1-1 0 0 0,-1 1 0 0 0,0 0 0 0 0,1 1-1 0 0,-1-1 1 0 0,1 0 0 0 0,0 1 0 0 0,-1 0 0 0 0,1 0 0 0 0,-1 0-1 0 0,1 0 1 0 0,5 2 0 0 0,-7-1-7 0 0,0 0 0 0 0,1 0 0 0 0,-1 1-1 0 0,0-1 1 0 0,0 1 0 0 0,-1 0 0 0 0,1-1 0 0 0,0 1 0 0 0,0 0-1 0 0,-1 0 1 0 0,1 0 0 0 0,-1 0 0 0 0,0 0 0 0 0,0 1 0 0 0,0-1 0 0 0,0 0-1 0 0,0 0 1 0 0,0 1 0 0 0,0-1 0 0 0,-1 1 0 0 0,1-1 0 0 0,-1 1 0 0 0,0 3-1 0 0,1-3-287 0 0,0 1 0 0 0,0 0-1 0 0,0-1 1 0 0,1 1 0 0 0,-1-1-1 0 0,1 1 1 0 0,0-1 0 0 0,0 0-1 0 0,3 5 1 0 0,14 12-5567 0 0,-8-10 2330 0 0</inkml:trace>
</inkml:ink>
</file>

<file path=ppt/ink/ink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5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18 860 0 0,'5'-11'2560'0'0,"-5"11"-2391"0"0,0 0 0 0 0,0-1 0 0 0,0 1 0 0 0,0 0 0 0 0,0 0 0 0 0,0-1 0 0 0,0 1 0 0 0,0 0 0 0 0,1 0 0 0 0,-1-1 0 0 0,0 1 0 0 0,0 0 0 0 0,0 0 0 0 0,0-1 1 0 0,1 1-1 0 0,-1 0 0 0 0,0 0 0 0 0,0-1 0 0 0,0 1 0 0 0,1 0 0 0 0,-1 0 0 0 0,0 0 0 0 0,0 0 0 0 0,1 0 0 0 0,-1-1 0 0 0,0 1 0 0 0,1 0 0 0 0,-1 0 0 0 0,0 0 0 0 0,0 0 0 0 0,1 0 0 0 0,-1 0 0 0 0,0 0 0 0 0,1 0 0 0 0,-1 0 0 0 0,0 0 0 0 0,0 0 0 0 0,1 0 0 0 0,-1 0 0 0 0,0 0 0 0 0,1 0 0 0 0,-1 0 0 0 0,5 6 74 0 0,-1-1-1 0 0,0 0 0 0 0,-1 1 1 0 0,1 0-1 0 0,-1-1 0 0 0,0 1 1 0 0,-1 1-1 0 0,1-1 0 0 0,2 12 1 0 0,9 63 1170 0 0,-13-77-1376 0 0,-1 0 0 0 0,1-1 0 0 0,0 1 0 0 0,1 0 0 0 0,-1-1 0 0 0,1 1 0 0 0,-1-1 0 0 0,1 1 0 0 0,0-1 0 0 0,1 0 1 0 0,3 5-1 0 0,10 16 1132 0 0,-16-24-1149 0 0,0 0-1 0 0,1 0 1 0 0,-1 0-1 0 0,0 1 0 0 0,1-1 1 0 0,-1 0-1 0 0,0 0 1 0 0,1 0-1 0 0,-1 0 0 0 0,1 0 1 0 0,-1 0-1 0 0,0 0 0 0 0,1 0 1 0 0,-1 0-1 0 0,0 0 1 0 0,1 0-1 0 0,-1 0 0 0 0,1 0 1 0 0,-1 0-1 0 0,0 0 0 0 0,1 0 1 0 0,-1 0-1 0 0,0 0 1 0 0,1 0-1 0 0,-1 0 0 0 0,0-1 1 0 0,1 1-1 0 0,-1 0 1 0 0,0 0-1 0 0,1-1 0 0 0,-1 1 1 0 0,0 0-1 0 0,0 0 0 0 0,1-1 1 0 0,-1 1-1 0 0,0 0 1 0 0,0 0-1 0 0,1-1 0 0 0,-1 1 1 0 0,0 0-1 0 0,0-1 0 0 0,0 1 1 0 0,0-1-1 0 0,0 1 1 0 0,1 0-1 0 0,-1-1 0 0 0,0 1 1 0 0,10-19 379 0 0,-9 18-332 0 0,13-34 283 0 0,-12 19 27 0 0,-1 5-1864 0 0,-17 8 244 0 0,12 2 592 0 0,-46 12-4203 0 0,19 1-1048 0 0</inkml:trace>
</inkml:ink>
</file>

<file path=ppt/ink/ink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5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1 255 316 0 0,'0'0'7235'0'0,"4"0"-6623"0"0,3 0-250 0 0,1 0 1 0 0,-1-1-1 0 0,0 0 0 0 0,0-1 1 0 0,0 1-1 0 0,0-1 1 0 0,0-1-1 0 0,-1 1 1 0 0,1-1-1 0 0,0 0 1 0 0,-1-1-1 0 0,0 0 0 0 0,0 0 1 0 0,0 0-1 0 0,0 0 1 0 0,7-9-1 0 0,0 1 102 0 0,-1 0-1 0 0,0-2 1 0 0,0 1-1 0 0,-2-1 1 0 0,18-30 0 0 0,-26 41-411 0 0,0-1 0 0 0,0 1 1 0 0,-1-1-1 0 0,1 1 0 0 0,-1-1 1 0 0,0 1-1 0 0,0-1 0 0 0,0 0 1 0 0,0 0-1 0 0,-1 1 1 0 0,1-1-1 0 0,-1 0 0 0 0,0 0 1 0 0,-1 0-1 0 0,1 1 0 0 0,0-1 1 0 0,-1 0-1 0 0,0 0 1 0 0,0 1-1 0 0,0-1 0 0 0,0 0 1 0 0,-1 1-1 0 0,-2-6 0 0 0,3 8 41 0 0,2 3-117 0 0,0 0 22 0 0,0 0 0 0 0,1 0-1 0 0,-1 0 1 0 0,1 0 0 0 0,-1 0 0 0 0,1-1 0 0 0,0 1 0 0 0,-1-1 0 0 0,1 1 0 0 0,3 1 0 0 0,-3-2-1 0 0,3 4-1 0 0,10 10-6 0 0,0 0 0 0 0,19 26 1 0 0,-31-35 2 0 0,1-1 1 0 0,-1 1 0 0 0,0-1 0 0 0,-1 1 0 0 0,1 0-1 0 0,-1 0 1 0 0,0 0 0 0 0,-1 0 0 0 0,0 1-1 0 0,0-1 1 0 0,0 0 0 0 0,0 8 0 0 0,-1-10 3 0 0,-1-1 0 0 0,1 1 0 0 0,1-1 0 0 0,-1 1 0 0 0,0-1 0 0 0,1 1 1 0 0,0-1-1 0 0,0 1 0 0 0,0-1 0 0 0,0 0 0 0 0,1 1 0 0 0,-1-1 0 0 0,1 0 1 0 0,0 0-1 0 0,0 0 0 0 0,0 0 0 0 0,0 0 0 0 0,0-1 0 0 0,1 1 0 0 0,-1-1 0 0 0,4 4 1 0 0,-1-4-6 0 0,-1 0 0 0 0,1 0 1 0 0,-1 0-1 0 0,1 0 1 0 0,-1-1-1 0 0,1 0 1 0 0,0 0-1 0 0,0 0 0 0 0,0-1 1 0 0,0 1-1 0 0,-1-1 1 0 0,1 0-1 0 0,8-1 1 0 0,2-2-6 0 0,-1 1 0 0 0,0-2 1 0 0,0 0-1 0 0,0 0 0 0 0,-1-2 1 0 0,0 1-1 0 0,0-2 1 0 0,0 0-1 0 0,16-11 0 0 0,-5 0 26 0 0,-18 14 54 0 0,1 0-1 0 0,-1-1 1 0 0,0 0-1 0 0,-1 0 1 0 0,1-1-1 0 0,-1 1 1 0 0,0-1-1 0 0,0 0 1 0 0,-1 0 0 0 0,7-12 1202 0 0,-15 22-1123 0 0,-44 69 468 0 0,27-39-753 0 0,15-10-1977 0 0,4 7-8958 0 0</inkml:trace>
</inkml:ink>
</file>

<file path=ppt/ink/ink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6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 1324 0 0,'30'-97'11570'0'0,"-30"96"-10605"0"0,0 0-959 0 0,0 1 1 0 0,0 0-1 0 0,0 0 1 0 0,0 0 0 0 0,0-1-1 0 0,0 1 1 0 0,0 0-1 0 0,0 0 1 0 0,0-1-1 0 0,0 1 1 0 0,0 0 0 0 0,0 0-1 0 0,0-1 1 0 0,0 1-1 0 0,0 0 1 0 0,0 0-1 0 0,0 0 1 0 0,0-1 0 0 0,0 1-1 0 0,0 0 1 0 0,0 0-1 0 0,0 0 1 0 0,0-1 0 0 0,0 1-1 0 0,1 0 1 0 0,-1 0-1 0 0,0 0 1 0 0,0-1-1 0 0,0 1 1 0 0,0 0 0 0 0,1 0-1 0 0,-1 0 1 0 0,0 0-1 0 0,0 0 1 0 0,0-1 0 0 0,0 1-1 0 0,1 0 1 0 0,-1 0-1 0 0,0 0 1 0 0,0 0-1 0 0,1 0 1 0 0,-1 0 0 0 0,9 8-1381 0 0,5 14-2425 0 0,-12-11 404 0 0,0-2 261 0 0</inkml:trace>
</inkml:ink>
</file>

<file path=ppt/ink/ink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6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2 1056 0 0,'-1'-2'7013'0'0,"-5"4"-3576"0"0,1-1-3303 0 0,1 1-1 0 0,0 0 0 0 0,0 1 1 0 0,0-1-1 0 0,0 1 0 0 0,0 0 1 0 0,0 0-1 0 0,-6 6 0 0 0,7-5-29 0 0,1-1-1 0 0,-1 1 0 0 0,1 0 0 0 0,0-1 0 0 0,1 1 0 0 0,-1 0 1 0 0,0 0-1 0 0,1 0 0 0 0,0 0 0 0 0,0 1 0 0 0,0-1 0 0 0,1 0 0 0 0,0 0 1 0 0,-1 0-1 0 0,1 1 0 0 0,1-1 0 0 0,-1 0 0 0 0,0 0 0 0 0,1 1 1 0 0,0-1-1 0 0,0 0 0 0 0,1 0 0 0 0,-1 0 0 0 0,1 0 0 0 0,3 6 0 0 0,-2-6-63 0 0,1 1-1 0 0,-1-1 1 0 0,1-1-1 0 0,0 1 0 0 0,0 0 1 0 0,1-1-1 0 0,-1 0 0 0 0,1 0 1 0 0,-1 0-1 0 0,1-1 1 0 0,0 1-1 0 0,0-1 0 0 0,0 0 1 0 0,0-1-1 0 0,1 1 1 0 0,-1-1-1 0 0,0 0 0 0 0,1 0 1 0 0,-1-1-1 0 0,6 1 0 0 0,4-2 32 0 0,-1 0 0 0 0,0 0 0 0 0,-1-1 0 0 0,1-1 0 0 0,0 0 0 0 0,-1-1-1 0 0,1 0 1 0 0,-1-1 0 0 0,0-1 0 0 0,-1 0 0 0 0,1-1 0 0 0,-1 0 0 0 0,-1-1-1 0 0,1 0 1 0 0,-1-1 0 0 0,-1 0 0 0 0,1-1 0 0 0,-2 0 0 0 0,1-1 0 0 0,-2 0-1 0 0,12-17 1 0 0,-19 27 20 0 0,0 0 1 0 0,-1 0-1 0 0,1 0 0 0 0,0 0 0 0 0,-1 0 0 0 0,1 0 0 0 0,-1 0 0 0 0,1-1 1 0 0,-1 1-1 0 0,0 0 0 0 0,1 0 0 0 0,-1-1 0 0 0,0 1 0 0 0,0 0 0 0 0,0 0 1 0 0,0-1-1 0 0,0 1 0 0 0,0-2 0 0 0,-1 2-37 0 0,0 0-1 0 0,1 1 1 0 0,-1-1-1 0 0,0 1 1 0 0,0 0-1 0 0,0-1 1 0 0,0 1-1 0 0,1 0 0 0 0,-1-1 1 0 0,0 1-1 0 0,0 0 1 0 0,0 0-1 0 0,0 0 1 0 0,0 0-1 0 0,0-1 1 0 0,0 1-1 0 0,0 1 1 0 0,1-1-1 0 0,-2 0 1 0 0,-1 1-27 0 0,0 0 1 0 0,0 1 0 0 0,0-1-1 0 0,0 1 1 0 0,0 0-1 0 0,1 0 1 0 0,-1 0-1 0 0,1 0 1 0 0,-1 0-1 0 0,1 1 1 0 0,0-1-1 0 0,0 1 1 0 0,0-1-1 0 0,0 1 1 0 0,0 0-1 0 0,-2 5 1 0 0,2-5 6 0 0,0 1-133 0 0,-1 1 0 0 0,1 0 0 0 0,0-1 0 0 0,0 1 0 0 0,1 0 0 0 0,-1 0 0 0 0,1 0 0 0 0,0 0 0 0 0,1 0 0 0 0,-1 1 0 0 0,1 6 0 0 0,4 11-3451 0 0,8-2-3891 0 0,-3-11 2438 0 0</inkml:trace>
</inkml:ink>
</file>

<file path=ppt/ink/ink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16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63 484 0 0,'15'-6'1804'0'0,"0"1"-104"0"0,-3-2-35 0 0,-3 2-57 0 0,1 0-176 0 0,-2-2 1048 0 0,4-5-1448 0 0,-7 9 676 0 0,3-8-1268 0 0,-39 9-4080 0 0,12 4-828 0 0,2 2 1031 0 0</inkml:trace>
</inkml:ink>
</file>

<file path=ppt/ink/ink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23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17 1300 0 0,'-1'-2'214'0'0,"0"1"-1"0"0,0 0 1 0 0,0 0-1 0 0,0 0 0 0 0,0-1 1 0 0,-1 1-1 0 0,1 1 1 0 0,0-1-1 0 0,0 0 1 0 0,-1 0-1 0 0,1 0 1 0 0,-1 1-1 0 0,1-1 1 0 0,-1 0-1 0 0,1 1 1 0 0,-1 0-1 0 0,1-1 0 0 0,-1 1 1 0 0,1 0-1 0 0,-1 0 1 0 0,0 0-1 0 0,1 0 1 0 0,-1 0-1 0 0,1 0 1 0 0,-1 0-1 0 0,1 0 1 0 0,-1 1-1 0 0,0-1 1 0 0,1 1-1 0 0,-1-1 0 0 0,1 1 1 0 0,0 0-1 0 0,-1-1 1 0 0,1 1-1 0 0,-1 0 1 0 0,1 0-1 0 0,0 0 1 0 0,0 0-1 0 0,0 0 1 0 0,-1 0-1 0 0,1 0 1 0 0,-1 3-1 0 0,-2 0 60 0 0,0 0 0 0 0,0 0-1 0 0,0 0 1 0 0,1 1 0 0 0,0 0 0 0 0,0-1 0 0 0,0 1-1 0 0,1 0 1 0 0,-1 1 0 0 0,1-1 0 0 0,-1 7 0 0 0,2-8-179 0 0,0 0 1 0 0,1 0 0 0 0,-1 0 0 0 0,1 0 0 0 0,0 1 0 0 0,0-1 0 0 0,1 0-1 0 0,-1 0 1 0 0,1 0 0 0 0,0 0 0 0 0,0 0 0 0 0,0 0 0 0 0,1 0-1 0 0,-1 0 1 0 0,1-1 0 0 0,0 1 0 0 0,0 0 0 0 0,1-1 0 0 0,-1 0 0 0 0,0 1-1 0 0,1-1 1 0 0,0 0 0 0 0,0 0 0 0 0,0-1 0 0 0,0 1 0 0 0,5 3-1 0 0,-4-4-240 0 0,0 0 0 0 0,0-1 0 0 0,-1 1 0 0 0,1-1 0 0 0,0 0 0 0 0,0 0 0 0 0,0 0 0 0 0,0-1-1 0 0,0 1 1 0 0,0-1 0 0 0,6 0 0 0 0,-4-1-670 0 0,-1 0 0 0 0,0 1 0 0 0,1-2 0 0 0,-1 1 0 0 0,0-1 0 0 0,0 0 0 0 0,0 0-1 0 0,0 0 1 0 0,8-6 0 0 0,-1 0-2783 0 0</inkml:trace>
</inkml:ink>
</file>

<file path=ppt/ink/ink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23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25 976 0 0,'-39'-24'10418'0'0,"40"28"-11206"0"0,0 0 511 0 0,1-1-1 0 0,-1 1 1 0 0,1-1 0 0 0,0 1 0 0 0,0-1-1 0 0,0 1 1 0 0,3 3 0 0 0,2 4-3294 0 0,0-1 862 0 0</inkml:trace>
</inkml:ink>
</file>

<file path=ppt/ink/ink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24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88 180 472 0 0,'-5'2'425'0'0,"0"-1"0"0"0,0 1 1 0 0,1 0-1 0 0,-1 1 0 0 0,1-1 0 0 0,0 1 1 0 0,0-1-1 0 0,0 1 0 0 0,0 0 0 0 0,0 1 0 0 0,0-1 1 0 0,1 1-1 0 0,0 0 0 0 0,-1 0 0 0 0,2 0 1 0 0,-1 0-1 0 0,0 0 0 0 0,1 0 0 0 0,0 1 0 0 0,0 0 1 0 0,0-1-1 0 0,-2 10 0 0 0,2-10-277 0 0,1 1 0 0 0,0-1-1 0 0,1 1 1 0 0,-1 0 0 0 0,1-1 0 0 0,-1 1-1 0 0,2 0 1 0 0,-1-1 0 0 0,0 1 0 0 0,1 0-1 0 0,0-1 1 0 0,0 1 0 0 0,0-1 0 0 0,1 1-1 0 0,-1-1 1 0 0,1 0 0 0 0,0 1 0 0 0,0-1-1 0 0,1 0 1 0 0,-1 0 0 0 0,1 0 0 0 0,0-1-1 0 0,0 1 1 0 0,4 3 0 0 0,-5-5-238 0 0,0-1 0 0 0,0 0 0 0 0,0 0 0 0 0,0-1 0 0 0,1 1 0 0 0,-1 0 0 0 0,0-1 0 0 0,0 1 0 0 0,0-1 0 0 0,1 0 0 0 0,-1 1 0 0 0,0-1 0 0 0,0 0 0 0 0,1 0 0 0 0,-1-1 0 0 0,0 1 0 0 0,0 0 0 0 0,0-1 0 0 0,3 0 0 0 0,-3 0-453 0 0,0 0 0 0 0,1 1 0 0 0,-1-1 0 0 0,0 0 0 0 0,0 0 0 0 0,0-1 1 0 0,0 1-1 0 0,0 0 0 0 0,0-1 0 0 0,-1 1 0 0 0,3-3 0 0 0,2-4-2624 0 0</inkml:trace>
  <inkml:trace contextRef="#ctx0" brushRef="#br0" timeOffset="1">163 16 28 0 0,'-19'-16'8971'0'0,"43"45"-13828"0"0</inkml:trace>
</inkml:ink>
</file>

<file path=ppt/ink/ink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24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0 412 0 0,'-2'3'327'0'0,"-1"-1"-1"0"0,0 0 1 0 0,1 0-1 0 0,0 1 1 0 0,0-1-1 0 0,0 1 1 0 0,0 0-1 0 0,0 0 1 0 0,0 0-1 0 0,1 0 1 0 0,-1 0 0 0 0,1 0-1 0 0,0 0 1 0 0,0 0-1 0 0,0 0 1 0 0,0 1-1 0 0,0-1 1 0 0,1 0-1 0 0,0 1 1 0 0,0-1-1 0 0,-1 0 1 0 0,2 1 0 0 0,0 3-1 0 0,0-2-101 0 0,1 0-1 0 0,0 0 1 0 0,0 0-1 0 0,0 0 1 0 0,1-1 0 0 0,-1 1-1 0 0,1-1 1 0 0,0 0-1 0 0,1 0 1 0 0,-1 0-1 0 0,1 0 1 0 0,-1 0 0 0 0,1-1-1 0 0,6 5 1 0 0,-8-7-263 0 0,1 1 0 0 0,-1 0 0 0 0,0-1 0 0 0,1 0 0 0 0,-1 1 0 0 0,1-1 1 0 0,-1 0-1 0 0,1 0 0 0 0,0 0 0 0 0,-1-1 0 0 0,1 1 0 0 0,0-1 0 0 0,0 1 0 0 0,0-1 1 0 0,4 0-1 0 0,-5-1-360 0 0,0 1 0 0 0,0-1 0 0 0,0 1 0 0 0,-1-1 0 0 0,1 0 0 0 0,0 1 0 0 0,0-1 0 0 0,-1 0 0 0 0,1 0 0 0 0,0 0 0 0 0,-1 0 0 0 0,1-1 0 0 0,-1 1 0 0 0,1 0 0 0 0,1-3 0 0 0,3-3-2214 0 0</inkml:trace>
</inkml:ink>
</file>

<file path=ppt/ink/ink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24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47 168 0 0,'-6'-13'796'0'0,"1"6"1304"0"0,-1-9-424 0 0,3 6-503 0 0</inkml:trace>
  <inkml:trace contextRef="#ctx0" brushRef="#br0" timeOffset="1">378 149 1044 0 0,'-17'29'2095'0'0,"1"0"-1"0"0,2 1 1 0 0,-19 54 0 0 0,22-53-1556 0 0,-1 0 0 0 0,-1-1-1 0 0,-34 55 1 0 0,34-68-620 0 0,1-1-1 0 0,-2 0 1 0 0,0-2-1 0 0,-1 1 0 0 0,-23 17 1 0 0,28-25-843 0 0,-1 0-1 0 0,1-1 1 0 0,-1 0 0 0 0,-1-1 0 0 0,1 0 0 0 0,-14 4 0 0 0,6-4-1676 0 0</inkml:trace>
</inkml:ink>
</file>

<file path=ppt/ink/ink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25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458 0 10817 0 0,'-18'1'55'0'0,"1"0"-1"0"0,-1 1 1 0 0,0 1-1 0 0,1 1 1 0 0,0 1 0 0 0,0 0-1 0 0,0 1 1 0 0,0 0-1 0 0,1 2 1 0 0,0 0 0 0 0,1 1-1 0 0,0 0 1 0 0,0 1-1 0 0,1 1 1 0 0,0 0 0 0 0,1 1-1 0 0,-20 23 1 0 0,16-15 42 0 0,1 0 1 0 0,1 0 0 0 0,1 2-1 0 0,1 0 1 0 0,1 0 0 0 0,1 1 0 0 0,1 0-1 0 0,1 1 1 0 0,1 0 0 0 0,1 1-1 0 0,1 0 1 0 0,-5 50 0 0 0,10-54-67 0 0,1 0 0 0 0,0 0 1 0 0,2-1-1 0 0,0 1 0 0 0,1 0 1 0 0,1-1-1 0 0,1 0 0 0 0,1 0 1 0 0,1 0-1 0 0,1-1 0 0 0,0 0 1 0 0,2 0-1 0 0,0-1 1 0 0,1 0-1 0 0,0-1 0 0 0,20 22 1 0 0,-14-20-275 0 0,1-2 0 0 0,0 0 0 0 0,1 0 1 0 0,1-2-1 0 0,0-1 0 0 0,1 0 1 0 0,26 12-1 0 0,-27-17-1013 0 0,1 0-1 0 0,0-2 1 0 0,0 0 0 0 0,41 6 0 0 0,-8-5-1772 0 0</inkml:trace>
</inkml:ink>
</file>

<file path=ppt/ink/ink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36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32 188 0 0,'-32'-13'4869'0'0,"18"-4"-958"0"0,13 16-2801 0 0,28 11-7254 0 0,-13-7 3930 0 0</inkml:trace>
</inkml:ink>
</file>

<file path=ppt/ink/ink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36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12 504 0 0,'0'0'2164'0'0,"10"-6"-488"0"0,-2 0-191 0 0,7 6-1085 0 0,3 4-632 0 0,-4-1-1077 0 0,0 2-2155 0 0</inkml:trace>
</inkml:ink>
</file>

<file path=ppt/ink/ink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37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36 484 0 0,'0'0'680'0'0,"9"-6"868"0"0,0 1-772 0 0,6 5-276 0 0,4-5-476 0 0,-2 5-204 0 0,-7 2-460 0 0,14-6-1716 0 0</inkml:trace>
  <inkml:trace contextRef="#ctx0" brushRef="#br0" timeOffset="1">728 17 576 0 0,'0'0'1588'0'0,"8"-13"2519"0"0,-5 10-6811 0 0</inkml:trace>
</inkml:ink>
</file>

<file path=ppt/ink/ink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41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0 629 324 0 0,'11'8'134'0'0,"-10"-7"176"0"0,0 0 0 0 0,0 0 0 0 0,0 0 1 0 0,1 0-1 0 0,-1 0 0 0 0,0 0 1 0 0,1 0-1 0 0,-1-1 0 0 0,1 1 0 0 0,-1 0 1 0 0,1-1-1 0 0,-1 1 0 0 0,1-1 1 0 0,-1 0-1 0 0,1 1 0 0 0,-1-1 0 0 0,1 0 1 0 0,-1 0-1 0 0,1 0 0 0 0,0 0 1 0 0,-1 0-1 0 0,1 0 0 0 0,2-1 0 0 0,19-12 35 0 0,-8 0-33 0 0,0-1-1 0 0,-1 0 0 0 0,0-1 0 0 0,16-24 1 0 0,-5 8-76 0 0,2-3-116 0 0,-2-1-1 0 0,-1-1 1 0 0,-2-1 0 0 0,-1 0-1 0 0,-3-2 1 0 0,0 0 0 0 0,-3-2-1 0 0,-1 1 1 0 0,14-74-1 0 0,-20 59-15 0 0,-8 53-85 0 0,-5 3-27 0 0,0 0 7 0 0,0 0-1 0 0,0 1 1 0 0,0-1 0 0 0,0 1-1 0 0,0 0 1 0 0,1 1 0 0 0,-1-1 0 0 0,1 1-1 0 0,0 0 1 0 0,-1 0 0 0 0,1 0-1 0 0,0 0 1 0 0,1 1 0 0 0,-1 0-1 0 0,1-1 1 0 0,0 1 0 0 0,-1 1-1 0 0,2-1 1 0 0,-1 0 0 0 0,0 1-1 0 0,-3 9 1 0 0,-5 10 5 0 0,1 0-1 0 0,1 1 1 0 0,-6 27-1 0 0,8-25 9 0 0,2 1 1 0 0,1-1-1 0 0,-2 38 0 0 0,6-49-9 0 0,0-1 1 0 0,1 0 0 0 0,1 0-1 0 0,0 0 1 0 0,1 0-1 0 0,1-1 1 0 0,9 26 0 0 0,-11-34-3 0 0,1-1 1 0 0,0 0-1 0 0,0 1 1 0 0,0-1-1 0 0,0 0 1 0 0,1-1-1 0 0,0 1 0 0 0,0-1 1 0 0,1 1-1 0 0,-1-1 1 0 0,1 0-1 0 0,0-1 1 0 0,-1 1-1 0 0,2-1 1 0 0,-1 0-1 0 0,0 0 1 0 0,1-1-1 0 0,10 4 1 0 0,-9-4 1 0 0,1-1 0 0 0,0 0 1 0 0,0 0-1 0 0,0-1 0 0 0,0 0 0 0 0,0 0 1 0 0,0 0-1 0 0,0-1 0 0 0,0-1 1 0 0,0 1-1 0 0,0-1 0 0 0,0-1 0 0 0,12-5 1 0 0,-11 5 3 0 0,-1-1-1 0 0,0 0 1 0 0,0 0 0 0 0,0-1 0 0 0,0 0-1 0 0,-1-1 1 0 0,1 0 0 0 0,-1 0 0 0 0,-1 0 0 0 0,1-1-1 0 0,-1 1 1 0 0,-1-2 0 0 0,1 1 0 0 0,-1-1-1 0 0,0 0 1 0 0,-1 0 0 0 0,6-12 0 0 0,-9 17-6 0 0,0 1 0 0 0,0-1 1 0 0,0 0-1 0 0,0 0 0 0 0,0 1 1 0 0,-1-1-1 0 0,1 0 0 0 0,-1 0 0 0 0,1 0 1 0 0,-1 0-1 0 0,0 0 0 0 0,0 0 1 0 0,-1 0-1 0 0,1 0 0 0 0,-1 1 1 0 0,1-1-1 0 0,-1 0 0 0 0,0 0 0 0 0,0 0 1 0 0,-2-4-1 0 0,2 6-2 0 0,0 0 0 0 0,-1 0 0 0 0,1 0 0 0 0,0-1 0 0 0,-1 2 0 0 0,1-1 0 0 0,0 0 0 0 0,-1 0 0 0 0,1 0 0 0 0,-1 1 0 0 0,1-1 0 0 0,-1 1 0 0 0,1-1 0 0 0,-1 1 0 0 0,0 0 0 0 0,1-1 0 0 0,-1 1 0 0 0,0 0 0 0 0,1 0 0 0 0,-1 0 0 0 0,1 0 0 0 0,-1 0 0 0 0,0 1 0 0 0,1-1 0 0 0,-1 0 0 0 0,1 1 0 0 0,-1-1 0 0 0,-1 2 0 0 0,0-1-1 0 0,1 0 1 0 0,-1 1 0 0 0,0-1-1 0 0,1 1 1 0 0,-1 0-1 0 0,1 0 1 0 0,0 0-1 0 0,0 0 1 0 0,0 0-1 0 0,0 1 1 0 0,-3 4-1 0 0,2-3 1 0 0,0 1-1 0 0,0 0 1 0 0,1 0-1 0 0,0 0 0 0 0,0 1 1 0 0,0-1-1 0 0,0 0 1 0 0,1 1-1 0 0,0-1 0 0 0,0 1 1 0 0,1 0-1 0 0,0-1 0 0 0,0 1 1 0 0,0-1-1 0 0,0 1 1 0 0,1 0-1 0 0,0-1 0 0 0,0 1 1 0 0,1-1-1 0 0,-1 0 1 0 0,1 1-1 0 0,0-1 0 0 0,1 0 1 0 0,-1 0-1 0 0,1 0 1 0 0,0-1-1 0 0,0 1 0 0 0,1-1 1 0 0,-1 1-1 0 0,1-1 0 0 0,0 0 1 0 0,0 0-1 0 0,0-1 1 0 0,1 1-1 0 0,-1-1 0 0 0,1 0 1 0 0,0 0-1 0 0,0-1 1 0 0,0 1-1 0 0,0-1 0 0 0,0 0 1 0 0,1 0-1 0 0,-1-1 1 0 0,1 0-1 0 0,-1 0 0 0 0,1 0 1 0 0,9 0-1 0 0,3-1 0 0 0,1-1 0 0 0,-1-1 0 0 0,0 0 0 0 0,0-1 0 0 0,0-1 0 0 0,0-1-1 0 0,-1-1 1 0 0,1 0 0 0 0,-1-1 0 0 0,17-10 0 0 0,-13 6 17 0 0,-2-1-1 0 0,0-1 1 0 0,0 0 0 0 0,-1-2-1 0 0,-1 0 1 0 0,0-1-1 0 0,22-28 1 0 0,-38 43-6 0 0,0 1 0 0 0,-1-1 0 0 0,1 0 1 0 0,-1 1-1 0 0,1-1 0 0 0,-1 0 0 0 0,1 0 0 0 0,-1 1 0 0 0,1-1 0 0 0,-1 0 0 0 0,0 0 1 0 0,1 0-1 0 0,-1 0 0 0 0,0 1 0 0 0,0-1 0 0 0,0 0 0 0 0,0 0 0 0 0,0 0 0 0 0,0 0 1 0 0,0 0-1 0 0,0 0 0 0 0,0 0 0 0 0,0 1 0 0 0,0-1 0 0 0,0 0 0 0 0,-1 0 0 0 0,1 0 0 0 0,0 0 1 0 0,-1 1-1 0 0,1-1 0 0 0,0 0 0 0 0,-1 0 0 0 0,1 1 0 0 0,-1-1 0 0 0,0 0 0 0 0,0 0 1 0 0,0 0 6 0 0,0 1 0 0 0,0-1 0 0 0,0 1 0 0 0,0-1 0 0 0,0 1 0 0 0,0 0 0 0 0,0 0 0 0 0,0-1 0 0 0,0 1 0 0 0,0 0 1 0 0,0 0-1 0 0,0 0 0 0 0,0 0 0 0 0,-1 0 0 0 0,1 0 0 0 0,0 0 0 0 0,0 1 0 0 0,0-1 0 0 0,0 0 0 0 0,0 1 0 0 0,0-1 0 0 0,0 1 1 0 0,0-1-1 0 0,0 1 0 0 0,0-1 0 0 0,0 1 0 0 0,0-1 0 0 0,1 1 0 0 0,-2 1 0 0 0,-20 16 116 0 0,16-14-101 0 0,0 1 0 0 0,0-1 0 0 0,0 1 0 0 0,1 0 0 0 0,0 1 0 0 0,0-1 1 0 0,0 1-1 0 0,1 0 0 0 0,0 0 0 0 0,0 1 0 0 0,0-1 0 0 0,1 1 0 0 0,-3 8 1 0 0,5-13-16 0 0,5 25 33 0 0,-2-26-46 0 0,-1-1 1 0 0,0 1 0 0 0,1-1-1 0 0,-1 1 1 0 0,0-1-1 0 0,1 1 1 0 0,-1-1 0 0 0,1 0-1 0 0,-1 1 1 0 0,1-1-1 0 0,-1 0 1 0 0,1 0 0 0 0,-1 0-1 0 0,1 0 1 0 0,-1 0-1 0 0,1-1 1 0 0,-1 1 0 0 0,0 0-1 0 0,1-1 1 0 0,-1 1-1 0 0,3-2 1 0 0,27-22-4 0 0,10-7 64 0 0,-40 31-64 0 0,0-1 0 0 0,0 0-1 0 0,0 0 0 0 0,0 0 1 0 0,0 1-1 0 0,0-1 0 0 0,0 0 1 0 0,1 1-1 0 0,-1-1 0 0 0,0 1 1 0 0,0-1-1 0 0,1 1 0 0 0,-1 0 1 0 0,0-1-1 0 0,1 1 1 0 0,-1 0-1 0 0,0 0 0 0 0,1 0 1 0 0,-1 0-1 0 0,3 0 0 0 0,-1 3-2 0 0,0 0-1 0 0,-1 0 1 0 0,1 0-1 0 0,0 1 1 0 0,-1-1-1 0 0,0 0 1 0 0,1 1-1 0 0,1 6 1 0 0,-2-7 0 0 0,0-1 0 0 0,-1 1 1 0 0,1-1-1 0 0,0 1 1 0 0,0-1-1 0 0,0 0 1 0 0,1 0-1 0 0,-1 0 0 0 0,1 0 1 0 0,-1 0-1 0 0,1 0 1 0 0,-1 0-1 0 0,5 1 1 0 0,-6-2 0 0 0,2-2 3 0 0,2 0 3 0 0,0 0 1 0 0,-1 0-1 0 0,1-1 1 0 0,0 0-1 0 0,-1 0 1 0 0,1 0-1 0 0,-1 0 0 0 0,0-1 1 0 0,0 0-1 0 0,0 0 1 0 0,0 0-1 0 0,0 0 1 0 0,-1 0-1 0 0,1-1 1 0 0,-1 0-1 0 0,0 1 0 0 0,0-1 1 0 0,4-7-1 0 0,13-15 3 0 0,1-6 11 0 0,-19 31-20 0 0,0-1-16 0 0,2-1 20 0 0,-7 34-63 0 0,2-23 60 0 0,1 0-1 0 0,0 0 1 0 0,0 0-1 0 0,3 15 1 0 0,-3-21 1 0 0,0 0 0 0 0,0-1-1 0 0,0 1 1 0 0,1 0 0 0 0,-1 0 0 0 0,1-1 0 0 0,-1 1-1 0 0,1 0 1 0 0,0-1 0 0 0,0 1 0 0 0,-1 0 0 0 0,1-1-1 0 0,0 1 1 0 0,0-1 0 0 0,1 1 0 0 0,-1-1-1 0 0,0 0 1 0 0,0 0 0 0 0,1 1 0 0 0,-1-1 0 0 0,1 0-1 0 0,-1 0 1 0 0,1 0 0 0 0,-1 0 0 0 0,1-1 0 0 0,0 1-1 0 0,-1 0 1 0 0,1-1 0 0 0,0 1 0 0 0,2 0 0 0 0,-1-1 2 0 0,0 0 0 0 0,0-1 1 0 0,0 1-1 0 0,0 0 1 0 0,0-1-1 0 0,0 0 0 0 0,-1 0 1 0 0,1 0-1 0 0,0 0 1 0 0,-1 0-1 0 0,1 0 0 0 0,0-1 1 0 0,-1 0-1 0 0,1 1 0 0 0,-1-1 1 0 0,0 0-1 0 0,0 0 1 0 0,3-2-1 0 0,1-5 5 0 0,0 1-1 0 0,0-1 0 0 0,-1 0 1 0 0,5-9-1 0 0,-5 7-4 0 0,9-28 30 0 0,-13 38-33 0 0,17 33-70 0 0,-15-27 71 0 0,1-1 0 0 0,0 0 1 0 0,0 0-1 0 0,0 0 0 0 0,0 0 1 0 0,1-1-1 0 0,-1 0 0 0 0,1 0 1 0 0,0 0-1 0 0,0 0 0 0 0,0-1 1 0 0,11 4-1 0 0,-13-5 0 0 0,1 0 1 0 0,-1-1-1 0 0,1 1 0 0 0,0-1 1 0 0,-1 0-1 0 0,1 0 0 0 0,-1 0 1 0 0,1 0-1 0 0,0-1 0 0 0,-1 1 1 0 0,1-1-1 0 0,-1 0 0 0 0,1 0 1 0 0,-1-1-1 0 0,1 1 0 0 0,-1 0 1 0 0,0-1-1 0 0,0 0 0 0 0,0 0 1 0 0,0 0-1 0 0,0 0 1 0 0,3-3-1 0 0,-4 3 1 0 0,6-5 11 0 0,0-1 0 0 0,0 1-1 0 0,-1-1 1 0 0,0-1-1 0 0,0 0 1 0 0,10-18 0 0 0,-15 25 2 0 0,2-1 2 0 0,-4 2 6 0 0,3 3-130 0 0,6 5 102 0 0,0-1 1 0 0,0 0-1 0 0,1 0 0 0 0,0-1 0 0 0,0 0 1 0 0,0-1-1 0 0,0 0 0 0 0,20 4 0 0 0,32 13-3 0 0,-60-21 10 0 0,-1 1 0 0 0,0 0 0 0 0,1-1 1 0 0,-1 1-1 0 0,0 0 0 0 0,1 0 0 0 0,-1 0 0 0 0,0 0 0 0 0,0 0 1 0 0,0 0-1 0 0,0 1 0 0 0,0-1 0 0 0,0 0 0 0 0,0 0 0 0 0,0 1 1 0 0,0-1-1 0 0,-1 1 0 0 0,1-1 0 0 0,0 1 0 0 0,-1-1 1 0 0,1 1-1 0 0,-1-1 0 0 0,0 1 0 0 0,1 1 0 0 0,-1-1 17 0 0,-31 33-1005 0 0,30-34 299 0 0,-9 3-5528 0 0</inkml:trace>
</inkml:ink>
</file>

<file path=ppt/ink/ink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3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9 684 0 0,'-1'0'248'0'0,"1"-1"0"0"0,0 1 0 0 0,-1-1 1 0 0,1 0-1 0 0,-1 1 0 0 0,1-1 0 0 0,-1 1 0 0 0,1-1 0 0 0,-1 1 0 0 0,0-1 0 0 0,1 1 0 0 0,-1 0 1 0 0,0-1-1 0 0,1 1 0 0 0,-1 0 0 0 0,0-1 0 0 0,1 1 0 0 0,-1 0 0 0 0,0 0 0 0 0,1 0 0 0 0,-1 0 1 0 0,0 0-1 0 0,0-1 0 0 0,1 1 0 0 0,-1 1 0 0 0,0-1 0 0 0,0 0 0 0 0,1 0 0 0 0,-1 0 1 0 0,0 0-1 0 0,-1 1 0 0 0,1 0-164 0 0,1 0 0 0 0,-1-1 1 0 0,0 1-1 0 0,1 0 0 0 0,-1 0 1 0 0,1 0-1 0 0,-1 0 0 0 0,1 0 1 0 0,0 0-1 0 0,-1 0 0 0 0,1 1 1 0 0,0-1-1 0 0,0 0 0 0 0,-1 0 1 0 0,1 0-1 0 0,0 0 0 0 0,0 0 1 0 0,0 0-1 0 0,0 0 0 0 0,1 0 1 0 0,-1 1-1 0 0,0-1 0 0 0,0 0 1 0 0,1 0-1 0 0,0 1 0 0 0,1 8 212 0 0,1 1-1 0 0,1-1 1 0 0,0 0-1 0 0,0-1 1 0 0,1 1 0 0 0,10 15-1 0 0,-12-21-415 0 0,1 0 0 0 0,-1 0 0 0 0,1-1 0 0 0,-1 1 0 0 0,1-1 0 0 0,0 0 0 0 0,7 4 0 0 0,-8-5-502 0 0,1 0 1 0 0,0 0-1 0 0,0-1 0 0 0,0 1 0 0 0,0-1 0 0 0,0 0 0 0 0,1 0 0 0 0,-1-1 0 0 0,0 1 0 0 0,5-1 0 0 0,5 0-2238 0 0</inkml:trace>
</inkml:ink>
</file>

<file path=ppt/ink/ink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3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52 748 0 0,'-8'-42'4814'0'0,"8"41"-4247"0"0,-4-5 199 0 0,4 6-759 0 0,1 0 1 0 0,-1 0 0 0 0,0 0 0 0 0,0 0-1 0 0,0 0 1 0 0,0 0 0 0 0,0 0 0 0 0,0 0-1 0 0,0 0 1 0 0,0 0 0 0 0,0 0 0 0 0,1 0-1 0 0,-1 0 1 0 0,0 0 0 0 0,0 0 0 0 0,0 0-1 0 0,0 0 1 0 0,0 0 0 0 0,0 0 0 0 0,0 0-1 0 0,1 0 1 0 0,-1 0 0 0 0,0 0-1 0 0,0 0 1 0 0,0 0 0 0 0,0 0 0 0 0,0 0-1 0 0,0 0 1 0 0,0 0 0 0 0,0 0 0 0 0,1 0-1 0 0,-1 0 1 0 0,0 0 0 0 0,0 0 0 0 0,0 0-1 0 0,0 0 1 0 0,0-1 0 0 0,0 1 0 0 0,0 0-1 0 0,0 0 1 0 0,0 0 0 0 0,0 0 0 0 0,0 0-1 0 0,0 0 1 0 0,0 0 0 0 0,0 0 0 0 0,1 0-1 0 0,-1-1 1 0 0,0 1 0 0 0,0 0-1 0 0,0 0 1 0 0,0 0 0 0 0,0 0 0 0 0,6 2-370 0 0,9 6 225 0 0,-3 5-3323 0 0,-4-2 1574 0 0</inkml:trace>
</inkml:ink>
</file>

<file path=ppt/ink/ink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4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95 688 0 0,'7'19'2089'0'0,"2"-1"-1"0"0,19 33 1 0 0,-25-47-1829 0 0,-1 0 0 0 0,1 0 0 0 0,0-1 0 0 0,1 1 0 0 0,-1-1 0 0 0,1 1-1 0 0,-1-1 1 0 0,1 0 0 0 0,0 0 0 0 0,0-1 0 0 0,0 1 0 0 0,1-1 0 0 0,-1 0 0 0 0,0 0 0 0 0,1-1 0 0 0,-1 1 0 0 0,9 1-1 0 0,-11-3-203 0 0,0 0-1 0 0,0 0 1 0 0,0 0 0 0 0,0-1-1 0 0,0 1 1 0 0,0-1-1 0 0,-1 1 1 0 0,1-1-1 0 0,0 0 1 0 0,0 1-1 0 0,0-1 1 0 0,0 0-1 0 0,-1 0 1 0 0,1 0-1 0 0,0 0 1 0 0,-1-1 0 0 0,1 1-1 0 0,-1 0 1 0 0,0-1-1 0 0,1 1 1 0 0,-1-1-1 0 0,0 1 1 0 0,0-1-1 0 0,1-2 1 0 0,25-51-1310 0 0,-11 20-2328 0 0,-10 25 482 0 0,2-3 239 0 0</inkml:trace>
  <inkml:trace contextRef="#ctx0" brushRef="#br0" timeOffset="1">476 1 716 0 0,'16'30'4562'0'0,"-13"-19"-4247"0"0,-1 0-1 0 0,0 0 0 0 0,-1 1 0 0 0,0-1 0 0 0,-1 0 0 0 0,0 1 0 0 0,-1-1 0 0 0,0 0 1 0 0,-1 1-1 0 0,0-1 0 0 0,-1 0 0 0 0,0 0 0 0 0,-8 17 0 0 0,8-20-805 0 0,-1 0 0 0 0,-1-1 1 0 0,0 1-1 0 0,0-1 0 0 0,0 0 0 0 0,-1-1 0 0 0,0 1 0 0 0,-1-1 0 0 0,1 0 0 0 0,-1 0 1 0 0,-9 5-1 0 0,3-3-1639 0 0</inkml:trace>
</inkml:ink>
</file>

<file path=ppt/ink/ink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4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0 248 0 0,'-13'6'452'0'0,"0"0"-1"0"0,0 1 1 0 0,1 0 0 0 0,0 0-1 0 0,0 2 1 0 0,1-1 0 0 0,0 1-1 0 0,0 1 1 0 0,1 0 0 0 0,0 1-1 0 0,1 0 1 0 0,0 0 0 0 0,1 1-1 0 0,-9 16 1 0 0,12-19-263 0 0,1 1 1 0 0,0-1 0 0 0,0 1-1 0 0,1 0 1 0 0,0 0-1 0 0,1 0 1 0 0,0 1-1 0 0,1-1 1 0 0,0 0-1 0 0,1 1 1 0 0,0-1-1 0 0,0 1 1 0 0,1-1-1 0 0,0 0 1 0 0,1 1-1 0 0,1-1 1 0 0,-1 0-1 0 0,1 0 1 0 0,1 0-1 0 0,7 13 1 0 0,-1-5-63 0 0,2 0 0 0 0,0-1 0 0 0,1-1 0 0 0,0 0 0 0 0,2-1 0 0 0,0 0 1 0 0,0-1-1 0 0,1-1 0 0 0,1 0 0 0 0,0-1 0 0 0,30 15 0 0 0,-15-11-657 0 0,1-1 0 0 0,37 12 0 0 0,-30-15-2267 0 0,56 10 0 0 0,-44-13-207 0 0</inkml:trace>
</inkml:ink>
</file>

<file path=ppt/ink/ink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4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14 141 272 0 0,'0'0'2036'0'0,"-13"-25"1601"0"0,33 14-3597 0 0,-9 7-324 0 0,8 1-2653 0 0,-4-1 1413 0 0</inkml:trace>
  <inkml:trace contextRef="#ctx0" brushRef="#br0" timeOffset="1">781 66 424 0 0,'7'-5'1004'0'0,"0"0"-112"0"0,4 0-84 0 0,1 0-84 0 0,-2-3-72 0 0,6 5-68 0 0,-2-4-63 0 0,1 4-57 0 0,3-2-160 0 0,-1 0-252 0 0,9-1-300 0 0,-7 3-785 0 0,-1 1-1115 0 0,7-1 496 0 0</inkml:trace>
</inkml:ink>
</file>

<file path=ppt/ink/ink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5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51 464 0 0,'8'-5'992'0'0,"-2"-3"728"0"0,2-2-336 0 0,0 2-427 0 0,-1 2-861 0 0,4-1-1301 0 0,2 1-2051 0 0</inkml:trace>
</inkml:ink>
</file>

<file path=ppt/ink/ink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5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0 481 52 0 0,'0'0'809'0'0,"23"4"7082"0"0,-12-8-7469 0 0,1 0 0 0 0,-1-1 0 0 0,0-1 0 0 0,-1 0 0 0 0,1 0 0 0 0,11-9 0 0 0,63-55 600 0 0,-55 45-693 0 0,11-9-13 0 0,89-81 590 0 0,-115 100-774 0 0,-1 0-1 0 0,-1-1 0 0 0,0-1 1 0 0,-1 0-1 0 0,-1-1 0 0 0,10-21 1 0 0,-20 37-109 0 0,1-1 1 0 0,-1 0-1 0 0,0 1 0 0 0,0-1 1 0 0,-1 0-1 0 0,1 0 1 0 0,-1 1-1 0 0,1-1 1 0 0,-1 0-1 0 0,0 0 1 0 0,0 0-1 0 0,0 0 0 0 0,0 0 1 0 0,0 1-1 0 0,-1-1 1 0 0,1 0-1 0 0,-1 0 1 0 0,-1-3-1 0 0,1 4-13 0 0,-1 5-9 0 0,-1-1 1 0 0,1 1-1 0 0,1 0 1 0 0,-1 0-1 0 0,0 0 0 0 0,1 0 1 0 0,-1 0-1 0 0,1 0 1 0 0,0 0-1 0 0,-1 4 0 0 0,-6 39 25 0 0,-16 66-7 0 0,21-102-1 0 0,0 0 0 0 0,-1 0 0 0 0,-1 0-1 0 0,1 0 1 0 0,-2-1 0 0 0,1 0 0 0 0,-1 0-1 0 0,-9 10 1 0 0,8-12 16 0 0,0-1-1 0 0,-1 0 1 0 0,0-1-1 0 0,0 0 1 0 0,-12 5-1 0 0,19-9 25 0 0,-3 3 149 0 0,2-2-517 0 0,42-21-3963 0 0,-10 5-485 0 0,-25 12 3061 0 0,8-3-1285 0 0</inkml:trace>
</inkml:ink>
</file>

<file path=ppt/ink/ink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6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86 1012 0 0,'0'0'8244'0'0,"-2"6"-7588"0"0,-90 430 4459 0 0,27-221-3755 0 0,61-246-1937 0 0,4-28 25 0 0,5 7 180 0 0,2 0-1 0 0,2 0 1 0 0,2 1 0 0 0,3 0-1 0 0,2 1 1 0 0,2 1-1 0 0,3 0 1 0 0,1 2 0 0 0,31-49-1 0 0,-48 88 327 0 0,0 0-1 0 0,1 1 0 0 0,0-1 0 0 0,0 2 0 0 0,0-1 1 0 0,1 0-1 0 0,0 1 0 0 0,0 1 0 0 0,1-1 1 0 0,0 1-1 0 0,0 0 0 0 0,0 1 0 0 0,0 0 0 0 0,1 0 1 0 0,-1 1-1 0 0,1 0 0 0 0,18-4 0 0 0,-26 7 49 0 0,0 0 0 0 0,0 0 0 0 0,0-1-1 0 0,0 1 1 0 0,0 0 0 0 0,0 0 0 0 0,0 0-1 0 0,0 0 1 0 0,0 0 0 0 0,0 1 0 0 0,0-1-1 0 0,0 0 1 0 0,0 0 0 0 0,0 1 0 0 0,0-1 0 0 0,-1 0-1 0 0,1 1 1 0 0,0-1 0 0 0,0 1 0 0 0,0-1-1 0 0,0 1 1 0 0,0 0 0 0 0,-1-1 0 0 0,1 1-1 0 0,0 0 1 0 0,0 0 0 0 0,-1-1 0 0 0,1 1-1 0 0,-1 0 1 0 0,1 0 0 0 0,-1 0 0 0 0,1 0 0 0 0,-1 0-1 0 0,1 0 1 0 0,-1 0 0 0 0,0-1 0 0 0,0 1-1 0 0,1 0 1 0 0,-1 0 0 0 0,0 1 0 0 0,0-1-1 0 0,0 0 1 0 0,0 0 0 0 0,0 0 0 0 0,0 0-1 0 0,0 0 1 0 0,0 0 0 0 0,-1 1 0 0 0,0 2 19 0 0,0 0 0 0 0,0 1 0 0 0,0-1 1 0 0,-1 0-1 0 0,0 0 0 0 0,0 0 0 0 0,0 0 1 0 0,0 0-1 0 0,-3 3 0 0 0,-9 6-23 0 0,1-2 0 0 0,-1 0 0 0 0,-1-1 0 0 0,0 0 0 0 0,0-1 0 0 0,-1-1 0 0 0,0-1 0 0 0,-1 0 0 0 0,-23 7 0 0 0,34-12-100 0 0,4-1-429 0 0,-3 0-1649 0 0,1-1-1593 0 0</inkml:trace>
</inkml:ink>
</file>

<file path=ppt/ink/ink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6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0 516 0 0,'14'2'4778'0'0,"-16"10"-3687"0"0,0 1 0 0 0,-1-1 0 0 0,0 1 0 0 0,-9 18 0 0 0,-4 20 44 0 0,3-31-1988 0 0,7-11-5611 0 0</inkml:trace>
</inkml:ink>
</file>

<file path=ppt/ink/ink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7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61 696 0 0,'13'-43'5333'0'0,"-13"42"-4794"0"0,2-10 776 0 0,-2 11-1358 0 0,0 0 0 0 0,0-1 0 0 0,0 1 0 0 0,0 0 0 0 0,0 0 0 0 0,1 0 0 0 0,-1-1 0 0 0,0 1 0 0 0,0 0 0 0 0,0 0 0 0 0,0-1 0 0 0,0 1 0 0 0,0 0 0 0 0,0 0 0 0 0,1 0 0 0 0,-1-1 0 0 0,0 1 0 0 0,0 0 0 0 0,0 0 1 0 0,0 0-1 0 0,1 0 0 0 0,-1 0 0 0 0,0-1 0 0 0,0 1 0 0 0,0 0 0 0 0,1 0 0 0 0,-1 0 0 0 0,0 0 0 0 0,0 0 0 0 0,0 0 0 0 0,1 0 0 0 0,-1 0 0 0 0,0 0 0 0 0,0 0 0 0 0,1 0 0 0 0,-1 0 0 0 0,0 0 0 0 0,0 0 0 0 0,1 0 0 0 0,-1 0 0 0 0,0 0 0 0 0,0 0 1 0 0,1 0-1 0 0,-1 0 0 0 0,0 0 0 0 0,0 0 0 0 0,0 0 0 0 0,1 0 0 0 0,-1 1 0 0 0,0-1 0 0 0,9 12-2111 0 0,-6-9 164 0 0</inkml:trace>
</inkml:ink>
</file>

<file path=ppt/ink/ink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7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0 12 0 0,'0'17'1199'0'0,"-1"-1"-1"0"0,0 0 1 0 0,-2 1-1 0 0,0-1 1 0 0,0 0-1 0 0,-2 0 1 0 0,-7 19-1 0 0,54-79 1320 0 0,-37 39-2506 0 0,0 1 1 0 0,1-1-1 0 0,0 1 1 0 0,0 0-1 0 0,0 0 1 0 0,0 1-1 0 0,1-1 1 0 0,-1 2 0 0 0,13-5-1 0 0,-17 7 44 0 0,12 6 6 0 0,-9-4-40 0 0,-1 0 1 0 0,1 0 0 0 0,-1 1 0 0 0,1 0-1 0 0,-1-1 1 0 0,0 1 0 0 0,0 1-1 0 0,0-1 1 0 0,-1 0 0 0 0,5 7-1 0 0,18 15-1775 0 0,-6-13-4529 0 0</inkml:trace>
</inkml:ink>
</file>

<file path=ppt/ink/ink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7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16 712 0 0,'0'0'955'0'0,"5"-16"9420"0"0,-25 29-9352 0 0,0 0 0 0 0,2 1 0 0 0,-35 32 0 0 0,52-45-601 0 0,5 0-358 0 0,4-1-43 0 0,0 0-1 0 0,0 0 1 0 0,-1-1-1 0 0,1 0 1 0 0,0 0 0 0 0,0-1-1 0 0,-1 0 1 0 0,15-7-1 0 0,-10 5-852 0 0,0 0-1 0 0,0 1 1 0 0,21-3-1 0 0,42-2-8113 0 0</inkml:trace>
</inkml:ink>
</file>

<file path=ppt/ink/ink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8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19 151 2040 0 0,'15'-3'1356'0'0,"1"2"1620"0"0,-27 12-12 0 0,-14 14-1453 0 0,23-22-1396 0 0,0 0 0 0 0,1-1 0 0 0,-1 1 0 0 0,1 0 0 0 0,0 0 0 0 0,0 0 0 0 0,0-1 0 0 0,1 1 0 0 0,-1 0 1 0 0,0 0-1 0 0,1 0 0 0 0,0 1 0 0 0,0-1 0 0 0,0 0 0 0 0,0 3 0 0 0,1-4-3 0 0,33 14 404 0 0,-24-19-488 0 0,-1 1-1 0 0,0-1 1 0 0,0-1 0 0 0,-1 0 0 0 0,1 0-1 0 0,-1-1 1 0 0,1 0 0 0 0,-1 0-1 0 0,-1-1 1 0 0,1 0 0 0 0,-1 0 0 0 0,0 0-1 0 0,6-9 1 0 0,-5 6-13 0 0,-1 0-1 0 0,0-1 0 0 0,0 0 1 0 0,-1-1-1 0 0,0 1 1 0 0,-1-1-1 0 0,0 0 0 0 0,-1-1 1 0 0,0 1-1 0 0,3-18 1 0 0,4-13 985 0 0,-11 41-88 0 0,-2 2-894 0 0,0 1 0 0 0,1-1 0 0 0,-1 1 0 0 0,0 0 0 0 0,0 0-1 0 0,1-1 1 0 0,0 1 0 0 0,-1 0 0 0 0,1 1 0 0 0,-2 1-1 0 0,1 3 13 0 0,-1 0 0 0 0,1-1 0 0 0,0 1-1 0 0,1 0 1 0 0,-1 0 0 0 0,2 0-1 0 0,-1 0 1 0 0,1 0 0 0 0,0 0 0 0 0,0 0-1 0 0,0 0 1 0 0,1 0 0 0 0,1 0-1 0 0,-1 0 1 0 0,1 0 0 0 0,0 0 0 0 0,0 0-1 0 0,1-1 1 0 0,0 1 0 0 0,5 7 0 0 0,-6-12-24 0 0,0 0 1 0 0,1 0 0 0 0,-1 0 0 0 0,1 0 0 0 0,-1 0 0 0 0,1 0 0 0 0,0-1 0 0 0,-1 1-1 0 0,1-1 1 0 0,0 0 0 0 0,0 0 0 0 0,0 0 0 0 0,0 0 0 0 0,0 0 0 0 0,0-1 0 0 0,1 1-1 0 0,-1-1 1 0 0,6 0 0 0 0,67-8 355 0 0,-40 3 28 0 0,-18 4 42 0 0,-6 3-979 0 0,-12-2 484 0 0,0 0-1 0 0,0 0 1 0 0,0 0 0 0 0,0 0 0 0 0,0 0-1 0 0,0 0 1 0 0,0 0 0 0 0,1 0-1 0 0,-1 0 1 0 0,0 0 0 0 0,0 0-1 0 0,0 0 1 0 0,0 0 0 0 0,0 0 0 0 0,0 0-1 0 0,0 1 1 0 0,0-1 0 0 0,0 0-1 0 0,1 0 1 0 0,-1 0 0 0 0,0 0 0 0 0,0 0-1 0 0,0 0 1 0 0,0 0 0 0 0,0 0-1 0 0,0 0 1 0 0,0 1 0 0 0,0-1-1 0 0,0 0 1 0 0,0 0 0 0 0,0 0 0 0 0,0 0-1 0 0,0 0 1 0 0,0 0 0 0 0,0 0-1 0 0,0 1 1 0 0,0-1 0 0 0,0 0-1 0 0,0 0 1 0 0,0 0 0 0 0,0 0 0 0 0,0 0-1 0 0,0 0 1 0 0,0 0 0 0 0,0 1-1 0 0,0-1 1 0 0,0 0 0 0 0,0 0-1 0 0,-1 0 1 0 0,1 0 0 0 0,0 0 0 0 0,0 0-1 0 0,0 0 1 0 0,0 0 0 0 0,0 0-1 0 0,0 0 1 0 0,0 1 0 0 0,0-1 0 0 0,0 0-1 0 0,-1 0 1 0 0,-1 2-662 0 0,-6 8 28 0 0,-3-4-4565 0 0,-4-2 1424 0 0</inkml:trace>
</inkml:ink>
</file>

<file path=ppt/ink/ink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44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41 220 0 0,'-6'-39'8161'0'0,"6"39"-8094"0"0,0 0 1 0 0,0 0-1 0 0,-1 0 1 0 0,1 0-1 0 0,0-1 0 0 0,0 1 1 0 0,0 0-1 0 0,0 0 1 0 0,-1 0-1 0 0,1 0 1 0 0,0 0-1 0 0,0-1 0 0 0,-1 1 1 0 0,1 0-1 0 0,0 0 1 0 0,0 0-1 0 0,0 0 1 0 0,-1 0-1 0 0,1 0 1 0 0,0 0-1 0 0,0 0 0 0 0,-1 0 1 0 0,1 0-1 0 0,0 0 1 0 0,0 0-1 0 0,-1 0 1 0 0,1 0-1 0 0,0 0 0 0 0,0 0 1 0 0,-1 0-1 0 0,1 1 1 0 0,0-1-1 0 0,0 0 1 0 0,0 0-1 0 0,-1 0 1 0 0,1 0-1 0 0,0 0 0 0 0,0 1 1 0 0,0-1-1 0 0,0 0 1 0 0,-1 0-1 0 0,1 0 1 0 0,0 0-1 0 0,0 1 0 0 0,0-1 1 0 0,0 0-1 0 0,0 0 1 0 0,0 0-1 0 0,-1 1 1 0 0,1-1-1 0 0,0 0 1 0 0,0 0-1 0 0,0 1 0 0 0,0-1 1 0 0,0 0-1 0 0,-20 25 906 0 0,-15 31-544 0 0,32-48-333 0 0,0 0 0 0 0,0 0 1 0 0,1 0-1 0 0,0 0 0 0 0,1 1 0 0 0,0-1 0 0 0,-1 12 0 0 0,3-20-92 0 0,-1 1 0 0 0,0 0 0 0 0,0-1 1 0 0,1 1-1 0 0,-1 0 0 0 0,1-1 0 0 0,-1 1 0 0 0,1 0 0 0 0,-1-1 0 0 0,1 1 0 0 0,-1-1 1 0 0,1 1-1 0 0,-1-1 0 0 0,1 1 0 0 0,0-1 0 0 0,-1 0 0 0 0,1 1 0 0 0,0-1 1 0 0,-1 0-1 0 0,1 1 0 0 0,0-1 0 0 0,0 0 0 0 0,-1 0 0 0 0,1 0 0 0 0,0 1 0 0 0,0-1 1 0 0,-1 0-1 0 0,1 0 0 0 0,0 0 0 0 0,0 0 0 0 0,-1 0 0 0 0,1-1 0 0 0,0 1 0 0 0,0 0 1 0 0,1-1-1 0 0,27-5 85 0 0,50-36 43 0 0,-77 41-127 0 0,0 0 6 0 0,5-5-12 0 0,-6 4-7 0 0,2 5-8 0 0,0 1-3 0 0,1 0 1 0 0,-1 0 0 0 0,0 0-1 0 0,0 1 1 0 0,-1 0-1 0 0,1-1 1 0 0,-1 1 0 0 0,0 0-1 0 0,2 7 1 0 0,3 7-44 0 0,-7-18 59 0 0,1 0-1 0 0,0 0 1 0 0,0 0-1 0 0,0 0 1 0 0,0 0 0 0 0,1 0-1 0 0,-1 0 1 0 0,0 0-1 0 0,0 0 1 0 0,1 0-1 0 0,-1-1 1 0 0,0 1-1 0 0,1 0 1 0 0,-1-1-1 0 0,0 1 1 0 0,1-1-1 0 0,-1 0 1 0 0,1 1-1 0 0,-1-1 1 0 0,1 0-1 0 0,-1 0 1 0 0,1 0 0 0 0,-1 0-1 0 0,1 0 1 0 0,-1 0-1 0 0,1 0 1 0 0,-1-1-1 0 0,1 1 1 0 0,-1-1-1 0 0,0 1 1 0 0,1-1-1 0 0,-1 1 1 0 0,0-1-1 0 0,1 0 1 0 0,1-1-1 0 0,11-5 4 0 0,0-2 0 0 0,23-17 0 0 0,0 1-7 0 0,-25 18 4 0 0,30-10-90 0 0,-40 17 93 0 0,-1 0 0 0 0,1 0 1 0 0,-1 0-1 0 0,0 0 0 0 0,1 0 0 0 0,-1 0 0 0 0,1 1 0 0 0,-1-1 0 0 0,0 0 1 0 0,1 1-1 0 0,-1-1 0 0 0,0 1 0 0 0,1-1 0 0 0,-1 1 0 0 0,0-1 0 0 0,0 1 1 0 0,0 0-1 0 0,1 0 0 0 0,-1 0 0 0 0,0 0 0 0 0,0 0 0 0 0,0 0 0 0 0,0 0 1 0 0,-1 0-1 0 0,1 0 0 0 0,0 0 0 0 0,0 0 0 0 0,1 3 0 0 0,-2 1-112 0 0,1 0-1 0 0,-1 0 0 0 0,0 0 0 0 0,0 0 1 0 0,0 0-1 0 0,-1 0 0 0 0,1 0 0 0 0,-1 0 0 0 0,0 0 1 0 0,-1 0-1 0 0,1 0 0 0 0,-1 0 0 0 0,0-1 1 0 0,-1 1-1 0 0,-2 4 0 0 0</inkml:trace>
</inkml:ink>
</file>

<file path=ppt/ink/ink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44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67 296 0 0,'6'-2'6838'0'0,"4"72"-3836"0"0,-2-19-2183 0 0,-1 0-1 0 0,-3 0 0 0 0,-2 0 0 0 0,-7 76 0 0 0,0-108-2257 0 0,0-16-1447 0 0,-5-20 1137 0 0,10 12 1516 0 0,-1-1 1 0 0,1 1 0 0 0,1 0 0 0 0,-1-1-1 0 0,1 1 1 0 0,0 0 0 0 0,0 0 0 0 0,0-1-1 0 0,1 1 1 0 0,2-6 0 0 0,-2 6 253 0 0,0 1 0 0 0,1 0 0 0 0,-1 1 0 0 0,1-1 1 0 0,-1 0-1 0 0,1 1 0 0 0,0-1 0 0 0,1 1 0 0 0,-1 0 0 0 0,1 0 0 0 0,-1 1 0 0 0,5-4 1 0 0,54-25 696 0 0,-6 3-5 0 0,-38 16-379 0 0,0-1 0 0 0,-1-1-1 0 0,-1 0 1 0 0,0-2 0 0 0,28-33 0 0 0,-37 39-203 0 0,-1 1-1 0 0,0-2 1 0 0,0 1 0 0 0,-1 0 0 0 0,0-1-1 0 0,-1 0 1 0 0,0 0 0 0 0,-1-1-1 0 0,0 1 1 0 0,-1-1 0 0 0,0 1 0 0 0,0-22-1 0 0,-2 33-107 0 0,0-1 0 0 0,1 1 0 0 0,-1-1 0 0 0,0 0 0 0 0,0 1 0 0 0,0-1 0 0 0,0 1 0 0 0,0-1 0 0 0,0 0 0 0 0,0 1 0 0 0,0-1-1 0 0,0 0 1 0 0,0 1 0 0 0,0-1 0 0 0,0 1 0 0 0,0-1 0 0 0,-1 0 0 0 0,1 1 0 0 0,0-1 0 0 0,0 1 0 0 0,-1-1 0 0 0,1 1 0 0 0,0-1 0 0 0,-1 1 0 0 0,1-1-1 0 0,-1 1 1 0 0,1-1 0 0 0,0 1 0 0 0,-1-1 0 0 0,1 1 0 0 0,-1 0 0 0 0,1-1 0 0 0,-1 1 0 0 0,0 0 0 0 0,1 0 0 0 0,-1-1 0 0 0,1 1 0 0 0,-1 0 0 0 0,1 0-1 0 0,-2-1 1 0 0,0 2 3 0 0,0 0-1 0 0,0 0 0 0 0,0 0 1 0 0,0 0-1 0 0,0 0 0 0 0,0 1 0 0 0,0-1 1 0 0,0 1-1 0 0,1-1 0 0 0,-1 1 0 0 0,-1 2 1 0 0,-7 6 40 0 0,1 1 0 0 0,1 1 0 0 0,-9 15 0 0 0,7-6 7 0 0,1 2-1 0 0,1-1 1 0 0,1 1 0 0 0,1 0 0 0 0,1 1 0 0 0,1-1 0 0 0,1 1-1 0 0,1 36 1 0 0,2-45-13 0 0,1 0 0 0 0,1 0 0 0 0,0 0-1 0 0,2 0 1 0 0,-1 0 0 0 0,11 24 0 0 0,-13-38-43 0 0,-1 0 0 0 0,1 0 1 0 0,0 0-1 0 0,0 0 0 0 0,0 0 0 0 0,0 0 0 0 0,1 0 1 0 0,-1 0-1 0 0,0-1 0 0 0,0 1 0 0 0,0 0 0 0 0,1-1 1 0 0,-1 1-1 0 0,0-1 0 0 0,1 1 0 0 0,-1-1 0 0 0,0 0 1 0 0,1 1-1 0 0,-1-1 0 0 0,1 0 0 0 0,-1 0 0 0 0,0 0 1 0 0,1 0-1 0 0,-1 0 0 0 0,1 0 0 0 0,-1-1 0 0 0,0 1 1 0 0,1 0-1 0 0,0-1 0 0 0,47-16 311 0 0,-38 12-314 0 0,-2 2-154 0 0,0 0 1 0 0,1 1-1 0 0,-1 1 1 0 0,0-1-1 0 0,19 1 0 0 0,23 2-4572 0 0,-35 0 1558 0 0,2 1-76 0 0</inkml:trace>
</inkml:ink>
</file>

<file path=ppt/ink/ink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45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1 381 932 0 0,'0'0'4320'0'0,"0"-24"-1817"0"0,11-2-2065 0 0,1 1 0 0 0,2 0 0 0 0,0 1 0 0 0,1 0 1 0 0,2 2-1 0 0,0-1 0 0 0,1 2 0 0 0,23-20 0 0 0,-27 28-367 0 0,2 0 0 0 0,0 0-1 0 0,0 2 1 0 0,1 0 0 0 0,0 1-1 0 0,1 0 1 0 0,1 2-1 0 0,-1 0 1 0 0,1 1 0 0 0,0 1-1 0 0,1 0 1 0 0,20-2-1 0 0,-37 7-59 0 0,1 1-1 0 0,-1-1 1 0 0,1 1-1 0 0,-1 0 1 0 0,1 0-1 0 0,-1 0 1 0 0,1 1-1 0 0,0-1 0 0 0,-1 1 1 0 0,0 0-1 0 0,1 0 1 0 0,-1 0-1 0 0,1 0 1 0 0,-1 0-1 0 0,0 1 0 0 0,0-1 1 0 0,0 1-1 0 0,5 4 1 0 0,-6-4-3 0 0,0 1 0 0 0,1 0-1 0 0,-2-1 1 0 0,1 1 0 0 0,0 0 0 0 0,0 0 0 0 0,-1 0 0 0 0,0 1 0 0 0,0-1 0 0 0,0 0 0 0 0,0 0 0 0 0,0 1-1 0 0,0-1 1 0 0,-1 0 0 0 0,0 1 0 0 0,0 3 0 0 0,0 3 5 0 0,-1 0 0 0 0,0 0 0 0 0,0 0 0 0 0,-1-1 0 0 0,-1 1 0 0 0,0 0 0 0 0,0-1 0 0 0,-1 0 0 0 0,0 1 0 0 0,-1-1 0 0 0,-10 16 0 0 0,5-14 6 0 0,0 0 0 0 0,-1 0 0 0 0,0-1 0 0 0,0-1 0 0 0,-1 0 0 0 0,-1 0 0 0 0,1-1-1 0 0,-1-1 1 0 0,-1 0 0 0 0,-23 9 0 0 0,32-16-6 0 0,-23-2 8 0 0,27 2-21 0 0,1-1 1 0 0,-1 1-1 0 0,1 0 0 0 0,0 0 0 0 0,-1-1 1 0 0,1 1-1 0 0,-1 0 0 0 0,1 0 1 0 0,0-1-1 0 0,-1 1 0 0 0,1 0 0 0 0,0-1 1 0 0,0 1-1 0 0,-1 0 0 0 0,1-1 0 0 0,0 1 1 0 0,0-1-1 0 0,-1 1 0 0 0,1 0 1 0 0,0-1-1 0 0,0 1 0 0 0,0-1 0 0 0,0 1 1 0 0,0-1-1 0 0,0 1 0 0 0,0-1 1 0 0,0 1-1 0 0,0 0 0 0 0,0-1 0 0 0,0 1 1 0 0,0-2-1 0 0,0 0-3 0 0,1-1 0 0 0,-1 1 0 0 0,1-1 1 0 0,-1 1-1 0 0,1-1 0 0 0,0 1 0 0 0,0 0 0 0 0,0-1 1 0 0,0 1-1 0 0,1 0 0 0 0,-1 0 0 0 0,1-1 0 0 0,-1 1 0 0 0,1 0 1 0 0,0 1-1 0 0,0-1 0 0 0,-1 0 0 0 0,1 0 0 0 0,1 1 1 0 0,-1-1-1 0 0,0 1 0 0 0,0 0 0 0 0,0 0 0 0 0,1-1 0 0 0,-1 1 1 0 0,4 0-1 0 0,4-4-112 0 0,-3 1-210 0 0,0 1 0 0 0,-1 0 1 0 0,1 0-1 0 0,0 1 1 0 0,0 0-1 0 0,0 0 0 0 0,1 1 1 0 0,-1 0-1 0 0,0 0 1 0 0,0 1-1 0 0,11 0 1 0 0,13-1-4486 0 0,-14-1 2302 0 0</inkml:trace>
</inkml:ink>
</file>

<file path=ppt/ink/ink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4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14 382 628 0 0,'-2'-6'10484'0'0,"-10"18"-10257"0"0,17-3 239 0 0,0-7-489 0 0,0 0-1 0 0,0 0 1 0 0,0-1-1 0 0,0 1 0 0 0,0-1 1 0 0,0-1-1 0 0,8 1 0 0 0,-5 0-40 0 0,0 0 0 0 0,0-1-1 0 0,0 0 1 0 0,0 0 0 0 0,0-1 0 0 0,-1 0-1 0 0,1-1 1 0 0,0 1 0 0 0,0-2-1 0 0,-1 1 1 0 0,1-1 0 0 0,-1 0-1 0 0,0 0 1 0 0,0-1 0 0 0,0 0-1 0 0,0-1 1 0 0,-1 1 0 0 0,0-1 0 0 0,1 0-1 0 0,-2-1 1 0 0,1 0 0 0 0,-1 1-1 0 0,0-2 1 0 0,0 1 0 0 0,0-1-1 0 0,-1 1 1 0 0,0-1 0 0 0,-1 0-1 0 0,0-1 1 0 0,0 1 0 0 0,0-1 0 0 0,2-9-1 0 0,-1 4 182 0 0,-1 0 1 0 0,0-1-1 0 0,1-15 0 0 0,-4 25-18 0 0,1 0 0 0 0,-1 0 0 0 0,0 0 0 0 0,-1 0 0 0 0,1 1 0 0 0,-1-1 0 0 0,0 0 0 0 0,1 0-1 0 0,-2 0 1 0 0,1 1 0 0 0,0-1 0 0 0,-1 1 0 0 0,0-1 0 0 0,1 1 0 0 0,-5-6 0 0 0,5 9-78 0 0,1 0 0 0 0,-1-1 0 0 0,0 1 0 0 0,1-1 0 0 0,-1 1 0 0 0,0 0-1 0 0,1 0 1 0 0,-1 0 0 0 0,0-1 0 0 0,1 1 0 0 0,-1 0 0 0 0,0 0 0 0 0,0 0 0 0 0,1 0 0 0 0,-1 0 0 0 0,0 0 0 0 0,1 0 0 0 0,-1 0 0 0 0,0 0 0 0 0,0 1 0 0 0,1-1 0 0 0,-1 0 0 0 0,0 0 0 0 0,1 1 0 0 0,-1-1 0 0 0,0 0 0 0 0,1 1 0 0 0,-1-1 0 0 0,0 1 0 0 0,-18 14 215 0 0,14-8-196 0 0,1 1-1 0 0,-1-1 1 0 0,1 0-1 0 0,1 1 1 0 0,0 0-1 0 0,0 0 1 0 0,0 0-1 0 0,1 0 1 0 0,0 0-1 0 0,1 1 1 0 0,0-1-1 0 0,0 1 1 0 0,1-1-1 0 0,0 0 1 0 0,0 1-1 0 0,1-1 1 0 0,2 10-1 0 0,-2-8-24 0 0,1 0 0 0 0,1 0 0 0 0,-1-1 0 0 0,2 1 0 0 0,-1-1 0 0 0,1 1 0 0 0,1-1 0 0 0,0-1-1 0 0,0 1 1 0 0,0-1 0 0 0,1 1 0 0 0,1-2 0 0 0,-1 1 0 0 0,11 9 0 0 0,-12-14-32 0 0,-1 0 0 0 0,1-1 0 0 0,0 1 1 0 0,0-1-1 0 0,0 0 0 0 0,0 0 0 0 0,0-1 0 0 0,1 1 1 0 0,-1-1-1 0 0,0 0 0 0 0,1-1 0 0 0,-1 1 0 0 0,1-1 1 0 0,-1 0-1 0 0,1 0 0 0 0,-1-1 0 0 0,0 0 0 0 0,1 0 1 0 0,-1 0-1 0 0,0 0 0 0 0,1-1 0 0 0,-1 0 0 0 0,0 0 0 0 0,0 0 1 0 0,-1-1-1 0 0,6-3 0 0 0,7-4-15 0 0,-1-1 0 0 0,0-1 1 0 0,0 0-1 0 0,-1-1 0 0 0,23-27 0 0 0,-22 22 45 0 0,-1-1-1 0 0,-1-1 1 0 0,0 0-1 0 0,-2-1 1 0 0,-1 0-1 0 0,0-1 1 0 0,-2 0-1 0 0,0-1 1 0 0,-1 0-1 0 0,-2 0 1 0 0,4-25-1 0 0,-9 46 31 0 0,-1 0-1 0 0,1 0 0 0 0,-1 0 1 0 0,0 0-1 0 0,0 0 1 0 0,0 0-1 0 0,0 0 0 0 0,0 0 1 0 0,0 0-1 0 0,-1 0 1 0 0,1 0-1 0 0,-1 0 0 0 0,0-3 1 0 0,0 4-32 0 0,1 1 0 0 0,-1 0 1 0 0,1-1-1 0 0,0 1 1 0 0,-1 0-1 0 0,1 0 0 0 0,-1 0 1 0 0,1-1-1 0 0,0 1 0 0 0,-1 0 1 0 0,1 0-1 0 0,-1 0 1 0 0,1 0-1 0 0,-1 0 0 0 0,1 0 1 0 0,-1 0-1 0 0,1-1 0 0 0,-1 2 1 0 0,1-1-1 0 0,-1 0 0 0 0,1 0 1 0 0,-1 0-1 0 0,1 0 1 0 0,0 0-1 0 0,-1 0 0 0 0,1 0 1 0 0,-1 1-1 0 0,1-1 0 0 0,-1 0 1 0 0,1 0-1 0 0,0 0 1 0 0,-1 1-1 0 0,0 0 0 0 0,-4 2 22 0 0,0 1 0 0 0,1 0 1 0 0,-1 1-1 0 0,1-1 0 0 0,0 1 0 0 0,0 0 0 0 0,-4 7 0 0 0,1 2 3 0 0,0 0-1 0 0,0 1 1 0 0,2 0 0 0 0,0 0-1 0 0,0 0 1 0 0,1 1-1 0 0,1-1 1 0 0,1 1 0 0 0,0 0-1 0 0,1 25 1 0 0,1-34-32 0 0,0 1-1 0 0,0 0 1 0 0,1 0-1 0 0,0 0 1 0 0,1-1-1 0 0,-1 1 1 0 0,1-1-1 0 0,1 1 1 0 0,-1-1-1 0 0,1 0 1 0 0,1 0-1 0 0,-1 0 1 0 0,1 0-1 0 0,1-1 1 0 0,-1 1-1 0 0,1-1 1 0 0,0 0 0 0 0,0-1-1 0 0,1 1 1 0 0,-1-1-1 0 0,1 0 1 0 0,1 0-1 0 0,8 5 1 0 0,-10-8-31 0 0,1 1 0 0 0,-1-1 1 0 0,1-1-1 0 0,-1 1 0 0 0,1-1 0 0 0,-1 0 1 0 0,1 0-1 0 0,0-1 0 0 0,0 1 1 0 0,-1-1-1 0 0,1-1 0 0 0,0 1 1 0 0,9-3-1 0 0,-5 1-3 0 0,-1-1 1 0 0,1-1-1 0 0,-1 0 0 0 0,0 0 1 0 0,0-1-1 0 0,0 0 1 0 0,10-7-1 0 0,3-7-9 0 0,1-1 1 0 0,-2 0-1 0 0,-1-1 0 0 0,23-32 1 0 0,-32 37 54 0 0,0-1 0 0 0,-2 0 0 0 0,0-1 1 0 0,-1 0-1 0 0,0-1 0 0 0,-2 0 1 0 0,0 0-1 0 0,-1 0 0 0 0,-1-1 0 0 0,-1 1 1 0 0,1-34-1 0 0,-4 51 11 0 0,-4-17 370 0 0,-6 37-344 0 0,1 1-1 0 0,1 0 1 0 0,1 0 0 0 0,0 0-1 0 0,2 1 1 0 0,-6 36-1 0 0,-8 23 363 0 0,14-64-360 0 0,1-1-1 0 0,0 1 1 0 0,1 0-1 0 0,1 0 0 0 0,0 0 1 0 0,1 1-1 0 0,1-1 1 0 0,0 0-1 0 0,4 21 0 0 0,-3-32-44 0 0,1 1-1 0 0,1-1 0 0 0,-1 0 0 0 0,0 0 1 0 0,1-1-1 0 0,0 1 0 0 0,0 0 0 0 0,0-1 0 0 0,0 0 1 0 0,1 1-1 0 0,-1-1 0 0 0,1-1 0 0 0,0 1 1 0 0,0 0-1 0 0,0-1 0 0 0,0 0 0 0 0,0 0 0 0 0,0 0 1 0 0,1-1-1 0 0,-1 1 0 0 0,0-1 0 0 0,1 0 1 0 0,7 1-1 0 0,-11-2-3 0 0,4-1-3 0 0,0 0 2 0 0,-1-1 1 0 0,1 1-1 0 0,-1-1 1 0 0,0 0-1 0 0,1 0 1 0 0,3-3-1 0 0,-5 4 0 0 0,-2 1-4 0 0,0-1 1 0 0,0 1-1 0 0,0 0 0 0 0,0-1 1 0 0,0 1-1 0 0,1-1 1 0 0,-1 1-1 0 0,0-1 0 0 0,0 1 1 0 0,0-1-1 0 0,0 0 1 0 0,-1 0-1 0 0,1 1 0 0 0,0-1 1 0 0,0 0-1 0 0,0 0 1 0 0,0 0-1 0 0,-1 0 0 0 0,1 0 1 0 0,-1 0-1 0 0,1 0 1 0 0,0 0-1 0 0,-1 0 0 0 0,0 0 1 0 0,1-1-1 0 0,-1 0 1 0 0,1 0 0 0 0,-1 0 0 0 0,1 0 0 0 0,0 0 0 0 0,-1 0 0 0 0,1 0 0 0 0,0 0 0 0 0,0 0 0 0 0,0 0 0 0 0,0 0 0 0 0,1 0 0 0 0,1-2 0 0 0,-2-7 37 0 0,-1 11-38 0 0,0 0 0 0 0,0 0 1 0 0,0 0-1 0 0,1 0 0 0 0,-1 0 0 0 0,0 0 0 0 0,0 0 0 0 0,0 0 0 0 0,0 0 1 0 0,0 0-1 0 0,0 0 0 0 0,0-1 0 0 0,0 1 0 0 0,0 0 0 0 0,0 0 0 0 0,0 0 1 0 0,0 0-1 0 0,0 0 0 0 0,0 0 0 0 0,1 0 0 0 0,-1 0 0 0 0,0 0 1 0 0,0 0-1 0 0,0 0 0 0 0,0 0 0 0 0,0 0 0 0 0,0 0 0 0 0,0 0 0 0 0,0 0 1 0 0,0-1-1 0 0,0 1 0 0 0,0 0 0 0 0,0 0 0 0 0,0 0 0 0 0,0 0 0 0 0,0 0 1 0 0,0 0-1 0 0,0 0 0 0 0,0 0 0 0 0,18 26-96 0 0,-17-25 96 0 0,0 0 0 0 0,0 0 0 0 0,-1 0 1 0 0,1 0-1 0 0,0 0 0 0 0,0-1 0 0 0,0 1 1 0 0,0 0-1 0 0,0 0 0 0 0,0-1 0 0 0,0 1 1 0 0,0-1-1 0 0,0 1 0 0 0,1-1 0 0 0,-1 0 0 0 0,0 1 1 0 0,0-1-1 0 0,0 0 0 0 0,0 0 0 0 0,1 0 1 0 0,-1 0-1 0 0,0 0 0 0 0,2 0 0 0 0,34-12 35 0 0,-25 5-39 0 0,0 0 0 0 0,-1-1 0 0 0,18-15-1 0 0,-28 23 5 0 0,0-1 0 0 0,0 1 0 0 0,0 0 0 0 0,0-1 0 0 0,0 1 0 0 0,0 0 0 0 0,0 0-1 0 0,0 0 1 0 0,0 0 0 0 0,0 0 0 0 0,0 0 0 0 0,0 0 0 0 0,0 1 0 0 0,0-1-1 0 0,-1 0 1 0 0,1 0 0 0 0,0 1 0 0 0,0-1 0 0 0,0 1 0 0 0,0-1 0 0 0,0 1 0 0 0,0-1-1 0 0,-1 1 1 0 0,1-1 0 0 0,0 1 0 0 0,-1-1 0 0 0,1 1 0 0 0,0 0 0 0 0,-1 0-1 0 0,1-1 1 0 0,-1 1 0 0 0,1 0 0 0 0,-1 0 0 0 0,1 0 0 0 0,-1 0 0 0 0,1-1 0 0 0,-1 1-1 0 0,0 0 1 0 0,1 1 0 0 0,0 16 50 0 0,0-1-1 0 0,-2 1 1 0 0,1-1 0 0 0,-2 1-1 0 0,-1-1 1 0 0,0 0 0 0 0,-8 25-1 0 0,-49 116 377 0 0,48-130-355 0 0,-11 23 247 0 0,-2-1 1 0 0,-3-1-1 0 0,-66 89 0 0 0,91-134-159 0 0,-1-1 0 0 0,1 1 0 0 0,-1-1 0 0 0,0 0 0 0 0,0 0 0 0 0,0 0 1 0 0,0-1-1 0 0,0 1 0 0 0,-9 2 0 0 0,10-4-18 0 0,-22-23 349 0 0,23 15-632 0 0,0-1 0 0 0,1 1 1 0 0,0 0-1 0 0,0-1 1 0 0,0 1-1 0 0,1-1 0 0 0,0 1 1 0 0,1-1-1 0 0,0 1 1 0 0,0-1-1 0 0,0 1 0 0 0,5-14 1 0 0,1-10-1245 0 0,9-39-2508 0 0,0 23-2245 0 0,-3 12 2035 0 0</inkml:trace>
</inkml:ink>
</file>

<file path=ppt/ink/ink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47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69 844 0 0,'38'-5'3601'0'0,"-1"-2"0"0"0,65-21 0 0 0,-3 0 1268 0 0,-92 27-3876 0 0,-11 3-473 0 0,-28 10-1207 0 0,-14 4-2813 0 0,9-4-3425 0 0,19-7 3032 0 0</inkml:trace>
</inkml:ink>
</file>

<file path=ppt/ink/ink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49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1 788 576 0 0,'157'-140'3580'0'0,"75"-72"-649"0"0,-187 166-2267 0 0,-3-1 0 0 0,69-99 0 0 0,-103 132-443 0 0,-1 0-1 0 0,0 0 0 0 0,-1-1 0 0 0,0 0 0 0 0,-2 0 0 0 0,1 0 0 0 0,-2 0 1 0 0,0-1-1 0 0,-1 0 0 0 0,0 1 0 0 0,-2-18 0 0 0,-20 90-54 0 0,17 1-50 0 0,8 96-1 0 0,1-20 11 0 0,-6-121-116 0 0,-1 1 1 0 0,-1 0 0 0 0,1-1-1 0 0,-2 1 1 0 0,0-1-1 0 0,-1 0 1 0 0,-5 13-1 0 0,6-19 0 0 0,1-1 0 0 0,-1 0-1 0 0,-1 0 1 0 0,1-1 0 0 0,-1 1-1 0 0,0-1 1 0 0,0 1 0 0 0,-1-1-1 0 0,0-1 1 0 0,0 1 0 0 0,0-1-1 0 0,0 1 1 0 0,-1-1 0 0 0,1-1-1 0 0,-1 1 1 0 0,-6 2-1 0 0,9-5-3 0 0,1 0 0 0 0,-1 1 0 0 0,0-1 0 0 0,1-1 0 0 0,-1 1 0 0 0,0 0-1 0 0,1-1 1 0 0,-1 1 0 0 0,0-1 0 0 0,0 0 0 0 0,0 0 0 0 0,1 0 0 0 0,-1 0-1 0 0,0-1 1 0 0,0 1 0 0 0,0-1 0 0 0,1 1 0 0 0,-1-1 0 0 0,0 0 0 0 0,1 0-1 0 0,-1 0 1 0 0,1 0 0 0 0,-1-1 0 0 0,1 1 0 0 0,0-1 0 0 0,-1 0 0 0 0,1 1-1 0 0,0-1 1 0 0,0 0 0 0 0,0 0 0 0 0,-2-4 0 0 0,3 5-58 0 0,0-1 0 0 0,0 0 0 0 0,0 0 0 0 0,0-1-1 0 0,0 1 1 0 0,1 0 0 0 0,-1 0 0 0 0,1 0 0 0 0,0 0 0 0 0,-1-1 0 0 0,1 1 0 0 0,0 0 0 0 0,0 0 0 0 0,0 0 0 0 0,1-1 0 0 0,-1 1-1 0 0,0 0 1 0 0,1 0 0 0 0,0 0 0 0 0,-1 0 0 0 0,1-1 0 0 0,0 1 0 0 0,0 0 0 0 0,0 0 0 0 0,0 1 0 0 0,1-1 0 0 0,-1 0 0 0 0,0 0-1 0 0,1 1 1 0 0,-1-1 0 0 0,1 0 0 0 0,0 1 0 0 0,-1 0 0 0 0,5-3 0 0 0,25-11-1993 0 0,-8 7-2135 0 0,-6 5 1572 0 0</inkml:trace>
</inkml:ink>
</file>

<file path=ppt/ink/ink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0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98 484 0 0,'-8'-3'1602'0'0,"0"5"1430"0"0,-8 6-2499 0 0,1-2 343 0 0,1 2-1 0 0,0 0 0 0 0,1 1 0 0 0,-1 0 1 0 0,-15 15-1 0 0,28-23-659 0 0,-10 7 244 0 0,11-8-426 0 0,0 0 1 0 0,0 1-1 0 0,0-1 1 0 0,0 0-1 0 0,0 0 1 0 0,1 0 0 0 0,-1 0-1 0 0,0 0 1 0 0,0 0-1 0 0,0 0 1 0 0,0 0-1 0 0,0 0 1 0 0,0 0 0 0 0,0 1-1 0 0,0-1 1 0 0,0 0-1 0 0,0 0 1 0 0,0 0-1 0 0,0 0 1 0 0,0 0 0 0 0,0 0-1 0 0,0 0 1 0 0,0 0-1 0 0,0 1 1 0 0,0-1-1 0 0,0 0 1 0 0,0 0 0 0 0,0 0-1 0 0,0 0 1 0 0,0 0-1 0 0,0 0 1 0 0,0 0 0 0 0,0 0-1 0 0,0 0 1 0 0,0 1-1 0 0,-1-1 1 0 0,14-4 17 0 0,-1-1 0 0 0,0-1 0 0 0,0 0 0 0 0,-1 0 0 0 0,0-1 0 0 0,16-13 1 0 0,-24 17-36 0 0,1 1 1 0 0,-1-1-1 0 0,0 0 1 0 0,1 1 0 0 0,-1 0-1 0 0,1 0 1 0 0,0 0 0 0 0,0 0-1 0 0,0 0 1 0 0,0 1-1 0 0,0 0 1 0 0,0 0 0 0 0,6-1-1 0 0,-8 3-11 0 0,1 0 0 0 0,0 0 1 0 0,-1 1-1 0 0,1-1 0 0 0,-1 1 0 0 0,1 0 0 0 0,-1-1 0 0 0,0 1 0 0 0,0 0 0 0 0,0 1 0 0 0,3 2 0 0 0,7 6 1 0 0,-4-5-9 0 0,-1-1 0 0 0,1 0-1 0 0,0-1 1 0 0,0 1 0 0 0,1-2-1 0 0,-1 1 1 0 0,1-1-1 0 0,16 3 1 0 0,-19-5-4 0 0,-1-1-1 0 0,1 0 1 0 0,-1 0-1 0 0,1 0 1 0 0,-1-1-1 0 0,0 0 1 0 0,1 0-1 0 0,-1-1 1 0 0,0 1-1 0 0,0-1 1 0 0,0 0-1 0 0,0 0 1 0 0,0-1-1 0 0,0 0 1 0 0,0 0-1 0 0,6-5 1 0 0,61-53-30 0 0,-66 55 41 0 0,0 0 1 0 0,0-1-1 0 0,0 0 0 0 0,-1 0 0 0 0,0-1 1 0 0,-1 1-1 0 0,0-1 0 0 0,5-12 0 0 0,-8 18 11 0 0,-1 2-14 0 0,-1 0 1 0 0,1 0 0 0 0,0 0 0 0 0,0 0 0 0 0,0 0 0 0 0,0 0 0 0 0,-1 0 0 0 0,1 0-1 0 0,0 0 1 0 0,0 0 0 0 0,0 0 0 0 0,0 0 0 0 0,-1 0 0 0 0,1 0 0 0 0,0-1 0 0 0,0 1 0 0 0,0 0-1 0 0,0 0 1 0 0,0 0 0 0 0,-1 0 0 0 0,1 0 0 0 0,0 0 0 0 0,0 0 0 0 0,0 0 0 0 0,0 0-1 0 0,0-1 1 0 0,0 1 0 0 0,-1 0 0 0 0,1 0 0 0 0,0 0 0 0 0,0 0 0 0 0,0 0 0 0 0,0-1-1 0 0,0 1 1 0 0,0 0 0 0 0,0 0 0 0 0,0 0 0 0 0,0 0 0 0 0,0-1 0 0 0,0 1 0 0 0,0 0-1 0 0,0 0 1 0 0,0 0 0 0 0,0 0 0 0 0,0-1 0 0 0,0 1 0 0 0,0 0 0 0 0,0 0 0 0 0,0 0 0 0 0,0 0-1 0 0,0-1 1 0 0,0 1 0 0 0,0 0 0 0 0,0 0 0 0 0,0 0 0 0 0,0 0 0 0 0,0 0 0 0 0,0-1-1 0 0,1 1 1 0 0,-1 0 0 0 0,0 0 0 0 0,0 0 0 0 0,0 0 0 0 0,0 0 0 0 0,1-1 0 0 0,-7 4 1 0 0,4-2-3 0 0,1-1 0 0 0,-1 1 0 0 0,0 0 0 0 0,0 0 0 0 0,1 0 0 0 0,-1 0 0 0 0,0 0 0 0 0,1 1 0 0 0,-1-1 0 0 0,1 1 0 0 0,-1-1 0 0 0,-1 4 0 0 0,2-3 1 0 0,0 1-1 0 0,0-1 1 0 0,0 1 0 0 0,0-1 0 0 0,1 1 0 0 0,-1 0-1 0 0,1-1 1 0 0,0 1 0 0 0,0 0 0 0 0,0-1-1 0 0,0 1 1 0 0,0 0 0 0 0,0-1 0 0 0,1 1 0 0 0,0 0-1 0 0,-1-1 1 0 0,1 1 0 0 0,0-1 0 0 0,2 4 0 0 0,-2-4-2 0 0,-1 0 1 0 0,1 0 0 0 0,0 0 0 0 0,0 0 0 0 0,0-1 0 0 0,1 1 0 0 0,-1 0 0 0 0,0-1 0 0 0,1 1 0 0 0,-1-1 0 0 0,1 1 0 0 0,-1-1 0 0 0,1 0 0 0 0,0 0 0 0 0,0 0 0 0 0,-1 0 0 0 0,1 0 0 0 0,0 0 0 0 0,0 0 0 0 0,0 0 0 0 0,0-1 0 0 0,0 1 0 0 0,0-1 0 0 0,0 0 0 0 0,4 1 0 0 0,5-3 9 0 0,0-1 0 0 0,-1 0 0 0 0,1-1 0 0 0,-1 0 0 0 0,1 0 0 0 0,-1-1 0 0 0,13-9 0 0 0,-15 9 20 0 0,-3 2 78 0 0,0 1 1 0 0,-1 0-1 0 0,1 0 1 0 0,0 0 0 0 0,0 0-1 0 0,7-1 1 0 0,-10 3-29 0 0,-2 3-146 0 0,0 1 0 0 0,1 0-1 0 0,-1 0 1 0 0,1-1-1 0 0,0 1 1 0 0,0-1-1 0 0,0 1 1 0 0,0-1 0 0 0,1 1-1 0 0,1 3 1 0 0,15 14-8019 0 0,-10-16 4793 0 0</inkml:trace>
</inkml:ink>
</file>

<file path=ppt/ink/ink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0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33 988 0 0,'0'0'1980'0'0,"-9"-29"4700"0"0,7 29-6546 0 0,0-1 1 0 0,0 0-1 0 0,0 1 0 0 0,0-1 0 0 0,0 1 0 0 0,0-1 0 0 0,0 1 0 0 0,0 0 1 0 0,0 0-1 0 0,0 0 0 0 0,0 0 0 0 0,0 0 0 0 0,0 1 0 0 0,0-1 0 0 0,0 1 1 0 0,0-1-1 0 0,0 1 0 0 0,1 0 0 0 0,-1-1 0 0 0,0 1 0 0 0,0 0 1 0 0,0 0-1 0 0,1 0 0 0 0,-1 1 0 0 0,0-1 0 0 0,1 0 0 0 0,-1 1 0 0 0,1-1 1 0 0,0 1-1 0 0,-1-1 0 0 0,1 1 0 0 0,0 0 0 0 0,-1 2 0 0 0,0-2-103 0 0,1 0 1 0 0,0 0-1 0 0,0 0 0 0 0,0 1 0 0 0,0-1 0 0 0,1 0 0 0 0,-1 0 1 0 0,1 1-1 0 0,-1-1 0 0 0,1 0 0 0 0,0 1 0 0 0,0-1 0 0 0,0 1 1 0 0,0-1-1 0 0,0 0 0 0 0,1 1 0 0 0,-1-1 0 0 0,1 0 0 0 0,-1 1 1 0 0,1-1-1 0 0,0 0 0 0 0,0 0 0 0 0,0 0 0 0 0,0 0 0 0 0,0 0 1 0 0,1 0-1 0 0,-1 0 0 0 0,1 0 0 0 0,-1 0 0 0 0,4 2 0 0 0,0 0-8 0 0,0-1 0 0 0,0 0 0 0 0,0 0-1 0 0,0-1 1 0 0,1 1 0 0 0,0-1-1 0 0,-1 0 1 0 0,1-1 0 0 0,0 0 0 0 0,0 0-1 0 0,-1 0 1 0 0,1 0 0 0 0,0-1-1 0 0,0 0 1 0 0,0 0 0 0 0,0-1 0 0 0,0 1-1 0 0,11-4 1 0 0,-9 2-4 0 0,1 0 1 0 0,-1 0-1 0 0,1-1 0 0 0,-1-1 1 0 0,0 1-1 0 0,0-1 0 0 0,0-1 1 0 0,0 1-1 0 0,-1-1 0 0 0,0-1 0 0 0,12-10 1 0 0,5-10 71 0 0,-22 25-46 0 0,-2 1-83 0 0,0 1 38 0 0,0 0-1 0 0,0 0 1 0 0,-1 0 0 0 0,1-1-1 0 0,0 1 1 0 0,0 0 0 0 0,0 0-1 0 0,-1-1 1 0 0,1 1-1 0 0,0 0 1 0 0,-1 0 0 0 0,1-1-1 0 0,-1 1 1 0 0,1 0 0 0 0,-1-1-1 0 0,1 1 1 0 0,-1-1-1 0 0,1 1 1 0 0,-2 0 0 0 0,1 0-2 0 0,0 0 1 0 0,0 0 0 0 0,0 0-1 0 0,0 0 1 0 0,0 0-1 0 0,1 0 1 0 0,-1 0 0 0 0,0 0-1 0 0,1 0 1 0 0,-1 0-1 0 0,1 0 1 0 0,-1 0 0 0 0,1 0-1 0 0,-1 1 1 0 0,1 1-1 0 0,-1-1-4 0 0,4 0 5 0 0,-1 0 0 0 0,0 1-1 0 0,1-1 1 0 0,0 0 0 0 0,-1 0-1 0 0,1-1 1 0 0,0 1 0 0 0,0-1-1 0 0,6 3 1 0 0,64-19-6 0 0,117-8 1 0 0,-124 20-2 0 0,-63 3 8 0 0,0 0 0 0 0,0 0-1 0 0,0 0 1 0 0,0 0-1 0 0,0 1 1 0 0,0-1 0 0 0,0 1-1 0 0,0 0 1 0 0,0-1-1 0 0,0 2 1 0 0,-1-1 0 0 0,1 0-1 0 0,0 0 1 0 0,-1 1-1 0 0,1 0 1 0 0,0-1 0 0 0,2 4-1 0 0,-4-3-5 0 0,-3 1-9 0 0,-47 46 499 0 0,28-31-2696 0 0,6-2-5052 0 0</inkml:trace>
</inkml:ink>
</file>

<file path=ppt/ink/ink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3:50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39 1008 0 0,'0'0'1508'0'0,"11"-7"1340"0"0,-7-3-523 0 0,-1 0 931 0 0,-2-1-2948 0 0,-28 14-6705 0 0</inkml:trace>
</inkml:ink>
</file>

<file path=ppt/ink/ink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1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84 464 196 0 0,'-75'30'8300'0'0,"74"-29"-7776"0"0,-6 1 271 0 0,8-7 2571 0 0,20-21-3119 0 0,2 0 0 0 0,0 2 1 0 0,2 1-1 0 0,38-29 0 0 0,-18 15-73 0 0,60-48 128 0 0,66-60 88 0 0,-160 135-356 0 0,-5 5-14 0 0,0-1-1 0 0,-1 1 0 0 0,0-1 1 0 0,0 0-1 0 0,0 0 1 0 0,-1 0-1 0 0,0 0 1 0 0,5-10-1 0 0,-9 14-38 0 0,-32 32-47 0 0,22-22 59 0 0,0 1-1 0 0,1 0 0 0 0,0 1 0 0 0,1 0 1 0 0,-11 15-1 0 0,12-12 2 0 0,1 0 0 0 0,1 1 0 0 0,0-1 0 0 0,1 1 0 0 0,0 0 0 0 0,1 1-1 0 0,1-1 1 0 0,0 0 0 0 0,1 1 0 0 0,0-1 0 0 0,1 1 0 0 0,1-1 0 0 0,0 1 0 0 0,2-1 0 0 0,-1 0 0 0 0,1 1 0 0 0,6 12 0 0 0,-8-25 10 0 0,-1-1-1 0 0,1 0 1 0 0,0 0-1 0 0,-1 1 1 0 0,1-1 0 0 0,-1 0-1 0 0,1 0 1 0 0,-1 0-1 0 0,0 0 1 0 0,0 1-1 0 0,1-1 1 0 0,-1 0-1 0 0,0 0 1 0 0,0 0 0 0 0,0 1-1 0 0,0-1 1 0 0,0 0-1 0 0,0 0 1 0 0,-1 1-1 0 0,1-1 1 0 0,0 0-1 0 0,-1 0 1 0 0,1 0 0 0 0,-1 0-1 0 0,1 1 1 0 0,-1-1-1 0 0,1 0 1 0 0,-1 0-1 0 0,0 0 1 0 0,1 0 0 0 0,-1 0-1 0 0,0 0 1 0 0,0-1-1 0 0,-1 2 1 0 0,-2-2-4 0 0,1 0 1 0 0,-1 0 0 0 0,1-1 0 0 0,-1 1-1 0 0,1-1 1 0 0,-1 0 0 0 0,1 0 0 0 0,0 0-1 0 0,-1-1 1 0 0,1 1 0 0 0,0-1 0 0 0,0 1-1 0 0,-4-4 1 0 0,-4-1 13 0 0,-26-18-746 0 0,36 23 311 0 0,24-5-5472 0 0,-18 5 2729 0 0</inkml:trace>
</inkml:ink>
</file>

<file path=ppt/ink/ink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2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135 345 244 0 0,'1'0'204'0'0,"-1"-1"0"0"0,0 1 0 0 0,0-1 1 0 0,1 1-1 0 0,-1 0 0 0 0,0-1 0 0 0,0 1 0 0 0,0-1 0 0 0,0 1 0 0 0,0-1 1 0 0,0 1-1 0 0,0-1 0 0 0,0 1 0 0 0,0-1 0 0 0,0 1 0 0 0,0 0 0 0 0,0-1 1 0 0,0 1-1 0 0,0-1 0 0 0,0 1 0 0 0,0-1 0 0 0,-1 1 0 0 0,1-1 0 0 0,0 1 1 0 0,0 0-1 0 0,0-1 0 0 0,-1 1 0 0 0,1-1 0 0 0,0 1 0 0 0,-1 0 0 0 0,1-1 1 0 0,0 1-1 0 0,-1-1 0 0 0,-11 10 3387 0 0,3-1-4133 0 0,-6 2 1039 0 0,1 1 0 0 0,0 0 0 0 0,1 1 0 0 0,0 1 1 0 0,1 0-1 0 0,-17 23 0 0 0,28-35-377 0 0,1 1 30 0 0,0-2-142 0 0,0 0-1 0 0,0 0 1 0 0,0 0 0 0 0,1 0 0 0 0,-1-1 0 0 0,0 1 0 0 0,0 0-1 0 0,0 0 1 0 0,0 0 0 0 0,0 0 0 0 0,1 0 0 0 0,-1 0 0 0 0,0 1-1 0 0,0-1 1 0 0,0 0 0 0 0,0 0 0 0 0,1 0 0 0 0,-1 0 0 0 0,0 0-1 0 0,0 0 1 0 0,0 0 0 0 0,0 0 0 0 0,0 0 0 0 0,1 0 0 0 0,-1 0-1 0 0,0 1 1 0 0,0-1 0 0 0,0 0 0 0 0,0 0 0 0 0,0 0 0 0 0,0 0-1 0 0,0 0 1 0 0,0 0 0 0 0,1 1 0 0 0,-1-1 0 0 0,0 0 0 0 0,0 0-1 0 0,0 0 1 0 0,0 0 0 0 0,0 1 0 0 0,0-1 0 0 0,0 0 0 0 0,0 0-1 0 0,0 0 1 0 0,0 0 0 0 0,0 0 0 0 0,0 1 0 0 0,0-1 0 0 0,0 0-1 0 0,0 0 1 0 0,0 0 0 0 0,0 0 0 0 0,0 1 0 0 0,0-1 0 0 0,0 0-1 0 0,-1 0 1 0 0,1 0 0 0 0,0 0 0 0 0,0 0 0 0 0,0 1-1 0 0,0-1 1 0 0,0 0 0 0 0,0 0 0 0 0,0 0 0 0 0,-1 0 0 0 0,1 0-1 0 0,0 0 1 0 0,0 0 0 0 0,0 1 0 0 0,23-14 61 0 0,0-2 1 0 0,-1 0-1 0 0,21-18 0 0 0,-43 33-68 0 0,1 0-1 0 0,0-1 1 0 0,-1 1-1 0 0,1 0 0 0 0,0 0 1 0 0,-1-1-1 0 0,1 1 0 0 0,0 0 1 0 0,0 0-1 0 0,-1 0 1 0 0,1 0-1 0 0,0 0 0 0 0,-1 0 1 0 0,1 0-1 0 0,0 0 1 0 0,0 0-1 0 0,-1 1 0 0 0,1-1 1 0 0,0 0-1 0 0,-1 0 1 0 0,1 1-1 0 0,0-1 0 0 0,-1 0 1 0 0,1 1-1 0 0,-1-1 1 0 0,1 0-1 0 0,0 1 0 0 0,-1-1 1 0 0,1 1-1 0 0,-1-1 0 0 0,1 1 1 0 0,0 0-1 0 0,23 25 15 0 0,-14-13-2 0 0,-6-10-14 0 0,-3-2 0 0 0,0 0 0 0 0,0 0 1 0 0,1 1-1 0 0,-1-1 1 0 0,0 0-1 0 0,1-1 0 0 0,-1 1 1 0 0,1 0-1 0 0,-1 0 1 0 0,1-1-1 0 0,-1 1 0 0 0,1-1 1 0 0,0 1-1 0 0,-1-1 1 0 0,1 1-1 0 0,0-1 0 0 0,-1 0 1 0 0,1 0-1 0 0,0 0 0 0 0,-1 0 1 0 0,1 0-1 0 0,-1 0 1 0 0,3-1-1 0 0,4 0-1 0 0,-1-1 0 0 0,1 0 0 0 0,-1 0-1 0 0,1-1 1 0 0,-1 0 0 0 0,0 0 0 0 0,0-1 0 0 0,0 0 0 0 0,0 0-1 0 0,-1 0 1 0 0,0-1 0 0 0,1 0 0 0 0,-2 0 0 0 0,1-1 0 0 0,-1 1 0 0 0,7-11-1 0 0,-11 15 13 0 0,-1 0 0 0 0,1 0 1 0 0,-1 0-1 0 0,1 0 0 0 0,0 0 0 0 0,0 0 0 0 0,-1 0 0 0 0,1 0 0 0 0,0 0 0 0 0,0 0 0 0 0,0 0 0 0 0,0 0 0 0 0,0 0 0 0 0,0 1 0 0 0,0-1 0 0 0,0 0 0 0 0,0 1 0 0 0,0-1 0 0 0,1 1 0 0 0,0-1 1 0 0,0 23 341 0 0,-3-16-339 0 0,1 0-1 0 0,0 0 1 0 0,0 0-1 0 0,1-1 1 0 0,0 1-1 0 0,0 0 1 0 0,3 10-1 0 0,-3-15-10 0 0,0 0 1 0 0,0-1-1 0 0,0 1 0 0 0,0 0 0 0 0,0-1 0 0 0,0 1 0 0 0,0-1 0 0 0,0 1 0 0 0,0-1 0 0 0,1 0 0 0 0,-1 1 0 0 0,0-1 0 0 0,0 0 0 0 0,0 0 1 0 0,0 0-1 0 0,1 0 0 0 0,-1 0 0 0 0,0 0 0 0 0,0 0 0 0 0,0 0 0 0 0,1 0 0 0 0,-1-1 0 0 0,0 1 0 0 0,0 0 0 0 0,0-1 0 0 0,0 1 0 0 0,0-1 0 0 0,0 1 1 0 0,0-1-1 0 0,0 0 0 0 0,2-1 0 0 0,34-19 37 0 0,7-9 31 0 0,-42 29-80 0 0,-1 0 4 0 0,0 0 0 0 0,0 0 0 0 0,1 0 1 0 0,-1 1-1 0 0,1-1 0 0 0,-1 0 0 0 0,0 1 1 0 0,1-1-1 0 0,-1 1 0 0 0,1-1 0 0 0,0 1 1 0 0,-1 0-1 0 0,3-1 0 0 0,-4 2 9 0 0,5 2-1 0 0,0 1-1 0 0,1-1 1 0 0,0 0-1 0 0,-1 0 1 0 0,1-1-1 0 0,0 0 1 0 0,0 0-1 0 0,0 0 1 0 0,10 1-1 0 0,-8-5-6 0 0,1 1-1 0 0,-1-2 1 0 0,0 1-1 0 0,1-1 1 0 0,-1 0-1 0 0,0-1 1 0 0,-1 0 0 0 0,1 0-1 0 0,-1-1 1 0 0,0 0-1 0 0,0 0 1 0 0,0-1-1 0 0,-1 1 1 0 0,1-1 0 0 0,-2-1-1 0 0,1 1 1 0 0,8-13-1 0 0,-1-2 8 0 0,0 0 0 0 0,-1 0-1 0 0,-2-1 1 0 0,0-1 0 0 0,8-27 0 0 0,-15 33 12 0 0,-1 0 0 0 0,-1 0 1 0 0,0 0-1 0 0,-1 0 0 0 0,-1 0 0 0 0,-6-30 1 0 0,7 45-19 0 0,-2 4-34 0 0,-1 0 39 0 0,1 0 0 0 0,0 0-1 0 0,0 0 1 0 0,0 0 0 0 0,0 1-1 0 0,0-1 1 0 0,1 0 0 0 0,-1 1-1 0 0,1 0 1 0 0,-1-1 0 0 0,0 6-1 0 0,-3 6-4 0 0,0 0 0 0 0,2 1 0 0 0,0 0 0 0 0,0 0 0 0 0,1 0-1 0 0,1 0 1 0 0,1 0 0 0 0,2 27 0 0 0,-1-30 1 0 0,1 0 1 0 0,0-1-1 0 0,1 1 0 0 0,0 0 0 0 0,0-1 1 0 0,2 1-1 0 0,-1-1 0 0 0,1 0 1 0 0,1-1-1 0 0,0 1 0 0 0,10 12 0 0 0,-11-18-5 0 0,0-1 0 0 0,0 0 0 0 0,0 0 0 0 0,1-1 0 0 0,-1 1-1 0 0,1-1 1 0 0,0 0 0 0 0,0-1 0 0 0,0 1 0 0 0,1-1-1 0 0,-1 0 1 0 0,0-1 0 0 0,1 0 0 0 0,-1 0 0 0 0,1 0 0 0 0,-1 0-1 0 0,1-1 1 0 0,-1-1 0 0 0,1 1 0 0 0,-1-1 0 0 0,1 0-1 0 0,9-3 1 0 0,-4 2-7 0 0,0-1-1 0 0,0-1 0 0 0,-1 0 1 0 0,0 0-1 0 0,0-1 1 0 0,0-1-1 0 0,0 0 0 0 0,-1 0 1 0 0,0-1-1 0 0,0-1 1 0 0,13-12-1 0 0,-12 12 2 0 0,-10 7 14 0 0,0 0 0 0 0,-1 0 0 0 0,1 0 1 0 0,0 0-1 0 0,0 1 0 0 0,-1-1 0 0 0,1 0 0 0 0,0 0 1 0 0,-1 0-1 0 0,1-1 0 0 0,-1 1 0 0 0,1 0 0 0 0,-1 0 1 0 0,1 0-1 0 0,-1 0 0 0 0,0 0 0 0 0,0 0 0 0 0,0-1 0 0 0,1 1 1 0 0,-1 0-1 0 0,-1-2 0 0 0,2 1 15 0 0,-18 0 47 0 0,14 2-38 0 0,0 0-1 0 0,0-1 1 0 0,0 1-1 0 0,0 0 1 0 0,1 0-1 0 0,-1 1 1 0 0,0-1-1 0 0,0 1 0 0 0,0-1 1 0 0,1 1-1 0 0,-4 1 1 0 0,3-1-11 0 0,0 0 1 0 0,1 0-1 0 0,-1 1 1 0 0,1-1-1 0 0,-1 1 1 0 0,1-1-1 0 0,-1 1 1 0 0,1 0-1 0 0,0 0 1 0 0,0 0-1 0 0,0 0 1 0 0,0 0-1 0 0,0 1 1 0 0,1-1-1 0 0,-1 0 1 0 0,1 1-1 0 0,0 0 1 0 0,-1-1-1 0 0,1 1 1 0 0,0 0-1 0 0,0-1 1 0 0,1 1-1 0 0,-1 0 1 0 0,0 0-1 0 0,1 0 1 0 0,0 4-1 0 0,0-4-10 0 0,1 0 1 0 0,0 0-1 0 0,0-1 0 0 0,0 1 1 0 0,0-1-1 0 0,0 1 0 0 0,0 0 0 0 0,1-1 1 0 0,-1 0-1 0 0,1 1 0 0 0,0-1 1 0 0,0 0-1 0 0,0 0 0 0 0,0 0 1 0 0,0 0-1 0 0,0 0 0 0 0,0-1 0 0 0,0 1 1 0 0,1 0-1 0 0,-1-1 0 0 0,1 0 1 0 0,-1 0-1 0 0,1 0 0 0 0,0 0 1 0 0,0 0-1 0 0,3 1 0 0 0,10 1-56 0 0,0-1-1 0 0,0 0 1 0 0,1-1-1 0 0,-1-1 0 0 0,0 0 1 0 0,0-1-1 0 0,0-1 1 0 0,1 0-1 0 0,-2-2 1 0 0,1 0-1 0 0,0 0 1 0 0,-1-1-1 0 0,0-1 1 0 0,0-1-1 0 0,0 0 1 0 0,14-10-1 0 0,-28 16 65 0 0,0 1 0 0 0,0-1 0 0 0,0 1 0 0 0,0 0 0 0 0,0-1 0 0 0,-1 0 1 0 0,1 1-1 0 0,0-1 0 0 0,0 1 0 0 0,-1-1 0 0 0,1 0 0 0 0,-1 1 0 0 0,1-1 0 0 0,0 0 0 0 0,-1 0 0 0 0,1 0 0 0 0,-1 1 0 0 0,0-1 0 0 0,1 0 1 0 0,-1 0-1 0 0,0 0 0 0 0,1 0 0 0 0,-1 0 0 0 0,0 0 0 0 0,0-1 0 0 0,-12-3 316 0 0,9 4-370 0 0,-1 0 202 0 0,-37 21 479 0 0,39-19-643 0 0,1 0 0 0 0,0 1 0 0 0,-1-1 0 0 0,1 0-1 0 0,0 1 1 0 0,0-1 0 0 0,0 1 0 0 0,0-1-1 0 0,0 1 1 0 0,0 0 0 0 0,1-1 0 0 0,-1 1 0 0 0,1 0-1 0 0,-1-1 1 0 0,1 1 0 0 0,-1 0 0 0 0,1 0-1 0 0,0 0 1 0 0,0-1 0 0 0,0 1 0 0 0,0 0 0 0 0,0 0-1 0 0,0 0 1 0 0,1-1 0 0 0,-1 1 0 0 0,0 0-1 0 0,1 0 1 0 0,0-1 0 0 0,-1 1 0 0 0,1 0 0 0 0,0-1-1 0 0,0 1 1 0 0,0-1 0 0 0,0 1 0 0 0,0-1-1 0 0,0 1 1 0 0,0-1 0 0 0,0 0 0 0 0,1 1 0 0 0,-1-1-1 0 0,0 0 1 0 0,1 0 0 0 0,-1 0 0 0 0,4 1-1 0 0,1 2-453 0 0,0 0 0 0 0,1-1 0 0 0,-1 0-1 0 0,1 0 1 0 0,0-1 0 0 0,0 0-1 0 0,0 0 1 0 0,0 0 0 0 0,0-1 0 0 0,11 0-1 0 0,15 1-5027 0 0,-15-2 2342 0 0</inkml:trace>
</inkml:ink>
</file>

<file path=ppt/ink/ink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51 254 200 0 0,'0'-9'7655'0'0,"-19"8"-7007"0"0,14 1-62 0 0,-21 26 1880 0 0,26-25-1931 0 0,0 5-197 0 0,0-6-323 0 0,0 0-1 0 0,0 1 1 0 0,0-1 0 0 0,0 0-1 0 0,0 1 1 0 0,0-1 0 0 0,0 0 0 0 0,0 1-1 0 0,-1-1 1 0 0,1 0 0 0 0,0 1-1 0 0,0-1 1 0 0,1 0 0 0 0,-1 1-1 0 0,0-1 1 0 0,0 0 0 0 0,0 1 0 0 0,0-1-1 0 0,0 0 1 0 0,0 1 0 0 0,0-1-1 0 0,0 0 1 0 0,1 1 0 0 0,-1-1 0 0 0,0 0-1 0 0,0 0 1 0 0,0 1 0 0 0,1-1-1 0 0,-1 0 1 0 0,0 0 0 0 0,1 1 0 0 0,1 0 15 0 0,0 0 0 0 0,1 0 0 0 0,-1 0 0 0 0,0-1 0 0 0,1 1 0 0 0,-1-1 0 0 0,0 1 1 0 0,1-1-1 0 0,-1 0 0 0 0,1 0 0 0 0,-1 0 0 0 0,1 0 0 0 0,-1 0 0 0 0,1-1 0 0 0,-1 1 1 0 0,0-1-1 0 0,1 1 0 0 0,-1-1 0 0 0,0 0 0 0 0,1 0 0 0 0,-1 0 0 0 0,0 0 0 0 0,0-1 1 0 0,0 1-1 0 0,0 0 0 0 0,0-1 0 0 0,0 0 0 0 0,0 1 0 0 0,-1-1 0 0 0,4-4 0 0 0,5-4 31 0 0,-1-1-1 0 0,0-1 1 0 0,0 0-1 0 0,7-13 1 0 0,-7 5 37 0 0,-1 0 0 0 0,0-1 0 0 0,-2 0 0 0 0,0 0 0 0 0,5-40 0 0 0,-6 32 646 0 0,-7 24 1569 0 0,-6 17-1692 0 0,-10 27-205 0 0,14-24-273 0 0,0 0-1 0 0,1 0 1 0 0,1 1-1 0 0,0-1 1 0 0,1 1-1 0 0,1 0 1 0 0,0-1 0 0 0,5 29-1 0 0,0 24-5642 0 0</inkml:trace>
</inkml:ink>
</file>

<file path=ppt/ink/ink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3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40 652 0 0,'0'0'1128'0'0,"-10"-4"3049"0"0,30-14-3589 0 0,-3 15-64 0 0,5-2-80 0 0,-4 4-236 0 0,7-3-312 0 0,2 1-356 0 0,-9 3-736 0 0,3-2-1293 0 0,4 2 577 0 0</inkml:trace>
</inkml:ink>
</file>

<file path=ppt/ink/ink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6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22 708 0 0,'-10'-20'8124'0'0,"8"19"-7660"0"0,-2 4-36 0 0,-16 15 321 0 0,-1 0 0 0 0,-28 36 1 0 0,43-47-656 0 0,1 0 1 0 0,0 0 0 0 0,1 0-1 0 0,0 0 1 0 0,0 1 0 0 0,0 0-1 0 0,1 0 1 0 0,0 0-1 0 0,1 0 1 0 0,0 1 0 0 0,0-1-1 0 0,0 1 1 0 0,1 10 0 0 0,0-17-80 0 0,1 0 0 0 0,0 0 0 0 0,0 0 1 0 0,0 0-1 0 0,1 0 0 0 0,-1 0 1 0 0,0 0-1 0 0,1 1 0 0 0,-1-1 0 0 0,1 0 1 0 0,0 0-1 0 0,0 0 0 0 0,-1-1 0 0 0,1 1 1 0 0,1 0-1 0 0,-1 0 0 0 0,0 0 1 0 0,0-1-1 0 0,1 1 0 0 0,-1 0 0 0 0,1-1 1 0 0,-1 0-1 0 0,4 3 0 0 0,-2-3-2 0 0,0 0 0 0 0,0 0 0 0 0,0 0 0 0 0,0 0 0 0 0,0-1 0 0 0,0 0 0 0 0,1 1 0 0 0,-1-1-1 0 0,0 0 1 0 0,0-1 0 0 0,0 1 0 0 0,0 0 0 0 0,0-1 0 0 0,4-1 0 0 0,9-3-25 0 0,0-1 0 0 0,0-1 0 0 0,-1 0 0 0 0,23-14 0 0 0,-28 13-34 0 0,1 0 0 0 0,-2 0 0 0 0,14-15 0 0 0,15-12-72 0 0,-36 34 105 0 0,-2 1 10 0 0,0 0 1 0 0,0-1-1 0 0,0 1 0 0 0,0 0 0 0 0,0 0 1 0 0,0-1-1 0 0,1 1 0 0 0,-1 0 1 0 0,0 0-1 0 0,0-1 0 0 0,0 1 1 0 0,1 0-1 0 0,-1 0 0 0 0,0 0 0 0 0,0 0 1 0 0,1-1-1 0 0,-1 1 0 0 0,0 0 1 0 0,0 0-1 0 0,1 0 0 0 0,-1 0 1 0 0,0 0-1 0 0,0 0 0 0 0,1 0 0 0 0,-1 0 1 0 0,0 0-1 0 0,1 0 0 0 0,-1 0 1 0 0,0 0-1 0 0,0 0 0 0 0,1 0 1 0 0,-1 0-1 0 0,0 0 0 0 0,1 0 1 0 0,-1 0-1 0 0,0 0 0 0 0,0 0 0 0 0,1 0 1 0 0,-1 0-1 0 0,0 1 0 0 0,0-1 1 0 0,1 0-1 0 0,-1 0 0 0 0,0 0 1 0 0,0 0-1 0 0,0 1 0 0 0,1-1 0 0 0,-1 0 1 0 0,0 0-1 0 0,0 0 0 0 0,0 1 1 0 0,0-1-1 0 0,1 0 0 0 0,-1 0 1 0 0,0 1-1 0 0,0-1 0 0 0,0 1 1 0 0,16 12-26 0 0,-16-12 23 0 0,0-1 4 0 0,5 8-5 0 0,-4-8 9 0 0,1 1 0 0 0,0-1 0 0 0,0 0 0 0 0,0 1 0 0 0,0-1-1 0 0,0 0 1 0 0,0 0 0 0 0,0 0 0 0 0,0 0 0 0 0,0-1-1 0 0,0 1 1 0 0,0 0 0 0 0,2-2 0 0 0,120-45-14 0 0,-123 46 14 0 0,1 1 0 0 0,-1-1 0 0 0,0 1 0 0 0,0 0 0 0 0,1-1 0 0 0,-1 1 0 0 0,0 0-1 0 0,0 0 1 0 0,1 0 0 0 0,-1 0 0 0 0,0 0 0 0 0,1 0 0 0 0,-1 0 0 0 0,0 0 0 0 0,0 0 0 0 0,1 1 0 0 0,-1-1-1 0 0,0 0 1 0 0,0 1 0 0 0,0-1 0 0 0,1 1 0 0 0,-1 0 0 0 0,0-1 0 0 0,0 1 0 0 0,0 0 0 0 0,0 0 0 0 0,0-1-1 0 0,0 1 1 0 0,0 0 0 0 0,0 0 0 0 0,-1 0 0 0 0,1 0 0 0 0,0 0 0 0 0,0 0 0 0 0,-1 1 0 0 0,1-1 0 0 0,-1 0 0 0 0,1 0-1 0 0,-1 0 1 0 0,0 1 0 0 0,1-1 0 0 0,-1 0 0 0 0,0 0 0 0 0,0 1 0 0 0,0-1 0 0 0,0 0 0 0 0,0 0 0 0 0,0 1-1 0 0,0-1 1 0 0,0 0 0 0 0,-1 3 0 0 0,1 5 39 0 0,-1 1 1 0 0,-1-1-1 0 0,0 1 0 0 0,-5 16 0 0 0,6-24-33 0 0,0 2-231 0 0,-3 8 223 0 0</inkml:trace>
</inkml:ink>
</file>

<file path=ppt/ink/ink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7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1 180 0 0,'0'0'6119'0'0,"0"3"-5336"0"0,1 20 99 0 0,-2 0 0 0 0,0 0 0 0 0,-2-1 0 0 0,-1 1 0 0 0,-9 33-1 0 0,8-32-811 0 0,3-19-574 0 0,0 0 0 0 0,0 0 0 0 0,0 0 1 0 0,-1 0-1 0 0,0 0 0 0 0,0-1 0 0 0,0 1 0 0 0,-6 6 0 0 0</inkml:trace>
</inkml:ink>
</file>

<file path=ppt/ink/ink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7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1 298 492 0 0,'19'-4'562'0'0,"0"-2"0"0"0,0 0 0 0 0,0-1-1 0 0,-1 0 1 0 0,0-2 0 0 0,-1 0 0 0 0,0-1 0 0 0,0-1 0 0 0,19-16 0 0 0,-27 19-299 0 0,-1 1 0 0 0,-1-1 0 0 0,0 0 0 0 0,0-1 1 0 0,0 0-1 0 0,-1 0 0 0 0,0 0 0 0 0,-1-1 0 0 0,0 0 1 0 0,-1 0-1 0 0,0 0 0 0 0,0 0 0 0 0,-1-1 0 0 0,0 0 1 0 0,-1 1-1 0 0,-1-1 0 0 0,2-22 0 0 0,-3 31 211 0 0,-3 0-186 0 0,3 1-279 0 0,0 1 1 0 0,0 0-1 0 0,0 0 1 0 0,0 0-1 0 0,0-1 1 0 0,0 1 0 0 0,0 0-1 0 0,-1 0 1 0 0,1 0-1 0 0,0 0 1 0 0,0-1-1 0 0,0 1 1 0 0,0 0-1 0 0,-1 0 1 0 0,1 0 0 0 0,0 0-1 0 0,0 0 1 0 0,0-1-1 0 0,-1 1 1 0 0,1 0-1 0 0,0 0 1 0 0,0 0-1 0 0,-1 0 1 0 0,1 0-1 0 0,0 0 1 0 0,0 0 0 0 0,0 0-1 0 0,-1 0 1 0 0,1 0-1 0 0,0 0 1 0 0,0 0-1 0 0,-1 0 1 0 0,1 0-1 0 0,0 0 1 0 0,0 0-1 0 0,-1 0 1 0 0,1 0 0 0 0,0 0-1 0 0,0 0 1 0 0,0 1-1 0 0,-1-1 1 0 0,1 0-1 0 0,0 0 1 0 0,0 0-1 0 0,0 0 1 0 0,0 0-1 0 0,-1 1 1 0 0,1-1 0 0 0,0 0-1 0 0,0 0 1 0 0,0 0-1 0 0,-1 1 1 0 0,-9 15 111 0 0,0 0 1 0 0,1 0-1 0 0,1 1 1 0 0,0 0-1 0 0,1 1 1 0 0,1-1-1 0 0,-6 28 1 0 0,5-9 24 0 0,2-1 0 0 0,1 0 0 0 0,0 41 1 0 0,4-74-144 0 0,1-1 1 0 0,-1 1 0 0 0,0 0-1 0 0,1-1 1 0 0,-1 1 0 0 0,1-1 0 0 0,-1 1-1 0 0,1-1 1 0 0,0 0 0 0 0,-1 1 0 0 0,1-1-1 0 0,0 0 1 0 0,0 1 0 0 0,0-1 0 0 0,0 0-1 0 0,0 0 1 0 0,0 0 0 0 0,1 0-1 0 0,-1 0 1 0 0,0 0 0 0 0,0 0 0 0 0,1 0-1 0 0,-1 0 1 0 0,1-1 0 0 0,-1 1 0 0 0,1-1-1 0 0,-1 1 1 0 0,1-1 0 0 0,-1 1-1 0 0,1-1 1 0 0,-1 0 0 0 0,1 0 0 0 0,-1 0-1 0 0,1 0 1 0 0,0 0 0 0 0,-1 0 0 0 0,1 0-1 0 0,-1 0 1 0 0,3-1 0 0 0,10 0 37 0 0,0-1 1 0 0,-1-1 0 0 0,19-5-1 0 0,-24 6-34 0 0,2-1-66 0 0,0 1 1 0 0,0 0-1 0 0,0 0 1 0 0,0 1 0 0 0,1 1-1 0 0,-1 0 1 0 0,0 0-1 0 0,11 2 1 0 0,35 16-7706 0 0,-44-11 4555 0 0</inkml:trace>
</inkml:ink>
</file>

<file path=ppt/ink/ink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7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507 33 916 0 0,'4'-23'4647'0'0,"-6"22"-4534"0"0,1 0 0 0 0,-1 0 0 0 0,1 0 0 0 0,-1 0 0 0 0,0 0 0 0 0,1 1 0 0 0,-1-1 0 0 0,0 0 0 0 0,0 1 1 0 0,1-1-1 0 0,-1 1 0 0 0,0-1 0 0 0,0 1 0 0 0,0 0 0 0 0,0 0 0 0 0,0 0 0 0 0,1 0 0 0 0,-1 0 0 0 0,0 1 1 0 0,-2-1-1 0 0,-47 11 1241 0 0,41-9-1076 0 0,9-2-257 0 0,-11 3 288 0 0,-1 0 1 0 0,0 1-1 0 0,1 0 1 0 0,-23 12-1 0 0,32-14-262 0 0,0 0 0 0 0,0 0-1 0 0,0 0 1 0 0,1 0 0 0 0,-1 1-1 0 0,1-1 1 0 0,-1 1 0 0 0,1 0-1 0 0,0 0 1 0 0,0 0 0 0 0,0 0-1 0 0,0 0 1 0 0,0 0 0 0 0,1 0-1 0 0,-1 1 1 0 0,1-1 0 0 0,0 0-1 0 0,0 1 1 0 0,1-1 0 0 0,-1 1-1 0 0,0-1 1 0 0,1 1 0 0 0,0 4-1 0 0,10 108 361 0 0,0-20-247 0 0,-7-47-98 0 0,-2 1 0 0 0,-3-1 0 0 0,-9 65 0 0 0,9-101 6 0 0,0 0 0 0 0,-1-1 0 0 0,-1 1-1 0 0,0-1 1 0 0,0 0 0 0 0,-1 0-1 0 0,-1 0 1 0 0,0-1 0 0 0,0 0 0 0 0,-1 0-1 0 0,-1 0 1 0 0,0-1 0 0 0,0 0 0 0 0,-1-1-1 0 0,0 0 1 0 0,-1 0 0 0 0,-21 14 0 0 0,27-20 7 0 0,-1 0 1 0 0,-1-1-1 0 0,1 0 1 0 0,0 0-1 0 0,0 0 1 0 0,-1-1 0 0 0,1 0-1 0 0,-1 0 1 0 0,1 0-1 0 0,-1 0 1 0 0,1-1-1 0 0,-1 0 1 0 0,0 0 0 0 0,1-1-1 0 0,-1 0 1 0 0,1 0-1 0 0,-1 0 1 0 0,1 0-1 0 0,-6-3 1 0 0,8 2-86 0 0,0 1 0 0 0,0-1 0 0 0,0 0 0 0 0,0 0 0 0 0,0 0 0 0 0,0 0 0 0 0,1 0 1 0 0,-1 0-1 0 0,1-1 0 0 0,0 0 0 0 0,0 1 0 0 0,0-1 0 0 0,0 0 0 0 0,0 0 0 0 0,0 0 0 0 0,1 0 0 0 0,0 0 0 0 0,-1 0 0 0 0,1-1 0 0 0,0 1 0 0 0,1 0 0 0 0,-1-1 1 0 0,1 1-1 0 0,-1 0 0 0 0,1-1 0 0 0,0 1 0 0 0,0-1 0 0 0,0 1 0 0 0,1 0 0 0 0,-1-1 0 0 0,2-3 0 0 0,0-3-500 0 0,1 0 0 0 0,0 1 1 0 0,1-1-1 0 0,0 1 0 0 0,7-13 0 0 0,17-21-5502 0 0,-5 16 2405 0 0</inkml:trace>
</inkml:ink>
</file>

<file path=ppt/ink/ink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8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147 347 912 0 0,'0'-1'241'0'0,"1"-1"0"0"0,-1 1 0 0 0,1 0 0 0 0,-1-1 0 0 0,0 1 0 0 0,1-1 0 0 0,-1 1 0 0 0,0-1 0 0 0,0 1 0 0 0,0 0 0 0 0,0-1 1 0 0,0 1-1 0 0,-1-1 0 0 0,1 1 0 0 0,0-1 0 0 0,-1 1 0 0 0,1 0 0 0 0,-1-1 0 0 0,1 1 0 0 0,-1 0 0 0 0,1-1 0 0 0,-1 1 0 0 0,0 0 0 0 0,0 0 0 0 0,0 0 0 0 0,-2-2 0 0 0,1 2-67 0 0,0 0 0 0 0,0 0 0 0 0,0 1 0 0 0,0-1 0 0 0,0 1 0 0 0,0 0 0 0 0,0-1 0 0 0,0 1 0 0 0,0 0 0 0 0,0 0 0 0 0,0 1 0 0 0,-1-1 0 0 0,1 0 0 0 0,0 1 0 0 0,0-1 0 0 0,-2 2-1 0 0,-5 0 116 0 0,0 2-1 0 0,1-1 0 0 0,-1 1 0 0 0,1 1 0 0 0,0-1 0 0 0,0 1 0 0 0,-9 8 0 0 0,14-10-201 0 0,1-1-27 0 0,1-1 1 0 0,-1 1 0 0 0,0-1 0 0 0,1 1 0 0 0,-1 0 0 0 0,1 0 0 0 0,-1 0 0 0 0,1 0 0 0 0,0 0 0 0 0,0 0 0 0 0,0 0 0 0 0,0 0-1 0 0,0 0 1 0 0,0 0 0 0 0,0 1 0 0 0,1-1 0 0 0,0 0 0 0 0,-1 4 0 0 0,1-5-46 0 0,1-1 0 0 0,-1 1 1 0 0,0 0-1 0 0,1 0 0 0 0,-1 0 0 0 0,1-1 1 0 0,-1 1-1 0 0,1 0 0 0 0,0-1 0 0 0,-1 1 1 0 0,1 0-1 0 0,0-1 0 0 0,-1 1 0 0 0,1-1 1 0 0,0 1-1 0 0,0-1 0 0 0,0 1 0 0 0,-1-1 1 0 0,1 0-1 0 0,0 1 0 0 0,0-1 0 0 0,0 0 1 0 0,0 0-1 0 0,1 1 0 0 0,19 3 121 0 0,-3-5-195 0 0,1-1 0 0 0,0-1 0 0 0,21-5 1 0 0,-21 4 33 0 0,-17 3 3 0 0,-1 1 19 0 0,0 0-1 0 0,0 0 0 0 0,0 0 0 0 0,0 0 0 0 0,0 0 1 0 0,0 1-1 0 0,0-1 0 0 0,-1 0 0 0 0,1 0 0 0 0,0 1 1 0 0,0-1-1 0 0,0 1 0 0 0,0-1 0 0 0,-1 0 1 0 0,1 1-1 0 0,0 0 0 0 0,0-1 0 0 0,-1 1 0 0 0,1-1 1 0 0,0 1-1 0 0,-1 0 0 0 0,2 1 0 0 0,22 19-57 0 0,-22-19 58 0 0,1 0 6 0 0,-1-1-1 0 0,1 1 1 0 0,0-1-1 0 0,0 0 1 0 0,0 0-1 0 0,0 0 1 0 0,0 0-1 0 0,0-1 1 0 0,0 1 0 0 0,0-1-1 0 0,0 0 1 0 0,1 1-1 0 0,-1-1 1 0 0,0-1-1 0 0,0 1 1 0 0,0 0 0 0 0,0-1-1 0 0,0 0 1 0 0,0 0-1 0 0,5-2 1 0 0,10-3 4 0 0,-1-2 0 0 0,23-12 1 0 0,-7 3-4 0 0,-16 10 1 0 0,-8 2-24 0 0,1 1 1 0 0,0 0-1 0 0,0 0 1 0 0,19-3-1 0 0,-25 7 17 0 0,-1-1-1 0 0,1 1 0 0 0,-1 0 1 0 0,0 1-1 0 0,1-1 0 0 0,-1 0 0 0 0,1 1 1 0 0,-1 0-1 0 0,0 0 0 0 0,0 0 0 0 0,1 0 1 0 0,-1 1-1 0 0,0-1 0 0 0,0 1 1 0 0,0-1-1 0 0,-1 1 0 0 0,1 0 0 0 0,0 1 1 0 0,2 2-1 0 0,0-1-34 0 0,0 0 0 0 0,0 0 0 0 0,1-1 1 0 0,-1 1-1 0 0,1-1 0 0 0,0 0 0 0 0,-1 0 0 0 0,1-1 1 0 0,1 0-1 0 0,-1 0 0 0 0,0 0 0 0 0,0-1 0 0 0,1 0 0 0 0,-1 0 1 0 0,1-1-1 0 0,-1 0 0 0 0,1 0 0 0 0,-1 0 0 0 0,0-1 0 0 0,1 0 1 0 0,-1 0-1 0 0,0 0 0 0 0,1-1 0 0 0,-1 0 0 0 0,8-4 1 0 0,-5 2 7 0 0,0 0 1 0 0,0-1 0 0 0,-1-1 0 0 0,1 1 0 0 0,-1-2 0 0 0,0 1 0 0 0,0-1 0 0 0,-1 0 0 0 0,0 0 0 0 0,-1-1 0 0 0,1 0 0 0 0,-1 0 0 0 0,-1-1 0 0 0,0 1 0 0 0,6-14 0 0 0,-1-1 26 0 0,-1-1 0 0 0,-2 0 0 0 0,0 0 1 0 0,-2 0-1 0 0,0-1 0 0 0,-2 0 0 0 0,-1 0 1 0 0,-1-46-1 0 0,-1 68 151 0 0,-3 1 0 0 0,3 2-141 0 0,0 0 0 0 0,0 0-1 0 0,0-1 1 0 0,0 1 0 0 0,0 0-1 0 0,0 0 1 0 0,0 0 0 0 0,-1-1-1 0 0,1 1 1 0 0,0 0 0 0 0,0 0-1 0 0,0 0 1 0 0,0 0 0 0 0,0 0-1 0 0,-1 0 1 0 0,1-1-1 0 0,0 1 1 0 0,0 0 0 0 0,0 0-1 0 0,0 0 1 0 0,-1 0 0 0 0,1 0-1 0 0,0 0 1 0 0,0 0 0 0 0,0 0-1 0 0,-1 0 1 0 0,1 0 0 0 0,0 0-1 0 0,0 0 1 0 0,0 0 0 0 0,-1 0-1 0 0,1 0 1 0 0,0 0 0 0 0,0 0-1 0 0,0 0 1 0 0,-1 0-1 0 0,1 0 1 0 0,0 0 0 0 0,0 0-1 0 0,0 0 1 0 0,0 0 0 0 0,-1 0-1 0 0,1 0 1 0 0,0 0 0 0 0,0 1-1 0 0,0-1 1 0 0,0 0 0 0 0,-1 0-1 0 0,1 0 1 0 0,0 1 0 0 0,-5 3 58 0 0,1 1 1 0 0,-1 0-1 0 0,1 1 1 0 0,0-1-1 0 0,1 1 1 0 0,-1 0-1 0 0,1 0 1 0 0,0 0-1 0 0,1 0 1 0 0,-1 0-1 0 0,1 1 1 0 0,-2 10-1 0 0,2-4 4 0 0,0 0-1 0 0,2 0 0 0 0,-1 1 0 0 0,1-1 1 0 0,1 0-1 0 0,3 17 0 0 0,-1-12-11 0 0,1 0 0 0 0,1-1-1 0 0,1 1 1 0 0,0-1-1 0 0,1 0 1 0 0,1-1-1 0 0,0 1 1 0 0,1-2-1 0 0,21 28 1 0 0,-28-40 14 0 0,1 1 1 0 0,-1-1-1 0 0,1 0 0 0 0,0 0 0 0 0,0 0 0 0 0,0-1 1 0 0,0 1-1 0 0,1-1 0 0 0,-1 0 0 0 0,1 0 1 0 0,-1 0-1 0 0,1 0 0 0 0,0 0 0 0 0,-1-1 1 0 0,1 0-1 0 0,0 1 0 0 0,0-2 0 0 0,0 1 1 0 0,0 0-1 0 0,0-1 0 0 0,0 0 0 0 0,5 0 1 0 0,-6 0 299 0 0,1-8-48 0 0</inkml:trace>
</inkml:ink>
</file>

<file path=ppt/ink/ink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09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21 1160 0 0,'-1'-2'305'0'0,"-1"0"0"0"0,1 1 0 0 0,-1-1 0 0 0,1 1-1 0 0,-1 0 1 0 0,1-1 0 0 0,-1 1 0 0 0,0 0 0 0 0,0 0 0 0 0,1 0 0 0 0,-1 0 0 0 0,0 0-1 0 0,0 0 1 0 0,0 1 0 0 0,0-1 0 0 0,0 1 0 0 0,0-1 0 0 0,0 1 0 0 0,0 0 0 0 0,0 0-1 0 0,-1-1 1 0 0,1 2 0 0 0,0-1 0 0 0,0 0 0 0 0,0 0 0 0 0,0 1 0 0 0,0-1 0 0 0,0 1-1 0 0,0-1 1 0 0,0 1 0 0 0,0 0 0 0 0,-2 1 0 0 0,2-1-80 0 0,-1 0 0 0 0,1 1 0 0 0,-1-1 0 0 0,1 1 0 0 0,0-1 0 0 0,-1 1 0 0 0,1 0 1 0 0,0 0-1 0 0,0 0 0 0 0,0 0 0 0 0,0 0 0 0 0,1 1 0 0 0,-1-1 0 0 0,0 1 0 0 0,1-1 0 0 0,0 1 0 0 0,0-1 0 0 0,-1 1 0 0 0,2 0 1 0 0,-1-1-1 0 0,0 1 0 0 0,0 0 0 0 0,1 3 0 0 0,0-3-144 0 0,0 1-1 0 0,1-1 1 0 0,0 0 0 0 0,0 1 0 0 0,0-1 0 0 0,0 0-1 0 0,0 1 1 0 0,1-1 0 0 0,-1 0 0 0 0,1 0 0 0 0,0 0 0 0 0,0 0-1 0 0,0 0 1 0 0,1-1 0 0 0,-1 1 0 0 0,1-1 0 0 0,-1 1-1 0 0,1-1 1 0 0,0 0 0 0 0,0 0 0 0 0,4 2 0 0 0,1 1-305 0 0,0-1 1 0 0,0 0 0 0 0,0 0 0 0 0,1-1 0 0 0,-1 0 0 0 0,18 2 0 0 0,33 1-3173 0 0,-17-6-2719 0 0,-13-1 1991 0 0</inkml:trace>
</inkml:ink>
</file>

<file path=ppt/ink/ink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1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7 448 0 0,'-1'0'150'0'0,"0"-1"-1"0"0,1 0 1 0 0,-1 1 0 0 0,0-1 0 0 0,0 1-1 0 0,0-1 1 0 0,0 1 0 0 0,0-1-1 0 0,0 1 1 0 0,0 0 0 0 0,0-1 0 0 0,0 1-1 0 0,0 0 1 0 0,0 0 0 0 0,0 0-1 0 0,0 0 1 0 0,0 0 0 0 0,0 0-1 0 0,0 0 1 0 0,0 0 0 0 0,0 0 0 0 0,0 1-1 0 0,-1-1 1 0 0,-12 9 413 0 0,0 0 0 0 0,0 1 0 0 0,1 0 0 0 0,0 1 1 0 0,1 0-1 0 0,-15 18 0 0 0,24-25-449 0 0,0-1 1 0 0,1 1-1 0 0,-1 0 1 0 0,1 0 0 0 0,0 1-1 0 0,0-1 1 0 0,0 0-1 0 0,1 1 1 0 0,-1-1-1 0 0,1 1 1 0 0,0 0-1 0 0,0 5 1 0 0,1-6-66 0 0,0-1 0 0 0,1 0 0 0 0,-1 1-1 0 0,1-1 1 0 0,0 0 0 0 0,0 0 0 0 0,0 0 0 0 0,0 0 0 0 0,1 1 0 0 0,-1-1 0 0 0,1-1 0 0 0,0 1-1 0 0,-1 0 1 0 0,1 0 0 0 0,1-1 0 0 0,-1 1 0 0 0,0-1 0 0 0,1 0 0 0 0,3 4 0 0 0,-3-4-19 0 0,0 0 0 0 0,0 0 0 0 0,1-1 0 0 0,-1 1 0 0 0,0-1 0 0 0,1 1 0 0 0,-1-1 0 0 0,1 0 0 0 0,-1 0 0 0 0,1-1 0 0 0,0 1 0 0 0,-1-1 0 0 0,1 0 0 0 0,0 0 0 0 0,-1 0 0 0 0,1 0 0 0 0,-1 0 0 0 0,1-1 0 0 0,0 0 0 0 0,-1 0 0 0 0,1 0 0 0 0,-1 0 0 0 0,1 0 0 0 0,2-3 0 0 0,0 2-6 0 0,-1-1 0 0 0,0 0 0 0 0,0 0 0 0 0,0 0 0 0 0,0-1 0 0 0,-1 0 0 0 0,1 1 0 0 0,-1-2 1 0 0,0 1-1 0 0,0 0 0 0 0,-1-1 0 0 0,1 0 0 0 0,-1 0 0 0 0,3-5 0 0 0,-4 6-2 0 0,-1 0-1 0 0,1 0 1 0 0,-1 0-1 0 0,0 0 1 0 0,0 0 0 0 0,0 0-1 0 0,0 0 1 0 0,-1 0-1 0 0,0 0 1 0 0,0 0 0 0 0,0-1-1 0 0,0 1 1 0 0,0 0-1 0 0,-1 0 1 0 0,0 0-1 0 0,0 0 1 0 0,0 0 0 0 0,0 0-1 0 0,-1 0 1 0 0,0 0-1 0 0,0 1 1 0 0,0-1 0 0 0,0 0-1 0 0,0 1 1 0 0,0 0-1 0 0,-1-1 1 0 0,0 1 0 0 0,0 0-1 0 0,0 0 1 0 0,0 1-1 0 0,0-1 1 0 0,0 1-1 0 0,-1-1 1 0 0,0 1 0 0 0,1 0-1 0 0,-6-2 1 0 0,7 3-160 0 0,1 1 98 0 0,1 0 1 0 0,-1 0-1 0 0,1-1 1 0 0,-1 1-1 0 0,1 0 1 0 0,-1 0-1 0 0,1 0 1 0 0,-1 0-1 0 0,1 0 1 0 0,-1 0-1 0 0,1 0 1 0 0,-1 0-1 0 0,1 0 1 0 0,-1 0-1 0 0,1 0 1 0 0,-1 0-1 0 0,1 0 1 0 0,-1 0-1 0 0,1 0 1 0 0,-1 0-1 0 0,1 1 1 0 0,-1-1-1 0 0,1 0 1 0 0,-1 0-1 0 0,1 1 1 0 0,-1-1-1 0 0,1 0 1 0 0,-1 1-1 0 0,1-1 1 0 0,0 0 0 0 0,-1 1-1 0 0,1-1 1 0 0,0 0-1 0 0,-1 1 1 0 0,1-1-1 0 0,0 1 1 0 0,-1 0-1 0 0,-10 15-4768 0 0</inkml:trace>
</inkml:ink>
</file>

<file path=ppt/ink/ink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1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56 684 0 0,'9'10'2116'0'0,"-1"-1"-1462"0"0,0 0-1 0 0,0-1 1 0 0,1 0-1 0 0,0-1 1 0 0,0 0 0 0 0,1-1-1 0 0,0 1 1 0 0,18 7-1 0 0,-26-13-282 0 0,15-6 854 0 0,-10-4-975 0 0,0 1 0 0 0,-1-1 1 0 0,-1 0-1 0 0,1 0 0 0 0,5-16 0 0 0,7-23-2171 0 0,-13 41 450 0 0,0 2-2406 0 0,-2-2 1339 0 0</inkml:trace>
</inkml:ink>
</file>

<file path=ppt/ink/ink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2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79 164 0 0,'0'0'1418'0'0,"42"-17"1915"0"0,-35 12-2794 0 0,1 0 1 0 0,-2-1-1 0 0,1 1 0 0 0,0-1 1 0 0,-1-1-1 0 0,8-10 0 0 0,-13 16-220 0 0,-1 1-279 0 0,0 0 0 0 0,0-1 0 0 0,0 1 0 0 0,0 0 0 0 0,1 0 1 0 0,-1 0-1 0 0,0-1 0 0 0,0 1 0 0 0,0 0 0 0 0,0 0 0 0 0,0-1 0 0 0,0 1 0 0 0,0 0 0 0 0,0 0 1 0 0,0-1-1 0 0,0 1 0 0 0,0 0 0 0 0,0 0 0 0 0,0-1 0 0 0,0 1 0 0 0,0 0 0 0 0,0 0 0 0 0,0-1 1 0 0,0 1-1 0 0,0 0 0 0 0,0 0 0 0 0,0 0 0 0 0,0-1 0 0 0,0 1 0 0 0,-1 0 0 0 0,1 0 1 0 0,0-1-1 0 0,0 1 0 0 0,0 0 0 0 0,0 0 0 0 0,0 0 0 0 0,-1 0 0 0 0,1-1 0 0 0,0 1 0 0 0,0 0 1 0 0,0 0-1 0 0,-1 0 0 0 0,1 0 0 0 0,0 0 0 0 0,0 0 0 0 0,-1 0 0 0 0,1-1 0 0 0,-6 5 31 0 0,0 1-1 0 0,0-1 1 0 0,1 1-1 0 0,-1 0 1 0 0,1 1-1 0 0,-9 10 0 0 0,12-13-40 0 0,0 1 0 0 0,0-1-1 0 0,0 0 1 0 0,1 0-1 0 0,-1 1 1 0 0,1-1 0 0 0,0 1-1 0 0,-1 0 1 0 0,2-1-1 0 0,-1 1 1 0 0,0 0-1 0 0,1-1 1 0 0,0 1 0 0 0,-1 0-1 0 0,1 0 1 0 0,1 5-1 0 0,0-7-23 0 0,0-1 0 0 0,-1 0 0 0 0,1 0 0 0 0,0 1 0 0 0,0-1 0 0 0,0 0-1 0 0,0 0 1 0 0,0 0 0 0 0,0 0 0 0 0,0 0 0 0 0,0 0 0 0 0,0 0-1 0 0,0-1 1 0 0,0 1 0 0 0,1 0 0 0 0,-1-1 0 0 0,0 1 0 0 0,1-1 0 0 0,-1 1-1 0 0,0-1 1 0 0,1 1 0 0 0,-1-1 0 0 0,0 0 0 0 0,1 0 0 0 0,-1 0-1 0 0,1 0 1 0 0,-1 0 0 0 0,1 0 0 0 0,-1 0 0 0 0,3-1 0 0 0,39-6 42 0 0,-41 6-45 0 0,78-27 46 0 0,-66 22-57 0 0,-1 1 0 0 0,1 0 0 0 0,0 1 0 0 0,1 0 0 0 0,-1 1 0 0 0,28-2 0 0 0,-39 5 7 0 0,0 1-1 0 0,0 0 0 0 0,-1 0 0 0 0,1 0 0 0 0,0 0 1 0 0,-1 1-1 0 0,1-1 0 0 0,-1 1 0 0 0,0-1 0 0 0,1 1 0 0 0,-1 0 1 0 0,0 0-1 0 0,0 0 0 0 0,0 0 0 0 0,0 0 0 0 0,-1 0 0 0 0,1 1 1 0 0,0-1-1 0 0,-1 1 0 0 0,2 3 0 0 0,20 22-2398 0 0,-9-13-2394 0 0,-7-9 2022 0 0</inkml:trace>
</inkml:ink>
</file>

<file path=ppt/ink/ink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2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20 0 0,'3'-4'262'0'0,"0"1"-1"0"0,1 0 1 0 0,-1 0-1 0 0,1 0 1 0 0,0 0-1 0 0,0 0 1 0 0,0 1-1 0 0,0 0 1 0 0,0 0-1 0 0,0 0 1 0 0,1 0-1 0 0,-1 1 1 0 0,1-1-1 0 0,-1 1 1 0 0,1 0-1 0 0,0 1 1 0 0,-1-1-1 0 0,1 1 1 0 0,0 0-1 0 0,0 0 1 0 0,-1 0-1 0 0,1 1 1 0 0,0-1-1 0 0,-1 1 1 0 0,1 0-1 0 0,-1 1 1 0 0,5 1-1 0 0,0-1-79 0 0,-1 1 0 0 0,0 0 0 0 0,0 1 0 0 0,0 0 0 0 0,0 0 0 0 0,-1 1-1 0 0,0-1 1 0 0,1 2 0 0 0,-2-1 0 0 0,1 1 0 0 0,-1 0 0 0 0,0 0-1 0 0,9 13 1 0 0,-8-8 89 0 0,-1 0 0 0 0,0 1 0 0 0,6 20-1 0 0,-10-7 3121 0 0,1-35-3405 0 0,0 0-1 0 0,1 0 1 0 0,0 1 0 0 0,1 0 0 0 0,0-1-1 0 0,0 2 1 0 0,1-1 0 0 0,0 1-1 0 0,1-1 1 0 0,0 2 0 0 0,0-1 0 0 0,0 1-1 0 0,1 0 1 0 0,0 1 0 0 0,13-8-1 0 0,-9 6-556 0 0,0 1 0 0 0,0 1 0 0 0,1 0 0 0 0,0 0 0 0 0,1 2 0 0 0,-1 0 0 0 0,1 0-1 0 0,0 1 1 0 0,0 1 0 0 0,0 0 0 0 0,14 0 0 0 0,-25 2 612 0 0,0 0 0 0 0,-1 0 0 0 0,1 0 0 0 0,0 1 0 0 0,-1-1 0 0 0,1 1 0 0 0,0-1 0 0 0,-1 1 0 0 0,1 0 0 0 0,-1 0 0 0 0,1 0 0 0 0,-1 0 0 0 0,1 1 0 0 0,-1-1 0 0 0,0 1 0 0 0,0-1 0 0 0,0 1 0 0 0,0 0 0 0 0,0 0 0 0 0,0-1 0 0 0,0 2 0 0 0,0-1 0 0 0,-1 0 0 0 0,1 0 0 0 0,-1 0 0 0 0,2 4 0 0 0,0 3 610 0 0,0 0-1 0 0,-1 0 1 0 0,0 1-1 0 0,0-1 1 0 0,0 18-1 0 0,0-11-237 0 0,-2-14-255 0 0,-15 48 462 0 0,-1-37-1804 0 0,6-4-5753 0 0</inkml:trace>
</inkml:ink>
</file>

<file path=ppt/ink/ink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3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46 312 0 0,'15'-45'8479'0'0,"-15"44"-7668"0"0,3 4-1283 0 0,0-2-11 0 0,-1 1-1 0 0,0 0 1 0 0,0 0-1 0 0,-1 0 1 0 0,1 0 0 0 0,0 0-1 0 0,-1 0 1 0 0,1 0-1 0 0,1 5 1 0 0,1-1-1933 0 0</inkml:trace>
</inkml:ink>
</file>

<file path=ppt/ink/ink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11 700 0 0,'0'0'4309'0'0,"-6"0"-3367"0"0,2 0-734 0 0,0 0 0 0 0,1 1-1 0 0,-1 0 1 0 0,0 0 0 0 0,0 0-1 0 0,0 0 1 0 0,0 0-1 0 0,1 1 1 0 0,-1 0 0 0 0,1 0-1 0 0,-1 0 1 0 0,1 0 0 0 0,0 0-1 0 0,0 1 1 0 0,0-1 0 0 0,0 1-1 0 0,0 0 1 0 0,0 0 0 0 0,1 0-1 0 0,0 0 1 0 0,-1 0 0 0 0,1 1-1 0 0,-2 3 1 0 0,3-5-124 0 0,0 0 1 0 0,0 0-1 0 0,0 1 0 0 0,0-1 1 0 0,0 0-1 0 0,0 0 0 0 0,0 1 1 0 0,1-1-1 0 0,-1 1 0 0 0,1-1 1 0 0,0 0-1 0 0,0 1 1 0 0,0-1-1 0 0,0 1 0 0 0,0-1 1 0 0,0 1-1 0 0,1-1 0 0 0,-1 1 1 0 0,1-1-1 0 0,-1 0 0 0 0,1 1 1 0 0,0-1-1 0 0,0 0 0 0 0,2 4 1 0 0,0-4-38 0 0,0 1 0 0 0,0-1 0 0 0,0 0 0 0 0,1 0 0 0 0,-1 0 0 0 0,0 0 0 0 0,1-1 0 0 0,-1 1 0 0 0,1-1 0 0 0,-1 0 0 0 0,1 0 0 0 0,0-1 0 0 0,0 1 0 0 0,-1-1 0 0 0,7 1 0 0 0,1-1-11 0 0,1 0 1 0 0,-1-1-1 0 0,0 0 0 0 0,1-1 1 0 0,-1 0-1 0 0,0 0 0 0 0,0-2 1 0 0,0 1-1 0 0,0-1 0 0 0,-1-1 1 0 0,18-9-1 0 0,-9 1 266 0 0,1 0 0 0 0,-1-1 0 0 0,-1 0 0 0 0,27-30 0 0 0,-30 32 1927 0 0,-11 22-547 0 0,1 11-1735 0 0,-2-14-197 0 0,0-1 0 0 0,1 0 1 0 0,-1 1-1 0 0,1-2 0 0 0,0 1 0 0 0,1 0 1 0 0,-1-1-1 0 0,1 0 0 0 0,6 6 1 0 0,32 19-9094 0 0,-25-20 4979 0 0</inkml:trace>
</inkml:ink>
</file>

<file path=ppt/ink/ink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6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0 220 784 0 0,'31'-59'4728'0'0,"-22"38"-1592"0"0,2 1 0 0 0,24-35 1 0 0,-34 54-2694 0 0,7 0 399 0 0,-8 1-809 0 0,1 0-1 0 0,-1 0 0 0 0,1 0 1 0 0,-1 0-1 0 0,1 0 0 0 0,-1 0 0 0 0,1 0 1 0 0,-1 0-1 0 0,1 1 0 0 0,-1-1 1 0 0,1 0-1 0 0,-1 0 0 0 0,1 0 0 0 0,-1 0 1 0 0,1 1-1 0 0,-1-1 0 0 0,1 0 1 0 0,-1 0-1 0 0,1 1 0 0 0,-1-1 0 0 0,0 0 1 0 0,1 1-1 0 0,-1-1 0 0 0,0 1 0 0 0,1-1 1 0 0,-1 0-1 0 0,0 1 0 0 0,1-1 1 0 0,-1 1-1 0 0,5 5 103 0 0,-1 1-1 0 0,0-1 1 0 0,0 1 0 0 0,0-1-1 0 0,-1 1 1 0 0,0 0 0 0 0,4 15 0 0 0,-5-16-71 0 0,0 1 1 0 0,0-1 0 0 0,1 0-1 0 0,-1 1 1 0 0,2-1 0 0 0,-1-1 0 0 0,1 1-1 0 0,6 8 1 0 0,-9-13-51 0 0,0 1 1 0 0,0-1-1 0 0,0 0 1 0 0,1 0-1 0 0,-1 0 0 0 0,0 0 1 0 0,1 0-1 0 0,-1 0 1 0 0,1 0-1 0 0,-1 0 1 0 0,1-1-1 0 0,-1 1 0 0 0,1 0 1 0 0,-1-1-1 0 0,1 1 1 0 0,0-1-1 0 0,-1 0 0 0 0,1 0 1 0 0,0 1-1 0 0,0-1 1 0 0,-1 0-1 0 0,3-1 0 0 0,-1 0-3 0 0,1 0-1 0 0,-1-1 0 0 0,0 1 0 0 0,0-1 1 0 0,0 0-1 0 0,0 0 0 0 0,0 0 0 0 0,-1 0 1 0 0,1 0-1 0 0,2-4 0 0 0,16-16-97 0 0,-2 0 0 0 0,-1-1 0 0 0,18-31 0 0 0,-16 23-3573 0 0,1 2-3794 0 0,-13 17 3057 0 0</inkml:trace>
</inkml:ink>
</file>

<file path=ppt/ink/ink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6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1 428 0 0,'1'2'332'0'0,"0"0"-1"0"0,1 1 1 0 0,-1-1-1 0 0,0 1 1 0 0,0-1-1 0 0,0 1 1 0 0,-1-1-1 0 0,1 1 1 0 0,-1-1-1 0 0,1 1 1 0 0,-1 0-1 0 0,0-1 1 0 0,0 1-1 0 0,0 0 1 0 0,0-1-1 0 0,-1 1 1 0 0,1-1-1 0 0,-2 6 1 0 0,-18 55 2887 0 0,12-41-2252 0 0,4-11-843 0 0,0 1 0 0 0,-1-1 1 0 0,0 0-1 0 0,0-1 0 0 0,-1 1 0 0 0,-1-1 0 0 0,0 0 1 0 0,0-1-1 0 0,-1 0 0 0 0,0 0 0 0 0,-1 0 0 0 0,1-1 1 0 0,-2 0-1 0 0,-11 7 0 0 0,12-10-843 0 0,-1 1 1 0 0,1-2-1 0 0,-1 0 0 0 0,0 0 1 0 0,-1-1-1 0 0,1 0 1 0 0,-1 0-1 0 0,1-1 0 0 0,-1-1 1 0 0,-11 1-1 0 0,1-2-2020 0 0</inkml:trace>
</inkml:ink>
</file>

<file path=ppt/ink/ink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7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6 13609 0 0,'-6'-1'56'0'0,"-1"-1"0"0"0,1 1-1 0 0,-1 0 1 0 0,1 1 0 0 0,-1 0-1 0 0,1 0 1 0 0,-1 0 0 0 0,1 1-1 0 0,-1 0 1 0 0,1 0 0 0 0,-1 1-1 0 0,1-1 1 0 0,0 2 0 0 0,0-1-1 0 0,0 0 1 0 0,0 1 0 0 0,0 0-1 0 0,0 1 1 0 0,1-1 0 0 0,0 1-1 0 0,-9 8 1 0 0,8-6-18 0 0,0 0 0 0 0,0 1 0 0 0,1 0 1 0 0,-1 0-1 0 0,2 1 0 0 0,-1-1 0 0 0,1 1 0 0 0,0 0 0 0 0,0 0 1 0 0,1 1-1 0 0,0-1 0 0 0,1 1 0 0 0,0 0 0 0 0,0-1 1 0 0,0 17-1 0 0,2-3-102 0 0,0-1 0 0 0,2 1 0 0 0,1 0 0 0 0,0-1 1 0 0,2 1-1 0 0,0-1 0 0 0,2 0 0 0 0,10 24 0 0 0,-8-26-1312 0 0,0-1-1 0 0,1 0 0 0 0,1-1 0 0 0,0 0 0 0 0,18 20 0 0 0,4-5-2340 0 0</inkml:trace>
</inkml:ink>
</file>

<file path=ppt/ink/ink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7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95 300 0 0,'2'-24'3319'0'0,"-2"9"-960"0"0,4-18 27 0 0,-4 32-1568 0 0,-1-12 395 0 0,1 13-1216 0 0,0-1 0 0 0,0 1 0 0 0,0 0 0 0 0,1 0 0 0 0,-1-1 0 0 0,0 1 0 0 0,0 0 0 0 0,0 0 0 0 0,0-1 0 0 0,0 1 0 0 0,0 0 0 0 0,0 0 0 0 0,0-1 0 0 0,0 1 0 0 0,0 0 0 0 0,0 0 0 0 0,-1-1 0 0 0,1 1 0 0 0,0 0 0 0 0,0 0 1 0 0,0 0-1 0 0,0-1 0 0 0,0 1 0 0 0,0 0 0 0 0,0 0 0 0 0,-1 0 0 0 0,1-1 0 0 0,0 1 0 0 0,0 0 0 0 0,0 0 0 0 0,0 0 0 0 0,-1-1 0 0 0,1 1 0 0 0,0 0 0 0 0,0 0 0 0 0,-1 0 0 0 0,1 0 0 0 0,0 0 0 0 0,0 0 0 0 0,0 0 0 0 0,-1 0 0 0 0,1 0 0 0 0,0-1 0 0 0,0 1 0 0 0,-1 0 0 0 0,1 0 0 0 0,0 0 0 0 0,0 0 0 0 0,-1 1 0 0 0,1-1 97 0 0,-2 1-284 0 0,1 1 0 0 0,-1-1 0 0 0,1 0 0 0 0,0 1 0 0 0,-1 0 0 0 0,1-1 0 0 0,0 1 0 0 0,0 0 0 0 0,0-1 0 0 0,1 1 0 0 0,-1 0 0 0 0,0 0 0 0 0,0 2 0 0 0,1-2-309 0 0,-2 13-3892 0 0</inkml:trace>
</inkml:ink>
</file>

<file path=ppt/ink/ink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8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56 292 0 0,'-25'4'2025'0'0,"17"-3"2433"0"0,146-34-4179 0 0,-41 12-4290 0 0,-69 15 2300 0 0</inkml:trace>
</inkml:ink>
</file>

<file path=ppt/ink/ink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8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37 144 0 0,'108'-8'6797'0'0,"3"11"-10623"0"0,-86-4 2071 0 0</inkml:trace>
  <inkml:trace contextRef="#ctx0" brushRef="#br0" timeOffset="1">1037 65 224 0 0,'11'-4'2072'0'0,"8"-3"-1084"0"0,-11 2-68 0 0,0-2-76 0 0,1 2 581 0 0,5-4-829 0 0,0 2-60 0 0,-7 4-80 0 0,2-1-184 0 0,8 1-228 0 0,-3 3-252 0 0,6-4-244 0 0,-2 2-836 0 0,-4 1-1397 0 0,8-3 625 0 0</inkml:trace>
</inkml:ink>
</file>

<file path=ppt/ink/ink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9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162 374 1108 0 0,'8'-30'3827'0'0,"-6"27"-3421"0"0,-1 0-1 0 0,0 0 1 0 0,0 0 0 0 0,0 0-1 0 0,-1-1 1 0 0,1 1 0 0 0,-1 0-1 0 0,1 0 1 0 0,-1 0 0 0 0,0-1 0 0 0,0 1-1 0 0,0 0 1 0 0,-1 0 0 0 0,0-4-1 0 0,-1 6-308 0 0,0 1 0 0 0,0-1 0 0 0,0 1 0 0 0,0 0 0 0 0,0-1 0 0 0,0 1 0 0 0,0 0 0 0 0,0 0 0 0 0,0 0 0 0 0,0 1-1 0 0,0-1 1 0 0,0 0 0 0 0,1 1 0 0 0,-1-1 0 0 0,0 1 0 0 0,0 0 0 0 0,-3 1 0 0 0,5-2-83 0 0,-9 3 151 0 0,0 1 0 0 0,1 0 0 0 0,0 0 0 0 0,-1 1 0 0 0,2 0 0 0 0,-1 1 0 0 0,0-1 0 0 0,1 1 0 0 0,0 1 0 0 0,-10 12 1 0 0,13-14-109 0 0,-1 0 1 0 0,1 0 0 0 0,1 1-1 0 0,-1-1 1 0 0,1 1 0 0 0,0 0-1 0 0,0 0 1 0 0,1 1 0 0 0,0-1-1 0 0,0 0 1 0 0,0 1 0 0 0,1-1-1 0 0,0 1 1 0 0,0 0 0 0 0,0 11-1 0 0,2-13-33 0 0,-1 0 0 0 0,1 0 0 0 0,0 0 0 0 0,0 0 0 0 0,1 0 0 0 0,-1-1 0 0 0,1 1 0 0 0,0-1 0 0 0,0 1 0 0 0,1-1 0 0 0,-1 0 0 0 0,1 1 0 0 0,0-2 0 0 0,0 1 0 0 0,0 0 0 0 0,1 0 0 0 0,-1-1 0 0 0,6 4 0 0 0,-2-3-25 0 0,-1 0 0 0 0,1 0 0 0 0,0-1 0 0 0,0 0 0 0 0,1-1 0 0 0,-1 1 0 0 0,0-2 0 0 0,1 1 0 0 0,0-1 0 0 0,13 1 0 0 0,0-2-44 0 0,-1-1 0 0 0,1 0 1 0 0,-1-2-1 0 0,1 0 1 0 0,-1-2-1 0 0,0 0 1 0 0,-1-1-1 0 0,21-9 1 0 0,-18 4 19 0 0,-1-1 0 0 0,1 0 0 0 0,-2-2 0 0 0,0-1 0 0 0,0 0 0 0 0,-2-1 0 0 0,0-1 0 0 0,29-35 0 0 0,-35 36 21 0 0,0 0 1 0 0,-1-1 0 0 0,-1-1 0 0 0,-1 1 0 0 0,0-1 0 0 0,-1-1 0 0 0,-1 0 0 0 0,-1 0 0 0 0,0 0 0 0 0,-2-1 0 0 0,4-27 0 0 0,-8 30 63 0 0,0 1 1 0 0,-1-1-1 0 0,-5-20 0 0 0,2 8 265 0 0,4 28-296 0 0,0 0 1 0 0,0 0-1 0 0,0 0 1 0 0,0 0-1 0 0,0 0 1 0 0,0 0-1 0 0,-1 0 1 0 0,1 0-1 0 0,0 0 0 0 0,0 0 1 0 0,-1 0-1 0 0,1 0 1 0 0,-1 0-1 0 0,1 0 1 0 0,-1 1-1 0 0,1-1 1 0 0,-1 0-1 0 0,1 0 1 0 0,-1 0-1 0 0,0 1 1 0 0,1-1-1 0 0,-1 0 1 0 0,-1 0-1 0 0,1 1-9 0 0,0 0 1 0 0,0 0-1 0 0,0 0 0 0 0,0 1 1 0 0,1-1-1 0 0,-1 0 0 0 0,0 1 1 0 0,0-1-1 0 0,0 0 0 0 0,1 1 0 0 0,-1-1 1 0 0,0 1-1 0 0,1-1 0 0 0,-1 1 1 0 0,0-1-1 0 0,1 1 0 0 0,-1 0 1 0 0,1-1-1 0 0,-1 1 0 0 0,0 1 0 0 0,-25 42 316 0 0,5 15-183 0 0,3 1 0 0 0,2 0 0 0 0,-13 111 0 0 0,19-66 10 0 0,10-102-148 0 0,7 0 52 0 0,-7-3-65 0 0,0 1 0 0 0,1-1 0 0 0,-1 1 0 0 0,1-1 0 0 0,-1 0 0 0 0,1 1-1 0 0,0-1 1 0 0,-1 0 0 0 0,1 0 0 0 0,-1 1 0 0 0,1-1 0 0 0,-1 0 0 0 0,1 0 0 0 0,0 0 0 0 0,-1 0 0 0 0,1 0 0 0 0,0 0-1 0 0,-1 0 1 0 0,1 0 0 0 0,-1 0 0 0 0,1 0 0 0 0,0 0 0 0 0,-1 0 0 0 0,1 0 0 0 0,-1 0 0 0 0,1 0 0 0 0,0-1 0 0 0,-1 1 0 0 0,1 0-1 0 0,0-1 1 0 0,35-20 5 0 0,-31 17-12 0 0,0 0-1 0 0,0 0 0 0 0,1 1 1 0 0,-1 0-1 0 0,1 0 1 0 0,0 1-1 0 0,-1 0 1 0 0,8-2-1 0 0,0 2-108 0 0,0 1-1 0 0,0 1 1 0 0,0 0-1 0 0,0 1 1 0 0,0 1-1 0 0,20 4 1 0 0,-17-3-244 0 0,0 0-1 0 0,0-2 1 0 0,26 1 0 0 0,-35-2 301 0 0,0-1 0 0 0,0 0 0 0 0,1 0 0 0 0,-2 0 0 0 0,1-1 0 0 0,0 0 1 0 0,0 0-1 0 0,0-1 0 0 0,-1 0 0 0 0,0 0 0 0 0,1 0 0 0 0,-1-1 0 0 0,0 0 0 0 0,-1 0 1 0 0,1-1-1 0 0,-1 1 0 0 0,0-1 0 0 0,0 0 0 0 0,0-1 0 0 0,-1 1 0 0 0,7-11 0 0 0,-10 14 114 0 0,-1 1-1 0 0,1-1 1 0 0,0 0-1 0 0,-1 1 1 0 0,1-1-1 0 0,-1 0 0 0 0,1 0 1 0 0,-1 0-1 0 0,0 1 1 0 0,0-1-1 0 0,0 0 1 0 0,0 0-1 0 0,0 0 0 0 0,0 0 1 0 0,-1 1-1 0 0,1-1 1 0 0,0 0-1 0 0,-1 0 1 0 0,1 1-1 0 0,-1-1 0 0 0,0 0 1 0 0,0 1-1 0 0,0-1 1 0 0,0 0-1 0 0,0 1 1 0 0,0-1-1 0 0,0 1 1 0 0,0 0-1 0 0,0-1 0 0 0,-3-1 1 0 0,3 2 448 0 0,-16 3 309 0 0,13 0-758 0 0,1 1 0 0 0,0-1 1 0 0,-1 1-1 0 0,1 0 1 0 0,1 0-1 0 0,-1 0 1 0 0,0 0-1 0 0,1 1 0 0 0,0-1 1 0 0,-1 1-1 0 0,1 0 1 0 0,-1 4-1 0 0,2-7-18 0 0,1 1-19 0 0,2 14 125 0 0,-1-15-138 0 0,0 0-1 0 0,0 0 1 0 0,0 0-1 0 0,0 0 1 0 0,0 0 0 0 0,0 0-1 0 0,0 0 1 0 0,1-1 0 0 0,-1 1-1 0 0,0-1 1 0 0,1 1-1 0 0,-1-1 1 0 0,0 1 0 0 0,1-1-1 0 0,-1 0 1 0 0,0 1-1 0 0,1-1 1 0 0,-1 0 0 0 0,1 0-1 0 0,-1 0 1 0 0,1 0-1 0 0,1 0 1 0 0,6-1 19 0 0,0 1 1 0 0,0-2-1 0 0,0 1 0 0 0,15-5 0 0 0,21-4-41 0 0,-43 9 18 0 0,35 2-552 0 0,58-8 0 0 0,-32 0-4743 0 0,-21 9-2138 0 0</inkml:trace>
</inkml:ink>
</file>

<file path=ppt/ink/ink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19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0 353 4516 0 0,'48'-6'2401'0'0,"-47"5"-1889"0"0,13-4 1587 0 0,-14 4-1948 0 0,1 0 0 0 0,0 1-1 0 0,-1-1 1 0 0,1 0-1 0 0,0 1 1 0 0,0-1 0 0 0,-1 1-1 0 0,1-1 1 0 0,0 1 0 0 0,0 0-1 0 0,0-1 1 0 0,0 1 0 0 0,0 0-1 0 0,0-1 1 0 0,0 1 0 0 0,0 0-1 0 0,0 0 1 0 0,0 0 0 0 0,0 0-1 0 0,0 0 1 0 0,0 0 0 0 0,-1 0-1 0 0,1 0 1 0 0,0 0 0 0 0,0 0-1 0 0,2 1 1 0 0,30 15 603 0 0,-29-14-721 0 0,0 1 0 0 0,0-1 0 0 0,0 0 0 0 0,0 0 0 0 0,1 0 1 0 0,-1-1-1 0 0,1 1 0 0 0,7 0 0 0 0,0-3 22 0 0,-1 0-1 0 0,1-1 1 0 0,-1 0-1 0 0,0-1 1 0 0,0 0-1 0 0,0-1 1 0 0,0 0-1 0 0,0 0 1 0 0,-1-1-1 0 0,0-1 1 0 0,0 0-1 0 0,0 0 1 0 0,-1-1-1 0 0,0-1 1 0 0,0 1-1 0 0,15-18 1 0 0,-18 18 73 0 0,0 0 1 0 0,0-1-1 0 0,-1 1 0 0 0,0-1 1 0 0,0 0-1 0 0,-1-1 0 0 0,0 1 1 0 0,0-1-1 0 0,-1 0 0 0 0,0 0 1 0 0,0 0-1 0 0,-1 0 0 0 0,-1 0 1 0 0,0 0-1 0 0,0-1 0 0 0,0 1 1 0 0,-1 0-1 0 0,-1-1 0 0 0,0 1 1 0 0,0 0-1 0 0,-4-14 0 0 0,4 19-90 0 0,0 0 0 0 0,-1 0 0 0 0,0 0-1 0 0,0 0 1 0 0,0 1 0 0 0,0-1 0 0 0,0 1-1 0 0,-1-1 1 0 0,0 1 0 0 0,0 0-1 0 0,1 0 1 0 0,-2 0 0 0 0,1 1 0 0 0,0-1-1 0 0,-1 1 1 0 0,1-1 0 0 0,-1 1 0 0 0,1 0-1 0 0,-1 1 1 0 0,0-1 0 0 0,0 1 0 0 0,0-1-1 0 0,0 1 1 0 0,0 0 0 0 0,0 1 0 0 0,0-1-1 0 0,-1 1 1 0 0,1 0 0 0 0,0 0 0 0 0,0 0-1 0 0,0 0 1 0 0,-9 2 0 0 0,-10 2-480 0 0,0 2 0 0 0,0 0-1 0 0,1 1 1 0 0,-32 15 0 0 0,51-21 293 0 0,-17 7-2687 0 0,2 1-1 0 0,-26 16 0 0 0,8 0-2097 0 0</inkml:trace>
</inkml:ink>
</file>

<file path=ppt/ink/ink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26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0 475 8637 0 0,'0'0'2808'0'0,"0"-5"-2591"0"0,1 3-191 0 0,-1 0-1 0 0,0 0 1 0 0,1 0-1 0 0,0 0 0 0 0,-1 0 1 0 0,1 0-1 0 0,0 0 1 0 0,0 0-1 0 0,0 0 0 0 0,0 0 1 0 0,0 0-1 0 0,0 1 1 0 0,1-1-1 0 0,-1 0 0 0 0,1 1 1 0 0,2-3-1 0 0,36-23 385 0 0,-33 23-402 0 0,57-38 327 0 0,-2-3 0 0 0,-2-3 0 0 0,81-81 0 0 0,-136 123-310 0 0,0 1 1 0 0,0-1-1 0 0,-1 0 0 0 0,0-1 0 0 0,0 1 1 0 0,0-1-1 0 0,-1 1 0 0 0,0-1 1 0 0,0 0-1 0 0,-1 0 0 0 0,0-1 0 0 0,0 1 1 0 0,1-14-1 0 0,-3 20-23 0 0,0 0 0 0 0,0-1 0 0 0,0 1 0 0 0,0 0 0 0 0,0 0 0 0 0,0-1 0 0 0,0 1 1 0 0,0 0-1 0 0,-1 0 0 0 0,1-1 0 0 0,0 1 0 0 0,-1 0 0 0 0,1 0 0 0 0,-1 0 0 0 0,0-1 0 0 0,1 1 0 0 0,-1 0 0 0 0,0 0 0 0 0,1 0 0 0 0,-1 0 0 0 0,0 0 0 0 0,0 0 1 0 0,0 1-1 0 0,0-1 0 0 0,0 0 0 0 0,0 0 0 0 0,0 1 0 0 0,0-1 0 0 0,0 0 0 0 0,-1 1 0 0 0,1-1 0 0 0,0 1 0 0 0,0 0 0 0 0,0-1 0 0 0,-1 1 0 0 0,1 0 0 0 0,0 0 1 0 0,0 0-1 0 0,-1 0 0 0 0,1 0 0 0 0,0 0 0 0 0,-1 0 0 0 0,1 0 0 0 0,0 0 0 0 0,0 0 0 0 0,-1 1 0 0 0,1-1 0 0 0,0 1 0 0 0,0-1 0 0 0,0 1 0 0 0,0-1 0 0 0,0 1 1 0 0,-1 0-1 0 0,1-1 0 0 0,0 1 0 0 0,0 0 0 0 0,0 0 0 0 0,1 0 0 0 0,-2 1 0 0 0,-2 3 1 0 0,0 1 0 0 0,1-1 0 0 0,0 1 0 0 0,1 0 0 0 0,-1 0 0 0 0,1 0 0 0 0,0 0 0 0 0,1 0 0 0 0,-1 0 0 0 0,0 7 0 0 0,-4 64 16 0 0,6-76-19 0 0,2 61 10 0 0,-1-46-13 0 0,0 0 1 0 0,-1 0 0 0 0,0-1 0 0 0,-2 1-1 0 0,1 0 1 0 0,-6 17 0 0 0,6-29 3 0 0,-1 0 1 0 0,0 0-1 0 0,0 0 1 0 0,0 0-1 0 0,0 0 1 0 0,-1 0-1 0 0,1-1 1 0 0,-1 1-1 0 0,0-1 1 0 0,0 1 0 0 0,-1-1-1 0 0,1 0 1 0 0,-1 0-1 0 0,1-1 1 0 0,-1 1-1 0 0,0-1 1 0 0,0 0-1 0 0,0 0 1 0 0,0 0-1 0 0,-1 0 1 0 0,1-1-1 0 0,0 0 1 0 0,-1 0-1 0 0,1 0 1 0 0,0 0-1 0 0,-7 0 1 0 0,8-1 109 0 0,-33 3-1090 0 0,35-2 865 0 0,1-1 0 0 0,0 0 0 0 0,-1 0 1 0 0,1 0-1 0 0,-1 0 0 0 0,1 0 0 0 0,0 0 0 0 0,-1 0 0 0 0,1 0 0 0 0,-1 0 0 0 0,1 0 0 0 0,-1 0 0 0 0,1 0 0 0 0,0 0 0 0 0,-1 0 0 0 0,1 0 0 0 0,-1 0 0 0 0,1-1 0 0 0,0 1 0 0 0,-1 0 0 0 0,1 0 1 0 0,0 0-1 0 0,-1-1 0 0 0,1 1 0 0 0,-1 0 0 0 0,1 0 0 0 0,0-1 0 0 0,0 1 0 0 0,-1 0 0 0 0,1-1 0 0 0,0 1 0 0 0,0 0 0 0 0,-1-1 0 0 0,1 1 0 0 0,0-1 0 0 0,0 1 0 0 0,0 0 0 0 0,0-1 0 0 0,-1 1 1 0 0,1-1-1 0 0,0 1 0 0 0,0 0 0 0 0,0-1 0 0 0,0 1 0 0 0,0-1 0 0 0,0 1 0 0 0,0-1 0 0 0,0 1 0 0 0,0 0 0 0 0,0-1 0 0 0,1 1 0 0 0,-1-1 0 0 0,0 1 0 0 0,0 0 0 0 0,0-1 0 0 0,0 1 0 0 0,1-1 1 0 0,-1 1-1 0 0,0 0 0 0 0,0-1 0 0 0,1 1 0 0 0,-1 0 0 0 0,0-1 0 0 0,0 1 0 0 0,1 0 0 0 0,-1 0 0 0 0,0-1 0 0 0,1 1 0 0 0,0 0 0 0 0,11-15-3019 0 0</inkml:trace>
</inkml:ink>
</file>

<file path=ppt/ink/ink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26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35 8 0 0,'5'-20'2484'0'0,"-3"8"-203"0"0,-2 12-2215 0 0,0 0 0 0 0,0 0 0 0 0,0 0 1 0 0,0 0-1 0 0,0 0 0 0 0,0 0 0 0 0,0 0 0 0 0,0-1 1 0 0,0 1-1 0 0,0 0 0 0 0,0 0 0 0 0,-1-1 795 0 0,1 1-795 0 0,0 0 1 0 0,0 0-1 0 0,0 0 0 0 0,-1 0 0 0 0,1 0 0 0 0,0 0 1 0 0,0 0-1 0 0,0 0 0 0 0,0 0 0 0 0,0 0 1 0 0,0 0-1 0 0,0 0 0 0 0,0 0 0 0 0,0 0 0 0 0,-1 0 1 0 0,1 0-1 0 0,0 0 0 0 0,0 0 0 0 0,0 0 1 0 0,0 0-1 0 0,0 0 0 0 0,0 0 0 0 0,-1 1 795 0 0,1-1-795 0 0,0 0 0 0 0,0 0 1 0 0,0 0-1 0 0,0 0 0 0 0,-1 0 0 0 0,1 0 1 0 0,-10 11 156 0 0,0 0 1 0 0,1 1 0 0 0,0 0-1 0 0,1 0 1 0 0,1 0 0 0 0,-1 1-1 0 0,2 1 1 0 0,0-1 0 0 0,1 1-1 0 0,0 0 1 0 0,1 0 0 0 0,-3 15-1 0 0,4-11-98 0 0,0 0 0 0 0,1 0 0 0 0,0 0 0 0 0,2 0 0 0 0,0 0 0 0 0,1 0 0 0 0,1 0 0 0 0,1 0 0 0 0,10 35 0 0 0,-11-47-111 0 0,1 0 0 0 0,0 0 0 0 0,0 0 0 0 0,1-1 0 0 0,-1 1 0 0 0,1-1 0 0 0,1 0 1 0 0,-1 0-1 0 0,1 0 0 0 0,0-1 0 0 0,0 1 0 0 0,0-1 0 0 0,0-1 0 0 0,1 1 0 0 0,-1-1 0 0 0,1 0 1 0 0,0 0-1 0 0,0 0 0 0 0,1-1 0 0 0,-1 0 0 0 0,0 0 0 0 0,1-1 0 0 0,-1 1 0 0 0,1-2 1 0 0,-1 1-1 0 0,1-1 0 0 0,0 0 0 0 0,-1 0 0 0 0,1 0 0 0 0,-1-1 0 0 0,1 0 0 0 0,-1-1 0 0 0,1 1 1 0 0,-1-1-1 0 0,0-1 0 0 0,0 1 0 0 0,0-1 0 0 0,0 0 0 0 0,0 0 0 0 0,0-1 0 0 0,-1 1 1 0 0,0-1-1 0 0,0-1 0 0 0,0 1 0 0 0,5-6 0 0 0,-9 9-10 0 0,0-1-1 0 0,0 1 1 0 0,0 0 0 0 0,0-1 0 0 0,0 1-1 0 0,-1-1 1 0 0,1 1 0 0 0,-1-1 0 0 0,1 1-1 0 0,-1-1 1 0 0,1 1 0 0 0,-1-1 0 0 0,0 0-1 0 0,0 1 1 0 0,0-1 0 0 0,0 1 0 0 0,0-1-1 0 0,0 0 1 0 0,0 1 0 0 0,0-1 0 0 0,-1 1-1 0 0,1-1 1 0 0,0 0 0 0 0,-1 1 0 0 0,0-1-1 0 0,1 1 1 0 0,-1 0 0 0 0,0-1 0 0 0,0 1-1 0 0,0-1 1 0 0,-2-1 0 0 0,2 2 4 0 0,-1 1 1 0 0,1-1-1 0 0,-1 1 1 0 0,1-1-1 0 0,-1 1 0 0 0,1 0 1 0 0,-1-1-1 0 0,1 1 1 0 0,-1 0-1 0 0,0 0 0 0 0,1 0 1 0 0,-1 0-1 0 0,1 1 1 0 0,-1-1-1 0 0,1 0 1 0 0,-1 1-1 0 0,1-1 0 0 0,-1 1 1 0 0,1-1-1 0 0,-1 1 1 0 0,1 0-1 0 0,-1 0 0 0 0,1-1 1 0 0,0 1-1 0 0,-2 1 1 0 0,2 0 0 0 0,-1 0-1 0 0,1-1 1 0 0,0 1 0 0 0,-1 0 0 0 0,1 0 0 0 0,0 0 0 0 0,0 0 0 0 0,1-1 0 0 0,-1 2 0 0 0,0-1 0 0 0,0 0 0 0 0,1 0 0 0 0,0 0-1 0 0,-1 0 1 0 0,1 0 0 0 0,0 0 0 0 0,0 0 0 0 0,0 1 0 0 0,0-1 0 0 0,0 0 0 0 0,1 0 0 0 0,-1 0 0 0 0,1 3 0 0 0,1-2-24 0 0,0 0 0 0 0,0 0 0 0 0,0 0 1 0 0,0 0-1 0 0,0 0 0 0 0,1 0 1 0 0,-1 0-1 0 0,1-1 0 0 0,-1 1 0 0 0,1-1 1 0 0,0 0-1 0 0,6 3 0 0 0,1 1-426 0 0,1-1-1 0 0,-1 0 0 0 0,1-1 1 0 0,0 0-1 0 0,1-1 0 0 0,-1 0 1 0 0,1-1-1 0 0,11 2 0 0 0,-17-4-122 0 0,7 1-221 0 0,-2-3-3587 0 0,5-2 1701 0 0</inkml:trace>
</inkml:ink>
</file>

<file path=ppt/ink/ink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27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3 152 0 0,'8'-3'5653'0'0,"-7"8"-5488"0"0,0-1 1 0 0,0 1 0 0 0,-1-1-1 0 0,0 0 1 0 0,0 1 0 0 0,0-1 0 0 0,0 1-1 0 0,-1-1 1 0 0,0 0 0 0 0,0 1 0 0 0,-2 5-1 0 0,-21 52 1472 0 0,12-35-944 0 0,11-25-576 0 0,17-21 42 0 0,1 1 0 0 0,1 1 0 0 0,0 0 1 0 0,1 1-1 0 0,22-14 0 0 0,-39 29-154 0 0,0 0 0 0 0,1 0 0 0 0,-1 1 0 0 0,0-1 0 0 0,0 0 0 0 0,1 1 0 0 0,-1-1 0 0 0,0 1 0 0 0,0 0 0 0 0,1 0 0 0 0,-1 0 0 0 0,1 0 1 0 0,-1 0-1 0 0,0 0 0 0 0,1 1 0 0 0,-1-1 0 0 0,0 1 0 0 0,0-1 0 0 0,4 2 0 0 0,30 26 136 0 0,-18-12-130 0 0,-17-15 1 0 0,1-2 3 0 0,16 7 66 0 0,-16-5-79 0 0,0 0 0 0 0,0 0-1 0 0,1-1 1 0 0,-1 1 0 0 0,0 0 0 0 0,0-1 0 0 0,0 1 0 0 0,0-1 0 0 0,1 0 0 0 0,-1 0 0 0 0,0 0-1 0 0,4 0 1 0 0,-3-1 55 0 0,40-4 1010 0 0,-41 7-1066 0 0,23-4 45 0 0,26 2 34 0 0,-49 0-79 0 0,8-3 152 0 0</inkml:trace>
</inkml:ink>
</file>

<file path=ppt/ink/ink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28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52 332 0 0,'2'-31'5254'0'0,"-2"30"-5115"0"0,0 0-1 0 0,0 0 0 0 0,-1 0 0 0 0,1 0 1 0 0,0 0-1 0 0,-1 0 0 0 0,1 0 0 0 0,-1 0 1 0 0,1 0-1 0 0,-1 0 0 0 0,0 0 0 0 0,1 0 1 0 0,-1 1-1 0 0,0-1 0 0 0,0 0 1 0 0,1 0-1 0 0,-1 1 0 0 0,0-1 0 0 0,0 0 1 0 0,0 1-1 0 0,0-1 0 0 0,0 1 0 0 0,0-1 1 0 0,-1 1-1 0 0,0-1 930 0 0,1 1-953 0 0,0 0-1 0 0,-1 0 1 0 0,1 0 0 0 0,-1 1-1 0 0,1-1 1 0 0,0 0 0 0 0,-1 1-1 0 0,1-1 1 0 0,-1 1 0 0 0,1-1-1 0 0,0 1 1 0 0,0 0 0 0 0,-2 0-1 0 0,2 6-1 0 0,0-1 0 0 0,0 0 0 0 0,1 1 0 0 0,0-1 0 0 0,0 1-1 0 0,0-1 1 0 0,1 1 0 0 0,0-1 0 0 0,0 0 0 0 0,1 0 0 0 0,-1 1-1 0 0,2-1 1 0 0,-1 0 0 0 0,0 0 0 0 0,1-1 0 0 0,6 10-1 0 0,-4-5 6 0 0,0 0 0 0 0,-1 0-1 0 0,0 1 1 0 0,3 14 0 0 0,-7-23-104 0 0,0 0 0 0 0,0-1 0 0 0,0 1 1 0 0,0 0-1 0 0,-1 0 0 0 0,1-1 0 0 0,0 1 1 0 0,-1 0-1 0 0,1-1 0 0 0,-1 1 0 0 0,0-1 0 0 0,1 1 1 0 0,-1-1-1 0 0,0 1 0 0 0,0-1 0 0 0,0 1 1 0 0,0-1-1 0 0,0 0 0 0 0,-1 1 0 0 0,1-1 1 0 0,0 0-1 0 0,0 0 0 0 0,-1 0 0 0 0,1 0 0 0 0,-1 0 1 0 0,1 0-1 0 0,-1 0 0 0 0,1-1 0 0 0,-1 1 1 0 0,0-1-1 0 0,1 1 0 0 0,-1-1 0 0 0,0 1 1 0 0,1-1-1 0 0,-1 0 0 0 0,0 0 0 0 0,-2 0 0 0 0,-4 1-683 0 0,0 0-1 0 0,0-1 1 0 0,0 0-1 0 0,0 0 0 0 0,0-1 1 0 0,-11-2-1 0 0,8 0-3143 0 0</inkml:trace>
</inkml:ink>
</file>

<file path=ppt/ink/ink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28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53 904 0 0,'9'-8'964'0'0,"-3"1"700"0"0,5-1-972 0 0,-3 0-80 0 0,0 5-244 0 0,-1-2-272 0 0,5 0-360 0 0,-6 0-580 0 0,5 1-904 0 0</inkml:trace>
</inkml:ink>
</file>

<file path=ppt/ink/ink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0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441 604 332 0 0,'0'0'1732'0'0,"-4"-1"-866"0"0,-8-3-302 0 0,1-1 0 0 0,0 0 0 0 0,-1-1 1 0 0,2 0-1 0 0,-1 0 0 0 0,1-1 1 0 0,0-1-1 0 0,0 1 0 0 0,1-2 0 0 0,0 1 1 0 0,0-1-1 0 0,-12-18 0 0 0,2 2-141 0 0,1-2-1 0 0,1 0 1 0 0,-26-56-1 0 0,38 69-335 0 0,0-1 0 0 0,0 0 0 0 0,2 1 0 0 0,0-2 0 0 0,0 1 0 0 0,2 0 0 0 0,0-1 0 0 0,1-26 0 0 0,1 30-53 0 0,1 0 0 0 0,-1 0 1 0 0,2 1-1 0 0,-1-1 0 0 0,2 1 0 0 0,0-1 0 0 0,0 1 0 0 0,1 0 0 0 0,0 1 1 0 0,1-1-1 0 0,13-18 0 0 0,2 12 13 0 0,-21 17-46 0 0,1 0-1 0 0,-1 0 1 0 0,0 0 0 0 0,0 0-1 0 0,1 1 1 0 0,-1-1-1 0 0,0 0 1 0 0,1 0 0 0 0,-1 1-1 0 0,0-1 1 0 0,0 0-1 0 0,1 0 1 0 0,-1 1-1 0 0,0-1 1 0 0,0 0 0 0 0,0 0-1 0 0,1 1 1 0 0,-1-1-1 0 0,0 0 1 0 0,0 1 0 0 0,0-1-1 0 0,0 0 1 0 0,0 1-1 0 0,0-1 1 0 0,1 1-1 0 0,-1-1 1 0 0,0 0 0 0 0,0 1-1 0 0,0-1 1 0 0,0 0-1 0 0,0 1 1 0 0,-1-1 0 0 0,1 0-1 0 0,0 1 1 0 0,0-1-1 0 0,-8 38 17 0 0,-14 5-3 0 0,-2-2 0 0 0,-1 0 1 0 0,-59 69-1 0 0,8-10 40 0 0,75-99-55 0 0,0 0 1 0 0,0 0 0 0 0,0 0-1 0 0,0 1 1 0 0,0-1-1 0 0,0 0 1 0 0,0 1 0 0 0,1-1-1 0 0,-1 1 1 0 0,0-1-1 0 0,1 1 1 0 0,-1-1 0 0 0,1 1-1 0 0,0-1 1 0 0,-1 1-1 0 0,1 0 1 0 0,0-1-1 0 0,0 1 1 0 0,0 0 0 0 0,0-1-1 0 0,0 1 1 0 0,1-1-1 0 0,-1 1 1 0 0,0 0 0 0 0,1-1-1 0 0,-1 1 1 0 0,1-1-1 0 0,-1 1 1 0 0,1-1 0 0 0,0 0-1 0 0,0 1 1 0 0,0-1-1 0 0,0 1 1 0 0,0-1-1 0 0,0 0 1 0 0,0 0 0 0 0,0 0-1 0 0,0 0 1 0 0,0 0-1 0 0,1 0 1 0 0,-1 0 0 0 0,0 0-1 0 0,1 0 1 0 0,-1 0-1 0 0,1-1 1 0 0,-1 1 0 0 0,1 0-1 0 0,-1-1 1 0 0,1 0-1 0 0,1 1 1 0 0,11 3-76 0 0,1-1 0 0 0,-1 0 0 0 0,0-1 0 0 0,23 0 0 0 0,85 1-1904 0 0,-39-5-3447 0 0,-40 0 2311 0 0</inkml:trace>
</inkml:ink>
</file>

<file path=ppt/ink/ink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1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1 577 196 0 0,'0'0'5036'0'0,"4"-3"-4364"0"0,17-17-8 0 0,0 0 0 0 0,-1-2-1 0 0,-1 0 1 0 0,-1-1 0 0 0,17-29 0 0 0,-16 20-439 0 0,-1-1 0 0 0,-1-1 0 0 0,-2-1 1 0 0,-2-1-1 0 0,-1 0 0 0 0,11-56 0 0 0,-21 79-167 0 0,0 0-1 0 0,0 1 1 0 0,-2-1 0 0 0,1 0-1 0 0,-2 0 1 0 0,-3-24-1 0 0,4 35-7 0 0,-24 10 8 0 0,12 5-27 0 0,1 1 0 0 0,0 1 0 0 0,1 0 0 0 0,1 0 1 0 0,0 0-1 0 0,1 1 0 0 0,1 1 0 0 0,0-1 0 0 0,-7 31 0 0 0,10-31-10 0 0,0 1-1 0 0,1 0 0 0 0,1-1 1 0 0,0 1-1 0 0,1 0 0 0 0,1 0 1 0 0,1 0-1 0 0,0 0 0 0 0,2 0 1 0 0,6 27-1 0 0,-6-36-16 0 0,0 0-1 0 0,0 1 1 0 0,1-1-1 0 0,1-1 1 0 0,-1 1-1 0 0,1-1 0 0 0,1 1 1 0 0,-1-1-1 0 0,1-1 1 0 0,0 1-1 0 0,1-1 1 0 0,0 0-1 0 0,11 8 1 0 0,-12-11-2 0 0,0 1-1 0 0,0-1 1 0 0,0-1 0 0 0,0 1 0 0 0,0-1-1 0 0,0 0 1 0 0,1 0 0 0 0,-1 0 0 0 0,1-1-1 0 0,0 0 1 0 0,-1-1 0 0 0,1 1 0 0 0,0-1-1 0 0,-1-1 1 0 0,1 1 0 0 0,0-1 0 0 0,-1 0-1 0 0,10-3 1 0 0,-13 3 0 0 0,18-6 20 0 0,0 0-1 0 0,37-19 1 0 0,-53 24-18 0 0,0-1 1 0 0,0 0 0 0 0,-1-1-1 0 0,1 1 1 0 0,-1-1 0 0 0,0 0 0 0 0,0 0-1 0 0,0 0 1 0 0,0 0 0 0 0,-1-1-1 0 0,1 1 1 0 0,-1-1 0 0 0,-1 0 0 0 0,1 0-1 0 0,-1 0 1 0 0,3-9 0 0 0,-4 13 5 0 0,0 0 0 0 0,-1-1 1 0 0,0 1-1 0 0,1-1 0 0 0,-1 1 0 0 0,0-1 1 0 0,1 1-1 0 0,-1-1 0 0 0,0 1 0 0 0,0-1 1 0 0,0 1-1 0 0,0-1 0 0 0,-1 1 0 0 0,1 0 1 0 0,0-1-1 0 0,-1 1 0 0 0,1-1 0 0 0,-1 1 0 0 0,1-1 1 0 0,-1 1-1 0 0,0 0 0 0 0,1-1 0 0 0,-1 1 1 0 0,0 0-1 0 0,0 0 0 0 0,0 0 0 0 0,0 0 1 0 0,0 0-1 0 0,0 0 0 0 0,0 0 0 0 0,0 0 1 0 0,-1 0-1 0 0,1 0 0 0 0,0 0 0 0 0,-1 1 1 0 0,1-1-1 0 0,0 0 0 0 0,-1 1 0 0 0,1-1 1 0 0,-1 1-1 0 0,1 0 0 0 0,-1 0 0 0 0,1-1 1 0 0,-2 1-1 0 0,-1 0 14 0 0,1 0 1 0 0,-1 0-1 0 0,1 0 0 0 0,0 0 1 0 0,-1 1-1 0 0,1 0 0 0 0,0-1 1 0 0,-1 1-1 0 0,1 0 0 0 0,0 1 1 0 0,0-1-1 0 0,0 0 0 0 0,0 1 1 0 0,0 0-1 0 0,0 0 0 0 0,0 0 1 0 0,0 0-1 0 0,-3 4 0 0 0,4-4-17 0 0,-1 1 1 0 0,1-1-1 0 0,0 1 0 0 0,0 0 0 0 0,0 0 0 0 0,0 0 0 0 0,0 0 0 0 0,1 0 0 0 0,-1 0 0 0 0,1 0 1 0 0,0 1-1 0 0,0-1 0 0 0,0 1 0 0 0,1-1 0 0 0,-1 0 0 0 0,1 1 0 0 0,0-1 0 0 0,-1 1 1 0 0,2-1-1 0 0,-1 1 0 0 0,0-1 0 0 0,1 1 0 0 0,-1-1 0 0 0,1 1 0 0 0,0-1 0 0 0,0 0 1 0 0,1 1-1 0 0,-1-1 0 0 0,1 0 0 0 0,-1 0 0 0 0,1 0 0 0 0,0 0 0 0 0,0 0 0 0 0,1-1 1 0 0,-1 1-1 0 0,0-1 0 0 0,1 1 0 0 0,-1-1 0 0 0,1 0 0 0 0,5 3 0 0 0,-1 0-29 0 0,0-2-1 0 0,0 1 0 0 0,0-1 1 0 0,1 0-1 0 0,0 0 1 0 0,-1-1-1 0 0,1 0 0 0 0,0 0 1 0 0,0-1-1 0 0,0 0 0 0 0,0-1 1 0 0,0 0-1 0 0,0 0 0 0 0,0 0 1 0 0,0-1-1 0 0,0 0 1 0 0,9-3-1 0 0,12-3-93 0 0,0 0 0 0 0,-1-2-1 0 0,36-17 1 0 0,-42 17 96 0 0,0 0-1 0 0,-1-2 0 0 0,0-1 1 0 0,-1-1-1 0 0,-1 0 1 0 0,0-2-1 0 0,18-16 1 0 0,-36 30 38 0 0,0 0 0 0 0,0 1 0 0 0,-1-1 0 0 0,1 0 1 0 0,0 0-1 0 0,0 0 0 0 0,-1 1 0 0 0,1-1 0 0 0,0 0 1 0 0,-1 0-1 0 0,1 0 0 0 0,-1 0 0 0 0,1 0 1 0 0,-1 0-1 0 0,1 0 0 0 0,-1 0 0 0 0,0-1 0 0 0,0 1 1 0 0,1 0-1 0 0,-1 0 0 0 0,0 0 0 0 0,0 0 0 0 0,0 0 1 0 0,0 0-1 0 0,0 0 0 0 0,-1-1 0 0 0,1 1 0 0 0,0 0 1 0 0,0 0-1 0 0,-1 0 0 0 0,1 0 0 0 0,-1 0 1 0 0,1 0-1 0 0,-1 0 0 0 0,1 0 0 0 0,-1 0 0 0 0,1 0 1 0 0,-1 0-1 0 0,0 0 0 0 0,-1 0 0 0 0,1 0-8 0 0,0 1-1 0 0,-1-1 1 0 0,1 1-1 0 0,0 0 1 0 0,-1 0-1 0 0,1 0 1 0 0,-1-1-1 0 0,1 1 1 0 0,0 1-1 0 0,-1-1 1 0 0,1 0-1 0 0,0 0 1 0 0,-1 0 0 0 0,1 1-1 0 0,0-1 1 0 0,-1 1-1 0 0,1-1 1 0 0,0 1-1 0 0,0-1 1 0 0,0 1-1 0 0,-1 0 1 0 0,1 0-1 0 0,-1 0 1 0 0,-28 19 143 0 0,24-14-124 0 0,0 0-1 0 0,0 0 0 0 0,1 0 0 0 0,0 0 0 0 0,-5 11 1 0 0,-7 7 37 0 0,16-21-57 0 0,1 5-1 0 0,0-7-7 0 0,0-1 0 0 0,0 0-1 0 0,0 0 1 0 0,0 1 0 0 0,0-1 0 0 0,0 0 0 0 0,0 1-1 0 0,0-1 1 0 0,0 0 0 0 0,0 1 0 0 0,0-1 0 0 0,0 0-1 0 0,0 0 1 0 0,1 1 0 0 0,-1-1 0 0 0,0 0 0 0 0,0 0-1 0 0,0 1 1 0 0,0-1 0 0 0,1 0 0 0 0,-1 0 0 0 0,0 1-1 0 0,0-1 1 0 0,1 0 0 0 0,-1 0 0 0 0,0 0 0 0 0,0 1-1 0 0,1-1 1 0 0,-1 0 0 0 0,0 0 0 0 0,0 0 0 0 0,1 0-1 0 0,-1 0 1 0 0,0 0 0 0 0,1 0 0 0 0,-1 0-1 0 0,0 0 1 0 0,1 0 0 0 0,-1 0 0 0 0,0 0 0 0 0,0 0-1 0 0,1 0 1 0 0,-1 0 0 0 0,22-8 29 0 0,33-28 3 0 0,-33 21-40 0 0,-19 13 6 0 0,0 1-1 0 0,-1-1 1 0 0,1 1-1 0 0,0-1 1 0 0,0 1-1 0 0,0 0 1 0 0,0 0-1 0 0,0 1 1 0 0,0-1-1 0 0,1 0 1 0 0,-1 1-1 0 0,0 0 1 0 0,0 0-1 0 0,0 0 1 0 0,1 0-1 0 0,3 1 0 0 0,-4 0 1 0 0,1 1 0 0 0,-1 0 0 0 0,1 0 0 0 0,-1 0 0 0 0,1 0 0 0 0,-1 1 0 0 0,0-1 0 0 0,0 1 0 0 0,0 0 0 0 0,0 0 0 0 0,-1 0-1 0 0,4 4 1 0 0,-3-2-1 0 0,1-1 0 0 0,-1 1-1 0 0,1-1 1 0 0,0 0 0 0 0,1 0-1 0 0,-1-1 1 0 0,1 1-1 0 0,-1-1 1 0 0,1 0 0 0 0,0 0-1 0 0,0 0 1 0 0,1-1 0 0 0,-1 0-1 0 0,0 0 1 0 0,1 0 0 0 0,-1-1-1 0 0,1 0 1 0 0,0 0 0 0 0,-1 0-1 0 0,1-1 1 0 0,0 0 0 0 0,-1 0-1 0 0,1 0 1 0 0,0 0-1 0 0,0-1 1 0 0,-1 0 0 0 0,1-1-1 0 0,-1 1 1 0 0,1-1 0 0 0,-1 0-1 0 0,0 0 1 0 0,0-1 0 0 0,9-5-1 0 0,-3 1 16 0 0,-1-1-1 0 0,0-1 0 0 0,-1 0 0 0 0,0 0 1 0 0,0-1-1 0 0,-1 0 0 0 0,0 0 1 0 0,-1-1-1 0 0,0 0 0 0 0,-1 0 0 0 0,5-13 1 0 0,-10 23-10 0 0,-1 0-24 0 0,0 1 0 0 0,0 0-1 0 0,-1 0 1 0 0,1 0 0 0 0,0-1 0 0 0,0 1 0 0 0,0 0-1 0 0,0 0 1 0 0,0 0 0 0 0,0-1 0 0 0,0 1 0 0 0,0 0-1 0 0,0 0 1 0 0,0 0 0 0 0,0-1 0 0 0,0 1 0 0 0,1 0-1 0 0,-1 0 1 0 0,0 0 0 0 0,0-1 0 0 0,0 1 0 0 0,0 0-1 0 0,0 0 1 0 0,0 0 0 0 0,0 0 0 0 0,0-1 0 0 0,1 1-1 0 0,-1 0 1 0 0,0 0 0 0 0,0 0 0 0 0,0 0 0 0 0,0 0-1 0 0,1-1 1 0 0,-1 1 0 0 0,0 0 0 0 0,0 0 0 0 0,0 0-1 0 0,1 0 1 0 0,-1 0 0 0 0,0 0 0 0 0,0 0 0 0 0,0 0-1 0 0,1 0 1 0 0,-1 0 0 0 0,0 0 0 0 0,0 0 0 0 0,0 0-1 0 0,1 0 1 0 0,-1 0 0 0 0,0 0 0 0 0,0 0 0 0 0,0 0-1 0 0,1 0 1 0 0,3 3-352 0 0,10 9-733 0 0,-1-1-5656 0 0,-9-6 3932 0 0</inkml:trace>
</inkml:ink>
</file>

<file path=ppt/ink/ink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2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0 116 504 0 0,'0'0'1871'0'0,"23"-7"481"0"0,-7 0-1559 0 0,0 0 107 0 0,0-1-1 0 0,0 0 1 0 0,0-2-1 0 0,17-13 1 0 0,-9-8 414 0 0,-16 18-688 0 0,-7 11 48 0 0,-6 5-642 0 0,-16 7-7 0 0,16-7 15 0 0,7 14 69 0 0,4-13-100 0 0,-1-1 1 0 0,1 1-1 0 0,0-2 1 0 0,0 1-1 0 0,0-1 0 0 0,0 0 1 0 0,1 0-1 0 0,-1 0 1 0 0,1-1-1 0 0,-1 0 1 0 0,1 0-1 0 0,9-1 0 0 0,-6 1-6 0 0,-1-1 0 0 0,0 2-1 0 0,0-1 1 0 0,1 2-1 0 0,13 4 1 0 0,-21-6 5 0 0,-2 8-499 0 0,-4 14 783 0 0,-10-7-7388 0 0,8-11 3895 0 0</inkml:trace>
</inkml:ink>
</file>

<file path=ppt/ink/ink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3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70 244 0 0,'0'0'8811'0'0,"-25"-6"-6205"0"0,10-29-1599 0 0,14 34-993 0 0,1 0 4 0 0,0 1 0 0 0,0-1 0 0 0,-1 1 0 0 0,1 0 1 0 0,0-1-1 0 0,-1 1 0 0 0,1-1 0 0 0,0 1 0 0 0,-1 0 0 0 0,1-1 0 0 0,0 1 1 0 0,-1 0-1 0 0,1 0 0 0 0,-1-1 0 0 0,1 1 0 0 0,-1 0 0 0 0,1 0 0 0 0,-1 0 0 0 0,1 0 1 0 0,0-1-1 0 0,-1 1 0 0 0,1 0 0 0 0,-1 0 0 0 0,1 0 0 0 0,-1 0 0 0 0,1 0 1 0 0,-1 0-1 0 0,0 1 0 0 0,-4 1 15 0 0,1 1-1 0 0,0 0 1 0 0,0 0 0 0 0,0 0 0 0 0,0 0-1 0 0,1 1 1 0 0,-1-1 0 0 0,1 1 0 0 0,0 0 0 0 0,0 0-1 0 0,0 1 1 0 0,1-1 0 0 0,-1 0 0 0 0,1 1-1 0 0,0 0 1 0 0,1-1 0 0 0,-1 1 0 0 0,1 0-1 0 0,-1 0 1 0 0,0 9 0 0 0,2-9-23 0 0,-1-1 1 0 0,1 1-1 0 0,-1-1 1 0 0,1 1-1 0 0,0 0 1 0 0,1-1-1 0 0,-1 1 1 0 0,1-1-1 0 0,0 1 0 0 0,0-1 1 0 0,1 1-1 0 0,-1-1 1 0 0,1 0-1 0 0,0 0 1 0 0,0 1-1 0 0,0-1 1 0 0,1 0-1 0 0,-1-1 1 0 0,1 1-1 0 0,0 0 0 0 0,0-1 1 0 0,0 0-1 0 0,1 0 1 0 0,3 3-1 0 0,-5-5-2 0 0,0 0-1 0 0,0 0 1 0 0,0 0-1 0 0,0 0 1 0 0,0-1-1 0 0,0 1 1 0 0,1-1-1 0 0,-1 0 1 0 0,0 1-1 0 0,0-1 1 0 0,0 0-1 0 0,1 0 0 0 0,-1 0 1 0 0,0-1-1 0 0,0 1 1 0 0,0-1-1 0 0,0 1 1 0 0,1-1-1 0 0,-1 1 1 0 0,0-1-1 0 0,0 0 1 0 0,0 0-1 0 0,0 0 1 0 0,-1 0-1 0 0,1-1 1 0 0,3-1-1 0 0,0-1 77 0 0,0 0 0 0 0,0-1-1 0 0,-1 1 1 0 0,1-1 0 0 0,-1 0 0 0 0,0 0 0 0 0,6-10-1 0 0,-6 4 100 0 0,-1-1-1 0 0,0 1 1 0 0,0-1-1 0 0,-1 0 1 0 0,0 0-1 0 0,-1 0 1 0 0,-1-13 0 0 0,-8-12 273 0 0,3 24-290 0 0,5 11-128 0 0,-5-6 187 0 0,-10 28-14776 0 0</inkml:trace>
</inkml:ink>
</file>

<file path=ppt/ink/ink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5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68 572 0 0,'0'0'3672'0'0,"9"-13"1247"0"0,14 47-4472 0 0,12 45 269 0 0,-34-78-703 0 0,-1 0 0 0 0,1 0 1 0 0,-1 0-1 0 0,1-1 0 0 0,0 1 0 0 0,0 0 0 0 0,-1 0 0 0 0,1-1 0 0 0,0 1 0 0 0,0 0 0 0 0,0-1 0 0 0,0 1 1 0 0,0-1-1 0 0,0 1 0 0 0,0-1 0 0 0,0 0 0 0 0,0 1 0 0 0,0-1 0 0 0,0 0 0 0 0,0 0 0 0 0,0 0 0 0 0,0 1 1 0 0,0-1-1 0 0,0 0 0 0 0,0 0 0 0 0,0-1 0 0 0,0 1 0 0 0,0 0 0 0 0,0 0 0 0 0,0 0 0 0 0,0-1 0 0 0,0 1 1 0 0,1-1-1 0 0,33-18 252 0 0,-29 15-250 0 0,51-40 63 0 0,-49 36-64 0 0,0 0 0 0 0,1 1 0 0 0,0 0 0 0 0,0 1 0 0 0,0 0 0 0 0,1 0 0 0 0,0 1 0 0 0,0 0 0 0 0,0 1 0 0 0,1 0 0 0 0,-1 1 0 0 0,13-3 0 0 0,-19 6-15 0 0,1 0 1 0 0,-1 0-1 0 0,1 0 0 0 0,0 1 1 0 0,-1-1-1 0 0,1 1 1 0 0,-1 0-1 0 0,1 0 1 0 0,-1 1-1 0 0,0-1 1 0 0,0 1-1 0 0,1 0 1 0 0,-1 0-1 0 0,0 1 0 0 0,0-1 1 0 0,-1 1-1 0 0,8 6 1 0 0,11 7-1 0 0,-16-13 31 0 0,0 0-1 0 0,-1 0 1 0 0,1 0-1 0 0,1-1 1 0 0,-1 0-1 0 0,0 0 1 0 0,1-1-1 0 0,-1 1 1 0 0,0-1-1 0 0,1-1 1 0 0,0 1-1 0 0,-1-1 1 0 0,1 0-1 0 0,-1-1 1 0 0,1 1-1 0 0,-1-1 1 0 0,1-1 0 0 0,-1 1-1 0 0,0-1 1 0 0,1 0-1 0 0,-1-1 1 0 0,0 1-1 0 0,0-1 1 0 0,-1 0-1 0 0,1-1 1 0 0,-1 0-1 0 0,1 1 1 0 0,-1-2-1 0 0,0 1 1 0 0,-1 0-1 0 0,1-1 1 0 0,-1 0-1 0 0,0 0 1 0 0,6-9-1 0 0,9-18 3020 0 0,-20 36-3185 0 0,1 1 0 0 0,0-1 0 0 0,1 0-1 0 0,-1 1 1 0 0,1-1 0 0 0,0 0 0 0 0,0 0 0 0 0,0 0-1 0 0,0 0 1 0 0,1 0 0 0 0,0 0 0 0 0,0 0-1 0 0,0 0 1 0 0,0-1 0 0 0,0 1 0 0 0,1-1-1 0 0,0 1 1 0 0,0-1 0 0 0,0 0 0 0 0,0 0-1 0 0,0-1 1 0 0,0 1 0 0 0,5 2 0 0 0,15 11-5857 0 0,-9-7 2548 0 0</inkml:trace>
</inkml:ink>
</file>

<file path=ppt/ink/ink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6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152 303 332 0 0,'-4'1'443'0'0,"-15"4"1257"0"0,0 2 1 0 0,-32 15-1 0 0,47-20-1455 0 0,0 0-1 0 0,0 0 0 0 0,0 1 1 0 0,0 0-1 0 0,0 0 1 0 0,1 0-1 0 0,-1 0 1 0 0,1 1-1 0 0,0-1 1 0 0,0 1-1 0 0,0 0 1 0 0,0 0-1 0 0,1 0 0 0 0,0 0 1 0 0,0 0-1 0 0,0 1 1 0 0,-2 4-1 0 0,4-9-217 0 0,0 1-1 0 0,0 0 1 0 0,0-1-1 0 0,-1 1 1 0 0,1 0-1 0 0,0-1 1 0 0,0 1-1 0 0,0 0 1 0 0,0 0-1 0 0,0-1 1 0 0,0 1-1 0 0,1 0 1 0 0,-1-1-1 0 0,0 1 1 0 0,0 0-1 0 0,0-1 1 0 0,1 1-1 0 0,-1-1 1 0 0,0 1-1 0 0,0 0 1 0 0,1-1-1 0 0,-1 1 1 0 0,1-1-1 0 0,-1 1 0 0 0,1-1 1 0 0,-1 1-1 0 0,1-1 1 0 0,-1 1-1 0 0,1-1 1 0 0,0 1-1 0 0,25 4 464 0 0,22-11 7 0 0,-35 2-406 0 0,-1 0 0 0 0,0 0-1 0 0,0-1 1 0 0,-1-1 0 0 0,1 0-1 0 0,-1-1 1 0 0,-1 0-1 0 0,1 0 1 0 0,-1-1 0 0 0,0 0-1 0 0,-1-1 1 0 0,0 0 0 0 0,0-1-1 0 0,-1 0 1 0 0,-1 0-1 0 0,9-15 1 0 0,-10 15-5 0 0,0-1 0 0 0,0 0 1 0 0,-2 0-1 0 0,1-1 0 0 0,-2 1 0 0 0,1-1 0 0 0,-1 0 1 0 0,-1 0-1 0 0,0 0 0 0 0,-1 0 0 0 0,0 0 0 0 0,-1 0 1 0 0,-1 0-1 0 0,0 0 0 0 0,0 0 0 0 0,-1 0 1 0 0,-5-17-1 0 0,6 25-77 0 0,0 0-1 0 0,-1 1 1 0 0,1-1 0 0 0,-1 1 0 0 0,0-1 0 0 0,0 1 0 0 0,0 0-1 0 0,0 0 1 0 0,-1 0 0 0 0,1 0 0 0 0,-1 0 0 0 0,0 0 0 0 0,0 1 0 0 0,-4-4-1 0 0,5 5-94 0 0,0 0-1 0 0,0 1 0 0 0,1-1 0 0 0,-1 1 0 0 0,0-1 1 0 0,0 1-1 0 0,0 0 0 0 0,0 0 0 0 0,0-1 1 0 0,1 1-1 0 0,-1 0 0 0 0,0 1 0 0 0,0-1 0 0 0,0 0 1 0 0,0 1-1 0 0,0-1 0 0 0,0 1 0 0 0,1-1 1 0 0,-1 1-1 0 0,0 0 0 0 0,1 0 0 0 0,-1-1 0 0 0,0 1 1 0 0,1 1-1 0 0,-1-1 0 0 0,1 0 0 0 0,-1 0 1 0 0,1 0-1 0 0,0 1 0 0 0,-1-1 0 0 0,0 3 0 0 0,-14 20-6094 0 0,11-11 2610 0 0</inkml:trace>
</inkml:ink>
</file>

<file path=ppt/ink/ink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6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1 500 1008 0 0,'33'-22'3656'0'0,"70"-56"1610"0"0,-102 77-5192 0 0,0 1 0 0 0,-1-1 0 0 0,1 0 0 0 0,0 1 0 0 0,0-1-1 0 0,0 0 1 0 0,0 0 0 0 0,0 1 0 0 0,-1-1 0 0 0,1 0 0 0 0,0 0 0 0 0,-1 0 0 0 0,1 0-1 0 0,-1 0 1 0 0,1 0 0 0 0,-1 0 0 0 0,1 0 0 0 0,-1 0 0 0 0,0-1 0 0 0,0 1 0 0 0,1-2-1 0 0,-2 2-26 0 0,1 1 0 0 0,-1-1-1 0 0,0 1 1 0 0,0-1 0 0 0,1 1-1 0 0,-1-1 1 0 0,0 1-1 0 0,0-1 1 0 0,1 1 0 0 0,-1 0-1 0 0,0 0 1 0 0,0-1 0 0 0,0 1-1 0 0,0 0 1 0 0,0 0-1 0 0,1 0 1 0 0,-1 0 0 0 0,0 0-1 0 0,0 0 1 0 0,0 0 0 0 0,-1 0-1 0 0,0 1-28 0 0,0-1 0 0 0,0 1 0 0 0,1-1 0 0 0,-1 1 0 0 0,0 0 0 0 0,0 0 0 0 0,1 0 0 0 0,-1 0 0 0 0,1 0 0 0 0,-1 0 0 0 0,1 0 0 0 0,-1 1 0 0 0,1-1 0 0 0,0 0 0 0 0,-1 1-1 0 0,1-1 1 0 0,0 1 0 0 0,0 0 0 0 0,0-1 0 0 0,-1 4 0 0 0,-14 32 191 0 0,15-35-205 0 0,0 0 0 0 0,0-1 0 0 0,1 1-1 0 0,-1 0 1 0 0,1 0 0 0 0,-1 0 0 0 0,1 0-1 0 0,0 0 1 0 0,-1 0 0 0 0,1 0 0 0 0,0 0 0 0 0,0 0-1 0 0,1 0 1 0 0,-1 0 0 0 0,0 0 0 0 0,1 0-1 0 0,-1 0 1 0 0,1 0 0 0 0,-1 0 0 0 0,1-1 0 0 0,0 1-1 0 0,0 0 1 0 0,0 0 0 0 0,0-1 0 0 0,0 1 0 0 0,0 0-1 0 0,1-1 1 0 0,-1 1 0 0 0,0-1 0 0 0,1 0-1 0 0,-1 1 1 0 0,1-1 0 0 0,0 0 0 0 0,-1 0 0 0 0,1 0-1 0 0,0 0 1 0 0,0 0 0 0 0,-1 0 0 0 0,1-1-1 0 0,0 1 1 0 0,0 0 0 0 0,0-1 0 0 0,4 1 0 0 0,3 0-47 0 0,0 0 0 0 0,-1-1 1 0 0,1 0-1 0 0,0 0 1 0 0,0-1-1 0 0,0 0 1 0 0,-1-1-1 0 0,1 0 0 0 0,9-3 1 0 0,-2-1 13 0 0,0-2-1 0 0,0 0 1 0 0,-1-1-1 0 0,1-1 1 0 0,-2 0 0 0 0,0-1-1 0 0,0 0 1 0 0,-1-1 0 0 0,0-1-1 0 0,-1 0 1 0 0,-1-1 0 0 0,0 0-1 0 0,14-25 1 0 0,-14 21 33 0 0,-1 1 0 0 0,-2-2 0 0 0,1 1 0 0 0,-2-2 0 0 0,-1 1 0 0 0,0 0 0 0 0,-1-1 0 0 0,-1 0 0 0 0,-1 0 0 0 0,-1-1 0 0 0,-1-35 0 0 0,-7 23 181 0 0,5 32-173 0 0,1 0 1 0 0,-1 0-1 0 0,1 0 0 0 0,-1 0 0 0 0,0 0 0 0 0,1 1 0 0 0,-1-1 1 0 0,0 0-1 0 0,1 0 0 0 0,-1 0 0 0 0,0 0 0 0 0,0 1 0 0 0,0-1 0 0 0,0 0 1 0 0,0 1-1 0 0,0-1 0 0 0,0 1 0 0 0,0-1 0 0 0,0 1 0 0 0,0 0 1 0 0,0-1-1 0 0,0 1 0 0 0,0 0 0 0 0,0 0 0 0 0,-1 0 0 0 0,0-1 1 0 0,-1 2 1 0 0,0 0 0 0 0,0 0 0 0 0,0 0 0 0 0,1 1 0 0 0,-1-1 1 0 0,0 1-1 0 0,1-1 0 0 0,-1 1 0 0 0,1 0 0 0 0,0 0 1 0 0,-1 0-1 0 0,1 0 0 0 0,0 1 0 0 0,0-1 0 0 0,-2 5 1 0 0,-25 39 72 0 0,21-26-46 0 0,1-1 1 0 0,2 1-1 0 0,0 0 1 0 0,0 0-1 0 0,2 1 1 0 0,-1 39-1 0 0,4-45-24 0 0,1-1 0 0 0,0 1 1 0 0,1-1-1 0 0,1 0 0 0 0,0 0 0 0 0,1 0 0 0 0,0 0 0 0 0,1-1 1 0 0,1 1-1 0 0,12 20 0 0 0,-16-31-12 0 0,-1-1 0 0 0,1 0 1 0 0,0 0-1 0 0,1 0 0 0 0,-1 0 0 0 0,0 0 1 0 0,1 0-1 0 0,-1-1 0 0 0,1 1 0 0 0,-1-1 1 0 0,1 1-1 0 0,0-1 0 0 0,-1 0 0 0 0,1 0 0 0 0,0 0 1 0 0,0-1-1 0 0,0 1 0 0 0,0-1 0 0 0,0 0 1 0 0,-1 1-1 0 0,7-2 0 0 0,-4 1 116 0 0,0 0 0 0 0,0-1 0 0 0,0 1 0 0 0,-1-1 1 0 0,1-1-1 0 0,0 1 0 0 0,0-1 0 0 0,-1 1 0 0 0,1-1 0 0 0,-1-1 0 0 0,7-3 0 0 0,-10 5 102 0 0,11-3 1552 0 0,-7 2-3531 0 0</inkml:trace>
</inkml:ink>
</file>

<file path=ppt/ink/ink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7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37 200 0 0,'0'0'1079'0'0,"5"-28"4290"0"0,-4 20-7823 0 0</inkml:trace>
</inkml:ink>
</file>

<file path=ppt/ink/ink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64 125 680 0 0,'-1'-1'315'0'0,"-1"0"-1"0"0,1-1 1 0 0,-1 1 0 0 0,1 0 0 0 0,-1 0-1 0 0,0 0 1 0 0,0 1 0 0 0,0-1-1 0 0,1 0 1 0 0,-1 1 0 0 0,0-1-1 0 0,0 1 1 0 0,0-1 0 0 0,0 1 0 0 0,0 0-1 0 0,0 0 1 0 0,0 0 0 0 0,0 0-1 0 0,0 0 1 0 0,0 0 0 0 0,-2 1 0 0 0,3 0-210 0 0,0-1 1 0 0,-1 1-1 0 0,1-1 1 0 0,0 1 0 0 0,0 0-1 0 0,0-1 1 0 0,0 1 0 0 0,0 0-1 0 0,0 0 1 0 0,0 0 0 0 0,0 0-1 0 0,0 0 1 0 0,0 0 0 0 0,0 0-1 0 0,1 0 1 0 0,-1 0 0 0 0,0 0-1 0 0,1 1 1 0 0,-1-1 0 0 0,1 0-1 0 0,-1 0 1 0 0,1 1 0 0 0,0-1-1 0 0,-1 0 1 0 0,1 1-1 0 0,0-1 1 0 0,0 0 0 0 0,0 1-1 0 0,0-1 1 0 0,0 0 0 0 0,0 1-1 0 0,0-1 1 0 0,1 2 0 0 0,-1-1-47 0 0,0 0 0 0 0,1 0 0 0 0,-1 1 0 0 0,1-1 1 0 0,0 0-1 0 0,-1 0 0 0 0,1 0 0 0 0,0 0 0 0 0,0 0 0 0 0,0 0 1 0 0,0 0-1 0 0,1-1 0 0 0,-1 1 0 0 0,0 0 0 0 0,1 0 1 0 0,-1-1-1 0 0,1 1 0 0 0,0-1 0 0 0,0 0 0 0 0,-1 1 0 0 0,1-1 1 0 0,4 2-1 0 0,-2-2-8 0 0,1 1 0 0 0,-1-1 0 0 0,1 0 0 0 0,-1-1 0 0 0,1 1 0 0 0,0-1 1 0 0,-1 0-1 0 0,1 0 0 0 0,0 0 0 0 0,6-1 0 0 0,6-3 74 0 0,1 0 0 0 0,-1-1 0 0 0,-1 0-1 0 0,30-15 1 0 0,0-9 1839 0 0,-45 28-1625 0 0,-17 12-1100 0 0,-13 1-8149 0 0</inkml:trace>
  <inkml:trace contextRef="#ctx0" brushRef="#br0" timeOffset="1">271 63 136 0 0,'10'-18'1850'0'0,"5"-11"3382"0"0,-10 14-8586 0 0</inkml:trace>
</inkml:ink>
</file>

<file path=ppt/ink/ink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7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7 336 0 0,'-6'4'635'0'0,"1"0"-1"0"0,0 0 0 0 0,0 1 1 0 0,0-1-1 0 0,0 1 1 0 0,-3 6-1 0 0,7-10-517 0 0,0 0 0 0 0,0 0-1 0 0,0 1 1 0 0,1-1-1 0 0,-1 1 1 0 0,1-1-1 0 0,-1 1 1 0 0,1-1-1 0 0,-1 1 1 0 0,1-1 0 0 0,0 1-1 0 0,0-1 1 0 0,0 1-1 0 0,0-1 1 0 0,0 1-1 0 0,0-1 1 0 0,0 1 0 0 0,0 0-1 0 0,0-1 1 0 0,1 1-1 0 0,-1-1 1 0 0,1 1-1 0 0,-1-1 1 0 0,1 0 0 0 0,0 1-1 0 0,0-1 1 0 0,-1 0-1 0 0,1 1 1 0 0,0-1-1 0 0,0 0 1 0 0,0 0 0 0 0,2 2-1 0 0,-2-2-27 0 0,0 0 0 0 0,1 0 0 0 0,-1-1 0 0 0,0 1-1 0 0,0-1 1 0 0,0 1 0 0 0,0-1 0 0 0,0 1 0 0 0,1-1 0 0 0,-1 0 0 0 0,0 1-1 0 0,0-1 1 0 0,0 0 0 0 0,1 0 0 0 0,-1 0 0 0 0,0 0 0 0 0,0 0 0 0 0,1 0-1 0 0,-1-1 1 0 0,0 1 0 0 0,0 0 0 0 0,1 0 0 0 0,-1-1 0 0 0,0 1 0 0 0,0-1 0 0 0,0 1-1 0 0,0-1 1 0 0,0 0 0 0 0,2 0 0 0 0,-1-1 37 0 0,-1 1 0 0 0,1 0 0 0 0,0 0 0 0 0,0-1 0 0 0,-1 1 0 0 0,1-1 0 0 0,-1 1 0 0 0,1-1 0 0 0,-1 0 0 0 0,0 0 0 0 0,0 0-1 0 0,0 1 1 0 0,0-1 0 0 0,0 0 0 0 0,0 0 0 0 0,0 0 0 0 0,0-3 0 0 0,0 0 96 0 0,0 2-95 0 0,-1 0 0 0 0,1 0 0 0 0,-1 0 0 0 0,0 0 0 0 0,0 0 0 0 0,0 0 0 0 0,0-1 0 0 0,0 1 0 0 0,0 0 0 0 0,-1 0 0 0 0,0 0 0 0 0,1 0 0 0 0,-1 1 0 0 0,0-1 0 0 0,-3-5 0 0 0,3 7-204 0 0,-13 0-1522 0 0,-3 12-10016 0 0</inkml:trace>
</inkml:ink>
</file>

<file path=ppt/ink/ink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8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10 180 0 0,'0'0'4105'0'0,"9"-8"-1569"0"0,-9 8-2453 0 0,0 0 0 0 0,0 0-1 0 0,0 1 1 0 0,0-1 0 0 0,0 0 0 0 0,0 0 0 0 0,0 0 0 0 0,0 0 0 0 0,0 0 0 0 0,1 0 0 0 0,-1 1 0 0 0,0-1 0 0 0,0 0 0 0 0,0 0 0 0 0,0 0-1 0 0,0 0 1 0 0,0 0 0 0 0,0 0 0 0 0,1 0 0 0 0,-1 0 0 0 0,0 0 0 0 0,0 1 0 0 0,0-1 0 0 0,0 0 0 0 0,0 0 0 0 0,1 0 0 0 0,-1 0-1 0 0,0 0 1 0 0,0 0 0 0 0,0 0 0 0 0,0 0 0 0 0,1 0 0 0 0,-1 0 0 0 0,0 0 0 0 0,0 0 0 0 0,0 0 0 0 0,0 0 0 0 0,0 0 0 0 0,1 0-1 0 0,-1-1 1 0 0,0 1 0 0 0,0 0 0 0 0,0 0 0 0 0,0 0 0 0 0,0 0 0 0 0,1 0 0 0 0,-1 0 0 0 0,0 0 0 0 0,0 0 0 0 0,0 0 0 0 0,0-1-1 0 0,0 1 1 0 0,0 0 0 0 0,0 0 0 0 0,0 0 0 0 0,0 0 0 0 0,1 0 0 0 0,-1-1 0 0 0,0 1 0 0 0,0 0 0 0 0,0 0 0 0 0,0 0 0 0 0,0 0-1 0 0,0 0 1 0 0,0-1 0 0 0,0 1 0 0 0,0 0 0 0 0,-4 15 12 0 0,2-8-4 0 0,1-1 0 0 0,-1 1 0 0 0,1 0 0 0 0,0 0 0 0 0,0 0 0 0 0,1 0 0 0 0,0 0 0 0 0,2 10 0 0 0,-2-15-52 0 0,0-2-37 0 0,0 1 0 0 0,0-1 0 0 0,1 0 0 0 0,-1 1 1 0 0,0-1-1 0 0,0 0 0 0 0,0 1 0 0 0,0-1 0 0 0,0 0 0 0 0,1 1 0 0 0,-1-1 0 0 0,0 0 1 0 0,0 0-1 0 0,0 1 0 0 0,1-1 0 0 0,-1 0 0 0 0,0 0 0 0 0,0 0 0 0 0,1 1 0 0 0,-1-1 1 0 0,0 0-1 0 0,1 0 0 0 0,-1 0 0 0 0,0 0 0 0 0,1 1 0 0 0,-1-1 0 0 0,0 0 0 0 0,1 0 1 0 0,-1 0-1 0 0,0 0 0 0 0,1 0 0 0 0,-1 0 0 0 0,0 0 0 0 0,1 0 0 0 0,-1 0 0 0 0,0 0 1 0 0,1 0-1 0 0,-1 0 0 0 0,0 0 0 0 0,1-1 0 0 0,20-3 86 0 0,-11 1-51 0 0,-9 3-38 0 0,1-1 3 0 0,0 0 0 0 0,-1 0-1 0 0,1 0 1 0 0,0 1-1 0 0,0-1 1 0 0,0 0-1 0 0,0 1 1 0 0,0 0 0 0 0,0-1-1 0 0,0 1 1 0 0,0 0-1 0 0,0 0 1 0 0,0 0-1 0 0,0 0 1 0 0,0 0 0 0 0,0 1-1 0 0,0-1 1 0 0,0 0-1 0 0,0 1 1 0 0,0 0-1 0 0,3 1 1 0 0,4 13-27 0 0,-9-14 26 0 0,0 0 0 0 0,1 0 0 0 0,-1 0 1 0 0,1 0-1 0 0,-1 0 0 0 0,0 0 0 0 0,1 0 0 0 0,0 0 1 0 0,-1 0-1 0 0,1 0 0 0 0,-1 0 0 0 0,1 0 0 0 0,0 0 1 0 0,0 0-1 0 0,0-1 0 0 0,-1 1 0 0 0,1 0 0 0 0,0-1 1 0 0,0 1-1 0 0,0-1 0 0 0,0 1 0 0 0,0-1 0 0 0,0 1 1 0 0,0-1-1 0 0,0 1 0 0 0,0-1 0 0 0,0 0 0 0 0,1 0 1 0 0,-1 0-1 0 0,0 0 0 0 0,2 0 0 0 0,10 1 2 0 0,0-1-1 0 0,0 0 0 0 0,0-1 1 0 0,0 0-1 0 0,0-1 1 0 0,18-6-1 0 0,-13 4 11 0 0,1 0 0 0 0,0 1 0 0 0,19 0 0 0 0,-33 3-1 0 0,39 1 189 0 0,-43-1-190 0 0,0 0 0 0 0,1 0 0 0 0,-1 0 0 0 0,0 0 1 0 0,0 0-1 0 0,1 0 0 0 0,-1 1 0 0 0,0-1 0 0 0,0 0 1 0 0,1 1-1 0 0,-1-1 0 0 0,0 1 0 0 0,0-1 0 0 0,0 1 1 0 0,0 0-1 0 0,0 0 0 0 0,0-1 0 0 0,0 1 1 0 0,0 0-1 0 0,0 0 0 0 0,0 0 0 0 0,0 0 0 0 0,-1 0 1 0 0,1 0-1 0 0,0 0 0 0 0,-1 0 0 0 0,1 0 0 0 0,0 0 1 0 0,-1 1-1 0 0,1 1 0 0 0,-2 0-205 0 0,0 0 0 0 0,0 0 0 0 0,0-1 0 0 0,0 1 0 0 0,-1 0-1 0 0,1 0 1 0 0,-1-1 0 0 0,0 1 0 0 0,0-1 0 0 0,0 0 0 0 0,0 0 0 0 0,0 1 0 0 0,-4 2 0 0 0,-4 5-5297 0 0</inkml:trace>
</inkml:ink>
</file>

<file path=ppt/ink/ink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38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30 488 0 0,'0'0'1092'0'0,"0"-14"1276"0"0,-13 4-2000 0 0,-1 6-1404 0 0,0 3-1388 0 0</inkml:trace>
</inkml:ink>
</file>

<file path=ppt/ink/ink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1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1 320 972 0 0,'0'0'1361'0'0,"2"-4"688"0"0,11-14 8426 0 0,-9 15-9633 0 0,13 5 60 0 0,-12-1-767 0 0,-1 0-1 0 0,1 0 1 0 0,-1-1-1 0 0,1 0 1 0 0,-1 0-1 0 0,1 0 1 0 0,-1 0-1 0 0,0-1 1 0 0,1 0-1 0 0,-1 1 1 0 0,1-2-1 0 0,-1 1 1 0 0,0-1-1 0 0,0 1 1 0 0,0-1-1 0 0,7-4 1 0 0,7-7 64 0 0,-1 0 0 0 0,0-2 0 0 0,-1 0 0 0 0,-1 0 1 0 0,15-20-1 0 0,60-93 391 0 0,-65 89-431 0 0,-25 38-285 0 0,1 1 1 0 0,-1-1 0 0 0,0 1-1 0 0,0-1 1 0 0,0 1-1 0 0,0-1 1 0 0,0 1-1 0 0,0 0 1 0 0,1-1-1 0 0,-1 1 1 0 0,0-1-1 0 0,0 1 1 0 0,1 0-1 0 0,-1-1 1 0 0,0 1-1 0 0,1 0 1 0 0,-1-1-1 0 0,0 1 1 0 0,1 0-1 0 0,-1-1 1 0 0,0 1 0 0 0,1 0-1 0 0,-1 0 1 0 0,1-1-1 0 0,-1 1 1 0 0,1 0-1 0 0,-1 0 1 0 0,0 0-1 0 0,1 0 1 0 0,-1 0-1 0 0,1 0 1 0 0,-1 0-1 0 0,1 0 1 0 0,-1 0-1 0 0,2 0 1 0 0,-1 13-4581 0 0,-1-9 5545 0 0,0 0-3184 0 0,-2 14-5010 0 0</inkml:trace>
</inkml:ink>
</file>

<file path=ppt/ink/ink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1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10 560 0 0,'4'-2'856'0'0,"-1"1"0"0"0,1-1-1 0 0,0 1 1 0 0,0 0 0 0 0,0 0 0 0 0,0 1 0 0 0,0-1-1 0 0,6 1 1 0 0,-10 0-680 0 0,1 0 0 0 0,0 0 0 0 0,0 1 1 0 0,0-1-1 0 0,-1 0 0 0 0,1 0 0 0 0,0 1 0 0 0,0-1 0 0 0,-1 1 0 0 0,1-1 0 0 0,0 1 0 0 0,-1-1 0 0 0,1 1 1 0 0,0-1-1 0 0,-1 1 0 0 0,1-1 0 0 0,-1 1 0 0 0,1 0 0 0 0,-1-1 0 0 0,1 1 0 0 0,-1 0 0 0 0,1 1 0 0 0,2 17-304 0 0,-3-3 540 0 0,0-1 0 0 0,-1 1 0 0 0,-1-1 1 0 0,-1 1-1 0 0,-7 25 0 0 0,-6-7-2681 0 0,-6-1-4332 0 0,18-27 3346 0 0</inkml:trace>
</inkml:ink>
</file>

<file path=ppt/ink/ink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1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1 260 0 0,'1'14'2668'0'0,"-15"6"-1952"0"0,11-9 528 0 0,-2 4-716 0 0,0-4-55 0 0,2-1-57 0 0,-1 4-156 0 0,-4-2-204 0 0,7-4-284 0 0,-4 0-220 0 0,-2 4-2613 0 0,1-7 1473 0 0</inkml:trace>
</inkml:ink>
</file>

<file path=ppt/ink/ink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2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0 980 0 0,'-9'6'576'0'0,"0"0"0"0"0,0 0-1 0 0,0 1 1 0 0,1 0 0 0 0,-1 0 0 0 0,2 1 0 0 0,-1 0-1 0 0,1 1 1 0 0,1 0 0 0 0,-1 0 0 0 0,1 0 0 0 0,-8 19-1 0 0,12-22-372 0 0,-1 0 0 0 0,1 0 0 0 0,1 0-1 0 0,-1 0 1 0 0,1 0 0 0 0,0 0 0 0 0,1 0-1 0 0,-1 1 1 0 0,1-1 0 0 0,0 0 0 0 0,1 0-1 0 0,0 1 1 0 0,0-1 0 0 0,0 0 0 0 0,0 0-1 0 0,1 0 1 0 0,0 0 0 0 0,1 0-1 0 0,-1-1 1 0 0,1 1 0 0 0,0-1 0 0 0,0 1-1 0 0,8 8 1 0 0,2 0-16 0 0,0-2 0 0 0,0 1 0 0 0,1-2 0 0 0,1 0 0 0 0,0 0 0 0 0,1-1 0 0 0,0-1 0 0 0,0-1 0 0 0,1 0 0 0 0,0-1 0 0 0,0-1 0 0 0,27 6 0 0 0,-11-5-931 0 0,0-1 0 0 0,35 2 1 0 0,-25-6-3117 0 0,44-3 0 0 0,-65-1 589 0 0</inkml:trace>
</inkml:ink>
</file>

<file path=ppt/ink/ink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2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47 84 0 0,'0'0'2894'0'0,"-3"-2"-2032"0"0,2 1-759 0 0,0 1-1 0 0,0-1 0 0 0,0 1 0 0 0,0-1 0 0 0,0 1 0 0 0,1-1 1 0 0,-1 1-1 0 0,0-1 0 0 0,0 0 0 0 0,1 1 0 0 0,-1-1 1 0 0,0 0-1 0 0,1 0 0 0 0,-1 1 0 0 0,1-1 0 0 0,-1 0 1 0 0,1 0-1 0 0,-1 0 0 0 0,1 0 0 0 0,-1 0 0 0 0,1 0 0 0 0,0 0 1 0 0,0 0-1 0 0,0 0 0 0 0,-1 0 0 0 0,1 0 0 0 0,0 0 1 0 0,0 0-1 0 0,0 0 0 0 0,0 0 0 0 0,1 0 0 0 0,-1 0 1 0 0,0 0-1 0 0,0 0 0 0 0,1 0 0 0 0,-1 0 0 0 0,0 0 0 0 0,1 1 1 0 0,-1-1-1 0 0,1 0 0 0 0,-1 0 0 0 0,1 0 0 0 0,-1 0 1 0 0,1 1-1 0 0,0-1 0 0 0,0 0 0 0 0,-1 0 0 0 0,1 1 1 0 0,0-1-1 0 0,0 1 0 0 0,0-1 0 0 0,-1 1 0 0 0,1-1 1 0 0,0 1-1 0 0,2-1 0 0 0,-2 0-204 0 0,35 3-5101 0 0,-33-2 2809 0 0</inkml:trace>
</inkml:ink>
</file>

<file path=ppt/ink/ink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2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22 540 0 0,'13'-2'2036'0'0,"-5"-3"364"0"0,2 0-215 0 0,-8-4-1609 0 0</inkml:trace>
</inkml:ink>
</file>

<file path=ppt/ink/ink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3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1072 0 0,'10'-9'3365'0'0,"11"-9"1109"0"0,-20 17-3957 0 0,10-5 246 0 0,13-7-6478 0 0</inkml:trace>
</inkml:ink>
</file>

<file path=ppt/ink/ink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3.6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64 756 0 0,'4'0'1084'0'0,"0"-1"0"0"0,0 0 0 0 0,0 0 0 0 0,0 0 0 0 0,0-1 0 0 0,-1 1-1 0 0,8-5 1 0 0,20-17 1272 0 0,-13 8-3623 0 0,-16 3-6917 0 0</inkml:trace>
</inkml:ink>
</file>

<file path=ppt/ink/ink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6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45 212 0 0,'0'0'1262'0'0,"0"-6"4389"0"0,-15 24-4248 0 0,14-17-1352 0 0,0-1 0 0 0,0 0 0 0 0,0 0 1 0 0,0 0-1 0 0,0 0 0 0 0,1 0 0 0 0,-1 0 0 0 0,0 0 1 0 0,0 0-1 0 0,0 0 0 0 0,0 0 0 0 0,0-1 1 0 0,0 1-1 0 0,0 0 0 0 0,0-1 0 0 0,0 1 0 0 0,1 0 1 0 0,-1-1-1 0 0,0 1 0 0 0,0-1 0 0 0,0 1 0 0 0,1-1 1 0 0,-1 0-1 0 0,0 1 0 0 0,1-1 0 0 0,-1 0 0 0 0,0 0 1 0 0,-1-1 222 0 0,0 1-204 0 0,0 0-1 0 0,0 0 1 0 0,-1 0-1 0 0,1 0 1 0 0,0-1-1 0 0,0 1 0 0 0,0-1 1 0 0,1 1-1 0 0,-1-1 1 0 0,0 0-1 0 0,1 0 1 0 0,-4-3-1 0 0,2 1 207 0 0,2 2-97 0 0,-34-15 657 0 0,30 16-775 0 0,0 1 0 0 0,-1-1-1 0 0,1 2 1 0 0,-1-1 0 0 0,1 0-1 0 0,0 1 1 0 0,-1 0 0 0 0,1 0-1 0 0,0 1 1 0 0,0 0 0 0 0,0-1-1 0 0,0 2 1 0 0,0-1 0 0 0,0 0-1 0 0,0 1 1 0 0,1 0 0 0 0,-1 0-1 0 0,1 1 1 0 0,0-1 0 0 0,0 1-1 0 0,-6 7 1 0 0,-5 7 159 0 0,2 1 1 0 0,-1 1-1 0 0,-17 37 1 0 0,18-33-53 0 0,3-6-54 0 0,0 0 0 0 0,2 1-1 0 0,0 0 1 0 0,1 0 0 0 0,1 1-1 0 0,-4 22 1 0 0,10-38-103 0 0,-1 0 0 0 0,0 0 0 0 0,1 0 1 0 0,0 0-1 0 0,0 0 0 0 0,0 0 0 0 0,0 0 1 0 0,1 0-1 0 0,0 0 0 0 0,0 0 0 0 0,0 0 1 0 0,0 0-1 0 0,0 0 0 0 0,1 0 0 0 0,-1-1 1 0 0,1 1-1 0 0,0-1 0 0 0,1 1 0 0 0,-1-1 1 0 0,0 0-1 0 0,1 0 0 0 0,0 0 0 0 0,0 0 1 0 0,0 0-1 0 0,0 0 0 0 0,0-1 0 0 0,0 0 1 0 0,1 1-1 0 0,-1-1 0 0 0,1-1 0 0 0,-1 1 1 0 0,1 0-1 0 0,0-1 0 0 0,0 0 0 0 0,0 0 1 0 0,0 0-1 0 0,7 1 0 0 0,6 0 2 0 0,0 0 0 0 0,0-1 0 0 0,0-1-1 0 0,0 0 1 0 0,0-1 0 0 0,0-1 0 0 0,0-1 0 0 0,0 0 0 0 0,0-1 0 0 0,23-9-1 0 0,10-8 39 0 0,93-54-1 0 0,-49 23 62 0 0,-57 27-71 0 0,-35 24-62 0 0,32 32 15 0 0,-30-27-3 0 0,1 1 1 0 0,0-1 0 0 0,0 0-1 0 0,1-1 1 0 0,-1 1 0 0 0,1-1-1 0 0,0 0 1 0 0,11 4 0 0 0,-14-6 11 0 0,0-1 0 0 0,0 1 0 0 0,0 0 0 0 0,-1-1 0 0 0,1 1 0 0 0,0-1 0 0 0,0 0 0 0 0,0 0 0 0 0,0 0 0 0 0,0 0 0 0 0,0-1 0 0 0,0 1 0 0 0,-1-1 0 0 0,1 1 0 0 0,0-1 0 0 0,0 0 0 0 0,-1 0 0 0 0,1-1 0 0 0,0 1 0 0 0,-1 0 0 0 0,5-4 1 0 0,-6 3 0 0 0,0 1 0 0 0,0 0 0 0 0,0-1 1 0 0,0 1-1 0 0,0-1 0 0 0,0 1 1 0 0,0-1-1 0 0,-1 0 0 0 0,1 1 1 0 0,-1-1-1 0 0,1 0 0 0 0,-1 0 1 0 0,0 1-1 0 0,1-1 0 0 0,-1 0 1 0 0,0 0-1 0 0,0 1 0 0 0,0-1 1 0 0,-1 0-1 0 0,1 0 0 0 0,0 0 0 0 0,-1 1 1 0 0,1-1-1 0 0,-1 0 0 0 0,1 1 1 0 0,-1-1-1 0 0,-1-2 0 0 0,0 0 7 0 0,0 0 0 0 0,0 0 0 0 0,0 1 0 0 0,-1-1 0 0 0,1 1-1 0 0,-1-1 1 0 0,0 1 0 0 0,0 0 0 0 0,-6-5 0 0 0,-15-3-213 0 0,24 10 112 0 0,-1 1-1 0 0,1 0 0 0 0,0 0 1 0 0,-1 0-1 0 0,1-1 0 0 0,-1 1 1 0 0,1 0-1 0 0,-1 0 0 0 0,1 0 1 0 0,0 0-1 0 0,-1 0 1 0 0,1 0-1 0 0,-1 0 0 0 0,1 0 1 0 0,-1 0-1 0 0,1 0 0 0 0,-1 0 1 0 0,1 0-1 0 0,0 0 0 0 0,-1 1 1 0 0,1-1-1 0 0,-1 0 0 0 0,1 0 1 0 0,0 0-1 0 0,-1 1 0 0 0,1-1 1 0 0,-1 0-1 0 0,1 0 0 0 0,0 1 1 0 0,-1-1-1 0 0,1 0 0 0 0,0 1 1 0 0,0-1-1 0 0,-1 0 0 0 0,1 1 1 0 0,0-1-1 0 0,0 0 0 0 0,-1 1 1 0 0,1-1-1 0 0,0 1 0 0 0,0-1 1 0 0,0 1-1 0 0,0-1 0 0 0,0 0 1 0 0,0 1-1 0 0,0-1 0 0 0,0 1 1 0 0,0 0-1 0 0,15 14-5841 0 0,-5-10 2529 0 0</inkml:trace>
</inkml:ink>
</file>

<file path=ppt/ink/ink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7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53 8 0 0,'8'-38'9276'0'0,"-13"45"-7044"0"0,-13 31-854 0 0,8-14-1293 0 0,1-1 0 0 0,-6 26 1 0 0,12-33 8 0 0,1 0 0 0 0,1 0 0 0 0,0 0 0 0 0,0 0 1 0 0,4 28-1 0 0,-2-37-77 0 0,1-1 0 0 0,-1 1 0 0 0,1 0-1 0 0,0-1 1 0 0,0 0 0 0 0,1 1 0 0 0,0-1 0 0 0,0 0 0 0 0,0 0 0 0 0,1-1 0 0 0,0 1 0 0 0,0-1 0 0 0,1 0 0 0 0,-1 0 0 0 0,1 0 0 0 0,8 6 0 0 0,-9-9-10 0 0,-1-1 1 0 0,1 1-1 0 0,0-1 1 0 0,-1 0-1 0 0,1 0 1 0 0,0 0-1 0 0,0 0 1 0 0,0-1-1 0 0,0 0 1 0 0,0 1-1 0 0,0-1 1 0 0,0-1-1 0 0,0 1 1 0 0,0-1-1 0 0,-1 1 1 0 0,1-1-1 0 0,0 0 1 0 0,0-1-1 0 0,0 1 1 0 0,-1-1-1 0 0,1 1 1 0 0,-1-1-1 0 0,1 0 1 0 0,4-4-1 0 0,1 1 3 0 0,0-2-1 0 0,-1 1 0 0 0,1-1 1 0 0,-1 0-1 0 0,0-1 1 0 0,-1 1-1 0 0,13-19 0 0 0,-5 0 5 0 0,-2 0-1 0 0,-1-2 0 0 0,-1 1 1 0 0,-2-2-1 0 0,0 1 0 0 0,-2-1 1 0 0,5-40-1 0 0,-12 66 83 0 0,0 0 0 0 0,0-1 0 0 0,0 1 0 0 0,0 0-1 0 0,0-1 1 0 0,-1 1 0 0 0,0 0 0 0 0,1-1 0 0 0,-1 1 0 0 0,-3-5 0 0 0,-5 19-23 0 0,0 0 0 0 0,0 1 1 0 0,1-1-1 0 0,1 2 0 0 0,0-1 1 0 0,1 1-1 0 0,0 0 0 0 0,1 1 1 0 0,0-1-1 0 0,1 1 0 0 0,-3 19 1 0 0,2-9 12 0 0,2 1 1 0 0,0 0-1 0 0,1 0 1 0 0,2 0-1 0 0,5 50 1 0 0,-4-69-97 0 0,-1-1 0 0 0,1 0 1 0 0,0 0-1 0 0,1 1 0 0 0,-1-1 1 0 0,1 0-1 0 0,0 0 0 0 0,0-1 1 0 0,1 1-1 0 0,-1 0 0 0 0,1-1 1 0 0,0 1-1 0 0,0-1 0 0 0,1 0 1 0 0,-1 0-1 0 0,6 4 1 0 0,-8-7-123 0 0,7-1-1117 0 0,10-1-1906 0 0,-5-6-3554 0 0</inkml:trace>
</inkml:ink>
</file>

<file path=ppt/ink/ink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8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190 100 292 0 0,'1'-7'938'0'0,"0"3"-170"0"0,1-1-1 0 0,-2 0 0 0 0,1 0 0 0 0,0-1 0 0 0,-1 1 1 0 0,0 0-1 0 0,0 0 0 0 0,-1 0 0 0 0,1 0 0 0 0,-3-6 1 0 0,3 9-400 0 0,-29-21 2150 0 0,25 22-2418 0 0,0-1-1 0 0,1 1 1 0 0,-1 1 0 0 0,0-1 0 0 0,0 0 0 0 0,0 1-1 0 0,0 0 1 0 0,0 0 0 0 0,0 0 0 0 0,0 1 0 0 0,0-1-1 0 0,0 1 1 0 0,1 0 0 0 0,-1 0 0 0 0,0 0 0 0 0,0 0-1 0 0,1 1 1 0 0,-1-1 0 0 0,1 1 0 0 0,-1 0-1 0 0,1 0 1 0 0,0 1 0 0 0,0-1 0 0 0,0 1 0 0 0,-5 4-1 0 0,2-1-34 0 0,0 0-1 0 0,0 1 0 0 0,0-1 1 0 0,1 1-1 0 0,0 1 0 0 0,1-1 0 0 0,0 1 1 0 0,0-1-1 0 0,0 1 0 0 0,-4 14 0 0 0,7-20-55 0 0,1 0 0 0 0,-1 0 0 0 0,0 1-1 0 0,1-1 1 0 0,0 0 0 0 0,-1 1-1 0 0,1-1 1 0 0,0 0 0 0 0,0 1 0 0 0,0-1-1 0 0,0 0 1 0 0,1 0 0 0 0,-1 1-1 0 0,1-1 1 0 0,-1 0 0 0 0,1 1-1 0 0,0-1 1 0 0,0 0 0 0 0,0 0 0 0 0,0 0-1 0 0,2 3 1 0 0,-1-3-6 0 0,0-1-1 0 0,-1 0 1 0 0,1 0 0 0 0,0 0-1 0 0,0-1 1 0 0,0 1 0 0 0,0 0-1 0 0,0-1 1 0 0,0 1 0 0 0,0-1-1 0 0,0 0 1 0 0,0 1 0 0 0,0-1-1 0 0,0 0 1 0 0,0 0 0 0 0,0-1-1 0 0,1 1 1 0 0,-1 0 0 0 0,2-1-1 0 0,8-3 10 0 0,1 1-1 0 0,-1-2 0 0 0,0 0 0 0 0,0 0 0 0 0,-1-1 0 0 0,17-11 0 0 0,-28 17-11 0 0,0-1-1 0 0,1 1 1 0 0,-1 0 0 0 0,0-1-1 0 0,1 1 1 0 0,-1-1 0 0 0,1 1-1 0 0,-1 0 1 0 0,1 0 0 0 0,-1-1-1 0 0,1 1 1 0 0,-1 0 0 0 0,1 0-1 0 0,-1-1 1 0 0,1 1 0 0 0,-1 0-1 0 0,1 0 1 0 0,-1 0-1 0 0,1 0 1 0 0,0 0 0 0 0,-1 0-1 0 0,1 0 1 0 0,-1 0 0 0 0,1 0-1 0 0,-1 0 1 0 0,1 0 0 0 0,-1 0-1 0 0,1 0 1 0 0,0 1 0 0 0,0-1-1 0 0,2 22-78 0 0,-3-20 84 0 0,0 0-2 0 0,0-1-1 0 0,0 1 0 0 0,0 0 1 0 0,0-1-1 0 0,0 1 0 0 0,0-1 0 0 0,1 1 1 0 0,-1-1-1 0 0,0 1 0 0 0,1-1 0 0 0,-1 1 1 0 0,1-1-1 0 0,0 1 0 0 0,-1-1 0 0 0,1 1 1 0 0,0-1-1 0 0,0 0 0 0 0,0 0 1 0 0,0 1-1 0 0,0-1 0 0 0,0 0 0 0 0,0 0 1 0 0,0 0-1 0 0,2 1 0 0 0,-1-2-5 0 0,34-8 31 0 0,16-16-53 0 0,-34 14 19 0 0,0 2 0 0 0,36-12-1 0 0,-51 20-26 0 0,-1-1 1 0 0,1 1-1 0 0,0 0 0 0 0,-1 1 0 0 0,1-1 0 0 0,0 0 0 0 0,-1 1 0 0 0,1 0 0 0 0,0 0 0 0 0,-1-1 0 0 0,1 1 0 0 0,-1 1 0 0 0,0-1 0 0 0,1 0 0 0 0,-1 1 0 0 0,0-1 0 0 0,0 1 0 0 0,1-1 0 0 0,-1 1 0 0 0,-1 0 0 0 0,1 0 0 0 0,0 0 0 0 0,0 0 0 0 0,-1 0 0 0 0,1 1 0 0 0,-1-1 0 0 0,2 3 0 0 0,-1-1-644 0 0,1-1 0 0 0,0 1 1 0 0,0-1-1 0 0,0 1 0 0 0,0-1 1 0 0,0 0-1 0 0,1-1 0 0 0,6 6 0 0 0,-3-5-2775 0 0</inkml:trace>
</inkml:ink>
</file>

<file path=ppt/ink/ink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48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28 329 536 0 0,'-2'-6'8161'0'0,"2"6"-8161"0"0,-1 1 70 0 0,-1-1 0 0 0,1 1 1 0 0,0-1-1 0 0,-1 1 0 0 0,1 0 1 0 0,0 0-1 0 0,-1 0 0 0 0,1-1 1 0 0,0 1-1 0 0,0 0 0 0 0,0 0 0 0 0,0 1 1 0 0,0-1-1 0 0,0 0 0 0 0,0 0 1 0 0,0 0-1 0 0,0 1 0 0 0,1-1 1 0 0,-1 0-1 0 0,0 1 0 0 0,1-1 0 0 0,-1 1 1 0 0,1-1-1 0 0,0 0 0 0 0,-1 1 1 0 0,1-1-1 0 0,0 1 0 0 0,0-1 1 0 0,0 1-1 0 0,0-1 0 0 0,0 1 0 0 0,0-1 1 0 0,0 1-1 0 0,1-1 0 0 0,0 3 1 0 0,0-1 247 0 0,4-4-273 0 0,1 0 1 0 0,-1 0-1 0 0,0 0 1 0 0,1 0 0 0 0,-1-1-1 0 0,0 0 1 0 0,0 0-1 0 0,0-1 1 0 0,0 1-1 0 0,-1-1 1 0 0,1 0 0 0 0,-1-1-1 0 0,0 1 1 0 0,8-8-1 0 0,6-7 60 0 0,28-38-1 0 0,-38 44-70 0 0,9-10 38 0 0,-2-1 0 0 0,-1-1 0 0 0,-1 0 0 0 0,-1-1 0 0 0,16-48 0 0 0,-8 21 1654 0 0,-20 51-1063 0 0,-2 6-471 0 0,-6 10-17 0 0,2 1-1 0 0,0 0 0 0 0,1 0 0 0 0,0 1 0 0 0,2 0 0 0 0,0 0 0 0 0,0 0 1 0 0,1 33-1 0 0,7 50-1792 0 0,9-7-6978 0 0,-10-75 4749 0 0</inkml:trace>
</inkml:ink>
</file>

<file path=ppt/ink/ink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0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35 484 0 0,'-2'-3'184'0'0,"0"0"0"0"0,0 1 0 0 0,-1-1 0 0 0,1 1 0 0 0,0 0 0 0 0,-1 0 0 0 0,0 0 1 0 0,1 0-1 0 0,-1 0 0 0 0,0 0 0 0 0,0 1 0 0 0,0-1 0 0 0,0 1 0 0 0,0 0 0 0 0,0 0 0 0 0,0 0 0 0 0,0 0 0 0 0,-1 1 0 0 0,1-1 0 0 0,0 1 0 0 0,-1 0 0 0 0,1 0 1 0 0,0 0-1 0 0,0 0 0 0 0,-1 1 0 0 0,1-1 0 0 0,0 1 0 0 0,0 0 0 0 0,-1 0 0 0 0,1 0 0 0 0,0 0 0 0 0,0 0 0 0 0,0 1 0 0 0,0 0 0 0 0,1-1 0 0 0,-1 1 0 0 0,0 0 0 0 0,-3 4 1 0 0,0-2-81 0 0,-1 2 0 0 0,1-1 1 0 0,0 1-1 0 0,1 0 1 0 0,0 0-1 0 0,-1 0 1 0 0,2 1-1 0 0,-1 0 1 0 0,1 0-1 0 0,0 0 1 0 0,1 1-1 0 0,-1-1 1 0 0,1 1-1 0 0,-3 14 1 0 0,5-14-42 0 0,1 0 0 0 0,0 1 0 0 0,1-1 0 0 0,0 0 0 0 0,0 0 0 0 0,1 0 0 0 0,-1 0 0 0 0,2-1 0 0 0,-1 1 0 0 0,5 9 0 0 0,8 12 139 0 0,22 36-1 0 0,6 12 56 0 0,-35-62-213 0 0,-1 1-1 0 0,-1 0 1 0 0,-1 1 0 0 0,0-1-1 0 0,-2 1 1 0 0,1 0 0 0 0,0 19-1 0 0,-4-30-29 0 0,0 0 0 0 0,0-1-1 0 0,-1 1 1 0 0,1 0 0 0 0,-1-1-1 0 0,-1 1 1 0 0,1 0-1 0 0,-1-1 1 0 0,0 0 0 0 0,0 1-1 0 0,0-1 1 0 0,-1 0 0 0 0,0 0-1 0 0,0 0 1 0 0,0 0 0 0 0,-1-1-1 0 0,1 1 1 0 0,-1-1 0 0 0,0 0-1 0 0,0 0 1 0 0,-1 0-1 0 0,1-1 1 0 0,-1 0 0 0 0,0 1-1 0 0,-7 2 1 0 0,-2 1 61 0 0,-1-1-1 0 0,0 0 1 0 0,-1-1-1 0 0,-17 3 1 0 0,26-7-233 0 0,0 1 0 0 0,0-1 0 0 0,0 0 0 0 0,-1-1 0 0 0,1 0 0 0 0,0 0 0 0 0,0 0 0 0 0,0-1 0 0 0,-1 0 0 0 0,1-1 0 0 0,-10-3 0 0 0,10-7-4658 0 0</inkml:trace>
</inkml:ink>
</file>

<file path=ppt/ink/ink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1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65 416 0 0,'4'-2'325'0'0,"1"-1"1"0"0,-1 1-1 0 0,1 0 0 0 0,0 1 1 0 0,0-1-1 0 0,0 1 0 0 0,0 0 1 0 0,0 0-1 0 0,0 1 0 0 0,0-1 1 0 0,0 1-1 0 0,0 0 0 0 0,0 0 1 0 0,0 1-1 0 0,0 0 0 0 0,0 0 1 0 0,0 0-1 0 0,0 0 0 0 0,-1 1 1 0 0,1 0-1 0 0,6 3 0 0 0,-9-5-26 0 0,16-3 2537 0 0,-16 1-2774 0 0,12-50-5487 0 0,-14 49 4145 0 0,1 1-1009 0 0</inkml:trace>
</inkml:ink>
</file>

<file path=ppt/ink/ink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1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1 131 600 0 0,'0'0'671'0'0,"16"0"2050"0"0,-12 0-2521 0 0,-1-1 0 0 0,1 0 0 0 0,-1-1 0 0 0,0 1 0 0 0,0-1 1 0 0,1 1-1 0 0,-1-1 0 0 0,0 0 0 0 0,0 0 0 0 0,-1 0 0 0 0,1 0 1 0 0,0-1-1 0 0,-1 1 0 0 0,1-1 0 0 0,-1 0 0 0 0,0 0 0 0 0,0 1 0 0 0,0-1 1 0 0,2-6-1 0 0,1-6 1428 0 0,-9 18-38 0 0,3-2-1555 0 0,0 0 0 0 0,1 0 0 0 0,-1 0 0 0 0,0 0 0 0 0,1 0 0 0 0,-1 1-1 0 0,1-1 1 0 0,0 0 0 0 0,-1 0 0 0 0,1 0 0 0 0,0 1 0 0 0,0-1-1 0 0,0 0 1 0 0,0 0 0 0 0,0 0 0 0 0,0 1 0 0 0,0-1 0 0 0,0 0 0 0 0,1 2-1 0 0,2 2-11 0 0,0-1-1 0 0,0 0 0 0 0,0 0 0 0 0,1 0 0 0 0,-1 0 0 0 0,1-1 1 0 0,0 1-1 0 0,0-1 0 0 0,0 0 0 0 0,1-1 0 0 0,-1 1 1 0 0,1-1-1 0 0,-1 1 0 0 0,10 2 0 0 0,-4-3-2 0 0,0 1-1 0 0,1-1 1 0 0,-1-1 0 0 0,1 0-1 0 0,-1 0 1 0 0,20-2-1 0 0,-1-2-6 0 0,0-2 0 0 0,0-1 0 0 0,-1-1 0 0 0,41-16 0 0 0,-59 20-1 0 0,0-1-1 0 0,0 0 0 0 0,-1 0 1 0 0,1-1-1 0 0,-1-1 1 0 0,0 0-1 0 0,0 0 1 0 0,-1 0-1 0 0,0-1 1 0 0,0-1-1 0 0,11-13 0 0 0,-18 21 0 0 0,-1-1-1 0 0,1 0 0 0 0,-1 0 1 0 0,1 0-1 0 0,-1 0 0 0 0,0 0 1 0 0,1 1-1 0 0,-1-1 0 0 0,0 0 1 0 0,0 0-1 0 0,0 0 0 0 0,1 0 0 0 0,-1 0 1 0 0,0 0-1 0 0,0 0 0 0 0,0 0 1 0 0,-1 0-1 0 0,1 0 0 0 0,0 0 1 0 0,0 0-1 0 0,0 0 0 0 0,-1 0 1 0 0,1 1-1 0 0,0-1 0 0 0,-1 0 0 0 0,1 0 1 0 0,-1 0-1 0 0,1 0 0 0 0,-1 1 1 0 0,0-1-1 0 0,1 0 0 0 0,-1 0 1 0 0,0 1-1 0 0,1-1 0 0 0,-1 1 1 0 0,0-1-1 0 0,0 0 0 0 0,1 1 0 0 0,-1 0 1 0 0,0-1-1 0 0,0 1 0 0 0,0-1 1 0 0,0 1-1 0 0,0 0 0 0 0,0 0 1 0 0,0-1-1 0 0,0 1 0 0 0,1 0 1 0 0,-3 0-1 0 0,1 0 145 0 0,-33 8 384 0 0,33-7-520 0 0,0-1-1 0 0,0 1 1 0 0,0 0 0 0 0,0 0 0 0 0,1 0-1 0 0,-1 1 1 0 0,0-1 0 0 0,1 0 0 0 0,-1 1-1 0 0,1-1 1 0 0,-1 1 0 0 0,1-1 0 0 0,0 1-1 0 0,0 0 1 0 0,-1-1 0 0 0,1 1-1 0 0,0 0 1 0 0,1 0 0 0 0,-1 0 0 0 0,0 0-1 0 0,1 0 1 0 0,-1 0 0 0 0,1 0 0 0 0,-1 0-1 0 0,1 0 1 0 0,0 0 0 0 0,0 0 0 0 0,0 0-1 0 0,0 0 1 0 0,0 0 0 0 0,0 0 0 0 0,1 0-1 0 0,-1 0 1 0 0,1 0 0 0 0,-1 0-1 0 0,1 0 1 0 0,0 0 0 0 0,0 0 0 0 0,0 0-1 0 0,0 0 1 0 0,0-1 0 0 0,0 1 0 0 0,0 0-1 0 0,1-1 1 0 0,-1 1 0 0 0,1-1 0 0 0,-1 1-1 0 0,1-1 1 0 0,-1 0 0 0 0,1 0 0 0 0,0 0-1 0 0,0 0 1 0 0,-1 0 0 0 0,1 0 0 0 0,0 0-1 0 0,0 0 1 0 0,4 0 0 0 0,9 4-464 0 0,0-1 0 0 0,28 3 1 0 0,15-9-7614 0 0,-38 0 4971 0 0</inkml:trace>
</inkml:ink>
</file>

<file path=ppt/ink/ink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2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1 480 0 0,'0'0'5725'0'0,"3"3"-5189"0"0,16 26 847 0 0,-18-26-1208 0 0,0 0 0 0 0,1 0 0 0 0,-1 0-1 0 0,1 0 1 0 0,0 0 0 0 0,0-1-1 0 0,0 1 1 0 0,0-1 0 0 0,1 1 0 0 0,-1-1-1 0 0,0 0 1 0 0,1 1 0 0 0,0-1-1 0 0,-1-1 1 0 0,1 1 0 0 0,0 0 0 0 0,0-1-1 0 0,0 1 1 0 0,0-1 0 0 0,0 0-1 0 0,1 0 1 0 0,-1 0 0 0 0,0-1 0 0 0,0 1-1 0 0,1-1 1 0 0,-1 1 0 0 0,0-1-1 0 0,5-1 1 0 0,119-16 2083 0 0,-125 17-2836 0 0,1 1 311 0 0,-1-1 0 0 0,0 1-1 0 0,0-1 1 0 0,0 0 0 0 0,0 0 0 0 0,0 0-1 0 0,1 0 1 0 0,-1 0 0 0 0,0 0-1 0 0,0 0 1 0 0,0-1 0 0 0,4 0-1 0 0,-3 0-988 0 0</inkml:trace>
</inkml:ink>
</file>

<file path=ppt/ink/ink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4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212 614 688 0 0,'-10'-1'900'0'0,"-1"-1"0"0"0,0 0-1 0 0,1 0 1 0 0,-1-1 0 0 0,1 0 0 0 0,0-1 0 0 0,0 0-1 0 0,0-1 1 0 0,-10-7 0 0 0,13 7-706 0 0,-1-1 0 0 0,2 0-1 0 0,-1 0 1 0 0,0 0 0 0 0,1-1 0 0 0,1 0 0 0 0,-1-1-1 0 0,1 1 1 0 0,0-1 0 0 0,1 0 0 0 0,-1 0 0 0 0,2-1-1 0 0,-1 1 1 0 0,1-1 0 0 0,1 0 0 0 0,-4-17 0 0 0,2 1-80 0 0,1 0 0 0 0,1 0 1 0 0,1 0-1 0 0,2 0 1 0 0,0 0-1 0 0,2 0 1 0 0,5-25-1 0 0,0 7-6 0 0,-6 28-73 0 0,0 0 1 0 0,1 1-1 0 0,0 0 1 0 0,1 0-1 0 0,1 0 0 0 0,0 0 1 0 0,1 0-1 0 0,13-20 1 0 0,-19 33-36 0 0,1 0 1 0 0,-1 0-1 0 0,1 0 0 0 0,-1 0 1 0 0,1 0-1 0 0,0 0 1 0 0,0 0-1 0 0,-1 0 1 0 0,1 0-1 0 0,0 1 1 0 0,0-1-1 0 0,0 0 1 0 0,0 1-1 0 0,0-1 0 0 0,0 0 1 0 0,0 1-1 0 0,0-1 1 0 0,0 1-1 0 0,0 0 1 0 0,0-1-1 0 0,0 1 1 0 0,0 0-1 0 0,0-1 1 0 0,1 1-1 0 0,-1 0 1 0 0,0 0-1 0 0,0 0 0 0 0,0 0 1 0 0,0 0-1 0 0,1 0 1 0 0,-1 1-1 0 0,0-1 1 0 0,0 0-1 0 0,0 1 1 0 0,0-1-1 0 0,0 0 1 0 0,0 1-1 0 0,0-1 0 0 0,0 1 1 0 0,0 0-1 0 0,0-1 1 0 0,0 1-1 0 0,0 0 1 0 0,1 1-1 0 0,1 1 1 0 0,-1 0-1 0 0,0-1 0 0 0,0 1 1 0 0,-1 0-1 0 0,1 0 1 0 0,0 1-1 0 0,-1-1 0 0 0,0 0 1 0 0,0 0-1 0 0,0 1 1 0 0,0-1-1 0 0,0 1 1 0 0,-1-1-1 0 0,1 5 0 0 0,-4 26 7 0 0,0 1 0 0 0,-3-1 0 0 0,-17 64 0 0 0,-7 35 33 0 0,30-131-45 0 0,-1 0 1 0 0,1 0-1 0 0,0 1 0 0 0,0-1 1 0 0,1 0-1 0 0,-1 0 1 0 0,0 1-1 0 0,1-1 1 0 0,-1 0-1 0 0,1 0 1 0 0,0 1-1 0 0,0-1 1 0 0,0 0-1 0 0,0 0 1 0 0,0 0-1 0 0,0 0 0 0 0,0 0 1 0 0,1-1-1 0 0,-1 1 1 0 0,1 0-1 0 0,-1-1 1 0 0,1 1-1 0 0,0-1 1 0 0,0 1-1 0 0,-1-1 1 0 0,1 0-1 0 0,0 1 1 0 0,0-1-1 0 0,0 0 0 0 0,1 0 1 0 0,-1-1-1 0 0,0 1 1 0 0,0 0-1 0 0,0-1 1 0 0,1 1-1 0 0,2-1 1 0 0,87 8-2476 0 0,-29-13-3945 0 0,-38 0 3421 0 0</inkml:trace>
</inkml:ink>
</file>

<file path=ppt/ink/ink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5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161 238 588 0 0,'-5'0'1031'0'0,"-4"1"-615"0"0,1-1 0 0 0,0 2 1 0 0,-1-1-1 0 0,1 1 0 0 0,0 0 1 0 0,0 1-1 0 0,0 0 0 0 0,1 0 1 0 0,-1 1-1 0 0,1 0 0 0 0,-1 0 1 0 0,1 0-1 0 0,-8 8 0 0 0,12-10-331 0 0,0 0-1 0 0,0 0 0 0 0,1 1 0 0 0,-1-1 1 0 0,1 1-1 0 0,-1-1 0 0 0,1 1 0 0 0,0 0 1 0 0,0-1-1 0 0,1 1 0 0 0,-1 0 0 0 0,0 0 1 0 0,1 1-1 0 0,0-1 0 0 0,0 0 0 0 0,0 0 1 0 0,0 1-1 0 0,0-1 0 0 0,0 0 1 0 0,1 1-1 0 0,0-1 0 0 0,0 1 0 0 0,0-1 1 0 0,0 1-1 0 0,0-1 0 0 0,1 0 0 0 0,-1 1 1 0 0,1-1-1 0 0,0 0 0 0 0,0 1 0 0 0,1-1 1 0 0,-1 0-1 0 0,0 0 0 0 0,1 0 0 0 0,0 0 1 0 0,2 3-1 0 0,-3-3-56 0 0,1-1 1 0 0,-1 0-1 0 0,1 0 0 0 0,0 0 0 0 0,0 0 1 0 0,-1-1-1 0 0,1 1 0 0 0,0 0 0 0 0,0-1 1 0 0,1 0-1 0 0,-1 1 0 0 0,0-1 0 0 0,0 0 1 0 0,1 0-1 0 0,-1 0 0 0 0,1 0 1 0 0,-1 0-1 0 0,1-1 0 0 0,-1 1 0 0 0,1-1 1 0 0,-1 0-1 0 0,1 1 0 0 0,-1-1 0 0 0,1 0 1 0 0,-1-1-1 0 0,1 1 0 0 0,0 0 0 0 0,-1-1 1 0 0,1 1-1 0 0,-1-1 0 0 0,0 0 1 0 0,1 0-1 0 0,-1 0 0 0 0,0 0 0 0 0,1 0 1 0 0,-1-1-1 0 0,0 1 0 0 0,0-1 0 0 0,2-1 1 0 0,3-2-1 0 0,-1-1-1 0 0,0 0 1 0 0,0 0 0 0 0,-1 0 0 0 0,0-1 0 0 0,0 1 0 0 0,0-1 0 0 0,-1-1 0 0 0,0 1 0 0 0,0-1 0 0 0,2-7-1 0 0,9-29 3 0 0,-6 12 75 0 0,2 1 1 0 0,1 0 0 0 0,27-49-1 0 0,-34 72-86 0 0,0 0 0 0 0,0 0 0 0 0,1 1 0 0 0,0 0 0 0 0,1 0 0 0 0,0 0 0 0 0,0 1 0 0 0,0 0 0 0 0,1 1 0 0 0,-1-1 0 0 0,1 2 0 0 0,0-1-1 0 0,1 1 1 0 0,-1 0 0 0 0,1 1 0 0 0,0-1 0 0 0,17-2 0 0 0,-23 5-12 0 0,0 1 0 0 0,1-1 0 0 0,-1 1 0 0 0,1 0 0 0 0,-1 0 0 0 0,1 0 0 0 0,-1 1-1 0 0,0-1 1 0 0,1 1 0 0 0,-1 0 0 0 0,0 0 0 0 0,1 0 0 0 0,-1 0 0 0 0,0 1 0 0 0,0-1 0 0 0,0 1 0 0 0,3 2 0 0 0,-1 0 21 0 0,-1 0 1 0 0,1 0-1 0 0,-1 0 1 0 0,0 1-1 0 0,0 0 1 0 0,-1 0-1 0 0,1 0 1 0 0,5 11-1 0 0,0 6 89 0 0,0 1 1 0 0,-2 0-1 0 0,9 43 0 0 0,-14-56-101 0 0,2 8-41 0 0,0 1 0 0 0,-2-1-1 0 0,0 1 1 0 0,-1 0 0 0 0,-2 20-1 0 0,-12-16-2591 0 0,6-13-3380 0 0</inkml:trace>
</inkml:ink>
</file>

<file path=ppt/ink/ink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5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0 343 456 0 0,'0'0'652'0'0,"35"-5"1662"0"0,3-3-1806 0 0,-1-1-1 0 0,-1-2 0 0 0,0-2 0 0 0,0-1 1 0 0,-1-1-1 0 0,-1-3 0 0 0,59-39 1 0 0,-84 51-382 0 0,-1-2 1 0 0,0 1-1 0 0,0-1 1 0 0,-1 0-1 0 0,0 0 1 0 0,0-1-1 0 0,-1 0 1 0 0,0-1-1 0 0,0 1 1 0 0,-1-1-1 0 0,-1 0 1 0 0,0 0-1 0 0,0 0 1 0 0,3-17-1 0 0,-6 26-58 0 0,-1-1 0 0 0,0 0 0 0 0,0 0 0 0 0,0 0 1 0 0,0 0-1 0 0,0 0 0 0 0,0 0 0 0 0,0 1 0 0 0,0-1 0 0 0,-1 0 0 0 0,1 0 0 0 0,-1 0 0 0 0,1 0 0 0 0,-1 1 0 0 0,0-1 0 0 0,0 0 0 0 0,-2-2 0 0 0,2 3-21 0 0,1 0-1 0 0,-1 0 1 0 0,0 1-1 0 0,-1-1 1 0 0,1 0-1 0 0,0 1 1 0 0,0-1-1 0 0,0 1 1 0 0,0-1-1 0 0,0 1 1 0 0,0 0-1 0 0,-1-1 1 0 0,1 1-1 0 0,0 0 1 0 0,0 0-1 0 0,-1 0 1 0 0,1 0-1 0 0,0 0 1 0 0,0 0-1 0 0,-2 1 1 0 0,-1 0 34 0 0,-1 0 1 0 0,1 0 0 0 0,0 1 0 0 0,0-1 0 0 0,0 1 0 0 0,0 0 0 0 0,0 0 0 0 0,1 1-1 0 0,-1-1 1 0 0,0 1 0 0 0,1 0 0 0 0,0 0 0 0 0,-4 4 0 0 0,-1 2 25 0 0,0 1-1 0 0,0 1 1 0 0,1-1 0 0 0,0 1 0 0 0,1 1-1 0 0,0-1 1 0 0,1 1 0 0 0,0 0-1 0 0,1 0 1 0 0,-4 19 0 0 0,5-11 14 0 0,-2 9 82 0 0,-2 49 0 0 0,6-71-176 0 0,1 1-1 0 0,1-1 0 0 0,0 1 1 0 0,0-1-1 0 0,0 0 1 0 0,1 0-1 0 0,0 1 0 0 0,0-1 1 0 0,1 0-1 0 0,0 0 1 0 0,7 12-1 0 0,-9-19-21 0 0,0 1 1 0 0,-1 0-1 0 0,1-1 1 0 0,0 1-1 0 0,0-1 1 0 0,0 1-1 0 0,0-1 1 0 0,0 0-1 0 0,0 1 0 0 0,0-1 1 0 0,0 0-1 0 0,0 0 1 0 0,0 1-1 0 0,0-1 1 0 0,0 0-1 0 0,0 0 1 0 0,0 0-1 0 0,0 0 0 0 0,0-1 1 0 0,1 1-1 0 0,-1 0 1 0 0,0 0-1 0 0,0-1 1 0 0,0 1-1 0 0,1-1 1 0 0,35-14 2 0 0,-19 7 8 0 0,9-6-4 0 0,-22 11-12 0 0,0 0 0 0 0,0 1 0 0 0,0-1-1 0 0,1 1 1 0 0,-1 0 0 0 0,1 0 0 0 0,0 1-1 0 0,11-3 1 0 0,-15 4-4 0 0,5 3 0 0 0,-1 0 1 0 0,1 1-1 0 0,0-1 0 0 0,10 9 0 0 0,-13-9 9 0 0,1 0-1 0 0,-1 0 1 0 0,1-1-1 0 0,0 1 0 0 0,0-1 1 0 0,0 0-1 0 0,0-1 0 0 0,0 1 1 0 0,0-1-1 0 0,0 0 1 0 0,1 0-1 0 0,-1-1 0 0 0,0 0 1 0 0,1 0-1 0 0,-1 0 1 0 0,0 0-1 0 0,1-1 0 0 0,-1 0 1 0 0,0 0-1 0 0,0 0 1 0 0,0-1-1 0 0,0 0 0 0 0,0 0 1 0 0,0 0-1 0 0,0 0 0 0 0,0-1 1 0 0,-1 0-1 0 0,0 0 1 0 0,1 0-1 0 0,4-5 0 0 0,6-8 80 0 0,-17 16-91 0 0,0 2 1 0 0,0 0 0 0 0,0 0-1 0 0,0 1 1 0 0,1-1 0 0 0,-1 0 0 0 0,0 1 0 0 0,1-1-1 0 0,0 1 1 0 0,-2 3 0 0 0,3-4-8 0 0,0-1 13 0 0,0 0 0 0 0,0 0-1 0 0,0 0 1 0 0,1 0 0 0 0,-1 0-1 0 0,1 0 1 0 0,-1 0 0 0 0,1 0 0 0 0,-1 0-1 0 0,1 0 1 0 0,-1 0 0 0 0,1 0 0 0 0,0 0-1 0 0,-1-1 1 0 0,1 1 0 0 0,0 0 0 0 0,0 0-1 0 0,0-1 1 0 0,1 2 0 0 0,3-1 2 0 0,0 1 0 0 0,0-1 0 0 0,1 0 0 0 0,-1-1 1 0 0,0 1-1 0 0,0-1 0 0 0,1 0 0 0 0,-1-1 0 0 0,0 1 0 0 0,1-1 1 0 0,-1 0-1 0 0,7-2 0 0 0,60-6 46 0 0,-53 8-154 0 0,-14 1 34 0 0,0-1 0 0 0,-1 1 1 0 0,1 0-1 0 0,0 0 0 0 0,0 0 1 0 0,-1 1-1 0 0,1 0 0 0 0,0 0 1 0 0,-1 0-1 0 0,1 0 0 0 0,-1 1 1 0 0,1-1-1 0 0,-1 1 1 0 0,0 0-1 0 0,1 1 0 0 0,-1-1 1 0 0,6 6-1 0 0,-5 1-7253 0 0</inkml:trace>
</inkml:ink>
</file>

<file path=ppt/ink/ink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8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0 747 484 0 0,'0'0'3024'0'0,"3"-5"-2320"0"0,5-6-371 0 0,0 2-1 0 0,1-1 1 0 0,0 1 0 0 0,0 0 0 0 0,1 1 0 0 0,0 0 0 0 0,1 0 0 0 0,-1 1 0 0 0,16-7-1 0 0,22-17 311 0 0,3-6 96 0 0,-1-2 0 0 0,70-73 0 0 0,-99 89-576 0 0,-1 0-1 0 0,-2-1 1 0 0,0-1-1 0 0,-1-1 1 0 0,-2 0-1 0 0,0-1 1 0 0,15-42-1 0 0,-27 60-127 0 0,-1 0-1 0 0,0 0 1 0 0,0 0-1 0 0,-1 0 1 0 0,0 0-1 0 0,-1-1 0 0 0,0 1 1 0 0,0 0-1 0 0,-1 0 1 0 0,0 0-1 0 0,-1 0 0 0 0,0 0 1 0 0,0 0-1 0 0,-1 0 1 0 0,0 0-1 0 0,-1 1 1 0 0,1-1-1 0 0,-11-14 0 0 0,13 21-31 0 0,1 9 11 0 0,2 27-6 0 0,2 0 0 0 0,2-1 1 0 0,13 48-1 0 0,9 52 4 0 0,-25-117-6 0 0,-2 1 0 0 0,0 0 0 0 0,-1-1 0 0 0,0 1 0 0 0,-6 31 0 0 0,5-43 0 0 0,0-1-1 0 0,-1 0 1 0 0,1 1-1 0 0,-1-1 0 0 0,0 0 1 0 0,0 0-1 0 0,0 0 1 0 0,0 0-1 0 0,-1 0 1 0 0,0-1-1 0 0,0 1 0 0 0,0-1 1 0 0,0 1-1 0 0,0-1 1 0 0,-1 0-1 0 0,1-1 0 0 0,-1 1 1 0 0,0 0-1 0 0,0-1 1 0 0,0 0-1 0 0,0 0 0 0 0,0 0 1 0 0,0-1-1 0 0,-1 1 1 0 0,1-1-1 0 0,-1 0 0 0 0,1 0 1 0 0,-6 0-1 0 0,8-1 10 0 0,-13-5 76 0 0,14 5-109 0 0,1 0-1 0 0,0 0 1 0 0,-1 0-1 0 0,1 0 1 0 0,-1 0-1 0 0,1 0 1 0 0,0 0-1 0 0,-1-1 1 0 0,1 1-1 0 0,-1 0 1 0 0,1 0-1 0 0,0 0 1 0 0,-1-1-1 0 0,1 1 1 0 0,0 0-1 0 0,-1-1 1 0 0,1 1-1 0 0,0 0 1 0 0,0-1-1 0 0,-1 1 1 0 0,1 0-1 0 0,0-1 1 0 0,0 1-1 0 0,0 0 1 0 0,-1-1-1 0 0,1 1 1 0 0,0-1-1 0 0,0 1 1 0 0,0 0-1 0 0,0-1 1 0 0,0 1-1 0 0,0-1 1 0 0,0 1-1 0 0,0 0 1 0 0,0-1-1 0 0,0 1 1 0 0,0-1-1 0 0,0 1 1 0 0,0-1-1 0 0,0 1 1 0 0,0 0-1 0 0,1-1 1 0 0,13-10-1175 0 0,12 4-4939 0 0</inkml:trace>
</inkml:ink>
</file>

<file path=ppt/ink/ink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9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128 419 656 0 0,'0'0'2993'0'0,"-4"1"-2316"0"0,-2 0-445 0 0,1 0-1 0 0,0 1 0 0 0,0 0 1 0 0,0 0-1 0 0,0 0 1 0 0,0 0-1 0 0,0 1 0 0 0,0 0 1 0 0,1 0-1 0 0,0 0 0 0 0,-1 1 1 0 0,1 0-1 0 0,0-1 0 0 0,1 1 1 0 0,-1 1-1 0 0,-3 4 0 0 0,-30 28 1663 0 0,36-37-1842 0 0,1 0 0 0 0,-1 1-1 0 0,1-1 1 0 0,0 1 0 0 0,-1-1 0 0 0,1 0 0 0 0,0 1-1 0 0,-1-1 1 0 0,1 1 0 0 0,0-1 0 0 0,-1 1 0 0 0,1-1 0 0 0,0 1-1 0 0,0-1 1 0 0,0 1 0 0 0,0 0 0 0 0,-1-1 0 0 0,1 1 0 0 0,0-1-1 0 0,0 1 1 0 0,0-1 0 0 0,0 1 0 0 0,0 0 0 0 0,0-1-1 0 0,0 1 1 0 0,1-1 0 0 0,-1 1 0 0 0,0 0 0 0 0,12-8 3 0 0,5-3 26 0 0,-1 0 1 0 0,0-2 0 0 0,21-18-1 0 0,-37 29-74 0 0,9-1 7 0 0,-7 2-12 0 0,-1-1 0 0 0,0 1 0 0 0,1 0-1 0 0,-1-1 1 0 0,1 1 0 0 0,-1 0 0 0 0,1 0 0 0 0,-1 0 0 0 0,1 0-1 0 0,-1 0 1 0 0,1 0 0 0 0,-1 1 0 0 0,0-1 0 0 0,1 0 0 0 0,-1 1-1 0 0,1-1 1 0 0,-1 1 0 0 0,0 0 0 0 0,1-1 0 0 0,0 2-1 0 0,9 2 9 0 0,-1 0 0 0 0,1-1-1 0 0,0 0 1 0 0,0-1-1 0 0,0 0 1 0 0,0-1 0 0 0,11 0-1 0 0,-15-2-3 0 0,-1 1 0 0 0,0-1-1 0 0,0-1 1 0 0,0 1 0 0 0,0-1 0 0 0,0 0-1 0 0,0-1 1 0 0,-1 1 0 0 0,1-1 0 0 0,-1 0-1 0 0,0-1 1 0 0,1 1 0 0 0,-2-1-1 0 0,8-6 1 0 0,-3 1 1 0 0,0-1 0 0 0,0 0 1 0 0,-1-1-1 0 0,0 0 0 0 0,0 0 0 0 0,-2-1 0 0 0,1 1 1 0 0,-2-2-1 0 0,1 1 0 0 0,6-24 0 0 0,-6 10-5 0 0,-1-1 1 0 0,-1 1-1 0 0,-1-1 0 0 0,0-37 1 0 0,-2 48 1 0 0,-1 11 0 0 0,0 0 1 0 0,0 0-1 0 0,0 0 0 0 0,0 0 1 0 0,-1 1-1 0 0,0-1 1 0 0,-2-8-1 0 0,3 11 104 0 0,-4 7-57 0 0,-2 5-32 0 0,1 0 0 0 0,1 0 0 0 0,0 1 0 0 0,0 0 0 0 0,1 0 0 0 0,0 0 0 0 0,1 0 0 0 0,0 1 0 0 0,1-1 0 0 0,0 0 0 0 0,1 1 0 0 0,0-1 0 0 0,1 1 0 0 0,0-1 0 0 0,0 0 0 0 0,5 13 0 0 0,0 5-1 0 0,2 0 0 0 0,1 0 0 0 0,2-1 0 0 0,0 0 0 0 0,19 32 0 0 0,-27-54-13 0 0,1-1 0 0 0,-1 1-1 0 0,1-1 1 0 0,0 0 0 0 0,0 0-1 0 0,0 0 1 0 0,0-1 0 0 0,1 0-1 0 0,0 0 1 0 0,0 0 0 0 0,0 0 0 0 0,1-1-1 0 0,10 6 1 0 0,-12-8-1 0 0,1 0-1 0 0,-1 0 1 0 0,0 0-1 0 0,0-1 1 0 0,0 0-1 0 0,1 1 1 0 0,-1-2-1 0 0,0 1 1 0 0,0 0 0 0 0,0-1-1 0 0,1 0 1 0 0,-1 0-1 0 0,0 0 1 0 0,0 0-1 0 0,0-1 1 0 0,0 1-1 0 0,-1-1 1 0 0,1 0 0 0 0,0-1-1 0 0,-1 1 1 0 0,6-5-1 0 0,6-6 10 0 0,0 0-1 0 0,-1-1 1 0 0,-1-1-1 0 0,0 0 1 0 0,-1-1 0 0 0,-1 0-1 0 0,11-21 1 0 0,57-128-26 0 0,-78 160 12 0 0,8-16 113 0 0,-2 0 0 0 0,-1-1 0 0 0,0 0 0 0 0,-2 0 0 0 0,0 0 1 0 0,0-39-1 0 0,-4 59-2 0 0,0 2-98 0 0,0-1 0 0 0,0 1 0 0 0,0 0 0 0 0,0-1 0 0 0,0 1 0 0 0,0 0 0 0 0,0 0 1 0 0,0-1-1 0 0,0 1 0 0 0,0 0 0 0 0,0-1 0 0 0,0 1 0 0 0,0 0 0 0 0,0-1 0 0 0,0 1 1 0 0,0 0-1 0 0,0 0 0 0 0,-1-1 0 0 0,1 1 0 0 0,0 0 0 0 0,0-1 0 0 0,0 1 0 0 0,-1 0 1 0 0,1 0-1 0 0,0 0 0 0 0,0-1 0 0 0,-1 1 0 0 0,1 0 0 0 0,0 0 0 0 0,0 0 0 0 0,-1-1 0 0 0,1 1 1 0 0,0 0-1 0 0,-1 0 0 0 0,1 0 0 0 0,0 0 0 0 0,-1 0 0 0 0,1 0 0 0 0,0 0 0 0 0,0 0 1 0 0,-1 0-1 0 0,1 0 0 0 0,0 0 0 0 0,-1 0 0 0 0,1 0 0 0 0,0 0 0 0 0,-1 0 0 0 0,1 0 1 0 0,-1 0-1 0 0,-7 9 82 0 0,0 1-1 0 0,0 0 1 0 0,1 0 0 0 0,0 0 0 0 0,1 1 0 0 0,0 0 0 0 0,0 0 0 0 0,2 1 0 0 0,-1-1 0 0 0,1 1-1 0 0,1 0 1 0 0,0 0 0 0 0,1 1 0 0 0,0-1 0 0 0,1 0 0 0 0,0 24 0 0 0,3-6 52 0 0,0 1 0 0 0,2-1 1 0 0,2 0-1 0 0,0 0 1 0 0,21 56-1 0 0,-20-71-98 0 0,0 0 0 0 0,1 0 0 0 0,1-1 1 0 0,0 0-1 0 0,0-1 0 0 0,15 16 0 0 0,-8-22-1617 0 0</inkml:trace>
</inkml:ink>
</file>

<file path=ppt/ink/ink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4:59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48 396 0 0,'0'0'3982'0'0,"5"-4"-3139"0"0,1-1-525 0 0,0 1 0 0 0,1 0-1 0 0,-1 1 1 0 0,1 0 0 0 0,0 0 0 0 0,0 0-1 0 0,0 1 1 0 0,1 0 0 0 0,-1 0 0 0 0,0 1-1 0 0,1 0 1 0 0,-1 0 0 0 0,12 1-1 0 0,47-9-5593 0 0</inkml:trace>
</inkml:ink>
</file>

<file path=ppt/ink/ink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01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99 348 0 0,'0'0'5161'0'0,"3"2"-4759"0"0,-1-1-321 0 0,0-1 0 0 0,-1 1 0 0 0,1 0 0 0 0,0-1 0 0 0,0 1 0 0 0,0-1 1 0 0,0 0-1 0 0,0 0 0 0 0,0 0 0 0 0,0 0 0 0 0,0 0 0 0 0,0 0 0 0 0,0 0 0 0 0,0-1 1 0 0,0 1-1 0 0,0-1 0 0 0,0 1 0 0 0,0-1 0 0 0,0 0 0 0 0,0 0 0 0 0,0 1 1 0 0,-1-2-1 0 0,1 1 0 0 0,0 0 0 0 0,-1 0 0 0 0,1 0 0 0 0,-1-1 0 0 0,1 1 1 0 0,-1-1-1 0 0,0 1 0 0 0,1-1 0 0 0,0-2 0 0 0,9-10 805 0 0,-1 0-1 0 0,15-28 1 0 0,-19 32-175 0 0,-5 9-89 0 0,1 6-588 0 0,1 1 0 0 0,-1-1 0 0 0,0 1-1 0 0,0 0 1 0 0,0 0 0 0 0,-1 0-1 0 0,0 0 1 0 0,0 0 0 0 0,0 0-1 0 0,-1 0 1 0 0,0 0 0 0 0,-1 8-1 0 0,2 14 68 0 0,3 21 39 0 0,-3 93 1 0 0,-3-116-121 0 0,-1-1-1 0 0,-1 1 0 0 0,-1-1 0 0 0,-1 1 1 0 0,-13 31-1 0 0,17-52-9 0 0,0-1-1 0 0,-1 1 1 0 0,1-1-1 0 0,-1 1 1 0 0,0-1 0 0 0,-1 0-1 0 0,1 0 1 0 0,-1-1-1 0 0,0 1 1 0 0,0-1 0 0 0,0 0-1 0 0,0 0 1 0 0,0 0-1 0 0,-6 2 1 0 0,8-4-2 0 0,0 0 0 0 0,0 0 0 0 0,0 0-1 0 0,0 0 1 0 0,0-1 0 0 0,0 1 0 0 0,0-1 0 0 0,-1 0 0 0 0,1 0-1 0 0,0 0 1 0 0,0 0 0 0 0,0 0 0 0 0,-1 0 0 0 0,1 0 0 0 0,0-1 0 0 0,0 1-1 0 0,0-1 1 0 0,0 0 0 0 0,-1 1 0 0 0,1-1 0 0 0,0 0 0 0 0,0 0-1 0 0,1 0 1 0 0,-1-1 0 0 0,0 1 0 0 0,0 0 0 0 0,0-1 0 0 0,1 1 0 0 0,-1-1-1 0 0,1 1 1 0 0,-1-1 0 0 0,1 0 0 0 0,0 0 0 0 0,-2-3 0 0 0,0-1-2 0 0,1 1 1 0 0,0-1-1 0 0,1 1 1 0 0,-1-1-1 0 0,1 0 1 0 0,0 0-1 0 0,0 1 1 0 0,1-1 0 0 0,0 0-1 0 0,0 0 1 0 0,0 0-1 0 0,1 0 1 0 0,2-10-1 0 0,-2 9-7 0 0,1 0-1 0 0,0 0 1 0 0,0-1-1 0 0,1 2 1 0 0,-1-1-1 0 0,2 0 1 0 0,-1 0-1 0 0,1 1 0 0 0,0 0 1 0 0,7-9-1 0 0,-10 14-189 0 0,0-1 1 0 0,0 1-1 0 0,0 0 0 0 0,0 0 0 0 0,0 0 0 0 0,1-1 0 0 0,-1 1 1 0 0,0 0-1 0 0,1 1 0 0 0,-1-1 0 0 0,1 0 0 0 0,-1 0 1 0 0,1 1-1 0 0,-1-1 0 0 0,1 0 0 0 0,-1 1 0 0 0,1 0 0 0 0,0-1 1 0 0,-1 1-1 0 0,1 0 0 0 0,0 0 0 0 0,-1 0 0 0 0,1 0 0 0 0,0 0 1 0 0,-1 0-1 0 0,1 1 0 0 0,2-1 0 0 0</inkml:trace>
</inkml:ink>
</file>

<file path=ppt/ink/ink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06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6 641 32 0 0,'-5'0'12333'0'0,"37"-52"-12235"0"0,-1-1 0 0 0,-3-2-1 0 0,-3-1 1 0 0,-2-1 0 0 0,30-112 0 0 0,-44 113-85 0 0,-6 33-6 0 0,1-1 1 0 0,2 1-1 0 0,11-35 1 0 0,-16 56-8 0 0,6-11 5 0 0,-29 52 118 0 0,2 1 0 0 0,1 0 0 0 0,2 1 0 0 0,2 1 0 0 0,1 1 0 0 0,-9 57 0 0 0,18-73-91 0 0,1-1 0 0 0,1 1-1 0 0,1 0 1 0 0,2 0 0 0 0,1-1 0 0 0,1 1-1 0 0,1 0 1 0 0,10 43 0 0 0,-12-67-27 0 0,1 1 0 0 0,-1 0 0 0 0,1 0 1 0 0,-1-1-1 0 0,1 1 0 0 0,0-1 0 0 0,0 1 1 0 0,1-1-1 0 0,-1 0 0 0 0,1 0 0 0 0,-1 0 0 0 0,1 0 1 0 0,0 0-1 0 0,0-1 0 0 0,1 1 0 0 0,-1-1 1 0 0,0 0-1 0 0,1 0 0 0 0,-1 0 0 0 0,1-1 1 0 0,0 1-1 0 0,0-1 0 0 0,-1 1 0 0 0,1-1 1 0 0,0-1-1 0 0,0 1 0 0 0,0 0 0 0 0,0-1 0 0 0,0 0 1 0 0,0 0-1 0 0,0 0 0 0 0,0-1 0 0 0,0 1 1 0 0,0-1-1 0 0,0 0 0 0 0,0 0 0 0 0,0 0 1 0 0,-1-1-1 0 0,1 1 0 0 0,4-3 0 0 0,7-3 15 0 0,-1 0 0 0 0,0-1-1 0 0,0-1 1 0 0,-1 0-1 0 0,0 0 1 0 0,-1-2 0 0 0,0 1-1 0 0,-1-2 1 0 0,0 1-1 0 0,0-2 1 0 0,14-22 0 0 0,-24 35-15 0 0,-1-1 1 0 0,1 0 0 0 0,-1 0-1 0 0,1 0 1 0 0,-1 1 0 0 0,1-1-1 0 0,0 0 1 0 0,0 1-1 0 0,-1-1 1 0 0,1 0 0 0 0,0 1-1 0 0,0-1 1 0 0,0 1 0 0 0,0-1-1 0 0,0 1 1 0 0,-1 0 0 0 0,1-1-1 0 0,0 1 1 0 0,0 0 0 0 0,0 0-1 0 0,0-1 1 0 0,0 1 0 0 0,0 0-1 0 0,0 0 1 0 0,0 0-1 0 0,0 0 1 0 0,0 0 0 0 0,0 1-1 0 0,0-1 1 0 0,0 0 0 0 0,0 0-1 0 0,0 1 1 0 0,0-1 0 0 0,0 0-1 0 0,0 1 1 0 0,0-1 0 0 0,-1 1-1 0 0,1-1 1 0 0,0 1 0 0 0,0 0-1 0 0,-1-1 1 0 0,1 1-1 0 0,0 0 1 0 0,0-1 0 0 0,-1 1-1 0 0,1 0 1 0 0,-1 0 0 0 0,2 1-1 0 0,-2 0 9 0 0,5-3 463 0 0,-4 1-457 0 0,-1 0 1 0 0,1 0 0 0 0,0 0-1 0 0,0 0 1 0 0,0 0-1 0 0,-1 0 1 0 0,1-1 0 0 0,0 1-1 0 0,0 0 1 0 0,-1 0-1 0 0,1-1 1 0 0,0 1 0 0 0,-1 0-1 0 0,1-1 1 0 0,0 1-1 0 0,-1 0 1 0 0,1-1 0 0 0,0 1-1 0 0,-1-1 1 0 0,1 1-1 0 0,-1-1 1 0 0,1 0 0 0 0,-1 1-1 0 0,1-1 1 0 0,-1 1-1 0 0,0-1 1 0 0,1 0 0 0 0,-1 1-1 0 0,0-1 1 0 0,1 0-1 0 0,-1 0 1 0 0,0 1 0 0 0,0-1-1 0 0,0 0 1 0 0,1 0-1 0 0,-1 1 1 0 0,0-1 0 0 0,0 0-1 0 0,0 0 1 0 0,0 1-1 0 0,-1-1 1 0 0,1 0 0 0 0,0 0-1 0 0,0 0 1 0 0,-23-59 975 0 0,22 58-933 0 0,-2-2-44 0 0,-5-4-38 0 0,1 7-3182 0 0,0 5 3352 0 0,1 2-2272 0 0,9 11-7414 0 0</inkml:trace>
</inkml:ink>
</file>

<file path=ppt/ink/ink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07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52 1068 0 0,'0'-31'4014'0'0,"1"30"-3876"0"0,-1 0 0 0 0,0 1 1 0 0,0-1-1 0 0,1 0 0 0 0,-1 0 1 0 0,0 0-1 0 0,0 0 0 0 0,0 0 0 0 0,0 0 1 0 0,0 0-1 0 0,0 0 0 0 0,-1 0 1 0 0,1 0-1 0 0,0 0 0 0 0,0 1 0 0 0,-1-1 1 0 0,1 0-1 0 0,0 0 0 0 0,-1 0 1 0 0,1 0-1 0 0,-1 0 0 0 0,-12 8 2895 0 0,-15 36-856 0 0,-2 22-201 0 0,-44 136 0 0 0,49-106-1012 0 0,-5-1 0 0 0,-56 123 1 0 0,85-215-942 0 0,0 0 1 0 0,0 1 0 0 0,0-1 0 0 0,0 0 0 0 0,0 0-1 0 0,-1 0 1 0 0,1 0 0 0 0,-1 0 0 0 0,1 0 0 0 0,-1 0-1 0 0,-3 2 1 0 0,5-5-34 0 0,0 1 1 0 0,-1 0-1 0 0,1 0 0 0 0,-1-1 1 0 0,1 1-1 0 0,0 0 0 0 0,-1 0 1 0 0,1-1-1 0 0,0 1 0 0 0,0 0 1 0 0,-1-1-1 0 0,1 1 0 0 0,0-1 1 0 0,0 1-1 0 0,-1 0 0 0 0,1-1 1 0 0,0 1-1 0 0,0-1 0 0 0,0 1 0 0 0,0 0 1 0 0,0-1-1 0 0,-1 1 0 0 0,1-1 1 0 0,0 1-1 0 0,0-1 0 0 0,0 1 1 0 0,0-1-1 0 0,0 1 0 0 0,0 0 1 0 0,1-1-1 0 0,-1 1 0 0 0,0-1 1 0 0,0 1-1 0 0,0-1 0 0 0,1-7-120 0 0,0 0-1 0 0,0 0 1 0 0,1 0-1 0 0,-1 1 1 0 0,2-1-1 0 0,2-7 1 0 0,7-5-115 0 0,0 1 0 0 0,1 0 0 0 0,1 1 0 0 0,0 0 0 0 0,2 1 0 0 0,0 1 0 0 0,30-24 0 0 0,8 1-296 0 0,77-44 0 0 0,-106 66 507 0 0,0-1 0 0 0,23-22-1 0 0,-41 33 105 0 0,6-3 264 0 0,-12 10-303 0 0,0-1 1 0 0,0 1-1 0 0,0-1 0 0 0,0 0 0 0 0,-1 1 0 0 0,1-1 0 0 0,0 0 0 0 0,0 1 0 0 0,0-1 0 0 0,-1 0 0 0 0,1 0 0 0 0,0 0 0 0 0,-1 0 0 0 0,1 0 0 0 0,-1 0 0 0 0,1 0 0 0 0,-1 0 0 0 0,0 0 0 0 0,1 0 1 0 0,-1-2-1 0 0,0 1 258 0 0,6 2-3 0 0,-5 10-195 0 0,-2 19-141 0 0,0-20 85 0 0,1-6-32 0 0,0 1 1 0 0,0-1-1 0 0,0 1 1 0 0,1-1-1 0 0,-1 1 0 0 0,1-1 1 0 0,0 1-1 0 0,0-1 1 0 0,0 0-1 0 0,0 1 0 0 0,1-1 1 0 0,-1 0-1 0 0,1 0 1 0 0,0 0-1 0 0,0 0 1 0 0,0 0-1 0 0,0-1 0 0 0,0 1 1 0 0,1 0-1 0 0,2 2 1 0 0,-1-3-2 0 0,0 1-1 0 0,1-1 1 0 0,-1 0 0 0 0,1 0 0 0 0,-1-1 0 0 0,1 1 0 0 0,0-1 0 0 0,-1 0 0 0 0,1 0 0 0 0,0-1 0 0 0,0 1 0 0 0,9-1 0 0 0,2-2 6 0 0,-1 1-1 0 0,1-2 1 0 0,-1 0 0 0 0,0-1 0 0 0,0-1 0 0 0,0 0 0 0 0,26-13 0 0 0,61-40 1672 0 0,-100 57-1437 0 0,-3 51 234 0 0,-13-7-384 0 0,-2-1 0 0 0,-2-1 0 0 0,-30 49 0 0 0,-32 44-2720 0 0,78-132 2540 0 0,-46 64-4663 0 0,24-35-196 0 0,0 1 277 0 0</inkml:trace>
</inkml:ink>
</file>

<file path=ppt/ink/ink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08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316 49 88 0 0,'0'0'929'0'0,"-9"-10"1383"0"0,-13-11-288 0 0,18 19-1742 0 0,-1-1 0 0 0,1 1 0 0 0,-1 0 0 0 0,1 0 0 0 0,-1 1 0 0 0,0-1 0 0 0,0 1-1 0 0,0 0 1 0 0,0 0 0 0 0,0 1 0 0 0,0-1 0 0 0,0 1 0 0 0,0 0 0 0 0,0 1 0 0 0,0-1 0 0 0,-7 2 0 0 0,8 0-208 0 0,0-1 0 0 0,0 1 0 0 0,0-1 1 0 0,0 1-1 0 0,0 0 0 0 0,1 1 0 0 0,-1-1 1 0 0,1 1-1 0 0,-1-1 0 0 0,1 1 0 0 0,0 0 0 0 0,0 0 1 0 0,0 1-1 0 0,1-1 0 0 0,-1 0 0 0 0,1 1 1 0 0,0 0-1 0 0,0-1 0 0 0,0 1 0 0 0,0 0 0 0 0,1 0 1 0 0,-1 0-1 0 0,1 0 0 0 0,0 0 0 0 0,0 1 1 0 0,1-1-1 0 0,-1 0 0 0 0,1 0 0 0 0,1 9 0 0 0,1 3 23 0 0,0 0 0 0 0,2 1 0 0 0,0-1 0 0 0,1 0 0 0 0,1-1 0 0 0,0 1 0 0 0,1-1 0 0 0,15 25 0 0 0,-10-20-11 0 0,-2 1 0 0 0,0 0 0 0 0,8 29 0 0 0,-16-42-64 0 0,0 0 0 0 0,-1 0 0 0 0,0 0 0 0 0,0 1 0 0 0,-1-1 0 0 0,0 0 0 0 0,0 0 0 0 0,-1 1 0 0 0,0-1 0 0 0,-1 0 0 0 0,1 0 0 0 0,-2 0 0 0 0,-3 9 0 0 0,3-10-6 0 0,-1 0 0 0 0,0 0 1 0 0,-1-1-1 0 0,1 0 0 0 0,-1 0 1 0 0,-1 0-1 0 0,1-1 0 0 0,-1 1 1 0 0,0-1-1 0 0,0 0 0 0 0,0-1 0 0 0,-1 0 1 0 0,0 0-1 0 0,-7 3 0 0 0,-3 1-129 0 0,1-1 0 0 0,-1 0 0 0 0,-1-1 0 0 0,-30 5 0 0 0,47-11-135 0 0,0 0 0 0 0,0 0-1 0 0,0 0 1 0 0,0 0 0 0 0,1 0 0 0 0,-1 0 0 0 0,0 0 0 0 0,0 0 0 0 0,0-1-1 0 0,0 1 1 0 0,1 0 0 0 0,-1-1 0 0 0,0 1 0 0 0,0 0 0 0 0,1-1-1 0 0,-1 1 1 0 0,0-1 0 0 0,1 1 0 0 0,-1-1 0 0 0,0 1 0 0 0,1-1 0 0 0,-1 0-1 0 0,1 1 1 0 0,-1-1 0 0 0,1 0 0 0 0,-1 1 0 0 0,1-1 0 0 0,0 0-1 0 0,-1 0 1 0 0,0-1 0 0 0,1 1-3 0 0</inkml:trace>
</inkml:ink>
</file>

<file path=ppt/ink/ink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09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1 101 944 0 0,'3'1'890'0'0,"10"0"-39"0"0,0 0 1 0 0,-1 2 0 0 0,1-1 0 0 0,-1 2 0 0 0,0 0-1 0 0,0 0 1 0 0,19 10 0 0 0,-30-13-479 0 0,1-2-227 0 0,0 1-1 0 0,-1-1 0 0 0,1 1 0 0 0,0-1 0 0 0,-1 0 0 0 0,1 0 0 0 0,-1 0 0 0 0,1 0 0 0 0,-1 0 0 0 0,1 0 0 0 0,-1 0 1 0 0,1 0-1 0 0,-1 0 0 0 0,0-1 0 0 0,0 1 0 0 0,0-1 0 0 0,0 1 0 0 0,0-1 0 0 0,0 1 0 0 0,1-2 0 0 0,22-47-20 0 0,-6 13-2486 0 0,-5 20-2501 0 0,-8 10 2064 0 0</inkml:trace>
</inkml:ink>
</file>

<file path=ppt/ink/ink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10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0 106 616 0 0,'17'-7'1517'0'0,"0"-1"0"0"0,-1-1 0 0 0,0 0 0 0 0,25-20 0 0 0,-40 29-1434 0 0,0-1 0 0 0,-1 0-1 0 0,1 1 1 0 0,0-1-1 0 0,0 0 1 0 0,-1 0-1 0 0,1 1 1 0 0,0-1 0 0 0,-1 0-1 0 0,1 0 1 0 0,0 0-1 0 0,-1 0 1 0 0,0 0-1 0 0,1 1 1 0 0,-1-1 0 0 0,1 0-1 0 0,-1 0 1 0 0,0 0-1 0 0,0 0 1 0 0,0 0-1 0 0,1 0 1 0 0,-1-1 0 0 0,0 1-1 0 0,0 0 1 0 0,0 0-1 0 0,-1 0 1 0 0,1 0 0 0 0,0 0-1 0 0,0 0 1 0 0,-1 0-1 0 0,1 0 1 0 0,0 0-1 0 0,-1 0 1 0 0,1 1 0 0 0,-1-1-1 0 0,1 0 1 0 0,-1 0-1 0 0,1 0 1 0 0,-1 0-1 0 0,0 0 1 0 0,1 1 0 0 0,-1-1-1 0 0,0 0 1 0 0,0 1-1 0 0,0-1 1 0 0,-1 0-1 0 0,-1-1 368 0 0,-13 15-116 0 0,14-12-306 0 0,0 1 0 0 0,0-1 1 0 0,0 0-1 0 0,0 1 0 0 0,1 0 1 0 0,-1-1-1 0 0,0 1 0 0 0,1 0 1 0 0,-1 0-1 0 0,1 0 0 0 0,0 0 1 0 0,0 0-1 0 0,-1 0 1 0 0,1 0-1 0 0,0 0 0 0 0,1 0 1 0 0,-1 1-1 0 0,0-1 0 0 0,1 0 1 0 0,-1 1-1 0 0,1-1 0 0 0,0 0 1 0 0,0 1-1 0 0,0-1 1 0 0,0 1-1 0 0,0 1 0 0 0,1 1-6 0 0,0-1-1 0 0,0 0 0 0 0,0 0 0 0 0,0 1 1 0 0,1-1-1 0 0,-1 0 0 0 0,1 0 0 0 0,0-1 1 0 0,0 1-1 0 0,1 0 0 0 0,-1-1 1 0 0,1 1-1 0 0,0-1 0 0 0,0 0 0 0 0,0 0 1 0 0,0 0-1 0 0,4 3 0 0 0,-1-3-21 0 0,1 1 0 0 0,-1-1 0 0 0,1 0 0 0 0,0 0 0 0 0,0 0 0 0 0,0-1 0 0 0,0 0 0 0 0,0-1 0 0 0,10 1 0 0 0,8 0-89 0 0,0-2-1 0 0,0-1 1 0 0,-1 0 0 0 0,46-11-1 0 0,-52 10 48 0 0,0-2 0 0 0,0 0-1 0 0,0-2 1 0 0,-1 1 0 0 0,0-2-1 0 0,0-1 1 0 0,25-14 0 0 0,-40 21 40 0 0,-1 1 1 0 0,0-1 0 0 0,0 0-1 0 0,0 0 1 0 0,0 1 0 0 0,0-1 0 0 0,-1 0-1 0 0,1 0 1 0 0,0 0 0 0 0,0 0-1 0 0,0 0 1 0 0,-1 0 0 0 0,1 0 0 0 0,-1 0-1 0 0,1 0 1 0 0,-1-1 0 0 0,1 1-1 0 0,-1 0 1 0 0,1-2 0 0 0,-1 2 6 0 0,-1 1-1 0 0,1-1 1 0 0,0 0 0 0 0,0 1 0 0 0,-1-1-1 0 0,1 0 1 0 0,0 1 0 0 0,-1-1-1 0 0,1 1 1 0 0,-1-1 0 0 0,1 0 0 0 0,-1 1-1 0 0,1-1 1 0 0,-1 1 0 0 0,1 0 0 0 0,-1-1-1 0 0,0 1 1 0 0,1-1 0 0 0,-1 1 0 0 0,1 0-1 0 0,-1-1 1 0 0,0 1 0 0 0,0 0-1 0 0,-40-7 389 0 0,37 7-374 0 0,1 0 0 0 0,-1 0 0 0 0,0 0 0 0 0,1 1 0 0 0,-1 0 0 0 0,1-1 0 0 0,-1 1 0 0 0,1 1 0 0 0,0-1 0 0 0,-1 0 0 0 0,1 1 0 0 0,0 0 0 0 0,0 0 0 0 0,0 0 0 0 0,0 0 0 0 0,0 0 0 0 0,1 0 0 0 0,-1 1 0 0 0,0-1 0 0 0,1 1 0 0 0,0 0 0 0 0,0 0 0 0 0,0 0 0 0 0,0 0 0 0 0,0 0 0 0 0,1 0 0 0 0,-3 6 0 0 0,4-7-14 0 0,0 0-1 0 0,0 0 1 0 0,0 0-1 0 0,0 0 1 0 0,1 0-1 0 0,-1 0 1 0 0,1 0-1 0 0,-1 0 1 0 0,1 0-1 0 0,0 0 1 0 0,-1 0-1 0 0,1-1 1 0 0,0 1-1 0 0,0 0 1 0 0,1 0-1 0 0,-1-1 1 0 0,0 1-1 0 0,0 0 1 0 0,1-1-1 0 0,-1 0 1 0 0,1 1-1 0 0,2 1 1 0 0,37 24 46 0 0,-32-24-67 0 0,0-1 1 0 0,1 0-1 0 0,-1 0 1 0 0,0-1-1 0 0,1 0 1 0 0,-1 0-1 0 0,1-1 1 0 0,0-1-1 0 0,-1 1 1 0 0,1-2-1 0 0,-1 1 0 0 0,10-4 1 0 0,-8 3-8 0 0,0-1 1 0 0,-1-1 0 0 0,1 0-1 0 0,-1-1 1 0 0,0 0-1 0 0,0 0 1 0 0,0-1-1 0 0,-1 0 1 0 0,15-13-1 0 0,-23 18 27 0 0,1 0 0 0 0,-1-1 0 0 0,0 1 1 0 0,1 0-1 0 0,-1-1 0 0 0,0 1 0 0 0,0-1 0 0 0,0 0 0 0 0,-1 1 0 0 0,1-1 0 0 0,0 0 0 0 0,0 0 0 0 0,-1 1 0 0 0,1-1 0 0 0,-1 0 0 0 0,0 0 0 0 0,1 0 0 0 0,-1 0 0 0 0,0 1 1 0 0,0-1-1 0 0,0 0 0 0 0,-1 0 0 0 0,1 0 0 0 0,0 0 0 0 0,-1 0 0 0 0,1 1 0 0 0,-1-1 0 0 0,1 0 0 0 0,-1 0 0 0 0,0 1 0 0 0,0-1 0 0 0,0 0 0 0 0,0 1 0 0 0,0-1 0 0 0,0 1 0 0 0,0-1 1 0 0,0 1-1 0 0,-1 0 0 0 0,1-1 0 0 0,-1 1 0 0 0,1 0 0 0 0,-1 0 0 0 0,-2-1 0 0 0,3 1 33 0 0,0 0 5 0 0,0 1-32 0 0,0-1 1 0 0,0 0 0 0 0,-1 1 0 0 0,1-1-1 0 0,0 1 1 0 0,0-1 0 0 0,0 1 0 0 0,-1 0 0 0 0,1-1-1 0 0,0 1 1 0 0,-1 0 0 0 0,1 0 0 0 0,0 0-1 0 0,0 0 1 0 0,-1 0 0 0 0,1 0 0 0 0,0 0-1 0 0,-1 0 1 0 0,1 1 0 0 0,0-1 0 0 0,0 0 0 0 0,0 1-1 0 0,-1-1 1 0 0,1 1 0 0 0,-2 1 0 0 0,2-2-6 0 0,-1 1-1 0 0,1 0 1 0 0,0-1 0 0 0,-1 1 0 0 0,1 0 0 0 0,-1 0 0 0 0,1 0 0 0 0,0 0-1 0 0,0 0 1 0 0,0 1 0 0 0,0-1 0 0 0,0 0 0 0 0,0 1 0 0 0,0-1 0 0 0,0 0-1 0 0,0 1 1 0 0,0-1 0 0 0,1 1 0 0 0,-1-1 0 0 0,1 1 0 0 0,-1-1 0 0 0,1 1-1 0 0,0 0 1 0 0,-1-1 0 0 0,1 1 0 0 0,0 0 0 0 0,0-1 0 0 0,0 1 0 0 0,0 0-1 0 0,0-1 1 0 0,1 1 0 0 0,-1-1 0 0 0,0 1 0 0 0,1 0 0 0 0,-1-1 0 0 0,2 3 0 0 0,0-1 1 0 0,-1 0 0 0 0,1 0 0 0 0,0-1 0 0 0,0 1 0 0 0,0-1 0 0 0,0 1 0 0 0,0-1 0 0 0,1 1 0 0 0,-1-1 0 0 0,1 0 0 0 0,0 0 0 0 0,-1-1 1 0 0,1 1-1 0 0,0 0 0 0 0,0-1 0 0 0,0 0 0 0 0,0 1 0 0 0,5 0 0 0 0,2-1 2 0 0,1 0 0 0 0,0 0 1 0 0,0-1-1 0 0,0-1 0 0 0,-1 1 0 0 0,1-2 0 0 0,0 0 0 0 0,-1 0 1 0 0,16-6-1 0 0,27-4 73 0 0,-49 10-75 0 0,-1 1-1 0 0,1-1 0 0 0,-1 1 0 0 0,0-1 0 0 0,1 0 0 0 0,-1 0 0 0 0,0-1 1 0 0,0 1-1 0 0,0 0 0 0 0,0-1 0 0 0,-1 0 0 0 0,1 0 0 0 0,2-3 0 0 0,-5 5-20 0 0,6-4 48 0 0,3-2-109 0 0,18 11-17 0 0,-24-3 113 0 0,-1 0 0 0 0,0 0 0 0 0,0 0 0 0 0,1 0 0 0 0,-1 0 0 0 0,0 1 0 0 0,0-1 0 0 0,0 1 0 0 0,0 0 0 0 0,-1 0-1 0 0,1-1 1 0 0,2 4 0 0 0,-4-4 126 0 0,7 5 793 0 0,-3-2-2282 0 0</inkml:trace>
</inkml:ink>
</file>

<file path=ppt/ink/ink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11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84 492 0 0,'0'0'6839'0'0,"3"4"-6419"0"0,5 9 136 0 0,0 0 1 0 0,-1 0-1 0 0,0 1 0 0 0,-1 0 1 0 0,-1 1-1 0 0,4 14 1 0 0,-9-28-532 0 0,0 0 1 0 0,0 1 0 0 0,1-1-1 0 0,-1 0 1 0 0,0 0-1 0 0,1 0 1 0 0,-1 0 0 0 0,1 0-1 0 0,-1 0 1 0 0,1 0 0 0 0,0-1-1 0 0,-1 1 1 0 0,1 0 0 0 0,0 0-1 0 0,0 0 1 0 0,0 0-1 0 0,-1-1 1 0 0,1 1 0 0 0,0-1-1 0 0,0 1 1 0 0,0 0 0 0 0,0-1-1 0 0,0 1 1 0 0,0-1-1 0 0,0 0 1 0 0,0 1 0 0 0,0-1-1 0 0,1 0 1 0 0,-1 0 0 0 0,0 0-1 0 0,0 0 1 0 0,0 1-1 0 0,0-2 1 0 0,0 1 0 0 0,0 0-1 0 0,0 0 1 0 0,0 0 0 0 0,1 0-1 0 0,-1-1 1 0 0,0 1-1 0 0,0 0 1 0 0,1-2 0 0 0,7-2 14 0 0,0 0 0 0 0,-1-1 0 0 0,0 0 0 0 0,10-7 0 0 0,3-2 65 0 0,17-8 3 0 0,-32 18-94 0 0,0 0 0 0 0,1 0 0 0 0,-1 0 0 0 0,1 1 0 0 0,0 0 1 0 0,0 1-1 0 0,0-1 0 0 0,8 0 0 0 0,-12 4-13 0 0,0 1 0 0 0,-1 0 0 0 0,1 0 0 0 0,0 0 0 0 0,-1 1 0 0 0,0-1 0 0 0,1 1 0 0 0,-1-1-1 0 0,0 1 1 0 0,0 0 0 0 0,0 0 0 0 0,1 3 0 0 0,11 13-2 0 0,-11-16 4 0 0,1 0 0 0 0,-1 0 0 0 0,1 0 0 0 0,-1 0 0 0 0,1-1 0 0 0,0 0 0 0 0,0 0 0 0 0,0 0 0 0 0,1 0 0 0 0,-1-1 0 0 0,0 1 0 0 0,1-1 0 0 0,-1 0 0 0 0,6 0 0 0 0,0 0 1 0 0,0 0 0 0 0,-1-2-1 0 0,1 1 1 0 0,0-1 0 0 0,-1 0-1 0 0,16-5 1 0 0,-12 3 5 0 0,-1-1 1 0 0,1-1-1 0 0,-1 0 1 0 0,0 0-1 0 0,-1-1 1 0 0,1-1-1 0 0,-1 0 1 0 0,0 0-1 0 0,-1-1 0 0 0,14-14 1 0 0,-22 20 58 0 0,1-1 0 0 0,-1 1 0 0 0,0 0 0 0 0,0-1 0 0 0,-1 0-1 0 0,1 1 1 0 0,0-1 0 0 0,-1 0 0 0 0,0 0 0 0 0,1 0 0 0 0,-1 0 0 0 0,0 0 0 0 0,-1 0 0 0 0,1 0 0 0 0,-1 0 0 0 0,1-1 0 0 0,-1 1 0 0 0,0 0 0 0 0,0 0-1 0 0,0 0 1 0 0,0 0 0 0 0,-1-1 0 0 0,0 1 0 0 0,1 0 0 0 0,-1 0 0 0 0,0 0 0 0 0,0 0 0 0 0,-1 0 0 0 0,1 0 0 0 0,-1 1 0 0 0,1-1 0 0 0,-1 0 0 0 0,0 1-1 0 0,0-1 1 0 0,0 1 0 0 0,0-1 0 0 0,0 1 0 0 0,-1 0 0 0 0,1 0 0 0 0,-1 0 0 0 0,1 0 0 0 0,-4-1 0 0 0,5 2 349 0 0,2 29-77 0 0,5-13-247 0 0,1 0 0 0 0,1-1 0 0 0,0 1 0 0 0,12 14 0 0 0,-8-12-4 0 0,-1 1-1 0 0,12 24 0 0 0,-22-40-64 0 0,0 0-1 0 0,0 0 1 0 0,0 0-1 0 0,-1 0 0 0 0,1 0 1 0 0,-1 1-1 0 0,1-1 1 0 0,-1 0-1 0 0,0 0 1 0 0,0 1-1 0 0,0-1 0 0 0,0 0 1 0 0,0 1-1 0 0,0-1 1 0 0,-1 0-1 0 0,1 0 1 0 0,-1 0-1 0 0,0 1 1 0 0,1-1-1 0 0,-1 0 0 0 0,0 0 1 0 0,0 0-1 0 0,-1 0 1 0 0,1 0-1 0 0,0 0 1 0 0,-1-1-1 0 0,1 1 0 0 0,-1 0 1 0 0,1-1-1 0 0,-1 1 1 0 0,0-1-1 0 0,-2 3 1 0 0,-32 14-2049 0 0,-1-8-7237 0 0</inkml:trace>
</inkml:ink>
</file>

<file path=ppt/ink/ink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11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60 1512 0 0,'6'-4'1440'0'0,"1"1"1"0"0,-1-2-1 0 0,0 1 0 0 0,-1-1 0 0 0,1 0 1 0 0,-1 0-1 0 0,0 0 0 0 0,0-1 1 0 0,6-9 1146 0 0,-14 14-3329 0 0,0 1 197 0 0,0-1 1 0 0,0 1-1 0 0,1 0 0 0 0,-1-1 1 0 0,0 1-1 0 0,0 1 1 0 0,0-1-1 0 0,0 0 1 0 0,0 1-1 0 0,0-1 1 0 0,0 1-1 0 0,1 0 1 0 0,-1 0-1 0 0,-4 2 0 0 0,4-2-10 0 0,-18 5-3717 0 0</inkml:trace>
</inkml:ink>
</file>

<file path=ppt/ink/ink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19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374 81 508 0 0,'-3'-18'1862'0'0,"-12"-39"3077"0"0,14 57-4902 0 0,0-1 0 0 0,1 0-1 0 0,-1 1 1 0 0,0-1 0 0 0,0 1-1 0 0,1-1 1 0 0,-1 1 0 0 0,0 0-1 0 0,0-1 1 0 0,0 1 0 0 0,0 0-1 0 0,0 0 1 0 0,1 0-1 0 0,-1-1 1 0 0,0 1 0 0 0,0 0-1 0 0,0 0 1 0 0,0 0 0 0 0,0 0-1 0 0,0 0 1 0 0,0 1 0 0 0,0-1-1 0 0,1 0 1 0 0,-3 1 0 0 0,-20 6 383 0 0,2 3-230 0 0,1 0-1 0 0,0 2 0 0 0,1 1 1 0 0,0 0-1 0 0,1 1 1 0 0,1 1-1 0 0,0 1 1 0 0,1 0-1 0 0,0 1 0 0 0,-15 24 1 0 0,19-25-117 0 0,1 0 0 0 0,1 1 0 0 0,0 1 0 0 0,1 0 0 0 0,1 0 1 0 0,0 1-1 0 0,2-1 0 0 0,0 2 0 0 0,1-1 0 0 0,1 1 0 0 0,1-1 0 0 0,-1 23 0 0 0,4-32-45 0 0,1 1 0 0 0,0 0 0 0 0,0-1-1 0 0,1 1 1 0 0,1-1 0 0 0,-1 1 0 0 0,2-1-1 0 0,-1 0 1 0 0,2 0 0 0 0,-1-1 0 0 0,1 1-1 0 0,1-1 1 0 0,-1 0 0 0 0,2 0 0 0 0,-1-1-1 0 0,1 1 1 0 0,0-2 0 0 0,1 1 0 0 0,12 9-1 0 0,-13-12-13 0 0,1 0-1 0 0,0 0 1 0 0,0-1-1 0 0,1 0 1 0 0,-1-1-1 0 0,1 0 1 0 0,0 0-1 0 0,0 0 1 0 0,0-1-1 0 0,0-1 1 0 0,0 0-1 0 0,1 0 1 0 0,-1 0-1 0 0,0-1 0 0 0,0-1 1 0 0,1 0-1 0 0,-1 0 1 0 0,0-1-1 0 0,0 0 1 0 0,0 0-1 0 0,0-1 1 0 0,16-7-1 0 0,-11 4 6 0 0,-1-1-1 0 0,0 0 1 0 0,0-1-1 0 0,-1-1 1 0 0,0 1-1 0 0,0-2 1 0 0,-1 0-1 0 0,-1 0 1 0 0,1-1-1 0 0,-2 0 1 0 0,1-1 0 0 0,-2 0-1 0 0,1-1 1 0 0,-2 0-1 0 0,0 0 1 0 0,0 0-1 0 0,-1-1 1 0 0,-1 0-1 0 0,0 0 1 0 0,-1-1-1 0 0,-1 1 1 0 0,0-1-1 0 0,-1 0 1 0 0,0 1-1 0 0,-1-1 1 0 0,-1 0-1 0 0,-1 0 1 0 0,-3-26 0 0 0,-1 18 51 0 0,0 0 1 0 0,-1 0-1 0 0,-1 0 1 0 0,-18-37 0 0 0,21 53-29 0 0,0-1 1 0 0,0 0 0 0 0,0 1 0 0 0,-1 0 0 0 0,0 0-1 0 0,0 1 1 0 0,-1-1 0 0 0,0 1 0 0 0,0 0-1 0 0,-1 1 1 0 0,1 0 0 0 0,-1 0 0 0 0,0 0-1 0 0,-1 1 1 0 0,1 0 0 0 0,-14-6 0 0 0,19 10-75 0 0,0-1 0 0 0,-1 1-1 0 0,1-1 1 0 0,0 1 0 0 0,0 0 0 0 0,0 0 0 0 0,0 0 0 0 0,-1 0 0 0 0,1 0 0 0 0,0 0 0 0 0,0 0 0 0 0,0 1 0 0 0,0-1 0 0 0,0 1 0 0 0,0 0 0 0 0,0 0 0 0 0,0 0 0 0 0,0-1-1 0 0,0 2 1 0 0,0-1 0 0 0,0 0 0 0 0,0 0 0 0 0,1 1 0 0 0,-1-1 0 0 0,1 1 0 0 0,-1-1 0 0 0,1 1 0 0 0,-1 0 0 0 0,1-1 0 0 0,0 1 0 0 0,0 0 0 0 0,0 0 0 0 0,-2 4 0 0 0,1 0-715 0 0,-1 1-1 0 0,1 0 1 0 0,0-1 0 0 0,1 1 0 0 0,0 0 0 0 0,0 0 0 0 0,0 0 0 0 0,1 0 0 0 0,1 9 0 0 0,1 7-2407 0 0</inkml:trace>
</inkml:ink>
</file>

<file path=ppt/ink/ink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0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84 0 0,'2'-1'180'0'0,"-1"1"0"0"0,1-1 1 0 0,0 0-1 0 0,0 0 0 0 0,0 1 0 0 0,0-1 1 0 0,1 1-1 0 0,-1 0 0 0 0,0 0 0 0 0,0 0 1 0 0,0 0-1 0 0,0 0 0 0 0,0 0 0 0 0,0 0 0 0 0,0 0 1 0 0,0 1-1 0 0,0-1 0 0 0,0 1 0 0 0,0 0 1 0 0,0 0-1 0 0,0-1 0 0 0,3 4 0 0 0,-1-2 19 0 0,0 2 0 0 0,-1-1 0 0 0,0 0 0 0 0,1 1 0 0 0,-1-1 0 0 0,0 1 0 0 0,-1 0 0 0 0,1 0 0 0 0,3 9-1 0 0,0 0 78 0 0,-1 0-1 0 0,0 1 0 0 0,-2 0 0 0 0,1 0 0 0 0,-1 0 0 0 0,0 15 0 0 0,-4 50 1150 0 0,1-77-340 0 0,18-22-788 0 0,9-14 50 0 0,-16 19 23 0 0,0 1-1 0 0,21-21 1 0 0,-31 35-355 0 0,0-1-1 0 0,0 0 0 0 0,0 0 1 0 0,1 0-1 0 0,-1 1 0 0 0,0-1 1 0 0,0 1-1 0 0,0-1 1 0 0,0 1-1 0 0,1-1 0 0 0,-1 1 1 0 0,0 0-1 0 0,1-1 1 0 0,-1 1-1 0 0,0 0 0 0 0,0 0 1 0 0,1 0-1 0 0,-1 0 0 0 0,0 0 1 0 0,1 0-1 0 0,-1 1 1 0 0,0-1-1 0 0,0 0 0 0 0,1 1 1 0 0,-1-1-1 0 0,0 0 1 0 0,0 1-1 0 0,1 0 0 0 0,-1-1 1 0 0,0 1-1 0 0,0 0 0 0 0,0 0 1 0 0,0-1-1 0 0,0 1 1 0 0,1 2-1 0 0,2 1 15 0 0,0 0 1 0 0,-1 1-1 0 0,1-1 0 0 0,-1 1 1 0 0,0 0-1 0 0,4 9 1 0 0,-4-4-215 0 0,0 0 0 0 0,-1 1 0 0 0,0-1 1 0 0,0 1-1 0 0,-1 0 0 0 0,-1-1 0 0 0,0 1 1 0 0,-1 12-1 0 0,1 27-5981 0 0,1-34 3184 0 0</inkml:trace>
</inkml:ink>
</file>

<file path=ppt/ink/ink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0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395 46 244 0 0,'0'-2'297'0'0,"1"0"1"0"0,-1 0-1 0 0,1 0 1 0 0,-1 0-1 0 0,0 0 0 0 0,0-1 1 0 0,0 1-1 0 0,0 0 1 0 0,0 0-1 0 0,-1 0 0 0 0,1 0 1 0 0,0 0-1 0 0,-1 0 1 0 0,0 0-1 0 0,1 0 0 0 0,-1 0 1 0 0,0 0-1 0 0,0 0 0 0 0,0 0 1 0 0,-2-1-1 0 0,1 1 235 0 0,-2 5-47 0 0,-11 5-150 0 0,2 0 0 0 0,-1 1 0 0 0,1 0 0 0 0,-14 14 0 0 0,20-17-193 0 0,0 1 0 0 0,1-1 0 0 0,0 1 0 0 0,0 0 0 0 0,1 1 0 0 0,0-1 0 0 0,0 1 0 0 0,1 0 0 0 0,-5 13 0 0 0,8-21-127 0 0,1 1-1 0 0,0 0 1 0 0,-1-1 0 0 0,1 1 0 0 0,0 0 0 0 0,-1-1-1 0 0,1 1 1 0 0,0 0 0 0 0,0-1 0 0 0,-1 1-1 0 0,1 0 1 0 0,0 0 0 0 0,0 0 0 0 0,0-1-1 0 0,0 1 1 0 0,0 0 0 0 0,0 0 0 0 0,0-1-1 0 0,0 1 1 0 0,1 0 0 0 0,-1 0 0 0 0,0-1 0 0 0,0 1-1 0 0,1 0 1 0 0,-1-1 0 0 0,0 1 0 0 0,1 0-1 0 0,-1-1 1 0 0,1 1 0 0 0,-1 0 0 0 0,0-1-1 0 0,1 1 1 0 0,0-1 0 0 0,-1 1 0 0 0,1-1-1 0 0,-1 1 1 0 0,1-1 0 0 0,0 1 0 0 0,-1-1 0 0 0,1 0-1 0 0,0 1 1 0 0,-1-1 0 0 0,1 0 0 0 0,0 1-1 0 0,0-1 1 0 0,-1 0 0 0 0,1 0 0 0 0,0 0-1 0 0,0 0 1 0 0,-1 0 0 0 0,1 0 0 0 0,0 0-1 0 0,0 0 1 0 0,-1 0 0 0 0,1 0 0 0 0,0 0-1 0 0,0-1 1 0 0,0 1 0 0 0,57-19 117 0 0,-36 11-80 0 0,-20 8-50 0 0,0 0-1 0 0,0 0 0 0 0,0 0 1 0 0,0 0-1 0 0,0 0 0 0 0,0 1 1 0 0,0-1-1 0 0,0 1 0 0 0,-1-1 1 0 0,1 1-1 0 0,0 0 0 0 0,0 0 1 0 0,0-1-1 0 0,-1 1 0 0 0,1 1 1 0 0,0-1-1 0 0,-1 0 0 0 0,1 0 1 0 0,-1 0-1 0 0,0 1 0 0 0,1-1 1 0 0,-1 1-1 0 0,0-1 0 0 0,0 1 1 0 0,0 0-1 0 0,0-1 0 0 0,1 4 0 0 0,2 2 4 0 0,-1 1-1 0 0,0-1 0 0 0,0 1 1 0 0,2 15-1 0 0,2 32 7 0 0,-2 0 0 0 0,-3 1 0 0 0,-2-1-1 0 0,-2 1 1 0 0,-3-1 0 0 0,-3 0 0 0 0,-17 70 0 0 0,15-88-16 0 0,0 0 1 0 0,-32 70 0 0 0,36-94 36 0 0,-1 0 0 0 0,0 0 1 0 0,0-1-1 0 0,-2 0 0 0 0,1-1 0 0 0,-2 0 1 0 0,1 0-1 0 0,-1-1 0 0 0,-1 0 1 0 0,-22 16-1 0 0,29-24 18 0 0,1 0 1 0 0,-1 0-1 0 0,0-1 0 0 0,0 1 1 0 0,0-1-1 0 0,0 0 1 0 0,0 0-1 0 0,0 0 0 0 0,0-1 1 0 0,0 1-1 0 0,0-1 1 0 0,0 0-1 0 0,0 0 0 0 0,0-1 1 0 0,0 1-1 0 0,0-1 0 0 0,0 0 1 0 0,0 0-1 0 0,0 0 1 0 0,0 0-1 0 0,0-1 0 0 0,0 0 1 0 0,1 0-1 0 0,-1 0 1 0 0,1 0-1 0 0,-1 0 0 0 0,1-1 1 0 0,0 1-1 0 0,0-1 1 0 0,0 0-1 0 0,-4-4 0 0 0,0-2 17 0 0,-1 1 0 0 0,1-2 0 0 0,1 1 0 0 0,0-1 0 0 0,0 0 0 0 0,1 0 0 0 0,0 0 0 0 0,1-1-1 0 0,-7-21 1 0 0,8 17-77 0 0,1 0 0 0 0,0 1 0 0 0,1-1 0 0 0,0 0-1 0 0,2 0 1 0 0,-1 0 0 0 0,2 0 0 0 0,0 0 0 0 0,1 1 0 0 0,0-1-1 0 0,1 1 1 0 0,1 0 0 0 0,0 0 0 0 0,1 0 0 0 0,0 1 0 0 0,1 0-1 0 0,1 0 1 0 0,0 0 0 0 0,0 1 0 0 0,17-17 0 0 0,-16 20-842 0 0,1 0 1 0 0,0 1-1 0 0,1 0 1 0 0,0 1-1 0 0,0 0 1 0 0,0 0 0 0 0,1 1-1 0 0,0 1 1 0 0,16-5-1 0 0,-3 3-2353 0 0</inkml:trace>
</inkml:ink>
</file>

<file path=ppt/ink/ink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2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129 354 244 0 0,'1'-2'262'0'0,"0"0"1"0"0,-1 1-1 0 0,1-1 0 0 0,-1 0 1 0 0,0 0-1 0 0,1 0 1 0 0,-1 0-1 0 0,0 0 0 0 0,0 1 1 0 0,0-1-1 0 0,0 0 0 0 0,0 0 1 0 0,-1 0-1 0 0,1 0 0 0 0,-1 0 1 0 0,1 1-1 0 0,-1-1 1 0 0,1 0-1 0 0,-1 0 0 0 0,0 1 1 0 0,0-1-1 0 0,0 0 0 0 0,0 1 1 0 0,-2-2-1 0 0,1 2-163 0 0,0 0 0 0 0,0 1 1 0 0,0-1-1 0 0,0 1 0 0 0,0 0 0 0 0,0-1 0 0 0,-1 1 0 0 0,1 0 1 0 0,0 0-1 0 0,0 1 0 0 0,0-1 0 0 0,-1 0 0 0 0,1 1 0 0 0,0-1 1 0 0,0 1-1 0 0,0 0 0 0 0,0-1 0 0 0,0 1 0 0 0,0 0 0 0 0,-3 3 0 0 0,0-2 6 0 0,0 1-1 0 0,0-1 0 0 0,1 1 0 0 0,-1 0 0 0 0,1 1 0 0 0,0-1 0 0 0,0 1 1 0 0,0 0-1 0 0,0 0 0 0 0,0 0 0 0 0,1 0 0 0 0,0 1 0 0 0,0 0 0 0 0,0-1 0 0 0,1 1 1 0 0,-1 0-1 0 0,1 0 0 0 0,0 0 0 0 0,1 1 0 0 0,-1-1 0 0 0,1 0 0 0 0,-1 11 0 0 0,2-9-54 0 0,0-1-1 0 0,1 0 1 0 0,0 0-1 0 0,0 0 1 0 0,0 0-1 0 0,0 0 1 0 0,1 0-1 0 0,0 0 1 0 0,1 0-1 0 0,-1 0 1 0 0,1-1-1 0 0,0 1 0 0 0,0-1 1 0 0,1 0-1 0 0,0 0 1 0 0,0 0-1 0 0,0-1 1 0 0,0 1-1 0 0,1-1 1 0 0,7 6-1 0 0,-5-5-27 0 0,1 1 0 0 0,0-1 0 0 0,0-1 0 0 0,0 1 0 0 0,0-1 0 0 0,1-1 0 0 0,0 0 0 0 0,0 0 0 0 0,0 0 0 0 0,0-1-1 0 0,0-1 1 0 0,0 1 0 0 0,1-2 0 0 0,-1 1 0 0 0,0-1 0 0 0,1-1 0 0 0,-1 1 0 0 0,0-2 0 0 0,0 1 0 0 0,1-1 0 0 0,-1-1 0 0 0,-1 1 0 0 0,1-2 0 0 0,0 1 0 0 0,12-8 0 0 0,-5 2-17 0 0,0-1-1 0 0,-2-1 1 0 0,1-1 0 0 0,-1 1 0 0 0,-1-2 0 0 0,0 0 0 0 0,-1-1 0 0 0,0 0 0 0 0,-1-1 0 0 0,-1 0 0 0 0,0 0 0 0 0,10-24 0 0 0,-11 18 13 0 0,-1 0 1 0 0,0 0-1 0 0,-2 0 1 0 0,0-1-1 0 0,-2 0 1 0 0,0 0-1 0 0,-2 0 1 0 0,0-1-1 0 0,-1 1 1 0 0,-2-1-1 0 0,0 1 1 0 0,-1-1-1 0 0,-9-33 1 0 0,11 54 6 0 0,0 1 1 0 0,-1-1 0 0 0,0 0 0 0 0,1 0 0 0 0,-1 0-1 0 0,0 1 1 0 0,0-1 0 0 0,0 0 0 0 0,0 1 0 0 0,0-1 0 0 0,0 1-1 0 0,0-1 1 0 0,0 1 0 0 0,-3-2 0 0 0,4 3-19 0 0,-1 0 0 0 0,1 0 0 0 0,-1-1 0 0 0,1 1 0 0 0,-1 0-1 0 0,1 0 1 0 0,-1 0 0 0 0,1 0 0 0 0,-1 0 0 0 0,1 0 0 0 0,-1 1 0 0 0,1-1 0 0 0,-1 0 0 0 0,1 0 0 0 0,-1 0 0 0 0,1 0 0 0 0,0 0 0 0 0,-1 1 0 0 0,1-1-1 0 0,-1 0 1 0 0,1 0 0 0 0,-1 1 0 0 0,1-1 0 0 0,0 0 0 0 0,-1 1 0 0 0,1-1 0 0 0,0 1 0 0 0,-1-1 0 0 0,1 0 0 0 0,0 1 0 0 0,-1-1 0 0 0,1 1 0 0 0,-3 4 6 0 0,1 0 1 0 0,0 0-1 0 0,0 0 1 0 0,0 0-1 0 0,0 1 1 0 0,1-1-1 0 0,0 0 1 0 0,-1 11 0 0 0,-3 48 46 0 0,-7 289 120 0 0,12-324-172 0 0,0-19 1 0 0,-1 0 1 0 0,2 0-1 0 0,-1 0 0 0 0,1 0 1 0 0,1 0-1 0 0,0 0 1 0 0,0 0-1 0 0,1-1 1 0 0,6 14-1 0 0,-9-22 1 0 0,10 9 31 0 0,-5-11-35 0 0,0 0 0 0 0,1 0-1 0 0,-1 0 1 0 0,0-1 0 0 0,0 0 0 0 0,0 0-1 0 0,0-1 1 0 0,0 1 0 0 0,-1-1 0 0 0,8-6 0 0 0,49-40 18 0 0,-49 39-6 0 0,-9 7-22 0 0,1 0 0 0 0,-1 0 0 0 0,1 0 0 0 0,0 0 1 0 0,0 1-1 0 0,1 0 0 0 0,-1-1 0 0 0,0 2 0 0 0,1-1 0 0 0,-1 0 0 0 0,1 1 0 0 0,-1 0 0 0 0,1 0 0 0 0,0 0 1 0 0,0 1-1 0 0,5 0 0 0 0,0 1-11 0 0,1 1-1 0 0,-1 0 1 0 0,0 1 0 0 0,0 0 0 0 0,16 8 0 0 0,3 1 48 0 0,-19-9-27 0 0,0 0 0 0 0,1 0 0 0 0,-1-1 1 0 0,1 0-1 0 0,-1-1 0 0 0,1 0 0 0 0,0-1 0 0 0,-1 0 0 0 0,1-1 1 0 0,14-2-1 0 0,-18 1 8 0 0,0 1 0 0 0,-1-1 0 0 0,1-1 1 0 0,0 1-1 0 0,-1-1 0 0 0,1 0 0 0 0,-1-1 1 0 0,0 1-1 0 0,11-9 0 0 0,-3-19 89 0 0,-16 32-100 0 0,0-1 0 0 0,0 1 0 0 0,0-1 0 0 0,0 0-1 0 0,0 0 1 0 0,-1 0 0 0 0,1 0 0 0 0,0 0-1 0 0,0 0 1 0 0,0 0 0 0 0,0-1 0 0 0,-1 1 0 0 0,1-1-1 0 0,0 0 1 0 0,0 1 0 0 0,0-1 0 0 0,0 0 0 0 0,0 0-1 0 0,1-1 1 0 0,-4-1 0 0 0,4 2 7 0 0,-1 0-4 0 0,-5-4-1 0 0,5 3-2 0 0,-3 0-2 0 0,-1 0 0 0 0,1 0 0 0 0,-1 0 0 0 0,0 0 1 0 0,-11-1-1 0 0,15 3-6 0 0,-1 1-45 0 0,-7 1 32 0 0,8-1 9 0 0,-3 7-23 0 0,4-7 28 0 0,0-1 1 0 0,0 1-1 0 0,0 0 0 0 0,1 0 0 0 0,-1 0 0 0 0,0 0 1 0 0,1 0-1 0 0,-1 0 0 0 0,1 0 0 0 0,-1 0 0 0 0,1 0 1 0 0,0 0-1 0 0,-1 0 0 0 0,1 0 0 0 0,0 1 0 0 0,0-1 1 0 0,-1 0-1 0 0,1 0 0 0 0,0 0 0 0 0,1 2 0 0 0,0 2-1 0 0,0 0-1 0 0,1 0 1 0 0,-1 0-1 0 0,1-1 0 0 0,1 1 1 0 0,-1-1-1 0 0,1 1 0 0 0,-1-1 1 0 0,1 0-1 0 0,0 0 1 0 0,1 0-1 0 0,-1-1 0 0 0,1 1 1 0 0,-1-1-1 0 0,1 1 1 0 0,0-1-1 0 0,1-1 0 0 0,-1 1 1 0 0,0 0-1 0 0,1-1 1 0 0,8 3-1 0 0,2 1 16 0 0,2-2 0 0 0,-1 1 0 0 0,0-2 0 0 0,1 0 1 0 0,20 0-1 0 0,-30-2-1 0 0,-1-1 1 0 0,1 0 0 0 0,0 0 0 0 0,0-1 0 0 0,0 0-1 0 0,9-2 1 0 0,-14 2-5 0 0,0 1 1 0 0,1-1-1 0 0,-1 0 0 0 0,0 0 0 0 0,0 0 1 0 0,0-1-1 0 0,0 1 0 0 0,0 0 0 0 0,0-1 0 0 0,0 1 1 0 0,0-1-1 0 0,-1 0 0 0 0,1 0 0 0 0,-1 1 0 0 0,1-1 1 0 0,-1 0-1 0 0,0 0 0 0 0,1 0 0 0 0,-1-1 1 0 0,0 1-1 0 0,-1 0 0 0 0,1 0 0 0 0,0 0 0 0 0,0-1 1 0 0,-1 1-1 0 0,0-1 0 0 0,1-2 0 0 0,-1 3 4 0 0,-4-28 38 0 0,3 28-47 0 0,-1-1-1 0 0,1 1 0 0 0,-1-1 0 0 0,1 1 0 0 0,-1-1 1 0 0,0 1-1 0 0,0 0 0 0 0,0 0 0 0 0,0 0 0 0 0,-1 0 0 0 0,1 1 1 0 0,0-1-1 0 0,-1 0 0 0 0,1 1 0 0 0,-1 0 0 0 0,0 0 1 0 0,1-1-1 0 0,-1 2 0 0 0,0-1 0 0 0,0 0 0 0 0,1 0 1 0 0,-1 1-1 0 0,0 0 0 0 0,0-1 0 0 0,0 1 0 0 0,0 0 1 0 0,0 1-1 0 0,-5 0 0 0 0,-53 11-49 0 0,62-12 22 0 0,29-9 27 0 0,-15 5-8 0 0,0 0 1 0 0,1 0-1 0 0,-1 2 0 0 0,1 0 1 0 0,0 1-1 0 0,0 0 1 0 0,17 3-1 0 0,-25-2 3 0 0,0 2 0 0 0,0-1 0 0 0,0 1 0 0 0,0 0 0 0 0,-1 1 0 0 0,1 0 0 0 0,-1 0 0 0 0,1 0 0 0 0,-1 1 1 0 0,0 0-1 0 0,0 1 0 0 0,-1-1 0 0 0,1 2 0 0 0,-1-1 0 0 0,10 11 0 0 0,-10-9 1 0 0,-4-5 9 0 0,1 1-1 0 0,0 0 0 0 0,-1-1 1 0 0,0 1-1 0 0,0 0 0 0 0,0 1 1 0 0,0-1-1 0 0,0 0 1 0 0,0 1-1 0 0,-1-1 0 0 0,2 7 1 0 0,-3-8-91 0 0,-1 0 0 0 0,1 0 0 0 0,-1 0 0 0 0,0 0 0 0 0,0 1 1 0 0,0-2-1 0 0,0 1 0 0 0,0 0 0 0 0,-1 0 0 0 0,1 0 0 0 0,0 0 0 0 0,-1-1 1 0 0,1 1-1 0 0,-1-1 0 0 0,0 1 0 0 0,1-1 0 0 0,-1 1 0 0 0,-3 1 1 0 0,3-3-1129 0 0,-12 2-4551 0 0</inkml:trace>
</inkml:ink>
</file>

<file path=ppt/ink/ink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2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1 134 992 0 0,'9'-26'4907'0'0,"-1"0"1"0"0,7-46-1 0 0,-11 63-4250 0 0</inkml:trace>
</inkml:ink>
</file>

<file path=ppt/ink/ink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5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33 764 0 0,'0'-1'164'0'0,"0"-1"0"0"0,-1 1 0 0 0,1-1-1 0 0,0 1 1 0 0,-1-1 0 0 0,0 1 0 0 0,1-1 0 0 0,-1 1-1 0 0,0-1 1 0 0,0 1 0 0 0,0 0 0 0 0,0-1 0 0 0,0 1-1 0 0,0 0 1 0 0,0 0 0 0 0,0 0 0 0 0,0 0 0 0 0,0 0 0 0 0,-1 0-1 0 0,1 0 1 0 0,0 0 0 0 0,-1 0 0 0 0,1 1 0 0 0,-4-2-1 0 0,2 1-23 0 0,-1 1-1 0 0,1 0 0 0 0,0-1 0 0 0,-1 2 1 0 0,1-1-1 0 0,-1 0 0 0 0,1 0 0 0 0,0 1 0 0 0,-1 0 1 0 0,1 0-1 0 0,-4 1 0 0 0,-8 4 164 0 0,1 1 0 0 0,0 0 0 0 0,1 0 0 0 0,-14 11 0 0 0,16-10-117 0 0,1 1 0 0 0,-1 0-1 0 0,2 0 1 0 0,-1 1 0 0 0,1 0 0 0 0,1 1 0 0 0,0 0 0 0 0,-8 14 0 0 0,12-18-109 0 0,1 0 0 0 0,0 0 0 0 0,0 0 1 0 0,0 0-1 0 0,1 0 0 0 0,0 1 0 0 0,0-1 0 0 0,1 0 1 0 0,0 1-1 0 0,1 0 0 0 0,-1-1 0 0 0,1 1 0 0 0,1-1 1 0 0,-1 1-1 0 0,1 0 0 0 0,3 8 0 0 0,-3-13-55 0 0,0 0-1 0 0,0 0 0 0 0,0 0 0 0 0,0 0 1 0 0,1 0-1 0 0,-1 0 0 0 0,1-1 0 0 0,-1 1 1 0 0,1 0-1 0 0,0-1 0 0 0,0 0 0 0 0,1 1 1 0 0,-1-1-1 0 0,0 0 0 0 0,1 0 0 0 0,-1 0 1 0 0,1-1-1 0 0,0 1 0 0 0,0 0 0 0 0,-1-1 1 0 0,6 2-1 0 0,-2-2 1 0 0,-1 0 1 0 0,0 0-1 0 0,1-1 1 0 0,-1 1-1 0 0,0-1 1 0 0,1-1-1 0 0,-1 1 1 0 0,1-1-1 0 0,-1 0 1 0 0,0 0-1 0 0,0 0 1 0 0,6-3-1 0 0,-2 1 4 0 0,-1 0-1 0 0,1-1 0 0 0,0 0 1 0 0,-1-1-1 0 0,0 0 0 0 0,0 0 0 0 0,-1-1 1 0 0,1 0-1 0 0,-1 0 0 0 0,0-1 1 0 0,-1 1-1 0 0,1-2 0 0 0,-1 1 0 0 0,7-12 1 0 0,-10 11-10 0 0,1 0 1 0 0,-1 0 0 0 0,-1 0 0 0 0,1 0-1 0 0,-1 0 1 0 0,-1-1 0 0 0,0 1-1 0 0,0 0 1 0 0,0-1 0 0 0,-1 1-1 0 0,-1-1 1 0 0,1 1 0 0 0,-1-1 0 0 0,-1 1-1 0 0,1-1 1 0 0,-1 1 0 0 0,-1 0-1 0 0,0 0 1 0 0,0 0 0 0 0,-8-14-1 0 0,10 21-68 0 0,0 0 0 0 0,0 1-1 0 0,0-1 1 0 0,0 0-1 0 0,0 0 1 0 0,0 0-1 0 0,0 1 1 0 0,0-1-1 0 0,-1 1 1 0 0,1-1-1 0 0,0 1 1 0 0,0-1-1 0 0,-1 1 1 0 0,1 0-1 0 0,0-1 1 0 0,-1 1-1 0 0,1 0 1 0 0,0 0-1 0 0,-1 0 1 0 0,1 0-1 0 0,0 0 1 0 0,-1 1-1 0 0,1-1 1 0 0,0 0-1 0 0,-2 1 1 0 0,2-1-184 0 0,0 0 1 0 0,1 1 0 0 0,-1-1-1 0 0,0 1 1 0 0,0-1-1 0 0,1 0 1 0 0,-1 1 0 0 0,0 0-1 0 0,0-1 1 0 0,1 1 0 0 0,-1-1-1 0 0,1 1 1 0 0,-1 0-1 0 0,0-1 1 0 0,1 1 0 0 0,0 0-1 0 0,-1-1 1 0 0,1 1-1 0 0,-1 0 1 0 0,1 0 0 0 0,0 0-1 0 0,-1-1 1 0 0,1 1 0 0 0,0 0-1 0 0,0 2 1 0 0,-1 9-2597 0 0</inkml:trace>
</inkml:ink>
</file>

<file path=ppt/ink/ink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5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42 600 0 0,'-1'-2'235'0'0,"0"-1"0"0"0,0 1-1 0 0,-1-1 1 0 0,1 1 0 0 0,-1-1 0 0 0,1 1-1 0 0,-1 0 1 0 0,0 0 0 0 0,0 0-1 0 0,0 0 1 0 0,0 0 0 0 0,0 1 0 0 0,0-1-1 0 0,-1 0 1 0 0,1 1 0 0 0,-1 0 0 0 0,1-1-1 0 0,-1 1 1 0 0,1 0 0 0 0,-1 0 0 0 0,1 1-1 0 0,-1-1 1 0 0,0 0 0 0 0,0 1 0 0 0,1 0-1 0 0,-1 0 1 0 0,0 0 0 0 0,0 0 0 0 0,-5 1-1 0 0,-16 5 541 0 0,15-3-570 0 0,1 1 0 0 0,0 0-1 0 0,0 0 1 0 0,0 1-1 0 0,0 0 1 0 0,1 1-1 0 0,0-1 1 0 0,0 1-1 0 0,0 1 1 0 0,1-1-1 0 0,0 1 1 0 0,-5 8-1 0 0,8-11-160 0 0,1 0-1 0 0,0-1 0 0 0,0 1 0 0 0,1 0 1 0 0,-1 0-1 0 0,1 0 0 0 0,0 0 0 0 0,0 0 1 0 0,0 1-1 0 0,0-1 0 0 0,1 0 0 0 0,0 0 1 0 0,0 1-1 0 0,0-1 0 0 0,0 0 0 0 0,1 0 1 0 0,-1 0-1 0 0,1 1 0 0 0,0-1 0 0 0,0 0 0 0 0,1 0 1 0 0,-1 0-1 0 0,1 0 0 0 0,0-1 0 0 0,0 1 1 0 0,0 0-1 0 0,1-1 0 0 0,2 4 0 0 0,3 3-83 0 0,1-1 0 0 0,0-1-1 0 0,0 0 1 0 0,1 0-1 0 0,0 0 1 0 0,0-1 0 0 0,1-1-1 0 0,0 0 1 0 0,18 7-1 0 0,-11-6-2242 0 0,1 0-1 0 0,35 7 1 0 0,-36-12-573 0 0</inkml:trace>
</inkml:ink>
</file>

<file path=ppt/ink/ink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5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28 424 0 0,'-16'-27'4682'0'0,"10"27"-4399"0"0,0 0 0 0 0,-1 0 0 0 0,1 1 0 0 0,0-1 0 0 0,0 1 0 0 0,0 1 0 0 0,1-1 1 0 0,-1 1-1 0 0,0 0 0 0 0,0 0 0 0 0,1 1 0 0 0,-1 0 0 0 0,1 0 0 0 0,0 0 0 0 0,0 0 0 0 0,0 1 0 0 0,0 0 1 0 0,1 0-1 0 0,-5 5 0 0 0,5-5-198 0 0,0-1 1 0 0,0 1-1 0 0,0 0 1 0 0,0 1-1 0 0,1-1 1 0 0,0 1-1 0 0,0 0 0 0 0,0-1 1 0 0,1 1-1 0 0,-1 0 1 0 0,1 1-1 0 0,0-1 1 0 0,1 0-1 0 0,-1 1 1 0 0,1-1-1 0 0,0 1 1 0 0,0-1-1 0 0,1 1 0 0 0,0-1 1 0 0,0 1-1 0 0,1 7 1 0 0,0-9-78 0 0,1 1-1 0 0,1-1 1 0 0,-1 0 0 0 0,1 0-1 0 0,-1 0 1 0 0,1 0 0 0 0,0-1 0 0 0,0 1-1 0 0,1-1 1 0 0,-1 0 0 0 0,1 0-1 0 0,0 0 1 0 0,-1 0 0 0 0,1-1 0 0 0,0 1-1 0 0,1-1 1 0 0,-1 0 0 0 0,0 0-1 0 0,9 2 1 0 0,2 1-643 0 0,1-1-1 0 0,-1-1 0 0 0,1 0 1 0 0,24 1-1 0 0,-1-3-4122 0 0,-19-2 2020 0 0</inkml:trace>
</inkml:ink>
</file>

<file path=ppt/ink/ink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7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10 592 0 0,'-3'-9'9515'0'0,"-1"14"-9425"0"0,1 0 0 0 0,-1 1 0 0 0,1-1 0 0 0,1 1 0 0 0,-1 0 0 0 0,1 0 0 0 0,0 0 1 0 0,0 0-1 0 0,1 0 0 0 0,0 0 0 0 0,0 0 0 0 0,0 0 0 0 0,1 1 0 0 0,0-1 0 0 0,0 0 0 0 0,0 1 0 0 0,1-1 0 0 0,2 8 0 0 0,-2-10-70 0 0,0 0 0 0 0,0-1 0 0 0,0 1 1 0 0,0 0-1 0 0,1 0 0 0 0,0-1 0 0 0,0 1 0 0 0,0-1 0 0 0,0 1 0 0 0,0-1 0 0 0,1 0 0 0 0,0 0 0 0 0,-1 0 0 0 0,1 0 0 0 0,0-1 0 0 0,1 1 0 0 0,-1-1 0 0 0,0 0 0 0 0,1 1 0 0 0,-1-2 0 0 0,1 1 0 0 0,-1 0 0 0 0,1-1 0 0 0,0 1 0 0 0,0-1 0 0 0,0 0 0 0 0,0-1 0 0 0,0 1 0 0 0,0 0 0 0 0,7-1 0 0 0,-3 0-2 0 0,0 0-1 0 0,0-1 1 0 0,0 0 0 0 0,0 0-1 0 0,0-1 1 0 0,0 0-1 0 0,0 0 1 0 0,0-1 0 0 0,0 0-1 0 0,-1 0 1 0 0,9-6 0 0 0,0-2 20 0 0,-1-1 0 0 0,-1 0 0 0 0,25-28 0 0 0,-22 26 11 0 0,-13 23-55 0 0,-4-6 3 0 0,0 0 0 0 0,1 0 0 0 0,0 0 0 0 0,0 1-1 0 0,0-1 1 0 0,0-1 0 0 0,0 1 0 0 0,0 0-1 0 0,1 0 1 0 0,-1 0 0 0 0,4 3 0 0 0,-1-2 2 0 0,0 0-1 0 0,0-1 1 0 0,0 0 0 0 0,1 0-1 0 0,0 0 1 0 0,-1 0 0 0 0,1-1-1 0 0,0 1 1 0 0,0-1 0 0 0,0 0-1 0 0,1-1 1 0 0,6 2 0 0 0,-8-3 5 0 0,1 1 1 0 0,-1-1-1 0 0,0 0 1 0 0,1-1 0 0 0,-1 1-1 0 0,0-1 1 0 0,0 0 0 0 0,0 0-1 0 0,1 0 1 0 0,-1-1-1 0 0,0 1 1 0 0,0-1 0 0 0,7-4-1 0 0,0-2 22 0 0,-1 0 0 0 0,1-1-1 0 0,15-18 1 0 0,-24 24-19 0 0,-1-2 1 0 0,-1 4 4 0 0,1 0-10 0 0,-1 1-1 0 0,1 0 0 0 0,0-1 1 0 0,-1 1-1 0 0,1 0 1 0 0,0-1-1 0 0,-1 1 0 0 0,1-1 1 0 0,-1 1-1 0 0,1-1 1 0 0,-1 1-1 0 0,1-1 0 0 0,-1 1 1 0 0,0-1-1 0 0,1 1 1 0 0,-1-1-1 0 0,0 0 0 0 0,1 1 1 0 0,-1-1-1 0 0,0 0 1 0 0,1 0-1 0 0,-6-8-18 0 0,-17 2-192 0 0,22 7 208 0 0,0 0 1 0 0,1 0-1 0 0,-1 0 0 0 0,1 0 1 0 0,-1 0-1 0 0,0 1 1 0 0,1-1-1 0 0,-1 0 0 0 0,0 0 1 0 0,1 0-1 0 0,-1 1 1 0 0,0-1-1 0 0,0 0 0 0 0,1 0 1 0 0,-1 1-1 0 0,0-1 1 0 0,1 0-1 0 0,-1 0 0 0 0,0 1 1 0 0,0-1-1 0 0,0 0 1 0 0,1 1-1 0 0,-1-1 0 0 0,0 0 1 0 0,0 1-1 0 0,0-1 1 0 0,0 1-1 0 0,0-1 0 0 0,0 1 1 0 0,1 1 3 0 0,0-1 0 0 0,-1 1 0 0 0,1-1 1 0 0,0 1-1 0 0,0-1 0 0 0,0 1 0 0 0,0-1 0 0 0,0 1 1 0 0,0-1-1 0 0,0 0 0 0 0,0 1 0 0 0,0-1 0 0 0,3 2 1 0 0,-2-2-10 0 0,57 45-56 0 0,-55-44 67 0 0,0 0 1 0 0,1-1-1 0 0,-1 0 1 0 0,1 0-1 0 0,-1 0 1 0 0,1-1-1 0 0,-1 0 1 0 0,1 0-1 0 0,-1 0 1 0 0,1 0-1 0 0,-1 0 1 0 0,1-1-1 0 0,-1 0 1 0 0,1 0-1 0 0,-1 0 1 0 0,5-3-1 0 0,3 0 24 0 0,0-2 1 0 0,-1 1-1 0 0,1-2 0 0 0,12-8 0 0 0,-20 10-22 0 0,-1 0 0 0 0,1 1 0 0 0,-1-1 0 0 0,0 0 0 0 0,0-1 0 0 0,0 1 0 0 0,-1 0 0 0 0,0-1 0 0 0,0 1 0 0 0,1-8 0 0 0,0 6 46 0 0,-3 5-36 0 0,2 1-11 0 0,3-3-2 0 0,-4 3 152 0 0,13 110 432 0 0,-12-101-596 0 0,-1 0 0 0 0,-1 1 0 0 0,1-1 0 0 0,-2 0 0 0 0,-1 13 0 0 0,-6 4-4046 0 0,-5-15-3069 0 0</inkml:trace>
</inkml:ink>
</file>

<file path=ppt/ink/ink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8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45 804 0 0,'-6'-10'2950'0'0,"6"10"-2852"0"0,0 0 1 0 0,0 0-1 0 0,0-1 1 0 0,0 1-1 0 0,0 0 1 0 0,0 0 0 0 0,0 0-1 0 0,0-1 1 0 0,0 1-1 0 0,0 0 1 0 0,0 0-1 0 0,0 0 1 0 0,-1 0 0 0 0,1-1-1 0 0,0 1 1 0 0,0 0-1 0 0,0 0 1 0 0,0 0-1 0 0,0 0 1 0 0,-1 0-1 0 0,1-1 1 0 0,0 1 0 0 0,0 0-1 0 0,0 0 1 0 0,0 0-1 0 0,-1 0 1 0 0,1 0-1 0 0,0 0 1 0 0,0 0 0 0 0,0 0-1 0 0,-1 0 1 0 0,1 0-1 0 0,0 0 1 0 0,0 0-1 0 0,0 0 1 0 0,-1 0 0 0 0,1 0-1 0 0,0 0 1 0 0,0 0-1 0 0,-1 0 1 0 0,1 0-1 0 0,0 0 1 0 0,0 0 0 0 0,0 0-1 0 0,0 0 1 0 0,-1 0-1 0 0,1 0 1 0 0,0 0-1 0 0,0 1 1 0 0,0-1 0 0 0,-1 0-1 0 0,1 0 1 0 0,0 0-1 0 0,0 1 1 0 0,-4 8 224 0 0,0 1-1 0 0,0 0 1 0 0,1 0 0 0 0,1 1 0 0 0,0-1-1 0 0,-1 16 1 0 0,2-22-246 0 0,1-1 1 0 0,0 1-1 0 0,0 0 0 0 0,0 0 0 0 0,0 0 1 0 0,0-1-1 0 0,1 1 0 0 0,0 0 0 0 0,0 0 1 0 0,0-1-1 0 0,0 1 0 0 0,1-1 0 0 0,-1 1 0 0 0,1-1 1 0 0,0 0-1 0 0,0 1 0 0 0,0-1 0 0 0,0 0 1 0 0,1 0-1 0 0,-1 0 0 0 0,1-1 0 0 0,4 4 1 0 0,-5-4-48 0 0,1-1 1 0 0,0 0-1 0 0,0 0 1 0 0,0 0 0 0 0,1 0-1 0 0,-1-1 1 0 0,0 1-1 0 0,0-1 1 0 0,0 0 0 0 0,0 0-1 0 0,1 0 1 0 0,-1 0-1 0 0,0 0 1 0 0,0-1-1 0 0,0 1 1 0 0,0-1 0 0 0,1 0-1 0 0,-1 0 1 0 0,0 0-1 0 0,-1-1 1 0 0,1 1 0 0 0,0-1-1 0 0,4-2 1 0 0,8-6 71 0 0,0 0 1 0 0,26-25-1 0 0,-33 28-47 0 0,-6 5-51 0 0,0-1 0 0 0,0 1 0 0 0,0 0 0 0 0,1 0 1 0 0,-1 0-1 0 0,0 0 0 0 0,1 1 0 0 0,-1-1 1 0 0,1 1-1 0 0,0-1 0 0 0,3 0 0 0 0,-5 1-14 0 0,35 21-4 0 0,-34-19 19 0 0,1-1 1 0 0,22 0 0 0 0,-23 0 2 0 0,33-10 82 0 0,-31 7-81 0 0,0 1-1 0 0,0-1 1 0 0,-1 0 0 0 0,1 0-1 0 0,-1-1 1 0 0,0 1-1 0 0,0-1 1 0 0,0 0 0 0 0,0 1-1 0 0,0-1 1 0 0,-1 0 0 0 0,0-1-1 0 0,0 1 1 0 0,0 0 0 0 0,0-1-1 0 0,-1 1 1 0 0,0-1-1 0 0,1 1 1 0 0,-1-10 0 0 0,0 12 1 0 0,0-20 32 0 0,-1 20-26 0 0,2-4-29 0 0,-2 3 5 0 0,0 5-41 0 0,0 4-300 0 0,-3 10 853 0 0,-5-5-5684 0 0</inkml:trace>
</inkml:ink>
</file>

<file path=ppt/ink/ink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8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1 116 0 0,'0'0'2287'0'0,"1"20"1679"0"0,-3-6-3137 0 0,1 1 0 0 0,0 0-1 0 0,1 0 1 0 0,1-1 0 0 0,1 1 0 0 0,0 0-1 0 0,1-1 1 0 0,6 22 0 0 0,-8-33-921 0 0,-1-1 1 0 0,1 1-1 0 0,-1-1 1 0 0,0 1-1 0 0,0-1 1 0 0,0 0-1 0 0,0 1 1 0 0,-1-1-1 0 0,1 1 1 0 0,-1-1-1 0 0,0 4 0 0 0,-2 8-7022 0 0</inkml:trace>
</inkml:ink>
</file>

<file path=ppt/ink/ink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9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39 808 0 0,'0'-1'237'0'0,"0"1"1"0"0,0 0-1 0 0,0-1 0 0 0,0 1 0 0 0,0-1 1 0 0,0 1-1 0 0,0 0 0 0 0,0-1 0 0 0,1 1 1 0 0,-1-1-1 0 0,0 1 0 0 0,0 0 0 0 0,0-1 0 0 0,0 1 1 0 0,1 0-1 0 0,-1-1 0 0 0,0 1 0 0 0,0 0 1 0 0,0-1-1 0 0,1 1 0 0 0,-1 0 0 0 0,0-1 1 0 0,1 1-1 0 0,-1 0 0 0 0,0 0 0 0 0,1-1 1 0 0,-1 1-1 0 0,0 0 0 0 0,1 0 0 0 0,-1 0 1 0 0,0 0-1 0 0,1 0 0 0 0,-1-1 0 0 0,1 1 1 0 0,-1 0-1 0 0,0 0 0 0 0,1 0 0 0 0,-1 0 1 0 0,1 0-1 0 0,-1 0 0 0 0,7 18 2220 0 0,-1 29-1379 0 0,-2 14 499 0 0,9 85 532 0 0,13 49-1727 0 0,-24-174-3692 0 0,-4-29 56 0 0,1 3 2968 0 0,0-1 1 0 0,1 1-1 0 0,0 0 1 0 0,0 0-1 0 0,0-1 1 0 0,1 1-1 0 0,1-9 1 0 0,3 3 137 0 0,-1 0 0 0 0,2 0 1 0 0,-1 1-1 0 0,1 0 1 0 0,1 0-1 0 0,0 0 0 0 0,0 1 1 0 0,10-10-1 0 0,10-7 175 0 0,38-28-1 0 0,-41 35 176 0 0,-1 0 0 0 0,-1-2-1 0 0,24-28 1 0 0,-39 42 22 0 0,-1-1 0 0 0,0 0 1 0 0,-1-1-1 0 0,0 1 0 0 0,0-1 0 0 0,-1 0 1 0 0,0 0-1 0 0,0-1 0 0 0,-1 1 0 0 0,-1-1 0 0 0,1 1 1 0 0,-2-1-1 0 0,1 0 0 0 0,-1-10 0 0 0,-1 19-196 0 0,1 0-1 0 0,-1 0 1 0 0,0 1-1 0 0,0-1 1 0 0,0 0-1 0 0,0 0 1 0 0,0 1-1 0 0,0-1 1 0 0,0 0-1 0 0,0 0 1 0 0,-1 1-1 0 0,1-1 1 0 0,0 0-1 0 0,0 1 0 0 0,0-1 1 0 0,-1 0-1 0 0,1 0 1 0 0,0 1-1 0 0,-1-1 1 0 0,1 1-1 0 0,-1-1 1 0 0,1 0-1 0 0,-1 1 1 0 0,1-1-1 0 0,-1 1 1 0 0,1-1-1 0 0,-1 1 1 0 0,1-1-1 0 0,-1 1 1 0 0,0 0-1 0 0,1-1 0 0 0,-1 1 1 0 0,0 0-1 0 0,1-1 1 0 0,-1 1-1 0 0,0 0 1 0 0,0 0-1 0 0,1 0 1 0 0,-1 0-1 0 0,0-1 1 0 0,0 1-1 0 0,1 0 1 0 0,-1 0-1 0 0,0 0 1 0 0,0 1-1 0 0,1-1 0 0 0,-1 0 1 0 0,0 0-1 0 0,1 0 1 0 0,-1 1-1 0 0,0-1 1 0 0,0 0-1 0 0,0 1 1 0 0,-3 1 41 0 0,1 0 0 0 0,1 0 1 0 0,-1 0-1 0 0,0 1 0 0 0,0-1 0 0 0,1 1 1 0 0,0-1-1 0 0,-1 1 0 0 0,-2 5 1 0 0,-1 3 22 0 0,1 1-1 0 0,1-1 1 0 0,0 1 0 0 0,0 0 0 0 0,2 0 0 0 0,-1 0 0 0 0,1 0 0 0 0,1 0 0 0 0,0 1-1 0 0,2 15 1 0 0,1 8 102 0 0,2 0-1 0 0,11 44 0 0 0,-14-74-168 0 0,1 0 1 0 0,0-1 0 0 0,0 1-1 0 0,1 0 1 0 0,-1 0-1 0 0,1-1 1 0 0,0 0-1 0 0,1 1 1 0 0,-1-1 0 0 0,1 0-1 0 0,0-1 1 0 0,0 1-1 0 0,1-1 1 0 0,-1 0-1 0 0,1 0 1 0 0,9 6 0 0 0,-10-8-272 0 0,0 0 1 0 0,-1 0 0 0 0,1-1 0 0 0,0 0 0 0 0,0 0 0 0 0,0 0 0 0 0,0 0 0 0 0,0 0 0 0 0,7 0 0 0 0,-1 0-4881 0 0,-5 1 3378 0 0,8-4-2225 0 0</inkml:trace>
</inkml:ink>
</file>

<file path=ppt/ink/ink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29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67 304 0 0,'-9'-41'8330'0'0,"7"20"-1739"0"0,8 16-6462 0 0,-15 20-4206 0 0,-3-2-1475 0 0</inkml:trace>
</inkml:ink>
</file>

<file path=ppt/ink/ink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1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1 600 0 0,'-4'0'930'0'0,"-7"4"-546"0"0,0 1 0 0 0,-1-1 0 0 0,2 2-1 0 0,-1-1 1 0 0,1 2 0 0 0,-1-1 0 0 0,2 1 0 0 0,-1 1-1 0 0,1 0 1 0 0,0 0 0 0 0,1 1 0 0 0,0 0 0 0 0,0 0-1 0 0,1 1 1 0 0,0 0 0 0 0,-7 14 0 0 0,9-16-219 0 0,1 1-1 0 0,0-1 1 0 0,1 1 0 0 0,0 1 0 0 0,0-1 0 0 0,1 0 0 0 0,0 1 0 0 0,1-1 0 0 0,-1 16 0 0 0,2-18-78 0 0,1-1 1 0 0,0 1-1 0 0,0-1 0 0 0,0 1 1 0 0,1-1-1 0 0,0 0 1 0 0,0 0-1 0 0,0 0 1 0 0,1 0-1 0 0,0 0 1 0 0,0 0-1 0 0,0-1 1 0 0,1 1-1 0 0,0-1 1 0 0,5 6-1 0 0,-6-8-53 0 0,0 0 1 0 0,0 0-1 0 0,0 0 0 0 0,1 0 0 0 0,-1-1 1 0 0,1 1-1 0 0,0-1 0 0 0,-1 0 0 0 0,1 0 1 0 0,0-1-1 0 0,0 1 0 0 0,0-1 1 0 0,0 1-1 0 0,1-1 0 0 0,-1-1 0 0 0,0 1 1 0 0,7 0-1 0 0,-5-1 1 0 0,0-1 0 0 0,0 0-1 0 0,1 0 1 0 0,-1-1 0 0 0,0 1 0 0 0,0-1 0 0 0,0-1-1 0 0,0 1 1 0 0,-1-1 0 0 0,10-6 0 0 0,2-3 20 0 0,-1 0 0 0 0,-1-2 0 0 0,0 0-1 0 0,0 0 1 0 0,-2-1 0 0 0,16-23 0 0 0,-26 34-51 0 0,0 0 0 0 0,0 0-1 0 0,0 0 1 0 0,0 1 0 0 0,1-1 0 0 0,-1 1-1 0 0,1 0 1 0 0,0 0 0 0 0,0 0 0 0 0,0 0-1 0 0,0 1 1 0 0,7-3 0 0 0,-1 3-4 0 0,0 1 0 0 0,0 0 0 0 0,0 0 0 0 0,1 2 0 0 0,-1-1 0 0 0,0 1-1 0 0,0 0 1 0 0,0 1 0 0 0,17 6 0 0 0,19 1 16 0 0,-31-7-18 0 0,3 1 10 0 0,0-2 0 0 0,33 0 0 0 0,-48-1-1 0 0,1-1-1 0 0,0 1 1 0 0,0 0 0 0 0,-1-1-1 0 0,1 0 1 0 0,-1 0 0 0 0,1 0-1 0 0,-1-1 1 0 0,1 1-1 0 0,-1-1 1 0 0,0 0 0 0 0,1 0-1 0 0,-1 0 1 0 0,0 0 0 0 0,0 0-1 0 0,-1-1 1 0 0,1 1 0 0 0,0-1-1 0 0,3-4 1 0 0,-5 5 12 0 0,0 0 1 0 0,0 0-1 0 0,-1 0 0 0 0,1 0 1 0 0,0 0-1 0 0,-1 0 0 0 0,1 0 1 0 0,-1 0-1 0 0,0 0 0 0 0,1-1 1 0 0,-1 1-1 0 0,0 0 0 0 0,-1 0 1 0 0,1 0-1 0 0,0-1 0 0 0,0 1 1 0 0,-1 0-1 0 0,0-2 0 0 0,-19-39 419 0 0,13 31-350 0 0,-1-4-1866 0 0,13 23-3125 0 0,4 6 3509 0 0,3 1-1714 0 0</inkml:trace>
</inkml:ink>
</file>

<file path=ppt/ink/ink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1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43 880 0 0,'-1'1'181'0'0,"-1"-1"-1"0"0,1 1 0 0 0,-1 0 1 0 0,1 0-1 0 0,0 0 1 0 0,0 0-1 0 0,-1 0 1 0 0,1 0-1 0 0,0 0 1 0 0,0 0-1 0 0,0 0 1 0 0,0 0-1 0 0,1 1 0 0 0,-1-1 1 0 0,0 0-1 0 0,0 1 1 0 0,1-1-1 0 0,-1 1 1 0 0,1-1-1 0 0,-1 1 1 0 0,1-1-1 0 0,0 1 1 0 0,-1-1-1 0 0,1 4 0 0 0,1-3-61 0 0,-1 0-1 0 0,1 0 0 0 0,0 1 0 0 0,0-1 1 0 0,0 0-1 0 0,0 0 0 0 0,0 0 0 0 0,0 0 1 0 0,1 0-1 0 0,-1 0 0 0 0,1-1 0 0 0,-1 1 1 0 0,1 0-1 0 0,3 2 0 0 0,4 3 93 0 0,0-1-1 0 0,1 1 1 0 0,0-1-1 0 0,1-1 1 0 0,15 6-1 0 0,-19-8-48 0 0,0-1-1 0 0,1 0 0 0 0,-1 0 1 0 0,1-1-1 0 0,0 0 1 0 0,0 0-1 0 0,11-1 0 0 0,-17 0-116 0 0,0 0 0 0 0,-1-1 0 0 0,1 1-1 0 0,0 0 1 0 0,0-1 0 0 0,-1 1 0 0 0,1-1-1 0 0,0 1 1 0 0,-1-1 0 0 0,1 0 0 0 0,0 0-1 0 0,-1 0 1 0 0,1 0 0 0 0,-1 0-1 0 0,0 0 1 0 0,1 0 0 0 0,-1 0 0 0 0,0-1-1 0 0,1 1 1 0 0,-1 0 0 0 0,0-1 0 0 0,0 1-1 0 0,0-1 1 0 0,0 1 0 0 0,-1-1 0 0 0,1 0-1 0 0,0 1 1 0 0,-1-1 0 0 0,1 0 0 0 0,-1 1-1 0 0,1-1 1 0 0,-1 0 0 0 0,0 0 0 0 0,0 0-1 0 0,0 1 1 0 0,0-1 0 0 0,0 0 0 0 0,0 0-1 0 0,-1-3 1 0 0,0-7 49 0 0,-1 1 1 0 0,0-1-1 0 0,-1 0 0 0 0,-7-21 0 0 0,-8 4-4478 0 0</inkml:trace>
</inkml:ink>
</file>

<file path=ppt/ink/ink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2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0 441 352 0 0,'9'2'600'0'0,"0"0"0"0"0,0 1 0 0 0,-1 0 0 0 0,0 0 1 0 0,1 1-1 0 0,-1 0 0 0 0,0 0 0 0 0,-1 1 0 0 0,1 0 0 0 0,-1 0 0 0 0,0 1 0 0 0,9 9 2403 0 0,21-55-2985 0 0,-28 33-300 0 0,0 1 1 0 0,0 1 0 0 0,1 0 0 0 0,0 0 0 0 0,0 1-1 0 0,0 0 1 0 0,0 0 0 0 0,0 1 0 0 0,1 1 0 0 0,0 0-1 0 0,-1 0 1 0 0,1 1 0 0 0,0 0 0 0 0,0 1 0 0 0,-1 0-1 0 0,1 1 1 0 0,0 0 0 0 0,0 1 0 0 0,-1 0 0 0 0,14 5-1 0 0,-21-6 301 0 0,0 1 0 0 0,0 0 0 0 0,-1 0 0 0 0,1 0 0 0 0,-1 1 0 0 0,0-1 0 0 0,0 0 0 0 0,0 1-1 0 0,0 0 1 0 0,0-1 0 0 0,0 1 0 0 0,0 0 0 0 0,-1 0 0 0 0,2 3 0 0 0,-3-3 42 0 0,1-1 0 0 0,1 1 0 0 0,-1-1 1 0 0,0 1-1 0 0,0-1 0 0 0,1 1 0 0 0,-1-1 1 0 0,1 0-1 0 0,0 0 0 0 0,0 0 0 0 0,0 0 0 0 0,0 0 1 0 0,0 0-1 0 0,0-1 0 0 0,0 1 0 0 0,1-1 1 0 0,-1 1-1 0 0,1-1 0 0 0,-1 0 0 0 0,1 0 0 0 0,-1 0 1 0 0,6 1-1 0 0,1-2 72 0 0,1 1-1 0 0,-1-2 1 0 0,0 1-1 0 0,1-2 1 0 0,-1 1-1 0 0,0-1 1 0 0,0 0 0 0 0,0-1-1 0 0,0 0 1 0 0,0-1-1 0 0,-1 1 1 0 0,0-2 0 0 0,11-6-1 0 0,-6 3 65 0 0,-2 0-1 0 0,1 0 1 0 0,-1-2-1 0 0,0 1 1 0 0,-1-1-1 0 0,0-1 1 0 0,0 0-1 0 0,8-13 1 0 0,-13 14-73 0 0,1 1-1 0 0,-1-2 1 0 0,-1 1 0 0 0,0 0-1 0 0,0-1 1 0 0,-1 0 0 0 0,0 0 0 0 0,-1 0-1 0 0,0 0 1 0 0,-1 0 0 0 0,0 0-1 0 0,-1-1 1 0 0,0 1 0 0 0,-1 0 0 0 0,-4-20-1 0 0,2 16-11 0 0,-1 1 1 0 0,-1 0-1 0 0,0 0 0 0 0,-1 0 0 0 0,0 1 0 0 0,-1 0 1 0 0,-1 0-1 0 0,0 1 0 0 0,-1 0 0 0 0,0 0 0 0 0,-16-15 1 0 0,25 27-106 0 0,0-1 1 0 0,-1 1-1 0 0,1-1 1 0 0,0 1 0 0 0,-1-1-1 0 0,1 1 1 0 0,-1-1 0 0 0,1 1-1 0 0,0 0 1 0 0,-1-1-1 0 0,1 1 1 0 0,-1 0 0 0 0,1-1-1 0 0,-1 1 1 0 0,0 0 0 0 0,1 0-1 0 0,-1 0 1 0 0,1-1-1 0 0,-1 1 1 0 0,1 0 0 0 0,-1 0-1 0 0,0 0 1 0 0,1 0 0 0 0,-1 0-1 0 0,1 0 1 0 0,-1 0-1 0 0,1 0 1 0 0,-1 0 0 0 0,0 0-1 0 0,0 1 1 0 0,-5 15 123 0 0,10 28-38 0 0,9-9-55 0 0,2-1 0 0 0,2-1 0 0 0,1 0-1 0 0,29 39 1 0 0,-25-40-14 0 0,-2-1 0 0 0,-2 2 1 0 0,0 1-1 0 0,17 49 0 0 0,-33-77-14 0 0,0 0 1 0 0,0 0 0 0 0,-1 0-1 0 0,0 0 1 0 0,0 0 0 0 0,-1 0 0 0 0,1 0-1 0 0,-1 0 1 0 0,-1 0 0 0 0,1 0-1 0 0,-1 0 1 0 0,0 0 0 0 0,-2 7 0 0 0,1-8-5 0 0,0-1 1 0 0,0 0 0 0 0,-1-1 0 0 0,0 1-1 0 0,1 0 1 0 0,-1-1 0 0 0,0 1 0 0 0,-1-1-1 0 0,1 0 1 0 0,-1 0 0 0 0,1 0-1 0 0,-1 0 1 0 0,0-1 0 0 0,0 0 0 0 0,0 0-1 0 0,0 0 1 0 0,0 0 0 0 0,-7 2 0 0 0,1-1-155 0 0,0 0 1 0 0,0-1-1 0 0,0 0 1 0 0,0 0-1 0 0,0-1 1 0 0,-11 0-1 0 0,-32-9-7415 0 0,39 4 4320 0 0</inkml:trace>
</inkml:ink>
</file>

<file path=ppt/ink/ink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2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72 169 11517 0 0,'-50'-167'2450'0'0,"49"165"-895"0"0,1 9-1296 0 0,15 167 954 0 0,-8-128-957 0 0,-2 0 1 0 0,-2 0-1 0 0,-6 83 1 0 0,1-114-526 0 0,-8 41-28 0 0,-3-33-2876 0 0,-9-7-4577 0 0</inkml:trace>
</inkml:ink>
</file>

<file path=ppt/ink/ink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3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35 11965 0 0,'-10'-34'3840'0'0,"37"125"-4796"0"0,-27-90-50 0 0,0 10-6536 0 0</inkml:trace>
</inkml:ink>
</file>

<file path=ppt/ink/ink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3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64 524 0 0,'0'-56'7369'0'0,"0"54"-6802"0"0,2-4 470 0 0,4 8-3763 0 0,7 12 163 0 0,-10-11 195 0 0</inkml:trace>
</inkml:ink>
</file>

<file path=ppt/ink/ink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4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29 648 0 0,'0'-7'155'0'0,"0"-14"9097"0"0,2 27-8795 0 0,3 15-113 0 0,-2-1 1 0 0,0 1 0 0 0,-1 0 0 0 0,-1 0 0 0 0,-1 0 0 0 0,-3 21 0 0 0,-2 4 264 0 0,-20 80 1 0 0,18-106-468 0 0,5-15-96 0 0,0-1 0 0 0,0 1 0 0 0,1 0 0 0 0,0 0 1 0 0,-1 0-1 0 0,2 0 0 0 0,-1 7 0 0 0,1-12-42 0 0,1 1 0 0 0,0-1 0 0 0,0 0 0 0 0,0 0 0 0 0,0 0 0 0 0,0 1 0 0 0,0-1 0 0 0,0 0 0 0 0,0 0-1 0 0,0 0 1 0 0,0 0 0 0 0,0-1 0 0 0,-1 1 0 0 0,1 0 0 0 0,0 0 0 0 0,0 0 0 0 0,0-1 0 0 0,0 1 0 0 0,0-1 0 0 0,0 1 0 0 0,-1 0 0 0 0,3-2 0 0 0,22-10 49 0 0,-25 12-53 0 0,45-24 86 0 0,-1-3 0 0 0,80-63-1 0 0,-107 72 830 0 0,-35 31-700 0 0,13-1-198 0 0,5-8-11 0 0,1 1-1 0 0,0-1 1 0 0,0 0 0 0 0,0 0-1 0 0,1 0 1 0 0,0 0 0 0 0,-1 0-1 0 0,1 0 1 0 0,1-1-1 0 0,-1 1 1 0 0,0-1 0 0 0,1 1-1 0 0,0-1 1 0 0,0 0 0 0 0,4 4-1 0 0,0-2 1 0 0,0 0 1 0 0,0 0-1 0 0,0-1 0 0 0,1 0 0 0 0,0 0 0 0 0,-1-1 0 0 0,13 4 0 0 0,-6-3 1 0 0,1 0-1 0 0,-1-1 0 0 0,1-1 0 0 0,0 0 0 0 0,0-1 0 0 0,0-1 1 0 0,0-1-1 0 0,25-3 0 0 0,-34 3 7 0 0,0 0-1 0 0,-1 0 1 0 0,1 0 0 0 0,0-1 0 0 0,-1 0-1 0 0,0 0 1 0 0,1-1 0 0 0,-1 0 0 0 0,0 0-1 0 0,0 0 1 0 0,-1 0 0 0 0,1-1 0 0 0,0 1-1 0 0,7-10 1 0 0,-11 12-6 0 0,2-9 489 0 0</inkml:trace>
</inkml:ink>
</file>

<file path=ppt/ink/ink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4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12153 0 0,'12'-6'304'0'0,"-3"-5"-8"0"0,-2 4-20 0 0,-1 0-8 0 0,1-1-72 0 0,-1 1 72 0 0,-1-10-188 0 0,-2 10 60 0 0,2-6-188 0 0,-21 5-3924 0 0,-2 8-3377 0 0</inkml:trace>
</inkml:ink>
</file>

<file path=ppt/ink/ink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6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7 134 512 0 0,'-6'-33'2834'0'0,"6"29"-2668"0"0,0 0 1 0 0,0 0 0 0 0,0 0-1 0 0,0 0 1 0 0,1 0 0 0 0,-1 1-1 0 0,1-1 1 0 0,0 0 0 0 0,0 0-1 0 0,0 1 1 0 0,1-1 0 0 0,-1 0 0 0 0,1 1-1 0 0,0-1 1 0 0,0 1 0 0 0,0 0-1 0 0,1 0 1 0 0,-1 0 0 0 0,1 0-1 0 0,-1 0 1 0 0,1 0 0 0 0,0 1-1 0 0,0-1 1 0 0,0 1 0 0 0,1 0-1 0 0,-1 0 1 0 0,1 0 0 0 0,-1 0-1 0 0,1 1 1 0 0,-1-1 0 0 0,1 1-1 0 0,0 0 1 0 0,0 0 0 0 0,-1 0 0 0 0,1 1-1 0 0,0-1 1 0 0,0 1 0 0 0,0 0-1 0 0,0 0 1 0 0,4 1 0 0 0,5 0-51 0 0,-1 1 1 0 0,0 0 0 0 0,0 0-1 0 0,0 1 1 0 0,0 1 0 0 0,-1 0-1 0 0,1 1 1 0 0,-1 0 0 0 0,0 1-1 0 0,0 0 1 0 0,17 13 0 0 0,-13-5-13 0 0,-1 0 0 0 0,0 0-1 0 0,-1 2 1 0 0,0 0 0 0 0,-2 0 0 0 0,13 23 0 0 0,-17-27-43 0 0,0 2-1 0 0,-1-1 1 0 0,0 1 0 0 0,-1-1 0 0 0,-1 2-1 0 0,0-1 1 0 0,-1 0 0 0 0,-1 1 0 0 0,1 18 0 0 0,-3-27 1 0 0,0 0 0 0 0,-1 1 0 0 0,0-1 0 0 0,0 0 0 0 0,-1 0 1 0 0,1 0-1 0 0,-1 0 0 0 0,-1 0 0 0 0,1-1 0 0 0,-1 1 0 0 0,0-1 1 0 0,0 1-1 0 0,-1-1 0 0 0,1 0 0 0 0,-6 5 0 0 0,8-9-40 0 0,1-1-1 0 0,-1 1 1 0 0,1-1-1 0 0,-1 0 1 0 0,1 1-1 0 0,-1-1 1 0 0,0 0-1 0 0,1 0 1 0 0,-1 1-1 0 0,1-1 1 0 0,-1 0-1 0 0,0 0 1 0 0,0 0-1 0 0,1 0 1 0 0,-1 0-1 0 0,0 0 1 0 0,1 0-1 0 0,-1 0 1 0 0,0 0-1 0 0,1 0 1 0 0,-1 0-1 0 0,0 0 1 0 0,1 0-1 0 0,-1-1 1 0 0,0 1-1 0 0,1 0 1 0 0,-1 0-1 0 0,1-1 1 0 0,-1 1-1 0 0,0 0 1 0 0,1-1-1 0 0,-1 1 1 0 0,0-1-1 0 0,0 0-3 0 0,-1-1-1 0 0,1 1 0 0 0,0 0 1 0 0,0 0-1 0 0,0 0 0 0 0,0-1 1 0 0,0 1-1 0 0,0-1 0 0 0,0 1 0 0 0,1 0 1 0 0,-1-1-1 0 0,0 1 0 0 0,0-4 1 0 0,0-5 19 0 0,1-1 1 0 0,0 0-1 0 0,0 0 0 0 0,1 0 1 0 0,0 0-1 0 0,1 1 1 0 0,1-1-1 0 0,-1 1 1 0 0,2-1-1 0 0,-1 1 0 0 0,1 0 1 0 0,6-10-1 0 0,-1 3-11 0 0,1 0 0 0 0,0 1 0 0 0,2 0 0 0 0,0 1 0 0 0,27-28 0 0 0,-34 40-222 0 0,0-1 0 0 0,0 1 0 0 0,0 0 0 0 0,1 0 0 0 0,-1 0 0 0 0,1 1 0 0 0,0 0-1 0 0,0 0 1 0 0,0 0 0 0 0,0 1 0 0 0,0 0 0 0 0,0 0 0 0 0,0 1 0 0 0,0-1 0 0 0,0 1-1 0 0,0 1 1 0 0,1-1 0 0 0,-1 1 0 0 0,0 0 0 0 0,6 2 0 0 0,-3-1-139 0 0,-1 0-1 0 0,0 1 1 0 0,1 0 0 0 0,-1 0-1 0 0,0 1 1 0 0,-1 0 0 0 0,1 0-1 0 0,-1 1 1 0 0,1 0 0 0 0,-2 1 0 0 0,1-1-1 0 0,0 1 1 0 0,9 11 0 0 0,-12-8 530 0 0,0 1 0 0 0,0-1 0 0 0,0 1 0 0 0,-1-1 0 0 0,-1 1 0 0 0,1 0 1 0 0,-2 0-1 0 0,1 0 0 0 0,-2 0 0 0 0,0 17 0 0 0,3 12 1110 0 0,1 16 371 0 0,-4-53-1580 0 0,3 16 219 0 0</inkml:trace>
</inkml:ink>
</file>

<file path=ppt/ink/ink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6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49 644 0 0,'3'-13'1640'0'0,"-1"-1"-276"0"0,1-1-316 0 0,0 9 105 0 0,18 27-2654 0 0,-18-13-315 0 0,1-2 420 0 0</inkml:trace>
</inkml:ink>
</file>

<file path=ppt/ink/ink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7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1 524 0 0,'-2'0'270'0'0,"0"-1"0"0"0,-1 1 0 0 0,1 0 0 0 0,0 0-1 0 0,0 0 1 0 0,-1 0 0 0 0,1 1 0 0 0,0-1 0 0 0,0 0 0 0 0,0 1 0 0 0,-1 0 0 0 0,1-1-1 0 0,0 1 1 0 0,0 0 0 0 0,0 0 0 0 0,0 0 0 0 0,0 1 0 0 0,0-1 0 0 0,1 0-1 0 0,-3 2 1 0 0,1 1-36 0 0,0 0 0 0 0,0-1 0 0 0,0 1 0 0 0,1 0 0 0 0,-1 0 0 0 0,1 0 0 0 0,0 1 0 0 0,0-1 0 0 0,-1 6 0 0 0,-1 4 64 0 0,1 1 1 0 0,0-1-1 0 0,1 0 1 0 0,1 1 0 0 0,0 20-1 0 0,1-31-259 0 0,0 0-1 0 0,1 0 1 0 0,-1 0-1 0 0,1-1 1 0 0,0 1-1 0 0,0 0 1 0 0,0-1-1 0 0,0 1 1 0 0,0 0-1 0 0,1-1 1 0 0,0 0 0 0 0,0 1-1 0 0,0-1 1 0 0,0 0-1 0 0,0 0 1 0 0,1 0-1 0 0,-1 0 1 0 0,1 0-1 0 0,0-1 1 0 0,0 1-1 0 0,0-1 1 0 0,0 0-1 0 0,0 0 1 0 0,0 0-1 0 0,1 0 1 0 0,-1 0-1 0 0,1-1 1 0 0,-1 1-1 0 0,1-1 1 0 0,0 0-1 0 0,-1 0 1 0 0,1-1-1 0 0,0 1 1 0 0,0-1-1 0 0,5 0 1 0 0,-2 0-12 0 0,0 0 0 0 0,0 0-1 0 0,0-1 1 0 0,0 0 0 0 0,0-1 0 0 0,-1 1-1 0 0,1-1 1 0 0,0-1 0 0 0,-1 1 0 0 0,1-1-1 0 0,-1 0 1 0 0,0 0 0 0 0,0-1 0 0 0,0 0 0 0 0,-1 0-1 0 0,1-1 1 0 0,-1 1 0 0 0,0-1 0 0 0,5-6-1 0 0,-6 6 59 0 0,0 0-1 0 0,-1 0 0 0 0,1 0 0 0 0,-1 0 0 0 0,0-1 0 0 0,-1 1 0 0 0,1-1 0 0 0,-1 0 0 0 0,0 0 0 0 0,-1 0 0 0 0,1 0 0 0 0,-1 0 0 0 0,0 0 0 0 0,-1 0 1 0 0,1-1-1 0 0,-1 1 0 0 0,0 0 0 0 0,-1 0 0 0 0,0 0 0 0 0,-2-10 0 0 0,2 14 595 0 0,1 2-664 0 0,0 0-1 0 0,0 0 0 0 0,0-1 0 0 0,0 1 1 0 0,0 0-1 0 0,0 0 0 0 0,0 0 0 0 0,0-1 1 0 0,0 1-1 0 0,0 0 0 0 0,-1 0 0 0 0,1 0 0 0 0,0 0 1 0 0,0-1-1 0 0,0 1 0 0 0,0 0 0 0 0,0 0 1 0 0,-1 0-1 0 0,1 0 0 0 0,0-1 0 0 0,0 1 1 0 0,0 0-1 0 0,-1 0 0 0 0,1 0 0 0 0,0 0 1 0 0,0 0-1 0 0,0 0 0 0 0,-1 0 0 0 0,1 0 1 0 0,0 0-1 0 0,0 0 0 0 0,0 0 0 0 0,-1 0 0 0 0,1 0 1 0 0,0 0-1 0 0,0 0 0 0 0,0 0 0 0 0,-1 0 1 0 0,1 0-1 0 0,0 0 0 0 0,0 0 0 0 0,-1 0 1 0 0,1 0-1 0 0,0 0 0 0 0,0 0 0 0 0,0 0 1 0 0,-1 1-1 0 0,1-1 0 0 0,0 0 0 0 0,0 0 1 0 0,0 0-1 0 0,0 0 0 0 0,-1 0 0 0 0,1 1 1 0 0,0-1-1 0 0,0 9-85 0 0,0 0 0 0 0,0 1-1 0 0,1-1 1 0 0,0 0 0 0 0,1 0 0 0 0,0 0 0 0 0,0 0 0 0 0,6 12 0 0 0,-5-14-1023 0 0,0-1 1 0 0,0 1 0 0 0,0-1-1 0 0,1 0 1 0 0,0 0-1 0 0,1 0 1 0 0,5 7-1 0 0,2-4-2337 0 0</inkml:trace>
</inkml:ink>
</file>

<file path=ppt/ink/ink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7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262 616 1112 0 0,'0'0'2445'0'0,"-4"-18"2384"0"0,-66-95 443 0 0,-44-77-2965 0 0,100 164-2213 0 0,2 0 1 0 0,2 0 0 0 0,0-2-1 0 0,1 1 1 0 0,-7-44 0 0 0,15 63-81 0 0,0 0 0 0 0,1 0 1 0 0,0 0-1 0 0,1-14 0 0 0,-1 20-11 0 0,0 1 1 0 0,1-1-1 0 0,-1 0 0 0 0,1 1 0 0 0,-1-1 1 0 0,1 0-1 0 0,-1 1 0 0 0,1-1 0 0 0,0 0 0 0 0,0 1 1 0 0,0-1-1 0 0,-1 1 0 0 0,2 0 0 0 0,-1-1 1 0 0,0 1-1 0 0,0 0 0 0 0,0-1 0 0 0,1 1 1 0 0,-1 0-1 0 0,0 0 0 0 0,1 0 0 0 0,-1 0 0 0 0,1 1 1 0 0,-1-1-1 0 0,4-1 0 0 0,-3 2-4 0 0,0 0 0 0 0,-1 0 0 0 0,1 0 0 0 0,0 0 0 0 0,0 0 0 0 0,-1 0 0 0 0,1 1-1 0 0,0-1 1 0 0,-1 1 0 0 0,1-1 0 0 0,0 1 0 0 0,-1 0 0 0 0,1-1 0 0 0,-1 1 0 0 0,1 0 0 0 0,-1 0 0 0 0,1 0 0 0 0,-1 0 0 0 0,0 1-1 0 0,1-1 1 0 0,-1 0 0 0 0,0 0 0 0 0,0 1 0 0 0,0-1 0 0 0,0 1 0 0 0,1 1 0 0 0,18 39 4 0 0,-15-25 0 0 0,-2-1-1 0 0,0 1 1 0 0,0 0-1 0 0,-2 1 0 0 0,0-1 1 0 0,-1 0-1 0 0,0 0 1 0 0,-2 0-1 0 0,-5 29 1 0 0,-1-15 16 0 0,-1 0 1 0 0,-2 0 0 0 0,-1-1-1 0 0,-19 34 1 0 0,28-59-17 0 0,1 0 0 0 0,-1 0 1 0 0,1 0-1 0 0,0 0 0 0 0,0 1 1 0 0,0-1-1 0 0,1 1 0 0 0,-1 7 1 0 0,2-11-19 0 0,0 0 1 0 0,1-1 0 0 0,-1 1-1 0 0,1-1 1 0 0,0 1 0 0 0,-1 0-1 0 0,1-1 1 0 0,0 1 0 0 0,0-1 0 0 0,0 1-1 0 0,0-1 1 0 0,0 0 0 0 0,0 1-1 0 0,0-1 1 0 0,1 0 0 0 0,-1 0 0 0 0,0 0-1 0 0,1 0 1 0 0,-1 0 0 0 0,1 0-1 0 0,-1 0 1 0 0,1-1 0 0 0,-1 1-1 0 0,1 0 1 0 0,0-1 0 0 0,-1 1 0 0 0,1-1-1 0 0,0 0 1 0 0,-1 0 0 0 0,1 1-1 0 0,0-1 1 0 0,2 0 0 0 0,65 9-2787 0 0,-23-10-4198 0 0,-25-1 3320 0 0</inkml:trace>
</inkml:ink>
</file>

<file path=ppt/ink/ink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8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33 468 0 0,'-33'-32'6616'0'0,"31"32"-6029"0"0,-2 1-55 0 0,-3 1-306 0 0,0 1-1 0 0,-1 1 1 0 0,1-1 0 0 0,1 1 0 0 0,-1 0 0 0 0,0 0 0 0 0,1 1-1 0 0,0 0 1 0 0,-10 10 0 0 0,12-11-109 0 0,0 0-1 0 0,0 0 1 0 0,1 1-1 0 0,0-1 1 0 0,0 1 0 0 0,0 0-1 0 0,0 0 1 0 0,1 0-1 0 0,-1 0 1 0 0,1 0 0 0 0,1 1-1 0 0,-1-1 1 0 0,1 1-1 0 0,0-1 1 0 0,0 6-1 0 0,1-9-26 0 0,4 1 43 0 0,-4-3-128 0 0,0 1 0 0 0,1-1 0 0 0,-1 0 0 0 0,0 1 0 0 0,0-1 0 0 0,0 0 0 0 0,1 0 0 0 0,-1 1 0 0 0,0-1 0 0 0,1 0 0 0 0,-1 0 0 0 0,0 1 0 0 0,0-1 0 0 0,1 0 0 0 0,-1 0-1 0 0,0 0 1 0 0,1 0 0 0 0,-1 1 0 0 0,0-1 0 0 0,1 0 0 0 0,-1 0 0 0 0,1 0 0 0 0,-1 0 0 0 0,0 0 0 0 0,1 0 0 0 0,-1 0 0 0 0,0 0 0 0 0,1 0 0 0 0,-1 0 0 0 0,1 0 0 0 0,-1 0 0 0 0,36-12 151 0 0,-27 8-129 0 0,1 1-1 0 0,-1 0 0 0 0,0 1 0 0 0,1-1 0 0 0,0 2 0 0 0,12-1 0 0 0,-19 2-24 0 0,-1 0 0 0 0,1 0 0 0 0,0 1-1 0 0,0-1 1 0 0,-1 1 0 0 0,1 0 0 0 0,0 0 0 0 0,-1 0 0 0 0,1 0-1 0 0,-1 1 1 0 0,0-1 0 0 0,1 1 0 0 0,-1-1 0 0 0,0 1 0 0 0,0 0-1 0 0,0 0 1 0 0,0 0 0 0 0,0 0 0 0 0,0 0 0 0 0,0 0 0 0 0,-1 0 0 0 0,1 1-1 0 0,-1-1 1 0 0,0 1 0 0 0,1-1 0 0 0,-1 1 0 0 0,1 3 0 0 0,4 15 0 0 0,0 1 0 0 0,-1-1 1 0 0,-1 1-1 0 0,-1 0 0 0 0,-1 0 1 0 0,-1 0-1 0 0,-1 0 0 0 0,-1 1 1 0 0,-5 30-1 0 0,-1-11 4 0 0,-2 0-1 0 0,-2-1 0 0 0,-32 79 1 0 0,34-99 13 0 0,-1-1 0 0 0,-20 31 0 0 0,25-44-13 0 0,1-1 0 0 0,-1 0 0 0 0,0 0 0 0 0,-1 0-1 0 0,0 0 1 0 0,0-1 0 0 0,0 0 0 0 0,0 0 0 0 0,-1-1 0 0 0,0 0 0 0 0,-7 4 0 0 0,11-7 7 0 0,-1 0-1 0 0,1 0 1 0 0,-1-1 0 0 0,1 1-1 0 0,-1-1 1 0 0,1 0 0 0 0,-1 0 0 0 0,0 0-1 0 0,1-1 1 0 0,-1 1 0 0 0,1-1 0 0 0,0 0-1 0 0,-1 0 1 0 0,1 0 0 0 0,-1 0-1 0 0,1-1 1 0 0,0 1 0 0 0,0-1 0 0 0,0 0-1 0 0,0 0 1 0 0,0 0 0 0 0,0 0-1 0 0,1-1 1 0 0,-1 1 0 0 0,1-1 0 0 0,-1 1-1 0 0,1-1 1 0 0,0 0 0 0 0,0 0-1 0 0,0 0 1 0 0,-2-4 0 0 0,-1-1 18 0 0,1-1 0 0 0,-1 1-1 0 0,1-1 1 0 0,1 0 0 0 0,0 0 0 0 0,0 0 0 0 0,1 0-1 0 0,0-1 1 0 0,0 1 0 0 0,0-15 0 0 0,3 11-26 0 0,0-1 0 0 0,0 1 0 0 0,1 0 0 0 0,1 0 0 0 0,1 0 0 0 0,-1 0 0 0 0,2 0 0 0 0,0 1 0 0 0,0 0 0 0 0,1 0 1 0 0,1 0-1 0 0,0 1 0 0 0,1 0 0 0 0,0 0 0 0 0,0 1 0 0 0,1 0 0 0 0,1 0 0 0 0,-1 1 0 0 0,2 0 0 0 0,-1 1 0 0 0,1 0 0 0 0,12-6 0 0 0,-10 7-412 0 0,1 1 1 0 0,0 0-1 0 0,-1 1 0 0 0,2 0 0 0 0,-1 2 0 0 0,0-1 0 0 0,25-1 1 0 0,14 2-5518 0 0,-36 1 3136 0 0</inkml:trace>
</inkml:ink>
</file>

<file path=ppt/ink/ink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9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104 438 684 0 0,'0'0'2012'0'0,"-14"-17"2191"0"0,10 16-3964 0 0,0 1 0 0 0,0 0 0 0 0,1 0 0 0 0,-1 1 0 0 0,0-1 0 0 0,0 1 0 0 0,0 0 0 0 0,1 0 0 0 0,-1 0 0 0 0,0 0-1 0 0,1 1 1 0 0,-1-1 0 0 0,1 1 0 0 0,0 0 0 0 0,-1 0 0 0 0,1 0 0 0 0,0 1 0 0 0,0-1 0 0 0,0 1 0 0 0,1-1 0 0 0,-1 1 0 0 0,-4 6-1 0 0,6-8-63 0 0,-5 3 1 0 0,7-4-162 0 0,-1 0 0 0 0,0 0-1 0 0,0 0 1 0 0,0 0 0 0 0,0 0-1 0 0,0 0 1 0 0,0 0 0 0 0,0 0-1 0 0,0 0 1 0 0,1 0 0 0 0,-1 0-1 0 0,0 0 1 0 0,0 1 0 0 0,0-1-1 0 0,0 0 1 0 0,0 0 0 0 0,0 0-1 0 0,0 0 1 0 0,0 0 0 0 0,0 0-1 0 0,1 0 1 0 0,-1 0 0 0 0,0 0-1 0 0,0 0 1 0 0,0 0 0 0 0,0 0-1 0 0,0 1 1 0 0,0-1 0 0 0,0 0-1 0 0,0 0 1 0 0,0 0 0 0 0,0 0-1 0 0,0 0 1 0 0,0 0 0 0 0,0 0-1 0 0,0 0 1 0 0,0 1 0 0 0,0-1-1 0 0,0 0 1 0 0,0 0 0 0 0,0 0-1 0 0,0 0 1 0 0,0 0 0 0 0,0 0 0 0 0,0 0-1 0 0,0 0 1 0 0,0 1 0 0 0,0-1-1 0 0,0 0 1 0 0,0 0 0 0 0,0 0-1 0 0,0 0 1 0 0,0 0 0 0 0,0 0-1 0 0,0 0 1 0 0,0 0 0 0 0,0 0-1 0 0,-1 1 1 0 0,1-1 0 0 0,0 0-1 0 0,0 0 1 0 0,0 0 0 0 0,3 0-13 0 0,1 0 25 0 0,0 1 0 0 0,0-1 0 0 0,0 0 0 0 0,0 0 1 0 0,0-1-1 0 0,-1 0 0 0 0,1 1 0 0 0,0-1 0 0 0,0 0 0 0 0,6-3 0 0 0,-9 4-20 0 0,0 0-1 0 0,1 1 0 0 0,-1-1 0 0 0,0 1 1 0 0,1-1-1 0 0,-1 1 0 0 0,0-1 0 0 0,0 1 1 0 0,0 0-1 0 0,0 0 0 0 0,0-1 0 0 0,1 1 1 0 0,-1 0-1 0 0,-1 0 0 0 0,1 0 0 0 0,0 0 1 0 0,0 0-1 0 0,0 0 0 0 0,0 0 0 0 0,-1 1 1 0 0,1-1-1 0 0,0 2 0 0 0,22 35 43 0 0,-18-30-37 0 0,-3-6-6 0 0,-1 0-1 0 0,1-1 1 0 0,0 1-1 0 0,0-1 1 0 0,0 0-1 0 0,0 1 1 0 0,0-1 0 0 0,0 0-1 0 0,0 0 1 0 0,0 0-1 0 0,1-1 1 0 0,-1 1-1 0 0,0 0 1 0 0,1-1-1 0 0,-1 1 1 0 0,0-1-1 0 0,1 0 1 0 0,-1 0-1 0 0,1 0 1 0 0,-1 0-1 0 0,0 0 1 0 0,1-1-1 0 0,2 0 1 0 0,11-6 5 0 0,0-2 1 0 0,-1 0-1 0 0,1 0 0 0 0,25-23 0 0 0,-3 4-20 0 0,-33 25 12 0 0,-1-1-7 0 0,1 1 0 0 0,0 0 0 0 0,0 0 0 0 0,0 0 0 0 0,0 1 1 0 0,0 0-1 0 0,8-3 0 0 0,-11 5-12 0 0,2 0 7 0 0,4 2 8 0 0,1 0 0 0 0,-1 0 0 0 0,1 1 0 0 0,-1 0 0 0 0,0 0 0 0 0,0 1 0 0 0,14 9 0 0 0,-18-10 6 0 0,1 0 0 0 0,0-1 0 0 0,-1 1 0 0 0,1-1 0 0 0,0 0 0 0 0,0 0 0 0 0,0-1-1 0 0,0 1 1 0 0,1-1 0 0 0,8 1 0 0 0,-6-2 4 0 0,0 0 0 0 0,0 0 0 0 0,0-1 0 0 0,0 0 0 0 0,0 0 0 0 0,0-1 0 0 0,0 0 0 0 0,0-1 0 0 0,0 1 0 0 0,-1-1 0 0 0,1-1 0 0 0,-1 0 0 0 0,10-6 0 0 0,-7 2-5 0 0,1 0 1 0 0,-2-1-1 0 0,1 0 1 0 0,-1-1-1 0 0,-1 0 1 0 0,0 0-1 0 0,13-21 1 0 0,-9 8 2 0 0,0-1-1 0 0,-2 0 1 0 0,0 0 0 0 0,-2-1-1 0 0,-1-1 1 0 0,-1 1 0 0 0,6-50-1 0 0,-11 63 34 0 0,-1-1-1 0 0,0 1 1 0 0,-1-1-1 0 0,0 1 1 0 0,-5-21-1 0 0,6 32-34 0 0,0 1 0 0 0,0 0 1 0 0,0-1-1 0 0,0 1 0 0 0,0 0 0 0 0,-1-1 0 0 0,1 1 1 0 0,0 0-1 0 0,0-1 0 0 0,0 1 0 0 0,0 0 0 0 0,-1 0 1 0 0,1-1-1 0 0,0 1 0 0 0,0 0 0 0 0,-1 0 0 0 0,1-1 1 0 0,0 1-1 0 0,-1 0 0 0 0,1 0 0 0 0,0 0 1 0 0,0 0-1 0 0,-1-1 0 0 0,1 1 0 0 0,0 0 0 0 0,-1 0 1 0 0,1 0-1 0 0,0 0 0 0 0,-1 0 0 0 0,1 0 0 0 0,-1 0 1 0 0,1 0-1 0 0,0 0 0 0 0,-1 0 0 0 0,1 0 0 0 0,0 0 1 0 0,-1 0-1 0 0,1 0 0 0 0,0 0 0 0 0,-1 0 0 0 0,1 0 1 0 0,0 1-1 0 0,-1-1 0 0 0,1 0 0 0 0,0 0 0 0 0,0 0 1 0 0,-1 1-1 0 0,1-1 0 0 0,0 0 0 0 0,-1 0 0 0 0,1 1 1 0 0,0-1-1 0 0,0 0 0 0 0,-1 1 0 0 0,-13 13 124 0 0,14-13-148 0 0,-6 6 51 0 0,0 0 1 0 0,1 1 0 0 0,0 0 0 0 0,0 0-1 0 0,1 0 1 0 0,0 1 0 0 0,0 0-1 0 0,1-1 1 0 0,0 1 0 0 0,1 0 0 0 0,-2 11-1 0 0,1 1 24 0 0,1 0 0 0 0,0 0 0 0 0,3 37 0 0 0,1-36-13 0 0,1 0 0 0 0,1 0 1 0 0,0 0-1 0 0,15 39 0 0 0,-16-52-29 0 0,1 0-1 0 0,0 0 0 0 0,1 0 1 0 0,0-1-1 0 0,0 1 0 0 0,1-1 1 0 0,0 0-1 0 0,0-1 0 0 0,1 0 1 0 0,-1 0-1 0 0,2 0 0 0 0,-1-1 0 0 0,14 9 1 0 0,-17-13 40 0 0,0 0-1 0 0,0 0 1 0 0,0 0 0 0 0,0-1 0 0 0,0 1 0 0 0,0-1-1 0 0,0 0 1 0 0,1 0 0 0 0,-1-1 0 0 0,0 1 0 0 0,1-1-1 0 0,-1 0 1 0 0,0 0 0 0 0,1-1 0 0 0,-1 1 0 0 0,0-1-1 0 0,1 0 1 0 0,-1 0 0 0 0,0 0 0 0 0,0-1 0 0 0,0 1-1 0 0,0-1 1 0 0,0 0 0 0 0,0 0 0 0 0,6-5 0 0 0,-9 5 65 0 0,5-13 219 0 0</inkml:trace>
</inkml:ink>
</file>

<file path=ppt/ink/ink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39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13 1136 0 0,'0'-1'852'0'0,"1"1"-568"0"0,-1 0 0 0 0,0-1 0 0 0,0 1 0 0 0,0 0 0 0 0,0-1 0 0 0,1 1 0 0 0,-1-1 0 0 0,0 1 0 0 0,0 0 1 0 0,0-1-1 0 0,0 1 0 0 0,0 0 0 0 0,0-1 0 0 0,0 1 0 0 0,0-1 0 0 0,0 1 0 0 0,0 0 0 0 0,0-1 0 0 0,0 1 0 0 0,-1-1 0 0 0,1 1 0 0 0,0 0 0 0 0,0-1 0 0 0,0 1 0 0 0,0 0 0 0 0,-1-1 284 0 0,1 0-284 0 0,-12 1 2083 0 0,-15 9-1558 0 0,24-7-585 0 0,-1 0 0 0 0,0 0 0 0 0,1 1 0 0 0,-1-1 0 0 0,1 1 0 0 0,0 0 0 0 0,0 0 0 0 0,0 0 0 0 0,0 0 0 0 0,1 0 0 0 0,-1 1 0 0 0,1-1 1 0 0,0 1-1 0 0,0 0 0 0 0,0-1 0 0 0,0 1 0 0 0,-1 6 0 0 0,3-8-170 0 0,0 1 1 0 0,-1-1-1 0 0,2 1 1 0 0,-1-1-1 0 0,0 1 1 0 0,0-1-1 0 0,1 1 1 0 0,-1-1-1 0 0,1 1 0 0 0,0-1 1 0 0,0 1-1 0 0,0-1 1 0 0,0 0-1 0 0,0 1 1 0 0,0-1-1 0 0,1 0 1 0 0,-1 0-1 0 0,1 0 1 0 0,-1 0-1 0 0,1 0 1 0 0,0 0-1 0 0,0-1 1 0 0,0 1-1 0 0,0-1 1 0 0,0 1-1 0 0,0-1 1 0 0,0 0-1 0 0,4 2 1 0 0,4 2-318 0 0,0 0 0 0 0,1-1 0 0 0,-1 0 1 0 0,1-1-1 0 0,0 0 0 0 0,17 2 0 0 0,35-1-8624 0 0,-34-5 4228 0 0</inkml:trace>
</inkml:ink>
</file>

<file path=ppt/ink/ink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1.8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49 432 0 0,'17'-40'8864'0'0,"-15"34"-8593"0"0,0 4 78 0 0,-4 6 1823 0 0,-31 104-1591 0 0,22-59-7714 0 0</inkml:trace>
</inkml:ink>
</file>

<file path=ppt/ink/ink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2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277 512 988 0 0,'0'0'2251'0'0,"2"-11"1180"0"0,4-13-625 0 0,30-28-19 0 0,-30 44-2441 0 0,0 0 1 0 0,0 0 0 0 0,0-1 0 0 0,-1 1 0 0 0,8-19-1 0 0,-10 15-4 0 0,-2 10-291 0 0,0 0-1 0 0,0 0 0 0 0,-1 0 0 0 0,1 0 0 0 0,-1 0 0 0 0,0 0 0 0 0,1 0 0 0 0,-1 0 1 0 0,0 0-1 0 0,0 0 0 0 0,0 0 0 0 0,0 0 0 0 0,-1 0 0 0 0,1 0 0 0 0,-1-3 0 0 0,0 3-18 0 0,1 1-29 0 0,0 0 0 0 0,-1 0-1 0 0,1 0 1 0 0,0 0 0 0 0,-1 1 0 0 0,1-1-1 0 0,0 0 1 0 0,-1 0 0 0 0,1 0-1 0 0,-1 1 1 0 0,0-1 0 0 0,1 0-1 0 0,-1 1 1 0 0,1-1 0 0 0,-1 0-1 0 0,0 1 1 0 0,1-1 0 0 0,-1 1-1 0 0,0-1 1 0 0,0 1 0 0 0,0 0-1 0 0,1-1 1 0 0,-1 1 0 0 0,0 0-1 0 0,-1-1 1 0 0,-22-8 75 0 0,2 11 1 0 0,1 1 1 0 0,-1 1-1 0 0,1 1 1 0 0,0 1-1 0 0,0 1 0 0 0,0 1 1 0 0,1 0-1 0 0,0 2 1 0 0,1 0-1 0 0,0 1 1 0 0,1 1-1 0 0,-27 23 1 0 0,41-32-69 0 0,1 1 0 0 0,0-1 0 0 0,0 0 1 0 0,0 1-1 0 0,0-1 0 0 0,1 1 0 0 0,0 0 0 0 0,-1 0 1 0 0,1 0-1 0 0,1 0 0 0 0,-1 0 0 0 0,0 1 1 0 0,1-1-1 0 0,0 0 0 0 0,0 1 0 0 0,1-1 1 0 0,-1 1-1 0 0,1-1 0 0 0,0 9 0 0 0,1-10-7 0 0,0 0 0 0 0,0 0 0 0 0,0 0 0 0 0,0-1 0 0 0,0 1-1 0 0,1 0 1 0 0,-1-1 0 0 0,1 1 0 0 0,0-1 0 0 0,-1 1 0 0 0,1-1 0 0 0,0 0-1 0 0,1 0 1 0 0,-1 0 0 0 0,0 0 0 0 0,1 0 0 0 0,-1 0 0 0 0,1-1 0 0 0,-1 1-1 0 0,1-1 1 0 0,0 1 0 0 0,0-1 0 0 0,-1 0 0 0 0,1 0 0 0 0,0-1-1 0 0,0 1 1 0 0,0-1 0 0 0,0 1 0 0 0,0-1 0 0 0,0 0 0 0 0,3 0 0 0 0,8 1 8 0 0,0-1 0 0 0,-1-1 0 0 0,1 1 1 0 0,-1-2-1 0 0,1 0 0 0 0,-1-1 1 0 0,0 0-1 0 0,0-1 0 0 0,0-1 1 0 0,-1 0-1 0 0,1 0 0 0 0,-1-1 1 0 0,0-1-1 0 0,-1 0 0 0 0,16-13 1 0 0,-18 13-2 0 0,-1-1 0 0 0,0 0 1 0 0,0 0-1 0 0,-1-1 0 0 0,-1 0 0 0 0,1 0 1 0 0,-1-1-1 0 0,-1 0 0 0 0,0 0 1 0 0,0 0-1 0 0,-1 0 0 0 0,0-1 1 0 0,-1 0-1 0 0,-1 0 0 0 0,1 0 1 0 0,-1 0-1 0 0,-1 0 0 0 0,0 0 1 0 0,-1-14-1 0 0,-1 7 6 0 0,-1 1-1 0 0,0-1 1 0 0,-1 1 0 0 0,-1 0-1 0 0,-1 0 1 0 0,0 0 0 0 0,-10-19-1 0 0,12 29-17 0 0,-1-1 0 0 0,0 1 0 0 0,0 0 0 0 0,-1 0 0 0 0,0 0 0 0 0,0 0 0 0 0,0 1 1 0 0,-1 0-1 0 0,0 0 0 0 0,-1 1 0 0 0,1-1 0 0 0,-1 1 0 0 0,0 1 0 0 0,0-1 0 0 0,-1 1 0 0 0,1 1 0 0 0,-11-5 0 0 0,16 8-84 0 0,0-1 1 0 0,0 1-1 0 0,-1 0 0 0 0,1-1 1 0 0,0 1-1 0 0,-1 0 1 0 0,1 0-1 0 0,0 1 0 0 0,0-1 1 0 0,-1 0-1 0 0,1 1 0 0 0,0-1 1 0 0,0 1-1 0 0,-1 0 1 0 0,1 0-1 0 0,0 0 0 0 0,0 0 1 0 0,0 0-1 0 0,0 0 0 0 0,0 1 1 0 0,0-1-1 0 0,1 0 1 0 0,-1 1-1 0 0,0 0 0 0 0,1-1 1 0 0,-1 1-1 0 0,1 0 1 0 0,-3 4-1 0 0,3-4-403 0 0,0 0-1 0 0,0 0 1 0 0,0 1-1 0 0,0-1 1 0 0,0 0 0 0 0,0 1-1 0 0,1-1 1 0 0,-1 1 0 0 0,1-1-1 0 0,0 1 1 0 0,-1-1-1 0 0,1 1 1 0 0,0-1 0 0 0,1 1-1 0 0,-1-1 1 0 0,1 5 0 0 0,5 9-3355 0 0</inkml:trace>
</inkml:ink>
</file>

<file path=ppt/ink/ink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3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0 681 56 0 0,'24'-14'1788'0'0,"-1"-2"0"0"0,-1-1-1 0 0,0-1 1 0 0,28-29 0 0 0,-21 19-700 0 0,-3-13 2325 0 0,-31 43-3384 0 0,1 1 0 0 0,-1 1 0 0 0,1-1 0 0 0,0 1 1 0 0,0-1-1 0 0,0 1 0 0 0,1 0 0 0 0,-1 1 0 0 0,1-1 0 0 0,0 0 0 0 0,0 1 0 0 0,1 0 1 0 0,-1 0-1 0 0,1 0 0 0 0,0 0 0 0 0,0 0 0 0 0,1 0 0 0 0,0 0 0 0 0,0 1 0 0 0,0-1 1 0 0,0 11-1 0 0,1-11-17 0 0,0 0 0 0 0,0-1 0 0 0,1 1-1 0 0,-1 0 1 0 0,1 0 0 0 0,1 0 0 0 0,-1-1 0 0 0,0 1 0 0 0,1-1 0 0 0,0 1 0 0 0,0-1 0 0 0,1 0 0 0 0,-1 0 0 0 0,1 0 0 0 0,0 0 0 0 0,0 0 0 0 0,0 0 0 0 0,1-1 0 0 0,-1 1 0 0 0,1-1 0 0 0,-1 0 0 0 0,1 0 0 0 0,0-1 0 0 0,1 1 0 0 0,-1-1 0 0 0,0 0 0 0 0,1 0 0 0 0,-1 0 0 0 0,1-1 0 0 0,6 2 0 0 0,0-1 0 0 0,0 0 0 0 0,-1-1 0 0 0,1-1 1 0 0,0 0-1 0 0,0 0 0 0 0,0-1 1 0 0,0-1-1 0 0,0 0 0 0 0,0 0 0 0 0,-1-1 1 0 0,1 0-1 0 0,15-8 0 0 0,-9 2 0 0 0,-1 0-1 0 0,0-2 0 0 0,0 0 0 0 0,-1 0 0 0 0,-1-2 1 0 0,0 0-1 0 0,0 0 0 0 0,-2-1 0 0 0,1-1 1 0 0,-2 0-1 0 0,0-1 0 0 0,-1 0 0 0 0,-1-1 0 0 0,0 0 1 0 0,-1 0-1 0 0,8-28 0 0 0,-6 17 1 0 0,-2-1 1 0 0,-1-1-1 0 0,-2 0 0 0 0,-1 0 0 0 0,-1 0 1 0 0,-1 0-1 0 0,-2 0 0 0 0,-1 0 0 0 0,-9-53 1 0 0,9 76 13 0 0,0 0 1 0 0,-1 0 0 0 0,0 0 0 0 0,0 0-1 0 0,-1 0 1 0 0,0 0 0 0 0,0 1 0 0 0,-1-1-1 0 0,1 1 1 0 0,-8-8 0 0 0,11 13-22 0 0,-1 0 1 0 0,0 1 0 0 0,0-1 0 0 0,0 1-1 0 0,0-1 1 0 0,0 1 0 0 0,0-1-1 0 0,0 1 1 0 0,0 0 0 0 0,0-1 0 0 0,0 1-1 0 0,0 0 1 0 0,0 0 0 0 0,0 0 0 0 0,-1 0-1 0 0,1 0 1 0 0,0 0 0 0 0,0 0-1 0 0,0 0 1 0 0,0 0 0 0 0,0 0 0 0 0,0 1-1 0 0,0-1 1 0 0,0 0 0 0 0,0 1-1 0 0,0-1 1 0 0,0 1 0 0 0,0-1 0 0 0,0 1-1 0 0,0 0 1 0 0,0-1 0 0 0,0 2-1 0 0,-3 0 7 0 0,1 0-1 0 0,0 1 0 0 0,0 0 1 0 0,1-1-1 0 0,-1 1 0 0 0,0 0 1 0 0,1 0-1 0 0,-3 4 0 0 0,-2 9 13 0 0,0 0 0 0 0,1 0 0 0 0,1 0 0 0 0,0 1 0 0 0,2 0-1 0 0,0 0 1 0 0,0 0 0 0 0,2 0 0 0 0,0 0 0 0 0,1 1 0 0 0,1-1-1 0 0,0 0 1 0 0,6 26 0 0 0,-1-13-4 0 0,2 0-1 0 0,1 0 0 0 0,2-1 1 0 0,1-1-1 0 0,0 0 0 0 0,30 46 1 0 0,-38-67-24 0 0,1 0 1 0 0,0 0 0 0 0,0 0-1 0 0,1-1 1 0 0,0 0-1 0 0,0 0 1 0 0,1 0-1 0 0,0-1 1 0 0,0 0 0 0 0,0 0-1 0 0,0-1 1 0 0,1 0-1 0 0,-1 0 1 0 0,9 2 0 0 0,-9-4 103 0 0,-1-1 1 0 0,0 1-1 0 0,1-1 1 0 0,-1-1-1 0 0,1 0 1 0 0,-1 1-1 0 0,1-2 1 0 0,-1 1-1 0 0,0-1 1 0 0,1 0-1 0 0,-1 0 1 0 0,0-1-1 0 0,0 0 1 0 0,1 0-1 0 0,-1-1 0 0 0,-1 1 1 0 0,1-1-1 0 0,9-6 1 0 0,3-2 307 0 0,-37 27-4758 0 0,3-4-2314 0 0</inkml:trace>
</inkml:ink>
</file>

<file path=ppt/ink/ink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3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 1052 0 0,'11'-81'9089'0'0,"-10"79"-8639"0"0,9 2-616 0 0,-9 0-112 0 0,0 0-1 0 0,1 0 0 0 0,-1 0 1 0 0,0 0-1 0 0,0 0 1 0 0,1 0-1 0 0,-1 0 1 0 0,0 0-1 0 0,0 1 0 0 0,0-1 1 0 0,1 0-1 0 0,-1 1 1 0 0,0-1-1 0 0,0 1 1 0 0,0 0-1 0 0,0-1 0 0 0,0 1 1 0 0,0 0-1 0 0,0-1 1 0 0,1 2-1 0 0,7 5-2296 0 0</inkml:trace>
</inkml:ink>
</file>

<file path=ppt/ink/ink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3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67 1264 0 0,'-3'-8'1225'0'0,"0"0"-1"0"0,-1 0 1 0 0,1 0-1 0 0,-1 1 1 0 0,-1 0 0 0 0,-5-8-1 0 0,9 14-634 0 0,1 0-559 0 0,0 1-1 0 0,-1 0 0 0 0,1 0 1 0 0,0-1-1 0 0,0 1 0 0 0,0 0 1 0 0,0 0-1 0 0,0 0 0 0 0,-1-1 0 0 0,1 1 1 0 0,0 0-1 0 0,0 0 0 0 0,-1 0 1 0 0,1 0-1 0 0,0-1 0 0 0,0 1 1 0 0,0 0-1 0 0,-1 0 0 0 0,1 0 1 0 0,0 0-1 0 0,0 0 0 0 0,-1 0 1 0 0,1 0-1 0 0,0 0 0 0 0,-1 0 1 0 0,1 0-1 0 0,0 0 0 0 0,0 0 1 0 0,-1 0-1 0 0,1 0 0 0 0,0 0 0 0 0,0 0 1 0 0,-1 0-1 0 0,1 0 0 0 0,0 0 1 0 0,0 0-1 0 0,-1 0 0 0 0,1 0 1 0 0,0 0-1 0 0,0 1 0 0 0,-1-1 1 0 0,1 0-1 0 0,0 0 0 0 0,0 0 1 0 0,0 0-1 0 0,-1 1 0 0 0,1-1 1 0 0,0 0-1 0 0,0 0 0 0 0,0 1 1 0 0,0-1-1 0 0,0 0 0 0 0,-1 0 0 0 0,1 0 1 0 0,0 1-1 0 0,-13 10 478 0 0,13-10-542 0 0,-6 5 179 0 0,1 0 0 0 0,0 0 0 0 0,0 1 0 0 0,1 0 0 0 0,-1 0 0 0 0,2 0 0 0 0,-1 1-1 0 0,1-1 1 0 0,0 1 0 0 0,0 0 0 0 0,1 0 0 0 0,0 0 0 0 0,0 10 0 0 0,1-15-124 0 0,1 0 1 0 0,0 0 0 0 0,0-1-1 0 0,0 1 1 0 0,1 0-1 0 0,-1 0 1 0 0,1 0 0 0 0,-1 0-1 0 0,1 0 1 0 0,0 0 0 0 0,0 0-1 0 0,0-1 1 0 0,1 1 0 0 0,-1-1-1 0 0,1 1 1 0 0,-1-1-1 0 0,1 1 1 0 0,0-1 0 0 0,0 0-1 0 0,0 1 1 0 0,0-1 0 0 0,0 0-1 0 0,0-1 1 0 0,1 1-1 0 0,-1 0 1 0 0,1-1 0 0 0,-1 1-1 0 0,1-1 1 0 0,0 0 0 0 0,-1 0-1 0 0,1 0 1 0 0,0 0 0 0 0,0 0-1 0 0,0 0 1 0 0,0-1-1 0 0,0 0 1 0 0,4 1 0 0 0,4-1-6 0 0,0 0 0 0 0,-1 0 0 0 0,1-1 0 0 0,-1 0-1 0 0,1-1 1 0 0,-1 0 0 0 0,1-1 0 0 0,-1 0 0 0 0,0-1 0 0 0,0 0 0 0 0,11-6 0 0 0,-7 3 251 0 0,-1-1 0 0 0,0-1-1 0 0,-1 0 1 0 0,0-1 0 0 0,0 0 0 0 0,-1-1 0 0 0,11-12-1 0 0,-10 12 1648 0 0,-13 25-1155 0 0,-4 14-3540 0 0,4-15 778 0 0</inkml:trace>
</inkml:ink>
</file>

<file path=ppt/ink/ink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4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94 628 0 0,'-9'-94'10928'0'0,"9"95"-11009"0"0,1 0-1 0 0,-1 0 1 0 0,0-1-1 0 0,0 1 1 0 0,0 0-1 0 0,1 0 1 0 0,-1-1-1 0 0,0 1 1 0 0,1 0-1 0 0,-1 0 1 0 0,1-1-1 0 0,-1 1 1 0 0,1 0-1 0 0,-1-1 0 0 0,1 1 1 0 0,0-1-1 0 0,-1 1 1 0 0,1-1-1 0 0,-1 1 1 0 0,1-1-1 0 0,1 1 1 0 0,-1 0-163 0 0,0 0 0 0 0,0-1 0 0 0,0 1 0 0 0,0 0 0 0 0,0-1 0 0 0,0 1 0 0 0,0 0 1 0 0,0 0-1 0 0,-1 0 0 0 0,1 0 0 0 0,0 0 0 0 0,-1 0 0 0 0,1 0 0 0 0,-1 0 0 0 0,1 0 0 0 0,-1 0 0 0 0,1 3 0 0 0,1 6-2780 0 0</inkml:trace>
</inkml:ink>
</file>

<file path=ppt/ink/ink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4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19 484 0 0,'0'0'1706'0'0,"3"-12"2084"0"0,-1 5-1753 0 0,-5 7 259 0 0,-3 5-2143 0 0,1 1-1 0 0,0-1 1 0 0,0 1 0 0 0,1 0-1 0 0,0 0 1 0 0,0 0 0 0 0,0 1 0 0 0,1 0-1 0 0,0 0 1 0 0,0 0 0 0 0,1 0-1 0 0,-3 10 1 0 0,4-14-116 0 0,0 0 1 0 0,1 0-1 0 0,-1 0 0 0 0,1 1 0 0 0,0-1 1 0 0,0 0-1 0 0,0 0 0 0 0,0 1 1 0 0,1-1-1 0 0,-1 0 0 0 0,1 0 0 0 0,0 0 1 0 0,0 0-1 0 0,0 1 0 0 0,0-1 0 0 0,0-1 1 0 0,1 1-1 0 0,-1 0 0 0 0,1 0 0 0 0,0 0 1 0 0,0-1-1 0 0,0 1 0 0 0,0-1 0 0 0,0 1 1 0 0,1-1-1 0 0,-1 0 0 0 0,1 0 1 0 0,-1 0-1 0 0,1 0 0 0 0,0-1 0 0 0,6 3 1 0 0,-7-3-26 0 0,0 0 1 0 0,0 0-1 0 0,0-1 1 0 0,0 1-1 0 0,1-1 1 0 0,-1 1 0 0 0,0-1-1 0 0,0 0 1 0 0,1 0-1 0 0,-1 0 1 0 0,0 0-1 0 0,1-1 1 0 0,-1 1-1 0 0,0 0 1 0 0,0-1 0 0 0,0 0-1 0 0,1 1 1 0 0,-1-1-1 0 0,0 0 1 0 0,0 0-1 0 0,0 0 1 0 0,0 0 0 0 0,0-1-1 0 0,0 1 1 0 0,-1-1-1 0 0,1 1 1 0 0,0-1-1 0 0,-1 1 1 0 0,1-1-1 0 0,-1 0 1 0 0,0 0 0 0 0,1 0-1 0 0,-1 0 1 0 0,0 0-1 0 0,1-2 1 0 0,1-1 28 0 0,-1 0 0 0 0,0 0 0 0 0,0 0 0 0 0,-1 0 0 0 0,1 0 0 0 0,-1 0 0 0 0,0-1 1 0 0,0 1-1 0 0,-1 0 0 0 0,1-1 0 0 0,-1 1 0 0 0,-1 0 0 0 0,0-10 0 0 0,0 10-2 0 0,-1 0 0 0 0,1 0 0 0 0,-1 0-1 0 0,0 1 1 0 0,0-1 0 0 0,0 0 0 0 0,-1 1 0 0 0,0-1 0 0 0,-6-7 0 0 0,8 10-139 0 0,-24 13-2691 0 0,24-10 2155 0 0,-2 2-105 0 0,-1 12-7242 0 0</inkml:trace>
</inkml:ink>
</file>

<file path=ppt/ink/ink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5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6 656 0 0,'7'-6'9822'0'0,"-3"15"-9594"0"0,0 0-1 0 0,-1 0 1 0 0,0 1-1 0 0,-1-1 0 0 0,0 0 1 0 0,-1 1-1 0 0,1 10 1 0 0,-2-16-174 0 0,1 1 1 0 0,-1 0 0 0 0,1-1-1 0 0,0 1 1 0 0,0-1 0 0 0,3 9-1 0 0,1 4 51 0 0,-4-15-73 0 0,3 5 19 0 0,-4-6-44 0 0,0-1-1 0 0,0 1 1 0 0,0 0-1 0 0,0-1 1 0 0,0 1-1 0 0,0 0 1 0 0,1-1-1 0 0,-1 1 1 0 0,0 0-1 0 0,0-1 1 0 0,1 1-1 0 0,-1-1 1 0 0,0 1-1 0 0,1 0 1 0 0,-1-1-1 0 0,1 1 1 0 0,-1-1-1 0 0,1 1 1 0 0,-1-1-1 0 0,1 0 1 0 0,-1 1-1 0 0,1-1 0 0 0,-1 1 1 0 0,1-1-1 0 0,-1 0 1 0 0,1 1-1 0 0,0-1 1 0 0,-1 0-1 0 0,1 0 1 0 0,0 0-1 0 0,-1 1 1 0 0,1-1-1 0 0,0 0 1 0 0,0 0-1 0 0,11-7 30 0 0,0-1 0 0 0,-1 0 0 0 0,0 0-1 0 0,0-1 1 0 0,-1-1 0 0 0,12-14 0 0 0,-13 16 9 0 0,-8 7 32 0 0,2-4-54 0 0,-3 5-18 0 0,0 0-1 0 0,0 0 0 0 0,0 0 1 0 0,0 0-1 0 0,0 0 1 0 0,0 0-1 0 0,0 0 0 0 0,0 0 1 0 0,0 1-1 0 0,0-1 0 0 0,0 0 1 0 0,0 0-1 0 0,0 0 1 0 0,0 0-1 0 0,0 0 0 0 0,0 0 1 0 0,0 0-1 0 0,0 0 0 0 0,0 0 1 0 0,0 0-1 0 0,0 0 1 0 0,0 0-1 0 0,0 0 0 0 0,0 0 1 0 0,0 0-1 0 0,1 0 0 0 0,-1 0 1 0 0,0 1-1 0 0,0-1 1 0 0,0 0-1 0 0,0 0 0 0 0,0 0 1 0 0,0 0-1 0 0,0 0 0 0 0,0 0 1 0 0,0 0-1 0 0,0 0 1 0 0,0 0-1 0 0,1 0 0 0 0,-1 0 1 0 0,0 0-1 0 0,0 0 0 0 0,0 0 1 0 0,0 0-1 0 0,0 0 1 0 0,0-1-1 0 0,0 1 0 0 0,0 3 2 0 0,-1-1-4 0 0,1-1 0 0 0,-1 1 0 0 0,1 0 0 0 0,0 0 0 0 0,-1-1 0 0 0,1 1 0 0 0,0 0 0 0 0,0 0 0 0 0,0-1 0 0 0,1 1 0 0 0,-1 0 0 0 0,0 0 0 0 0,1-1 0 0 0,-1 1 0 0 0,1 0 0 0 0,-1-1 0 0 0,1 1 0 0 0,0 0 0 0 0,0-1 0 0 0,0 1 0 0 0,0-1 0 0 0,0 1 0 0 0,0-1 0 0 0,0 0 0 0 0,0 0 0 0 0,2 2 0 0 0,0-2 4 0 0,0 0 0 0 0,0-1 0 0 0,0 1 1 0 0,0-1-1 0 0,0 0 0 0 0,0 0 0 0 0,0 0 1 0 0,0 0-1 0 0,0 0 0 0 0,0-1 0 0 0,4 0 0 0 0,0 0-1 0 0,56-14 29 0 0,-52 12-40 0 0,-1-1-1 0 0,1 2 1 0 0,0-1 0 0 0,0 2 0 0 0,0-1-1 0 0,1 1 1 0 0,-1 1 0 0 0,0 0 0 0 0,22 4-1 0 0,-9 7-7 0 0,-22 1 29 0 0,-3-9-11 0 0,1-1 20 0 0,-1 1-31 0 0,1-1 1 0 0,-1 0 0 0 0,1 0-1 0 0,-1 0 1 0 0,0 0-1 0 0,1-1 1 0 0,-1 1-1 0 0,0 0 1 0 0,0 0-1 0 0,-1 0 1 0 0,1-1-1 0 0,-3 4 1 0 0,-13 5-1309 0 0,-4-1-5409 0 0</inkml:trace>
</inkml:ink>
</file>

<file path=ppt/ink/ink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7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224 660 172 0 0,'0'0'6639'0'0,"0"0"-6576"0"0,0 0-1 0 0,0 0 1 0 0,1 0-1 0 0,-1 0 1 0 0,0 0-1 0 0,1 0 1 0 0,-1-1-1 0 0,0 1 1 0 0,0 0-1 0 0,1 0 1 0 0,-1 0-1 0 0,0-1 1 0 0,0 1-1 0 0,0 0 1 0 0,1 0-1 0 0,-1-1 1 0 0,0 1-1 0 0,0 0 1 0 0,0 0-1 0 0,0-1 1 0 0,1 1-1 0 0,-1 0 1 0 0,0-1-1 0 0,0 1 1 0 0,0 0-1 0 0,0-1 1 0 0,0 1-1 0 0,0 0 1 0 0,0 0-1 0 0,0-1 1 0 0,0 1-1 0 0,0 0 1 0 0,0-1-1 0 0,0 1 1 0 0,0 0-1 0 0,0-1 1 0 0,0 1-1 0 0,-1 0 1 0 0,1 0-1 0 0,0-1 1 0 0,0 1-1 0 0,0 0 1 0 0,0-1-1 0 0,-1 1 1 0 0,-17-19 260 0 0,0-1 0 0 0,2 0 0 0 0,0-1 0 0 0,1 0 1 0 0,1-2-1 0 0,-12-26 0 0 0,20 35-283 0 0,0-1 0 0 0,1 1 0 0 0,1-1 1 0 0,0-1-1 0 0,1 1 0 0 0,0-1 0 0 0,2 1 0 0 0,0-1 0 0 0,0 0 1 0 0,1 1-1 0 0,5-29 0 0 0,-2 23-18 0 0,1 1 0 0 0,1-1 1 0 0,1 1-1 0 0,1-1 0 0 0,1 2 0 0 0,0-1 1 0 0,2 1-1 0 0,0 0 0 0 0,1 1 0 0 0,20-25 0 0 0,-21 32-10 0 0,4-2 5 0 0,-14 14-16 0 0,1 0-1 0 0,-1 0 0 0 0,1 0 0 0 0,-1 0 0 0 0,1 0 0 0 0,-1 0 0 0 0,0-1 0 0 0,1 1 0 0 0,-1 0 1 0 0,0 0-1 0 0,0 0 0 0 0,0 0 0 0 0,0 0 0 0 0,0 0 0 0 0,0 0 0 0 0,0 0 0 0 0,0 0 0 0 0,0 0 1 0 0,0 0-1 0 0,-1 2 0 0 0,-2 7 1 0 0,1 0 1 0 0,-2 0-1 0 0,1 0 1 0 0,-1-1 0 0 0,-1 1-1 0 0,0-1 1 0 0,0 0-1 0 0,-11 13 1 0 0,8-9 0 0 0,-31 45 4 0 0,17-28-7 0 0,1 2 0 0 0,2 0-1 0 0,-24 56 1 0 0,42-86-1 0 0,0 1 0 0 0,0-1 1 0 0,1 1-1 0 0,-1 0 0 0 0,0-1 0 0 0,1 1 0 0 0,0 0 0 0 0,-1-1 0 0 0,1 1 0 0 0,0 0 1 0 0,1 0-1 0 0,-1-1 0 0 0,0 1 0 0 0,1 0 0 0 0,-1-1 0 0 0,1 1 0 0 0,0-1 0 0 0,0 1 1 0 0,0 0-1 0 0,0-1 0 0 0,1 0 0 0 0,-1 1 0 0 0,2 1 0 0 0,1 0-15 0 0,0 0 0 0 0,0-1 0 0 0,0 0-1 0 0,0 0 1 0 0,0 0 0 0 0,1-1 0 0 0,-1 1 0 0 0,1-1 0 0 0,0 0-1 0 0,0 0 1 0 0,7 1 0 0 0,10 2-852 0 0,1-1 1 0 0,-1-1-1 0 0,1-1 0 0 0,34-2 1 0 0,-31-1-2185 0 0,1-1 235 0 0</inkml:trace>
</inkml:ink>
</file>

<file path=ppt/ink/ink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7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40 76 0 0,'-1'-3'222'0'0,"-1"1"1"0"0,1-1-1 0 0,-1 1 0 0 0,1-1 1 0 0,-1 1-1 0 0,0 0 0 0 0,0 0 1 0 0,0-1-1 0 0,0 2 0 0 0,0-1 1 0 0,-1 0-1 0 0,1 0 0 0 0,-1 1 1 0 0,1-1-1 0 0,-1 1 1 0 0,1 0-1 0 0,-1 0 0 0 0,0 0 1 0 0,0 0-1 0 0,1 0 0 0 0,-1 0 1 0 0,0 1-1 0 0,0 0 0 0 0,0-1 1 0 0,0 1-1 0 0,0 0 0 0 0,0 0 1 0 0,1 1-1 0 0,-1-1 0 0 0,0 0 1 0 0,0 1-1 0 0,0 0 0 0 0,0 0 1 0 0,-3 1-1 0 0,3 0-128 0 0,0 0 0 0 0,1 0 0 0 0,-1-1 1 0 0,1 1-1 0 0,0 1 0 0 0,0-1 0 0 0,-1 0 0 0 0,1 1 0 0 0,1-1 0 0 0,-1 1 0 0 0,0-1 1 0 0,1 1-1 0 0,-1 0 0 0 0,1 0 0 0 0,0-1 0 0 0,0 1 0 0 0,0 0 0 0 0,0 0 1 0 0,0 0-1 0 0,1 1 0 0 0,-1 4 0 0 0,1 5 58 0 0,1-1 0 0 0,0 0 0 0 0,1 0 0 0 0,0 0 0 0 0,1-1 0 0 0,6 17 1 0 0,-5-19-70 0 0,-1 0 1 0 0,0 0-1 0 0,-1 0 1 0 0,0 1-1 0 0,-1-1 1 0 0,1 1-1 0 0,-2-1 1 0 0,1 1-1 0 0,-1-1 1 0 0,-1 1-1 0 0,-2 14 1 0 0,2-22-67 0 0,0 0 0 0 0,1 0 0 0 0,-1 1 0 0 0,0-1 1 0 0,-1 0-1 0 0,1 0 0 0 0,0 0 0 0 0,0 0 0 0 0,-1 0 0 0 0,1-1 1 0 0,-1 1-1 0 0,0 0 0 0 0,0-1 0 0 0,1 1 0 0 0,-1-1 0 0 0,0 1 1 0 0,0-1-1 0 0,0 0 0 0 0,-1 0 0 0 0,1 0 0 0 0,0 0 0 0 0,0 0 0 0 0,0-1 1 0 0,-1 1-1 0 0,1 0 0 0 0,0-1 0 0 0,-1 0 0 0 0,1 0 0 0 0,-1 0 1 0 0,1 0-1 0 0,0 0 0 0 0,-1 0 0 0 0,1 0 0 0 0,0-1 0 0 0,-1 1 1 0 0,1-1-1 0 0,-3-1 0 0 0,-8-2 55 0 0,1 0 0 0 0,0-1 1 0 0,1-1-1 0 0,-1 0 0 0 0,-11-8 0 0 0,24 14-103 0 0,-1 0 0 0 0,1 0-1 0 0,-1 0 1 0 0,1 0 0 0 0,-1 0-1 0 0,1 0 1 0 0,-1 0 0 0 0,1 0-1 0 0,-1 0 1 0 0,1-1 0 0 0,-1 1-1 0 0,1 0 1 0 0,-1 0 0 0 0,1-1-1 0 0,-1 1 1 0 0,1 0 0 0 0,-1-1-1 0 0,1 1 1 0 0,-1 0 0 0 0,0-1-1 0 0,1 1 1 0 0,-1-1 0 0 0,0 1-1 0 0,1 0 1 0 0,-1-1 0 0 0,0 1-1 0 0,0-1 1 0 0,1 1 0 0 0,-1-1-1 0 0,0 1 1 0 0,0-1 0 0 0,0 1-1 0 0,0-1 1 0 0,0 0 0 0 0,1 1-1 0 0,-1-1 1 0 0,0 1 0 0 0,0-1-1 0 0,0 1 1 0 0,-1-1 0 0 0,1 1-1 0 0,0-1 1 0 0,0 1 0 0 0,0-1-1 0 0,0 1 1 0 0,0-1 0 0 0,-1 1-1 0 0,1-1 1 0 0,0 1 0 0 0,0-1-1 0 0,-1 1 1 0 0,1-1 0 0 0,0 1-1 0 0,-1-1 1 0 0,1 1 0 0 0,-1 0-1 0 0,1-1 1 0 0,0 1 0 0 0,-1 0 0 0 0,1-1-1 0 0,-1 1 1 0 0,1 0 0 0 0,-1 0-1 0 0,1-1 1 0 0,-1 1 0 0 0,1 0-1 0 0,-1 0 1 0 0,0 0 0 0 0,35-7-5904 0 0,-21 6 3130 0 0</inkml:trace>
</inkml:ink>
</file>

<file path=ppt/ink/ink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49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93 203 32 0 0,'1'-5'7783'0'0,"-93"82"-4116"0"0,91-76-3120 0 0,6-2-476 0 0,22-6 11 0 0,-11 3-17 0 0,0 0-1 0 0,0 0 1 0 0,0 2-1 0 0,21-1 0 0 0,-24 3-114 0 0,0 0 0 0 0,1 0-1 0 0,-1-1 1 0 0,0-1-1 0 0,0-1 1 0 0,0 0-1 0 0,-1 0 1 0 0,1-1-1 0 0,12-6 1 0 0,-19 8 22 0 0,0-1 1 0 0,0 0-1 0 0,-1 0 1 0 0,1 0-1 0 0,-1 0 1 0 0,0-1-1 0 0,0 0 0 0 0,0 0 1 0 0,0 0-1 0 0,-1-1 1 0 0,0 0-1 0 0,0 0 0 0 0,0 0 1 0 0,0 0-1 0 0,-1 0 1 0 0,0-1-1 0 0,0 1 1 0 0,0-1-1 0 0,3-11 0 0 0,-5 11 42 0 0,0 0 0 0 0,0 0 0 0 0,-1 0 0 0 0,0 0 0 0 0,0-1 0 0 0,0 1 0 0 0,0 0 1 0 0,-4-11-1 0 0,4 16-4 0 0,0-1 1 0 0,-1 1-1 0 0,1 0 1 0 0,-1 0-1 0 0,0 0 1 0 0,1 0-1 0 0,-1 0 1 0 0,0 0-1 0 0,0 0 1 0 0,0 0 0 0 0,1 0-1 0 0,-1 0 1 0 0,0 1-1 0 0,0-1 1 0 0,0 0-1 0 0,-1 0 1 0 0,1 1-1 0 0,0-1 1 0 0,0 1-1 0 0,0-1 1 0 0,0 1 0 0 0,0-1-1 0 0,-1 1 1 0 0,1 0-1 0 0,0 0 1 0 0,0 0-1 0 0,-1-1 1 0 0,1 1-1 0 0,0 0 1 0 0,0 1-1 0 0,-1-1 1 0 0,1 0 0 0 0,0 0-1 0 0,0 0 1 0 0,-1 1-1 0 0,1-1 1 0 0,0 1-1 0 0,0-1 1 0 0,0 1-1 0 0,0-1 1 0 0,0 1-1 0 0,-1-1 1 0 0,1 1 0 0 0,-1 1-1 0 0,-1 0 5 0 0,-1 1 0 0 0,1-1 0 0 0,0 1 0 0 0,0-1 0 0 0,0 1 0 0 0,0 0 0 0 0,0 1 0 0 0,1-1-1 0 0,-1 0 1 0 0,1 1 0 0 0,0-1 0 0 0,0 1 0 0 0,0 0 0 0 0,1-1 0 0 0,-1 1 0 0 0,1 0 0 0 0,0 0 0 0 0,0 0 0 0 0,-1 8 0 0 0,1-1-2 0 0,0 0 0 0 0,0 0 0 0 0,1-1 0 0 0,1 1 0 0 0,0 0 1 0 0,2 12-1 0 0,-2-17-7 0 0,1-1 0 0 0,-1 1 0 0 0,1 0 0 0 0,0-1 0 0 0,0 1 1 0 0,1-1-1 0 0,-1 0 0 0 0,1 0 0 0 0,0 0 0 0 0,1 0 0 0 0,-1 0 0 0 0,1-1 0 0 0,0 1 0 0 0,0-1 1 0 0,1 0-1 0 0,-1 0 0 0 0,9 5 0 0 0,-7-6-1 0 0,1 0 0 0 0,0 0 0 0 0,0-1 0 0 0,0 0 0 0 0,0 0 0 0 0,0-1-1 0 0,0 1 1 0 0,1-2 0 0 0,-1 1 0 0 0,0-1 0 0 0,1 0 0 0 0,10-2 0 0 0,0-1-7 0 0,0 0 0 0 0,0-2 0 0 0,0 0 0 0 0,-1-1 0 0 0,0-1 0 0 0,0 0 0 0 0,0-2 0 0 0,-1 0 0 0 0,-1 0 0 0 0,22-18 0 0 0,-24 17 1 0 0,-1-1 0 0 0,-1-1-1 0 0,0 0 1 0 0,0 0 0 0 0,15-24-1 0 0,-21 27 38 0 0,-1 0 0 0 0,0 0 0 0 0,0 0 0 0 0,-1-1 0 0 0,0 1 0 0 0,0-1 0 0 0,-1 0 0 0 0,0 1 0 0 0,-1-1 0 0 0,0-15 0 0 0,-4 13 166 0 0,3 11-194 0 0,0 1 0 0 0,0 0 0 0 0,0 0-1 0 0,0 0 1 0 0,0-1 0 0 0,0 1 0 0 0,0 0-1 0 0,0 0 1 0 0,0 0 0 0 0,0-1 0 0 0,0 1-1 0 0,0 0 1 0 0,0 0 0 0 0,0-1 0 0 0,0 1-1 0 0,0 0 1 0 0,0 0 0 0 0,0 0 0 0 0,0-1 0 0 0,0 1-1 0 0,-1 0 1 0 0,1 0 0 0 0,0 0 0 0 0,0 0-1 0 0,0-1 1 0 0,0 1 0 0 0,0 0 0 0 0,-1 0-1 0 0,1 0 1 0 0,0 0 0 0 0,0 0 0 0 0,0 0-1 0 0,-1-1 1 0 0,1 1 0 0 0,0 0 0 0 0,0 0 0 0 0,0 0-1 0 0,-1 0 1 0 0,1 0 0 0 0,0 0 0 0 0,0 0-1 0 0,0 0 1 0 0,-1 0 0 0 0,1 0 0 0 0,0 0-1 0 0,0 0 1 0 0,0 0 0 0 0,-1 0 0 0 0,1 0-1 0 0,0 0 1 0 0,0 0 0 0 0,-1 0 0 0 0,1 0-1 0 0,0 1 1 0 0,-8 11 20 0 0,1 0-1 0 0,1 1 1 0 0,0 0-1 0 0,1 1 1 0 0,1-1-1 0 0,0 1 1 0 0,0 0-1 0 0,1 0 1 0 0,-1 24-1 0 0,3-27-21 0 0,0 1 0 0 0,1-1 0 0 0,1 0 0 0 0,-1 0 0 0 0,2 0 0 0 0,0 0 0 0 0,0-1 1 0 0,1 1-1 0 0,0 0 0 0 0,1-1 0 0 0,0 0 0 0 0,1 1 0 0 0,9 14 0 0 0,-12-22-1 0 0,1 1 1 0 0,0-1-1 0 0,0 0 1 0 0,0 0 0 0 0,0 0-1 0 0,0-1 1 0 0,1 1 0 0 0,-1-1-1 0 0,1 0 1 0 0,0 0-1 0 0,0 0 1 0 0,0 0 0 0 0,0-1-1 0 0,0 1 1 0 0,4 0 0 0 0,-1-1 2 0 0,1 0 1 0 0,0-1 0 0 0,-1 1 0 0 0,1-1-1 0 0,-1-1 1 0 0,1 0 0 0 0,-1 0-1 0 0,1 0 1 0 0,13-5 0 0 0,-11 2 6 0 0,0 0 1 0 0,0-1-1 0 0,0 0 0 0 0,-1-1 0 0 0,0 0 1 0 0,0 0-1 0 0,0-1 0 0 0,-1 0 0 0 0,0-1 1 0 0,12-14-1 0 0,0-16 456 0 0,-20 36-393 0 0,1 0 56 0 0,0 1-1 0 0,0-1 1 0 0,-1 0-1 0 0,1 0 0 0 0,-1 0 1 0 0,0 0-1 0 0,1 0 0 0 0,-1 1 1 0 0,0-1-1 0 0,0 0 1 0 0,0 0-1 0 0,0 0 0 0 0,-1 0 1 0 0,1 0-1 0 0,0 0 1 0 0,-2-2-1 0 0,3 0-121 0 0,0-1 0 0 0,0 1 0 0 0,0-1 0 0 0,0 1 1 0 0,1 0-1 0 0,0-1 0 0 0,2-4 0 0 0,0 0 9 0 0,-3 8-12 0 0,6-22 17 0 0,-7 21-26 0 0,7-16 28 0 0,-6 16-13 0 0,-1 0-37 0 0,1-6 15 0 0,-1 6 49 0 0,25 46-266 0 0,-20-39 229 0 0,0-1 0 0 0,0 1 0 0 0,0-1 0 0 0,0-1 0 0 0,1 1 0 0 0,0-1-1 0 0,0 0 1 0 0,0 0 0 0 0,0 0 0 0 0,0-1 0 0 0,0 0 0 0 0,1 0 0 0 0,-1-1 0 0 0,1 0-1 0 0,-1 0 1 0 0,1 0 0 0 0,0-1 0 0 0,-1 0 0 0 0,1 0 0 0 0,-1-1 0 0 0,1 0 0 0 0,0 0-1 0 0,-1 0 1 0 0,8-4 0 0 0,-8 3 6 0 0,0-1 1 0 0,0 0-1 0 0,-1 0 0 0 0,1-1 0 0 0,-1 1 0 0 0,0-1 0 0 0,0 0 0 0 0,6-7 1 0 0,6-4 44 0 0,-16 14-73 0 0,0 1-36 0 0,-1 0 50 0 0,1 0 0 0 0,-1-1 0 0 0,1 1 0 0 0,0 0 0 0 0,-1 0 0 0 0,1 0 0 0 0,-1 0 0 0 0,1 0 0 0 0,0 1 0 0 0,-1-1 0 0 0,1 0 0 0 0,-1 0 0 0 0,1 0 0 0 0,-1 0 0 0 0,1 1 0 0 0,0-1 0 0 0,-1 0 0 0 0,1 0 0 0 0,-1 1 0 0 0,1-1 0 0 0,-1 1 0 0 0,1-1 0 0 0,-1 0 0 0 0,0 1 0 0 0,1-1 0 0 0,-1 1 0 0 0,1-1 0 0 0,-1 1 0 0 0,0-1 0 0 0,0 1 0 0 0,1-1-1 0 0,-1 1 1 0 0,0-1 0 0 0,0 1 0 0 0,1 0 0 0 0,-1-1 0 0 0,0 1 0 0 0,0-1 0 0 0,0 1 0 0 0,0 0 0 0 0,0 0 0 0 0,4 14-5 0 0,-1 0 0 0 0,-1 0-1 0 0,-1 0 1 0 0,0 0 0 0 0,0 1 0 0 0,-2-1-1 0 0,-1 16 1 0 0,-3 0 0 0 0,0-1-1 0 0,-14 42 1 0 0,6-30 3 0 0,-38 80 1 0 0,46-110 23 0 0,-2-1-1 0 0,1 0 1 0 0,-2 0 0 0 0,1-1 0 0 0,-1 0-1 0 0,-1 0 1 0 0,0 0 0 0 0,0-2 0 0 0,-1 1-1 0 0,0-1 1 0 0,-14 9 0 0 0,19-16 5 0 0,-3-1 5 0 0,7 0-28 0 0,0-1 1 0 0,0 1-1 0 0,0 0 0 0 0,0-1 0 0 0,0 1 1 0 0,1-1-1 0 0,-1 1 0 0 0,0-1 0 0 0,0 1 1 0 0,1-1-1 0 0,-1 0 0 0 0,0 1 0 0 0,0-1 0 0 0,1 0 1 0 0,-1 0-1 0 0,1 1 0 0 0,-1-1 0 0 0,1 0 1 0 0,-1 0-1 0 0,1 0 0 0 0,0 0 0 0 0,-1 0 1 0 0,1 1-1 0 0,0-1 0 0 0,-1 0 0 0 0,1 0 0 0 0,0 0 1 0 0,0 0-1 0 0,0 0 0 0 0,0 0 0 0 0,0 0 1 0 0,0 0-1 0 0,0 0 0 0 0,0 0 0 0 0,1 0 0 0 0,-1 0 1 0 0,1-1-1 0 0,5-31-13 0 0,34-49-2121 0 0,-9 31-6601 0 0,-23 39 5054 0 0</inkml:trace>
</inkml:ink>
</file>

<file path=ppt/ink/ink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5:50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3 104 332 0 0,'-3'-10'3164'0'0,"3"-8"-1352"0"0,18 4-1043 0 0,-5 5-73 0 0,1 3-68 0 0,3-2-60 0 0,9 2-148 0 0,3-1-264 0 0,0 2-356 0 0,11-2-452 0 0,-9 4-632 0 0,-1-1-1389 0 0,0-3 613 0 0</inkml:trace>
</inkml:ink>
</file>

<file path=ppt/ink/ink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4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70 8345 0 0,'-17'-68'4160'0'0,"16"66"-3292"0"0,2 8-734 0 0,13 294 1223 0 0,-13-284-2247 0 0,5-44-8702 0 0,-5 24 10290 0 0,3-21-3554 0 0</inkml:trace>
</inkml:ink>
</file>

<file path=ppt/ink/ink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4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55 548 0 0,'0'-2'76'0'0,"0"0"0"0"0,0 0-1 0 0,0 0 1 0 0,1 1 0 0 0,-1-1 0 0 0,0 0-1 0 0,1 0 1 0 0,0 0 0 0 0,-1 0-1 0 0,1 1 1 0 0,0-1 0 0 0,0 0 0 0 0,0 1-1 0 0,0-1 1 0 0,0 1 0 0 0,1-1 0 0 0,-1 1-1 0 0,0-1 1 0 0,1 1 0 0 0,-1 0 0 0 0,1 0-1 0 0,2-2 1 0 0,1 0 24 0 0,0 1-1 0 0,0 0 0 0 0,0 0 1 0 0,0 1-1 0 0,0-1 0 0 0,0 1 1 0 0,1 0-1 0 0,6 0 1 0 0,6 0 67 0 0,1 1 1 0 0,-1 1-1 0 0,0 1 1 0 0,18 4-1 0 0,-11-1-3 0 0,-1 2 0 0 0,0 0-1 0 0,0 2 1 0 0,-1 1 0 0 0,-1 1-1 0 0,1 0 1 0 0,-2 2 0 0 0,1 0-1 0 0,24 22 1 0 0,-37-27-106 0 0,-1 0-1 0 0,0 0 1 0 0,-1 0 0 0 0,0 1 0 0 0,-1 0-1 0 0,1 0 1 0 0,-2 1 0 0 0,1 0 0 0 0,-1 0-1 0 0,4 12 1 0 0,-7-14-13 0 0,0 1-1 0 0,0-1 1 0 0,-1 1-1 0 0,0 0 1 0 0,0-1-1 0 0,-1 1 1 0 0,0 0-1 0 0,-1-1 1 0 0,0 1-1 0 0,0-1 1 0 0,-1 1-1 0 0,0-1 1 0 0,-1 1-1 0 0,-5 11 1 0 0,4-11 39 0 0,-1-1 0 0 0,0 0 0 0 0,-1 0 0 0 0,0 0-1 0 0,0-1 1 0 0,-1 0 0 0 0,0 0 0 0 0,0-1 0 0 0,0 0 0 0 0,-1 0 0 0 0,0 0 0 0 0,0-1 0 0 0,0-1-1 0 0,-1 1 1 0 0,-16 5 0 0 0,14-6 33 0 0,0 0 0 0 0,-1 0-1 0 0,1-1 1 0 0,-1-1 0 0 0,0 0 0 0 0,0 0 0 0 0,0-1-1 0 0,0-1 1 0 0,0 0 0 0 0,0-1 0 0 0,0 0-1 0 0,-14-3 1 0 0,25 4-151 0 0,0 0 0 0 0,0 0-1 0 0,0-1 1 0 0,0 1 0 0 0,0 0 0 0 0,0 0-1 0 0,1-1 1 0 0,-1 1 0 0 0,0 0-1 0 0,0-1 1 0 0,0 1 0 0 0,0-1 0 0 0,0 1-1 0 0,1-1 1 0 0,-1 0 0 0 0,0 1-1 0 0,0-1 1 0 0,1 0 0 0 0,-1 1 0 0 0,0-1-1 0 0,1 0 1 0 0,-1 0 0 0 0,1 0-1 0 0,-1 0 1 0 0,1 1 0 0 0,0-1 0 0 0,-1 0-1 0 0,1 0 1 0 0,0 0 0 0 0,-1 0-1 0 0,1 0 1 0 0,0 0 0 0 0,0 0 0 0 0,0 0-1 0 0,0 0 1 0 0,0 0 0 0 0,0 0-1 0 0,0 0 1 0 0,0 0 0 0 0,1 0 0 0 0,-1 0-1 0 0,0 0 1 0 0,0 0 0 0 0,1 0-1 0 0,-1 1 1 0 0,1-1 0 0 0,-1 0 0 0 0,1 0-1 0 0,-1 0 1 0 0,1 0 0 0 0,0 1 0 0 0,-1-1-1 0 0,1 0 1 0 0,0 0 0 0 0,4-5-419 0 0,0 1-1 0 0,0 0 1 0 0,0 0 0 0 0,1 0 0 0 0,10-6 0 0 0,4-1-1523 0 0,-3 3 150 0 0</inkml:trace>
</inkml:ink>
</file>

<file path=ppt/ink/ink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4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2 596 0 0,'16'-2'2428'0'0,"-15"4"-2303"0"0,0-1 1 0 0,0 1 0 0 0,-1-1 0 0 0,1 1-1 0 0,0 0 1 0 0,0-1 0 0 0,-1 1-1 0 0,1 0 1 0 0,-1 0 0 0 0,1 0 0 0 0,-1-1-1 0 0,0 1 1 0 0,0 0 0 0 0,0 0 0 0 0,0 0-1 0 0,0 0 1 0 0,0-1 0 0 0,-1 1-1 0 0,1 0 1 0 0,0 0 0 0 0,-1 0 0 0 0,1-1-1 0 0,-1 1 1 0 0,0 0 0 0 0,-1 2 0 0 0,0 1 66 0 0,0 0 0 0 0,1 0 1 0 0,0 0-1 0 0,0 0 1 0 0,1 1-1 0 0,-1-1 1 0 0,2 8-1 0 0,0-8-93 0 0,0 1-1 0 0,1-1 1 0 0,-1 0-1 0 0,1 0 1 0 0,1 0 0 0 0,-1-1-1 0 0,1 1 1 0 0,-1 0-1 0 0,1-1 1 0 0,1 0-1 0 0,6 8 1 0 0,-9-11-69 0 0,1 1 1 0 0,0-1-1 0 0,-1 1 1 0 0,1-1-1 0 0,0 1 0 0 0,0-1 1 0 0,0 0-1 0 0,0 0 1 0 0,0 0-1 0 0,0 0 0 0 0,0-1 1 0 0,0 1-1 0 0,0 0 1 0 0,0-1-1 0 0,1 0 0 0 0,-1 1 1 0 0,0-1-1 0 0,0 0 1 0 0,1 0-1 0 0,-1 0 0 0 0,0 0 1 0 0,0-1-1 0 0,0 1 1 0 0,1-1-1 0 0,-1 1 0 0 0,0-1 1 0 0,0 0-1 0 0,0 1 1 0 0,0-1-1 0 0,0 0 0 0 0,0-1 1 0 0,3-1-1 0 0,-4 2 5 0 0,1-1 0 0 0,0 0 0 0 0,-1 0 1 0 0,0 1-1 0 0,1-1 0 0 0,-1 0 0 0 0,0 0 0 0 0,0 0 0 0 0,0 0 0 0 0,0-1 0 0 0,0 1 0 0 0,0 0 0 0 0,-1 0 0 0 0,1-1 0 0 0,-1 1 0 0 0,1 0 0 0 0,-1-1 0 0 0,0 1 1 0 0,0 0-1 0 0,0-1 0 0 0,0 1 0 0 0,-1 0 0 0 0,1-1 0 0 0,-1 1 0 0 0,1 0 0 0 0,-1 0 0 0 0,0-1 0 0 0,1 1 0 0 0,-4-4 0 0 0,2 0 46 0 0,-1 0 0 0 0,0 1 0 0 0,0-1 0 0 0,-1 0 0 0 0,0 1 0 0 0,0 0-1 0 0,0 0 1 0 0,0 0 0 0 0,-10-8 0 0 0,-19 5 134 0 0,15 11-1754 0 0,17-3 1292 0 0,0 1-1 0 0,1-1 1 0 0,-1 1 0 0 0,1-1-1 0 0,-1 1 1 0 0,0-1 0 0 0,1 1-1 0 0,-1-1 1 0 0,1 1 0 0 0,-1-1-1 0 0,1 1 1 0 0,0 0 0 0 0,-1-1-1 0 0,1 1 1 0 0,0 0 0 0 0,-1-1-1 0 0,1 1 1 0 0,0 0 0 0 0,0 0-1 0 0,-1-1 1 0 0,1 2 0 0 0,-1 10-2631 0 0</inkml:trace>
</inkml:ink>
</file>

<file path=ppt/ink/ink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5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1 760 0 0,'-1'2'10089'0'0,"-8"20"-9832"0"0,6-15-5 0 0,1-1 1 0 0,0 1-1 0 0,0 1 0 0 0,0-1 0 0 0,1 0 0 0 0,0 0 0 0 0,0 1 0 0 0,1-1 0 0 0,0 0 0 0 0,0 1 0 0 0,0-1 0 0 0,4 15 0 0 0,-3-21-231 0 0,0-1-1 0 0,-1 1 1 0 0,1 0-1 0 0,0 0 1 0 0,0-1-1 0 0,0 1 1 0 0,0-1-1 0 0,0 1 1 0 0,0-1-1 0 0,0 1 1 0 0,0-1-1 0 0,0 1 1 0 0,0-1-1 0 0,0 0 1 0 0,0 0-1 0 0,0 1 1 0 0,0-1-1 0 0,0 0 0 0 0,1 0 1 0 0,-1 0-1 0 0,0 0 1 0 0,0 0-1 0 0,0-1 1 0 0,0 1-1 0 0,0 0 1 0 0,0 0-1 0 0,0-1 1 0 0,0 1-1 0 0,0-1 1 0 0,0 1-1 0 0,0-1 1 0 0,0 1-1 0 0,1-2 1 0 0,41-18 213 0 0,-39 18-190 0 0,4-1-24 0 0,1-1 0 0 0,0 2 0 0 0,-1-1 0 0 0,1 2 0 0 0,0-1 0 0 0,0 1 0 0 0,0 0 0 0 0,0 1 0 0 0,1 0 0 0 0,-1 0 0 0 0,0 1 0 0 0,9 2 0 0 0,47 0 19 0 0,-64-3-34 0 0,0-1 1 0 0,0 1 0 0 0,0 0-1 0 0,0 0 1 0 0,0 0-1 0 0,0 0 1 0 0,0-1 0 0 0,0 1-1 0 0,0 0 1 0 0,0-1-1 0 0,0 1 1 0 0,0-1 0 0 0,0 0-1 0 0,0 1 1 0 0,0-1-1 0 0,0 1 1 0 0,-1-1 0 0 0,1 0-1 0 0,0 0 1 0 0,0 0-1 0 0,-1 1 1 0 0,1-1 0 0 0,0 0-1 0 0,-1 0 1 0 0,1 0-1 0 0,-1 0 1 0 0,0 0 0 0 0,1 0-1 0 0,-1 0 1 0 0,0 0-1 0 0,1 0 1 0 0,-1 0 0 0 0,0 0-1 0 0,0 0 1 0 0,0 0-1 0 0,0-1 1 0 0,0 1 0 0 0,0 0-1 0 0,0-2 1 0 0,0 0-4 0 0,0 1 24 0 0,-19-38 90 0 0,18 37-696 0 0,-8-18 1764 0 0,7 18-3948 0 0</inkml:trace>
</inkml:ink>
</file>

<file path=ppt/ink/ink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5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5 628 0 0,'0'0'5631'0'0,"-4"3"-4959"0"0,2-1-532 0 0,0 0 1 0 0,0 0-1 0 0,0 0 1 0 0,0 1 0 0 0,1-1-1 0 0,-1 1 1 0 0,1-1-1 0 0,-1 1 1 0 0,1-1 0 0 0,0 1-1 0 0,0 0 1 0 0,0 0-1 0 0,0-1 1 0 0,1 1-1 0 0,-1 0 1 0 0,1 0 0 0 0,0 0-1 0 0,-1 0 1 0 0,1 0-1 0 0,1 0 1 0 0,-1 0 0 0 0,0 0-1 0 0,1 0 1 0 0,-1-1-1 0 0,1 1 1 0 0,0 0 0 0 0,0 0-1 0 0,0-1 1 0 0,3 6-1 0 0,-4-7-28 0 0,0 0 0 0 0,0 0 0 0 0,1 0 0 0 0,-1 0 0 0 0,0-1 0 0 0,1 1 0 0 0,-1 0 0 0 0,1 0 0 0 0,-1 0 0 0 0,1 0 0 0 0,-1 0 0 0 0,1-1 0 0 0,-1 1 0 0 0,1 0 0 0 0,0-1 0 0 0,-1 1 0 0 0,1 0 0 0 0,0-1 0 0 0,0 1 0 0 0,-1-1 0 0 0,1 1 0 0 0,1 0 0 0 0,-1-2-38 0 0,-1 1-1 0 0,1 0 1 0 0,0-1 0 0 0,-1 1 0 0 0,1-1-1 0 0,-1 1 1 0 0,1-1 0 0 0,-1 1-1 0 0,1-1 1 0 0,-1 1 0 0 0,1-1-1 0 0,-1 1 1 0 0,0-1 0 0 0,1 0-1 0 0,-1 1 1 0 0,0-1 0 0 0,1 0 0 0 0,-1 1-1 0 0,0-1 1 0 0,0 0 0 0 0,1-1-1 0 0,6-52 1251 0 0,-7 46-1062 0 0,2-18-3204 0 0,9 17-6049 0 0</inkml:trace>
</inkml:ink>
</file>

<file path=ppt/ink/ink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6.3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0 345 1936 0 0,'16'0'461'0'0,"7"4"192"0"0,-6-1 105 0 0,1 0 0 0 0,-1 1 0 0 0,20 8-1 0 0,-31-10-543 0 0,0 1 0 0 0,0 0 0 0 0,-1 0 1 0 0,1 1-1 0 0,-1 0 0 0 0,0 0 0 0 0,0 0 0 0 0,0 0 0 0 0,-1 1 0 0 0,1 0 0 0 0,-1-1 0 0 0,7 12 1900 0 0,-7-17-2184 0 0,-1-1 0 0 0,1 1 0 0 0,-1-1-1 0 0,0 0 1 0 0,1 0 0 0 0,-1-1 0 0 0,0 1 0 0 0,3-4-1 0 0,21-12-1382 0 0,-19 14 1058 0 0,-1 1 167 0 0,-1 0 0 0 0,1 0-1 0 0,-1 1 1 0 0,1 0 0 0 0,0 0 0 0 0,0 0-1 0 0,0 1 1 0 0,0 0 0 0 0,0 1-1 0 0,0-1 1 0 0,0 1 0 0 0,0 0 0 0 0,12 3-1 0 0,-18-3 360 0 0,28 15 1551 0 0,-22-16-1518 0 0,0 0 0 0 0,0-1 0 0 0,0 1 0 0 0,-1-1 0 0 0,1-1 0 0 0,-1 1 0 0 0,1-1 0 0 0,-1 0 0 0 0,0 0 0 0 0,0-1 0 0 0,0 0 0 0 0,0 0 0 0 0,-1 0 0 0 0,0-1 0 0 0,1 0 0 0 0,-2 0 0 0 0,1 0 0 0 0,-1-1-1 0 0,1 1 1 0 0,4-10 0 0 0,2-3 219 0 0,-1 0 0 0 0,0-1 0 0 0,-1-1 0 0 0,-1 0-1 0 0,8-31 1 0 0,-13 41-187 0 0,-2 0-1 0 0,1-1 0 0 0,-1 1 1 0 0,0 0-1 0 0,-1-1 1 0 0,0 1-1 0 0,-1-1 0 0 0,0 1 1 0 0,-1 0-1 0 0,0 0 1 0 0,-1 0-1 0 0,0 0 0 0 0,-5-13 1 0 0,7 22 346 0 0,-4 18-374 0 0,4-16-163 0 0,0 0 1 0 0,1 0-1 0 0,-1 0 1 0 0,0 0-1 0 0,1 0 1 0 0,0 0-1 0 0,-1 1 0 0 0,1-1 1 0 0,0 0-1 0 0,-1 0 1 0 0,1 1-1 0 0,0-1 1 0 0,0 0-1 0 0,0 0 1 0 0,0 1-1 0 0,0-1 0 0 0,1 2 1 0 0,5 22 100 0 0,1-1 0 0 0,20 46 0 0 0,-16-44-42 0 0,-1 0-1 0 0,7 31 1 0 0,-16-53-32 0 0,0 0 0 0 0,-1 1-1 0 0,1-1 1 0 0,-1 1 0 0 0,0-1 0 0 0,0 1-1 0 0,0-1 1 0 0,-1 0 0 0 0,1 1 0 0 0,-1-1-1 0 0,0 1 1 0 0,-1-1 0 0 0,1 0 0 0 0,-1 0-1 0 0,0 0 1 0 0,0 0 0 0 0,0 0 0 0 0,0 0 0 0 0,-1 0-1 0 0,1-1 1 0 0,-1 1 0 0 0,0-1 0 0 0,-4 4-1 0 0,2-2-162 0 0,-1-1-1 0 0,0 1 1 0 0,0-1 0 0 0,-1 0-1 0 0,-8 4 1 0 0,-38 10-5267 0 0</inkml:trace>
</inkml:ink>
</file>

<file path=ppt/ink/ink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9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176 139 236 0 0,'16'-26'4026'0'0,"9"-17"3843"0"0,-26 42-7856 0 0,1 1 1 0 0,-1-1-1 0 0,0 0 0 0 0,0 0 1 0 0,1 0-1 0 0,-1 0 1 0 0,1 0-1 0 0,-1 0 0 0 0,1 0 1 0 0,-1 0-1 0 0,1 0 0 0 0,0-1 1 0 0,-1 1-1 0 0,1 0 0 0 0,0 0 1 0 0,0 0-1 0 0,0 0 0 0 0,0 0 1 0 0,0-1-1 0 0,0 1 0 0 0,0 0 1 0 0,0 0-1 0 0,1-2 0 0 0,-1 2 50 0 0,0 0 1 0 0,0-1-1 0 0,1 1 0 0 0,-1 0 0 0 0,0 0 0 0 0,0-1 0 0 0,0 1 0 0 0,0 0 0 0 0,-1-1 0 0 0,1 1 1 0 0,0 0-1 0 0,0-1 0 0 0,-1 1 0 0 0,1 0 0 0 0,-1 0 0 0 0,1-1 0 0 0,-1 1 0 0 0,0 0 0 0 0,1 0 1 0 0,-1 0-1 0 0,0 0 0 0 0,0 0 0 0 0,0 0 0 0 0,0 0 0 0 0,0 0 0 0 0,-1-1 0 0 0,-7-1-51 0 0,8 2-12 0 0,-1 0 0 0 0,0 0-1 0 0,1 1 1 0 0,-1-1 0 0 0,0 0 0 0 0,1 1 0 0 0,-1 0-1 0 0,0-1 1 0 0,0 1 0 0 0,1 0 0 0 0,-1 0 0 0 0,0 0 0 0 0,0 0-1 0 0,1 0 1 0 0,-3 1 0 0 0,-49 14-46 0 0,45-11 50 0 0,1 0 0 0 0,-1 1 0 0 0,1 0 0 0 0,0 0 0 0 0,0 0 0 0 0,1 1 0 0 0,0 0 0 0 0,0 1 0 0 0,0 0 0 0 0,1-1 0 0 0,0 2 0 0 0,0-1 0 0 0,1 0 0 0 0,0 1 1 0 0,0 0-1 0 0,0 0 0 0 0,-2 11 0 0 0,5-14-2 0 0,1 0 0 0 0,0 1 1 0 0,0-1-1 0 0,0 0 0 0 0,0 0 0 0 0,1 1 1 0 0,0-1-1 0 0,0 0 0 0 0,0 0 1 0 0,4 9-1 0 0,-2-10 1 0 0,0 0 1 0 0,1 0-1 0 0,-1 0 1 0 0,0-1-1 0 0,1 0 1 0 0,0 1-1 0 0,0-1 1 0 0,0-1-1 0 0,0 1 1 0 0,1-1-1 0 0,-1 1 1 0 0,1-1-1 0 0,-1 0 1 0 0,1-1-1 0 0,8 3 1 0 0,-5-3 9 0 0,0 0 1 0 0,1-1 0 0 0,-1 1-1 0 0,0-2 1 0 0,0 1-1 0 0,0-1 1 0 0,1 0 0 0 0,13-5-1 0 0,-1-1 17 0 0,0-1 0 0 0,0-1 0 0 0,-1-1 1 0 0,0-1-1 0 0,36-26 0 0 0,-34 19-8 0 0,38-39 0 0 0,-60 57-13 0 0,14-14 11 0 0,-11 15 290 0 0,-10 19 539 0 0,5-14-838 0 0,-1 1-1 0 0,1-1 0 0 0,0 1 1 0 0,1 0-1 0 0,-1-1 0 0 0,1 1 1 0 0,1 0-1 0 0,0 12 0 0 0,0-17-17 0 0,1 1 10 0 0,1 0-1 0 0,0 0 1 0 0,0 0 0 0 0,0 0 0 0 0,0 0 0 0 0,0 0-1 0 0,1-1 1 0 0,-1 1 0 0 0,1-1 0 0 0,3 3-1 0 0,-1-4 12 0 0,-1 0 0 0 0,0-1 0 0 0,1 1 0 0 0,-1-1 0 0 0,0 0 0 0 0,1-1 0 0 0,-1 1 0 0 0,0-1 0 0 0,1 1 0 0 0,-1-1 0 0 0,0-1 0 0 0,0 1 0 0 0,0-1 0 0 0,0 1 0 0 0,0-1 0 0 0,0 0 0 0 0,0 0 0 0 0,0-1 0 0 0,-1 1 0 0 0,6-6 0 0 0,3-4 37 0 0,0 1 0 0 0,-1-1 0 0 0,-1-1 0 0 0,0 0-1 0 0,9-15 1 0 0,-18 26 17 0 0,1 0-20 0 0,-2 2-46 0 0,0 0 1 0 0,0-1-1 0 0,0 1 0 0 0,0 0 0 0 0,0 0 1 0 0,0 0-1 0 0,0-1 0 0 0,0 1 0 0 0,0 0 1 0 0,0 0-1 0 0,0 0 0 0 0,1 0 0 0 0,-1 0 1 0 0,0-1-1 0 0,0 1 0 0 0,0 0 0 0 0,0 0 1 0 0,0 0-1 0 0,0 0 0 0 0,1 0 0 0 0,-1-1 1 0 0,0 1-1 0 0,0 0 0 0 0,0 0 0 0 0,0 0 1 0 0,0 0-1 0 0,1 0 0 0 0,-1 0 0 0 0,0 0 1 0 0,0 0-1 0 0,0 0 0 0 0,0 0 0 0 0,1 0 0 0 0,-1 0 1 0 0,0 0-1 0 0,0 0 0 0 0,0 0 0 0 0,1 0 1 0 0,-1 0-1 0 0,0 0 0 0 0,0 0 0 0 0,0 0 1 0 0,0 0-1 0 0,1 0 0 0 0,-1 0 0 0 0,0 0 1 0 0,0 0-1 0 0,0 0 0 0 0,0 0 0 0 0,1 0 1 0 0,-1 1-1 0 0,0-1 0 0 0,0 0 0 0 0,0 0 1 0 0,1 2-2 0 0,-1 1 5 0 0,0 0 0 0 0,0 0 0 0 0,0-1 0 0 0,1 1 0 0 0,-1 0 0 0 0,1 0 0 0 0,0-1 0 0 0,0 1 0 0 0,0-1 0 0 0,0 1 0 0 0,0-1 0 0 0,1 1 0 0 0,-1-1 0 0 0,1 1 0 0 0,-1-1 0 0 0,1 0 0 0 0,0 0 0 0 0,0 0 0 0 0,0 0 0 0 0,0 0 0 0 0,0-1 0 0 0,1 1-1 0 0,-1-1 1 0 0,0 1 0 0 0,1-1 0 0 0,-1 0 0 0 0,1 0 0 0 0,0 0 0 0 0,-1 0 0 0 0,1 0 0 0 0,3 0 0 0 0,6-3-1 0 0,0-1 0 0 0,0-1-1 0 0,0 0 1 0 0,0 0 0 0 0,0-1-1 0 0,16-10 1 0 0,14-4-50 0 0,-40 18 36 0 0,1 1 0 0 0,0 0 0 0 0,-1 0 0 0 0,1 0 0 0 0,0 0 0 0 0,0 0 0 0 0,-1 0 0 0 0,1 1 1 0 0,-1-1-1 0 0,1 1 0 0 0,0 0 0 0 0,-1 0 0 0 0,1 0 0 0 0,-1 0 0 0 0,4 2 0 0 0,40 29 97 0 0,-4-3-1370 0 0,-36-27 367 0 0,32 9-2969 0 0,-17-9-2098 0 0,-6-2 3266 0 0</inkml:trace>
</inkml:ink>
</file>

<file path=ppt/ink/ink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9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1 360 1440 0 0,'37'-25'2044'0'0,"20"-38"7301"0"0,-59 68-9193 0 0,2-2-112 0 0,-1 0 0 0 0,1 1 0 0 0,0-1 1 0 0,0 0-1 0 0,0 0 0 0 0,0 1 0 0 0,0-1 0 0 0,2 6 0 0 0,-2-8-22 0 0,1 0 1 0 0,-1 1-1 0 0,1-1 0 0 0,0 0 1 0 0,-1 0-1 0 0,1 1 0 0 0,0-1 1 0 0,0 0-1 0 0,0 0 1 0 0,0 0-1 0 0,0 0 0 0 0,0 0 1 0 0,0 0-1 0 0,0-1 0 0 0,0 1 1 0 0,0 0-1 0 0,0 0 0 0 0,1-1 1 0 0,-1 1-1 0 0,0-1 1 0 0,0 1-1 0 0,1-1 0 0 0,-1 1 1 0 0,0-1-1 0 0,1 0 0 0 0,-1 0 1 0 0,1 0-1 0 0,-1 0 0 0 0,0 0 1 0 0,1 0-1 0 0,-1 0 1 0 0,3 0-1 0 0,6-2 5 0 0,0 0 0 0 0,0 0 0 0 0,0-1 0 0 0,0 0 1 0 0,0-1-1 0 0,0 0 0 0 0,-1 0 0 0 0,0-1 0 0 0,0-1 0 0 0,0 1 0 0 0,-1-1 0 0 0,1-1 1 0 0,-1 1-1 0 0,-1-1 0 0 0,0-1 0 0 0,11-13 0 0 0,-3 0 46 0 0,-1 1 0 0 0,0-2 1 0 0,-2 0-1 0 0,-1 0 0 0 0,17-48 0 0 0,-26 61 209 0 0,0-1-1 0 0,0 1 1 0 0,0-1 0 0 0,-1-11-1 0 0,-1 19-33 0 0,-5 8-189 0 0,0 1 0 0 0,0 0 1 0 0,1 0-1 0 0,0 1 1 0 0,0-1-1 0 0,1 1 1 0 0,0 0-1 0 0,0 0 1 0 0,1 0-1 0 0,0 0 1 0 0,0 0-1 0 0,1 0 1 0 0,0 1-1 0 0,1 15 1 0 0,0 11-510 0 0,2-1 0 0 0,8 40 1 0 0,-8-56-500 0 0,3 11-2099 0 0,-1-10-1947 0 0,-1-5 1144 0 0</inkml:trace>
</inkml:ink>
</file>

<file path=ppt/ink/ink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0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33 312 0 0,'14'-23'4063'0'0,"-12"22"-3234"0"0,12-6 913 0 0,-8 5-5963 0 0</inkml:trace>
</inkml:ink>
</file>

<file path=ppt/ink/ink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1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110 387 508 0 0,'0'0'2251'0'0,"5"-9"4298"0"0,-24-23-4587 0 0,2 7-1265 0 0,1-2-1 0 0,1 0 0 0 0,2-1 0 0 0,-10-29 0 0 0,20 50-668 0 0,1 1 0 0 0,0 0-1 0 0,1-1 1 0 0,0 1 0 0 0,0-1 0 0 0,0 0-1 0 0,1 1 1 0 0,-1-1 0 0 0,2 0 0 0 0,-1 1-1 0 0,1-1 1 0 0,0 0 0 0 0,0 1 0 0 0,1-1-1 0 0,0 1 1 0 0,0-1 0 0 0,1 1 0 0 0,-1 0-1 0 0,1 0 1 0 0,1 0 0 0 0,-1 1 0 0 0,1-1-1 0 0,0 1 1 0 0,8-9 0 0 0,-11 13-27 0 0,-1 0-1 0 0,1 0 1 0 0,0 0 0 0 0,0 0 0 0 0,0 0 0 0 0,0 0 0 0 0,0 0 0 0 0,0 0 0 0 0,0 0-1 0 0,0 1 1 0 0,1-1 0 0 0,-1 0 0 0 0,0 1 0 0 0,0-1 0 0 0,1 1 0 0 0,-1-1-1 0 0,0 1 1 0 0,1 0 0 0 0,-1-1 0 0 0,1 1 0 0 0,-1 0 0 0 0,0 0 0 0 0,1 0 0 0 0,-1 0-1 0 0,1 0 1 0 0,-1 0 0 0 0,0 1 0 0 0,1-1 0 0 0,-1 0 0 0 0,0 1 0 0 0,1-1-1 0 0,-1 1 1 0 0,0-1 0 0 0,0 1 0 0 0,1 0 0 0 0,-1-1 0 0 0,0 1 0 0 0,0 0-1 0 0,0 0 1 0 0,0 0 0 0 0,0 0 0 0 0,0 0 0 0 0,0 0 0 0 0,0 0 0 0 0,1 2 0 0 0,0 1 0 0 0,0 0 1 0 0,0 0-1 0 0,-1 0 1 0 0,1 0-1 0 0,-1 0 1 0 0,0 0 0 0 0,0 0-1 0 0,0 1 1 0 0,-1-1-1 0 0,1 0 1 0 0,-1 1-1 0 0,0-1 1 0 0,0 0 0 0 0,-1 5-1 0 0,-2 11 33 0 0,-1 0 0 0 0,-1-1-1 0 0,-1 1 1 0 0,-1-1 0 0 0,0 0-1 0 0,-1-1 1 0 0,-1 0 0 0 0,-22 33-1 0 0,31-50-10 0 0,-1 0-10 0 0,0 0-1 0 0,0 1 1 0 0,0-1 0 0 0,1 1-1 0 0,-1-1 1 0 0,1 1 0 0 0,-1-1-1 0 0,1 1 1 0 0,-1-1 0 0 0,1 1-1 0 0,0 0 1 0 0,0 2 0 0 0,3-2-102 0 0,0 1 1 0 0,0-1-1 0 0,0 0 0 0 0,0 0 1 0 0,1 0-1 0 0,-1 0 1 0 0,1-1-1 0 0,-1 0 0 0 0,1 1 1 0 0,0-1-1 0 0,0-1 1 0 0,-1 1-1 0 0,1 0 1 0 0,0-1-1 0 0,0 0 0 0 0,4 0 1 0 0,2 0-1356 0 0,1-1 1 0 0,-1 0 0 0 0,0 0-1 0 0,1-1 1 0 0,9-3 0 0 0,-4-2-1842 0 0</inkml:trace>
</inkml:ink>
</file>

<file path=ppt/ink/ink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1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36 876 0 0,'1'-3'816'0'0,"-1"0"-1"0"0,1 1 1 0 0,-1-1-1 0 0,0 0 1 0 0,0 0 0 0 0,0 1-1 0 0,0-1 1 0 0,0 0-1 0 0,-1 0 1 0 0,1 1-1 0 0,-2-4 1 0 0,-5 8-630 0 0,0-1-1 0 0,0 2 1 0 0,-1-1-1 0 0,1 1 1 0 0,1 0 0 0 0,-1 0-1 0 0,0 1 1 0 0,1 0-1 0 0,0 0 1 0 0,-1 1 0 0 0,2 0-1 0 0,-1 0 1 0 0,1 0 0 0 0,-1 0-1 0 0,1 1 1 0 0,1 0-1 0 0,-1 0 1 0 0,-5 11 0 0 0,7-13-141 0 0,1 0 0 0 0,-1 1 0 0 0,1-1 0 0 0,0 1 0 0 0,0-1 1 0 0,0 1-1 0 0,1 0 0 0 0,-1 0 0 0 0,1 0 0 0 0,1 0 0 0 0,-1 0 1 0 0,0 0-1 0 0,1 0 0 0 0,0 0 0 0 0,1 0 0 0 0,-1 0 1 0 0,1 0-1 0 0,0 0 0 0 0,0 0 0 0 0,0-1 0 0 0,1 1 0 0 0,-1 0 1 0 0,1 0-1 0 0,0-1 0 0 0,1 1 0 0 0,-1-1 0 0 0,1 0 0 0 0,0 0 1 0 0,4 5-1 0 0,2-2-76 0 0,0 1 0 0 0,1-2 1 0 0,-1 1-1 0 0,1-1 1 0 0,1-1-1 0 0,-1 0 0 0 0,1 0 1 0 0,0-1-1 0 0,0-1 0 0 0,0 1 1 0 0,0-2-1 0 0,1 0 0 0 0,15 1 1 0 0,-14-1-58 0 0,1-2-1 0 0,-1 0 1 0 0,0 0 0 0 0,1-1 0 0 0,-1-1 0 0 0,0 0 0 0 0,0-1 0 0 0,0 0-1 0 0,0-1 1 0 0,-1 0 0 0 0,18-9 0 0 0,-27 10 109 0 0,1 1 0 0 0,-1-1 0 0 0,1 1-1 0 0,-1-1 1 0 0,0 0 0 0 0,0 0 0 0 0,0-1 0 0 0,0 1 0 0 0,-1 0 0 0 0,0-1 0 0 0,1 0-1 0 0,-1 1 1 0 0,0-1 0 0 0,-1 0 0 0 0,1 0 0 0 0,-1 0 0 0 0,0 0 0 0 0,0-1 0 0 0,0 1-1 0 0,0 0 1 0 0,-1 0 0 0 0,1-7 0 0 0,-1 8 105 0 0,-9-48 1872 0 0,13 47-2037 0 0,-27 16 710 0 0,21-11-672 0 0,0 0 0 0 0,0 0 0 0 0,0 0 0 0 0,0 1 0 0 0,1-1 0 0 0,-1 0 0 0 0,0 1 0 0 0,1-1 0 0 0,-1 1 0 0 0,1-1 0 0 0,0 1 0 0 0,0 0 0 0 0,-1 0 0 0 0,1 0 0 0 0,0-1 0 0 0,0 1 0 0 0,1 0 0 0 0,-1 0 0 0 0,0 0 0 0 0,1 0 0 0 0,-1 0 0 0 0,1 1 0 0 0,0-1 0 0 0,-1 0 0 0 0,1 0 0 0 0,0 0 0 0 0,0 0 0 0 0,1 0 0 0 0,-1 0 0 0 0,0 1 0 0 0,1-1 0 0 0,-1 0 0 0 0,1 0 0 0 0,0 0 0 0 0,-1 0 0 0 0,2 2 0 0 0,0-2 5 0 0,0 1 0 0 0,1 0 0 0 0,-1 0-1 0 0,0-1 1 0 0,1 1 0 0 0,0-1 0 0 0,-1 0 0 0 0,1 0 0 0 0,0 0 0 0 0,0 0 0 0 0,0 0 0 0 0,1 0 0 0 0,-1-1-1 0 0,0 0 1 0 0,0 0 0 0 0,1 0 0 0 0,-1 0 0 0 0,1 0 0 0 0,5 0 0 0 0,-5-1 6 0 0,0 0 1 0 0,0 0-1 0 0,0 0 1 0 0,-1 0-1 0 0,1-1 1 0 0,0 0-1 0 0,0 0 1 0 0,-1 0-1 0 0,1 0 1 0 0,0 0-1 0 0,-1-1 1 0 0,1 1-1 0 0,-1-1 1 0 0,0 0-1 0 0,1 0 1 0 0,-1-1-1 0 0,0 1 0 0 0,0-1 1 0 0,-1 1-1 0 0,1-1 1 0 0,0 0-1 0 0,-1 0 1 0 0,4-5-1 0 0,0-4 127 0 0,0 1 1 0 0,-1-1-1 0 0,0-1 0 0 0,-1 1 0 0 0,3-16 0 0 0,-4 19-10 0 0,-11-19 88 0 0,-20 34-15674 0 0</inkml:trace>
</inkml:ink>
</file>

<file path=ppt/ink/ink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2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92 588 0 0,'30'-74'12824'0'0,"-31"80"-12538"0"0,-13 52 334 0 0,7-32-343 0 0,1 0 0 0 0,-3 27 0 0 0,8-47-238 0 0,1 0 0 0 0,-1 0 0 0 0,1 1 0 0 0,1-1 0 0 0,-1 0 0 0 0,1 0 1 0 0,0 0-1 0 0,1 0 0 0 0,-1 0 0 0 0,1 0 0 0 0,0 0 0 0 0,1 0 0 0 0,-1-1 0 0 0,5 7 0 0 0,-5-10-49 0 0,-1 1 0 0 0,1-1-1 0 0,0 1 1 0 0,0-1 0 0 0,1 0-1 0 0,-1 0 1 0 0,0 0-1 0 0,1 0 1 0 0,-1 0 0 0 0,1-1-1 0 0,0 1 1 0 0,0-1 0 0 0,-1 1-1 0 0,1-1 1 0 0,0 0 0 0 0,0 0-1 0 0,0 0 1 0 0,0-1-1 0 0,5 1 1 0 0,-3-1-4 0 0,1 0 0 0 0,-1-1 1 0 0,0 0-1 0 0,0 0 0 0 0,0 0 0 0 0,0 0 0 0 0,0-1 0 0 0,0 0 1 0 0,0 0-1 0 0,8-5 0 0 0,0-1 0 0 0,-1 0 0 0 0,0-2 0 0 0,0 1 0 0 0,-1-1 0 0 0,-1-1 0 0 0,1 0-1 0 0,9-14 1 0 0,-7 5 134 0 0,-1 1-1 0 0,0-2 1 0 0,-2 0-1 0 0,0 0 1 0 0,-1-1-1 0 0,8-32 0 0 0,-17 53 4 0 0,1 1 0 0 0,-1-1 0 0 0,1 0 0 0 0,-1 0-1 0 0,1-1 1 0 0,-1 1 0 0 0,0 0 0 0 0,1 0-1 0 0,-1 0 1 0 0,0 0 0 0 0,0 0 0 0 0,0 0-1 0 0,0 0 1 0 0,0 0 0 0 0,0 0 0 0 0,0-1 0 0 0,-1 1-1 0 0,1 0 1 0 0,0 0 0 0 0,0 0 0 0 0,-1 0-1 0 0,1 0 1 0 0,-1 0 0 0 0,0-1 0 0 0,0 2-86 0 0,-1 0 1 0 0,1 1 0 0 0,0-1-1 0 0,0 1 1 0 0,-1-1 0 0 0,1 1 0 0 0,0 0-1 0 0,0-1 1 0 0,0 1 0 0 0,0 0-1 0 0,0 0 1 0 0,0 0 0 0 0,0 0-1 0 0,0 0 1 0 0,0 0 0 0 0,0 1-1 0 0,-7 7 3 0 0,1 0 0 0 0,1 0 0 0 0,0 1 0 0 0,-9 17 0 0 0,10-12 26 0 0,1 0-1 0 0,0 1 1 0 0,1-1 0 0 0,1 1-1 0 0,0-1 1 0 0,1 18 0 0 0,1-26-402 0 0,0 0 1 0 0,1-1 0 0 0,-1 1-1 0 0,1 0 1 0 0,1-1 0 0 0,-1 1-1 0 0,1-1 1 0 0,0 1 0 0 0,1-1-1 0 0,0 0 1 0 0,0 0 0 0 0,0 0-1 0 0,0 0 1 0 0,1 0 0 0 0,0-1-1 0 0,9 10 1 0 0,13 0-2623 0 0,-6-9-2711 0 0,-4-4 2212 0 0</inkml:trace>
</inkml:ink>
</file>

<file path=ppt/ink/ink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3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41 596 0 0,'1'-1'359'0'0,"0"0"0"0"0,0 0-1 0 0,-1 0 1 0 0,1-1 0 0 0,-1 1 0 0 0,1 0 0 0 0,-1-1-1 0 0,0 1 1 0 0,1-1 0 0 0,-1 1 0 0 0,0 0 0 0 0,0-1-1 0 0,0 1 1 0 0,0-1 0 0 0,0 1 0 0 0,0 0-1 0 0,-1-1 1 0 0,1 1 0 0 0,0 0 0 0 0,-1-1 0 0 0,1 1-1 0 0,-1 0 1 0 0,1-1 0 0 0,-1 1 0 0 0,0 0 0 0 0,1 0-1 0 0,-2-2 1 0 0,-14 0 3389 0 0,-8 8-3735 0 0,20-3 98 0 0,0 0 0 0 0,1 0 0 0 0,-1 0 0 0 0,1 0 0 0 0,0 1 0 0 0,0-1-1 0 0,0 1 1 0 0,0 0 0 0 0,0-1 0 0 0,0 1 0 0 0,1 1 0 0 0,0-1 0 0 0,-1 0 0 0 0,1 1 0 0 0,0-1 0 0 0,1 1 0 0 0,-1 0 0 0 0,1-1 0 0 0,-2 6 0 0 0,3-8-25 0 0,-2 13 354 0 0,2-13-430 0 0,1 0 0 0 0,-1 0 0 0 0,1 0 0 0 0,-1-1 1 0 0,1 1-1 0 0,-1 0 0 0 0,1-1 0 0 0,-1 1 0 0 0,1 0 0 0 0,0-1 1 0 0,0 1-1 0 0,-1-1 0 0 0,1 1 0 0 0,0-1 0 0 0,0 1 1 0 0,-1-1-1 0 0,1 0 0 0 0,0 1 0 0 0,0-1 0 0 0,0 0 1 0 0,0 1-1 0 0,0-1 0 0 0,0 0 0 0 0,-1 0 0 0 0,1 0 0 0 0,0 0 1 0 0,1 0-1 0 0,37-8 150 0 0,43-31-7 0 0,-80 38-164 0 0,-2 1 9 0 0,1 0 0 0 0,0 1 0 0 0,0-1 0 0 0,-1 0 0 0 0,1 0 1 0 0,0 1-1 0 0,-1-1 0 0 0,1 0 0 0 0,-1 1 0 0 0,1-1 0 0 0,0 1 0 0 0,-1-1 0 0 0,1 1 0 0 0,-1-1 0 0 0,1 1 0 0 0,-1-1 1 0 0,1 1-1 0 0,-1-1 0 0 0,0 1 0 0 0,1 0 0 0 0,-1-1 0 0 0,0 1 0 0 0,1 0 0 0 0,-1-1 0 0 0,0 1 0 0 0,0 0 0 0 0,1 0 1 0 0,-1-1-1 0 0,0 1 0 0 0,0 0 0 0 0,0-1 0 0 0,0 1 0 0 0,0 0 0 0 0,0 0 0 0 0,0-1 0 0 0,0 1 0 0 0,-1 0 1 0 0,1 0-1 0 0,0-1 0 0 0,0 1 0 0 0,-1 0 0 0 0,1-1 0 0 0,0 1 0 0 0,-1 0 0 0 0,0 3 4 0 0,1-1 0 0 0,-1 0 0 0 0,1 1 0 0 0,0-1-1 0 0,0 0 1 0 0,0 0 0 0 0,0 1 0 0 0,0-1 0 0 0,1 0 0 0 0,0 1 0 0 0,0-1-1 0 0,0 0 1 0 0,0 0 0 0 0,1 3 0 0 0,0-4 2 0 0,-1-1 0 0 0,1 1 0 0 0,-1-1-1 0 0,0 0 1 0 0,1 0 0 0 0,0 0 0 0 0,-1 0 0 0 0,1 0 0 0 0,0 0 0 0 0,0 0-1 0 0,-1 0 1 0 0,1-1 0 0 0,0 1 0 0 0,0-1 0 0 0,0 0 0 0 0,0 1 0 0 0,0-1-1 0 0,0 0 1 0 0,0 0 0 0 0,0 0 0 0 0,-1 0 0 0 0,1 0 0 0 0,0-1 0 0 0,0 1 0 0 0,0 0-1 0 0,0-1 1 0 0,0 0 0 0 0,2 0 0 0 0,51-21 57 0 0,55-35-5 0 0,-109 56-69 0 0,3-5-42 0 0,4 14-49 0 0,3 9 16 0 0,-7-7 39 0 0,-4-7-10 0 0,1 0 0 0 0,0 0-1 0 0,0 0 1 0 0,0 0 0 0 0,1 0-1 0 0,-1 0 1 0 0,1-1 0 0 0,-1 1 0 0 0,1 0-1 0 0,0-1 1 0 0,0 1 0 0 0,0-1 0 0 0,1 0-1 0 0,-1 0 1 0 0,4 3 0 0 0,34 8-4032 0 0,-9-12-2461 0 0,-16-4 3174 0 0</inkml:trace>
</inkml:ink>
</file>

<file path=ppt/ink/ink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3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0 329 460 0 0,'10'-9'9746'0'0,"6"8"-6729"0"0,-14 1-3074 0 0,0 1 1 0 0,0-1 0 0 0,-1 0 0 0 0,1 0 0 0 0,0 0 0 0 0,0-1 0 0 0,0 1 0 0 0,0 0-1 0 0,0-1 1 0 0,0 1 0 0 0,0-1 0 0 0,0 0 0 0 0,0 1 0 0 0,0-1 0 0 0,-1 0 0 0 0,4-2-1 0 0,10-10 65 0 0,0 1-1 0 0,-1-2 1 0 0,0 0-1 0 0,-2 0 1 0 0,23-32-1 0 0,45-90 868 0 0,-67 113-459 0 0,8-16 3882 0 0,-45 54-3557 0 0,14-7-575 0 0,1 0 0 0 0,0 1 0 0 0,1 1 0 0 0,0-1 0 0 0,0 1 0 0 0,1 1 0 0 0,1-1 0 0 0,0 1 1 0 0,0 0-1 0 0,-7 19 0 0 0,-12 20 70 0 0,-2 5-947 0 0,10-19-1935 0 0,-3-2-6466 0 0,16-26 4479 0 0</inkml:trace>
</inkml:ink>
</file>

<file path=ppt/ink/ink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5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287 30 656 0 0,'-4'-4'415'0'0,"0"1"0"0"0,-1 0 0 0 0,1 0 0 0 0,-1 1 0 0 0,0-1 0 0 0,0 1 1 0 0,0 0-1 0 0,0 0 0 0 0,0 1 0 0 0,0 0 0 0 0,-1 0 0 0 0,1 0 0 0 0,0 0 0 0 0,-1 1 0 0 0,1 0 0 0 0,0 0 0 0 0,-9 1 0 0 0,9 0-322 0 0,0 0-1 0 0,1 0 0 0 0,-1 0 0 0 0,0 1 1 0 0,0 0-1 0 0,1 0 0 0 0,-1 0 0 0 0,1 0 1 0 0,0 1-1 0 0,0 0 0 0 0,0 0 0 0 0,0 0 1 0 0,0 0-1 0 0,0 0 0 0 0,1 1 0 0 0,0 0 1 0 0,0 0-1 0 0,0 0 0 0 0,0 0 0 0 0,0 0 1 0 0,1 0-1 0 0,0 1 0 0 0,0-1 0 0 0,0 1 1 0 0,0 0-1 0 0,1-1 0 0 0,0 1 0 0 0,0 0 1 0 0,-1 8-1 0 0,2-5-23 0 0,0 0-1 0 0,0 0 1 0 0,1 0-1 0 0,0 0 1 0 0,0 0-1 0 0,1 0 1 0 0,0 0-1 0 0,1 0 1 0 0,4 9-1 0 0,38 66 311 0 0,-34-66-302 0 0,-1 0 1 0 0,0 1-1 0 0,-2 0 1 0 0,10 29-1 0 0,-17-43-44 0 0,0 0 0 0 0,0 0 0 0 0,0 0 0 0 0,-1 0 0 0 0,0 1 0 0 0,0-1 0 0 0,0 0 0 0 0,0 0 0 0 0,-1 0 0 0 0,0 0 0 0 0,0 0 0 0 0,0 0 0 0 0,0 0 0 0 0,0 0 0 0 0,-1 0 0 0 0,0 0 0 0 0,1 0 0 0 0,-2-1 0 0 0,1 1 0 0 0,0-1 0 0 0,-1 1 0 0 0,1-1 0 0 0,-1 0 0 0 0,0 0 0 0 0,0 0 0 0 0,0-1 0 0 0,-1 1 0 0 0,1-1 0 0 0,-1 0 0 0 0,-3 3 0 0 0,0-2 32 0 0,0 0 0 0 0,0 0-1 0 0,0 0 1 0 0,0-1 0 0 0,0 0 0 0 0,0 0-1 0 0,-1-1 1 0 0,1 0 0 0 0,-1 0 0 0 0,1-1 0 0 0,-1 0-1 0 0,1 0 1 0 0,-1-1 0 0 0,1 1 0 0 0,-14-5-1 0 0,19 5-139 0 0,1-1-1 0 0,-1 1 0 0 0,1-1 0 0 0,-1 1 1 0 0,1-1-1 0 0,-1 0 0 0 0,1 0 0 0 0,-1 0 1 0 0,1 0-1 0 0,0 0 0 0 0,0 0 0 0 0,-1 0 1 0 0,1 0-1 0 0,0 0 0 0 0,0-1 0 0 0,0 1 1 0 0,0 0-1 0 0,0-1 0 0 0,1 1 1 0 0,-1 0-1 0 0,-1-3 0 0 0,2 1-505 0 0,-1 1-1 0 0,1-1 1 0 0,0 0 0 0 0,0 0-1 0 0,0 1 1 0 0,0-1-1 0 0,0 0 1 0 0,1 0 0 0 0,-1 1-1 0 0,1-1 1 0 0,1-4 0 0 0,5-7-2662 0 0</inkml:trace>
</inkml:ink>
</file>

<file path=ppt/ink/ink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5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44 960 0 0,'7'0'362'0'0,"0"0"0"0"0,-1 0-1 0 0,1 1 1 0 0,-1 0 0 0 0,1 0 0 0 0,0 0-1 0 0,-1 1 1 0 0,0 0 0 0 0,1 0 0 0 0,-1 0-1 0 0,0 1 1 0 0,0 0 0 0 0,0 0 0 0 0,-1 1-1 0 0,1 0 1 0 0,-1 0 0 0 0,0 0 0 0 0,0 1-1 0 0,0-1 1 0 0,0 1 0 0 0,-1 0 0 0 0,0 0-1 0 0,5 8 1 0 0,-9-13-321 0 0,0 1 0 0 0,0-1-1 0 0,1 0 1 0 0,-1 1 0 0 0,0-1 0 0 0,1 0-1 0 0,-1 0 1 0 0,1 0 0 0 0,-1 1-1 0 0,0-1 1 0 0,1 0 0 0 0,-1 0 0 0 0,0 0-1 0 0,1 0 1 0 0,-1 0 0 0 0,1 0 0 0 0,-1 0-1 0 0,1 0 1 0 0,-1 0 0 0 0,0 0-1 0 0,1 0 1 0 0,-1 0 0 0 0,1 0 0 0 0,-1 0-1 0 0,0 0 1 0 0,1 0 0 0 0,-1 0 0 0 0,1 0-1 0 0,-1-1 1 0 0,0 1 0 0 0,1 0-1 0 0,-1 0 1 0 0,0-1 0 0 0,1 1 0 0 0,0-1-1 0 0,19-18 401 0 0,24-41-3414 0 0,-28 36-1115 0 0,-4 10 1564 0 0</inkml:trace>
</inkml:ink>
</file>

<file path=ppt/ink/ink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6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0 118 252 0 0,'0'0'747'0'0,"4"-1"-13"0"0,22-10 619 0 0,0-1 0 0 0,-1 0 0 0 0,-1-2 1 0 0,35-26-1 0 0,-51 33-1264 0 0,7-6 1334 0 0,-4 6-7529 0 0</inkml:trace>
</inkml:ink>
</file>

<file path=ppt/ink/ink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7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1 156 200 0 0,'0'0'6291'0'0,"6"-2"-5831"0"0,5-1-179 0 0,-1 0-1 0 0,1-1 1 0 0,-1-1 0 0 0,0 0 0 0 0,0 0 0 0 0,9-7 0 0 0,-14 8-150 0 0,0 1 1 0 0,-1-1-1 0 0,1 0 1 0 0,-1 0-1 0 0,0-1 1 0 0,0 0 0 0 0,0 1-1 0 0,-1-1 1 0 0,0 0-1 0 0,0-1 1 0 0,0 1-1 0 0,0 0 1 0 0,3-11-1 0 0,-6 15-114 0 0,1-1-1 0 0,-1 1 0 0 0,0 0 0 0 0,1 0 0 0 0,-1-1 0 0 0,0 1 1 0 0,0 0-1 0 0,0 0 0 0 0,0-1 0 0 0,0 1 0 0 0,0 0 1 0 0,0 0-1 0 0,0-1 0 0 0,0 1 0 0 0,-1 0 0 0 0,1 0 1 0 0,0-1-1 0 0,-1 1 0 0 0,1 0 0 0 0,-1 0 0 0 0,0 0 1 0 0,1 0-1 0 0,-1 0 0 0 0,0 0 0 0 0,0 0 0 0 0,1 0 1 0 0,-1 0-1 0 0,0 0 0 0 0,0 0 0 0 0,0 0 0 0 0,0 0 1 0 0,0 1-1 0 0,0-1 0 0 0,0 0 0 0 0,-1 1 0 0 0,1-1 0 0 0,0 1 1 0 0,0-1-1 0 0,0 1 0 0 0,-1 0 0 0 0,1 0 0 0 0,0-1 1 0 0,0 1-1 0 0,-1 0 0 0 0,1 0 0 0 0,0 0 0 0 0,-1 0 1 0 0,1 0-1 0 0,0 1 0 0 0,0-1 0 0 0,-2 1 0 0 0,-2-1 23 0 0,0 1-1 0 0,0 0 0 0 0,0 0 0 0 0,0 0 0 0 0,0 1 1 0 0,0-1-1 0 0,1 1 0 0 0,-1 0 0 0 0,1 1 0 0 0,-1-1 1 0 0,1 1-1 0 0,-5 4 0 0 0,6-4-26 0 0,0-1 1 0 0,1 1-1 0 0,0-1 0 0 0,0 1 1 0 0,0 0-1 0 0,0 0 0 0 0,0 0 1 0 0,0 0-1 0 0,1 0 0 0 0,-1 0 0 0 0,1 0 1 0 0,0 1-1 0 0,0-1 0 0 0,0 1 1 0 0,1-1-1 0 0,-1 0 0 0 0,1 1 1 0 0,0-1-1 0 0,0 5 0 0 0,1-5-5 0 0,0 0-1 0 0,0 0 1 0 0,0 0 0 0 0,0 0-1 0 0,1 0 1 0 0,-1 0 0 0 0,1 0-1 0 0,0-1 1 0 0,0 1 0 0 0,0 0-1 0 0,0-1 1 0 0,0 0 0 0 0,1 1-1 0 0,-1-1 1 0 0,1 0 0 0 0,4 2-1 0 0,3 3 9 0 0,1-2-1 0 0,0 0 0 0 0,0 0 1 0 0,1-1-1 0 0,-1 0 0 0 0,1-1 1 0 0,0 0-1 0 0,0-1 0 0 0,17 1 1 0 0,-2-3 4 0 0,0-1 1 0 0,0-1-1 0 0,0-2 1 0 0,0-1-1 0 0,-1-1 1 0 0,0-1-1 0 0,0-1 1 0 0,-1-1-1 0 0,0-2 1 0 0,37-21 0 0 0,-58 30 22 0 0,0 0 1 0 0,0-1 0 0 0,0 1 0 0 0,0-1-1 0 0,-1 0 1 0 0,1-1 0 0 0,-1 1 0 0 0,0 0 0 0 0,0-1-1 0 0,0 0 1 0 0,-1 0 0 0 0,1 0 0 0 0,-1 0-1 0 0,0 0 1 0 0,0 0 0 0 0,0 0 0 0 0,2-9 0 0 0,-4 11 70 0 0,-28-15 492 0 0,25 17-589 0 0,0 0 0 0 0,0 0 0 0 0,-1 1-1 0 0,1-1 1 0 0,0 1 0 0 0,0-1 0 0 0,0 1 0 0 0,0 0-1 0 0,1 0 1 0 0,-1 1 0 0 0,0-1 0 0 0,0 0-1 0 0,1 1 1 0 0,-1 0 0 0 0,0 0 0 0 0,1 0 0 0 0,0 0-1 0 0,-1 0 1 0 0,1 0 0 0 0,0 0 0 0 0,0 1-1 0 0,1-1 1 0 0,-1 1 0 0 0,0-1 0 0 0,1 1 0 0 0,-1 0-1 0 0,1 0 1 0 0,0 0 0 0 0,0 0 0 0 0,-1 5-1 0 0,1-4-11 0 0,1 0 0 0 0,-1 1 0 0 0,1-1 0 0 0,0 0 0 0 0,0 0 0 0 0,1 0 0 0 0,-1 0 0 0 0,1 0 0 0 0,0 0 0 0 0,0 0 0 0 0,1 0 0 0 0,-1 0 0 0 0,1 0 0 0 0,0 0 0 0 0,0-1 0 0 0,0 1 0 0 0,0-1 0 0 0,0 1 0 0 0,1-1 0 0 0,0 0 0 0 0,-1 0-1 0 0,1 0 1 0 0,0 0 0 0 0,5 2 0 0 0,-1 0-29 0 0,1-1 1 0 0,0 0-1 0 0,0-1 0 0 0,0 0 0 0 0,0 0 0 0 0,0-1 0 0 0,1 0 0 0 0,-1-1 0 0 0,1 1 0 0 0,0-2 0 0 0,-1 1 0 0 0,1-1 0 0 0,0-1 0 0 0,-1 1 0 0 0,1-1 1 0 0,-1-1-1 0 0,1 0 0 0 0,-1 0 0 0 0,9-3 0 0 0,16-6-40 0 0,-2-2 1 0 0,1-1-1 0 0,41-25 1 0 0,-59 29 147 0 0,0 0 0 0 0,-1-1 0 0 0,17-18 0 0 0,-17 17 156 0 0,-12 11-64 0 0,2 2-169 0 0,0 0 0 0 0,0 0-1 0 0,-1 1 1 0 0,1-1-1 0 0,0 1 1 0 0,0 0 0 0 0,-1-1-1 0 0,1 1 1 0 0,-1 0-1 0 0,0 0 1 0 0,0 1 0 0 0,0-1-1 0 0,0 0 1 0 0,0 1-1 0 0,0-1 1 0 0,0 1 0 0 0,2 5-1 0 0,-2-4 15 0 0,1 0 1 0 0,-1 0-1 0 0,1 0 0 0 0,0-1 0 0 0,0 1 0 0 0,1-1 0 0 0,-1 1 1 0 0,1-1-1 0 0,0 0 0 0 0,7 4 0 0 0,0-5 82 0 0,1 0 1 0 0,-1 0-1 0 0,1-1 0 0 0,-1-1 1 0 0,1 0-1 0 0,-1 0 0 0 0,1-1 0 0 0,-1-1 1 0 0,1 0-1 0 0,-1 0 0 0 0,22-8 1 0 0,30-5 479 0 0,-1 0 1073 0 0,-61 14-1427 0 0,20 13-2986 0 0,-18-7 160 0 0</inkml:trace>
</inkml:ink>
</file>

<file path=ppt/ink/ink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27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45 208 0 0,'0'0'1300'0'0,"-2"-16"2200"0"0,2 0-1023 0 0,0 4-1661 0 0</inkml:trace>
</inkml:ink>
</file>

<file path=ppt/ink/ink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30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12 948 776 0 0,'0'0'3260'0'0,"-8"1"-2594"0"0,5-2-212 0 0,7-3 2289 0 0,84-50-1963 0 0,-3-5 0 0 0,81-71 0 0 0,-95 72-509 0 0,-1 0-9 0 0,-4-4 0 0 0,-2-3 0 0 0,-3-2-1 0 0,89-129 1 0 0,-145 188-247 0 0,4-4 30 0 0,0 0 1 0 0,-1-1-1 0 0,0 0 1 0 0,-1 0-1 0 0,-1-1 1 0 0,0 0-1 0 0,-1 0 0 0 0,0 0 1 0 0,3-21-1 0 0,-7 34-37 0 0,-1-1-1 0 0,0 1 0 0 0,0 0 0 0 0,0-1 0 0 0,0 1 0 0 0,0-1 0 0 0,0 1 0 0 0,0 0 0 0 0,0-1 0 0 0,-1 1 1 0 0,1 0-1 0 0,0-1 0 0 0,-1 1 0 0 0,1 0 0 0 0,-1-1 0 0 0,0 1 0 0 0,1 0 0 0 0,-1 0 0 0 0,0 0 0 0 0,-2-2 1 0 0,2 2-5 0 0,0 1 0 0 0,0-1-1 0 0,0 1 1 0 0,0 0 0 0 0,0-1 0 0 0,0 1 0 0 0,0 0 0 0 0,0 0 0 0 0,0 0 0 0 0,0 0 0 0 0,0 0 0 0 0,0 0 0 0 0,-1 0 0 0 0,1 0 0 0 0,0 0 0 0 0,0 0 0 0 0,0 1 0 0 0,0-1 0 0 0,-2 1 0 0 0,-3 2 1 0 0,1 0 0 0 0,-1 0 0 0 0,0 0 0 0 0,1 1 0 0 0,0 0 0 0 0,0 0 0 0 0,-5 5-1 0 0,1 2 2 0 0,1 0-1 0 0,0 1 0 0 0,1 0 1 0 0,0 0-1 0 0,1 1 0 0 0,0 0 1 0 0,1 0-1 0 0,1 0 0 0 0,0 1 1 0 0,0 0-1 0 0,-1 21 0 0 0,-1 14 1 0 0,1 95 0 0 0,6-95 11 0 0,-2 1 1 0 0,-3 0 0 0 0,-13 67-1 0 0,-4-64 25 0 0,9-27 51 0 0,12-25-51 0 0,-2-1-41 0 0,1 0-1 0 0,-1 0 1 0 0,1 0 0 0 0,-1 0 0 0 0,1 0 0 0 0,-1 0 0 0 0,1 0-1 0 0,-1 0 1 0 0,1 0 0 0 0,0-1 0 0 0,-1 1 0 0 0,1-1-1 0 0,-1 1 1 0 0,1-1 0 0 0,0 0 0 0 0,-1 1 0 0 0,1-1 0 0 0,0 0-1 0 0,0 0 1 0 0,0 0 0 0 0,0 0 0 0 0,0 0 0 0 0,0 0-1 0 0,0 0 1 0 0,0 0 0 0 0,0 0 0 0 0,0-1 0 0 0,-1-1 0 0 0,1-6-466 0 0,1-1 1 0 0,0 1 0 0 0,1 0 0 0 0,-1 0-1 0 0,2 0 1 0 0,-1 0 0 0 0,1 0 0 0 0,4-10 0 0 0,1-8-3513 0 0,-4 13 1354 0 0</inkml:trace>
</inkml:ink>
</file>

<file path=ppt/ink/ink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31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2 804 0 0,'0'0'891'0'0,"11"-2"4629"0"0,-9 10-5157 0 0,0-1 1 0 0,0 1-1 0 0,-1 0 1 0 0,0-1 0 0 0,0 1-1 0 0,-1 0 1 0 0,0 14 0 0 0,-1-16-236 0 0,0 1 0 0 0,1-1 0 0 0,0 1 0 0 0,0-1 0 0 0,1 1 1 0 0,0-1-1 0 0,0 1 0 0 0,0-1 0 0 0,1 0 0 0 0,0 0 1 0 0,0 1-1 0 0,1-1 0 0 0,0-1 0 0 0,0 1 0 0 0,5 7 0 0 0,-8-11-104 0 0,1-1 0 0 0,0 0 0 0 0,1 1-1 0 0,-1-1 1 0 0,0 0 0 0 0,0 0 0 0 0,1 1-1 0 0,-1-1 1 0 0,0 0 0 0 0,1 0 0 0 0,-1-1-1 0 0,1 1 1 0 0,-1 0 0 0 0,1 0 0 0 0,0-1-1 0 0,-1 1 1 0 0,1-1 0 0 0,0 1 0 0 0,-1-1-1 0 0,1 0 1 0 0,0 0 0 0 0,-1 1-1 0 0,1-1 1 0 0,0-1 0 0 0,0 1 0 0 0,-1 0-1 0 0,1 0 1 0 0,0 0 0 0 0,1-2 0 0 0,3 0 17 0 0,-1-1 0 0 0,-1 0 0 0 0,1-1 0 0 0,0 1 0 0 0,-1-1 0 0 0,0 0 0 0 0,5-5 0 0 0,7-7 82 0 0,-15 15-92 0 0,22-22 104 0 0,16 11-123 0 0,-25 8-3 0 0,0-1 0 0 0,-1 0 0 0 0,22-11 1 0 0,-28 12 16 0 0,0 0 0 0 0,-1 0 1 0 0,1-1-1 0 0,-1 0 0 0 0,11-12 1 0 0,-16 16-18 0 0,1-7-3 0 0,-1 5 41 0 0,-3 7 239 0 0,-8 39-208 0 0,-7 68 1 0 0,-5 22-36 0 0,15-102-23 0 0,-1 0-1 0 0,-2-1 0 0 0,0 0 1 0 0,-2 0-1 0 0,-2-1 0 0 0,-22 36 1 0 0,35-63-151 0 0,0 0 1 0 0,-1 1 0 0 0,1-1 0 0 0,0 0-1 0 0,-1 0 1 0 0,0 0 0 0 0,0-1 0 0 0,1 1-1 0 0,-1 0 1 0 0,0-1 0 0 0,0 1 0 0 0,0-1-1 0 0,-1 1 1 0 0,1-1 0 0 0,0 0 0 0 0,0 0-1 0 0,-1 0 1 0 0,1 0 0 0 0,-5 0 0 0 0,5-2-331 0 0,1-1 1 0 0,0 0-1 0 0,0 0 1 0 0,0 0 0 0 0,0 0-1 0 0,0 0 1 0 0,0 0-1 0 0,1 0 1 0 0,-1 0 0 0 0,1 0-1 0 0,-1 0 1 0 0,1 0-1 0 0,0-3 1 0 0,3-10-2544 0 0</inkml:trace>
</inkml:ink>
</file>

<file path=ppt/ink/ink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31.6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9 448 0 0,'-6'-2'564'0'0,"-1"0"0"0"0,1 1-1 0 0,-1-1 1 0 0,0 2 0 0 0,0-1 0 0 0,1 1-1 0 0,-1 0 1 0 0,0 0 0 0 0,0 0 0 0 0,0 1-1 0 0,-8 3 1 0 0,11-4-401 0 0,0 1 1 0 0,1 1-1 0 0,-1-1 0 0 0,1 0 0 0 0,-1 1 0 0 0,1 0 1 0 0,0 0-1 0 0,-1 0 0 0 0,1 0 0 0 0,0 0 1 0 0,1 1-1 0 0,-1-1 0 0 0,0 1 0 0 0,1 0 0 0 0,-1-1 1 0 0,1 1-1 0 0,0 1 0 0 0,0-1 0 0 0,0 0 0 0 0,0 0 1 0 0,1 1-1 0 0,-2 3 0 0 0,0 9 72 0 0,1 0 1 0 0,0-1-1 0 0,1 1 0 0 0,1 0 1 0 0,1 0-1 0 0,0 0 0 0 0,1 0 1 0 0,0 0-1 0 0,10 30 0 0 0,-7-28-116 0 0,-1 0 1 0 0,-1 0-1 0 0,0 0 0 0 0,-1 1 1 0 0,-1-1-1 0 0,-1 1 0 0 0,-2 20 1 0 0,0-31-170 0 0,0 0 1 0 0,0-1-1 0 0,-1 1 1 0 0,0 0-1 0 0,-1-1 1 0 0,1 0-1 0 0,-1 0 1 0 0,-1 0-1 0 0,1 0 1 0 0,-1-1-1 0 0,0 1 1 0 0,-1-1-1 0 0,0-1 1 0 0,1 1-1 0 0,-2-1 1 0 0,1 0-1 0 0,-1 0 1 0 0,0-1-1 0 0,0 1 1 0 0,0-2-1 0 0,0 1 1 0 0,-1-1-1 0 0,1 0 1 0 0,-14 3-1 0 0,18-6-905 0 0,0-1-307 0 0,0 0 822 0 0,3 1 216 0 0,-1 0 0 0 0,0-1 0 0 0,0 1 0 0 0,0-1 0 0 0,0 1 0 0 0,0 0 0 0 0,0-1-1 0 0,0 0 1 0 0,1 1 0 0 0,-1-1 0 0 0,0 1 0 0 0,0-1 0 0 0,1 0 0 0 0,-1 0 0 0 0,0 1 0 0 0,1-1 0 0 0,-1 0 0 0 0,1 0 0 0 0,-1 0 0 0 0,1 0 0 0 0,-1-1 0 0 0,-2-8-2843 0 0</inkml:trace>
</inkml:ink>
</file>

<file path=ppt/ink/ink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32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0 185 256 0 0,'14'-9'1043'0'0,"-1"0"0"0"0,0-1 0 0 0,-1 0-1 0 0,0-1 1 0 0,-1 0 0 0 0,0-1 0 0 0,15-23 0 0 0,-20 25-442 0 0,0-1 1 0 0,0 0-1 0 0,-1 0 0 0 0,6-19 1 0 0,-11 28 85 0 0,0 2-674 0 0,-1-1 0 0 0,0 1-1 0 0,0 0 1 0 0,0 0 0 0 0,1-1 0 0 0,-1 1-1 0 0,0 0 1 0 0,0 0 0 0 0,0 0 0 0 0,0 0 0 0 0,0 0-1 0 0,1 0 1 0 0,-1 0 0 0 0,0 0 0 0 0,0 0-1 0 0,0 0 1 0 0,0 0 0 0 0,0 0 0 0 0,1 1-1 0 0,-1-1 1 0 0,0 0 0 0 0,0 1 0 0 0,1-1-1 0 0,-1 1 1 0 0,0-1 0 0 0,0 1 0 0 0,1-1-1 0 0,-1 1 1 0 0,0-1 0 0 0,1 1 0 0 0,-1 0 0 0 0,1-1-1 0 0,-1 1 1 0 0,1 0 0 0 0,-2 1 0 0 0,-18 27 301 0 0,18-24-288 0 0,0-1 0 0 0,1 1 0 0 0,0 0 0 0 0,0-1 0 0 0,0 1 0 0 0,0 0 0 0 0,1 0 0 0 0,0 0 0 0 0,0-1 0 0 0,0 1 0 0 0,1 0 0 0 0,-1 0 0 0 0,4 9 0 0 0,-4-13-22 0 0,1 0 0 0 0,0 0 1 0 0,-1 0-1 0 0,1 0 1 0 0,0 0-1 0 0,0 0 0 0 0,0 0 1 0 0,0 0-1 0 0,0 0 1 0 0,0 0-1 0 0,0-1 0 0 0,0 1 1 0 0,1 0-1 0 0,-1-1 1 0 0,0 1-1 0 0,0-1 1 0 0,0 1-1 0 0,1-1 0 0 0,-1 0 1 0 0,0 1-1 0 0,1-1 1 0 0,-1 0-1 0 0,0 0 0 0 0,1 0 1 0 0,-1 0-1 0 0,0 0 1 0 0,1 0-1 0 0,-1 0 0 0 0,0-1 1 0 0,2 0-1 0 0,35-8 71 0 0,30-16-55 0 0,-35 12-35 0 0,0 1-1 0 0,0 1 1 0 0,43-6 0 0 0,-74 17 14 0 0,-1 0 0 0 0,1 0 0 0 0,-1 0 0 0 0,1 0 0 0 0,0 0 0 0 0,-1 1 0 0 0,1-1 0 0 0,-1 1 0 0 0,1-1 0 0 0,-1 1 0 0 0,1 0 0 0 0,-1-1 0 0 0,0 1 0 0 0,1 0 0 0 0,-1 0 0 0 0,0 0 0 0 0,1 0 0 0 0,-1 0 0 0 0,0 0 0 0 0,0 0 0 0 0,0 1 1 0 0,0-1-1 0 0,0 0 0 0 0,0 0 0 0 0,-1 1 0 0 0,1-1 0 0 0,0 1 0 0 0,0 1 0 0 0,0-1 13 0 0,-18 32 48 0 0,13-29-359 0 0,-36 33 402 0 0,37-36-762 0 0,1-1 0 0 0,-1 0 0 0 0,1 0 0 0 0,-1 1 0 0 0,1-1 0 0 0,-1-1 0 0 0,0 1 0 0 0,1 0 0 0 0,-1-1 0 0 0,0 1 0 0 0,-3-1 0 0 0,-4 0-2458 0 0</inkml:trace>
</inkml:ink>
</file>

<file path=ppt/ink/ink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32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22 1472 0 0,'-1'-22'10540'0'0,"11"99"-8918"0"0,-2 0 0 0 0,-4 85 0 0 0,-5-121-1295 0 0,-3-1-1 0 0,-1 0 1 0 0,-1 1-1 0 0,-18 55 1 0 0,24-95-331 0 0,-18 47-170 0 0,-1-23-2676 0 0</inkml:trace>
</inkml:ink>
</file>

<file path=ppt/ink/ink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32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94 688 0 0,'0'0'4637'0'0,"19"-23"-404"0"0,7 12-3689 0 0,0 1 1 0 0,0 1 0 0 0,38-8 0 0 0,36-2-7153 0 0,-75 15 3723 0 0</inkml:trace>
</inkml:ink>
</file>

<file path=ppt/ink/ink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33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43 10549 0 0,'-4'0'2115'0'0,"14"-1"-832"0"0,39-6-432 0 0,66-7-550 0 0,121-6 3918 0 0,-241 21-4971 0 0,-28 11-1284 0 0,6-1-6245 0 0,13-6 3640 0 0</inkml:trace>
</inkml:ink>
</file>

<file path=ppt/ink/ink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2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31 720 0 0,'0'0'781'0'0,"-9"-18"2307"0"0,2 5 843 0 0,-22 33-3229 0 0,21-11-589 0 0,0 0 1 0 0,1 0-1 0 0,0 1 0 0 0,0 0 0 0 0,1 0 1 0 0,0 1-1 0 0,1 0 0 0 0,1 0 0 0 0,-1 0 1 0 0,2 0-1 0 0,0 1 0 0 0,0 0 0 0 0,1-1 1 0 0,-1 16-1 0 0,2-20-93 0 0,1 0 0 0 0,0-1 1 0 0,0 1-1 0 0,1-1 0 0 0,0 1 0 0 0,0-1 0 0 0,1 1 1 0 0,-1-1-1 0 0,1 0 0 0 0,1 0 0 0 0,-1 0 1 0 0,1 0-1 0 0,0 0 0 0 0,1 0 0 0 0,-1-1 0 0 0,1 1 1 0 0,0-1-1 0 0,0 0 0 0 0,1-1 0 0 0,0 1 1 0 0,0-1-1 0 0,0 1 0 0 0,0-1 0 0 0,0-1 0 0 0,1 1 1 0 0,0-1-1 0 0,10 5 0 0 0,-12-7 4 0 0,-1 1 1 0 0,1-1-1 0 0,-1 0 1 0 0,1 0-1 0 0,0 0 0 0 0,0 0 1 0 0,-1-1-1 0 0,1 1 0 0 0,0-1 1 0 0,0 0-1 0 0,-1 0 1 0 0,1 0-1 0 0,0-1 0 0 0,0 1 1 0 0,-1-1-1 0 0,1 0 0 0 0,0 0 1 0 0,-1 0-1 0 0,1-1 1 0 0,-1 1-1 0 0,1-1 0 0 0,-1 0 1 0 0,0 0-1 0 0,0 0 0 0 0,1 0 1 0 0,-2-1-1 0 0,1 1 1 0 0,0-1-1 0 0,0 0 0 0 0,-1 1 1 0 0,1-1-1 0 0,-1-1 1 0 0,0 1-1 0 0,0 0 0 0 0,0 0 1 0 0,-1-1-1 0 0,1 1 0 0 0,-1-1 1 0 0,0 1-1 0 0,0-1 1 0 0,0 0-1 0 0,0 1 0 0 0,-1-1 1 0 0,1 0-1 0 0,-1 0 0 0 0,0 0 1 0 0,0-5-1 0 0,-1 0 56 0 0,0 0-1 0 0,0-1 1 0 0,-1 1 0 0 0,0 0-1 0 0,0 0 1 0 0,-1 0-1 0 0,-1 0 1 0 0,1 0 0 0 0,-1 1-1 0 0,-1-1 1 0 0,1 1 0 0 0,-2 0-1 0 0,1 1 1 0 0,-1-1-1 0 0,0 1 1 0 0,-14-13 0 0 0,18 19-72 0 0,-1 3-541 0 0,2-1 415 0 0,0 0 1 0 0,-1 0-1 0 0,1 0 0 0 0,0 0 1 0 0,0 0-1 0 0,0 0 1 0 0,0 1-1 0 0,0-1 0 0 0,0 0 1 0 0,0 1-1 0 0,1-1 1 0 0,-1 0-1 0 0,0 1 0 0 0,1-1 1 0 0,-1 1-1 0 0,1-1 1 0 0,-1 4-1 0 0,4 20-6376 0 0</inkml:trace>
</inkml:ink>
</file>

<file path=ppt/ink/ink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2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1 640 0 0,'24'18'3045'0'0,"-17"-5"-2285"0"0,-1-1 0 0 0,-1 1-1 0 0,0 0 1 0 0,5 18 0 0 0,5 14 551 0 0,-15-44-1270 0 0,0-1-1 0 0,0 1 1 0 0,1-1 0 0 0,-1 1 0 0 0,0-1 0 0 0,0 1 0 0 0,0-1-1 0 0,1 1 1 0 0,-1-1 0 0 0,0 0 0 0 0,1 1 0 0 0,-1-1 0 0 0,0 1-1 0 0,1-1 1 0 0,-1 0 0 0 0,1 0 0 0 0,-1 1 0 0 0,0-1 0 0 0,1 0-1 0 0,-1 0 1 0 0,1 1 0 0 0,-1-1 0 0 0,1 0 0 0 0,-1 0 0 0 0,1 0-1 0 0,-1 0 1 0 0,1 1 0 0 0,-1-1 0 0 0,1 0 0 0 0,-1 0 0 0 0,1 0-1 0 0,-1 0 1 0 0,1 0 0 0 0,-1-1 0 0 0,1 1 0 0 0,-1 0 0 0 0,1 0-1 0 0,-1 0 1 0 0,1 0 0 0 0,-1 0 0 0 0,0-1 0 0 0,1 1 0 0 0,-1 0-1 0 0,1 0 1 0 0,-1-1 0 0 0,1 1 0 0 0,-1 0 0 0 0,0-1 0 0 0,1 1-1 0 0,-1 0 1 0 0,1-2 0 0 0,22-26-126 0 0,-16 18 354 0 0,0 2-174 0 0,-3 2-36 0 0,1 0 1 0 0,0 1 0 0 0,0 0-1 0 0,0 0 1 0 0,1 0-1 0 0,-1 0 1 0 0,1 1 0 0 0,0 0-1 0 0,1 0 1 0 0,12-6-1 0 0,-17 9-35 0 0,3 4-60 0 0,-1-1-1 0 0,0 1 0 0 0,1-1 1 0 0,-1 1-1 0 0,0 0 0 0 0,0 1 1 0 0,-1-1-1 0 0,1 1 0 0 0,-1-1 0 0 0,0 1 1 0 0,0 0-1 0 0,0 0 0 0 0,0 1 1 0 0,-1-1-1 0 0,1 1 0 0 0,-1-1 1 0 0,0 1-1 0 0,1 7 0 0 0,13 19-6814 0 0</inkml:trace>
</inkml:ink>
</file>

<file path=ppt/ink/ink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3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7 524 0 0,'0'0'1296'0'0,"-13"-7"2150"0"0,9 8-3239 0 0,0-1-1 0 0,1 1 1 0 0,-1 0-1 0 0,1 0 0 0 0,0 1 1 0 0,-1-1-1 0 0,1 1 0 0 0,0-1 1 0 0,0 1-1 0 0,0 0 0 0 0,0 0 1 0 0,0 0-1 0 0,0 1 0 0 0,0-1 1 0 0,1 1-1 0 0,-1 0 0 0 0,-3 5 1 0 0,6-7-59 0 0,-2 17 383 0 0,2-17-518 0 0,0 0 1 0 0,1 0 0 0 0,-1 0 0 0 0,1 0 0 0 0,-1 0 0 0 0,1 0-1 0 0,0 0 1 0 0,-1 0 0 0 0,1-1 0 0 0,0 1 0 0 0,0 0 0 0 0,-1 0-1 0 0,1-1 1 0 0,0 1 0 0 0,0 0 0 0 0,0-1 0 0 0,0 1 0 0 0,0-1-1 0 0,0 1 1 0 0,0-1 0 0 0,0 0 0 0 0,0 1 0 0 0,0-1 0 0 0,0 0 0 0 0,0 0-1 0 0,0 0 1 0 0,0 1 0 0 0,0-1 0 0 0,0 0 0 0 0,2-1 0 0 0,35-13 133 0 0,-34 12-135 0 0,1 0 0 0 0,-1 0 1 0 0,0 1-1 0 0,0-1 1 0 0,1 1-1 0 0,-1 0 1 0 0,6-1-1 0 0,-8 2-2 0 0,0 0-1 0 0,0 0 1 0 0,0 0-1 0 0,0 1 1 0 0,0-1-1 0 0,0 1 1 0 0,1-1-1 0 0,-1 1 1 0 0,0 0-1 0 0,-1 0 1 0 0,1 0 0 0 0,0 0-1 0 0,0 0 1 0 0,0 0-1 0 0,-1 0 1 0 0,1 1-1 0 0,0-1 1 0 0,-1 1-1 0 0,1-1 1 0 0,-1 1 0 0 0,0 0-1 0 0,2 2 1 0 0,0 1 23 0 0,0 1 0 0 0,-1-1 1 0 0,0 1-1 0 0,-1-1 0 0 0,1 1 1 0 0,-1-1-1 0 0,0 1 0 0 0,1 8 1 0 0,-2 5 56 0 0,0 0 1 0 0,0 0 0 0 0,-2 0 0 0 0,-6 26 0 0 0,4-26 16 0 0,-2 0-1 0 0,0 0 1 0 0,-1-1-1 0 0,-1 0 1 0 0,-1 0 0 0 0,-20 29-1 0 0,24-39 13 0 0,0-1 0 0 0,-1 0-1 0 0,1 0 1 0 0,-2 0 0 0 0,1-1 0 0 0,-1 0-1 0 0,0 0 1 0 0,0-1 0 0 0,-1 0 0 0 0,0 0-1 0 0,1-1 1 0 0,-2 0 0 0 0,1 0 0 0 0,0-1-1 0 0,-1 0 1 0 0,-16 3 0 0 0,23-5-97 0 0,1-1 0 0 0,-1 0-1 0 0,1 1 1 0 0,-1-1 0 0 0,1 0 0 0 0,-1 0 0 0 0,1 0 0 0 0,-1 0-1 0 0,1 0 1 0 0,0-1 0 0 0,-1 1 0 0 0,1 0 0 0 0,-1-1 0 0 0,1 1-1 0 0,-1-1 1 0 0,1 1 0 0 0,0-1 0 0 0,0 0 0 0 0,-1 0 0 0 0,1 1-1 0 0,0-1 1 0 0,0 0 0 0 0,0 0 0 0 0,0 0 0 0 0,0 0 0 0 0,0 0 0 0 0,0-1-1 0 0,0 1 1 0 0,0 0 0 0 0,0 0 0 0 0,1-1 0 0 0,-1 1 0 0 0,0 0-1 0 0,1-1 1 0 0,-1 1 0 0 0,1-1 0 0 0,0 1 0 0 0,-1 0 0 0 0,1-1-1 0 0,0 1 1 0 0,0-1 0 0 0,0 1 0 0 0,0-1 0 0 0,0 1 0 0 0,0-1-1 0 0,1 1 1 0 0,-1-1 0 0 0,0 1 0 0 0,1-2 0 0 0,1-6 19 0 0,0 1-1 0 0,0-1 1 0 0,1 1 0 0 0,0 0 0 0 0,0 0 0 0 0,9-15-1 0 0,-2 9-299 0 0,0 0-1 0 0,1 1 0 0 0,1 1 0 0 0,21-19 0 0 0,28-16-8302 0 0,-50 39 5420 0 0</inkml:trace>
</inkml:ink>
</file>

<file path=ppt/ink/ink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4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89 241 132 0 0,'0'0'1397'0'0,"0"-1"-1181"0"0,0 0 0 0 0,0 0 0 0 0,-1 1 0 0 0,1-1 0 0 0,-1 0 0 0 0,1 0 0 0 0,-1 0 0 0 0,1 1 0 0 0,-1-1 0 0 0,1 0 0 0 0,-1 1-1 0 0,0-1 1 0 0,1 0 0 0 0,-1 1 0 0 0,0-1 0 0 0,0 1 0 0 0,1-1 0 0 0,-1 1 0 0 0,0-1 0 0 0,0 1 0 0 0,0 0 0 0 0,0-1 0 0 0,1 1-1 0 0,-1 0 1 0 0,-2 0 0 0 0,-2 2 1 0 0,-1 2-1 0 0,1-1 0 0 0,-1 0 1 0 0,1 1-1 0 0,0 0 0 0 0,1 0 0 0 0,-1 1 1 0 0,1-1-1 0 0,0 1 0 0 0,-5 6 1 0 0,7-7-154 0 0,0-1 0 0 0,1 0 1 0 0,-1 1-1 0 0,1-1 0 0 0,0 1 0 0 0,0 0 1 0 0,0-1-1 0 0,0 1 0 0 0,1 0 1 0 0,0 0-1 0 0,-1-1 0 0 0,1 1 0 0 0,1 0 1 0 0,-1 0-1 0 0,0-1 0 0 0,1 1 0 0 0,0 0 1 0 0,0 0-1 0 0,3 6 0 0 0,-2-5-36 0 0,0 0-1 0 0,0-1 1 0 0,1 1-1 0 0,0-1 1 0 0,0 1-1 0 0,0-1 1 0 0,0 0-1 0 0,1 0 1 0 0,0 0-1 0 0,0-1 1 0 0,0 1-1 0 0,0-1 1 0 0,0 0-1 0 0,1 0 1 0 0,-1 0-1 0 0,1-1 1 0 0,0 1-1 0 0,0-1 0 0 0,0-1 1 0 0,0 1-1 0 0,0 0 1 0 0,0-1-1 0 0,0 0 1 0 0,1-1-1 0 0,6 1 1 0 0,-3-1-16 0 0,-1 0 1 0 0,1 0-1 0 0,-1-1 1 0 0,1 0-1 0 0,-1 0 1 0 0,0-1-1 0 0,0-1 1 0 0,0 1-1 0 0,0-1 1 0 0,0 0 0 0 0,0-1-1 0 0,-1 0 1 0 0,0 0-1 0 0,1-1 1 0 0,7-6-1 0 0,-5 1-2 0 0,0-1 0 0 0,-1 0-1 0 0,-1-1 1 0 0,1 0 0 0 0,-2 0 0 0 0,0-1 0 0 0,0 0-1 0 0,-1 0 1 0 0,7-23 0 0 0,0-6 13 0 0,12-82-1 0 0,-24 120-15 0 0,-1-1 0 0 0,1 0-1 0 0,-1 0 1 0 0,-1 0-1 0 0,1 1 1 0 0,-1-1-1 0 0,1 0 1 0 0,-2 1-1 0 0,1-1 1 0 0,0 0 0 0 0,-1 1-1 0 0,0 0 1 0 0,0-1-1 0 0,-4-5 1 0 0,5 9 2 0 0,1 1-6 0 0,0 0-1 0 0,0-1 0 0 0,0 1 0 0 0,0 0 0 0 0,0 0 0 0 0,-1 0 0 0 0,1-1 0 0 0,0 1 0 0 0,0 0 1 0 0,0 0-1 0 0,0 0 0 0 0,0 0 0 0 0,-1-1 0 0 0,1 1 0 0 0,0 0 0 0 0,0 0 0 0 0,0 0 0 0 0,-1 0 1 0 0,1 0-1 0 0,0 0 0 0 0,0 0 0 0 0,0-1 0 0 0,-1 1 0 0 0,1 0 0 0 0,0 0 0 0 0,0 0 0 0 0,-1 0 1 0 0,1 0-1 0 0,0 0 0 0 0,0 0 0 0 0,-1 0 0 0 0,1 0 0 0 0,0 0 0 0 0,0 0 0 0 0,0 0 0 0 0,-1 0 1 0 0,1 1-1 0 0,0-1 0 0 0,0 0 0 0 0,0 0 0 0 0,-1 0 0 0 0,1 0 0 0 0,0 0 0 0 0,0 0 0 0 0,0 1 1 0 0,-1-1-1 0 0,1 0 0 0 0,0 0 0 0 0,0 0 0 0 0,0 0 0 0 0,0 1 0 0 0,0-1 0 0 0,-1 0 0 0 0,1 0 1 0 0,0 0-1 0 0,0 1 0 0 0,0-1 0 0 0,0 0 0 0 0,0 1 0 0 0,-14 11 46 0 0,13-11-49 0 0,-6 10 58 0 0,1-1-1 0 0,1 1 1 0 0,-1 0-1 0 0,2 0 1 0 0,0 1-1 0 0,0 0 0 0 0,1-1 1 0 0,0 1-1 0 0,1 0 1 0 0,-1 21-1 0 0,1 5 93 0 0,2-1-1 0 0,6 42 1 0 0,5-16-43 0 0,-7-47-76 0 0,-1-1-1 0 0,0 1 0 0 0,0 16 1 0 0,-3-28-20 0 0,1-2-1 0 0,-1 1 0 0 0,1-1 0 0 0,-1 0 0 0 0,1 0 0 0 0,0 0 0 0 0,0 0 0 0 0,0 0-1 0 0,0 0 1 0 0,0 0 0 0 0,0 0 0 0 0,1 0 0 0 0,-1 0 0 0 0,1-1 0 0 0,-1 1 0 0 0,1-1 0 0 0,0 1 0 0 0,-1-1-1 0 0,1 1 1 0 0,4 1 0 0 0,-5-2 7 0 0,3-3 0 0 0,13-7-3 0 0,0 0 1 0 0,0-2-1 0 0,-1 0 0 0 0,29-26 0 0 0,-19 15-27 0 0,-19 16 5 0 0,-5 4 5 0 0,0 0 1 0 0,1 0-1 0 0,-1 1 1 0 0,0-1-1 0 0,1 1 0 0 0,0 0 1 0 0,-1-1-1 0 0,1 1 1 0 0,0 0-1 0 0,0 1 1 0 0,-1-1-1 0 0,1 0 1 0 0,0 1-1 0 0,6-1 1 0 0,-7 1 4 0 0,0 0 1 0 0,1 0 0 0 0,-1 0 0 0 0,0 0 0 0 0,1 1 0 0 0,-1-1 0 0 0,0 1-1 0 0,0-1 1 0 0,1 1 0 0 0,-1 0 0 0 0,0 0 0 0 0,0 0 0 0 0,0 0 0 0 0,0 0-1 0 0,0 0 1 0 0,0 1 0 0 0,2 1 0 0 0,34 18-11 0 0,-34-20 17 0 0,0 0 0 0 0,0 1 0 0 0,0-1 0 0 0,0-1 0 0 0,1 1 1 0 0,-1-1-1 0 0,0 1 0 0 0,0-1 0 0 0,0 0 0 0 0,0-1 0 0 0,0 1 0 0 0,1-1 0 0 0,-1 0 0 0 0,0 0 1 0 0,0 0-1 0 0,6-3 0 0 0,-4 0 3 0 0,1 0-1 0 0,-1 0 1 0 0,0-1 0 0 0,0 0-1 0 0,0 0 1 0 0,-1 0 0 0 0,8-10 0 0 0,-11 12 0 0 0,0-7-24 0 0,-2 16 10 0 0,0-5 3 0 0,0 0 0 0 0,0 0 0 0 0,0-1 0 0 0,0 1 0 0 0,0 0 1 0 0,0 0-1 0 0,0 0 0 0 0,0-1 0 0 0,0 1 0 0 0,-1 0 0 0 0,1 0 0 0 0,0-1 0 0 0,-1 1 0 0 0,1 0 0 0 0,0 0 0 0 0,-1-1 0 0 0,1 1 1 0 0,-1 0-1 0 0,1-1 0 0 0,-1 1 0 0 0,0-1 0 0 0,0 2 0 0 0,3 0 1 0 0,0-1 1 0 0,0 1-1 0 0,1 0 0 0 0,-1-1 0 0 0,1 0 1 0 0,0 1-1 0 0,-1-1 0 0 0,1 0 1 0 0,0 0-1 0 0,-1-1 0 0 0,1 1 1 0 0,5 0-1 0 0,4-4 8 0 0,0 0 1 0 0,0-1 0 0 0,0 0-1 0 0,-1-1 1 0 0,1-1-1 0 0,-1 1 1 0 0,0-2-1 0 0,15-11 1 0 0,39-22-36 0 0,-64 40 28 0 0,0-1-1 0 0,0 1 1 0 0,-1-1 0 0 0,1 1 0 0 0,0 0-1 0 0,0-1 1 0 0,-1 1 0 0 0,1 0 0 0 0,0 0-1 0 0,0 0 1 0 0,0-1 0 0 0,0 1 0 0 0,-1 0-1 0 0,1 0 1 0 0,0 0 0 0 0,0 0 0 0 0,0 0-1 0 0,0 1 1 0 0,-1-1 0 0 0,1 0-1 0 0,0 0 1 0 0,0 0 0 0 0,0 1 0 0 0,-1-1-1 0 0,1 1 1 0 0,0-1 0 0 0,0 0 0 0 0,-1 1-1 0 0,1-1 1 0 0,0 2 0 0 0,1-1 7 0 0,-1 1-1 0 0,0 0 1 0 0,0 0 0 0 0,0 0 0 0 0,0 0-1 0 0,0 0 1 0 0,-1 0 0 0 0,1 0 0 0 0,-1 0-1 0 0,1 1 1 0 0,-1 2 0 0 0,1 5 36 0 0,-1-1-1 0 0,0 1 1 0 0,0 0 0 0 0,-4 16 0 0 0,-3-12 420 0 0,3-6-2270 0 0</inkml:trace>
</inkml:ink>
</file>

<file path=ppt/ink/ink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5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1044 0 0,'14'-29'10465'0'0,"-7"20"-10747"0"0,1 5-5200 0 0</inkml:trace>
</inkml:ink>
</file>

<file path=ppt/ink/ink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6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78 200 0 0,'12'-42'6281'0'0,"-1"7"1658"0"0,-30 109-6812 0 0,7-31-707 0 0,2 0-1 0 0,2 1 0 0 0,-5 84 0 0 0,13-108-346 0 0,1 0 1 0 0,0 0-1 0 0,2 0 0 0 0,1 0 0 0 0,0-1 1 0 0,9 23-1 0 0,-12-37-49 0 0,2 0 0 0 0,-1 0 0 0 0,0-1 0 0 0,1 1 1 0 0,0-1-1 0 0,0 1 0 0 0,0-1 0 0 0,1 0 0 0 0,-1 0 0 0 0,1-1 0 0 0,0 1 1 0 0,6 4-1 0 0,-7-7 13 0 0,1 1 1 0 0,-1-1-1 0 0,1 1 0 0 0,-1-1 1 0 0,1 0-1 0 0,0 0 1 0 0,-1-1-1 0 0,1 1 1 0 0,0-1-1 0 0,0 1 1 0 0,0-1-1 0 0,-1-1 1 0 0,1 1-1 0 0,0 0 0 0 0,0-1 1 0 0,-1 0-1 0 0,1 0 1 0 0,0 0-1 0 0,4-2 1 0 0,1-2 57 0 0,0 1-1 0 0,-1-2 1 0 0,1 1 0 0 0,-1-1 0 0 0,-1 0 0 0 0,1-1-1 0 0,-1 0 1 0 0,0 0 0 0 0,-1 0 0 0 0,1-1 0 0 0,-1 0-1 0 0,-1 0 1 0 0,0-1 0 0 0,6-11 0 0 0,3-21 1226 0 0,-13 39-1237 0 0,0 1-40 0 0,-1 0-55 0 0,0 1 1 0 0,0 0-1 0 0,0 0 0 0 0,0 0 0 0 0,0 0 0 0 0,0 0 0 0 0,0 0 0 0 0,0-1 0 0 0,0 1 1 0 0,0 0-1 0 0,0 0 0 0 0,0 0 0 0 0,0 0 0 0 0,0 0 0 0 0,0 0 0 0 0,0 0 0 0 0,0-1 1 0 0,0 1-1 0 0,0 0 0 0 0,0 0 0 0 0,0 0 0 0 0,0 0 0 0 0,0 0 0 0 0,0 0 0 0 0,1 0 1 0 0,-1-1-1 0 0,0 1 0 0 0,0 0 0 0 0,0 0 0 0 0,0 0 0 0 0,0 0 0 0 0,0 0 0 0 0,0 0 1 0 0,0 0-1 0 0,0 0 0 0 0,1 0 0 0 0,-1 0 0 0 0,0 0 0 0 0,0 0 0 0 0,0 0 0 0 0,0 0 1 0 0,0 0-1 0 0,0 0 0 0 0,0 0 0 0 0,1 0 0 0 0,-1 0 0 0 0,0 0 0 0 0,0 0 0 0 0,0 0 1 0 0,0 0-1 0 0,0 0 0 0 0,0 0 0 0 0,1 0 0 0 0,-1 0 0 0 0,0 0 0 0 0,0 0 0 0 0,0 0 0 0 0,0 0 1 0 0,0 0-1 0 0,0 0 0 0 0,0 0 0 0 0,0 0 0 0 0,1 0 0 0 0,-1 0 0 0 0,0 0 0 0 0,0 1 1 0 0,6 29-2062 0 0,-5-18-1465 0 0,0 0-3570 0 0</inkml:trace>
</inkml:ink>
</file>

<file path=ppt/ink/ink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7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64 0 0,'2'-82'9398'0'0,"-1"80"-8788"0"0,-1-11 307 0 0</inkml:trace>
</inkml:ink>
</file>

<file path=ppt/ink/ink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07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1 368 0 0,'-6'35'10118'0'0,"0"18"-7257"0"0,-12 74-2231 0 0,13-106-407 0 0,3-15-178 0 0,0-1 1 0 0,1 1-1 0 0,0-1 1 0 0,0 1-1 0 0,0-1 1 0 0,0 1 0 0 0,1 0-1 0 0,0 0 1 0 0,0-1-1 0 0,1 1 1 0 0,0 0-1 0 0,1 5 1 0 0,-1-9-17 0 0,8-2 3 0 0,0-2 0 0 0,0 1 0 0 0,0-1 0 0 0,-1 0 0 0 0,1-1 0 0 0,0 0 0 0 0,-1-1 0 0 0,0 1 0 0 0,14-9 0 0 0,70-53 3 0 0,-66 45-32 0 0,39-38 764 0 0,-64 57-492 0 0,-1 1-263 0 0,0 0 0 0 0,1 0-1 0 0,-1 0 1 0 0,0 0-1 0 0,0 0 1 0 0,0-1-1 0 0,0 1 1 0 0,0 0-1 0 0,0 0 1 0 0,0 0-1 0 0,1 0 1 0 0,-1 0-1 0 0,0-1 1 0 0,0 1-1 0 0,0 0 1 0 0,0 0-1 0 0,0 0 1 0 0,0 0-1 0 0,0-1 1 0 0,0 1-1 0 0,0 0 1 0 0,0 0-1 0 0,0 0 1 0 0,0 0-1 0 0,0-1 1 0 0,0 1-1 0 0,0 0 1 0 0,0 0 0 0 0,0 0-1 0 0,0-1 1 0 0,0 1-1 0 0,0 0 1 0 0,-1 0-1 0 0,1 0 1 0 0,0 0-1 0 0,0 0 1 0 0,0-1-1 0 0,0 1 1 0 0,0 0-1 0 0,0 0 1 0 0,0 0-1 0 0,-1 0 1 0 0,1 0-1 0 0,0 0 1 0 0,0 0-1 0 0,0-1 1 0 0,0 1-1 0 0,0 0 1 0 0,-1 0-1 0 0,1 0 1 0 0,0 0-1 0 0,0 0 1 0 0,0 0 0 0 0,0 0-1 0 0,-1 0 1 0 0,1 0-1 0 0,0 0 1 0 0,-4 3 7 0 0,0 1 0 0 0,0 0 0 0 0,0 0 0 0 0,1 0 0 0 0,-1 1 0 0 0,1-1 0 0 0,0 1 0 0 0,1-1 0 0 0,-1 1 1 0 0,1 0-1 0 0,0 0 0 0 0,0 0 0 0 0,1 1 0 0 0,-2 6 0 0 0,2-9-13 0 0,1 0-1 0 0,0 0 1 0 0,0 1-1 0 0,0-1 1 0 0,1 0-1 0 0,-1 0 1 0 0,1 0-1 0 0,-1 1 1 0 0,1-1-1 0 0,0 0 1 0 0,0 0-1 0 0,1 0 1 0 0,-1 0-1 0 0,1-1 1 0 0,-1 1-1 0 0,1 0 1 0 0,0-1-1 0 0,0 1 1 0 0,0-1-1 0 0,0 1 1 0 0,1-1-1 0 0,-1 0 1 0 0,1 0-1 0 0,-1 0 1 0 0,1 0-1 0 0,0 0 1 0 0,3 1-1 0 0,2 1-73 0 0,0-1 0 0 0,-1 0 1 0 0,1-1-1 0 0,1 0 0 0 0,-1 0 0 0 0,0 0 0 0 0,1-1 0 0 0,-1-1 0 0 0,0 1 0 0 0,1-1 0 0 0,-1-1 0 0 0,1 1 0 0 0,-1-1 0 0 0,0-1 1 0 0,1 0-1 0 0,13-5 0 0 0,-11 4 62 0 0,-1-1 1 0 0,0-1-1 0 0,0 0 0 0 0,0 0 1 0 0,0-1-1 0 0,-1 0 1 0 0,0 0-1 0 0,0-1 1 0 0,-1-1-1 0 0,0 1 1 0 0,0-1-1 0 0,8-12 0 0 0,-14 17 220 0 0,0-1-1 0 0,0 0 0 0 0,-1 0 0 0 0,1 1 0 0 0,-1-1 0 0 0,0 0 0 0 0,0 0 0 0 0,0-1 0 0 0,-1 1 0 0 0,1 0 0 0 0,-1-8 1920 0 0,-1 18-2012 0 0,1 0-57 0 0,0 0-1 0 0,0 0 0 0 0,1 1 0 0 0,0-1 1 0 0,0 0-1 0 0,0 0 0 0 0,3 7 0 0 0,11 16-2769 0 0,-14-26 1789 0 0,1-1 0 0 0,0 0 0 0 0,0 0 0 0 0,0 0 0 0 0,0-1 0 0 0,0 1 0 0 0,0 0 0 0 0,0-1-1 0 0,1 0 1 0 0,2 2 0 0 0,6 1-3816 0 0</inkml:trace>
</inkml:ink>
</file>

<file path=ppt/ink/ink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0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20 732 0 0,'0'-2'296'0'0,"-1"1"0"0"0,0-1 0 0 0,1 1-1 0 0,-1-1 1 0 0,0 1 0 0 0,0 0 0 0 0,1-1 0 0 0,-1 1 0 0 0,0 0-1 0 0,0 0 1 0 0,-1 0 0 0 0,1 0 0 0 0,-2-2 0 0 0,-5 4-21 0 0,0 0 0 0 0,0 0 0 0 0,0 1 0 0 0,0 0 0 0 0,0 0 0 0 0,0 1 0 0 0,0 0 0 0 0,1 0 0 0 0,-1 1 0 0 0,1 0 0 0 0,-10 7 1 0 0,14-10-221 0 0,1 1-1 0 0,-1 0 1 0 0,1 0 0 0 0,0 0 0 0 0,-1 0 0 0 0,1 0 0 0 0,0 0 0 0 0,0 1 0 0 0,1-1 0 0 0,-1 1 0 0 0,0-1 0 0 0,1 1 0 0 0,0 0 0 0 0,-1-1 0 0 0,1 1 0 0 0,0 0 0 0 0,0 0 0 0 0,1 0 0 0 0,-1 0 0 0 0,1 0 0 0 0,-1 0 0 0 0,1 0 0 0 0,0 0 0 0 0,0 0 0 0 0,0 0 0 0 0,1 0 0 0 0,-1 0 0 0 0,1 0-1 0 0,0 0 1 0 0,-1 0 0 0 0,1 0 0 0 0,1-1 0 0 0,-1 1 0 0 0,3 5 0 0 0,39 43 401 0 0,-37-47-412 0 0,-1 1 1 0 0,0 0-1 0 0,0 0 0 0 0,-1 0 0 0 0,1 1 1 0 0,-1-1-1 0 0,0 1 0 0 0,0 0 0 0 0,-1 0 1 0 0,0 1-1 0 0,0-1 0 0 0,-1 1 0 0 0,1-1 0 0 0,2 15 1 0 0,-5-20-7 0 0,-12 8 43 0 0,11-8-73 0 0,0 0 0 0 0,1 0 0 0 0,-1 0 0 0 0,0 1 0 0 0,0-1 0 0 0,-1-1 0 0 0,1 1-1 0 0,0 0 1 0 0,0 0 0 0 0,0 0 0 0 0,-1 0 0 0 0,1-1 0 0 0,0 1 0 0 0,-1-1-1 0 0,1 1 1 0 0,0-1 0 0 0,-3 1 0 0 0,3-1-10 0 0,0 0 1 0 0,0 0-1 0 0,0 0 1 0 0,0 0-1 0 0,0 0 0 0 0,0 0 1 0 0,0 0-1 0 0,0 0 1 0 0,0-1-1 0 0,0 1 0 0 0,0 0 1 0 0,0-1-1 0 0,0 1 1 0 0,0-1-1 0 0,0 1 0 0 0,1-1 1 0 0,-1 1-1 0 0,0-1 1 0 0,-1-1-1 0 0,2 2-33 0 0,-1-1-1 0 0,1 1 1 0 0,0-1 0 0 0,0 0 0 0 0,0 1-1 0 0,0-1 1 0 0,-1 1 0 0 0,1-1 0 0 0,0 0-1 0 0,0 1 1 0 0,0-1 0 0 0,0 0 0 0 0,1 1-1 0 0,-1-1 1 0 0,0 0 0 0 0,0 1 0 0 0,0-1-1 0 0,0 1 1 0 0,1-1 0 0 0,-1 0 0 0 0,0 1-1 0 0,1-2 1 0 0,1-1-113 0 0,1 0-1 0 0,-1 0 0 0 0,0 0 1 0 0,1 0-1 0 0,0 1 0 0 0,0-1 1 0 0,0 1-1 0 0,0 0 1 0 0,0-1-1 0 0,5-1 0 0 0,43-19-1801 0 0,62-18-1 0 0,15-5 2362 0 0,-127 45-6 0 0,13 3 837 0 0,-13-2-1198 0 0,-1 0 0 0 0,1 0 1 0 0,-1 0-1 0 0,1-1 0 0 0,-1 1 0 0 0,1 0 0 0 0,-1 1 0 0 0,1-1 0 0 0,0 0 0 0 0,-1 0 0 0 0,1 0 0 0 0,-1 0 0 0 0,1 0 0 0 0,-1 0 0 0 0,1 1 0 0 0,-1-1 0 0 0,1 0 0 0 0,-1 0 0 0 0,1 1 0 0 0,-1-1 1 0 0,1 0-1 0 0,-1 1 0 0 0,0-1 0 0 0,1 1 0 0 0,-1-1 0 0 0,1 0 0 0 0,-1 1 0 0 0,0-1 0 0 0,0 1 0 0 0,1-1 0 0 0,-1 1 0 0 0,0-1 0 0 0,0 1 0 0 0,1-1 0 0 0,-1 1 0 0 0,0-1 0 0 0,0 1 0 0 0,0-1 1 0 0,0 1-1 0 0,0 0 0 0 0,0-1 0 0 0,0 1 0 0 0,0 0 0 0 0,4 25 959 0 0,0 53-1 0 0,-2-18-511 0 0,8 82 373 0 0,-11-100-53 0 0,-2-67-793 0 0,2 0 0 0 0,1 0 1 0 0,0 0-1 0 0,2-1 0 0 0,1 1 0 0 0,7-31 0 0 0,-7 41-18 0 0,1 0 0 0 0,0 0 0 0 0,1 0 0 0 0,1 0 0 0 0,0 1 0 0 0,0 0 0 0 0,2 0 0 0 0,-1 1 0 0 0,2 0 0 0 0,0 0 0 0 0,0 1 0 0 0,17-15 0 0 0,-22 22-3 0 0,1 1 1 0 0,0-1-1 0 0,0 1 0 0 0,0 0 0 0 0,0 1 1 0 0,1-1-1 0 0,-1 1 0 0 0,1 0 0 0 0,0 1 1 0 0,-1-1-1 0 0,1 1 0 0 0,0 0 0 0 0,0 1 0 0 0,0-1 1 0 0,0 1-1 0 0,6 1 0 0 0,-8-1 2 0 0,-1 1 0 0 0,1-1 0 0 0,0 1 0 0 0,0 0 0 0 0,-1 1 0 0 0,1-1 0 0 0,-1 1 0 0 0,1-1 0 0 0,-1 1 0 0 0,1 0 0 0 0,-1 0 0 0 0,0 1 0 0 0,0-1 0 0 0,0 1 0 0 0,0-1 0 0 0,-1 1 0 0 0,1 0 0 0 0,-1 0 0 0 0,0 0 0 0 0,1 0 0 0 0,-1 1 0 0 0,-1-1 0 0 0,1 1 0 0 0,2 5 0 0 0,-4-7 3 0 0,1 0 0 0 0,-1 0 0 0 0,0-1 0 0 0,0 1 0 0 0,0 0 0 0 0,0 0 0 0 0,0 0 0 0 0,-1 0 0 0 0,1-1 0 0 0,0 1 0 0 0,-1 0 0 0 0,0 0 1 0 0,1-1-1 0 0,-1 1 0 0 0,0 0 0 0 0,0-1 0 0 0,0 1 0 0 0,0-1 0 0 0,0 1 0 0 0,0-1 0 0 0,0 1 0 0 0,0-1 0 0 0,-1 0 0 0 0,1 1 0 0 0,0-1 0 0 0,-1 0 0 0 0,1 0 0 0 0,-3 1 0 0 0,-2 2 8 0 0,-1 0-1 0 0,1 0 1 0 0,-1-1 0 0 0,1 0-1 0 0,-1-1 1 0 0,-8 3 0 0 0,-23 2 138 0 0,19-6-8264 0 0</inkml:trace>
</inkml:ink>
</file>

<file path=ppt/ink/ink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0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1100 0 0,'0'0'6185'0'0,"26"27"-3517"0"0,-19-18-1920 0 0,-5-6-477 0 0,1 0-1 0 0,-1 1 0 0 0,1 0 0 0 0,-1 0 0 0 0,0-1 0 0 0,0 1 0 0 0,-1 0 0 0 0,2 5 1 0 0,-2-7 105 0 0,-14 2-8899 0 0</inkml:trace>
</inkml:ink>
</file>

<file path=ppt/ink/ink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1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63 384 0 0,'12'-52'9109'0'0,"-12"52"-9071"0"0,1-1 0 0 0,-1 1 0 0 0,0-1 1 0 0,0 1-1 0 0,0-1 0 0 0,0 1 0 0 0,1-1 0 0 0,-1 1 1 0 0,0-1-1 0 0,0 1 0 0 0,1 0 0 0 0,-1-1 0 0 0,0 1 1 0 0,1-1-1 0 0,-1 1 0 0 0,1 0 0 0 0,-1-1 0 0 0,0 1 1 0 0,1 0-1 0 0,-1-1 0 0 0,1 1 0 0 0,-1 0 0 0 0,1 0 0 0 0,-1-1 1 0 0,1 1-1 0 0,-1 0 0 0 0,1 0 0 0 0,-1 0 0 0 0,1 0 1 0 0,-1 0-1 0 0,1 0 0 0 0,0 0 0 0 0,-1 0 0 0 0,1 0 1 0 0,-1 0-1 0 0,1 0 0 0 0,-1 0 0 0 0,1 0 0 0 0,-1 0 1 0 0,1 0-1 0 0,-1 1 0 0 0,1-1 0 0 0,-1 0 0 0 0,1 0 0 0 0,-1 1 1 0 0,1-1-1 0 0,-1 0 0 0 0,0 0 0 0 0,1 1 0 0 0,-1-1 1 0 0,1 1-1 0 0,-1-1 0 0 0,0 0 0 0 0,1 1 0 0 0,-1-1 1 0 0,1 2-1 0 0,21 25-7249 0 0</inkml:trace>
</inkml:ink>
</file>

<file path=ppt/ink/ink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1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1 408 0 0,'4'8'957'0'0,"-1"0"1"0"0,0 1-1 0 0,-1-1 1 0 0,3 16-1 0 0,4 11 1223 0 0,-6-22-1275 0 0,-3-13-841 0 0,0 1-1 0 0,0-1 1 0 0,0 1 0 0 0,0-1 0 0 0,0 1 0 0 0,0-1 0 0 0,0 1-1 0 0,0-1 1 0 0,0 0 0 0 0,0 1 0 0 0,1-1 0 0 0,-1 1 0 0 0,0-1-1 0 0,0 0 1 0 0,0 1 0 0 0,1-1 0 0 0,-1 1 0 0 0,0-1 0 0 0,0 0-1 0 0,1 1 1 0 0,-1-1 0 0 0,0 0 0 0 0,1 0 0 0 0,-1 1 0 0 0,0-1-1 0 0,1 0 1 0 0,-1 0 0 0 0,1 1 0 0 0,-1-1 0 0 0,0 0 0 0 0,1 0-1 0 0,-1 0 1 0 0,1 0 0 0 0,-1 1 0 0 0,1-1 0 0 0,0 0 0 0 0,0 0 225 0 0,19-12 422 0 0,-10 6-448 0 0,1 1 0 0 0,0-1 0 0 0,-1 1 0 0 0,2 1 1 0 0,18-5-1 0 0,-26 8-403 0 0,0 1 1 0 0,0-1 0 0 0,0 1 0 0 0,0 0-1 0 0,-1 0 1 0 0,1 0 0 0 0,0 0-1 0 0,0 1 1 0 0,6 1 0 0 0,-8-1-272 0 0,0 0-1 0 0,1 0 1 0 0,-1 0-1 0 0,0 0 1 0 0,0 1 0 0 0,0-1-1 0 0,0 0 1 0 0,0 1 0 0 0,-1 0-1 0 0,1-1 1 0 0,0 1-1 0 0,-1 0 1 0 0,1 0 0 0 0,-1 0-1 0 0,0 0 1 0 0,3 4-1 0 0</inkml:trace>
</inkml:ink>
</file>

<file path=ppt/ink/ink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1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4 136 0 0,'0'0'5906'0'0,"-1"-1"-5789"0"0,1 1 0 0 0,-1 0 0 0 0,0-1 1 0 0,0 1-1 0 0,0 0 0 0 0,1-1 0 0 0,-1 1 0 0 0,0 0 1 0 0,0 0-1 0 0,0-1 0 0 0,1 1 0 0 0,-1 0 0 0 0,0 0 0 0 0,0 0 1 0 0,0 0-1 0 0,0 0 0 0 0,0 0 0 0 0,1 1 0 0 0,-1-1 1 0 0,-1 0-1 0 0,-70 59 3093 0 0,71-58-2598 0 0,5 1-735 0 0,0 0-1 0 0,0 0 1 0 0,0-1-1 0 0,0 1 1 0 0,0-1-1 0 0,0 0 1 0 0,0 0 0 0 0,0-1-1 0 0,1 1 1 0 0,-1-1-1 0 0,0 0 1 0 0,8-1-1 0 0,-8 1-271 0 0,2 0 43 0 0,4-2-4721 0 0,8-2 2317 0 0</inkml:trace>
</inkml:ink>
</file>

<file path=ppt/ink/ink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2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1 169 832 0 0,'0'0'6526'0'0,"52"23"-4131"0"0,-44-21-2410 0 0,1-1-1 0 0,0 0 1 0 0,0-1 0 0 0,0 0 0 0 0,0 0 0 0 0,0-1-1 0 0,0 0 1 0 0,0-1 0 0 0,0 1 0 0 0,-1-2 0 0 0,1 1-1 0 0,-1-1 1 0 0,1-1 0 0 0,-1 1 0 0 0,0-2-1 0 0,0 1 1 0 0,9-8 0 0 0,-5 3 20 0 0,-1-2 0 0 0,1 1-1 0 0,-2-2 1 0 0,0 1 0 0 0,0-2 0 0 0,-1 1 0 0 0,0-1-1 0 0,12-26 1 0 0,-11 17 998 0 0,-10 19-305 0 0,-1 5 0 0 0,0 2-627 0 0,1 0 0 0 0,-1 0-1 0 0,1 0 1 0 0,0 0 0 0 0,0-1 0 0 0,0 1 0 0 0,1 0 0 0 0,-1 0 0 0 0,1 0 0 0 0,1 4 0 0 0,1-2-16 0 0,0 0 0 0 0,0-1 0 0 0,1 1 0 0 0,0-1 0 0 0,0 1-1 0 0,0-1 1 0 0,0-1 0 0 0,1 1 0 0 0,0 0 0 0 0,0-1 0 0 0,0 0 0 0 0,0 0 0 0 0,1-1 0 0 0,0 1-1 0 0,0-1 1 0 0,-1 0 0 0 0,2-1 0 0 0,9 3 0 0 0,-13-4-16 0 0,0 0-1 0 0,1 0 1 0 0,-1-1 0 0 0,1 1 0 0 0,-1-1-1 0 0,1 0 1 0 0,-1 0 0 0 0,1 0 0 0 0,-1-1-1 0 0,1 1 1 0 0,5-3 0 0 0,0 1 40 0 0,-7 2-76 0 0,17 3-817 0 0</inkml:trace>
</inkml:ink>
</file>

<file path=ppt/ink/ink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13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1 680 0 0,'0'0'8387'0'0,"-1"5"-7660"0"0,0-3-655 0 0,-38 106 3975 0 0,22-72-6195 0 0,-4-1-4233 0 0,14-26 3353 0 0</inkml:trace>
</inkml:ink>
</file>

<file path=ppt/ink/ink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6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6 884 0 0,'-6'-6'1444'0'0,"2"8"2300"0"0,-1 5-3499 0 0,1 0 1 0 0,1 0-1 0 0,-1 1 1 0 0,1 0-1 0 0,1-1 1 0 0,-1 1-1 0 0,1 0 1 0 0,1 0-1 0 0,-1 0 1 0 0,1 0-1 0 0,1 1 1 0 0,-1-1-1 0 0,1 0 1 0 0,1 0-1 0 0,0 1 0 0 0,2 9 1 0 0,-3-17 43 0 0,8-2-239 0 0,-1-1 1 0 0,0-1 0 0 0,0 1-1 0 0,0-1 1 0 0,0-1 0 0 0,0 1 0 0 0,-1-1-1 0 0,1 0 1 0 0,8-8 0 0 0,36-19 25 0 0,-41 27-69 0 0,-4 1-2 0 0,0 1 0 0 0,0 0 0 0 0,1 0 1 0 0,-1 0-1 0 0,0 1 0 0 0,1 0 0 0 0,-1 1 0 0 0,1-1 1 0 0,-1 1-1 0 0,1 0 0 0 0,12 2 0 0 0,-18-2-2 0 0,1 0 0 0 0,0 0-1 0 0,-1 1 1 0 0,1-1-1 0 0,-1 0 1 0 0,1 1 0 0 0,-1-1-1 0 0,1 0 1 0 0,-1 1-1 0 0,0 0 1 0 0,1-1 0 0 0,-1 1-1 0 0,0 0 1 0 0,1 0-1 0 0,-1 0 1 0 0,0 0 0 0 0,0 0-1 0 0,0 0 1 0 0,1 0 0 0 0,-1 0-1 0 0,0 0 1 0 0,-1 0-1 0 0,1 1 1 0 0,0-1 0 0 0,0 0-1 0 0,0 1 1 0 0,-1-1-1 0 0,1 0 1 0 0,-1 1 0 0 0,1-1-1 0 0,-1 1 1 0 0,0-1-1 0 0,1 3 1 0 0,-1-2 16 0 0,-13 33-5 0 0,-11 0-870 0 0,0-18-5272 0 0,11-12 3696 0 0</inkml:trace>
</inkml:ink>
</file>

<file path=ppt/ink/ink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7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78 112 0 0,'-1'-57'5286'0'0,"1"55"-4627"0"0,1-9 685 0 0,-1 10-1332 0 0,0 1 1 0 0,0 0-1 0 0,0-1 0 0 0,0 1 0 0 0,0 0 0 0 0,0-1 0 0 0,0 1 1 0 0,1 0-1 0 0,-1-1 0 0 0,0 1 0 0 0,0 0 0 0 0,0 0 0 0 0,1-1 0 0 0,-1 1 1 0 0,0 0-1 0 0,0 0 0 0 0,1-1 0 0 0,-1 1 0 0 0,0 0 0 0 0,0 0 1 0 0,1 0-1 0 0,-1 0 0 0 0,0-1 0 0 0,1 1 0 0 0,-1 0 0 0 0,0 0 1 0 0,1 0-1 0 0,-1 0 0 0 0,0 0 0 0 0,1 0 0 0 0,-1 0 0 0 0,0 0 1 0 0,1 0-1 0 0,-1 0 0 0 0,0 0 0 0 0,1 0 0 0 0,-1 0 0 0 0,0 0 0 0 0,1 0 1 0 0,-1 0-1 0 0,0 0 0 0 0,0 1 0 0 0,1-1 0 0 0,-1 0 0 0 0,0 0 1 0 0,1 0-1 0 0,-1 0 0 0 0,0 1 0 0 0,0-1 0 0 0,1 0 0 0 0,5 4-261 0 0,16 10-443 0 0,-5-2-2656 0 0,-9-4 1248 0 0</inkml:trace>
</inkml:ink>
</file>

<file path=ppt/ink/ink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7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17 528 0 0,'-4'1'817'0'0,"1"-1"-937"0"0,-1 1 662 0 0,1-1-1 0 0,-1 1 1 0 0,1 0-1 0 0,0 0 0 0 0,-1 0 1 0 0,1 0-1 0 0,0 1 0 0 0,0-1 1 0 0,-6 5 2810 0 0,13-10-3056 0 0,31-23 1356 0 0,-34 26-1208 0 0,3 1-385 0 0,1 1 1 0 0,-1 0 0 0 0,0 0-1 0 0,0 0 1 0 0,0 0 0 0 0,0 1-1 0 0,0 0 1 0 0,0 0 0 0 0,0 0-1 0 0,5 4 1 0 0,11 9-7 0 0,6 4-1644 0 0,-8-8-3969 0 0,-8-7 2520 0 0</inkml:trace>
</inkml:ink>
</file>

<file path=ppt/ink/ink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9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0 441 56 0 0,'4'8'6489'0'0,"9"-19"-6095"0"0,0 0 0 0 0,-2 0 0 0 0,1-1-1 0 0,-2 0 1 0 0,1-1 0 0 0,-2-1 0 0 0,0 1 0 0 0,0-1-1 0 0,-1-1 1 0 0,-1 0 0 0 0,9-27 0 0 0,-9 22-243 0 0,-1-1 0 0 0,-1 1 0 0 0,-1-1 0 0 0,-1 0 0 0 0,0 0 0 0 0,-2 0 0 0 0,0 0 0 0 0,-2 0 0 0 0,-3-22 0 0 0,4 41-138 0 0,0 1-1 0 0,0-1 1 0 0,0 1-1 0 0,0-1 1 0 0,0 1-1 0 0,-1-1 1 0 0,1 1-1 0 0,0-1 1 0 0,-1 1-1 0 0,1 0 1 0 0,-1-1-1 0 0,0 1 1 0 0,1 0-1 0 0,-1-1 1 0 0,0 1-1 0 0,0 0 1 0 0,0 0-1 0 0,0 0 1 0 0,0-1-1 0 0,0 1 1 0 0,0 0-1 0 0,0 1 1 0 0,0-1-1 0 0,-1 0 1 0 0,1 0-1 0 0,0 0 1 0 0,-3 0-1 0 0,2 0 24 0 0,-1 4-9 0 0,-5 5-10 0 0,1 1 0 0 0,0 0 1 0 0,1 1-1 0 0,0-1 0 0 0,0 1 0 0 0,1 0 1 0 0,0 1-1 0 0,1-1 0 0 0,-5 17 0 0 0,-1 8 19 0 0,-9 63-1 0 0,16-73-27 0 0,1 0-1 0 0,3 43 0 0 0,-1-56-3 0 0,1 0 1 0 0,1 0-1 0 0,0 0 0 0 0,1 0 0 0 0,1 0 1 0 0,-1-1-1 0 0,10 19 0 0 0,-10-25-22 0 0,0 0 1 0 0,0 0-1 0 0,1 0 0 0 0,0 0 0 0 0,0-1 0 0 0,0 0 1 0 0,0 0-1 0 0,0 0 0 0 0,1 0 0 0 0,0-1 0 0 0,0 1 1 0 0,0-1-1 0 0,0-1 0 0 0,1 1 0 0 0,-1-1 0 0 0,1 0 0 0 0,-1 0 1 0 0,1 0-1 0 0,0-1 0 0 0,-1 0 0 0 0,1 0 0 0 0,0 0 1 0 0,0-1-1 0 0,0 0 0 0 0,0 0 0 0 0,0 0 0 0 0,0-1 1 0 0,0 0-1 0 0,-1 0 0 0 0,1-1 0 0 0,6-2 0 0 0,7-2-82 0 0,-1-1-1 0 0,0-1 0 0 0,0 0 0 0 0,-1-2 1 0 0,0 0-1 0 0,-1-1 0 0 0,0 0 0 0 0,19-19 0 0 0,-28 25 170 0 0,0-1 0 0 0,-1 1 0 0 0,0-2 0 0 0,0 1-1 0 0,0-1 1 0 0,-1 1 0 0 0,0-2 0 0 0,0 1 0 0 0,-1 0-1 0 0,0-1 1 0 0,0 0 0 0 0,-1 0 0 0 0,0 0 0 0 0,0 0-1 0 0,1-10 1 0 0,-4 16 300 0 0,-3-3-256 0 0,3 5-106 0 0,0 0 0 0 0,0-1-1 0 0,0 1 1 0 0,0 0-1 0 0,0-1 1 0 0,0 1 0 0 0,0 0-1 0 0,0 0 1 0 0,0-1 0 0 0,0 1-1 0 0,0 0 1 0 0,-1 0 0 0 0,1-1-1 0 0,0 1 1 0 0,0 0 0 0 0,0 0-1 0 0,0-1 1 0 0,-1 1 0 0 0,1 0-1 0 0,0 0 1 0 0,0 0 0 0 0,0-1-1 0 0,-1 1 1 0 0,1 0-1 0 0,0 0 1 0 0,0 0 0 0 0,-1 0-1 0 0,1 0 1 0 0,0-1 0 0 0,0 1-1 0 0,-1 0 1 0 0,1 0 0 0 0,0 0-1 0 0,-1 0 1 0 0,1 0 0 0 0,0 0-1 0 0,0 0 1 0 0,-1 0 0 0 0,-3 1 11 0 0,1 0 0 0 0,0 0 0 0 0,-1 0 1 0 0,1 0-1 0 0,0 1 0 0 0,0 0 1 0 0,-1-1-1 0 0,1 1 0 0 0,0 0 0 0 0,1 1 1 0 0,-1-1-1 0 0,0 0 0 0 0,1 1 1 0 0,-1-1-1 0 0,-2 5 0 0 0,1-2-8 0 0,0 1-1 0 0,0 0 1 0 0,1 0-1 0 0,-1 0 1 0 0,1 0-1 0 0,1 0 1 0 0,-1 1-1 0 0,1-1 0 0 0,-1 9 1 0 0,2-13-6 0 0,0 1-1 0 0,0-1 1 0 0,1 0 0 0 0,0 1-1 0 0,-1-1 1 0 0,1 1 0 0 0,0-1-1 0 0,0 0 1 0 0,0 1-1 0 0,0-1 1 0 0,1 1 0 0 0,-1-1-1 0 0,1 0 1 0 0,-1 1 0 0 0,1-1-1 0 0,0 0 1 0 0,0 1 0 0 0,0-1-1 0 0,0 0 1 0 0,0 0 0 0 0,1 0-1 0 0,-1 0 1 0 0,1 0 0 0 0,-1 0-1 0 0,1 0 1 0 0,0-1 0 0 0,-1 1-1 0 0,1-1 1 0 0,0 1-1 0 0,0-1 1 0 0,0 0 0 0 0,0 1-1 0 0,1-1 1 0 0,-1 0 0 0 0,0 0-1 0 0,0-1 1 0 0,1 1 0 0 0,-1 0-1 0 0,0-1 1 0 0,1 1 0 0 0,2-1-1 0 0,6 1 2 0 0,0 0-1 0 0,1-1 1 0 0,-1-1-1 0 0,0 0 1 0 0,22-5-1 0 0,2-1 8 0 0,0-2 1 0 0,-1-1-1 0 0,0-2 0 0 0,0-1 0 0 0,-2-2 1 0 0,1-1-1 0 0,-2-2 0 0 0,29-21 1 0 0,-57 37-14 0 0,1-1 13 0 0,0 0-1 0 0,0-1 1 0 0,0 1 0 0 0,-1-1 0 0 0,0 1-1 0 0,1-1 1 0 0,3-7 0 0 0,-6 9 125 0 0,-9-4-54 0 0,7 5-71 0 0,1 1-1 0 0,-1-1 0 0 0,0 0 1 0 0,1 1-1 0 0,-1-1 0 0 0,0 0 0 0 0,1 1 1 0 0,-1-1-1 0 0,0 1 0 0 0,0-1 1 0 0,1 1-1 0 0,-1 0 0 0 0,0-1 0 0 0,0 1 1 0 0,0 0-1 0 0,0-1 0 0 0,1 1 0 0 0,-1 0 1 0 0,0 0-1 0 0,0 0 0 0 0,0 0 1 0 0,0 0-1 0 0,0 0 0 0 0,0 0 0 0 0,0 0 1 0 0,0 0-1 0 0,0 0 0 0 0,1 1 0 0 0,-3-1 1 0 0,-2 3 10 0 0,-1-1 0 0 0,1 1 0 0 0,0 0-1 0 0,0 0 1 0 0,0 1 0 0 0,0 0 0 0 0,1 0 0 0 0,-1 0 0 0 0,-7 9 0 0 0,11-12-22 0 0,0 1 0 0 0,0-1 0 0 0,0 0-1 0 0,1 0 1 0 0,-1 1 0 0 0,0-1 0 0 0,1 1 0 0 0,-1-1-1 0 0,0 1 1 0 0,1-1 0 0 0,0 1 0 0 0,-1-1 0 0 0,1 1-1 0 0,0-1 1 0 0,0 1 0 0 0,0 0 0 0 0,0-1 0 0 0,0 3-1 0 0,1-3 4 0 0,-1 0-1 0 0,0 0 1 0 0,1-1-1 0 0,-1 1 0 0 0,1 0 1 0 0,-1-1-1 0 0,1 1 0 0 0,-1 0 1 0 0,1-1-1 0 0,-1 1 0 0 0,1 0 1 0 0,0-1-1 0 0,-1 1 0 0 0,1-1 1 0 0,0 1-1 0 0,0-1 1 0 0,-1 0-1 0 0,1 1 0 0 0,0-1 1 0 0,0 0-1 0 0,0 1 0 0 0,-1-1 1 0 0,1 0-1 0 0,0 0 0 0 0,0 0 1 0 0,0 0-1 0 0,0 0 0 0 0,-1 0 1 0 0,1 0-1 0 0,0 0 1 0 0,0 0-1 0 0,0 0 0 0 0,0 0 1 0 0,-1-1-1 0 0,1 1 0 0 0,0 0 1 0 0,0 0-1 0 0,0-1 0 0 0,-1 1 1 0 0,1-1-1 0 0,1 0 0 0 0,14-6 21 0 0,-6 3-25 0 0,1 0 1 0 0,0 0-1 0 0,0 1 1 0 0,0 0-1 0 0,20-2 1 0 0,-16 3 4 0 0,0 0-18 0 0,0 0-1 0 0,0-1 1 0 0,0-1 0 0 0,0 0-1 0 0,0-1 1 0 0,-1 0 0 0 0,0-2-1 0 0,22-12 1 0 0,-27 12 14 0 0,1 0 1 0 0,-1-1 0 0 0,-1 0-1 0 0,1-1 1 0 0,-1 0-1 0 0,-1 0 1 0 0,0-1-1 0 0,0 0 1 0 0,10-20-1 0 0,-16 27 13 0 0,2-1-3 0 0,-1 0 0 0 0,0-1 0 0 0,0 1 1 0 0,0-1-1 0 0,-1 1 0 0 0,1-1 0 0 0,-1 1 0 0 0,0-1 1 0 0,0 0-1 0 0,-1 0 0 0 0,1-5 0 0 0,-1 9-8 0 0,0 1-1 0 0,0-1 1 0 0,0 0-1 0 0,0 0 1 0 0,0 1-1 0 0,0-1 0 0 0,-1 0 1 0 0,1 1-1 0 0,0-1 1 0 0,0 0-1 0 0,0 0 1 0 0,-1 1-1 0 0,1-1 1 0 0,0 0-1 0 0,-1 1 0 0 0,1-1 1 0 0,-1 1-1 0 0,1-1 1 0 0,-1 0-1 0 0,1 1 1 0 0,-1-1-1 0 0,1 1 1 0 0,-1-1-1 0 0,1 1 0 0 0,-1 0 1 0 0,0-1-1 0 0,1 1 1 0 0,-1-1-1 0 0,0 1 1 0 0,1 0-1 0 0,-1 0 0 0 0,0-1 1 0 0,1 1-1 0 0,-1 0 1 0 0,0 0-1 0 0,0 0 1 0 0,1 0-1 0 0,-1 0 1 0 0,0 0-1 0 0,1 0 0 0 0,-2 0 1 0 0,-1 0-1 0 0,1 1 0 0 0,0-1 0 0 0,-1 1 0 0 0,1-1 1 0 0,0 1-1 0 0,0 0 0 0 0,-1 0 0 0 0,1 0 0 0 0,0 0 0 0 0,-3 3 0 0 0,-6 7 1 0 0,2 1 0 0 0,-1 1 0 0 0,1 0 0 0 0,1 0-1 0 0,1 1 1 0 0,0 0 0 0 0,0 0 0 0 0,-8 29 0 0 0,-52 195-52 0 0,23-71 22 0 0,153-290-1200 0 0,-54 64 873 0 0,31-30-49 0 0,25-29 133 0 0,-83 73 1118 0 0,-27 44-184 0 0,-6 33-615 0 0,4-29-43 0 0,0-1 1 0 0,0 1 0 0 0,0 0-1 0 0,0 0 1 0 0,1 0 0 0 0,-1 0-1 0 0,1 0 1 0 0,0 0 0 0 0,0 0-1 0 0,0 0 1 0 0,0 0 0 0 0,0 0-1 0 0,1 0 1 0 0,-1 0 0 0 0,1 0 0 0 0,0-1-1 0 0,0 1 1 0 0,0 0 0 0 0,0 0-1 0 0,0 0 1 0 0,1-1 0 0 0,-1 1-1 0 0,4 4 1 0 0,-3-6 0 0 0,0 0-1 0 0,0 0 1 0 0,1 0 0 0 0,-1 0 0 0 0,0 0-1 0 0,0-1 1 0 0,1 1 0 0 0,-1 0-1 0 0,1-1 1 0 0,-1 0 0 0 0,0 0 0 0 0,1 1-1 0 0,-1-2 1 0 0,0 1 0 0 0,1 0-1 0 0,-1 0 1 0 0,1-1 0 0 0,-1 1 0 0 0,0-1-1 0 0,1 0 1 0 0,-1 1 0 0 0,0-1-1 0 0,0 0 1 0 0,0-1 0 0 0,4-1 0 0 0,7-5 23 0 0,0 0-1 0 0,21-19 1 0 0,-22 18 7 0 0,-11 7-37 0 0,-1 1 0 0 0,1 0 0 0 0,0 1 0 0 0,0-1 0 0 0,0 0 1 0 0,1 0-1 0 0,-1 0 0 0 0,0 1 0 0 0,0-1 0 0 0,0 0 0 0 0,0 1 1 0 0,1-1-1 0 0,-1 1 0 0 0,0-1 0 0 0,1 1 0 0 0,-1 0 0 0 0,0 0 0 0 0,1 0 1 0 0,-1-1-1 0 0,0 1 0 0 0,2 1 0 0 0,-2-1 2 0 0,-1 1 0 0 0,1 0-1 0 0,-1 0 1 0 0,1 0 0 0 0,-1 0-1 0 0,0 0 1 0 0,0 0 0 0 0,1 0 0 0 0,-1 0-1 0 0,0 0 1 0 0,0 0 0 0 0,0-1-1 0 0,0 1 1 0 0,0 0 0 0 0,0 0 0 0 0,0 0-1 0 0,-1 0 1 0 0,1 0 0 0 0,0 0 0 0 0,0 0-1 0 0,-1 1 1 0 0,-25 63-3 0 0,25-62-2 0 0,-113 203-2136 0 0,73-137-4817 0 0,29-49 3619 0 0</inkml:trace>
</inkml:ink>
</file>

<file path=ppt/ink/ink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49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78 56 0 0,'-18'-69'7965'0'0,"17"68"-7861"0"0,-1 0 0 0 0,1 0 0 0 0,0 0 0 0 0,0 1 0 0 0,0-1 0 0 0,-1 0 0 0 0,1 1 0 0 0,0-1 0 0 0,-1 1 0 0 0,1-1 0 0 0,-1 1 0 0 0,1 0 0 0 0,0 0 0 0 0,-1 0 0 0 0,1-1 0 0 0,-1 1 0 0 0,1 1 0 0 0,-1-1 0 0 0,1 0 1 0 0,0 0-1 0 0,-3 1 0 0 0,1 0-32 0 0,-13 4 306 0 0,1 0-1 0 0,0 1 1 0 0,0 1 0 0 0,1 0-1 0 0,-17 11 1 0 0,28-16-337 0 0,0 0 0 0 0,1 0 1 0 0,-1 0-1 0 0,0 1 0 0 0,1-1 0 0 0,-1 1 0 0 0,1 0 1 0 0,0 0-1 0 0,0-1 0 0 0,0 1 0 0 0,0 1 1 0 0,0-1-1 0 0,1 0 0 0 0,0 0 0 0 0,-1 1 1 0 0,1-1-1 0 0,0 1 0 0 0,1-1 0 0 0,-1 1 0 0 0,1-1 1 0 0,-1 1-1 0 0,1-1 0 0 0,0 1 0 0 0,0-1 1 0 0,1 1-1 0 0,-1-1 0 0 0,1 1 0 0 0,-1-1 1 0 0,1 1-1 0 0,0-1 0 0 0,3 5 0 0 0,18 44 167 0 0,-9-24-136 0 0,-1 0 0 0 0,-1 1 1 0 0,7 33-1 0 0,-16-55-59 0 0,-1 0 1 0 0,0 0-1 0 0,0 0 0 0 0,0 0 0 0 0,-1 0 1 0 0,0 0-1 0 0,-1 0 0 0 0,1 0 1 0 0,-1 0-1 0 0,-1 0 0 0 0,1 0 1 0 0,-1 0-1 0 0,0 0 0 0 0,-1-1 0 0 0,0 1 1 0 0,0-1-1 0 0,0 0 0 0 0,-8 11 1 0 0,9-14-37 0 0,1-1 0 0 0,-1-1 0 0 0,0 1-1 0 0,1 0 1 0 0,-1 0 0 0 0,0-1 0 0 0,0 1 0 0 0,0-1 0 0 0,0 1 0 0 0,-1-1 0 0 0,1 0 0 0 0,0 0 0 0 0,0 0 0 0 0,-1 0 0 0 0,1 0 0 0 0,-1 0 0 0 0,1-1 0 0 0,0 1 0 0 0,-1-1 0 0 0,1 0-1 0 0,-1 0 1 0 0,0 0 0 0 0,1 0 0 0 0,-1 0 0 0 0,1 0 0 0 0,-1-1 0 0 0,1 1 0 0 0,0-1 0 0 0,-5-1 0 0 0,5 0-451 0 0,-1 1-1 0 0,1-1 1 0 0,0 1 0 0 0,0-1 0 0 0,-1 0-1 0 0,1 0 1 0 0,0 0 0 0 0,1 0-1 0 0,-1 0 1 0 0,0 0 0 0 0,1-1 0 0 0,-1 1-1 0 0,1-1 1 0 0,0 1 0 0 0,0-1-1 0 0,0 1 1 0 0,-1-4 0 0 0</inkml:trace>
</inkml:ink>
</file>

<file path=ppt/ink/ink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0.3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85 356 0 0,'39'21'5952'0'0,"-38"-19"-5734"0"0,1 0-1 0 0,-1 0 1 0 0,1 0 0 0 0,0-1 0 0 0,0 1-1 0 0,0-1 1 0 0,0 0 0 0 0,0 1 0 0 0,0-1-1 0 0,0 0 1 0 0,0 0 0 0 0,1 0 0 0 0,-1 0-1 0 0,4 0 1 0 0,-4-1-97 0 0,-1 0 0 0 0,1-1 0 0 0,-1 1 0 0 0,1-1 1 0 0,0 1-1 0 0,-1-1 0 0 0,0 0 0 0 0,1 0 0 0 0,-1 1 0 0 0,1-1 0 0 0,-1 0 0 0 0,0 0 0 0 0,1 0 0 0 0,-1-1 0 0 0,0 1 0 0 0,0 0 0 0 0,0 0 0 0 0,0-1 0 0 0,0 1 1 0 0,0 0-1 0 0,0-1 0 0 0,-1 1 0 0 0,2-4 0 0 0,34-53-87 0 0,-8 22-7184 0 0,-21 29 4134 0 0</inkml:trace>
</inkml:ink>
</file>

<file path=ppt/ink/ink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0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63 100 0 0,'5'-1'586'0'0,"0"-1"0"0"0,0 1 1 0 0,-1-1-1 0 0,1 1 0 0 0,-1-1 0 0 0,1-1 0 0 0,7-4 0 0 0,-10 6-255 0 0,0 0 0 0 0,0 0-1 0 0,0 0 1 0 0,-1-1 0 0 0,1 1-1 0 0,0-1 1 0 0,-1 0 0 0 0,1 1 0 0 0,-1-1-1 0 0,1 0 1 0 0,-1 0 0 0 0,0 0-1 0 0,0 0 1 0 0,0 0 0 0 0,0 0-1 0 0,0 0 1 0 0,0 0 0 0 0,0 0-1 0 0,0-3 1 0 0,-2 5-282 0 0,0-1 0 0 0,0 0 1 0 0,0 0-1 0 0,-1 1 0 0 0,1-1 0 0 0,0 1 0 0 0,0-1 0 0 0,0 1 1 0 0,-1 0-1 0 0,1-1 0 0 0,0 1 0 0 0,0 0 0 0 0,-1 0 1 0 0,1 0-1 0 0,0-1 0 0 0,-2 2 0 0 0,0 2-26 0 0,0 0-1 0 0,1 0 0 0 0,-1 0 1 0 0,1 1-1 0 0,0-1 0 0 0,0 1 1 0 0,0 0-1 0 0,0-1 1 0 0,0 1-1 0 0,1 0 0 0 0,0 0 1 0 0,0 0-1 0 0,0 0 1 0 0,0 0-1 0 0,1 1 0 0 0,0-1 1 0 0,-1 0-1 0 0,2 0 0 0 0,-1 0 1 0 0,0 0-1 0 0,1 1 1 0 0,0-1-1 0 0,-1 0 0 0 0,2 0 1 0 0,-1 0-1 0 0,0 0 1 0 0,1-1-1 0 0,0 1 0 0 0,0 0 1 0 0,0-1-1 0 0,0 1 0 0 0,1-1 1 0 0,-1 1-1 0 0,1-1 1 0 0,0 0-1 0 0,0 0 0 0 0,0 0 1 0 0,0-1-1 0 0,1 1 1 0 0,-1-1-1 0 0,1 0 0 0 0,-1 0 1 0 0,1 0-1 0 0,0 0 0 0 0,0-1 1 0 0,4 2-1 0 0,4 0-111 0 0,1 0-1 0 0,-1-2 0 0 0,1 1 1 0 0,0-1-1 0 0,-1-1 0 0 0,1 0 1 0 0,0-1-1 0 0,-1-1 0 0 0,1 0 1 0 0,14-4-1 0 0,-18 4 65 0 0,-1 0 0 0 0,0-1 0 0 0,0 0 0 0 0,0-1 0 0 0,-1 0 0 0 0,1 0-1 0 0,-1 0 1 0 0,0-1 0 0 0,0 0 0 0 0,0-1 0 0 0,-1 0 0 0 0,1 0 0 0 0,-1 0 0 0 0,-1 0 0 0 0,10-14 0 0 0,-14 18 57 0 0,0 0 0 0 0,0 1 0 0 0,0-1 0 0 0,-1 0 0 0 0,1 0 1 0 0,0 0-1 0 0,-1 0 0 0 0,1 0 0 0 0,-1 0 0 0 0,0-1 0 0 0,0 1 1 0 0,1 0-1 0 0,-1 0 0 0 0,-1 0 0 0 0,1 0 0 0 0,0 0 0 0 0,0 0 0 0 0,-1 0 1 0 0,0-3-1 0 0,0 4-6 0 0,0 0 1 0 0,1 0-1 0 0,-1-1 0 0 0,0 1 1 0 0,0 0-1 0 0,1 0 1 0 0,-1 0-1 0 0,0 0 0 0 0,0 1 1 0 0,0-1-1 0 0,-1 0 1 0 0,1 0-1 0 0,0 0 0 0 0,0 1 1 0 0,0-1-1 0 0,0 1 0 0 0,-1-1 1 0 0,1 1-1 0 0,0-1 1 0 0,0 1-1 0 0,-1 0 0 0 0,1 0 1 0 0,0 0-1 0 0,-1-1 1 0 0,1 1-1 0 0,0 0 0 0 0,-3 1 1 0 0,1-1 32 0 0,-27 30 177 0 0,28-26-224 0 0,1-1-1 0 0,-1 1 0 0 0,1 0 1 0 0,-1 0-1 0 0,1 0 1 0 0,0 0-1 0 0,1 0 0 0 0,-1 0 1 0 0,1 0-1 0 0,-1 0 0 0 0,1 0 1 0 0,1 1-1 0 0,-1-1 1 0 0,0 0-1 0 0,1 0 0 0 0,0 0 1 0 0,0 0-1 0 0,3 7 0 0 0,-3-8-25 0 0,0-1 0 0 0,1 1 0 0 0,-1 0 0 0 0,1-1-1 0 0,0 0 1 0 0,-1 1 0 0 0,1-1 0 0 0,0 0 0 0 0,1 0-1 0 0,-1 0 1 0 0,0 0 0 0 0,1 0 0 0 0,-1 0 0 0 0,1-1-1 0 0,-1 1 1 0 0,1-1 0 0 0,0 0 0 0 0,-1 0 0 0 0,1 0-1 0 0,0 0 1 0 0,0 0 0 0 0,0 0 0 0 0,0-1 0 0 0,0 0-1 0 0,0 1 1 0 0,0-1 0 0 0,5-1 0 0 0,11-2-98 0 0,0-1 0 0 0,-1 0 1 0 0,1-2-1 0 0,-1 0 0 0 0,0-1 0 0 0,28-16 1 0 0,-29 14 65 0 0,28-7 354 0 0,-44 15-249 0 0,37 17 761 0 0,-36-13-726 0 0,1-1-1 0 0,-1 0 1 0 0,1 1-1 0 0,0-1 1 0 0,0 0-1 0 0,0 0 1 0 0,0 0-1 0 0,0-1 1 0 0,0 1-1 0 0,0-1 1 0 0,1 0-1 0 0,-1 0 1 0 0,0 0 0 0 0,5 1-1 0 0,-5-2-15 0 0,26-11-529 0 0,-13-4-1875 0 0,-5 1-4096 0 0</inkml:trace>
</inkml:ink>
</file>

<file path=ppt/ink/ink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3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4 585 140 0 0,'-4'13'3073'0'0,"8"-11"268"0"0,15-12 364 0 0,-13 6-4576 0 0,7-6 1230 0 0,1 0 1 0 0,-2-1-1 0 0,1 0 1 0 0,-2-1-1 0 0,16-19 1 0 0,2-3 99 0 0,-1 5-56 0 0,-2-2 0 0 0,-1 0 0 0 0,25-43 0 0 0,-42 61-305 0 0,-1-1 0 0 0,0 0-1 0 0,0-1 1 0 0,-2 0 0 0 0,0 0-1 0 0,0 0 1 0 0,-2-1-1 0 0,0 1 1 0 0,0-1 0 0 0,-2 0-1 0 0,1-19 1 0 0,-3 28-59 0 0,0 0-1 0 0,0 0 1 0 0,-1 1 0 0 0,0-1-1 0 0,0 0 1 0 0,-1 1 0 0 0,-5-11-1 0 0,7 14-27 0 0,0 1 1 0 0,-1-1-1 0 0,1 1 0 0 0,-1 0 0 0 0,1-1 1 0 0,-1 1-1 0 0,0 0 0 0 0,0 0 0 0 0,0 0 0 0 0,0 0 1 0 0,0 1-1 0 0,0-1 0 0 0,-1 1 0 0 0,1-1 1 0 0,0 1-1 0 0,-1 0 0 0 0,0 0 0 0 0,1 0 0 0 0,-1 0 1 0 0,1 0-1 0 0,-1 0 0 0 0,-4 0 0 0 0,6 2-10 0 0,0-1-1 0 0,0 0 1 0 0,0 1-1 0 0,0-1 0 0 0,0 1 1 0 0,0-1-1 0 0,0 1 1 0 0,0 0-1 0 0,0-1 0 0 0,0 1 1 0 0,0 0-1 0 0,0 0 0 0 0,0-1 1 0 0,0 1-1 0 0,1 0 1 0 0,-1 0-1 0 0,0 0 0 0 0,1 0 1 0 0,-1 0-1 0 0,0 0 1 0 0,1 0-1 0 0,-1 1 0 0 0,1-1 1 0 0,0 0-1 0 0,-1 0 1 0 0,1 0-1 0 0,0 0 0 0 0,0 0 1 0 0,0 1-1 0 0,0-1 1 0 0,0 0-1 0 0,0 0 0 0 0,0 2 1 0 0,2 40-3 0 0,6-8 6 0 0,2 0 1 0 0,1-1-1 0 0,24 52 1 0 0,-17-46-16 0 0,22 79 0 0 0,-26-55 77 0 0,-13-62-26 0 0,20-20-7 0 0,162-155-33 0 0,-181 171-9 0 0,0 0 0 0 0,1 1 1 0 0,-1 0-1 0 0,1 0 0 0 0,0 0 0 0 0,-1 0 0 0 0,1 0 1 0 0,0 0-1 0 0,0 1 0 0 0,0-1 0 0 0,-1 1 0 0 0,5 0 0 0 0,-6-1 9 0 0,0 1 0 0 0,0 0 0 0 0,1 1-1 0 0,-1-1 1 0 0,0 0 0 0 0,0 0 0 0 0,1 0-1 0 0,-1 1 1 0 0,0-1 0 0 0,0 1 0 0 0,0-1-1 0 0,0 1 1 0 0,0-1 0 0 0,0 1 0 0 0,0 0-1 0 0,0-1 1 0 0,0 1 0 0 0,0 0 0 0 0,0 0-1 0 0,0 0 1 0 0,0 0 0 0 0,0 0 0 0 0,-1 0-1 0 0,1 0 1 0 0,0 0 0 0 0,-1 0 0 0 0,1 0-1 0 0,-1 0 1 0 0,1 0 0 0 0,-1 1 0 0 0,1-1-1 0 0,-1 0 1 0 0,0 2 0 0 0,1 0-36 0 0,2 38-143 0 0,-12-18-2772 0 0,8-22 2078 0 0</inkml:trace>
</inkml:ink>
</file>

<file path=ppt/ink/ink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3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95 60 0 0,'-7'-44'3044'0'0,"2"12"-850"0"0,4 13-3686 0 0</inkml:trace>
</inkml:ink>
</file>

<file path=ppt/ink/ink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4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1 336 0 0,'0'0'755'0'0,"9"37"2684"0"0,1 50 2537 0 0,0-101-5901 0 0,-7 7 39 0 0,-1 0-1 0 0,1 0 1 0 0,0 1-1 0 0,1-1 1 0 0,-1 1-1 0 0,1 0 1 0 0,1 0-1 0 0,6-8 1 0 0,-10 13-80 0 0,13-3 102 0 0,-9 7-127 0 0,0 0-1 0 0,0 0 1 0 0,0 0-1 0 0,-1 0 1 0 0,1 1-1 0 0,4 4 1 0 0,-7-5 16 0 0,0 0-1 0 0,1 0 1 0 0,-1-1 0 0 0,1 0-1 0 0,0 1 1 0 0,0-1-1 0 0,0 0 1 0 0,0 0 0 0 0,0-1-1 0 0,0 1 1 0 0,1-1 0 0 0,-1 1-1 0 0,1-1 1 0 0,-1 0 0 0 0,1 0-1 0 0,-1-1 1 0 0,1 1 0 0 0,-1-1-1 0 0,1 0 1 0 0,0 1-1 0 0,6-2 1 0 0,96-32 461 0 0,-104 32-476 0 0,14 5-910 0 0,0 0-7035 0 0</inkml:trace>
</inkml:ink>
</file>

<file path=ppt/ink/ink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4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0 115 600 0 0,'48'-108'10022'0'0,"-48"106"-9723"0"0,4-1-1752 0 0,-2 2 164 0 0</inkml:trace>
</inkml:ink>
</file>

<file path=ppt/ink/ink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4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0 436 0 0,'1'8'7806'0'0,"-11"52"-4965"0"0,-6 46-2432 0 0,15-83-183 0 0,0 0 0 0 0,1 0 0 0 0,7 44 0 0 0,-6-59-430 0 0,0 0 1 0 0,1 1 0 0 0,0-1-1 0 0,1 0 1 0 0,0 0 0 0 0,0 0-1 0 0,0-1 1 0 0,1 1 0 0 0,0-1-1 0 0,1 0 1 0 0,0 0 0 0 0,0 0-1 0 0,11 11 1 0 0,-13-16-257 0 0,6 5-232 0 0,0-3-3353 0 0,5 0 1593 0 0</inkml:trace>
</inkml:ink>
</file>

<file path=ppt/ink/ink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5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61 340 0 0,'0'0'1655'0'0,"7"-52"7900"0"0,-7 51-9503 0 0,-1 1 0 0 0,1-1 0 0 0,0 0 0 0 0,-1 1 0 0 0,1-1 0 0 0,-1 1 0 0 0,1-1 0 0 0,-1 1 0 0 0,1 0 0 0 0,-1-1 0 0 0,1 1 0 0 0,-1 0 0 0 0,1-1 0 0 0,-1 1 0 0 0,1 0-1 0 0,-1-1 1 0 0,0 1 0 0 0,1 0 0 0 0,-1 0 0 0 0,0 0 0 0 0,1 0 0 0 0,-1 0 0 0 0,0-1 0 0 0,1 1 0 0 0,-1 0 0 0 0,1 0 0 0 0,-1 1 0 0 0,0-1 0 0 0,1 0 0 0 0,-1 0 0 0 0,0 0 0 0 0,0 1 0 0 0,-25 16 743 0 0,23-14-752 0 0,1-1-1 0 0,-1 1 1 0 0,1 0 0 0 0,0 0-1 0 0,0 0 1 0 0,0 0-1 0 0,0 0 1 0 0,0 0 0 0 0,1 0-1 0 0,-1 1 1 0 0,1-1 0 0 0,0 0-1 0 0,0 1 1 0 0,1-1-1 0 0,-1 1 1 0 0,0 0 0 0 0,1 3-1 0 0,0-6-39 0 0,1 0 0 0 0,-1 1-1 0 0,1-1 1 0 0,-1 0 0 0 0,1 0-1 0 0,0 0 1 0 0,-1 0 0 0 0,1 0 0 0 0,0 0-1 0 0,0 0 1 0 0,-1 0 0 0 0,1 0-1 0 0,0 0 1 0 0,0-1 0 0 0,0 1-1 0 0,0 0 1 0 0,0-1 0 0 0,0 1-1 0 0,1 0 1 0 0,-1-1 0 0 0,0 1 0 0 0,0-1-1 0 0,0 0 1 0 0,0 1 0 0 0,1-1-1 0 0,-1 0 1 0 0,0 0 0 0 0,0 0-1 0 0,1 0 1 0 0,-1 0 0 0 0,0 0-1 0 0,0 0 1 0 0,1 0 0 0 0,-1 0-1 0 0,0-1 1 0 0,1 1 0 0 0,6-2-76 0 0,-1 1 0 0 0,1-2 1 0 0,-1 1-1 0 0,1-1 0 0 0,6-3 1 0 0,-13 5 36 0 0,0 1 25 0 0,0-1-1 0 0,-1 1 0 0 0,1 0 0 0 0,-1-1 1 0 0,1 1-1 0 0,0 0 0 0 0,-1 0 0 0 0,1-1 1 0 0,0 1-1 0 0,-1 0 0 0 0,1 0 0 0 0,0 0 1 0 0,0 0-1 0 0,-1 0 0 0 0,1 0 0 0 0,0 0 1 0 0,-1 0-1 0 0,1 0 0 0 0,0 0 1 0 0,-1 0-1 0 0,1 0 0 0 0,0 1 0 0 0,-1-1 1 0 0,1 0-1 0 0,0 0 0 0 0,-1 1 0 0 0,1-1 1 0 0,0 0-1 0 0,-1 1 0 0 0,1-1 0 0 0,-1 1 1 0 0,1-1-1 0 0,-1 1 0 0 0,1-1 0 0 0,-1 1 1 0 0,1-1-1 0 0,-1 1 0 0 0,1 0 0 0 0,-1-1 1 0 0,1 2-1 0 0,-2-1 9 0 0,1 0 0 0 0,0 0 0 0 0,0 1 0 0 0,0-1 1 0 0,0 0-1 0 0,0 0 0 0 0,0 1 0 0 0,1-1 0 0 0,-1 0 0 0 0,0 0 0 0 0,1 0 1 0 0,-1 1-1 0 0,1-1 0 0 0,-1 0 0 0 0,1 0 0 0 0,-1 0 0 0 0,1 0 0 0 0,0 0 1 0 0,0 0-1 0 0,-1 0 0 0 0,1 0 0 0 0,0 0 0 0 0,0 0 0 0 0,0-1 0 0 0,0 1 0 0 0,0 0 1 0 0,0 0-1 0 0,0-1 0 0 0,0 1 0 0 0,1-1 0 0 0,-1 1 0 0 0,0-1 0 0 0,2 1 1 0 0,0-1 64 0 0,1 0 0 0 0,-1 0 1 0 0,1 0-1 0 0,-1-1 1 0 0,1 1-1 0 0,-1-1 1 0 0,1 0-1 0 0,-1 0 1 0 0,0 0-1 0 0,1 0 1 0 0,-1-1-1 0 0,3-1 1 0 0,-4 2 213 0 0,3 2 54 0 0,3-1-1379 0 0</inkml:trace>
</inkml:ink>
</file>

<file path=ppt/ink/ink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5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12 304 0 0,'6'-12'12184'0'0,"-63"375"-5792"0"0,49-327-5880 0 0,-1 14-3430 0 0,5-46 2147 0 0,1-3-1365 0 0</inkml:trace>
</inkml:ink>
</file>

<file path=ppt/ink/ink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5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65 808 0 0,'3'-3'398'0'0,"-1"0"0"0"0,1 0 0 0 0,0 0 0 0 0,0 0 0 0 0,1 1 0 0 0,-1-1 0 0 0,0 1-1 0 0,1 0 1 0 0,-1 0 0 0 0,1 0 0 0 0,0 1 0 0 0,-1-1 0 0 0,7 0 0 0 0,60-13 844 0 0,-46 11-663 0 0,-14 2-467 0 0,2-1 101 0 0,0 1-1 0 0,0 1 0 0 0,0-1 0 0 0,14 2 0 0 0,-24 0-174 0 0,1 0-1 0 0,0 0 0 0 0,-1 1 0 0 0,1-1 0 0 0,-1 1 0 0 0,1 0 1 0 0,0-1-1 0 0,-1 1 0 0 0,0 0 0 0 0,1 0 0 0 0,-1 1 0 0 0,0-1 1 0 0,1 0-1 0 0,-1 1 0 0 0,0 0 0 0 0,0-1 0 0 0,0 1 0 0 0,0 0 0 0 0,-1 0 1 0 0,1 0-1 0 0,0 0 0 0 0,-1 0 0 0 0,0 0 0 0 0,1 1 0 0 0,0 2 1 0 0,5 10 208 0 0,0 0 1 0 0,0-1-1 0 0,1 0 1 0 0,1 0 0 0 0,11 13-1 0 0,-19-26-211 0 0,0-1 1 0 0,-1 0-1 0 0,1 1 1 0 0,0-1-1 0 0,-1 0 0 0 0,1 1 1 0 0,0-1-1 0 0,0 0 1 0 0,0 0-1 0 0,-1 0 0 0 0,1 0 1 0 0,0 0-1 0 0,0 0 1 0 0,-1 0-1 0 0,1 0 0 0 0,0 0 1 0 0,0 0-1 0 0,0 0 0 0 0,-1 0 1 0 0,1 0-1 0 0,0-1 1 0 0,-1 1-1 0 0,1 0 0 0 0,0-1 1 0 0,0 1-1 0 0,-1 0 1 0 0,1-1-1 0 0,0 1 0 0 0,-1-1 1 0 0,1 1-1 0 0,-1-1 1 0 0,1 1-1 0 0,-1-1 0 0 0,1 0 1 0 0,-1 1-1 0 0,1-1 0 0 0,0 0 1 0 0,17-24 1053 0 0,-16 23-1030 0 0,-1-1 1 0 0,1 1-1 0 0,-1-1 0 0 0,0 0 0 0 0,0 0 0 0 0,0 0 1 0 0,0 0-1 0 0,-1 0 0 0 0,1 0 0 0 0,-1 0 0 0 0,0 0 1 0 0,0 0-1 0 0,0 0 0 0 0,0 0 0 0 0,0 1 0 0 0,-1-1 0 0 0,0 0 1 0 0,1 0-1 0 0,-1 0 0 0 0,0 0 0 0 0,0 0 0 0 0,0 0 1 0 0,-1 1-1 0 0,1-1 0 0 0,-1 1 0 0 0,1-1 0 0 0,-1 1 0 0 0,0-1 1 0 0,0 1-1 0 0,0 0 0 0 0,-5-4 0 0 0,-21-8-2879 0 0,-5 12-3758 0 0,19 5 2781 0 0</inkml:trace>
</inkml:ink>
</file>

<file path=ppt/ink/ink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6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43 672 0 0,'-18'-42'13121'0'0,"30"193"-11222"0"0,1 17-1246 0 0,-13-164-828 0 0,-5 46-3829 0 0</inkml:trace>
</inkml:ink>
</file>

<file path=ppt/ink/ink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6:57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1 443 512 0 0,'4'-2'705'0'0,"110"-40"2846"0"0,-72 29-2469 0 0,77-38 1 0 0,-105 44-930 0 0,-1-2 1 0 0,0 1-1 0 0,0-2 0 0 0,-1 1 1 0 0,0-2-1 0 0,-1 1 1 0 0,0-2-1 0 0,0 0 0 0 0,11-17 1 0 0,-16 18 63 0 0,-1 1-1 0 0,0-1 1 0 0,-1 0 0 0 0,0 0 0 0 0,-1 0 0 0 0,-1 0-1 0 0,1-1 1 0 0,-2 1 0 0 0,1-1 0 0 0,-2 1 0 0 0,1-1-1 0 0,-2 0 1 0 0,1 1 0 0 0,-2-1 0 0 0,0 1 0 0 0,-4-16-1 0 0,6 26-197 0 0,0 1 0 0 0,0 0 0 0 0,0-1 0 0 0,0 1-1 0 0,0-1 1 0 0,0 1 0 0 0,0 0 0 0 0,0-1-1 0 0,0 1 1 0 0,0 0 0 0 0,-1-1 0 0 0,1 1-1 0 0,0 0 1 0 0,0-1 0 0 0,0 1 0 0 0,0 0-1 0 0,-1-1 1 0 0,1 1 0 0 0,0 0 0 0 0,0-1 0 0 0,-1 1-1 0 0,1 0 1 0 0,0 0 0 0 0,-1-1 0 0 0,1 1-1 0 0,0 0 1 0 0,-1 0 0 0 0,1 0 0 0 0,0 0-1 0 0,-1-1 1 0 0,1 1 0 0 0,0 0 0 0 0,-1 0 0 0 0,1 0-1 0 0,-1 0 1 0 0,1 0 0 0 0,0 0 0 0 0,-1 0-1 0 0,1 0 1 0 0,-1 0 0 0 0,1 0 0 0 0,0 0-1 0 0,-1 0 1 0 0,1 0 0 0 0,0 0 0 0 0,-1 0-1 0 0,1 1 1 0 0,-1-1 0 0 0,1 0 0 0 0,0 0 0 0 0,-1 0-1 0 0,1 1 1 0 0,0-1 0 0 0,-1 1 0 0 0,-15 13 470 0 0,15-13-581 0 0,-4 6 157 0 0,1 0 1 0 0,-1 0 0 0 0,1 0-1 0 0,0 1 1 0 0,1-1-1 0 0,-1 1 1 0 0,2 0 0 0 0,-1 0-1 0 0,1 1 1 0 0,0-1-1 0 0,0 12 1 0 0,-6 15 106 0 0,-3 16 130 0 0,-5 67 0 0 0,4-25-106 0 0,11-84-157 0 0,1-1 1 0 0,0 1-1 0 0,0 0 1 0 0,0 0-1 0 0,4 17 0 0 0,-3-24 79 0 0,3-3-110 0 0,0-1 1 0 0,1 1-1 0 0,-1-1 0 0 0,0 0 1 0 0,0 0-1 0 0,0-1 0 0 0,-1 1 1 0 0,1-1-1 0 0,4-4 0 0 0,-2 2-5 0 0,1 0-1 0 0,-1 0 0 0 0,1 1 0 0 0,0 0 0 0 0,0 0 0 0 0,8-2 0 0 0,-7 4-10 0 0,0 0 1 0 0,1 1 0 0 0,-1 0-1 0 0,0 1 1 0 0,0-1-1 0 0,1 2 1 0 0,-1-1 0 0 0,0 1-1 0 0,11 3 1 0 0,-9-2 16 0 0,0-1 1 0 0,-1 0-1 0 0,1 0 1 0 0,0-1-1 0 0,17-2 0 0 0,-17 1-1 0 0,0 0 0 0 0,0-1-1 0 0,-1 0 1 0 0,1-1-1 0 0,0 0 1 0 0,-1 0 0 0 0,0-1-1 0 0,0-1 1 0 0,0 0-1 0 0,0 0 1 0 0,-1 0-1 0 0,1-1 1 0 0,-1 0 0 0 0,-1-1-1 0 0,1 0 1 0 0,-1 0-1 0 0,-1 0 1 0 0,8-11-1 0 0,-5-2 58 0 0,-25 14-70 0 0,13 6-7 0 0,0 3 4 0 0,0-1 4 0 0,0 2 1 0 0,1-1 0 0 0,-1 0-1 0 0,1 1 1 0 0,-1-1 0 0 0,1 1-1 0 0,0-1 1 0 0,1 1-1 0 0,-1 0 1 0 0,1 0 0 0 0,-1 0-1 0 0,1 0 1 0 0,0 0 0 0 0,1 0-1 0 0,-1 7 1 0 0,1-9-5 0 0,1 1-7 0 0,-1-2 15 0 0,0 1 0 0 0,1-1-1 0 0,0 0 1 0 0,-1 1 0 0 0,1-1 0 0 0,0 0 0 0 0,0 1-1 0 0,-1-1 1 0 0,1 0 0 0 0,0 0 0 0 0,0 0-1 0 0,1 0 1 0 0,-1 0 0 0 0,0 0 0 0 0,0 0-1 0 0,0 0 1 0 0,1 0 0 0 0,-1 0 0 0 0,0-1 0 0 0,1 1-1 0 0,-1 0 1 0 0,1-1 0 0 0,-1 1 0 0 0,1-1-1 0 0,-1 0 1 0 0,1 1 0 0 0,-1-1 0 0 0,1 0 0 0 0,-1 0-1 0 0,1 0 1 0 0,-1 0 0 0 0,1 0 0 0 0,-1-1-1 0 0,1 1 1 0 0,-1 0 0 0 0,1-1 0 0 0,-1 1 0 0 0,1-1-1 0 0,-1 1 1 0 0,0-1 0 0 0,2 0 0 0 0,6-1 5 0 0,76-16 51 0 0,-70 14-65 0 0,-1 0-1 0 0,1 1 1 0 0,0 0-1 0 0,0 1 1 0 0,0 1 0 0 0,1 0-1 0 0,22 3 1 0 0,-35-1 5 0 0,-1 0 1 0 0,1 0 0 0 0,-1 0-1 0 0,1 1 1 0 0,-1-1 0 0 0,1 1-1 0 0,-1 0 1 0 0,0-1 0 0 0,0 1-1 0 0,0 0 1 0 0,0 0-1 0 0,0 0 1 0 0,0 1 0 0 0,-1-1-1 0 0,1 0 1 0 0,-1 1 0 0 0,1-1-1 0 0,1 5 1 0 0,-2-4 2 0 0,1 0 1 0 0,0 0-1 0 0,-1 0 0 0 0,1 0 1 0 0,0-1-1 0 0,1 1 0 0 0,-1-1 0 0 0,0 1 1 0 0,4 2-1 0 0,-4-5-5 0 0,-1 1 0 0 0,1-1 0 0 0,-1 1 0 0 0,1-1 0 0 0,-1 0 0 0 0,1 0 0 0 0,-1 0 1 0 0,1 0-1 0 0,0 0 0 0 0,-1 0 0 0 0,1 0 0 0 0,-1 0 0 0 0,1 0 0 0 0,-1-1 0 0 0,1 1 0 0 0,-1-1 0 0 0,1 1 0 0 0,-1-1 0 0 0,1 1 0 0 0,-1-1 0 0 0,0 0 0 0 0,1 0 0 0 0,-1 0 0 0 0,0 0 0 0 0,2-2 0 0 0,8-3 15 0 0,-1-2-1 0 0,0 0 1 0 0,-1 0-1 0 0,0 0 1 0 0,0-1-1 0 0,0-1 0 0 0,-2 0 1 0 0,1 0-1 0 0,-1 0 1 0 0,10-20-1 0 0,-17 29 85 0 0,1-1 42 0 0,-1 2-128 0 0,0-1-1 0 0,0 1 1 0 0,0 0 0 0 0,0 0 0 0 0,0 0-1 0 0,0 0 1 0 0,0 0 0 0 0,0-1 0 0 0,0 1-1 0 0,0 0 1 0 0,0 0 0 0 0,0 0-1 0 0,0 0 1 0 0,0 0 0 0 0,0-1 0 0 0,0 1-1 0 0,0 0 1 0 0,0 0 0 0 0,0 0 0 0 0,0 0-1 0 0,0 0 1 0 0,0-1 0 0 0,0 1 0 0 0,0 0-1 0 0,0 0 1 0 0,0 0 0 0 0,0 0-1 0 0,0 0 1 0 0,0 0 0 0 0,1 0 0 0 0,-1-1-1 0 0,0 1 1 0 0,0 0 0 0 0,0 0 0 0 0,0 0-1 0 0,0 0 1 0 0,0 0 0 0 0,0 0-1 0 0,1 0 1 0 0,-1 0 0 0 0,0 0 0 0 0,0 0-1 0 0,0 0 1 0 0,0-1 0 0 0,0 1 0 0 0,0 0-1 0 0,1 0 1 0 0,-1 0 0 0 0,0 0 0 0 0,0 0-1 0 0,0 0 1 0 0,0 0 0 0 0,0 0-1 0 0,1 0 1 0 0,-1 0 0 0 0,0 1 0 0 0,0-1-1 0 0,0 0 1 0 0,0 0 0 0 0,0 0 0 0 0,1 0-1 0 0,-1 0 1 0 0,0 0 0 0 0,0 0-1 0 0,14 32-1419 0 0,1-8-6964 0 0,-10-18 4664 0 0</inkml:trace>
</inkml:ink>
</file>

<file path=ppt/ink/ink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01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95 371 360 0 0,'-1'-2'280'0'0,"1"0"-1"0"0,-1 0 1 0 0,0 0-1 0 0,0 0 1 0 0,0 0-1 0 0,0 0 1 0 0,0 0-1 0 0,0 0 1 0 0,-1 0 0 0 0,1 0-1 0 0,-1 1 1 0 0,1-1-1 0 0,-1 1 1 0 0,1-1-1 0 0,-1 1 1 0 0,0 0-1 0 0,0-1 1 0 0,0 1-1 0 0,0 0 1 0 0,-2-1 0 0 0,2 1 324 0 0,0 2-468 0 0,0-1 0 0 0,0 1 1 0 0,0-1-1 0 0,0 1 1 0 0,0 0-1 0 0,0 0 0 0 0,0 0 1 0 0,0 0-1 0 0,0 0 1 0 0,1 0-1 0 0,-1 1 0 0 0,-2 1 1 0 0,-1 0 4 0 0,2 1-63 0 0,0-1 1 0 0,0 1 0 0 0,1-1 0 0 0,-1 1-1 0 0,1 0 1 0 0,0 0 0 0 0,0 0-1 0 0,0 0 1 0 0,0 1 0 0 0,1-1-1 0 0,-1 0 1 0 0,1 1 0 0 0,1-1-1 0 0,-1 1 1 0 0,0-1 0 0 0,1 1-1 0 0,0-1 1 0 0,0 1 0 0 0,0 0-1 0 0,1-1 1 0 0,0 1 0 0 0,0-1-1 0 0,0 0 1 0 0,0 1 0 0 0,1-1-1 0 0,-1 0 1 0 0,1 1 0 0 0,5 6-1 0 0,-2-3-12 0 0,0 0-1 0 0,0-1 0 0 0,1 0 0 0 0,0 0 0 0 0,1 0 0 0 0,-1-1 0 0 0,1 0 0 0 0,1 0 0 0 0,-1-1 0 0 0,1 0 0 0 0,0 0 0 0 0,0-1 0 0 0,10 5 0 0 0,-16-9-52 0 0,0 1-1 0 0,0-1 1 0 0,0 0-1 0 0,1 0 1 0 0,-1 0-1 0 0,0 0 1 0 0,0 0-1 0 0,0 0 1 0 0,0 0 0 0 0,0-1-1 0 0,0 1 1 0 0,0-1-1 0 0,0 1 1 0 0,0-1-1 0 0,-1 0 1 0 0,1 0-1 0 0,0 0 1 0 0,0 0-1 0 0,0 0 1 0 0,-1 0-1 0 0,1 0 1 0 0,-1-1 0 0 0,1 1-1 0 0,-1-1 1 0 0,1 1-1 0 0,-1-1 1 0 0,0 1-1 0 0,0-1 1 0 0,0 0-1 0 0,2-3 1 0 0,1-2 13 0 0,0 0 1 0 0,0-1-1 0 0,-1 0 0 0 0,0 0 0 0 0,4-16 1 0 0,-3 3-6 0 0,6-32 11 0 0,1 0 0 0 0,3 1 1 0 0,2 1-1 0 0,41-89 0 0 0,-56 137-37 0 0,0 0 0 0 0,1 0 0 0 0,0 0 0 0 0,-1 0 0 0 0,1 1-1 0 0,0-1 1 0 0,1 1 0 0 0,-1-1 0 0 0,0 1 0 0 0,1 0 0 0 0,-1 0-1 0 0,1 0 1 0 0,0 0 0 0 0,-1 1 0 0 0,1-1 0 0 0,5-2-1 0 0,-6 4 8 0 0,-1 0-1 0 0,0-1 1 0 0,0 1-1 0 0,0 0 0 0 0,1 0 1 0 0,-1 0-1 0 0,0 0 0 0 0,0 0 1 0 0,1 0-1 0 0,-1 0 0 0 0,0 0 1 0 0,0 0-1 0 0,0 1 0 0 0,1-1 1 0 0,-1 0-1 0 0,0 1 0 0 0,0-1 1 0 0,0 1-1 0 0,0 0 0 0 0,0-1 1 0 0,0 1-1 0 0,0 0 1 0 0,0-1-1 0 0,0 1 0 0 0,0 0 1 0 0,0 0-1 0 0,0 0 0 0 0,1 1 1 0 0,-1 0 6 0 0,5 4 18 0 0,-1 0-1 0 0,0 0 0 0 0,0 1 0 0 0,0-1 1 0 0,-1 1-1 0 0,0 0 0 0 0,-1 0 0 0 0,1 1 1 0 0,-1-1-1 0 0,-1 1 0 0 0,4 13 0 0 0,0 6 54 0 0,4 53 0 0 0,-7-44-31 0 0,0-7-2 0 0,-1-1-1 0 0,-1 1 1 0 0,-1-1 0 0 0,-7 45-1 0 0,5-56-37 0 0,2-15-134 0 0,0 1 0 0 0,0-1 1 0 0,-1 0-1 0 0,1 1 0 0 0,0-1 1 0 0,-1 0-1 0 0,0 1 0 0 0,1-1 1 0 0,-1 0-1 0 0,0 0 0 0 0,0 0 1 0 0,0 0-1 0 0,0 0 0 0 0,-1 0 0 0 0,1 0 1 0 0,-1 0-1 0 0,1 0 0 0 0,-1 0 1 0 0,-2 1-1 0 0,3-2-553 0 0,0-3-198 0 0,-1 0 726 0 0,1 0 1 0 0,0 0-1 0 0,0 0 0 0 0,0 0 0 0 0,0 0 0 0 0,1 0 0 0 0,-1 0 0 0 0,1-1 1 0 0,-1 1-1 0 0,1 0 0 0 0,0-1 0 0 0,-1 1 0 0 0,1 0 0 0 0,0-1 0 0 0,1 1 0 0 0,-1 0 1 0 0,1-4-1 0 0,6-48-1948 0 0,-7 54 2095 0 0,0-3 38 0 0,1 0-1 0 0,0 0 1 0 0,-1 1 0 0 0,1-1-1 0 0,1 0 1 0 0,-1 1-1 0 0,0-1 1 0 0,1 0 0 0 0,-1 1-1 0 0,1 0 1 0 0,0-1-1 0 0,0 1 1 0 0,0 0 0 0 0,0 0-1 0 0,0 0 1 0 0,0 0-1 0 0,0 0 1 0 0,1 1 0 0 0,2-2-1 0 0,5-2 198 0 0,0 0 0 0 0,0 1 0 0 0,21-5-1 0 0,-19 6-157 0 0,6-3 124 0 0,0 0 0 0 0,-1-1 0 0 0,1-1 0 0 0,-1 0 0 0 0,-1-2 0 0 0,0 0 0 0 0,0 0 0 0 0,28-26 0 0 0,-38 31-112 0 0,-1-1 0 0 0,1 0 0 0 0,-1 0 0 0 0,0-1 0 0 0,0 0 0 0 0,-1 1 0 0 0,1-1 0 0 0,-2-1 0 0 0,1 1 0 0 0,-1-1 1 0 0,0 1-1 0 0,-1-1 0 0 0,0 0 0 0 0,0 0 0 0 0,0 0 0 0 0,-1 0 0 0 0,0 0 0 0 0,-1 0 0 0 0,0-1 0 0 0,0 1 0 0 0,-1 0 0 0 0,0 0 0 0 0,-2-9 0 0 0,-27-84 1794 0 0,30 101-1860 0 0,0-1 1 0 0,-1 0-1 0 0,1 1 1 0 0,0-1 0 0 0,-1 1-1 0 0,1-1 1 0 0,-1 1-1 0 0,1-1 1 0 0,0 1-1 0 0,-1-1 1 0 0,1 1-1 0 0,-1-1 1 0 0,1 1 0 0 0,-1 0-1 0 0,1-1 1 0 0,-1 1-1 0 0,0 0 1 0 0,1-1-1 0 0,-1 1 1 0 0,1 0-1 0 0,-1 0 1 0 0,0 0 0 0 0,1-1-1 0 0,-1 1 1 0 0,0 0-1 0 0,1 0 1 0 0,-1 0-1 0 0,0 0 1 0 0,1 0-1 0 0,-1 0 1 0 0,0 0 0 0 0,1 1-1 0 0,-1-1 1 0 0,1 0-1 0 0,-1 0 1 0 0,0 0-1 0 0,1 1 1 0 0,-1-1-1 0 0,1 0 1 0 0,-1 0 0 0 0,0 1-1 0 0,1-1 1 0 0,-1 1-1 0 0,1-1 1 0 0,-1 0-1 0 0,1 1 1 0 0,0-1-1 0 0,-1 1 1 0 0,1-1 0 0 0,-1 1-1 0 0,1 0 1 0 0,-22 27 142 0 0,14-4-59 0 0,1 0 1 0 0,1 1-1 0 0,0 0 0 0 0,2 0 1 0 0,1 0-1 0 0,2 0 0 0 0,0 0 0 0 0,4 40 1 0 0,1 83 242 0 0,-4-146-312 0 0,0 0-6 0 0,0-2-26 0 0,0 0 0 0 0,0 1-1 0 0,0-1 1 0 0,-1 0 0 0 0,1 0 0 0 0,0 0-1 0 0,0 0 1 0 0,0 1 0 0 0,0-1-1 0 0,0 0 1 0 0,0 0 0 0 0,0 0 0 0 0,0 0-1 0 0,0 1 1 0 0,0-1 0 0 0,0 0 0 0 0,0 0-1 0 0,0 0 1 0 0,0 0 0 0 0,0 1 0 0 0,0-1-1 0 0,0 0 1 0 0,0 0 0 0 0,0 0 0 0 0,0 1-1 0 0,0-1 1 0 0,1 0 0 0 0,-1 0-1 0 0,0 0 1 0 0,0 0 0 0 0,0 0 0 0 0,0 1-1 0 0,0-1 1 0 0,0 0 0 0 0,0 0 0 0 0,1 0-1 0 0,-1 0 1 0 0,0 0 0 0 0,0 0 0 0 0,0 0-1 0 0,0 0 1 0 0,0 1 0 0 0,1-1 0 0 0,-1 0-1 0 0,0 0 1 0 0,0 0 0 0 0,0 0-1 0 0,0 0 1 0 0,1 0 0 0 0,-1 0 0 0 0,0 0-1 0 0,0 0 1 0 0,0 0 0 0 0,1 0 0 0 0,-1 0-1 0 0,0 0 1 0 0,0 0 0 0 0,0 0 0 0 0,1 0-1 0 0,13-16 14 0 0,-10 11-13 0 0,0-1 0 0 0,1 1 0 0 0,0 1-1 0 0,0-1 1 0 0,0 1 0 0 0,1-1 0 0 0,10-5 0 0 0,-14 9-15 0 0,1 1 2 0 0,7 2 6 0 0,0 0 1 0 0,0 0 0 0 0,1 1 0 0 0,-1 0 0 0 0,-1 1 0 0 0,1 0-1 0 0,15 9 1 0 0,15 6 25 0 0,-32-16-15 0 0,-1-1 1 0 0,1 1-1 0 0,0-2 0 0 0,0 1 1 0 0,-1-1-1 0 0,1 0 0 0 0,0 0 1 0 0,0-1-1 0 0,0 0 1 0 0,0-1-1 0 0,0 0 0 0 0,0 0 1 0 0,0 0-1 0 0,0-1 0 0 0,0 0 1 0 0,-1-1-1 0 0,1 0 0 0 0,-1 0 1 0 0,0-1-1 0 0,0 1 0 0 0,0-2 1 0 0,0 1-1 0 0,-1-1 0 0 0,1 0 1 0 0,-1 0-1 0 0,-1-1 1 0 0,1 1-1 0 0,-1-1 0 0 0,0-1 1 0 0,0 1-1 0 0,7-14 0 0 0,-11 19-5 0 0,-1 1 0 0 0,0 0 0 0 0,1 0 0 0 0,-1-1 0 0 0,0 1 0 0 0,1 0-1 0 0,-1-1 1 0 0,0 1 0 0 0,0 0 0 0 0,1-1 0 0 0,-1 1 0 0 0,0 0 0 0 0,0-1-1 0 0,0 1 1 0 0,0-1 0 0 0,1 1 0 0 0,-1 0 0 0 0,0-1 0 0 0,0 1 0 0 0,0-1 0 0 0,0 1-1 0 0,0-1 1 0 0,0 1 0 0 0,0 0 0 0 0,0-1 0 0 0,0 1 0 0 0,0-1 0 0 0,0 1-1 0 0,-1 0 1 0 0,1-1 0 0 0,0 1 0 0 0,0-1 0 0 0,0 1 0 0 0,0 0 0 0 0,-1-1 0 0 0,-15 6-17 0 0,13-3 7 0 0,0 0 0 0 0,0 1 0 0 0,0-1 0 0 0,0 1 0 0 0,0 0 0 0 0,0-1 0 0 0,1 1 0 0 0,-1 0 0 0 0,1 1 0 0 0,0-1 0 0 0,-2 5 0 0 0,1-1 17 0 0,-8 30-59 0 0,11-36 52 0 0,0 0 0 0 0,0 0 0 0 0,0 0-1 0 0,0 0 1 0 0,1 0 0 0 0,-1 0 0 0 0,0 0 0 0 0,1 0 0 0 0,-1 0 0 0 0,1 0 0 0 0,-1 0 0 0 0,1 0 0 0 0,-1 0 0 0 0,1-1 0 0 0,0 1 0 0 0,-1 0 0 0 0,1 0 0 0 0,0-1 0 0 0,0 1 0 0 0,-1 0 0 0 0,1-1 0 0 0,0 1 0 0 0,0-1 0 0 0,0 1 0 0 0,0-1 0 0 0,0 1 0 0 0,0-1 0 0 0,0 1 0 0 0,0-1 0 0 0,0 0 0 0 0,0 0 0 0 0,0 0 0 0 0,0 0 0 0 0,0 1 0 0 0,0-1 0 0 0,0 0 0 0 0,0-1 0 0 0,0 1 0 0 0,2 0 0 0 0,8-2-2 0 0,1 1-1 0 0,-1-2 0 0 0,-1 1 0 0 0,1-2 0 0 0,0 1 1 0 0,-1-2-1 0 0,1 1 0 0 0,-1-1 0 0 0,14-10 0 0 0,-12 8-15 0 0,0 0 1 0 0,0 1-1 0 0,0 0 0 0 0,1 1 0 0 0,26-6 0 0 0,-37 11 12 0 0,1 1-13 0 0,9 5 15 0 0,-10-5 3 0 0,0 0 0 0 0,0 0 1 0 0,0 1-1 0 0,0-1 0 0 0,0 1 0 0 0,-1-1 0 0 0,1 1 0 0 0,-1 0 1 0 0,1 0-1 0 0,-1 0 0 0 0,1-1 0 0 0,-1 2 0 0 0,0-1 1 0 0,1 2-1 0 0,7 10-352 0 0,0 3-956 0 0,6 6-5877 0 0</inkml:trace>
</inkml:ink>
</file>

<file path=ppt/ink/ink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03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1 663 640 0 0,'0'0'2470'0'0,"5"-4"-1792"0"0,12-9-173 0 0,-1-2 0 0 0,-1 0-1 0 0,0-1 1 0 0,-1 0-1 0 0,-1-1 1 0 0,0-1-1 0 0,-2 0 1 0 0,0 0 0 0 0,0-1-1 0 0,10-30 1 0 0,-9 17-159 0 0,0 0 0 0 0,-2-1-1 0 0,-2-1 1 0 0,-1 1 0 0 0,-1-1 0 0 0,0-35 0 0 0,-4 37-119 0 0,-3 1 0 0 0,0 0 1 0 0,-9-46-1 0 0,9 75-199 0 0,1 2-26 0 0,0 0-1 0 0,0-1 0 0 0,0 1 1 0 0,0 0-1 0 0,0 0 1 0 0,0 0-1 0 0,0-1 1 0 0,0 1-1 0 0,-1 0 1 0 0,1 0-1 0 0,0 0 0 0 0,0-1 1 0 0,0 1-1 0 0,0 0 1 0 0,0 0-1 0 0,-1 0 1 0 0,1 0-1 0 0,0-1 1 0 0,0 1-1 0 0,0 0 0 0 0,-1 0 1 0 0,1 0-1 0 0,0 0 1 0 0,0 0-1 0 0,-1 0 1 0 0,1 0-1 0 0,0 0 1 0 0,0 0-1 0 0,-1 0 0 0 0,1 0 1 0 0,0 0-1 0 0,0 0 1 0 0,0 0-1 0 0,-1 0 1 0 0,1 0-1 0 0,0 0 0 0 0,0 0 1 0 0,-1 0-1 0 0,1 0 1 0 0,0 0-1 0 0,0 0 1 0 0,-1 0-1 0 0,1 0 1 0 0,0 0-1 0 0,0 0 0 0 0,0 1 1 0 0,-1-1-1 0 0,1 0 1 0 0,0 0-1 0 0,0 0 1 0 0,0 0-1 0 0,0 1 1 0 0,-1-1-1 0 0,1 0 0 0 0,0 0 1 0 0,0 0-1 0 0,0 1 1 0 0,0-1-1 0 0,-17 10 38 0 0,16-9-43 0 0,-4 3 13 0 0,1 2 0 0 0,-1-1 0 0 0,1 0-1 0 0,0 1 1 0 0,0 0 0 0 0,1 0 0 0 0,0 0 0 0 0,0 0-1 0 0,0 0 1 0 0,-2 10 0 0 0,-15 71 41 0 0,16-66-42 0 0,0 5 1 0 0,0 0 1 0 0,2 1-1 0 0,1-1 1 0 0,1 1-1 0 0,1-1 1 0 0,1 0-1 0 0,1 0 0 0 0,2 0 1 0 0,0 0-1 0 0,2 0 1 0 0,17 42-1 0 0,-22-65-7 0 0,-1 0 0 0 0,0 0 1 0 0,1 0-1 0 0,0 0 0 0 0,0 0 0 0 0,-1 0 0 0 0,2-1 0 0 0,-1 1 0 0 0,0-1 1 0 0,0 1-1 0 0,1-1 0 0 0,0 0 0 0 0,-1 0 0 0 0,1 0 0 0 0,0 0 0 0 0,0-1 1 0 0,0 1-1 0 0,0-1 0 0 0,0 0 0 0 0,0 1 0 0 0,0-1 0 0 0,1-1 0 0 0,3 2 0 0 0,-2-2 4 0 0,1-1 0 0 0,-1 1 0 0 0,1-1 0 0 0,-1 0-1 0 0,0 0 1 0 0,1-1 0 0 0,-1 1 0 0 0,0-1 0 0 0,0 0-1 0 0,0-1 1 0 0,0 1 0 0 0,-1-1 0 0 0,1 0-1 0 0,4-4 1 0 0,16-14 15 0 0,-1-1-1 0 0,-1-1 0 0 0,-1-1 1 0 0,32-47-1 0 0,-53 71-19 0 0,-1 0 0 0 0,0-1 0 0 0,1 1-1 0 0,-1 0 1 0 0,1-1 0 0 0,-1 1 0 0 0,0-1 0 0 0,1 1-1 0 0,-1-1 1 0 0,0 1 0 0 0,1-1 0 0 0,-1 1 0 0 0,0-1-1 0 0,0 1 1 0 0,1-1 0 0 0,-1 1 0 0 0,0-1 0 0 0,0 0-1 0 0,0 1 1 0 0,0-1 0 0 0,0 1 0 0 0,0-1 0 0 0,0 1-1 0 0,0-1 1 0 0,0 0 0 0 0,0 1 0 0 0,0-1 0 0 0,0 1-1 0 0,0-1 1 0 0,0 1 0 0 0,-1-1 0 0 0,1 1 0 0 0,0-1-1 0 0,0 0 1 0 0,-1 1 0 0 0,1 0 0 0 0,0-1 0 0 0,-1 1-1 0 0,1-1 1 0 0,-1 1 0 0 0,1-1 0 0 0,0 1 0 0 0,-1 0-1 0 0,1-1 1 0 0,-1 1 0 0 0,1 0 0 0 0,-1-1 0 0 0,1 1-1 0 0,-1 0 1 0 0,1 0 0 0 0,-1-1 0 0 0,1 1 0 0 0,-1 0-1 0 0,0 0 1 0 0,1 0 0 0 0,-1 0 0 0 0,1 0 0 0 0,-1 0-1 0 0,1 0 1 0 0,-2 0 0 0 0,1 0-4 0 0,-3-1 7 0 0,-18 17-6 0 0,20-14 3 0 0,-3 0-5 0 0,1 1 1 0 0,0 0-1 0 0,-1 0 0 0 0,2 0 1 0 0,-1 1-1 0 0,0-1 1 0 0,1 1-1 0 0,-1 0 0 0 0,1 0 1 0 0,0 0-1 0 0,0 0 1 0 0,1 1-1 0 0,-1-1 1 0 0,1 1-1 0 0,0-1 0 0 0,0 1 1 0 0,1 0-1 0 0,-1 0 1 0 0,1 0-1 0 0,-1 9 1 0 0,1-11 3 0 0,1-1 0 0 0,0 1 0 0 0,-1 0 0 0 0,1-1 0 0 0,0 1 1 0 0,1-1-1 0 0,-1 1 0 0 0,0 0 0 0 0,1-1 0 0 0,-1 1 1 0 0,1-1-1 0 0,0 1 0 0 0,0-1 0 0 0,0 1 0 0 0,0-1 0 0 0,0 0 1 0 0,0 1-1 0 0,1-1 0 0 0,-1 0 0 0 0,1 0 0 0 0,0 0 1 0 0,2 3-1 0 0,0-3 1 0 0,0 1 1 0 0,0-1-1 0 0,0 0 1 0 0,0 0-1 0 0,0 0 1 0 0,1-1 0 0 0,-1 1-1 0 0,0-1 1 0 0,1 0-1 0 0,-1 0 1 0 0,1-1-1 0 0,4 1 1 0 0,5-1-5 0 0,0 0 0 0 0,0-1 1 0 0,0 0-1 0 0,0-2 0 0 0,0 1 1 0 0,-1-2-1 0 0,24-8 0 0 0,-16 2-3 0 0,-1-1-1 0 0,0-1 1 0 0,0 0-1 0 0,-1-2 1 0 0,31-29 0 0 0,-40 23 47 0 0,-9 18-31 0 0,-1 1 0 0 0,0 0-1 0 0,1 0 1 0 0,-1-1 0 0 0,1 1-1 0 0,-1 0 1 0 0,1 0-1 0 0,-1 0 1 0 0,1 0 0 0 0,0 0-1 0 0,0 0 1 0 0,-1 0 0 0 0,1 0-1 0 0,0 0 1 0 0,2-1 0 0 0,-7-2 44 0 0,4 3-48 0 0,0 1 1 0 0,-1-1 0 0 0,1 0 0 0 0,0 1-1 0 0,-1-1 1 0 0,1 0 0 0 0,-1 1-1 0 0,1-1 1 0 0,-1 1 0 0 0,1-1-1 0 0,-1 1 1 0 0,1-1 0 0 0,-1 1 0 0 0,1-1-1 0 0,-1 1 1 0 0,0 0 0 0 0,1-1-1 0 0,-1 1 1 0 0,0 0 0 0 0,1-1-1 0 0,-1 1 1 0 0,0 0 0 0 0,0 0-1 0 0,1 0 1 0 0,-1 0 0 0 0,0 0 0 0 0,1-1-1 0 0,-1 1 1 0 0,0 0 0 0 0,0 1-1 0 0,1-1 1 0 0,-1 0 0 0 0,0 0-1 0 0,0 0 1 0 0,1 0 0 0 0,-1 1 0 0 0,-1-1-1 0 0,-1 2 2 0 0,0 0-1 0 0,0 1 0 0 0,0-1 0 0 0,0 1 1 0 0,0-1-1 0 0,0 1 0 0 0,1 0 0 0 0,-1 0 1 0 0,1 0-1 0 0,0 0 0 0 0,0 1 0 0 0,0-1 1 0 0,0 1-1 0 0,1-1 0 0 0,-3 8 0 0 0,4-9 12 0 0,8 1 24 0 0,-7-2-41 0 0,-1-1-1 0 0,1 1 1 0 0,0-1 0 0 0,0 1 0 0 0,-1-1-1 0 0,1 1 1 0 0,0-1 0 0 0,0 0-1 0 0,0 1 1 0 0,0-1 0 0 0,0 0-1 0 0,-1 0 1 0 0,1 0 0 0 0,0 0 0 0 0,0 0-1 0 0,0 0 1 0 0,0 0 0 0 0,0 0-1 0 0,0 0 1 0 0,0 0 0 0 0,0 0 0 0 0,0 0-1 0 0,1-1 1 0 0,156-49 15 0 0,-57 16-45 0 0,-82 26 31 0 0,0 0-1 0 0,0 0 1 0 0,-1-2 0 0 0,0-1-1 0 0,-1 0 1 0 0,0-1 0 0 0,-1-1-1 0 0,0 0 1 0 0,-1-1-1 0 0,16-19 1 0 0,-26 26 2 0 0,-1 1 0 0 0,1-1 0 0 0,-1 0 0 0 0,0 0 1 0 0,-1 0-1 0 0,0-1 0 0 0,3-7 0 0 0,-5 12 13 0 0,-1 0 0 0 0,1 0 0 0 0,0 0 0 0 0,-1 0 0 0 0,1 0 0 0 0,-1-1 0 0 0,0 1 0 0 0,0 0 0 0 0,-1 0 0 0 0,1 0-1 0 0,0 0 1 0 0,-1 0 0 0 0,0 0 0 0 0,0 0 0 0 0,0 0 0 0 0,0 0 0 0 0,0 0 0 0 0,-1 1 0 0 0,1-1 0 0 0,-3-3 0 0 0,3 4 17 0 0,-17 7 53 0 0,14-3-80 0 0,0 0 0 0 0,1 0-1 0 0,-1 1 1 0 0,1-1-1 0 0,-1 1 1 0 0,1 0 0 0 0,0 0-1 0 0,0 0 1 0 0,0 0-1 0 0,1 1 1 0 0,-1-1 0 0 0,-1 5-1 0 0,-26 49 45 0 0,28-52-45 0 0,-48 101 87 0 0,-70 167 22 0 0,104-225-115 0 0,10-28 10 0 0,0-1-1 0 0,-1 0 1 0 0,-1-1 0 0 0,-14 25 0 0 0,21-42-4 0 0,6-4-26 0 0,1 0 0 0 0,0-1 0 0 0,-1 0 0 0 0,1 0 0 0 0,-1 0 0 0 0,0-1 0 0 0,0 0 0 0 0,6-9 0 0 0,0 3-68 0 0,169-148-630 0 0,-148 130 603 0 0,103-99-155 0 0,-100 88 1079 0 0,-34 39-667 0 0,11-12 150 0 0,-11 11-240 0 0,-27 52-66 0 0,26-49 14 0 0,-1 0 0 0 0,1 0 0 0 0,-1 0 0 0 0,1 0 0 0 0,0-1 1 0 0,-1 1-1 0 0,1 0 0 0 0,0 0 0 0 0,0 0 0 0 0,0 0 0 0 0,0 0 1 0 0,0 0-1 0 0,0 0 0 0 0,0 0 0 0 0,0 0 0 0 0,0 0 0 0 0,0 0 0 0 0,0 0 1 0 0,1 0-1 0 0,-1-1 0 0 0,0 1 0 0 0,1 0 0 0 0,-1 0 0 0 0,1 0 0 0 0,-1 0 1 0 0,1-1-1 0 0,-1 1 0 0 0,1 0 0 0 0,0 1 0 0 0,1-2 2 0 0,0 1 0 0 0,-1 0 0 0 0,1-1 0 0 0,0 1 0 0 0,-1-1 0 0 0,1 0 0 0 0,0 0 0 0 0,-1 1 0 0 0,1-1 0 0 0,0 0 0 0 0,0 0 0 0 0,0-1 0 0 0,-1 1 0 0 0,3-1-1 0 0,6-1 9 0 0,-1 0 0 0 0,1-1 0 0 0,-1-1 0 0 0,14-6 0 0 0,57-39 192 0 0,-79 48-181 0 0,0 1-14 0 0,-1 1 0 0 0,0-1-1 0 0,0 0 1 0 0,1 0-1 0 0,-1 1 1 0 0,0-1 0 0 0,0 0-1 0 0,0 1 1 0 0,1-1 0 0 0,-1 0-1 0 0,0 1 1 0 0,0-1-1 0 0,0 0 1 0 0,0 1 0 0 0,0-1-1 0 0,0 1 1 0 0,0-1-1 0 0,0 0 1 0 0,0 1 0 0 0,0-1-1 0 0,0 0 1 0 0,0 1-1 0 0,0-1 1 0 0,0 1 0 0 0,0-1-1 0 0,0 0 1 0 0,0 1 0 0 0,0-1-1 0 0,-1 0 1 0 0,1 1-1 0 0,0-1 1 0 0,0 0 0 0 0,0 1-1 0 0,-1-1 1 0 0,1 0-1 0 0,0 0 1 0 0,0 1 0 0 0,-1-1-1 0 0,-15 31 169 0 0,-23 29 30 0 0,-55 90 83 0 0,31-46-229 0 0,54-90-345 0 0,-62 102-1356 0 0,64-101-434 0 0,0 0 0 0 0,1 1 0 0 0,-5 19 0 0 0,9-20-1336 0 0</inkml:trace>
</inkml:ink>
</file>

<file path=ppt/ink/ink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03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18 336 0 0,'6'-9'2880'0'0,"-6"9"-2804"0"0,0 0 0 0 0,0-1 0 0 0,0 1 0 0 0,0 0 0 0 0,0 0 1 0 0,1 0-1 0 0,-1 0 0 0 0,0-1 0 0 0,0 1 0 0 0,0 0 0 0 0,0 0 0 0 0,0 0 0 0 0,0-1 0 0 0,0 1 0 0 0,0 0 0 0 0,0 0 1 0 0,0 0-1 0 0,0-1 0 0 0,1 1 0 0 0,-1 0 0 0 0,0 0 0 0 0,0 0 0 0 0,-1-1 0 0 0,1 1 0 0 0,0 0 0 0 0,0 0 1 0 0,0 0-1 0 0,0-1 0 0 0,0 1 0 0 0,0 0 0 0 0,0 0 0 0 0,0 0 0 0 0,0-1 0 0 0,0 1 0 0 0,0 0 0 0 0,-1 0 0 0 0,1 0 1 0 0,0 0-1 0 0,0 0 0 0 0,0-1 0 0 0,0 1 0 0 0,0 0 0 0 0,-1 0 0 0 0,1 0 0 0 0,0 0 0 0 0,0 0 0 0 0,0 0 1 0 0,-1 0-1 0 0,1-1 0 0 0,0 1 0 0 0,0 0 0 0 0,0 0 0 0 0,-1 0 0 0 0,1 0 0 0 0,0 0 0 0 0,0 0 0 0 0,-26 3 1210 0 0,-46 13 0 0 0,62-14-1003 0 0,0 1 0 0 0,1 0 0 0 0,0 1 0 0 0,0 0 0 0 0,0 1 0 0 0,0 0 0 0 0,1 0 0 0 0,-11 9 0 0 0,17-13-239 0 0,1 1 0 0 0,0 0 1 0 0,-1 0-1 0 0,1-1 0 0 0,0 1 0 0 0,0 0 0 0 0,0 0 1 0 0,0 0-1 0 0,1 0 0 0 0,-1 0 0 0 0,0 1 1 0 0,1-1-1 0 0,0 0 0 0 0,-1 0 0 0 0,1 0 1 0 0,0 0-1 0 0,0 1 0 0 0,0-1 0 0 0,0 0 1 0 0,1 0-1 0 0,-1 0 0 0 0,1 4 0 0 0,22 52 243 0 0,-9-27-169 0 0,-9-10-88 0 0,-1 1-1 0 0,-1-1 1 0 0,0 1-1 0 0,-2-1 1 0 0,-1 1 0 0 0,0 0-1 0 0,-2-1 1 0 0,0 1-1 0 0,-1-1 1 0 0,-2 0 0 0 0,0 0-1 0 0,-1 0 1 0 0,-1 0-1 0 0,-1-1 1 0 0,-1 0-1 0 0,0-1 1 0 0,-19 27 0 0 0,25-41-108 0 0,0 0 0 0 0,-1 0-1 0 0,0 0 1 0 0,0 0 0 0 0,0-1 0 0 0,0 0 0 0 0,-1 0 0 0 0,-8 6 0 0 0,12-10-581 0 0,-13-35-7427 0 0,15 20 5175 0 0</inkml:trace>
</inkml:ink>
</file>

<file path=ppt/ink/ink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04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29 672 0 0,'13'20'3986'0'0,"-3"-7"-2561"0"0,0 1 0 0 0,-1 1-1 0 0,13 29 2178 0 0,9-66-2455 0 0,-7-14-633 0 0,11-15-604 0 0,-8 26-8396 0 0</inkml:trace>
</inkml:ink>
</file>

<file path=ppt/ink/ink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04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0 111 676 0 0,'0'0'1906'0'0,"4"-2"-1040"0"0,22-11 639 0 0,-14 8-882 0 0,1-1-1 0 0,-1 0 1 0 0,0-1-1 0 0,-1 0 1 0 0,1-1-1 0 0,-2 0 1 0 0,1-1-1 0 0,-1 0 1 0 0,15-18-1 0 0,-25 27-595 0 0,0 0-1 0 0,0 0 0 0 0,0 0 1 0 0,0 0-1 0 0,0-1 0 0 0,0 1 1 0 0,0 0-1 0 0,0 0 0 0 0,0 0 1 0 0,0 0-1 0 0,0 0 0 0 0,0 0 0 0 0,0-1 1 0 0,0 1-1 0 0,0 0 0 0 0,0 0 1 0 0,0 0-1 0 0,0 0 0 0 0,0 0 1 0 0,0 0-1 0 0,0-1 0 0 0,0 1 1 0 0,0 0-1 0 0,0 0 0 0 0,0 0 1 0 0,0 0-1 0 0,0 0 0 0 0,0 0 1 0 0,0 0-1 0 0,-1 0 0 0 0,1 0 0 0 0,0 0 1 0 0,0-1-1 0 0,0 1 0 0 0,0 0 1 0 0,0 0-1 0 0,0 0 0 0 0,0 0 1 0 0,-1 0-1 0 0,1 0 0 0 0,0 0 1 0 0,0 0-1 0 0,0 0 0 0 0,0 0 1 0 0,0 0-1 0 0,0 0 0 0 0,-1 0 1 0 0,1 0-1 0 0,0 0 0 0 0,0 0 0 0 0,0 0 1 0 0,0 0-1 0 0,0 0 0 0 0,0 0 1 0 0,0 0-1 0 0,-1 0 0 0 0,1 0 1 0 0,0 0-1 0 0,0 1 0 0 0,0-1 1 0 0,0 0-1 0 0,0 0 0 0 0,0 0 1 0 0,0 0-1 0 0,-1 0 0 0 0,-15 7 349 0 0,14-6-366 0 0,0 0-1 0 0,1 0 0 0 0,-1 0 1 0 0,1 0-1 0 0,0 0 0 0 0,-1 0 1 0 0,1 1-1 0 0,0-1 0 0 0,0 0 1 0 0,-1 1-1 0 0,1-1 0 0 0,0 1 1 0 0,1-1-1 0 0,-1 1 0 0 0,0 0 1 0 0,0-1-1 0 0,1 1 0 0 0,-1 0 1 0 0,1 0-1 0 0,-1-1 0 0 0,1 1 1 0 0,0 0-1 0 0,-1 0 0 0 0,1 3 1 0 0,1-3-1 0 0,-1 0-1 0 0,1-1 1 0 0,-1 1 0 0 0,1 0 0 0 0,-1 0 0 0 0,1-1 0 0 0,0 1 0 0 0,0 0 0 0 0,0-1 0 0 0,0 1 0 0 0,0-1 0 0 0,0 1 0 0 0,1-1 0 0 0,-1 0 0 0 0,0 1-1 0 0,1-1 1 0 0,-1 0 0 0 0,1 0 0 0 0,-1 0 0 0 0,1 0 0 0 0,2 1 0 0 0,1 0 5 0 0,1 1 0 0 0,0-2 0 0 0,-1 1 0 0 0,1-1 0 0 0,0 0 0 0 0,11 1 0 0 0,6-1-46 0 0,0-2-1 0 0,35-5 1 0 0,-36 2-49 0 0,0-2 1 0 0,0-1-1 0 0,39-17 0 0 0,-43 17 73 0 0,-18 7 9 0 0,0 0 0 0 0,0 0 0 0 0,0 1 0 0 0,-1-1 0 0 0,1 0 0 0 0,0 0 0 0 0,0 1 0 0 0,0-1 0 0 0,0 0 1 0 0,0 0-1 0 0,0 1 0 0 0,0-1 0 0 0,0 0 0 0 0,0 0 0 0 0,0 1 0 0 0,0-1 0 0 0,0 0 0 0 0,0 0 0 0 0,0 1 0 0 0,0-1 0 0 0,0 0 0 0 0,0 1 0 0 0,0-1 1 0 0,0 0-1 0 0,0 0 0 0 0,0 1 0 0 0,1-1 0 0 0,-1 0 0 0 0,0 0 0 0 0,0 0 0 0 0,0 1 0 0 0,0-1 0 0 0,1 0 0 0 0,-1 0 0 0 0,0 0 0 0 0,0 1 0 0 0,0-1 0 0 0,1 0 1 0 0,-1 0-1 0 0,0 0 0 0 0,0 0 0 0 0,1 0 0 0 0,-1 1 0 0 0,0-1 0 0 0,0 0 0 0 0,1 0 0 0 0,-1 0 0 0 0,0 0 0 0 0,0 0 0 0 0,1 0 0 0 0,-1 0 0 0 0,0 0 0 0 0,1 0 1 0 0,-1 0-1 0 0,0 0 0 0 0,0 0 0 0 0,1 0 0 0 0,-1 0 0 0 0,0 0 0 0 0,1-1 0 0 0,-3 8 5 0 0,4-6-2 0 0,0 1-1 0 0,1-1 1 0 0,-1 1 0 0 0,1-1-1 0 0,0 0 1 0 0,-1 0-1 0 0,1 0 1 0 0,0-1 0 0 0,0 1-1 0 0,0 0 1 0 0,0-1-1 0 0,-1 0 1 0 0,5 0-1 0 0,-6 1 2 0 0,57 4-19 0 0,61-3 0 0 0,-96-2-161 0 0,-21 0-58 0 0,8-1-796 0 0</inkml:trace>
</inkml:ink>
</file>

<file path=ppt/ink/ink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05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522 3 1032 0 0,'0'0'1140'0'0,"13"0"3745"0"0,1-1-2429 0 0,-2-1-1984 0 0</inkml:trace>
  <inkml:trace contextRef="#ctx0" brushRef="#br0" timeOffset="1">0 299 640 0 0,'0'0'5433'0'0,"36"-19"-4373"0"0,-21 12-132 0 0,1-1-248 0 0,3 3-284 0 0,-1 2-356 0 0,2-2-384 0 0,-4 2-508 0 0,2-1-480 0 0,-3 1-1441 0 0,-3 1 637 0 0</inkml:trace>
</inkml:ink>
</file>

<file path=ppt/ink/ink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27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574 185 10857 0 0,'8'-32'133'0'0,"-9"21"109"0"0,-1 1 0 0 0,0 0 0 0 0,0 0 0 0 0,-1 0 0 0 0,-1 0 0 0 0,1 0 0 0 0,-1 1 1 0 0,-1-1-1 0 0,0 1 0 0 0,0 0 0 0 0,-1 0 0 0 0,0 1 0 0 0,-8-8 0 0 0,11 14-212 0 0,1 1 1 0 0,-1-1 0 0 0,0 1 0 0 0,0 0-1 0 0,0 0 1 0 0,0 0 0 0 0,-1 0-1 0 0,1 1 1 0 0,0-1 0 0 0,0 1 0 0 0,0 0-1 0 0,-1 0 1 0 0,1 0 0 0 0,0 0-1 0 0,0 0 1 0 0,0 1 0 0 0,-1 0 0 0 0,1-1-1 0 0,-4 3 1 0 0,-62 28 84 0 0,62-27-88 0 0,-25 16 13 0 0,2 1 1 0 0,0 1 0 0 0,2 2 0 0 0,1 1-1 0 0,0 1 1 0 0,2 1 0 0 0,1 1-1 0 0,1 1 1 0 0,2 1 0 0 0,1 1 0 0 0,1 1-1 0 0,2 1 1 0 0,-17 45 0 0 0,30-68-28 0 0,0 1 0 0 0,0 1 0 0 0,2-1 1 0 0,-1 0-1 0 0,2 1 0 0 0,-1-1 0 0 0,2 1 1 0 0,-1 0-1 0 0,1-1 0 0 0,1 1 0 0 0,0-1 0 0 0,1 1 1 0 0,0-1-1 0 0,5 15 0 0 0,-3-16-5 0 0,1 0 0 0 0,0-1 0 0 0,0 1 0 0 0,1-1 0 0 0,1 0 1 0 0,-1 0-1 0 0,1-1 0 0 0,1 1 0 0 0,-1-2 0 0 0,1 1 0 0 0,1-1 0 0 0,-1 0 0 0 0,1-1 0 0 0,0 0 0 0 0,15 7 0 0 0,-4-4 4 0 0,0-1-1 0 0,0-1 0 0 0,1-1 1 0 0,0-1-1 0 0,0 0 1 0 0,0-2-1 0 0,1 0 1 0 0,-1-2-1 0 0,1 0 1 0 0,-1-1-1 0 0,1-1 1 0 0,42-8-1 0 0,-22 0 10 0 0,-1-2 0 0 0,0-1 1 0 0,-1-3-1 0 0,0-1 0 0 0,63-35 0 0 0,-37 6-64 0 0,-62 41 37 0 0,0 1 1 0 0,0-1-1 0 0,0 0 1 0 0,-1 0-1 0 0,1 0 1 0 0,-1 0-1 0 0,0 0 1 0 0,0-1-1 0 0,-1 1 1 0 0,1-1-1 0 0,-1 0 1 0 0,3-9-1 0 0,-5 13-3 0 0,0 1 9 0 0,0-1-1 0 0,-1 0 1 0 0,1 1-1 0 0,0-1 1 0 0,0 1 0 0 0,0-1-1 0 0,-1 1 1 0 0,1-1-1 0 0,0 0 1 0 0,-1 1-1 0 0,1-1 1 0 0,0 1 0 0 0,-1 0-1 0 0,1-1 1 0 0,-1 1-1 0 0,1-1 1 0 0,-1 1-1 0 0,1-1 1 0 0,-1 1-1 0 0,1 0 1 0 0,-1 0 0 0 0,1-1-1 0 0,-1 1 1 0 0,0 0-1 0 0,1 0 1 0 0,-1-1-1 0 0,1 1 1 0 0,-1 0 0 0 0,0 0-1 0 0,1 0 1 0 0,-1 0-1 0 0,1 0 1 0 0,-1 0-1 0 0,0 0 1 0 0,1 0 0 0 0,-1 0-1 0 0,1 0 1 0 0,-1 0-1 0 0,0 1 1 0 0,1-1-1 0 0,-1 0 1 0 0,1 0 0 0 0,-1 1-1 0 0,0-1 1 0 0,-30 13-23 0 0,28-12 19 0 0,0 1-1 0 0,1 0 1 0 0,-1 0-1 0 0,1 0 0 0 0,-1 1 1 0 0,1-1-1 0 0,0 0 1 0 0,0 1-1 0 0,0 0 1 0 0,0-1-1 0 0,0 1 1 0 0,1 0-1 0 0,-1 0 1 0 0,1 0-1 0 0,0 0 1 0 0,-1 4-1 0 0,1-5 3 0 0,1 0-1 0 0,0 0 1 0 0,0-1-1 0 0,0 1 1 0 0,0 0 0 0 0,0 0-1 0 0,0 0 1 0 0,1-1-1 0 0,-1 1 1 0 0,1 0 0 0 0,-1-1-1 0 0,1 1 1 0 0,0 0-1 0 0,-1-1 1 0 0,1 1 0 0 0,0-1-1 0 0,0 1 1 0 0,0-1 0 0 0,0 1-1 0 0,0-1 1 0 0,1 0-1 0 0,-1 1 1 0 0,0-1 0 0 0,1 0-1 0 0,-1 0 1 0 0,1 0-1 0 0,-1 0 1 0 0,1 0 0 0 0,-1-1-1 0 0,4 2 1 0 0,5 2 11 0 0,0 0 1 0 0,1-1-1 0 0,-1 0 1 0 0,1-1-1 0 0,-1 0 1 0 0,1-1-1 0 0,0 0 1 0 0,14 0-1 0 0,-21-1-5 0 0,0 0-1 0 0,-1 0 1 0 0,1-1-1 0 0,0 1 1 0 0,-1-1-1 0 0,1 1 0 0 0,-1-1 1 0 0,1 0-1 0 0,-1-1 1 0 0,1 1-1 0 0,-1 0 1 0 0,1-1-1 0 0,-1 0 1 0 0,0 0-1 0 0,0 0 0 0 0,0 0 1 0 0,0 0-1 0 0,-1-1 1 0 0,1 1-1 0 0,0-1 1 0 0,-1 0-1 0 0,0 0 1 0 0,1 0-1 0 0,-1 0 0 0 0,-1 0 1 0 0,1 0-1 0 0,2-5 1 0 0,-4 5-2 0 0,0 0-1 0 0,0 0 1 0 0,0 0 0 0 0,0 1 0 0 0,-1-1-1 0 0,1 0 1 0 0,-1 0 0 0 0,0 0 0 0 0,1 0 0 0 0,-1 0-1 0 0,-1 1 1 0 0,1-1 0 0 0,0 0 0 0 0,-1 1-1 0 0,1-1 1 0 0,-1 1 0 0 0,0 0 0 0 0,1-1-1 0 0,-1 1 1 0 0,0 0 0 0 0,-1 0 0 0 0,1 0 0 0 0,0 0-1 0 0,-1 1 1 0 0,1-1 0 0 0,-1 1 0 0 0,-3-2-1 0 0,-2-2-4 0 0,0 0-1 0 0,0 0 0 0 0,-1 1 0 0 0,0 1 0 0 0,0 0 0 0 0,-18-5 0 0 0,24 8-155 0 0,-45-2-81 0 0,26 10-2265 0 0,6 12-4711 0 0,12-11 3797 0 0</inkml:trace>
</inkml:ink>
</file>

<file path=ppt/ink/ink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28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23 200 0 0,'0'0'705'0'0,"35"14"4512"0"0,-32-12-5087 0 0,0 1-1 0 0,0-1 1 0 0,-1 1 0 0 0,1 0-1 0 0,-1 0 1 0 0,0 0-1 0 0,0 1 1 0 0,0-1 0 0 0,0 0-1 0 0,-1 1 1 0 0,1-1 0 0 0,-1 1-1 0 0,0-1 1 0 0,0 1 0 0 0,0 0-1 0 0,0 0 1 0 0,-1-1 0 0 0,0 1-1 0 0,1 0 1 0 0,-1 0 0 0 0,-1 0-1 0 0,1 0 1 0 0,0-1 0 0 0,-2 6-1 0 0,0 13 431 0 0,-4-8 1376 0 0,7-19-1926 0 0,0 1 0 0 0,0-1 0 0 0,0 1 0 0 0,0-1 0 0 0,1 1 0 0 0,0 0 0 0 0,0 0 0 0 0,0 0 0 0 0,0 0 0 0 0,1 0 1 0 0,-1 0-1 0 0,1 0 0 0 0,0 1 0 0 0,0-1 0 0 0,1 1 0 0 0,4-4 0 0 0,0 1 4 0 0,-7 4-11 0 0,1 0-1 0 0,-1 0 0 0 0,1 1 0 0 0,0-1 1 0 0,0 1-1 0 0,0 0 0 0 0,0-1 0 0 0,0 1 1 0 0,0 0-1 0 0,0 0 0 0 0,0 0 0 0 0,0 0 1 0 0,0 1-1 0 0,5-2 0 0 0,-2 1-8 0 0,-4 1-9 0 0,31 3-12 0 0,7 39 45 0 0,-38-41-10 0 0,5 3 85 0 0,-6-4-87 0 0,0 1-1 0 0,0-1 1 0 0,0 0-1 0 0,1 1 1 0 0,-1-1-1 0 0,0 0 1 0 0,0 1-1 0 0,1-1 1 0 0,-1 0-1 0 0,0 0 1 0 0,1 1-1 0 0,-1-1 1 0 0,0 0-1 0 0,1 0 1 0 0,-1 0-1 0 0,0 1 1 0 0,1-1-1 0 0,-1 0 1 0 0,0 0-1 0 0,1 0 1 0 0,-1 0-1 0 0,1 0 1 0 0,-1 0-1 0 0,0 0 1 0 0,1 0-1 0 0,-1 0 1 0 0,1 0-1 0 0,-1 0 1 0 0,0 0-1 0 0,1 0 1 0 0,-1 0-1 0 0,1 0 1 0 0,-1 0-1 0 0,0 0 1 0 0,1-1-1 0 0,-1 1 1 0 0,0 0-1 0 0,1 0 1 0 0,-1 0-1 0 0,0-1 1 0 0,1 1-1 0 0,-1 0 1 0 0,0 0-1 0 0,1-1 1 0 0,-1 0-1 0 0,5-2 22 0 0,-1-2-13 0 0,1 1 0 0 0,0 0 1 0 0,0 0-1 0 0,1 0 1 0 0,-1 1-1 0 0,1 0 0 0 0,-1 0 1 0 0,1 0-1 0 0,0 1 0 0 0,0-1 1 0 0,0 1-1 0 0,1 1 1 0 0,-1-1-1 0 0,0 1 0 0 0,1 0 1 0 0,9 1-1 0 0,-11 0-17 0 0,31 2 19 0 0,-1-1-1 0 0,60-7 1 0 0,-61-3 28 0 0,-33 8-38 0 0,0 1-8 0 0,-1 0 0 0 0,0-1 0 0 0,1 1 0 0 0,-1 0 0 0 0,1-1 0 0 0,-1 1 0 0 0,1 0 0 0 0,-1 0 0 0 0,1 0 0 0 0,-1-1 0 0 0,1 1 0 0 0,-1 0 0 0 0,1 0 0 0 0,-1 0 0 0 0,1 0 0 0 0,-1 0 0 0 0,1 0 0 0 0,-1 0 0 0 0,1 0 0 0 0,-1 0 0 0 0,1 0 0 0 0,-1 0 0 0 0,1 0 0 0 0,0 1-1 0 0,2 2 3 0 0,0 0-1 0 0,-1 0 0 0 0,1 1 0 0 0,-1 0 1 0 0,0-1-1 0 0,0 1 0 0 0,0 0 0 0 0,0 0 1 0 0,-1 0-1 0 0,2 7 0 0 0,10 54 26 0 0,-6-27-4 0 0,52 261 144 0 0,-55-275 688 0 0,-13-42-636 0 0,-12-50-88 0 0,16 40-89 0 0,2 0 0 0 0,1 0 0 0 0,2 0 0 0 0,0 0 0 0 0,7-46 0 0 0,-4 60-36 0 0,-1 1 0 0 0,2-1-1 0 0,0 1 1 0 0,1-1 0 0 0,0 1 0 0 0,1 0 0 0 0,0 1-1 0 0,1 0 1 0 0,0 0 0 0 0,1 0 0 0 0,1 1 0 0 0,0 0 0 0 0,13-13-1 0 0,-17 20-5 0 0,0 0-1 0 0,0 1 0 0 0,0-1 0 0 0,1 1 1 0 0,-1 0-1 0 0,1 0 0 0 0,0 0 0 0 0,0 1 1 0 0,0 0-1 0 0,0 0 0 0 0,8-1 0 0 0,-12 3 3 0 0,1-1 0 0 0,-1 1-1 0 0,0 0 1 0 0,1 0-1 0 0,-1 0 1 0 0,1 0-1 0 0,-1 1 1 0 0,0-1 0 0 0,0 1-1 0 0,1-1 1 0 0,-1 1-1 0 0,0 0 1 0 0,0 0-1 0 0,1-1 1 0 0,-1 2 0 0 0,0-1-1 0 0,0 0 1 0 0,0 0-1 0 0,0 1 1 0 0,-1-1-1 0 0,1 1 1 0 0,0-1 0 0 0,-1 1-1 0 0,1 0 1 0 0,-1 0-1 0 0,1 0 1 0 0,-1 0-1 0 0,0 0 1 0 0,0 0 0 0 0,0 0-1 0 0,1 3 1 0 0,-2-4 2 0 0,1 1 0 0 0,-1-1-1 0 0,-1 0 1 0 0,1 1 0 0 0,0-1 0 0 0,0 0 0 0 0,0 1 0 0 0,-1-1 0 0 0,1 0 0 0 0,0 1 0 0 0,-1-1 0 0 0,0 0 0 0 0,1 0 0 0 0,-1 0 0 0 0,0 1-1 0 0,1-1 1 0 0,-1 0 0 0 0,0 0 0 0 0,0 0 0 0 0,0 0 0 0 0,-1 1 0 0 0,-23 18 28 0 0,19-17-73 0 0,0 0 0 0 0,0 0 0 0 0,-1 0-1 0 0,1-1 1 0 0,-1 0 0 0 0,0-1-1 0 0,0 1 1 0 0,-13 0 0 0 0,18-2-14 0 0,0 0-592 0 0,-15 0-1772 0 0</inkml:trace>
</inkml:ink>
</file>

<file path=ppt/ink/ink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29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7 384 348 0 0,'0'0'2262'0'0,"-7"-8"3584"0"0,9 15-5614 0 0,0 0 0 0 0,0 0 0 0 0,0-1 0 0 0,1 1 0 0 0,0 0 0 0 0,0-1 0 0 0,0 1 0 0 0,1-1 0 0 0,0 0 0 0 0,0-1 0 0 0,1 1 0 0 0,5 5 0 0 0,-9-10-34 0 0,5-1-83 0 0,-1-1 0 0 0,0 1 0 0 0,1-1 0 0 0,-1 0 0 0 0,0 0 0 0 0,1-1 0 0 0,5-2 0 0 0,65-42 552 0 0,-74 45-642 0 0,87 24 102 0 0,-79-23-118 0 0,-1-1 1 0 0,0 1 0 0 0,0-1 0 0 0,0-1 0 0 0,0 0-1 0 0,0 0 1 0 0,-1-1 0 0 0,1 0 0 0 0,0 0 0 0 0,-1-1-1 0 0,0 0 1 0 0,0-1 0 0 0,0 1 0 0 0,-1-2 0 0 0,1 1-1 0 0,-1-1 1 0 0,-1 0 0 0 0,1 0 0 0 0,-1-1 0 0 0,0 0-1 0 0,0 0 1 0 0,-1-1 0 0 0,0 1 0 0 0,0-1 0 0 0,-1 0-1 0 0,0 0 1 0 0,0-1 0 0 0,-1 1 0 0 0,0-1 0 0 0,-1 0-1 0 0,0 0 1 0 0,2-15 0 0 0,-1 0 258 0 0,-1 1 0 0 0,-2-1 0 0 0,0 0 1 0 0,-1 0-1 0 0,-1 1 0 0 0,-1-1 0 0 0,-13-45 0 0 0,11 65 415 0 0,-2 14-467 0 0,-2 18 62 0 0,7-12-136 0 0,0 0 1 0 0,1 0-1 0 0,0 0 0 0 0,2 0 0 0 0,0 0 0 0 0,0 0 0 0 0,6 20 0 0 0,5 10 178 0 0,20 50-1 0 0,-5-17-63 0 0,7 29-1092 0 0,-34-107 206 0 0,2 10-506 0 0</inkml:trace>
</inkml:ink>
</file>

<file path=ppt/ink/ink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0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1 650 628 0 0,'4'-4'286'0'0,"0"0"-1"0"0,0 1 0 0 0,1-1 1 0 0,-1 1-1 0 0,1 0 1 0 0,0 0-1 0 0,0 0 1 0 0,0 1-1 0 0,0 0 1 0 0,10-3-1 0 0,68-17 1229 0 0,-49 14-1034 0 0,181-53 4790 0 0,-214 60-4751 0 0,-20 19 3227 0 0,10-11-3600 0 0,0 0 1 0 0,1 0-1 0 0,0 1 0 0 0,-12 15 0 0 0,16-20-26 0 0,-7 9-2 0 0,11-12-110 0 0,0 0-1 0 0,0 0 0 0 0,0 0 0 0 0,0 1 1 0 0,1-1-1 0 0,-1 0 0 0 0,0 0 0 0 0,0 0 1 0 0,0 0-1 0 0,0 0 0 0 0,0 0 0 0 0,0 0 1 0 0,0 0-1 0 0,0 0 0 0 0,1 0 0 0 0,-1 0 1 0 0,0 0-1 0 0,0 1 0 0 0,0-1 0 0 0,0 0 1 0 0,0 0-1 0 0,0 0 0 0 0,0 0 0 0 0,0 0 1 0 0,0 0-1 0 0,0 0 0 0 0,0 1 0 0 0,0-1 1 0 0,0 0-1 0 0,0 0 0 0 0,0 0 0 0 0,0 0 1 0 0,0 0-1 0 0,0 0 0 0 0,0 1 0 0 0,0-1 1 0 0,0 0-1 0 0,0 0 0 0 0,0 0 0 0 0,0 0 1 0 0,0 0-1 0 0,0 0 0 0 0,0 1 0 0 0,0-1 1 0 0,0 0-1 0 0,0 0 0 0 0,0 0 0 0 0,0 0 1 0 0,0 0-1 0 0,0 0 0 0 0,-1 0 1 0 0,1 0-1 0 0,0 1 0 0 0,0-1 0 0 0,0 0 1 0 0,0 0-1 0 0,0 0 0 0 0,0 0 0 0 0,-1 0 1 0 0,31-6 31 0 0,0 1 1 0 0,38-1 0 0 0,-42 8-91 0 0,1-2 0 0 0,0-1-1 0 0,0-1 1 0 0,0-1 0 0 0,31-7 0 0 0,-48 7 41 0 0,-1 0-1 0 0,1 0 1 0 0,0-1 0 0 0,-1 0 0 0 0,0 0 0 0 0,0-1-1 0 0,0-1 1 0 0,0 1 0 0 0,-1-2 0 0 0,0 1-1 0 0,0-1 1 0 0,-1 0 0 0 0,0 0 0 0 0,0-1 0 0 0,-1 0-1 0 0,9-13 1 0 0,-3-1 8 0 0,0 0-1 0 0,-2 0 1 0 0,0-1-1 0 0,-2 0 1 0 0,-1-1 0 0 0,0 0-1 0 0,-2 0 1 0 0,-1-1-1 0 0,0 1 1 0 0,-2-1-1 0 0,-1 0 1 0 0,-1 1 0 0 0,-1-1-1 0 0,-2 0 1 0 0,0 1-1 0 0,-7-28 1 0 0,9 50 3 0 0,1 0 0 0 0,0 0-1 0 0,-1 0 1 0 0,0 0 0 0 0,1 0 0 0 0,-1 0 0 0 0,0 0 0 0 0,0 1 0 0 0,0-1 0 0 0,0 0 0 0 0,0 0 0 0 0,0 1-1 0 0,-1-1 1 0 0,1 1 0 0 0,-1-1 0 0 0,1 1 0 0 0,-1 0 0 0 0,1-1 0 0 0,-1 1 0 0 0,0 0 0 0 0,1 0-1 0 0,-1 0 1 0 0,0 0 0 0 0,0 1 0 0 0,0-1 0 0 0,0 0 0 0 0,-4 0 0 0 0,4 1 1 0 0,-1 1 0 0 0,1 0 0 0 0,-1-1 0 0 0,1 1 0 0 0,-1 0 0 0 0,1 0 1 0 0,0 0-1 0 0,-1 1 0 0 0,1-1 0 0 0,0 1 0 0 0,0-1 0 0 0,0 1 0 0 0,0-1 0 0 0,0 1 0 0 0,0 0 1 0 0,1 0-1 0 0,-1 0 0 0 0,1 0 0 0 0,-1 0 0 0 0,1 1 0 0 0,-2 3 0 0 0,-4 8 14 0 0,1 0 1 0 0,1 1-1 0 0,0-1 0 0 0,1 1 1 0 0,1 0-1 0 0,0 0 0 0 0,1 1 1 0 0,0-1-1 0 0,2 0 0 0 0,0 0 1 0 0,0 1-1 0 0,2-1 0 0 0,-1 0 1 0 0,2 0-1 0 0,0 0 0 0 0,6 15 0 0 0,-5-15-5 0 0,1 0-1 0 0,1-1 1 0 0,0 0-1 0 0,1 0 1 0 0,0 0-1 0 0,1-1 1 0 0,1 0 0 0 0,0 0-1 0 0,1-1 1 0 0,0-1-1 0 0,1 1 1 0 0,0-2-1 0 0,0 1 1 0 0,2-2-1 0 0,22 16 1 0 0,-27-22 70 0 0,0 0 1 0 0,0 0 0 0 0,-1 0 0 0 0,1-1 0 0 0,1-1 0 0 0,-1 1 0 0 0,0-1 0 0 0,0-1 0 0 0,1 1-1 0 0,-1-1 1 0 0,14-2 0 0 0,0-10 1897 0 0,-13 5-3514 0 0</inkml:trace>
</inkml:ink>
</file>

<file path=ppt/ink/ink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0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58 752 0 0,'-7'-32'6643'0'0,"2"19"-4558"0"0,1 0-871 0 0</inkml:trace>
</inkml:ink>
</file>

<file path=ppt/ink/ink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1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37 1056 0 0,'-3'2'367'0'0,"1"0"-1"0"0,-1 1 1 0 0,1 0 0 0 0,0 0-1 0 0,0-1 1 0 0,0 1-1 0 0,1 0 1 0 0,-1 0 0 0 0,1 1-1 0 0,-1-1 1 0 0,1 0-1 0 0,0 0 1 0 0,0 1 0 0 0,1-1-1 0 0,-1 1 1 0 0,1-1-1 0 0,0 0 1 0 0,0 6 0 0 0,0-7-238 0 0,0 0 0 0 0,0 0 1 0 0,0-1-1 0 0,1 1 0 0 0,-1 0 1 0 0,1 0-1 0 0,-1-1 0 0 0,1 1 1 0 0,0 0-1 0 0,0-1 0 0 0,0 1 1 0 0,0-1-1 0 0,0 1 0 0 0,0-1 0 0 0,0 1 1 0 0,0-1-1 0 0,1 0 0 0 0,-1 1 1 0 0,0-1-1 0 0,1 0 0 0 0,-1 0 1 0 0,1 0-1 0 0,-1 0 0 0 0,1-1 1 0 0,0 1-1 0 0,-1 0 0 0 0,1 0 1 0 0,0-1-1 0 0,0 1 0 0 0,-1-1 1 0 0,1 0-1 0 0,0 0 0 0 0,0 1 1 0 0,0-1-1 0 0,2-1 0 0 0,-3 1-80 0 0,1 0 0 0 0,-1 0 0 0 0,0-1 0 0 0,1 1 0 0 0,-1-1 1 0 0,0 1-1 0 0,0-1 0 0 0,1 1 0 0 0,-1-1 0 0 0,0 0 0 0 0,0 1 0 0 0,0-1 0 0 0,0 0 0 0 0,0 0 0 0 0,0 0 0 0 0,0 0 0 0 0,0 0 0 0 0,0 0 0 0 0,0 0 0 0 0,-1 0 1 0 0,1-1-1 0 0,0 1 0 0 0,-1 0 0 0 0,1 0 0 0 0,-1-1 0 0 0,1 1 0 0 0,-1 0 0 0 0,0-1 0 0 0,0 1 0 0 0,1 0 0 0 0,-1-1 0 0 0,0 1 0 0 0,0 0 0 0 0,0-1 0 0 0,-1-1 0 0 0,2-4 168 0 0,-2 0 0 0 0,1 1-1 0 0,-1-1 1 0 0,0 0 0 0 0,-3-9-1 0 0,0 2-22 0 0,-4-11 336 0 0,0 10-3256 0 0</inkml:trace>
</inkml:ink>
</file>

<file path=ppt/ink/ink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1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0 656 0 0,'0'0'1107'0'0,"29"27"5441"0"0,-25-22-6325 0 0,15 14 3093 0 0,-18-18-3265 0 0,-1-1 0 0 0,1 0 0 0 0,0 0 0 0 0,-1 1 0 0 0,1-1 0 0 0,-1 0 0 0 0,1 0 0 0 0,0 0 0 0 0,-1 0 0 0 0,1 0 0 0 0,0 0 0 0 0,-1 0 0 0 0,1 0 0 0 0,-1 0 0 0 0,1 0 0 0 0,0 0 0 0 0,-1-1 0 0 0,1 1 0 0 0,-1 0 0 0 0,1 0 0 0 0,0 0 0 0 0,-1-1 1 0 0,1 1-1 0 0,-1 0 0 0 0,1-1 0 0 0,-1 1 0 0 0,1-1 0 0 0,-1 1 0 0 0,1 0 0 0 0,-1-1 0 0 0,0 1 0 0 0,1-1 0 0 0,-1 1 0 0 0,1-2 0 0 0,1 0-11 0 0,0 1 1 0 0,-1-1 0 0 0,1 0-1 0 0,0 1 1 0 0,1-1-1 0 0,-1 1 1 0 0,0 0-1 0 0,0 0 1 0 0,1 0 0 0 0,-1 0-1 0 0,0 0 1 0 0,1 0-1 0 0,-1 0 1 0 0,1 1-1 0 0,-1-1 1 0 0,1 1-1 0 0,-1 0 1 0 0,1 0 0 0 0,-1 0-1 0 0,1 0 1 0 0,-1 0-1 0 0,1 1 1 0 0,4 0-1 0 0,7 3-320 0 0,0 0-1 0 0,-1 1 0 0 0,18 9 1 0 0,17 5-2191 0 0,6-10-3950 0 0,-39-7 3834 0 0</inkml:trace>
</inkml:ink>
</file>

<file path=ppt/ink/ink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2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148 360 20 0 0,'-2'-3'474'0'0,"1"2"-23"0"0,1 0 0 0 0,0 1-1 0 0,-1-1 1 0 0,1 0 0 0 0,-1 1-1 0 0,1-1 1 0 0,-1 0 0 0 0,1 1 0 0 0,-1-1-1 0 0,0 1 1 0 0,1-1 0 0 0,-1 1 0 0 0,0-1-1 0 0,1 1 1 0 0,-1 0 0 0 0,0-1 0 0 0,0 1-1 0 0,1 0 1 0 0,-1 0 0 0 0,0-1-1 0 0,0 1 1 0 0,1 0 0 0 0,-2 0 0 0 0,-13 7 71 0 0,1 1 1 0 0,0 0-1 0 0,0 1 1 0 0,1 1-1 0 0,0 0 0 0 0,0 1 1 0 0,-18 20-1 0 0,30-29-273 0 0,1 0-88 0 0,0-2-151 0 0,0 0 0 0 0,0 1 1 0 0,0-1-1 0 0,0 0 1 0 0,-1 0-1 0 0,1 1 1 0 0,0-1-1 0 0,0 0 0 0 0,0 1 1 0 0,0-1-1 0 0,0 0 1 0 0,0 0-1 0 0,0 1 0 0 0,0-1 1 0 0,0 0-1 0 0,0 1 1 0 0,0-1-1 0 0,0 0 1 0 0,0 1-1 0 0,0-1 0 0 0,0 0 1 0 0,1 0-1 0 0,-1 1 1 0 0,0-1-1 0 0,0 0 0 0 0,0 0 1 0 0,0 1-1 0 0,0-1 1 0 0,1 0-1 0 0,-1 0 0 0 0,0 1 1 0 0,0-1-1 0 0,0 0 1 0 0,1 0-1 0 0,-1 0 1 0 0,0 0-1 0 0,0 1 0 0 0,1-1 1 0 0,10 1-53 0 0,0-1 0 0 0,0-1 0 0 0,0 1 0 0 0,0-2 0 0 0,0 0 0 0 0,21-5 1 0 0,38-7-572 0 0,-51 12 272 0 0,1 0 0 0 0,-2-2 0 0 0,1 0 0 0 0,0-1 0 0 0,31-12 0 0 0,-42 13 292 0 0,-1 0-1 0 0,0 0 1 0 0,0-1-1 0 0,0 0 1 0 0,0 0-1 0 0,-1-1 1 0 0,1 0-1 0 0,-1 0 0 0 0,-1 0 1 0 0,1-1-1 0 0,-1 1 1 0 0,-1-1-1 0 0,1-1 1 0 0,-1 1-1 0 0,6-16 0 0 0,-5 8 165 0 0,-1 1-1 0 0,0-1 1 0 0,-1 0-1 0 0,-1 0 0 0 0,-1 0 1 0 0,0-1-1 0 0,-1 1 0 0 0,0 0 1 0 0,-1 0-1 0 0,-4-20 1 0 0,5 33 371 0 0,-3 3-473 0 0,1-1 0 0 0,0 1 1 0 0,0 0-1 0 0,0 0 0 0 0,0 0 0 0 0,0 1 0 0 0,1-1 0 0 0,-1 0 0 0 0,0 1 0 0 0,0-1 0 0 0,1 1 0 0 0,-1-1 0 0 0,1 1 1 0 0,-1 0-1 0 0,1 0 0 0 0,0 0 0 0 0,0 0 0 0 0,0 0 0 0 0,0 0 0 0 0,0 0 0 0 0,-1 2 0 0 0,-16 46 170 0 0,15-37-154 0 0,1 1 0 0 0,0 0 0 0 0,0 0-1 0 0,1 0 1 0 0,1 0 0 0 0,1 0 0 0 0,0 0 0 0 0,0 0 0 0 0,7 23-1 0 0,-7-32-23 0 0,0 1-1 0 0,0-1 0 0 0,1 1 0 0 0,0-1 0 0 0,0 0 0 0 0,1 0 0 0 0,-1 0 0 0 0,1 0 0 0 0,0 0 0 0 0,1 0 0 0 0,-1-1 0 0 0,1 0 0 0 0,0 1 0 0 0,0-2 0 0 0,0 1 0 0 0,0 0 0 0 0,1-1 0 0 0,0 0 0 0 0,-1 0 0 0 0,1 0 0 0 0,0 0 0 0 0,0-1 0 0 0,1 0 0 0 0,-1 0 0 0 0,0 0 0 0 0,9 1 0 0 0,-7-3-5 0 0,1 0 0 0 0,-1 0 0 0 0,0-1 0 0 0,1 0 0 0 0,-1 0-1 0 0,1-1 1 0 0,-1 0 0 0 0,0 0 0 0 0,0-1 0 0 0,0 0 0 0 0,0 0-1 0 0,-1 0 1 0 0,1-1 0 0 0,-1 0 0 0 0,0-1 0 0 0,0 1 0 0 0,0-1 0 0 0,-1 0-1 0 0,1 0 1 0 0,5-9 0 0 0,2-2 18 0 0,-1 0 0 0 0,0-1-1 0 0,-1 0 1 0 0,-1-1 0 0 0,-1 0 0 0 0,9-24 0 0 0,-4-3 420 0 0,-1-1 0 0 0,-3-1 0 0 0,6-55 1 0 0,-15 100 254 0 0,-5 7-586 0 0,-5 12-51 0 0,0 1 0 0 0,1 0-1 0 0,1 0 1 0 0,1 0 0 0 0,0 1 0 0 0,2 0-1 0 0,0 0 1 0 0,1 1 0 0 0,1-1-1 0 0,0 0 1 0 0,2 1 0 0 0,0 0-1 0 0,1-1 1 0 0,2 1 0 0 0,-1-1 0 0 0,2 0-1 0 0,1 0 1 0 0,0 0 0 0 0,2-1-1 0 0,9 22 1 0 0,-13-34-45 0 0,1-1 1 0 0,-1 1-1 0 0,1 0 1 0 0,1-1-1 0 0,-1 0 0 0 0,1 0 1 0 0,0 0-1 0 0,0-1 1 0 0,0 1-1 0 0,1-1 0 0 0,-1-1 1 0 0,1 1-1 0 0,0-1 1 0 0,12 5-1 0 0,-17-8-6 0 0,1 1 0 0 0,0-1 0 0 0,0 0 0 0 0,-1 0 0 0 0,1 0-1 0 0,0 0 1 0 0,0 0 0 0 0,-1-1 0 0 0,1 1 0 0 0,0 0 0 0 0,0-1 0 0 0,-1 1 0 0 0,1-1 0 0 0,-1 0-1 0 0,1 0 1 0 0,0 1 0 0 0,-1-1 0 0 0,1 0 0 0 0,-1 0 0 0 0,3-3 0 0 0,19-21 28 0 0,-22 23-38 0 0,1 2-26 0 0,10-9-49 0 0,-11 8 73 0 0,-1 5-59 0 0,0 12 66 0 0,0-12 2 0 0,3 10 34 0 0,0-9-29 0 0,-2-4-2 0 0,0 0 0 0 0,0 0-1 0 0,1 0 1 0 0,-1 0-1 0 0,1 0 1 0 0,-1 0-1 0 0,0 0 1 0 0,1-1-1 0 0,0 1 1 0 0,-1-1-1 0 0,1 1 1 0 0,-1-1 0 0 0,1 0-1 0 0,-1 1 1 0 0,1-1-1 0 0,0 0 1 0 0,-1 0-1 0 0,1 0 1 0 0,0 0-1 0 0,-1 0 1 0 0,1-1-1 0 0,-1 1 1 0 0,1 0 0 0 0,0-1-1 0 0,-1 0 1 0 0,1 1-1 0 0,-1-1 1 0 0,1 0-1 0 0,-1 1 1 0 0,3-3-1 0 0,1 1 3 0 0,0-1 0 0 0,0 1-1 0 0,0-1 1 0 0,0-1-1 0 0,0 1 1 0 0,-1-1 0 0 0,7-6-1 0 0,33-51 432 0 0,-43 59-369 0 0,0 6-47 0 0,1 0 0 0 0,-1 1 0 0 0,0-1-1 0 0,-1 1 1 0 0,1-1 0 0 0,-1 1 0 0 0,0 0-1 0 0,0-1 1 0 0,0 1 0 0 0,0-1 0 0 0,-2 7-1 0 0,1 26 37 0 0,6 81 34 0 0,-4 1 0 0 0,-6 0 0 0 0,-33 189 0 0 0,36-295-80 0 0,-27 121 66 0 0,25-121-61 0 0,0-1 0 0 0,-1 1 0 0 0,-1-1 0 0 0,0 1 1 0 0,0-1-1 0 0,-1-1 0 0 0,-16 20 0 0 0,22-29-13 0 0,0 0 0 0 0,0-1 0 0 0,-1 1-1 0 0,1-1 1 0 0,-1 0 0 0 0,1 1 0 0 0,-1-1 0 0 0,0 0-1 0 0,0 0 1 0 0,1 0 0 0 0,-1 0 0 0 0,0 0 0 0 0,0-1-1 0 0,0 1 1 0 0,0 0 0 0 0,0-1 0 0 0,0 0 0 0 0,0 1-1 0 0,0-1 1 0 0,0 0 0 0 0,0 0 0 0 0,0 0-1 0 0,0 0 1 0 0,-2-1 0 0 0,0 0 10 0 0,1 0-1 0 0,0-1 1 0 0,0 1 0 0 0,0-1 0 0 0,0 0-1 0 0,0 0 1 0 0,0 0 0 0 0,0-1-1 0 0,0 1 1 0 0,1 0 0 0 0,-1-1 0 0 0,-2-5-1 0 0,-3-3 40 0 0,0 0 0 0 0,2-1 0 0 0,-1 1 0 0 0,2-2 0 0 0,-1 1 0 0 0,-3-17 0 0 0,5 11-116 0 0,1-1-1 0 0,1 0 1 0 0,0 1 0 0 0,2-1-1 0 0,0 0 1 0 0,1 1 0 0 0,5-30-1 0 0,8-28-8941 0 0,-10 60 5514 0 0,-2 2-1131 0 0</inkml:trace>
</inkml:ink>
</file>

<file path=ppt/ink/ink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3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96 672 0 0,'-4'-3'563'0'0,"1"2"-199"0"0,1 0-1 0 0,-1 0 0 0 0,0-1 0 0 0,1 1 0 0 0,0-1 0 0 0,-1 0 0 0 0,1 1 1 0 0,0-1-1 0 0,0 0 0 0 0,0-1 0 0 0,0 1 0 0 0,0 0 0 0 0,0-1 0 0 0,1 1 1 0 0,-1 0-1 0 0,1-1 0 0 0,-2-4 0 0 0,6 5-156 0 0,0-1 0 0 0,0 1 0 0 0,0 0 0 0 0,0-1 0 0 0,0 2 0 0 0,1-1 0 0 0,-1 0 0 0 0,1 1 0 0 0,0-1 1 0 0,3 0-1 0 0,27-7 253 0 0,0 2 0 0 0,1 1 0 0 0,0 1 0 0 0,39 1 0 0 0,144 9-1092 0 0,-155-2-180 0 0,70 7-4562 0 0,-75-6 2262 0 0</inkml:trace>
</inkml:ink>
</file>

<file path=ppt/ink/ink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5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96 832 0 0,'-16'-51'9509'0'0,"3"9"-4268"0"0,12 40-4153 0 0,5 7-4466 0 0,7 26 1417 0 0,-9-1-3278 0 0,-3-13 1811 0 0</inkml:trace>
</inkml:ink>
</file>

<file path=ppt/ink/ink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5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8 956 0 0,'10'18'11669'0'0,"-2"-25"-11255"0"0,4-4-1194 0 0,-4 3-5589 0 0</inkml:trace>
</inkml:ink>
</file>

<file path=ppt/ink/ink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8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676 147 448 0 0,'1'-16'2814'0'0,"-1"10"-2582"0"0,-1 0-1 0 0,0 0 1 0 0,-1 0-1 0 0,1 0 1 0 0,-1 0-1 0 0,0 1 1 0 0,-1-1-1 0 0,1 1 0 0 0,-1 0 1 0 0,0 0-1 0 0,0 0 1 0 0,-1 0-1 0 0,0 0 1 0 0,0 0-1 0 0,0 1 1 0 0,0 0-1 0 0,0 0 1 0 0,-1 0-1 0 0,0 0 1 0 0,0 1-1 0 0,0 0 1 0 0,0 0-1 0 0,0 0 0 0 0,-1 1 1 0 0,1 0-1 0 0,-1 0 1 0 0,0 0-1 0 0,0 0 1 0 0,1 1-1 0 0,-12-1 1 0 0,0 0-66 0 0,1 1-1 0 0,-1 1 1 0 0,1 0 0 0 0,-1 1 0 0 0,1 1 0 0 0,-1 1-1 0 0,1 0 1 0 0,0 1 0 0 0,0 0 0 0 0,-22 11 0 0 0,9-2 67 0 0,2 1 0 0 0,-1 1 0 0 0,2 2 0 0 0,0 1 1 0 0,-45 41-1 0 0,57-45-142 0 0,0 0 1 0 0,1 1-1 0 0,0 1 1 0 0,2 0-1 0 0,0 1 0 0 0,1 0 1 0 0,0 1-1 0 0,2 0 1 0 0,0 0-1 0 0,-9 31 1 0 0,14-38-59 0 0,1 1 1 0 0,0-1 0 0 0,0 1 0 0 0,1-1 0 0 0,1 1 0 0 0,0 0-1 0 0,0 0 1 0 0,1-1 0 0 0,1 1 0 0 0,0-1 0 0 0,0 1-1 0 0,1-1 1 0 0,1 0 0 0 0,0 0 0 0 0,0 0 0 0 0,9 14 0 0 0,-4-12-8 0 0,0 1 1 0 0,1-2 0 0 0,0 1 0 0 0,1-2-1 0 0,1 1 1 0 0,-1-2 0 0 0,2 1 0 0 0,0-2-1 0 0,0 0 1 0 0,0 0 0 0 0,23 10 0 0 0,-10-8-1 0 0,0-1 0 0 0,0-1 0 0 0,1-1 1 0 0,1-1-1 0 0,-1-2 0 0 0,1 0 0 0 0,0-2 0 0 0,0-1 1 0 0,0-2-1 0 0,0 0 0 0 0,45-8 0 0 0,-41 3-7 0 0,0-1 0 0 0,0-2 0 0 0,-1-2 0 0 0,0 0-1 0 0,0-2 1 0 0,-2-2 0 0 0,1 0 0 0 0,-2-2 0 0 0,47-34-1 0 0,-24 2 63 0 0,-48 44-76 0 0,1 0 0 0 0,-1 0 0 0 0,0-1 0 0 0,0 1 0 0 0,0-1 0 0 0,0 0 0 0 0,-1 0 0 0 0,0 0 0 0 0,0 0 0 0 0,2-8 0 0 0,-4 11-3 0 0,0 1 1 0 0,1 0 0 0 0,-1 0-1 0 0,0 0 1 0 0,0 0 0 0 0,0 0-1 0 0,0 0 1 0 0,0 0 0 0 0,-1 0-1 0 0,1 0 1 0 0,0 0 0 0 0,0 0-1 0 0,-1 0 1 0 0,1 0 0 0 0,0 0-1 0 0,-1 0 1 0 0,1 0-1 0 0,-1 0 1 0 0,0 0 0 0 0,1 0-1 0 0,-1 0 1 0 0,0 1 0 0 0,1-1-1 0 0,-1 0 1 0 0,0 0 0 0 0,0 1-1 0 0,0-1 1 0 0,0 0 0 0 0,0 1-1 0 0,1-1 1 0 0,-1 1 0 0 0,0-1-1 0 0,0 1 1 0 0,-2-1-1 0 0,1 1-20 0 0,-2 1 6 0 0,2 1 10 0 0,0-1 0 0 0,0 0 0 0 0,0 0-1 0 0,0 1 1 0 0,1-1 0 0 0,-1 1 0 0 0,0-1 0 0 0,1 1 0 0 0,-1 0 0 0 0,1-1 0 0 0,-1 1 0 0 0,1 0-1 0 0,0 0 1 0 0,0 0 0 0 0,0 0 0 0 0,0 0 0 0 0,0 1 0 0 0,0-1 0 0 0,1 0 0 0 0,-1 0 0 0 0,1 0 0 0 0,0 1-1 0 0,-1-1 1 0 0,1 3 0 0 0,0-2-2 0 0,1 0-1 0 0,-1 1 0 0 0,1-1 1 0 0,0 0-1 0 0,0 0 0 0 0,0 0 1 0 0,0 0-1 0 0,0 0 0 0 0,1 0 1 0 0,-1 0-1 0 0,1 0 0 0 0,0-1 1 0 0,0 1-1 0 0,0-1 0 0 0,0 1 0 0 0,0-1 1 0 0,1 0-1 0 0,3 3 0 0 0,0 1 11 0 0,0-1-1 0 0,0 0 0 0 0,1 0 0 0 0,-1-1 0 0 0,1 0 0 0 0,1 0 1 0 0,-1 0-1 0 0,0-1 0 0 0,1 0 0 0 0,-1-1 0 0 0,1 0 0 0 0,0 0 1 0 0,0 0-1 0 0,12 0 0 0 0,-19-2-4 0 0,1 0 1 0 0,-1 0 0 0 0,0-1-1 0 0,1 1 1 0 0,-1 0 0 0 0,0 0-1 0 0,1-1 1 0 0,-1 1 0 0 0,0-1-1 0 0,0 1 1 0 0,0-1 0 0 0,1 0-1 0 0,-1 1 1 0 0,0-1 0 0 0,0 0-1 0 0,0 0 1 0 0,0 0 0 0 0,0 0-1 0 0,0 0 1 0 0,0 0-1 0 0,-1 0 1 0 0,1 0 0 0 0,0 0-1 0 0,0 0 1 0 0,-1 0 0 0 0,1-1-1 0 0,-1 1 1 0 0,1 0 0 0 0,-1 0-1 0 0,0-1 1 0 0,1 1 0 0 0,-1 0-1 0 0,0 0 1 0 0,0-1 0 0 0,0 1-1 0 0,0 0 1 0 0,0-1 0 0 0,0 1-1 0 0,0 0 1 0 0,0-1-1 0 0,-1 1 1 0 0,1 0 0 0 0,0-1-1 0 0,-1 1 1 0 0,1 0 0 0 0,-1 0-1 0 0,-1-2 1 0 0,0-4 6 0 0,-2 0-1 0 0,1 0 1 0 0,-1 0 0 0 0,0 0 0 0 0,0 1-1 0 0,-6-7 1 0 0,2 5 11 0 0,1 1 1 0 0,-1 1-1 0 0,0-1 0 0 0,0 2 1 0 0,-1-1-1 0 0,-15-7 0 0 0,19 11-145 0 0,0-1 0 0 0,0 1 0 0 0,0 1 0 0 0,0-1 0 0 0,0 1-1 0 0,0 0 1 0 0,-1 0 0 0 0,1 0 0 0 0,-1 1 0 0 0,1-1 0 0 0,0 1 0 0 0,-1 1-1 0 0,-7 1 1 0 0,12-2-180 0 0,0 1-1 0 0,1-1 1 0 0,-1 1 0 0 0,1-1-1 0 0,-1 1 1 0 0,1 0-1 0 0,-1-1 1 0 0,1 1-1 0 0,0 0 1 0 0,-1 0-1 0 0,1-1 1 0 0,0 1-1 0 0,0 0 1 0 0,-1 0 0 0 0,1-1-1 0 0,0 1 1 0 0,0 0-1 0 0,0 0 1 0 0,0-1-1 0 0,0 1 1 0 0,0 0-1 0 0,0 0 1 0 0,0 0 0 0 0,0-1-1 0 0,0 1 1 0 0,1 0-1 0 0,-1 0 1 0 0,0 0-1 0 0,1 0 1 0 0</inkml:trace>
</inkml:ink>
</file>

<file path=ppt/ink/ink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39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0 720 0 0,'0'0'771'0'0,"13"9"3475"0"0,-10 0-3500 0 0,-1 0-1 0 0,0-1 1 0 0,-1 1 0 0 0,0 13-1 0 0,7 32 888 0 0,-8-51-1559 0 0,1 1-1 0 0,1-1 1 0 0,-1 0-1 0 0,0 1 0 0 0,1-1 1 0 0,-1 0-1 0 0,1 0 1 0 0,0 0-1 0 0,0 0 1 0 0,1 0-1 0 0,-1-1 0 0 0,0 1 1 0 0,1-1-1 0 0,0 1 1 0 0,-1-1-1 0 0,6 4 1 0 0,-6-6-53 0 0,1 1 0 0 0,-1 0 0 0 0,0-1 0 0 0,0 0 0 0 0,0 1 0 0 0,0-1 0 0 0,0 0 0 0 0,0 0 0 0 0,1 0 0 0 0,-1-1 0 0 0,0 1 0 0 0,0 0 0 0 0,0-1 0 0 0,0 1 0 0 0,0-1 0 0 0,0 0 0 0 0,0 0 0 0 0,0 0 0 0 0,0 0 0 0 0,0 0 0 0 0,0 0 0 0 0,-1 0 0 0 0,1-1 0 0 0,0 1 0 0 0,-1-1 0 0 0,1 1 0 0 0,-1-1 0 0 0,1 1 0 0 0,-1-1 0 0 0,2-3 0 0 0,28-24 124 0 0,-30 28-155 0 0,2 3-2 0 0,-1-1 9 0 0,0 1 0 0 0,1 0 0 0 0,-1 0 0 0 0,0 0 0 0 0,0 1 0 0 0,0-1 0 0 0,0 0 0 0 0,0 1 0 0 0,-1-1 0 0 0,1 1 0 0 0,-1-1 0 0 0,2 4 0 0 0,8 12 1 0 0,-7-15 7 0 0,-1 0 0 0 0,1 0 0 0 0,0 0 0 0 0,0 0 0 0 0,0-1 0 0 0,0 0 0 0 0,0 0 0 0 0,0 0 0 0 0,1 0 0 0 0,-1-1 0 0 0,1 1 0 0 0,-1-1 0 0 0,1 0 0 0 0,0-1 0 0 0,-1 1 0 0 0,1-1 0 0 0,0 0 0 0 0,-1 0 1 0 0,1 0-1 0 0,0-1 0 0 0,-1 1 0 0 0,1-1 0 0 0,7-3 0 0 0,-1 1-1 0 0,0-1 1 0 0,0-1-1 0 0,-1 0 1 0 0,1 0 0 0 0,-1-1-1 0 0,0 0 1 0 0,15-13-1 0 0,-9 3 40 0 0,-15 14-48 0 0,0 0 0 0 0,0 1-1 0 0,0-1 1 0 0,0 1 0 0 0,0 0 0 0 0,1-1 0 0 0,-1 1 0 0 0,0 0 0 0 0,1 0 0 0 0,-1-1 0 0 0,1 1 0 0 0,-1 0 0 0 0,1 0 0 0 0,-1 1 0 0 0,1-1 0 0 0,0 0 0 0 0,-1 1 0 0 0,1-1 0 0 0,0 1 0 0 0,0-1 0 0 0,-1 1 0 0 0,1 0 0 0 0,0-1 0 0 0,0 1-1 0 0,0 0 1 0 0,0 0 0 0 0,-1 1 0 0 0,1-1 0 0 0,0 0 0 0 0,2 1 0 0 0,30 42-22 0 0,-26-39 31 0 0,-1-1-1 0 0,0 1 0 0 0,1-1 1 0 0,0-1-1 0 0,0 1 0 0 0,0-1 1 0 0,0 0-1 0 0,0-1 0 0 0,0 0 1 0 0,0-1-1 0 0,0 1 1 0 0,12-2-1 0 0,10 2 3 0 0,-29-1-8 0 0,2 1 54 0 0,0-1-1 0 0,0 1 1 0 0,0-1-1 0 0,1 0 0 0 0,-1 0 1 0 0,0 0-1 0 0,0 0 1 0 0,0-1-1 0 0,0 1 1 0 0,0-1-1 0 0,0 0 0 0 0,0 1 1 0 0,0-2-1 0 0,0 1 1 0 0,0 0-1 0 0,-1 0 1 0 0,5-4-1 0 0,-6 4 219 0 0,5-4-170 0 0</inkml:trace>
</inkml:ink>
</file>

<file path=ppt/ink/ink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0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16 764 0 0,'-14'-15'9142'0'0,"17"49"-8464"0"0,2 0 0 0 0,1-1 0 0 0,2 1 0 0 0,1-1 0 0 0,1-1 0 0 0,16 33 0 0 0,28 101 1134 0 0,-49-146-1695 0 0,-3-14-83 0 0,0 0 1 0 0,0 0-1 0 0,-1 1 1 0 0,0-1-1 0 0,0 1 0 0 0,-1-1 1 0 0,0 1-1 0 0,0-1 1 0 0,0 1-1 0 0,-3 11 1 0 0,3-16-474 0 0,-25 5-5543 0 0,20-9 1994 0 0,-7-5 301 0 0</inkml:trace>
</inkml:ink>
</file>

<file path=ppt/ink/ink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0.7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36 448 0 0,'0'0'3048'0'0,"38"2"-2368"0"0,-21-2-52 0 0,2-2-80 0 0,3-1-55 0 0,4 1-65 0 0,6-2-28 0 0,8 1-148 0 0,-9-1-216 0 0,9 2-248 0 0,1-3-312 0 0,-13 4-517 0 0,3-4-1119 0 0,9-1 496 0 0</inkml:trace>
</inkml:ink>
</file>

<file path=ppt/ink/ink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1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27 1140 0 0,'-10'-26'8976'0'0,"106"414"-3643"0"0,-65-251-4428 0 0,-28-127-887 0 0,12 54 307 0 0,9 82 0 0 0,-25-127-1129 0 0,-1-9-1845 0 0,-22-25-8280 0 0</inkml:trace>
</inkml:ink>
</file>

<file path=ppt/ink/ink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1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1 462 112 0 0,'2'-2'623'0'0,"17"-7"-83"0"0,0 0 0 0 0,1 1 1 0 0,0 1-1 0 0,0 2 1 0 0,1-1-1 0 0,38-3 0 0 0,-22 2-78 0 0,2 0 207 0 0,68-24 1 0 0,-96 27-524 0 0,0 0 1 0 0,0-1-1 0 0,-1 0 1 0 0,1-1 0 0 0,-1 0-1 0 0,0 0 1 0 0,-1-1-1 0 0,0-1 1 0 0,0 0-1 0 0,13-14 1 0 0,-18 15-41 0 0,0 1 0 0 0,0-1 0 0 0,-1 1 0 0 0,0-1 1 0 0,0 0-1 0 0,-1 0 0 0 0,1-1 0 0 0,-2 1 0 0 0,1 0 0 0 0,-1-1 0 0 0,0 1 0 0 0,0-1 0 0 0,-1 1 1 0 0,0-1-1 0 0,-1 1 0 0 0,1-1 0 0 0,-2 1 0 0 0,-1-9 0 0 0,0 4 181 0 0,0 0 0 0 0,-1 0 0 0 0,-1 1 0 0 0,0-1 1 0 0,-1 1-1 0 0,0 0 0 0 0,0 1 0 0 0,-1-1 0 0 0,-16-17 0 0 0,22 27-261 0 0,0 1 0 0 0,1-1 0 0 0,-1 0 1 0 0,0 1-1 0 0,0 0 0 0 0,0-1 0 0 0,1 1 0 0 0,-1-1 0 0 0,0 1 0 0 0,0 0 0 0 0,0 0 0 0 0,0 0 0 0 0,0-1 0 0 0,0 1 0 0 0,0 0 1 0 0,1 0-1 0 0,-1 0 0 0 0,0 0 0 0 0,0 0 0 0 0,0 1 0 0 0,0-1 0 0 0,0 0 0 0 0,0 0 0 0 0,0 1 0 0 0,1-1 0 0 0,-1 0 0 0 0,0 1 1 0 0,0-1-1 0 0,0 1 0 0 0,1-1 0 0 0,-1 1 0 0 0,0-1 0 0 0,1 1 0 0 0,-1-1 0 0 0,0 1 0 0 0,1 0 0 0 0,-1 0 0 0 0,1-1 0 0 0,-1 1 1 0 0,1 0-1 0 0,-1 1 0 0 0,-20 33 301 0 0,12-9-66 0 0,1 0 1 0 0,-7 54-1 0 0,9-32-38 0 0,3 0 0 0 0,4 63 0 0 0,1-80-105 0 0,2 1 1 0 0,1-1-1 0 0,10 31 1 0 0,-15-60-42 0 0,3-2-42 0 0,5 2 13 0 0,-5-2-35 0 0,23-12-29 0 0,-23 10 13 0 0,1 0 0 0 0,-1 0-1 0 0,1 0 1 0 0,-1 0 0 0 0,1 1 0 0 0,0-1 0 0 0,-1 1 0 0 0,5-1-1 0 0,20 1 3 0 0,0 0-1 0 0,32 5 0 0 0,7 0 31 0 0,-65-4-12 0 0,0 0 1 0 0,0 0-1 0 0,0 1 1 0 0,0-1-1 0 0,0-1 0 0 0,-1 1 1 0 0,1 0-1 0 0,0 0 1 0 0,0-1-1 0 0,0 1 1 0 0,0-1-1 0 0,-1 1 1 0 0,1-1-1 0 0,0 0 0 0 0,0 1 1 0 0,-1-1-1 0 0,1 0 1 0 0,-1 0-1 0 0,1-1 1 0 0,-1 1-1 0 0,1 0 1 0 0,-1 0-1 0 0,1-1 0 0 0,0-1 1 0 0,-1 2 93 0 0,4-10 415 0 0,-5 11-547 0 0,-1-1 0 0 0,1 1 0 0 0,0-1 0 0 0,0 1 0 0 0,0-1 0 0 0,0 1 0 0 0,0-1-1 0 0,0 1 1 0 0,0-1 0 0 0,1 1 0 0 0,-1-1 0 0 0,0 1 0 0 0,0-1 0 0 0,0 1 0 0 0,0-1 0 0 0,1 1 0 0 0,-1-1 0 0 0,0 1-1 0 0,0-1 1 0 0,1 1 0 0 0,-1-1 0 0 0,0 1 0 0 0,1 0 0 0 0,-1-1 0 0 0,0 1 0 0 0,1 0 0 0 0,-1-1 0 0 0,1 1 0 0 0,-1 0-1 0 0,1-1 1 0 0,-1 1 0 0 0,1 0 0 0 0,-1 0 0 0 0,1 0 0 0 0,-1-1 0 0 0,1 1 0 0 0,-1 0 0 0 0,1 0 0 0 0,-1 0 0 0 0,1 0-1 0 0,-1 0 1 0 0,1 0 0 0 0,0 0 0 0 0,30 15-2298 0 0,5-1-5115 0 0,-20-9 3659 0 0</inkml:trace>
</inkml:ink>
</file>

<file path=ppt/ink/ink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2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51 680 0 0,'19'-51'12214'0'0,"-20"58"-11751"0"0,-38 193 2742 0 0,43-169-2777 0 0,0-7 60 0 0,24-27-318 0 0,10-15 19 0 0,41-28 1 0 0,-77 46-194 0 0,-1-1 1 0 0,1 0-1 0 0,-1 1 0 0 0,1-1 1 0 0,0 1-1 0 0,-1-1 0 0 0,1 1 1 0 0,-1 0-1 0 0,1-1 0 0 0,0 1 1 0 0,-1 0-1 0 0,1 0 0 0 0,0 0 0 0 0,-1 1 1 0 0,1-1-1 0 0,0 0 0 0 0,-1 1 1 0 0,1-1-1 0 0,0 1 0 0 0,2 1 1 0 0,34 19-302 0 0,-16-8-130 0 0,-9-7 187 0 0,7 4-99 0 0,1-1 0 0 0,0-1 0 0 0,39 9-1 0 0,-55-16 334 0 0,-1 0-1 0 0,1 0 1 0 0,-1 0-1 0 0,1-1 1 0 0,-1 0-1 0 0,1 0 0 0 0,-1 0 1 0 0,1 0-1 0 0,-1-1 1 0 0,1 0-1 0 0,-1 0 1 0 0,0 0-1 0 0,1 0 0 0 0,-1-1 1 0 0,0 0-1 0 0,0 0 1 0 0,0 0-1 0 0,0 0 1 0 0,0 0-1 0 0,0-1 1 0 0,-1 0-1 0 0,1 0 0 0 0,-1 0 1 0 0,0 0-1 0 0,5-6 1 0 0,-6 5 76 0 0,1 0 0 0 0,-1 0 0 0 0,-1-1 0 0 0,1 1 0 0 0,-1 0 0 0 0,1-1 0 0 0,-1 1 0 0 0,0-1 1 0 0,-1 0-1 0 0,1 1 0 0 0,-1-1 0 0 0,0 0 0 0 0,-1-6 0 0 0,-12-61 761 0 0,10 60-654 0 0,3 10-173 0 0,-2-5 689 0 0,2 2-2423 0 0</inkml:trace>
</inkml:ink>
</file>

<file path=ppt/ink/ink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2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60 260 0 0,'0'0'4576'0'0,"-5"-3"-3645"0"0,-15-7-69 0 0,18 9-770 0 0,1 1 0 0 0,0 0 0 0 0,0 0-1 0 0,0 0 1 0 0,-1 1 0 0 0,1-1 0 0 0,0 0 0 0 0,0 0 0 0 0,0 1-1 0 0,0-1 1 0 0,0 0 0 0 0,-1 1 0 0 0,1 0 0 0 0,0-1-1 0 0,0 1 1 0 0,0-1 0 0 0,0 1 0 0 0,0 0 0 0 0,1 0-1 0 0,-1-1 1 0 0,0 1 0 0 0,0 0 0 0 0,0 0 0 0 0,1 0-1 0 0,-1 0 1 0 0,0 0 0 0 0,1 0 0 0 0,-2 2 0 0 0,0 0 114 0 0,0 0 1 0 0,1 0 0 0 0,-1 0 0 0 0,0 1 0 0 0,1-1 0 0 0,0 0 0 0 0,0 1 0 0 0,0-1-1 0 0,-1 4 1 0 0,2-4-119 0 0,1 1-1 0 0,-1-1 0 0 0,0 0 0 0 0,1 0 0 0 0,0 0 0 0 0,0 0 0 0 0,0 0 1 0 0,0 0-1 0 0,0 0 0 0 0,1 0 0 0 0,-1 0 0 0 0,1-1 0 0 0,0 1 0 0 0,0-1 1 0 0,0 1-1 0 0,0-1 0 0 0,0 0 0 0 0,0 1 0 0 0,1-1 0 0 0,-1 0 0 0 0,6 2 1 0 0,-6-3-37 0 0,0 0 0 0 0,0 0 0 0 0,0 0 0 0 0,0 0 0 0 0,0-1 1 0 0,0 1-1 0 0,0-1 0 0 0,0 1 0 0 0,1-1 0 0 0,-1 0 0 0 0,0 0 1 0 0,0 0-1 0 0,0 0 0 0 0,1-1 0 0 0,-1 1 0 0 0,0-1 0 0 0,0 1 1 0 0,0-1-1 0 0,0 1 0 0 0,0-1 0 0 0,0 0 0 0 0,0 0 0 0 0,0 0 1 0 0,0-1-1 0 0,0 1 0 0 0,0 0 0 0 0,-1-1 0 0 0,1 1 0 0 0,0-1 1 0 0,-1 1-1 0 0,1-1 0 0 0,1-3 0 0 0,0 1-19 0 0,0 0 1 0 0,-1-1-1 0 0,0 1 1 0 0,0 0-1 0 0,0-1 1 0 0,0 0-1 0 0,-1 1 1 0 0,0-1-1 0 0,0 0 0 0 0,0 0 1 0 0,0 1-1 0 0,-1-1 1 0 0,0 0-1 0 0,0 0 1 0 0,0 0-1 0 0,-1 0 1 0 0,0 0-1 0 0,1 1 0 0 0,-2-1 1 0 0,1 0-1 0 0,0 1 1 0 0,-1-1-1 0 0,0 1 1 0 0,0-1-1 0 0,-1 1 0 0 0,1 0 1 0 0,-1 0-1 0 0,-5-7 1 0 0,7 10-239 0 0,0 1 0 0 0,0-1 0 0 0,0 1 0 0 0,0-1 0 0 0,0 1 0 0 0,0-1 0 0 0,0 1 0 0 0,0 0 0 0 0,0-1 0 0 0,0 1 0 0 0,-1 0 0 0 0,1 0 0 0 0,0 0 0 0 0,0 0 0 0 0,0 0 0 0 0,0 0 0 0 0,0 0 0 0 0,-2 1 0 0 0,-11 3-5666 0 0,5 0 2427 0 0</inkml:trace>
</inkml:ink>
</file>

<file path=ppt/ink/ink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2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0 268 0 0,'45'16'4085'0'0,"-42"-12"-3870"0"0,1 0 0 0 0,0 0 0 0 0,-1 0 0 0 0,0 1-1 0 0,0-1 1 0 0,0 1 0 0 0,-1 0 0 0 0,1 0 0 0 0,-1 0 0 0 0,0 0 0 0 0,-1 0 0 0 0,1 1 0 0 0,-1-1-1 0 0,0 0 1 0 0,-1 1 0 0 0,1-1 0 0 0,-1 1 0 0 0,0-1 0 0 0,-1 8 0 0 0,1-11-23 0 0,-9 13 3489 0 0,11-21-3671 0 0,1 0 0 0 0,0 0 0 0 0,0 0 0 0 0,0 0 0 0 0,0 1 0 0 0,1-1-1 0 0,0 1 1 0 0,0 0 0 0 0,0 0 0 0 0,1 0 0 0 0,10-8 0 0 0,-8 8-1256 0 0,0 0 1 0 0,0 0 0 0 0,1 1-1 0 0,-1 0 1 0 0,16-5-1 0 0,-10 4-1664 0 0</inkml:trace>
</inkml:ink>
</file>

<file path=ppt/ink/ink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3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3 452 276 0 0,'-2'19'2931'0'0,"2"21"235"0"0,0-39-3066 0 0,1 1 0 0 0,-1-1 0 0 0,1 1 0 0 0,0-1 0 0 0,-1 1 0 0 0,1-1 0 0 0,0 0 0 0 0,0 1 0 0 0,0-1 0 0 0,0 0 0 0 0,0 0 0 0 0,0 0 0 0 0,1 0 0 0 0,-1 0 0 0 0,0 0 0 0 0,0 0 0 0 0,1 0 0 0 0,-1 0 0 0 0,1-1 0 0 0,-1 1 0 0 0,0-1 0 0 0,1 1 0 0 0,-1-1 0 0 0,1 1 0 0 0,2-1 0 0 0,0 1-1 0 0,1-1 0 0 0,0 1 0 0 0,0-1 0 0 0,-1-1 0 0 0,1 1 0 0 0,0-1 0 0 0,-1 0 0 0 0,1 0 0 0 0,0 0 0 0 0,-1 0 0 0 0,1-1 0 0 0,-1 0 0 0 0,0 0 0 0 0,1 0 0 0 0,-1-1 0 0 0,0 1 0 0 0,0-1 0 0 0,-1 0 0 0 0,1 0 0 0 0,-1 0 0 0 0,1 0 0 0 0,-1-1 0 0 0,0 0 0 0 0,0 1 0 0 0,0-1 0 0 0,2-6 0 0 0,9-14 28 0 0,-1 1 0 0 0,-1-2-1 0 0,13-36 1 0 0,-16 38-11 0 0,1-2 242 0 0,0-1 0 0 0,-2-1-1 0 0,-1 1 1 0 0,-1-1 0 0 0,-1 0 0 0 0,-2-1-1 0 0,0 1 1 0 0,-2-1 0 0 0,-5-52 0 0 0,4 78 293 0 0,-8 11-537 0 0,1 0 1 0 0,0 1 0 0 0,1-1-1 0 0,0 2 1 0 0,0-1 0 0 0,1 1 0 0 0,0-1-1 0 0,1 1 1 0 0,1 0 0 0 0,-1 1 0 0 0,2-1-1 0 0,0 1 1 0 0,0-1 0 0 0,1 1 0 0 0,0 0-1 0 0,2 21 1 0 0,0-17-345 0 0,1 0 1 0 0,1 1-1 0 0,0-1 0 0 0,1 0 1 0 0,6 15-1 0 0,-6-19-1148 0 0,1 0 0 0 0,1-1-1 0 0,0 0 1 0 0,1 0 0 0 0,0 0 0 0 0,12 14 0 0 0,-12-18-2797 0 0</inkml:trace>
</inkml:ink>
</file>

<file path=ppt/ink/ink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5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23 36 0 0,'-11'-13'2857'0'0,"5"11"-2496"0"0,0 0 0 0 0,0 0 0 0 0,0 1 0 0 0,0 0-1 0 0,-1 0 1 0 0,1 1 0 0 0,0 0 0 0 0,0 0 0 0 0,0 0 0 0 0,-9 2 0 0 0,11-1-188 0 0,-1-1 0 0 0,1 1 1 0 0,-1 0-1 0 0,1 1 0 0 0,0-1 1 0 0,-1 1-1 0 0,1-1 0 0 0,0 1 0 0 0,0 1 1 0 0,0-1-1 0 0,1 0 0 0 0,-1 1 1 0 0,0 0-1 0 0,1 0 0 0 0,-4 4 1 0 0,5-5-117 0 0,1 1 0 0 0,0-1 0 0 0,-1 1 1 0 0,1-1-1 0 0,0 1 0 0 0,0-1 1 0 0,1 1-1 0 0,-1 0 0 0 0,1-1 1 0 0,-1 1-1 0 0,1 0 0 0 0,0-1 0 0 0,0 1 1 0 0,0 0-1 0 0,0 0 0 0 0,0-1 1 0 0,1 1-1 0 0,-1 0 0 0 0,1 0 1 0 0,1 2-1 0 0,3 7 68 0 0,0 0 1 0 0,0-1-1 0 0,11 15 1 0 0,-12-19-78 0 0,0-1-1 0 0,0 1 0 0 0,0 0 1 0 0,-1 0-1 0 0,0 0 1 0 0,-1 0-1 0 0,1 1 1 0 0,1 10-1 0 0,-4-9 7 0 0,0 0-1 0 0,-1 0 0 0 0,0-1 1 0 0,-1 1-1 0 0,0 0 0 0 0,0-1 1 0 0,-1 1-1 0 0,0-1 0 0 0,-1 1 1 0 0,1-1-1 0 0,-10 13 0 0 0,12-19-27 0 0,-4 2 114 0 0</inkml:trace>
</inkml:ink>
</file>

<file path=ppt/ink/ink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7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49 100 0 0,'-9'-34'4467'0'0,"6"20"31"0"0,-18 49-3024 0 0,-62 147 1742 0 0,64-137-2755 0 0,18-43-548 0 0,0 2 509 0 0</inkml:trace>
</inkml:ink>
</file>

<file path=ppt/ink/ink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8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15 616 0 0,'0'0'1548'0'0,"0"-14"-712"0"0</inkml:trace>
</inkml:ink>
</file>

<file path=ppt/ink/ink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8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0 664 0 0,'4'37'2894'0'0,"1"-22"-2012"0"0,-2-1 1 0 0,0 1-1 0 0,0 0 1 0 0,0 16-1 0 0,-3-29-671 0 0,2 7 193 0 0,3-10 2262 0 0,16-15-2307 0 0,-14 10-116 0 0,1 0 1 0 0,-1 1-1 0 0,1-1 0 0 0,0 2 1 0 0,0-1-1 0 0,0 1 1 0 0,15-5-1 0 0,-21 9-225 0 0,0 0 0 0 0,0 0 0 0 0,0 1 0 0 0,0-1 1 0 0,-1 1-1 0 0,1-1 0 0 0,0 1 0 0 0,0 0 0 0 0,0-1 0 0 0,0 1 0 0 0,-1 0 0 0 0,1 0 0 0 0,0 0 0 0 0,-1 1 0 0 0,1-1 0 0 0,-1 0 0 0 0,1 0 0 0 0,-1 1 0 0 0,2 2 0 0 0,22 29-56 0 0,-25-32 37 0 0,9 12-520 0 0,15 24-1456 0 0,-2-19-4110 0 0,-12-13 3109 0 0</inkml:trace>
</inkml:ink>
</file>

<file path=ppt/ink/ink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30 864 0 0,'1'-2'436'0'0,"0"0"0"0"0,0 1 1 0 0,0-1-1 0 0,0 0 0 0 0,0 0 0 0 0,1 0 0 0 0,-1 1 0 0 0,1-1 1 0 0,-1 1-1 0 0,1-1 0 0 0,1-1 0 0 0,6-4 3078 0 0,-9 48-1179 0 0,-21 203 1714 0 0,16-151-3237 0 0,2-9 467 0 0,3-49-3639 0 0,0-11-2790 0 0,8-48 2846 0 0,1 2-1181 0 0,-6 8 793 0 0</inkml:trace>
</inkml:ink>
</file>

<file path=ppt/ink/ink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9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0 546 4108 0 0,'3'-8'69'0'0,"1"-1"0"0"0,0 1 0 0 0,0 0-1 0 0,0 0 1 0 0,1 1 0 0 0,0-1 0 0 0,1 1-1 0 0,0 0 1 0 0,0 0 0 0 0,0 1 0 0 0,13-10-1 0 0,6-2 404 0 0,1 1-1 0 0,33-16 1 0 0,-40 23-150 0 0,1 0 0 0 0,-2-1-1 0 0,0-1 1 0 0,0-1 0 0 0,-1 0 0 0 0,18-19 0 0 0,-25 22-30 0 0,-1-1 0 0 0,0 0 0 0 0,-1-1 0 0 0,0 0 0 0 0,-1 0 0 0 0,0-1 0 0 0,0 0 0 0 0,-2 0 0 0 0,0-1 0 0 0,0 1 0 0 0,-1-1 0 0 0,-1 0 0 0 0,0 0 0 0 0,-1 0 0 0 0,-1-1 0 0 0,0 1 0 0 0,-1 0 0 0 0,-1-18 0 0 0,-2 20 356 0 0,-2 12-257 0 0,-8 21-131 0 0,-8 43-89 0 0,13-10-19 0 0,2 1 0 0 0,3 1 0 0 0,2-1 0 0 0,3 0 0 0 0,11 73 1 0 0,-8-82-31 0 0,-5-44-101 0 0,0-2-16 0 0,0 0-1 0 0,0 1 1 0 0,0-1 0 0 0,0 0-1 0 0,-1 0 1 0 0,1 1 0 0 0,0-1 0 0 0,0 0-1 0 0,0 0 1 0 0,0 1 0 0 0,0-1-1 0 0,0 0 1 0 0,0 0 0 0 0,0 1 0 0 0,0-1-1 0 0,0 0 1 0 0,0 0 0 0 0,1 0-1 0 0,-1 1 1 0 0,0-1 0 0 0,0 0 0 0 0,0 0-1 0 0,0 1 1 0 0,0-1 0 0 0,0 0-1 0 0,0 0 1 0 0,1 0 0 0 0,-1 1 0 0 0,0-1-1 0 0,0 0 1 0 0,0 0 0 0 0,0 0-1 0 0,1 0 1 0 0,-1 0 0 0 0,0 1 0 0 0,0-1-1 0 0,1 0 1 0 0,-1 0 0 0 0,0 0-1 0 0,0 0 1 0 0,0 0 0 0 0,1 0 0 0 0,-1 0-1 0 0,0 0 1 0 0,0 0 0 0 0,1 0-1 0 0,-1 0 1 0 0,0 0 0 0 0,0 0 0 0 0,1 0-1 0 0,-1 0 1 0 0,0 0 0 0 0,0 0-1 0 0,1 0 1 0 0,44-33-4 0 0,-41 32-10 0 0,1 0 1 0 0,-1 1-1 0 0,1 0 1 0 0,0-1-1 0 0,-1 1 0 0 0,1 1 1 0 0,0-1-1 0 0,7 2 1 0 0,15 3 8 0 0,6 1 6 0 0,1 0 0 0 0,0-3 0 0 0,0 0 0 0 0,55-5 0 0 0,-85 2 12 0 0,-1-1 0 0 0,0-1-1 0 0,1 1 1 0 0,-1 0 0 0 0,0-1-1 0 0,0 0 1 0 0,0 0 0 0 0,0 0-1 0 0,0 0 1 0 0,0 0 0 0 0,-1 0-1 0 0,1-1 1 0 0,-1 1 0 0 0,1-1-1 0 0,-1 0 1 0 0,0 0 0 0 0,0 0-1 0 0,0 0 1 0 0,-1 0 0 0 0,1 0-1 0 0,-1 0 1 0 0,1-1 0 0 0,0-4-1 0 0,-1 6 84 0 0,-8-20-13 0 0,28 56-2891 0 0,0-12-4759 0 0,-9-13 3550 0 0</inkml:trace>
</inkml:ink>
</file>

<file path=ppt/ink/ink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49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317 157 368 0 0,'10'-56'3378'0'0,"-7"45"-2418"0"0,0 0 1 0 0,-1 0-1 0 0,-1-1 1 0 0,0 1-1 0 0,-1-1 1 0 0,0-14-1 0 0,-1 25-918 0 0,1 1 0 0 0,0-1 0 0 0,0 1-1 0 0,0 0 1 0 0,-1-1 0 0 0,1 1 0 0 0,0 0 0 0 0,-1-1 0 0 0,1 1 0 0 0,0 0-1 0 0,-1-1 1 0 0,1 1 0 0 0,-1 0 0 0 0,1-1 0 0 0,0 1 0 0 0,-1 0-1 0 0,1 0 1 0 0,-1 0 0 0 0,1 0 0 0 0,-1-1 0 0 0,1 1 0 0 0,-1 0 0 0 0,1 0-1 0 0,-1 0 1 0 0,1 0 0 0 0,-1 0 0 0 0,1 0 0 0 0,0 0 0 0 0,-1 0 0 0 0,1 0-1 0 0,-1 0 1 0 0,1 0 0 0 0,-1 1 0 0 0,1-1 0 0 0,-1 0 0 0 0,1 0 0 0 0,-1 0-1 0 0,1 1 1 0 0,-1-1 0 0 0,-16 8 227 0 0,1 1 1 0 0,-1 1-1 0 0,1 0 0 0 0,1 1 1 0 0,0 1-1 0 0,-25 26 0 0 0,12-9 179 0 0,1 2 1 0 0,-31 46-1 0 0,48-63-323 0 0,1 1 0 0 0,1 0 0 0 0,0 0 1 0 0,1 1-1 0 0,1 0 0 0 0,0 0 0 0 0,1 0 0 0 0,1 1 1 0 0,-3 23-1 0 0,7-34-99 0 0,-1 0 0 0 0,1 0-1 0 0,1 0 1 0 0,-1 0 0 0 0,1 0 0 0 0,0 0 0 0 0,0 0 0 0 0,1 0 0 0 0,-1-1-1 0 0,1 1 1 0 0,1 0 0 0 0,-1-1 0 0 0,1 0 0 0 0,0 0 0 0 0,0 1-1 0 0,0-2 1 0 0,1 1 0 0 0,0 0 0 0 0,0-1 0 0 0,0 1 0 0 0,0-1 0 0 0,1 0-1 0 0,0-1 1 0 0,0 1 0 0 0,0-1 0 0 0,0 0 0 0 0,0 0 0 0 0,0-1 0 0 0,1 1-1 0 0,7 1 1 0 0,-2-1-7 0 0,1 0 1 0 0,-1 0-1 0 0,1-1 0 0 0,0-1 0 0 0,0 0 1 0 0,0 0-1 0 0,0-1 0 0 0,0-1 0 0 0,0 0 1 0 0,0-1-1 0 0,22-6 0 0 0,7-4 69 0 0,77-36 0 0 0,-97 39-63 0 0,-15 6-1 0 0,13-10 91 0 0,-17 11-119 0 0,-3 6-101 0 0,1 0 93 0 0,1 0 1 0 0,-1-1-1 0 0,1 1 1 0 0,-1 0-1 0 0,1-1 1 0 0,2 8 0 0 0,0-7 7 0 0,0 0 1 0 0,0 0 0 0 0,1 0-1 0 0,-1-1 1 0 0,1 1 0 0 0,0-1-1 0 0,0 0 1 0 0,0 0 0 0 0,0 0 0 0 0,1 0-1 0 0,-1-1 1 0 0,1 0 0 0 0,7 3-1 0 0,-3-2-22 0 0,0 0 0 0 0,0 0 0 0 0,0-2 0 0 0,0 1 1 0 0,0-1-1 0 0,11 0 0 0 0,-18-1-9 0 0,4-2 0 0 0,-5 2 38 0 0,-1 0 0 0 0,1 0 0 0 0,0 0-1 0 0,-1 0 1 0 0,1 0 0 0 0,0 0 0 0 0,-1-1 0 0 0,1 1 0 0 0,0 0-1 0 0,-1 0 1 0 0,1-1 0 0 0,0 1 0 0 0,-1 0 0 0 0,1-1-1 0 0,0 1 1 0 0,-1 0 0 0 0,1-1 0 0 0,-1 1 0 0 0,1-1 0 0 0,-1 1-1 0 0,1-1 1 0 0,-1 1 0 0 0,1-1 0 0 0,-1 1 0 0 0,0-1-1 0 0,1 0 1 0 0,-1 1 0 0 0,0-1 0 0 0,0 0 0 0 0,1 0 0 0 0,-1-2 10 0 0,-1 0 0 0 0,1 0 0 0 0,-1 0 0 0 0,0 0 0 0 0,0 0 0 0 0,0 0 0 0 0,0 1 0 0 0,-1-1 0 0 0,1 0 0 0 0,-1 1 0 0 0,0-1 0 0 0,1 1 0 0 0,-1-1 0 0 0,0 1 0 0 0,0 0 0 0 0,-3-2 0 0 0,-1-1-534 0 0,1 0 0 0 0,-1 1-1 0 0,0 0 1 0 0,0 0 0 0 0,-11-5 0 0 0</inkml:trace>
</inkml:ink>
</file>

<file path=ppt/ink/ink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0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0 268 0 0,'20'24'4846'0'0,"-12"-1"-3326"0"0,-5-17-633 0 0,0 0 1 0 0,-1 0-1 0 0,0 0 1 0 0,0 0 0 0 0,1 10-1 0 0,2-21-713 0 0,-1 1 1 0 0,1-1-1 0 0,0 1 0 0 0,0 0 1 0 0,1 0-1 0 0,5-2 0 0 0,-3 0 148 0 0,-7 5-286 0 0,0 0 0 0 0,0 0 0 0 0,0 0 0 0 0,1 0 0 0 0,-1 1 0 0 0,0-1 0 0 0,1 0-1 0 0,-1 0 1 0 0,1 1 0 0 0,-1-1 0 0 0,1 1 0 0 0,-1 0 0 0 0,1-1 0 0 0,-1 1 0 0 0,1 0 0 0 0,-1 0 0 0 0,1 0 0 0 0,-1 0-1 0 0,1 0 1 0 0,-1 0 0 0 0,1 0 0 0 0,2 1 0 0 0,26 20-478 0 0,1 1-8075 0 0,-21-19 5497 0 0</inkml:trace>
</inkml:ink>
</file>

<file path=ppt/ink/ink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0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66 868 0 0,'6'-17'2267'0'0,"3"-11"2244"0"0,-7 7 1257 0 0,-7 25-5361 0 0,-7 7-169 0 0,1 0 0 0 0,0 0 1 0 0,1 1-1 0 0,0 1 0 0 0,1 0 0 0 0,0 0 1 0 0,1 0-1 0 0,-9 22 0 0 0,11-22-139 0 0,1 0 0 0 0,0 0 0 0 0,0 1 0 0 0,2 0 0 0 0,0-1 0 0 0,0 1 0 0 0,1 0 0 0 0,1 0 0 0 0,0 1 0 0 0,2 16 0 0 0,1-21-62 0 0,-1-1 1 0 0,1 0-1 0 0,1 0 1 0 0,0 0 0 0 0,0-1-1 0 0,1 1 1 0 0,0-1 0 0 0,1 1-1 0 0,-1-1 1 0 0,1 0-1 0 0,1-1 1 0 0,9 11 0 0 0,-12-15-20 0 0,1 1-1 0 0,0-1 1 0 0,0 1 0 0 0,0-1 0 0 0,0-1 0 0 0,1 1 0 0 0,-1 0-1 0 0,1-1 1 0 0,-1 0 0 0 0,1 0 0 0 0,0 0 0 0 0,0-1 0 0 0,0 0 0 0 0,0 0-1 0 0,0 0 1 0 0,0 0 0 0 0,1-1 0 0 0,-1 0 0 0 0,0 0 0 0 0,0 0-1 0 0,0-1 1 0 0,0 0 0 0 0,8-2 0 0 0,-6 1-4 0 0,0 0-1 0 0,0 0 1 0 0,-1-1 0 0 0,1 0-1 0 0,0-1 1 0 0,-1 0 0 0 0,0 0-1 0 0,0 0 1 0 0,0 0 0 0 0,-1-1 0 0 0,0 0-1 0 0,1 0 1 0 0,-2-1 0 0 0,1 1-1 0 0,-1-1 1 0 0,7-11 0 0 0,-10 16-13 0 0,-1 0-1 0 0,0 1 1 0 0,1-1 0 0 0,-1 0 0 0 0,0 0 0 0 0,1 0 0 0 0,-1 1 0 0 0,0-1 0 0 0,0 0 0 0 0,0 0-1 0 0,0 0 1 0 0,0 1 0 0 0,0-1 0 0 0,0 0 0 0 0,0 0 0 0 0,0 0 0 0 0,0 0 0 0 0,0 1 0 0 0,-1-1-1 0 0,1 0 1 0 0,0 0 0 0 0,0 1 0 0 0,-1-1 0 0 0,1 0 0 0 0,-1 0 0 0 0,1 1 0 0 0,-1-1 0 0 0,1 0-1 0 0,-1 1 1 0 0,1-1 0 0 0,-1 1 0 0 0,1-1 0 0 0,-1 0 0 0 0,0 1 0 0 0,1 0 0 0 0,-1-1 0 0 0,0 1-1 0 0,0-1 1 0 0,1 1 0 0 0,-1 0 0 0 0,-1-1 0 0 0,0 0 48 0 0,-2 4-76 0 0,1-2 25 0 0,0 0 0 0 0,0 1 1 0 0,0-1-1 0 0,1 1 0 0 0,-1 0 0 0 0,0 0 0 0 0,1 0 0 0 0,0 0 1 0 0,-1 0-1 0 0,1 0 0 0 0,0 1 0 0 0,0-1 0 0 0,0 1 0 0 0,1 0 1 0 0,-1-1-1 0 0,1 1 0 0 0,-1 0 0 0 0,1 0 0 0 0,0 0 0 0 0,0 0 1 0 0,0 0-1 0 0,0 0 0 0 0,1 0 0 0 0,-1 0 0 0 0,1 1 0 0 0,0-1 1 0 0,0 0-1 0 0,0 0 0 0 0,0 0 0 0 0,1 1 0 0 0,-1-1 0 0 0,1 0 1 0 0,0 0-1 0 0,0 0 0 0 0,0 0 0 0 0,0 0 0 0 0,0 0 0 0 0,1 0 1 0 0,-1-1-1 0 0,1 1 0 0 0,0 0 0 0 0,0-1 0 0 0,0 1 0 0 0,0-1 1 0 0,0 0-1 0 0,4 3 0 0 0,-3-3-13 0 0,0 0-1 0 0,0-1 1 0 0,0 1-1 0 0,1-1 1 0 0,-1 1-1 0 0,0-1 1 0 0,1-1-1 0 0,-1 1 1 0 0,1 0-1 0 0,-1-1 1 0 0,1 1-1 0 0,0-1 1 0 0,-1 0 0 0 0,1 0-1 0 0,-1-1 1 0 0,6 0-1 0 0,59-14-250 0 0,113-54-285 0 0,-179 69 545 0 0,0-1 0 0 0,0 1 0 0 0,0 0 0 0 0,0 0-1 0 0,-1 0 1 0 0,1 0 0 0 0,0 0 0 0 0,0 0 0 0 0,0 0 0 0 0,0 1 0 0 0,0-1 0 0 0,0 1 0 0 0,-1-1 0 0 0,1 1 0 0 0,0 0 0 0 0,0-1-1 0 0,-1 1 1 0 0,1 0 0 0 0,-1 0 0 0 0,3 2 0 0 0,25 28-75 0 0,-7-7-25 0 0,-10-14-340 0 0,-10-8 153 0 0,0 0 0 0 0,0 0-1 0 0,0 0 1 0 0,0 0-1 0 0,1-1 1 0 0,-1 1 0 0 0,0-1-1 0 0,1 1 1 0 0,-1-1 0 0 0,0 0-1 0 0,1 0 1 0 0,0 0-1 0 0,-1 0 1 0 0,1-1 0 0 0,0 1-1 0 0,-1-1 1 0 0,1 1-1 0 0,0-1 1 0 0,-1 0 0 0 0,1 0-1 0 0,0-1 1 0 0,0 1-1 0 0,-1 0 1 0 0,1-1 0 0 0,0 1-1 0 0,-1-1 1 0 0,6-2-1 0 0,20-11-1034 0 0,-26 13 1383 0 0,0 0-1 0 0,0 0 1 0 0,-1 0 0 0 0,1 0-1 0 0,0 0 1 0 0,-1 0 0 0 0,1-1-1 0 0,-1 1 1 0 0,0 0 0 0 0,1-1-1 0 0,-1 1 1 0 0,0-1 0 0 0,0 1 0 0 0,0-1-1 0 0,0 0 1 0 0,0 0 0 0 0,1-2-1 0 0,-2 3-29 0 0,0 1 0 0 0,0-1-1 0 0,0 0 1 0 0,0 1-1 0 0,-1-1 1 0 0,1 1 0 0 0,0-1-1 0 0,0 0 1 0 0,0 1-1 0 0,-1-1 1 0 0,1 1 0 0 0,0-1-1 0 0,0 1 1 0 0,-1-1 0 0 0,1 1-1 0 0,-1-1 1 0 0,1 1-1 0 0,0-1 1 0 0,-1 1 0 0 0,1-1-1 0 0,-1 1 1 0 0,1 0-1 0 0,-1-1 1 0 0,0 1 0 0 0,1 0-1 0 0,-1 0 1 0 0,1-1-1 0 0,-1 1 1 0 0,1 0 0 0 0,-2 0-1 0 0,-24-1 1085 0 0,-24 15 423 0 0,45-11-1429 0 0,0 1 1 0 0,0-1-1 0 0,0 1 1 0 0,0 0-1 0 0,1 1 0 0 0,-1-1 1 0 0,-5 9-1 0 0,0-1-811 0 0,9-11-166 0 0,-4 9-4266 0 0</inkml:trace>
</inkml:ink>
</file>

<file path=ppt/ink/ink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1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15 496 0 0,'8'-14'13144'0'0,"-6"59"-10628"0"0,-8 86 0 0 0,1-46-1314 0 0,4-71-1235 0 0,-1 1-1 0 0,0-1 1 0 0,-5 15-1 0 0,-11 12-7927 0 0</inkml:trace>
</inkml:ink>
</file>

<file path=ppt/ink/ink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1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642 247 452 0 0,'25'-5'2106'0'0,"92"-17"6249"0"0,-104 21-8146 0 0,1 0 1 0 0,-1 1 0 0 0,24 3-1 0 0,-35-3-947 0 0</inkml:trace>
  <inkml:trace contextRef="#ctx0" brushRef="#br0" timeOffset="1">1 1 492 0 0,'0'0'1228'0'0</inkml:trace>
</inkml:ink>
</file>

<file path=ppt/ink/ink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3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248 167 88 0 0,'-1'-3'286'0'0,"1"-1"1"0"0,-1 1-1 0 0,1-1 1 0 0,-1 1-1 0 0,-1-1 1 0 0,1 1-1 0 0,0 0 1 0 0,-1 0-1 0 0,1-1 0 0 0,-1 1 1 0 0,0 0-1 0 0,0 0 1 0 0,0 1-1 0 0,-1-1 1 0 0,1 0-1 0 0,-1 1 0 0 0,1-1 1 0 0,-1 1-1 0 0,0 0 1 0 0,0 0-1 0 0,0 0 1 0 0,0 0-1 0 0,0 0 1 0 0,0 1-1 0 0,-1 0 0 0 0,1-1 1 0 0,0 1-1 0 0,-1 0 1 0 0,1 1-1 0 0,-6-2 1 0 0,6 2-185 0 0,0 0 0 0 0,0 0 0 0 0,0 0 0 0 0,-1 0 1 0 0,1 0-1 0 0,0 1 0 0 0,0-1 0 0 0,0 1 0 0 0,0 0 0 0 0,0 0 1 0 0,0 0-1 0 0,0 1 0 0 0,0-1 0 0 0,0 1 0 0 0,0-1 1 0 0,0 1-1 0 0,1 0 0 0 0,-1 0 0 0 0,1 0 0 0 0,-1 0 0 0 0,1 0 1 0 0,0 1-1 0 0,0-1 0 0 0,0 1 0 0 0,0 0 0 0 0,1-1 1 0 0,-1 1-1 0 0,1 0 0 0 0,-1 0 0 0 0,1 0 0 0 0,0 0 0 0 0,0 0 1 0 0,-1 6-1 0 0,2-7-75 0 0,-1 0 0 0 0,0 0 1 0 0,1 1-1 0 0,-1-1 0 0 0,1 1 0 0 0,0-1 0 0 0,0 1 1 0 0,0-1-1 0 0,0 0 0 0 0,0 1 0 0 0,0-1 1 0 0,1 1-1 0 0,-1-1 0 0 0,1 0 0 0 0,-1 1 1 0 0,1-1-1 0 0,0 0 0 0 0,0 0 0 0 0,0 1 1 0 0,1-1-1 0 0,-1 0 0 0 0,0 0 0 0 0,1 0 1 0 0,-1 0-1 0 0,1-1 0 0 0,0 1 0 0 0,-1 0 0 0 0,1-1 1 0 0,0 1-1 0 0,0-1 0 0 0,0 1 0 0 0,0-1 1 0 0,1 0-1 0 0,2 1 0 0 0,-1-1-7 0 0,1 0 0 0 0,0 0 0 0 0,0 0 0 0 0,0-1 0 0 0,-1 0 0 0 0,1 0 0 0 0,0 0 0 0 0,0 0 0 0 0,0-1 0 0 0,0 0 0 0 0,-1 0 0 0 0,1 0 0 0 0,0-1 0 0 0,-1 1 0 0 0,8-5 0 0 0,62-35 141 0 0,91-66 1 0 0,-164 106-124 0 0,1 0 0 0 0,-1 0-1 0 0,1-1 1 0 0,-1 1 0 0 0,1-1 0 0 0,-1 1 0 0 0,0-1 0 0 0,0 1-1 0 0,0-1 1 0 0,0 0 0 0 0,0 0 0 0 0,0 1 0 0 0,0-1-1 0 0,0 0 1 0 0,-1 0 0 0 0,1 0 0 0 0,-1 0 0 0 0,0 0 0 0 0,1 0-1 0 0,-1 0 1 0 0,0 0 0 0 0,0 0 0 0 0,0 0 0 0 0,0 0 0 0 0,-1 0-1 0 0,1 0 1 0 0,0 0 0 0 0,-1 0 0 0 0,0 0 0 0 0,1 0-1 0 0,-1 1 1 0 0,0-1 0 0 0,0 0 0 0 0,0 0 0 0 0,0 1 0 0 0,-2-3-1 0 0,2 3 103 0 0,1 1-128 0 0,0 0 1 0 0,0-1-1 0 0,-1 1 0 0 0,1 0 0 0 0,0 0 0 0 0,0 0 0 0 0,-1 0 0 0 0,1 0 0 0 0,0 0 0 0 0,0 0 0 0 0,-1 0 0 0 0,1 0 0 0 0,0 1 0 0 0,0-1 0 0 0,0 0 0 0 0,-1 0 0 0 0,1 0 0 0 0,0 0 0 0 0,0 0 0 0 0,-1 0 0 0 0,1 0 0 0 0,0 0 0 0 0,0 1 0 0 0,0-1 0 0 0,-1 0 0 0 0,1 0 0 0 0,0 0 0 0 0,0 1 1 0 0,0-1-1 0 0,0 0 0 0 0,0 0 0 0 0,-1 0 0 0 0,1 1 0 0 0,0-1 0 0 0,0 0 0 0 0,0 0 0 0 0,0 1 0 0 0,0-1 0 0 0,0 0 0 0 0,0 0 0 0 0,0 1 0 0 0,0-1 0 0 0,0 0 0 0 0,0 0 0 0 0,0 0 0 0 0,0 1 0 0 0,0-1 0 0 0,0 0 0 0 0,0 0 0 0 0,0 1 0 0 0,0-1 0 0 0,-4 30 108 0 0,1 36-138 0 0,4-18 33 0 0,-8 375 122 0 0,2-364-110 0 0,-3 0-1 0 0,-2-1 1 0 0,-2 0 0 0 0,-3-1-1 0 0,-25 61 1 0 0,35-106-15 0 0,-1 0 1 0 0,0-1-1 0 0,0 1 1 0 0,-2-1-1 0 0,1 0 1 0 0,-1-1-1 0 0,-1 0 1 0 0,0 0-1 0 0,-13 10 1 0 0,16-15-2 0 0,0 0 0 0 0,-1-1 0 0 0,0 1 0 0 0,0-2 0 0 0,0 1 0 0 0,0-1 0 0 0,0 0 0 0 0,-1-1 0 0 0,1 1 0 0 0,-1-1 0 0 0,1-1 0 0 0,-1 0 0 0 0,0 0 0 0 0,0 0 0 0 0,0-1 1 0 0,-13-1-1 0 0,15 0-7 0 0,1-1 0 0 0,-1 1 1 0 0,1-1-1 0 0,-1 0 1 0 0,1 0-1 0 0,0-1 0 0 0,0 0 1 0 0,0 0-1 0 0,0 0 0 0 0,0 0 1 0 0,0-1-1 0 0,1 0 1 0 0,0 1-1 0 0,0-2 0 0 0,0 1 1 0 0,0 0-1 0 0,1-1 1 0 0,0 0-1 0 0,0 0 0 0 0,0 0 1 0 0,0 0-1 0 0,1 0 1 0 0,0-1-1 0 0,0 1 0 0 0,0-1 1 0 0,-1-6-1 0 0,0-1-3 0 0,0 0-1 0 0,1-1 1 0 0,1 1-1 0 0,0-1 1 0 0,0 0-1 0 0,2 1 0 0 0,-1-1 1 0 0,2 0-1 0 0,6-25 1 0 0,-4 26-74 0 0,1 0 0 0 0,0 1-1 0 0,1-1 1 0 0,0 1 0 0 0,1 1 0 0 0,1-1 0 0 0,0 1 0 0 0,0 0 0 0 0,1 1-1 0 0,1 0 1 0 0,-1 1 0 0 0,1-1 0 0 0,18-11 0 0 0,-8 8-924 0 0,1 0 1 0 0,31-14-1 0 0,48-12-6074 0 0,-64 28 3715 0 0</inkml:trace>
</inkml:ink>
</file>

<file path=ppt/ink/ink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4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435 136 808 0 0,'15'-42'8694'0'0,"-15"40"-8578"0"0,0 1-1 0 0,-1-1 1 0 0,1 0-1 0 0,0 1 1 0 0,-1-1-1 0 0,1 1 0 0 0,-1-1 1 0 0,0 1-1 0 0,1-1 1 0 0,-1 1-1 0 0,0 0 1 0 0,0-1-1 0 0,0 1 1 0 0,0 0-1 0 0,0-1 1 0 0,0 1-1 0 0,0 0 1 0 0,-1 0-1 0 0,1 0 1 0 0,0 0-1 0 0,-1 0 0 0 0,1 0 1 0 0,0 1-1 0 0,-1-1 1 0 0,1 0-1 0 0,-3 0 1 0 0,-1 0 26 0 0,0 0-1 0 0,0 0 1 0 0,0 1 0 0 0,0-1 0 0 0,0 1 0 0 0,0 1 0 0 0,0-1 0 0 0,-9 2-1 0 0,-4 2 84 0 0,0 1-1 0 0,1 0 0 0 0,0 1 0 0 0,-18 10 0 0 0,14-4-13 0 0,0 1 0 0 0,0 0 0 0 0,2 2 0 0 0,0 1 0 0 0,0 0 0 0 0,2 1 0 0 0,0 1 0 0 0,1 0 0 0 0,-20 31 0 0 0,27-36-117 0 0,2 0-1 0 0,0 1 1 0 0,0 0-1 0 0,1 0 1 0 0,1 0-1 0 0,1 1 1 0 0,-4 17-1 0 0,6-22-43 0 0,1 0 0 0 0,0 0 0 0 0,1-1 0 0 0,0 1-1 0 0,1 0 1 0 0,0 0 0 0 0,0 0 0 0 0,1-1 0 0 0,0 1-1 0 0,1 0 1 0 0,7 16 0 0 0,-6-18-29 0 0,0-1 0 0 0,0 0 0 0 0,0 0 0 0 0,1 0-1 0 0,1 0 1 0 0,-1-1 0 0 0,1 0 0 0 0,0 0 0 0 0,0 0 0 0 0,1-1 0 0 0,-1 0 0 0 0,1 0-1 0 0,0-1 1 0 0,1 0 0 0 0,-1 0 0 0 0,1 0 0 0 0,0-1 0 0 0,0 0 0 0 0,0-1 0 0 0,0 0 0 0 0,0 0-1 0 0,0-1 1 0 0,1 0 0 0 0,-1 0 0 0 0,0-1 0 0 0,9-1 0 0 0,0 0-2 0 0,-1 0 0 0 0,0-2 1 0 0,0 0-1 0 0,0 0 0 0 0,0-2 0 0 0,0 0 1 0 0,-1-1-1 0 0,0 0 0 0 0,0-1 0 0 0,0-1 1 0 0,-1-1-1 0 0,20-15 0 0 0,-18 11 0 0 0,-1-1 0 0 0,0 0 0 0 0,-1-1 0 0 0,-1 0 1 0 0,-1-1-1 0 0,0-1 0 0 0,10-18 0 0 0,-15 22-14 0 0,-1 0 0 0 0,0-1 0 0 0,-1 0 1 0 0,-1 0-1 0 0,0 0 0 0 0,-1-1 0 0 0,0 1 0 0 0,-1-1 1 0 0,-1 0-1 0 0,-1-23 0 0 0,-1 24-11 0 0,-1 0 0 0 0,0 0 0 0 0,-1 0 0 0 0,0 0 0 0 0,-1 0 0 0 0,-1 1 0 0 0,-1-1 0 0 0,1 1 0 0 0,-2 1 0 0 0,-15-24 0 0 0,17 29 3 0 0,0 1 0 0 0,0-1 0 0 0,-1 1 0 0 0,0 0-1 0 0,0 0 1 0 0,0 1 0 0 0,-1 0 0 0 0,1 0 0 0 0,-1 0 0 0 0,-1 1 0 0 0,1 0 0 0 0,-1 1 0 0 0,1 0 0 0 0,-1 0 0 0 0,0 0 0 0 0,0 1 0 0 0,0 0 0 0 0,0 1 0 0 0,-1-1 0 0 0,-8 1 0 0 0,14 1-167 0 0,0 1-1 0 0,0-1 0 0 0,0 1 1 0 0,0-1-1 0 0,1 1 1 0 0,-1 0-1 0 0,0 0 1 0 0,0 0-1 0 0,1 0 0 0 0,-1 1 1 0 0,0-1-1 0 0,1 1 1 0 0,-1 0-1 0 0,1-1 1 0 0,0 1-1 0 0,0 0 0 0 0,0 0 1 0 0,0 1-1 0 0,0-1 1 0 0,0 0-1 0 0,0 1 1 0 0,1-1-1 0 0,-1 1 0 0 0,1-1 1 0 0,0 1-1 0 0,-1 0 1 0 0,1 0-1 0 0,-1 4 0 0 0,1-2-307 0 0,-1 1-1 0 0,1 0 1 0 0,0-1-1 0 0,1 1 1 0 0,-1 0-1 0 0,1 0 1 0 0,0 0-1 0 0,1-1 1 0 0,0 1-1 0 0,-1 0 1 0 0,2 0-1 0 0,-1-1 1 0 0,1 1-1 0 0,2 6 1 0 0,7 8-3597 0 0</inkml:trace>
</inkml:ink>
</file>

<file path=ppt/ink/ink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4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7 756 0 0,'0'0'1976'0'0,"1"-1"-1808"0"0,-1 1 1 0 0,1-1-1 0 0,0 1 1 0 0,-1-1-1 0 0,1 1 1 0 0,0-1-1 0 0,-1 1 1 0 0,1 0 0 0 0,0-1-1 0 0,-1 1 1 0 0,1 0-1 0 0,0-1 1 0 0,0 1-1 0 0,-1 0 1 0 0,1 0-1 0 0,0 0 1 0 0,0 0 0 0 0,-1 0-1 0 0,1 0 1 0 0,1 0-1 0 0,1 11 436 0 0,6 23 561 0 0,-2 0 1 0 0,-1 1-1 0 0,3 52 0 0 0,-9-85-904 0 0,3-1 1468 0 0,8-9-824 0 0,25-21-583 0 0,12-9-62 0 0,-47 37-252 0 0,0 0 0 0 0,0 1 0 0 0,0-1 0 0 0,1 0 0 0 0,-1 0 0 0 0,0 1-1 0 0,0-1 1 0 0,0 1 0 0 0,1-1 0 0 0,-1 1 0 0 0,0 0 0 0 0,1-1 0 0 0,-1 1-1 0 0,0 0 1 0 0,0 0 0 0 0,1 0 0 0 0,-1 0 0 0 0,0 0 0 0 0,1 0 0 0 0,-1 0-1 0 0,0 0 1 0 0,1 1 0 0 0,-1-1 0 0 0,0 1 0 0 0,1-1 0 0 0,-1 1 0 0 0,0-1-1 0 0,0 1 1 0 0,0-1 0 0 0,0 1 0 0 0,0 0 0 0 0,1 0 0 0 0,-1 0 0 0 0,0-1-1 0 0,-1 1 1 0 0,1 0 0 0 0,0 0 0 0 0,1 2 0 0 0,3 5-67 0 0,-1 0 0 0 0,0 1 1 0 0,-1-1-1 0 0,0 1 0 0 0,3 9 0 0 0,10 26-9285 0 0</inkml:trace>
</inkml:ink>
</file>

<file path=ppt/ink/ink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5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541 16 500 0 0,'0'0'988'0'0,"-3"-13"4243"0"0,1 13-5136 0 0,1-1 0 0 0,-1 1 0 0 0,0-1 0 0 0,0 1 0 0 0,0-1 0 0 0,1 1 1 0 0,-1 0-1 0 0,0 0 0 0 0,0 0 0 0 0,0 0 0 0 0,0 1 0 0 0,1-1 0 0 0,-1 0 0 0 0,0 1 1 0 0,0-1-1 0 0,0 1 0 0 0,1 0 0 0 0,-1-1 0 0 0,-1 2 0 0 0,-3 1 109 0 0,1 0-1 0 0,0 1 1 0 0,-1 0 0 0 0,2 0-1 0 0,-9 8 1 0 0,5-3 77 0 0,-1 1 1 0 0,2 0-1 0 0,0 0 0 0 0,0 1 1 0 0,-8 16-1 0 0,14-25-170 0 0,6 3 104 0 0,-4-3-196 0 0,0-1-1 0 0,0 0 1 0 0,0 1 0 0 0,0-1-1 0 0,0 0 1 0 0,0 0 0 0 0,1 0-1 0 0,-1 0 1 0 0,0 0 0 0 0,1 0-1 0 0,-1 0 1 0 0,1 0 0 0 0,-1-1-1 0 0,0 1 1 0 0,4 1 0 0 0,-1-2 3 0 0,0 0 0 0 0,0 0-1 0 0,0 0 1 0 0,1-1 0 0 0,-1 1 0 0 0,0-1 0 0 0,0 0 0 0 0,0 0 0 0 0,0 0 0 0 0,0-1-1 0 0,-1 1 1 0 0,1-1 0 0 0,0 0 0 0 0,3-2 0 0 0,44-41 195 0 0,-13 9 496 0 0,-36 35-420 0 0,-65 149 914 0 0,2 9-266 0 0,-61 245 0 0 0,114-368-846 0 0,-1 1 0 0 0,-2-1 0 0 0,-1-1 0 0 0,-1 0-1 0 0,-2-1 1 0 0,-2 0 0 0 0,-36 52 0 0 0,49-79-80 0 0,0-1 0 0 0,0 1 0 0 0,0-1 0 0 0,0 0 0 0 0,-1 0 0 0 0,0-1 0 0 0,0 1 0 0 0,0-1 0 0 0,0 0 0 0 0,0 0 0 0 0,-1-1 0 0 0,1 0-1 0 0,-1 0 1 0 0,0 0 0 0 0,0-1 0 0 0,0 1 0 0 0,-11 0 0 0 0,13-2-5 0 0,0-1 0 0 0,0 1 1 0 0,0-1-1 0 0,0 1 0 0 0,0-1 0 0 0,0-1 0 0 0,0 1 0 0 0,0 0 0 0 0,1-1 0 0 0,-1 0 0 0 0,0 0 0 0 0,1 0 0 0 0,-1 0 0 0 0,1 0 0 0 0,0-1 1 0 0,0 0-1 0 0,0 1 0 0 0,0-1 0 0 0,0 0 0 0 0,1-1 0 0 0,0 1 0 0 0,-1 0 0 0 0,1-1 0 0 0,0 1 0 0 0,0-1 0 0 0,-2-6 0 0 0,0-3-7 0 0,1 1-1 0 0,1-1 0 0 0,0 1 1 0 0,0-1-1 0 0,1 0 1 0 0,1 0-1 0 0,0 0 0 0 0,0 0 1 0 0,2 1-1 0 0,0-1 1 0 0,0 0-1 0 0,1 1 0 0 0,0-1 1 0 0,9-20-1 0 0,3-2-6 0 0,1 1-1 0 0,1 1 1 0 0,38-55-1 0 0,-39 65-122 0 0,1 2 0 0 0,1 0 0 0 0,0 1 0 0 0,2 0 0 0 0,1 2 0 0 0,0 0 0 0 0,1 2 0 0 0,44-26 0 0 0,-41 29-3193 0 0,1 1 1 0 0,43-13 0 0 0,-46 18-626 0 0</inkml:trace>
</inkml:ink>
</file>

<file path=ppt/ink/ink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6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134 348 472 0 0,'1'-1'422'0'0,"0"0"0"0"0,0-1 0 0 0,0 1-1 0 0,0-1 1 0 0,-1 0 0 0 0,1 1 0 0 0,-1-1 0 0 0,1 0 0 0 0,-1 1-1 0 0,1-1 1 0 0,-1 0 0 0 0,0 1 0 0 0,0-1 0 0 0,0-2-1 0 0,0 3-258 0 0,0 0-1 0 0,0 1 0 0 0,-1-1 0 0 0,1 1 1 0 0,0-1-1 0 0,-1 1 0 0 0,1-1 0 0 0,0 0 0 0 0,-1 1 1 0 0,1-1-1 0 0,-1 1 0 0 0,1 0 0 0 0,-1-1 1 0 0,1 1-1 0 0,-1-1 0 0 0,1 1 0 0 0,-1 0 0 0 0,1-1 1 0 0,-1 1-1 0 0,0 0 0 0 0,1 0 0 0 0,-1-1 0 0 0,0 1 1 0 0,1 0-1 0 0,-2 0 0 0 0,-2-1 73 0 0,-1 1 0 0 0,0 0 0 0 0,1 0-1 0 0,-1 1 1 0 0,0-1 0 0 0,1 1 0 0 0,-1 0 0 0 0,-7 3 0 0 0,8-3-172 0 0,-1 0 0 0 0,1 1 0 0 0,0 0 0 0 0,0-1 0 0 0,0 2 0 0 0,0-1 0 0 0,0 0 1 0 0,0 1-1 0 0,1 0 0 0 0,-1 0 0 0 0,1 0 0 0 0,-1 0 0 0 0,1 0 0 0 0,0 1 0 0 0,1-1 0 0 0,-1 1 1 0 0,1 0-1 0 0,-1 0 0 0 0,1 0 0 0 0,0 0 0 0 0,0 0 0 0 0,1 0 0 0 0,0 1 0 0 0,-1-1 1 0 0,1 1-1 0 0,1-1 0 0 0,-2 8 0 0 0,3-6-35 0 0,-1 0 0 0 0,1-1-1 0 0,0 1 1 0 0,0-1 0 0 0,0 1 0 0 0,1-1 0 0 0,0 1-1 0 0,0-1 1 0 0,0 0 0 0 0,1 0 0 0 0,0 0 0 0 0,0 0-1 0 0,0 0 1 0 0,1-1 0 0 0,-1 1 0 0 0,1-1 0 0 0,0 0-1 0 0,0 0 1 0 0,0-1 0 0 0,1 1 0 0 0,0-1 0 0 0,5 3-1 0 0,-1-1-2 0 0,0 0 0 0 0,0-1 0 0 0,0 0 0 0 0,1 0 0 0 0,-1-1 0 0 0,1-1-1 0 0,0 1 1 0 0,0-2 0 0 0,0 1 0 0 0,0-2 0 0 0,0 1 0 0 0,17-2-1 0 0,-14-1-5 0 0,1 0 0 0 0,0-1 0 0 0,-1-1 0 0 0,0 0-1 0 0,0-1 1 0 0,0 0 0 0 0,-1-1 0 0 0,18-11-1 0 0,-10 3-8 0 0,-1 0 0 0 0,0-1-1 0 0,-1-1 1 0 0,-1-1-1 0 0,0 0 1 0 0,-1-1 0 0 0,-1-1-1 0 0,-1-1 1 0 0,-1 0-1 0 0,14-26 1 0 0,-11 13 29 0 0,-1 1 0 0 0,-2-2 0 0 0,-1 0 0 0 0,-2 0 1 0 0,-1-1-1 0 0,6-48 0 0 0,-15 83-31 0 0,0 0 1 0 0,0-1-1 0 0,0 1 0 0 0,0-1 1 0 0,-1 1-1 0 0,1-1 0 0 0,0 1 1 0 0,0 0-1 0 0,0-1 1 0 0,0 1-1 0 0,0-1 0 0 0,-1 1 1 0 0,1 0-1 0 0,0-1 0 0 0,0 1 1 0 0,-1 0-1 0 0,1-1 1 0 0,0 1-1 0 0,-1 0 0 0 0,1-1 1 0 0,0 1-1 0 0,-1 0 0 0 0,1 0 1 0 0,0-1-1 0 0,-1 1 1 0 0,1 0-1 0 0,-1 0 0 0 0,1 0 1 0 0,0 0-1 0 0,-1 0 0 0 0,1-1 1 0 0,-1 1-1 0 0,1 0 1 0 0,0 0-1 0 0,-1 0 0 0 0,1 0 1 0 0,-1 0-1 0 0,1 0 0 0 0,-1 0 1 0 0,1 0-1 0 0,0 1 1 0 0,-1-1-1 0 0,1 0 0 0 0,-1 0 1 0 0,1 0-1 0 0,0 0 0 0 0,-1 0 1 0 0,1 1-1 0 0,-1-1 1 0 0,1 0-1 0 0,0 0 0 0 0,-1 1 1 0 0,1-1-1 0 0,0 0 0 0 0,-1 1 1 0 0,1-1-1 0 0,0 0 1 0 0,-1 1-1 0 0,-26 22 55 0 0,3 18 40 0 0,1 1 1 0 0,3 1-1 0 0,1 1 0 0 0,2 0 1 0 0,2 1-1 0 0,2 1 0 0 0,2 1 0 0 0,-8 80 1 0 0,13-28-43 0 0,6-97-69 0 0,24 2 201 0 0,-7-12-171 0 0,0-1 1 0 0,31-21-1 0 0,-37 21-28 0 0,1 1-1 0 0,0 1 1 0 0,1 0-1 0 0,-1 0 1 0 0,1 1 0 0 0,1 1-1 0 0,22-6 1 0 0,-26 11 0 0 0,0 0 0 0 0,0 1-1 0 0,-1 1 1 0 0,1 0 0 0 0,0 0 0 0 0,-1 1 0 0 0,0 0 0 0 0,1 0 0 0 0,-1 1 0 0 0,9 6 0 0 0,22 6 71 0 0,-33-13-53 0 0,0-1 0 0 0,1 0 0 0 0,-1 0 0 0 0,1-1 0 0 0,-1 0 0 0 0,1 0 0 0 0,8 0 0 0 0,-13-2-2 0 0,1 1 1 0 0,0-1 0 0 0,-1 0 0 0 0,1 0 0 0 0,-1 0 0 0 0,0 0-1 0 0,1 0 1 0 0,-1-1 0 0 0,0 0 0 0 0,1 0 0 0 0,-1 1-1 0 0,0-2 1 0 0,-1 1 0 0 0,1 0 0 0 0,0-1 0 0 0,0 1 0 0 0,2-4-1 0 0,-3 3 2 0 0,11-9-117 0 0,-11 24-95 0 0,0 8 215 0 0,-2-18-10 0 0,1 0 0 0 0,0 0 1 0 0,0-1-1 0 0,0 1 0 0 0,0 0 0 0 0,0-1 0 0 0,0 1 0 0 0,0-1 0 0 0,1 1 0 0 0,-1-1 0 0 0,0 0 0 0 0,1 0 0 0 0,-1 1 0 0 0,1-1 0 0 0,0 0 0 0 0,-1 0 0 0 0,1 0 0 0 0,0-1 1 0 0,-1 1-1 0 0,1 0 0 0 0,0-1 0 0 0,0 1 0 0 0,0-1 0 0 0,0 1 0 0 0,0-1 0 0 0,-1 0 0 0 0,1 0 0 0 0,0 0 0 0 0,0 0 0 0 0,0 0 0 0 0,0 0 0 0 0,0-1 0 0 0,0 1 1 0 0,0-1-1 0 0,-1 1 0 0 0,1-1 0 0 0,0 0 0 0 0,0 1 0 0 0,-1-1 0 0 0,1 0 0 0 0,2-2 0 0 0,-2 1 1 0 0,0 0 0 0 0,0 1-1 0 0,-1-1 1 0 0,1 0 0 0 0,-1 0 0 0 0,1 0-1 0 0,-1 0 1 0 0,0 0 0 0 0,0 0-1 0 0,0 0 1 0 0,0 0 0 0 0,0-1 0 0 0,0 1-1 0 0,-1 0 1 0 0,1-1 0 0 0,-1 1 0 0 0,0 0-1 0 0,1-1 1 0 0,-1 1 0 0 0,0-1 0 0 0,0 1-1 0 0,-1-5 1 0 0,-2-1-10 0 0,0-1 0 0 0,0 1-1 0 0,-1 0 1 0 0,0 0 0 0 0,-8-10-1 0 0,-5-11-59 0 0,17 27 63 0 0,-7-7 2 0 0,7 9-5 0 0,0 0 0 0 0,0 1 0 0 0,0-1 0 0 0,-1 0 0 0 0,1 0 0 0 0,0 0 0 0 0,0 0 0 0 0,0 0 0 0 0,0 0 0 0 0,0 1 0 0 0,0-1 0 0 0,0 0 0 0 0,0 0 0 0 0,-1 0 0 0 0,1 0 0 0 0,0 0 0 0 0,0 0 0 0 0,0 0 0 0 0,0 0 0 0 0,0 0 0 0 0,0 0 0 0 0,-1 1 0 0 0,1-1 0 0 0,0 0 0 0 0,0 0 0 0 0,0 0 0 0 0,0 0 0 0 0,-1 0 0 0 0,1 0 0 0 0,0 0 0 0 0,0 0 0 0 0,0 0 0 0 0,0 0 0 0 0,0 0 0 0 0,-1 0 0 0 0,1-1 0 0 0,0 1 0 0 0,0 0 0 0 0,0 0 0 0 0,0 0 0 0 0,0 0 0 0 0,-1 0 0 0 0,1 0 0 0 0,0 0 0 0 0,0 0 0 0 0,0 0 0 0 0,0 0 0 0 0,0-1 0 0 0,0 1 0 0 0,0 0 0 0 0,0 0 0 0 0,-1 0 0 0 0,1 0 0 0 0,0 0 0 0 0,0 0 0 0 0,0-1 0 0 0,0 1 0 0 0,0 0 0 0 0,0 0 0 0 0,0 0 0 0 0,0 0 0 0 0,0 0 0 0 0,0-1 0 0 0,0 1 0 0 0,0 0 0 0 0,0 0 0 0 0,0 0 0 0 0,0-1 0 0 0,0 5 3 0 0,0-1 0 0 0,0 0 0 0 0,1 0 0 0 0,-1 0-1 0 0,1 1 1 0 0,-1-1 0 0 0,1 0 0 0 0,0 0 0 0 0,1 0 0 0 0,-1 0 0 0 0,0 0 0 0 0,1-1 0 0 0,0 1-1 0 0,-1 0 1 0 0,1 0 0 0 0,0-1 0 0 0,0 0 0 0 0,1 1 0 0 0,-1-1 0 0 0,0 0 0 0 0,1 0 0 0 0,-1 0-1 0 0,1 0 1 0 0,0 0 0 0 0,0-1 0 0 0,3 2 0 0 0,7 2 14 0 0,1-1-1 0 0,0 0 1 0 0,0-1-1 0 0,0 0 1 0 0,1-1 0 0 0,-1-1-1 0 0,0 0 1 0 0,1-1-1 0 0,-1-1 1 0 0,1 0 0 0 0,-1-1-1 0 0,0 0 1 0 0,0-1-1 0 0,0-1 1 0 0,0 0-1 0 0,0-1 1 0 0,21-11 0 0 0,-24 8 144 0 0,-8 6-83 0 0,-1 0 0 0 0,1 1 0 0 0,0-1 0 0 0,0 0 1 0 0,0 1-1 0 0,0 0 0 0 0,0-1 0 0 0,0 1 0 0 0,0 0 1 0 0,0 1-1 0 0,4-2 0 0 0,-6 6-36 0 0,0 0 0 0 0,0 0 0 0 0,-1 0 0 0 0,1 0 0 0 0,-1 0 0 0 0,0 0 0 0 0,0 0 0 0 0,0 0 0 0 0,-1 0 0 0 0,-1 8 0 0 0,1 2 60 0 0,1 96 129 0 0,0-108-333 0 0,2 9-142 0 0</inkml:trace>
</inkml:ink>
</file>

<file path=ppt/ink/ink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7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75 1080 0 0,'21'-72'13976'0'0,"-21"70"-12192"0"0,-24 18-6688 0 0,8-3 439 0 0,-4-1 262 0 0</inkml:trace>
</inkml:ink>
</file>

<file path=ppt/ink/ink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8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53 100 608 0 0,'-20'-27'2579'0'0,"-7"-11"1613"0"0,26 37-3709 0 0,1 1-440 0 0,0 0 0 0 0,0 0 0 0 0,-1 0 0 0 0,1 0-1 0 0,0 0 1 0 0,0 0 0 0 0,0 0 0 0 0,0 0 0 0 0,-1 0 0 0 0,1 0 0 0 0,0 0 0 0 0,0 0-1 0 0,0-1 1 0 0,0 1 0 0 0,-1 0 0 0 0,1 0 0 0 0,0 0 0 0 0,0 0 0 0 0,0 0 0 0 0,0 0-1 0 0,0 0 1 0 0,-1 0 0 0 0,1 0 0 0 0,0-1 0 0 0,0 1 0 0 0,0 0 0 0 0,0 0 0 0 0,0 0-1 0 0,0 0 1 0 0,0 0 0 0 0,-1-1 0 0 0,1 1 0 0 0,0 0 0 0 0,0 0 0 0 0,0 0 0 0 0,0 0-1 0 0,0-1 1 0 0,0 1 0 0 0,0 0 0 0 0,0 0 0 0 0,0 0 0 0 0,0 0 0 0 0,0-1 0 0 0,0 1-1 0 0,0 0 1 0 0,0 0 0 0 0,0 0 0 0 0,0-1 0 0 0,0 1 0 0 0,0 0 0 0 0,0 0 0 0 0,1 0-1 0 0,-1 0 1 0 0,0 0 0 0 0,0-1 0 0 0,0 1 0 0 0,0 0 0 0 0,0 0 0 0 0,0 0 0 0 0,0 0-1 0 0,1 0 1 0 0,-1 0 0 0 0,0-1 0 0 0,0 1 0 0 0,71-8 266 0 0,1 2 0 0 0,72 5 0 0 0,17 0-113 0 0,475-3 260 0 0,-528 1-374 0 0,-60 1-27 0 0,88 7 0 0 0,-119-4 104 0 0,-16 0 107 0 0,-21 3-273 0 0,-102 32-2553 0 0,43-19-2712 0 0,38-10 2454 0 0</inkml:trace>
</inkml:ink>
</file>

<file path=ppt/ink/ink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7:59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41 28 0 0,'-87'-3'6571'0'0,"94"1"-6123"0"0,27-7-85 0 0,0 2 1 0 0,1 1 0 0 0,37 0 0 0 0,120 1 253 0 0,-84 4-787 0 0,65 1-4575 0 0,-120-1 2377 0 0</inkml:trace>
</inkml:ink>
</file>

<file path=ppt/ink/ink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3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77 14129 0 0,'-3'-3'-88'0'0,"-3"-2"63"0"0,2 1 4 0 0,0-1 1 0 0,-1 1 0 0 0,0 0-1 0 0,0 1 1 0 0,0-1-1 0 0,0 1 1 0 0,-10-4 0 0 0,15 7 18 0 0,-1 0 1 0 0,0 1 0 0 0,1-1 0 0 0,-1 1 0 0 0,0-1 0 0 0,1 1-1 0 0,-1-1 1 0 0,1 1 0 0 0,-1 0 0 0 0,1-1 0 0 0,-1 1 0 0 0,1 0-1 0 0,-1-1 1 0 0,1 1 0 0 0,0 0 0 0 0,-1-1 0 0 0,1 1-1 0 0,0 0 1 0 0,0 0 0 0 0,0 0 0 0 0,-1-1 0 0 0,1 1 0 0 0,0 0-1 0 0,0 0 1 0 0,0-1 0 0 0,0 1 0 0 0,0 0 0 0 0,0 0 0 0 0,1 0-1 0 0,-1-1 1 0 0,0 2 0 0 0,4 26 30 0 0,8 11 37 0 0,1-1 0 0 0,2 0 0 0 0,26 45 0 0 0,-36-72-55 0 0,52 88 92 0 0,-34-63-33 0 0,-3 1 0 0 0,19 44 0 0 0,-39-81-66 0 0,0 1 0 0 0,0 0 0 0 0,0 0-1 0 0,1-1 1 0 0,-1 1 0 0 0,0 0 0 0 0,0 0 0 0 0,1-1 0 0 0,-1 1 0 0 0,1 0 0 0 0,-1-1 0 0 0,0 1-1 0 0,1 0 1 0 0,-1-1 0 0 0,1 1 0 0 0,0-1 0 0 0,-1 1 0 0 0,1-1 0 0 0,-1 1 0 0 0,1-1-1 0 0,0 1 1 0 0,-1-1 0 0 0,1 0 0 0 0,0 1 0 0 0,0-1 0 0 0,-1 0 0 0 0,1 0 0 0 0,0 1-1 0 0,0-1 1 0 0,-1 0 0 0 0,1 0 0 0 0,0 0 0 0 0,0 0 0 0 0,1 0 0 0 0,0-1 0 0 0,0 0 0 0 0,-1 0 0 0 0,1 0 0 0 0,0 0 0 0 0,0-1 0 0 0,-1 1 0 0 0,1-1 0 0 0,0 1 0 0 0,-1-1 0 0 0,0 1 0 0 0,1-1 0 0 0,1-2 0 0 0,4-8 23 0 0,-1 1-1 0 0,1-1 1 0 0,5-16-1 0 0,8-42 94 0 0,-2-1 0 0 0,-4-1 1 0 0,6-89-1 0 0,-13 57-650 0 0,-7 102 77 0 0</inkml:trace>
</inkml:ink>
</file>

<file path=ppt/ink/ink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3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7 100 32 0 0,'9'-1'436'0'0,"0"0"1"0"0,-1-2-1 0 0,1 1 0 0 0,-1-1 1 0 0,1 0-1 0 0,-1 0 0 0 0,0-1 1 0 0,-1 0-1 0 0,1-1 0 0 0,-1 0 0 0 0,1 0 1 0 0,-1 0-1 0 0,-1-1 0 0 0,1 0 1 0 0,-1-1-1 0 0,6-7 0 0 0,-11 13-323 0 0,-1 1 0 0 0,1-1 0 0 0,-1 0 0 0 0,1 1 0 0 0,-1-1 0 0 0,0 0 0 0 0,1 0 0 0 0,-1 1 0 0 0,0-1 0 0 0,1 0 0 0 0,-1 0 0 0 0,0 0 0 0 0,0 1 0 0 0,0-1 0 0 0,0 0 0 0 0,0 0 0 0 0,0 0 0 0 0,0 0 0 0 0,0 0 0 0 0,0 1 0 0 0,0-3 0 0 0,-14-1 712 0 0,9 5-715 0 0,0 0 0 0 0,1 0-1 0 0,-1 0 1 0 0,1 1 0 0 0,-1 0-1 0 0,1-1 1 0 0,-5 4 0 0 0,-1 2 143 0 0,0 0 1 0 0,1 0-1 0 0,-1 1 0 0 0,1 0 1 0 0,1 1-1 0 0,-9 11 1 0 0,14-18-221 0 0,1 0 1 0 0,1 1 0 0 0,-1 0-1 0 0,0-1 1 0 0,1 1-1 0 0,-1 0 1 0 0,1 0 0 0 0,0 0-1 0 0,0-1 1 0 0,0 1-1 0 0,0 1 1 0 0,0-1-1 0 0,1 0 1 0 0,0 0 0 0 0,-1 0-1 0 0,1 0 1 0 0,0 0-1 0 0,0 0 1 0 0,1 1 0 0 0,-1-1-1 0 0,1 0 1 0 0,-1 0-1 0 0,1 0 1 0 0,0 0 0 0 0,0 0-1 0 0,1 0 1 0 0,-1-1-1 0 0,3 6 1 0 0,-2-6-160 0 0,0 1 0 0 0,0 0-1 0 0,0-1 1 0 0,0 0 0 0 0,0 1 0 0 0,1-1 0 0 0,-1 0 0 0 0,1 0 0 0 0,-1-1-1 0 0,1 1 1 0 0,0 0 0 0 0,0-1 0 0 0,0 0 0 0 0,0 1 0 0 0,0-1-1 0 0,0 0 1 0 0,0-1 0 0 0,0 1 0 0 0,6 0 0 0 0,38-7-6531 0 0,-30 1 3727 0 0</inkml:trace>
</inkml:ink>
</file>

<file path=ppt/ink/ink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3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138 323 112 0 0,'0'0'1088'0'0,"-6"3"28"0"0,-11 3 151 0 0,1 2 1 0 0,-27 15-1 0 0,39-21-1003 0 0,0 1 1 0 0,0 0-1 0 0,0-1 0 0 0,0 1 0 0 0,0 1 0 0 0,1-1 1 0 0,0 0-1 0 0,-1 1 0 0 0,1 0 0 0 0,1-1 1 0 0,-1 1-1 0 0,0 1 0 0 0,1-1 0 0 0,0 0 1 0 0,0 0-1 0 0,0 1 0 0 0,-1 4 0 0 0,3-6-195 0 0,0-1 0 0 0,1 0-1 0 0,-1 1 1 0 0,1-1-1 0 0,-1 1 1 0 0,1-1 0 0 0,0 1-1 0 0,0-1 1 0 0,0 0 0 0 0,0 0-1 0 0,0 0 1 0 0,0 1 0 0 0,1-1-1 0 0,-1 0 1 0 0,1 0-1 0 0,-1-1 1 0 0,1 1 0 0 0,0 0-1 0 0,0 0 1 0 0,0-1 0 0 0,0 1-1 0 0,0-1 1 0 0,0 0-1 0 0,0 0 1 0 0,1 0 0 0 0,-1 0-1 0 0,0 0 1 0 0,5 1 0 0 0,4 2-128 0 0,1 0 1 0 0,-1-1-1 0 0,1 0 0 0 0,16 1 1 0 0,-17-3-62 0 0,-1-1 0 0 0,0 0 0 0 0,1 0 0 0 0,-1-1 0 0 0,0 0 0 0 0,0-1 0 0 0,0 0 0 0 0,0-1 0 0 0,0 0 0 0 0,0 0 0 0 0,-1-1 0 0 0,1 0 0 0 0,-1-1 0 0 0,0 0 0 0 0,0-1 0 0 0,-1 1 0 0 0,0-2 0 0 0,0 1 0 0 0,0-1 0 0 0,-1 0 0 0 0,13-17 0 0 0,-7 6 237 0 0,-1-1 0 0 0,0 0 0 0 0,-2-1 1 0 0,0 0-1 0 0,-1-1 0 0 0,-2 0 1 0 0,0 0-1 0 0,-1-1 0 0 0,3-23 0 0 0,-6 31 408 0 0,0-1-1 0 0,-2 0 0 0 0,0 0 1 0 0,0 0-1 0 0,-2 1 1 0 0,1-1-1 0 0,-2 0 0 0 0,0 0 1 0 0,-8-27-1 0 0,10 42-464 0 0,0 0 0 0 0,0-1-1 0 0,0 1 1 0 0,0 0 0 0 0,0-1-1 0 0,0 1 1 0 0,0 0 0 0 0,0-1-1 0 0,0 1 1 0 0,0-1 0 0 0,0 1 0 0 0,0 0-1 0 0,-1-1 1 0 0,1 1 0 0 0,0 0-1 0 0,0 0 1 0 0,0-1 0 0 0,0 1 0 0 0,0 0-1 0 0,-1-1 1 0 0,1 1 0 0 0,0 0-1 0 0,0 0 1 0 0,-1-1 0 0 0,1 1-1 0 0,0 0 1 0 0,0 0 0 0 0,-1-1 0 0 0,1 1-1 0 0,0 0 1 0 0,-1 0 0 0 0,1 0-1 0 0,0 0 1 0 0,-1 0 0 0 0,1 0-1 0 0,0-1 1 0 0,-1 1 0 0 0,1 0 0 0 0,0 0-1 0 0,-1 0 1 0 0,1 0 0 0 0,0 0-1 0 0,-1 0 1 0 0,1 0 0 0 0,-1 0 0 0 0,-6 19 569 0 0,3 34-387 0 0,12 14 104 0 0,4 0-1 0 0,27 91 1 0 0,-19-83-230 0 0,-9 4-2893 0 0,-8-50-3065 0 0</inkml:trace>
</inkml:ink>
</file>

<file path=ppt/ink/ink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4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64 0 0,'3'-1'976'0'0,"226"-55"5878"0"0,-100 24-5165 0 0,-134 35 62 0 0,-6 4-1296 0 0,1 1-1 0 0,1-1 1 0 0,-17 18 0 0 0,24-24-436 0 0,0 1 0 0 0,1 0 1 0 0,-1-1-1 0 0,1 1 0 0 0,-1 0 1 0 0,1 0-1 0 0,-1 0 1 0 0,1 0-1 0 0,0 0 0 0 0,0 0 1 0 0,0 0-1 0 0,0 0 0 0 0,1 1 1 0 0,-1-1-1 0 0,1 0 0 0 0,-1 0 1 0 0,1 1-1 0 0,0-1 0 0 0,0 0 1 0 0,0 1-1 0 0,0-1 0 0 0,0 0 1 0 0,0 1-1 0 0,0-1 0 0 0,1 0 1 0 0,0 1-1 0 0,-1-1 0 0 0,1 0 1 0 0,0 0-1 0 0,0 0 1 0 0,0 0-1 0 0,1 3 0 0 0,0-4-7 0 0,-1 1-1 0 0,1-1 0 0 0,0 0 0 0 0,-1 1 1 0 0,1-1-1 0 0,0 0 0 0 0,0 0 0 0 0,-1 0 1 0 0,1 0-1 0 0,0 0 0 0 0,0 0 0 0 0,0-1 1 0 0,0 1-1 0 0,0-1 0 0 0,0 1 0 0 0,0-1 1 0 0,1 0-1 0 0,-1 0 0 0 0,0 0 1 0 0,0 0-1 0 0,0 0 0 0 0,0 0 0 0 0,0-1 1 0 0,0 1-1 0 0,0-1 0 0 0,0 1 0 0 0,0-1 1 0 0,0 0-1 0 0,0 0 0 0 0,0 0 0 0 0,2-1 1 0 0,10-6-11 0 0,-1 0 1 0 0,0-1-1 0 0,17-14 0 0 0,0 1-16 0 0,-21 16 10 0 0,0 1 1 0 0,0 0-1 0 0,0 1 0 0 0,1 0 1 0 0,16-5-1 0 0,-24 9 3 0 0,1-1 0 0 0,-1 1 0 0 0,1 0 0 0 0,-1-1 0 0 0,1 1 0 0 0,-1 1 1 0 0,1-1-1 0 0,-1 0 0 0 0,0 0 0 0 0,1 1 0 0 0,-1 0 0 0 0,1-1 0 0 0,-1 1 0 0 0,0 0 0 0 0,1 0 0 0 0,-1 0 0 0 0,0 1 0 0 0,0-1 0 0 0,0 0 0 0 0,0 1 0 0 0,0-1 0 0 0,0 1 1 0 0,0 0-1 0 0,-1 0 0 0 0,1-1 0 0 0,-1 1 0 0 0,1 0 0 0 0,-1 0 0 0 0,2 3 0 0 0,-3-4 1 0 0,1 0 1 0 0,-1 0-1 0 0,1 0 1 0 0,0 0-1 0 0,-1 0 1 0 0,1 0-1 0 0,0 0 0 0 0,0 0 1 0 0,0 0-1 0 0,0 0 1 0 0,0-1-1 0 0,0 1 1 0 0,0 0-1 0 0,0-1 1 0 0,0 1-1 0 0,0-1 0 0 0,0 1 1 0 0,0-1-1 0 0,0 1 1 0 0,0-1-1 0 0,1 0 1 0 0,-1 1-1 0 0,0-1 1 0 0,2 0-1 0 0,0 0 11 0 0,-1-1-1 0 0,0 0 1 0 0,0 1 0 0 0,0-1 0 0 0,0 0-1 0 0,0 0 1 0 0,0 0 0 0 0,0 0 0 0 0,0 0-1 0 0,0-1 1 0 0,0 1 0 0 0,2-3 0 0 0,7-8 49 0 0,-1 1 1 0 0,-1-1 0 0 0,12-19 0 0 0,-11 16-109 0 0,3-4-2399 0 0,-5 7-3220 0 0,-3 7 2153 0 0</inkml:trace>
</inkml:ink>
</file>

<file path=ppt/ink/ink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4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469 123 48 0 0,'-5'-12'1156'0'0,"0"1"0"0"0,-1-1 1 0 0,0 1-1 0 0,-11-16 0 0 0,14 23-859 0 0,-1 0 1 0 0,1 0-1 0 0,0 1 1 0 0,-1-1-1 0 0,0 1 0 0 0,0 0 1 0 0,0 0-1 0 0,0 0 1 0 0,0 1-1 0 0,-1-1 1 0 0,1 1-1 0 0,-1 0 0 0 0,0 0 1 0 0,-6-1-1 0 0,5 2-95 0 0,0-1 0 0 0,0 2 0 0 0,0-1 0 0 0,-1 1-1 0 0,1 0 1 0 0,0 0 0 0 0,0 1 0 0 0,0-1 0 0 0,0 1-1 0 0,0 1 1 0 0,0-1 0 0 0,-7 4 0 0 0,7-2-65 0 0,0 0 0 0 0,0 1 1 0 0,0-1-1 0 0,1 2 0 0 0,0-1 1 0 0,-1 0-1 0 0,2 1 0 0 0,-1 0 1 0 0,0 0-1 0 0,1 1 0 0 0,0-1 1 0 0,0 1-1 0 0,1 0 0 0 0,0 0 1 0 0,-4 9-1 0 0,1 0 3 0 0,1 0 1 0 0,0 1-1 0 0,2 0 1 0 0,0 0-1 0 0,0 0 0 0 0,1 0 1 0 0,1 1-1 0 0,1-1 1 0 0,1 0-1 0 0,4 32 1 0 0,4-15 62 0 0,0 0 0 0 0,3 0 0 0 0,17 34 0 0 0,-15-36-9 0 0,-1 1-1 0 0,17 65 0 0 0,-30-95-178 0 0,1 0 0 0 0,-1 1 1 0 0,1-1-1 0 0,-1 0 0 0 0,0 0 0 0 0,0 0 1 0 0,0 0-1 0 0,0 1 0 0 0,0-1 0 0 0,0 0 1 0 0,-1 0-1 0 0,1 0 0 0 0,-1 0 1 0 0,1 0-1 0 0,-1 0 0 0 0,0 0 0 0 0,0 0 1 0 0,0 0-1 0 0,0 0 0 0 0,0 0 1 0 0,0 0-1 0 0,0 0 0 0 0,-3 2 0 0 0,1-2-4 0 0,1-1 0 0 0,-1 1 0 0 0,0-1-1 0 0,0 0 1 0 0,0 0 0 0 0,0 0 0 0 0,0 0-1 0 0,0 0 1 0 0,0 0 0 0 0,0-1-1 0 0,0 0 1 0 0,0 1 0 0 0,0-1 0 0 0,-5-1-1 0 0,-7 0 8 0 0,0-2 1 0 0,0 1-1 0 0,0-2 0 0 0,1 0 0 0 0,-22-9 0 0 0,24 8-9 0 0,1-1 1 0 0,0 1 0 0 0,0-2 0 0 0,0 0 0 0 0,-18-15-1 0 0,25 18-246 0 0,1 0-1 0 0,-1 0 0 0 0,1 0 1 0 0,0 0-1 0 0,0 0 0 0 0,-5-10 1 0 0,7 11-261 0 0,-1-1 1 0 0,1 1 0 0 0,0-1 0 0 0,0 0 0 0 0,1 1 0 0 0,-1-1-1 0 0,1 0 1 0 0,0 1 0 0 0,0-1 0 0 0,0-6 0 0 0,2 4-3899 0 0,7-13 338 0 0</inkml:trace>
</inkml:ink>
</file>

<file path=ppt/ink/ink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5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0 203 840 0 0,'10'-2'532'0'0,"0"1"-1"0"0,-1-1 1 0 0,1-1-1 0 0,-1 0 1 0 0,0 0-1 0 0,0-1 1 0 0,0 0-1 0 0,0-1 1 0 0,-1 0-1 0 0,12-8 0 0 0,3-5 783 0 0,0-1 0 0 0,23-25 0 0 0,-42 41-1016 0 0,-1-1-1 0 0,0 0 0 0 0,0 0 1 0 0,0 0-1 0 0,-1 0 0 0 0,1-1 1 0 0,-1 1-1 0 0,0 0 0 0 0,0-1 0 0 0,-1 0 1 0 0,1 1-1 0 0,-1-1 0 0 0,1-9 1 0 0,-2 12 227 0 0,-19-3 964 0 0,12 7-1394 0 0,1 1 0 0 0,0 0 0 0 0,0 0 0 0 0,0 1 0 0 0,0-1 0 0 0,1 1 0 0 0,-1 1 0 0 0,1-1 0 0 0,0 1 0 0 0,0 0 0 0 0,1 0 0 0 0,-1 0 0 0 0,1 1 0 0 0,0-1 0 0 0,1 1 0 0 0,-1 0 0 0 0,1 0 0 0 0,1 1 0 0 0,-1-1 0 0 0,1 1 0 0 0,0-1 0 0 0,0 1 0 0 0,1 0 0 0 0,0-1 0 0 0,0 1 0 0 0,0 0 0 0 0,1 0 0 0 0,0 0 0 0 0,1 0 0 0 0,-1 0 0 0 0,1-1 0 0 0,1 1 0 0 0,-1 0 0 0 0,1 0 0 0 0,0-1 0 0 0,1 0 0 0 0,-1 1 0 0 0,1-1 0 0 0,1 0 0 0 0,4 7 0 0 0,-3-6-360 0 0,1 0 1 0 0,0 0-1 0 0,0-1 1 0 0,0 0-1 0 0,1 0 0 0 0,0-1 1 0 0,11 8-1 0 0,6-3-3450 0 0,5-1-4226 0 0</inkml:trace>
</inkml:ink>
</file>

<file path=ppt/ink/ink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5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38 388 0 0,'23'-26'7030'0'0,"-23"26"-6919"0"0,1-1 0 0 0,-1 1 0 0 0,1-1-1 0 0,-1 1 1 0 0,1-1 0 0 0,0 1 0 0 0,-1 0 0 0 0,1-1 0 0 0,0 1 0 0 0,-1 0 0 0 0,1-1-1 0 0,0 1 1 0 0,-1 0 0 0 0,1 0 0 0 0,0 0 0 0 0,0 0 0 0 0,-1 0 0 0 0,1 0-1 0 0,0 0 1 0 0,0 0 0 0 0,-1 0 0 0 0,1 0 0 0 0,0 0 0 0 0,-1 0 0 0 0,1 0 0 0 0,0 1-1 0 0,0-1 1 0 0,-1 0 0 0 0,1 1 0 0 0,0-1 0 0 0,-1 0 0 0 0,1 1 0 0 0,0 0-1 0 0,1 1 34 0 0,-1 0 0 0 0,0 0 0 0 0,1 0 0 0 0,-1 0 0 0 0,0 0 0 0 0,0 0 0 0 0,-1 0 0 0 0,1 0 0 0 0,0 1 0 0 0,-1-1 0 0 0,1 3 0 0 0,0 3 76 0 0,0 0 0 0 0,0 1-1 0 0,-1-1 1 0 0,0 0 0 0 0,-1 0 0 0 0,-2 10 0 0 0,-11 23 344 0 0,13-40-517 0 0,1 1-1 0 0,-1 0 0 0 0,0 0 1 0 0,0 0-1 0 0,0-1 1 0 0,0 1-1 0 0,0 0 0 0 0,0-1 1 0 0,0 1-1 0 0,-1-1 0 0 0,1 1 1 0 0,0-1-1 0 0,-1 0 1 0 0,1 0-1 0 0,-1 0 0 0 0,1 1 1 0 0,-1-1-1 0 0,0-1 0 0 0,0 1 1 0 0,-2 1-1 0 0,5-8-9 0 0,2-3-28 0 0,1 0 0 0 0,0 1 0 0 0,0-1-1 0 0,1 1 1 0 0,0-1 0 0 0,1 1-1 0 0,-1 1 1 0 0,2-1 0 0 0,-1 1 0 0 0,1 0-1 0 0,0 1 1 0 0,0-1 0 0 0,1 1-1 0 0,0 1 1 0 0,0 0 0 0 0,17-9-1 0 0,-24 14-9 0 0,0-1 0 0 0,0 1 0 0 0,0 0 0 0 0,0-1 0 0 0,0 1 0 0 0,0 0 0 0 0,0 0 0 0 0,0 0 0 0 0,0 0 0 0 0,0 0 0 0 0,0 0 0 0 0,0 0 0 0 0,0 0 0 0 0,0 0 0 0 0,0 1 0 0 0,0-1 0 0 0,0 0 0 0 0,1 1 0 0 0,1 0 2 0 0,0 1 0 0 0,0-1 0 0 0,0 1 0 0 0,0 0-1 0 0,0 0 1 0 0,-1 0 0 0 0,1 0 0 0 0,-1 0 0 0 0,1 1 0 0 0,-1-1-1 0 0,0 1 1 0 0,0-1 0 0 0,0 1 0 0 0,0 0 0 0 0,-1 0 0 0 0,1 0 0 0 0,-1 0-1 0 0,0 0 1 0 0,0 0 0 0 0,0 0 0 0 0,0 0 0 0 0,1 6 0 0 0,-1-4-13 0 0,-1-5 15 0 0,0 1-1 0 0,1-1 1 0 0,-1 1 0 0 0,0-1-1 0 0,1 0 1 0 0,-1 1-1 0 0,0-1 1 0 0,0 0 0 0 0,1 0-1 0 0,-1 1 1 0 0,1-1-1 0 0,-1 0 1 0 0,0 0 0 0 0,1 1-1 0 0,-1-1 1 0 0,1 0 0 0 0,-1 0-1 0 0,0 0 1 0 0,1 0-1 0 0,-1 0 1 0 0,1 1 0 0 0,-1-1-1 0 0,1 0 1 0 0,-1 0-1 0 0,0 0 1 0 0,1 0 0 0 0,-1 0-1 0 0,1 0 1 0 0,-1-1-1 0 0,1 1 1 0 0,-1 0 0 0 0,0 0-1 0 0,1 0 1 0 0,-1 0 0 0 0,1 0-1 0 0,0-1 1 0 0,26-12 24 0 0,23-21-50 0 0,-42 27 37 0 0,1 0 0 0 0,0 0 0 0 0,0 1 0 0 0,0 1 0 0 0,1-1-1 0 0,0 2 1 0 0,0-1 0 0 0,0 1 0 0 0,0 1 0 0 0,1 0 0 0 0,15-3 0 0 0,-25 7 11 0 0,0-1 0 0 0,1 0 0 0 0,-1 1 1 0 0,0-1-1 0 0,1 1 0 0 0,-1 0 0 0 0,0-1 0 0 0,1 1 0 0 0,-1 0 0 0 0,0 0 0 0 0,0 0 0 0 0,0 0 0 0 0,0 0 0 0 0,0 0 0 0 0,0 0 1 0 0,0 0-1 0 0,0 0 0 0 0,0 0 0 0 0,0 0 0 0 0,-1 1 0 0 0,1-1 0 0 0,0 0 0 0 0,-1 1 0 0 0,1-1 0 0 0,-1 0 0 0 0,1 1 0 0 0,-1-1 1 0 0,0 1-1 0 0,0-1 0 0 0,0 3 0 0 0,2 40 251 0 0,-8-9-796 0 0,0-2-2655 0 0,8-9-3935 0 0,1-8 3351 0 0</inkml:trace>
</inkml:ink>
</file>

<file path=ppt/ink/ink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7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198 651 832 0 0,'0'0'2258'0'0,"-24"-40"8579"0"0,21 38-10637 0 0,0 1-1 0 0,0 0 0 0 0,0 1 1 0 0,0-1-1 0 0,0 0 0 0 0,0 1 1 0 0,0-1-1 0 0,-1 1 1 0 0,1 0-1 0 0,0 0 0 0 0,0 1 1 0 0,0-1-1 0 0,-1 0 0 0 0,1 1 1 0 0,0 0-1 0 0,0 0 0 0 0,0 0 1 0 0,0 0-1 0 0,0 0 0 0 0,0 1 1 0 0,1-1-1 0 0,-1 1 1 0 0,0 0-1 0 0,1 0 0 0 0,-1 0 1 0 0,1 0-1 0 0,-3 3 0 0 0,-10 10 11 0 0,0 0-1 0 0,2 0 0 0 0,-14 21 1 0 0,12-17 324 0 0,14-17-482 0 0,0 2 26 0 0,1-4-73 0 0,0 1 1 0 0,0-1-1 0 0,0 0 1 0 0,0 0 0 0 0,-1 1-1 0 0,1-1 1 0 0,0 0 0 0 0,0 0-1 0 0,0 1 1 0 0,0-1 0 0 0,0 0-1 0 0,0 0 1 0 0,0 1 0 0 0,0-1-1 0 0,0 0 1 0 0,-1 1-1 0 0,1-1 1 0 0,0 0 0 0 0,1 1-1 0 0,-1-1 1 0 0,0 0 0 0 0,0 0-1 0 0,0 1 1 0 0,0-1 0 0 0,0 0-1 0 0,0 1 1 0 0,0-1-1 0 0,0 0 1 0 0,0 0 0 0 0,1 1-1 0 0,-1-1 1 0 0,0 0 0 0 0,0 0-1 0 0,1 1 1 0 0,-1 0-1 0 0,1-1 1 0 0,0 1-1 0 0,-1 0 1 0 0,1-1-1 0 0,0 1 1 0 0,0-1-1 0 0,0 1 1 0 0,0-1-1 0 0,0 1 0 0 0,0-1 1 0 0,0 1-1 0 0,-1-1 1 0 0,1 0-1 0 0,0 0 1 0 0,0 1-1 0 0,0-1 1 0 0,0 0-1 0 0,0 0 0 0 0,0 0 1 0 0,1 0-1 0 0,-1 0 1 0 0,0 0-1 0 0,0 0 1 0 0,0-1-1 0 0,0 1 1 0 0,-1 0-1 0 0,1-1 1 0 0,0 1-1 0 0,0 0 0 0 0,0-1 1 0 0,0 1-1 0 0,0-1 1 0 0,1 0-1 0 0,3-2-5 0 0,0 0-1 0 0,1 1 0 0 0,-1-1 0 0 0,1 2 1 0 0,-1-1-1 0 0,1 0 0 0 0,0 1 0 0 0,7-1 1 0 0,-7 2-44 0 0,-1 0 0 0 0,1 0 1 0 0,-1 1-1 0 0,0-1 1 0 0,1 1-1 0 0,-1 1 1 0 0,0-1-1 0 0,0 1 0 0 0,0-1 1 0 0,0 2-1 0 0,0-1 1 0 0,6 4-1 0 0,-6-3-104 0 0,0-1-1 0 0,0 1 0 0 0,0-1 1 0 0,1 0-1 0 0,-1-1 0 0 0,1 1 1 0 0,0-1-1 0 0,9 1 0 0 0,-14-2-49 0 0,33-9-413 0 0,-17-3 467 0 0,0-2 0 0 0,-1 0 1 0 0,-1 0-1 0 0,0-2 0 0 0,17-21 0 0 0,-29 33 152 0 0,-2 2 37 0 0,1 1-17 0 0,0-1 0 0 0,0 1 0 0 0,0 0 0 0 0,0-1 0 0 0,0 1 0 0 0,0 0 0 0 0,1 0 0 0 0,-1 0 0 0 0,0 0 1 0 0,1 1-1 0 0,3-2 0 0 0,0 12-16 0 0,0 0 0 0 0,0 0-1 0 0,-1 1 1 0 0,-1-1 0 0 0,1 1 0 0 0,2 12 0 0 0,-2-7 21 0 0,-4-15 3 0 0,11 4 39 0 0,-12-5-73 0 0,1 1-1 0 0,-1-1 0 0 0,1 0 0 0 0,-1 1 0 0 0,1-1 0 0 0,0 0 1 0 0,-1 1-1 0 0,1-1 0 0 0,0 0 0 0 0,-1 0 0 0 0,1 0 0 0 0,0 0 0 0 0,-1 0 1 0 0,1 1-1 0 0,0-1 0 0 0,-1 0 0 0 0,1 0 0 0 0,0-1 0 0 0,-1 1 0 0 0,1 0 1 0 0,-1 0-1 0 0,1 0 0 0 0,0 0 0 0 0,-1-1 0 0 0,1 1 0 0 0,0 0 1 0 0,-1 0-1 0 0,1-1 0 0 0,-1 1 0 0 0,1 0 0 0 0,-1-1 0 0 0,1 1 0 0 0,-1-1 1 0 0,1 0-1 0 0,63-55-27 0 0,-63 55 22 0 0,1 0 0 0 0,-1 0 0 0 0,1 0 0 0 0,-1 0 1 0 0,1 0-1 0 0,-1 0 0 0 0,1 1 0 0 0,0-1 0 0 0,-1 1 1 0 0,1-1-1 0 0,0 1 0 0 0,0 0 0 0 0,-1-1 0 0 0,1 1 1 0 0,0 0-1 0 0,0 0 0 0 0,-1 0 0 0 0,4 1 0 0 0,38 7-187 0 0,-26-5-69 0 0,-7-1 157 0 0,0-1 0 0 0,0-1 0 0 0,0 0 1 0 0,-1 0-1 0 0,1-1 0 0 0,0 0 0 0 0,0-1 1 0 0,-1 0-1 0 0,1-1 0 0 0,-1 0 0 0 0,1 0 1 0 0,-1-1-1 0 0,0 0 0 0 0,11-7 1 0 0,-8 3 72 0 0,0-2 1 0 0,0 1 0 0 0,-1-1-1 0 0,0-1 1 0 0,-1 0 0 0 0,0 0-1 0 0,-1-1 1 0 0,12-21 0 0 0,-3 0 60 0 0,-1-1 1 0 0,-2-1-1 0 0,-2-1 0 0 0,-1 0 1 0 0,-1 0-1 0 0,8-59 0 0 0,-15 54 710 0 0,-1 0-1 0 0,-3 0 1 0 0,-5-54-1 0 0,5 92-496 0 0,-1 1 47 0 0,1 1-281 0 0,0 1 1 0 0,0 0-1 0 0,0 0 1 0 0,0 0 0 0 0,0-1-1 0 0,0 1 1 0 0,0 0-1 0 0,0 0 1 0 0,0 0 0 0 0,0-1-1 0 0,0 1 1 0 0,0 0-1 0 0,0 0 1 0 0,0 0-1 0 0,0-1 1 0 0,0 1 0 0 0,0 0-1 0 0,0 0 1 0 0,-1 0-1 0 0,1 0 1 0 0,0-1 0 0 0,0 1-1 0 0,0 0 1 0 0,0 0-1 0 0,0 0 1 0 0,0 0 0 0 0,-1 0-1 0 0,1-1 1 0 0,0 1-1 0 0,0 0 1 0 0,0 0-1 0 0,0 0 1 0 0,-1 0 0 0 0,1 0-1 0 0,0 0 1 0 0,0 0-1 0 0,0 0 1 0 0,-1 0 0 0 0,1-1-1 0 0,0 1 1 0 0,0 0-1 0 0,0 0 1 0 0,-1 0 0 0 0,1 0-1 0 0,0 0 1 0 0,0 0-1 0 0,0 0 1 0 0,-1 1-1 0 0,1-1 1 0 0,0 0 0 0 0,0 0-1 0 0,0 0 1 0 0,-1 0-1 0 0,1 0 1 0 0,0 0 0 0 0,0 0-1 0 0,0 0 1 0 0,0 0-1 0 0,-1 1 1 0 0,-13 25 48 0 0,1 0 0 0 0,1 2 0 0 0,1-1 0 0 0,1 2 0 0 0,2-1 0 0 0,1 1-1 0 0,1 0 1 0 0,1 1 0 0 0,2-1 0 0 0,1 1 0 0 0,1 0 0 0 0,2-1 0 0 0,1 1 0 0 0,1 0 0 0 0,2-1 0 0 0,11 42 0 0 0,-14-64-53 0 0,1 0 0 0 0,0-1 1 0 0,0 1-1 0 0,0-1 0 0 0,1 0 0 0 0,0 0 0 0 0,0 0 0 0 0,0 0 1 0 0,1-1-1 0 0,0 1 0 0 0,0-1 0 0 0,1 0 0 0 0,-1-1 1 0 0,12 8-1 0 0,-12-10 12 0 0,-1 0 0 0 0,1 0 0 0 0,0 0 1 0 0,0 0-1 0 0,0-1 0 0 0,1 0 0 0 0,-1 0 1 0 0,0 0-1 0 0,0-1 0 0 0,1 1 1 0 0,-1-1-1 0 0,0-1 0 0 0,1 1 0 0 0,-1-1 1 0 0,0 0-1 0 0,0 0 0 0 0,0 0 0 0 0,0-1 1 0 0,0 0-1 0 0,7-3 0 0 0,-9 4 6 0 0,-1-1 1 0 0,0 0-1 0 0,0 0 0 0 0,0 0 1 0 0,0 0-1 0 0,0 0 0 0 0,0 0 1 0 0,-1 0-1 0 0,1-1 0 0 0,-1 1 1 0 0,1-1-1 0 0,-1 1 0 0 0,2-5 1 0 0,-3 5-11 0 0,-27 20-4938 0 0</inkml:trace>
</inkml:ink>
</file>

<file path=ppt/ink/ink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7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52 0 0,'9'-37'9179'0'0,"-8"34"-8888"0"0,-1-1 492 0 0,1 0-1 0 0,0 0 1 0 0,0 0 0 0 0,0 0-1 0 0,1 0 1 0 0,-1 0-1 0 0,4-5 1 0 0,-4 8-90 0 0,7-2-690 0 0</inkml:trace>
</inkml:ink>
</file>

<file path=ppt/ink/ink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7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231 405 1556 0 0,'-2'-3'1577'0'0,"2"2"-1347"0"0,-1 0-1 0 0,1 0 1 0 0,-1 0-1 0 0,1 1 1 0 0,-1-1-1 0 0,0 0 1 0 0,1 0 0 0 0,-1 1-1 0 0,0-1 1 0 0,0 0-1 0 0,1 1 1 0 0,-1-1-1 0 0,0 1 1 0 0,0-1 0 0 0,0 1-1 0 0,0-1 1 0 0,0 1-1 0 0,0 0 1 0 0,0 0-1 0 0,0-1 1 0 0,0 1 0 0 0,0 0-1 0 0,0 0 1 0 0,0 0-1 0 0,0 0 1 0 0,0 0-1 0 0,0 0 1 0 0,0 0 0 0 0,-2 1-1 0 0,0 0 134 0 0,1 0-1 0 0,-1 0 1 0 0,0 1-1 0 0,0-1 0 0 0,1 1 1 0 0,-1 0-1 0 0,1-1 1 0 0,-1 1-1 0 0,1 1 1 0 0,-3 2-1 0 0,1-1-25 0 0,0 0-1 0 0,0 1 1 0 0,1 0-1 0 0,-1-1 0 0 0,1 1 1 0 0,1 0-1 0 0,-1 1 1 0 0,1-1-1 0 0,0 0 1 0 0,0 1-1 0 0,0-1 1 0 0,-1 10-1 0 0,3-13-300 0 0,0 0 0 0 0,1 1-1 0 0,-1-1 1 0 0,1 0 0 0 0,0 1 0 0 0,-1-1 0 0 0,1 0-1 0 0,0 0 1 0 0,0 0 0 0 0,1 0 0 0 0,-1 0 0 0 0,0 0 0 0 0,1 0-1 0 0,-1 0 1 0 0,1 0 0 0 0,-1-1 0 0 0,1 1 0 0 0,0 0-1 0 0,0-1 1 0 0,0 0 0 0 0,0 1 0 0 0,0-1 0 0 0,0 0-1 0 0,0 0 1 0 0,0 0 0 0 0,1 0 0 0 0,-1-1 0 0 0,0 1-1 0 0,0-1 1 0 0,1 1 0 0 0,3-1 0 0 0,-2 1-417 0 0,0-1 0 0 0,0 1 0 0 0,0-1 0 0 0,0-1 0 0 0,0 1 0 0 0,0 0 0 0 0,0-1 0 0 0,6-2 0 0 0,-8 3-251 0 0,0-1 0 0 0,0 0 0 0 0,0 0 0 0 0,0 0 0 0 0,0 0 0 0 0,0 0 0 0 0,-1 0 0 0 0,1-1 0 0 0,0 1 0 0 0,0-1 0 0 0,-1 1-1 0 0,1-1 1 0 0,-1 0 0 0 0,3-3 0 0 0</inkml:trace>
  <inkml:trace contextRef="#ctx0" brushRef="#br0" timeOffset="1">22 45 864 0 0,'-2'0'544'0'0,"1"-1"0"0"0,-1 1 0 0 0,1-1 0 0 0,0 1 0 0 0,-1-1 0 0 0,1 0 0 0 0,0 0 0 0 0,0 1 0 0 0,0-1 0 0 0,0 0 0 0 0,0 0-1 0 0,0 0 1 0 0,0 0 0 0 0,0 0 0 0 0,0-1 0 0 0,-1-1 0 0 0,2 3-401 0 0,0-1-1 0 0,0 1 1 0 0,0-1-1 0 0,0 0 1 0 0,0 1-1 0 0,0-1 0 0 0,0 1 1 0 0,0-1-1 0 0,0 1 1 0 0,0-1-1 0 0,1 1 1 0 0,-1-1-1 0 0,0 1 1 0 0,0-1-1 0 0,1 1 0 0 0,-1-1 1 0 0,0 1-1 0 0,1-1 1 0 0,-1 1-1 0 0,1-1 1 0 0,-1 1-1 0 0,0 0 1 0 0,1-1-1 0 0,-1 1 1 0 0,1 0-1 0 0,-1-1 0 0 0,1 1 1 0 0,4-3 74 0 0,0 1 1 0 0,0 0-1 0 0,0 0 1 0 0,0 0 0 0 0,0 1-1 0 0,0 0 1 0 0,8-1-1 0 0,66 2-4897 0 0,-59 1 153 0 0,-2-1 794 0 0</inkml:trace>
</inkml:ink>
</file>

<file path=ppt/ink/ink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8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0 472 0 0,'-35'12'4833'0'0,"27"-8"-4218"0"0,0 1 1 0 0,0 0-1 0 0,0 0 0 0 0,1 1 1 0 0,0 0-1 0 0,0 0 0 0 0,1 1 1 0 0,0 0-1 0 0,-11 14 0 0 0,15-18-504 0 0,0 1 1 0 0,0-1-1 0 0,1 0 0 0 0,-1 0 0 0 0,0 1 0 0 0,1-1 0 0 0,0 1 0 0 0,0 0 0 0 0,0-1 0 0 0,0 1 0 0 0,1 0 0 0 0,0-1 0 0 0,-1 1 1 0 0,1 0-1 0 0,0 0 0 0 0,1-1 0 0 0,-1 1 0 0 0,1 0 0 0 0,0 0 0 0 0,-1-1 0 0 0,2 1 0 0 0,-1-1 0 0 0,0 1 0 0 0,1-1 0 0 0,-1 1 1 0 0,1-1-1 0 0,3 4 0 0 0,8 9 316 0 0,1-1 1 0 0,23 20 0 0 0,2 3 346 0 0,-37-37-680 0 0,-3 0-73 0 0,1 0 0 0 0,0 0-1 0 0,-1 0 1 0 0,1 0 0 0 0,-1 0 0 0 0,1 0-1 0 0,-1 0 1 0 0,1 0 0 0 0,-1-1-1 0 0,1 1 1 0 0,-1 0 0 0 0,0 0 0 0 0,0-1-1 0 0,1 1 1 0 0,-1 0 0 0 0,0-1-1 0 0,0 1 1 0 0,0 0 0 0 0,0-1 0 0 0,-1 1-1 0 0,0 1-25 0 0,-6 0-128 0 0,0 1 1 0 0,0-1 0 0 0,0-1 0 0 0,0 0 0 0 0,0 0 0 0 0,0 0 0 0 0,-15-2 0 0 0,-28-5-8608 0 0</inkml:trace>
</inkml:ink>
</file>

<file path=ppt/ink/ink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8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13241 0 0,'5'1'312'0'0,"-1"1"1"0"0,1-2-1 0 0,0 1 0 0 0,0 0 1 0 0,-1-1-1 0 0,1 0 0 0 0,0 0 0 0 0,0 0 1 0 0,-1-1-1 0 0,1 0 0 0 0,0 0 0 0 0,-1 0 1 0 0,1 0-1 0 0,-1-1 0 0 0,1 1 0 0 0,-1-1 1 0 0,0 0-1 0 0,1-1 0 0 0,-1 1 0 0 0,0-1 1 0 0,-1 0-1 0 0,5-4 0 0 0,-7 7-372 0 0,-1 0 0 0 0,0 0 0 0 0,0 0 0 0 0,0 0 0 0 0,0 0 0 0 0,0-1 0 0 0,1 1 0 0 0,-1 0-1 0 0,0 0 1 0 0,0 0 0 0 0,0 0 0 0 0,0-1 0 0 0,0 1 0 0 0,0 0 0 0 0,0 0 0 0 0,0 0 0 0 0,0-1 0 0 0,0 1 0 0 0,0 0 0 0 0,0 0-1 0 0,0 0 1 0 0,0-1 0 0 0,0 1 0 0 0,0 0 0 0 0,0 0 0 0 0,0 0 0 0 0,0-1 0 0 0,0 1 0 0 0,0 0 0 0 0,0 0 0 0 0,0 0 0 0 0,0-1-1 0 0,0 1 1 0 0,0 0 0 0 0,-1 0 0 0 0,1 0 0 0 0,0 0 0 0 0,0-1 0 0 0,0 1 0 0 0,0 0 0 0 0,0 0 0 0 0,-1 0 0 0 0,1 0 0 0 0,0 0 0 0 0,-13-5-1599 0 0,-11 3-5232 0 0</inkml:trace>
</inkml:ink>
</file>

<file path=ppt/ink/ink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09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55 237 568 0 0,'-50'13'7507'0'0,"49"-13"-7470"0"0,1 0-1 0 0,0 0 1 0 0,0 0-1 0 0,-1 0 1 0 0,1 0-1 0 0,0 0 1 0 0,0 1-1 0 0,-1-1 0 0 0,1 0 1 0 0,0 0-1 0 0,0 0 1 0 0,0 0-1 0 0,0 1 1 0 0,-1-1-1 0 0,1 0 1 0 0,0 0-1 0 0,0 0 0 0 0,0 1 1 0 0,0-1-1 0 0,0 0 1 0 0,0 0-1 0 0,-1 1 1 0 0,1-1-1 0 0,0 0 1 0 0,0 0-1 0 0,0 1 1 0 0,0-1-1 0 0,0 0 0 0 0,0 0 1 0 0,0 1-1 0 0,0-1 1 0 0,0 0-1 0 0,0 0 1 0 0,0 1-1 0 0,0-1 1 0 0,0 0-1 0 0,0 0 0 0 0,1 1 1 0 0,-1-1-1 0 0,0 0 1 0 0,0 0-1 0 0,0 1 1 0 0,0-1-1 0 0,1 0 1 0 0,33 11 390 0 0,1-3 1 0 0,0-1-1 0 0,1-1 1 0 0,-1-2-1 0 0,37 0 1 0 0,6 1-162 0 0,439 6 823 0 0,2-42-440 0 0,-407 23-559 0 0,709-41 758 0 0,-578 35-562 0 0,1014-65 1295 0 0,-939 59-1075 0 0,448-18 437 0 0,305 26 727 0 0,-824 13-1088 0 0,-128-1-47 0 0,171-21 0 0 0,-221 6-246 0 0,-51 10-187 0 0,1 1 0 0 0,-1 1 0 0 0,21-1-1 0 0,-39 4-110 0 0,0-1-1 0 0,0 1 0 0 0,-1 0 1 0 0,1 0-1 0 0,0 0 0 0 0,0 0 0 0 0,0-1 1 0 0,0 1-1 0 0,0 0 0 0 0,0 0 0 0 0,0 0 1 0 0,0-1-1 0 0,0 1 0 0 0,0 0 1 0 0,0 0-1 0 0,0 0 0 0 0,0-1 0 0 0,0 1 1 0 0,0 0-1 0 0,0 0 0 0 0,0 0 0 0 0,0-1 1 0 0,0 1-1 0 0,0 0 0 0 0,0 0 1 0 0,0 0-1 0 0,0 0 0 0 0,0-1 0 0 0,0 1 1 0 0,0 0-1 0 0,1 0 0 0 0,-1 0 0 0 0,0 0 1 0 0,0-1-1 0 0,0 1 0 0 0,0 0 1 0 0,0 0-1 0 0,1 0 0 0 0,-1 0 0 0 0,0 0 1 0 0,0 0-1 0 0,0-1 0 0 0,0 1 1 0 0,1 0-1 0 0,-1 0 0 0 0,0 0 0 0 0,0 0 1 0 0,-1-1-367 0 0,-1 0 0 0 0,0 1 0 0 0,0-1 0 0 0,0 1 0 0 0,0-1 0 0 0,-1 1 1 0 0,1 0-1 0 0,0-1 0 0 0,0 1 0 0 0,0 0 0 0 0,-4 1 0 0 0,-7 1-1608 0 0</inkml:trace>
</inkml:ink>
</file>

<file path=ppt/ink/ink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10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86 17998 0 0,'0'0'130'0'0,"10"-1"-2"0"0,-5-1 2268 0 0,-4 2-2352 0 0,0 0 0 0 0,-1 0 0 0 0,1-1 1 0 0,-1 1-1 0 0,1 0 0 0 0,-1-1 0 0 0,1 1 0 0 0,-1-1 1 0 0,0 1-1 0 0,1-1 0 0 0,-1 1 0 0 0,0 0 0 0 0,1-1 1 0 0,-1 0-1 0 0,0 1 0 0 0,1-1 0 0 0,-1 1 0 0 0,0-1 1 0 0,0 1-1 0 0,0-1 0 0 0,1 0 0 0 0,-1 1 0 0 0,0-1 0 0 0,0 1 1 0 0,0-1-1 0 0,0 0 0 0 0,0 1 0 0 0,0-1 0 0 0,0 1 1 0 0,0-1-1 0 0,0 0 0 0 0,-1 1 0 0 0,1-1 0 0 0,0 1 1 0 0,0-1-1 0 0,-1 1 0 0 0,1-1 0 0 0,0 0 0 0 0,-1 0 0 0 0,1 1-82 0 0,-1-3 308 0 0,-27-23-2891 0 0,17 17 21 0 0,-6-6-6027 0 0,7 6 3676 0 0</inkml:trace>
</inkml:ink>
</file>

<file path=ppt/ink/ink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8:10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83 1572 0 0,'-1'-58'10077'0'0,"1"56"-9030"0"0,-3-12 1373 0 0,2 6-1299 0 0,3 9-1923 0 0,2 6-119 0 0,3 5-516 0 0,1 0-3831 0 0</inkml:trace>
  <inkml:trace contextRef="#ctx0" brushRef="#br0" timeOffset="1">117 404 752 0 0,'0'3'321'0'0,"0"0"1"0"0,0-1-1 0 0,0 1 0 0 0,1-1 0 0 0,-1 1 0 0 0,1-1 1 0 0,-1 1-1 0 0,1-1 0 0 0,0 0 0 0 0,0 1 1 0 0,0-1-1 0 0,0 0 0 0 0,1 1 0 0 0,-1-1 1 0 0,0 0-1 0 0,1 0 0 0 0,0 0 0 0 0,-1 0 1 0 0,1-1-1 0 0,0 1 0 0 0,0 0 0 0 0,0-1 0 0 0,0 1 1 0 0,0-1-1 0 0,1 0 0 0 0,-1 1 0 0 0,0-1 1 0 0,0 0-1 0 0,1-1 0 0 0,-1 1 0 0 0,1 0 1 0 0,-1-1-1 0 0,1 1 0 0 0,-1-1 0 0 0,1 0 0 0 0,-1 0 1 0 0,5 0-1 0 0,11 0 502 0 0,1-1 0 0 0,-1-1 1 0 0,0-1-1 0 0,23-6 0 0 0,-13 3-620 0 0,24-8-1775 0 0,-18 0-6473 0 0,-24 8 3736 0 0</inkml:trace>
</inkml:ink>
</file>

<file path=ppt/ink/ink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38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69 720 224 0 0,'0'0'2362'0'0,"-3"2"-1844"0"0,-1 0-306 0 0,1 1 0 0 0,0 0 0 0 0,0 0 0 0 0,0 0 1 0 0,0 0-1 0 0,0 0 0 0 0,1 1 0 0 0,-1-1 0 0 0,1 1 1 0 0,0 0-1 0 0,0 0 0 0 0,0 0 0 0 0,1 0 0 0 0,-3 7 1 0 0,-14 70 1353 0 0,13-58-1104 0 0,4-10-272 0 0,0-1-1 0 0,1 1 0 0 0,0 0 0 0 0,1 0 1 0 0,0 0-1 0 0,4 13 0 0 0,-5-25-178 0 0,0 0-1 0 0,1 0 1 0 0,-1 0-1 0 0,0 0 1 0 0,1 0-1 0 0,-1-1 1 0 0,1 1-1 0 0,-1 0 0 0 0,1 0 1 0 0,-1 0-1 0 0,1 0 1 0 0,-1-1-1 0 0,1 1 1 0 0,0 0-1 0 0,0 0 1 0 0,-1-1-1 0 0,1 1 1 0 0,0-1-1 0 0,0 1 1 0 0,0-1-1 0 0,0 1 1 0 0,0-1-1 0 0,-1 1 1 0 0,1-1-1 0 0,0 0 0 0 0,0 0 1 0 0,0 1-1 0 0,0-1 1 0 0,0 0-1 0 0,0 0 1 0 0,0 0-1 0 0,0 0 1 0 0,0 0-1 0 0,0 0 1 0 0,0 0-1 0 0,0 0 1 0 0,0-1-1 0 0,0 1 1 0 0,0 0-1 0 0,0-1 1 0 0,0 1-1 0 0,0 0 1 0 0,0-1-1 0 0,0 1 0 0 0,0-2 1 0 0,41-23 117 0 0,-9-8-78 0 0,-1-2 0 0 0,-1-1 0 0 0,-2-1 1 0 0,-2-2-1 0 0,44-81 0 0 0,-39 61-19 0 0,5-7 2 0 0,57-139 0 0 0,-88 188-19 0 0,-1 0 1 0 0,0 0-1 0 0,-1 0 0 0 0,2-26 0 0 0,-6 41-6 0 0,-2-2 15 0 0,2 3-22 0 0,0 0 0 0 0,0 0 0 0 0,0 0 0 0 0,0 0 0 0 0,0 0 0 0 0,0 0 0 0 0,-1 0 0 0 0,1 0 0 0 0,0 0 0 0 0,-1 1 0 0 0,1-1 0 0 0,-1 0 0 0 0,1 0 0 0 0,-1 0 0 0 0,0 1 0 0 0,1-1 0 0 0,-1 0 0 0 0,0 0 0 0 0,0 0 0 0 0,-5 3 17 0 0,1 2-17 0 0,0 0 0 0 0,0 0 0 0 0,1 1 0 0 0,-1-1 0 0 0,1 1 0 0 0,0 0-1 0 0,0 0 1 0 0,0 1 0 0 0,1-1 0 0 0,0 1 0 0 0,0 0 0 0 0,1 0 0 0 0,-1 0 0 0 0,1 0-1 0 0,1 0 1 0 0,-3 11 0 0 0,3-8 0 0 0,1 1 0 0 0,0-1 0 0 0,1 1 0 0 0,-1-1 0 0 0,2 1 0 0 0,0-1 0 0 0,0 1 0 0 0,0-1 0 0 0,1 0 0 0 0,6 12 0 0 0,0-2-3 0 0,1-1 0 0 0,0-1 0 0 0,2 1 0 0 0,0-2 0 0 0,1 0 0 0 0,0 0 0 0 0,1-1 0 0 0,1-1 0 0 0,0 0 0 0 0,20 12 0 0 0,-17-14 1 0 0,0-1 1 0 0,2 0 0 0 0,-1-2 0 0 0,32 11-1 0 0,-42-17 6 0 0,0 0 0 0 0,0-1-1 0 0,0 0 1 0 0,1-1 0 0 0,-1 0 0 0 0,0 0-1 0 0,1-1 1 0 0,-1 0 0 0 0,0-1-1 0 0,1 0 1 0 0,-1-1 0 0 0,18-4 0 0 0,-20 2-5 0 0,-1 1 0 0 0,0-1 1 0 0,1 0-1 0 0,-2 0 1 0 0,1-1-1 0 0,0 0 0 0 0,-1 0 1 0 0,0 0-1 0 0,0-1 1 0 0,-1 1-1 0 0,1-1 0 0 0,-1 0 1 0 0,0-1-1 0 0,3-6 1 0 0,-2 1 4 0 0,1 1 0 0 0,-1-1 0 0 0,-1 0 0 0 0,0 0 0 0 0,-1-1 0 0 0,0 1 0 0 0,0-15 0 0 0,-3 22 4 0 0,0-5-6 0 0,0 8 67 0 0,-2 8-58 0 0,2-4-11 0 0,-1 0 0 0 0,1 0 0 0 0,0 1 0 0 0,0-1 0 0 0,0 0 0 0 0,0 0 0 0 0,0 0 0 0 0,1 1 0 0 0,-1-1 0 0 0,0 0 0 0 0,1 0 0 0 0,0 0 0 0 0,-1 0 0 0 0,1 0 0 0 0,0 0 0 0 0,0 0 0 0 0,0 0-1 0 0,3 3 1 0 0,-1-2 1 0 0,0 1 0 0 0,1-1-1 0 0,0 1 1 0 0,0-1 0 0 0,0 0-1 0 0,0-1 1 0 0,0 1 0 0 0,0-1-1 0 0,8 4 1 0 0,1-1-1 0 0,1 0 0 0 0,-1-1 1 0 0,1 0-1 0 0,0-1 0 0 0,0-1 0 0 0,0 0 1 0 0,0-1-1 0 0,0 0 0 0 0,0-1 0 0 0,0-1 1 0 0,0 0-1 0 0,1-1 0 0 0,-2-1 0 0 0,1 0 1 0 0,0 0-1 0 0,-1-2 0 0 0,1 0 0 0 0,-1 0 0 0 0,18-11 1 0 0,-16 7-1 0 0,-1 0 1 0 0,0-1-1 0 0,-1-1 0 0 0,0 0 1 0 0,-1 0-1 0 0,0-2 1 0 0,-1 1-1 0 0,-1-1 0 0 0,0-1 1 0 0,0 0-1 0 0,-1 0 1 0 0,-1-1-1 0 0,-1 0 0 0 0,0-1 1 0 0,-1 0-1 0 0,6-19 1 0 0,-5 6 53 0 0,0-1 1 0 0,-2 0 0 0 0,0 0 0 0 0,-3-1-1 0 0,0 1 1 0 0,-2-1 0 0 0,-7-54 0 0 0,6 83 32 0 0,1 2-83 0 0,0 0 0 0 0,0 0 1 0 0,0 0-1 0 0,0 0 0 0 0,0 0 1 0 0,0 1-1 0 0,0-1 0 0 0,0 0 0 0 0,0 0 1 0 0,-1 0-1 0 0,1 0 0 0 0,0 0 1 0 0,0 0-1 0 0,0 0 0 0 0,0 1 1 0 0,0-1-1 0 0,0 0 0 0 0,-1 0 0 0 0,1 0 1 0 0,0 0-1 0 0,0 0 0 0 0,0 0 1 0 0,0 0-1 0 0,0 0 0 0 0,-1 0 1 0 0,1 0-1 0 0,0 0 0 0 0,0 0 1 0 0,0 0-1 0 0,0 0 0 0 0,-1 0 0 0 0,1 0 1 0 0,0 0-1 0 0,0 0 0 0 0,0 0 1 0 0,0 0-1 0 0,0 0 0 0 0,-1 0 1 0 0,1 0-1 0 0,0 0 0 0 0,0 0 0 0 0,0-1 1 0 0,0 1-1 0 0,0 0 0 0 0,0 0 1 0 0,-1 0-1 0 0,1 0 0 0 0,0 0 1 0 0,0 0-1 0 0,0 0 0 0 0,0-1 1 0 0,0 1-1 0 0,0 0 0 0 0,0 0 0 0 0,0 0 1 0 0,0 0-1 0 0,0 0 0 0 0,-1-1 1 0 0,1 1-1 0 0,0 0 0 0 0,0 0 1 0 0,0 0-1 0 0,0 0 0 0 0,0 0 0 0 0,0-1 1 0 0,-15 52 224 0 0,1 0 1 0 0,3 0-1 0 0,2 1 1 0 0,-3 70-1 0 0,7 219 401 0 0,5-333-617 0 0,10 190 265 0 0,-1 21 12 0 0,-6-154-97 0 0,-3-62-23 0 0,0-11-150 0 0,1-50-35 0 0,2 0 0 0 0,2 0 0 0 0,4 1 1 0 0,1 0-1 0 0,4 1 0 0 0,1 0 0 0 0,31-72 1 0 0,-36 106-2 0 0,0 0 0 0 0,1 1 0 0 0,1 0 1 0 0,23-31-1 0 0,-31 47 11 0 0,0 0 0 0 0,1 1 1 0 0,-1-1-1 0 0,1 1 0 0 0,0 0 0 0 0,0 0 1 0 0,0 1-1 0 0,1-1 0 0 0,-1 1 0 0 0,8-3 1 0 0,-9 5 1 0 0,-1 0 0 0 0,1 1 0 0 0,-1-1 0 0 0,1 1 1 0 0,-1-1-1 0 0,1 1 0 0 0,0 0 0 0 0,-1 0 0 0 0,1 1 1 0 0,-1-1-1 0 0,1 1 0 0 0,-1 0 0 0 0,1 0 0 0 0,-1 0 0 0 0,1 0 1 0 0,-1 0-1 0 0,0 1 0 0 0,0 0 0 0 0,5 2 0 0 0,-5-2 4 0 0,1 1 0 0 0,-1-1 0 0 0,0 1-1 0 0,0 0 1 0 0,0 0 0 0 0,0 0 0 0 0,0 0-1 0 0,-1 1 1 0 0,1-1 0 0 0,-1 1 0 0 0,0-1-1 0 0,0 1 1 0 0,-1 0 0 0 0,1 0 0 0 0,-1 0-1 0 0,1 0 1 0 0,-1 0 0 0 0,-1 0 0 0 0,1 0 0 0 0,0 0-1 0 0,-1 0 1 0 0,0 1 0 0 0,0-1 0 0 0,0 0-1 0 0,-1 0 1 0 0,1 0 0 0 0,-1 0 0 0 0,-1 5-1 0 0,0-1 4 0 0,-1 0 1 0 0,0-1-1 0 0,0 1 0 0 0,0-1 0 0 0,-1 1 0 0 0,0-1 0 0 0,0 0 0 0 0,-1-1 0 0 0,0 1 1 0 0,0-1-1 0 0,-1 0 0 0 0,0 0 0 0 0,-9 7 0 0 0,8-8-3 0 0,1 0 1 0 0,-1-1-1 0 0,1 0 1 0 0,-1 0-1 0 0,0-1 1 0 0,-1 1-1 0 0,1-2 1 0 0,-1 1-1 0 0,1-1 1 0 0,-1 0-1 0 0,0-1 1 0 0,0 0-1 0 0,-11 1 1 0 0,17-3-61 0 0,1 1 0 0 0,0 0 1 0 0,-1-1-1 0 0,1 1 0 0 0,0-1 1 0 0,-1 1-1 0 0,1-1 1 0 0,0 0-1 0 0,-1 1 0 0 0,1-1 1 0 0,0 0-1 0 0,0 0 0 0 0,0 0 1 0 0,0 0-1 0 0,0 0 0 0 0,0 0 1 0 0,0 0-1 0 0,0 0 1 0 0,0-1-1 0 0,1 1 0 0 0,-1 0 1 0 0,0 0-1 0 0,1-1 0 0 0,-1 1 1 0 0,1 0-1 0 0,-1-1 0 0 0,1 1 1 0 0,0-1-1 0 0,-1-1 0 0 0,0-21-1921 0 0,4 0-3615 0 0,3-3 2608 0 0</inkml:trace>
</inkml:ink>
</file>

<file path=ppt/ink/ink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39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16 608 0 0,'7'-1'257'0'0,"-1"1"0"0"0,1 0 0 0 0,0 1 0 0 0,0-1 0 0 0,0 1 0 0 0,0 0 0 0 0,-1 1 0 0 0,1 0 0 0 0,-1 0 0 0 0,1 0 0 0 0,-1 1 0 0 0,0 0-1 0 0,0 0 1 0 0,0 1 0 0 0,0-1 0 0 0,0 1 0 0 0,-1 1 0 0 0,0-1 0 0 0,0 1 0 0 0,0 0 0 0 0,0 0 0 0 0,-1 0 0 0 0,0 0 0 0 0,7 12 0 0 0,-11-15-199 0 0,1 0 0 0 0,-1 0-1 0 0,1 0 1 0 0,-1 0 0 0 0,0 0 0 0 0,0 0 0 0 0,0 0 0 0 0,0 0-1 0 0,0 0 1 0 0,0 0 0 0 0,0 0 0 0 0,-1 0 0 0 0,1 0 0 0 0,-1 0-1 0 0,0 0 1 0 0,1 0 0 0 0,-1-1 0 0 0,0 1 0 0 0,0 0 0 0 0,0 0-1 0 0,0-1 1 0 0,-1 1 0 0 0,1 0 0 0 0,-2 1 0 0 0,-1 1 165 0 0,1 0 1 0 0,-2 0 0 0 0,1-1 0 0 0,0 1-1 0 0,-1-1 1 0 0,-7 5 0 0 0,10-7 134 0 0,-6-8-142 0 0,7 7-211 0 0,1 0 0 0 0,-1 0 0 0 0,1 0 1 0 0,0 0-1 0 0,-1 0 0 0 0,1 0 0 0 0,-1-1 0 0 0,1 1 0 0 0,0 0 1 0 0,-1 0-1 0 0,1 0 0 0 0,-1-1 0 0 0,1 1 0 0 0,0 0 0 0 0,-1 0 1 0 0,1-1-1 0 0,0 1 0 0 0,0 0 0 0 0,-1-1 0 0 0,1 1 1 0 0,0 0-1 0 0,0-1 0 0 0,-1 1 0 0 0,1-1 0 0 0,0 1 0 0 0,0 0 1 0 0,0-1-1 0 0,0 1 0 0 0,-1-1 0 0 0,1 1 0 0 0,0 0 0 0 0,0-1 1 0 0,0 1-1 0 0,0-1 0 0 0,3-10 91 0 0,-1 0 1 0 0,2 0-1 0 0,0 1 1 0 0,0-1-1 0 0,0 1 1 0 0,2 0-1 0 0,7-12 1 0 0,-8 16-334 0 0,-1 0 0 0 0,1 1 0 0 0,0-1 0 0 0,0 1-1 0 0,10-7 1 0 0,-11 9-381 0 0,0 0-1 0 0,1 1 0 0 0,-1 0 1 0 0,0-1-1 0 0,1 2 0 0 0,0-1 1 0 0,-1 0-1 0 0,1 1 0 0 0,6-1 1 0 0,9-1-1612 0 0</inkml:trace>
</inkml:ink>
</file>

<file path=ppt/ink/ink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0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1 317 640 0 0,'15'-6'727'0'0,"-1"-1"-1"0"0,0 0 1 0 0,0-1 0 0 0,14-11-1 0 0,-23 15-506 0 0,-1 0-1 0 0,1 1 0 0 0,0-2 1 0 0,-1 1-1 0 0,0-1 1 0 0,0 1-1 0 0,0-1 1 0 0,-1 0-1 0 0,0 0 1 0 0,0-1-1 0 0,0 1 0 0 0,0-1 1 0 0,2-7-1 0 0,-5 13-175 0 0,0-1-1 0 0,1 1 1 0 0,-1-1-1 0 0,0 0 1 0 0,0 1-1 0 0,0-1 1 0 0,1 0-1 0 0,-1 0 1 0 0,0 1-1 0 0,0-1 1 0 0,0 0-1 0 0,0 1 1 0 0,0-1 0 0 0,0 0-1 0 0,0 0 1 0 0,0 1-1 0 0,-1-1 1 0 0,1 0-1 0 0,0 1 1 0 0,0-1-1 0 0,-1 0 1 0 0,1 1-1 0 0,0-1 1 0 0,-1 0-1 0 0,1 1 1 0 0,0-1-1 0 0,-1 1 1 0 0,1-1-1 0 0,-2 0 1 0 0,-17 6 654 0 0,14-2-624 0 0,0 1 0 0 0,1-1 0 0 0,-1 1 0 0 0,1 0 0 0 0,0 0 0 0 0,-6 8 0 0 0,7-5-24 0 0,0-1 0 0 0,0 1 1 0 0,1 0-1 0 0,1 1 0 0 0,-1-1 1 0 0,1 0-1 0 0,0 0 0 0 0,0 1 0 0 0,1-1 1 0 0,0 1-1 0 0,2 10 0 0 0,-2-15-42 0 0,0-1 0 0 0,1 1-1 0 0,-1 0 1 0 0,1 0 0 0 0,0-1-1 0 0,0 1 1 0 0,-1-1 0 0 0,2 1-1 0 0,-1-1 1 0 0,0 1 0 0 0,0-1-1 0 0,1 0 1 0 0,0 1 0 0 0,-1-1-1 0 0,1 0 1 0 0,0 0 0 0 0,0 0-1 0 0,0 0 1 0 0,0-1 0 0 0,0 1-1 0 0,1 0 1 0 0,-1-1 0 0 0,0 0-1 0 0,1 1 1 0 0,-1-1 0 0 0,1 0-1 0 0,-1 0 1 0 0,1-1 0 0 0,0 1-1 0 0,-1 0 1 0 0,1-1 0 0 0,0 0-1 0 0,3 1 1 0 0,4-3 1 0 0,1 0 0 0 0,-1-1 0 0 0,0 0 0 0 0,-1 0 0 0 0,1-1 1 0 0,-1 0-1 0 0,1-1 0 0 0,-1 0 0 0 0,0-1 0 0 0,13-10 0 0 0,19-10 2 0 0,-21 14-17 0 0,0 2 0 0 0,1 0 0 0 0,0 1 0 0 0,0 2 0 0 0,1 0 0 0 0,44-8 0 0 0,-62 15 7 0 0,0-1 1 0 0,0 1-1 0 0,-1 0 0 0 0,1 0 1 0 0,0 0-1 0 0,-1 1 1 0 0,1-1-1 0 0,0 1 0 0 0,-1 0 1 0 0,1 0-1 0 0,0 0 1 0 0,3 2-1 0 0,-6-2 1 0 0,0 0-1 0 0,0-1 1 0 0,1 1-1 0 0,-1 0 0 0 0,0 0 1 0 0,-1 0-1 0 0,1 0 1 0 0,0 1-1 0 0,0-1 1 0 0,0 0-1 0 0,-1 0 0 0 0,1 0 1 0 0,0 1-1 0 0,-1-1 1 0 0,1 0-1 0 0,-1 1 1 0 0,0-1-1 0 0,1 0 1 0 0,-1 1-1 0 0,0-1 0 0 0,0 3 1 0 0,-1 5 5 0 0,0 0 1 0 0,-1 0-1 0 0,0-1 0 0 0,-1 1 1 0 0,1-1-1 0 0,-2 1 1 0 0,-5 11-1 0 0,-7 20-4 0 0,16-39-10 0 0,13 12-3 0 0,10-14-94 0 0,0-2-1 0 0,0 0 1 0 0,-1-1-1 0 0,1-1 1 0 0,-1-1-1 0 0,32-14 1 0 0,-20 6-134 0 0,0-3 1 0 0,-1 0 0 0 0,41-30-1 0 0,-65 41 204 0 0,-1-1 1 0 0,-1 0-1 0 0,1-1 0 0 0,-1 1 0 0 0,0-1 1 0 0,-1-1-1 0 0,8-12 0 0 0,-13 20 45 0 0,-6-4 6 0 0,5 5-15 0 0,0-1 1 0 0,0 1-1 0 0,-1-1 0 0 0,1 1 0 0 0,0 0 0 0 0,0-1 1 0 0,-1 1-1 0 0,1 0 0 0 0,0-1 0 0 0,-1 1 0 0 0,1 0 0 0 0,0-1 1 0 0,-1 1-1 0 0,1 0 0 0 0,-1 0 0 0 0,1-1 0 0 0,0 1 1 0 0,-1 0-1 0 0,1 0 0 0 0,-1 0 0 0 0,1 0 0 0 0,0 0 0 0 0,-1-1 1 0 0,1 1-1 0 0,-1 0 0 0 0,1 0 0 0 0,-1 0 0 0 0,1 0 1 0 0,-1 0-1 0 0,1 0 0 0 0,0 1 0 0 0,-1-1 0 0 0,1 0 0 0 0,-1 0 1 0 0,0 0-1 0 0,-4 3 12 0 0,1 0-1 0 0,-1 0 1 0 0,1 0 0 0 0,0 0 0 0 0,0 1 0 0 0,0-1-1 0 0,0 1 1 0 0,0 0 0 0 0,1 0 0 0 0,0 1 0 0 0,0-1-1 0 0,0 1 1 0 0,0-1 0 0 0,1 1 0 0 0,0 0 0 0 0,0 0-1 0 0,0 0 1 0 0,0 0 0 0 0,1 0 0 0 0,0 1 0 0 0,0-1-1 0 0,1 0 1 0 0,-1 1 0 0 0,1-1 0 0 0,1 9 0 0 0,-1-12-10 0 0,1 1 0 0 0,-1-1 0 0 0,1 1 0 0 0,0-1 1 0 0,0 1-1 0 0,0-1 0 0 0,0 0 0 0 0,0 0 0 0 0,0 1 1 0 0,1-1-1 0 0,-1 0 0 0 0,1 0 0 0 0,0 0 1 0 0,-1-1-1 0 0,1 1 0 0 0,0 0 0 0 0,0-1 0 0 0,0 1 1 0 0,0-1-1 0 0,0 1 0 0 0,1-1 0 0 0,-1 0 1 0 0,0 0-1 0 0,1 0 0 0 0,-1 0 0 0 0,1-1 0 0 0,-1 1 1 0 0,0 0-1 0 0,1-1 0 0 0,0 0 0 0 0,2 0 0 0 0,1 1-4 0 0,-1-1 0 0 0,1 0 0 0 0,-1 0 0 0 0,0-1 0 0 0,1 1 0 0 0,-1-1 0 0 0,0 0 0 0 0,0-1 0 0 0,1 1 0 0 0,-1-1 0 0 0,0 0 0 0 0,-1-1 0 0 0,7-2 0 0 0,86-69 36 0 0,-96 72-34 0 0,1 0 1 0 0,0 0-1 0 0,0 1 0 0 0,0-1 0 0 0,0 1 0 0 0,0-1 0 0 0,0 1 0 0 0,0-1 1 0 0,0 1-1 0 0,0 0 0 0 0,1 0 0 0 0,-1 0 0 0 0,3 0 0 0 0,-4 2 11 0 0,0 1-1 0 0,0-1 0 0 0,0 0 0 0 0,0 1 1 0 0,0-1-1 0 0,0 1 0 0 0,-1-1 1 0 0,1 1-1 0 0,0-1 0 0 0,-1 1 0 0 0,1-1 1 0 0,-1 1-1 0 0,0 0 0 0 0,1-1 0 0 0,-1 1 1 0 0,0 3-1 0 0,2 8 57 0 0,1 0-1 0 0,1 0 1 0 0,0-1 0 0 0,9 18-1 0 0,-13-29-59 0 0,0 0-8 0 0,0-1 1 0 0,1 1 0 0 0,-1-1-1 0 0,0 1 1 0 0,0 0-1 0 0,0-1 1 0 0,0 1-1 0 0,1-1 1 0 0,-1 1-1 0 0,0-1 1 0 0,0 1 0 0 0,1-1-1 0 0,-1 1 1 0 0,0-1-1 0 0,1 1 1 0 0,-1-1-1 0 0,1 1 1 0 0,-1-1-1 0 0,1 0 1 0 0,-1 1-1 0 0,1-1 1 0 0,-1 0 0 0 0,1 1-1 0 0,-1-1 1 0 0,1 0-1 0 0,-1 0 1 0 0,1 0-1 0 0,-1 1 1 0 0,1-1-1 0 0,0 0 1 0 0,-1 0 0 0 0,1 0-1 0 0,-1 0 1 0 0,1 0-1 0 0,-1 0 1 0 0,1 0-1 0 0,0 0 1 0 0,-1 0-1 0 0,1 0 1 0 0,-1 0-1 0 0,1 0 1 0 0,0-1 0 0 0,-1 1-1 0 0,1 0 1 0 0,-1 0-1 0 0,2-1 1 0 0,32-14 66 0 0,-23 9-74 0 0,0 0 1 0 0,0 1-1 0 0,0 1 1 0 0,1 0-1 0 0,12-3 1 0 0,-21 7 3 0 0,26-4-7 0 0,0-1-1 0 0,-1-1 1 0 0,1-1 0 0 0,36-15-1 0 0,-58 19 14 0 0,1-1-1 0 0,-1 0 0 0 0,0 0 1 0 0,0 0-1 0 0,-1-1 0 0 0,1 0 1 0 0,-1-1-1 0 0,0 1 1 0 0,-1-1-1 0 0,1 0 0 0 0,-1-1 1 0 0,0 1-1 0 0,-1-1 0 0 0,1 0 1 0 0,-1 0-1 0 0,-1 0 0 0 0,0-1 1 0 0,0 1-1 0 0,0-1 1 0 0,2-12-1 0 0,-1 7 252 0 0,-1-1 1 0 0,-1 1-1 0 0,0-1 1 0 0,-1 1-1 0 0,0-1 1 0 0,-1 1-1 0 0,-2-19 0 0 0,1 30 735 0 0,-21 22-441 0 0,18-14-434 0 0,0 0-1 0 0,0 0 1 0 0,1 0 0 0 0,-1 1-1 0 0,1-1 1 0 0,1 1-1 0 0,-1 0 1 0 0,1 0 0 0 0,0 0-1 0 0,-1 9 1 0 0,-5 72 704 0 0,8-76-723 0 0,-1 13 55 0 0,2 0-1 0 0,1 1 1 0 0,1-1 0 0 0,1 0 0 0 0,11 37 0 0 0,-8-39-1686 0 0,-4-11-7675 0 0</inkml:trace>
</inkml:ink>
</file>

<file path=ppt/ink/ink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0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37 788 0 0,'0'0'2260'0'0,"13"-9"-300"0"0,1 6-1135 0 0,-4 1 627 0 0,11-3-844 0 0,-9 3-76 0 0,4 0-160 0 0,-4 2-300 0 0,0-3-432 0 0,3 1-420 0 0,-2-1-508 0 0,19-2-3469 0 0</inkml:trace>
</inkml:ink>
</file>

<file path=ppt/ink/ink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2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352 87 536 0 0,'-1'-5'928'0'0,"1"-3"-86"0"0,-2 0 0 0 0,1-1 1 0 0,-1 1-1 0 0,-6-15 0 0 0,8 21-749 0 0,-1 1-1 0 0,1 0 0 0 0,-1-1 0 0 0,0 1 0 0 0,1-1 0 0 0,-1 1 0 0 0,0 0 0 0 0,0 0 0 0 0,0-1 0 0 0,0 1 0 0 0,0 0 1 0 0,0 0-1 0 0,-1 0 0 0 0,1 0 0 0 0,0 0 0 0 0,-1 1 0 0 0,1-1 0 0 0,0 0 0 0 0,-1 0 0 0 0,1 1 0 0 0,-1-1 1 0 0,1 1-1 0 0,-1-1 0 0 0,1 1 0 0 0,-1 0 0 0 0,1 0 0 0 0,-1 0 0 0 0,1 0 0 0 0,-1 0 0 0 0,1 0 0 0 0,-1 0 0 0 0,0 0 1 0 0,1 0-1 0 0,-1 1 0 0 0,-1 0 0 0 0,-21 8 169 0 0,2 2 1 0 0,-1 0-1 0 0,2 2 0 0 0,0 0 1 0 0,0 2-1 0 0,1 0 0 0 0,1 1 1 0 0,0 1-1 0 0,2 1 0 0 0,0 0 1 0 0,0 1-1 0 0,-17 29 0 0 0,31-44-220 0 0,1-1-1 0 0,1 0 1 0 0,-1 1-1 0 0,0-1 1 0 0,1 1-1 0 0,0 0 1 0 0,0 0-1 0 0,0-1 1 0 0,0 1-1 0 0,1 0 1 0 0,-1 0-1 0 0,1 0 1 0 0,0 0-1 0 0,0 0 1 0 0,0 0-1 0 0,1-1 1 0 0,-1 1-1 0 0,1 0 1 0 0,0 0 0 0 0,0 0-1 0 0,3 6 0 0 0,-2-8-25 0 0,0 1-1 0 0,-1-1 1 0 0,1 0-1 0 0,0 0 0 0 0,0 0 1 0 0,0-1-1 0 0,1 1 1 0 0,-1 0-1 0 0,0-1 0 0 0,1 1 1 0 0,-1-1-1 0 0,0 0 0 0 0,1 0 1 0 0,0 0-1 0 0,-1 0 1 0 0,1 0-1 0 0,0-1 0 0 0,-1 1 1 0 0,1-1-1 0 0,0 0 0 0 0,0 0 1 0 0,-1 0-1 0 0,1 0 1 0 0,0 0-1 0 0,0 0 0 0 0,-1-1 1 0 0,1 1-1 0 0,0-1 0 0 0,-1 0 1 0 0,6-2-1 0 0,6-2 13 0 0,-1-2 1 0 0,0 1-1 0 0,0-2 0 0 0,0 0 0 0 0,0 0 1 0 0,13-13-1 0 0,2-1 50 0 0,-20 17-64 0 0,-7 3-6 0 0,1 1 0 0 0,0-1 0 0 0,0 1 1 0 0,-1 0-1 0 0,1-1 0 0 0,0 1 1 0 0,1 0-1 0 0,-1 0 0 0 0,0 1 1 0 0,0-1-1 0 0,0 0 0 0 0,3 0 1 0 0,-3 1-2 0 0,1 2-8 0 0,36 22-69 0 0,18 11-1719 0 0,-16-18-4543 0 0,-23-13 3006 0 0</inkml:trace>
</inkml:ink>
</file>

<file path=ppt/ink/ink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3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21 440 0 0,'-3'-13'4363'0'0,"3"13"-4288"0"0,0 0 1 0 0,0-1 0 0 0,0 1-1 0 0,0 0 1 0 0,0 0-1 0 0,0-1 1 0 0,0 1 0 0 0,0 0-1 0 0,0 0 1 0 0,0-1 0 0 0,0 1-1 0 0,0 0 1 0 0,0 0-1 0 0,0-1 1 0 0,0 1 0 0 0,0 0-1 0 0,0 0 1 0 0,0-1-1 0 0,0 1 1 0 0,0 0 0 0 0,0 0-1 0 0,-1 0 1 0 0,1-1 0 0 0,0 1-1 0 0,0 0 1 0 0,0 0-1 0 0,0 0 1 0 0,-1 0 0 0 0,1-1-1 0 0,0 1 1 0 0,0 0-1 0 0,0 0 1 0 0,-1 0 0 0 0,1 0-1 0 0,0 0 1 0 0,0 0 0 0 0,-1-1-1 0 0,1 1 1 0 0,0 0-1 0 0,0 0 1 0 0,0 0 0 0 0,-1 0-1 0 0,1 0 1 0 0,0 0-1 0 0,0 0 1 0 0,-1 0 0 0 0,1 0-1 0 0,0 0 1 0 0,0 0 0 0 0,-1 0-1 0 0,1 1 1 0 0,-12 15 362 0 0,0 2 1 0 0,2 0 0 0 0,0 0-1 0 0,1 1 1 0 0,1 0-1 0 0,1 0 1 0 0,0 1 0 0 0,2 0-1 0 0,0 0 1 0 0,1 0-1 0 0,-1 23 1 0 0,5-42-421 0 0,0 0 0 0 0,0 1-1 0 0,-1-1 1 0 0,1 0 0 0 0,0 0 0 0 0,1 0 0 0 0,-1 0 0 0 0,0 1-1 0 0,0-1 1 0 0,0 0 0 0 0,1 0 0 0 0,-1 0 0 0 0,1 0 0 0 0,-1 0-1 0 0,1 0 1 0 0,-1 0 0 0 0,1 0 0 0 0,-1 0 0 0 0,1 0-1 0 0,0 0 1 0 0,0 0 0 0 0,-1 0 0 0 0,1 0 0 0 0,0 0 0 0 0,0-1-1 0 0,0 1 1 0 0,0 0 0 0 0,0-1 0 0 0,2 2 0 0 0,-1-2-2 0 0,1 0 0 0 0,-1 0 1 0 0,1 0-1 0 0,-1 0 1 0 0,0 0-1 0 0,1-1 0 0 0,-1 1 1 0 0,1-1-1 0 0,-1 1 0 0 0,0-1 1 0 0,1 0-1 0 0,-1 0 1 0 0,3-2-1 0 0,11-5 62 0 0,-1-2 1 0 0,27-21-1 0 0,-38 28-25 0 0,-3 2-49 0 0,0 1 0 0 0,0-1 1 0 0,0 0-1 0 0,0 1 0 0 0,0-1 0 0 0,0 1 0 0 0,0-1 1 0 0,1 1-1 0 0,-1 0 0 0 0,0 0 0 0 0,0-1 0 0 0,0 1 0 0 0,1 0 1 0 0,-1 0-1 0 0,0 0 0 0 0,0 0 0 0 0,1 0 0 0 0,-1 1 1 0 0,0-1-1 0 0,0 0 0 0 0,1 0 0 0 0,-1 1 0 0 0,0-1 1 0 0,0 1-1 0 0,2 1 0 0 0,32 23 8 0 0,2 1-18 0 0,-29-23 8 0 0,1 0-1 0 0,0 0 0 0 0,0-1 0 0 0,1 0 1 0 0,-1 0-1 0 0,0-1 0 0 0,1-1 1 0 0,-1 1-1 0 0,1-2 0 0 0,-1 1 0 0 0,0-1 1 0 0,1 0-1 0 0,15-5 0 0 0,-20 4 2 0 0,0 0 1 0 0,-1 1-1 0 0,1-2 0 0 0,-1 1 1 0 0,1 0-1 0 0,-1-1 0 0 0,0 0 0 0 0,0 0 1 0 0,0 0-1 0 0,0 0 0 0 0,-1-1 0 0 0,1 0 1 0 0,-1 1-1 0 0,0-1 0 0 0,0 0 0 0 0,-1-1 1 0 0,1 1-1 0 0,-1 0 0 0 0,1-1 1 0 0,-2 0-1 0 0,1 1 0 0 0,0-1 0 0 0,-1 0 1 0 0,0 0-1 0 0,0 0 0 0 0,0 0 0 0 0,0-6 1 0 0,-1 3 27 0 0,1 0 0 0 0,-1-1 0 0 0,0 1 0 0 0,-1 0 0 0 0,1-1 0 0 0,-2 1 0 0 0,1 0 0 0 0,-1 0 0 0 0,-1-1 0 0 0,1 2 0 0 0,-1-1 0 0 0,-1 0 0 0 0,1 0 0 0 0,-1 1 0 0 0,-1 0 0 0 0,1 0 0 0 0,-11-11 0 0 0,15 18-107 0 0,-1-1 1 0 0,0 1-1 0 0,1 0 0 0 0,-1 0 1 0 0,0-1-1 0 0,0 1 0 0 0,1 0 1 0 0,-1 0-1 0 0,0 0 1 0 0,0 0-1 0 0,0 0 0 0 0,1 0 1 0 0,-1 0-1 0 0,0 0 1 0 0,0 0-1 0 0,1 0 0 0 0,-1 0 1 0 0,0 1-1 0 0,0-1 0 0 0,0 0 1 0 0,1 0-1 0 0,-1 1 1 0 0,0-1-1 0 0,1 0 0 0 0,-1 1 1 0 0,0-1-1 0 0,1 1 1 0 0,-1-1-1 0 0,1 1 0 0 0,-1-1 1 0 0,1 1-1 0 0,-2 1 0 0 0,2-2-154 0 0,-1 1 0 0 0,1-1 0 0 0,0 1 0 0 0,0-1 0 0 0,-1 1 0 0 0,1 0 0 0 0,0-1 0 0 0,0 1 0 0 0,0-1 0 0 0,-1 1 0 0 0,1-1 0 0 0,0 1 0 0 0,0 0 0 0 0,0-1 0 0 0,0 1 0 0 0,0-1 0 0 0,0 1 0 0 0,0 0 0 0 0,1-1 0 0 0,-1 1 0 0 0,0-1 0 0 0,0 1 0 0 0,0 0 0 0 0,0-1 0 0 0,1 1 0 0 0,-1-1 0 0 0,0 1 0 0 0,1-1 0 0 0,-1 1 0 0 0,0-1 0 0 0,2 1 0 0 0,6 9-3135 0 0</inkml:trace>
</inkml:ink>
</file>

<file path=ppt/ink/ink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3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30 956 0 0,'0'0'992'0'0,"-4"5"-58"0"0,0 0-503 0 0,0 0 0 0 0,0 0 1 0 0,1 1-1 0 0,-1-1 1 0 0,1 1-1 0 0,0 0 1 0 0,1 0-1 0 0,-4 11 1 0 0,5-15-325 0 0,1 1 0 0 0,0-1-1 0 0,-1 0 1 0 0,1 0 0 0 0,0 1 0 0 0,0-1 0 0 0,0 0 0 0 0,1 0 0 0 0,-1 1 0 0 0,0-1 0 0 0,1 0 0 0 0,0 0 0 0 0,-1 0 0 0 0,1 1 0 0 0,0-1 0 0 0,0 0 0 0 0,0 0 0 0 0,0 0 0 0 0,0 0 0 0 0,1-1 0 0 0,-1 1 0 0 0,1 0 0 0 0,-1 0 0 0 0,1-1 0 0 0,0 1-1 0 0,-1-1 1 0 0,1 0 0 0 0,0 1 0 0 0,0-1 0 0 0,4 2 0 0 0,-4-2-57 0 0,-1 0 0 0 0,1 0 0 0 0,0 0 0 0 0,0 0-1 0 0,1 0 1 0 0,-1 0 0 0 0,0 0 0 0 0,0-1 0 0 0,0 1 0 0 0,0-1 0 0 0,1 0-1 0 0,-1 1 1 0 0,0-1 0 0 0,0 0 0 0 0,1 0 0 0 0,-1-1 0 0 0,0 1-1 0 0,0 0 1 0 0,1-1 0 0 0,-1 1 0 0 0,0-1 0 0 0,0 0 0 0 0,0 0 0 0 0,0 0-1 0 0,0 0 1 0 0,0 0 0 0 0,0 0 0 0 0,0 0 0 0 0,0-1 0 0 0,-1 1-1 0 0,1-1 1 0 0,0 1 0 0 0,-1-1 0 0 0,1 0 0 0 0,-1 1 0 0 0,0-1 0 0 0,0 0-1 0 0,1 0 1 0 0,-1 0 0 0 0,-1 0 0 0 0,1 0 0 0 0,1-3 0 0 0,-1 1 13 0 0,0 0 1 0 0,0 0 0 0 0,0 0 0 0 0,0 0 0 0 0,-1 0 0 0 0,1 0 0 0 0,-1 0-1 0 0,0 1 1 0 0,-1-1 0 0 0,1 0 0 0 0,-1 0 0 0 0,1 0 0 0 0,-1 0 0 0 0,0 0-1 0 0,-1 0 1 0 0,1 1 0 0 0,-1-1 0 0 0,1 0 0 0 0,-1 1 0 0 0,0-1 0 0 0,0 1-1 0 0,-1 0 1 0 0,1 0 0 0 0,-4-3 0 0 0,3 2-52 0 0,-1 1 0 0 0,1 0 0 0 0,-1 0 0 0 0,0 1 0 0 0,0-1 0 0 0,0 1 0 0 0,0 0 0 0 0,0 0 0 0 0,0 0 0 0 0,-1 0 0 0 0,1 1 0 0 0,-1 0 0 0 0,1 0 0 0 0,-1 0 0 0 0,0 0 0 0 0,1 1 0 0 0,-8 0 0 0 0,-28 11-5129 0 0,36-3-1378 0 0</inkml:trace>
</inkml:ink>
</file>

<file path=ppt/ink/ink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3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6 752 0 0,'13'1'563'0'0,"0"1"0"0"0,-1 1 0 0 0,1 0 1 0 0,-1 0-1 0 0,0 1 0 0 0,14 7 0 0 0,-21-9-423 0 0,0 1 1 0 0,0-1-1 0 0,-1 1 0 0 0,1 0 1 0 0,-1 1-1 0 0,0-1 0 0 0,0 1 1 0 0,0 0-1 0 0,0 0 0 0 0,0 0 1 0 0,-1 1-1 0 0,0-1 1 0 0,0 1-1 0 0,0 0 0 0 0,-1 0 1 0 0,4 9-1 0 0,-5-11-16 0 0,0 0 1 0 0,-1 0 0 0 0,1 0-1 0 0,-1 0 1 0 0,0 0-1 0 0,0 0 1 0 0,0 0-1 0 0,0 0 1 0 0,-1 0-1 0 0,1 0 1 0 0,-1 0-1 0 0,0 0 1 0 0,0 0-1 0 0,0 0 1 0 0,0 0-1 0 0,0 0 1 0 0,0-1-1 0 0,-1 1 1 0 0,0 0-1 0 0,1-1 1 0 0,-1 1-1 0 0,0-1 1 0 0,0 0-1 0 0,0 0 1 0 0,-1 0-1 0 0,1 0 1 0 0,0 0-1 0 0,-1 0 1 0 0,1 0-1 0 0,-1-1 1 0 0,-4 3-1 0 0,6-4 720 0 0,-9-7-479 0 0,10 7-354 0 0,-1 0 1 0 0,1 0-1 0 0,-1 0 1 0 0,0-1 0 0 0,1 1-1 0 0,-1 0 1 0 0,1-1-1 0 0,-1 1 1 0 0,1 0 0 0 0,0-1-1 0 0,-1 1 1 0 0,1 0 0 0 0,-1-1-1 0 0,1 1 1 0 0,0-1-1 0 0,-1 1 1 0 0,1-1 0 0 0,0 1-1 0 0,-1-1 1 0 0,1 1 0 0 0,0-1-1 0 0,0 1 1 0 0,-1-1-1 0 0,1 0 1 0 0,0 1 0 0 0,0-1-1 0 0,0 1 1 0 0,0-1 0 0 0,0 1-1 0 0,0-1 1 0 0,0 0-1 0 0,0 1 1 0 0,0-1 0 0 0,0 1-1 0 0,0-1 1 0 0,0 0 0 0 0,1 1-1 0 0,-1-1 1 0 0,0 1-1 0 0,0-1 1 0 0,1 1 0 0 0,-1-1-1 0 0,0 1 1 0 0,0-1 0 0 0,1 0-1 0 0,3-7-11 0 0,-1 1-1 0 0,1-1 1 0 0,0 1 0 0 0,1 0-1 0 0,0 0 1 0 0,0 0-1 0 0,0 0 1 0 0,1 1 0 0 0,0 0-1 0 0,0 0 1 0 0,1 1 0 0 0,0 0-1 0 0,0 0 1 0 0,0 0-1 0 0,0 1 1 0 0,1 0 0 0 0,-1 0-1 0 0,11-2 1 0 0,69-23-2410 0 0,-4 12-3392 0 0,-65 15 3222 0 0</inkml:trace>
</inkml:ink>
</file>

<file path=ppt/ink/ink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4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23 394 792 0 0,'-6'17'3138'0'0,"5"-16"-2989"0"0,-1 0 0 0 0,1-1-1 0 0,0 1 1 0 0,0 0 0 0 0,0 0 0 0 0,0 0 0 0 0,1 0 0 0 0,-1 0 0 0 0,0 0 0 0 0,0 0 0 0 0,0 0 0 0 0,1 0 0 0 0,-1 0-1 0 0,1 0 1 0 0,-1 0 0 0 0,1 1 0 0 0,-1-1 0 0 0,1 0 0 0 0,0 0 0 0 0,-1 1 0 0 0,1-1 0 0 0,0 0 0 0 0,0 0 0 0 0,0 1 0 0 0,0-1-1 0 0,0 0 1 0 0,1 3 0 0 0,0-3-81 0 0,0 1 0 0 0,1-1 0 0 0,-1 0-1 0 0,0 0 1 0 0,1 0 0 0 0,-1 0 0 0 0,1 0 0 0 0,-1-1 0 0 0,1 1-1 0 0,0 0 1 0 0,-1-1 0 0 0,1 1 0 0 0,0-1 0 0 0,-1 0-1 0 0,1 1 1 0 0,0-1 0 0 0,0 0 0 0 0,-1 0 0 0 0,1 0-1 0 0,0 0 1 0 0,0 0 0 0 0,-1-1 0 0 0,1 1 0 0 0,0 0-1 0 0,2-2 1 0 0,4 1-23 0 0,1-1 0 0 0,-1-1 0 0 0,0 1 0 0 0,0-1 0 0 0,0 0-1 0 0,0-1 1 0 0,-1 0 0 0 0,1 0 0 0 0,-1-1 0 0 0,0 0 0 0 0,0 0 0 0 0,-1-1-1 0 0,1 1 1 0 0,-1-1 0 0 0,-1-1 0 0 0,1 1 0 0 0,-1-1 0 0 0,0 0 0 0 0,0 0-1 0 0,4-11 1 0 0,-1 0-19 0 0,0 0 0 0 0,-2-1 0 0 0,0 0 0 0 0,-1-1-1 0 0,-1 1 1 0 0,-1-1 0 0 0,2-35 0 0 0,-2 18 14 0 0,-2 25 349 0 0,0-1-1 0 0,0 0 0 0 0,-1 1 0 0 0,-1-1 0 0 0,0 0 0 0 0,-5-24 1 0 0,5 37-359 0 0,1 0 1 0 0,0-1 0 0 0,0 1-1 0 0,-1-1 1 0 0,1 1 0 0 0,0 0-1 0 0,0-1 1 0 0,-1 1 0 0 0,1 0-1 0 0,0 0 1 0 0,-1-1 0 0 0,1 1-1 0 0,0 0 1 0 0,-1 0 0 0 0,1-1-1 0 0,-1 1 1 0 0,1 0-1 0 0,0 0 1 0 0,-1 0 0 0 0,1 0-1 0 0,-1-1 1 0 0,1 1 0 0 0,0 0-1 0 0,-1 0 1 0 0,1 0 0 0 0,-1 0-1 0 0,1 0 1 0 0,-1 0 0 0 0,1 0-1 0 0,-1 0 1 0 0,1 0 0 0 0,0 1-1 0 0,-1-1 1 0 0,1 0 0 0 0,-1 0-1 0 0,1 0 1 0 0,0 0 0 0 0,-1 1-1 0 0,1-1 1 0 0,-1 0 0 0 0,1 0-1 0 0,0 1 1 0 0,-1-1 0 0 0,1 1-1 0 0,-14 9 380 0 0,14-10-409 0 0,-5 6 113 0 0,1 0 0 0 0,0 0 0 0 0,-1 0 0 0 0,2 0 0 0 0,-1 1 0 0 0,1 0 0 0 0,0-1 0 0 0,0 1 0 0 0,1 0 0 0 0,0 1 0 0 0,0-1 0 0 0,-1 13 0 0 0,1 5 105 0 0,1-1-1 0 0,2 37 0 0 0,3-5-197 0 0,3 0-1 0 0,16 63 0 0 0,-4-27-2067 0 0,-2-4-6664 0 0,-11-63 4772 0 0</inkml:trace>
</inkml:ink>
</file>

<file path=ppt/ink/ink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6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79 848 0 0,'-8'-27'3303'0'0,"7"23"-2904"0"0,0 0-1 0 0,0 0 1 0 0,0 0-1 0 0,0 0 0 0 0,-1 0 1 0 0,1 0-1 0 0,-5-5 1 0 0,6 7-306 0 0,-1 1 1 0 0,0 0-1 0 0,0 0 0 0 0,0 0 0 0 0,0 0 1 0 0,-1 0-1 0 0,1 0 0 0 0,0 1 0 0 0,0-1 1 0 0,0 0-1 0 0,-1 1 0 0 0,1-1 0 0 0,0 0 1 0 0,-1 1-1 0 0,1 0 0 0 0,-1-1 1 0 0,1 1-1 0 0,0 0 0 0 0,-1 0 0 0 0,1-1 1 0 0,-1 1-1 0 0,1 0 0 0 0,-1 1 0 0 0,1-1 1 0 0,-1 0-1 0 0,1 0 0 0 0,0 1 0 0 0,-1-1 1 0 0,1 0-1 0 0,-3 2 0 0 0,-12 6 141 0 0,0 0 0 0 0,1 1-1 0 0,0 0 1 0 0,0 1 0 0 0,1 1-1 0 0,0 0 1 0 0,1 1 0 0 0,1 1-1 0 0,0 0 1 0 0,0 1 0 0 0,1 0-1 0 0,1 0 1 0 0,1 1 0 0 0,-9 18-1 0 0,16-29-194 0 0,0 0-1 0 0,1 0 1 0 0,0 0 0 0 0,0 0-1 0 0,0 0 1 0 0,0 0 0 0 0,0 0-1 0 0,1 1 1 0 0,0-1-1 0 0,0 0 1 0 0,0 0 0 0 0,1 0-1 0 0,-1 1 1 0 0,1-1-1 0 0,0 0 1 0 0,0 0 0 0 0,0 0-1 0 0,1 0 1 0 0,1 4 0 0 0,-1-5-24 0 0,0-1 0 0 0,0 0 0 0 0,0 1 0 0 0,1-1 0 0 0,-1 0 1 0 0,0-1-1 0 0,1 1 0 0 0,0 0 0 0 0,-1 0 0 0 0,1-1 0 0 0,0 0 1 0 0,0 0-1 0 0,-1 1 0 0 0,1-1 0 0 0,0-1 0 0 0,0 1 1 0 0,0 0-1 0 0,0-1 0 0 0,0 0 0 0 0,0 0 0 0 0,1 1 0 0 0,-1-2 1 0 0,0 1-1 0 0,0 0 0 0 0,0-1 0 0 0,5-1 0 0 0,2 0 3 0 0,1 0-1 0 0,-1-1 0 0 0,0 0 0 0 0,0-1 1 0 0,0 0-1 0 0,0-1 0 0 0,12-8 0 0 0,-4 0 56 0 0,0-2 1 0 0,31-31-1 0 0,-48 45-4 0 0,-1 6-54 0 0,1 6-17 0 0,-1 1 0 0 0,-1-1 0 0 0,-4 21 0 0 0,5-28 0 0 0,-1 0-1 0 0,0 0 0 0 0,1 0 1 0 0,0 0-1 0 0,0 0 0 0 0,0 0 1 0 0,0 0-1 0 0,1 0 0 0 0,-1 0 1 0 0,1 0-1 0 0,0 0 0 0 0,0 0 1 0 0,1 0-1 0 0,-1-1 0 0 0,1 1 1 0 0,3 5-1 0 0,-5-8 3 0 0,1 0 0 0 0,-1-1 1 0 0,1 1-1 0 0,-1 0 0 0 0,1 0 0 0 0,-1-1 1 0 0,1 1-1 0 0,0 0 0 0 0,-1-1 0 0 0,1 1 0 0 0,0 0 1 0 0,-1-1-1 0 0,1 1 0 0 0,0-1 0 0 0,0 1 0 0 0,0-1 1 0 0,0 0-1 0 0,0 1 0 0 0,-1-1 0 0 0,1 0 0 0 0,0 0 1 0 0,0 1-1 0 0,0-1 0 0 0,0 0 0 0 0,0 0 1 0 0,0 0-1 0 0,0 0 0 0 0,0 0 0 0 0,0 0 0 0 0,0 0 1 0 0,0-1-1 0 0,0 1 0 0 0,1-1 0 0 0,0 1 1 0 0,11-3-3 0 0,0-1 0 0 0,0 0 0 0 0,0 0 0 0 0,0-2 1 0 0,-1 0-1 0 0,20-12 0 0 0,20-9 6 0 0,-33 19-9 0 0,0 1 0 0 0,1 0 0 0 0,0 2-1 0 0,25-5 1 0 0,-40 9 7 0 0,0 1-1 0 0,0 0 1 0 0,-1 0-1 0 0,1 0 1 0 0,0 0-1 0 0,-1 1 0 0 0,1 0 1 0 0,0 0-1 0 0,-1 0 1 0 0,9 4-1 0 0,-10-4 0 0 0,-1 0 0 0 0,0 1 0 0 0,1 0-1 0 0,-1-1 1 0 0,0 1 0 0 0,0 0 0 0 0,0 0-1 0 0,0 1 1 0 0,0-1 0 0 0,-1 0 0 0 0,1 1 0 0 0,-1-1-1 0 0,1 0 1 0 0,-1 1 0 0 0,0 0 0 0 0,0-1-1 0 0,0 1 1 0 0,0 0 0 0 0,0 4 0 0 0,-1-3-6 0 0,0 0 0 0 0,0 0 0 0 0,-1 1 1 0 0,1-1-1 0 0,-1 0 0 0 0,0 0 0 0 0,-1-1 1 0 0,1 1-1 0 0,0 0 0 0 0,-1 0 0 0 0,0-1 1 0 0,0 1-1 0 0,0-1 0 0 0,-1 1 0 0 0,1-1 1 0 0,-1 0-1 0 0,1 0 0 0 0,-5 3 0 0 0,-6 11-1183 0 0,12-16 373 0 0</inkml:trace>
</inkml:ink>
</file>

<file path=ppt/ink/ink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6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31 616 0 0,'13'-31'8596'0'0,"-22"35"-8315"0"0,1 0 0 0 0,-1 0 0 0 0,1 1 0 0 0,0 0 0 0 0,0 1 0 0 0,0-1 0 0 0,1 2 0 0 0,0-1 0 0 0,0 1 0 0 0,0 0 0 0 0,-8 12 0 0 0,15-18-139 0 0,0-1-121 0 0,0 1 0 0 0,0 0-1 0 0,0-1 1 0 0,1 1 0 0 0,-1 0 0 0 0,0-1 0 0 0,0 1 0 0 0,1-1 0 0 0,-1 1 0 0 0,0 0 0 0 0,1-1-1 0 0,-1 1 1 0 0,1-1 0 0 0,-1 1 0 0 0,1-1 0 0 0,-1 0 0 0 0,1 1 0 0 0,-1-1 0 0 0,1 1-1 0 0,-1-1 1 0 0,1 0 0 0 0,0 1 0 0 0,-1-1 0 0 0,1 0 0 0 0,-1 0 0 0 0,1 1 0 0 0,0-1-1 0 0,-1 0 1 0 0,1 0 0 0 0,0 0 0 0 0,-1 0 0 0 0,1 0 0 0 0,0 0 0 0 0,-1 0 0 0 0,1 0-1 0 0,0 0 1 0 0,0-1 0 0 0,41-3 250 0 0,-2-1-119 0 0,-32 6-132 0 0,1 1 0 0 0,-1 0-1 0 0,0 0 1 0 0,0 1 0 0 0,0 0 0 0 0,0 0-1 0 0,0 1 1 0 0,8 5 0 0 0,17 12-2502 0 0,-20-13 426 0 0,-3-2-1571 0 0,-1-1 276 0 0</inkml:trace>
</inkml:ink>
</file>

<file path=ppt/ink/ink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7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44 160 44 0 0,'0'0'5137'0'0,"0"6"-4349"0"0,7 163 2976 0 0,-2 95-1488 0 0,-5-247-2097 0 0,1 2 122 0 0,-1 0-1 0 0,-1 0 1 0 0,0 0 0 0 0,-2 0-1 0 0,-6 24 1 0 0,8-41 200 0 0,-1-4-467 0 0,0 0-1 0 0,0-1 1 0 0,0 1 0 0 0,0 0-1 0 0,1 0 1 0 0,-1-1-1 0 0,1 1 1 0 0,-3-6-1 0 0,-1-4 7 0 0,1-1-1 0 0,0 0 0 0 0,1 1 1 0 0,1-1-1 0 0,0 0 0 0 0,0-1 1 0 0,1 1-1 0 0,1 0 0 0 0,0 0 1 0 0,3-14-1 0 0,-3 13-20 0 0,6-36 17 0 0,1-1-1 0 0,3 1 0 0 0,2 0 1 0 0,2 1-1 0 0,27-61 0 0 0,-32 88-34 0 0,1 0-1 0 0,0 1 0 0 0,18-26 0 0 0,-23 39-1 0 0,0 1-1 0 0,1 0 1 0 0,0 0-1 0 0,0 0 1 0 0,0 0-1 0 0,1 1 1 0 0,0 0-1 0 0,0 1 1 0 0,1-1-1 0 0,0 1 1 0 0,11-5-1 0 0,-17 9 3 0 0,1 0 0 0 0,-1 0 0 0 0,0 0 0 0 0,1 0-1 0 0,-1 1 1 0 0,1-1 0 0 0,-1 1 0 0 0,0 0 0 0 0,1 0 0 0 0,-1-1 0 0 0,1 1-1 0 0,-1 1 1 0 0,1-1 0 0 0,-1 0 0 0 0,0 1 0 0 0,1-1 0 0 0,-1 1 0 0 0,1 0 0 0 0,-1 0-1 0 0,0 0 1 0 0,0 0 0 0 0,0 0 0 0 0,1 0 0 0 0,-1 1 0 0 0,0-1 0 0 0,0 1 0 0 0,-1-1-1 0 0,1 1 1 0 0,0 0 0 0 0,-1 0 0 0 0,1-1 0 0 0,-1 1 0 0 0,1 0 0 0 0,-1 1-1 0 0,0-1 1 0 0,0 0 0 0 0,0 0 0 0 0,2 4 0 0 0,-2-1-1 0 0,1 1 0 0 0,-1-1 0 0 0,0 0 0 0 0,0 0 0 0 0,-1 1 0 0 0,1-1-1 0 0,-1 1 1 0 0,-1-1 0 0 0,1 0 0 0 0,-1 1 0 0 0,1-1 0 0 0,-2 0 0 0 0,1 0 0 0 0,0 0 0 0 0,-1 1 0 0 0,0-1 0 0 0,-3 5 0 0 0,-2-1 7 0 0,1 0 0 0 0,-2 0 0 0 0,1 0 1 0 0,-1-1-1 0 0,-1-1 0 0 0,1 1 0 0 0,-1-1 0 0 0,0-1 1 0 0,-1 1-1 0 0,0-2 0 0 0,0 1 0 0 0,0-1 0 0 0,-1-1 1 0 0,1 0-1 0 0,-22 5 0 0 0,31-9-130 0 0,-13 1-67 0 0,4 0-2239 0 0</inkml:trace>
</inkml:ink>
</file>

<file path=ppt/ink/ink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7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1 180 0 0,'0'0'4216'0'0,"-4"3"-3294"0"0,-4 4-549 0 0,0 0-1 0 0,1 0 1 0 0,0 1 0 0 0,0-1 0 0 0,1 2 0 0 0,0-1 0 0 0,1 1-1 0 0,0 0 1 0 0,0 0 0 0 0,0 0 0 0 0,1 1 0 0 0,-3 13 0 0 0,5-18-260 0 0,0 1 1 0 0,1-1-1 0 0,0 1 1 0 0,0-1-1 0 0,1 1 1 0 0,-1-1-1 0 0,1 1 1 0 0,0 0-1 0 0,1-1 1 0 0,-1 1 0 0 0,1-1-1 0 0,0 1 1 0 0,1-1-1 0 0,-1 0 1 0 0,1 1-1 0 0,0-1 1 0 0,1 0-1 0 0,-1 0 1 0 0,1 0-1 0 0,0 0 1 0 0,0-1 0 0 0,0 1-1 0 0,1-1 1 0 0,7 8-1 0 0,-9-11-92 0 0,0 0 0 0 0,-1 0 0 0 0,1 0-1 0 0,0 0 1 0 0,0-1 0 0 0,0 1 0 0 0,0-1 0 0 0,0 1 0 0 0,0-1-1 0 0,0 0 1 0 0,0 1 0 0 0,0-1 0 0 0,0 0 0 0 0,0 0 0 0 0,0-1-1 0 0,0 1 1 0 0,0 0 0 0 0,0-1 0 0 0,0 1 0 0 0,2-2-1 0 0,36-17 194 0 0,-32 14-194 0 0,-1-1 1 0 0,0 0-1 0 0,-1 0 1 0 0,0-1 0 0 0,0 0-1 0 0,0 0 1 0 0,-1-1-1 0 0,0 1 1 0 0,0-1-1 0 0,-1 0 1 0 0,0 0-1 0 0,0-1 1 0 0,-1 1-1 0 0,0-1 1 0 0,0 0-1 0 0,-1 0 1 0 0,0 0-1 0 0,-1 0 1 0 0,0 0-1 0 0,-1 0 1 0 0,0 0-1 0 0,-1-17 1 0 0,0 24-19 0 0,1 1 0 0 0,-1-1 0 0 0,0 0-1 0 0,0 1 1 0 0,1-1 0 0 0,-1 1 0 0 0,0-1 0 0 0,0 1 0 0 0,0 0 0 0 0,-1-1 0 0 0,1 1-1 0 0,0 0 1 0 0,0 0 0 0 0,-1 0 0 0 0,1 0 0 0 0,-1 0 0 0 0,1 0 0 0 0,-1 0 0 0 0,1 0-1 0 0,-1 1 1 0 0,1-1 0 0 0,-1 1 0 0 0,0-1 0 0 0,1 1 0 0 0,-1 0 0 0 0,-2-1 0 0 0,1 0-4 0 0,-1 1 0 0 0,1 0 1 0 0,-1-1-1 0 0,0 1 0 0 0,1 0 1 0 0,-1 1-1 0 0,1-1 0 0 0,-1 1 1 0 0,1-1-1 0 0,-1 1 0 0 0,-5 2 1 0 0,6-1-1 0 0,0-1 1 0 0,1 1 0 0 0,-1-1 0 0 0,1 1 0 0 0,-1 0-1 0 0,1 0 1 0 0,-1 1 0 0 0,1-1 0 0 0,0 0 0 0 0,0 1-1 0 0,0-1 1 0 0,0 1 0 0 0,1 0 0 0 0,-1-1 0 0 0,1 1-1 0 0,-3 6 1 0 0,4-7 0 0 0,0-1-1 0 0,0 1 1 0 0,0 0-1 0 0,0 0 0 0 0,0-1 1 0 0,0 1-1 0 0,1 0 1 0 0,-1-1-1 0 0,1 1 1 0 0,-1 0-1 0 0,1-1 1 0 0,0 1-1 0 0,-1 0 1 0 0,1-1-1 0 0,0 1 1 0 0,0-1-1 0 0,0 1 1 0 0,0-1-1 0 0,0 0 1 0 0,0 1-1 0 0,1-1 0 0 0,-1 0 1 0 0,0 0-1 0 0,1 0 1 0 0,-1 0-1 0 0,1 0 1 0 0,-1 0-1 0 0,1 0 1 0 0,-1-1-1 0 0,1 1 1 0 0,0 0-1 0 0,-1-1 1 0 0,1 1-1 0 0,2-1 1 0 0,6 3 1 0 0,0-1 0 0 0,0 0 0 0 0,0-1 0 0 0,0 0 0 0 0,0 0 0 0 0,1-2 0 0 0,-1 1 0 0 0,0-1 0 0 0,20-4 0 0 0,7-4-40 0 0,43-16 0 0 0,-79 24 40 0 0,1 2 10 0 0,0-1-1 0 0,-1 0 1 0 0,1 1-1 0 0,0-1 1 0 0,-1 1-1 0 0,1-1 0 0 0,0 1 1 0 0,-1 0-1 0 0,1 0 1 0 0,-1 0-1 0 0,1 0 1 0 0,-1 0-1 0 0,1 0 1 0 0,-1 0-1 0 0,0 1 1 0 0,0-1-1 0 0,0 0 1 0 0,1 1-1 0 0,-1-1 0 0 0,-1 1 1 0 0,1-1-1 0 0,0 1 1 0 0,0-1-1 0 0,0 1 1 0 0,-1 0-1 0 0,1-1 1 0 0,-1 1-1 0 0,1 0 1 0 0,-1-1-1 0 0,0 1 0 0 0,0 0 1 0 0,0 3-1 0 0,2 10 195 0 0,-1 0-1 0 0,-3 30 1 0 0,1-24-133 0 0,-2-6-836 0 0,2-11-1432 0 0</inkml:trace>
</inkml:ink>
</file>

<file path=ppt/ink/ink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8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41 448 0 0,'0'0'1016'0'0,"2"-13"808"0"0,1 2 893 0 0,-1-5-1081 0 0</inkml:trace>
</inkml:ink>
</file>

<file path=ppt/ink/ink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8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2 297 212 0 0,'-2'29'3442'0'0,"2"-8"3315"0"0,5-25-6460 0 0,12-12 254 0 0,-1-1 0 0 0,24-32 0 0 0,-40 49-540 0 0,1-1 1 0 0,0 1-1 0 0,-1-1 0 0 0,1 1 0 0 0,0 0 1 0 0,0-1-1 0 0,-1 1 0 0 0,1 0 1 0 0,0-1-1 0 0,0 1 0 0 0,0 0 0 0 0,-1 0 1 0 0,1 0-1 0 0,0 0 0 0 0,0-1 0 0 0,0 1 1 0 0,0 0-1 0 0,-1 1 0 0 0,1-1 1 0 0,0 0-1 0 0,0 0 0 0 0,0 0 0 0 0,-1 0 1 0 0,1 1-1 0 0,0-1 0 0 0,0 0 0 0 0,-1 1 1 0 0,1-1-1 0 0,0 0 0 0 0,0 1 0 0 0,-1-1 1 0 0,1 1-1 0 0,0-1 0 0 0,-1 1 1 0 0,1 0-1 0 0,-1-1 0 0 0,1 1 0 0 0,-1 0 1 0 0,1-1-1 0 0,0 2 0 0 0,27 28 88 0 0,-27-28-73 0 0,4 4-18 0 0,1 0 0 0 0,-1 0 0 0 0,1-1 0 0 0,0 0 0 0 0,0 0 0 0 0,1 0 0 0 0,-1-1 1 0 0,1 0-1 0 0,0 0 0 0 0,0-1 0 0 0,1 0 0 0 0,-1 0 0 0 0,1-1 0 0 0,9 3 0 0 0,-13-5-8 0 0,1 1-1 0 0,-1-1 1 0 0,1 0-1 0 0,0 0 1 0 0,-1 0-1 0 0,1-1 1 0 0,-1 0-1 0 0,1 0 1 0 0,-1 0-1 0 0,1 0 1 0 0,-1-1-1 0 0,0 1 0 0 0,1-1 1 0 0,-1 0-1 0 0,0-1 1 0 0,0 1-1 0 0,0-1 1 0 0,-1 1-1 0 0,1-1 1 0 0,-1 0-1 0 0,0-1 1 0 0,1 1-1 0 0,-1 0 1 0 0,0-1-1 0 0,4-7 1 0 0,6-10 85 0 0,-1-1 1 0 0,-1 0-1 0 0,0-1 1 0 0,-2 0-1 0 0,-1-1 0 0 0,0 0 1 0 0,-2 0-1 0 0,6-50 1 0 0,-8 20 2009 0 0,-4 52-1764 0 0,0 2-273 0 0,-1 0 0 0 0,1 0 0 0 0,-1 0 0 0 0,1 0 0 0 0,-1 0 0 0 0,1 0 0 0 0,-1 0 0 0 0,1 1 0 0 0,0-1 0 0 0,-1 0 0 0 0,1 0 0 0 0,-1 0 0 0 0,1 0 0 0 0,-1 1-1 0 0,1-1 1 0 0,0 0 0 0 0,-1 1 0 0 0,1-1 0 0 0,0 0 0 0 0,-1 1 0 0 0,1-1 0 0 0,0 0 0 0 0,0 1 0 0 0,-1-1 0 0 0,1 0 0 0 0,0 1 0 0 0,0-1 0 0 0,-1 1-1 0 0,1-1 1 0 0,0 0 0 0 0,0 1 0 0 0,0-1 0 0 0,0 1 0 0 0,0-1 0 0 0,0 1 0 0 0,0-1 0 0 0,0 2 0 0 0,-13 38 758 0 0,-3 45-126 0 0,16-54-518 0 0,0 0-1 0 0,2 0 1 0 0,1 0-1 0 0,2 0 0 0 0,13 47 1 0 0,-9-27-3088 0 0,-7-41-110 0 0</inkml:trace>
</inkml:ink>
</file>

<file path=ppt/ink/ink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49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53 164 0 0,'11'-6'1092'0'0,"-3"1"968"0"0,6-4-1156 0 0,-3 5-92 0 0,-2 1-79 0 0,1-1-81 0 0,-1 0-72 0 0,1-1-144 0 0,-1 2-200 0 0,9 0-532 0 0,-11-1-240 0 0,2 1-2985 0 0</inkml:trace>
</inkml:ink>
</file>

<file path=ppt/ink/ink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1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0 1056 0 0,'0'0'2932'0'0,"-6"3"-2080"0"0,1 0-611 0 0,0 0-1 0 0,0 1 1 0 0,1-1-1 0 0,0 1 1 0 0,-1 0-1 0 0,1 1 1 0 0,1-1-1 0 0,-1 1 1 0 0,1-1-1 0 0,-1 1 1 0 0,1 0-1 0 0,1 0 1 0 0,-1 1-1 0 0,1-1 1 0 0,0 0-1 0 0,-2 7 1 0 0,-4 12 573 0 0,6-15-598 0 0,0-1 1 0 0,-1 0-1 0 0,-1 0 0 0 0,1 0 1 0 0,-1 0-1 0 0,0-1 1 0 0,-10 14-1 0 0,12-20-555 0 0,2-47-6879 0 0,0 32 5013 0 0</inkml:trace>
</inkml:ink>
</file>

<file path=ppt/ink/ink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1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44 0 0,'4'-9'448'0'0,"-2"-1"388"0"0,6-6-412 0 0,-5 10 332 0 0,2-4-164 0 0,-2-1-80 0 0,5 4-816 0 0</inkml:trace>
</inkml:ink>
</file>

<file path=ppt/ink/ink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2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1 348 0 0,'-2'42'5700'0'0,"1"-41"-5619"0"0,1 0 1 0 0,0 0-1 0 0,0 0 1 0 0,0 0-1 0 0,1 0 1 0 0,-1 1-1 0 0,0-1 1 0 0,0 0-1 0 0,1 0 1 0 0,-1 0-1 0 0,0 0 1 0 0,1 0-1 0 0,-1 0 1 0 0,1 0-1 0 0,-1 0 1 0 0,1 0-1 0 0,0 0 1 0 0,-1 0-1 0 0,1-1 1 0 0,0 1-1 0 0,0 0 1 0 0,1 1-1 0 0,-1-1 252 0 0,48-18 1033 0 0,-21 1-638 0 0,-23 12-510 0 0,1 0 0 0 0,0 1 0 0 0,0 0-1 0 0,0 0 1 0 0,0 0 0 0 0,1 1 0 0 0,10-3 0 0 0,-16 5-115 0 0,26 11 237 0 0,-1 16-137 0 0,-1-1-2103 0 0,-6-11-3682 0 0,-12-10 2622 0 0</inkml:trace>
</inkml:ink>
</file>

<file path=ppt/ink/ink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2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0 580 0 0,'-18'15'7196'0'0,"-10"3"-3758"0"0,-44 32-2228 0 0,68-46-983 0 0,0 0 1 0 0,0 0-1 0 0,0 1 1 0 0,0-1-1 0 0,1 1 0 0 0,-1 0 1 0 0,-2 6-1 0 0,6-10-203 0 0,-1-1 1 0 0,1 1-1 0 0,0-1 0 0 0,-1 1 0 0 0,1-1 0 0 0,0 1 0 0 0,0-1 0 0 0,0 1 1 0 0,0-1-1 0 0,0 1 0 0 0,-1 0 0 0 0,1-1 0 0 0,0 1 0 0 0,0-1 0 0 0,0 1 1 0 0,0 0-1 0 0,1-1 0 0 0,-1 1 0 0 0,0-1 0 0 0,0 1 0 0 0,0-1 0 0 0,0 1 1 0 0,1-1-1 0 0,-1 1 0 0 0,0 0 0 0 0,0-1 0 0 0,1 1 0 0 0,-1-1 0 0 0,0 0 1 0 0,1 1-1 0 0,-1-1 0 0 0,1 1 0 0 0,21 5 264 0 0,27-10-54 0 0,-48 4-229 0 0,35-8 210 0 0,46-16 1 0 0,-26 7-55 0 0,-53 17-190 0 0,0 0-1 0 0,1 0 1 0 0,-1 0 0 0 0,0 0 0 0 0,1 1 0 0 0,-1-1-1 0 0,0 1 1 0 0,1 0 0 0 0,-1 0 0 0 0,0 0-1 0 0,0 0 1 0 0,0 1 0 0 0,0 0 0 0 0,0-1 0 0 0,0 1-1 0 0,0 0 1 0 0,-1 0 0 0 0,1 0 0 0 0,-1 1 0 0 0,1-1-1 0 0,-1 1 1 0 0,4 5 0 0 0,27 18-9021 0 0,-25-22 5429 0 0</inkml:trace>
</inkml:ink>
</file>

<file path=ppt/ink/ink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5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90 541 9621 0 0,'-23'-5'48'0'0,"13"2"-56"0"0,4 1 53 0 0,-1-1 0 0 0,1 1-1 0 0,0-1 1 0 0,0-1-1 0 0,0 1 1 0 0,-6-5 0 0 0,5-1 193 0 0,6 7-133 0 0,12-18 86 0 0,-8 16-172 0 0,0 1 1 0 0,1 0-1 0 0,-1 0 0 0 0,1 0 1 0 0,0 0-1 0 0,-1 1 1 0 0,1-1-1 0 0,1 1 1 0 0,-1 0-1 0 0,0 0 1 0 0,0 0-1 0 0,9-1 0 0 0,52-8 96 0 0,-54 10-100 0 0,-1 1-1 0 0,0 0 1 0 0,1 0-1 0 0,-1 1 1 0 0,0 1-1 0 0,0 0 1 0 0,1 0-1 0 0,-1 1 1 0 0,14 5-1 0 0,-20-6-4 0 0,0 1 0 0 0,1-1-1 0 0,-1 1 1 0 0,0 0-1 0 0,0 0 1 0 0,-1 0 0 0 0,1 1-1 0 0,-1-1 1 0 0,1 1-1 0 0,-1 0 1 0 0,0 0 0 0 0,0 0-1 0 0,-1 0 1 0 0,1 1-1 0 0,-1-1 1 0 0,0 0 0 0 0,0 1-1 0 0,-1 0 1 0 0,1 0 0 0 0,-1-1-1 0 0,1 10 1 0 0,-1 1 35 0 0,0 1 1 0 0,-1 0 0 0 0,-1 0 0 0 0,-1 0-1 0 0,0 0 1 0 0,-1 0 0 0 0,-1-1 0 0 0,0 1-1 0 0,-1-1 1 0 0,-1 0 0 0 0,0 0 0 0 0,-1-1-1 0 0,-13 21 1 0 0,11-20 48 0 0,-2 0 0 0 0,1 0 1 0 0,-2-1-1 0 0,0 0 0 0 0,-1-1 0 0 0,0-1 0 0 0,-1 0 0 0 0,0 0 0 0 0,-1-2 1 0 0,0 0-1 0 0,-27 14 0 0 0,41-24-83 0 0,0 1-1 0 0,0-1 1 0 0,1 0 0 0 0,-1 1 0 0 0,0-1 0 0 0,0 0-1 0 0,0 1 1 0 0,0-1 0 0 0,1 0 0 0 0,-1 0-1 0 0,0 0 1 0 0,0 0 0 0 0,0 0 0 0 0,0 0-1 0 0,0 0 1 0 0,0 0 0 0 0,1 0 0 0 0,-1 0 0 0 0,0-1-1 0 0,0 1 1 0 0,0 0 0 0 0,0 0 0 0 0,1-1-1 0 0,-1 1 1 0 0,0-1 0 0 0,0 1 0 0 0,0-1 0 0 0,1 1-1 0 0,-1-1 1 0 0,0 0 0 0 0,0-1 0 0 0,0 0 0 0 0,0 1 1 0 0,0-1-1 0 0,0 0 0 0 0,0 0 1 0 0,1 0-1 0 0,-1 0 0 0 0,1 0 0 0 0,0 0 1 0 0,-1 0-1 0 0,1 0 0 0 0,0-3 1 0 0,8-55 102 0 0,0 33-103 0 0,1 1-1 0 0,1 0 1 0 0,1 0-1 0 0,2 2 1 0 0,0-1-1 0 0,2 1 1 0 0,1 1 0 0 0,0 1-1 0 0,2 0 1 0 0,0 2-1 0 0,2 0 1 0 0,0 1-1 0 0,1 0 1 0 0,34-22-1 0 0,-47 37-10 0 0,-1 0 0 0 0,0 0-1 0 0,1 1 1 0 0,0 0 0 0 0,0 0 0 0 0,0 1-1 0 0,0 0 1 0 0,0 0 0 0 0,0 1 0 0 0,0 0-1 0 0,14 0 1 0 0,-17 2 1 0 0,-1-1-1 0 0,1 1 1 0 0,-1 0-1 0 0,1 0 1 0 0,-1 1-1 0 0,0-1 1 0 0,1 1-1 0 0,-1 0 1 0 0,0 0-1 0 0,0 1 1 0 0,0-1 0 0 0,0 1-1 0 0,-1 0 1 0 0,1 0-1 0 0,-1 0 1 0 0,1 0-1 0 0,-1 0 1 0 0,0 1-1 0 0,0 0 1 0 0,-1-1-1 0 0,5 8 1 0 0,-2 1 7 0 0,0 0 0 0 0,0 0 1 0 0,-1 1-1 0 0,-1-1 0 0 0,0 1 0 0 0,-1 0 1 0 0,0 0-1 0 0,-1 0 0 0 0,0 0 0 0 0,-1 0 0 0 0,-1 0 1 0 0,0 0-1 0 0,0 0 0 0 0,-2 0 0 0 0,1 0 1 0 0,-2-1-1 0 0,0 1 0 0 0,0-1 0 0 0,-9 18 1 0 0,12-24 19 0 0,-7 4 0 0 0,7-10-36 0 0,4-5-20 0 0,17-30 21 0 0,8-14-10 0 0,37-48 0 0 0,-55 84 14 0 0,1 0 0 0 0,0 0 0 0 0,1 1 0 0 0,0 1 0 0 0,1 0 0 0 0,0 0 1 0 0,1 1-1 0 0,19-10 0 0 0,-31 19 2 0 0,1 0-1 0 0,-1 0 1 0 0,1 0-1 0 0,-1 1 1 0 0,0-1-1 0 0,1 1 1 0 0,0-1 0 0 0,-1 1-1 0 0,1 0 1 0 0,-1 0-1 0 0,1 0 1 0 0,-1 0-1 0 0,1 1 1 0 0,-1-1 0 0 0,1 0-1 0 0,-1 1 1 0 0,1 0-1 0 0,-1 0 1 0 0,0 0 0 0 0,1 0-1 0 0,-1 0 1 0 0,3 2-1 0 0,3 2 5 0 0,0 1-1 0 0,-1 1 1 0 0,0-1-1 0 0,9 11 1 0 0,2 1-31 0 0,-14-14 29 0 0,1 0-1 0 0,-1 0 1 0 0,1 0-1 0 0,0-1 1 0 0,0 1 0 0 0,0-1-1 0 0,0 0 1 0 0,1-1 0 0 0,-1 1-1 0 0,1-1 1 0 0,-1 0 0 0 0,1-1-1 0 0,0 1 1 0 0,0-1 0 0 0,0 0-1 0 0,0-1 1 0 0,0 1-1 0 0,0-1 1 0 0,0-1 0 0 0,0 1-1 0 0,0-1 1 0 0,0 0 0 0 0,-1 0-1 0 0,1 0 1 0 0,11-5 0 0 0,-5 1 21 0 0,-1 0 0 0 0,1 0 1 0 0,-1-1-1 0 0,0-1 0 0 0,-1 1 1 0 0,1-2-1 0 0,-2 0 0 0 0,1 0 1 0 0,13-15-1 0 0,-22 21 18 0 0,2-5 52 0 0,2 2 101 0 0,-2 2 47 0 0,-1 0-14 0 0,-5 8 153 0 0,-5 10-42 0 0,-17 46 151 0 0,16 11 160 0 0,8-70-567 0 0,-4 50 353 0 0,7-42-414 0 0,-2-8-19 0 0,0-1 0 0 0,1 1 0 0 0,-1 0-1 0 0,1-1 1 0 0,0 1 0 0 0,-1 0 0 0 0,1-1 0 0 0,0 1 0 0 0,0-1 0 0 0,0 1 0 0 0,0-1 0 0 0,0 1 0 0 0,0-1 0 0 0,0 1 0 0 0,0-1 0 0 0,1 0 0 0 0,-1 0 0 0 0,1 0 0 0 0,-1 0 0 0 0,1 0 0 0 0,-1 0 0 0 0,1 0 0 0 0,-1 0 0 0 0,1-1 0 0 0,0 1 0 0 0,2 0 0 0 0,0-1 2 0 0,0 0 0 0 0,0 0 0 0 0,-1 0 0 0 0,1-1 0 0 0,0 1 0 0 0,0-1 0 0 0,-1 0 0 0 0,1 0 1 0 0,0 0-1 0 0,-1-1 0 0 0,7-3 0 0 0,1-1 8 0 0,-1 0-1 0 0,1-1 1 0 0,-2 0 0 0 0,1-1 0 0 0,-1 0-1 0 0,0 0 1 0 0,9-13 0 0 0,33-73 166 0 0,-50 92-160 0 0,-1 1-3 0 0,0-7-19 0 0,5 16-27 0 0,1-1-1 0 0,0 1 0 0 0,1-1 0 0 0,-1-1 1 0 0,1 1-1 0 0,1-1 0 0 0,-1 0 0 0 0,14 8 1 0 0,-14-12 30 0 0,1 0 0 0 0,-1-1 1 0 0,1 0-1 0 0,-1 0 1 0 0,1 0-1 0 0,0-1 0 0 0,-1 0 1 0 0,1 0-1 0 0,0-1 1 0 0,-1 0-1 0 0,1-1 0 0 0,-1 1 1 0 0,1-2-1 0 0,-1 1 1 0 0,0-1-1 0 0,0 0 0 0 0,0 0 1 0 0,0-1-1 0 0,0 0 1 0 0,-1 0-1 0 0,0 0 0 0 0,0-1 1 0 0,0 0-1 0 0,0 0 1 0 0,-1-1-1 0 0,0 0 0 0 0,0 0 1 0 0,4-6-1 0 0,5-9 11 0 0,-1 0 1 0 0,-1-1-1 0 0,-1-1 0 0 0,0 0 0 0 0,-2 0 0 0 0,-1-1 1 0 0,7-32-1 0 0,-9 35-16 0 0,-4 14 7 0 0,0 0 0 0 0,0 0 0 0 0,-1 0 1 0 0,0 0-1 0 0,0 0 0 0 0,0 0 0 0 0,-1 0 0 0 0,0 0 1 0 0,-1-1-1 0 0,1 1 0 0 0,-3-9 0 0 0,3 15 1 0 0,0 0-1 0 0,0 1 1 0 0,0-1 0 0 0,0 0-1 0 0,0 1 1 0 0,0-1-1 0 0,0 0 1 0 0,0 1-1 0 0,0-1 1 0 0,-1 0-1 0 0,1 1 1 0 0,0-1 0 0 0,0 0-1 0 0,-1 1 1 0 0,1-1-1 0 0,0 1 1 0 0,-1-1-1 0 0,1 1 1 0 0,-1-1-1 0 0,1 1 1 0 0,0-1 0 0 0,-1 1-1 0 0,1-1 1 0 0,-1 1-1 0 0,0-1 1 0 0,1 1-1 0 0,-1 0 1 0 0,1-1 0 0 0,-1 1-1 0 0,1 0 1 0 0,-1-1-1 0 0,0 1 1 0 0,1 0-1 0 0,-1 0 1 0 0,0 0-1 0 0,1 0 1 0 0,-1 0 0 0 0,0-1-1 0 0,1 1 1 0 0,-1 0-1 0 0,0 1 1 0 0,1-1-1 0 0,-1 0 1 0 0,0 0-1 0 0,1 0 1 0 0,-1 0 0 0 0,0 0-1 0 0,1 1 1 0 0,-1-1-1 0 0,-1 1 1 0 0,-13 11 0 0 0,9-6-1 0 0,1 0 0 0 0,0 0-1 0 0,0 1 1 0 0,0-1 0 0 0,1 1-1 0 0,0 0 1 0 0,0 0 0 0 0,1 0-1 0 0,0 1 1 0 0,0-1 0 0 0,-3 17-1 0 0,0 1 4 0 0,2 1 0 0 0,-1 31 1 0 0,5-42-4 0 0,0 0 1 0 0,1-1 0 0 0,0 1 0 0 0,1 0-1 0 0,1-1 1 0 0,1 1 0 0 0,0-1 0 0 0,6 15-1 0 0,-6-21-12 0 0,0 1 0 0 0,0 0 0 0 0,0-1 0 0 0,1 0-1 0 0,1 0 1 0 0,-1 0 0 0 0,1-1 0 0 0,1 0 0 0 0,-1 0-1 0 0,1 0 1 0 0,0-1 0 0 0,1 0 0 0 0,13 8 0 0 0,-14-11-27 0 0,1 1 1 0 0,0-2-1 0 0,0 1 1 0 0,0-1-1 0 0,0 0 1 0 0,0-1-1 0 0,0 0 1 0 0,1 0-1 0 0,-1-1 1 0 0,0 0 0 0 0,1 0-1 0 0,-1-1 1 0 0,0 0-1 0 0,0 0 1 0 0,0-1-1 0 0,0 0 1 0 0,0-1-1 0 0,0 0 1 0 0,0 0-1 0 0,-1 0 1 0 0,1-1 0 0 0,6-5-1 0 0,-1 1 11 0 0,-1-1-1 0 0,0 0 1 0 0,0 0-1 0 0,-1-2 0 0 0,0 1 1 0 0,-1-1-1 0 0,0-1 1 0 0,-1 0-1 0 0,0 0 1 0 0,-1-1-1 0 0,8-17 1 0 0,3-18 5 0 0,-3-1 1 0 0,-1 0-1 0 0,-3-1 1 0 0,-2-1-1 0 0,6-99 0 0 0,-15 139 59 0 0,0 0-1 0 0,-1 0 0 0 0,0 0 0 0 0,-1 0 0 0 0,0 0 0 0 0,-1 0 0 0 0,-1 0 1 0 0,1 0-1 0 0,-8-18 0 0 0,9 27 3 0 0,-2-1 115 0 0,-3 9-118 0 0,-3 7-24 0 0,1 2 15 0 0,1 2 1 0 0,0-1 0 0 0,2 1-1 0 0,0 0 1 0 0,1 0 0 0 0,0 0-1 0 0,-1 29 1 0 0,3-14-4 0 0,2 1 1 0 0,1 0-1 0 0,6 35 1 0 0,-3-42-8 0 0,1-1 0 0 0,2 0 0 0 0,0 0 0 0 0,1-1 0 0 0,2 0 0 0 0,1-1 0 0 0,21 37 1 0 0,-30-57 17 0 0,0 0 0 0 0,0-1 1 0 0,1 0-1 0 0,-1 1 1 0 0,0-1-1 0 0,1 0 1 0 0,-1 0-1 0 0,1 0 0 0 0,0-1 1 0 0,-1 1-1 0 0,1 0 1 0 0,0-1-1 0 0,0 0 1 0 0,0 0-1 0 0,0 0 0 0 0,6 1 1 0 0,-6-2 110 0 0,37-14 1197 0 0,-36 11-1188 0 0,6-7-1692 0 0</inkml:trace>
</inkml:ink>
</file>

<file path=ppt/ink/ink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5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11949 0 0,'4'-35'3077'0'0,"-4"32"-2882"0"0,0 0 0 0 0,0 0 0 0 0,0 0 0 0 0,0 0 0 0 0,1 0 0 0 0,-1 0 0 0 0,1 0 0 0 0,0 0-1 0 0,0 0 1 0 0,0 1 0 0 0,0-1 0 0 0,0 0 0 0 0,3-3 0 0 0,-2 4-325 0 0,0 0-1 0 0,0 0 0 0 0,1 0 1 0 0,-1 0-1 0 0,1 1 1 0 0,-1-1-1 0 0,1 1 0 0 0,0-1 1 0 0,0 1-1 0 0,-1 0 1 0 0,5-1-1 0 0,0 0-424 0 0</inkml:trace>
</inkml:ink>
</file>

<file path=ppt/ink/ink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5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90 608 0 0,'0'0'2420'0'0,"12"-17"-1384"0"0,0 8-120 0 0,1 0-83 0 0,7 2-81 0 0,4 1-80 0 0,1-3-140 0 0,4 2-248 0 0,1 2-332 0 0,13-3-408 0 0,-14 2-804 0 0,12 2-1361 0 0,5 1 601 0 0</inkml:trace>
</inkml:ink>
</file>

<file path=ppt/ink/ink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6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184 365 68 0 0,'1'-1'289'0'0,"-1"0"1"0"0,0 0-1 0 0,1 0 1 0 0,-1 0-1 0 0,0 0 1 0 0,1-1-1 0 0,-1 1 1 0 0,0 0-1 0 0,0 0 1 0 0,0 0-1 0 0,0-1 1 0 0,0 1-1 0 0,-1 0 1 0 0,1 0-1 0 0,0 0 0 0 0,0 0 1 0 0,-1-1-1 0 0,1 1 1 0 0,-1 0-1 0 0,1 0 1 0 0,-2-2-1 0 0,1 3-152 0 0,-1 0 1 0 0,1 0-1 0 0,-1 0 0 0 0,1 0 0 0 0,-1 0 0 0 0,1 0 0 0 0,-1 0 0 0 0,1 0 1 0 0,-1 1-1 0 0,1-1 0 0 0,-1 0 0 0 0,1 1 0 0 0,0 0 0 0 0,-1-1 0 0 0,1 1 1 0 0,0 0-1 0 0,-3 1 0 0 0,-7 5 182 0 0,-1 0 0 0 0,1 1-1 0 0,0 0 1 0 0,1 1 0 0 0,0 0 0 0 0,1 0 0 0 0,-1 1 0 0 0,-9 14 0 0 0,13-16-161 0 0,1 0 0 0 0,-1 1 0 0 0,1-1 0 0 0,1 1 0 0 0,-1 0 0 0 0,1 0 0 0 0,1 1 0 0 0,0-1 1 0 0,0 1-1 0 0,1-1 0 0 0,0 1 0 0 0,0 10 0 0 0,2-16-126 0 0,0-1-1 0 0,0 0 1 0 0,0 1-1 0 0,1-1 1 0 0,-1 0-1 0 0,1 1 1 0 0,0-1 0 0 0,0 0-1 0 0,0 0 1 0 0,0 0-1 0 0,0 0 1 0 0,1 0-1 0 0,0 0 1 0 0,-1 0 0 0 0,1 0-1 0 0,0 0 1 0 0,0-1-1 0 0,1 1 1 0 0,-1-1-1 0 0,0 0 1 0 0,1 1 0 0 0,-1-1-1 0 0,1 0 1 0 0,0 0-1 0 0,0-1 1 0 0,0 1-1 0 0,0-1 1 0 0,0 1 0 0 0,0-1-1 0 0,0 0 1 0 0,0 0-1 0 0,1 0 1 0 0,4 0-1 0 0,0 0 2 0 0,0-1 0 0 0,0 1 0 0 0,0-2 0 0 0,0 1 0 0 0,0-1 0 0 0,0 0 0 0 0,0-1 0 0 0,-1 0 0 0 0,1 0 0 0 0,0 0 0 0 0,-1-1 0 0 0,0 0 0 0 0,9-6 0 0 0,5-4 12 0 0,0-1 1 0 0,0-1-1 0 0,-1-1 0 0 0,-1-1 1 0 0,24-27-1 0 0,-32 31-31 0 0,-1 0 0 0 0,-1-1 0 0 0,0-1 0 0 0,0 1 0 0 0,-2-2 0 0 0,0 1 0 0 0,0-1 0 0 0,-2 0 0 0 0,5-19 0 0 0,-6 17-3 0 0,-1 1 0 0 0,0-2 0 0 0,-1 1 0 0 0,-2 0-1 0 0,1 0 1 0 0,-2 0 0 0 0,-1 0 0 0 0,0 0-1 0 0,-9-33 1 0 0,9 44-9 0 0,0 0 0 0 0,-1 0 0 0 0,0 1 0 0 0,0-1 0 0 0,-1 1 0 0 0,0 0 0 0 0,0 0 0 0 0,0 0 0 0 0,-1 0 0 0 0,1 1-1 0 0,-2-1 1 0 0,1 1 0 0 0,0 1 0 0 0,-1-1 0 0 0,0 1 0 0 0,0 0 0 0 0,0 0 0 0 0,-1 0 0 0 0,1 1 0 0 0,-1 0 0 0 0,0 1 0 0 0,0 0 0 0 0,0 0 0 0 0,0 0 0 0 0,0 0 0 0 0,0 1 0 0 0,-10 0-1 0 0,1 1 6 0 0,0 0 0 0 0,1 1-1 0 0,-1 1 1 0 0,0 0 0 0 0,-27 9-1 0 0,33-8-4 0 0,1 0 1 0 0,-1 0-1 0 0,1 1 0 0 0,0 0 0 0 0,0 1 0 0 0,1 0 0 0 0,-1 1 0 0 0,1-1 1 0 0,1 1-1 0 0,-10 10 0 0 0,15-15-2 0 0,1 0 0 0 0,0 0 1 0 0,0 1-1 0 0,1-1 0 0 0,-1 0 1 0 0,0 1-1 0 0,0-1 0 0 0,1 1 1 0 0,-1-1-1 0 0,1 1 1 0 0,-1-1-1 0 0,1 1 0 0 0,-1-1 1 0 0,1 1-1 0 0,0 0 0 0 0,0-1 1 0 0,0 1-1 0 0,0-1 0 0 0,0 1 1 0 0,0 0-1 0 0,0-1 0 0 0,1 1 1 0 0,-1-1-1 0 0,1 1 0 0 0,-1-1 1 0 0,1 1-1 0 0,-1-1 0 0 0,1 1 1 0 0,0-1-1 0 0,0 1 0 0 0,-1-1 1 0 0,1 0-1 0 0,0 0 0 0 0,1 1 1 0 0,-1-1-1 0 0,0 0 0 0 0,0 0 1 0 0,3 2-1 0 0,2 2-1 0 0,1 0 1 0 0,0-1 0 0 0,0 0-1 0 0,0 0 1 0 0,0 0-1 0 0,11 3 1 0 0,16 2 1 0 0,0 0 1 0 0,1-3 0 0 0,69 5-1 0 0,-63-8 1 0 0,0 2 0 0 0,57 15 0 0 0,-91-18-6 0 0,1 0-1 0 0,-1 1 1 0 0,-1 0-1 0 0,1 0 1 0 0,0 1-1 0 0,-1-1 0 0 0,1 2 1 0 0,-1-1-1 0 0,-1 1 1 0 0,1 0-1 0 0,0 0 0 0 0,-1 0 1 0 0,0 1-1 0 0,0 0 1 0 0,5 8-1 0 0,-8-9-7 0 0,1 0 0 0 0,-1 0-1 0 0,0 0 1 0 0,0 0 0 0 0,-1 0 0 0 0,1 0-1 0 0,-1 1 1 0 0,0-1 0 0 0,0 1 0 0 0,-1-1-1 0 0,0 1 1 0 0,0-1 0 0 0,0 1 0 0 0,-1-1-1 0 0,1 0 1 0 0,-1 1 0 0 0,-1-1 0 0 0,1 0-1 0 0,-1 1 1 0 0,-4 9 0 0 0,-10-2-2526 0 0,5-9-3121 0 0</inkml:trace>
</inkml:ink>
</file>

<file path=ppt/ink/ink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6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63 344 0 0,'6'-48'8309'0'0,"-1"38"-6670"0"0,-1 6-2459 0 0,12 20-6692 0 0</inkml:trace>
</inkml:ink>
</file>

<file path=ppt/ink/ink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8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61 171 696 0 0,'-5'69'6302'0'0,"3"-61"-5877"0"0,-1 1 1 0 0,1-1-1 0 0,-2 1 1 0 0,1-1-1 0 0,-1 0 1 0 0,0 0-1 0 0,0-1 0 0 0,-1 1 1 0 0,-9 10-1 0 0,3-9 1111 0 0,16-24-1216 0 0,22-30-201 0 0,-19 33-74 0 0,2 1 1 0 0,0 0-1 0 0,0 1 1 0 0,1 0 0 0 0,0 0-1 0 0,1 1 1 0 0,0 1 0 0 0,0 0-1 0 0,1 1 1 0 0,20-9 0 0 0,-30 15-44 0 0,-1 1 0 0 0,0-1 0 0 0,0 1 0 0 0,0-1 0 0 0,1 1 1 0 0,-1 0-1 0 0,0 0 0 0 0,0 0 0 0 0,1 0 0 0 0,-1 0 0 0 0,0 1 0 0 0,0-1 1 0 0,0 1-1 0 0,1-1 0 0 0,-1 1 0 0 0,0 0 0 0 0,0 0 0 0 0,0 0 0 0 0,0 0 1 0 0,0 0-1 0 0,3 3 0 0 0,-1-2 10 0 0,-1 1 0 0 0,1 0-1 0 0,-1 0 1 0 0,0 1 0 0 0,0-1 0 0 0,-1 1 0 0 0,1-1 0 0 0,4 9 0 0 0,-6-11 51 0 0,-1 1-35 0 0,0-1-27 0 0,0-1 0 0 0,0 0-1 0 0,0 0 1 0 0,0 0-1 0 0,0 0 1 0 0,0 1 0 0 0,0-1-1 0 0,0 0 1 0 0,0 0 0 0 0,0 0-1 0 0,0 0 1 0 0,0 1-1 0 0,0-1 1 0 0,0 0 0 0 0,0 0-1 0 0,0 0 1 0 0,0 1 0 0 0,0-1-1 0 0,0 0 1 0 0,0 0-1 0 0,0 0 1 0 0,0 0 0 0 0,0 0-1 0 0,1 1 1 0 0,-1-1 0 0 0,0 0-1 0 0,0 0 1 0 0,0 0-1 0 0,0 0 1 0 0,0 0 0 0 0,0 1-1 0 0,1-1 1 0 0,-1 0 0 0 0,0 0-1 0 0,0 0 1 0 0,0 0-1 0 0,0 0 1 0 0,0 0 0 0 0,1 0-1 0 0,-1 0 1 0 0,0 0 0 0 0,0 0-1 0 0,0 0 1 0 0,1 0-1 0 0,-1 0 1 0 0,0 0 0 0 0,0 0-1 0 0,0 0 1 0 0,0 0 0 0 0,1 0-1 0 0,-1 0 1 0 0,0 0-1 0 0,0 0 1 0 0,0 0 0 0 0,1 0-1 0 0,6-8-15 0 0,1 0 0 0 0,0 0 0 0 0,0 1 0 0 0,1 0 0 0 0,0 0 0 0 0,0 1-1 0 0,0 0 1 0 0,14-6 0 0 0,-21 12 3 0 0,37 14-7 0 0,-29-8-5 0 0,0 0 1 0 0,1-1 0 0 0,-1 0-1 0 0,1-1 1 0 0,0 0-1 0 0,0-1 1 0 0,0 0-1 0 0,1-1 1 0 0,-1 0-1 0 0,1 0 1 0 0,-1-2-1 0 0,1 1 1 0 0,22-3-1 0 0,-21 1-4 0 0,-1-1-1 0 0,0 0 0 0 0,0 0 0 0 0,0-2 0 0 0,0 1 1 0 0,0-1-1 0 0,-1-1 0 0 0,0 0 0 0 0,0-1 1 0 0,0 0-1 0 0,-1 0 0 0 0,19-16 0 0 0,-26 19 29 0 0,0-1-1 0 0,-1 1 1 0 0,1-1-1 0 0,-1 1 1 0 0,0-1-1 0 0,0 0 0 0 0,0 0 1 0 0,-1 0-1 0 0,1 0 1 0 0,-1 0-1 0 0,0 0 1 0 0,1-6-1 0 0,-2 9 5 0 0,0-1-1 0 0,0 1 0 0 0,1 0 0 0 0,-1-1 1 0 0,0 1-1 0 0,0 0 0 0 0,0-1 1 0 0,-1 1-1 0 0,1 0 0 0 0,0-1 0 0 0,0 1 1 0 0,-1 0-1 0 0,1 0 0 0 0,-1-1 1 0 0,1 1-1 0 0,-1 0 0 0 0,0 0 1 0 0,1 0-1 0 0,-1 0 0 0 0,0-1 0 0 0,0 1 1 0 0,0 0-1 0 0,1 0 0 0 0,-1 1 1 0 0,0-1-1 0 0,-1 0 0 0 0,1 0 0 0 0,0 0 1 0 0,0 1-1 0 0,0-1 0 0 0,0 0 1 0 0,0 1-1 0 0,-1-1 0 0 0,1 1 1 0 0,0 0-1 0 0,-1-1 0 0 0,1 1 0 0 0,0 0 1 0 0,-1 0-1 0 0,1 0 0 0 0,0 0 1 0 0,-3 0-1 0 0,0 0 7 0 0,0 1 0 0 0,-1 0 0 0 0,1 0 0 0 0,0 0 1 0 0,0 0-1 0 0,0 1 0 0 0,0-1 0 0 0,0 1 0 0 0,0 0 0 0 0,0 1 0 0 0,-4 2 1 0 0,6-3-6 0 0,-1-1 0 0 0,1 1 1 0 0,0 0-1 0 0,-1 0 0 0 0,1 1 1 0 0,0-1-1 0 0,0 0 1 0 0,1 0-1 0 0,-1 1 0 0 0,0 0 1 0 0,1-1-1 0 0,0 1 1 0 0,-1 0-1 0 0,1-1 0 0 0,0 1 1 0 0,1 0-1 0 0,-1 0 0 0 0,0 0 1 0 0,0 5-1 0 0,1-6-4 0 0,0 1 0 0 0,1-1 0 0 0,-1 0 0 0 0,0 1 0 0 0,1-1 0 0 0,-1 1 0 0 0,1-1 0 0 0,0 0 0 0 0,0 1 0 0 0,0-1 0 0 0,0 0 0 0 0,0 0 0 0 0,0 0 0 0 0,1 1 0 0 0,-1-2 0 0 0,1 1 0 0 0,-1 0-1 0 0,1 0 1 0 0,0 0 0 0 0,0-1 0 0 0,0 1 0 0 0,0-1 0 0 0,0 1 0 0 0,0-1 0 0 0,0 0 0 0 0,0 0 0 0 0,0 0 0 0 0,1 0 0 0 0,-1 0 0 0 0,5 1 0 0 0,3 0-17 0 0,0-1 0 0 0,0 0 0 0 0,0 0 0 0 0,0-1 0 0 0,13-1-1 0 0,-21 1 6 0 0,8-1-11 0 0,0 0 0 0 0,1-1 1 0 0,-2 0-1 0 0,1-1 0 0 0,0 0 0 0 0,0-1 1 0 0,17-9-1 0 0,62-44-39 0 0,-62 37 100 0 0,49-27 1 0 0,-75 47-34 0 0,0-1 1 0 0,0 1-1 0 0,0-1 1 0 0,-1 1 0 0 0,1-1-1 0 0,0 1 1 0 0,0 0-1 0 0,0-1 1 0 0,0 1 0 0 0,0 0-1 0 0,0 0 1 0 0,0 0 0 0 0,0 0-1 0 0,-1 0 1 0 0,1 0-1 0 0,0 0 1 0 0,0 0 0 0 0,0 0-1 0 0,0 0 1 0 0,0 0 0 0 0,0 1-1 0 0,0-1 1 0 0,0 0-1 0 0,0 1 1 0 0,-1-1 0 0 0,1 0-1 0 0,0 1 1 0 0,0-1-1 0 0,0 1 1 0 0,-1-1 0 0 0,1 1-1 0 0,0 0 1 0 0,0 0 0 0 0,12 34 217 0 0,-2 51 29 0 0,-11-84-243 0 0,12 9 97 0 0,-9-10-88 0 0,31-25 43 0 0,38-34-36 0 0,-71 57-12 0 0,1 0-28 0 0,-1 1 13 0 0,0 0 1 0 0,-1 0-1 0 0,1-1 0 0 0,0 1 1 0 0,-1 0-1 0 0,1 0 0 0 0,0 0 0 0 0,-1 0 1 0 0,1 0-1 0 0,0 0 0 0 0,0 1 1 0 0,-1-1-1 0 0,1 0 0 0 0,0 0 1 0 0,-1 0-1 0 0,1 1 0 0 0,-1-1 1 0 0,1 0-1 0 0,0 1 0 0 0,-1-1 0 0 0,1 0 1 0 0,-1 1-1 0 0,1-1 0 0 0,-1 1 1 0 0,1-1-1 0 0,-1 1 0 0 0,1-1 1 0 0,-1 1-1 0 0,1-1 0 0 0,-1 1 1 0 0,0-1-1 0 0,1 1 0 0 0,-1 0 0 0 0,0-1 1 0 0,1 1-1 0 0,-1 0 0 0 0,0-1 1 0 0,0 1-1 0 0,0 0 0 0 0,7 16 8 0 0,-6-14-7 0 0,0 0-1 0 0,0 0 1 0 0,0-1 0 0 0,0 1 0 0 0,0-1-1 0 0,0 1 1 0 0,1-1 0 0 0,-1 1-1 0 0,1-1 1 0 0,0 0 0 0 0,0 0-1 0 0,0 0 1 0 0,0 0 0 0 0,0 0-1 0 0,0 0 1 0 0,0 0 0 0 0,1-1 0 0 0,-1 1-1 0 0,5 1 1 0 0,-2-3 4 0 0,-1 0 0 0 0,1 0 1 0 0,0 0-1 0 0,-1-1 0 0 0,1 0 0 0 0,-1 0 1 0 0,1 0-1 0 0,6-3 0 0 0,-10 3-5 0 0,31-14-5 0 0,49-34 1 0 0,-64 37 2 0 0,1 0 0 0 0,0 2 0 0 0,0 0-1 0 0,1 1 1 0 0,0 1 0 0 0,1 0 0 0 0,38-8 0 0 0,-56 15 4 0 0,0 1-1 0 0,0-1 1 0 0,0 1-1 0 0,0 0 1 0 0,0 0-1 0 0,0 0 1 0 0,0 0 0 0 0,0 0-1 0 0,0 0 1 0 0,0 1-1 0 0,0-1 1 0 0,0 1-1 0 0,0-1 1 0 0,0 1-1 0 0,0 0 1 0 0,0 0-1 0 0,0 0 1 0 0,0 0-1 0 0,0 0 1 0 0,-1 0-1 0 0,1 0 1 0 0,-1 1 0 0 0,1-1-1 0 0,-1 0 1 0 0,1 1-1 0 0,-1 0 1 0 0,0-1-1 0 0,1 1 1 0 0,-1 0-1 0 0,0-1 1 0 0,0 1-1 0 0,0 0 1 0 0,-1 0-1 0 0,2 2 1 0 0,-1 1 1 0 0,0 0 0 0 0,0 0 0 0 0,0 0 0 0 0,-1 0 0 0 0,0-1 0 0 0,0 1 0 0 0,0 0 0 0 0,-1 0 1 0 0,1 0-1 0 0,-2 6 0 0 0,-17 24 39 0 0,8-16 24 0 0,10-18-47 0 0,20-20 10 0 0,-8 10-30 0 0,0 1 0 0 0,0 0-1 0 0,1 0 1 0 0,0 2 0 0 0,0-1 0 0 0,1 2 0 0 0,-1 0 0 0 0,1 0 0 0 0,1 1 0 0 0,-1 1 0 0 0,17-3 0 0 0,-25 6 6 0 0,-1 0 0 0 0,1 0 0 0 0,-1 0 0 0 0,1 0 0 0 0,-1 1 1 0 0,0 0-1 0 0,1 0 0 0 0,-1 0 0 0 0,0 1 0 0 0,0-1 0 0 0,1 1 0 0 0,-1 0 0 0 0,-1 0 0 0 0,1 0 1 0 0,0 1-1 0 0,0-1 0 0 0,-1 1 0 0 0,1 0 0 0 0,-1 0 0 0 0,0 1 0 0 0,0-1 0 0 0,0 0 0 0 0,-1 1 0 0 0,1 0 1 0 0,2 4-1 0 0,-4-7 12 0 0,-2 1-25 0 0,1 0-1 0 0,0-1 1 0 0,0 1-1 0 0,-1 0 1 0 0,1-1-1 0 0,-1 1 1 0 0,0-1-1 0 0,1 1 1 0 0,-1-1-1 0 0,0 1 0 0 0,0-1 1 0 0,0 1-1 0 0,0-1 1 0 0,0 0-1 0 0,0 0 1 0 0,-2 2-1 0 0,-15 6-1067 0 0,-10-1-6231 0 0</inkml:trace>
</inkml:ink>
</file>

<file path=ppt/ink/ink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8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58 112 0 0,'7'-25'5467'0'0,"-1"5"-1703"0"0,-6 8-7312 0 0</inkml:trace>
</inkml:ink>
</file>

<file path=ppt/ink/ink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8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29 160 0 0,'-2'3'421'0'0,"1"0"-1"0"0,-1 0 1 0 0,1 0-1 0 0,0 0 1 0 0,-1 0-1 0 0,2 0 1 0 0,-1 0 0 0 0,0 0-1 0 0,1 0 1 0 0,-1 0-1 0 0,1 1 1 0 0,0-1-1 0 0,0 0 1 0 0,0 0-1 0 0,1 6 1 0 0,0-7-283 0 0,0 0 0 0 0,-1 0 0 0 0,1 0 0 0 0,0 0 1 0 0,0 0-1 0 0,0-1 0 0 0,1 1 0 0 0,-1 0 0 0 0,0-1 0 0 0,1 1 0 0 0,-1-1 0 0 0,1 1 1 0 0,-1-1-1 0 0,1 0 0 0 0,0 0 0 0 0,0 1 0 0 0,-1-1 0 0 0,1 0 0 0 0,0-1 0 0 0,0 1 0 0 0,0 0 1 0 0,0 0-1 0 0,0-1 0 0 0,0 1 0 0 0,0-1 0 0 0,0 0 0 0 0,3 0 0 0 0,-2 1 19 0 0,0-1-1 0 0,0 0 1 0 0,0 0-1 0 0,1 0 1 0 0,-1-1-1 0 0,0 1 1 0 0,0-1-1 0 0,0 0 1 0 0,0 1-1 0 0,0-2 1 0 0,0 1-1 0 0,3-1 0 0 0,-5 1-94 0 0,0 0-1 0 0,0 0 0 0 0,0 0 1 0 0,0 0-1 0 0,0 0 1 0 0,0 0-1 0 0,0 0 0 0 0,0 0 1 0 0,0 0-1 0 0,0 0 0 0 0,0 0 1 0 0,-1-1-1 0 0,1 1 0 0 0,-1 0 1 0 0,1 0-1 0 0,-1-1 0 0 0,1 1 1 0 0,-1-1-1 0 0,0 1 0 0 0,0 0 1 0 0,1-1-1 0 0,-1 1 0 0 0,0-1 1 0 0,0 1-1 0 0,0 0 0 0 0,-1-1 1 0 0,1 1-1 0 0,0-1 0 0 0,0 1 1 0 0,-1 0-1 0 0,1-1 0 0 0,-1 1 1 0 0,0-2-1 0 0,-2-5 187 0 0,-1 0 1 0 0,0 0-1 0 0,0 0 1 0 0,0 0-1 0 0,-1 1 0 0 0,-7-8 1 0 0,11 13-623 0 0,-8 0-668 0 0</inkml:trace>
</inkml:ink>
</file>

<file path=ppt/ink/ink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2:59:59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1 345 984 0 0,'17'28'5941'0'0,"7"12"-2902"0"0,-9-13 1342 0 0,-12-28-4307 0 0,0 0 0 0 0,1 0-1 0 0,-1 0 1 0 0,0 0 0 0 0,0-1-1 0 0,0 0 1 0 0,0 1 0 0 0,0-1-1 0 0,0 0 1 0 0,-1-1 0 0 0,1 1 0 0 0,-1 0-1 0 0,4-5 1 0 0,-2 4 5 0 0,-1-1 1 0 0,1 1 0 0 0,0-1-1 0 0,0 1 1 0 0,0 0-1 0 0,1 1 1 0 0,-1-1 0 0 0,0 1-1 0 0,6-2 1 0 0,-5 4-89 0 0,1-1 1 0 0,0 2-1 0 0,-1-1 0 0 0,1 1 1 0 0,-1-1-1 0 0,0 1 1 0 0,1 1-1 0 0,-1-1 0 0 0,0 1 1 0 0,1 0-1 0 0,-1 0 0 0 0,0 1 1 0 0,-1-1-1 0 0,10 8 1 0 0,-6-6-213 0 0,-1 1 1 0 0,1-1 0 0 0,0-1 0 0 0,1 1-1 0 0,-1-1 1 0 0,13 2 0 0 0,-5-3 101 0 0,1-1 0 0 0,0-1 1 0 0,0 0-1 0 0,0-1 0 0 0,0-1 0 0 0,0-1 0 0 0,-1 0 1 0 0,1-1-1 0 0,-1-1 0 0 0,0-1 0 0 0,0 0 0 0 0,-1-1 0 0 0,1 0 1 0 0,20-15-1 0 0,-35 22 291 0 0,0-1 1 0 0,1 0 0 0 0,-1 0-1 0 0,0 0 1 0 0,1 0-1 0 0,-1 0 1 0 0,0 0 0 0 0,0 0-1 0 0,0-1 1 0 0,0 1-1 0 0,0 0 1 0 0,0 0-1 0 0,0-1 1 0 0,0 1 0 0 0,-1-1-1 0 0,1 1 1 0 0,-1-1-1 0 0,1 1 1 0 0,-1-1 0 0 0,1 1-1 0 0,-1-1 1 0 0,0 0-1 0 0,0 1 1 0 0,0-1-1 0 0,0 1 1 0 0,0-1 0 0 0,0 0-1 0 0,0 1 1 0 0,0-1-1 0 0,-1 1 1 0 0,1-1 0 0 0,0 1-1 0 0,-2-3 1 0 0,0 1 523 0 0,-30 17-94 0 0,4 15-502 0 0,7 3-9 0 0,20-31-101 0 0,-19 43-110 0 0,28-4 89 0 0,-7-39 9 0 0,13 13 30 0 0,-12-14-6 0 0,1 1 0 0 0,-1-1 0 0 0,1 0 0 0 0,0-1 0 0 0,-1 1 0 0 0,1 0 0 0 0,0-1 0 0 0,-1 1 0 0 0,1-1 0 0 0,-1 0 0 0 0,1 0 0 0 0,-1 0 0 0 0,0 0 0 0 0,1 0 0 0 0,-1-1 0 0 0,0 1 0 0 0,0-1 0 0 0,0 1 0 0 0,3-4 0 0 0,-4 4 2 0 0,-1 1-5 0 0,0 0-3 0 0,1-1 4 0 0,0 0 1 0 0,0 1 0 0 0,0-1 0 0 0,0 0 0 0 0,-1 0-1 0 0,1 0 1 0 0,0 0 0 0 0,-1 0 0 0 0,1 0-1 0 0,0 0 1 0 0,-1 0 0 0 0,1 0 0 0 0,-1 0 0 0 0,0 0-1 0 0,1-1 1 0 0,-1 1 0 0 0,0 0 0 0 0,0 0-1 0 0,0 0 1 0 0,0 0 0 0 0,0-1 0 0 0,0 0 0 0 0,8-27 13 0 0,-7 28-28 0 0,3 2-233 0 0,4 3 148 0 0,0-1 0 0 0,0-1 1 0 0,0 0-1 0 0,0 0 0 0 0,1 0 1 0 0,-1-1-1 0 0,1 0 0 0 0,-1-1 0 0 0,1 0 1 0 0,-1 0-1 0 0,1-1 0 0 0,-1 0 1 0 0,0 0-1 0 0,1-1 0 0 0,-1 0 0 0 0,0-1 1 0 0,0 1-1 0 0,0-2 0 0 0,0 1 1 0 0,11-8-1 0 0,-9 3 154 0 0,0-1 1 0 0,0 0-1 0 0,-1 0 1 0 0,0-1-1 0 0,-1 0 1 0 0,0-1-1 0 0,0 0 0 0 0,-1 0 1 0 0,-1-1-1 0 0,0 0 1 0 0,0 0-1 0 0,-1 0 1 0 0,-1-1-1 0 0,5-20 0 0 0,-3 7 183 0 0,-2 0-1 0 0,0 0 0 0 0,-2-1 0 0 0,-1 0 0 0 0,-1 1 0 0 0,-4-38 1 0 0,-1 59 535 0 0,-2 12-633 0 0,-3 12-165 0 0,2 3 68 0 0,2 1 1 0 0,0 0 0 0 0,1 0 0 0 0,2 1 0 0 0,0-1 0 0 0,2 1 0 0 0,2 46 0 0 0,0-10-3 0 0,-2-26-486 0 0,-4 78-1356 0 0,-1-76-2118 0 0,-4 1-3287 0 0,4-20 2686 0 0</inkml:trace>
</inkml:ink>
</file>

<file path=ppt/ink/ink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1189 148 0 0,'-57'20'4137'0'0,"55"-19"-2611"0"0,9-7-1075 0 0,362-304 2338 0 0,-210 174-2124 0 0,120-111 261 0 0,-220 190-665 0 0,-3-4 0 0 0,73-101-1 0 0,-118 145-200 0 0,0-1-1 0 0,-1 0 0 0 0,8-21 1 0 0,-14 30-22 0 0,-1 0 0 0 0,0 0 0 0 0,-1 0-1 0 0,0-1 1 0 0,0 1 0 0 0,-1-1 0 0 0,0 1 0 0 0,-1-19 0 0 0,-1 26-31 0 0,1 0-1 0 0,-1 0 1 0 0,1 0-1 0 0,-1 0 1 0 0,0 1 0 0 0,0-1-1 0 0,0 0 1 0 0,0 0-1 0 0,-1 1 1 0 0,1-1 0 0 0,0 1-1 0 0,-1-1 1 0 0,1 1-1 0 0,-1-1 1 0 0,1 1 0 0 0,-1 0-1 0 0,0 0 1 0 0,1 0-1 0 0,-1 0 1 0 0,0 0-1 0 0,0 0 1 0 0,0 0 0 0 0,0 0-1 0 0,0 1 1 0 0,0-1-1 0 0,0 1 1 0 0,0 0 0 0 0,0-1-1 0 0,0 1 1 0 0,0 0-1 0 0,0 0 1 0 0,0 0 0 0 0,0 1-1 0 0,0-1 1 0 0,-2 1-1 0 0,-4 0 3 0 0,0-1 0 0 0,1 2-1 0 0,-1-1 1 0 0,1 1 0 0 0,0 0-1 0 0,-1 1 1 0 0,1 0 0 0 0,-7 3-1 0 0,9-2-4 0 0,0-1-1 0 0,0 1 0 0 0,1 0 0 0 0,-1 0 0 0 0,1 1 0 0 0,0-1 1 0 0,0 1-1 0 0,1 0 0 0 0,-1 0 0 0 0,1 0 0 0 0,0 0 0 0 0,0 1 1 0 0,1-1-1 0 0,-3 10 0 0 0,2-4 1 0 0,0 0-1 0 0,1 0 1 0 0,1 1 0 0 0,0-1 0 0 0,1 0 0 0 0,0 1 0 0 0,2 13-1 0 0,4 12 9 0 0,1 0 0 0 0,3-1 0 0 0,21 56 0 0 0,-17-53 0 0 0,6 12 16 0 0,18 77 1 0 0,-35-114-25 0 0,0 0-1 0 0,-1 1 1 0 0,-1-1 0 0 0,0 1 0 0 0,-1 0 0 0 0,0-1 0 0 0,-1 1 0 0 0,-1-1-1 0 0,0 1 1 0 0,-7 19 0 0 0,7-28-1 0 0,-1 0 0 0 0,1 0 0 0 0,-1 0 0 0 0,-1-1 0 0 0,1 1 0 0 0,-1-1 0 0 0,0 0 0 0 0,-1 0 0 0 0,1 0-1 0 0,-6 4 1 0 0,8-7 0 0 0,-1 0 0 0 0,1 0-1 0 0,-1 0 1 0 0,1 0-1 0 0,-1-1 1 0 0,0 0-1 0 0,1 1 1 0 0,-1-1 0 0 0,0 0-1 0 0,0 0 1 0 0,0 0-1 0 0,0-1 1 0 0,0 1-1 0 0,0-1 1 0 0,0 1 0 0 0,0-1-1 0 0,0 0 1 0 0,0 0-1 0 0,0-1 1 0 0,0 1-1 0 0,0-1 1 0 0,-5-1-1 0 0,7 2-2 0 0,0-1-1 0 0,0 0 1 0 0,0 1-1 0 0,0-1 1 0 0,0 0-1 0 0,0 0 1 0 0,0 0-1 0 0,0 0 1 0 0,0 0-1 0 0,0 0 1 0 0,0 0-1 0 0,1 0 1 0 0,-1 0-1 0 0,0 0 1 0 0,1-1-1 0 0,-1 1 1 0 0,1 0-1 0 0,0 0 0 0 0,-1-1 1 0 0,1 1-1 0 0,0 0 1 0 0,0 0-1 0 0,-1-1 1 0 0,1 1-1 0 0,0 0 1 0 0,0-1-1 0 0,0 1 1 0 0,1 0-1 0 0,-1-1 1 0 0,0 1-1 0 0,0 0 1 0 0,1-1-1 0 0,-1 1 1 0 0,1 0-1 0 0,-1 0 0 0 0,2-2 1 0 0,23-47-5 0 0,-22 45 4 0 0,14-17-6 0 0,1 0 0 0 0,1 1 0 0 0,1 1 0 0 0,1 1 0 0 0,0 1 0 0 0,45-29 0 0 0,1-3-11 0 0,-36 27 5 0 0,-22 18 13 0 0,-1 0 1 0 0,-1-1 0 0 0,1 0-1 0 0,-1 0 1 0 0,0-1-1 0 0,0 1 1 0 0,-1-2-1 0 0,1 1 1 0 0,-2-1 0 0 0,9-14-1 0 0,-11 12 10 0 0,-1 0 1 0 0,-2 9-9 0 0,0 1 0 0 0,0 0-1 0 0,0 0 1 0 0,1-1-1 0 0,-1 1 1 0 0,0 0-1 0 0,0 0 1 0 0,0-1-1 0 0,0 1 1 0 0,0 0-1 0 0,0-1 1 0 0,0 1-1 0 0,0 0 1 0 0,0 0-1 0 0,0-1 1 0 0,-1 1-1 0 0,1 0 1 0 0,0 0 0 0 0,0-1-1 0 0,0 1 1 0 0,0 0-1 0 0,0 0 1 0 0,0-1-1 0 0,-1 1 1 0 0,1 0-1 0 0,0 0 1 0 0,0-1-1 0 0,0 1 1 0 0,0 0-1 0 0,-1 0 1 0 0,1 0-1 0 0,0-1 1 0 0,0 1-1 0 0,-1 0 1 0 0,1 0 0 0 0,0 0-1 0 0,0 0 1 0 0,-1 0-1 0 0,1 0 1 0 0,-16 2 136 0 0,-13 12 149 0 0,23-10-261 0 0,1 0 1 0 0,-1 1-1 0 0,1 0 0 0 0,1 0 0 0 0,-1 0 0 0 0,1 1 1 0 0,-1-1-1 0 0,2 1 0 0 0,-1 0 0 0 0,1 0 1 0 0,-1 1-1 0 0,2-1 0 0 0,-1 1 0 0 0,1-1 0 0 0,0 1 1 0 0,0 0-1 0 0,1 0 0 0 0,0 0 0 0 0,0 0 0 0 0,1 0 1 0 0,-1 0-1 0 0,2 0 0 0 0,-1 0 0 0 0,1 0 1 0 0,0 0-1 0 0,0 0 0 0 0,1 0 0 0 0,0-1 0 0 0,0 1 1 0 0,1 0-1 0 0,0-1 0 0 0,0 0 0 0 0,0 0 0 0 0,1 0 1 0 0,0 0-1 0 0,0 0 0 0 0,0-1 0 0 0,1 1 1 0 0,0-1-1 0 0,0 0 0 0 0,0-1 0 0 0,1 1 0 0 0,9 5 1 0 0,-9-6-243 0 0,0-1 1 0 0,0 0 0 0 0,0 0-1 0 0,1 0 1 0 0,-1-1-1 0 0,1 0 1 0 0,0 0 0 0 0,-1-1-1 0 0,9 2 1 0 0,-10-3-547 0 0,0 0 1 0 0,0 0-1 0 0,0 0 0 0 0,0-1 1 0 0,0 1-1 0 0,0-1 0 0 0,0-1 0 0 0,7-1 1 0 0,3-3-2163 0 0</inkml:trace>
</inkml:ink>
</file>

<file path=ppt/ink/ink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1 484 0 0,'0'0'791'0'0,"36"12"2056"0"0,-33-10-2701 0 0,0 0 1 0 0,0 0 0 0 0,0 0 0 0 0,-1 1-1 0 0,1-1 1 0 0,0 1 0 0 0,-1 0 0 0 0,0 0-1 0 0,1 0 1 0 0,-1 0 0 0 0,-1 0 0 0 0,1 0-1 0 0,0 1 1 0 0,-1-1 0 0 0,1 1 0 0 0,-1-1-1 0 0,0 1 1 0 0,0-1 0 0 0,-1 1 0 0 0,1 0-1 0 0,-1-1 1 0 0,1 1 0 0 0,-1 0 0 0 0,-1 0-1 0 0,1-1 1 0 0,-1 5 0 0 0,0-2 24 0 0,0 0 0 0 0,-1 0 0 0 0,1 0-1 0 0,-1-1 1 0 0,0 1 0 0 0,-1-1 0 0 0,0 1 0 0 0,0-1 0 0 0,0 0 0 0 0,0 0-1 0 0,-1 0 1 0 0,0 0 0 0 0,0-1 0 0 0,-7 7 0 0 0,10-10-125 0 0,0-1-1 0 0,0 1 1 0 0,-1 0-1 0 0,1-1 1 0 0,0 1 0 0 0,0-1-1 0 0,-1 0 1 0 0,1 0 0 0 0,0 1-1 0 0,-1-1 1 0 0,1 0-1 0 0,0 0 1 0 0,0 0 0 0 0,-1 0-1 0 0,1 0 1 0 0,0 0 0 0 0,-1-1-1 0 0,1 1 1 0 0,0 0-1 0 0,0-1 1 0 0,-2 0 0 0 0,2 1-39 0 0,0-1 0 0 0,1 1 0 0 0,-1 0 0 0 0,1-1-1 0 0,-1 1 1 0 0,0 0 0 0 0,1-1 0 0 0,-1 1 0 0 0,1-1 0 0 0,-1 1 0 0 0,1-1 0 0 0,0 1 0 0 0,-1-1 0 0 0,1 1 0 0 0,-1-1 0 0 0,1 1 0 0 0,0-1 0 0 0,0 0 0 0 0,-1 1 0 0 0,1-1 0 0 0,0 1 0 0 0,0-1 0 0 0,0 0 0 0 0,-1 1 0 0 0,1-1 0 0 0,0 0 0 0 0,0 1 0 0 0,0-1 0 0 0,0 0 0 0 0,0 1 0 0 0,1-1 0 0 0,-1 0-1 0 0,0 1 1 0 0,0-1 0 0 0,0 0 0 0 0,0 1 0 0 0,1-1 0 0 0,-1 0 0 0 0,0 1 0 0 0,1-1 0 0 0,-1 1 0 0 0,0-1 0 0 0,2 0 0 0 0,21-37 103 0 0,-19 29-96 0 0,0 1 0 0 0,1 0 1 0 0,-1 1-1 0 0,2-1 1 0 0,-1 1-1 0 0,1 0 0 0 0,0 0 1 0 0,0 1-1 0 0,1 0 1 0 0,0 0-1 0 0,0 0 0 0 0,0 1 1 0 0,1 0-1 0 0,0 0 1 0 0,13-5-1 0 0,-20 10-12 0 0,0-1-1 0 0,0 1 1 0 0,1-1-1 0 0,-1 1 1 0 0,0 0 0 0 0,0 0-1 0 0,1 0 1 0 0,-1-1-1 0 0,0 1 1 0 0,1 0-1 0 0,-1 1 1 0 0,0-1 0 0 0,0 0-1 0 0,1 0 1 0 0,-1 0-1 0 0,0 1 1 0 0,0-1-1 0 0,1 1 1 0 0,-1-1 0 0 0,0 1-1 0 0,0-1 1 0 0,0 1-1 0 0,0 0 1 0 0,0-1 0 0 0,0 1-1 0 0,0 0 1 0 0,0 0-1 0 0,0 0 1 0 0,0 0-1 0 0,0 0 1 0 0,0 1 0 0 0,3 4 1 0 0,-1 1 1 0 0,-1-1 0 0 0,1 1-1 0 0,-1-1 1 0 0,2 9 0 0 0,8 23 20 0 0,-15-2 60 0 0,4-35-83 0 0,0-1-1 0 0,0 0 1 0 0,0 0 0 0 0,0 1 0 0 0,0-1 0 0 0,-1 0-1 0 0,1 0 1 0 0,0 0 0 0 0,0 0 0 0 0,0 0 0 0 0,0 0-1 0 0,0-1 1 0 0,0 1 0 0 0,0 0 0 0 0,0 0 0 0 0,0-1-1 0 0,-1 1 1 0 0,1 0 0 0 0,0-1 0 0 0,0 1 0 0 0,0-1-1 0 0,-1 1 1 0 0,1-1 0 0 0,0 1 0 0 0,0-1 0 0 0,0 0-1 0 0,25-16-2 0 0,-5 0-3 0 0,1 2-1 0 0,0 1 1 0 0,0 1 0 0 0,1 0-1 0 0,43-15 1 0 0,-65 27 10 0 0,1 0 1 0 0,-1 1-1 0 0,1-1 0 0 0,-1 1 0 0 0,1 0 0 0 0,-1-1 1 0 0,0 1-1 0 0,1 0 0 0 0,-1 0 0 0 0,1 0 0 0 0,-1 0 1 0 0,1 0-1 0 0,-1 0 0 0 0,1 0 0 0 0,-1 0 0 0 0,1 0 1 0 0,-1 1-1 0 0,1-1 0 0 0,-1 1 0 0 0,1-1 0 0 0,-1 1 1 0 0,0 0-1 0 0,1-1 0 0 0,-1 1 0 0 0,0 0 0 0 0,0 0 0 0 0,1 0 1 0 0,-1 0-1 0 0,0 0 0 0 0,0 0 0 0 0,0 0 0 0 0,0 1 1 0 0,-1-1-1 0 0,1 0 0 0 0,0 0 0 0 0,0 1 0 0 0,-1-1 1 0 0,1 0-1 0 0,0 1 0 0 0,-1-1 0 0 0,0 1 0 0 0,1-1 1 0 0,-1 1-1 0 0,0-1 0 0 0,0 1 0 0 0,0-1 0 0 0,0 1 1 0 0,0 1-1 0 0,1 4 17 0 0,-1 1 0 0 0,0-1 1 0 0,-1 1-1 0 0,1-1 0 0 0,-2 1 0 0 0,1-1 1 0 0,-4 13-1 0 0,-13 33-192 0 0,11-20-3889 0 0</inkml:trace>
</inkml:ink>
</file>

<file path=ppt/ink/ink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4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258 633 120 0 0,'0'0'1334'0'0,"-39"-15"3371"0"0,28 15-4366 0 0,0 0 0 0 0,0 1 0 0 0,0 1 0 0 0,0-1-1 0 0,0 2 1 0 0,0 0 0 0 0,0 0 0 0 0,1 1 0 0 0,0 0 0 0 0,0 0-1 0 0,0 1 1 0 0,0 1 0 0 0,1 0 0 0 0,-1 0 0 0 0,1 1 0 0 0,1 0-1 0 0,0 0 1 0 0,0 1 0 0 0,-11 13 0 0 0,18-20-315 0 0,0 0 0 0 0,1 0-1 0 0,-1 0 1 0 0,0 0 0 0 0,0 1 0 0 0,0-1 0 0 0,1 0 0 0 0,-1 1 0 0 0,1-1-1 0 0,-1 0 1 0 0,1 1 0 0 0,-1-1 0 0 0,1 1 0 0 0,0-1 0 0 0,0 0 0 0 0,-1 1-1 0 0,1-1 1 0 0,0 1 0 0 0,0-1 0 0 0,1 1 0 0 0,-1-1 0 0 0,0 1 0 0 0,1 2-1 0 0,0-3-6 0 0,0 0 0 0 0,0 0 0 0 0,0 0 0 0 0,0 0 0 0 0,1 0 0 0 0,-1-1 0 0 0,0 1 0 0 0,0 0 0 0 0,1 0 0 0 0,-1-1 0 0 0,1 1 0 0 0,-1-1 0 0 0,0 1 0 0 0,1-1 0 0 0,-1 0 0 0 0,1 1 0 0 0,-1-1 0 0 0,3 0 0 0 0,5 0 18 0 0,0 0 1 0 0,0 0-1 0 0,0-1 1 0 0,0 0-1 0 0,15-4 1 0 0,-22 4-23 0 0,26-1 77 0 0,-21 8-89 0 0,1-1-1 0 0,0 0 1 0 0,1 0-1 0 0,-1-1 1 0 0,1 0-1 0 0,0 0 1 0 0,0-1-1 0 0,0 0 1 0 0,0-1 0 0 0,0 0-1 0 0,1 0 1 0 0,-1-1-1 0 0,13 0 1 0 0,-15-1-11 0 0,-1-1 0 0 0,1 0 0 0 0,-1 0 1 0 0,1-1-1 0 0,-1 1 0 0 0,0-1 0 0 0,0-1 1 0 0,0 1-1 0 0,0-1 0 0 0,0 0 0 0 0,0 0 1 0 0,5-5-1 0 0,8-7-38 0 0,-1 0 0 0 0,17-19 0 0 0,18-14-18 0 0,-36 33 30 0 0,10-6-40 0 0,-25 21 75 0 0,18 23 13 0 0,-16 13 0 0 0,4 38 58 0 0,-7-72-64 0 0,-1-2-10 0 0,0 0 4 0 0,0 0 0 0 0,0 0 0 0 0,0 0 0 0 0,0 0 0 0 0,0 0 0 0 0,0 1 0 0 0,0-1 0 0 0,0 0 0 0 0,0 0 0 0 0,0 0 0 0 0,0 0 0 0 0,0 0 0 0 0,0 0 0 0 0,0 1 0 0 0,0-1 0 0 0,0 0 0 0 0,0 0 0 0 0,0 0 0 0 0,0 0 0 0 0,0 0 0 0 0,0 0 0 0 0,1 0 0 0 0,-1 0 1 0 0,0 1-1 0 0,0-1 0 0 0,0 0 0 0 0,0 0 0 0 0,0 0 0 0 0,0 0 0 0 0,0 0 0 0 0,0 0 0 0 0,1 0 0 0 0,-1 0 0 0 0,0 0 0 0 0,0 0 0 0 0,0 0 0 0 0,0 0 0 0 0,0 0 0 0 0,1 0 0 0 0,-1 0 0 0 0,0 0 0 0 0,0 0 0 0 0,0 0 0 0 0,0 0 0 0 0,0 0 0 0 0,0 0 0 0 0,1 0 0 0 0,-1 0 0 0 0,0 0 0 0 0,0 0 0 0 0,0 0 0 0 0,0 0 0 0 0,0 0 0 0 0,0 0 0 0 0,0 0 0 0 0,1-1 0 0 0,-1 1 0 0 0,13-10 1 0 0,21-25 1 0 0,-16 16-4 0 0,-8 10-5 0 0,2-3-1 0 0,1 0 0 0 0,24-15 0 0 0,-36 26 2 0 0,2 2 5 0 0,1-1 1 0 0,-1 1-1 0 0,1-1 0 0 0,-1 1 1 0 0,0 0-1 0 0,1 0 0 0 0,-1 1 0 0 0,0-1 1 0 0,0 1-1 0 0,0-1 0 0 0,0 1 1 0 0,5 4-1 0 0,-3-2 2 0 0,-1-1 0 0 0,1 0 0 0 0,0-1 0 0 0,0 1 0 0 0,0-1 0 0 0,0 0 0 0 0,9 2 0 0 0,-1-2 0 0 0,-1 0-1 0 0,1-1 0 0 0,-1-1 1 0 0,1 0-1 0 0,0-1 0 0 0,-1 0 1 0 0,1-1-1 0 0,-1 0 0 0 0,1-1 1 0 0,-1 0-1 0 0,0-1 0 0 0,0-1 1 0 0,-1 1-1 0 0,1-2 1 0 0,-1 0-1 0 0,0 0 0 0 0,10-9 1 0 0,-8 5 2 0 0,0-1 0 0 0,-1 0 1 0 0,0 0-1 0 0,-1-1 0 0 0,0-1 1 0 0,-1 0-1 0 0,-1-1 0 0 0,0 1 1 0 0,-1-2-1 0 0,0 1 1 0 0,-1-1-1 0 0,10-31 0 0 0,-4-2-15 0 0,13-87-1 0 0,-23 112 12 0 0,-1 1 0 0 0,-1 0 0 0 0,-1-1-1 0 0,-2 1 1 0 0,0-1 0 0 0,-7-30 0 0 0,8 47 5 0 0,0 3-2 0 0,0 0 1 0 0,1 0-1 0 0,-1 0 0 0 0,0 0 0 0 0,0 1 0 0 0,0-1 1 0 0,-1 0-1 0 0,1 1 0 0 0,-1-1 0 0 0,1 1 0 0 0,-1-1 1 0 0,0 1-1 0 0,0 0 0 0 0,0 0 0 0 0,0 0 1 0 0,0 0-1 0 0,-4-2 0 0 0,5 4-1 0 0,0 0-1 0 0,0-1 1 0 0,0 1 0 0 0,0 0 0 0 0,0 0-1 0 0,0 0 1 0 0,0 1 0 0 0,-1-1 0 0 0,1 0-1 0 0,0 0 1 0 0,0 0 0 0 0,0 1 0 0 0,0-1-1 0 0,0 1 1 0 0,0-1 0 0 0,0 1 0 0 0,0-1-1 0 0,0 1 1 0 0,0-1 0 0 0,1 1 0 0 0,-1 0-1 0 0,-1 1 1 0 0,-20 16 15 0 0,13-7-6 0 0,-1 1 0 0 0,1 0 0 0 0,1 0 0 0 0,0 1-1 0 0,1 0 1 0 0,1 1 0 0 0,0-1 0 0 0,-6 19 0 0 0,1 4 40 0 0,1 0 1 0 0,-5 44 0 0 0,12-56-28 0 0,1 0-1 0 0,1-1 1 0 0,1 1-1 0 0,2 0 1 0 0,0 0 0 0 0,9 40-1 0 0,-8-53-14 0 0,-1 0-1 0 0,2-1 0 0 0,-1 0 0 0 0,1 0 0 0 0,1 0 0 0 0,0 0 1 0 0,0-1-1 0 0,1 1 0 0 0,0-1 0 0 0,1-1 0 0 0,0 1 0 0 0,0-1 1 0 0,1-1-1 0 0,0 1 0 0 0,0-1 0 0 0,1 0 0 0 0,9 5 0 0 0,-5-7 25 0 0,-1 0 0 0 0,0 0-1 0 0,25 4 1 0 0,7 3 1241 0 0,-43-11-197 0 0,2 0-1026 0 0,3 1-55 0 0,-6 2-3145 0 0,-6 10 2335 0 0</inkml:trace>
</inkml:ink>
</file>

<file path=ppt/ink/ink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5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0 248 0 0,'-6'5'8170'0'0,"-4"2"-7246"0"0,1 0 0 0 0,0 1 1 0 0,1 1-1 0 0,-15 17 0 0 0,21-24-803 0 0,0 1 1 0 0,0 0-1 0 0,1 0 0 0 0,-1 0 0 0 0,1 0 1 0 0,0 0-1 0 0,0 0 0 0 0,0 1 0 0 0,0-1 1 0 0,0 0-1 0 0,1 0 0 0 0,-1 1 0 0 0,1-1 1 0 0,0 0-1 0 0,0 1 0 0 0,1-1 0 0 0,-1 0 1 0 0,0 1-1 0 0,1-1 0 0 0,0 0 0 0 0,0 0 1 0 0,0 1-1 0 0,0-1 0 0 0,1 0 0 0 0,1 3 1 0 0,0-2-89 0 0,1 0 1 0 0,0 0 0 0 0,0-1-1 0 0,-1 0 1 0 0,2 0 0 0 0,-1 0-1 0 0,0 0 1 0 0,1 0 0 0 0,-1-1 0 0 0,1 0-1 0 0,0 0 1 0 0,0 0 0 0 0,0 0-1 0 0,0-1 1 0 0,9 1 0 0 0,0 0-461 0 0,0 0-1 0 0,0-1 1 0 0,0-1-1 0 0,26-2 1 0 0,8-10-2334 0 0,-43 10 1967 0 0,-1 0-1 0 0,1 0 1 0 0,-1 0 0 0 0,0-1 0 0 0,0 1 0 0 0,0-1-1 0 0,5-5 1 0 0,2-4-2289 0 0</inkml:trace>
</inkml:ink>
</file>

<file path=ppt/ink/ink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5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70 596 0 0,'-15'0'1304'0'0,"-2"-2"-108"0"0,9 1 1729 0 0,2-9-805 0 0,50-7-1544 0 0,-20 13-80 0 0,3-2-80 0 0,15 1-232 0 0,-2-1-368 0 0,1 1-400 0 0,-9 0-928 0 0,11 0-1633 0 0,3 1 729 0 0</inkml:trace>
</inkml:ink>
</file>

<file path=ppt/ink/ink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6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19 467 1068 0 0,'-2'-2'194'0'0,"0"-1"1"0"0,0 1-1 0 0,0-1 0 0 0,1 0 0 0 0,-1 1 0 0 0,1-1 1 0 0,0 0-1 0 0,-1 0 0 0 0,2 0 0 0 0,-1 0 0 0 0,0 0 1 0 0,0 0-1 0 0,1 0 0 0 0,0 0 0 0 0,0 0 0 0 0,0 0 1 0 0,0 0-1 0 0,0 0 0 0 0,0 0 0 0 0,1-1 0 0 0,-1 1 1 0 0,1 0-1 0 0,0 0 0 0 0,0 1 0 0 0,0-1 0 0 0,1 0 1 0 0,-1 0-1 0 0,1 0 0 0 0,3-4 0 0 0,4-9 179 0 0,1 1-1 0 0,1 0 0 0 0,20-20 0 0 0,-11 13-162 0 0,2 2-1 0 0,1 1 1 0 0,0 1 0 0 0,1 1-1 0 0,1 1 1 0 0,0 1-1 0 0,1 1 1 0 0,1 1-1 0 0,0 2 1 0 0,1 0-1 0 0,0 2 1 0 0,0 1-1 0 0,1 2 1 0 0,0 0-1 0 0,53-2 1 0 0,-77 8-176 0 0,0 0 1 0 0,0 0-1 0 0,0 0 0 0 0,0 1 1 0 0,0 0-1 0 0,0 0 1 0 0,0 0-1 0 0,0 1 1 0 0,0-1-1 0 0,0 1 1 0 0,-1 0-1 0 0,1 1 0 0 0,-1-1 1 0 0,1 1-1 0 0,-1 0 1 0 0,0 0-1 0 0,0 0 1 0 0,0 0-1 0 0,-1 1 0 0 0,1 0 1 0 0,-1-1-1 0 0,5 8 1 0 0,-6-6-13 0 0,0 0 1 0 0,0 0 0 0 0,0 0 0 0 0,-1 0 0 0 0,0 0-1 0 0,0 0 1 0 0,0 0 0 0 0,-1 0 0 0 0,1 1-1 0 0,-1-1 1 0 0,-1 0 0 0 0,1 0 0 0 0,-1 1-1 0 0,1-1 1 0 0,-2 0 0 0 0,1 0 0 0 0,0 0-1 0 0,-1 0 1 0 0,0 0 0 0 0,0 0 0 0 0,-5 7 0 0 0,-2 3 34 0 0,-1-1 0 0 0,-1 0 0 0 0,0 0 0 0 0,0-1 0 0 0,-1-1 1 0 0,-1 0-1 0 0,0 0 0 0 0,-25 15 0 0 0,36-25 25 0 0,8-6-38 0 0,94-57-152 0 0,12 9-590 0 0,120-75 0 0 0,-212 112 634 0 0,0-1-1 0 0,-1-1 1 0 0,0 0 0 0 0,19-25-1 0 0,-5 5 637 0 0,-32 37-204 0 0,-2 2-331 0 0,0 1-1 0 0,1-1 0 0 0,-1 1 1 0 0,0-1-1 0 0,0 1 1 0 0,0-1-1 0 0,-1 1 0 0 0,1-1 1 0 0,-1 0-1 0 0,-2 3 1 0 0,-8 14 163 0 0,-37 91 638 0 0,-59 191 1 0 0,8-14-254 0 0,91-263-524 0 0,-1-1 0 0 0,-1 0 0 0 0,-1-1-1 0 0,-17 23 1 0 0,29-44-60 0 0,-1-1 0 0 0,1 0-1 0 0,0 0 1 0 0,0 0 0 0 0,-1 0 0 0 0,1 1-1 0 0,0-1 1 0 0,-1 0 0 0 0,1 0 0 0 0,0 0-1 0 0,-1 0 1 0 0,1 0 0 0 0,0 0-1 0 0,-1 0 1 0 0,1 0 0 0 0,0 0 0 0 0,-1 0-1 0 0,1 0 1 0 0,0 0 0 0 0,-1 0 0 0 0,1 0-1 0 0,0 0 1 0 0,-1 0 0 0 0,1 0 0 0 0,0 0-1 0 0,-1-1 1 0 0,1 1 0 0 0,0 0 0 0 0,-1 0-1 0 0,1 0 1 0 0,0-1 0 0 0,0 1-1 0 0,-1 0 1 0 0,1 0 0 0 0,0-1 0 0 0,0 1-1 0 0,-1 0 1 0 0,1 0 0 0 0,0-1 0 0 0,0 1-1 0 0,0 0 1 0 0,0-1 0 0 0,-1 1 0 0 0,1 0-1 0 0,0-1 1 0 0,0 1 0 0 0,0 0 0 0 0,0-1-1 0 0,0 1 1 0 0,0 0 0 0 0,0-1-1 0 0,0 1 1 0 0,0 0 0 0 0,0-1 0 0 0,0 1-1 0 0,0 0 1 0 0,0-1 0 0 0,0 1 0 0 0,1-1-1 0 0,-3-31-28 0 0,14-18-150 0 0,2 2 0 0 0,2-1 1 0 0,37-75-1 0 0,90-128-586 0 0,-111 204 502 0 0,56-67-1 0 0,-77 102 209 0 0,2 0-1 0 0,-1 0 1 0 0,2 1 0 0 0,-1 1-1 0 0,1 1 1 0 0,1 0 0 0 0,0 0-1 0 0,1 2 1 0 0,22-10 0 0 0,-36 17 48 0 0,0 0 0 0 0,0 0 0 0 0,0 0 1 0 0,1 1-1 0 0,-1-1 0 0 0,0 1 0 0 0,0-1 1 0 0,1 1-1 0 0,-1 0 0 0 0,0 0 0 0 0,0 0 1 0 0,1 0-1 0 0,-1 0 0 0 0,0 1 0 0 0,0-1 0 0 0,1 1 1 0 0,-1-1-1 0 0,0 1 0 0 0,0 0 0 0 0,0 0 1 0 0,0 0-1 0 0,0 0 0 0 0,0 0 0 0 0,0 1 1 0 0,0-1-1 0 0,0 0 0 0 0,-1 1 0 0 0,1-1 1 0 0,0 1-1 0 0,-1 0 0 0 0,1 0 0 0 0,1 2 1 0 0,-2-1 4 0 0,0 0 0 0 0,0 0 0 0 0,-1-1 0 0 0,1 1 0 0 0,-1 0 0 0 0,0 0 0 0 0,1 0 0 0 0,-1 0 0 0 0,0 0 0 0 0,-1 0 0 0 0,1-1 0 0 0,-1 1 0 0 0,1 0 0 0 0,-1 0 1 0 0,0 0-1 0 0,0-1 0 0 0,0 1 0 0 0,0 0 0 0 0,0-1 0 0 0,-1 1 0 0 0,1-1 0 0 0,-1 0 0 0 0,1 1 0 0 0,-1-1 0 0 0,0 0 0 0 0,-4 4 0 0 0,-1 0 25 0 0,0 0 0 0 0,-1 0 0 0 0,1-1 0 0 0,-1 1 0 0 0,0-2 0 0 0,0 1 0 0 0,-1-1 1 0 0,0-1-1 0 0,1 1 0 0 0,-1-1 0 0 0,0-1 0 0 0,0 0 0 0 0,-1 0 0 0 0,1-1 0 0 0,0 0 0 0 0,-1 0 0 0 0,-14-2 0 0 0,24 1-47 0 0,-1 0 1 0 0,0 1-1 0 0,1-1 0 0 0,-1 0 0 0 0,0 0 1 0 0,1 0-1 0 0,-1 0 0 0 0,0 0 1 0 0,0 0-1 0 0,1 0 0 0 0,-1 0 1 0 0,0 0-1 0 0,1 0 0 0 0,-1 0 1 0 0,0-1-1 0 0,1 1 0 0 0,-1 0 1 0 0,0 0-1 0 0,1-1 0 0 0,-1 1 0 0 0,1 0 1 0 0,-1-1-1 0 0,0 1 0 0 0,1-1 1 0 0,-1 1-1 0 0,1-1 0 0 0,-1 1 1 0 0,1-1-1 0 0,0 1 0 0 0,-1-1 1 0 0,1 1-1 0 0,-1-1 0 0 0,1 0 1 0 0,0 1-1 0 0,-1-1 0 0 0,1 0 1 0 0,0-1-1 0 0,-1 1-534 0 0,4-3-1254 0 0,0-1 1192 0 0,5-5-422 0 0,3 0-2452 0 0,0 0 532 0 0</inkml:trace>
</inkml:ink>
</file>

<file path=ppt/ink/ink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6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9 100 0 0,'0'0'1938'0'0,"-9"-8"4580"0"0,-8 21-5703 0 0,-1 1-1 0 0,2 1 1 0 0,0 0-1 0 0,-24 30 1 0 0,19-21-158 0 0,20-22-603 0 0,0-1-1 0 0,-1 1 1 0 0,1-1 0 0 0,0 1-1 0 0,-1 0 1 0 0,1-1 0 0 0,0 1-1 0 0,0 0 1 0 0,1 0 0 0 0,-1 0-1 0 0,0 0 1 0 0,0 2 0 0 0,1-3-44 0 0,0-1 0 0 0,0 1 0 0 0,0-1 0 0 0,0 1 1 0 0,0-1-1 0 0,0 0 0 0 0,1 1 0 0 0,-1-1 0 0 0,0 1 0 0 0,0-1 1 0 0,0 1-1 0 0,1-1 0 0 0,-1 0 0 0 0,0 1 0 0 0,0-1 0 0 0,1 1 0 0 0,-1-1 1 0 0,0 0-1 0 0,1 1 0 0 0,-1-1 0 0 0,0 0 0 0 0,1 0 0 0 0,-1 1 1 0 0,0-1-1 0 0,1 0 0 0 0,-1 0 0 0 0,1 1 0 0 0,-1-1 0 0 0,1 0 0 0 0,-1 0 1 0 0,1 0-1 0 0,3 1 17 0 0,0-1 0 0 0,0 0 0 0 0,0 0 0 0 0,0 0 0 0 0,0 0 1 0 0,0-1-1 0 0,0 1 0 0 0,0-1 0 0 0,7-3 0 0 0,2-1 26 0 0,1-1-1 0 0,-1-1 1 0 0,14-8-1 0 0,30-15 175 0 0,-55 29-208 0 0,0 4-17 0 0,0 0 0 0 0,0 1 0 0 0,0-1 0 0 0,0 1 0 0 0,-1-1 0 0 0,0 1 0 0 0,1-1 0 0 0,-1 1 0 0 0,0 0 0 0 0,0 6 0 0 0,0-7-22 0 0,0 0-77 0 0,0-1 0 0 0,-1 0 1 0 0,1 0-1 0 0,1 0 0 0 0,-1 1 0 0 0,0-1 1 0 0,0 0-1 0 0,1 0 0 0 0,-1-1 0 0 0,1 1 0 0 0,0 0 1 0 0,0 0-1 0 0,-1-1 0 0 0,4 3 0 0 0,18 9-3852 0 0,-13-8 137 0 0,-2 0 535 0 0</inkml:trace>
</inkml:ink>
</file>

<file path=ppt/ink/ink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7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61 748 0 0,'0'0'5543'0'0,"-5"4"-4821"0"0,1 0-468 0 0,0 0 1 0 0,1 1-1 0 0,-1-1 0 0 0,1 1 0 0 0,0 0 0 0 0,0 0 0 0 0,1 0 0 0 0,-1 0 0 0 0,-1 8 0 0 0,3-11-179 0 0,1 0 0 0 0,-1 0 0 0 0,1 0 0 0 0,0 0 0 0 0,-1 1 0 0 0,1-1 0 0 0,0 0-1 0 0,0 0 1 0 0,1 0 0 0 0,-1 0 0 0 0,0 0 0 0 0,1 1 0 0 0,-1-1 0 0 0,1 0-1 0 0,0 0 1 0 0,-1 0 0 0 0,1 0 0 0 0,0 0 0 0 0,0 0 0 0 0,1-1 0 0 0,-1 1 0 0 0,0 0-1 0 0,1 0 1 0 0,-1-1 0 0 0,1 1 0 0 0,-1-1 0 0 0,1 1 0 0 0,0-1 0 0 0,-1 0-1 0 0,1 0 1 0 0,0 0 0 0 0,3 2 0 0 0,4 0-5 0 0,-1 0 0 0 0,1 0 1 0 0,0-1-1 0 0,0 0 0 0 0,0-1 0 0 0,0 0 0 0 0,0 0 0 0 0,0-1 1 0 0,0 0-1 0 0,0 0 0 0 0,0-1 0 0 0,0 0 0 0 0,0-1 0 0 0,0 0 1 0 0,0-1-1 0 0,-1 1 0 0 0,1-2 0 0 0,14-7 0 0 0,-8 4-32 0 0,1-2-1 0 0,-1 0 1 0 0,0-1 0 0 0,-1-1-1 0 0,0 0 1 0 0,-1 0-1 0 0,0-2 1 0 0,20-24 0 0 0,-22 24 50 0 0,-9 11 28 0 0,1 0-1 0 0,-2 0 1 0 0,1 0 0 0 0,0 0-1 0 0,0 0 1 0 0,-1 0 0 0 0,1-1-1 0 0,-1 1 1 0 0,0-1 0 0 0,1 1-1 0 0,-1-1 1 0 0,0 1-1 0 0,-1-1 1 0 0,1 0 0 0 0,0-3-1 0 0,-7 9 81 0 0,2-1-171 0 0,1-1-1 0 0,-1 1 1 0 0,1 0-1 0 0,0 0 1 0 0,-1 0-1 0 0,1 0 1 0 0,0 1-1 0 0,0-1 0 0 0,0 1 1 0 0,1 0-1 0 0,-1 0 1 0 0,1 0-1 0 0,0 0 1 0 0,-1 0-1 0 0,1 0 1 0 0,1 1-1 0 0,-1-1 0 0 0,0 1 1 0 0,1-1-1 0 0,0 1 1 0 0,0 0-1 0 0,0 0 1 0 0,0-1-1 0 0,0 1 1 0 0,1 0-1 0 0,0 0 1 0 0,0 0-1 0 0,0 0 0 0 0,0 0 1 0 0,0-1-1 0 0,1 1 1 0 0,1 6-1 0 0,16 25-2707 0 0,2-19-4943 0 0,-9-11 4069 0 0</inkml:trace>
</inkml:ink>
</file>

<file path=ppt/ink/ink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09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24 908 0 0,'-2'-24'6660'0'0,"-2"36"-783"0"0,-3 11-6525 0 0,-18 54 2237 0 0,-27 158 0 0 0,20-76-701 0 0,30-152-849 0 0,0 4-321 0 0,-1 0 1 0 0,0 0 0 0 0,-1-1 0 0 0,-5 11-1 0 0,8-19-266 0 0,-4 2-592 0 0,-6-41-7365 0 0,9 23 5523 0 0</inkml:trace>
</inkml:ink>
</file>

<file path=ppt/ink/ink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0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0 480 68 0 0,'0'0'1526'0'0,"20"-7"-324"0"0,54 0-110 0 0,121-28-1 0 0,-123 16-866 0 0,-2-2 0 0 0,0-4 0 0 0,105-54 0 0 0,-161 72-178 0 0,0-1 0 0 0,-1-1 0 0 0,-1 0 0 0 0,0-1 0 0 0,0 0 0 0 0,-1-1 0 0 0,0-1 1 0 0,15-20-1 0 0,-21 26 111 0 0,-1 0 0 0 0,0 0-1 0 0,0-1 1 0 0,-1 1 0 0 0,0-1 0 0 0,0 0 0 0 0,-1 0 0 0 0,1-1 0 0 0,-2 1 0 0 0,1 0 0 0 0,-1-1 0 0 0,0 1 0 0 0,0-1-1 0 0,-1 1 1 0 0,0-1 0 0 0,-1 1 0 0 0,1-1 0 0 0,-1 1 0 0 0,-3-10 0 0 0,4 15-89 0 0,0 1 1 0 0,-1 0-1 0 0,1-1 0 0 0,0 1 0 0 0,-1 0 1 0 0,1 0-1 0 0,-1 0 0 0 0,1-1 1 0 0,-1 1-1 0 0,1 0 0 0 0,-1 0 1 0 0,0 0-1 0 0,0 0 0 0 0,1 0 1 0 0,-1 0-1 0 0,0 0 0 0 0,0 0 1 0 0,0 0-1 0 0,0 0 0 0 0,0 1 1 0 0,0-1-1 0 0,-1 0 0 0 0,1 1 1 0 0,0-1-1 0 0,0 1 0 0 0,-3-1 1 0 0,2 1-32 0 0,1 0 1 0 0,-1 1-1 0 0,0-1 1 0 0,1 1-1 0 0,-1 0 1 0 0,0 0 0 0 0,1-1-1 0 0,-1 1 1 0 0,1 0-1 0 0,-1 1 1 0 0,1-1-1 0 0,0 0 1 0 0,-1 0 0 0 0,1 0-1 0 0,0 1 1 0 0,-2 2-1 0 0,-6 8 108 0 0,1 1-1 0 0,0 0 0 0 0,-8 18 0 0 0,-19 56 755 0 0,-44 168 1 0 0,40-117-320 0 0,28-96-333 0 0,10-40-155 0 0,6-6-82 0 0,5-4-4 0 0,13-10 20 0 0,45-26 0 0 0,-58 38-37 0 0,0 1 0 0 0,1 1 0 0 0,-1 0 0 0 0,1 0 0 0 0,0 1 0 0 0,0 1 0 0 0,1-1-1 0 0,13 0 1 0 0,51 1-50 0 0,-42 2-6 0 0,1-2 0 0 0,0-1 0 0 0,-1-2-1 0 0,38-10 1 0 0,-26 4-34 0 0,-29 7 59 0 0,1-1 0 0 0,-1-1 0 0 0,0 0 1 0 0,-1-1-1 0 0,28-15 0 0 0,-44 21 46 0 0,1 1 0 0 0,0 0 0 0 0,-1-1 0 0 0,1 1 0 0 0,0-1-1 0 0,-1 1 1 0 0,1-1 0 0 0,0 1 0 0 0,-1-1 0 0 0,1 1 0 0 0,-1-1-1 0 0,1 1 1 0 0,-1-1 0 0 0,0 0 0 0 0,1 1 0 0 0,-1-1 0 0 0,1 0-1 0 0,-1 1 1 0 0,0-1 0 0 0,0 0 0 0 0,1 0 0 0 0,-1 1 0 0 0,0-1-1 0 0,0 0 1 0 0,0 0 0 0 0,0 1 0 0 0,0-1 0 0 0,0 0 0 0 0,0 0 0 0 0,0 0-1 0 0,0 1 1 0 0,0-1 0 0 0,-1 0 0 0 0,1 0 0 0 0,0 1 0 0 0,0-1-1 0 0,-1 0 1 0 0,1 1 0 0 0,0-1 0 0 0,-1 0 0 0 0,1 1 0 0 0,-1-1-1 0 0,1 0 1 0 0,-1 1 0 0 0,1-1 0 0 0,-1 1 0 0 0,1-1 0 0 0,-1 1-1 0 0,0-1 1 0 0,1 1 0 0 0,-1-1 0 0 0,0 1 0 0 0,1 0 0 0 0,-1-1 0 0 0,0 1-1 0 0,0 0 1 0 0,0-1 0 0 0,-8 4 28 0 0,1 1 0 0 0,1-1 1 0 0,-1 1-1 0 0,1 1 0 0 0,-1-1 0 0 0,1 1 1 0 0,0 1-1 0 0,1-1 0 0 0,-1 1 0 0 0,1 0 1 0 0,-9 13-1 0 0,-2 17 45 0 0,17-34-70 0 0,0 0-10 0 0,4 8-3 0 0,-4-9 6 0 0,1-1-1 0 0,-1 1 1 0 0,1 0 0 0 0,0 0-1 0 0,-1 0 1 0 0,1-1 0 0 0,0 1 0 0 0,0 0-1 0 0,0-1 1 0 0,-1 1 0 0 0,1 0-1 0 0,0-1 1 0 0,0 1 0 0 0,0-1-1 0 0,0 0 1 0 0,0 1 0 0 0,0-1-1 0 0,0 0 1 0 0,0 0 0 0 0,0 1-1 0 0,0-1 1 0 0,0 0 0 0 0,1 0 0 0 0,-1 0-1 0 0,0 0 1 0 0,0 0 0 0 0,0-1-1 0 0,0 1 1 0 0,0 0 0 0 0,0 0-1 0 0,0-1 1 0 0,1 0 0 0 0,28-9 16 0 0,-29 10-20 0 0,15-7-22 0 0,-9 4 25 0 0,-1 1 0 0 0,1-2 1 0 0,-1 1-1 0 0,0-1 1 0 0,0 0-1 0 0,0 0 1 0 0,10-10-1 0 0,-15 13-23 0 0,2-1 0 0 0,1 1 15 0 0,17 10 26 0 0,-6-4-114 0 0,0 0 0 0 0,0-1 0 0 0,0-1 0 0 0,1 0 0 0 0,-1-1 0 0 0,1 0 0 0 0,-1-2 0 0 0,1 0 0 0 0,0 0 0 0 0,-1-2 0 0 0,1 0 0 0 0,-1 0 0 0 0,1-2 0 0 0,-1 0 0 0 0,0 0 0 0 0,-1-2 0 0 0,1 0 0 0 0,-1 0 0 0 0,0-2 0 0 0,17-11 0 0 0,-23 12 61 0 0,-1 0 0 0 0,0 0 0 0 0,0-1 0 0 0,-1 0 0 0 0,0 0 0 0 0,0-1 0 0 0,-1 0 0 0 0,0 0 0 0 0,-1 0 0 0 0,0 0 0 0 0,0-1 0 0 0,-1 0 0 0 0,-1 0 0 0 0,3-13 0 0 0,0-8 168 0 0,-1 1 1 0 0,-2-1 0 0 0,-2-45 0 0 0,-7 22 1258 0 0,7 51-328 0 0,-19 27-660 0 0,12-8-287 0 0,-1 2 1 0 0,2-1-1 0 0,1 1 1 0 0,0 0-1 0 0,1 0 1 0 0,1 0-1 0 0,0 1 1 0 0,1 21 0 0 0,0-23-49 0 0,-5 166 452 0 0,13-108-6021 0 0</inkml:trace>
</inkml:ink>
</file>

<file path=ppt/ink/ink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1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69 864 0 0,'3'-9'1612'0'0,"7"0"-900"0"0,-5 3-84 0 0,4 1 464 0 0,7-5-632 0 0,-4 5-51 0 0,1-2-61 0 0,1 3-156 0 0,1 1-168 0 0,2 1-228 0 0,3-1-280 0 0,-4 1-461 0 0,4 1-1019 0 0,5-1 452 0 0</inkml:trace>
</inkml:ink>
</file>

<file path=ppt/ink/ink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1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23 128 0 0,'-5'-4'1117'0'0,"-9"-10"-441"0"0,6 10 3929 0 0,7 9-3980 0 0,-1 3-259 0 0,2-1 1 0 0,-1 1 0 0 0,1 0-1 0 0,0-1 1 0 0,2 14 0 0 0,-2-20-318 0 0,0 1 0 0 0,0 0 0 0 0,0-1 0 0 0,1 1 0 0 0,-1-1 0 0 0,1 1 0 0 0,-1-1 0 0 0,1 0 0 0 0,-1 1 0 0 0,1-1 0 0 0,0 1 0 0 0,-1-1 0 0 0,1 0 0 0 0,0 0 0 0 0,0 1 0 0 0,0-1 0 0 0,0 0 0 0 0,0 0 0 0 0,0 0 0 0 0,0 0 0 0 0,1 0 0 0 0,-1 0 0 0 0,0 0 0 0 0,1-1 0 0 0,-1 1 0 0 0,0 0 0 0 0,1-1 0 0 0,-1 1 0 0 0,1-1 1 0 0,-1 1-1 0 0,1-1 0 0 0,-1 0 0 0 0,1 0 0 0 0,-1 0 0 0 0,1 1 0 0 0,-1-1 0 0 0,1-1 0 0 0,-1 1 0 0 0,1 0 0 0 0,-1 0 0 0 0,1-1 0 0 0,-1 1 0 0 0,1 0 0 0 0,-1-1 0 0 0,1 0 0 0 0,1 0 0 0 0,34-12 300 0 0,0 1-1 0 0,1 2 1 0 0,47-7-1 0 0,-81 16-282 0 0,1 1 1 0 0,-1-1-1 0 0,1 1 0 0 0,-1 0 0 0 0,1 0 0 0 0,-1 0 0 0 0,1 1 1 0 0,-1-1-1 0 0,0 1 0 0 0,1 0 0 0 0,-1 1 0 0 0,0-1 1 0 0,0 1-1 0 0,0 0 0 0 0,0 0 0 0 0,0 0 0 0 0,0 0 0 0 0,0 0 1 0 0,-1 1-1 0 0,1 0 0 0 0,-1 0 0 0 0,6 6 0 0 0,-8-7-53 0 0,0-1 0 0 0,-1 1 0 0 0,0-1 0 0 0,1 1 0 0 0,-1-1 0 0 0,0 1 0 0 0,1-1 0 0 0,-1 1 0 0 0,0-1 0 0 0,0 1 0 0 0,0-1 0 0 0,-1 1 0 0 0,1-1 0 0 0,0 1 0 0 0,0-1-1 0 0,-1 1 1 0 0,1-1 0 0 0,-1 0 0 0 0,0 1 0 0 0,1-1 0 0 0,-1 1 0 0 0,0-1 0 0 0,0 0 0 0 0,1 0 0 0 0,-1 1 0 0 0,0-1 0 0 0,0 0 0 0 0,-1 0 0 0 0,1 0 0 0 0,0 0 0 0 0,0 0 0 0 0,0-1 0 0 0,-3 2 0 0 0,0 2-377 0 0,-2 0 0 0 0,1 0 0 0 0,0-1 0 0 0,-1 0 1 0 0,1 0-1 0 0,-9 3 0 0 0,-6-3-5787 0 0</inkml:trace>
</inkml:ink>
</file>

<file path=ppt/ink/ink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1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0 110 13865 0 0,'4'-18'689'0'0,"-3"12"-491"0"0,0 0 0 0 0,0 0 0 0 0,1 0 0 0 0,0 0 0 0 0,0 1 0 0 0,1-1 0 0 0,-1 1 0 0 0,6-9-1 0 0,1-8 1943 0 0,-5 13-4428 0 0</inkml:trace>
</inkml:ink>
</file>

<file path=ppt/ink/ink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2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458 541 13345 0 0,'-13'-9'190'0'0,"1"0"0"0"0,-2 1 0 0 0,1 0-1 0 0,-1 1 1 0 0,0 1 0 0 0,-1 0 0 0 0,1 1 0 0 0,-1 1-1 0 0,0 0 1 0 0,-1 1 0 0 0,-21-2 0 0 0,28 5-80 0 0,-1 0-1 0 0,0 0 1 0 0,1 1 0 0 0,-1 0 0 0 0,1 1 0 0 0,-1 0-1 0 0,1 1 1 0 0,0 0 0 0 0,0 0 0 0 0,0 1-1 0 0,0 0 1 0 0,1 1 0 0 0,-1 0 0 0 0,1 0-1 0 0,1 0 1 0 0,-1 1 0 0 0,1 1 0 0 0,0-1 0 0 0,-10 12-1 0 0,6-4 14 0 0,1 0-1 0 0,0 1 1 0 0,1 0 0 0 0,1 1-1 0 0,0 0 1 0 0,-8 26-1 0 0,13-35-79 0 0,1 1-1 0 0,0-1 1 0 0,1 1-1 0 0,0 0 0 0 0,0-1 1 0 0,1 1-1 0 0,0 0 1 0 0,1 8-1 0 0,0-13-25 0 0,-1 1 1 0 0,1 0-1 0 0,0-1 0 0 0,0 1 0 0 0,0-1 1 0 0,1 0-1 0 0,0 1 0 0 0,-1-1 1 0 0,1 0-1 0 0,0 0 0 0 0,0 0 0 0 0,1 0 1 0 0,-1 0-1 0 0,0 0 0 0 0,1-1 1 0 0,0 1-1 0 0,4 2 0 0 0,-2-2-5 0 0,-1-1 0 0 0,1 0 0 0 0,-1-1 1 0 0,1 1-1 0 0,0-1 0 0 0,0 0 0 0 0,-1 0 0 0 0,1 0 0 0 0,0 0 0 0 0,0-1 0 0 0,0 0 0 0 0,0 0 1 0 0,0-1-1 0 0,0 1 0 0 0,0-1 0 0 0,-1 0 0 0 0,1 0 0 0 0,0-1 0 0 0,0 1 0 0 0,-1-1 1 0 0,1 0-1 0 0,-1 0 0 0 0,8-6 0 0 0,8-4 14 0 0,0-2 1 0 0,0 0-1 0 0,22-22 0 0 0,-30 24-8 0 0,0-1 0 0 0,-1 0 0 0 0,0-1 0 0 0,-1 0 0 0 0,-1 0 0 0 0,0-1 0 0 0,-1-1 0 0 0,0 1 0 0 0,-1-1-1 0 0,7-29 1 0 0,-6 14-4 0 0,-1 0-1 0 0,-2-1 0 0 0,-1 0 1 0 0,0-60-1 0 0,-5 74-7 0 0,-1 0 1 0 0,0 0-1 0 0,-2 1 0 0 0,0-1 1 0 0,0 1-1 0 0,-2-1 0 0 0,0 2 0 0 0,-1-1 1 0 0,-1 1-1 0 0,0 0 0 0 0,-14-19 1 0 0,17 27-12 0 0,-1 0 0 0 0,0 1 1 0 0,0-1-1 0 0,-1 1 0 0 0,0 0 1 0 0,0 1-1 0 0,-1 0 0 0 0,1 0 1 0 0,-1 1-1 0 0,-1 0 0 0 0,1 0 1 0 0,-1 1-1 0 0,0 0 0 0 0,0 0 1 0 0,0 1-1 0 0,0 0 0 0 0,-1 1 1 0 0,1 0-1 0 0,-1 0 0 0 0,1 1 1 0 0,-1 1-1 0 0,-15 0 0 0 0,19 0-150 0 0,1 1-1 0 0,0 0 1 0 0,0 0-1 0 0,1 0 0 0 0,-1 1 1 0 0,0 0-1 0 0,0 0 1 0 0,1 0-1 0 0,-1 0 1 0 0,1 1-1 0 0,-1 0 1 0 0,1 0-1 0 0,0 0 1 0 0,0 0-1 0 0,1 1 1 0 0,-1-1-1 0 0,-4 6 0 0 0,5-4-918 0 0,-1 1 0 0 0,1 0 0 0 0,0-1 0 0 0,0 1-1 0 0,0 0 1 0 0,1 0 0 0 0,0 0 0 0 0,-2 8-1 0 0,2 3-3158 0 0</inkml:trace>
</inkml:ink>
</file>

<file path=ppt/ink/ink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3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0 180 268 0 0,'45'-5'4661'0'0,"-37"2"-4301"0"0,0 0 0 0 0,-1 0 0 0 0,1-1 0 0 0,-1 0 0 0 0,1-1 0 0 0,-2 0 0 0 0,1 0 0 0 0,0 0 0 0 0,-1-1-1 0 0,0 0 1 0 0,0 0 0 0 0,-1 0 0 0 0,1-1 0 0 0,-2 0 0 0 0,1 0 0 0 0,-1 0 0 0 0,0-1 0 0 0,0 1 0 0 0,3-12 0 0 0,-6 18 904 0 0,-4 1-1245 0 0,1 0 0 0 0,0 1 0 0 0,-1-1 0 0 0,1 1 0 0 0,0 0 0 0 0,0 0 0 0 0,0 0 0 0 0,-1 0 1 0 0,1 0-1 0 0,0 0 0 0 0,1 0 0 0 0,-4 3 0 0 0,1-1 22 0 0,-1 1 6 0 0,0 0 0 0 0,0 1 0 0 0,1 0 0 0 0,0 0 0 0 0,0 0 0 0 0,0 0-1 0 0,0 1 1 0 0,1 0 0 0 0,0-1 0 0 0,0 1 0 0 0,1 0 0 0 0,-4 13 0 0 0,4-16-33 0 0,1 1 0 0 0,0-1 0 0 0,1 1 0 0 0,-1 0 0 0 0,0 0 0 0 0,1-1 0 0 0,0 1 0 0 0,0 0 1 0 0,0 0-1 0 0,1-1 0 0 0,-1 1 0 0 0,1 0 0 0 0,0-1 0 0 0,0 1 0 0 0,0 0 0 0 0,0-1 0 0 0,0 1 0 0 0,1-1 1 0 0,0 0-1 0 0,0 1 0 0 0,0-1 0 0 0,0 0 0 0 0,0 0 0 0 0,1 0 0 0 0,-1 0 0 0 0,1-1 0 0 0,0 1 0 0 0,0-1 1 0 0,0 0-1 0 0,0 1 0 0 0,0-1 0 0 0,0-1 0 0 0,4 3 0 0 0,0-1-7 0 0,0-1 0 0 0,0 0-1 0 0,-1 0 1 0 0,1-1 0 0 0,0 1-1 0 0,1-2 1 0 0,-1 1 0 0 0,0-1 0 0 0,0 0-1 0 0,0 0 1 0 0,0-1 0 0 0,0 0 0 0 0,0 0-1 0 0,0-1 1 0 0,0 1 0 0 0,0-2 0 0 0,7-2-1 0 0,-4 0 1 0 0,-1-1 1 0 0,0 1-1 0 0,0-2 0 0 0,0 1 0 0 0,-1-1 0 0 0,0 0 0 0 0,0-1 0 0 0,0 0 0 0 0,-1 0 0 0 0,-1-1 0 0 0,0 1 0 0 0,0-1 1 0 0,0-1-1 0 0,-1 1 0 0 0,0-1 0 0 0,-1 0 0 0 0,0 0 0 0 0,4-20 0 0 0,-7 27 3 0 0,0-1-1 0 0,0 0 1 0 0,0 0 0 0 0,-1 0-1 0 0,0 0 1 0 0,1 0 0 0 0,-1 0 0 0 0,-1 0-1 0 0,1 0 1 0 0,-1 0 0 0 0,1 0-1 0 0,-1 0 1 0 0,0 0 0 0 0,-3-7-1 0 0,3 10-19 0 0,0 1-4 0 0,-1-1 11 0 0,1 1 0 0 0,0 0 1 0 0,0 0-1 0 0,-1 0 0 0 0,1 0 0 0 0,0 0 0 0 0,0 1 0 0 0,-1-1 0 0 0,1 0 1 0 0,0 0-1 0 0,0 1 0 0 0,-1-1 0 0 0,1 1 0 0 0,0-1 0 0 0,0 1 0 0 0,0-1 1 0 0,0 1-1 0 0,0 0 0 0 0,0 0 0 0 0,0-1 0 0 0,0 1 0 0 0,0 0 0 0 0,0 0 1 0 0,1 0-1 0 0,-1 0 0 0 0,0 0 0 0 0,0 0 0 0 0,1 0 0 0 0,-2 2 0 0 0,2-1 1 0 0,0-1 1 0 0,-1 0 0 0 0,1 0-1 0 0,0 0 1 0 0,0 0 0 0 0,0-1 0 0 0,0 1-1 0 0,0 0 1 0 0,0 0 0 0 0,0 0-1 0 0,0 0 1 0 0,0-1 0 0 0,0 1-1 0 0,0 0 1 0 0,0 0 0 0 0,1 0 0 0 0,-1-1-1 0 0,0 1 1 0 0,1 0 0 0 0,-1 0-1 0 0,1-1 1 0 0,-1 1 0 0 0,1 0-1 0 0,-1 0 1 0 0,1-1 0 0 0,-1 1-1 0 0,1-1 1 0 0,0 2 0 0 0,18 19-41 0 0,140 92-118 0 0,-155-111 146 0 0,0 0 0 0 0,-1 0-1 0 0,1-1 1 0 0,0 1 0 0 0,0-1 0 0 0,1 1-1 0 0,-1-2 1 0 0,0 1 0 0 0,0 0-1 0 0,0-1 1 0 0,1 1 0 0 0,-1-1-1 0 0,0 0 1 0 0,1-1 0 0 0,-1 1 0 0 0,0-1-1 0 0,0 0 1 0 0,0 0 0 0 0,1 0-1 0 0,-1-1 1 0 0,0 1 0 0 0,-1-1-1 0 0,1 0 1 0 0,0 0 0 0 0,0 0 0 0 0,-1-1-1 0 0,1 1 1 0 0,-1-1 0 0 0,5-5-1 0 0,1 0 6 0 0,-1 0 1 0 0,0-1-1 0 0,-1-1 0 0 0,1 1 0 0 0,-2-1 0 0 0,1 0 0 0 0,-2-1 1 0 0,1 0-1 0 0,4-13 0 0 0,8-30 923 0 0,-18 52-400 0 0,2-5-244 0 0,-1 4-76 0 0,-1 6 987 0 0,-3 13-1101 0 0,1 0 1 0 0,1 0-1 0 0,1 0 0 0 0,0 0 1 0 0,1-1-1 0 0,0 1 1 0 0,2 0-1 0 0,5 23 0 0 0,0-9-3039 0 0</inkml:trace>
</inkml:ink>
</file>

<file path=ppt/ink/ink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3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51 112 0 0,'0'-16'1888'0'0,"0"3"-284"0"0,0 1 281 0 0,2 2-461 0 0</inkml:trace>
</inkml:ink>
</file>

<file path=ppt/ink/ink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4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0 300 0 0,'19'42'6287'0'0,"15"49"-2415"0"0,-34-90-3800 0 0,0 0 0 0 0,1 0 1 0 0,-1 0-1 0 0,0 1 0 0 0,1-1 0 0 0,-1 0 0 0 0,1 0 1 0 0,-1 0-1 0 0,1 0 0 0 0,-1-1 0 0 0,1 1 0 0 0,0 0 1 0 0,0 0-1 0 0,-1 0 0 0 0,1 0 0 0 0,0-1 1 0 0,0 1-1 0 0,0 0 0 0 0,0-1 0 0 0,0 1 0 0 0,0-1 1 0 0,0 1-1 0 0,0-1 0 0 0,0 1 0 0 0,0-1 0 0 0,0 0 1 0 0,2 1-1 0 0,-1-1-32 0 0,0-1-1 0 0,-1 0 1 0 0,1 1 0 0 0,0-1 0 0 0,-1 0 0 0 0,1 0 0 0 0,-1 0-1 0 0,1 0 1 0 0,-1 0 0 0 0,1 0 0 0 0,-1 0 0 0 0,0 0-1 0 0,0-1 1 0 0,1 1 0 0 0,0-3 0 0 0,5-6 48 0 0,0 0 0 0 0,-1-1-1 0 0,9-19 1 0 0,-5 13 91 0 0,-8 15-109 0 0,-1-1 0 0 0,1 1 0 0 0,-1-1 1 0 0,1 0-1 0 0,-1 1 0 0 0,0-1 1 0 0,0 0-1 0 0,0 0 0 0 0,0 0 0 0 0,0-3 1 0 0,1 12-65 0 0,0-1 1 0 0,1 0-1 0 0,0 1 1 0 0,-1-1-1 0 0,2 0 1 0 0,-1 0-1 0 0,1 0 1 0 0,-1-1 0 0 0,1 1-1 0 0,1-1 1 0 0,-1 0-1 0 0,0 0 1 0 0,1-1-1 0 0,0 1 1 0 0,6 2-1 0 0,-4-3-46 0 0,0 0-1 0 0,0-1 0 0 0,0 0 0 0 0,0-1 0 0 0,1 1 1 0 0,-1-1-1 0 0,1-1 0 0 0,-1 0 0 0 0,1 0 0 0 0,-1 0 1 0 0,1-1-1 0 0,-1 0 0 0 0,1 0 0 0 0,-1-1 0 0 0,0 0 1 0 0,1 0-1 0 0,-1-1 0 0 0,0 0 0 0 0,-1 0 0 0 0,1 0 1 0 0,-1-1-1 0 0,1 0 0 0 0,-1-1 0 0 0,0 1 1 0 0,0-1-1 0 0,-1 0 0 0 0,0-1 0 0 0,0 1 0 0 0,0-1 1 0 0,0 0-1 0 0,-1 0 0 0 0,6-12 0 0 0,-7 7 3672 0 0,-10 17-2929 0 0,6-5-702 0 0,0 0-1 0 0,0 1 0 0 0,1-1 1 0 0,-1 0-1 0 0,0 1 1 0 0,1-1-1 0 0,-1 1 0 0 0,1-1 1 0 0,0 0-1 0 0,0 1 1 0 0,-1-1-1 0 0,1 1 1 0 0,0-1-1 0 0,0 1 0 0 0,0-1 1 0 0,1 1-1 0 0,-1-1 1 0 0,0 1-1 0 0,0-1 1 0 0,1 0-1 0 0,-1 1 0 0 0,1-1 1 0 0,-1 1-1 0 0,2 1 1 0 0,4 7-684 0 0,9 9-134 0 0,-1-8-7821 0 0,-1-5 4502 0 0</inkml:trace>
</inkml:ink>
</file>

<file path=ppt/ink/ink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7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56 666 92 0 0,'108'-144'5163'0'0,"23"-36"-3101"0"0,-114 151-1670 0 0,-1-1 1 0 0,18-44-1 0 0,-30 63-282 0 0,5-11 140 0 0,-1 0 1 0 0,6-32 0 0 0,-13 49-175 0 0,0 0 1 0 0,0 0-1 0 0,-1 1 1 0 0,1-1-1 0 0,-1 0 1 0 0,0 0-1 0 0,-1 0 1 0 0,1 0 0 0 0,-1 0-1 0 0,0 0 1 0 0,0 0-1 0 0,-1 1 1 0 0,1-1-1 0 0,-1 0 1 0 0,0 1 0 0 0,0-1-1 0 0,-4-5 1 0 0,5 9-58 0 0,0 0 0 0 0,0 1 0 0 0,0-1 0 0 0,1 0 0 0 0,-1 1 0 0 0,0-1 0 0 0,0 1 0 0 0,0-1 0 0 0,0 1 0 0 0,0 0 1 0 0,0-1-1 0 0,-1 1 0 0 0,1 0 0 0 0,0 0 0 0 0,0-1 0 0 0,0 1 0 0 0,0 0 0 0 0,0 0 0 0 0,0 0 0 0 0,0 0 0 0 0,0 1 0 0 0,-1-1 0 0 0,1 0 1 0 0,0 0-1 0 0,0 1 0 0 0,0-1 0 0 0,0 0 0 0 0,0 1 0 0 0,0-1 0 0 0,0 1 0 0 0,0 0 0 0 0,0-1 0 0 0,1 1 0 0 0,-1 0 0 0 0,0-1 0 0 0,0 1 1 0 0,0 0-1 0 0,1 0 0 0 0,-1 0 0 0 0,-1 1 0 0 0,-29 40 353 0 0,12-7-128 0 0,1 1 0 0 0,2 1 0 0 0,-13 45 0 0 0,-26 121 496 0 0,55-202-735 0 0,-29 146 609 0 0,-13 183 0 0 0,-3 26 178 0 0,42-338-948 0 0,-1-1-1 0 0,0 0 0 0 0,-11 26 1 0 0,6-37-833 0 0,-13-26-10269 0 0</inkml:trace>
</inkml:ink>
</file>

<file path=ppt/ink/ink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7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1 145 272 0 0,'1'-4'250'0'0,"-1"-1"0"0"0,1 1 0 0 0,0-1 0 0 0,1 1 0 0 0,-1 0 0 0 0,1-1 1 0 0,0 1-1 0 0,0 0 0 0 0,0 0 0 0 0,1 0 0 0 0,0 0 0 0 0,-1 1 0 0 0,1-1 0 0 0,0 1 0 0 0,1 0 0 0 0,-1 0 0 0 0,0 0 0 0 0,1 0 0 0 0,0 0 0 0 0,0 1 0 0 0,0-1 1 0 0,8-2-1 0 0,11-6 52 0 0,0 1 1 0 0,46-13 0 0 0,-55 19-344 0 0,8 0-370 0 0,-2 0-3047 0 0,-7 1 1756 0 0</inkml:trace>
</inkml:ink>
</file>

<file path=ppt/ink/ink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8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1 456 0 0,'17'-1'2534'0'0,"-15"3"-2388"0"0,1-1 0 0 0,0 1 0 0 0,0-1 1 0 0,-1 1-1 0 0,1 0 0 0 0,-1 0 1 0 0,0 0-1 0 0,1 0 0 0 0,-1 1 0 0 0,0-1 1 0 0,0 1-1 0 0,0-1 0 0 0,-1 1 1 0 0,1-1-1 0 0,-1 1 0 0 0,1 0 0 0 0,-1 0 1 0 0,0 0-1 0 0,0 0 0 0 0,0 0 0 0 0,-1 0 1 0 0,1 0-1 0 0,-1 0 0 0 0,1 0 1 0 0,-1 0-1 0 0,0 5 0 0 0,0-1 82 0 0,0-1 1 0 0,0 0-1 0 0,0 0 0 0 0,-1 0 0 0 0,0 0 0 0 0,0 1 0 0 0,0-1 1 0 0,-1 0-1 0 0,0-1 0 0 0,0 1 0 0 0,-1 0 0 0 0,-4 8 1 0 0,6-13 163 0 0,6-17-225 0 0,2-1 0 0 0,0 2 1 0 0,0-1-1 0 0,2 1 1 0 0,0 0-1 0 0,1 0 1 0 0,16-19-1 0 0,-25 34-165 0 0,0-1-1 0 0,0 1 1 0 0,0 0-1 0 0,0-1 1 0 0,0 1-1 0 0,0 0 1 0 0,0-1-1 0 0,0 1 1 0 0,0 0-1 0 0,0 0 1 0 0,0 0-1 0 0,0 0 1 0 0,0 0-1 0 0,0 0 1 0 0,0 0-1 0 0,0 0 1 0 0,0 0-1 0 0,0 1 0 0 0,0-1 1 0 0,0 0-1 0 0,0 1 1 0 0,0-1-1 0 0,0 1 1 0 0,0-1-1 0 0,1 2 1 0 0,24 16 11 0 0,-20-13-5 0 0,1 0-4 0 0,-1-1 0 0 0,1-1 0 0 0,0 1 0 0 0,0-1 0 0 0,12 4-1 0 0,-16-6 6 0 0,0 0 0 0 0,1 0 0 0 0,-1 0-1 0 0,0-1 1 0 0,0 0 0 0 0,0 1 0 0 0,0-1-1 0 0,1 0 1 0 0,-1-1 0 0 0,0 1 0 0 0,0 0-1 0 0,0-1 1 0 0,0 0 0 0 0,1 0 0 0 0,4-2-1 0 0,-6 2 8 0 0,-2 0-13 0 0,1 1 0 0 0,-1 0 0 0 0,0-1 0 0 0,0 1 0 0 0,0-1 1 0 0,1 1-1 0 0,-1-1 0 0 0,0 1 0 0 0,0-1 0 0 0,0 1 0 0 0,0-1 1 0 0,0 1-1 0 0,0-1 0 0 0,0 0 0 0 0,0 1 0 0 0,0-1 0 0 0,0 1 0 0 0,0-1 1 0 0,0 1-1 0 0,0-1 0 0 0,0 1 0 0 0,0-1 0 0 0,-1 1 0 0 0,1-1 0 0 0,-1-1-17 0 0,0 1 3 0 0,0-1 0 0 0,0 0 0 0 0,0 0 0 0 0,-1 0 1 0 0,1 1-1 0 0,0-1 0 0 0,-1 1 0 0 0,1-1 0 0 0,-1 1 1 0 0,1 0-1 0 0,-1-1 0 0 0,0 1 0 0 0,1 0 0 0 0,-1 0 0 0 0,0 0 1 0 0,0 0-1 0 0,0 1 0 0 0,0-1 0 0 0,0 0 0 0 0,0 1 0 0 0,0-1 1 0 0,0 1-1 0 0,0 0 0 0 0,0 0 0 0 0,-4 0 0 0 0,-7 8-490 0 0,3-3-6052 0 0</inkml:trace>
</inkml:ink>
</file>

<file path=ppt/ink/ink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92 0 0,'5'5'726'0'0,"0"1"0"0"0,-1 0 0 0 0,0 0 0 0 0,0 1 1 0 0,0-1-1 0 0,-1 1 0 0 0,0 0 0 0 0,0 0 0 0 0,-1 0 0 0 0,0 0 0 0 0,2 12 0 0 0,16-40-541 0 0,-6 8 17 0 0,-12 10-134 0 0,-1 1 0 0 0,1-1 0 0 0,0 1 0 0 0,-1 0 0 0 0,1 0 0 0 0,0 0 0 0 0,0 0 0 0 0,1 0 0 0 0,-1 0 0 0 0,0 1 0 0 0,1-1 0 0 0,-1 1 1 0 0,1 0-1 0 0,-1-1 0 0 0,1 1 0 0 0,-1 0 0 0 0,1 0 0 0 0,0 1 0 0 0,0-1 0 0 0,-1 1 0 0 0,1-1 0 0 0,0 1 0 0 0,0 0 0 0 0,0 0 0 0 0,0 0 1 0 0,-1 0-1 0 0,6 2 0 0 0,-5-2 38 0 0,34 6 581 0 0,-18-5-862 0 0,16-2-6646 0 0</inkml:trace>
</inkml:ink>
</file>

<file path=ppt/ink/ink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9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51 13153 0 0,'43'-48'1413'0'0,"-42"46"-1181"0"0,1 5-91 0 0,0 2-77 0 0,1 0 0 0 0,-1 1 0 0 0,-1-1 0 0 0,1 0 0 0 0,-1 1 0 0 0,0-1 0 0 0,0 1 0 0 0,0 0 0 0 0,-1 10 0 0 0,-5 63 310 0 0,1-33-214 0 0,-17 126 194 0 0,3-34-131 0 0,15-107-726 0 0,-2-1 0 0 0,-1 0 1 0 0,-15 46-1 0 0,15-66-538 0 0,1-2-1030 0 0</inkml:trace>
</inkml:ink>
</file>

<file path=ppt/ink/ink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19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0 528 112 0 0,'118'-45'3483'0'0,"-61"21"-2691"0"0,-1-2 0 0 0,93-59 0 0 0,-136 76-660 0 0,-1-1 1 0 0,0 0-1 0 0,0-1 0 0 0,-2 0 0 0 0,1-1 0 0 0,-1 0 1 0 0,-1-1-1 0 0,0 0 0 0 0,0 0 0 0 0,8-19 0 0 0,-14 25 12 0 0,0 1 0 0 0,-1-1 0 0 0,0 0 0 0 0,0 0 0 0 0,0 1 0 0 0,-1-1 0 0 0,0 0 0 0 0,0-1 0 0 0,0 1-1 0 0,-1 0 1 0 0,0 0 0 0 0,-1 0 0 0 0,0 0 0 0 0,0 0 0 0 0,0 0 0 0 0,-1 0 0 0 0,0 0 0 0 0,0 1 0 0 0,-1-1-1 0 0,0 0 1 0 0,0 1 0 0 0,0 0 0 0 0,-1 0 0 0 0,-8-11 0 0 0,9 15-9 0 0,1 0 0 0 0,-1 0 0 0 0,0 0 0 0 0,0 0 0 0 0,0 0 0 0 0,0 0 0 0 0,0 1 0 0 0,0-1 0 0 0,0 1 0 0 0,-7-2 0 0 0,9 3 112 0 0,-30 22 449 0 0,23-7-554 0 0,0 1-1 0 0,1 0 1 0 0,1 1 0 0 0,0 0-1 0 0,1-1 1 0 0,1 2-1 0 0,1-1 1 0 0,-2 28 0 0 0,3 144 569 0 0,2-178-661 0 0,16 171 406 0 0,-16-180-439 0 0,1 0-1 0 0,-1 0 0 0 0,1 1 0 0 0,-1-1 0 0 0,1 0 0 0 0,0 0 0 0 0,0 0 0 0 0,0 0 0 0 0,0 0 0 0 0,0 0 0 0 0,0-1 1 0 0,1 1-1 0 0,-1 0 0 0 0,4 3 0 0 0,-1-6-11 0 0,0 0 0 0 0,0-1 0 0 0,-1 1 1 0 0,1-1-1 0 0,0 1 0 0 0,0-1 0 0 0,-1 0 0 0 0,1 0 1 0 0,-1-1-1 0 0,0 1 0 0 0,5-5 0 0 0,-4 3-10 0 0,1 1 0 0 0,0-1 0 0 0,0 1 0 0 0,0 0 0 0 0,0 0 0 0 0,1 0 0 0 0,9-2 0 0 0,2 3 3 0 0,-1 0 0 0 0,1 2 0 0 0,0 0-1 0 0,22 3 1 0 0,-19-1-4 0 0,1-1 0 0 0,40-3 0 0 0,-58 2 8 0 0,13-1-14 0 0,0-1-1 0 0,0 0 1 0 0,0-2 0 0 0,0 0 0 0 0,-1 0 0 0 0,1-1 0 0 0,-1-1 0 0 0,-1-1 0 0 0,22-12 0 0 0,-23 6-2437 0 0,-7 23-4256 0 0</inkml:trace>
</inkml:ink>
</file>

<file path=ppt/ink/ink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2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289 131 11413 0 0,'2'-17'367'0'0,"-2"0"-1"0"0,1-1 0 0 0,-2 1 1 0 0,0-1-1 0 0,-6-23 1 0 0,7 39 274 0 0,1 9-488 0 0,5 51 171 0 0,-5 105-1 0 0,-2-83-173 0 0,2-28-72 0 0,0-22-16 0 0,-1-1 1 0 0,-5 36-1 0 0,6-64-55 0 0,-1 1 0 0 0,0 0 1 0 0,0 0-1 0 0,-1 0 0 0 0,1 0 0 0 0,0 0 0 0 0,-1 0 1 0 0,1 0-1 0 0,-1-1 0 0 0,1 1 0 0 0,-1 0 1 0 0,0 0-1 0 0,0-1 0 0 0,0 1 0 0 0,0 0 0 0 0,-1 1 1 0 0,-6-29-10 0 0,-7-23 20 0 0,13 45-17 0 0,0 0-1 0 0,-1 1 0 0 0,1-1 0 0 0,-1 1 1 0 0,0 0-1 0 0,0 0 0 0 0,0 0 0 0 0,-1 0 1 0 0,1 1-1 0 0,-1-1 0 0 0,1 1 0 0 0,-1 0 1 0 0,0 0-1 0 0,0 0 0 0 0,0 0 0 0 0,0 1 1 0 0,0 0-1 0 0,0-1 0 0 0,0 1 0 0 0,0 1 1 0 0,-1-1-1 0 0,1 1 0 0 0,0 0 0 0 0,-1 0 0 0 0,1 0 1 0 0,0 0-1 0 0,0 1 0 0 0,-1 0 0 0 0,1 0 1 0 0,0 0-1 0 0,0 0 0 0 0,0 0 0 0 0,0 1 1 0 0,0 0-1 0 0,-6 3 0 0 0,2 0-3 0 0,0-1 0 0 0,0 1-1 0 0,0 1 1 0 0,0-1 0 0 0,1 2 0 0 0,-1-1-1 0 0,2 1 1 0 0,-1 0 0 0 0,1 0 0 0 0,0 0-1 0 0,0 1 1 0 0,1 0 0 0 0,0 0 0 0 0,1 1-1 0 0,-6 13 1 0 0,9-19 3 0 0,0-1 0 0 0,0 1 0 0 0,1 0-1 0 0,-1 0 1 0 0,1-1 0 0 0,0 1 0 0 0,-1 0 0 0 0,1 0-1 0 0,0 0 1 0 0,1-1 0 0 0,-1 1 0 0 0,0 0 0 0 0,1 0-1 0 0,0-1 1 0 0,-1 1 0 0 0,1 0 0 0 0,0-1 0 0 0,0 1-1 0 0,1 0 1 0 0,-1-1 0 0 0,2 3 0 0 0,0-2-2 0 0,0 0 1 0 0,0-1 0 0 0,0 1-1 0 0,0-1 1 0 0,1 0-1 0 0,-1 0 1 0 0,0 0 0 0 0,1 0-1 0 0,0-1 1 0 0,-1 1-1 0 0,1-1 1 0 0,0 0-1 0 0,5 1 1 0 0,7 1-9 0 0,0-2 1 0 0,0 0-1 0 0,0 0 1 0 0,0-2-1 0 0,0 0 0 0 0,18-3 1 0 0,12-7-108 0 0,0-2-1 0 0,-1-2 1 0 0,0-1 0 0 0,-1-3 0 0 0,68-40-1 0 0,-110 58 113 0 0,1-1-1 0 0,-1 1 0 0 0,0 0 0 0 0,1 0 1 0 0,-1 0-1 0 0,1 0 0 0 0,0 0 1 0 0,-1 0-1 0 0,1 1 0 0 0,0-1 0 0 0,4 1 1 0 0,-6 0 4 0 0,0 0 0 0 0,0 0 0 0 0,-1 1 0 0 0,1-1 0 0 0,0 0 0 0 0,-1 0 0 0 0,1 1 0 0 0,0-1 0 0 0,-1 1 0 0 0,1-1 1 0 0,0 1-1 0 0,-1-1 0 0 0,1 1 0 0 0,-1-1 0 0 0,1 1 0 0 0,-1-1 0 0 0,1 1 0 0 0,-1 0 0 0 0,0-1 0 0 0,1 2 0 0 0,4 30-101 0 0,-4-29-592 0 0,-1 19 167 0 0,-3-10-7451 0 0</inkml:trace>
</inkml:ink>
</file>

<file path=ppt/ink/ink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3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0 105 832 0 0,'0'-21'1084'0'0,"0"12"960"0"0,0-8-303 0 0,2 2-317 0 0,-1 0-300 0 0,5 5-644 0 0,0 5 68 0 0,6 0-580 0 0,2-1-820 0 0,-3 5-3465 0 0</inkml:trace>
</inkml:ink>
</file>

<file path=ppt/ink/ink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3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0 1104 0 0,'-43'5'5356'0'0,"41"-5"-5198"0"0,0 1 0 0 0,0-1 0 0 0,1 1 1 0 0,-1 0-1 0 0,0 0 0 0 0,1 0 0 0 0,-1 0 0 0 0,0 0 1 0 0,1 0-1 0 0,-1 0 0 0 0,1 1 0 0 0,0-1 0 0 0,-1 0 1 0 0,1 1-1 0 0,0-1 0 0 0,0 1 0 0 0,0 0 0 0 0,0-1 1 0 0,0 1-1 0 0,0 0 0 0 0,1 0 0 0 0,-1-1 0 0 0,0 1 0 0 0,1 0 1 0 0,-1 0-1 0 0,1 2 0 0 0,0 0-28 0 0,1 0-1 0 0,0 0 1 0 0,0-1-1 0 0,0 1 1 0 0,0 0 0 0 0,1-1-1 0 0,0 1 1 0 0,-1-1-1 0 0,1 0 1 0 0,0 1-1 0 0,1-1 1 0 0,-1 0 0 0 0,5 5-1 0 0,-6-8-114 0 0,8 10 204 0 0,0 1 1 0 0,-1 0 0 0 0,0 0-1 0 0,-1 0 1 0 0,10 21 0 0 0,-17-30-192 0 0,1 1 1 0 0,0-1 0 0 0,0 0 0 0 0,-1 1 0 0 0,1-1 0 0 0,-1 0 0 0 0,0 1 0 0 0,0-1-1 0 0,0 1 1 0 0,0-1 0 0 0,0 0 0 0 0,0 1 0 0 0,-1-1 0 0 0,1 0 0 0 0,-1 1 0 0 0,1-1-1 0 0,-2 3 1 0 0,0-3-8 0 0,0 1-1 0 0,0-1 1 0 0,0 0 0 0 0,0 0-1 0 0,0 0 1 0 0,0 0-1 0 0,0 0 1 0 0,-1 0-1 0 0,1-1 1 0 0,-1 1-1 0 0,0-1 1 0 0,1 1 0 0 0,-1-1-1 0 0,0 0 1 0 0,0 0-1 0 0,1-1 1 0 0,-7 2-1 0 0,5 0-156 0 0,-1-1-1 0 0,0 1 1 0 0,0-1-1 0 0,0 0 0 0 0,0-1 1 0 0,0 1-1 0 0,0-1 0 0 0,-1 0 1 0 0,1 0-1 0 0,0 0 1 0 0,0-1-1 0 0,0 0 0 0 0,0 0 1 0 0,0 0-1 0 0,0-1 1 0 0,1 0-1 0 0,-1 1 0 0 0,0-2 1 0 0,-6-3-1 0 0,9-2-1590 0 0,1 2-3028 0 0</inkml:trace>
</inkml:ink>
</file>

<file path=ppt/ink/ink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3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1528 0 0,'0'0'1610'0'0,"7"-18"9540"0"0,6 62-10197 0 0,-2 0 0 0 0,-2 1 0 0 0,-1 1 1 0 0,1 69-1 0 0,-8-102-963 0 0,0 1 0 0 0,-2 0 0 0 0,0 0 0 0 0,0 0 0 0 0,-1 0 0 0 0,-4 13 0 0 0,-7 8-3500 0 0,-6-1-5117 0 0,15-26 4776 0 0</inkml:trace>
</inkml:ink>
</file>

<file path=ppt/ink/ink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4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12 102 1052 0 0,'-2'-3'903'0'0,"1"0"-1"0"0,-1 1 1 0 0,1-1-1 0 0,0 0 1 0 0,0 0-1 0 0,0 1 1 0 0,0-1-1 0 0,1 0 1 0 0,-1-4 0 0 0,8 1-566 0 0,0 1 1 0 0,0 0 0 0 0,0 0-1 0 0,1 1 1 0 0,0-1 0 0 0,0 2-1 0 0,0-1 1 0 0,17-4-1 0 0,27-5-1791 0 0,-3 5-4569 0 0,-27 5 2852 0 0</inkml:trace>
</inkml:ink>
</file>

<file path=ppt/ink/ink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4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34 432 0 0,'1'-1'171'0'0,"0"-1"-1"0"0,0 1 1 0 0,0-1-1 0 0,0 1 1 0 0,0 0 0 0 0,0 0-1 0 0,1-1 1 0 0,-1 1-1 0 0,0 0 1 0 0,1 0 0 0 0,-1 0-1 0 0,1 0 1 0 0,-1 0-1 0 0,1 1 1 0 0,-1-1 0 0 0,1 0-1 0 0,0 1 1 0 0,-1-1-1 0 0,1 1 1 0 0,0 0 0 0 0,-1-1-1 0 0,1 1 1 0 0,0 0-1 0 0,0 0 1 0 0,-1 0 0 0 0,1 0-1 0 0,0 0 1 0 0,0 1-1 0 0,-1-1 1 0 0,1 0 0 0 0,0 1-1 0 0,-1-1 1 0 0,1 1-1 0 0,0 0 1 0 0,-1 0 0 0 0,1-1-1 0 0,-1 1 1 0 0,1 0-1 0 0,-1 0 1 0 0,0 0 0 0 0,1 1-1 0 0,0 0 1 0 0,1 1-53 0 0,-1-1 0 0 0,1 1 1 0 0,-1 0-1 0 0,0-1 1 0 0,0 1-1 0 0,0 0 0 0 0,0 0 1 0 0,-1 0-1 0 0,1 1 0 0 0,-1-1 1 0 0,0 0-1 0 0,0 1 0 0 0,0-1 1 0 0,0 1-1 0 0,-1-1 0 0 0,1 0 1 0 0,-1 1-1 0 0,0 0 1 0 0,0-1-1 0 0,0 1 0 0 0,-2 4 1 0 0,-1 13 1148 0 0,12-33-494 0 0,21-25-549 0 0,-18 27-236 0 0,-1 0 136 0 0,1 1 0 0 0,0 0 0 0 0,0 1 0 0 0,24-12 0 0 0,-34 19-73 0 0,0 0 1 0 0,1 0 0 0 0,-1 0-1 0 0,1 1 1 0 0,0-1 0 0 0,-1 0-1 0 0,1 1 1 0 0,-1 0 0 0 0,1 0-1 0 0,0-1 1 0 0,-1 2 0 0 0,1-1-1 0 0,0 0 1 0 0,-1 0 0 0 0,1 1-1 0 0,0 0 1 0 0,-1-1 0 0 0,1 1-1 0 0,-1 0 1 0 0,1 0 0 0 0,-1 0-1 0 0,0 1 1 0 0,1-1 0 0 0,-1 1-1 0 0,0-1 1 0 0,0 1 0 0 0,0 0-1 0 0,0-1 1 0 0,0 1 0 0 0,0 0-1 0 0,-1 0 1 0 0,3 3 0 0 0,-3-3-17 0 0,-1 0 1 0 0,1 1-1 0 0,0-1 1 0 0,-1 0-1 0 0,1 0 1 0 0,-1 0-1 0 0,0 1 1 0 0,0-1-1 0 0,1 0 1 0 0,-2 1-1 0 0,1-1 1 0 0,0 0-1 0 0,0 0 1 0 0,-1 1-1 0 0,1-1 1 0 0,-1 0 0 0 0,0 0-1 0 0,0 0 1 0 0,-1 3-1 0 0,0-1-182 0 0,0 1 0 0 0,0-1 0 0 0,0 1-1 0 0,-1-1 1 0 0,0 0 0 0 0,0 0 0 0 0,0 0 0 0 0,-6 5 0 0 0,-10 3-1741 0 0,6-7-4374 0 0,2-2 2785 0 0</inkml:trace>
</inkml:ink>
</file>

<file path=ppt/ink/ink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4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33 56 0 0,'9'-33'12562'0'0,"-6"37"-12206"0"0,0 1-1 0 0,-1-1 0 0 0,0 0 0 0 0,0 1 0 0 0,0 0 0 0 0,2 8 0 0 0,6 25 308 0 0,-1 1 0 0 0,-2 1 1 0 0,-3 0-1 0 0,0 0 0 0 0,-3 0 0 0 0,-5 61 0 0 0,3-81-499 0 0,-1 0 0 0 0,-2-1-1 0 0,1 1 1 0 0,-2-1-1 0 0,-1 0 1 0 0,0-1-1 0 0,-1 1 1 0 0,-13 21 0 0 0,12-25 133 0 0,15-20-186 0 0,28-31-159 0 0,-16 17 42 0 0,-7 7-58 0 0,1 0-1 0 0,1 1 0 0 0,0 1 1 0 0,0 0-1 0 0,1 1 0 0 0,0 1 1 0 0,1 0-1 0 0,0 1 0 0 0,0 0 1 0 0,0 2-1 0 0,23-6 0 0 0,-36 11 54 0 0,-1-1-1 0 0,0 1 1 0 0,0 0-1 0 0,0 0 1 0 0,0 0-1 0 0,1 0 0 0 0,-1 0 1 0 0,0 0-1 0 0,0 0 1 0 0,0 1-1 0 0,1-1 1 0 0,-1 1-1 0 0,0 0 1 0 0,0 0-1 0 0,0-1 1 0 0,0 1-1 0 0,0 0 1 0 0,0 1-1 0 0,-1-1 1 0 0,4 2-1 0 0,-4-1 4 0 0,0 0-1 0 0,0-1 1 0 0,-1 1-1 0 0,1-1 1 0 0,0 1-1 0 0,-1 0 1 0 0,1-1-1 0 0,-1 1 1 0 0,0 0-1 0 0,0 0 1 0 0,1-1-1 0 0,-1 1 1 0 0,0 0 0 0 0,-1 0-1 0 0,1 0 1 0 0,0-1-1 0 0,0 1 1 0 0,-1 0-1 0 0,0 2 1 0 0,-2 3-1 0 0,1 0 1 0 0,-1-1-1 0 0,0 1 1 0 0,-1-1-1 0 0,1 0 0 0 0,-1 0 1 0 0,0-1-1 0 0,-1 1 1 0 0,0-1-1 0 0,1 0 1 0 0,-9 7-1 0 0,-3-2 17 0 0,-1-1 0 0 0,0 0 0 0 0,0-1 0 0 0,-1-1 0 0 0,-26 8-1 0 0,-9 2-18 0 0,52-16-89 0 0,-1 0 1 0 0,1-1-1 0 0,-1 1 1 0 0,1-1 0 0 0,-1 0-1 0 0,0 1 1 0 0,1-1 0 0 0,-1 0-1 0 0,0 0 1 0 0,1 0-1 0 0,-1 0 1 0 0,1 0 0 0 0,-1-1-1 0 0,0 1 1 0 0,1 0 0 0 0,-1-1-1 0 0,1 1 1 0 0,-1-1-1 0 0,1 0 1 0 0,-1 1 0 0 0,1-1-1 0 0,-1 0 1 0 0,1 0 0 0 0,0 0-1 0 0,-3-2 1 0 0,-4-7-3269 0 0,3-1-3400 0 0</inkml:trace>
</inkml:ink>
</file>

<file path=ppt/ink/ink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5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0 481 920 0 0,'0'0'8479'0'0,"14"20"-5435"0"0,-18 27-587 0 0,4-45-2227 0 0,5 23 929 0 0,-3-24-1137 0 0,-1-1 0 0 0,0 0 0 0 0,1 1 0 0 0,-1-1 0 0 0,1 0-1 0 0,-1 0 1 0 0,1 0 0 0 0,-1 0 0 0 0,1 0 0 0 0,-1 0-1 0 0,0 0 1 0 0,1-1 0 0 0,-1 1 0 0 0,1 0 0 0 0,-1-1 0 0 0,0 1-1 0 0,1-1 1 0 0,1-1 0 0 0,35-18 198 0 0,-6 3-103 0 0,-31 17-106 0 0,29 10-17 0 0,-23-6-6 0 0,2-1 0 0 0,-1 1 0 0 0,0-1 0 0 0,1 0 0 0 0,0-1 0 0 0,-1 0 0 0 0,1-1 0 0 0,0 1 0 0 0,0-2 0 0 0,0 1 0 0 0,0-1 0 0 0,0-1 0 0 0,0 1 0 0 0,0-2 0 0 0,0 1 0 0 0,-1-1 0 0 0,1 0 0 0 0,9-5 0 0 0,-8 3-11 0 0,0-2 0 0 0,0 0 1 0 0,-1 0-1 0 0,0 0 0 0 0,0-1 0 0 0,0-1 0 0 0,-1 1 0 0 0,0-2 0 0 0,-1 1 1 0 0,0-1-1 0 0,0 0 0 0 0,0 0 0 0 0,4-11 0 0 0,11-19 10 0 0,-2 0 1 0 0,-2-2-1 0 0,-2 0 0 0 0,-1-1 0 0 0,-3 0 1 0 0,15-86-1 0 0,-26 121 18 0 0,0 2 11 0 0,-1 0 0 0 0,1-1 0 0 0,-1 1 1 0 0,0 0-1 0 0,0 0 0 0 0,0-1 0 0 0,-1 1 0 0 0,0 0 0 0 0,-2-7 0 0 0,3 10 261 0 0,-5 4-137 0 0,-2 4-97 0 0,1-1 1 0 0,0 1-1 0 0,0-1 1 0 0,0 2 0 0 0,1-1-1 0 0,0 1 1 0 0,0 0-1 0 0,0 0 1 0 0,1 0 0 0 0,0 0-1 0 0,1 1 1 0 0,0 0 0 0 0,0-1-1 0 0,0 1 1 0 0,1 0-1 0 0,-2 13 1 0 0,0 2 31 0 0,0 1 0 0 0,1-1 0 0 0,2 1 0 0 0,2 45 0 0 0,0-57-63 0 0,0 0 0 0 0,1 0 1 0 0,1-1-1 0 0,0 1 1 0 0,1-1-1 0 0,0 0 0 0 0,1 0 1 0 0,0 0-1 0 0,0 0 1 0 0,1-1-1 0 0,1 0 0 0 0,8 11 1 0 0,-11-17-4 0 0,0 1 0 0 0,1-1 1 0 0,0 0-1 0 0,-1-1 0 0 0,1 1 0 0 0,0-1 1 0 0,1 0-1 0 0,-1 0 0 0 0,1 0 0 0 0,-1-1 1 0 0,1 0-1 0 0,0 0 0 0 0,0 0 0 0 0,-1-1 1 0 0,1 0-1 0 0,1 0 0 0 0,-1 0 1 0 0,0-1-1 0 0,0 0 0 0 0,0 0 0 0 0,0-1 1 0 0,0 0-1 0 0,0 0 0 0 0,0 0 0 0 0,9-3 1 0 0,27-12 1460 0 0,-40 15-655 0 0,-8 1-2461 0 0,-16-1 642 0 0,16 0-251 0 0,-9 6-2011 0 0</inkml:trace>
</inkml:ink>
</file>

<file path=ppt/ink/ink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5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49 504 0 0,'0'-13'2400'0'0,"2"2"1781"0"0,-2-4-1453 0 0,6 6-2228 0 0,7 9-3232 0 0</inkml:trace>
</inkml:ink>
</file>

<file path=ppt/ink/ink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6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50 592 0 0,'-64'-44'13081'0'0,"63"43"-12068"0"0,0 1-967 0 0,1-1 0 0 0,-1 1-1 0 0,1-1 1 0 0,-1 1 0 0 0,1 0 0 0 0,-1-1-1 0 0,1 1 1 0 0,-1 0 0 0 0,1-1 0 0 0,-1 1-1 0 0,0 0 1 0 0,1 0 0 0 0,-1 0 0 0 0,1-1-1 0 0,-1 1 1 0 0,0 0 0 0 0,1 0 0 0 0,-1 0-1 0 0,0 0 1 0 0,1 0 0 0 0,-1 0 0 0 0,1 0-1 0 0,-1 1 1 0 0,0-1 0 0 0,1 0 0 0 0,-1 0 0 0 0,1 0-1 0 0,-1 0 1 0 0,0 1 0 0 0,1-1 0 0 0,-1 0-1 0 0,0 1 1 0 0,-24 8 605 0 0,14-3-497 0 0,0 0 0 0 0,0 1 0 0 0,1 0-1 0 0,-1 0 1 0 0,2 1 0 0 0,-1 0 0 0 0,1 1 0 0 0,1 0 0 0 0,-1 1 0 0 0,2 0 0 0 0,-1 0 0 0 0,1 1 0 0 0,1-1-1 0 0,0 1 1 0 0,0 1 0 0 0,-3 12 0 0 0,8-23-148 0 0,0 0 0 0 0,1 0 0 0 0,-1 1 0 0 0,1-1 0 0 0,-1 0 0 0 0,1 0 0 0 0,0 1 0 0 0,-1-1 1 0 0,1 0-1 0 0,0 1 0 0 0,0-1 0 0 0,0 0 0 0 0,0 0 0 0 0,0 1 0 0 0,0-1 0 0 0,1 0 0 0 0,-1 1 0 0 0,0-1 0 0 0,1 0 0 0 0,-1 1 0 0 0,1-1 0 0 0,-1 0 0 0 0,1 0 0 0 0,-1 0 0 0 0,1 0 0 0 0,1 2 0 0 0,0-2-2 0 0,-1 0 0 0 0,1 0-1 0 0,0-1 1 0 0,-1 1 0 0 0,1-1-1 0 0,0 1 1 0 0,0-1 0 0 0,0 1 0 0 0,-1-1-1 0 0,1 0 1 0 0,0 0 0 0 0,0 0-1 0 0,0 0 1 0 0,0 0 0 0 0,0 0-1 0 0,1-1 1 0 0,9-1 12 0 0,-1-1-1 0 0,0 0 1 0 0,1-1 0 0 0,14-8-1 0 0,66-44 0 0 0,-23 11-10 0 0,-14 11 2 0 0,-54 33-1 0 0,1 1-5 0 0,-1 1 0 0 0,0-1 0 0 0,0 1 0 0 0,0-1 0 0 0,0 1 0 0 0,0-1 0 0 0,0 1 0 0 0,1 0 0 0 0,-2-1 0 0 0,1 1 0 0 0,0 0 0 0 0,0 0 0 0 0,0 0 0 0 0,0 0 0 0 0,0 0 0 0 0,-1 0 0 0 0,1 0 0 0 0,0 0 0 0 0,-1 0 0 0 0,1 0 0 0 0,-1 0 0 0 0,1 1 0 0 0,-1-1 0 0 0,0 0 0 0 0,1 0 0 0 0,-1 0 0 0 0,0 1 0 0 0,0-1 0 0 0,0 0 0 0 0,0 0 0 0 0,0 2 0 0 0,2 7 15 0 0,-2-8-44 0 0,-2 22 9 0 0,2-22 12 0 0,0-2-28 0 0,-1 0 35 0 0,1 0 1 0 0,0 1 0 0 0,0-1 0 0 0,0 0 0 0 0,1 1 0 0 0,-1-1-1 0 0,0 0 1 0 0,0 0 0 0 0,0 1 0 0 0,0-1 0 0 0,0 0-1 0 0,0 1 1 0 0,0-1 0 0 0,0 0 0 0 0,1 0 0 0 0,-1 1 0 0 0,0-1-1 0 0,0 0 1 0 0,0 0 0 0 0,0 0 0 0 0,1 1 0 0 0,-1-1 0 0 0,0 0-1 0 0,0 0 1 0 0,1 0 0 0 0,-1 1 0 0 0,0-1 0 0 0,0 0-1 0 0,1 0 1 0 0,-1 0 0 0 0,0 0 0 0 0,0 0 0 0 0,1 0 0 0 0,-1 0-1 0 0,0 0 1 0 0,1 0 0 0 0,-1 0 0 0 0,0 0 0 0 0,0 0 0 0 0,1 0-1 0 0,-1 0 1 0 0,87-31-12 0 0,-85 30-1 0 0,34 13-12233 0 0,-20-16 8012 0 0</inkml:trace>
</inkml:ink>
</file>

<file path=ppt/ink/ink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6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51 11881 0 0,'-41'-14'2585'0'0,"40"14"-2160"0"0,-1-2 124 0 0,1 2-527 0 0,1 0 1 0 0,0 0-1 0 0,0 0 1 0 0,0 0-1 0 0,0 0 1 0 0,-1 0-1 0 0,1 0 1 0 0,0 0 0 0 0,0 0-1 0 0,0 0 1 0 0,-1 0-1 0 0,1 0 1 0 0,0-1-1 0 0,0 1 1 0 0,0 0-1 0 0,0 0 1 0 0,-1 0-1 0 0,1 0 1 0 0,0 0 0 0 0,0 0-1 0 0,0 0 1 0 0,0-1-1 0 0,0 1 1 0 0,-1 0-1 0 0,1 0 1 0 0,0 0-1 0 0,0 0 1 0 0,0 0-1 0 0,0-1 1 0 0,0 1-1 0 0,0 0 1 0 0,0 0 0 0 0,0 0-1 0 0,0-1 1 0 0,0 1-1 0 0,0 0 1 0 0,0 0-1 0 0,0 0 1 0 0,0-1-1 0 0,0 1 1 0 0,0 0-1 0 0,0 0 1 0 0,0 0-1 0 0,0 0 1 0 0,0-1 0 0 0,0 1-1 0 0,0 0 1 0 0,0 0-1 0 0,0 0 1 0 0,0-1-1 0 0,0 1 1 0 0,0 0-1 0 0,1 0 1 0 0,8-5 28 0 0,0 2 0 0 0,0-1 0 0 0,1 1 1 0 0,-1 1-1 0 0,1-1 0 0 0,0 2 0 0 0,19-2 0 0 0,42 1-2970 0 0,-17 1-3814 0 0,-16 1 2563 0 0</inkml:trace>
</inkml:ink>
</file>

<file path=ppt/ink/ink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7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83 1324 0 0,'0'0'1286'0'0,"-30"-7"5319"0"0,22 9-6177 0 0,1-1 0 0 0,-1 1 0 0 0,0 0 0 0 0,1 0 0 0 0,-1 1 0 0 0,1 0 0 0 0,0 0 0 0 0,-9 6 0 0 0,12-7-264 0 0,0 1 1 0 0,0-1 0 0 0,0 1-1 0 0,1 0 1 0 0,-1 0 0 0 0,1 1-1 0 0,-1-1 1 0 0,1 1 0 0 0,0 0-1 0 0,0 0 1 0 0,1 0 0 0 0,-1 0-1 0 0,1 0 1 0 0,0 0 0 0 0,-2 7-1 0 0,4-10 15 0 0,12 21 292 0 0,-5-19-449 0 0,0-1 0 0 0,-1 0 0 0 0,1 0 0 0 0,0-1 0 0 0,0 0-1 0 0,0 0 1 0 0,0-1 0 0 0,0 0 0 0 0,0 0 0 0 0,0 0 0 0 0,0-1-1 0 0,0 0 1 0 0,0 0 0 0 0,11-4 0 0 0,0-1-67 0 0,1 0-1 0 0,-2-1 1 0 0,1-1 0 0 0,19-12 0 0 0,-23 10 54 0 0,-1 0 0 0 0,0 0 0 0 0,-1-2 1 0 0,0 1-1 0 0,0-2 0 0 0,-2 1 0 0 0,11-16 0 0 0,-13 17 95 0 0,-5 7-31 0 0,-1 1-1 0 0,1 0 0 0 0,0 0 1 0 0,0 0-1 0 0,1 0 0 0 0,-1 0 1 0 0,6-3-1 0 0,-6 43 57 0 0,-6 10-113 0 0,-2-1-1 0 0,-2 0 1 0 0,-3 0-1 0 0,-1-1 1 0 0,-2 0 0 0 0,-2-1-1 0 0,-2 0 1 0 0,-36 66-1 0 0,23-56-155 0 0,-60 82-1 0 0,71-112 83 0 0,0-1 0 0 0,-1-1 0 0 0,-2-1 0 0 0,0-1-1 0 0,-34 25 1 0 0,48-41 70 0 0,1 1 0 0 0,-1-1 0 0 0,0-1 0 0 0,0 1 0 0 0,-8 1 0 0 0,13-4 21 0 0,1 0-1 0 0,-1 0 0 0 0,0 0 0 0 0,1-1 1 0 0,-1 0-1 0 0,0 1 0 0 0,0-1 0 0 0,1 0 1 0 0,-1 0-1 0 0,0-1 0 0 0,0 1 0 0 0,0 0 1 0 0,1-1-1 0 0,-1 0 0 0 0,0 0 0 0 0,1 0 0 0 0,-1 0 1 0 0,-2-1-1 0 0,4 1-10 0 0,0 0 0 0 0,0-1 0 0 0,0 1-1 0 0,0 0 1 0 0,0 0 0 0 0,1-1 0 0 0,-1 1 0 0 0,0-1 0 0 0,1 1 0 0 0,-1 0 0 0 0,1-1 0 0 0,-1 1-1 0 0,1-1 1 0 0,0 1 0 0 0,0-1 0 0 0,0 1 0 0 0,-1-1 0 0 0,1 1 0 0 0,1-1 0 0 0,-1 1-1 0 0,0-1 1 0 0,0 1 0 0 0,1-1 0 0 0,-1 1 0 0 0,0-1 0 0 0,1 1 0 0 0,0-1 0 0 0,1-2 0 0 0,21-38 226 0 0,-10 26-209 0 0,1 0 0 0 0,0 1 0 0 0,1 0 0 0 0,1 1 0 0 0,0 1 0 0 0,19-11 0 0 0,116-65-1025 0 0,-118 70 490 0 0,98-51-2161 0 0,12-7-3965 0 0,-36 16 2162 0 0</inkml:trace>
</inkml:ink>
</file>

<file path=ppt/ink/ink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8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35 120 0 0,'0'0'1055'0'0,"1"-3"-406"0"0,-1 1-1 0 0,1 0 1 0 0,-1-1 0 0 0,1 1 0 0 0,-1 0 0 0 0,0-1-1 0 0,0 1 1 0 0,0-1 0 0 0,-1-3 0 0 0,-1 5-507 0 0,0 0-1 0 0,0 0 1 0 0,0 0 0 0 0,0 1 0 0 0,0-1 0 0 0,-1 1 0 0 0,1-1 0 0 0,0 1 0 0 0,0 0 0 0 0,-1 0-1 0 0,1 0 1 0 0,0 0 0 0 0,0 0 0 0 0,-1 1 0 0 0,1-1 0 0 0,0 1 0 0 0,0-1 0 0 0,0 1-1 0 0,0 0 1 0 0,-4 2 0 0 0,-47 25 1247 0 0,40-21-1121 0 0,0 1-1 0 0,0 0 0 0 0,1 1 1 0 0,0 0-1 0 0,1 1 1 0 0,0 1-1 0 0,1 0 0 0 0,0 0 1 0 0,0 1-1 0 0,2 0 1 0 0,-1 0-1 0 0,1 1 0 0 0,1 0 1 0 0,-6 17-1 0 0,12-29-243 0 0,1 0-1 0 0,-1 0 1 0 0,1 1-1 0 0,-1-1 1 0 0,1 0 0 0 0,0 0-1 0 0,0 1 1 0 0,-1-1-1 0 0,1 0 1 0 0,0 1 0 0 0,0-1-1 0 0,0 0 1 0 0,1 0-1 0 0,-1 1 1 0 0,0-1-1 0 0,0 0 1 0 0,1 1 0 0 0,-1-1-1 0 0,1 0 1 0 0,-1 0-1 0 0,1 0 1 0 0,-1 1 0 0 0,1-1-1 0 0,0 0 1 0 0,-1 0-1 0 0,1 0 1 0 0,1 1-1 0 0,0-1-2 0 0,0 0-1 0 0,1 0 0 0 0,-1 0 0 0 0,0 0 0 0 0,0 0 0 0 0,1 0 1 0 0,-1 0-1 0 0,0-1 0 0 0,1 0 0 0 0,-1 1 0 0 0,1-1 0 0 0,-1 0 0 0 0,4 0 1 0 0,5-1 10 0 0,0 0 1 0 0,1-1-1 0 0,-1 0 1 0 0,0-1 0 0 0,13-5-1 0 0,131-68 265 0 0,-153 75-290 0 0,3 1-4 0 0,1 1 1 0 0,-1 0 0 0 0,0 1 0 0 0,0-1 0 0 0,0 1 0 0 0,0 0-1 0 0,8 4 1 0 0,-12-6 1 0 0,4 3-3 0 0,1-2 1 0 0,-1 1-1 0 0,1-1 1 0 0,0 1-1 0 0,-1-1 1 0 0,1-1 0 0 0,0 1-1 0 0,0-1 1 0 0,0 0-1 0 0,0-1 1 0 0,0 1-1 0 0,-1-1 1 0 0,1 0 0 0 0,0-1-1 0 0,-1 1 1 0 0,1-1-1 0 0,-1 0 1 0 0,1-1 0 0 0,-1 1-1 0 0,0-1 1 0 0,0 0-1 0 0,0 0 1 0 0,0-1-1 0 0,8-7 1 0 0,13-18 1 0 0,-19 20-2 0 0,0 0 0 0 0,1 1 0 0 0,1 0 0 0 0,-1 0-1 0 0,16-10 1 0 0,-22 17-1 0 0,1-1 0 0 0,-1 1 0 0 0,1 0 1 0 0,-1 0-1 0 0,1 0 0 0 0,-1 1 0 0 0,1-1 0 0 0,0 1 0 0 0,-1-1 0 0 0,1 1 0 0 0,0 0 0 0 0,0 0 0 0 0,-1 0 0 0 0,1 0 0 0 0,0 0 0 0 0,-1 1 0 0 0,1-1 0 0 0,0 1 0 0 0,-1 0 0 0 0,1 0 1 0 0,-1 0-1 0 0,1 0 0 0 0,-1 0 0 0 0,1 1 0 0 0,-1-1 0 0 0,0 1 0 0 0,0-1 0 0 0,4 4 0 0 0,-3-1-1 0 0,1 0-1 0 0,-1 0 1 0 0,0 0 0 0 0,0 1 0 0 0,0-1-1 0 0,-1 1 1 0 0,1 0 0 0 0,-1-1 0 0 0,3 11-1 0 0,-4-11 2 0 0,0 0-1 0 0,1 0 0 0 0,-1 0 0 0 0,1 0 0 0 0,0 0 1 0 0,0 0-1 0 0,0 0 0 0 0,1-1 0 0 0,-1 1 0 0 0,1-1 0 0 0,0 1 1 0 0,0-1-1 0 0,0 0 0 0 0,4 2 0 0 0,-4-4 3 0 0,-1 0 0 0 0,0 0 0 0 0,1 0 1 0 0,-1-1-1 0 0,1 1 0 0 0,-1-1 0 0 0,1 0 0 0 0,-1 0 0 0 0,1 0 0 0 0,-1 0 0 0 0,1 0 0 0 0,-1 0 0 0 0,1-1 0 0 0,-1 1 0 0 0,1-1 0 0 0,-1 0 0 0 0,0 0 1 0 0,1 0-1 0 0,-1 0 0 0 0,0 0 0 0 0,0 0 0 0 0,0 0 0 0 0,1-1 0 0 0,-1 1 0 0 0,-1-1 0 0 0,1 0 0 0 0,0 0 0 0 0,0 1 0 0 0,-1-1 0 0 0,3-3 0 0 0,-2 2 5 0 0,1 0-1 0 0,-1-1 1 0 0,0 1-1 0 0,0-1 1 0 0,0 1-1 0 0,0-1 1 0 0,-1 0-1 0 0,0 1 1 0 0,0-1-1 0 0,0 0 0 0 0,0 0 1 0 0,0 0-1 0 0,-1 0 1 0 0,1 0-1 0 0,-1 0 1 0 0,0 0-1 0 0,-1 0 1 0 0,1 0-1 0 0,-1 0 1 0 0,1 0-1 0 0,-1 0 1 0 0,-2-4-1 0 0,2 5-5 0 0,0 0 1 0 0,-1 0-1 0 0,1 0 0 0 0,-1 0 1 0 0,0 0-1 0 0,0 1 0 0 0,0-1 1 0 0,0 1-1 0 0,0-1 1 0 0,0 1-1 0 0,-1 0 0 0 0,1 0 1 0 0,-4-2-1 0 0,2 2-1 0 0,0 0 0 0 0,0 0 0 0 0,0 1 0 0 0,0 0 0 0 0,-1 0 0 0 0,1 0 0 0 0,0 0 1 0 0,-1 1-1 0 0,1 0 0 0 0,0 0 0 0 0,-1 0 0 0 0,1 0 0 0 0,-1 0 0 0 0,-8 3 0 0 0,7-1-429 0 0,-1-1 0 0 0,0 1 0 0 0,0 1 0 0 0,1-1 0 0 0,-12 7 1 0 0,0 5-8263 0 0,13-9 5040 0 0</inkml:trace>
</inkml:ink>
</file>

<file path=ppt/ink/ink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9.0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1 401 868 0 0,'8'1'502'0'0,"1"1"1"0"0,-1 1-1 0 0,0 0 1 0 0,0 0-1 0 0,0 0 1 0 0,0 1-1 0 0,-1 0 0 0 0,1 1 1 0 0,-1 0-1 0 0,0 0 1 0 0,0 0-1 0 0,-1 1 0 0 0,0 0 1 0 0,0 0-1 0 0,0 1 1 0 0,-1 0-1 0 0,0 0 1 0 0,0 0-1 0 0,5 11 0 0 0,-4 16 3523 0 0,1-42-4311 0 0,0 1 1 0 0,1-1-1 0 0,0 1 1 0 0,0 0-1 0 0,1 1 1 0 0,0 0 0 0 0,0 0-1 0 0,0 1 1 0 0,1 1-1 0 0,-1-1 1 0 0,1 1-1 0 0,1 1 1 0 0,-1 0-1 0 0,0 0 1 0 0,1 1-1 0 0,-1 1 1 0 0,1-1 0 0 0,0 2-1 0 0,-1-1 1 0 0,12 2-1 0 0,-19 0 331 0 0,-1 0 0 0 0,0 0-1 0 0,0-1 1 0 0,0 1 0 0 0,-1 1 0 0 0,1-1-1 0 0,0 0 1 0 0,0 0 0 0 0,0 1 0 0 0,-1-1 0 0 0,1 1-1 0 0,-1-1 1 0 0,1 1 0 0 0,-1 0 0 0 0,0-1-1 0 0,2 4 1 0 0,-1-3 40 0 0,-1 1-1 0 0,1-1 0 0 0,0 0 1 0 0,0 1-1 0 0,0-1 1 0 0,0 0-1 0 0,0-1 1 0 0,1 1-1 0 0,4 3 1 0 0,0-3-16 0 0,0 0 1 0 0,1-1 0 0 0,-1 0-1 0 0,1 0 1 0 0,-1 0 0 0 0,1-1-1 0 0,-1 0 1 0 0,1-1 0 0 0,-1 1-1 0 0,10-3 1 0 0,81-22 184 0 0,-72 18-179 0 0,4-1 90 0 0,-1-2 0 0 0,1-1 0 0 0,-2-1 0 0 0,1-2 0 0 0,-2 0 0 0 0,0-2 0 0 0,32-25 0 0 0,-50 33-53 0 0,0 0 1 0 0,0 0 0 0 0,-1-1-1 0 0,0 0 1 0 0,-1-1-1 0 0,0 0 1 0 0,0 0 0 0 0,-1 0-1 0 0,7-18 1 0 0,-10 20-12 0 0,0 0 0 0 0,-1-1 0 0 0,0 1 0 0 0,-1-1 0 0 0,1 0 0 0 0,-2 1 0 0 0,1-1 0 0 0,-2 0 0 0 0,1 0 0 0 0,-1 1 0 0 0,0-1 1 0 0,-1 0-1 0 0,0 1 0 0 0,-4-13 0 0 0,3 14 26 0 0,-1 1 0 0 0,1 0 0 0 0,-1-1 1 0 0,-1 1-1 0 0,1 1 0 0 0,-1-1 0 0 0,0 1 0 0 0,0 0 1 0 0,-1 0-1 0 0,1 0 0 0 0,-1 1 0 0 0,0-1 0 0 0,0 1 1 0 0,-1 1-1 0 0,-11-5 0 0 0,15 6-78 0 0,0 0 1 0 0,0 1-1 0 0,0 0 0 0 0,0-1 1 0 0,-1 1-1 0 0,1 1 0 0 0,0-1 1 0 0,0 0-1 0 0,-1 1 0 0 0,1 0 1 0 0,-1 0-1 0 0,1 0 1 0 0,0 0-1 0 0,-1 0 0 0 0,1 0 1 0 0,-1 1-1 0 0,1 0 0 0 0,0 0 1 0 0,0 0-1 0 0,-1 0 0 0 0,1 0 1 0 0,0 1-1 0 0,0-1 0 0 0,0 1 1 0 0,0 0-1 0 0,1 0 0 0 0,-1 0 1 0 0,0 0-1 0 0,1 1 0 0 0,-1-1 1 0 0,1 0-1 0 0,0 1 0 0 0,0 0 1 0 0,-3 5-1 0 0,4-4-27 0 0,-1-1 0 0 0,2 1 0 0 0,-1 0 0 0 0,0-1 0 0 0,1 1 0 0 0,0 0 0 0 0,-1 0 0 0 0,2 0 0 0 0,-1-1 0 0 0,0 1 0 0 0,1 0 0 0 0,-1 0 0 0 0,1-1 0 0 0,0 1 0 0 0,1-1 0 0 0,-1 1 0 0 0,1-1 0 0 0,-1 1 0 0 0,4 4 0 0 0,3 7 33 0 0,1-1 0 0 0,20 24 1 0 0,70 63 104 0 0,-76-80-218 0 0,-1 0 0 0 0,-1 2 0 0 0,0 0 0 0 0,31 48 0 0 0,-51-69 51 0 0,1 0-1 0 0,-1 1 1 0 0,1-1 0 0 0,-1 0-1 0 0,0 1 1 0 0,0-1 0 0 0,0 1-1 0 0,0-1 1 0 0,0 1 0 0 0,-1 0-1 0 0,1-1 1 0 0,-1 1-1 0 0,1 0 1 0 0,-1-1 0 0 0,0 1-1 0 0,0 0 1 0 0,-1-1 0 0 0,1 1-1 0 0,0 0 1 0 0,-1-1 0 0 0,1 1-1 0 0,-1 0 1 0 0,0-1 0 0 0,0 1-1 0 0,0-1 1 0 0,0 1-1 0 0,-1-1 1 0 0,1 0 0 0 0,-1 1-1 0 0,-2 2 1 0 0,-1-1-2 0 0,0-1-1 0 0,0 1 1 0 0,0-1-1 0 0,-1-1 1 0 0,1 1-1 0 0,-1-1 1 0 0,1 0-1 0 0,-1 0 1 0 0,0 0-1 0 0,0-1 1 0 0,0 0-1 0 0,-10 1 1 0 0,-46-1-515 0 0,26-6-3381 0 0,30 3-384 0 0,3-2 2334 0 0</inkml:trace>
</inkml:ink>
</file>

<file path=ppt/ink/ink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29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1100 0 0,'6'-9'4124'0'0</inkml:trace>
</inkml:ink>
</file>

<file path=ppt/ink/ink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3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63 824 0 0,'0'0'915'0'0,"-9"-37"6207"0"0,9 36-7047 0 0,0 0 0 0 0,0 0 0 0 0,0 1 0 0 0,0-1 0 0 0,0 0 0 0 0,0 0 0 0 0,0 0 0 0 0,0 0 0 0 0,0 0 0 0 0,1 0-1 0 0,-1 0 1 0 0,0 0 0 0 0,1 0 0 0 0,-1 1 0 0 0,0-1 0 0 0,1 0 0 0 0,-1 0 0 0 0,1 0 0 0 0,-1 1 0 0 0,1-1 0 0 0,0 0 0 0 0,-1 1-1 0 0,1-1 1 0 0,0 0 0 0 0,-1 1 0 0 0,1-1 0 0 0,0 1 0 0 0,0-1 0 0 0,-1 1 0 0 0,1-1 0 0 0,0 1 0 0 0,0 0 0 0 0,0-1-1 0 0,1 1 1 0 0,1 0-12 0 0,-1 0 0 0 0,1 0 0 0 0,0 0-1 0 0,-1 1 1 0 0,1-1 0 0 0,-1 1 0 0 0,1 0-1 0 0,-1 0 1 0 0,1 0 0 0 0,-1 0 0 0 0,0 0-1 0 0,4 3 1 0 0,0 0-8 0 0,-1 1 0 0 0,1-1 0 0 0,-1 1 0 0 0,0 0 0 0 0,-1 1-1 0 0,1 0 1 0 0,-1-1 0 0 0,0 1 0 0 0,-1 0 0 0 0,1 1 0 0 0,-1-1 0 0 0,0 1 0 0 0,-1-1-1 0 0,4 14 1 0 0,-3-8-12 0 0,-1 0 1 0 0,1 1-1 0 0,-2-1 0 0 0,0 1 0 0 0,0 0 0 0 0,-1-1 0 0 0,-3 19 0 0 0,3-24-19 0 0,-1 0 1 0 0,-1 0-1 0 0,1 0 0 0 0,-1 0 0 0 0,0-1 0 0 0,-1 1 0 0 0,0-1 0 0 0,0 1 0 0 0,0-1 1 0 0,-1 0-1 0 0,0 0 0 0 0,0 0 0 0 0,0-1 0 0 0,-8 8 0 0 0,5-7 69 0 0,-9 4 133 0 0,15-10-225 0 0,0 0 1 0 0,1 0-1 0 0,-1 0 1 0 0,0-1-1 0 0,1 1 0 0 0,-1 0 1 0 0,1-1-1 0 0,-1 1 0 0 0,1 0 1 0 0,-1-1-1 0 0,1 1 0 0 0,-1-1 1 0 0,1 1-1 0 0,-1-1 0 0 0,1 1 1 0 0,0-1-1 0 0,-1 1 0 0 0,1-1 1 0 0,0 1-1 0 0,-1-1 1 0 0,1 0-1 0 0,0 1 0 0 0,0-1 1 0 0,-1 0-1 0 0,0-2 6 0 0,2-2 1 0 0,4-13-7 0 0,1-1 1 0 0,1 1 0 0 0,0 1 0 0 0,1-1 0 0 0,1 1-1 0 0,1 1 1 0 0,0 0 0 0 0,24-28 0 0 0,-29 38-9 0 0,0 1 0 0 0,0 0 0 0 0,0 0 0 0 0,1 0 1 0 0,-1 0-1 0 0,1 1 0 0 0,0 0 0 0 0,0 0 1 0 0,1 1-1 0 0,-1 0 0 0 0,1 0 0 0 0,0 0 0 0 0,0 1 1 0 0,0 0-1 0 0,10-1 0 0 0,-13 4 7 0 0,-1 0 0 0 0,0 1 0 0 0,0 0 0 0 0,-1 0 0 0 0,1 0 0 0 0,0 0 0 0 0,-1 0 0 0 0,1 0 0 0 0,-1 1 1 0 0,0-1-1 0 0,1 1 0 0 0,-1 0 0 0 0,-1-1 0 0 0,1 1 0 0 0,0 0 0 0 0,-1 0 0 0 0,2 5 0 0 0,10 11 5 0 0,-5-10-3 0 0,0 0 0 0 0,1 0 1 0 0,0 0-1 0 0,1-1 0 0 0,0-1 1 0 0,0 0-1 0 0,14 8 0 0 0,-18-13 0 0 0,0 1 0 0 0,0-1 1 0 0,0-1-1 0 0,0 1 0 0 0,0-1 0 0 0,0 0 0 0 0,0 0 1 0 0,0 0-1 0 0,1-1 0 0 0,-1 0 0 0 0,0 0 0 0 0,0-1 1 0 0,1 0-1 0 0,-1 0 0 0 0,0 0 0 0 0,10-4 0 0 0,-4 1 8 0 0,0-1 1 0 0,-1 0-1 0 0,1-1 0 0 0,-1 0 0 0 0,0-1 0 0 0,18-14 1 0 0,-24 16-7 0 0,0 0-1 0 0,0 0 1 0 0,0-1 0 0 0,-1 1 0 0 0,0-1 0 0 0,0 0 0 0 0,0-1 0 0 0,-1 1 0 0 0,0-1 0 0 0,0 1 0 0 0,-1-1-1 0 0,1 0 1 0 0,1-12 0 0 0,-3 17-4 0 0,-1-1 0 0 0,1 1 0 0 0,-1 0-1 0 0,0-1 1 0 0,0 1 0 0 0,0 0 0 0 0,0-1-1 0 0,0 1 1 0 0,0 0 0 0 0,-1 0 0 0 0,1-1-1 0 0,-1 1 1 0 0,1 0 0 0 0,-1 0 0 0 0,0-1-1 0 0,0 1 1 0 0,-1-2 0 0 0,1 3 4 0 0,0 0 1 0 0,0 0-1 0 0,0 0 0 0 0,-1 0 1 0 0,1 0-1 0 0,0 0 0 0 0,0 1 1 0 0,-1-1-1 0 0,1 0 1 0 0,0 1-1 0 0,-1-1 0 0 0,1 1 1 0 0,0 0-1 0 0,-1-1 0 0 0,1 1 1 0 0,-1 0-1 0 0,1 0 1 0 0,0 0-1 0 0,-4 0 0 0 0,0 1 25 0 0,-1 0 0 0 0,0 0 0 0 0,0 0-1 0 0,0 1 1 0 0,1 0 0 0 0,-1 0 0 0 0,1 1-1 0 0,-1-1 1 0 0,-5 5 0 0 0,8-5-18 0 0,0 0-1 0 0,0 0 1 0 0,0 1-1 0 0,0-1 1 0 0,1 1-1 0 0,-1-1 1 0 0,1 1 0 0 0,0 0-1 0 0,0 0 1 0 0,0 0-1 0 0,0 0 1 0 0,0 1 0 0 0,0-1-1 0 0,1 0 1 0 0,0 1-1 0 0,-1-1 1 0 0,1 1-1 0 0,1 0 1 0 0,-1-1 0 0 0,0 1-1 0 0,1-1 1 0 0,0 1-1 0 0,0 0 1 0 0,0 0-1 0 0,0-1 1 0 0,1 1 0 0 0,-1 0-1 0 0,1-1 1 0 0,0 1-1 0 0,0-1 1 0 0,0 1 0 0 0,1-1-1 0 0,-1 0 1 0 0,1 1-1 0 0,0-1 1 0 0,0 0-1 0 0,0 0 1 0 0,0 0 0 0 0,0 0-1 0 0,1 0 1 0 0,-1-1-1 0 0,1 1 1 0 0,0-1-1 0 0,3 3 1 0 0,7 2-20 0 0,1 0-1 0 0,0-1 1 0 0,0 0 0 0 0,0-1 0 0 0,1-1-1 0 0,0 0 1 0 0,-1-1 0 0 0,1-1-1 0 0,1 0 1 0 0,-1-1 0 0 0,0 0 0 0 0,0-2-1 0 0,0 0 1 0 0,22-3 0 0 0,-26 2-8 0 0,1 0 0 0 0,-1-1 0 0 0,0 0-1 0 0,0 0 1 0 0,0-1 0 0 0,0-1 0 0 0,-1 0 0 0 0,0 0 0 0 0,1-1 0 0 0,-2 0 0 0 0,1-1 0 0 0,-1 0 0 0 0,0-1 0 0 0,-1 0 0 0 0,0 0 0 0 0,0-1 0 0 0,0 0-1 0 0,-1 0 1 0 0,7-13 0 0 0,4-12 2528 0 0,-21 40-2422 0 0,-42 88-111 0 0,36-71-3533 0 0,2-1-3565 0 0,4-14 3432 0 0</inkml:trace>
</inkml:ink>
</file>

<file path=ppt/ink/ink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4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77 356 0 0,'3'-41'5861'0'0,"-2"18"-3074"0"0,-1 21-2215 0 0,15-7 611 0 0,-7 8-4296 0 0,5 8 219 0 0,-10-6 222 0 0</inkml:trace>
</inkml:ink>
</file>

<file path=ppt/ink/ink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4.6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14 892 0 0,'0'0'5487'0'0,"-5"-3"-4848"0"0,1 1-476 0 0,-1 0 1 0 0,1 1-1 0 0,-1 0 0 0 0,1-1 0 0 0,-1 1 1 0 0,0 1-1 0 0,1-1 0 0 0,-1 1 0 0 0,0 0 1 0 0,1 0-1 0 0,-1 0 0 0 0,0 0 1 0 0,1 1-1 0 0,-1 0 0 0 0,0 0 0 0 0,1 0 1 0 0,-1 1-1 0 0,1-1 0 0 0,0 1 1 0 0,-1 0-1 0 0,1 0 0 0 0,0 1 0 0 0,0-1 1 0 0,0 1-1 0 0,1 0 0 0 0,-1 0 0 0 0,1 0 1 0 0,-1 1-1 0 0,1-1 0 0 0,0 1 1 0 0,0 0-1 0 0,1-1 0 0 0,-1 1 0 0 0,1 1 1 0 0,0-1-1 0 0,-3 8 0 0 0,0 3-57 0 0,1 0-1 0 0,0 1 1 0 0,2-1-1 0 0,0 1 1 0 0,0-1-1 0 0,1 1 1 0 0,1-1-1 0 0,1 1 1 0 0,3 16 0 0 0,-2-12-32 0 0,-1 0 1 0 0,-1 0 0 0 0,-1 0 0 0 0,-5 34 0 0 0,0-21-21 0 0,-1 0 17 0 0,-1-1 1 0 0,-18 49-1 0 0,23-72-54 0 0,-1-1 0 0 0,-1 1 0 0 0,0-1 0 0 0,0 1 0 0 0,0-2 0 0 0,-1 1 0 0 0,0 0 1 0 0,-1-1-1 0 0,0 0 0 0 0,0-1 0 0 0,0 0 0 0 0,-1 0 0 0 0,-11 7 0 0 0,19-12-71 0 0,-1-1 0 0 0,1 1-1 0 0,-1-1 1 0 0,1 0 0 0 0,-1 1 0 0 0,1-1 0 0 0,-1 1-1 0 0,0-1 1 0 0,1 0 0 0 0,-1 0 0 0 0,1 1-1 0 0,-1-1 1 0 0,0 0 0 0 0,1 0 0 0 0,-1 0 0 0 0,0 1-1 0 0,1-1 1 0 0,-1 0 0 0 0,0 0 0 0 0,1 0-1 0 0,-1 0 1 0 0,0 0 0 0 0,0-1 0 0 0,1 1 0 0 0,-1 0-1 0 0,0 0 1 0 0,1 0 0 0 0,-1-1 0 0 0,1 1-1 0 0,-1 0 1 0 0,0 0 0 0 0,1-1 0 0 0,-1 1 0 0 0,1-1-1 0 0,-1 1 1 0 0,1-1 0 0 0,-1 1 0 0 0,1 0-1 0 0,-1-1 1 0 0,1 0 0 0 0,-1 1 0 0 0,1-1 0 0 0,0 1-1 0 0,-1-1 1 0 0,1 1 0 0 0,0-1 0 0 0,-1 0 0 0 0,1 1-1 0 0,0-1 1 0 0,0 0 0 0 0,0 1 0 0 0,0-1-1 0 0,0 0 1 0 0,0 1 0 0 0,0-1 0 0 0,0 0 0 0 0,0 1-1 0 0,0-1 1 0 0,0-1 0 0 0,0-3-729 0 0,1 0 0 0 0,-1 0 0 0 0,1 0 0 0 0,0 0 0 0 0,0 0 0 0 0,1 0 0 0 0,1-4 0 0 0,9-12-2300 0 0</inkml:trace>
</inkml:ink>
</file>

<file path=ppt/ink/ink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4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3 608 0 0,'0'-2'5721'0'0,"-1"6"-1925"0"0,-1 24-334 0 0,-11 88-2524 0 0,7-77-408 0 0,-10 38 572 0 0,16-76-825 0 0,4-2-266 0 0,0 0 0 0 0,0-1-1 0 0,0 1 1 0 0,0-1 0 0 0,0 0-1 0 0,-1-1 1 0 0,1 1 0 0 0,5-5-1 0 0,2-1 20 0 0,-6 5-21 0 0,0 0-1 0 0,0 0 0 0 0,0 0 1 0 0,0 1-1 0 0,0-1 1 0 0,0 1-1 0 0,1 1 1 0 0,-1-1-1 0 0,7 0 0 0 0,-9 2-6 0 0,1 0 0 0 0,-1 1 0 0 0,0-1 0 0 0,0 1 0 0 0,0 0-1 0 0,0 0 1 0 0,0 0 0 0 0,0 0 0 0 0,0 0 0 0 0,0 1 0 0 0,0 0-1 0 0,0-1 1 0 0,-1 1 0 0 0,1 0 0 0 0,-1 0 0 0 0,1 0 0 0 0,3 5 0 0 0,21 34-1016 0 0,-9-12-5423 0 0</inkml:trace>
</inkml:ink>
</file>

<file path=ppt/ink/ink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5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5 380 0 0,'-2'-4'5701'0'0,"-4"13"-2238"0"0,-13 35-960 0 0,-16 65-1290 0 0,19-52-555 0 0,10-38-308 0 0,1-1-1 0 0,0 1 1 0 0,2 0-1 0 0,-2 24 1 0 0,6-45-347 0 0,0 0-1 0 0,0-1 0 0 0,0 1 1 0 0,0 0-1 0 0,1 1 1 0 0,-1-1-1 0 0,1 0 1 0 0,0 0-1 0 0,-1 1 1 0 0,1-1-1 0 0,3-1 1 0 0,-3 1 0 0 0,7-8 0 0 0,1 1 0 0 0,0 0 0 0 0,0 0 0 0 0,1 1 0 0 0,15-9-1 0 0,-21 14-5 0 0,0 1 0 0 0,0-1 0 0 0,0 1 0 0 0,0 0 0 0 0,0 0 0 0 0,1 1 0 0 0,-1 0 0 0 0,1 0 0 0 0,-1 0 0 0 0,1 0 0 0 0,-1 1 0 0 0,1 0 0 0 0,10 1-1 0 0,-15-1 4 0 0,1 1 0 0 0,0-1 0 0 0,0 0 0 0 0,-1 1 0 0 0,1 0 0 0 0,-1-1 0 0 0,1 1 0 0 0,0 0 0 0 0,-1 0 0 0 0,0 0 0 0 0,1 0 0 0 0,-1 0 0 0 0,1 0 0 0 0,-1 0 0 0 0,0 0 0 0 0,0 1 0 0 0,0-1 0 0 0,0 0 0 0 0,0 1 0 0 0,0-1 0 0 0,0 1 0 0 0,0-1 0 0 0,0 1 0 0 0,-1-1 0 0 0,1 1 0 0 0,0 0 0 0 0,-1-1 0 0 0,0 1 0 0 0,1 0 0 0 0,-1 0 0 0 0,0-1 0 0 0,0 1 0 0 0,0 0 0 0 0,0 0 0 0 0,0-1 0 0 0,-1 3 0 0 0,0 1 8 0 0,1-1-1 0 0,-1 1 0 0 0,-1 0 1 0 0,1-1-1 0 0,-1 1 0 0 0,0-1 1 0 0,0 0-1 0 0,0 0 0 0 0,0 0 1 0 0,-1 0-1 0 0,-5 6 0 0 0,5-6 0 0 0,-1 0 0 0 0,-1-1 0 0 0,1 1 0 0 0,0-1 0 0 0,-1 0-1 0 0,0 0 1 0 0,1-1 0 0 0,-1 1 0 0 0,0-1 0 0 0,-1 0 0 0 0,1-1-1 0 0,0 1 1 0 0,0-1 0 0 0,-1 0 0 0 0,-9 1 0 0 0,12-2-1 0 0,-2-4-112 0 0,5 4 88 0 0,0 0-1 0 0,-1 0 1 0 0,1 0-1 0 0,0 0 0 0 0,0 0 1 0 0,-1 0-1 0 0,1 0 1 0 0,0-1-1 0 0,0 1 0 0 0,-1 0 1 0 0,1 0-1 0 0,0 0 1 0 0,0 0-1 0 0,-1 0 0 0 0,1-1 1 0 0,0 1-1 0 0,0 0 1 0 0,0 0-1 0 0,-1 0 0 0 0,1-1 1 0 0,0 1-1 0 0,0 0 1 0 0,0 0-1 0 0,0-1 0 0 0,0 1 1 0 0,-1 0-1 0 0,1 0 1 0 0,0-1-1 0 0,0 1 0 0 0,0 0 1 0 0,0-1-1 0 0,0 1 1 0 0,0 0-1 0 0,0 0 0 0 0,0-1 1 0 0,0 1-1 0 0,0 0 1 0 0,0-1-1 0 0,2-3-228 0 0,0 0 0 0 0,0 0-1 0 0,0 1 1 0 0,0-1 0 0 0,0 1 0 0 0,1-1-1 0 0,0 1 1 0 0,-1 0 0 0 0,1 0 0 0 0,1 0 0 0 0,-1 0-1 0 0,6-3 1 0 0,15-10-5990 0 0,-10 10 3090 0 0</inkml:trace>
</inkml:ink>
</file>

<file path=ppt/ink/ink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6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12 368 0 0,'0'0'5058'0'0,"-7"3"-4212"0"0,4-2-681 0 0,-1 0 0 0 0,1 1 0 0 0,-1-1 0 0 0,1 1 0 0 0,0 0-1 0 0,-1 0 1 0 0,1 0 0 0 0,0 1 0 0 0,0-1 0 0 0,1 1 0 0 0,-1-1 0 0 0,0 1 0 0 0,1 0 0 0 0,0 0 0 0 0,-1 0 0 0 0,1 0 0 0 0,1 0 0 0 0,-1 1-1 0 0,0-1 1 0 0,1 1 0 0 0,0-1 0 0 0,-1 1 0 0 0,1-1 0 0 0,1 1 0 0 0,-1 0 0 0 0,0 0 0 0 0,1-1 0 0 0,0 1 0 0 0,0 0 0 0 0,0 0 0 0 0,0-1-1 0 0,2 8 1 0 0,0-8-117 0 0,-1-1 0 0 0,1 1 0 0 0,-1-1 0 0 0,1 1-1 0 0,0-1 1 0 0,0 0 0 0 0,0 0 0 0 0,0 0 0 0 0,0 0-1 0 0,0 0 1 0 0,1-1 0 0 0,-1 1 0 0 0,0-1 0 0 0,1 1 0 0 0,0-1-1 0 0,-1 0 1 0 0,1 0 0 0 0,0 0 0 0 0,-1 0 0 0 0,1-1-1 0 0,0 1 1 0 0,0-1 0 0 0,0 0 0 0 0,0 0 0 0 0,-1 1-1 0 0,1-2 1 0 0,0 1 0 0 0,0 0 0 0 0,0-1 0 0 0,0 1-1 0 0,-1-1 1 0 0,1 0 0 0 0,3-1 0 0 0,-3 0-26 0 0,-1 0 0 0 0,1 0 0 0 0,-1-1 0 0 0,0 1 0 0 0,0-1 0 0 0,0 1 0 0 0,0-1 0 0 0,0 1 0 0 0,-1-1 0 0 0,1 0-1 0 0,-1 0 1 0 0,1 0 0 0 0,0-5 0 0 0,8-13 38 0 0,-9 18-39 0 0,-1-1-1 0 0,0 0 0 0 0,0 0 1 0 0,0 0-1 0 0,0 1 0 0 0,0-1 1 0 0,-1 0-1 0 0,1 0 0 0 0,-1 1 1 0 0,0-1-1 0 0,0 0 0 0 0,0 1 1 0 0,-1-1-1 0 0,1 1 1 0 0,-1 0-1 0 0,-2-4 0 0 0,1 1-6 0 0,2 5-65 0 0,1 0 1 0 0,-1 0 0 0 0,0 0-1 0 0,0 0 1 0 0,1 0 0 0 0,-1 0-1 0 0,0 0 1 0 0,0 0 0 0 0,0 0-1 0 0,0 1 1 0 0,0-1 0 0 0,0 0-1 0 0,0 1 1 0 0,0-1 0 0 0,0 1-1 0 0,-2-1 1 0 0,-8-1-8299 0 0</inkml:trace>
</inkml:ink>
</file>

<file path=ppt/ink/ink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6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12 216 0 0,'-3'6'811'0'0,"1"0"-1"0"0,-1 0 1 0 0,2 0 0 0 0,-1 0 0 0 0,1 1-1 0 0,-1-1 1 0 0,2 0 0 0 0,-1 8-1 0 0,1-13-709 0 0,0 1 0 0 0,0-1-1 0 0,0 1 1 0 0,0-1 0 0 0,1 1-1 0 0,-1-1 1 0 0,0 0 0 0 0,1 1-1 0 0,-1-1 1 0 0,1 1 0 0 0,0-1 0 0 0,-1 0-1 0 0,1 0 1 0 0,0 1 0 0 0,0-1-1 0 0,0 0 1 0 0,0 0 0 0 0,0 0-1 0 0,0 0 1 0 0,0 0 0 0 0,0 0-1 0 0,0 0 1 0 0,0 0 0 0 0,1-1-1 0 0,-1 1 1 0 0,0 0 0 0 0,1-1-1 0 0,-1 1 1 0 0,0-1 0 0 0,1 1 0 0 0,-1-1-1 0 0,1 0 1 0 0,-1 1 0 0 0,1-1-1 0 0,-1 0 1 0 0,1 0 0 0 0,-1 0-1 0 0,2 0 1 0 0,0 0 90 0 0,0-1-16 0 0,5-2-98 0 0,-1 0 0 0 0,0 0 0 0 0,0 0 1 0 0,0-1-1 0 0,0 0 0 0 0,-1 0 0 0 0,1-1 0 0 0,-1 0 0 0 0,0 0 0 0 0,7-9 1 0 0,-4 6 14 0 0,0 0 0 0 0,1 0 0 0 0,15-9 0 0 0,-24 16-61 0 0,-1 1-27 0 0,0 0-1 0 0,0 0 0 0 0,0-1 1 0 0,0 1-1 0 0,0 0 1 0 0,0 0-1 0 0,0 0 1 0 0,0 0-1 0 0,0 0 1 0 0,0-1-1 0 0,0 1 0 0 0,0 0 1 0 0,0 0-1 0 0,0 0 1 0 0,1 0-1 0 0,-1 0 1 0 0,0 0-1 0 0,0-1 0 0 0,0 1 1 0 0,0 0-1 0 0,0 0 1 0 0,0 0-1 0 0,0 0 1 0 0,1 0-1 0 0,-1 0 0 0 0,0 0 1 0 0,0 0-1 0 0,0 0 1 0 0,0 0-1 0 0,0-1 1 0 0,0 1-1 0 0,1 0 1 0 0,-1 0-1 0 0,0 0 0 0 0,0 0 1 0 0,0 0-1 0 0,0 0 1 0 0,0 0-1 0 0,1 0 1 0 0,-1 0-1 0 0,0 0 0 0 0,0 0 1 0 0,0 0-1 0 0,0 0 1 0 0,1 1-1 0 0,-1-1 1 0 0,0 0-1 0 0,0 0 0 0 0,0 0 1 0 0,0 0-1 0 0,0 0 1 0 0,0 0-1 0 0,1 0 1 0 0,-1 0-1 0 0,0 0 0 0 0,0 0 1 0 0,0 1-1 0 0,0-1 1 0 0,0 0-1 0 0,-2 11 4 0 0,1-4 10 0 0,-1 0 0 0 0,1 0 0 0 0,1 0-1 0 0,-1 0 1 0 0,1 0 0 0 0,2 12 0 0 0,0-16-1 0 0,-1-2-15 0 0,1 0 1 0 0,0 0 0 0 0,-1 0-1 0 0,1 0 1 0 0,0 0-1 0 0,0 0 1 0 0,-1 0-1 0 0,1-1 1 0 0,0 1 0 0 0,0-1-1 0 0,0 1 1 0 0,0-1-1 0 0,0 0 1 0 0,0 0 0 0 0,0 0-1 0 0,0 0 1 0 0,0 0-1 0 0,2-1 1 0 0,13-3 1 0 0,22-9 3 0 0,37-19 0 0 0,24-9-9 0 0,-99 40 41 0 0,1 1 1 0 0,-1-1 0 0 0,1 0-1 0 0,-1 1 1 0 0,1-1-1 0 0,-1 1 1 0 0,1-1 0 0 0,0 1-1 0 0,-1-1 1 0 0,1 1-1 0 0,0 0 1 0 0,-1 0-1 0 0,1 0 1 0 0,0 0 0 0 0,-1 0-1 0 0,1 1 1 0 0,-1-1-1 0 0,1 0 1 0 0,0 1-1 0 0,-1-1 1 0 0,1 1 0 0 0,-1-1-1 0 0,1 1 1 0 0,-1 0-1 0 0,1 0 1 0 0,-1 0-1 0 0,0 0 1 0 0,1 0 0 0 0,-1 0-1 0 0,0 0 1 0 0,0 0-1 0 0,1 0 1 0 0,-1 1 0 0 0,0-1-1 0 0,0 0 1 0 0,-1 1-1 0 0,1-1 1 0 0,0 1-1 0 0,0-1 1 0 0,-1 1 0 0 0,1-1-1 0 0,0 3 1 0 0,-1-2 129 0 0,3 46 607 0 0,-3-46-1038 0 0,13 13-8843 0 0</inkml:trace>
</inkml:ink>
</file>

<file path=ppt/ink/ink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0:37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19 544 0 0,'0'0'1212'0'0,"8"-11"2533"0"0,-5 3-3061 0 0</inkml:trace>
</inkml:ink>
</file>

<file path=ppt/ink/ink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6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1 156 1472 0 0,'0'0'7700'0'0,"0"-5"-6404"0"0,2-16 920 0 0,0 1 1 0 0,2-1 0 0 0,8-28 0 0 0,-11 47-2224 0 0,-1-8-1314 0 0,-1 5-1677 0 0,0 3 2199 0 0,-2-2-183 0 0,0-13-8926 0 0</inkml:trace>
</inkml:ink>
</file>

<file path=ppt/ink/ink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7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9 113 13629 0 0,'-1'-4'195'0'0,"-7"-98"2436"0"0,11 97-2040 0 0,-1 3-2087 0 0</inkml:trace>
</inkml:ink>
</file>

<file path=ppt/ink/ink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1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420 44 176 0 0,'-19'-44'9347'0'0,"16"45"-9131"0"0,1 0 1 0 0,-1 0-1 0 0,1 0 0 0 0,-1 1 1 0 0,1-1-1 0 0,0 1 0 0 0,0 0 1 0 0,0-1-1 0 0,0 1 1 0 0,0 0-1 0 0,0 0 0 0 0,0 0 1 0 0,0 0-1 0 0,1 1 0 0 0,-1-1 1 0 0,-1 5-1 0 0,-35 60-44 0 0,16-27 214 0 0,-247 424 1249 0 0,236-395-1404 0 0,33-69-229 0 0,0 0-1 0 0,0 1 1 0 0,0-1-1 0 0,-1 0 1 0 0,1 1-1 0 0,0-1 1 0 0,0 0-1 0 0,0 0 0 0 0,0 1 1 0 0,0-1-1 0 0,0 0 1 0 0,0 1-1 0 0,0-1 1 0 0,0 0-1 0 0,0 1 1 0 0,0-1-1 0 0,0 0 1 0 0,0 1-1 0 0,0-1 0 0 0,0 0 1 0 0,0 1-1 0 0,1-1 1 0 0,-1 0-1 0 0,0 1 1 0 0,0-1-1 0 0,0 0 1 0 0,0 0-1 0 0,1 1 0 0 0,-1-1 1 0 0,0 0-1 0 0,0 0 1 0 0,0 1-1 0 0,1-1 1 0 0,-1 0-1 0 0,0 0 1 0 0,0 0-1 0 0,1 1 1 0 0,16 3 49 0 0,16-5 16 0 0,128-34 50 0 0,153-27-344 0 0,-297 65 85 0 0,-12-2-2266 0 0</inkml:trace>
</inkml:ink>
</file>

<file path=ppt/ink/ink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2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0 204 360 0 0,'151'-74'4426'0'0,"-83"47"-3546"0"0,101-26 0 0 0,-107 32-1112 0 0,-23 1-3032 0 0,-26 11 1546 0 0</inkml:trace>
</inkml:ink>
</file>

<file path=ppt/ink/ink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2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1 117 156 0 0,'3'-6'340'0'0,"1"0"0"0"0,0 1 0 0 0,1-1 0 0 0,-1 1-1 0 0,1 0 1 0 0,0 0 0 0 0,0 1 0 0 0,1 0 0 0 0,-1 0 0 0 0,1 0 0 0 0,0 0 0 0 0,0 1-1 0 0,0 0 1 0 0,0 0 0 0 0,12-3 0 0 0,11-3 172 0 0,0 2-1 0 0,39-5 1 0 0,-40 8-232 0 0,5-1-339 0 0,0 1-1 0 0,35 2 1 0 0,20 7-3922 0 0,-62-1 2151 0 0</inkml:trace>
</inkml:ink>
</file>

<file path=ppt/ink/ink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3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1 347 696 0 0,'1'-4'290'0'0,"1"0"-1"0"0,0 0 0 0 0,0 1 1 0 0,0-1-1 0 0,0 1 1 0 0,1 0-1 0 0,-1 0 1 0 0,1 0-1 0 0,0 0 0 0 0,0 0 1 0 0,0 0-1 0 0,0 1 1 0 0,1-1-1 0 0,-1 1 1 0 0,1 0-1 0 0,-1 0 1 0 0,1 0-1 0 0,0 1 0 0 0,0-1 1 0 0,6-1-1 0 0,-6 3-179 0 0,0-1-1 0 0,0 1 1 0 0,0-1-1 0 0,0 1 0 0 0,0 0 1 0 0,0 1-1 0 0,0-1 0 0 0,0 1 1 0 0,0 0-1 0 0,0 0 1 0 0,0 0-1 0 0,0 0 0 0 0,-1 1 1 0 0,1-1-1 0 0,0 1 1 0 0,-1 0-1 0 0,1 0 0 0 0,-1 0 1 0 0,0 1-1 0 0,0-1 1 0 0,0 1-1 0 0,0 0 0 0 0,0 0 1 0 0,0 0-1 0 0,-1 0 1 0 0,0 0-1 0 0,1 1 0 0 0,-1-1 1 0 0,0 1-1 0 0,-1-1 1 0 0,3 5-1 0 0,-1 2 15 0 0,1-1 0 0 0,-1 1 0 0 0,-1-1 1 0 0,0 1-1 0 0,0 0 0 0 0,-1 0 0 0 0,0 0 0 0 0,-1 0 1 0 0,0 0-1 0 0,0-1 0 0 0,-1 1 0 0 0,0 0 0 0 0,-1 0 1 0 0,0 0-1 0 0,-1-1 0 0 0,0 1 0 0 0,0-1 0 0 0,-1 0 0 0 0,-1 0 1 0 0,1 0-1 0 0,-1 0 0 0 0,-7 9 0 0 0,11-18-109 0 0,1 0-1 0 0,0 1 1 0 0,0-1 0 0 0,-1 0-1 0 0,1 1 1 0 0,0-1-1 0 0,-1 0 1 0 0,1 1 0 0 0,-1-1-1 0 0,1 0 1 0 0,0 0-1 0 0,-1 0 1 0 0,1 1-1 0 0,-1-1 1 0 0,1 0 0 0 0,-1 0-1 0 0,1 0 1 0 0,-1 0-1 0 0,1 0 1 0 0,-1 0 0 0 0,1 0-1 0 0,-1 0 1 0 0,1 0-1 0 0,0 0 1 0 0,-1 0 0 0 0,1 0-1 0 0,-1 0 1 0 0,1 0-1 0 0,-1 0 1 0 0,1 0 0 0 0,-1 0-1 0 0,1-1 1 0 0,-1 1-1 0 0,1 0 1 0 0,0 0 0 0 0,-1-1-1 0 0,1 1 1 0 0,0 0-1 0 0,-1-1 1 0 0,1 1-1 0 0,0 0 1 0 0,-1-1 0 0 0,1 1-1 0 0,0 0 1 0 0,-1-1-1 0 0,1 1 1 0 0,0-1 0 0 0,-1-1-13 0 0,0 1 0 0 0,1 0 0 0 0,-1 0 0 0 0,1 0 0 0 0,-1-1 0 0 0,1 1 0 0 0,0 0 0 0 0,-1 0 0 0 0,1-1 0 0 0,0 1 0 0 0,0 0 0 0 0,0-1 0 0 0,0 1 0 0 0,0 0 0 0 0,0 0 0 0 0,0-1 0 0 0,1 1 1 0 0,-1 0-1 0 0,1-2 0 0 0,8-16 28 0 0,1 0 0 0 0,0 1 0 0 0,2 0 0 0 0,13-16 0 0 0,-19 26-25 0 0,1 1 1 0 0,-1 0-1 0 0,1 0 0 0 0,0 1 0 0 0,1 0 1 0 0,-1 0-1 0 0,1 1 0 0 0,0 0 1 0 0,1 0-1 0 0,-1 1 0 0 0,15-5 1 0 0,-19 8-6 0 0,-1 1 1 0 0,1 0 0 0 0,0 0-1 0 0,-1 0 1 0 0,1 0 0 0 0,-1 1-1 0 0,1-1 1 0 0,-1 1 0 0 0,1 0 0 0 0,-1 0-1 0 0,1 0 1 0 0,-1 0 0 0 0,0 1-1 0 0,1 0 1 0 0,-1-1 0 0 0,0 1-1 0 0,0 0 1 0 0,0 0 0 0 0,-1 1-1 0 0,4 2 1 0 0,-1-1 0 0 0,-1 0 1 0 0,-1 0-1 0 0,1 0 1 0 0,0 0-1 0 0,-1 0 0 0 0,0 1 1 0 0,0 0-1 0 0,0-1 1 0 0,-1 1-1 0 0,0 0 0 0 0,0 0 1 0 0,2 8-1 0 0,3 8 61 0 0,-7-21-61 0 0,0 0 0 0 0,0 1-1 0 0,1-1 1 0 0,-1 0 0 0 0,0 0-1 0 0,0 0 1 0 0,0 1 0 0 0,0-1 0 0 0,1 0-1 0 0,-1 0 1 0 0,0 0 0 0 0,0 0 0 0 0,1 0-1 0 0,-1 1 1 0 0,0-1 0 0 0,0 0-1 0 0,1 0 1 0 0,-1 0 0 0 0,0 0 0 0 0,0 0-1 0 0,1 0 1 0 0,-1 0 0 0 0,0 0-1 0 0,0 0 1 0 0,1 0 0 0 0,-1 0 0 0 0,0 0-1 0 0,0 0 1 0 0,1 0 0 0 0,-1 0 0 0 0,0 0-1 0 0,0 0 1 0 0,1 0 0 0 0,-1-1-1 0 0,0 1 1 0 0,1 0 0 0 0,20-28-30 0 0,-7 6-31 0 0,-5 10-26 0 0,1 1 1 0 0,0 1 0 0 0,0-1-1 0 0,18-12 1 0 0,-27 22 62 0 0,26 15-74 0 0,-2 13 73 0 0,-18-18-25 0 0,1 0-1 0 0,0 0 1 0 0,1-1 0 0 0,17 12 0 0 0,-23-18-7 0 0,1 0 0 0 0,-1 0 1 0 0,0-1-1 0 0,0 0 0 0 0,1 1 0 0 0,-1-1 1 0 0,1 0-1 0 0,-1-1 0 0 0,0 1 1 0 0,1-1-1 0 0,0 0 0 0 0,-1 1 1 0 0,1-1-1 0 0,-1-1 0 0 0,1 1 1 0 0,-1-1-1 0 0,1 1 0 0 0,-1-1 1 0 0,1 0-1 0 0,5-2 0 0 0,-2-1-16 0 0,1 0-1 0 0,-1-1 0 0 0,0 0 1 0 0,0 0-1 0 0,0 0 0 0 0,-1-1 0 0 0,0 0 1 0 0,0 0-1 0 0,0-1 0 0 0,-1 1 0 0 0,0-1 1 0 0,0 0-1 0 0,-1-1 0 0 0,0 1 0 0 0,0-1 1 0 0,-1 0-1 0 0,0 0 0 0 0,0 0 0 0 0,3-16 1 0 0,1-13 16 0 0,-1 1 1 0 0,-2-1-1 0 0,-1-43 1 0 0,-3 75 45 0 0,-7-96 801 0 0,7 100-646 0 0,-1-13 140 0 0,-1 7-8 0 0,-1 8 466 0 0,-4 24-571 0 0,1 1 0 0 0,1 0 0 0 0,1 0 0 0 0,2 1 0 0 0,1 38 0 0 0,15 143 365 0 0,-13-190-492 0 0,4 44 167 0 0,-4-60-194 0 0,5-4-10 0 0,0 1 0 0 0,0-1 0 0 0,0 0 0 0 0,0 0 0 0 0,0-1 0 0 0,-1 1 0 0 0,1-2 0 0 0,-1 1 0 0 0,10-7 0 0 0,17-9 18 0 0,-23 15-23 0 0,-1 0 0 0 0,1 1 0 0 0,-1 0 0 0 0,1 1 0 0 0,0 0 0 0 0,0 0 1 0 0,10 0-1 0 0,-16 2-2 0 0,1 0 0 0 0,0 0 0 0 0,-1 0 0 0 0,1 1 0 0 0,0-1 0 0 0,-1 1 0 0 0,1 0 0 0 0,-1 0 0 0 0,1 0-1 0 0,-1 1 1 0 0,1-1 0 0 0,-1 1 0 0 0,0 0 0 0 0,0 0 0 0 0,0 0 0 0 0,0 0 0 0 0,0 0 0 0 0,0 1 0 0 0,3 3 0 0 0,-6-5 0 0 0,1 1 0 0 0,0-1-1 0 0,-1 0 1 0 0,0 0 0 0 0,1 1-1 0 0,-1-1 1 0 0,0 0 0 0 0,0 1-1 0 0,1-1 1 0 0,-1 0-1 0 0,0 1 1 0 0,0-1 0 0 0,0 0-1 0 0,-1 1 1 0 0,1-1 0 0 0,0 0-1 0 0,-1 1 1 0 0,1-1 0 0 0,0 0-1 0 0,-2 3 1 0 0,-13 23 11 0 0,9-20-5 0 0,-1-1 0 0 0,0 0 0 0 0,0 0 0 0 0,0 0 0 0 0,-1-1 0 0 0,0 0 0 0 0,0-1 0 0 0,0 1 0 0 0,0-2-1 0 0,-1 1 1 0 0,-14 3 0 0 0,5-2-10 0 0,-1-1 0 0 0,0-1 0 0 0,0 0 0 0 0,-28-1 0 0 0,45-2-134 0 0,-11-10-2496 0 0,13 8 2006 0 0,1-4-62 0 0,2-1-3917 0 0,6-5 1187 0 0</inkml:trace>
</inkml:ink>
</file>

<file path=ppt/ink/ink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4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0 155 20 0 0,'1'0'80'0'0,"-1"0"1"0"0,0 1-1 0 0,0-1 0 0 0,0 0 1 0 0,0 1-1 0 0,0-1 0 0 0,0 0 0 0 0,1 0 1 0 0,-1 1-1 0 0,0-1 0 0 0,0 0 1 0 0,0 0-1 0 0,1 0 0 0 0,-1 1 1 0 0,0-1-1 0 0,0 0 0 0 0,0 0 1 0 0,1 0-1 0 0,-1 1 0 0 0,0-1 0 0 0,1 0 1 0 0,-1 0-1 0 0,0 0 0 0 0,0 0 1 0 0,1 0-1 0 0,-1 0 0 0 0,0 0 1 0 0,1 0-1 0 0,-1 0 0 0 0,0 0 1 0 0,0 0-1 0 0,1 0 0 0 0,-1 0 1 0 0,0 0-1 0 0,1 0 0 0 0,-1 0 0 0 0,0 0 1 0 0,1 0-1 0 0,-1 0 0 0 0,0 0 1 0 0,1-1-1 0 0,49-15 1642 0 0,-27 10-1379 0 0,0 0 0 0 0,-1-2 0 0 0,0-1 0 0 0,0-1 0 0 0,-1-1 0 0 0,-1 0 0 0 0,22-16 0 0 0,-41 26-315 0 0,0 0 0 0 0,0 0 0 0 0,0 1 0 0 0,0-1 0 0 0,-1 0 0 0 0,1 0 0 0 0,0 0 0 0 0,0 0 0 0 0,-1 0 0 0 0,1 0 0 0 0,0 0 0 0 0,-1 0 0 0 0,1 0 0 0 0,-1 0 0 0 0,1 0 0 0 0,-1-1 0 0 0,0 1 0 0 0,0 0 0 0 0,1 0 0 0 0,-1 0 0 0 0,0-1 0 0 0,0 1-1 0 0,0 0 1 0 0,0 0 0 0 0,0-1 0 0 0,-1 1 0 0 0,1 0 0 0 0,0 0 0 0 0,0 0 0 0 0,-1 0 0 0 0,1-1 0 0 0,-1 1 0 0 0,1 0 0 0 0,-1 0 0 0 0,1 0 0 0 0,-2-1 0 0 0,0 0 26 0 0,1 1 0 0 0,-1 0 0 0 0,1 0 0 0 0,-1 0 0 0 0,0-1 0 0 0,0 2-1 0 0,0-1 1 0 0,1 0 0 0 0,-1 0 0 0 0,0 1 0 0 0,0-1 0 0 0,0 1 0 0 0,0-1 0 0 0,0 1 0 0 0,0 0 0 0 0,-1 0 0 0 0,1 0 0 0 0,0 0 0 0 0,0 0 0 0 0,0 0 0 0 0,0 1-1 0 0,0-1 1 0 0,0 1 0 0 0,-3 1 0 0 0,-2 0 39 0 0,-63 25 990 0 0,65-25-988 0 0,1 1 0 0 0,-1-1 0 0 0,1 1 0 0 0,0 0 0 0 0,0 0 1 0 0,0 0-1 0 0,1 0 0 0 0,-1 1 0 0 0,1 0 0 0 0,0-1 0 0 0,0 1 1 0 0,0 0-1 0 0,-3 6 0 0 0,6-8-75 0 0,-1 0 0 0 0,1 0 0 0 0,-1 0 0 0 0,1 0 0 0 0,0 0 0 0 0,-1 0 0 0 0,1 0 1 0 0,0 0-1 0 0,1 0 0 0 0,-1 0 0 0 0,0 0 0 0 0,0 0 0 0 0,1 0 0 0 0,-1 0 0 0 0,1 0 0 0 0,0 0 0 0 0,0-1 0 0 0,0 1 1 0 0,0 0-1 0 0,0 0 0 0 0,0-1 0 0 0,0 1 0 0 0,0 0 0 0 0,0-1 0 0 0,1 1 0 0 0,-1-1 0 0 0,1 0 0 0 0,-1 1 0 0 0,1-1 1 0 0,0 0-1 0 0,-1 0 0 0 0,1 0 0 0 0,0 0 0 0 0,0 0 0 0 0,4 1 0 0 0,4 2 16 0 0,0 1 0 0 0,0-2 0 0 0,1 1 0 0 0,0-2 0 0 0,13 3 0 0 0,8-1-173 0 0,0-2 0 0 0,48-2 0 0 0,-56-2-2482 0 0,-1-1 0 0 0,25-6 0 0 0,-33 5-434 0 0</inkml:trace>
</inkml:ink>
</file>

<file path=ppt/ink/ink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4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234 374 488 0 0,'-3'-3'357'0'0,"-1"1"0"0"0,1 0 0 0 0,-1 0 0 0 0,1 0 0 0 0,-1 0 0 0 0,0 1 0 0 0,0 0 0 0 0,0-1 0 0 0,0 1 0 0 0,0 1 0 0 0,0-1 0 0 0,0 1 0 0 0,0-1 0 0 0,0 1 0 0 0,0 0 0 0 0,0 1 0 0 0,-1-1 0 0 0,1 1 0 0 0,0-1 0 0 0,0 1 0 0 0,-7 3 0 0 0,-6 1 327 0 0,1 0 0 0 0,0 2 0 0 0,-30 15 0 0 0,42-20-605 0 0,1-1 1 0 0,0 1 0 0 0,1 0 0 0 0,-1 0-1 0 0,0 0 1 0 0,1 1 0 0 0,-1-1 0 0 0,1 1-1 0 0,-1-1 1 0 0,1 1 0 0 0,0 0 0 0 0,0 0 0 0 0,1 0-1 0 0,-1 0 1 0 0,1 0 0 0 0,-1 0 0 0 0,1 0-1 0 0,0 0 1 0 0,0 1 0 0 0,0-1 0 0 0,0 0-1 0 0,1 6 1 0 0,0-7-58 0 0,0 1 1 0 0,1-1-1 0 0,0 0 0 0 0,0 1 0 0 0,0-1 1 0 0,0 0-1 0 0,0 1 0 0 0,0-1 0 0 0,0 0 1 0 0,1 0-1 0 0,-1 0 0 0 0,1 0 1 0 0,-1 0-1 0 0,1 0 0 0 0,0-1 0 0 0,0 1 1 0 0,0 0-1 0 0,0-1 0 0 0,0 1 0 0 0,0-1 1 0 0,0 0-1 0 0,1 0 0 0 0,-1 0 0 0 0,0 0 1 0 0,1 0-1 0 0,-1 0 0 0 0,1-1 1 0 0,-1 1-1 0 0,1-1 0 0 0,-1 0 0 0 0,4 0 1 0 0,3 2-69 0 0,0-1 1 0 0,0-1 0 0 0,0 0-1 0 0,0 0 1 0 0,0-1 0 0 0,0 0-1 0 0,-1 0 1 0 0,1-1 0 0 0,0 0 0 0 0,-1-1-1 0 0,1 1 1 0 0,-1-2 0 0 0,0 1-1 0 0,0-1 1 0 0,0-1 0 0 0,0 1-1 0 0,-1-1 1 0 0,0-1 0 0 0,0 1-1 0 0,0-1 1 0 0,-1 0 0 0 0,0-1 0 0 0,0 0-1 0 0,0 0 1 0 0,-1 0 0 0 0,0 0-1 0 0,6-12 1 0 0,-3 2 10 0 0,0 0 1 0 0,-1 0-1 0 0,-1-1 0 0 0,-1 0 1 0 0,0 0-1 0 0,-1 0 1 0 0,-1 0-1 0 0,-1-1 0 0 0,-1 1 1 0 0,0-1-1 0 0,-1 1 0 0 0,-4-24 1 0 0,3 31 188 0 0,-1 0 1 0 0,0 0-1 0 0,0 0 1 0 0,-1 0-1 0 0,-1 1 1 0 0,0-1-1 0 0,0 1 1 0 0,-1 0-1 0 0,0 0 1 0 0,-1 1 0 0 0,0 0-1 0 0,-10-12 1 0 0,16 21-119 0 0,-1-1 0 0 0,0 1-1 0 0,1 0 1 0 0,-1-1 0 0 0,0 1 0 0 0,0 0 0 0 0,0 0 0 0 0,1 0 0 0 0,-1-1 0 0 0,0 1 0 0 0,0 0 0 0 0,0 0 0 0 0,1 0 0 0 0,-1 0 0 0 0,0 0 0 0 0,0 1 0 0 0,0-1 0 0 0,1 0 0 0 0,-1 0 0 0 0,0 0 0 0 0,0 1 0 0 0,1-1 0 0 0,-1 0 0 0 0,0 1 0 0 0,1-1 0 0 0,-1 1 0 0 0,0-1 0 0 0,1 1 0 0 0,-1-1 0 0 0,0 1-1 0 0,-19 19 576 0 0,12-10-463 0 0,0 1 0 0 0,2 0 0 0 0,-1 1 0 0 0,1-1 0 0 0,1 1-1 0 0,0 1 1 0 0,1-1 0 0 0,0 1 0 0 0,1 0 0 0 0,0-1 0 0 0,1 1 0 0 0,0 1 0 0 0,2-1-1 0 0,-1 15 1 0 0,3-3-262 0 0,0 1-1 0 0,2-1 0 0 0,1 0 1 0 0,1-1-1 0 0,0 1 0 0 0,17 35 1 0 0,-10-22-1779 0 0,0-4-6209 0 0,-8-25 4129 0 0</inkml:trace>
</inkml:ink>
</file>

<file path=ppt/ink/ink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5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65 498 1076 0 0,'0'0'2185'0'0,"0"-8"3793"0"0,-5 12-5799 0 0,0 0-1 0 0,0-1 1 0 0,1 1 0 0 0,0 1-1 0 0,0-1 1 0 0,0 0 0 0 0,0 1 0 0 0,0 0-1 0 0,1 0 1 0 0,0 0 0 0 0,0 1-1 0 0,1-1 1 0 0,0 1 0 0 0,-1-1 0 0 0,2 1-1 0 0,-1 0 1 0 0,-1 9 0 0 0,1-5-1 0 0,1 1 0 0 0,1-1 0 0 0,-1 1 0 0 0,2 0 0 0 0,-1-1 0 0 0,2 1 0 0 0,-1-1 0 0 0,1 1 0 0 0,6 16 0 0 0,-8-26-167 0 0,1 0 1 0 0,-1 0-1 0 0,0 0 0 0 0,1 0 1 0 0,-1 0-1 0 0,1 0 0 0 0,-1 0 1 0 0,1 0-1 0 0,0 0 0 0 0,-1 0 1 0 0,1 0-1 0 0,0-1 0 0 0,0 1 1 0 0,-1 0-1 0 0,1 0 0 0 0,0-1 1 0 0,0 1-1 0 0,0-1 0 0 0,0 1 1 0 0,0-1-1 0 0,0 1 0 0 0,0-1 1 0 0,0 1-1 0 0,0-1 0 0 0,0 0 1 0 0,0 1-1 0 0,0-1 0 0 0,0 0 1 0 0,1 0-1 0 0,-1 0 0 0 0,0 0 1 0 0,0 0-1 0 0,0 0 0 0 0,0 0 1 0 0,0-1-1 0 0,0 1 0 0 0,0 0 1 0 0,0-1-1 0 0,0 1 1 0 0,0 0-1 0 0,0-1 0 0 0,0 1 1 0 0,0-1-1 0 0,0 0 0 0 0,0 1 1 0 0,0-1-1 0 0,0 0 0 0 0,1-1 1 0 0,38-36 96 0 0,-39 37-98 0 0,10-15 13 0 0,0 0-1 0 0,-1-1 1 0 0,-1-1 0 0 0,-1 0 0 0 0,0 0-1 0 0,6-24 1 0 0,6-11 5 0 0,-7 19-8 0 0,-1-1-1 0 0,-2 0 0 0 0,11-69 0 0 0,-19 79-9 0 0,0 1 0 0 0,-1-1-1 0 0,-1 1 1 0 0,-2-1 0 0 0,0 1 0 0 0,-11-45 0 0 0,13 67-11 0 0,-1-1 0 0 0,1 0 0 0 0,-1 0 0 0 0,0 0 1 0 0,0 1-1 0 0,0-1 0 0 0,0 0 0 0 0,-1 1 0 0 0,1-1 0 0 0,-1 1 1 0 0,1-1-1 0 0,-1 1 0 0 0,0 0 0 0 0,0 0 0 0 0,0 0 0 0 0,0 0 1 0 0,0 0-1 0 0,-1 0 0 0 0,1 0 0 0 0,0 1 0 0 0,-1-1 0 0 0,0 1 1 0 0,1 0-1 0 0,-1 0 0 0 0,0 0 0 0 0,1 0 0 0 0,-1 0 0 0 0,0 0 1 0 0,0 1-1 0 0,0 0 0 0 0,0-1 0 0 0,0 1 0 0 0,-5 0 0 0 0,4 1 0 0 0,0 1 0 0 0,0-1 0 0 0,1 0-1 0 0,-1 1 1 0 0,0 0 0 0 0,0 0 0 0 0,1 0-1 0 0,-1 0 1 0 0,1 0 0 0 0,-1 1-1 0 0,1 0 1 0 0,0 0 0 0 0,0 0 0 0 0,0 0-1 0 0,1 0 1 0 0,-1 0 0 0 0,1 1 0 0 0,0-1-1 0 0,0 1 1 0 0,0 0 0 0 0,0-1 0 0 0,0 1-1 0 0,0 5 1 0 0,-1 0 2 0 0,0 1 0 0 0,1 1-1 0 0,1-1 1 0 0,-1 0 0 0 0,2 0 0 0 0,-1 1-1 0 0,2-1 1 0 0,-1 0 0 0 0,1 1 0 0 0,1-1-1 0 0,0 0 1 0 0,0 0 0 0 0,1 0 0 0 0,0 0-1 0 0,1 0 1 0 0,0-1 0 0 0,1 0 0 0 0,-1 0-1 0 0,8 10 1 0 0,-1-4-5 0 0,1 0-1 0 0,1 0 1 0 0,0-2-1 0 0,0 1 1 0 0,2-2-1 0 0,-1 0 1 0 0,1-1-1 0 0,1 0 1 0 0,25 13-1 0 0,-30-19 14 0 0,5 2-17 0 0,-1 1 1 0 0,0 1-1 0 0,-1 0 1 0 0,0 1-1 0 0,20 18 1 0 0,-31-25 13 0 0,0 0 0 0 0,-1 0 0 0 0,0 0 0 0 0,1 0 0 0 0,-1 0 0 0 0,-1 1 1 0 0,1-1-1 0 0,0 1 0 0 0,-1-1 0 0 0,1 1 0 0 0,-1-1 0 0 0,0 1 0 0 0,-1 0 0 0 0,1 0 1 0 0,-1-1-1 0 0,1 1 0 0 0,-1 0 0 0 0,0 0 0 0 0,0 0 0 0 0,-1 0 0 0 0,1-1 1 0 0,-1 1-1 0 0,0 0 0 0 0,0 0 0 0 0,0-1 0 0 0,0 1 0 0 0,-1-1 0 0 0,1 1 1 0 0,-1-1-1 0 0,0 0 0 0 0,-3 4 0 0 0,-52 81 1340 0 0,57-87-1514 0 0,-7 5-351 0 0</inkml:trace>
</inkml:ink>
</file>

<file path=ppt/ink/ink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5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64 140 0 0,'0'-53'6387'0'0,"0"51"-5768"0"0,-4-7 339 0 0</inkml:trace>
</inkml:ink>
</file>

<file path=ppt/ink/ink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6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5 108 432 0 0,'0'43'5273'0'0,"-3"39"-388"0"0,3-80-4113 0 0,-1-1-746 0 0,1-1 0 0 0,0 0 0 0 0,0 0 0 0 0,0 0 0 0 0,0 0 0 0 0,0 1 0 0 0,0-1 0 0 0,0 0 0 0 0,0 0 0 0 0,0 0 1 0 0,-1 0-1 0 0,1 1 0 0 0,0-1 0 0 0,0 0 0 0 0,0 0 0 0 0,0 0 0 0 0,0 1 0 0 0,0-1 0 0 0,0 0 0 0 0,0 0 0 0 0,0 0 0 0 0,0 1 1 0 0,0-1-1 0 0,1 0 0 0 0,-1 0 0 0 0,0 0 0 0 0,0 0 0 0 0,0 1 0 0 0,0-1 0 0 0,0 0 0 0 0,0 0 0 0 0,0 0 0 0 0,0 0 0 0 0,1 1 0 0 0,-1-1 1 0 0,0 0-1 0 0,0 0 0 0 0,0 0 0 0 0,0 0 0 0 0,0 0 0 0 0,1 0 0 0 0,-1 0 0 0 0,0 1 0 0 0,0-1 0 0 0,0 0 0 0 0,0 0 0 0 0,1 0 0 0 0,-1 0 1 0 0,0 0-1 0 0,0 0 0 0 0,0 0 0 0 0,1 0 0 0 0,4-8 5 0 0,0 1 33 0 0,0-1 0 0 0,0 1 0 0 0,1 1 1 0 0,0-1-1 0 0,0 1 0 0 0,0 0 0 0 0,12-9 1 0 0,-17 15-45 0 0,36 12 75 0 0,-26-5-139 0 0,0 0-1 0 0,1-1 1 0 0,0-1 0 0 0,0 0-1 0 0,0-1 1 0 0,0 0 0 0 0,1 0-1 0 0,-1-2 1 0 0,1 1 0 0 0,0-2 0 0 0,0 0-1 0 0,0 0 1 0 0,0-1 0 0 0,-1-1-1 0 0,19-2 1 0 0,-17 1-7 0 0,0-1 0 0 0,0 0 0 0 0,0-1-1 0 0,0-1 1 0 0,0 0 0 0 0,-1 0 0 0 0,0-1 0 0 0,0-1 0 0 0,-1-1 0 0 0,0 1 0 0 0,0-2-1 0 0,0 0 1 0 0,15-15 0 0 0,-23 18 51 0 0,0 1 1 0 0,0-1-1 0 0,0 1 0 0 0,-1-1 0 0 0,0 0 1 0 0,0-1-1 0 0,0 1 0 0 0,-1 0 0 0 0,0-1 1 0 0,0 0-1 0 0,0 1 0 0 0,-1-1 1 0 0,0 0-1 0 0,0-7 0 0 0,-2 13 14 0 0,1-1 0 0 0,0 1 0 0 0,0-1 0 0 0,0 1-1 0 0,-1 0 1 0 0,1-1 0 0 0,0 1 0 0 0,-1 0 0 0 0,0 0 0 0 0,1-1 0 0 0,-1 1-1 0 0,0 0 1 0 0,1 0 0 0 0,-1 0 0 0 0,0 0 0 0 0,0 0 0 0 0,0 0 0 0 0,0 0 0 0 0,0 0-1 0 0,0 0 1 0 0,0 0 0 0 0,0 1 0 0 0,0-1 0 0 0,-1 0 0 0 0,1 1 0 0 0,0-1-1 0 0,0 1 1 0 0,-1-1 0 0 0,1 1 0 0 0,0-1 0 0 0,-1 1 0 0 0,1 0 0 0 0,-2 0-1 0 0,-3-1 104 0 0,0 1-1 0 0,0 0 0 0 0,0 0 0 0 0,-1 0 0 0 0,-10 3 0 0 0,14-3-81 0 0,-1 1 1 0 0,1 0-1 0 0,0 0 0 0 0,-1 0 0 0 0,1 1 0 0 0,0-1 1 0 0,0 1-1 0 0,0-1 0 0 0,0 1 0 0 0,0 0 0 0 0,0 1 1 0 0,1-1-1 0 0,-1 0 0 0 0,1 1 0 0 0,-1-1 0 0 0,1 1 1 0 0,0 0-1 0 0,0 0 0 0 0,0-1 0 0 0,0 2 0 0 0,1-1 1 0 0,-1 0-1 0 0,1 0 0 0 0,0 0 0 0 0,0 1 0 0 0,0-1 1 0 0,0 0-1 0 0,1 1 0 0 0,-1 4 0 0 0,1-7-30 0 0,0 0-1 0 0,-1 1 1 0 0,1-1-1 0 0,0 0 0 0 0,0 0 1 0 0,0 0-1 0 0,1 0 1 0 0,-1 0-1 0 0,0 0 1 0 0,0 1-1 0 0,1-1 0 0 0,-1 0 1 0 0,0 0-1 0 0,1 0 1 0 0,-1 0-1 0 0,1 0 1 0 0,0 0-1 0 0,-1 0 0 0 0,1 0 1 0 0,0-1-1 0 0,-1 1 1 0 0,1 0-1 0 0,0 0 1 0 0,0 0-1 0 0,0-1 0 0 0,0 1 1 0 0,0 0-1 0 0,0-1 1 0 0,0 1-1 0 0,0-1 1 0 0,0 1-1 0 0,0-1 1 0 0,0 0-1 0 0,0 1 0 0 0,0-1 1 0 0,0 0-1 0 0,0 0 1 0 0,0 0-1 0 0,1 1 1 0 0,1-2-1 0 0,2 2 13 0 0,1-2 1 0 0,-1 1-1 0 0,1 0 0 0 0,-1-1 0 0 0,0 0 1 0 0,1-1-1 0 0,4-1 0 0 0,-5 1-12 0 0,-1-1 0 0 0,0 0 0 0 0,1 0 0 0 0,-1 0-1 0 0,0 0 1 0 0,-1-1 0 0 0,6-6 0 0 0,-9 9 4 0 0,0 1-4 0 0,0 0 0 0 0,0 0 0 0 0,0-1 0 0 0,1 1 0 0 0,-1 0 0 0 0,0 0 0 0 0,0 0 0 0 0,0-1 0 0 0,0 1 0 0 0,0 0 0 0 0,0 0 0 0 0,0 0 0 0 0,0 0 0 0 0,0-1 0 0 0,0 1 0 0 0,1 0 0 0 0,-1 0 0 0 0,0 0 0 0 0,0 0 0 0 0,0-1 0 0 0,0 1 0 0 0,0 0 0 0 0,1 0 0 0 0,-1 0 0 0 0,0 0 0 0 0,0 0 0 0 0,0 0 0 0 0,0 0 0 0 0,1 0 0 0 0,-1-1 0 0 0,0 1 0 0 0,0 0 0 0 0,0 0 0 0 0,1 0 0 0 0,-1 0 0 0 0,0 0 0 0 0,0 0 0 0 0,0 0 0 0 0,1 0 0 0 0,-1 0 0 0 0,0 0 0 0 0,0 0 0 0 0,1 0 0 0 0,-1 1 0 0 0,0-1 0 0 0,0 0 0 0 0,0 0 0 0 0,0 0 0 0 0,1 0 0 0 0,-1 0 0 0 0,0 0 0 0 0,0 0 0 0 0,0 0 0 0 0,0 1 0 0 0,1-1 0 0 0,-1 0 0 0 0,0 0 0 0 0,0 0 0 0 0,0 1 0 0 0,8 178 1304 0 0,-3-106-853 0 0,-2 0-1 0 0,-11 109 1 0 0,-2-115-257 0 0,-26 94 0 0 0,27-132-136 0 0,0 0 0 0 0,-2-1 0 0 0,-1-1-1 0 0,-1 1 1 0 0,-30 43 0 0 0,40-66 4 0 0,-1 0-1 0 0,0 0 0 0 0,-1 0 1 0 0,1-1-1 0 0,-1 1 1 0 0,0-1-1 0 0,0 0 0 0 0,0-1 1 0 0,-1 1-1 0 0,1-1 0 0 0,-1 0 1 0 0,-10 4-1 0 0,13-7-27 0 0,1 1 0 0 0,-1-1-1 0 0,1 0 1 0 0,-1 1 0 0 0,0-1-1 0 0,1 0 1 0 0,-1-1 0 0 0,1 1-1 0 0,-1 0 1 0 0,0-1 0 0 0,1 1 0 0 0,-1-1-1 0 0,1 0 1 0 0,0 0 0 0 0,-1 0-1 0 0,1 0 1 0 0,0 0 0 0 0,-1-1 0 0 0,1 1-1 0 0,0-1 1 0 0,0 1 0 0 0,0-1-1 0 0,0 0 1 0 0,0 0 0 0 0,1 0 0 0 0,-1 0-1 0 0,0 0 1 0 0,1 0 0 0 0,0 0-1 0 0,-1 0 1 0 0,1-1 0 0 0,0 1-1 0 0,-1-3 1 0 0,-3-10 19 0 0,0 1-1 0 0,1-1 1 0 0,0 0 0 0 0,1 0-1 0 0,1 0 1 0 0,0 0-1 0 0,1 0 1 0 0,1-1 0 0 0,0 1-1 0 0,1 0 1 0 0,1 0-1 0 0,0 0 1 0 0,1 0 0 0 0,1 0-1 0 0,0 0 1 0 0,10-20-1 0 0,-7 17-77 0 0,1 0-1 0 0,1 0 1 0 0,0 1-1 0 0,2 0 1 0 0,0 1-1 0 0,0 0 1 0 0,2 0-1 0 0,0 2 1 0 0,0-1-1 0 0,2 2 1 0 0,0 0-1 0 0,22-15 1 0 0,-27 22-378 0 0,0 1 0 0 0,1-1 0 0 0,0 2 0 0 0,0 0 0 0 0,0 0 1 0 0,15-2-1 0 0,6 1-3132 0 0,2 3-3584 0 0,-16 2 2733 0 0</inkml:trace>
</inkml:ink>
</file>

<file path=ppt/ink/ink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08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2 36 0 0,'0'0'801'0'0,"-3"0"-40"0"0,-70-1 8327 0 0,98 16-8752 0 0,-10-10-234 0 0,0 0 0 0 0,0 0 1 0 0,0-2-1 0 0,0 0 0 0 0,1 0 0 0 0,24 0 1 0 0,-8 0 7 0 0,120 10 211 0 0,272-11-1 0 0,287-7-163 0 0,-367 9-141 0 0,168 4 39 0 0,-252 2-50 0 0,53 0 5 0 0,-59 1 629 0 0,-108-6 2072 0 0,-144-5-2133 0 0,12 1 3012 0 0,-7-3-2529 0 0,-20 0-6256 0 0,-7-1 3539 0 0,1-2-4137 0 0</inkml:trace>
</inkml:ink>
</file>

<file path=ppt/ink/ink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10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334 69 872 0 0,'0'-3'294'0'0,"0"0"0"0"0,0 0-1 0 0,-1 0 1 0 0,0 0 0 0 0,0 0 0 0 0,0 0-1 0 0,0 0 1 0 0,0 1 0 0 0,0-1 0 0 0,-1 0 0 0 0,1 1-1 0 0,-1-1 1 0 0,0 1 0 0 0,0-1 0 0 0,0 1-1 0 0,0 0 1 0 0,0 0 0 0 0,0-1 0 0 0,-1 2-1 0 0,1-1 1 0 0,-1 0 0 0 0,1 0 0 0 0,-4-1 0 0 0,1 2-87 0 0,-1-1 0 0 0,1 1 1 0 0,-1 0-1 0 0,1 0 1 0 0,-1 0-1 0 0,1 1 1 0 0,-1 0-1 0 0,1 0 1 0 0,-1 0-1 0 0,0 1 1 0 0,-10 2-1 0 0,-7 2 357 0 0,18-5-435 0 0,0 0 1 0 0,0 1-1 0 0,0 0 1 0 0,0 0-1 0 0,0 0 0 0 0,0 1 1 0 0,0-1-1 0 0,1 1 1 0 0,-1 1-1 0 0,0-1 0 0 0,1 0 1 0 0,0 1-1 0 0,-1 0 1 0 0,1 0-1 0 0,0 0 0 0 0,-6 8 1 0 0,9-9-101 0 0,1 0-1 0 0,-1 0 1 0 0,0 0 0 0 0,1 0-1 0 0,-1 0 1 0 0,1 0 0 0 0,0 1-1 0 0,0-1 1 0 0,0 0 0 0 0,0 0-1 0 0,0 0 1 0 0,0 1 0 0 0,1-1-1 0 0,-1 0 1 0 0,1 0 0 0 0,-1 0-1 0 0,1 0 1 0 0,0 0 0 0 0,0 0-1 0 0,1 3 1 0 0,23 39 292 0 0,-22-41-289 0 0,16 23 49 0 0,-13-19-53 0 0,0 0-1 0 0,0 1 1 0 0,-1 0-1 0 0,0 0 1 0 0,-1 1-1 0 0,5 10 1 0 0,-8-18-19 0 0,-1 1 1 0 0,0 0-1 0 0,1 0 1 0 0,-1 0 0 0 0,0 0-1 0 0,0 0 1 0 0,0 0-1 0 0,0-1 1 0 0,0 1-1 0 0,-1 0 1 0 0,1 0-1 0 0,0 0 1 0 0,-1 0-1 0 0,0 0 1 0 0,1-1 0 0 0,-1 1-1 0 0,0 0 1 0 0,0-1-1 0 0,0 1 1 0 0,0 0-1 0 0,0-1 1 0 0,0 1-1 0 0,-1-1 1 0 0,1 0-1 0 0,0 1 1 0 0,-1-1 0 0 0,1 0-1 0 0,-1 0 1 0 0,1 0-1 0 0,-1 0 1 0 0,0 0-1 0 0,1 0 1 0 0,-1 0-1 0 0,0-1 1 0 0,0 1-1 0 0,-3 0 1 0 0,-20 9 90 0 0,-1-2 1 0 0,-39 9-1 0 0,16-10-4593 0 0</inkml:trace>
</inkml:ink>
</file>

<file path=ppt/ink/ink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36.0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47 776 0 0,'-7'-39'5723'0'0,"6"31"-3211"0"0,4 10-1040 0 0,13 22-661 0 0,9 18-1238 0 0,-14-19 878 0 0,19 51-182 0 0,-10-18-109 0 0,2-2-1 0 0,4 0 1 0 0,49 80-1 0 0,-58-118 198 0 0,-4-16 494 0 0,-10-4-769 0 0,-1 1 0 0 0,1-1 1 0 0,0 1-1 0 0,-1-1 0 0 0,0 0 0 0 0,0 0 0 0 0,0 0 0 0 0,2-6 0 0 0,16-44 260 0 0,22-88-1 0 0,-27 83-172 0 0,29-73 0 0 0,-43 130-316 0 0,0-1-1 0 0,0 0 1 0 0,0 1 0 0 0,0-1 0 0 0,1 1-1 0 0,-1-1 1 0 0,1 1 0 0 0,-1 0 0 0 0,1 0 0 0 0,0-1-1 0 0,0 1 1 0 0,0 0 0 0 0,0 1 0 0 0,0-1-1 0 0,5-3 1 0 0,-5 5-630 0 0,29 9-6191 0 0,-24-3 4100 0 0</inkml:trace>
</inkml:ink>
</file>

<file path=ppt/ink/ink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36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18 122 220 0 0,'5'-4'511'0'0,"1"0"1"0"0,-1 0-1 0 0,0 0 1 0 0,0-1-1 0 0,0 0 1 0 0,0 0-1 0 0,-1 0 1 0 0,0-1-1 0 0,0 0 0 0 0,0 1 1 0 0,-1-1-1 0 0,0-1 1 0 0,0 1-1 0 0,-1 0 1 0 0,1-1-1 0 0,-1 1 1 0 0,-1-1-1 0 0,1 0 1 0 0,0-8-1 0 0,-3 15-486 0 0,0 0-1 0 0,1-1 1 0 0,-1 1-1 0 0,0 0 1 0 0,1 0-1 0 0,-1 0 1 0 0,0 0-1 0 0,0 0 1 0 0,1-1-1 0 0,-1 1 1 0 0,0 0 0 0 0,1 1-1 0 0,-1-1 1 0 0,0 0-1 0 0,0 0 1 0 0,1 0-1 0 0,-1 0 1 0 0,0 1-1 0 0,1-1 1 0 0,-1 0 0 0 0,0 0-1 0 0,1 1 1 0 0,-1-1-1 0 0,0 1 1 0 0,1-1-1 0 0,-1 0 1 0 0,1 1-1 0 0,-1-1 1 0 0,0 2-1 0 0,-24 13 271 0 0,22-13-260 0 0,-1 1 0 0 0,1 0 1 0 0,0-1-1 0 0,0 1 1 0 0,0 0-1 0 0,0 1 0 0 0,0-1 1 0 0,1 0-1 0 0,-1 1 1 0 0,1 0-1 0 0,0 0 0 0 0,0-1 1 0 0,0 1-1 0 0,1 0 1 0 0,-1 0-1 0 0,1 0 0 0 0,0 1 1 0 0,-1 6-1 0 0,2-7-34 0 0,0-1 1 0 0,0 0-1 0 0,1 1 0 0 0,0-1 0 0 0,-1 1 1 0 0,1-1-1 0 0,0 0 0 0 0,0 0 0 0 0,1 1 1 0 0,-1-1-1 0 0,1 0 0 0 0,0 0 1 0 0,-1 0-1 0 0,1 0 0 0 0,1-1 0 0 0,-1 1 1 0 0,0-1-1 0 0,1 1 0 0 0,-1-1 0 0 0,1 0 1 0 0,-1 1-1 0 0,1-2 0 0 0,5 4 0 0 0,4 1-331 0 0,-1 0 0 0 0,1 0-1 0 0,0-1 1 0 0,0-1-1 0 0,18 4 1 0 0,-19-6-1122 0 0,-1 0 0 0 0,1-1 1 0 0,21 0-1 0 0,-14-2-1021 0 0</inkml:trace>
</inkml:ink>
</file>

<file path=ppt/ink/ink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36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58 407 252 0 0,'0'0'843'0'0,"-2"-2"-509"0"0,1 1 0 0 0,0 0 1 0 0,0-1-1 0 0,0 1 0 0 0,-1 0 0 0 0,1 0 0 0 0,0 0 0 0 0,-1 0 0 0 0,1 0 0 0 0,-1 0 0 0 0,0 0 0 0 0,1 1 0 0 0,-1-1 0 0 0,-3 0 0 0 0,3 2-242 0 0,0 0 0 0 0,0 0 0 0 0,0 0 0 0 0,0 0 0 0 0,0 0 1 0 0,1 1-1 0 0,-1-1 0 0 0,0 1 0 0 0,1-1 0 0 0,-1 1 0 0 0,1 0 0 0 0,-1 0 0 0 0,1-1 1 0 0,0 1-1 0 0,0 0 0 0 0,0 0 0 0 0,0 0 0 0 0,0 0 0 0 0,0 1 0 0 0,0-1 0 0 0,0 4 0 0 0,1-3-6 0 0,0 1-1 0 0,0 0 1 0 0,0-1-1 0 0,1 1 0 0 0,-1-1 1 0 0,1 1-1 0 0,0-1 1 0 0,0 1-1 0 0,0-1 0 0 0,1 1 1 0 0,-1-1-1 0 0,4 6 1 0 0,0-2-13 0 0,-1-1 0 0 0,1 1 0 0 0,1-1 0 0 0,-1 0 0 0 0,1 0 0 0 0,0 0 0 0 0,0-1 0 0 0,1 0 1 0 0,-1 0-1 0 0,1 0 0 0 0,0-1 0 0 0,12 5 0 0 0,-11-6-51 0 0,1-1-1 0 0,0 1 1 0 0,0-1-1 0 0,-1-1 1 0 0,1 0 0 0 0,0 0-1 0 0,0-1 1 0 0,0 0 0 0 0,0-1-1 0 0,0 1 1 0 0,0-2-1 0 0,0 1 1 0 0,0-1 0 0 0,-1-1-1 0 0,1 0 1 0 0,-1 0 0 0 0,1 0-1 0 0,-1-1 1 0 0,0 0 0 0 0,-1-1-1 0 0,1 0 1 0 0,-1 0-1 0 0,0-1 1 0 0,10-9 0 0 0,-7 4-13 0 0,0 0 0 0 0,-1-1 1 0 0,0 0-1 0 0,-1 0 0 0 0,0-1 0 0 0,-1 1 1 0 0,-1-2-1 0 0,0 1 0 0 0,-1-1 1 0 0,0 0-1 0 0,-1 0 0 0 0,-1 0 0 0 0,0-1 1 0 0,1-18-1 0 0,-4 6 115 0 0,-1 1-1 0 0,-1-1 1 0 0,-1 1-1 0 0,-2 0 1 0 0,0 0-1 0 0,-14-38 1 0 0,9 31 508 0 0,-3-8 2169 0 0,23 97-2537 0 0,2-2-1 0 0,25 67 1 0 0,5 22-51 0 0,-39-129-273 0 0,21 98-752 0 0,-24-95-1606 0 0</inkml:trace>
</inkml:ink>
</file>

<file path=ppt/ink/ink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37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1 115 332 0 0,'28'-9'2871'0'0,"266"-56"1863"0"0,-251 55-4220 0 0,30-18 1492 0 0,-71 27-446 0 0,-4 6-1401 0 0,-6 12-41 0 0,3-6-29 0 0,0 0 1 0 0,1 0 0 0 0,0 0-1 0 0,-2 13 1 0 0,5-20-73 0 0,1 1 1 0 0,-1-1-1 0 0,1 1 0 0 0,0-1 1 0 0,1 1-1 0 0,-1-1 0 0 0,1 1 1 0 0,0-1-1 0 0,0 1 1 0 0,0-1-1 0 0,0 0 0 0 0,1 0 1 0 0,0 1-1 0 0,0-1 0 0 0,2 4 1 0 0,20 24 112 0 0,-23-31-115 0 0,1 0 0 0 0,-1 1 0 0 0,0-1 0 0 0,0 0 0 0 0,1 0-1 0 0,-1 0 1 0 0,0 0 0 0 0,1 0 0 0 0,-1 0 0 0 0,1 0 0 0 0,-1 0-1 0 0,1 0 1 0 0,0-1 0 0 0,-1 1 0 0 0,1-1 0 0 0,0 1 0 0 0,-1-1-1 0 0,1 0 1 0 0,0 0 0 0 0,3 0 0 0 0,-2-1 13 0 0,-1 0 1 0 0,1 0 0 0 0,0 0-1 0 0,-1-1 1 0 0,1 1-1 0 0,-1-1 1 0 0,0 0 0 0 0,1 0-1 0 0,-1 0 1 0 0,0 0-1 0 0,0 0 1 0 0,0 0 0 0 0,0-1-1 0 0,-1 1 1 0 0,1-1-1 0 0,-1 1 1 0 0,1-1 0 0 0,-1 1-1 0 0,0-1 1 0 0,0 0-1 0 0,0 0 1 0 0,0 0-1 0 0,-1 1 1 0 0,1-1 0 0 0,-1 0-1 0 0,1 0 1 0 0,-1 0-1 0 0,0-3 1 0 0,0-4 47 0 0,0 1 0 0 0,-1-1 0 0 0,0 0 0 0 0,0 1-1 0 0,-1 0 1 0 0,0-1 0 0 0,-5-12 0 0 0,4 16-49 0 0,-1 0 0 0 0,1 0 0 0 0,-1 0 1 0 0,-1 0-1 0 0,-7-8 0 0 0,7 8-160 0 0,4 5 46 0 0,0 0 1 0 0,0 1-1 0 0,0-1 0 0 0,0 1 1 0 0,0-1-1 0 0,-1 1 1 0 0,1-1-1 0 0,0 1 0 0 0,0 0 1 0 0,0-1-1 0 0,0 1 0 0 0,0 0 1 0 0,-1 0-1 0 0,1 0 0 0 0,0 0 1 0 0,0 0-1 0 0,0 0 0 0 0,0 0 1 0 0,-3 1-1 0 0,-6 1-7284 0 0,-3 2 4095 0 0</inkml:trace>
</inkml:ink>
</file>

<file path=ppt/ink/ink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38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0 130 140 0 0,'15'-4'2876'0'0,"-8"4"-2456"0"0,0-1-1 0 0,0 1 1 0 0,1 0 0 0 0,-1 1-1 0 0,0 0 1 0 0,0 0-1 0 0,0 0 1 0 0,0 1 0 0 0,0 0-1 0 0,0 0 1 0 0,0 1-1 0 0,-1 0 1 0 0,1 0 0 0 0,-1 0-1 0 0,8 6 1 0 0,-10-5-305 0 0,1-1-1 0 0,-1 1 1 0 0,0 0 0 0 0,0 0-1 0 0,0 0 1 0 0,-1 0 0 0 0,1 1-1 0 0,-1 0 1 0 0,0-1 0 0 0,0 1-1 0 0,-1 1 1 0 0,1-1 0 0 0,-1 0 0 0 0,0 0-1 0 0,-1 1 1 0 0,1-1 0 0 0,-1 1-1 0 0,0-1 1 0 0,-1 1 0 0 0,1 6-1 0 0,0 1 679 0 0,4-23-577 0 0,-3 2-215 0 0,1 1 1 0 0,0 0 0 0 0,1 0 0 0 0,0 0 0 0 0,0 0 0 0 0,0 0-1 0 0,10-10 1 0 0,-10 15-2 0 0,0-1 0 0 0,1 1 0 0 0,-1 0-1 0 0,1 0 1 0 0,-1 1 0 0 0,1-1 0 0 0,0 1-1 0 0,-1 0 1 0 0,1 0 0 0 0,0 0 0 0 0,0 1-1 0 0,0 0 1 0 0,0 0 0 0 0,0 0 0 0 0,0 0 0 0 0,0 1-1 0 0,6 2 1 0 0,45-3 97 0 0,-45-2-48 0 0,-1 0 1 0 0,0 0-1 0 0,0-2 0 0 0,-1 1 1 0 0,1-1-1 0 0,-1 0 1 0 0,0-1-1 0 0,0 0 1 0 0,0-1-1 0 0,-1 0 0 0 0,1 0 1 0 0,-1-1-1 0 0,-1 0 1 0 0,0 0-1 0 0,0-1 0 0 0,0 0 1 0 0,-1 0-1 0 0,0 0 1 0 0,10-19-1 0 0,4-27 830 0 0,-19 53-762 0 0,0 5-82 0 0,12 30 5 0 0,2 6 65 0 0,20 82-1 0 0,-35-119-100 0 0,0 0-1 0 0,-1 0 0 0 0,1 0 1 0 0,-1 0-1 0 0,1 0 1 0 0,-1 0-1 0 0,0-1 1 0 0,0 1-1 0 0,0 0 0 0 0,-1 0 1 0 0,1 0-1 0 0,-1-1 1 0 0,1 1-1 0 0,-1-1 1 0 0,0 1-1 0 0,0-1 1 0 0,0 0-1 0 0,0 0 0 0 0,0 0 1 0 0,-1 0-1 0 0,1 0 1 0 0,-1 0-1 0 0,-3 2 1 0 0,-6 3-49 0 0,0 0 1 0 0,-1 0 0 0 0,-19 7-1 0 0,27-12-462 0 0,-23 7-1214 0 0,9-6-5329 0 0</inkml:trace>
</inkml:ink>
</file>

<file path=ppt/ink/ink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0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0 731 212 0 0,'12'-17'7873'0'0,"4"1"-3626"0"0,51-20-2939 0 0,-21 12-493 0 0,-5-2-441 0 0,-1-1 1 0 0,-1-3-1 0 0,52-49 1 0 0,-75 62-293 0 0,0 0 1 0 0,-1 0-1 0 0,-1-2 1 0 0,-1 0-1 0 0,-1 0 1 0 0,-1-2-1 0 0,0 1 1 0 0,-1-1-1 0 0,11-36 1 0 0,-14 32-33 0 0,-3 14-9 0 0,-1-2-1 0 0,0 1 1 0 0,0 0-1 0 0,-1 0 1 0 0,-1-1 0 0 0,0-24-1 0 0,-1 29-1 0 0,-3-46 195 0 0,3 51-214 0 0,0-1 1 0 0,0 1-1 0 0,-1-1 1 0 0,0 1-1 0 0,0-1 1 0 0,0 1-1 0 0,0 0 1 0 0,0 0-1 0 0,-1-1 1 0 0,0 1-1 0 0,1 0 1 0 0,-1 0-1 0 0,-3-3 1 0 0,4 5-16 0 0,-1 1 0 0 0,1-1 0 0 0,0 1 0 0 0,0 0 0 0 0,-1-1 0 0 0,1 1 0 0 0,0 0 0 0 0,-1 0 0 0 0,1 0 0 0 0,0 0 1 0 0,-1 0-1 0 0,1 0 0 0 0,0 1 0 0 0,-1-1 0 0 0,1 0 0 0 0,0 1 0 0 0,0-1 0 0 0,-1 0 0 0 0,1 1 0 0 0,0 0 0 0 0,0-1 1 0 0,0 1-1 0 0,-1 0 0 0 0,1 0 0 0 0,0-1 0 0 0,0 1 0 0 0,0 0 0 0 0,0 0 0 0 0,1 0 0 0 0,-2 2 0 0 0,1-2-3 0 0,-11 11 0 0 0,1 1 1 0 0,0 0-1 0 0,1 1 1 0 0,0 0-1 0 0,1 1 1 0 0,-12 29-1 0 0,-32 98-106 0 0,35-80 91 0 0,2 1-1 0 0,4 1 1 0 0,2 0-1 0 0,-1 72 0 0 0,13 258 11 0 0,4-143 5 0 0,-6-233-59 0 0,0-1 0 0 0,-2 1 0 0 0,-5 23-1 0 0,7-38-107 0 0,0 0 0 0 0,-1 0 0 0 0,0 0-1 0 0,0 0 1 0 0,0 0 0 0 0,0 0 0 0 0,0 0-1 0 0,0 0 1 0 0,-1 0 0 0 0,0 0 0 0 0,1-1-1 0 0,-1 1 1 0 0,0-1 0 0 0,0 1 0 0 0,0-1-1 0 0,-1 0 1 0 0,1 0 0 0 0,0 0 0 0 0,-1 0-1 0 0,0 0 1 0 0,1-1 0 0 0,-1 1 0 0 0,0-1-1 0 0,0 1 1 0 0,-5 0 0 0 0,4-1-549 0 0,0-1 0 0 0,0 0 0 0 0,0-1 1 0 0,0 1-1 0 0,0-1 0 0 0,0 0 0 0 0,0 0 0 0 0,0 0 1 0 0,-7-3-1 0 0,-4-4-2670 0 0</inkml:trace>
</inkml:ink>
</file>

<file path=ppt/ink/ink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0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1 460 820 0 0,'0'0'2132'0'0,"3"-3"-1517"0"0,14-7-239 0 0,0 0 0 0 0,0 1 0 0 0,1 1-1 0 0,0 1 1 0 0,0 0 0 0 0,0 1 0 0 0,25-4 0 0 0,-6 0 4 0 0,129-39 1437 0 0,233-105 0 0 0,-339 126-878 0 0,107-68 0 0 0,-166 96-898 0 0,0-1 0 0 0,0 1 0 0 0,0-1 0 0 0,0 1 0 0 0,0 0 0 0 0,0-1-1 0 0,0 0 1 0 0,0 1 0 0 0,0-1 0 0 0,0 0 0 0 0,0 1 0 0 0,-1-1 0 0 0,1 0 0 0 0,0 0 0 0 0,-1 0 0 0 0,1 0 0 0 0,0 1 0 0 0,-1-1 0 0 0,1 0 0 0 0,-1 0 0 0 0,1 0 0 0 0,-1 0 0 0 0,0 0 0 0 0,1 0 0 0 0,-1-1-1 0 0,0 1 1 0 0,0 0 0 0 0,0 0 0 0 0,0 0 0 0 0,0 0 0 0 0,0 0 0 0 0,0 0 0 0 0,0 0 0 0 0,0 0 0 0 0,-1 0 0 0 0,1 0 0 0 0,0 0 0 0 0,-1 0 0 0 0,1 0 0 0 0,0 0 0 0 0,-1 0 0 0 0,0 0 0 0 0,1 0 0 0 0,-1 0 0 0 0,1 0-1 0 0,-1 0 1 0 0,0 0 0 0 0,0 1 0 0 0,1-1 0 0 0,-1 0 0 0 0,0 1 0 0 0,0-1 0 0 0,0 0 0 0 0,-2 0 0 0 0,2 0-27 0 0,0 1 0 0 0,0-1 0 0 0,0 0 1 0 0,-1 1-1 0 0,1-1 0 0 0,0 1 0 0 0,0-1 0 0 0,-1 1 0 0 0,1 0 1 0 0,0 0-1 0 0,-1 0 0 0 0,1-1 0 0 0,0 1 0 0 0,-1 0 0 0 0,1 1 0 0 0,-1-1 1 0 0,1 0-1 0 0,0 0 0 0 0,-1 1 0 0 0,1-1 0 0 0,0 0 0 0 0,0 1 1 0 0,-1-1-1 0 0,1 1 0 0 0,-1 0 0 0 0,-26 17 145 0 0,22-14-146 0 0,0 0 0 0 0,1 1 0 0 0,0-1-1 0 0,0 1 1 0 0,0 0 0 0 0,0 0-1 0 0,1 1 1 0 0,0-1 0 0 0,0 1 0 0 0,1 0-1 0 0,-1 0 1 0 0,1 0 0 0 0,0 1-1 0 0,1-1 1 0 0,0 1 0 0 0,0-1 0 0 0,0 1-1 0 0,1 0 1 0 0,0 0 0 0 0,0 0 0 0 0,1 0-1 0 0,-1-1 1 0 0,2 1 0 0 0,1 13-1 0 0,-2-18-8 0 0,0-1 0 0 0,1 0 0 0 0,-1 1 0 0 0,1-1 0 0 0,0 0 0 0 0,-1 0 0 0 0,1 1 0 0 0,0-1-1 0 0,0 0 1 0 0,0 0 0 0 0,0 0 0 0 0,0 0 0 0 0,0 0 0 0 0,0 0 0 0 0,0 0 0 0 0,0 0 0 0 0,0-1-1 0 0,0 1 1 0 0,0 0 0 0 0,1-1 0 0 0,-1 1 0 0 0,0-1 0 0 0,1 1 0 0 0,-1-1 0 0 0,0 0 0 0 0,1 1-1 0 0,-1-1 1 0 0,0 0 0 0 0,1 0 0 0 0,-1 0 0 0 0,1 0 0 0 0,-1 0 0 0 0,0 0 0 0 0,1 0 0 0 0,2-1 0 0 0,55-15 56 0 0,-44 11-57 0 0,7-2 31 0 0,-1-1 0 0 0,26-13 0 0 0,-30 13-39 0 0,0 0 0 0 0,0 1 0 0 0,1 1 0 0 0,27-6 0 0 0,-42 11 3 0 0,1 1 0 0 0,-1-1 0 0 0,0 1 0 0 0,0 0 1 0 0,0 0-1 0 0,1 0 0 0 0,-1 1 0 0 0,0-1 0 0 0,0 1 0 0 0,0-1 0 0 0,0 1 0 0 0,0 0 0 0 0,0 0 0 0 0,0 1 0 0 0,0-1 0 0 0,0 1 0 0 0,0-1 1 0 0,0 1-1 0 0,2 2 0 0 0,0 1-2 0 0,0 0 1 0 0,-1 1-1 0 0,1 0 1 0 0,-1 0-1 0 0,-1 0 1 0 0,5 8 0 0 0,-6-9 21 0 0,1 0 1 0 0,-1-1-1 0 0,1 1 1 0 0,0-1-1 0 0,1 0 0 0 0,-1 0 1 0 0,8 8-1 0 0,-10-11 101 0 0,21-8 139 0 0,-7 0-171 0 0,-1 0-1 0 0,0-1 0 0 0,0-1 1 0 0,-1 0-1 0 0,0 0 0 0 0,21-21 1 0 0,-20 17-1156 0 0,1 0 1 0 0,0 2-1 0 0,0-1 1 0 0,28-13-1 0 0,-19 14-3307 0 0,-1 2 332 0 0</inkml:trace>
</inkml:ink>
</file>

<file path=ppt/ink/ink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2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2 822 20 0 0,'-2'2'7256'0'0,"17"-3"-5857"0"0,-9 1-1357 0 0,0-1-1 0 0,-1 0 0 0 0,0 0 0 0 0,1 0 0 0 0,-1-1 0 0 0,8-2 0 0 0,30-20 388 0 0,-1-2 0 0 0,-1-1 0 0 0,-1-2-1 0 0,-2-2 1 0 0,-1-2 0 0 0,60-67-1 0 0,-74 71-324 0 0,0-1-1 0 0,-2 0 0 0 0,-2-2 0 0 0,0-1 1 0 0,-3 0-1 0 0,0-1 0 0 0,-2-1 1 0 0,-2 0-1 0 0,13-60 0 0 0,-20 38 100 0 0,-5 54-189 0 0,0 0 0 0 0,0 1 0 0 0,-1-1 0 0 0,1 0 0 0 0,-1 0 0 0 0,0 0 0 0 0,0 0 0 0 0,0 1 0 0 0,0-1 1 0 0,0 0-1 0 0,0 1 0 0 0,-1-1 0 0 0,1 1 0 0 0,-1-1 0 0 0,0 1 0 0 0,-3-4 0 0 0,4 6-12 0 0,0-1-1 0 0,0 0 1 0 0,0 1-1 0 0,0-1 1 0 0,0 1-1 0 0,0-1 1 0 0,0 1-1 0 0,0 0 1 0 0,0 0-1 0 0,0-1 1 0 0,0 1-1 0 0,0 0 1 0 0,-1 0-1 0 0,1 0 1 0 0,0 0 0 0 0,0 0-1 0 0,-1 0 1 0 0,0 0 2 0 0,-1 0-5 0 0,0 0 1 0 0,0 1 0 0 0,0-1 0 0 0,0 1 0 0 0,0-1 0 0 0,0 1 0 0 0,0 0 0 0 0,0 0 0 0 0,0 1 0 0 0,0-1 0 0 0,1 0 0 0 0,-1 1 0 0 0,0 0 0 0 0,1-1 0 0 0,-1 1-1 0 0,1 0 1 0 0,0 0 0 0 0,0 1 0 0 0,0-1 0 0 0,-3 3 0 0 0,1 2 0 0 0,0 0 0 0 0,0 1 0 0 0,0-1 1 0 0,-5 16-1 0 0,8-19-2 0 0,-3 9 4 0 0,0-1 0 0 0,1 1 0 0 0,0 0 0 0 0,1 0 0 0 0,1 0 0 0 0,0 0 1 0 0,1 1-1 0 0,0-1 0 0 0,1 0 0 0 0,1 0 0 0 0,0 0 0 0 0,0 0 0 0 0,1 0 0 0 0,1 0 0 0 0,0-1 0 0 0,1 0 0 0 0,1 0 1 0 0,-1 0-1 0 0,2 0 0 0 0,0-1 0 0 0,0 0 0 0 0,1 0 0 0 0,0-1 0 0 0,1 0 0 0 0,0-1 0 0 0,1 0 0 0 0,0 0 0 0 0,14 9 1 0 0,-11-9 2 0 0,1-2 0 0 0,0 0 0 0 0,1-1 0 0 0,-1 0 0 0 0,1-1 0 0 0,1-1 1 0 0,-1 0-1 0 0,0-1 0 0 0,1-1 0 0 0,0 0 0 0 0,23-1 0 0 0,-17-2 7 0 0,0-1 0 0 0,-1-1 0 0 0,1-1-1 0 0,-1-1 1 0 0,1-1 0 0 0,-2-1 0 0 0,34-15 0 0 0,-49 20-10 0 0,0-1 0 0 0,0 0 0 0 0,0-1 0 0 0,-1 1 0 0 0,1-1 1 0 0,-1 1-1 0 0,0-1 0 0 0,0-1 0 0 0,0 1 0 0 0,0-1 1 0 0,-1 1-1 0 0,0-1 0 0 0,5-9 0 0 0,-1-1 16 0 0,-2-1 0 0 0,0 1 0 0 0,5-21 0 0 0,-7 22 2 0 0,-3 11-6 0 0,0 1 0 0 0,0-1 0 0 0,0 0 0 0 0,0 1 0 0 0,0-1 0 0 0,-1 0 0 0 0,1 1 0 0 0,-1-1 0 0 0,1 1 0 0 0,-1-1 0 0 0,0 1 0 0 0,-3-5 0 0 0,4 5 34 0 0,-4 6-41 0 0,2-2-7 0 0,-1 1 0 0 0,1-1 0 0 0,0 1 0 0 0,0 0 1 0 0,0-1-1 0 0,1 1 0 0 0,-1 0 0 0 0,1 0 0 0 0,-1 0 0 0 0,1 0 0 0 0,0 0 0 0 0,0 1 0 0 0,0-1 1 0 0,1 0-1 0 0,-1 0 0 0 0,1 1 0 0 0,0-1 0 0 0,0 0 0 0 0,0 4 0 0 0,1-2 2 0 0,0 0 0 0 0,0 0-1 0 0,1 0 1 0 0,0 0 0 0 0,0-1-1 0 0,0 1 1 0 0,0-1 0 0 0,1 0-1 0 0,0 1 1 0 0,0-1 0 0 0,5 6-1 0 0,0-1-5 0 0,1-1-1 0 0,0-1 1 0 0,0 1 0 0 0,0-1-1 0 0,1-1 1 0 0,0 0-1 0 0,0 0 1 0 0,1-1-1 0 0,-1 0 1 0 0,22 5-1 0 0,-20-7-4 0 0,0-2-1 0 0,-1 0 0 0 0,1 0 1 0 0,0-1-1 0 0,0 0 1 0 0,0-1-1 0 0,0-1 0 0 0,-1 0 1 0 0,1 0-1 0 0,-1-1 1 0 0,1-1-1 0 0,-1 0 1 0 0,0 0-1 0 0,0-1 0 0 0,-1 0 1 0 0,1-1-1 0 0,-1 0 1 0 0,-1-1-1 0 0,1 0 0 0 0,-1-1 1 0 0,0 0-1 0 0,-1 0 1 0 0,13-17-1 0 0,-7 9 14 0 0,-2-1 1 0 0,0 0-1 0 0,-1-1 0 0 0,-1 0 1 0 0,0 0-1 0 0,-1-1 0 0 0,-2-1 1 0 0,0 0-1 0 0,-1 0 0 0 0,0 0 1 0 0,-2 0-1 0 0,3-38 0 0 0,-7 35 271 0 0,-1-1-1 0 0,-6-34 0 0 0,6 50-142 0 0,1 6 114 0 0,-3 7-215 0 0,-4 5-16 0 0,2 1-1 0 0,-1 0 1 0 0,2 0-1 0 0,-1 0 1 0 0,1 0-1 0 0,1 1 1 0 0,-2 12-1 0 0,-14 97 74 0 0,15-88-62 0 0,-26 182 84 0 0,-27 264 49 0 0,45-365 174 0 0,12-113 430 0 0,-1-6-660 0 0,-2-19-65 0 0,1-1 0 0 0,1 1 0 0 0,1-1 0 0 0,2 1 0 0 0,0 0 0 0 0,2-1 0 0 0,10-38 0 0 0,5-2 90 0 0,44-99 1 0 0,-55 143-130 0 0,2 1 0 0 0,0-1 0 0 0,1 1 0 0 0,1 1 0 0 0,1 0 0 0 0,1 1 0 0 0,1 1 0 0 0,0 0 0 0 0,30-25 0 0 0,-40 39-4 0 0,0 0 1 0 0,1 0 0 0 0,-1 1 0 0 0,1 0 0 0 0,0 0 0 0 0,-1 1 0 0 0,1-1-1 0 0,0 1 1 0 0,0 1 0 0 0,0-1 0 0 0,0 1 0 0 0,0 0 0 0 0,0 0 0 0 0,0 1-1 0 0,0-1 1 0 0,0 1 0 0 0,0 1 0 0 0,0-1 0 0 0,7 4 0 0 0,-9-4 2 0 0,-1 0 0 0 0,0 1 0 0 0,0-1 0 0 0,1 1 0 0 0,-1 0 0 0 0,0 0 0 0 0,0 0 0 0 0,-1 0 0 0 0,1 0 0 0 0,0 1 0 0 0,-1-1 0 0 0,0 1 0 0 0,1 0 0 0 0,-1-1 0 0 0,0 1 0 0 0,0 0 0 0 0,-1 0 1 0 0,1 0-1 0 0,0 1 0 0 0,-1-1 0 0 0,0 0 0 0 0,0 1 0 0 0,0-1 0 0 0,0 1 0 0 0,-1-1 0 0 0,1 1 0 0 0,-1-1 0 0 0,0 1 0 0 0,0-1 0 0 0,0 1 0 0 0,0-1 0 0 0,-1 1 0 0 0,-1 5 0 0 0,0-4 14 0 0,0 0 0 0 0,0-1 0 0 0,-1 1 0 0 0,0-1 0 0 0,1 1 0 0 0,-2-1 0 0 0,1 0 0 0 0,0 0 0 0 0,-1 0 0 0 0,0-1 0 0 0,0 1 0 0 0,0-1 0 0 0,0 0 0 0 0,0 0 0 0 0,-1 0 0 0 0,1-1 0 0 0,-1 1 0 0 0,0-1 0 0 0,0-1-1 0 0,-6 3 1 0 0,0 0-138 0 0,-1-1 0 0 0,0 0-1 0 0,0-1 1 0 0,0 0-1 0 0,0-1 1 0 0,0 0 0 0 0,-18-2-1 0 0,11-6-2797 0 0,15-1-3711 0 0,2-5 2780 0 0</inkml:trace>
</inkml:ink>
</file>

<file path=ppt/ink/ink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2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28 0 0,'8'2'577'0'0,"0"1"-1"0"0,-1 0 1 0 0,0 1-1 0 0,1-1 1 0 0,-1 1-1 0 0,-1 1 1 0 0,1 0-1 0 0,-1-1 1 0 0,1 2-1 0 0,-2-1 1 0 0,1 1 0 0 0,0 0-1 0 0,-1 0 1 0 0,0 1-1 0 0,-1-1 1 0 0,1 1-1 0 0,-1 0 1 0 0,6 16 2860 0 0,-10-30-3297 0 0,0 2-156 0 0,0-1 0 0 0,1 1 0 0 0,0-1 0 0 0,0 1 0 0 0,1-1 0 0 0,-1 1 0 0 0,1 0 0 0 0,0-1 0 0 0,0 1 0 0 0,1 0 0 0 0,0 0 0 0 0,0 1 0 0 0,0-1 0 0 0,0 1 0 0 0,1-1 0 0 0,0 1 0 0 0,0 0 0 0 0,0 0 0 0 0,7-5 0 0 0,-5 5-383 0 0,-1-1 53 0 0,1 1 0 0 0,-1 0 0 0 0,1 0 0 0 0,0 1 0 0 0,11-5 0 0 0,-15 8-103 0 0,0-1 0 0 0,0 0-1 0 0,0 1 1 0 0,1-1-1 0 0,-1 1 1 0 0,0 0-1 0 0,1 0 1 0 0,-1 0 0 0 0,0 0-1 0 0,1 0 1 0 0,-1 0-1 0 0,0 1 1 0 0,0-1-1 0 0,3 2 1 0 0,10 3-2054 0 0</inkml:trace>
</inkml:ink>
</file>

<file path=ppt/ink/ink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3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1 863 420 0 0,'0'0'621'0'0,"4"-1"-26"0"0,10-2 337 0 0,0-1 0 0 0,0 0-1 0 0,0-1 1 0 0,25-13 0 0 0,-33 14-498 0 0,1 0 0 0 0,-1 0 0 0 0,1 0 0 0 0,-1-1 0 0 0,-1 0 1 0 0,1 0-1 0 0,-1-1 0 0 0,0 0 0 0 0,0 1 0 0 0,0-2 0 0 0,5-9 0 0 0,-9 15-336 0 0,0 1-1 0 0,-1-1 1 0 0,1 0 0 0 0,-1 0-1 0 0,1 1 1 0 0,-1-1-1 0 0,1 0 1 0 0,-1 0-1 0 0,0 1 1 0 0,1-1-1 0 0,-1 0 1 0 0,0 0-1 0 0,0 0 1 0 0,1 0-1 0 0,-1 0 1 0 0,0 1-1 0 0,0-1 1 0 0,0 0 0 0 0,0 0-1 0 0,0 0 1 0 0,0 0-1 0 0,0 0 1 0 0,-1 0-1 0 0,1 1 1 0 0,0-1-1 0 0,-1-2 1 0 0,-17 7 823 0 0,16-3-1109 0 0,0 0 210 0 0,0 0 0 0 0,0 0-1 0 0,0 0 1 0 0,0 0 0 0 0,1 0 0 0 0,-1 1-1 0 0,0-1 1 0 0,1 1 0 0 0,-1-1-1 0 0,1 1 1 0 0,0 0 0 0 0,-1 0-1 0 0,1-1 1 0 0,0 1 0 0 0,0 0-1 0 0,0 0 1 0 0,0 3 0 0 0,-10 36 226 0 0,9-32-186 0 0,2-7-56 0 0,-1-1 0 0 0,1 0 1 0 0,0 0-1 0 0,0 1 0 0 0,-1-1 0 0 0,1 0 0 0 0,0 1 0 0 0,0-1 0 0 0,0 0 1 0 0,1 1-1 0 0,-1-1 0 0 0,0 0 0 0 0,0 1 0 0 0,1-1 0 0 0,-1 0 1 0 0,1 0-1 0 0,-1 0 0 0 0,1 1 0 0 0,-1-1 0 0 0,1 0 0 0 0,0 0 0 0 0,0 0 1 0 0,-1 0-1 0 0,1 0 0 0 0,1 1 0 0 0,1-1-5 0 0,-1 1 0 0 0,0-1 0 0 0,0-1 0 0 0,0 1 0 0 0,1 0 0 0 0,-1 0 0 0 0,0-1 0 0 0,0 1 0 0 0,1-1 0 0 0,-1 0 0 0 0,1 0 0 0 0,-1 0-1 0 0,3 0 1 0 0,11-2-67 0 0,-1-1-1 0 0,0 0 0 0 0,22-7 0 0 0,-29 7 6 0 0,64-20-240 0 0,-42 12 185 0 0,0 1 1 0 0,0 2 0 0 0,1 1-1 0 0,36-3 1 0 0,-64 9 106 0 0,0 1 1 0 0,-1 0 0 0 0,1 0-1 0 0,0 0 1 0 0,0 0 0 0 0,-1 0-1 0 0,1 1 1 0 0,0-1 0 0 0,0 1-1 0 0,-1 0 1 0 0,1-1 0 0 0,-1 1-1 0 0,1 1 1 0 0,-1-1 0 0 0,1 0-1 0 0,-1 1 1 0 0,0-1 0 0 0,1 1 0 0 0,-1-1-1 0 0,0 1 1 0 0,0 0 0 0 0,0 0-1 0 0,0 0 1 0 0,-1 0 0 0 0,1 1-1 0 0,0-1 1 0 0,-1 0 0 0 0,2 4-1 0 0,-3-4 7 0 0,0 0 0 0 0,0 0-1 0 0,0 1 1 0 0,0-1 0 0 0,0 0 0 0 0,-1 0-1 0 0,1 1 1 0 0,-1-1 0 0 0,1 0-1 0 0,-1 0 1 0 0,-2 4 0 0 0,-1 10-19 0 0,2-8 21 0 0,1-5-21 0 0,1 0 1 0 0,-1 0 0 0 0,0 0-1 0 0,1 0 1 0 0,0 1-1 0 0,0-1 1 0 0,0 0-1 0 0,0 0 1 0 0,1 4 0 0 0,0-6-3 0 0,21 1-136 0 0,3-4 31 0 0,-1-2 0 0 0,0 0 0 0 0,0-2 0 0 0,-1 0 1 0 0,1-2-1 0 0,-1 0 0 0 0,-1-2 0 0 0,0 0 0 0 0,0-2 0 0 0,30-21 0 0 0,-51 32 141 0 0,1 0 0 0 0,-1 0 0 0 0,0 0 0 0 0,1-1-1 0 0,-1 1 1 0 0,0 0 0 0 0,0-1 0 0 0,0 1 0 0 0,0-1 0 0 0,0 0 0 0 0,-1 1 0 0 0,1-1 0 0 0,0 1 0 0 0,-1-1 0 0 0,1 0 0 0 0,-1 0 0 0 0,0 1 0 0 0,1-1 0 0 0,-1 0-1 0 0,0 0 1 0 0,0 1 0 0 0,0-1 0 0 0,0 0 0 0 0,-1 0 0 0 0,1 0 0 0 0,0 1 0 0 0,-1-1 0 0 0,1 0 0 0 0,-2-3 0 0 0,0 3 96 0 0,2 2-109 0 0,0 1 1 0 0,0-1-1 0 0,0 0 1 0 0,0 1-1 0 0,0-1 1 0 0,0 0 0 0 0,0 0-1 0 0,0 1 1 0 0,0-1-1 0 0,0 0 1 0 0,0 0-1 0 0,0 1 1 0 0,0-1 0 0 0,0 0-1 0 0,-1 0 1 0 0,1 0-1 0 0,0 1 1 0 0,0-1-1 0 0,0 0 1 0 0,0 0 0 0 0,-1 0-1 0 0,1 1 1 0 0,0-1-1 0 0,0 0 1 0 0,0 0-1 0 0,-1 0 1 0 0,1 0 0 0 0,0 0-1 0 0,0 1 1 0 0,-1-1-1 0 0,1 0 1 0 0,0 0-1 0 0,0 0 1 0 0,-1 0 0 0 0,1 0-1 0 0,0 0 1 0 0,0 0-1 0 0,-1 0 1 0 0,1 0-1 0 0,0 0 1 0 0,0 0 0 0 0,-1 0-1 0 0,1 0 1 0 0,0 0-1 0 0,-1 0 1 0 0,0 0 0 0 0,0 0 0 0 0,0 0 0 0 0,0 0 0 0 0,1 0-1 0 0,-1 1 1 0 0,0-1 0 0 0,0 0 0 0 0,1 0 0 0 0,-1 1 0 0 0,0-1 0 0 0,0 1-1 0 0,1-1 1 0 0,-1 1 0 0 0,1-1 0 0 0,-1 1 0 0 0,0-1 0 0 0,1 1 0 0 0,-1-1-1 0 0,1 1 1 0 0,-1 0 0 0 0,1-1 0 0 0,-1 1 0 0 0,1 0 0 0 0,0-1 0 0 0,-1 1-1 0 0,1 0 1 0 0,0 0 0 0 0,-1-1 0 0 0,1 1 0 0 0,0 0 0 0 0,0 0 0 0 0,0 0-1 0 0,0-1 1 0 0,0 1 0 0 0,0 0 0 0 0,0 0 0 0 0,0 0 0 0 0,0 1 0 0 0,0 1-5 0 0,-1 0 0 0 0,1-1 0 0 0,0 1 1 0 0,-1 0-1 0 0,1-1 0 0 0,1 1 0 0 0,-1 0 1 0 0,0 0-1 0 0,1-1 0 0 0,-1 1 0 0 0,1 0 1 0 0,0-1-1 0 0,0 1 0 0 0,0-1 0 0 0,0 1 1 0 0,0-1-1 0 0,0 1 0 0 0,1-1 0 0 0,-1 0 1 0 0,1 1-1 0 0,0-1 0 0 0,0 0 0 0 0,2 2 1 0 0,-1-2-24 0 0,1-1 1 0 0,-1 1 0 0 0,1 0 0 0 0,-1-1 0 0 0,1 0-1 0 0,0 0 1 0 0,0 0 0 0 0,-1 0 0 0 0,1-1 0 0 0,0 0 0 0 0,0 1-1 0 0,0-1 1 0 0,0-1 0 0 0,5 0 0 0 0,7-1-79 0 0,0-2-1 0 0,0 0 1 0 0,-1 0 0 0 0,0-2 0 0 0,0 0-1 0 0,23-12 1 0 0,6-10-25 0 0,39-32-1 0 0,-82 59 171 0 0,-1 1-33 0 0,0 0-1 0 0,0-1 0 0 0,0 1 1 0 0,0 0-1 0 0,1 0 0 0 0,-1-1 1 0 0,0 1-1 0 0,0 0 1 0 0,0 0-1 0 0,0 0 0 0 0,0-1 1 0 0,0 1-1 0 0,1 0 0 0 0,-1 0 1 0 0,0-1-1 0 0,0 1 0 0 0,0 0 1 0 0,0 0-1 0 0,1 0 0 0 0,-1 0 1 0 0,0-1-1 0 0,0 1 0 0 0,1 0 1 0 0,-1 0-1 0 0,0 0 0 0 0,0 0 1 0 0,0 0-1 0 0,1 0 1 0 0,-1 0-1 0 0,0 0 0 0 0,1 0 1 0 0,-1 0-1 0 0,0 0 0 0 0,0 0 1 0 0,1 0-1 0 0,-1 0 0 0 0,0 0 1 0 0,0 0-1 0 0,1 0 0 0 0,-1 0 1 0 0,0 0-1 0 0,0 0 0 0 0,1 0 1 0 0,7 66 291 0 0,-8-64-282 0 0,9 31 428 0 0,-1-33-383 0 0,1 1-1 0 0,-1-1 1 0 0,0-1-1 0 0,0 1 0 0 0,0-1 1 0 0,0-1-1 0 0,12-3 0 0 0,-1 1-13 0 0,1 0-1 0 0,26-2 1 0 0,-32 5-40 0 0,0 0 0 0 0,0-2 0 0 0,-1 1 0 0 0,1-2 1 0 0,-1 0-1 0 0,1-1 0 0 0,-1 0 0 0 0,-1-1 1 0 0,1 0-1 0 0,-1-1 0 0 0,0 0 0 0 0,0-1 0 0 0,-1-1 1 0 0,0 1-1 0 0,-1-2 0 0 0,0 0 0 0 0,0 0 0 0 0,-1 0 1 0 0,-1-1-1 0 0,1-1 0 0 0,-2 0 0 0 0,8-14 1 0 0,6-15 19 0 0,-2 0 1 0 0,-2-1 0 0 0,-1-1-1 0 0,-3-1 1 0 0,-1 0 0 0 0,-3 0-1 0 0,-1-1 1 0 0,-2-1 0 0 0,-2 1-1 0 0,-3 0 1 0 0,-4-58 0 0 0,-3 81 138 0 0,6 22-164 0 0,0 0 1 0 0,0 0-1 0 0,0-1 0 0 0,0 1 1 0 0,0 0-1 0 0,-1 0 0 0 0,1 0 1 0 0,0-1-1 0 0,0 1 1 0 0,0 0-1 0 0,-1 0 0 0 0,1 0 1 0 0,0 0-1 0 0,0 0 0 0 0,0-1 1 0 0,-1 1-1 0 0,1 0 1 0 0,0 0-1 0 0,0 0 0 0 0,-1 0 1 0 0,1 0-1 0 0,0 0 0 0 0,0 0 1 0 0,-1 0-1 0 0,1 0 0 0 0,0 0 1 0 0,0 0-1 0 0,-1 0 1 0 0,1 0-1 0 0,0 0 0 0 0,0 0 1 0 0,-1 0-1 0 0,1 0 0 0 0,0 0 1 0 0,0 0-1 0 0,0 1 1 0 0,-1-1-1 0 0,1 0 0 0 0,0 0 1 0 0,-3 3 3 0 0,0 0 1 0 0,0 1 0 0 0,0-1 0 0 0,1 1 0 0 0,0-1 0 0 0,-1 1 0 0 0,-1 6 0 0 0,-9 18 13 0 0,1 1 1 0 0,2 0 0 0 0,1 1-1 0 0,1 0 1 0 0,1 0 0 0 0,2 0 0 0 0,1 1-1 0 0,2 0 1 0 0,1 0 0 0 0,1 0-1 0 0,1 0 1 0 0,2-1 0 0 0,2 1-1 0 0,0 0 1 0 0,2-1 0 0 0,1 0 0 0 0,2-1-1 0 0,0 0 1 0 0,16 28 0 0 0,-24-52 16 0 0,0-1 1 0 0,0 0 0 0 0,0-1 0 0 0,0 1-1 0 0,1 0 1 0 0,-1-1 0 0 0,1 1 0 0 0,0-1-1 0 0,0 0 1 0 0,1 0 0 0 0,-1 0 0 0 0,0 0 0 0 0,1-1-1 0 0,0 1 1 0 0,0-1 0 0 0,0 0 0 0 0,4 2-1 0 0,-4-4 106 0 0,0 1 0 0 0,0-1 0 0 0,0 1 0 0 0,0-1-1 0 0,0 0 1 0 0,0 0 0 0 0,0-1 0 0 0,0 0 0 0 0,0 1-1 0 0,0-1 1 0 0,0 0 0 0 0,0-1 0 0 0,-1 1 0 0 0,1-1 0 0 0,0 1-1 0 0,-1-1 1 0 0,7-5 0 0 0,5-6 1239 0 0,-21 9-1605 0 0,-20 7-779 0 0,10 1-732 0 0,-5 3-96 0 0,7 2-5434 0 0,3 0 3304 0 0</inkml:trace>
</inkml:ink>
</file>

<file path=ppt/ink/ink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4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52 472 0 0,'0'0'764'0'0,"6"-16"-84"0"0,-5 9 500 0 0,5-3-248 0 0,-3 1-388 0 0,0-1-836 0 0</inkml:trace>
</inkml:ink>
</file>

<file path=ppt/ink/ink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4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39 360 0 0,'8'33'5999'0'0,"-3"36"-1466"0"0,-5-67-3974 0 0,6 0 387 0 0,-6-1-905 0 0,1-1 0 0 0,-1 1-1 0 0,1-1 1 0 0,-1 0 0 0 0,1 1 0 0 0,-1-1-1 0 0,1 0 1 0 0,0 0 0 0 0,-1 1-1 0 0,1-1 1 0 0,-1 0 0 0 0,1 0 0 0 0,0 0-1 0 0,-1 0 1 0 0,1 0 0 0 0,-1 1-1 0 0,1-1 1 0 0,0 0 0 0 0,-1-1-1 0 0,1 1 1 0 0,-1 0 0 0 0,1 0 0 0 0,0 0-1 0 0,-1 0 1 0 0,1 0 0 0 0,-1-1-1 0 0,1 1 1 0 0,-1 0 0 0 0,2-1 0 0 0,64-16 666 0 0,114-13 0 0 0,-173 29-687 0 0,9-2 21 0 0,0 0 1 0 0,28-11-1 0 0,-38 12 14 0 0,0 0-1 0 0,0-1 0 0 0,0 0 0 0 0,-1 0 0 0 0,1 0 0 0 0,-1-1 0 0 0,1 0 0 0 0,-1 0 1 0 0,7-7-1 0 0,-11 10-2 0 0,0 0-1 0 0,0 0 1 0 0,-1 1 0 0 0,1-1 0 0 0,0 0 0 0 0,-1 0-1 0 0,1 0 1 0 0,0 0 0 0 0,-1-1 0 0 0,0 1-1 0 0,1 0 1 0 0,-1 0 0 0 0,1 0 0 0 0,-1 0 0 0 0,0 0-1 0 0,0-1 1 0 0,0 1 0 0 0,0 0 0 0 0,0 0 0 0 0,0 0-1 0 0,0-1 1 0 0,0-1 0 0 0,-1 2-24 0 0,0 0-1 0 0,1 0 1 0 0,-1 1 0 0 0,0-1-1 0 0,0 0 1 0 0,0 0-1 0 0,0 1 1 0 0,1-1 0 0 0,-1 0-1 0 0,0 1 1 0 0,0-1 0 0 0,0 1-1 0 0,0 0 1 0 0,0-1-1 0 0,0 1 1 0 0,0 0 0 0 0,-1-1-1 0 0,-1 1 1 0 0,-4-1 39 0 0,1 1 0 0 0,-1-1 0 0 0,0 2 0 0 0,1-1-1 0 0,-12 2 1 0 0,6 2-7 0 0,0 0 0 0 0,0 1 0 0 0,1 0-1 0 0,-1 1 1 0 0,1 0 0 0 0,0 1 0 0 0,1 0-1 0 0,-1 1 1 0 0,1 0 0 0 0,1 0 0 0 0,0 1 0 0 0,0 0-1 0 0,1 1 1 0 0,0 0 0 0 0,0 0 0 0 0,-7 15-1 0 0,-5 11 63 0 0,2 0-1 0 0,1 2 0 0 0,-20 65 1 0 0,17-40 5 0 0,3 0 1 0 0,3 0 0 0 0,-12 123-1 0 0,25-166-124 0 0,-9 93 169 0 0,9-103-188 0 0,-1 0 0 0 0,-1 0 0 0 0,1-1 0 0 0,-2 1 0 0 0,1-1 0 0 0,-1 0 0 0 0,-1 0 0 0 0,1 0 0 0 0,-8 8 0 0 0,10-14-97 0 0,0-1 0 0 0,0 0 0 0 0,-1 0 0 0 0,1 1-1 0 0,-1-1 1 0 0,0-1 0 0 0,1 1 0 0 0,-1 0 0 0 0,0-1 0 0 0,0 1-1 0 0,0-1 1 0 0,0 0 0 0 0,0 0 0 0 0,-1 0 0 0 0,1-1 0 0 0,0 1-1 0 0,0-1 1 0 0,-1 1 0 0 0,1-1 0 0 0,0 0 0 0 0,0 0 0 0 0,-1-1-1 0 0,1 1 1 0 0,0-1 0 0 0,0 1 0 0 0,-1-1 0 0 0,1 0 0 0 0,-5-3-1 0 0,-5-1-1497 0 0,0-1 0 0 0,1-1-1 0 0,0 0 1 0 0,0-1 0 0 0,-16-13-1 0 0,2-3-2277 0 0</inkml:trace>
</inkml:ink>
</file>

<file path=ppt/ink/ink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4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36 448 0 0,'22'-3'1352'0'0,"3"1"-144"0"0,2-1-88 0 0,1-2-96 0 0,-3 2-83 0 0,2-4-85 0 0,-2 2-112 0 0,-6 1-64 0 0,-2 2-24 0 0,2 0-124 0 0,-7 2-260 0 0,4 0-924 0 0,-6 10-4069 0 0</inkml:trace>
</inkml:ink>
</file>

<file path=ppt/ink/ink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9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85 72 0 0,'0'0'1054'0'0,"8"-46"5747"0"0,8 9-3046 0 0,-15 35-2772 0 0,-10 18 1267 0 0,-2 0-2035 0 0,0 0-1 0 0,1 1 1 0 0,1 1 0 0 0,0-1 0 0 0,-11 37 0 0 0,18-47-178 0 0,0 1 0 0 0,0 0 0 0 0,1 0 0 0 0,0-1 0 0 0,0 1 0 0 0,1 0 0 0 0,0 0 0 0 0,1 0 0 0 0,-1 0 0 0 0,1 0 0 0 0,1 0 0 0 0,0 0 1 0 0,0-1-1 0 0,0 1 0 0 0,1-1 0 0 0,0 1 0 0 0,5 7 0 0 0,-6-12-28 0 0,0 0 1 0 0,0 0-1 0 0,0 0 1 0 0,1 0 0 0 0,-1 0-1 0 0,1-1 1 0 0,0 1-1 0 0,-1-1 1 0 0,1 0-1 0 0,0 0 1 0 0,1 0-1 0 0,-1 0 1 0 0,0-1-1 0 0,0 1 1 0 0,1-1-1 0 0,-1 1 1 0 0,6 0-1 0 0,-3-1 4 0 0,0-1 0 0 0,1 1 0 0 0,-1-1 0 0 0,1 0-1 0 0,-1-1 1 0 0,0 0 0 0 0,1 0 0 0 0,-1 0-1 0 0,7-3 1 0 0,10-4 6 0 0,0-2-1 0 0,-1 0 0 0 0,40-27 1 0 0,-59 36-21 0 0,-1-1 3 0 0,-1 1 0 0 0,1 0 1 0 0,-1 1-1 0 0,1-1 1 0 0,-1 0-1 0 0,1 0 0 0 0,0 1 1 0 0,0-1-1 0 0,-1 1 1 0 0,1-1-1 0 0,0 1 0 0 0,0 0 1 0 0,0 0-1 0 0,-1 0 1 0 0,1 0-1 0 0,0 0 0 0 0,0 0 1 0 0,0 0-1 0 0,-1 1 1 0 0,1-1-1 0 0,0 1 0 0 0,3 1 1 0 0,0 0-2 0 0,-1 2-1 0 0,0-1 1 0 0,1 0 0 0 0,-1 1-1 0 0,-1 0 1 0 0,6 5-1 0 0,27 24 0 0 0,-32-31 2 0 0,-1 0 1 0 0,1-1-1 0 0,0 1 0 0 0,-1-1 0 0 0,1 1 1 0 0,0-1-1 0 0,0 0 0 0 0,0-1 0 0 0,0 1 0 0 0,0-1 1 0 0,0 1-1 0 0,0-1 0 0 0,0 0 0 0 0,0-1 0 0 0,0 1 1 0 0,0-1-1 0 0,0 0 0 0 0,0 1 0 0 0,0-2 1 0 0,0 1-1 0 0,0 0 0 0 0,-1-1 0 0 0,1 0 0 0 0,-1 0 1 0 0,1 0-1 0 0,-1 0 0 0 0,0-1 0 0 0,5-3 0 0 0,1-3 6 0 0,0-1 0 0 0,0 1 0 0 0,-1-2-1 0 0,0 1 1 0 0,-1-1 0 0 0,0 0-1 0 0,8-19 1 0 0,-13 25-6 0 0,-1 1 0 0 0,0 0-1 0 0,0 0 1 0 0,0 0 0 0 0,0-1 0 0 0,-1 1 0 0 0,0 0 0 0 0,0-1-1 0 0,0 1 1 0 0,0 0 0 0 0,-1-1 0 0 0,-1-4 0 0 0,0-17 1 0 0,1 24 2 0 0,-1 1-6 0 0,0 0 0 0 0,0 0 1 0 0,1 0-1 0 0,-1 0 0 0 0,0 0 1 0 0,0 0-1 0 0,0 0 1 0 0,0 1-1 0 0,-1-1 0 0 0,1 1 1 0 0,0-1-1 0 0,0 1 0 0 0,0 0 1 0 0,0 0-1 0 0,0 0 1 0 0,0 0-1 0 0,-1 0 0 0 0,1 0 1 0 0,0 1-1 0 0,0-1 0 0 0,0 1 1 0 0,0-1-1 0 0,0 1 0 0 0,-3 1 1 0 0,-12 2-7 0 0,6-3 3 0 0,7-1-6 0 0,-9 5-86 0 0,26 0 79 0 0,30-2 26 0 0,45-10-18 0 0,96-4 42 0 0,-182 11-35 0 0,-1 1 0 0 0,0-1 1 0 0,1 1-1 0 0,-1-1 0 0 0,1 1 0 0 0,-1-1 0 0 0,0 1 0 0 0,1 0 0 0 0,-1 0 0 0 0,0 0 0 0 0,0 0 0 0 0,0 0 1 0 0,0 0-1 0 0,0 0 0 0 0,0 0 0 0 0,0 0 0 0 0,0 0 0 0 0,0 0 0 0 0,0 1 0 0 0,0-1 0 0 0,-1 0 1 0 0,1 1-1 0 0,-1-1 0 0 0,1 0 0 0 0,0 3 0 0 0,11 45 3 0 0,-8-29 9 0 0,-2-15-9 0 0,0 0 0 0 0,0 0-1 0 0,1 0 1 0 0,-1-1 0 0 0,1 1 0 0 0,0-1-1 0 0,0 1 1 0 0,0-1 0 0 0,1 0-1 0 0,0 0 1 0 0,-1 0 0 0 0,1-1 0 0 0,1 1-1 0 0,-1-1 1 0 0,0 0 0 0 0,1 0-1 0 0,0-1 1 0 0,0 1 0 0 0,-1-1 0 0 0,1 0-1 0 0,1 0 1 0 0,-1-1 0 0 0,0 0-1 0 0,0 1 1 0 0,8-1 0 0 0,-11-1 3 0 0,-1 1 0 0 0,1-1 1 0 0,0 0-1 0 0,-1 0 0 0 0,1 0 0 0 0,0 0 1 0 0,0-1-1 0 0,-1 1 0 0 0,1 0 0 0 0,0-1 1 0 0,-1 1-1 0 0,1-1 0 0 0,0 0 0 0 0,-1 1 1 0 0,1-1-1 0 0,-1 0 0 0 0,1 0 0 0 0,-1 0 1 0 0,0 0-1 0 0,1 0 0 0 0,-1-1 0 0 0,0 1 1 0 0,0 0-1 0 0,0 0 0 0 0,1-1 0 0 0,-2 1 1 0 0,1-1-1 0 0,0 1 0 0 0,0-1 0 0 0,1-2 1 0 0,0-1 24 0 0,0-1 1 0 0,-1 1 0 0 0,0 0 0 0 0,1 0-1 0 0,-2-1 1 0 0,1 1 0 0 0,-1-10 0 0 0,0 6 44 0 0,-2 0 1 0 0,1 1 0 0 0,-1-1-1 0 0,-1 1 1 0 0,1-1 0 0 0,-2 1 0 0 0,1 0-1 0 0,-1 0 1 0 0,0 1 0 0 0,-9-13-1 0 0,4 7 77 0 0,0 1 0 0 0,-2 0-1 0 0,1 1 1 0 0,-25-20-1 0 0,34 30-223 0 0,1 1 0 0 0,-1-1 1 0 0,0 1-1 0 0,1-1 0 0 0,-1 1 0 0 0,0-1 0 0 0,0 1 0 0 0,0 0 0 0 0,0-1 0 0 0,0 1 0 0 0,1 0 0 0 0,-1-1 0 0 0,0 1 0 0 0,0 0 0 0 0,0 0 0 0 0,0 0 0 0 0,0 0 0 0 0,0 0 0 0 0,0 0 0 0 0,0 0 0 0 0,0 0 0 0 0,1 0 0 0 0,-1 1 0 0 0,0-1 0 0 0,0 0 0 0 0,0 1 0 0 0,0-1 0 0 0,0 0 0 0 0,1 1 0 0 0,-1-1 0 0 0,0 1 0 0 0,0-1 0 0 0,1 1 0 0 0,-1 0 1 0 0,0-1-1 0 0,1 1 0 0 0,-1 0 0 0 0,0-1 0 0 0,1 1 0 0 0,-1 0 0 0 0,1 0 0 0 0,-1-1 0 0 0,1 1 0 0 0,-1 2 0 0 0,-2 12-4697 0 0,15-3-3196 0 0</inkml:trace>
</inkml:ink>
</file>

<file path=ppt/ink/ink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1:5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36 0 0,'30'-1'3485'0'0,"-20"2"-3124"0"0,-1 0 0 0 0,1 1 1 0 0,-1 1-1 0 0,0 0 0 0 0,0 0 0 0 0,0 1 0 0 0,0 0 0 0 0,0 0 1 0 0,-1 1-1 0 0,1 0 0 0 0,-1 0 0 0 0,-1 1 0 0 0,1 0 0 0 0,-1 1 1 0 0,0 0-1 0 0,11 14 0 0 0,-16-19-249 0 0,-1 0 0 0 0,0 0 0 0 0,0 0 0 0 0,0 0 0 0 0,0 0 0 0 0,0 1-1 0 0,-1-1 1 0 0,1 0 0 0 0,-1 0 0 0 0,1 1 0 0 0,-1-1 0 0 0,0 0 0 0 0,0 1 0 0 0,0-1 0 0 0,0 0 0 0 0,0 1 0 0 0,-1-1 0 0 0,1 0 0 0 0,-1 1 0 0 0,1-1 0 0 0,-1 0 0 0 0,-2 4 0 0 0,3-5-78 0 0,-1 1 264 0 0,1-2-243 0 0,0 0 0 0 0,0 0 0 0 0,-1 1-1 0 0,1-1 1 0 0,-1 0 0 0 0,1 0-1 0 0,0 0 1 0 0,-1 1 0 0 0,1-1-1 0 0,0 0 1 0 0,-1 0 0 0 0,1 0-1 0 0,-1 0 1 0 0,1 0 0 0 0,0 0 0 0 0,-1 0-1 0 0,1 0 1 0 0,-1 0 0 0 0,1 0-1 0 0,0 0 1 0 0,-1 0 0 0 0,1 0-1 0 0,-1 0 1 0 0,1 0 0 0 0,0 0-1 0 0,-1 0 1 0 0,1-1 0 0 0,-1 1 0 0 0,1 0-1 0 0,0 0 1 0 0,-1 0 0 0 0,1-1-1 0 0,-1 1 1 0 0,0-4-4 0 0,1 0 1 0 0,-1 0-1 0 0,1 0 1 0 0,0-1-1 0 0,0 1 1 0 0,0 0-1 0 0,1 0 1 0 0,-1 0-1 0 0,1 0 1 0 0,0 0-1 0 0,0 0 1 0 0,0 0-1 0 0,1 1 1 0 0,-1-1-1 0 0,1 0 1 0 0,0 1-1 0 0,0-1 1 0 0,0 1-1 0 0,1-1 1 0 0,-1 1-1 0 0,1 0 1 0 0,5-5-1 0 0,-1 0-212 0 0,1 0 0 0 0,1 0-1 0 0,0 0 1 0 0,0 1 0 0 0,0 1-1 0 0,1-1 1 0 0,14-6 0 0 0,-19 11-296 0 0,0 1 0 0 0,0 0 1 0 0,-1 0-1 0 0,1 0 0 0 0,0 1 0 0 0,0-1 1 0 0,0 1-1 0 0,0 1 0 0 0,9 0 0 0 0,7 3-4397 0 0</inkml:trace>
</inkml:ink>
</file>

<file path=ppt/ink/ink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00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50 502 684 0 0,'0'0'3998'0'0,"9"1"-3151"0"0,-10 3 2347 0 0,-5 4-2941 0 0,0-1 0 0 0,0 1 0 0 0,1 0 0 0 0,0 0 0 0 0,0 1 0 0 0,1 0 0 0 0,0-1 0 0 0,1 1 0 0 0,0 1 0 0 0,0-1 0 0 0,1 0 0 0 0,0 1 0 0 0,-1 17-1 0 0,3-26-239 0 0,0 0-1 0 0,0 0 0 0 0,0 0 1 0 0,0 0-1 0 0,0 0 1 0 0,0 0-1 0 0,0 0 0 0 0,0 0 1 0 0,1 0-1 0 0,-1 0 0 0 0,0 0 1 0 0,1 0-1 0 0,-1 0 0 0 0,1 0 1 0 0,-1 0-1 0 0,1 0 0 0 0,0-1 1 0 0,-1 1-1 0 0,1 0 0 0 0,0 0 1 0 0,-1-1-1 0 0,1 1 0 0 0,0 0 1 0 0,0-1-1 0 0,0 1 0 0 0,0 0 1 0 0,-1-1-1 0 0,1 1 0 0 0,0-1 1 0 0,0 0-1 0 0,0 1 0 0 0,0-1 1 0 0,0 0-1 0 0,0 0 1 0 0,0 1-1 0 0,0-1 0 0 0,0 0 1 0 0,1 0-1 0 0,-1 0 0 0 0,0 0 1 0 0,0 0-1 0 0,0-1 0 0 0,1 1 1 0 0,3 0 7 0 0,1-1-1 0 0,-1 1 1 0 0,0-1 0 0 0,0 0 0 0 0,1 0 0 0 0,8-4 0 0 0,-8 1-10 0 0,1 1 0 0 0,-1-1 0 0 0,0 0-1 0 0,0-1 1 0 0,-1 1 0 0 0,1-1 0 0 0,-1 0 0 0 0,0 0-1 0 0,0-1 1 0 0,-1 0 0 0 0,1 0 0 0 0,5-11 0 0 0,-1-2 53 0 0,-2 0 0 0 0,0 0 1 0 0,6-23-1 0 0,-7 21 64 0 0,-3 4 17 0 0,-1 0-1 0 0,0 1 1 0 0,-1-1 0 0 0,-1-25 0 0 0,1-28 173 0 0,13-52-57 0 0,-10 81 131 0 0,-1-63 0 0 0,-3 93-339 0 0,0 9-14 0 0,2-5-27 0 0,-2 5 17 0 0,-3 6 144 0 0,-1 10-125 0 0,0 0-1 0 0,0 1 1 0 0,2 0-1 0 0,0-1 1 0 0,0 30-1 0 0,1 4 55 0 0,8 74-1 0 0,-2-89-83 0 0,14 57 0 0 0,-15-77-7 0 0,0-1 0 0 0,1 0 0 0 0,0 0 0 0 0,0-1 0 0 0,2 1 0 0 0,-1-1 0 0 0,14 17 0 0 0,-17-25-10 0 0,0 0 0 0 0,1 0 1 0 0,-1 0-1 0 0,0 0 0 0 0,1-1 0 0 0,0 0 0 0 0,-1 1 0 0 0,1-1 1 0 0,0 0-1 0 0,0-1 0 0 0,0 1 0 0 0,0-1 0 0 0,1 0 0 0 0,-1 0 0 0 0,0 0 1 0 0,0 0-1 0 0,1-1 0 0 0,-1 0 0 0 0,0 0 0 0 0,1 0 0 0 0,-1 0 0 0 0,0-1 1 0 0,1 0-1 0 0,-1 0 0 0 0,0 0 0 0 0,0 0 0 0 0,1 0 0 0 0,-1-1 0 0 0,0 0 1 0 0,4-2-1 0 0,1-1 8 0 0,-1 0 0 0 0,0-1 1 0 0,1 1-1 0 0,-2-1 0 0 0,1-1 0 0 0,-1 0 1 0 0,0 0-1 0 0,0 0 0 0 0,-1-1 0 0 0,0 0 1 0 0,0 0-1 0 0,4-9 0 0 0,-6 8 49 0 0,-1 1 0 0 0,0-1-1 0 0,0 0 1 0 0,-1 0 0 0 0,0 0 0 0 0,-1 0-1 0 0,0 0 1 0 0,0-16 0 0 0,-1 24-47 0 0,0 0-1 0 0,0 1 1 0 0,0-1 0 0 0,1 0 0 0 0,-1 1 0 0 0,0-1-1 0 0,0 0 1 0 0,-1 1 0 0 0,1-1 0 0 0,0 0 0 0 0,0 0-1 0 0,0 1 1 0 0,0-1 0 0 0,-1 1 0 0 0,1-1-1 0 0,0 0 1 0 0,0 1 0 0 0,-1-1 0 0 0,1 0 0 0 0,-1 1-1 0 0,1-1 1 0 0,-1 1 0 0 0,1-1 0 0 0,0 1 0 0 0,-1-1-1 0 0,0 1 1 0 0,1 0 0 0 0,-1-1 0 0 0,1 1-1 0 0,-1-1 1 0 0,1 1 0 0 0,-1 0 0 0 0,0 0 0 0 0,1-1-1 0 0,-1 1 1 0 0,0 0 0 0 0,1 0 0 0 0,-1 0 0 0 0,0 0-1 0 0,1 0 1 0 0,-1 0 0 0 0,0 0 0 0 0,1 0-1 0 0,-1 0 1 0 0,0 0 0 0 0,-1 0 0 0 0,1 1-3 0 0,-1-1 1 0 0,1 1 0 0 0,-1-1-1 0 0,1 1 1 0 0,-1 0-1 0 0,1 0 1 0 0,-1-1 0 0 0,1 1-1 0 0,0 0 1 0 0,0 0-1 0 0,-1 0 1 0 0,1 1 0 0 0,0-1-1 0 0,0 0 1 0 0,0 0-1 0 0,0 1 1 0 0,-1 2 0 0 0,0 1 12 0 0,1 1 1 0 0,-1 0 0 0 0,1 0 0 0 0,1 0 0 0 0,-1 0 0 0 0,1 0 0 0 0,0 0-1 0 0,1 0 1 0 0,-1 0 0 0 0,1 0 0 0 0,0 0 0 0 0,1 0 0 0 0,-1-1 0 0 0,1 1-1 0 0,5 9 1 0 0,5 10 12 0 0,1-1-1 0 0,19 28 1 0 0,-3-7 15 0 0,-27-42-42 0 0,-1-1-1 0 0,1 0 1 0 0,-1 1 0 0 0,1-1-1 0 0,-1 1 1 0 0,0 0-1 0 0,0-1 1 0 0,0 1 0 0 0,0 0-1 0 0,-1 0 1 0 0,1 0 0 0 0,-1 0-1 0 0,0-1 1 0 0,1 1 0 0 0,-1 0-1 0 0,0 0 1 0 0,-1 4 0 0 0,-1-5-5 0 0,0 0 1 0 0,1 0 0 0 0,-1 0 0 0 0,0 0 0 0 0,0 0 0 0 0,0-1 0 0 0,0 1 0 0 0,0-1 0 0 0,0 1-1 0 0,-1-1 1 0 0,1 0 0 0 0,0 0 0 0 0,-1 0 0 0 0,1 0 0 0 0,-1-1 0 0 0,1 1 0 0 0,-1 0-1 0 0,-5-1 1 0 0,-47 5-1980 0 0,18-11-7057 0 0,19 0 4956 0 0</inkml:trace>
</inkml:ink>
</file>

<file path=ppt/ink/ink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06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124 171 500 0 0,'-13'-2'1051'0'0,"-45"-2"3986"0"0,54 4-4791 0 0,1 1 0 0 0,0-1-1 0 0,0 1 1 0 0,0-1 0 0 0,0 1 0 0 0,0 0 0 0 0,0 0-1 0 0,1 0 1 0 0,-1 1 0 0 0,0-1 0 0 0,0 1 0 0 0,1-1 0 0 0,-1 1-1 0 0,1 0 1 0 0,-4 3 0 0 0,6-4-203 0 0,-1-1 1 0 0,1 1-1 0 0,-1 0 0 0 0,1 0 1 0 0,0 0-1 0 0,-1 0 1 0 0,1 0-1 0 0,0-1 0 0 0,0 1 1 0 0,0 0-1 0 0,-1 0 0 0 0,1 0 1 0 0,0 0-1 0 0,0 0 1 0 0,0 0-1 0 0,1 0 0 0 0,-1 0 1 0 0,0 0-1 0 0,0 0 0 0 0,0-1 1 0 0,1 1-1 0 0,-1 0 1 0 0,0 0-1 0 0,1 0 0 0 0,-1 0 1 0 0,1 0-1 0 0,-1-1 1 0 0,1 1-1 0 0,-1 0 0 0 0,1-1 1 0 0,0 1-1 0 0,-1 0 0 0 0,1-1 1 0 0,0 1-1 0 0,-1 0 1 0 0,3 0-1 0 0,26 19 468 0 0,-14-14-410 0 0,-1-1 0 0 0,1 0 0 0 0,0-1 0 0 0,-1-1 0 0 0,2 0 0 0 0,-1-1 0 0 0,0-1 0 0 0,0 0 0 0 0,1-1 0 0 0,-1-1 0 0 0,16-2 0 0 0,-5-1-19 0 0,-1 0-1 0 0,0-2 1 0 0,-1-1-1 0 0,0-1 1 0 0,45-21 0 0 0,-58 24-56 0 0,0-1 1 0 0,-1-1-1 0 0,0 0 1 0 0,0 0-1 0 0,-1-1 1 0 0,14-14-1 0 0,-19 18-13 0 0,-1-1 0 0 0,1 0 0 0 0,-1 0-1 0 0,0 0 1 0 0,0 0 0 0 0,0-1 0 0 0,0 1-1 0 0,-1-1 1 0 0,0 0 0 0 0,-1 0 0 0 0,1 1 0 0 0,-1-1-1 0 0,0 0 1 0 0,0-11 0 0 0,-1 15-7 0 0,0 0-1 0 0,0 0 1 0 0,0 0-1 0 0,0 0 1 0 0,0 0-1 0 0,-1 0 1 0 0,1 0 0 0 0,-1 0-1 0 0,1 0 1 0 0,-1 0-1 0 0,0 0 1 0 0,0 0-1 0 0,0 1 1 0 0,0-1 0 0 0,0 0-1 0 0,0 1 1 0 0,0-1-1 0 0,-1 1 1 0 0,1-1-1 0 0,-1 1 1 0 0,1-1-1 0 0,-1 1 1 0 0,1 0 0 0 0,-1 0-1 0 0,0 0 1 0 0,0 0-1 0 0,1 0 1 0 0,-1 0-1 0 0,0 0 1 0 0,0 1 0 0 0,0-1-1 0 0,0 1 1 0 0,0-1-1 0 0,0 1 1 0 0,0 0-1 0 0,0-1 1 0 0,0 1 0 0 0,0 0-1 0 0,0 1 1 0 0,-4-1-1 0 0,-1 1-2 0 0,-1 0-1 0 0,1 1 1 0 0,-1-1-1 0 0,1 1 0 0 0,0 1 1 0 0,-1-1-1 0 0,1 1 1 0 0,1 1-1 0 0,-10 4 1 0 0,10-3-5 0 0,-1 0 1 0 0,1 1-1 0 0,0-1 1 0 0,0 1-1 0 0,1 0 1 0 0,0 1-1 0 0,0 0 1 0 0,0-1-1 0 0,1 1 1 0 0,0 1-1 0 0,0-1 1 0 0,1 1-1 0 0,-4 12 1 0 0,5-15 1 0 0,1-1 1 0 0,0 1-1 0 0,0 0 0 0 0,1 0 0 0 0,0 0 1 0 0,-1 0-1 0 0,2 0 0 0 0,-1 0 0 0 0,0 0 1 0 0,1 0-1 0 0,0 0 0 0 0,0 0 0 0 0,1-1 1 0 0,-1 1-1 0 0,1 0 0 0 0,0-1 0 0 0,1 1 1 0 0,-1-1-1 0 0,1 0 0 0 0,-1 1 0 0 0,1-1 1 0 0,0-1-1 0 0,6 6 0 0 0,3 2 0 0 0,1 0 0 0 0,1-1 0 0 0,0-1 0 0 0,0 0 0 0 0,1-1 0 0 0,0-1-1 0 0,19 7 1 0 0,4-1 2 0 0,73 15 0 0 0,-94-24-4 0 0,0-1-1 0 0,0-2 1 0 0,1 1-1 0 0,23-2 1 0 0,-12-1 0 0 0,-8 1 3 0 0,0-1 1 0 0,1-1 0 0 0,-1 0 0 0 0,-1-2-1 0 0,1-1 1 0 0,33-11 0 0 0,-43 12-1 0 0,-1-1 0 0 0,0 0 0 0 0,0 0 0 0 0,0-1 1 0 0,-1 0-1 0 0,1 0 0 0 0,-2-1 0 0 0,1-1 0 0 0,-1 1 1 0 0,0-2-1 0 0,0 1 0 0 0,10-17 0 0 0,-14 19 3 0 0,-1 0-1 0 0,0 0 1 0 0,-1 0 0 0 0,1-1-1 0 0,-1 0 1 0 0,-1 1 0 0 0,1-1 0 0 0,-1 0-1 0 0,0 0 1 0 0,-1 0 0 0 0,1-8-1 0 0,-1 12 0 0 0,-1 0-1 0 0,1-1 1 0 0,0 1-1 0 0,-1 0 1 0 0,1-1 0 0 0,-1 1-1 0 0,0 0 1 0 0,0 0-1 0 0,0 0 1 0 0,-1-1-1 0 0,1 1 1 0 0,-1 1-1 0 0,0-1 1 0 0,0 0-1 0 0,0 0 1 0 0,0 1 0 0 0,0-1-1 0 0,0 1 1 0 0,-1-1-1 0 0,1 1 1 0 0,-1 0-1 0 0,0 0 1 0 0,-5-3-1 0 0,2 1 31 0 0,0 2-25 0 0,-19 6-53 0 0,23-4 44 0 0,-1 1 1 0 0,1 0-1 0 0,0-1 1 0 0,0 1-1 0 0,-1 0 0 0 0,1 0 1 0 0,0 0-1 0 0,0 0 1 0 0,0 0-1 0 0,0 1 1 0 0,0-1-1 0 0,0 0 1 0 0,1 1-1 0 0,-1 0 1 0 0,0-1-1 0 0,1 1 1 0 0,-1 0-1 0 0,1 0 0 0 0,0 0 1 0 0,0 0-1 0 0,-1 0 1 0 0,1 0-1 0 0,0 0 1 0 0,1 0-1 0 0,-2 4 1 0 0,2-4-12 0 0,0 0-8 0 0,-1 0 11 0 0,1 0 0 0 0,1 0 0 0 0,-1 0 0 0 0,0 0 0 0 0,0 0 0 0 0,1 0 0 0 0,-1 0 0 0 0,1 0 0 0 0,0 0 0 0 0,0-1 0 0 0,-1 1 0 0 0,1 0 0 0 0,3 3 0 0 0,-3-4 9 0 0,0-1-4 0 0,5 3-2 0 0,-3-2 5 0 0,-2 1-1 0 0,1 0 1 0 0,0 0-1 0 0,0 0 0 0 0,0 0 1 0 0,-1 0-1 0 0,1 0 1 0 0,-1 1-1 0 0,0-1 1 0 0,0 0-1 0 0,1 1 0 0 0,-1-1 1 0 0,-1 1-1 0 0,1-1 1 0 0,0 1-1 0 0,-1-1 1 0 0,1 1-1 0 0,-1 0 0 0 0,0 4 1 0 0,3 65-3 0 0,-3-64-1 0 0,8 130 61 0 0,0 12-26 0 0,-8-96-3 0 0,0-9-9 0 0,-2 0 1 0 0,-8 45 0 0 0,8-77 3 0 0,0-1 0 0 0,-1 0-1 0 0,-1 0 1 0 0,0-1 0 0 0,0 1 0 0 0,-1-1 0 0 0,-1 0-1 0 0,0 0 1 0 0,0-1 0 0 0,-1 0 0 0 0,-1 0 0 0 0,-10 11-1 0 0,15-18 10 0 0,0 0-1 0 0,0 0 0 0 0,-1-1 0 0 0,1 1 0 0 0,-1-1 0 0 0,0 0 1 0 0,1 0-1 0 0,-1 0 0 0 0,0-1 0 0 0,0 1 0 0 0,0-1 1 0 0,-1 0-1 0 0,1 0 0 0 0,0 0 0 0 0,0-1 0 0 0,0 0 0 0 0,-1 1 1 0 0,1-1-1 0 0,0-1 0 0 0,0 1 0 0 0,-1-1 0 0 0,1 0 0 0 0,0 0 1 0 0,0 0-1 0 0,0 0 0 0 0,0-1 0 0 0,0 1 0 0 0,0-1 0 0 0,0 0 1 0 0,1 0-1 0 0,-1-1 0 0 0,1 1 0 0 0,-4-4 0 0 0,1 2 0 0 0,0-1 1 0 0,0 0-1 0 0,1-1 0 0 0,-1 0 0 0 0,1 1 0 0 0,1-2 0 0 0,-1 1 0 0 0,1 0 0 0 0,0-1 0 0 0,1 0 0 0 0,-1 0 0 0 0,1 0 0 0 0,1 0 1 0 0,-1 0-1 0 0,1-1 0 0 0,1 1 0 0 0,-2-11 0 0 0,3 8-27 0 0,0 1 0 0 0,1 0 0 0 0,0-1 0 0 0,0 1 0 0 0,1 0 0 0 0,1-1 0 0 0,-1 1 0 0 0,1 0 0 0 0,1 1 0 0 0,0-1 0 0 0,0 1 0 0 0,1-1 0 0 0,0 1 0 0 0,6-8 0 0 0,-1 5 19 0 0,0 0 0 0 0,1 1 0 0 0,0 0 0 0 0,0 0 0 0 0,1 1 0 0 0,1 1 0 0 0,-1 0 0 0 0,17-7 0 0 0,0 1-599 0 0,1 2-1 0 0,63-17 0 0 0,52 2-5169 0 0,-120 23 2100 0 0,3 2 282 0 0</inkml:trace>
</inkml:ink>
</file>

<file path=ppt/ink/ink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06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71 696 0 0,'0'0'4350'0'0,"5"-24"-1535"0"0,6 18-2317 0 0,0-1-1 0 0,1 2 0 0 0,0-1 0 0 0,-1 2 0 0 0,2-1 0 0 0,-1 2 0 0 0,0-1 0 0 0,1 2 1 0 0,0 0-1 0 0,15-1 0 0 0,-26 3-619 0 0,34 3-573 0 0,-16 6-6418 0 0,-13-3 4073 0 0</inkml:trace>
</inkml:ink>
</file>

<file path=ppt/ink/ink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07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83 167 212 0 0,'-15'-40'5255'0'0,"16"35"-5072"0"0,1 0 0 0 0,0-1 1 0 0,0 1-1 0 0,0 0 0 0 0,1 0 0 0 0,0 0 0 0 0,0 0 0 0 0,0 1 0 0 0,1-1 1 0 0,-1 1-1 0 0,1 0 0 0 0,0 0 0 0 0,0 0 0 0 0,0 0 0 0 0,1 1 1 0 0,0-1-1 0 0,-1 1 0 0 0,1 1 0 0 0,0-1 0 0 0,0 1 0 0 0,8-3 0 0 0,2-2 40 0 0,0 1 0 0 0,1 1 0 0 0,0 0-1 0 0,0 2 1 0 0,1-1 0 0 0,22 0 0 0 0,-35 3-188 0 0,1 1 1 0 0,-1 0 0 0 0,1 0 0 0 0,-1 1-1 0 0,1-1 1 0 0,-1 1 0 0 0,0 0-1 0 0,1 0 1 0 0,-1 0 0 0 0,0 1 0 0 0,1-1-1 0 0,-1 1 1 0 0,0 0 0 0 0,0 0-1 0 0,0 1 1 0 0,-1-1 0 0 0,1 1 0 0 0,-1 0-1 0 0,1 0 1 0 0,-1 0 0 0 0,0 0-1 0 0,0 1 1 0 0,0-1 0 0 0,3 7 0 0 0,-3-3-8 0 0,0-1 1 0 0,0 1 0 0 0,-1 0 0 0 0,0 0 0 0 0,-1 0-1 0 0,0 0 1 0 0,0 1 0 0 0,0-1 0 0 0,-1 0 0 0 0,0 0-1 0 0,0 1 1 0 0,-1-1 0 0 0,0 0 0 0 0,-3 12-1 0 0,-1 0 11 0 0,-1-1 0 0 0,-1 1-1 0 0,-1-1 1 0 0,0-1-1 0 0,-2 0 1 0 0,0 0-1 0 0,0 0 1 0 0,-2-1 0 0 0,0-1-1 0 0,-25 25 1 0 0,-12 4 309 0 0,-99 71 1 0 0,113-90-88 0 0,27-20-129 0 0,5-3-58 0 0,0-1 0 0 0,-1 1-1 0 0,1 0 1 0 0,0 0 0 0 0,1 1 0 0 0,-1-1-1 0 0,0 1 1 0 0,1-1 0 0 0,-1 1 0 0 0,-2 4 0 0 0,9-5-42 0 0,0-1 0 0 0,1 0 0 0 0,-1 0 0 0 0,1 0 0 0 0,-1-1 0 0 0,1 0 0 0 0,4 0 0 0 0,389-26-353 0 0,-344 21-354 0 0,30-5-1610 0 0,-29 0-3306 0 0,-25 4 2164 0 0</inkml:trace>
</inkml:ink>
</file>

<file path=ppt/ink/ink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08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1 102 360 0 0,'2'-27'10449'0'0,"3"51"-8200"0"0,4 57-1552 0 0,-6-59-352 0 0,0 1 0 0 0,2-1-1 0 0,1-1 1 0 0,1 1 0 0 0,14 29-1 0 0,-18-44 19 0 0,6 7-1879 0 0,-8-15 1421 0 0,0 1 0 0 0,-1-1 0 0 0,1 0 1 0 0,0 0-1 0 0,0 1 0 0 0,-1-1 0 0 0,1 0 0 0 0,-1 0 0 0 0,1 0 0 0 0,-1 0 0 0 0,1 0 0 0 0,-1 0 0 0 0,0 0 0 0 0,1 0 0 0 0,-1 0 0 0 0,0 0 0 0 0,0 0 0 0 0,0 0 0 0 0,0 0 0 0 0,0-2 0 0 0,2-10-375 0 0,-1 0 0 0 0,-1 0-1 0 0,0 1 1 0 0,-1-1 0 0 0,0 0-1 0 0,-1 0 1 0 0,-4-13-1 0 0,3 14 255 0 0,0 0 0 0 0,1 0 0 0 0,1 0 0 0 0,0-1 0 0 0,1 1 0 0 0,0-1 0 0 0,0 1 0 0 0,5-20 0 0 0,-3 27 239 0 0,0 0 0 0 0,0-1 0 0 0,0 1-1 0 0,1 0 1 0 0,0 1 0 0 0,0-1 0 0 0,0 0 0 0 0,0 1-1 0 0,1 0 1 0 0,0-1 0 0 0,0 1 0 0 0,0 1-1 0 0,0-1 1 0 0,1 1 0 0 0,-1 0 0 0 0,1 0 0 0 0,0 0-1 0 0,0 0 1 0 0,0 1 0 0 0,0 0 0 0 0,1 0 0 0 0,-1 0-1 0 0,0 1 1 0 0,1 0 0 0 0,5-1 0 0 0,1 0 132 0 0,0 1-1 0 0,1 1 1 0 0,-1-1 0 0 0,0 2 0 0 0,0 0 0 0 0,0 0 0 0 0,0 2 0 0 0,0-1 0 0 0,0 1 0 0 0,17 7 0 0 0,-17-5 8 0 0,-1 1 1 0 0,1 0 0 0 0,-1 1 0 0 0,0 0 0 0 0,-1 0 0 0 0,0 1 0 0 0,0 1-1 0 0,-1 0 1 0 0,0 0 0 0 0,0 1 0 0 0,13 20 0 0 0,-18-24-87 0 0,-1 0 1 0 0,0 0 0 0 0,0 0 0 0 0,0 0-1 0 0,-1 1 1 0 0,0-1 0 0 0,0 1-1 0 0,0 0 1 0 0,-1-1 0 0 0,0 1-1 0 0,-1 0 1 0 0,0 0 0 0 0,0 0-1 0 0,0-1 1 0 0,-1 1 0 0 0,0 0-1 0 0,0 0 1 0 0,0 0 0 0 0,-1-1-1 0 0,0 1 1 0 0,-1-1 0 0 0,1 0-1 0 0,-6 10 1 0 0,1-6 13 0 0,0-1 0 0 0,-1 1-1 0 0,0-2 1 0 0,0 1 0 0 0,-1-1 0 0 0,1-1 0 0 0,-2 0 0 0 0,1 0-1 0 0,-1-1 1 0 0,0 0 0 0 0,-1 0 0 0 0,-13 5 0 0 0,-21 6-728 0 0,-75 20 0 0 0,103-33 48 0 0,-30 7-5525 0 0,27-10 2570 0 0</inkml:trace>
</inkml:ink>
</file>

<file path=ppt/ink/ink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0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35 325 948 0 0,'-1'-21'4757'0'0,"4"17"-1940"0"0,11 29-1143 0 0,14 57-1362 0 0,-11-17 239 0 0,-3 2 0 0 0,5 70 0 0 0,4 22 123 0 0,-21-149-570 0 0,0-1 1 0 0,-1 0-1 0 0,0 1 0 0 0,-1 0 0 0 0,0-1 1 0 0,0 1-1 0 0,-1-1 0 0 0,0 1 0 0 0,-1-1 1 0 0,-5 16-1 0 0,7-24-81 0 0,-1-1 0 0 0,1 1-1 0 0,-1 0 1 0 0,1 0 0 0 0,-1-1 0 0 0,1 1 0 0 0,-1-1 0 0 0,0 1-1 0 0,1 0 1 0 0,-1-1 0 0 0,0 1 0 0 0,1-1 0 0 0,-1 0-1 0 0,0 1 1 0 0,0-1 0 0 0,0 0 0 0 0,1 1 0 0 0,-1-1 0 0 0,0 0-1 0 0,0 0 1 0 0,0 1 0 0 0,0-1 0 0 0,1 0 0 0 0,-1 0 0 0 0,0 0-1 0 0,0 0 1 0 0,0 0 0 0 0,0-1 0 0 0,0 1 0 0 0,1 0 0 0 0,-1 0-1 0 0,0 0 1 0 0,0-1 0 0 0,0 1 0 0 0,0-1 0 0 0,1 1-1 0 0,-1 0 1 0 0,0-1 0 0 0,1 1 0 0 0,-1-1 0 0 0,0 1 0 0 0,1-1-1 0 0,-1 0 1 0 0,0 1 0 0 0,1-1 0 0 0,-1 0 0 0 0,1 1 0 0 0,-1-2-1 0 0,-27-34 237 0 0,15 12-201 0 0,1-1 1 0 0,1 0 0 0 0,1 0-1 0 0,2-1 1 0 0,0 0 0 0 0,2-1-1 0 0,0 0 1 0 0,2 0 0 0 0,0-38-1 0 0,3 15-27 0 0,3 0 1 0 0,1 0-1 0 0,3 0 0 0 0,14-56 0 0 0,-12 76-30 0 0,1-1 0 0 0,1 1 0 0 0,23-46 0 0 0,-28 64-3 0 0,1 1 0 0 0,1 0 0 0 0,0 0 0 0 0,0 0 0 0 0,1 1 0 0 0,1 1 0 0 0,0-1 0 0 0,0 1 0 0 0,0 1 0 0 0,1 0 0 0 0,17-11 0 0 0,-22 16-1 0 0,0 0 0 0 0,0 1 1 0 0,0 0-1 0 0,0 0 0 0 0,0 0 1 0 0,1 1-1 0 0,-1 0 0 0 0,0 0 1 0 0,1 0-1 0 0,-1 0 0 0 0,1 1 1 0 0,-1 0-1 0 0,1 0 0 0 0,-1 1 1 0 0,1-1-1 0 0,-1 1 0 0 0,0 0 1 0 0,1 1-1 0 0,-1-1 0 0 0,0 1 1 0 0,0 0-1 0 0,8 5 0 0 0,-9-4 4 0 0,1 0-1 0 0,-1 1 1 0 0,-1-1 0 0 0,1 1-1 0 0,0 0 1 0 0,-1 1-1 0 0,0-1 1 0 0,0 0 0 0 0,0 1-1 0 0,-1 0 1 0 0,1-1-1 0 0,-1 1 1 0 0,0 0 0 0 0,-1 0-1 0 0,1 1 1 0 0,-1-1-1 0 0,0 0 1 0 0,0 0-1 0 0,-1 1 1 0 0,1-1 0 0 0,-1 0-1 0 0,-1 1 1 0 0,0 7-1 0 0,0-7 10 0 0,0-1-1 0 0,0 1 0 0 0,0 0 1 0 0,-1-1-1 0 0,0 1 0 0 0,0-1 0 0 0,-1 0 1 0 0,1 0-1 0 0,-1 0 0 0 0,0 0 1 0 0,-1 0-1 0 0,1-1 0 0 0,-8 9 1 0 0,-4 0-80 0 0,0 0 1 0 0,-28 18 0 0 0,7-5-895 0 0,31-22 289 0 0,-1 1-641 0 0</inkml:trace>
</inkml:ink>
</file>

<file path=ppt/ink/ink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0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54 768 0 0,'12'7'533'0'0,"-1"0"0"0"0,0 1 0 0 0,-1 0 0 0 0,0 0-1 0 0,0 1 1 0 0,-1 0 0 0 0,0 1 0 0 0,-1 0 0 0 0,0 0 0 0 0,0 1 0 0 0,-1 0 0 0 0,9 20-1 0 0,-15-29-341 0 0,-1 0-1 0 0,0 0 1 0 0,0 0-1 0 0,1 0 1 0 0,-1 0-1 0 0,-1 0 1 0 0,1 0 0 0 0,0 0-1 0 0,0 0 1 0 0,-1 0-1 0 0,1 0 1 0 0,-1 0-1 0 0,0 0 1 0 0,1 0-1 0 0,-2 1 1 0 0,3-9-171 0 0,0 0 1 0 0,1-1 0 0 0,0 1-1 0 0,0 0 1 0 0,0 0 0 0 0,1 0-1 0 0,0 0 1 0 0,0 1 0 0 0,0-1-1 0 0,1 1 1 0 0,0 0 0 0 0,5-6-1 0 0,5-7 28 0 0,1 1-1 0 0,0 1 0 0 0,1 1 1 0 0,0 0-1 0 0,2 1 0 0 0,-1 0 1 0 0,30-15-1 0 0,-43 27-45 0 0,-1 1 0 0 0,1 0 0 0 0,-1 0 0 0 0,1 1 0 0 0,0-1 0 0 0,-1 1 0 0 0,1 0 0 0 0,0 0 0 0 0,-1 0 0 0 0,1 0 0 0 0,0 0 0 0 0,-1 1 0 0 0,1 0 0 0 0,0 0-1 0 0,-1 0 1 0 0,1 0 0 0 0,-1 0 0 0 0,0 1 0 0 0,1 0 0 0 0,-1-1 0 0 0,0 1 0 0 0,0 0 0 0 0,0 1 0 0 0,0-1 0 0 0,0 0 0 0 0,-1 1 0 0 0,1 0 0 0 0,2 3 0 0 0,5 3 16 0 0,-9-8-6 0 0,3 5-96 0 0,-3-4 271 0 0,-1-6 995 0 0,-1 1-1191 0 0,-5-18 75 0 0,1 12 56 0 0,2 18-113 0 0,0-1 0 0 0,1 0 0 0 0,0 1 1 0 0,0-1-1 0 0,1 1 0 0 0,0 0 0 0 0,1-1 0 0 0,0 12 1 0 0,1-14-4 0 0,0-1 1 0 0,0 0 0 0 0,0 0-1 0 0,1 1 1 0 0,0-1 0 0 0,0 0-1 0 0,0 0 1 0 0,0-1 0 0 0,1 1 0 0 0,0 0-1 0 0,0-1 1 0 0,0 0 0 0 0,1 1-1 0 0,0-1 1 0 0,7 6 0 0 0,-11-9-5 0 0,1-1 0 0 0,-1 1 0 0 0,1-1 1 0 0,-1 1-1 0 0,1-1 0 0 0,-1 1 0 0 0,1-1 0 0 0,0 0 0 0 0,-1 1 1 0 0,1-1-1 0 0,-1 0 0 0 0,1 1 0 0 0,0-1 0 0 0,-1 0 0 0 0,1 0 1 0 0,0 0-1 0 0,0 1 0 0 0,-1-1 0 0 0,1 0 0 0 0,0 0 0 0 0,-1 0 1 0 0,1 0-1 0 0,0 0 0 0 0,0 0 0 0 0,-1 0 0 0 0,1-1 1 0 0,0 1-1 0 0,-1 0 0 0 0,2-1 0 0 0,8-18 196 0 0,-7-35 191 0 0,-3 50-370 0 0,0-3 45 0 0,0 1 0 0 0,-1 0 0 0 0,0-1 0 0 0,0 1 0 0 0,0 0 0 0 0,-1 0-1 0 0,0-1 1 0 0,0 1 0 0 0,-1 1 0 0 0,0-1 0 0 0,0 0 0 0 0,0 1 0 0 0,0-1 0 0 0,-1 1-1 0 0,-6-7 1 0 0,9 11-67 0 0,0 0-1 0 0,0 1 0 0 0,0-1 1 0 0,0 1-1 0 0,1-1 0 0 0,-1 1 1 0 0,0-1-1 0 0,0 1 1 0 0,0 0-1 0 0,0-1 0 0 0,0 1 1 0 0,0 0-1 0 0,0 0 0 0 0,0-1 1 0 0,0 1-1 0 0,0 0 0 0 0,0 0 1 0 0,0 0-1 0 0,0 0 0 0 0,0 1 1 0 0,0-1-1 0 0,0 0 0 0 0,0 0 1 0 0,0 1-1 0 0,0-1 0 0 0,0 0 1 0 0,0 1-1 0 0,0-1 1 0 0,0 1-1 0 0,0-1 0 0 0,0 1 1 0 0,0 0-1 0 0,1-1 0 0 0,-1 1 1 0 0,0 0-1 0 0,0 0 0 0 0,0 1 1 0 0,-1 0-223 0 0,0 0 1 0 0,0 0-1 0 0,1 0 1 0 0,-1 1 0 0 0,1-1-1 0 0,0 0 1 0 0,0 1-1 0 0,0-1 1 0 0,0 1 0 0 0,0-1-1 0 0,0 1 1 0 0,1 0-1 0 0,-1 3 1 0 0,4 21-6094 0 0,0-19 3387 0 0</inkml:trace>
</inkml:ink>
</file>

<file path=ppt/ink/ink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1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13 320 0 0,'1'-1'334'0'0,"-1"0"1"0"0,1 1-1 0 0,-1-1 0 0 0,1 0 1 0 0,0 0-1 0 0,-1 0 0 0 0,1 1 1 0 0,0-1-1 0 0,0 0 0 0 0,0 1 1 0 0,-1-1-1 0 0,1 0 0 0 0,0 1 1 0 0,0-1-1 0 0,0 1 0 0 0,0 0 1 0 0,0-1-1 0 0,0 1 0 0 0,2-1 1 0 0,5 11 74 0 0,-1 0 0 0 0,1 0 1 0 0,-2 0-1 0 0,1 1 1 0 0,-2 0-1 0 0,10 23 0 0 0,0 0-10 0 0,-3-7-170 0 0,-1 1 0 0 0,-1 0-1 0 0,-2 0 1 0 0,0 1 0 0 0,-3 0 0 0 0,4 34 0 0 0,-5-14 36 0 0,-3 1 1 0 0,-8 91-1 0 0,6-135-249 0 0,-2 20 108 0 0,0 0 0 0 0,-2 0 0 0 0,-10 32 0 0 0,13-51-34 0 0,-1 0-1 0 0,0-1 1 0 0,0 1 0 0 0,0-1 0 0 0,0 0-1 0 0,-1 0 1 0 0,0-1 0 0 0,0 1-1 0 0,-1-1 1 0 0,0 1 0 0 0,0-2 0 0 0,0 1-1 0 0,0 0 1 0 0,-1-1 0 0 0,0 0 0 0 0,0 0-1 0 0,-10 4 1 0 0,13-7-44 0 0,-1 0-1 0 0,1 0 0 0 0,0-1 1 0 0,0 1-1 0 0,-1-1 1 0 0,1 0-1 0 0,0 0 1 0 0,0 0-1 0 0,-1-1 1 0 0,1 1-1 0 0,0-1 1 0 0,0 1-1 0 0,0-1 1 0 0,0 0-1 0 0,0-1 1 0 0,0 1-1 0 0,0 0 1 0 0,0-1-1 0 0,0 0 0 0 0,0 1 1 0 0,1-1-1 0 0,-1 0 1 0 0,1 0-1 0 0,-1-1 1 0 0,1 1-1 0 0,-4-5 1 0 0,-5-6 65 0 0,1 0-1 0 0,1 0 1 0 0,-14-25 0 0 0,17 25-50 0 0,0 1 1 0 0,1-1 0 0 0,0-1-1 0 0,1 1 1 0 0,1-1 0 0 0,0 1-1 0 0,1-1 1 0 0,0 0 0 0 0,1 0-1 0 0,1-24 1 0 0,2 18-753 0 0,0-1 0 0 0,7-26 0 0 0,18-37-7763 0 0,-19 64 4732 0 0</inkml:trace>
</inkml:ink>
</file>

<file path=ppt/ink/ink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1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12 175 124 0 0,'-3'-13'967'0'0,"0"0"1"0"0,1-1-1 0 0,0 1 0 0 0,1-1 0 0 0,1-15 1 0 0,0 26-827 0 0,0-1 0 0 0,0 1 1 0 0,0-1-1 0 0,1 1 1 0 0,0-1-1 0 0,0 1 0 0 0,0-1 1 0 0,0 1-1 0 0,0 0 1 0 0,1 0-1 0 0,-1-1 0 0 0,1 1 1 0 0,0 0-1 0 0,0 0 0 0 0,0 1 1 0 0,0-1-1 0 0,1 0 1 0 0,-1 1-1 0 0,1-1 0 0 0,-1 1 1 0 0,1 0-1 0 0,0 0 0 0 0,0 0 1 0 0,4-2-1 0 0,-6 4-348 0 0,-1-1 154 0 0,1 1 0 0 0,0-1 0 0 0,-1 1 0 0 0,1 0 1 0 0,0 0-1 0 0,-1-1 0 0 0,1 1 0 0 0,0 0 0 0 0,-1 0 0 0 0,1 0 1 0 0,0 0-1 0 0,-1 0 0 0 0,1 0 0 0 0,0 0 0 0 0,-1 0 0 0 0,1 0 0 0 0,0 0 1 0 0,0 0-1 0 0,-1 0 0 0 0,1 0 0 0 0,0 1 0 0 0,-1-1 0 0 0,1 0 1 0 0,0 0-1 0 0,-1 1 0 0 0,1-1 0 0 0,-1 0 0 0 0,1 1 0 0 0,0 0 0 0 0,19 8-3798 0 0</inkml:trace>
</inkml:ink>
</file>

<file path=ppt/ink/ink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2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1 645 588 0 0,'18'26'3135'0'0,"-15"-23"-2822"0"0,1 0 1 0 0,-1-1-1 0 0,1 1 0 0 0,0-1 1 0 0,0 0-1 0 0,0 0 1 0 0,0 0-1 0 0,0-1 0 0 0,9 3 1 0 0,-11-4 418 0 0,27-14 867 0 0,-28 13-1523 0 0,0-1 1 0 0,0 1 0 0 0,0-1-1 0 0,0 0 1 0 0,0 1 0 0 0,0-1 0 0 0,-1 0-1 0 0,1 0 1 0 0,-1 1 0 0 0,1-1-1 0 0,-1 0 1 0 0,0 0 0 0 0,0 0 0 0 0,0 0-1 0 0,0 0 1 0 0,0 1 0 0 0,0-1-1 0 0,0 0 1 0 0,-1 0 0 0 0,1 0 0 0 0,0 0-1 0 0,-1 1 1 0 0,0-1 0 0 0,1 0-1 0 0,-1 0 1 0 0,0 1 0 0 0,0-1 0 0 0,0 1-1 0 0,0-1 1 0 0,-2-1 0 0 0,1 1 99 0 0,-13-1 502 0 0,12 3-612 0 0,-1 1-1 0 0,1 0 0 0 0,0 0 0 0 0,0-1 1 0 0,0 2-1 0 0,0-1 0 0 0,0 0 1 0 0,0 1-1 0 0,0-1 0 0 0,1 1 0 0 0,-1 0 1 0 0,0 0-1 0 0,1 0 0 0 0,-4 4 0 0 0,5-5-53 0 0,0 0-1 0 0,0 0 0 0 0,1 0 1 0 0,-1 1-1 0 0,0-1 1 0 0,0 0-1 0 0,1 1 0 0 0,-1-1 1 0 0,1 0-1 0 0,0 1 1 0 0,-1-1-1 0 0,1 1 0 0 0,0-1 1 0 0,0 1-1 0 0,0-1 0 0 0,0 1 1 0 0,0-1-1 0 0,0 1 1 0 0,0-1-1 0 0,0 0 0 0 0,1 1 1 0 0,-1-1-1 0 0,1 1 1 0 0,-1-1-1 0 0,1 0 0 0 0,-1 1 1 0 0,1-1-1 0 0,0 0 0 0 0,0 1 1 0 0,-1-1-1 0 0,1 0 1 0 0,0 0-1 0 0,0 0 0 0 0,0 0 1 0 0,0 0-1 0 0,1 0 1 0 0,0 1-1 0 0,3 3-256 0 0,1 0 0 0 0,0-1 1 0 0,0 1-1 0 0,1-1 0 0 0,-1 0 0 0 0,1-1 1 0 0,-1 0-1 0 0,1 0 0 0 0,0 0 0 0 0,1-1 1 0 0,-1 0-1 0 0,0-1 0 0 0,0 1 1 0 0,11 0-1 0 0,-3-2-450 0 0,0-1 1 0 0,0 0-1 0 0,-1 0 1 0 0,1-2 0 0 0,0 0-1 0 0,16-5 1 0 0,-24 5 869 0 0,-1 0 1 0 0,0 0-1 0 0,0 0 0 0 0,0-1 1 0 0,0 0-1 0 0,-1 0 0 0 0,1 0 1 0 0,-1-1-1 0 0,0 0 0 0 0,-1 0 1 0 0,6-7 1523 0 0,-6 19-1524 0 0,0-1 1 0 0,1 1-1 0 0,0-1 0 0 0,0-1 0 0 0,10 10 1 0 0,-7-11-141 0 0,-1 0 0 0 0,1 0 0 0 0,-1 0 1 0 0,1-1-1 0 0,0 0 0 0 0,0-1 1 0 0,0 0-1 0 0,1 0 0 0 0,-1-1 0 0 0,0 0 1 0 0,1 0-1 0 0,-1-1 0 0 0,1 0 0 0 0,-1-1 1 0 0,13-2-1 0 0,-11 1-19 0 0,-1-1-1 0 0,1-1 1 0 0,-1 1 0 0 0,0-1-1 0 0,0-1 1 0 0,0 0 0 0 0,0 0 0 0 0,-1-1-1 0 0,0 0 1 0 0,0-1 0 0 0,-1 1-1 0 0,1-1 1 0 0,6-9 0 0 0,-5 3 23 0 0,-1 0 0 0 0,0 0 1 0 0,0 0-1 0 0,-2-1 1 0 0,1 0-1 0 0,-2-1 0 0 0,0 1 1 0 0,-1-1-1 0 0,0 0 1 0 0,-1 0-1 0 0,-1 0 0 0 0,0 0 1 0 0,-1-1-1 0 0,-2-28 1 0 0,-1 9 135 0 0,-2-1 0 0 0,-2 0 1 0 0,-1 1-1 0 0,-1 0 0 0 0,-16-41 0 0 0,-32-46 1186 0 0,41 92-753 0 0,4 15 167 0 0,5 14-297 0 0,1 30-140 0 0,10 52-200 0 0,3-37-82 0 0,2 0-1 0 0,1-1 0 0 0,3-1 1 0 0,1 0-1 0 0,3-1 1 0 0,1 0-1 0 0,2-2 0 0 0,1 0 1 0 0,2-2-1 0 0,2 0 0 0 0,41 44 1 0 0,-60-73-3 0 0,-4-3-13 0 0,1 0 0 0 0,-1-1 0 0 0,1 0-1 0 0,0 1 1 0 0,0-1 0 0 0,1-1 0 0 0,-1 1 0 0 0,1-1 0 0 0,0 0-1 0 0,0 0 1 0 0,0 0 0 0 0,0 0 0 0 0,0-1 0 0 0,1 0-1 0 0,-1 0 1 0 0,1 0 0 0 0,6 0 0 0 0,-11-2-8 0 0,1 0 0 0 0,-1 0 0 0 0,0 0-1 0 0,0-1 1 0 0,0 1 0 0 0,1 0 0 0 0,-1-1 0 0 0,0 1 0 0 0,0-1 0 0 0,0 1 0 0 0,0-1-1 0 0,0 0 1 0 0,0 1 0 0 0,0-1 0 0 0,0 0 0 0 0,0 0 0 0 0,-1 0 0 0 0,1 0-1 0 0,0 1 1 0 0,0-1 0 0 0,-1 0 0 0 0,1 0 0 0 0,0 0 0 0 0,-1-1 0 0 0,1 1 0 0 0,-1 0-1 0 0,0 0 1 0 0,1 0 0 0 0,-1-2 0 0 0,1 2 93 0 0,2-3-1163 0 0,-11-2-1739 0 0,8 6 2483 0 0,-1-1 0 0 0,1 1 0 0 0,-1-1 0 0 0,1 1 0 0 0,-1 0 0 0 0,1-1 0 0 0,-1 1 0 0 0,1 0 0 0 0,-1 0 0 0 0,1-1 0 0 0,-1 1 0 0 0,0 0 0 0 0,1 0 0 0 0,-1 0 0 0 0,1 0 0 0 0,-1 0 0 0 0,0-1 1 0 0,1 1-1 0 0,-1 0 0 0 0,1 1 0 0 0,-1-1 0 0 0,0 0 0 0 0,1 0 0 0 0,-1 0 0 0 0,1 0 0 0 0,-2 1 0 0 0</inkml:trace>
</inkml:ink>
</file>

<file path=ppt/ink/ink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2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89 312 0 0,'-4'-58'7441'0'0,"9"37"-4328"0"0,1 12-3114 0 0,2 11-5964 0 0,6 16 3209 0 0</inkml:trace>
</inkml:ink>
</file>

<file path=ppt/ink/ink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3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43 832 0 0,'-23'-2'3812'0'0,"20"3"-3656"0"0,0 1-1 0 0,-1-1 1 0 0,1 1-1 0 0,0 0 1 0 0,1 0-1 0 0,-1 0 1 0 0,0 0-1 0 0,0 0 1 0 0,1 1-1 0 0,0-1 0 0 0,-1 1 1 0 0,1-1-1 0 0,0 1 1 0 0,0 0-1 0 0,0 0 1 0 0,1 0-1 0 0,-1 0 1 0 0,1 0-1 0 0,0 1 1 0 0,-1-1-1 0 0,2 0 0 0 0,-1 1 1 0 0,0-1-1 0 0,0 0 1 0 0,1 1-1 0 0,0-1 1 0 0,0 1-1 0 0,0-1 1 0 0,0 1-1 0 0,1-1 0 0 0,-1 1 1 0 0,1-1-1 0 0,0 0 1 0 0,0 1-1 0 0,0-1 1 0 0,0 0-1 0 0,0 0 1 0 0,1 0-1 0 0,0 0 1 0 0,-1 0-1 0 0,1 0 0 0 0,0 0 1 0 0,3 3-1 0 0,-4-5-130 0 0,0-1 0 0 0,0 1-1 0 0,-1 0 1 0 0,1-1 0 0 0,0 1-1 0 0,0-1 1 0 0,0 1 0 0 0,0-1-1 0 0,0 1 1 0 0,-1-1 0 0 0,1 0-1 0 0,0 1 1 0 0,0-1 0 0 0,0 0-1 0 0,0 0 1 0 0,0 0 0 0 0,0 0-1 0 0,0 0 1 0 0,0 0 0 0 0,0 0-1 0 0,0 0 1 0 0,0 0 0 0 0,0 0-1 0 0,0 0 1 0 0,0-1 0 0 0,0 1-1 0 0,0 0 1 0 0,0-1 0 0 0,0 1-1 0 0,0-1 1 0 0,0 1-1 0 0,-1-1 1 0 0,1 1 0 0 0,0-1-1 0 0,0 0 1 0 0,-1 1 0 0 0,1-1-1 0 0,0 0 1 0 0,-1 0 0 0 0,2-1-1 0 0,18-30 942 0 0,-19 26-873 0 0,0 0 0 0 0,0 1 0 0 0,-1-1 0 0 0,0 0 0 0 0,0 0 0 0 0,0 0 0 0 0,-1 1 0 0 0,0-1 0 0 0,0 0 0 0 0,0 1 0 0 0,-1-1 0 0 0,0 1 0 0 0,0-1 0 0 0,0 1 0 0 0,-1 0 0 0 0,0 0 0 0 0,0 0 0 0 0,0 0 0 0 0,0 0 0 0 0,-1 1 0 0 0,0-1 0 0 0,-6-5 0 0 0,9 9-172 0 0,0 1 1 0 0,1 0-1 0 0,-1-1 0 0 0,0 1 0 0 0,1-1 0 0 0,-1 1 1 0 0,0 0-1 0 0,0 0 0 0 0,1-1 0 0 0,-1 1 0 0 0,0 0 1 0 0,0 0-1 0 0,1 0 0 0 0,-1 0 0 0 0,0 0 1 0 0,0 0-1 0 0,0 0 0 0 0,1 0 0 0 0,-1 0 0 0 0,0 0 1 0 0,0 0-1 0 0,0 0 0 0 0,1 1 0 0 0,-1-1 0 0 0,0 0 1 0 0,0 1-1 0 0,1-1 0 0 0,-1 1 0 0 0,0-1 1 0 0,0 1-1 0 0,-7 9-7037 0 0</inkml:trace>
</inkml:ink>
</file>

<file path=ppt/ink/ink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3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1 692 0 0,'6'2'528'0'0,"0"1"0"0"0,0 0-1 0 0,0 1 1 0 0,-1 0 0 0 0,1 0 0 0 0,-1 0 0 0 0,0 0-1 0 0,0 1 1 0 0,-1 0 0 0 0,1 0 0 0 0,-1 0-1 0 0,0 1 1 0 0,0-1 0 0 0,-1 1 0 0 0,4 7 0 0 0,11 15 865 0 0,-17-27-903 0 0,-1-1-463 0 0,0 0 0 0 0,0 1 0 0 0,0-1 0 0 0,1 0 0 0 0,-1 0 0 0 0,0 1-1 0 0,0-1 1 0 0,0 0 0 0 0,1 0 0 0 0,-1 1 0 0 0,0-1 0 0 0,0 0 0 0 0,0 0 0 0 0,1 1-1 0 0,-1-1 1 0 0,0 0 0 0 0,1 0 0 0 0,-1 0 0 0 0,0 0 0 0 0,1 0 0 0 0,-1 1 0 0 0,0-1-1 0 0,0 0 1 0 0,1 0 0 0 0,-1 0 0 0 0,0 0 0 0 0,1 0 0 0 0,-1 0 0 0 0,0 0 0 0 0,1 0-1 0 0,-1 0 1 0 0,0 0 0 0 0,1 0 0 0 0,-1 0 0 0 0,0 0 0 0 0,1-1 0 0 0,-1 1 0 0 0,0 0-1 0 0,1 0 1 0 0,-1 0 0 0 0,0 0 0 0 0,0-1 0 0 0,1 1 0 0 0,-1 0 0 0 0,14-6 370 0 0,-14 6-432 0 0,29-16 400 0 0,-23 12-226 0 0,0 0 0 0 0,1 0 0 0 0,-1 0 0 0 0,1 1 1 0 0,0 0-1 0 0,0 0 0 0 0,0 1 0 0 0,0 0 1 0 0,0 0-1 0 0,1 1 0 0 0,-1 0 0 0 0,1 0 1 0 0,-1 1-1 0 0,1 0 0 0 0,-1 0 0 0 0,15 2 0 0 0,-3 5-192 0 0,1 0 0 0 0,-1 2 0 0 0,-1 0 0 0 0,28 18-1 0 0,-45-26-528 0 0</inkml:trace>
</inkml:ink>
</file>

<file path=ppt/ink/ink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3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51 224 0 0,'2'-11'2476'0'0,"1"1"-348"0"0,3 0-391 0 0,6 1-1017 0 0,-6 5 576 0 0,10-2-364 0 0,1 6-756 0 0,-2 0-860 0 0,-8 6-3949 0 0</inkml:trace>
</inkml:ink>
</file>

<file path=ppt/ink/ink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5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137 462 448 0 0,'3'-8'797'0'0,"3"-15"5099"0"0,-6 23-5796 0 0,-1-1 0 0 0,1 0-1 0 0,0 1 1 0 0,-1-1-1 0 0,1 0 1 0 0,0 1 0 0 0,-1-1-1 0 0,1 1 1 0 0,-1-1 0 0 0,1 1-1 0 0,-1-1 1 0 0,1 1-1 0 0,-1-1 1 0 0,1 1 0 0 0,-1 0-1 0 0,0-1 1 0 0,1 1-1 0 0,-1 0 1 0 0,0-1 0 0 0,1 1-1 0 0,-1 0 1 0 0,0 0 0 0 0,1 0-1 0 0,-1-1 1 0 0,0 1-1 0 0,1 0 1 0 0,-1 0 0 0 0,0 0-1 0 0,1 0 1 0 0,-1 0-1 0 0,0 0 1 0 0,1 0 0 0 0,-2 1-1 0 0,0-1 297 0 0,-31 16 620 0 0,23-8-810 0 0,2 0 0 0 0,-1 1 1 0 0,1 0-1 0 0,0 1 1 0 0,1 0-1 0 0,0 0 0 0 0,1 0 1 0 0,-10 22-1 0 0,14-28-175 0 0,0 0 1 0 0,1 0-1 0 0,-1 0 1 0 0,1 1-1 0 0,0-1 0 0 0,0 1 1 0 0,0-1-1 0 0,1 1 1 0 0,0-1-1 0 0,0 1 0 0 0,0-1 1 0 0,0 1-1 0 0,0-1 0 0 0,1 1 1 0 0,0-1-1 0 0,0 1 1 0 0,0-1-1 0 0,1 0 0 0 0,-1 0 1 0 0,1 1-1 0 0,0-1 1 0 0,1 0-1 0 0,-1-1 0 0 0,0 1 1 0 0,1 0-1 0 0,0-1 1 0 0,4 5-1 0 0,-5-6-9 0 0,1 0 0 0 0,-1-1 1 0 0,1 1-1 0 0,0 0 0 0 0,-1-1 0 0 0,1 0 0 0 0,0 1 0 0 0,0-1 1 0 0,0-1-1 0 0,4 2 0 0 0,-6-2 13 0 0,20-8 54 0 0,-15 5-77 0 0,0 0 0 0 0,-1-1 0 0 0,0 0 0 0 0,1 0 1 0 0,-2-1-1 0 0,1 1 0 0 0,0-1 0 0 0,-1 0 0 0 0,7-10 0 0 0,31-57 20 0 0,-22 34 7 0 0,-4 11-34 0 0,-6 8-9 0 0,1 1 0 0 0,1-1 0 0 0,0 2 1 0 0,2 0-1 0 0,0 0 0 0 0,0 2 0 0 0,28-23 1 0 0,46-18 8 0 0,-67 44-1 0 0,1-1 0 0 0,-2-1 1 0 0,1-1-1 0 0,30-29 0 0 0,-47 39 0 0 0,1 0 0 0 0,-1-1-1 0 0,0 1 1 0 0,-1-1 0 0 0,1 1-1 0 0,-1-1 1 0 0,-1 0 0 0 0,1-1-1 0 0,-1 1 1 0 0,0 0 0 0 0,0-1-1 0 0,0 1 1 0 0,-1-1 0 0 0,0 1-1 0 0,-1-1 1 0 0,1 0 0 0 0,-1 1-1 0 0,-1-1 1 0 0,1 0 0 0 0,-1 1-1 0 0,-2-8 1 0 0,3 12-2 0 0,0 0 0 0 0,-1 1 0 0 0,1-1 0 0 0,-1 1 0 0 0,0-1 0 0 0,1 0 0 0 0,-1 1 0 0 0,0 0 0 0 0,0-1-1 0 0,0 1 1 0 0,0-1 0 0 0,0 1 0 0 0,0 0 0 0 0,-2-2 0 0 0,3 3-1 0 0,-1 0 1 0 0,0-1-1 0 0,1 1 0 0 0,-1 0 0 0 0,0 0 1 0 0,1-1-1 0 0,-1 1 0 0 0,0 0 0 0 0,1 0 0 0 0,-1 0 1 0 0,0 0-1 0 0,1 0 0 0 0,-1 0 0 0 0,0 0 0 0 0,0 0 1 0 0,1 0-1 0 0,-1 0 0 0 0,0 1 0 0 0,1-1 1 0 0,-1 0-1 0 0,0 0 0 0 0,1 1 0 0 0,-2-1 0 0 0,0 2 2 0 0,-1 0 0 0 0,1 0 0 0 0,-1 0 0 0 0,1 0 0 0 0,0 1 0 0 0,-1-1 0 0 0,1 1 0 0 0,0-1 0 0 0,1 1 0 0 0,-1 0 0 0 0,0 0 0 0 0,-1 4 0 0 0,-5 14 1 0 0,1 1 1 0 0,1-1-1 0 0,1 2 1 0 0,1-1-1 0 0,-2 28 1 0 0,2 118 26 0 0,4-71-17 0 0,-4 206 7 0 0,-9 231 66 0 0,13-516-83 0 0,0 4 5 0 0,-1 1 0 0 0,-1-1 0 0 0,-1 1-1 0 0,-1-1 1 0 0,-1 0 0 0 0,-1 0 0 0 0,-9 22-1 0 0,14-42 5 0 0,0 1 0 0 0,0-1 0 0 0,0 0 0 0 0,0 0 0 0 0,0 0 0 0 0,-1 0 0 0 0,1 0 0 0 0,-1 0 0 0 0,0 0 0 0 0,1 0 0 0 0,-1-1 0 0 0,0 1 0 0 0,0-1 0 0 0,0 1 0 0 0,0-1 0 0 0,0 0 0 0 0,-1 0 0 0 0,1 0 0 0 0,0 0 0 0 0,0 0 0 0 0,-1 0 0 0 0,1-1 0 0 0,-5 2 0 0 0,3-3 10 0 0,0 1 0 0 0,1-1 0 0 0,-1 0 0 0 0,0 0 0 0 0,0 0 0 0 0,1 0 0 0 0,-1-1 0 0 0,1 1 0 0 0,-1-1 0 0 0,1 0 0 0 0,0 0 0 0 0,-1 0 0 0 0,-4-4 0 0 0,-4-6 44 0 0,0 1-1 0 0,1-1 0 0 0,0-1 1 0 0,1 0-1 0 0,-17-28 1 0 0,19 25-53 0 0,0 0 1 0 0,1 0 0 0 0,1-1-1 0 0,0 0 1 0 0,2 0-1 0 0,0 0 1 0 0,0-1 0 0 0,2 1-1 0 0,0-1 1 0 0,1 0 0 0 0,1 1-1 0 0,1-1 1 0 0,0 0 0 0 0,1 0-1 0 0,1 1 1 0 0,1-1 0 0 0,0 1-1 0 0,1 0 1 0 0,10-21 0 0 0,-8 23-272 0 0,2-1 1 0 0,-1 1 0 0 0,2 1-1 0 0,0 0 1 0 0,0 0-1 0 0,1 1 1 0 0,1 0 0 0 0,0 1-1 0 0,1 1 1 0 0,0 0 0 0 0,1 0-1 0 0,25-14 1 0 0,-14 12-2207 0 0,1 1 0 0 0,43-14 0 0 0,-27 13-1066 0 0</inkml:trace>
</inkml:ink>
</file>

<file path=ppt/ink/ink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6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1 533 628 0 0,'14'1'3284'0'0,"16"0"599"0"0,86-39-881 0 0,-104 33-2782 0 0,0-1 0 0 0,0 0 0 0 0,-1 0 0 0 0,0-1 0 0 0,0-1 0 0 0,-1 0 0 0 0,16-14-1 0 0,-22 17-131 0 0,-1 0-1 0 0,1 0 0 0 0,-1 0 0 0 0,0 0 1 0 0,0 0-1 0 0,-1 0 0 0 0,0-1 0 0 0,1 1 0 0 0,-2-1 1 0 0,1 0-1 0 0,-1 0 0 0 0,0 1 0 0 0,0-1 0 0 0,0 0 1 0 0,-1 0-1 0 0,0 0 0 0 0,-1-11 0 0 0,0 14-46 0 0,1 1 0 0 0,-1 0 0 0 0,0-1 0 0 0,1 1 0 0 0,-1 0 0 0 0,0 0 0 0 0,0 0 0 0 0,0-1 0 0 0,-1 1 0 0 0,1 0 0 0 0,-1 0 0 0 0,1 1 0 0 0,-1-1 0 0 0,1 0 0 0 0,-1 0 0 0 0,0 1 0 0 0,0-1 0 0 0,-3-1 0 0 0,2 2-6 0 0,0 0 0 0 0,0 0 1 0 0,0 0-1 0 0,0 0 0 0 0,-1 0 1 0 0,1 1-1 0 0,0 0 0 0 0,-1-1 1 0 0,1 1-1 0 0,0 1 0 0 0,-1-1 1 0 0,1 0-1 0 0,0 1 0 0 0,0 0 1 0 0,-1-1-1 0 0,1 1 0 0 0,-3 2 1 0 0,-1-1 20 0 0,-1 1-1 0 0,1 0 1 0 0,0 1 0 0 0,0-1 0 0 0,1 1 0 0 0,-1 1 0 0 0,1-1 0 0 0,0 1-1 0 0,0 0 1 0 0,0 1 0 0 0,1-1 0 0 0,0 1 0 0 0,0 0 0 0 0,0 1-1 0 0,1-1 1 0 0,-4 8 0 0 0,6-9-36 0 0,0-1 0 0 0,0 1-1 0 0,0 0 1 0 0,1 0 0 0 0,0 0-1 0 0,0 1 1 0 0,0-1 0 0 0,1 0-1 0 0,0 0 1 0 0,0 0 0 0 0,0 1-1 0 0,0-1 1 0 0,1 0 0 0 0,0 0-1 0 0,0 0 1 0 0,0 0 0 0 0,1 0-1 0 0,0 0 1 0 0,0 0 0 0 0,0 0-1 0 0,0-1 1 0 0,1 1 0 0 0,0-1 0 0 0,6 8-1 0 0,-2-4-64 0 0,1 1 0 0 0,1-2 0 0 0,-1 1 0 0 0,1-1 0 0 0,0-1 0 0 0,1 1 0 0 0,0-2 0 0 0,0 1-1 0 0,0-1 1 0 0,0-1 0 0 0,1 0 0 0 0,0 0 0 0 0,-1-1 0 0 0,2 0 0 0 0,-1-1 0 0 0,0-1 0 0 0,13 1 0 0 0,-14-1-289 0 0,0-1 0 0 0,0-1 0 0 0,0 0 1 0 0,-1 0-1 0 0,1-1 0 0 0,-1 0 0 0 0,1-1 1 0 0,-1 0-1 0 0,0 0 0 0 0,0-1 0 0 0,0 0 1 0 0,14-9-1 0 0,-8 1-93 0 0,-1 0 1 0 0,0-2 0 0 0,-1 0-1 0 0,-1 0 1 0 0,0-1-1 0 0,-1 0 1 0 0,13-23 0 0 0,2-2 334 0 0,-21 32 313 0 0,0 1 0 0 0,0 0 0 0 0,1 1 0 0 0,0 0-1 0 0,8-8 1 0 0,-13 13-180 0 0,0 0-1 0 0,0 0 1 0 0,1 1-1 0 0,-1-1 1 0 0,0 0-1 0 0,0 0 1 0 0,1 1-1 0 0,-1-1 1 0 0,0 1-1 0 0,1-1 1 0 0,-1 1-1 0 0,0-1 1 0 0,1 1-1 0 0,-1 0 1 0 0,1 0-1 0 0,-1 0 1 0 0,1 0-1 0 0,-1 0 1 0 0,0 0-1 0 0,1 0 1 0 0,-1 0-1 0 0,1 1 0 0 0,-1-1 1 0 0,1 0-1 0 0,-1 1 1 0 0,0-1-1 0 0,1 1 1 0 0,-1 0-1 0 0,0-1 1 0 0,0 1-1 0 0,1 0 1 0 0,-1 0-1 0 0,0 0 1 0 0,0-1-1 0 0,0 1 1 0 0,0 1-1 0 0,0-1 1 0 0,0 0-1 0 0,1 1 1 0 0,-1 1-3 0 0,0 0-1 0 0,0-1 1 0 0,0 1 0 0 0,0 0 0 0 0,0 0 0 0 0,-1-1-1 0 0,1 1 1 0 0,-1 0 0 0 0,0 0 0 0 0,0 0 0 0 0,0 0 0 0 0,0 0-1 0 0,0 0 1 0 0,-1 5 0 0 0,-12 40 313 0 0,10-41-274 0 0,0 0-1 0 0,0 1 1 0 0,-1-2-1 0 0,0 1 1 0 0,-1 0-1 0 0,1-1 0 0 0,-7 7 1 0 0,10-12 128 0 0,2-7-186 0 0,1-2-12 0 0,0 1 0 0 0,0 0 0 0 0,1 0-1 0 0,0 0 1 0 0,0 0 0 0 0,1 1 0 0 0,0-1 0 0 0,0 1 0 0 0,0 0 0 0 0,1 0 0 0 0,10-10 0 0 0,-6 8-5 0 0,0 0 0 0 0,1 1 0 0 0,-1 0 0 0 0,1 1 0 0 0,1 0 0 0 0,-1 0 0 0 0,16-5 0 0 0,-22 10-4 0 0,0 0 1 0 0,0 0-1 0 0,0 0 0 0 0,0 1 0 0 0,0-1 0 0 0,0 1 1 0 0,0 1-1 0 0,1-1 0 0 0,-1 0 0 0 0,0 1 1 0 0,0 0-1 0 0,0 0 0 0 0,0 0 0 0 0,0 0 0 0 0,0 1 1 0 0,-1-1-1 0 0,1 1 0 0 0,0 0 0 0 0,4 4 0 0 0,-2-2 5 0 0,0 0 0 0 0,-1 0-1 0 0,0 1 1 0 0,0 0 0 0 0,0 0-1 0 0,-1 0 1 0 0,1 0 0 0 0,-1 1-1 0 0,-1-1 1 0 0,6 10 0 0 0,-9-13 31 0 0,4-3-35 0 0,0 0 1 0 0,-1-1-1 0 0,1 1 1 0 0,-1-1-1 0 0,0 1 1 0 0,1-1 0 0 0,-1 0-1 0 0,5-4 1 0 0,-3 3-2 0 0,0-1 1 0 0,1 1 0 0 0,-1 0-1 0 0,1 0 1 0 0,0 0 0 0 0,0 1-1 0 0,0 0 1 0 0,11-2 0 0 0,-11 4-1 0 0,0 0 0 0 0,0 1 1 0 0,0 0-1 0 0,0 1 0 0 0,0-1 1 0 0,-1 1-1 0 0,1 0 0 0 0,0 0 1 0 0,7 5-1 0 0,13 4 1 0 0,-10-4-2 0 0,-12-5 6 0 0,0 0-1 0 0,0 0 1 0 0,1-1-1 0 0,-1 1 1 0 0,0-1-1 0 0,0 0 1 0 0,1-1-1 0 0,-1 1 1 0 0,1-1-1 0 0,-1 1 1 0 0,1-1-1 0 0,-1-1 1 0 0,1 1-1 0 0,7-2 1 0 0,-4 0 7 0 0,-1 1 0 0 0,0-1 0 0 0,1-1 0 0 0,-1 1 0 0 0,0-1 0 0 0,0-1 0 0 0,-1 1 0 0 0,1-1 0 0 0,-1 0 0 0 0,1-1 0 0 0,-1 1 0 0 0,-1-1 0 0 0,7-6 0 0 0,-3 1 44 0 0,-1-1 0 0 0,0 0 0 0 0,-1 0 0 0 0,0 0 0 0 0,-1 0 0 0 0,10-25 0 0 0,-3-5 425 0 0,-2-1-1 0 0,-1 0 1 0 0,5-69-1 0 0,-12 82 265 0 0,-3 29-732 0 0,0 0 0 0 0,0 0 0 0 0,0 0 0 0 0,-1 0 1 0 0,1 0-1 0 0,0 0 0 0 0,0 0 0 0 0,0 0 0 0 0,0 0 0 0 0,0 0 0 0 0,0 0 0 0 0,0 0 0 0 0,0 0 1 0 0,0 0-1 0 0,0 0 0 0 0,0 0 0 0 0,0 0 0 0 0,-1 0 0 0 0,1 0 0 0 0,0 0 0 0 0,0 0 0 0 0,0 0 1 0 0,0 0-1 0 0,0 0 0 0 0,0 0 0 0 0,0 0 0 0 0,0 0 0 0 0,0 0 0 0 0,0 0 0 0 0,-1 0 1 0 0,1 0-1 0 0,0 0 0 0 0,0 0 0 0 0,0 0 0 0 0,0 0 0 0 0,0 0 0 0 0,0 0 0 0 0,0 0 0 0 0,-14 45 306 0 0,9-26-259 0 0,0-3-39 0 0,1-5-5 0 0,0 0 0 0 0,1 0 0 0 0,0 0 0 0 0,1 1 0 0 0,0-1 0 0 0,1 1 0 0 0,0 0 0 0 0,1-1 0 0 0,0 1 0 0 0,1 0 0 0 0,3 20 0 0 0,-2-29-11 0 0,-1-1-1 0 0,1 1 1 0 0,-1-1 0 0 0,1 1-1 0 0,0-1 1 0 0,0 0-1 0 0,0 1 1 0 0,0-1 0 0 0,0 0-1 0 0,0 0 1 0 0,0 0-1 0 0,1-1 1 0 0,-1 1 0 0 0,5 1-1 0 0,44 19 2 0 0,-11-6 40 0 0,-34-12-46 0 0,-1-1 0 0 0,1 1 0 0 0,-1 0 0 0 0,0 0 1 0 0,0 1-1 0 0,0-1 0 0 0,-1 1 0 0 0,0 0 0 0 0,1 1 0 0 0,-2-1 0 0 0,1 1 1 0 0,-1 0-1 0 0,4 7 0 0 0,-6-10 5 0 0,0 0 1 0 0,-1 0-1 0 0,1 0 1 0 0,0 0 0 0 0,-1 0-1 0 0,0 1 1 0 0,1-1-1 0 0,-1 0 1 0 0,-1 0-1 0 0,1 0 1 0 0,0 1 0 0 0,-1-1-1 0 0,0 0 1 0 0,1 0-1 0 0,-1 0 1 0 0,-1 0-1 0 0,1 0 1 0 0,0 0-1 0 0,-1 0 1 0 0,1 0 0 0 0,-1 0-1 0 0,0-1 1 0 0,0 1-1 0 0,0-1 1 0 0,0 1-1 0 0,0-1 1 0 0,-1 0-1 0 0,1 0 1 0 0,-5 3 0 0 0,1-1 27 0 0,0 0 0 0 0,0 0 0 0 0,0 0 1 0 0,0-1-1 0 0,-1 0 0 0 0,1 0 0 0 0,-11 2 1 0 0,15-4-196 0 0,-1-1-1 0 0,0 1 1 0 0,1-1 0 0 0,-1 0 0 0 0,0 1 0 0 0,0-1-1 0 0,1 0 1 0 0,-1-1 0 0 0,0 1 0 0 0,0-1 0 0 0,1 1-1 0 0,-1-1 1 0 0,0 0 0 0 0,1 1 0 0 0,-1-2 0 0 0,1 1-1 0 0,-1 0 1 0 0,1 0 0 0 0,0-1 0 0 0,-1 1-1 0 0,-3-4 1 0 0,4-8-2556 0 0,4 7-2226 0 0,4-10 1309 0 0</inkml:trace>
</inkml:ink>
</file>

<file path=ppt/ink/ink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7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0 130 468 0 0,'13'8'2249'0'0,"-4"-8"-1802"0"0,1 0 1 0 0,-1 0-1 0 0,1-1 0 0 0,-1 0 1 0 0,0-1-1 0 0,0 0 0 0 0,0 0 1 0 0,15-7-1 0 0,-9 3 48 0 0,1 0-1 0 0,-2-2 1 0 0,1 0-1 0 0,16-12 1 0 0,-28 18-348 0 0,-1 0 1 0 0,0 0-1 0 0,1 0 1 0 0,-1 0-1 0 0,0-1 1 0 0,0 1-1 0 0,0-1 1 0 0,-1 0-1 0 0,1 1 1 0 0,0-1-1 0 0,-1 0 1 0 0,0 0-1 0 0,0 0 1 0 0,0 0-1 0 0,0 0 1 0 0,0 0-1 0 0,-1 0 1 0 0,1-1-1 0 0,-1-3 1 0 0,0 5 108 0 0,-4 0-40 0 0,3 1-146 0 0,-1 0 1 0 0,0-1-1 0 0,0 1 1 0 0,1 0 0 0 0,-1 0-1 0 0,0 1 1 0 0,0-1 0 0 0,0 0-1 0 0,0 1 1 0 0,0-1 0 0 0,0 1-1 0 0,0-1 1 0 0,0 1 0 0 0,0 0-1 0 0,-1 0 1 0 0,1 0-1 0 0,0 0 1 0 0,0 1 0 0 0,0-1-1 0 0,0 0 1 0 0,0 1 0 0 0,0-1-1 0 0,0 1 1 0 0,0 0 0 0 0,0 0-1 0 0,0 0 1 0 0,1 0-1 0 0,-1 0 1 0 0,0 0 0 0 0,0 0-1 0 0,1 0 1 0 0,-3 3 0 0 0,2-3-42 0 0,-1 1 1 0 0,1 0 0 0 0,0 0 0 0 0,0 0-1 0 0,0 0 1 0 0,0 0 0 0 0,0 1-1 0 0,1-1 1 0 0,-1 1 0 0 0,0-1-1 0 0,1 1 1 0 0,0-1 0 0 0,0 1 0 0 0,0 0-1 0 0,0 0 1 0 0,0-1 0 0 0,0 1-1 0 0,1 0 1 0 0,-1 0 0 0 0,1 0-1 0 0,0 0 1 0 0,0 0 0 0 0,0 0 0 0 0,0 0-1 0 0,1 0 1 0 0,-1 0 0 0 0,2 4-1 0 0,0-2-208 0 0,0-1 0 0 0,0 0-1 0 0,0 0 1 0 0,0 0 0 0 0,1 0-1 0 0,0 0 1 0 0,0-1-1 0 0,0 1 1 0 0,0-1 0 0 0,0 0-1 0 0,1 0 1 0 0,-1 0 0 0 0,1 0-1 0 0,0 0 1 0 0,0-1 0 0 0,0 0-1 0 0,8 4 1 0 0,39 13-6638 0 0,-36-16 3582 0 0</inkml:trace>
</inkml:ink>
</file>

<file path=ppt/ink/ink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7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120 388 360 0 0,'-20'-12'3535'0'0,"16"11"-3186"0"0,0 1 0 0 0,-1 0 0 0 0,1 0 0 0 0,0 1 0 0 0,-1-1-1 0 0,1 1 1 0 0,0 0 0 0 0,0 0 0 0 0,-1 0 0 0 0,1 1 0 0 0,0 0 0 0 0,0 0 0 0 0,1 0 0 0 0,-1 0 0 0 0,0 0 0 0 0,-5 6-1 0 0,6-7-221 0 0,1 1 0 0 0,0 0 0 0 0,1 0 0 0 0,-1 0-1 0 0,0 0 1 0 0,1 0 0 0 0,-1 0 0 0 0,1 1-1 0 0,-1-1 1 0 0,1 0 0 0 0,0 1 0 0 0,0-1-1 0 0,0 1 1 0 0,0 0 0 0 0,1-1 0 0 0,-1 1-1 0 0,1-1 1 0 0,0 1 0 0 0,-1 0 0 0 0,1 0-1 0 0,0-1 1 0 0,1 1 0 0 0,-1 0 0 0 0,0-1 0 0 0,1 1-1 0 0,-1 0 1 0 0,1-1 0 0 0,2 5 0 0 0,-2-5-99 0 0,0 0 0 0 0,-1-1 1 0 0,1 0-1 0 0,0 1 0 0 0,0-1 1 0 0,1 1-1 0 0,-1-1 0 0 0,0 0 1 0 0,0 0-1 0 0,1 0 0 0 0,-1 0 0 0 0,0 0 1 0 0,1 0-1 0 0,-1 0 0 0 0,1 0 1 0 0,0 0-1 0 0,-1-1 0 0 0,1 1 1 0 0,-1 0-1 0 0,1-1 0 0 0,0 0 1 0 0,0 1-1 0 0,-1-1 0 0 0,1 0 1 0 0,0 0-1 0 0,-1 0 0 0 0,1 0 1 0 0,0 0-1 0 0,0 0 0 0 0,-1-1 1 0 0,1 1-1 0 0,0-1 0 0 0,-1 1 1 0 0,1-1-1 0 0,0 1 0 0 0,-1-1 1 0 0,1 0-1 0 0,-1 0 0 0 0,3-1 1 0 0,4-3 12 0 0,0 1 0 0 0,0-2 0 0 0,0 1 1 0 0,-1-1-1 0 0,11-10 0 0 0,-9 5-20 0 0,0-1 0 0 0,0 0 0 0 0,-1-1 0 0 0,-1 1 0 0 0,0-1 0 0 0,-1-1 0 0 0,6-18 0 0 0,-3 5 21 0 0,-1-1 0 0 0,7-50 0 0 0,-13-12 70 0 0,-2 18 967 0 0,0 71-1007 0 0,1-1 0 0 0,-1 1-1 0 0,0-1 1 0 0,0 1 0 0 0,0-1 0 0 0,0 0-1 0 0,0 1 1 0 0,0-1 0 0 0,0 1 0 0 0,0-1-1 0 0,-1 1 1 0 0,1-1 0 0 0,-1 1 0 0 0,1-1-1 0 0,-1 1 1 0 0,1 0 0 0 0,-1-1 0 0 0,0 1-1 0 0,0 0 1 0 0,-1-2 0 0 0,1 2-32 0 0,1 1 1 0 0,-1 0-1 0 0,0 0 0 0 0,0 0 1 0 0,0-1-1 0 0,0 1 1 0 0,0 0-1 0 0,0 0 0 0 0,0 0 1 0 0,0 0-1 0 0,0 0 0 0 0,1 1 1 0 0,-1-1-1 0 0,0 0 0 0 0,0 0 1 0 0,0 1-1 0 0,0-1 1 0 0,0 0-1 0 0,1 1 0 0 0,-1-1 1 0 0,0 1-1 0 0,0-1 0 0 0,-1 2 1 0 0,-4 2 76 0 0,1 1 0 0 0,-1-1 0 0 0,1 1 0 0 0,0 1 0 0 0,0-1 1 0 0,-6 11-1 0 0,5-5-42 0 0,1 1 0 0 0,0 0-1 0 0,1 0 1 0 0,1 0 0 0 0,0 0 0 0 0,0 1 0 0 0,2-1 0 0 0,-1 1 0 0 0,1-1 0 0 0,1 1 0 0 0,0 0-1 0 0,3 13 1 0 0,1 5-810 0 0,1 0 0 0 0,2 0 0 0 0,17 51 0 0 0,-20-71 84 0 0,1-1-1 0 0,0 0 1 0 0,0 0 0 0 0,10 13 0 0 0,18 12-7289 0 0,-20-25 4283 0 0</inkml:trace>
</inkml:ink>
</file>

<file path=ppt/ink/ink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8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143 540 76 0 0,'-22'-21'8463'0'0,"20"20"-7732"0"0,-2 4-62 0 0,-6 3-292 0 0,1 0 1 0 0,0 1 0 0 0,0 0-1 0 0,0 1 1 0 0,1 0-1 0 0,0 0 1 0 0,-13 18-1 0 0,17-20-224 0 0,0 0 0 0 0,1 0 0 0 0,-1 0 1 0 0,1 1-1 0 0,1 0 0 0 0,-1-1 0 0 0,1 1 0 0 0,0 0 0 0 0,0 0 0 0 0,1 0 0 0 0,0 0 0 0 0,0 0 1 0 0,1 15-1 0 0,0-22-143 0 0,1 1 1 0 0,-1 0 0 0 0,0-1-1 0 0,1 1 1 0 0,-1-1 0 0 0,1 1-1 0 0,-1 0 1 0 0,0-1 0 0 0,1 1 0 0 0,-1-1-1 0 0,1 1 1 0 0,0-1 0 0 0,-1 0-1 0 0,1 1 1 0 0,-1-1 0 0 0,1 1-1 0 0,0-1 1 0 0,-1 0 0 0 0,1 0-1 0 0,-1 1 1 0 0,1-1 0 0 0,0 0-1 0 0,0 0 1 0 0,-1 0 0 0 0,1 0-1 0 0,0 0 1 0 0,-1 0 0 0 0,1 0 0 0 0,0 0-1 0 0,-1 0 1 0 0,1 0 0 0 0,0 0-1 0 0,0 0 1 0 0,-1 0 0 0 0,1-1-1 0 0,0 1 1 0 0,-1 0 0 0 0,1 0-1 0 0,-1-1 1 0 0,1 1 0 0 0,0 0-1 0 0,-1-1 1 0 0,1 1 0 0 0,0-1-1 0 0,26-13 130 0 0,-10-1-105 0 0,1-1 0 0 0,-2-1 1 0 0,0 0-1 0 0,-1-1 1 0 0,-1 0-1 0 0,-1-2 0 0 0,22-39 1 0 0,-12 10-18 0 0,-1-1 0 0 0,19-67-1 0 0,-31 86-5 0 0,-3 0 0 0 0,6-38-1 0 0,-12 59-7 0 0,0 0-1 0 0,0 0 0 0 0,-1 0 1 0 0,0 0-1 0 0,-1 0 0 0 0,0 0 1 0 0,-1 0-1 0 0,0 0 0 0 0,0 0 1 0 0,-1 0-1 0 0,-5-12 0 0 0,6 20 3 0 0,1-1 0 0 0,-1 0 0 0 0,0 1 0 0 0,1 0 0 0 0,-1-1 0 0 0,0 1 0 0 0,-1 0 0 0 0,1 0 0 0 0,0 0-1 0 0,0 0 1 0 0,-1 1 0 0 0,1-1 0 0 0,-1 1 0 0 0,0-1 0 0 0,1 1 0 0 0,-1 0 0 0 0,0 0 0 0 0,0 0 0 0 0,0 0 0 0 0,0 1 0 0 0,0-1 0 0 0,0 1 0 0 0,1-1 0 0 0,-1 1 0 0 0,0 0-1 0 0,0 1 1 0 0,0-1 0 0 0,0 0 0 0 0,0 1 0 0 0,0-1 0 0 0,0 1 0 0 0,0 0 0 0 0,0 0 0 0 0,1 0 0 0 0,-1 1 0 0 0,-4 2 0 0 0,0-1 24 0 0,0 1 0 0 0,0 0 0 0 0,0 1 0 0 0,0 0 0 0 0,1 0 0 0 0,0 0 0 0 0,0 1 0 0 0,1 0 1 0 0,-1 0-1 0 0,1 0 0 0 0,0 1 0 0 0,-6 11 0 0 0,7-8-11 0 0,-1-1 0 0 0,2 1 1 0 0,-1 0-1 0 0,1 1 0 0 0,1-1 0 0 0,0 0 1 0 0,0 1-1 0 0,1 0 0 0 0,0-1 1 0 0,1 1-1 0 0,0 0 0 0 0,1-1 0 0 0,0 1 1 0 0,1-1-1 0 0,0 1 0 0 0,1-1 0 0 0,0 0 1 0 0,0 0-1 0 0,6 11 0 0 0,-2-5-82 0 0,1 0 1 0 0,0 0-1 0 0,1-1 0 0 0,1 0 0 0 0,22 26 0 0 0,2-8-2852 0 0,5-4-4162 0 0,-27-22 3276 0 0</inkml:trace>
</inkml:ink>
</file>

<file path=ppt/ink/ink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8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1 904 0 0,'3'3'6751'0'0,"-3"15"-3414"0"0,-6 40-1875 0 0,1-16 198 0 0,4-31-1547 0 0,0 4 232 0 0,0 0 1 0 0,0 0 0 0 0,2 16 0 0 0,0-29-577 0 0,-5 8-383 0 0</inkml:trace>
</inkml:ink>
</file>

<file path=ppt/ink/ink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8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66 440 0 0,'15'-57'6289'0'0,"-15"55"-5673"0"0,4-5 330 0 0</inkml:trace>
</inkml:ink>
</file>

<file path=ppt/ink/ink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19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 80 0 0,'-1'60'5794'0'0,"2"-28"-2588"0"0,0-32-3170 0 0,-1 1 0 0 0,1-1 1 0 0,-1 1-1 0 0,1-1 1 0 0,-1 1-1 0 0,1-1 0 0 0,-1 0 1 0 0,1 1-1 0 0,-1-1 1 0 0,1 1-1 0 0,-1-1 0 0 0,1 0 1 0 0,0 0-1 0 0,-1 1 1 0 0,1-1-1 0 0,0 0 0 0 0,-1 0 1 0 0,1 0-1 0 0,0 0 1 0 0,-1 0-1 0 0,1 0 0 0 0,0 0 1 0 0,-1 0-1 0 0,1 0 1 0 0,0 0-1 0 0,-1 0 0 0 0,1 0 1 0 0,0 0-1 0 0,-1-1 1 0 0,1 1-1 0 0,0 0 0 0 0,-1 0 1 0 0,1-1-1 0 0,-1 1 1 0 0,2-1-1 0 0,23-9 465 0 0,-22 9-459 0 0,18-11 415 0 0,44-16 1 0 0,-56 25-423 0 0,0 1 0 0 0,0 0 0 0 0,1 0 0 0 0,-1 1 0 0 0,1 1 0 0 0,-1-1 0 0 0,0 1 0 0 0,11 2-1 0 0,12 2 35 0 0,2 1-112 0 0,1-2-1 0 0,68-3 1 0 0,-96 0 36 0 0,1 0 0 0 0,-1-1 0 0 0,1-1 0 0 0,-1 1 0 0 0,1-1 0 0 0,-1 0 0 0 0,0-1 0 0 0,0 1 0 0 0,0-2 0 0 0,0 1 0 0 0,-1-1 0 0 0,1 0 0 0 0,-1 0 0 0 0,0 0 0 0 0,0-1 0 0 0,-1 0 0 0 0,1 0 0 0 0,-1-1 0 0 0,7-9 0 0 0,-8 11 11 0 0,-3 3-4 0 0,0 0 1 0 0,0 0-1 0 0,-1 0 1 0 0,1-1 0 0 0,0 1-1 0 0,0 0 1 0 0,-1-1-1 0 0,1 1 1 0 0,-1 0-1 0 0,1-1 1 0 0,-1 1 0 0 0,0 0-1 0 0,0-1 1 0 0,1 1-1 0 0,-1-1 1 0 0,0 1-1 0 0,0-1 1 0 0,0 1-1 0 0,0-1 1 0 0,-1 1 0 0 0,1 0-1 0 0,-1-2 1 0 0,1 1 7 0 0,0 1 0 0 0,0-1 0 0 0,0 0 0 0 0,0 1 0 0 0,-1-1 0 0 0,1 0 1 0 0,0 1-1 0 0,-1-1 0 0 0,0 1 0 0 0,1-1 0 0 0,-1 1 0 0 0,0-1 0 0 0,0 1 0 0 0,0 0 1 0 0,0-1-1 0 0,0 1 0 0 0,0 0 0 0 0,0 0 0 0 0,0-1 0 0 0,0 1 0 0 0,-1 0 0 0 0,1 0 0 0 0,0 0 1 0 0,-1 1-1 0 0,1-1 0 0 0,-1 0 0 0 0,1 0 0 0 0,-1 1 0 0 0,1-1 0 0 0,-1 1 0 0 0,1 0 0 0 0,-1-1 1 0 0,0 1-1 0 0,-1 0 0 0 0,1-1 8 0 0,-1 1-1 0 0,1 0 1 0 0,0 0 0 0 0,-1 0-1 0 0,1 1 1 0 0,0-1 0 0 0,-1 1-1 0 0,1-1 1 0 0,0 1 0 0 0,0 0-1 0 0,0-1 1 0 0,0 1 0 0 0,-1 0-1 0 0,1 0 1 0 0,0 1 0 0 0,1-1-1 0 0,-1 0 1 0 0,0 1 0 0 0,0-1-1 0 0,0 1 1 0 0,1 0 0 0 0,-1-1-1 0 0,-1 4 1 0 0,2-4 10 0 0,17 24 35 0 0,-10-20-56 0 0,-4-4-5 0 0,-1 1 0 0 0,1-1 0 0 0,0 0-1 0 0,0 0 1 0 0,0 0 0 0 0,0 0 0 0 0,0-1 0 0 0,0 1 0 0 0,0-1 0 0 0,0 1 0 0 0,0-1 0 0 0,0 1-1 0 0,0-1 1 0 0,1 0 0 0 0,-1 0 0 0 0,0 0 0 0 0,2-1 0 0 0,3 2 7 0 0,-1-1 1 0 0,1-1-1 0 0,0 1 0 0 0,-1-1 1 0 0,1 0-1 0 0,-1 0 1 0 0,0-1-1 0 0,1 0 0 0 0,9-4 1 0 0,-16 5 28 0 0,1 1 0 0 0,0-1 0 0 0,0 1 0 0 0,0-1 0 0 0,0 1 0 0 0,0-1 0 0 0,0 1 0 0 0,0 0 0 0 0,0-1 0 0 0,0 1 0 0 0,0 0 0 0 0,0 0 0 0 0,0 0 0 0 0,1 0 0 0 0,-1 0 0 0 0,0 0 0 0 0,0 0 0 0 0,0 0 0 0 0,1 0 0 0 0,-7 17 1390 0 0,-7 15-1248 0 0,8-2 239 0 0,1-1 1 0 0,2 55-1 0 0,2-35-125 0 0,-4 39-70 0 0,-3 0 0 0 0,-4 0 0 0 0,-4-1 0 0 0,-4-1 0 0 0,-4 0 0 0 0,-55 140 0 0 0,71-211-199 0 0,-1 0-1 0 0,0-1 1 0 0,-1-1-1 0 0,-1 1 1 0 0,-14 16-1 0 0,20-26-11 0 0,0-1 0 0 0,0 1-1 0 0,-1-1 1 0 0,1 1 0 0 0,-1-1 0 0 0,0 0-1 0 0,0 0 1 0 0,0-1 0 0 0,0 1-1 0 0,-1-1 1 0 0,1 0 0 0 0,-1 0 0 0 0,1-1-1 0 0,-1 1 1 0 0,0-1 0 0 0,1 0-1 0 0,-1 0 1 0 0,0-1 0 0 0,0 1 0 0 0,0-1-1 0 0,-7-1 1 0 0,9 0 3 0 0,0 1-1 0 0,0-2 1 0 0,0 1 0 0 0,0 0-1 0 0,0-1 1 0 0,0 1 0 0 0,0-1 0 0 0,0 0-1 0 0,0 0 1 0 0,1 0 0 0 0,-1 0-1 0 0,1-1 1 0 0,0 1 0 0 0,0-1-1 0 0,-1 1 1 0 0,1-1 0 0 0,1 0-1 0 0,-1 0 1 0 0,0 0 0 0 0,1 0 0 0 0,0 0-1 0 0,-1 0 1 0 0,1 0 0 0 0,0 0-1 0 0,1 0 1 0 0,-2-6 0 0 0,0-3 55 0 0,0-1 0 0 0,1 1 0 0 0,1 0 0 0 0,0-1-1 0 0,2-22 1 0 0,2 17-36 0 0,0 1-1 0 0,1 0 1 0 0,1 0-1 0 0,0 0 0 0 0,1 1 1 0 0,1-1-1 0 0,1 2 1 0 0,0-1-1 0 0,13-14 0 0 0,17-20-398 0 0,52-52 1 0 0,-89 101 338 0 0,20-22-715 0 0,1 2 0 0 0,30-22-1 0 0,-17 19-2213 0 0,2 1-3288 0 0,-17 10 2015 0 0</inkml:trace>
</inkml:ink>
</file>

<file path=ppt/ink/ink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0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0 957 560 0 0,'0'0'4280'0'0,"5"4"-3804"0"0,-2-1-387 0 0,1-1 1 0 0,0 1-1 0 0,0-1 1 0 0,0 0-1 0 0,0 0 1 0 0,0-1-1 0 0,0 1 1 0 0,1-1-1 0 0,-1 0 1 0 0,1 0-1 0 0,-1-1 1 0 0,0 1-1 0 0,1-1 1 0 0,-1 0-1 0 0,1 0 1 0 0,-1 0-1 0 0,1-1 0 0 0,7-1 1 0 0,31-8 291 0 0,0-1 1 0 0,-1-2-1 0 0,67-31 1 0 0,113-72 435 0 0,-201 104-764 0 0,-1-1 0 0 0,0-1 1 0 0,-1-1-1 0 0,0-1 0 0 0,-1 0 0 0 0,-1-1 1 0 0,0-1-1 0 0,-2-1 0 0 0,0 0 0 0 0,-1-1 1 0 0,-1-1-1 0 0,11-23 0 0 0,-12 18-20 0 0,-1-1 1 0 0,-2 0-1 0 0,-1-1 0 0 0,-1 0 0 0 0,-1 0 0 0 0,2-31 1 0 0,-5 30-1 0 0,-2 0 1 0 0,-1-1 0 0 0,-5-41 0 0 0,2 56 47 0 0,1 0 0 0 0,-2 0 0 0 0,0 0 0 0 0,-1 0 0 0 0,0 1-1 0 0,-1 0 1 0 0,-1 0 0 0 0,-10-16 0 0 0,17 29-68 0 0,0 0-1 0 0,-1 0 1 0 0,1 1 0 0 0,-1-1-1 0 0,1 0 1 0 0,-1 1 0 0 0,1-1 0 0 0,-1 1-1 0 0,0-1 1 0 0,1 0 0 0 0,-1 1-1 0 0,0-1 1 0 0,1 1 0 0 0,-1 0-1 0 0,0-1 1 0 0,0 1 0 0 0,1-1 0 0 0,-1 1-1 0 0,0 0 1 0 0,0 0 0 0 0,0 0-1 0 0,1-1 1 0 0,-1 1 0 0 0,0 0-1 0 0,0 0 1 0 0,0 0 0 0 0,0 0-1 0 0,1 0 1 0 0,-1 0 0 0 0,0 1 0 0 0,0-1-1 0 0,-1 0 1 0 0,0 2 7 0 0,-1-1 0 0 0,1 1-1 0 0,0-1 1 0 0,0 1 0 0 0,0 0 0 0 0,0-1-1 0 0,0 1 1 0 0,0 1 0 0 0,0-1 0 0 0,-2 3-1 0 0,-28 56 201 0 0,8 7-79 0 0,4 2 1 0 0,2 0-1 0 0,-9 79 1 0 0,17-91-62 0 0,-74 652 573 0 0,80-671-644 0 0,-18 164 196 0 0,17-171-228 0 0,-2-1-1 0 0,-2 1 1 0 0,0-1 0 0 0,-17 36-1 0 0,23-62-119 0 0,1 1 1 0 0,-1-1-1 0 0,-1 1 0 0 0,1-1 0 0 0,-1 0 0 0 0,1 0 0 0 0,-2-1 1 0 0,1 1-1 0 0,0-1 0 0 0,-1 0 0 0 0,0 0 0 0 0,0 0 1 0 0,-10 5-1 0 0,11-7-190 0 0,0-1 0 0 0,1 0 0 0 0,-1 0 1 0 0,0 0-1 0 0,0 0 0 0 0,0-1 0 0 0,0 1 0 0 0,0-1 1 0 0,-1 0-1 0 0,1 0 0 0 0,0-1 0 0 0,0 1 0 0 0,0-1 1 0 0,0 0-1 0 0,0 0 0 0 0,0 0 0 0 0,1-1 1 0 0,-1 1-1 0 0,0-1 0 0 0,1 0 0 0 0,-7-4 0 0 0,-6-5-1961 0 0</inkml:trace>
</inkml:ink>
</file>

<file path=ppt/ink/ink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1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11 330 8 0 0,'-3'-1'164'0'0,"-5"-4"615"0"0,8 5-735 0 0,0 0 0 0 0,0 0-1 0 0,0 0 1 0 0,0 0 0 0 0,0 0 0 0 0,1 0-1 0 0,-1 0 1 0 0,0-1 0 0 0,0 1 262 0 0,0 0-262 0 0,0 0 0 0 0,0 0-1 0 0,0 0 1 0 0,0 0 0 0 0,0 0 0 0 0,0 0-1 0 0,0 0 1 0 0,0 0 0 0 0,0 0 0 0 0,0 0-1 0 0,0-1 1 0 0,0 1 0 0 0,0 0 0 0 0,0 0-1 0 0,0 0 1 0 0,0 0 0 0 0,0 0 0 0 0,0 0-1 0 0,0 0 1 0 0,0 0 0 0 0,0 0 0 0 0,0 0-1 0 0,0 0 1 0 0,0 0 0 0 0,0 0 0 0 0,0-1-1 0 0,0 1 1 0 0,0 0 0 0 0,0 0 262 0 0,0 0-262 0 0,0 0 0 0 0,70 0 523 0 0,1-3 1 0 0,0-3 0 0 0,96-21 0 0 0,210-79 1008 0 0,-357 98-1377 0 0,0 0 0 0 0,0-1 0 0 0,21-14 0 0 0,-34 19-48 0 0,-1 1-1 0 0,0-2 1 0 0,-1 1-1 0 0,1-1 1 0 0,-1 1-1 0 0,0-1 1 0 0,0-1-1 0 0,0 1 0 0 0,0-1 1 0 0,-1 0-1 0 0,0 0 1 0 0,-1 0-1 0 0,5-9 1 0 0,-8 13-68 0 0,1 0 1 0 0,0 0-1 0 0,-1 0 1 0 0,0 0-1 0 0,1-1 1 0 0,-1 1 0 0 0,0 0-1 0 0,0 0 1 0 0,0 0-1 0 0,0 0 1 0 0,0 0-1 0 0,-1 0 1 0 0,1 0 0 0 0,-1 0-1 0 0,1 0 1 0 0,-1 0-1 0 0,0 0 1 0 0,0 0-1 0 0,0 0 1 0 0,0 0 0 0 0,0 0-1 0 0,-2-2 1 0 0,2 3 120 0 0,-2 1-145 0 0,-1 1 0 0 0,1 0 1 0 0,0 0-1 0 0,-1 0 0 0 0,1 0 0 0 0,0 0 1 0 0,0 1-1 0 0,0 0 0 0 0,-4 2 0 0 0,2-1-14 0 0,-1 2 3 0 0,0 0 1 0 0,1 1 0 0 0,0 0 0 0 0,0 0-1 0 0,1 0 1 0 0,-1 1 0 0 0,1 0 0 0 0,1 0 0 0 0,-1 0-1 0 0,1 0 1 0 0,0 0 0 0 0,1 1 0 0 0,0-1 0 0 0,0 1-1 0 0,-1 14 1 0 0,2-20-39 0 0,1-1 0 0 0,0 1 0 0 0,0 0 0 0 0,0 0-1 0 0,0-1 1 0 0,0 1 0 0 0,1 0 0 0 0,-1-1 0 0 0,0 1 0 0 0,1 0-1 0 0,-1-1 1 0 0,1 1 0 0 0,0 0 0 0 0,-1-1 0 0 0,1 1 0 0 0,0-1-1 0 0,0 1 1 0 0,0-1 0 0 0,0 0 0 0 0,0 1 0 0 0,0-1 0 0 0,1 0-1 0 0,-1 0 1 0 0,0 0 0 0 0,2 1 0 0 0,-1-1-4 0 0,1-1 0 0 0,-1 1 0 0 0,0-1-1 0 0,1 0 1 0 0,-1 1 0 0 0,0-1 0 0 0,1 0 0 0 0,-1-1 0 0 0,0 1 0 0 0,1 0 0 0 0,-1-1-1 0 0,0 1 1 0 0,1-1 0 0 0,-1 0 0 0 0,4-2 0 0 0,10-5 8 0 0,0-1 0 0 0,-1 0-1 0 0,23-20 1 0 0,-31 24 12 0 0,-1 1-22 0 0,4-5-11 0 0,2 0 1 0 0,-1 0 0 0 0,1 1-1 0 0,0 1 1 0 0,1 0 0 0 0,0 1-1 0 0,0 0 1 0 0,0 1 0 0 0,23-6 0 0 0,-33 11 6 0 0,-1 0 1 0 0,1 0 0 0 0,-1 0-1 0 0,0 1 1 0 0,1-1 0 0 0,-1 1 0 0 0,0-1-1 0 0,1 1 1 0 0,-1 0 0 0 0,0 0 0 0 0,0 0-1 0 0,1 0 1 0 0,-1 0 0 0 0,0 1-1 0 0,0-1 1 0 0,0 1 0 0 0,-1-1 0 0 0,1 1-1 0 0,0 0 1 0 0,-1-1 0 0 0,1 1-1 0 0,1 3 1 0 0,-1-3-1 0 0,0 1 1 0 0,0-1-1 0 0,1 1 0 0 0,-1-1 0 0 0,1 0 1 0 0,0 0-1 0 0,-1 0 0 0 0,1 0 0 0 0,0 0 0 0 0,0 0 1 0 0,0-1-1 0 0,0 0 0 0 0,0 0 0 0 0,6 2 1 0 0,-7-3-1 0 0,53-31 50 0 0,-47 24-257 0 0,1 1 0 0 0,0 0 0 0 0,1 0 0 0 0,14-6 0 0 0,22-2-6934 0 0,-31 12 3836 0 0</inkml:trace>
</inkml:ink>
</file>

<file path=ppt/ink/ink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2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1 233 1024 0 0,'0'-8'276'0'0,"2"0"0"0"0,-1 1 0 0 0,1-1-1 0 0,0 0 1 0 0,1 0 0 0 0,0 1 0 0 0,0 0 0 0 0,0-1 0 0 0,1 1-1 0 0,0 0 1 0 0,1 1 0 0 0,0-1 0 0 0,0 1 0 0 0,0 0 0 0 0,0 0-1 0 0,1 0 1 0 0,0 1 0 0 0,0 0 0 0 0,1 0 0 0 0,-1 1 0 0 0,13-7-1 0 0,2 0-47 0 0,0 0-1 0 0,1 1 1 0 0,0 1-1 0 0,0 1 1 0 0,1 1-1 0 0,26-4 1 0 0,-29 7-44 0 0,0 1 1 0 0,0 0-1 0 0,1 2 0 0 0,-1 0 1 0 0,40 5-1 0 0,-56-4-145 0 0,0 1 1 0 0,0 0-1 0 0,0 0 0 0 0,0 1 0 0 0,0-1 1 0 0,0 1-1 0 0,0 0 0 0 0,-1 0 0 0 0,1 0 0 0 0,-1 0 1 0 0,1 1-1 0 0,-1 0 0 0 0,0-1 0 0 0,6 7 1 0 0,-7-5-19 0 0,0-1 0 0 0,0 1 0 0 0,-1 0 0 0 0,1 0 0 0 0,-1 0 0 0 0,0 0 0 0 0,0 0 1 0 0,0 0-1 0 0,0 0 0 0 0,-1 0 0 0 0,1 0 0 0 0,-1 1 0 0 0,0-1 0 0 0,-1 0 0 0 0,1 0 1 0 0,-1 0-1 0 0,0 0 0 0 0,-1 5 0 0 0,-1 0 41 0 0,-1 0 1 0 0,0 0-1 0 0,0 0 0 0 0,-1 0 1 0 0,-1-1-1 0 0,1 1 0 0 0,-1-1 1 0 0,-1-1-1 0 0,1 1 0 0 0,-1-1 1 0 0,0 0-1 0 0,-1-1 0 0 0,0 0 0 0 0,0 0 1 0 0,0-1-1 0 0,-1 0 0 0 0,0 0 1 0 0,-17 6-1 0 0,9-8 282 0 0,11-11-54 0 0,7 6-279 0 0,-1 0 0 0 0,0 0 1 0 0,1 1-1 0 0,0-1 0 0 0,-1 0 0 0 0,1 1 1 0 0,0-1-1 0 0,0 0 0 0 0,-1 1 0 0 0,1-1 1 0 0,1 1-1 0 0,-1-1 0 0 0,2-1 1 0 0,12-10-18 0 0,0 0 1 0 0,1 1 0 0 0,0 1-1 0 0,1 0 1 0 0,0 1 0 0 0,1 1-1 0 0,25-9 1 0 0,139-37-371 0 0,-107 35 280 0 0,-43 9 63 0 0,-21 7 34 0 0,0 0-1 0 0,0 1 0 0 0,0 0 0 0 0,1 1 0 0 0,10-1 0 0 0,-23 37 24 0 0,1-31-23 0 0,0 0 1 0 0,0 1-1 0 0,1-1 1 0 0,-1 0-1 0 0,1 1 0 0 0,0-1 1 0 0,0 0-1 0 0,0 0 1 0 0,1 0-1 0 0,-1 0 1 0 0,1 0-1 0 0,-1 0 1 0 0,1 0-1 0 0,0 0 0 0 0,0 0 1 0 0,0-1-1 0 0,1 1 1 0 0,-1-1-1 0 0,1 0 1 0 0,-1 0-1 0 0,1 0 0 0 0,0 0 1 0 0,0 0-1 0 0,-1 0 1 0 0,2-1-1 0 0,-1 1 1 0 0,0-1-1 0 0,0 0 1 0 0,0 0-1 0 0,4 1 0 0 0,1-1 1 0 0,0 1 0 0 0,0-1 0 0 0,0 0-1 0 0,0 0 1 0 0,0-1 0 0 0,0 0 0 0 0,0-1 0 0 0,0 0-1 0 0,0 0 1 0 0,9-3 0 0 0,-14 3 12 0 0,0 0 0 0 0,0 0 0 0 0,0-1 0 0 0,0 1 0 0 0,-1-1 0 0 0,1 0-1 0 0,0 0 1 0 0,-1 0 0 0 0,0 0 0 0 0,1 0 0 0 0,-1 0 0 0 0,0-1 0 0 0,0 1 0 0 0,0-1 0 0 0,0 1 0 0 0,-1-1 0 0 0,1 0 0 0 0,-1 0 0 0 0,0 0 0 0 0,1 0 0 0 0,-1 0 0 0 0,-1 0 0 0 0,2-4 0 0 0,-1 2 16 0 0,-1 0 0 0 0,1 0 1 0 0,-1 0-1 0 0,0-1 1 0 0,0 1-1 0 0,-1 0 0 0 0,1 0 1 0 0,-1 0-1 0 0,0 0 1 0 0,-1 0-1 0 0,1 0 0 0 0,-4-6 1 0 0,5 10-56 0 0,-1 0-1 0 0,1 0 1 0 0,-1 1 0 0 0,1-1-1 0 0,-1 0 1 0 0,0 0 0 0 0,1 1-1 0 0,-1-1 1 0 0,0 0 0 0 0,0 1 0 0 0,1-1-1 0 0,-1 1 1 0 0,0-1 0 0 0,0 1-1 0 0,0-1 1 0 0,0 1 0 0 0,0 0-1 0 0,0-1 1 0 0,0 1 0 0 0,0 0 0 0 0,0 0-1 0 0,0 0 1 0 0,0-1 0 0 0,0 1-1 0 0,0 0 1 0 0,0 0 0 0 0,0 1 0 0 0,0-1-1 0 0,0 0 1 0 0,0 0 0 0 0,-1 1-1 0 0,-1 0-594 0 0,1 0 0 0 0,-1-1 0 0 0,1 1 0 0 0,0 1-1 0 0,-1-1 1 0 0,1 0 0 0 0,0 0 0 0 0,0 1 0 0 0,0-1 0 0 0,-2 3-1 0 0,-4 5-2415 0 0</inkml:trace>
</inkml:ink>
</file>

<file path=ppt/ink/ink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2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45 420 0 0,'13'1'3260'0'0,"-11"0"-3117"0"0,-1 1 0 0 0,1-1 0 0 0,-1 0 0 0 0,0 1 0 0 0,1-1-1 0 0,-1 1 1 0 0,0-1 0 0 0,0 1 0 0 0,0-1 0 0 0,0 1 0 0 0,0 0-1 0 0,0 0 1 0 0,0-1 0 0 0,-1 1 0 0 0,1 0 0 0 0,-1 0-1 0 0,1 0 1 0 0,-1 0 0 0 0,0 0 0 0 0,0 0 0 0 0,0 0 0 0 0,0 0-1 0 0,0 0 1 0 0,0 0 0 0 0,0-1 0 0 0,-1 1 0 0 0,1 0 0 0 0,-1 0-1 0 0,1 0 1 0 0,-2 2 0 0 0,1 0-15 0 0,0-1 0 0 0,0 0 0 0 0,0 1 0 0 0,0-1-1 0 0,0 0 1 0 0,-1 0 0 0 0,0 0 0 0 0,0 0 0 0 0,0 0 0 0 0,0 0 0 0 0,0-1-1 0 0,0 1 1 0 0,-1 0 0 0 0,1-1 0 0 0,-1 0 0 0 0,0 0 0 0 0,-4 4 0 0 0,5-6 23 0 0,-13 0 168 0 0,15 0-309 0 0,-1 0 1 0 0,1 0 0 0 0,0 0-1 0 0,-1 0 1 0 0,1 0 0 0 0,-1-1 0 0 0,1 1-1 0 0,-1 0 1 0 0,1 0 0 0 0,-1 0-1 0 0,1 0 1 0 0,-1-1 0 0 0,1 1-1 0 0,0 0 1 0 0,-1-1 0 0 0,1 1 0 0 0,-1 0-1 0 0,1-1 1 0 0,0 1 0 0 0,-1 0-1 0 0,1-1 1 0 0,0 1 0 0 0,0 0-1 0 0,-1-1 1 0 0,1 1 0 0 0,0-1 0 0 0,0 1-1 0 0,0-1 1 0 0,-1 1 0 0 0,1-1-1 0 0,0 1 1 0 0,0-1 0 0 0,0 1 0 0 0,0-1-1 0 0,0 1 1 0 0,0-1 0 0 0,0 1-1 0 0,0-1 1 0 0,2-7 10 0 0,1 1-1 0 0,0 0 1 0 0,0 1-1 0 0,1-1 1 0 0,0 1-1 0 0,0-1 1 0 0,1 1-1 0 0,-1 0 1 0 0,1 1-1 0 0,0-1 1 0 0,10-7-1 0 0,-6 5-8 0 0,1 1-1 0 0,-1 1 1 0 0,1-1-1 0 0,1 2 1 0 0,-1-1-1 0 0,1 2 1 0 0,11-5-1 0 0,-20 9-2 0 0,0 0-7 0 0,0 0 1 0 0,0 0-1 0 0,0 0 1 0 0,0 1-1 0 0,0-1 1 0 0,0 1-1 0 0,0 0 1 0 0,0-1-1 0 0,0 1 1 0 0,-1 0-1 0 0,1 0 1 0 0,0 0-1 0 0,0 0 1 0 0,-1 0-1 0 0,1 1 1 0 0,-1-1-1 0 0,1 0 1 0 0,-1 1-1 0 0,0-1 1 0 0,1 1-1 0 0,-1 0 1 0 0,1 2-1 0 0,1 0 4 0 0,-1 1 1 0 0,0 0-1 0 0,0 0 0 0 0,0 0 0 0 0,0 0 0 0 0,-1 0 0 0 0,1 7 0 0 0,-2-11 2 0 0,4 8 12 0 0,-4-8-18 0 0,0-1-1 0 0,0 1 1 0 0,-1-1 0 0 0,1 1 0 0 0,0-1-1 0 0,0 1 1 0 0,0-1 0 0 0,0 1 0 0 0,1-1-1 0 0,-1 1 1 0 0,0-1 0 0 0,0 1 0 0 0,0-1-1 0 0,0 1 1 0 0,0-1 0 0 0,1 1 0 0 0,-1-1-1 0 0,0 1 1 0 0,0-1 0 0 0,1 0-1 0 0,-1 1 1 0 0,0-1 0 0 0,0 1 0 0 0,1-1-1 0 0,-1 0 1 0 0,1 1 0 0 0,-1-1 0 0 0,0 0-1 0 0,1 1 1 0 0,-1-1 0 0 0,1 0 0 0 0,-1 0-1 0 0,1 0 1 0 0,-1 1 0 0 0,1-1 0 0 0,-1 0-1 0 0,1 0 1 0 0,-1 0 0 0 0,1 0 0 0 0,-1 0-1 0 0,1 0 1 0 0,-1 0 0 0 0,1 0 0 0 0,-1 0-1 0 0,1 0 1 0 0,-1 0 0 0 0,1 0-1 0 0,-1 0 1 0 0,1 0 0 0 0,-1 0 0 0 0,1-1-1 0 0,102-55 51 0 0,-98 55-52 0 0,0 0-1 0 0,-1 1 1 0 0,1-1-1 0 0,0 1 1 0 0,-1 0-1 0 0,1 0 0 0 0,0 1 1 0 0,-1-1-1 0 0,1 1 1 0 0,0 0-1 0 0,-1 0 1 0 0,1 1-1 0 0,-1-1 0 0 0,1 1 1 0 0,-1 0-1 0 0,5 3 1 0 0,11 3-29 0 0,-8-4 28 0 0,0 0-1 0 0,1-1 1 0 0,-1-1-1 0 0,1 0 1 0 0,14 0-1 0 0,-21-2 9 0 0,0 0 1 0 0,0 0-1 0 0,1 0 0 0 0,-1-1 0 0 0,0 0 0 0 0,0 0 1 0 0,0-1-1 0 0,0 0 0 0 0,0 0 0 0 0,0 0 1 0 0,0-1-1 0 0,6-3 0 0 0,-9 3 111 0 0,0 0 1 0 0,0 0-1 0 0,0 0 0 0 0,-1 0 1 0 0,1 0-1 0 0,-1-1 0 0 0,0 1 0 0 0,0-1 1 0 0,0 1-1 0 0,0-1 0 0 0,2-6 1 0 0,-2 4 148 0 0,-1 5-6 0 0,0-7-6 0 0,-1 5-42 0 0,-3 7 1074 0 0,-11 31-1410 0 0,13-33 24 0 0,1 0 0 0 0,0 0 0 0 0,0 1 0 0 0,0-1-1 0 0,0 0 1 0 0,0 0 0 0 0,1 0 0 0 0,-1 1 0 0 0,1-1 0 0 0,-1 0 0 0 0,1 0 0 0 0,0 0 0 0 0,0 0 0 0 0,0 0 0 0 0,0 0 0 0 0,0 0 0 0 0,0 0 0 0 0,1-1 0 0 0,-1 1 0 0 0,0 0 0 0 0,3 1 0 0 0,35 33-2474 0 0,-36-34 2338 0 0,36 25-5003 0 0,-18-14 2244 0 0</inkml:trace>
</inkml:ink>
</file>

<file path=ppt/ink/ink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3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39 212 0 0,'21'-37'6075'0'0,"-20"36"-5241"0"0,-14 59 5998 0 0,-10 52-5846 0 0,22-106-941 0 0,1 1 0 0 0,0 0 0 0 0,0 0 0 0 0,0 0 0 0 0,0-1 0 0 0,1 1 0 0 0,0 0 0 0 0,0 0 0 0 0,0-1 0 0 0,1 1 0 0 0,0-1 0 0 0,-1 1 0 0 0,2-1 0 0 0,-1 0 0 0 0,4 6 0 0 0,-4-8-29 0 0,0 1 0 0 0,0-1 0 0 0,1-1 0 0 0,-1 1 0 0 0,1 0 0 0 0,-1 0 0 0 0,1-1 0 0 0,-1 0 0 0 0,1 1 0 0 0,0-1 0 0 0,0 0 0 0 0,0 0 0 0 0,0 0 0 0 0,0-1 0 0 0,-1 1 0 0 0,1-1 0 0 0,0 0 0 0 0,0 0 0 0 0,0 0 0 0 0,0 0 0 0 0,0 0 0 0 0,0 0 0 0 0,0-1 0 0 0,0 0 0 0 0,0 1 0 0 0,4-3 0 0 0,31-9 76 0 0,-28 8-90 0 0,0 0-1 0 0,0 1 1 0 0,0 0-1 0 0,1 1 1 0 0,-1 0-1 0 0,1 1 1 0 0,-1 0-1 0 0,1 1 0 0 0,0 0 1 0 0,-1 0-1 0 0,15 3 1 0 0,-12-1-46 0 0,2 1 0 0 0,1 0 0 0 0,-1-2 0 0 0,1 1-1 0 0,25-3 1 0 0,-38 1 45 0 0,0 0 0 0 0,0-1 0 0 0,0 1 0 0 0,0-1 0 0 0,0 0 0 0 0,0 0-1 0 0,0 0 1 0 0,0 0 0 0 0,0-1 0 0 0,0 1 0 0 0,0-1 0 0 0,-1 1 0 0 0,1-1 0 0 0,-1 0 0 0 0,1 0 0 0 0,-1 0 0 0 0,0-1-1 0 0,1 1 1 0 0,-1-1 0 0 0,-1 1 0 0 0,1-1 0 0 0,0 1 0 0 0,0-1 0 0 0,-1 0 0 0 0,0 0 0 0 0,0 0 0 0 0,1 0 0 0 0,-2 0 0 0 0,2-4-1 0 0,0-2 2 0 0,0 0 11 0 0,1 0 0 0 0,-1 0-1 0 0,-1 0 1 0 0,0 0 0 0 0,0 0 0 0 0,-1 0-1 0 0,0-1 1 0 0,-1 1 0 0 0,0 0 0 0 0,0 0-1 0 0,-1 0 1 0 0,-3-9 0 0 0,4-3 689 0 0,1 16-3465 0 0</inkml:trace>
</inkml:ink>
</file>

<file path=ppt/ink/ink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3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26 584 0 0,'0'0'1108'0'0,"-3"-2"-74"0"0,2 2-891 0 0,-1-1 0 0 0,1 1 0 0 0,-1 0 0 0 0,0-1 0 0 0,1 1 0 0 0,-1 0 0 0 0,1 0 0 0 0,-1 0 1 0 0,0 1-1 0 0,1-1 0 0 0,-1 0 0 0 0,1 1 0 0 0,-1-1 0 0 0,1 1 0 0 0,-1-1 0 0 0,1 1 0 0 0,-1-1 0 0 0,1 1 1 0 0,-1 0-1 0 0,1 0 0 0 0,0 0 0 0 0,-1 0 0 0 0,1 0 0 0 0,0 0 0 0 0,0 0 0 0 0,0 0 0 0 0,0 1 1 0 0,0-1-1 0 0,0 0 0 0 0,0 1 0 0 0,0-1 0 0 0,1 1 0 0 0,-1-1 0 0 0,0 1 0 0 0,0 2 0 0 0,0-1-19 0 0,0 0 0 0 0,0 0-1 0 0,0 0 1 0 0,1 0 0 0 0,-1 0 0 0 0,1 0-1 0 0,0 0 1 0 0,-1 0 0 0 0,1 0-1 0 0,1 0 1 0 0,-1 0 0 0 0,0 0-1 0 0,1 0 1 0 0,0 0 0 0 0,-1 0-1 0 0,1 0 1 0 0,1 0 0 0 0,-1 0 0 0 0,2 3-1 0 0,1 0 107 0 0,0 0 0 0 0,0 0 0 0 0,0-1 0 0 0,1 1 0 0 0,0-1 0 0 0,9 7-1 0 0,-13-11 484 0 0,2-3-494 0 0,2-3-114 0 0,-1 1 0 0 0,0 0 0 0 0,-1-1 0 0 0,1 0 0 0 0,-1 0 0 0 0,0 0 0 0 0,0 0-1 0 0,0 0 1 0 0,-1-1 0 0 0,0 1 0 0 0,3-10 0 0 0,3-11 148 0 0,-5 18-308 0 0,0 0 0 0 0,-1 1 0 0 0,0-1-1 0 0,1-15 1 0 0,-3 21-491 0 0,-8-6-2543 0 0</inkml:trace>
</inkml:ink>
</file>

<file path=ppt/ink/ink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4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12 768 0 0,'17'45'4934'0'0,"-8"19"-2525"0"0,-9-62-2122 0 0,-3 5-125 0 0,2-4 363 0 0,3-7 2705 0 0,2-5-3184 0 0,0 0-1 0 0,1 1 1 0 0,0-1 0 0 0,1 1-1 0 0,-1 0 1 0 0,2 1 0 0 0,-1 0-1 0 0,1 0 1 0 0,0 0-1 0 0,1 1 1 0 0,7-6 0 0 0,34-18-2409 0 0,-34 28 408 0 0,-7 4-1550 0 0,-7-2 3286 0 0,12 4-2494 0 0</inkml:trace>
</inkml:ink>
</file>

<file path=ppt/ink/ink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4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57 446 124 0 0,'0'0'1658'0'0,"-5"3"-893"0"0,1-1-460 0 0,-1 1-1 0 0,1 0 1 0 0,0 1 0 0 0,0-1-1 0 0,0 1 1 0 0,1 0 0 0 0,-1 0 0 0 0,1 0-1 0 0,-4 6 1 0 0,6-8-210 0 0,-1 0 1 0 0,1-1-1 0 0,0 1 1 0 0,0 0-1 0 0,1 0 1 0 0,-1 0-1 0 0,0 0 0 0 0,1 1 1 0 0,-1-1-1 0 0,1 0 1 0 0,-1 0-1 0 0,1 0 1 0 0,0 0-1 0 0,0 0 1 0 0,0 1-1 0 0,0-1 0 0 0,1 0 1 0 0,-1 0-1 0 0,1 0 1 0 0,-1 0-1 0 0,1 0 1 0 0,-1 0-1 0 0,1 0 0 0 0,0 0 1 0 0,0 0-1 0 0,3 4 1 0 0,-3-4-49 0 0,1 0 0 0 0,0 0 1 0 0,0-1-1 0 0,1 1 0 0 0,-1 0 0 0 0,0-1 1 0 0,0 1-1 0 0,1-1 0 0 0,-1 0 1 0 0,1 0-1 0 0,-1 0 0 0 0,1 0 0 0 0,-1 0 1 0 0,1-1-1 0 0,0 1 0 0 0,-1-1 0 0 0,1 0 1 0 0,0 0-1 0 0,0 1 0 0 0,-1-2 1 0 0,5 1-1 0 0,3-2 29 0 0,0 0 0 0 0,0 0 1 0 0,-1 0-1 0 0,15-7 0 0 0,-5 0 78 0 0,-1 0 0 0 0,0-2-1 0 0,0 0 1 0 0,-2 0 0 0 0,1-2-1 0 0,-1 0 1 0 0,-1-1 0 0 0,20-23-1 0 0,-6 2 103 0 0,-1-1 0 0 0,39-69 0 0 0,-58 89-193 0 0,-1-1 0 0 0,0 1 0 0 0,-2-1 0 0 0,0 0 0 0 0,4-21 0 0 0,-8 31 21 0 0,-1 1-1 0 0,0-1 1 0 0,0 1-1 0 0,0-1 1 0 0,-1 1 0 0 0,0-1-1 0 0,-1 1 1 0 0,1-1-1 0 0,-1 1 1 0 0,-1-1 0 0 0,1 1-1 0 0,-1-1 1 0 0,0 1-1 0 0,0 0 1 0 0,-1 0 0 0 0,0 0-1 0 0,-5-8 1 0 0,8 13-66 0 0,-1 1 0 0 0,1-1 0 0 0,-1 1 0 0 0,1 0 0 0 0,-1-1 0 0 0,1 1 0 0 0,-1 0 0 0 0,1 0 0 0 0,-1-1 0 0 0,1 1 0 0 0,-1 0 0 0 0,1 0 0 0 0,-1 0 0 0 0,1 0 0 0 0,-1 0 0 0 0,0-1 0 0 0,1 1 0 0 0,-1 0 0 0 0,1 0 0 0 0,-1 1 0 0 0,1-1 0 0 0,-1 0 0 0 0,1 0 0 0 0,-1 0 0 0 0,0 0 0 0 0,1 0 0 0 0,-1 1 0 0 0,1-1 0 0 0,-1 0 0 0 0,1 0 0 0 0,-1 1 0 0 0,1-1 0 0 0,-1 0 0 0 0,0 1 0 0 0,-13 12 198 0 0,14-13-229 0 0,-3 4 46 0 0,0 0-1 0 0,1 0 1 0 0,-1 1-1 0 0,1-1 1 0 0,0 0-1 0 0,1 1 1 0 0,-1 0-1 0 0,1-1 1 0 0,0 1-1 0 0,0 0 1 0 0,0 0-1 0 0,0 0 1 0 0,1-1-1 0 0,0 1 1 0 0,0 0-1 0 0,0 0 1 0 0,2 5-1 0 0,0 8 32 0 0,1 0 0 0 0,1 0 0 0 0,7 19-1 0 0,71 170 323 0 0,-72-186-315 0 0,-2 1-1 0 0,0 0 1 0 0,-1 0 0 0 0,4 25 0 0 0,-10-45-67 0 0,-1-1 1 0 0,0 1-1 0 0,0-1 1 0 0,0 0-1 0 0,0 1 1 0 0,0-1-1 0 0,0 0 0 0 0,0 1 1 0 0,0-1-1 0 0,0 1 1 0 0,-1-1-1 0 0,1 0 1 0 0,-1 1-1 0 0,1-1 1 0 0,-1 0-1 0 0,1 0 1 0 0,-1 0-1 0 0,0 1 1 0 0,0-1-1 0 0,0 0 0 0 0,1 0 1 0 0,-1 0-1 0 0,0 0 1 0 0,0 0-1 0 0,0 0 1 0 0,-2 0-1 0 0,0 1 86 0 0,0 0-1 0 0,0-1 0 0 0,-1 1 1 0 0,1-1-1 0 0,-1 0 0 0 0,1 0 1 0 0,-1 0-1 0 0,1-1 0 0 0,-8 1 1 0 0,-36-3-2001 0 0,16-6-6383 0 0</inkml:trace>
</inkml:ink>
</file>

<file path=ppt/ink/ink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4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8 684 0 0,'0'0'1756'0'0,"7"-8"116"0"0</inkml:trace>
</inkml:ink>
</file>

<file path=ppt/ink/ink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28.5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543 0 652 0 0,'-1'11'7639'0'0,"-6"8"-3469"0"0,-2 0-3576 0 0,0-1-1 0 0,0 0 0 0 0,-2 0 0 0 0,-17 22 0 0 0,-1-11-603 0 0,-1-1 1 0 0,-1-2-1 0 0,-1-1 0 0 0,-2-1 1 0 0,-37 19-1 0 0,21-16-4004 0 0,-72 26 0 0 0,52-29-115 0 0</inkml:trace>
</inkml:ink>
</file>

<file path=ppt/ink/ink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0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327 213 1108 0 0,'-3'-3'932'0'0,"0"1"1"0"0,-1 0-1 0 0,1 0 0 0 0,-1 0 0 0 0,1 1 1 0 0,-1 0-1 0 0,-6-2 0 0 0,7 6-758 0 0,-1 1 1 0 0,1-1-1 0 0,0 1 1 0 0,-1 0-1 0 0,2 0 0 0 0,-1 0 1 0 0,0 1-1 0 0,1-1 0 0 0,0 0 1 0 0,0 1-1 0 0,0 0 0 0 0,-1 5 1 0 0,-17 69 793 0 0,16-60-757 0 0,-73 375 1904 0 0,70-359-1914 0 0,3-9-15 0 0,-1 0-1 0 0,-1-1 1 0 0,-1 0-1 0 0,-1 0 1 0 0,-2-1 0 0 0,-15 30-1 0 0,25-53-168 0 0,-1-1 0 0 0,1 1-1 0 0,0-1 1 0 0,-1 0 0 0 0,1 1-1 0 0,-1-1 1 0 0,1 1 0 0 0,0-1-1 0 0,-1 0 1 0 0,1 0 0 0 0,-1 1-1 0 0,1-1 1 0 0,-1 0 0 0 0,1 0-1 0 0,-1 1 1 0 0,1-1 0 0 0,-1 0-1 0 0,1 0 1 0 0,-1 0 0 0 0,0 0-1 0 0,1 0 1 0 0,-1 0 0 0 0,1 0-1 0 0,-1 0 1 0 0,1 0 0 0 0,-1 0-1 0 0,1 0 1 0 0,-1 0 0 0 0,1 0-1 0 0,-1-1 1 0 0,0 1 0 0 0,1 0-1 0 0,-1 0 1 0 0,1-1-1 0 0,0 1 1 0 0,-1 0 0 0 0,1 0-1 0 0,-1-1 1 0 0,1 1 0 0 0,-1-1-1 0 0,1 1 1 0 0,0 0 0 0 0,-1-1-1 0 0,1 1 1 0 0,0-1 0 0 0,-1 0-1 0 0,-17-26 99 0 0,9 5-57 0 0,1-2 1 0 0,1 1-1 0 0,1-1 1 0 0,1 0-1 0 0,2-1 0 0 0,0 1 1 0 0,1-37-1 0 0,3-6-83 0 0,17-100 0 0 0,-12 126-22 0 0,3 0 0 0 0,1 1 0 0 0,2 0 0 0 0,27-60 0 0 0,-31 81-11 0 0,1 0 1 0 0,1 1 0 0 0,1 1 0 0 0,1 0 0 0 0,0 0-1 0 0,1 1 1 0 0,1 1 0 0 0,0 0 0 0 0,1 1 0 0 0,0 1-1 0 0,24-16 1 0 0,-30 24 18 0 0,0 1 1 0 0,1 0-1 0 0,0 1 0 0 0,0 0 0 0 0,0 1 1 0 0,0 0-1 0 0,0 0 0 0 0,0 1 0 0 0,1 0 1 0 0,-1 1-1 0 0,0 0 0 0 0,0 1 1 0 0,1 0-1 0 0,-1 0 0 0 0,0 1 0 0 0,18 6 1 0 0,-22-6 26 0 0,0 0 0 0 0,0 0 0 0 0,-1 0 0 0 0,0 1 0 0 0,1-1 0 0 0,-1 1 0 0 0,0 1 1 0 0,0-1-1 0 0,0 1 0 0 0,-1 0 0 0 0,1 0 0 0 0,-1 0 0 0 0,0 0 0 0 0,0 1 0 0 0,-1 0 1 0 0,1 0-1 0 0,-1 0 0 0 0,0 0 0 0 0,0 0 0 0 0,-1 1 0 0 0,1-1 0 0 0,-1 1 0 0 0,-1-1 1 0 0,1 1-1 0 0,-1 0 0 0 0,0 0 0 0 0,0 0 0 0 0,0 0 0 0 0,-1 0 0 0 0,-1 8 0 0 0,0-9 7 0 0,0 1-1 0 0,0-1 1 0 0,-1 0-1 0 0,0 1 1 0 0,0-1-1 0 0,0 0 0 0 0,0 0 1 0 0,-1 0-1 0 0,0-1 1 0 0,0 1-1 0 0,-1-1 1 0 0,1 1-1 0 0,-1-1 0 0 0,0 0 1 0 0,0-1-1 0 0,0 1 1 0 0,0-1-1 0 0,-1 1 1 0 0,-5 2-1 0 0,-5 3-1 0 0,0-1 0 0 0,-1-1 0 0 0,-1 0 0 0 0,-27 8 0 0 0,32-12-2 0 0,-1-1 0 0 0,1 0 0 0 0,-24 0 0 0 0,-3-6-1884 0 0,10-7-4909 0 0,22 3 3362 0 0</inkml:trace>
</inkml:ink>
</file>

<file path=ppt/ink/ink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0.5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3 460 0 0,'1'-1'145'0'0,"-1"1"0"0"0,0 0-1 0 0,1 0 1 0 0,-1-1 0 0 0,0 1 0 0 0,1 0 0 0 0,-1 0 0 0 0,0 0-1 0 0,1 0 1 0 0,-1-1 0 0 0,1 1 0 0 0,-1 0 0 0 0,0 0-1 0 0,1 0 1 0 0,-1 0 0 0 0,1 0 0 0 0,-1 0 0 0 0,0 0-1 0 0,1 0 1 0 0,-1 0 0 0 0,1 0 0 0 0,-1 0 0 0 0,0 0 0 0 0,1 1-1 0 0,-1-1 1 0 0,1 0 0 0 0,-1 0 0 0 0,0 0 0 0 0,1 1-1 0 0,1 6 232 0 0,-1 1-1 0 0,0 0 0 0 0,0 0 0 0 0,-1-1 0 0 0,0 1 0 0 0,-1 0 0 0 0,1 0 0 0 0,-1-1 0 0 0,-1 1 1 0 0,-4 13-1 0 0,-1 21 525 0 0,-6 42 747 0 0,-43 149 0 0 0,42-202 651 0 0,17-36-2213 0 0,1 0 0 0 0,-1 1 0 0 0,1 0-1 0 0,0 0 1 0 0,0 0 0 0 0,0 0 0 0 0,0 1-1 0 0,1-1 1 0 0,5-2 0 0 0,-9 5-64 0 0,1 0 0 0 0,-1 0-1 0 0,1 1 1 0 0,-1-1 0 0 0,1 0 0 0 0,-1 1 0 0 0,1 0 0 0 0,0-1 0 0 0,-1 1 0 0 0,1 0 0 0 0,0-1 0 0 0,-1 1 0 0 0,1 0-1 0 0,0 0 1 0 0,-1 1 0 0 0,1-1 0 0 0,0 0 0 0 0,-1 0 0 0 0,1 1 0 0 0,-1-1 0 0 0,1 1 0 0 0,0 0 0 0 0,-1-1 0 0 0,1 1-1 0 0,-1 0 1 0 0,0 0 0 0 0,1 0 0 0 0,-1 0 0 0 0,0 0 0 0 0,1 0 0 0 0,-1 0 0 0 0,0 0 0 0 0,0 1 0 0 0,0-1 0 0 0,0 0-1 0 0,0 1 1 0 0,0-1 0 0 0,-1 1 0 0 0,1-1 0 0 0,0 1 0 0 0,0 2 0 0 0,48 105 140 0 0,-32-70-2770 0 0,-2-26-5898 0 0</inkml:trace>
</inkml:ink>
</file>

<file path=ppt/ink/ink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0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30 700 0 0,'0'0'871'0'0,"29"13"2327"0"0,-23-6-2773 0 0,-1-1 0 0 0,0 0-1 0 0,-1 1 1 0 0,0 0 0 0 0,0 0 0 0 0,0 0-1 0 0,-1 1 1 0 0,0-1 0 0 0,0 1 0 0 0,-1 0-1 0 0,0 0 1 0 0,2 12 0 0 0,-4-19-178 0 0,0 2 202 0 0,0-3-408 0 0,0 0-1 0 0,0 0 1 0 0,0 0-1 0 0,0 0 1 0 0,0 1-1 0 0,0-1 0 0 0,0 0 1 0 0,0 0-1 0 0,-1 0 1 0 0,1 0-1 0 0,0 1 0 0 0,0-1 1 0 0,0 0-1 0 0,0 0 1 0 0,0 0-1 0 0,0 1 0 0 0,0-1 1 0 0,0 0-1 0 0,0 0 1 0 0,0 0-1 0 0,0 0 1 0 0,0 1-1 0 0,0-1 0 0 0,1 0 1 0 0,-1 0-1 0 0,0 0 1 0 0,0 1-1 0 0,0-1 0 0 0,0 0 1 0 0,0 0-1 0 0,0 0 1 0 0,0 0-1 0 0,0 0 0 0 0,1 1 1 0 0,-1-1-1 0 0,0 0 1 0 0,0 0-1 0 0,0 0 1 0 0,0 0-1 0 0,0 0 0 0 0,1 0 1 0 0,-1 0-1 0 0,0 1 1 0 0,0-1-1 0 0,0 0 0 0 0,1 0 1 0 0,-1 0-1 0 0,0 0 1 0 0,0 0-1 0 0,0 0 0 0 0,0 0 1 0 0,1 0-1 0 0,-1 0 1 0 0,0 0-1 0 0,0 0 1 0 0,0 0-1 0 0,1 0 0 0 0,-1 0 1 0 0,0 0-1 0 0,0-1 1 0 0,5-9-60 0 0,0 0 1 0 0,0 1 0 0 0,1-1 0 0 0,1 1-1 0 0,-1 0 1 0 0,1 0 0 0 0,1 1 0 0 0,0 0 0 0 0,0 1-1 0 0,0-1 1 0 0,12-7 0 0 0,-8 8-1364 0 0,1-1 0 0 0,-1 2 0 0 0,1-1-1 0 0,0 2 1 0 0,17-5 0 0 0,-20 6-1399 0 0</inkml:trace>
</inkml:ink>
</file>

<file path=ppt/ink/ink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1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24 920 0 0,'2'-13'11438'0'0,"-10"9"-7528"0"0,5-2-5407 0 0,-18 19 2115 0 0,13-7-482 0 0,1 0 0 0 0,0 0 0 0 0,1 1 0 0 0,-1 0 0 0 0,1 0 0 0 0,0 1 0 0 0,1-1 1 0 0,0 1-1 0 0,0 0 0 0 0,1 1 0 0 0,0-1 0 0 0,0 1 0 0 0,1 0 0 0 0,-3 10 0 0 0,6-17-100 0 0,5 4-15 0 0,7 1-146 0 0,-10-6 59 0 0,32-15-207 0 0,35-42-339 0 0,-68 55 575 0 0,0 1-94 0 0,-1 0 130 0 0,1 1 0 0 0,-1-1-1 0 0,1 0 1 0 0,-1 0 0 0 0,1 0-1 0 0,-1 1 1 0 0,1-1 0 0 0,0 0-1 0 0,-1 0 1 0 0,0 1 0 0 0,1-1-1 0 0,-1 1 1 0 0,1-1 0 0 0,-1 0-1 0 0,1 1 1 0 0,-1-1 0 0 0,0 1-1 0 0,1-1 1 0 0,-1 1 0 0 0,0-1-1 0 0,1 1 1 0 0,-1-1 0 0 0,0 1-1 0 0,0-1 1 0 0,0 1 0 0 0,1 0-1 0 0,-1-1 1 0 0,0 1 0 0 0,0-1-1 0 0,0 1 1 0 0,2 27-60 0 0,0-5 29 0 0,-2-22 26 0 0,0 1 0 0 0,1-1 0 0 0,-1 0 0 0 0,1 0 0 0 0,-1 0 0 0 0,1 0 0 0 0,-1 0 0 0 0,1 1-1 0 0,0-1 1 0 0,-1 0 0 0 0,1 0 0 0 0,0 0 0 0 0,0-1 0 0 0,0 1 0 0 0,0 0 0 0 0,0 0-1 0 0,0 0 1 0 0,0-1 0 0 0,0 1 0 0 0,0 0 0 0 0,0-1 0 0 0,0 1 0 0 0,0-1 0 0 0,1 0 0 0 0,-1 1-1 0 0,0-1 1 0 0,0 0 0 0 0,0 0 0 0 0,1 1 0 0 0,-1-1 0 0 0,2 0 0 0 0,2-1-34 0 0,1-1 1 0 0,-1 1 0 0 0,0-1-1 0 0,0 1 1 0 0,0-2 0 0 0,6-2-1 0 0,-3 1 17 0 0,40-19-290 0 0,-20 9 152 0 0,0 1 0 0 0,1 1 1 0 0,36-9-1 0 0,-63 21 147 0 0,0-1 1 0 0,0 1 0 0 0,0-1-1 0 0,0 1 1 0 0,0 0-1 0 0,0 0 1 0 0,0 0 0 0 0,1 0-1 0 0,-1 0 1 0 0,0 1 0 0 0,0-1-1 0 0,0 0 1 0 0,3 2 0 0 0,-5-2 3 0 0,1 1 0 0 0,0-1 0 0 0,0 1 0 0 0,0-1 0 0 0,-1 1 0 0 0,1 0 0 0 0,0-1 0 0 0,-1 1 0 0 0,1 0 1 0 0,-1-1-1 0 0,1 1 0 0 0,-1 0 0 0 0,1 0 0 0 0,-1 0 0 0 0,1 0 0 0 0,-1-1 0 0 0,0 1 0 0 0,1 0 1 0 0,-1 0-1 0 0,0 2 0 0 0,0 1-18 0 0,0 1 0 0 0,0-1 0 0 0,0 1 0 0 0,-1-1-1 0 0,0 1 1 0 0,0-1 0 0 0,0 0 0 0 0,-1 0 0 0 0,-2 8 0 0 0,-14 30-143 0 0,17-41 135 0 0,12 8-594 0 0,-11-9 615 0 0,1 1 0 0 0,-1-1-1 0 0,1 1 1 0 0,-1-1-1 0 0,1 0 1 0 0,0 1-1 0 0,-1-1 1 0 0,1 0-1 0 0,-1 1 1 0 0,1-1 0 0 0,0 0-1 0 0,-1 0 1 0 0,1 1-1 0 0,0-1 1 0 0,0 0-1 0 0,-1 0 1 0 0,1 0-1 0 0,0 0 1 0 0,-1 0 0 0 0,1 0-1 0 0,0 0 1 0 0,-1 0-1 0 0,1 0 1 0 0,0 0-1 0 0,0-1 1 0 0,-1 1-1 0 0,1 0 1 0 0,-1 0 0 0 0,1-1-1 0 0,0 1 1 0 0,-1 0-1 0 0,1-1 1 0 0,0 1-1 0 0,0-1 1 0 0,21-7-159 0 0,0-1 1 0 0,0-1 0 0 0,-1 0-1 0 0,0-2 1 0 0,-1-1 0 0 0,-1 0-1 0 0,0-1 1 0 0,0-2 0 0 0,21-23-1 0 0,-23 22 554 0 0,-12 11 1989 0 0,-11 11-470 0 0,-3 2-1897 0 0,8-5 45 0 0,0-1 1 0 0,-1 1-1 0 0,1-1 1 0 0,0 1-1 0 0,0 0 0 0 0,0-1 1 0 0,0 1-1 0 0,0 0 1 0 0,1 0-1 0 0,-1 0 0 0 0,0 0 1 0 0,1 0-1 0 0,-1 0 1 0 0,1 0-1 0 0,0 0 0 0 0,0 0 1 0 0,0 0-1 0 0,0 0 1 0 0,0 0-1 0 0,0 0 0 0 0,0-1 1 0 0,1 1-1 0 0,-1 0 1 0 0,2 4-1 0 0,-1-3-84 0 0,0 1-1 0 0,0-1 1 0 0,1 1 0 0 0,-1-1-1 0 0,1 0 1 0 0,0 1 0 0 0,0-1-1 0 0,0 0 1 0 0,0 0 0 0 0,5 4-1 0 0,-4-4-244 0 0,1-1 0 0 0,0 0 0 0 0,-1 0 1 0 0,1 0-1 0 0,0-1 0 0 0,0 0 0 0 0,0 1 0 0 0,7 0 0 0 0,35 3-5864 0 0,-43-5 5426 0 0,28 1-3157 0 0</inkml:trace>
</inkml:ink>
</file>

<file path=ppt/ink/ink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3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18 892 0 0,'0'0'2780'0'0,"-21"-16"591"0"0,18 15-3269 0 0,0 1 1 0 0,0 0 0 0 0,0 0 0 0 0,0 0 0 0 0,0 0 0 0 0,0 1-1 0 0,0-1 1 0 0,0 1 0 0 0,0-1 0 0 0,1 1 0 0 0,-1 0 0 0 0,0 0-1 0 0,0 1 1 0 0,1-1 0 0 0,-1 0 0 0 0,1 1 0 0 0,-1 0 0 0 0,1-1-1 0 0,0 1 1 0 0,-1 0 0 0 0,1 0 0 0 0,0 0 0 0 0,0 1 0 0 0,0-1-1 0 0,1 0 1 0 0,-1 1 0 0 0,1-1 0 0 0,-1 1 0 0 0,1 0 0 0 0,0-1-1 0 0,0 1 1 0 0,0 0 0 0 0,-1 5 0 0 0,0 2 15 0 0,0-1 0 0 0,1 0-1 0 0,0 1 1 0 0,0-1 0 0 0,1 1 0 0 0,0-1 0 0 0,1 1-1 0 0,0-1 1 0 0,3 12 0 0 0,-4-19-136 0 0,1-1 1 0 0,-1 1-1 0 0,1-1 1 0 0,-1 1-1 0 0,1-1 1 0 0,-1 1-1 0 0,0 0 0 0 0,0-1 1 0 0,0 1-1 0 0,0 0 1 0 0,0-1-1 0 0,0 1 0 0 0,-1-1 1 0 0,1 1-1 0 0,0 0 1 0 0,-1-1-1 0 0,0 1 1 0 0,1-1-1 0 0,-1 1 0 0 0,0-1 1 0 0,1 1-1 0 0,-1-1 1 0 0,0 0-1 0 0,0 1 0 0 0,0-1 1 0 0,0 0-1 0 0,0 0 1 0 0,-1 0-1 0 0,1 0 1 0 0,0 0-1 0 0,-1 0 0 0 0,1 0 1 0 0,0 0-1 0 0,-1 0 1 0 0,1 0-1 0 0,-1-1 0 0 0,1 1 1 0 0,-1-1-1 0 0,1 1 1 0 0,-1-1-1 0 0,0 0 1 0 0,-2 1-1 0 0,2-1-975 0 0,-14-4-3936 0 0</inkml:trace>
</inkml:ink>
</file>

<file path=ppt/ink/ink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5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365 37 576 0 0,'0'0'4506'0'0,"-18"-25"3555"0"0,18 24-8060 0 0,-1 0 0 0 0,1 0 1 0 0,-1 0-1 0 0,0 1 1 0 0,1-1-1 0 0,-1 0 1 0 0,0 1-1 0 0,1-1 1 0 0,-1 0-1 0 0,0 1 1 0 0,0-1-1 0 0,0 1 0 0 0,0 0 1 0 0,0-1-1 0 0,0 1 1 0 0,1-1-1 0 0,-1 1 1 0 0,0 0-1 0 0,0 0 1 0 0,0 0-1 0 0,0 0 1 0 0,-2 0-1 0 0,-49 4-13 0 0,50-3 9 0 0,-4 9 4647 0 0,8 24-3762 0 0,-1 8-951 0 0,-6-25 134 0 0,0 1 0 0 0,-2-1 1 0 0,0 0-1 0 0,-1 0 1 0 0,-1-1-1 0 0,0 0 0 0 0,-1-1 1 0 0,-17 19-1 0 0,8-10-998 0 0,-2-1-1 0 0,-1-2 0 0 0,0 0 1 0 0,-32 22-1 0 0,23-25-6263 0 0,17-11 3068 0 0</inkml:trace>
</inkml:ink>
</file>

<file path=ppt/ink/ink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7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3 772 508 0 0,'-3'-41'5335'0'0,"6"30"-4983"0"0,1 0 0 0 0,0 0 0 0 0,1 0 1 0 0,0 1-1 0 0,1 0 0 0 0,0 0 0 0 0,0 0 0 0 0,1 1 0 0 0,0 0 0 0 0,1 0 0 0 0,0 0 0 0 0,13-9 0 0 0,6-5 72 0 0,2 2-1 0 0,52-30 0 0 0,-63 40-311 0 0,1 1 0 0 0,0 1 0 0 0,1 1 0 0 0,0 0 0 0 0,0 2 0 0 0,1 0-1 0 0,-1 1 1 0 0,1 1 0 0 0,0 1 0 0 0,1 1 0 0 0,-1 1 0 0 0,23 2 0 0 0,-39 0-87 0 0,1-1 0 0 0,-1 2 0 0 0,1-1 1 0 0,-1 1-1 0 0,0-1 0 0 0,0 1 0 0 0,0 1 1 0 0,0-1-1 0 0,0 1 0 0 0,0 0 1 0 0,0 0-1 0 0,-1 0 0 0 0,0 1 0 0 0,0-1 1 0 0,0 1-1 0 0,6 7 0 0 0,-6-5-1 0 0,0 1 0 0 0,0 0 0 0 0,0 0 0 0 0,-1 0 0 0 0,0 0-1 0 0,0 0 1 0 0,-1 1 0 0 0,0-1 0 0 0,0 1 0 0 0,0 13 0 0 0,-1-5 4 0 0,0-1-1 0 0,-2 0 1 0 0,0 1 0 0 0,0-1-1 0 0,-2 0 1 0 0,0 0-1 0 0,0 0 1 0 0,-2 0 0 0 0,0-1-1 0 0,0 1 1 0 0,-12 19 0 0 0,-25 26 43 0 0,38-56-19 0 0,0 1 1 0 0,0-1-1 0 0,0 0 1 0 0,0 0 0 0 0,0-1-1 0 0,-1 1 1 0 0,1-1-1 0 0,-1 0 1 0 0,0-1 0 0 0,0 1-1 0 0,-6 1 1 0 0,13-28 12 0 0,1 18-66 0 0,0 0 0 0 0,0 1 0 0 0,1-1 0 0 0,-1 1 0 0 0,2 0 0 0 0,-1 0 0 0 0,0 0 0 0 0,1 1 1 0 0,0-1-1 0 0,0 1 0 0 0,0 0 0 0 0,10-5 0 0 0,0-2-8 0 0,275-192-601 0 0,-249 179 448 0 0,-2-3 1 0 0,0-1-1 0 0,60-57 0 0 0,-89 75 132 0 0,0 0-1 0 0,0-1 0 0 0,-1-1 1 0 0,-1 1-1 0 0,0-1 0 0 0,0-1 1 0 0,-1 0-1 0 0,-1 0 0 0 0,0 0 1 0 0,0 0-1 0 0,-2-1 0 0 0,0 0 1 0 0,0 0-1 0 0,-1-1 1 0 0,-1 1-1 0 0,1-24 0 0 0,-4 29 48 0 0,0 0 0 0 0,0 0-1 0 0,-1 0 1 0 0,0 0 0 0 0,-1 1 0 0 0,1-1-1 0 0,-2 1 1 0 0,1 0 0 0 0,-1 0 0 0 0,0 0-1 0 0,-1 0 1 0 0,0 1 0 0 0,0 0 0 0 0,-1 0-1 0 0,0 0 1 0 0,0 0 0 0 0,-10-7 0 0 0,15 13-14 0 0,1 0 0 0 0,-1 1 0 0 0,0-1 1 0 0,0 1-1 0 0,0-1 0 0 0,1 1 0 0 0,-1-1 0 0 0,0 1 1 0 0,0 0-1 0 0,0-1 0 0 0,0 1 0 0 0,0 0 1 0 0,0 0-1 0 0,1 0 0 0 0,-1 0 0 0 0,0-1 1 0 0,0 1-1 0 0,0 0 0 0 0,0 1 0 0 0,0-1 1 0 0,0 0-1 0 0,0 0 0 0 0,0 0 0 0 0,0 0 0 0 0,0 1 1 0 0,0-1-1 0 0,1 1 0 0 0,-1-1 0 0 0,0 0 1 0 0,0 1-1 0 0,0-1 0 0 0,1 1 0 0 0,-1 0 1 0 0,0-1-1 0 0,1 1 0 0 0,-1-1 0 0 0,0 1 1 0 0,1 0-1 0 0,-1 0 0 0 0,1-1 0 0 0,-1 1 0 0 0,1 0 1 0 0,-1 0-1 0 0,1 0 0 0 0,0 0 0 0 0,-1 0 1 0 0,1 0-1 0 0,-14 52 33 0 0,11-41-13 0 0,-6 32 12 0 0,1 0-1 0 0,3 0 1 0 0,1 1-1 0 0,2 0 1 0 0,3 0-1 0 0,1 0 1 0 0,2-1 0 0 0,2 1-1 0 0,12 43 1 0 0,15 34 126 0 0,-32-120-116 0 0,12 3 203 0 0,13-14-149 0 0,-1-1 0 0 0,33-17 0 0 0,-41 18-93 0 0,1 1 1 0 0,0 0 0 0 0,0 1-1 0 0,0 1 1 0 0,1 0-1 0 0,0 2 1 0 0,27-4 0 0 0,-1 6-17 0 0,54-4 38 0 0,-89 5-17 0 0,-1 0 0 0 0,1-1 0 0 0,0-1-1 0 0,-1 1 1 0 0,1-2 0 0 0,-1 1 0 0 0,9-6-1 0 0,-15 8-4 0 0,-1-1 0 0 0,1 1 0 0 0,-1-1 0 0 0,1 0 0 0 0,-1 1 0 0 0,0-1-1 0 0,0 0 1 0 0,0-1 0 0 0,0 1 0 0 0,0 0 0 0 0,-1 0 0 0 0,1-1 0 0 0,0 1 0 0 0,-1-1-1 0 0,2-3 1 0 0,-1-3 9 0 0,-1-1 1 0 0,1 1-1 0 0,-2 0 0 0 0,1 0 0 0 0,-2-10 0 0 0,1 17 25 0 0,1 1-18 0 0,-2 0 1 0 0,1 0-1 0 0,0-1 0 0 0,0 1 0 0 0,0 0 1 0 0,0 0-1 0 0,-1 0 0 0 0,1 0 0 0 0,0 0 1 0 0,-1 0-1 0 0,1 0 0 0 0,-1 0 0 0 0,1 0 1 0 0,-1 0-1 0 0,0 0 0 0 0,1 1 0 0 0,-1-1 1 0 0,0 0-1 0 0,1 0 0 0 0,-2 0 0 0 0,-1 4-18 0 0,0 1 0 0 0,0-1-1 0 0,0 1 1 0 0,1 0-1 0 0,-1 0 1 0 0,1 0 0 0 0,0 0-1 0 0,1 0 1 0 0,-1 1-1 0 0,1-1 1 0 0,-1 1-1 0 0,1-1 1 0 0,1 1 0 0 0,-1-1-1 0 0,0 1 1 0 0,1-1-1 0 0,0 1 1 0 0,0 0 0 0 0,1-1-1 0 0,-1 1 1 0 0,1-1-1 0 0,0 1 1 0 0,0-1-1 0 0,1 1 1 0 0,-1-1 0 0 0,1 0-1 0 0,0 0 1 0 0,0 0-1 0 0,0 0 1 0 0,1 0 0 0 0,0 0-1 0 0,-1 0 1 0 0,1-1-1 0 0,0 1 1 0 0,1-1-1 0 0,-1 0 1 0 0,1 0 0 0 0,-1 0-1 0 0,6 3 1 0 0,-5-4 2 0 0,0 0-1 0 0,1 0 1 0 0,-1 0 0 0 0,0-1 0 0 0,1 0-1 0 0,0 0 1 0 0,-1 0 0 0 0,1 0 0 0 0,0 0-1 0 0,-1-1 1 0 0,1 0 0 0 0,0 0 0 0 0,-1 0 0 0 0,1-1-1 0 0,0 0 1 0 0,-1 0 0 0 0,1 0 0 0 0,0 0-1 0 0,4-3 1 0 0,-6 3 0 0 0,-1 0 0 0 0,0 0 0 0 0,0 0 0 0 0,0 0 0 0 0,0 0 0 0 0,0-1-1 0 0,0 1 1 0 0,0-1 0 0 0,-1 0 0 0 0,1 1 0 0 0,0-1 0 0 0,-1 0 0 0 0,1 0 0 0 0,-1 0 0 0 0,0 0-1 0 0,0 0 1 0 0,0 0 0 0 0,0 0 0 0 0,0-1 0 0 0,0 1 0 0 0,-1 0 0 0 0,1-1 0 0 0,-1 1 0 0 0,1 0 0 0 0,-1-1-1 0 0,0 1 1 0 0,0 0 0 0 0,0-1 0 0 0,0 1 0 0 0,0-1 0 0 0,-1 1 0 0 0,1 0 0 0 0,-1-1 0 0 0,1 1-1 0 0,-1 0 1 0 0,0 0 0 0 0,-2-4 0 0 0,1 2-5 0 0,0-1 1 0 0,0 1-1 0 0,-1-1 0 0 0,0 1 0 0 0,0 0 0 0 0,0 0 1 0 0,0 0-1 0 0,0 1 0 0 0,-1-1 0 0 0,0 1 1 0 0,0 0-1 0 0,0 0 0 0 0,0 0 0 0 0,0 0 0 0 0,-1 1 1 0 0,-8-4-1 0 0,10 5-109 0 0,1 0 0 0 0,-1 1 0 0 0,1 0 0 0 0,-1-1 0 0 0,1 1 0 0 0,-1 0 0 0 0,1 0 0 0 0,-1 0 0 0 0,1 1-1 0 0,-1-1 1 0 0,-3 2 0 0 0,-13 11-8203 0 0,13-5 4660 0 0</inkml:trace>
</inkml:ink>
</file>

<file path=ppt/ink/ink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8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12 628 0 0,'4'-5'9608'0'0,"-1"42"-8995"0"0,-3-24-351 0 0,1 0-1 0 0,0-1 1 0 0,1 1-1 0 0,1 0 1 0 0,0-1-1 0 0,0 1 1 0 0,10 19-1 0 0,-12-30-225 0 0,0 0-1 0 0,0 0 1 0 0,0 0-1 0 0,0 0 0 0 0,1 0 1 0 0,-1-1-1 0 0,1 1 1 0 0,0-1-1 0 0,-1 1 1 0 0,1-1-1 0 0,0 1 1 0 0,0-1-1 0 0,0 0 1 0 0,0 0-1 0 0,0 0 0 0 0,0 0 1 0 0,0 0-1 0 0,0 0 1 0 0,0-1-1 0 0,0 1 1 0 0,0-1-1 0 0,1 0 1 0 0,-1 1-1 0 0,0-1 1 0 0,0 0-1 0 0,1 0 0 0 0,-1 0 1 0 0,0-1-1 0 0,0 1 1 0 0,1 0-1 0 0,-1-1 1 0 0,0 0-1 0 0,0 1 1 0 0,0-1-1 0 0,0 0 1 0 0,0 0-1 0 0,2-1 1 0 0,4-3 21 0 0,1 0 1 0 0,-1-1 0 0 0,-1 1 0 0 0,1-2 0 0 0,-1 1 0 0 0,12-15 0 0 0,-16 18-15 0 0,-1 0 0 0 0,1-1-1 0 0,1 1 1 0 0,-1 0 0 0 0,0 1 0 0 0,1-1-1 0 0,6-4 1 0 0,-8 7-7 0 0,-1 3-28 0 0,1 1 0 0 0,-1-1 0 0 0,1 1 0 0 0,0-1 0 0 0,0 1 0 0 0,0-1 0 0 0,1 0 0 0 0,-1 0 0 0 0,1 0 0 0 0,0-1 0 0 0,0 1 0 0 0,0 0 0 0 0,0-1 1 0 0,0 0-1 0 0,0 0 0 0 0,1 0 0 0 0,-1 0 0 0 0,1 0 0 0 0,6 1 0 0 0,-8-2 8 0 0,29-13 112 0 0,0-36-93 0 0,-26 37-45 0 0,1 1 1 0 0,0 0-1 0 0,1 0 1 0 0,0 1 0 0 0,0 0-1 0 0,1 0 1 0 0,0 0-1 0 0,11-7 1 0 0,-15 14-1 0 0,6-2 8 0 0,1 2-4 0 0,-9 2 6 0 0,-1 0 0 0 0,1 1 0 0 0,0-1 0 0 0,0 0 0 0 0,0 1 0 0 0,0 0 0 0 0,0-1 0 0 0,-1 1 0 0 0,1 0 0 0 0,0 0 0 0 0,-1 0 0 0 0,1 0 0 0 0,-1 0 0 0 0,1 0 0 0 0,-1 0 0 0 0,1 1 0 0 0,-1-1 0 0 0,0 0 0 0 0,1 1 0 0 0,-1-1 0 0 0,0 1 0 0 0,0-1 0 0 0,0 1 0 0 0,1 3 0 0 0,17 40-1 0 0,-18-42 1 0 0,1 2 1 0 0,0 1 5 0 0,0 1 1 0 0,0-1-1 0 0,0 0 1 0 0,-1 0-1 0 0,1 11 0 0 0,-2-15 7 0 0,-1 1-130 0 0,1 0 0 0 0,-1-1 0 0 0,1 1 0 0 0,-1-1 0 0 0,0 1 1 0 0,0 0-1 0 0,0-1 0 0 0,-1 0 0 0 0,1 1 0 0 0,-2 1 0 0 0,2-3-596 0 0</inkml:trace>
</inkml:ink>
</file>

<file path=ppt/ink/ink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8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44 776 0 0,'0'0'837'0'0,"7"-42"6210"0"0,-6 41-6912 0 0</inkml:trace>
</inkml:ink>
</file>

<file path=ppt/ink/ink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39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1 130 492 0 0,'0'3'459'0'0,"0"-1"-1"0"0,1 1 1 0 0,-1 0 0 0 0,1-1-1 0 0,0 1 1 0 0,0 0 0 0 0,0-1-1 0 0,0 1 1 0 0,0-1-1 0 0,0 0 1 0 0,1 1 0 0 0,0-1-1 0 0,-1 0 1 0 0,1 0 0 0 0,0 0-1 0 0,0 0 1 0 0,0 0 0 0 0,2 1-1 0 0,-2-2 5 0 0,-2 0-416 0 0,1-1 0 0 0,-1 0 0 0 0,1 0 0 0 0,-1 0 0 0 0,1 1 0 0 0,-1-1 0 0 0,1 0 0 0 0,-1 0 0 0 0,1 0 0 0 0,0 0 0 0 0,-1 0 0 0 0,1 0 0 0 0,-1 0 0 0 0,1 0 0 0 0,-1 0 0 0 0,1 0 0 0 0,0 0 0 0 0,-1 0 0 0 0,1-1 1 0 0,-1 1-1 0 0,1 0 0 0 0,-1 0 0 0 0,1 0 0 0 0,-1-1 0 0 0,1 1 0 0 0,-1 0 0 0 0,1-1 0 0 0,-1 1 0 0 0,1-1 0 0 0,17-12 698 0 0,-16 12-743 0 0,26-21 615 0 0,-24 18-573 0 0,0 0 0 0 0,0 1 1 0 0,1-1-1 0 0,-1 1 0 0 0,1 0 1 0 0,0 0-1 0 0,0 0 0 0 0,0 1 1 0 0,0 0-1 0 0,0 0 0 0 0,0 0 0 0 0,1 0 1 0 0,-1 1-1 0 0,1 0 0 0 0,-1 0 1 0 0,1 0-1 0 0,0 1 0 0 0,-1 0 1 0 0,12 1-1 0 0,25 5-24 0 0,-8 0-260 0 0,64 1-1 0 0,-89-7 207 0 0,-1 0-1 0 0,1-1 1 0 0,-1 0 0 0 0,1 0 0 0 0,-1-1 0 0 0,0 0 0 0 0,0 0 0 0 0,0-1 0 0 0,0 0 0 0 0,0 0 0 0 0,0-1 0 0 0,13-9 0 0 0,-19 11 53 0 0,0 0 0 0 0,1 0 0 0 0,-1 0 0 0 0,0 0 0 0 0,0 0 0 0 0,0-1 0 0 0,-1 1 0 0 0,1-1 0 0 0,0 1 1 0 0,-1-1-1 0 0,0 0 0 0 0,1 1 0 0 0,-1-1 0 0 0,0 0 0 0 0,0 0 0 0 0,-1 0 0 0 0,1 0 0 0 0,-1 0 0 0 0,1 0 0 0 0,-1 0 0 0 0,0 0 0 0 0,0 0 0 0 0,-1 0 1 0 0,1 0-1 0 0,0 0 0 0 0,-1 0 0 0 0,-2-6 0 0 0,2 8 110 0 0,0 1-117 0 0,0-1-1 0 0,0 2 1 0 0,-1-1-1 0 0,1 0 1 0 0,0 0-1 0 0,0 0 1 0 0,-1 1-1 0 0,1-1 1 0 0,0 0-1 0 0,0 1 1 0 0,0-1-1 0 0,0 1 1 0 0,0 0-1 0 0,-1-1 1 0 0,1 1-1 0 0,0 0 0 0 0,0 0 1 0 0,1-1-1 0 0,-1 1 1 0 0,0 0-1 0 0,0 0 1 0 0,0 0-1 0 0,0 0 1 0 0,1 0-1 0 0,-2 2 1 0 0,2-2-5 0 0,0 0 0 0 0,0 1 0 0 0,0-1 1 0 0,0 1-1 0 0,1-1 0 0 0,-1 0 0 0 0,0 1 0 0 0,1-1 0 0 0,-1 0 1 0 0,1 1-1 0 0,-1-1 0 0 0,1 0 0 0 0,-1 0 0 0 0,1 1 1 0 0,0-1-1 0 0,0 0 0 0 0,-1 0 0 0 0,1 0 0 0 0,0 0 0 0 0,0 0 1 0 0,0 0-1 0 0,0 0 0 0 0,1 0 0 0 0,-1-1 0 0 0,0 1 1 0 0,0 0-1 0 0,0 0 0 0 0,1-1 0 0 0,0 1 0 0 0,0 0 3 0 0,37-5 48 0 0,-31 2-58 0 0,-6 1 1 0 0,1-2-9 0 0,-1 0 30 0 0,-4 4 346 0 0,-1 2-342 0 0,1-1 1 0 0,-1 1-1 0 0,1 0 1 0 0,-1-1-1 0 0,1 1 1 0 0,0 0-1 0 0,0 1 1 0 0,0-1-1 0 0,0 0 1 0 0,1 1-1 0 0,0-1 1 0 0,-1 1-1 0 0,1-1 0 0 0,0 1 1 0 0,1-1-1 0 0,-1 1 1 0 0,1 0-1 0 0,-1-1 1 0 0,1 1-1 0 0,0 0 1 0 0,0 0-1 0 0,2 4 1 0 0,0 40 204 0 0,9 54 0 0 0,3 42-20 0 0,-14-85-129 0 0,-2 0 0 0 0,-19 102 0 0 0,14-127-49 0 0,-1 0-1 0 0,-2 0 1 0 0,-1-1-1 0 0,-2-1 1 0 0,-32 62-1 0 0,40-87 46 0 0,1-1 0 0 0,-1 1 0 0 0,0-1-1 0 0,0 0 1 0 0,0-1 0 0 0,-1 1-1 0 0,0-1 1 0 0,0 0 0 0 0,-1 0 0 0 0,1-1-1 0 0,-1 0 1 0 0,0 0 0 0 0,0 0-1 0 0,-14 4 1 0 0,17-7-2 0 0,0 0 0 0 0,0-1 0 0 0,0 1 0 0 0,0-1 0 0 0,0 0 0 0 0,0 0 0 0 0,0 0 0 0 0,0 0 0 0 0,0-1-1 0 0,0 0 1 0 0,0 0 0 0 0,0 0 0 0 0,0 0 0 0 0,0 0 0 0 0,0-1 0 0 0,0 0 0 0 0,1 0 0 0 0,-1 0 0 0 0,1 0 0 0 0,0 0 0 0 0,-1-1 0 0 0,1 0 0 0 0,0 1-1 0 0,0-1 1 0 0,1 0 0 0 0,-1-1 0 0 0,1 1 0 0 0,-1 0 0 0 0,-2-7 0 0 0,0 1-5 0 0,1 0 0 0 0,0 0 1 0 0,1-1-1 0 0,0 0 0 0 0,1 1 0 0 0,0-1 0 0 0,0 0 0 0 0,1 0 0 0 0,0-1 0 0 0,1 1 1 0 0,0 0-1 0 0,0 0 0 0 0,1 0 0 0 0,1 0 0 0 0,0 0 0 0 0,0 0 0 0 0,1 0 1 0 0,0 1-1 0 0,8-17 0 0 0,2-3-431 0 0,2 1 1 0 0,0 0-1 0 0,2 1 0 0 0,40-48 1 0 0,5 14-3881 0 0,-18 26-2348 0 0,-13 13 2078 0 0</inkml:trace>
</inkml:ink>
</file>

<file path=ppt/ink/ink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1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44 68 0 0,'0'-2'443'0'0,"0"-1"1"0"0,-1 0-1 0 0,1 0 1 0 0,-1 0-1 0 0,1 0 1 0 0,-1 1-1 0 0,0-1 1 0 0,0 0-1 0 0,0 1 1 0 0,-1-1-1 0 0,1 1 1 0 0,-1-1-1 0 0,1 1 0 0 0,-3-3 1 0 0,3 4 619 0 0,-2 6-593 0 0,-19 33 57 0 0,1 0-1 0 0,3 2 0 0 0,1 0 1 0 0,2 1-1 0 0,-16 69 0 0 0,26-86-382 0 0,2 1 0 0 0,1-1 0 0 0,1 1 0 0 0,2 27-1 0 0,-1-13 23 0 0,1-28-119 0 0,0 0 1 0 0,0 0-1 0 0,1 0 0 0 0,1-1 1 0 0,0 1-1 0 0,0-1 0 0 0,1 0 1 0 0,7 15-1 0 0,4 1 137 0 0,29 42 0 0 0,-41-64-160 0 0,0 1 0 0 0,1-1 0 0 0,0 0 1 0 0,-1 0-1 0 0,1 0 0 0 0,1-1 0 0 0,-1 1 0 0 0,0-1 0 0 0,1 0 1 0 0,0 0-1 0 0,-1-1 0 0 0,1 1 0 0 0,0-1 0 0 0,0 0 0 0 0,1 0 1 0 0,-1-1-1 0 0,0 1 0 0 0,6-1 0 0 0,-2 0-4 0 0,-1-1 1 0 0,0-1-1 0 0,0 1 0 0 0,0-1 1 0 0,0-1-1 0 0,0 0 0 0 0,-1 0 1 0 0,1 0-1 0 0,0-1 0 0 0,-1 0 1 0 0,9-5-1 0 0,4-4 2 0 0,0-1 1 0 0,-1-1-1 0 0,-1 0 0 0 0,0-1 1 0 0,-1-1-1 0 0,0-1 1 0 0,22-30-1 0 0,-8 5-17 0 0,-1-2-1 0 0,-3 0 1 0 0,43-96 0 0 0,-49 90-16 0 0,-11 30 13 0 0,0-2 1 0 0,-2 1 0 0 0,0-1 0 0 0,-2-1-1 0 0,0 1 1 0 0,-2-1 0 0 0,2-23-1 0 0,-13 52 144 0 0,-11 25-98 0 0,-17 40 6 0 0,-2 20 94 0 0,3 3 0 0 0,-24 112 0 0 0,40-133-5 0 0,17-71-53 0 0,-1 3 485 0 0,2-5-536 0 0,0 0-1 0 0,0 0 1 0 0,0 0-1 0 0,0 0 1 0 0,2-7 2 0 0,1-3 0 0 0,1 0 0 0 0,0 0 0 0 0,0 0 0 0 0,1 1-1 0 0,0 0 1 0 0,8-11 0 0 0,-11 18-38 0 0,0-1 0 0 0,0 1-1 0 0,0 0 1 0 0,1 0 0 0 0,-1 0 0 0 0,1 1 0 0 0,0-1 0 0 0,-1 0-1 0 0,1 1 1 0 0,0 0 0 0 0,0 0 0 0 0,0 0 0 0 0,0 0 0 0 0,0 0-1 0 0,0 0 1 0 0,0 1 0 0 0,0-1 0 0 0,0 1 0 0 0,0 0-1 0 0,0 0 1 0 0,0 0 0 0 0,0 1 0 0 0,0-1 0 0 0,0 1 0 0 0,0-1-1 0 0,0 1 1 0 0,5 2 0 0 0,77 31-66 0 0,-62-23-8 0 0,1-1 0 0 0,44 11 1 0 0,-60-19 41 0 0,1-1 0 0 0,0 0 0 0 0,0 0 0 0 0,0-1 1 0 0,0 0-1 0 0,0-1 0 0 0,0 1 0 0 0,0-2 1 0 0,0 1-1 0 0,-1-1 0 0 0,17-6 0 0 0,-15 4 6 0 0,-1-1 0 0 0,0 1-1 0 0,1-1 1 0 0,-2-1-1 0 0,1 0 1 0 0,-1 0-1 0 0,15-15 1 0 0,-18 17 31 0 0,-1-1-1 0 0,0 0 1 0 0,-1 0 0 0 0,1 0-1 0 0,-1-1 1 0 0,0 1 0 0 0,-1-1-1 0 0,1 0 1 0 0,-1 0 0 0 0,0 0-1 0 0,0 0 1 0 0,-1 0 0 0 0,0 0-1 0 0,0 0 1 0 0,0-11 0 0 0,-1 15 48 0 0,-1 0 30 0 0,0 2-77 0 0,1-1 0 0 0,0 0 0 0 0,-1 1 1 0 0,1-1-1 0 0,-1 0 0 0 0,1 1 0 0 0,-1-1 0 0 0,1 1 0 0 0,-1-1 1 0 0,1 1-1 0 0,-1-1 0 0 0,0 1 0 0 0,1-1 0 0 0,-1 1 0 0 0,0 0 1 0 0,1-1-1 0 0,-1 1 0 0 0,0 0 0 0 0,0 0 0 0 0,1-1 0 0 0,-1 1 0 0 0,0 0 1 0 0,0 0-1 0 0,0 0 0 0 0,1 0 0 0 0,-1 0 0 0 0,0 0 0 0 0,0 0 1 0 0,1 0-1 0 0,-1 0 0 0 0,0 0 0 0 0,0 1 0 0 0,1-1 0 0 0,-1 0 1 0 0,-1 1-1 0 0,-3 2 8 0 0,0 1 0 0 0,0 0 0 0 0,0 0 0 0 0,1 0 0 0 0,0 0 0 0 0,-1 1 0 0 0,2 0 0 0 0,-1 0 0 0 0,-4 7 0 0 0,8-10 13 0 0,0-2-25 0 0,0 0-1 0 0,0 0 0 0 0,0 0 0 0 0,0 0 0 0 0,0 0 0 0 0,1 0 0 0 0,-1 0 0 0 0,0 0 0 0 0,0 0 0 0 0,0 0 1 0 0,0 0-1 0 0,0 0 0 0 0,1 0 0 0 0,-1 1 0 0 0,0-1 0 0 0,0 0 0 0 0,0 0 0 0 0,0 0 0 0 0,0 0 0 0 0,0 0 0 0 0,0 0 1 0 0,0 0-1 0 0,1 1 0 0 0,-1-1 0 0 0,0 0 0 0 0,0 0 0 0 0,0 0 0 0 0,0 0 0 0 0,0 1 0 0 0,0-1 0 0 0,0 0 1 0 0,0 0-1 0 0,0 0 0 0 0,0 0 0 0 0,0 0 0 0 0,0 1 0 0 0,0-1 0 0 0,0 0 0 0 0,0 0 0 0 0,0 0 0 0 0,0 0 0 0 0,0 1 1 0 0,0-1-1 0 0,0 0 0 0 0,-1 0 0 0 0,1 0 0 0 0,0 0 0 0 0,0 0 0 0 0,0 1 0 0 0,0-1 0 0 0,0 0 0 0 0,23-3 104 0 0,-12 0-141 0 0,0-1 0 0 0,1 2 1 0 0,-1-1-1 0 0,1 2 1 0 0,-1-1-1 0 0,1 2 1 0 0,0-1-1 0 0,-1 2 1 0 0,1-1-1 0 0,0 2 1 0 0,-1-1-1 0 0,1 2 1 0 0,19 6-1 0 0,-20-6 1 0 0,1 1-1 0 0,-1-2 1 0 0,1 0 0 0 0,-1 0-1 0 0,1-1 1 0 0,0 0 0 0 0,0-1-1 0 0,-1 0 1 0 0,1-1-1 0 0,0 0 1 0 0,0-1 0 0 0,-1-1-1 0 0,1 0 1 0 0,-1 0 0 0 0,0-1-1 0 0,0 0 1 0 0,0-1 0 0 0,-1 0-1 0 0,0-1 1 0 0,1 0-1 0 0,-2-1 1 0 0,1 0 0 0 0,-1-1-1 0 0,0 1 1 0 0,-1-2 0 0 0,0 1-1 0 0,0-1 1 0 0,-1 0 0 0 0,0-1-1 0 0,-1 0 1 0 0,1 0 0 0 0,-2 0-1 0 0,0-1 1 0 0,0 0-1 0 0,-1 0 1 0 0,4-14 0 0 0,-3 4 135 0 0,-1 0 0 0 0,0-1 0 0 0,-2 1 0 0 0,0-1 0 0 0,-2 1 0 0 0,0-1 0 0 0,-2 1 0 0 0,-4-31 0 0 0,-8-5 1739 0 0,13 55-1220 0 0,-1 8-508 0 0,-3 6-58 0 0,1 0 0 0 0,1 0 0 0 0,0 1 0 0 0,1-1 1 0 0,0 1-1 0 0,1 0 0 0 0,0-1 0 0 0,1 1 0 0 0,1 0 0 0 0,2 15 1 0 0,5 22-649 0 0,18 63 0 0 0,-18-84-310 0 0,13 26-2861 0 0,-6-35-2949 0 0,-10-14 3159 0 0</inkml:trace>
</inkml:ink>
</file>

<file path=ppt/ink/ink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1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79 280 0 0,'16'-6'1608'0'0,"0"0"0"0"0,-1-2-1 0 0,21-12 1 0 0,-21 10-466 0 0,1 1 0 0 0,27-10-1 0 0,-41 18-1413 0 0</inkml:trace>
</inkml:ink>
</file>

<file path=ppt/ink/ink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2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117 142 56 0 0,'-44'-7'1737'0'0,"-28"-2"4340"0"0,124-11-4332 0 0,519-52-1148 0 0,-188 43-6695 0 0,-306 25 3784 0 0</inkml:trace>
</inkml:ink>
</file>

<file path=ppt/ink/ink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2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110 108 856 0 0,'0'0'7427'0'0,"-5"3"-6636"0"0,-4 2-338 0 0,0 0-1 0 0,0 1 1 0 0,0 0-1 0 0,1 0 1 0 0,-12 13-1 0 0,16-15-231 0 0,0 0 0 0 0,0 0 0 0 0,0 1 0 0 0,1-1-1 0 0,0 1 1 0 0,0 0 0 0 0,0 0 0 0 0,0 1 0 0 0,1-1 0 0 0,0 0-1 0 0,0 1 1 0 0,-1 8 0 0 0,2-12-4 0 0,5 3 105 0 0,-4-4-299 0 0,0 0-1 0 0,1-1 1 0 0,-1 1-1 0 0,1 0 1 0 0,-1 0-1 0 0,0-1 1 0 0,1 1-1 0 0,0 0 0 0 0,-1-1 1 0 0,1 1-1 0 0,-1 0 1 0 0,1-1-1 0 0,0 1 1 0 0,-1-1-1 0 0,1 1 1 0 0,0-1-1 0 0,-1 1 1 0 0,1-1-1 0 0,0 1 0 0 0,0-1 1 0 0,0 0-1 0 0,-1 0 1 0 0,1 1-1 0 0,0-1 1 0 0,0 0-1 0 0,0 0 1 0 0,1 0-1 0 0,18-3 0 0 0,0-1 0 0 0,-1 0 0 0 0,1-2 1 0 0,-1 0-1 0 0,0-2 0 0 0,31-16 0 0 0,-47 23-35 0 0,-1 0-1 0 0,1 0 1 0 0,-1 0 0 0 0,1 0 0 0 0,0 0 0 0 0,-1 1-1 0 0,1 0 1 0 0,0-1 0 0 0,0 1 0 0 0,-1 0 0 0 0,1 0-1 0 0,0 1 1 0 0,-1-1 0 0 0,1 1 0 0 0,0-1 0 0 0,4 2-1 0 0,41 24-58 0 0,-41-21 66 0 0,0-1 0 0 0,1 1 0 0 0,0-1 0 0 0,0-1 0 0 0,0 1 1 0 0,10 2-1 0 0,-7-4 9 0 0,1-1 1 0 0,0 0 0 0 0,-1-1 0 0 0,1 0-1 0 0,0-1 1 0 0,-1 0 0 0 0,1 0-1 0 0,-1-2 1 0 0,1 1 0 0 0,11-5-1 0 0,-18 5 27 0 0,-1 1-1 0 0,1-1 0 0 0,-1 0 1 0 0,0 0-1 0 0,1 0 0 0 0,-1-1 1 0 0,0 0-1 0 0,-1 1 0 0 0,1-1 0 0 0,0-1 1 0 0,-1 1-1 0 0,0 0 0 0 0,1-1 1 0 0,-2 0-1 0 0,1 0 0 0 0,0 0 1 0 0,-1 0-1 0 0,1 0 0 0 0,-1 0 1 0 0,0-1-1 0 0,-1 1 0 0 0,1-1 1 0 0,-1 1-1 0 0,0-1 0 0 0,0 1 1 0 0,0-1-1 0 0,0-6 0 0 0,-1 5 52 0 0,0 1-1 0 0,0-1 0 0 0,0 1 1 0 0,-1-1-1 0 0,1 1 1 0 0,-1 0-1 0 0,-1-1 0 0 0,1 1 1 0 0,-1 0-1 0 0,0 0 1 0 0,0 0-1 0 0,0 0 0 0 0,-1 0 1 0 0,0 0-1 0 0,1 1 1 0 0,-2-1-1 0 0,1 1 0 0 0,-1 0 1 0 0,1 0-1 0 0,-1 0 1 0 0,0 0-1 0 0,0 1 0 0 0,-1 0 1 0 0,1 0-1 0 0,-1 0 1 0 0,-5-3-1 0 0,7 5-33 0 0,-7-3 49 0 0,7 0-6 0 0,6 3 98 0 0,27 4-203 0 0,1 0 0 0 0,-1 3 0 0 0,51 14 0 0 0,-67-15-14 0 0,-1 0-1 0 0,0 1 1 0 0,0 1-1 0 0,0 0 1 0 0,-1 0-1 0 0,0 2 1 0 0,0-1-1 0 0,-1 1 1 0 0,0 1-1 0 0,15 17 1 0 0,-20-20 5 0 0,0 0 0 0 0,0 0 0 0 0,0-1 0 0 0,1 0 0 0 0,0-1 0 0 0,1 1 0 0 0,-1-1 1 0 0,1-1-1 0 0,0 1 0 0 0,0-1 0 0 0,0-1 0 0 0,11 4 0 0 0,-14-6 5 0 0,0 0 0 0 0,1 0 0 0 0,-1-1-1 0 0,0 0 1 0 0,1 0 0 0 0,-1 0 0 0 0,0 0 0 0 0,1-1 0 0 0,-1 0 0 0 0,0 0-1 0 0,0 0 1 0 0,0-1 0 0 0,0 0 0 0 0,0 0 0 0 0,0 0 0 0 0,0-1-1 0 0,-1 1 1 0 0,1-1 0 0 0,-1 0 0 0 0,1-1 0 0 0,6-6 0 0 0,-9 8 31 0 0,0 0 1 0 0,-1-1 0 0 0,1 1 0 0 0,0-1 0 0 0,-1 1-1 0 0,0-1 1 0 0,1 1 0 0 0,-1-1 0 0 0,0 0-1 0 0,0 0 1 0 0,-1 1 0 0 0,1-1 0 0 0,-1 0 0 0 0,1 0-1 0 0,-1 0 1 0 0,0 0 0 0 0,0 0 0 0 0,0 0-1 0 0,0 1 1 0 0,-1-1 0 0 0,1 0 0 0 0,-1 0 0 0 0,0 0-1 0 0,1 0 1 0 0,-1 1 0 0 0,-1-1 0 0 0,1 0-1 0 0,0 1 1 0 0,-1-1 0 0 0,1 1 0 0 0,-1-1 0 0 0,0 1-1 0 0,-3-4 1 0 0,0 0 43 0 0,0 0 1 0 0,0 0-1 0 0,0 0 0 0 0,-1 1 0 0 0,0-1 0 0 0,0 2 0 0 0,-1-1 1 0 0,0 1-1 0 0,1-1 0 0 0,-1 2 0 0 0,-9-4 0 0 0,13 6-132 0 0,0 0-1 0 0,0 0 0 0 0,0 1 0 0 0,0-1 0 0 0,0 1 0 0 0,0 0 0 0 0,0 0 0 0 0,-1 0 0 0 0,1 0 0 0 0,0 0 0 0 0,0 1 0 0 0,0 0 1 0 0,0-1-1 0 0,-5 3 0 0 0,-6 5-3270 0 0,0 4-3942 0 0</inkml:trace>
</inkml:ink>
</file>

<file path=ppt/ink/ink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3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34 724 0 0,'48'3'5893'0'0,"-40"0"-5313"0"0,-1 1 0 0 0,0 0 1 0 0,0 0-1 0 0,0 1 0 0 0,-1 0 1 0 0,1 0-1 0 0,-1 0 0 0 0,6 8 1 0 0,-11-12-336 0 0,2 10 152 0 0,-3-10-360 0 0,0-1 0 0 0,0 0 0 0 0,0 1 0 0 0,0-1 0 0 0,0 0 0 0 0,0 0 0 0 0,0 1 0 0 0,0-1 0 0 0,0 0 0 0 0,0 0 0 0 0,0 1 0 0 0,0-1 0 0 0,0 0 0 0 0,0 0 0 0 0,0 1 0 0 0,0-1 0 0 0,0 0 0 0 0,1 0 0 0 0,-1 0 0 0 0,0 1 0 0 0,0-1 0 0 0,0 0 0 0 0,1 0 0 0 0,-1 0 0 0 0,0 1 0 0 0,0-1 0 0 0,0 0-1 0 0,1 0 1 0 0,-1 0 0 0 0,0 0 0 0 0,0 0 0 0 0,1 0 0 0 0,-1 0 0 0 0,0 1 0 0 0,0-1 0 0 0,1 0 0 0 0,-1 0 0 0 0,0 0 0 0 0,0 0 0 0 0,1 0 0 0 0,-1 0 0 0 0,0 0 0 0 0,0 0 0 0 0,1 0 0 0 0,57-61-704 0 0,-15 22-7280 0 0,-35 34 4835 0 0</inkml:trace>
</inkml:ink>
</file>

<file path=ppt/ink/ink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3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13 513 644 0 0,'0'0'844'0'0,"-12"44"3362"0"0,11-42-4111 0 0,1 1 1 0 0,0 0 0 0 0,0-1-1 0 0,1 1 1 0 0,-1 0-1 0 0,0-1 1 0 0,1 1-1 0 0,-1-1 1 0 0,1 1 0 0 0,0-1-1 0 0,0 1 1 0 0,0-1-1 0 0,0 1 1 0 0,1-1-1 0 0,-1 0 1 0 0,0 0-1 0 0,1 0 1 0 0,0 0 0 0 0,-1 0-1 0 0,1 0 1 0 0,0 0-1 0 0,0 0 1 0 0,0 0-1 0 0,0-1 1 0 0,1 1 0 0 0,-1-1-1 0 0,0 0 1 0 0,1 0-1 0 0,-1 0 1 0 0,0 0-1 0 0,1 0 1 0 0,0 0-1 0 0,-1-1 1 0 0,1 1 0 0 0,-1-1-1 0 0,1 1 1 0 0,0-1-1 0 0,-1 0 1 0 0,1 0-1 0 0,-1 0 1 0 0,1-1 0 0 0,0 1-1 0 0,-1-1 1 0 0,1 1-1 0 0,-1-1 1 0 0,1 0-1 0 0,3-2 1 0 0,12-5 138 0 0,0 0 0 0 0,-1-2 0 0 0,0 0-1 0 0,-1-1 1 0 0,0 0 0 0 0,-1-1 0 0 0,-1-1 0 0 0,1-1 0 0 0,-2 0 0 0 0,0 0-1 0 0,-1-2 1 0 0,0 1 0 0 0,-1-2 0 0 0,17-34 0 0 0,-21 38-111 0 0,-1-1 1 0 0,0-1-1 0 0,0 1 0 0 0,-2-1 1 0 0,0 1-1 0 0,0-2 1 0 0,-2 1-1 0 0,0 0 0 0 0,0 0 1 0 0,-2-1-1 0 0,1 1 1 0 0,-2 0-1 0 0,0-1 0 0 0,-1 1 1 0 0,-1 0-1 0 0,0 0 1 0 0,-1 0-1 0 0,-1 0 0 0 0,-8-18 1 0 0,8 26-60 0 0,1 1-1 0 0,-1 0 1 0 0,0 0 0 0 0,-1 1 0 0 0,1-1 0 0 0,-1 1 0 0 0,0 0-1 0 0,-1 1 1 0 0,1 0 0 0 0,-1 0 0 0 0,0 0 0 0 0,-13-5-1 0 0,17 8-38 0 0,-1 0 0 0 0,1 0-1 0 0,-1 0 1 0 0,1 0-1 0 0,-1 1 1 0 0,0-1 0 0 0,1 1-1 0 0,-1 0 1 0 0,0 0-1 0 0,1 0 1 0 0,-1 0 0 0 0,-7 3-1 0 0,9-3-14 0 0,0 1 0 0 0,0 0 0 0 0,0 1 0 0 0,0-1 0 0 0,0 0 0 0 0,0 1 0 0 0,0-1 0 0 0,0 1 0 0 0,1-1 0 0 0,-1 1 0 0 0,1 0 0 0 0,-1 0 0 0 0,1 0-1 0 0,-1 0 1 0 0,1 0 0 0 0,0 0 0 0 0,0 0 0 0 0,0 0 0 0 0,0 0 0 0 0,0 1 0 0 0,0 3 0 0 0,0 0 7 0 0,0-1-1 0 0,1 1 1 0 0,-1 0-1 0 0,1 0 1 0 0,0-1-1 0 0,1 1 1 0 0,0 0 0 0 0,0 0-1 0 0,0-1 1 0 0,0 1-1 0 0,1-1 1 0 0,0 1-1 0 0,0-1 1 0 0,0 0 0 0 0,1 0-1 0 0,3 5 1 0 0,7 11 20 0 0,1-1-1 0 0,25 26 1 0 0,-25-29-4 0 0,145 145 126 0 0,-103-110-126 0 0,61 73 0 0 0,-115-122-23 0 0,1 0 0 0 0,-1 0 0 0 0,0 1 0 0 0,0-1 0 0 0,0 1 1 0 0,0-1-1 0 0,0 1 0 0 0,-1 0 0 0 0,1-1 0 0 0,-1 1 0 0 0,0 0 0 0 0,-1 0 0 0 0,2 7 0 0 0,-3-10-5 0 0,1 0 0 0 0,-1 0 0 0 0,0 0 0 0 0,1 0 0 0 0,-1 0 0 0 0,0 0 0 0 0,0 0 0 0 0,0 0 0 0 0,0 0 0 0 0,0 0 0 0 0,0 0 0 0 0,0-1 0 0 0,0 1 0 0 0,0 0 0 0 0,0-1-1 0 0,0 1 1 0 0,0-1 0 0 0,0 1 0 0 0,-1-1 0 0 0,1 1 0 0 0,0-1 0 0 0,0 0 0 0 0,-1 0 0 0 0,1 0 0 0 0,0 1 0 0 0,0-1 0 0 0,-1 0 0 0 0,1-1 0 0 0,-2 1 0 0 0,-34-1-84 0 0,37 1 75 0 0,-48-10-2751 0 0,17-1-5348 0 0,22 6 3815 0 0</inkml:trace>
</inkml:ink>
</file>

<file path=ppt/ink/ink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6.0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74 596 0 0,'26'-71'7124'0'0,"-26"69"-6596"0"0,-50 75 3273 0 0,47-69-3718 0 0,-18 32 583 0 0,-18 41 0 0 0,34-68-575 0 0,1 1-1 0 0,1-1 1 0 0,-1 1 0 0 0,2 0-1 0 0,0 0 1 0 0,0 0 0 0 0,0 1-1 0 0,1-1 1 0 0,1 0 0 0 0,0 12-1 0 0,1-20-71 0 0,-1 1 0 0 0,0-1-1 0 0,1 0 1 0 0,-1 1 0 0 0,1-1 0 0 0,0 0-1 0 0,0 0 1 0 0,0 1 0 0 0,0-1-1 0 0,0 0 1 0 0,0 0 0 0 0,0 0-1 0 0,1 0 1 0 0,-1-1 0 0 0,1 1 0 0 0,0 0-1 0 0,-1 0 1 0 0,1-1 0 0 0,0 1-1 0 0,0-1 1 0 0,0 0 0 0 0,2 2 0 0 0,0-2-1 0 0,1 0 1 0 0,-1 1 0 0 0,0-2-1 0 0,0 1 1 0 0,0 0 0 0 0,1-1 0 0 0,-1 0-1 0 0,0 0 1 0 0,0 0 0 0 0,1 0 0 0 0,5-2-1 0 0,7-2 26 0 0,1-1-1 0 0,-1-1 0 0 0,0 0 0 0 0,26-14 1 0 0,65-49 66 0 0,-107 68-135 0 0,37 36-23 0 0,-35-31 52 0 0,0-1-1 0 0,0 1 1 0 0,0-1 0 0 0,1-1-1 0 0,-1 1 1 0 0,1 0 0 0 0,0-1-1 0 0,0 1 1 0 0,0-1 0 0 0,0 0-1 0 0,0-1 1 0 0,0 1 0 0 0,0-1-1 0 0,1 0 1 0 0,-1 0 0 0 0,1 0-1 0 0,-1 0 1 0 0,1-1 0 0 0,-1 0-1 0 0,9 0 1 0 0,-5-1 3 0 0,-1-1 1 0 0,1 0 0 0 0,0 0-1 0 0,-1-1 1 0 0,0 0-1 0 0,1 0 1 0 0,-1-1-1 0 0,0 0 1 0 0,-1 0 0 0 0,8-6-1 0 0,13-10-24 0 0,1 1-1 0 0,59-31 0 0 0,-85 49 15 0 0,0 1 1 0 0,0-1-1 0 0,0 0 0 0 0,0 1 0 0 0,0-1 0 0 0,0 1 0 0 0,0-1 0 0 0,0 1 0 0 0,0 0 0 0 0,0 0 0 0 0,1 0 0 0 0,-1 0 0 0 0,0 1 0 0 0,0-1 0 0 0,0 0 0 0 0,0 1 0 0 0,0 0 0 0 0,0-1 0 0 0,0 1 1 0 0,0 0-1 0 0,-1 0 0 0 0,1 0 0 0 0,0 0 0 0 0,2 2 0 0 0,-1 0 4 0 0,0 0-1 0 0,-1 1 1 0 0,0-1 0 0 0,1 1 0 0 0,-1 0 0 0 0,-1-1-1 0 0,1 1 1 0 0,0 0 0 0 0,-1 0 0 0 0,0 0 0 0 0,0 0-1 0 0,0 0 1 0 0,0 0 0 0 0,-1 1 0 0 0,0-1 0 0 0,0 0-1 0 0,0 6 1 0 0,-7 20 57 0 0,6-28-41 0 0,-14 19-988 0 0</inkml:trace>
</inkml:ink>
</file>

<file path=ppt/ink/ink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6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7 1160 0 0,'5'-6'7552'0'0,"-4"29"-5570"0"0,-7 38-764 0 0,-14 168 2669 0 0,2-54-2729 0 0,10-103-4121 0 0,7-69 2230 0 0,16-31-10396 0 0</inkml:trace>
</inkml:ink>
</file>

<file path=ppt/ink/ink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6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0 469 256 0 0,'32'-23'1656'0'0,"-1"-1"0"0"0,-1-2-1 0 0,39-42 1 0 0,-54 51-1198 0 0,-1 0 0 0 0,0 0 0 0 0,-2-2 0 0 0,0 1-1 0 0,-1-2 1 0 0,0 1 0 0 0,-2-1 0 0 0,0-1 0 0 0,-2 0-1 0 0,0 0 1 0 0,-1-1 0 0 0,-1 1 0 0 0,-2-1 0 0 0,2-24 0 0 0,-4 46-443 0 0,-1 0 1 0 0,0-1 0 0 0,0 1-1 0 0,0 0 1 0 0,0 0-1 0 0,0 0 1 0 0,0-1 0 0 0,0 1-1 0 0,0 0 1 0 0,0 0 0 0 0,0 0-1 0 0,0 0 1 0 0,0-1 0 0 0,0 1-1 0 0,0 0 1 0 0,0 0 0 0 0,0 0-1 0 0,0-1 1 0 0,0 1-1 0 0,0 0 1 0 0,0 0 0 0 0,0 0-1 0 0,0 0 1 0 0,-1-1 0 0 0,1 1-1 0 0,0 0 1 0 0,0 0 0 0 0,0 0-1 0 0,0 0 1 0 0,0 0 0 0 0,0-1-1 0 0,-1 1 1 0 0,1 0 0 0 0,0 0-1 0 0,0 0 1 0 0,0 0-1 0 0,0 0 1 0 0,0 0 0 0 0,-1 0-1 0 0,1 0 1 0 0,0 0 0 0 0,0-1-1 0 0,0 1 1 0 0,-1 0 0 0 0,1 0-1 0 0,0 0 1 0 0,0 0 0 0 0,0 0-1 0 0,0 0 1 0 0,-1 0-1 0 0,1 0 1 0 0,0 0 0 0 0,0 0-1 0 0,0 1 1 0 0,-1-1 0 0 0,1 0-1 0 0,0 0 1 0 0,0 0 0 0 0,0 0-1 0 0,0 0 1 0 0,-1 0 0 0 0,1 0-1 0 0,0 0 1 0 0,-15 16 250 0 0,-13 28-123 0 0,10-5-43 0 0,2 1 0 0 0,1 0 0 0 0,3 1 0 0 0,1 1 0 0 0,2 0 0 0 0,2 0 0 0 0,2 0 0 0 0,0 66 0 0 0,4-95-68 0 0,2 0 0 0 0,0-1-1 0 0,0 1 1 0 0,1-1 0 0 0,6 20 0 0 0,-7-31-25 0 0,0 1-1 0 0,0-1 1 0 0,1 0 0 0 0,-1 0-1 0 0,1 0 1 0 0,-1 0 0 0 0,1 0-1 0 0,-1 0 1 0 0,1 0-1 0 0,-1 0 1 0 0,1 0 0 0 0,0-1-1 0 0,0 1 1 0 0,-1-1 0 0 0,1 1-1 0 0,0-1 1 0 0,0 0 0 0 0,0 0-1 0 0,-1 0 1 0 0,1 0-1 0 0,0 0 1 0 0,0 0 0 0 0,0 0-1 0 0,0 0 1 0 0,-1-1 0 0 0,1 1-1 0 0,2-2 1 0 0,54-15 93 0 0,-53 14-106 0 0,1 1 0 0 0,-1 0 0 0 0,1 0 0 0 0,0 0 1 0 0,-1 1-1 0 0,1 0 0 0 0,0 0 0 0 0,0 1 0 0 0,0-1 0 0 0,0 1 1 0 0,0 0-1 0 0,0 1 0 0 0,7 1 0 0 0,30 12-2633 0 0,2 11-5024 0 0,-32-16 4205 0 0</inkml:trace>
</inkml:ink>
</file>

<file path=ppt/ink/ink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7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35 490 832 0 0,'-1'0'164'0'0,"0"1"-1"0"0,0-1 1 0 0,0 0 0 0 0,0 0-1 0 0,0 1 1 0 0,0-1-1 0 0,0 0 1 0 0,0 0 0 0 0,0 0-1 0 0,0 0 1 0 0,0 0 0 0 0,0 0-1 0 0,0-1 1 0 0,-1 1 0 0 0,1 0-1 0 0,0 0 1 0 0,0-1-1 0 0,0 1 1 0 0,0-1 0 0 0,0 1-1 0 0,0-1 1 0 0,1 1 0 0 0,-1-1-1 0 0,0 1 1 0 0,0-1 0 0 0,0 0-1 0 0,0 0 1 0 0,1 1-1 0 0,-1-1 1 0 0,0 0 0 0 0,1 0-1 0 0,-1 0 1 0 0,1 0 0 0 0,-1 0-1 0 0,1 0 1 0 0,-1 0-1 0 0,1 0 1 0 0,-1 0 0 0 0,1 0-1 0 0,0 0 1 0 0,0 0 0 0 0,0 0-1 0 0,-1 0 1 0 0,1 0 0 0 0,0 0-1 0 0,0 0 1 0 0,1-1-1 0 0,-1 1 1 0 0,0 0 0 0 0,0 0-1 0 0,0 0 1 0 0,1 0 0 0 0,-1 0-1 0 0,0 0 1 0 0,1 0-1 0 0,0-1 1 0 0,3-11 350 0 0,1 1-1 0 0,1-1 1 0 0,10-17 0 0 0,-12 21-257 0 0,17-24 91 0 0,1 0-1 0 0,2 1 1 0 0,1 1-1 0 0,1 1 1 0 0,2 1-1 0 0,41-32 1 0 0,-48 44-272 0 0,0 1 0 0 0,1 0 0 0 0,1 2 0 0 0,0 1 0 0 0,41-17 0 0 0,-54 26-61 0 0,0 0 0 0 0,0 1 0 0 0,0 0 0 0 0,0 1 0 0 0,1 0 0 0 0,-1 0 1 0 0,1 1-1 0 0,0 1 0 0 0,-1 0 0 0 0,1 0 0 0 0,-1 1 0 0 0,1 0 0 0 0,0 1 0 0 0,-1 0 1 0 0,0 1-1 0 0,20 7 0 0 0,-26-7-10 0 0,1 0 1 0 0,-1 0-1 0 0,0 1 1 0 0,0 0-1 0 0,0-1 1 0 0,0 1-1 0 0,0 0 1 0 0,-1 1 0 0 0,0-1-1 0 0,0 1 1 0 0,0 0-1 0 0,0-1 1 0 0,-1 1-1 0 0,0 0 1 0 0,0 0-1 0 0,0 1 1 0 0,-1-1-1 0 0,0 0 1 0 0,0 1-1 0 0,0-1 1 0 0,0 0-1 0 0,-1 1 1 0 0,0-1 0 0 0,0 1-1 0 0,-1 6 1 0 0,-1 7 11 0 0,0-1 0 0 0,-1 1 0 0 0,-1-1 1 0 0,-1 1-1 0 0,-13 32 0 0 0,12-38-3 0 0,0 0-1 0 0,-1 0 0 0 0,0-1 1 0 0,-1 0-1 0 0,-1 0 1 0 0,0-1-1 0 0,0 0 0 0 0,-1-1 1 0 0,0 0-1 0 0,-1 0 1 0 0,0-1-1 0 0,-1-1 0 0 0,1 0 1 0 0,-2 0-1 0 0,1-1 1 0 0,-1-1-1 0 0,-21 8 0 0 0,33-14-9 0 0,0 1 0 0 0,0-1 0 0 0,0 1 0 0 0,0-1 0 0 0,-1 0 0 0 0,1 1 0 0 0,0-1 0 0 0,0 0 0 0 0,0 0-1 0 0,-1 0 1 0 0,1 0 0 0 0,0 0 0 0 0,0 0 0 0 0,0 0 0 0 0,-1 0 0 0 0,1-1 0 0 0,0 1 0 0 0,0 0-1 0 0,0-1 1 0 0,0 1 0 0 0,0-1 0 0 0,-1 1 0 0 0,1-1 0 0 0,0 0 0 0 0,0 1 0 0 0,0-1 0 0 0,0 0-1 0 0,1 0 1 0 0,-1 0 0 0 0,0 1 0 0 0,0-1 0 0 0,0 0 0 0 0,1 0 0 0 0,-1 0 0 0 0,0 0 0 0 0,1-1 0 0 0,-1 0-1 0 0,0 0-3 0 0,0 0-1 0 0,1 0 0 0 0,-1 0 0 0 0,1 0 0 0 0,0 0 0 0 0,-1 0 1 0 0,1-1-1 0 0,0 1 0 0 0,0 0 0 0 0,0 0 0 0 0,1 0 0 0 0,-1 0 1 0 0,0 0-1 0 0,1 0 0 0 0,0 0 0 0 0,-1 0 0 0 0,1 0 0 0 0,0 0 1 0 0,1-3-1 0 0,2 1-135 0 0,-1-1 0 0 0,1 1 0 0 0,0-1 0 0 0,0 1 1 0 0,0 0-1 0 0,1 1 0 0 0,-1-1 0 0 0,1 1 0 0 0,0 0 0 0 0,0 0 1 0 0,0 0-1 0 0,11-3 0 0 0,46-7-8934 0 0,-49 11 6029 0 0</inkml:trace>
</inkml:ink>
</file>

<file path=ppt/ink/ink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7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12 8 0 0,'5'-8'4057'0'0,"-5"8"-3957"0"0,0 0 0 0 0,0-1 0 0 0,0 1 0 0 0,0 0 0 0 0,2-2 1903 0 0,-2 2-1903 0 0,0 0 0 0 0,0 0 1 0 0,0 0-1 0 0,0 0 0 0 0,0 0 0 0 0,1-1 0 0 0,-1 1 0 0 0,0 0 0 0 0,0 0 1 0 0,0 0-1 0 0,0 0 0 0 0,0 0 0 0 0,1 0 0 0 0,-1 0 0 0 0,0 0 0 0 0,2 2 1903 0 0,-2-2-1903 0 0,0 0 0 0 0,0 0 1 0 0,0 0-1 0 0,0 0 0 0 0,1 0 0 0 0,-1 1 0 0 0,0-1 0 0 0,1 10 222 0 0,-1 1-1 0 0,1 0 0 0 0,-2-1 1 0 0,1 1-1 0 0,-2-1 0 0 0,1 1 0 0 0,-1-1 1 0 0,-1 0-1 0 0,0 0 0 0 0,-7 16 1 0 0,-9 15-1680 0 0,-5-4-3310 0 0,13-31-1511 0 0</inkml:trace>
</inkml:ink>
</file>

<file path=ppt/ink/ink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7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40 516 0 0,'-2'-17'1732'0'0,"2"5"212"0"0,-4 1-868 0 0</inkml:trace>
</inkml:ink>
</file>

<file path=ppt/ink/ink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8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0 628 0 0,'-5'39'3372'0'0,"1"-26"-2603"0"0,-1 1 0 0 0,0-1 0 0 0,-1 0 1 0 0,0 0-1 0 0,-1-1 0 0 0,0 0 0 0 0,-1 0 1 0 0,-16 19-1 0 0,23-30-335 0 0,0-1-416 0 0,1 1 0 0 0,0-1-1 0 0,0 0 1 0 0,-1 0 0 0 0,1 0 0 0 0,0 0-1 0 0,0 0 1 0 0,-1 1 0 0 0,1-1-1 0 0,0 0 1 0 0,0 0 0 0 0,-1 0 0 0 0,1 0-1 0 0,0 0 1 0 0,0 0 0 0 0,-1 0 0 0 0,1 0-1 0 0,0 0 1 0 0,0 0 0 0 0,-1 0 0 0 0,1 0-1 0 0,0 0 1 0 0,-1 0 0 0 0,1 0 0 0 0,0 0-1 0 0,0-1 1 0 0,-1 1 0 0 0,1 0 0 0 0,0 0-1 0 0,0 0 1 0 0,0 0 0 0 0,-1 0 0 0 0,1-1-1 0 0,0 1 1 0 0,0 0 0 0 0,0 0 0 0 0,-1 0-1 0 0,1-1 1 0 0,0 1 0 0 0,0 0 0 0 0,0 0-1 0 0,0-1 1 0 0,0 1 0 0 0,-1 0 0 0 0,1 0-1 0 0,0-1 1 0 0,0 1 0 0 0,0 0 0 0 0,0 0-1 0 0,0-1 1 0 0,0 1 0 0 0,4-11 16 0 0,1 0-1 0 0,0 0 1 0 0,1 1 0 0 0,0 0 0 0 0,1 0-1 0 0,0 1 1 0 0,0-1 0 0 0,1 2 0 0 0,0-1-1 0 0,1 1 1 0 0,-1 0 0 0 0,2 1 0 0 0,-1 0 0 0 0,1 0-1 0 0,0 1 1 0 0,14-6 0 0 0,-22 11-36 0 0,1 0 0 0 0,0 0 0 0 0,-1 0 0 0 0,1 0 0 0 0,0 1 0 0 0,-1-1 0 0 0,1 1 0 0 0,0 0 0 0 0,0 0 0 0 0,-1 0 0 0 0,1 0 0 0 0,0 0 0 0 0,0 1 0 0 0,-1-1 0 0 0,1 1 0 0 0,0 0 0 0 0,-1 0 0 0 0,1 0 0 0 0,-1 0 0 0 0,1 0 0 0 0,-1 0 0 0 0,0 1 0 0 0,1-1 0 0 0,-1 1 0 0 0,4 3 0 0 0,-3-2 8 0 0,0 0 0 0 0,-1 0 1 0 0,1 1-1 0 0,-1-1 0 0 0,0 1 1 0 0,0-1-1 0 0,0 1 1 0 0,0 0-1 0 0,-1 0 0 0 0,1 0 1 0 0,-1 0-1 0 0,0 0 1 0 0,0 0-1 0 0,-1 0 0 0 0,1 0 1 0 0,-1 0-1 0 0,0 1 0 0 0,0-1 1 0 0,-1 7-1 0 0,1-10 29 0 0,-1 1 0 0 0,1-1 0 0 0,0 1-1 0 0,0-1 1 0 0,0 1 0 0 0,0-1 0 0 0,0 0 0 0 0,0 1 0 0 0,0-1-1 0 0,1 1 1 0 0,-1-1 0 0 0,0 1 0 0 0,1-1 0 0 0,-1 1-1 0 0,1-1 1 0 0,0 0 0 0 0,-1 1 0 0 0,2 0 0 0 0,-1-1-20 0 0,-1-1 1 0 0,1 1-1 0 0,0-1 1 0 0,0 0 0 0 0,-1 1-1 0 0,1-1 1 0 0,0 0-1 0 0,0 0 1 0 0,0 0 0 0 0,-1 1-1 0 0,1-1 1 0 0,0 0-1 0 0,0 0 1 0 0,0 0 0 0 0,0 0-1 0 0,-1 0 1 0 0,1-1-1 0 0,0 1 1 0 0,0 0 0 0 0,0 0-1 0 0,0-1 1 0 0,-1 1-1 0 0,2-1 1 0 0,8-4 39 0 0,0 0 0 0 0,0-1 0 0 0,-1 0 0 0 0,9-9 0 0 0,2 1 28 0 0,-18 12-79 0 0,-1 1-1 0 0,1 0 0 0 0,0 0 0 0 0,0 0 0 0 0,0 0 0 0 0,0 1 1 0 0,-1-1-1 0 0,1 0 0 0 0,0 1 0 0 0,0 0 0 0 0,0-1 1 0 0,1 1-1 0 0,-1 0 0 0 0,0 0 0 0 0,0 0 0 0 0,0 0 1 0 0,0 0-1 0 0,4 1 0 0 0,29 21-31 0 0,-9-5-163 0 0,-21-14 175 0 0,1-1-1 0 0,0 0 1 0 0,0 0-1 0 0,1 0 1 0 0,-1-1 0 0 0,0 0-1 0 0,0 0 1 0 0,1-1-1 0 0,-1 1 1 0 0,1-1-1 0 0,-1-1 1 0 0,0 1-1 0 0,1-1 1 0 0,-1 0-1 0 0,0-1 1 0 0,0 0 0 0 0,0 0-1 0 0,0 0 1 0 0,0 0-1 0 0,0-1 1 0 0,9-6-1 0 0,-13 8 179 0 0,7-2 451 0 0,5-2-20 0 0,-20 23-5611 0 0</inkml:trace>
</inkml:ink>
</file>

<file path=ppt/ink/ink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8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1 184 10833 0 0,'5'-22'780'0'0,"-1"0"-1"0"0,-1 0 1 0 0,0-24-1 0 0,3-16 1260 0 0,-6 60-2094 0 0,4-5-173 0 0</inkml:trace>
</inkml:ink>
</file>

<file path=ppt/ink/ink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49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0 908 0 0,'0'0'7451'0'0,"-3"9"-6751"0"0,-42 104 1596 0 0,18-50-926 0 0,-30 110 1 0 0,50-143-1323 0 0,-7 26 678 0 0,-7 69-1 0 0,19-109-940 0 0,1 1 0 0 0,0 0 0 0 0,2 0 0 0 0,0 0 0 0 0,1 0 0 0 0,0-1 0 0 0,2 1 0 0 0,8 27 0 0 0,-11-41 11 0 0,1-1 0 0 0,-1 0 0 0 0,0 0 0 0 0,1-1 1 0 0,-1 1-1 0 0,1 0 0 0 0,-1 0 0 0 0,1-1 0 0 0,0 1 0 0 0,0-1 0 0 0,0 1 0 0 0,2 0 0 0 0,18 6-5385 0 0,-7-7 2537 0 0</inkml:trace>
</inkml:ink>
</file>

<file path=ppt/ink/ink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50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97 640 0 0,'0'-3'578'0'0,"0"1"1"0"0,0 0-1 0 0,0-1 0 0 0,0 1 0 0 0,0-1 1 0 0,0 1-1 0 0,-1-1 0 0 0,1 1 0 0 0,-1 0 1 0 0,0-1-1 0 0,0 1 0 0 0,-1-4 0 0 0,0 4 92 0 0,-20 5 965 0 0,13 0-1311 0 0,1 1 0 0 0,0 0-1 0 0,0 0 1 0 0,0 1 0 0 0,1 0 0 0 0,0 1 0 0 0,0-1 0 0 0,-12 13 0 0 0,18-17-300 0 0,1 0-1 0 0,-1-1 0 0 0,0 1 0 0 0,1 0 1 0 0,-1 0-1 0 0,1 0 0 0 0,0-1 0 0 0,-1 1 1 0 0,1 0-1 0 0,0 0 0 0 0,-1 0 1 0 0,1 0-1 0 0,0 0 0 0 0,0 0 0 0 0,0-1 1 0 0,0 1-1 0 0,0 0 0 0 0,0 0 1 0 0,0 0-1 0 0,0 0 0 0 0,0 0 0 0 0,0 0 1 0 0,0 0-1 0 0,0 0 0 0 0,1 0 1 0 0,-1-1-1 0 0,0 1 0 0 0,1 0 0 0 0,-1 0 1 0 0,1 0-1 0 0,-1 0 0 0 0,1-1 1 0 0,-1 1-1 0 0,1 0 0 0 0,0-1 0 0 0,-1 1 1 0 0,1 0-1 0 0,0-1 0 0 0,-1 1 1 0 0,1-1-1 0 0,0 1 0 0 0,0-1 0 0 0,0 1 1 0 0,0-1-1 0 0,-1 0 0 0 0,1 1 1 0 0,0-1-1 0 0,0 0 0 0 0,1 0 0 0 0,0 1 18 0 0,2-2-14 0 0,11-1-5 0 0,-12 1-8 0 0,3-1 19 0 0,14-1 8 0 0,-16 3-19 0 0,-1 1-25 0 0,-1 0 1 0 0,1 0-1 0 0,-1 0 0 0 0,1 0 1 0 0,-1 1-1 0 0,0-1 1 0 0,1 1-1 0 0,-1-1 1 0 0,0 1-1 0 0,0 0 0 0 0,0 0 1 0 0,-1 0-1 0 0,4 4 1 0 0,-4-5 4 0 0,0 0 1 0 0,0 1 0 0 0,0-1 0 0 0,0 0 0 0 0,0 0-1 0 0,0 0 1 0 0,0 0 0 0 0,1 0 0 0 0,-1 0 0 0 0,0 0-1 0 0,1-1 1 0 0,-1 1 0 0 0,0 0 0 0 0,1-1-1 0 0,-1 1 1 0 0,1-1 0 0 0,-1 1 0 0 0,1-1 0 0 0,-1 0-1 0 0,1 0 1 0 0,2 1 0 0 0,9-2-33 0 0,-1 0 0 0 0,1-1 0 0 0,0-1 0 0 0,0 0 0 0 0,-1 0 0 0 0,1-1-1 0 0,-1-1 1 0 0,0 0 0 0 0,13-8 0 0 0,35-12-168 0 0,-58 24 189 0 0,0 1 0 0 0,0-1 0 0 0,1 1-1 0 0,-1 0 1 0 0,0-1 0 0 0,1 1 0 0 0,-1 0 0 0 0,0 1-1 0 0,1-1 1 0 0,-1 0 0 0 0,0 1 0 0 0,0-1-1 0 0,5 2 1 0 0,-1 1 10 0 0,1 1 0 0 0,-1 0 0 0 0,1 0 0 0 0,-1 0 0 0 0,9 9 0 0 0,-10-9-29 0 0,-1 0-1 0 0,1 0 1 0 0,0-1 0 0 0,0 1-1 0 0,0-1 1 0 0,10 4 0 0 0,-7-6-49 0 0,0 0 0 0 0,0 0 0 0 0,1-1 0 0 0,-1 0 0 0 0,0-1 0 0 0,0 1 0 0 0,1-2 0 0 0,-1 1 0 0 0,0-1 0 0 0,0 0 0 0 0,-1-1 0 0 0,1 0 0 0 0,0 0 0 0 0,-1-1 0 0 0,1 0 0 0 0,-1 0 0 0 0,0-1 1 0 0,-1 1-1 0 0,1-1 0 0 0,-1-1 0 0 0,0 0 0 0 0,0 0 0 0 0,-1 0 0 0 0,7-9 0 0 0,17-23 409 0 0,-28 37-92 0 0,8-12 875 0 0,-8 13-966 0 0,-1-1 0 0 0,1 1-1 0 0,0-1 1 0 0,-1 1-1 0 0,1-1 1 0 0,0 1-1 0 0,-1-1 1 0 0,1 1-1 0 0,-1-1 1 0 0,1 0-1 0 0,-1 0 1 0 0,1 1-1 0 0,-1-1 1 0 0,0 0-1 0 0,1 0 1 0 0,-1 1-1 0 0,0-1 1 0 0,0 0-1 0 0,1 0 1 0 0,-1 0-1 0 0,0 1 1 0 0,0-1-1 0 0,0 0 1 0 0,0 0-1 0 0,0 0 1 0 0,0 0-1 0 0,0 0 1 0 0,0 1-1 0 0,-1-3 1 0 0,-6-10 910 0 0,7 12-1339 0 0,0 0 0 0 0,0 0 0 0 0,0 1 0 0 0,-1-1 0 0 0,1 0 0 0 0,0 0 0 0 0,-1 1 0 0 0,1-1 0 0 0,0 0 0 0 0,-1 1 0 0 0,1-1 0 0 0,-1 0 0 0 0,1 1 0 0 0,-1-1 0 0 0,1 1 0 0 0,-1-1 0 0 0,1 1 0 0 0,-1-1 0 0 0,0 1 0 0 0,1-1 0 0 0,-1 1 0 0 0,0-1 0 0 0,1 1 0 0 0,-1 0 0 0 0,0-1 0 0 0,1 1 0 0 0,-1 0 0 0 0,0 0 1 0 0,0 0-1 0 0,0 0 0 0 0,1-1 0 0 0,-1 1 0 0 0,0 0 0 0 0,0 0 0 0 0,1 0 0 0 0,-1 1 0 0 0,0-1 0 0 0,0 0 0 0 0,0 0 0 0 0,1 0 0 0 0,-2 1 0 0 0</inkml:trace>
</inkml:ink>
</file>

<file path=ppt/ink/ink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31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7 304 0 0,'0'0'13071'0'0,"7"-7"-12575"0"0</inkml:trace>
</inkml:ink>
</file>

<file path=ppt/ink/ink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00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37 340 0 0,'27'-35'4401'0'0,"-26"34"-3984"0"0,-18 22 4582 0 0,-57 83-3461 0 0,67-91-1419 0 0,1 0-1 0 0,1 0 1 0 0,-1 1-1 0 0,2 0 1 0 0,0 0 0 0 0,-3 20-1 0 0,7-33-112 0 0,0 0 0 0 0,0-1 0 0 0,0 1 0 0 0,-1 0 0 0 0,1 0 0 0 0,0 0 0 0 0,0 0 0 0 0,0 0 0 0 0,0 0 0 0 0,1 0 0 0 0,-1 0 0 0 0,0 0 0 0 0,0 0 0 0 0,1 0 0 0 0,-1 0 0 0 0,0 0 0 0 0,1-1 0 0 0,-1 1 0 0 0,1 0 0 0 0,-1 0 0 0 0,1 0 0 0 0,-1-1 0 0 0,1 1 0 0 0,0 0 0 0 0,-1-1-1 0 0,1 1 1 0 0,0 0 0 0 0,-1-1 0 0 0,2 2 0 0 0,1-2 1 0 0,-1 1 0 0 0,0-1 1 0 0,0 1-1 0 0,0-1 0 0 0,1 0 0 0 0,-1 0 0 0 0,0 0 0 0 0,0 0 0 0 0,0 0 0 0 0,1 0 0 0 0,-1-1 0 0 0,2 0 0 0 0,54-21 80 0 0,-29 3-62 0 0,-26 16-22 0 0,1 0 0 0 0,0 0 1 0 0,0 0-1 0 0,1 1 0 0 0,-1-1 0 0 0,0 1 0 0 0,1 0 0 0 0,-1 0 0 0 0,1 1 1 0 0,0-1-1 0 0,8 0 0 0 0,-6 3-6 0 0,0 0 0 0 0,0 1 0 0 0,-1 0 0 0 0,1 1 1 0 0,0-1-1 0 0,-1 1 0 0 0,8 5 0 0 0,11 4 17 0 0,-16-9-9 0 0,0 0 0 0 0,0-1 0 0 0,0 0 0 0 0,0 0 0 0 0,0-1 0 0 0,1 0-1 0 0,-1-1 1 0 0,0 0 0 0 0,0 0 0 0 0,1-1 0 0 0,-1 0 0 0 0,11-3 0 0 0,-14 2-2 0 0,0 0 0 0 0,0-1 1 0 0,0 0-1 0 0,-1 0 0 0 0,1-1 0 0 0,-1 1 1 0 0,0-1-1 0 0,0 0 0 0 0,0-1 0 0 0,0 1 1 0 0,-1-1-1 0 0,0 0 0 0 0,0 0 0 0 0,0 0 1 0 0,0-1-1 0 0,-1 1 0 0 0,0-1 0 0 0,3-7 1 0 0,-4 7-3 0 0,1 0 0 0 0,-1 0 1 0 0,0 0-1 0 0,-1-1 0 0 0,1 1 1 0 0,-1-1-1 0 0,-1 1 0 0 0,1 0 1 0 0,-1-11-1 0 0,-1 10-1 0 0,1 5-6 0 0,0-3-6 0 0,0 4 9 0 0,0 1 0 0 0,0-1 0 0 0,-1 1 1 0 0,1-1-1 0 0,0 1 0 0 0,0-1 0 0 0,0 1 0 0 0,0-1 0 0 0,0 1 0 0 0,0-1 0 0 0,0 1 1 0 0,0-1-1 0 0,0 1 0 0 0,0 0 0 0 0,0-1 0 0 0,0 1 0 0 0,0-1 0 0 0,0 1 0 0 0,0-1 0 0 0,0 1 1 0 0,0-1-1 0 0,1 1 0 0 0,-1-1 0 0 0,0 1 0 0 0,0-1 0 0 0,1 1 0 0 0,-1 0 0 0 0,0-1 0 0 0,1 1 1 0 0,-1-1-1 0 0,0 1 0 0 0,1 0 0 0 0,-1-1 0 0 0,1 1 0 0 0,15 9-2 0 0,1-1 1 0 0,0 0-1 0 0,0-1 0 0 0,0-1 0 0 0,1-1 0 0 0,0 0 0 0 0,31 3 1 0 0,-11-3 13 0 0,0-2 1 0 0,70-3-1 0 0,-101 0-10 0 0,61-8-6 0 0,-63 7 14 0 0,0 0-1 0 0,1 0 1 0 0,-1 0-1 0 0,0-1 1 0 0,0 0-1 0 0,0 0 1 0 0,0-1-1 0 0,0 1 1 0 0,-1-1-1 0 0,1 0 1 0 0,4-4-1 0 0,-8 6 19 0 0,-4-1-26 0 0,1 0 1 0 0,-1 0 0 0 0,0 1 0 0 0,1 0 0 0 0,-1-1 0 0 0,0 1 0 0 0,0 0 0 0 0,0 1 0 0 0,0-1 0 0 0,1 0 0 0 0,-1 1 0 0 0,0 0 1 0 0,0-1-1 0 0,0 1 0 0 0,0 0 0 0 0,0 1 0 0 0,0-1 0 0 0,0 0 0 0 0,0 1 0 0 0,0 0 0 0 0,0-1 0 0 0,0 1 0 0 0,0 1 0 0 0,1-1 0 0 0,-1 0 0 0 0,-3 2 0 0 0,3-1 0 0 0,0 0 2 0 0,-1 0-1 0 0,0 1 1 0 0,1-1 0 0 0,-1 1-1 0 0,1 0 1 0 0,0 0 0 0 0,0 0 0 0 0,0 0-1 0 0,0 1 1 0 0,1-1 0 0 0,0 1 0 0 0,-1-1-1 0 0,1 1 1 0 0,0 0 0 0 0,1 0-1 0 0,-1 0 1 0 0,1 0 0 0 0,-1 0 0 0 0,1 1-1 0 0,1-1 1 0 0,-1 0 0 0 0,1 0 0 0 0,-1 1-1 0 0,1-1 1 0 0,0 0 0 0 0,1 1-1 0 0,-1-1 1 0 0,1 0 0 0 0,0 1 0 0 0,0-1-1 0 0,0 0 1 0 0,0 0 0 0 0,1 0 0 0 0,0 0-1 0 0,0 0 1 0 0,0 0 0 0 0,0-1-1 0 0,0 1 1 0 0,1 0 0 0 0,0-1 0 0 0,0 0-1 0 0,0 0 1 0 0,0 0 0 0 0,0 0 0 0 0,0 0-1 0 0,1-1 1 0 0,0 1 0 0 0,-1-1-1 0 0,1 0 1 0 0,0 0 0 0 0,0 0 0 0 0,0-1-1 0 0,0 1 1 0 0,0-1 0 0 0,6 1 0 0 0,1-1-2 0 0,0 0 1 0 0,0-1 0 0 0,0 0 0 0 0,0-1 0 0 0,0 0 0 0 0,0-1 0 0 0,0 0 0 0 0,0-1 0 0 0,-1 0 0 0 0,1 0-1 0 0,13-8 1 0 0,13-7 4 0 0,58-40 0 0 0,-68 41 2 0 0,1-5-18 0 0,-24 17 7 0 0,0 2-1 0 0,0-1 0 0 0,1 0 0 0 0,-1 1 1 0 0,1 0-1 0 0,0 0 0 0 0,-1 0 0 0 0,1 0 1 0 0,1 1-1 0 0,-1 0 0 0 0,10-3 1 0 0,-12 5-5 0 0,7 1 4 0 0,-8 2 4 0 0,0-1 1 0 0,0 0 0 0 0,0 1 0 0 0,0-1 0 0 0,0 1 0 0 0,-1 0 0 0 0,1 0 0 0 0,-1-1 0 0 0,0 1 0 0 0,0 0 0 0 0,1 5 0 0 0,0-3 0 0 0,3 3 0 0 0,-1-1-1 0 0,1 0 1 0 0,0 0 0 0 0,0 0-1 0 0,1-1 1 0 0,0 0 0 0 0,0 0-1 0 0,1 0 1 0 0,-1-1 0 0 0,1 0-1 0 0,0 0 1 0 0,1-1 0 0 0,-1 0-1 0 0,1 0 1 0 0,0 0 0 0 0,0-1-1 0 0,0-1 1 0 0,0 1 0 0 0,16 2-1 0 0,-7-2 2 0 0,1 0-1 0 0,0-1 1 0 0,0-1-1 0 0,0-1 1 0 0,1 0-1 0 0,-1-1 1 0 0,0-1-1 0 0,26-7 1 0 0,-33 6 4 0 0,0 0-1 0 0,-1-1 1 0 0,1 0-1 0 0,-1-1 1 0 0,0-1 0 0 0,16-11-1 0 0,-22 15 18 0 0,-1-1 0 0 0,1 0 0 0 0,-1 0 0 0 0,0 0 0 0 0,0 0 0 0 0,0-1 0 0 0,-1 1 0 0 0,1-1 0 0 0,-1 0-1 0 0,0 0 1 0 0,0 1 0 0 0,0-2 0 0 0,-1 1 0 0 0,1 0 0 0 0,-1 0 0 0 0,0 0 0 0 0,0-1 0 0 0,0 1 0 0 0,0-7 0 0 0,-1 9 252 0 0,0 2-258 0 0,-1-1 1 0 0,1 1 0 0 0,0 0 0 0 0,0-1 0 0 0,0 1 0 0 0,0 0 0 0 0,-1-1 0 0 0,1 1-1 0 0,0 0 1 0 0,0 0 0 0 0,-1-1 0 0 0,1 1 0 0 0,0 0 0 0 0,-1 0 0 0 0,1 0-1 0 0,0-1 1 0 0,0 1 0 0 0,-1 0 0 0 0,1 0 0 0 0,0 0 0 0 0,-1 0 0 0 0,1 0-1 0 0,-1-1 1 0 0,1 1 0 0 0,0 0 0 0 0,-1 0 0 0 0,1 0 0 0 0,0 0 0 0 0,-1 0 0 0 0,1 0-1 0 0,0 0 1 0 0,-1 0 0 0 0,1 0 0 0 0,0 1 0 0 0,-1-1 0 0 0,1 0 0 0 0,-1 0-1 0 0,1 0 1 0 0,0 0 0 0 0,-1 1 0 0 0,0 1-2 0 0,-1 1 0 0 0,1 0 0 0 0,0 0 0 0 0,0-1 0 0 0,0 1 0 0 0,1 0 0 0 0,-1 0 0 0 0,1 0 0 0 0,0 0 0 0 0,-1 0 0 0 0,1 0 1 0 0,0 0-1 0 0,1 0 0 0 0,-1 0 0 0 0,1-1 0 0 0,0 6 0 0 0,2 0-7 0 0,0 0 0 0 0,1 0 0 0 0,0 0-1 0 0,0 0 1 0 0,6 7 0 0 0,30 38-1881 0 0,-8-21-4474 0 0,-14-17 2634 0 0</inkml:trace>
</inkml:ink>
</file>

<file path=ppt/ink/ink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58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2 206 348 0 0,'-2'-34'3830'0'0,"3"29"-3545"0"0,0-1-1 0 0,1 1 1 0 0,-1 0-1 0 0,1 0 1 0 0,0 0-1 0 0,0 0 1 0 0,0 0-1 0 0,1 0 1 0 0,0 1-1 0 0,0-1 0 0 0,0 1 1 0 0,0-1-1 0 0,1 1 1 0 0,0 0-1 0 0,0 1 1 0 0,0-1-1 0 0,0 1 1 0 0,0 0-1 0 0,5-3 1 0 0,-5 4-220 0 0,-1 0 0 0 0,0 0 0 0 0,1 1 0 0 0,-1 0 0 0 0,1 0 0 0 0,-1 0 0 0 0,1 0 0 0 0,0 0 1 0 0,-1 1-1 0 0,1-1 0 0 0,0 1 0 0 0,-1 0 0 0 0,1 0 0 0 0,0 0 0 0 0,0 1 0 0 0,-1 0 1 0 0,1-1-1 0 0,-1 1 0 0 0,1 0 0 0 0,0 1 0 0 0,-1-1 0 0 0,0 1 0 0 0,1-1 0 0 0,-1 1 0 0 0,0 0 1 0 0,0 0-1 0 0,0 0 0 0 0,0 1 0 0 0,5 4 0 0 0,0 2 4 0 0,-1 1-1 0 0,1-1 1 0 0,-2 1-1 0 0,1 1 1 0 0,-1-1-1 0 0,-1 1 1 0 0,0 0-1 0 0,0 0 1 0 0,-1 0-1 0 0,-1 1 1 0 0,0 0-1 0 0,0 0 1 0 0,1 21-1 0 0,-3-23-5 0 0,-1 1-1 0 0,0 0 1 0 0,0-1 0 0 0,-1 1-1 0 0,0-1 1 0 0,-1 0-1 0 0,-1 1 1 0 0,1-1 0 0 0,-1 0-1 0 0,-1 0 1 0 0,0 0-1 0 0,0-1 1 0 0,-1 1 0 0 0,0-1-1 0 0,-1 0 1 0 0,-7 8 0 0 0,12-16-31 0 0,0 1 0 0 0,0-1 0 0 0,0 0 0 0 0,0 0 1 0 0,0 0-1 0 0,0 1 0 0 0,-1-1 0 0 0,1 0 0 0 0,0 0 1 0 0,-1-1-1 0 0,1 1 0 0 0,-1 0 0 0 0,1 0 1 0 0,-1-1-1 0 0,0 1 0 0 0,1-1 0 0 0,-1 1 0 0 0,0-1 1 0 0,1 0-1 0 0,-1 0 0 0 0,0 1 0 0 0,1-1 0 0 0,-1 0 1 0 0,0-1-1 0 0,1 1 0 0 0,-1 0 0 0 0,0 0 0 0 0,1-1 1 0 0,-1 1-1 0 0,-2-2 0 0 0,2 1-15 0 0,0-1-1 0 0,0 1 1 0 0,0-1-1 0 0,1 0 1 0 0,-1 1-1 0 0,0-1 1 0 0,0 0-1 0 0,1 0 1 0 0,0 0-1 0 0,-1-1 1 0 0,1 1-1 0 0,0 0 1 0 0,0 0-1 0 0,0-1 1 0 0,0 1-1 0 0,0-1 1 0 0,1 1-1 0 0,-1-1 1 0 0,1 1 0 0 0,-1-4-1 0 0,1-6-5 0 0,1-1 1 0 0,0 1-1 0 0,0 0 1 0 0,1 0-1 0 0,1 0 0 0 0,0 0 1 0 0,0 0-1 0 0,1 1 1 0 0,1-1-1 0 0,0 1 0 0 0,0 0 1 0 0,1 0-1 0 0,1 1 1 0 0,0 0-1 0 0,0 0 1 0 0,1 1-1 0 0,0-1 0 0 0,1 2 1 0 0,0-1-1 0 0,15-10 1 0 0,-15 11-17 0 0,1 1 0 0 0,-1 1 0 0 0,1-1 0 0 0,0 2 0 0 0,0 0 0 0 0,1 0 0 0 0,0 0 0 0 0,0 1 0 0 0,0 1 0 0 0,0 0 1 0 0,0 1-1 0 0,1 0 0 0 0,-1 0 0 0 0,1 2 0 0 0,-1-1 0 0 0,1 1 0 0 0,-1 1 0 0 0,1 0 0 0 0,-1 1 0 0 0,1 0 1 0 0,-1 0-1 0 0,13 5 0 0 0,-19-4 11 0 0,1-1 0 0 0,0 1 1 0 0,-1 1-1 0 0,1-1 0 0 0,-1 1 1 0 0,0 0-1 0 0,0 0 0 0 0,-1 0 0 0 0,1 0 1 0 0,-1 1-1 0 0,0 0 0 0 0,0 0 1 0 0,0 0-1 0 0,-1 1 0 0 0,0-1 1 0 0,0 1-1 0 0,0 0 0 0 0,-1-1 0 0 0,1 1 1 0 0,-2 0-1 0 0,1 1 0 0 0,-1-1 1 0 0,1 0-1 0 0,-2 0 0 0 0,1 1 1 0 0,-1-1-1 0 0,0 0 0 0 0,-1 12 0 0 0,0-16 65 0 0,3-8-94 0 0,26-53 21 0 0,-26 55-1 0 0,1 0 1 0 0,-1 0-1 0 0,1 1 1 0 0,0-1-1 0 0,0 1 1 0 0,0 0-1 0 0,0 0 1 0 0,0 0-1 0 0,1 0 1 0 0,-1 0-1 0 0,1 1 1 0 0,0-1-1 0 0,0 1 1 0 0,7-3-1 0 0,-4 4-1 0 0,-1 1 0 0 0,0-1 0 0 0,1 1 0 0 0,-1 0 0 0 0,1 0-1 0 0,-1 1 1 0 0,1 0 0 0 0,-1 0 0 0 0,1 1 0 0 0,-1-1 0 0 0,0 1-1 0 0,0 1 1 0 0,0-1 0 0 0,0 1 0 0 0,5 4 0 0 0,30 10 6 0 0,-15-11-28 0 0,0-1 1 0 0,1-1-1 0 0,0-1 0 0 0,-1-2 0 0 0,1 0 0 0 0,0-2 0 0 0,42-6 0 0 0,-32 0-1 0 0,-1-1 0 0 0,-1-1 0 0 0,0-2 0 0 0,0-2 1 0 0,34-17-1 0 0,-61 26 21 0 0,1-1 1 0 0,0 0 0 0 0,-1 0-1 0 0,0-1 1 0 0,0 0 0 0 0,-1-1-1 0 0,1 1 1 0 0,-1-1 0 0 0,-1-1-1 0 0,0 1 1 0 0,0-1 0 0 0,0 0-1 0 0,4-10 1 0 0,-10 16 6 0 0,0 0 1 0 0,0 1-1 0 0,0-1 0 0 0,-1 0 1 0 0,1 0-1 0 0,-1 1 0 0 0,0-1 1 0 0,1 0-1 0 0,-1 1 0 0 0,0-1 1 0 0,0 1-1 0 0,0-1 0 0 0,0 1 1 0 0,0-1-1 0 0,0 1 0 0 0,0 0 1 0 0,-1 0-1 0 0,1-1 0 0 0,0 1 1 0 0,-1 0-1 0 0,1 0 0 0 0,-1 0 1 0 0,-2-1-1 0 0,3 1 2 0 0,-3 0-2 0 0,0 0 0 0 0,0 0-1 0 0,0 1 1 0 0,0-1 0 0 0,0 1-1 0 0,0-1 1 0 0,0 1 0 0 0,0 1-1 0 0,0-1 1 0 0,0 0-1 0 0,0 1 1 0 0,0 0 0 0 0,0 0-1 0 0,0 0 1 0 0,1 0 0 0 0,-1 1-1 0 0,0 0 1 0 0,1 0 0 0 0,-1 0-1 0 0,1 0 1 0 0,-1 0 0 0 0,1 0-1 0 0,0 1 1 0 0,0 0 0 0 0,-4 5-1 0 0,5-6 1 0 0,-1 0-1 0 0,1 1 1 0 0,1 0 0 0 0,-1-1-1 0 0,0 1 1 0 0,1 0-1 0 0,-1 0 1 0 0,1 0 0 0 0,0 0-1 0 0,0 0 1 0 0,0 0-1 0 0,1 0 1 0 0,-1 0 0 0 0,1 1-1 0 0,-1-1 1 0 0,1 0-1 0 0,0 0 1 0 0,0 0 0 0 0,1 1-1 0 0,-1-1 1 0 0,1 0-1 0 0,-1 0 1 0 0,1 0 0 0 0,0 0-1 0 0,0 0 1 0 0,0 0-1 0 0,1 0 1 0 0,-1 0 0 0 0,1 0-1 0 0,0 0 1 0 0,0-1-1 0 0,3 4 1 0 0,3 3 2 0 0,1-1 0 0 0,0-1 0 0 0,0 1 0 0 0,1-2 0 0 0,0 1 0 0 0,0-1 0 0 0,1-1 0 0 0,-1 0 0 0 0,1 0 0 0 0,19 5 0 0 0,15 2-185 0 0,62 8 0 0 0,-89-17 63 0 0,9 0-169 0 0,0-1 1 0 0,0 0-1 0 0,0-2 0 0 0,44-6 0 0 0,-53 3 119 0 0,-1 0-1 0 0,0 0 0 0 0,0-2 0 0 0,0 0 0 0 0,-1-1 0 0 0,0-1 1 0 0,0 0-1 0 0,18-12 0 0 0,-26 13 210 0 0,0-1-1 0 0,0 0 1 0 0,-1 0-1 0 0,0 0 1 0 0,-1-1-1 0 0,0 0 1 0 0,0 0-1 0 0,0-1 1 0 0,-1 0-1 0 0,-1 0 1 0 0,1 0 0 0 0,4-16-1 0 0,-9 24 202 0 0,1 1-223 0 0,-1-1-1 0 0,0 1 0 0 0,1 0 0 0 0,-1-1 0 0 0,0 1 0 0 0,0 0 1 0 0,0-1-1 0 0,1 1 0 0 0,-1 0 0 0 0,0-1 0 0 0,0 1 0 0 0,0-1 0 0 0,0 1 1 0 0,0 0-1 0 0,0-1 0 0 0,0 1 0 0 0,0-1 0 0 0,0 1 0 0 0,0 0 0 0 0,0-1 1 0 0,0 1-1 0 0,0-1 0 0 0,0 1 0 0 0,0 0 0 0 0,0-1 0 0 0,0 1 1 0 0,0-1-1 0 0,0 1 0 0 0,-1 0 0 0 0,1-1 0 0 0,0 1 0 0 0,0 0 0 0 0,0-1 1 0 0,-1 1-1 0 0,1 0 0 0 0,0-1 0 0 0,-1 1 0 0 0,-9-21 771 0 0,8 18-629 0 0,1 2-117 0 0,-1 1-1 0 0,1-1 0 0 0,-1 0 1 0 0,0 1-1 0 0,1-1 1 0 0,-1 1-1 0 0,0-1 0 0 0,0 1 1 0 0,1 0-1 0 0,-1 0 1 0 0,0 0-1 0 0,0 0 0 0 0,1 0 1 0 0,-1 0-1 0 0,0 0 1 0 0,0 0-1 0 0,1 1 0 0 0,-1-1 1 0 0,0 1-1 0 0,-2 0 1 0 0,-6 4 52 0 0,-1 0 1 0 0,1 0-1 0 0,0 1 1 0 0,1 0-1 0 0,0 1 1 0 0,0 0 0 0 0,0 0-1 0 0,1 1 1 0 0,-1 0-1 0 0,-12 17 1 0 0,18-20-95 0 0,-13 17 142 0 0,17-13-36 0 0,15-8-12 0 0,106-35-28 0 0,-116 34-69 0 0,1 1 0 0 0,0-1 0 0 0,0 1 0 0 0,-1 1 0 0 0,1-1 0 0 0,0 1 0 0 0,-1 0 0 0 0,0 1 0 0 0,1-1 0 0 0,7 6 0 0 0,-7-4-16 0 0,0-1 0 0 0,0 0 1 0 0,0 0-1 0 0,1-1 0 0 0,-1 0 1 0 0,14 2-1 0 0,-8-4-39 0 0,0 0 0 0 0,0-1 0 0 0,0-1 0 0 0,0 0 0 0 0,0-1 0 0 0,0-1 0 0 0,13-4 0 0 0,-18 5 28 0 0,1-1 1 0 0,-1 0-1 0 0,0 0 1 0 0,0 0-1 0 0,-1-1 0 0 0,0 0 1 0 0,1-1-1 0 0,-2 1 1 0 0,1-2-1 0 0,-1 1 1 0 0,7-9-1 0 0,16-23-8 0 0,-28 36 32 0 0,-1 2-11 0 0,1 0 14 0 0,-1 0 0 0 0,0-1 0 0 0,0 1 0 0 0,0 0 1 0 0,0 0-1 0 0,0 0 0 0 0,0 0 0 0 0,0-1 0 0 0,0 1 0 0 0,0 0 0 0 0,0 0 0 0 0,0 0 0 0 0,1 0 0 0 0,-1-1 0 0 0,0 1 0 0 0,0 0 1 0 0,0 0-1 0 0,0 0 0 0 0,0 0 0 0 0,1 0 0 0 0,-1-1 0 0 0,0 1 0 0 0,0 0 0 0 0,0 0 0 0 0,0 0 0 0 0,1 0 0 0 0,-1 0 0 0 0,0 0 1 0 0,0 0-1 0 0,0 0 0 0 0,1 0 0 0 0,-1 0 0 0 0,0 0 0 0 0,0 0 0 0 0,0 0 0 0 0,1 0 0 0 0,-1 0 0 0 0,0 0 0 0 0,0 0 0 0 0,0 0 0 0 0,1 0 1 0 0,-1 0-1 0 0,0 0 0 0 0,0 0 0 0 0,0 0 0 0 0,0 1 0 0 0,1-1 0 0 0,-1 0 0 0 0,0 0 0 0 0,0 0 0 0 0,0 0 0 0 0,1 4-3 0 0,0 0-1 0 0,0 1 1 0 0,-1-1 0 0 0,1 0-1 0 0,-1 0 1 0 0,0 0-1 0 0,0 0 1 0 0,-1 0-1 0 0,-1 8 1 0 0,-4 49-46 0 0,6-57 61 0 0,-2 3-5 0 0,1-6 3 0 0,1 0-5 0 0,0-1-1 0 0,0 0 1 0 0,0 0 0 0 0,0 1 0 0 0,0-1 0 0 0,0 0 0 0 0,0 1 0 0 0,0-1 0 0 0,0 0 0 0 0,0 1-1 0 0,0-1 1 0 0,0 0 0 0 0,1 1 0 0 0,-1-1 0 0 0,0 0 0 0 0,0 1 0 0 0,0-1 0 0 0,0 0 0 0 0,0 0-1 0 0,1 1 1 0 0,-1-1 0 0 0,0 0 0 0 0,0 0 0 0 0,0 1 0 0 0,1-1 0 0 0,-1 0 0 0 0,0 0 0 0 0,0 0-1 0 0,1 1 1 0 0,-1-1 0 0 0,0 0 0 0 0,0 0 0 0 0,1 0 0 0 0,-1 0 0 0 0,0 0 0 0 0,1 1-1 0 0,-1-1 1 0 0,0 0 0 0 0,1 0 0 0 0,-1 0 0 0 0,0 0 0 0 0,1 0 0 0 0,-1 0 0 0 0,0 0 0 0 0,1 0-1 0 0,-1 0 1 0 0,0 0 0 0 0,0 0 0 0 0,1-1 0 0 0,-1 1 0 0 0,0 0 0 0 0,1 0 0 0 0,-1 0 0 0 0,1-1-1 0 0,25-17 31 0 0,33-40-70 0 0,-54 52 32 0 0,-1 2-7 0 0,1 0 0 0 0,0 0 1 0 0,0 1-1 0 0,0-1 0 0 0,0 1 0 0 0,0 0 0 0 0,0 1 1 0 0,12-5-1 0 0,-16 6 13 0 0,31 7-52 0 0,9 23 57 0 0,-37-25-2 0 0,1 0 0 0 0,1 0-1 0 0,-1 0 1 0 0,0-1 0 0 0,1 1-1 0 0,0-1 1 0 0,0-1-1 0 0,0 1 1 0 0,0-1 0 0 0,0 0-1 0 0,0 0 1 0 0,0-1 0 0 0,1 0-1 0 0,-1 0 1 0 0,11 0 0 0 0,-1-1 42 0 0,0-1 1 0 0,0-1 0 0 0,-1 0-1 0 0,1-1 1 0 0,-1 0-1 0 0,0-2 1 0 0,1 0 0 0 0,-2 0-1 0 0,1-2 1 0 0,-1 1 0 0 0,0-2-1 0 0,0 0 1 0 0,23-19-1 0 0,-36 27 101 0 0,5-3 445 0 0,-3 3-2127 0 0,-18 17-7189 0 0</inkml:trace>
</inkml:ink>
</file>

<file path=ppt/ink/ink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59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91 908 0 0,'12'-28'3474'0'0,"-8"18"-2011"0"0,0 1-1 0 0,0-1 1 0 0,1 1 0 0 0,9-14-1 0 0,-12 21-729 0 0,0 6-2149 0 0,4 3 927 0 0,2 10-5403 0 0</inkml:trace>
</inkml:ink>
</file>

<file path=ppt/ink/ink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2:59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33 708 0 0,'35'-16'3866'0'0,"-32"14"-3462"0"0,0 0-1 0 0,0 0 0 0 0,1 0 1 0 0,-1 1-1 0 0,1 0 0 0 0,-1-1 1 0 0,1 1-1 0 0,-1 0 0 0 0,1 0 1 0 0,-1 1-1 0 0,1-1 0 0 0,0 1 1 0 0,0 0-1 0 0,-1 0 0 0 0,7 1 1 0 0,-9-1-319 0 0,1 1 1 0 0,0 0 0 0 0,-1 0-1 0 0,1 0 1 0 0,-1 0 0 0 0,1 0-1 0 0,-1 0 1 0 0,1 1-1 0 0,-1-1 1 0 0,0 0 0 0 0,0 1-1 0 0,0-1 1 0 0,1 1 0 0 0,-1 0-1 0 0,-1-1 1 0 0,1 1-1 0 0,0 0 1 0 0,0-1 0 0 0,-1 1-1 0 0,1 0 1 0 0,-1 0 0 0 0,1 0-1 0 0,-1-1 1 0 0,0 1 0 0 0,0 0-1 0 0,0 0 1 0 0,0 0-1 0 0,0 0 1 0 0,0 0 0 0 0,0-1-1 0 0,-1 3 1 0 0,-2 28 308 0 0,-1 0 0 0 0,-1-1 1 0 0,-2 1-1 0 0,-18 51 0 0 0,-60 119 327 0 0,14-37-1383 0 0,28-63-1906 0 0,12-35-3597 0 0,15-31 2188 0 0</inkml:trace>
</inkml:ink>
</file>

<file path=ppt/ink/ink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1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301 178 432 0 0,'21'-25'2406'0'0,"-10"10"-1001"0"0,-7 10-927 0 0,0 0 0 0 0,0 0 1 0 0,0 0-1 0 0,-1-1 1 0 0,0 1-1 0 0,0-1 1 0 0,0 0-1 0 0,-1 1 0 0 0,1-1 1 0 0,-1-1-1 0 0,-1 1 1 0 0,1 0-1 0 0,-1 0 1 0 0,0-10-1 0 0,-1 13-43 0 0,-13-22 1088 0 0,7 22-1377 0 0,-1 0-1 0 0,0 1 1 0 0,0 0 0 0 0,0 1 0 0 0,0 0 0 0 0,0 0 0 0 0,0 0 0 0 0,-1 1 0 0 0,1 0 0 0 0,0 0 0 0 0,0 1 0 0 0,0 0 0 0 0,0 0 0 0 0,0 1 0 0 0,-13 4 0 0 0,-2 1 166 0 0,0 1-1 0 0,1 1 1 0 0,-37 21 0 0 0,47-23-207 0 0,1 0 1 0 0,0 1-1 0 0,1 0 1 0 0,0 0-1 0 0,0 1 0 0 0,1 0 1 0 0,0 1-1 0 0,-12 18 1 0 0,18-25-83 0 0,0 1 0 0 0,0 0 1 0 0,0-1-1 0 0,0 1 0 0 0,1 0 0 0 0,-1 0 1 0 0,1 0-1 0 0,0 0 0 0 0,0 0 1 0 0,0 0-1 0 0,1 0 0 0 0,-1 0 0 0 0,1 1 1 0 0,0-1-1 0 0,0 0 0 0 0,1 0 1 0 0,-1 0-1 0 0,1 0 0 0 0,0 0 0 0 0,0 0 1 0 0,0 0-1 0 0,1 0 0 0 0,-1 0 1 0 0,1 0-1 0 0,0 0 0 0 0,0-1 0 0 0,0 1 1 0 0,1-1-1 0 0,3 4 0 0 0,-3-3-18 0 0,1 0 1 0 0,1-1-1 0 0,-1 0 0 0 0,0 0 0 0 0,1 0 0 0 0,0-1 0 0 0,-1 1 0 0 0,1-1 0 0 0,0 0 0 0 0,0-1 0 0 0,0 1 0 0 0,0-1 0 0 0,1 0 0 0 0,-1 0 0 0 0,0 0 0 0 0,0-1 1 0 0,1 0-1 0 0,-1 0 0 0 0,0 0 0 0 0,1-1 0 0 0,-1 0 0 0 0,0 0 0 0 0,0 0 0 0 0,0-1 0 0 0,6-1 0 0 0,1-2 7 0 0,0 0 0 0 0,-1 0 0 0 0,1-1 0 0 0,-1 0 0 0 0,0-1-1 0 0,-1-1 1 0 0,0 1 0 0 0,0-2 0 0 0,12-12 0 0 0,50-53-7 0 0,-71 72 1 0 0,5 9-26 0 0,-6-7 20 0 0,1 0 0 0 0,-1 0 1 0 0,1 0-1 0 0,-1 1 0 0 0,1-1 0 0 0,0 0 0 0 0,-1 1 1 0 0,1-1-1 0 0,-1 0 0 0 0,0 1 0 0 0,1-1 0 0 0,-1 1 1 0 0,1-1-1 0 0,-1 1 0 0 0,0-1 0 0 0,1 1 0 0 0,-1-1 0 0 0,0 1 1 0 0,1-1-1 0 0,-1 1 0 0 0,0 0 0 0 0,0-1 0 0 0,1 1 1 0 0,-1-1-1 0 0,0 1 0 0 0,0 0 0 0 0,0-1 0 0 0,0 1 1 0 0,0-1-1 0 0,0 1 0 0 0,0 0 0 0 0,0-1 0 0 0,0 1 0 0 0,0-1 1 0 0,-1 1-1 0 0,1 0 0 0 0,0-1 0 0 0,0 1 0 0 0,0-1 1 0 0,-1 1-1 0 0,1-1 0 0 0,0 1 0 0 0,-1 0 0 0 0,1 0 0 0 0,-1 0 1 0 0,1 0 1 0 0,0 1-1 0 0,-1-1 0 0 0,1 1 0 0 0,0-1 0 0 0,0 1 0 0 0,0-1 0 0 0,0 0 0 0 0,0 1 0 0 0,0-1 0 0 0,0 1 0 0 0,0-1 0 0 0,1 0 1 0 0,-1 1-1 0 0,1-1 0 0 0,-1 1 0 0 0,1-1 0 0 0,-1 0 0 0 0,1 0 0 0 0,0 1 0 0 0,0-1 0 0 0,-1 0 0 0 0,1 0 0 0 0,0 0 0 0 0,0 0 1 0 0,0 0-1 0 0,0 0 0 0 0,1 0 0 0 0,-1 0 0 0 0,0 0 0 0 0,1 0 0 0 0,1 0 1 0 0,-1 0-1 0 0,1 0 1 0 0,-1 0 0 0 0,1 0-1 0 0,-1-1 1 0 0,1 1-1 0 0,-1-1 1 0 0,1 0 0 0 0,0 0-1 0 0,-1 0 1 0 0,1 0-1 0 0,-1 0 1 0 0,1 0 0 0 0,0-1-1 0 0,-1 1 1 0 0,1-1 0 0 0,-1 0-1 0 0,1 1 1 0 0,-1-1-1 0 0,4-3 1 0 0,4 0 3 0 0,13-5-12 0 0,-1-2 0 0 0,-1 0 0 0 0,23-16 0 0 0,26-14-59 0 0,-67 39 60 0 0,-1 1-1 0 0,1 0 0 0 0,-1 0 0 0 0,1 0 0 0 0,0 0 1 0 0,-1 0-1 0 0,1 1 0 0 0,0-1 0 0 0,-1 1 1 0 0,1 0-1 0 0,0 0 0 0 0,0 0 0 0 0,-1 0 0 0 0,1 0 1 0 0,4 1-1 0 0,-1 1 11 0 0,-1 1 0 0 0,1-1 0 0 0,-1 1 1 0 0,0 0-1 0 0,1 1 0 0 0,6 5 0 0 0,-2-3-1 0 0,0-1 0 0 0,0 0 1 0 0,0 0-1 0 0,1-1 0 0 0,0 0 0 0 0,0-1 0 0 0,0-1 1 0 0,0 1-1 0 0,0-2 0 0 0,1 0 0 0 0,-1 0 0 0 0,0-1 1 0 0,1 0-1 0 0,-1-1 0 0 0,1 0 0 0 0,-1-1 0 0 0,0 0 0 0 0,0-1 1 0 0,0 0-1 0 0,0-1 0 0 0,-1 0 0 0 0,16-8 0 0 0,-22 9 12 0 0,1-1 0 0 0,-1 1 0 0 0,0-1-1 0 0,0 0 1 0 0,0 0 0 0 0,-1 0 0 0 0,1-1-1 0 0,-1 1 1 0 0,0-1 0 0 0,0 1 0 0 0,-1-1 0 0 0,1 0-1 0 0,2-8 1 0 0,-5 12-20 0 0,3 4-135 0 0,12 16-1189 0 0,1-1 1 0 0,27 25 0 0 0,15 5-6768 0 0,-33-32 4265 0 0</inkml:trace>
</inkml:ink>
</file>

<file path=ppt/ink/ink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3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1 368 416 0 0,'1'-30'4504'0'0,"0"27"-4306"0"0,0 1 0 0 0,0-1 0 0 0,1 1 0 0 0,-1 0-1 0 0,1 0 1 0 0,0 0 0 0 0,-1 0 0 0 0,1 0 0 0 0,0 0-1 0 0,0 0 1 0 0,0 0 0 0 0,1 1 0 0 0,-1-1 0 0 0,0 1 0 0 0,0 0-1 0 0,1-1 1 0 0,-1 1 0 0 0,1 0 0 0 0,-1 0 0 0 0,1 1-1 0 0,0-1 1 0 0,-1 0 0 0 0,1 1 0 0 0,0 0 0 0 0,-1 0-1 0 0,1 0 1 0 0,0 0 0 0 0,-1 0 0 0 0,1 0 0 0 0,3 1-1 0 0,-2 0-110 0 0,-1 0-1 0 0,1 0 1 0 0,-1 0 0 0 0,1 0-1 0 0,-1 1 1 0 0,0-1-1 0 0,0 1 1 0 0,1 0-1 0 0,-1 0 1 0 0,0 0-1 0 0,-1 1 1 0 0,1-1 0 0 0,0 0-1 0 0,-1 1 1 0 0,1 0-1 0 0,-1 0 1 0 0,0 0-1 0 0,0 0 1 0 0,0 0 0 0 0,0 0-1 0 0,-1 0 1 0 0,3 6-1 0 0,-2-1 22 0 0,0 0-1 0 0,-1 0 1 0 0,0 0 0 0 0,0 0-1 0 0,-1 0 1 0 0,0 0 0 0 0,0 1-1 0 0,-1-1 1 0 0,0 0 0 0 0,0 0-1 0 0,-1 0 1 0 0,0 0 0 0 0,0-1-1 0 0,-1 1 1 0 0,0 0-1 0 0,-1-1 1 0 0,1 0 0 0 0,-1 0-1 0 0,-1 0 1 0 0,1 0 0 0 0,-1-1-1 0 0,0 1 1 0 0,-1-1 0 0 0,0-1-1 0 0,0 1 1 0 0,-7 4-1 0 0,12-8 527 0 0,-2-5-562 0 0,2 0-57 0 0,0 0 1 0 0,0 1-1 0 0,0-1 0 0 0,0 0 1 0 0,0 0-1 0 0,1 0 0 0 0,-1 0 1 0 0,1 0-1 0 0,0 0 1 0 0,0 0-1 0 0,0 0 0 0 0,0 0 1 0 0,1 0-1 0 0,-1 0 0 0 0,1 0 1 0 0,0 0-1 0 0,0 0 1 0 0,0 0-1 0 0,0 1 0 0 0,0-1 1 0 0,3-3-1 0 0,1-6 20 0 0,0 1 0 0 0,1 0 0 0 0,1 1 0 0 0,12-17 0 0 0,-15 22-34 0 0,0 0-1 0 0,0-1 1 0 0,1 1 0 0 0,0 1-1 0 0,0-1 1 0 0,0 1-1 0 0,0 0 1 0 0,1 0-1 0 0,-1 0 1 0 0,1 1 0 0 0,0 0-1 0 0,0 0 1 0 0,1 1-1 0 0,-1-1 1 0 0,0 1 0 0 0,1 1-1 0 0,-1-1 1 0 0,1 1-1 0 0,0 0 1 0 0,-1 1-1 0 0,1-1 1 0 0,0 1 0 0 0,0 1-1 0 0,-1-1 1 0 0,1 1-1 0 0,0 0 1 0 0,-1 1-1 0 0,1 0 1 0 0,-1 0 0 0 0,9 4-1 0 0,1-1 3 0 0,173 52 49 0 0,-165-52-40 0 0,-1-1 1 0 0,1-2-1 0 0,0 0 1 0 0,-1-1-1 0 0,1-2 0 0 0,31-3 1 0 0,-47 2-14 0 0,0 1 0 0 0,0-1 0 0 0,0-1 0 0 0,-1 1 1 0 0,1-1-1 0 0,-1-1 0 0 0,1 1 0 0 0,11-9 0 0 0,-16 10 6 0 0,0 0 0 0 0,0-1 0 0 0,0 1-1 0 0,-1-1 1 0 0,1 0 0 0 0,-1 0 0 0 0,1 0-1 0 0,-1 0 1 0 0,0 0 0 0 0,0 0 0 0 0,-1 0-1 0 0,1-1 1 0 0,-1 1 0 0 0,1-1 0 0 0,-1 1-1 0 0,0-1 1 0 0,0 1 0 0 0,-1-1 0 0 0,1 0 0 0 0,-1-4-1 0 0,0 7 2 0 0,0-1 0 0 0,0 1-1 0 0,0-1 1 0 0,-1 1 0 0 0,1-1-1 0 0,-1 1 1 0 0,1 0 0 0 0,-1-1-1 0 0,0 1 1 0 0,1-1 0 0 0,-1 1-1 0 0,0 0 1 0 0,0 0 0 0 0,0 0-1 0 0,0-1 1 0 0,0 1 0 0 0,0 0-1 0 0,0 0 1 0 0,0 0 0 0 0,-1 0-1 0 0,1 1 1 0 0,0-1 0 0 0,-1 0-1 0 0,1 0 1 0 0,0 1 0 0 0,-1-1-1 0 0,1 1 1 0 0,-1-1 0 0 0,1 1-1 0 0,-1 0 1 0 0,1 0 0 0 0,-1-1-1 0 0,1 1 1 0 0,-1 0 0 0 0,1 0-1 0 0,-1 0 1 0 0,-1 1 0 0 0,-3-1 26 0 0,0 0 1 0 0,1 1-1 0 0,-1 0 0 0 0,0 0 1 0 0,0 0-1 0 0,1 0 1 0 0,-11 5-1 0 0,11-4-20 0 0,1 1 0 0 0,0-1 0 0 0,0 1 0 0 0,0 0 0 0 0,0 0 0 0 0,0 1 0 0 0,1-1 0 0 0,0 1 0 0 0,0-1 0 0 0,0 1 0 0 0,0 0 1 0 0,0 0-1 0 0,1 1 0 0 0,-1-1 0 0 0,1 0 0 0 0,0 1 0 0 0,1-1 0 0 0,-2 7 0 0 0,2-8-13 0 0,1 0 0 0 0,-1 1 0 0 0,1-1 1 0 0,0 0-1 0 0,1 1 0 0 0,-1-1 0 0 0,1 1 0 0 0,-1-1 1 0 0,1 0-1 0 0,0 1 0 0 0,0-1 0 0 0,0 0 0 0 0,1 0 1 0 0,-1 0-1 0 0,1 0 0 0 0,0 0 0 0 0,0 0 0 0 0,0 0 1 0 0,0-1-1 0 0,0 1 0 0 0,0-1 0 0 0,1 1 1 0 0,-1-1-1 0 0,1 0 0 0 0,0 0 0 0 0,5 3 0 0 0,7 3-147 0 0,-1-1-1 0 0,1-1 1 0 0,1 0 0 0 0,-1-1-1 0 0,1 0 1 0 0,0-1-1 0 0,0-1 1 0 0,0-1 0 0 0,0 0-1 0 0,0-1 1 0 0,0-1-1 0 0,1 0 1 0 0,-1-2-1 0 0,0 0 1 0 0,24-5 0 0 0,3-4-229 0 0,0-1 1 0 0,-2-2 0 0 0,1-2-1 0 0,58-32 1 0 0,-90 43 383 0 0,51-32-344 0 0,-58 36 401 0 0,-1-1-1 0 0,1 0 1 0 0,-1 0-1 0 0,0 0 1 0 0,1 0-1 0 0,-1-1 1 0 0,0 1-1 0 0,0-1 1 0 0,0 1-1 0 0,-1-1 1 0 0,1 0-1 0 0,0 0 1 0 0,-1 1-1 0 0,0-1 1 0 0,0 0-1 0 0,0 0 1 0 0,0 0-1 0 0,1-5 1 0 0,-2 6-16 0 0,-1 1-1 0 0,1 0 1 0 0,0 0 0 0 0,0-1 0 0 0,-1 1 0 0 0,1 0 0 0 0,0 0-1 0 0,-1 0 1 0 0,1-1 0 0 0,-1 1 0 0 0,0 0 0 0 0,1 0 0 0 0,-1 0-1 0 0,0 0 1 0 0,0 0 0 0 0,0 0 0 0 0,1 0 0 0 0,-1 1 0 0 0,0-1 0 0 0,0 0-1 0 0,0 0 1 0 0,0 1 0 0 0,-1-1 0 0 0,1 0 0 0 0,0 1 0 0 0,0-1-1 0 0,0 1 1 0 0,0 0 0 0 0,-1-1 0 0 0,1 1 0 0 0,0 0 0 0 0,0 0-1 0 0,-1 0 1 0 0,1 0 0 0 0,0 0 0 0 0,0 0 0 0 0,-1 0 0 0 0,1 0-1 0 0,0 0 1 0 0,0 0 0 0 0,-2 1 0 0 0,-1 0 23 0 0,0-1 0 0 0,-1 1 0 0 0,1 0 0 0 0,0 1 0 0 0,0-1 0 0 0,0 1 0 0 0,0 0 0 0 0,0-1 0 0 0,1 2-1 0 0,-1-1 1 0 0,1 0 0 0 0,-5 5 0 0 0,5-5-51 0 0,1 0-1 0 0,1 0 1 0 0,-1 1-1 0 0,0-1 1 0 0,1 0 0 0 0,-1 1-1 0 0,1 0 1 0 0,-1-1-1 0 0,1 1 1 0 0,0 0-1 0 0,0-1 1 0 0,1 1-1 0 0,-1 0 1 0 0,0 0-1 0 0,1 4 1 0 0,0-5 3 0 0,8 2 27 0 0,-8-3-48 0 0,1-1 1 0 0,0 1 0 0 0,-1-1-1 0 0,1 1 1 0 0,-1-1 0 0 0,1 1-1 0 0,-1-1 1 0 0,1 0 0 0 0,0 1-1 0 0,-1-1 1 0 0,1 0 0 0 0,0 1-1 0 0,0-1 1 0 0,-1 0 0 0 0,1 0-1 0 0,0 0 1 0 0,-1 0 0 0 0,1 0-1 0 0,0 0 1 0 0,0 0 0 0 0,-1 0-1 0 0,2 0 1 0 0,9-2 8 0 0,0 0 1 0 0,-1-1-1 0 0,1 0 0 0 0,14-7 1 0 0,-23 10-36 0 0,-2 0 22 0 0,0 0-1 0 0,1-1 0 0 0,-1 1 0 0 0,1 0 1 0 0,-1 0-1 0 0,1 0 0 0 0,-1 0 0 0 0,1 0 1 0 0,-1 0-1 0 0,1 0 0 0 0,-1 1 0 0 0,1-1 1 0 0,-1 0-1 0 0,1 0 0 0 0,-1 0 1 0 0,1 0-1 0 0,-1 1 0 0 0,1-1 0 0 0,-1 0 1 0 0,1 0-1 0 0,-1 1 0 0 0,0-1 0 0 0,1 0 1 0 0,-1 1-1 0 0,1-1 0 0 0,-1 0 0 0 0,0 1 1 0 0,0-1-1 0 0,1 1 0 0 0,-1-1 0 0 0,0 1 1 0 0,0-1-1 0 0,1 0 0 0 0,-1 1 0 0 0,0-1 1 0 0,0 1-1 0 0,0-1 0 0 0,0 1 1 0 0,0-1-1 0 0,0 1 0 0 0,1-1 0 0 0,-1 1 1 0 0,0-1-1 0 0,-1 1 0 0 0,1-1 0 0 0,0 2 1 0 0,0 3-6 0 0,0 1 0 0 0,1 0 1 0 0,0-1-1 0 0,-1 1 0 0 0,2-1 0 0 0,-1 1 1 0 0,1-1-1 0 0,3 8 0 0 0,1 2-21 0 0,-6-13 31 0 0,1-1-1 0 0,-1 1 1 0 0,1-1-1 0 0,0 0 1 0 0,-1 1 0 0 0,1-1-1 0 0,0 0 1 0 0,0 0-1 0 0,0 1 1 0 0,0-1 0 0 0,0 0-1 0 0,0 0 1 0 0,0 0-1 0 0,0 0 1 0 0,0 0 0 0 0,1-1-1 0 0,-1 1 1 0 0,0 0 0 0 0,1 0-1 0 0,-1-1 1 0 0,0 1-1 0 0,3 0 1 0 0,-1-1-6 0 0,1 1-1 0 0,-1-1 1 0 0,0 0-1 0 0,1 0 1 0 0,-1 0-1 0 0,0-1 1 0 0,1 1-1 0 0,-1-1 1 0 0,6-2 0 0 0,4-2-45 0 0,1 0 0 0 0,-2-2 1 0 0,21-11-1 0 0,7-9-209 0 0,55-32 200 0 0,-86 54-226 0 0,0 0 0 0 0,1 1 0 0 0,-1 0 0 0 0,1 1 0 0 0,0 0 1 0 0,0 0-1 0 0,0 1 0 0 0,11 0 0 0 0,14 1-2348 0 0,-25 2 2183 0 0,1-1 0 0 0,-1 0-1 0 0,1-1 1 0 0,-1 0-1 0 0,0-1 1 0 0,1 0-1 0 0,-1 0 1 0 0,0-1-1 0 0,12-6 1 0 0,-8 1 447 0 0,0-1-1 0 0,-1-1 1 0 0,0 0 0 0 0,-1 0-1 0 0,0-2 1 0 0,-1 1 0 0 0,0-2-1 0 0,0 1 1 0 0,-2-1 0 0 0,1-1-1 0 0,-2 0 1 0 0,0 0 0 0 0,7-17-1 0 0,-10 20 675 0 0,-1 0-1 0 0,0 0 0 0 0,0 0 0 0 0,-1-1 0 0 0,-1 1 1 0 0,3-24-1 0 0,-8 35-211 0 0,3-1-429 0 0,-1 1 0 0 0,0 0 0 0 0,1 0 0 0 0,-1-1 1 0 0,0 1-1 0 0,1 0 0 0 0,-1 0 0 0 0,0 0 0 0 0,1 0 0 0 0,-1 0 0 0 0,0 0 0 0 0,0 0 1 0 0,1 0-1 0 0,-1 0 0 0 0,0 0 0 0 0,1 0 0 0 0,-1 0 0 0 0,0 0 0 0 0,0 1 0 0 0,1-1 1 0 0,-1 0-1 0 0,0 0 0 0 0,1 1 0 0 0,-1-1 0 0 0,0 1 0 0 0,-7 9 115 0 0,0 0 0 0 0,1 0 0 0 0,0 1-1 0 0,1 0 1 0 0,0 0 0 0 0,0 0 0 0 0,2 1 0 0 0,-1 0-1 0 0,1 0 1 0 0,1 0 0 0 0,-3 19 0 0 0,6-28-132 0 0,0-1 1 0 0,1 0-1 0 0,-1 1 1 0 0,1-1-1 0 0,-1 1 1 0 0,1-1 0 0 0,0 0-1 0 0,0 0 1 0 0,0 1-1 0 0,0-1 1 0 0,0 0-1 0 0,1 0 1 0 0,-1 0-1 0 0,1 0 1 0 0,-1 0 0 0 0,1-1-1 0 0,-1 1 1 0 0,1 0-1 0 0,3 2 1 0 0,46 24 144 0 0,-44-25-144 0 0,0 0 1 0 0,-1 1-1 0 0,1-1 1 0 0,-1 1 0 0 0,11 10-1 0 0,-15-13-12 0 0,-1 0 0 0 0,1 1 0 0 0,-1-1 0 0 0,0 1 0 0 0,0 0 0 0 0,1-1 0 0 0,-1 1-1 0 0,0 0 1 0 0,0 0 0 0 0,-1-1 0 0 0,1 1 0 0 0,0 0 0 0 0,-1 0 0 0 0,1 0 0 0 0,-1 0 0 0 0,1 0 0 0 0,-1 0 0 0 0,0 0-1 0 0,0 0 1 0 0,0 0 0 0 0,0 0 0 0 0,0 0 0 0 0,-1 0 0 0 0,1 0 0 0 0,-1 0 0 0 0,1 0 0 0 0,-1 0 0 0 0,0 0 0 0 0,1 0 0 0 0,-1 0-1 0 0,0 0 1 0 0,0-1 0 0 0,0 1 0 0 0,-1 0 0 0 0,1-1 0 0 0,0 1 0 0 0,-1-1 0 0 0,1 1 0 0 0,-1-1 0 0 0,1 0 0 0 0,-1 1 0 0 0,-2 0-1 0 0,-2 2 3 0 0,0 0 0 0 0,0-1 0 0 0,0 1 0 0 0,0-1 0 0 0,0-1-1 0 0,-1 1 1 0 0,1-1 0 0 0,-1-1 0 0 0,0 1 0 0 0,1-1 0 0 0,-8 1-1 0 0,-1-5-176 0 0,14 3-117 0 0,1-1 1 0 0,-1 1-1 0 0,0 0 1 0 0,1-1-1 0 0,-1 1 1 0 0,1 0 0 0 0,-1-1-1 0 0,0 1 1 0 0,1-1-1 0 0,-1 1 1 0 0,1-1-1 0 0,0 0 1 0 0,-1 1-1 0 0,1-1 1 0 0,-1 1-1 0 0,1-1 1 0 0,0 0 0 0 0,-1 1-1 0 0,1-1 1 0 0,0 0-1 0 0,0 1 1 0 0,0-1-1 0 0,-1 0 1 0 0,1 0-1 0 0,0 1 1 0 0,0-1 0 0 0,0 0-1 0 0,0 1 1 0 0,0-1-1 0 0,0 0 1 0 0,1 0-1 0 0,-1-1 1 0 0</inkml:trace>
</inkml:ink>
</file>

<file path=ppt/ink/ink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3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78 472 0 0,'32'13'5509'0'0,"-23"-11"-5194"0"0,-1-1 1 0 0,1 0-1 0 0,0 0 0 0 0,0-1 0 0 0,0 0 0 0 0,-1 0 0 0 0,1-1 0 0 0,0 0 1 0 0,0 0-1 0 0,-1-1 0 0 0,1-1 0 0 0,-1 1 0 0 0,1-1 0 0 0,-1-1 0 0 0,0 1 1 0 0,0-1-1 0 0,-1-1 0 0 0,1 0 0 0 0,-1 0 0 0 0,0 0 0 0 0,9-9 1 0 0,-12 10-159 0 0,1-1 0 0 0,0 1 1 0 0,1 0-1 0 0,-1 0 1 0 0,1 1-1 0 0,0 0 0 0 0,0 0 1 0 0,0 0-1 0 0,8-2 1 0 0,-13 5-139 0 0,0 0 1 0 0,0 0 0 0 0,0 0 0 0 0,0 0 0 0 0,0 1 0 0 0,0-1-1 0 0,0 0 1 0 0,0 0 0 0 0,0 1 0 0 0,-1-1 0 0 0,1 1 0 0 0,0-1-1 0 0,0 1 1 0 0,0-1 0 0 0,0 1 0 0 0,-1-1 0 0 0,1 1 0 0 0,0 0-1 0 0,-1-1 1 0 0,1 1 0 0 0,0 0 0 0 0,-1 0 0 0 0,1 0 0 0 0,-1-1-1 0 0,1 1 1 0 0,-1 0 0 0 0,1 1 0 0 0,6 25 258 0 0,-7 7-103 0 0,-2 1 0 0 0,-1 0 0 0 0,-2-1 0 0 0,-13 52 0 0 0,-51 131 317 0 0,56-180-378 0 0,-2 6 58 0 0,-3-1 1 0 0,-27 50-1 0 0,37-77 0 0 0,-1-1 0 0 0,0 0 0 0 0,-1 0 0 0 0,-1-1 0 0 0,0 0 0 0 0,-1-1 0 0 0,0 0 0 0 0,0-1 0 0 0,-21 13 0 0 0,32-23-137 0 0,0 0 0 0 0,0 0 0 0 0,0-1 1 0 0,0 1-1 0 0,-1 0 0 0 0,1-1 0 0 0,0 1 0 0 0,0-1 1 0 0,0 1-1 0 0,0-1 0 0 0,-1 0 0 0 0,1 0 1 0 0,0 1-1 0 0,0-1 0 0 0,-1 0 0 0 0,1 0 0 0 0,0 0 1 0 0,0 0-1 0 0,0 0 0 0 0,-1-1 0 0 0,1 1 1 0 0,0 0-1 0 0,0-1 0 0 0,-1 1 0 0 0,1 0 0 0 0,0-1 1 0 0,-1 0-1 0 0,1-1-8 0 0,-1 1 0 0 0,1-1 0 0 0,0 1-1 0 0,0-1 1 0 0,0 0 0 0 0,0 0 0 0 0,0 1 0 0 0,0-1 0 0 0,1 0 0 0 0,-1 0 0 0 0,0 0 0 0 0,1 0-1 0 0,0 0 1 0 0,-1-4 0 0 0,1-5 24 0 0,-1 1 0 0 0,2-1 0 0 0,-1 0-1 0 0,2 1 1 0 0,2-14 0 0 0,3 2-9 0 0,1 0-1 0 0,1 1 1 0 0,1 1-1 0 0,1-1 1 0 0,0 2 0 0 0,23-29-1 0 0,97-105-1120 0 0,-108 128 597 0 0,7-7-1418 0 0,64-50 1 0 0,0 17-5316 0 0,-33 30 2465 0 0</inkml:trace>
</inkml:ink>
</file>

<file path=ppt/ink/ink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5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36 764 0 0,'0'-24'4018'0'0,"-1"13"4556"0"0,-2 100-7295 0 0,-21 133 1 0 0,24-220-1806 0 0,1 5-665 0 0,13-44-10559 0 0</inkml:trace>
</inkml:ink>
</file>

<file path=ppt/ink/ink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5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53 796 0 0,'18'-35'4001'0'0,"-17"34"-3877"0"0,1-1 0 0 0,0 0 0 0 0,0 1 0 0 0,0-1 0 0 0,0 1-1 0 0,0 0 1 0 0,0 0 0 0 0,1 0 0 0 0,-1 0 0 0 0,0 0 0 0 0,1 0 0 0 0,-1 0 0 0 0,0 1 0 0 0,1-1-1 0 0,4 1 1 0 0,-4 0-501 0 0,15 6-3120 0 0,-11-1 1860 0 0</inkml:trace>
</inkml:ink>
</file>

<file path=ppt/ink/ink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6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37 644 0 0,'-5'51'7044'0'0,"5"-50"-7006"0"0,0-1 0 0 0,0 0 0 0 0,0 0 1 0 0,0 1-1 0 0,0-1 0 0 0,0 0 0 0 0,0 0 0 0 0,0 0 0 0 0,0 1 1 0 0,0-1-1 0 0,1 0 0 0 0,-1 0 0 0 0,0 1 0 0 0,0-1 0 0 0,0 0 0 0 0,0 0 1 0 0,0 0-1 0 0,0 1 0 0 0,0-1 0 0 0,1 0 0 0 0,-1 0 0 0 0,0 0 0 0 0,0 0 1 0 0,0 1-1 0 0,0-1 0 0 0,1 0 0 0 0,-1 0 0 0 0,0 0 0 0 0,0 0 0 0 0,0 0 1 0 0,1 0-1 0 0,-1 0 0 0 0,0 0 0 0 0,0 1 0 0 0,1-1 0 0 0,-1 0 0 0 0,0 0 1 0 0,0 0-1 0 0,1 0 0 0 0,-1 0 0 0 0,0 0 0 0 0,0 0 0 0 0,0 0 0 0 0,1 0 1 0 0,-1 0-1 0 0,0-1 0 0 0,0 1 0 0 0,1 0 0 0 0,-1 0 0 0 0,0 0 0 0 0,0 0 1 0 0,0 0-1 0 0,1 0 0 0 0,-1 0 0 0 0,0-1 0 0 0,25-24 919 0 0,46-37-1 0 0,-70 62-936 0 0,1-1 1 0 0,0 0-1 0 0,0 0 0 0 0,0 0 0 0 0,-1 1 0 0 0,1-1 1 0 0,0 1-1 0 0,0 0 0 0 0,0-1 0 0 0,0 1 1 0 0,0 0-1 0 0,0 0 0 0 0,0 0 0 0 0,0 0 0 0 0,0 1 1 0 0,0-1-1 0 0,0 1 0 0 0,0-1 0 0 0,0 1 0 0 0,-1-1 1 0 0,1 1-1 0 0,0 0 0 0 0,0 0 0 0 0,2 2 1 0 0,3 1 19 0 0,-1 0 1 0 0,0 1 0 0 0,0 0-1 0 0,10 10 1 0 0,13 21-456 0 0,-9-11-1154 0 0,1-2-3813 0 0,-10-14 2526 0 0</inkml:trace>
</inkml:ink>
</file>

<file path=ppt/ink/ink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6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0 204 1064 0 0,'6'-8'432'0'0,"1"-1"-1"0"0,0 1 1 0 0,1 1 0 0 0,0 0-1 0 0,0 0 1 0 0,0 0-1 0 0,1 1 1 0 0,0 0 0 0 0,0 1-1 0 0,0 0 1 0 0,1 0 0 0 0,-1 1-1 0 0,1 0 1 0 0,15-3 0 0 0,-6 3-145 0 0,0 0 1 0 0,0 1-1 0 0,1 1 1 0 0,-1 0-1 0 0,1 2 1 0 0,36 4 0 0 0,-50-4-217 0 0,1 1 1 0 0,-1 1-1 0 0,0-1 1 0 0,0 1-1 0 0,0 0 1 0 0,0 1 0 0 0,0-1-1 0 0,0 1 1 0 0,-1 0-1 0 0,1 1 1 0 0,-1-1 0 0 0,0 1-1 0 0,0 0 1 0 0,0 1-1 0 0,-1-1 1 0 0,1 1 0 0 0,6 9-1 0 0,-8-9-34 0 0,-1-1 0 0 0,0 0 0 0 0,0 1 0 0 0,0 0 0 0 0,0-1 1 0 0,-1 1-1 0 0,0 0 0 0 0,0 0 0 0 0,0 0 0 0 0,0-1 0 0 0,-1 1 0 0 0,0 0 0 0 0,0 0 0 0 0,0 0 0 0 0,-1 0 0 0 0,1 0 0 0 0,-1 0 0 0 0,-1 0 0 0 0,1-1 0 0 0,-1 1 1 0 0,1 0-1 0 0,-1-1 0 0 0,-4 6 0 0 0,3-3 41 0 0,0 0 1 0 0,-1 0-1 0 0,0 0 1 0 0,0-1-1 0 0,-1 0 1 0 0,0 0-1 0 0,0 0 1 0 0,0-1 0 0 0,-1 1-1 0 0,1-1 1 0 0,-1-1-1 0 0,-1 1 1 0 0,-12 6-1 0 0,17-10 314 0 0,5-7-338 0 0,4-5-32 0 0,1 0 0 0 0,-1 0 1 0 0,2 0-1 0 0,-1 1 0 0 0,2 1 1 0 0,15-14-1 0 0,76-55-55 0 0,-34 28-10 0 0,114-96 977 0 0,-180 145-801 0 0,-1 1-125 0 0,0 0 0 0 0,0 0 1 0 0,0 0-1 0 0,1 0 0 0 0,-1 1 0 0 0,0-1 0 0 0,0 0 0 0 0,0 0 1 0 0,0 0-1 0 0,0 0 0 0 0,0 0 0 0 0,0 1 0 0 0,0-1 1 0 0,0 0-1 0 0,0 0 0 0 0,0 0 0 0 0,0 0 0 0 0,0 0 0 0 0,1 0 1 0 0,-1 1-1 0 0,0-1 0 0 0,0 0 0 0 0,0 0 0 0 0,0 0 1 0 0,0 0-1 0 0,0 0 0 0 0,1 0 0 0 0,-1 0 0 0 0,0 0 1 0 0,0 0-1 0 0,0 0 0 0 0,0 0 0 0 0,1 0 0 0 0,-1 0 0 0 0,0 1 1 0 0,0-1-1 0 0,0 0 0 0 0,0 0 0 0 0,0-1 0 0 0,1 1 1 0 0,-1 0-1 0 0,0 0 0 0 0,0 0 0 0 0,0 0 0 0 0,0 0 0 0 0,1 0 1 0 0,-1 0-1 0 0,0 0 0 0 0,0 0 0 0 0,0 0 0 0 0,0 0 1 0 0,0 0-1 0 0,0 0 0 0 0,1 0 0 0 0,-1-1 0 0 0,0 1 0 0 0,0 0 1 0 0,0 0-1 0 0,0 0 0 0 0,0 0 0 0 0,0 0 0 0 0,0 0 1 0 0,0-1-1 0 0,0 1 0 0 0,8 13 217 0 0,-7 4-77 0 0,-1-1-1 0 0,-1 1 1 0 0,0 0-1 0 0,-1-1 1 0 0,-1 1-1 0 0,-5 18 0 0 0,-6 41 179 0 0,10-36-229 0 0,-5 49 209 0 0,-36 151 1 0 0,29-175-213 0 0,12-42-55 0 0,-1-1-1 0 0,-2 0 1 0 0,0 0-1 0 0,-1 0 0 0 0,-13 24 1 0 0,19-44-52 0 0,3-10-384 0 0,2-18 298 0 0,2 0-1 0 0,1 0 1 0 0,1 1 0 0 0,1 0 0 0 0,1 0 0 0 0,1 1 0 0 0,1 0 0 0 0,22-34 0 0 0,4 0-115 0 0,3 1 0 0 0,55-60 0 0 0,-23 44 18 0 0,-66 67 171 0 0,0 1-1 0 0,0 0 0 0 0,1 1 1 0 0,0 0-1 0 0,0 0 1 0 0,0 0-1 0 0,0 1 0 0 0,1 0 1 0 0,0 0-1 0 0,10-2 1 0 0,21 12-73 0 0,-38-7 97 0 0,0 0 0 0 0,0 0 0 0 0,0 0 0 0 0,-1 0 0 0 0,1 1 0 0 0,0-1 0 0 0,0 0 0 0 0,0 1 0 0 0,0-1 0 0 0,-1 0 1 0 0,1 1-1 0 0,0-1 0 0 0,0 1 0 0 0,-1 0 0 0 0,1-1 0 0 0,0 1 0 0 0,-1-1 0 0 0,1 1 0 0 0,-1 0 0 0 0,1 0 0 0 0,-1-1 1 0 0,1 1-1 0 0,-1 0 0 0 0,1 0 0 0 0,-1 0 0 0 0,0-1 0 0 0,1 1 0 0 0,-1 0 0 0 0,0 0 0 0 0,0 0 0 0 0,0 0 0 0 0,0 0 1 0 0,0 0-1 0 0,0-1 0 0 0,0 1 0 0 0,0 0 0 0 0,0 0 0 0 0,0 0 0 0 0,0 0 0 0 0,0 0 0 0 0,-1 0 0 0 0,0 1 0 0 0,-2 2 5 0 0,0 1 0 0 0,-1-1 0 0 0,0 0 0 0 0,0-1 0 0 0,0 1 0 0 0,0-1 0 0 0,-1 1 0 0 0,1-1 0 0 0,-1 0 0 0 0,0-1 0 0 0,0 1 0 0 0,0-1 0 0 0,0 0 0 0 0,-1-1 0 0 0,1 1 0 0 0,0-1 0 0 0,-1 0 0 0 0,1 0 0 0 0,-1 0 0 0 0,1-1 0 0 0,-1 0 0 0 0,1 0 0 0 0,-1-1 0 0 0,1 1 0 0 0,-1-1 0 0 0,1 0 0 0 0,0-1 0 0 0,-1 1 0 0 0,1-1 0 0 0,0 0 0 0 0,0 0 0 0 0,-5-4 0 0 0,7 5-268 0 0,-1-1-1 0 0,1 0 0 0 0,0 0 0 0 0,0 0 0 0 0,0-1 1 0 0,1 1-1 0 0,-6-6 0 0 0,7 7-270 0 0,0-1 0 0 0,0 1 1 0 0,0-1-1 0 0,0 1 0 0 0,1-1 0 0 0,-1 1 1 0 0,1-1-1 0 0,-1 0 0 0 0,1 1 1 0 0,-1-1-1 0 0,1 0 0 0 0,0 1 0 0 0,0-3 1 0 0</inkml:trace>
</inkml:ink>
</file>

<file path=ppt/ink/ink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7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0 632 0 0,'0'0'7717'0'0,"-5"3"-7256"0"0,-43 32 1815 0 0,47-34-1898 0 0,1-1-362 0 0,0 0-1 0 0,0 0 1 0 0,-1 0-1 0 0,1 1 1 0 0,0-1-1 0 0,0 0 1 0 0,0 0-1 0 0,0 0 1 0 0,-1 0-1 0 0,1 0 1 0 0,0 0-1 0 0,0 0 1 0 0,0 1-1 0 0,0-1 1 0 0,0 0-1 0 0,-1 0 1 0 0,1 0-1 0 0,0 0 0 0 0,0 0 1 0 0,0 1-1 0 0,0-1 1 0 0,0 0-1 0 0,0 0 1 0 0,0 0-1 0 0,0 1 1 0 0,0-1-1 0 0,0 0 1 0 0,0 0-1 0 0,0 0 1 0 0,0 1-1 0 0,0-1 1 0 0,0 0-1 0 0,0 0 1 0 0,0 0-1 0 0,0 0 1 0 0,0 1-1 0 0,0-1 1 0 0,0 0-1 0 0,0 0 1 0 0,0 0-1 0 0,0 1 1 0 0,0-1-1 0 0,0 0 0 0 0,0 0 1 0 0,1 0-1 0 0,-1 0 1 0 0,0 0-1 0 0,0 1 1 0 0,0-1-1 0 0,0 0 1 0 0,0 0-1 0 0,1 0 1 0 0,-1 0-1 0 0,0 0 1 0 0,0 0-1 0 0,0 0 1 0 0,0 1-1 0 0,1-1 1 0 0,-1 0-1 0 0,98-24 479 0 0,-96 24-455 0 0,0 0-31 0 0,1-1-1 0 0,0 1 1 0 0,-1 0 0 0 0,1 0 0 0 0,-1 0-1 0 0,1 0 1 0 0,0 0 0 0 0,-1 1-1 0 0,1-1 1 0 0,0 1 0 0 0,-1 0 0 0 0,1 0-1 0 0,-1 0 1 0 0,4 2 0 0 0,10 8-127 0 0,42 26-1960 0 0,-53-35 1203 0 0,0 0 0 0 0,0 0-1 0 0,1 0 1 0 0,-1-1-1 0 0,0 0 1 0 0,9 1 0 0 0,-1-2-1774 0 0</inkml:trace>
</inkml:ink>
</file>

<file path=ppt/ink/ink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7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44 580 0 0,'15'-23'3781'0'0,"-15"23"-3677"0"0,0 0-1 0 0,0 0 1 0 0,0-1-1 0 0,0 1 1 0 0,0 0-1 0 0,0-1 1 0 0,0 1-1 0 0,0 0 1 0 0,0-1-1 0 0,0 1 1 0 0,-1 0-1 0 0,1 0 1 0 0,0-1-1 0 0,0 1 1 0 0,0 0 0 0 0,0 0-1 0 0,-1-1 1 0 0,1 1-1 0 0,0 0 1 0 0,0 0-1 0 0,0 0 1 0 0,-1-1-1 0 0,1 1 1 0 0,0 0-1 0 0,0 0 1 0 0,-1 0-1 0 0,1 0 1 0 0,0-1-1 0 0,0 1 1 0 0,-1 0-1 0 0,1 0 1 0 0,0 0 0 0 0,-1 0-1 0 0,1 0 1 0 0,0 0-1 0 0,-1 0 1 0 0,1 0-1 0 0,0 0 1 0 0,-1 0-1 0 0,-2 0 170 0 0,-1 1 0 0 0,0-1 0 0 0,1 1 0 0 0,0 0 0 0 0,-1 0 0 0 0,1 0 0 0 0,0 0 0 0 0,-1 0 0 0 0,1 1 0 0 0,-4 2 0 0 0,5-3-222 0 0,1 0-1 0 0,0 0 1 0 0,-1 0 0 0 0,1 0-1 0 0,0 0 1 0 0,0 0 0 0 0,0 0-1 0 0,0 0 1 0 0,0 0-1 0 0,0 1 1 0 0,0-1 0 0 0,0 0-1 0 0,0 1 1 0 0,1-1 0 0 0,-1 1-1 0 0,0-1 1 0 0,1 1 0 0 0,-1-1-1 0 0,1 1 1 0 0,0-1-1 0 0,0 1 1 0 0,-1-1 0 0 0,1 1-1 0 0,0 0 1 0 0,0-1 0 0 0,0 1-1 0 0,0-1 1 0 0,1 1 0 0 0,-1-1-1 0 0,0 1 1 0 0,1-1-1 0 0,-1 1 1 0 0,1-1 0 0 0,0 1-1 0 0,-1-1 1 0 0,1 1 0 0 0,0-1-1 0 0,0 0 1 0 0,0 1 0 0 0,0-1-1 0 0,0 0 1 0 0,2 2-1 0 0,1 2-21 0 0,1 0-1 0 0,0 0 0 0 0,0-1 0 0 0,0 0 0 0 0,0 0 0 0 0,1-1 1 0 0,-1 1-1 0 0,12 4 0 0 0,-7-5-67 0 0,-1-1 1 0 0,1 0-1 0 0,0 0 1 0 0,0-1-1 0 0,0-1 0 0 0,0 1 1 0 0,0-1-1 0 0,0-1 1 0 0,0 0-1 0 0,0-1 0 0 0,-1 0 1 0 0,1 0-1 0 0,0-1 1 0 0,14-6-1 0 0,-3 0 393 0 0,-2-1-1 0 0,1 0 1 0 0,-1-2-1 0 0,-1 0 1 0 0,27-23 0 0 0,-24 3 4398 0 0,-26 35-4797 0 0,-15 8-277 0 0,20-11 203 0 0,-1 1 0 0 0,0 0 0 0 0,0-1-1 0 0,1 1 1 0 0,-1 0 0 0 0,1 0 0 0 0,-1-1-1 0 0,0 1 1 0 0,1 0 0 0 0,0 0-1 0 0,-1 0 1 0 0,1 0 0 0 0,-1 0 0 0 0,1 0-1 0 0,0 0 1 0 0,0 0 0 0 0,-1 0 0 0 0,1 0-1 0 0,0 0 1 0 0,0 0 0 0 0,0 1-1 0 0,0 7-4627 0 0</inkml:trace>
</inkml:ink>
</file>

<file path=ppt/ink/ink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07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91 268 0 0,'16'-5'1580'0'0,"-4"2"-116"0"0,-2-3-80 0 0,-1 1-67 0 0,2-5-157 0 0,-4 1-112 0 0,-1 2 712 0 0,2-8-1056 0 0,-8 6-320 0 0,-14-5-1836 0 0,3 9-152 0 0,-3 2-1741 0 0</inkml:trace>
</inkml:ink>
</file>

<file path=ppt/ink/ink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2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94 121 556 0 0,'-9'-60'3600'0'0,"1"-1"4077"0"0,-12 148-6391 0 0,17-51-1009 0 0,1 1 0 0 0,2 37-1 0 0,1 31 84 0 0,-1-83-298 0 0,0 12 56 0 0,-1 1 1 0 0,-8 45-1 0 0,-13 20-2371 0 0,22-99 1949 0 0,-1 0 1 0 0,1 0-1 0 0,-1-1 1 0 0,1 1-1 0 0,-1 0 0 0 0,0 0 1 0 0,0 0-1 0 0,1-1 0 0 0,-1 1 1 0 0,0 0-1 0 0,0-1 0 0 0,0 1 1 0 0,0-1-1 0 0,0 1 0 0 0,0-1 1 0 0,0 1-1 0 0,0-1 0 0 0,0 0 1 0 0,0 1-1 0 0,0-1 0 0 0,-1 0 1 0 0,1 0-110 0 0</inkml:trace>
</inkml:ink>
</file>

<file path=ppt/ink/ink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2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1 461 340 0 0,'-1'0'72'0'0,"1"-1"-1"0"0,0 0 1 0 0,0 1-1 0 0,0-1 1 0 0,0 0 0 0 0,0 1-1 0 0,0-1 1 0 0,0 1-1 0 0,0-1 1 0 0,1 0-1 0 0,-1 1 1 0 0,0-1 0 0 0,0 1-1 0 0,0-1 1 0 0,1 1-1 0 0,-1-1 1 0 0,0 0 0 0 0,0 1-1 0 0,1-1 1 0 0,-1 1-1 0 0,1-1 1 0 0,-1 1-1 0 0,0-1 1 0 0,1 1 0 0 0,-1 0-1 0 0,1-1 1 0 0,-1 1-1 0 0,1 0 1 0 0,-1-1 0 0 0,1 1-1 0 0,-1 0 1 0 0,1-1-1 0 0,0 1 1 0 0,-1 0-1 0 0,1 0 1 0 0,-1 0 0 0 0,1 0-1 0 0,0 0 1 0 0,-1-1-1 0 0,1 1 1 0 0,0 0 0 0 0,-1 0-1 0 0,1 0 1 0 0,1 1-1 0 0,41-8 218 0 0,-36 7 7 0 0,494-33 2041 0 0,-444 28-2189 0 0,73-10 166 0 0,-117 13-258 0 0,0-1-1 0 0,-1-1 0 0 0,1 0 1 0 0,-1 0-1 0 0,1-1 0 0 0,-1-1 1 0 0,14-9-1 0 0,-23 13-37 0 0,0 0 0 0 0,0 0 0 0 0,-1-1 0 0 0,1 1 0 0 0,-1-1 1 0 0,0 1-1 0 0,1-1 0 0 0,-1 0 0 0 0,0 0 0 0 0,-1 0 0 0 0,1 0 0 0 0,-1 0 0 0 0,1 0 0 0 0,-1-1 0 0 0,0 1 1 0 0,1-7-1 0 0,-1 3 35 0 0,0 0 1 0 0,-1 0 0 0 0,0 1-1 0 0,-1-1 1 0 0,0 0 0 0 0,0 0 0 0 0,0 0-1 0 0,-3-7 1 0 0,-3-6 238 0 0,0 0 1 0 0,-2 1-1 0 0,0 0 0 0 0,-20-28 0 0 0,15 26 310 0 0,-1 0-1 0 0,-27-28 0 0 0,40 48-237 0 0,1 1-354 0 0,0 1 1 0 0,-1-1-1 0 0,1 1 1 0 0,0-1-1 0 0,0 1 1 0 0,0 0-1 0 0,0 0 1 0 0,0-1-1 0 0,0 1 1 0 0,0 0-1 0 0,0 0 1 0 0,0 0-1 0 0,0 0 1 0 0,0 0-1 0 0,0 0 1 0 0,0 1-1 0 0,1-1 1 0 0,-1 0-1 0 0,1 0 1 0 0,-1 0-1 0 0,1 1 1 0 0,-1-1-1 0 0,1 0 1 0 0,0 1-1 0 0,-1-1 1 0 0,1 0-1 0 0,0 1 1 0 0,0 2-1 0 0,-3 43 165 0 0,3-44-165 0 0,33 471 820 0 0,-25-375-729 0 0,5 36 59 0 0,-13-133-138 0 0,3-5 15 0 0,-1 0 1 0 0,0 0-1 0 0,1 0 1 0 0,-1-1-1 0 0,0 1 1 0 0,-1-1-1 0 0,1 1 1 0 0,-1-1-1 0 0,1 1 0 0 0,-1-1 1 0 0,0 0-1 0 0,1-6 1 0 0,17-42 230 0 0,-18 48-270 0 0,0 2 0 0 0,0-1 1 0 0,-1 1 0 0 0,1 0-1 0 0,0 0 1 0 0,1 0-1 0 0,-1 0 1 0 0,0 0 0 0 0,0 0-1 0 0,1 1 1 0 0,-1-1-1 0 0,1 0 1 0 0,0 1 0 0 0,2-3-1 0 0,-3 4 1 0 0,0 0 1 0 0,0-1-1 0 0,0 1 0 0 0,0 0 0 0 0,0 0 0 0 0,0 0 0 0 0,0 0 0 0 0,1 0 0 0 0,-1 0 0 0 0,0 0 1 0 0,0 0-1 0 0,0 1 0 0 0,0-1 0 0 0,0 0 0 0 0,0 1 0 0 0,0-1 0 0 0,0 0 0 0 0,0 1 1 0 0,0-1-1 0 0,0 1 0 0 0,0 0 0 0 0,0-1 0 0 0,0 2 0 0 0,25 18-30 0 0,-22-16 31 0 0,12 9 3 0 0,0-1 0 0 0,1-1 1 0 0,0 0-1 0 0,1-1 0 0 0,0-1 0 0 0,0-1 1 0 0,1-1-1 0 0,0 0 0 0 0,0-1 1 0 0,1-1-1 0 0,0-1 0 0 0,0-1 1 0 0,0-1-1 0 0,0-1 0 0 0,0 0 1 0 0,0-1-1 0 0,1-2 0 0 0,-1 0 0 0 0,0-1 1 0 0,-1-1-1 0 0,1 0 0 0 0,0-2 1 0 0,27-11-1 0 0,-42 14-3 0 0,1-1 0 0 0,-1 1 0 0 0,0-1 0 0 0,0 0 0 0 0,0 0 0 0 0,-1 0 0 0 0,0 0 0 0 0,1-1 0 0 0,-1 0-1 0 0,-1 0 1 0 0,1 0 0 0 0,-1 0 0 0 0,0-1 0 0 0,0 1 0 0 0,-1-1 0 0 0,4-9 0 0 0,-5 12 25 0 0,-1 0 1 0 0,1 0-1 0 0,0 0 0 0 0,-1 0 1 0 0,0 0-1 0 0,0 0 0 0 0,0 0 1 0 0,0-1-1 0 0,0 1 0 0 0,0 0 0 0 0,-1 0 1 0 0,0 0-1 0 0,1 0 0 0 0,-1 0 1 0 0,-1 0-1 0 0,1 0 0 0 0,0 1 1 0 0,-1-1-1 0 0,1 0 0 0 0,-1 0 0 0 0,0 1 1 0 0,0-1-1 0 0,0 1 0 0 0,0 0 1 0 0,0 0-1 0 0,0-1 0 0 0,-1 1 1 0 0,1 1-1 0 0,-1-1 0 0 0,1 0 1 0 0,-1 1-1 0 0,0-1 0 0 0,0 1 0 0 0,1 0 1 0 0,-5-1-1 0 0,7 1-28 0 0,-25-5 474 0 0,24 5-450 0 0,0 1 1 0 0,0 0 0 0 0,0 0-1 0 0,1 0 1 0 0,-1 0-1 0 0,0 0 1 0 0,0 0 0 0 0,0 0-1 0 0,0 0 1 0 0,0 1-1 0 0,1-1 1 0 0,-1 0-1 0 0,0 0 1 0 0,0 1 0 0 0,0-1-1 0 0,1 0 1 0 0,-1 1-1 0 0,0-1 1 0 0,0 1-1 0 0,1-1 1 0 0,-1 1 0 0 0,0-1-1 0 0,1 1 1 0 0,-1 0-1 0 0,1-1 1 0 0,-1 1-1 0 0,1 0 1 0 0,-1-1 0 0 0,1 1-1 0 0,-1 1 1 0 0,0 0 86 0 0,9 17 74 0 0,-2-13-214 0 0,-1 0 1 0 0,1 0-1 0 0,1 0 1 0 0,-1-1-1 0 0,1 0 1 0 0,0 0-1 0 0,0-1 1 0 0,0 0-1 0 0,0 0 1 0 0,16 5-1 0 0,0 2-385 0 0,66 30-2783 0 0,-29-19-2578 0 0,-31-13 1973 0 0</inkml:trace>
</inkml:ink>
</file>

<file path=ppt/ink/ink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5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212 112 628 0 0,'-18'-23'3120'0'0,"16"21"-2909"0"0,0-1 0 0 0,0 1 0 0 0,0 0 0 0 0,-1 0 0 0 0,1 0 0 0 0,-1 0 0 0 0,0 0 0 0 0,1 1 0 0 0,-1-1 0 0 0,0 1 0 0 0,0 0 0 0 0,0 0 0 0 0,0 0 0 0 0,0 0 0 0 0,0 0 0 0 0,0 1 0 0 0,0-1 0 0 0,-1 1 0 0 0,1 0 0 0 0,-4 0 0 0 0,2 1-89 0 0,0 0-1 0 0,0 0 1 0 0,0 0-1 0 0,1 1 1 0 0,-1-1-1 0 0,0 1 1 0 0,0 1-1 0 0,1-1 0 0 0,-1 1 1 0 0,1-1-1 0 0,0 1 1 0 0,-5 5-1 0 0,3-3-12 0 0,0 1 0 0 0,0-1 0 0 0,0 2 0 0 0,1-1 0 0 0,0 0 1 0 0,1 1-1 0 0,-1 0 0 0 0,1 0 0 0 0,1 0 0 0 0,-1 1 0 0 0,1-1 0 0 0,-2 10 0 0 0,4-12-69 0 0,0 0 0 0 0,0 0 0 0 0,0 1 0 0 0,1-1 0 0 0,0 0 0 0 0,0 0 0 0 0,0 1 0 0 0,1-1 0 0 0,0 0 1 0 0,0 1-1 0 0,0-1 0 0 0,0 0 0 0 0,1 0 0 0 0,0 0 0 0 0,0 0 0 0 0,1 0 0 0 0,-1-1 0 0 0,1 1 0 0 0,6 7 0 0 0,0-2 7 0 0,1-1 0 0 0,0 1-1 0 0,1-2 1 0 0,0 1 0 0 0,0-2 0 0 0,1 1-1 0 0,0-1 1 0 0,0-1 0 0 0,1 0-1 0 0,0-1 1 0 0,0-1 0 0 0,22 6 0 0 0,-17-6-16 0 0,0 0 1 0 0,0-2-1 0 0,1 0 0 0 0,-1-1 1 0 0,1 0-1 0 0,-1-2 1 0 0,1 0-1 0 0,-1-1 1 0 0,19-5-1 0 0,-31 5-19 0 0,0 1 0 0 0,0-1 0 0 0,0-1-1 0 0,0 1 1 0 0,-1-1 0 0 0,1 0 0 0 0,-1 0 0 0 0,1 0 0 0 0,-1-1-1 0 0,0 0 1 0 0,0 0 0 0 0,-1 0 0 0 0,1-1 0 0 0,-1 0-1 0 0,0 0 1 0 0,0 0 0 0 0,0 0 0 0 0,-1 0 0 0 0,0-1 0 0 0,0 1-1 0 0,0-1 1 0 0,-1 0 0 0 0,0 0 0 0 0,0 0 0 0 0,-1 0-1 0 0,1 0 1 0 0,-1-1 0 0 0,0 1 0 0 0,-1 0 0 0 0,0-1 0 0 0,0 1-1 0 0,0 0 1 0 0,-1-1 0 0 0,0 1 0 0 0,0 0 0 0 0,0 0-1 0 0,-1-1 1 0 0,0 1 0 0 0,0 1 0 0 0,-1-1 0 0 0,1 0 0 0 0,-1 0-1 0 0,-6-7 1 0 0,0-1 20 0 0,-1 0 0 0 0,-1 0 0 0 0,0 1-1 0 0,0 1 1 0 0,-1 0 0 0 0,-1 0 0 0 0,0 1-1 0 0,-1 1 1 0 0,0 1 0 0 0,0-1 0 0 0,-1 2 0 0 0,0 0-1 0 0,-1 1 1 0 0,-25-8 0 0 0,40 15-81 0 0,-1-1 0 0 0,1 1 0 0 0,0 0 0 0 0,-1 0 0 0 0,1-1 0 0 0,-1 1 0 0 0,1 0 0 0 0,-1 0 0 0 0,1 0 0 0 0,0 0 0 0 0,-1 1 0 0 0,1-1 0 0 0,-1 0 0 0 0,1 1 0 0 0,0-1 0 0 0,-1 1 0 0 0,1-1 0 0 0,0 1 0 0 0,0 0 0 0 0,-1-1 0 0 0,1 1 0 0 0,0 0 0 0 0,0 0 0 0 0,0 0 0 0 0,0 0 1 0 0,0 0-1 0 0,0 0 0 0 0,0 0 0 0 0,0 0 0 0 0,0 0 0 0 0,0 0 0 0 0,1 1 0 0 0,-2 1 0 0 0,1-1-291 0 0,1 0 0 0 0,-1 0 0 0 0,1 0 0 0 0,0 1 0 0 0,0-1 0 0 0,0 0 0 0 0,0 0 0 0 0,0 0 0 0 0,0 0 0 0 0,0 0 0 0 0,1 0 0 0 0,-1 0 0 0 0,1 0 0 0 0,-1 0 0 0 0,1 0 0 0 0,0 0 1 0 0,0 0-1 0 0,0 0 0 0 0,0 0 0 0 0,0-1 0 0 0,2 3 0 0 0,7 7-2332 0 0</inkml:trace>
</inkml:ink>
</file>

<file path=ppt/ink/ink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5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1 648 0 0,'8'0'208'0'0,"0"0"1"0"0,-1 1-1 0 0,1 0 0 0 0,0 0 0 0 0,-1 1 1 0 0,1 0-1 0 0,-1 0 0 0 0,0 1 0 0 0,0 0 1 0 0,0 0-1 0 0,0 1 0 0 0,0 0 0 0 0,-1 0 1 0 0,0 0-1 0 0,0 1 0 0 0,0 0 1 0 0,0 0-1 0 0,-1 1 0 0 0,0-1 0 0 0,0 1 1 0 0,0 0-1 0 0,-1 1 0 0 0,0-1 0 0 0,0 1 1 0 0,0 0-1 0 0,-1-1 0 0 0,0 2 0 0 0,0-1 1 0 0,-1 0-1 0 0,0 1 0 0 0,-1-1 0 0 0,2 10 1 0 0,2 11 2421 0 0,-4-32-2560 0 0,0 1 0 0 0,0 0 0 0 0,1-1 0 0 0,-1 1 0 0 0,1 0 0 0 0,0-1 0 0 0,0 1 0 0 0,1 0-1 0 0,3-3 1 0 0,1-2-31 0 0,0 1-1 0 0,0 1 0 0 0,1-1 1 0 0,0 1-1 0 0,1 1 1 0 0,-1-1-1 0 0,1 1 0 0 0,0 1 1 0 0,0 0-1 0 0,0 0 0 0 0,1 1 1 0 0,0 0-1 0 0,-1 1 1 0 0,15-3-1 0 0,-19 5-29 0 0,0 0 0 0 0,0 0 0 0 0,0 0 0 0 0,0 1 1 0 0,0-1-1 0 0,0 1 0 0 0,0 0 0 0 0,0 1 0 0 0,0-1 0 0 0,-1 1 0 0 0,1 0 0 0 0,0 0 1 0 0,-1 0-1 0 0,1 1 0 0 0,-1 0 0 0 0,0 0 0 0 0,0 0 0 0 0,0 0 0 0 0,0 0 0 0 0,-1 1 1 0 0,1 0-1 0 0,-1 0 0 0 0,0 0 0 0 0,0 0 0 0 0,0 0 0 0 0,-1 1 0 0 0,0-1 0 0 0,0 1 1 0 0,2 4-1 0 0,-2-3-51 0 0,0-1 0 0 0,0 1 0 0 0,-1-1 0 0 0,0 1 0 0 0,0-1-1 0 0,0 1 1 0 0,-1 0 0 0 0,1 0 0 0 0,-1-1 0 0 0,-1 1 0 0 0,1 0 0 0 0,-1-1 0 0 0,-2 9 0 0 0,-9 23-6252 0 0,10-29 3585 0 0</inkml:trace>
</inkml:ink>
</file>

<file path=ppt/ink/ink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6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54 592 0 0,'0'0'764'0'0,"4"-16"-72"0"0,1 8-68 0 0,-2 0 476 0 0,1-4-244 0 0,5 4-160 0 0,3 7-467 0 0,9 2-774 0 0,-8 7-2035 0 0,-5-5 1240 0 0</inkml:trace>
</inkml:ink>
</file>

<file path=ppt/ink/ink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6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70 492 0 0,'-9'-12'2074'0'0,"2"5"-1453"0"0,0 0 1 0 0,-1 1-1 0 0,0 0 1 0 0,0 1 0 0 0,0 0-1 0 0,-11-5 1 0 0,17 8-527 0 0,-1 1-1 0 0,0 0 1 0 0,1-1-1 0 0,-1 1 1 0 0,0 0 0 0 0,0 0-1 0 0,0 1 1 0 0,0-1 0 0 0,0 0-1 0 0,0 1 1 0 0,0 0-1 0 0,0 0 1 0 0,0 0 0 0 0,0 0-1 0 0,0 0 1 0 0,0 1-1 0 0,0-1 1 0 0,0 1 0 0 0,0 0-1 0 0,0 0 1 0 0,0 0-1 0 0,0 0 1 0 0,1 0 0 0 0,-1 1-1 0 0,-3 2 1 0 0,3-1-49 0 0,1 0 0 0 0,0 0 0 0 0,0 0 0 0 0,0 0 1 0 0,0 1-1 0 0,0-1 0 0 0,1 1 0 0 0,0 0 0 0 0,0-1 0 0 0,0 1 1 0 0,0 0-1 0 0,0-1 0 0 0,1 1 0 0 0,0 0 0 0 0,-1 0 0 0 0,1 0 1 0 0,1 0-1 0 0,-1-1 0 0 0,2 8 0 0 0,2 9 66 0 0,1 0 1 0 0,11 29-1 0 0,-9-28-31 0 0,15 43 82 0 0,0-4 29 0 0,20 96 0 0 0,-39-139-161 0 0,0 0-1 0 0,-1 0 1 0 0,-1 1-1 0 0,0-1 1 0 0,-2 1-1 0 0,0-1 1 0 0,0 0-1 0 0,-2 1 1 0 0,0-1 0 0 0,-9 25-1 0 0,12-39-19 0 0,-1 0-1 0 0,0 0 1 0 0,0 0 0 0 0,-1 0-1 0 0,1-1 1 0 0,0 1-1 0 0,-1 0 1 0 0,0 0 0 0 0,0-1-1 0 0,0 0 1 0 0,0 1 0 0 0,0-1-1 0 0,0 0 1 0 0,0 0-1 0 0,-1 0 1 0 0,1 0 0 0 0,-1 0-1 0 0,1 0 1 0 0,-1-1 0 0 0,0 0-1 0 0,0 1 1 0 0,0-1-1 0 0,0 0 1 0 0,0 0 0 0 0,0-1-1 0 0,0 1 1 0 0,0 0 0 0 0,0-1-1 0 0,-5 0 1 0 0,7 0-8 0 0,-1-1 0 0 0,1 1 0 0 0,0-1 0 0 0,-1 0 1 0 0,1 1-1 0 0,0-1 0 0 0,0 0 0 0 0,-1 0 0 0 0,1 0 0 0 0,0 0 1 0 0,0 0-1 0 0,0 0 0 0 0,0 0 0 0 0,0 0 0 0 0,1 0 0 0 0,-1 0 1 0 0,0-1-1 0 0,0 1 0 0 0,1 0 0 0 0,-1-1 0 0 0,1 1 0 0 0,-1 0 1 0 0,1-1-1 0 0,-1 1 0 0 0,1-1 0 0 0,0-1 0 0 0,-3-37 31 0 0,6 21-32 0 0,1 0 0 0 0,0 0 0 0 0,2 0 0 0 0,0 0 0 0 0,1 1 0 0 0,1 0 0 0 0,14-24 0 0 0,83-114-45 0 0,-89 133 38 0 0,16-21-4 0 0,48-50-1 0 0,-68 81 13 0 0,1 0-1 0 0,1 1 0 0 0,0 1 1 0 0,0 0-1 0 0,1 1 0 0 0,0 1 1 0 0,31-14-1 0 0,-43 22 13 0 0,0 0 1 0 0,0-1-1 0 0,0 1 0 0 0,0 1 0 0 0,0-1 0 0 0,0 0 1 0 0,0 1-1 0 0,1 0 0 0 0,-1-1 0 0 0,0 1 0 0 0,0 0 1 0 0,0 1-1 0 0,1-1 0 0 0,-1 1 0 0 0,0-1 0 0 0,0 1 1 0 0,0 0-1 0 0,0 0 0 0 0,0 0 0 0 0,0 1 1 0 0,0-1-1 0 0,0 1 0 0 0,-1-1 0 0 0,1 1 0 0 0,0 0 1 0 0,-1 0-1 0 0,1 0 0 0 0,-1 1 0 0 0,0-1 0 0 0,0 0 1 0 0,0 1-1 0 0,0 0 0 0 0,0-1 0 0 0,-1 1 0 0 0,1 0 1 0 0,-1 0-1 0 0,0 0 0 0 0,2 4 0 0 0,-1 0 43 0 0,0 0-1 0 0,0 0 0 0 0,0 0 1 0 0,-1 0-1 0 0,0 0 0 0 0,-1 0 1 0 0,0 0-1 0 0,0 0 0 0 0,0 0 1 0 0,-1 0-1 0 0,0 0 0 0 0,0 0 1 0 0,0 0-1 0 0,-1 0 1 0 0,-1 0-1 0 0,-3 9 0 0 0,3-10-93 0 0,0-1-1 0 0,-1 0 1 0 0,1 0-1 0 0,-1 0 1 0 0,0-1 0 0 0,-7 8-1 0 0,-11-3-2316 0 0,20-9 1971 0 0,1 0 0 0 0,-1-1 0 0 0,0 1 0 0 0,1 0 0 0 0,-1 0 0 0 0,0-1 0 0 0,1 1 0 0 0,-1-1 0 0 0,1 0 0 0 0,-1 1 0 0 0,1-1 0 0 0,-1 0-1 0 0,1 0 1 0 0,-2-1 0 0 0,-5-5-2566 0 0</inkml:trace>
</inkml:ink>
</file>

<file path=ppt/ink/ink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73 584 0 0,'3'-13'1559'0'0,"1"0"0"0"0,0 0-1 0 0,11-19 1 0 0,-14 30-565 0 0,3 26-5736 0 0,-3-20 3011 0 0</inkml:trace>
</inkml:ink>
</file>

<file path=ppt/ink/ink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47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1 393 100 0 0,'48'78'6491'0'0,"-35"-60"-5380"0"0,-12-17-1025 0 0,0 0 0 0 0,1 1 0 0 0,-1-1 0 0 0,0 0 1 0 0,0 0-1 0 0,-1 1 0 0 0,1-1 0 0 0,0 0 1 0 0,0 1-1 0 0,-1-1 0 0 0,1 1 0 0 0,0-1 0 0 0,-1 1 1 0 0,1 2-1 0 0,-1-4-51 0 0,0 0 0 0 0,0 1 0 0 0,0-1 1 0 0,0 1-1 0 0,0-1 0 0 0,1 1 0 0 0,-1-1 1 0 0,0 0-1 0 0,0 1 0 0 0,1-1 0 0 0,-1 0 0 0 0,0 1 1 0 0,0-1-1 0 0,1 0 0 0 0,-1 1 0 0 0,0-1 1 0 0,1 0-1 0 0,-1 0 0 0 0,0 1 0 0 0,1-1 0 0 0,-1 0 1 0 0,1 0-1 0 0,-1 0 0 0 0,0 1 0 0 0,1-1 0 0 0,-1 0 1 0 0,1 0-1 0 0,-1 0 0 0 0,0 0 0 0 0,1 0 1 0 0,-1 0-1 0 0,1 0 0 0 0,-1 0 0 0 0,1 0 0 0 0,-1 0 1 0 0,0 0-1 0 0,1 0 0 0 0,-1 0 0 0 0,1 0 0 0 0,-1 0 1 0 0,1-1-1 0 0,-1 1 0 0 0,0 0 0 0 0,1 0 1 0 0,-1 0-1 0 0,0-1 0 0 0,1 1 0 0 0,-1 0 0 0 0,0-1 1 0 0,1 1-1 0 0,-1 0 0 0 0,1-1 0 0 0,22-17 75 0 0,-19 15 15 0 0,11-8 90 0 0,-12 8-194 0 0,0 0 0 0 0,0 0-1 0 0,1 1 1 0 0,-1 0 0 0 0,0-1 0 0 0,1 1 0 0 0,0 0-1 0 0,-1 1 1 0 0,1-1 0 0 0,0 1 0 0 0,0-1-1 0 0,0 1 1 0 0,0 1 0 0 0,0-1 0 0 0,0 0 0 0 0,0 1-1 0 0,0 0 1 0 0,0 0 0 0 0,0 0 0 0 0,0 0-1 0 0,0 1 1 0 0,0-1 0 0 0,6 3 0 0 0,24 8 22 0 0,38 16 0 0 0,-41-14-61 0 0,58 16 0 0 0,-45-19-360 0 0,0-1 0 0 0,50 2 0 0 0,-79-11 271 0 0,0 1-1 0 0,-1-2 1 0 0,1 0 0 0 0,0-1-1 0 0,0 0 1 0 0,-1-1 0 0 0,0-1 0 0 0,1 0-1 0 0,-1-1 1 0 0,17-8 0 0 0,-28 11 114 0 0,-1 1 1 0 0,1-1-1 0 0,0 1 1 0 0,0-1-1 0 0,-1 0 1 0 0,1 0 0 0 0,-1 0-1 0 0,0-1 1 0 0,1 1-1 0 0,-1 0 1 0 0,0-1-1 0 0,0 0 1 0 0,-1 1 0 0 0,1-1-1 0 0,-1 0 1 0 0,1 0-1 0 0,-1 0 1 0 0,0 0-1 0 0,0 0 1 0 0,0 0 0 0 0,1-4-1 0 0,-2 5 391 0 0,-18-27 602 0 0,14 27-856 0 0,0-1 0 0 0,-1 1-1 0 0,1 0 1 0 0,-1 0 0 0 0,1 1 0 0 0,-1-1 0 0 0,0 1 0 0 0,0 0 0 0 0,0 1 0 0 0,0-1 0 0 0,0 1 0 0 0,-7 0 0 0 0,8 1-128 0 0,-29 15 172 0 0,31-16-169 0 0,0 1-1 0 0,0-1 1 0 0,0 1 0 0 0,0 0-1 0 0,0 0 1 0 0,0 0-1 0 0,0 0 1 0 0,0 0 0 0 0,0 0-1 0 0,1 0 1 0 0,-1 1-1 0 0,0-1 1 0 0,1 0 0 0 0,-1 1-1 0 0,1 0 1 0 0,0-1-1 0 0,-1 1 1 0 0,1 0 0 0 0,-2 2-1 0 0,0 1 29 0 0,2-4-20 0 0,-2 12 186 0 0,6-11-206 0 0,-1-1-1 0 0,0 1 1 0 0,1 0-1 0 0,0-1 1 0 0,-1 1-1 0 0,1-1 1 0 0,0 0 0 0 0,0 1-1 0 0,-1-1 1 0 0,1-1-1 0 0,0 1 1 0 0,0 0-1 0 0,0-1 1 0 0,0 0 0 0 0,0 1-1 0 0,0-1 1 0 0,0 0-1 0 0,0-1 1 0 0,4 0-1 0 0,71-14 14 0 0,-35 6 28 0 0,54-9-83 0 0,-54 8-2 0 0,46-3 0 0 0,-76 12 15 0 0,1 0 0 0 0,-1-1 1 0 0,1-1-1 0 0,-1 0 0 0 0,0 0 0 0 0,0-2 1 0 0,23-11-1 0 0,-31 13 20 0 0,0 0-1 0 0,0 0 1 0 0,0-1 0 0 0,-1 0 0 0 0,1 0-1 0 0,-1 0 1 0 0,0 0 0 0 0,0-1 0 0 0,-1 1-1 0 0,0-1 1 0 0,1 0 0 0 0,-1 0 0 0 0,-1 0-1 0 0,1-1 1 0 0,-1 1 0 0 0,0-1 0 0 0,0 1-1 0 0,-1-1 1 0 0,1 0 0 0 0,0-9 0 0 0,-1-3 201 0 0,0-1 0 0 0,-1 0 1 0 0,-1 0-1 0 0,-1 1 1 0 0,0-1-1 0 0,-1 1 0 0 0,-2-1 1 0 0,0 1-1 0 0,0 0 1 0 0,-2 1-1 0 0,0 0 0 0 0,-1 0 1 0 0,-1 0-1 0 0,-19-27 1 0 0,28 44-173 0 0,0-1 0 0 0,-1 1 1 0 0,1-1-1 0 0,-1 1 1 0 0,1 0-1 0 0,0-1 1 0 0,-1 1-1 0 0,1 0 1 0 0,-1 0-1 0 0,1-1 0 0 0,-1 1 1 0 0,1 0-1 0 0,-1 0 1 0 0,1 0-1 0 0,-1 0 1 0 0,1 0-1 0 0,-1 0 1 0 0,1 0-1 0 0,-1 0 0 0 0,1 0 1 0 0,-1 0-1 0 0,0 0 1 0 0,1 0-1 0 0,-1 0 1 0 0,1 0-1 0 0,-1 0 1 0 0,1 0-1 0 0,-1 0 1 0 0,1 1-1 0 0,-1-1 0 0 0,1 0 1 0 0,0 0-1 0 0,-1 1 1 0 0,1-1-1 0 0,-1 0 1 0 0,1 1-1 0 0,0-1 1 0 0,-1 0-1 0 0,1 1 0 0 0,-1-1 1 0 0,1 1-1 0 0,0-1 1 0 0,0 1-1 0 0,-1-1 1 0 0,1 1-1 0 0,0-1 1 0 0,0 1-1 0 0,-1 0 1 0 0,-11 24 228 0 0,8-9-124 0 0,1-1-1 0 0,1 1 1 0 0,0-1-1 0 0,1 1 1 0 0,2 29-1 0 0,15 86 197 0 0,-7-75-216 0 0,-5-28-322 0 0,16 153-1877 0 0,-20-58-7234 0 0,-3-85 4869 0 0</inkml:trace>
</inkml:ink>
</file>

<file path=ppt/ink/ink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0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35 720 0 0,'1'-1'221'0'0,"0"0"0"0"0,-1 0 0 0 0,1 0 0 0 0,-1 0-1 0 0,1 0 1 0 0,-1 0 0 0 0,1 0 0 0 0,-1-1 0 0 0,0 1 0 0 0,0 0 0 0 0,1 0 0 0 0,-1 0-1 0 0,0 0 1 0 0,0-1 0 0 0,0 1 0 0 0,0 0 0 0 0,-1 0 0 0 0,1 0 0 0 0,0 0 0 0 0,0-1-1 0 0,-1 1 1 0 0,1 0 0 0 0,-1 0 0 0 0,1 0 0 0 0,-1 0 0 0 0,1 0 0 0 0,-1 0-1 0 0,0 0 1 0 0,0-1 0 0 0,-2 2-77 0 0,1-1-1 0 0,0 1 1 0 0,0 0-1 0 0,0 0 1 0 0,-1 1-1 0 0,1-1 1 0 0,0 0 0 0 0,0 1-1 0 0,0-1 1 0 0,0 1-1 0 0,0 0 1 0 0,0 0-1 0 0,0 0 1 0 0,0 0-1 0 0,-2 1 1 0 0,-30 15 438 0 0,1 2 1 0 0,0 1 0 0 0,2 1-1 0 0,-53 47 1 0 0,73-58-468 0 0,0 1 1 0 0,1-1 0 0 0,0 2-1 0 0,1-1 1 0 0,0 2 0 0 0,1-1-1 0 0,1 1 1 0 0,0 0 0 0 0,0 0 0 0 0,1 1-1 0 0,1 0 1 0 0,1 0 0 0 0,0 1-1 0 0,0-1 1 0 0,-1 19 0 0 0,5-27-85 0 0,0 1 0 0 0,1 0 0 0 0,0 0 1 0 0,0-1-1 0 0,0 1 0 0 0,1-1 1 0 0,0 1-1 0 0,0-1 0 0 0,1 0 0 0 0,-1 1 1 0 0,1-1-1 0 0,1-1 0 0 0,-1 1 0 0 0,1 0 1 0 0,0-1-1 0 0,1 0 0 0 0,-1 0 1 0 0,1 0-1 0 0,0 0 0 0 0,0-1 0 0 0,0 0 1 0 0,1 0-1 0 0,-1 0 0 0 0,1-1 0 0 0,10 5 1 0 0,4 1 17 0 0,0-1 1 0 0,0 0 0 0 0,1-2-1 0 0,0 0 1 0 0,0-2 0 0 0,39 5-1 0 0,-50-9-26 0 0,0 1-1 0 0,-1-1 1 0 0,1-1-1 0 0,10-1 1 0 0,-18 2-19 0 0,0 0 1 0 0,-1-1 0 0 0,1 1 0 0 0,0 0-1 0 0,-1-1 1 0 0,1 1 0 0 0,0-1 0 0 0,-1 0 0 0 0,1 1-1 0 0,-1-1 1 0 0,1 0 0 0 0,-1 0 0 0 0,1 0-1 0 0,-1 0 1 0 0,0 0 0 0 0,1 0 0 0 0,-1-1 0 0 0,0 1-1 0 0,0 0 1 0 0,0-1 0 0 0,0 1 0 0 0,0 0-1 0 0,0-1 1 0 0,0 1 0 0 0,0-1 0 0 0,-1 0 0 0 0,1 1-1 0 0,0-4 1 0 0,-1 3-4 0 0,-1 0 1 0 0,1 0-1 0 0,-1 0 0 0 0,1 0 0 0 0,-1 0 1 0 0,0 1-1 0 0,0-1 0 0 0,0 0 0 0 0,0 1 1 0 0,0-1-1 0 0,0 0 0 0 0,0 1 0 0 0,0-1 1 0 0,-1 1-1 0 0,1 0 0 0 0,-1-1 0 0 0,1 1 1 0 0,-1 0-1 0 0,-2-1 0 0 0,-33-21 27 0 0,36 23-28 0 0,-43-21 4 0 0,-91-29 0 0 0,134 50-68 0 0,0 0 1 0 0,1-1-1 0 0,-1 1 1 0 0,0 0-1 0 0,1 0 1 0 0,-1 0-1 0 0,1-1 0 0 0,-1 1 1 0 0,0 0-1 0 0,1 0 1 0 0,-1 0-1 0 0,0 0 1 0 0,1 0-1 0 0,-1 0 1 0 0,0 0-1 0 0,1 1 1 0 0,-1-1-1 0 0,0 0 0 0 0,1 0 1 0 0,-1 0-1 0 0,1 1 1 0 0,-1-1-1 0 0,0 0 1 0 0,1 1-1 0 0,-1-1 1 0 0,1 0-1 0 0,-1 1 1 0 0,1-1-1 0 0,-1 1 0 0 0,1-1 1 0 0,-1 1-1 0 0,1-1 1 0 0,0 1-1 0 0,-1-1 1 0 0,0 2-1 0 0,0-1-678 0 0,5 2-89 0 0,-1 0 519 0 0,18 12-1148 0 0,-3-5-3254 0 0,-3-4 1602 0 0</inkml:trace>
</inkml:ink>
</file>

<file path=ppt/ink/ink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0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26 660 0 0,'-2'-3'309'0'0,"-1"1"-1"0"0,0 0 1 0 0,1-1 0 0 0,-1 1-1 0 0,0 0 1 0 0,0 1-1 0 0,0-1 1 0 0,0 1 0 0 0,0-1-1 0 0,0 1 1 0 0,-1 0-1 0 0,1 0 1 0 0,0 0 0 0 0,-1 0-1 0 0,1 1 1 0 0,0 0-1 0 0,-1-1 1 0 0,1 1 0 0 0,-6 1-1 0 0,3 0-113 0 0,1 0 0 0 0,0 1 0 0 0,0-1 0 0 0,0 1-1 0 0,0 0 1 0 0,0 1 0 0 0,0-1 0 0 0,0 1 0 0 0,1 0-1 0 0,-1 0 1 0 0,-6 6 0 0 0,6-4-106 0 0,-1 1 1 0 0,1-1-1 0 0,0 1 0 0 0,0 0 0 0 0,0 0 0 0 0,1 0 1 0 0,0 0-1 0 0,0 1 0 0 0,1 0 0 0 0,0 0 1 0 0,0 0-1 0 0,1 0 0 0 0,0 0 0 0 0,0 1 1 0 0,0-1-1 0 0,1 0 0 0 0,-1 15 0 0 0,4-14-33 0 0,0 1 0 0 0,0-1-1 0 0,0 0 1 0 0,1 0-1 0 0,0 0 1 0 0,1-1 0 0 0,-1 1-1 0 0,2-1 1 0 0,-1 0-1 0 0,1 0 1 0 0,0 0 0 0 0,0-1-1 0 0,1 1 1 0 0,0-1-1 0 0,0-1 1 0 0,12 9 0 0 0,-15-11-44 0 0,1-1 1 0 0,0 0 0 0 0,-1 1-1 0 0,1-2 1 0 0,0 1 0 0 0,0 0-1 0 0,0-1 1 0 0,1 0-1 0 0,-1 0 1 0 0,0 0 0 0 0,1 0-1 0 0,-1-1 1 0 0,0 1 0 0 0,1-1-1 0 0,-1 0 1 0 0,0-1 0 0 0,1 1-1 0 0,-1-1 1 0 0,0 0 0 0 0,0 0-1 0 0,1 0 1 0 0,-1 0 0 0 0,0-1-1 0 0,0 0 1 0 0,0 0 0 0 0,0 0-1 0 0,-1 0 1 0 0,1 0 0 0 0,-1-1-1 0 0,1 0 1 0 0,-1 0-1 0 0,0 0 1 0 0,6-6 0 0 0,-6 4-4 0 0,1 0 1 0 0,-1 0 0 0 0,0-1-1 0 0,0 1 1 0 0,-1-1-1 0 0,1 1 1 0 0,-1-1-1 0 0,-1 0 1 0 0,1 0 0 0 0,-1 0-1 0 0,0 0 1 0 0,0 0-1 0 0,-1 0 1 0 0,1 0 0 0 0,-1 0-1 0 0,-1 0 1 0 0,1-1-1 0 0,-1 1 1 0 0,0 0-1 0 0,-1 0 1 0 0,1 1 0 0 0,-4-9-1 0 0,1 5 19 0 0,1 0 0 0 0,-1 0 0 0 0,0 1 0 0 0,-1-1 0 0 0,1 1 0 0 0,-2 1 0 0 0,1-1 0 0 0,-1 1 0 0 0,0 0-1 0 0,-1 0 1 0 0,0 0 0 0 0,0 1 0 0 0,-15-10 0 0 0,20 15-59 0 0,0 0 0 0 0,0 0-1 0 0,0 0 1 0 0,0 0 0 0 0,0 1 0 0 0,-1-1-1 0 0,1 1 1 0 0,0-1 0 0 0,0 1 0 0 0,0 0-1 0 0,-1 0 1 0 0,1 0 0 0 0,0 0 0 0 0,0 0-1 0 0,-5 2 1 0 0,6-2-159 0 0,1 0 0 0 0,-1 0-1 0 0,0 1 1 0 0,0-1 0 0 0,1 0 0 0 0,-1 1-1 0 0,0-1 1 0 0,0 0 0 0 0,1 1 0 0 0,-1-1 0 0 0,0 1-1 0 0,1 0 1 0 0,-1-1 0 0 0,1 1 0 0 0,-1-1-1 0 0,1 1 1 0 0,-1 0 0 0 0,1-1 0 0 0,-1 1-1 0 0,1 0 1 0 0,0 0 0 0 0,-1-1 0 0 0,1 1 0 0 0,0 0-1 0 0,0 0 1 0 0,-1 0 0 0 0,1-1 0 0 0,0 1-1 0 0,0 0 1 0 0,0 0 0 0 0,0 0 0 0 0,0-1 0 0 0,0 1-1 0 0,0 0 1 0 0,0 0 0 0 0,1 0 0 0 0,-1 1-1 0 0,5 14-2639 0 0</inkml:trace>
</inkml:ink>
</file>

<file path=ppt/ink/ink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0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1012 0 0,'46'-21'2717'0'0,"2"1"-1"0"0,96-26 1 0 0,-132 43-2476 0 0,-1 1 1 0 0,1 0-1 0 0,0 1 0 0 0,0 0 1 0 0,0 1-1 0 0,0 0 0 0 0,13 3 0 0 0,20 3-2486 0 0,-15-2-2106 0 0</inkml:trace>
</inkml:ink>
</file>

<file path=ppt/ink/ink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1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51 255 272 0 0,'-5'-17'10284'0'0,"43"175"-7261"0"0,-48-197-3074 0 0,-22-59-1 0 0,1 7-73 0 0,28 84 118 0 0,1 0 0 0 0,1-1 0 0 0,-1 0 0 0 0,1 1 0 0 0,0-1 0 0 0,1 0 0 0 0,0 1 0 0 0,0-1-1 0 0,1 0 1 0 0,0 1 0 0 0,3-15 0 0 0,-2 18 3 0 0,-1 0 0 0 0,1 1 1 0 0,0-1-1 0 0,0 1 0 0 0,0 0 0 0 0,1-1 0 0 0,-1 1 0 0 0,1 0 0 0 0,0 0 0 0 0,-1 1 1 0 0,1-1-1 0 0,1 0 0 0 0,-1 1 0 0 0,0 0 0 0 0,0 0 0 0 0,1 0 0 0 0,0 0 0 0 0,-1 0 1 0 0,1 1-1 0 0,0 0 0 0 0,0 0 0 0 0,-1 0 0 0 0,1 0 0 0 0,7-1 0 0 0,4 1-4 0 0,0 1 0 0 0,0 0 1 0 0,0 1-1 0 0,1 0 0 0 0,-1 2 0 0 0,0-1 0 0 0,-1 2 0 0 0,1 0 0 0 0,0 1 0 0 0,-1 0 1 0 0,0 1-1 0 0,19 11 0 0 0,-3 0 9 0 0,-2 2 0 0 0,0 0 0 0 0,-1 2 0 0 0,37 37 1 0 0,-53-47-3 0 0,-1 1 0 0 0,0-1 0 0 0,-1 2-1 0 0,-1-1 1 0 0,0 2 0 0 0,0-1 0 0 0,-2 1 0 0 0,0 0 0 0 0,0 0 0 0 0,-1 0 0 0 0,-1 1 0 0 0,5 27 0 0 0,-8-35 4 0 0,0 0-1 0 0,-1-1 0 0 0,0 1 1 0 0,0 0-1 0 0,-1 0 0 0 0,1 0 1 0 0,-2 0-1 0 0,1-1 0 0 0,-1 1 1 0 0,0-1-1 0 0,0 1 0 0 0,0-1 1 0 0,-1 1-1 0 0,0-1 0 0 0,-1 0 1 0 0,1-1-1 0 0,-1 1 0 0 0,0 0 1 0 0,0-1-1 0 0,-1 0 0 0 0,0 0 1 0 0,0 0-1 0 0,0-1 1 0 0,0 0-1 0 0,-1 0 0 0 0,0 0 1 0 0,1 0-1 0 0,-1-1 0 0 0,-1 0 1 0 0,-8 3-1 0 0,-10 2-25 0 0,0-2 1 0 0,0 0-1 0 0,-1-2 1 0 0,1 0-1 0 0,-1-2 1 0 0,0-1 0 0 0,0-1-1 0 0,1-1 1 0 0,-1-2-1 0 0,0 0 1 0 0,1-2-1 0 0,0 0 1 0 0,-41-16-1 0 0,62 20-546 0 0,-5-3-245 0 0,-1-8-7980 0 0</inkml:trace>
</inkml:ink>
</file>

<file path=ppt/ink/ink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3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8 226 784 0 0,'-7'-1'5449'0'0,"12"6"-5295"0"0,1 0 0 0 0,0 0 1 0 0,0-1-1 0 0,0 0 1 0 0,0 0-1 0 0,1 0 1 0 0,0-1-1 0 0,-1 0 0 0 0,1 0 1 0 0,0-1-1 0 0,0 0 1 0 0,1 0-1 0 0,-1-1 1 0 0,0 0-1 0 0,1 0 1 0 0,-1 0-1 0 0,1-1 0 0 0,-1 0 1 0 0,0-1-1 0 0,10-1 1 0 0,22-3 152 0 0,-1-2 1 0 0,58-18-1 0 0,-94 24-300 0 0,29-8 133 0 0,0-1 0 0 0,-1-1-1 0 0,0-2 1 0 0,-1-2 0 0 0,0 0 0 0 0,27-20 0 0 0,-54 33-123 0 0,1 1-1 0 0,-1 0 1 0 0,0-1 0 0 0,0 1 0 0 0,0-1 0 0 0,0 0 0 0 0,0 1-1 0 0,0-1 1 0 0,-1 0 0 0 0,1 0 0 0 0,-1 0 0 0 0,1-1 0 0 0,-1 1-1 0 0,0 0 1 0 0,0 0 0 0 0,1-1 0 0 0,-2 1 0 0 0,1-1 0 0 0,0 1-1 0 0,0-1 1 0 0,-1 1 0 0 0,0-1 0 0 0,1 1 0 0 0,-1-1 0 0 0,0 0-1 0 0,0 1 1 0 0,-1-1 0 0 0,1 1 0 0 0,0-1 0 0 0,-1 1 0 0 0,1-1-1 0 0,-2-3 1 0 0,-1 3-2 0 0,1-1 0 0 0,-1 1 0 0 0,0 0-1 0 0,0-1 1 0 0,0 1 0 0 0,-1 1 0 0 0,1-1 0 0 0,-1 0-1 0 0,1 1 1 0 0,-1 0 0 0 0,0 0 0 0 0,0 0 0 0 0,0 0-1 0 0,0 0 1 0 0,0 1 0 0 0,0 0 0 0 0,-1 0 0 0 0,-5-1-1 0 0,-9 0 14 0 0,1 0-1 0 0,-1 2 0 0 0,1 0 0 0 0,-1 1 0 0 0,1 1 0 0 0,0 0 0 0 0,-1 2 0 0 0,1 0 1 0 0,-34 13-1 0 0,45-14-10 0 0,0 0 0 0 0,0 0 0 0 0,1 1 0 0 0,-1 0 0 0 0,1 0 0 0 0,0 1 1 0 0,0 0-1 0 0,0 0 0 0 0,1 0 0 0 0,0 1 0 0 0,-9 11 0 0 0,12-12-6 0 0,-1-1 0 0 0,1 1-1 0 0,0 0 1 0 0,0 0 0 0 0,1 0 0 0 0,-1 0-1 0 0,1 0 1 0 0,1 1 0 0 0,-1-1 0 0 0,1 0-1 0 0,-1 1 1 0 0,1-1 0 0 0,1 0-1 0 0,-1 0 1 0 0,1 1 0 0 0,0-1 0 0 0,0 0-1 0 0,4 9 1 0 0,-1-3 4 0 0,1-1 0 0 0,0 0 1 0 0,1 0-1 0 0,0 0 0 0 0,0-1 0 0 0,1 0 0 0 0,0 0 0 0 0,1 0 0 0 0,0-1 0 0 0,0 0 0 0 0,1-1 1 0 0,0 0-1 0 0,0 0 0 0 0,15 8 0 0 0,15 5-86 0 0,1-1 0 0 0,59 20-1 0 0,-57-24-213 0 0,-28-10-156 0 0,1 0 0 0 0,-1-2 0 0 0,17 3-1 0 0,20-4-5452 0 0,-35-5 3096 0 0</inkml:trace>
</inkml:ink>
</file>

<file path=ppt/ink/ink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4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1 272 728 0 0,'16'-6'2029'0'0,"-11"6"-1872"0"0,-1 0 1 0 0,1 0-1 0 0,0 1 1 0 0,-1 0-1 0 0,1 0 0 0 0,-1 0 1 0 0,1 0-1 0 0,-1 1 1 0 0,0 0-1 0 0,1 0 1 0 0,-1 0-1 0 0,0 0 0 0 0,0 0 1 0 0,0 1-1 0 0,-1 0 1 0 0,1 0-1 0 0,-1 0 1 0 0,1 0-1 0 0,-1 1 0 0 0,0-1 1 0 0,0 1-1 0 0,-1 0 1 0 0,1 0-1 0 0,-1 0 1 0 0,0 0-1 0 0,0 0 0 0 0,0 0 1 0 0,0 1-1 0 0,-1-1 1 0 0,0 1-1 0 0,0-1 1 0 0,0 1-1 0 0,0-1 0 0 0,-1 1 1 0 0,1-1-1 0 0,-1 1 1 0 0,-1 0-1 0 0,1-1 1 0 0,-1 1-1 0 0,1 0 0 0 0,-1-1 1 0 0,-2 6-1 0 0,-5 12 788 0 0,8-34-174 0 0,1 6-714 0 0,1 0 0 0 0,-1 0-1 0 0,1 0 1 0 0,0 0 0 0 0,1 0 0 0 0,5-10 0 0 0,3 3-28 0 0,1 0 1 0 0,0 1 0 0 0,20-16-1 0 0,-31 27-29 0 0,16-8 4 0 0,1 9-10 0 0,-16-1 8 0 0,0 1 0 0 0,1 0-1 0 0,-1 0 1 0 0,0 0 0 0 0,1 0 0 0 0,-1 1 0 0 0,0-1 0 0 0,0 1 0 0 0,1-1 0 0 0,-1 1 0 0 0,0 0-1 0 0,0 0 1 0 0,0 0 0 0 0,0 0 0 0 0,1 0 0 0 0,-2 0 0 0 0,1 0 0 0 0,0 1 0 0 0,0-1-1 0 0,0 1 1 0 0,-1 0 0 0 0,1-1 0 0 0,-1 1 0 0 0,1 0 0 0 0,-1 0 0 0 0,2 3 0 0 0,6 5 30 0 0,1 2-6 0 0,6 2 49 0 0,-14-13-36 0 0,1-2-41 0 0,10-1 2 0 0,-6 1 0 0 0,0 0 0 0 0,1 1 0 0 0,-1-1 0 0 0,0 2 0 0 0,1-1 0 0 0,-1 1 0 0 0,0 0 0 0 0,0 0-1 0 0,1 1 1 0 0,-1 0 0 0 0,-1 0 0 0 0,14 7 0 0 0,26 6 0 0 0,-39-14 3 0 0,0 0 0 0 0,1-1 0 0 0,-1 0 0 0 0,0 0 0 0 0,1 0 0 0 0,-1-1 0 0 0,0 0 0 0 0,1 0 0 0 0,-1-1 0 0 0,0 0 0 0 0,0 0 0 0 0,0-1 0 0 0,0 0 0 0 0,-1 0 0 0 0,1 0 0 0 0,-1-1 1 0 0,0 0-1 0 0,0 0 0 0 0,0-1 0 0 0,0 0 0 0 0,-1 0 0 0 0,0 0 0 0 0,0-1 0 0 0,0 1 0 0 0,-1-1 0 0 0,0 0 0 0 0,0-1 0 0 0,0 1 0 0 0,4-11 0 0 0,2-6-2 0 0,0-1 0 0 0,-1 1 0 0 0,-1-2 0 0 0,-2 1-1 0 0,0-1 1 0 0,4-50 0 0 0,-4 24-12 0 0,-6 50 7 0 0,-2-1 5 0 0,-5-2-6 0 0,3 7-1 0 0,1 4 7 0 0,0-1 1 0 0,0 1-1 0 0,0-1 0 0 0,1 1 0 0 0,0 0 0 0 0,1 0 0 0 0,0 0 0 0 0,0 0 0 0 0,0 0 0 0 0,1 1 0 0 0,0-1 0 0 0,0 0 0 0 0,1 0 0 0 0,0 0 0 0 0,0 0 0 0 0,0 0 0 0 0,1 0 0 0 0,0 0 0 0 0,5 9 0 0 0,2 2 4 0 0,0-1 0 0 0,2-1 0 0 0,0 1-1 0 0,1-2 1 0 0,0 0 0 0 0,18 17-1 0 0,-25-27 2 0 0,51 57-2 0 0,-51-56-3 0 0,-1 0-1 0 0,1 0 1 0 0,-1 1 0 0 0,0-1-1 0 0,-1 1 1 0 0,1 0-1 0 0,-2 0 1 0 0,4 9 0 0 0,-6-15 2 0 0,0 0 0 0 0,1 0 0 0 0,-1 0 0 0 0,0 0 0 0 0,0 0 0 0 0,0 0 0 0 0,0 0 0 0 0,0 0 0 0 0,0 1 0 0 0,-1-1 0 0 0,1 0 0 0 0,0 0 0 0 0,0 0 0 0 0,-1 0 0 0 0,1 0 0 0 0,-1 0 0 0 0,1 0 0 0 0,-1 0 0 0 0,1 0 0 0 0,-1 0 0 0 0,0 0 0 0 0,1-1 1 0 0,-1 1-1 0 0,0 0 0 0 0,0 0 0 0 0,1 0 0 0 0,-1-1 0 0 0,0 1 0 0 0,0-1 0 0 0,0 1 0 0 0,0 0 0 0 0,0-1 0 0 0,0 0 0 0 0,0 1 0 0 0,0-1 0 0 0,0 1 0 0 0,0-1 0 0 0,0 0 0 0 0,0 0 0 0 0,-1 0 0 0 0,1 0 0 0 0,0 0 0 0 0,0 0 0 0 0,0 0 0 0 0,0 0 0 0 0,0 0 0 0 0,0 0 0 0 0,0-1 0 0 0,0 1 0 0 0,-2-1 0 0 0,-4 0-24 0 0,1 0-1 0 0,-1-1 0 0 0,0 0 1 0 0,1 0-1 0 0,-1-1 0 0 0,1 0 1 0 0,-9-5-1 0 0,0-3-486 0 0,-8-10-5797 0 0,17 13 3331 0 0</inkml:trace>
</inkml:ink>
</file>

<file path=ppt/ink/ink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5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0 145 304 0 0,'5'0'817'0'0,"68"-11"1693"0"0,-19 3-1214 0 0,-1-1-1 0 0,60-20 1 0 0,-71 8-374 0 0,-41 20-866 0 0,1 0 1 0 0,0 0-1 0 0,-1-1 0 0 0,1 1 1 0 0,-1 0-1 0 0,1-1 0 0 0,-1 1 1 0 0,0-1-1 0 0,0 0 1 0 0,0 1-1 0 0,0-1 0 0 0,0 0 1 0 0,0 0-1 0 0,0 1 1 0 0,0-1-1 0 0,-1 0 0 0 0,1 0 1 0 0,-1 0-1 0 0,1-2 1 0 0,-1 2 361 0 0,-7-7-75 0 0,7 8-325 0 0,0 0 1 0 0,0 1 0 0 0,0-1 0 0 0,0 0 0 0 0,-1 0 0 0 0,1 1 0 0 0,0-1 0 0 0,0 0 0 0 0,-1 1-1 0 0,1-1 1 0 0,-1 0 0 0 0,1 1 0 0 0,-1-1 0 0 0,1 0 0 0 0,-1 1 0 0 0,1-1 0 0 0,-1 1 0 0 0,1-1-1 0 0,-1 1 1 0 0,0-1 0 0 0,1 1 0 0 0,-1 0 0 0 0,0-1 0 0 0,1 1 0 0 0,-2-1 0 0 0,-1 0 67 0 0,0 0 0 0 0,0 0 1 0 0,0 0-1 0 0,-1 1 0 0 0,1-1 0 0 0,0 1 1 0 0,0-1-1 0 0,-1 1 0 0 0,1 0 0 0 0,0 1 1 0 0,-1-1-1 0 0,1 0 0 0 0,0 1 1 0 0,-1 0-1 0 0,1 0 0 0 0,-5 2 0 0 0,7-3-66 0 0,0 2 1 0 0,-1-1-1 0 0,1 0 0 0 0,-1 0 0 0 0,1 0 0 0 0,0 1 0 0 0,0-1 0 0 0,0 0 0 0 0,0 1 0 0 0,0-1 0 0 0,0 1 0 0 0,0 0 0 0 0,0-1 0 0 0,1 1 0 0 0,-1 0 0 0 0,1-1 0 0 0,-1 1 0 0 0,1 0 0 0 0,0 0 0 0 0,-1-1 0 0 0,1 1 0 0 0,0 0 0 0 0,0 0 0 0 0,0 0 1 0 0,0-1-1 0 0,1 1 0 0 0,-1 0 0 0 0,0 0 0 0 0,1-1 0 0 0,0 1 0 0 0,-1 0 0 0 0,2 2 0 0 0,1 3-156 0 0,0 0 0 0 0,0-1 0 0 0,0 1 1 0 0,1-1-1 0 0,0 1 0 0 0,1-1 0 0 0,-1 0 1 0 0,1-1-1 0 0,0 1 0 0 0,0-1 0 0 0,1 0 0 0 0,6 4 1 0 0,-5-4-980 0 0,0 0 1 0 0,1 0-1 0 0,0-1 1 0 0,0 0-1 0 0,15 4 1 0 0,-10-4-1418 0 0</inkml:trace>
</inkml:ink>
</file>

<file path=ppt/ink/ink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5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104 393 772 0 0,'0'0'2994'0'0,"-6"1"-2368"0"0,-3 2-284 0 0,1 0-1 0 0,-1 1 0 0 0,1 0 0 0 0,0 0 0 0 0,0 0 0 0 0,-14 12 0 0 0,20-14-227 0 0,-1 0 0 0 0,1 0 0 0 0,0 1 0 0 0,0-1 0 0 0,0 1 0 0 0,0-1 0 0 0,1 1 0 0 0,-1 0 0 0 0,1-1 0 0 0,-1 1 0 0 0,1 0 0 0 0,0 0 0 0 0,-1 4 0 0 0,2-4-72 0 0,-1 0 0 0 0,1 0 0 0 0,0 0 0 0 0,0-1 0 0 0,1 1 1 0 0,-1 0-1 0 0,0 0 0 0 0,1 0 0 0 0,0-1 0 0 0,1 6 0 0 0,-1-6-25 0 0,0 0 0 0 0,0-1 1 0 0,0 1-1 0 0,1 0 0 0 0,-1 0 1 0 0,0-1-1 0 0,1 1 0 0 0,-1 0 1 0 0,1-1-1 0 0,-1 0 0 0 0,1 1 1 0 0,0-1-1 0 0,0 0 0 0 0,0 0 1 0 0,-1 0-1 0 0,1 0 0 0 0,0 0 1 0 0,0 0-1 0 0,0 0 0 0 0,1-1 1 0 0,-1 1-1 0 0,0-1 0 0 0,0 0 1 0 0,0 1-1 0 0,0-1 0 0 0,0 0 1 0 0,1 0-1 0 0,-1-1 0 0 0,0 1 1 0 0,0 0-1 0 0,0-1 0 0 0,0 1 1 0 0,0-1-1 0 0,0 0 0 0 0,0 1 1 0 0,2-2-1 0 0,3-1-16 0 0,-1 1 1 0 0,1-1-1 0 0,-1 0 0 0 0,0 0 0 0 0,0-1 1 0 0,0 0-1 0 0,-1 0 0 0 0,1-1 1 0 0,-1 1-1 0 0,5-7 0 0 0,3-6-9 0 0,-1-2 0 0 0,-1 0 0 0 0,-1 0 0 0 0,-1-1 0 0 0,0 0 0 0 0,-2 0 0 0 0,0-1 0 0 0,-1 0-1 0 0,4-29 1 0 0,-5 10 267 0 0,-1 0 0 0 0,-2 1 0 0 0,-2-1 0 0 0,-6-48 0 0 0,5 86 12 0 0,2 2-244 0 0,-1-1 0 0 0,0 1 0 0 0,0 0 0 0 0,0 0 0 0 0,0-1 0 0 0,0 1 0 0 0,1 0 0 0 0,-1 0 0 0 0,0-1 0 0 0,0 1-1 0 0,0 0 1 0 0,0 0 0 0 0,0-1 0 0 0,0 1 0 0 0,0 0 0 0 0,0-1 0 0 0,0 1 0 0 0,0 0 0 0 0,0 0 0 0 0,0-1 0 0 0,0 1 0 0 0,0 0 0 0 0,0 0 0 0 0,-1-1 0 0 0,1 1 0 0 0,0 0 0 0 0,0 0 0 0 0,0-1 0 0 0,0 1 0 0 0,0 0 0 0 0,-1 0 0 0 0,1-1-1 0 0,0 1 1 0 0,0 0 0 0 0,0 0 0 0 0,-1 0 0 0 0,1-1 0 0 0,0 1 0 0 0,0 0 0 0 0,-1 0 0 0 0,1 0 0 0 0,0 0 0 0 0,0 0 0 0 0,-1 0 0 0 0,1 0 0 0 0,0 0 0 0 0,0-1 0 0 0,-1 1 0 0 0,1 0 0 0 0,0 0 0 0 0,-1 0 0 0 0,-12 16 353 0 0,-7 32-158 0 0,16-16-237 0 0,1-1 1 0 0,2 1-1 0 0,1-1 1 0 0,2 1-1 0 0,1-1 1 0 0,1 0-1 0 0,2 0 1 0 0,16 49 0 0 0,-5-34-1886 0 0,-2-17-3377 0 0,-5-14 2085 0 0</inkml:trace>
</inkml:ink>
</file>

<file path=ppt/ink/ink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6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52 488 340 0 0,'0'0'1759'0'0,"0"0"-1692"0"0,0 0-1 0 0,0 0 1 0 0,0-1-1 0 0,0 1 1 0 0,0 0 0 0 0,-1 0-1 0 0,1 0 1 0 0,0-1 0 0 0,0 1-1 0 0,0 0 1 0 0,0 0 0 0 0,-1 0-1 0 0,1 0 1 0 0,0-1 0 0 0,0 1-1 0 0,-1 0 1 0 0,1 0 0 0 0,0 0-1 0 0,0 0 1 0 0,-1 0 0 0 0,1 0-1 0 0,0 0 1 0 0,0 0 0 0 0,-1 0-1 0 0,1-1 1 0 0,0 1 0 0 0,0 0-1 0 0,-1 0 1 0 0,1 0 0 0 0,0 1-1 0 0,0-1 1 0 0,-1 0 0 0 0,1 0-1 0 0,0 0 1 0 0,0 0 0 0 0,-1 0-1 0 0,1 0 1 0 0,0 0 0 0 0,0 0-1 0 0,-1 0 1 0 0,1 1-1 0 0,0-1 1 0 0,0 0 0 0 0,-5 7 179 0 0,0-1 1 0 0,0 1-1 0 0,1 0 1 0 0,0 1-1 0 0,1-1 0 0 0,0 1 1 0 0,0 0-1 0 0,0-1 1 0 0,1 1-1 0 0,0 0 1 0 0,1 0-1 0 0,0 1 1 0 0,0-1-1 0 0,1 0 0 0 0,0 11 1 0 0,2-11-113 0 0,-2-4-50 0 0,1 0 0 0 0,0 0 1 0 0,0 0-1 0 0,0 0 0 0 0,0-1 0 0 0,0 1 1 0 0,1 0-1 0 0,0-1 0 0 0,3 5 1 0 0,-4-7-72 0 0,0 0 0 0 0,0 0 0 0 0,1-1 0 0 0,-1 1 0 0 0,0 0 0 0 0,1-1 0 0 0,-1 1 0 0 0,1-1 1 0 0,-1 0-1 0 0,1 1 0 0 0,-1-1 0 0 0,1 0 0 0 0,-1 0 0 0 0,1 0 0 0 0,-1 0 0 0 0,1 0 0 0 0,-1-1 0 0 0,1 1 0 0 0,-1 0 1 0 0,0 0-1 0 0,1-1 0 0 0,-1 1 0 0 0,1-1 0 0 0,-1 0 0 0 0,0 1 0 0 0,1-1 0 0 0,-1 0 0 0 0,0 0 0 0 0,0 0 1 0 0,2-1-1 0 0,8-5 18 0 0,1-2-1 0 0,-1 1 1 0 0,-1-1 0 0 0,1-1 0 0 0,-2 0 0 0 0,1 0 0 0 0,12-18 0 0 0,51-88 76 0 0,-59 92-83 0 0,2-4-7 0 0,-2 0 0 0 0,-1-2 0 0 0,19-59 0 0 0,-28 74-12 0 0,0 0-1 0 0,-1 0 1 0 0,-1 0 0 0 0,0 0-1 0 0,-1 0 1 0 0,-1-1-1 0 0,0 1 1 0 0,-1 0 0 0 0,-1 0-1 0 0,-5-24 1 0 0,5 35-2 0 0,0-1-1 0 0,0 1 1 0 0,0 0 0 0 0,-1 0-1 0 0,1 0 1 0 0,-1 0 0 0 0,0 1-1 0 0,0-1 1 0 0,-1 1 0 0 0,1 0-1 0 0,-1 0 1 0 0,0 0 0 0 0,1 0-1 0 0,-1 1 1 0 0,-8-5 0 0 0,9 6 8 0 0,0-1 0 0 0,0 1 0 0 0,0 0 0 0 0,0 0 0 0 0,1 0 0 0 0,-2 0 0 0 0,1 1 0 0 0,0-1 0 0 0,0 1 0 0 0,0 0 0 0 0,0-1 0 0 0,0 2 0 0 0,0-1 0 0 0,0 0 0 0 0,0 0 0 0 0,0 1 0 0 0,0 0 0 0 0,0 0 0 0 0,0 0 0 0 0,0 0 0 0 0,0 0 0 0 0,0 0 0 0 0,0 1 0 0 0,-4 3 0 0 0,5-3-3 0 0,0 0-1 0 0,1 0 1 0 0,-1 0-1 0 0,1 0 1 0 0,0 0 0 0 0,0 1-1 0 0,0-1 1 0 0,0 0 0 0 0,0 1-1 0 0,0-1 1 0 0,0 1-1 0 0,1-1 1 0 0,0 1 0 0 0,-1 0-1 0 0,1-1 1 0 0,0 1-1 0 0,0-1 1 0 0,0 1 0 0 0,1 0-1 0 0,-1-1 1 0 0,0 1-1 0 0,1-1 1 0 0,0 1 0 0 0,0-1-1 0 0,1 4 1 0 0,3 6 16 0 0,0 0 0 0 0,1 0 0 0 0,11 17-1 0 0,6 3 16 0 0,2-2-1 0 0,40 40 0 0 0,-6-7-3 0 0,-46-49 2 0 0,-1 0-1 0 0,-1 1 0 0 0,0 0 1 0 0,-1 1-1 0 0,-1 0 0 0 0,-1 0 1 0 0,10 25-1 0 0,-18-39 9 0 0,1 0-1 0 0,-1-1 1 0 0,1 1-1 0 0,-1-1 1 0 0,0 1-1 0 0,1 0 1 0 0,-1-1-1 0 0,0 1 1 0 0,0 0-1 0 0,0-1 1 0 0,0 1-1 0 0,-1 0 1 0 0,1-1-1 0 0,0 1 1 0 0,-1 0-1 0 0,1-1 1 0 0,-1 1-1 0 0,0-1 1 0 0,1 1 0 0 0,-1-1-1 0 0,0 1 1 0 0,0-1-1 0 0,0 0 1 0 0,0 1-1 0 0,0-1 1 0 0,0 0-1 0 0,0 0 1 0 0,-1 0-1 0 0,1 0 1 0 0,0 0-1 0 0,-1 0 1 0 0,1 0-1 0 0,-1 0 1 0 0,1 0-1 0 0,-3 0 1 0 0,-27 8-1421 0 0,4-5-5091 0 0</inkml:trace>
</inkml:ink>
</file>

<file path=ppt/ink/ink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6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63 284 0 0,'0'0'1056'0'0,"1"-19"-52"0"0,4 10 764 0 0,-1-6-327 0 0,-1 3 163 0 0,2 5-1204 0 0</inkml:trace>
</inkml:ink>
</file>

<file path=ppt/ink/ink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3:57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41 628 0 0,'-9'34'5925'0'0,"3"-16"-4805"0"0,2 8 2237 0 0,4-26-3324 0 0,1 1 0 0 0,0-1-1 0 0,-1 0 1 0 0,1 1 0 0 0,0-1-1 0 0,-1 0 1 0 0,1 0 0 0 0,0 1 0 0 0,-1-1-1 0 0,1 0 1 0 0,0 0 0 0 0,-1 0-1 0 0,1 0 1 0 0,0 0 0 0 0,0 0-1 0 0,-1 0 1 0 0,1 0 0 0 0,0 0-1 0 0,-1 0 1 0 0,1 0 0 0 0,0-1 0 0 0,0 1-1 0 0,-1 0 1 0 0,1-1 0 0 0,0 1-1 0 0,-1 0 1 0 0,1-1 0 0 0,-1 1-1 0 0,1 0 1 0 0,0-1 0 0 0,-1 1-1 0 0,1-1 1 0 0,0 0 0 0 0,10-5 0 0 0,0 2 1 0 0,1-1 0 0 0,-1 1 0 0 0,1 1-1 0 0,0 0 1 0 0,0 0 0 0 0,0 1-1 0 0,0 1 1 0 0,1 0 0 0 0,-1 1-1 0 0,0 0 1 0 0,1 1 0 0 0,-1 0-1 0 0,0 1 1 0 0,0 1 0 0 0,18 5-1 0 0,16 6-22 0 0,-17-5-2 0 0,46 9 1 0 0,-67-16-7 0 0,0-1 1 0 0,1-1-1 0 0,-1 1 1 0 0,0-1-1 0 0,0-1 1 0 0,0 0-1 0 0,0 0 1 0 0,0 0-1 0 0,0-1 1 0 0,14-5 0 0 0,-20 7-3 0 0,0-1 0 0 0,0 0 0 0 0,0 0 0 0 0,0 0 0 0 0,0 0 1 0 0,0-1-1 0 0,0 1 0 0 0,0-1 0 0 0,-1 1 0 0 0,1-1 1 0 0,0 1-1 0 0,-1-1 0 0 0,1 0 0 0 0,-1 0 0 0 0,0 0 1 0 0,1 0-1 0 0,-1 0 0 0 0,0 0 0 0 0,0 0 0 0 0,-1 0 1 0 0,1 0-1 0 0,0 0 0 0 0,-1 0 0 0 0,1-1 0 0 0,-1 1 0 0 0,1 0 1 0 0,-1-1-1 0 0,0 1 0 0 0,0 0 0 0 0,0 0 0 0 0,-1-1 1 0 0,1 1-1 0 0,0 0 0 0 0,-1-1 0 0 0,0 1 0 0 0,1 0 1 0 0,-1 0-1 0 0,0 0 0 0 0,-2-4 0 0 0,1 2 0 0 0,0 1-1 0 0,0-1 1 0 0,-1 1 0 0 0,1 0-1 0 0,-1-1 1 0 0,0 1 0 0 0,1 0-1 0 0,-1 1 1 0 0,-1-1 0 0 0,1 0-1 0 0,0 1 1 0 0,-1 0 0 0 0,1 0-1 0 0,-1 0 1 0 0,0 0 0 0 0,1 0-1 0 0,-1 1 1 0 0,0 0 0 0 0,0 0-1 0 0,0 0 1 0 0,-8-1 0 0 0,10 3-2 0 0,0 0 1 0 0,0 0 0 0 0,0 0 0 0 0,0 0 0 0 0,0 0 0 0 0,0 0 0 0 0,1 1-1 0 0,-1-1 1 0 0,0 0 0 0 0,1 1 0 0 0,-1 0 0 0 0,1-1 0 0 0,-3 4 0 0 0,4-3 2 0 0,1 3-5 0 0,-2-4 3 0 0,1 1 0 0 0,0-1 0 0 0,0 0 0 0 0,0 1 1 0 0,0-1-1 0 0,0 1 0 0 0,0-1 0 0 0,0 0 0 0 0,1 1 0 0 0,-1-1 0 0 0,0 0 0 0 0,1 0 0 0 0,-1 1 0 0 0,1-1 0 0 0,-1 0 0 0 0,1 0 0 0 0,0 0 0 0 0,-1 1 0 0 0,1-1 0 0 0,0 0 0 0 0,0 0 1 0 0,0 0-1 0 0,0 0 0 0 0,0 0 0 0 0,0-1 0 0 0,1 2 0 0 0,0-1 4 0 0,-1 0 0 0 0,0-1 0 0 0,1 1 0 0 0,-1-1 0 0 0,0 1 0 0 0,1-1 0 0 0,-1 0 0 0 0,1 1 0 0 0,-1-1 0 0 0,1 0 0 0 0,-1 0 0 0 0,0 0 0 0 0,1 0 0 0 0,-1 0 0 0 0,1 0 0 0 0,-1 0 0 0 0,1-1 0 0 0,-1 1 0 0 0,0-1 0 0 0,1 1 0 0 0,-1-1 0 0 0,0 1 0 0 0,1-1 0 0 0,-1 0 0 0 0,0 1 0 0 0,0-1 0 0 0,1 0 0 0 0,-1 0 0 0 0,0 0 0 0 0,1-1 1 0 0,-1 1 239 0 0,-6 91 1234 0 0,18 89-772 0 0,-6-121-484 0 0,-2 109 0 0 0,-8-120-139 0 0,-1 0 0 0 0,-2 0-1 0 0,-23 78 1 0 0,26-112-56 0 0,-1-1 1 0 0,-1 1 0 0 0,0-1-1 0 0,-1 1 1 0 0,0-2-1 0 0,-1 1 1 0 0,0-1 0 0 0,-1 0-1 0 0,0 0 1 0 0,-1-1 0 0 0,0 0-1 0 0,-1 0 1 0 0,0-1-1 0 0,0-1 1 0 0,-1 0 0 0 0,0 0-1 0 0,-23 11 1 0 0,30-16 30 0 0,0-1-1 0 0,-1-1 1 0 0,1 1 0 0 0,-1-1 0 0 0,0 1 0 0 0,1-1-1 0 0,-1-1 1 0 0,0 1 0 0 0,0-1 0 0 0,1 1-1 0 0,-1-1 1 0 0,0-1 0 0 0,0 1 0 0 0,0-1-1 0 0,1 1 1 0 0,-1-2 0 0 0,0 1 0 0 0,1 0 0 0 0,-1-1-1 0 0,1 0 1 0 0,-1 0 0 0 0,1 0 0 0 0,-5-4-1 0 0,5 3-11 0 0,1-1 0 0 0,-1 0 0 0 0,1 0 0 0 0,0 0 0 0 0,0 0 0 0 0,0-1 0 0 0,1 1 0 0 0,0-1 0 0 0,-1 0 0 0 0,2 1 0 0 0,-1-1 0 0 0,0 0 0 0 0,1 0 0 0 0,0 0 0 0 0,0 0 0 0 0,1-1 0 0 0,-1 1 0 0 0,1 0 0 0 0,0 0 0 0 0,0 0-1 0 0,2-7 1 0 0,1-4 4 0 0,0 0-1 0 0,2 0 1 0 0,0 0-1 0 0,0 1 1 0 0,1 0-1 0 0,1 0 1 0 0,1 1-1 0 0,0 0 1 0 0,1 0-1 0 0,16-19 1 0 0,11-9-797 0 0,71-66 0 0 0,-92 95-140 0 0,0 1 0 0 0,26-16 0 0 0,11-1-6616 0 0,-28 18 3030 0 0</inkml:trace>
</inkml:ink>
</file>

<file path=ppt/ink/ink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0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9 952 528 0 0,'0'0'797'0'0,"-5"6"265"0"0,2 0 637 0 0,2-4-1465 0 0,1 0 1 0 0,0 0-1 0 0,0 1 1 0 0,1-1 0 0 0,-1 0-1 0 0,0 1 1 0 0,1-1-1 0 0,-1 0 1 0 0,1 0 0 0 0,0 0-1 0 0,0 1 1 0 0,0-1-1 0 0,0 0 1 0 0,0 0 0 0 0,0 0-1 0 0,0-1 1 0 0,1 1-1 0 0,-1 0 1 0 0,1 0 0 0 0,-1-1-1 0 0,3 3 1 0 0,-3-3 177 0 0,0-1-365 0 0,-1 1 1 0 0,0-1-1 0 0,0 0 0 0 0,0 0 1 0 0,1 1-1 0 0,-1-1 0 0 0,0 0 1 0 0,1 0-1 0 0,-1 1 0 0 0,0-1 1 0 0,0 0-1 0 0,1 0 1 0 0,-1 0-1 0 0,0 1 0 0 0,1-1 1 0 0,-1 0-1 0 0,0 0 0 0 0,1 0 1 0 0,-1 0-1 0 0,0 0 0 0 0,1 0 1 0 0,-1 0-1 0 0,1 0 0 0 0,-1 0 1 0 0,0 0-1 0 0,1 0 0 0 0,-1 0 1 0 0,0 0-1 0 0,1 0 1 0 0,-1 0-1 0 0,0 0 0 0 0,1 0 1 0 0,-1 0-1 0 0,0-1 0 0 0,1 1 1 0 0,13-8 115 0 0,0-1 1 0 0,-1 0-1 0 0,0-1 1 0 0,-1 0-1 0 0,0-1 1 0 0,-1-1-1 0 0,0 0 1 0 0,10-15-1 0 0,76-115 242 0 0,-93 136-380 0 0,45-74 201 0 0,67-149-1 0 0,-100 190-190 0 0,-2-1 0 0 0,-1-1 0 0 0,-2 0 1 0 0,-2-1-1 0 0,-2 0 0 0 0,2-51 0 0 0,-5-9 14 0 0,-4 100-48 0 0,0 2-4 0 0,0 0-1 0 0,0-1 1 0 0,0 1 0 0 0,0 0-1 0 0,0 0 1 0 0,0 0-1 0 0,0-1 1 0 0,0 1 0 0 0,0 0-1 0 0,0 0 1 0 0,0 0 0 0 0,0-1-1 0 0,0 1 1 0 0,0 0 0 0 0,0 0-1 0 0,0 0 1 0 0,0-1 0 0 0,0 1-1 0 0,0 0 1 0 0,0 0-1 0 0,0-1 1 0 0,0 1 0 0 0,0 0-1 0 0,0 0 1 0 0,0 0 0 0 0,-1 0-1 0 0,1-1 1 0 0,0 1 0 0 0,0 0-1 0 0,0 0 1 0 0,0 0 0 0 0,0 0-1 0 0,-1-1 1 0 0,1 1-1 0 0,0 0 1 0 0,0 0 0 0 0,0 0-1 0 0,0 0 1 0 0,-1 0 0 0 0,1 0-1 0 0,0 0 1 0 0,0 0 0 0 0,0-1-1 0 0,-1 1 1 0 0,1 0 0 0 0,0 0-1 0 0,0 0 1 0 0,-1 0-1 0 0,1 0 1 0 0,0 0 0 0 0,0 0-1 0 0,0 0 1 0 0,-1 0 0 0 0,1 1-1 0 0,0-1 1 0 0,-12 23-19 0 0,1 1 1 0 0,2 0-1 0 0,0 0 0 0 0,2 1 1 0 0,1 0-1 0 0,-6 49 0 0 0,-2 167 6 0 0,17-53 42 0 0,0-158-19 0 0,1 0-1 0 0,1-1 1 0 0,1 0-1 0 0,14 39 1 0 0,12 5 122 0 0,-32-71-64 0 0,3-3-51 0 0,0 1 1 0 0,0-1 0 0 0,0 0 0 0 0,0 0 0 0 0,0 0 0 0 0,-1-1 0 0 0,1 1 0 0 0,0-1 0 0 0,-1 1-1 0 0,1-1 1 0 0,-1 0 0 0 0,0 0 0 0 0,1 0 0 0 0,-1 0 0 0 0,0 0 0 0 0,0-1 0 0 0,0 1-1 0 0,2-4 1 0 0,34-52 27 0 0,-37 57-39 0 0,20-31 15 0 0,2 1-1 0 0,29-31 1 0 0,-26 32-39 0 0,-25 29 18 0 0,0 0 0 0 0,-1 1 0 0 0,1-1 0 0 0,0 0 0 0 0,1 0 1 0 0,-1 1-1 0 0,0-1 0 0 0,0 1 0 0 0,0-1 0 0 0,0 1 0 0 0,0-1 0 0 0,1 1 0 0 0,-1 0 0 0 0,0 0 0 0 0,0-1 0 0 0,0 1 1 0 0,1 0-1 0 0,-1 0 0 0 0,0 0 0 0 0,0 0 0 0 0,1 0 0 0 0,-1 1 0 0 0,0-1 0 0 0,0 0 0 0 0,0 1 0 0 0,1-1 1 0 0,-1 0-1 0 0,0 1 0 0 0,0 0 0 0 0,0-1 0 0 0,0 1 0 0 0,0 0 0 0 0,0-1 0 0 0,0 1 0 0 0,0 0 0 0 0,0 0 0 0 0,0 0 1 0 0,0 0-1 0 0,0 1 0 0 0,34 41-12 0 0,-32-39 18 0 0,16 26-28 0 0,32 41 6 0 0,-14-37 49 0 0,-8-20 13 0 0,-20-11-212 0 0,1 0 0 0 0,0-2 0 0 0,0 1-1 0 0,0-1 1 0 0,0-1 0 0 0,0 1 0 0 0,1-2 0 0 0,-1 1-1 0 0,0-2 1 0 0,13-2 0 0 0,55-20-7178 0 0,-60 19 4554 0 0</inkml:trace>
</inkml:ink>
</file>

<file path=ppt/ink/ink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04:11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95 364,'0'0'595,"0"-1"-95,1 0 0,-1-1 1,1 1-1,-1 0 1,1-1-1,-1 1 0,0-1 1,0 1-1,0-1 0,0 1 1,0-1-1,0 1 0,0-1 1,-1-2-1,-3 4-392,0 0 1,1 0-1,-1 0 0,0 1 1,1-1-1,-1 1 0,0 0 1,1 0-1,-1 0 0,1 0 1,0 1-1,-1 0 0,1-1 1,0 1-1,0 0 0,0 0 1,0 1-1,0-1 0,1 1 1,-1-1-1,-2 4 0,1-2-39,1 0 0,-1 0 0,1 1 0,0-1 0,0 1-1,0 0 1,1 0 0,-1 0 0,1 0 0,0 0 0,1 0-1,-1 0 1,0 10 0,2-13-6,0 0-47,0-1-1,0 0 1,1 0-1,-1 0 1,0 0-1,1 0 0,-1 1 1,1-1-1,0 0 1,-1 0-1,1 0 1,0 0-1,-1-1 0,1 1 1,0 0-1,0 0 1,0 0-1,0-1 1,0 1-1,0 0 0,0-1 1,0 1-1,0-1 1,0 1-1,0-1 1,0 0-1,3 1 0,0 0-12,0 0-1,22-9-7,-21 7-5,0 1-1,0 0 0,-1 0 1,1 0-1,0 0 0,0 1 0,0 0 1,-1 0-1,1 0 0,0 1 0,-1-1 1,1 1-1,5 3 0,-1-1-15,-1-1-1,1 0 1,1 0-1,10 1 1,-11-3-53,0-1 1,0 0 0,0-1-1,0 0 1,0 0 0,0-1 0,0 0-1,-1-1 1,1 0 0,-1 0-1,1 0 1,-1-1 0,0-1-1,-1 1 1,1-1 0,9-9-1,-6 4-28,0-1-1,-1 0 0,0 0 1,-1-1-1,0-1 0,-1 1 1,0-1-1,10-25 1,-18 36 122,1 0 1,-1 0-1,1 0 1,-1 0-1,0 0 1,0 0 0,0 0-1,0 1 1,0-1-1,0 0 1,-1 0-1,1 0 1,-1 0-1,1 0 1,-1 0 0,0 0-1,1 1 1,-1-1-1,0 0 1,0 1-1,-1-1 1,1 1 0,0-1-1,0 1 1,-2-2-1,1 3-10,1 0-1,-1 1 0,1-1 1,0 1-1,-1-1 0,1 1 1,-1-1-1,1 1 0,0 0 1,0 0-1,-1-1 0,1 1 1,0 0-1,0 0 0,0 0 1,0 1-1,0-1 0,0 0 0,0 0 1,0 0-1,1 1 0,-1-1 1,0 0-1,1 1 0,-1-1 1,1 1-1,-1-1 0,1 2 1,-14 47 183,13-43-160,1 0-1,0-1 0,0 1 0,0 0 1,1-1-1,0 1 0,0-1 1,1 1-1,0-1 0,0 1 0,0-1 1,1 0-1,6 11 0,-6-13-17,-1-1 1,1 1-1,0-1 0,0 0 0,0 0 0,0 0 0,0 0 1,1 0-1,-1-1 0,1 0 0,0 1 0,0-2 0,0 1 1,0 0-1,0-1 0,0 1 0,0-1 0,1 0 0,-1-1 1,0 1-1,1-1 0,-1 0 0,0 0 0,7-1 0,5-1-29,-1-1-1,0-1 1,0 0-1,0-1 1,0-1-1,-1 0 1,0-1-1,16-10 1,14-12-62,47-43 0,-50 38 55,-38 32 17,-1 0 1,0 0-1,0 1 0,1-1 1,-1 1-1,1-1 0,-1 1 1,1 0-1,5-1 1,-8 2 6,1 0 1,-1 0-1,1 0 1,-1 0-1,1 0 1,0 0 0,-1 0-1,1 0 1,-1 0-1,1 0 1,-1 1 0,1-1-1,-1 0 1,1 0-1,-1 1 1,1-1 0,-1 0-1,0 1 1,1-1-1,-1 0 1,1 1-1,-1-1 1,0 1 0,1 0-1,4 25 13,-4 52 81,-1-75-86,1-3 2,-1 1 0,0-1 0,1 1 0,-1-1 0,0 1 0,1-1 0,-1 1 0,1-1 0,-1 1 0,0-1 0,1 1 0,-1-1-1,1 0 1,0 1 0,-1-1 0,1 0 0,-1 1 0,1-1 0,-1 0 0,1 0 0,0 0 0,-1 1 0,1-1 0,0 0 0,-1 0 0,1 0 0,-1 0-1,1 0 1,1-1 0,9-7 1,-3 2 0,0 1 0,0 0 0,1 0 0,-1 0-1,1 1 1,0 0 0,1 1 0,-1 0 0,0 1 0,1 0 0,0 0-1,15 0 1,-18 1 81,0 2-1,0-1 1,1 1-1,-1 0 0,0 1 1,12 4-1,2 0-1634,-3-4-4104</inkml:trace>
</inkml:ink>
</file>

<file path=ppt/ink/ink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1.7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85 11573 0 0,'-12'-13'214'0'0,"5"6"103"0"0,0 0 1 0 0,1-1-1 0 0,0 0 0 0 0,0 0 0 0 0,0 0 1 0 0,-6-16-1 0 0,11 23 24 0 0</inkml:trace>
</inkml:ink>
</file>

<file path=ppt/ink/ink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2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23 9709 0 0,'-38'-12'-98'0'0,"36"12"103"0"0,8-1 7 0 0,63-5-414 0 0,91 4-1 0 0,-23 2-4745 0 0,-108-2 3077 0 0</inkml:trace>
</inkml:ink>
</file>

<file path=ppt/ink/ink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3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1 190 360 0 0,'0'0'3975'0'0,"5"-3"-3499"0"0,13-5-155 0 0,21-6 520 0 0,-9 3-316 0 0,16-8 61 0 0,67-30 399 0 0,-69 24-646 0 0,-41 24-311 0 0,-1-1 1 0 0,1 0-1 0 0,-1 0 0 0 0,1 0 1 0 0,-1 0-1 0 0,0 0 1 0 0,0-1-1 0 0,0 1 0 0 0,0 0 1 0 0,0-1-1 0 0,-1 0 1 0 0,1 1-1 0 0,1-4 0 0 0,-3 4 36 0 0,0 2-48 0 0,0-1 0 0 0,1 0 0 0 0,-1 0 0 0 0,0 1-1 0 0,0-1 1 0 0,0 0 0 0 0,0 0 0 0 0,0 0 0 0 0,0 1 0 0 0,0-1 0 0 0,0 0 0 0 0,0 0 0 0 0,0 1 0 0 0,-1-1 0 0 0,1 0 0 0 0,0 0 0 0 0,0 1 0 0 0,-1-2 0 0 0,-3 0 39 0 0,0 1 0 0 0,1-1 0 0 0,-1 1 1 0 0,0 0-1 0 0,0 0 0 0 0,0 1 1 0 0,1-1-1 0 0,-1 1 0 0 0,0 0 1 0 0,0 0-1 0 0,0 0 0 0 0,-7 2 1 0 0,-48 14 969 0 0,51 7-375 0 0,11-18-691 0 0,1 0 1 0 0,-1 0 0 0 0,1 0-1 0 0,0-1 1 0 0,1 0 0 0 0,-1 1-1 0 0,1-1 1 0 0,0-1 0 0 0,0 1 0 0 0,0-1-1 0 0,1 0 1 0 0,-1 0 0 0 0,1 0-1 0 0,-1-1 1 0 0,1 0 0 0 0,0 0-1 0 0,10 1 1 0 0,8 3-788 0 0,-1-2 0 0 0,1 0 0 0 0,30 0 0 0 0,-3-3-2910 0 0,-22-4 1604 0 0</inkml:trace>
</inkml:ink>
</file>

<file path=ppt/ink/ink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3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10 458 20 0 0,'41'-12'7159'0'0,"-46"14"-6799"0"0,3-1-338 0 0,-24 13 547 0 0,19-8-189 0 0,3-1-37 0 0,-2 5 422 0 0,6-9-758 0 0,0-1 1 0 0,0 1-1 0 0,0 0 0 0 0,0-1 0 0 0,1 1 0 0 0,-1-1 1 0 0,0 1-1 0 0,0-1 0 0 0,1 1 0 0 0,-1 0 0 0 0,0-1 1 0 0,1 0-1 0 0,-1 1 0 0 0,0-1 0 0 0,1 1 1 0 0,-1-1-1 0 0,1 1 0 0 0,-1-1 0 0 0,1 0 0 0 0,-1 1 1 0 0,1-1-1 0 0,-1 0 0 0 0,1 1 0 0 0,-1-1 0 0 0,1 0 1 0 0,0 0-1 0 0,-1 0 0 0 0,1 1 0 0 0,-1-1 0 0 0,1 0 1 0 0,0 0-1 0 0,-1 0 0 0 0,2 0 0 0 0,28 2-355 0 0,-20-6 260 0 0,0 0 0 0 0,0-1 0 0 0,0 0 0 0 0,-1 0 0 0 0,0-1 0 0 0,0 0 0 0 0,0-1 0 0 0,-1 0 0 0 0,0 0 0 0 0,0-1 0 0 0,0 0 0 0 0,-1-1 0 0 0,-1 1 0 0 0,1-1 0 0 0,-1 0 0 0 0,-1-1 0 0 0,0 0 0 0 0,0 1 0 0 0,-1-2 0 0 0,3-9 0 0 0,2-7 72 0 0,-2-1-1 0 0,-1 1 0 0 0,-1-1 0 0 0,-1 0 0 0 0,-1 0 0 0 0,-3-52 0 0 0,-10-4 2138 0 0,10 82-1054 0 0,-3 8-858 0 0,-5 11-90 0 0,1 0 0 0 0,0 0 0 0 0,2 1-1 0 0,0 0 1 0 0,1 0 0 0 0,0 0 0 0 0,2 0 0 0 0,0 0 0 0 0,2 1 0 0 0,0 21 0 0 0,6 33-285 0 0,19 93 0 0 0,-4-38-3685 0 0,-18-106 795 0 0,1-2 237 0 0</inkml:trace>
</inkml:ink>
</file>

<file path=ppt/ink/ink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5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0 877 504 0 0,'0'0'3347'0'0,"3"5"-2956"0"0,-2-4-351 0 0,0 1 0 0 0,1 0 0 0 0,-1-1 0 0 0,0 1 0 0 0,1-1 0 0 0,-1 0 1 0 0,1 1-1 0 0,-1-1 0 0 0,1 0 0 0 0,0 0 0 0 0,-1 0 0 0 0,1 0 0 0 0,0 0 1 0 0,0-1-1 0 0,0 1 0 0 0,0 0 0 0 0,2-1 0 0 0,42 1 661 0 0,18-13-374 0 0,-1-1 1 0 0,-1-4 0 0 0,72-29 0 0 0,-62 20-156 0 0,38-12 23 0 0,-1-5 0 0 0,-3-4 0 0 0,107-67 0 0 0,-169 88-125 0 0,-1-3 1 0 0,-1-2 0 0 0,-2-1-1 0 0,-1-2 1 0 0,-2-2 0 0 0,-1-2-1 0 0,-2 0 1 0 0,-2-3-1 0 0,37-60 1 0 0,-64 93-10 0 0,0 0-1 0 0,-1 0 0 0 0,0 0 1 0 0,-1 0-1 0 0,1-1 1 0 0,-2 0-1 0 0,1 0 0 0 0,-1 0 1 0 0,-1 0-1 0 0,1 0 1 0 0,-2 0-1 0 0,1-11 1 0 0,-1 19-54 0 0,0 1 0 0 0,-1-1 0 0 0,1 0 0 0 0,0 0 0 0 0,0 0 0 0 0,0 1 0 0 0,-1-1 0 0 0,1 0 0 0 0,0 0 0 0 0,-1 1 0 0 0,1-1 0 0 0,0 0 0 0 0,-1 1 0 0 0,1-1 0 0 0,-1 1 0 0 0,1-1 0 0 0,-1 0 0 0 0,0 1 0 0 0,1-1 0 0 0,-1 1 0 0 0,1-1 0 0 0,-1 1 0 0 0,0 0 0 0 0,1-1 0 0 0,-1 1 0 0 0,0 0 1 0 0,0-1-1 0 0,1 1 0 0 0,-1 0 0 0 0,0 0 0 0 0,0 0 0 0 0,0-1 0 0 0,1 1 0 0 0,-1 0 0 0 0,0 0 0 0 0,0 0 0 0 0,0 0 0 0 0,1 1 0 0 0,-1-1 0 0 0,0 0 0 0 0,0 0 0 0 0,1 0 0 0 0,-1 1 0 0 0,0-1 0 0 0,0 0 0 0 0,1 1 0 0 0,-1-1 0 0 0,0 0 0 0 0,1 1 0 0 0,-1-1 0 0 0,0 1 0 0 0,-35 28 96 0 0,-3 19 2 0 0,2 2 1 0 0,2 1 0 0 0,-43 83 0 0 0,68-117-90 0 0,-26 48 65 0 0,3 1-1 0 0,3 1 1 0 0,3 2 0 0 0,-33 124-1 0 0,-11 61 96 0 0,48-178-132 0 0,14-45-77 0 0,-2-1 0 0 0,-1 0 0 0 0,-26 45 0 0 0,30-61-396 0 0,-1 0 0 0 0,-1-1 0 0 0,-17 18 0 0 0,19-23-294 0 0,-1-1-1 0 0,1 0 0 0 0,-1 0 0 0 0,0-1 1 0 0,-1 0-1 0 0,-10 5 0 0 0,-4-2-1548 0 0</inkml:trace>
</inkml:ink>
</file>

<file path=ppt/ink/ink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6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1 477 368 0 0,'255'-33'1205'0'0,"-2"-11"0"0"0,358-111-1 0 0,-574 144-1007 0 0,127-44 326 0 0,-141 45-183 0 0,1-1 0 0 0,-1 0 0 0 0,-1-2 0 0 0,31-22 0 0 0,-50 33-236 0 0,-1 0 0 0 0,0 0 0 0 0,0-1 0 0 0,0 1 0 0 0,0-1 1 0 0,0 1-1 0 0,0-1 0 0 0,-1 1 0 0 0,1-1 0 0 0,-1 0 0 0 0,0 0 0 0 0,0 0 0 0 0,0 0 1 0 0,0 0-1 0 0,0 0 0 0 0,0-5 0 0 0,-1 7-65 0 0,0-1-1 0 0,0 1 1 0 0,0 0-1 0 0,0-1 1 0 0,0 1 0 0 0,0-1-1 0 0,-1 1 1 0 0,1 0 0 0 0,0 0-1 0 0,-1-1 1 0 0,1 1 0 0 0,-1 0-1 0 0,1 0 1 0 0,-1-1-1 0 0,0 1 1 0 0,0 0 0 0 0,1 0-1 0 0,-1 0 1 0 0,0 0 0 0 0,0 0-1 0 0,0 0 1 0 0,0 0 0 0 0,0 0-1 0 0,0 0 1 0 0,0 1 0 0 0,-1-1-1 0 0,1 0 1 0 0,0 1-1 0 0,0-1 1 0 0,-1 1 0 0 0,1-1-1 0 0,0 1 1 0 0,-1 0 0 0 0,1-1-1 0 0,0 1 1 0 0,-3 0 0 0 0,-4 1 7 0 0,1 0 1 0 0,-1 0-1 0 0,1 1 1 0 0,-1 0 0 0 0,1 0-1 0 0,0 1 1 0 0,0 0 0 0 0,0 0-1 0 0,0 0 1 0 0,0 1 0 0 0,1 0-1 0 0,0 1 1 0 0,-11 9-1 0 0,4-4 18 0 0,-49 40 124 0 0,57-46-165 0 0,1 1-1 0 0,-1 0 0 0 0,1 0 0 0 0,0 0 0 0 0,0 0 1 0 0,1 1-1 0 0,-1-1 0 0 0,1 1 0 0 0,-4 11 0 0 0,7-15 38 0 0,7-1-36 0 0,1 0 0 0 0,-1 0 0 0 0,1-1 0 0 0,-1 0 0 0 0,1 0 0 0 0,-1-1 0 0 0,1 0-1 0 0,-1 0 1 0 0,1-1 0 0 0,6-2 0 0 0,80-34 47 0 0,-26 11-31 0 0,-45 19-33 0 0,2-1-6 0 0,0 1 1 0 0,46-9-1 0 0,-66 16-2 0 0,0 1 0 0 0,0-1 0 0 0,0 0 0 0 0,0 1 0 0 0,0 0 0 0 0,-1 0 0 0 0,1 1 0 0 0,0 0 0 0 0,0-1 0 0 0,0 2 0 0 0,0-1 0 0 0,0 0 0 0 0,-1 1 0 0 0,1 0 0 0 0,-1 0 0 0 0,1 0 0 0 0,-1 1 0 0 0,0-1-1 0 0,0 1 1 0 0,0 0 0 0 0,5 5 0 0 0,-7-5-1 0 0,0-1 0 0 0,0 1-1 0 0,0 0 1 0 0,0-1 0 0 0,-1 1-1 0 0,1 0 1 0 0,-1 0 0 0 0,0 0-1 0 0,0 0 1 0 0,1 6 0 0 0,16 42-11 0 0,-18-50 15 0 0,0-1 1 0 0,1 1 0 0 0,-1 0 0 0 0,0 0 0 0 0,1-1-1 0 0,-1 1 1 0 0,1 0 0 0 0,0 0 0 0 0,-1-1-1 0 0,1 1 1 0 0,0-1 0 0 0,-1 1 0 0 0,1 0-1 0 0,0-1 1 0 0,-1 1 0 0 0,1-1 0 0 0,0 0-1 0 0,0 1 1 0 0,0-1 0 0 0,-1 0 0 0 0,1 1 0 0 0,0-1-1 0 0,0 0 1 0 0,0 0 0 0 0,0 0 0 0 0,0 0-1 0 0,0 0 1 0 0,0 0 0 0 0,-1 0 0 0 0,1 0-1 0 0,0 0 1 0 0,0 0 0 0 0,0 0 0 0 0,0 0-1 0 0,1-1 1 0 0,32-16 142 0 0,-27 13-128 0 0,24-15-45 0 0,-2-1-1 0 0,0-2 1 0 0,34-33 0 0 0,-5-2-6543 0 0,-50 47 3934 0 0</inkml:trace>
</inkml:ink>
</file>

<file path=ppt/ink/ink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19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1038 60 0 0,'0'0'11467'0'0,"17"-33"-10114"0"0,-7 16-1062 0 0,4-8-140 0 0,1 1-1 0 0,1 0 0 0 0,1 1 1 0 0,1 0-1 0 0,23-21 1 0 0,30-15-78 0 0,89-58-1 0 0,-10 10-45 0 0,53-33-2 0 0,-123 88 3 0 0,136-114 1 0 0,-202 153-6 0 0,-1-1-1 0 0,-1 0 1 0 0,0-1 0 0 0,-1-1-1 0 0,0 0 1 0 0,-2 0 0 0 0,12-25-1 0 0,-21 40-20 0 0,1 0 0 0 0,-1 0 0 0 0,0 0 0 0 0,1 1 0 0 0,-1-1 0 0 0,0 0 0 0 0,0 0 0 0 0,0 0 0 0 0,0 0 0 0 0,1 0 0 0 0,-1 0 0 0 0,0 0 0 0 0,-1 0-1 0 0,1 0 1 0 0,0 0 0 0 0,0 0 0 0 0,0 0 0 0 0,0 0 0 0 0,-1 0 0 0 0,0 0 0 0 0,0-1 0 0 0,-1 0 0 0 0,0 0 0 0 0,0 1 0 0 0,0-1 0 0 0,0 1 0 0 0,0 0 0 0 0,-1 0-1 0 0,1-1 1 0 0,0 1 0 0 0,-1 1 0 0 0,1-1 0 0 0,0 0 0 0 0,-1 0 0 0 0,1 1 0 0 0,-1 0 0 0 0,1-1 0 0 0,-1 1 0 0 0,-4 0 0 0 0,-48 3-33 0 0,18 0 6 0 0,35-3 22 0 0,1 0 1 0 0,-1 0-1 0 0,1 1 1 0 0,-1-1 0 0 0,1 1-1 0 0,-1-1 1 0 0,1 1 0 0 0,0-1-1 0 0,-1 1 1 0 0,1 0-1 0 0,0-1 1 0 0,0 1 0 0 0,-1 0-1 0 0,1 0 1 0 0,0 0-1 0 0,0 0 1 0 0,0 0 0 0 0,0 0-1 0 0,0 1 1 0 0,0-1 0 0 0,1 0-1 0 0,-1 0 1 0 0,0 1-1 0 0,0-1 1 0 0,1 0 0 0 0,-1 1-1 0 0,1-1 1 0 0,-1 1-1 0 0,1-1 1 0 0,0 0 0 0 0,0 1-1 0 0,-1 2 1 0 0,2 46-55 0 0,45 180 19 0 0,-32-179 33 0 0,-2 0 0 0 0,-2 1 1 0 0,-3 1-1 0 0,-2 0 0 0 0,-2 69 0 0 0,-4-112 8 0 0,0 0-1 0 0,-1 0 1 0 0,-1 0-1 0 0,1 0 1 0 0,-2-1 0 0 0,1 0-1 0 0,-1 1 1 0 0,0-1-1 0 0,-1 0 1 0 0,0-1 0 0 0,-1 1-1 0 0,0-1 1 0 0,0 0-1 0 0,0-1 1 0 0,-14 12 0 0 0,15-14 3 0 0,-1-1 0 0 0,0 1 1 0 0,0-1-1 0 0,0-1 0 0 0,-1 1 1 0 0,1-1-1 0 0,-1 0 0 0 0,0-1 1 0 0,0 1-1 0 0,0-1 0 0 0,0-1 1 0 0,0 1-1 0 0,0-1 0 0 0,0-1 1 0 0,-1 1-1 0 0,1-1 0 0 0,0-1 1 0 0,0 1-1 0 0,-1-1 0 0 0,1 0 1 0 0,0-1-1 0 0,-8-2 0 0 0,8 2 9 0 0,0-1-1 0 0,0 0 0 0 0,0-1 1 0 0,1 0-1 0 0,-1 0 0 0 0,1 0 0 0 0,0 0 1 0 0,0-1-1 0 0,1 0 0 0 0,-1-1 1 0 0,1 1-1 0 0,0-1 0 0 0,0 0 1 0 0,1 0-1 0 0,0-1 0 0 0,0 1 1 0 0,-5-12-1 0 0,8 14-104 0 0,-1 0 0 0 0,1-1 1 0 0,0 1-1 0 0,0 0 0 0 0,0-1 0 0 0,1 1 0 0 0,0-1 1 0 0,0 1-1 0 0,0 0 0 0 0,0-1 0 0 0,1 1 0 0 0,-1-1 1 0 0,1 1-1 0 0,0 0 0 0 0,0 0 0 0 0,1-1 1 0 0,-1 1-1 0 0,1 0 0 0 0,0 0 0 0 0,0 0 0 0 0,1 1 1 0 0,-1-1-1 0 0,1 0 0 0 0,-1 1 0 0 0,1 0 0 0 0,0-1 1 0 0,1 1-1 0 0,-1 0 0 0 0,0 1 0 0 0,1-1 1 0 0,6-3-1 0 0,32-16-6315 0 0,-25 16 3314 0 0</inkml:trace>
</inkml:ink>
</file>

<file path=ppt/ink/ink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0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0 917 384 0 0,'29'-10'813'0'0,"0"0"0"0"0,-1-3 0 0 0,0 0 0 0 0,-1-1 0 0 0,-1-2 0 0 0,-1-1 1 0 0,0-1-1 0 0,-1-1 0 0 0,32-32 0 0 0,-54 49-734 0 0,-1 1 1 0 0,1-1-1 0 0,0 0 1 0 0,-1 0-1 0 0,1 0 0 0 0,-1 0 1 0 0,1 0-1 0 0,-1 0 1 0 0,0-1-1 0 0,0 1 1 0 0,0 0-1 0 0,0-1 1 0 0,-1 1-1 0 0,1-1 1 0 0,-1 1-1 0 0,1-1 0 0 0,-1 1 1 0 0,0-1-1 0 0,0 1 1 0 0,0-1-1 0 0,0 1 1 0 0,0-1-1 0 0,-1 1 1 0 0,0-3-1 0 0,0 3-50 0 0,0 1-1 0 0,-1-1 1 0 0,1 1-1 0 0,-1-1 1 0 0,1 1 0 0 0,-1 0-1 0 0,1 0 1 0 0,-1 0-1 0 0,0 0 1 0 0,0 0-1 0 0,1 0 1 0 0,-1 1 0 0 0,0-1-1 0 0,0 0 1 0 0,0 1-1 0 0,0-1 1 0 0,0 1-1 0 0,0 0 1 0 0,0 0 0 0 0,1 0-1 0 0,-1 0 1 0 0,0 0-1 0 0,0 0 1 0 0,0 0-1 0 0,0 1 1 0 0,0-1 0 0 0,0 1-1 0 0,0-1 1 0 0,-2 2-1 0 0,-1-1-10 0 0,-1 1-1 0 0,1 0 1 0 0,-1 0-1 0 0,1 0 0 0 0,0 1 1 0 0,0 0-1 0 0,0 0 1 0 0,0 0-1 0 0,1 1 0 0 0,-1-1 1 0 0,1 1-1 0 0,0 0 1 0 0,0 0-1 0 0,0 1 0 0 0,0-1 1 0 0,1 1-1 0 0,0 0 1 0 0,0 0-1 0 0,0 0 1 0 0,1 0-1 0 0,-1 0 0 0 0,1 1 1 0 0,0-1-1 0 0,1 1 1 0 0,-2 6-1 0 0,3-8-9 0 0,-1 1 0 0 0,1 0 0 0 0,0 0 0 0 0,0 0 0 0 0,0 0-1 0 0,1 0 1 0 0,0 0 0 0 0,0-1 0 0 0,0 1 0 0 0,0 0 0 0 0,1 0 0 0 0,0-1 0 0 0,0 1 0 0 0,0-1 0 0 0,0 0 0 0 0,1 0 0 0 0,0 0-1 0 0,-1 0 1 0 0,2 0 0 0 0,-1 0 0 0 0,0-1 0 0 0,1 1 0 0 0,0-1 0 0 0,-1 0 0 0 0,1 0 0 0 0,0 0 0 0 0,1-1 0 0 0,-1 0 0 0 0,6 3-1 0 0,-1-2 4 0 0,-1 0-1 0 0,1-1 0 0 0,0 0 1 0 0,0-1-1 0 0,-1 0 0 0 0,1 0 0 0 0,0-1 1 0 0,0 0-1 0 0,0 0 0 0 0,0-1 1 0 0,0 0-1 0 0,0-1 0 0 0,0 0 1 0 0,-1 0-1 0 0,1-1 0 0 0,-1 0 0 0 0,0-1 1 0 0,15-8-1 0 0,11-8 8 0 0,-1-1-1 0 0,60-51 1 0 0,-61 45-5 0 0,75-72 55 0 0,-75 66 50 0 0,-31 32-78 0 0,-4 7-17 0 0,-16 27 1 0 0,11-22-5 0 0,1 1 1 0 0,0 1-1 0 0,1-1 1 0 0,0 1-1 0 0,1 0 1 0 0,0 0-1 0 0,-5 23 1 0 0,4 26 40 0 0,6-59-20 0 0,1-3-31 0 0,-1 1 1 0 0,0 0 0 0 0,1-1-1 0 0,-1 1 1 0 0,1 0 0 0 0,-1-1-1 0 0,1 1 1 0 0,0-1 0 0 0,-1 1-1 0 0,1-1 1 0 0,-1 1 0 0 0,1-1 0 0 0,0 0-1 0 0,-1 1 1 0 0,1-1 0 0 0,0 0-1 0 0,0 1 1 0 0,-1-1 0 0 0,1 0-1 0 0,0 0 1 0 0,0 0 0 0 0,-1 0-1 0 0,1 0 1 0 0,0 0 0 0 0,1 0 0 0 0,13-9 8 0 0,-1-1 1 0 0,0 0 0 0 0,0-1-1 0 0,-1-1 1 0 0,-1 0 0 0 0,21-25-1 0 0,-32 35-30 0 0,0 1 11 0 0,0 0 0 0 0,-1 0-1 0 0,1 0 1 0 0,0 0 0 0 0,0 0 0 0 0,0 0 0 0 0,0 1 0 0 0,0-1 0 0 0,1 0 0 0 0,-1 1-1 0 0,0-1 1 0 0,0 1 0 0 0,0-1 0 0 0,1 1 0 0 0,-1 0 0 0 0,0-1 0 0 0,0 1 0 0 0,1 0 0 0 0,-1 0-1 0 0,0 0 1 0 0,1 0 0 0 0,-1 0 0 0 0,0 0 0 0 0,0 0 0 0 0,1 0 0 0 0,-1 1 0 0 0,0-1-1 0 0,1 0 1 0 0,1 2 0 0 0,33 3 0 0 0,-1 1-25 0 0,53 2 0 0 0,-73-8 24 0 0,0-1 0 0 0,0 0-1 0 0,0-1 1 0 0,0-1 0 0 0,-1 0-1 0 0,24-9 1 0 0,-19 4 2 0 0,-1-1 1 0 0,-1 0-1 0 0,1-2 1 0 0,-2 0-1 0 0,1 0 1 0 0,-2-2-1 0 0,1 0 1 0 0,-2-1-1 0 0,0 0 1 0 0,24-32-1 0 0,-18 17 0 0 0,-1-1-1 0 0,-1 0 1 0 0,-2-1 0 0 0,-1-1 0 0 0,15-47-1 0 0,-19 48 10 0 0,2-8 2 0 0,-2 0 1 0 0,8-43 0 0 0,-19 81-13 0 0,3-15-7 0 0,0 1 0 0 0,-2-1 0 0 0,1 0 0 0 0,-2 1 0 0 0,0-1 0 0 0,-4-25 0 0 0,4 41 6 0 0,0 0-1 0 0,-1-1 1 0 0,1 1 0 0 0,0-1 0 0 0,0 1 0 0 0,0 0-1 0 0,-1-1 1 0 0,1 1 0 0 0,0 0 0 0 0,0-1 0 0 0,-1 1 0 0 0,1 0-1 0 0,0-1 1 0 0,-1 1 0 0 0,1 0 0 0 0,0 0 0 0 0,-1-1-1 0 0,1 1 1 0 0,0 0 0 0 0,-1 0 0 0 0,1 0 0 0 0,-1-1-1 0 0,1 1 1 0 0,0 0 0 0 0,-1 0 0 0 0,1 0 0 0 0,-1 0-1 0 0,1 0 1 0 0,0 0 0 0 0,-1 0 0 0 0,1 0 0 0 0,-1 0-1 0 0,1 0 1 0 0,-1 0 0 0 0,1 0 0 0 0,0 0 0 0 0,-1 0-1 0 0,1 0 1 0 0,-1 1 0 0 0,1-1 0 0 0,0 0 0 0 0,-1 0-1 0 0,-14 9 13 0 0,14-9-16 0 0,-5 4 1 0 0,-1 1 1 0 0,1 0-1 0 0,0 1 1 0 0,0-1 0 0 0,1 1-1 0 0,-1 0 1 0 0,1 0-1 0 0,1 1 1 0 0,-1 0 0 0 0,-4 9-1 0 0,-30 72-27 0 0,28-57 28 0 0,1 0 1 0 0,1 1 0 0 0,2 0-1 0 0,-5 53 1 0 0,11-64 7 0 0,0 0-1 0 0,2-1 1 0 0,0 1 0 0 0,2 0 0 0 0,0-1 0 0 0,1 1 0 0 0,1-1-1 0 0,11 27 1 0 0,-9-27 7 0 0,1-1 1 0 0,2 0-1 0 0,15 26 0 0 0,-20-39-1 0 0,0 1-1 0 0,1-1 1 0 0,-1 0-1 0 0,1-1 1 0 0,0 1-1 0 0,1-1 1 0 0,-1 0-1 0 0,1-1 1 0 0,0 0-1 0 0,0 0 1 0 0,0 0-1 0 0,10 2 1 0 0,-12-4 95 0 0,1 0 1 0 0,-1 0-1 0 0,1-1 1 0 0,0 0 0 0 0,-1 0-1 0 0,12 0 1 0 0,6-3-8324 0 0</inkml:trace>
</inkml:ink>
</file>

<file path=ppt/ink/ink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0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70 300 0 0,'3'-9'844'0'0,"0"-1"724"0"0,3-8-848 0 0,-3 11 500 0 0,2-6-247 0 0,-2 6-73 0 0,4 2-884 0 0</inkml:trace>
</inkml:ink>
</file>

<file path=ppt/ink/ink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2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63 401 44 0 0,'0'0'5000'0'0,"-3"5"-4607"0"0,-44 88 2533 0 0,46-92-2825 0 0,-1 1 89 0 0,2-2-151 0 0,0 0 0 0 0,0 1 0 0 0,0-1 0 0 0,0 0 0 0 0,0 0 0 0 0,0 1 0 0 0,0-1 0 0 0,0 0 0 0 0,0 0 0 0 0,0 1 0 0 0,-1-1-1 0 0,1 0 1 0 0,0 0 0 0 0,0 1 0 0 0,0-1 0 0 0,0 0 0 0 0,-1 0 0 0 0,1 0 0 0 0,0 1 0 0 0,0-1 0 0 0,-1 0 0 0 0,1 0 0 0 0,0 0 0 0 0,0 0-1 0 0,-1 0 1 0 0,1 1 0 0 0,0-1 0 0 0,0 0 0 0 0,-1 0 0 0 0,1 0 0 0 0,0 0 0 0 0,-1 0 0 0 0,1 0 0 0 0,0 0 0 0 0,0 0 0 0 0,-1 0 0 0 0,1 0 0 0 0,0 0-1 0 0,-1 0 1 0 0,1 0 0 0 0,0 0 0 0 0,0 0 0 0 0,-1 0 0 0 0,1-1 0 0 0,0 1 0 0 0,3-8 17 0 0,0-1 0 0 0,1 1-1 0 0,0 0 1 0 0,1 0 0 0 0,0 1 0 0 0,0 0 0 0 0,1-1-1 0 0,-1 2 1 0 0,1-1 0 0 0,1 1 0 0 0,0 0 0 0 0,0 0 0 0 0,7-5-1 0 0,-12 10-44 0 0,0 0-1 0 0,0 0 0 0 0,-1 0 0 0 0,1 0 0 0 0,0 0 1 0 0,0 0-1 0 0,0 1 0 0 0,0-1 0 0 0,0 1 0 0 0,0 0 1 0 0,0-1-1 0 0,0 1 0 0 0,0 0 0 0 0,3 0 0 0 0,-3 1-6 0 0,0 0-1 0 0,-1-1 1 0 0,1 1-1 0 0,0 0 1 0 0,0 0 0 0 0,-1 1-1 0 0,1-1 1 0 0,-1 0-1 0 0,1 0 1 0 0,-1 1-1 0 0,1-1 1 0 0,-1 1-1 0 0,0-1 1 0 0,0 1-1 0 0,0 0 1 0 0,0-1-1 0 0,0 1 1 0 0,0 0-1 0 0,0 0 1 0 0,0 0-1 0 0,-1 0 1 0 0,1 2-1 0 0,16 79 102 0 0,-17-81-55 0 0,0 0-3 0 0,0-2-43 0 0,0 0 1 0 0,0 0-1 0 0,0 0 0 0 0,0 1 1 0 0,0-1-1 0 0,0 0 0 0 0,0 0 1 0 0,0 0-1 0 0,0 0 0 0 0,0 0 1 0 0,0 1-1 0 0,0-1 1 0 0,0 0-1 0 0,0 0 0 0 0,0 0 1 0 0,0 0-1 0 0,0 0 0 0 0,0 1 1 0 0,0-1-1 0 0,0 0 0 0 0,0 0 1 0 0,0 0-1 0 0,0 0 0 0 0,0 0 1 0 0,0 1-1 0 0,0-1 1 0 0,0 0-1 0 0,0 0 0 0 0,0 0 1 0 0,0 0-1 0 0,0 0 0 0 0,1 0 1 0 0,-1 0-1 0 0,0 1 0 0 0,0-1 1 0 0,0 0-1 0 0,0 0 0 0 0,0 0 1 0 0,0 0-1 0 0,0 0 1 0 0,1 0-1 0 0,-1 0 0 0 0,0 0 1 0 0,0 0-1 0 0,0 0 0 0 0,0 0 1 0 0,0 0-1 0 0,1 0 0 0 0,-1 0 1 0 0,0 0-1 0 0,0 0 0 0 0,0 0 1 0 0,0 0-1 0 0,0 0 1 0 0,1 0-1 0 0,-1 0 0 0 0,0 0 1 0 0,0 0-1 0 0,0 0 0 0 0,0 0 1 0 0,0 0-1 0 0,0 0 0 0 0,1 0 1 0 0,-1 0-1 0 0,22-23 40 0 0,-18 18-33 0 0,1-1 0 0 0,0 1 0 0 0,-1 0 0 0 0,2 0 0 0 0,-1 1 0 0 0,1 0 1 0 0,-1 0-1 0 0,1 0 0 0 0,0 0 0 0 0,1 1 0 0 0,-1 0 0 0 0,0 1 0 0 0,1-1 0 0 0,0 1 0 0 0,11-2 0 0 0,-14 3-11 0 0,1 1-1 0 0,-1 0 1 0 0,1 0-1 0 0,0 0 1 0 0,-1 1-1 0 0,1 0 1 0 0,-1-1-1 0 0,6 3 1 0 0,0 0-1 0 0,-1-2-1 0 0,1 1 1 0 0,-1-1 0 0 0,1 0 0 0 0,-1-1 0 0 0,1 0-1 0 0,-1-1 1 0 0,11-1 0 0 0,-12 1 0 0 0,0 1 0 0 0,-1-2 0 0 0,1 1 0 0 0,0-1 1 0 0,-1 0-1 0 0,11-5 0 0 0,-13 4 4 0 0,-1 0 1 0 0,1 0 0 0 0,-1-1-1 0 0,0 1 1 0 0,0-1 0 0 0,-1 0-1 0 0,1-1 1 0 0,-1 1-1 0 0,3-5 1 0 0,-5 8-1 0 0,-1 0-4 0 0,1 0 0 0 0,-1 1-1 0 0,0-1 1 0 0,0 0 0 0 0,0 1 0 0 0,0-1 0 0 0,0 0 0 0 0,0 1 0 0 0,0-1 0 0 0,-1 0 0 0 0,1 1 0 0 0,0-1-1 0 0,0 0 1 0 0,0 1 0 0 0,-1-1 0 0 0,1 0 0 0 0,0 1 0 0 0,-1-1 0 0 0,1 1 0 0 0,0-1 0 0 0,-1 1 0 0 0,0-2-1 0 0,-1 2 1 0 0,0-1 0 0 0,0 1 0 0 0,1 0 0 0 0,-1 0 0 0 0,0 0 0 0 0,0-1 0 0 0,0 2 0 0 0,0-1 0 0 0,1 0 0 0 0,-1 0 0 0 0,0 1 0 0 0,0-1 0 0 0,1 1 0 0 0,-1-1 0 0 0,0 1 0 0 0,0 0 0 0 0,1 0 0 0 0,-1-1 0 0 0,1 1-1 0 0,-1 1 1 0 0,1-1 0 0 0,-1 0 0 0 0,1 0 0 0 0,0 0 0 0 0,-1 1 0 0 0,1-1 0 0 0,0 1 0 0 0,0-1 0 0 0,0 1 0 0 0,0-1 0 0 0,0 1 0 0 0,0-1 0 0 0,1 1 0 0 0,-1 0 0 0 0,0 0 0 0 0,1-1 0 0 0,0 1 0 0 0,-1 0 0 0 0,1 0 0 0 0,0 0-1 0 0,0-1 1 0 0,0 1 0 0 0,0 0 0 0 0,0 0 0 0 0,0 0 0 0 0,0 0 0 0 0,1-1 0 0 0,-1 1 0 0 0,1 0 0 0 0,-1 0 0 0 0,1-1 0 0 0,0 1 0 0 0,0 0 0 0 0,0-1 0 0 0,0 1 0 0 0,0-1 0 0 0,0 1 0 0 0,0-1 0 0 0,0 1 0 0 0,1-1 0 0 0,-1 0-1 0 0,0 0 1 0 0,1 1 0 0 0,-1-1 0 0 0,1 0 0 0 0,-1 0 0 0 0,1-1 0 0 0,0 1 0 0 0,1 1 0 0 0,2 0 5 0 0,1 1-1 0 0,-1 0 1 0 0,1-1-1 0 0,-1 0 1 0 0,1-1 0 0 0,0 1-1 0 0,-1-1 1 0 0,1 0-1 0 0,0 0 1 0 0,0-1-1 0 0,0 0 1 0 0,0 0 0 0 0,0 0-1 0 0,0-1 1 0 0,0 1-1 0 0,-1-1 1 0 0,1-1 0 0 0,6-2-1 0 0,8-1 5 0 0,0-2 0 0 0,-1-1 0 0 0,1 0 0 0 0,-2-2 0 0 0,30-18 0 0 0,-40 22 45 0 0,-8 6-46 0 0,0 0-1 0 0,0-1 1 0 0,1 1-1 0 0,-1-1 1 0 0,0 1 0 0 0,0 0-1 0 0,0-1 1 0 0,1 1 0 0 0,-1 0-1 0 0,0 0 1 0 0,1-1-1 0 0,-1 1 1 0 0,0 0 0 0 0,1 0-1 0 0,-1-1 1 0 0,0 1 0 0 0,1 0-1 0 0,-1 0 1 0 0,1 0-1 0 0,-1 0 1 0 0,0-1 0 0 0,1 1-1 0 0,-1 0 1 0 0,1 0 0 0 0,-1 0-1 0 0,0 0 1 0 0,1 0-1 0 0,-1 0 1 0 0,1 0 0 0 0,-1 0-1 0 0,0 0 1 0 0,1 0 0 0 0,-1 1-1 0 0,1-1 1 0 0,0 0-1 0 0,-22 39 40 0 0,20-37-37 0 0,0 1 1 0 0,0-1-1 0 0,0 1 0 0 0,0-1 1 0 0,1 1-1 0 0,-1-1 1 0 0,1 1-1 0 0,0-1 1 0 0,-1 1-1 0 0,1-1 0 0 0,0 1 1 0 0,1 0-1 0 0,-1-1 1 0 0,0 1-1 0 0,2 4 0 0 0,-2-5 209 0 0,4-4-174 0 0,30-16 74 0 0,-28 13-108 0 0,0 1 0 0 0,0 0 0 0 0,1 1-1 0 0,-1 0 1 0 0,1 0 0 0 0,0 0 0 0 0,0 1 0 0 0,0 0 0 0 0,0 0-1 0 0,0 0 1 0 0,0 1 0 0 0,9 0 0 0 0,-1 1 1 0 0,1 0 0 0 0,0-1 0 0 0,-1-1 1 0 0,1 0-1 0 0,-1-1 0 0 0,0-1 0 0 0,0-1 0 0 0,0 0 0 0 0,26-13 1 0 0,-30 12-8 0 0,0-2 0 0 0,-1 1 1 0 0,0-1-1 0 0,-1-1 0 0 0,0 0 0 0 0,0 0 1 0 0,-1-1-1 0 0,0 0 0 0 0,0 0 1 0 0,-1-1-1 0 0,10-22 0 0 0,-4 7 26 0 0,-2-1 0 0 0,10-34 0 0 0,-17 48 105 0 0,-1 1 1 0 0,0-1 0 0 0,-1 0-1 0 0,-1 0 1 0 0,0-1 0 0 0,-1 1-1 0 0,-1-14 1 0 0,0 24-13 0 0,3-4 6 0 0,-2 7-114 0 0,0 0 0 0 0,0 0-1 0 0,0 0 1 0 0,0 0 0 0 0,0 0-1 0 0,0 0 1 0 0,0 0 0 0 0,0 0-1 0 0,0 0 1 0 0,-1 0 0 0 0,1 0-1 0 0,0 0 1 0 0,0 0 0 0 0,0 0-1 0 0,0 0 1 0 0,0 0 0 0 0,0 0-1 0 0,0 0 1 0 0,0 0 0 0 0,0 0-1 0 0,0 0 1 0 0,0 0 0 0 0,0 0-1 0 0,0 0 1 0 0,0 0 0 0 0,0 0-1 0 0,0-1 1 0 0,0 1-1 0 0,0 0 1 0 0,0 0 0 0 0,0 0-1 0 0,0 0 1 0 0,0 0 0 0 0,0 0-1 0 0,0 0 1 0 0,0 0 0 0 0,0 0-1 0 0,0 0 1 0 0,0-1 0 0 0,-8 18 74 0 0,2 0 0 0 0,0 0 1 0 0,1 1-1 0 0,1 0 0 0 0,0 0 1 0 0,1 0-1 0 0,0 27 0 0 0,2 8-1256 0 0,8 75-1 0 0,-4-105-576 0 0,0-9-4473 0 0,-2-4 2958 0 0</inkml:trace>
</inkml:ink>
</file>

<file path=ppt/ink/ink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2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1424 577 700 0 0,'189'-66'8065'0'0,"-188"65"-8117"0"0,8-2-322 0 0</inkml:trace>
  <inkml:trace contextRef="#ctx0" brushRef="#br0" timeOffset="1">94 118 11001 0 0,'-11'-5'144'0'0,"1"0"0"0"0,-1 0 1 0 0,1-1-1 0 0,0 0 0 0 0,0-1 0 0 0,1 0 0 0 0,-13-13 0 0 0,22 20-135 0 0,0-1-1 0 0,0 0 0 0 0,0 1 1 0 0,0-1-1 0 0,0 0 0 0 0,0 0 0 0 0,0 1 1 0 0,0-1-1 0 0,0 0 0 0 0,0 1 1 0 0,0-1-1 0 0,0 0 0 0 0,1 1 0 0 0,-1-1 1 0 0,0 0-1 0 0,0 1 0 0 0,1-1 1 0 0,-1 1-1 0 0,0-1 0 0 0,1 0 0 0 0,-1 1 1 0 0,1-1-1 0 0,-1 1 0 0 0,0-1 1 0 0,1 1-1 0 0,-1-1 0 0 0,1 1 0 0 0,0 0 1 0 0,-1-1-1 0 0,1 1 0 0 0,-1-1 1 0 0,1 1-1 0 0,1-1 0 0 0,21-11 105 0 0,-2 5-106 0 0,1 2 0 0 0,-1 1 0 0 0,1 0 0 0 0,0 2 1 0 0,0 0-1 0 0,0 1 0 0 0,23 3 0 0 0,158 24-4256 0 0,-154-18 1445 0 0,5 0-321 0 0</inkml:trace>
</inkml:ink>
</file>

<file path=ppt/ink/ink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3.6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308 605 9413 0 0,'5'-8'43'0'0,"3"-5"-1"0"0,1 0-1 0 0,0 1 1 0 0,20-21 0 0 0,-27 31-36 0 0,-1 0 0 0 0,1 0 0 0 0,0 0 1 0 0,0 1-1 0 0,0-1 0 0 0,0 1 0 0 0,0 0 0 0 0,0-1 0 0 0,0 1 0 0 0,0 0 1 0 0,0 0-1 0 0,1 1 0 0 0,-1-1 0 0 0,0 0 0 0 0,1 1 0 0 0,-1-1 0 0 0,1 1 1 0 0,-1 0-1 0 0,0 0 0 0 0,1-1 0 0 0,-1 2 0 0 0,1-1 0 0 0,-1 0 0 0 0,1 1 0 0 0,-1-1 1 0 0,0 1-1 0 0,1-1 0 0 0,-1 1 0 0 0,0 0 0 0 0,0 0 0 0 0,1 0 0 0 0,2 2 1 0 0,-4-2 5 0 0,1 0-1 0 0,-1 0 1 0 0,1 1 0 0 0,-1-1 0 0 0,0 0 0 0 0,0 1 0 0 0,1-1 0 0 0,-1 0 0 0 0,0 1 0 0 0,0-1 0 0 0,0 1 0 0 0,0 0 0 0 0,-1-1 0 0 0,1 1 0 0 0,0 0 0 0 0,-1 0 0 0 0,1-1 0 0 0,-1 1 0 0 0,1 0 0 0 0,-1 0-1 0 0,0 0 1 0 0,0 3 0 0 0,0-2 2 0 0,-1 0-1 0 0,0 0 1 0 0,0 0-1 0 0,0 0 1 0 0,0 0-1 0 0,0-1 1 0 0,-1 1-1 0 0,0 0 1 0 0,1 0-1 0 0,-1-1 1 0 0,0 1-1 0 0,-3 2 1 0 0,-2 2 15 0 0,0 0-1 0 0,-1 0 1 0 0,0 0-1 0 0,-1-1 1 0 0,1-1 0 0 0,-19 10-1 0 0,14-10-4 0 0,-1 0 0 0 0,0-1 0 0 0,1-1 1 0 0,-2 0-1 0 0,1-1 0 0 0,0 0 0 0 0,0-1 0 0 0,-1-1 0 0 0,1 0 0 0 0,0-1 0 0 0,-1-1 0 0 0,1 0 0 0 0,0 0 0 0 0,0-2 0 0 0,-20-7 0 0 0,26 8-16 0 0,1 0-1 0 0,-1-1 0 0 0,1 0 1 0 0,0 0-1 0 0,0 0 0 0 0,1-1 1 0 0,-1 0-1 0 0,1-1 0 0 0,0 1 1 0 0,0-1-1 0 0,1 0 0 0 0,0-1 0 0 0,0 1 1 0 0,0-1-1 0 0,1 0 0 0 0,0 0 1 0 0,1 0-1 0 0,-1-1 0 0 0,1 1 1 0 0,1-1-1 0 0,-1 0 0 0 0,1 0 1 0 0,1 0-1 0 0,-1 0 0 0 0,1 0 1 0 0,1 0-1 0 0,0 0 0 0 0,0-10 1 0 0,3 0-4 0 0,0 0 1 0 0,0 0-1 0 0,2 1 1 0 0,0 0-1 0 0,1 0 1 0 0,1 0-1 0 0,1 1 1 0 0,0 0-1 0 0,1 0 1 0 0,0 1-1 0 0,1 0 1 0 0,1 1-1 0 0,1 0 1 0 0,15-15-1 0 0,-5 8-4 0 0,1 1-1 0 0,0 1 0 0 0,1 1 0 0 0,1 0 0 0 0,1 3 1 0 0,1 0-1 0 0,47-19 0 0 0,-45 24-5 0 0,0 2 1 0 0,1 1-1 0 0,0 2 1 0 0,0 1-1 0 0,1 1 1 0 0,-1 2-1 0 0,0 0 1 0 0,1 3-1 0 0,-1 0 1 0 0,0 2-1 0 0,0 1 1 0 0,0 2-1 0 0,0 0 0 0 0,-1 2 1 0 0,-1 2-1 0 0,1 0 1 0 0,-2 2-1 0 0,33 19 1 0 0,-37-17 6 0 0,0 0 0 0 0,0 2 0 0 0,-2 0 1 0 0,0 2-1 0 0,-1 0 0 0 0,-1 1 0 0 0,-1 1 0 0 0,30 45 1 0 0,-36-46 8 0 0,-1 0 0 0 0,-2 0 0 0 0,0 1 0 0 0,-1 0 1 0 0,-1 0-1 0 0,-1 1 0 0 0,0 0 0 0 0,-2 0 0 0 0,-1 1 1 0 0,-1-1-1 0 0,-1 40 0 0 0,-2-48 27 0 0,0 0 0 0 0,-1-1 0 0 0,-1 1 0 0 0,0 0 0 0 0,-1-1 0 0 0,-1 0 0 0 0,0 0 0 0 0,0 0 0 0 0,-1-1 0 0 0,-1 0 0 0 0,0 0 0 0 0,-1 0 0 0 0,-13 14 0 0 0,17-21-106 0 0,-1 0 0 0 0,0 0 0 0 0,0-1 0 0 0,0 1 0 0 0,0-1 0 0 0,-1-1 0 0 0,0 1 0 0 0,0-1 0 0 0,0 0 0 0 0,0 0 0 0 0,0 0 0 0 0,0-1 0 0 0,-1 0 0 0 0,1-1-1 0 0,-1 1 1 0 0,0-1 0 0 0,1 0 0 0 0,-1-1 0 0 0,0 0 0 0 0,0 0 0 0 0,1 0 0 0 0,-1-1 0 0 0,0 0 0 0 0,1 0 0 0 0,-1-1 0 0 0,1 0 0 0 0,-1 0 0 0 0,1 0 0 0 0,-8-5 0 0 0,6 3-153 0 0,0-1-1 0 0,0 0 0 0 0,0 0 1 0 0,1-1-1 0 0,0 0 0 0 0,0 0 1 0 0,0-1-1 0 0,1 0 0 0 0,0 0 1 0 0,0-1-1 0 0,1 0 0 0 0,0 1 1 0 0,1-2-1 0 0,-6-10 0 0 0,9 15 195 0 0,-1 0 1 0 0,1 0-1 0 0,-1 0 0 0 0,1 0 0 0 0,0 0 1 0 0,1 0-1 0 0,-1-1 0 0 0,1 1 0 0 0,0 0 1 0 0,0 0-1 0 0,0-1 0 0 0,0 1 0 0 0,1 0 0 0 0,0 0 1 0 0,0-1-1 0 0,0 1 0 0 0,0 0 0 0 0,1 0 1 0 0,-1 0-1 0 0,1 0 0 0 0,0 1 0 0 0,0-1 1 0 0,1 0-1 0 0,-1 1 0 0 0,1 0 0 0 0,-1-1 0 0 0,1 1 1 0 0,0 0-1 0 0,1 0 0 0 0,-1 1 0 0 0,0-1 1 0 0,8-4-1 0 0,6-2 52 0 0,0 1 0 0 0,0 0 0 0 0,1 1 0 0 0,0 1 0 0 0,38-8 0 0 0,103-7 96 0 0,-80 12 22 0 0,13-1 207 0 0,-37 5 1100 0 0,100-22 0 0 0,-152 26-1376 0 0,-1 1 0 0 0,0-1 0 0 0,0 1 0 0 0,0-1 0 0 0,0 1 0 0 0,1 0 0 0 0,-1 0-1 0 0,0 0 1 0 0,0 0 0 0 0,1 0 0 0 0,-1 0 0 0 0,0 1 0 0 0,0-1 0 0 0,0 1 0 0 0,0-1 0 0 0,1 1 0 0 0,-1 0 0 0 0,0 0 0 0 0,0 0 0 0 0,0 0 0 0 0,-1 0 0 0 0,1 1 0 0 0,0-1 0 0 0,0 0 0 0 0,-1 1 0 0 0,1-1 0 0 0,2 4 0 0 0,1 2 84 0 0,-1 1 0 0 0,0 0 1 0 0,0 0-1 0 0,0 0 0 0 0,3 16 1 0 0,16 28 294 0 0,-18-47-444 0 0,1 0 0 0 0,0 0 1 0 0,1-1-1 0 0,-1 0 0 0 0,1 0 0 0 0,0-1 0 0 0,0 0 1 0 0,0 0-1 0 0,0-1 0 0 0,0 0 0 0 0,1 0 1 0 0,11 1-1 0 0,19 8-1489 0 0,18-1-1665 0 0,-32-10-666 0 0,-7-2 1498 0 0</inkml:trace>
</inkml:ink>
</file>

<file path=ppt/ink/ink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4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123 124 552 0 0,'-1'-15'3598'0'0,"0"13"-3447"0"0,0 0 0 0 0,0 1 0 0 0,0-1 0 0 0,0 0 0 0 0,-1 1 0 0 0,1-1 0 0 0,0 1 0 0 0,-1-1 0 0 0,1 1 0 0 0,-1 0 0 0 0,0 0 0 0 0,1-1 0 0 0,-1 1 0 0 0,0 0 0 0 0,0 0 0 0 0,0 1 0 0 0,0-1 0 0 0,0 0 0 0 0,0 1 0 0 0,0-1 0 0 0,0 1 0 0 0,0 0 0 0 0,0-1 0 0 0,0 1 0 0 0,0 0 0 0 0,0 0 0 0 0,0 0 0 0 0,0 1 0 0 0,0-1 0 0 0,-3 1 0 0 0,1 0-40 0 0,0-1 0 0 0,0 1-1 0 0,0 1 1 0 0,0-1 0 0 0,1 0-1 0 0,-1 1 1 0 0,0 0 0 0 0,1 0-1 0 0,-1 0 1 0 0,1 0-1 0 0,0 1 1 0 0,-1-1 0 0 0,1 1-1 0 0,0 0 1 0 0,-3 3 0 0 0,6-5-91 0 0,-1-1 0 0 0,1 1 1 0 0,-1 0-1 0 0,1-1 1 0 0,-1 1-1 0 0,1 0 1 0 0,-1 0-1 0 0,1-1 0 0 0,0 1 1 0 0,0 0-1 0 0,-1 0 1 0 0,1 0-1 0 0,0-1 1 0 0,0 1-1 0 0,0 0 0 0 0,0 0 1 0 0,-1 0-1 0 0,1 0 1 0 0,1 0-1 0 0,-1-1 1 0 0,0 1-1 0 0,0 0 0 0 0,0 0 1 0 0,0 0-1 0 0,1 0 1 0 0,-1-1-1 0 0,0 1 1 0 0,1 1-1 0 0,0-1 2 0 0,1 0 0 0 0,-1 1 0 0 0,0-1 0 0 0,1 0 0 0 0,-1-1 0 0 0,1 1 0 0 0,-1 0 0 0 0,1 0 0 0 0,-1 0 0 0 0,1-1 0 0 0,0 1 0 0 0,-1-1 0 0 0,3 1 1 0 0,58 3 188 0 0,-56-4-179 0 0,57-2 29 0 0,-39 0-105 0 0,1 1 1 0 0,47 6 0 0 0,-71-5 35 0 0,0 0 8 0 0,0 1 1 0 0,0-1-1 0 0,0 0 0 0 0,0 1 1 0 0,0-1-1 0 0,0 0 0 0 0,0 0 1 0 0,0 0-1 0 0,0 1 0 0 0,0-1 1 0 0,0 0-1 0 0,0 0 0 0 0,0-1 0 0 0,0 1 1 0 0,0 0-1 0 0,0 0 0 0 0,0 0 1 0 0,0-1-1 0 0,0 1 0 0 0,0 0 1 0 0,-1-1-1 0 0,1 1 0 0 0,0-1 1 0 0,0 1-1 0 0,0-1 0 0 0,0 1 1 0 0,0-2-1 0 0,31-15-3 0 0,-21 8-545 0 0,-1-2 0 0 0,0 1-1 0 0,17-23 1 0 0,3-18-4943 0 0,-19 30 3244 0 0</inkml:trace>
</inkml:ink>
</file>

<file path=ppt/ink/ink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5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0 672 0 0,'0'0'3368'0'0,"-3"4"-3046"0"0,-5 5-56 0 0,2 0-1 0 0,-1 0 1 0 0,1 1 0 0 0,1 0 0 0 0,-1 0 0 0 0,2 0 0 0 0,-6 16 0 0 0,-20 88 902 0 0,13-49-779 0 0,10-28-217 0 0,1 0 0 0 0,1 0 1 0 0,2 0-1 0 0,2 1 0 0 0,2 0 0 0 0,5 37 1 0 0,-5-56-146 0 0,1 0 0 0 0,1 0 0 0 0,1 0 0 0 0,1 0 1 0 0,10 26-1 0 0,-15-44-89 0 0,1 0 1 0 0,-1 1-1 0 0,1-1 0 0 0,0 0 1 0 0,-1 0-1 0 0,1 0 0 0 0,0 1 1 0 0,0-1-1 0 0,0 0 1 0 0,0 0-1 0 0,0 0 0 0 0,0-1 1 0 0,0 1-1 0 0,0 0 0 0 0,0 0 1 0 0,0-1-1 0 0,1 1 1 0 0,-1 0-1 0 0,0-1 0 0 0,0 1 1 0 0,1-1-1 0 0,-1 0 0 0 0,0 1 1 0 0,3-1-1 0 0,-1 0-42 0 0,0 0-1 0 0,-1-1 1 0 0,1 1 0 0 0,-1-1-1 0 0,1 0 1 0 0,0 0-1 0 0,-1 0 1 0 0,0 0 0 0 0,1 0-1 0 0,-1-1 1 0 0,0 1 0 0 0,3-2-1 0 0,7-7-339 0 0,-1-1 0 0 0,0 1 1 0 0,15-20-1 0 0,-21 24 316 0 0,2-2 267 0 0,0-1-1 0 0,0 0 0 0 0,-1 0 0 0 0,0-1 0 0 0,9-18 0 0 0,-15 27 91 0 0,1-1 165 0 0,0 1 1 0 0,0 0-1 0 0,0 0 0 0 0,0 0 1 0 0,1 0-1 0 0,-1 0 0 0 0,0 0 1 0 0,0 0-1 0 0,1 0 1 0 0,-1 1-1 0 0,1-1 0 0 0,-1 0 1 0 0,1 1-1 0 0,-1-1 0 0 0,3 0 1 0 0,-2 5-386 0 0,-1 1-1 0 0,1-1 1 0 0,-1 0 0 0 0,1 0 0 0 0,0-1 0 0 0,1 1-1 0 0,-1 0 1 0 0,1-1 0 0 0,-1 1 0 0 0,1-1 0 0 0,0 0-1 0 0,0 0 1 0 0,1 0 0 0 0,-1 0 0 0 0,1 0 0 0 0,-1-1 0 0 0,7 3-1 0 0,-6-3 3 0 0,-1-1 0 0 0,1 0 0 0 0,0-1 0 0 0,0 1-1 0 0,0-1 1 0 0,0 0 0 0 0,0 0 0 0 0,0 0 0 0 0,0 0 0 0 0,0 0-1 0 0,0-1 1 0 0,0 0 0 0 0,-1 0 0 0 0,1 0 0 0 0,0 0 0 0 0,0-1-1 0 0,-1 0 1 0 0,1 1 0 0 0,-1-1 0 0 0,7-5 0 0 0,13-9 48 0 0,0-2 1 0 0,25-24-1 0 0,-47 41-75 0 0,0 3 7 0 0,1 0 12 0 0,-1 1 0 0 0,0-1 0 0 0,-1 1 0 0 0,1-1 0 0 0,0 1 0 0 0,-1 0 0 0 0,1-1 0 0 0,-1 1 0 0 0,0 0 0 0 0,0-1 0 0 0,0 4 0 0 0,-3 25 9 0 0,-1 1 1 0 0,-1 0-1 0 0,-2-1 0 0 0,-1 0 1 0 0,-13 32-1 0 0,-73 148 20 0 0,58-136-6 0 0,-35 102-1 0 0,17 18 61 0 0,54-195-69 0 0,-1 0 0 0 0,1 1 0 0 0,0-1 0 0 0,-1 0 0 0 0,1 1 0 0 0,0-1 0 0 0,0 1 0 0 0,0-1 0 0 0,-1 0 0 0 0,1 1 1 0 0,0-1-1 0 0,0 1 0 0 0,0-1 0 0 0,0 1 0 0 0,0-1 0 0 0,0 1 0 0 0,0-1 0 0 0,0 1 0 0 0,0-1 0 0 0,0 1 0 0 0,0-1 0 0 0,0 0 0 0 0,0 1 0 0 0,0-1 0 0 0,1 1 1 0 0,-1-1-1 0 0,0 1 0 0 0,0-1 0 0 0,0 1 0 0 0,1-1 0 0 0,-1 0 0 0 0,0 1 0 0 0,0-1 0 0 0,1 0 0 0 0,-1 1 0 0 0,0-1 0 0 0,1 0 0 0 0,-1 1 0 0 0,1-1 0 0 0,-1 0 0 0 0,0 0 1 0 0,1 1-1 0 0,-1-1 0 0 0,1 0 0 0 0,-1 0 0 0 0,1 0 0 0 0,-1 0 0 0 0,1 1 0 0 0,25-17 226 0 0,28-36-132 0 0,-53 51-104 0 0,502-616 142 0 0,-352 421-382 0 0,-121 155 178 0 0,-20 26 24 0 0,0 0-1 0 0,1 1 1 0 0,1 0-1 0 0,0 1 0 0 0,1 0 1 0 0,17-12-1 0 0,-30 24 27 0 0,1 0 0 0 0,0 1 1 0 0,0-1-1 0 0,0 1 0 0 0,0-1 0 0 0,0 1 0 0 0,0-1 0 0 0,1 1 0 0 0,-1 0 0 0 0,0 0 0 0 0,0-1 1 0 0,0 1-1 0 0,0 0 0 0 0,0 0 0 0 0,0 0 0 0 0,1 0 0 0 0,-1 0 0 0 0,0 1 0 0 0,0-1 0 0 0,0 0 1 0 0,0 0-1 0 0,0 1 0 0 0,0-1 0 0 0,0 0 0 0 0,0 1 0 0 0,0-1 0 0 0,0 1 0 0 0,2 1 1 0 0,-1 0-3 0 0,1 1 1 0 0,-1-1 0 0 0,1 1 0 0 0,-1 0 0 0 0,0 0 0 0 0,0 0 0 0 0,0 0-1 0 0,0 0 1 0 0,1 4 0 0 0,2 6-7 0 0,0-1 0 0 0,-1 0 0 0 0,-1 1 0 0 0,3 17 0 0 0,-4-8 9 0 0,-1 0 1 0 0,0 1-1 0 0,-2-1 0 0 0,0 0 0 0 0,-2 0 1 0 0,0 0-1 0 0,-2 0 0 0 0,-7 23 0 0 0,9-36 14 0 0,2-6-1 0 0,1 0 1 0 0,-1 0-1 0 0,0 0 0 0 0,0 0 0 0 0,0 0 0 0 0,0 0 1 0 0,0-1-1 0 0,-1 1 0 0 0,1 0 0 0 0,-1-1 1 0 0,0 0-1 0 0,0 1 0 0 0,0-1 0 0 0,0 0 0 0 0,0 0 1 0 0,0 0-1 0 0,0 0 0 0 0,-1 0 0 0 0,1 0 1 0 0,-1-1-1 0 0,0 1 0 0 0,-4 1 0 0 0,5-2 155 0 0,-2-7-87 0 0,4 6-75 0 0,-1 0 1 0 0,1-1 0 0 0,-1 1 0 0 0,1-1-1 0 0,-1 1 1 0 0,1-1 0 0 0,-1 1 0 0 0,1-1 0 0 0,-1 1-1 0 0,1-1 1 0 0,-1 1 0 0 0,1-1 0 0 0,0 1-1 0 0,0-1 1 0 0,-1 0 0 0 0,1 1 0 0 0,0-1 0 0 0,0 1-1 0 0,-1-1 1 0 0,1 0 0 0 0,0 1 0 0 0,0-1-1 0 0,0 0 1 0 0,0 1 0 0 0,0-1 0 0 0,0 0 0 0 0,0 0-1 0 0,8-14 17 0 0,0 0-1 0 0,1 1 1 0 0,1 0-1 0 0,0 1 1 0 0,0 0 0 0 0,2 1-1 0 0,-1 0 1 0 0,23-17-1 0 0,-12 12-3 0 0,0 1 0 0 0,1 1 0 0 0,1 1 0 0 0,43-18 0 0 0,-66 31-18 0 0,1 1 1 0 0,-1-1 0 0 0,1 1-1 0 0,-1-1 1 0 0,1 1 0 0 0,-1-1-1 0 0,1 1 1 0 0,-1 0-1 0 0,1 0 1 0 0,-1 0 0 0 0,1 0-1 0 0,-1 0 1 0 0,1 0 0 0 0,-1 0-1 0 0,1 0 1 0 0,-1 0 0 0 0,1 1-1 0 0,-1-1 1 0 0,1 1 0 0 0,-1-1-1 0 0,0 1 1 0 0,1 0 0 0 0,-1-1-1 0 0,0 1 1 0 0,1 0 0 0 0,0 1-1 0 0,0 1 3 0 0,0-1-1 0 0,0 0 1 0 0,-1 1 0 0 0,1-1-1 0 0,-1 1 1 0 0,0 0-1 0 0,0 0 1 0 0,0-1 0 0 0,0 1-1 0 0,0 0 1 0 0,-1 0-1 0 0,1 0 1 0 0,-1 3 0 0 0,1 2-11 0 0,-1-1 0 0 0,0 0 0 0 0,0 1 1 0 0,0-1-1 0 0,-1 1 0 0 0,-1-1 0 0 0,1 0 1 0 0,-1 1-1 0 0,0-1 0 0 0,-1 0 0 0 0,-4 9 1 0 0,-15 10-1254 0 0,5-11-5790 0 0</inkml:trace>
</inkml:ink>
</file>

<file path=ppt/ink/ink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5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53 392 0 0,'6'-11'992'0'0,"-1"3"-116"0"0,-1-1-88 0 0,2 2 568 0 0,1-5-304 0 0,1 7-411 0 0</inkml:trace>
</inkml:ink>
</file>

<file path=ppt/ink/ink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4:26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0 836 0 0,'0'0'4833'0'0,"-2"4"-4083"0"0,0 3-423 0 0,0 0-1 0 0,0 1 1 0 0,1-1-1 0 0,0 1 1 0 0,0-1-1 0 0,1 1 1 0 0,-1 0-1 0 0,2-1 1 0 0,-1 1-1 0 0,1-1 0 0 0,1 1 1 0 0,-1-1-1 0 0,3 9 1 0 0,-1-8-178 0 0,-1 0 0 0 0,0 0 1 0 0,-1 0-1 0 0,0 1 0 0 0,0-1 0 0 0,-1 1 1 0 0,0-1-1 0 0,0 0 0 0 0,-1 1 0 0 0,0-1 1 0 0,0 0-1 0 0,-1 1 0 0 0,-1-1 0 0 0,-3 11 1 0 0,-1-10-144 0 0,0-1 1 0 0,0 0 0 0 0,0-1 0 0 0,-1 1 0 0 0,0-1 0 0 0,-1-1 0 0 0,0 1-1 0 0,0-2 1 0 0,0 1 0 0 0,0-1 0 0 0,-1 0 0 0 0,0-1 0 0 0,0 0 0 0 0,0-1 0 0 0,-1 0-1 0 0,1-1 1 0 0,-1 0 0 0 0,1 0 0 0 0,-13-1 0 0 0,22-1-352 0 0,-1 0 0 0 0,1 0 0 0 0,-1 0 0 0 0,1 0-1 0 0,-1 0 1 0 0,1 0 0 0 0,0 0 0 0 0,-1-1 0 0 0,1 1 0 0 0,-1 0 0 0 0,1-1 0 0 0,0 0 0 0 0,-1 1 0 0 0,1-1 0 0 0,0 0 0 0 0,0 1 0 0 0,0-1-1 0 0,-1 0 1 0 0,1 0 0 0 0,-1-2 0 0 0,-5-3-3098 0 0</inkml:trace>
  <inkml:trace contextRef="#ctx0" brushRef="#br0" timeOffset="1">633 316 380 0 0,'0'0'1124'0'0,"8"-9"820"0"0,-5-1-112 0 0,-24 3-2092 0 0,1 5-580 0 0,-7 1-904 0 0,4-1 400 0 0</inkml:trace>
</inkml:ink>
</file>

<file path=ppt/ink/ink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23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77 102 504 0 0,'-13'-23'2894'0'0,"9"15"-2242"0"0,0 0-1 0 0,0 1 0 0 0,-1 0 1 0 0,0-1-1 0 0,-11-11 1 0 0,15 18-395 0 0,-7-7 575 0 0,-8-5 1913 0 0,16 79-2446 0 0,2 0-1 0 0,3 0 1 0 0,20 97 0 0 0,11-5 93 0 0,-8 2 1 0 0,-6 0 0 0 0,2 221 0 0 0,-12 24 124 0 0,8 52 152 0 0,-12-334-282 0 0,11 97 479 0 0,7 67 196 0 0,-8-47-437 0 0,-12-95-412 0 0,-1-71-117 0 0,-4-38-63 0 0,1 0 0 0 0,2 0 0 0 0,1-1 0 0 0,2 1 0 0 0,21 63 0 0 0,-28-98-68 0 0,1 0-1 0 0,-1 1 1 0 0,1-1-1 0 0,-1 0 1 0 0,1 0-1 0 0,-1 0 1 0 0,1 0-1 0 0,0 0 1 0 0,-1 1-1 0 0,1-1 1 0 0,0 0-1 0 0,0-1 1 0 0,0 1-1 0 0,0 0 1 0 0,0 0-1 0 0,0 0 1 0 0,0 0-1 0 0,0-1 1 0 0,0 1 0 0 0,1-1-1 0 0,-1 1 1 0 0,0-1-1 0 0,0 1 1 0 0,1-1-1 0 0,-1 0 1 0 0,0 1-1 0 0,0-1 1 0 0,2 0-1 0 0,0 0-95 0 0,-1-1 0 0 0,1 0 0 0 0,-1 0 0 0 0,1 0 0 0 0,-1 0 0 0 0,1 0 0 0 0,-1 0 1 0 0,0-1-1 0 0,0 1 0 0 0,1-1 0 0 0,-1 1 0 0 0,0-1 0 0 0,1-2 0 0 0,9-8-2053 0 0,-2 0 0 0 0,0-1 0 0 0,12-19 0 0 0,-3 0-1722 0 0</inkml:trace>
</inkml:ink>
</file>

<file path=ppt/ink/ink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25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97 200 0 0,'0'0'401'0'0,"-19"0"673"0"0,12-1-801 0 0,-3 0 163 0 0,1 0 0 0 0,-1 0 0 0 0,0 1 0 0 0,-11 2 0 0 0,19-2-174 0 0,-20-1 3940 0 0,320-26-3474 0 0,-108 14-611 0 0,305-23 100 0 0,242 18-12 0 0,241 66-46 0 0,-297-6-67 0 0,302-18-76 0 0,-809-21-20 0 0,959 4 11 0 0,-952-8-6 0 0,524 9 20 0 0,-219-1-32 0 0,1259-28 96 0 0,-1411 10-74 0 0,597-11-11 0 0,-97 36 10 0 0,-138 36 354 0 0,76 4 1585 0 0,-715-51-1513 0 0,-19 0 430 0 0,0-2 0 0 0,0-1-1 0 0,58-9 1 0 0,-94 9-711 0 0,1-1-94 0 0,0 1 0 0 0,0 0 0 0 0,0 1 0 0 0,0-1-1 0 0,0 0 1 0 0,0 1 0 0 0,0 0 0 0 0,0 0 0 0 0,0 0 0 0 0,-1 0 0 0 0,1 0 0 0 0,0 0 0 0 0,0 1 0 0 0,-1-1 0 0 0,5 4 0 0 0,-3-1-56 0 0,-1 0 1 0 0,0 1-1 0 0,0-1 1 0 0,0 1-1 0 0,-1-1 1 0 0,1 1 0 0 0,-1 0-1 0 0,2 7 1 0 0,8 25 45 0 0,-1 0 0 0 0,-2 0 0 0 0,6 47 1 0 0,2 118 94 0 0,-8-75-92 0 0,16 846 200 0 0,-25-936-279 0 0,0 17-60 0 0,-1 0 1 0 0,-3-1-1 0 0,-3 1 1 0 0,-21 87-1 0 0,0-74-2415 0 0,25-62 1326 0 0,0-1-1 0 0,0 1 1 0 0,0-1-1 0 0,-1 0 0 0 0,1 0 1 0 0,-8 6-1 0 0,-2-1-2836 0 0</inkml:trace>
</inkml:ink>
</file>

<file path=ppt/ink/ink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27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0 150 484 0 0,'0'0'2357'0'0,"6"1"-2086"0"0,375 23 2047 0 0,-208-17-1641 0 0,426 7 603 0 0,-396-12-1119 0 0,1208 29 244 0 0,-346-39-234 0 0,-974 6-146 0 0,955-12 145 0 0,-620 12 83 0 0,362-11 648 0 0,-278-3-418 0 0,-196 9-117 0 0,118-6 188 0 0,-122 5-250 0 0,54-3-14 0 0,600-20 678 0 0,-655 26-774 0 0,108-2 173 0 0,259-6 408 0 0,-275-8-179 0 0,41-3 42 0 0,-9 22-410 0 0,-228 3-47 0 0,-132 1-6 0 0,-22-1 417 0 0,0-1 0 0 0,62-9 0 0 0,-84 2-175 0 0,-23 1-2742 0 0,-9 4 1412 0 0,-1 1-1 0 0,1-1 1 0 0,-1 1-1 0 0,0 0 0 0 0,0 0 1 0 0,0 0-1 0 0,1 0 1 0 0,-7 0-1 0 0,-7-2-3156 0 0</inkml:trace>
</inkml:ink>
</file>

<file path=ppt/ink/ink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29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592 137 176 0 0,'6'-12'772'0'0,"-2"0"1"0"0,0 0-1 0 0,0 0 1 0 0,-1 0-1 0 0,-1-1 1 0 0,2-13-1 0 0,-4 24-546 0 0,1-34 2592 0 0,5 62-2593 0 0,-2 1-1 0 0,-1-1 0 0 0,0 1 0 0 0,-2-1 1 0 0,-2 1-1 0 0,-5 48 0 0 0,-45 164 1157 0 0,1-4-219 0 0,40-161-535 0 0,3 1 1 0 0,5 119 0 0 0,5-143-295 0 0,-1-1 0 0 0,-3 1 1 0 0,-13 85-1 0 0,-25 80 259 0 0,36-186-546 0 0,1 1 0 0 0,2 0 0 0 0,3 30 0 0 0,4-43-23 0 0,-6-16-25 0 0,1 1 1 0 0,-1-1 0 0 0,0 1 0 0 0,0 0-1 0 0,0-1 1 0 0,-1 1 0 0 0,1 0 0 0 0,-1 0-1 0 0,1-1 1 0 0,-1 1 0 0 0,0 0-1 0 0,0 3 1 0 0,4 4 13 0 0,-3-9 11 0 0,-1-1 0 0 0,1 0-1 0 0,-1 1 1 0 0,0-1 0 0 0,1 0-1 0 0,-1 1 1 0 0,0-1 0 0 0,1 1 0 0 0,-1-1-1 0 0,0 1 1 0 0,1-1 0 0 0,-1 1-1 0 0,0-1 1 0 0,0 1 0 0 0,0-1 0 0 0,1 1-1 0 0,-1-1 1 0 0,0 1 0 0 0,0-1-1 0 0,0 1 1 0 0,0 0 0 0 0,0-1-1 0 0,0 1 1 0 0,0-1 0 0 0,0 1 0 0 0,0-1-1 0 0,0 1 1 0 0,-1-1 0 0 0,1 1-1 0 0,0-1 1 0 0,0 1 0 0 0,-1 0 0 0 0,-181-17-380 0 0,65 7-2577 0 0,4-4-3750 0 0,42 2 2451 0 0</inkml:trace>
</inkml:ink>
</file>

<file path=ppt/ink/ink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4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56 132 0 0,'0'0'2318'0'0,"1"-15"5411"0"0,14-5-7536 0 0,-14 19-88 0 0,34-14 326 0 0,-32 14-414 0 0,-1 1 0 0 0,0-1 0 0 0,0 0-1 0 0,1 1 1 0 0,-1-1 0 0 0,0 1 0 0 0,1-1-1 0 0,-1 1 1 0 0,1 0 0 0 0,-1 0 0 0 0,1 0-1 0 0,-1 1 1 0 0,0-1 0 0 0,1 1 0 0 0,-1-1-1 0 0,0 1 1 0 0,1 0 0 0 0,-1 0 0 0 0,0-1-1 0 0,0 2 1 0 0,3 0 0 0 0,-1 2 1 0 0,0-1 0 0 0,0 1 0 0 0,0-1 1 0 0,0 1-1 0 0,-1 0 0 0 0,0 0 0 0 0,0 1 0 0 0,0-1 0 0 0,3 8 1 0 0,2 4 74 0 0,-1 1 0 0 0,-1 0 0 0 0,-1 0 0 0 0,6 32 0 0 0,-11-49-91 0 0,4 21 162 0 0,0-1-1 0 0,-2 1 0 0 0,0 0 1 0 0,-1-1-1 0 0,-1 1 0 0 0,-1 0 1 0 0,-5 26-1 0 0,5-45 135 0 0,-2 12 807 0 0,-4-21-469 0 0,-3-28-347 0 0,10 21-283 0 0,0 0-1 0 0,1 0 1 0 0,1 0 0 0 0,1 0 0 0 0,0 0 0 0 0,0 1 0 0 0,1-1-1 0 0,1 1 1 0 0,0 0 0 0 0,1 1 0 0 0,0-1 0 0 0,1 1 0 0 0,1 0-1 0 0,0 1 1 0 0,13-16 0 0 0,-18 24-13 0 0,0 0 0 0 0,0 0 1 0 0,0 0-1 0 0,1 0 0 0 0,-1 0 0 0 0,1 1 0 0 0,-1 0 0 0 0,1 0 0 0 0,0 0 0 0 0,0 0 1 0 0,0 1-1 0 0,4-2 0 0 0,-5 2 3 0 0,-2 1 3 0 0,26 13 1 0 0,-12 21 8 0 0,-2 1 0 0 0,-1 0 1 0 0,7 40-1 0 0,11 17 47 0 0,-30-91-56 0 0,2 0-141 0 0,0 0 0 0 0,-1 0-1 0 0,1 0 1 0 0,0 0-1 0 0,0 0 1 0 0,0 0 0 0 0,0-1-1 0 0,0 1 1 0 0,0-1 0 0 0,0 1-1 0 0,0-1 1 0 0,0 0-1 0 0,0 0 1 0 0,0 0 0 0 0,2 0-1 0 0,10-5-957 0 0,10-7-5550 0 0,-16 7 3487 0 0</inkml:trace>
</inkml:ink>
</file>

<file path=ppt/ink/ink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5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1 208 0 0,'-5'2'754'0'0,"2"0"-568"0"0,-1-1 1 0 0,1 1-1 0 0,0 0 1 0 0,0 0-1 0 0,0 0 1 0 0,0 1-1 0 0,1-1 0 0 0,-1 1 1 0 0,1-1-1 0 0,-1 1 1 0 0,1 0-1 0 0,0 0 0 0 0,0 0 1 0 0,0 0-1 0 0,0 0 1 0 0,1 0-1 0 0,-1 1 0 0 0,1-1 1 0 0,0 1-1 0 0,0-1 1 0 0,0 1-1 0 0,0-1 0 0 0,0 5 1 0 0,0-2-65 0 0,0 0 0 0 0,1 0 1 0 0,-1-1-1 0 0,1 1 0 0 0,1 0 1 0 0,-1 0-1 0 0,1 0 0 0 0,0-1 1 0 0,0 1-1 0 0,1 0 0 0 0,-1-1 1 0 0,1 1-1 0 0,0-1 0 0 0,1 0 1 0 0,-1 0-1 0 0,1 0 0 0 0,0 0 1 0 0,1 0-1 0 0,-1 0 0 0 0,1-1 1 0 0,0 1-1 0 0,0-1 0 0 0,0 0 0 0 0,1-1 1 0 0,8 7-1 0 0,-12-9-73 0 0,0 0 0 0 0,0-1 0 0 0,0 1 0 0 0,0-1 1 0 0,0 1-1 0 0,0-1 0 0 0,0 1 0 0 0,0-1 0 0 0,0 1 0 0 0,0-1 0 0 0,0 0 0 0 0,0 0 0 0 0,0 1 0 0 0,0-1 0 0 0,0 0 1 0 0,0 0-1 0 0,0 0 0 0 0,1 0 0 0 0,-1-1 0 0 0,0 1 0 0 0,0 0 0 0 0,0 0 0 0 0,0 0 0 0 0,0-1 0 0 0,0 1 0 0 0,0-1 1 0 0,0 1-1 0 0,0-1 0 0 0,0 1 0 0 0,0-1 0 0 0,0 0 0 0 0,-1 1 0 0 0,1-1 0 0 0,0 0 0 0 0,0 0 0 0 0,-1 1 0 0 0,1-1 0 0 0,0 0 1 0 0,-1 0-1 0 0,1 0 0 0 0,-1 0 0 0 0,2-1 0 0 0,-1-1 41 0 0,0 0 1 0 0,0 0-1 0 0,0 0 1 0 0,0-1-1 0 0,0 1 1 0 0,-1 0-1 0 0,1 0 1 0 0,-1-1-1 0 0,0 1 1 0 0,0 0-1 0 0,0 0 1 0 0,0-1-1 0 0,-2-3 1 0 0,-5-14 267 0 0,-1 1 1 0 0,-1 0-1 0 0,-1 1 1 0 0,-25-36 0 0 0,34 54-708 0 0,-2-2-23 0 0,1 0-1446 0 0</inkml:trace>
</inkml:ink>
</file>

<file path=ppt/ink/ink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5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4 724 0 0,'6'-3'9068'0'0,"46"308"-2833"0"0,-45-271-6072 0 0,1 10 161 0 0,-7-30-3887 0 0,0 0-3284 0 0</inkml:trace>
</inkml:ink>
</file>

<file path=ppt/ink/ink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5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48 0 0,'8'-5'1048'0'0,"11"-3"-600"0"0,-7 3-36 0 0,0 2-40 0 0,3-2-24 0 0,0 1-84 0 0,3 3-80 0 0,-2-4-192 0 0,6-1-516 0 0,-3 3-556 0 0,6 1 244 0 0</inkml:trace>
</inkml:ink>
</file>

<file path=ppt/ink/ink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6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26 320 0 0,'0'0'7488'0'0,"-14"-25"-5198"0"0,9 25-2201 0 0,0 0 0 0 0,0 0 0 0 0,0 1 0 0 0,0 0 0 0 0,0 0 0 0 0,1 0 0 0 0,-1 0 0 0 0,0 1 0 0 0,1 0 0 0 0,-1 0 0 0 0,1 0 0 0 0,-1 0 0 0 0,1 1 0 0 0,-5 3 0 0 0,2 0 12 0 0,0-1 1 0 0,1 1-1 0 0,-1 0 0 0 0,2 0 1 0 0,-1 1-1 0 0,0-1 0 0 0,-4 9 1 0 0,10-14-95 0 0,-1 1 1 0 0,1-1-1 0 0,-1 0 1 0 0,1 0-1 0 0,-1 1 1 0 0,1-1-1 0 0,0 0 1 0 0,0 1-1 0 0,0-1 0 0 0,0 0 1 0 0,0 0-1 0 0,0 1 1 0 0,0-1-1 0 0,0 0 1 0 0,0 1-1 0 0,1-1 1 0 0,-1 0-1 0 0,0 1 1 0 0,1-1-1 0 0,-1 0 1 0 0,1 0-1 0 0,0 0 1 0 0,-1 0-1 0 0,1 1 0 0 0,0-1 1 0 0,0 0-1 0 0,-1 0 1 0 0,1 0-1 0 0,0 0 1 0 0,0-1-1 0 0,0 1 1 0 0,0 0-1 0 0,0 0 1 0 0,0-1-1 0 0,1 1 1 0 0,-1 0-1 0 0,0-1 1 0 0,0 1-1 0 0,0-1 0 0 0,1 1 1 0 0,-1-1-1 0 0,0 0 1 0 0,1 0-1 0 0,-1 1 1 0 0,0-1-1 0 0,0 0 1 0 0,1 0-1 0 0,-1 0 1 0 0,3-1-1 0 0,18 1 37 0 0,-13-1-34 0 0,0 1 0 0 0,0 0 0 0 0,0 1 0 0 0,1 0 0 0 0,-1 0 1 0 0,12 4-1 0 0,-18-4 9 0 0,1 1 1 0 0,-1 0 0 0 0,1 0 0 0 0,-1 0 0 0 0,0 0 0 0 0,0 0-1 0 0,0 1 1 0 0,0-1 0 0 0,0 1 0 0 0,-1 0 0 0 0,1 0-1 0 0,-1 0 1 0 0,0 0 0 0 0,1 1 0 0 0,-2-1 0 0 0,1 0-1 0 0,0 1 1 0 0,-1-1 0 0 0,3 8 0 0 0,-2 0 50 0 0,1 0 0 0 0,-1 0 0 0 0,-1 0-1 0 0,0 0 1 0 0,-1 1 0 0 0,0-1 0 0 0,0 0 0 0 0,-1 0 0 0 0,-1 1 0 0 0,0-1 0 0 0,0 0 0 0 0,-1 0 0 0 0,-1-1-1 0 0,0 1 1 0 0,0-1 0 0 0,-1 1 0 0 0,0-1 0 0 0,-1-1 0 0 0,0 1 0 0 0,-1-1 0 0 0,0 0 0 0 0,0 0 0 0 0,-1-1-1 0 0,-12 10 1 0 0,19-16-41 0 0,-1-1 0 0 0,1 0 0 0 0,-1 0 0 0 0,1 0 0 0 0,-1 0-1 0 0,0 0 1 0 0,0-1 0 0 0,1 1 0 0 0,-1 0 0 0 0,0-1-1 0 0,0 1 1 0 0,0-1 0 0 0,1 0 0 0 0,-1 1 0 0 0,0-1 0 0 0,-3 0-1 0 0,5-1-15 0 0,-1 1-1 0 0,0 0 0 0 0,0-1 1 0 0,1 1-1 0 0,-1 0 0 0 0,0-1 0 0 0,1 1 1 0 0,-1-1-1 0 0,1 1 0 0 0,-1-1 0 0 0,1 0 1 0 0,-1 1-1 0 0,1-1 0 0 0,-1 1 0 0 0,1-1 1 0 0,-1 0-1 0 0,1 0 0 0 0,0 1 0 0 0,-1-1 1 0 0,1 0-1 0 0,0 1 0 0 0,0-1 1 0 0,-1 0-1 0 0,1 0 0 0 0,0 0 0 0 0,0-4 3 0 0,-1 1 1 0 0,1-1-1 0 0,1 1 0 0 0,-1-1 0 0 0,0 1 0 0 0,1-1 0 0 0,0 1 0 0 0,0-1 0 0 0,3-5 0 0 0,9-17-14 0 0,2 1-1 0 0,0 0 0 0 0,2 2 0 0 0,1 0 0 0 0,31-33 0 0 0,-10 17-81 0 0,88-67 0 0 0,-126 107 80 0 0,0-1-1 0 0,0 1 1 0 0,-1 0 0 0 0,1 0-1 0 0,0 0 1 0 0,-1 0 0 0 0,1 0-1 0 0,0 0 1 0 0,0 0 0 0 0,-1 0-1 0 0,1 0 1 0 0,0 1 0 0 0,0-1-1 0 0,-1 0 1 0 0,1 0 0 0 0,0 1-1 0 0,-1-1 1 0 0,1 0-1 0 0,-1 1 1 0 0,1-1 0 0 0,0 1-1 0 0,-1-1 1 0 0,1 0 0 0 0,-1 1-1 0 0,1 0 1 0 0,-1-1 0 0 0,1 1-1 0 0,-1-1 1 0 0,1 2 0 0 0,25 30-14 0 0,-21-25 10 0 0,-1-1 1 0 0,1 0-1 0 0,0 0 0 0 0,1 0 0 0 0,8 7 1 0 0,-13-12 9 0 0,0-1 1 0 0,-1 1 0 0 0,1 0-1 0 0,0-1 1 0 0,0 1-1 0 0,-1-1 1 0 0,1 0 0 0 0,0 1-1 0 0,0-1 1 0 0,0 0-1 0 0,0 1 1 0 0,-1-1-1 0 0,1 0 1 0 0,0 0 0 0 0,0 0-1 0 0,0 0 1 0 0,0 0-1 0 0,0 0 1 0 0,0 0 0 0 0,0 0-1 0 0,-1 0 1 0 0,1 0-1 0 0,0 0 1 0 0,0 0 0 0 0,0-1-1 0 0,0 1 1 0 0,0 0-1 0 0,-1-1 1 0 0,1 1 0 0 0,0-1-1 0 0,0 1 1 0 0,0-1-1 0 0,-1 1 1 0 0,1-1 0 0 0,0 0-1 0 0,-1 1 1 0 0,1-1-1 0 0,-1 0 1 0 0,1 1 0 0 0,-1-1-1 0 0,1 0 1 0 0,-1 0-1 0 0,1 1 1 0 0,-1-1 0 0 0,0 0-1 0 0,1 0 1 0 0,-1 0-1 0 0,0 0 1 0 0,0 1-1 0 0,1-1 1 0 0,-1 0 0 0 0,0 0-1 0 0,0 0 1 0 0,0 0-1 0 0,0 0 1 0 0,0 0 0 0 0,-1 0-1 0 0,1 0 1 0 0,0 1-1 0 0,0-1 1 0 0,-1-1 0 0 0,1-3 1 0 0,-1 0 1 0 0,0 0 0 0 0,0 0 0 0 0,0 0-1 0 0,-1 0 1 0 0,0 0 0 0 0,0 0 0 0 0,0 1-1 0 0,0-1 1 0 0,-1 1 0 0 0,0 0 0 0 0,0-1-1 0 0,-3-3 1 0 0,5 7-10 0 0,-13-7 18 0 0</inkml:trace>
</inkml:ink>
</file>

<file path=ppt/ink/ink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7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0 120 0 0,'0'0'839'0'0,"-5"2"-26"0"0,0 0-529 0 0,0 0 1 0 0,1 0-1 0 0,-1 0 0 0 0,0 1 0 0 0,1 0 0 0 0,0-1 1 0 0,-1 1-1 0 0,1 1 0 0 0,0-1 0 0 0,1 1 0 0 0,-1-1 1 0 0,1 1-1 0 0,-1 0 0 0 0,1 1 0 0 0,0-1 0 0 0,1 0 1 0 0,-1 1-1 0 0,-1 5 0 0 0,3-8-38 0 0,5 5 214 0 0,-3-6-422 0 0,-1 0-1 0 0,1 1 0 0 0,-1-1 0 0 0,1 1 0 0 0,0-1 0 0 0,-1 0 0 0 0,1 0 0 0 0,0 0 0 0 0,0 1 0 0 0,0-1 0 0 0,0 0 1 0 0,0 0-1 0 0,0 0 0 0 0,0 0 0 0 0,1 0 0 0 0,-1-1 0 0 0,2 2 0 0 0,5 0 65 0 0,0-1 0 0 0,0-1-1 0 0,0 1 1 0 0,0-1 0 0 0,0 0 0 0 0,0-1-1 0 0,13-3 1 0 0,-18 4-40 0 0,-1 0 1 0 0,0-1-1 0 0,0 0 1 0 0,1 0-1 0 0,-1 1 1 0 0,0-1-1 0 0,0-1 0 0 0,0 1 1 0 0,0 0-1 0 0,0 0 1 0 0,0-1-1 0 0,0 1 0 0 0,0-1 1 0 0,0 0-1 0 0,-1 1 1 0 0,1-1-1 0 0,-1 0 1 0 0,1 0-1 0 0,-1 0 0 0 0,0 0 1 0 0,0 0-1 0 0,0 0 1 0 0,0-1-1 0 0,0 1 1 0 0,0 0-1 0 0,-1 0 0 0 0,1-1 1 0 0,-1 1-1 0 0,1-1 1 0 0,-1-3-1 0 0,0 4 95 0 0,-26-35 671 0 0,25 36-812 0 0,-13 2-853 0 0</inkml:trace>
</inkml:ink>
</file>

<file path=ppt/ink/ink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7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16 162 752 0 0,'0'0'3461'0'0,"-3"4"-2936"0"0,1-2-423 0 0,1 0-1 0 0,0 1 0 0 0,-1-1 0 0 0,1 0 0 0 0,0 0 0 0 0,0 0 1 0 0,0 1-1 0 0,1-1 0 0 0,-1 0 0 0 0,1 1 0 0 0,-1-1 0 0 0,1 1 1 0 0,0-1-1 0 0,0 1 0 0 0,0-1 0 0 0,0 1 0 0 0,0-1 1 0 0,1 0-1 0 0,-1 1 0 0 0,1-1 0 0 0,-1 1 0 0 0,1-1 0 0 0,0 0 1 0 0,0 1-1 0 0,0-1 0 0 0,0 0 0 0 0,0 0 0 0 0,1 0 0 0 0,-1 0 1 0 0,1 0-1 0 0,-1 0 0 0 0,1 0 0 0 0,0-1 0 0 0,2 3 0 0 0,-3-3-80 0 0,0 0 0 0 0,0 0-1 0 0,-1-1 1 0 0,1 1 0 0 0,0 0-1 0 0,0-1 1 0 0,0 1 0 0 0,0-1 0 0 0,0 1-1 0 0,0-1 1 0 0,-1 1 0 0 0,1-1-1 0 0,0 0 1 0 0,0 1 0 0 0,0-1-1 0 0,0 0 1 0 0,1 0 0 0 0,-1 0-1 0 0,0 0 1 0 0,0 0 0 0 0,0 0-1 0 0,0 0 1 0 0,0 0 0 0 0,0 0-1 0 0,0 0 1 0 0,0-1 0 0 0,0 1-1 0 0,1-1 1 0 0,1-1 6 0 0,-1 1 1 0 0,0-1-1 0 0,1 0 1 0 0,-1 0-1 0 0,0 0 0 0 0,0 0 1 0 0,0 0-1 0 0,0 0 0 0 0,0-1 1 0 0,1-2-1 0 0,5-9 50 0 0,-1 0 1 0 0,10-28-1 0 0,-16 40-66 0 0,3-12 241 0 0,-1 0-1 0 0,0-1 1 0 0,-1 1 0 0 0,-1-1 0 0 0,0 1 0 0 0,-1-1-1 0 0,-2-17 1 0 0,2 31-148 0 0,0 0-1 0 0,1 0 1 0 0,-1 1 0 0 0,0-1-1 0 0,0 0 1 0 0,0 0 0 0 0,-1 0-1 0 0,1 0 1 0 0,0 0 0 0 0,0 0 0 0 0,0 0-1 0 0,-1 0 1 0 0,1 0 0 0 0,0 1-1 0 0,-1-1 1 0 0,1 0 0 0 0,-1 0-1 0 0,1 0 1 0 0,-1 1 0 0 0,1-1-1 0 0,-1 0 1 0 0,0 0 0 0 0,1 1-1 0 0,-1-1 1 0 0,-1 0 0 0 0,1 1-72 0 0,0 0-1 0 0,0 0 1 0 0,1 1 0 0 0,-1-1 0 0 0,0 0 0 0 0,0 0 0 0 0,0 1 0 0 0,0-1-1 0 0,0 1 1 0 0,0-1 0 0 0,1 1 0 0 0,-1-1 0 0 0,0 1 0 0 0,0 0 0 0 0,1-1-1 0 0,-1 1 1 0 0,1 0 0 0 0,-1-1 0 0 0,0 2 0 0 0,-26 40 392 0 0,24-34-332 0 0,1 0 0 0 0,0 0 0 0 0,0 0 0 0 0,1 0 0 0 0,0 0 1 0 0,0 0-1 0 0,1 0 0 0 0,0 1 0 0 0,1-1 0 0 0,1 12 0 0 0,9 33-1231 0 0,2-7-3537 0 0,-9-37 741 0 0,2 2 302 0 0</inkml:trace>
</inkml:ink>
</file>

<file path=ppt/ink/ink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37.9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0 1148 0 0,'6'9'2580'0'0,"0"0"-155"0"0,-6 4-225 0 0,-1 2-340 0 0,-6 3-1072 0 0,1-5-56 0 0,-1-2-120 0 0,1 3-76 0 0,-1 0-272 0 0,-7 5-448 0 0,-2 0-548 0 0,-3 0-1308 0 0,-3-2-2208 0 0,0-1 979 0 0</inkml:trace>
</inkml:ink>
</file>

<file path=ppt/ink/ink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2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5 712 0 0,'5'-5'8587'0'0,"-5"19"-8108"0"0,0 0 0 0 0,0-1 1 0 0,-1 1-1 0 0,-4 18 0 0 0,-2 28 428 0 0,5-35-488 0 0,-2 1 0 0 0,-7 26 1 0 0,-1 9 247 0 0,11-35 13 0 0,16-31-336 0 0,-5 0-439 0 0,47-28 146 0 0,-46 25-50 0 0,1 1 1 0 0,-1 0-1 0 0,1 1 0 0 0,1 0 1 0 0,-1 1-1 0 0,1 0 0 0 0,0 1 1 0 0,0 0-1 0 0,1 1 0 0 0,21-2 0 0 0,-34 5 0 0 0,1 0-1 0 0,0-1 0 0 0,0 1 0 0 0,-1 0 1 0 0,1 0-1 0 0,0 0 0 0 0,0 0 0 0 0,0 0 1 0 0,-1 1-1 0 0,1-1 0 0 0,0 0 0 0 0,0 1 1 0 0,-1-1-1 0 0,1 1 0 0 0,0 0 1 0 0,-1-1-1 0 0,1 1 0 0 0,-1 0 0 0 0,1 0 1 0 0,-1 0-1 0 0,1 0 0 0 0,-1 1 0 0 0,0-1 1 0 0,1 0-1 0 0,0 2 0 0 0,-1-2 0 0 0,-1 0 1 0 0,0-1-1 0 0,0 1 0 0 0,0 0 1 0 0,0 0-1 0 0,0 0 0 0 0,0-1 1 0 0,0 1-1 0 0,0 0 0 0 0,-1 0 1 0 0,1-1-1 0 0,0 1 0 0 0,0 0 1 0 0,-1-1-1 0 0,1 1 0 0 0,0 0 0 0 0,-1-1 1 0 0,1 1-1 0 0,0 0 0 0 0,-1-1 1 0 0,1 1-1 0 0,-1 0 0 0 0,-26 17 9 0 0,12-11 20 0 0,-1-2-1 0 0,1 0 1 0 0,-24 4 0 0 0,-2 1-5 0 0,39-10-30 0 0,-1-1-173 0 0,-11-6-26 0 0,12-1-3445 0 0,7-1 2997 0 0,8-5-5002 0 0</inkml:trace>
</inkml:ink>
</file>

<file path=ppt/ink/ink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3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150 231 200 0 0,'0'0'6151'0'0,"-7"1"-5637"0"0,-10 6 167 0 0,0 0 0 0 0,1 1-1 0 0,0 1 1 0 0,0 0 0 0 0,1 1 0 0 0,-20 17-1 0 0,25-12-215 0 0,21-10-156 0 0,30-8-42 0 0,-35 2-252 0 0,29-7 96 0 0,-33 8-102 0 0,45 0 69 0 0,12 8 1 0 0,-38-4-842 0 0,1-1 0 0 0,0-1 0 0 0,0 0 0 0 0,0-2 0 0 0,0-1 0 0 0,0 0 0 0 0,22-5 0 0 0,-21 1 28 0 0,-5 1 438 0 0,-1 0-1 0 0,0 0 1 0 0,0-2-1 0 0,17-7 0 0 0,-24 6 3535 0 0,-24 15-2376 0 0,10-5-650 0 0,10 6-32 0 0,-5-7-151 0 0,1 1 1 0 0,-1-1-1 0 0,1 0 0 0 0,0 1 0 0 0,-1-1 0 0 0,1 0 0 0 0,0 0 0 0 0,0 0 0 0 0,4 3 1 0 0,-3-5-25 0 0,0 1 1 0 0,-1-1 0 0 0,1 1 0 0 0,0-1-1 0 0,-1 0 1 0 0,1 0 0 0 0,0 0 0 0 0,-1 0 0 0 0,1-1-1 0 0,0 1 1 0 0,-1-1 0 0 0,1 0 0 0 0,-1 0-1 0 0,1 1 1 0 0,-1-2 0 0 0,1 1 0 0 0,-1 0 0 0 0,0 0-1 0 0,4-3 1 0 0,-1-1-6 0 0,0 1 1 0 0,0-1-1 0 0,-1 0 0 0 0,1 0 0 0 0,-1-1 0 0 0,0 1 0 0 0,5-11 1 0 0,1-5 48 0 0,-1 0 1 0 0,0-1-1 0 0,8-36 1 0 0,-12 30 788 0 0,4-43 1 0 0,-5 27 1664 0 0,-4 41-2146 0 0,-2 23 342 0 0,1 1 1 0 0,2 24-1 0 0,19 65-977 0 0,-11-66-2319 0 0,-1 0-4031 0 0,-4-26 2798 0 0</inkml:trace>
</inkml:ink>
</file>

<file path=ppt/ink/ink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20 528 0 0,'0'0'2562'0'0,"6"-19"4343"0"0,-35 85-5698 0 0,3 2 1 0 0,-22 97-1 0 0,46-155-1139 0 0,-3 5 69 0 0,2 1 1 0 0,0 0 0 0 0,1 1 0 0 0,1-1 0 0 0,0 18-1 0 0,2-32-253 0 0,1 3 415 0 0,0-2-2572 0 0</inkml:trace>
</inkml:ink>
</file>

<file path=ppt/ink/ink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6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1 452 0 0,'9'0'327'0'0,"1"0"0"0"0,0 0-1 0 0,0 1 1 0 0,-1 0 0 0 0,1 1 0 0 0,0 0-1 0 0,-1 1 1 0 0,0 0 0 0 0,1 0 0 0 0,-1 1-1 0 0,-1 0 1 0 0,1 1 0 0 0,0 0 0 0 0,-1 0-1 0 0,0 1 1 0 0,0 0 0 0 0,-1 0 0 0 0,13 15-1 0 0,-12-13-170 0 0,0 1 0 0 0,-1 0 0 0 0,0 1-1 0 0,0 0 1 0 0,-1 0 0 0 0,0 0 0 0 0,-1 1 0 0 0,-1 0-1 0 0,1 0 1 0 0,-2 0 0 0 0,1 0 0 0 0,-2 1-1 0 0,1-1 1 0 0,-2 1 0 0 0,2 16 0 0 0,-3-17-6 0 0,-1 0 0 0 0,0 0 0 0 0,0 0 0 0 0,-1 0 0 0 0,-1-1 0 0 0,0 1 0 0 0,0-1 0 0 0,-6 13 0 0 0,5-15-43 0 0,-1-1 0 0 0,1 0 0 0 0,-1 0 0 0 0,-1-1 0 0 0,1 1 0 0 0,-1-1 0 0 0,-1-1 0 0 0,1 1 0 0 0,-1-1 1 0 0,0 0-1 0 0,-9 5 0 0 0,0-1 183 0 0,-2-1 1 0 0,1-1 0 0 0,-35 10-1 0 0,13-4 121 0 0,37-13-327 0 0,-27-10-695 0 0,28 9 495 0 0,1 0-1 0 0,-1 0 1 0 0,1 0 0 0 0,0 0 0 0 0,-1 0-1 0 0,1 0 1 0 0,0 0 0 0 0,0-1 0 0 0,0 1 0 0 0,0 0-1 0 0,-1 0 1 0 0,1 0 0 0 0,1 0 0 0 0,-1 0-1 0 0,0 0 1 0 0,0 0 0 0 0,0 0 0 0 0,1 0-1 0 0,-1 0 1 0 0,0 0 0 0 0,1 0 0 0 0,-1 0 0 0 0,1 0-1 0 0,-1 0 1 0 0,2-1 0 0 0,19-24-4873 0 0,-20 26 4733 0 0,10-11-2315 0 0</inkml:trace>
</inkml:ink>
</file>

<file path=ppt/ink/ink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7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1 912 0 0,'2'4'507'0'0,"0"0"-1"0"0,-1 0 1 0 0,1 0-1 0 0,-1 0 1 0 0,0 0-1 0 0,-1 0 1 0 0,1 0-1 0 0,-1 0 1 0 0,1 1-1 0 0,-1-1 1 0 0,0 0-1 0 0,-1 0 1 0 0,-1 7-1 0 0,-14 60 2891 0 0,12-63-3555 0 0,-6 12 1083 0 0,6-8-8921 0 0</inkml:trace>
</inkml:ink>
</file>

<file path=ppt/ink/ink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7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76 0 0,'14'-45'4132'0'0,"-13"43"-3716"0"0,0-6 230 0 0</inkml:trace>
</inkml:ink>
</file>

<file path=ppt/ink/ink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7.8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0 416 0 0,'0'0'795'0'0,"-24"25"3114"0"0,22-15-3577 0 0,1 0 0 0 0,0 0-1 0 0,1 0 1 0 0,0 0 0 0 0,0 0 0 0 0,1 0 0 0 0,1 0 0 0 0,-1 0 0 0 0,5 12-1 0 0,5 50 1079 0 0,-11-71-1368 0 0,0 1 0 0 0,0-1-1 0 0,0 1 1 0 0,0-1-1 0 0,0 0 1 0 0,0 1 0 0 0,-1-1-1 0 0,1 1 1 0 0,0-1 0 0 0,-1 1-1 0 0,1-1 1 0 0,-1 0 0 0 0,0 1-1 0 0,1-1 1 0 0,-1 0-1 0 0,0 1 1 0 0,0-1 0 0 0,0 0-1 0 0,0 0 1 0 0,0 0 0 0 0,0 0-1 0 0,0 0 1 0 0,0 0 0 0 0,0 0-1 0 0,0 0 1 0 0,-1 0-1 0 0,1-1 1 0 0,0 1 0 0 0,-1 0-1 0 0,1-1 1 0 0,0 1 0 0 0,-1-1-1 0 0,1 0 1 0 0,-1 1 0 0 0,1-1-1 0 0,-1 0 1 0 0,1 0-1 0 0,-1 0 1 0 0,1 0 0 0 0,-1 0-1 0 0,1 0 1 0 0,-1 0 0 0 0,1-1-1 0 0,0 1 1 0 0,-1 0 0 0 0,1-1-1 0 0,-1 1 1 0 0,-1-2-1 0 0,-4 0-182 0 0,0 0-1 0 0,1-1 0 0 0,-1 0 0 0 0,1 0 0 0 0,0-1 0 0 0,0 1 0 0 0,0-1 0 0 0,-8-7 0 0 0,12 9-235 0 0,1 0 0 0 0,0 0 1 0 0,0 1-1 0 0,0-1 0 0 0,0 0 1 0 0,0 0-1 0 0,0 0 0 0 0,1 0 0 0 0,-1 0 1 0 0,1 0-1 0 0,-1 0 0 0 0,1 0 0 0 0,0-3 1 0 0,-1 3-439 0 0</inkml:trace>
</inkml:ink>
</file>

<file path=ppt/ink/ink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8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13 484 0 0,'15'-13'8353'0'0,"-21"42"-5407"0"0,2-15-3475 0 0,-6 24 848 0 0,1 0 1 0 0,2 0-1 0 0,2 1 1 0 0,1 0-1 0 0,2 40 1 0 0,3-73-300 0 0,0 0 1 0 0,0 0 0 0 0,0-1 0 0 0,0 1 0 0 0,1-1 0 0 0,0 1 0 0 0,0-1 0 0 0,4 7 0 0 0,-5-10-11 0 0,0 0-1 0 0,1 1 1 0 0,-1-1 0 0 0,1 0 0 0 0,0 0 0 0 0,0 0-1 0 0,0 0 1 0 0,0 0 0 0 0,0 0 0 0 0,0-1-1 0 0,0 1 1 0 0,0-1 0 0 0,1 1 0 0 0,-1-1-1 0 0,1 0 1 0 0,-1 0 0 0 0,1 0 0 0 0,4 1 0 0 0,-5-2 4 0 0,37-17 80 0 0,-1-13 1938 0 0,-37 29-1348 0 0,4-2 129 0 0,4 0 251 0 0,-14 26-8579 0 0,4-18 3451 0 0</inkml:trace>
</inkml:ink>
</file>

<file path=ppt/ink/ink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8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59 220 0 0,'12'-57'7864'0'0,"-11"56"-6668"0"0</inkml:trace>
</inkml:ink>
</file>

<file path=ppt/ink/ink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48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0 4 0 0,'0'0'8543'0'0,"9"15"-7261"0"0,-16 5-587 0 0,1 0 0 0 0,-5 31 1 0 0,8-31-325 0 0,-2 1 0 0 0,-11 32 1 0 0,14-48-321 0 0,1 0 1 0 0,-1 0 0 0 0,1 0 0 0 0,0 0 0 0 0,1 0 0 0 0,-1 0 0 0 0,1 0 0 0 0,0 0 0 0 0,0 0-1 0 0,0 0 1 0 0,2 6 0 0 0,-1-9-18 0 0,7-4-22 0 0,0 0 1 0 0,0-1 0 0 0,0 1 0 0 0,0-1 0 0 0,0-1-1 0 0,-1 0 1 0 0,1 0 0 0 0,-1 0 0 0 0,0-1-1 0 0,-1 0 1 0 0,1 0 0 0 0,9-11 0 0 0,31-18 95 0 0,-45 32-93 0 0,0 1 161 0 0,0-1-1 0 0,-1 1 1 0 0,1 0 0 0 0,0 0-1 0 0,0-1 1 0 0,0 1 0 0 0,1 1 0 0 0,-1-1-1 0 0,0 0 1 0 0,0 0 0 0 0,0 1-1 0 0,3-1 1 0 0,-4 3-94 0 0,-1 1 0 0 0,0-1-1 0 0,0 0 1 0 0,-1 1 0 0 0,1-1 0 0 0,0 0 0 0 0,-1 0-1 0 0,0 1 1 0 0,1-1 0 0 0,-1 0 0 0 0,0 0-1 0 0,0 0 1 0 0,-2 3 0 0 0,2-1-64 0 0,-1 0-1 0 0,1 0 1 0 0,0-1-1 0 0,1 1 1 0 0,-1 0 0 0 0,1 0-1 0 0,-1 0 1 0 0,1 0-1 0 0,1 0 1 0 0,-1 0 0 0 0,0 0-1 0 0,1-1 1 0 0,0 1-1 0 0,0 0 1 0 0,0 0 0 0 0,0-1-1 0 0,1 1 1 0 0,-1 0-1 0 0,1-1 1 0 0,3 6 0 0 0,8 6-3589 0 0,3-2-3504 0 0,-7-7 3064 0 0</inkml:trace>
</inkml:ink>
</file>

<file path=ppt/ink/ink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51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87 628 0 0,'-2'-6'973'0'0,"-4"-18"-48"0"0,5 18 787 0 0,-7-15 7702 0 0,-1 34-9191 0 0,0 0 0 0 0,-12 25 0 0 0,19-34-187 0 0,1 0 0 0 0,-1-1-1 0 0,1 1 1 0 0,-1 0-1 0 0,1 0 1 0 0,0 0 0 0 0,1 1-1 0 0,-1-1 1 0 0,1 0 0 0 0,0 0-1 0 0,0 0 1 0 0,0 0 0 0 0,0 1-1 0 0,1-1 1 0 0,0 0-1 0 0,0 0 1 0 0,1 4 0 0 0,-1-7-32 0 0,-1 0 1 0 0,1 0 0 0 0,0 0-1 0 0,0 0 1 0 0,-1-1 0 0 0,1 1-1 0 0,0 0 1 0 0,0-1 0 0 0,0 1-1 0 0,0-1 1 0 0,0 1 0 0 0,0-1-1 0 0,0 1 1 0 0,0-1 0 0 0,0 0-1 0 0,0 1 1 0 0,0-1 0 0 0,0 0-1 0 0,0 0 1 0 0,0 0 0 0 0,0 0-1 0 0,0 0 1 0 0,1 0 0 0 0,-1 0-1 0 0,0 0 1 0 0,0 0 0 0 0,0 0-1 0 0,0-1 1 0 0,0 1 0 0 0,1-1-1 0 0,37-13 50 0 0,-33 12-44 0 0,140-74 68 0 0,-144 75-80 0 0,4 2 0 0 0,0 0 1 0 0,0 1-1 0 0,0 0 1 0 0,0 0 0 0 0,0 0-1 0 0,0 0 1 0 0,-1 1-1 0 0,7 4 1 0 0,-4-2 3 0 0,0-1-1 0 0,-1 0 1 0 0,1-1-1 0 0,0 0 1 0 0,1 0 0 0 0,13 2-1 0 0,-19-4 3 0 0,-1-1-1 0 0,1 1 0 0 0,0-1 1 0 0,-1 0-1 0 0,1 0 0 0 0,0 0 1 0 0,-1 0-1 0 0,1-1 0 0 0,0 1 1 0 0,-1-1-1 0 0,1 1 0 0 0,-1-1 1 0 0,1 0-1 0 0,-1 0 0 0 0,1 0 1 0 0,-1 0-1 0 0,0 0 0 0 0,1-1 1 0 0,-1 1-1 0 0,0-1 0 0 0,0 0 1 0 0,0 1-1 0 0,0-1 0 0 0,0 0 1 0 0,-1 0-1 0 0,1 0 0 0 0,0 0 1 0 0,-1-1-1 0 0,0 1 0 0 0,1 0 1 0 0,-1-1-1 0 0,0 1 0 0 0,1-3 1 0 0,0-1 50 0 0,0 0 1 0 0,0 0 0 0 0,-1 0-1 0 0,1 0 1 0 0,-1-1 0 0 0,0 1-1 0 0,-1 0 1 0 0,0-1 0 0 0,-1-10-1 0 0,1 14-12 0 0,0-1-601 0 0,-3-10 1337 0 0</inkml:trace>
</inkml:ink>
</file>

<file path=ppt/ink/ink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52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41 612 0 0,'0'0'809'0'0,"-4"2"-36"0"0,1 0-615 0 0,1 0 0 0 0,-1 0-1 0 0,1 0 1 0 0,0 0 0 0 0,0 0-1 0 0,0 0 1 0 0,0 0 0 0 0,0 1-1 0 0,0-1 1 0 0,0 1 0 0 0,1-1 0 0 0,-1 1-1 0 0,1 0 1 0 0,0-1 0 0 0,0 1-1 0 0,0 0 1 0 0,0 0 0 0 0,1 0-1 0 0,-1 0 1 0 0,1 0 0 0 0,-1 0 0 0 0,1 0-1 0 0,0 0 1 0 0,0 0 0 0 0,1 0-1 0 0,-1 0 1 0 0,0 0 0 0 0,1 0-1 0 0,0 0 1 0 0,0 0 0 0 0,0-1-1 0 0,0 1 1 0 0,0 0 0 0 0,1 0 0 0 0,-1-1-1 0 0,1 1 1 0 0,-1-1 0 0 0,1 1-1 0 0,0-1 1 0 0,0 0 0 0 0,0 0-1 0 0,0 0 1 0 0,5 3 0 0 0,-6-4-78 0 0,1 1 0 0 0,-1-1 1 0 0,1 0-1 0 0,-1 0 0 0 0,1-1 0 0 0,0 1 0 0 0,0 0 1 0 0,-1 0-1 0 0,1-1 0 0 0,0 1 0 0 0,0-1 1 0 0,0 0-1 0 0,0 1 0 0 0,0-1 0 0 0,-1 0 0 0 0,1 0 1 0 0,0 0-1 0 0,0 0 0 0 0,0-1 0 0 0,0 1 1 0 0,0-1-1 0 0,0 1 0 0 0,-1-1 0 0 0,1 1 1 0 0,0-1-1 0 0,0 0 0 0 0,-1 0 0 0 0,1 0 0 0 0,0 0 1 0 0,-1 0-1 0 0,1 0 0 0 0,-1 0 0 0 0,0-1 1 0 0,1 1-1 0 0,-1 0 0 0 0,0-1 0 0 0,0 1 1 0 0,1-1-1 0 0,-1 1 0 0 0,-1-1 0 0 0,1 0 0 0 0,0 0 1 0 0,0 1-1 0 0,0-4 0 0 0,2-2 111 0 0,0 1 0 0 0,-1-1 0 0 0,0 0 0 0 0,0 0 0 0 0,-1 0 0 0 0,0 0 0 0 0,0 0 0 0 0,-1 0 0 0 0,0 0 0 0 0,0 0 0 0 0,-2-9 0 0 0,2 13-226 0 0,-11-27 636 0 0,11 29-747 0 0,-1 0 1 0 0,0 0 0 0 0,1 1 0 0 0,-1-1 0 0 0,0 0 0 0 0,0 0 0 0 0,1 1 0 0 0,-1-1 0 0 0,0 1 0 0 0,0-1 0 0 0,0 1-1 0 0,0-1 1 0 0,0 1 0 0 0,0-1 0 0 0,0 1 0 0 0,0 0 0 0 0,0 0 0 0 0,-1-1 0 0 0,0 1-1003 0 0</inkml:trace>
</inkml:ink>
</file>

<file path=ppt/ink/ink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52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1 708 0 0,'31'31'5146'0'0,"-29"-27"-4906"0"0,0 0 1 0 0,-1 0 0 0 0,0 0-1 0 0,0 0 1 0 0,0 0-1 0 0,0 0 1 0 0,0 1-1 0 0,-1-1 1 0 0,0 0-1 0 0,0 0 1 0 0,0 1 0 0 0,-1-1-1 0 0,1 0 1 0 0,-2 5-1 0 0,0 6 724 0 0,2-13 587 0 0,15-25-1333 0 0,-5 10-271 0 0,2 1-1 0 0,-1 0 1 0 0,2 0-1 0 0,0 1 1 0 0,16-11-1 0 0,-28 22-444 0 0,4-1-452 0 0,9-1-581 0 0</inkml:trace>
</inkml:ink>
</file>

<file path=ppt/ink/ink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53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 20 0 0,'0'0'8369'0'0,"-5"3"-8043"0"0,4-2-249 0 0,0 1-40 0 0,-1-1 0 0 0,1 0 0 0 0,0 0 1 0 0,0 0-1 0 0,-1 0 0 0 0,1 0 0 0 0,-1 0 0 0 0,1 0 1 0 0,-1 0-1 0 0,1-1 0 0 0,-1 1 0 0 0,-2 0 1 0 0,17 30 610 0 0,5-6-169 0 0,-13-19-399 0 0,-1-1 1 0 0,0 1 0 0 0,0-1 0 0 0,0 1 0 0 0,-1 0 0 0 0,0 0 0 0 0,0 1 0 0 0,-1-1-1 0 0,1 1 1 0 0,-2-1 0 0 0,3 13 0 0 0,-4-17-26 0 0,-27 25 273 0 0,162-85-346 0 0,14 1 30 0 0,-129 50 219 0 0,-6 2 1039 0 0,-8 2 3186 0 0,-8 4-4424 0 0,0 1-1 0 0,1-1 1 0 0,-1 1-1 0 0,0-1 1 0 0,1 1-1 0 0,0 0 1 0 0,-1-1 0 0 0,1 1-1 0 0,0 0 1 0 0,0 0-1 0 0,0 0 1 0 0,0 0-1 0 0,1 0 1 0 0,-1 0 0 0 0,0 1-1 0 0,1-1 1 0 0,-1 0-1 0 0,1 0 1 0 0,0 0-1 0 0,0 0 1 0 0,0 1 0 0 0,0-1-1 0 0,0 0 1 0 0,0 0-1 0 0,1 0 1 0 0,-1 1-1 0 0,1-1 1 0 0,-1 0 0 0 0,1 0-1 0 0,0 0 1 0 0,0 0-1 0 0,0 0 1 0 0,0 0 0 0 0,0 0-1 0 0,0 0 1 0 0,1-1-1 0 0,-1 1 1 0 0,1 0-1 0 0,-1-1 1 0 0,1 1 0 0 0,2 1-1 0 0,5 3-711 0 0,12 7-9272 0 0,-8-7 5227 0 0</inkml:trace>
</inkml:ink>
</file>

<file path=ppt/ink/ink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57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61 684 0 0,'-3'-9'1172'0'0,"4"4"1768"0"0,11-17-1326 0 0,-12 21-1160 0 0,26-13 2080 0 0,-24 14-2329 0 0,20 18 451 0 0,69 154 1145 0 0,-91-170-1727 0 0,1-1 0 0 0,0 1 1 0 0,0-1-1 0 0,0 0 0 0 0,-1 0 1 0 0,1 1-1 0 0,1-1 0 0 0,-1 0 0 0 0,0 0 1 0 0,0 0-1 0 0,0 0 0 0 0,1 0 1 0 0,-1-1-1 0 0,0 1 0 0 0,1 0 1 0 0,-1 0-1 0 0,0-1 0 0 0,1 1 0 0 0,2 0 1 0 0,-3-1-42 0 0,0 0-1 0 0,0-1 1 0 0,1 1 0 0 0,-1 0 0 0 0,0-1 0 0 0,0 1-1 0 0,0 0 1 0 0,0-1 0 0 0,0 0 0 0 0,1 1 0 0 0,-1-1-1 0 0,0 0 1 0 0,0 1 0 0 0,0-1 0 0 0,-1 0-1 0 0,1 0 1 0 0,0 0 0 0 0,0 0 0 0 0,1-1 0 0 0,4-7 32 0 0,-1-1 1 0 0,1 0-1 0 0,-1 0 1 0 0,5-16-1 0 0,-3 8 189 0 0,7-21-317 0 0,-11 30-38 0 0,0 0 0 0 0,0 1 0 0 0,1-1 0 0 0,9-15 0 0 0,-11 22-691 0 0,0-1 0 0 0,0 0 0 0 0,1 0 0 0 0,-1 1 0 0 0,1 0 0 0 0,0-1 0 0 0,0 1 0 0 0,0 0 0 0 0,0 0 0 0 0,3-1 0 0 0</inkml:trace>
</inkml:ink>
</file>

<file path=ppt/ink/ink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5:58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1 277 348 0 0,'0'0'4278'0'0,"4"-3"-3672"0"0,4-2-22 0 0,-1-1 0 0 0,0 0 0 0 0,0 0 1 0 0,0-1-1 0 0,-1 1 0 0 0,1-1 0 0 0,-2-1 0 0 0,1 1 0 0 0,8-16 1 0 0,-14 21-237 0 0,2-10 288 0 0,-2 12-596 0 0,1-1-1 0 0,-1 1 0 0 0,0 0 0 0 0,0 0 1 0 0,0 0-1 0 0,0-1 0 0 0,0 1 1 0 0,0 0-1 0 0,0 0 0 0 0,1 0 0 0 0,-1-1 1 0 0,0 1-1 0 0,0 0 0 0 0,0 0 0 0 0,0-1 1 0 0,0 1-1 0 0,0 0 0 0 0,0 0 1 0 0,0 0-1 0 0,0-1 0 0 0,0 1 0 0 0,0 0 1 0 0,-1 0-1 0 0,1-1 0 0 0,0 1 1 0 0,0 0-1 0 0,0 0 0 0 0,0 0 0 0 0,0-1 1 0 0,0 1-1 0 0,0 0 0 0 0,0 0 1 0 0,-1 0-1 0 0,1 0 0 0 0,0-1 0 0 0,0 1 1 0 0,0 0-1 0 0,0 0 0 0 0,-1 0 0 0 0,1 0 1 0 0,0 0-1 0 0,0 0 0 0 0,0-1 1 0 0,-1 1-1 0 0,1 0 0 0 0,0 0 0 0 0,0 0 1 0 0,0 0-1 0 0,-1 0 0 0 0,1 0 1 0 0,0 0-1 0 0,0 0 0 0 0,-1 0 0 0 0,1 0 1 0 0,0 0-1 0 0,-3 2-19 0 0,0 1 0 0 0,0-1 1 0 0,0 1-1 0 0,1-1 0 0 0,-1 1 0 0 0,1 0 0 0 0,0 0 0 0 0,0 0 1 0 0,0 0-1 0 0,0 0 0 0 0,0 1 0 0 0,1-1 0 0 0,0 0 0 0 0,-1 1 1 0 0,1-1-1 0 0,1 1 0 0 0,-1 0 0 0 0,0-1 0 0 0,1 1 1 0 0,0 0-1 0 0,0-1 0 0 0,0 1 0 0 0,0 0 0 0 0,0-1 0 0 0,1 1 1 0 0,-1 0-1 0 0,1-1 0 0 0,0 1 0 0 0,3 6 0 0 0,-3-7-14 0 0,0 0 1 0 0,0 0-1 0 0,0-1 0 0 0,1 1 0 0 0,-1 0 0 0 0,1 0 0 0 0,-1-1 0 0 0,1 1 0 0 0,0-1 1 0 0,0 0-1 0 0,0 1 0 0 0,1-1 0 0 0,-1 0 0 0 0,0 0 0 0 0,1 0 0 0 0,-1-1 0 0 0,1 1 0 0 0,0-1 1 0 0,-1 1-1 0 0,1-1 0 0 0,0 0 0 0 0,0 0 0 0 0,0 0 0 0 0,6 1 0 0 0,-3-2 4 0 0,0 0 0 0 0,0-1 0 0 0,0 0 0 0 0,0 0-1 0 0,0 0 1 0 0,0 0 0 0 0,-1-1 0 0 0,1 0 0 0 0,0-1 0 0 0,-1 1-1 0 0,1-1 1 0 0,5-4 0 0 0,11-6-16 0 0,0-2 0 0 0,19-16 0 0 0,-39 30 4 0 0,0 0-1 0 0,0 0 1 0 0,0 0 0 0 0,0 0 0 0 0,0 0-1 0 0,0 0 1 0 0,0 1 0 0 0,1-1-1 0 0,-1 1 1 0 0,0-1 0 0 0,1 1 0 0 0,-1 0-1 0 0,0 0 1 0 0,1 0 0 0 0,-1 0-1 0 0,0 0 1 0 0,0 1 0 0 0,1-1 0 0 0,-1 1-1 0 0,0 0 1 0 0,0-1 0 0 0,0 1-1 0 0,1 0 1 0 0,-1 0 0 0 0,3 2-1 0 0,25 6 8 0 0,-15-8 7 0 0,0-1 0 0 0,0 0 0 0 0,0-1 0 0 0,16-4 0 0 0,-29 5-4 0 0,0-3-8 0 0,0 1 1 0 0,0 0 0 0 0,0-1 0 0 0,0 1-1 0 0,0-1 1 0 0,-1 0 0 0 0,1 1-1 0 0,-1-1 1 0 0,0 0 0 0 0,1 0 0 0 0,-1 0-1 0 0,0-5 1 0 0,5-9 11 0 0,-5 15-4 0 0,1-20 29 0 0,-2 20 141 0 0,-1 8-176 0 0,-1 18 10 0 0,2-18 0 0 0,2 0 13 0 0,-2-5 3 0 0,0 0 0 0 0,1 0 0 0 0,-1 0-1 0 0,0 0 1 0 0,0 0 0 0 0,0-1 0 0 0,0 1 0 0 0,1 0-1 0 0,-1 0 1 0 0,0 0 0 0 0,1-1 0 0 0,-1 1 0 0 0,1 0-1 0 0,-1 0 1 0 0,1-1 0 0 0,-1 1 0 0 0,1 0-1 0 0,-1-1 1 0 0,1 1 0 0 0,0-1 0 0 0,-1 1 0 0 0,1-1-1 0 0,0 1 1 0 0,-1-1 0 0 0,1 1 0 0 0,0-1 0 0 0,0 0-1 0 0,0 1 1 0 0,46 6 8 0 0,-45-7-35 0 0,3 0 1 0 0,0 0 1 0 0,0-1-1 0 0,0 1 0 0 0,0-2 1 0 0,0 1-1 0 0,0 0 1 0 0,7-4-1 0 0,0-7 19 0 0,-9 9-11 0 0,0 0-1 0 0,0 0 0 0 0,0 0 0 0 0,0 0 0 0 0,-1 0 0 0 0,1 0 0 0 0,-1-1 0 0 0,3-5 0 0 0,-4 8-2 0 0,5-7 122 0 0,-6 8-116 0 0,0 0 0 0 0,0 0 0 0 0,0 0 0 0 0,0 0 0 0 0,0 1 1 0 0,0-1-1 0 0,0 0 0 0 0,0 0 0 0 0,1 0 0 0 0,-1 0 0 0 0,0 0 1 0 0,0 1-1 0 0,0-1 0 0 0,0 0 0 0 0,0 0 0 0 0,0 0 1 0 0,0 0-1 0 0,0 0 0 0 0,0 0 0 0 0,1 0 0 0 0,-1 1 0 0 0,0-1 1 0 0,0 0-1 0 0,0 0 0 0 0,0 0 0 0 0,0 0 0 0 0,0 0 0 0 0,1 0 1 0 0,-1 0-1 0 0,0 0 0 0 0,0 0 0 0 0,0 0 0 0 0,0 0 1 0 0,1 0-1 0 0,-1 0 0 0 0,0 0 0 0 0,0 0 0 0 0,0 0 0 0 0,0 0 1 0 0,0 0-1 0 0,1 0 0 0 0,-1 0 0 0 0,0 0 0 0 0,0 0 0 0 0,0 0 1 0 0,0 0-1 0 0,0 0 0 0 0,1 0 0 0 0,-1 0 0 0 0,0 0 1 0 0,0-1-1 0 0,0 1 0 0 0,0 0 0 0 0,0 0 0 0 0,0 0 0 0 0,0 0 1 0 0,1 0-1 0 0,-1 0 0 0 0,0 0 0 0 0,0-1 0 0 0,0 1 0 0 0,0 0 1 0 0,0 0-1 0 0,0 0 0 0 0,0 0 0 0 0,0 0 0 0 0,0-1 0 0 0,0 1 1 0 0,6 195 253 0 0,-5-181-253 0 0,-2 0-1 0 0,0 1 1 0 0,0-1 0 0 0,-1 0-1 0 0,-1 0 1 0 0,-5 14 0 0 0,6-19 3 0 0,-1 0 1 0 0,-1 0 0 0 0,1 0 0 0 0,-1-1 0 0 0,-1 1-1 0 0,1-1 1 0 0,-1 0 0 0 0,-1-1 0 0 0,-12 15-1 0 0,17-21-6 0 0,0 0 0 0 0,0-1 0 0 0,0 1 0 0 0,0 0 0 0 0,0-1 0 0 0,0 1 0 0 0,0 0 0 0 0,0-1-1 0 0,0 1 1 0 0,0-1 0 0 0,0 0 0 0 0,0 1 0 0 0,0-1 0 0 0,-1 0 0 0 0,1 0 0 0 0,0 0 0 0 0,0 1 0 0 0,0-1-1 0 0,-1 0 1 0 0,1-1 0 0 0,0 1 0 0 0,0 0 0 0 0,0 0 0 0 0,0 0 0 0 0,-1-1 0 0 0,1 1 0 0 0,0-1 0 0 0,0 1-1 0 0,0-1 1 0 0,0 1 0 0 0,0-1 0 0 0,0 0 0 0 0,0 1 0 0 0,0-1 0 0 0,0 0 0 0 0,0 0 0 0 0,1 1 0 0 0,-1-1-1 0 0,0 0 1 0 0,0 0 0 0 0,1 0 0 0 0,-1 0 0 0 0,0 0 0 0 0,1 0 0 0 0,-1-1 0 0 0,1 1 0 0 0,0 0 0 0 0,-1 0 0 0 0,1-2-1 0 0,-3-4 10 0 0,0 0-1 0 0,1-1 1 0 0,0 1-1 0 0,1 0 0 0 0,-1-1 1 0 0,1-8-1 0 0,2-10-28 0 0,2 0-1 0 0,0 0 1 0 0,2 0-1 0 0,1 1 1 0 0,1 0 0 0 0,1 0-1 0 0,22-47 1 0 0,-12 37-1478 0 0,31-46-1 0 0,-26 47-2922 0 0,32-33-1 0 0,-26 36 589 0 0</inkml:trace>
</inkml:ink>
</file>

<file path=ppt/ink/ink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0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32 452 0 0,'-22'-15'2818'0'0,"16"12"-2544"0"0,0 0 1 0 0,0 1-1 0 0,0 0 0 0 0,0 0 0 0 0,0 1 0 0 0,-1 0 0 0 0,1 0 0 0 0,0 0 1 0 0,-1 1-1 0 0,1 0 0 0 0,-1 0 0 0 0,1 0 0 0 0,0 1 0 0 0,-1 0 0 0 0,1 0 1 0 0,0 1-1 0 0,0 0 0 0 0,-8 3 0 0 0,9-3-178 0 0,1 0 0 0 0,-1 0 0 0 0,1 0-1 0 0,0 1 1 0 0,0-1 0 0 0,0 1 0 0 0,1 0 0 0 0,-1 0 0 0 0,1 1-1 0 0,-1-1 1 0 0,1 1 0 0 0,0 0 0 0 0,1-1 0 0 0,-1 2 0 0 0,1-1 0 0 0,-1 0-1 0 0,1 0 1 0 0,0 1 0 0 0,1-1 0 0 0,-1 1 0 0 0,1-1 0 0 0,0 1-1 0 0,0 0 1 0 0,0-1 0 0 0,0 9 0 0 0,3-1-13 0 0,0-1 0 0 0,0 1 0 0 0,1-1 0 0 0,0 0 0 0 0,1 0 0 0 0,0 0 0 0 0,1 0 0 0 0,0-1 0 0 0,13 19 0 0 0,-10-17-27 0 0,-1 0 0 0 0,-1 0-1 0 0,0 1 1 0 0,0 0 0 0 0,-2 0 0 0 0,6 23 0 0 0,-9-29-33 0 0,0 0-1 0 0,0-1 1 0 0,-1 1 0 0 0,0 0 0 0 0,0 0 0 0 0,-1 0-1 0 0,-1 7 1 0 0,1-11-14 0 0,0-1 1 0 0,0 1-1 0 0,0 0 0 0 0,0-1 0 0 0,-1 0 0 0 0,1 1 0 0 0,-1-1 1 0 0,1 0-1 0 0,-1 0 0 0 0,0 1 0 0 0,0-1 0 0 0,0-1 1 0 0,0 1-1 0 0,0 0 0 0 0,0 0 0 0 0,0-1 0 0 0,-1 1 0 0 0,1-1 1 0 0,-4 2-1 0 0,4-2 29 0 0,-3-5-18 0 0,4 4-19 0 0,1 0 0 0 0,-1 0 0 0 0,1 0 0 0 0,-1-1 0 0 0,1 1 0 0 0,-1 0-1 0 0,0 0 1 0 0,1-1 0 0 0,-1 1 0 0 0,1 0 0 0 0,-1-1 0 0 0,1 1 0 0 0,0-1-1 0 0,-1 1 1 0 0,1 0 0 0 0,-1-1 0 0 0,1 1 0 0 0,0-1 0 0 0,-1 1 0 0 0,1-1 0 0 0,0 1-1 0 0,-1-1 1 0 0,1 0 0 0 0,1-6 1 0 0,1 1 1 0 0,-1-1-1 0 0,2 1 0 0 0,-1 0 0 0 0,1 0 0 0 0,-1 0 1 0 0,2 0-1 0 0,-1 0 0 0 0,1 0 0 0 0,0 1 0 0 0,0 0 1 0 0,7-7-1 0 0,67-61-34 0 0,-53 51 24 0 0,2-1-7 0 0,2 1-1 0 0,1 1 1 0 0,53-28-1 0 0,-83 49 15 0 0,1 0 0 0 0,0-1 0 0 0,0 1 0 0 0,0 0 0 0 0,0 0 0 0 0,-1 0 0 0 0,1 0 0 0 0,0 0 0 0 0,0 0 0 0 0,0 0 0 0 0,0 0 0 0 0,0 0 0 0 0,-1 1 0 0 0,1-1 0 0 0,0 0 0 0 0,0 0 0 0 0,0 1 0 0 0,-1-1 0 0 0,1 1 0 0 0,0-1 0 0 0,0 0 0 0 0,-1 1 0 0 0,1 0 0 0 0,0-1 0 0 0,-1 1 0 0 0,1-1 0 0 0,-1 1 0 0 0,1 0 0 0 0,-1-1 0 0 0,1 1 0 0 0,0 1 0 0 0,18 30-5 0 0,-9-14 20 0 0,-7-14-10 0 0,0-1-1 0 0,-1 0 0 0 0,1 0 0 0 0,1-1 1 0 0,-1 1-1 0 0,0 0 0 0 0,1-1 0 0 0,-1 0 1 0 0,1 0-1 0 0,0 0 0 0 0,0 0 0 0 0,-1-1 1 0 0,6 2-1 0 0,-7-2 12 0 0,-1-1 9 0 0,0 0 0 0 0,0-1 0 0 0,0 1 0 0 0,0 0 0 0 0,0 0 0 0 0,0-1 0 0 0,0 1 0 0 0,0 0 0 0 0,0-1 0 0 0,0 1 0 0 0,0-1 0 0 0,0 1 0 0 0,0-1 0 0 0,0 1 0 0 0,0-1 0 0 0,-1 0 0 0 0,1 1 0 0 0,0-1 0 0 0,-1 0 0 0 0,1 0 0 0 0,0 0 0 0 0,-1 0 0 0 0,1 1 0 0 0,0-3 0 0 0,0-3 59 0 0,-1 1 1 0 0,1-1 0 0 0,-1 1-1 0 0,-1 0 1 0 0,1-1 0 0 0,-1 1-1 0 0,0-1 1 0 0,0 1 0 0 0,-1 0 0 0 0,1-1-1 0 0,-1 1 1 0 0,0 0 0 0 0,-1 0-1 0 0,-4-7 1 0 0,6 10-63 0 0,-2-10-9154 0 0</inkml:trace>
</inkml:ink>
</file>

<file path=ppt/ink/ink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0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0 492 0 0,'0'0'3093'0'0,"-6"2"-2392"0"0,-1 0-275 0 0,-1 1-1 0 0,1 0 1 0 0,-1 0 0 0 0,-12 9 0 0 0,17-11-260 0 0,0 1 0 0 0,0 0 0 0 0,1 0 0 0 0,-1 1 1 0 0,1-1-1 0 0,0 0 0 0 0,-1 1 0 0 0,1 0 0 0 0,0-1 0 0 0,1 1 0 0 0,-1 0 0 0 0,0 0 0 0 0,1 0 1 0 0,0 0-1 0 0,-1 0 0 0 0,0 6 0 0 0,2-7 39 0 0,12 21 537 0 0,-10-23-717 0 0,-1 0 1 0 0,0 1-1 0 0,1-1 0 0 0,-1 0 0 0 0,1 1 1 0 0,-1-1-1 0 0,1 0 0 0 0,-1 0 0 0 0,1 0 0 0 0,-1-1 1 0 0,1 1-1 0 0,-1 0 0 0 0,1-1 0 0 0,-1 1 0 0 0,0 0 1 0 0,1-1-1 0 0,-1 0 0 0 0,1 1 0 0 0,-1-1 0 0 0,0 0 1 0 0,0 0-1 0 0,1 1 0 0 0,-1-1 0 0 0,0 0 0 0 0,0 0 1 0 0,0 0-1 0 0,0-1 0 0 0,0 1 0 0 0,1-2 0 0 0,1-3 111 0 0,1 1 0 0 0,-1-1 0 0 0,-1-1 0 0 0,1 1 0 0 0,1-10 0 0 0,-3 14-67 0 0,-1-22 128 0 0</inkml:trace>
</inkml:ink>
</file>

<file path=ppt/ink/ink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0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1 820 0 0,'0'0'4312'0'0,"-6"1"-3783"0"0,-19 5-48 0 0,19-5-45 0 0,4 17 1725 0 0</inkml:trace>
</inkml:ink>
</file>

<file path=ppt/ink/ink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1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82 274 88 0 0,'0'0'3308'0'0,"-4"-1"-2507"0"0,-1 0-446 0 0,1 1 1 0 0,0 0-1 0 0,0 0 0 0 0,0 1 1 0 0,-1-1-1 0 0,1 1 1 0 0,0 0-1 0 0,-8 3 0 0 0,11-4-228 0 0,-1 1 0 0 0,0-1 0 0 0,0 1 0 0 0,1 0 0 0 0,-1 0 0 0 0,0 0 0 0 0,1 0 0 0 0,-1 0 0 0 0,1 0-1 0 0,-1 0 1 0 0,1 1 0 0 0,0-1 0 0 0,-1 0 0 0 0,1 1 0 0 0,0-1 0 0 0,0 1 0 0 0,0 0 0 0 0,0-1 0 0 0,0 1 0 0 0,0 0 0 0 0,1-1-1 0 0,-1 1 1 0 0,1 0 0 0 0,-1 0 0 0 0,1 0 0 0 0,-1 0 0 0 0,1 2 0 0 0,0-3-97 0 0,1 0 0 0 0,-1 0 0 0 0,1 0 1 0 0,-1 0-1 0 0,1 0 0 0 0,-1 0 0 0 0,1 0 0 0 0,0 0 0 0 0,0 0 0 0 0,-1 0 0 0 0,1 0 1 0 0,0 0-1 0 0,0 0 0 0 0,0-1 0 0 0,0 1 0 0 0,0 0 0 0 0,0-1 0 0 0,0 1 1 0 0,0-1-1 0 0,0 1 0 0 0,0-1 0 0 0,0 1 0 0 0,0-1 0 0 0,0 0 0 0 0,1 1 1 0 0,-1-1-1 0 0,0 0 0 0 0,0 0 0 0 0,0 0 0 0 0,0 0 0 0 0,1 0 0 0 0,-1 0 0 0 0,1-1 1 0 0,34-1 259 0 0,-28 0-269 0 0,-1 0 1 0 0,0 0-1 0 0,0-1 1 0 0,0 1-1 0 0,0-2 1 0 0,-1 1-1 0 0,1-1 1 0 0,-1 0-1 0 0,0 0 1 0 0,0 0-1 0 0,0-1 1 0 0,-1 0 0 0 0,0 0-1 0 0,0-1 1 0 0,0 1-1 0 0,0-1 1 0 0,-1 0-1 0 0,0-1 1 0 0,0 1-1 0 0,-1-1 1 0 0,0 1-1 0 0,0-1 1 0 0,0 0-1 0 0,2-13 1 0 0,-1 3 256 0 0,-1 0 0 0 0,0 0 0 0 0,-2 0 0 0 0,0-1 0 0 0,-1 1 0 0 0,-1 0 0 0 0,0 0 1 0 0,-1 0-1 0 0,-6-24 0 0 0,8 41-258 0 0,0 0-1 0 0,-1-1 1 0 0,1 1 0 0 0,0-1 0 0 0,0 1 0 0 0,0 0-1 0 0,0-1 1 0 0,0 1 0 0 0,0 0 0 0 0,-1-1 0 0 0,1 1 0 0 0,0 0-1 0 0,0-1 1 0 0,-1 1 0 0 0,1 0 0 0 0,0-1 0 0 0,0 1-1 0 0,-1 0 1 0 0,1 0 0 0 0,0 0 0 0 0,-1-1 0 0 0,1 1 0 0 0,0 0-1 0 0,-1 0 1 0 0,1 0 0 0 0,0-1 0 0 0,-1 1 0 0 0,1 0-1 0 0,0 0 1 0 0,-1 0 0 0 0,1 0 0 0 0,-1 0 0 0 0,1 0 0 0 0,0 0-1 0 0,-1 0 1 0 0,1 0 0 0 0,0 0 0 0 0,-1 0 0 0 0,1 0-1 0 0,-1 0 1 0 0,1 0 0 0 0,0 1 0 0 0,-1-1 0 0 0,1 0 0 0 0,0 0-1 0 0,-1 0 1 0 0,1 1 0 0 0,-14 9 377 0 0,13-9-419 0 0,-6 5 130 0 0,1 2 0 0 0,0-1-1 0 0,0 1 1 0 0,0 0 0 0 0,1 0 0 0 0,0 0 0 0 0,1 1 0 0 0,0 0 0 0 0,0 0-1 0 0,1 0 1 0 0,0 0 0 0 0,1 1 0 0 0,0-1 0 0 0,0 1 0 0 0,1-1 0 0 0,0 13-1 0 0,1 12-758 0 0,2 0 0 0 0,1 0 0 0 0,9 39-1 0 0,-7-46-986 0 0,-5 6-6330 0 0</inkml:trace>
</inkml:ink>
</file>

<file path=ppt/ink/ink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7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1 107 788 0 0,'0'0'1775'0'0,"2"-19"1202"0"0,0 14-2758 0 0,1 0 0 0 0,-1 0 0 0 0,1 0 0 0 0,0 0 1 0 0,0 1-1 0 0,0-1 0 0 0,1 1 0 0 0,-1 0 0 0 0,1 0 0 0 0,0 0 0 0 0,0 1 0 0 0,1-1 1 0 0,-1 1-1 0 0,1 0 0 0 0,-1 0 0 0 0,1 1 0 0 0,0-1 0 0 0,0 1 0 0 0,0 0 1 0 0,1 1-1 0 0,-1-1 0 0 0,0 1 0 0 0,1 0 0 0 0,-1 0 0 0 0,1 0 0 0 0,-1 1 0 0 0,1 0 1 0 0,5 1-1 0 0,-4-1-163 0 0,-1 0 0 0 0,1 1 0 0 0,-1 0 0 0 0,1 0 0 0 0,-1 1 0 0 0,0-1 0 0 0,0 1 0 0 0,0 1 0 0 0,0-1 0 0 0,0 1 0 0 0,0 0 0 0 0,0 1 0 0 0,-1-1 0 0 0,0 1 0 0 0,1 0 0 0 0,-2 1 0 0 0,1-1 0 0 0,0 1 0 0 0,-1 0 0 0 0,0 0 0 0 0,0 0 0 0 0,0 0 0 0 0,-1 1 0 0 0,3 6 0 0 0,-4-6 3 0 0,0 0 0 0 0,0 0 0 0 0,-1 1 1 0 0,0-1-1 0 0,0 1 0 0 0,0-1 0 0 0,-1 1 0 0 0,0-1 0 0 0,-1 1 0 0 0,1 0 0 0 0,-1-1 0 0 0,-1 1 0 0 0,1-1 0 0 0,-1 0 0 0 0,0 0 1 0 0,0 1-1 0 0,-1-1 0 0 0,0 0 0 0 0,0-1 0 0 0,-5 8 0 0 0,7-11 44 0 0,-1-1 37 0 0,2 0-131 0 0,0-1 0 0 0,0 0 0 0 0,0 0 0 0 0,0 0 0 0 0,0 0 0 0 0,0 0 0 0 0,0 1 0 0 0,0-1 0 0 0,0 0 0 0 0,0 0 0 0 0,0 0 0 0 0,0 0 1 0 0,0 0-1 0 0,-1 1 0 0 0,1-1 0 0 0,0 0 0 0 0,0 0 0 0 0,0 0 0 0 0,0 0 0 0 0,0 0 0 0 0,0 0 0 0 0,0 0 0 0 0,-1 0 0 0 0,1 0 0 0 0,0 0 0 0 0,0 1 0 0 0,0-1 0 0 0,0 0 0 0 0,0 0 0 0 0,-1 0 0 0 0,1 0 1 0 0,0 0-1 0 0,0 0 0 0 0,0 0 0 0 0,0 0 0 0 0,0 0 0 0 0,-1 0 0 0 0,1 0 0 0 0,0 0 0 0 0,0 0 0 0 0,0 0 0 0 0,0 0 0 0 0,0-1 0 0 0,-1 1 0 0 0,1 0 0 0 0,0 0 0 0 0,0 0 0 0 0,0 0 0 0 0,0 0 0 0 0,0 0 0 0 0,0 0 1 0 0,-1 0-1 0 0,1 0 0 0 0,0 0 0 0 0,0-1 0 0 0,0 1 0 0 0,0 0 0 0 0,0 0 0 0 0,0 0 0 0 0,0 0 0 0 0,0-1 0 0 0,-2-2 3 0 0,1 0-1 0 0,0-1 1 0 0,0 1-1 0 0,0-1 1 0 0,0 1-1 0 0,1-1 1 0 0,-1 1-1 0 0,1-1 1 0 0,0 0-1 0 0,0 1 1 0 0,0-1-1 0 0,0 1 1 0 0,2-7-1 0 0,1 0 1 0 0,0 0-1 0 0,0 0 1 0 0,0 1-1 0 0,1 0 1 0 0,6-10-1 0 0,-5 10-18 0 0,-1 1-1 0 0,2 0 0 0 0,-1 0 1 0 0,1 0-1 0 0,0 1 0 0 0,0 0 0 0 0,1 0 1 0 0,0 1-1 0 0,1 0 0 0 0,-1 0 1 0 0,1 0-1 0 0,12-5 0 0 0,-6 5 5 0 0,-10 4-2 0 0,0 1 0 0 0,-1-1 0 0 0,1 1 0 0 0,0 0 0 0 0,0 0 0 0 0,0 0 0 0 0,0 0 0 0 0,0 1 0 0 0,0-1 0 0 0,5 1 0 0 0,-6 1 3 0 0,0 0 0 0 0,-1 1 0 0 0,1-1 1 0 0,0 0-1 0 0,0 1 0 0 0,0 0 0 0 0,-1-1 0 0 0,1 1 0 0 0,-1 0 0 0 0,0 1 1 0 0,1-1-1 0 0,-1 0 0 0 0,0 1 0 0 0,0-1 0 0 0,0 1 0 0 0,-1-1 1 0 0,3 5-1 0 0,18 32 2 0 0,-20-34 2 0 0,0-1-1 0 0,0 1 0 0 0,1-1 0 0 0,-1 0 1 0 0,1 0-1 0 0,0 0 0 0 0,0 0 0 0 0,0-1 1 0 0,1 1-1 0 0,-1-1 0 0 0,1 0 0 0 0,0 0 1 0 0,0 0-1 0 0,0 0 0 0 0,5 2 0 0 0,-4-3 2 0 0,0 0 0 0 0,0-1 0 0 0,0 0 0 0 0,0 1 0 0 0,0-1 0 0 0,0-1 0 0 0,0 1-1 0 0,1-1 1 0 0,-1 0 0 0 0,0 0 0 0 0,0-1 0 0 0,0 1 0 0 0,0-1 0 0 0,0 0 0 0 0,0-1-1 0 0,0 1 1 0 0,0-1 0 0 0,5-2 0 0 0,1-2-4 0 0,-1 1 1 0 0,1-1-1 0 0,-1-1 0 0 0,-1 0 0 0 0,1-1 1 0 0,11-11-1 0 0,-15 12 75 0 0,-4 4 1 0 0,0 0-1 0 0,1 1 1 0 0,-1-1 0 0 0,1 1 0 0 0,0-1 0 0 0,0 1 0 0 0,-1 0 0 0 0,2 0 0 0 0,-1 0 0 0 0,5-2 0 0 0,-7 4-52 0 0,0 1 0 0 0,1 0-1 0 0,-1-1 1 0 0,0 1 0 0 0,0 0 0 0 0,1 0 0 0 0,-1 0 0 0 0,0 0 0 0 0,0 0-1 0 0,0 0 1 0 0,0 1 0 0 0,0-1 0 0 0,-1 0 0 0 0,1 0 0 0 0,0 1 0 0 0,-1-1-1 0 0,1 0 1 0 0,0 1 0 0 0,-1-1 0 0 0,1 3 0 0 0,8 29 262 0 0,-8-31-323 0 0,4 13-924 0 0</inkml:trace>
</inkml:ink>
</file>

<file path=ppt/ink/ink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7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90 556 0 0,'6'-15'2357'0'0,"3"-10"140"0"0,-8 20-1915 0 0,0 1-1 0 0,1 0 1 0 0,-1 0-1 0 0,1 0 1 0 0,0 0-1 0 0,0 0 1 0 0,0 0-1 0 0,5-5 973 0 0,-7 8-1566 0 0,0 1 0 0 0,0 0 0 0 0,0-1 1 0 0,0 1-1 0 0,0 0 0 0 0,0 0 0 0 0,0-1 0 0 0,0 1 1 0 0,0 0-1 0 0,0-1 0 0 0,0 1 0 0 0,0 0 1 0 0,0 0-1 0 0,1-1 0 0 0,-1 1 0 0 0,0 0 0 0 0,0 0 1 0 0,0-1-1 0 0,0 1 0 0 0,1 0 0 0 0,-1 0 1 0 0,0 0-1 0 0,0-1 0 0 0,0 1 0 0 0,1 0 0 0 0,-1 0 1 0 0,0 0-1 0 0,0 0 0 0 0,1 0 0 0 0,-1 0 0 0 0,0-1 1 0 0,1 1-1 0 0,-1 0 0 0 0,0 0 0 0 0,0 0 1 0 0,1 0-1 0 0,-1 0 0 0 0,0 0 0 0 0,1 0 0 0 0,-1 0 1 0 0,0 0-1 0 0,0 0 0 0 0,1 0 0 0 0,-1 0 1 0 0,0 0-1 0 0,0 1 0 0 0,1-1 0 0 0,-1 0 0 0 0,0 0 1 0 0,0 0-1 0 0,1 0 0 0 0,-1 0 0 0 0,0 0 1 0 0,0 1-1 0 0,1-1 0 0 0,-1 0 0 0 0,0 0 0 0 0,0 0 1 0 0,0 1-1 0 0,1-1 0 0 0,-1 1 0 0 0,17 16-3631 0 0,-15-11 901 0 0</inkml:trace>
</inkml:ink>
</file>

<file path=ppt/ink/ink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8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6 324 0 0,'0'0'131'0'0,"0"0"-1"0"0,0-1 0 0 0,0 1 1 0 0,0 0-1 0 0,0 0 1 0 0,0 0-1 0 0,0 0 1 0 0,0-1-1 0 0,0 1 1 0 0,0 0-1 0 0,0 0 1 0 0,0 0-1 0 0,-2-3 1958 0 0,2 3-1958 0 0,0 0 1 0 0,-1 0-1 0 0,1 0 1 0 0,0 0-1 0 0,0 0 1 0 0,0 0-1 0 0,0 0 0 0 0,-1 0 1 0 0,1-1-1 0 0,0 1 1 0 0,0 0-1 0 0,0 0 1 0 0,0 0-1 0 0,-1 0 1 0 0,1 0-1 0 0,0 0 1 0 0,0 0-1 0 0,0 1 1 0 0,-1-1-1 0 0,1 0 1 0 0,0 0-1 0 0,-20 3 1277 0 0,-21 13-194 0 0,32-11-685 0 0,0 0-1 0 0,1 1 1 0 0,0 0-1 0 0,0 0 1 0 0,0 1 0 0 0,1 0-1 0 0,-7 9 1 0 0,14-15-475 0 0,-1 0 1 0 0,0 0 0 0 0,1 0-1 0 0,-1 0 1 0 0,0 0-1 0 0,1 0 1 0 0,0 0 0 0 0,-1 0-1 0 0,1 0 1 0 0,0 0 0 0 0,-1 0-1 0 0,1 0 1 0 0,0 0 0 0 0,0 1-1 0 0,0-1 1 0 0,0 0-1 0 0,0 0 1 0 0,0 0 0 0 0,0 0-1 0 0,0 0 1 0 0,0 0 0 0 0,1 0-1 0 0,-1 1 1 0 0,1-1 0 0 0,0 1-1 0 0,0 0 4 0 0,1 0 1 0 0,-1 0-1 0 0,1 0 0 0 0,0 0 0 0 0,0 0 1 0 0,0-1-1 0 0,0 1 0 0 0,0-1 0 0 0,0 1 1 0 0,0-1-1 0 0,3 1 0 0 0,3 2 37 0 0,1 0 1 0 0,-1-1-1 0 0,1-1 0 0 0,0 0 0 0 0,12 2 1 0 0,7-1-488 0 0,1-2 0 0 0,41-2 0 0 0,-55-1-1875 0 0,0 0 0 0 0,0-1 0 0 0,24-7 0 0 0,-23 3-1227 0 0</inkml:trace>
</inkml:ink>
</file>

<file path=ppt/ink/ink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08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0 215 20 0 0,'0'0'1593'0'0,"4"-2"-836"0"0,23-11 460 0 0,0-1-1 0 0,-1-1 1 0 0,-1-1-1 0 0,0-1 1 0 0,41-39 0 0 0,-63 53-1092 0 0,0 0 1 0 0,-1 0 0 0 0,1 0 0 0 0,-1-1-1 0 0,0 1 1 0 0,0 0 0 0 0,0-1 0 0 0,0 1 0 0 0,-1-1-1 0 0,1 0 1 0 0,-1 0 0 0 0,0 0 0 0 0,0 1 0 0 0,0-9-1 0 0,-1 10 63 0 0,-4-4 112 0 0,4 6-271 0 0,0-1-1 0 0,0 0 1 0 0,-1 0 0 0 0,1 1-1 0 0,0-1 1 0 0,-1 0-1 0 0,1 1 1 0 0,-1-1-1 0 0,1 0 1 0 0,-1 1-1 0 0,1-1 1 0 0,-1 1 0 0 0,1-1-1 0 0,-1 1 1 0 0,0-1-1 0 0,1 1 1 0 0,-1-1-1 0 0,0 1 1 0 0,1-1-1 0 0,-1 1 1 0 0,0 0-1 0 0,0 0 1 0 0,1-1 0 0 0,-1 1-1 0 0,0 0 1 0 0,-1 0-1 0 0,-1 0 70 0 0,0 0 0 0 0,-1 1 1 0 0,1-1-1 0 0,0 1 0 0 0,0 0 0 0 0,0 0 0 0 0,0 0 0 0 0,0 0 0 0 0,0 0 0 0 0,0 1 0 0 0,0 0 1 0 0,0-1-1 0 0,0 1 0 0 0,1 0 0 0 0,-1 0 0 0 0,1 1 0 0 0,-1-1 0 0 0,1 0 0 0 0,0 1 0 0 0,0-1 1 0 0,0 1-1 0 0,0 0 0 0 0,1 0 0 0 0,-1 0 0 0 0,1 0 0 0 0,-1 0 0 0 0,1 0 0 0 0,0 0 1 0 0,0 0-1 0 0,0 5 0 0 0,1-6-82 0 0,0-1 1 0 0,1 1-1 0 0,-1 0 1 0 0,0-1-1 0 0,1 1 1 0 0,-1-1-1 0 0,1 1 1 0 0,0-1-1 0 0,-1 1 1 0 0,1-1-1 0 0,0 1 1 0 0,0-1-1 0 0,0 0 1 0 0,0 1-1 0 0,0-1 1 0 0,0 0-1 0 0,0 0 1 0 0,1 0-1 0 0,-1 0 1 0 0,0 0-1 0 0,1 0 1 0 0,-1 0-1 0 0,1 0 1 0 0,2 1-1 0 0,37 14-611 0 0,-39-15 460 0 0,43 9-2647 0 0,-14-10-3670 0 0,-16-3 2903 0 0</inkml:trace>
</inkml:ink>
</file>

<file path=ppt/ink/ink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2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20 404 0 0,'0'0'815'0'0,"-2"-19"9170"0"0,-4 43-9377 0 0,2 0 1 0 0,1 0-1 0 0,2 1 0 0 0,1 42 0 0 0,18 105 810 0 0,-6-75-913 0 0,-11-55 654 0 0,0-16-3926 0 0,-17-45-9749 0 0</inkml:trace>
</inkml:ink>
</file>

<file path=ppt/ink/ink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2.6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1 110 504 0 0,'0'0'3282'0'0,"6"-1"-2868"0"0,345-64 3631 0 0,-347 65-3999 0 0,0 0 0 0 0,0 0 0 0 0,0 1 0 0 0,0-1 1 0 0,0 1-1 0 0,0 0 0 0 0,0 0 0 0 0,0 1 0 0 0,0-1 0 0 0,0 1 1 0 0,-1 0-1 0 0,1 0 0 0 0,-1 0 0 0 0,1 0 0 0 0,-1 1 0 0 0,5 3 0 0 0,-7-5 57 0 0,14 8 280 0 0,-15-9-290 0 0,0 0 0 0 0,1 1 1 0 0,-1-1-1 0 0,0 0 0 0 0,1 0 0 0 0,-1 1 0 0 0,1-1 0 0 0,-1 0 0 0 0,1 0 0 0 0,-1 0 0 0 0,0 0 0 0 0,1 0 0 0 0,-1 1 0 0 0,1-1 0 0 0,-1 0 0 0 0,1 0 0 0 0,-1 0 0 0 0,1 0 0 0 0,-1 0 0 0 0,1 0 0 0 0,-1 0 0 0 0,1-1 1 0 0,-1 1-1 0 0,0 0 0 0 0,1 0 0 0 0,-1 0 0 0 0,1 0 0 0 0,-1-1 0 0 0,1 1 0 0 0,-1 0 0 0 0,0 0 0 0 0,1-1 0 0 0,-1 1 0 0 0,0 0 0 0 0,1-1 0 0 0,-1-29 970 0 0,0 27-818 0 0,-17-41 1313 0 0,16 43-972 0 0,-12 15-304 0 0,8-4-2454 0 0,27-1-9783 0 0</inkml:trace>
</inkml:ink>
</file>

<file path=ppt/ink/ink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3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7 860 0 0,'5'-6'11829'0'0,"-11"35"-12825"0"0,2-4 2062 0 0,-1 4-510 0 0,0-4-21 0 0,1 1 0 0 0,0 31 0 0 0,4-56-526 0 0,0-1 0 0 0,0 1-1 0 0,0 0 1 0 0,1 0 0 0 0,-1-1 0 0 0,0 1 0 0 0,0 0-1 0 0,1 0 1 0 0,-1-1 0 0 0,1 1 0 0 0,-1 0-1 0 0,0-1 1 0 0,1 1 0 0 0,-1-1 0 0 0,1 1 0 0 0,-1 0-1 0 0,1-1 1 0 0,0 1 0 0 0,-1-1 0 0 0,1 1-1 0 0,-1-1 1 0 0,1 0 0 0 0,0 1 0 0 0,0-1 0 0 0,-1 0-1 0 0,1 1 1 0 0,0-1 0 0 0,-1 0 0 0 0,1 0-1 0 0,1 1 1 0 0,28 1 100 0 0,-20-1-70 0 0,-2-1-14 0 0,-5 0-18 0 0,-1 0-1 0 0,1 0 1 0 0,0 0 0 0 0,0 0 0 0 0,0 0 0 0 0,0 1 0 0 0,-1 0 0 0 0,1-1 0 0 0,0 1-1 0 0,0 0 1 0 0,-1 0 0 0 0,1 0 0 0 0,0 1 0 0 0,-1-1 0 0 0,0 1 0 0 0,1-1 0 0 0,-1 1 0 0 0,3 3-1 0 0,-7-1 2 0 0,0 0 1 0 0,0 0-1 0 0,-1 0 0 0 0,1 0 0 0 0,-1-1 0 0 0,0 1 0 0 0,0-1 0 0 0,-5 5 0 0 0,-8 4-7 0 0,0-1 0 0 0,-1-1 1 0 0,-28 13-1 0 0,42-23-185 0 0,-2 3 353 0 0,30-25-13151 0 0</inkml:trace>
</inkml:ink>
</file>

<file path=ppt/ink/ink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3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16 276 0 0,'14'3'2426'0'0,"4"-2"-1372"0"0,1 0-1 0 0,-1-1 0 0 0,1-1 1 0 0,-1-1-1 0 0,32-6 0 0 0,10-1 1609 0 0,-57 8-2320 0 0,-2 2-243 0 0,0-1 0 0 0,0 0-1 0 0,1 1 1 0 0,-1-1-1 0 0,0 1 1 0 0,0-1-1 0 0,0 1 1 0 0,0 0 0 0 0,0-1-1 0 0,0 1 1 0 0,0 0-1 0 0,0 0 1 0 0,0 0-1 0 0,0-1 1 0 0,0 1-1 0 0,0 0 1 0 0,-1 0 0 0 0,1 0-1 0 0,0 1 1 0 0,-1-1-1 0 0,1 0 1 0 0,-1 0-1 0 0,1 0 1 0 0,-1 0 0 0 0,1 1-1 0 0,-1-1 1 0 0,0 0-1 0 0,0 0 1 0 0,1 1-1 0 0,-1-1 1 0 0,0 0-1 0 0,0 0 1 0 0,0 1 0 0 0,-1-1-1 0 0,1 2 1 0 0,-9 61 965 0 0,4-37-503 0 0,1 27-445 0 0,-7 62-12 0 0,2-79-3620 0 0,-5-1-3406 0 0,10-27 2992 0 0</inkml:trace>
</inkml:ink>
</file>

<file path=ppt/ink/ink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6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31 123 212 0 0,'0'0'1253'0'0,"6"-12"4315"0"0,-5 12-5441 0 0,-1 0 0 0 0,0 0 0 0 0,0 0 0 0 0,0 0 0 0 0,0 0 0 0 0,1 0 0 0 0,-1 0 0 0 0,0 0 0 0 0,4 2 3305 0 0,-4-2-3305 0 0,0 0 0 0 0,13 43 1310 0 0,-2 1 0 0 0,7 48 0 0 0,-7-30-696 0 0,-9 4-1640 0 0,-2-64 466 0 0,-3 7-901 0 0,-4-10-3475 0 0,-79-71-145 0 0,85 70 4841 0 0,2 0 103 0 0,0 1 1 0 0,0-1 0 0 0,0 0-1 0 0,0 0 1 0 0,0 1-1 0 0,1-1 1 0 0,-1 0 0 0 0,1 1-1 0 0,-1-1 1 0 0,1 1 0 0 0,0 0-1 0 0,-1 0 1 0 0,1-1-1 0 0,0 1 1 0 0,0 0 0 0 0,0 0-1 0 0,0 1 1 0 0,0-1-1 0 0,0 0 1 0 0,0 1 0 0 0,3-1-1 0 0,58-14 260 0 0,-44 11-221 0 0,19-5 236 0 0,66-25-1 0 0,-89 28-78 0 0,0-1-1 0 0,-1 0 0 0 0,0-1 0 0 0,0-1 0 0 0,0 0 0 0 0,-1-1 0 0 0,12-12 1 0 0,-20 17 51 0 0,0-1 1 0 0,0 0 0 0 0,-1-1 0 0 0,0 1-1 0 0,-1 0 1 0 0,1-1 0 0 0,-1 0 0 0 0,-1 0-1 0 0,1 0 1 0 0,-1 0 0 0 0,0-1 0 0 0,-1 1-1 0 0,0 0 1 0 0,0-1 0 0 0,0 1 0 0 0,-1-1-1 0 0,0 1 1 0 0,-1-1 0 0 0,1 1 0 0 0,-1 0-1 0 0,-1-1 1 0 0,0 1 0 0 0,0 0 0 0 0,-4-11-1 0 0,5 16 331 0 0,1 2-545 0 0,0 1 0 0 0,0-1 0 0 0,0 0 0 0 0,0 0 0 0 0,0 0-1 0 0,0 0 1 0 0,0 0 0 0 0,0 0 0 0 0,0 0 0 0 0,-1 0 0 0 0,1 0 0 0 0,0 0 0 0 0,0 0 0 0 0,0 0 0 0 0,0 0 0 0 0,0 0 0 0 0,0 0 0 0 0,0 0 0 0 0,0 0 0 0 0,0 0 0 0 0,0 0-1 0 0,0 0 1 0 0,-1 0 0 0 0,1 0 0 0 0,0 0 0 0 0,0 0 0 0 0,0 0 0 0 0,0 0 0 0 0,0 0 0 0 0,0 0 0 0 0,0 0 0 0 0,0 0 0 0 0,0 0 0 0 0,0 0 0 0 0,0 0 0 0 0,-1 0 0 0 0,1 0-1 0 0,0 0 1 0 0,0 0 0 0 0,0 0 0 0 0,0 0 0 0 0,0 0 0 0 0,0 0 0 0 0,0 0 0 0 0,0-1 0 0 0,0 1 0 0 0,0 0 0 0 0,0 0 0 0 0,0 0 0 0 0,0 0 0 0 0,0 0 0 0 0,0 0 0 0 0,0 0-1 0 0,-8 14 296 0 0,-6 23 44 0 0,11-12-195 0 0,2 0 0 0 0,0 0-1 0 0,1-1 1 0 0,1 1 0 0 0,2 0 0 0 0,0 0-1 0 0,2-1 1 0 0,1 1 0 0 0,8 23 0 0 0,-11-38-86 0 0,-3-8-74 0 0,1 0 0 0 0,-1 0 0 0 0,1 0 0 0 0,-1 0 0 0 0,1 0 1 0 0,0 0-1 0 0,0 0 0 0 0,0-1 0 0 0,0 1 0 0 0,0 0 0 0 0,0 0 0 0 0,0-1 0 0 0,1 1 0 0 0,-1 0 0 0 0,0-1 0 0 0,4 3 1 0 0,-4-3 17 0 0,3-3-27 0 0,35-12-360 0 0,0 3 0 0 0,1 0 1 0 0,65-7-1 0 0,-87 16 145 0 0,-1 1-1 0 0,0-2 1 0 0,1-1-1 0 0,-2 0 0 0 0,1-1 1 0 0,0 0-1 0 0,17-10 1 0 0,-32 14 186 0 0,-1 1 62 0 0,0-1-1 0 0,0 1 0 0 0,1 0 1 0 0,-1-1-1 0 0,0 1 0 0 0,0-1 1 0 0,0 0-1 0 0,0 1 1 0 0,0-1-1 0 0,0 0 0 0 0,0 1 1 0 0,0-1-1 0 0,0 0 0 0 0,-1 0 1 0 0,1 0-1 0 0,0 0 0 0 0,0 0 1 0 0,-1 0-1 0 0,1 0 1 0 0,-1 0-1 0 0,1 0 0 0 0,-1 0 1 0 0,1-2-1 0 0,-2 2-13 0 0,0 1 1 0 0,0-1-1 0 0,0 1 1 0 0,-1 0-1 0 0,1-1 1 0 0,0 1-1 0 0,0 0 1 0 0,-1 0-1 0 0,1-1 0 0 0,0 1 1 0 0,0 0-1 0 0,-1 0 1 0 0,1 1-1 0 0,0-1 1 0 0,0 0-1 0 0,-1 0 0 0 0,1 1 1 0 0,0-1-1 0 0,0 0 1 0 0,0 1-1 0 0,-1-1 1 0 0,1 1-1 0 0,0 0 1 0 0,-2 1-1 0 0,0 0 23 0 0,1-1-17 0 0,1 0-1 0 0,-1 0 0 0 0,0 0 1 0 0,0 0-1 0 0,0 1 1 0 0,1-1-1 0 0,-1 1 1 0 0,1-1-1 0 0,-1 1 1 0 0,1-1-1 0 0,0 1 1 0 0,-1 0-1 0 0,1 0 1 0 0,0 0-1 0 0,0-1 1 0 0,0 1-1 0 0,0 2 1 0 0,0-2 12 0 0,1-2-32 0 0,-1 1 1 0 0,1-1-1 0 0,-1 0 1 0 0,1 1-1 0 0,-1-1 1 0 0,1 1-1 0 0,-1-1 0 0 0,1 1 1 0 0,0 0-1 0 0,-1-1 1 0 0,1 1-1 0 0,0-1 0 0 0,-1 1 1 0 0,1 0-1 0 0,0-1 1 0 0,0 1-1 0 0,0-1 1 0 0,0 1-1 0 0,-1 0 0 0 0,1-1 1 0 0,0 1-1 0 0,0 0 1 0 0,0-1-1 0 0,0 1 0 0 0,0 0 1 0 0,1-1-1 0 0,-1 1 1 0 0,0 0-1 0 0,0 0 1 0 0,0 0-2 0 0,0-1 0 0 0,0 1 1 0 0,0-1-1 0 0,0 1 1 0 0,0-1-1 0 0,0 1 1 0 0,0-1-1 0 0,0 1 1 0 0,0-1-1 0 0,0 1 1 0 0,0-1-1 0 0,0 1 0 0 0,0-1 1 0 0,1 1-1 0 0,-1-1 1 0 0,0 0-1 0 0,0 1 1 0 0,1-1-1 0 0,-1 1 1 0 0,0-1-1 0 0,0 1 0 0 0,1-1 1 0 0,-1 0-1 0 0,0 1 1 0 0,1-1-1 0 0,-1 0 1 0 0,1 1-1 0 0,-1-1 1 0 0,0 0-1 0 0,1 0 0 0 0,-1 1 1 0 0,1-1-1 0 0,-1 0 1 0 0,1 0-1 0 0,-1 0 1 0 0,1 0-1 0 0,-1 1 1 0 0,1-1-1 0 0,40-22 25 0 0,-31 16-30 0 0,1 0-1 0 0,-1 0 1 0 0,2 1 0 0 0,-1 0 0 0 0,0 1-1 0 0,1 0 1 0 0,0 1 0 0 0,17-2-1 0 0,-5 4-37 0 0,50-5-66 0 0,-69 5 107 0 0,0 0 1 0 0,0 0-1 0 0,0 0 0 0 0,0-1 0 0 0,0 0 1 0 0,0 1-1 0 0,-1-2 0 0 0,1 1 1 0 0,-1 0-1 0 0,1-1 0 0 0,-1 0 0 0 0,5-4 1 0 0,-6 3 17 0 0,0-1-1 0 0,0 1 1 0 0,0 0 0 0 0,0-1 0 0 0,-1 0 0 0 0,0 1-1 0 0,0-1 1 0 0,0 0 0 0 0,-1 0 0 0 0,1-1 0 0 0,-1 1-1 0 0,0 0 1 0 0,-1 0 0 0 0,1 0 0 0 0,-1-1 0 0 0,0 1-1 0 0,0 0 1 0 0,-1-1 0 0 0,1 1 0 0 0,-1 0 0 0 0,-1 0-1 0 0,1 0 1 0 0,-1 0 0 0 0,1 0 0 0 0,-2 0 0 0 0,-1-5-1 0 0,3 9 225 0 0,-15 3 238 0 0,14 2-431 0 0,-1 0 1 0 0,1 0 0 0 0,-1 0-1 0 0,1 0 1 0 0,0 1-1 0 0,1-1 1 0 0,-1 0 0 0 0,1 1-1 0 0,0 0 1 0 0,0-1-1 0 0,1 1 1 0 0,-1 0 0 0 0,1-1-1 0 0,0 1 1 0 0,0 0-1 0 0,0-1 1 0 0,1 1 0 0 0,0 0-1 0 0,1 6 1 0 0,1-2-367 0 0,0 0 1 0 0,0-1-1 0 0,1 1 1 0 0,0-1-1 0 0,0 0 1 0 0,1 0-1 0 0,0 0 1 0 0,0-1-1 0 0,9 9 1 0 0,-9-12-1309 0 0,10 1-8414 0 0</inkml:trace>
</inkml:ink>
</file>

<file path=ppt/ink/ink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6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29 404 0 0,'0'0'3072'0'0,"14"-15"-1964"0"0,3 12-632 0 0,-8 1-59 0 0,4-1-105 0 0,0 3-208 0 0,3-4-316 0 0,0 3-737 0 0,-1 1-1027 0 0,3 0 456 0 0</inkml:trace>
</inkml:ink>
</file>

<file path=ppt/ink/ink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7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86 268 0 0,'-1'-5'9946'0'0,"1"11"-9819"0"0,0-3-76 0 0,0-1 1 0 0,0 0-1 0 0,0 1 1 0 0,0-1-1 0 0,1 0 1 0 0,-1 1 0 0 0,1-1-1 0 0,0 0 1 0 0,-1 1-1 0 0,3 3 1 0 0,-5 34 1042 0 0,0-4-265 0 0,0-2-276 0 0,7-18 497 0 0,1-29-34 0 0,3-9-1165 0 0,-4 15 171 0 0,0-1-1 0 0,0 1 0 0 0,1 0 0 0 0,0 0 1 0 0,0 1-1 0 0,1-1 0 0 0,13-9 0 0 0,-18 15 11 0 0,3 1-45 0 0,-1-2 13 0 0,11 13-26 0 0,-6-2 26 0 0,0-1 0 0 0,1 0-1 0 0,0 0 1 0 0,0-1 0 0 0,11 6-1 0 0,-16-11 1 0 0,0 0 0 0 0,0-1-1 0 0,0 0 1 0 0,0 0-1 0 0,-1 0 1 0 0,1-1-1 0 0,1 1 1 0 0,-1-1-1 0 0,0 0 1 0 0,0-1-1 0 0,0 1 1 0 0,0-1 0 0 0,9-2-1 0 0,-2 0 6 0 0,0-1 0 0 0,-1 0 0 0 0,1-1 0 0 0,18-10 0 0 0,-25 12 1 0 0,0 0-1 0 0,0 0 1 0 0,0-1-1 0 0,-1 1 1 0 0,1-1 0 0 0,-1 0-1 0 0,0-1 1 0 0,0 1 0 0 0,-1-1-1 0 0,1 1 1 0 0,-1-1-1 0 0,2-6 1 0 0,-4 10 21 0 0,-1 1-26 0 0,1-1 0 0 0,-1 1 0 0 0,0-1 0 0 0,1 0 0 0 0,-1 1 0 0 0,0-1 0 0 0,0 0 0 0 0,0 1 0 0 0,0-1 0 0 0,1 0 0 0 0,-1 1 0 0 0,0-1 0 0 0,0 0 0 0 0,0 1 0 0 0,0-1 0 0 0,-1 0 0 0 0,1 1 0 0 0,0-1 0 0 0,0 0 0 0 0,0 1 0 0 0,0-1 0 0 0,-1 0 0 0 0,1 1 0 0 0,0-1 0 0 0,-1 1 0 0 0,1-1 0 0 0,0 1 0 0 0,-1-1 0 0 0,1 0 0 0 0,-1 1 0 0 0,1 0 0 0 0,-1-1 0 0 0,1 1 0 0 0,-1-1 0 0 0,1 1 0 0 0,-1-1 0 0 0,1 1 0 0 0,-1 0 0 0 0,0-1 0 0 0,1 1 0 0 0,-1 0 0 0 0,1 0 0 0 0,-1 0 0 0 0,0-1 0 0 0,0 1 0 0 0,0 0-3 0 0,-5-1 7 0 0,-9 19-38 0 0,14-14 29 0 0,-1 0 1 0 0,0 1-1 0 0,1-1 1 0 0,0 1-1 0 0,0-1 1 0 0,0 1-1 0 0,0 0 0 0 0,1-1 1 0 0,0 7-1 0 0,0-8 4 0 0,1-1 0 0 0,-1 0 0 0 0,1 1 0 0 0,0-1 0 0 0,-1 0 0 0 0,1 1 0 0 0,0-1 0 0 0,1 0 0 0 0,-1 0 0 0 0,0 0 0 0 0,1 0 0 0 0,-1 0 0 0 0,1 0 0 0 0,-1 0 0 0 0,1 0 0 0 0,0-1 0 0 0,0 1 0 0 0,0-1 0 0 0,0 1 0 0 0,0-1 0 0 0,0 0 0 0 0,0 1 0 0 0,0-1 0 0 0,1 0 0 0 0,-1-1 0 0 0,0 1 0 0 0,1 0 0 0 0,-1-1 0 0 0,1 1 0 0 0,-1-1 0 0 0,0 0 0 0 0,1 0 0 0 0,-1 0 0 0 0,1 0 0 0 0,-1 0 0 0 0,1 0 0 0 0,-1-1 0 0 0,1 1 0 0 0,2-2 0 0 0,11-2 2 0 0,-1 0 0 0 0,0-1 0 0 0,0 0 0 0 0,0-2 0 0 0,22-12 0 0 0,34-19-50 0 0,-70 38 36 0 0,3-3 21 0 0,-1 2-8 0 0,12 7 28 0 0,5 20 2 0 0,-12-23-29 0 0,-1 0 1 0 0,1-1-1 0 0,0 0 1 0 0,0-1 0 0 0,0 1-1 0 0,0-2 1 0 0,0 1-1 0 0,0-1 1 0 0,-1 0-1 0 0,1-1 1 0 0,14-2 0 0 0,93-20-11 0 0,-108 21 11 0 0,-1 1 17 0 0,0-1 1 0 0,0 0-1 0 0,0-1 0 0 0,0 1 0 0 0,0-1 0 0 0,-1 0 0 0 0,1 0 0 0 0,-1-1 0 0 0,0 0 0 0 0,6-5 0 0 0,-9 7 59 0 0,0 0-1 0 0,-1 0 1 0 0,1 0-1 0 0,-1 0 1 0 0,1 0-1 0 0,-1 0 1 0 0,0 0 0 0 0,0 0-1 0 0,0-1 1 0 0,0 1-1 0 0,0 0 1 0 0,0-1-1 0 0,-1 1 1 0 0,1 0-1 0 0,-1-1 1 0 0,0 1 0 0 0,0-1-1 0 0,1 1 1 0 0,-1-1-1 0 0,-1 1 1 0 0,1-1-1 0 0,0 1 1 0 0,-1 0-1 0 0,1-1 1 0 0,-1 1 0 0 0,0-1-1 0 0,-2-3 1 0 0,-2-8 1415 0 0,5 13-1853 0 0,0 0-1 0 0,0 0 0 0 0,0 0 1 0 0,-1 0-1 0 0,1 0 0 0 0,0 0 1 0 0,-1 1-1 0 0,1-1 1 0 0,0 0-1 0 0,-1 0 0 0 0,1 0 1 0 0,-1 0-1 0 0,1 1 0 0 0,-1-1 1 0 0,0 0-1 0 0,1 0 1 0 0,-1 1-1 0 0,0-1 0 0 0,0 1 1 0 0,1-1-1 0 0,-1 0 1 0 0,0 1-1 0 0,0-1 0 0 0,0 1 1 0 0,1 0-1 0 0,-1-1 0 0 0,0 1 1 0 0,0 0-1 0 0,0 0 1 0 0,0-1-1 0 0,0 1 0 0 0,-1 0 1 0 0</inkml:trace>
</inkml:ink>
</file>

<file path=ppt/ink/ink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17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24 968 0 0,'6'-7'2384'0'0,"1"-1"-880"0"0,2-1-1588 0 0</inkml:trace>
</inkml:ink>
</file>

<file path=ppt/ink/ink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20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54 292 0 0,'0'-3'979'0'0,"-1"0"-923"0"0,0 0 325 0 0,1 0-1 0 0,-1 0 1 0 0,1 0 0 0 0,0 0-1 0 0,0 0 1 0 0,0 0-1 0 0,0 0 1 0 0,0 0-1 0 0,1 0 1 0 0,-1 0 0 0 0,1 0-1 0 0,0 0 1 0 0,2-5 4570 0 0,-2 56-4127 0 0,1 0 1 0 0,3 0-1 0 0,2-1 0 0 0,1 0 0 0 0,25 74 0 0 0,-14-58-696 0 0,-18-62-372 0 0,-5-37-10826 0 0,-1 17 8265 0 0</inkml:trace>
</inkml:ink>
</file>

<file path=ppt/ink/ink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21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1 337 372 0 0,'62'-14'2067'0'0,"-41"11"-1570"0"0,0-2-1 0 0,0 0 0 0 0,0-2 1 0 0,26-11-1 0 0,-33 11-250 0 0,1 0 170 0 0,-1 0 0 0 0,0-1 1 0 0,0-1-1 0 0,24-19 1 0 0,-34 24-287 0 0,-1 1 1 0 0,1-1-1 0 0,-1 0 1 0 0,0 0-1 0 0,0 0 1 0 0,-1 0-1 0 0,1-1 1 0 0,-1 1-1 0 0,0-1 1 0 0,0 1-1 0 0,-1-1 1 0 0,1 0-1 0 0,-1 0 0 0 0,0 1 1 0 0,0-1-1 0 0,-1 0 1 0 0,1 0-1 0 0,-1 0 1 0 0,0 0-1 0 0,-2-10 1 0 0,1 8 73 0 0,0 0-1 0 0,0 0 1 0 0,-1 0-1 0 0,0 1 1 0 0,-1-1 0 0 0,1 0-1 0 0,-1 1 1 0 0,-1 0-1 0 0,1 0 1 0 0,-1 0 0 0 0,0 0-1 0 0,0 0 1 0 0,-1 1-1 0 0,0-1 1 0 0,0 1 0 0 0,0 1-1 0 0,-7-6 1 0 0,10 9 220 0 0,-1 3-285 0 0,-1 2-85 0 0,0 0 1 0 0,0 0-1 0 0,1 1 1 0 0,0-1-1 0 0,-1 1 1 0 0,2-1-1 0 0,-1 1 1 0 0,0 0-1 0 0,1 0 1 0 0,0 1-1 0 0,0-1 1 0 0,1 0-1 0 0,-1 1 1 0 0,1-1-1 0 0,0 1 1 0 0,1-1-1 0 0,-1 1 1 0 0,1 6-1 0 0,-1 13 86 0 0,1 0 1 0 0,7 46-1 0 0,3-19 12 0 0,3-1 1 0 0,20 50 0 0 0,-23-70-89 0 0,-10-30-48 0 0,2 12 198 0 0,3-13-109 0 0,10-20-105 0 0,8-9-88 0 0,-22 28 80 0 0,32 1-24 0 0,-12 2 17 0 0,0-2 1 0 0,-1 0-1 0 0,1-2 0 0 0,0 0 1 0 0,-1-1-1 0 0,1-1 0 0 0,26-9 1 0 0,-44 12 19 0 0,1-1-1 0 0,0 1 1 0 0,0-1 0 0 0,-1 0 0 0 0,1 0 0 0 0,-1 0-1 0 0,1 0 1 0 0,-1 0 0 0 0,0-1 0 0 0,0 0 0 0 0,0 1-1 0 0,0-1 1 0 0,-1 0 0 0 0,1-1 0 0 0,-1 1 0 0 0,0 0-1 0 0,0-1 1 0 0,0 1 0 0 0,0-1 0 0 0,0 0 0 0 0,-1 1-1 0 0,0-1 1 0 0,1 0 0 0 0,0-6 0 0 0,-2 8 2 0 0,-2-7-18 0 0,2 9 12 0 0,0 0 0 0 0,0 0 0 0 0,0 0 0 0 0,0 0 0 0 0,0-1-1 0 0,0 1 1 0 0,0 0 0 0 0,0 0 0 0 0,0 0 0 0 0,0-1 0 0 0,-1 1 0 0 0,1 0 0 0 0,0 0 0 0 0,0 0 0 0 0,0 0 0 0 0,0-1 0 0 0,0 1 0 0 0,0 0 0 0 0,0 0 0 0 0,0 0 0 0 0,-1 0 0 0 0,1 0 0 0 0,0-1 0 0 0,0 1-1 0 0,0 0 1 0 0,0 0 0 0 0,-1 0 0 0 0,1 0 0 0 0,0 0 0 0 0,0 0 0 0 0,0 0 0 0 0,0 0 0 0 0,-1 0 0 0 0,1 0 0 0 0,0 0 0 0 0,0 0 0 0 0,0 0 0 0 0,-1 0 0 0 0,1 0 0 0 0,0 0 0 0 0,0 0 0 0 0,0 0-1 0 0,0 0 1 0 0,-1 0 0 0 0,1 0 0 0 0,0 0 0 0 0,0 0 0 0 0,0 0 0 0 0,-1 0 0 0 0,1 0 0 0 0,0 0 0 0 0,0 0 0 0 0,0 0 0 0 0,-1 1 0 0 0,-3 1-6 0 0,3-1 3 0 0,0 0 1 0 0,0 0-1 0 0,0-1 1 0 0,-1 1-1 0 0,1 0 1 0 0,0 0-1 0 0,0 1 1 0 0,0-1-1 0 0,0 0 1 0 0,1 0-1 0 0,-1 0 1 0 0,0 1-1 0 0,0-1 1 0 0,1 0-1 0 0,-1 1 0 0 0,1-1 1 0 0,-1 0-1 0 0,0 3 1 0 0,1-3 0 0 0,0 1 0 0 0,0 0 0 0 0,0 0 0 0 0,1-1-1 0 0,-1 1 1 0 0,0 0 0 0 0,1-1 0 0 0,-1 1 0 0 0,1 0 0 0 0,-1-1 0 0 0,1 1 0 0 0,0-1 0 0 0,-1 1 0 0 0,1-1 0 0 0,0 1 0 0 0,0-1-1 0 0,0 1 1 0 0,1-1 0 0 0,-1 0 0 0 0,2 2 0 0 0,27 21-45 0 0,-23-22 44 0 0,-1 0 0 0 0,1 0 0 0 0,0-1 0 0 0,1 0 0 0 0,-1 0 0 0 0,0-1 0 0 0,0 0 0 0 0,0 0 0 0 0,0-1 0 0 0,0 0-1 0 0,0 0 1 0 0,0-1 0 0 0,0 0 0 0 0,0 0 0 0 0,7-3 0 0 0,1-3 12 0 0,1 1-1 0 0,-2-2 1 0 0,1 0 0 0 0,-1-1-1 0 0,15-13 1 0 0,-16 9 3 0 0,-8 10 4 0 0,1 21-41 0 0,-5-15 21 0 0,1 5-11 0 0,-2-6 11 0 0,0 1 0 0 0,0-1 1 0 0,1 1-1 0 0,-1-1 0 0 0,1 1 1 0 0,-1-1-1 0 0,1 1 0 0 0,0-1 0 0 0,-1 0 1 0 0,1 1-1 0 0,0-1 0 0 0,0 0 1 0 0,0 0-1 0 0,0 1 0 0 0,0-1 0 0 0,0 0 1 0 0,0 0-1 0 0,1 0 0 0 0,-1 0 1 0 0,0 0-1 0 0,0 0 0 0 0,1-1 1 0 0,1 2-1 0 0,3-1 6 0 0,-1 0 1 0 0,1 0-1 0 0,-1 0 1 0 0,1-1-1 0 0,-1 0 1 0 0,1 0-1 0 0,-1-1 1 0 0,1 1-1 0 0,-1-1 1 0 0,1 0-1 0 0,-1 0 1 0 0,1-1 0 0 0,-1 0-1 0 0,0 0 1 0 0,0 0-1 0 0,0-1 1 0 0,0 1-1 0 0,6-6 1 0 0,12-3-24 0 0,1-3-8 0 0,-17 10 27 0 0,0 0 0 0 0,1 0 0 0 0,0 0-1 0 0,0 1 1 0 0,0 0 0 0 0,0 0 0 0 0,13-1 0 0 0,-19 3-2 0 0,1 0-1 0 0,0 0 1 0 0,0 0 0 0 0,0 1 0 0 0,0 0 0 0 0,0 0-1 0 0,0 0 1 0 0,0 0 0 0 0,0 0 0 0 0,0 0-1 0 0,0 1 1 0 0,0-1 0 0 0,0 1 0 0 0,0 0 0 0 0,0 0-1 0 0,0 0 1 0 0,-1 0 0 0 0,1 1 0 0 0,0-1-1 0 0,2 2 1 0 0,6 4-385 0 0,-10-7-76 0 0</inkml:trace>
</inkml:ink>
</file>

<file path=ppt/ink/ink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21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58 156 0 0,'0'-4'801'0'0,"0"1"-1"0"0,0-1 1 0 0,1 1-1 0 0,-1-1 1 0 0,1 1-1 0 0,0-1 1 0 0,0 1-1 0 0,0-1 1 0 0,2-3-1 0 0,14-11 1413 0 0,-16 17-2453 0 0,15 8-5570 0 0,-12-6 3378 0 0</inkml:trace>
</inkml:ink>
</file>

<file path=ppt/ink/ink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2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71 804 0 0,'-15'-25'3678'0'0,"-19"-21"4373"0"0,33 51-7802 0 0,-5 66 438 0 0,2 0-1 0 0,5 72 1 0 0,2-77-454 0 0,-3-45-162 0 0,0 0 0 0 0,2 0 0 0 0,0 0 0 0 0,1 0 0 0 0,1 0 0 0 0,1 0 0 0 0,13 33 0 0 0,-17-52-66 0 0,-1-1 0 0 0,1 1 1 0 0,0-1-1 0 0,0 1 0 0 0,0-1 0 0 0,0 1 1 0 0,0-1-1 0 0,0 0 0 0 0,0 1 1 0 0,0-1-1 0 0,1 0 0 0 0,-1 0 0 0 0,1 0 1 0 0,-1 0-1 0 0,0 0 0 0 0,1 0 0 0 0,0 0 1 0 0,-1 0-1 0 0,1-1 0 0 0,-1 1 1 0 0,1-1-1 0 0,0 1 0 0 0,0-1 0 0 0,3 1 1 0 0,-2-2-2 0 0,0 1 0 0 0,1-1 0 0 0,-1 0 0 0 0,0 0 0 0 0,0 0 0 0 0,0 0 0 0 0,0 0 0 0 0,0-1 0 0 0,0 1 0 0 0,0-1 1 0 0,0 0-1 0 0,3-2 0 0 0,7-8 12 0 0,-1 1 0 0 0,0-1 0 0 0,-1-1-1 0 0,11-14 1 0 0,24-48 59 0 0,-20 30 5 0 0,-26 44-81 0 0,1 0 1 0 0,-1 1-1 0 0,1-1 0 0 0,-1 0 0 0 0,1 1 1 0 0,0-1-1 0 0,0 1 0 0 0,-1-1 1 0 0,1 1-1 0 0,0-1 0 0 0,0 1 0 0 0,-1-1 1 0 0,1 1-1 0 0,0 0 0 0 0,0 0 0 0 0,0-1 1 0 0,0 1-1 0 0,0 0 0 0 0,-1 0 1 0 0,1 0-1 0 0,0 0 0 0 0,0 0 0 0 0,0 0 1 0 0,0 0-1 0 0,0 0 0 0 0,0 0 0 0 0,-1 0 1 0 0,1 1-1 0 0,0-1 0 0 0,0 0 1 0 0,0 1-1 0 0,0-1 0 0 0,-1 0 0 0 0,1 1 1 0 0,0-1-1 0 0,0 1 0 0 0,0 0 0 0 0,40 31 5 0 0,-8-6-36 0 0,-21-20 28 0 0,0 0 0 0 0,1-1 1 0 0,0-1-1 0 0,0 0 0 0 0,0-1 0 0 0,1 0 0 0 0,-1-1 0 0 0,24 1 0 0 0,-32-3 8 0 0,0 0-1 0 0,-1 0 1 0 0,1 0-1 0 0,0 0 1 0 0,-1-1-1 0 0,1 0 1 0 0,0 0-1 0 0,-1 0 0 0 0,0-1 1 0 0,1 0-1 0 0,-1 0 1 0 0,0 0-1 0 0,0 0 1 0 0,0 0-1 0 0,0-1 1 0 0,0 0-1 0 0,0 0 0 0 0,-1 0 1 0 0,1 0-1 0 0,-1 0 1 0 0,0-1-1 0 0,0 1 1 0 0,0-1-1 0 0,-1 0 1 0 0,1 0-1 0 0,-1 0 0 0 0,0 0 1 0 0,0-1-1 0 0,2-5 1 0 0,-2 3 43 0 0,-1-1 0 0 0,0 1 1 0 0,0-1-1 0 0,0 0 0 0 0,-1 1 1 0 0,0-1-1 0 0,-1 0 0 0 0,1 1 0 0 0,-1-1 1 0 0,-3-10-1 0 0,-2-1 209 0 0,-1-1-1 0 0,-14-29 1 0 0,11 32 1650 0 0,1 8-5908 0 0,9 10 3635 0 0,0 0-1 0 0,0 0 1 0 0,-1-1-1 0 0,1 1 1 0 0,0 0-1 0 0,0 0 1 0 0,0 0-1 0 0,0-1 1 0 0,0 1-1 0 0,0 0 0 0 0,0 0 1 0 0,0 0-1 0 0,1 0 1 0 0,-1-1-1 0 0,0 1 1 0 0,0 0-1 0 0,1 0 1 0 0,-1-1-1 0 0,0 1 1 0 0,1 0-1 0 0,-1 0 0 0 0,0-1 1 0 0,1 1-1 0 0,1 1 1 0 0,6 7-3055 0 0</inkml:trace>
</inkml:ink>
</file>

<file path=ppt/ink/ink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2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17 512 0 0,'0'0'3124'0'0,"-4"4"-2504"0"0,2-2-526 0 0,1 0-1 0 0,-1 0 1 0 0,1 1 0 0 0,-1-1 0 0 0,1 0 0 0 0,0 1-1 0 0,0-1 1 0 0,0 1 0 0 0,0-1 0 0 0,0 1 0 0 0,0-1-1 0 0,1 1 1 0 0,-1-1 0 0 0,1 1 0 0 0,0 0 0 0 0,0-1 0 0 0,0 1-1 0 0,0 0 1 0 0,0-1 0 0 0,1 1 0 0 0,-1 0 0 0 0,1-1-1 0 0,-1 1 1 0 0,1-1 0 0 0,0 1 0 0 0,0-1 0 0 0,0 1-1 0 0,1-1 1 0 0,-1 0 0 0 0,1 0 0 0 0,-1 1 0 0 0,1-1-1 0 0,-1 0 1 0 0,1 0 0 0 0,0 0 0 0 0,2 1 0 0 0,2 1 29 0 0,-1-1 0 0 0,1 1 1 0 0,-1-1-1 0 0,1 0 0 0 0,0-1 0 0 0,0 1 1 0 0,0-1-1 0 0,0-1 0 0 0,1 1 0 0 0,-1-1 1 0 0,0 0-1 0 0,1 0 0 0 0,-1-1 0 0 0,1 0 1 0 0,-1 0-1 0 0,10-2 0 0 0,-14 2-58 0 0,0 0 0 0 0,-1 0 0 0 0,1 0 0 0 0,0 0-1 0 0,-1-1 1 0 0,1 1 0 0 0,-1-1 0 0 0,1 1 0 0 0,-1-1 0 0 0,1 1-1 0 0,-1-1 1 0 0,1 0 0 0 0,-1 0 0 0 0,0 1 0 0 0,1-1 0 0 0,-1 0-1 0 0,0-1 1 0 0,0 1 0 0 0,0 0 0 0 0,1 0 0 0 0,-1 0 0 0 0,0-1-1 0 0,-1 1 1 0 0,1 0 0 0 0,0-1 0 0 0,0 1 0 0 0,-1-1 0 0 0,1 1-1 0 0,0-1 1 0 0,-1 1 0 0 0,0-1 0 0 0,1 1 0 0 0,-1-1 0 0 0,0 0-1 0 0,0 1 1 0 0,0-1 0 0 0,0 1 0 0 0,0-1 0 0 0,0 0 0 0 0,0 1-1 0 0,-1-1 1 0 0,1 1 0 0 0,0-1 0 0 0,-1 0 0 0 0,1 1 0 0 0,-2-3-1 0 0,-1-1 41 0 0,1 1-1 0 0,0-1 1 0 0,-1 1-1 0 0,0-1 1 0 0,0 1-1 0 0,0 0 1 0 0,0 0-1 0 0,-1 1 1 0 0,1-1-1 0 0,-1 1 1 0 0,0 0-1 0 0,0-1 1 0 0,-8-3-1 0 0,-45-17 427 0 0,56 23-530 0 0,-21 12-1221 0 0,11-2-3341 0 0,10-7 4074 0 0,1 3-207 0 0,0-1-2633 0 0</inkml:trace>
</inkml:ink>
</file>

<file path=ppt/ink/ink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3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56 0 0,'18'5'2147'0'0,"-12"-3"-1945"0"0,0 0 0 0 0,0 1-1 0 0,0-1 1 0 0,-1 1 0 0 0,1 0 0 0 0,-1 1 0 0 0,1-1 0 0 0,-1 1 0 0 0,0 0 0 0 0,0 1-1 0 0,-1-1 1 0 0,1 1 0 0 0,-1 0 0 0 0,0 0 0 0 0,0 0 0 0 0,-1 1 0 0 0,0-1-1 0 0,0 1 1 0 0,0 0 0 0 0,0 0 0 0 0,-1 0 0 0 0,0 0 0 0 0,0 0 0 0 0,-1 0-1 0 0,0 1 1 0 0,0-1 0 0 0,0 1 0 0 0,-1-1 0 0 0,0 1 0 0 0,0-1 0 0 0,-1 0 0 0 0,1 1-1 0 0,-1-1 1 0 0,-1 0 0 0 0,1 1 0 0 0,-1-1 0 0 0,-1 0 0 0 0,-4 11 0 0 0,7-17-166 0 0,0-1 1 0 0,0 1 0 0 0,-1-1-1 0 0,1 1 1 0 0,0 0 0 0 0,0-1-1 0 0,0 1 1 0 0,0 0 0 0 0,-1-1-1 0 0,1 1 1 0 0,0 0 0 0 0,0 0-1 0 0,-1-1 1 0 0,1 1 0 0 0,0 0-1 0 0,-1-1 1 0 0,1 1 0 0 0,0 0-1 0 0,0 0 1 0 0,-1 0 0 0 0,1 0-1 0 0,-1-1 1 0 0,1 1 0 0 0,0 0 0 0 0,-1 0-1 0 0,1 0 1 0 0,0 0 0 0 0,-1 0-1 0 0,1 0 1 0 0,-1 0 0 0 0,1 0-1 0 0,0 0 1 0 0,-1 0 0 0 0,1 0-1 0 0,0 0 1 0 0,-1 0 0 0 0,1 0-1 0 0,-1 0 1 0 0,1 0 0 0 0,0 0-1 0 0,-1 1 1 0 0,1-1 0 0 0,0 0-1 0 0,-1 0 1 0 0,1 0 0 0 0,0 1-1 0 0,-1-1 1 0 0,1 0 0 0 0,0 0-1 0 0,0 1 1 0 0,-1-1 0 0 0,1 0-1 0 0,0 0 1 0 0,0 1 0 0 0,0-1-1 0 0,-1 0 1 0 0,1 1 0 0 0,0-1 0 0 0,0 1-1 0 0,0-1 1 0 0,0 0 0 0 0,0 1-1 0 0,-4-34 577 0 0,5 26-594 0 0,0 1 0 0 0,1-1 0 0 0,0 1 0 0 0,0-1 0 0 0,0 1 0 0 0,1 0 0 0 0,0 0 0 0 0,0 0 0 0 0,1 0 0 0 0,-1 1 0 0 0,1-1 0 0 0,0 1 0 0 0,1 0 0 0 0,-1 0 0 0 0,1 1 0 0 0,0-1 0 0 0,1 1 0 0 0,7-5 0 0 0,-5 4-462 0 0,0 1 0 0 0,0 0-1 0 0,1 1 1 0 0,-1 0 0 0 0,13-3-1 0 0,-8 3-1240 0 0,0 1-1 0 0,1 1 0 0 0,16-1 1 0 0</inkml:trace>
</inkml:ink>
</file>

<file path=ppt/ink/ink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3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0 312 388 0 0,'1'0'113'0'0,"0"-1"0"0"0,-1 1 1 0 0,1 0-1 0 0,0 0 0 0 0,-1 0 0 0 0,1 0 0 0 0,-1 0 1 0 0,1 0-1 0 0,0 0 0 0 0,-1 0 0 0 0,1 0 0 0 0,0 0 0 0 0,-1 0 1 0 0,1 0-1 0 0,0 0 0 0 0,-1 0 0 0 0,1 1 0 0 0,-1-1 1 0 0,1 0-1 0 0,0 0 0 0 0,-1 1 0 0 0,1-1 0 0 0,-1 0 1 0 0,1 1-1 0 0,-1-1 0 0 0,1 1 0 0 0,-1-1 0 0 0,1 1 0 0 0,-1-1 1 0 0,0 1-1 0 0,1-1 0 0 0,-1 1 0 0 0,0-1 0 0 0,1 1 1 0 0,-1-1-1 0 0,0 1 0 0 0,1 0 0 0 0,-12 20 3192 0 0,2-8-2982 0 0,8-11 189 0 0,1-1-458 0 0,0-1 0 0 0,0 1-1 0 0,1 0 1 0 0,-1 0 0 0 0,0 0-1 0 0,0-1 1 0 0,0 1-1 0 0,0 0 1 0 0,1 0 0 0 0,-1-1-1 0 0,0 1 1 0 0,1 0 0 0 0,-1-1-1 0 0,0 1 1 0 0,1 0-1 0 0,-1-1 1 0 0,1 1 0 0 0,-1-1-1 0 0,1 1 1 0 0,0-1 0 0 0,-1 1-1 0 0,1-1 1 0 0,-1 1-1 0 0,1-1 1 0 0,0 1 0 0 0,-1-1-1 0 0,2 1 1 0 0,4-6-4 0 0,-1 1-1 0 0,0-1 1 0 0,0 0 0 0 0,0 0-1 0 0,-1-1 1 0 0,0 0 0 0 0,0 1-1 0 0,0-1 1 0 0,-1-1 0 0 0,0 1-1 0 0,0 0 1 0 0,0-1 0 0 0,-1 0-1 0 0,0 1 1 0 0,0-1 0 0 0,-1 0 0 0 0,0 0-1 0 0,1-9 1 0 0,2-20 490 0 0,-2 0 1 0 0,-3-45 0 0 0,1 65 192 0 0,-2 0 1 0 0,1 1 0 0 0,-2 0 0 0 0,-5-20 0 0 0,7 33 211 0 0,-1 14-790 0 0,0-1 1 0 0,0 1-1 0 0,1-1 1 0 0,1 1-1 0 0,0 0 1 0 0,0 0-1 0 0,1-1 0 0 0,1 1 1 0 0,0-1-1 0 0,1 1 1 0 0,5 15-1 0 0,6 7-804 0 0,0-2 1 0 0,27 43-1 0 0,6 12-9186 0 0,-40-72 5564 0 0</inkml:trace>
</inkml:ink>
</file>

<file path=ppt/ink/ink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5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336 603 548 0 0,'0'0'2694'0'0,"7"0"3058"0"0,-131-183-2456 0 0,108 158-3191 0 0,1-1-1 0 0,2-1 0 0 0,1 0 0 0 0,1-1 0 0 0,-10-37 0 0 0,18 55-99 0 0,1 0 0 0 0,0 1 0 0 0,0-1 0 0 0,1 0 0 0 0,0 0 0 0 0,1 0 0 0 0,0 0 0 0 0,1 0 0 0 0,0 0 0 0 0,0 0 0 0 0,1 1 0 0 0,1-1 0 0 0,-1 0 1 0 0,2 1-1 0 0,-1 0 0 0 0,1 0 0 0 0,0 0 0 0 0,1 0 0 0 0,10-14 0 0 0,-14 22-6 0 0,-1 0 1 0 0,1 0-1 0 0,0 0 0 0 0,0 0 1 0 0,0 0-1 0 0,0 0 0 0 0,1 0 1 0 0,-1 0-1 0 0,0 0 0 0 0,0 0 1 0 0,1 0-1 0 0,-1 1 0 0 0,0-1 1 0 0,1 0-1 0 0,-1 1 0 0 0,0-1 1 0 0,1 1-1 0 0,-1 0 0 0 0,1-1 1 0 0,2 1-1 0 0,-3 0 1 0 0,1 1 1 0 0,-1-1-1 0 0,0 1 1 0 0,0-1-1 0 0,0 1 1 0 0,0 0-1 0 0,0-1 1 0 0,0 1-1 0 0,0 0 1 0 0,0 0-1 0 0,0-1 1 0 0,0 1-1 0 0,0 0 0 0 0,0 0 1 0 0,0 0-1 0 0,-1 0 1 0 0,1 0-1 0 0,1 3 1 0 0,1 2 0 0 0,-1 0 0 0 0,0 0 1 0 0,0 0-1 0 0,0 0 0 0 0,-1 0 0 0 0,0 0 0 0 0,0 1 1 0 0,0 6-1 0 0,-4 15-1 0 0,-1-1 0 0 0,-2 1 0 0 0,0-1 1 0 0,-2 0-1 0 0,-1-1 0 0 0,-1 0 0 0 0,-15 27 0 0 0,7-20 13 0 0,-1 0 0 0 0,-28 36 0 0 0,-18 30 6 0 0,64-98-16 0 0,0 1 0 0 0,0 0 0 0 0,0 0 0 0 0,1-1 0 0 0,-1 1 1 0 0,0 0-1 0 0,1 0 0 0 0,-1 0 0 0 0,1-1 0 0 0,0 1 0 0 0,0 0 0 0 0,0 3 0 0 0,0-4-3 0 0,0 0 0 0 0,0 0 0 0 0,0-1 0 0 0,1 1 0 0 0,-1-1 0 0 0,0 1 0 0 0,1 0 0 0 0,-1-1 0 0 0,0 1 0 0 0,1-1 0 0 0,-1 1 0 0 0,1-1 0 0 0,-1 1 0 0 0,1-1 0 0 0,-1 1 0 0 0,1-1 0 0 0,-1 1 0 0 0,1-1 0 0 0,0 0 0 0 0,-1 1 0 0 0,1-1 0 0 0,-1 0 0 0 0,2 1 0 0 0,4 0-5 0 0,0 0 0 0 0,0 0 0 0 0,0-1-1 0 0,0 0 1 0 0,0 0 0 0 0,9-2 0 0 0,-6 2 3 0 0,38-5-861 0 0,55-13 1 0 0,-4-6-5642 0 0,-73 17 3774 0 0</inkml:trace>
</inkml:ink>
</file>

<file path=ppt/ink/ink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5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17 756 0 0,'4'-1'312'0'0,"1"1"0"0"0,-1 0 1 0 0,0 0-1 0 0,0 0 0 0 0,0 0 0 0 0,1 1 1 0 0,-1 0-1 0 0,0-1 0 0 0,0 1 0 0 0,0 1 0 0 0,0-1 1 0 0,0 1-1 0 0,0 0 0 0 0,-1-1 0 0 0,1 2 0 0 0,0-1 1 0 0,-1 0-1 0 0,0 1 0 0 0,1-1 0 0 0,4 7 1 0 0,3 3 40 0 0,-1 1 1 0 0,0 1 0 0 0,-1 0 0 0 0,7 15-1 0 0,11 15 657 0 0,-8-3 182 0 0,-18-40-417 0 0,10-23-497 0 0,17-38 142 0 0,-16 35-745 0 0,25-43 0 0 0,-10 37-2320 0 0,-12 22-2394 0 0</inkml:trace>
</inkml:ink>
</file>

<file path=ppt/ink/ink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6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39 108 500 0 0,'0'0'1322'0'0,"30"-10"2003"0"0,-26 7-3045 0 0,-1-1 1 0 0,0 0-1 0 0,1 1 0 0 0,-2-1 1 0 0,1 0-1 0 0,0-1 1 0 0,-1 1-1 0 0,0 0 0 0 0,0-1 1 0 0,0 1-1 0 0,0-1 0 0 0,-1 0 1 0 0,0 0-1 0 0,0 1 0 0 0,0-1 1 0 0,0-8-1 0 0,-1 11-18 0 0,0 1-195 0 0,-1 0 0 0 0,0 0 0 0 0,1 0-1 0 0,-1 0 1 0 0,0 0 0 0 0,0 1 0 0 0,0-1 0 0 0,0 0 0 0 0,0 0 0 0 0,0 1-1 0 0,0-1 1 0 0,0 0 0 0 0,0 1 0 0 0,0-1 0 0 0,0 1 0 0 0,0-1 0 0 0,0 1-1 0 0,0 0 1 0 0,0-1 0 0 0,-2 1 0 0 0,-3 2 45 0 0,0 1 0 0 0,0 0 0 0 0,0 0 0 0 0,1 0 0 0 0,0 1 0 0 0,-1 0 0 0 0,1 0-1 0 0,1 0 1 0 0,-1 1 0 0 0,0-1 0 0 0,1 1 0 0 0,-6 9 0 0 0,9-12-93 0 0,-1 0 0 0 0,1 0 0 0 0,0 1 0 0 0,0-1 0 0 0,0 1 0 0 0,0-1 0 0 0,0 1 0 0 0,0-1 0 0 0,1 1 0 0 0,-1-1-1 0 0,1 1 1 0 0,0 0 0 0 0,-1-1 0 0 0,1 1 0 0 0,1 0 0 0 0,-1-1 0 0 0,0 1 0 0 0,1 0 0 0 0,-1-1 0 0 0,1 1 0 0 0,0 0 0 0 0,0-1 0 0 0,0 1 0 0 0,0-1 0 0 0,0 0 0 0 0,0 1 0 0 0,1-1 0 0 0,-1 0 0 0 0,1 0 0 0 0,0 0-1 0 0,-1 0 1 0 0,1 0 0 0 0,0 0 0 0 0,4 3 0 0 0,-1-1-262 0 0,0 0 0 0 0,1-1 0 0 0,0 0-1 0 0,-1 1 1 0 0,1-2 0 0 0,0 1 0 0 0,0-1-1 0 0,0 0 1 0 0,1 0 0 0 0,6 1 0 0 0,23 0-5867 0 0,-12-3 3346 0 0</inkml:trace>
</inkml:ink>
</file>

<file path=ppt/ink/ink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6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61 465 132 0 0,'0'0'1710'0'0,"-4"0"-861"0"0,2-1-593 0 0,-1 0 1 0 0,1 1 0 0 0,-1 0-1 0 0,1 0 1 0 0,-1-1-1 0 0,1 1 1 0 0,-1 1-1 0 0,1-1 1 0 0,-1 0 0 0 0,0 1-1 0 0,1-1 1 0 0,0 1-1 0 0,-1 0 1 0 0,1 0-1 0 0,-1 0 1 0 0,-3 2 0 0 0,5-2-192 0 0,1-1 0 0 0,-1 1 0 0 0,0 0 0 0 0,0-1 1 0 0,1 1-1 0 0,-1 0 0 0 0,0 0 0 0 0,1-1 0 0 0,-1 1 0 0 0,1 0 1 0 0,-1 0-1 0 0,1 0 0 0 0,-1 0 0 0 0,1 0 0 0 0,0 0 1 0 0,-1 0-1 0 0,1 0 0 0 0,0 0 0 0 0,0 0 0 0 0,0 0 0 0 0,0 0 1 0 0,0 0-1 0 0,0 0 0 0 0,0 0 0 0 0,0 0 0 0 0,0 0 1 0 0,0 0-1 0 0,1 0 0 0 0,-1 0 0 0 0,0 0 0 0 0,1 0 1 0 0,-1 0-1 0 0,1 0 0 0 0,-1 0 0 0 0,1 0 0 0 0,0 0 0 0 0,1 2 28 0 0,0 0-1 0 0,0-1 1 0 0,0 1-1 0 0,0-1 1 0 0,0 1-1 0 0,1-1 1 0 0,-1 0-1 0 0,1 0 1 0 0,0 0-1 0 0,3 1 1 0 0,0 1-26 0 0,1-1 1 0 0,0-1-1 0 0,0 1 1 0 0,0-1 0 0 0,0 0-1 0 0,0-1 1 0 0,0 0-1 0 0,1 0 1 0 0,-1 0 0 0 0,0-1-1 0 0,1 0 1 0 0,-1 0-1 0 0,0-1 1 0 0,0 0-1 0 0,1-1 1 0 0,8-2 0 0 0,-7 0-31 0 0,0 0 1 0 0,0 0-1 0 0,0-1 1 0 0,-1 0-1 0 0,0 0 1 0 0,0-1-1 0 0,0-1 1 0 0,-1 1 0 0 0,0-1-1 0 0,0 0 1 0 0,6-9-1 0 0,-3 2-23 0 0,-1 1 0 0 0,0-2-1 0 0,-1 1 1 0 0,0-1 0 0 0,-1 0 0 0 0,-1-1-1 0 0,-1 1 1 0 0,0-1 0 0 0,-1 0-1 0 0,0-1 1 0 0,-2 1 0 0 0,0-1 0 0 0,0 1-1 0 0,-2-18 1 0 0,-3-2 391 0 0,-1 0 1 0 0,-2 1-1 0 0,-17-60 1 0 0,23 94-364 0 0,0 1 0 0 0,0-1 1 0 0,-1 0-1 0 0,1 0 1 0 0,0 1-1 0 0,0-1 1 0 0,0 0-1 0 0,-1 0 1 0 0,1 1-1 0 0,0-1 0 0 0,-1 0 1 0 0,1 1-1 0 0,-1-1 1 0 0,1 1-1 0 0,-1-1 1 0 0,1 0-1 0 0,-1 1 0 0 0,1-1 1 0 0,-1 1-1 0 0,1 0 1 0 0,-1-1-1 0 0,0 1 1 0 0,1-1-1 0 0,-1 1 1 0 0,0 0-1 0 0,1-1 0 0 0,-1 1 1 0 0,0 0-1 0 0,0 0 1 0 0,1 0-1 0 0,-2-1 1 0 0,1 2-15 0 0,0 0 0 0 0,0 0 0 0 0,0 0 0 0 0,0-1 0 0 0,0 1 0 0 0,0 0 0 0 0,0 1 0 0 0,0-1 0 0 0,0 0 0 0 0,0 0 0 0 0,1 0 1 0 0,-1 0-1 0 0,1 1 0 0 0,-1-1 0 0 0,1 0 0 0 0,-1 0 0 0 0,1 1 0 0 0,-1-1 0 0 0,1 2 0 0 0,-4 15 168 0 0,1-1 0 0 0,0 1 0 0 0,1 0 0 0 0,1 0 0 0 0,1 0 0 0 0,2 21 0 0 0,23 108 473 0 0,-17-106-502 0 0,-1 0-1 0 0,3 64 1 0 0,-10-84-97 0 0,1-15-250 0 0,-1-1 1 0 0,0 1-1 0 0,-1-1 1 0 0,1 1-1 0 0,-1-1 0 0 0,0 1 1 0 0,-2 6-1 0 0,2-10-314 0 0,-11-23-11000 0 0,10 17 8676 0 0</inkml:trace>
</inkml:ink>
</file>

<file path=ppt/ink/ink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7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0 156 100 0 0,'0'0'6349'0'0,"7"1"-6019"0"0,14 2 26 0 0,-1-1-1 0 0,0-2 1 0 0,1 0 0 0 0,-1-1-1 0 0,1-1 1 0 0,-1-1-1 0 0,0 0 1 0 0,0-2-1 0 0,0-1 1 0 0,-1 0 0 0 0,0-1-1 0 0,0-1 1 0 0,-1-1-1 0 0,0 0 1 0 0,21-16 1453 0 0,-46 49-1565 0 0,6-23-233 0 0,0 0-1 0 0,0 0 1 0 0,1 1-1 0 0,-1-1 1 0 0,0 0 0 0 0,1 0-1 0 0,0 0 1 0 0,-1 1-1 0 0,1-1 1 0 0,-1 0-1 0 0,1 0 1 0 0,0 1 0 0 0,0-1-1 0 0,0 0 1 0 0,0 1-1 0 0,0-1 1 0 0,0 0-1 0 0,0 0 1 0 0,0 1 0 0 0,1-1-1 0 0,-1 0 1 0 0,0 0-1 0 0,1 1 1 0 0,-1-1-1 0 0,1 0 1 0 0,-1 0 0 0 0,1 0-1 0 0,1 2 1 0 0,0 0 5 0 0,0-1 0 0 0,0 1 0 0 0,0 0 0 0 0,1-1 0 0 0,-1 1 0 0 0,1-1 1 0 0,0 0-1 0 0,-1 0 0 0 0,1 0 0 0 0,0 0 0 0 0,0-1 0 0 0,1 1 0 0 0,-1-1 0 0 0,0 0 1 0 0,0 0-1 0 0,1 0 0 0 0,-1 0 0 0 0,0 0 0 0 0,1-1 0 0 0,4 1 0 0 0,-4-2 9 0 0,0 1 1 0 0,-1-1-1 0 0,1 0 0 0 0,0 0 0 0 0,-1 0 0 0 0,1 0 0 0 0,-1-1 0 0 0,1 1 0 0 0,-1-1 0 0 0,0 0 0 0 0,0 0 1 0 0,0 0-1 0 0,0-1 0 0 0,0 1 0 0 0,0-1 0 0 0,0 1 0 0 0,-1-1 0 0 0,0 0 0 0 0,1 0 0 0 0,-1 0 0 0 0,0 0 0 0 0,0-1 1 0 0,-1 1-1 0 0,1 0 0 0 0,-1-1 0 0 0,1 1 0 0 0,-1-1 0 0 0,0 0 0 0 0,-1 1 0 0 0,1-1 0 0 0,-1 0 0 0 0,1 1 1 0 0,-1-1-1 0 0,0 0 0 0 0,0 0 0 0 0,-1 1 0 0 0,1-1 0 0 0,-3-7 0 0 0,3 7-37 0 0,-1 1-1 0 0,0-1 1 0 0,0 0 0 0 0,0 1-1 0 0,0-1 1 0 0,-1 1 0 0 0,1-1-1 0 0,-1 1 1 0 0,0 0 0 0 0,0 0-1 0 0,0-1 1 0 0,-1 1 0 0 0,1 1-1 0 0,-1-1 1 0 0,1 0-1 0 0,-1 1 1 0 0,0-1 0 0 0,-6-3-1 0 0,-14 18-2910 0 0,14-5-3301 0 0,2 0 2616 0 0</inkml:trace>
</inkml:ink>
</file>

<file path=ppt/ink/ink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7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1 136 480 0 0,'0'0'2269'0'0,"16"0"334"0"0,-10 2-2281 0 0,-1 0 1 0 0,1 0 0 0 0,0 1-1 0 0,-1 0 1 0 0,0 0 0 0 0,1 1-1 0 0,-1-1 1 0 0,-1 1 0 0 0,1 0-1 0 0,0 1 1 0 0,-1-1 0 0 0,0 1-1 0 0,0 0 1 0 0,0 0 0 0 0,5 10-1 0 0,-7-11-239 0 0,0 1 0 0 0,0-1-1 0 0,0 1 1 0 0,-1 0 0 0 0,1-1 0 0 0,-1 1-1 0 0,0 0 1 0 0,-1 0 0 0 0,1 0-1 0 0,-1 0 1 0 0,0 0 0 0 0,0 0 0 0 0,-1 0-1 0 0,0 0 1 0 0,-1 5 0 0 0,2-8-8 0 0,-11 40 651 0 0,10-41-244 0 0,1-5-469 0 0,0 0 0 0 0,0-1-1 0 0,1 1 1 0 0,-1 0 0 0 0,1-1 0 0 0,0 1 0 0 0,1 0 0 0 0,-1 0 0 0 0,1 0 0 0 0,-1 0 0 0 0,1 0 0 0 0,0 1 0 0 0,1-1 0 0 0,-1 0 0 0 0,1 1 0 0 0,0-1 0 0 0,-1 1 0 0 0,6-4 0 0 0,30-30 33 0 0,47-36-1 0 0,27-24 30 0 0,-111 96-54 0 0,0 0 0 0 0,1 0 0 0 0,-1-1 0 0 0,0 1 0 0 0,0 0 0 0 0,0-1 0 0 0,0 1 0 0 0,0-1 0 0 0,0 1 0 0 0,-1-1 0 0 0,1 1 0 0 0,0-1 0 0 0,-1 0 0 0 0,1 1 0 0 0,-1-1 0 0 0,0 0 0 0 0,1 1 0 0 0,-1-4 0 0 0,0 4 6 0 0,0 1 0 0 0,-1-1 0 0 0,1 0 0 0 0,0 0 0 0 0,-1 0 0 0 0,1 1 0 0 0,0-1 0 0 0,-1 0 0 0 0,1 1 0 0 0,-1-1 0 0 0,0 0 0 0 0,1 1 0 0 0,-1-1 0 0 0,1 1 0 0 0,-1-1 0 0 0,0 1 0 0 0,1-1 0 0 0,-1 1 0 0 0,0-1 0 0 0,0 1 0 0 0,1 0 0 0 0,-1-1 0 0 0,0 1 0 0 0,0 0 0 0 0,1 0 0 0 0,-2-1 0 0 0,0 1 13 0 0,-1 0 0 0 0,1-1 0 0 0,0 1 0 0 0,0 0-1 0 0,0 1 1 0 0,0-1 0 0 0,-1 0 0 0 0,1 1 0 0 0,0-1 0 0 0,0 1 0 0 0,0-1 0 0 0,0 1-1 0 0,0 0 1 0 0,0 0 0 0 0,0 0 0 0 0,0 0 0 0 0,0 0 0 0 0,1 1 0 0 0,-1-1 0 0 0,0 0-1 0 0,1 1 1 0 0,-1-1 0 0 0,1 1 0 0 0,-1 0 0 0 0,1-1 0 0 0,0 1 0 0 0,0 0 0 0 0,-2 3-1 0 0,1-1 4 0 0,1 0 0 0 0,-1 0-1 0 0,1 1 1 0 0,0-1 0 0 0,0 0-1 0 0,0 1 1 0 0,1-1 0 0 0,-1 1-1 0 0,1-1 1 0 0,0 0 0 0 0,1 1-1 0 0,-1-1 1 0 0,1 1 0 0 0,0-1-1 0 0,0 1 1 0 0,0-1 0 0 0,2 5-1 0 0,3 3 37 0 0,0 0-1 0 0,1-1 0 0 0,1 1 1 0 0,10 12-1 0 0,-9-13-25 0 0,-1 0 1 0 0,0 0-1 0 0,-1 1 0 0 0,7 15 1 0 0,-13-25-38 0 0,0 1 0 0 0,0-1 1 0 0,-1 0-1 0 0,1 0 1 0 0,-1 1-1 0 0,0-1 1 0 0,0 0-1 0 0,0 0 1 0 0,0 1-1 0 0,0-1 1 0 0,0 0-1 0 0,0 1 0 0 0,-1-1 1 0 0,1 0-1 0 0,-1 0 1 0 0,0 1-1 0 0,0-1 1 0 0,0 0-1 0 0,0 0 1 0 0,0 0-1 0 0,0 0 0 0 0,0 0 1 0 0,-1 0-1 0 0,1-1 1 0 0,-1 1-1 0 0,-2 2 1 0 0,1-1-236 0 0,0-1 1 0 0,0 1-1 0 0,0-1 0 0 0,0 0 1 0 0,-1 0-1 0 0,1 0 1 0 0,-1-1-1 0 0,1 1 0 0 0,-1-1 1 0 0,0 0-1 0 0,1 0 0 0 0,-1 0 1 0 0,0 0-1 0 0,-7-1 1 0 0,-17-8-11003 0 0</inkml:trace>
</inkml:ink>
</file>

<file path=ppt/ink/ink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8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12329 0 0,'11'0'490'0'0,"0"-1"-1"0"0,0 0 1 0 0,0 0-1 0 0,0-1 1 0 0,-1 0 0 0 0,1-1-1 0 0,-1 0 1 0 0,1-1-1 0 0,-1 0 1 0 0,0-1-1 0 0,0 0 1 0 0,-1 0 0 0 0,14-10-1 0 0,-22 14-231 0 0,-15 4-5865 0 0,-6 4 3716 0 0,4-2-2300 0 0,-8 2-169 0 0</inkml:trace>
</inkml:ink>
</file>

<file path=ppt/ink/ink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6:39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41 243 340 0 0,'-36'-22'5054'0'0,"31"19"-1087"0"0,18 9-2583 0 0,-10-5-1501 0 0,4 1 193 0 0,-1 0 0 0 0,1-1 0 0 0,-1 1 0 0 0,1-1 0 0 0,0-1 0 0 0,-1 0 0 0 0,1 0 0 0 0,12-1 1 0 0,9 0 116 0 0,651 18 732 0 0,-229-17-881 0 0,-94-2 5 0 0,29-4-4 0 0,-240 1-36 0 0,140 0 0 0 0,237-8 17 0 0,-252 3-38 0 0,221-13 21 0 0,-102 2 35 0 0,105-10-7 0 0,159-24 122 0 0,-22 9 1543 0 0,-319 34-139 0 0,-225 13-347 0 0,-86-1-1020 0 0,21-3 671 0 0,-10 0 77 0 0,-12 3-904 0 0,0 0-1 0 0,0 0 1 0 0,0 0-1 0 0,0 0 1 0 0,0 0 0 0 0,0 0-1 0 0,0 0 1 0 0,0 0-1 0 0,0 0 1 0 0,0 0 0 0 0,0 0-1 0 0,0 0 1 0 0,0 0 0 0 0,0 0-1 0 0,0-1 1 0 0,0 1-1 0 0,0 0 1 0 0,0 0 0 0 0,0 0-1 0 0,0 0 1 0 0,0 0 39 0 0,0 0-39 0 0,-27 0-262 0 0,-23-1-2654 0 0,0-5-5742 0 0,27 1 3797 0 0</inkml:trace>
</inkml:ink>
</file>

<file path=ppt/ink/ink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27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48 196 21498 0 0,'1'-11'-3'0'0,"-1"1"0"0"0,0-1 0 0 0,-1 0 0 0 0,0 0 0 0 0,-1 0 0 0 0,0 1 0 0 0,-1-1-1 0 0,0 1 1 0 0,0 0 0 0 0,-7-13 0 0 0,-5-21 1028 0 0,6 21-1951 0 0,13 27-602 0 0,23 28-711 0 0,-14-3-7330 0 0,-9-18 4942 0 0</inkml:trace>
</inkml:ink>
</file>

<file path=ppt/ink/ink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27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14249 0 0,'9'35'2323'0'0,"-9"-34"-1542"0"0,3 8-1 0 0,3-9 1951 0 0,2-5-3151 0 0,27-17-2579 0 0,-17 5-6472 0 0</inkml:trace>
</inkml:ink>
</file>

<file path=ppt/ink/ink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0.8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239 181 136 0 0,'3'-147'10942'0'0,"-3"145"-10378"0"0,0-6 112 0 0,0 8-622 0 0,0 0-1 0 0,0 0 1 0 0,0 0 0 0 0,0 0-1 0 0,0 0 1 0 0,0 0-1 0 0,0 0 1 0 0,-1 0 0 0 0,1 0-1 0 0,0 0 1 0 0,0 0-1 0 0,0 0 1 0 0,0 0 0 0 0,0 0-1 0 0,0 0 1 0 0,0 0-1 0 0,0 0 1 0 0,0 0 0 0 0,0 0-1 0 0,-1 0 1 0 0,1 0-1 0 0,0 0 1 0 0,0 0 0 0 0,0 0-1 0 0,0 0 1 0 0,0 0 0 0 0,0 0-1 0 0,0 0 1 0 0,0 0-1 0 0,0 0 1 0 0,-99 324 1617 0 0,56-173-1226 0 0,29-109-252 0 0,-1-1 1 0 0,-35 62-1 0 0,49-101-49 0 0,-6-16-101 0 0,6 13-42 0 0,0 0-1 0 0,0 0 1 0 0,0 0-1 0 0,0 0 1 0 0,0-1-1 0 0,0 1 0 0 0,1 0 1 0 0,-1-1-1 0 0,0 1 1 0 0,1 0-1 0 0,-1-1 1 0 0,1 1-1 0 0,0-1 1 0 0,-1-2-1 0 0,3-32-7 0 0,2 0 0 0 0,1 1 0 0 0,1-1 0 0 0,3 1 0 0 0,12-35 0 0 0,0-2-57 0 0,-13 39 35 0 0,1 0-1 0 0,3 1 1 0 0,0-1-1 0 0,2 2 1 0 0,1 0 0 0 0,30-44-1 0 0,-45 74 26 0 0,1 0 0 0 0,-1 0-1 0 0,1 0 1 0 0,-1 0 0 0 0,1 1-1 0 0,-1-1 1 0 0,1 0 0 0 0,0 0-1 0 0,-1 1 1 0 0,1-1 0 0 0,0 0-1 0 0,0 1 1 0 0,0-1 0 0 0,-1 1 0 0 0,1-1-1 0 0,0 1 1 0 0,0-1 0 0 0,0 1-1 0 0,0 0 1 0 0,0-1 0 0 0,0 1-1 0 0,0 0 1 0 0,0 0 0 0 0,0 0-1 0 0,0 0 1 0 0,0 0 0 0 0,0 0 0 0 0,0 0-1 0 0,0 0 1 0 0,1 0 0 0 0,-1 1 1 0 0,1 0 1 0 0,-1 1 0 0 0,1-1 0 0 0,-1 0 0 0 0,0 1-1 0 0,1-1 1 0 0,-1 0 0 0 0,0 1 0 0 0,0 0 0 0 0,0-1-1 0 0,0 1 1 0 0,-1 0 0 0 0,1-1 0 0 0,1 4 0 0 0,3 11-7 0 0,-1 0 1 0 0,4 27-1 0 0,-7-39-5 0 0,3 26 22 0 0,2-1 1 0 0,14 40-1 0 0,-17-59-7 0 0,2 1 1 0 0,-1-1 0 0 0,2 1 0 0 0,-1-2-1 0 0,1 1 1 0 0,1-1 0 0 0,0 1 0 0 0,0-2-1 0 0,11 11 1 0 0,-16-18-2 0 0,0 0-1 0 0,0 0 0 0 0,0 0 1 0 0,0 0-1 0 0,0-1 0 0 0,0 1 1 0 0,1-1-1 0 0,-1 0 1 0 0,0 1-1 0 0,0-1 0 0 0,0 0 1 0 0,0 0-1 0 0,1 0 1 0 0,-1-1-1 0 0,0 1 0 0 0,0 0 1 0 0,0-1-1 0 0,0 0 1 0 0,0 1-1 0 0,0-1 0 0 0,0 0 1 0 0,0 0-1 0 0,3-2 0 0 0,41-26-5 0 0,-29 15 1 0 0,-1-1 0 0 0,0 0 1 0 0,-2-1-1 0 0,23-32 0 0 0,43-80-24 0 0,-35 54-7 0 0,-34 57 49 0 0,9-13-118 0 0,-17 34 42 0 0,-8 19 43 0 0,-10 32 41 0 0,-5 15-9 0 0,3 0 0 0 0,4 1 0 0 0,-6 77-1 0 0,19-144 12 0 0,-1 5-190 0 0,1 0 0 0 0,0 1 1 0 0,0-1-1 0 0,1 0 0 0 0,0 0 0 0 0,3 11 1 0 0,-3-18 13 0 0,0 0 0 0 0,-1 0 1 0 0,1 0-1 0 0,0 0 0 0 0,0 0 1 0 0,0-1-1 0 0,1 1 1 0 0,-1 0-1 0 0,0-1 0 0 0,1 1 1 0 0,-1-1-1 0 0,1 1 0 0 0,-1-1 1 0 0,1 0-1 0 0,0 1 0 0 0,0-1 1 0 0,-1 0-1 0 0,1 0 0 0 0,0 0 1 0 0,0-1-1 0 0,0 1 1 0 0,0 0-1 0 0,0-1 0 0 0,0 1 1 0 0,0-1-1 0 0,0 0 0 0 0,0 0 1 0 0,0 0-1 0 0,1 0 0 0 0,-1 0 1 0 0,0 0-1 0 0,0 0 0 0 0,0-1 1 0 0,0 1-1 0 0,3-2 1 0 0,40-8-4569 0 0,-29 4 2012 0 0</inkml:trace>
</inkml:ink>
</file>

<file path=ppt/ink/ink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1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155 190 368 0 0,'1'-9'1011'0'0,"-7"9"3567"0"0,-1 3-4395 0 0,0 1-1 0 0,0 0 1 0 0,0 1-1 0 0,1-1 1 0 0,-1 1-1 0 0,1 0 1 0 0,1 1 0 0 0,-1-1-1 0 0,1 1 1 0 0,-5 7-1 0 0,-44 75 1467 0 0,52-86-1625 0 0,-4 9 170 0 0,-8 22 429 0 0,14-31-525 0 0,0-1-87 0 0,0-1-1 0 0,0 0 1 0 0,0 1 0 0 0,0-1 0 0 0,0 1 0 0 0,0-1-1 0 0,1 1 1 0 0,-1-1 0 0 0,0 1 0 0 0,0-1-1 0 0,1 0 1 0 0,-1 1 0 0 0,0-1 0 0 0,0 1-1 0 0,1-1 1 0 0,-1 0 0 0 0,0 1 0 0 0,1-1-1 0 0,-1 0 1 0 0,1 0 0 0 0,-1 1 0 0 0,0-1-1 0 0,1 0 1 0 0,-1 0 0 0 0,1 1 0 0 0,-1-1-1 0 0,1 0 1 0 0,-1 0 0 0 0,1 0 0 0 0,9-3 36 0 0,0-1-1 0 0,-1 0 1 0 0,1-1 0 0 0,-1 0 0 0 0,11-9 0 0 0,-9 7-10 0 0,1 0 0 0 0,-1 1 1 0 0,22-9-1 0 0,-26 13-34 0 0,-1 1 1 0 0,0 1 0 0 0,0-1 0 0 0,1 1-1 0 0,-1 0 1 0 0,0 1 0 0 0,1-1 0 0 0,-1 1-1 0 0,0 0 1 0 0,0 1 0 0 0,0 0-1 0 0,0 0 1 0 0,6 2 0 0 0,-5-1-2 0 0,5 1 3 0 0,6 3 3 0 0,-1-1-1 0 0,1-1 1 0 0,1-1-1 0 0,-1 0 1 0 0,25 1-1 0 0,-37-5-5 0 0,0 0 0 0 0,0-1-1 0 0,-1 1 1 0 0,1-1-1 0 0,0-1 1 0 0,-1 1 0 0 0,1-1-1 0 0,-1 0 1 0 0,1 0-1 0 0,-1-1 1 0 0,0 0 0 0 0,0 0-1 0 0,0 0 1 0 0,0 0-1 0 0,-1-1 1 0 0,1 1 0 0 0,-1-1-1 0 0,0 0 1 0 0,0-1-1 0 0,-1 1 1 0 0,6-9 0 0 0,3-2 149 0 0,-2-1 0 0 0,0 0 0 0 0,-1-1 0 0 0,-1 1 0 0 0,0-2 1 0 0,-1 1-1 0 0,-1-1 0 0 0,-1 0 0 0 0,0-1 0 0 0,-2 1 0 0 0,0-1 0 0 0,1-31 1 0 0,-13 8 1166 0 0,8 40-722 0 0,-16 26-382 0 0,12-13-162 0 0,0 0 0 0 0,1 0-1 0 0,0 0 1 0 0,0 1-1 0 0,1-1 1 0 0,1 1 0 0 0,0 0-1 0 0,1-1 1 0 0,-1 16 0 0 0,-1 13 48 0 0,0-1-383 0 0,3 0 0 0 0,1 0-1 0 0,13 78 1 0 0,-13-108-122 0 0,-1-7 21 0 0,4 17-1151 0 0,3-6-5196 0 0,-2-7 3375 0 0</inkml:trace>
</inkml:ink>
</file>

<file path=ppt/ink/ink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1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67 600 0 0,'0'-2'280'0'0,"-1"0"0"0"0,1 0 0 0 0,0-1-1 0 0,0 1 1 0 0,0 0 0 0 0,0-1 0 0 0,0 1 0 0 0,0 0 0 0 0,1 0 0 0 0,-1-1-1 0 0,1 1 1 0 0,-1 0 0 0 0,1 0 0 0 0,0 0 0 0 0,0-1 0 0 0,0 1 0 0 0,0 0 0 0 0,1 0-1 0 0,-1 1 1 0 0,0-1 0 0 0,2-2 0 0 0,0 2-167 0 0,0 1-1 0 0,0-1 1 0 0,0 1 0 0 0,0-1-1 0 0,0 1 1 0 0,0 0 0 0 0,0 0 0 0 0,0 0-1 0 0,0 1 1 0 0,6-1 0 0 0,22-2-7 0 0,0 1 0 0 0,42 4 0 0 0,-67-2-218 0 0,68 7-4602 0 0,-56-6 2749 0 0</inkml:trace>
</inkml:ink>
</file>

<file path=ppt/ink/ink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2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32 204 0 0,'3'0'223'0'0,"-1"1"0"0"0,1-1 1 0 0,-1 1-1 0 0,1 0 0 0 0,-1-1 0 0 0,0 1 0 0 0,1 0 0 0 0,-1 1 1 0 0,0-1-1 0 0,1 0 0 0 0,-1 0 0 0 0,0 1 0 0 0,0 0 0 0 0,0-1 1 0 0,0 1-1 0 0,-1 0 0 0 0,1 0 0 0 0,0 0 0 0 0,-1 0 0 0 0,1 0 1 0 0,-1 0-1 0 0,2 4 0 0 0,0-1 60 0 0,-1 1 0 0 0,1-1 1 0 0,-1 1-1 0 0,-1-1 0 0 0,1 1 0 0 0,-1 0 1 0 0,0 0-1 0 0,1 11 0 0 0,-2-15 256 0 0,0-2-494 0 0,0 0 1 0 0,0 0-1 0 0,0 0 0 0 0,0 0 0 0 0,1 0 0 0 0,-1 0 0 0 0,0 0 0 0 0,0 0 0 0 0,0 0 0 0 0,0 0 0 0 0,0 0 0 0 0,0 0 0 0 0,1 0 0 0 0,-1 0 0 0 0,0 0 0 0 0,0 0 0 0 0,0 0 0 0 0,0 0 0 0 0,0 0 0 0 0,0 0 0 0 0,0 0 0 0 0,1 0 0 0 0,-1 0 0 0 0,0 0 0 0 0,0 0 0 0 0,0 0 0 0 0,0 1 0 0 0,0-1 1 0 0,0 0-1 0 0,0 0 0 0 0,0 0 0 0 0,0 0 0 0 0,0 0 0 0 0,0 0 0 0 0,1 0 0 0 0,-1 1 0 0 0,0-1 0 0 0,0 0 0 0 0,0 0 0 0 0,0 0 0 0 0,0 0 0 0 0,0 0 0 0 0,0 0 0 0 0,0 1 0 0 0,0-1 0 0 0,0 0 0 0 0,0 0 0 0 0,0 0 0 0 0,0 0 0 0 0,-1 1 0 0 0,5-10-2 0 0,1 0 0 0 0,-1 1 0 0 0,1 0 0 0 0,0 0 0 0 0,1 0 0 0 0,0 0 0 0 0,0 1 0 0 0,1 0 0 0 0,0 1 0 0 0,0-1 0 0 0,0 1 0 0 0,1 1 0 0 0,0-1 0 0 0,0 1 0 0 0,0 1 0 0 0,1 0 0 0 0,0 0 0 0 0,0 0 0 0 0,0 1 0 0 0,0 0 0 0 0,14-2 0 0 0,-20 5-33 0 0,0 0 0 0 0,0 0 1 0 0,0 0-1 0 0,-1 0 1 0 0,1 0-1 0 0,0 0 0 0 0,0 1 1 0 0,0-1-1 0 0,-1 1 0 0 0,1 0 1 0 0,0 0-1 0 0,-1 0 0 0 0,1 0 1 0 0,-1 1-1 0 0,1-1 1 0 0,-1 1-1 0 0,1-1 0 0 0,-1 1 1 0 0,0 0-1 0 0,0 0 0 0 0,0 0 1 0 0,0 0-1 0 0,0 0 0 0 0,0 0 1 0 0,-1 0-1 0 0,1 1 1 0 0,-1-1-1 0 0,1 1 0 0 0,-1-1 1 0 0,0 1-1 0 0,0 0 0 0 0,0-1 1 0 0,1 6-1 0 0,-1-3-176 0 0,1 0 1 0 0,-1 0-1 0 0,0 1 1 0 0,0-1-1 0 0,-1 0 0 0 0,0 0 1 0 0,1 0-1 0 0,-2 1 0 0 0,1-1 1 0 0,-1 0-1 0 0,1 0 0 0 0,-1 0 1 0 0,-1 0-1 0 0,1 0 0 0 0,-1 0 1 0 0,-2 6-1 0 0,-4-1-7002 0 0</inkml:trace>
</inkml:ink>
</file>

<file path=ppt/ink/ink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2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41 504 0 0,'1'-12'1672'0'0,"1"0"1024"0"0,5 1-1311 0 0,3 6-977 0 0,7 7-764 0 0,-4 3-1145 0 0,-2 0-2047 0 0</inkml:trace>
</inkml:ink>
</file>

<file path=ppt/ink/ink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2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88 140 580 0 0,'0'0'1336'0'0,"-3"-5"-726"0"0,0-1-294 0 0,3 4-163 0 0,-1 0-1 0 0,1 1 1 0 0,-1-1-1 0 0,1 1 1 0 0,-1-1 0 0 0,0 1-1 0 0,0-1 1 0 0,0 1-1 0 0,0 0 1 0 0,0-1-1 0 0,0 1 1 0 0,-1 0 0 0 0,1 0-1 0 0,0 0 1 0 0,-1 0-1 0 0,-1-2 1 0 0,1 2 1020 0 0,0 2-1099 0 0,-1-1-1 0 0,0 1 1 0 0,0-1-1 0 0,0 1 0 0 0,1 0 1 0 0,-1 0-1 0 0,0 0 1 0 0,1 1-1 0 0,-1-1 1 0 0,1 1-1 0 0,0-1 0 0 0,-1 1 1 0 0,1 0-1 0 0,0 0 1 0 0,0 0-1 0 0,0 0 1 0 0,0 0-1 0 0,0 0 0 0 0,1 0 1 0 0,-1 1-1 0 0,1-1 1 0 0,-1 1-1 0 0,1-1 1 0 0,0 1-1 0 0,-2 5 0 0 0,2-6-45 0 0,0 0-1 0 0,1 0 1 0 0,-1 0-1 0 0,1 1 1 0 0,-1-1-1 0 0,1 0 0 0 0,0 1 1 0 0,0-1-1 0 0,0 0 1 0 0,0 0-1 0 0,0 1 1 0 0,0-1-1 0 0,1 0 0 0 0,-1 1 1 0 0,1-1-1 0 0,-1 0 1 0 0,1 0-1 0 0,0 0 1 0 0,0 0-1 0 0,0 0 0 0 0,0 0 1 0 0,0 0-1 0 0,1 0 1 0 0,-1 0-1 0 0,1 0 1 0 0,-1-1-1 0 0,1 1 0 0 0,-1 0 1 0 0,1-1-1 0 0,0 1 1 0 0,0-1-1 0 0,3 2 1 0 0,6 1-1 0 0,1 0 0 0 0,-1 0 1 0 0,1-1-1 0 0,0-1 0 0 0,0 0 1 0 0,0 0-1 0 0,0-1 0 0 0,0-1 1 0 0,1 0-1 0 0,-1-1 1 0 0,0 0-1 0 0,0-1 0 0 0,0 0 1 0 0,-1-1-1 0 0,18-6 0 0 0,-9 2 13 0 0,0-2 0 0 0,-1 0-1 0 0,0 0 1 0 0,0-2 0 0 0,-1 0-1 0 0,-1-2 1 0 0,0 0 0 0 0,16-15-1 0 0,-29 24 44 0 0,0-1 0 0 0,0 0 0 0 0,-1 1 0 0 0,0-1 0 0 0,0 0 0 0 0,0-1 0 0 0,3-8 0 0 0,-4 11 6 0 0,-1 0 1 0 0,-1 1 0 0 0,1-1 0 0 0,0 0 0 0 0,-1 0-1 0 0,1 1 1 0 0,-1-1 0 0 0,0 0 0 0 0,0 0 0 0 0,0 0-1 0 0,0 0 1 0 0,0 1 0 0 0,-1-1 0 0 0,1 0-1 0 0,-1 0 1 0 0,0 1 0 0 0,-1-5 0 0 0,2 6-72 0 0,0 1 1 0 0,-1-1-1 0 0,1 1 1 0 0,0-1-1 0 0,-1 0 1 0 0,1 1-1 0 0,0-1 1 0 0,-1 1-1 0 0,1-1 1 0 0,-1 1 0 0 0,1-1-1 0 0,-1 1 1 0 0,1-1-1 0 0,-1 1 1 0 0,1-1-1 0 0,-1 1 1 0 0,1 0-1 0 0,-1-1 1 0 0,0 1-1 0 0,1 0 1 0 0,-1 0-1 0 0,0-1 1 0 0,1 1-1 0 0,-1 0 1 0 0,0 0-1 0 0,1 0 1 0 0,-1 0-1 0 0,0 0 1 0 0,1 0-1 0 0,-1 0 1 0 0,0 0-1 0 0,1 0 1 0 0,-1 0-1 0 0,0 0 1 0 0,1 0 0 0 0,-1 0-1 0 0,0 1 1 0 0,1-1-1 0 0,-1 0 1 0 0,0 1-1 0 0,1-1 1 0 0,-1 0-1 0 0,1 1 1 0 0,-1-1-1 0 0,1 0 1 0 0,-1 1-1 0 0,1-1 1 0 0,-1 1-1 0 0,1-1 1 0 0,-1 1-1 0 0,1 0 1 0 0,-1-1-1 0 0,1 1 1 0 0,-1 0-1 0 0,-16 35 261 0 0,16-24-191 0 0,0 1 0 0 0,0 0-1 0 0,1-1 1 0 0,3 23 0 0 0,-1-24-23 0 0,-1 0 0 0 0,-1 1 0 0 0,0-1 0 0 0,0 1 1 0 0,-4 18-1 0 0,3-26-77 0 0,0-1 0 0 0,0 1-1 0 0,-1 0 1 0 0,1-1 0 0 0,-1 0 0 0 0,0 1 0 0 0,0-1 0 0 0,0 0 0 0 0,-1 0 0 0 0,1 0-1 0 0,-1 0 1 0 0,0-1 0 0 0,1 1 0 0 0,-1-1 0 0 0,0 0 0 0 0,-1 1 0 0 0,1-1 0 0 0,0-1-1 0 0,0 1 1 0 0,-1 0 0 0 0,-5 1 0 0 0,-21 6-1792 0 0,0-6-4268 0 0,16-5 2426 0 0</inkml:trace>
</inkml:ink>
</file>

<file path=ppt/ink/ink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4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85 162 404 0 0,'-6'-21'1359'0'0,"0"1"0"0"0,-2 1 0 0 0,0-1 0 0 0,-1 2-1 0 0,-1-1 1 0 0,-18-25 1518 0 0,27 48-2683 0 0,-2 12-531 0 0,1 0 0 0 0,0 0 0 0 0,1 17 0 0 0,2 26-5097 0 0,0-37 2704 0 0</inkml:trace>
</inkml:ink>
</file>

<file path=ppt/ink/ink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5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8117 0 0,'0'8'258'0'0,"-1"1"1"0"0,0-1-1 0 0,-1 0 1 0 0,-4 16 0 0 0,6-23-7 0 0,-1 1 48 0 0,1-1-164 0 0,0 0 0 0 0,0 0 0 0 0,-1 0 0 0 0,1 0 0 0 0,0 0 0 0 0,-1 0-1 0 0,1 0 1 0 0,0 0 0 0 0,-1 0 0 0 0,1 0 0 0 0,-1 0 0 0 0,0 0 0 0 0,1 0 0 0 0,-1 0 0 0 0,0-1 0 0 0,1 1 0 0 0,-1 0 0 0 0,-1 0-1 0 0,0 0-377 0 0,-1 0 641 0 0</inkml:trace>
</inkml:ink>
</file>

<file path=ppt/ink/ink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8481 0 0,'0'0'200'0'0,"19"-10"-244"0"0,-5 2 16 0 0,-3-1 8 0 0,3 0 20 0 0,8-2-4 0 0,-1 1 4 0 0,6 2-16 0 0,1 0-40 0 0,2-2-168 0 0,9 1-216 0 0,0 0-252 0 0,-11 5-504 0 0,12-5-1293 0 0,11 5 577 0 0</inkml:trace>
</inkml:ink>
</file>

<file path=ppt/ink/ink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5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78 116 688 0 0,'8'-30'1327'0'0,"4"-30"4759"0"0,-8 35-1075 0 0,-9 56-3852 0 0,-26 217 438 0 0,9-54-1135 0 0,18-172-483 0 0,0 1 0 0 0,-9 24 0 0 0,-2-12-3007 0 0,8-31 489 0 0</inkml:trace>
</inkml:ink>
</file>

<file path=ppt/ink/ink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6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13 208 132 0 0,'-1'-2'122'0'0,"0"1"1"0"0,0 0-1 0 0,-1 0 0 0 0,1-1 0 0 0,1 1 1 0 0,-1-1-1 0 0,0 1 0 0 0,0-1 0 0 0,0 1 1 0 0,1-1-1 0 0,-1 1 0 0 0,1-1 0 0 0,-1 0 1 0 0,1 1-1 0 0,0-1 0 0 0,-1 0 0 0 0,1 1 1 0 0,0-1-1 0 0,0 0 0 0 0,0 1 0 0 0,0-1 1 0 0,1 0-1 0 0,-1 1 0 0 0,0-1 0 0 0,1 0 1 0 0,-1 1-1 0 0,1-1 0 0 0,0 1 0 0 0,-1-1 1 0 0,1 1-1 0 0,0-1 0 0 0,0 1 0 0 0,0-1 1 0 0,0 1-1 0 0,0 0 0 0 0,0 0 0 0 0,0-1 1 0 0,1 1-1 0 0,-1 0 0 0 0,0 0 0 0 0,1 0 1 0 0,-1 0-1 0 0,1 1 0 0 0,-1-1 0 0 0,3-1 1 0 0,8-4 134 0 0,1-1 1 0 0,-1 2 0 0 0,1 0-1 0 0,16-4 1 0 0,-28 9-226 0 0,98-23 769 0 0,1 4-1 0 0,154-8 1 0 0,-144 17-385 0 0,560-20 1566 0 0,-659 30-2014 0 0,1 0-1 0 0,0 0 0 0 0,-1 1 0 0 0,1 1 0 0 0,0 0 0 0 0,-1 0 0 0 0,0 1 0 0 0,1 1 0 0 0,-1 0 1 0 0,0 0-1 0 0,11 7 0 0 0,-22-10-178 0 0,1-1 1 0 0,0 1 0 0 0,-1-1-1 0 0,1 1 1 0 0,-1-1 0 0 0,1 1-1 0 0,-1 0 1 0 0,1-1 0 0 0,-1 1-1 0 0,0 0 1 0 0,1-1 0 0 0,-1 1-1 0 0,0 0 1 0 0,1-1-1 0 0,-1 1 1 0 0,0 0 0 0 0,0 0-1 0 0,0 0 1 0 0,0-1 0 0 0,1 1-1 0 0,-1 0 1 0 0,0 0 0 0 0,0-1-1 0 0,-1 1 1 0 0,1 0 0 0 0,0 0-1 0 0,0 0 1 0 0,-1 1 0 0 0,1-1-153 0 0</inkml:trace>
</inkml:ink>
</file>

<file path=ppt/ink/ink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6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0 185 380 0 0,'0'0'2072'0'0,"4"1"-1456"0"0,7-1-287 0 0,0 0 1 0 0,0 0-1 0 0,0-1 0 0 0,0-1 0 0 0,-1 0 1 0 0,1 0-1 0 0,0-1 0 0 0,13-6 0 0 0,1-1 151 0 0,0 0 0 0 0,32-21 0 0 0,-54 30-426 0 0,-1-1 0 0 0,1 0-1 0 0,-1 1 1 0 0,1-1 0 0 0,-1 0 0 0 0,0-1-1 0 0,1 1 1 0 0,-1 0 0 0 0,-1-1-1 0 0,1 1 1 0 0,0-1 0 0 0,0 1 0 0 0,-1-1-1 0 0,0 0 1 0 0,1 0 0 0 0,-1 0-1 0 0,0 0 1 0 0,0 0 0 0 0,-1 0 0 0 0,1 0-1 0 0,-1 0 1 0 0,1-3 0 0 0,-2 4-21 0 0,1-1 1 0 0,0 1 0 0 0,-1 0 0 0 0,0-1-1 0 0,1 1 1 0 0,-1 0 0 0 0,0 0-1 0 0,0-1 1 0 0,-1 1 0 0 0,1 0-1 0 0,0 0 1 0 0,-1 0 0 0 0,1 0 0 0 0,-1 1-1 0 0,0-1 1 0 0,1 0 0 0 0,-1 1-1 0 0,0-1 1 0 0,0 1 0 0 0,0-1 0 0 0,0 1-1 0 0,0 0 1 0 0,0 0 0 0 0,-1 0-1 0 0,1 0 1 0 0,0 0 0 0 0,-1 1 0 0 0,-4-2-1 0 0,0 0 75 0 0,-1 1-1 0 0,0 0 0 0 0,0 0 1 0 0,0 0-1 0 0,0 1 0 0 0,1 1 1 0 0,-1-1-1 0 0,0 1 0 0 0,0 0 1 0 0,0 1-1 0 0,1 0 0 0 0,-1 0 1 0 0,0 1-1 0 0,1 0 0 0 0,-13 7 1 0 0,16-8-65 0 0,0 1 0 0 0,1-1 0 0 0,-1 1 0 0 0,1 0 0 0 0,-1 1 0 0 0,1-1 0 0 0,0 0 0 0 0,0 1 0 0 0,1 0 0 0 0,-1-1 0 0 0,1 1 0 0 0,0 0 1 0 0,0 1-1 0 0,0-1 0 0 0,0 0 0 0 0,1 0 0 0 0,0 1 0 0 0,0-1 0 0 0,0 1 0 0 0,0-1 0 0 0,1 1 0 0 0,-1-1 0 0 0,1 1 0 0 0,1 0 0 0 0,-1-1 0 0 0,0 1 0 0 0,1-1 0 0 0,2 8 0 0 0,1-1 3 0 0,-1-1 0 0 0,2 0 0 0 0,0 0-1 0 0,0 0 1 0 0,1 0 0 0 0,0-1-1 0 0,0 0 1 0 0,1 0 0 0 0,0-1 0 0 0,1 0-1 0 0,0 0 1 0 0,0-1 0 0 0,1 0-1 0 0,0 0 1 0 0,14 8 0 0 0,-2-3-228 0 0,1 0 1 0 0,0-1-1 0 0,1-2 1 0 0,0 0 0 0 0,47 11-1 0 0,-14-16-2016 0 0,-19-10-2961 0 0,-21 1 2383 0 0</inkml:trace>
  <inkml:trace contextRef="#ctx0" brushRef="#br0" timeOffset="1">639 151 788 0 0,'16'-3'2130'0'0,"-7"4"-1856"0"0,0 1-1 0 0,-1 0 1 0 0,0 0 0 0 0,1 1-1 0 0,-1 0 1 0 0,0 1-1 0 0,0 0 1 0 0,-1 0-1 0 0,1 0 1 0 0,-1 1-1 0 0,0 0 1 0 0,0 1 0 0 0,-1-1-1 0 0,0 1 1 0 0,0 1-1 0 0,0-1 1 0 0,0 1-1 0 0,-1 0 1 0 0,0 0 0 0 0,-1 1-1 0 0,0-1 1 0 0,0 1-1 0 0,0 0 1 0 0,-1 0-1 0 0,3 14 1 0 0,-5-21 346 0 0,-3 4-291 0 0,1 0-318 0 0,-1-6 1082 0 0,0-6-1055 0 0,1 0-1 0 0,0-1 1 0 0,1 1 0 0 0,-1 0 0 0 0,1-1 0 0 0,1 1-1 0 0,0 0 1 0 0,0 0 0 0 0,0-1 0 0 0,1 1 0 0 0,0 0 0 0 0,0 0-1 0 0,5-11 1 0 0,-1 8-146 0 0,-1-1-1 0 0,2 1 0 0 0,-1 0 1 0 0,2 1-1 0 0,-1-1 1 0 0,12-10-1 0 0,12-5-6849 0 0</inkml:trace>
</inkml:ink>
</file>

<file path=ppt/ink/ink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7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0 380 0 0,'0'0'666'0'0,"44"28"3222"0"0,-43-26-3820 0 0,0-1 0 0 0,0 1 0 0 0,0-1 0 0 0,0 1 0 0 0,0-1 0 0 0,0 1 0 0 0,-1 0 0 0 0,1-1 0 0 0,-1 1-1 0 0,1 0 1 0 0,-1-1 0 0 0,0 1 0 0 0,1 0 0 0 0,-1 0 0 0 0,0 0 0 0 0,0-1 0 0 0,0 1 0 0 0,0 0 0 0 0,-1 0-1 0 0,1-1 1 0 0,0 1 0 0 0,-1 0 0 0 0,1 0 0 0 0,-1-1 0 0 0,0 1 0 0 0,0 0 0 0 0,1-1 0 0 0,-1 1 0 0 0,0-1-1 0 0,0 1 1 0 0,0-1 0 0 0,-1 0 0 0 0,1 1 0 0 0,-3 1 0 0 0,-13 25 695 0 0,16-27-672 0 0,0 0 0 0 0,1 0 0 0 0,-1 0 0 0 0,0 0 0 0 0,0 0 0 0 0,-1-1 0 0 0,1 1 0 0 0,0 0 0 0 0,0-1 0 0 0,0 1 0 0 0,0 0 0 0 0,-1-1 0 0 0,1 1 0 0 0,0-1 0 0 0,0 0 0 0 0,-1 1 0 0 0,1-1 0 0 0,0 0 0 0 0,-2 0 0 0 0,6-7-65 0 0,1 0-1 0 0,0 0 1 0 0,1 0 0 0 0,0 0-1 0 0,0 1 1 0 0,0 0 0 0 0,1 0-1 0 0,0 1 1 0 0,0-1-1 0 0,0 1 1 0 0,1 0 0 0 0,-1 1-1 0 0,1 0 1 0 0,0 0 0 0 0,1 0-1 0 0,-1 1 1 0 0,1 0-1 0 0,-1 0 1 0 0,1 1 0 0 0,16-3-1 0 0,-22 5-19 0 0,1 0-1 0 0,-1 0 1 0 0,0 1-1 0 0,1-1 1 0 0,-1 1-1 0 0,1-1 1 0 0,-1 1-1 0 0,1 0 0 0 0,-1-1 1 0 0,0 1-1 0 0,0 0 1 0 0,1 1-1 0 0,-1-1 1 0 0,0 0-1 0 0,0 1 1 0 0,0-1-1 0 0,0 1 1 0 0,-1 0-1 0 0,1-1 1 0 0,0 1-1 0 0,-1 0 1 0 0,1 0-1 0 0,-1 0 0 0 0,1 0 1 0 0,1 4-1 0 0,0 1 15 0 0,0 0 0 0 0,0 0 0 0 0,0 1 0 0 0,-1-1 0 0 0,0 1 0 0 0,2 9 0 0 0,-4-16 36 0 0,2 0 6 0 0,1-1-1 0 0,-1 1 0 0 0,1-1 1 0 0,-1 0-1 0 0,0 0 0 0 0,1 0 1 0 0,-1 0-1 0 0,1-1 0 0 0,-1 1 1 0 0,0-1-1 0 0,1 1 0 0 0,-1-1 1 0 0,4-2-1 0 0,43-17 88 0 0,-14 5 5 0 0,-16 9-80 0 0,58-14 175 0 0,-72 19-223 0 0,-1 0 1 0 0,1 1 0 0 0,-1 0 0 0 0,0-1-1 0 0,1 2 1 0 0,-1-1 0 0 0,1 0 0 0 0,-1 1-1 0 0,0 0 1 0 0,1 0 0 0 0,-1 0 0 0 0,0 0-1 0 0,0 1 1 0 0,6 2 0 0 0,-8-2-22 0 0,1 0 1 0 0,-1 0 0 0 0,0 0-1 0 0,0 0 1 0 0,0 1 0 0 0,0-1-1 0 0,0 0 1 0 0,0 1 0 0 0,0 0-1 0 0,-1-1 1 0 0,1 1-1 0 0,-1 0 1 0 0,0 0 0 0 0,0 0-1 0 0,0 0 1 0 0,0 0 0 0 0,-1 0-1 0 0,1 0 1 0 0,-1 0 0 0 0,1 0-1 0 0,-1 0 1 0 0,0 0-1 0 0,0 0 1 0 0,-1 1 0 0 0,1-1-1 0 0,-1 0 1 0 0,1 0 0 0 0,-1 0-1 0 0,0 0 1 0 0,-2 3-1 0 0,2-3-734 0 0,0 0-1 0 0,-1 0 0 0 0,1 0 0 0 0,-1-1 0 0 0,0 1 0 0 0,0 0 0 0 0,0-1 1 0 0,0 1-1 0 0,-5 3 0 0 0</inkml:trace>
</inkml:ink>
</file>

<file path=ppt/ink/ink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9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35 129 6953 0 0,'5'-9'203'0'0,"0"-1"0"0"0,0 0 0 0 0,-1 0 1 0 0,-1 0-1 0 0,0 0 0 0 0,4-19 0 0 0,2-10 1386 0 0,-8 37-411 0 0,-4 10-966 0 0,-6 19-36 0 0,2 1-1 0 0,1 0 0 0 0,1 0 0 0 0,1 0 1 0 0,0 33-1 0 0,8 156 415 0 0,1-69-235 0 0,-8-128-1079 0 0,-5-30-962 0 0,-7-34-1053 0 0,14 42 2717 0 0,-13-46-4036 0 0,7 20 1736 0 0</inkml:trace>
</inkml:ink>
</file>

<file path=ppt/ink/ink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9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37 256 0 0,'6'-4'126'0'0,"-1"0"0"0"0,1 0-1 0 0,-1 1 1 0 0,1 0 0 0 0,0 0 0 0 0,0 0 0 0 0,1 0 0 0 0,-1 1-1 0 0,0 0 1 0 0,1 1 0 0 0,-1-1 0 0 0,1 1 0 0 0,0 0-1 0 0,-1 1 1 0 0,1 0 0 0 0,0 0 0 0 0,0 0 0 0 0,12 3 0 0 0,11 1 201 0 0,-1 2 1 0 0,51 16-1 0 0,-55-13-157 0 0,0 1-1 0 0,-1 1 1 0 0,0 2-1 0 0,-1 0 1 0 0,0 1-1 0 0,-1 1 1 0 0,40 36 0 0 0,-49-38-91 0 0,0 0 0 0 0,0 1 0 0 0,-1 0 1 0 0,-1 1-1 0 0,-1 0 0 0 0,0 1 0 0 0,-1 0 1 0 0,0 1-1 0 0,-2-1 0 0 0,0 2 0 0 0,-1-1 1 0 0,6 26-1 0 0,-10-36-36 0 0,-1 1-1 0 0,0 0 1 0 0,-1 0 0 0 0,0 0-1 0 0,0-1 1 0 0,-1 1 0 0 0,0 0-1 0 0,0 0 1 0 0,0 0 0 0 0,-1-1-1 0 0,-1 1 1 0 0,1-1 0 0 0,-1 0 0 0 0,0 1-1 0 0,-8 11 1 0 0,5-10 43 0 0,-1 0 1 0 0,-1 0 0 0 0,0-1-1 0 0,0 0 1 0 0,-1 0-1 0 0,0-1 1 0 0,0 0 0 0 0,0-1-1 0 0,-20 10 1 0 0,3-3 112 0 0,-2-2 0 0 0,0-2 0 0 0,0 0 0 0 0,-1-2 1 0 0,0 0-1 0 0,0-3 0 0 0,-45 3 0 0 0,-62-8 400 0 0,122 0-522 0 0,0-1 1 0 0,1 0 0 0 0,0-1-1 0 0,0 0 1 0 0,-1-1-1 0 0,2-1 1 0 0,-24-11 0 0 0,35 15-118 0 0,0 1 0 0 0,0 0 0 0 0,0-1 0 0 0,1 1 1 0 0,-1 0-1 0 0,0-1 0 0 0,0 1 0 0 0,0-1 1 0 0,1 1-1 0 0,-1-1 0 0 0,0 0 0 0 0,0 1 0 0 0,1-1 1 0 0,-1 0-1 0 0,1 1 0 0 0,-1-1 0 0 0,0 0 0 0 0,1 0 1 0 0,-1 0-1 0 0,1 1 0 0 0,0-1 0 0 0,-1 0 1 0 0,1 0-1 0 0,0 0 0 0 0,0 0 0 0 0,-1 0 0 0 0,1 0 1 0 0,0 0-1 0 0,0 0 0 0 0,0 0 0 0 0,0 0 0 0 0,0 0 1 0 0,0 0-1 0 0,0 1 0 0 0,1-1 0 0 0,-1 0 0 0 0,0 0 1 0 0,0 0-1 0 0,1 0 0 0 0,-1 0 0 0 0,1-1 1 0 0,2-1-550 0 0,0-1 1 0 0,0 1-1 0 0,1 0 1 0 0,-1 0 0 0 0,1 0-1 0 0,-1 1 1 0 0,6-4 0 0 0,12-6-1664 0 0</inkml:trace>
</inkml:ink>
</file>

<file path=ppt/ink/ink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39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52 0 0,'0'0'641'0'0,"-1"4"-13"0"0,-15 34 1080 0 0,10-23-1165 0 0,0 0-1 0 0,1 0 0 0 0,-4 17 1 0 0,8-27-424 0 0,0 0 1 0 0,1 0 0 0 0,0 0-1 0 0,-1 0 1 0 0,2 0-1 0 0,-1 0 1 0 0,1-1 0 0 0,-1 1-1 0 0,1 0 1 0 0,1 0 0 0 0,-1 0-1 0 0,1-1 1 0 0,-1 1 0 0 0,5 6-1 0 0,-6-10-76 0 0,0-1-1 0 0,1 1 0 0 0,-1 0 0 0 0,0-1 1 0 0,0 1-1 0 0,1-1 0 0 0,-1 1 1 0 0,1-1-1 0 0,-1 1 0 0 0,0-1 1 0 0,1 1-1 0 0,-1-1 0 0 0,1 0 0 0 0,-1 1 1 0 0,1-1-1 0 0,-1 0 0 0 0,1 1 1 0 0,-1-1-1 0 0,1 0 0 0 0,0 0 1 0 0,-1 1-1 0 0,1-1 0 0 0,-1 0 0 0 0,1 0 1 0 0,0 0-1 0 0,-1 0 0 0 0,1 0 1 0 0,-1 0-1 0 0,1 0 0 0 0,0 0 1 0 0,0 0-1 0 0,14-14 738 0 0,-12 10-675 0 0,-1-1-1 0 0,0 1 1 0 0,0 0 0 0 0,0-1-1 0 0,0 1 1 0 0,-1-1 0 0 0,1-5-1 0 0,-1 3-7 0 0,-1 0 1 0 0,0 0-1 0 0,-1 1 0 0 0,1-1 0 0 0,-1 0 0 0 0,0 0 1 0 0,-1 1-1 0 0,0-1 0 0 0,0 1 0 0 0,0-1 0 0 0,-1 1 1 0 0,0 0-1 0 0,-4-7 0 0 0,6 12-199 0 0,-23 20-6260 0 0</inkml:trace>
</inkml:ink>
</file>

<file path=ppt/ink/ink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0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54 648 0 0,'0'-2'290'0'0,"1"0"1"0"0,-1 0-1 0 0,0 0 1 0 0,-1 0-1 0 0,1 0 1 0 0,0 0-1 0 0,0 0 0 0 0,-1 0 1 0 0,0 1-1 0 0,1-1 1 0 0,-1 0-1 0 0,0 0 0 0 0,0 0 1 0 0,0 0-1 0 0,0 1 1 0 0,0-1-1 0 0,-1-1 0 0 0,1 2-165 0 0,0 0-1 0 0,0 1 0 0 0,0-1 0 0 0,0 1 1 0 0,0 0-1 0 0,0-1 0 0 0,0 1 0 0 0,0 0 1 0 0,0-1-1 0 0,0 1 0 0 0,0 0 0 0 0,0 0 1 0 0,0 0-1 0 0,0 0 0 0 0,0 0 0 0 0,0 0 1 0 0,0 0-1 0 0,-1 1 0 0 0,1-1 0 0 0,0 0 1 0 0,0 0-1 0 0,-1 2 0 0 0,-4 0 63 0 0,1 1 0 0 0,0 0-1 0 0,0 1 1 0 0,0-1 0 0 0,0 1 0 0 0,0 0 0 0 0,1 0-1 0 0,0 1 1 0 0,-6 7 0 0 0,7-9-157 0 0,1-1 0 0 0,0 1 0 0 0,0-1 1 0 0,1 1-1 0 0,-1 0 0 0 0,0 0 0 0 0,1 0 0 0 0,0 0 0 0 0,-1 0 0 0 0,1 0 0 0 0,0 0 1 0 0,1 0-1 0 0,-1 1 0 0 0,1-1 0 0 0,-1 0 0 0 0,1 0 0 0 0,0 1 0 0 0,0-1 1 0 0,0 0-1 0 0,1 0 0 0 0,-1 1 0 0 0,1-1 0 0 0,0 0 0 0 0,0 0 0 0 0,0 0 1 0 0,0 0-1 0 0,0 0 0 0 0,1 0 0 0 0,-1 0 0 0 0,1 0 0 0 0,0 0 0 0 0,0-1 0 0 0,0 1 1 0 0,0-1-1 0 0,1 1 0 0 0,2 2 0 0 0,2 0-8 0 0,0-1 1 0 0,0 1-1 0 0,0-1 0 0 0,1 0 0 0 0,-1-1 1 0 0,1 0-1 0 0,0 0 0 0 0,0-1 0 0 0,0 1 1 0 0,0-2-1 0 0,0 1 0 0 0,1-1 1 0 0,10 0-1 0 0,-1-3-5 0 0,0 0 1 0 0,0-1-1 0 0,0 0 1 0 0,0-2-1 0 0,0 0 1 0 0,-1-1-1 0 0,0-1 1 0 0,0 0 0 0 0,-1-1-1 0 0,0-1 1 0 0,0-1-1 0 0,-1 0 1 0 0,0-1-1 0 0,-1 0 1 0 0,0-1-1 0 0,23-28 1 0 0,0-20 240 0 0,-37 58 257 0 0,-1 2-512 0 0,-1 1 0 0 0,1-1 0 0 0,0 1 1 0 0,0-1-1 0 0,-1 1 0 0 0,1 0 1 0 0,0-1-1 0 0,0 1 0 0 0,-1 0 1 0 0,1 0-1 0 0,0 0 0 0 0,0 0 1 0 0,0 0-1 0 0,0 0 0 0 0,0 0 0 0 0,1 0 1 0 0,-1 0-1 0 0,0 1 0 0 0,0-1 1 0 0,1 0-1 0 0,-1 0 0 0 0,1 1 1 0 0,-1-1-1 0 0,1 0 0 0 0,0 1 1 0 0,-1-1-1 0 0,1 1 0 0 0,0-1 0 0 0,0 0 1 0 0,0 1-1 0 0,0-1 0 0 0,0 1 1 0 0,0-1-1 0 0,0 1 0 0 0,1 1 1 0 0,0 5 12 0 0,0-1 0 0 0,1 1 0 0 0,-1-1 1 0 0,2 0-1 0 0,3 11 0 0 0,-4-14-13 0 0,1 0-1 0 0,-1 0 1 0 0,1-1-1 0 0,0 1 1 0 0,1 0 0 0 0,-1-1-1 0 0,0 0 1 0 0,1 0-1 0 0,0 0 1 0 0,-1 0-1 0 0,1 0 1 0 0,1-1 0 0 0,-1 0-1 0 0,0 0 1 0 0,0 0-1 0 0,1 0 1 0 0,-1 0-1 0 0,1-1 1 0 0,0 0-1 0 0,-1 0 1 0 0,1-1 0 0 0,0 1-1 0 0,-1-1 1 0 0,1 0-1 0 0,0 0 1 0 0,5-1-1 0 0,0 0 2 0 0,-1 1-1 0 0,0-2 0 0 0,0 1 0 0 0,0-2 0 0 0,0 1 1 0 0,-1-1-1 0 0,1 0 0 0 0,-1-1 0 0 0,0 0 0 0 0,1 0 1 0 0,-2-1-1 0 0,1 0 0 0 0,7-6 0 0 0,-9 5 12 0 0,0 0 1 0 0,0 0-1 0 0,0-1 0 0 0,-1 0 0 0 0,6-9 1 0 0,-10 13-8 0 0,-1-4-45 0 0,0 7 54 0 0,0 0-1 0 0,0 0 0 0 0,0 0 1 0 0,0 0-1 0 0,0 0 0 0 0,0 0 1 0 0,0 0-1 0 0,0 0 0 0 0,0 0 0 0 0,0 0 1 0 0,0 0-1 0 0,0 0 0 0 0,-1 0 1 0 0,1 0-1 0 0,0 0 0 0 0,0 0 1 0 0,0 0-1 0 0,0 0 0 0 0,0 0 1 0 0,0 0-1 0 0,0 0 0 0 0,0 0 1 0 0,0-1-1 0 0,0 1 0 0 0,0 0 0 0 0,0 0 1 0 0,0 0-1 0 0,0 0 0 0 0,0 0 1 0 0,0 0-1 0 0,0 0 0 0 0,0 0 1 0 0,0 0-1 0 0,0 0 0 0 0,-1 3-62 0 0,0 1 0 0 0,0 0 0 0 0,0-1 0 0 0,1 1 0 0 0,-1 0 0 0 0,1 0 0 0 0,0 0 0 0 0,0-1 0 0 0,1 1 0 0 0,-1 0 0 0 0,1 0 0 0 0,0-1 0 0 0,0 1-1 0 0,0 0 1 0 0,0-1 0 0 0,1 1 0 0 0,-1-1 0 0 0,1 0 0 0 0,0 1 0 0 0,0-1 0 0 0,0 0 0 0 0,1 0 0 0 0,2 3 0 0 0,13 16-2292 0 0,-5-10-2721 0 0,-5-7 1930 0 0</inkml:trace>
</inkml:ink>
</file>

<file path=ppt/ink/ink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1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88 419 40 0 0,'0'0'1473'0'0,"0"0"-1388"0"0,0 0 0 0 0,0 0-1 0 0,0-1 1 0 0,1 1-1 0 0,-1 0 1 0 0,0 0 0 0 0,0 0-1 0 0,0-1 1 0 0,0 1-1 0 0,1 0 1 0 0,-1 0-1 0 0,0 0 1 0 0,0 0 0 0 0,0 0-1 0 0,1-1 1 0 0,-1 1-1 0 0,0 0 1 0 0,0 0 0 0 0,0 0-1 0 0,1 0 1 0 0,-1 0-1 0 0,0 0 1 0 0,0 0-1 0 0,1 0 1 0 0,-1 0 0 0 0,0 0-1 0 0,0 0 1 0 0,1 0-1 0 0,-1 0 1 0 0,0 0-1 0 0,0 0 1 0 0,1 0 0 0 0,-1 0-1 0 0,0 0 1 0 0,0 0-1 0 0,1 0 1 0 0,-1 0 0 0 0,0 1-1 0 0,0-1 1 0 0,0 0-1 0 0,1 0 1 0 0,-1 0-1 0 0,1 4 38 0 0,0-1 0 0 0,0 0-1 0 0,0 0 1 0 0,0 1 0 0 0,-1-1-1 0 0,1 0 1 0 0,-1 1 0 0 0,0-1-1 0 0,0 1 1 0 0,0-1 0 0 0,0 0-1 0 0,-1 1 1 0 0,0-1 0 0 0,1 0-1 0 0,-1 1 1 0 0,0-1 0 0 0,-1 0-1 0 0,1 0 1 0 0,0 0 0 0 0,-1 0-1 0 0,0 0 1 0 0,0 0 0 0 0,0 0-1 0 0,0-1 1 0 0,0 1 0 0 0,0-1 0 0 0,-1 1-1 0 0,1-1 1 0 0,-1 0 0 0 0,0 0-1 0 0,0 0 1 0 0,-3 2 0 0 0,5-3-87 0 0,0 0 1 0 0,0 0 0 0 0,0 0 0 0 0,0 0 0 0 0,-1-1-1 0 0,1 1 1 0 0,-1 0 0 0 0,1-1 0 0 0,0 1 0 0 0,-1 0 0 0 0,1-1-1 0 0,-1 0 1 0 0,1 1 0 0 0,-1-1 0 0 0,1 0 0 0 0,-1 0-1 0 0,0 0 1 0 0,1 0 0 0 0,-1 0 0 0 0,1 0 0 0 0,-1 0 0 0 0,1 0-1 0 0,-1-1 1 0 0,1 1 0 0 0,-1 0 0 0 0,1-1 0 0 0,-1 0-1 0 0,1 1 1 0 0,-1-1 0 0 0,1 0 0 0 0,0 0 0 0 0,0 1 0 0 0,-1-1-1 0 0,1 0 1 0 0,0 0 0 0 0,0-1 0 0 0,0 1 0 0 0,0 0-1 0 0,0 0 1 0 0,0 0 0 0 0,0-1 0 0 0,0 1 0 0 0,1-1 0 0 0,-1 1-1 0 0,0 0 1 0 0,0-3 0 0 0,1 2 4 0 0,11-34 118 0 0,-6 29-147 0 0,0 1-1 0 0,0-1 1 0 0,1 1 0 0 0,0 0 0 0 0,0 1-1 0 0,0-1 1 0 0,1 1 0 0 0,-1 0 0 0 0,1 1-1 0 0,1-1 1 0 0,-1 2 0 0 0,0-1 0 0 0,1 1-1 0 0,0 0 1 0 0,0 0 0 0 0,0 1-1 0 0,0 0 1 0 0,0 1 0 0 0,10-1 0 0 0,-15 3-10 0 0,1 0 0 0 0,0 0 0 0 0,0 0 0 0 0,-1 1 0 0 0,1-1 0 0 0,-1 1 0 0 0,1 0 0 0 0,-1 0 0 0 0,0 1 0 0 0,0-1 0 0 0,0 1 0 0 0,0-1 0 0 0,0 1 0 0 0,0 0 0 0 0,-1 0 0 0 0,0 0 0 0 0,3 5 0 0 0,5 3 17 0 0,-6-7 9 0 0,0 0-1 0 0,-1 0 1 0 0,0 0-1 0 0,0 1 0 0 0,0-1 1 0 0,0 1-1 0 0,2 6 1 0 0,22-32-5 0 0,-22 12-18 0 0,-4 6-6 0 0,1-1 1 0 0,0 1 0 0 0,0 0 0 0 0,1 0 0 0 0,-1 0 0 0 0,0 0-1 0 0,1 0 1 0 0,0 0 0 0 0,0 1 0 0 0,0-1 0 0 0,6-3 0 0 0,-8 5-21 0 0,7 3-6 0 0,0-1 21 0 0,-1 1-1 0 0,1 1 0 0 0,0-1 0 0 0,-1 1 0 0 0,1 1 0 0 0,10 6 0 0 0,36 13 3 0 0,-37-18 10 0 0,-1-2-1 0 0,0 0 1 0 0,1-1-1 0 0,23 0 1 0 0,-35-2-1 0 0,1 0 1 0 0,0 0-1 0 0,-1-1 1 0 0,1 0-1 0 0,-1 0 1 0 0,1-1 0 0 0,-1 1-1 0 0,0-1 1 0 0,0 0-1 0 0,0-1 1 0 0,0 1 0 0 0,0-1-1 0 0,0 0 1 0 0,0 0-1 0 0,-1-1 1 0 0,7-6-1 0 0,-9 7 2 0 0,1-8 4 0 0,-3-2-6 0 0,0 11-4 0 0,-1 0 0 0 0,0 0 0 0 0,1 0 1 0 0,-1 0-1 0 0,0 1 0 0 0,0-1 0 0 0,0 0 1 0 0,0 1-1 0 0,-1-1 0 0 0,1 0 0 0 0,0 1 1 0 0,-1 0-1 0 0,1-1 0 0 0,-1 1 0 0 0,1 0 1 0 0,-1 0-1 0 0,0 0 0 0 0,1 0 0 0 0,-1 0 1 0 0,0 0-1 0 0,0 0 0 0 0,0 1 0 0 0,-2-2 1 0 0,2 2-12 0 0,1 0 8 0 0,-1 0-1 0 0,0 1 1 0 0,0-1 0 0 0,0 1-1 0 0,0 0 1 0 0,1-1 0 0 0,-1 1-1 0 0,0 0 1 0 0,1 0 0 0 0,-1 0-1 0 0,1 0 1 0 0,-1 0 0 0 0,1 0-1 0 0,-1 1 1 0 0,-1 1 0 0 0,2 0 0 0 0,1-1 1 0 0,-1 0-1 0 0,1 0 1 0 0,0 1 0 0 0,0-1-1 0 0,0 0 1 0 0,0 1-1 0 0,1-1 1 0 0,-1 0-1 0 0,0 0 1 0 0,1 0 0 0 0,0 1-1 0 0,-1-1 1 0 0,1 0-1 0 0,0 0 1 0 0,0 0 0 0 0,0 0-1 0 0,1 0 1 0 0,-1 0-1 0 0,0-1 1 0 0,1 1-1 0 0,-1 0 1 0 0,1 0 0 0 0,0-1-1 0 0,-1 1 1 0 0,1-1-1 0 0,0 0 1 0 0,0 1-1 0 0,0-1 1 0 0,0 0 0 0 0,0 0-1 0 0,0 0 1 0 0,2 0-1 0 0,3 3 10 0 0,0-1-1 0 0,1 0 1 0 0,-1-1-1 0 0,1 0 1 0 0,-1 0-1 0 0,1 0 1 0 0,-1-1-1 0 0,12 0 1 0 0,-10-1-4 0 0,0-1 0 0 0,-1 0 0 0 0,1-1 0 0 0,-1 0 0 0 0,1 0 0 0 0,-1-1 0 0 0,0 0 0 0 0,0 0 0 0 0,15-9 0 0 0,-6-1 23 0 0,1 0 0 0 0,23-24-1 0 0,-35 32-11 0 0,-2 4-14 0 0,13-19 7 0 0,1 2-2 0 0,-18 18-6 0 0,0 0 0 0 0,1 0 0 0 0,-1 0-1 0 0,0 0 1 0 0,1 0 0 0 0,-1 0 0 0 0,0 0 0 0 0,0 0 0 0 0,1-1 0 0 0,-1 1 0 0 0,0 0-1 0 0,1 0 1 0 0,-1 0 0 0 0,0 0 0 0 0,1 1 0 0 0,-1-1 0 0 0,0 0 0 0 0,1 0 0 0 0,-1 0-1 0 0,0 0 1 0 0,0 0 0 0 0,1 0 0 0 0,-1 0 0 0 0,0 0 0 0 0,0 1 0 0 0,1-1-1 0 0,-1 0 1 0 0,0 0 0 0 0,0 0 0 0 0,1 1 0 0 0,-1-1 0 0 0,0 0 0 0 0,0 0 0 0 0,1 1-1 0 0,4 28-80 0 0,-5-21 87 0 0,0-7-11 0 0,1 2 10 0 0,1 9-1 0 0,1-6-1 0 0,6 0 17 0 0,-5-5-14 0 0,3 0-1 0 0,-2-1 1 0 0,9-1 0 0 0,0-1 1 0 0,0-1 0 0 0,0 0 0 0 0,16-7-1 0 0,-19 7-9 0 0,-1-1 0 0 0,1 2 0 0 0,-1-1-1 0 0,17 0 1 0 0,-17 2 5 0 0,0-1-1 0 0,-1 0 1 0 0,1 0-1 0 0,-1-1 1 0 0,1 0-1 0 0,-1-1 1 0 0,0 0-1 0 0,0-1 1 0 0,0 0 0 0 0,-1 0-1 0 0,1 0 1 0 0,-1-1-1 0 0,-1-1 1 0 0,1 1-1 0 0,-1-1 1 0 0,0 0-1 0 0,-1-1 1 0 0,0 0 0 0 0,6-8-1 0 0,-4 2 75 0 0,0 0-1 0 0,0 0 1 0 0,-1-1-1 0 0,-1 0 1 0 0,-1 0-1 0 0,0-1 1 0 0,-1 0-1 0 0,0 1 1 0 0,-2-1-1 0 0,0 0 1 0 0,0-23-1 0 0,-10-16 1944 0 0,8 57-1999 0 0,-1-1 1 0 0,1 1-1 0 0,-1 0 0 0 0,1 0 1 0 0,-1-1-1 0 0,0 1 0 0 0,0 0 1 0 0,1-1-1 0 0,-1 1 0 0 0,0-1 1 0 0,-1 1-1 0 0,0 1 0 0 0,-11 17 121 0 0,8-3-28 0 0,1 0-1 0 0,1 0 1 0 0,0 0 0 0 0,1 0 0 0 0,1 0 0 0 0,1 1 0 0 0,0-1 0 0 0,3 18 0 0 0,1-9-127 0 0,0-1 0 0 0,2 0 0 0 0,0 0 0 0 0,19 42 0 0 0,-18-46-1977 0 0,-3-12-5428 0 0</inkml:trace>
</inkml:ink>
</file>

<file path=ppt/ink/ink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2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8 103 9829 0 0,'-1'-2'29'0'0,"0"-1"-1"0"0,0 1 1 0 0,0-1 0 0 0,0 0 0 0 0,0 0-1 0 0,1 1 1 0 0,-1-1 0 0 0,1 0-1 0 0,0 0 1 0 0,0 0 0 0 0,0 1 0 0 0,0-1-1 0 0,0 0 1 0 0,1 0 0 0 0,-1 0 0 0 0,1 1-1 0 0,-1-1 1 0 0,1 0 0 0 0,0 0 0 0 0,0 1-1 0 0,3-6 1 0 0,-1 5-16 0 0,0 1 0 0 0,-1-1 1 0 0,1 0-1 0 0,0 1 0 0 0,0-1 0 0 0,1 1 0 0 0,-1 0 1 0 0,0 0-1 0 0,1 0 0 0 0,-1 0 0 0 0,1 1 1 0 0,0 0-1 0 0,-1-1 0 0 0,1 1 0 0 0,0 1 0 0 0,6-2 1 0 0,24-1-1565 0 0,0 2 1 0 0,35 3-1 0 0,-47-2 137 0 0,27 2-1186 0 0</inkml:trace>
</inkml:ink>
</file>

<file path=ppt/ink/ink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3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114 331 332 0 0,'9'-52'6202'0'0,"-45"122"-2373"0"0,21-46-3678 0 0,1 1 1 0 0,-16 42-1 0 0,3-1 1582 0 0,31-69-1562 0 0,23-17 212 0 0,44-42 1 0 0,-9 5-87 0 0,-60 56-292 0 0,1-2 4 0 0,0 0 0 0 0,0 1 1 0 0,0 0-1 0 0,0-1 0 0 0,1 1 0 0 0,-1 1 1 0 0,1-1-1 0 0,-1 0 0 0 0,1 1 0 0 0,-1 0 0 0 0,6-2 1 0 0,-7 3 2 0 0,1 1-11 0 0,10 4 9 0 0,0-1 0 0 0,0 0 1 0 0,0-1-1 0 0,0-1 0 0 0,1 0 0 0 0,-1-1 1 0 0,1 0-1 0 0,-1-1 0 0 0,1-1 0 0 0,-1 0 0 0 0,1-1 1 0 0,-1 0-1 0 0,0-1 0 0 0,1-1 0 0 0,-2 0 1 0 0,1 0-1 0 0,0-2 0 0 0,-1 1 0 0 0,0-2 0 0 0,17-10 1 0 0,-14 4 3 0 0,-1 1 0 0 0,0-2 1 0 0,-1 0-1 0 0,0-1 1 0 0,-1 0-1 0 0,-1 0 1 0 0,0-2-1 0 0,-1 1 1 0 0,-1-1-1 0 0,0-1 0 0 0,-2 1 1 0 0,0-2-1 0 0,-1 1 1 0 0,0-1-1 0 0,-2 1 1 0 0,4-30-1 0 0,-8 47-10 0 0,1 1 0 0 0,-1-1 1 0 0,0 0-1 0 0,0 0 0 0 0,1 1 0 0 0,-1-1 0 0 0,0 0 1 0 0,0 0-1 0 0,0 1 0 0 0,0-1 0 0 0,0 0 0 0 0,0 0 1 0 0,0 1-1 0 0,0-1 0 0 0,0 0 0 0 0,0 0 0 0 0,0 0 1 0 0,0 1-1 0 0,-1-1 0 0 0,1 0 0 0 0,0 0 0 0 0,0 1 1 0 0,-1-1-1 0 0,1 0 0 0 0,-1 1 0 0 0,1-1 1 0 0,-1 0-1 0 0,1 1 0 0 0,-1-1 0 0 0,1 1 0 0 0,-1-1 1 0 0,1 1-1 0 0,-1-1 0 0 0,0 0 0 0 0,-2 2-1 0 0,0 1-1 0 0,0-1 0 0 0,0 1 1 0 0,1-1-1 0 0,-1 1 1 0 0,1 0-1 0 0,-1 0 0 0 0,1 0 1 0 0,0 0-1 0 0,-1 0 1 0 0,-1 4-1 0 0,-8 6 8 0 0,1 0-1 0 0,1 1 1 0 0,0 0 0 0 0,1 1 0 0 0,1 0-1 0 0,0 0 1 0 0,1 1 0 0 0,0 0 0 0 0,-9 31-1 0 0,13-34-1 0 0,1 0 0 0 0,0 0 0 0 0,1-1 0 0 0,0 1 0 0 0,0 0 0 0 0,2 0 0 0 0,-1 0 0 0 0,1 0 0 0 0,1 0-1 0 0,0 0 1 0 0,1-1 0 0 0,0 1 0 0 0,1-1 0 0 0,8 18 0 0 0,-8-21-101 0 0,1 0 0 0 0,-1-1 1 0 0,1 1-1 0 0,1-1 0 0 0,0 0 0 0 0,0-1 0 0 0,0 1 1 0 0,1-1-1 0 0,-1 0 0 0 0,1-1 0 0 0,1 0 1 0 0,-1 0-1 0 0,16 8 0 0 0,-10-8-281 0 0,0-1-1 0 0,0 0 1 0 0,1 0-1 0 0,-1-1 1 0 0,1-1 0 0 0,-1-1-1 0 0,1 1 1 0 0,19-2-1 0 0,-2-3-259 0 0,-1 0-1 0 0,0-2 1 0 0,0-2-1 0 0,0 0 1 0 0,-1-2-1 0 0,0-1 1 0 0,43-22-1 0 0,-47 21 598 0 0,-18 8 311 0 0,1-1 1 0 0,-1 1-1 0 0,0-1 1 0 0,0 0-1 0 0,-1 0 1 0 0,1-1-1 0 0,-1 0 1 0 0,8-8-1 0 0,-13 12 20 0 0,1-2 307 0 0,3-5 101 0 0,-5 8-673 0 0,0 0-1 0 0,0 0 0 0 0,0 1 0 0 0,0-1 0 0 0,0 0 1 0 0,0 0-1 0 0,0 0 0 0 0,0 0 0 0 0,0 0 0 0 0,0 0 1 0 0,-1 0-1 0 0,1 0 0 0 0,0 0 0 0 0,0 0 0 0 0,0 0 1 0 0,0 0-1 0 0,0 0 0 0 0,0 0 0 0 0,0 0 0 0 0,0 0 1 0 0,-1 0-1 0 0,1 0 0 0 0,0 0 0 0 0,0 0 0 0 0,0 0 1 0 0,0 0-1 0 0,0 0 0 0 0,0 0 0 0 0,0 0 0 0 0,0 0 1 0 0,0 0-1 0 0,-1 0 0 0 0,1 0 0 0 0,0-1 0 0 0,0 1 1 0 0,0 0-1 0 0,0 0 0 0 0,0 0 0 0 0,0 0 0 0 0,0 0 1 0 0,0 0-1 0 0,0 0 0 0 0,0 0 0 0 0,0 0 0 0 0,0 0 1 0 0,0-1-1 0 0,0 1 0 0 0,0 0 0 0 0,0 0 0 0 0,0 0 1 0 0,-1 0-1 0 0,1 0 0 0 0,0 0 0 0 0,0 0 0 0 0,0 0 1 0 0,0 0-1 0 0,0-1 0 0 0,1 1 0 0 0,-1 0 0 0 0,0 0 1 0 0,0 0-1 0 0,0 0 0 0 0,0 0 0 0 0,0 0 0 0 0,-12 3 232 0 0,0 1 0 0 0,1 0 0 0 0,-1 1 0 0 0,1 1 0 0 0,0-1 0 0 0,-18 15 0 0 0,27-19 176 0 0,20 2-346 0 0,9-2-25 0 0,-6-2-42 0 0,0 1 0 0 0,0 0 0 0 0,0 2 0 0 0,0 0 0 0 0,0 1 0 0 0,21 7-1 0 0,-8-3 0 0 0,56 5 0 0 0,-81-11-19 0 0,1-1 0 0 0,0-1 0 0 0,-1 1-1 0 0,1-2 1 0 0,-1 1 0 0 0,1-1 0 0 0,-1-1 0 0 0,0 1-1 0 0,0-2 1 0 0,12-5 0 0 0,-11 3 2 0 0,0 0 0 0 0,0-1-1 0 0,-1-1 1 0 0,-1 0 0 0 0,1 0 0 0 0,-1 0 0 0 0,0-1-1 0 0,-1 0 1 0 0,0-1 0 0 0,-1 1 0 0 0,0-1 0 0 0,7-17-1 0 0,2-7 61 0 0,-2-2-1 0 0,14-55 0 0 0,-23 72 181 0 0,-2 1 0 0 0,0-1 0 0 0,-1-37 0 0 0,-1 38 171 0 0,0 15 136 0 0,-2 4-537 0 0,0 0 0 0 0,1-1-1 0 0,-1 1 1 0 0,1 0 0 0 0,-1 0 0 0 0,1 0 0 0 0,-1 0 0 0 0,1 0 0 0 0,0 1 0 0 0,-1-1 0 0 0,1 0 0 0 0,0 1 0 0 0,0-1-1 0 0,0 1 1 0 0,0-1 0 0 0,0 1 0 0 0,-1 2 0 0 0,-16 33 213 0 0,17-33-191 0 0,-9 20 5 0 0,2 1-1 0 0,0 0 0 0 0,2 1 1 0 0,1-1-1 0 0,1 1 1 0 0,1 0-1 0 0,2 0 1 0 0,0 1-1 0 0,2-1 1 0 0,1 0-1 0 0,7 38 1 0 0,-5-25-2528 0 0,-7-16-2723 0 0</inkml:trace>
</inkml:ink>
</file>

<file path=ppt/ink/ink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3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37 100 0 0,'9'-5'565'0'0,"0"0"1"0"0,0 0-1 0 0,0 1 1 0 0,0 0-1 0 0,1 1 0 0 0,-1 0 1 0 0,1 1-1 0 0,0 0 1 0 0,0 0-1 0 0,0 1 0 0 0,16 0 1 0 0,42 9-714 0 0,-2 12-3411 0 0,-54-16 1769 0 0</inkml:trace>
</inkml:ink>
</file>

<file path=ppt/ink/ink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4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62 124 0 0,'2'5'369'0'0,"-1"0"1"0"0,1 0-1 0 0,-1 0 1 0 0,0 1-1 0 0,0-1 0 0 0,-1 0 1 0 0,1 0-1 0 0,-1 1 1 0 0,-1-1-1 0 0,1 0 0 0 0,-1 0 1 0 0,1 1-1 0 0,-2-1 1 0 0,1 0-1 0 0,0 0 0 0 0,-1 0 1 0 0,0 0-1 0 0,-4 7 1 0 0,5-11-58 0 0,-2 5 0 0 0,1-3 9 0 0,3-7 1623 0 0,4-5-1889 0 0,0 0 0 0 0,1 0-1 0 0,0 1 1 0 0,0 0 0 0 0,0 0 0 0 0,1 0-1 0 0,1 0 1 0 0,-1 1 0 0 0,1 1 0 0 0,15-11-1 0 0,-1 3 8 0 0,0 0 0 0 0,1 2 0 0 0,33-15 0 0 0,-53 26-54 0 0,0 0 1 0 0,0-1-1 0 0,0 1 1 0 0,0 0-1 0 0,1 1 1 0 0,-1-1-1 0 0,0 0 1 0 0,0 1-1 0 0,1 0 1 0 0,-1 0 0 0 0,0 0-1 0 0,1 0 1 0 0,-1 0-1 0 0,0 1 1 0 0,0-1-1 0 0,1 1 1 0 0,-1 0-1 0 0,0 0 1 0 0,0 0-1 0 0,0 1 1 0 0,0-1-1 0 0,0 1 1 0 0,0-1-1 0 0,0 1 1 0 0,-1 0 0 0 0,1 0-1 0 0,-1 0 1 0 0,1 1-1 0 0,-1-1 1 0 0,0 1-1 0 0,0-1 1 0 0,0 1-1 0 0,0-1 1 0 0,2 5-1 0 0,-2-3 9 0 0,0 0-1 0 0,0-1 0 0 0,-1 1 0 0 0,0 0 1 0 0,0 0-1 0 0,0-1 0 0 0,0 1 0 0 0,0 0 0 0 0,-1 0 1 0 0,1 0-1 0 0,-1 0 0 0 0,0 0 0 0 0,-1 0 1 0 0,1 0-1 0 0,-1 0 0 0 0,1 0 0 0 0,-1 0 0 0 0,-2 5 1 0 0,2-6-472 0 0,-1-1 0 0 0,1 1 0 0 0,-1 0 1 0 0,1-1-1 0 0,-1 1 0 0 0,0-1 0 0 0,0 1 1 0 0,-5 3-1 0 0</inkml:trace>
</inkml:ink>
</file>

<file path=ppt/ink/ink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4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76 324 0 0,'0'-6'979'0'0,"1"0"0"0"0,-1 0-1 0 0,1 0 1 0 0,0 0 0 0 0,1 0 0 0 0,-1 1 0 0 0,1-1 0 0 0,1 0-1 0 0,4-9 1 0 0,-7 14-484 0 0,3-6 322 0 0</inkml:trace>
</inkml:ink>
</file>

<file path=ppt/ink/ink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4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1 244 0 0,'2'28'2455'0'0,"-1"-11"-1951"0"0,0-1 1 0 0,2 1 0 0 0,0-1-1 0 0,1 0 1 0 0,1 0-1 0 0,0 0 1 0 0,1-1-1 0 0,1 1 1 0 0,0-1 0 0 0,10 14-1 0 0,2 1 12 0 0,1-1 1 0 0,2-1-1 0 0,42 43 0 0 0,-63-70-501 0 0,1 1 0 0 0,0 0 0 0 0,-1-1 0 0 0,1 0-1 0 0,0 1 1 0 0,0-1 0 0 0,0 0 0 0 0,0 0 0 0 0,0 0-1 0 0,0 0 1 0 0,0 0 0 0 0,1 0 0 0 0,-1-1 0 0 0,0 1-1 0 0,0-1 1 0 0,1 0 0 0 0,-1 1 0 0 0,0-1 0 0 0,1 0-1 0 0,-1 0 1 0 0,0-1 0 0 0,4 0 0 0 0,-2 0-23 0 0,1-1-1 0 0,-1 0 1 0 0,1 0 0 0 0,-1 0 0 0 0,0 0 0 0 0,0-1 0 0 0,0 0-1 0 0,0 0 1 0 0,0 0 0 0 0,4-5 0 0 0,6-7-53 0 0,-1-1 0 0 0,-1-1 0 0 0,21-36 1 0 0,-17 13 402 0 0,-16 39-26 0 0,-3 0-263 0 0,0 0-1 0 0,0 1 1 0 0,0 0 0 0 0,0-1 0 0 0,0 1 0 0 0,0 0 0 0 0,0 1 0 0 0,0-1 0 0 0,0 0 0 0 0,0 1-1 0 0,0 0 1 0 0,0 0 0 0 0,0 0 0 0 0,0 0 0 0 0,-5 3 0 0 0,-7 1 51 0 0,-61 25 121 0 0,-100 54-1 0 0,36-16-3376 0 0,74-36-341 0 0,14-7 267 0 0</inkml:trace>
</inkml:ink>
</file>

<file path=ppt/ink/ink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6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417 74 444 0 0,'-7'-15'1098'0'0,"5"10"-613"0"0,0-1 0 0 0,-1 1 0 0 0,0-1 1 0 0,0 1-1 0 0,-1 0 0 0 0,1 0 0 0 0,-7-6 0 0 0,8 10-397 0 0,1 0 0 0 0,-1 0 0 0 0,0-1 0 0 0,0 2 0 0 0,0-1 0 0 0,0 0 0 0 0,0 0 0 0 0,0 1 0 0 0,0-1 0 0 0,0 1 0 0 0,0-1 0 0 0,0 1 0 0 0,0 0 0 0 0,-1 0 0 0 0,1 0 0 0 0,0 0 0 0 0,0 0 0 0 0,0 0 0 0 0,0 1 0 0 0,0-1 0 0 0,0 1 0 0 0,0 0 0 0 0,0-1 0 0 0,0 1 0 0 0,0 0 0 0 0,-2 1 0 0 0,-14 8 201 0 0,0 0 0 0 0,1 1 1 0 0,0 1-1 0 0,1 0 0 0 0,0 1 1 0 0,2 1-1 0 0,-21 23 0 0 0,6-2 182 0 0,1 1-1 0 0,-29 53 0 0 0,48-73-377 0 0,0 0 0 0 0,2 0 0 0 0,0 1 0 0 0,1 0-1 0 0,1 0 1 0 0,0 1 0 0 0,2 0 0 0 0,0-1 0 0 0,1 1-1 0 0,0 0 1 0 0,1 0 0 0 0,2 1 0 0 0,0-1-1 0 0,0 0 1 0 0,2-1 0 0 0,0 1 0 0 0,11 32 0 0 0,-6-27-132 0 0,2 0 0 0 0,1 0 0 0 0,0-1 1 0 0,2-1-1 0 0,0 0 0 0 0,1-1 1 0 0,1 0-1 0 0,1-1 0 0 0,1-1 0 0 0,1 0 1 0 0,0-1-1 0 0,29 20 0 0 0,-37-31-396 0 0,-1 0 1 0 0,1-1-1 0 0,1 0 0 0 0,11 4 0 0 0,21 3-4509 0 0,-19-8 1811 0 0</inkml:trace>
</inkml:ink>
</file>

<file path=ppt/ink/ink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7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27 764 0 0,'4'-19'3498'0'0,"1"12"1615"0"0,5 101-3770 0 0,-4 1-1 0 0,-7 118 1 0 0,-1-203-1419 0 0,0 1-1 0 0,0 0 1 0 0,-1-1-1 0 0,-1 0 0 0 0,0 0 1 0 0,0 0-1 0 0,-1 0 1 0 0,0-1-1 0 0,0 1 1 0 0,-10 10-1 0 0,6-17-838 0 0</inkml:trace>
</inkml:ink>
</file>

<file path=ppt/ink/ink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7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1 131 652 0 0,'4'-6'270'0'0,"0"-1"1"0"0,1 1-1 0 0,0 0 1 0 0,0 1-1 0 0,0-1 1 0 0,1 1-1 0 0,0 0 1 0 0,0 0-1 0 0,0 1 0 0 0,1 0 1 0 0,-1 0-1 0 0,1 0 1 0 0,0 1-1 0 0,0 0 1 0 0,1 0-1 0 0,8-2 0 0 0,18-3 266 0 0,-1 0-1 0 0,45-3 0 0 0,-68 10-426 0 0,313-20 2104 0 0,-158 31-2581 0 0,-123-4-2206 0 0,73 20 1 0 0,-101-23 511 0 0</inkml:trace>
</inkml:ink>
</file>

<file path=ppt/ink/ink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7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89 88 0 0,'0'0'1872'0'0,"-4"18"748"0"0,-3 15-821 0 0,0 1 0 0 0,-2 65 0 0 0,0-6-554 0 0,-1-16-93 0 0,7-77-1185 0 0,3 1 27 0 0,0-1-1 0 0,0 0 0 0 0,-1 0 1 0 0,1 0-1 0 0,0 0 0 0 0,0 0 0 0 0,-1 1 1 0 0,1-1-1 0 0,0 0 0 0 0,-1 0 1 0 0,1 0-1 0 0,0 0 0 0 0,0 0 1 0 0,-1 0-1 0 0,1 0 0 0 0,0 0 1 0 0,-1 0-1 0 0,1 0 0 0 0,0 0 1 0 0,-1 0-1 0 0,1 0 0 0 0,0 0 0 0 0,0 0 1 0 0,-1-1-1 0 0,1 1 0 0 0,0 0 1 0 0,0 0-1 0 0,-1 0 0 0 0,1 0 1 0 0,0 0-1 0 0,0-1 0 0 0,-1 1 1 0 0,1 0-1 0 0,0 0 0 0 0,0 0 1 0 0,-1-1-1 0 0,1 1 0 0 0,0 0 1 0 0,0 0-1 0 0,0-1 0 0 0,0 1 0 0 0,-1-1 1 0 0,-6-26-292 0 0,0-1 0 0 0,2 0 1 0 0,0 0-1 0 0,2 0 0 0 0,2 0 0 0 0,0-1 1 0 0,2 1-1 0 0,6-42 0 0 0,-6 63 273 0 0,1 0 1 0 0,-1-1-1 0 0,2 1 0 0 0,-1 0 1 0 0,1 0-1 0 0,0 1 0 0 0,0-1 0 0 0,1 1 1 0 0,0-1-1 0 0,0 1 0 0 0,0 0 1 0 0,1 0-1 0 0,0 1 0 0 0,0 0 0 0 0,1 0 1 0 0,-1 0-1 0 0,1 0 0 0 0,0 1 1 0 0,0 0-1 0 0,1 0 0 0 0,-1 1 0 0 0,1-1 1 0 0,0 1-1 0 0,0 1 0 0 0,0-1 1 0 0,0 2-1 0 0,0-1 0 0 0,1 0 0 0 0,-1 1 1 0 0,0 1-1 0 0,1-1 0 0 0,-1 1 1 0 0,1 0-1 0 0,-1 1 0 0 0,0 0 0 0 0,1 0 1 0 0,-1 1-1 0 0,0 0 0 0 0,0 0 1 0 0,0 0-1 0 0,0 1 0 0 0,9 5 0 0 0,-3-1 10 0 0,-1 0-1 0 0,0 0 1 0 0,-1 1 0 0 0,0 1-1 0 0,0 0 1 0 0,0 1-1 0 0,-2 0 1 0 0,1 0-1 0 0,-1 1 1 0 0,-1 0-1 0 0,0 1 1 0 0,0 0-1 0 0,11 25 1 0 0,-15-28 13 0 0,-1 0 0 0 0,0 0 0 0 0,0 0 0 0 0,-1 1 0 0 0,0-1 0 0 0,-1 1 0 0 0,0-1 0 0 0,0 1 0 0 0,-1 0 0 0 0,0-1 0 0 0,-1 1 1 0 0,0 0-1 0 0,-1-1 0 0 0,0 1 0 0 0,0-1 0 0 0,-1 0 0 0 0,0 0 0 0 0,-1 0 0 0 0,0 0 0 0 0,0 0 0 0 0,-7 9 0 0 0,3-7 41 0 0,0-1-1 0 0,-1-1 1 0 0,0 0-1 0 0,0 0 1 0 0,-1-1-1 0 0,0 0 1 0 0,-1 0-1 0 0,0-1 1 0 0,0-1-1 0 0,0 0 1 0 0,-1 0-1 0 0,0-2 1 0 0,0 1-1 0 0,0-1 1 0 0,-25 4-1 0 0,-9 0 69 0 0,-1-3 0 0 0,-92 0 0 0 0,105-10-1179 0 0,13 0-2784 0 0</inkml:trace>
</inkml:ink>
</file>

<file path=ppt/ink/ink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8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54 252 0 0,'-3'-6'8736'0'0,"-30"145"-6574"0"0,1-24-812 0 0,29-96-502 0 0,10-24-462 0 0,19-44-304 0 0,-7 13 87 0 0,25-46 14 0 0,11-17-130 0 0,-54 98-69 0 0,1 4-27 0 0,3 4 45 0 0,0 0 1 0 0,0 1-1 0 0,-1-1 1 0 0,6 15-1 0 0,-8-16 1 0 0,0 1-1 0 0,1-1 1 0 0,1 0-1 0 0,-1 0 1 0 0,1 0-1 0 0,0 0 0 0 0,0-1 1 0 0,0 1-1 0 0,1-1 1 0 0,0 0-1 0 0,7 5 1 0 0,-8-7-3 0 0,-1-1-1 0 0,1 1 1 0 0,0-1 0 0 0,0 0-1 0 0,0 0 1 0 0,1-1 0 0 0,-1 1 0 0 0,0-1-1 0 0,1 0 1 0 0,-1 0 0 0 0,1-1-1 0 0,-1 1 1 0 0,1-1 0 0 0,-1 0 0 0 0,1 0-1 0 0,-1 0 1 0 0,1-1 0 0 0,-1 0-1 0 0,0 1 1 0 0,1-2 0 0 0,-1 1-1 0 0,0 0 1 0 0,1-1 0 0 0,-1 0 0 0 0,0 0-1 0 0,0 0 1 0 0,0 0 0 0 0,-1-1-1 0 0,5-3 1 0 0,9-9-2 0 0,0 0 0 0 0,0-2-1 0 0,-2 0 1 0 0,22-31 0 0 0,0 2 2 0 0,-21 32-12 0 0,-15 14 12 0 0,-1 0-1 0 0,0 0 0 0 0,0 0 0 0 0,0 0 1 0 0,1 0-1 0 0,-1 0 0 0 0,0 0 1 0 0,0 0-1 0 0,0 0 0 0 0,0 0 0 0 0,1 0 1 0 0,-1 0-1 0 0,0 0 0 0 0,0 0 0 0 0,0 0 1 0 0,1 0-1 0 0,-1 0 0 0 0,0 0 0 0 0,0 0 1 0 0,0 0-1 0 0,1 0 0 0 0,-1 0 1 0 0,0 0-1 0 0,0 0 0 0 0,0 1 0 0 0,0-1 1 0 0,1 0-1 0 0,-1 0 0 0 0,0 0 0 0 0,0 0 1 0 0,0 0-1 0 0,0 1 0 0 0,0-1 0 0 0,0 0 1 0 0,0 0-1 0 0,1 0 0 0 0,-1 0 0 0 0,0 1 1 0 0,0-1-1 0 0,0 0 0 0 0,0 0 1 0 0,0 0-1 0 0,0 1 0 0 0,0-1 0 0 0,-3 33-34 0 0,3-32 36 0 0,-60 264 127 0 0,54-240-532 0 0,0 0-1 0 0,-18 42 1 0 0,-13 4-6381 0 0,21-50 3278 0 0</inkml:trace>
</inkml:ink>
</file>

<file path=ppt/ink/ink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49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792 5 824 0 0,'4'-1'224'0'0,"0"0"-1"0"0,0 0 1 0 0,0 0-1 0 0,0 1 1 0 0,0 0 0 0 0,0-1-1 0 0,0 1 1 0 0,0 1-1 0 0,0-1 1 0 0,0 1-1 0 0,0-1 1 0 0,0 1 0 0 0,-1 0-1 0 0,1 1 1 0 0,0-1-1 0 0,0 1 1 0 0,-1-1 0 0 0,1 1-1 0 0,-1 0 1 0 0,1 0-1 0 0,-1 1 1 0 0,0-1-1 0 0,5 5 1 0 0,9 8 416 0 0,0 0-1 0 0,25 32 1 0 0,-40-45-549 0 0,10 13 161 0 0,0 1-1 0 0,-1 1 1 0 0,0 0-1 0 0,-2 0 1 0 0,0 1-1 0 0,-1 0 1 0 0,0 0-1 0 0,-2 1 1 0 0,0 0-1 0 0,-1 0 1 0 0,-1 0-1 0 0,2 40 1 0 0,-5-32-66 0 0,-1 0 0 0 0,-2 0 1 0 0,-1 0-1 0 0,-1 0 0 0 0,-1 0 0 0 0,-2 0 0 0 0,0-1 1 0 0,-22 48-1 0 0,13-42-35 0 0,-1-1 0 0 0,-2-1 0 0 0,-1 0 0 0 0,-1-2-1 0 0,-2 0 1 0 0,0-2 0 0 0,-2 0 0 0 0,-1-2 0 0 0,-1-1 0 0 0,-1-1 0 0 0,-52 31 0 0 0,15-15-405 0 0,-3-4 1 0 0,0-2-1 0 0,-2-4 0 0 0,-105 28 1 0 0,123-41-3441 0 0,-83 12 0 0 0,77-20 149 0 0</inkml:trace>
</inkml:ink>
</file>

<file path=ppt/ink/ink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1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27 860 0 0,'-28'-26'6893'0'0,"27"25"-6814"0"0,0 1-1 0 0,0 0 1 0 0,0 0-1 0 0,0 0 0 0 0,1 0 1 0 0,-1 0-1 0 0,0 0 1 0 0,0 1-1 0 0,0-1 0 0 0,1 0 1 0 0,-1 0-1 0 0,0 0 1 0 0,0 1-1 0 0,1-1 0 0 0,-1 1 1 0 0,0-1-1 0 0,0 0 1 0 0,1 1-1 0 0,-1-1 0 0 0,1 1 1 0 0,-1-1-1 0 0,0 1 1 0 0,1 0-1 0 0,-1-1 0 0 0,0 2 1 0 0,-15 27 1038 0 0,-4 40-132 0 0,18-59-754 0 0,-27 162 1251 0 0,6-31-675 0 0,20-128-819 0 0,-3 15-139 0 0,1-1 0 0 0,-2 39 0 0 0,7-64-417 0 0,-1 7-564 0 0</inkml:trace>
</inkml:ink>
</file>

<file path=ppt/ink/ink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1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56 335 8013 0 0,'-6'-4'66'0'0,"1"0"0"0"0,0 0-1 0 0,1-1 1 0 0,-1 0 0 0 0,1 0 0 0 0,0 0 0 0 0,0 0 0 0 0,0-1 0 0 0,1 0 0 0 0,0 0 0 0 0,0 0 0 0 0,-2-7-1 0 0,5 12-57 0 0,0-1-1 0 0,1 0 0 0 0,-1 1 1 0 0,0-1-1 0 0,1 1 0 0 0,0-1 0 0 0,-1 1 1 0 0,1 0-1 0 0,0-1 0 0 0,0 1 1 0 0,0 0-1 0 0,0-1 0 0 0,0 1 0 0 0,0 0 1 0 0,0 0-1 0 0,0 0 0 0 0,0 0 1 0 0,0 0-1 0 0,1 0 0 0 0,-1 0 0 0 0,2-1 1 0 0,30-15 98 0 0,-32 16-98 0 0,49-20 175 0 0,1 2 0 0 0,100-23 0 0 0,113-4 168 0 0,-77 16-147 0 0,-62 8-44 0 0,1 5-1 0 0,150 1 1 0 0,-268 16-413 0 0,0 0 1 0 0,0 1-1 0 0,0 0 0 0 0,0 0 1 0 0,0 1-1 0 0,0 0 0 0 0,0 0 0 0 0,8 5 1 0 0,-11 7-3931 0 0</inkml:trace>
</inkml:ink>
</file>

<file path=ppt/ink/ink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1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1 149 324 0 0,'30'6'2636'0'0,"-18"-6"-2303"0"0,0 0 0 0 0,-1-1 1 0 0,1-1-1 0 0,0 0 0 0 0,-1-1 0 0 0,1 0 0 0 0,-1-1 0 0 0,0 0 0 0 0,0-1 0 0 0,0 0 1 0 0,-1 0-1 0 0,0-1 0 0 0,0-1 0 0 0,0 0 0 0 0,12-12 0 0 0,-20 18-296 0 0,-1 0 1 0 0,0 0-1 0 0,1 0 0 0 0,-1 0 1 0 0,0 0-1 0 0,0-1 0 0 0,0 1 1 0 0,0 0-1 0 0,0-1 0 0 0,-1 1 0 0 0,1-1 1 0 0,0 1-1 0 0,-1-1 0 0 0,1 1 1 0 0,-1-1-1 0 0,1 1 0 0 0,-1-1 1 0 0,0 0-1 0 0,0 1 0 0 0,1-1 1 0 0,-1 0-1 0 0,0 1 0 0 0,-1-1 0 0 0,1 0 1 0 0,0 1-1 0 0,0-1 0 0 0,-1 1 1 0 0,1-1-1 0 0,-1 0 0 0 0,1 1 1 0 0,-1-1-1 0 0,0 1 0 0 0,1-1 1 0 0,-1 1-1 0 0,0 0 0 0 0,0-1 1 0 0,0 1-1 0 0,0 0 0 0 0,-1 0 0 0 0,1-1 1 0 0,0 1-1 0 0,-3-1 0 0 0,0-1 31 0 0,-1 0 0 0 0,1 1-1 0 0,-1 0 1 0 0,0 0-1 0 0,0 0 1 0 0,0 1-1 0 0,0-1 1 0 0,0 1 0 0 0,0 0-1 0 0,0 1 1 0 0,-1-1-1 0 0,-5 1 1 0 0,6 0 3 0 0,0 1 0 0 0,-1 0 0 0 0,1 0-1 0 0,0 0 1 0 0,0 0 0 0 0,-1 1 0 0 0,1 0 0 0 0,0 0 0 0 0,1 0 0 0 0,-1 1 0 0 0,0-1-1 0 0,1 1 1 0 0,-1 0 0 0 0,1 1 0 0 0,0-1 0 0 0,-6 8 0 0 0,8-9-50 0 0,1 0 0 0 0,-1 0 0 0 0,1 0 1 0 0,0 1-1 0 0,0-1 0 0 0,0 1 0 0 0,0-1 1 0 0,0 1-1 0 0,1-1 0 0 0,-1 1 0 0 0,1-1 0 0 0,0 1 1 0 0,-1-1-1 0 0,1 1 0 0 0,0-1 0 0 0,1 1 0 0 0,-1 0 1 0 0,0-1-1 0 0,1 1 0 0 0,-1-1 0 0 0,1 1 0 0 0,0-1 1 0 0,0 0-1 0 0,0 1 0 0 0,0-1 0 0 0,0 0 0 0 0,1 1 1 0 0,-1-1-1 0 0,1 0 0 0 0,-1 0 0 0 0,1 0 0 0 0,0 0 1 0 0,0-1-1 0 0,0 1 0 0 0,0 0 0 0 0,2 1 0 0 0,9 8 25 0 0,1-1-1 0 0,0-1 1 0 0,1 0-1 0 0,0 0 0 0 0,0-2 1 0 0,0 0-1 0 0,22 7 0 0 0,1-3-536 0 0,0-2-1 0 0,42 6 0 0 0,-73-14 110 0 0,-1-1-1 0 0,1 0 1 0 0,0 0-1 0 0,0 0 1 0 0,9-2-1 0 0,17-8-4681 0 0,-24 5 2649 0 0</inkml:trace>
</inkml:ink>
</file>

<file path=ppt/ink/ink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2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90 492 0 0,'3'-3'173'0'0,"-1"0"-1"0"0,1 1 1 0 0,0-1 0 0 0,0 1-1 0 0,0 0 1 0 0,1 0 0 0 0,-1 0-1 0 0,0 0 1 0 0,1 1-1 0 0,-1-1 1 0 0,1 1 0 0 0,0 0-1 0 0,-1 0 1 0 0,1 0 0 0 0,0 1-1 0 0,0-1 1 0 0,-1 1 0 0 0,1 0-1 0 0,0 0 1 0 0,0 0 0 0 0,0 0-1 0 0,-1 1 1 0 0,1 0-1 0 0,0 0 1 0 0,0 0 0 0 0,-1 0-1 0 0,1 0 1 0 0,-1 1 0 0 0,1-1-1 0 0,-1 1 1 0 0,0 0 0 0 0,1 0-1 0 0,3 4 1 0 0,-2-2-62 0 0,1-1-1 0 0,-1 1 1 0 0,0 1 0 0 0,-1-1 0 0 0,1 1 0 0 0,-1 0-1 0 0,0 0 1 0 0,0 0 0 0 0,-1 1 0 0 0,1-1 0 0 0,-1 1-1 0 0,0 0 1 0 0,-1 0 0 0 0,1 0 0 0 0,-1 0 0 0 0,0 0-1 0 0,-1 0 1 0 0,0 1 0 0 0,0-1 0 0 0,0 1 0 0 0,-1-1-1 0 0,0 1 1 0 0,0-1 0 0 0,0 1 0 0 0,-1-1-1 0 0,0 1 1 0 0,0-1 0 0 0,-4 11 0 0 0,5-16 1170 0 0,-1-7-1132 0 0,2-4-76 0 0,0 0-1 0 0,1-1 1 0 0,0 1 0 0 0,0 0 0 0 0,1 1-1 0 0,1-1 1 0 0,-1 0 0 0 0,2 1-1 0 0,-1 0 1 0 0,1 0 0 0 0,1 0-1 0 0,-1 0 1 0 0,9-7 0 0 0,-3 1-511 0 0,1 1 1 0 0,23-20-1 0 0,-25 25-1136 0 0,1 1 0 0 0,0 0 0 0 0,22-11 0 0 0,-24 15-912 0 0</inkml:trace>
</inkml:ink>
</file>

<file path=ppt/ink/ink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2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 20 0 0,'8'26'3212'0'0,"-5"18"-1290"0"0,-3-43-1854 0 0,0 1-1 0 0,0 0 0 0 0,-1 0 0 0 0,1-1 0 0 0,0 1 0 0 0,-1 0 0 0 0,0-1 1 0 0,1 1-1 0 0,-1 0 0 0 0,0-1 0 0 0,0 1 0 0 0,0-1 0 0 0,0 1 0 0 0,0-1 0 0 0,0 0 1 0 0,-1 1-1 0 0,1-1 0 0 0,0 0 0 0 0,-1 0 0 0 0,1 0 0 0 0,-1 0 0 0 0,-1 2 1 0 0,1-3 138 0 0,1 1 43 0 0,1-1-235 0 0,0 0 0 0 0,0 0-1 0 0,0 0 1 0 0,-1 0-1 0 0,1 1 1 0 0,0-1 0 0 0,0 0-1 0 0,0 0 1 0 0,0 0 0 0 0,0 0-1 0 0,0 0 1 0 0,-1 0-1 0 0,1 0 1 0 0,0 1 0 0 0,0-1-1 0 0,0 0 1 0 0,0 0-1 0 0,-1 0 1 0 0,1 0 0 0 0,0 0-1 0 0,0 0 1 0 0,0 0 0 0 0,0 0-1 0 0,-1 0 1 0 0,1 0-1 0 0,0 0 1 0 0,0 0 0 0 0,0 0-1 0 0,0 0 1 0 0,-1 0-1 0 0,1 0 1 0 0,0 0 0 0 0,0 0-1 0 0,0-1 1 0 0,0 1 0 0 0,-1 0-1 0 0,1 0 1 0 0,0 0-1 0 0,0 0 1 0 0,0 0 0 0 0,0 0-1 0 0,0 0 1 0 0,-1 0 0 0 0,1-1-1 0 0,0 1 1 0 0,0 0-1 0 0,0 0 1 0 0,0 0 0 0 0,0 0-1 0 0,0 0 1 0 0,0-1-1 0 0,0 1 1 0 0,0 0 0 0 0,0 0-1 0 0,0 0 1 0 0,-1 0 0 0 0,1-1-1 0 0,0 1 1 0 0,0 0-1 0 0,1-4 7 0 0,0 1-1 0 0,-1 0 0 0 0,1-1 0 0 0,0 1 1 0 0,1 0-1 0 0,-1 0 0 0 0,0 0 1 0 0,1 0-1 0 0,0 0 0 0 0,0 0 0 0 0,0 0 1 0 0,0 1-1 0 0,0-1 0 0 0,0 1 0 0 0,1-1 1 0 0,4-3-1 0 0,3-1 26 0 0,0 1 0 0 0,0 0-1 0 0,19-8 1 0 0,-24 13-40 0 0,-2 1-1 0 0,0 0-1 0 0,0 0 0 0 0,-1 1 0 0 0,1-1 0 0 0,0 1 0 0 0,0-1 0 0 0,-1 1 0 0 0,1 0 1 0 0,-1 0-1 0 0,1 0 0 0 0,0 1 0 0 0,-1-1 0 0 0,0 1 0 0 0,1-1 0 0 0,-1 1 0 0 0,0 0 1 0 0,0 0-1 0 0,0 0 0 0 0,0 0 0 0 0,0 0 0 0 0,-1 0 0 0 0,1 1 0 0 0,0-1 0 0 0,-1 0 1 0 0,0 1-1 0 0,0-1 0 0 0,0 1 0 0 0,0 0 0 0 0,0-1 0 0 0,0 1 0 0 0,0 0 0 0 0,-1 0 1 0 0,0-1-1 0 0,1 5 0 0 0,-1-6-1 0 0,0 1 8 0 0,11 2 55 0 0,50-22 74 0 0,-52 14-64 0 0,0 0 1 0 0,0 1-1 0 0,0 0 1 0 0,0 1-1 0 0,1 0 1 0 0,-1 0-1 0 0,0 1 1 0 0,1 0-1 0 0,0 1 1 0 0,-1 0-1 0 0,1 0 1 0 0,-1 1-1 0 0,10 2 1 0 0,-16-1-71 0 0,0-1 1 0 0,-1 0 0 0 0,1 1 0 0 0,0 0-1 0 0,-1-1 1 0 0,0 1 0 0 0,1 0 0 0 0,-1 0-1 0 0,0 1 1 0 0,0-1 0 0 0,0 0 0 0 0,0 1 0 0 0,0-1-1 0 0,-1 1 1 0 0,1 0 0 0 0,-1-1 0 0 0,0 1-1 0 0,1 3 1 0 0,4 6-1182 0 0,-5 1-5671 0 0</inkml:trace>
</inkml:ink>
</file>

<file path=ppt/ink/ink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3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51 392 0 0,'0'0'1099'0'0,"-4"-1"-28"0"0,-14-6 5146 0 0,23 4-5741 0 0,13-4-132 0 0,1 0-1 0 0,0 1 1 0 0,0 0 0 0 0,1 2-1 0 0,-1 0 1 0 0,1 2 0 0 0,0 0-1 0 0,34 1 1 0 0,-35 2-2771 0 0,0 0 0 0 0,31 7 1 0 0</inkml:trace>
</inkml:ink>
</file>

<file path=ppt/ink/ink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3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24 1144 0 0,'0'-1'307'0'0,"0"0"0"0"0,0 0 0 0 0,0 0-1 0 0,0 0 1 0 0,0 0 0 0 0,0 0 0 0 0,1 0 0 0 0,-1 0-1 0 0,0 0 1 0 0,1 0 0 0 0,-1 0 0 0 0,1 0 0 0 0,-1 0-1 0 0,1 0 1 0 0,-1 0 0 0 0,1 0 0 0 0,-1 1 0 0 0,1-1 0 0 0,0 0-1 0 0,-1 0 1 0 0,1 1 0 0 0,0-1 0 0 0,0 0 0 0 0,0 1-1 0 0,1-2 1 0 0,5 27 1545 0 0,-4 53-1341 0 0,-4-52-259 0 0,0 0 1 0 0,-2 0 0 0 0,-1-1-1 0 0,-1 1 1 0 0,-1-1 0 0 0,-1 0-1 0 0,-15 33 1 0 0,12-36-1064 0 0,-1-1-1 0 0,-19 27 1 0 0,21-43-1388 0 0</inkml:trace>
</inkml:ink>
</file>

<file path=ppt/ink/ink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4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1 126 120 0 0,'0'0'1001'0'0,"1"-3"-75"0"0,3-2-654 0 0,-1 1 1 0 0,1 0-1 0 0,0 0 0 0 0,0 0 1 0 0,1 0-1 0 0,-1 1 0 0 0,1-1 1 0 0,-1 1-1 0 0,1 0 0 0 0,0 1 1 0 0,0-1-1 0 0,0 1 0 0 0,10-3 1 0 0,82-21 1412 0 0,-72 21-1349 0 0,39-9 269 0 0,0 3-1 0 0,0 3 0 0 0,121 0 0 0 0,-133 10-3571 0 0,57 11 0 0 0,-93-10 511 0 0</inkml:trace>
</inkml:ink>
</file>

<file path=ppt/ink/ink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4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1 133 584 0 0,'29'4'3280'0'0,"-11"-5"-2428"0"0,17-1 810 0 0,59-11 0 0 0,-85 11-1489 0 0,0 0 1 0 0,0-1-1 0 0,-1 0 1 0 0,1 0-1 0 0,-1-1 1 0 0,0 0-1 0 0,0 0 1 0 0,0-1-1 0 0,0 0 1 0 0,-1 0 0 0 0,0-1-1 0 0,7-6 1 0 0,-13 11-151 0 0,0 0 0 0 0,0 0 0 0 0,0 1 1 0 0,0-1-1 0 0,0 0 0 0 0,0 0 0 0 0,0 0 1 0 0,-1 0-1 0 0,1 0 0 0 0,0-1 1 0 0,-1 1-1 0 0,1 0 0 0 0,-1 0 0 0 0,1 0 1 0 0,-1 0-1 0 0,0-1 0 0 0,0 1 0 0 0,1 0 1 0 0,-1 0-1 0 0,0-1 0 0 0,0 1 1 0 0,0 0-1 0 0,0 0 0 0 0,0-1 0 0 0,0 1 1 0 0,-1 0-1 0 0,1 0 0 0 0,0-1 0 0 0,-1 1 1 0 0,1 0-1 0 0,-1 0 0 0 0,1 0 0 0 0,-1 0 1 0 0,1-1-1 0 0,-1 1 0 0 0,0 0 1 0 0,0 0-1 0 0,1 0 0 0 0,-1 0 0 0 0,0 1 1 0 0,0-1-1 0 0,0 0 0 0 0,0 0 0 0 0,0 0 1 0 0,0 1-1 0 0,0-1 0 0 0,-1 1 0 0 0,1-1 1 0 0,0 1-1 0 0,0-1 0 0 0,-2 1 1 0 0,-2-2 39 0 0,0 0 0 0 0,0 0 0 0 0,0 1 0 0 0,0 0 0 0 0,0 0 0 0 0,0 0 0 0 0,0 1 0 0 0,-1-1 0 0 0,1 1 0 0 0,-7 1 0 0 0,10 0-35 0 0,-1-1 0 0 0,0 1 0 0 0,0 0-1 0 0,0-1 1 0 0,1 1 0 0 0,-1 0 0 0 0,1 1 0 0 0,-1-1 0 0 0,0 0-1 0 0,1 1 1 0 0,0 0 0 0 0,-1-1 0 0 0,1 1 0 0 0,0 0 0 0 0,0 0-1 0 0,0 0 1 0 0,0 0 0 0 0,1 1 0 0 0,-1-1 0 0 0,-1 3 0 0 0,2-2-8 0 0,0-1 1 0 0,1 1-1 0 0,0-1 1 0 0,-1 1-1 0 0,1 0 1 0 0,0-1-1 0 0,0 1 1 0 0,0 0-1 0 0,1-1 1 0 0,-1 1-1 0 0,0-1 1 0 0,1 1-1 0 0,0-1 1 0 0,0 1 0 0 0,0-1-1 0 0,0 1 1 0 0,2 3-1 0 0,1 1-49 0 0,1 0-1 0 0,0 0 1 0 0,0 0 0 0 0,1 0-1 0 0,-1-1 1 0 0,2 0-1 0 0,-1 0 1 0 0,1-1 0 0 0,-1 0-1 0 0,1 0 1 0 0,15 7 0 0 0,35 8-1951 0 0,-17-14-4065 0 0,-29-6 3357 0 0</inkml:trace>
</inkml:ink>
</file>

<file path=ppt/ink/ink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4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69 316 0 0,'5'-6'1398'0'0,"0"8"2595"0"0,-1 2-3716 0 0,1 2 0 0 0,-1-1 0 0 0,-1 0 0 0 0,1 1 1 0 0,-1 0-1 0 0,0 0 0 0 0,0 0 0 0 0,-1 0 0 0 0,0 0 1 0 0,0 0-1 0 0,0 1 0 0 0,1 10 0 0 0,-3-14 202 0 0,113-98 2355 0 0,-104 88-2904 0 0,0 0-1 0 0,0 1 1 0 0,0 0 0 0 0,18-8-1 0 0,18-5-6951 0 0</inkml:trace>
</inkml:ink>
</file>

<file path=ppt/ink/ink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5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8 296 0 0,'0'0'862'0'0,"0"-1"-695"0"0,1 1 0 0 0,-1-1 0 0 0,0 1 0 0 0,1 0-1 0 0,-1-1 1 0 0,0 1 0 0 0,1-1 0 0 0,-1 1 0 0 0,1-1 0 0 0,-1 1 0 0 0,0 0-1 0 0,1-1 1 0 0,-1 1 0 0 0,1 0 0 0 0,-1 0 0 0 0,1-1 0 0 0,-1 1 0 0 0,1 0-1 0 0,-1 0 1 0 0,1 0 0 0 0,-1 0 0 0 0,2-1 0 0 0,2 3-23 0 0,0-1 0 0 0,0 1 0 0 0,0 0 1 0 0,0 1-1 0 0,-1-1 0 0 0,1 0 0 0 0,-1 1 0 0 0,1 0 1 0 0,-1 0-1 0 0,0 0 0 0 0,0 0 0 0 0,-1 0 1 0 0,1 1-1 0 0,0-1 0 0 0,-1 1 0 0 0,2 4 0 0 0,0-1-7 0 0,0-1 0 0 0,-1 1 0 0 0,0-1 0 0 0,-1 1-1 0 0,1 0 1 0 0,-1 0 0 0 0,0 0 0 0 0,-1 1 0 0 0,1 7-1 0 0,-2-13-52 0 0,0-2-55 0 0,0 1-1 0 0,0-1 1 0 0,0 0 0 0 0,-1 0-1 0 0,1 0 1 0 0,0 1 0 0 0,0-1 0 0 0,0 0-1 0 0,0 0 1 0 0,0 0 0 0 0,0 1 0 0 0,0-1-1 0 0,0 0 1 0 0,0 0 0 0 0,0 1-1 0 0,0-1 1 0 0,0 0 0 0 0,0 0 0 0 0,0 1-1 0 0,0-1 1 0 0,0 0 0 0 0,0 0 0 0 0,0 0-1 0 0,0 1 1 0 0,0-1 0 0 0,1 0 0 0 0,-1 0-1 0 0,0 0 1 0 0,0 1 0 0 0,0-1-1 0 0,0 0 1 0 0,0 0 0 0 0,0 0 0 0 0,1 0-1 0 0,-1 1 1 0 0,0-1 0 0 0,0 0 0 0 0,0 0-1 0 0,1 0 1 0 0,-1 0 0 0 0,0 0-1 0 0,0 0 1 0 0,1 0 0 0 0,9-14 45 0 0,1-1 0 0 0,1 1 0 0 0,0 1 0 0 0,0 0 0 0 0,22-16 0 0 0,-33 28-65 0 0,0 0-1 0 0,0 1 1 0 0,0-1 0 0 0,-1 0 0 0 0,1 1 0 0 0,0-1-1 0 0,0 1 1 0 0,1 0 0 0 0,-1-1 0 0 0,0 1-1 0 0,0 0 1 0 0,0 0 0 0 0,0-1 0 0 0,0 1-1 0 0,0 0 1 0 0,0 0 0 0 0,0 0 0 0 0,0 0-1 0 0,1 1 1 0 0,-1-1 0 0 0,0 0 0 0 0,0 0-1 0 0,0 1 1 0 0,0-1 0 0 0,0 0 0 0 0,0 1-1 0 0,0-1 1 0 0,1 2 0 0 0,27 25 56 0 0,-27-24-36 0 0,0 0-1 0 0,0 0 1 0 0,0-1-1 0 0,1 1 1 0 0,-1-1 0 0 0,1 1-1 0 0,0-1 1 0 0,0 0-1 0 0,0 0 1 0 0,0 0 0 0 0,0-1-1 0 0,0 1 1 0 0,0-1-1 0 0,5 2 1 0 0,7-3 186 0 0,0-1 0 0 0,0 0 1 0 0,0-1-1 0 0,17-5 0 0 0,37-2 475 0 0,-29 13-1171 0 0,-11-1-6623 0 0</inkml:trace>
</inkml:ink>
</file>

<file path=ppt/ink/ink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7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41 218 796 0 0,'0'0'7484'0'0,"-2"6"-7029"0"0,-8 26 505 0 0,2 1 0 0 0,-7 60 0 0 0,10-51 1154 0 0,9-48-1982 0 0,156-222 750 0 0,-160 227-876 0 0,0 2-6 0 0,0-1 0 0 0,1 1 0 0 0,-1-1-1 0 0,0 1 1 0 0,0-1 0 0 0,0 1 0 0 0,0-1 0 0 0,0 1 0 0 0,1-1 0 0 0,-1 0 0 0 0,0 1 0 0 0,0-1 0 0 0,1 1-1 0 0,-1-1 1 0 0,0 0 0 0 0,0 1 0 0 0,1-1 0 0 0,-1 0 0 0 0,1 1 0 0 0,-1-1 0 0 0,0 0 0 0 0,1 1-1 0 0,-1-1 1 0 0,1 0 0 0 0,-1 0 0 0 0,0 0 0 0 0,1 1 0 0 0,-1-1 0 0 0,1 0 0 0 0,-1 0 0 0 0,1 0 0 0 0,-1 0-1 0 0,1 0 1 0 0,-1 0 0 0 0,1 0 0 0 0,-1 0 0 0 0,1 0 0 0 0,-1 0 0 0 0,1 0 0 0 0,-1 0 0 0 0,1 0 0 0 0,-1 0-1 0 0,0-1 1 0 0,1 1 0 0 0,-1 0 0 0 0,1 0 0 0 0,-1-1 0 0 0,1 1 0 0 0,-1 0 0 0 0,0 0 0 0 0,1-1 0 0 0,-1 1-1 0 0,0 0 1 0 0,1-1 0 0 0,-1 1 0 0 0,0 0 0 0 0,1-1 0 0 0,-1 1 0 0 0,0-1 0 0 0,0 1 0 0 0,1-1-1 0 0,-1 1 1 0 0,0 0 0 0 0,0-1 0 0 0,0 1 0 0 0,0-2 0 0 0,10 46 8 0 0,-10-35 1 0 0,2-1 0 0 0,0 1 0 0 0,0-1-1 0 0,0 0 1 0 0,1 0 0 0 0,0 0 0 0 0,7 12 0 0 0,-9-19-7 0 0,0 1 1 0 0,0-1-1 0 0,0 0 0 0 0,1 0 1 0 0,-1 0-1 0 0,0 0 1 0 0,1 0-1 0 0,-1-1 0 0 0,1 1 1 0 0,-1 0-1 0 0,1-1 1 0 0,-1 1-1 0 0,1-1 1 0 0,-1 1-1 0 0,1-1 0 0 0,-1 0 1 0 0,1 0-1 0 0,0 1 1 0 0,-1-1-1 0 0,1 0 0 0 0,0-1 1 0 0,-1 1-1 0 0,1 0 1 0 0,-1 0-1 0 0,1-1 1 0 0,-1 1-1 0 0,1-1 0 0 0,0 1 1 0 0,-1-1-1 0 0,0 0 1 0 0,1 1-1 0 0,1-3 0 0 0,47-27 47 0 0,-32 15-44 0 0,-2-2 0 0 0,0 0 0 0 0,-1-1 0 0 0,0-1 0 0 0,-2 0 0 0 0,21-39 0 0 0,-22 37 14 0 0,-2-2-24 0 0,-24 33 0 0 0,-24 34 1 0 0,32-34 4 0 0,1 0 0 0 0,0 0 0 0 0,1 0 0 0 0,0 0 0 0 0,0 1 0 0 0,1 0 0 0 0,0-1 0 0 0,1 1 0 0 0,1 0 1 0 0,0 0-1 0 0,0 0 0 0 0,2 19 0 0 0,0-21 0 0 0,0 0 1 0 0,1-1-1 0 0,1 1 1 0 0,-1-1-1 0 0,1 0 0 0 0,1 0 1 0 0,-1 0-1 0 0,1 0 1 0 0,1 0-1 0 0,-1-1 1 0 0,1 0-1 0 0,1 0 1 0 0,-1 0-1 0 0,1 0 0 0 0,1-1 1 0 0,8 7-1 0 0,-4-5-85 0 0,1 0 0 0 0,0-1-1 0 0,1 0 1 0 0,0-1-1 0 0,-1-1 1 0 0,2 0 0 0 0,-1-1-1 0 0,1 0 1 0 0,-1-1-1 0 0,1 0 1 0 0,0-1 0 0 0,0-1-1 0 0,0 0 1 0 0,25-2-1 0 0,-22-1-6 0 0,1 0-1 0 0,-1 0 1 0 0,0-2-1 0 0,0 0 1 0 0,0-1-1 0 0,-1 0 1 0 0,0-2-1 0 0,0 0 0 0 0,0 0 1 0 0,-1-2-1 0 0,22-15 1 0 0,8-21 837 0 0,-44 44-629 0 0,-1 1-104 0 0,0-1-1 0 0,0 1 0 0 0,0 0 0 0 0,0 0 1 0 0,-1 0-1 0 0,1 0 0 0 0,0 0 1 0 0,0 0-1 0 0,0 0 0 0 0,0 0 1 0 0,0 0-1 0 0,0 0 0 0 0,0 0 1 0 0,-1 0-1 0 0,1-1 0 0 0,0 1 1 0 0,0 0-1 0 0,0 0 0 0 0,0 0 0 0 0,0 0 1 0 0,0 0-1 0 0,0 0 0 0 0,0 0 1 0 0,0-1-1 0 0,0 1 0 0 0,0 0 1 0 0,0 0-1 0 0,0 0 0 0 0,0 0 1 0 0,0 0-1 0 0,0-1 0 0 0,0 1 1 0 0,0 0-1 0 0,0 0 0 0 0,0 0 0 0 0,0 0 1 0 0,0 0-1 0 0,0 0 0 0 0,0-1 1 0 0,0 1-1 0 0,0 0 0 0 0,0 0 1 0 0,0 0-1 0 0,0 0 0 0 0,0 0 1 0 0,1 0-1 0 0,-1 0 0 0 0,0 0 1 0 0,0-1-1 0 0,0 1 0 0 0,0 0 0 0 0,0 0 1 0 0,0 0-1 0 0,0 0 0 0 0,0 0 1 0 0,1 0-1 0 0,-1 0 0 0 0,0 0 1 0 0,-13 6 47 0 0,1 2 1 0 0,0-1-1 0 0,1 2 1 0 0,-17 14-1 0 0,27-22-46 0 0,1-1-12 0 0,0 0 1 0 0,0 0 0 0 0,0 0 0 0 0,1 0 0 0 0,-1 0 0 0 0,0 0 0 0 0,0 0-1 0 0,0 0 1 0 0,1 0 0 0 0,-1 0 0 0 0,0 0 0 0 0,0 1 0 0 0,0-1-1 0 0,0 0 1 0 0,0 0 0 0 0,1 0 0 0 0,-1 0 0 0 0,0 0 0 0 0,0 0-1 0 0,0 1 1 0 0,0-1 0 0 0,0 0 0 0 0,0 0 0 0 0,1 0 0 0 0,-1 0 0 0 0,0 0-1 0 0,0 1 1 0 0,0-1 0 0 0,0 0 0 0 0,0 0 0 0 0,0 0 0 0 0,0 0-1 0 0,0 1 1 0 0,0-1 0 0 0,0 0 0 0 0,0 0 0 0 0,0 0 0 0 0,0 1-1 0 0,0-1 1 0 0,0 0 0 0 0,0 0 0 0 0,0 0 0 0 0,0 0 0 0 0,0 1 0 0 0,0-1-1 0 0,0 0 1 0 0,0 0 0 0 0,-1 0 0 0 0,1 0 0 0 0,0 1 0 0 0,0-1-1 0 0,0 0 1 0 0,0 0 0 0 0,0 0 0 0 0,0 0 0 0 0,0 0 0 0 0,-1 0-1 0 0,1 1 1 0 0,0-1 0 0 0,0 0 0 0 0,0 0 0 0 0,0 0 0 0 0,-1 0 0 0 0,1 0-1 0 0,0 0 1 0 0,0 0 0 0 0,0 0 0 0 0,0 0 0 0 0,-1 0 0 0 0,22 5 53 0 0,22-9-7 0 0,201-10-66 0 0,-231 13 19 0 0,0 0 0 0 0,-1-1 0 0 0,1 0 0 0 0,-1-1 0 0 0,1 0 0 0 0,-1-1 0 0 0,0-1 0 0 0,0 0 0 0 0,-1 0 0 0 0,1-2 0 0 0,-1 1 0 0 0,0-1 0 0 0,-1-1 0 0 0,0 1 0 0 0,12-13 1 0 0,-13 11-3 0 0,-1 0 0 0 0,0 0 0 0 0,0 0 0 0 0,-1-1 0 0 0,0 0 0 0 0,-1-1 0 0 0,0 0 0 0 0,0 0 0 0 0,-1 0 0 0 0,-1 0 0 0 0,0-1 0 0 0,-1 1 0 0 0,0-1 0 0 0,0 0 0 0 0,-2 0 0 0 0,2-15 0 0 0,-3 20 50 0 0,0 1 0 0 0,-1-1 0 0 0,1 1-1 0 0,-1-1 1 0 0,0 1 0 0 0,-1-1 0 0 0,1 1 0 0 0,-1 0-1 0 0,-1 0 1 0 0,1 0 0 0 0,-1 0 0 0 0,0 0-1 0 0,-1 0 1 0 0,1 1 0 0 0,-1 0 0 0 0,0-1-1 0 0,0 1 1 0 0,-1 1 0 0 0,-8-8 0 0 0,12 11-28 0 0,0 1 0 0 0,-1 0 0 0 0,1 0 1 0 0,0-1-1 0 0,-1 1 0 0 0,1 0 0 0 0,0 1 1 0 0,0-1-1 0 0,-1 0 0 0 0,1 0 0 0 0,0 0 0 0 0,-1 1 1 0 0,1-1-1 0 0,0 1 0 0 0,0-1 0 0 0,0 1 0 0 0,-1-1 1 0 0,1 1-1 0 0,0 0 0 0 0,-1 0 0 0 0,-22 16 198 0 0,16-9-155 0 0,1 0 0 0 0,-1 0 0 0 0,2 1 0 0 0,-1 0 0 0 0,1 0 0 0 0,1 0 0 0 0,-1 1 0 0 0,2 0 0 0 0,-1 0 0 0 0,1 0 0 0 0,1 0 0 0 0,0 1 0 0 0,0-1 0 0 0,1 1 0 0 0,1 0 0 0 0,0 0 0 0 0,0 19 0 0 0,2-13-170 0 0,0 0 0 0 0,0-1 1 0 0,2 1-1 0 0,7 25 0 0 0,-5-27-717 0 0,0 0 0 0 0,1 0 0 0 0,1-1 1 0 0,14 23-1 0 0,-20-34 194 0 0,0 0-634 0 0,10 9-6821 0 0</inkml:trace>
</inkml:ink>
</file>

<file path=ppt/ink/ink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7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61 1092 0 0,'0'-2'327'0'0,"-1"0"-1"0"0,1-1 1 0 0,0 1-1 0 0,0 0 1 0 0,0 0-1 0 0,0-1 1 0 0,0 1-1 0 0,1 0 1 0 0,-1 0-1 0 0,1 0 1 0 0,-1 0-1 0 0,1-1 1 0 0,0 1-1 0 0,0 0 1 0 0,0 0-1 0 0,0 0 1 0 0,0 0-1 0 0,1 1 1 0 0,1-4-1 0 0,0 3-95 0 0,-1 0-1 0 0,0 1 1 0 0,1-1-1 0 0,-1 1 0 0 0,1 0 1 0 0,-1-1-1 0 0,1 1 0 0 0,0 0 1 0 0,-1 1-1 0 0,1-1 1 0 0,0 0-1 0 0,0 1 0 0 0,4-1 1 0 0,44 5-1078 0 0,-7 8-4838 0 0,-34-8 3257 0 0</inkml:trace>
</inkml:ink>
</file>

<file path=ppt/ink/ink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7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28 112 0 0,'0'28'3985'0'0,"1"-20"-3291"0"0,-1-1 0 0 0,0 1 0 0 0,0 0 0 0 0,-1-1 0 0 0,-2 11 0 0 0,3-16 17 0 0,-1 4 2959 0 0,17-22-3444 0 0,0 1 0 0 0,1 0 0 0 0,1 2 1 0 0,0 0-1 0 0,1 1 0 0 0,34-17 0 0 0,-51 28-198 0 0,-1 1 1 0 0,1-1-1 0 0,-1 0 0 0 0,1 0 0 0 0,0 1 0 0 0,-1-1 0 0 0,1 0 0 0 0,0 1 1 0 0,0 0-1 0 0,-1-1 0 0 0,1 1 0 0 0,0 0 0 0 0,0 0 0 0 0,-1 0 1 0 0,1 0-1 0 0,0 0 0 0 0,0 1 0 0 0,0-1 0 0 0,-1 0 0 0 0,1 1 0 0 0,0 0 1 0 0,-1-1-1 0 0,1 1 0 0 0,0 0 0 0 0,-1 0 0 0 0,1-1 0 0 0,-1 1 0 0 0,1 1 1 0 0,1 0-1 0 0,-2 1-168 0 0,0 0 0 0 0,0 0 0 0 0,0 0-1 0 0,0 1 1 0 0,0-1 0 0 0,-1 0 0 0 0,1 0 0 0 0,-1 0 0 0 0,0 1 0 0 0,0-1 0 0 0,0 0 0 0 0,0 1 0 0 0,-1-1 0 0 0,-1 6 0 0 0,2-8-533 0 0,0 4 834 0 0,-11 8-10022 0 0</inkml:trace>
</inkml:ink>
</file>

<file path=ppt/ink/ink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8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78 492 0 0,'1'-8'1822'0'0,"0"0"0"0"0,-1 1-1 0 0,0-1 1 0 0,-1-15 0 0 0,0 1 1071 0 0,1 20-2336 0 0,1 8-4883 0 0,3 21 1022 0 0,-1-13 251 0 0</inkml:trace>
</inkml:ink>
</file>

<file path=ppt/ink/ink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7:58.4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0 40 0 0,'1'12'651'0'0,"0"0"0"0"0,1 0 0 0 0,0-1 0 0 0,1 1 0 0 0,0-1 0 0 0,0 0 0 0 0,2 0 0 0 0,-1 0 0 0 0,1 0 0 0 0,1-1 0 0 0,10 16 1 0 0,-7-14-390 0 0,1 0 1 0 0,0 0 0 0 0,0 0 0 0 0,1-1 0 0 0,1-1 0 0 0,0 0 0 0 0,0-1 0 0 0,18 11 0 0 0,-28-19-289 0 0,1 0 0 0 0,0 0 0 0 0,-1-1 0 0 0,1 1 0 0 0,0 0 0 0 0,-1-1 0 0 0,1 0-1 0 0,0 0 1 0 0,0 1 0 0 0,-1-1 0 0 0,1-1 0 0 0,0 1 0 0 0,0 0 0 0 0,-1-1 0 0 0,1 0 0 0 0,0 1 0 0 0,-1-1 0 0 0,1 0 0 0 0,-1 0 0 0 0,1-1 0 0 0,-1 1 0 0 0,1 0 0 0 0,-1-1 0 0 0,0 1-1 0 0,0-1 1 0 0,0 0 0 0 0,0 0 0 0 0,3-3 0 0 0,-1 1 53 0 0,-1 0 0 0 0,1 0 0 0 0,-1 0 0 0 0,0 0-1 0 0,0 0 1 0 0,-1 0 0 0 0,1-1 0 0 0,-1 1 0 0 0,0-1-1 0 0,0 0 1 0 0,-1 0 0 0 0,1 0 0 0 0,-1 0 0 0 0,1-7 0 0 0,-3 11-2 0 0,1 0 0 0 0,0 0 0 0 0,0 0 0 0 0,-1 1 0 0 0,1-1 0 0 0,-1 0 0 0 0,1 0 0 0 0,-1 0 0 0 0,1 0 1 0 0,-1 1-1 0 0,1-1 0 0 0,-1 0 0 0 0,0 1 0 0 0,0-1 0 0 0,1 0 0 0 0,-1 1 0 0 0,0-1 0 0 0,0 1 0 0 0,0-1 1 0 0,1 1-1 0 0,-1-1 0 0 0,0 1 0 0 0,0 0 0 0 0,0-1 0 0 0,0 1 0 0 0,0 0 0 0 0,0 0 0 0 0,0 0 0 0 0,0 0 1 0 0,0 0-1 0 0,0 0 0 0 0,-1 0 0 0 0,-32 1 463 0 0,32-1-482 0 0,-20 4-1 0 0,-1 2 0 0 0,1 0 0 0 0,0 1 0 0 0,0 2 0 0 0,1 0 0 0 0,-36 22 0 0 0,-47 19-5942 0 0,59-34 2963 0 0</inkml:trace>
</inkml:ink>
</file>

<file path=ppt/ink/ink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08:05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21 186 444,'-20'-84'8915,"25"86"-8608,4 2-193,-1 1 0,1 0 0,-1 0 0,0 1 0,-1 0 0,1 1 0,-1 0 0,11 14 0,51 74 373,-45-59-320,69 110 210,26 36-91,-3-45-40,-116-137-232,0 0 0,1 1 0,-1-1 0,0 1 1,0-1-1,1 0 0,-1 1 0,0-1 0,1 0 0,-1 1 0,1-1 0,-1 0 0,0 0 0,1 1 0,-1-1 0,1 0 1,-1 0-1,1 0 0,-1 0 0,1 1 0,-1-1 0,1 0 0,-1 0 0,1 0 0,-1 0 0,0 0 0,1 0 0,-1 0 1,1 0-1,-1-1 0,1 1 0,-1 0 0,1 0 0,-1 0 0,1 0 0,-1-1 0,1 1 0,10-22 219,-2-42-119,-8 52-46,51-361 335,-11 81-332,-41 291-92,0 1 1,0 0-1,0 0 0,0 0 0,-1-1 1,1 1-1,0 0 0,0 0 0,0 0 1,1-1-1,-1 1 0,0 0 0,0 0 1,0-1-1,0 1 0,0 0 0,0 0 1,0 0-1,0-1 0,0 1 0,0 0 1,1 0-1,-1 0 0,0 0 0,0-1 1,0 1-1,0 0 0,1 0 0,-1 0 1,0 0-1,0 0 0,0 0 0,0-1 1,1 1-1,-1 0 0,0 0 0,0 0 1,0 0-1,1 0 0,-1 0 0,0 0 1,0 0-1,1 0 0,-1 0 0,0 0 1,0 0-1,0 0 0,1 0 0,-1 0 1,0 0-1,12 12-574,7 21-1361,-1-1-3029,-9-16 2124</inkml:trace>
</inkml:ink>
</file>

<file path=ppt/ink/ink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08:05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126 154 188,'0'0'3018,"5"-3"-2334,3-6-128,0 1 1,0-1 0,-1-1 0,0 1 0,-1-1-1,0 0 1,-1-1 0,0 1 0,7-23 0,-11 32-524,-1 0 1,0 0-1,0 0 1,0 0-1,1 0 1,-1 0 0,0 0-1,0 0 1,0 0-1,0 0 1,-1 0 0,1 0-1,0 0 1,0 0-1,-1 0 1,1 0-1,0 0 1,-1 0 0,1 0-1,-1 0 1,0 0-1,1 1 1,-1-1-1,1 0 1,-1 0 0,0 1-1,0-1 1,1 0-1,-1 1 1,0-1 0,0 0-1,0 1 1,0-1-1,0 1 1,0 0-1,0-1 1,0 1 0,0 0-1,0 0 1,0-1-1,0 1 1,0 0 0,0 0-1,0 0 1,0 0-1,0 0 1,-1 1-1,-47 5 586,40-3-536,1 0 1,-1 0 0,1 1-1,0 0 1,1 0 0,-1 1-1,1 0 1,0 1-1,0-1 1,0 1 0,1 1-1,0-1 1,-6 10 0,9-13-65,1 0 1,0 0-1,1 0 1,-1 0-1,0 1 1,1-1 0,0 1-1,0-1 1,0 1-1,0 0 1,1-1-1,-1 1 1,1 0 0,0-1-1,0 1 1,0 0-1,1 0 1,-1-1-1,1 1 1,0 0-1,0-1 1,0 1 0,1-1-1,-1 0 1,1 1-1,0-1 1,0 0-1,0 0 1,0 0 0,0 0-1,1 0 1,-1 0-1,5 3 1,4 4-76,1-1 0,0 0 0,0-1 0,1 0 0,0 0 0,1-2 0,-1 0 0,1 0 0,1-1 0,19 4 0,-18-6-1281,0 0 1,0-2 0,0 0 0,0 0 0,26-4-1,-26 2-1413</inkml:trace>
</inkml:ink>
</file>

<file path=ppt/ink/ink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08:06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145 375 580,'-25'1'2415,"15"1"-1880,-1 0 1,1 1-1,0 1 1,0 0-1,-9 5 0,15-8-399,1 1-1,0 0 0,0 0 0,0 0 1,0 0-1,0 0 0,0 1 1,0-1-1,1 1 0,-1-1 0,1 1 1,0 0-1,0 0 0,0 0 0,0 1 1,1-1-1,-1 0 0,-1 7 0,3-7-88,0-1 0,0 1-1,0-1 1,0 1 0,1 0-1,-1-1 1,1 1-1,0-1 1,0 0 0,0 1-1,0-1 1,0 1 0,0-1-1,1 0 1,-1 0-1,1 0 1,0 0 0,-1 0-1,1 0 1,0 0-1,0-1 1,0 1 0,0-1-1,1 1 1,-1-1 0,3 2-1,7 2 65,-1 1 0,2-1 0,18 5-1,-29-9-99,14 3 36,0-1-1,1 0 1,-1-1-1,1 0 1,-1-2 0,1 0-1,-1-1 1,1 0-1,0-1 1,-1-1-1,0-1 1,0 0-1,0-1 1,25-13-1,-31 14-36,0-1-1,0-1 0,-1 0 1,0 0-1,-1-1 0,1 0 1,-1-1-1,-1 0 0,1 0 1,-1 0-1,-1-1 0,0 0 1,0-1-1,0 1 0,-2-1 1,1 0-1,-1 0 0,0 0 1,-1-1-1,0 0 0,-1 1 1,0-1-1,0-12 0,-2 7 99,0-1 0,-2 1 1,1 0-1,-2-1 0,0 1 0,-1 0 0,-1 0 0,-1 1 0,0-1 0,0 1 0,-2 0 0,0 1 0,-1 0 0,0 0 0,-1 1 0,0 0 0,-1 1 0,-18-16 0,27 26 427,1 3-514,-1-1 0,1 1 0,0-1 0,0 1 0,-1 0 0,1 0 0,0-1 0,0 1 0,0 0 0,0 0 0,0 0 0,0 0 0,1 0 0,-1 0 0,0 1 0,0-1 0,1 0 0,-1 0 0,1 1 1,-1-1-1,1 0 0,-1 0 0,1 1 0,0-1 0,0 1 0,-1-1 0,1 0 0,0 3 0,-2 45 490,2-45-456,3 31 139,2-1 0,1 1-1,1-1 1,2 0 0,27 63-1,-2-1 77,-11-33-226,8 28-312,-29-83-566,0 0 1,-1 1-1,0-1 1,-1 1-1,-1 9 1,-3-9-4795</inkml:trace>
</inkml:ink>
</file>

<file path=ppt/ink/ink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07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1 197 236 0 0,'29'-10'1814'0'0,"40"-7"-97"0"0,12-2 274 0 0,141-53 0 0 0,-219 71-1778 0 0,1 0 0 0 0,-1 0 1 0 0,0-1-1 0 0,0 0 0 0 0,0 0 1 0 0,0 1-1 0 0,0-2 1 0 0,-1 1-1 0 0,1 0 0 0 0,0-1 1 0 0,-1 1-1 0 0,0-1 0 0 0,1 1 1 0 0,2-7-1 0 0,-5 8-194 0 0,0 1 1 0 0,0-1-1 0 0,0 0 0 0 0,-1 1 0 0 0,1-1 1 0 0,0 0-1 0 0,-1 1 0 0 0,1-1 0 0 0,0 0 1 0 0,-1 1-1 0 0,1-1 0 0 0,0 0 0 0 0,-1 1 1 0 0,1-1-1 0 0,-1 1 0 0 0,1-1 0 0 0,-1 1 1 0 0,0-1-1 0 0,1 1 0 0 0,-1 0 0 0 0,1-1 1 0 0,-1 1-1 0 0,0 0 0 0 0,1-1 0 0 0,-1 1 1 0 0,0 0-1 0 0,0 0 0 0 0,1 0 0 0 0,-1-1 1 0 0,0 1-1 0 0,1 0 0 0 0,-1 0 0 0 0,0 0 1 0 0,0 0-1 0 0,1 0 0 0 0,-1 1 0 0 0,0-1 1 0 0,1 0-1 0 0,-1 0 0 0 0,0 0 0 0 0,0 0 1 0 0,1 1-1 0 0,-1-1 0 0 0,0 1 0 0 0,-34 13 632 0 0,30-10-592 0 0,0-1 1 0 0,0 1-1 0 0,0-1 1 0 0,0 2-1 0 0,1-1 0 0 0,0 0 1 0 0,0 1-1 0 0,0 0 1 0 0,0 0-1 0 0,1 0 1 0 0,0 0-1 0 0,0 0 1 0 0,0 1-1 0 0,1-1 0 0 0,-1 1 1 0 0,1 0-1 0 0,1 0 1 0 0,-1 0-1 0 0,0 9 1 0 0,2-14-56 0 0,0 0 0 0 0,0 0 0 0 0,0 1 1 0 0,0-1-1 0 0,0 0 0 0 0,0 0 0 0 0,1 0 1 0 0,-1 0-1 0 0,0 0 0 0 0,1 1 0 0 0,-1-1 1 0 0,1 0-1 0 0,-1 0 0 0 0,1 0 0 0 0,0 0 1 0 0,-1 0-1 0 0,1 0 0 0 0,0-1 1 0 0,0 1-1 0 0,-1 0 0 0 0,1 0 0 0 0,0 0 1 0 0,0-1-1 0 0,0 1 0 0 0,0 0 0 0 0,0-1 1 0 0,0 1-1 0 0,0-1 0 0 0,0 1 0 0 0,1-1 1 0 0,-1 0-1 0 0,0 1 0 0 0,0-1 0 0 0,0 0 1 0 0,0 0-1 0 0,1 0 0 0 0,-1 0 0 0 0,0 0 1 0 0,0 0-1 0 0,0 0 0 0 0,0 0 0 0 0,1 0 1 0 0,-1-1-1 0 0,2 0 0 0 0,52-13 109 0 0,8-18-75 0 0,-51 25-38 0 0,0 0-1 0 0,0 1 0 0 0,1 1 1 0 0,0 0-1 0 0,24-6 0 0 0,-33 10 0 0 0,0 1 1 0 0,-1 0-1 0 0,1 0 0 0 0,0 0 0 0 0,0 0 0 0 0,0 1 0 0 0,0-1 0 0 0,-1 1 0 0 0,1 0 0 0 0,0 0 1 0 0,-1 0-1 0 0,1 1 0 0 0,0-1 0 0 0,-1 1 0 0 0,4 2 0 0 0,3 3 3 0 0,-1 1 0 0 0,0 0 0 0 0,12 13-1 0 0,-17-15 0 0 0,0-2 0 0 0,0 1-1 0 0,1 0 1 0 0,-1-1-1 0 0,1 0 1 0 0,0 0-1 0 0,0 0 1 0 0,0-1 0 0 0,1 0-1 0 0,-1 0 1 0 0,1 0-1 0 0,-1 0 1 0 0,1-1-1 0 0,0 0 1 0 0,0 0-1 0 0,0-1 1 0 0,8 2 0 0 0,-6-3 3 0 0,-1-1 0 0 0,0 1 0 0 0,1-1 0 0 0,-1-1 0 0 0,0 1 0 0 0,0-1 0 0 0,0 0 0 0 0,0-1 0 0 0,0 0 0 0 0,0 0 0 0 0,-1 0 0 0 0,1-1 0 0 0,-1 0 0 0 0,0 0 0 0 0,8-8 0 0 0,1-3-5 0 0,-1 0 0 0 0,-1-2 0 0 0,-1 1 0 0 0,11-20 0 0 0,-3 6-36 0 0,-13 12-838 0 0,-4 7-6321 0 0,0 4 3848 0 0</inkml:trace>
</inkml:ink>
</file>

<file path=ppt/ink/ink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07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287 688 460 0 0,'0'0'7192'0'0,"-1"-5"-6726"0"0,-13-51 1175 0 0,13 52-1534 0 0,-20-54 1075 0 0,9 24-676 0 0,-7-18 24 0 0,-52-165 363 0 0,66 201-854 0 0,1 0 0 0 0,1-1 0 0 0,0 1 0 0 0,2-1-1 0 0,0 0 1 0 0,2-29 0 0 0,-1 40-38 0 0,0 1 1 0 0,1-1-1 0 0,0 1 0 0 0,0 0 0 0 0,0-1 1 0 0,1 1-1 0 0,0 0 0 0 0,0 0 0 0 0,0 0 1 0 0,0 0-1 0 0,1 0 0 0 0,0 1 0 0 0,0-1 1 0 0,0 1-1 0 0,1 0 0 0 0,-1 0 1 0 0,1 0-1 0 0,0 0 0 0 0,0 0 0 0 0,1 1 1 0 0,-1 0-1 0 0,1 0 0 0 0,-1 0 0 0 0,8-3 1 0 0,-11 6-3 0 0,0-1 1 0 0,1 1 0 0 0,-1 0-1 0 0,0-1 1 0 0,1 1 0 0 0,-1 0 0 0 0,1 0-1 0 0,-1 0 1 0 0,0 0 0 0 0,1 0-1 0 0,-1 0 1 0 0,1 0 0 0 0,-1 0 0 0 0,0 1-1 0 0,1-1 1 0 0,-1 0 0 0 0,0 1-1 0 0,1-1 1 0 0,-1 1 0 0 0,0 0 0 0 0,1-1-1 0 0,-1 1 1 0 0,0 0 0 0 0,0 0-1 0 0,0 0 1 0 0,0 0 0 0 0,0 0 0 0 0,0 0-1 0 0,0 0 1 0 0,0 0 0 0 0,0 0-1 0 0,-1 0 1 0 0,1 0 0 0 0,0 1 0 0 0,-1-1-1 0 0,1 0 1 0 0,-1 0 0 0 0,1 1-1 0 0,-1-1 1 0 0,0 0 0 0 0,1 1 0 0 0,-1-1-1 0 0,0 1 1 0 0,0-1 0 0 0,0 0-1 0 0,0 2 1 0 0,1 10 0 0 0,0 0 0 0 0,-1 0 0 0 0,-2 21-1 0 0,2-32 0 0 0,-4 20 6 0 0,0 1-1 0 0,-2-1 0 0 0,0 0 0 0 0,-1 0 1 0 0,-2-1-1 0 0,0 0 0 0 0,-19 31 1 0 0,-96 132 21 0 0,117-174-25 0 0,-5 5 6 0 0,7-10 3 0 0,1 0 0 0 0,1 0 0 0 0,-1 1 0 0 0,1-1-1 0 0,0 1 1 0 0,-3 6 0 0 0,5-10-10 0 0,-5 22 189 0 0,6-24-180 0 0,0 1 0 0 0,0-1 1 0 0,0 1-1 0 0,0-1 0 0 0,0 1 1 0 0,0-1-1 0 0,0 1 0 0 0,0 0 0 0 0,0-1 1 0 0,0 1-1 0 0,0-1 0 0 0,0 1 1 0 0,0-1-1 0 0,0 1 0 0 0,0-1 0 0 0,1 1 1 0 0,-1-1-1 0 0,0 1 0 0 0,0-1 1 0 0,1 1-1 0 0,-1-1 0 0 0,0 1 0 0 0,1-1 1 0 0,-1 1-1 0 0,1-1 0 0 0,-1 0 1 0 0,1 1-1 0 0,-1-1 0 0 0,0 1 0 0 0,1-1 1 0 0,-1 0-1 0 0,1 0 0 0 0,-1 1 1 0 0,1-1-1 0 0,0 0 0 0 0,-1 0 0 0 0,1 0 1 0 0,0 1-1 0 0,34-1 166 0 0,0-1 1 0 0,-1-1-1 0 0,1-2 0 0 0,53-14 1 0 0,66-6-1816 0 0,-126 24-5452 0 0</inkml:trace>
</inkml:ink>
</file>

<file path=ppt/ink/ink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0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20 152 392 0 0,'1'-36'6681'0'0,"3"48"-5040"0"0,7 39-398 0 0,13 46-467 0 0,5-14 40 0 0,28 131 1 0 0,-57-208-571 0 0,-4-13-116 0 0,-14-34-90 0 0,-13-31-30 0 0,13 39-11 0 0,2 0 0 0 0,2-2 1 0 0,-16-53-1 0 0,26 72-3 0 0,0 1 0 0 0,2-1 0 0 0,0 1-1 0 0,0-1 1 0 0,2 0 0 0 0,0 0 0 0 0,0 1 0 0 0,2-1 0 0 0,0 0 0 0 0,8-29 0 0 0,-9 41 1 0 0,1-1 0 0 0,1 1 0 0 0,-1 1 0 0 0,0-1-1 0 0,1 0 1 0 0,0 0 0 0 0,0 1 0 0 0,0 0 0 0 0,0-1 0 0 0,1 1 0 0 0,-1 0 0 0 0,1 1 0 0 0,0-1 0 0 0,0 1 0 0 0,0-1 0 0 0,0 1-1 0 0,0 1 1 0 0,0-1 0 0 0,0 0 0 0 0,1 1 0 0 0,-1 0 0 0 0,1 0 0 0 0,-1 0 0 0 0,1 1 0 0 0,5-1 0 0 0,5 0-2 0 0,1 1 1 0 0,-1 0-1 0 0,1 1 0 0 0,-1 1 1 0 0,0 0-1 0 0,20 6 1 0 0,-10 0 4 0 0,0 1 1 0 0,-1 1 0 0 0,0 1-1 0 0,-1 1 1 0 0,0 2-1 0 0,-1 0 1 0 0,-1 1 0 0 0,0 1-1 0 0,-1 1 1 0 0,-1 1-1 0 0,0 0 1 0 0,-2 2-1 0 0,0 0 1 0 0,-1 1 0 0 0,-1 0-1 0 0,22 42 1 0 0,-34-56-2 0 0,0-1 1 0 0,0 1 0 0 0,-1 0-1 0 0,0 0 1 0 0,0 1-1 0 0,0-1 1 0 0,-1 0-1 0 0,0 0 1 0 0,-1 1-1 0 0,0-1 1 0 0,0 0 0 0 0,0 1-1 0 0,-1-1 1 0 0,0 0-1 0 0,-1 1 1 0 0,1-1-1 0 0,-1 0 1 0 0,-1 0-1 0 0,-2 7 1 0 0,0-7 5 0 0,1 0 0 0 0,-1 0 0 0 0,0-1 0 0 0,0 0 1 0 0,0 0-1 0 0,-1 0 0 0 0,0 0 0 0 0,-1-1 0 0 0,1 0 0 0 0,-1 0 0 0 0,0-1 0 0 0,0 0 1 0 0,0 0-1 0 0,0-1 0 0 0,-1 0 0 0 0,0 0 0 0 0,-9 2 0 0 0,-8 1 7 0 0,-1-1 0 0 0,0-1 0 0 0,0-1 0 0 0,0-1 0 0 0,0-1 0 0 0,-1-2 0 0 0,1-1 0 0 0,-29-5 0 0 0,41 5-31 0 0,-45-15 22 0 0,45 9-173 0 0,14 8 132 0 0,0 0-1 0 0,-1 0 1 0 0,1 0-1 0 0,0 0 1 0 0,0-1-1 0 0,0 1 1 0 0,-1 0-1 0 0,1 0 1 0 0,0 0-1 0 0,0-1 1 0 0,0 1-1 0 0,-1 0 1 0 0,1 0-1 0 0,0 0 1 0 0,0-1-1 0 0,0 1 0 0 0,0 0 1 0 0,0 0-1 0 0,-1-1 1 0 0,1 1-1 0 0,0 0 1 0 0,0-1-1 0 0,0 1 1 0 0,0 0-1 0 0,0 0 1 0 0,0-1-1 0 0,0 1 1 0 0,0 0-1 0 0,0-1 1 0 0,0 1-1 0 0,0 0 1 0 0,0 0-1 0 0,0-1 1 0 0,0 1-1 0 0,0 0 1 0 0,1 0-1 0 0,-1-1 1 0 0,0 1-1 0 0,0 0 1 0 0,0 0-1 0 0,0-1 1 0 0,0 1-1 0 0,1 0 1 0 0,-1 0-1 0 0,0 0 1 0 0,0-1-1 0 0,0 1 1 0 0,1 0-1 0 0,-1 0 1 0 0,0 0-1 0 0,0 0 1 0 0,1-1-1 0 0,-1 1 1 0 0,59-19-5685 0 0,-35 15 2994 0 0</inkml:trace>
</inkml:ink>
</file>

<file path=ppt/ink/ink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0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55 216 0 0,'-6'4'340'0'0,"0"0"0"0"0,1 0 0 0 0,0 0 0 0 0,-1 0 0 0 0,2 1 0 0 0,-1 0 0 0 0,0 0-1 0 0,1 0 1 0 0,0 1 0 0 0,0-1 0 0 0,-4 10 0 0 0,8-13-278 0 0,-1 0 1 0 0,0 1-1 0 0,1-1 0 0 0,0 1 0 0 0,-1-1 1 0 0,1 1-1 0 0,0-1 0 0 0,0 1 0 0 0,0-1 0 0 0,1 1 1 0 0,-1-1-1 0 0,1 0 0 0 0,-1 1 0 0 0,1-1 1 0 0,0 1-1 0 0,0-1 0 0 0,0 0 0 0 0,0 0 1 0 0,0 1-1 0 0,0-1 0 0 0,1 0 0 0 0,-1 0 0 0 0,1 0 1 0 0,-1-1-1 0 0,1 1 0 0 0,0 0 0 0 0,0 0 1 0 0,0-1-1 0 0,0 1 0 0 0,0-1 0 0 0,0 0 1 0 0,0 0-1 0 0,0 0 0 0 0,3 1 0 0 0,1 1 12 0 0,0 0 0 0 0,0 0 0 0 0,0-1 0 0 0,0 0 1 0 0,1 0-1 0 0,-1-1 0 0 0,1 0 0 0 0,-1 0 0 0 0,1 0 0 0 0,-1-1 0 0 0,1 0 0 0 0,-1 0 0 0 0,1 0 0 0 0,-1-1 0 0 0,1 0 0 0 0,-1-1 0 0 0,0 1 0 0 0,1-1 0 0 0,-1-1 0 0 0,0 1 0 0 0,0-1 0 0 0,0 0 0 0 0,-1 0 1 0 0,1 0-1 0 0,-1-1 0 0 0,6-5 0 0 0,-7 6-2 0 0,0-1 0 0 0,-1 1 0 0 0,1-1 1 0 0,-1 1-1 0 0,0-1 0 0 0,0 0 0 0 0,-1-1 0 0 0,1 1 1 0 0,-1 0-1 0 0,0-1 0 0 0,0 1 0 0 0,0-1 0 0 0,-1 0 1 0 0,1 1-1 0 0,-1-1 0 0 0,-1 0 0 0 0,1 0 1 0 0,0 0-1 0 0,-1 0 0 0 0,0 0 0 0 0,0 0 0 0 0,-1 1 1 0 0,1-1-1 0 0,-1 0 0 0 0,0 0 0 0 0,-1 0 0 0 0,1 0 1 0 0,-1 1-1 0 0,0-1 0 0 0,0 1 0 0 0,0-1 1 0 0,-1 1-1 0 0,1 0 0 0 0,-1 0 0 0 0,-4-5 0 0 0,7 9-102 0 0,-1-1 0 0 0,1 0 0 0 0,-1 0 0 0 0,1 1 0 0 0,-1-1 0 0 0,1 1 0 0 0,-1-1 1 0 0,0 0-1 0 0,1 1 0 0 0,-1-1 0 0 0,0 1 0 0 0,1-1 0 0 0,-1 1 0 0 0,0 0 0 0 0,0-1 0 0 0,1 1 0 0 0,-1 0 0 0 0,0-1 0 0 0,0 1 0 0 0,0 0 0 0 0,0 0 0 0 0,1 0 0 0 0,-1 0 0 0 0,0 0 0 0 0,0 0 0 0 0,0 0 0 0 0,0 0 0 0 0,0 0 0 0 0,1 0 0 0 0,-1 0 0 0 0,0 0 0 0 0,0 1 0 0 0,0-1 0 0 0,1 0 0 0 0,-1 1 0 0 0,0-1 0 0 0,0 0 0 0 0,1 1 0 0 0,-1-1 0 0 0,0 1 0 0 0,1 0 0 0 0,-1-1 0 0 0,0 1 0 0 0,1-1 0 0 0,-1 1 0 0 0,1 0 0 0 0,-1-1 0 0 0,1 1 0 0 0,-1 0 0 0 0,1 0 0 0 0,0-1 0 0 0,-1 1 0 0 0,1 0 0 0 0,0 0 0 0 0,0 0 0 0 0,-1-1 0 0 0,1 1 0 0 0,0 1 1 0 0,0 0-813 0 0,8 14-3341 0 0,-1-7 1776 0 0</inkml:trace>
</inkml:ink>
</file>

<file path=ppt/ink/ink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1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41 880 0 0,'4'-26'5675'0'0,"-4"25"-5576"0"0,-1 0 1 0 0,0 0-1 0 0,0 0 0 0 0,1 0 0 0 0,-1 0 0 0 0,0 0 0 0 0,0 0 1 0 0,0 0-1 0 0,0 1 0 0 0,0-1 0 0 0,0 0 0 0 0,0 1 0 0 0,0-1 0 0 0,0 0 1 0 0,-1 1-1 0 0,1 0 0 0 0,-1-1 0 0 0,0 1 404 0 0,-2 1-52 0 0,-2 1-292 0 0,1 0-1 0 0,-1 1 1 0 0,1-1-1 0 0,-1 1 1 0 0,1 1-1 0 0,0-1 1 0 0,1 1-1 0 0,-1 0 1 0 0,0 0-1 0 0,1 0 1 0 0,0 1-1 0 0,0-1 1 0 0,0 1-1 0 0,-3 6 1 0 0,5-7-112 0 0,0-1 0 0 0,0 1 1 0 0,0-1-1 0 0,0 1 0 0 0,1 0 1 0 0,0 0-1 0 0,0 0 0 0 0,0 0 1 0 0,0 0-1 0 0,1 0 0 0 0,-1 0 1 0 0,1 0-1 0 0,0 1 0 0 0,0-1 1 0 0,0 0-1 0 0,1 0 0 0 0,0 0 1 0 0,0 0-1 0 0,0 0 0 0 0,0 0 1 0 0,0 0-1 0 0,4 7 0 0 0,-2-6-17 0 0,1 0 0 0 0,-1 0 0 0 0,1 0 0 0 0,0-1 0 0 0,0 1 0 0 0,0-1 0 0 0,0 0 0 0 0,1 0 0 0 0,0-1 0 0 0,0 1 0 0 0,0-1 0 0 0,0 0 0 0 0,0 0 0 0 0,0-1 0 0 0,11 4 0 0 0,-6-4-12 0 0,0 0 1 0 0,1 0-1 0 0,-1-1 0 0 0,1 0 1 0 0,-1 0-1 0 0,1-1 0 0 0,-1-1 0 0 0,16-2 1 0 0,-5-1 0 0 0,-1-1 1 0 0,0-1 0 0 0,0-1 0 0 0,0 0-1 0 0,-1-2 1 0 0,0 0 0 0 0,-1-1-1 0 0,30-21 1 0 0,-40 24 4 0 0,-1 0 0 0 0,1-1-1 0 0,-1 0 1 0 0,0 0 0 0 0,-1-1 0 0 0,0 1 0 0 0,9-19 0 0 0,-14 25-14 0 0,-4 7-16 0 0,-2 7-5 0 0,1 7-6 0 0,3-15 13 0 0,1 0 1 0 0,1 0-1 0 0,-1 0 0 0 0,0 0 0 0 0,1 0 0 0 0,0 0 0 0 0,0 0 0 0 0,0 0 0 0 0,1 0 1 0 0,-1-1-1 0 0,5 7 0 0 0,10 12-14 0 0,-13-18 14 0 0,0 0 1 0 0,0 0 0 0 0,1-1-1 0 0,0 0 1 0 0,-1 1 0 0 0,1-1-1 0 0,0-1 1 0 0,1 1 0 0 0,-1 0 0 0 0,0-1-1 0 0,1 0 1 0 0,0 0 0 0 0,-1-1-1 0 0,1 1 1 0 0,0-1 0 0 0,0 0-1 0 0,0 0 1 0 0,-1 0 0 0 0,1-1-1 0 0,0 0 1 0 0,0 0 0 0 0,6 0 0 0 0,-7-1 6 0 0,-1 1 1 0 0,1 0-1 0 0,-1-1 0 0 0,0 0 1 0 0,1 0-1 0 0,-1 0 1 0 0,1 0-1 0 0,-1-1 1 0 0,0 1-1 0 0,0-1 1 0 0,0 1-1 0 0,0-1 1 0 0,0 0-1 0 0,0-1 1 0 0,0 1-1 0 0,-1 0 0 0 0,1-1 1 0 0,-1 1-1 0 0,4-6 1 0 0,-2 2 3 0 0,-1 0 0 0 0,0 0 0 0 0,-1 0 1 0 0,1 0-1 0 0,-1-1 0 0 0,-1 1 0 0 0,1-1 0 0 0,-1 1 0 0 0,0-1 1 0 0,0 0-1 0 0,-1-11 0 0 0,-1-6 138 0 0,1 21 143 0 0,2 7-275 0 0,32 45-794 0 0,-3-19-6828 0 0,-22-25 4337 0 0</inkml:trace>
</inkml:ink>
</file>

<file path=ppt/ink/ink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2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1 481 560 0 0,'0'0'1724'0'0,"4"-2"-1083"0"0,0 0 1 0 0,1 0-1 0 0,0 0 1 0 0,-1 0-1 0 0,1 0 1 0 0,6 0 0 0 0,-7 4-507 0 0,0 0 1 0 0,0 0-1 0 0,0 0 1 0 0,0 0-1 0 0,0 1 1 0 0,-1 0-1 0 0,1 0 1 0 0,-1 0-1 0 0,0 0 1 0 0,0 0-1 0 0,0 1 1 0 0,4 5-1 0 0,23 51 992 0 0,-17-31-760 0 0,-12-26-243 0 0,-1 0 0 0 0,0-1 1 0 0,0 1-1 0 0,0 0 1 0 0,0-1-1 0 0,-1 1 1 0 0,1 0-1 0 0,-1-1 0 0 0,0 1 1 0 0,0-1-1 0 0,1 1 1 0 0,-4 4-1 0 0,4-12-112 0 0,-1 1-1 0 0,1-1 1 0 0,0 1-1 0 0,0-1 1 0 0,0 1-1 0 0,0-1 1 0 0,1 1 0 0 0,0-1-1 0 0,0 1 1 0 0,0-1-1 0 0,1 1 1 0 0,-1 0-1 0 0,1 0 1 0 0,0 0-1 0 0,0 0 1 0 0,0 0 0 0 0,1 0-1 0 0,-1 0 1 0 0,1 1-1 0 0,6-6 1 0 0,-3 3-13 0 0,1 0-1 0 0,0 1 1 0 0,0 0 0 0 0,0 0 0 0 0,1 1 0 0 0,9-4-1 0 0,-8 3-23 0 0,-4 5 19 0 0,51 27-12 0 0,-29 5 34 0 0,-23-26-9 0 0,-4-5-3 0 0,1 0 0 0 0,-1 0 0 0 0,0 1 0 0 0,1-1 1 0 0,0 0-1 0 0,-1-1 0 0 0,1 1 0 0 0,0 0 0 0 0,-1 0 0 0 0,1 0 0 0 0,0 0 0 0 0,0 0 0 0 0,0-1 0 0 0,-1 1 0 0 0,1 0 1 0 0,0-1-1 0 0,0 1 0 0 0,0 0 0 0 0,0-1 0 0 0,0 0 0 0 0,1 1 0 0 0,-1-1 0 0 0,0 0 0 0 0,0 1 0 0 0,0-1 0 0 0,0 0 1 0 0,0 0-1 0 0,0 0 0 0 0,1 0 0 0 0,-1 0 0 0 0,0 0 0 0 0,1 0 0 0 0,2-3-2 0 0,-1 1 1 0 0,0-1-1 0 0,0 1 0 0 0,0-1 0 0 0,0 0 1 0 0,-1 0-1 0 0,1 0 0 0 0,3-7 0 0 0,-3 7-3 0 0,0 0 0 0 0,0 0-1 0 0,0 1 1 0 0,0-1 0 0 0,1 1-1 0 0,-1 0 1 0 0,1 0 0 0 0,-1 0 0 0 0,1 1-1 0 0,0-1 1 0 0,0 1 0 0 0,0 0-1 0 0,0 0 1 0 0,0 0 0 0 0,0 1-1 0 0,4-1 1 0 0,64 0-13 0 0,-40 3 0 0 0,-8 0 11 0 0,-1-1-1 0 0,0-1 1 0 0,0-1-1 0 0,34-5 1 0 0,-55 6 6 0 0,0-1 0 0 0,1 1 0 0 0,-1-1 0 0 0,0 0 0 0 0,0 0 0 0 0,0 1 0 0 0,0-1 0 0 0,0-1 0 0 0,0 1 0 0 0,0 0 0 0 0,0 0 0 0 0,0-1 0 0 0,-1 1 0 0 0,1-1 0 0 0,-1 1 0 0 0,1-1 0 0 0,-1 0 0 0 0,1 0 0 0 0,-1 1 0 0 0,0-1 0 0 0,0 0 0 0 0,1-3 0 0 0,-1 3 15 0 0,-8-7-6 0 0,7 8-12 0 0,-1 0 0 0 0,1 0-1 0 0,0 0 1 0 0,-1 0-1 0 0,1 0 1 0 0,0 1-1 0 0,-1-1 1 0 0,1 0-1 0 0,-1 0 1 0 0,1 0-1 0 0,-1 1 1 0 0,0-1-1 0 0,1 0 1 0 0,-1 1-1 0 0,0-1 1 0 0,1 0-1 0 0,-1 1 1 0 0,0-1-1 0 0,0 1 1 0 0,1-1-1 0 0,-1 1 1 0 0,0 0-1 0 0,0-1 1 0 0,-1 1-1 0 0,-6-2 1 0 0,-1 1-1 0 0,1 0 1 0 0,0 0-1 0 0,0 1 0 0 0,-10 1 1 0 0,16-1-2 0 0,0 0 0 0 0,1 0 0 0 0,-1 1 0 0 0,1-1 1 0 0,-1 1-1 0 0,0-1 0 0 0,1 1 0 0 0,-1-1 0 0 0,1 1 1 0 0,-1 0-1 0 0,1 0 0 0 0,0-1 0 0 0,-1 1 0 0 0,1 0 1 0 0,0 0-1 0 0,0 1 0 0 0,-1-1 0 0 0,1 0 1 0 0,0 0-1 0 0,0 1 0 0 0,0-1 0 0 0,0 0 0 0 0,1 1 1 0 0,-1-1-1 0 0,0 1 0 0 0,1-1 0 0 0,-1 1 0 0 0,1-1 1 0 0,-1 1-1 0 0,1 0 0 0 0,0-1 0 0 0,-1 1 0 0 0,1-1 1 0 0,0 4-1 0 0,1-3 0 0 0,-1 1 1 0 0,1-1 0 0 0,-1 0-1 0 0,1 1 1 0 0,0-1 0 0 0,0 0-1 0 0,0 0 1 0 0,1 0 0 0 0,-1 1-1 0 0,0-1 1 0 0,1 0 0 0 0,-1-1-1 0 0,1 1 1 0 0,0 0 0 0 0,-1 0 0 0 0,1-1-1 0 0,0 1 1 0 0,0-1 0 0 0,3 2-1 0 0,39 21-7 0 0,-43-23 8 0 0,9 2-3 0 0,-1 0-1 0 0,0 0 0 0 0,1-1 1 0 0,-1 0-1 0 0,1-1 1 0 0,-1 0-1 0 0,1-1 0 0 0,0 0 1 0 0,0 0-1 0 0,-1-1 1 0 0,1 0-1 0 0,-1-1 1 0 0,1 0-1 0 0,-1 0 0 0 0,1-1 1 0 0,-1 0-1 0 0,0-1 1 0 0,-1 0-1 0 0,1-1 1 0 0,0 1-1 0 0,-1-2 0 0 0,0 1 1 0 0,-1-1-1 0 0,1 0 1 0 0,-1-1-1 0 0,0 0 0 0 0,0 0 1 0 0,-1 0-1 0 0,6-10 1 0 0,-10 15 58 0 0,-1-1 1 0 0,1 1-1 0 0,-1 0 1 0 0,1 0 0 0 0,0 0-1 0 0,0 0 1 0 0,0 0-1 0 0,0 0 1 0 0,0 1 0 0 0,0-1-1 0 0,0 1 1 0 0,0-1-1 0 0,5-1 1 0 0,-5 6-48 0 0,0-1 1 0 0,0 1-1 0 0,0 0 1 0 0,-1 0-1 0 0,1 0 1 0 0,-1 0-1 0 0,0 0 1 0 0,0 0-1 0 0,0 0 1 0 0,0 5-1 0 0,5 9 15 0 0,-6-15-17 0 0,1 0 1 0 0,-1 0 0 0 0,1 0-1 0 0,0 0 1 0 0,0 0-1 0 0,0 0 1 0 0,0 0 0 0 0,0 0-1 0 0,0-1 1 0 0,1 1-1 0 0,-1 0 1 0 0,1-1-1 0 0,-1 1 1 0 0,1-1 0 0 0,0 1-1 0 0,-1-1 1 0 0,1 0-1 0 0,0 0 1 0 0,0 0 0 0 0,3 2-1 0 0,-3-3 7 0 0,26-18 55 0 0,-17 9-70 0 0,0 1 0 0 0,0 0 0 0 0,1 0 0 0 0,0 1 0 0 0,0 1 1 0 0,0 0-1 0 0,1 1 0 0 0,23-7 0 0 0,-18 8 9 0 0,-1-2 0 0 0,0 0 0 0 0,0-1 0 0 0,0 0 1 0 0,-1-1-1 0 0,0-1 0 0 0,-1-1 0 0 0,0 0 0 0 0,0-1 0 0 0,-1-1 1 0 0,24-25-1 0 0,-31 29 38 0 0,-1 0 0 0 0,1-1 0 0 0,-1 0 1 0 0,-1 0-1 0 0,0 0 0 0 0,0 0 0 0 0,-1-1 1 0 0,0 0-1 0 0,-1 0 0 0 0,0 0 0 0 0,0 0 1 0 0,-1 0-1 0 0,-1-1 0 0 0,0 1 0 0 0,0-1 1 0 0,-1 1-1 0 0,0-1 0 0 0,0 1 1 0 0,-2-1-1 0 0,1 1 0 0 0,-7-21 0 0 0,6 26 32 0 0,0-1 1 0 0,0 0-1 0 0,-1 0 0 0 0,0 1 0 0 0,0 0 0 0 0,-1 0 0 0 0,1 0 1 0 0,-1 0-1 0 0,0 0 0 0 0,-1 0 0 0 0,1 1 0 0 0,-1 0 0 0 0,0 0 1 0 0,0 1-1 0 0,0-1 0 0 0,-7-3 0 0 0,11 7-63 0 0,-1-1-1 0 0,1 1 1 0 0,0-1 0 0 0,-1 1 0 0 0,1 0-1 0 0,0-1 1 0 0,-1 1 0 0 0,1 0-1 0 0,-1 0 1 0 0,1 0 0 0 0,0 0-1 0 0,-1 0 1 0 0,1 1 0 0 0,-1-1-1 0 0,1 0 1 0 0,0 1 0 0 0,-1-1-1 0 0,1 0 1 0 0,0 1 0 0 0,-1 0 0 0 0,1-1-1 0 0,0 1 1 0 0,0 0 0 0 0,-1 0-1 0 0,1 0 1 0 0,0 0 0 0 0,0 0-1 0 0,0 0 1 0 0,0 0 0 0 0,0 0-1 0 0,1 0 1 0 0,-1 0 0 0 0,0 0 0 0 0,0 0-1 0 0,0 3 1 0 0,-2 1 7 0 0,1 0-1 0 0,0-1 1 0 0,0 1 0 0 0,1 0-1 0 0,-1 0 1 0 0,1 0 0 0 0,0 1-1 0 0,0 5 1 0 0,1 5 7 0 0,1 0 0 0 0,1 0 0 0 0,0 0 0 0 0,1 0 0 0 0,1 0 0 0 0,8 21 0 0 0,45 91 83 0 0,-11-26-68 0 0,-19-51 10 0 0,-21-43-45 0 0,-1 0 1 0 0,0 1 0 0 0,-1-1-1 0 0,0 1 1 0 0,0 0-1 0 0,-1 0 1 0 0,0 0 0 0 0,-1 1-1 0 0,2 14 1 0 0,-3-24-4 0 0,-1 1 0 0 0,0 0 0 0 0,0-1 0 0 0,0 1 0 0 0,0 0 1 0 0,-1 0-1 0 0,1-1 0 0 0,0 1 0 0 0,0 0 0 0 0,0-1 0 0 0,-1 1 0 0 0,1 0 1 0 0,0-1-1 0 0,0 1 0 0 0,-1 0 0 0 0,1-1 0 0 0,-1 1 0 0 0,1-1 0 0 0,-1 1 0 0 0,1-1 1 0 0,-1 1-1 0 0,1-1 0 0 0,-1 1 0 0 0,1-1 0 0 0,-1 1 0 0 0,1-1 0 0 0,-1 0 1 0 0,0 1-1 0 0,1-1 0 0 0,-2 1 0 0 0,-25-4-166 0 0,-27-21-2023 0 0,11-2-5461 0 0,31 14 4038 0 0</inkml:trace>
</inkml:ink>
</file>

<file path=ppt/ink/ink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2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26 152 0 0,'16'-5'900'0'0,"-1"-1"-96"0"0,-1 1-76 0 0,-3 2-76 0 0,-3 0 404 0 0,11 1-820 0 0,-10 0-376 0 0,9 4-3292 0 0</inkml:trace>
</inkml:ink>
</file>

<file path=ppt/ink/ink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4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141 145 328 0 0,'-31'5'1838'0'0,"8"0"-890"0"0,13-4-443 0 0,-1 1 1 0 0,1 0-1 0 0,0 1 0 0 0,0 0 0 0 0,1 0 0 0 0,-14 8 1 0 0,22-10-123 0 0,0-1-139 0 0,1 1-225 0 0,0-1 0 0 0,0 0 0 0 0,0 0-1 0 0,0 0 1 0 0,-1 0 0 0 0,1 0 0 0 0,0 1 0 0 0,0-1-1 0 0,0 0 1 0 0,0 0 0 0 0,0 0 0 0 0,0 0-1 0 0,0 1 1 0 0,0-1 0 0 0,0 0 0 0 0,0 0 0 0 0,-1 0-1 0 0,1 1 1 0 0,0-1 0 0 0,0 0 0 0 0,0 0 0 0 0,0 0-1 0 0,0 1 1 0 0,0-1 0 0 0,1 0 0 0 0,-1 0-1 0 0,0 0 1 0 0,0 1 0 0 0,0-1 0 0 0,0 0 0 0 0,0 0-1 0 0,0 0 1 0 0,0 0 0 0 0,0 1 0 0 0,0-1 0 0 0,0 0-1 0 0,1 0 1 0 0,-1 0 0 0 0,0 0 0 0 0,0 0-1 0 0,0 1 1 0 0,0-1 0 0 0,0 0 0 0 0,1 0 0 0 0,-1 0-1 0 0,0 0 1 0 0,0 0 0 0 0,1 0 0 0 0,26 6 171 0 0,1-2 1 0 0,1-2-1 0 0,-1 0 1 0 0,38-3-1 0 0,16 1-7 0 0,1401-33 509 0 0,-1025 25-613 0 0,-343 9-70 0 0,234 4 10 0 0,85-1-12 0 0,442-1 55 0 0,27-13-38 0 0,-467 1-15 0 0,25-2-8 0 0,127-9 83 0 0,110 1 290 0 0,-194 7 70 0 0,-121 14-94 0 0,619-27 1950 0 0,-968 23-819 0 0,0-2 1 0 0,50-12-1 0 0,-82 16-1189 0 0,15-6 687 0 0,-17 6-962 0 0,1 0 0 0 0,-1 0 0 0 0,0 0 0 0 0,1 0 0 0 0,-1 0 0 0 0,1 0 0 0 0,-1 0 0 0 0,0-1 0 0 0,1 1 0 0 0,-1 0 0 0 0,0 0 0 0 0,1 0 0 0 0,-1 0 0 0 0,0-1-1 0 0,1 1 1 0 0,-1 0 0 0 0,0 0 0 0 0,1-1 0 0 0,-1 1 0 0 0,0 0 0 0 0,0 0 0 0 0,1-1 0 0 0,-1 1 0 0 0,0 0 0 0 0,0-1 0 0 0,0 1 0 0 0,1 0 0 0 0,-1-1 0 0 0,0 1 0 0 0,0 0 0 0 0,0-1 0 0 0,0 1 0 0 0,0-1 0 0 0,0 1 0 0 0,0 0 0 0 0,0-1 0 0 0,0 1 0 0 0,0-1-1 0 0,0 1 1 0 0,0 0 0 0 0,0-1 0 0 0,0 1 0 0 0,0 0 0 0 0,0-1 0 0 0,0 0 0 0 0,-8-2-560 0 0,0-1 1 0 0,0 1-1 0 0,0 0 0 0 0,-1 1 0 0 0,1-1 1 0 0,-10 0-1 0 0,-16-4-8354 0 0</inkml:trace>
</inkml:ink>
</file>

<file path=ppt/ink/ink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4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0 150 1416 0 0,'1'-15'1472'0'0,"0"0"0"0"0,1-1 0 0 0,0 2-1 0 0,1-1 1 0 0,0 0 0 0 0,2 0 0 0 0,10-25 0 0 0,-14 40-1455 0 0,-1-1 1 0 0,1 1 0 0 0,-1 0 0 0 0,1-1 0 0 0,-1 1 0 0 0,1-1 0 0 0,-1 1-1 0 0,1 0 1 0 0,-1 0 0 0 0,1-1 0 0 0,0 1 0 0 0,-1 0 0 0 0,1 0 0 0 0,-1 0-1 0 0,1-1 1 0 0,0 1 0 0 0,-1 0 0 0 0,1 0 0 0 0,0 0 0 0 0,-1 0-1 0 0,1 0 1 0 0,0 0 0 0 0,-1 0 0 0 0,1 1 0 0 0,-1-1 0 0 0,1 0 0 0 0,0 0-1 0 0,-1 0 1 0 0,1 1 0 0 0,-1-1 0 0 0,1 0 0 0 0,0 1 0 0 0,-1-1 0 0 0,1 0-1 0 0,-1 1 1 0 0,1-1 0 0 0,-1 1 0 0 0,1-1 0 0 0,-1 0 0 0 0,0 1 0 0 0,1 0-1 0 0,-1-1 1 0 0,0 1 0 0 0,1-1 0 0 0,-1 1 0 0 0,0-1 0 0 0,1 1 0 0 0,-1 0-1 0 0,0-1 1 0 0,0 1 0 0 0,0-1 0 0 0,0 1 0 0 0,0 0 0 0 0,0-1 0 0 0,0 1-1 0 0,0 0 1 0 0,0-1 0 0 0,0 2 0 0 0,-8 47-3271 0 0,2-25-1458 0 0,1 2 1179 0 0</inkml:trace>
</inkml:ink>
</file>

<file path=ppt/ink/ink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5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1 327 948 0 0,'0'1'252'0'0,"0"0"-1"0"0,0 0 0 0 0,0 0 1 0 0,0 0-1 0 0,1 0 1 0 0,-1-1-1 0 0,0 1 1 0 0,0 0-1 0 0,1 0 1 0 0,-1 0-1 0 0,1 0 0 0 0,-1 0 1 0 0,1-1-1 0 0,-1 1 1 0 0,1 0-1 0 0,-1 0 1 0 0,1-1-1 0 0,0 1 1 0 0,-1 0-1 0 0,1-1 1 0 0,0 1-1 0 0,0-1 0 0 0,0 1 1 0 0,-1-1-1 0 0,1 1 1 0 0,0-1-1 0 0,0 1 1 0 0,0-1-1 0 0,0 0 1 0 0,0 0-1 0 0,0 1 0 0 0,0-1 1 0 0,-1 0-1 0 0,1 0 1 0 0,0 0-1 0 0,0 0 1 0 0,0 0-1 0 0,0 0 1 0 0,0 0-1 0 0,0 0 1 0 0,0-1-1 0 0,2 1 0 0 0,0-1 1142 0 0,15-21 197 0 0,-8 7-6045 0 0,-10 6 562 0 0</inkml:trace>
  <inkml:trace contextRef="#ctx0" brushRef="#br0" timeOffset="0.99">225 72 10649 0 0,'20'-7'-113'0'0,"-7"3"117"0"0,1 0 99 0 0,-5 1 37 0 0,48-14-38 0 0,51-12 876 0 0,-30 21-7691 0 0,-61 8 3815 0 0</inkml:trace>
</inkml:ink>
</file>

<file path=ppt/ink/ink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4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7 528 0 0,'0'0'881'0'0,"1"-6"835"0"0,-1 6-1642 0 0,0 0-1 0 0,0 0 1 0 0,0 0 0 0 0,0 1-1 0 0,0-1 1 0 0,0 0 0 0 0,-1 0-1 0 0,1 0 1 0 0,0 0 0 0 0,0 0-1 0 0,0 0 1 0 0,0 0 0 0 0,0 0-1 0 0,0 0 1 0 0,0 0 0 0 0,0 0-1 0 0,-1 0 1 0 0,1 0 0 0 0,0 0-1 0 0,0 0 1 0 0,0 0 0 0 0,0 0-1 0 0,-1-1 885 0 0,1 1-884 0 0,0 0 0 0 0,0 0-1 0 0,0-1 1 0 0,-22 24 208 0 0,2 0 0 0 0,1 1 0 0 0,1 1 0 0 0,1 1 0 0 0,1 0 0 0 0,2 2-1 0 0,-15 36 1 0 0,24-39-1304 0 0,5-11-2617 0 0,1-1 1577 0 0</inkml:trace>
</inkml:ink>
</file>

<file path=ppt/ink/ink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5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0 529 12 0 0,'37'-1'3582'0'0,"-30"7"-3302"0"0,-1 1-1 0 0,1 0 0 0 0,-2 0 0 0 0,1 1 1 0 0,-1-1-1 0 0,0 1 0 0 0,0 1 0 0 0,-1-1 1 0 0,0 1-1 0 0,5 16 0 0 0,-3-10-36 0 0,2 5 18 0 0,3 5 160 0 0,-1 0 0 0 0,-1 0-1 0 0,9 46 1 0 0,-18-71-395 0 0,0 0 0 0 0,0 0 0 0 0,0 0 0 0 0,0 0 0 0 0,0 0 0 0 0,0 0 0 0 0,0 0 0 0 0,0 0 0 0 0,0-1 0 0 0,0 1 0 0 0,0 0 0 0 0,0 0 0 0 0,0 0 0 0 0,0 0 0 0 0,-1 0 0 0 0,1 0 0 0 0,0 0 0 0 0,0 0 0 0 0,0 0 0 0 0,0 0 0 0 0,0 0 0 0 0,0 0 1 0 0,0 0-1 0 0,0-1 0 0 0,0 1 0 0 0,-1 0 0 0 0,1 0 0 0 0,0 0 0 0 0,0 0 0 0 0,0 0 0 0 0,0 0 0 0 0,0 0 0 0 0,0 0 0 0 0,0 0 0 0 0,0 0 0 0 0,-1 0 0 0 0,1 0 0 0 0,0 0 0 0 0,0 0 0 0 0,0 1 0 0 0,0-1 0 0 0,0 0 0 0 0,0 0 0 0 0,0 0 0 0 0,0 0 0 0 0,-1 0 0 0 0,1 0 0 0 0,0 0 0 0 0,0 0 0 0 0,0 0 0 0 0,0 0 0 0 0,0 0 0 0 0,0 0 0 0 0,0 0 0 0 0,0 0 1 0 0,0 1-1 0 0,0-1 0 0 0,0 0 0 0 0,0 0 0 0 0,0 0 0 0 0,0 0 0 0 0,0 0 0 0 0,0 0 0 0 0,0 0 0 0 0,0 0 0 0 0,0 1 0 0 0,-13-14 360 0 0,-13-20-223 0 0,14 7-119 0 0,0 1 0 0 0,2-1 0 0 0,0-1 0 0 0,2 0 0 0 0,2 0 1 0 0,0-1-1 0 0,1 1 0 0 0,2-1 0 0 0,1 0 0 0 0,1 0 0 0 0,2 0 1 0 0,0 0-1 0 0,2 0 0 0 0,1 0 0 0 0,2 0 0 0 0,0 1 0 0 0,2 0 0 0 0,1 0 1 0 0,1 1-1 0 0,1 0 0 0 0,14-24 0 0 0,-17 38-43 0 0,1 0-1 0 0,0 1 0 0 0,0 0 1 0 0,1 1-1 0 0,1 0 1 0 0,0 0-1 0 0,0 1 0 0 0,23-14 1 0 0,-26 18-5 0 0,0 0-1 0 0,0 1 1 0 0,1 0 0 0 0,0 0 0 0 0,0 1-1 0 0,0 0 1 0 0,0 1 0 0 0,0 0 0 0 0,0 0-1 0 0,1 1 1 0 0,-1 0 0 0 0,1 1 0 0 0,-1 0-1 0 0,13 1 1 0 0,-18 0 4 0 0,0 0 0 0 0,0 0 0 0 0,-1 0 0 0 0,1 0 0 0 0,0 0 0 0 0,-1 1 0 0 0,1 0 0 0 0,-1-1 0 0 0,0 1 0 0 0,1 1 0 0 0,-1-1 0 0 0,0 0 0 0 0,0 1 0 0 0,0 0 1 0 0,-1-1-1 0 0,1 1 0 0 0,-1 0 0 0 0,0 0 0 0 0,4 7 0 0 0,-3-5 1 0 0,-1 1 0 0 0,0 0 0 0 0,-1 1 1 0 0,1-1-1 0 0,-1 0 0 0 0,0 0 1 0 0,-1 1-1 0 0,1-1 0 0 0,-1 0 0 0 0,-1 1 1 0 0,0 6-1 0 0,-2 4 4 0 0,0 0 0 0 0,-2 0 0 0 0,0 0 0 0 0,0-1 0 0 0,-2 0 1 0 0,0 0-1 0 0,-16 27 0 0 0,6-22 50 0 0,-1-1-1 0 0,0 0 1 0 0,-2-2 0 0 0,0 0 0 0 0,-1-1 0 0 0,0-1 0 0 0,-2-1-1 0 0,-33 17 1 0 0,55-32-48 0 0,0 1 1 0 0,0 0-1 0 0,0 0 1 0 0,0-1-1 0 0,0 1 0 0 0,0 0 1 0 0,1 0-1 0 0,-1 0 0 0 0,0 0 1 0 0,0 0-1 0 0,1 0 0 0 0,-1 0 1 0 0,0 0-1 0 0,1 1 0 0 0,-1-1 1 0 0,1 0-1 0 0,0 0 0 0 0,-1 0 1 0 0,1 1-1 0 0,0-1 0 0 0,0 0 1 0 0,0 0-1 0 0,0 1 0 0 0,0-1 1 0 0,0 0-1 0 0,0 0 0 0 0,0 1 1 0 0,0-1-1 0 0,0 0 0 0 0,1 0 1 0 0,-1 1-1 0 0,1-1 0 0 0,-1 0 1 0 0,1 0-1 0 0,-1 0 1 0 0,1 0-1 0 0,0 0 0 0 0,-1 0 1 0 0,1 0-1 0 0,0 0 0 0 0,0 0 1 0 0,0 0-1 0 0,1 1 0 0 0,4 4 11 0 0,-1 0 0 0 0,1 0-1 0 0,0-1 1 0 0,0 0 0 0 0,11 7 0 0 0,63 31 57 0 0,132 49 1 0 0,-82-44-6805 0 0,-115-42 5231 0 0,0 0-1295 0 0</inkml:trace>
</inkml:ink>
</file>

<file path=ppt/ink/ink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5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22 140 0 0,'0'-1'155'0'0,"0"-1"-1"0"0,-1 1 1 0 0,1 0 0 0 0,-1 0-1 0 0,1 0 1 0 0,-1 0 0 0 0,1 0-1 0 0,-1 0 1 0 0,1 0 0 0 0,-1 1-1 0 0,0-1 1 0 0,0 0 0 0 0,1 0-1 0 0,-1 0 1 0 0,0 1 0 0 0,0-1-1 0 0,0 0 1 0 0,0 1 0 0 0,0-1-1 0 0,0 1 1 0 0,0-1 0 0 0,0 1-1 0 0,0-1 1 0 0,0 1 0 0 0,0 0-1 0 0,0-1 1 0 0,-1 1 0 0 0,1 0 0 0 0,0 0-1 0 0,0 0 1 0 0,-2 0 0 0 0,1 2-22 0 0,-1 0 0 0 0,1 0 0 0 0,0 0 0 0 0,0 1 1 0 0,0-1-1 0 0,0 0 0 0 0,0 1 0 0 0,0 0 0 0 0,1-1 1 0 0,-1 1-1 0 0,0 3 0 0 0,-2 2-24 0 0,1 0 1 0 0,0 1-1 0 0,1-1 0 0 0,0 0 0 0 0,0 1 1 0 0,1-1-1 0 0,0 1 0 0 0,0-1 1 0 0,1 1-1 0 0,0-1 0 0 0,1 1 1 0 0,0 0-1 0 0,0-1 0 0 0,1 0 0 0 0,4 13 1 0 0,-4-14-61 0 0,0 1 0 0 0,1-1 0 0 0,0 0 0 0 0,0 0 0 0 0,1-1 0 0 0,0 1 0 0 0,0-1 0 0 0,1 1 0 0 0,0-1 1 0 0,0-1-1 0 0,0 1 0 0 0,0-1 0 0 0,1 0 0 0 0,0 0 0 0 0,0 0 0 0 0,0-1 0 0 0,12 6 0 0 0,-16-9-27 0 0,0 0-1 0 0,0 0 0 0 0,1 0 1 0 0,-1 0-1 0 0,1 0 0 0 0,-1-1 1 0 0,1 1-1 0 0,-1-1 0 0 0,1 0 1 0 0,-1 0-1 0 0,1 0 0 0 0,0 0 1 0 0,-1 0-1 0 0,1 0 1 0 0,-1 0-1 0 0,1-1 0 0 0,-1 0 1 0 0,1 1-1 0 0,-1-1 0 0 0,1 0 1 0 0,-1 0-1 0 0,0 0 0 0 0,0-1 1 0 0,1 1-1 0 0,-1 0 0 0 0,0-1 1 0 0,0 0-1 0 0,0 1 1 0 0,0-1-1 0 0,-1 0 0 0 0,1 0 1 0 0,0 0-1 0 0,-1 0 0 0 0,1 0 1 0 0,-1 0-1 0 0,0 0 0 0 0,0-1 1 0 0,0 1-1 0 0,0-1 0 0 0,1-3 1 0 0,0-1 46 0 0,0 0 0 0 0,0 0 0 0 0,-1-1 1 0 0,0 1-1 0 0,0 0 0 0 0,-1-1 0 0 0,0 1 0 0 0,0 0 0 0 0,0-1 1 0 0,-1 1-1 0 0,-1 0 0 0 0,1-1 0 0 0,-4-8 0 0 0,-28-49 362 0 0,32 63-410 0 0,-5-1-27 0 0,3 7-3027 0 0,-4 12 1420 0 0,5-12-1015 0 0</inkml:trace>
</inkml:ink>
</file>

<file path=ppt/ink/ink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6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20 0 0,'0'0'2762'0'0,"12"34"-838"0"0,17 107 1110 0 0,-29-140-2938 0 0,0 0-43 0 0,1 0 0 0 0,-1 0 0 0 0,1-1 0 0 0,0 1 0 0 0,-1 0-1 0 0,1-1 1 0 0,-1 1 0 0 0,1-1 0 0 0,0 1 0 0 0,0-1 0 0 0,-1 1 0 0 0,1-1 0 0 0,0 1 0 0 0,0-1 0 0 0,0 0 0 0 0,-1 1-1 0 0,1-1 1 0 0,0 0 0 0 0,2 1 0 0 0,6-8 40 0 0,-1 1 0 0 0,1-1 0 0 0,-1-1 0 0 0,0 1 0 0 0,7-10 0 0 0,-7 7-13 0 0,1 1-1 0 0,1-1 1 0 0,15-11 0 0 0,-24 21-79 0 0,0 0 0 0 0,-1 0-1 0 0,1 0 1 0 0,0-1 0 0 0,-1 1 0 0 0,1 0 0 0 0,0 0 0 0 0,0 0-1 0 0,-1 0 1 0 0,1 0 0 0 0,0 1 0 0 0,-1-1 0 0 0,1 0 0 0 0,0 0-1 0 0,-1 0 1 0 0,1 1 0 0 0,0-1 0 0 0,-1 0 0 0 0,1 1 0 0 0,0-1-1 0 0,-1 0 1 0 0,1 1 0 0 0,-1-1 0 0 0,1 1 0 0 0,-1-1 0 0 0,1 1-1 0 0,-1-1 1 0 0,2 2 0 0 0,17 21 15 0 0,-8-9 4 0 0,45 36 28 0 0,-55-49-32 0 0,1 0 1 0 0,-1 0 0 0 0,1 0-1 0 0,-1 0 1 0 0,1 0-1 0 0,-1-1 1 0 0,1 1-1 0 0,-1-1 1 0 0,1 1-1 0 0,0-1 1 0 0,-1 1 0 0 0,1-1-1 0 0,0 0 1 0 0,0 0-1 0 0,-1 0 1 0 0,1 0-1 0 0,0 0 1 0 0,-1 0-1 0 0,1 0 1 0 0,0-1 0 0 0,-1 1-1 0 0,1-1 1 0 0,0 1-1 0 0,-1-1 1 0 0,1 1-1 0 0,-1-1 1 0 0,1 0-1 0 0,-1 0 1 0 0,1 0 0 0 0,-1 0-1 0 0,1 0 1 0 0,-1 0-1 0 0,0 0 1 0 0,0-1-1 0 0,0 1 1 0 0,1 0-1 0 0,-1-1 1 0 0,-1 1 0 0 0,1 0-1 0 0,1-3 1 0 0,2-2 55 0 0,0-1 1 0 0,-1 0 0 0 0,0 0-1 0 0,0 0 1 0 0,-1 0 0 0 0,3-12-1 0 0,-3 6-35 0 0,-1-1-1 0 0,-1 1 0 0 0,0 0 1 0 0,-1 0-1 0 0,-1 0 1 0 0,0 0-1 0 0,0 0 0 0 0,-1 0 1 0 0,-1 0-1 0 0,-6-15 0 0 0,-2-9 302 0 0,11 35-278 0 0,0 1 12 0 0,-8-7 95 0 0,8 8-163 0 0,0 0 1 0 0,0 0 0 0 0,1 0 0 0 0,-1 1 0 0 0,0-1-1 0 0,0 0 1 0 0,0 0 0 0 0,1 1 0 0 0,-1-1 0 0 0,0 1-1 0 0,1-1 1 0 0,-1 1 0 0 0,0-1 0 0 0,1 1 0 0 0,-1-1-1 0 0,0 1 1 0 0,1-1 0 0 0,-1 1 0 0 0,1 0 0 0 0,-1-1-1 0 0,1 1 1 0 0,-1 0 0 0 0,1-1 0 0 0,0 1 0 0 0,-1 0-1 0 0,1 0 1 0 0,0 0 0 0 0,-1 1 0 0 0,1-1-3 0 0,0 1-1 0 0,-1 0 1 0 0,1-1 0 0 0,0 1 0 0 0,0 0 0 0 0,0-1-1 0 0,1 1 1 0 0,-1 0 0 0 0,0-1 0 0 0,1 1 0 0 0,-1 0-1 0 0,1-1 1 0 0,-1 1 0 0 0,1-1 0 0 0,0 1 0 0 0,0-1-1 0 0,-1 1 1 0 0,1-1 0 0 0,0 0 0 0 0,2 2 0 0 0,21 25 25 0 0,-17-24-21 0 0,1 1-1 0 0,-1-1 1 0 0,1-1-1 0 0,0 0 1 0 0,0 0-1 0 0,0 0 1 0 0,0-1-1 0 0,1 0 1 0 0,-1-1-1 0 0,0 0 0 0 0,1 0 1 0 0,-1-1-1 0 0,1 0 1 0 0,14-2-1 0 0,-10 1 4 0 0,0-1-1 0 0,-1 0 1 0 0,1-1-1 0 0,-1 0 1 0 0,0-1-1 0 0,0 0 0 0 0,0-1 1 0 0,0-1-1 0 0,13-8 1 0 0,-16 7 15 0 0,0-1 0 0 0,-1 0 0 0 0,0-1 0 0 0,0 0 0 0 0,-1 0 0 0 0,0 0 0 0 0,10-20 0 0 0,-15 20 521 0 0,32 94-476 0 0,-24-65-43 0 0,-1 1 0 0 0,-1 1 1 0 0,10 39-1 0 0,-18-59-16 0 0,0 1-1 0 0,0-1 1 0 0,0 0 0 0 0,0 0-1 0 0,0 0 1 0 0,-1 0 0 0 0,1 0-1 0 0,-1 0 1 0 0,1 0-1 0 0,-1 0 1 0 0,0 0 0 0 0,1 0-1 0 0,-1 0 1 0 0,0 0-1 0 0,-1-1 1 0 0,1 1 0 0 0,0 0-1 0 0,0-1 1 0 0,-1 1 0 0 0,1-1-1 0 0,-1 1 1 0 0,1-1-1 0 0,-1 1 1 0 0,0-1 0 0 0,1 0-1 0 0,-1 0 1 0 0,0 0-1 0 0,0 0 1 0 0,-3 1 0 0 0,-2 1-190 0 0,1-1 1 0 0,-1 0 0 0 0,0 0-1 0 0,0 0 1 0 0,0-1 0 0 0,0 0-1 0 0,-10 0 1 0 0,10-7-2089 0 0</inkml:trace>
</inkml:ink>
</file>

<file path=ppt/ink/ink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7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8 208 264 0 0,'-8'-1'10783'0'0,"354"-2"-9723"0"0,-217-3-904 0 0,-49 4-78 0 0,755-42 465 0 0,-704 23-44 0 0,-130 21-479 0 0,0 0 0 0 0,1 0-1 0 0,-1 0 1 0 0,0 0 0 0 0,0 0 0 0 0,0-1-1 0 0,0 1 1 0 0,1 0 0 0 0,-1-1 0 0 0,0 1-1 0 0,0-1 1 0 0,0 1 0 0 0,0-1 0 0 0,0 1-1 0 0,0-1 1 0 0,0 0 0 0 0,0 0 0 0 0,0 1 0 0 0,-1-1-1 0 0,1 0 1 0 0,0 0 0 0 0,0 0 0 0 0,-1 0-1 0 0,1 0 1 0 0,0 0 0 0 0,0-2 0 0 0,-1 1-2 0 0,0 1 0 0 0,0-1 0 0 0,0 0 0 0 0,-1 1 0 0 0,1-1 0 0 0,0 1 0 0 0,-1-1 0 0 0,1 1 1 0 0,-1-1-1 0 0,0 1 0 0 0,0-1 0 0 0,1 1 0 0 0,-1-1 0 0 0,0 1 0 0 0,0 0 0 0 0,-1-2 0 0 0,-41-36 193 0 0,-24 2 40 0 0,65 36-228 0 0,1 0 16 0 0,-5-3-48 0 0,4 3-19 0 0,2 1 25 0 0,0 0 1 0 0,0 0 0 0 0,0 0 0 0 0,0-1 0 0 0,1 1-1 0 0,-1 0 1 0 0,0 0 0 0 0,0 0 0 0 0,0 0-1 0 0,0 0 1 0 0,0-1 0 0 0,0 1 0 0 0,0 0-1 0 0,0 0 1 0 0,0 0 0 0 0,0 0 0 0 0,0 0 0 0 0,1 0-1 0 0,-1 0 1 0 0,0 0 0 0 0,0-1 0 0 0,0 1-1 0 0,0 0 1 0 0,0 0 0 0 0,0 0 0 0 0,1 0-1 0 0,-1 0 1 0 0,0 0 0 0 0,0 0 0 0 0,0 0 0 0 0,0 0-1 0 0,0 0 1 0 0,0 0 0 0 0,1 0 0 0 0,-1 0-1 0 0,0 0 1 0 0,0 0 0 0 0,0 0 0 0 0,0 0-1 0 0,0 0 1 0 0,1 0 0 0 0,-1 0 0 0 0,0 0 0 0 0,0 0-1 0 0,0 0 1 0 0,0 0 0 0 0,0 0 0 0 0,1 0-1 0 0,-1 1 1 0 0,0-1 0 0 0,0 0 0 0 0,0 0-1 0 0,0 0 1 0 0,0 0 0 0 0,0 0 0 0 0,0 0-1 0 0,0 0 1 0 0,1 0 0 0 0,-1 1 0 0 0,0-1 0 0 0,0 0-1 0 0,0 0 1 0 0,14 14-27 0 0,-10-10 27 0 0,-1 0 0 0 0,0 1 0 0 0,0-1 0 0 0,0 0 0 0 0,-1 1 0 0 0,1 0 0 0 0,1 6 0 0 0,-3-6 30 0 0,-1 0 1 0 0,0 1-1 0 0,-1-1 0 0 0,1 0 0 0 0,-1 0 0 0 0,0 0 0 0 0,0 0 0 0 0,0 0 1 0 0,-1 0-1 0 0,0 0 0 0 0,0 0 0 0 0,0-1 0 0 0,0 1 0 0 0,-1-1 0 0 0,0 1 1 0 0,0-1-1 0 0,0 0 0 0 0,0 0 0 0 0,-1 0 0 0 0,1 0 0 0 0,-1-1 0 0 0,-7 6 1 0 0,-47 30-1772 0 0,5-15-6245 0 0,45-21 4926 0 0</inkml:trace>
</inkml:ink>
</file>

<file path=ppt/ink/ink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0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49 20 0 0,'0'0'782'0'0,"-1"-48"8646"0"0,4 98-8890 0 0,-2-1 0 0 0,-2 1 0 0 0,-11 69 0 0 0,11-111-484 0 0,0-1 0 0 0,1 1 0 0 0,0 0 0 0 0,0-1 0 0 0,1 1 0 0 0,2 11 1 0 0,-3-18-15 0 0,1 12 19 0 0,-1-13-46 0 0,0 0 1 0 0,-1 0-1 0 0,1 1 1 0 0,0-1-1 0 0,0 0 1 0 0,0 0-1 0 0,0 1 1 0 0,0-1-1 0 0,0 0 1 0 0,0 0-1 0 0,0 1 1 0 0,0-1-1 0 0,0 0 1 0 0,0 0-1 0 0,0 0 1 0 0,0 1-1 0 0,0-1 1 0 0,0 0-1 0 0,0 0 1 0 0,1 1-1 0 0,-1-1 1 0 0,0 0-1 0 0,0 0 1 0 0,0 0-1 0 0,0 1 1 0 0,0-1-1 0 0,1 0 1 0 0,-1 0-1 0 0,0 0 1 0 0,0 1-1 0 0,0-1 1 0 0,0 0-1 0 0,1 0 1 0 0,-1 0-1 0 0,0 0 1 0 0,0 0-1 0 0,0 0 1 0 0,1 1-1 0 0,-1-1 1 0 0,0 0-1 0 0,0 0 1 0 0,1 0-1 0 0,-1 0 1 0 0,0 0-1 0 0,0 0 1 0 0,1 0-1 0 0,-1 0 1 0 0,0 0 0 0 0,0 0-1 0 0,1 0 1 0 0,-1 0-1 0 0,0 0 1 0 0,0 0-1 0 0,1-1 1 0 0,44-42 195 0 0,-32 29-139 0 0,1 1-1 0 0,27-21 1 0 0,-38 32-69 0 0,-1 1-1 0 0,1 0 1 0 0,0-1-1 0 0,0 1 1 0 0,0 0-1 0 0,0 0 1 0 0,0 1-1 0 0,0-1 1 0 0,0 1-1 0 0,0-1 1 0 0,0 1-1 0 0,0 0 1 0 0,0 0-1 0 0,0 1 1 0 0,0-1-1 0 0,0 0 1 0 0,0 1-1 0 0,0 0 1 0 0,0 0-1 0 0,0 0 1 0 0,4 2-1 0 0,5 3 3 0 0,0 1 0 0 0,0 0-1 0 0,18 15 1 0 0,7 4-1 0 0,-33-24 11 0 0,0 1-1 0 0,0-1 0 0 0,1 0 1 0 0,-1-1-1 0 0,0 1 0 0 0,1-1 1 0 0,-1 1-1 0 0,1-2 0 0 0,5 2 1 0 0,-8-2 0 0 0,26-21 42 0 0,-23 13-48 0 0,-1 1 1 0 0,0 0 0 0 0,-1-1-1 0 0,0 0 1 0 0,0 0 0 0 0,0 0 0 0 0,-1 0-1 0 0,-1 0 1 0 0,1-1 0 0 0,-1 1-1 0 0,0-1 1 0 0,-2-14 0 0 0,0 0 1 0 0,-1 0 0 0 0,-1 1 0 0 0,-9-33 0 0 0,-10 3-35 0 0,21 51 16 0 0,-12-3-18 0 0,12 4 26 0 0,0 0-1 0 0,0 0 1 0 0,0 0-1 0 0,0 0 0 0 0,1 0 1 0 0,-1 0-1 0 0,0 1 1 0 0,0-1-1 0 0,0 0 1 0 0,0 0-1 0 0,1 1 1 0 0,-1-1-1 0 0,0 0 0 0 0,0 1 1 0 0,1-1-1 0 0,-1 1 1 0 0,0-1-1 0 0,1 1 1 0 0,-1-1-1 0 0,0 1 0 0 0,1 0 1 0 0,-1-1-1 0 0,1 1 1 0 0,-1 0-1 0 0,0 1 1 0 0,0 0-12 0 0,1-2-20 0 0,-1 0 32 0 0,1 0 0 0 0,0 0 1 0 0,-1 0-1 0 0,1 0 0 0 0,0 0 0 0 0,-1 0 1 0 0,1 0-1 0 0,0 1 0 0 0,-1-1 0 0 0,1 0 1 0 0,0 0-1 0 0,0 0 0 0 0,-1 1 1 0 0,1-1-1 0 0,0 0 0 0 0,0 0 0 0 0,-1 1 1 0 0,1-1-1 0 0,0 0 0 0 0,0 0 0 0 0,0 1 1 0 0,-1-1-1 0 0,1 0 0 0 0,0 1 0 0 0,0-1 1 0 0,0 0-1 0 0,0 1 0 0 0,0-1 0 0 0,0 0 1 0 0,0 1-1 0 0,0-1 0 0 0,0 0 0 0 0,0 1 1 0 0,0-1-1 0 0,0 0 0 0 0,0 1 1 0 0,0-1-1 0 0,0 0 0 0 0,0 1 0 0 0,0-1 1 0 0,0 0-1 0 0,0 1 0 0 0,0-1 0 0 0,1 0 1 0 0,-1 1-1 0 0,0-1 0 0 0,0 0 0 0 0,0 1 1 0 0,1-1-1 0 0,12 17-39 0 0,16-6 43 0 0,0-2 1 0 0,1-1 0 0 0,0-1 0 0 0,0-1-1 0 0,50 2 1 0 0,-32-3 7 0 0,129 9 34 0 0,-177-14-43 0 0,1 0 0 0 0,-1 0 0 0 0,1 1 0 0 0,-1-1 0 0 0,1 0 1 0 0,-1 1-1 0 0,1-1 0 0 0,-1 0 0 0 0,0 1 0 0 0,1-1 0 0 0,-1 0 0 0 0,0 1 1 0 0,1-1-1 0 0,-1 1 0 0 0,0-1 0 0 0,1 0 0 0 0,-1 1 0 0 0,0-1 0 0 0,0 1 1 0 0,1-1-1 0 0,-1 1 0 0 0,0-1 0 0 0,0 1 0 0 0,0-1 0 0 0,0 1 0 0 0,0 0 1 0 0,0-1-1 0 0,0 1 0 0 0,0-1 0 0 0,0 1 0 0 0,0-1 0 0 0,0 1 0 0 0,0-1 1 0 0,0 1-1 0 0,0-1 0 0 0,0 1 0 0 0,-1-1 0 0 0,1 1 0 0 0,0-1 1 0 0,-1 2-1 0 0,-9 29-5 0 0,6-20 0 0 0,3-6 2 0 0,1 1-1 0 0,-1 0 1 0 0,1 0 0 0 0,0 0-1 0 0,0 0 1 0 0,1 0 0 0 0,-1-1-1 0 0,1 1 1 0 0,1 0 0 0 0,-1 0-1 0 0,1-1 1 0 0,0 1 0 0 0,0-1-1 0 0,1 0 1 0 0,0 1 0 0 0,0-1-1 0 0,5 6 1 0 0,-6-8 5 0 0,0-1-1 0 0,0 1 1 0 0,1-1 0 0 0,-1 0-1 0 0,1 0 1 0 0,0 0 0 0 0,-1 0-1 0 0,1 0 1 0 0,0 0 0 0 0,0-1-1 0 0,0 1 1 0 0,0-1 0 0 0,1 0-1 0 0,-1 0 1 0 0,0 0 0 0 0,0-1-1 0 0,1 1 1 0 0,-1-1 0 0 0,0 0-1 0 0,1 0 1 0 0,-1 0 0 0 0,1 0-1 0 0,-1 0 1 0 0,0-1 0 0 0,1 1-1 0 0,-1-1 1 0 0,0 0 0 0 0,0 0-1 0 0,0 0 1 0 0,0-1 0 0 0,0 1-1 0 0,3-3 1 0 0,-1 2 25 0 0,-2-1-1 0 0,1 0 1 0 0,0 0 0 0 0,-1 0 0 0 0,1 0-1 0 0,-1 0 1 0 0,0-1 0 0 0,0 0 0 0 0,0 1-1 0 0,-1-1 1 0 0,1 0 0 0 0,-1-1 0 0 0,0 1-1 0 0,0 0 1 0 0,0 0 0 0 0,-1-1 0 0 0,0 1-1 0 0,0-1 1 0 0,0 0 0 0 0,0 1-1 0 0,0-1 1 0 0,-1 0 0 0 0,0 1 0 0 0,0-1-1 0 0,-1 0 1 0 0,0-7 0 0 0,-1 1 29 0 0,0 0 1 0 0,0 0-1 0 0,-1 0 1 0 0,-1 0-1 0 0,0 1 1 0 0,0-1-1 0 0,-1 1 1 0 0,0 0-1 0 0,-13-18 0 0 0,15 24-46 0 0,-1 1-1 0 0,1 0 0 0 0,0 0 0 0 0,-1 0 0 0 0,0 0 1 0 0,0 0-1 0 0,1 1 0 0 0,-1 0 0 0 0,-1 0 0 0 0,1 0 1 0 0,0 0-1 0 0,0 1 0 0 0,-1 0 0 0 0,-7-2 0 0 0,11 3-142 0 0,-1 0-1 0 0,0 0 0 0 0,0 0 0 0 0,1 0 0 0 0,-1 0 0 0 0,0 0 1 0 0,1 0-1 0 0,-1 1 0 0 0,0-1 0 0 0,0 0 0 0 0,1 1 0 0 0,-1 0 1 0 0,1-1-1 0 0,-1 1 0 0 0,1 0 0 0 0,-3 2 0 0 0,2-2-290 0 0,1 1 0 0 0,0-1 0 0 0,0 1 0 0 0,-1-1-1 0 0,1 1 1 0 0,0 0 0 0 0,1-1 0 0 0,-1 1 0 0 0,0 0-1 0 0,0 0 1 0 0,1 0 0 0 0,-1 0 0 0 0,1 0 0 0 0,0 0 0 0 0,0 0-1 0 0,-1-1 1 0 0,1 1 0 0 0,1 3 0 0 0</inkml:trace>
</inkml:ink>
</file>

<file path=ppt/ink/ink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0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0 616 0 0,'17'7'683'0'0,"0"0"0"0"0,0 1-1 0 0,-1 1 1 0 0,0 0 0 0 0,-1 1 0 0 0,0 1 0 0 0,0 0-1 0 0,20 22 1 0 0,-34-32-644 0 0,0 0 0 0 0,0 1 0 0 0,0-1-1 0 0,0 0 1 0 0,-1 0 0 0 0,1 1-1 0 0,0-1 1 0 0,-1 0 0 0 0,1 1 0 0 0,-1-1-1 0 0,1 1 1 0 0,-1-1 0 0 0,0 1 0 0 0,1-1-1 0 0,-1 0 1 0 0,0 1 0 0 0,0-1 0 0 0,0 1-1 0 0,0-1 1 0 0,-1 1 0 0 0,1-1 0 0 0,0 1-1 0 0,0-1 1 0 0,-1 1 0 0 0,1-1-1 0 0,-1 0 1 0 0,0 1 0 0 0,1-1 0 0 0,-1 0-1 0 0,0 1 1 0 0,0-1 0 0 0,0 0 0 0 0,1 0-1 0 0,-1 0 1 0 0,-1 0 0 0 0,1 1 0 0 0,0-2-1 0 0,-2 3 1 0 0,1-2 161 0 0,2-1-149 0 0,0 0 0 0 0,-1 0 0 0 0,1 0 0 0 0,-1 1 0 0 0,1-1 0 0 0,0 0 0 0 0,-1 0 0 0 0,1 0 0 0 0,-1 0 0 0 0,1 0 0 0 0,0 0 0 0 0,-1 0 0 0 0,1 0 0 0 0,-1 0 0 0 0,1 0 0 0 0,-1 0 0 0 0,1 0 0 0 0,0 0 0 0 0,-1 0 0 0 0,1 0 0 0 0,-1 0 0 0 0,1-1 0 0 0,0 1 0 0 0,-1 0 0 0 0,1 0 0 0 0,-1 0 0 0 0,1-1 0 0 0,0 1 0 0 0,-1-1 0 0 0,0 0-29 0 0,0-1 1 0 0,0 0 0 0 0,0 0 0 0 0,1 1 0 0 0,-1-1 0 0 0,1 0-1 0 0,-1 0 1 0 0,1 0 0 0 0,0 0 0 0 0,0 0 0 0 0,-1 0 0 0 0,1 1 0 0 0,1-1-1 0 0,-1 0 1 0 0,0 0 0 0 0,0 0 0 0 0,1 0 0 0 0,-1 0 0 0 0,1 0-1 0 0,-1 1 1 0 0,1-1 0 0 0,1-3 0 0 0,1 0 44 0 0,1 0 0 0 0,-1 0 1 0 0,1 1-1 0 0,-1-1 0 0 0,1 1 0 0 0,1 0 0 0 0,7-7 1 0 0,-5 5-200 0 0,1 1-1 0 0,-1 0 1 0 0,1 0 0 0 0,-1 1 0 0 0,1 0 0 0 0,0 1 0 0 0,1-1-1 0 0,-1 2 1 0 0,1-1 0 0 0,-1 1 0 0 0,11-1 0 0 0,18 5-5060 0 0,-20-1 2777 0 0</inkml:trace>
</inkml:ink>
</file>

<file path=ppt/ink/ink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0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45 432 528 0 0,'-6'3'662'0'0,"4"-3"-518"0"0,0 0 0 0 0,0 0 0 0 0,1 0 0 0 0,-1 1 0 0 0,0-1 0 0 0,1 1 0 0 0,-1-1 0 0 0,1 1 0 0 0,-1 0 0 0 0,1-1 0 0 0,-1 1 0 0 0,1 0 0 0 0,-1 0 0 0 0,1 0 0 0 0,0 0 0 0 0,-1 0 0 0 0,1 1 0 0 0,0-1 0 0 0,0 0 0 0 0,0 1 0 0 0,0-1 0 0 0,0 0 0 0 0,0 1 0 0 0,0-1 0 0 0,0 1 0 0 0,1 0 0 0 0,-1-1 0 0 0,1 1 0 0 0,-1 2 0 0 0,1-3 180 0 0,3 5 120 0 0,15 22 342 0 0,-15-27-744 0 0,-1 0 1 0 0,0 1-1 0 0,0-1 1 0 0,1 0-1 0 0,-1 0 1 0 0,1 0-1 0 0,-1-1 1 0 0,1 1-1 0 0,-1-1 1 0 0,1 1-1 0 0,0-1 1 0 0,-1 0-1 0 0,1 0 1 0 0,-1 0-1 0 0,1 0 0 0 0,0 0 1 0 0,-1-1-1 0 0,1 1 1 0 0,4-2-1 0 0,-3 0 4 0 0,0-1-1 0 0,0 1 0 0 0,0-1 1 0 0,0 1-1 0 0,0-1 0 0 0,0 0 1 0 0,0-1-1 0 0,-1 1 1 0 0,0-1-1 0 0,4-4 0 0 0,6-11 118 0 0,-1 0 0 0 0,-1-1 0 0 0,15-37 0 0 0,-19 41-8 0 0,9-21 322 0 0,-2-1 0 0 0,-1-1 0 0 0,-2 0 1 0 0,-2-1-1 0 0,-1 1 0 0 0,2-50 0 0 0,-10 89-409 0 0,0-1 0 0 0,1 1 0 0 0,-1-1 1 0 0,0 1-1 0 0,0-1 0 0 0,0 0 0 0 0,1 1 0 0 0,-1-1 0 0 0,0 1 0 0 0,0-1 0 0 0,0 0 1 0 0,0 1-1 0 0,0-1 0 0 0,0 1 0 0 0,0-1 0 0 0,0 0 0 0 0,-1 1 0 0 0,1-1 0 0 0,0 1 0 0 0,0-1 1 0 0,0 0-1 0 0,-1 1 0 0 0,1-1 0 0 0,0 1 0 0 0,-1-1 0 0 0,1 1 0 0 0,0-1 0 0 0,-1 1 0 0 0,1-1 1 0 0,-1 1-1 0 0,1 0 0 0 0,-1-1 0 0 0,1 1 0 0 0,-1-1 0 0 0,-16 17 655 0 0,-15 41-189 0 0,20-17-219 0 0,1 1 0 0 0,3 0 0 0 0,1 1 0 0 0,-3 73 0 0 0,9 30-1032 0 0,7-1-3958 0 0,-2-60-910 0 0,-3-48 1759 0 0</inkml:trace>
</inkml:ink>
</file>

<file path=ppt/ink/ink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4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353 72 596 0 0,'0'0'695'0'0,"0"-15"1790"0"0,1 13-2324 0 0,-1-1 0 0 0,0 1-1 0 0,0 0 1 0 0,0 0 0 0 0,0 0 0 0 0,-1-1-1 0 0,1 1 1 0 0,0 0 0 0 0,-1 0-1 0 0,0 0 1 0 0,1 0 0 0 0,-1 0 0 0 0,0 0-1 0 0,0 0 1 0 0,0 0 0 0 0,0 0-1 0 0,-1 0 1 0 0,1 0 0 0 0,0 1 0 0 0,-1-1-1 0 0,1 1 1 0 0,-1-1 0 0 0,0 1-1 0 0,1-1 1 0 0,-1 1 0 0 0,0 0-1 0 0,-2-1 1 0 0,0 1-88 0 0,0 0-1 0 0,0 0 1 0 0,1 1-1 0 0,-1 0 1 0 0,0 0-1 0 0,0 0 1 0 0,0 0 0 0 0,1 1-1 0 0,-1-1 1 0 0,0 1-1 0 0,0 0 1 0 0,1 0-1 0 0,-1 1 1 0 0,1-1-1 0 0,-1 1 1 0 0,-3 1 0 0 0,-14 8 152 0 0,-1 1 1 0 0,2 1 0 0 0,0 1 0 0 0,0 0 0 0 0,2 2 0 0 0,-19 18 0 0 0,26-23-136 0 0,1 1 0 0 0,0 0 0 0 0,1 1 1 0 0,0 0-1 0 0,1 0 0 0 0,0 1 1 0 0,1 0-1 0 0,1 0 0 0 0,0 1 0 0 0,-5 22 1 0 0,9-31-75 0 0,1 1-1 0 0,0 0 1 0 0,0-1 0 0 0,0 1-1 0 0,1 0 1 0 0,0-1 0 0 0,1 1 0 0 0,-1 0-1 0 0,1-1 1 0 0,0 1 0 0 0,1-1 0 0 0,-1 1-1 0 0,2-1 1 0 0,-1 1 0 0 0,0-1 0 0 0,1 0-1 0 0,0 0 1 0 0,1 0 0 0 0,-1-1 0 0 0,1 1-1 0 0,0-1 1 0 0,1 0 0 0 0,-1 0 0 0 0,1 0-1 0 0,0-1 1 0 0,0 1 0 0 0,1-1 0 0 0,10 6-1 0 0,-4-4-10 0 0,0 0 0 0 0,0-1 0 0 0,0-1 0 0 0,1 0 0 0 0,0 0 0 0 0,0-2 0 0 0,0 1 0 0 0,0-1 0 0 0,0-1 0 0 0,0-1 0 0 0,0 0 0 0 0,1 0 0 0 0,22-5 0 0 0,-10 0 4 0 0,0-1 0 0 0,0-1 0 0 0,-1-2 0 0 0,0 0 0 0 0,-1-2 0 0 0,1-1 0 0 0,-2 0 0 0 0,0-2 1 0 0,-1-1-1 0 0,0 0 0 0 0,-1-2 0 0 0,26-26 0 0 0,-32 18 1 0 0,-17 27-9 0 0,1 0 0 0 0,0-1 0 0 0,0 1 0 0 0,0 0 0 0 0,0 0 0 0 0,1 0 0 0 0,-1 0 0 0 0,0 0 0 0 0,1 0 0 0 0,-1 0 0 0 0,1 0 0 0 0,0 0 1 0 0,0 0-1 0 0,-1 0 0 0 0,2 0 0 0 0,-1 3 0 0 0,1-2-2 0 0,0 1 1 0 0,0-1 0 0 0,1 0-1 0 0,-1 1 1 0 0,1-1 0 0 0,0 0-1 0 0,0 0 1 0 0,0 0 0 0 0,0 0-1 0 0,0-1 1 0 0,5 5 0 0 0,0 0-4 0 0,0-2 1 0 0,0 1-1 0 0,0-1 1 0 0,1 0-1 0 0,-1 0 1 0 0,1-1-1 0 0,1 0 0 0 0,-1 0 1 0 0,15 4-1 0 0,-17-7 8 0 0,1 1 0 0 0,-1-1-1 0 0,1 1 1 0 0,-1-2 0 0 0,1 1-1 0 0,-1-1 1 0 0,1 0 0 0 0,-1 0-1 0 0,1-1 1 0 0,-1 0 0 0 0,1 0-1 0 0,-1-1 1 0 0,1 1 0 0 0,5-4-1 0 0,-10 5-2 0 0,-1-1 1 0 0,0 0-1 0 0,0 0 0 0 0,1 1 0 0 0,-1-1 1 0 0,0 0-1 0 0,0 0 0 0 0,0 0 0 0 0,0 0 0 0 0,1 0 1 0 0,-2 0-1 0 0,1-1 0 0 0,0 1 0 0 0,0 0 1 0 0,0 0-1 0 0,0-1 0 0 0,-1 1 0 0 0,1 0 1 0 0,-1-1-1 0 0,1 1 0 0 0,-1-1 0 0 0,0 1 0 0 0,1-1 1 0 0,-1 1-1 0 0,0-1 0 0 0,0 1 0 0 0,0-1 1 0 0,0 1-1 0 0,0 0 0 0 0,0-1 0 0 0,-1 1 1 0 0,1-1-1 0 0,0 1 0 0 0,-1-1 0 0 0,1 1 0 0 0,-1-1 1 0 0,1 1-1 0 0,-1 0 0 0 0,-1-3 0 0 0,-2-3-1 0 0,0 1 0 0 0,0 0 0 0 0,-1 0 0 0 0,0 0 0 0 0,0 1 0 0 0,-9-9 1 0 0,8 10-4 0 0,1 0 1 0 0,-1 1 0 0 0,0-1 0 0 0,-1 1-1 0 0,-10-4 1 0 0,-1 0 6 0 0,17 6-66 0 0,-7 4-730 0 0,-5 2-578 0 0,8 3-4277 0 0,4 4 2867 0 0</inkml:trace>
</inkml:ink>
</file>

<file path=ppt/ink/ink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5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34 640 0 0,'-2'-20'2466'0'0,"-5"7"3183"0"0,1 27-5482 0 0,0 0-1 0 0,1 1 1 0 0,0 0 0 0 0,1 0 0 0 0,1 0 0 0 0,1 0 0 0 0,0 1-1 0 0,1-1 1 0 0,0 1 0 0 0,1 0 0 0 0,3 16 0 0 0,0-4-15 0 0,1 0-1 0 0,1 0 1 0 0,2 0 0 0 0,1-1 0 0 0,15 36 0 0 0,-18-55-120 0 0,-1 0 1 0 0,1 0-1 0 0,0-1 1 0 0,1 0-1 0 0,0 0 1 0 0,0 0 0 0 0,0-1-1 0 0,1 1 1 0 0,8 5-1 0 0,-12-10-19 0 0,-1-1 0 0 0,1 1 1 0 0,0 0-1 0 0,0-1 0 0 0,0 0 0 0 0,0 0 0 0 0,0 0 0 0 0,0 0 0 0 0,0 0 0 0 0,0 0 0 0 0,0-1 1 0 0,6 1-1 0 0,-7-1-8 0 0,0-1 0 0 0,0 1 0 0 0,0-1 1 0 0,0 1-1 0 0,0-1 0 0 0,-1 0 0 0 0,1 1 0 0 0,0-1 1 0 0,0 0-1 0 0,-1 0 0 0 0,1-1 0 0 0,0 1 1 0 0,-1 0-1 0 0,1 0 0 0 0,-1-1 0 0 0,0 1 0 0 0,1-1 1 0 0,-1 1-1 0 0,0-1 0 0 0,0 0 0 0 0,0 1 1 0 0,1-4-1 0 0,8-13 55 0 0,-1-2 0 0 0,-1 1 0 0 0,0-1 0 0 0,8-39 0 0 0,-14 52 15 0 0,0 9 71 0 0,2 20 254 0 0,-3-11-268 0 0,1-1-1 0 0,1 1 1 0 0,6 18 0 0 0,-7-25-127 0 0,0 0 0 0 0,1 0-1 0 0,-1 0 1 0 0,1-1 0 0 0,0 1 0 0 0,1-1 0 0 0,-1 1 0 0 0,0-1 0 0 0,1 0-1 0 0,0-1 1 0 0,0 1 0 0 0,0-1 0 0 0,0 1 0 0 0,0-1 0 0 0,0 0 0 0 0,7 1-1 0 0,-8-2 0 0 0,0 0-1 0 0,1 0 1 0 0,-1-1-1 0 0,0 1 1 0 0,0-1-1 0 0,0 0 1 0 0,1 0-1 0 0,-1 0 1 0 0,0 0-1 0 0,0-1 1 0 0,1 1-1 0 0,-1-1 1 0 0,0 0-1 0 0,0 0 1 0 0,0 0-1 0 0,0 0 1 0 0,0-1-1 0 0,0 1 1 0 0,0-1-1 0 0,0 0 1 0 0,-1 0-1 0 0,1 0 0 0 0,3-4 1 0 0,2-2 24 0 0,11-7 318 0 0,-18 16-342 0 0,0-1 0 0 0,1 1 0 0 0,-1-1 0 0 0,0 1 0 0 0,0 0 0 0 0,0-1 1 0 0,0 1-1 0 0,1 0 0 0 0,-1 0 0 0 0,0 0 0 0 0,0 0 0 0 0,0 0 0 0 0,-1 0 0 0 0,1 0 0 0 0,0 0 0 0 0,0 0 0 0 0,0 0 0 0 0,-1 0 0 0 0,2 3 0 0 0,28 38-1366 0 0,-9-15-5948 0 0,-16-20 4113 0 0</inkml:trace>
</inkml:ink>
</file>

<file path=ppt/ink/ink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5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7 76 0 0,'0'0'3272'0'0,"4"-6"914"0"0,-4 6-4119 0 0,0 0 1 0 0,0 0 0 0 0,0-1 0 0 0,2 5 13 0 0,0 0-1 0 0,-1 0 1 0 0,0-1 0 0 0,1 1 0 0 0,-1 0 0 0 0,-1 0 0 0 0,1 0-1 0 0,-1 0 1 0 0,1 0 0 0 0,-1 1 0 0 0,0-1 0 0 0,-1 0 0 0 0,1 0-1 0 0,-1 0 1 0 0,1 0 0 0 0,-1 0 0 0 0,0 0 0 0 0,-1-1 0 0 0,-1 6 0 0 0,2-8-21 0 0,-5 9 107 0 0,6-10-151 0 0,0 0-1 0 0,0 0 1 0 0,0 0-1 0 0,0 0 1 0 0,0 1-1 0 0,0-1 1 0 0,0 0 0 0 0,0 0-1 0 0,0 0 1 0 0,0 0-1 0 0,0 1 1 0 0,0-1-1 0 0,0 0 1 0 0,0 0 0 0 0,0 0-1 0 0,0 0 1 0 0,0 0-1 0 0,0 1 1 0 0,0-1-1 0 0,0 0 1 0 0,-1 0-1 0 0,1 0 1 0 0,0 0 0 0 0,0 0-1 0 0,0 0 1 0 0,0 1-1 0 0,0-1 1 0 0,0 0-1 0 0,0 0 1 0 0,-1 0 0 0 0,1 0-1 0 0,0 0 1 0 0,0 0-1 0 0,0 0 1 0 0,0 0-1 0 0,-1 0 1 0 0,1 0 0 0 0,0 0-1 0 0,0 0 1 0 0,0 0-1 0 0,0 0 1 0 0,0 0-1 0 0,-1 0 1 0 0,1 0-1 0 0,0 0 1 0 0,0 0 0 0 0,0 0-1 0 0,0 0 1 0 0,-1 0-1 0 0,1 0 1 0 0,0 0-1 0 0,0 0 1 0 0,0 0 0 0 0,0 0-1 0 0,0 0 1 0 0,-1 0-1 0 0,1 0 1 0 0,0-1-1 0 0,0 1 1 0 0,0 0 0 0 0,0 0-1 0 0,0 0 1 0 0,0 0-1 0 0,0 0 1 0 0,-1-1-1 0 0,-2-17 19 0 0,2 13 23 0 0,3 2-52 0 0,-1 0 0 0 0,1 1 0 0 0,0-1 0 0 0,0 0 0 0 0,0 1 0 0 0,0-1 0 0 0,0 1 0 0 0,0-1 0 0 0,1 1 0 0 0,3-3 0 0 0,0 7-4 0 0,0 1 0 0 0,-1-1 1 0 0,1 1-1 0 0,-1 0 1 0 0,0 1-1 0 0,0-1 1 0 0,0 1-1 0 0,6 7 0 0 0,11 6 11 0 0,-15-12-2 0 0,-5-4-7 0 0,-1 0 0 0 0,1 0 0 0 0,-1-1 0 0 0,1 1 0 0 0,0 0 0 0 0,-1 0 0 0 0,1-1 0 0 0,0 1 0 0 0,-1-1 0 0 0,1 0-1 0 0,0 1 1 0 0,0-1 0 0 0,-1 0 0 0 0,1 0 0 0 0,0 0 0 0 0,0 0 0 0 0,-1-1 0 0 0,1 1 0 0 0,0 0 0 0 0,0-1 0 0 0,-1 1 0 0 0,1-1-1 0 0,2-1 1 0 0,6-1 28 0 0,-1 0 0 0 0,1-1 1 0 0,-1 0-1 0 0,9-7 0 0 0,-17 11 15 0 0,1-2-31 0 0,-1 1 0 0 0,1 0-1 0 0,-1 0 1 0 0,1 0 0 0 0,0 0-1 0 0,-1 0 1 0 0,1 0 0 0 0,0 1-1 0 0,0-1 1 0 0,0 1 0 0 0,0-1-1 0 0,0 1 1 0 0,0 0 0 0 0,0-1-1 0 0,-1 1 1 0 0,5 1 0 0 0,8 27-649 0 0,-6-8-5498 0 0</inkml:trace>
</inkml:ink>
</file>

<file path=ppt/ink/ink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6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8 0 0,'0'0'109'0'0,"0"-1"0"0"0,1 0 0 0 0,-1 1-1 0 0,0-1 1 0 0,1 0 0 0 0,-1 1 0 0 0,0-1 0 0 0,1 0 0 0 0,-1 1-1 0 0,1-1 1 0 0,-1 1 0 0 0,1-1 0 0 0,-1 1 0 0 0,1-1 0 0 0,0 1-1 0 0,-1-1 1 0 0,1 1 0 0 0,0-1 0 0 0,-1 1 0 0 0,1 0 0 0 0,0-1-1 0 0,-1 1 1 0 0,1 0 0 0 0,0 0 0 0 0,0 0 0 0 0,-1-1 0 0 0,1 1-1 0 0,0 0 1 0 0,0 0 0 0 0,-1 0 0 0 0,1 0 0 0 0,0 0 0 0 0,0 0-1 0 0,-1 1 1 0 0,1-1 0 0 0,0 0 0 0 0,-1 0 0 0 0,1 0 0 0 0,0 1-1 0 0,0-1 1 0 0,0 1 0 0 0,41 16 431 0 0,-24-9 343 0 0,-13-7-691 0 0,0 0-1 0 0,1-1 1 0 0,-1 1 0 0 0,0-1 0 0 0,1 0-1 0 0,-1 0 1 0 0,0-1 0 0 0,1 0-1 0 0,-1 0 1 0 0,0 0 0 0 0,6-2 0 0 0,-7 1-121 0 0,1 1 0 0 0,1 0 0 0 0,-1 0 0 0 0,0 0 0 0 0,0 0 0 0 0,0 1 0 0 0,0 0 0 0 0,1 0 0 0 0,-1 0 0 0 0,9 3 0 0 0,-4 0-191 0 0,-1 1-1 0 0,0 0 0 0 0,0 0 1 0 0,9 7-1 0 0,7 3-4299 0 0,-12-7 2135 0 0</inkml:trace>
</inkml:ink>
</file>

<file path=ppt/ink/ink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6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14 125 628 0 0,'0'0'951'0'0,"-13"-10"7770"0"0,47 16-8508 0 0,1-2-1 0 0,-1-2 1 0 0,52-2-1 0 0,115-17 17 0 0,-69 4-115 0 0,360-35 126 0 0,-483 47-203 0 0,0-1-1 0 0,0 1 1 0 0,-1-2-1 0 0,15-4 1 0 0,-21 6 47 0 0,-6-2-6 0 0,-4-2 39 0 0,-1 1 0 0 0,1 0 0 0 0,-1 1 0 0 0,0-1 0 0 0,0 2 0 0 0,0-1 0 0 0,0 1 0 0 0,-11-1 0 0 0,19 3-108 0 0,1 0 1 0 0,-1 0 0 0 0,0 0 0 0 0,1 0-1 0 0,-1 0 1 0 0,0-1 0 0 0,1 1 0 0 0,-1 0-1 0 0,0 1 1 0 0,0-1 0 0 0,1 0-1 0 0,-1 0 1 0 0,0 0 0 0 0,1 0 0 0 0,-1 0-1 0 0,0 1 1 0 0,1-1 0 0 0,-1 0 0 0 0,0 1-1 0 0,1-1 1 0 0,-1 0 0 0 0,1 1 0 0 0,-1-1-1 0 0,1 1 1 0 0,-1-1 0 0 0,1 1 0 0 0,-1-1-1 0 0,1 1 1 0 0,-1-1 0 0 0,1 1 0 0 0,-1 0-1 0 0,1-1 1 0 0,0 1 0 0 0,0 0 0 0 0,-1-1-1 0 0,1 1 1 0 0,0 0 0 0 0,0-1 0 0 0,-1 2-1 0 0,5 34 188 0 0,0-5-75 0 0,-6-24-224 0 0,-1-1 1 0 0,1 1-1 0 0,-1 0 0 0 0,0-1 0 0 0,-1 0 1 0 0,0 0-1 0 0,-4 6 0 0 0,-22 25-6967 0 0,21-26 3717 0 0</inkml:trace>
</inkml:ink>
</file>

<file path=ppt/ink/ink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39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438 103 440 0 0,'6'-22'2126'0'0,"-5"19"-1621"0"0,0 0-1 0 0,0 0 1 0 0,-1 0 0 0 0,1 1-1 0 0,0-1 1 0 0,-1 0 0 0 0,0 0-1 0 0,0 0 1 0 0,0 0 0 0 0,0-5-1 0 0,-2 5-389 0 0,1 1-1 0 0,0 0 0 0 0,-1-1 0 0 0,1 1 0 0 0,-1 0 0 0 0,0 0 1 0 0,0 0-1 0 0,0 0 0 0 0,0 0 0 0 0,0 0 0 0 0,0 0 0 0 0,-1 1 0 0 0,1-1 1 0 0,0 1-1 0 0,-1 0 0 0 0,1 0 0 0 0,-1-1 0 0 0,0 2 0 0 0,1-1 1 0 0,-1 0-1 0 0,0 0 0 0 0,-2 1 0 0 0,-5-2 47 0 0,0 0-1 0 0,-1 1 1 0 0,1 0-1 0 0,-20 1 1 0 0,16 2-14 0 0,0 1 1 0 0,-1 0-1 0 0,1 1 0 0 0,0 1 1 0 0,1 0-1 0 0,-23 13 1 0 0,9-3 96 0 0,1 1 0 0 0,-28 23 0 0 0,45-32-181 0 0,0 1-1 0 0,1 0 1 0 0,0 1 0 0 0,0 0 0 0 0,1 0-1 0 0,0 1 1 0 0,1 0 0 0 0,0 0-1 0 0,0 1 1 0 0,1-1 0 0 0,-7 23 0 0 0,10-28-54 0 0,1 1 0 0 0,-1 0 1 0 0,1-1-1 0 0,1 1 0 0 0,-1 0 0 0 0,1 0 1 0 0,0 0-1 0 0,0 0 0 0 0,0 0 1 0 0,1-1-1 0 0,0 1 0 0 0,0 0 1 0 0,1 0-1 0 0,0-1 0 0 0,0 1 1 0 0,0-1-1 0 0,0 1 0 0 0,1-1 0 0 0,0 0 1 0 0,0 0-1 0 0,0 0 0 0 0,1-1 1 0 0,0 1-1 0 0,0-1 0 0 0,6 7 1 0 0,4-1 2 0 0,0 1 0 0 0,0-2 0 0 0,0 0 1 0 0,1 0-1 0 0,1-2 0 0 0,-1 0 1 0 0,1 0-1 0 0,1-2 0 0 0,-1 0 0 0 0,1-1 1 0 0,0 0-1 0 0,0-2 0 0 0,0 0 1 0 0,0 0-1 0 0,0-2 0 0 0,0 0 0 0 0,0-1 1 0 0,33-7-1 0 0,-36 6-7 0 0,-3 1 6 0 0,-1-1 0 0 0,0 0 0 0 0,0-1-1 0 0,0 0 1 0 0,0-1 0 0 0,-1 0 0 0 0,0 0-1 0 0,1-1 1 0 0,8-7 0 0 0,-3 2-7 0 0,-14 8 14 0 0,0 2-11 0 0,-1 0 0 0 0,1 0 0 0 0,0-1-1 0 0,-1 1 1 0 0,1-1 0 0 0,0 1-1 0 0,-1-1 1 0 0,1 1 0 0 0,0-1 0 0 0,-1 1-1 0 0,1-1 1 0 0,-1 1 0 0 0,1-1-1 0 0,-1 0 1 0 0,1 1 0 0 0,-1-1 0 0 0,0 0-1 0 0,1 1 1 0 0,-1-1 0 0 0,0 0 0 0 0,1 1-1 0 0,-1-1 1 0 0,0-1 0 0 0,-7-9 160 0 0</inkml:trace>
</inkml:ink>
</file>

<file path=ppt/ink/ink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42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442 522 56 0 0,'1'-4'314'0'0,"0"0"0"0"0,1-1 0 0 0,-2 1 0 0 0,1-1 0 0 0,0 0 0 0 0,-1 1 0 0 0,0-1 0 0 0,0 0 0 0 0,0 1 0 0 0,-1-1 0 0 0,1 1 0 0 0,-1-1 0 0 0,0 0 0 0 0,-1 1-1 0 0,1 0 1 0 0,-1-1 0 0 0,0 1 0 0 0,0 0 0 0 0,0 0 0 0 0,0 0 0 0 0,-6-7 0 0 0,2 5-197 0 0,0 1-1 0 0,0 0 1 0 0,0 0-1 0 0,0 1 1 0 0,-1-1-1 0 0,0 1 1 0 0,1 1-1 0 0,-2-1 1 0 0,1 1 0 0 0,0 1-1 0 0,-1-1 1 0 0,-10-1-1 0 0,7 2-31 0 0,0 1-1 0 0,0 0 1 0 0,-1 1-1 0 0,1 0 1 0 0,0 1 0 0 0,0 0-1 0 0,-1 0 1 0 0,1 1-1 0 0,0 1 1 0 0,0 0 0 0 0,1 1-1 0 0,-1 0 1 0 0,1 0-1 0 0,0 1 1 0 0,0 0 0 0 0,0 1-1 0 0,1 0 1 0 0,0 1-1 0 0,0 0 1 0 0,0 0 0 0 0,-10 12-1 0 0,11-10-48 0 0,-1 0-1 0 0,1 1 1 0 0,1-1-1 0 0,0 2 1 0 0,0-1-1 0 0,1 1 1 0 0,0 0-1 0 0,1 0 1 0 0,1 0-1 0 0,-1 1 1 0 0,2 0-1 0 0,-1 0 1 0 0,2 0-1 0 0,0 0 1 0 0,0 0-1 0 0,1 0 1 0 0,1 1-1 0 0,0-1 1 0 0,2 19-1 0 0,-1-26-29 0 0,0 0 0 0 0,0 0 1 0 0,1 0-1 0 0,0 0 0 0 0,0-1 0 0 0,0 1 0 0 0,0-1 1 0 0,1 1-1 0 0,-1-1 0 0 0,1 0 0 0 0,0 0 0 0 0,1 0 0 0 0,-1 0 1 0 0,1-1-1 0 0,-1 1 0 0 0,1-1 0 0 0,6 4 0 0 0,-3-3 2 0 0,1 0 0 0 0,0 0 0 0 0,0-1 0 0 0,0 0 0 0 0,0 0 0 0 0,1-1 0 0 0,-1 0 0 0 0,1-1 0 0 0,12 1 0 0 0,-3-1 4 0 0,-1-1 0 0 0,0-1 1 0 0,0 0-1 0 0,0-2 1 0 0,0 0-1 0 0,0-1 0 0 0,0 0 1 0 0,-1-1-1 0 0,28-13 1 0 0,-22 6-8 0 0,0-2 0 0 0,-1 0 1 0 0,0 0-1 0 0,-2-2 0 0 0,1-1 0 0 0,-2 0 1 0 0,0-2-1 0 0,-2 0 0 0 0,26-36 1 0 0,-33 39-3 0 0,0 0 0 0 0,0 0 0 0 0,-2-1-1 0 0,0 0 1 0 0,-1-1 0 0 0,0 1 0 0 0,-2-1 0 0 0,0 0 0 0 0,-1-1 0 0 0,-1 1 0 0 0,0 0 0 0 0,-2-1 0 0 0,0 1 0 0 0,-3-21 0 0 0,-5-47-9 0 0,5 44 80 0 0,-1-1 0 0 0,-14-53 0 0 0,17 94-29 0 0,1 1-39 0 0,1 1 0 0 0,-1 0 0 0 0,0 0 0 0 0,0 0 0 0 0,0-1 0 0 0,0 1 0 0 0,0 0 0 0 0,0 0 0 0 0,0 0-1 0 0,0-1 1 0 0,0 1 0 0 0,0 0 0 0 0,0 0 0 0 0,0-1 0 0 0,0 1 0 0 0,0 0 0 0 0,0 0 0 0 0,0 0 0 0 0,0-1-1 0 0,-1 1 1 0 0,1 0 0 0 0,0 0 0 0 0,0 0 0 0 0,0-1 0 0 0,0 1 0 0 0,0 0 0 0 0,0 0 0 0 0,-1 0 0 0 0,1 0-1 0 0,0-1 1 0 0,0 1 0 0 0,0 0 0 0 0,0 0 0 0 0,-1 0 0 0 0,1 0 0 0 0,0 0 0 0 0,0 0 0 0 0,0 0 0 0 0,-1-1-1 0 0,1 1 1 0 0,0 0 0 0 0,0 0 0 0 0,-1 0 0 0 0,1 0 0 0 0,0 0 0 0 0,0 0 0 0 0,0 0 0 0 0,-1 0 0 0 0,1 0-1 0 0,0 0 1 0 0,0 0 0 0 0,-1 1 0 0 0,-4 5 47 0 0,-1 0 0 0 0,2 1 0 0 0,-1 0-1 0 0,1 0 1 0 0,0 1 0 0 0,0-1 0 0 0,0 1 0 0 0,1 0 0 0 0,1 0 0 0 0,-1 0-1 0 0,-1 11 1 0 0,-14 99 535 0 0,13-57-331 0 0,2 0 0 0 0,3 0 0 0 0,11 85 1 0 0,-6-109-182 0 0,2 0 1 0 0,1-1-1 0 0,3 0 1 0 0,0 0 0 0 0,2-2-1 0 0,33 62 1 0 0,-41-87-152 0 0,0 0 1 0 0,0-1-1 0 0,1 0 1 0 0,0 0-1 0 0,0 0 0 0 0,1-1 1 0 0,0 0-1 0 0,0 0 1 0 0,1 0-1 0 0,0-1 1 0 0,0-1-1 0 0,1 1 0 0 0,-1-1 1 0 0,1-1-1 0 0,10 5 1 0 0,-18-9-358 0 0,1 0 1 0 0,-1 0-1 0 0,1 0 1 0 0,0 0-1 0 0,-1 0 1 0 0,1 0-1 0 0,0 0 1 0 0,-1 0-1 0 0,1 0 1 0 0,-1-1-1 0 0,1 1 1 0 0,0-1-1 0 0,-1 1 1 0 0,1-1-1 0 0,-1 0 1 0 0,1 1-1 0 0,2-3 1 0 0,4-2-2867 0 0</inkml:trace>
</inkml:ink>
</file>

<file path=ppt/ink/ink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43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88 516 0 0,'0'0'557'0'0,"-18"-36"2432"0"0,16 33-2854 0 0,0 0 1 0 0,0 0 0 0 0,-1 0-1 0 0,0 0 1 0 0,1 0-1 0 0,-1 0 1 0 0,0 1-1 0 0,0 0 1 0 0,-1-1 0 0 0,1 1-1 0 0,0 0 1 0 0,-1 1-1 0 0,1-1 1 0 0,-1 0 0 0 0,0 1-1 0 0,0 0 1 0 0,1 0-1 0 0,-5-1 1 0 0,-8-1 210 0 0,1 0 0 0 0,-1 1 0 0 0,-25 0-1 0 0,24 2-150 0 0,1 1 0 0 0,-1 0-1 0 0,0 1 1 0 0,1 0 0 0 0,-1 2-1 0 0,-21 7 1 0 0,31-9-141 0 0,0 2 0 0 0,0-1 0 0 0,0 1 0 0 0,1 0-1 0 0,-1 0 1 0 0,1 1 0 0 0,0 0 0 0 0,1 0 0 0 0,-1 0 0 0 0,1 1 0 0 0,0-1 0 0 0,0 1 0 0 0,1 1 0 0 0,-1-1 0 0 0,2 1-1 0 0,-1-1 1 0 0,-3 9 0 0 0,2-4-35 0 0,1-1 1 0 0,0 1-1 0 0,1 0 0 0 0,0 0 0 0 0,0 0 0 0 0,1 1 0 0 0,1-1 1 0 0,0 0-1 0 0,1 1 0 0 0,0-1 0 0 0,0 1 0 0 0,1-1 0 0 0,1 1 1 0 0,0-1-1 0 0,0 0 0 0 0,1 0 0 0 0,1 0 0 0 0,0 0 0 0 0,0 0 1 0 0,1-1-1 0 0,1 0 0 0 0,-1 0 0 0 0,2 0 0 0 0,-1-1 0 0 0,1 0 1 0 0,1 0-1 0 0,9 9 0 0 0,-8-9-9 0 0,0 0 1 0 0,1-1-1 0 0,0 0 1 0 0,0-1-1 0 0,1 0 1 0 0,-1 0-1 0 0,2-1 1 0 0,-1-1-1 0 0,1 0 1 0 0,-1 0-1 0 0,1-1 1 0 0,1-1-1 0 0,-1 0 1 0 0,14 2-1 0 0,-17-5-19 0 0,0-1 1 0 0,-1 0-1 0 0,1 0 0 0 0,-1 0 0 0 0,1-1 0 0 0,-1-1 0 0 0,0 1 0 0 0,1-1 0 0 0,-1-1 1 0 0,-1 1-1 0 0,1-1 0 0 0,-1-1 0 0 0,14-10 0 0 0,-14 10-1226 0 0,-1-1-1 0 0,1 1 1 0 0,-2-1 0 0 0,10-13 0 0 0,-9 9-1437 0 0</inkml:trace>
</inkml:ink>
</file>

<file path=ppt/ink/ink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44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71 100 0 0,'-3'-41'5221'0'0,"3"40"-5076"0"0,-1-1-1 0 0,0 0 1 0 0,1 1-1 0 0,-1-1 1 0 0,0 0-1 0 0,0 1 1 0 0,0-1-1 0 0,0 1 1 0 0,0 0-1 0 0,0-1 1 0 0,0 1-1 0 0,-1 0 1 0 0,1-1-1 0 0,0 1 1 0 0,-1 0-1 0 0,1 0 1 0 0,-1 0-1 0 0,1 0 1 0 0,-1 1-1 0 0,1-1 1 0 0,-1 0-1 0 0,0 0 1 0 0,-3 0-1 0 0,2 1 76 0 0,0 2-5 0 0,-4 3-99 0 0,0 0 0 0 0,0 0 0 0 0,0 1 0 0 0,1 0 0 0 0,-1 0 0 0 0,1 0 0 0 0,1 1 0 0 0,0 0 0 0 0,0 0 0 0 0,0 0 0 0 0,0 1 0 0 0,-5 15 0 0 0,8-18-91 0 0,0 1 0 0 0,0 0 1 0 0,1 0-1 0 0,0-1 0 0 0,0 1 0 0 0,1 0 1 0 0,-1 0-1 0 0,1 0 0 0 0,1 0 1 0 0,-1 0-1 0 0,1 0 0 0 0,0 0 0 0 0,0 0 1 0 0,1-1-1 0 0,0 1 0 0 0,0 0 0 0 0,0-1 1 0 0,0 0-1 0 0,1 1 0 0 0,5 7 0 0 0,-4-8-11 0 0,-1-1-1 0 0,0 1 0 0 0,1-1 0 0 0,0 0 0 0 0,0 0 1 0 0,0 0-1 0 0,1 0 0 0 0,-1-1 0 0 0,1 0 1 0 0,0 0-1 0 0,0 0 0 0 0,0 0 0 0 0,0-1 0 0 0,1 0 1 0 0,-1 0-1 0 0,0 0 0 0 0,1-1 0 0 0,0 0 0 0 0,-1 0 1 0 0,1 0-1 0 0,-1-1 0 0 0,1 0 0 0 0,0 0 0 0 0,0 0 1 0 0,-1-1-1 0 0,1 0 0 0 0,-1 0 0 0 0,1 0 1 0 0,-1-1-1 0 0,1 1 0 0 0,-1-1 0 0 0,0-1 0 0 0,1 1 1 0 0,-1-1-1 0 0,-1 0 0 0 0,1 0 0 0 0,0 0 0 0 0,-1-1 1 0 0,1 1-1 0 0,-1-1 0 0 0,0 0 0 0 0,-1-1 1 0 0,1 1-1 0 0,-1-1 0 0 0,1 1 0 0 0,-1-1 0 0 0,-1 0 1 0 0,1 0-1 0 0,-1-1 0 0 0,0 1 0 0 0,0 0 0 0 0,0-1 1 0 0,-1 1-1 0 0,1-6 0 0 0,-1 3 54 0 0,-1 1 0 0 0,0-1 0 0 0,0 1-1 0 0,-1-1 1 0 0,0 1 0 0 0,-1-1 0 0 0,1 1 0 0 0,-1 0-1 0 0,-1 0 1 0 0,0-1 0 0 0,-4-7 0 0 0,-7-22 155 0 0,14 37-233 0 0,-1 0 0 0 0,1-1 0 0 0,0 1 0 0 0,0-1 1 0 0,-1 1-1 0 0,1-1 0 0 0,-1 1 0 0 0,1 0 0 0 0,0-1 1 0 0,-1 1-1 0 0,1 0 0 0 0,-1-1 0 0 0,1 1 1 0 0,-1 0-1 0 0,1 0 0 0 0,-1-1 0 0 0,1 1 0 0 0,-1 0 1 0 0,1 0-1 0 0,-1 0 0 0 0,1 0 0 0 0,-1 0 1 0 0,1 0-1 0 0,-1 0 0 0 0,1 0 0 0 0,-1 0 0 0 0,1 0 1 0 0,-1 0-1 0 0,0 0 0 0 0,1 0 0 0 0,-1 0 0 0 0,1 0 1 0 0,-1 0-1 0 0,1 1 0 0 0,-1-1 0 0 0,0 0 1 0 0,0 1-52 0 0,0-1 0 0 0,0 1 1 0 0,0-1-1 0 0,0 1 0 0 0,0-1 0 0 0,0 1 1 0 0,0-1-1 0 0,0 1 0 0 0,1 0 1 0 0,-1-1-1 0 0,0 1 0 0 0,0 0 1 0 0,1 0-1 0 0,-1 0 0 0 0,0 0 1 0 0,1 0-1 0 0,-1 0 0 0 0,0 1 1 0 0,0 0-229 0 0,-2 10-1120 0 0,3 0-3408 0 0,2-1 2046 0 0</inkml:trace>
</inkml:ink>
</file>

<file path=ppt/ink/ink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45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79 184 0 0,'1'-2'260'0'0,"0"0"0"0"0,0 0 1 0 0,0 0-1 0 0,-1 0 0 0 0,1 0 0 0 0,-1 0 0 0 0,1 0 1 0 0,-1 0-1 0 0,0 0 0 0 0,0 0 0 0 0,0-1 0 0 0,0 1 1 0 0,0 0-1 0 0,0 0 0 0 0,-1 0 0 0 0,1 0 0 0 0,-1 0 1 0 0,1 0-1 0 0,-1 0 0 0 0,0 0 0 0 0,0 0 0 0 0,0 0 1 0 0,0 0-1 0 0,0 0 0 0 0,0 1 0 0 0,-2-3 0 0 0,1 2-81 0 0,-1 1 0 0 0,1-1 0 0 0,-1 1-1 0 0,1-1 1 0 0,-1 1 0 0 0,0 0 0 0 0,1 0 0 0 0,-1 0 0 0 0,0 0-1 0 0,0 1 1 0 0,0-1 0 0 0,1 1 0 0 0,-1 0 0 0 0,0-1-1 0 0,0 1 1 0 0,-6 1 0 0 0,8 0-147 0 0,-1-1 0 0 0,0 1-1 0 0,0 0 1 0 0,1 0 0 0 0,-1 0 0 0 0,0-1 0 0 0,1 2 0 0 0,-1-1-1 0 0,1 0 1 0 0,-1 0 0 0 0,1 0 0 0 0,0 1 0 0 0,-1-1 0 0 0,1 1-1 0 0,0-1 1 0 0,0 1 0 0 0,0 0 0 0 0,0-1 0 0 0,0 1 0 0 0,0 2-1 0 0,-15 37 266 0 0,15-36-247 0 0,-1 1-20 0 0,0 1-1 0 0,1-1 1 0 0,0 0-1 0 0,0 1 1 0 0,0-1-1 0 0,1 0 1 0 0,0 1-1 0 0,0-1 1 0 0,1 1-1 0 0,0-1 1 0 0,0 0-1 0 0,0 1 1 0 0,1-1-1 0 0,0 0 0 0 0,0 0 1 0 0,1 0-1 0 0,5 10 1 0 0,-5-12-18 0 0,0 0 0 0 0,0 0 0 0 0,0-1 0 0 0,0 1 0 0 0,0-1 0 0 0,1 0 0 0 0,-1 0 0 0 0,1 0 0 0 0,0 0 0 0 0,0-1 0 0 0,0 0 0 0 0,0 1 0 0 0,1-2 0 0 0,-1 1 0 0 0,0 0 0 0 0,1-1 1 0 0,-1 0-1 0 0,1 0 0 0 0,0 0 0 0 0,-1 0 0 0 0,1-1 0 0 0,0 0 0 0 0,0 0 0 0 0,5-1 0 0 0,6-1-9 0 0,0-2 1 0 0,0 0-1 0 0,0-1 0 0 0,0 0 1 0 0,-1-2-1 0 0,0 0 0 0 0,0 0 1 0 0,0-1-1 0 0,-1-1 1 0 0,17-14-1 0 0,-7 4 161 0 0,-1-1 0 0 0,-1-2 0 0 0,-1 0 0 0 0,29-38 0 0 0,-38 35 552 0 0,-12 25-703 0 0,0-1-1 0 0,-1 1 1 0 0,1 0-1 0 0,0-1 1 0 0,0 1-1 0 0,0 0 1 0 0,0 0-1 0 0,0-1 1 0 0,0 1-1 0 0,0 0 1 0 0,-1-1-1 0 0,1 1 1 0 0,0 0-1 0 0,0 0 1 0 0,0-1-1 0 0,-1 1 1 0 0,1 0-1 0 0,0 0 1 0 0,0 0-1 0 0,-1-1 1 0 0,1 1-1 0 0,0 0 1 0 0,-1 0-1 0 0,1 0 1 0 0,0 0-1 0 0,0 0 1 0 0,-1 0-1 0 0,1-1 1 0 0,0 1-1 0 0,-1 0 1 0 0,1 0-1 0 0,0 0 1 0 0,-1 0-1 0 0,1 0 1 0 0,0 0-1 0 0,-1 0 1 0 0,1 0-1 0 0,0 0 1 0 0,-1 1-1 0 0,-2-1 11 0 0,0 1 0 0 0,1 0 0 0 0,-1 0 0 0 0,0 0-1 0 0,1 0 1 0 0,-1 1 0 0 0,1-1 0 0 0,-1 1 0 0 0,1-1-1 0 0,0 1 1 0 0,0 0 0 0 0,-1 0 0 0 0,1 0 0 0 0,-3 4-1 0 0,1 1-6 0 0,-1 0 0 0 0,1 0-1 0 0,0 1 1 0 0,1 0 0 0 0,-1-1-1 0 0,2 1 1 0 0,-1 1-1 0 0,1-1 1 0 0,0 0 0 0 0,1 0-1 0 0,0 1 1 0 0,0 10 0 0 0,1-16-12 0 0,0 1 1 0 0,0-1 0 0 0,0 1-1 0 0,0-1 1 0 0,1 0-1 0 0,0 1 1 0 0,-1-1 0 0 0,1 0-1 0 0,1 0 1 0 0,-1 0 0 0 0,0 0-1 0 0,1 0 1 0 0,-1 0-1 0 0,1 0 1 0 0,0 0 0 0 0,0 0-1 0 0,0-1 1 0 0,0 1 0 0 0,1-1-1 0 0,-1 1 1 0 0,1-1-1 0 0,0 0 1 0 0,-1 0 0 0 0,1 0-1 0 0,0-1 1 0 0,0 1 0 0 0,0-1-1 0 0,0 1 1 0 0,0-1-1 0 0,0 0 1 0 0,1 0 0 0 0,-1 0-1 0 0,4 0 1 0 0,-2 0-2 0 0,-1-1 0 0 0,1 1 0 0 0,0-1 0 0 0,0 0 0 0 0,-1 0 0 0 0,1 0 0 0 0,0-1 0 0 0,0 1 0 0 0,0-1 0 0 0,-1 0 0 0 0,1-1 0 0 0,-1 1 0 0 0,1-1 0 0 0,-1 0 0 0 0,1 0 0 0 0,-1 0 0 0 0,0-1 0 0 0,5-4 0 0 0,1-2 3 0 0,-2 0 1 0 0,1-1-1 0 0,-1 0 0 0 0,-1 0 1 0 0,9-17-1 0 0,13-18 9 0 0,-18 36 76 0 0,-8 26-61 0 0,5 26-19 0 0,-6-35-214 0 0,20 50-663 0 0,3-26-7116 0 0,-16-25 4571 0 0</inkml:trace>
</inkml:ink>
</file>

<file path=ppt/ink/ink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47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70 363 436 0 0,'0'-2'337'0'0,"1"1"-1"0"0,0 0 0 0 0,1 0 1 0 0,-1 0-1 0 0,0 0 1 0 0,0 1-1 0 0,0-1 1 0 0,0 0-1 0 0,1 0 1 0 0,-1 1-1 0 0,0-1 1 0 0,1 1-1 0 0,-1-1 1 0 0,3 0-1 0 0,-2 3-243 0 0,0 0 1 0 0,0 0-1 0 0,-1 0 0 0 0,1 1 0 0 0,-1-1 0 0 0,1 0 0 0 0,-1 0 1 0 0,0 1-1 0 0,0-1 0 0 0,0 1 0 0 0,0-1 0 0 0,0 1 1 0 0,-1 0-1 0 0,1-1 0 0 0,-1 1 0 0 0,1 3 0 0 0,-1-1-7 0 0,1 0 0 0 0,-1 0 0 0 0,0 1 0 0 0,-1-1-1 0 0,1 0 1 0 0,-1 0 0 0 0,0 0 0 0 0,0 0 0 0 0,-1 0 0 0 0,0 0-1 0 0,1 0 1 0 0,-2-1 0 0 0,1 1 0 0 0,0 0 0 0 0,-5 5-1 0 0,0-1 256 0 0,-1 0 0 0 0,-1 0-1 0 0,1 0 1 0 0,-1-1 0 0 0,-13 8-1 0 0,21-15-167 0 0,-15 1 836 0 0,15-3-996 0 0,1 1-1 0 0,-1-1 1 0 0,1 1-1 0 0,-1-1 1 0 0,1 0-1 0 0,-1 1 0 0 0,1-1 1 0 0,-1 0-1 0 0,1 1 1 0 0,0-1-1 0 0,-1 0 1 0 0,1 0-1 0 0,0 0 1 0 0,0 1-1 0 0,-1-1 0 0 0,1 0 1 0 0,0 0-1 0 0,0 0 1 0 0,0 1-1 0 0,0-1 1 0 0,0 0-1 0 0,0 0 0 0 0,0 0 1 0 0,0 1-1 0 0,0-1 1 0 0,1 0-1 0 0,-1 0 1 0 0,0 0-1 0 0,0 1 1 0 0,1-1-1 0 0,-1 0 0 0 0,1 0 1 0 0,0-1-1 0 0,28-30 183 0 0,-16 21-165 0 0,1 1 0 0 0,0 0 0 0 0,18-9 0 0 0,-27 16-32 0 0,1 0-1 0 0,0 0 0 0 0,0 1 0 0 0,0-1 1 0 0,1 1-1 0 0,-1 1 0 0 0,0-1 0 0 0,1 1 1 0 0,-1 0-1 0 0,1 1 0 0 0,-1 0 0 0 0,1 0 1 0 0,11 1-1 0 0,-15 1 2 0 0,0 0-1 0 0,0-1 1 0 0,0 1 0 0 0,0 1 0 0 0,-1-1 0 0 0,1 0-1 0 0,-1 1 1 0 0,1-1 0 0 0,-1 1 0 0 0,0 0 0 0 0,0 0 0 0 0,-1 0-1 0 0,4 5 1 0 0,14 37-2 0 0,-17-35 2 0 0,0-3 2 0 0,2 21 47 0 0,-14-12 5 0 0,10-16-52 0 0,-1 1 50 0 0,4-8-34 0 0,0 0 0 0 0,1 0-1 0 0,0 1 1 0 0,0-1 0 0 0,1 1-1 0 0,-1 0 1 0 0,1 0 0 0 0,1 1 0 0 0,-1-1-1 0 0,1 1 1 0 0,9-7 0 0 0,-12 12-20 0 0,1-1 0 0 0,-1 1 0 0 0,0-1 0 0 0,0 1 0 0 0,0 0 0 0 0,1 0 0 0 0,-1 0 0 0 0,0 1 1 0 0,0-1-1 0 0,0 1 0 0 0,0 0 0 0 0,0-1 0 0 0,0 2 0 0 0,0-1 0 0 0,0 0 0 0 0,0 0 0 0 0,0 1 0 0 0,0 0 0 0 0,-1-1 0 0 0,1 1 1 0 0,-1 0-1 0 0,1 0 0 0 0,2 4 0 0 0,22 11 1 0 0,-17-13-3 0 0,-1 0 6 0 0,0 1 1 0 0,0-2-1 0 0,1 1 1 0 0,0-1-1 0 0,0-1 1 0 0,-1 0-1 0 0,2 0 1 0 0,-1-1-1 0 0,0 0 1 0 0,0-1-1 0 0,0 0 1 0 0,0 0-1 0 0,0-1 1 0 0,0-1-1 0 0,0 0 1 0 0,12-3-1 0 0,-9 1 1 0 0,0-1-1 0 0,0 0 0 0 0,0-1 0 0 0,-1 0 1 0 0,14-10-1 0 0,-22 13 3 0 0,1 0 0 0 0,-1-1-1 0 0,0 0 1 0 0,0 1 0 0 0,0-1 0 0 0,0-1 0 0 0,0 1 0 0 0,-1-1-1 0 0,0 1 1 0 0,0-1 0 0 0,0 0 0 0 0,-1 0 0 0 0,0 0 0 0 0,0 0-1 0 0,2-7 1 0 0,-3 10-11 0 0,-22-12-39 0 0,18 13 43 0 0,1 2 1 0 0,-1-1 1 0 0,1 1-1 0 0,0-1 0 0 0,-1 1 0 0 0,1 0 1 0 0,0 0-1 0 0,0 0 0 0 0,-1 0 0 0 0,1 0 0 0 0,0 0 1 0 0,0 0-1 0 0,0 1 0 0 0,0-1 0 0 0,1 1 1 0 0,-1 0-1 0 0,0-1 0 0 0,1 1 0 0 0,-1 0 0 0 0,1 0 1 0 0,-1 0-1 0 0,1 0 0 0 0,0 0 0 0 0,0 1 1 0 0,0-1-1 0 0,0 0 0 0 0,0 0 0 0 0,1 1 1 0 0,-1-1-1 0 0,1 0 0 0 0,-1 1 0 0 0,1-1 0 0 0,0 1 1 0 0,0-1-1 0 0,0 0 0 0 0,0 1 0 0 0,1-1 1 0 0,-1 1-1 0 0,0-1 0 0 0,1 0 0 0 0,1 3 0 0 0,-1-2 2 0 0,0 0-1 0 0,0 0 1 0 0,0 0-1 0 0,1 0 1 0 0,0 0-1 0 0,-1-1 1 0 0,1 1-1 0 0,0-1 1 0 0,0 1-1 0 0,0-1 1 0 0,1 0-1 0 0,-1 1 1 0 0,1-1-1 0 0,-1 0 1 0 0,1-1-1 0 0,-1 1 1 0 0,1 0-1 0 0,0-1 1 0 0,0 0-1 0 0,0 1 0 0 0,0-1 1 0 0,5 1-1 0 0,0-1-12 0 0,0 0 0 0 0,0 0-1 0 0,0 0 1 0 0,-1-1 0 0 0,16-2-1 0 0,-15 1 9 0 0,1-2-1 0 0,0 1 0 0 0,-1-1 1 0 0,1 0-1 0 0,-1-1 0 0 0,0 0 1 0 0,0 0-1 0 0,0 0 0 0 0,-1-1 1 0 0,1-1-1 0 0,-1 1 0 0 0,-1-1 1 0 0,1 0-1 0 0,-1-1 0 0 0,0 0 1 0 0,6-8-1 0 0,30-28 113 0 0,-40 42-41 0 0,7-5 410 0 0,-2 2 66 0 0,-4 22-560 0 0,-3-9 38 0 0,1-1 0 0 0,0 0 0 0 0,1 0 0 0 0,0 1 0 0 0,0-1 0 0 0,0 0 1 0 0,1 0-1 0 0,0-1 0 0 0,5 9 0 0 0,-7-15-15 0 0,0 0-1 0 0,0 0 1 0 0,0 0-1 0 0,0 0 1 0 0,0 0-1 0 0,0 0 1 0 0,0-1 0 0 0,0 1-1 0 0,1 0 1 0 0,-1-1-1 0 0,0 1 1 0 0,0 0-1 0 0,1-1 1 0 0,-1 0 0 0 0,0 1-1 0 0,1-1 1 0 0,-1 0-1 0 0,1 1 1 0 0,-1-1-1 0 0,0 0 1 0 0,1 0 0 0 0,-1 0-1 0 0,0 0 1 0 0,1-1-1 0 0,-1 1 1 0 0,1 0-1 0 0,-1-1 1 0 0,0 1 0 0 0,3-1-1 0 0,41-21 48 0 0,-35 16-19 0 0,0 1-32 0 0,8-5-8 0 0,1 1-1 0 0,24-8 1 0 0,-37 15 7 0 0,0 0 0 0 0,1 1 0 0 0,-1-1-1 0 0,1 1 1 0 0,-1 1 0 0 0,1-1 0 0 0,-1 1 0 0 0,1 0 0 0 0,0 0 0 0 0,-1 1 0 0 0,1 0 0 0 0,10 3 0 0 0,-4-1-6 0 0,1-1 0 0 0,-1 0 0 0 0,1-1 0 0 0,0-1 0 0 0,21-2 1 0 0,-31 1 8 0 0,1-1 0 0 0,-1 0 0 0 0,0 0 0 0 0,0 0 1 0 0,0 0-1 0 0,0-1 0 0 0,0 1 0 0 0,-1-1 0 0 0,1 0 1 0 0,-1 0-1 0 0,0 0 0 0 0,0-1 0 0 0,0 1 0 0 0,0-1 1 0 0,-1 0-1 0 0,1 0 0 0 0,-1 0 0 0 0,3-5 0 0 0,7-21-1 0 0,0-1 1 0 0,-2 0-1 0 0,-1-1 0 0 0,-2 0 0 0 0,7-63 0 0 0,-3 21-3 0 0,-9 57 12 0 0,-2 14-6 0 0,0 0 0 0 0,0 0 0 0 0,0 0 0 0 0,1 1-1 0 0,0-1 1 0 0,-1 0 0 0 0,1 0 0 0 0,0 0 0 0 0,0 0 0 0 0,0 1 0 0 0,1-1-1 0 0,2-4 1 0 0,-3 6 399 0 0,-3 8-264 0 0,-9 18 179 0 0,2 0 0 0 0,1 1 0 0 0,1 0-1 0 0,1 1 1 0 0,1-1 0 0 0,2 1 0 0 0,-1 41 0 0 0,6-26-82 0 0,1 0 0 0 0,12 61 1 0 0,-9-92-1732 0 0,-5-11 1116 0 0,-1 0-1 0 0,1 1 1 0 0,0-1-1 0 0,-1 0 1 0 0,1 0-1 0 0,0 0 0 0 0,-1 0 1 0 0,1 0-1 0 0,0 0 1 0 0,0 0-1 0 0,-1 0 1 0 0,1 0-1 0 0,0 0 1 0 0,-1-1-1 0 0,1 1 1 0 0,0 0-1 0 0,-1 0 1 0 0,1-1-1 0 0,-1 1 1 0 0,1 0-1 0 0,0-1 1 0 0,-1 1-1 0 0,1 0 1 0 0,-1-1-1 0 0,1 1 1 0 0,-1-1-1 0 0,1 0 0 0 0,3-3 499 0 0,3-7-3447 0 0</inkml:trace>
</inkml:ink>
</file>

<file path=ppt/ink/ink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47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32 360 0 0,'0'0'1016'0'0,"-9"-2"1731"0"0,17 2 2436 0 0,284-12-2585 0 0,185-2 973 0 0,-454 13-3331 0 0,-22 0-126 0 0,9 0 6 0 0,-6 1-64 0 0,-8 2 280 0 0,-77 15-1896 0 0,-10-5-5942 0 0,46-9 3407 0 0</inkml:trace>
</inkml:ink>
</file>

<file path=ppt/ink/ink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51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44 476 0 0,'0'0'589'0'0,"-32"-22"3965"0"0,30 22-3809 0 0,-12-7 1096 0 0,-28-7 2374 0 0,40 13-2760 0 0,7 4-1437 0 0,41 12 54 0 0,-44-15-64 0 0,43 14 83 0 0,-21-7-64 0 0,0 0 1 0 0,0-2-1 0 0,1-1 1 0 0,32 2-1 0 0,17 3-136 0 0,167 25-64 0 0,-227-31 404 0 0,-16-2 461 0 0,-17 0 173 0 0,16-1-1141 0 0,-3 1 312 0 0,-49 7 8 0 0,25 3-39 0 0,-1 1 0 0 0,2 2 0 0 0,-46 28 0 0 0,-79 64-730 0 0,84-56-487 0 0,-37 20-5485 0 0,61-45 2816 0 0</inkml:trace>
</inkml:ink>
</file>

<file path=ppt/ink/ink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54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73 263 132 0 0,'-73'18'5815'0'0,"80"-18"-5781"0"0,395-4 232 0 0,231 2 172 0 0,-538 6-359 0 0,-43-1 108 0 0,0-2 0 0 0,70-7 0 0 0,-86-1 70 0 0,0-1-1 0 0,46-18 0 0 0,-56 17-180 0 0,7-1 896 0 0,-56 7-904 0 0,-11 0-22 0 0,0-2-1 0 0,0-2 1 0 0,1 0-1 0 0,-61-24 1 0 0,81 24-41 0 0,1-1 1 0 0,0-1 0 0 0,0 0 0 0 0,-20-21 0 0 0,-23-17-7 0 0,3 4 38 0 0,50 42 14 0 0,2 1-45 0 0,0 0-1 0 0,1 0 1 0 0,-1 0 0 0 0,0-1-1 0 0,0 1 1 0 0,0 0-1 0 0,0 0 1 0 0,0 0 0 0 0,0 0-1 0 0,0 0 1 0 0,1 0 0 0 0,-1 0-1 0 0,0-1 1 0 0,0 1-1 0 0,0 0 1 0 0,0 0 0 0 0,0 0-1 0 0,0 0 1 0 0,0 0-1 0 0,0 0 1 0 0,0-1 0 0 0,0 1-1 0 0,0 0 1 0 0,0 0-1 0 0,0 0 1 0 0,0 0 0 0 0,0-1-1 0 0,0 1 1 0 0,0 0 0 0 0,0 0-1 0 0,0 0 1 0 0,0 0-1 0 0,0 0 1 0 0,0-1 0 0 0,0 1-1 0 0,0 0 1 0 0,0 0-1 0 0,0 0 1 0 0,0 0 0 0 0,0 0-1 0 0,0 0 1 0 0,-1-1-1 0 0,1 1 1 0 0,0 0 0 0 0,0 0-1 0 0,0 0 1 0 0,0 0 0 0 0,0 0-1 0 0,0 0 1 0 0,-1 0-1 0 0,1 0 1 0 0,0 0 0 0 0,0-1-1 0 0,0 1 1 0 0,0 0-1 0 0,0 0 1 0 0,-1 0 0 0 0,1 0-1 0 0,0 0 1 0 0,0 0-1 0 0,0 0 1 0 0,0 0 0 0 0,0 0-1 0 0,-1 0 1 0 0,22 0 19 0 0,-16 0-5 0 0,38 13 53 0 0,-11-3-10 0 0,-1 2 1 0 0,-1 1-1 0 0,50 28 1 0 0,-41-19-11 0 0,14 5 131 0 0,95 68 0 0 0,-147-94-76 0 0,-1 1-56 0 0,-1-1-1 0 0,1 1 1 0 0,-1-1 0 0 0,0 1 0 0 0,1-1 0 0 0,-1 1 0 0 0,0-1-1 0 0,0 1 1 0 0,0-1 0 0 0,0 0 0 0 0,-1 1 0 0 0,1-1 0 0 0,0 0 0 0 0,0 0-1 0 0,-1 0 1 0 0,1 0 0 0 0,-1 0 0 0 0,1 0 0 0 0,-1 0 0 0 0,1 0-1 0 0,-1-1 1 0 0,1 1 0 0 0,-3 0 0 0 0,-51 16 77 0 0,37-12-7 0 0,-43 15-553 0 0,-114 57-1 0 0,28 6-5784 0 0,104-57 3268 0 0</inkml:trace>
</inkml:ink>
</file>

<file path=ppt/ink/ink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08:19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768 723 9069,'0'0'579,"-3"2"-439,-16 14 245,0-2-1,-1-1 0,0 0 1,-1-2-1,-1 0 0,0-1 1,-36 10-1,39-16-294,0-1-1,0-1 1,0-1-1,0 0 1,-1-2-1,1 0 1,0-1-1,0-1 1,0-1-1,1-1 1,-1 0-1,1-2 1,0 0-1,0 0 0,1-2 1,0 0-1,1-1 1,0-1-1,0 0 1,1-2-1,-23-24 1,23 23-71,1 0 0,1-2 1,1 1-1,0-2 0,1 0 1,1 0-1,1-1 0,0 0 0,1 0 1,1-1-1,1 0 0,0-1 1,2 1-1,0-1 0,1 0 0,1 0 1,1 0-1,1 0 0,0 0 0,7-37 1,-2 36-21,1 0-1,1 0 1,0 1 0,2 0 0,0 0 0,1 1 0,2 1 0,20-28-1,-27 40 1,0-1 0,1 1 0,0 0 1,0 0-1,0 1 0,1 0 0,0 0 0,0 1 0,0 0 0,1 0 0,-1 0 0,1 1 0,0 0 0,0 1 0,0 0 0,0 0 0,1 1 0,-1-1 0,0 2 0,1-1 0,-1 1 0,0 1 0,1 0 0,-1 0 0,11 3 0,-2 1-1,-1 0 1,0 1-1,-1 1 0,0 1 0,0 0 0,0 0 0,-1 2 0,0 0 0,22 21 0,-18-12-2,-1 1-1,0 1 1,-1 0-1,-2 1 1,22 42-1,-14-15 11,-3 1 1,-1 0-1,-4 2 0,-1-1 0,11 99 1,-18-80 18,-4 126 0,-4-160-8,-1-1-1,-3 0 1,-1 0 0,-1-1-1,-21 54 1,8-25-750,20-62 370,-3 6-287</inkml:trace>
</inkml:ink>
</file>

<file path=ppt/ink/ink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9.4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0 620 0 0,'20'30'2139'0'0,"1"-2"0"0"0,46 48 0 0 0,-65-76-2094 0 0,-1 1 0 0 0,1 0 0 0 0,-1-1 0 0 0,1 1 0 0 0,0-1 0 0 0,-1 1 0 0 0,1-1 0 0 0,-1 0 0 0 0,1 0 0 0 0,0 0 0 0 0,-1 1 0 0 0,1-2 0 0 0,0 1 0 0 0,-1 0 0 0 0,1 0 0 0 0,0 0 0 0 0,-1-1 0 0 0,1 1 0 0 0,-1-1 0 0 0,1 1-1 0 0,-1-1 1 0 0,1 0 0 0 0,-1 0 0 0 0,1 1 0 0 0,0-2 0 0 0,43-26 368 0 0,-39 24-297 0 0,4-4 108 0 0,0 1 0 0 0,1 1 0 0 0,0 0 0 0 0,0 0 0 0 0,21-7 0 0 0,-27 12-181 0 0,-1 1 0 0 0,0-1 0 0 0,0 1 0 0 0,0 0 0 0 0,0 0 0 0 0,1 0 0 0 0,-1 0 0 0 0,0 1 0 0 0,0-1 0 0 0,0 1 0 0 0,0 0 1 0 0,0 1-1 0 0,0-1 0 0 0,0 1 0 0 0,0 0 0 0 0,0 0 0 0 0,-1 0 0 0 0,1 0 0 0 0,-1 0 0 0 0,1 1 0 0 0,3 3 0 0 0,3 3-335 0 0,0-1 0 0 0,1-1 0 0 0,20 11 0 0 0,19 0-4991 0 0,-26-13 2708 0 0</inkml:trace>
</inkml:ink>
</file>

<file path=ppt/ink/ink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19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0 147 9405 0 0,'18'-45'1425'0'0,"13"-54"-1"0"0,-30 97-727 0 0,0 2-664 0 0,0 1-1 0 0,0 0 1 0 0,1-1-1 0 0,-1 1 1 0 0,0 0-1 0 0,0 0 1 0 0,0 0-1 0 0,0 0 1 0 0,0 0-1 0 0,0 0 1 0 0,0 0-1 0 0,0 0 1 0 0,0 0-1 0 0,-1 0 1 0 0,1 1-1 0 0,0-1 1 0 0,-1 0-1 0 0,1 1 1 0 0,0 1-1 0 0,11 29 468 0 0,-12-32-471 0 0,37 115 1027 0 0,88 306 560 0 0,-125-420-1731 0 0,-1 1 1 0 0,1-1-1 0 0,0 0 1 0 0,0 0-1 0 0,0 0 1 0 0,-1 0-1 0 0,1 1 1 0 0,0-1 0 0 0,-1 0-1 0 0,1 0 1 0 0,-1 0-1 0 0,1 0 1 0 0,-1 0-1 0 0,0 0 1 0 0,1 0 0 0 0,-3 1-1 0 0,3-1-89 0 0,0-1 0 0 0,0 1 0 0 0,0-1 0 0 0,-1 0 0 0 0,1 1 0 0 0,0-1 0 0 0,0 0 0 0 0,0 1-1 0 0,-1-1 1 0 0,1 0 0 0 0,0 0 0 0 0,-1 1 0 0 0,1-1 0 0 0,0 0 0 0 0,-1 0 0 0 0,1 1 0 0 0,0-1 0 0 0,-1 0 0 0 0,1 0 0 0 0,0 0 0 0 0,-1 0 0 0 0,1 0 0 0 0,0 0-1 0 0,-1 1 1 0 0,1-1 0 0 0,-1 0 0 0 0,1 0 0 0 0,0 0 0 0 0,-1 0 0 0 0,1 0 0 0 0,-1 0 0 0 0,1 0 0 0 0,0-1 0 0 0,-1 1 0 0 0,1 0 0 0 0,0 0 0 0 0,-1 0-1 0 0,1 0 1 0 0,-1 0 0 0 0,1-1 0 0 0</inkml:trace>
</inkml:ink>
</file>

<file path=ppt/ink/ink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0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4 191 888 0 0,'0'0'105'0'0,"-1"-1"0"0"0,1 1 0 0 0,0-1-1 0 0,-1 1 1 0 0,1-1 0 0 0,0 1 0 0 0,0-1 0 0 0,0 1 0 0 0,-1-1 0 0 0,1 1-1 0 0,0-1 1 0 0,0 1 0 0 0,0-1 0 0 0,0 0 0 0 0,0 1 0 0 0,0-1-1 0 0,0 1 1 0 0,0-1 0 0 0,0 1 0 0 0,0-1 0 0 0,0 1 0 0 0,0-1-1 0 0,1-1 1 0 0,2-1 69 0 0,1-1 0 0 0,0 0 0 0 0,0 1 0 0 0,0 0-1 0 0,0 0 1 0 0,1 0 0 0 0,0 1 0 0 0,-1-1 0 0 0,1 1 0 0 0,0 0-1 0 0,8-2 1 0 0,66-15 775 0 0,-64 17-787 0 0,716-87 3276 0 0,-509 69-2095 0 0,-155 12-189 0 0,-66 8-1023 0 0,-1 0-137 0 0,0 0 0 0 0,0-1-1 0 0,1 1 1 0 0,-1 0 0 0 0,0 0 0 0 0,0 0-1 0 0,0 0 1 0 0,0 0 0 0 0,0-1 0 0 0,0 1-1 0 0,0 0 1 0 0,0 0 0 0 0,1 0 0 0 0,-1 0 0 0 0,0 0-1 0 0,0 0 1 0 0,0 0 0 0 0,0 0 0 0 0,0 0-1 0 0,0 0 1 0 0,1-1 0 0 0,-1 1 0 0 0,0 0-1 0 0,0 0 1 0 0,0 0 0 0 0,0 0 0 0 0,1 0-1 0 0,-1 0 1 0 0,0 0 0 0 0,0 0 0 0 0,0 0-1 0 0,0 0 1 0 0,0 0 0 0 0,1 0 0 0 0,-1 0-1 0 0,0 1 1 0 0,0-1 0 0 0,0 0 0 0 0,0 0-1 0 0,0 0 1 0 0,1 0 0 0 0,-1 0 0 0 0,0 0-1 0 0,0 0 1 0 0,0 0 0 0 0,0 0 0 0 0,0 0-1 0 0,0 1 1 0 0,1-1 0 0 0,-1 0 0 0 0,0 0-1 0 0,0 0 1 0 0,0 0 0 0 0,0 0 0 0 0,0 1-1 0 0,0-1 1 0 0,0 0 0 0 0,0 0 0 0 0,0 0 0 0 0,0 0-1 0 0,0 0 1 0 0,0 1 0 0 0,-3 3-494 0 0,-11 16 15 0 0,7-2-5511 0 0,5-4 3019 0 0</inkml:trace>
</inkml:ink>
</file>

<file path=ppt/ink/ink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0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47 196 0 0,'0'-24'1748'0'0,"0"2"6200"0"0,5 47-5079 0 0,46 385 413 0 0,-47-387-3276 0 0,1 9-318 0 0,1 46 0 0 0,-6-76-72 0 0,-1 0-984 0 0,1-2 1306 0 0,-1 0-1 0 0,1 1 1 0 0,0-1 0 0 0,0 0-1 0 0,-1 0 1 0 0,1 0 0 0 0,0 1 0 0 0,-1-1-1 0 0,1 0 1 0 0,0 0 0 0 0,-1 0-1 0 0,1 0 1 0 0,0 0 0 0 0,-1 0 0 0 0,1 0-1 0 0,0 0 1 0 0,-1 0 0 0 0,1 0-1 0 0,0 0 1 0 0,-1 0 0 0 0,1 0 0 0 0,0 0-1 0 0,-1 0 1 0 0,1 0 0 0 0,0 0-1 0 0,0 0 1 0 0,-1 0 0 0 0,1-1 0 0 0,0 1-1 0 0,-1 0 1 0 0,1 0 0 0 0,0 0-1 0 0,0-1 1 0 0,-1 1 0 0 0,1 0 0 0 0,-1-1-1 0 0,-13-24-1840 0 0,0 0 0 0 0,2-1 0 0 0,-11-33 0 0 0,16 35-213 0 0</inkml:trace>
</inkml:ink>
</file>

<file path=ppt/ink/ink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1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1 134 80 0 0,'4'-9'160'0'0,"0"1"1"0"0,0 0-1 0 0,1 0 1 0 0,0 0-1 0 0,1 0 1 0 0,0 1-1 0 0,0 0 0 0 0,0 0 1 0 0,1 1-1 0 0,0 0 1 0 0,0 0-1 0 0,1 0 0 0 0,-1 1 1 0 0,1 0-1 0 0,1 0 1 0 0,-1 1-1 0 0,0 0 1 0 0,1 1-1 0 0,0 0 0 0 0,0 0 1 0 0,0 1-1 0 0,0 0 1 0 0,0 1-1 0 0,1 0 0 0 0,-1 0 1 0 0,0 1-1 0 0,16 1 1 0 0,-6 0-15 0 0,0 1 0 0 0,-1 1 1 0 0,1 0-1 0 0,-1 1 0 0 0,0 1 0 0 0,0 1 1 0 0,0 0-1 0 0,-1 2 0 0 0,0 0 0 0 0,0 1 1 0 0,-1 0-1 0 0,0 1 0 0 0,-1 1 1 0 0,0 1-1 0 0,-1 0 0 0 0,0 1 0 0 0,-1 0 1 0 0,-1 1-1 0 0,0 1 0 0 0,0 0 1 0 0,-2 0-1 0 0,13 23 0 0 0,-18-26-47 0 0,1 0 0 0 0,-2 0 0 0 0,0 1 0 0 0,0-1 0 0 0,-1 1 0 0 0,-1 0 0 0 0,0-1 0 0 0,0 1 0 0 0,-2 0 0 0 0,0 19 0 0 0,-1-24-26 0 0,0 1-1 0 0,-1-1 1 0 0,0 0-1 0 0,0-1 1 0 0,-1 1-1 0 0,0 0 1 0 0,0-1-1 0 0,-1 1 0 0 0,0-1 1 0 0,0 0-1 0 0,-1 0 1 0 0,0-1-1 0 0,0 1 1 0 0,0-1-1 0 0,-1 0 1 0 0,0-1-1 0 0,-13 11 1 0 0,-4-1 102 0 0,0-2 1 0 0,0 0-1 0 0,-2-1 0 0 0,1-1 1 0 0,-1-1-1 0 0,-1-2 1 0 0,-52 11-1 0 0,56-15-55 0 0,-1 0-1 0 0,0-2 1 0 0,0-1 0 0 0,0-1-1 0 0,0-1 1 0 0,0-1-1 0 0,1 0 1 0 0,-1-2 0 0 0,-40-12-1 0 0,62 15-238 0 0,-1 1 0 0 0,1 0 1 0 0,-1-1-1 0 0,1 1 0 0 0,0-1 0 0 0,-1 0 0 0 0,1 1 0 0 0,0-1 0 0 0,0 0 0 0 0,0 0 0 0 0,-1 0 1 0 0,1 0-1 0 0,0 0 0 0 0,0 0 0 0 0,-1-2 0 0 0,2 2-121 0 0,0 1 0 0 0,0-1 0 0 0,0 0 0 0 0,0 0 0 0 0,0 0 0 0 0,1 1 0 0 0,-1-1 0 0 0,0 0 0 0 0,1 0 0 0 0,-1 0 0 0 0,0 1-1 0 0,1-1 1 0 0,-1 0 0 0 0,1 1 0 0 0,-1-1 0 0 0,1 0 0 0 0,-1 1 0 0 0,1-1 0 0 0,-1 1 0 0 0,1-1 0 0 0,0 1 0 0 0,-1-1 0 0 0,1 1 0 0 0,1-1 0 0 0,11-8-2590 0 0</inkml:trace>
</inkml:ink>
</file>

<file path=ppt/ink/ink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1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0 135 188 0 0,'0'-1'380'0'0,"1"0"-1"0"0,-1 0 1 0 0,0 0-1 0 0,1 0 1 0 0,-1 0-1 0 0,1 0 1 0 0,0 0-1 0 0,-1 0 1 0 0,1 0-1 0 0,0 1 1 0 0,-1-1 0 0 0,1 0-1 0 0,0 0 1 0 0,0 0-1 0 0,0 1 1 0 0,-1-1-1 0 0,1 1 1 0 0,0-1-1 0 0,0 1 1 0 0,0-1-1 0 0,0 1 1 0 0,2-1-1 0 0,-2 2-274 0 0,0-1-1 0 0,-1 1 0 0 0,1 0 0 0 0,-1 0 0 0 0,1 0 0 0 0,-1 0 0 0 0,0 0 1 0 0,1 0-1 0 0,-1 0 0 0 0,0 0 0 0 0,0 0 0 0 0,1 0 0 0 0,-1 0 0 0 0,0 0 1 0 0,0 0-1 0 0,0 0 0 0 0,0 0 0 0 0,-1 2 0 0 0,-5 62 472 0 0,-6 122 1141 0 0,11-176-1597 0 0,0 27 163 0 0,1-37-211 0 0,-1 6-77 0 0,1-7 23 0 0,0 0-1 0 0,0 0 0 0 0,0 0 1 0 0,0 0-1 0 0,0 0 0 0 0,0 0 1 0 0,1 0-1 0 0,-1 0 0 0 0,0 0 1 0 0,0 0-1 0 0,0 0 1 0 0,0 0-1 0 0,0 0 0 0 0,0 0 1 0 0,0 0-1 0 0,0 0 0 0 0,0 0 1 0 0,0 0-1 0 0,0 0 0 0 0,1 0 1 0 0,-1 0-1 0 0,0 0 0 0 0,0 0 1 0 0,0 0-1 0 0,0 0 0 0 0,0 0 1 0 0,0 0-1 0 0,0 1 0 0 0,0-1 1 0 0,0 0-1 0 0,0 0 0 0 0,0 0 1 0 0,0 0-1 0 0,0 0 1 0 0,0 0-1 0 0,0 0 0 0 0,0 0 1 0 0,0 0-1 0 0,0 0 0 0 0,0 0 1 0 0,0 0-1 0 0,0 1 0 0 0,0-1 1 0 0,1 0-1 0 0,-1 0 0 0 0,-1 0 1 0 0,69-136 379 0 0,-33 61-320 0 0,-2-2 19 0 0,11-24-8 0 0,-28 61-81 0 0,-16 39-13 0 0,1 0 4 0 0,-1 0-4 0 0,0 0 0 0 0,0 0 0 0 0,1 0 0 0 0,-1 0 0 0 0,0 0 0 0 0,1 1 0 0 0,-1-1 0 0 0,1 0 0 0 0,-1 0 0 0 0,1 0 0 0 0,-1 1 0 0 0,1-1 0 0 0,0 0 0 0 0,-1 0 0 0 0,1 1 0 0 0,0-1 0 0 0,-1 1 0 0 0,1-1 0 0 0,0 1 0 0 0,1-2 0 0 0,26 69-16 0 0,-23-50 15 0 0,1-1 0 0 0,1 0 1 0 0,8 15-1 0 0,-10-23 4 0 0,0 0 1 0 0,0-1 0 0 0,1 1-1 0 0,0-1 1 0 0,1 0-1 0 0,-1 0 1 0 0,1-1 0 0 0,0 0-1 0 0,11 7 1 0 0,-12-10 4 0 0,0 0 1 0 0,0-1-1 0 0,1 0 0 0 0,-1 0 1 0 0,1 0-1 0 0,-1 0 1 0 0,1-1-1 0 0,0-1 0 0 0,0 1 1 0 0,-1-1-1 0 0,1 0 1 0 0,0 0-1 0 0,0-1 0 0 0,9-2 1 0 0,40-17-369 0 0,-54 20 131 0 0,6-4-359 0 0</inkml:trace>
</inkml:ink>
</file>

<file path=ppt/ink/ink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2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0 456 0 0,'0'0'4494'0'0,"-6"2"-4054"0"0,-11 7-81 0 0,0 1-1 0 0,1 0 1 0 0,0 1 0 0 0,1 1 0 0 0,0 0 0 0 0,1 2 0 0 0,-13 14-1 0 0,-22 19 467 0 0,44-42-723 0 0,0 0 0 0 0,1 0-1 0 0,-1 1 1 0 0,1 0-1 0 0,-5 10 1 0 0,-9 12-5827 0 0</inkml:trace>
</inkml:ink>
</file>

<file path=ppt/ink/ink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8:22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1 248 0 0,'0'0'2664'0'0,"7"22"-168"0"0,-7 0-1481 0 0,-1 11 274 0 0,-3 55 873 0 0,2-52-1642 0 0,1-12-270 0 0,-1 19 168 0 0,-8 43-1 0 0,7-69-2594 0 0,-1 0 0 0 0,-12 32 0 0 0,10-32-607 0 0</inkml:trace>
</inkml:ink>
</file>

<file path=ppt/ink/ink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18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484 53 364 0 0,'0'-8'1110'0'0,"-2"-23"3061"0"0,2 30-4113 0 0,0 0-1 0 0,-1 0 0 0 0,1 1 1 0 0,0-1-1 0 0,-1 0 1 0 0,1 1-1 0 0,0-1 1 0 0,-1 0-1 0 0,1 1 0 0 0,-1-1 1 0 0,0 0-1 0 0,1 1 1 0 0,-1-1-1 0 0,1 1 1 0 0,-1-1-1 0 0,0 1 0 0 0,1 0 1 0 0,-1-1-1 0 0,0 1 1 0 0,0 0-1 0 0,1-1 1 0 0,-1 1-1 0 0,0 0 0 0 0,0 0 1 0 0,0 0-1 0 0,1-1 1 0 0,-1 1-1 0 0,0 0 1 0 0,0 0-1 0 0,0 0 0 0 0,1 0 1 0 0,-1 0-1 0 0,0 1 1 0 0,0-1-1 0 0,1 0 1 0 0,-3 1-1 0 0,-26 6 178 0 0,0 2 0 0 0,1 1 0 0 0,0 2 1 0 0,0 0-1 0 0,2 2 0 0 0,-1 1 0 0 0,2 1 0 0 0,-39 31 0 0 0,48-34-158 0 0,1 0 0 0 0,1 1-1 0 0,0 1 1 0 0,0 0 0 0 0,2 1-1 0 0,0 0 1 0 0,1 1 0 0 0,0 0-1 0 0,2 1 1 0 0,0 0 0 0 0,1 0-1 0 0,1 1 1 0 0,0 0 0 0 0,-3 21-1 0 0,8-31-53 0 0,1 0-1 0 0,1 1 0 0 0,-1-1 1 0 0,2 1-1 0 0,-1-1 1 0 0,1 1-1 0 0,1-1 0 0 0,0 0 1 0 0,0 0-1 0 0,1 0 0 0 0,0 0 1 0 0,0 0-1 0 0,1 0 0 0 0,0-1 1 0 0,10 15-1 0 0,-1-5 13 0 0,2 0-1 0 0,0-1 0 0 0,0-1 1 0 0,2-1-1 0 0,28 21 0 0 0,-4-6-7 0 0,1-2-1 0 0,2-2 1 0 0,84 36-1 0 0,58 3-2061 0 0,-79-43-2746 0 0,-52-14 2031 0 0</inkml:trace>
</inkml:ink>
</file>

<file path=ppt/ink/ink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19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60 44 0 0,'16'-42'4689'0'0,"-16"40"-4260"0"0,2 1-344 0 0,-1 0 0 0 0,0-1-1 0 0,0 1 1 0 0,1 0 0 0 0,-1 0 0 0 0,1 0 0 0 0,-1 0 0 0 0,1 0 0 0 0,-1 0-1 0 0,1 0 1 0 0,0 1 0 0 0,0-1 0 0 0,-1 1 0 0 0,1-1 0 0 0,0 1 0 0 0,0-1 0 0 0,-1 1-1 0 0,1 0 1 0 0,0 0 0 0 0,0 0 0 0 0,0 0 0 0 0,-1 0 0 0 0,4 1 0 0 0,17 4 70 0 0,-1 0 0 0 0,0 2 0 0 0,0 1 0 0 0,0 0 0 0 0,-1 2 0 0 0,0 0 0 0 0,-1 1 0 0 0,0 1 0 0 0,-1 1 0 0 0,0 0 0 0 0,-1 1 0 0 0,-1 2 0 0 0,0-1 0 0 0,-1 2 1 0 0,21 28-1 0 0,-27-31-110 0 0,0 0 0 0 0,0 0 1 0 0,-2 1-1 0 0,0 0 0 0 0,0 0 0 0 0,-2 1 1 0 0,0-1-1 0 0,-1 1 0 0 0,0 0 1 0 0,-1 1-1 0 0,-1-1 0 0 0,0 1 1 0 0,-2-1-1 0 0,0 1 0 0 0,0-1 0 0 0,-2 1 1 0 0,0-1-1 0 0,-1 1 0 0 0,0-1 1 0 0,-2 0-1 0 0,-11 29 0 0 0,8-29-11 0 0,-1-1 0 0 0,-1 0-1 0 0,0 0 1 0 0,-1-1-1 0 0,-1 0 1 0 0,0-1 0 0 0,-1 0-1 0 0,0-1 1 0 0,-1 0-1 0 0,-20 12 1 0 0,-22 12-132 0 0,-84 40-1 0 0,133-73 60 0 0,-30 15-2020 0 0,-1-1-1 0 0,-64 18 0 0 0,56-24-547 0 0</inkml:trace>
</inkml:ink>
</file>

<file path=ppt/ink/ink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3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389 129 732 0 0,'5'-45'6129'0'0,"-6"42"-5924"0"0,1-1 1 0 0,-1 0 0 0 0,-1 1-1 0 0,1-1 1 0 0,0 1 0 0 0,-1-1 0 0 0,0 1-1 0 0,0 0 1 0 0,0 0 0 0 0,0 0-1 0 0,0 0 1 0 0,-1 0 0 0 0,0 0-1 0 0,1 1 1 0 0,-1-1 0 0 0,-4-2 0 0 0,1 1-64 0 0,0 0 0 0 0,0 1-1 0 0,-1 1 1 0 0,1-1 0 0 0,-1 1 0 0 0,1 0 0 0 0,-1 0 0 0 0,-10-1 0 0 0,-2 1-32 0 0,0 1 0 0 0,0 1 0 0 0,1 1-1 0 0,-1 0 1 0 0,0 2 0 0 0,-19 4 0 0 0,36-7-103 0 0,0 0 1 0 0,1 1-1 0 0,-1-1 0 0 0,0 0 1 0 0,1 1-1 0 0,-1 0 1 0 0,1-1-1 0 0,-1 1 0 0 0,1 0 1 0 0,-1-1-1 0 0,1 1 1 0 0,-1 0-1 0 0,1 0 0 0 0,0 0 1 0 0,-1 0-1 0 0,1 0 1 0 0,0 1-1 0 0,0-1 0 0 0,0 0 1 0 0,0 1-1 0 0,0-1 1 0 0,0 0-1 0 0,0 1 0 0 0,1-1 1 0 0,-2 3-1 0 0,2-1-1 0 0,0-1 0 0 0,0 0 0 0 0,0 1 0 0 0,1-1 0 0 0,-1 1 0 0 0,1-1 0 0 0,-1 0 0 0 0,1 1 0 0 0,0-1 0 0 0,0 0 0 0 0,0 0 0 0 0,0 0 0 0 0,0 1 0 0 0,1-1-1 0 0,1 2 1 0 0,9 10 12 0 0,0 0-1 0 0,1-1 1 0 0,22 18-1 0 0,-31-28-10 0 0,9 7 2 0 0,-1 1 1 0 0,0 0-1 0 0,0 0 0 0 0,-2 1 1 0 0,1 0-1 0 0,-1 1 1 0 0,-1 0-1 0 0,0 1 0 0 0,-1 0 1 0 0,-1 0-1 0 0,8 21 1 0 0,-15-33-9 0 0,0 0 1 0 0,1 0 0 0 0,-1 0-1 0 0,0 0 1 0 0,-1 0 0 0 0,1 1-1 0 0,0-1 1 0 0,-1 0 0 0 0,1 0-1 0 0,-1 0 1 0 0,1 0 0 0 0,-1-1-1 0 0,0 1 1 0 0,0 0 0 0 0,0 0-1 0 0,0 0 1 0 0,0-1 0 0 0,0 1-1 0 0,-1 0 1 0 0,1-1 0 0 0,0 1 0 0 0,-1-1-1 0 0,1 1 1 0 0,-1-1 0 0 0,0 0-1 0 0,0 0 1 0 0,1 0 0 0 0,-1 0-1 0 0,0 0 1 0 0,0 0 0 0 0,0 0-1 0 0,0-1 1 0 0,-3 2 0 0 0,-6 1 9 0 0,0 1-1 0 0,0-1 1 0 0,0-1 0 0 0,-16 1 0 0 0,16-2-4 0 0,-1 0 0 0 0,1-2 0 0 0,-1 1-1 0 0,0-2 1 0 0,1 1 0 0 0,0-1 0 0 0,-1-1 0 0 0,1 0 0 0 0,0-1 0 0 0,0 0 0 0 0,1-1 0 0 0,-1 0-1 0 0,1-1 1 0 0,0 1 0 0 0,0-2 0 0 0,1 0 0 0 0,-13-12 0 0 0,21 19-31 0 0,1 0 0 0 0,0 0-1 0 0,0 0 1 0 0,0 0 0 0 0,-1 0 0 0 0,1 0 0 0 0,0 0 0 0 0,0 0-1 0 0,0-1 1 0 0,-1 1 0 0 0,1 0 0 0 0,0 0 0 0 0,0 0 0 0 0,0 0-1 0 0,0-1 1 0 0,-1 1 0 0 0,1 0 0 0 0,0 0 0 0 0,0 0 0 0 0,0-1-1 0 0,0 1 1 0 0,0 0 0 0 0,0 0 0 0 0,0 0 0 0 0,0-1-1 0 0,0 1 1 0 0,0 0 0 0 0,-1 0 0 0 0,1-1 0 0 0,0 1 0 0 0,0 0-1 0 0,0 0 1 0 0,0-1 0 0 0,1 1 0 0 0,-1 0 0 0 0,0 0 0 0 0,0 0-1 0 0,0-1 1 0 0,0 1 0 0 0,0 0 0 0 0,0 0 0 0 0,0-1 0 0 0,0 1-1 0 0,1 0 1 0 0,11-1-964 0 0,15 8-652 0 0,-20-2 153 0 0,0 1-1598 0 0,-4-4 2557 0 0,3 4-1892 0 0</inkml:trace>
</inkml:ink>
</file>

<file path=ppt/ink/ink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4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99 296 76 0 0,'0'0'1041'0'0,"2"-27"4968"0"0,-3 26-5958 0 0,1 0 0 0 0,-1 0 1 0 0,1 1-1 0 0,-1-1 0 0 0,1 0 0 0 0,-1 0 1 0 0,0 1-1 0 0,1-1 0 0 0,-1 0 0 0 0,0 1 1 0 0,0-1-1 0 0,1 1 0 0 0,-1-1 0 0 0,0 1 1 0 0,0-1-1 0 0,0 1 0 0 0,0 0 0 0 0,0-1 1 0 0,0 1-1 0 0,0 0 0 0 0,1 0 0 0 0,-1-1 1 0 0,0 1-1 0 0,-2 0 0 0 0,-18 4 584 0 0,-9 14 0 0 0,15 0-418 0 0,2 11 29 0 0,13-27-203 0 0,1 10 129 0 0,7-3-99 0 0,-7-8-59 0 0,0 0-19 0 0,1 0 17 0 0,2-1 30 0 0,-1 0 11 0 0,20-6 2 0 0,-8-4-13 0 0,-12 9-30 0 0,5 0-4 0 0,-6 1-15 0 0,6 2-12 0 0,-1 2 19 0 0,1-1-1 0 0,-1 1 1 0 0,0 0 0 0 0,0 1-1 0 0,7 5 1 0 0,-4-6 3 0 0,-7-2-1 0 0,0-1 0 0 0,1 0 0 0 0,-1 1 0 0 0,0-1 0 0 0,1 0 0 0 0,-1-1 0 0 0,1 1 0 0 0,-1 0 0 0 0,1-1 0 0 0,-1 0 0 0 0,1 0-1 0 0,-1 0 1 0 0,1 0 0 0 0,-1-1 0 0 0,1 1 0 0 0,-1-1 0 0 0,0 0 0 0 0,7-2 0 0 0,1-3 3 0 0,1 0 1 0 0,-1-1-1 0 0,-1 0 1 0 0,1-1-1 0 0,-1 0 1 0 0,0 0-1 0 0,-1-1 1 0 0,0 0-1 0 0,-1-1 0 0 0,11-14 1 0 0,9-18-2 0 0,30-60 0 0 0,-33 57 9 0 0,-3-21 841 0 0,-21 65-739 0 0,0-5 142 0 0,1-2-58 0 0,-4 7 140 0 0,-4 12-323 0 0,0 1 0 0 0,1-1 1 0 0,0 1-1 0 0,1 0 0 0 0,0 0 0 0 0,1 0 0 0 0,1 1 1 0 0,-1-1-1 0 0,2 1 0 0 0,0 0 0 0 0,1-1 1 0 0,1 18-1 0 0,-1-20-24 0 0,1 0-1 0 0,0 0 1 0 0,1 0 0 0 0,0 0 0 0 0,1-1 0 0 0,0 1-1 0 0,0-1 1 0 0,1 1 0 0 0,1-1 0 0 0,-1-1 0 0 0,1 1-1 0 0,1 0 1 0 0,-1-1 0 0 0,1 0 0 0 0,1-1 0 0 0,0 1-1 0 0,7 6 1 0 0,-9-11-237 0 0,0 1 0 0 0,0-1 0 0 0,1 0 0 0 0,-1 0 1 0 0,0-1-1 0 0,9 3 0 0 0,-12-4-241 0 0,1-1 1 0 0,-1 1 0 0 0,0-1 0 0 0,1 1-1 0 0,-1-1 1 0 0,1 0 0 0 0,-1 0-1 0 0,0 0 1 0 0,1-1 0 0 0,-1 1-1 0 0,0 0 1 0 0,5-2 0 0 0,7-4-2081 0 0</inkml:trace>
</inkml:ink>
</file>

<file path=ppt/ink/ink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4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43 340 0 0,'1'-43'10876'0'0,"-10"81"-10349"0"0,1 0 1 0 0,-4 69 0 0 0,11-76-399 0 0,-2 0 1 0 0,-1 0 0 0 0,-1 0 0 0 0,-2-1 0 0 0,-16 46 0 0 0,15-62 347 0 0,3-4-2543 0 0</inkml:trace>
</inkml:ink>
</file>

<file path=ppt/ink/ink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5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46 252 0 0,'0'0'5004'0'0,"24"-1"-3990"0"0,11 2-687 0 0,-1-2 0 0 0,1-1-1 0 0,-1-2 1 0 0,0-1 0 0 0,58-17 0 0 0,-91 22-213 0 0,5-4-53 0 0,-4 3-25 0 0,-5 4 189 0 0,1-1-225 0 0,-1 1 5 0 0,0 0 0 0 0,0 1-1 0 0,0-1 1 0 0,0 1 0 0 0,0-1-1 0 0,1 1 1 0 0,-2 4 0 0 0,0 4 27 0 0,0 2-3 0 0,5-2-12 0 0,8 5 9 0 0,-8-16 108 0 0,1-2-9 0 0,25-16 403 0 0,-22 10-386 0 0,2-21 383 0 0,-7 25-480 0 0,0 1 0 0 0,1-1 0 0 0,-1 0 0 0 0,-1 0 1 0 0,1 0-1 0 0,0 0 0 0 0,-1 0 0 0 0,1 1 0 0 0,-1-1 0 0 0,0 0 0 0 0,0 0 0 0 0,-2-4 0 0 0,2 5-10 0 0,-12-2-1211 0 0,-17 16-4027 0 0</inkml:trace>
</inkml:ink>
</file>

<file path=ppt/ink/ink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5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1 436 0 0,'0'0'1299'0'0,"24"27"2234"0"0,-11 23-1645 0 0,-13-47-1769 0 0,-1-3-69 0 0,1 0 1 0 0,0 0 0 0 0,0 1 0 0 0,0-1 0 0 0,0 0-1 0 0,0 0 1 0 0,0 1 0 0 0,0-1 0 0 0,0 0-1 0 0,0 0 1 0 0,0 1 0 0 0,0-1 0 0 0,0 0-1 0 0,0 0 1 0 0,0 1 0 0 0,1-1 0 0 0,-1 0 0 0 0,0 0-1 0 0,0 1 1 0 0,0-1 0 0 0,0 0 0 0 0,0 0-1 0 0,0 1 1 0 0,1-1 0 0 0,-1 0 0 0 0,0 0-1 0 0,0 0 1 0 0,0 1 0 0 0,1-1 0 0 0,-1 0 0 0 0,0 0-1 0 0,0 0 1 0 0,1 0 0 0 0,-1 0 0 0 0,0 0-1 0 0,0 1 1 0 0,1-1 0 0 0,-1 0 0 0 0,0 0-1 0 0,0 0 1 0 0,1 0 0 0 0,-1 0 0 0 0,0 0 0 0 0,0 0-1 0 0,1 0 1 0 0,-1 0 0 0 0,18-8 131 0 0,-4 0 191 0 0,0 2 1 0 0,28-10-1 0 0,-40 16-290 0 0,2 0-80 0 0,-1 0 0 0 0,1 1 0 0 0,0-1 0 0 0,-1 1 0 0 0,1 0 0 0 0,-1 0 0 0 0,0 0-1 0 0,1 0 1 0 0,-1 1 0 0 0,0-1 0 0 0,6 5 0 0 0,2 22-6526 0 0</inkml:trace>
</inkml:ink>
</file>

<file path=ppt/ink/ink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6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1 484 0 0,'0'0'3771'0'0,"19"21"-263"0"0,-18-11-3119 0 0,0 0-1 0 0,-1 0 0 0 0,-1 0 0 0 0,1 0 1 0 0,-2 0-1 0 0,1 0 0 0 0,-1 0 1 0 0,-1 0-1 0 0,-4 12 0 0 0,2-12-687 0 0,1-1 0 0 0,-1 1-1 0 0,0-1 1 0 0,-1-1 0 0 0,-9 13 0 0 0,4-3-5036 0 0</inkml:trace>
</inkml:ink>
</file>

<file path=ppt/ink/ink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8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81 112 0 0,'0'0'741'0'0,"2"-53"4506"0"0,-2 25 190 0 0,-11 64-4201 0 0,-1-1-764 0 0,0 0 55 0 0,-13 55 0 0 0,9-28-577 0 0,16-61-244 0 0,-3 7-315 0 0</inkml:trace>
</inkml:ink>
</file>

<file path=ppt/ink/ink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8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88 64 0 0,'0'0'767'0'0,"17"-38"5162"0"0,-16 36-5472 0 0,-1 1-380 0 0,0-1 1 0 0,0 0 0 0 0,0 0-1 0 0,0 0 1 0 0,0 0 0 0 0,-1 0-1 0 0,1 0 1 0 0,-1 0 0 0 0,1 1-1 0 0,-1-1 1 0 0,0 0 0 0 0,0 0-1 0 0,1 1 1 0 0,-1-1 0 0 0,0 0-1 0 0,-1 1 1 0 0,1-1 0 0 0,0 1-1 0 0,0 0 1 0 0,-1-1 0 0 0,1 1-1 0 0,-1 0 1 0 0,1 0 0 0 0,-1-1-1 0 0,1 1 1 0 0,-1 1 0 0 0,0-1-1 0 0,1 0 1 0 0,-1 0 0 0 0,0 1-1 0 0,0-1 1 0 0,0 1 0 0 0,1-1-1 0 0,-1 1 1 0 0,0 0 0 0 0,0-1-1 0 0,0 1 1 0 0,0 0 0 0 0,0 0-1 0 0,0 1 1 0 0,0-1 0 0 0,0 0-1 0 0,1 1 1 0 0,-1-1 0 0 0,-2 2-1 0 0,-2-1-54 0 0,1 0 0 0 0,0 1-1 0 0,0 0 1 0 0,0 0 0 0 0,0 0-1 0 0,0 0 1 0 0,0 1 0 0 0,0 0 0 0 0,1 0-1 0 0,-1 0 1 0 0,1 1 0 0 0,0-1-1 0 0,0 1 1 0 0,0 0 0 0 0,-4 7-1 0 0,6-9-8 0 0,0 1 0 0 0,1 0 0 0 0,-1 0-1 0 0,1 0 1 0 0,0 0 0 0 0,-1 0 0 0 0,2 1-1 0 0,-1-1 1 0 0,-1 6 0 0 0,3-7-7 0 0,-1-1 0 0 0,0 0 0 0 0,1 1 0 0 0,-1-1 0 0 0,1 0 0 0 0,-1 1 0 0 0,1-1 0 0 0,0 0 0 0 0,-1 0 0 0 0,1 0 0 0 0,0 1 0 0 0,0-1 0 0 0,0 0 0 0 0,0 0 0 0 0,0 0 0 0 0,0 0 0 0 0,0-1 0 0 0,0 1 0 0 0,1 0 0 0 0,-1 0 0 0 0,0-1 0 0 0,0 1 0 0 0,1 0 0 0 0,-1-1 0 0 0,0 1 0 0 0,1-1 0 0 0,1 1 0 0 0,3-1 10 0 0,0 0 0 0 0,-1 0 1 0 0,1-1-1 0 0,0 1 1 0 0,0-1-1 0 0,-1-1 0 0 0,1 1 1 0 0,0-1-1 0 0,-1 0 0 0 0,1 0 1 0 0,-1 0-1 0 0,0-1 1 0 0,0 0-1 0 0,0 0 0 0 0,6-5 1 0 0,-10 8 122 0 0,0 0-138 0 0,-1 0 1 0 0,1 1-1 0 0,-1-1 0 0 0,1 0 1 0 0,0 1-1 0 0,-1-1 1 0 0,0 1-1 0 0,1-1 1 0 0,-1 1-1 0 0,1-1 1 0 0,-1 1-1 0 0,1 0 0 0 0,-1-1 1 0 0,0 1-1 0 0,1-1 1 0 0,-1 1-1 0 0,0 0 1 0 0,0-1-1 0 0,0 1 0 0 0,1 0 1 0 0,-1-1-1 0 0,0 1 1 0 0,0 0-1 0 0,0-1 1 0 0,0 1-1 0 0,0 0 0 0 0,0 0 1 0 0,0-1-1 0 0,0 1 1 0 0,-1 0-1 0 0,1-1 1 0 0,0 1-1 0 0,0 0 0 0 0,0-1 1 0 0,-1 1-1 0 0,1-1 1 0 0,-1 2-1 0 0,-10 36 55 0 0,8-28-53 0 0,-25 102 114 0 0,15-66-55 0 0,9-37-35 0 0,2-3-1570 0 0</inkml:trace>
</inkml:ink>
</file>

<file path=ppt/ink/ink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9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16 0 0,'0'-1'271'0'0,"0"0"0"0"0,1 0 1 0 0,-1 0-1 0 0,1 0 0 0 0,-1 0 0 0 0,0 0 0 0 0,1 0 0 0 0,0 0 1 0 0,-1 0-1 0 0,1 0 0 0 0,0 0 0 0 0,-1 0 0 0 0,1 1 0 0 0,0-1 1 0 0,0 0-1 0 0,0 0 0 0 0,0 1 0 0 0,0-1 0 0 0,-1 1 0 0 0,1-1 1 0 0,0 1-1 0 0,0-1 0 0 0,2 1 0 0 0,34-6 2019 0 0,33 11-1389 0 0,8 2 386 0 0,-75-7-1147 0 0,1 1 35 0 0,-3-1-143 0 0,1 0-1 0 0,-1 0 0 0 0,0 0 0 0 0,0 0 0 0 0,1 0 1 0 0,-1 0-1 0 0,0 0 0 0 0,0 1 0 0 0,0-1 0 0 0,1 0 0 0 0,-1 1 1 0 0,0-1-1 0 0,0 1 0 0 0,0 0 0 0 0,0-1 0 0 0,0 1 1 0 0,0 0-1 0 0,0-1 0 0 0,0 1 0 0 0,0 0 0 0 0,0 0 1 0 0,0 0-1 0 0,-1 0 0 0 0,3 2 0 0 0,-4 4 24 0 0,1 0 0 0 0,-1 0 0 0 0,0 0 0 0 0,0 0 0 0 0,-1 0 0 0 0,0 0 0 0 0,-5 11 0 0 0,-27 57 122 0 0,18-42-118 0 0,7-15-210 0 0,-14 37 407 0 0,16-19-3139 0 0,7-34 1931 0 0</inkml:trace>
</inkml:ink>
</file>

<file path=ppt/ink/ink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29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1 712 0 0,'0'0'1994'0'0,"20"41"2157"0"0,-15-7-2245 0 0,3 65 1 0 0,-8-84-1986 0 0,0 1 1 0 0,-2-1 0 0 0,1 0 0 0 0,-2 0 0 0 0,0 1 0 0 0,-9 23 0 0 0,-5-8-4904 0 0,10-16 2089 0 0</inkml:trace>
</inkml:ink>
</file>

<file path=ppt/ink/ink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34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7 336 0 0,'24'-7'3234'0'0,"-3"10"-2654"0"0,-19-3-698 0 0,-1 0-1 0 0,0 0 0 0 0,0 0 0 0 0,0 1 1 0 0,0-1-1 0 0,0 0 0 0 0,0 0 0 0 0,0 1 0 0 0,1-1 1 0 0,-1 1-1 0 0,0-1 0 0 0,0 1 0 0 0,-1-1 1 0 0,1 1-1 0 0,0 0 0 0 0,0-1 0 0 0,0 1 1 0 0,0 0-1 0 0,0 0 0 0 0,-1 0 0 0 0,2 1 0 0 0,-2 7-750 0 0</inkml:trace>
</inkml:ink>
</file>

<file path=ppt/ink/ink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35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89 160 0 0,'0'0'2199'0'0,"-9"-37"2852"0"0,12 32-4639 0 0,-1 0-1 0 0,0 0 1 0 0,-1 0 0 0 0,1 0-1 0 0,-1 0 1 0 0,0 0 0 0 0,0-7-1 0 0,0 10-46 0 0,-1 0-23 0 0,-3 7-324 0 0,-15 24 32 0 0,2 2 0 0 0,0 0-1 0 0,3 1 1 0 0,0 1-1 0 0,-10 45 1 0 0,15-55 1607 0 0,17-58-923 0 0,-2 18-594 0 0,5-9 15 0 0,5-15-6 0 0,10-19-17 0 0,-21 46-111 0 0,14-18-4 0 0,-19 31-7 0 0,5-6 10 0 0,-14 63 66 0 0,2-32-37 0 0,2-8-6 0 0,-4 32 622 0 0,8-34 617 0 0,8-32-807 0 0,-6 11-404 0 0,1-3 25 0 0,0 0 1 0 0,0-1-1 0 0,1 1 0 0 0,0 1 0 0 0,9-15 0 0 0,-12 22-125 0 0,-2 9-3819 0 0,-7 6 2402 0 0,3 1-4595 0 0,1 1 2304 0 0</inkml:trace>
</inkml:ink>
</file>

<file path=ppt/ink/ink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43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6 365 600 0 0,'0'0'1409'0'0,"-6"-8"4671"0"0,91-32-3619 0 0,-57 28-1671 0 0,48-28-1 0 0,-54 27-537 0 0,-1-2 1 0 0,-1-1-1 0 0,29-28 0 0 0,-42 37-165 0 0,-1 0-1 0 0,1-1 0 0 0,-2 0 0 0 0,1 0 1 0 0,-1 0-1 0 0,0-1 0 0 0,-1 0 1 0 0,0 0-1 0 0,0 0 0 0 0,-1 0 0 0 0,0 0 1 0 0,1-11-1 0 0,-3 18-76 0 0,-1 0 1 0 0,0 0-1 0 0,0 0 0 0 0,0 0 0 0 0,0 0 1 0 0,0 0-1 0 0,0 0 0 0 0,0 0 1 0 0,0 0-1 0 0,-1 1 0 0 0,1-1 1 0 0,-1 0-1 0 0,0 0 0 0 0,1 0 1 0 0,-1 0-1 0 0,0 0 0 0 0,0 1 0 0 0,0-1 1 0 0,0 0-1 0 0,-1 1 0 0 0,1-1 1 0 0,0 1-1 0 0,-1-1 0 0 0,1 1 1 0 0,-1 0-1 0 0,1 0 0 0 0,-1-1 0 0 0,0 1 1 0 0,1 0-1 0 0,-1 1 0 0 0,0-1 1 0 0,0 0-1 0 0,0 0 0 0 0,1 1 1 0 0,-1-1-1 0 0,0 1 0 0 0,0-1 1 0 0,0 1-1 0 0,0 0 0 0 0,0 0 0 0 0,0 0 1 0 0,0 0-1 0 0,0 0 0 0 0,-2 1 1 0 0,-8-1-5 0 0,1 1 0 0 0,-1 1 1 0 0,1 0-1 0 0,0 0 1 0 0,-22 8-1 0 0,26-7-10 0 0,-1 1 0 0 0,0-1 1 0 0,1 1-1 0 0,0 1 0 0 0,0 0 0 0 0,0 0 0 0 0,0 0 1 0 0,1 1-1 0 0,0-1 0 0 0,0 2 0 0 0,0-1 0 0 0,1 1 1 0 0,-9 13-1 0 0,13-16 3 0 0,-1-1 0 0 0,0 1 1 0 0,1 0-1 0 0,0 0 0 0 0,0 0 0 0 0,0 0 1 0 0,0 0-1 0 0,1 0 0 0 0,-1 1 0 0 0,1-1 1 0 0,0 0-1 0 0,0 0 0 0 0,1 0 0 0 0,-1 0 1 0 0,1 0-1 0 0,0 0 0 0 0,0 0 1 0 0,0 0-1 0 0,1 0 0 0 0,-1 0 0 0 0,1 0 1 0 0,0 0-1 0 0,0-1 0 0 0,0 1 0 0 0,1-1 1 0 0,-1 0-1 0 0,1 0 0 0 0,0 0 0 0 0,0 0 1 0 0,4 3-1 0 0,4 3 8 0 0,0 0 1 0 0,1-1-1 0 0,0-1 0 0 0,1 0 1 0 0,-1-1-1 0 0,1 0 0 0 0,1-1 1 0 0,-1 0-1 0 0,1-1 0 0 0,0-1 1 0 0,0 0-1 0 0,0 0 1 0 0,0-2-1 0 0,0 0 0 0 0,26-1 1 0 0,-11-2 6 0 0,1-1 1 0 0,-1-1 0 0 0,0-1 0 0 0,-1-2 0 0 0,1-1 0 0 0,45-19 0 0 0,-63 22-9 0 0,-1-1 1 0 0,0 0-1 0 0,0 0 0 0 0,0-1 0 0 0,-1 0 1 0 0,0-1-1 0 0,-1 1 0 0 0,15-19 0 0 0,-20 22-4 0 0,0 1 1 0 0,0-1-1 0 0,0 0 0 0 0,-1 0 0 0 0,0 0 0 0 0,0 0 0 0 0,0 0 0 0 0,0 0 0 0 0,-1-1 0 0 0,0 1 1 0 0,0-1-1 0 0,0 1 0 0 0,0-1 0 0 0,-1 1 0 0 0,1-1 0 0 0,-1 1 0 0 0,0-1 0 0 0,-1 1 1 0 0,1-1-1 0 0,-1 0 0 0 0,0 1 0 0 0,0 0 0 0 0,0-1 0 0 0,-1 1 0 0 0,-3-8 0 0 0,3 9-2 0 0,1 1-1 0 0,-1 0 1 0 0,0 0-1 0 0,0-1 1 0 0,0 1-1 0 0,0 0 0 0 0,-1 1 1 0 0,1-1-1 0 0,0 0 1 0 0,-1 1-1 0 0,1-1 0 0 0,-1 1 1 0 0,0 0-1 0 0,1 0 1 0 0,-1 0-1 0 0,0 0 1 0 0,0 0-1 0 0,0 1 0 0 0,0-1 1 0 0,1 1-1 0 0,-1 0 1 0 0,0 0-1 0 0,0 0 1 0 0,0 0-1 0 0,0 0 0 0 0,0 1 1 0 0,0-1-1 0 0,-4 2 1 0 0,4-1-6 0 0,0 0 0 0 0,0 1 1 0 0,0-1-1 0 0,0 1 0 0 0,0-1 0 0 0,0 1 1 0 0,0 0-1 0 0,0 0 0 0 0,1 0 0 0 0,-1 0 1 0 0,1 0-1 0 0,0 1 0 0 0,0-1 1 0 0,0 1-1 0 0,0 0 0 0 0,0-1 0 0 0,0 1 1 0 0,1 0-1 0 0,-1 0 0 0 0,1 0 0 0 0,0 0 1 0 0,0 0-1 0 0,0 1 0 0 0,0-1 1 0 0,0 0-1 0 0,1 0 0 0 0,-1 1 0 0 0,1 5 1 0 0,0-8 7 0 0,0 0 1 0 0,-1 0-1 0 0,1-1 0 0 0,0 1 1 0 0,0 0-1 0 0,0 0 1 0 0,0 0-1 0 0,0-1 0 0 0,0 1 1 0 0,0 0-1 0 0,0 0 1 0 0,0 0-1 0 0,0 0 0 0 0,0-1 1 0 0,1 1-1 0 0,-1 0 1 0 0,0 0-1 0 0,1 0 1 0 0,-1-1-1 0 0,0 1 0 0 0,1 0 1 0 0,-1-1-1 0 0,1 1 1 0 0,-1 0-1 0 0,1-1 0 0 0,-1 1 1 0 0,1 0-1 0 0,0-1 1 0 0,-1 1-1 0 0,1-1 0 0 0,0 1 1 0 0,-1-1-1 0 0,1 0 1 0 0,0 1-1 0 0,0-1 0 0 0,-1 0 1 0 0,1 1-1 0 0,0-1 1 0 0,0 0-1 0 0,-1 0 1 0 0,1 0-1 0 0,0 1 0 0 0,0-1 1 0 0,0 0-1 0 0,0 0 1 0 0,-1 0-1 0 0,1 0 0 0 0,0-1 1 0 0,0 1-1 0 0,0 0 1 0 0,0 0-1 0 0,-1 0 0 0 0,1-1 1 0 0,0 1-1 0 0,0 0 1 0 0,1-2-1 0 0,36-24 68 0 0,-35 24-74 0 0,33-21-91 0 0,-34 22 79 0 0,1 2-4 0 0,4 2 16 0 0,-1 0 0 0 0,0 1-1 0 0,0-1 1 0 0,-1 1 0 0 0,1 0-1 0 0,-1 1 1 0 0,0-1-1 0 0,0 1 1 0 0,0 0 0 0 0,0 0-1 0 0,-1 1 1 0 0,0-1 0 0 0,0 1-1 0 0,-1 0 1 0 0,1 0-1 0 0,-1 0 1 0 0,-1 1 0 0 0,4 10-1 0 0,5 17 3 0 0,-1 0 0 0 0,6 49-1 0 0,-12-63 2 0 0,0 5 5 0 0,-2 0 1 0 0,0-1-1 0 0,-1 1 1 0 0,-1 0-1 0 0,-2 0 1 0 0,-4 25-1 0 0,5-41 4 0 0,-1 0 0 0 0,1-1 0 0 0,-2 1 0 0 0,1 0 1 0 0,-1-1-1 0 0,-1 0 0 0 0,1 0 0 0 0,-1 0 0 0 0,-1 0 0 0 0,0-1 0 0 0,0 1 0 0 0,0-1 0 0 0,-1 0 0 0 0,0-1 0 0 0,0 1 0 0 0,-1-1 0 0 0,1-1 1 0 0,-1 1-1 0 0,-16 8 0 0 0,20-12-5 0 0,0 0 1 0 0,0-1-1 0 0,0 1 1 0 0,-1-1-1 0 0,1 0 1 0 0,0 0 0 0 0,-1 0-1 0 0,1-1 1 0 0,-1 1-1 0 0,1-1 1 0 0,-1 1-1 0 0,0-1 1 0 0,1-1-1 0 0,-1 1 1 0 0,1 0-1 0 0,-1-1 1 0 0,1 0-1 0 0,-1 1 1 0 0,1-1 0 0 0,0-1-1 0 0,-1 1 1 0 0,1 0-1 0 0,0-1 1 0 0,0 0-1 0 0,0 0 1 0 0,0 0-1 0 0,0 0 1 0 0,0 0-1 0 0,0 0 1 0 0,1-1 0 0 0,-1 1-1 0 0,1-1 1 0 0,0 0-1 0 0,0 0 1 0 0,0 0-1 0 0,0 0 1 0 0,0 0-1 0 0,1 0 1 0 0,-3-6-1 0 0,2 2-4 0 0,-1 0 0 0 0,1 0-1 0 0,1-1 1 0 0,-1 1 0 0 0,1-1-1 0 0,0 1 1 0 0,1-1 0 0 0,0 1-1 0 0,0-1 1 0 0,1 1 0 0 0,-1-1-1 0 0,2 1 1 0 0,-1-1-1 0 0,1 1 1 0 0,0 0 0 0 0,1 0-1 0 0,-1-1 1 0 0,6-6 0 0 0,-4 5-227 0 0,2 1 0 0 0,-1 0 0 0 0,1 1 0 0 0,1-1 0 0 0,-1 1 0 0 0,1 0 0 0 0,0 1 0 0 0,11-8 0 0 0,-9 9-1338 0 0,-1 0 0 0 0,1 0 0 0 0,1 1 0 0 0,17-5-1 0 0,-11 3-1381 0 0</inkml:trace>
</inkml:ink>
</file>

<file path=ppt/ink/ink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43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0 149 11721 0 0,'0'0'670'0'0,"14"-18"310"0"0,-16-82 2025 0 0,2 97-3074 0 0,-11-24-7593 0 0</inkml:trace>
</inkml:ink>
</file>

<file path=ppt/ink/ink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09:44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84 200,'19'-82'8843,"-19"80"-8405,1 2-478,0 1 1,0-1-1,0 0 1,0 0-1,0 0 0,0 1 1,0-1-1,0 1 1,0-1-1,0 1 1,-1-1-1,1 1 0,0-1 1,0 1-1,-1 0 1,1-1-1,0 1 0,-1 0 1,1-1-1,0 1 1,-1 0-1,1 0 1,-1 0-1,0 0 0,1 0 1,-1 0-1,0 0 1,1-1-1,-1 1 1,0 0-1,0 0 0,0 0 1,0 0-1,0 0 1,0 0-1,0 0 0,0 2 1,4 18-3730,-1-10 1401</inkml:trace>
  <inkml:trace contextRef="#ctx0" brushRef="#br0" timeOffset="1">287 414 280,'27'1'4999,"61"-12"-893,-4 0-4912,-53 5-3441</inkml:trace>
</inkml:ink>
</file>

<file path=ppt/ink/ink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46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18 836 0 0,'4'-17'3347'0'0,"-11"23"-808"0"0,-11 36-950 0 0,7 36 222 0 0,-2 126-1 0 0,12-160-1483 0 0,-12 142 901 0 0,7-146-1474 0 0</inkml:trace>
</inkml:ink>
</file>

<file path=ppt/ink/ink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46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0 140 256 0 0,'6'-6'422'0'0,"1"0"0"0"0,0 1 1 0 0,0-1-1 0 0,1 1 0 0 0,-1 1 0 0 0,1-1 0 0 0,0 1 1 0 0,17-5-1 0 0,73-19 808 0 0,-71 22-844 0 0,-13 2-243 0 0,176-37 1359 0 0,-159 36-1236 0 0,0 2 0 0 0,1 1 0 0 0,-1 1-1 0 0,37 5 1 0 0,-62-3-266 0 0,-1 0 0 0 0,0 0 0 0 0,0 1 0 0 0,0-1 0 0 0,0 1 0 0 0,0 1 0 0 0,-1-1 0 0 0,1 0 0 0 0,6 6 0 0 0,16 19-4799 0 0,-21-18 2636 0 0</inkml:trace>
</inkml:ink>
</file>

<file path=ppt/ink/ink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46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1 372 0 0,'0'0'1620'0'0,"2"3"-817"0"0,9 19 679 0 0,-1 1 0 0 0,10 32 0 0 0,19 108 678 0 0,-37-145-1914 0 0,-1 1 0 0 0,0-1 0 0 0,-1 1 0 0 0,-1-1-1 0 0,-1 1 1 0 0,-5 19 0 0 0,7-36 0 0 0,-4-7-200 0 0,-3-4-56 0 0,1 0 1 0 0,0-1-1 0 0,0 1 1 0 0,1-2-1 0 0,1 1 1 0 0,-1 0-1 0 0,2-1 1 0 0,-1 0-1 0 0,-1-14 1 0 0,-4-18-205 0 0,-3-50-1 0 0,11 88 203 0 0,1-1-1 0 0,-1 1 0 0 0,1 0 1 0 0,0 0-1 0 0,1-1 0 0 0,-1 1 1 0 0,1 0-1 0 0,0 0 1 0 0,0-1-1 0 0,1 1 0 0 0,-1 0 1 0 0,1 0-1 0 0,0 0 0 0 0,1 1 1 0 0,-1-1-1 0 0,1 1 0 0 0,0-1 1 0 0,0 1-1 0 0,0 0 1 0 0,1 0-1 0 0,-1 0 0 0 0,1 0 1 0 0,0 1-1 0 0,0-1 0 0 0,0 1 1 0 0,1 0-1 0 0,-1 0 0 0 0,1 1 1 0 0,0 0-1 0 0,0-1 0 0 0,0 1 1 0 0,0 1-1 0 0,0-1 1 0 0,0 1-1 0 0,10-2 0 0 0,0 2-2 0 0,0-1 0 0 0,0 2 1 0 0,0 0-1 0 0,0 1 0 0 0,0 0 0 0 0,-1 1 0 0 0,1 1 0 0 0,0 0 0 0 0,-1 1 0 0 0,0 0 0 0 0,25 12 0 0 0,-26-8 9 0 0,0 0-1 0 0,-1 0 0 0 0,1 1 1 0 0,-2 1-1 0 0,1 0 1 0 0,-1 0-1 0 0,-1 1 0 0 0,0 1 1 0 0,0-1-1 0 0,-1 2 1 0 0,-1-1-1 0 0,0 1 0 0 0,-1 1 1 0 0,0-1-1 0 0,8 26 1 0 0,-13-32 38 0 0,1 1 0 0 0,-2 0 0 0 0,1 0 0 0 0,-1 0 0 0 0,0 0 1 0 0,0 0-1 0 0,-1 0 0 0 0,-1 0 0 0 0,1 0 0 0 0,-1 0 1 0 0,0 0-1 0 0,-1 0 0 0 0,0 0 0 0 0,0 0 0 0 0,-1-1 1 0 0,0 1-1 0 0,0-1 0 0 0,-1 1 0 0 0,0-1 0 0 0,0 0 0 0 0,0-1 1 0 0,-1 1-1 0 0,0-1 0 0 0,-1 0 0 0 0,1 0 0 0 0,-1-1 1 0 0,0 1-1 0 0,-1-1 0 0 0,1 0 0 0 0,-15 7 0 0 0,-2 0-69 0 0,-2 0 0 0 0,0-1-1 0 0,0-2 1 0 0,0-1-1 0 0,-1 0 1 0 0,-1-2 0 0 0,1-1-1 0 0,-1-2 1 0 0,0 0-1 0 0,-46-2 1 0 0,58-5-2123 0 0,7-8-4293 0 0</inkml:trace>
</inkml:ink>
</file>

<file path=ppt/ink/ink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47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75 272 0 0,'-1'-5'9440'0'0,"-7"56"-8476"0"0,2 1 1 0 0,2 81 0 0 0,10-138 284 0 0,9-20-925 0 0,13-31-196 0 0,-15 14-37 0 0,-10 32-71 0 0,-1 0-1 0 0,1 0 1 0 0,1 1-1 0 0,0-1 0 0 0,0 1 1 0 0,1 0-1 0 0,0 0 1 0 0,7-8-1 0 0,-11 16-17 0 0,0-1-13 0 0,-1 2 11 0 0,0 0 0 0 0,0 0-1 0 0,0 0 1 0 0,0 0 0 0 0,0-1 0 0 0,0 1-1 0 0,0 0 1 0 0,0 0 0 0 0,0 0-1 0 0,0 0 1 0 0,0 0 0 0 0,0 0 0 0 0,0 0-1 0 0,1-1 1 0 0,-1 1 0 0 0,0 0-1 0 0,0 0 1 0 0,0 0 0 0 0,0 0 0 0 0,0 0-1 0 0,0 0 1 0 0,0 0 0 0 0,0 0-1 0 0,0-1 1 0 0,0 1 0 0 0,0 0 0 0 0,0 0-1 0 0,1 0 1 0 0,-1 0 0 0 0,0 0 0 0 0,0 0-1 0 0,0 0 1 0 0,0 0 0 0 0,0 0-1 0 0,0 0 1 0 0,0 0 0 0 0,1 0 0 0 0,-1 0-1 0 0,0 0 1 0 0,0 0 0 0 0,0 0-1 0 0,0 0 1 0 0,0 0 0 0 0,0 0 0 0 0,0 0-1 0 0,1 0 1 0 0,-1 0 0 0 0,0 0-1 0 0,0 0 1 0 0,0 0 0 0 0,0 0 0 0 0,0 0-1 0 0,0 0 1 0 0,0 0 0 0 0,1 0-1 0 0,-1 0 1 0 0,0 1 0 0 0,0-1 0 0 0,0 0-1 0 0,0 0 1 0 0,0 0 0 0 0,0 0-1 0 0,0 0 1 0 0,0 0 0 0 0,0 0 0 0 0,0 1-1 0 0,4 7 3 0 0,-1 0 0 0 0,1 0 0 0 0,0 0 0 0 0,0 0-1 0 0,1 0 1 0 0,0-1 0 0 0,1 0 0 0 0,12 13 0 0 0,-15-17 2 0 0,1-1 0 0 0,-1 0 1 0 0,1 1-1 0 0,-1-1 0 0 0,1 0 1 0 0,0-1-1 0 0,0 1 0 0 0,0-1 0 0 0,0 0 1 0 0,0 1-1 0 0,0-2 0 0 0,1 1 1 0 0,-1-1-1 0 0,0 1 0 0 0,0-1 0 0 0,1 0 1 0 0,-1 0-1 0 0,0-1 0 0 0,0 0 1 0 0,0 1-1 0 0,1-1 0 0 0,-1-1 0 0 0,0 1 1 0 0,0 0-1 0 0,6-4 0 0 0,5-4 4 0 0,0 0 1 0 0,-1-1-1 0 0,0 0 0 0 0,-1-1 0 0 0,0-1 0 0 0,-1 0 0 0 0,0-1 0 0 0,-1 0 0 0 0,18-27 0 0 0,-4 7-10 0 0,-24 32 5 0 0,4 26 12 0 0,-3-2 12 0 0,-1-1 0 0 0,-1 1 0 0 0,-4 28 0 0 0,0 35 20 0 0,4 11-631 0 0,-3-32-7472 0 0,1-51 4519 0 0</inkml:trace>
</inkml:ink>
</file>

<file path=ppt/ink/ink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49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4 690 372 0 0,'0'0'2947'0'0,"-4"-9"1106"0"0,46-7-3575 0 0,-2-2 0 0 0,0-2-1 0 0,-1-2 1 0 0,43-31 0 0 0,-49 32-286 0 0,45-28 155 0 0,128-88 319 0 0,-177 115-561 0 0,-1-1 0 0 0,0-2 0 0 0,-2 0 0 0 0,37-48 0 0 0,-56 63-68 0 0,0 0 0 0 0,0-1 0 0 0,-1 0 1 0 0,-1 0-1 0 0,6-14 0 0 0,-10 21-26 0 0,1-1 0 0 0,-1 1 0 0 0,0 0 1 0 0,-1 0-1 0 0,1 0 0 0 0,-1-1 0 0 0,0 1 0 0 0,0 0 1 0 0,0 0-1 0 0,0-1 0 0 0,-1 1 0 0 0,0 0 0 0 0,0 0 0 0 0,0 0 1 0 0,0 0-1 0 0,0 0 0 0 0,-1 0 0 0 0,-2-4 0 0 0,4 7-9 0 0,0 0-1 0 0,-1 1 1 0 0,1-1-1 0 0,0 0 1 0 0,-1 0-1 0 0,1 1 0 0 0,0-1 1 0 0,-1 0-1 0 0,1 1 1 0 0,-1-1-1 0 0,1 0 1 0 0,-1 1-1 0 0,0-1 0 0 0,1 0 1 0 0,-1 1-1 0 0,0-1 1 0 0,1 1-1 0 0,-1 0 1 0 0,0-1-1 0 0,1 1 0 0 0,-1-1 1 0 0,0 1-1 0 0,0 0 1 0 0,0 0-1 0 0,1-1 1 0 0,-1 1-1 0 0,0 0 1 0 0,0 0-1 0 0,0 0 0 0 0,0 0 1 0 0,1 0-1 0 0,-1 0 1 0 0,0 0-1 0 0,0 0 1 0 0,0 0-1 0 0,0 1 0 0 0,1-1 1 0 0,-1 0-1 0 0,0 0 1 0 0,0 1-1 0 0,0-1 1 0 0,1 0-1 0 0,-1 1 0 0 0,0-1 1 0 0,1 1-1 0 0,-1-1 1 0 0,0 1-1 0 0,1 0 1 0 0,-1-1-1 0 0,1 1 0 0 0,-1-1 1 0 0,1 1-1 0 0,-1 0 1 0 0,0 0-1 0 0,-1 2-2 0 0,0 0 0 0 0,1 0-1 0 0,-1 0 1 0 0,0 0 0 0 0,1 0-1 0 0,0 1 1 0 0,0-1 0 0 0,0 0 0 0 0,0 1-1 0 0,1-1 1 0 0,-1 0 0 0 0,1 4-1 0 0,4 24 5 0 0,1-1 0 0 0,2 1 0 0 0,12 31 0 0 0,13 57 18 0 0,-30-107-19 0 0,0 0 0 0 0,-1 1 0 0 0,0-1 0 0 0,-1 1 0 0 0,0-1 0 0 0,-1 1 0 0 0,-3 15 0 0 0,2-24 2 0 0,1 1 0 0 0,-1-1 0 0 0,0 0 1 0 0,0 0-1 0 0,0 0 0 0 0,-1 0 0 0 0,1 0 0 0 0,-1 0 0 0 0,0-1 0 0 0,0 1 0 0 0,0-1 0 0 0,0 0 0 0 0,-1 0 1 0 0,0 0-1 0 0,1 0 0 0 0,-1 0 0 0 0,0-1 0 0 0,-7 3 0 0 0,8-3 0 0 0,0-1-1 0 0,0 0 1 0 0,-1 1 0 0 0,1-1-1 0 0,-1-1 1 0 0,1 1-1 0 0,-1 0 1 0 0,1-1 0 0 0,-1 0-1 0 0,1 0 1 0 0,-1 0-1 0 0,1 0 1 0 0,-1-1 0 0 0,1 1-1 0 0,-1-1 1 0 0,1 0-1 0 0,-1 0 1 0 0,1 0 0 0 0,0 0-1 0 0,-1-1 1 0 0,1 1-1 0 0,0-1 1 0 0,0 0 0 0 0,-5-4-1 0 0,7 6-35 0 0,1 0 1 0 0,-1-1-1 0 0,0 1 0 0 0,1-1 0 0 0,-1 1 0 0 0,1-1 1 0 0,-1 0-1 0 0,1 1 0 0 0,-1-1 0 0 0,1 0 1 0 0,-1 1-1 0 0,1-1 0 0 0,0 0 0 0 0,-1 1 1 0 0,1-1-1 0 0,0 0 0 0 0,-1 0 0 0 0,1 1 0 0 0,0-1 1 0 0,0 0-1 0 0,0 0 0 0 0,0 1 0 0 0,0-1 1 0 0,0 0-1 0 0,0 0 0 0 0,0 0 0 0 0,0 1 0 0 0,0-1 1 0 0,0 0-1 0 0,1 0 0 0 0,-1 1 0 0 0,0-1 1 0 0,0 0-1 0 0,1 0 0 0 0,-1 1 0 0 0,1-1 1 0 0,-1 0-1 0 0,0 1 0 0 0,1-1 0 0 0,-1 1 0 0 0,1-1 1 0 0,0 0-1 0 0,32-20-3071 0 0,-22 15-79 0 0,3-2 620 0 0</inkml:trace>
</inkml:ink>
</file>

<file path=ppt/ink/ink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0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42 460 0 0,'10'-33'3650'0'0,"-8"24"1338"0"0,-70 430-1280 0 0,37-265-2548 0 0,35-164-1154 0 0,1 0 0 0 0,0-1 0 0 0,0 2 0 0 0,0-1 0 0 0,1 1 0 0 0,0 0 0 0 0,0 0 0 0 0,9-7 0 0 0,-10 8 4 0 0,9-7-8 0 0,0 0-1 0 0,1 0 1 0 0,0 2-1 0 0,33-20 1 0 0,-38 26-8 0 0,-1 0 1 0 0,1 1 0 0 0,0 0-1 0 0,0 1 1 0 0,1 0-1 0 0,-1 1 1 0 0,0 0-1 0 0,1 0 1 0 0,-1 1-1 0 0,18 1 1 0 0,33 5-17 0 0,-29-2 35 0 0,0-1 0 0 0,0-1 0 0 0,1-1 0 0 0,55-9 0 0 0,-83 7-7 0 0,-1 1 1 0 0,0-1-1 0 0,0 0 1 0 0,0 0-1 0 0,0-1 1 0 0,0 1-1 0 0,0-1 1 0 0,0 0-1 0 0,-1 0 0 0 0,1 0 1 0 0,-1 0-1 0 0,0-1 1 0 0,0 1-1 0 0,0-1 1 0 0,-1 0-1 0 0,1 0 1 0 0,-1 0-1 0 0,0 0 1 0 0,0 0-1 0 0,0-1 1 0 0,1-5-1 0 0,-2 9-6 0 0,0 0 0 0 0,-1 0 0 0 0,1 0 1 0 0,-1 0-1 0 0,1 0 0 0 0,-1 0 0 0 0,1 0 0 0 0,-1 0 0 0 0,1 0 0 0 0,-1 0 0 0 0,0 0 0 0 0,0 0 0 0 0,1 0 0 0 0,-1-1 0 0 0,0 1 0 0 0,0 0 0 0 0,0 0 0 0 0,0 0 0 0 0,-1 0 0 0 0,1 0 0 0 0,0-1 0 0 0,0 1 0 0 0,-1-1 1 0 0,-19 7-14 0 0,15-3 63 0 0,-30 14-20 0 0,31-10-13 0 0,2-5-14 0 0,1 1 0 0 0,0-1 0 0 0,0 1 0 0 0,0-1 0 0 0,0 1-1 0 0,0 0 1 0 0,0-1 0 0 0,1 1 0 0 0,-1 0 0 0 0,1 0 0 0 0,-1 0 0 0 0,1 0 0 0 0,-1-1 0 0 0,1 1-1 0 0,0 0 1 0 0,0 0 0 0 0,0 0 0 0 0,0 0 0 0 0,0 0 0 0 0,1 0 0 0 0,-1 0 0 0 0,0 0 0 0 0,1-1-1 0 0,1 4 1 0 0,-2-2 0 0 0,1 0-1 0 0,0 0 0 0 0,0 0 0 0 0,0 0 1 0 0,1 0-1 0 0,-1 0 0 0 0,1 0 0 0 0,0 0 1 0 0,-1-1-1 0 0,1 1 0 0 0,0-1 1 0 0,1 1-1 0 0,-1-1 0 0 0,0 0 0 0 0,1 0 1 0 0,-1 0-1 0 0,1 0 0 0 0,-1 0 0 0 0,1-1 1 0 0,0 1-1 0 0,0-1 0 0 0,0 0 1 0 0,0 0-1 0 0,0 0 0 0 0,0 0 0 0 0,0 0 1 0 0,0-1-1 0 0,1 1 0 0 0,-1-1 0 0 0,0 0 1 0 0,0 0-1 0 0,0 0 0 0 0,1 0 1 0 0,-1-1-1 0 0,0 1 0 0 0,0-1 0 0 0,0 0 1 0 0,0 0-1 0 0,0 0 0 0 0,5-2 0 0 0,-2 1 10 0 0,1-1-1 0 0,-1 0 1 0 0,1 0-1 0 0,-1 0 1 0 0,0-1-1 0 0,0 0 1 0 0,-1 0-1 0 0,1-1 0 0 0,-1 0 1 0 0,0 0-1 0 0,0 0 1 0 0,0 0-1 0 0,-1-1 1 0 0,0 1-1 0 0,0-1 1 0 0,0 0-1 0 0,-1-1 1 0 0,3-7-1 0 0,-4 10-1 0 0,-1 0 0 0 0,0-1-1 0 0,0 1 1 0 0,0 0 0 0 0,-1-1 0 0 0,1 1-1 0 0,-1-1 1 0 0,0 1 0 0 0,-1 0 0 0 0,1-1 0 0 0,-1 1-1 0 0,0-1 1 0 0,0 1 0 0 0,0 0 0 0 0,0 0-1 0 0,-1 0 1 0 0,1-1 0 0 0,-1 2 0 0 0,0-1 0 0 0,-1 0-1 0 0,1 0 1 0 0,-1 1 0 0 0,0-1 0 0 0,1 1-1 0 0,-1-1 1 0 0,-1 1 0 0 0,1 0 0 0 0,0 1 0 0 0,-1-1-1 0 0,0 0 1 0 0,1 1 0 0 0,-7-3 0 0 0,9 5-31 0 0,0-1 0 0 0,-1 0 0 0 0,1 1 0 0 0,-1-1 0 0 0,1 1 0 0 0,-1 0 0 0 0,1 0 0 0 0,-1-1 0 0 0,1 1 0 0 0,-1 0 0 0 0,0 0 0 0 0,1 0 0 0 0,-1 0 0 0 0,1 1 0 0 0,-1-1 0 0 0,1 0 0 0 0,-1 1 0 0 0,1-1 0 0 0,-1 1 0 0 0,1-1 0 0 0,-1 1 0 0 0,1 0 0 0 0,0 0 0 0 0,-1-1 0 0 0,1 1 0 0 0,0 0 0 0 0,0 0 0 0 0,0 0 0 0 0,0 1 0 0 0,-2 0 0 0 0,-9 20-2425 0 0,9 1-3868 0 0,5-10 3194 0 0</inkml:trace>
</inkml:ink>
</file>

<file path=ppt/ink/ink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1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88 0 0,'0'0'933'0'0,"5"-15"7226"0"0,-6 45-7557 0 0,0-19-414 0 0,0-1 0 0 0,1 0 1 0 0,1 1-1 0 0,-1-1 1 0 0,2 0-1 0 0,-1 1 0 0 0,1-1 1 0 0,1 0-1 0 0,5 14 1 0 0,-7-23-179 0 0,-1-1-1 0 0,1 1 1 0 0,0 0 0 0 0,0 0 0 0 0,-1-1-1 0 0,1 1 1 0 0,0 0 0 0 0,0-1 0 0 0,0 1-1 0 0,0-1 1 0 0,0 1 0 0 0,0-1 0 0 0,0 1-1 0 0,0-1 1 0 0,0 0 0 0 0,0 0 0 0 0,0 1 0 0 0,0-1-1 0 0,0 0 1 0 0,0 0 0 0 0,0 0 0 0 0,0 0-1 0 0,0 0 1 0 0,1-1 0 0 0,-1 1 0 0 0,0 0-1 0 0,0 0 1 0 0,0-1 0 0 0,0 1 0 0 0,0 0-1 0 0,1-2 1 0 0,32-14 173 0 0,12-11-66 0 0,-44 26-126 0 0,41 12 26 0 0,-38-7-13 0 0,0-2-1 0 0,0 1 0 0 0,1 0 0 0 0,-1-1 1 0 0,1 0-1 0 0,9 2 0 0 0,37 11 76 0 0,-50-15-77 0 0,-1 0 1 0 0,1 1 0 0 0,0-1-1 0 0,-1 0 1 0 0,1-1 0 0 0,0 1-1 0 0,-1 0 1 0 0,1 0-1 0 0,0-1 1 0 0,-1 1 0 0 0,1-1-1 0 0,-1 1 1 0 0,1-1 0 0 0,-1 0-1 0 0,1 0 1 0 0,-1 0-1 0 0,1 0 1 0 0,-1 0 0 0 0,0 0-1 0 0,1 0 1 0 0,-1 0 0 0 0,0 0-1 0 0,0 0 1 0 0,0-1-1 0 0,0 1 1 0 0,1-2 0 0 0,22-38 33 0 0,-23 38-35 0 0,33-72-65 0 0,-33 73 39 0 0,2 2 20 0 0,0 1-1 0 0,0 0 1 0 0,-1 0-1 0 0,1-1 1 0 0,0 1-1 0 0,-1 1 1 0 0,1-1-1 0 0,-1 0 1 0 0,1 1 0 0 0,-1-1-1 0 0,0 1 1 0 0,0 0-1 0 0,0 0 1 0 0,0 0-1 0 0,0 0 1 0 0,0 0-1 0 0,0 0 1 0 0,0 0-1 0 0,-1 1 1 0 0,1-1 0 0 0,-1 0-1 0 0,2 4 1 0 0,26 66 25 0 0,-24-55-19 0 0,-3-15-5 0 0,-2 0 0 0 0,1 1-1 0 0,0-1 1 0 0,0 0 0 0 0,-1 1-1 0 0,1-1 1 0 0,-1 1 0 0 0,0-1-1 0 0,0 1 1 0 0,0-1 0 0 0,0 1-1 0 0,0-1 1 0 0,-1 1 0 0 0,1-1 0 0 0,-1 1-1 0 0,1-1 1 0 0,-1 1 0 0 0,0-1-1 0 0,0 0 1 0 0,0 1 0 0 0,0-1-1 0 0,-1 0 1 0 0,-1 3 0 0 0,1-4-367 0 0</inkml:trace>
</inkml:ink>
</file>

<file path=ppt/ink/ink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1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14 580 0 0,'0'0'3576'0'0,"-2"-13"-1607"0"0</inkml:trace>
</inkml:ink>
</file>

<file path=ppt/ink/ink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2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8 0 0,'2'27'2872'0'0,"-1"-19"-2158"0"0,1-1-1 0 0,0 1 0 0 0,0 0 1 0 0,0-1-1 0 0,1 1 1 0 0,0-1-1 0 0,5 9 0 0 0,-6-15 208 0 0,21-27-252 0 0,-20 22-578 0 0,0 0 1 0 0,1-1-1 0 0,-1 1 0 0 0,1 1 0 0 0,0-1 1 0 0,0 1-1 0 0,1-1 0 0 0,-1 1 1 0 0,1 0-1 0 0,9-4 0 0 0,-11 6-73 0 0,1 0 0 0 0,0 1-1 0 0,0-1 1 0 0,0 1 0 0 0,0 0-1 0 0,0 0 1 0 0,-1 0 0 0 0,1 1 0 0 0,0-1-1 0 0,0 1 1 0 0,0 0 0 0 0,-1 0 0 0 0,1 0-1 0 0,0 0 1 0 0,-1 1 0 0 0,7 3-1 0 0,7 5 9 0 0,1-2-1 0 0,0 0 1 0 0,1-1-1 0 0,0 0 1 0 0,0-2-1 0 0,0 0 0 0 0,0-1 1 0 0,1-1-1 0 0,-1-1 1 0 0,1-1-1 0 0,0 0 1 0 0,30-4-1 0 0,-46 2-20 0 0,-1 0-1 0 0,0-1 1 0 0,1 1-1 0 0,-1-1 1 0 0,0 1 0 0 0,0-1-1 0 0,0 0 1 0 0,0-1-1 0 0,0 1 1 0 0,-1 0 0 0 0,1-1-1 0 0,0 1 1 0 0,-1-1-1 0 0,0 0 1 0 0,0 0 0 0 0,0 0-1 0 0,0 0 1 0 0,0 0-1 0 0,-1 0 1 0 0,1-1 0 0 0,-1 1-1 0 0,0-1 1 0 0,0 1-1 0 0,0-1 1 0 0,0 1 0 0 0,-1-1-1 0 0,1 1 1 0 0,-1-1-1 0 0,0 0 1 0 0,0 1 0 0 0,-1-1-1 0 0,1 1 1 0 0,-1-1-1 0 0,1 0 1 0 0,-1 1-1 0 0,-3-7 1 0 0,3 8 10 0 0,0-1 0 0 0,-1 1 0 0 0,1-1 0 0 0,-1 1 0 0 0,0 0 0 0 0,1 0 0 0 0,-1 0 0 0 0,0 0 0 0 0,0 0 1 0 0,-1 0-1 0 0,1 0 0 0 0,0 0 0 0 0,-1 1 0 0 0,1 0 0 0 0,-1-1 0 0 0,1 1 0 0 0,-1 0 0 0 0,0 0 0 0 0,1 0 0 0 0,-1 0 0 0 0,0 1 0 0 0,0-1 0 0 0,0 1 0 0 0,-3 0 0 0 0,5 2 9 0 0,-4 5-9 0 0,4-5-14 0 0,2 0 4 0 0,2 9 2 0 0,-1-8 1 0 0,-1-1 0 0 0,1 0-1 0 0,0 0 1 0 0,0 0 0 0 0,0 0 0 0 0,0 0-1 0 0,0 0 1 0 0,0-1 0 0 0,0 1 0 0 0,0-1-1 0 0,1 1 1 0 0,-1-1 0 0 0,0 0 0 0 0,1 0-1 0 0,-1 0 1 0 0,1 0 0 0 0,0 0 0 0 0,-1-1-1 0 0,1 1 1 0 0,0-1 0 0 0,-1 1 0 0 0,1-1-1 0 0,0 0 1 0 0,-1 0 0 0 0,1-1 0 0 0,0 1-1 0 0,0 0 1 0 0,2-2 0 0 0,39-15 133 0 0,-43 17 21 0 0,-1-1-155 0 0,0 1-1 0 0,0 0 1 0 0,0 0-1 0 0,0 0 0 0 0,0-1 1 0 0,0 1-1 0 0,0 0 1 0 0,0 0-1 0 0,0 0 1 0 0,0-1-1 0 0,0 1 1 0 0,0 0-1 0 0,0 0 1 0 0,1 0-1 0 0,-1-1 1 0 0,0 1-1 0 0,0 0 0 0 0,0 0 1 0 0,0 0-1 0 0,0 0 1 0 0,0-1-1 0 0,0 1 1 0 0,1 0-1 0 0,-1 0 1 0 0,0 0-1 0 0,0 0 1 0 0,0 0-1 0 0,0-1 0 0 0,1 1 1 0 0,-1 0-1 0 0,0 0 1 0 0,0 0-1 0 0,0 0 1 0 0,1 0-1 0 0,-1 0 1 0 0,0 0-1 0 0,0 0 1 0 0,0 0-1 0 0,1 0 0 0 0,-1 0 1 0 0,0 0-1 0 0,0 0 1 0 0,0 0-1 0 0,1 0 1 0 0,-1 0-1 0 0,0 0 1 0 0,0 0-1 0 0,0 0 1 0 0,1 0-1 0 0,-1 0 1 0 0,3 17 19 0 0,-2 0 0 0 0,0-1 0 0 0,-1 1 0 0 0,0 0 0 0 0,-6 30 0 0 0,0 18 18 0 0,-47 441 304 0 0,51-489-336 0 0,1-9 83 0 0,0 1 1 0 0,-1 0 0 0 0,0-1-1 0 0,0 1 1 0 0,-1-1 0 0 0,0 1-1 0 0,0-1 1 0 0,-1 0 0 0 0,0-1-1 0 0,-1 1 1 0 0,1-1 0 0 0,-1 1-1 0 0,-7 6 1 0 0,11-13 235 0 0,-3-1-15 0 0,1 0-256 0 0,0 0 0 0 0,1 0 1 0 0,-1-1-1 0 0,1 1 0 0 0,-1-1 0 0 0,1 0 1 0 0,-1 1-1 0 0,1-1 0 0 0,0 0 0 0 0,-1 0 1 0 0,1 0-1 0 0,0-1 0 0 0,0 1 0 0 0,0-1 1 0 0,0 1-1 0 0,0-1 0 0 0,0 0 0 0 0,0 1 1 0 0,0-1-1 0 0,1 0 0 0 0,-1 0 0 0 0,1-1 1 0 0,-1 1-1 0 0,1 0 0 0 0,0 0 0 0 0,0-1 1 0 0,0 1-1 0 0,0 0 0 0 0,0-1 0 0 0,0-2 1 0 0,-1-2 23 0 0,0 0 1 0 0,1 0 0 0 0,-1 0 0 0 0,1 0 0 0 0,1 0 0 0 0,-1 0-1 0 0,1-1 1 0 0,1 1 0 0 0,-1 0 0 0 0,3-11 0 0 0,2-2-268 0 0,1 0 1 0 0,1 0-1 0 0,1 1 1 0 0,1-1-1 0 0,0 2 0 0 0,1-1 1 0 0,1 1-1 0 0,1 1 1 0 0,20-23-1 0 0,-20 26-623 0 0,31-32-7406 0 0,-24 29 3840 0 0</inkml:trace>
</inkml:ink>
</file>

<file path=ppt/ink/ink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5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104 137 232 0 0,'21'-48'4999'0'0,"-20"46"-4870"0"0,0 1-1 0 0,0 0 1 0 0,-1-1-1 0 0,1 1 1 0 0,0 0 0 0 0,-1-1-1 0 0,0 1 1 0 0,1-1-1 0 0,-1 1 1 0 0,0-1-1 0 0,0 1 1 0 0,1 0 0 0 0,-1-1-1 0 0,0 1 1 0 0,-1-1-1 0 0,1 1 1 0 0,0-1 0 0 0,0 1-1 0 0,-1-1 1 0 0,1 1-1 0 0,-1-1 1 0 0,1 1-1 0 0,-1 0 1 0 0,1-1 0 0 0,-1 1-1 0 0,0 0 1 0 0,0-1-1 0 0,0 1 1 0 0,0 0-1 0 0,0 0 1 0 0,0 0 0 0 0,-1-1-1 0 0,0 1 100 0 0,1 0-195 0 0,0 1 1 0 0,0-1-1 0 0,0 1 0 0 0,0-1 0 0 0,0 1 0 0 0,0 0 1 0 0,0 0-1 0 0,-1 0 0 0 0,1-1 0 0 0,0 1 0 0 0,0 0 0 0 0,0 0 1 0 0,0 1-1 0 0,0-1 0 0 0,-1 0 0 0 0,1 0 0 0 0,0 0 1 0 0,0 1-1 0 0,0-1 0 0 0,-2 2 0 0 0,-23 5 378 0 0,22-5-375 0 0,0-1 0 0 0,0 1 0 0 0,0 1 0 0 0,1-1 0 0 0,-1 0 0 0 0,0 1 0 0 0,1 0 0 0 0,0 0 0 0 0,0 0 0 0 0,0 0 0 0 0,0 0 1 0 0,0 1-1 0 0,0-1 0 0 0,1 1 0 0 0,0 0 0 0 0,0 0 0 0 0,0 0 0 0 0,0 0 0 0 0,0 0 0 0 0,1 0 0 0 0,0 0 0 0 0,0 1 0 0 0,0-1 0 0 0,0 1 0 0 0,1-1 1 0 0,0 0-1 0 0,0 1 0 0 0,0-1 0 0 0,0 1 0 0 0,2 7 0 0 0,0-7-23 0 0,-1 0 1 0 0,1 0-1 0 0,0 0 1 0 0,1 0-1 0 0,-1 0 1 0 0,1-1-1 0 0,0 1 0 0 0,0-1 1 0 0,0 0-1 0 0,1 0 1 0 0,-1 0-1 0 0,1 0 1 0 0,0-1-1 0 0,0 1 0 0 0,0-1 1 0 0,1 0-1 0 0,-1 0 1 0 0,1-1-1 0 0,0 1 1 0 0,0-1-1 0 0,-1 0 0 0 0,1 0 1 0 0,1-1-1 0 0,9 2 1 0 0,-6-2 0 0 0,-1 0 0 0 0,1-1 0 0 0,0-1 0 0 0,0 0-1 0 0,-1 0 1 0 0,1 0 0 0 0,-1-1 0 0 0,1 0 0 0 0,-1-1 0 0 0,0 0 0 0 0,0 0 0 0 0,0-1 0 0 0,0 0 0 0 0,0 0 0 0 0,-1-1 0 0 0,0 0 0 0 0,0 0 0 0 0,0-1-1 0 0,0 0 1 0 0,7-9 0 0 0,-10 11 6 0 0,-1 0-1 0 0,0 0 0 0 0,0 0 0 0 0,0 0 0 0 0,0 0 0 0 0,-1-1 0 0 0,0 0 1 0 0,0 1-1 0 0,0-1 0 0 0,0 0 0 0 0,-1 0 0 0 0,0 0 0 0 0,0 0 1 0 0,0 0-1 0 0,0 0 0 0 0,-1 0 0 0 0,0 0 0 0 0,0 0 0 0 0,-1 0 0 0 0,1 0 1 0 0,-1 0-1 0 0,0 0 0 0 0,0 0 0 0 0,-1 0 0 0 0,1 0 0 0 0,-1 0 0 0 0,0 1 1 0 0,-1-1-1 0 0,1 1 0 0 0,-1-1 0 0 0,0 1 0 0 0,0 0 0 0 0,0 0 1 0 0,0 0-1 0 0,-6-4 0 0 0,-13-8-215 0 0,21 16 142 0 0,0-1 0 0 0,0 1-1 0 0,1 0 1 0 0,-1 0-1 0 0,0 0 1 0 0,0 0 0 0 0,0 0-1 0 0,1 0 1 0 0,-1 0-1 0 0,0 1 1 0 0,0-1 0 0 0,0 0-1 0 0,1 0 1 0 0,-1 1 0 0 0,0-1-1 0 0,0 0 1 0 0,1 1-1 0 0,-1-1 1 0 0,0 1 0 0 0,0-1-1 0 0,0 1 1 0 0,-2 1-742 0 0,6 5-850 0 0,2 6-2715 0 0,3-3 1518 0 0</inkml:trace>
</inkml:ink>
</file>

<file path=ppt/ink/ink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5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45 548 0 0,'1'-1'123'0'0,"-1"1"0"0"0,1-1 0 0 0,0 0 1 0 0,-1 0-1 0 0,1 0 0 0 0,-1 0 0 0 0,1 0 0 0 0,-1 0 0 0 0,1 0 0 0 0,-1-1 0 0 0,0 1 1 0 0,1 0-1 0 0,-1 0 0 0 0,0 0 0 0 0,0 0 0 0 0,0 0 0 0 0,0 0 0 0 0,0-1 0 0 0,0 1 0 0 0,0 0 1 0 0,0 0-1 0 0,-1 0 0 0 0,1 0 0 0 0,0 0 0 0 0,-1 0 0 0 0,1 0 0 0 0,-1 0 0 0 0,1-1 1 0 0,-1 2-1 0 0,1-1 0 0 0,-1 0 0 0 0,0 0 0 0 0,1 0 0 0 0,-1 0 0 0 0,0 0 0 0 0,0 0 1 0 0,0 1-1 0 0,0-1 0 0 0,0 0 0 0 0,0 1 0 0 0,0-1 0 0 0,0 1 0 0 0,0-1 0 0 0,0 1 0 0 0,0-1 1 0 0,0 1-1 0 0,0 0 0 0 0,0-1 0 0 0,0 1 0 0 0,0 0 0 0 0,0 0 0 0 0,-1 0 0 0 0,1 0 1 0 0,0 0-1 0 0,-2 0 0 0 0,-8 0 213 0 0,1 0 1 0 0,0 1-1 0 0,-1 0 1 0 0,1 0-1 0 0,-12 4 1 0 0,15-3-140 0 0,-1 0 0 0 0,1 1 1 0 0,-1-1-1 0 0,1 2 0 0 0,0-1 1 0 0,0 1-1 0 0,-11 8 1 0 0,16-10-141 0 0,-1 0 0 0 0,0 1 0 0 0,1-1 0 0 0,0 1 0 0 0,0-1 0 0 0,-1 1 0 0 0,2 0 0 0 0,-1 0 0 0 0,0 0 1 0 0,0 0-1 0 0,1 0 0 0 0,0 1 0 0 0,0-1 0 0 0,0 0 0 0 0,0 1 0 0 0,0-1 0 0 0,1 0 0 0 0,-1 1 0 0 0,1 3 0 0 0,0-3-47 0 0,1-1-1 0 0,0 1 0 0 0,0-1 0 0 0,0 1 1 0 0,1-1-1 0 0,-1 0 0 0 0,1 1 0 0 0,0-1 0 0 0,0 0 1 0 0,0 0-1 0 0,0 0 0 0 0,0-1 0 0 0,1 1 1 0 0,-1 0-1 0 0,1-1 0 0 0,0 0 0 0 0,0 1 0 0 0,6 2 1 0 0,-1 1-355 0 0,0-1-1 0 0,0-1 1 0 0,1 1 0 0 0,-1-1 0 0 0,18 5 0 0 0,22 0-5252 0 0,-32-7 2959 0 0</inkml:trace>
</inkml:ink>
</file>

<file path=ppt/ink/ink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5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39 440 0 0,'16'-17'2230'0'0,"-15"15"-947"0"0,-7-11 1294 0 0,2 12-2418 0 0,0-1 0 0 0,0 1 0 0 0,0 0 1 0 0,-1 0-1 0 0,1 1 0 0 0,0 0 0 0 0,-1-1 0 0 0,1 1 1 0 0,0 1-1 0 0,-1-1 0 0 0,1 1 0 0 0,0-1 0 0 0,0 1 1 0 0,-1 0-1 0 0,1 1 0 0 0,0-1 0 0 0,0 1 0 0 0,0 0 0 0 0,0 0 1 0 0,-5 4-1 0 0,0 0 71 0 0,0 0 1 0 0,0 1 0 0 0,1 0-1 0 0,0 1 1 0 0,0 0-1 0 0,-12 17 1 0 0,19-23-213 0 0,0 0-1 0 0,0 0 1 0 0,1 1-1 0 0,-1-1 1 0 0,1 0-1 0 0,-1 0 1 0 0,1 0 0 0 0,0 0-1 0 0,0 1 1 0 0,0-1-1 0 0,0 0 1 0 0,0 0-1 0 0,1 0 1 0 0,-1 1-1 0 0,1-1 1 0 0,-1 0 0 0 0,1 0-1 0 0,0 0 1 0 0,0 0-1 0 0,0 0 1 0 0,0 0-1 0 0,0 0 1 0 0,0 0 0 0 0,1-1-1 0 0,1 3 1 0 0,37 40 5 0 0,-33-39-289 0 0,0 0 1 0 0,0-1-1 0 0,1 0 0 0 0,0 0 0 0 0,0-1 0 0 0,11 4 1 0 0,28 2-5222 0 0,-30-8 2887 0 0</inkml:trace>
</inkml:ink>
</file>

<file path=ppt/ink/ink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6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20 160 0 0,'-7'-14'4244'0'0,"6"8"-24"0"0,-1 15-3582 0 0,1 0 1 0 0,1 1-1 0 0,-1-1 0 0 0,3 18 1 0 0,-2-20-626 0 0,1 1 0 0 0,0-1 0 0 0,0 0 0 0 0,1 1 0 0 0,0-1 0 0 0,0 0 0 0 0,1 0 0 0 0,0 0 0 0 0,0-1 0 0 0,8 13 0 0 0,-8-15-1 0 0,-1-1-1 0 0,1 0 1 0 0,0 0 0 0 0,0 0 0 0 0,0 0-1 0 0,1-1 1 0 0,-1 1 0 0 0,1-1-1 0 0,-1 0 1 0 0,1 0 0 0 0,0 0-1 0 0,0-1 1 0 0,0 1 0 0 0,0-1 0 0 0,0 0-1 0 0,0 0 1 0 0,0 0 0 0 0,0 0-1 0 0,7-1 1 0 0,-6 0-4 0 0,1-1-1 0 0,0 0 1 0 0,0-1 0 0 0,-1 1-1 0 0,1-1 1 0 0,-1 0 0 0 0,1-1 0 0 0,-1 1-1 0 0,0-1 1 0 0,0 0 0 0 0,0 0-1 0 0,0-1 1 0 0,-1 1 0 0 0,6-6-1 0 0,38-46 67 0 0,-10 10-91 0 0,-38 44 12 0 0,2 5-41 0 0,-1 0 46 0 0,0 0 0 0 0,0-1 0 0 0,0 1 1 0 0,1 0-1 0 0,-1 0 0 0 0,1-1 0 0 0,0 1 0 0 0,1-1 1 0 0,-1 1-1 0 0,0-1 0 0 0,1 0 0 0 0,0 0 0 0 0,0 0 1 0 0,0 0-1 0 0,0 0 0 0 0,0-1 0 0 0,0 0 0 0 0,1 1 1 0 0,-1-1-1 0 0,1 0 0 0 0,-1-1 0 0 0,1 1 0 0 0,0-1 1 0 0,0 1-1 0 0,0-1 0 0 0,0 0 0 0 0,0-1 0 0 0,0 1 0 0 0,0-1 1 0 0,7 0-1 0 0,3-2 3 0 0,1-1 0 0 0,-1 0 1 0 0,0-1-1 0 0,0-1 0 0 0,0-1 0 0 0,22-11 1 0 0,16-5-12 0 0,5-2-31 0 0,-55 23 36 0 0,2 0 5 0 0,9 10-31 0 0,0 19 19 0 0,-6-9 18 0 0,-5-14-80 0 0,0 0-1 0 0,1 0 1 0 0,0 0 0 0 0,0 0 0 0 0,1-1-1 0 0,-1 1 1 0 0,1-1 0 0 0,5 5-1 0 0,-6-7-473 0 0,-1 0 0 0 0,1 0-1 0 0,0-1 1 0 0,-1 1-1 0 0,1-1 1 0 0,0 1-1 0 0,0-1 1 0 0,0 0 0 0 0,1 0-1 0 0,-1-1 1 0 0,0 1-1 0 0,3 0 1 0 0,11 0-1992 0 0</inkml:trace>
</inkml:ink>
</file>

<file path=ppt/ink/ink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7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1 139 556 0 0,'3'1'625'0'0,"5"1"-279"0"0,-1-1 0 0 0,1 0-1 0 0,-1 0 1 0 0,1-1-1 0 0,-1 1 1 0 0,1-2-1 0 0,0 1 1 0 0,-1-1 0 0 0,1 0-1 0 0,-1-1 1 0 0,0 0-1 0 0,8-2 1 0 0,-2 0-39 0 0,-1-1 1 0 0,0 0-1 0 0,0 0 1 0 0,-1-1-1 0 0,0 0 1 0 0,20-15-1 0 0,-28 18-203 0 0,1 0 1 0 0,-1 0-1 0 0,0-1 1 0 0,0 1-1 0 0,0-1 0 0 0,0 0 1 0 0,0 1-1 0 0,-1-1 1 0 0,0 0-1 0 0,0-1 0 0 0,0 1 1 0 0,0 0-1 0 0,1-6 1 0 0,-3 8 54 0 0,0 1-143 0 0,0 0 1 0 0,-1 0-1 0 0,1 0 0 0 0,0-1 0 0 0,-1 1 1 0 0,1 0-1 0 0,-1 0 0 0 0,1 0 1 0 0,-1 0-1 0 0,0 0 0 0 0,1 0 1 0 0,-1 0-1 0 0,0 0 0 0 0,0 1 1 0 0,0-1-1 0 0,0 0 0 0 0,0 0 1 0 0,0 0-1 0 0,0 1 0 0 0,0-1 1 0 0,0 1-1 0 0,0-1 0 0 0,0 1 1 0 0,-2-1-1 0 0,0 1 12 0 0,-1 1-1 0 0,0 0 1 0 0,0 0 0 0 0,0 0-1 0 0,1 0 1 0 0,-1 0 0 0 0,0 1-1 0 0,1 0 1 0 0,0 0 0 0 0,-1 0-1 0 0,1 0 1 0 0,0 0 0 0 0,0 1-1 0 0,-3 3 1 0 0,4-5-22 0 0,1 1 1 0 0,-1 0 0 0 0,1 0-1 0 0,0 0 1 0 0,0 0-1 0 0,0 0 1 0 0,0 0-1 0 0,0 0 1 0 0,0 0-1 0 0,0 0 1 0 0,1 1-1 0 0,-1-1 1 0 0,1 0 0 0 0,-1 0-1 0 0,1 1 1 0 0,0-1-1 0 0,0 0 1 0 0,0 0-1 0 0,1 1 1 0 0,-1-1-1 0 0,0 0 1 0 0,1 0-1 0 0,-1 1 1 0 0,1-1-1 0 0,0 0 1 0 0,0 0 0 0 0,0 0-1 0 0,1 3 1 0 0,0-1-1 0 0,1-1 0 0 0,-1 1 0 0 0,0-1 1 0 0,1 1-1 0 0,0-1 0 0 0,0 0 1 0 0,0 0-1 0 0,0 0 0 0 0,0-1 1 0 0,1 1-1 0 0,-1-1 0 0 0,1 1 0 0 0,0-1 1 0 0,0 0-1 0 0,-1-1 0 0 0,1 1 1 0 0,0-1-1 0 0,0 0 0 0 0,1 0 0 0 0,-1 0 1 0 0,0 0-1 0 0,0-1 0 0 0,0 1 1 0 0,1-1-1 0 0,-1 0 0 0 0,0 0 0 0 0,1-1 1 0 0,-1 0-1 0 0,0 1 0 0 0,7-3 1 0 0,13-5 6 0 0,0 0 0 0 0,-1-2 0 0 0,0 0 0 0 0,26-17 0 0 0,1 1-9 0 0,-11 9 234 0 0,-37 16-135 0 0,23 19 2 0 0,-17 0-54 0 0,-6-12-30 0 0,0-1 0 0 0,1 0 0 0 0,0 0 0 0 0,0 1 0 0 0,0-2 0 0 0,0 1 0 0 0,1 0 0 0 0,6 5 0 0 0,-8-9-16 0 0,0 0 0 0 0,0 0 0 0 0,1-1 0 0 0,-1 1 0 0 0,0-1 0 0 0,1 0 0 0 0,-1 0-1 0 0,0 0 1 0 0,1 0 0 0 0,-1 0 0 0 0,0 0 0 0 0,1-1 0 0 0,-1 1 0 0 0,0-1 0 0 0,0 1-1 0 0,0-1 1 0 0,1 0 0 0 0,2-1 0 0 0,-2 0 9 0 0,80-35 35 0 0,-81 36-57 0 0,24 4-770 0 0,3-1-5555 0 0</inkml:trace>
</inkml:ink>
</file>

<file path=ppt/ink/ink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09:57.8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46 472 0 0,'0'0'1648'0'0,"-3"-2"-864"0"0,-13-5 3495 0 0,15 11-3959 0 0,1-3-276 0 0,0 1 0 0 0,0 0 0 0 0,-1-1 0 0 0,1 1 0 0 0,1 0 0 0 0,-1-1 0 0 0,0 1 0 0 0,0 0 0 0 0,1-1 0 0 0,-1 1 0 0 0,1 0 0 0 0,-1-1 0 0 0,1 1 0 0 0,0-1 0 0 0,-1 1 0 0 0,1-1 0 0 0,0 1 0 0 0,0-1 0 0 0,0 0 0 0 0,0 1 0 0 0,0-1 0 0 0,1 0 0 0 0,-1 0 0 0 0,0 0-1 0 0,2 1 1 0 0,1 0 24 0 0,0 0 0 0 0,0 0 0 0 0,0-1-1 0 0,0 1 1 0 0,0-1 0 0 0,0 0 0 0 0,0 0-1 0 0,0-1 1 0 0,1 1 0 0 0,4-1-1 0 0,2 0 29 0 0,0 0-1 0 0,1-1 1 0 0,-1-1-1 0 0,0 1 0 0 0,0-2 1 0 0,0 0-1 0 0,18-7 0 0 0,-23 7 17 0 0,1-1 0 0 0,-1-1 1 0 0,1 1-1 0 0,-2-1 0 0 0,1 0 0 0 0,9-11 0 0 0,10-8 2040 0 0,-24 23-1752 0 0,0-1 101 0 0,-1 2-476 0 0,0 0 0 0 0,0 0 1 0 0,0-1-1 0 0,0 1 0 0 0,0 0 0 0 0,0 0 1 0 0,0 0-1 0 0,0 0 0 0 0,0 0 0 0 0,0-1 0 0 0,1 1 1 0 0,-1 0-1 0 0,0 0 0 0 0,0 0 0 0 0,0 0 1 0 0,0 0-1 0 0,0 0 0 0 0,0-1 0 0 0,0 1 1 0 0,0 0-1 0 0,0 0 0 0 0,0 0 0 0 0,1 0 1 0 0,-1 0-1 0 0,0 0 0 0 0,0 0 0 0 0,0 0 1 0 0,0-1-1 0 0,0 1 0 0 0,0 0 0 0 0,1 0 0 0 0,-1 0 1 0 0,0 0-1 0 0,0 0 0 0 0,0 0 0 0 0,0 0 1 0 0,0 0-1 0 0,1 0 0 0 0,-1 0 0 0 0,0 0 1 0 0,0 0-1 0 0,0 0 0 0 0,0 0 0 0 0,0 0 1 0 0,1 0-1 0 0,-1 0 0 0 0,0 0 0 0 0,0 0 1 0 0,0 0-1 0 0,0 0 0 0 0,0 1 0 0 0,0-1 0 0 0,1 0 1 0 0,-1 0-1 0 0,0 0 0 0 0,0 0 0 0 0,0 0 1 0 0,0 0-1 0 0,0 0 0 0 0,0 1 0 0 0,17 55 91 0 0,-9-35-2661 0 0,-1-1-3746 0 0,-3-9 2460 0 0</inkml:trace>
</inkml:ink>
</file>

<file path=ppt/ink/ink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0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48 260 60 0 0,'11'-47'6626'0'0,"-8"36"-3413"0"0,-27 26-3018 0 0,20-13-169 0 0,1 0-1 0 0,1 1 1 0 0,-1 0-1 0 0,0-1 1 0 0,1 1-1 0 0,-1 0 0 0 0,1 0 1 0 0,0 1-1 0 0,0-1 1 0 0,0 0-1 0 0,0 1 1 0 0,1-1-1 0 0,-1 1 1 0 0,1 0-1 0 0,0-1 1 0 0,0 1-1 0 0,1 0 0 0 0,-1 0 1 0 0,1 0-1 0 0,-1-1 1 0 0,2 9-1 0 0,-1-10 2 0 0,1-1-19 0 0,0 1-1 0 0,-1-1 1 0 0,1 0 0 0 0,0 0-1 0 0,0 0 1 0 0,0 1 0 0 0,1-1-1 0 0,-1 0 1 0 0,0 0 0 0 0,0-1-1 0 0,0 1 1 0 0,1 0 0 0 0,-1 0 0 0 0,0-1-1 0 0,1 1 1 0 0,-1 0 0 0 0,1-1-1 0 0,-1 0 1 0 0,1 1 0 0 0,2-1-1 0 0,-1 2 11 0 0,26-6 6 0 0,-21 2-21 0 0,0-1 0 0 0,0-1 0 0 0,0 1 1 0 0,-1-1-1 0 0,0 0 0 0 0,0-1 0 0 0,0 0 0 0 0,0 0 1 0 0,0-1-1 0 0,-1 1 0 0 0,0-1 0 0 0,0-1 0 0 0,-1 1 1 0 0,0-1-1 0 0,0 0 0 0 0,7-14 0 0 0,-11 20 1 0 0,0-1-8 0 0,0 0 0 0 0,0 1-1 0 0,1 0 1 0 0,-1-1 0 0 0,1 1 0 0 0,-1 0-1 0 0,1-1 1 0 0,-1 1 0 0 0,1 0-1 0 0,-1 0 1 0 0,1 0 0 0 0,0 1-1 0 0,0-1 1 0 0,-1 0 0 0 0,4 0 0 0 0,28-11-14 0 0,-24 10 73 0 0,-1-1-1 0 0,1-1 1 0 0,-1 0-1 0 0,0 0 0 0 0,0 0 1 0 0,0-1-1 0 0,0 0 1 0 0,-1-1-1 0 0,0 0 0 0 0,0 0 1 0 0,0 0-1 0 0,-1-1 1 0 0,0 0-1 0 0,-1 0 1 0 0,1-1-1 0 0,-1 1 0 0 0,0-1 1 0 0,-1 0-1 0 0,0-1 1 0 0,-1 1-1 0 0,1-1 0 0 0,-2 0 1 0 0,1 1-1 0 0,-1-1 1 0 0,1-14-1 0 0,-2 22 215 0 0,0 9-233 0 0,7 43 10 0 0,-2 1 0 0 0,-2 0-1 0 0,-6 93 1 0 0,-36 163 95 0 0,33-285-126 0 0,0 0 0 0 0,-1 0 0 0 0,-13 33-1 0 0,16-50-5 0 0,0 1-1 0 0,0-1 1 0 0,-1 1-1 0 0,0-1 0 0 0,0 0 1 0 0,0-1-1 0 0,-1 1 0 0 0,0-1 1 0 0,0 0-1 0 0,0 0 0 0 0,-1 0 1 0 0,1-1-1 0 0,-1 1 0 0 0,0-1 1 0 0,-12 5-1 0 0,16-8-3 0 0,-1 0 0 0 0,1 0 0 0 0,-1 0 0 0 0,0 0 0 0 0,1 0 0 0 0,-1-1 0 0 0,0 1 0 0 0,0-1 0 0 0,1 0 0 0 0,-1 0 0 0 0,0 0 0 0 0,0 0 0 0 0,0 0 0 0 0,1-1 0 0 0,-1 1 0 0 0,0-1 0 0 0,0 0 0 0 0,1 0 0 0 0,-1 0 0 0 0,1 0 0 0 0,-1 0 0 0 0,1 0 0 0 0,-1-1 0 0 0,1 1 0 0 0,0-1 0 0 0,-1 0 0 0 0,1 1 0 0 0,0-1 0 0 0,0 0 0 0 0,0 0 0 0 0,1-1 0 0 0,-1 1 0 0 0,0 0 0 0 0,1-1 0 0 0,0 1 0 0 0,-2-3 0 0 0,1 0-2 0 0,1 1-1 0 0,-1-1 1 0 0,1 0-1 0 0,-1 1 1 0 0,1-1-1 0 0,1 0 0 0 0,-1 0 1 0 0,1 0-1 0 0,0 0 1 0 0,0 0-1 0 0,0 1 1 0 0,1-1-1 0 0,0 0 1 0 0,0 0-1 0 0,0 0 1 0 0,0 1-1 0 0,1-1 1 0 0,-1 0-1 0 0,1 1 0 0 0,3-5 1 0 0,4-4-292 0 0,1 0 1 0 0,0 1-1 0 0,1 0 0 0 0,0 0 1 0 0,1 1-1 0 0,17-13 0 0 0,46-24-5619 0 0,-37 29 2867 0 0</inkml:trace>
</inkml:ink>
</file>

<file path=ppt/ink/ink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0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61 492 0 0,'19'-61'11253'0'0,"-21"67"-10967"0"0,-35 92 1353 0 0,-76 143 0 0 0,67-154-1246 0 0,45-85-324 0 0,3 0-66 0 0,0 1 1 0 0,0-1 0 0 0,0 0 0 0 0,0 0-1 0 0,0 0 1 0 0,1 0 0 0 0,-1-1-1 0 0,0 1 1 0 0,1-1 0 0 0,0 1-1 0 0,-1-1 1 0 0,1 0 0 0 0,0 0 0 0 0,0 0-1 0 0,0 0 1 0 0,-1-1 0 0 0,1 1-1 0 0,6 0 1 0 0,63 2 75 0 0,-62-3-76 0 0,18 0-74 0 0,1-1 0 0 0,-1-1 0 0 0,39-8 0 0 0,-59 8 53 0 0,0 0-1 0 0,0 0 1 0 0,0-1 0 0 0,0 0-1 0 0,0-1 1 0 0,0 0 0 0 0,-1 0-1 0 0,0-1 1 0 0,0 1 0 0 0,0-2-1 0 0,0 1 1 0 0,-1-1-1 0 0,0 0 1 0 0,0 0 0 0 0,9-12-1 0 0,-12 12 20 0 0,1-1 0 0 0,-1 1 0 0 0,0 0 0 0 0,0-1 0 0 0,0 1 0 0 0,-1-1 0 0 0,0 0 0 0 0,0 0 0 0 0,-1 0-1 0 0,0 0 1 0 0,0 0 0 0 0,-1 0 0 0 0,0-10 0 0 0,-1 19 3 0 0,1 1 0 0 0,-1-1 0 0 0,0 0-1 0 0,1 0 1 0 0,-1 0 0 0 0,0 0 0 0 0,0 0 0 0 0,-1 0 0 0 0,1 0 0 0 0,0-1-1 0 0,-1 1 1 0 0,-1 2 0 0 0,-2 2 5 0 0,-13 28-107 0 0,1 2-1 0 0,2 0 0 0 0,2 0 0 0 0,1 1 1 0 0,2 1-1 0 0,1 0 0 0 0,-6 77 0 0 0,15-89-1722 0 0,2-7-4973 0 0,0-10 3410 0 0</inkml:trace>
</inkml:ink>
</file>

<file path=ppt/ink/ink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1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6 360 0 0,'4'-6'6555'0'0,"-10"24"-4638"0"0,-15 42-2035 0 0,17-50 953 0 0,-2 4-620 0 0,1 0 0 0 0,1 1 0 0 0,0-1-1 0 0,1 1 1 0 0,0 0 0 0 0,1 0 0 0 0,1 0 0 0 0,0 1 0 0 0,3 23 0 0 0,-2-38-203 0 0,0 0 1 0 0,0 0-1 0 0,0 0 1 0 0,0-1 0 0 0,1 1-1 0 0,-1 0 1 0 0,0 0-1 0 0,1 0 1 0 0,-1-1 0 0 0,0 1-1 0 0,1 0 1 0 0,-1 0-1 0 0,1-1 1 0 0,-1 1 0 0 0,1 0-1 0 0,-1-1 1 0 0,1 1-1 0 0,0-1 1 0 0,-1 1-1 0 0,1-1 1 0 0,0 1 0 0 0,0-1-1 0 0,-1 1 1 0 0,1-1-1 0 0,0 0 1 0 0,0 1 0 0 0,-1-1-1 0 0,1 0 1 0 0,0 0-1 0 0,1 1 1 0 0,29-6 165 0 0,25-25-40 0 0,-10-1-61 0 0,-44 29-74 0 0,-1 5-13 0 0,16 43 19 0 0,5 5 21 0 0,-20-49-29 0 0,0 1 0 0 0,-1-1 0 0 0,1 0 0 0 0,0 0 0 0 0,0 0 0 0 0,0 0 0 0 0,1-1 0 0 0,-1 1 0 0 0,0-1 0 0 0,1 1 0 0 0,-1-1 0 0 0,1 0 0 0 0,-1 0 0 0 0,1 0 0 0 0,0 0 0 0 0,3 1 0 0 0,3-1 3 0 0,0 0-1 0 0,1-1 1 0 0,-1 0-1 0 0,0 0 0 0 0,1-1 1 0 0,-1 0-1 0 0,0 0 0 0 0,0-1 1 0 0,0-1-1 0 0,0 1 1 0 0,0-1-1 0 0,-1-1 0 0 0,1 0 1 0 0,-1 0-1 0 0,0-1 0 0 0,0 1 1 0 0,0-2-1 0 0,-1 1 0 0 0,0-1 1 0 0,0 0-1 0 0,0-1 1 0 0,-1 0-1 0 0,0 0 0 0 0,0 0 1 0 0,0-1-1 0 0,-1 1 0 0 0,-1-1 1 0 0,1-1-1 0 0,-1 1 1 0 0,-1-1-1 0 0,1 1 0 0 0,-2-1 1 0 0,1 0-1 0 0,-1 0 0 0 0,0 0 1 0 0,-1-1-1 0 0,0 1 0 0 0,-1-18 1 0 0,0 23-4 0 0,-1 0 1 0 0,-1 0-1 0 0,1 0 1 0 0,0 1-1 0 0,-1-1 1 0 0,0 0-1 0 0,0 1 0 0 0,0-1 1 0 0,0 1-1 0 0,0-1 1 0 0,-1 1-1 0 0,0 0 1 0 0,1 0-1 0 0,-1 0 1 0 0,0 1-1 0 0,-1-1 1 0 0,1 1-1 0 0,0-1 1 0 0,-6-1-1 0 0,-7-5 18 0 0,0 1 0 0 0,-34-11 0 0 0,45 17-4 0 0,3 1 6 0 0,-1 1-3 0 0,-3-1-16 0 0,7 4 29 0 0,3 1-26 0 0,0 0 0 0 0,1-1-1 0 0,-1 1 1 0 0,1-1 0 0 0,0 0-1 0 0,0 0 1 0 0,0 0 0 0 0,0-1-1 0 0,1 0 1 0 0,-1 0 0 0 0,1 0 0 0 0,-1-1-1 0 0,1 0 1 0 0,-1 0 0 0 0,1 0-1 0 0,8 0 1 0 0,21 0 19 0 0,58-4-1 0 0,-30-1-16 0 0,-33 1 3 0 0,-18 1 6 0 0,0 0 0 0 0,0 1 0 0 0,23 1 0 0 0,-38 5-13 0 0,0 0 0 0 0,0 0 0 0 0,1 0 0 0 0,0 0-1 0 0,0 1 1 0 0,0-1 0 0 0,0 8 0 0 0,0 2-5 0 0,2 0 0 0 0,0 0-1 0 0,1 0 1 0 0,0-1 0 0 0,5 21 0 0 0,-5-31 4 0 0,1 1 0 0 0,-1-1 1 0 0,1 0-1 0 0,0 1 1 0 0,0-1-1 0 0,0 0 0 0 0,1-1 1 0 0,-1 1-1 0 0,1 0 1 0 0,0-1-1 0 0,0 1 0 0 0,0-1 1 0 0,1 0-1 0 0,-1 0 1 0 0,1 0-1 0 0,0-1 0 0 0,0 1 1 0 0,0-1-1 0 0,0 0 1 0 0,0 0-1 0 0,0 0 0 0 0,6 1 1 0 0,-8-2 1 0 0,1 0 1 0 0,0 1-1 0 0,0-2 0 0 0,0 1 1 0 0,0 0-1 0 0,0-1 0 0 0,0 1 1 0 0,0-1-1 0 0,0 0 1 0 0,1 0-1 0 0,-1 0 0 0 0,0 0 1 0 0,0-1-1 0 0,0 1 0 0 0,0-1 1 0 0,0 0-1 0 0,0 1 1 0 0,0-2-1 0 0,0 1 0 0 0,-1 0 1 0 0,1 0-1 0 0,0-1 0 0 0,0 0 1 0 0,-1 1-1 0 0,1-1 1 0 0,-1 0-1 0 0,0 0 0 0 0,0-1 1 0 0,0 1-1 0 0,0 0 0 0 0,0-1 1 0 0,0 1-1 0 0,0-1 1 0 0,-1 0-1 0 0,1 1 0 0 0,-1-1 1 0 0,0 0-1 0 0,0 0 0 0 0,0 0 1 0 0,1-5-1 0 0,0-1 41 0 0,0 0 0 0 0,-1-1 0 0 0,0 1 0 0 0,-1 0 0 0 0,0-1 0 0 0,0 1 0 0 0,-1-1 0 0 0,-1 1 0 0 0,1-1 0 0 0,-1 1 0 0 0,-7-17 0 0 0,8 23-17 0 0,0 0 1 0 0,0 0-1 0 0,0 1 1 0 0,-1-1-1 0 0,0 1 0 0 0,1-1 1 0 0,-1 1-1 0 0,0-1 1 0 0,0 1-1 0 0,0 0 0 0 0,0 0 1 0 0,-1 0-1 0 0,1 0 1 0 0,-5-2-1 0 0,-14 2-1184 0 0,-3 18-3695 0 0,18-10 1792 0 0</inkml:trace>
</inkml:ink>
</file>

<file path=ppt/ink/ink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2.2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1 352 0 0,'0'0'701'0'0,"15"0"1156"0"0,-11 2-1653 0 0,-1 1 0 0 0,0 0 1 0 0,0 1-1 0 0,0-1 0 0 0,0 0 0 0 0,0 1 0 0 0,0 0 0 0 0,-1-1 0 0 0,0 1 0 0 0,0 0 0 0 0,0 0 0 0 0,0 0 1 0 0,-1 0-1 0 0,0 1 0 0 0,2 7 0 0 0,9 74 828 0 0,-11-66-730 0 0,-5 13 81 0 0,0-15-110 0 0,4-17-134 0 0,-2 1 129 0 0,2-2-244 0 0,0 0 1 0 0,0 1-1 0 0,0-1 1 0 0,0 0-1 0 0,0 0 1 0 0,-1 0-1 0 0,1 0 1 0 0,0 1-1 0 0,0-1 1 0 0,0 0-1 0 0,0 0 1 0 0,0 0-1 0 0,0 0 1 0 0,0 0-1 0 0,0 1 1 0 0,0-1-1 0 0,-1 0 1 0 0,1 0-1 0 0,0 0 1 0 0,0 0-1 0 0,0 0 1 0 0,0 0-1 0 0,0 0 1 0 0,-1 1-1 0 0,1-1 1 0 0,0 0-1 0 0,0 0 1 0 0,0 0-1 0 0,0 0 1 0 0,-1 0-1 0 0,1 0 1 0 0,0 0-1 0 0,0 0 1 0 0,0 0-1 0 0,-1 0 1 0 0,1 0-1 0 0,0 0 1 0 0,0 0-1 0 0,0 0 1 0 0,0 0-1 0 0,-1 0 1 0 0,1 0-1 0 0,0 0 1 0 0,0 0-1 0 0,0-1 1 0 0,0 1-1 0 0,-1 0 1 0 0,1 0-1 0 0,0 0 1 0 0,0 0-1 0 0,0 0 1 0 0,0 0-1 0 0,0 0 1 0 0,0-1-1 0 0,-1 1 1 0 0,1 0-1 0 0,0 0 1 0 0,0 0-1 0 0,-1-4 0 0 0,0 1 0 0 0,1 0-1 0 0,-1 0 1 0 0,1-1 0 0 0,0 1 0 0 0,0 0-1 0 0,0-1 1 0 0,1 1 0 0 0,-1-1-1 0 0,1 1 1 0 0,-1 0 0 0 0,1 0-1 0 0,0 0 1 0 0,0-1 0 0 0,1 1 0 0 0,-1 0-1 0 0,1 0 1 0 0,-1 0 0 0 0,1 1-1 0 0,0-1 1 0 0,0 0 0 0 0,0 1 0 0 0,1-1-1 0 0,3-3 1 0 0,4-4-338 0 0,47-41 1243 0 0,-25 33-2449 0 0,3 12-4064 0 0</inkml:trace>
</inkml:ink>
</file>

<file path=ppt/ink/ink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2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90 489 172 0 0,'0'0'2580'0'0,"2"-8"-1359"0"0,-8 8 3121 0 0,0 3-4184 0 0,0 1 0 0 0,-1 0-1 0 0,1 0 1 0 0,1 0-1 0 0,-1 0 1 0 0,0 1 0 0 0,1 0-1 0 0,0 0 1 0 0,-8 12-1 0 0,10-14-99 0 0,1 0 0 0 0,0 0-1 0 0,0 1 1 0 0,0-1 0 0 0,0 1-1 0 0,1-1 1 0 0,-1 1 0 0 0,1-1-1 0 0,0 1 1 0 0,0 0 0 0 0,1 0-1 0 0,-1-1 1 0 0,1 1-1 0 0,-1 0 1 0 0,1 0 0 0 0,0 0-1 0 0,1 0 1 0 0,-1 0 0 0 0,1-1-1 0 0,-1 1 1 0 0,3 6 0 0 0,-2-8-3 0 0,29 1 186 0 0,-17-9-221 0 0,0-2 1 0 0,-1 1-1 0 0,0-1 0 0 0,-1-1 0 0 0,0 0 0 0 0,0-1 0 0 0,-1 0 0 0 0,0 0 0 0 0,9-13 0 0 0,75-117 13 0 0,-72 104-29 0 0,5-12 144 0 0,-1-2-1 0 0,-4-1 0 0 0,-1-1 1 0 0,14-56-1 0 0,-34 106-91 0 0,0 0 0 0 0,0 0 0 0 0,-1 0 0 0 0,1 0 0 0 0,-1 0 0 0 0,1 0 0 0 0,-1 0 0 0 0,0 0 0 0 0,0 0 0 0 0,0 0 0 0 0,0 0 0 0 0,0 0 0 0 0,0 0 0 0 0,-1 0 0 0 0,1 0 0 0 0,-1 0 0 0 0,0-3 0 0 0,0 5-44 0 0,0 0 1 0 0,0-1-1 0 0,1 1 0 0 0,-1-1 1 0 0,0 1-1 0 0,0 0 1 0 0,0 0-1 0 0,0 0 0 0 0,0 0 1 0 0,0-1-1 0 0,0 1 0 0 0,0 0 1 0 0,0 1-1 0 0,0-1 0 0 0,1 0 1 0 0,-1 0-1 0 0,0 0 1 0 0,0 0-1 0 0,0 1 0 0 0,0-1 1 0 0,0 0-1 0 0,0 1 0 0 0,1-1 1 0 0,-1 1-1 0 0,0-1 0 0 0,0 1 1 0 0,1-1-1 0 0,-1 1 1 0 0,0 0-1 0 0,1-1 0 0 0,-2 2 1 0 0,-7 5 19 0 0,0 0 1 0 0,1 1 0 0 0,0 0-1 0 0,0 1 1 0 0,1 0 0 0 0,0 0-1 0 0,-8 15 1 0 0,-31 69 130 0 0,42-84-149 0 0,-7 17 19 0 0,1 1 0 0 0,2 1 0 0 0,0 0 1 0 0,2 0-1 0 0,1 0 0 0 0,-2 55 0 0 0,7-76-23 0 0,0 0-1 0 0,1-1 1 0 0,1 1 0 0 0,-1 0 0 0 0,1-1 0 0 0,0 1 0 0 0,0-1-1 0 0,6 12 1 0 0,-7-16-5 0 0,0 0 0 0 0,1 0 0 0 0,-1 0 0 0 0,0 0-1 0 0,0 0 1 0 0,1 0 0 0 0,-1-1 0 0 0,1 1 0 0 0,0 0-1 0 0,-1-1 1 0 0,1 1 0 0 0,0-1 0 0 0,0 0 0 0 0,0 0 0 0 0,0 1-1 0 0,0-1 1 0 0,0-1 0 0 0,0 1 0 0 0,1 0 0 0 0,-1 0-1 0 0,0-1 1 0 0,0 1 0 0 0,1-1 0 0 0,-1 0 0 0 0,0 0-1 0 0,0 0 1 0 0,1 0 0 0 0,-1 0 0 0 0,0 0 0 0 0,1-1 0 0 0,1 0-1 0 0,52-19 18 0 0,-31 11-29 0 0,0 0 0 0 0,34-7 0 0 0,-53 15-1 0 0,1 0 0 0 0,0 0 0 0 0,0 0 0 0 0,-1 1 0 0 0,1 0 1 0 0,0 0-1 0 0,0 1 0 0 0,0 0 0 0 0,-1 0 0 0 0,1 1 0 0 0,-1-1 1 0 0,1 1-1 0 0,-1 1 0 0 0,7 3 0 0 0,-11-6 10 0 0,0 1-1 0 0,0 0 1 0 0,0 0 0 0 0,0 1-1 0 0,0-1 1 0 0,-1 0-1 0 0,1 0 1 0 0,0 1 0 0 0,-1-1-1 0 0,1 1 1 0 0,-1 0 0 0 0,1-1-1 0 0,-1 1 1 0 0,0 0-1 0 0,0 0 1 0 0,0 0 0 0 0,0 0-1 0 0,0 0 1 0 0,0 0 0 0 0,0 0-1 0 0,-1 0 1 0 0,1 0-1 0 0,-1 0 1 0 0,0 0 0 0 0,1 1-1 0 0,-1-1 1 0 0,0 0 0 0 0,0 0-1 0 0,0 0 1 0 0,-1 1-1 0 0,1-1 1 0 0,0 0 0 0 0,-1 0-1 0 0,0 0 1 0 0,1 0 0 0 0,-1 0-1 0 0,0 0 1 0 0,0 0-1 0 0,0 0 1 0 0,0 0 0 0 0,0 0-1 0 0,-1-1 1 0 0,1 1 0 0 0,-2 1-1 0 0,-3 5 6 0 0,-1-1-1 0 0,0 0 1 0 0,0-1-1 0 0,0 1 1 0 0,-1-1-1 0 0,0-1 0 0 0,0 1 1 0 0,-15 6-1 0 0,-26 6-1232 0 0,17-10-5975 0 0</inkml:trace>
</inkml:ink>
</file>

<file path=ppt/ink/ink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4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0 864 0 0,'0'3'7183'0'0,"2"20"-6861"0"0,-14 50 2035 0 0,4-36-1326 0 0,8-35-886 0 0,-2 2-287 0 0,-2 9 854 0 0</inkml:trace>
</inkml:ink>
</file>

<file path=ppt/ink/ink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5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72 0 0,'3'-8'1051'0'0,"0"-1"-1"0"0,0 1 1 0 0,0 0 0 0 0,1 1-1 0 0,1-1 1 0 0,-1 1 0 0 0,1 0 0 0 0,12-13-1 0 0,-16 19-764 0 0,-1 1-260 0 0,0-1 0 0 0,0 1 0 0 0,1-1 0 0 0,-1 1 0 0 0,0-1 0 0 0,1 1 1 0 0,-1-1-1 0 0,1 1 0 0 0,-1 0 0 0 0,1-1 0 0 0,-1 1 0 0 0,1 0 0 0 0,-1-1 0 0 0,1 1 0 0 0,-1 0 0 0 0,1 0 0 0 0,-1-1 0 0 0,1 1 0 0 0,-1 0 0 0 0,1 0 0 0 0,-1 0 0 0 0,1 0 0 0 0,0 0 0 0 0,-1 0 0 0 0,1 0 0 0 0,-1 0 0 0 0,1 0 0 0 0,-1 0 0 0 0,1 0 1 0 0,0 0-1 0 0,-1 0 0 0 0,1 0 0 0 0,-1 1 0 0 0,1-1 0 0 0,0 1 0 0 0,22 9-650 0 0,-10 13-5082 0 0</inkml:trace>
</inkml:ink>
</file>

<file path=ppt/ink/ink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5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1 676 0 0,'-1'1'162'0'0,"1"0"1"0"0,0 0-1 0 0,-1 0 0 0 0,1 0 1 0 0,0 0-1 0 0,0 0 0 0 0,0 0 1 0 0,0 0-1 0 0,0 0 0 0 0,0 0 1 0 0,1 1-1 0 0,-1-1 0 0 0,0 0 1 0 0,1 0-1 0 0,-1 0 0 0 0,0 0 1 0 0,1 0-1 0 0,-1 0 0 0 0,1 0 1 0 0,-1 0-1 0 0,1 0 0 0 0,0-1 1 0 0,-1 1-1 0 0,1 0 0 0 0,0 0 1 0 0,0 0-1 0 0,0-1 0 0 0,-1 1 0 0 0,1 0 1 0 0,0-1-1 0 0,0 1 0 0 0,0-1 1 0 0,0 1-1 0 0,0-1 0 0 0,0 1 1 0 0,0-1-1 0 0,0 0 0 0 0,0 0 1 0 0,1 1-1 0 0,-1-1 0 0 0,0 0 1 0 0,0 0-1 0 0,0 0 0 0 0,1 0 1 0 0,9-1 17 0 0,0 1 1 0 0,-1-2-1 0 0,1 1 1 0 0,11-4-1 0 0,9-1 693 0 0,-18 5-428 0 0,1 0 1 0 0,-1 1 0 0 0,20 2 0 0 0,-29-1-532 0 0,1 0 0 0 0,0 1 0 0 0,-1-1 1 0 0,1 1-1 0 0,-1 0 0 0 0,1 0 0 0 0,-1 1 0 0 0,0-1 0 0 0,0 1 1 0 0,0 0-1 0 0,7 6 0 0 0</inkml:trace>
</inkml:ink>
</file>

<file path=ppt/ink/ink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6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17 680 0 0,'0'0'2130'0'0,"3"-16"7088"0"0,-171 378-6558 0 0,126-287-2577 0 0,41-73-69 0 0,-4 9 32 0 0,6-11-46 0 0,-1 1 1 0 0,1 0-1 0 0,-1 0 0 0 0,1-1 1 0 0,-1 1-1 0 0,1 0 1 0 0,-1-1-1 0 0,1 1 1 0 0,0-1-1 0 0,-1 1 1 0 0,1 0-1 0 0,0-1 1 0 0,-1 0-1 0 0,1 1 0 0 0,0-1 1 0 0,0 1-1 0 0,-1-1 1 0 0,1 0-1 0 0,0 0 1 0 0,0 1-1 0 0,0-1 1 0 0,0 0-1 0 0,0 0 1 0 0,-1 0-1 0 0,1 0 0 0 0,0 0 1 0 0,0 0-1 0 0,0 0 1 0 0,0 0-1 0 0,0 0 1 0 0,-1-1-1 0 0,1 1 1 0 0,1-1-1 0 0,75-2-387 0 0,-1-4-1 0 0,105-22 1 0 0,-169 26 219 0 0,1 0 0 0 0,-1-1-1 0 0,0-1 1 0 0,0 0 0 0 0,0 0 0 0 0,-1-1 0 0 0,0-1 0 0 0,12-9-1 0 0,-21 15 192 0 0,0-1-1 0 0,0 0 0 0 0,-1 0 0 0 0,1 1 1 0 0,-1-1-1 0 0,0 0 0 0 0,1 0 0 0 0,-1 0 1 0 0,0-1-1 0 0,0 1 0 0 0,0 0 0 0 0,-1 0 1 0 0,1-1-1 0 0,0-2 0 0 0,-4 0 919 0 0,-8 21-707 0 0,8-4-186 0 0,0-1-1 0 0,1 1 1 0 0,0 0-1 0 0,1 0 1 0 0,1 0-1 0 0,-1 0 1 0 0,3 19-1 0 0,-1-15-21 0 0,8 71-895 0 0,3-30-6391 0 0,-7-40 3908 0 0</inkml:trace>
</inkml:ink>
</file>

<file path=ppt/ink/ink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7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2 242 616 0 0,'1'0'118'0'0,"-1"-1"0"0"0,1 1 0 0 0,0 0-1 0 0,-1-1 1 0 0,1 1 0 0 0,0 0 0 0 0,-1 0 0 0 0,1 0-1 0 0,0 0 1 0 0,0 0 0 0 0,-1 0 0 0 0,1 0 0 0 0,0 0-1 0 0,0 0 1 0 0,0 0 0 0 0,-1 0 0 0 0,1 0 0 0 0,0 0 0 0 0,-1 0-1 0 0,1 1 1 0 0,0-1 0 0 0,0 0 0 0 0,-1 1 0 0 0,1-1-1 0 0,0 0 1 0 0,-1 1 0 0 0,1-1 0 0 0,-1 1 0 0 0,1-1 0 0 0,0 2-1 0 0,13 26 1676 0 0,-4 40-442 0 0,-10-64-1178 0 0,6 73 1879 0 0,-6 133-1 0 0,-5-195-609 0 0,-4-20-513 0 0,-6-23-436 0 0,9 3-395 0 0,0 0-1 0 0,1 0 1 0 0,2-1-1 0 0,0 1 1 0 0,2-1 0 0 0,1 1-1 0 0,1-1 1 0 0,1 0 0 0 0,8-35-1 0 0,-6 40-79 0 0,1 0-1 0 0,1 0 0 0 0,1 0 1 0 0,1 1-1 0 0,1 0 0 0 0,1 1 1 0 0,0 0-1 0 0,1 0 1 0 0,2 2-1 0 0,-1-1 0 0 0,25-24 1 0 0,-29 35-15 0 0,0 0 0 0 0,0 1 1 0 0,1 0-1 0 0,1 0 0 0 0,-1 1 1 0 0,1 0-1 0 0,-1 1 0 0 0,1 0 1 0 0,0 0-1 0 0,1 1 0 0 0,-1 0 1 0 0,1 1-1 0 0,13-1 0 0 0,-19 2-4 0 0,-1 1 0 0 0,1 0-1 0 0,-1 0 1 0 0,1 0 0 0 0,-1 1 0 0 0,1 0 0 0 0,-1-1-1 0 0,1 1 1 0 0,-1 1 0 0 0,0-1 0 0 0,1 1-1 0 0,-1 0 1 0 0,0 0 0 0 0,0 0 0 0 0,0 0 0 0 0,0 1-1 0 0,-1-1 1 0 0,1 1 0 0 0,-1 0 0 0 0,1 0-1 0 0,-1 1 1 0 0,0-1 0 0 0,0 1 0 0 0,-1-1-1 0 0,1 1 1 0 0,-1 0 0 0 0,0 0 0 0 0,0 0 0 0 0,0 0-1 0 0,0 0 1 0 0,-1 1 0 0 0,1-1 0 0 0,0 8-1 0 0,-1-8 11 0 0,0 1-1 0 0,-1 0 1 0 0,0 0-1 0 0,1 0 0 0 0,-2-1 1 0 0,1 1-1 0 0,-1 0 0 0 0,1 0 1 0 0,-1 0-1 0 0,0-1 0 0 0,-1 1 1 0 0,1-1-1 0 0,-1 1 0 0 0,0-1 1 0 0,0 1-1 0 0,-1-1 0 0 0,1 0 1 0 0,-1 0-1 0 0,0 0 1 0 0,0-1-1 0 0,0 1 0 0 0,-1 0 1 0 0,1-1-1 0 0,-1 0 0 0 0,0 0 1 0 0,1 0-1 0 0,-7 3 0 0 0,-1 0-210 0 0,0 0 0 0 0,0 0 0 0 0,-1-1 0 0 0,0-1 0 0 0,0 0 0 0 0,0 0-1 0 0,0-1 1 0 0,-1-1 0 0 0,-17 2 0 0 0,24-8-795 0 0,4 0-764 0 0</inkml:trace>
</inkml:ink>
</file>

<file path=ppt/ink/ink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7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11 164 0 0,'0'-1'224'0'0,"1"1"0"0"0,-1-1-1 0 0,0 1 1 0 0,1-1 0 0 0,-1 0 0 0 0,0 1 0 0 0,1-1-1 0 0,-1 1 1 0 0,1-1 0 0 0,-1 1 0 0 0,0-1-1 0 0,1 1 1 0 0,-1-1 0 0 0,1 1 0 0 0,0 0 0 0 0,-1-1-1 0 0,1 1 1 0 0,-1 0 0 0 0,1-1 0 0 0,0 1 0 0 0,-1 0-1 0 0,1 0 1 0 0,-1-1 0 0 0,1 1 0 0 0,0 0-1 0 0,-1 0 1 0 0,1 0 0 0 0,0 0 0 0 0,-1 0 0 0 0,1 0-1 0 0,0 0 1 0 0,0 0 0 0 0,7 21 1570 0 0,-9 34-1103 0 0,-5 11 269 0 0,1-38-692 0 0,2 0 0 0 0,1 1 0 0 0,1-1 0 0 0,2 0 0 0 0,1 0 0 0 0,1 1 0 0 0,10 43 0 0 0,-11-68-303 0 0,-1 1 0 0 0,1-1 0 0 0,0 0 1 0 0,0 0-1 0 0,1 0 0 0 0,-1 0 0 0 0,1-1 0 0 0,0 1 0 0 0,0-1 1 0 0,0 1-1 0 0,0-1 0 0 0,1 0 0 0 0,-1 0 0 0 0,1-1 0 0 0,0 1 1 0 0,0-1-1 0 0,0 1 0 0 0,0-1 0 0 0,0-1 0 0 0,0 1 1 0 0,9 2-1 0 0,-6-3-592 0 0,1 1 0 0 0,-1-1 0 0 0,1 0 0 0 0,0-1 0 0 0,-1 0 0 0 0,1 0 0 0 0,0-1 0 0 0,-1 0 0 0 0,1 0 0 0 0,0-1 1 0 0,-1 0-1 0 0,8-3 0 0 0,0 0-1751 0 0</inkml:trace>
</inkml:ink>
</file>

<file path=ppt/ink/ink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08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66 179 500 0 0,'17'-30'4721'0'0,"-17"14"-2381"0"0,-9 16-572 0 0,-24 25-681 0 0,33-25-1106 0 0,-39 49 1033 0 0,38-48-777 0 0,6 5-171 0 0,-5-6-63 0 0,0 1-1 0 0,0-1 1 0 0,0 0 0 0 0,0 1-1 0 0,0-1 1 0 0,0 0 0 0 0,1 1-1 0 0,-1-1 1 0 0,0 0 0 0 0,0 1-1 0 0,0-1 1 0 0,1 0-1 0 0,-1 1 1 0 0,0-1 0 0 0,0 0-1 0 0,0 0 1 0 0,1 1 0 0 0,-1-1-1 0 0,0 0 1 0 0,1 0 0 0 0,-1 0-1 0 0,0 0 1 0 0,0 1-1 0 0,1-1 1 0 0,-1 0 0 0 0,0 0-1 0 0,1 0 1 0 0,-1 0 0 0 0,0 0-1 0 0,1 0 1 0 0,-1 0 0 0 0,0 0-1 0 0,1 0 1 0 0,-1 0 0 0 0,0 0-1 0 0,1 0 1 0 0,0 0-1 0 0,17-4 62 0 0,-14 2-60 0 0,1 1 0 0 0,-1-1 0 0 0,0 1 0 0 0,1 0 1 0 0,-1 0-1 0 0,1 1 0 0 0,-1-1 0 0 0,1 1 0 0 0,-1 0 1 0 0,1 1-1 0 0,0-1 0 0 0,-1 1 0 0 0,1-1 0 0 0,-1 1 1 0 0,0 1-1 0 0,1-1 0 0 0,-1 1 0 0 0,0-1 0 0 0,0 1 1 0 0,6 4-1 0 0,-6-4 1 0 0,0 1 1 0 0,0-1-1 0 0,0 1 1 0 0,1-1-1 0 0,-1-1 1 0 0,1 1-1 0 0,-1 0 1 0 0,1-1-1 0 0,0 0 1 0 0,0 0-1 0 0,-1-1 1 0 0,1 1-1 0 0,0-1 1 0 0,0 0-1 0 0,9-1 1 0 0,2-1 1 0 0,1-1 0 0 0,0-1-1 0 0,16-5 1 0 0,-22 5-4 0 0,-1 0 1 0 0,0-1-1 0 0,0 0 0 0 0,-1-1 1 0 0,0 0-1 0 0,1-1 0 0 0,-2 0 0 0 0,12-10 1 0 0,15-13 22 0 0,-34 28-22 0 0,1 1 0 0 0,-1-1 0 0 0,1 0 0 0 0,-1 0 0 0 0,0 0 0 0 0,0-1 0 0 0,0 1 0 0 0,0 0 0 0 0,0 0 0 0 0,-1-1 0 0 0,1 1 0 0 0,-1 0 0 0 0,1-1 0 0 0,-1 1 0 0 0,0-1 0 0 0,0 1 0 0 0,0 0 0 0 0,0-4 0 0 0,0 4 39 0 0,0 1 30 0 0,0 0 0 0 0,0 0-1 0 0,0 0 1 0 0,0 0 0 0 0,0 0-1 0 0,0-1 1 0 0,0 1 0 0 0,0 0-1 0 0,0 0 1 0 0,-1 0 0 0 0,1 0-1 0 0,0 0 1 0 0,-1 0-1 0 0,1 0 1 0 0,-1 0 0 0 0,1 0-1 0 0,-1 0 1 0 0,0 0 0 0 0,1 0-1 0 0,-2-1 1 0 0,1 4-69 0 0,-1 1 0 0 0,1-1 0 0 0,0 0 0 0 0,0 1 0 0 0,1-1 0 0 0,-1 1 1 0 0,0 0-1 0 0,1-1 0 0 0,0 1 0 0 0,-1-1 0 0 0,1 1 0 0 0,0 0 0 0 0,1-1 0 0 0,-1 1 0 0 0,0 0 0 0 0,1-1 0 0 0,-1 1 1 0 0,1-1-1 0 0,0 1 0 0 0,0-1 0 0 0,0 1 0 0 0,0-1 0 0 0,0 1 0 0 0,0-1 0 0 0,1 0 0 0 0,-1 0 0 0 0,1 0 0 0 0,0 0 1 0 0,3 4-1 0 0,0-2 2 0 0,0 0 1 0 0,0-1-1 0 0,0 1 1 0 0,0-1-1 0 0,1 0 1 0 0,-1-1-1 0 0,1 1 1 0 0,0-1-1 0 0,0 0 1 0 0,-1 0-1 0 0,1-1 1 0 0,1 0-1 0 0,-1 0 1 0 0,0 0-1 0 0,0-1 1 0 0,0 0-1 0 0,0 0 1 0 0,0 0-1 0 0,9-3 1 0 0,-7 1 0 0 0,0-1 1 0 0,0 0 0 0 0,-1 0-1 0 0,1-1 1 0 0,-1 0 0 0 0,0 0-1 0 0,0-1 1 0 0,-1 0 0 0 0,1 0-1 0 0,-1-1 1 0 0,0 0 0 0 0,-1 0-1 0 0,10-13 1 0 0,-4 6 2 0 0,-5 5-2 0 0,0 0-1 0 0,0 0 1 0 0,-1 0 0 0 0,0-1-1 0 0,0 0 1 0 0,-1 0 0 0 0,5-15-1 0 0,-9 24-9 0 0,0-1 0 0 0,0 1 0 0 0,0 0 0 0 0,1 0 0 0 0,-1-1 0 0 0,0 1 0 0 0,0 0 0 0 0,0 0 0 0 0,1-1 0 0 0,-1 1 0 0 0,0 0 0 0 0,0 0 0 0 0,1-1 0 0 0,-1 1 0 0 0,0 0 0 0 0,0 0 0 0 0,1 0 0 0 0,-1 0 0 0 0,0 0 0 0 0,0-1 0 0 0,1 1 0 0 0,-1 0 0 0 0,0 0 0 0 0,1 0 0 0 0,-1 0 0 0 0,0 0 0 0 0,1 0 0 0 0,-1 0 0 0 0,0 0 0 0 0,1 0 0 0 0,-1 0 0 0 0,0 0 0 0 0,1 0 0 0 0,-1 0 0 0 0,0 0 0 0 0,0 1 0 0 0,1-1 0 0 0,-1 0 0 0 0,0 0-1 0 0,1 0 1 0 0,-1 0 0 0 0,0 1 0 0 0,0-1 0 0 0,1 0 0 0 0,-1 0 0 0 0,0 0 0 0 0,0 1 0 0 0,0-1 0 0 0,1 0 0 0 0,-1 0 0 0 0,0 1 0 0 0,0-1 0 0 0,0 0 0 0 0,0 0 0 0 0,1 1 0 0 0,-1-1 0 0 0,0 0 0 0 0,0 1 0 0 0,0-1 0 0 0,0 0 0 0 0,0 1 0 0 0,0-1 0 0 0,11 24 8 0 0,-10 28-17 0 0,-2 0-1 0 0,-2 0 1 0 0,-2 0 0 0 0,-23 91-1 0 0,18-92 0 0 0,6-30 48 0 0,-25 106-85 0 0,25-117 119 0 0,1 1 1 0 0,-1-1-1 0 0,0-1 1 0 0,-1 1-1 0 0,0-1 1 0 0,-1 1-1 0 0,0-2 1 0 0,0 1-1 0 0,-13 12 1 0 0,18-19-2 0 0,-1-1 1 0 0,1 0 0 0 0,-1 1 0 0 0,1-1-1 0 0,-1 0 1 0 0,0 0 0 0 0,0 0 0 0 0,0 0 0 0 0,1 0-1 0 0,-1 0 1 0 0,0-1 0 0 0,0 1 0 0 0,0 0-1 0 0,0-1 1 0 0,0 0 0 0 0,-3 1 0 0 0,4-1-34 0 0,0-1 1 0 0,0 1 0 0 0,0 0 0 0 0,-1-1-1 0 0,1 1 1 0 0,0-1 0 0 0,0 1 0 0 0,0-1-1 0 0,0 1 1 0 0,0-1 0 0 0,0 0 0 0 0,0 1-1 0 0,0-1 1 0 0,0 0 0 0 0,0 0 0 0 0,0 0-1 0 0,0 0 1 0 0,1 0 0 0 0,-2-2 0 0 0,-1-1 15 0 0,1 0-1 0 0,1-1 1 0 0,-1 1 0 0 0,1 0 0 0 0,-1-1 0 0 0,1 0 0 0 0,1 1-1 0 0,-1-1 1 0 0,1 0 0 0 0,0 1 0 0 0,0-1 0 0 0,1-8 0 0 0,2-7 54 0 0,2 1 0 0 0,0-1 0 0 0,2 1 0 0 0,0 0 0 0 0,1 0 0 0 0,20-34 0 0 0,77-98-4255 0 0,-80 124-2733 0 0,-14 14 2933 0 0</inkml:trace>
</inkml:ink>
</file>

<file path=ppt/ink/ink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0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32 276 0 0,'1'-15'2625'0'0,"-4"-1"4174"0"0,-1 16-6722 0 0,1 0 1 0 0,-1 0-1 0 0,1 0 0 0 0,-1 0 1 0 0,1 1-1 0 0,0-1 1 0 0,-1 1-1 0 0,1 0 1 0 0,0 0-1 0 0,-1 0 1 0 0,1 1-1 0 0,0-1 1 0 0,0 1-1 0 0,0-1 1 0 0,0 1-1 0 0,0 0 1 0 0,0 0-1 0 0,1 1 1 0 0,-1-1-1 0 0,1 0 1 0 0,-1 1-1 0 0,1 0 1 0 0,0-1-1 0 0,0 1 1 0 0,0 0-1 0 0,1 0 0 0 0,-1 0 1 0 0,1 0-1 0 0,-1 1 1 0 0,1-1-1 0 0,0 0 1 0 0,0 1-1 0 0,1-1 1 0 0,-2 6-1 0 0,1 4 10 0 0,1 0-1 0 0,0 1 1 0 0,1-1-1 0 0,0 1 0 0 0,1-1 1 0 0,0 0-1 0 0,7 20 1 0 0,-9-32-73 0 0,1 0 1 0 0,0 1-1 0 0,-1 0 1 0 0,1-1-1 0 0,-1 1 1 0 0,1-1-1 0 0,-1 1 1 0 0,0 0-1 0 0,0-1 1 0 0,1 1 0 0 0,-1 0-1 0 0,0-1 1 0 0,-1 1-1 0 0,1 0 1 0 0,0-1-1 0 0,0 1 1 0 0,-1-1-1 0 0,1 1 1 0 0,-1 0 0 0 0,0-1-1 0 0,1 1 1 0 0,-1-1-1 0 0,0 1 1 0 0,0-1-1 0 0,0 0 1 0 0,-2 3-1 0 0,1-3-52 0 0,0 0-1 0 0,0-1 1 0 0,-1 1-1 0 0,1 0 1 0 0,0-1-1 0 0,0 0 1 0 0,-1 0-1 0 0,1 1 1 0 0,-1-1-1 0 0,1-1 1 0 0,0 1-1 0 0,-1 0 0 0 0,1 0 1 0 0,0-1-1 0 0,0 0 1 0 0,-1 1-1 0 0,-1-2 1 0 0,1 1-476 0 0,0-2-1144 0 0,0 2 227 0 0</inkml:trace>
</inkml:ink>
</file>

<file path=ppt/ink/ink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1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20 708 0 0,'3'-20'10618'0'0,"3"35"-10405"0"0,-1-1 0 0 0,0 1 1 0 0,-1 0-1 0 0,-1 0 0 0 0,0 0 0 0 0,-1 0 0 0 0,-1 0 0 0 0,0 0 0 0 0,-2 19 0 0 0,-2-1-21 0 0,0 0 0 0 0,-2 1 0 0 0,-13 42 0 0 0,-20 10 1191 0 0,38-85-799 0 0,5-6-510 0 0,4-2-39 0 0,1-1 1 0 0,-1 1-1 0 0,1 1 0 0 0,0 0 0 0 0,1 0 0 0 0,0 1 1 0 0,19-7-1 0 0,-24 10-19 0 0,0 0 0 0 0,-1 1 1 0 0,1 0-1 0 0,0 0 0 0 0,0 0 1 0 0,0 0-1 0 0,-1 1 0 0 0,1 0 0 0 0,0 0 1 0 0,0 1-1 0 0,0 0 0 0 0,0 0 1 0 0,0 0-1 0 0,-1 0 0 0 0,1 1 1 0 0,-1 0-1 0 0,1 0 0 0 0,8 6 1 0 0,-13-8-18 0 0,0 1 1 0 0,0 0 0 0 0,0 0-1 0 0,-1-1 1 0 0,1 1 0 0 0,0 0 0 0 0,-1 0-1 0 0,1 0 1 0 0,-1 0 0 0 0,1 0-1 0 0,-1 0 1 0 0,1 0 0 0 0,-1 0 0 0 0,0 0-1 0 0,1 0 1 0 0,-1 0 0 0 0,0 0 0 0 0,0 0-1 0 0,0 0 1 0 0,0 0 0 0 0,0 0-1 0 0,0 0 1 0 0,0 0 0 0 0,0 0 0 0 0,0 0-1 0 0,0 0 1 0 0,-1 0 0 0 0,1 1-1 0 0,0-1 1 0 0,-1 0 0 0 0,1-1 0 0 0,-1 1-1 0 0,1 0 1 0 0,-1 0 0 0 0,1 0-1 0 0,-1 0 1 0 0,0 0 0 0 0,0 0 0 0 0,1-1-1 0 0,-1 1 1 0 0,-2 1 0 0 0,-34 28 44 0 0,-20 0-3107 0 0,55-29 2001 0 0</inkml:trace>
</inkml:ink>
</file>

<file path=ppt/ink/ink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1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67 460 0 0,'5'4'547'0'0,"0"0"0"0"0,1-1 0 0 0,-1 1 0 0 0,1-1 0 0 0,-1 0 0 0 0,1 0 0 0 0,0 0 0 0 0,0-1 0 0 0,0 0 0 0 0,1-1 0 0 0,-1 1 0 0 0,13 1 0 0 0,-13-3-445 0 0,1 0-1 0 0,-1-1 0 0 0,1 1 0 0 0,-1-1 0 0 0,1-1 0 0 0,-1 1 0 0 0,1-1 1 0 0,-1 0-1 0 0,0 0 0 0 0,0-1 0 0 0,0 0 0 0 0,0 0 0 0 0,0 0 0 0 0,-1-1 0 0 0,1 0 1 0 0,-1 0-1 0 0,0 0 0 0 0,0-1 0 0 0,6-7 0 0 0,-6 6 197 0 0,1 0-1 0 0,0 0 0 0 0,1 0 1 0 0,-1 0-1 0 0,1 1 0 0 0,11-6 1 0 0,-16 10 58 0 0,15 22 50 0 0,-10 9-341 0 0,-1 0 0 0 0,-1 0 0 0 0,-2 1 0 0 0,-1 0 0 0 0,-1-1-1 0 0,-2 1 1 0 0,-1-1 0 0 0,-1 1 0 0 0,-2-1 0 0 0,-1 0 0 0 0,-1 0-1 0 0,-2-1 1 0 0,-1 0 0 0 0,-1 0 0 0 0,-1-1 0 0 0,-29 47 0 0 0,36-67-45 0 0,-1 0 1 0 0,0-1 0 0 0,0 0 0 0 0,-1 0 0 0 0,0-1 0 0 0,0 0 0 0 0,-12 9 0 0 0,13-11 43 0 0,0-1 0 0 0,0 0 0 0 0,0 0 0 0 0,0-1 0 0 0,0 0 0 0 0,-12 3 0 0 0,17-5-51 0 0,0 0-1 0 0,-1 0 1 0 0,1 0-1 0 0,0 0 1 0 0,0 0 0 0 0,0 0-1 0 0,0 0 1 0 0,0 0 0 0 0,0-1-1 0 0,0 1 1 0 0,0 0-1 0 0,0-1 1 0 0,0 1 0 0 0,0-1-1 0 0,0 1 1 0 0,0-1-1 0 0,0 0 1 0 0,0 1 0 0 0,0-1-1 0 0,1 0 1 0 0,-1 1 0 0 0,0-1-1 0 0,0 0 1 0 0,1 0-1 0 0,-1 0 1 0 0,1 0 0 0 0,-1 0-1 0 0,1 0 1 0 0,-1 0 0 0 0,1 0-1 0 0,-1 0 1 0 0,1 0-1 0 0,0 0 1 0 0,-1-2 0 0 0,0-1 18 0 0,0 0 1 0 0,1 0 0 0 0,-1-1 0 0 0,1 1 0 0 0,0 0-1 0 0,0 0 1 0 0,1-8 0 0 0,3-4 40 0 0,1 1-1 0 0,0 0 1 0 0,1 0-1 0 0,0 0 1 0 0,2 1-1 0 0,-1 0 1 0 0,2 1-1 0 0,0-1 1 0 0,19-20-1 0 0,38-34-741 0 0,5 5-3877 0 0,-40 37 626 0 0,-13 9 304 0 0</inkml:trace>
</inkml:ink>
</file>

<file path=ppt/ink/ink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2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478 112 300 0 0,'0'-5'359'0'0,"0"0"-1"0"0,-1 1 1 0 0,0-1-1 0 0,0 1 1 0 0,0-1 0 0 0,0 1-1 0 0,-1-1 1 0 0,1 1 0 0 0,-1 0-1 0 0,-1-1 1 0 0,1 1-1 0 0,0 0 1 0 0,-1 0 0 0 0,0 1-1 0 0,0-1 1 0 0,0 1-1 0 0,0-1 1 0 0,0 1 0 0 0,-6-3-1 0 0,5 2-237 0 0,0 1-1 0 0,-1 0 0 0 0,1 1 1 0 0,-1-1-1 0 0,0 1 0 0 0,0 0 0 0 0,0 0 1 0 0,0 1-1 0 0,0-1 0 0 0,0 1 1 0 0,0 0-1 0 0,0 1 0 0 0,-1-1 0 0 0,1 1 1 0 0,0 0-1 0 0,-1 0 0 0 0,1 1 1 0 0,0-1-1 0 0,0 1 0 0 0,0 1 1 0 0,-1-1-1 0 0,1 1 0 0 0,0-1 0 0 0,0 1 1 0 0,1 1-1 0 0,-7 3 0 0 0,8-4-98 0 0,1-1 0 0 0,0 1 0 0 0,0 0 0 0 0,1 0-1 0 0,-1 0 1 0 0,0 0 0 0 0,1 1 0 0 0,-1-1 0 0 0,1 0-1 0 0,0 1 1 0 0,-1-1 0 0 0,1 1 0 0 0,0-1 0 0 0,1 1-1 0 0,-1 0 1 0 0,0-1 0 0 0,1 1 0 0 0,0 0 0 0 0,-1 0-1 0 0,1-1 1 0 0,0 1 0 0 0,0 0 0 0 0,1-1 0 0 0,-1 1-1 0 0,0 0 1 0 0,1 0 0 0 0,0-1 0 0 0,0 1 0 0 0,0-1-1 0 0,2 5 1 0 0,4 9 30 0 0,0 0 0 0 0,2-1-1 0 0,17 24 1 0 0,-17-25 2 0 0,11 16 3 0 0,-1-4-12 0 0,-2 1 1 0 0,15 31 0 0 0,-29-51-35 0 0,0 0 0 0 0,0-1 0 0 0,0 1 1 0 0,-1 0-1 0 0,0 0 0 0 0,-1 1 1 0 0,0-1-1 0 0,0 0 0 0 0,0 0 1 0 0,-1 1-1 0 0,0-1 0 0 0,0 1 1 0 0,-1-1-1 0 0,-3 13 0 0 0,2-16-4 0 0,0 1 0 0 0,-1-1 0 0 0,1 0 0 0 0,-1 1 1 0 0,0-1-1 0 0,0 0 0 0 0,-1-1 0 0 0,1 1 0 0 0,-1-1 0 0 0,0 1 0 0 0,0-1 0 0 0,0 0 0 0 0,0-1 0 0 0,-1 1 0 0 0,1-1 0 0 0,-1 0 0 0 0,0 0 0 0 0,1 0 0 0 0,-1 0 0 0 0,0-1 0 0 0,0 0 0 0 0,0 0 0 0 0,-6 0 0 0 0,-6 1 101 0 0,0 0 1 0 0,1-1 0 0 0,-1-1 0 0 0,0-1-1 0 0,-29-4 1 0 0,27 1 74 0 0,1 0-1 0 0,1-1 1 0 0,-1-1-1 0 0,1-1 1 0 0,0 0-1 0 0,0-1 1 0 0,1-1-1 0 0,0-1 1 0 0,-26-20-1 0 0,40 29-126 0 0,1 0-50 0 0,1 1 0 0 0,-1 0-1 0 0,1-1 1 0 0,-1 1-1 0 0,1-1 1 0 0,-1 1 0 0 0,1-1-1 0 0,-1 1 1 0 0,1-1 0 0 0,-1 0-1 0 0,1 1 1 0 0,0-1 0 0 0,-1 1-1 0 0,1-1 1 0 0,0 0 0 0 0,0 1-1 0 0,-1-1 1 0 0,1 0-1 0 0,0 1 1 0 0,0-1 0 0 0,0 0-1 0 0,0 0 1 0 0,0 1 0 0 0,0-1-1 0 0,0 0 1 0 0,0 1 0 0 0,0-1-1 0 0,0 0 1 0 0,0 0-1 0 0,1 1 1 0 0,-1-1 0 0 0,0 0-1 0 0,0 1 1 0 0,1-1 0 0 0,-1 0-1 0 0,0 1 1 0 0,1-1 0 0 0,-1 1-1 0 0,1-1 1 0 0,-1 1 0 0 0,1-1-1 0 0,-1 1 1 0 0,1-1-1 0 0,-1 1 1 0 0,1-1 0 0 0,0 0-1 0 0,1 0-8 0 0,-1 0 0 0 0,0 1 0 0 0,0-1 0 0 0,1 0 0 0 0,-1 1 0 0 0,0-1 0 0 0,1 0 0 0 0,-1 1 0 0 0,1 0 0 0 0,-1-1 0 0 0,1 1 0 0 0,-1 0 0 0 0,1 0 0 0 0,-1 0 0 0 0,1 0 0 0 0,-1 0 0 0 0,1 0-1 0 0,-1 0 1 0 0,1 0 0 0 0,-1 0 0 0 0,2 1 0 0 0,29 8-900 0 0,-6 5-1041 0 0,-8-3-403 0 0,-3-5-2558 0 0,-2-2 2192 0 0</inkml:trace>
</inkml:ink>
</file>

<file path=ppt/ink/ink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4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97 356 0 0,'1'0'239'0'0,"0"0"0"0"0,0 0-1 0 0,1 0 1 0 0,-1 0 0 0 0,0 0 0 0 0,1 0 0 0 0,-1-1-1 0 0,0 1 1 0 0,0 0 0 0 0,1-1 0 0 0,-1 1-1 0 0,0-1 1 0 0,0 1 0 0 0,0-1 0 0 0,1 1 0 0 0,-1-1-1 0 0,0 0 1 0 0,0 0 0 0 0,0 0 0 0 0,0 1 0 0 0,0-1-1 0 0,-1 0 1 0 0,1 0 0 0 0,0 0 0 0 0,0 0-1 0 0,0-1 1 0 0,-1 1 0 0 0,1 0 0 0 0,-1 0 0 0 0,1 0-1 0 0,-1 0 1 0 0,1-1 0 0 0,-1 0 0 0 0,1 0 762 0 0,-2-3-748 0 0,1 0 0 0 0,0 0 1 0 0,-1 1-1 0 0,0-1 0 0 0,0 0 1 0 0,0 1-1 0 0,-1-1 0 0 0,1 1 1 0 0,-1-1-1 0 0,-3-5 0 0 0,3 9-227 0 0,0-1-1 0 0,1 1 0 0 0,-1 0 1 0 0,0-1-1 0 0,0 1 0 0 0,0 0 0 0 0,0 0 1 0 0,0 1-1 0 0,0-1 0 0 0,0 0 1 0 0,0 1-1 0 0,0-1 0 0 0,-1 1 0 0 0,1-1 1 0 0,0 1-1 0 0,0 0 0 0 0,0 0 0 0 0,0 0 1 0 0,-1 0-1 0 0,1 1 0 0 0,0-1 1 0 0,0 1-1 0 0,0-1 0 0 0,0 1 0 0 0,0 0 1 0 0,0-1-1 0 0,0 1 0 0 0,0 0 1 0 0,0 0-1 0 0,0 1 0 0 0,0-1 0 0 0,-3 3 1 0 0,-2 0 6 0 0,1 1 1 0 0,-1 0 0 0 0,1 1-1 0 0,0-1 1 0 0,0 1 0 0 0,0 0-1 0 0,-5 9 1 0 0,6-7-10 0 0,0 1 0 0 0,1 0 0 0 0,0 0 0 0 0,0 0 0 0 0,1 1 0 0 0,1-1 0 0 0,-1 1 0 0 0,1 0 0 0 0,0 11 0 0 0,1-18-13 0 0,1 1 0 0 0,0 0 0 0 0,0 0-1 0 0,0-1 1 0 0,1 1 0 0 0,-1 0-1 0 0,1-1 1 0 0,0 1 0 0 0,0 0 0 0 0,0-1-1 0 0,0 1 1 0 0,1-1 0 0 0,0 0 0 0 0,-1 1-1 0 0,1-1 1 0 0,0 0 0 0 0,1 0 0 0 0,-1 0-1 0 0,0 0 1 0 0,1 0 0 0 0,0-1 0 0 0,-1 1-1 0 0,1-1 1 0 0,0 0 0 0 0,0 0 0 0 0,6 3-1 0 0,-6-4-3 0 0,0-1 0 0 0,0 1-1 0 0,0-1 1 0 0,0 0 0 0 0,1 0-1 0 0,-1-1 1 0 0,0 1 0 0 0,0 0 0 0 0,0-1-1 0 0,0 0 1 0 0,0 0 0 0 0,0 0-1 0 0,0 0 1 0 0,-1 0 0 0 0,1-1-1 0 0,0 1 1 0 0,0-1 0 0 0,-1 1-1 0 0,1-1 1 0 0,-1 0 0 0 0,0 0 0 0 0,1-1-1 0 0,-1 1 1 0 0,3-4 0 0 0,7-7 7 0 0,0-1 1 0 0,17-25 0 0 0,-16 19 5 0 0,-9 13-6 0 0,0 0 0 0 0,1 0 0 0 0,-1 1 0 0 0,12-11 0 0 0,-15 16-12 0 0,0 1-62 0 0,1 0-1 0 0,0 0 1 0 0,-1 1-1 0 0,1-1 1 0 0,0 1-1 0 0,-1-1 1 0 0,1 1-1 0 0,-1 0 1 0 0,1 0-1 0 0,-1-1 1 0 0,1 1 0 0 0,-1 0-1 0 0,0 0 1 0 0,1 0-1 0 0,-1 1 1 0 0,0-1-1 0 0,0 0 1 0 0,0 0-1 0 0,0 1 1 0 0,0-1 0 0 0,0 1-1 0 0,1 1 1 0 0,20 46-3087 0 0,-20-42 2668 0 0,0 0 0 0 0,1 0 0 0 0,0-1 1 0 0,0 1-1 0 0,0-1 0 0 0,1 0 0 0 0,0 0 0 0 0,7 8 0 0 0,-6-10-2468 0 0</inkml:trace>
</inkml:ink>
</file>

<file path=ppt/ink/ink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5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15 820 0 0,'6'-15'7313'0'0,"-7"60"-6658"0"0,-1 0-1 0 0,-3-1 1 0 0,-12 52 0 0 0,-5 47-43 0 0,21-130-558 0 0,0 3 39 0 0,-1 1 0 0 0,0-1 0 0 0,-9 28 0 0 0,11-42-69 0 0,0-2-9 0 0,0 0 1 0 0,0 0-1 0 0,0 1 0 0 0,0-1 1 0 0,0 0-1 0 0,0 0 1 0 0,0 1-1 0 0,1-1 0 0 0,-1 0 1 0 0,0 0-1 0 0,0 1 1 0 0,0-1-1 0 0,0 0 0 0 0,1 0 1 0 0,-1 0-1 0 0,0 1 1 0 0,0-1-1 0 0,0 0 0 0 0,1 0 1 0 0,-1 0-1 0 0,0 0 1 0 0,0 0-1 0 0,1 1 0 0 0,-1-1 1 0 0,0 0-1 0 0,0 0 1 0 0,1 0-1 0 0,-1 0 0 0 0,0 0 1 0 0,0 0-1 0 0,1 0 1 0 0,-1 0-1 0 0,0 0 0 0 0,0 0 1 0 0,1 0-1 0 0,-1 0 1 0 0,0 0-1 0 0,1 0 0 0 0,-1 0 1 0 0,0 0-1 0 0,0 0 1 0 0,1 0-1 0 0,-1-1 0 0 0,0 1 1 0 0,0 0-1 0 0,1 0 1 0 0,-1 0-1 0 0,0 0 0 0 0,1-1 1 0 0,21-14 196 0 0,23-28-151 0 0,-43 40-7 0 0,155-138 198 0 0,-156 141-264 0 0,8-8-6 0 0,-5 4 9 0 0,-4 6-4 0 0,-18 17 15 0 0,10-12 5 0 0,1 0-1 0 0,-1 1 0 0 0,2 0 0 0 0,-1 0 0 0 0,1 1 0 0 0,-9 17 0 0 0,14-23-5 0 0,0 0 0 0 0,0 1 0 0 0,0-1 0 0 0,1 1 0 0 0,-1-1 0 0 0,1 1 0 0 0,0-1 0 0 0,0 1 0 0 0,0 0 0 0 0,1-1 0 0 0,-1 1 0 0 0,1-1 0 0 0,0 1 0 0 0,0-1 0 0 0,0 0 0 0 0,0 1 0 0 0,0-1 0 0 0,1 0 0 0 0,0 0 0 0 0,2 4 0 0 0,-1-3-7 0 0,0 0 0 0 0,1 0 0 0 0,0 0 0 0 0,0-1 0 0 0,0 1 0 0 0,0-1 0 0 0,0 0 1 0 0,1 0-1 0 0,0-1 0 0 0,-1 1 0 0 0,1-1 0 0 0,0 0 0 0 0,0 0 0 0 0,0 0 0 0 0,0-1 1 0 0,1 0-1 0 0,-1 0 0 0 0,0 0 0 0 0,0-1 0 0 0,1 1 0 0 0,-1-1 0 0 0,0-1 1 0 0,10 0-1 0 0,1-2-57 0 0,0 1 0 0 0,-1-2 0 0 0,1 0 0 0 0,-1-1 0 0 0,0-1 0 0 0,23-11 0 0 0,-27 10 75 0 0,0 0 0 0 0,-1-1-1 0 0,1-1 1 0 0,-1 1 0 0 0,-1-2 0 0 0,0 1-1 0 0,0-1 1 0 0,-1-1 0 0 0,0 1-1 0 0,-1-1 1 0 0,0-1 0 0 0,-1 1 0 0 0,0-1-1 0 0,7-23 1 0 0,-12 31 38 0 0,-1 1 1 0 0,1-1-1 0 0,-1 1 0 0 0,0-1 0 0 0,0 1 0 0 0,0-1 0 0 0,-1 1 1 0 0,1-1-1 0 0,-1 1 0 0 0,0 0 0 0 0,0-1 0 0 0,0 1 1 0 0,0 0-1 0 0,-2-4 0 0 0,2 6 124 0 0,0 1-171 0 0,-1 0 1 0 0,1 0 0 0 0,-1 0-1 0 0,0 0 1 0 0,1 0-1 0 0,-1 1 1 0 0,1-1-1 0 0,-1 1 1 0 0,1-1-1 0 0,0 1 1 0 0,-1 0-1 0 0,1-1 1 0 0,-1 1 0 0 0,1 0-1 0 0,0 0 1 0 0,0 0-1 0 0,0 0 1 0 0,-1 0-1 0 0,1 0 1 0 0,0 1-1 0 0,0-1 1 0 0,0 0-1 0 0,1 0 1 0 0,-1 1 0 0 0,0-1-1 0 0,-1 3 1 0 0,-20 40 73 0 0,21-38-73 0 0,0 1 1 0 0,0 0-1 0 0,0-1 0 0 0,1 1 0 0 0,0 0 0 0 0,0 0 0 0 0,1-1 0 0 0,0 1 0 0 0,0 0 1 0 0,1-1-1 0 0,3 10 0 0 0,-4-13 0 0 0,0 0 0 0 0,0 0 1 0 0,0 0-1 0 0,1 0 0 0 0,-1-1 0 0 0,1 1 1 0 0,0 0-1 0 0,0-1 0 0 0,0 1 0 0 0,0-1 1 0 0,1 1-1 0 0,-1-1 0 0 0,0 0 0 0 0,1 0 1 0 0,0 0-1 0 0,-1-1 0 0 0,1 1 0 0 0,0-1 1 0 0,0 1-1 0 0,0-1 0 0 0,0 0 0 0 0,0 0 1 0 0,0 0-1 0 0,0-1 0 0 0,1 1 0 0 0,-1-1 1 0 0,4 1-1 0 0,3-2 7 0 0,1 1 0 0 0,-1-2 0 0 0,0 0 1 0 0,0 0-1 0 0,0 0 0 0 0,0-1 0 0 0,-1-1 0 0 0,1 0 0 0 0,8-5 1 0 0,13-8 8 0 0,37-30 1 0 0,-52 35 6 0 0,0 0 0 0 0,0 1 1 0 0,1 0-1 0 0,0 2 0 0 0,0 0 0 0 0,1 1 0 0 0,1 1 0 0 0,36-10 0 0 0,-53 17-25 0 0,0-1-1 0 0,0 1 0 0 0,0 0 1 0 0,0 0-1 0 0,0 0 1 0 0,1 0-1 0 0,-1 0 0 0 0,0 1 1 0 0,0-1-1 0 0,0 0 0 0 0,0 1 1 0 0,0 0-1 0 0,0-1 1 0 0,0 1-1 0 0,0 0 0 0 0,0 0 1 0 0,0 0-1 0 0,2 2 0 0 0,-3-2 4 0 0,0 1-1 0 0,0-1 0 0 0,0 1 0 0 0,0-1 0 0 0,0 1 0 0 0,-1-1 1 0 0,1 1-1 0 0,0 0 0 0 0,-1-1 0 0 0,1 1 0 0 0,-1 0 0 0 0,0-1 0 0 0,0 1 1 0 0,1 0-1 0 0,-1 0 0 0 0,0-1 0 0 0,0 1 0 0 0,-1 0 0 0 0,1 0 1 0 0,0-1-1 0 0,-1 1 0 0 0,1 0 0 0 0,-1-1 0 0 0,0 4 0 0 0,-2 1 15 0 0,1-1-1 0 0,-1 1 1 0 0,0-1 0 0 0,0 0-1 0 0,-1 0 1 0 0,1 0-1 0 0,-1 0 1 0 0,0 0-1 0 0,0-1 1 0 0,-1 0-1 0 0,-7 6 1 0 0,11-9-3 0 0</inkml:trace>
</inkml:ink>
</file>

<file path=ppt/ink/ink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6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12 110 936 0 0,'12'-4'7407'0'0,"-9"8"-7224"0"0,-1 1 0 0 0,-1-1 0 0 0,1 0 0 0 0,-1 1 0 0 0,1-1 0 0 0,-1 1 0 0 0,0 0 0 0 0,-1-1 0 0 0,1 1 0 0 0,-1 0 0 0 0,-1 5 0 0 0,-6 62 445 0 0,2-28-261 0 0,-1 40 26 0 0,-3 99 244 0 0,2-150 1304 0 0,5-55-1864 0 0,2 0-1 0 0,0 1 1 0 0,2-1-1 0 0,0 0 1 0 0,1 1-1 0 0,10-37 1 0 0,-1 20-61 0 0,1 0 0 0 0,34-69 0 0 0,-31 76 3 0 0,1 1-1 0 0,29-37 1 0 0,-41 60-21 0 0,1 0 0 0 0,-1 0 0 0 0,1 1 0 0 0,0 0 0 0 0,1 0 0 0 0,0 1 0 0 0,0-1 0 0 0,0 2 0 0 0,0-1 0 0 0,1 1 0 0 0,0 0 0 0 0,0 0 0 0 0,0 1 0 0 0,16-4 0 0 0,-23 7-1 0 0,1-1 0 0 0,-1 1 0 0 0,1 0 0 0 0,-1 0 0 0 0,1 0 0 0 0,-1 0 0 0 0,1 0 0 0 0,-1 0 0 0 0,0 1 0 0 0,1-1 0 0 0,-1 0 0 0 0,1 1 0 0 0,-1-1 0 0 0,0 1 0 0 0,1-1 0 0 0,-1 1 0 0 0,0 0 0 0 0,1 0 0 0 0,-1-1 0 0 0,0 1 0 0 0,0 0 0 0 0,0 0 0 0 0,0 0 0 0 0,1 2 0 0 0,0-1 0 0 0,-1 1 1 0 0,1-1-1 0 0,-1 1 0 0 0,0 0 1 0 0,0-1-1 0 0,0 1 0 0 0,0 0 1 0 0,-1 0-1 0 0,1 0 0 0 0,-1 0 1 0 0,0 4-1 0 0,1 1 2 0 0,-2-1 0 0 0,1 1 0 0 0,-1-1 0 0 0,0 0 0 0 0,-1 1 0 0 0,0-1 0 0 0,0 0 1 0 0,0 0-1 0 0,-4 7 0 0 0,0-6 11 0 0,-1 0-1 0 0,0 0 1 0 0,0 0 0 0 0,-1-1 0 0 0,0 0 0 0 0,0-1-1 0 0,0 0 1 0 0,-1 0 0 0 0,0-1 0 0 0,0 0 0 0 0,0 0-1 0 0,-1-1 1 0 0,1-1 0 0 0,-1 1 0 0 0,0-2 0 0 0,-18 4-1 0 0,25-6-460 0 0,-9 2-658 0 0</inkml:trace>
</inkml:ink>
</file>

<file path=ppt/ink/ink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7.2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1 150 660 0 0,'0'0'863'0'0,"12"5"2214"0"0,18-4-1791 0 0,-7 0-581 0 0,-1-1 0 0 0,1-1 1 0 0,0-1-1 0 0,40-9 0 0 0,-58 10-622 0 0,0-1 1 0 0,0 0-1 0 0,0 0 1 0 0,0 0-1 0 0,-1 0 1 0 0,1-1-1 0 0,0 1 0 0 0,-1-1 1 0 0,0 0-1 0 0,0-1 1 0 0,0 1-1 0 0,0-1 1 0 0,0 0-1 0 0,-1 0 1 0 0,0 0-1 0 0,1 0 1 0 0,-1 0-1 0 0,-1-1 0 0 0,1 1 1 0 0,-1-1-1 0 0,0 0 1 0 0,0 0-1 0 0,0 0 1 0 0,-1 0-1 0 0,1 0 1 0 0,0-9-1 0 0,-2 12 6 0 0,-22-14 416 0 0,19 16-467 0 0,-1 0-1 0 0,1 0 1 0 0,-1 1-1 0 0,1 0 1 0 0,-1-1-1 0 0,1 1 1 0 0,0 1-1 0 0,-1-1 1 0 0,1 0-1 0 0,0 1 1 0 0,0 0-1 0 0,0-1 1 0 0,0 1-1 0 0,0 0 1 0 0,0 1-1 0 0,1-1 1 0 0,-1 0 0 0 0,1 1-1 0 0,-1 0 1 0 0,1-1-1 0 0,0 1 1 0 0,0 0-1 0 0,0 0 1 0 0,0 0-1 0 0,1 0 1 0 0,-1 1-1 0 0,1-1 1 0 0,0 0-1 0 0,0 1 1 0 0,-1 5-1 0 0,1-5-17 0 0,1 0 0 0 0,-1 1-1 0 0,1-1 1 0 0,0 1-1 0 0,0-1 1 0 0,0 0-1 0 0,0 1 1 0 0,1-1 0 0 0,0 1-1 0 0,0-1 1 0 0,0 0-1 0 0,0 0 1 0 0,1 1 0 0 0,0-1-1 0 0,0 0 1 0 0,0-1-1 0 0,0 1 1 0 0,0 0-1 0 0,1 0 1 0 0,0-1 0 0 0,0 0-1 0 0,0 1 1 0 0,0-1-1 0 0,6 4 1 0 0,2 0-184 0 0,1-1 0 0 0,0-1 0 0 0,0 0-1 0 0,0 0 1 0 0,0-2 0 0 0,1 1 0 0 0,0-2 0 0 0,0 1 0 0 0,-1-2 0 0 0,1 0-1 0 0,0 0 1 0 0,0-1 0 0 0,0-1 0 0 0,0 0 0 0 0,0-1 0 0 0,14-3 0 0 0,20-6-841 0 0,1-3 1 0 0,82-35 0 0 0,-115 44 1120 0 0,0-2 0 0 0,0 0 0 0 0,-1 0 0 0 0,0-1 0 0 0,-1-1 1 0 0,0 0-1 0 0,0-1 0 0 0,-1-1 0 0 0,20-21 0 0 0,-31 31-36 0 0,1-1 0 0 0,-1 0 0 0 0,0 1 0 0 0,0-1 0 0 0,0 0-1 0 0,0 0 1 0 0,0 0 0 0 0,-1 1 0 0 0,1-1 0 0 0,0 0 0 0 0,-1 0 0 0 0,0 0 0 0 0,1 0-1 0 0,-1-3 1 0 0,0 5-31 0 0,0-1 0 0 0,0 0 0 0 0,-1 1 1 0 0,1-1-1 0 0,0 0 0 0 0,0 1 0 0 0,-1-1 0 0 0,1 0 0 0 0,-1 1 0 0 0,1-1 0 0 0,0 0 0 0 0,-1 1 0 0 0,1-1 0 0 0,-1 1 0 0 0,1-1 0 0 0,-1 1 0 0 0,0-1 0 0 0,1 1 1 0 0,-1-1-1 0 0,1 1 0 0 0,-1 0 0 0 0,0-1 0 0 0,1 1 0 0 0,-1 0 0 0 0,-1-1 0 0 0,-2 0 57 0 0,0 1 1 0 0,0-1-1 0 0,-1 1 1 0 0,1 0-1 0 0,0 0 0 0 0,-1 0 1 0 0,1 1-1 0 0,0-1 0 0 0,0 1 1 0 0,-1 0-1 0 0,-3 2 1 0 0,0 0-44 0 0,0 1 0 0 0,1 0 0 0 0,-1 1 0 0 0,1 0 0 0 0,0 0 1 0 0,0 1-1 0 0,0-1 0 0 0,1 1 0 0 0,0 1 0 0 0,0-1 0 0 0,0 1 1 0 0,1 0-1 0 0,0 1 0 0 0,1-1 0 0 0,0 1 0 0 0,0 0 0 0 0,0 0 1 0 0,1 0-1 0 0,-3 10 0 0 0,6-17-60 0 0,-1 1 0 0 0,1-1 0 0 0,0 0 0 0 0,-1 1 0 0 0,1-1 0 0 0,0 0 0 0 0,0 1 0 0 0,0-1 0 0 0,0 0 0 0 0,0 1-1 0 0,1-1 1 0 0,-1 1 0 0 0,0-1 0 0 0,0 0 0 0 0,1 0 0 0 0,-1 1 0 0 0,1-1 0 0 0,-1 0 0 0 0,1 0 0 0 0,0 1 0 0 0,-1-1 0 0 0,1 0 0 0 0,0 0 0 0 0,0 0 0 0 0,0 0 0 0 0,0 0 0 0 0,0 0 0 0 0,0 0 0 0 0,0 0 0 0 0,0-1 0 0 0,0 1-1 0 0,0 0 1 0 0,1-1 0 0 0,-1 1 0 0 0,0 0 0 0 0,0-1 0 0 0,1 0 0 0 0,-1 1 0 0 0,3-1 0 0 0,1 1-43 0 0,-1 0 0 0 0,1 0 1 0 0,0-1-1 0 0,-1 0 0 0 0,1 0 0 0 0,0 0 0 0 0,0-1 1 0 0,-1 1-1 0 0,6-3 0 0 0,11-5-195 0 0,0 0-1 0 0,22-14 1 0 0,-15 7 59 0 0,-26 14 146 0 0,10-2-221 0 0,-5 20 206 0 0,-1 8 26 0 0,-5-24 20 0 0,-1 0 0 0 0,1 0 0 0 0,0 0-1 0 0,0 0 1 0 0,0 1 0 0 0,0-1 0 0 0,0 0-1 0 0,0 0 1 0 0,0-1 0 0 0,0 1 0 0 0,1 0-1 0 0,-1 0 1 0 0,0-1 0 0 0,0 1 0 0 0,1 0 0 0 0,-1-1-1 0 0,0 1 1 0 0,1-1 0 0 0,-1 0 0 0 0,1 1-1 0 0,-1-1 1 0 0,0 0 0 0 0,3 0 0 0 0,29 0 48 0 0,-32 0-50 0 0,13-3-3 0 0,0 0 0 0 0,0 0 0 0 0,-1-1 0 0 0,0-1 0 0 0,0 0 0 0 0,23-13 0 0 0,-17 8-2 0 0,2 1 0 0 0,38-12 1 0 0,-59 20 5 0 0,1 1 0 0 0,0 0 0 0 0,0 0 0 0 0,0-1 0 0 0,-1 1 0 0 0,1 0 0 0 0,0 0 0 0 0,0 0 0 0 0,0 0 0 0 0,0 0 0 0 0,-1 0 1 0 0,1 0-1 0 0,0 0 0 0 0,0 1 0 0 0,0-1 0 0 0,0 0 0 0 0,-1 0 0 0 0,1 1 0 0 0,0-1 0 0 0,0 0 0 0 0,-1 1 0 0 0,1-1 0 0 0,0 1 1 0 0,-1-1-1 0 0,1 1 0 0 0,0-1 0 0 0,-1 1 0 0 0,1 0 0 0 0,-1-1 0 0 0,1 1 0 0 0,0 1 0 0 0,7 28 180 0 0,-8-27-141 0 0,0-1-1 0 0,0 0 0 0 0,1 1 0 0 0,-1-1 0 0 0,1 0 0 0 0,-1 1 0 0 0,1-1 0 0 0,0 0 0 0 0,0 0 0 0 0,0 1 1 0 0,0-1-1 0 0,0 0 0 0 0,0 0 0 0 0,1 0 0 0 0,-1 0 0 0 0,1 0 0 0 0,-1-1 0 0 0,4 4 0 0 0,3-2-107 0 0,1 1-1 0 0,0-2 1 0 0,0 1-1 0 0,0-1 1 0 0,1 0-1 0 0,-1-1 1 0 0,12 0-1 0 0,39-3-7518 0 0,-44 0 4459 0 0</inkml:trace>
</inkml:ink>
</file>

<file path=ppt/ink/ink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8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0 105 724 0 0,'4'1'701'0'0,"3"0"-410"0"0,0-1 1 0 0,0 1-1 0 0,0-2 1 0 0,0 1-1 0 0,0-1 1 0 0,-1 0-1 0 0,1 0 1 0 0,0-1-1 0 0,-1 0 1 0 0,13-5-1 0 0,2-1 401 0 0,0-1 0 0 0,23-16 0 0 0,-40 23-518 0 0,0 0 0 0 0,-1 0-1 0 0,1 0 1 0 0,-1-1 0 0 0,1 0 0 0 0,-1 0-1 0 0,0 0 1 0 0,0 0 0 0 0,-1 0-1 0 0,1 0 1 0 0,0-1 0 0 0,1-4-1 0 0,-3 7 108 0 0,3-8 2657 0 0,-20 26-2840 0 0,15-17-86 0 0,0 1-1 0 0,1 0 0 0 0,-1 0 0 0 0,1 0 0 0 0,0 0 1 0 0,-1-1-1 0 0,1 1 0 0 0,0 0 0 0 0,-1 0 0 0 0,1 0 1 0 0,0 0-1 0 0,0 0 0 0 0,0 0 0 0 0,0 0 0 0 0,0 0 1 0 0,0 0-1 0 0,0 0 0 0 0,0 0 0 0 0,0 0 0 0 0,0 0 1 0 0,1 0-1 0 0,-1-1 0 0 0,0 1 0 0 0,1 0 0 0 0,-1 0 1 0 0,0 0-1 0 0,1 0 0 0 0,-1 0 0 0 0,1-1 0 0 0,0 2 1 0 0,17 19 24 0 0,-9-13 169 0 0,-6-5-909 0 0,0 0-1 0 0,0 0 1 0 0,1 0-1 0 0,-1-1 1 0 0,1 1-1 0 0,-1-1 1 0 0,1 0-1 0 0,0 0 1 0 0,0-1-1 0 0,5 3 1 0 0,7-1-2178 0 0</inkml:trace>
</inkml:ink>
</file>

<file path=ppt/ink/ink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18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23 216 0 0,'12'-1'2856'0'0,"1"-1"185"0"0,5-1-1565 0 0,-12-1 1068 0 0,4-3-500 0 0,2 1-148 0 0</inkml:trace>
</inkml:ink>
</file>

<file path=ppt/ink/ink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26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9 198 84 0 0,'-2'-8'658'0'0,"1"-1"-1"0"0,1 0 1 0 0,-1 0 0 0 0,1 0-1 0 0,3-17 1 0 0,-1-12 932 0 0,-2-19 1027 0 0,0 55-2354 0 0,-5-28 3187 0 0,1 130-3261 0 0,15 176 0 0 0,1-53-119 0 0,55 575 72 0 0,-16-377-104 0 0,44 482 1107 0 0,-73-559-1042 0 0,-12-165-18 0 0,1 26 447 0 0,8 117 482 0 0,-2-162-749 0 0,8 107 402 0 0,-24-246-619 0 0,4 65 777 0 0,-10 127-1 0 0,4-40-84 0 0,4-136-580 0 0,-3-35-137 0 0,-3 55 1110 0 0,-9 100-14 0 0,9-108-823 0 0,3-48-238 0 0,-1 1-55 0 0,0 0 0 0 0,1 0 1 0 0,-1 0-1 0 0,1 0 0 0 0,0 0 0 0 0,0 1 1 0 0,-1-1-1 0 0,1 0 0 0 0,0 0 1 0 0,1 0-1 0 0,-1 0 0 0 0,0 0 1 0 0,1 2-1 0 0,0 18 31 0 0,2 26-9 0 0,-2-46-26 0 0,-14-27-8403 0 0,4 3 3366 0 0,4-3 381 0 0</inkml:trace>
</inkml:ink>
</file>

<file path=ppt/ink/ink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44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65 32 0 0,'-20'-45'6948'0'0,"19"43"-6533"0"0,0 1-221 0 0,0 0 0 0 0,0 0 0 0 0,0 0 0 0 0,0 0 0 0 0,0 0 0 0 0,0 0 0 0 0,-1 0 0 0 0,1 0 1 0 0,0 1-1 0 0,-1-1 0 0 0,1 0 0 0 0,0 1 0 0 0,-1-1 0 0 0,-1 1 0 0 0,-8-5 2271 0 0,11 4-2436 0 0,-1 1 0 0 0,1 0 1 0 0,0 0-1 0 0,-1 0 1 0 0,1 0-1 0 0,0 0 1 0 0,-1 0-1 0 0,1 0 0 0 0,-1 0 1 0 0,1 0-1 0 0,0 0 1 0 0,-1 0-1 0 0,1 0 1 0 0,-1 1-1 0 0,1-1 0 0 0,0 0 1 0 0,-1 0-1 0 0,1 0 1 0 0,0 0-1 0 0,-1 1 1 0 0,1-1-1 0 0,0 0 0 0 0,0 0 1 0 0,-1 1-1 0 0,1-1 1 0 0,0 0-1 0 0,-1 0 1 0 0,1 1-1 0 0,0-1 0 0 0,0 0 1 0 0,0 1-1 0 0,-1-1 1 0 0,1 0-1 0 0,0 1 1 0 0,0-1-1 0 0,0 0 0 0 0,0 1 1 0 0,0-1-1 0 0,0 1 1 0 0,0 0-1 0 0,-9 29 517 0 0,3 28-168 0 0,6 248 1093 0 0,0-286-1011 0 0,0-29 413 0 0,0-36-394 0 0,0 10-399 0 0,2-1 0 0 0,1 1 1 0 0,1 0-1 0 0,2 0 0 0 0,18-60 1 0 0,-20 86-58 0 0,-2 0 0 0 0,0 0 0 0 0,0 0 1 0 0,1-17-1 0 0,-2 24-36 0 0,-1-11-80 0 0,4 7 73 0 0,-4 4-8 0 0,-7 124-6 0 0,8-58 65 0 0,0 17-1538 0 0,-4-27-7736 0 0,1-39 4816 0 0</inkml:trace>
</inkml:ink>
</file>

<file path=ppt/ink/ink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25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312 122 200 0 0,'0'0'3233'0'0,"6"-21"3380"0"0,-30-18-5443 0 0,23 37-1070 0 0,-2-2 22 0 0,1 1 0 0 0,-1-1-1 0 0,0 0 1 0 0,0 1 0 0 0,0-1 0 0 0,-1 1 0 0 0,-4-3 0 0 0,7 5-57 0 0,-32-16 390 0 0,-15 7-257 0 0,46 9-177 0 0,-48 7 168 0 0,39-5-110 0 0,1 1 0 0 0,0 0 1 0 0,0 0-1 0 0,-11 6 1 0 0,18-7-57 0 0,0 0 1 0 0,0 0-1 0 0,0 1 1 0 0,0-1 0 0 0,0 1-1 0 0,1 0 1 0 0,-1 0-1 0 0,1 0 1 0 0,-1 0-1 0 0,1 0 1 0 0,0 1 0 0 0,0-1-1 0 0,0 1 1 0 0,0-1-1 0 0,0 1 1 0 0,1 0 0 0 0,-1 0-1 0 0,1 0 1 0 0,-2 5-1 0 0,-7 22 101 0 0,8-27-107 0 0,0 1-1 0 0,1-1 1 0 0,0 1 0 0 0,0 0 0 0 0,0-1-1 0 0,0 1 1 0 0,0 0 0 0 0,1 0 0 0 0,-1-1 0 0 0,1 1-1 0 0,0 0 1 0 0,1 0 0 0 0,-1 0 0 0 0,0-1 0 0 0,2 6-1 0 0,1 0 3 0 0,-1 0 0 0 0,1 0 0 0 0,1 0 0 0 0,-1-1 0 0 0,1 0 0 0 0,1 1 0 0 0,0-1 0 0 0,7 9 0 0 0,-4-8-10 0 0,1 1-1 0 0,0-2 1 0 0,1 1 0 0 0,0-1-1 0 0,0-1 1 0 0,0 0-1 0 0,1 0 1 0 0,0-1 0 0 0,1 0-1 0 0,-1-1 1 0 0,1-1 0 0 0,0 1-1 0 0,0-2 1 0 0,1 0 0 0 0,-1 0-1 0 0,1-1 1 0 0,-1-1 0 0 0,1 0-1 0 0,0-1 1 0 0,18-1-1 0 0,-17 0-1 0 0,0-1 0 0 0,0 0 0 0 0,1-1-1 0 0,-2 0 1 0 0,1-1 0 0 0,0-1 0 0 0,-1 0-1 0 0,0-1 1 0 0,0 0 0 0 0,0-1 0 0 0,-1-1-1 0 0,0 0 1 0 0,-1 0 0 0 0,1-1-1 0 0,-2-1 1 0 0,1 0 0 0 0,17-22 0 0 0,-25 28-2 0 0,0 0 0 0 0,0-1 0 0 0,0 1 1 0 0,-1-1-1 0 0,0 0 0 0 0,0 1 1 0 0,0-1-1 0 0,0 0 0 0 0,-1 0 0 0 0,0 0 1 0 0,0 0-1 0 0,0-1 0 0 0,-1 1 0 0 0,1 0 1 0 0,-1 0-1 0 0,-1 0 0 0 0,1 0 0 0 0,-1-1 1 0 0,0 1-1 0 0,0 0 0 0 0,0 0 0 0 0,-1 0 1 0 0,1 0-1 0 0,-1 0 0 0 0,-4-7 1 0 0,2 7-11 0 0,0-1 0 0 0,-1 1 0 0 0,1 0 0 0 0,-1 0 1 0 0,0 1-1 0 0,0-1 0 0 0,0 1 0 0 0,-1 0 1 0 0,1 0-1 0 0,-1 1 0 0 0,0 0 0 0 0,0 0 0 0 0,-1 0 1 0 0,1 1-1 0 0,0 0 0 0 0,-1 0 0 0 0,1 0 1 0 0,-1 1-1 0 0,-9-1 0 0 0,1 2-521 0 0,0-1 1 0 0,0 2-1 0 0,-19 2 1 0 0,-18 7-6153 0 0,34-6 3184 0 0</inkml:trace>
</inkml:ink>
</file>

<file path=ppt/ink/ink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3:16.954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0 52 0 0,'0'0'72'0'0</inkml:trace>
</inkml:ink>
</file>

<file path=ppt/ink/ink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3:21.513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2614 1053 308 0 0,'0'0'8814'0'0,"0"-6"-8576"0"0,-1-18 95 0 0,2 9-24 0 0,-1 0-1 0 0,-1-1 0 0 0,-1 1 0 0 0,0 0 0 0 0,-7-25 0 0 0,-19-47 232 0 0,-65-65-96 0 0,23 41-367 0 0,66 105-73 0 0,-14-26 7 0 0,-3 0 1 0 0,0 1-1 0 0,-48-51 0 0 0,29 45-26 0 0,29 25 11 0 0,0 1 0 0 0,0 1 0 0 0,-1 0-1 0 0,-1 1 1 0 0,0 0 0 0 0,0 1 0 0 0,-1 0 0 0 0,0 1 0 0 0,-23-9-1 0 0,-23-11 68 0 0,26 6 35 0 0,21 12-62 0 0,0 0-1 0 0,-1 2 1 0 0,0-1-1 0 0,-19-6 1 0 0,-9-6-6 0 0,41 19-23 0 0,-2 4-8 0 0,3-3 2 0 0,-5-5 3 0 0,-27-2-27 0 0,-3 2 41 0 0,0-2-1 0 0,-42-15 1 0 0,72 21-11 0 0,-6-1-12 0 0,-3-1 13 0 0,-30-8-4 0 0,12 7-4 0 0,30 4 1 0 0,-1 0-3 0 0,-7 0 19 0 0,0 0 0 0 0,1-1 0 0 0,-1 0 0 0 0,0-1 0 0 0,1 0 0 0 0,-1-1 0 0 0,-9-3 0 0 0,4 1 66 0 0,13 4-57 0 0,-55-14 102 0 0,49 12-106 0 0,-6-1-16 0 0,1 0 1 0 0,0 1 0 0 0,-1 1 0 0 0,1 0-1 0 0,-1 0 1 0 0,0 1 0 0 0,0 1 0 0 0,-13 2-1 0 0,3-1-12 0 0,1 1-1 0 0,0 1 0 0 0,0 1 1 0 0,1 1-1 0 0,-1 1 0 0 0,-36 15 1 0 0,-81 31 12 0 0,137-50-5 0 0,-113 56-21 0 0,90-42-7 0 0,-5 5-10 0 0,-12 13 37 0 0,12-10 45 0 0,-36 34 33 0 0,-25 25 76 0 0,54-40-31 0 0,-43 64 0 0 0,-26 30 461 0 0,94-121-562 0 0,2 1-1 0 0,0 0 1 0 0,1 1 0 0 0,1 0 0 0 0,0 0 0 0 0,-6 21 0 0 0,5-14-13 0 0,1 3 67 0 0,-12 52-1 0 0,10-30 38 0 0,-70 201 454 0 0,61-186-325 0 0,-32 126 215 0 0,49-162-422 0 0,1 0 0 0 0,2 1 0 0 0,1-1 0 0 0,1 0-1 0 0,7 34 1 0 0,0 16 74 0 0,21 114 36 0 0,0 7 77 0 0,-24-158-103 0 0,1 0 0 0 0,14 46 0 0 0,-15-63-74 0 0,74 371 1434 0 0,-69-339-1034 0 0,3 1-1 0 0,22 57 1 0 0,-16-56-285 0 0,3 0 0 0 0,45 82 0 0 0,93 102-62 0 0,-124-190-649 0 0,74 84 1 0 0,-82-104 512 0 0,5 5-49 0 0,50 42 0 0 0,-49-50 95 0 0,2-2-1 0 0,1 0 0 0 0,1-3 1 0 0,1-2-1 0 0,1-1 0 0 0,81 31 1 0 0,-31-21-6 0 0,152 46-4 0 0,-219-73 9 0 0,0-1-1 0 0,0-2 1 0 0,28 1 0 0 0,-3-1 17 0 0,-8-2-9 0 0,0-2 1 0 0,0-2-1 0 0,0-1 0 0 0,75-21 0 0 0,85-36 10 0 0,-89 25-56 0 0,-70 21 67 0 0,0-2 0 0 0,-2-2 0 0 0,59-37 0 0 0,-21 11-11 0 0,-55 33-14 0 0,-1-1-1 0 0,0-1 0 0 0,-1-1 0 0 0,0-1 0 0 0,28-30 0 0 0,-38 34 0 0 0,-1-1 0 0 0,0 0 1 0 0,-1 0-1 0 0,-1-1 0 0 0,0-1 0 0 0,-1 1 0 0 0,0-1 0 0 0,6-27 0 0 0,2-8 1 0 0,-3 0-1 0 0,-1-1 0 0 0,-3 0 1 0 0,2-89-1 0 0,-15-168-2 0 0,-1-48-191 0 0,3-11 109 0 0,-2 225 68 0 0,0 60-10 0 0,6-4-10 0 0,1 59 18 0 0,-1 1-1 0 0,-2-1 1 0 0,-5-36 0 0 0,3 48 19 0 0,2 0 1 0 0,0-31-1 0 0,1 32-9 0 0,0 1-1 0 0,-1-1 1 0 0,-3-14-1 0 0,-3-6 19 0 0,2 0-1 0 0,-3-61 0 0 0,4 49-64 0 0,-20-86 0 0 0,23 131 48 0 0,-4-21-9 0 0,0 0 0 0 0,-2 0 0 0 0,-1 1 0 0 0,-1 0 1 0 0,-16-29-1 0 0,17 37 1 0 0,-1 1 0 0 0,0 0 1 0 0,-19-21-1 0 0,26 32 6 0 0</inkml:trace>
</inkml:ink>
</file>

<file path=ppt/ink/ink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34.19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0 335 192,'0'0'9326,"4"-4"-9020,11-9 5,1 0 0,1 1 0,0 1 0,1 0 0,33-14 0,12-8 27,201-106 508,-243 128-787,0 0 1,34-25 0,-54 36-72,4-1-200,1 0-1,0 0 0,-1-1 0,1 1 1,-1-1-1,8-4 0,-11 5-341,10 0-627</inkml:trace>
</inkml:ink>
</file>

<file path=ppt/ink/ink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34.54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162 0 616,'0'0'3998,"-3"7"-3282,-35 67 1609,14-29-1093,2 0 1,2 2 0,2 0-1,-12 53 1,28-94-1058,0 1-1,1 0 1,0 0 0,1 0 0,-1 0-1,1 0 1,2 14 0,-1-18-176,0-1-1,0 0 1,0 0 0,1 0 0,-1 1 0,0-1-1,1 0 1,0-1 0,-1 1 0,1 0 0,0 0-1,0-1 1,0 1 0,0-1 0,0 0 0,1 1-1,-1-1 1,0 0 0,1 0 0,-1-1 0,0 1-1,1 0 1,-1-1 0,1 1 0,-1-1 0,4 0-1,5 2-489,1-1-1,-1-1 1,1 0-1,14-1 0,22-8-6351,-29 6 3533</inkml:trace>
</inkml:ink>
</file>

<file path=ppt/ink/ink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35.2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0 40,'0'3'7152,"5"21"-6823,16 46 1440,-13-44-1190,0 1 0,22 44-1,-18-42-265,7 12 576,-18-39-386,12-38-205,-10 28-219,1 1-1,-2-1 0,1-1 0,2-15 0,-4 10-40,3-27-11,9-40 1,-12 74 330,-1 6-686,0 0 1,0-1-1,0 1 1,0 0-1,1 0 0,-1 0 1,0 0-1,1 0 0,-1 0 1,1 0-1,-1 0 1,1 0-1,-1 0 0,1 0 1,-1 0-1,1 0 1,0 0-1,0 0 0,0 0 1,-1 1-1,1-1 0,0 0 1,0 0-1,0 1 1,0-1-1,0 1 0,2-1 1</inkml:trace>
</inkml:ink>
</file>

<file path=ppt/ink/ink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35.55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12 78 216,'23'-26'4084,"-21"24"-3802,0 0 0,0-1 0,0 0 0,-1 1 0,1-1 0,-1 0 0,1 0 0,-1 0 0,0 0 0,0 0 0,-1 0 0,1 0 0,-1 0 0,1 0 0,-1-5-1,0 6 684,-3 2-875,1 0 1,0 0 0,0 1 0,0-1 0,0 0-1,0 1 1,0-1 0,0 1 0,0 0 0,0 0 0,0 0-1,0 0 1,0 0 0,1 0 0,-1 0 0,0 0 0,1 1-1,-1-1 1,1 1 0,-1-1 0,1 1 0,-2 2-1,1 0-24,1-1 0,-1 0-1,1 1 1,0-1-1,0 1 1,0-1 0,1 1-1,-1 0 1,1-1-1,0 1 1,0 0 0,0-1-1,1 1 1,0 4 0,0-5-140,0 1 1,0-1 0,0 0-1,0 1 1,1-1 0,-1 0 0,1 0-1,0 0 1,0 0 0,0 0-1,0-1 1,1 1 0,-1-1 0,1 1-1,0-1 1,-1 0 0,1 0 0,5 3-1,-4-4-483,-1 1-1,1-1 1,-1 1-1,1-1 1,-1 0-1,1 0 1,0-1-1,0 1 1,0-1-1,-1 0 1,1 0 0,4 0-1,6-2-1811</inkml:trace>
</inkml:ink>
</file>

<file path=ppt/ink/ink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3:35.96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1 346 100 0 0,'0'0'885'0'0,"3"-9"1216"0"0,-3 9-2017 0 0,0 0 0 0 0,0-1 0 0 0,0 1 0 0 0,0 0 0 0 0,0 0-1 0 0,0 0 1 0 0,0 0 0 0 0,0-1 0 0 0,0 1 0 0 0,0 0 0 0 0,0 0 0 0 0,0 0 0 0 0,0 0 0 0 0,0-1 0 0 0,0 1-1 0 0,0 0 1 0 0,0 0 0 0 0,0 0 0 0 0,0 0 0 0 0,0 0 0 0 0,1-1 0 0 0,-1 1 0 0 0,0 0 0 0 0,0 0 0 0 0,0 0-1 0 0,0 0 1 0 0,0 0 0 0 0,0 0 0 0 0,1 0 0 0 0,-1-1 0 0 0,0 1 0 0 0,0 0 0 0 0,0 0 0 0 0,0 0 0 0 0,0 0-1 0 0,1 0 1 0 0,-1 0 0 0 0,0 0 0 0 0,0 0 0 0 0,0 0 0 0 0,0 0 0 0 0,1 0 0 0 0,-1 0 0 0 0,0 0-1 0 0,0 0 1 0 0,0 0 0 0 0,0 0 0 0 0,1 0 0 0 0,-1 0 0 0 0,0 0 0 0 0,0 0 0 0 0,0 0 0 0 0,0 0 0 0 0,1 0-1 0 0,-1 1 1 0 0,0-1 0 0 0,0 0 0 0 0,0 0 0 0 0,3 5 13 0 0,-1 0-1 0 0,1-1 1 0 0,1 1 0 0 0,-1-1-1 0 0,0 0 1 0 0,1 0 0 0 0,0 0-1 0 0,0 0 1 0 0,0 0 0 0 0,1-1 0 0 0,-1 0-1 0 0,1 0 1 0 0,-1 0 0 0 0,1-1-1 0 0,0 1 1 0 0,0-1 0 0 0,0 0-1 0 0,1-1 1 0 0,-1 1 0 0 0,0-1-1 0 0,1 0 1 0 0,6 0 0 0 0,-10-1-93 0 0,1-1 0 0 0,0 1 1 0 0,0-1-1 0 0,-1 0 1 0 0,1 0-1 0 0,0 0 1 0 0,-1-1-1 0 0,1 1 0 0 0,-1 0 1 0 0,0-1-1 0 0,1 0 1 0 0,-1 1-1 0 0,0-1 1 0 0,0 0-1 0 0,0 0 0 0 0,0 0 1 0 0,0 0-1 0 0,-1-1 1 0 0,3-2-1 0 0,23-46 29 0 0,-21 32 70 0 0,-1 0 0 0 0,0-1 0 0 0,-2 1-1 0 0,0-1 1 0 0,-1 0 0 0 0,-1 0 0 0 0,-1 0 0 0 0,0 0 0 0 0,-2 0 0 0 0,-5-24-1 0 0,6 33 82 0 0,-8-32 1453 0 0,1 20-532 0 0,7 21 182 0 0,1 9-1007 0 0,-1 14-8 0 0,1-1 0 0 0,2 1 0 0 0,4 25 0 0 0,0-18-76 0 0,38 119 211 0 0,-40-135-859 0 0,0 1 1 0 0,-1 0-1 0 0,3 21 1 0 0,-4 15-3660 0 0,-6-37-2300 0 0</inkml:trace>
</inkml:ink>
</file>

<file path=ppt/ink/ink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36.48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0 244 56,'0'0'1423,"38"-13"1612,-30 10-2681,13-2 366,-1-2 0,0-1 0,-1 0-1,0-1 1,0-2 0,-1 1 0,20-17-1,-23 15 1039,-10 14-650,-9 22-373,1-13-803,3-9 125,0-1-47,0 0 0,0 0 0,0 0 0,0-1 0,0 1 0,0 0 0,0 0 0,0 0 0,1 0-1,-1 0 1,0 0 0,1 0 0,-1 0 0,1 0 0,-1-1 0,1 1 0,-1 0 0,1 0 0,0-1 0,-1 1 0,1 0 0,0-1 0,-1 1 0,1-1 0,0 1 0,1 0 0,6-2 1,0 0 0,0-1 0,0 0 0,0 0 0,0 0 0,0-1 0,-1-1 0,13-6 0,-14 6-41,0 0 0,0 1-1,0 0 1,1 0-1,-1 1 1,1 0-1,0 0 1,-1 1 0,1-1-1,0 1 1,0 1-1,0 0 1,12 0 0,33 22-60,-49-22 98,-1-1-2,2-1-4,0 0 1,0 0-1,0 0 0,0 0 0,-1-1 0,1 1 0,-1-1 0,1 0 0,-1 0 0,0 0 1,0 0-1,-1-1 0,1 1 0,-1-1 0,3-4 0,2-3-2,5-5-144,18-29-1271,-17 17-5661,-10 19 3990</inkml:trace>
</inkml:ink>
</file>

<file path=ppt/ink/ink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3:37.53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68 221 800 0 0,'-1'-10'1050'0'0,"-3"-13"6145"0"0,4 23-7102 0 0,0 0 0 0 0,0-1-1 0 0,-1 1 1 0 0,1-1 0 0 0,-1 1 0 0 0,1-1 0 0 0,0 1 0 0 0,-1 0-1 0 0,1-1 1 0 0,-1 1 0 0 0,1 0 0 0 0,-1 0 0 0 0,1-1 0 0 0,-1 1 0 0 0,1 0-1 0 0,-1 0 1 0 0,1 0 0 0 0,-1 0 0 0 0,0-1 0 0 0,1 1 0 0 0,-1 0-1 0 0,1 0 1 0 0,-1 0 0 0 0,1 0 0 0 0,-1 0 0 0 0,1 0 0 0 0,-1 1 0 0 0,0-1-1 0 0,1 0 1 0 0,-1 0 0 0 0,-2 1 254 0 0,-32 38 1565 0 0,34-37-1873 0 0,0-1 0 0 0,0 0 0 0 0,0 1 0 0 0,0-1 0 0 0,0 0 0 0 0,1 1 0 0 0,-1-1 0 0 0,0 1 0 0 0,1 0 0 0 0,-1-1 0 0 0,1 1 0 0 0,0-1 0 0 0,-1 1 0 0 0,1 0 0 0 0,0-1 0 0 0,0 1 0 0 0,0 0 0 0 0,0-1 0 0 0,0 1 0 0 0,1 0 0 0 0,-1-1 0 0 0,0 1 0 0 0,1-1 0 0 0,-1 1 0 0 0,1-1 0 0 0,0 1 0 0 0,-1-1 0 0 0,1 1 0 0 0,0-1-1 0 0,0 1 1 0 0,0-1 0 0 0,0 0 0 0 0,2 2 0 0 0,-2-2 18 0 0,21-2 66 0 0,-7-5-243 0 0,0-1 0 0 0,0 0 0 0 0,-1-1-1 0 0,0-1 1 0 0,0 0 0 0 0,-1-1 0 0 0,20-18-1 0 0,-8 4-143 0 0,-2-1-1 0 0,38-51 0 0 0,-46 53 201 0 0,16-20 366 0 0,-16 76-273 0 0,-4 17-310 0 0,-2 1 0 0 0,-2 0 1 0 0,-2 0-1 0 0,-2 1 0 0 0,-6 74 0 0 0,1-104-42 0 0,0-1-1 0 0,-11 39 1 0 0,12-54 314 0 0,-1-1 1 0 0,0 1-1 0 0,0 0 0 0 0,-1 0 1 0 0,1-1-1 0 0,-1 0 1 0 0,-1 1-1 0 0,1-1 0 0 0,-1 0 1 0 0,0-1-1 0 0,0 1 1 0 0,0-1-1 0 0,-1 1 0 0 0,-5 3 1 0 0,9-8 41 0 0,-1 0 1 0 0,0 1-1 0 0,1-1 0 0 0,-1 0 1 0 0,0-1-1 0 0,1 1 1 0 0,-1 0-1 0 0,0 0 1 0 0,1-1-1 0 0,-1 1 1 0 0,1-1-1 0 0,-1 1 0 0 0,0-1 1 0 0,1 0-1 0 0,0 0 1 0 0,-1 1-1 0 0,1-1 1 0 0,-1 0-1 0 0,1 0 1 0 0,0 0-1 0 0,0-1 0 0 0,-1 1 1 0 0,1 0-1 0 0,0 0 1 0 0,0-1-1 0 0,0 1 1 0 0,1-1-1 0 0,-1 1 1 0 0,0 0-1 0 0,-1-3 0 0 0,-5-23 216 0 0,6 18-232 0 0,1 0 0 0 0,0-1 0 0 0,1 1 0 0 0,-1 0 0 0 0,2 0 0 0 0,-1 0 1 0 0,1 0-1 0 0,1 0 0 0 0,0 1 0 0 0,5-12 0 0 0,19-27-1614 0 0,-3 23-4132 0 0,-13 18 2600 0 0</inkml:trace>
</inkml:ink>
</file>

<file path=ppt/ink/ink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38.86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 37 524,'-2'-23'4400,"1"9"4277,22 110-7398,-17-66-995,2-1 0,1 0 0,1 0 0,18 40 0,-22-65-255,-1 0 0,1 1 1,0-1-1,1-1 0,-1 1 0,1-1 0,-1 1 0,1-1 0,0-1 0,0 1 0,8 2 1,-11-5-22,-1 1 1,1-1-1,0 0 1,0 0-1,0 0 1,0 0-1,-1-1 1,1 1-1,0 0 1,0-1-1,0 1 1,-1-1 0,1 0-1,0 1 1,-1-1-1,1 0 1,-1 0-1,3-1 1,23-21 65,-24 19-66,0 0 1,0 0-1,-1 0 1,0 0-1,0-1 1,0 1-1,-1-1 1,1 1-1,-1-1 1,0 0-1,0 1 1,-1-1-1,0 0 1,0-6 0,1 10-13,-1 0 0,0 0 0,0 0 0,-1 0 0,1 1 0,0-1 0,0 0 1,0 0-1,0 1 0,-1-1 0,1 0 0,0 0 0,-1 1 0,1-1 0,0 0 1,-1 1-1,1-1 0,-1 0 0,1 1 0,-1-1 0,0 1 0,1-1 1,-1 1-1,0-1 0,0 0 0,-6 19-27,6-11 33,1 0-1,-1 0 1,1 0-1,1 0 1,-1 0-1,1-1 1,3 11-1,-3-13-2,0 0 0,1-1-1,0 1 1,0 0 0,0-1-1,0 0 1,1 1 0,-1-1 0,1 0-1,0 0 1,0 0 0,0-1-1,0 1 1,1-1 0,-1 1 0,1-1-1,-1 0 1,1 0 0,0-1-1,-1 1 1,1-1 0,0 0 0,0 0-1,0 0 1,6 0 0,-4-1-37,-1-1 1,1 1 0,-1-1-1,1 0 1,-1 0-1,1-1 1,-1 0 0,0 0-1,0 0 1,0-1 0,0 1-1,0-1 1,0 0 0,-1-1-1,1 1 1,-1-1 0,0 0-1,5-6 1,6-9-106,-1 0 0,15-29-1,-28 46 122,0 2-16,-1-1 33,1 1-1,-1 0 1,1 0-1,0 0 1,-1 0-1,1 0 1,-1 0-1,1-1 1,0 1-1,-1 1 1,1-1-1,0 0 1,-1 0-1,1 0 1,-1 0 0,1 0-1,0 1 1,-1-1-1,1 0 1,-1 0-1,1 1 1,-1-1-1,1 0 1,-1 1-1,1-1 1,-1 1-1,1-1 1,-1 0-1,1 1 1,-1-1-1,0 1 1,1 0-1,16 31-38,-14-26 30,-3-5 28,2 0-8,0-1-1,0 1 1,-1-1-1,1 0 1,0 1 0,0-1-1,0 0 1,-1 0-1,1 0 1,0-1 0,0 1-1,0 0 1,-1-1-1,1 1 1,0-1 0,-1 0-1,1 1 1,0-1-1,-1 0 1,1 0 0,-1 0-1,1 0 1,-1 0-1,1-1 1,-1 1-1,0 0 1,0-1 0,2-1-1,0 0-5,-1 1 2,6-3-256,-6 4 188,-1 0-1,1 0 1,-1 0-1,1 0 1,0 0 0,0 0-1,-1 0 1,1 1-1,0-1 1,0 0 0,3 0-1,14 2-1853,-10-1 1025,0 1-1,0-2 1,0 1 0,0-1 0,1-1 0,8-2 0,-16 4 895,0-1 0,0 1 0,0-1 0,0 0 0,0 1 1,0-1-1,-1 0 0,1 0 0,0 0 0,-1 0 0,1-1 0,-1 1 1,1 0-1,-1-1 0,0 1 0,1-1 0,-1 1 0,0-1 1,0 0-1,2-3 0,-3 4 325,8-23 7627,-11 68-7228,2-1 1,8 69 0,0-13-139,-3-21-65,-1-3-738,-2-25-5181,19-122-1777,-17 46 4285</inkml:trace>
</inkml:ink>
</file>

<file path=ppt/ink/ink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39.4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43 812,'1'-8'12007,"22"52"-10194,35 89 1,-48-108-1692,-5-11-1020,1 0 0,-2 1 0,0-1 0,4 31 0,-8-44 275,-3-5-2901,-6-15 3224,7 15 95,1-29 97,4 26 135,1 1 0,0-1 0,0 1 0,0 0 1,1 0-1,0 0 0,0 1 0,0-1 0,1 1 0,7-4 0,30-34 299,-36 34-16,0 0 0,-1 0 0,0-1 1,-1 0-1,0 0 0,0 0 0,-1-1 0,0 0 0,-1 1 0,0-1 0,-1-1 1,0 1-1,0-14 0,-2 23 56,-1-6 38,0 8-360,1 0 1,0 0-1,0 0 1,0 0-1,0 0 1,0 1-1,0-1 0,0 0 1,0 0-1,0 0 1,0 0-1,0 0 1,0 0-1,-1 0 1,1 0-1,0 0 0,0 0 1,0 0-1,0 0 1,0 0-1,0 0 1,0 0-1,0 0 1,0 0-1,-1 0 0,1 0 1,0 0-1,0 0 1,0 0-1,0 0 1,0 0-1,0 0 1,0 0-1,0 0 0,0-1 1,0 1-1,0 0 1,-1 0-1,1 0 1,0 0-1,-2 9 17,1 0 0,0-1 0,0 1 1,1 0-1,0 0 0,0 0 0,1 0 0,0-1 0,0 1 1,4 10-1,-4-15-39,0 0 0,1 0 0,-1 0 0,1 0 1,0-1-1,0 1 0,0 0 0,1-1 0,-1 0 1,1 1-1,0-1 0,0 0 0,0 0 0,0-1 0,0 1 1,1-1-1,-1 1 0,1-1 0,0 0 0,0 0 1,-1-1-1,1 1 0,0-1 0,0 0 0,7 1 0,49-8-395,-34 1-9608</inkml:trace>
</inkml:ink>
</file>

<file path=ppt/ink/ink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3:40.22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7 44,'7'-6'15035,"-1"15"-14661,-1 0 0,1 0 1,-1 1-1,-1 0 0,0 0 0,0 0 1,-1 0-1,-1 1 0,1-1 0,0 13 1,1 17 371,0 55 1,-8-44-437,4-49-330,29 13-1315,-6-18-347,-1 0-1,0-2 1,33-11 0,-54 16 1611,0-1-1,0 0 1,1 0-1,-1 0 0,0 0 1,0-1-1,0 1 1,0 0-1,0 0 1,0-1-1,-1 1 1,1 0-1,0-1 0,-1 1 1,1-1-1,-1 1 1,1-1-1,-1 1 1,0-1-1,1 1 0,-1-1 1,0 0-1,0 1 1,0-1-1,0 1 1,-1-1-1,1 1 1,0-1-1,-1 1 0,0-3 1,-15-40 1413,15 42-1062,2 23 5641,11 83-4623,-7-81-1545,-1 0 0,-1 0-1,-1 1 1,-1 0-1,-1-1 1,-1 1-1,-7 39 1,1-28-3032,-1-1 0,-17 44 0,6-31-1067</inkml:trace>
</inkml:ink>
</file>

<file path=ppt/ink/ink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30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0 107 128 0 0,'0'0'1790'0'0,"2"4"-1590"0"0,0-2-77 0 0,0 1 0 0 0,1 0 0 0 0,-1-1 0 0 0,1 1 1 0 0,-1-1-1 0 0,1 0 0 0 0,0 0 0 0 0,0 0 1 0 0,0 0-1 0 0,0 0 0 0 0,0-1 0 0 0,0 1 1 0 0,0-1-1 0 0,1 0 0 0 0,-1 0 0 0 0,6 1 0 0 0,62 3 430 0 0,-63-5-540 0 0,255 16 405 0 0,-195-13-375 0 0,1-2 1 0 0,87-10-1 0 0,79 1 46 0 0,58 11-85 0 0,-227-3 1 0 0,232-18 173 0 0,-80 2 206 0 0,-12 5-215 0 0,198-5 75 0 0,-2 2 469 0 0,-136 1-385 0 0,363-9 1019 0 0,-521 18-1238 0 0,379 1 237 0 0,419 22 582 0 0,-550-24-751 0 0,132 1 18 0 0,-211 5-151 0 0,130 4 23 0 0,133 6-33 0 0,-304-9-30 0 0,1000 14 619 0 0,-247-7 9 0 0,-878-8-575 0 0,1267-16 423 0 0,-5-50 248 0 0,-795 54-537 0 0,-339 10-178 0 0,495 3 39 0 0,-222 2-31 0 0,404-5 70 0 0,-503 0 6 0 0,-207 2 15 0 0,391 4 328 0 0,191 0 114 0 0,502 4-50 0 0,732 35-25 0 0,-732 4-11 0 0,-310-29 196 0 0,-608-16-286 0 0,537 8 86 0 0,-216 0-347 0 0,-47 8-73 0 0,-251-3-22 0 0,-390-16-22 0 0,332 1 630 0 0,-260 6 179 0 0,-74-7-614 0 0,12 1 221 0 0,-10-1-242 0 0,-12 0-1024 0 0,-53 0-762 0 0,-68-2-7902 0 0,78-2 4920 0 0</inkml:trace>
</inkml:ink>
</file>

<file path=ppt/ink/ink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32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20 72 0 0,'0'0'2248'0'0,"1"-20"5460"0"0,-30 303-5005 0 0,25-146-1847 0 0,4-135-838 0 0,0-8-4287 0 0,0-2 3774 0 0,0-4-103 0 0,0-5-2926 0 0,0 3 869 0 0</inkml:trace>
</inkml:ink>
</file>

<file path=ppt/ink/ink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33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1 121 144 0 0,'5'-48'5166'0'0,"-3"43"-5013"0"0,1 1 0 0 0,-1 1 0 0 0,1-1 0 0 0,0 0 0 0 0,0 1 0 0 0,1-1 0 0 0,-1 1 0 0 0,1 0 0 0 0,-1 0 0 0 0,1 0 0 0 0,0 1 0 0 0,0-1-1 0 0,0 1 1 0 0,1 0 0 0 0,-1 0 0 0 0,0 0 0 0 0,7-1 0 0 0,4-1 38 0 0,-1 0-1 0 0,1 1 1 0 0,30-3-1 0 0,-41 5-166 0 0,0 1 0 0 0,0 0-1 0 0,1 0 1 0 0,-1 1 0 0 0,0-1-1 0 0,0 1 1 0 0,0 0 0 0 0,0 0-1 0 0,0 0 1 0 0,0 0-1 0 0,0 1 1 0 0,-1 0 0 0 0,1-1-1 0 0,0 1 1 0 0,-1 1 0 0 0,1-1-1 0 0,-1 0 1 0 0,0 1-1 0 0,0 0 1 0 0,0 0 0 0 0,0 0-1 0 0,0 0 1 0 0,-1 0 0 0 0,0 0-1 0 0,1 1 1 0 0,-1 0 0 0 0,0-1-1 0 0,0 1 1 0 0,-1 0-1 0 0,1 0 1 0 0,-1-1 0 0 0,1 8-1 0 0,1-1 64 0 0,-2 0 0 0 0,0 1 0 0 0,0 0 0 0 0,0-1 0 0 0,-2 1-1 0 0,1-1 1 0 0,-1 1 0 0 0,-1 0 0 0 0,0-1 0 0 0,0 0 0 0 0,-7 17 0 0 0,8-25-69 0 0,0 1 0 0 0,0 0 0 0 0,0-1 0 0 0,0 1 0 0 0,1 0 0 0 0,-1 0 0 0 0,1-1 1 0 0,0 1-1 0 0,0 0 0 0 0,0 0 0 0 0,0 0 0 0 0,0 0 0 0 0,0-1 0 0 0,1 1 0 0 0,-1 0 0 0 0,1 0 1 0 0,0-1-1 0 0,0 1 0 0 0,0 0 0 0 0,0-1 0 0 0,0 1 0 0 0,1-1 0 0 0,-1 0 0 0 0,1 1 0 0 0,0-1 0 0 0,0 0 1 0 0,-1 0-1 0 0,1 0 0 0 0,1 0 0 0 0,-1 0 0 0 0,0 0 0 0 0,4 2 0 0 0,18 19 33 0 0,-21-19-43 0 0,1 0-1 0 0,-1 0 1 0 0,1 0-1 0 0,-1 1 0 0 0,-1-1 1 0 0,1 1-1 0 0,0 0 1 0 0,-1 0-1 0 0,0 0 0 0 0,0 0 1 0 0,-1 0-1 0 0,1 0 1 0 0,-1 0-1 0 0,0 0 0 0 0,-1 1 1 0 0,1-1-1 0 0,-1 0 1 0 0,0 1-1 0 0,0-1 0 0 0,-1 0 1 0 0,0 0-1 0 0,1 1 1 0 0,-2-1-1 0 0,1 0 0 0 0,-1 0 1 0 0,0 0-1 0 0,0 0 1 0 0,0 0-1 0 0,0 0 0 0 0,-1-1 1 0 0,0 1-1 0 0,0-1 1 0 0,0 0-1 0 0,-1 0 0 0 0,1 0 1 0 0,-1 0-1 0 0,0 0 1 0 0,0-1-1 0 0,0 0 0 0 0,-1 0 1 0 0,1 0-1 0 0,-1 0 1 0 0,0-1-1 0 0,1 0 1 0 0,-1 1-1 0 0,0-2 0 0 0,-9 3 1 0 0,1 0 176 0 0,0-1-1 0 0,-1 0 1 0 0,0 0 0 0 0,1-2 0 0 0,-25 1 0 0 0,34-2-135 0 0,0-1 0 0 0,0 1-1 0 0,0-1 1 0 0,0 0 0 0 0,0 0 0 0 0,0 0 0 0 0,0 0 0 0 0,1-1 0 0 0,-1 1-1 0 0,0-1 1 0 0,1 0 0 0 0,-1 0 0 0 0,1 0 0 0 0,0-1 0 0 0,0 1-1 0 0,0-1 1 0 0,0 0 0 0 0,0 0 0 0 0,0 0 0 0 0,1 0 0 0 0,0 0 0 0 0,-1-1-1 0 0,-1-4 1 0 0,3 6-73 0 0,1 1 0 0 0,-1-1 0 0 0,1 1 0 0 0,-1-1 0 0 0,1 0 0 0 0,0 1 1 0 0,0-1-1 0 0,0 1 0 0 0,0-1 0 0 0,0 1 0 0 0,0-1 0 0 0,1 0 0 0 0,-1 1 0 0 0,0-1 0 0 0,1 1 0 0 0,-1-1 0 0 0,1 1 0 0 0,0-1 0 0 0,-1 1 0 0 0,1 0 0 0 0,0-1 0 0 0,0 1 0 0 0,0 0 0 0 0,0 0 0 0 0,0-1 0 0 0,0 1 0 0 0,2-2 0 0 0,-2 2-542 0 0,1 0-1 0 0,-1 0 0 0 0,0 0 0 0 0,1 0 1 0 0,-1 0-1 0 0,1 0 0 0 0,-1 0 1 0 0,1 1-1 0 0,-1-1 0 0 0,1 1 1 0 0,0-1-1 0 0,-1 1 0 0 0,1-1 0 0 0,2 1 1 0 0</inkml:trace>
</inkml:ink>
</file>

<file path=ppt/ink/ink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35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51 317 376 0 0,'0'0'707'0'0,"7"-15"2563"0"0,-6 5 4506 0 0,-6 15-7670 0 0,-1 1 0 0 0,1 0 0 0 0,0 1 0 0 0,0-1-1 0 0,1 1 1 0 0,-1 0 0 0 0,2 0 0 0 0,-1 0 0 0 0,1 0 0 0 0,0 1 0 0 0,0-1 0 0 0,1 1 0 0 0,0 0-1 0 0,-1 15 1 0 0,3-22-95 0 0,0 1-1 0 0,-1-1 1 0 0,2 0-1 0 0,-1 0 1 0 0,0 0-1 0 0,0 0 1 0 0,0 0-1 0 0,0 0 1 0 0,1 0-1 0 0,-1 0 1 0 0,0 0-1 0 0,1 0 1 0 0,-1 0-1 0 0,1 0 1 0 0,0 0-1 0 0,-1 0 1 0 0,1 0-1 0 0,0 0 1 0 0,-1 0-1 0 0,1 0 1 0 0,0 0-1 0 0,0-1 1 0 0,0 1-1 0 0,-1 0 1 0 0,1-1-1 0 0,0 1 1 0 0,0-1-1 0 0,2 2 1 0 0,-1-2 59 0 0,2-2-42 0 0,4-4 2 0 0,0 1 0 0 0,0-2 0 0 0,0 1 0 0 0,-1-1 0 0 0,0 0 0 0 0,7-9 0 0 0,20-21-7 0 0,-33 36-35 0 0,8 1-42 0 0,-7-1 52 0 0,-1 1 0 0 0,0 0 0 0 0,1 0 0 0 0,-1 0 0 0 0,0 0 0 0 0,1 0 0 0 0,-1 1 0 0 0,0-1 0 0 0,1 0 0 0 0,-1 0 0 0 0,0 1 0 0 0,1-1 0 0 0,-1 1 0 0 0,0 0 0 0 0,0-1 0 0 0,0 1 0 0 0,1 0 0 0 0,-1-1 0 0 0,0 1 0 0 0,1 1 0 0 0,1 0 3 0 0,0 0 0 0 0,1 0 0 0 0,0 0 0 0 0,-1-1 0 0 0,1 1 0 0 0,0-1 0 0 0,-1 0 0 0 0,1 0 0 0 0,0 0 0 0 0,0 0 0 0 0,0-1 0 0 0,0 0 0 0 0,0 0 0 0 0,0 0 0 0 0,0 0 0 0 0,0-1 0 0 0,0 1 0 0 0,0-1-1 0 0,0 0 1 0 0,-1 0 0 0 0,1 0 0 0 0,0-1 0 0 0,-1 0 0 0 0,1 1 0 0 0,6-5 0 0 0,-4 2 6 0 0,1 0 0 0 0,0-1 0 0 0,-1 1 0 0 0,0-1 0 0 0,0 0 0 0 0,-1-1 0 0 0,1 0 0 0 0,-1 0 0 0 0,0 0 0 0 0,-1 0 0 0 0,6-10 0 0 0,5-15-4 0 0,-9 20-2 0 0,-1 0 0 0 0,0 0 0 0 0,0 0-1 0 0,-1-1 1 0 0,-1 0 0 0 0,0 1 0 0 0,-1-1 0 0 0,0-1-1 0 0,0-12 1 0 0,-1 15 4 0 0,-2-22-25 0 0,-6 30 0 0 0,-6 15 5 0 0,10-7 16 0 0,0 1-1 0 0,1-1 0 0 0,-1 0 1 0 0,2 1-1 0 0,-1-1 0 0 0,1 1 1 0 0,-1 0-1 0 0,2-1 0 0 0,-1 1 1 0 0,1 11-1 0 0,-1 3 16 0 0,1 0-11 0 0,1 0 0 0 0,0 0-1 0 0,2 0 1 0 0,0 0 0 0 0,2 0 0 0 0,0-1 0 0 0,1 0 0 0 0,1 0 0 0 0,1-1 0 0 0,1 1 0 0 0,16 24 0 0 0,-24-42-3 0 0,0 0 0 0 0,-1-1-1 0 0,1 0 0 0 0,0 0 0 0 0,0 1 0 0 0,0-1 0 0 0,1 0 0 0 0,-1 0 0 0 0,0 0 0 0 0,0 0 1 0 0,1 0-1 0 0,-1 0 0 0 0,0-1 0 0 0,1 1 0 0 0,-1 0 0 0 0,1-1 0 0 0,-1 1 0 0 0,1-1 0 0 0,-1 1 1 0 0,1-1-1 0 0,-1 0 0 0 0,1 0 0 0 0,0 0 0 0 0,-1 0 0 0 0,1 0 0 0 0,1 0 0 0 0,2 0 2 0 0,0-1 0 0 0,0 1-1 0 0,0-1 1 0 0,0 0-1 0 0,0-1 1 0 0,0 1 0 0 0,0-1-1 0 0,0 0 1 0 0,-1 0-1 0 0,1 0 1 0 0,-1-1 0 0 0,1 0-1 0 0,-1 1 1 0 0,0-2-1 0 0,0 1 1 0 0,0 0 0 0 0,-1-1-1 0 0,1 0 1 0 0,-1 0-1 0 0,0 0 1 0 0,0 0 0 0 0,3-6-1 0 0,6-8-3 0 0,-2-1 0 0 0,0 1 0 0 0,-1-2 1 0 0,6-21-1 0 0,-1-1 20 0 0,-2-1 1 0 0,-3-1 0 0 0,6-53 0 0 0,-15 55 73 0 0,0 42-89 0 0,-1 0 0 0 0,1 0 0 0 0,0 0 0 0 0,0 0 0 0 0,0 0 0 0 0,0 0 0 0 0,0 0 0 0 0,0 0 0 0 0,0 0 0 0 0,0 0 0 0 0,0 0 0 0 0,0 0 0 0 0,-1 0 0 0 0,1 0 0 0 0,0 0 0 0 0,0 0 0 0 0,0-1 0 0 0,0 1 0 0 0,0 0 0 0 0,0 0 0 0 0,0 0 0 0 0,0 0 0 0 0,0 0 0 0 0,0 0 0 0 0,0 0 0 0 0,0 0 0 0 0,0 0 0 0 0,0 0 0 0 0,-1 0 0 0 0,1 0 0 0 0,0 0 0 0 0,0-1 0 0 0,0 1 0 0 0,0 0 0 0 0,-5 17 21 0 0,-3 23-22 0 0,6-13 2 0 0,2-1 0 0 0,1 1 0 0 0,1-1 0 0 0,1 1 0 0 0,2-1 0 0 0,0 0 0 0 0,16 42 0 0 0,-21-65-1 0 0,1 0-1 0 0,1 0 1 0 0,-1 0 0 0 0,0-1 0 0 0,1 1 0 0 0,-1 0 0 0 0,1 0-1 0 0,0-1 1 0 0,0 1 0 0 0,0-1 0 0 0,0 0 0 0 0,1 1 0 0 0,-1-1-1 0 0,1 0 1 0 0,-1 0 0 0 0,1-1 0 0 0,-1 1 0 0 0,1 0 0 0 0,0-1 0 0 0,0 0-1 0 0,0 0 1 0 0,0 0 0 0 0,0 0 0 0 0,0 0 0 0 0,6 1 0 0 0,-2-2 2 0 0,-1-1-1 0 0,1 1 1 0 0,-1-1 0 0 0,1-1 0 0 0,-1 1 0 0 0,0-1 0 0 0,0 0 0 0 0,1 0 0 0 0,-1-1 0 0 0,-1 1 0 0 0,1-2 0 0 0,0 1-1 0 0,8-6 1 0 0,1-2 1 0 0,1-1 0 0 0,-2 0 0 0 0,1 0-1 0 0,-2-2 1 0 0,0 1 0 0 0,0-2 0 0 0,-1 0-1 0 0,-1 0 1 0 0,-1-1 0 0 0,0-1 0 0 0,-1 1-1 0 0,-1-1 1 0 0,0-1 0 0 0,-1 0 0 0 0,5-21-1 0 0,-12 20 7 0 0,-5-31 38 0 0,-5 16 6 0 0,10 32-48 0 0,-3 7-1 0 0,-4 13 15 0 0,0 1 0 0 0,1 0 0 0 0,1 0 0 0 0,1 0-1 0 0,0 1 1 0 0,2 0 0 0 0,-1 20 0 0 0,2 12-9 0 0,10 80 0 0 0,-9-128-9 0 0,0 0-1 0 0,1 0 0 0 0,0 0 1 0 0,0 0-1 0 0,0 0 1 0 0,0-1-1 0 0,1 1 1 0 0,-1 0-1 0 0,1-1 1 0 0,0 1-1 0 0,0-1 1 0 0,0 0-1 0 0,1 1 1 0 0,-1-1-1 0 0,1 0 1 0 0,0 0-1 0 0,-1-1 0 0 0,7 5 1 0 0,-4-4-4 0 0,1 0 1 0 0,-1 0-1 0 0,0-1 1 0 0,1 0-1 0 0,0-1 1 0 0,-1 1-1 0 0,1-1 1 0 0,0 0-1 0 0,0 0 1 0 0,0-1-1 0 0,8 0 1 0 0,3-1-4 0 0,-1 0 0 0 0,1-2 0 0 0,-1 0 0 0 0,0-1 0 0 0,0 0 0 0 0,0-2 0 0 0,29-13 0 0 0,-33 11 12 0 0,-1 1 0 0 0,0-2 0 0 0,0 0 0 0 0,-1 0 0 0 0,0 0 0 0 0,17-23 0 0 0,-26 31-8 0 0,0-1 0 0 0,1 1-1 0 0,-1-1 1 0 0,0 1-1 0 0,0-1 1 0 0,0 0 0 0 0,0 1-1 0 0,-1-1 1 0 0,1 0-1 0 0,0 0 1 0 0,-1 0 0 0 0,1 0-1 0 0,-1 1 1 0 0,0-1-1 0 0,1 0 1 0 0,-1 0 0 0 0,0 0-1 0 0,0 0 1 0 0,0 0-1 0 0,-1 0 1 0 0,1 0 0 0 0,0 0-1 0 0,-1 1 1 0 0,1-1-1 0 0,-1 0 1 0 0,0 0 0 0 0,1 0-1 0 0,-1 1 1 0 0,0-1-1 0 0,0 0 1 0 0,0 1-1 0 0,-2-3 1 0 0,1 2 10 0 0,-16 4 100 0 0,16-1-105 0 0,0 0 0 0 0,0 0 0 0 0,0 0 0 0 0,0 0 0 0 0,0 0 0 0 0,0 1 0 0 0,1-1-1 0 0,-1 1 1 0 0,0-1 0 0 0,1 1 0 0 0,-1 0 0 0 0,1-1 0 0 0,0 1 0 0 0,-1 0 0 0 0,1 0 0 0 0,0 0 0 0 0,0 0 0 0 0,0 0 0 0 0,1 1-1 0 0,-1-1 1 0 0,0 0 0 0 0,1 0 0 0 0,-1 0 0 0 0,1 1 0 0 0,0-1 0 0 0,0 0 0 0 0,0 0 0 0 0,0 1 0 0 0,0-1 0 0 0,0 0 0 0 0,1 0-1 0 0,-1 1 1 0 0,1-1 0 0 0,-1 0 0 0 0,1 0 0 0 0,1 3 0 0 0,2 1-25 0 0,-1 1-1 0 0,1-1 1 0 0,0 0-1 0 0,1 0 1 0 0,0-1 0 0 0,-1 1-1 0 0,12 8 1 0 0,-13-11-343 0 0,1-1 1 0 0,-1 0 0 0 0,0 1 0 0 0,1-1-1 0 0,0-1 1 0 0,-1 1 0 0 0,1 0-1 0 0,0-1 1 0 0,0 0 0 0 0,0 0-1 0 0,0 0 1 0 0,0 0 0 0 0,5 0-1 0 0,8-5-8133 0 0</inkml:trace>
</inkml:ink>
</file>

<file path=ppt/ink/ink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36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46 508 0 0,'0'0'5023'0'0,"-6"-7"-4431"0"0,11 6 3465 0 0,51 0-3377 0 0,93-13 0 0 0,-67 4-446 0 0,9 1 352 0 0,-89 8-484 0 0,10 0 1003 0 0,-4 0-1869 0 0,-28 20-9751 0 0</inkml:trace>
</inkml:ink>
</file>

<file path=ppt/ink/ink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39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78 648 0 0,'9'-48'4915'0'0,"-9"46"-3984"0"0,-14-16 814 0 0,2 8-286 0 0,-1 15-1162 0 0,-1-1 0 0 0,1 2 0 0 0,-1 0 0 0 0,2 0 0 0 0,-1 1 0 0 0,1 1 0 0 0,0 0 0 0 0,0 1 0 0 0,1 0 0 0 0,0 0 0 0 0,1 1 0 0 0,-10 12 0 0 0,19-20-256 0 0,-1 0 0 0 0,1-1 0 0 0,0 1 0 0 0,0 0 0 0 0,-1 0 1 0 0,1 0-1 0 0,0 0 0 0 0,1 0 0 0 0,-1 1 0 0 0,0-1 0 0 0,0 0 1 0 0,1 0-1 0 0,0 0 0 0 0,-1 1 0 0 0,1 2 0 0 0,1-5-33 0 0,-1 1 0 0 0,1 0-1 0 0,-1 0 1 0 0,1-1 0 0 0,0 1-1 0 0,-1 0 1 0 0,1-1 0 0 0,0 1 0 0 0,0-1-1 0 0,0 1 1 0 0,-1-1 0 0 0,1 1-1 0 0,0-1 1 0 0,0 1 0 0 0,0-1-1 0 0,0 0 1 0 0,0 0 0 0 0,0 1 0 0 0,0-1-1 0 0,0 0 1 0 0,0 0 0 0 0,0 0-1 0 0,0 0 1 0 0,0 0 0 0 0,0 0-1 0 0,0 0 1 0 0,1-1 0 0 0,29-1 94 0 0,-8-2-59 0 0,0 0 0 0 0,0 2 0 0 0,0 1-1 0 0,0 1 1 0 0,47 5 0 0 0,-66-4-41 0 0,1-1-1 0 0,-1 1 1 0 0,0 0 0 0 0,1 1-1 0 0,-1-1 1 0 0,0 1 0 0 0,0 0-1 0 0,1 0 1 0 0,-1 0 0 0 0,-1 0-1 0 0,1 1 1 0 0,0-1 0 0 0,-1 1 0 0 0,1 0-1 0 0,-1 0 1 0 0,0 1 0 0 0,0-1-1 0 0,0 1 1 0 0,0-1 0 0 0,-1 1-1 0 0,1 0 1 0 0,-1 0 0 0 0,0 0 0 0 0,0 0-1 0 0,-1 0 1 0 0,1 1 0 0 0,-1-1-1 0 0,0 1 1 0 0,0-1 0 0 0,-1 0-1 0 0,1 1 1 0 0,-1 0 0 0 0,0-1 0 0 0,0 1-1 0 0,0-1 1 0 0,-1 1 0 0 0,1-1-1 0 0,-2 5 1 0 0,-1 5 4 0 0,0-1-1 0 0,0 0 0 0 0,-1 0 1 0 0,-1 0-1 0 0,0-1 1 0 0,-1 1-1 0 0,0-1 1 0 0,-1-1-1 0 0,0 1 1 0 0,-1-1-1 0 0,0 0 1 0 0,-1-1-1 0 0,0 0 1 0 0,-1 0-1 0 0,0-1 1 0 0,0 0-1 0 0,-1-1 1 0 0,0 0-1 0 0,-1-1 1 0 0,0 0-1 0 0,-15 6 1 0 0,-31 8 86 0 0,57-20-80 0 0,-20-10 4 0 0,19 6-16 0 0,1 0 0 0 0,0 1 0 0 0,0-1 0 0 0,1 0 0 0 0,-1 0 0 0 0,1 0 0 0 0,-1 0 0 0 0,1 1 0 0 0,0-1 0 0 0,0 0 0 0 0,0 0 0 0 0,0 0 0 0 0,1 0-1 0 0,-1 0 1 0 0,1 1 0 0 0,0-1 0 0 0,-1 0 0 0 0,1 0 0 0 0,0 1 0 0 0,1-1 0 0 0,-1 1 0 0 0,0-1 0 0 0,1 1 0 0 0,2-4 0 0 0,47-65-5 0 0,-47 67 5 0 0,21-28-63 0 0,60-53 1 0 0,-72 73 35 0 0,1 2 0 0 0,-1 0 0 0 0,2 0 0 0 0,-1 1 0 0 0,1 1 0 0 0,1 0 0 0 0,20-6 0 0 0,-34 13 20 0 0,0 1 1 0 0,-1-1-1 0 0,1 1 0 0 0,0-1 0 0 0,0 1 1 0 0,0 0-1 0 0,0 0 0 0 0,0 0 0 0 0,-1 0 1 0 0,1 0-1 0 0,0 1 0 0 0,0-1 0 0 0,0 1 1 0 0,0-1-1 0 0,-1 1 0 0 0,1-1 1 0 0,0 1-1 0 0,0 0 0 0 0,-1 0 0 0 0,1 0 1 0 0,-1 0-1 0 0,3 1 0 0 0,25 35-55 0 0,-27-33 62 0 0,1 0 0 0 0,-1 0-1 0 0,1 0 1 0 0,0 0 0 0 0,0-1 0 0 0,0 1-1 0 0,0-1 1 0 0,1 0 0 0 0,-1 0 0 0 0,1 0-1 0 0,6 3 1 0 0,-4-4 9 0 0,0 0 0 0 0,1 0 0 0 0,-1 0 0 0 0,0-1 0 0 0,1 0 0 0 0,-1-1-1 0 0,1 1 1 0 0,0-1 0 0 0,-1 0 0 0 0,1-1 0 0 0,-1 0 0 0 0,10-2 0 0 0,-12 2 4 0 0,0 0-1 0 0,1-1 1 0 0,-1 0 0 0 0,0 0 0 0 0,-1 0-1 0 0,1 0 1 0 0,0 0 0 0 0,-1-1 0 0 0,1 0-1 0 0,-1 0 1 0 0,0 0 0 0 0,1 0 0 0 0,-2 0-1 0 0,1 0 1 0 0,0-1 0 0 0,-1 0-1 0 0,1 1 1 0 0,-1-1 0 0 0,0 0 0 0 0,1-5-1 0 0,-1 5 46 0 0,-1-1 0 0 0,-1 1-1 0 0,1 0 1 0 0,-1-1 0 0 0,0 1 0 0 0,0 0-1 0 0,0-1 1 0 0,0 1 0 0 0,-1 0-1 0 0,0-1 1 0 0,0 1 0 0 0,0 0 0 0 0,0 0-1 0 0,-1 0 1 0 0,1 0 0 0 0,-1 0-1 0 0,-5-7 1 0 0,7 9-12 0 0,-2 2-149 0 0,0 0-1 0 0,0 0 0 0 0,0 0 1 0 0,0-1-1 0 0,0 2 0 0 0,0-1 1 0 0,0 0-1 0 0,1 0 1 0 0,-1 1-1 0 0,0-1 0 0 0,0 1 1 0 0,0-1-1 0 0,0 1 1 0 0,1 0-1 0 0,-1 0 0 0 0,0 0 1 0 0,-2 1-1 0 0,3 0-464 0 0,0-1 0 0 0,0 0 0 0 0,0 1 0 0 0,0-1 0 0 0,0 1 0 0 0,0-1 0 0 0,0 1 0 0 0,0-1 0 0 0,1 1 0 0 0,-1-1 0 0 0,1 1 0 0 0,-1 0 0 0 0,1 0 0 0 0,-1 3 0 0 0</inkml:trace>
</inkml:ink>
</file>

<file path=ppt/ink/ink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39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15 180 0 0,'0'0'2816'0'0,"-21"-15"862"0"0,18 15-3108 0 0,-36 21 1584 0 0,38-19-2093 0 0,-1 0 0 0 0,1-1 0 0 0,-1 1 0 0 0,1 0 0 0 0,0 0 0 0 0,-1 0 0 0 0,1 0 0 0 0,0 0 0 0 0,0 0 0 0 0,1 0 0 0 0,-1 0 0 0 0,0 0 0 0 0,1 1 0 0 0,-1-1 0 0 0,1 0 1 0 0,0 0-1 0 0,-1 1 0 0 0,1-1 0 0 0,0 0 0 0 0,1 0 0 0 0,-1 1 0 0 0,0-1 0 0 0,1 0 0 0 0,-1 0 0 0 0,1 0 0 0 0,0 1 0 0 0,-1-1 0 0 0,1 0 0 0 0,0 0 0 0 0,0 0 1 0 0,1 0-1 0 0,-1 0 0 0 0,3 3 0 0 0,-3-4-40 0 0,1 0-1 0 0,-1 1 1 0 0,1-1 0 0 0,-1 0 0 0 0,1 0 0 0 0,-1 0 0 0 0,1 0 0 0 0,0 0 0 0 0,-1 0-1 0 0,1-1 1 0 0,0 1 0 0 0,0 0 0 0 0,0-1 0 0 0,0 0 0 0 0,-1 1 0 0 0,1-1-1 0 0,0 0 1 0 0,0 0 0 0 0,0 0 0 0 0,0 0 0 0 0,0 0 0 0 0,0 0 0 0 0,0-1 0 0 0,0 1-1 0 0,-1-1 1 0 0,1 1 0 0 0,2-2 0 0 0,-1 1 3 0 0,0 0 0 0 0,0-1 0 0 0,0 1 0 0 0,-1-1 0 0 0,1 1 0 0 0,0-1 0 0 0,-1 0 0 0 0,0 0 0 0 0,1 0 0 0 0,-1 0 0 0 0,0-1 0 0 0,0 1 0 0 0,0-1 0 0 0,3-4 0 0 0,-5 4-11 0 0,0-1 0 0 0,0 1 0 0 0,0 0 0 0 0,0-1 0 0 0,-1 1 0 0 0,0 0 0 0 0,1 0-1 0 0,-1-1 1 0 0,0 1 0 0 0,0 0 0 0 0,-1 0 0 0 0,1 0 0 0 0,-1 0 0 0 0,1 0 0 0 0,-5-5-1 0 0,0 3 580 0 0,0-1-2316 0 0</inkml:trace>
</inkml:ink>
</file>

<file path=ppt/ink/ink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40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54 177 976 0 0,'0'0'3569'0'0,"-6"2"-2859"0"0,3 0-574 0 0,0-1 0 0 0,0 0-1 0 0,0 1 1 0 0,1 0 0 0 0,-1 0 0 0 0,0 0 0 0 0,1 0-1 0 0,-1 0 1 0 0,1 0 0 0 0,0 1 0 0 0,0-1-1 0 0,0 1 1 0 0,0-1 0 0 0,0 1 0 0 0,1 0 0 0 0,-1 0-1 0 0,1 0 1 0 0,-1 0 0 0 0,1 0 0 0 0,0 0-1 0 0,0 0 1 0 0,1 0 0 0 0,-1 0 0 0 0,1 1 0 0 0,-1-1-1 0 0,1 0 1 0 0,0 0 0 0 0,0 1 0 0 0,1-1-1 0 0,-1 0 1 0 0,1 0 0 0 0,-1 1 0 0 0,3 3 0 0 0,-3-5-90 0 0,1-1 1 0 0,-1 0-1 0 0,1 0 1 0 0,-1 1-1 0 0,1-1 1 0 0,0 0 0 0 0,-1 0-1 0 0,1 0 1 0 0,0 0-1 0 0,0 0 1 0 0,0 0 0 0 0,0 0-1 0 0,0 0 1 0 0,0 0-1 0 0,0 0 1 0 0,0-1-1 0 0,0 1 1 0 0,0 0 0 0 0,1-1-1 0 0,-1 1 1 0 0,0-1-1 0 0,0 1 1 0 0,1-1-1 0 0,-1 0 1 0 0,0 1 0 0 0,1-1-1 0 0,-1 0 1 0 0,2 0-1 0 0,0 0 102 0 0,34-23 404 0 0,-31 14-501 0 0,1 0 0 0 0,-2 0 0 0 0,1-1-1 0 0,-1 0 1 0 0,-1 0 0 0 0,0 0 0 0 0,0-1 0 0 0,-1 1-1 0 0,2-13 1 0 0,0-3 672 0 0,-2-1 1 0 0,1-46-1 0 0,-7 36 2015 0 0,-4 52-1368 0 0,-4 58-598 0 0,12 27-263 0 0,-1 11-2641 0 0,-8-37-7390 0 0,1-49 4835 0 0</inkml:trace>
</inkml:ink>
</file>

<file path=ppt/ink/ink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43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84 32 0 0,'0'0'775'0'0,"4"-31"3115"0"0,-10 15-2239 0 0,5 12-1025 0 0,-1 0-1 0 0,1 0 1 0 0,-1 0 0 0 0,0 0-1 0 0,0 0 1 0 0,0 1-1 0 0,-4-5 1 0 0,5 7-250 0 0,-16 0 994 0 0,11 4-1254 0 0,0-1 1 0 0,0 1 0 0 0,0 0-1 0 0,0 1 1 0 0,0-1 0 0 0,1 1 0 0 0,0 0-1 0 0,0 1 1 0 0,0-1 0 0 0,0 1-1 0 0,1 0 1 0 0,0 0 0 0 0,0 0 0 0 0,0 1-1 0 0,0 0 1 0 0,1-1 0 0 0,0 1-1 0 0,0 0 1 0 0,1 1 0 0 0,0-1 0 0 0,0 0-1 0 0,0 1 1 0 0,1-1 0 0 0,-1 8-1 0 0,-1 17 63 0 0,2 0 0 0 0,1 0-1 0 0,1 0 1 0 0,6 34 0 0 0,1 34 91 0 0,-7-73-348 0 0,0-19 9 0 0,-1 0 1 0 0,0 0-1 0 0,0 1 0 0 0,0-1 0 0 0,-1 0 0 0 0,0 0 0 0 0,0 1 0 0 0,-1-1 0 0 0,0 0 0 0 0,0 0 0 0 0,-1-1 1 0 0,0 1-1 0 0,0 0 0 0 0,-5 7 0 0 0,6-10-455 0 0,-13 17-2649 0 0,3-11-4029 0 0</inkml:trace>
</inkml:ink>
</file>

<file path=ppt/ink/ink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43.7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1 213 868 0 0,'2'-2'9070'0'0,"21"-8"-8748"0"0,46-8 986 0 0,76-10-1 0 0,19-4-877 0 0,40-30-159 0 0,-135 40-173 0 0,-9 5 322 0 0,-58 16-167 0 0,-5 7-242 0 0,0-1-5 0 0,-1 0 1 0 0,1 0-1 0 0,1 0 1 0 0,-1 0 0 0 0,1 1 0 0 0,0-1 0 0 0,0 1 0 0 0,0-1 0 0 0,1 1-1 0 0,0 0 1 0 0,0-1 0 0 0,0 8 0 0 0,1-12-6 0 0,0 0 0 0 0,0 1-1 0 0,0-1 1 0 0,1 0 0 0 0,-1 0 0 0 0,0 0-1 0 0,1 0 1 0 0,-1 0 0 0 0,0 0 0 0 0,1 0-1 0 0,-1 0 1 0 0,1 0 0 0 0,0-1 0 0 0,-1 1 0 0 0,1 0-1 0 0,0 0 1 0 0,-1 0 0 0 0,1 0 0 0 0,0-1-1 0 0,0 1 1 0 0,0 0 0 0 0,0-1 0 0 0,0 1-1 0 0,0-1 1 0 0,0 1 0 0 0,0-1 0 0 0,0 0 0 0 0,0 1-1 0 0,2 0 1 0 0,-1-1 0 0 0,0 1-1 0 0,0-1 1 0 0,0 0 0 0 0,0 0-1 0 0,0 0 1 0 0,1 0-1 0 0,-1 0 1 0 0,0 0 0 0 0,0 0-1 0 0,0-1 1 0 0,0 1 0 0 0,3-2-1 0 0,-2 1 12 0 0,0-1-1 0 0,0 0 1 0 0,-1 1 0 0 0,1-2-1 0 0,0 1 1 0 0,-1 0-1 0 0,0 0 1 0 0,1-1-1 0 0,-1 1 1 0 0,0-1 0 0 0,0 0-1 0 0,-1 0 1 0 0,1 1-1 0 0,0-1 1 0 0,-1 0-1 0 0,0 0 1 0 0,0-1 0 0 0,0 1-1 0 0,0 0 1 0 0,0 0-1 0 0,0-1 1 0 0,-1 1 0 0 0,0 0-1 0 0,0-1 1 0 0,0 1-1 0 0,0 0 1 0 0,0 0-1 0 0,0-1 1 0 0,-1 1 0 0 0,0 0-1 0 0,0-1 1 0 0,0 1-1 0 0,0 0 1 0 0,0 0-1 0 0,0 0 1 0 0,-1 0 0 0 0,0 0-1 0 0,0 0 1 0 0,1 1-1 0 0,-1-1 1 0 0,-3-3-1 0 0,3 5-47 0 0,-6-3-126 0 0</inkml:trace>
</inkml:ink>
</file>

<file path=ppt/ink/ink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44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42 200 0 0,'0'0'4811'0'0,"-4"4"-4260"0"0,2-3-450 0 0,1 1 0 0 0,-1 0 0 0 0,1-1 0 0 0,-1 1 0 0 0,1 0 0 0 0,-1 0 0 0 0,1 0 0 0 0,0 0 1 0 0,0 0-1 0 0,0 0 0 0 0,-1 5 0 0 0,2-5 24 0 0,0 0 0 0 0,1 0 0 0 0,-1 0 0 0 0,0 0 0 0 0,1 0 0 0 0,0 0 1 0 0,-1 0-1 0 0,1 0 0 0 0,0 0 0 0 0,0 0 0 0 0,0 0 0 0 0,0-1 0 0 0,0 1 0 0 0,1 0 0 0 0,-1-1 1 0 0,0 1-1 0 0,4 2 0 0 0,-5-3-46 0 0,1-1 0 0 0,-1 1 0 0 0,1 0 0 0 0,-1-1 0 0 0,1 1 0 0 0,0-1 1 0 0,-1 1-1 0 0,1-1 0 0 0,-1 1 0 0 0,1-1 0 0 0,0 1 0 0 0,0-1 0 0 0,-1 0 0 0 0,1 1 0 0 0,0-1 0 0 0,0 0 1 0 0,0 0-1 0 0,-1 1 0 0 0,1-1 0 0 0,0 0 0 0 0,0 0 0 0 0,0 0 0 0 0,0 0 0 0 0,-1 0 0 0 0,1 0 0 0 0,0 0 1 0 0,0 0-1 0 0,0-1 0 0 0,1 1 0 0 0,-1-1 27 0 0,1 0 1 0 0,-1 0-1 0 0,0-1 1 0 0,1 1-1 0 0,-1 0 0 0 0,0 0 1 0 0,0-1-1 0 0,0 1 1 0 0,0-1-1 0 0,0 1 1 0 0,0-1-1 0 0,0 1 1 0 0,0-4-1 0 0,1 1 97 0 0,-1 1 0 0 0,1-1 0 0 0,-1-1 1 0 0,0 1-1 0 0,-1 0 0 0 0,1 0 0 0 0,-1 0 0 0 0,0 0 0 0 0,0 0 0 0 0,0-1 0 0 0,0 1 1 0 0,-2-5-1 0 0,1 5-29 0 0,-1 0 1 0 0,0 1 0 0 0,0 0-1 0 0,0-1 1 0 0,0 1 0 0 0,0 0 0 0 0,-7-6-1 0 0,8 8-84 0 0,-7-2-87 0 0</inkml:trace>
</inkml:ink>
</file>

<file path=ppt/ink/ink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44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1292 0 0,'4'-8'5456'0'0,"-4"8"-5364"0"0,4-1 3051 0 0,-4 1-3051 0 0,0 0 0 0 0,0 0 1 0 0,0 0-1 0 0,0-1 1 0 0,0 1-1 0 0,0 0 1 0 0,0 0-1 0 0,0 0 0 0 0,0 0 1 0 0,0 0-1 0 0,0 0 1 0 0,0-1-1 0 0,0 1 1 0 0,0 0-1 0 0,0 0 0 0 0,0 0 1 0 0,0 0-1 0 0,0 0 1 0 0,0 0-1 0 0,0 0 1 0 0,0-1-1 0 0,-1 1 0 0 0,5 16 451 0 0,0 0-1 0 0,-2 1 1 0 0,0-1 0 0 0,-1 1-1 0 0,0-1 1 0 0,-2 1-1 0 0,-2 19 1 0 0,1 48 539 0 0,3 40-789 0 0,-5-83-3436 0 0,-4 0-4481 0 0,5-29 3655 0 0</inkml:trace>
</inkml:ink>
</file>

<file path=ppt/ink/ink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0:48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0 384,'0'0'5537,"-5"6"-4835,-10 12 209,0 1 0,1 1 0,1 0 0,-14 31 0,17-31-541,1 1 1,0 1 0,2 0 0,1 0 0,1 0-1,0 1 1,-1 33 0,6-54-346,0-1 0,0 1 1,0 0-1,0-1 0,0 1 0,0 0 1,0-1-1,0 1 0,1-1 0,-1 1 1,1 0-1,-1-1 0,1 1 0,0-1 1,0 0-1,-1 1 0,1-1 0,0 1 1,0-1-1,0 0 0,1 0 0,-1 0 1,0 0-1,0 0 0,1 0 0,1 2 1,0-2 3,0-1 0,0 1 0,0-1 0,0 0 0,0 0 1,0 0-1,-1 0 0,1 0 0,0-1 0,0 1 0,0-1 1,0 0-1,4-2 0,10-4 55,0-1 1,-1 0-1,23-17 1,-38 24-80,29-19 93,-12 9-48,0-1 1,27-24 0,-44 35-67,36 30-51,-32-23 63,1 0-1,0 0 1,0-1-1,1 1 1,-1-1 0,1-1-1,0 0 1,0 0-1,0 0 1,1-1 0,0 0-1,14 4 1,-17-6 13,0 0 1,0-1-1,0 0 0,0 0 1,0 0-1,0-1 0,0 1 1,-1-1-1,1 0 1,0-1-1,0 1 0,-1-1 1,1 0-1,-1 0 0,0 0 1,1-1-1,-1 1 1,0-1-1,0 0 0,-1 0 1,1-1-1,-1 1 0,1-1 1,-1 0-1,0 1 1,0-2-1,-1 1 0,1 0 1,-1 0-1,0-1 0,3-8 1,-1-1 179,1-1 1,-2 0-1,0 0 1,0-1-1,-2 1 0,0 0 1,-2-29-1,1 31-96,0 12-102,0 0 1,1 0-1,-1 0 0,0 0 1,0 0-1,0 0 1,0 0-1,0 0 0,0 0 1,0 0-1,0 0 0,0 0 1,0 0-1,-1 0 0,1 0 1,0 0-1,-1 0 0,1 0 1,0 0-1,-1 0 0,0 0 1,1 1-1,-1-1 0,1 0 1,-1 0-1,0 0 0,0 1 1,1-1-1,-1 0 0,0 1 1,0-1-1,0 1 1,0-1-1,0 1 0,0-1 1,0 1-1,-1-1 0,0 1-604,-8 23-2681,7-14-3225,-1 2 2671</inkml:trace>
</inkml:ink>
</file>

<file path=ppt/ink/ink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0:48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1 452,'0'0'1316,"11"0"6107,-9 9-6860,0-1 1,-1 1-1,-1 0 1,0 0-1,0 0 1,0 0-1,-1 0 1,-3 12-1,-11 36-2485,15-55 811,-11 2-4438</inkml:trace>
</inkml:ink>
</file>

<file path=ppt/ink/ink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0:49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81 368,'15'-58'6847,"-12"35"-10523</inkml:trace>
</inkml:ink>
</file>

<file path=ppt/ink/ink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10:49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1 912,'0'0'7690,"2"4"-6900,1 6-280,0-1 0,-1 1 0,0 0 0,-1 0 0,0 0 0,0 0 0,-1 11 0,-9 81 1809,0 1-1086,7-75-789,-8 52 0,5-50-217,-6 1-1955,-1-18-3225</inkml:trace>
  <inkml:trace contextRef="#ctx0" brushRef="#br0" timeOffset="1">1 330 724,'4'-16'2664,"7"8"-1476,-2 0-111,0 3-141,4-3-88,1 1-68,3-2-92,1 2-152,-4 0-220,3 0-404,6-3-548,-7 2-872,0 1-1629,4-1 721</inkml:trace>
</inkml:ink>
</file>

<file path=ppt/ink/ink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3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51 170 56 0 0,'0'0'2636'0'0,"12"-33"1275"0"0,-7 7-21 0 0,-14 53-3799 0 0,1 1 1 0 0,1 0-1 0 0,2 1 1 0 0,0-1-1 0 0,0 50 1 0 0,1-27 37 0 0,-21 214 1535 0 0,27-274-1360 0 0,6-63 148 0 0,3 1-1 0 0,3 1 0 0 0,32-94 1 0 0,-12 59-410 0 0,-23 67-54 0 0,31-71 1 0 0,-41 108 4 0 0,-1 1 3 0 0,0-1 0 0 0,-1 1 0 0 0,1 0 0 0 0,0 0 0 0 0,1 0 0 0 0,-1-1 0 0 0,0 1 0 0 0,0 0 0 0 0,0 0 0 0 0,0 0 0 0 0,0-1 0 0 0,0 1 0 0 0,0 0 0 0 0,0 0 0 0 0,0 0 0 0 0,0 0 0 0 0,0-1 0 0 0,0 1 0 0 0,1 0 0 0 0,-1 0 0 0 0,0 0 0 0 0,0 0 0 0 0,0-1 0 0 0,0 1 0 0 0,0 0 0 0 0,1 0 0 0 0,-1 0 0 0 0,0 0 0 0 0,0 0 0 0 0,0 0 0 0 0,1 0 1 0 0,-1 0-1 0 0,0 0 0 0 0,0 0 0 0 0,0 0 0 0 0,1-1 0 0 0,-1 1 0 0 0,0 0 0 0 0,0 0 0 0 0,0 0 0 0 0,0 0 0 0 0,1 0 0 0 0,-1 1 0 0 0,0-1 0 0 0,0 0 0 0 0,0 0 0 0 0,1 0 0 0 0,-1 0 0 0 0,0 0 0 0 0,0 0 0 0 0,1 0 0 0 0,9 23 14 0 0,0 1 0 0 0,-1 0 0 0 0,-2 0-1 0 0,0 1 1 0 0,5 47 0 0 0,11 36 332 0 0,16 60 124 0 0,-21-81-253 0 0,-9-9 266 0 0,-9-76-296 0 0,-3-5-1170 0 0,-1 0 557 0 0,1-1 0 0 0,0 1 0 0 0,0-1 1 0 0,0 0-1 0 0,0 0 0 0 0,1 0 0 0 0,-1 0 0 0 0,1 0 1 0 0,-2-7-1 0 0,-1 2-1877 0 0,2 2-1061 0 0</inkml:trace>
</inkml:ink>
</file>

<file path=ppt/ink/ink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4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0 242 12 0 0,'0'0'3813'0'0,"5"1"-3210"0"0,8 2-171 0 0,0-1 0 0 0,1 0-1 0 0,-1-1 1 0 0,0-1 0 0 0,1 0 0 0 0,-1-1 0 0 0,1 0 0 0 0,-1-1 0 0 0,0-1 0 0 0,0 0 0 0 0,0-1 0 0 0,0 0-1 0 0,14-7 1 0 0,20-12 246 0 0,0-1 0 0 0,45-33 0 0 0,-66 40-395 0 0,-20 14-193 0 0,0-1-1 0 0,-1 0 1 0 0,0 0-1 0 0,0 0 1 0 0,0-1-1 0 0,0 1 1 0 0,0-1-1 0 0,-1 0 1 0 0,0-1-1 0 0,0 1 1 0 0,-1-1 0 0 0,0 0-1 0 0,6-12 1 0 0,-9 18-81 0 0,0-1 0 0 0,0 0 1 0 0,0 0-1 0 0,0 0 0 0 0,0 1 1 0 0,0-1-1 0 0,0 0 1 0 0,0 0-1 0 0,0 1 0 0 0,0-1 1 0 0,-1 0-1 0 0,1 0 0 0 0,0 1 1 0 0,0-1-1 0 0,-1 0 0 0 0,1 0 1 0 0,-1 1-1 0 0,1-1 0 0 0,0 0 1 0 0,-1 1-1 0 0,1-1 1 0 0,-1 1-1 0 0,0-1 0 0 0,1 1 1 0 0,-1-1-1 0 0,1 1 0 0 0,-1-1 1 0 0,0 1-1 0 0,1-1 0 0 0,-1 1 1 0 0,0 0-1 0 0,0-1 1 0 0,1 1-1 0 0,-1 0 0 0 0,0 0 1 0 0,0 0-1 0 0,1-1 0 0 0,-1 1 1 0 0,0 0-1 0 0,0 0 0 0 0,1 0 1 0 0,-1 0-1 0 0,0 0 0 0 0,0 1 1 0 0,-1-1-1 0 0,-37 6 89 0 0,39-6-94 0 0,-3 0-3 0 0,1 1 1 0 0,0 0-1 0 0,-1 0 0 0 0,1 0 1 0 0,0 0-1 0 0,0 0 1 0 0,0 1-1 0 0,0-1 1 0 0,0 1-1 0 0,0-1 1 0 0,0 1-1 0 0,0 0 0 0 0,1 0 1 0 0,-1 0-1 0 0,1 0 1 0 0,-1 0-1 0 0,1 0 1 0 0,0 0-1 0 0,-1 0 1 0 0,1 0-1 0 0,1 1 0 0 0,-1-1 1 0 0,0 0-1 0 0,0 1 1 0 0,1-1-1 0 0,-1 1 1 0 0,1-1-1 0 0,0 5 1 0 0,0 0 0 0 0,0-1 0 0 0,0 1 1 0 0,1-1-1 0 0,0 0 1 0 0,0 1-1 0 0,0-1 1 0 0,1 0-1 0 0,0 0 0 0 0,0 0 1 0 0,4 6-1 0 0,7 13-3 0 0,9 16 69 0 0,30 77 0 0 0,-52-117-62 0 0,1 0 0 0 0,-1 0 0 0 0,0 1 0 0 0,0-1 1 0 0,0 0-1 0 0,0 0 0 0 0,-1 0 0 0 0,1 0 0 0 0,0 0 0 0 0,0 0 0 0 0,-1 0 0 0 0,1 0 0 0 0,0 0 1 0 0,-1 0-1 0 0,1 0 0 0 0,-1 0 0 0 0,0 0 0 0 0,1 0 0 0 0,-1 0 0 0 0,0 0 0 0 0,1 0 0 0 0,-1 0 0 0 0,0-1 1 0 0,0 1-1 0 0,0 0 0 0 0,0-1 0 0 0,0 1 0 0 0,0-1 0 0 0,1 1 0 0 0,-2-1 0 0 0,1 1 0 0 0,0-1 1 0 0,0 1-1 0 0,0-1 0 0 0,0 0 0 0 0,-2 0 0 0 0,0 2-349 0 0,-1-1 1 0 0,0 0-1 0 0,0-1 1 0 0,0 1-1 0 0,0-1 1 0 0,0 1-1 0 0,0-1 1 0 0,-5-1-1 0 0,-4-7-5539 0 0</inkml:trace>
</inkml:ink>
</file>

<file path=ppt/ink/ink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4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56 0 0,'0'-4'506'0'0,"0"1"-1"0"0,1-1 1 0 0,-1 1-1 0 0,1-1 1 0 0,0 0-1 0 0,1 1 1 0 0,-1-1-1 0 0,0 1 1 0 0,1 0-1 0 0,0 0 1 0 0,0-1-1 0 0,0 1 1 0 0,0 0-1 0 0,0 0 1 0 0,0 1-1 0 0,1-1 1 0 0,4-3 0 0 0,-6 5 179 0 0,4 2-482 0 0,3 2-84 0 0,-1 0 1 0 0,0 0 0 0 0,0 0 0 0 0,-1 1 0 0 0,1 0 0 0 0,-1 1 0 0 0,0-1-1 0 0,10 10 1 0 0,51 54 607 0 0,-50-50-612 0 0,69 72 452 0 0,-75-79-538 0 0,-9-8-121 0 0,1 0 0 0 0,1 0 0 0 0,-1 0 0 0 0,0-1 1 0 0,1 1-1 0 0,-1-1 0 0 0,8 4 0 0 0,-9-6-439 0 0,11-10-5839 0 0</inkml:trace>
</inkml:ink>
</file>

<file path=ppt/ink/ink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5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9 440 0 0,'6'-8'8698'0'0,"-45"135"-6401"0"0,7-31-1139 0 0,-56 289 1376 0 0,69-334-2223 0 0,18-49-273 0 0,0 5 115 0 0</inkml:trace>
</inkml:ink>
</file>

<file path=ppt/ink/ink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5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21 504 0 0,'-1'-5'8786'0'0,"-2"10"-8697"0"0,-1 1 1 0 0,1-1 0 0 0,0 1-1 0 0,0 0 1 0 0,0 0 0 0 0,1 0-1 0 0,0 0 1 0 0,0 1 0 0 0,1-1 0 0 0,-1 0-1 0 0,2 1 1 0 0,-1-1 0 0 0,0 1-1 0 0,1-1 1 0 0,1 1 0 0 0,-1-1-1 0 0,1 1 1 0 0,0-1 0 0 0,0 0 0 0 0,1 1-1 0 0,0-1 1 0 0,0 0 0 0 0,5 11-1 0 0,-5-14-56 0 0,0-1-1 0 0,0 1 0 0 0,0 0 0 0 0,0-1 0 0 0,0 0 1 0 0,1 1-1 0 0,-1-1 0 0 0,1 0 0 0 0,0 0 0 0 0,-1-1 1 0 0,1 1-1 0 0,6 2 0 0 0,-8-4 22 0 0,38-19 201 0 0,-35 13-190 0 0,-1-1 0 0 0,1 1 0 0 0,-1-1 0 0 0,0 1-1 0 0,-1-1 1 0 0,0 0 0 0 0,0 0 0 0 0,0-1 0 0 0,-1 1-1 0 0,0 0 1 0 0,0 0 0 0 0,-1-1 0 0 0,0 1-1 0 0,0 0 1 0 0,-1-1 0 0 0,0 1 0 0 0,0 0 0 0 0,0 0-1 0 0,-1 0 1 0 0,0 0 0 0 0,-1 0 0 0 0,-6-13 0 0 0,9 19-81 0 0,0 1 1 0 0,-1-1-1 0 0,1 0 1 0 0,0 1-1 0 0,0-1 1 0 0,-1 0-1 0 0,1 1 1 0 0,0-1-1 0 0,-1 1 1 0 0,1-1-1 0 0,-1 1 1 0 0,1-1-1 0 0,-1 1 1 0 0,1-1-1 0 0,-1 1 1 0 0,1-1-1 0 0,-1 1 1 0 0,0 0-1 0 0,1-1 1 0 0,-1 1-1 0 0,1 0 1 0 0,-1-1-1 0 0,0 1 1 0 0,1 0-1 0 0,-1 0 1 0 0,0 0-1 0 0,1 0 1 0 0,-1 0-1 0 0,0 0 1 0 0,1-1-1 0 0,-1 1 1 0 0,0 1-1 0 0,0-1 1 0 0,0 1-223 0 0,0-1-1 0 0,0 1 1 0 0,0 0 0 0 0,0 0 0 0 0,0 0 0 0 0,0 1 0 0 0,0-1-1 0 0,1 0 1 0 0,-1 0 0 0 0,0 0 0 0 0,1 0 0 0 0,-1 1 0 0 0,1-1-1 0 0,0 0 1 0 0,-1 1 0 0 0,1 2 0 0 0,-1-2-1470 0 0</inkml:trace>
</inkml:ink>
</file>

<file path=ppt/ink/ink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6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88 0 0,'0'0'1663'0'0,"17"-10"8056"0"0,-12 17-9496 0 0,0 1-1 0 0,-1 0 1 0 0,0-1-1 0 0,-1 2 0 0 0,5 14 1 0 0,-5-14-142 0 0,1 1 1 0 0,-1-1-1 0 0,1 0 1 0 0,1 0-1 0 0,0 0 1 0 0,7 9-1 0 0,-10-15-69 0 0,-1-1-1 0 0,1 1 1 0 0,0-1-1 0 0,0 0 1 0 0,0 0-1 0 0,0 0 1 0 0,0 0-1 0 0,0 0 1 0 0,1 0-1 0 0,-1 0 1 0 0,1-1-1 0 0,-1 1 1 0 0,1-1-1 0 0,-1 0 0 0 0,1 1 1 0 0,0-2-1 0 0,0 1 1 0 0,0 0-1 0 0,0 0 1 0 0,0-1-1 0 0,-1 1 1 0 0,1-1-1 0 0,0 0 1 0 0,0 0-1 0 0,0 0 1 0 0,0-1-1 0 0,0 1 1 0 0,0-1-1 0 0,0 1 1 0 0,0-1-1 0 0,0 0 1 0 0,-1 0-1 0 0,1 0 1 0 0,0 0-1 0 0,-1-1 1 0 0,1 1-1 0 0,-1-1 1 0 0,1 0-1 0 0,2-2 1 0 0,4-2 28 0 0,-1 0 1 0 0,0 0 0 0 0,0-1 0 0 0,0 0 0 0 0,-1-1 0 0 0,0 0 0 0 0,-1 0-1 0 0,0 0 1 0 0,0-1 0 0 0,0 1 0 0 0,-1-2 0 0 0,-1 1 0 0 0,5-11 0 0 0,-9 19-7 0 0,0 0 1 0 0,0 0 0 0 0,0 0 0 0 0,0 0 0 0 0,1 0 0 0 0,-1 0 0 0 0,0 0-1 0 0,1 0 1 0 0,-1 0 0 0 0,1 0 0 0 0,-1 0 0 0 0,1 0 0 0 0,-1 1-1 0 0,1-1 1 0 0,0 0 0 0 0,-1 0 0 0 0,1 1 0 0 0,0-1 0 0 0,-1 0 0 0 0,1 1-1 0 0,1-1 1 0 0,6 14 638 0 0,-2 35-406 0 0,-10-17-1754 0 0,-2-9-2289 0 0,2-9-592 0 0,2-3 722 0 0</inkml:trace>
</inkml:ink>
</file>

<file path=ppt/ink/ink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8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80 212 0 0,'5'-30'2526'0'0,"3"-17"1071"0"0,-7 45-2809 0 0,-5 7-462 0 0,1 1 0 0 0,0-1 0 0 0,0 1 0 0 0,0 0-1 0 0,1 0 1 0 0,0 0 0 0 0,0 0 0 0 0,1 0 0 0 0,-1 1 0 0 0,1 6-1 0 0,-18 93 414 0 0,12-44-200 0 0,2 103 0 0 0,6-127-438 0 0,1-1-1 0 0,2 1 1 0 0,2-1 0 0 0,1 0 0 0 0,2-1-1 0 0,1 1 1 0 0,2-2 0 0 0,18 36 0 0 0,6-13 86 0 0,-34-55-141 0 0,1 0 0 0 0,-1 0 0 0 0,1-1 0 0 0,-1 1 0 0 0,1-1 0 0 0,0 1 0 0 0,0-1 0 0 0,0 0-1 0 0,0 0 1 0 0,0 0 0 0 0,1-1 0 0 0,-1 1 0 0 0,0-1 0 0 0,8 2 0 0 0,-8-3-22 0 0,-1-1 0 0 0,1-1-1 0 0,0 1 1 0 0,0 0 0 0 0,-1-1-1 0 0,1 1 1 0 0,-1-1 0 0 0,1 0-1 0 0,-1 0 1 0 0,0 0 0 0 0,0 0-1 0 0,0 0 1 0 0,0-1 0 0 0,0 1-1 0 0,0 0 1 0 0,2-5 0 0 0,-3 5-7 0 0,51-76 1247 0 0,-51 76-737 0 0,-1 3-523 0 0,1-1 0 0 0,0 1 0 0 0,0-1 0 0 0,0 1 0 0 0,0-1 0 0 0,0 1 0 0 0,-1-1 0 0 0,1 1 0 0 0,0 0 1 0 0,0-1-1 0 0,-1 1 0 0 0,1 0 0 0 0,0 0 0 0 0,-1 0 0 0 0,1-1 0 0 0,-1 1 0 0 0,1 0 0 0 0,-1 0 0 0 0,0 0 0 0 0,1 0 0 0 0,-1 0 0 0 0,0 0 0 0 0,1 1 0 0 0,8 35-42 0 0,-5-17-1062 0 0,3-1-88 0 0</inkml:trace>
</inkml:ink>
</file>

<file path=ppt/ink/ink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8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54 676 0 0,'10'-33'6387'0'0,"-10"31"-6920"0"0,5-8 2791 0 0,-4 2-6837 0 0</inkml:trace>
</inkml:ink>
</file>

<file path=ppt/ink/ink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0:59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8 0 0,'8'-28'10426'0'0,"-4"67"-9833"0"0,0 0-1 0 0,-3 0 1 0 0,-6 73-1 0 0,0 3-181 0 0,5-89-345 0 0,1-3 37 0 0,-2 0 1 0 0,-5 38-1 0 0,6-59-82 0 0,1 9 426 0 0,-1-11-433 0 0,0 1-1 0 0,0-1 1 0 0,0 0-1 0 0,0 0 1 0 0,0 0-1 0 0,0 1 1 0 0,0-1 0 0 0,0 0-1 0 0,0 0 1 0 0,0 0-1 0 0,0 1 1 0 0,0-1-1 0 0,0 0 1 0 0,0 0-1 0 0,0 0 1 0 0,0 1 0 0 0,0-1-1 0 0,0 0 1 0 0,1 0-1 0 0,-1 0 1 0 0,0 0-1 0 0,0 1 1 0 0,0-1 0 0 0,0 0-1 0 0,0 0 1 0 0,1 0-1 0 0,-1 0 1 0 0,0 0-1 0 0,0 1 1 0 0,0-1 0 0 0,0 0-1 0 0,1 0 1 0 0,-1 0-1 0 0,0 0 1 0 0,0 0-1 0 0,0 0 1 0 0,1 0 0 0 0,-1 0-1 0 0,0 0 1 0 0,0 0-1 0 0,0 0 1 0 0,1 0-1 0 0,-1 0 1 0 0,0 0 0 0 0,0 0-1 0 0,0 0 1 0 0,1 0-1 0 0,-1 0 1 0 0,0 0-1 0 0,0 0 1 0 0,0 0 0 0 0,1 0-1 0 0,-1 0 1 0 0,0-1-1 0 0,0 1 1 0 0,0 0-1 0 0,1 0 1 0 0,67-74 476 0 0,-29 33-336 0 0,40-53 1 0 0,-66 71-49 0 0,-23 27-115 0 0,5 0-10 0 0,0 1 1 0 0,0-1-1 0 0,1 1 1 0 0,0 0-1 0 0,-7 10 1 0 0,9-11 12 0 0,1 0 1 0 0,-1 0 0 0 0,1-1 0 0 0,0 1-1 0 0,0 0 1 0 0,0 0 0 0 0,1 0 0 0 0,0 0-1 0 0,-1 0 1 0 0,1 0 0 0 0,1 1-1 0 0,-1-1 1 0 0,1 0 0 0 0,-1 0 0 0 0,1 0-1 0 0,0-1 1 0 0,1 1 0 0 0,-1 0-1 0 0,1 0 1 0 0,-1 0 0 0 0,1-1 0 0 0,0 1-1 0 0,0-1 1 0 0,1 0 0 0 0,-1 1 0 0 0,1-1-1 0 0,0 0 1 0 0,0-1 0 0 0,0 1-1 0 0,0 0 1 0 0,0-1 0 0 0,0 1 0 0 0,1-1-1 0 0,-1 0 1 0 0,7 2 0 0 0,-7-2-39 0 0,1-1 1 0 0,-1 1-1 0 0,1-1 0 0 0,0 0 1 0 0,0 0-1 0 0,-1-1 1 0 0,1 1-1 0 0,0-1 1 0 0,0 0-1 0 0,0 0 0 0 0,0 0 1 0 0,-1 0-1 0 0,1 0 1 0 0,0-1-1 0 0,0 0 0 0 0,0 0 1 0 0,-1 0-1 0 0,1 0 1 0 0,-1-1-1 0 0,1 1 1 0 0,6-5-1 0 0,-6 2 50 0 0,1 1 0 0 0,-1-1 0 0 0,0 0 1 0 0,-1 0-1 0 0,1-1 0 0 0,-1 1 0 0 0,1-1 0 0 0,-2 0 1 0 0,1 1-1 0 0,0-1 0 0 0,-1-1 0 0 0,0 1 0 0 0,0 0 0 0 0,1-6 1 0 0,-2 9 57 0 0,1-6-4 0 0,-10 39 590 0 0,7-25-674 0 0,1 0-1 0 0,1 0 1 0 0,-1 0-1 0 0,1 0 1 0 0,0 0-1 0 0,0 0 1 0 0,0-1-1 0 0,1 1 1 0 0,0 0-1 0 0,0-1 1 0 0,1 1-1 0 0,-1-1 1 0 0,7 10 0 0 0,2 7-1327 0 0,0-3-603 0 0,-2-3-3841 0 0</inkml:trace>
</inkml:ink>
</file>

<file path=ppt/ink/ink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00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1 525 256 0 0,'2'-1'15103'0'0,"20"-6"-15136"0"0,-12 2 153 0 0,0-2-1 0 0,0 1 1 0 0,-1-1-1 0 0,0-1 1 0 0,0 1-1 0 0,0-2 1 0 0,-1 1-1 0 0,-1-1 1 0 0,1 0-1 0 0,-2-1 1 0 0,12-19-1 0 0,-17 26-106 0 0,0 1 1 0 0,-1 0-1 0 0,1 0 0 0 0,-1 0 0 0 0,0 0 1 0 0,0-1-1 0 0,0 1 0 0 0,0 0 0 0 0,0 0 1 0 0,0 0-1 0 0,0-1 0 0 0,-1 1 0 0 0,0-3 1 0 0,-2 8-17 0 0,0 0 1 0 0,1 0 0 0 0,-1 1 0 0 0,1-1-1 0 0,0 0 1 0 0,0 1 0 0 0,0-1 0 0 0,0 1 0 0 0,1 0-1 0 0,0 0 1 0 0,-1-1 0 0 0,1 1 0 0 0,1 0-1 0 0,-1 0 1 0 0,0 0 0 0 0,1 0 0 0 0,0 0 0 0 0,0 0-1 0 0,0 0 1 0 0,2 7 0 0 0,-2-6-5 0 0,0-1 0 0 0,1 0 0 0 0,0 0 0 0 0,0 0 0 0 0,0 0 0 0 0,0 0 0 0 0,1 0 0 0 0,0-1-1 0 0,-1 1 1 0 0,1 0 0 0 0,1-1 0 0 0,-1 1 0 0 0,0-1 0 0 0,1 0 0 0 0,0 0 0 0 0,0 0 0 0 0,0 0 0 0 0,0 0 0 0 0,0-1 0 0 0,0 1 0 0 0,7 2 0 0 0,-6-3-20 0 0,0-1 0 0 0,1 0 0 0 0,-1 0 0 0 0,1-1 0 0 0,-1 1 1 0 0,0-1-1 0 0,1 0 0 0 0,-1 0 0 0 0,1-1 0 0 0,-1 1 0 0 0,1-1 0 0 0,-1 0 0 0 0,1 0 0 0 0,-1-1 1 0 0,0 1-1 0 0,0-1 0 0 0,0 0 0 0 0,0 0 0 0 0,7-4 0 0 0,0-2 2 0 0,0 0 0 0 0,-1-1 0 0 0,0 0 0 0 0,0-1 1 0 0,-1 0-1 0 0,0 0 0 0 0,0-1 0 0 0,-2 0 0 0 0,1-1 0 0 0,-1 1 0 0 0,-1-1 0 0 0,0-1 0 0 0,-1 1 0 0 0,6-22 0 0 0,-2 2 6 0 0,-1 0 0 0 0,-2 0 0 0 0,-1 0 0 0 0,0-66 0 0 0,-6 79 109 0 0,0-1 1 0 0,-2 1 0 0 0,-8-33-1 0 0,11 50 116 0 0,-2 7-154 0 0,-2 19 57 0 0,0 1 1 0 0,1-1-1 0 0,1 1 0 0 0,3 43 1 0 0,19 106 192 0 0,0 2-20 0 0,-16-105-4401 0 0,-4-69 2826 0 0,-6 6-4684 0 0</inkml:trace>
</inkml:ink>
</file>

<file path=ppt/ink/ink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00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51 864 0 0,'72'-21'6936'0'0,"45"5"-4304"0"0,-114 15-2925 0 0,17-1-568 0 0,-11-3-4233 0 0,-2 0 2738 0 0</inkml:trace>
</inkml:ink>
</file>

<file path=ppt/ink/ink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01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142 114 9413 0 0,'-22'-9'171'0'0,"10"5"124"0"0,0-1 0 0 0,1 0 1 0 0,-1-1-1 0 0,1 0 0 0 0,0-1 1 0 0,1 0-1 0 0,-1-1 0 0 0,-14-14 1 0 0,24 21-262 0 0,1 0 1 0 0,-1 0-1 0 0,1 1 0 0 0,-1-1 1 0 0,1 0-1 0 0,0 0 1 0 0,0 0-1 0 0,-1 0 0 0 0,1 0 1 0 0,0 1-1 0 0,0-1 1 0 0,0 0-1 0 0,0 0 0 0 0,0 0 1 0 0,0 0-1 0 0,0 0 1 0 0,0 0-1 0 0,0 0 0 0 0,1 1 1 0 0,-1-1-1 0 0,0 0 1 0 0,0 0-1 0 0,1 0 0 0 0,-1 0 1 0 0,1 1-1 0 0,-1-1 1 0 0,1 0-1 0 0,-1 0 0 0 0,1 1 1 0 0,-1-1-1 0 0,1 0 1 0 0,0 1-1 0 0,-1-1 1 0 0,1 1-1 0 0,0-1 0 0 0,-1 1 1 0 0,1-1-1 0 0,0 1 1 0 0,1-1-1 0 0,-2 0-133 0 0,1 1-1 0 0,-1 0 1 0 0,1-1-1 0 0,-1 1 1 0 0,1 0 0 0 0,0-1-1 0 0,-1 1 1 0 0,1 0 0 0 0,-1 0-1 0 0,1 0 1 0 0,0-1 0 0 0,-1 1-1 0 0,1 0 1 0 0,-1 0-1 0 0,1 0 1 0 0,0 0 0 0 0,-1 0-1 0 0,1 0 1 0 0,0 0 0 0 0,-1 0-1 0 0,1 1 1 0 0,-1-1 0 0 0,1 0-1 0 0,0 0 1 0 0,-1 0-1 0 0,1 1 1 0 0,-1-1 0 0 0,2 1-1 0 0,5 6-796 0 0,-3 1-3528 0 0,-4 0 1376 0 0</inkml:trace>
</inkml:ink>
</file>

<file path=ppt/ink/ink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06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7 264 0 0,'0'0'5053'0'0,"0"-7"223"0"0,7 41-4989 0 0,-2 0-1 0 0,-1 0 1 0 0,-1 0 0 0 0,-3 54-1 0 0,0-58-197 0 0,-3 360 1399 0 0,27-77-605 0 0,0-47-551 0 0,-3-56-227 0 0,-1-37-2 0 0,22 222-88 0 0,-26-267 40 0 0,4 207 27 0 0,-7-173 448 0 0,0 24-107 0 0,-11 199 377 0 0,15 14 665 0 0,9-135-669 0 0,-20-196-506 0 0,-3 2-1 0 0,-3-1 1 0 0,-9 79 0 0 0,3-41 22 0 0,-2 23-106 0 0,3-85-342 0 0,2-1 1 0 0,4 75 0 0 0,3 54-318 0 0,8-27 315 0 0,-12-144 128 0 0,3 7 439 0 0,0-5-1103 0 0,-5-12-4050 0 0,-6-18 2494 0 0,-1 7-3910 0 0,3 7 2469 0 0</inkml:trace>
</inkml:ink>
</file>

<file path=ppt/ink/ink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07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45 460 0 0,'-17'-45'10534'0'0,"17"51"-10269"0"0,-10 302 2490 0 0,10-306-2750 0 0,1 16 174 0 0,-2 1 1 0 0,-5 32 0 0 0,6-49-101 0 0,-4-5-2032 0 0,-17-26-27 0 0,7 4-3278 0 0,7 11 2196 0 0</inkml:trace>
</inkml:ink>
</file>

<file path=ppt/ink/ink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07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0 106 248 0 0,'24'-14'898'0'0,"1"2"0"0"0,0 1 0 0 0,1 1 0 0 0,0 1 0 0 0,48-10 0 0 0,137-10 785 0 0,-200 28-1632 0 0,0 1 0 0 0,0 0 0 0 0,0 1 0 0 0,0 0 0 0 0,0 0 0 0 0,0 1 0 0 0,17 6 0 0 0,14 9-4643 0 0</inkml:trace>
</inkml:ink>
</file>

<file path=ppt/ink/ink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09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21 306 396 0 0,'-1'-18'9785'0'0,"-2"23"-9676"0"0,0 1 1 0 0,1 1-1 0 0,-1-1 1 0 0,1 0-1 0 0,0 0 0 0 0,1 1 1 0 0,0-1-1 0 0,0 1 1 0 0,0-1-1 0 0,0 1 1 0 0,1 0-1 0 0,1-1 0 0 0,-1 1 1 0 0,1 0-1 0 0,1 6 1 0 0,-2-8-51 0 0,1 1 0 0 0,0 0 0 0 0,0 0 0 0 0,0-1 0 0 0,1 1 0 0 0,0-1 1 0 0,0 1-1 0 0,0-1 0 0 0,1 0 0 0 0,-1 0 0 0 0,1 0 0 0 0,0 0 0 0 0,1 0 0 0 0,-1-1 1 0 0,1 1-1 0 0,0-1 0 0 0,0 0 0 0 0,1 0 0 0 0,-1-1 0 0 0,9 6 0 0 0,-10-8-41 0 0,0 0-1 0 0,0 0 0 0 0,0 0 1 0 0,0-1-1 0 0,0 1 1 0 0,0-1-1 0 0,1 0 0 0 0,-1 0 1 0 0,0 0-1 0 0,0 0 1 0 0,0-1-1 0 0,0 1 0 0 0,1-1 1 0 0,-1 0-1 0 0,0 0 1 0 0,0 0-1 0 0,0 0 0 0 0,0 0 1 0 0,-1-1-1 0 0,1 1 1 0 0,4-4-1 0 0,5-4 29 0 0,-1 0 1 0 0,0-1-1 0 0,18-21 1 0 0,-28 30-36 0 0,27 18-69 0 0,-25-14 61 0 0,1-1 0 0 0,-1 1 1 0 0,1-1-1 0 0,-1 1 0 0 0,1-1 0 0 0,0 0 0 0 0,0 0 0 0 0,0-1 0 0 0,0 1 0 0 0,0-1 0 0 0,0 0 0 0 0,0 0 0 0 0,1-1 0 0 0,-1 1 1 0 0,4 0-1 0 0,-5-2 1 0 0,0 1 1 0 0,-1-1 0 0 0,1 1-1 0 0,-1-1 1 0 0,1 0 0 0 0,-1 0-1 0 0,0 0 1 0 0,1 0-1 0 0,-1 0 1 0 0,0 0 0 0 0,1-1-1 0 0,-1 1 1 0 0,0-1 0 0 0,0 0-1 0 0,0 0 1 0 0,-1 1 0 0 0,1-1-1 0 0,0 0 1 0 0,-1-1-1 0 0,1 1 1 0 0,-1 0 0 0 0,0 0-1 0 0,1-1 1 0 0,-1 1 0 0 0,0 0-1 0 0,0-1 1 0 0,0-3 0 0 0,2-2-3 0 0,-1 1 0 0 0,-1-1 0 0 0,1 0 0 0 0,-1 0 0 0 0,0 0 0 0 0,-1 0 0 0 0,0 0 0 0 0,0 0 0 0 0,-1 0 0 0 0,0 0 0 0 0,0 1 0 0 0,-1-1 0 0 0,0 0 0 0 0,0 0 0 0 0,-5-9 0 0 0,1 5-39 0 0,6 23-41 0 0,1-9 72 0 0,0 0 0 0 0,-1 0-1 0 0,1 1 1 0 0,0-1 0 0 0,0 0 0 0 0,0 0-1 0 0,1 0 1 0 0,-1 0 0 0 0,0 0 0 0 0,1 0 0 0 0,-1-1-1 0 0,1 1 1 0 0,0 0 0 0 0,-1-1 0 0 0,1 1-1 0 0,0-1 1 0 0,3 2 0 0 0,9 3 8 0 0,0-1 0 0 0,-1 0 0 0 0,2-1 0 0 0,-1 0-1 0 0,0-1 1 0 0,1-1 0 0 0,-1 0 0 0 0,1-1 0 0 0,0-1 0 0 0,0 0 0 0 0,-1-1 0 0 0,1-1 0 0 0,-1 0 0 0 0,16-5 0 0 0,-23 6 7 0 0,0-1 0 0 0,0 0 0 0 0,1 0 0 0 0,-1-1 0 0 0,-1 0 0 0 0,1 0 0 0 0,0-1 0 0 0,-1 0 1 0 0,0 0-1 0 0,0-1 0 0 0,9-7 0 0 0,-14 11 0 0 0,-3 0-11 0 0,0 1 1 0 0,1 0-1 0 0,-1 0 1 0 0,0 0 0 0 0,1 0-1 0 0,-1 0 1 0 0,1 0-1 0 0,-1 0 1 0 0,0 0-1 0 0,1 1 1 0 0,-1-1 0 0 0,1 1-1 0 0,-1-1 1 0 0,0 1-1 0 0,1-1 1 0 0,0 1 0 0 0,-1 0-1 0 0,1 0 1 0 0,-1 0-1 0 0,1 0 1 0 0,0 0 0 0 0,0 0-1 0 0,-1 0 1 0 0,1 0-1 0 0,0 0 1 0 0,0 1-1 0 0,0-1 1 0 0,0 0 0 0 0,1 1-1 0 0,-1-1 1 0 0,0 1-1 0 0,0-1 1 0 0,1 1 0 0 0,-1-1-1 0 0,1 1 1 0 0,-1-1-1 0 0,1 1 1 0 0,0 0-1 0 0,0-1 1 0 0,0 1 0 0 0,0 2-1 0 0,-1 1 2 0 0,0 0 0 0 0,1-1 0 0 0,0 1 0 0 0,0 0 0 0 0,0 0 0 0 0,0 0 0 0 0,1 0 0 0 0,0 0 0 0 0,0 0 0 0 0,0-1 0 0 0,1 1 0 0 0,-1 0 0 0 0,1-1 0 0 0,0 1 0 0 0,1-1 0 0 0,-1 0 0 0 0,1 1 0 0 0,0-1 0 0 0,0-1 0 0 0,0 1 0 0 0,0 0 0 0 0,1-1 0 0 0,-1 1 0 0 0,1-1 0 0 0,0 0 0 0 0,0 0 0 0 0,0-1 0 0 0,1 1 0 0 0,5 2 0 0 0,-3-2 2 0 0,0-1 1 0 0,0 0-1 0 0,0 0 1 0 0,0 0-1 0 0,0-1 0 0 0,0 0 1 0 0,0 0-1 0 0,0-1 1 0 0,1 0-1 0 0,-1 0 0 0 0,0 0 1 0 0,0-1-1 0 0,0 0 1 0 0,0-1-1 0 0,0 0 0 0 0,0 0 1 0 0,0 0-1 0 0,0-1 0 0 0,-1 0 1 0 0,9-5-1 0 0,-7 2 2 0 0,1-1 0 0 0,-1 1 0 0 0,0-2 0 0 0,0 1 0 0 0,-1-1 0 0 0,0 0 0 0 0,-1-1 0 0 0,0 1 0 0 0,0-1 0 0 0,0-1 0 0 0,-1 1 0 0 0,-1-1 0 0 0,0 0 0 0 0,0 0 0 0 0,-1 0 0 0 0,0 0 0 0 0,2-16 0 0 0,-2 3-7 0 0,-1 0 1 0 0,-1-1-1 0 0,-1 1 0 0 0,-1 0 0 0 0,-1 0 0 0 0,-1 0 0 0 0,-11-43 0 0 0,-5 16 21 0 0,18 48-28 0 0,-2 0 11 0 0,3 1-3 0 0,0 1 1 0 0,0 0-1 0 0,0 0 1 0 0,0-1-1 0 0,0 1 1 0 0,0 0-1 0 0,0 0 1 0 0,0-1-1 0 0,0 1 1 0 0,0 0-1 0 0,-1 0 1 0 0,1 0-1 0 0,0-1 1 0 0,0 1-1 0 0,0 0 1 0 0,0 0-1 0 0,-1 0 1 0 0,1 0-1 0 0,0-1 1 0 0,0 1-1 0 0,0 0 1 0 0,-1 0-1 0 0,1 0 1 0 0,0 0-1 0 0,0 0 1 0 0,-1 0-1 0 0,1 0 1 0 0,0 0-1 0 0,0 0 1 0 0,0 0-1 0 0,-1 0 1 0 0,1 0-1 0 0,0 0 1 0 0,0 0-1 0 0,-1 0 1 0 0,1 0-1 0 0,0 0 1 0 0,0 0-1 0 0,-1 0 1 0 0,1 0-1 0 0,0 0 0 0 0,0 0 1 0 0,-1 0-1 0 0,1 0 1 0 0,0 0-1 0 0,-1 1 1 0 0,-3 6-2 0 0,1 0 1 0 0,-1 0-1 0 0,1 1 1 0 0,0 0-1 0 0,1 0 0 0 0,0-1 1 0 0,0 1-1 0 0,1 1 1 0 0,0-1-1 0 0,0 0 1 0 0,0 0-1 0 0,2 0 0 0 0,-1 0 1 0 0,1 1-1 0 0,2 12 1 0 0,2 9 8 0 0,2-1 1 0 0,0 0-1 0 0,13 30 1 0 0,-16-47 7 0 0,22 48-9 0 0,-24-56 1 0 0,0 0 0 0 0,1 1 0 0 0,0-1 0 0 0,0 0-1 0 0,0 0 1 0 0,0 0 0 0 0,1-1 0 0 0,0 1 0 0 0,-1-1 0 0 0,8 5 0 0 0,-9-7-4 0 0,1 0 1 0 0,-1-1 0 0 0,1 1 0 0 0,-1 0-1 0 0,1-1 1 0 0,-1 0 0 0 0,1 1-1 0 0,0-1 1 0 0,-1 0 0 0 0,1 0 0 0 0,-1-1-1 0 0,1 1 1 0 0,0-1 0 0 0,-1 1 0 0 0,1-1-1 0 0,-1 0 1 0 0,0 0 0 0 0,1 0 0 0 0,-1 0-1 0 0,0 0 1 0 0,1 0 0 0 0,-1-1-1 0 0,0 1 1 0 0,0-1 0 0 0,0 1 0 0 0,2-3-1 0 0,1 0 11 0 0,-1 0-1 0 0,0-1 1 0 0,0 1-1 0 0,0-1 0 0 0,0 1 1 0 0,-1-1-1 0 0,0 0 1 0 0,5-11-1 0 0,-8 16-15 0 0,0-1 1 0 0,0 1-1 0 0,0-1 0 0 0,0 1 1 0 0,0-1-1 0 0,0 1 1 0 0,0-1-1 0 0,0 1 0 0 0,0-1 1 0 0,1 1-1 0 0,-1-1 0 0 0,0 1 1 0 0,0-1-1 0 0,0 1 0 0 0,1-1 1 0 0,-1 1-1 0 0,0-1 1 0 0,0 1-1 0 0,1-1 0 0 0,-1 1 1 0 0,0 0-1 0 0,1-1 0 0 0,-1 1 1 0 0,1 0-1 0 0,-1-1 0 0 0,0 1 1 0 0,1 0-1 0 0,-1-1 1 0 0,1 1-1 0 0,-1 0 0 0 0,1 0 1 0 0,-1-1-1 0 0,1 1 0 0 0,-1 0 1 0 0,1 0-1 0 0,-1 0 1 0 0,1 0-1 0 0,-1 0 0 0 0,1 0 1 0 0,-1 0-1 0 0,1 0 0 0 0,-1 0 1 0 0,1 0-1 0 0,-1 0 0 0 0,1 0 1 0 0,-1 0-1 0 0,1 0 1 0 0,-1 1-1 0 0,1-1 0 0 0,-1 0 1 0 0,1 0-1 0 0,-1 1 0 0 0,1-1 1 0 0,-1 0-1 0 0,1 0 0 0 0,-1 1 1 0 0,0-1-1 0 0,1 1 1 0 0,-1-1-1 0 0,1 0 0 0 0,-1 1 1 0 0,0-1-1 0 0,0 1 0 0 0,1 0 1 0 0,20 35-17 0 0,-16-27 4 0 0,-3-6 14 0 0,0 1 2 0 0,0 0 0 0 0,0-1 0 0 0,1 1 0 0 0,0-1 0 0 0,-1 0 0 0 0,1 0 0 0 0,0 0 0 0 0,0 0 0 0 0,1 0 0 0 0,-1-1 0 0 0,1 1 0 0 0,-1-1 0 0 0,1 0 0 0 0,0 0 0 0 0,-1 0 0 0 0,1 0 0 0 0,0-1 0 0 0,0 0 0 0 0,1 0 0 0 0,-1 0 0 0 0,0 0 0 0 0,0-1 0 0 0,0 1 0 0 0,1-1 0 0 0,6-1 0 0 0,-9 1 2 0 0,1 0 1 0 0,-1-1 0 0 0,0 0-1 0 0,1 1 1 0 0,-1-1-1 0 0,0 0 1 0 0,0 0-1 0 0,1 0 1 0 0,-1-1-1 0 0,0 1 1 0 0,0 0-1 0 0,0-1 1 0 0,0 0 0 0 0,-1 1-1 0 0,1-1 1 0 0,0 0-1 0 0,-1 0 1 0 0,1 0-1 0 0,-1 0 1 0 0,0 0-1 0 0,1 0 1 0 0,1-4-1 0 0,0-1 8 0 0,0 0 0 0 0,0 0 0 0 0,-1 0 0 0 0,0 0 0 0 0,0-1 0 0 0,1-8 0 0 0,-3 15-13 0 0,0 0 1 0 0,0 0-1 0 0,0 0 1 0 0,0 0-1 0 0,0 1 1 0 0,0-1-1 0 0,0 0 1 0 0,0 0-1 0 0,0 0 1 0 0,1 0-1 0 0,-1 0 1 0 0,0 1-1 0 0,1-1 1 0 0,-1 0-1 0 0,0 0 1 0 0,1 0-1 0 0,-1 1 0 0 0,1-1 1 0 0,-1 0-1 0 0,1 1 1 0 0,-1-1-1 0 0,2 0 1 0 0,11 11-69 0 0,20 15 17 0 0,-21-21 57 0 0,0-1 0 0 0,1 0-1 0 0,-1 0 1 0 0,1-1 0 0 0,0-1 0 0 0,0 0 0 0 0,-1-1 0 0 0,1 0-1 0 0,0-1 1 0 0,0-1 0 0 0,-1 0 0 0 0,1 0 0 0 0,-1-2 0 0 0,1 1-1 0 0,19-10 1 0 0,-29 11-1 0 0,-1 1 0 0 0,0-1-1 0 0,0 0 1 0 0,1-1-1 0 0,-1 1 1 0 0,-1 0 0 0 0,1-1-1 0 0,0 1 1 0 0,-1-1 0 0 0,1 1-1 0 0,-1-1 1 0 0,0 0-1 0 0,0 0 1 0 0,0 1 0 0 0,0-1-1 0 0,1-4 1 0 0,-2 6-6 0 0,-4-6 25 0 0,4 7-17 0 0,0 0-1 0 0,1-1 1 0 0,-1 1 0 0 0,-1 0 0 0 0,1-1 0 0 0,0 1 0 0 0,0-1 0 0 0,0 1 0 0 0,0 0 0 0 0,0-1-1 0 0,0 1 1 0 0,0 0 0 0 0,0 0 0 0 0,0-1 0 0 0,-1 1 0 0 0,1 0 0 0 0,0-1 0 0 0,0 1 0 0 0,0 0-1 0 0,-1 0 1 0 0,1-1 0 0 0,0 1 0 0 0,0 0 0 0 0,-1 0 0 0 0,1-1 0 0 0,0 1 0 0 0,-1 0 0 0 0,1 0-1 0 0,0 0 1 0 0,-1 0 0 0 0,1-1 0 0 0,0 1 0 0 0,-1 0 0 0 0,1 0 0 0 0,-1 0 0 0 0,0 0 11 0 0,0 0 0 0 0,0 1 0 0 0,-1-1 0 0 0,1 1 0 0 0,0-1 0 0 0,0 1 0 0 0,0-1 0 0 0,-1 1 0 0 0,1-1 0 0 0,0 1 0 0 0,0 0 0 0 0,0 0 0 0 0,0 0 1 0 0,0-1-1 0 0,0 1 0 0 0,1 0 0 0 0,-1 0 0 0 0,0 0 0 0 0,0 0 0 0 0,0 2 0 0 0,-1 0 16 0 0,3 1-21 0 0,0 0 1 0 0,0 0-1 0 0,0 0 1 0 0,1 0-1 0 0,0 0 1 0 0,-1-1-1 0 0,1 1 1 0 0,3 3-1 0 0,24 27-1182 0 0,-7-14-6412 0 0,-13-13 4266 0 0</inkml:trace>
</inkml:ink>
</file>

<file path=ppt/ink/ink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1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34 436 0 0,'0'0'641'0'0,"4"-33"7426"0"0,-9 67-7571 0 0,-1 0 135 0 0,2 0-1 0 0,2 0 1 0 0,1 41-1 0 0,1-73-564 0 0,-2 14 387 0 0,0-7-4515 0 0</inkml:trace>
</inkml:ink>
</file>

<file path=ppt/ink/ink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2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32 0 0,'1'-2'191'0'0,"0"1"0"0"0,0 0 1 0 0,0 0-1 0 0,1-1 0 0 0,-1 1 0 0 0,1 0 0 0 0,-1 0 1 0 0,1 1-1 0 0,-1-1 0 0 0,1 0 0 0 0,-1 0 1 0 0,1 1-1 0 0,0-1 0 0 0,-1 1 0 0 0,1-1 0 0 0,0 1 1 0 0,0 0-1 0 0,-1 0 0 0 0,1-1 0 0 0,0 1 0 0 0,0 0 1 0 0,-1 1-1 0 0,1-1 0 0 0,0 0 0 0 0,3 1 1 0 0,-1 2-37 0 0,1-1 0 0 0,-1 1 1 0 0,1 0-1 0 0,-1 0 0 0 0,0 1 1 0 0,0-1-1 0 0,4 5 1 0 0,17 15 464 0 0,-11-13-422 0 0,23 17 411 0 0,65 60 0 0 0,-64-36-1596 0 0,-37-50 274 0 0,0 9-4418 0 0</inkml:trace>
</inkml:ink>
</file>

<file path=ppt/ink/ink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2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0 164 0 0,'-2'2'7571'0'0,"-10"16"-7406"0"0,6-3 180 0 0,0 0 0 0 0,1 0 0 0 0,1 0 0 0 0,1 0 1 0 0,-4 31-1 0 0,6-32-580 0 0,-1 0 0 0 0,0 0 0 0 0,-2-1 1 0 0,1 1-1 0 0,-11 24 0 0 0,8-18-4407 0 0,4-9 2434 0 0</inkml:trace>
</inkml:ink>
</file>

<file path=ppt/ink/ink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2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12 652 0 0,'0'-1'265'0'0,"1"1"0"0"0,-1-1 0 0 0,0 1 0 0 0,0-1 0 0 0,1 0 1 0 0,-1 1-1 0 0,0-1 0 0 0,1 1 0 0 0,-1-1 0 0 0,1 1 0 0 0,-1-1 0 0 0,0 1 0 0 0,1-1 0 0 0,-1 1 0 0 0,1-1 0 0 0,0 1 1 0 0,-1 0-1 0 0,1-1 0 0 0,-1 1 0 0 0,1 0 0 0 0,-1 0 0 0 0,1-1 0 0 0,0 1 0 0 0,-1 0 0 0 0,1 0 0 0 0,0 0 0 0 0,2 3-80 0 0,-1 0-1 0 0,1 0 0 0 0,-1 0 1 0 0,0 1-1 0 0,0-1 1 0 0,-1 1-1 0 0,1-1 0 0 0,-1 1 1 0 0,1 0-1 0 0,-1-1 0 0 0,0 1 1 0 0,-1 0-1 0 0,1 6 1 0 0,-1 60 1047 0 0,-2-32-792 0 0,-3-5 363 0 0,0-6-2078 0 0,5-11-5728 0 0</inkml:trace>
</inkml:ink>
</file>

<file path=ppt/ink/ink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3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36 140 0 0,'0'-2'-279'0'0,"4"-18"4069"0"0,-4 19-3702 0 0,1 1 0 0 0,-1-1 0 0 0,0 1 0 0 0,0 0 1 0 0,0-1-1 0 0,0 1 0 0 0,0-1 0 0 0,0 1 0 0 0,0-1 0 0 0,0 1 0 0 0,0-1 0 0 0,0 1 0 0 0,0 0 1 0 0,0-1-1 0 0,0 1 0 0 0,0-1 0 0 0,0 1 0 0 0,-1-1 0 0 0,1 1 0 0 0,0 0 0 0 0,0-1 0 0 0,0 1 1 0 0,-1-1-1 0 0,1 1 0 0 0,0 0 0 0 0,0-1 0 0 0,-1 1 0 0 0,1 0 0 0 0,0-1 0 0 0,-1 1 0 0 0,1 0 0 0 0,-1-1 747 0 0,-23 4 536 0 0,18-1-1217 0 0,0 1 0 0 0,0 0 0 0 0,0 1 1 0 0,0-1-1 0 0,1 1 0 0 0,0 0 0 0 0,-1 1 0 0 0,2-1 0 0 0,-1 1 0 0 0,0 0 0 0 0,1 0 0 0 0,0 0 0 0 0,0 1 1 0 0,-4 8-1 0 0,5-10-109 0 0,1 0 0 0 0,0 0 0 0 0,0 0-1 0 0,0 0 1 0 0,1 1 0 0 0,0-1 0 0 0,0 1 0 0 0,0-1 0 0 0,0 1 0 0 0,0-1 0 0 0,1 1 0 0 0,0-1 0 0 0,0 1 0 0 0,0 0 0 0 0,1-1 0 0 0,0 1 0 0 0,-1-1 0 0 0,2 1 0 0 0,-1-1 0 0 0,0 0 0 0 0,1 1 0 0 0,4 7 0 0 0,-5-11-33 0 0,1 1 0 0 0,0 0-1 0 0,0-1 1 0 0,0 1 0 0 0,0-1 0 0 0,0 1 0 0 0,0-1 0 0 0,0 0 0 0 0,0 0 0 0 0,1 0-1 0 0,-1 0 1 0 0,0 0 0 0 0,1-1 0 0 0,-1 1 0 0 0,0-1 0 0 0,1 1 0 0 0,-1-1-1 0 0,1 0 1 0 0,-1 0 0 0 0,1 0 0 0 0,-1 0 0 0 0,1-1 0 0 0,-1 1 0 0 0,0-1 0 0 0,1 1-1 0 0,-1-1 1 0 0,4-1 0 0 0,7-1 20 0 0,-10 3-24 0 0,15-4 54 0 0,-11 3-50 0 0,-5 1-6 0 0,2 3-15 0 0,-4-3 12 0 0,0 0 1 0 0,0 0-1 0 0,1 0 1 0 0,-1 0-1 0 0,0 0 0 0 0,0 0 1 0 0,1 0-1 0 0,-1 0 1 0 0,0 0-1 0 0,0 0 0 0 0,0 0 1 0 0,1 1-1 0 0,-1-1 1 0 0,0 0-1 0 0,0 0 0 0 0,0 0 1 0 0,1 0-1 0 0,-1 0 1 0 0,0 1-1 0 0,0-1 0 0 0,0 0 1 0 0,0 0-1 0 0,1 0 1 0 0,-1 1-1 0 0,0-1 0 0 0,0 0 1 0 0,0 0-1 0 0,0 0 1 0 0,0 1-1 0 0,0-1 0 0 0,0 0 1 0 0,0 0-1 0 0,0 1 1 0 0,0-1-1 0 0,0 0 0 0 0,0 0 1 0 0,0 1-1 0 0,0-1 1 0 0,0 0-1 0 0,0 0 0 0 0,0 1 1 0 0,0-1-1 0 0,-36 117 570 0 0,32-75-931 0 0,6-19-5061 0 0</inkml:trace>
</inkml:ink>
</file>

<file path=ppt/ink/ink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3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3 628 0 0,'1'0'105'0'0,"-1"-1"0"0"0,0 1 1 0 0,0 0-1 0 0,0 0 0 0 0,0 0 0 0 0,1 0 1 0 0,-1 0-1 0 0,0-1 0 0 0,0 1 0 0 0,0 0 0 0 0,0 0 1 0 0,1 0-1 0 0,-1 0 0 0 0,0 0 0 0 0,0 0 1 0 0,1 0-1 0 0,-1 0 0 0 0,0 0 0 0 0,0 0 0 0 0,0 0 1 0 0,1 0-1 0 0,-1 0 0 0 0,0 0 0 0 0,0 0 1 0 0,0 0-1 0 0,1 0 0 0 0,-1 0 0 0 0,0 0 0 0 0,0 0 1 0 0,0 0-1 0 0,1 0 0 0 0,-1 0 0 0 0,0 1 1 0 0,0-1-1 0 0,0 0 0 0 0,1 0 0 0 0,-1 0 0 0 0,0 0 1 0 0,0 0-1 0 0,0 1 0 0 0,0-1 0 0 0,0 0 1 0 0,1 0-1 0 0,-1 0 0 0 0,0 0 0 0 0,0 1 0 0 0,0-1 1 0 0,0 0-1 0 0,0 0 0 0 0,0 0 0 0 0,0 1 1 0 0,0-1-1 0 0,0 0 0 0 0,0 0 0 0 0,0 0 0 0 0,0 1 1 0 0,5 23 1945 0 0,-3 28-975 0 0,-2-50-777 0 0,-2 19 151 0 0,0 0-1 0 0,-1 0 1 0 0,-10 35 0 0 0,1-5-1476 0 0,12-49 461 0 0,0 8-607 0 0</inkml:trace>
</inkml:ink>
</file>

<file path=ppt/ink/ink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4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13 224 0 0,'0'-1'257'0'0,"0"0"0"0"0,0 1 0 0 0,0-1 1 0 0,0 1-1 0 0,0-1 0 0 0,0 1 0 0 0,0-1 0 0 0,1 1 0 0 0,-1-1 0 0 0,0 1 1 0 0,0-1-1 0 0,1 1 0 0 0,-1-1 0 0 0,0 1 0 0 0,0-1 0 0 0,1 1 1 0 0,-1-1-1 0 0,1 1 0 0 0,-1 0 0 0 0,0-1 0 0 0,1 1 0 0 0,-1 0 0 0 0,1-1 1 0 0,-1 1-1 0 0,1 0 0 0 0,-1 0 0 0 0,2-1 0 0 0,3 15 1439 0 0,-3 37-88 0 0,-9 20-184 0 0,5-38-971 0 0,-1 1 1 0 0,-2 0-1 0 0,-9 33 1 0 0,9-49-286 0 0,-6 17-527 0 0,10-34 173 0 0,1 0 0 0 0,-1 0 0 0 0,0 0 0 0 0,0 0 0 0 0,1-1 0 0 0,-1 1 0 0 0,0 0 0 0 0,0 0 0 0 0,0-1 0 0 0,0 1 0 0 0,0 0 0 0 0,0-1 0 0 0,0 1 0 0 0,0-1 0 0 0,-2 2 0 0 0,1-2-882 0 0</inkml:trace>
</inkml:ink>
</file>

<file path=ppt/ink/ink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4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54 404 0 0,'2'-3'313'0'0,"1"0"-1"0"0,-1 0 1 0 0,0 0-1 0 0,1 0 1 0 0,-1 0-1 0 0,1 1 1 0 0,0 0-1 0 0,0-1 1 0 0,0 1-1 0 0,0 0 1 0 0,1 0-1 0 0,-1 1 1 0 0,0-1-1 0 0,1 1 1 0 0,6-3-1 0 0,58-5 1721 0 0,-18 4-2706 0 0,-30 7-2667 0 0,-7-2 1412 0 0</inkml:trace>
</inkml:ink>
</file>

<file path=ppt/ink/ink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4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71 16 0 0,'0'0'6949'0'0,"2"5"-6355"0"0,2 5-181 0 0,-1 0 0 0 0,1 1 0 0 0,-2 0 0 0 0,1 0 0 0 0,-2 0 0 0 0,1 0 0 0 0,-1 0 0 0 0,-1 0 0 0 0,0 1 0 0 0,-1-1 0 0 0,0 0 0 0 0,-5 21 0 0 0,5-30-474 0 0,1 0-1 0 0,-1 0 1 0 0,0 0-1 0 0,0 0 1 0 0,0 0 0 0 0,0-1-1 0 0,0 1 1 0 0,-1 0 0 0 0,1 0-1 0 0,-1-1 1 0 0,1 1 0 0 0,-1-1-1 0 0,1 1 1 0 0,-1-1 0 0 0,0 0-1 0 0,1 0 1 0 0,-4 2 0 0 0,4-2-565 0 0,-26-1-5738 0 0</inkml:trace>
  <inkml:trace contextRef="#ctx0" brushRef="#br0" timeOffset="1">1 43 548 0 0,'2'-3'369'0'0,"1"0"1"0"0,0 0-1 0 0,0 0 1 0 0,1 0-1 0 0,-1 0 0 0 0,1 0 1 0 0,-1 1-1 0 0,1 0 0 0 0,0 0 1 0 0,0 0-1 0 0,0 0 1 0 0,0 0-1 0 0,0 1 0 0 0,0 0 1 0 0,1 0-1 0 0,-1 0 0 0 0,8 0 1 0 0,6-2-853 0 0,1 2 1 0 0,31 1-1 0 0,-34 1-1694 0 0,2 0 165 0 0</inkml:trace>
</inkml:ink>
</file>

<file path=ppt/ink/ink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7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40 296 0 0,'-1'-3'562'0'0,"1"0"-1"0"0,0 1 1 0 0,-1-1-1 0 0,0 0 1 0 0,1 1-1 0 0,-1-1 1 0 0,0 0 0 0 0,0 1-1 0 0,-1-1 1 0 0,1 1-1 0 0,0 0 1 0 0,-1-1 0 0 0,-2-2-1 0 0,3 4 332 0 0,0 6-786 0 0,-4 33 315 0 0,2 0 1 0 0,1 0 0 0 0,2 1-1 0 0,2-1 1 0 0,9 53 0 0 0,2 82 203 0 0,-11-62 256 0 0,18 118 1 0 0,-9-146-666 0 0,25 232 677 0 0,-5 84-288 0 0,-25-353-562 0 0,16 61-1 0 0,-2-18-25 0 0,20 97-22 0 0,-22-96 13 0 0,-3 2 1 0 0,3 136-1 0 0,0 35 19 0 0,-1-63-11 0 0,-11 4 759 0 0,7 57 109 0 0,-2-89-190 0 0,-8-119-608 0 0,0 75 20 0 0,-9 102-58 0 0,-13 12 334 0 0,17-217-118 0 0,2-1 0 0 0,5 42-1 0 0,-3-22-124 0 0,-2-33-126 0 0,0 0 0 0 0,0-1 0 0 0,1 1 0 0 0,1-1 0 0 0,4 16 1 0 0,-5-21-11 0 0,0 0 0 0 0,0 1 0 0 0,0-1 1 0 0,0 0-1 0 0,-1 1 0 0 0,0 6 1 0 0,3 32-9 0 0,6 0-12 0 0,-2-7 24 0 0,2-5-3 0 0,-9-28-4 0 0,0 5 1 0 0,1 9 24 0 0,0-9-27 0 0,-1 1 1 0 0,0-1 0 0 0,-1 0-1 0 0,-3 19 1 0 0,-2 36 23 0 0,-10-9-7 0 0,-8-8 21 0 0,24-46-45 0 0,-20 35 60 0 0,19-36-54 0 0,1 1 1 0 0,0 0-1 0 0,0-1 1 0 0,-1 1 0 0 0,1-1-1 0 0,-1 1 1 0 0,1 0 0 0 0,0-1-1 0 0,-1 1 1 0 0,1-1 0 0 0,-1 1-1 0 0,1-1 1 0 0,-1 1-1 0 0,1-1 1 0 0,-1 0 0 0 0,0 1-1 0 0,1-1 1 0 0,-1 0 0 0 0,1 1-1 0 0,-1-1 1 0 0,0 0 0 0 0,1 0-1 0 0,-1 1 1 0 0,0-1-1 0 0,1 0 1 0 0,-1 0 0 0 0,0 0-1 0 0,1 0 1 0 0,-1 0 0 0 0,0 0-1 0 0,1 0 1 0 0,-1 0 0 0 0,0 0-1 0 0,1 0 1 0 0,-1-1-1 0 0,0 1 1 0 0,1 0 0 0 0,-2-1-1 0 0,1-1-113 0 0,-1 1-1 0 0,1-1 0 0 0,0 0 0 0 0,0 0 0 0 0,0-1 0 0 0,0 1 1 0 0,0 0-1 0 0,0 0 0 0 0,1 0 0 0 0,-1-1 0 0 0,0-3 0 0 0,-5-71-5874 0 0,6 75 5589 0 0,1-25-4258 0 0,1 0 354 0 0</inkml:trace>
</inkml:ink>
</file>

<file path=ppt/ink/ink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9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11 72 0 0,'-15'-10'3315'0'0,"7"12"115"0"0,8 2-3247 0 0,0-1 1 0 0,0 1-1 0 0,1-1 1 0 0,-1 1-1 0 0,1-1 1 0 0,-1 0-1 0 0,1 1 1 0 0,0-1-1 0 0,2 4 0 0 0,18 53 967 0 0,44 82-1 0 0,-29-54-666 0 0,-33-78-291 0 0,-1-1 0 0 0,0 0 0 0 0,0 1-1 0 0,0-1 1 0 0,-1 1 0 0 0,-1 0-1 0 0,0 15 1 0 0,0-24-154 0 0,-1 0 0 0 0,1 0 0 0 0,-1 1 0 0 0,1-1 0 0 0,-1 0 0 0 0,1 0 0 0 0,-1 0 0 0 0,0 0 0 0 0,0 0 0 0 0,1 0 0 0 0,-1 0 0 0 0,0 0-1 0 0,0 0 1 0 0,0 0 0 0 0,0-1 0 0 0,0 1 0 0 0,0 0 0 0 0,0 0 0 0 0,0-1 0 0 0,-1 1 0 0 0,1-1 0 0 0,0 1 0 0 0,0-1 0 0 0,0 0 0 0 0,-1 1 0 0 0,1-1 0 0 0,0 0 0 0 0,0 0 0 0 0,-1 0 0 0 0,1 0-1 0 0,0 0 1 0 0,0 0 0 0 0,-1 0 0 0 0,1 0 0 0 0,0-1 0 0 0,0 1 0 0 0,-1 0 0 0 0,1-1 0 0 0,-1 0 0 0 0,-51-17 316 0 0,50 17-330 0 0,-19-9-776 0 0,0 1 0 0 0,0 1-1 0 0,-43-10 1 0 0,44 10-2400 0 0,14 4-552 0 0,-6-3 894 0 0</inkml:trace>
</inkml:ink>
</file>

<file path=ppt/ink/ink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19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65 608 0 0,'4'0'784'0'0,"396"-47"6323"0"0,-350 41-6630 0 0,55-4 590 0 0,-102 10-999 0 0,-2-1-76 0 0,0 1 0 0 0,0 0-1 0 0,0 0 1 0 0,0-1 0 0 0,0 1 0 0 0,0 0 0 0 0,0 0 0 0 0,0 0 0 0 0,0 0-1 0 0,0 0 1 0 0,0 0 0 0 0,0 1 0 0 0,0-1 0 0 0,0 0 0 0 0,-1 0-1 0 0,1 1 1 0 0,0-1 0 0 0,0 1 0 0 0,0-1 0 0 0,0 0 0 0 0,1 2 0 0 0,-1 0-399 0 0,-1 2 612 0 0,-2 3-5879 0 0,-5 9 3390 0 0</inkml:trace>
</inkml:ink>
</file>

<file path=ppt/ink/ink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1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0 413 120 0 0,'16'-29'7971'0'0,"-3"15"-3963"0"0,-7 16-1683 0 0,-4 30-864 0 0,-1-3-1310 0 0,18 63 344 0 0,-17-86-476 0 0,0 1 1 0 0,0 0-1 0 0,1-1 1 0 0,0 0-1 0 0,0 1 1 0 0,1-1-1 0 0,0-1 0 0 0,0 1 1 0 0,0 0-1 0 0,9 7 1 0 0,-12-12-13 0 0,0 0 0 0 0,0 0 0 0 0,1 0 1 0 0,-1 0-1 0 0,0 0 0 0 0,1 0 0 0 0,-1-1 0 0 0,1 1 1 0 0,-1 0-1 0 0,1-1 0 0 0,0 0 0 0 0,-1 1 1 0 0,1-1-1 0 0,-1 0 0 0 0,1 0 0 0 0,0 0 0 0 0,-1 0 1 0 0,1 0-1 0 0,0 0 0 0 0,-1 0 0 0 0,1 0 0 0 0,-1-1 1 0 0,3 0-1 0 0,-1 0-1 0 0,1-1 0 0 0,-1 0 1 0 0,0 0-1 0 0,1 0 0 0 0,-1 0 0 0 0,0-1 1 0 0,-1 1-1 0 0,1-1 0 0 0,4-5 1 0 0,-1 1 9 0 0,-1 0 0 0 0,0 0 1 0 0,-1 0-1 0 0,0-1 1 0 0,0 0-1 0 0,0 0 1 0 0,-1 0-1 0 0,2-9 1 0 0,-4 16-8 0 0,0-2 2 0 0,-2 2-15 0 0,1 0-1 0 0,1 1 0 0 0,-1-1 0 0 0,0 0 0 0 0,0 1 1 0 0,0-1-1 0 0,0 1 0 0 0,0-1 0 0 0,1 0 0 0 0,-1 1 1 0 0,0-1-1 0 0,0 0 0 0 0,1 1 0 0 0,-1-1 0 0 0,0 1 1 0 0,1-1-1 0 0,-1 1 0 0 0,1-1 0 0 0,-1 1 0 0 0,1-1 1 0 0,-1 1-1 0 0,1-1 0 0 0,-1 1 0 0 0,1 0 0 0 0,-1-1 1 0 0,1 1-1 0 0,0 0 0 0 0,0-1 0 0 0,33 25-29 0 0,-22-15 27 0 0,0 0 0 0 0,0-1 1 0 0,22 10-1 0 0,-29-16 13 0 0,0 0 0 0 0,-1-1 0 0 0,1 1 1 0 0,0-1-1 0 0,0 0 0 0 0,0-1 0 0 0,0 1 0 0 0,0-1 0 0 0,0 0 1 0 0,0 0-1 0 0,0 0 0 0 0,0-1 0 0 0,-1 0 0 0 0,1 0 0 0 0,6-2 1 0 0,-3-1-5 0 0,0 0 1 0 0,-1 0-1 0 0,1-1 1 0 0,-1 0-1 0 0,0 0 1 0 0,-1-1-1 0 0,1 0 1 0 0,-1 0-1 0 0,0 0 1 0 0,-1-1-1 0 0,1 0 1 0 0,-1 0 0 0 0,-1 0-1 0 0,1-1 1 0 0,-1 0-1 0 0,-1 0 1 0 0,0 0-1 0 0,0 0 1 0 0,3-12-1 0 0,5-20-11 0 0,-3 1 0 0 0,7-71 0 0 0,-15 105 10 0 0,3-15 2 0 0,-1 0 0 0 0,-1 0 0 0 0,-1 0 0 0 0,0 0 0 0 0,-2 0 0 0 0,-6-33 0 0 0,-4 6-16 0 0,11 45 9 0 0,-1 8-93 0 0,-3 11 90 0 0,0 0-1 0 0,1 1 1 0 0,1 0-1 0 0,1 0 1 0 0,0 0 0 0 0,2 1-1 0 0,0-1 1 0 0,1 0-1 0 0,3 19 1 0 0,5 18-8 0 0,27 94 1 0 0,-33-136 17 0 0,28 76 8 0 0,-28-83-10 0 0,0 1 1 0 0,1-1-1 0 0,-1 0 0 0 0,1 0 1 0 0,1 0-1 0 0,-1-1 0 0 0,1 1 1 0 0,0-1-1 0 0,0 0 1 0 0,11 7-1 0 0,-13-10 5 0 0,-1-1 0 0 0,1 0 0 0 0,0 0 0 0 0,0 0 0 0 0,1-1 0 0 0,-1 1 0 0 0,0-1 0 0 0,0 1 0 0 0,0-1 0 0 0,0 0 0 0 0,0 0 0 0 0,0 0 0 0 0,1-1 0 0 0,-1 1 0 0 0,0-1 0 0 0,0 0 0 0 0,0 0 0 0 0,0 0 0 0 0,0 0 0 0 0,0 0 0 0 0,-1 0 0 0 0,1-1 0 0 0,0 0 0 0 0,-1 1 0 0 0,1-1 0 0 0,-1 0 0 0 0,1 0 0 0 0,-1-1 0 0 0,0 1 0 0 0,0 0 0 0 0,0-1 0 0 0,0 1 0 0 0,0-1 0 0 0,-1 0 0 0 0,1 1 1 0 0,-1-1-1 0 0,0 0 0 0 0,2-5 0 0 0,-3 7 1 0 0,-18 41-4033 0 0,17-38 2719 0 0,-2 5-4544 0 0</inkml:trace>
</inkml:ink>
</file>

<file path=ppt/ink/ink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1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31 808 0 0,'8'-30'5969'0'0,"-8"30"-6032"0"0,1 0 1 0 0,-1-1 0 0 0,1 1 0 0 0,-1 0 0 0 0,1 0-1 0 0,-1 0 1 0 0,1 0 0 0 0,-1 0 0 0 0,0 0-1 0 0,1 0 1 0 0,-1 0 0 0 0,1 0 0 0 0,-1 0-1 0 0,1 0 1 0 0,-1 0 0 0 0,1 1 0 0 0,-1-1 0 0 0,0 0-1 0 0,1 0 1 0 0,-1 0 0 0 0,1 1 0 0 0,-1-1-1 0 0,0 0 1 0 0,1 0 0 0 0,-1 1 0 0 0,1-1 0 0 0,-1 0-1 0 0,0 1 1 0 0,0-1 0 0 0,1 0 0 0 0,-1 1-1 0 0,0-1 1 0 0,0 0 0 0 0,1 1 0 0 0,-1-1 0 0 0,0 1-1 0 0,0-1 1 0 0,0 1 0 0 0,0-1 0 0 0,1 0-1 0 0,-1 1 1 0 0,0-1 0 0 0,0 1 0 0 0,0-1 0 0 0,0 1-1 0 0,1 2-148 0 0,1 1-1872 0 0</inkml:trace>
</inkml:ink>
</file>

<file path=ppt/ink/ink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2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3 164 0 0,'8'-3'1158'0'0,"-3"4"2029"0"0,-3 0-2989 0 0,0 0 1 0 0,0 0-1 0 0,-1 0 1 0 0,1 1-1 0 0,0-1 1 0 0,-1 1-1 0 0,1-1 0 0 0,-1 1 1 0 0,1-1-1 0 0,-1 1 1 0 0,0 0-1 0 0,1 0 0 0 0,-1 0 1 0 0,0 0-1 0 0,0 0 1 0 0,-1 0-1 0 0,1 0 1 0 0,1 4-1 0 0,7 49 1574 0 0,1-2-679 0 0,-9-48-1031 0 0,9 13 423 0 0,6-17-278 0 0,-13-2-178 0 0,20-19 102 0 0,-21 17-128 0 0,6-11 61 0 0,0 0 1 0 0,11-28-1 0 0,-18 40-64 0 0,1 6-57 0 0,6 14 50 0 0,-6-11 11 0 0,1-1 0 0 0,-1 0 0 0 0,1 0 1 0 0,0-1-1 0 0,1 1 0 0 0,-1 0 1 0 0,1-1-1 0 0,0 0 0 0 0,6 6 0 0 0,-9-11-2 0 0,0 1-1 0 0,0 0 1 0 0,1 0-1 0 0,-1-1 1 0 0,0 1-1 0 0,1-1 0 0 0,-1 1 1 0 0,1-1-1 0 0,-1 0 1 0 0,1 1-1 0 0,-1-1 1 0 0,1 0-1 0 0,-1 0 0 0 0,1 0 1 0 0,-1 0-1 0 0,0 0 1 0 0,1 0-1 0 0,-1-1 1 0 0,1 1-1 0 0,-1 0 0 0 0,1-1 1 0 0,2 0-1 0 0,2-1 6 0 0,37-12-5 0 0,-22 7-8 0 0,0 0 0 0 0,0 2-1 0 0,34-5 1 0 0,-51 9-18 0 0,-1 1 0 0 0,0 0-1 0 0,0 0 1 0 0,1 0 0 0 0,-1 0 0 0 0,0 0-1 0 0,0 1 1 0 0,0 0 0 0 0,1-1-1 0 0,-1 1 1 0 0,0 0 0 0 0,0 1 0 0 0,0-1-1 0 0,4 3 1 0 0,-6-4 73 0 0,0 1 0 0 0,0 0 0 0 0,0 0-1 0 0,0 1 1 0 0,0-1 0 0 0,-1 0 0 0 0,1 0 0 0 0,0 0-1 0 0,0 1 1 0 0,-1-1 0 0 0,1 0 0 0 0,-1 1 0 0 0,1-1 0 0 0,-1 0-1 0 0,1 1 1 0 0,-1-1 0 0 0,0 1 0 0 0,0-1 0 0 0,0 1-1 0 0,0-1 1 0 0,0 3 0 0 0,-1 0-207 0 0,1-1-1 0 0,-1 1 1 0 0,0 0 0 0 0,0-1-1 0 0,-1 1 1 0 0,1-1-1 0 0,-1 1 1 0 0,1-1 0 0 0,-1 0-1 0 0,-3 4 1 0 0,-14 12-5642 0 0</inkml:trace>
</inkml:ink>
</file>

<file path=ppt/ink/ink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2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226 103 708 0 0,'6'-6'1190'0'0,"0"-1"0"0"0,-1 1 0 0 0,0-1-1 0 0,0 0 1 0 0,-1 0 0 0 0,6-12 0 0 0,-9 17-791 0 0,-2-16 969 0 0,-1 16-1301 0 0,1 1 0 0 0,-1-1 1 0 0,0 0-1 0 0,1 0 1 0 0,-1 1-1 0 0,0-1 0 0 0,0 1 1 0 0,0-1-1 0 0,0 1 1 0 0,0 0-1 0 0,0 0 0 0 0,-1 0 1 0 0,1 0-1 0 0,0 0 1 0 0,0 1-1 0 0,-1-1 0 0 0,1 1 1 0 0,-5-1-1 0 0,1 1 37 0 0,0 0 0 0 0,0 0 0 0 0,0 1-1 0 0,0 0 1 0 0,1 0 0 0 0,-1 0 0 0 0,-9 4-1 0 0,2 0 69 0 0,0 1 0 0 0,1 0 0 0 0,0 0 0 0 0,0 2 0 0 0,0-1 0 0 0,-13 13 0 0 0,19-14-88 0 0,0-1 1 0 0,0 1 0 0 0,0 1-1 0 0,1-1 1 0 0,0 1-1 0 0,0 0 1 0 0,1 0-1 0 0,0 0 1 0 0,0 1-1 0 0,1-1 1 0 0,0 1-1 0 0,0 0 1 0 0,0 0 0 0 0,1 0-1 0 0,-2 17 1 0 0,4-17-48 0 0,1-1 1 0 0,-1 1-1 0 0,1 0 1 0 0,1 0-1 0 0,-1-1 1 0 0,2 1 0 0 0,-1-1-1 0 0,1 0 1 0 0,-1 1-1 0 0,2-1 1 0 0,-1-1-1 0 0,1 1 1 0 0,0 0 0 0 0,1-1-1 0 0,0 0 1 0 0,0 0-1 0 0,7 7 1 0 0,-3-4 52 0 0,0-1 1 0 0,1 0-1 0 0,0 0 1 0 0,0-1-1 0 0,1-1 0 0 0,0 0 1 0 0,0 0-1 0 0,0-1 1 0 0,18 6-1 0 0,-19-8-423 0 0,0-1 0 0 0,0 0 0 0 0,0-1 1 0 0,0 0-1 0 0,11 0 0 0 0,-13-1-997 0 0,0-1-1 0 0,0 0 1 0 0,0 0 0 0 0,0-1-1 0 0,0 0 1 0 0,13-5 0 0 0,-12 3-1900 0 0</inkml:trace>
</inkml:ink>
</file>

<file path=ppt/ink/ink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3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0 103 84 0 0,'0'0'794'0'0,"26"21"2614"0"0,-21-19-3104 0 0,1-1 0 0 0,-1 1 0 0 0,1-2 0 0 0,-1 1 0 0 0,1 0 0 0 0,0-1 0 0 0,-1 0 0 0 0,1-1-1 0 0,0 1 1 0 0,-1-1 0 0 0,1 0 0 0 0,-1 0 0 0 0,1-1 0 0 0,-1 0 0 0 0,0 0 0 0 0,0 0 0 0 0,7-4 0 0 0,-6 3-173 0 0,0 0 0 0 0,0-1 0 0 0,-1 1 0 0 0,1-1 1 0 0,-1 0-1 0 0,0-1 0 0 0,0 1 0 0 0,-1-1 1 0 0,1 0-1 0 0,-1 0 0 0 0,0 0 0 0 0,0-1 1 0 0,-1 1-1 0 0,6-12 0 0 0,-9 16-114 0 0,0 0-1 0 0,0 0 0 0 0,1 0 1 0 0,-1-1-1 0 0,0 1 1 0 0,0 0-1 0 0,0 0 1 0 0,0 0-1 0 0,0-1 1 0 0,-1 1-1 0 0,1 0 1 0 0,0 0-1 0 0,-1 0 1 0 0,1 0-1 0 0,0 0 0 0 0,-1-1 1 0 0,0 1-1 0 0,1 0 1 0 0,-1 0-1 0 0,1 0 1 0 0,-1 0-1 0 0,0 0 1 0 0,0 1-1 0 0,0-1 1 0 0,1 0-1 0 0,-1 0 0 0 0,0 0 1 0 0,0 1-1 0 0,0-1 1 0 0,0 0-1 0 0,0 1 1 0 0,0-1-1 0 0,-1 1 1 0 0,1 0-1 0 0,0-1 1 0 0,0 1-1 0 0,0 0 1 0 0,0-1-1 0 0,-1 1 0 0 0,1 0 1 0 0,0 0-1 0 0,0 0 1 0 0,0 0-1 0 0,-1 0 1 0 0,1 0-1 0 0,0 1 1 0 0,-1-1-1 0 0,-1 0 73 0 0,-27 11 254 0 0,27-9-320 0 0,1 0 0 0 0,-1 0 1 0 0,1 1-1 0 0,-1-1 0 0 0,1 1 0 0 0,0 0 0 0 0,0-1 0 0 0,0 1 0 0 0,0 0 1 0 0,1 0-1 0 0,-1 1 0 0 0,1-1 0 0 0,0 0 0 0 0,0 0 0 0 0,0 1 1 0 0,0-1-1 0 0,0 0 0 0 0,1 1 0 0 0,0-1 0 0 0,0 1 0 0 0,0 4 0 0 0,1-4-11 0 0,0 0-1 0 0,0-1 0 0 0,1 1 0 0 0,-1 0 0 0 0,1-1 0 0 0,0 1 0 0 0,0-1 0 0 0,1 1 1 0 0,-1-1-1 0 0,1 0 0 0 0,-1 0 0 0 0,1 0 0 0 0,0-1 0 0 0,0 1 0 0 0,0-1 1 0 0,1 1-1 0 0,-1-1 0 0 0,7 4 0 0 0,3-1-158 0 0,-1 0 0 0 0,1 0 0 0 0,0-1 0 0 0,1 0 0 0 0,-1-1 0 0 0,22 2 0 0 0,-15-2-778 0 0,15-6-1543 0 0,-20 0-2098 0 0,2 0 1930 0 0</inkml:trace>
</inkml:ink>
</file>

<file path=ppt/ink/ink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5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296 137 496 0 0,'1'-2'403'0'0,"-1"-3"232"0"0,1 0 0 0 0,-1 0 0 0 0,1 0 1 0 0,-1 0-1 0 0,-1 0 0 0 0,1 0 0 0 0,-1 0 0 0 0,1 0 1 0 0,-2 0-1 0 0,-1-5 0 0 0,3 8-414 0 0,-30-30 1578 0 0,23 30-1645 0 0,0 0-1 0 0,0 0 0 0 0,0 0 0 0 0,0 1 1 0 0,0 0-1 0 0,0 1 0 0 0,-1-1 0 0 0,1 1 1 0 0,0 1-1 0 0,0-1 0 0 0,0 1 0 0 0,-1 0 1 0 0,1 1-1 0 0,-8 3 0 0 0,-2 0 114 0 0,1 1 0 0 0,1 1 0 0 0,-1 0 1 0 0,-25 18-1 0 0,38-23-240 0 0,-1 0 1 0 0,1 0-1 0 0,1 1 1 0 0,-1-1-1 0 0,0 1 1 0 0,1 0-1 0 0,-1 0 1 0 0,1 0-1 0 0,0 0 1 0 0,0 1-1 0 0,0-1 1 0 0,0 0-1 0 0,0 1 1 0 0,1-1-1 0 0,0 1 1 0 0,0 0-1 0 0,0-1 1 0 0,0 1-1 0 0,0 0 1 0 0,1 0-1 0 0,0-1 1 0 0,-1 1-1 0 0,2 0 1 0 0,-1 0-1 0 0,0 0 1 0 0,1-1-1 0 0,-1 1 1 0 0,1 0-1 0 0,0 0 1 0 0,0-1-1 0 0,1 1 1 0 0,-1-1-1 0 0,1 1 1 0 0,2 3-1 0 0,-3-5-21 0 0,1-1 1 0 0,-1 1-1 0 0,0-1 0 0 0,1 1 0 0 0,-1-1 0 0 0,1 0 0 0 0,-1 0 0 0 0,1 1 0 0 0,0-1 0 0 0,-1 0 0 0 0,1 0 0 0 0,0-1 1 0 0,0 1-1 0 0,0 0 0 0 0,0-1 0 0 0,0 1 0 0 0,0-1 0 0 0,0 1 0 0 0,0-1 0 0 0,0 0 0 0 0,0 0 0 0 0,0 0 0 0 0,0 0 1 0 0,0 0-1 0 0,0-1 0 0 0,0 1 0 0 0,0 0 0 0 0,0-1 0 0 0,2 0 0 0 0,4-2 6 0 0,0 1 0 0 0,0-1 0 0 0,-1 0 0 0 0,1 0 1 0 0,8-6-1 0 0,-3 0 7 0 0,-1-1 0 0 0,0 0 0 0 0,13-15 0 0 0,10-8 12 0 0,-21 4-15 0 0,-13 27-35 0 0,-3 8-47 0 0,1-1 65 0 0,0 0 0 0 0,1-1-1 0 0,-1 1 1 0 0,1-1-1 0 0,0 1 1 0 0,0 0 0 0 0,0-1-1 0 0,1 1 1 0 0,0 0 0 0 0,0-1-1 0 0,0 1 1 0 0,0-1-1 0 0,1 1 1 0 0,-1-1 0 0 0,3 5-1 0 0,0-5 3 0 0,-1 1-1 0 0,1-1 0 0 0,0 0 0 0 0,0 0 1 0 0,1 0-1 0 0,-1-1 0 0 0,1 1 1 0 0,0-1-1 0 0,0 0 0 0 0,0 0 0 0 0,0-1 1 0 0,0 0-1 0 0,0 0 0 0 0,1 0 0 0 0,-1 0 1 0 0,1-1-1 0 0,0 0 0 0 0,-1 0 0 0 0,1 0 1 0 0,0-1-1 0 0,-1 0 0 0 0,1 0 1 0 0,0 0-1 0 0,0-1 0 0 0,-1 0 0 0 0,1 0 1 0 0,6-2-1 0 0,11-4 8 0 0,-1 0-1 0 0,-1-1 1 0 0,1-1 0 0 0,-1-1 0 0 0,22-15-1 0 0,-35 20-3 0 0,1 0 0 0 0,-1 0 0 0 0,-1-1-1 0 0,1 0 1 0 0,-1 0 0 0 0,0-1 0 0 0,0 0-1 0 0,-1 0 1 0 0,0-1 0 0 0,0 0 0 0 0,-1 0 0 0 0,0 0-1 0 0,7-17 1 0 0,-12 20-6 0 0,-8-6 8 0 0,8 10-6 0 0,0 0 1 0 0,-1 0-1 0 0,1 1 0 0 0,-1-1 0 0 0,1 1 1 0 0,-1-1-1 0 0,1 0 0 0 0,-1 1 0 0 0,1-1 1 0 0,-1 1-1 0 0,0-1 0 0 0,1 1 0 0 0,-1-1 1 0 0,0 1-1 0 0,1 0 0 0 0,-1-1 0 0 0,0 1 1 0 0,1 0-1 0 0,-1 0 0 0 0,0-1 0 0 0,0 1 1 0 0,1 0-1 0 0,-1 0 0 0 0,0 0 1 0 0,0 0-1 0 0,1 0 0 0 0,-1 0 0 0 0,0 0 1 0 0,0 0-1 0 0,0 0 0 0 0,1 0 0 0 0,-1 1 1 0 0,0-1-1 0 0,0 0 0 0 0,-1 1 0 0 0,-2-1 21 0 0,0 1 0 0 0,0-1 0 0 0,-1 1 0 0 0,1 0-1 0 0,0 0 1 0 0,0 0 0 0 0,0 1 0 0 0,0-1 0 0 0,0 1 0 0 0,1 0-1 0 0,-1 0 1 0 0,0 1 0 0 0,1-1 0 0 0,0 1 0 0 0,-1-1-1 0 0,1 1 1 0 0,0 0 0 0 0,0 0 0 0 0,1 1 0 0 0,-1-1 0 0 0,1 1-1 0 0,-1-1 1 0 0,1 1 0 0 0,0 0 0 0 0,0-1 0 0 0,-1 7-1 0 0,2-8-14 0 0,1 1 0 0 0,-1-1 0 0 0,1 1 0 0 0,0 0 0 0 0,0-1 0 0 0,0 1 0 0 0,0 0 0 0 0,0-1 0 0 0,1 1-1 0 0,-1 0 1 0 0,1-1 0 0 0,-1 1 0 0 0,1 0 0 0 0,0-1 0 0 0,0 0 0 0 0,0 1 0 0 0,1-1 0 0 0,-1 1-1 0 0,1-1 1 0 0,-1 0 0 0 0,1 0 0 0 0,0 0 0 0 0,-1 0 0 0 0,1 0 0 0 0,0 0 0 0 0,0-1 0 0 0,1 1 0 0 0,-1 0-1 0 0,0-1 1 0 0,0 0 0 0 0,4 2 0 0 0,3 1 4 0 0,1 0-1 0 0,-1 0 1 0 0,1-1 0 0 0,0 0-1 0 0,0-1 1 0 0,13 2-1 0 0,-9-3-7 0 0,-1-1 0 0 0,1-1 0 0 0,-1 0-1 0 0,1-1 1 0 0,-1 0 0 0 0,0-1 0 0 0,0-1-1 0 0,0 0 1 0 0,0-1 0 0 0,-1 0 0 0 0,1-1-1 0 0,-1 0 1 0 0,-1-1 0 0 0,1 0 0 0 0,-1-1-1 0 0,-1 0 1 0 0,14-14 0 0 0,19-63-5 0 0,-41 84 1 0 0,-1 0 0 0 0,1 0 0 0 0,-1 1-1 0 0,1-1 1 0 0,-1 0 0 0 0,1 1 0 0 0,0-1 0 0 0,-1 1-1 0 0,1-1 1 0 0,0 1 0 0 0,0 0 0 0 0,-1 0 0 0 0,1 0-1 0 0,0 0 1 0 0,0 0 0 0 0,-1 0 0 0 0,1 0 0 0 0,0 0-1 0 0,0 1 1 0 0,-1-1 0 0 0,1 1 0 0 0,0-1 0 0 0,-1 1-1 0 0,1 0 1 0 0,-1 0 0 0 0,1-1 0 0 0,-1 1 0 0 0,1 0-1 0 0,-1 1 1 0 0,3 1 0 0 0,49 45-23 0 0,-41-36 3 0 0,-7-6 19 0 0,0-1-1 0 0,0 1 1 0 0,0 1 0 0 0,-1-1 0 0 0,0 1-1 0 0,0 0 1 0 0,-1 0 0 0 0,0 0 0 0 0,0 0 0 0 0,-1 0-1 0 0,3 14 1 0 0,-4-20 10 0 0,-1 0 0 0 0,0 1 0 0 0,1-1 0 0 0,-1 0-1 0 0,0 1 1 0 0,0-1 0 0 0,0 0 0 0 0,0 1 0 0 0,0-1 0 0 0,-1 0 0 0 0,1 1 0 0 0,0-1-1 0 0,-1 0 1 0 0,1 0 0 0 0,0 1 0 0 0,-1-1 0 0 0,0 0 0 0 0,1 0 0 0 0,-1 0-1 0 0,0 1 1 0 0,1-1 0 0 0,-1 0 0 0 0,0 0 0 0 0,0 0 0 0 0,0-1 0 0 0,-2 3 0 0 0,1-2-52 0 0,-1 0 1 0 0,0 0 0 0 0,1 0 0 0 0,-1 0 0 0 0,1 0 0 0 0,-1 0 0 0 0,0-1-1 0 0,1 1 1 0 0,-1-1 0 0 0,-5 0 0 0 0,2-9-683 0 0,24-11-11310 0 0</inkml:trace>
</inkml:ink>
</file>

<file path=ppt/ink/ink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5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30 796 0 0,'0'-1'463'0'0,"1"0"0"0"0,0 0 0 0 0,0 0 0 0 0,0 0 0 0 0,-1-1 0 0 0,1 1 0 0 0,0 0 0 0 0,-1 0-1 0 0,1-1 1 0 0,-1 1 0 0 0,0-1 0 0 0,1 1 0 0 0,-1 0 0 0 0,0-2 0 0 0,-2 2-324 0 0,0-1 1 0 0,0 1-1 0 0,0 0 1 0 0,0 0-1 0 0,-1 0 1 0 0,1 1-1 0 0,0-1 0 0 0,0 1 1 0 0,-1-1-1 0 0,1 1 1 0 0,0 0-1 0 0,-1-1 0 0 0,1 1 1 0 0,0 0-1 0 0,-1 1 1 0 0,1-1-1 0 0,-1 0 1 0 0,1 1-1 0 0,0-1 0 0 0,0 1 1 0 0,-1 0-1 0 0,1 0 1 0 0,0 0-1 0 0,0 0 1 0 0,0 0-1 0 0,0 0 0 0 0,-3 3 1 0 0,2-3-65 0 0,0 1 1 0 0,0-1 0 0 0,0 1 0 0 0,1 0-1 0 0,-1 0 1 0 0,1 1 0 0 0,-1-1-1 0 0,1 0 1 0 0,0 1 0 0 0,-1-1 0 0 0,1 1-1 0 0,1 0 1 0 0,-1 0 0 0 0,0 0-1 0 0,1 0 1 0 0,-1 0 0 0 0,1 0-1 0 0,0 0 1 0 0,-1 5 0 0 0,2-6 10 0 0,21 28 361 0 0,-19-29-426 0 0,1 0 0 0 0,1 0 1 0 0,-1 0-1 0 0,0 0 0 0 0,0-1 1 0 0,0 1-1 0 0,0-1 0 0 0,1 0 1 0 0,-1 0-1 0 0,0 0 0 0 0,0 0 1 0 0,0-1-1 0 0,0 1 0 0 0,1-1 1 0 0,-1 0-1 0 0,6-2 0 0 0,-7 2-12 0 0,0 1 0 0 0,6-1-6 0 0,-6 0-15 0 0,-2 1 0 0 0,1 0 12 0 0,0 1-1 0 0,-1-1 0 0 0,1 0 1 0 0,0 0-1 0 0,-1 0 1 0 0,1 1-1 0 0,-1-1 1 0 0,1 0-1 0 0,-1 0 0 0 0,1 1 1 0 0,0-1-1 0 0,-1 1 1 0 0,1-1-1 0 0,-1 0 1 0 0,1 1-1 0 0,-1-1 1 0 0,0 1-1 0 0,1-1 0 0 0,-1 1 1 0 0,1 0-1 0 0,-1-1 1 0 0,0 1-1 0 0,0-1 1 0 0,1 1-1 0 0,-1-1 1 0 0,0 1-1 0 0,0 0 0 0 0,0-1 1 0 0,1 1-1 0 0,-1 0 1 0 0,0-1-1 0 0,0 1 1 0 0,0 0-1 0 0,0-1 0 0 0,0 1 1 0 0,0 0-1 0 0,-1-1 1 0 0,1 1-1 0 0,0 0 1 0 0,0 0-1 0 0,0 8 2 0 0,0-8 0 0 0,1 1 1 0 0,2 12-16 0 0,-3-13 15 0 0,0 0-1 0 0,0-1 1 0 0,0 1 0 0 0,0-1 0 0 0,0 1-1 0 0,0 0 1 0 0,1-1 0 0 0,-1 1 0 0 0,0-1-1 0 0,0 1 1 0 0,0-1 0 0 0,1 1 0 0 0,-1 0 0 0 0,0-1-1 0 0,0 1 1 0 0,1-1 0 0 0,-1 1 0 0 0,1-1-1 0 0,-1 0 1 0 0,0 1 0 0 0,1-1 0 0 0,-1 1-1 0 0,1-1 1 0 0,-1 0 0 0 0,1 1 0 0 0,-1-1 0 0 0,2 1-1 0 0,2-1 5 0 0,1 1 0 0 0,0-1-1 0 0,0 0 1 0 0,-1 0-1 0 0,1-1 1 0 0,0 0 0 0 0,6-1-1 0 0,2-1-1 0 0,0 0 0 0 0,0-1 0 0 0,0-1 0 0 0,20-10-1 0 0,28-11 9 0 0,-60 25-20 0 0,1 1 11 0 0,1 0 1 0 0,-1 0 0 0 0,1 0 0 0 0,-1 1 0 0 0,1-1 0 0 0,-1 1 0 0 0,0-1-1 0 0,1 1 1 0 0,-1 0 0 0 0,0 0 0 0 0,1 0 0 0 0,-1 0 0 0 0,0 0 0 0 0,0 1 0 0 0,0-1-1 0 0,0 1 1 0 0,3 3 0 0 0,14 20-652 0 0,-13-16 40 0 0,10 7-6269 0 0,-7-10 3500 0 0</inkml:trace>
</inkml:ink>
</file>

<file path=ppt/ink/ink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27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588 64 528 0 0,'-6'-63'10519'0'0,"4"69"-10228"0"0,-7 35 220 0 0,3 0 0 0 0,1 0 0 0 0,1 0 0 0 0,4 60 0 0 0,-1-12-187 0 0,-1-21-193 0 0,-22 505 1404 0 0,-35 3-190 0 0,16-394-1197 0 0,9-50-80 0 0,9-28-42 0 0,11-56-4 0 0,3 1-1 0 0,-6 61 1 0 0,5 5-47 0 0,-3 66 80 0 0,3 73-103 0 0,0-2 692 0 0,-1-70 343 0 0,0-4-566 0 0,11-135 89 0 0,-10 50 1 0 0,6-50-348 0 0,-4 21 41 0 0,-25 86 0 0 0,29-120-62 0 0,1 0 1 0 0,-1 53-1 0 0,-1 1 300 0 0,6-62-392 0 0,0 1 0 0 0,2-1 0 0 0,0 1 1 0 0,5 24-1 0 0,1 14-3 0 0,-5 1 6 0 0,-2 0 1 0 0,-16 103-1 0 0,15-153-52 0 0,-4 32-138 0 0,-9 108-732 0 0,14-119 855 0 0,-1-1 1 0 0,-2 1 0 0 0,-2-1-1 0 0,-1 0 1 0 0,-1 0 0 0 0,-21 57-1 0 0,9-17-33 0 0,11-43 26 0 0,8-27 17 0 0,0-1-41 0 0,0-1 3 0 0,0 1 0 0 0,-1 0 0 0 0,1 0 0 0 0,0-1-1 0 0,0 1 1 0 0,0 0 0 0 0,0-1 0 0 0,-1 1 0 0 0,1 0-1 0 0,0-1 1 0 0,-1 1 0 0 0,1 0 0 0 0,-1-1 0 0 0,1 1-1 0 0,0-1 1 0 0,-1 1 0 0 0,1-1 0 0 0,-1 1 0 0 0,0-1-1 0 0,1 1 1 0 0,-1-1 0 0 0,1 1 0 0 0,-1-1 0 0 0,0 0-1 0 0,1 1 1 0 0,-1-1 0 0 0,0 0 0 0 0,1 1 0 0 0,-1-1-1 0 0,0 0 1 0 0,1 0 0 0 0,-1 0 0 0 0,0 0 0 0 0,0 0-1 0 0,1 0 1 0 0,-1 0 0 0 0,0 0 0 0 0,0 0 0 0 0,1 0 0 0 0,-1 0-1 0 0,0 0 1 0 0,1-1 0 0 0,-1 1 0 0 0,0 0 0 0 0,1 0-1 0 0,-2-1 1 0 0,-1 0-1275 0 0,0-1-547 0 0,0-1 1197 0 0,-8-6-2063 0 0,3 0-1864 0 0,0-3 29 0 0</inkml:trace>
</inkml:ink>
</file>

<file path=ppt/ink/ink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0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45 76 0 0,'16'-45'8791'0'0,"-12"58"-8484"0"0,-2 0 1 0 0,0 0-1 0 0,0 0 0 0 0,-1 0 0 0 0,-1 1 0 0 0,0-1 0 0 0,0 0 0 0 0,-4 16 0 0 0,3-18-173 0 0,-5 62 659 0 0,1 5 270 0 0,-26 130 1 0 0,12-131-462 0 0,18-75-659 0 0,19-28-9966 0 0,-6 10 7092 0 0</inkml:trace>
</inkml:ink>
</file>

<file path=ppt/ink/ink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0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0 540 0 0,'0'0'3765'0'0,"1"5"-3030"0"0,2 13-106 0 0,-1 1 0 0 0,-1-1 0 0 0,-1 1 0 0 0,0-1 0 0 0,-1 1 0 0 0,-8 35 0 0 0,0 26 808 0 0,7-28-651 0 0,-3 0 0 0 0,-1-1 0 0 0,-18 68 0 0 0,24-117-750 0 0,-18 39 254 0 0,17-39-388 0 0,-3 0-843 0 0,3-1 825 0 0,1-1 0 0 0,0 1 0 0 0,-1-1 0 0 0,1 0 0 0 0,0 1 0 0 0,-1-1 0 0 0,1 0 0 0 0,0 0 0 0 0,-1 1 0 0 0,1-1 0 0 0,-1 0 0 0 0,1 0 0 0 0,-1 0 0 0 0,1 1 0 0 0,-1-1-1 0 0,1 0 1 0 0,-1 0 0 0 0,1 0 0 0 0,0 0 0 0 0,-1 0 0 0 0,1 0 0 0 0,-1 0 0 0 0,1 0 0 0 0,-1 0 0 0 0,1 0 0 0 0,-1 0 0 0 0,1 0 0 0 0,-1-1 0 0 0,1 1 0 0 0,-1 0 0 0 0,1 0-1 0 0,-1 0 1 0 0,1-1 0 0 0,0 1 0 0 0,-1 0 0 0 0,1 0 0 0 0,0-1 0 0 0,-1 1 0 0 0,1 0 0 0 0,0-1 0 0 0,-1 1 0 0 0,1-1 0 0 0,-11-12-3035 0 0,2 1 241 0 0</inkml:trace>
</inkml:ink>
</file>

<file path=ppt/ink/ink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0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89 568 0 0,'3'-3'695'0'0,"4"-4"-375"0"0,1 1-1 0 0,0 0 1 0 0,1 0-1 0 0,0 0 1 0 0,-1 1-1 0 0,1 1 1 0 0,1 0-1 0 0,-1 0 0 0 0,1 0 1 0 0,0 1-1 0 0,11-2 1 0 0,22-3 260 0 0,59-3 0 0 0,-31 4-1167 0 0,-58 10-2214 0 0,-10-3 1184 0 0</inkml:trace>
</inkml:ink>
</file>

<file path=ppt/ink/ink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2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1 189 808 0 0,'0'0'4584'0'0,"6"-1"-4131"0"0,26-1 83 0 0,0-1 1 0 0,-1-2 0 0 0,1-1-1 0 0,-1-2 1 0 0,-1-1 0 0 0,1-1 0 0 0,-2-1-1 0 0,1-2 1 0 0,34-21 0 0 0,-61 32-464 0 0,0 0 0 0 0,0-1 0 0 0,0 0 0 0 0,0 1 0 0 0,0-1 1 0 0,0 0-1 0 0,-1 0 0 0 0,0 0 0 0 0,1-1 0 0 0,-1 1 0 0 0,-1-1 0 0 0,1 1 1 0 0,0-1-1 0 0,-1 1 0 0 0,0-1 0 0 0,2-5 0 0 0,-3 8 38 0 0,-19-26 382 0 0,13 27-443 0 0,1-1 0 0 0,-1 1 0 0 0,0 0 0 0 0,1 0 0 0 0,-1 1 0 0 0,1 0 0 0 0,-1 0 0 0 0,1 0 0 0 0,-1 1 0 0 0,1-1 0 0 0,0 1 0 0 0,0 0 0 0 0,0 1 0 0 0,0-1 0 0 0,0 1 0 0 0,0 0 0 0 0,1 1 0 0 0,-1-1 0 0 0,1 1 0 0 0,0 0 0 0 0,-6 6 0 0 0,8-7-34 0 0,-1 0 1 0 0,1 0-1 0 0,0 1 0 0 0,0-1 1 0 0,0 0-1 0 0,1 1 0 0 0,-1-1 1 0 0,1 1-1 0 0,0 0 0 0 0,0 0 1 0 0,0-1-1 0 0,0 1 0 0 0,0 0 1 0 0,1 0-1 0 0,0 0 0 0 0,0 0 1 0 0,0 0-1 0 0,0-1 0 0 0,1 1 1 0 0,-1 0-1 0 0,1 0 0 0 0,0 0 1 0 0,0-1-1 0 0,1 1 0 0 0,-1 0 1 0 0,1-1-1 0 0,0 1 0 0 0,0-1 1 0 0,0 0-1 0 0,0 1 0 0 0,0-1 1 0 0,4 4-1 0 0,3 2-87 0 0,0 0 0 0 0,0-1-1 0 0,1 1 1 0 0,0-2 0 0 0,0 0 0 0 0,18 10 0 0 0,-19-12-600 0 0,0-2 1 0 0,0 1 0 0 0,0-1-1 0 0,1 0 1 0 0,11 2 0 0 0,-20-5 281 0 0,17-1-2478 0 0,-13-1 548 0 0,9-2-268 0 0</inkml:trace>
</inkml:ink>
</file>

<file path=ppt/ink/ink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3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72 0 0,'0'0'1930'0'0,"0"0"-1850"0"0,0 0 0 0 0,0-1 0 0 0,0 1 0 0 0,1 0 0 0 0,-1 0 0 0 0,0-1 1 0 0,0 1-1 0 0,0 0 0 0 0,1 0 0 0 0,-1 0 0 0 0,0-1 0 0 0,1 1 1 0 0,-1 0-1 0 0,0 0 0 0 0,0 0 0 0 0,1 0 0 0 0,-1 0 0 0 0,0 0 1 0 0,1 0-1 0 0,-1-1 0 0 0,0 1 0 0 0,0 0 0 0 0,1 0 0 0 0,-1 0 1 0 0,0 0-1 0 0,1 0 0 0 0,-1 0 0 0 0,0 1 0 0 0,1-1 0 0 0,-1 0 1 0 0,0 0-1 0 0,0 0 0 0 0,1 0 0 0 0,-1 0 0 0 0,0 0 0 0 0,1 0 0 0 0,-1 1 1 0 0,1-1-1 0 0,2 6 211 0 0,0-1 1 0 0,0 1 0 0 0,0 0-1 0 0,0 0 1 0 0,-1 0 0 0 0,0 0-1 0 0,0 0 1 0 0,-1 0-1 0 0,0 1 1 0 0,1 9 0 0 0,-2-1 128 0 0,0-1 1 0 0,-2 1-1 0 0,-4 23 1 0 0,4-24-184 0 0,2-12-183 0 0,0 0-1 0 0,0 0 0 0 0,0-1 0 0 0,-1 1 1 0 0,1 0-1 0 0,0 0 0 0 0,-1 0 0 0 0,0 0 0 0 0,1-1 1 0 0,-1 1-1 0 0,0 0 0 0 0,0-1 0 0 0,0 1 0 0 0,-2 2 1 0 0,2-3 556 0 0,2-5-598 0 0,-1 1 0 0 0,1-1-1 0 0,1 1 1 0 0,-1-1 0 0 0,0 1-1 0 0,1-1 1 0 0,0 1 0 0 0,-1 0-1 0 0,2 0 1 0 0,-1 0 0 0 0,0 0-1 0 0,0 0 1 0 0,1 0 0 0 0,0 0-1 0 0,-1 1 1 0 0,4-3 0 0 0,53-38 97 0 0,-48 36-85 0 0,-8 5-22 0 0,-1 1 0 0 0,1-1 1 0 0,0 1-1 0 0,0 0 0 0 0,0-1 1 0 0,0 1-1 0 0,0 1 0 0 0,0-1 1 0 0,0 0-1 0 0,0 1 0 0 0,0-1 1 0 0,0 1-1 0 0,0 0 0 0 0,1 0 1 0 0,-1 1-1 0 0,0-1 0 0 0,0 0 1 0 0,0 1-1 0 0,0 0 0 0 0,0 0 1 0 0,0 0-1 0 0,0 0 0 0 0,0 0 1 0 0,0 1-1 0 0,-1-1 0 0 0,1 1 0 0 0,0 0 1 0 0,-1-1-1 0 0,1 1 0 0 0,3 5 1 0 0,-4-4-1 0 0,0 0 0 0 0,0 0 0 0 0,0 1 1 0 0,-1-1-1 0 0,1 1 0 0 0,-1 0 0 0 0,0-1 1 0 0,0 1-1 0 0,-1 0 0 0 0,1-1 0 0 0,-1 1 1 0 0,1 0-1 0 0,-1 0 0 0 0,0 0 0 0 0,-1 4 1 0 0,1-3-3 0 0,0-3-5 0 0,-10 26-975 0 0,6-19-5393 0 0</inkml:trace>
</inkml:ink>
</file>

<file path=ppt/ink/ink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3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0 244 0 0,'31'28'3567'0'0,"-27"-21"-3142"0"0,0 0 1 0 0,0 0-1 0 0,-1 0 1 0 0,0 0-1 0 0,-1 0 0 0 0,1 1 1 0 0,-1-1-1 0 0,1 15 0 0 0,-2-20-123 0 0,-2-2-282 0 0,1 1 0 0 0,0-1 0 0 0,0 0 0 0 0,0 0 0 0 0,0 0 0 0 0,0 1 0 0 0,0-1 1 0 0,0 0-1 0 0,0 0 0 0 0,0 0 0 0 0,0 1 0 0 0,0-1 0 0 0,0 0 0 0 0,0 0 0 0 0,0 0 0 0 0,0 1 1 0 0,0-1-1 0 0,1 0 0 0 0,-1 0 0 0 0,0 0 0 0 0,0 1 0 0 0,0-1 0 0 0,0 0 0 0 0,0 0 0 0 0,0 0 1 0 0,0 0-1 0 0,1 0 0 0 0,-1 1 0 0 0,0-1 0 0 0,0 0 0 0 0,0 0 0 0 0,0 0 0 0 0,0 0 0 0 0,1 0 1 0 0,-1 0-1 0 0,0 0 0 0 0,0 0 0 0 0,0 1 0 0 0,1-1 0 0 0,-1 0 0 0 0,0 0 0 0 0,0 0 0 0 0,0 0 1 0 0,1 0-1 0 0,-1 0 0 0 0,0 0 0 0 0,0 0 0 0 0,0 0 0 0 0,1 0 0 0 0,-1 0 0 0 0,0 0 0 0 0,0 0 0 0 0,0-1 1 0 0,1 1-1 0 0,-1 0 0 0 0,37-31 319 0 0,-32 26-283 0 0,1-1 1 0 0,0 1-1 0 0,0 0 0 0 0,1 0 1 0 0,-1 0-1 0 0,1 1 0 0 0,0 0 1 0 0,0 0-1 0 0,1 1 1 0 0,-1 0-1 0 0,15-4 0 0 0,-19 7-12 0 0,33 17 170 0 0,-35 11-33 0 0,-2-10-6526 0 0</inkml:trace>
</inkml:ink>
</file>

<file path=ppt/ink/ink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4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68 0 0,'0'0'4895'0'0,"5"2"-4410"0"0,2 2-295 0 0,-3-2 10 0 0,0 1 0 0 0,0-1-1 0 0,1 1 1 0 0,-1-1 0 0 0,1 0 0 0 0,-1-1-1 0 0,1 1 1 0 0,0-1 0 0 0,0 0 0 0 0,0 0-1 0 0,0-1 1 0 0,0 1 0 0 0,0-1 0 0 0,0 0-1 0 0,0-1 1 0 0,-1 1 0 0 0,1-1 0 0 0,0 0-1 0 0,0 0 1 0 0,8-3 0 0 0,-3-2 128 0 0,0-1 1 0 0,-1 1-1 0 0,0-1 0 0 0,9-11 1 0 0,-1 4 209 0 0,-16 13-356 0 0,1-1 53 0 0,-2 1-224 0 0,0 1 1 0 0,0 0 0 0 0,0 0-1 0 0,0-1 1 0 0,1 1 0 0 0,-1 0-1 0 0,0 0 1 0 0,0 0-1 0 0,0-1 1 0 0,0 1 0 0 0,0 0-1 0 0,0 0 1 0 0,1 0 0 0 0,-1 0-1 0 0,0 0 1 0 0,0-1 0 0 0,0 1-1 0 0,1 0 1 0 0,-1 0 0 0 0,0 0-1 0 0,0 0 1 0 0,0 0-1 0 0,1 0 1 0 0,-1 0 0 0 0,0 0-1 0 0,0-1 1 0 0,0 1 0 0 0,1 0-1 0 0,-1 0 1 0 0,0 0 0 0 0,0 0-1 0 0,1 0 1 0 0,-1 0-1 0 0,0 0 1 0 0,0 0 0 0 0,0 1-1 0 0,1-1 1 0 0,-1 0 0 0 0,0 0-1 0 0,0 0 1 0 0,1 0 0 0 0,-1 0-1 0 0,0 0 1 0 0,0 0 0 0 0,1 1-1 0 0,2 5 15 0 0,0 0 0 0 0,-1 0 0 0 0,1 1-1 0 0,-1-1 1 0 0,0 1 0 0 0,-1-1 0 0 0,0 1 0 0 0,0 0-1 0 0,0 0 1 0 0,-1 0 0 0 0,0-1 0 0 0,-1 11 0 0 0,-15 94 119 0 0,10-79-114 0 0,-20 169 202 0 0,-2 12-8 0 0,8-136 573 0 0,20-75-31 0 0,-4-8-608 0 0,1 0-122 0 0,1 0-1 0 0,0-1 0 0 0,0 1 0 0 0,0-1 1 0 0,1 0-1 0 0,0 1 0 0 0,0-1 0 0 0,0 0 1 0 0,1 0-1 0 0,0 1 0 0 0,1-1 0 0 0,0 0 1 0 0,0 0-1 0 0,0 1 0 0 0,0-1 0 0 0,4-8 0 0 0,1-5-57 0 0,1 0 0 0 0,0 0 0 0 0,2 1 0 0 0,0 0 0 0 0,1 1 0 0 0,1 0 0 0 0,1 0 0 0 0,18-20 0 0 0,21-14-2921 0 0,6 7-4041 0 0,-43 37 3514 0 0</inkml:trace>
</inkml:ink>
</file>

<file path=ppt/ink/ink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35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36 216 0 0,'0'0'8403'0'0,"3"4"-8143"0"0,3 6-133 0 0,-1 0 0 0 0,-1 0-1 0 0,1 1 1 0 0,-1-1 0 0 0,-1 1 0 0 0,0 0 0 0 0,-1 0 0 0 0,0 0 0 0 0,0 0 0 0 0,-1 0-1 0 0,-1 12 1 0 0,12 61 672 0 0,-12-80-499 0 0,0 2-439 0 0,3-7 2199 0 0,17-31-1692 0 0,2 1-1 0 0,51-54 1 0 0,0 21-1949 0 0,-56 52-815 0 0,0 1-1 0 0,34-15 1 0 0,-27 15-838 0 0</inkml:trace>
</inkml:ink>
</file>

<file path=ppt/ink/ink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50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41 292 0 0,'0'0'774'0'0,"-1"-2"-69"0"0,0-9 647 0 0,-2-17 4124 0 0,8 37-894 0 0,16 77-3128 0 0,-18-75-1353 0 0,-2-6-27 0 0,1 1 0 0 0,-1 0 0 0 0,0-1 0 0 0,-1 1 0 0 0,1 11 0 0 0,8 28 186 0 0,-8-43-309 0 0,5 14-1670 0 0</inkml:trace>
</inkml:ink>
</file>

<file path=ppt/ink/ink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50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12 784 0 0,'9'-12'11545'0'0,"-8"67"-10363"0"0,-1-25-672 0 0,0 1 0 0 0,3-1 0 0 0,9 49 0 0 0,-5-17-142 0 0,-7-60-455 0 0,0 8-974 0 0</inkml:trace>
</inkml:ink>
</file>

<file path=ppt/ink/ink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51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1 136 0 0,'0'2'13156'0'0,"-3"21"-13105"0"0,-2 2 424 0 0,-2 0 0 0 0,-13 34 1 0 0,-5 16 153 0 0,22-72-594 0 0,0 16 91 0 0,4-18-122 0 0,0 1-1 0 0,-1-1 0 0 0,1 0 0 0 0,0 0 1 0 0,0 0-1 0 0,0 0 0 0 0,0 0 0 0 0,0 0 1 0 0,0 0-1 0 0,0 0 0 0 0,0 0 0 0 0,0-1 1 0 0,0 1-1 0 0,1 0 0 0 0,-1-1 0 0 0,0 1 1 0 0,0-1-1 0 0,1 1 0 0 0,-1-1 0 0 0,0 1 1 0 0,1-1-1 0 0,-1 0 0 0 0,0 0 0 0 0,3 0 1 0 0,42 6 66 0 0,-39-5-82 0 0,80 4-8 0 0,-80-6 22 0 0,0 1 0 0 0,0-1-1 0 0,0 0 1 0 0,0-1-1 0 0,-1 1 1 0 0,1-2-1 0 0,0 1 1 0 0,-1 0-1 0 0,10-7 1 0 0,-13 8 1 0 0,1-1 1 0 0,-1 0-1 0 0,-1 0 0 0 0,1 0 1 0 0,0 0-1 0 0,0-1 0 0 0,-1 1 1 0 0,0-1-1 0 0,1 0 1 0 0,-1 0-1 0 0,0 1 0 0 0,0-1 1 0 0,0-1-1 0 0,-1 1 0 0 0,1 0 1 0 0,-1 0-1 0 0,0-1 0 0 0,0 1 1 0 0,2-6-1 0 0,-1 1 33 0 0,0-2-31 0 0,-4 10 503 0 0,-14 30-422 0 0,2 0-1 0 0,-17 48 1 0 0,17-40-2580 0 0,-32 64 0 0 0,25-67-1889 0 0,2-2 334 0 0</inkml:trace>
</inkml:ink>
</file>

<file path=ppt/ink/ink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57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48 200 0 0,'0'0'623'0'0,"-24"-20"11782"0"0,24 20-12398 0 0,0 0 1 0 0,0 0-1 0 0,-1-1 1 0 0,1 1-1 0 0,0 0 0 0 0,0 0 1 0 0,0 0-1 0 0,0 0 1 0 0,0 0-1 0 0,0-1 1 0 0,0 1-1 0 0,-1 0 0 0 0,1 0 1 0 0,0 0-1 0 0,0-1 1 0 0,0 1-1 0 0,0 0 1 0 0,0 0-1 0 0,0 0 0 0 0,0-1 1 0 0,0 1-1 0 0,0 0 1 0 0,0 0-1 0 0,0 0 0 0 0,0-1 1 0 0,0 1-1 0 0,0 0 1 0 0,0 0-1 0 0,0 0 1 0 0,1-1-1 0 0,-1 1 0 0 0,0 0 1 0 0,0 0-1 0 0,0 0 1 0 0,0 0-1 0 0,0-1 1 0 0,0 1-1 0 0,0 0 0 0 0,1 0 1 0 0,-1 0-1 0 0,0 0 1 0 0,0 0-1 0 0,0 0 1 0 0,0-1-1 0 0,1 1 0 0 0,-1 0 1 0 0,0 0-1 0 0,0 0 1 0 0,0 0-1 0 0,0 0 0 0 0,1 0 1 0 0,-1 0-1 0 0,0 0 1 0 0,0 0-1 0 0,0 0 1 0 0,1 0-1 0 0,-1 0 0 0 0,0 0 1 0 0,0 0-1 0 0,0 0 1 0 0,1 0-1 0 0,-1 0 1 0 0,0 0-1 0 0,0 0 0 0 0,1 0 1 0 0,28-8 182 0 0,34-3-34 0 0,-51 11-132 0 0,1 0 0 0 0,0 1 0 0 0,24 3 0 0 0,-33-3 10 0 0,1 0 0 0 0,0 1 0 0 0,-1-1 0 0 0,1 1 0 0 0,-1-1 0 0 0,0 1 1 0 0,1 1-1 0 0,-1-1 0 0 0,0 1 0 0 0,0-1 0 0 0,0 1 0 0 0,5 5 0 0 0,-8-6-18 0 0,1 1 1 0 0,-1-1 0 0 0,1 0 0 0 0,-1 0-1 0 0,0 1 1 0 0,0-1 0 0 0,0 1-1 0 0,0-1 1 0 0,0 1 0 0 0,0-1 0 0 0,-1 1-1 0 0,1 0 1 0 0,-1-1 0 0 0,0 1 0 0 0,0 0-1 0 0,0-1 1 0 0,0 1 0 0 0,0 0-1 0 0,-1-1 1 0 0,1 1 0 0 0,-2 3 0 0 0,0 1 18 0 0,0-1 0 0 0,-1 1 0 0 0,0-1 0 0 0,0 0 0 0 0,-1 0 0 0 0,-6 8 0 0 0,-24 28 432 0 0,33-41-428 0 0,-5 3 8 0 0,6-4-45 0 0,0-1 1 0 0,0 1-1 0 0,0 0 0 0 0,0 0 1 0 0,0 0-1 0 0,0 0 1 0 0,0 0-1 0 0,1 0 0 0 0,-1 0 1 0 0,0 0-1 0 0,0 0 0 0 0,0 0 1 0 0,0 0-1 0 0,0 0 1 0 0,0 0-1 0 0,0 0 0 0 0,1 0 1 0 0,-1 0-1 0 0,0 0 0 0 0,0 1 1 0 0,0-1-1 0 0,0 0 1 0 0,0 0-1 0 0,0 0 0 0 0,0 0 1 0 0,0 0-1 0 0,1 0 0 0 0,-1 0 1 0 0,0 0-1 0 0,0 0 1 0 0,0 0-1 0 0,0 0 0 0 0,0 0 1 0 0,0 1-1 0 0,0-1 0 0 0,0 0 1 0 0,0 0-1 0 0,0 0 1 0 0,0 0-1 0 0,0 0 0 0 0,0 0 1 0 0,0 0-1 0 0,0 1 0 0 0,0-1 1 0 0,0 0-1 0 0,0 0 1 0 0,0 0-1 0 0,0 0 0 0 0,0 0 1 0 0,0 0-1 0 0,0 0 0 0 0,0 1 1 0 0,20-2 1 0 0,0 1 1 0 0,0 1 0 0 0,0 1-1 0 0,22 5 1 0 0,-37-6-5 0 0,0-1 1 0 0,-1 1 0 0 0,1 1 0 0 0,-1-1 0 0 0,1 1-1 0 0,-1-1 1 0 0,0 1 0 0 0,0 1 0 0 0,0-1 0 0 0,0 0-1 0 0,0 1 1 0 0,0 0 0 0 0,-1 0 0 0 0,1 0 0 0 0,-1 0-1 0 0,0 1 1 0 0,0-1 0 0 0,0 1 0 0 0,0 0 0 0 0,0 0-1 0 0,-1 0 1 0 0,0 0 0 0 0,0 0 0 0 0,3 9-1 0 0,-5-10 4 0 0,1-1 0 0 0,-1 1-1 0 0,0-1 1 0 0,0 1 0 0 0,0-1-1 0 0,0 0 1 0 0,0 1-1 0 0,-1-1 1 0 0,1 1 0 0 0,-1-1-1 0 0,0 0 1 0 0,1 1 0 0 0,-1-1-1 0 0,0 0 1 0 0,0 0 0 0 0,-1 1-1 0 0,1-1 1 0 0,0 0-1 0 0,-2 2 1 0 0,-1 0-3 0 0,0-1 0 0 0,0 0 1 0 0,0 1-1 0 0,0-1 0 0 0,0 0 0 0 0,0-1 0 0 0,-1 1 0 0 0,-8 2 0 0 0,-1 1 81 0 0,0-2-1 0 0,-1 0 0 0 0,0-1 0 0 0,0 0 0 0 0,-17 0 0 0 0,23-3 38 0 0,0 0 1 0 0,0 0-1 0 0,1-1 1 0 0,-1-1-1 0 0,0 1 1 0 0,0-1-1 0 0,1-1 1 0 0,-1 1-1 0 0,1-1 1 0 0,0-1-1 0 0,-1 0 1 0 0,2 0-1 0 0,-13-9 1 0 0,18 12-36 0 0,-4-7 224 0 0,6 8-342 0 0,-1 0 0 0 0,1 0 0 0 0,0 0 0 0 0,0 0 0 0 0,0 0 0 0 0,0 0 0 0 0,0 0 0 0 0,-1-1 0 0 0,1 1 0 0 0,0 0 0 0 0,0 0 0 0 0,0 0 0 0 0,0 0 0 0 0,0 0 0 0 0,0 0 0 0 0,0 0 0 0 0,-1-1 0 0 0,1 1 0 0 0,0 0 0 0 0,0 0 0 0 0,0 0 0 0 0,0 0 0 0 0,0 0 1 0 0,0-1-1 0 0,0 1 0 0 0,0 0 0 0 0,0 0 0 0 0,0 0 0 0 0,0 0 0 0 0,0-1 0 0 0,0 1 0 0 0,0 0 0 0 0,0 0 0 0 0,0 0 0 0 0,0 0 0 0 0,0-1 0 0 0,0 1 0 0 0,0 0 0 0 0,0 0 0 0 0,0 0 0 0 0,0 0 0 0 0,0 0 0 0 0,1-1 0 0 0,-1 1 0 0 0,0 0 0 0 0,0 0 0 0 0,0 0 0 0 0,0 0 0 0 0,0 0 0 0 0,0 0 0 0 0,0-1 0 0 0,1 1 0 0 0,-1 0 0 0 0,0 0 0 0 0,0 0 0 0 0,0 0 0 0 0,0 0 0 0 0,0 0 0 0 0,1 0 0 0 0,-1 0 0 0 0,0 0 0 0 0,0 0 0 0 0,0 0 0 0 0,0 0 1 0 0,1 0-2 0 0,23 5-1127 0 0,-12-2-1473 0 0,2 0-3280 0 0,-3 0 2194 0 0</inkml:trace>
</inkml:ink>
</file>

<file path=ppt/ink/ink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1:57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52 528 0 0,'5'-36'7364'0'0,"-5"36"-7251"0"0,0-1-1 0 0,0 0 1 0 0,0 1 0 0 0,0-1-1 0 0,0 0 1 0 0,0 1 0 0 0,0-1-1 0 0,0 1 1 0 0,-1-1 0 0 0,1 0-1 0 0,0 1 1 0 0,0-1 0 0 0,-1 1-1 0 0,1-1 1 0 0,0 1 0 0 0,0-1-1 0 0,-1 1 1 0 0,1-1-1 0 0,-1 1 1 0 0,1-1 0 0 0,-1 1-1 0 0,1-1 1 0 0,0 1 0 0 0,-1-1-1 0 0,0 1 1 0 0,1 0 0 0 0,-1-1-1 0 0,0 1 1 0 0,-1-1 723 0 0,-28 22 2 0 0,22-13-689 0 0,0 0 1 0 0,1 0 0 0 0,0 1 0 0 0,1 0 0 0 0,0 0 0 0 0,0 0 0 0 0,0 1 0 0 0,2 0 0 0 0,-1 0 0 0 0,1 0 0 0 0,1 1 0 0 0,-1-1 0 0 0,2 1 0 0 0,-3 16-1 0 0,4-17-119 0 0,0 0 0 0 0,1 0-1 0 0,0 0 1 0 0,0 0-1 0 0,1 0 1 0 0,0 0-1 0 0,1 0 1 0 0,0 0-1 0 0,1 0 1 0 0,0-1-1 0 0,0 1 1 0 0,1-1-1 0 0,0 0 1 0 0,1 0 0 0 0,11 16-1 0 0,-14-22-18 0 0,1 2-5 0 0,0-1 1 0 0,0 0 0 0 0,0 0-1 0 0,0 0 1 0 0,1 0 0 0 0,0-1 0 0 0,-1 0-1 0 0,1 1 1 0 0,0-1 0 0 0,1-1-1 0 0,-1 1 1 0 0,0-1 0 0 0,1 1-1 0 0,0-1 1 0 0,-1 0 0 0 0,1-1 0 0 0,0 1-1 0 0,0-1 1 0 0,0 0 0 0 0,0 0-1 0 0,0-1 1 0 0,0 1 0 0 0,8-2-1 0 0,-9 1 5 0 0,0-1-1 0 0,0 0 1 0 0,0 0-1 0 0,0 0 0 0 0,0 0 1 0 0,0-1-1 0 0,-1 0 1 0 0,1 1-1 0 0,0-2 0 0 0,-1 1 1 0 0,1 0-1 0 0,-1-1 0 0 0,0 1 1 0 0,0-1-1 0 0,0 0 1 0 0,0 0-1 0 0,0 0 0 0 0,3-6 1 0 0,-6 8-6 0 0,1 0-1 0 0,0-1 1 0 0,0 1 0 0 0,-1-1 0 0 0,1 1-1 0 0,-1-1 1 0 0,0 1 0 0 0,1-1 0 0 0,-1 1 0 0 0,0-1-1 0 0,0 0 1 0 0,0 1 0 0 0,0-1 0 0 0,0 1-1 0 0,0-1 1 0 0,-1 0 0 0 0,1 1 0 0 0,0-1 0 0 0,-1 1-1 0 0,0-2 1 0 0,-1 0-3 0 0,1 1-1 0 0,-1 0 1 0 0,0-1 0 0 0,0 1 0 0 0,0 0-1 0 0,0 0 1 0 0,0 0 0 0 0,0 0-1 0 0,0 1 1 0 0,-1-1 0 0 0,1 1-1 0 0,-1-1 1 0 0,1 1 0 0 0,-1 0-1 0 0,-3-1 1 0 0,-3-1-45 0 0,-1 0 0 0 0,1 0 0 0 0,-1 1 0 0 0,0 1 0 0 0,0-1 0 0 0,0 2 1 0 0,0-1-1 0 0,0 2 0 0 0,-14 1 0 0 0,-51 11-4227 0 0,41-6-394 0 0,11-4 901 0 0</inkml:trace>
</inkml:ink>
</file>

<file path=ppt/ink/ink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00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29 732 0 0,'0'0'1700'0'0,"-12"-12"2080"0"0,11 12-3584 0 0,1-1 1 0 0,0 1-1 0 0,-1 0 0 0 0,1 0 1 0 0,0 0-1 0 0,0 0 0 0 0,-1-1 1 0 0,1 1-1 0 0,0 0 0 0 0,-1 0 1 0 0,1 0-1 0 0,0-1 1 0 0,0 1-1 0 0,-1 0 0 0 0,1-1 1 0 0,0 1-1 0 0,0 0 0 0 0,0-1 1 0 0,0 1-1 0 0,-1 0 0 0 0,1-1 1 0 0,0 1-1 0 0,0 0 0 0 0,0-1 1 0 0,0 1-1 0 0,0 0 0 0 0,0-1 1 0 0,0 1-1 0 0,0 0 0 0 0,0-1 1 0 0,0 1-1 0 0,0 0 1 0 0,0-1-1 0 0,0 1 0 0 0,0-1 1 0 0,0 1-1 0 0,0 0 0 0 0,1-1 1 0 0,-1 1-1 0 0,0 0 0 0 0,0-1 1 0 0,0 1-1 0 0,1-1 0 0 0,11 0-100 0 0,1 0 0 0 0,0 1-1 0 0,0 0 1 0 0,0 1-1 0 0,-1 0 1 0 0,1 1 0 0 0,21 6-1 0 0,-30-7-83 0 0,0 0-1 0 0,1 1 1 0 0,-1-1-1 0 0,0 1 1 0 0,1 0-1 0 0,-1 0 1 0 0,0 0-1 0 0,-1 0 1 0 0,1 1-1 0 0,0 0 1 0 0,-1 0-1 0 0,1 0 0 0 0,-1 0 1 0 0,0 0-1 0 0,0 1 1 0 0,0 0-1 0 0,0-1 1 0 0,-1 1-1 0 0,0 0 1 0 0,0 0-1 0 0,0 0 1 0 0,0 0-1 0 0,0 1 1 0 0,-1-1-1 0 0,0 0 1 0 0,2 8-1 0 0,-4-5-5 0 0,1 0 1 0 0,-1 0-1 0 0,0 0 0 0 0,-1 0 1 0 0,1 0-1 0 0,-1 0 0 0 0,-1 0 0 0 0,1-1 1 0 0,-1 1-1 0 0,0-1 0 0 0,-1 0 0 0 0,0 0 1 0 0,0 0-1 0 0,0 0 0 0 0,0-1 1 0 0,-1 0-1 0 0,0 0 0 0 0,-6 5 0 0 0,-14 12 13 0 0,0-2 0 0 0,-43 27-1 0 0,56-39-14 0 0,-7 4 10 0 0,-41 23 26 0 0,59-34-40 0 0,6-1-54 0 0,217-26-1344 0 0,-170 18-1344 0 0,-44 5 1568 0 0,8-7-7441 0 0</inkml:trace>
</inkml:ink>
</file>

<file path=ppt/ink/ink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00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22 280 0 0,'0'0'854'0'0,"0"-1"-419"0"0,0 0 0 0 0,0-1-1 0 0,0 1 1 0 0,-1 0 0 0 0,1 0 0 0 0,0 0-1 0 0,-1-1 1 0 0,1 1 0 0 0,-1 0 0 0 0,1 0-1 0 0,-1 0 1 0 0,0 0 0 0 0,1 0 0 0 0,-1 0-1 0 0,0 0 1 0 0,0 0 0 0 0,-1-1-1 0 0,-3 3-289 0 0,0 0 0 0 0,-1 1 0 0 0,1 0 0 0 0,0 0 0 0 0,0 0 0 0 0,0 1 0 0 0,0-1-1 0 0,1 1 1 0 0,-1 0 0 0 0,1 1 0 0 0,0-1 0 0 0,0 1 0 0 0,0 0 0 0 0,0 0 0 0 0,0 0-1 0 0,1 0 1 0 0,0 1 0 0 0,0-1 0 0 0,0 1 0 0 0,0 0 0 0 0,1 0 0 0 0,0 0 0 0 0,-2 7-1 0 0,2-6-103 0 0,0 0 0 0 0,1 1-1 0 0,-1-1 1 0 0,2 0 0 0 0,-1 1-1 0 0,1-1 1 0 0,0 0 0 0 0,0 1-1 0 0,0-1 1 0 0,1 1-1 0 0,0-1 1 0 0,0 0 0 0 0,1 1-1 0 0,0-1 1 0 0,0 0 0 0 0,0 0-1 0 0,1 0 1 0 0,0-1 0 0 0,0 1-1 0 0,4 5 1 0 0,-2-4-19 0 0,1-1 1 0 0,-1 0-1 0 0,1 0 1 0 0,0-1-1 0 0,0 0 0 0 0,1 0 1 0 0,-1 0-1 0 0,1 0 1 0 0,13 5-1 0 0,-15-8-18 0 0,-1 0 0 0 0,1-1 0 0 0,0 0 0 0 0,-1 0 0 0 0,1 0 0 0 0,0-1 0 0 0,0 1 0 0 0,0-1 0 0 0,0 0 0 0 0,0-1 0 0 0,0 1 0 0 0,-1-1 0 0 0,1 0 0 0 0,0 0 0 0 0,0-1 0 0 0,-1 1 0 0 0,1-1 0 0 0,-1 0 1 0 0,1 0-1 0 0,6-5 0 0 0,-5 4 10 0 0,0-2 1 0 0,0 1-1 0 0,0-1 1 0 0,-1 0 0 0 0,1 0-1 0 0,-1 0 1 0 0,0-1-1 0 0,-1 0 1 0 0,1 0-1 0 0,-1 0 1 0 0,0-1 0 0 0,-1 1-1 0 0,0-1 1 0 0,0 0-1 0 0,2-7 1 0 0,-4 10 0 0 0,0 0-1 0 0,0 1 1 0 0,-1-1 0 0 0,0 0 0 0 0,1 0-1 0 0,-2 0 1 0 0,1 0 0 0 0,0 0-1 0 0,-1 0 1 0 0,0 0 0 0 0,1 1 0 0 0,-2-1-1 0 0,1 0 1 0 0,0 1 0 0 0,-1-1-1 0 0,0 0 1 0 0,1 1 0 0 0,-1 0-1 0 0,-1-1 1 0 0,1 1 0 0 0,0 0 0 0 0,-1 0-1 0 0,0 0 1 0 0,1 1 0 0 0,-1-1-1 0 0,0 1 1 0 0,-1-1 0 0 0,1 1 0 0 0,0 0-1 0 0,-4-2 1 0 0,-1 0-99 0 0,0 1 0 0 0,0-1 0 0 0,-1 1 0 0 0,1 1 0 0 0,0-1 0 0 0,-1 2 0 0 0,0-1 0 0 0,0 1 0 0 0,-17 0 0 0 0,0 2-2268 0 0,0 1 0 0 0,-28 6-1 0 0,13 0-1242 0 0</inkml:trace>
</inkml:ink>
</file>

<file path=ppt/ink/ink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28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8 195 504 0 0,'4'-2'701'0'0,"52"-20"2344"0"0,-33 14-1384 0 0,42-21 1 0 0,-58 25-1410 0 0,0 0 1 0 0,-1-1-1 0 0,1 0 1 0 0,-1 0-1 0 0,0 0 1 0 0,0-1-1 0 0,0 0 1 0 0,-1 0-1 0 0,9-14 1 0 0,-1-11 543 0 0,-13 30-626 0 0,0 0-96 0 0,0-1-37 0 0,-1 0 1 0 0,1 0 0 0 0,-1 0-1 0 0,0 0 1 0 0,0 0-1 0 0,0 0 1 0 0,0 0 0 0 0,0 0-1 0 0,0 0 1 0 0,0 1 0 0 0,-1-1-1 0 0,1 0 1 0 0,-2-1-1 0 0,-4 1 0 0 0,0 1 0 0 0,0-1 0 0 0,0 1 0 0 0,-1 1 0 0 0,1-1 0 0 0,0 1 0 0 0,0 1 0 0 0,0-1 0 0 0,0 1 0 0 0,0 0 0 0 0,0 1 0 0 0,-12 4 0 0 0,5-2-5 0 0,0 0 0 0 0,1 2 0 0 0,0 0 0 0 0,1 0 0 0 0,-20 13-1 0 0,31-18-29 0 0,-1 0 0 0 0,1 0 0 0 0,-1 1 0 0 0,1-1 0 0 0,0 0 0 0 0,-1 0 0 0 0,1 1 0 0 0,0-1 0 0 0,0 0 0 0 0,0 1 0 0 0,0-1 0 0 0,0 1 0 0 0,1 0 0 0 0,-1-1 0 0 0,0 1 0 0 0,1 0 0 0 0,-1-1 0 0 0,1 1 0 0 0,-1 0 0 0 0,1 0 0 0 0,0-1 0 0 0,0 4-1 0 0,0-2 6 0 0,1-1-1 0 0,0 1 1 0 0,0 0-1 0 0,0-1 1 0 0,0 1-1 0 0,0-1 0 0 0,0 1 1 0 0,1-1-1 0 0,-1 0 1 0 0,1 0-1 0 0,0 0 1 0 0,0 0-1 0 0,2 3 0 0 0,9 6 35 0 0,0-1-1 0 0,1 0 1 0 0,28 15-1 0 0,-28-17-31 0 0,-4-3-4 0 0,-1 0 0 0 0,0 1 0 0 0,0 0-1 0 0,-1 1 1 0 0,1 0 0 0 0,-2 1 0 0 0,1-1-1 0 0,-1 1 1 0 0,0 1 0 0 0,0-1-1 0 0,6 12 1 0 0,-13-18-3 0 0,1 1 0 0 0,0-1 0 0 0,-1 0 0 0 0,0 0 0 0 0,1 1-1 0 0,-1-1 1 0 0,0 0 0 0 0,0 1 0 0 0,0-1 0 0 0,0 0 0 0 0,-1 1 0 0 0,1-1 0 0 0,-1 0-1 0 0,1 0 1 0 0,-1 0 0 0 0,0 1 0 0 0,0-1 0 0 0,0 0 0 0 0,0 0 0 0 0,0 0 0 0 0,0 0-1 0 0,-1 0 1 0 0,1-1 0 0 0,-4 4 0 0 0,1 0 4 0 0,-1-1 0 0 0,0 1 0 0 0,-1-1 0 0 0,1-1 0 0 0,-12 7 1 0 0,9-6 10 0 0,0 0 1 0 0,0 0 0 0 0,0-1 0 0 0,0 0 0 0 0,0 0 0 0 0,0-1 0 0 0,-1-1 0 0 0,1 1 0 0 0,-1-1 0 0 0,0 0 0 0 0,1-1-1 0 0,-1 0 1 0 0,1-1 0 0 0,-12-1 0 0 0,19 2-8 0 0,0 0 1 0 0,-1 0-1 0 0,1-1 0 0 0,0 1 1 0 0,-1 0-1 0 0,1-1 0 0 0,0 1 1 0 0,-1-1-1 0 0,1 1 0 0 0,0-1 0 0 0,0 0 1 0 0,0 1-1 0 0,0-1 0 0 0,0 0 1 0 0,0 0-1 0 0,0 0 0 0 0,0 0 1 0 0,0 0-1 0 0,0 0 0 0 0,0 0 0 0 0,0 0 1 0 0,0 0-1 0 0,1-1 0 0 0,-1 1 1 0 0,0-2-1 0 0,1 1 2 0 0,-1-1 0 0 0,1 1-1 0 0,0-1 1 0 0,0 1 0 0 0,0 0 0 0 0,1-1-1 0 0,-1 1 1 0 0,1 0 0 0 0,-1-1 0 0 0,1 1 0 0 0,0 0-1 0 0,-1 0 1 0 0,3-3 0 0 0,0-2-21 0 0,1 0 1 0 0,0 0-1 0 0,1 1 0 0 0,0 0 1 0 0,0 0-1 0 0,0 0 0 0 0,10-9 1 0 0,36-12-1673 0 0,-15 14-4673 0 0,-22 9 3326 0 0</inkml:trace>
</inkml:ink>
</file>

<file path=ppt/ink/ink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29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1 672 0 0,'-4'1'272'0'0,"1"1"1"0"0,-1-1-1 0 0,0 1 0 0 0,1 0 0 0 0,-1 0 0 0 0,1 1 1 0 0,0-1-1 0 0,0 1 0 0 0,0 0 0 0 0,0-1 1 0 0,0 1-1 0 0,0 1 0 0 0,1-1 0 0 0,0 0 1 0 0,-1 1-1 0 0,1-1 0 0 0,0 1 0 0 0,1-1 0 0 0,-1 1 1 0 0,1 0-1 0 0,-1 0 0 0 0,1 0 0 0 0,0 0 1 0 0,1 0-1 0 0,-1 0 0 0 0,1 0 0 0 0,0 0 1 0 0,0 0-1 0 0,0 6 0 0 0,1-6-180 0 0,-1 0 0 0 0,1-1-1 0 0,0 1 1 0 0,0 0 0 0 0,0-1 0 0 0,0 1 0 0 0,0-1-1 0 0,1 1 1 0 0,0-1 0 0 0,0 0 0 0 0,0 1 0 0 0,0-1-1 0 0,0 0 1 0 0,1 0 0 0 0,-1-1 0 0 0,1 1-1 0 0,0 0 1 0 0,0-1 0 0 0,0 0 0 0 0,0 0 0 0 0,0 0-1 0 0,0 0 1 0 0,1 0 0 0 0,-1 0 0 0 0,0-1 0 0 0,1 0-1 0 0,0 1 1 0 0,-1-1 0 0 0,1-1 0 0 0,0 1 0 0 0,4 0-1 0 0,-3-1 1 0 0,-1-1-1 0 0,0 0 0 0 0,1 1 1 0 0,-1-1-1 0 0,0-1 1 0 0,0 1-1 0 0,0-1 0 0 0,0 1 1 0 0,0-1-1 0 0,0-1 0 0 0,0 1 1 0 0,-1 0-1 0 0,1-1 0 0 0,-1 0 1 0 0,1 1-1 0 0,-1-1 0 0 0,0-1 1 0 0,0 1-1 0 0,-1 0 1 0 0,1-1-1 0 0,3-5 0 0 0,-4 5-37 0 0,1 1 0 0 0,-1-1 0 0 0,0 1 1 0 0,0-1-1 0 0,-1 0 0 0 0,1 0 0 0 0,-1 0 0 0 0,0 0 0 0 0,0 0 0 0 0,0 0 0 0 0,0 0 0 0 0,-1 0 0 0 0,0 0 0 0 0,0 0 0 0 0,0 0 0 0 0,0 0 1 0 0,0-1-1 0 0,-1 1 0 0 0,0 0 0 0 0,0 0 0 0 0,0 0 0 0 0,-2-5 0 0 0,2 8-132 0 0,0-1-1 0 0,-1 0 1 0 0,1 1 0 0 0,0 0 0 0 0,0-1-1 0 0,-1 1 1 0 0,1 0 0 0 0,-1 0-1 0 0,1-1 1 0 0,-1 1 0 0 0,0 0 0 0 0,1 1-1 0 0,-1-1 1 0 0,0 0 0 0 0,0 0-1 0 0,1 1 1 0 0,-1-1 0 0 0,0 1 0 0 0,0 0-1 0 0,-2-1 1 0 0,-39 3-5869 0 0,39-1 4800 0 0,-15 3-2393 0 0</inkml:trace>
</inkml:ink>
</file>

<file path=ppt/ink/ink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0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29 412 0 0,'3'-18'4628'0'0,"-2"18"-4547"0"0,-1-1-1 0 0,0 1 1 0 0,0 0 0 0 0,0-1 0 0 0,0 1-1 0 0,0 0 1 0 0,0-1 0 0 0,0 1 0 0 0,0 0-1 0 0,0-1 1 0 0,0 1 0 0 0,0 0 0 0 0,0-1-1 0 0,0 1 1 0 0,0 0 0 0 0,-1-1-1 0 0,1 1 1 0 0,0 0 0 0 0,0 0 0 0 0,0-1-1 0 0,0 1 1 0 0,0 0 0 0 0,-1-1 0 0 0,1 1-1 0 0,0 0 1 0 0,0 0 0 0 0,-1 0 0 0 0,1-1-1 0 0,0 1 1 0 0,0 0 0 0 0,-1 0 0 0 0,1 0-1 0 0,0-1 1 0 0,0 1 0 0 0,-1 0 0 0 0,1 0-1 0 0,0 0 1 0 0,-1 0 0 0 0,1 0 0 0 0,0 0-1 0 0,-1 0 1 0 0,1 0 0 0 0,0 0-1 0 0,-1 0 1 0 0,1 0 0 0 0,0 0 0 0 0,-1 0-1 0 0,1 0 1 0 0,0 0 0 0 0,-1 0 0 0 0,1 0-1 0 0,0 0 1 0 0,0 0 0 0 0,-1 0 0 0 0,1 1-1 0 0,0-1 1 0 0,-1 0 0 0 0,1 0 0 0 0,-13 8 333 0 0,0-1 0 0 0,1 2 0 0 0,-13 10 1 0 0,21-15-263 0 0,1-1 1 0 0,-1 0-1 0 0,1 1 1 0 0,-1 0-1 0 0,1 0 1 0 0,0 0-1 0 0,1 0 1 0 0,-1 1-1 0 0,1-1 1 0 0,0 1-1 0 0,0 0 1 0 0,0-1-1 0 0,-2 9 1 0 0,4-10-113 0 0,0-1 1 0 0,0 1 0 0 0,1-1-1 0 0,-1 1 1 0 0,0-1-1 0 0,1 1 1 0 0,-1-1 0 0 0,1 1-1 0 0,0-1 1 0 0,0 1-1 0 0,0-1 1 0 0,0 0-1 0 0,1 0 1 0 0,-1 1 0 0 0,0-1-1 0 0,1 0 1 0 0,0 0-1 0 0,-1 0 1 0 0,1 0-1 0 0,0-1 1 0 0,2 3 0 0 0,48 30 307 0 0,-38-26-264 0 0,13 8 44 0 0,-15-10-66 0 0,0 0 0 0 0,-1 1-1 0 0,0 1 1 0 0,0 0 0 0 0,-1 0 0 0 0,0 1 0 0 0,13 15-1 0 0,-22-23-51 0 0,0 1 0 0 0,0 0-1 0 0,-1-1 1 0 0,1 1-1 0 0,0 0 1 0 0,-1-1-1 0 0,1 1 1 0 0,-1 0-1 0 0,0 0 1 0 0,1 0-1 0 0,-1 0 1 0 0,0 0-1 0 0,0-1 1 0 0,0 1-1 0 0,-1 0 1 0 0,1 0 0 0 0,0 0-1 0 0,-1 0 1 0 0,1-1-1 0 0,-1 1 1 0 0,1 0-1 0 0,-1 0 1 0 0,0-1-1 0 0,0 1 1 0 0,0 0-1 0 0,0-1 1 0 0,0 1-1 0 0,0-1 1 0 0,0 1-1 0 0,0-1 1 0 0,-1 0 0 0 0,1 0-1 0 0,-1 1 1 0 0,1-1-1 0 0,-4 1 1 0 0,-5 7 51 0 0,-2-2 1 0 0,1 0-1 0 0,-22 10 1 0 0,25-14-46 0 0,-21 11 13 0 0,-1-1-1 0 0,0-2 0 0 0,-47 11 0 0 0,6-14-4001 0 0,56-13-2114 0 0</inkml:trace>
</inkml:ink>
</file>

<file path=ppt/ink/ink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1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40 296 0 0,'9'-5'852'0'0,"3"-1"-96"0"0,0 0-76 0 0,1 1-68 0 0,2-1-48 0 0,-2 3-68 0 0,7 1-132 0 0,-3 0-264 0 0,4 1-316 0 0,-3 1-536 0 0,3-2-816 0 0,-2 0 364 0 0</inkml:trace>
</inkml:ink>
</file>

<file path=ppt/ink/ink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1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92 153 732 0 0,'0'0'1032'0'0,"30"-1"3347"0"0,-11-9-3029 0 0,-10 6-752 0 0,0-1 0 0 0,0 0 0 0 0,0 0 0 0 0,-1-1 1 0 0,13-12-1 0 0,-19 17-546 0 0,-1-1 0 0 0,0 1 0 0 0,0 0 0 0 0,0-1 0 0 0,0 1 0 0 0,0-1 0 0 0,0 1 0 0 0,-1-1 0 0 0,1 0 0 0 0,0 1 1 0 0,-1-1-1 0 0,1 0 0 0 0,-1 0 0 0 0,0 1 0 0 0,1-1 0 0 0,-1 0 0 0 0,0 0 0 0 0,0 1 0 0 0,0-1 0 0 0,-1 0 0 0 0,1 0 1 0 0,0 1-1 0 0,-1-1 0 0 0,1 0 0 0 0,-1 0 0 0 0,1 1 0 0 0,-1-1 0 0 0,0 1 0 0 0,1-1 0 0 0,-1 0 0 0 0,0 1 0 0 0,0-1 1 0 0,0 1-1 0 0,-1 0 0 0 0,1-1 0 0 0,0 1 0 0 0,0 0 0 0 0,-1 0 0 0 0,1 0 0 0 0,-3-2 0 0 0,1 0-5 0 0,-1 0 0 0 0,1 0 0 0 0,-1 0 0 0 0,0 0 0 0 0,0 0 0 0 0,-1 1 0 0 0,1 0 0 0 0,0 0 0 0 0,-1 0 0 0 0,1 0-1 0 0,-1 1 1 0 0,1 0 0 0 0,-1 0 0 0 0,0 0 0 0 0,0 0 0 0 0,1 1 0 0 0,-1 0 0 0 0,0 0 0 0 0,0 0 0 0 0,0 0 0 0 0,1 1 0 0 0,-9 2 0 0 0,11-2-39 0 0,1 0-1 0 0,0 0 1 0 0,-1 0 0 0 0,1 0 0 0 0,0 0 0 0 0,0 1 0 0 0,0-1 0 0 0,0 0-1 0 0,0 0 1 0 0,0 1 0 0 0,1-1 0 0 0,-1 1 0 0 0,0-1 0 0 0,1 1 0 0 0,-1-1 0 0 0,1 1-1 0 0,-1-1 1 0 0,1 1 0 0 0,0 0 0 0 0,0-1 0 0 0,0 1 0 0 0,0 0 0 0 0,0-1 0 0 0,0 1-1 0 0,0-1 1 0 0,1 3 0 0 0,8 43 35 0 0,-8-44-34 0 0,13 43 24 0 0,-4-18-14 0 0,-2-1-1 0 0,6 43 0 0 0,-13-64-14 0 0,0 1 1 0 0,0-1-1 0 0,-1 1 0 0 0,0-1 0 0 0,0 1 1 0 0,-1-1-1 0 0,0 1 0 0 0,0-1 0 0 0,-1 1 1 0 0,0-1-1 0 0,0 0 0 0 0,0 0 0 0 0,0 0 1 0 0,-1 0-1 0 0,0 0 0 0 0,-5 7 0 0 0,4-10 69 0 0,1 1 0 0 0,0-1 0 0 0,-1 0-1 0 0,0-1 1 0 0,1 1 0 0 0,-1-1-1 0 0,0 1 1 0 0,-1-1 0 0 0,1 0 0 0 0,0 0-1 0 0,-1-1 1 0 0,1 0 0 0 0,-10 2-1 0 0,13-2-24 0 0,-1-1 0 0 0,1 0 0 0 0,-1 0 0 0 0,1 0 0 0 0,-1 0 0 0 0,1 0 0 0 0,-1-1 0 0 0,1 1 0 0 0,-1 0 0 0 0,1-1 0 0 0,-1 1 0 0 0,1-1 0 0 0,-1 1 0 0 0,1-1 0 0 0,-1 0 0 0 0,1 0 0 0 0,0 1 0 0 0,-2-3 0 0 0,1 2-18 0 0,1-1 1 0 0,0 0-1 0 0,0 0 0 0 0,0 1 1 0 0,0-1-1 0 0,1 0 1 0 0,-1 0-1 0 0,0 0 1 0 0,1 0-1 0 0,-1 0 1 0 0,1 0-1 0 0,0 0 1 0 0,0 0-1 0 0,-1 0 1 0 0,1 0-1 0 0,1 0 1 0 0,-1 0-1 0 0,1-3 1 0 0,0-3-64 0 0,1 0 0 0 0,0 1 1 0 0,1-1-1 0 0,-1 1 1 0 0,2-1-1 0 0,-1 1 1 0 0,1 0-1 0 0,0 0 0 0 0,8-10 1 0 0,20-21-2601 0 0,3 6-4585 0 0,-23 23 3253 0 0</inkml:trace>
</inkml:ink>
</file>

<file path=ppt/ink/ink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2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65 676 0 0,'1'-4'698'0'0,"-1"0"0"0"0,1 0 0 0 0,0 0 0 0 0,0 0-1 0 0,0 0 1 0 0,0 1 0 0 0,1-1 0 0 0,0 0 0 0 0,-1 1 0 0 0,1-1 0 0 0,1 1-1 0 0,-1-1 1 0 0,0 1 0 0 0,1 0 0 0 0,0 0 0 0 0,4-4 1169 0 0,-5 7-1737 0 0,-1 0 1 0 0,0 0-1 0 0,1 1 1 0 0,-1-1-1 0 0,1 0 1 0 0,-1 1-1 0 0,1-1 1 0 0,-1 1-1 0 0,0-1 1 0 0,1 1 0 0 0,-1-1-1 0 0,0 1 1 0 0,1 0-1 0 0,-1 0 1 0 0,0 0-1 0 0,0 0 1 0 0,0 0-1 0 0,2 2 1 0 0,1 7 183 0 0,0 1 0 0 0,0 0 0 0 0,-1 0 0 0 0,-1 0 0 0 0,1 1 0 0 0,-2-1 0 0 0,0 0 0 0 0,0 16 0 0 0,-7 93-2657 0 0,8-111 528 0 0</inkml:trace>
</inkml:ink>
</file>

<file path=ppt/ink/ink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2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5 984 0 0,'8'-5'9166'0'0,"25"43"-7254"0"0,-13-17-1227 0 0,-2 0 1 0 0,24 37-1 0 0,-39-53-611 0 0,1 1-1 0 0,-1 0 0 0 0,0 0 1 0 0,-1 0-1 0 0,1 0 0 0 0,-1 0 1 0 0,0 1-1 0 0,-1-1 0 0 0,0 1 1 0 0,0-1-1 0 0,0 1 0 0 0,-1 0 0 0 0,0-1 1 0 0,0 1-1 0 0,0-1 0 0 0,-2 8 1 0 0,0-9-25 0 0,0 0-1 0 0,0 0 1 0 0,0 0 0 0 0,-1 0 0 0 0,0-1 0 0 0,0 1 0 0 0,0-1 0 0 0,0 0 0 0 0,-1 0-1 0 0,0 0 1 0 0,1 0 0 0 0,-1-1 0 0 0,-1 1 0 0 0,1-1 0 0 0,0 0 0 0 0,-1 0 0 0 0,-6 2 0 0 0,6-2-330 0 0,-1-1 1 0 0,1 0 0 0 0,-1 0 0 0 0,0 0 0 0 0,0-1 0 0 0,-10 2 0 0 0,12-3-462 0 0,0 0 1 0 0,0 0 0 0 0,1 0-1 0 0,-1-1 1 0 0,0 1 0 0 0,0-1-1 0 0,1 0 1 0 0,-1 0-1 0 0,0 0 1 0 0,-5-3 0 0 0,1-1-2708 0 0</inkml:trace>
</inkml:ink>
</file>

<file path=ppt/ink/ink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2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80 244 0 0,'26'-10'1412'0'0,"1"1"-12"0"0,-3 2-132 0 0,-3-3-47 0 0,-2 4-137 0 0,-4 1-156 0 0,3 0-92 0 0,-3-2-88 0 0,-2 2-96 0 0,-1 3-168 0 0,-3-2-344 0 0,4-3-1104 0 0,-2 4-3897 0 0</inkml:trace>
</inkml:ink>
</file>

<file path=ppt/ink/ink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4.7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25 192 0 0,'-11'-14'3134'0'0,"8"4"4329"0"0,32 19-7234 0 0,0-2 0 0 0,0 0 0 0 0,0-2-1 0 0,59 3 1 0 0,129-10 180 0 0,-182 1-325 0 0,112-8 755 0 0,-146 9-419 0 0,0 0-403 0 0,-1 0 0 0 0,0-1 0 0 0,0 1 0 0 0,1 0 0 0 0,-1 0 0 0 0,0 1 0 0 0,0-1 0 0 0,0 0 0 0 0,1 0-1 0 0,-1 0 1 0 0,0 0 0 0 0,0 0 0 0 0,1 0 0 0 0,-1 0 0 0 0,0 0 0 0 0,0 0 0 0 0,0 0 0 0 0,0 0 0 0 0,1 1 0 0 0,-1-1 0 0 0,0 0 0 0 0,0 0 0 0 0,0 0 0 0 0,0 0 0 0 0,1 1 0 0 0,-1-1 0 0 0,0 0 0 0 0,0 0 0 0 0,0 0 0 0 0,0 0 0 0 0,0 1 0 0 0,0-1 0 0 0,0 0 0 0 0,0 0 0 0 0,0 1 0 0 0,1-1 0 0 0,-1 0 0 0 0,0 0 0 0 0,0 0 0 0 0,0 1 0 0 0,0-1 0 0 0,0 0 0 0 0,0 0 0 0 0,-1 1 0 0 0,1-1 0 0 0,0 0 0 0 0,0 0 0 0 0,0 0 0 0 0,0 1 0 0 0,0-1 0 0 0,0 0 0 0 0,0 0 0 0 0,0 0 0 0 0,0 1 0 0 0,-1-1 0 0 0,1 0 0 0 0,0 0 0 0 0,0 0 0 0 0,0 1 0 0 0,-22 29 256 0 0,2 2 0 0 0,1 1-1 0 0,2 0 1 0 0,1 2 0 0 0,-15 49 0 0 0,10-31-188 0 0,-1-5-698 0 0,-4 9-1928 0 0,17-17-4332 0 0,8-26 3274 0 0</inkml:trace>
</inkml:ink>
</file>

<file path=ppt/ink/ink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5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12 1008 0 0,'0'0'1114'0'0,"-1"-2"-676"0"0,0 1 1 0 0,0 0-1 0 0,0 0 0 0 0,0 1 1 0 0,0-1-1 0 0,0 0 0 0 0,-1 0 0 0 0,1 0 1 0 0,0 1-1 0 0,-1-1 0 0 0,1 1 1 0 0,0-1-1 0 0,-3 0 0 0 0,-5 6-125 0 0,0 1 0 0 0,1-1-1 0 0,0 2 1 0 0,0-1 0 0 0,0 1 0 0 0,1 0-1 0 0,0 0 1 0 0,0 1 0 0 0,1 0 0 0 0,-9 14-1 0 0,0 4 168 0 0,0 0-1 0 0,-16 41 0 0 0,28-59-402 0 0,0 1 1 0 0,0 0-1 0 0,1 0 1 0 0,1 0-1 0 0,-1 0 1 0 0,1 0-1 0 0,1 0 1 0 0,0 0-1 0 0,0 1 1 0 0,0-1 0 0 0,1 0-1 0 0,1 0 1 0 0,5 18-1 0 0,-6-23-57 0 0,1 1 0 0 0,0-1 0 0 0,0 0 0 0 0,0 1 0 0 0,1-1 1 0 0,-1 0-1 0 0,1 0 0 0 0,0-1 0 0 0,0 1 0 0 0,1-1 0 0 0,-1 1 0 0 0,1-1 0 0 0,-1 0 0 0 0,1 0 0 0 0,0-1 0 0 0,0 1 0 0 0,1-1 0 0 0,-1 0 1 0 0,0 0-1 0 0,1 0 0 0 0,-1-1 0 0 0,1 1 0 0 0,0-1 0 0 0,-1 0 0 0 0,1 0 0 0 0,0-1 0 0 0,0 0 0 0 0,5 0 0 0 0,-8 1-13 0 0,0-1-1 0 0,1 0 1 0 0,-1 0-1 0 0,0 0 1 0 0,0 0-1 0 0,1 0 1 0 0,-1-1-1 0 0,0 1 1 0 0,0-1-1 0 0,0 0 0 0 0,1 1 1 0 0,-1-1-1 0 0,0 0 1 0 0,0 0-1 0 0,0 0 1 0 0,0-1-1 0 0,0 1 1 0 0,-1 0-1 0 0,1-1 1 0 0,0 1-1 0 0,-1-1 1 0 0,1 1-1 0 0,-1-1 1 0 0,1 0-1 0 0,-1 0 0 0 0,0 0 1 0 0,0 0-1 0 0,0 0 1 0 0,0 0-1 0 0,0 0 1 0 0,0 0-1 0 0,0-3 1 0 0,0 2 5 0 0,-1-1 0 0 0,0 0 0 0 0,0 0 0 0 0,0 0 0 0 0,-1 1-1 0 0,1-1 1 0 0,-1 0 0 0 0,0 1 0 0 0,0-1 0 0 0,0 0 0 0 0,-1 1 0 0 0,1-1 0 0 0,-1 1 0 0 0,0 0 0 0 0,0 0 0 0 0,0-1 0 0 0,0 1 0 0 0,-5-4 0 0 0,3 3-7 0 0,-2-1 0 0 0,1 0 0 0 0,0 1 0 0 0,-1 0 0 0 0,0 1 0 0 0,0-1 0 0 0,0 1 0 0 0,0 0-1 0 0,0 0 1 0 0,-1 1 0 0 0,1 0 0 0 0,-1 0 0 0 0,0 1 0 0 0,-10-2 0 0 0,15 3-70 0 0,0-1 0 0 0,-1 1 0 0 0,1 0 0 0 0,-1 0 0 0 0,1 0-1 0 0,-1 0 1 0 0,1 0 0 0 0,0 1 0 0 0,-1-1 0 0 0,1 1 0 0 0,-1 0 0 0 0,1-1 0 0 0,0 1 0 0 0,0 0 0 0 0,-1 0-1 0 0,1 1 1 0 0,0-1 0 0 0,-3 2 0 0 0,-15 19-8211 0 0</inkml:trace>
</inkml:ink>
</file>

<file path=ppt/ink/ink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5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32 368 0 0,'0'0'1069'0'0,"37"-28"5281"0"0,-34 27-6254 0 0,0 0-1 0 0,1 1 0 0 0,-1-1 0 0 0,0 1 0 0 0,1 0 1 0 0,-1 0-1 0 0,1 0 0 0 0,-1 0 0 0 0,0 1 0 0 0,1-1 1 0 0,-1 1-1 0 0,0 0 0 0 0,0 0 0 0 0,0 0 0 0 0,1 0 1 0 0,-1 1-1 0 0,0-1 0 0 0,-1 1 0 0 0,1-1 0 0 0,0 1 1 0 0,0 0-1 0 0,-1 1 0 0 0,1-1 0 0 0,-1 0 0 0 0,0 1 1 0 0,1-1-1 0 0,-1 1 0 0 0,0 0 0 0 0,-1-1 0 0 0,1 1 0 0 0,0 0 1 0 0,-1 0-1 0 0,0 0 0 0 0,1 1 0 0 0,-1-1 0 0 0,0 0 1 0 0,-1 0-1 0 0,1 1 0 0 0,-1-1 0 0 0,1 0 0 0 0,-1 1 1 0 0,0-1-1 0 0,0 0 0 0 0,-1 1 0 0 0,0 4 0 0 0,-1 4 15 0 0,-1 0-1 0 0,-1-1 0 0 0,0 1 0 0 0,0-1 1 0 0,-1 0-1 0 0,-1 0 0 0 0,0 0 0 0 0,0-1 1 0 0,-1 0-1 0 0,0 0 0 0 0,-1 0 0 0 0,0-1 1 0 0,-10 8-1 0 0,-29 40 616 0 0,45-55-678 0 0,1 0 0 0 0,0 0 0 0 0,-1 0 0 0 0,1 0 0 0 0,0 0 0 0 0,0 0 0 0 0,0 1 0 0 0,0-1 0 0 0,1 0 0 0 0,-1 0 0 0 0,0 4 0 0 0,1-5-24 0 0,0 0 1 0 0,0-1-1 0 0,0 1 0 0 0,1 0 1 0 0,-1-1-1 0 0,0 1 1 0 0,0-1-1 0 0,0 1 1 0 0,1 0-1 0 0,-1-1 1 0 0,0 1-1 0 0,1-1 1 0 0,-1 1-1 0 0,0-1 1 0 0,1 1-1 0 0,-1-1 1 0 0,1 1-1 0 0,-1-1 1 0 0,1 1-1 0 0,-1-1 1 0 0,1 0-1 0 0,-1 1 1 0 0,1-1-1 0 0,-1 0 0 0 0,1 1 1 0 0,-1-1-1 0 0,2 0 1 0 0,4 2 127 0 0,0-1-1 0 0,0-1 1 0 0,1 1-1 0 0,-1-1 1 0 0,0 0 0 0 0,12-1-1 0 0,-2 0-31 0 0,61-5 1402 0 0,89-16-1 0 0,-124 17-943 0 0,-42 5-601 0 0,0 0 1 0 0,0 0 0 0 0,0 0 0 0 0,0 0-1 0 0,0 0 1 0 0,0 1 0 0 0,0-1 0 0 0,0 0-1 0 0,0 0 1 0 0,0 0 0 0 0,0 0 0 0 0,0 0-1 0 0,0 0 1 0 0,0 0 0 0 0,0 0 0 0 0,0 0-1 0 0,0 0 1 0 0,0 0 0 0 0,0 0 0 0 0,0 0-1 0 0,0 0 1 0 0,0 1 0 0 0,0-1-1 0 0,0 0 1 0 0,0 0 0 0 0,0 0 0 0 0,0 0-1 0 0,1 0 1 0 0,-26 5-1827 0 0,13-3 713 0 0,-24 3-7413 0 0,26-3 3929 0 0</inkml:trace>
</inkml:ink>
</file>

<file path=ppt/ink/ink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7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86 484 0 0,'21'-42'5748'0'0,"-4"10"-2682"0"0,-9 20 4704 0 0,7 302-4919 0 0,-14-270-3175 0 0,1 51-1597 0 0,-6-24-8022 0 0,2-36 5596 0 0</inkml:trace>
</inkml:ink>
</file>

<file path=ppt/ink/ink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7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50 776 0 0,'-2'-1'489'0'0,"1"1"0"0"0,0 0 1 0 0,0-1-1 0 0,0 1 0 0 0,0-1 0 0 0,0 1 0 0 0,0-1 0 0 0,0 1 1 0 0,0-1-1 0 0,0 0 0 0 0,0 0 0 0 0,0 1 0 0 0,0-1 1 0 0,1 0-1 0 0,-1 0 0 0 0,0 0 0 0 0,0 0 0 0 0,1 0 0 0 0,-1 0 1 0 0,1 0-1 0 0,-1 0 0 0 0,1 0 0 0 0,-1 0 0 0 0,1-3 0 0 0,0 3-345 0 0,1 0-1 0 0,-1 0 0 0 0,1 0 0 0 0,0 0 0 0 0,-1 1 0 0 0,1-1 0 0 0,0 0 0 0 0,0 0 0 0 0,-1 0 1 0 0,1 0-1 0 0,0 1 0 0 0,0-1 0 0 0,0 1 0 0 0,0-1 0 0 0,0 0 0 0 0,0 1 0 0 0,0-1 0 0 0,0 1 0 0 0,3-1 1 0 0,6-2 104 0 0,0 0 0 0 0,0 1 0 0 0,1 0 0 0 0,19 0 0 0 0,-20 2-102 0 0,0 1 0 0 0,-1 0 0 0 0,1 0 0 0 0,0 1 0 0 0,-1 0 0 0 0,1 1-1 0 0,-1 0 1 0 0,0 1 0 0 0,17 8 0 0 0,-23-10-126 0 0,0 0 0 0 0,0 0 0 0 0,-1 0 0 0 0,1 0-1 0 0,0 0 1 0 0,-1 1 0 0 0,1-1 0 0 0,-1 1 0 0 0,0 0 0 0 0,0 0 0 0 0,0 0 0 0 0,0 0 0 0 0,0 0-1 0 0,-1 0 1 0 0,0 0 0 0 0,1 0 0 0 0,-1 1 0 0 0,0-1 0 0 0,0 1 0 0 0,-1-1 0 0 0,1 1-1 0 0,-1-1 1 0 0,0 1 0 0 0,0-1 0 0 0,0 1 0 0 0,0-1 0 0 0,-1 1 0 0 0,1-1 0 0 0,-1 0-1 0 0,0 1 1 0 0,0-1 0 0 0,-2 5 0 0 0,-6 13 23 0 0,-2 0-1 0 0,0-2 1 0 0,-1 1-1 0 0,-1-1 1 0 0,-1-1-1 0 0,-1-1 1 0 0,0 0 0 0 0,-21 18-1 0 0,14-12 10 0 0,14-15-39 0 0,0 1 0 0 0,1 1 0 0 0,0-1 0 0 0,1 1 0 0 0,-7 12 0 0 0,12-19 25 0 0,35 13 56 0 0,9-14-63 0 0,0-3 1 0 0,-1-2-1 0 0,1-1 0 0 0,74-18 1 0 0,-16 4-46 0 0,-80 12 355 0 0,-4 1-3028 0 0</inkml:trace>
</inkml:ink>
</file>

<file path=ppt/ink/ink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39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17 796 0 0,'-5'-16'10632'0'0,"1"37"-10137"0"0,0 1 0 0 0,1-1 0 0 0,1 1 0 0 0,1 0 0 0 0,1 22 0 0 0,-2 43 208 0 0,1-75-792 0 0,-9 67 1036 0 0,9-72-1208 0 0,0 0 0 0 0,0-1-1 0 0,-1 1 1 0 0,-1 0 0 0 0,1-1-1 0 0,-1 0 1 0 0,0 1 0 0 0,-6 9-1 0 0</inkml:trace>
</inkml:ink>
</file>

<file path=ppt/ink/ink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40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57 568 0 0,'4'-3'847'0'0,"34"-27"5544"0"0,-34 27-6129 0 0,1 0 1 0 0,0 0-1 0 0,0 1 1 0 0,0 0-1 0 0,1 0 1 0 0,-1 0-1 0 0,0 1 1 0 0,1 0-1 0 0,-1 0 1 0 0,8-1-1 0 0,-5 1-100 0 0,-1 1 0 0 0,1 0-1 0 0,0 0 1 0 0,0 1 0 0 0,0 0 0 0 0,-1 0 0 0 0,1 1-1 0 0,-1 0 1 0 0,1 0 0 0 0,-1 0 0 0 0,13 7-1 0 0,-18-8-124 0 0,0 1 1 0 0,0-1-1 0 0,0 1 0 0 0,-1-1 0 0 0,1 1 0 0 0,0 0 0 0 0,-1-1 0 0 0,1 1 0 0 0,-1 0 0 0 0,1 0 0 0 0,-1 0 0 0 0,0 0 0 0 0,0 0 0 0 0,0 1 0 0 0,0-1 0 0 0,1 4 0 0 0,-2-3-5 0 0,1 1 0 0 0,-1-1-1 0 0,0 1 1 0 0,-1-1 0 0 0,1 1 0 0 0,0-1-1 0 0,-1 0 1 0 0,0 1 0 0 0,0-1-1 0 0,0 0 1 0 0,0 1 0 0 0,0-1 0 0 0,-1 0-1 0 0,-2 5 1 0 0,-21 26 202 0 0,21-29-197 0 0,-1 0-1 0 0,1 1 1 0 0,0-1 0 0 0,0 1 0 0 0,1 0-1 0 0,0 0 1 0 0,0 1 0 0 0,0-1-1 0 0,1 0 1 0 0,0 1 0 0 0,-2 7 0 0 0,5-7-14 0 0,0-1 0 0 0,1 0 0 0 0,0 0 0 0 0,0 0 0 0 0,0 0 1 0 0,1 0-1 0 0,0-1 0 0 0,0 1 0 0 0,0-1 0 0 0,1 0 0 0 0,-1 0 0 0 0,7 6 1 0 0,-5-4-1 0 0,0 0 1 0 0,0 0 0 0 0,0 1 0 0 0,5 13 0 0 0,-9-20-10 0 0,-1 1 0 0 0,1 0 0 0 0,-1 0 0 0 0,1 0 0 0 0,-1 0 1 0 0,0 0-1 0 0,0 0 0 0 0,0 0 0 0 0,0 0 0 0 0,0 0 0 0 0,-1 0 0 0 0,1 0 1 0 0,-1 0-1 0 0,1 0 0 0 0,-1-1 0 0 0,1 1 0 0 0,-1 0 0 0 0,0 0 0 0 0,0 0 0 0 0,0-1 1 0 0,-2 3-1 0 0,0 0 7 0 0,0 0 1 0 0,-1-1 0 0 0,0 1 0 0 0,0-1-1 0 0,0 0 1 0 0,0 0 0 0 0,-1 0-1 0 0,-4 2 1 0 0,-10 4 57 0 0,-1-1 0 0 0,-40 11 0 0 0,58-18-72 0 0,-35 9 11 0 0,-5 0-1735 0 0,16-1-5482 0 0</inkml:trace>
</inkml:ink>
</file>

<file path=ppt/ink/ink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42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261 109 212 0 0,'1'-9'16758'0'0,"-2"9"-16721"0"0,0 0 0 0 0,0 0 0 0 0,0 0 1 0 0,0 0-1 0 0,1 0 0 0 0,-1 0 0 0 0,0 0 0 0 0,0 0 0 0 0,0-1 0 0 0,0 1 0 0 0,1 0 0 0 0,-1-1 0 0 0,0 1 0 0 0,0-1 0 0 0,0 1 1 0 0,1-1-1 0 0,-1 1 0 0 0,0-1 0 0 0,1 1 0 0 0,-1-1 0 0 0,1 0 0 0 0,-1 1 0 0 0,0-1 0 0 0,1 0 0 0 0,-1 1 0 0 0,1-1 0 0 0,0 0 1 0 0,-1 0-1 0 0,1 0 0 0 0,0 0 0 0 0,-1 1 0 0 0,1-1 0 0 0,0 0 0 0 0,0 0 0 0 0,0 0 0 0 0,0 0 0 0 0,0 0 0 0 0,0 0 0 0 0,0 1 1 0 0,0-1-1 0 0,0-1 0 0 0,0-1 1185 0 0,1-1-1179 0 0,-1-1 0 0 0,0 0 0 0 0,0 1 0 0 0,0-1 0 0 0,0 0 0 0 0,-1 1 0 0 0,0-1 0 0 0,0 1 0 0 0,-2-6 0 0 0,2 8-36 0 0,-5-3 66 0 0,4 4-70 0 0,1-1 0 0 0,-1 1 0 0 0,1 0 0 0 0,-1-1 0 0 0,0 1 0 0 0,1 0 0 0 0,-1 0 0 0 0,0 0 0 0 0,0 0-1 0 0,0 1 1 0 0,0-1 0 0 0,0 0 0 0 0,-3 0 0 0 0,-10 2-9 0 0,-1 0 1 0 0,1 1-1 0 0,0 1 0 0 0,-1 0 0 0 0,-14 6 0 0 0,23-7 1 0 0,1 0 1 0 0,0 0-1 0 0,0 1 0 0 0,0 0 0 0 0,0 0 0 0 0,0 0 0 0 0,1 1 1 0 0,-1 0-1 0 0,1 0 0 0 0,0 0 0 0 0,0 1 0 0 0,1 0 0 0 0,-1 0 1 0 0,-6 9-1 0 0,10-11 4 0 0,1-1-1 0 0,-1 1 1 0 0,0-1 0 0 0,1 1 0 0 0,0-1 0 0 0,-1 1 0 0 0,1 0-1 0 0,0-1 1 0 0,0 1 0 0 0,1-1 0 0 0,-1 1 0 0 0,1 0-1 0 0,-1-1 1 0 0,1 1 0 0 0,0-1 0 0 0,0 1 0 0 0,0-1-1 0 0,0 0 1 0 0,0 1 0 0 0,0-1 0 0 0,1 0 0 0 0,-1 0-1 0 0,1 0 1 0 0,0 0 0 0 0,-1 0 0 0 0,1 0 0 0 0,4 3 0 0 0,7 7-13 0 0,1 0 1 0 0,29 18-1 0 0,-25-18 15 0 0,-10-7 0 0 0,-1 0 0 0 0,1 1 0 0 0,-1 0 0 0 0,0 1 0 0 0,-1-1 0 0 0,0 1 0 0 0,0 1 0 0 0,0-1 0 0 0,-1 1 0 0 0,0 0 0 0 0,0 0 0 0 0,-1 0 0 0 0,0 1 0 0 0,-1 0 0 0 0,0 0 0 0 0,3 10 0 0 0,-6-17 2 0 0,0 0 1 0 0,-1 1-1 0 0,1-1 1 0 0,0 1-1 0 0,-1-1 1 0 0,1 0-1 0 0,-1 1 1 0 0,1-1-1 0 0,-1 0 0 0 0,0 0 1 0 0,0 1-1 0 0,0-1 1 0 0,-1 0-1 0 0,1 0 1 0 0,0 0-1 0 0,-1 0 1 0 0,0-1-1 0 0,1 1 1 0 0,-1 0-1 0 0,0-1 0 0 0,0 1 1 0 0,1-1-1 0 0,-1 1 1 0 0,-1-1-1 0 0,1 0 1 0 0,0 0-1 0 0,0 0 1 0 0,-3 1-1 0 0,4-1 11 0 0,-1 0-1 0 0,0-1 0 0 0,0 1 1 0 0,0-1-1 0 0,0 1 1 0 0,0-1-1 0 0,0 0 0 0 0,0 0 1 0 0,1 0-1 0 0,-1 0 1 0 0,0 0-1 0 0,0 0 0 0 0,0 0 1 0 0,0-1-1 0 0,0 1 1 0 0,0-1-1 0 0,0 1 0 0 0,0-1 1 0 0,1 0-1 0 0,-1 1 1 0 0,0-1-1 0 0,1 0 0 0 0,-1 0 1 0 0,0-1-1 0 0,1 1 1 0 0,-1 0-1 0 0,1 0 0 0 0,0-1 1 0 0,-1 1-1 0 0,1-1 1 0 0,0 1-1 0 0,0-1 0 0 0,0 1 1 0 0,-1-3-1 0 0,0-1 4 0 0,1 0-1 0 0,-1 0 0 0 0,1 0 1 0 0,0 0-1 0 0,1 0 1 0 0,-1 0-1 0 0,1 0 0 0 0,0 0 1 0 0,0 0-1 0 0,1 0 1 0 0,0-1-1 0 0,0 1 0 0 0,0 0 1 0 0,0 0-1 0 0,1 1 1 0 0,-1-1-1 0 0,1 0 0 0 0,3-5 1 0 0,3-5-73 0 0,1 0 0 0 0,1 0 0 0 0,22-26 0 0 0,-27 36-260 0 0,0 0 0 0 0,1 0 0 0 0,0 0 0 0 0,0 0 0 0 0,0 1 0 0 0,0 0 0 0 0,12-5 0 0 0,5 0-3207 0 0,-1 4-3548 0 0,-10 4 2754 0 0</inkml:trace>
</inkml:ink>
</file>

<file path=ppt/ink/ink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42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68 380 0 0,'2'-5'1314'0'0,"1"1"1"0"0,-1-1-1 0 0,0 1 0 0 0,0-1 1 0 0,-1 0-1 0 0,3-6 0 0 0,-6 8-1145 0 0,0 1 0 0 0,0 0-1 0 0,0 0 1 0 0,0 0 0 0 0,-1 0-1 0 0,1 0 1 0 0,0 0 0 0 0,-1 1-1 0 0,1-1 1 0 0,-1 1 0 0 0,0 0-1 0 0,1 0 1 0 0,-1 0 0 0 0,0 0-1 0 0,0 0 1 0 0,0 0 0 0 0,0 1-1 0 0,-3-1 1 0 0,-1 1 42 0 0,-1 0-1 0 0,1 0 1 0 0,-1 1 0 0 0,1-1 0 0 0,0 2-1 0 0,0-1 1 0 0,-11 4 0 0 0,8-1-53 0 0,0 0-1 0 0,-1 0 1 0 0,1 1 0 0 0,1 0-1 0 0,-1 1 1 0 0,1 0 0 0 0,0 1-1 0 0,0-1 1 0 0,1 2 0 0 0,-12 12-1 0 0,18-18-130 0 0,1 0 0 0 0,-1 0 0 0 0,1 0-1 0 0,0 1 1 0 0,0-1 0 0 0,0 0 0 0 0,0 1 0 0 0,0-1-1 0 0,0 0 1 0 0,0 1 0 0 0,1-1 0 0 0,-1 1-1 0 0,1 0 1 0 0,0-1 0 0 0,0 4 0 0 0,0-5-22 0 0,1 0 1 0 0,-1 0 0 0 0,1 0-1 0 0,-1 0 1 0 0,1 0 0 0 0,-1 0 0 0 0,1 0-1 0 0,-1-1 1 0 0,1 1 0 0 0,0 0 0 0 0,0 0-1 0 0,-1 0 1 0 0,1-1 0 0 0,0 1 0 0 0,0-1-1 0 0,0 1 1 0 0,0-1 0 0 0,0 1 0 0 0,0-1-1 0 0,0 1 1 0 0,0-1 0 0 0,0 0 0 0 0,0 1-1 0 0,0-1 1 0 0,2 0 0 0 0,27 4 25 0 0,-28-4-31 0 0,12 0-7 0 0,-1 0 1 0 0,1-1-1 0 0,-1-1 1 0 0,0-1 0 0 0,14-3-1 0 0,43-7-10 0 0,-68 12 47 0 0,0 9 70 0 0,-1 0-1 0 0,-1 0 0 0 0,1 0 1 0 0,-1-1-1 0 0,-1 1 0 0 0,1 0 1 0 0,-1 0-1 0 0,-4 13 0 0 0,-24 67 109 0 0,13-42-412 0 0,11-32-394 0 0,-1-1 0 0 0,0 1 0 0 0,-1-1 0 0 0,-10 14-1 0 0,-18 21-6998 0 0,21-29 3603 0 0</inkml:trace>
</inkml:ink>
</file>

<file path=ppt/ink/ink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44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282 19 548 0 0,'0'0'9886'0'0,"-1"-4"-9158"0"0,1 3-668 0 0,0 1 0 0 0,0-1 0 0 0,0 1 0 0 0,0-1 0 0 0,0 1 0 0 0,0-1 0 0 0,0 1 0 0 0,0-1 0 0 0,0 1 0 0 0,0-1 0 0 0,0 1 0 0 0,0 0 0 0 0,0-1 0 0 0,0 1 0 0 0,-1-1 0 0 0,1 1 0 0 0,0-1 0 0 0,0 1 0 0 0,-1 0 0 0 0,1-1 0 0 0,0 1 0 0 0,0-1 0 0 0,-1 1 0 0 0,1 0 0 0 0,0-1 0 0 0,-1 1 0 0 0,1 0 0 0 0,0-1 0 0 0,-1 1 0 0 0,1 0 0 0 0,-1 0 0 0 0,1 0 0 0 0,-1-1 0 0 0,1 1 0 0 0,0 0 0 0 0,-1 0 0 0 0,1 0 0 0 0,-1 0 0 0 0,1 0 0 0 0,-1 0 0 0 0,1 0 1 0 0,-1 0-1 0 0,0 0 0 0 0,-15 20 4325 0 0,-1 6-4363 0 0,-138 178 2290 0 0,137-182-2159 0 0,0 0 190 0 0,-24 39 0 0 0,42-61-339 0 0,-1 1 1 0 0,1-1 0 0 0,0 0 0 0 0,0 1 0 0 0,-1-1 0 0 0,1 1-1 0 0,0-1 1 0 0,0 1 0 0 0,0-1 0 0 0,0 1 0 0 0,0-1-1 0 0,-1 1 1 0 0,1-1 0 0 0,0 1 0 0 0,0-1 0 0 0,0 1 0 0 0,0-1-1 0 0,0 1 1 0 0,1-1 0 0 0,-1 0 0 0 0,0 1 0 0 0,0-1 0 0 0,0 1-1 0 0,0-1 1 0 0,0 1 0 0 0,1-1 0 0 0,-1 1 0 0 0,0-1-1 0 0,0 1 1 0 0,1-1 0 0 0,-1 0 0 0 0,1 1 0 0 0,18 6 71 0 0,31-7-19 0 0,-44-1-37 0 0,271-20-2064 0 0,-96-13-3953 0 0,-177 33 5868 0 0,0 0 1 0 0,0-1-1 0 0,-1 1 1 0 0,1-1-1 0 0,0 1 1 0 0,-1-1-1 0 0,1 0 1 0 0,-1-1-1 0 0,1 1 1 0 0,-1 0-1 0 0,0-1 1 0 0,0 0-1 0 0,0 0 1 0 0,-1 0-1 0 0,1 0 1 0 0,0 0-1 0 0,-1-1 1 0 0,0 1-1 0 0,3-7 1 0 0,-4 8 704 0 0,-4-14 504 0 0,-4 6 4712 0 0,-16 49-5132 0 0,2 0 0 0 0,2 1 0 0 0,-25 73 0 0 0,-21 46-3348 0 0,44-125-630 0 0,4-10-3359 0 0,6-7 1918 0 0</inkml:trace>
</inkml:ink>
</file>

<file path=ppt/ink/ink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2:46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339 6 452 0 0,'-4'-2'-423'0'0,"3"2"633"0"0,1-1 0 0 0,-1 1 0 0 0,0 0-1 0 0,0-1 1 0 0,0 1 0 0 0,0-1 0 0 0,0 1 0 0 0,0 0-1 0 0,0 0 1 0 0,0 0 0 0 0,0 0 0 0 0,0 0-1 0 0,0 0 1 0 0,0 0 0 0 0,0 0 0 0 0,0 0 0 0 0,0 0-1 0 0,0 0 1 0 0,0 1 0 0 0,0-1 0 0 0,0 0-1 0 0,0 1 1 0 0,-3 2 2820 0 0,-2 5-2285 0 0,6-8-661 0 0,0 0 0 0 0,0 0 0 0 0,-1 0 1 0 0,1 0-1 0 0,0 0 0 0 0,0 0 1 0 0,0 1-1 0 0,0-1 0 0 0,0 0 0 0 0,0 0 1 0 0,0 0-1 0 0,0 0 0 0 0,-1 0 1 0 0,1 0-1 0 0,0 1 0 0 0,0-1 0 0 0,0 0 1 0 0,0 0-1 0 0,0 0 0 0 0,0 0 1 0 0,0 0-1 0 0,0 1 0 0 0,0-1 0 0 0,0 0 1 0 0,0 0-1 0 0,0 0 0 0 0,0 0 0 0 0,0 1 1 0 0,0-1-1 0 0,0 0 0 0 0,0 0 1 0 0,0 0-1 0 0,0 0 0 0 0,0 0 0 0 0,0 1 1 0 0,0-1-1 0 0,0 0 0 0 0,1 0 1 0 0,-1 0-1 0 0,0 0 0 0 0,0 0 0 0 0,0 1 1 0 0,0-1-1 0 0,0 0 0 0 0,0 0 1 0 0,0 0-1 0 0,0 0 0 0 0,1 0 0 0 0,-1 0 1 0 0,0 0-1 0 0,0 0 0 0 0,0 0 1 0 0,0 0-1 0 0,0 1 0 0 0,1-1 0 0 0,-1 0 1 0 0,0 0-1 0 0,0 0 0 0 0,14-3 39 0 0,0 0 1 0 0,-1 1-1 0 0,1 1 0 0 0,0 0 0 0 0,0 1 1 0 0,0 1-1 0 0,0 0 0 0 0,0 1 0 0 0,0 0 1 0 0,13 5-1 0 0,-22-6-88 0 0,-1 0 0 0 0,0 1-1 0 0,0-1 1 0 0,1 1 0 0 0,-1 0 0 0 0,0 0 0 0 0,-1 1-1 0 0,1-1 1 0 0,0 1 0 0 0,-1 0 0 0 0,1-1 0 0 0,-1 2-1 0 0,0-1 1 0 0,0 0 0 0 0,0 1 0 0 0,0-1 0 0 0,-1 1-1 0 0,1 0 1 0 0,-1 0 0 0 0,0 0 0 0 0,0 0 0 0 0,-1 0 0 0 0,1 0-1 0 0,-1 1 1 0 0,0-1 0 0 0,0 0 0 0 0,0 1 0 0 0,-1-1-1 0 0,0 1 1 0 0,1-1 0 0 0,-2 1 0 0 0,1-1 0 0 0,0 1-1 0 0,-1-1 1 0 0,0 1 0 0 0,-1 4 0 0 0,-1 0 22 0 0,1 0 0 0 0,-2 0 1 0 0,1-1-1 0 0,-1 1 0 0 0,-1-1 1 0 0,1 0-1 0 0,-1 0 0 0 0,-1 0 1 0 0,-8 9-1 0 0,-7 5 112 0 0,-36 30-1 0 0,19-18-93 0 0,164-33-805 0 0,-123 0 717 0 0,-2-2 12 0 0,1 1-1 0 0,-1 0 1 0 0,1 1-1 0 0,-1-1 0 0 0,0 0 1 0 0,1 0-1 0 0,-1 1 0 0 0,1-1 1 0 0,-1 0-1 0 0,0 1 0 0 0,1 0 1 0 0,-1-1-1 0 0,0 1 1 0 0,1 0-1 0 0,-1 0 0 0 0,0-1 1 0 0,0 1-1 0 0,0 0 0 0 0,0 0 1 0 0,0 0-1 0 0,0 0 0 0 0,0 1 1 0 0,0-1-1 0 0,0 0 0 0 0,0 0 1 0 0,-1 1-1 0 0,1-1 1 0 0,0 0-1 0 0,-1 1 0 0 0,1-1 1 0 0,-1 0-1 0 0,0 1 0 0 0,1-1 1 0 0,-1 1-1 0 0,0-1 0 0 0,0 1 1 0 0,0-1-1 0 0,0 3 1 0 0,-2 3 9 0 0,1 0 1 0 0,-1-1 0 0 0,0 1 0 0 0,-1-1 0 0 0,1 0 0 0 0,-2 1 0 0 0,1-1 0 0 0,0-1 0 0 0,-1 1 0 0 0,0 0 0 0 0,0-1 0 0 0,-1 0 0 0 0,0 0 0 0 0,0 0 0 0 0,0-1 0 0 0,0 1 0 0 0,-1-1 0 0 0,1-1 0 0 0,-10 6 0 0 0,-10 5 217 0 0,-1 0 0 0 0,-1-2 1 0 0,-36 12-1 0 0,42-16-21 0 0,0-1 1 0 0,-1-1 0 0 0,1-1 0 0 0,-1-1-1 0 0,-1-1 1 0 0,-35 1 0 0 0,43-5-467 0 0,6 1 301 0 0,0 0 1 0 0,0-1 0 0 0,1 0-1 0 0,-1 0 1 0 0,-16-6 0 0 0,4-4-3438 0 0,2-7-3974 0 0,11 10 2780 0 0</inkml:trace>
</inkml:ink>
</file>

<file path=ppt/ink/ink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33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303 25 540 0 0,'0'0'1047'0'0,"0"-2"-523"0"0,0 1-1 0 0,0-1 0 0 0,0 0 0 0 0,0 0 1 0 0,-1 1-1 0 0,1-1 0 0 0,0 0 0 0 0,-1 1 1 0 0,1-1-1 0 0,-1 0 0 0 0,0 1 0 0 0,-1-3 0 0 0,-10 5-331 0 0,1 1 0 0 0,-1 0-1 0 0,1 1 1 0 0,-1 1-1 0 0,1-1 1 0 0,0 2 0 0 0,-11 5-1 0 0,-54 18-24 0 0,20-10 4 0 0,54-18-119 0 0,-28 16 732 0 0,20 67-414 0 0,0-13 24 0 0,3 0-1 0 0,3 1 0 0 0,9 128 0 0 0,17 220 985 0 0,12-159-689 0 0,-32-242-665 0 0,3 12 31 0 0,-4-29-28 0 0,-1 0-30 0 0,2 14 12 0 0,0-9 7 0 0,-1-5 7 0 0,-3 3-21 0 0,11 5 3 0 0,16 4 5 0 0,228 7 45 0 0,-236-19-44 0 0,-1 1-1 0 0,1-2 1 0 0,0 0 0 0 0,23-4-1 0 0,-38 3-2 0 0,4-1 391 0 0,-3 3-1535 0 0,-30 18-6706 0 0,10-9 4011 0 0</inkml:trace>
</inkml:ink>
</file>

<file path=ppt/ink/ink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3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14 211 1224 0 0,'-13'-31'9621'0'0,"13"31"-9496"0"0,1-1-1 0 0,-1 1 1 0 0,0 0 0 0 0,1 0-1 0 0,-1 0 1 0 0,1 0 0 0 0,0 0-1 0 0,-1 0 1 0 0,1 0-1 0 0,-1 0 1 0 0,1 0 0 0 0,-1 0-1 0 0,1 0 1 0 0,-1 0 0 0 0,0 1-1 0 0,1-1 1 0 0,-1 0 0 0 0,1 0-1 0 0,-1 0 1 0 0,1 1-1 0 0,-1-1 1 0 0,1 0 0 0 0,-1 1-1 0 0,0-1 1 0 0,1 0 0 0 0,-1 1-1 0 0,0-1 1 0 0,1 0-1 0 0,-1 1 1 0 0,0-1 0 0 0,1 1-1 0 0,5 5 49 0 0,0 0-1 0 0,0 0 1 0 0,0 0-1 0 0,-1 1 0 0 0,0 0 1 0 0,6 10-1 0 0,2 15 238 0 0,-11-22-321 0 0,1-1-1 0 0,1 0 1 0 0,-1 0 0 0 0,1 0 0 0 0,1-1-1 0 0,0 1 1 0 0,0-1 0 0 0,1 0 0 0 0,0 0-1 0 0,0-1 1 0 0,10 9 0 0 0,-13-15-69 0 0,1 0 0 0 0,-1 0 0 0 0,0 0 0 0 0,0-1 0 0 0,1 1 0 0 0,-1-1 0 0 0,0 0 0 0 0,0 0 0 0 0,1 0 0 0 0,-1-1 0 0 0,0 1 1 0 0,1-1-1 0 0,-1 0 0 0 0,0 0 0 0 0,0 0 0 0 0,0 0 0 0 0,0 0 0 0 0,3-3 0 0 0,58-30 142 0 0,-60 31-145 0 0,2-1-81 0 0,181-122 288 0 0,-160 104-1464 0 0,30-31 1 0 0,-40 34-1448 0 0,-1 0 0 0 0,21-32 0 0 0,-10 6-1640 0 0</inkml:trace>
</inkml:ink>
</file>

<file path=ppt/ink/ink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5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0 239 768 0 0,'0'0'8151'0'0,"0"1"-8099"0"0,0-1 0 0 0,0 0 0 0 0,0 0 0 0 0,0 0 0 0 0,0 0-1 0 0,0 1 1 0 0,0-1 0 0 0,0 0 0 0 0,0 0 0 0 0,0 0-1 0 0,0 0 1 0 0,0 1 0 0 0,0-1 0 0 0,0 0 0 0 0,0 0-1 0 0,1 0 1 0 0,-1 0 0 0 0,0 1 0 0 0,0-1 0 0 0,0 0-1 0 0,0 0 1 0 0,0 0 0 0 0,0 0 0 0 0,0 0 0 0 0,1 1-1 0 0,-1-1 1 0 0,0 0 0 0 0,0 0 0 0 0,0 0 0 0 0,0 0-1 0 0,0 0 1 0 0,1 0 0 0 0,-1 0 0 0 0,0 0 0 0 0,0 0-1 0 0,0 0 1 0 0,0 0 0 0 0,1 0 0 0 0,-1 0 0 0 0,0 0-1 0 0,0 0 1 0 0,0 0 0 0 0,0 0 0 0 0,1 0 0 0 0,-1 0 0 0 0,0 0-1 0 0,0 0 1 0 0,0 0 0 0 0,0 0 0 0 0,1 0 0 0 0,-1 0-1 0 0,0 0 1 0 0,0 0 0 0 0,0 0 0 0 0,0 0 0 0 0,1 0-1 0 0,-1-1 1 0 0,0 1 0 0 0,0 0 0 0 0,13-6 96 0 0,-1-1-1 0 0,0-1 1 0 0,-1 0 0 0 0,0 0 0 0 0,0-1-1 0 0,-1-1 1 0 0,0 0 0 0 0,0 0 0 0 0,9-15-1 0 0,0 0 108 0 0,-2-1-1 0 0,-1-1 0 0 0,15-33 1 0 0,-31 60-244 0 0,0 0 0 0 0,0 0 1 0 0,0 0-1 0 0,0 0 0 0 0,0 0 1 0 0,0 0-1 0 0,0 0 0 0 0,-1 0 1 0 0,1 0-1 0 0,0 0 0 0 0,0 0 1 0 0,0 0-1 0 0,0 0 0 0 0,0 0 1 0 0,0 0-1 0 0,0 0 0 0 0,0 0 1 0 0,0 0-1 0 0,-1 0 0 0 0,1 0 1 0 0,0 0-1 0 0,0 0 0 0 0,0 0 1 0 0,0 0-1 0 0,0 0 0 0 0,0 0 1 0 0,0-1-1 0 0,0 1 1 0 0,0 0-1 0 0,0 0 0 0 0,0 0 1 0 0,0 0-1 0 0,0 0 0 0 0,0 0 1 0 0,0 0-1 0 0,0 0 0 0 0,-1 0 1 0 0,1 0-1 0 0,0-1 0 0 0,0 1 1 0 0,0 0-1 0 0,0 0 0 0 0,0 0 1 0 0,0 0-1 0 0,0 0 0 0 0,0 0 1 0 0,0 0-1 0 0,1 0 0 0 0,-1-1 1 0 0,0 1-1 0 0,0 0 0 0 0,0 0 1 0 0,0 0-1 0 0,0 0 0 0 0,0 0 1 0 0,0 0-1 0 0,0 0 0 0 0,-13 9 109 0 0,-16 24-113 0 0,24-24 6 0 0,2-4-3 0 0,1 0 0 0 0,-1 0-1 0 0,1 0 1 0 0,0 0 0 0 0,0 0 0 0 0,0 0-1 0 0,-1 9 1 0 0,3-11-10 0 0,0 0 1 0 0,-1 0-1 0 0,1 0 1 0 0,1 0-1 0 0,-1 0 0 0 0,0 1 1 0 0,1-1-1 0 0,-1 0 1 0 0,1 0-1 0 0,0 0 0 0 0,0-1 1 0 0,3 6-1 0 0,-3-7 1 0 0,-1 0-1 0 0,1 0 1 0 0,0 0 0 0 0,0 0-1 0 0,0 0 1 0 0,0 0 0 0 0,0 0-1 0 0,0-1 1 0 0,0 1-1 0 0,0 0 1 0 0,1-1 0 0 0,-1 1-1 0 0,0-1 1 0 0,0 1 0 0 0,1-1-1 0 0,-1 0 1 0 0,0 1-1 0 0,0-1 1 0 0,1 0 0 0 0,1 0-1 0 0,5-1 4 0 0,0 0-1 0 0,0-1 1 0 0,0 0 0 0 0,0 0-1 0 0,-1-1 1 0 0,1 0-1 0 0,8-5 1 0 0,10-2 0 0 0,38-14-9 0 0,-32 12-5 0 0,-1 1 1 0 0,40-7 0 0 0,-62 16 8 0 0,0 1 1 0 0,1 0-1 0 0,-1 0 0 0 0,0 1 0 0 0,1 0 1 0 0,-1 1-1 0 0,0 0 0 0 0,0 0 1 0 0,1 1-1 0 0,-1 0 0 0 0,0 1 0 0 0,12 5 1 0 0,-19-7 17 0 0,0 1 1 0 0,0-1-1 0 0,0 1 1 0 0,0-1-1 0 0,0 1 1 0 0,0 0 0 0 0,-1 0-1 0 0,1 0 1 0 0,-1 0-1 0 0,1 0 1 0 0,-1 0-1 0 0,0 0 1 0 0,1 1-1 0 0,-1-1 1 0 0,-1 0 0 0 0,1 1-1 0 0,0-1 1 0 0,0 1-1 0 0,-1-1 1 0 0,0 1-1 0 0,1-1 1 0 0,-1 1-1 0 0,0-1 1 0 0,0 1-1 0 0,0-1 1 0 0,0 1 0 0 0,-1-1-1 0 0,1 1 1 0 0,-1-1-1 0 0,0 1 1 0 0,1-1-1 0 0,-1 0 1 0 0,0 1-1 0 0,-1-1 1 0 0,1 0-1 0 0,-2 3 1 0 0,1-1-191 0 0,0 0 1 0 0,-1 0-1 0 0,1 0 0 0 0,-1 0 0 0 0,0-1 0 0 0,0 1 1 0 0,0-1-1 0 0,-1 0 0 0 0,-4 4 0 0 0,6-6-320 0 0,0 1-1 0 0,0-1 0 0 0,-1 0 1 0 0,1 1-1 0 0,0-1 0 0 0,-1 0 0 0 0,1-1 1 0 0,-1 1-1 0 0,1 0 0 0 0,-1-1 1 0 0,0 1-1 0 0,1-1 0 0 0,-1 0 0 0 0,1 0 1 0 0,-1 0-1 0 0,-4 0 0 0 0,-7-3-2845 0 0</inkml:trace>
</inkml:ink>
</file>

<file path=ppt/ink/ink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5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36 150 13921 0 0,'-17'-54'35'0'0,"13"44"180"0"0,1-1-1 0 0,0 1 0 0 0,0-1 0 0 0,1 0 1 0 0,-2-17-1 0 0,4 26-4 0 0,4-1-73 0 0,-4 2-154 0 0,0 0 1 0 0,0 1-1 0 0,1-1 0 0 0,-1 1 0 0 0,1-1 1 0 0,-1 1-1 0 0,1-1 0 0 0,-1 1 0 0 0,0-1 0 0 0,1 1 1 0 0,0-1-1 0 0,-1 1 0 0 0,1 0 0 0 0,-1-1 1 0 0,1 1-1 0 0,-1 0 0 0 0,1-1 0 0 0,0 1 1 0 0,-1 0-1 0 0,1 0 0 0 0,0 0 0 0 0,-1 0 1 0 0,2-1-1 0 0,0 2-515 0 0,2 1-279 0 0,21 15-1519 0 0,-6-2-2809 0 0,-6-4 1552 0 0</inkml:trace>
</inkml:ink>
</file>

<file path=ppt/ink/ink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6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57 432 0 0,'0'0'1620'0'0,"-1"-11"-417"0"0,0 6 2151 0 0,-4-18-900 0 0,5 21-1647 0 0,-30-14 1620 0 0,16 19-2275 0 0,1 0 0 0 0,-1 0-1 0 0,1 2 1 0 0,0-1 0 0 0,1 2-1 0 0,-1 0 1 0 0,1 0 0 0 0,0 1 0 0 0,-13 11-1 0 0,0 0 70 0 0,2 0 0 0 0,0 2 0 0 0,-26 31-1 0 0,44-46-182 0 0,0 1 0 0 0,1 0 0 0 0,-1 0 0 0 0,2 1-1 0 0,-1-1 1 0 0,1 1 0 0 0,-1 0 0 0 0,2 0-1 0 0,-1 0 1 0 0,1 0 0 0 0,0 0 0 0 0,-1 9 0 0 0,3-13-29 0 0,0 1 0 0 0,0-1 1 0 0,0 0-1 0 0,1 0 1 0 0,-1 0-1 0 0,1 0 1 0 0,0 0-1 0 0,-1 0 0 0 0,1 0 1 0 0,1 0-1 0 0,-1 0 1 0 0,0 0-1 0 0,1 0 1 0 0,-1-1-1 0 0,1 1 0 0 0,0-1 1 0 0,0 1-1 0 0,0-1 1 0 0,0 0-1 0 0,0 1 0 0 0,1-1 1 0 0,-1 0-1 0 0,1-1 1 0 0,-1 1-1 0 0,1 0 1 0 0,0-1-1 0 0,0 1 0 0 0,0-1 1 0 0,-1 0-1 0 0,1 0 1 0 0,5 1-1 0 0,-2 0-1 0 0,0-1-1 0 0,1 0 0 0 0,-1 0 1 0 0,0 0-1 0 0,1-1 1 0 0,-1 0-1 0 0,1 0 0 0 0,-1-1 1 0 0,1 1-1 0 0,-1-2 1 0 0,1 1-1 0 0,-1-1 0 0 0,0 0 1 0 0,0 0-1 0 0,0 0 1 0 0,0-1-1 0 0,0 0 1 0 0,-1 0-1 0 0,1-1 0 0 0,6-4 1 0 0,-6 3 1 0 0,0 0 1 0 0,-1 0-1 0 0,1-1 1 0 0,-1 1-1 0 0,0-1 1 0 0,-1 0 0 0 0,1 0-1 0 0,-1-1 1 0 0,0 1-1 0 0,-1-1 1 0 0,0 0-1 0 0,0 0 1 0 0,0 0-1 0 0,-1-1 1 0 0,0 1-1 0 0,0 0 1 0 0,0-10-1 0 0,2-79-5 0 0,-4 93-2 0 0,0 1 0 0 0,-1-7-1 0 0,1 7 0 0 0,0-5-14 0 0,0 7 14 0 0,0 1 0 0 0,0-1 0 0 0,0 0 0 0 0,0 0 0 0 0,0 0 0 0 0,0 0 0 0 0,0 0 0 0 0,0 0 0 0 0,0 0 0 0 0,0 0 0 0 0,1 0 0 0 0,-1 0 0 0 0,0 0 0 0 0,0 0 0 0 0,0 0 0 0 0,0 0 0 0 0,0 0 0 0 0,0 0 0 0 0,0 0 0 0 0,0 0 0 0 0,0 0 0 0 0,0 0 0 0 0,0 1 0 0 0,1-1 0 0 0,-1 0 0 0 0,0 0 0 0 0,0-1 0 0 0,0 1 0 0 0,0 0 0 0 0,0 0 0 0 0,0 0 0 0 0,0 0 0 0 0,0 0 0 0 0,0 0 0 0 0,0 0-1 0 0,1 0 1 0 0,-1 0 0 0 0,0 0 0 0 0,0 0 0 0 0,0 0 0 0 0,0 0 0 0 0,0 0 0 0 0,0 0 0 0 0,0 0 0 0 0,0 0 0 0 0,0 0 0 0 0,0 0 0 0 0,0 0 0 0 0,0-1 0 0 0,0 1 0 0 0,0 0 0 0 0,0 0 0 0 0,0 0 0 0 0,1 0 0 0 0,18 31 493 0 0,2-1-1 0 0,47 51 1 0 0,-54-66-886 0 0,2-1 1 0 0,26 19-1 0 0,-32-26-1068 0 0,0-1 0 0 0,0-1 0 0 0,0 1 0 0 0,1-2 0 0 0,19 7 0 0 0,-14-8-2710 0 0</inkml:trace>
</inkml:ink>
</file>

<file path=ppt/ink/ink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6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434 30 352 0 0,'-2'-3'299'0'0,"-1"0"0"0"0,0 1 0 0 0,0-1 0 0 0,0 1 0 0 0,-1 0 0 0 0,1 0 0 0 0,0 0 0 0 0,-1 0 0 0 0,1 0 0 0 0,-1 1 0 0 0,0 0 0 0 0,1 0 0 0 0,-1 0 0 0 0,0 0 0 0 0,0 0 0 0 0,0 1 0 0 0,0 0-1 0 0,0-1 1 0 0,0 2 0 0 0,1-1 0 0 0,-1 0 0 0 0,0 1 0 0 0,0 0 0 0 0,0-1 0 0 0,-5 3 0 0 0,-12 4 204 0 0,0 0 0 0 0,0 2-1 0 0,-24 13 1 0 0,32-16-68 0 0,-11 6 121 0 0,0 2 0 0 0,1 0 1 0 0,-36 31-1 0 0,51-39-428 0 0,0 1-1 0 0,1 0 1 0 0,0 0 0 0 0,1 1 0 0 0,0 0-1 0 0,0 0 1 0 0,0 0 0 0 0,1 1 0 0 0,0 0 0 0 0,1 0-1 0 0,0 0 1 0 0,0 0 0 0 0,-3 15 0 0 0,7-20-93 0 0,-1 1 1 0 0,1-1 0 0 0,0 0-1 0 0,0 0 1 0 0,0 0 0 0 0,0 0 0 0 0,1 1-1 0 0,0-1 1 0 0,0 0 0 0 0,0 0-1 0 0,0 0 1 0 0,0 0 0 0 0,1-1-1 0 0,0 1 1 0 0,0 0 0 0 0,0 0 0 0 0,3 4-1 0 0,0-2-2 0 0,1-1-1 0 0,-1 1 1 0 0,1-1-1 0 0,0 0 1 0 0,0-1-1 0 0,0 1 1 0 0,0-1 0 0 0,1 0-1 0 0,7 2 1 0 0,2 1 8 0 0,0-1-1 0 0,1-1 1 0 0,-1 0 0 0 0,1-1 0 0 0,0-1 0 0 0,1-1 0 0 0,31 1 0 0 0,-25-4-17 0 0,0-2 0 0 0,0-1 0 0 0,0-1-1 0 0,0-1 1 0 0,-1-1 0 0 0,0-1 0 0 0,0 0 0 0 0,24-15-1 0 0,19-14 35 0 0,76-57 0 0 0,-129 85-41 0 0,22-29 228 0 0,-42 41-251 0 0,0 0 0 0 0,0 0 0 0 0,0 1 1 0 0,0 0-1 0 0,1 0 0 0 0,-12 9 1 0 0,17-12 1 0 0,-1 0 0 0 0,1 0 0 0 0,0 1 0 0 0,-1-1 0 0 0,1 0 0 0 0,0 1 0 0 0,0-1 0 0 0,0 1 0 0 0,0-1 0 0 0,0 1 0 0 0,0-1 0 0 0,0 1 1 0 0,0 0-1 0 0,1-1 0 0 0,-1 1 0 0 0,0 0 0 0 0,1 0 0 0 0,0-1 0 0 0,-1 1 0 0 0,1 0 0 0 0,0 0 0 0 0,0 0 0 0 0,0 0 0 0 0,0-1 0 0 0,0 1 0 0 0,1 0 0 0 0,-1 0 0 0 0,0 0 0 0 0,1-1 1 0 0,0 1-1 0 0,-1 0 0 0 0,1 0 0 0 0,0-1 0 0 0,0 1 0 0 0,0-1 0 0 0,0 1 0 0 0,0-1 0 0 0,0 1 0 0 0,0-1 0 0 0,3 3 0 0 0,1 0-2 0 0,0-1-1 0 0,0 1 0 0 0,0-1 1 0 0,1 0-1 0 0,-1-1 0 0 0,1 1 1 0 0,0-1-1 0 0,-1 0 0 0 0,1 0 1 0 0,0-1-1 0 0,0 0 0 0 0,0 0 1 0 0,0 0-1 0 0,1-1 1 0 0,9 0-1 0 0,-11 0 6 0 0,1 0 0 0 0,-1-1-1 0 0,1 0 1 0 0,-1 1 0 0 0,1-2 0 0 0,-1 1 0 0 0,1-1 0 0 0,-1 0 0 0 0,0 0 0 0 0,0 0-1 0 0,0 0 1 0 0,0-1 0 0 0,0 0 0 0 0,-1 0 0 0 0,1-1 0 0 0,-1 1 0 0 0,6-7-1 0 0,-8 8 7 0 0,-1 0-1 0 0,1 0 1 0 0,-1 0-1 0 0,0-1 0 0 0,0 1 1 0 0,0 0-1 0 0,0 0 0 0 0,0-1 1 0 0,0 1-1 0 0,-1-1 1 0 0,1 1-1 0 0,-1 0 0 0 0,1-1 1 0 0,-1 1-1 0 0,0-1 0 0 0,0 1 1 0 0,0-1-1 0 0,-1 1 1 0 0,1-1-1 0 0,-1 1 0 0 0,1-1 1 0 0,-1 1-1 0 0,0 0 1 0 0,0-3-1 0 0,-2 1-3 0 0,0-1 1 0 0,0 1 0 0 0,0 0-1 0 0,0-1 1 0 0,0 1-1 0 0,-1 1 1 0 0,0-1-1 0 0,1 1 1 0 0,-2-1-1 0 0,1 1 1 0 0,-7-4-1 0 0,10 7-99 0 0,0-1 0 0 0,0 0-1 0 0,0 1 1 0 0,0-1 0 0 0,0 1-1 0 0,0 0 1 0 0,0-1 0 0 0,0 1-1 0 0,0 0 1 0 0,0 0 0 0 0,0 0-1 0 0,-1-1 1 0 0,1 1 0 0 0,0 0-1 0 0,0 0 1 0 0,0 1 0 0 0,0-1-1 0 0,0 0 1 0 0,0 0-1 0 0,-1 1 1 0 0,1-1 0 0 0,0 0-1 0 0,-1 2 1 0 0,-13 1-7262 0 0</inkml:trace>
</inkml:ink>
</file>

<file path=ppt/ink/ink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7.7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79 232 0 0,'8'-66'7696'0'0,"-8"64"-6946"0"0,1 2-654 0 0,-1-1-1 0 0,0 1 1 0 0,0 0 0 0 0,0 0 0 0 0,0-1-1 0 0,0 1 1 0 0,0 0 0 0 0,1-1-1 0 0,-1 1 1 0 0,0 0 0 0 0,0 0-1 0 0,0-1 1 0 0,0 1 0 0 0,0 0-1 0 0,0-1 1 0 0,0 1 0 0 0,0 0-1 0 0,0 0 1 0 0,0-1 0 0 0,-1 1-1 0 0,1 0 1 0 0,0-1 0 0 0,0 1 0 0 0,0 0-1 0 0,0 0 1 0 0,0-1 0 0 0,0 1-1 0 0,-1 0 1 0 0,1 0 0 0 0,0-1-1 0 0,0 1 1 0 0,0 0 0 0 0,-1 0-1 0 0,1 0 1 0 0,0-1 0 0 0,0 1-1 0 0,0 0 1 0 0,-1 0 0 0 0,-9 10 75 0 0,1 1-1 0 0,0 1 1 0 0,1 0 0 0 0,0 0 0 0 0,1 0-1 0 0,-7 17 1 0 0,-33 86 442 0 0,39-93-504 0 0,2 1 0 0 0,0 0 0 0 0,1 0 0 0 0,1 0 0 0 0,1 1 0 0 0,1 42 0 0 0,2-58-88 0 0,1 1 0 0 0,0-1 0 0 0,0 0 0 0 0,1 0 0 0 0,1 0-1 0 0,-1 0 1 0 0,1-1 0 0 0,0 1 0 0 0,1 0 0 0 0,4 7 0 0 0,-5-11-13 0 0,1 0-1 0 0,-1 1 1 0 0,1-1 0 0 0,0-1-1 0 0,0 1 1 0 0,0-1 0 0 0,1 1-1 0 0,-1-1 1 0 0,1 0 0 0 0,0-1-1 0 0,0 1 1 0 0,0-1 0 0 0,0 0-1 0 0,0 0 1 0 0,0-1 0 0 0,9 2-1 0 0,-7-2-3 0 0,0-1-1 0 0,0 0 1 0 0,0 0-1 0 0,0-1 1 0 0,0 0-1 0 0,0 0 0 0 0,0-1 1 0 0,0 0-1 0 0,-1 0 1 0 0,1 0-1 0 0,-1-1 0 0 0,0 0 1 0 0,1-1-1 0 0,9-6 1 0 0,8-7 1 0 0,-1 0 0 0 0,22-22 0 0 0,-10 4-7 0 0,-1-2 0 0 0,35-50 0 0 0,-26 31-3 0 0,-32 41 10 0 0,0-1 0 0 0,-1-1 0 0 0,-1 0 1 0 0,-1 0-1 0 0,0 0 0 0 0,-1-1 0 0 0,7-31 1 0 0,-13 46-3 0 0,0 1 0 0 0,-1-1 0 0 0,1 1 0 0 0,-1-1 0 0 0,0 0 0 0 0,0 1 0 0 0,0-1 0 0 0,0 1 0 0 0,0-1 0 0 0,0 0 0 0 0,-1 1 0 0 0,1-1 0 0 0,-2-3 0 0 0,1 5-3 0 0,1 0 1 0 0,-1 0-1 0 0,0 0 1 0 0,1 0-1 0 0,-1 1 1 0 0,0-1 0 0 0,0 0-1 0 0,1 0 1 0 0,-1 1-1 0 0,0-1 1 0 0,0 0 0 0 0,0 1-1 0 0,0-1 1 0 0,0 1-1 0 0,0-1 1 0 0,0 1-1 0 0,0-1 1 0 0,0 1 0 0 0,0 0-1 0 0,0 0 1 0 0,0-1-1 0 0,-2 1 1 0 0,-1 0 0 0 0,0 1 1 0 0,0-1-1 0 0,0 1 0 0 0,0 0 0 0 0,0 0 1 0 0,1 0-1 0 0,-1 1 0 0 0,0-1 0 0 0,0 1 1 0 0,1 0-1 0 0,-1 0 0 0 0,1 0 0 0 0,0 0 1 0 0,0 1-1 0 0,-1-1 0 0 0,-1 4 0 0 0,-9 9 21 0 0,1 0 0 0 0,0 1 0 0 0,2 0 0 0 0,0 1-1 0 0,0 0 1 0 0,2 1 0 0 0,-10 23 0 0 0,14-27-11 0 0,0 0 1 0 0,0 0 0 0 0,1 0-1 0 0,1 0 1 0 0,0 0 0 0 0,2 1-1 0 0,-1-1 1 0 0,2 1 0 0 0,-1 0-1 0 0,4 23 1 0 0,-2-32-11 0 0,1 1 0 0 0,-1-1 1 0 0,1 1-1 0 0,0-1 0 0 0,0 0 0 0 0,1 0 0 0 0,0 0 0 0 0,0 0 0 0 0,0 0 0 0 0,1-1 1 0 0,0 1-1 0 0,0-1 0 0 0,0 0 0 0 0,1 0 0 0 0,0 0 0 0 0,0-1 0 0 0,0 0 1 0 0,0 0-1 0 0,1 0 0 0 0,-1-1 0 0 0,1 1 0 0 0,0-1 0 0 0,0-1 0 0 0,0 1 0 0 0,1-1 1 0 0,11 3-1 0 0,-8-4-4 0 0,1 0 0 0 0,0 0 1 0 0,-1-1-1 0 0,1-1 0 0 0,-1 1 1 0 0,1-2-1 0 0,-1 0 0 0 0,1 0 0 0 0,-1 0 1 0 0,0-2-1 0 0,0 1 0 0 0,0-1 1 0 0,0-1-1 0 0,-1 1 0 0 0,0-2 0 0 0,10-6 1 0 0,-8 4 14 0 0,-1 0 0 0 0,0-1 0 0 0,0 0 0 0 0,0 0 0 0 0,-2-1 0 0 0,14-19 0 0 0,-21 28 7 0 0,-1 0-13 0 0,0 0-1 0 0,0 1 1 0 0,0-1 0 0 0,0 0-1 0 0,0 0 1 0 0,0 1-1 0 0,0-1 1 0 0,0 0 0 0 0,-1 0-1 0 0,1 1 1 0 0,0-1 0 0 0,0 0-1 0 0,-1 1 1 0 0,1-1-1 0 0,-1 0 1 0 0,1 1 0 0 0,0-1-1 0 0,-1 1 1 0 0,1-1 0 0 0,-1 1-1 0 0,0-1 1 0 0,1 1-1 0 0,-1-1 1 0 0,1 1 0 0 0,-1-1-1 0 0,0 1 1 0 0,1 0-1 0 0,-1-1 1 0 0,-1 1 0 0 0,-25 1 339 0 0,23-1-297 0 0,0 2 0 0 0,0-1 0 0 0,0 0 0 0 0,0 1 0 0 0,0 0 0 0 0,1 0 0 0 0,-1 0 0 0 0,1 0 0 0 0,-1 1 0 0 0,1-1 0 0 0,0 1 0 0 0,-3 3 0 0 0,5-4-52 0 0,-1-1-1 0 0,1 1 1 0 0,1 0-1 0 0,-1 0 1 0 0,0 0-1 0 0,0 0 1 0 0,1 0 0 0 0,-1 0-1 0 0,1 1 1 0 0,-1-1-1 0 0,1 0 1 0 0,0 0-1 0 0,0 0 1 0 0,0 0-1 0 0,0 0 1 0 0,1 0-1 0 0,-1 1 1 0 0,0-1-1 0 0,1 0 1 0 0,0 0-1 0 0,-1 0 1 0 0,1 0 0 0 0,0 0-1 0 0,0 0 1 0 0,0 0-1 0 0,0-1 1 0 0,0 1-1 0 0,1 0 1 0 0,-1-1-1 0 0,0 1 1 0 0,1 0-1 0 0,-1-1 1 0 0,1 0-1 0 0,2 3 1 0 0,32 19-2649 0 0,0-8-4755 0 0,-19-10 3569 0 0</inkml:trace>
</inkml:ink>
</file>

<file path=ppt/ink/ink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8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55 535 920 0 0,'-6'-5'1732'0'0,"0"6"1971"0"0,3 1-3550 0 0,0 0 1 0 0,0 0-1 0 0,0 0 1 0 0,0 1-1 0 0,1-1 1 0 0,-1 1-1 0 0,1 0 1 0 0,-1 0-1 0 0,1 0 1 0 0,0 0-1 0 0,0 0 1 0 0,0 0-1 0 0,1 1 1 0 0,-1-1 0 0 0,1 1-1 0 0,0-1 1 0 0,0 1-1 0 0,0-1 1 0 0,0 1-1 0 0,1 0 1 0 0,-1 0-1 0 0,1-1 1 0 0,0 1-1 0 0,0 0 1 0 0,0-1-1 0 0,1 1 1 0 0,0 5-1 0 0,0-4-83 0 0,1 0-1 0 0,-1 0 1 0 0,1 0-1 0 0,0 0 1 0 0,0-1-1 0 0,0 1 1 0 0,1-1-1 0 0,-1 1 0 0 0,1-1 1 0 0,0 0-1 0 0,0 0 1 0 0,1 0-1 0 0,-1 0 1 0 0,1-1-1 0 0,0 0 1 0 0,0 1-1 0 0,0-1 0 0 0,0-1 1 0 0,1 1-1 0 0,6 3 1 0 0,-2-4-50 0 0,0 1 0 0 0,-1-2-1 0 0,1 1 1 0 0,0-1 0 0 0,0-1 0 0 0,0 1 0 0 0,0-1 0 0 0,0-1 0 0 0,-1 0 0 0 0,1 0 0 0 0,0-1-1 0 0,0 0 1 0 0,-1 0 0 0 0,1-1 0 0 0,-1 0 0 0 0,0-1 0 0 0,0 0 0 0 0,0 0 0 0 0,0-1-1 0 0,7-5 1 0 0,3-3-14 0 0,0 0-1 0 0,-1-2 0 0 0,0 0 1 0 0,-1 0-1 0 0,-1-2 0 0 0,25-34 0 0 0,-24 23-1 0 0,-2-1-1 0 0,0 0 0 0 0,-2-1 0 0 0,-2 0 0 0 0,0-1 0 0 0,-2-1 0 0 0,-2 1 0 0 0,4-38 0 0 0,-8 43 145 0 0,-1 0 0 0 0,-1 0 0 0 0,-1-1-1 0 0,-1 1 1 0 0,-1 0 0 0 0,-9-30 0 0 0,12 55-122 0 0,0 1 0 0 0,0-1 0 0 0,0 0 0 0 0,0 1 1 0 0,0-1-1 0 0,0 0 0 0 0,0 0 0 0 0,-1 1 0 0 0,1-1 1 0 0,0 0-1 0 0,0 1 0 0 0,-1-1 0 0 0,1 0 1 0 0,0 1-1 0 0,-1-1 0 0 0,1 1 0 0 0,-1-1 0 0 0,1 0 1 0 0,-1 1-1 0 0,1-1 0 0 0,-1 1 0 0 0,1-1 0 0 0,-1 1 1 0 0,1 0-1 0 0,-1-1 0 0 0,0 1 0 0 0,1 0 0 0 0,-1-1 1 0 0,0 1-1 0 0,1 0 0 0 0,-1 0 0 0 0,0-1 1 0 0,0 1-1 0 0,1 0 0 0 0,-1 0 0 0 0,0 0 0 0 0,1 0 1 0 0,-2 0-1 0 0,0 1 2 0 0,0 0 0 0 0,0 1 1 0 0,0-1-1 0 0,0 1 0 0 0,0-1 1 0 0,0 1-1 0 0,0 0 1 0 0,0-1-1 0 0,1 1 0 0 0,-1 0 1 0 0,-1 3-1 0 0,-33 62 288 0 0,24-34-227 0 0,2 0 0 0 0,1 1 0 0 0,2-1 0 0 0,1 2-1 0 0,2-1 1 0 0,1 1 0 0 0,2-1 0 0 0,2 1 0 0 0,0-1 0 0 0,3 1 0 0 0,14 66 0 0 0,-14-88-64 0 0,0 1 0 0 0,1-1 0 0 0,0-1 0 0 0,9 17 0 0 0,-11-24-12 0 0,0 0-1 0 0,0-1 1 0 0,0 1-1 0 0,0-1 1 0 0,1 0-1 0 0,0 0 1 0 0,0 0 0 0 0,0 0-1 0 0,0-1 1 0 0,0 1-1 0 0,1-1 1 0 0,0 0-1 0 0,7 3 1 0 0,-7-5 133 0 0,1-1-1 0 0,-1 1 1 0 0,1-1 0 0 0,-1 0 0 0 0,1 0 0 0 0,-1-1-1 0 0,1 0 1 0 0,-1 0 0 0 0,0 0 0 0 0,1 0 0 0 0,5-3-1 0 0,-9 3 855 0 0,8 0-564 0 0</inkml:trace>
</inkml:ink>
</file>

<file path=ppt/ink/ink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8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2 110 10153 0 0,'-2'-31'950'0'0,"3"-25"1340"0"0,0 54-2122 0 0,1-18 189 0 0</inkml:trace>
</inkml:ink>
</file>

<file path=ppt/ink/ink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9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85 832 0 0,'1'-26'9322'0'0,"-4"21"-8922"0"0,-1 0 1 0 0,0 1-1 0 0,-1 0 0 0 0,1 0 0 0 0,-1 0 0 0 0,0 0 0 0 0,1 1 0 0 0,-2 0 1 0 0,1 0-1 0 0,0 0 0 0 0,-1 0 0 0 0,-10-2 0 0 0,10 3-345 0 0,-1 0 0 0 0,0 0-1 0 0,1 1 1 0 0,-1 0 0 0 0,0 1 0 0 0,0-1 0 0 0,0 1-1 0 0,0 1 1 0 0,0-1 0 0 0,1 1 0 0 0,-1 1 0 0 0,0-1-1 0 0,0 1 1 0 0,1 0 0 0 0,-1 0 0 0 0,1 1-1 0 0,0 0 1 0 0,0 0 0 0 0,0 0 0 0 0,0 1 0 0 0,0 0-1 0 0,1 0 1 0 0,0 1 0 0 0,-1-1 0 0 0,2 1 0 0 0,-1 0-1 0 0,1 1 1 0 0,-1-1 0 0 0,1 1 0 0 0,1 0 0 0 0,-1 0-1 0 0,1 0 1 0 0,0 0 0 0 0,1 0 0 0 0,-1 1-1 0 0,1-1 1 0 0,0 1 0 0 0,1 0 0 0 0,-1 9 0 0 0,4 26-21 0 0,-1-40-28 0 0,-1-1-6 0 0,0 0-1 0 0,1 1 1 0 0,-1-1 0 0 0,0 0-1 0 0,1 0 1 0 0,-1 0-1 0 0,1 0 1 0 0,0 0 0 0 0,-1 0-1 0 0,1 0 1 0 0,0 0-1 0 0,0 0 1 0 0,-1 0 0 0 0,1 0-1 0 0,0 0 1 0 0,0 0-1 0 0,0-1 1 0 0,0 1 0 0 0,2 1-1 0 0,-1-1 2 0 0,1 0 0 0 0,-1 0-1 0 0,1 1 1 0 0,-1-1 0 0 0,1-1 0 0 0,-1 1-1 0 0,1 0 1 0 0,-1-1 0 0 0,1 1 0 0 0,0-1-1 0 0,-1 0 1 0 0,1 0 0 0 0,0 0-1 0 0,-1 0 1 0 0,1 0 0 0 0,0-1 0 0 0,-1 1-1 0 0,1-1 1 0 0,2-1 0 0 0,-2 2 7 0 0,33-12 10 0 0,0-1-1 0 0,-1-1 1 0 0,34-20 0 0 0,16-7-96 0 0,-84 41 73 0 0,0-1 1 0 0,0 0-1 0 0,1 1 0 0 0,-1-1 1 0 0,0 1-1 0 0,1 0 1 0 0,-1-1-1 0 0,1 1 1 0 0,-1 0-1 0 0,0 0 1 0 0,1 0-1 0 0,-1 0 0 0 0,1 0 1 0 0,-1 0-1 0 0,1 0 1 0 0,2 1-1 0 0,-4 0 3 0 0,1-1 1 0 0,0 1-1 0 0,-1-1 0 0 0,1 1 0 0 0,0-1 0 0 0,-1 1 0 0 0,1 0 0 0 0,-1-1 1 0 0,1 1-1 0 0,0 0 0 0 0,-1 0 0 0 0,0-1 0 0 0,1 1 0 0 0,-1 0 0 0 0,0 0 1 0 0,1 0-1 0 0,-1-1 0 0 0,0 1 0 0 0,0 0 0 0 0,1 2 0 0 0,-1 5 7 0 0,0 1 0 0 0,-1 0 0 0 0,1-1 0 0 0,-5 17 0 0 0,4-18 7 0 0,0-7-11 0 0,1 1 0 0 0,0-1 0 0 0,0 1 0 0 0,0-1 0 0 0,0 1 0 0 0,-1-1-1 0 0,1 1 1 0 0,0-1 0 0 0,0 1 0 0 0,0-1 0 0 0,0 1 0 0 0,0-1 0 0 0,0 1 0 0 0,0-1-1 0 0,0 1 1 0 0,0-1 0 0 0,0 1 0 0 0,1-1 0 0 0,-1 0 0 0 0,0 1 0 0 0,0-1 0 0 0,0 1-1 0 0,1-1 1 0 0,-1 1 0 0 0,0-1 0 0 0,0 0 0 0 0,1 1 0 0 0,-1-1 0 0 0,0 1 0 0 0,1-1 0 0 0,-1 0-1 0 0,0 1 1 0 0,1-1 0 0 0,-1 0 0 0 0,1 0 0 0 0,-1 1 0 0 0,1-1 0 0 0,-1 0 0 0 0,0 0-1 0 0,1 0 1 0 0,-1 1 0 0 0,1-1 0 0 0,-1 0 0 0 0,1 0 0 0 0,-1 0 0 0 0,1 0 0 0 0,-1 0-1 0 0,1 0 1 0 0,0 0 0 0 0,20-7 18 0 0,-20 7-22 0 0,29-14 26 0 0,-10 4-32 0 0,1 1 1 0 0,0 1 0 0 0,25-7 0 0 0,-40 14 3 0 0,-1 0-1 0 0,1 0 1 0 0,0 0 0 0 0,-1 1 0 0 0,1 0 0 0 0,0 0 0 0 0,0 0 0 0 0,-1 1 0 0 0,1-1 0 0 0,0 2-1 0 0,-1-1 1 0 0,1 0 0 0 0,-1 1 0 0 0,1 0 0 0 0,-1 1 0 0 0,0-1 0 0 0,6 4 0 0 0,-6-1 7 0 0,1 0 1 0 0,-1 0-1 0 0,0 0 1 0 0,0 0-1 0 0,-1 1 1 0 0,6 8 0 0 0,2 2-298 0 0,-11-14-234 0 0,1 1-190 0 0,0 0-1424 0 0</inkml:trace>
</inkml:ink>
</file>

<file path=ppt/ink/ink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49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14669 0 0,'0'0'80'0'0,"9"-28"-76"0"0,6 17-4 0 0,-3 8-12 0 0,-3-2 12 0 0,0 2-8 0 0,13-4-8 0 0,-7 9-196 0 0,0 1-396 0 0,1-3-516 0 0,3 5-5444 0 0,-10-3 3151 0 0</inkml:trace>
</inkml:ink>
</file>

<file path=ppt/ink/ink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1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315 343 136 0 0,'-26'-38'5446'0'0,"25"35"-5271"0"0,0 1 0 0 0,0-1 1 0 0,0 0-1 0 0,-1 0 0 0 0,1 0 0 0 0,-1 1 1 0 0,0-1-1 0 0,1 1 0 0 0,-1 0 1 0 0,-1-1-1 0 0,1 1 0 0 0,0 0 0 0 0,0 0 1 0 0,-1 0-1 0 0,1 0 0 0 0,-1 1 1 0 0,0-1-1 0 0,1 1 0 0 0,-1-1 0 0 0,-6-1 1 0 0,5 3-56 0 0,-1-1 0 0 0,0 0 1 0 0,0 1-1 0 0,0 0 1 0 0,0 0-1 0 0,0 1 1 0 0,0-1-1 0 0,0 1 0 0 0,0 0 1 0 0,0 1-1 0 0,-9 2 1 0 0,1 2-16 0 0,0 0 0 0 0,1 1 0 0 0,0 0 0 0 0,0 1 1 0 0,1 0-1 0 0,0 1 0 0 0,0 0 0 0 0,-15 16 0 0 0,19-16 11 0 0,1-1 1 0 0,-1 1-1 0 0,1 0 0 0 0,1 0 0 0 0,-1 0 0 0 0,-5 17 0 0 0,10-23-102 0 0,0-1 0 0 0,1 0 0 0 0,-1 0 0 0 0,1 1 0 0 0,-1-1 0 0 0,1 0 0 0 0,0 1 0 0 0,0-1 0 0 0,0 1 0 0 0,1-1 0 0 0,-1 0 0 0 0,0 1 0 0 0,1-1 0 0 0,-1 0 0 0 0,1 0 1 0 0,0 1-1 0 0,0-1 0 0 0,0 0 0 0 0,0 0 0 0 0,0 0 0 0 0,0 0 0 0 0,1 0 0 0 0,-1 0 0 0 0,1 0 0 0 0,-1-1 0 0 0,1 1 0 0 0,0 0 0 0 0,0-1 0 0 0,0 1 0 0 0,-1-1 0 0 0,1 0 0 0 0,1 0 0 0 0,-1 1 0 0 0,0-1 0 0 0,0-1 0 0 0,4 3 1 0 0,8 1 11 0 0,-1 0 1 0 0,1-1-1 0 0,-1-1 1 0 0,1 0-1 0 0,0-1 1 0 0,0 0-1 0 0,0-1 1 0 0,0 0-1 0 0,0-1 1 0 0,-1-1 0 0 0,21-5-1 0 0,-8 1 7 0 0,-1-1 0 0 0,0-2-1 0 0,0 0 1 0 0,-1-2 0 0 0,27-16-1 0 0,-37 17-22 0 0,0 0-1 0 0,0-1 1 0 0,-1-1-1 0 0,0 0 0 0 0,-1-1 1 0 0,-1-1-1 0 0,0 0 1 0 0,16-26-1 0 0,-7 11 4 0 0,-11 16-22 0 0,1 0 0 0 0,1 1 1 0 0,0 0-1 0 0,25-21 0 0 0,-28 28 12 0 0,0-1 1 0 0,0 0-1 0 0,-1 0 0 0 0,0-1 0 0 0,0 0 0 0 0,0-1 1 0 0,-1 1-1 0 0,0-1 0 0 0,-1 0 0 0 0,1-1 1 0 0,-2 1-1 0 0,1-1 0 0 0,-1 0 0 0 0,0 0 0 0 0,-1 0 1 0 0,0-1-1 0 0,-1 1 0 0 0,0-1 0 0 0,0 0 0 0 0,0-18 1 0 0,-2 26-17 0 0,1 10-48 0 0,9 89 79 0 0,-5 1-1 0 0,-4-1 0 0 0,-11 99 0 0 0,0 44 25 0 0,10-158-25 0 0,-4 124 34 0 0,1-167-29 0 0,-1-1-1 0 0,-2 0 0 0 0,-13 44 1 0 0,19-80 3 0 0,-1 1 0 0 0,0 0 0 0 0,1-1 0 0 0,-1 1 0 0 0,0-1 0 0 0,0 1 1 0 0,0-1-1 0 0,-1 0 0 0 0,1 1 0 0 0,-1-1 0 0 0,1 0 0 0 0,-1 0 0 0 0,0 0 0 0 0,1 0 0 0 0,-1 0 0 0 0,0 0 0 0 0,0-1 1 0 0,-1 1-1 0 0,1-1 0 0 0,0 1 0 0 0,0-1 0 0 0,-1 0 0 0 0,1 0 0 0 0,-1 0 0 0 0,1 0 0 0 0,-5 1 0 0 0,5-3-2 0 0,-1 1-1 0 0,1-1 0 0 0,-1 0 0 0 0,1 0 0 0 0,0 0 1 0 0,0-1-1 0 0,-1 1 0 0 0,1 0 0 0 0,0-1 1 0 0,0 1-1 0 0,0-1 0 0 0,1 0 0 0 0,-1 0 1 0 0,0 0-1 0 0,1 0 0 0 0,-3-3 0 0 0,2 2 27 0 0,-6-8 3 0 0,0 0 1 0 0,1 0-1 0 0,1-1 0 0 0,-1 0 1 0 0,2 0-1 0 0,0-1 0 0 0,1 1 1 0 0,0-1-1 0 0,1 0 0 0 0,0-1 1 0 0,1 1-1 0 0,0 0 0 0 0,1-1 1 0 0,1 1-1 0 0,1-19 0 0 0,0 17-61 0 0,1 0 0 0 0,0 0-1 0 0,1 0 1 0 0,0 1-1 0 0,1 0 1 0 0,1-1 0 0 0,0 1-1 0 0,1 1 1 0 0,0-1 0 0 0,2 1-1 0 0,-1 0 1 0 0,1 1-1 0 0,17-20 1 0 0,-10 18-290 0 0,0 1-1 0 0,0 1 1 0 0,1 0 0 0 0,0 2 0 0 0,1-1-1 0 0,1 2 1 0 0,27-11 0 0 0,7 1-3515 0 0,76-16 0 0 0,-73 21 660 0 0</inkml:trace>
</inkml:ink>
</file>

<file path=ppt/ink/ink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2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69 148 0 0,'8'-20'1714'0'0,"-7"17"-1346"0"0,0-1 1 0 0,1 0-1 0 0,-1 1 0 0 0,1-1 1 0 0,-1 1-1 0 0,1 0 0 0 0,0-1 1 0 0,1 1-1 0 0,-1 0 0 0 0,0 0 1 0 0,1 1-1 0 0,0-1 0 0 0,4-3 1 0 0,-5 6-280 0 0,0 1 1 0 0,0-1-1 0 0,0 1 1 0 0,0-1-1 0 0,1 1 1 0 0,-1 0-1 0 0,0 0 1 0 0,0 0-1 0 0,-1 0 1 0 0,1 0-1 0 0,0 1 1 0 0,0-1 0 0 0,-1 0-1 0 0,1 1 1 0 0,2 2-1 0 0,-3-3-14 0 0,15 17 256 0 0,-1 1 0 0 0,0 0-1 0 0,-1 1 1 0 0,-1 1 0 0 0,-1 0 0 0 0,17 42 0 0 0,1 0 209 0 0,6 17 264 0 0,-33-59 2097 0 0,30-92-2312 0 0,-22 44-736 0 0,2 0 0 0 0,1 1 0 0 0,24-35 0 0 0,-30 51-462 0 0,1 0 1 0 0,0 0-1 0 0,20-16 1 0 0,14-1-6654 0 0</inkml:trace>
</inkml:ink>
</file>

<file path=ppt/ink/ink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2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0 115 416 0 0,'19'-2'2468'0'0,"-10"0"-1949"0"0,76-27 2767 0 0,-80 27-2967 0 0,1-1-1 0 0,0 1 1 0 0,-1-2 0 0 0,1 1 0 0 0,-1 0-1 0 0,0-1 1 0 0,0 0 0 0 0,0 0-1 0 0,-1-1 1 0 0,1 1 0 0 0,6-10 0 0 0,-10 13-246 0 0,-1 0 0 0 0,1 1 1 0 0,0-1-1 0 0,-1 0 0 0 0,1 1 1 0 0,-1-1-1 0 0,1 0 0 0 0,-1 0 1 0 0,0 1-1 0 0,1-1 0 0 0,-1 0 1 0 0,0 0-1 0 0,1 0 0 0 0,-1 0 1 0 0,0 1-1 0 0,0-1 0 0 0,0 0 1 0 0,0 0-1 0 0,0 0 0 0 0,0 0 1 0 0,0 0-1 0 0,0 0 0 0 0,0 1 1 0 0,0-1-1 0 0,-1 0 0 0 0,1 0 1 0 0,0 0-1 0 0,-1 0 0 0 0,1 1 1 0 0,0-1-1 0 0,-1-1 0 0 0,-1 2-20 0 0,1-1 1 0 0,-1 1-1 0 0,0-1 0 0 0,1 1 0 0 0,-1 0 0 0 0,1 0 0 0 0,-1 0 0 0 0,0 0 1 0 0,1 0-1 0 0,-1 0 0 0 0,1 0 0 0 0,-1 1 0 0 0,0-1 0 0 0,1 1 1 0 0,-2 0-1 0 0,-10 3 116 0 0,1 1-1 0 0,0 0 1 0 0,-15 9 0 0 0,22-11-116 0 0,1 0-1 0 0,-1 1 1 0 0,1-1 0 0 0,0 1 0 0 0,0 0-1 0 0,0 0 1 0 0,0 1 0 0 0,1-1 0 0 0,-1 1-1 0 0,1 0 1 0 0,1 0 0 0 0,-1 0 0 0 0,1 0-1 0 0,-1 0 1 0 0,2 1 0 0 0,-1-1 0 0 0,0 1-1 0 0,0 8 1 0 0,2-11-86 0 0,0 0 0 0 0,0 1 1 0 0,0-1-1 0 0,0 0 0 0 0,1 0 0 0 0,-1 0 0 0 0,1 0 0 0 0,0 0 0 0 0,0 0 1 0 0,0 0-1 0 0,1-1 0 0 0,-1 1 0 0 0,1 0 0 0 0,-1 0 0 0 0,1-1 0 0 0,0 1 1 0 0,0-1-1 0 0,0 0 0 0 0,0 1 0 0 0,0-1 0 0 0,1 0 0 0 0,-1 0 0 0 0,1-1 1 0 0,-1 1-1 0 0,1 0 0 0 0,0-1 0 0 0,0 1 0 0 0,0-1 0 0 0,-1 0 0 0 0,1 0 1 0 0,0 0-1 0 0,0-1 0 0 0,1 1 0 0 0,-1-1 0 0 0,3 1 0 0 0,14 2-708 0 0,0-2-1 0 0,0 0 1 0 0,0-1-1 0 0,0 0 0 0 0,-1-2 1 0 0,24-4-1 0 0,25-11-3993 0 0,-39 10 2328 0 0</inkml:trace>
</inkml:ink>
</file>

<file path=ppt/ink/ink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2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1 442 4372 0 0,'102'-54'-631'0'0,"-42"6"3537"0"0,-59 47-2362 0 0,-1 1-486 0 0,1 0 0 0 0,-1 0-1 0 0,0 0 1 0 0,0 0 0 0 0,0-1 0 0 0,0 1 0 0 0,0 0 0 0 0,0 0 0 0 0,1 0 0 0 0,-1 0 0 0 0,0 0 0 0 0,0-1 0 0 0,0 1 0 0 0,0 0 0 0 0,0 0 0 0 0,0 0 0 0 0,0 0-1 0 0,0-1 1 0 0,0 1 0 0 0,0 0 0 0 0,0 0 0 0 0,0 0 0 0 0,0 0 0 0 0,0-1 0 0 0,0 1 0 0 0,0 0 0 0 0,0 0 0 0 0,0 0 0 0 0,0 0 0 0 0,0-1 0 0 0,0 1 0 0 0,0 0-1 0 0,0 0 1 0 0,0 0 0 0 0,0 0 0 0 0,0-1 0 0 0,-1 1 0 0 0,1 0 0 0 0,0 0 0 0 0,0 0 0 0 0,0 0 0 0 0,0 0 0 0 0,0 0 0 0 0,0-1 0 0 0,-1 1 0 0 0,1 0 0 0 0,0 0-1 0 0,0 0 1 0 0,0 0 0 0 0,0 0 0 0 0,-1 0 0 0 0,1 0 0 0 0,0 0 0 0 0,0 0 0 0 0,0 0 0 0 0,-2 2 0 0 0,0 0 1 0 0,0 0-1 0 0,0 0 0 0 0,1 0 0 0 0,-1 0 1 0 0,1 1-1 0 0,-1-1 0 0 0,1 0 1 0 0,0 1-1 0 0,0-1 0 0 0,0 1 0 0 0,0 0 1 0 0,1-1-1 0 0,-1 1 0 0 0,1 0 1 0 0,-1-1-1 0 0,1 1 0 0 0,0 0 0 0 0,0 0 1 0 0,0-1-1 0 0,1 1 0 0 0,-1 0 1 0 0,1-1-1 0 0,-1 1 0 0 0,1 0 0 0 0,0-1 1 0 0,0 1-1 0 0,0-1 0 0 0,0 1 1 0 0,1-1-1 0 0,-1 1 0 0 0,3 2 0 0 0,0 0-33 0 0,0-1 0 0 0,1 1 0 0 0,0-1-1 0 0,0 0 1 0 0,0 0 0 0 0,1 0-1 0 0,-1-1 1 0 0,1 0 0 0 0,0 0-1 0 0,0 0 1 0 0,0-1 0 0 0,0 0 0 0 0,0 0-1 0 0,1 0 1 0 0,-1-1 0 0 0,1 0-1 0 0,-1 0 1 0 0,1-1 0 0 0,11 0 0 0 0,-2-1-46 0 0,0 1 0 0 0,-1-2 0 0 0,1 0 0 0 0,0-1 0 0 0,-1-1 0 0 0,0 0 0 0 0,18-8 0 0 0,-21 6 15 0 0,-1 0 0 0 0,1-1 0 0 0,-1-1 1 0 0,-1 1-1 0 0,0-2 0 0 0,0 0 0 0 0,0 0 0 0 0,-1 0 0 0 0,0-1 0 0 0,-1-1 0 0 0,0 1 0 0 0,-1-1 0 0 0,6-13 0 0 0,-2 3 39 0 0,-1-1 0 0 0,-1-1 0 0 0,-1 1 0 0 0,-1-1 0 0 0,-1-1 0 0 0,4-30 0 0 0,-9 41 365 0 0,-1 1 1 0 0,0-1-1 0 0,-1 1 1 0 0,-1-1-1 0 0,-3-14 1 0 0,1 2 1550 0 0,4 23-1435 0 0,-2 8-277 0 0,-6 15-44 0 0,2 1 1 0 0,1 1-1 0 0,0-1 1 0 0,2 1-1 0 0,0-1 1 0 0,2 1-1 0 0,1 33 1 0 0,5 14-208 0 0,1 44 238 0 0,-4-41-3921 0 0,-2-65 2953 0 0</inkml:trace>
</inkml:ink>
</file>

<file path=ppt/ink/ink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3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1 133 696 0 0,'31'-9'781'0'0,"2"1"1"0"0,-1 1-1 0 0,1 2 0 0 0,41-1 1 0 0,22-4 169 0 0,151-34 4159 0 0,-246 44-4612 0 0,5-2 43 0 0,-4 1-201 0 0,-5 3 1718 0 0,-3 1-1982 0 0,1 0 1 0 0,-1 0 0 0 0,0 1-1 0 0,1 0 1 0 0,0 0 0 0 0,0 0-1 0 0,0 1 1 0 0,1-1 0 0 0,-8 10-1 0 0,11-12-49 0 0,-1 1-1 0 0,1-1 0 0 0,0 0 1 0 0,0 1-1 0 0,0 0 0 0 0,0-1 1 0 0,0 1-1 0 0,0-1 0 0 0,1 1 1 0 0,-1 0-1 0 0,1 0 0 0 0,0-1 1 0 0,0 1-1 0 0,0 0 0 0 0,0-1 1 0 0,0 1-1 0 0,1 0 0 0 0,-1 0 1 0 0,1-1-1 0 0,0 1 0 0 0,0-1 1 0 0,0 1-1 0 0,0-1 0 0 0,0 1 1 0 0,0-1-1 0 0,1 1 0 0 0,2 3 1 0 0,-3-5-18 0 0,0 0 0 0 0,0-1 0 0 0,0 1 0 0 0,0 0 1 0 0,0 0-1 0 0,0-1 0 0 0,0 1 0 0 0,1 0 0 0 0,-1-1 0 0 0,0 1 1 0 0,0-1-1 0 0,1 0 0 0 0,-1 1 0 0 0,0-1 0 0 0,1 0 0 0 0,-1 0 1 0 0,0 0-1 0 0,1 0 0 0 0,-1 0 0 0 0,1 0 0 0 0,-1 0 0 0 0,0 0 1 0 0,1-1-1 0 0,-1 1 0 0 0,0 0 0 0 0,0-1 0 0 0,1 1 1 0 0,1-2-1 0 0,0 1 9 0 0,0 0-1 0 0,0-1 1 0 0,0 1 0 0 0,-1-1 0 0 0,1 0 0 0 0,0 0 0 0 0,-1 0-1 0 0,1 0 1 0 0,-1 0 0 0 0,0-1 0 0 0,5-4 0 0 0,-2-4 64 0 0,0 0 0 0 0,-1 0 1 0 0,0-1-1 0 0,-1 1 0 0 0,0-1 0 0 0,0 0 1 0 0,-2 0-1 0 0,1 0 0 0 0,-1-13 1 0 0,-1 23-103 0 0,-2-3-73 0 0,2 5 32 0 0,0 0-1 0 0,0 0 1 0 0,0-1-1 0 0,0 1 1 0 0,0 0-1 0 0,0 0 1 0 0,0-1-1 0 0,0 1 0 0 0,0 0 1 0 0,0-1-1 0 0,0 1 1 0 0,0 0-1 0 0,0 0 1 0 0,0-1-1 0 0,0 1 1 0 0,0 0-1 0 0,0 0 1 0 0,-1-1-1 0 0,1 1 1 0 0,0 0-1 0 0,0 0 1 0 0,0 0-1 0 0,0-1 1 0 0,-1 1-1 0 0,1 0 1 0 0,0 0-1 0 0,0 0 1 0 0,0-1-1 0 0,-1 1 1 0 0,1 0-1 0 0,0 0 1 0 0,0 0-1 0 0,-1 0 1 0 0,1 0-1 0 0,0 0 1 0 0,-1-1-1 0 0,-2 1-430 0 0,-2-1-15 0 0</inkml:trace>
</inkml:ink>
</file>

<file path=ppt/ink/ink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3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0 146 780 0 0,'25'4'3308'0'0,"-19"-1"-3002"0"0,0 1 0 0 0,-1 0 0 0 0,0 0 1 0 0,1 0-1 0 0,-2 0 0 0 0,1 1 0 0 0,0 0 0 0 0,-1 0 1 0 0,0 0-1 0 0,0 1 0 0 0,-1-1 0 0 0,1 1 1 0 0,-1 0-1 0 0,0 0 0 0 0,-1 0 0 0 0,4 13 1 0 0,5 7 485 0 0,-7-13-457 0 0,-4-12-313 0 0,0 0 0 0 0,1-1-1 0 0,-1 1 1 0 0,0 0 0 0 0,0 0 0 0 0,0-1 0 0 0,0 1-1 0 0,1 0 1 0 0,-1 0 0 0 0,0-1 0 0 0,1 1 0 0 0,-1 0-1 0 0,0-1 1 0 0,1 1 0 0 0,-1 0 0 0 0,1-1 0 0 0,-1 1-1 0 0,1-1 1 0 0,0 1 0 0 0,-1-1 0 0 0,1 1 0 0 0,-1-1-1 0 0,1 1 1 0 0,0-1 0 0 0,-1 1 0 0 0,1-1 0 0 0,0 0-1 0 0,0 1 1 0 0,-1-1 0 0 0,1 0 0 0 0,0 0 0 0 0,0 0-1 0 0,-1 0 1 0 0,1 1 0 0 0,0-1 0 0 0,0 0-1 0 0,0 0 1 0 0,-1-1 0 0 0,1 1 0 0 0,0 0 0 0 0,0 0-1 0 0,-1 0 1 0 0,1 0 0 0 0,0-1 0 0 0,0 1 0 0 0,-1 0-1 0 0,1-1 1 0 0,1 0 0 0 0,21-6 104 0 0,0-2 1 0 0,0-1-1 0 0,-1-1 0 0 0,0-1 0 0 0,-1 0 0 0 0,35-29 1 0 0,-19 9 464 0 0,-1-1 0 0 0,49-59 0 0 0,-83 90-498 0 0,-1 1 0 0 0,0-1 0 0 0,-1 1 0 0 0,1-1 0 0 0,0 1 0 0 0,0-1 0 0 0,-1 0 0 0 0,1 1 0 0 0,-1-1 0 0 0,1 0 0 0 0,-1 0 0 0 0,0 1 0 0 0,1-1 0 0 0,-1-2 1 0 0,1-9 652 0 0,0 11 28 0 0,-3 3-742 0 0,0 0 1 0 0,0 0-1 0 0,0 0 0 0 0,0 0 0 0 0,0 0 0 0 0,1 1 0 0 0,-1-1 1 0 0,0 0-1 0 0,1 1 0 0 0,-1 0 0 0 0,-1 2 0 0 0,2-3 3 0 0,-1 1-4 0 0,0 0 0 0 0,0 1 1 0 0,0-1-1 0 0,0 0 0 0 0,0 1 0 0 0,1 0 0 0 0,-1-1 1 0 0,1 1-1 0 0,0 0 0 0 0,0 0 0 0 0,0 0 0 0 0,0 0 1 0 0,0 0-1 0 0,1 0 0 0 0,-1 0 0 0 0,1 0 0 0 0,0 0 1 0 0,0 0-1 0 0,0 0 0 0 0,0 0 0 0 0,1 4 0 0 0,1 4 39 0 0,0-1 0 0 0,0 1 0 0 0,1-1 0 0 0,4 11 0 0 0,17 35 214 0 0,13 37 182 0 0,-37-91-474 0 0,1 0-1 0 0,-1 0 1 0 0,0 0 0 0 0,0 0 0 0 0,0-1-1 0 0,0 1 1 0 0,0 0 0 0 0,0 0-1 0 0,0 0 1 0 0,-1 0 0 0 0,1 0 0 0 0,-1 0-1 0 0,1 0 1 0 0,-1-1 0 0 0,0 1-1 0 0,0 0 1 0 0,1-1 0 0 0,-1 1-1 0 0,-1 0 1 0 0,1-1 0 0 0,0 1 0 0 0,0-1-1 0 0,0 1 1 0 0,-1-1 0 0 0,1 0-1 0 0,-1 0 1 0 0,1 1 0 0 0,-1-1-1 0 0,0 0 1 0 0,1 0 0 0 0,-1-1 0 0 0,0 1-1 0 0,0 0 1 0 0,-3 0 0 0 0,-7 4-529 0 0,-1-2 0 0 0,0 1 0 0 0,-25 2 0 0 0,26-5 16 0 0,-72 8-7520 0 0,44-11 3392 0 0</inkml:trace>
</inkml:ink>
</file>

<file path=ppt/ink/ink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5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5 1316 0 0,'-5'-4'7643'0'0,"5"4"-7509"0"0,-9 23 3015 0 0,-14 57-3068 0 0,14-44 971 0 0,2-15-1340 0 0,-1 0 0 0 0,-1 0 0 0 0,-13 21 0 0 0,-16 20-5589 0 0,20-38 2307 0 0</inkml:trace>
</inkml:ink>
</file>

<file path=ppt/ink/ink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9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278 439 580 0 0,'0'-25'2308'0'0,"0"23"-1586"0"0,-30-42 4417 0 0,23 42-5003 0 0,1 1 0 0 0,-1 0 0 0 0,1 0 0 0 0,-1 0 0 0 0,1 1 1 0 0,-1 0-1 0 0,1 0 0 0 0,-1 1 0 0 0,1 0 0 0 0,-1 0 0 0 0,1 0 0 0 0,0 1 0 0 0,-1 0 1 0 0,1 0-1 0 0,0 1 0 0 0,0 0 0 0 0,0 0 0 0 0,1 0 0 0 0,-1 0 0 0 0,1 1 0 0 0,-9 8 1 0 0,4-4-63 0 0,0 0 1 0 0,1 0-1 0 0,0 1 1 0 0,1 0-1 0 0,0 1 1 0 0,0 0 0 0 0,1 0-1 0 0,1 1 1 0 0,0-1-1 0 0,0 1 1 0 0,-5 14-1 0 0,10-22-58 0 0,0 0-1 0 0,0 1 0 0 0,1-1 0 0 0,-1 1 0 0 0,1-1 0 0 0,0 0 0 0 0,-1 1 0 0 0,1-1 0 0 0,1 1 1 0 0,-1-1-1 0 0,1 1 0 0 0,-1-1 0 0 0,1 0 0 0 0,0 1 0 0 0,0-1 0 0 0,0 0 0 0 0,1 0 0 0 0,-1 1 0 0 0,4 3 1 0 0,-2-2 0 0 0,1-1 0 0 0,0 0 1 0 0,0 0-1 0 0,1 0 0 0 0,-1 0 1 0 0,1-1-1 0 0,-1 0 0 0 0,1 0 1 0 0,0 0-1 0 0,11 3 0 0 0,1 0 10 0 0,0-1-1 0 0,0 0 0 0 0,1-2 0 0 0,-1 0 0 0 0,1-1 0 0 0,28 0 1 0 0,-6-5-14 0 0,0-3 1 0 0,-1 0 0 0 0,0-3-1 0 0,0-1 1 0 0,-1-2 0 0 0,0-2-1 0 0,-1-1 1 0 0,0-2 0 0 0,-2-1-1 0 0,0-2 1 0 0,-1-2 0 0 0,50-41-1 0 0,-66 48-14 0 0,-1 0-1 0 0,-1-1 0 0 0,-1-1 0 0 0,0-1 1 0 0,-1 0-1 0 0,-1 0 0 0 0,-1-1 0 0 0,12-24 1 0 0,-18 28 60 0 0,0 1 1 0 0,-1-2 0 0 0,0 1 0 0 0,-2 0-1 0 0,0-1 1 0 0,0 0 0 0 0,-2 0-1 0 0,0 0 1 0 0,0 0 0 0 0,-2 1 0 0 0,0-1-1 0 0,-4-21 1 0 0,-10 2 419 0 0,5 17-201 0 0,10 16-46 0 0,-5 6-219 0 0,0-1 1 0 0,0 1-1 0 0,1 0 0 0 0,-1 0 0 0 0,1 1 1 0 0,0-1-1 0 0,1 1 0 0 0,-1 0 1 0 0,1 0-1 0 0,0 0 0 0 0,0 0 0 0 0,1 1 1 0 0,-1-1-1 0 0,-1 8 0 0 0,-5 15 52 0 0,-9 44 0 0 0,17-65-55 0 0,-62 367 323 0 0,62-349-253 0 0,1-25-78 0 0,0 1 1 0 0,0-1-1 0 0,0 0 1 0 0,0 0-1 0 0,0 0 1 0 0,0 0-1 0 0,0 0 1 0 0,0 0-1 0 0,0 1 1 0 0,0-1-1 0 0,0 0 1 0 0,0 0 0 0 0,0 0-1 0 0,0 0 1 0 0,0 0-1 0 0,0 0 1 0 0,0 1-1 0 0,1-1 1 0 0,-1 0-1 0 0,0 0 1 0 0,0 0-1 0 0,0 0 1 0 0,0 0-1 0 0,0 0 1 0 0,0 0 0 0 0,0 0-1 0 0,0 0 1 0 0,1 1-1 0 0,-1-1 1 0 0,0 0-1 0 0,0 0 1 0 0,0 0-1 0 0,0 0 1 0 0,0 0-1 0 0,0 0 1 0 0,0 0-1 0 0,1 0 1 0 0,-1 0 0 0 0,0 0-1 0 0,0 0 1 0 0,0 0-1 0 0,0 0 1 0 0,0 0-1 0 0,1 0 1 0 0,-1 0-1 0 0,0 0 1 0 0,0 0-1 0 0,0 0 1 0 0,0 0-1 0 0,0 0 1 0 0,0 0 0 0 0,0 0-1 0 0,1-1 1 0 0,-1 1-1 0 0,0 0 1 0 0,0 0-1 0 0,0 0 1 0 0,0 0-1 0 0,0 0 1 0 0,0 0-1 0 0,0 0 1 0 0,1 0-1 0 0,20-33 125 0 0,-9 13-159 0 0,-7 11 18 0 0,1 0 0 0 0,1 0 0 0 0,-1 1 1 0 0,2-1-1 0 0,13-11 0 0 0,-20 19 10 0 0,1 0 1 0 0,0 1-1 0 0,-1-1 1 0 0,1 0-1 0 0,0 1 0 0 0,0-1 1 0 0,-1 1-1 0 0,1 0 0 0 0,0 0 1 0 0,0-1-1 0 0,0 1 0 0 0,0 0 1 0 0,-1 1-1 0 0,1-1 1 0 0,0 0-1 0 0,0 0 0 0 0,0 1 1 0 0,-1-1-1 0 0,1 1 0 0 0,0 0 1 0 0,0-1-1 0 0,2 3 0 0 0,37 22 16 0 0,-40-24-8 0 0,14 9-347 0 0,0 0 0 0 0,1 0 1 0 0,0-2-1 0 0,1 0 0 0 0,-1-1 1 0 0,2 0-1 0 0,-1-1 0 0 0,1-1 1 0 0,-1-1-1 0 0,24 2 0 0 0,-29-5 39 0 0,0 0 0 0 0,0-2-1 0 0,-1 1 1 0 0,1-1 0 0 0,0-1-1 0 0,0 0 1 0 0,0-1 0 0 0,-1 0-1 0 0,0-1 1 0 0,1 0-1 0 0,-1-1 1 0 0,-1 0 0 0 0,1 0-1 0 0,-1-1 1 0 0,0-1 0 0 0,17-13-1 0 0,-23 17 431 0 0,0-1 0 0 0,-1 1-1 0 0,1 0 1 0 0,-1-1 0 0 0,1 0-1 0 0,-1 0 1 0 0,0 0-1 0 0,0 0 1 0 0,-1 0 0 0 0,1-1-1 0 0,-1 1 1 0 0,0-1 0 0 0,0 0-1 0 0,-1 0 1 0 0,1 1 0 0 0,-1-1-1 0 0,0 0 1 0 0,0 0 0 0 0,0-10-1 0 0,-1 13 303 0 0,-7 2-240 0 0,0 0 0 0 0,0 1 0 0 0,0-1 0 0 0,0 1 0 0 0,0 1 0 0 0,0-1-1 0 0,1 1 1 0 0,-1 0 0 0 0,1 1 0 0 0,-1 0 0 0 0,1 0 0 0 0,-9 6 0 0 0,-1 2 243 0 0,15-6-148 0 0,32-4-25 0 0,4-2-207 0 0,-32 2-49 0 0,0 0 1 0 0,0 0-1 0 0,0 1 1 0 0,0-1-1 0 0,0 1 1 0 0,0-1-1 0 0,0 1 1 0 0,0 0-1 0 0,-1 0 1 0 0,1 1-1 0 0,-1-1 1 0 0,0 0-1 0 0,1 1 1 0 0,-1 0-1 0 0,0-1 1 0 0,0 1-1 0 0,-1 0 1 0 0,1 0-1 0 0,-1 0 1 0 0,3 6-1 0 0,11 16 15 0 0,-13-23-13 0 0,-1 1 1 0 0,1-1 0 0 0,0 0 0 0 0,0-1-1 0 0,-1 1 1 0 0,1 0 0 0 0,1 0 0 0 0,-1-1-1 0 0,0 1 1 0 0,0-1 0 0 0,0 0 0 0 0,1 0-1 0 0,-1 0 1 0 0,1 0 0 0 0,-1 0 0 0 0,1 0 0 0 0,-1-1-1 0 0,1 1 1 0 0,-1-1 0 0 0,1 1 0 0 0,0-1-1 0 0,-1 0 1 0 0,1 0 0 0 0,-1 0 0 0 0,1-1-1 0 0,0 1 1 0 0,-1-1 0 0 0,1 1 0 0 0,-1-1-1 0 0,1 0 1 0 0,3-1 0 0 0,7-5-1 0 0,1 0 0 0 0,-1 0 0 0 0,0-2 0 0 0,17-13 0 0 0,5-3-38 0 0,3 1 10 0 0,-29 17 1 0 0,1 1 1 0 0,-1-1 0 0 0,2 2 0 0 0,-1-1-1 0 0,1 2 1 0 0,0-1 0 0 0,0 1 0 0 0,14-2 0 0 0,-22 6 19 0 0,0 1 0 0 0,-1 0 1 0 0,1 0-1 0 0,0 0 1 0 0,0 0-1 0 0,0 0 1 0 0,-1 1-1 0 0,1-1 1 0 0,-1 1-1 0 0,1 0 0 0 0,-1-1 1 0 0,0 1-1 0 0,0 1 1 0 0,1-1-1 0 0,-1 0 1 0 0,-1 0-1 0 0,1 1 1 0 0,2 3-1 0 0,34 31 10 0 0,-31-33-89 0 0,0-1 0 0 0,0 0 0 0 0,0 0 1 0 0,1 0-1 0 0,-1-1 0 0 0,1 0 1 0 0,12 1-1 0 0,12 1-3200 0 0,-14-2-544 0 0,-3-1 786 0 0</inkml:trace>
</inkml:ink>
</file>

<file path=ppt/ink/ink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4:59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20 276 0 0,'0'0'5793'0'0,"-2"-2"-5346"0"0,0 0 1 0 0,0 0 0 0 0,0 0 0 0 0,0 0-1 0 0,-1 1 1 0 0,1-1 0 0 0,-1 1-1 0 0,1-1 1 0 0,-1 1 0 0 0,-3-2 0 0 0,-10 8-167 0 0,1 1 0 0 0,0 0-1 0 0,1 1 1 0 0,-1 1 0 0 0,1 0 0 0 0,1 1 0 0 0,-1 0 0 0 0,1 1 0 0 0,1 0 0 0 0,-14 16 0 0 0,27-26-273 0 0,-1 0-1 0 0,1-1 1 0 0,-1 1-1 0 0,1 0 1 0 0,0 0-1 0 0,-1 0 1 0 0,1 0-1 0 0,-1 0 1 0 0,1 0-1 0 0,0 0 1 0 0,-1 1-1 0 0,1-1 1 0 0,-1 0 0 0 0,1 0-1 0 0,0 0 1 0 0,-1 0-1 0 0,1 1 1 0 0,-1-1-1 0 0,1 0 1 0 0,-1 1-1 0 0,1-1 1 0 0,-1 0-1 0 0,1 1 1 0 0,-1-1 0 0 0,1 1-1 0 0,-1-1 1 0 0,0 1-1 0 0,1-1 1 0 0,-1 1-1 0 0,0-1 1 0 0,1 1-1 0 0,-1-1 1 0 0,0 1-1 0 0,0-1 1 0 0,1 1 0 0 0,-1-1-1 0 0,0 1 1 0 0,0 0-1 0 0,0-1 1 0 0,0 1-1 0 0,0-1 1 0 0,0 1-1 0 0,0 0 1 0 0,0-1-1 0 0,0 1 1 0 0,0-1 0 0 0,0 1-1 0 0,0 0 1 0 0,0-1-1 0 0,0 1 1 0 0,-1-1-1 0 0,1 1 1 0 0,0-1-1 0 0,0 1 1 0 0,-1-1-1 0 0,1 1 1 0 0,0 0 0 0 0,-1-1-1 0 0,1 0 1 0 0,-1 1-1 0 0,1-1 1 0 0,0 1-1 0 0,-1-1 1 0 0,1 0-1 0 0,-1 1 1 0 0,1-1-1 0 0,-1 0 1 0 0,0 1 0 0 0,49-5 151 0 0,-24-2-103 0 0,0-1-1 0 0,37-16 1 0 0,-57 22-404 0 0,1 1-1 0 0,0-1 1 0 0,-1 1 0 0 0,1 0 0 0 0,0 1 0 0 0,-1-1-1 0 0,1 1 1 0 0,-1 0 0 0 0,1 0 0 0 0,-1 0 0 0 0,1 0 0 0 0,-1 1-1 0 0,8 4 1 0 0,6 0-4480 0 0,-8-3 1888 0 0</inkml:trace>
</inkml:ink>
</file>

<file path=ppt/ink/ink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0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46 460 784 0 0,'-2'1'8293'0'0,"-12"6"-8090"0"0,11-6-116 0 0,1 0 0 0 0,0 1-1 0 0,0-1 1 0 0,0 1 0 0 0,0-1 0 0 0,1 1 0 0 0,-1 0-1 0 0,0 0 1 0 0,1 0 0 0 0,-1 0 0 0 0,1 0-1 0 0,-1 0 1 0 0,1 0 0 0 0,0 0 0 0 0,-1 4-1 0 0,1-4-47 0 0,1-1-1 0 0,0 1 1 0 0,0-1-1 0 0,0 1 0 0 0,0-1 1 0 0,0 1-1 0 0,0-1 0 0 0,1 1 1 0 0,-1-1-1 0 0,0 1 1 0 0,1-1-1 0 0,-1 0 0 0 0,1 1 1 0 0,-1-1-1 0 0,1 0 0 0 0,0 1 1 0 0,0-1-1 0 0,-1 0 1 0 0,2 2-1 0 0,1 0-13 0 0,0 0 0 0 0,0-1 0 0 0,0 1 0 0 0,0-1 0 0 0,0 1 0 0 0,0-1 0 0 0,1 0 0 0 0,-1 0 0 0 0,1-1 0 0 0,0 1 0 0 0,0-1 0 0 0,-1 1 0 0 0,1-1 0 0 0,0 0 0 0 0,8 0 0 0 0,4-1-34 0 0,-1-1-1 0 0,1 0 1 0 0,0-1-1 0 0,-1-1 1 0 0,1-1-1 0 0,-1 0 1 0 0,0-1 0 0 0,0 0-1 0 0,-1-1 1 0 0,1-1-1 0 0,-2 0 1 0 0,1-1-1 0 0,-1-1 1 0 0,0 0-1 0 0,0-1 1 0 0,15-15-1 0 0,-6 3 20 0 0,-1 0 0 0 0,-1-2-1 0 0,-1 0 1 0 0,-1-2 0 0 0,-2 0 0 0 0,0-1-1 0 0,17-39 1 0 0,-28 53 108 0 0,0-1-1 0 0,-1 0 1 0 0,0 0 0 0 0,-1 0 0 0 0,0 0-1 0 0,-1 0 1 0 0,-1-1 0 0 0,0 1-1 0 0,-1 0 1 0 0,-1-1 0 0 0,0 1 0 0 0,-4-18-1 0 0,5 32-100 0 0,0-1-1 0 0,-1 0 0 0 0,1 0 0 0 0,0 0 1 0 0,0 1-1 0 0,0-1 0 0 0,-1 0 1 0 0,1 1-1 0 0,0-1 0 0 0,-1 0 0 0 0,1 1 1 0 0,-1-1-1 0 0,1 0 0 0 0,-1 1 1 0 0,1-1-1 0 0,-1 1 0 0 0,1-1 0 0 0,-1 0 1 0 0,1 1-1 0 0,-1 0 0 0 0,0-1 1 0 0,1 1-1 0 0,-1-1 0 0 0,0 1 1 0 0,0 0-1 0 0,1-1 0 0 0,-1 1 0 0 0,0 0 1 0 0,-1 0-1 0 0,-23 7 255 0 0,-17 27 75 0 0,30-20-257 0 0,0 1 0 0 0,1 0 0 0 0,1 1-1 0 0,1-1 1 0 0,0 2 0 0 0,1-1 0 0 0,1 2-1 0 0,-11 34 1 0 0,11-24-35 0 0,1 0 0 0 0,1 1 0 0 0,2 0 1 0 0,0-1-1 0 0,3 32 0 0 0,0-47-40 0 0,2-1 0 0 0,-1 1 0 0 0,2-1 0 0 0,0 0 0 0 0,0 0 1 0 0,1 0-1 0 0,0 0 0 0 0,1 0 0 0 0,1-1 0 0 0,0 0 0 0 0,10 15 0 0 0,-12-21-12 0 0,-1-1 0 0 0,1 0 0 0 0,0 1 0 0 0,0-1 0 0 0,0-1 0 0 0,0 1 0 0 0,1-1 0 0 0,-1 1-1 0 0,1-1 1 0 0,0-1 0 0 0,0 1 0 0 0,0-1 0 0 0,0 1 0 0 0,0-2 0 0 0,1 1 0 0 0,-1 0 0 0 0,1-1 0 0 0,-1 0-1 0 0,1-1 1 0 0,-1 1 0 0 0,1-1 0 0 0,0 0 0 0 0,-1 0 0 0 0,1-1 0 0 0,0 1 0 0 0,-1-1 0 0 0,8-3-1 0 0,-2 2 8 0 0,0-1 0 0 0,0-1 0 0 0,-1 0 0 0 0,0 0-1 0 0,1-1 1 0 0,-2 0 0 0 0,1-1 0 0 0,-1 0 0 0 0,0-1 0 0 0,0 0-1 0 0,0 0 1 0 0,-1-1 0 0 0,13-15 0 0 0,-19 19 46 0 0,0 0 0 0 0,0 0 1 0 0,0 0-1 0 0,-1 0 0 0 0,1 0 1 0 0,-1 0-1 0 0,0 0 0 0 0,-1 0 1 0 0,2-7-1 0 0,-7 15-35 0 0,2-2-18 0 0,-1 1 1 0 0,1 0-1 0 0,0 0 0 0 0,1 0 1 0 0,-1 1-1 0 0,0-1 0 0 0,1 1 1 0 0,0-1-1 0 0,0 1 0 0 0,0 0 1 0 0,0 0-1 0 0,0 0 0 0 0,1 0 0 0 0,0 0 1 0 0,0 0-1 0 0,0 0 0 0 0,0 1 1 0 0,1-1-1 0 0,-1 0 0 0 0,1 0 1 0 0,0 1-1 0 0,1-1 0 0 0,-1 0 1 0 0,1 1-1 0 0,1 4 0 0 0,-2-8-1 0 0,1 1 0 0 0,0 0 0 0 0,0 0 0 0 0,0-1 1 0 0,1 1-1 0 0,-1-1 0 0 0,0 1 0 0 0,1-1 0 0 0,-1 0 0 0 0,1 1 0 0 0,-1-1 0 0 0,1 0 0 0 0,-1 0 0 0 0,1 0 0 0 0,0 0 0 0 0,0 0 0 0 0,-1 0 1 0 0,1-1-1 0 0,0 1 0 0 0,0 0 0 0 0,0-1 0 0 0,0 0 0 0 0,0 1 0 0 0,0-1 0 0 0,0 0 0 0 0,0 0 0 0 0,0 0 0 0 0,0 0 0 0 0,0-1 0 0 0,0 1 1 0 0,0 0-1 0 0,0-1 0 0 0,-1 1 0 0 0,4-2 0 0 0,6-1 8 0 0,0 0-1 0 0,0 0 1 0 0,-1-1 0 0 0,13-7 0 0 0,6-4-3 0 0,93-45-60 0 0,-121 59 54 0 0,0 1 0 0 0,1-1 0 0 0,-1 1 0 0 0,1-1 0 0 0,-1 1 0 0 0,1 0-1 0 0,-1-1 1 0 0,0 1 0 0 0,1 0 0 0 0,-1 0 0 0 0,1 0 0 0 0,-1 0 0 0 0,1 0 0 0 0,-1 1-1 0 0,1-1 1 0 0,-1 0 0 0 0,1 1 0 0 0,-1-1 0 0 0,0 1 0 0 0,1-1 0 0 0,-1 1 0 0 0,0 0 0 0 0,1 0-1 0 0,-1-1 1 0 0,0 1 0 0 0,0 0 0 0 0,0 0 0 0 0,1 0 0 0 0,-1 0 0 0 0,0 1 0 0 0,-1-1 0 0 0,1 0-1 0 0,0 0 1 0 0,0 0 0 0 0,0 1 0 0 0,-1-1 0 0 0,1 0 0 0 0,-1 1 0 0 0,1-1 0 0 0,0 3 0 0 0,4 6-6 0 0,8 16-4 0 0,11 19 169 0 0,-22-43-150 0 0,-1-1-1 0 0,0 1 1 0 0,1-1 0 0 0,0 1-1 0 0,-1-1 1 0 0,1 0 0 0 0,0 0-1 0 0,-1 1 1 0 0,1-1 0 0 0,0-1-1 0 0,0 1 1 0 0,0 0 0 0 0,0 0-1 0 0,0-1 1 0 0,0 1 0 0 0,0-1-1 0 0,0 1 1 0 0,0-1 0 0 0,1 0-1 0 0,-1 0 1 0 0,4 0 0 0 0,0-1-100 0 0,0 0-1 0 0,0-1 1 0 0,-1 1 0 0 0,1-1 0 0 0,0-1 0 0 0,0 1 0 0 0,-1-1 0 0 0,1 0 0 0 0,-1 0 0 0 0,0 0 0 0 0,6-6 0 0 0,1-1-1255 0 0,-1 0 0 0 0,-1-1-1 0 0,14-18 1 0 0,-17 9-1116 0 0,-6 16-1415 0 0</inkml:trace>
</inkml:ink>
</file>

<file path=ppt/ink/ink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0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1 736 0 0,'0'0'10333'0'0,"11"0"-9368"0"0</inkml:trace>
</inkml:ink>
</file>

<file path=ppt/ink/ink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1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1092 0 0,'0'0'5901'0'0,"31"-14"-5261"0"0,-17 12-132 0 0,4 2-180 0 0,6 2-232 0 0,2 0-284 0 0,0 2-316 0 0,3 1-808 0 0,-1 0-1425 0 0,0 0 633 0 0</inkml:trace>
</inkml:ink>
</file>

<file path=ppt/ink/ink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1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1 760 0 0,'0'0'5033'0'0,"14"24"-1886"0"0,-13-24-3059 0 0,0 1 1 0 0,0 0-1 0 0,-1 0 0 0 0,1-1 0 0 0,0 1 0 0 0,-1 0 0 0 0,1 0 1 0 0,-1 0-1 0 0,1 0 0 0 0,-1 0 0 0 0,0 0 0 0 0,1 0 1 0 0,-1 0-1 0 0,0 0 0 0 0,1 0 0 0 0,-1 0 0 0 0,0 0 1 0 0,0 0-1 0 0,0 0 0 0 0,0 0 0 0 0,0 0 0 0 0,0 0 1 0 0,0 0-1 0 0,-1 0 0 0 0,1 0 0 0 0,0 0 0 0 0,0 0 0 0 0,-1 0 1 0 0,1 0-1 0 0,-1 0 0 0 0,0 1 0 0 0,-24 41 849 0 0,4-7-417 0 0,19-29-473 0 0,0-1 1 0 0,1 1-1 0 0,0 0 0 0 0,1 0 1 0 0,-1-1-1 0 0,1 1 1 0 0,1 0-1 0 0,-1 0 1 0 0,1-1-1 0 0,3 11 1 0 0,25 66 179 0 0,-21-66-178 0 0,-1 0 0 0 0,-1 0-1 0 0,5 28 1 0 0,-9-37-33 0 0,-1 1 0 0 0,0-1 0 0 0,-1 0 0 0 0,0 0 0 0 0,0 1 1 0 0,-1-1-1 0 0,0 0 0 0 0,-3 10 0 0 0,3-14-6 0 0,0-1 0 0 0,-1 1 0 0 0,0-1 1 0 0,1 1-1 0 0,-1-1 0 0 0,0 0 0 0 0,-1 0 0 0 0,1 0 0 0 0,0 0 0 0 0,-1 0 0 0 0,0-1 1 0 0,1 1-1 0 0,-1-1 0 0 0,0 0 0 0 0,0 0 0 0 0,-1 0 0 0 0,1 0 0 0 0,0 0 0 0 0,-1-1 1 0 0,-3 2-1 0 0,4-2-12 0 0,9-7-298 0 0,34-29 95 0 0,56-41 0 0 0,33-27-81 0 0,16-25 1166 0 0,-136 116 1626 0 0,-20 18-1779 0 0,7-4-653 0 0,1 0-1 0 0,0 1 1 0 0,0 0 0 0 0,0 0 0 0 0,0 0 0 0 0,0 0 0 0 0,1 0 0 0 0,-1 1-1 0 0,-2 5 1 0 0,3-6-115 0 0,1-1-1 0 0,0 1 1 0 0,0-1 0 0 0,0 1-1 0 0,0-1 1 0 0,1 1-1 0 0,-1 0 1 0 0,1-1-1 0 0,0 1 1 0 0,-1 0 0 0 0,1-1-1 0 0,0 1 1 0 0,1 0-1 0 0,-1 0 1 0 0,0-1-1 0 0,1 1 1 0 0,-1 0 0 0 0,1-1-1 0 0,0 1 1 0 0,0-1-1 0 0,0 1 1 0 0,0-1-1 0 0,1 1 1 0 0,-1-1 0 0 0,1 0-1 0 0,-1 0 1 0 0,1 1-1 0 0,0-1 1 0 0,0 0-1 0 0,0-1 1 0 0,0 1 0 0 0,0 0-1 0 0,0 0 1 0 0,0-1-1 0 0,1 0 1 0 0,-1 1-1 0 0,0-1 1 0 0,1 0-1 0 0,-1 0 1 0 0,1 0 0 0 0,4 1-1 0 0,2 0-631 0 0,0 0-1 0 0,0 0 1 0 0,1-1 0 0 0,-1 0-1 0 0,0-1 1 0 0,0 0 0 0 0,0-1-1 0 0,15-1 1 0 0,14-5-4357 0 0,-15 1 1910 0 0</inkml:trace>
</inkml:ink>
</file>

<file path=ppt/ink/ink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2.2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1 458 3784 0 0,'11'-4'616'0'0,"1"0"-1"0"0,-1-1 1 0 0,0 0-1 0 0,0-1 1 0 0,-1 0-1 0 0,18-14 3380 0 0,-31 21-3906 0 0,1 0-1 0 0,0 0 0 0 0,-1 0 0 0 0,1 0 1 0 0,0 0-1 0 0,0 1 0 0 0,0-1 1 0 0,0 1-1 0 0,0 0 0 0 0,0-1 0 0 0,1 1 1 0 0,-1 0-1 0 0,1 0 0 0 0,-3 4 1 0 0,3-5-40 0 0,0-1 1 0 0,1 1-1 0 0,-1 0 1 0 0,0-1-1 0 0,1 1 1 0 0,-1 0-1 0 0,1 0 1 0 0,-1 0-1 0 0,1 0 1 0 0,0-1-1 0 0,-1 1 1 0 0,1 0 0 0 0,0 0-1 0 0,-1 0 1 0 0,1 0-1 0 0,0 0 1 0 0,0 0-1 0 0,0 0 1 0 0,0 0-1 0 0,0 0 1 0 0,0-1-1 0 0,0 1 1 0 0,0 0-1 0 0,0 0 1 0 0,1 2 0 0 0,0-2-25 0 0,0-1 1 0 0,0 1 0 0 0,0-1 0 0 0,0 1-1 0 0,-1-1 1 0 0,1 1 0 0 0,0-1 0 0 0,0 0 0 0 0,0 1-1 0 0,0-1 1 0 0,0 0 0 0 0,1 0 0 0 0,-1 0 0 0 0,0 0-1 0 0,0 0 1 0 0,0 0 0 0 0,0 0 0 0 0,1 0 0 0 0,6-1 29 0 0,-1-1 0 0 0,1 1 0 0 0,-1-1 0 0 0,14-6 0 0 0,-2-3-6 0 0,-1 0-1 0 0,0-2 1 0 0,-1 0 0 0 0,0-1-1 0 0,-1-1 1 0 0,0 0 0 0 0,18-25-1 0 0,-8 5 63 0 0,-1 0-1 0 0,33-65 0 0 0,-42 65 826 0 0,15-47-1 0 0,-21 54 466 0 0,-10 26-220 0 0,-4 7-993 0 0,-6 5-99 0 0,1 0 0 0 0,0 1 0 0 0,1 0 0 0 0,0 0 0 0 0,1 1 0 0 0,1 0-1 0 0,0 0 1 0 0,-5 14 0 0 0,-32 113 68 0 0,10-23-5894 0 0,21-93-1917 0 0,9-13 3281 0 0</inkml:trace>
</inkml:ink>
</file>

<file path=ppt/ink/ink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3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15 776 0 0,'-5'-9'1845'0'0,"5"8"-1741"0"0,0 1 0 0 0,0 0 0 0 0,0 0 0 0 0,-1 0 0 0 0,1-1 1 0 0,0 1-1 0 0,0 0 0 0 0,0 0 0 0 0,0-1 0 0 0,0 1 0 0 0,0 0 1 0 0,-1 0-1 0 0,1 0 0 0 0,0-1 0 0 0,0 1 0 0 0,0 0 0 0 0,-1 0 1 0 0,1 0-1 0 0,0 0 0 0 0,0 0 0 0 0,0 0 0 0 0,-1-1 0 0 0,1 1 1 0 0,0 0-1 0 0,0 0 0 0 0,-1 0 0 0 0,1 0 0 0 0,0 0 0 0 0,0 0 1 0 0,-1 0-1 0 0,1 0 0 0 0,0 0 0 0 0,0 0 0 0 0,-1 0 0 0 0,1 0 1 0 0,0 0-1 0 0,0 0 0 0 0,-1 0 0 0 0,1 0 0 0 0,0 0 0 0 0,0 1 1 0 0,-1-1-1 0 0,1 0 0 0 0,0 0 0 0 0,0 0 0 0 0,0 0 0 0 0,-1 0 1 0 0,1 1-1 0 0,-20 31 625 0 0,1 1 1 0 0,2 0 0 0 0,-20 53-1 0 0,-10 23 370 0 0,22-52-479 0 0,-9 16 196 0 0,34-73-792 0 0,-1 1 1 0 0,1-1 0 0 0,0 1-1 0 0,-1-1 1 0 0,1 1-1 0 0,-1-1 1 0 0,1 1 0 0 0,0-1-1 0 0,0 1 1 0 0,-1-1-1 0 0,1 1 1 0 0,0 0-1 0 0,0-1 1 0 0,0 1 0 0 0,0-1-1 0 0,0 1 1 0 0,0 0-1 0 0,-1-1 1 0 0,1 1-1 0 0,1 0 1 0 0,-1-1 0 0 0,0 1-1 0 0,0 0 1 0 0,0-1-1 0 0,0 1 1 0 0,0-1-1 0 0,1 1 1 0 0,-1 0 0 0 0,0-1-1 0 0,0 1 1 0 0,1-1-1 0 0,-1 1 1 0 0,1 0 0 0 0,23 4 328 0 0,45-16-193 0 0,-56 8-48 0 0,-12 3-109 0 0,27-5 92 0 0,0 1-1 0 0,31-1 1 0 0,-53 5-81 0 0,1 0 1 0 0,-1 0-1 0 0,1 0 1 0 0,-1 1-1 0 0,0 0 1 0 0,1 1-1 0 0,-1-1 0 0 0,0 1 1 0 0,0 0-1 0 0,0 0 1 0 0,0 1-1 0 0,0 0 0 0 0,0 0 1 0 0,-1 1-1 0 0,9 6 1 0 0,-13-10-10 0 0,0 1 0 0 0,0 0 0 0 0,-1 0 0 0 0,1 0 0 0 0,0 0 0 0 0,0 0 0 0 0,-1 0 0 0 0,1 0 0 0 0,-1 0 1 0 0,1 1-1 0 0,-1-1 0 0 0,1 0 0 0 0,-1 0 0 0 0,0 0 0 0 0,0 1 0 0 0,1-1 0 0 0,-1 0 0 0 0,0 0 0 0 0,0 1 0 0 0,0-1 1 0 0,0 0-1 0 0,-1 0 0 0 0,1 1 0 0 0,0-1 0 0 0,-1 2 0 0 0,0 0 5 0 0,-1 0-1 0 0,0 0 1 0 0,1 0 0 0 0,-1 0-1 0 0,0 0 1 0 0,-1 0 0 0 0,1 0 0 0 0,0-1-1 0 0,-4 3 1 0 0,-4 4 14 0 0,0-1 0 0 0,-1 0 1 0 0,-22 11-1 0 0,29-17-270 0 0,0 0 1 0 0,0 0 0 0 0,0-1 0 0 0,-1 1-1 0 0,1-1 1 0 0,-1 0 0 0 0,1 0-1 0 0,-1-1 1 0 0,1 1 0 0 0,-1-1-1 0 0,-4-1 1 0 0,-1-12-9518 0 0</inkml:trace>
</inkml:ink>
</file>

<file path=ppt/ink/ink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4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22 424 0 0,'5'4'397'0'0,"0"1"0"0"0,1-1-1 0 0,-1 0 1 0 0,1-1 0 0 0,0 1 0 0 0,0-1 0 0 0,0 0-1 0 0,1-1 1 0 0,-1 1 0 0 0,1-1 0 0 0,-1-1 0 0 0,1 1 0 0 0,0-1-1 0 0,-1 0 1 0 0,1-1 0 0 0,0 1 0 0 0,0-1 0 0 0,-1-1-1 0 0,14-2 1 0 0,1-2 260 0 0,0-1-1 0 0,-1-1 1 0 0,0-1-1 0 0,38-21 0 0 0,-57 28-611 0 0,0 0 0 0 0,1 1 0 0 0,-1-1-1 0 0,0 0 1 0 0,1 1 0 0 0,-1-1 0 0 0,1 1 0 0 0,-1 0-1 0 0,1-1 1 0 0,-1 1 0 0 0,1 0 0 0 0,-1 0-1 0 0,1 0 1 0 0,-1 0 0 0 0,1 0 0 0 0,-1 0 0 0 0,1 1-1 0 0,-1-1 1 0 0,1 0 0 0 0,-1 1 0 0 0,1-1-1 0 0,-1 1 1 0 0,0 0 0 0 0,3 1 0 0 0,-1 0-10 0 0,-1 0 0 0 0,0 0 1 0 0,0 0-1 0 0,0 1 0 0 0,-1-1 1 0 0,1 1-1 0 0,0-1 0 0 0,-1 1 1 0 0,0 0-1 0 0,1-1 0 0 0,0 7 0 0 0,2 4 9 0 0,-1 0-1 0 0,-1 0 0 0 0,0 1 0 0 0,0 19 0 0 0,-3 2 20 0 0,-1 0 1 0 0,-2 0-1 0 0,-2 0 0 0 0,-1-1 0 0 0,-14 45 0 0 0,-72 157 151 0 0,76-196-171 0 0,2-5 0 0 0,0-2 0 0 0,-3 1 0 0 0,0-2 0 0 0,-3-1 0 0 0,0 0 1 0 0,-2-2-1 0 0,-47 49 0 0 0,63-73-16 0 0,1 1 0 0 0,-1-1 1 0 0,1 0-1 0 0,-1-1 0 0 0,-1 0 0 0 0,1 0 1 0 0,0 0-1 0 0,-1-1 0 0 0,0 0 0 0 0,0-1 1 0 0,0 0-1 0 0,0 0 0 0 0,-14 1 0 0 0,19-3-12 0 0,0 0-1 0 0,0-1 0 0 0,1 0 0 0 0,-1 1 0 0 0,0-1 1 0 0,0 0-1 0 0,1 0 0 0 0,-1-1 0 0 0,0 1 0 0 0,1-1 1 0 0,0 1-1 0 0,-1-1 0 0 0,1 0 0 0 0,0 0 0 0 0,0 0 1 0 0,0 0-1 0 0,0 0 0 0 0,0 0 0 0 0,0 0 0 0 0,0-1 1 0 0,1 1-1 0 0,-1-1 0 0 0,1 1 0 0 0,0-1 0 0 0,-2-4 1 0 0,1 1-2 0 0,0 0 1 0 0,0-1 0 0 0,0 1-1 0 0,1 0 1 0 0,0-1 0 0 0,0 1-1 0 0,1-1 1 0 0,-1 1-1 0 0,1-1 1 0 0,2-6 0 0 0,3-8-151 0 0,1 0 0 0 0,0 0 0 0 0,2 1 0 0 0,1 0 0 0 0,0 1-1 0 0,2 0 1 0 0,18-27 0 0 0,-2 9-2673 0 0,2 2-1 0 0,52-51 1 0 0,-44 51-425 0 0</inkml:trace>
</inkml:ink>
</file>

<file path=ppt/ink/ink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4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2 204 0 0,'-2'-2'6314'0'0,"-2"15"-2563"0"0,-11 40-1162 0 0,-14 70-1516 0 0,-24 174 1956 0 0,47-274-2752 0 0,0 0 1 0 0,-19 41 0 0 0,20-52-319 0 0,5-12-30 0 0,0 0 0 0 0,0 0 0 0 0,0-1 0 0 0,0 1 0 0 0,0 0 0 0 0,0 0 0 0 0,0 0 0 0 0,0 0 0 0 0,0 0 0 0 0,0 0 0 0 0,0-1 0 0 0,0 1 0 0 0,-1 0 0 0 0,1 0 0 0 0,0 0 0 0 0,0 0 0 0 0,0 0 0 0 0,0 0 0 0 0,0 0 0 0 0,0 0 0 0 0,0 0 0 0 0,0-1 0 0 0,-1 1 1 0 0,1 0-1 0 0,0 0 0 0 0,0 0 0 0 0,0 0 0 0 0,0 0 0 0 0,0 0 0 0 0,0 0 0 0 0,0 0 0 0 0,-1 0 0 0 0,1 0 0 0 0,0 0 0 0 0,0 0 0 0 0,0 0 0 0 0,0 0 0 0 0,0 0 0 0 0,-1 0 0 0 0,1 0 0 0 0,0 0 0 0 0,0 0 0 0 0,0 0 0 0 0,0 0 0 0 0,0 0 0 0 0,0 0 0 0 0,0 0 0 0 0,-1 1 0 0 0,1-1 0 0 0,0 0 0 0 0,0 0 1 0 0,0 0-1 0 0,0 0 0 0 0,0 0 0 0 0,0 0 0 0 0,0 0 0 0 0,0 0 0 0 0,0 0 0 0 0,-1 1 0 0 0,1-1 0 0 0,0 0 0 0 0,0 0 0 0 0,0 0 0 0 0,0 0 0 0 0,-5-20-2010 0 0,-2-27-3143 0 0,6 46 4935 0 0,-1-23-2832 0 0</inkml:trace>
</inkml:ink>
</file>

<file path=ppt/ink/ink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5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1 409 156 0 0,'24'3'570'0'0,"-6"0"-282"0"0,-1-1-1 0 0,1 0 0 0 0,-1-2 0 0 0,1 0 1 0 0,0 0-1 0 0,-1-2 0 0 0,1 0 1 0 0,-1-1-1 0 0,1-1 0 0 0,24-9 0 0 0,-30 7-118 0 0,0 0 0 0 0,-1 0 0 0 0,0-1 0 0 0,0 0-1 0 0,-1-1 1 0 0,0 0 0 0 0,0-1 0 0 0,-1 0 0 0 0,0-1 0 0 0,0 0-1 0 0,-1 0 1 0 0,-1-1 0 0 0,0 0 0 0 0,0 0 0 0 0,8-20 0 0 0,-6 8 398 0 0,-1 0 0 0 0,-1-1 0 0 0,-1 0 1 0 0,-1 0-1 0 0,-2-1 0 0 0,0 1 0 0 0,-1-37 1 0 0,-2 61-552 0 0,0 0 0 0 0,0 0 0 0 0,0 0 0 0 0,-1 0 0 0 0,1 0 0 0 0,0 0 0 0 0,0 1 0 0 0,0-1 0 0 0,0 0 0 0 0,-1 0 0 0 0,1 0 0 0 0,0 0 0 0 0,0 0 0 0 0,0 0 0 0 0,-1 0 0 0 0,1 0 0 0 0,0 0 0 0 0,0 0 0 0 0,0 0 0 0 0,-1 0 0 0 0,1 0 0 0 0,0 0 0 0 0,0 0 0 0 0,0 0 0 0 0,-1 0 0 0 0,1 0 0 0 0,0 0 0 0 0,0 0 0 0 0,0 0 0 0 0,-1 0 0 0 0,1 0 0 0 0,0-1 0 0 0,0 1 0 0 0,0 0 0 0 0,0 0 0 0 0,-1 0 0 0 0,1 0 0 0 0,0 0 0 0 0,0 0 0 0 0,0-1 0 0 0,0 1 0 0 0,0 0 0 0 0,-1 0 0 0 0,1 0 0 0 0,0-1 0 0 0,0 1 0 0 0,0 0 0 0 0,0 0 0 0 0,0 0 0 0 0,0 0 0 0 0,0-1 0 0 0,0 1 0 0 0,0 0 0 0 0,0 0 0 0 0,0-1 0 0 0,0 1 0 0 0,0 0 0 0 0,0 0 0 0 0,0 0 0 0 0,0-1 0 0 0,0 1 0 0 0,0 0 0 0 0,0 0 0 0 0,0 0 0 0 0,0-1 0 0 0,0 1 1 0 0,0 0-1 0 0,1 0 0 0 0,-1 0 0 0 0,-17 20 344 0 0,-12 32-14 0 0,-58 163 655 0 0,58-136-704 0 0,-30 81 297 0 0,55-144-161 0 0,11-22 10 0 0,10-11-371 0 0,-12 13-60 0 0,0 0 0 0 0,0 0 0 0 0,0 1 0 0 0,0 0 0 0 0,1 0 0 0 0,-1 0 0 0 0,1 1 0 0 0,0-1 0 0 0,-1 1 0 0 0,1 1 0 0 0,0-1 0 0 0,0 1 1 0 0,1 0-1 0 0,-1 1 0 0 0,0-1 0 0 0,0 1 0 0 0,0 0 0 0 0,0 1 0 0 0,1-1 0 0 0,-1 1 0 0 0,0 1 0 0 0,0-1 0 0 0,7 4 0 0 0,64 17 50 0 0,101 25-12 0 0,-159-44-36 0 0,1-1-1 0 0,-1 0 1 0 0,1-2 0 0 0,0 0-1 0 0,-1-1 1 0 0,1-1-1 0 0,25-5 1 0 0,-36 4-8 0 0,-1 1 0 0 0,1-2 0 0 0,-1 1 1 0 0,0-1-1 0 0,1 0 0 0 0,-2-1 0 0 0,1 0 0 0 0,12-10 0 0 0,-15 11-2 0 0,-1 0 0 0 0,0 0 0 0 0,-1 0 0 0 0,1 0 0 0 0,-1-1 0 0 0,1 1 0 0 0,-1-1 0 0 0,-1 0 0 0 0,1 0 0 0 0,-1 0 0 0 0,0 0 0 0 0,0-1 0 0 0,0 1 0 0 0,1-11 0 0 0,-2 15-4 0 0,-1 0 0 0 0,0 0 0 0 0,0 0 0 0 0,0 0 0 0 0,0 0 0 0 0,0 0 0 0 0,0-1 0 0 0,0 1 0 0 0,0 0 0 0 0,0 0 0 0 0,0 0 1 0 0,0 0-1 0 0,-1 0 0 0 0,1 0 0 0 0,0 0 0 0 0,-1 0 0 0 0,1 0 0 0 0,-1 0 0 0 0,1 0 0 0 0,-1 1 0 0 0,0-1 0 0 0,1 0 0 0 0,-1 0 1 0 0,0 0-1 0 0,0 1 0 0 0,1-1 0 0 0,-1 0 0 0 0,0 1 0 0 0,0-1 0 0 0,0 1 0 0 0,0-1 0 0 0,0 1 0 0 0,0-1 0 0 0,0 1 1 0 0,0-1-1 0 0,0 1 0 0 0,0 0 0 0 0,0 0 0 0 0,0 0 0 0 0,0-1 0 0 0,0 1 0 0 0,0 0 0 0 0,0 0 0 0 0,-2 1 0 0 0,-1-1 4 0 0,0 1-1 0 0,0-1 1 0 0,1 1-1 0 0,-1 0 1 0 0,0 1-1 0 0,1-1 1 0 0,-1 1-1 0 0,1-1 1 0 0,-1 1-1 0 0,1 0 1 0 0,-6 4 0 0 0,5-2-5 0 0,-1 0 1 0 0,1 1 0 0 0,0-1 0 0 0,0 1 0 0 0,1 0 0 0 0,-1 0 0 0 0,1 0 0 0 0,0 1 0 0 0,0-1 0 0 0,1 1 0 0 0,0-1 0 0 0,0 1 0 0 0,0 0 0 0 0,-1 8 0 0 0,3-11 1 0 0,-1 1 0 0 0,1-1 0 0 0,0 0 0 0 0,1 0 0 0 0,-1 0 0 0 0,1 1 0 0 0,-1-1 0 0 0,1 0 0 0 0,0 0 0 0 0,0 0 0 0 0,0 0 0 0 0,0 0 0 0 0,1 0 0 0 0,-1-1 0 0 0,1 1 0 0 0,0 0 0 0 0,0-1 0 0 0,0 1 0 0 0,0-1 0 0 0,0 1 0 0 0,0-1 0 0 0,1 0 0 0 0,-1 0 0 0 0,1 0 0 0 0,0 0 0 0 0,-1-1 0 0 0,1 1 0 0 0,0-1 0 0 0,4 2 0 0 0,4 1 7 0 0,0 0 0 0 0,1-1 1 0 0,-1-1-1 0 0,1 0 0 0 0,-1 0 0 0 0,1-1 1 0 0,0 0-1 0 0,0-1 0 0 0,-1-1 1 0 0,1 0-1 0 0,0 0 0 0 0,-1-1 0 0 0,15-4 1 0 0,-7 0 2 0 0,1 0 1 0 0,-2-2 0 0 0,1 0 0 0 0,-1 0-1 0 0,0-2 1 0 0,31-23 0 0 0,-10 7-12 0 0,-37 25-9 0 0,-2 1 8 0 0,0 0 0 0 0,1-1-1 0 0,-1 1 1 0 0,0 0 0 0 0,0 0-1 0 0,0-1 1 0 0,1 1 0 0 0,-1 0 0 0 0,0 0-1 0 0,0 0 1 0 0,1 0 0 0 0,-1 0-1 0 0,0-1 1 0 0,1 1 0 0 0,-1 0 0 0 0,0 0-1 0 0,1 0 1 0 0,-1 0 0 0 0,0 0-1 0 0,0 0 1 0 0,1 0 0 0 0,-1 0 0 0 0,0 0-1 0 0,1 0 1 0 0,-1 0 0 0 0,0 0-1 0 0,1 0 1 0 0,-1 0 0 0 0,0 0 0 0 0,0 0-1 0 0,1 1 1 0 0,-1-1 0 0 0,0 0 0 0 0,1 0-1 0 0,-1 0 1 0 0,0 0 0 0 0,0 1-1 0 0,1-1 1 0 0,-1 0 0 0 0,0 0 0 0 0,1 1-1 0 0,-7 91-16 0 0,6-90 20 0 0,1-1 0 0 0,-1 1-1 0 0,1 0 1 0 0,-1 0 0 0 0,1-1-1 0 0,0 1 1 0 0,0 0 0 0 0,0-1 0 0 0,0 1-1 0 0,0 0 1 0 0,0-1 0 0 0,0 1 0 0 0,0-1-1 0 0,1 0 1 0 0,-1 0 0 0 0,1 1-1 0 0,-1-1 1 0 0,1 0 0 0 0,-1 0 0 0 0,1 0-1 0 0,0 0 1 0 0,-1 0 0 0 0,1-1-1 0 0,0 1 1 0 0,0-1 0 0 0,-1 1 0 0 0,1-1-1 0 0,0 1 1 0 0,0-1 0 0 0,0 0-1 0 0,0 0 1 0 0,0 0 0 0 0,-1 0 0 0 0,1 0-1 0 0,0 0 1 0 0,0-1 0 0 0,0 1-1 0 0,0-1 1 0 0,2 0 0 0 0,30-9 39 0 0,0-1-1 0 0,-1-2 1 0 0,52-27 0 0 0,-68 32 23 0 0,-12 5-53 0 0,-4 2-9 0 0,0 1-1 0 0,0-1 1 0 0,1 1 0 0 0,-1-1 0 0 0,0 1-1 0 0,0-1 1 0 0,1 1 0 0 0,-1 0 0 0 0,0 0-1 0 0,1 0 1 0 0,-1-1 0 0 0,0 1 0 0 0,1 1-1 0 0,-1-1 1 0 0,0 0 0 0 0,1 0-1 0 0,-1 0 1 0 0,0 1 0 0 0,1-1 0 0 0,-1 1-1 0 0,0-1 1 0 0,0 1 0 0 0,0-1 0 0 0,1 1-1 0 0,-1 0 1 0 0,0-1 0 0 0,2 3 0 0 0,36 31 119 0 0,-15-12-28 0 0,-19-20-213 0 0,0 1 0 0 0,0-1 1 0 0,0 0-1 0 0,0-1 0 0 0,0 1 1 0 0,0-1-1 0 0,1 0 0 0 0,-1-1 1 0 0,0 1-1 0 0,1-1 0 0 0,-1 0 1 0 0,8-1-1 0 0,-10 1-648 0 0,1-1-1 0 0,-1 1 1 0 0,0-1-1 0 0,1 0 1 0 0,-1 0 0 0 0,0-1-1 0 0,0 1 1 0 0,0-1-1 0 0,0 1 1 0 0,0-1 0 0 0,4-4-1 0 0,0 0-2834 0 0</inkml:trace>
</inkml:ink>
</file>

<file path=ppt/ink/ink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5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47 106 14597 0 0,'-11'-10'264'0'0,"2"-1"-220"0"0,2 2 16 0 0,-5-5-40 0 0,9 7 52 0 0,-1-8-36 0 0,4 3 16 0 0,4 0-164 0 0,5 3-832 0 0,-3 2-2304 0 0</inkml:trace>
</inkml:ink>
</file>

<file path=ppt/ink/ink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6.8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11 436 0 0,'-11'-11'6177'0'0,"11"27"-2009"0"0,1 0-4681 0 0,-1 3 982 0 0,1 0 0 0 0,0 0 0 0 0,5 18 0 0 0,-1-4-13 0 0,0 4-13 0 0,4 18 115 0 0,18 81 582 0 0,-26-128-1352 0 0,0 1 0 0 0,0-1 0 0 0,-1 0 0 0 0,0 0 0 0 0,-2 10 0 0 0,2-10-571 0 0,-4 0-592 0 0,-16-10-7544 0 0</inkml:trace>
</inkml:ink>
</file>

<file path=ppt/ink/ink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7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37 260 0 0,'26'-9'341'0'0,"1"1"1"0"0,0 2-1 0 0,0 1 1 0 0,0 1-1 0 0,1 1 1 0 0,-1 1-1 0 0,1 2 1 0 0,0 1-1 0 0,-1 1 0 0 0,1 1 1 0 0,53 14-1 0 0,-36-5-102 0 0,-1 3 0 0 0,0 1-1 0 0,-1 2 1 0 0,0 2 0 0 0,-2 2-1 0 0,47 33 1 0 0,-59-35-82 0 0,-1 2 1 0 0,-1 1-1 0 0,-2 1 0 0 0,24 28 1 0 0,-38-39-88 0 0,0 0-1 0 0,-1 2 1 0 0,0-1 0 0 0,-1 1 0 0 0,-1 0 0 0 0,-1 1-1 0 0,0 0 1 0 0,-1 0 0 0 0,8 33 0 0 0,-13-42-42 0 0,0 1 0 0 0,-1-1 1 0 0,1 1-1 0 0,-2-1 0 0 0,1 0 1 0 0,-1 1-1 0 0,0-1 0 0 0,0 1 1 0 0,-1-1-1 0 0,0 0 0 0 0,0 0 1 0 0,-1 0-1 0 0,0 0 0 0 0,-5 8 1 0 0,1-4 56 0 0,-1 0 0 0 0,0 0 0 0 0,0-1 0 0 0,-1 0 1 0 0,-1-1-1 0 0,1 0 0 0 0,-17 11 0 0 0,-6 1 201 0 0,-1-1 0 0 0,-1-2 0 0 0,0-2 0 0 0,-55 19 0 0 0,47-20 9 0 0,-1-2-1 0 0,0-2 1 0 0,-1-1 0 0 0,0-3-1 0 0,0-1 1 0 0,-1-3 0 0 0,1-1-1 0 0,-1-3 1 0 0,0-1 0 0 0,-50-9 0 0 0,93 11-298 0 0,1 0 1 0 0,-1-1 0 0 0,1 1 0 0 0,-1 0 0 0 0,1 0 0 0 0,-1-1 0 0 0,1 1 0 0 0,-1-1 0 0 0,1 1 0 0 0,-1-1 0 0 0,1 0 0 0 0,0 0 0 0 0,-1 1 0 0 0,1-1 0 0 0,0 0 0 0 0,0 0-1 0 0,0 0 1 0 0,0 0 0 0 0,0 0 0 0 0,0-1 0 0 0,0 1 0 0 0,0 0 0 0 0,0 0 0 0 0,0-1 0 0 0,0 1 0 0 0,1 0 0 0 0,-2-3 0 0 0,3 2-65 0 0,-1-1 1 0 0,0 1-1 0 0,1 0 0 0 0,-1-1 1 0 0,1 1-1 0 0,0 0 1 0 0,0 0-1 0 0,0 0 0 0 0,0 0 1 0 0,0 0-1 0 0,0 0 0 0 0,1 0 1 0 0,-1 0-1 0 0,1 0 1 0 0,2-3-1 0 0,11-9-900 0 0,0 1 0 0 0,0 1 0 0 0,19-12 0 0 0,-33 23 912 0 0,35-21-3067 0 0,0-1 240 0 0</inkml:trace>
</inkml:ink>
</file>

<file path=ppt/ink/ink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7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0 298 9733 0 0,'27'5'147'0'0,"-18"-4"-59"0"0,0 0 0 0 0,0 0 0 0 0,-1 1 0 0 0,1 1 0 0 0,-1-1 1 0 0,0 2-1 0 0,0-1 0 0 0,0 1 0 0 0,0 0 0 0 0,0 0 0 0 0,-1 1 0 0 0,0 0 1 0 0,11 10-1 0 0,-9-7 86 0 0,-1 1 0 0 0,1 0 0 0 0,-1 1-1 0 0,-1 0 1 0 0,0 0 0 0 0,0 1 0 0 0,-1-1 0 0 0,0 2 0 0 0,5 13 0 0 0,-11-24-205 0 0,1 1 0 0 0,-1 0-1 0 0,1-1 1 0 0,-1 1 0 0 0,0-1-1 0 0,1 1 1 0 0,-1 0 0 0 0,0-1 0 0 0,0 1-1 0 0,0 0 1 0 0,0-1 0 0 0,-1 1-1 0 0,1 0 1 0 0,0-1 0 0 0,-1 1-1 0 0,1-1 1 0 0,-1 1 0 0 0,1 0 0 0 0,-1-1-1 0 0,0 1 1 0 0,0-1 0 0 0,0 0-1 0 0,0 1 1 0 0,0-1 0 0 0,0 0-1 0 0,0 1 1 0 0,0-1 0 0 0,0 0 0 0 0,-1 0-1 0 0,1 0 1 0 0,0 0 0 0 0,-4 1-1 0 0,4-1-698 0 0,-4-3-1221 0 0,1 0 1625 0 0,1 0-95 0 0,0 0 0 0 0,1 1 0 0 0,-1-1 0 0 0,0 0 0 0 0,0 0 0 0 0,1-1 1 0 0,-1 1-1 0 0,1-1 0 0 0,-2-2 0 0 0,-7-9-2167 0 0</inkml:trace>
  <inkml:trace contextRef="#ctx0" brushRef="#br0" timeOffset="1">115 132 436 0 0,'1'-13'777'0'0,"1"0"0"0"0,0 0 0 0 0,0 1-1 0 0,2-1 1 0 0,-1 1 0 0 0,2-1 0 0 0,8-18 0 0 0,-12 31-740 0 0,-1-1 0 0 0,1 0 1 0 0,-1 0-1 0 0,1 0 0 0 0,0 1 1 0 0,-1-1-1 0 0,1 0 0 0 0,0 1 1 0 0,0-1-1 0 0,-1 1 0 0 0,1-1 1 0 0,0 1-1 0 0,0-1 1 0 0,0 1-1 0 0,0-1 0 0 0,-1 1 1 0 0,1 0-1 0 0,0-1 0 0 0,0 1 1 0 0,0 0-1 0 0,0 0 0 0 0,0 0 1 0 0,0 0-1 0 0,0 0 0 0 0,0 0 1 0 0,0 0-1 0 0,0 0 0 0 0,0 0 1 0 0,0 0-1 0 0,0 1 1 0 0,0-1-1 0 0,1 1 0 0 0,0-1-384 0 0,0 1-1 0 0,1 0 1 0 0,-1 0-1 0 0,0 0 1 0 0,1 0-1 0 0,-1 1 1 0 0,0-1-1 0 0,0 1 1 0 0,0-1-1 0 0,0 1 1 0 0,0-1-1 0 0,2 4 1 0 0,3 5-1551 0 0</inkml:trace>
</inkml:ink>
</file>

<file path=ppt/ink/ink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9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23 132 472 0 0,'6'18'1668'0'0,"-1"0"-1"0"0,5 36 1 0 0,-10-51-1555 0 0,0-1 1 0 0,0 1-1 0 0,-1 0 1 0 0,1-1-1 0 0,-1 1 1 0 0,0-1-1 0 0,1 1 1 0 0,-1-1-1 0 0,-1 1 1 0 0,1-1-1 0 0,0 0 1 0 0,0 0 0 0 0,-1 1-1 0 0,1-1 1 0 0,-1 0-1 0 0,0 0 1 0 0,0 0-1 0 0,0-1 1 0 0,-3 4-1 0 0,4-5 359 0 0,-6 2-166 0 0,1-5 603 0 0,5 2-885 0 0,0-1 0 0 0,1 0 0 0 0,-1 1 0 0 0,1-1 0 0 0,-1 0-1 0 0,1 0 1 0 0,0 1 0 0 0,-1-1 0 0 0,1 0 0 0 0,0 0 0 0 0,0 0 0 0 0,1 1 0 0 0,-1-1-1 0 0,0 0 1 0 0,1 0 0 0 0,-1 1 0 0 0,1-1 0 0 0,-1 0 0 0 0,1 1 0 0 0,1-3 0 0 0,1-2 11 0 0,0 1 1 0 0,1-1 0 0 0,0 1-1 0 0,0 0 1 0 0,8-9 0 0 0,1 3-6 0 0,0 0 1 0 0,0 0 0 0 0,27-15 0 0 0,-36 24-29 0 0,-1 0 1 0 0,1 0-1 0 0,-1 1 1 0 0,1-1-1 0 0,0 1 1 0 0,0 0-1 0 0,0 0 1 0 0,0 0-1 0 0,0 1 1 0 0,-1-1-1 0 0,1 1 1 0 0,0 0-1 0 0,0 0 1 0 0,0 1-1 0 0,0-1 1 0 0,0 1-1 0 0,0 0 1 0 0,0 0-1 0 0,5 2 0 0 0,-1 1 10 0 0,0 0 0 0 0,0 1-1 0 0,-1 0 1 0 0,0 0-1 0 0,0 1 1 0 0,0 0-1 0 0,10 12 1 0 0,23 21 195 0 0,-39-38 298 0 0,2-2-486 0 0,-1-1 0 0 0,1 0 0 0 0,0 0 0 0 0,0 0 0 0 0,-1 0 0 0 0,0 0 1 0 0,1 0-1 0 0,-1-1 0 0 0,0 1 0 0 0,0-1 0 0 0,0 0 0 0 0,0 1 0 0 0,2-6 0 0 0,-2 4-4 0 0,1 0-1 0 0,0 0 1 0 0,0 0 0 0 0,0 0 0 0 0,1 0-1 0 0,-1 1 1 0 0,1-1 0 0 0,5-3-1 0 0,-4 4-10 0 0,0 1-1 0 0,0 0 1 0 0,1 1 0 0 0,-1-1-1 0 0,0 1 1 0 0,1 0-1 0 0,-1 0 1 0 0,1 1-1 0 0,-1-1 1 0 0,9 2-1 0 0,64 9 13 0 0,-5-1-1 0 0,-36-7-25 0 0,1-2-1 0 0,45-6 1 0 0,-73 5 7 0 0,0-1-1 0 0,-1 0 0 0 0,1 0 0 0 0,-1-1 0 0 0,1 0 1 0 0,-1-1-1 0 0,0 1 0 0 0,0-2 0 0 0,0 0 0 0 0,-1 0 1 0 0,0 0-1 0 0,0-1 0 0 0,0 0 0 0 0,7-8 0 0 0,-13 13 4 0 0,-1 0 0 0 0,0-1-1 0 0,0 1 1 0 0,0 0 0 0 0,0 0-1 0 0,0-1 1 0 0,0 1 0 0 0,0-1-1 0 0,0 1 1 0 0,-1-1 0 0 0,1 1-1 0 0,-1-1 1 0 0,1 1 0 0 0,-1-1-1 0 0,1 0 1 0 0,-1 1-1 0 0,0-1 1 0 0,0 0 0 0 0,0 1-1 0 0,0-4 1 0 0,0 4 0 0 0,-1 0 0 0 0,0 0 0 0 0,1 1 0 0 0,-1-1 0 0 0,0 0 0 0 0,1 0 0 0 0,-1 0 0 0 0,0 0 0 0 0,0 1 0 0 0,0-1 0 0 0,0 0 0 0 0,0 1 0 0 0,0-1-1 0 0,0 0 1 0 0,0 1 0 0 0,0-1 0 0 0,0 1 0 0 0,0 0 0 0 0,0-1 0 0 0,0 1 0 0 0,0 0 0 0 0,-1 0 0 0 0,-3-1 5 0 0,0 0-1 0 0,0 1 1 0 0,0 0 0 0 0,0 0-1 0 0,1 0 1 0 0,-1 1 0 0 0,0-1-1 0 0,0 1 1 0 0,0 0-1 0 0,1 1 1 0 0,-1-1 0 0 0,-4 3-1 0 0,5-2 4 0 0,0 0 0 0 0,1 0-1 0 0,-1 1 1 0 0,1-1 0 0 0,-1 1-1 0 0,1 0 1 0 0,0 0 0 0 0,0 0-1 0 0,0 0 1 0 0,1 1 0 0 0,-1-1-1 0 0,1 1 1 0 0,-1 0 0 0 0,1-1-1 0 0,1 1 1 0 0,-1 0 0 0 0,0 0-1 0 0,1 0 1 0 0,0 1 0 0 0,0-1-1 0 0,0 0 1 0 0,0 9 0 0 0,1-9-4 0 0,1 0 0 0 0,0 0 0 0 0,0 0 0 0 0,1 0 0 0 0,-1 0 0 0 0,1 0 0 0 0,-1 0 0 0 0,1 0 0 0 0,1-1 1 0 0,-1 1-1 0 0,0-1 0 0 0,1 1 0 0 0,0-1 0 0 0,0 0 0 0 0,0 0 0 0 0,0 0 0 0 0,0-1 0 0 0,0 1 1 0 0,1-1-1 0 0,-1 0 0 0 0,1 0 0 0 0,0 0 0 0 0,5 2 0 0 0,4 1-23 0 0,0-1 0 0 0,-1 0 1 0 0,1-1-1 0 0,0 0 0 0 0,1-1 0 0 0,-1 0 0 0 0,0-1 0 0 0,1-1 1 0 0,-1 0-1 0 0,0-1 0 0 0,1-1 0 0 0,-1 0 0 0 0,0 0 0 0 0,0-1 1 0 0,0-1-1 0 0,20-9 0 0 0,-11 4-34 0 0,-1-1-1 0 0,0-1 1 0 0,0-2 0 0 0,-1 0-1 0 0,-1 0 1 0 0,0-2 0 0 0,-1-1-1 0 0,23-25 1 0 0,-34 33 53 0 0,-3 5 21 0 0,-1-1 0 0 0,0 1 0 0 0,0-1 0 0 0,0 0 0 0 0,0 0 1 0 0,-1 0-1 0 0,3-4 0 0 0,-5 6 26 0 0,1 1 22 0 0,-1 0-65 0 0,0 1-1 0 0,0 0 1 0 0,0 0-1 0 0,0 0 1 0 0,0 0-1 0 0,0 0 1 0 0,0 0-1 0 0,0-1 1 0 0,0 1-1 0 0,0 0 1 0 0,1 0-1 0 0,-1 0 1 0 0,0 0-1 0 0,0 0 1 0 0,0 0-1 0 0,0 0 1 0 0,0-1-1 0 0,0 1 1 0 0,0 0-1 0 0,0 0 1 0 0,0 0-1 0 0,0 0 1 0 0,0 0-1 0 0,1 0 1 0 0,-1 0-1 0 0,0 0 1 0 0,0 0-1 0 0,0 0 1 0 0,0 0-1 0 0,0 0 1 0 0,0 0-1 0 0,0 0 1 0 0,1-1-1 0 0,-1 1 1 0 0,0 0-1 0 0,0 0 1 0 0,0 0 0 0 0,0 0-1 0 0,0 0 1 0 0,0 0-1 0 0,1 0 1 0 0,-1 0-1 0 0,0 1 1 0 0,0-1-1 0 0,0 0 1 0 0,0 0-1 0 0,0 0 1 0 0,0 0-1 0 0,0 0 1 0 0,1 0-1 0 0,-1 0 1 0 0,0 0-1 0 0,0 0 1 0 0,0 0-1 0 0,0 0 1 0 0,0 0-1 0 0,0 0 1 0 0,0 0-1 0 0,0 1 1 0 0,0-1-1 0 0,0 0 1 0 0,1 0-1 0 0,-1 0 1 0 0,0 0-1 0 0,0 0 1 0 0,0 0-1 0 0,0 0 1 0 0,0 1-1 0 0,4 44 90 0 0,-5-38-81 0 0,1 1 0 0 0,1 0-1 0 0,-1 0 1 0 0,1-1-1 0 0,1 1 1 0 0,0 0-1 0 0,0-1 1 0 0,0 1-1 0 0,1-1 1 0 0,3 8-1 0 0,-5-14 23 0 0,3-2-30 0 0,1 0-1 0 0,-1-1 1 0 0,0 1-1 0 0,0-1 1 0 0,0 0-1 0 0,0 0 0 0 0,0 0 1 0 0,0 0-1 0 0,0-1 1 0 0,-1 0-1 0 0,1 0 0 0 0,-1 0 1 0 0,0 0-1 0 0,0 0 1 0 0,0-1-1 0 0,0 1 1 0 0,-1-1-1 0 0,3-4 0 0 0,-1 3-11 0 0,-1 1 1 0 0,1-1-1 0 0,0 0 0 0 0,1 1 0 0 0,-1 0 0 0 0,1 0 0 0 0,-1 0 0 0 0,1 1 0 0 0,7-5 0 0 0,-10 8-5 0 0,3 0 12 0 0,0 1 1 0 0,0 0-1 0 0,-1 0 0 0 0,1 1 1 0 0,0-1-1 0 0,0 1 0 0 0,-1 0 0 0 0,1 0 1 0 0,-1 0-1 0 0,1 1 0 0 0,-1 0 1 0 0,7 6-1 0 0,-7-6 5 0 0,-1 0-1 0 0,1 0 1 0 0,-1-1-1 0 0,1 1 1 0 0,0-1-1 0 0,0 0 1 0 0,0 0-1 0 0,0 0 1 0 0,1-1-1 0 0,-1 1 1 0 0,0-1 0 0 0,1 0-1 0 0,-1 0 1 0 0,1-1-1 0 0,-1 1 1 0 0,1-1-1 0 0,-1 0 1 0 0,1 0-1 0 0,-1 0 1 0 0,8-2-1 0 0,19-8-6 0 0,45-21 0 0 0,-57 22-5 0 0,0 0 0 0 0,1 1 0 0 0,0 1 0 0 0,1 1 0 0 0,0 1 0 0 0,-1 1 0 0 0,25-2 0 0 0,-43 6 8 0 0,1 0-1 0 0,0 0 0 0 0,0 0 0 0 0,0 1 0 0 0,0-1 0 0 0,0 1 0 0 0,-1 0 1 0 0,1-1-1 0 0,0 1 0 0 0,0 0 0 0 0,-1 1 0 0 0,1-1 0 0 0,-1 0 1 0 0,1 1-1 0 0,-1-1 0 0 0,0 1 0 0 0,1 0 0 0 0,-1 0 0 0 0,0 0 0 0 0,0 0 1 0 0,0 0-1 0 0,-1 0 0 0 0,1 1 0 0 0,0-1 0 0 0,-1 1 0 0 0,1-1 0 0 0,-1 1 1 0 0,2 4-1 0 0,-2-4 5 0 0,-1-1 0 0 0,1 1 1 0 0,0 0-1 0 0,-1-1 0 0 0,1 1 0 0 0,-1 0 1 0 0,0 0-1 0 0,0-1 0 0 0,0 1 0 0 0,0 0 1 0 0,-1 0-1 0 0,1-1 0 0 0,-1 1 0 0 0,0 0 1 0 0,1-1-1 0 0,-1 1 0 0 0,0 0 1 0 0,-1-1-1 0 0,1 0 0 0 0,0 1 0 0 0,-1-1 1 0 0,1 0-1 0 0,-1 1 0 0 0,0-1 0 0 0,0 0 1 0 0,0 0-1 0 0,0 0 0 0 0,0-1 1 0 0,-4 3-1 0 0,5-3 45 0 0,2-4-56 0 0,0 0 6 0 0,0-1 0 0 0,0 1 0 0 0,1 0 1 0 0,-1 0-1 0 0,1 0 0 0 0,-1 0 0 0 0,1 0 0 0 0,0 0 1 0 0,0 0-1 0 0,1 1 0 0 0,-1-1 0 0 0,0 1 1 0 0,1 0-1 0 0,-1-1 0 0 0,5-1 0 0 0,47-34-14 0 0,-52 37 13 0 0,10-6-6 0 0,0 0 0 0 0,1 1 1 0 0,-1 0-1 0 0,1 1 0 0 0,0 1 1 0 0,1 0-1 0 0,22-4 0 0 0,-32 8 2 0 0,1-1 0 0 0,-1 1 0 0 0,1 0 0 0 0,-1 0 0 0 0,1 0 0 0 0,-1 0 0 0 0,0 1 1 0 0,1 0-1 0 0,-1 0 0 0 0,0 0 0 0 0,1 0 0 0 0,-1 1 0 0 0,0 0 0 0 0,0 0 0 0 0,0 0 0 0 0,0 0 0 0 0,-1 0 0 0 0,1 1 0 0 0,-1 0 0 0 0,1 0 0 0 0,-1 0 0 0 0,0 0 0 0 0,0 0 0 0 0,0 1 0 0 0,0-1 1 0 0,-1 1-1 0 0,1 0 0 0 0,-1-1 0 0 0,3 8 0 0 0,-3 1-342 0 0,-11 10-6020 0 0,8-22 6280 0 0,-4 7-2642 0 0</inkml:trace>
</inkml:ink>
</file>

<file path=ppt/ink/ink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9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17 304 0 0,'0'0'3160'0'0,"1"-13"-1180"0"0,10 9-1783 0 0,6 16-4730 0 0</inkml:trace>
</inkml:ink>
</file>

<file path=ppt/ink/ink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09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5 768 0 0,'-17'44'5193'0'0,"17"-38"-4952"0"0,-1 0 1 0 0,1 0-1 0 0,1 0 1 0 0,-1 0 0 0 0,1 0-1 0 0,0 0 1 0 0,0 0-1 0 0,1 0 1 0 0,0 0 0 0 0,0-1-1 0 0,3 7 1 0 0,-4-9-113 0 0,1 0 0 0 0,0 0 0 0 0,-1 0 0 0 0,1 0 0 0 0,0-1 0 0 0,1 1-1 0 0,-1 0 1 0 0,0-1 0 0 0,1 0 0 0 0,-1 1 0 0 0,1-1 0 0 0,0 0 0 0 0,0 0 0 0 0,0-1 0 0 0,0 1 0 0 0,0-1 0 0 0,0 1 0 0 0,0-1 0 0 0,0 0 0 0 0,1 0-1 0 0,3 1 1 0 0,-5-2 156 0 0,23-20 899 0 0,-24 16-1058 0 0,1 0 1 0 0,-1 0-1 0 0,0 0 1 0 0,0 0-1 0 0,-1-1 1 0 0,0 1-1 0 0,1 0 1 0 0,-1 0 0 0 0,-1-1-1 0 0,1 1 1 0 0,0 0-1 0 0,-1 0 1 0 0,0-1-1 0 0,0 1 1 0 0,-1 0-1 0 0,1 0 1 0 0,-1 0 0 0 0,1 0-1 0 0,-1 0 1 0 0,-1 1-1 0 0,-4-7 1 0 0,4 5-55 0 0,0 1 1 0 0,-1-1 0 0 0,1 1 0 0 0,-1 0-1 0 0,0 1 1 0 0,-1-1 0 0 0,1 1-1 0 0,0-1 1 0 0,-1 1 0 0 0,0 1 0 0 0,0-1-1 0 0,0 1 1 0 0,0 0 0 0 0,0 0-1 0 0,0 0 1 0 0,-7-1 0 0 0,4 2-100 0 0,1 1 0 0 0,0-1 1 0 0,-1 1-1 0 0,1 1 0 0 0,-1-1 1 0 0,1 2-1 0 0,-14 2 0 0 0,-23 15-6706 0 0,38-10-721 0 0</inkml:trace>
</inkml:ink>
</file>

<file path=ppt/ink/ink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10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1 416 0 0,'5'0'718'0'0,"2"0"-349"0"0,0 1 1 0 0,1 0-1 0 0,-1 0 0 0 0,0 1 1 0 0,0 0-1 0 0,0 0 1 0 0,0 0-1 0 0,0 1 0 0 0,0 0 1 0 0,-1 1-1 0 0,1-1 0 0 0,-1 1 1 0 0,10 8-1 0 0,-13-9-222 0 0,0 0 1 0 0,1 0-1 0 0,-1 0 0 0 0,-1 1 0 0 0,1-1 1 0 0,0 1-1 0 0,-1 0 0 0 0,0-1 0 0 0,1 1 1 0 0,-2 0-1 0 0,1 0 0 0 0,0 1 1 0 0,-1-1-1 0 0,0 0 0 0 0,0 0 0 0 0,0 1 1 0 0,0-1-1 0 0,-1 0 0 0 0,0 1 1 0 0,0-1-1 0 0,0 1 0 0 0,0-1 0 0 0,-1 1 1 0 0,-1 7-1 0 0,-5 4 426 0 0,3-23 45 0 0,3 3-584 0 0,1 1 0 0 0,0-1 0 0 0,0 1-1 0 0,0-1 1 0 0,1 1 0 0 0,-1 0 0 0 0,1-1 0 0 0,2-5-1 0 0,1 1-16 0 0,0 2 1 0 0,1-1-1 0 0,0 0 0 0 0,0 1 0 0 0,1 0 0 0 0,-1 0 0 0 0,1 1 0 0 0,1-1 0 0 0,-1 1 0 0 0,1 1 0 0 0,0-1 0 0 0,0 1 1 0 0,0 0-1 0 0,1 1 0 0 0,-1 0 0 0 0,1 0 0 0 0,0 1 0 0 0,0 0 0 0 0,0 0 0 0 0,0 0 0 0 0,11 0 0 0 0,-15 2 29 0 0,-1 1 0 0 0,1-1 0 0 0,-1 1 0 0 0,0-1-1 0 0,1 1 1 0 0,-1 0 0 0 0,0 0 0 0 0,0 1 0 0 0,0-1-1 0 0,0 1 1 0 0,0-1 0 0 0,0 1 0 0 0,0 0 0 0 0,0 0-1 0 0,-1 0 1 0 0,1 0 0 0 0,2 3 0 0 0,34 44 951 0 0,-34-42-903 0 0,17 33 28 0 0,-18-20-7899 0 0,-3-12 4334 0 0</inkml:trace>
</inkml:ink>
</file>

<file path=ppt/ink/ink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10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23 224 0 0,'0'0'1952'0'0,"11"-5"3185"0"0,-3-6-1381 0 0,-5 4-300 0 0,-36 18-11472 0 0,19-5 4431 0 0</inkml:trace>
</inkml:ink>
</file>

<file path=ppt/ink/ink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18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617 683 280 0 0,'-5'2'608'0'0,"0"1"-1"0"0,-1-1 0 0 0,1 0 1 0 0,-1-1-1 0 0,1 1 1 0 0,-1-1-1 0 0,0 0 1 0 0,-9 0-1 0 0,-54-7 1478 0 0,39-1-1648 0 0,1 0 0 0 0,-42-18-1 0 0,48 15-335 0 0,1 0 0 0 0,-1-1-1 0 0,2-1 1 0 0,-1-1 0 0 0,2-1 0 0 0,0-1-1 0 0,1-1 1 0 0,0-1 0 0 0,1 0 0 0 0,1-1-1 0 0,1-1 1 0 0,0-1 0 0 0,2 0 0 0 0,0-1-1 0 0,2-1 1 0 0,-11-23 0 0 0,15 28-73 0 0,1-1 0 0 0,1 0 0 0 0,1-1 1 0 0,1 1-1 0 0,0-1 0 0 0,2 1 0 0 0,0-1 0 0 0,1 0 0 0 0,1-19 1 0 0,0 31-26 0 0,1 0 1 0 0,0 1-1 0 0,0-1 1 0 0,0 1-1 0 0,1-1 1 0 0,0 1 0 0 0,0 0-1 0 0,1-1 1 0 0,-1 1-1 0 0,1 0 1 0 0,1 1-1 0 0,-1-1 1 0 0,1 1 0 0 0,0-1-1 0 0,0 1 1 0 0,1 0-1 0 0,0 0 1 0 0,-1 1-1 0 0,2 0 1 0 0,-1 0 0 0 0,0 0-1 0 0,1 0 1 0 0,0 1-1 0 0,0 0 1 0 0,0 0-1 0 0,0 0 1 0 0,0 1 0 0 0,0 0-1 0 0,8-1 1 0 0,-8 2-2 0 0,0 0-1 0 0,0 1 1 0 0,1 0 0 0 0,-1 0 0 0 0,0 0 0 0 0,0 1-1 0 0,0 0 1 0 0,0 0 0 0 0,0 1 0 0 0,-1 0 0 0 0,1 0-1 0 0,0 0 1 0 0,-1 1 0 0 0,1-1 0 0 0,-1 1 0 0 0,0 1 0 0 0,0-1-1 0 0,0 1 1 0 0,0 0 0 0 0,-1 0 0 0 0,1 0 0 0 0,-1 0-1 0 0,5 7 1 0 0,7 9 6 0 0,-1 1 0 0 0,-1 0 0 0 0,-1 1 0 0 0,13 30-1 0 0,4 19 19 0 0,-3 2 1 0 0,19 83-1 0 0,9 30 7 0 0,22 88 76 0 0,-62-217-56 0 0,-14-55-23 0 0,4-6-20 0 0,11-7-8 0 0,-1 0 1 0 0,-1-2-1 0 0,13-13 1 0 0,-15 14-2 0 0,0 0-1 0 0,0 1 1 0 0,1 1 0 0 0,0 0 0 0 0,0 1-1 0 0,1 0 1 0 0,16-7 0 0 0,-23 13-5 0 0,1 1 0 0 0,-1 0 0 0 0,1 0 0 0 0,0 1 1 0 0,0 0-1 0 0,0 0 0 0 0,0 0 0 0 0,0 1 0 0 0,14 2 1 0 0,0 2 32 0 0,0 0 1 0 0,23 9-1 0 0,18 4 492 0 0,-55-16-467 0 0,1-1-1 0 0,-1 0 1 0 0,1 0 0 0 0,-1-1-1 0 0,1 0 1 0 0,-1-1 0 0 0,1 0-1 0 0,-1 0 1 0 0,0-1 0 0 0,0 0-1 0 0,7-4 1 0 0,23-6-7344 0 0</inkml:trace>
</inkml:ink>
</file>

<file path=ppt/ink/ink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19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12 284 0 0,'0'-1'277'0'0,"-1"0"1"0"0,0 0-1 0 0,0 0 1 0 0,0 0-1 0 0,0 0 1 0 0,0 1-1 0 0,0-1 1 0 0,0 0-1 0 0,-1 1 1 0 0,1-1-1 0 0,0 0 0 0 0,0 1 1 0 0,0 0-1 0 0,-1-1 1 0 0,1 1-1 0 0,0 0 1 0 0,-1-1-1 0 0,1 1 1 0 0,0 0-1 0 0,0 0 1 0 0,-1 0-1 0 0,1 0 0 0 0,0 0 1 0 0,-2 1-1 0 0,2 1-117 0 0,-1 0-1 0 0,1 0 0 0 0,0 0 0 0 0,1 0 1 0 0,-1 0-1 0 0,0 0 0 0 0,0 1 0 0 0,1-1 1 0 0,0 0-1 0 0,-1 0 0 0 0,1 1 0 0 0,0-1 1 0 0,0 0-1 0 0,0 1 0 0 0,1 2 0 0 0,2 42 617 0 0,2-1 0 0 0,1 0 0 0 0,3-1 1 0 0,2 0-1 0 0,29 75 0 0 0,-29-87-450 0 0,-2 1 0 0 0,8 50 0 0 0,-17-81-433 0 0,0 0 1 0 0,0 1 0 0 0,0-1-1 0 0,0 0 1 0 0,0 1 0 0 0,0-1-1 0 0,-1 0 1 0 0,0 1 0 0 0,0-1-1 0 0,0 0 1 0 0,0 0 0 0 0,-2 4-1 0 0,2-6 7 0 0,1 0-1 0 0,0-1 1 0 0,-1 1-1 0 0,1-1 0 0 0,-1 1 1 0 0,1-1-1 0 0,-1 1 1 0 0,1-1-1 0 0,-1 1 1 0 0,1-1-1 0 0,-1 0 1 0 0,0 1-1 0 0,1-1 0 0 0,-1 0 1 0 0,1 1-1 0 0,-1-1 1 0 0,0 0-1 0 0,1 0 1 0 0,-1 1-1 0 0,0-1 1 0 0,1 0-1 0 0,-2 0 0 0 0,0 0-31 0 0,1-1 0 0 0,-1 1 0 0 0,1-1 0 0 0,-1 1 0 0 0,1-1-1 0 0,0 0 1 0 0,0 1 0 0 0,-1-1 0 0 0,1 0 0 0 0,0 0 0 0 0,0 0 0 0 0,0 0-1 0 0,0 0 1 0 0,0 0 0 0 0,-2-1 0 0 0,-3-5-358 0 0,-3-1 168 0 0,1-1 1 0 0,0 0-1 0 0,1 0 0 0 0,0-1 1 0 0,0 1-1 0 0,1-1 0 0 0,0-1 1 0 0,1 1-1 0 0,-6-18 1 0 0,10 27 347 0 0,2-2-12 0 0,0 1 1 0 0,0-1-1 0 0,0 1 0 0 0,0-1 1 0 0,0 1-1 0 0,1-1 0 0 0,-1 1 0 0 0,1 0 1 0 0,-1 0-1 0 0,1 0 0 0 0,0 0 1 0 0,0 0-1 0 0,0 0 0 0 0,0 0 0 0 0,0 0 1 0 0,0 1-1 0 0,1-1 0 0 0,-1 1 0 0 0,0 0 1 0 0,5-2-1 0 0,62-20 131 0 0,-44 16-132 0 0,81-25 73 0 0,-70 24-40 0 0,0-2-1 0 0,-1-2 0 0 0,0-1 0 0 0,-1-2 0 0 0,47-28 1 0 0,-74 38 48 0 0,0-1 1 0 0,0 0-1 0 0,-1 0 1 0 0,1 0 0 0 0,-2-1-1 0 0,1 0 1 0 0,-1 0-1 0 0,0 0 1 0 0,0-1 0 0 0,-1 1-1 0 0,5-14 1 0 0,-7 18-10 0 0,-1-1 1 0 0,0 1 0 0 0,0 0-1 0 0,0-1 1 0 0,-1 1 0 0 0,1-1-1 0 0,-1 0 1 0 0,0 1 0 0 0,0-1-1 0 0,0 1 1 0 0,0-1 0 0 0,-1 1-1 0 0,1-1 1 0 0,-1 1 0 0 0,0-1-1 0 0,0 1 1 0 0,0-1 0 0 0,-1 1-1 0 0,1 0 1 0 0,-1 0 0 0 0,0 0-1 0 0,0 0 1 0 0,0 0 0 0 0,0 0-1 0 0,0 0 1 0 0,-1 0 0 0 0,1 1-1 0 0,-1 0 1 0 0,1-1 0 0 0,-1 1-1 0 0,-6-3 1 0 0,7 3 1 0 0,-1 1-1 0 0,1-1 1 0 0,-1 1 0 0 0,1 0 0 0 0,-1 0-1 0 0,0 0 1 0 0,0 0 0 0 0,1 0 0 0 0,-1 0-1 0 0,0 1 1 0 0,0 0 0 0 0,0-1 0 0 0,0 1-1 0 0,0 0 1 0 0,0 0 0 0 0,0 1 0 0 0,0-1-1 0 0,1 1 1 0 0,-1-1 0 0 0,0 1 0 0 0,0 0-1 0 0,0 0 1 0 0,1 0 0 0 0,-1 0 0 0 0,0 1 0 0 0,1-1-1 0 0,0 1 1 0 0,-5 3 0 0 0,3-1-9 0 0,-1 0 1 0 0,1 1 0 0 0,0 0 0 0 0,0 0 0 0 0,1 0-1 0 0,0 0 1 0 0,0 0 0 0 0,0 1 0 0 0,0-1-1 0 0,1 1 1 0 0,0-1 0 0 0,0 1 0 0 0,-1 8-1 0 0,-1 11 36 0 0,1 1-1 0 0,2-1 1 0 0,0 1 0 0 0,2 0-1 0 0,1-1 1 0 0,1 0-1 0 0,1 1 1 0 0,1-1-1 0 0,1 0 1 0 0,1-1-1 0 0,2 0 1 0 0,0 0-1 0 0,1-1 1 0 0,2 0 0 0 0,22 34-1 0 0,-33-54-102 0 0,1 0-1 0 0,0-1 1 0 0,0 1-1 0 0,0 0 1 0 0,0-1-1 0 0,0 1 1 0 0,1-1-1 0 0,-1 0 1 0 0,1 0-1 0 0,0 0 1 0 0,-1 0-1 0 0,1 0 1 0 0,0 0-1 0 0,0-1 1 0 0,0 1-1 0 0,0-1 1 0 0,4 1-1 0 0,-1-2 6 0 0,0 0 0 0 0,0-1 0 0 0,-1 1-1 0 0,1-1 1 0 0,0-1 0 0 0,-1 1 0 0 0,1-1-1 0 0,-1 0 1 0 0,11-5 0 0 0,-12 5-8 0 0,1 0 3 0 0,-1 0-1 0 0,1 0 1 0 0,0 0 0 0 0,0 1-1 0 0,0-1 1 0 0,0 1-1 0 0,0 1 1 0 0,9-1-1 0 0,-12 1 2 0 0,37 8 50 0 0,42 9-2202 0 0,-35-7-5457 0 0,-23-5 3758 0 0</inkml:trace>
</inkml:ink>
</file>

<file path=ppt/ink/ink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1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216 407 10489 0 0,'3'-29'440'0'0,"-3"25"-312"0"0,0 0 1 0 0,0 1-1 0 0,0-1 0 0 0,-1 0 1 0 0,0 1-1 0 0,0-1 0 0 0,0 0 1 0 0,0 1-1 0 0,0-1 0 0 0,-1 1 1 0 0,1 0-1 0 0,-1-1 0 0 0,-3-3 1 0 0,3 5-69 0 0,0 1 1 0 0,0 0-1 0 0,1 1 1 0 0,-1-1-1 0 0,0 0 1 0 0,0 0-1 0 0,0 1 1 0 0,0-1-1 0 0,0 1 1 0 0,-1 0-1 0 0,1 0 1 0 0,0 0-1 0 0,0 0 1 0 0,0 0-1 0 0,0 0 1 0 0,0 0-1 0 0,0 0 1 0 0,0 1-1 0 0,0-1 1 0 0,0 1-1 0 0,0 0 1 0 0,0 0-1 0 0,0 0 1 0 0,0-1-1 0 0,0 2 1 0 0,-2 1-1 0 0,-8 2 108 0 0,0 1 0 0 0,1 1 0 0 0,0 0 0 0 0,0 0-1 0 0,1 1 1 0 0,0 0 0 0 0,1 1 0 0 0,-1 0 0 0 0,2 1 0 0 0,-1 0-1 0 0,1 0 1 0 0,1 0 0 0 0,-10 20 0 0 0,16-29-33 0 0,11 3-40 0 0,-9-3-90 0 0,-1-1 0 0 0,1 1 0 0 0,0-1 1 0 0,0 1-1 0 0,0-1 0 0 0,1 1 0 0 0,-1-1 0 0 0,0 1 1 0 0,0-1-1 0 0,0 0 0 0 0,0 0 0 0 0,0 1 0 0 0,0-1 1 0 0,0 0-1 0 0,1 0 0 0 0,-1 0 0 0 0,0 0 0 0 0,0-1 0 0 0,0 1 1 0 0,0 0-1 0 0,0 0 0 0 0,2-1 0 0 0,10-5 43 0 0,-1 0 0 0 0,0-1-1 0 0,0-1 1 0 0,16-13 0 0 0,8-4 33 0 0,-35 24-81 0 0,25 34-47 0 0,-24-29 46 0 0,1 1 1 0 0,0 0 0 0 0,0-1-1 0 0,1 1 1 0 0,0-1-1 0 0,-1 0 1 0 0,1 0-1 0 0,1-1 1 0 0,-1 1 0 0 0,0-1-1 0 0,1 0 1 0 0,0 0-1 0 0,0 0 1 0 0,0-1 0 0 0,0 0-1 0 0,11 4 1 0 0,-9-5-10 0 0,0 0 1 0 0,1 0-1 0 0,-1-1 1 0 0,0 0 0 0 0,1 0-1 0 0,-1-1 1 0 0,1 1 0 0 0,-1-2-1 0 0,0 1 1 0 0,0-1-1 0 0,11-4 1 0 0,-3 0-2 0 0,0-2 0 0 0,0 1 0 0 0,0-2 0 0 0,-1 0 0 0 0,-1 0 0 0 0,0-2 1 0 0,0 1-1 0 0,-1-2 0 0 0,0 1 0 0 0,17-24 0 0 0,-11 9 14 0 0,-1-1-1 0 0,-2-1 1 0 0,-1 0 0 0 0,-1-1 0 0 0,-1 0 0 0 0,-2-1 0 0 0,-1 0-1 0 0,-1-1 1 0 0,4-36 0 0 0,-11 66-4 0 0,-1 0 1 0 0,0 0-1 0 0,0 0 1 0 0,0 0-1 0 0,1-1 1 0 0,-1 1-1 0 0,0 0 1 0 0,0 0-1 0 0,-1 0 1 0 0,1 0-1 0 0,0 0 1 0 0,0 0-1 0 0,0 0 1 0 0,-1 0-1 0 0,1-1 0 0 0,-1 1 1 0 0,1 0-1 0 0,-1 0 1 0 0,1 0-1 0 0,-1 1 1 0 0,1-1-1 0 0,-1 0 1 0 0,0 0-1 0 0,0 0 1 0 0,1 0-1 0 0,-1 0 1 0 0,0 1-1 0 0,0-1 1 0 0,0 0-1 0 0,0 1 1 0 0,0-1-1 0 0,-1 0 1 0 0,1 1 1 0 0,-4 2-14 0 0,-3 3 16 0 0,1 1 0 0 0,0 0 0 0 0,-1 1 1 0 0,2-1-1 0 0,-1 1 0 0 0,1 0 1 0 0,0 1-1 0 0,1 0 0 0 0,-1 0 1 0 0,2 0-1 0 0,-1 0 0 0 0,1 1 0 0 0,0 0 1 0 0,1 0-1 0 0,0 0 0 0 0,1 0 1 0 0,-1 0-1 0 0,0 11 0 0 0,0-3 14 0 0,1 0 1 0 0,0 0-1 0 0,1 0 0 0 0,1 0 1 0 0,1 1-1 0 0,0-1 0 0 0,1 0 0 0 0,1 0 1 0 0,8 26-1 0 0,-8-36-17 0 0,0 0 0 0 0,0 0 0 0 0,1 0-1 0 0,0 0 1 0 0,1-1 0 0 0,0 0 0 0 0,0 0 0 0 0,0 0 0 0 0,0 0 0 0 0,1-1-1 0 0,0 0 1 0 0,0 0 0 0 0,1-1 0 0 0,-1 0 0 0 0,1 0 0 0 0,0 0 0 0 0,0-1-1 0 0,0 0 1 0 0,0 0 0 0 0,1-1 0 0 0,-1 0 0 0 0,1 0 0 0 0,0-1 0 0 0,11 1-1 0 0,-12-1 1 0 0,1-1-1 0 0,-1-1 0 0 0,0 1 0 0 0,0-1 0 0 0,1 0 0 0 0,-1-1 0 0 0,0 0 0 0 0,0 0 0 0 0,0 0 0 0 0,0-1 0 0 0,-1 0 0 0 0,1-1 1 0 0,-1 1-1 0 0,0-1 0 0 0,0 0 0 0 0,0-1 0 0 0,6-5 0 0 0,6-5-16 0 0,-13 11 21 0 0,0 0 0 0 0,0-1-1 0 0,-1 1 1 0 0,1-1 0 0 0,-1 0 0 0 0,0 0 0 0 0,-1 0 0 0 0,1-1-1 0 0,2-6 1 0 0,-5 11 48 0 0,-3-5-85 0 0,1-3 33 0 0,-18 7 11 0 0,16 3-12 0 0,-24 25-17 0 0,26-25 17 0 0,0 0 0 0 0,1 0 1 0 0,-1 1-1 0 0,1-1 0 0 0,0 0 0 0 0,-1 1 1 0 0,1-1-1 0 0,0 0 0 0 0,0 0 0 0 0,0 1 1 0 0,0-1-1 0 0,0 0 0 0 0,0 1 0 0 0,0-1 1 0 0,0 0-1 0 0,0 1 0 0 0,1-1 0 0 0,-1 0 1 0 0,0 1-1 0 0,1-1 0 0 0,-1 0 0 0 0,1 0 1 0 0,0 0-1 0 0,-1 1 0 0 0,1-1 0 0 0,0 0 1 0 0,0 0-1 0 0,0 0 0 0 0,0 0 0 0 0,-1 0 1 0 0,2 0-1 0 0,-1 0 0 0 0,0-1 0 0 0,0 1 1 0 0,0 0-1 0 0,0-1 0 0 0,0 1 0 0 0,0 0 1 0 0,1-1-1 0 0,-1 0 0 0 0,0 1 0 0 0,3 0 1 0 0,3 1-3 0 0,0 0 0 0 0,0-1 0 0 0,0 1 0 0 0,0-1 0 0 0,10 0 1 0 0,12-2-2 0 0,0-2 1 0 0,1-1 0 0 0,-1-1 0 0 0,-1-1 0 0 0,39-14 0 0 0,-65 20 9 0 0,-1 1-5 0 0,5 6-15 0 0,-6-7 13 0 0,0 1 0 0 0,0-1 1 0 0,1 1-1 0 0,-1-1 0 0 0,0 1 0 0 0,0-1 0 0 0,0 1 0 0 0,0-1 0 0 0,0 1 0 0 0,0-1 1 0 0,0 1-1 0 0,0-1 0 0 0,0 0 0 0 0,-1 1 0 0 0,1-1 0 0 0,0 1 0 0 0,0-1 0 0 0,0 1 0 0 0,0-1 1 0 0,-1 1-1 0 0,1-1 0 0 0,0 0 0 0 0,0 1 0 0 0,-1-1 0 0 0,1 0 0 0 0,0 1 0 0 0,-1-1 1 0 0,1 1-1 0 0,-6 11-8 0 0,5-8 11 0 0,1 0-1 0 0,-1-1 1 0 0,1 1-1 0 0,0-1 1 0 0,0 1-1 0 0,0 0 1 0 0,1-1-1 0 0,0 1 1 0 0,-1-1-1 0 0,1 1 0 0 0,0-1 1 0 0,1 1-1 0 0,-1-1 1 0 0,1 1-1 0 0,-1-1 1 0 0,1 0-1 0 0,0 0 1 0 0,0 0-1 0 0,0 0 1 0 0,1 0-1 0 0,-1-1 1 0 0,1 1-1 0 0,-1-1 1 0 0,1 1-1 0 0,0-1 1 0 0,0 0-1 0 0,0 0 0 0 0,0 0 1 0 0,0 0-1 0 0,1-1 1 0 0,-1 1-1 0 0,0-1 1 0 0,1 0-1 0 0,-1 0 1 0 0,1 0-1 0 0,0-1 1 0 0,4 1-1 0 0,-5-1 2 0 0,-1 0 0 0 0,0 0 0 0 0,0 0-1 0 0,1 0 1 0 0,-1 0 0 0 0,0-1 0 0 0,0 1 0 0 0,1-1 0 0 0,-1 1-1 0 0,0-1 1 0 0,0 0 0 0 0,0 0 0 0 0,0 0 0 0 0,0 0-1 0 0,0-1 1 0 0,0 1 0 0 0,0 0 0 0 0,-1-1 0 0 0,1 1-1 0 0,0-1 1 0 0,-1 0 0 0 0,1 1 0 0 0,-1-1 0 0 0,0 0 0 0 0,1 0-1 0 0,-1 0 1 0 0,0 0 0 0 0,0 0 0 0 0,-1 0 0 0 0,1 0-1 0 0,0-1 1 0 0,-1 1 0 0 0,1 0 0 0 0,0-3 0 0 0,-1 0 5 0 0,1 0 1 0 0,-1 1-1 0 0,0-1 1 0 0,0 0-1 0 0,0 0 1 0 0,-1 0-1 0 0,0 1 0 0 0,0-1 1 0 0,0 0-1 0 0,0 1 1 0 0,-1-1-1 0 0,0 1 1 0 0,0-1-1 0 0,0 1 1 0 0,0 0-1 0 0,-1 0 1 0 0,1 0-1 0 0,-6-6 1 0 0,6 7-72 0 0,-1 0 0 0 0,0 0 0 0 0,0 1 0 0 0,0-1 0 0 0,0 1 0 0 0,0-1 0 0 0,-1 1 0 0 0,1 0 0 0 0,0 0 0 0 0,-6-1 0 0 0,7 2-517 0 0</inkml:trace>
</inkml:ink>
</file>

<file path=ppt/ink/ink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1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1 304 0 0,'0'0'2988'0'0,"23"28"2834"0"0,-13 25-2798 0 0,-10-50-2901 0 0,1 1 0 0 0,0-1 1 0 0,0 0-1 0 0,1 0 0 0 0,-1 0 1 0 0,1-1-1 0 0,-1 1 0 0 0,1 0 1 0 0,0 0-1 0 0,0-1 1 0 0,0 1-1 0 0,0-1 0 0 0,0 0 1 0 0,1 0-1 0 0,3 3 0 0 0,-5-4-3 0 0,16-3 140 0 0,2-10-92 0 0,-11 7-102 0 0,-1 0-1 0 0,1 0 0 0 0,-1-1 1 0 0,0 1-1 0 0,0-2 0 0 0,6-6 1 0 0,-12 12-28 0 0,-1 0-36 0 0,1 1 0 0 0,0-1-1 0 0,-1 1 1 0 0,1 0 0 0 0,-1 0 0 0 0,1-1-1 0 0,0 1 1 0 0,-1 0 0 0 0,1 0-1 0 0,0 0 1 0 0,-1 0 0 0 0,1-1-1 0 0,-1 1 1 0 0,1 0 0 0 0,0 0 0 0 0,0 0-1 0 0,-1 1 1 0 0,1-1 0 0 0,-1 0-1 0 0,1 0 1 0 0,0 0 0 0 0,-1 0-1 0 0,1 1 1 0 0,0-1 0 0 0,-1 0 0 0 0,1 0-1 0 0,-1 1 1 0 0,1-1 0 0 0,0 1-1 0 0,-1-1 1 0 0,1 0 0 0 0,-1 1-1 0 0,0-1 1 0 0,1 1 0 0 0,0 0 0 0 0,5 2-5 0 0,3 1 36 0 0,0 0 0 0 0,0-1-1 0 0,0-1 1 0 0,0 1 0 0 0,0-1 0 0 0,1-1 0 0 0,-1 0-1 0 0,0 0 1 0 0,1-1 0 0 0,-1 0 0 0 0,1 0-1 0 0,-1-1 1 0 0,0-1 0 0 0,1 0 0 0 0,-1 0 0 0 0,0 0-1 0 0,0-1 1 0 0,0-1 0 0 0,0 1 0 0 0,-1-2 0 0 0,0 1-1 0 0,11-8 1 0 0,-18 11 297 0 0,4-5 399 0 0</inkml:trace>
</inkml:ink>
</file>

<file path=ppt/ink/ink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2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0 207 388 0 0,'0'7'9406'0'0,"23"-13"-8779"0"0,0-1 1 0 0,-1-1-1 0 0,41-21 1 0 0,-56 25-512 0 0,1-1 1 0 0,-1 1 0 0 0,0-1-1 0 0,0 0 1 0 0,-1-1-1 0 0,1 1 1 0 0,-1-1 0 0 0,0-1-1 0 0,-1 1 1 0 0,1-1-1 0 0,-1 0 1 0 0,-1 0 0 0 0,1 0-1 0 0,-1-1 1 0 0,4-10-1 0 0,-8 16-79 0 0,1 0 0 0 0,0 0 0 0 0,-1-1 0 0 0,1 1-1 0 0,-1 0 1 0 0,0 0 0 0 0,0 0 0 0 0,0-1 0 0 0,0 1 0 0 0,0 0 0 0 0,0 0-1 0 0,-1-1 1 0 0,1 1 0 0 0,-1 0 0 0 0,1 0 0 0 0,-2-3 0 0 0,1 4-18 0 0,0 0 0 0 0,0-1 1 0 0,0 1-1 0 0,0 0 1 0 0,0 0-1 0 0,0 0 0 0 0,0 0 1 0 0,0 0-1 0 0,0 1 1 0 0,-1-1-1 0 0,1 0 0 0 0,0 0 1 0 0,-1 1-1 0 0,1-1 1 0 0,0 1-1 0 0,-1-1 0 0 0,1 1 1 0 0,-3-1-1 0 0,-2 1 21 0 0,0 0-1 0 0,1 0 1 0 0,-1 0-1 0 0,0 1 1 0 0,1 0-1 0 0,-1 0 1 0 0,1 0-1 0 0,-1 1 1 0 0,1 0-1 0 0,-1 0 1 0 0,-8 5-1 0 0,6-2 4 0 0,0 0 0 0 0,0 1 0 0 0,0 0 0 0 0,1 0 0 0 0,-1 1 0 0 0,2 0 0 0 0,-1 0 0 0 0,1 0 0 0 0,0 1 0 0 0,0 0 0 0 0,1 1 0 0 0,0-1-1 0 0,1 1 1 0 0,-5 13 0 0 0,7-16-28 0 0,0 0 0 0 0,0 0 0 0 0,1 0 0 0 0,0 0 0 0 0,0 1 0 0 0,0-1 0 0 0,1 0 0 0 0,0 0 0 0 0,0 1 0 0 0,1-1 0 0 0,0 0 0 0 0,0 0 0 0 0,0 1 0 0 0,1-1 0 0 0,0 0 0 0 0,0 0 0 0 0,0-1 0 0 0,1 1 0 0 0,0 0 0 0 0,0-1 0 0 0,0 1 0 0 0,1-1 0 0 0,6 7 0 0 0,-5-8-7 0 0,0 0-1 0 0,0 0 1 0 0,0-1 0 0 0,0 1 0 0 0,0-1 0 0 0,1 0 0 0 0,0-1 0 0 0,-1 0 0 0 0,1 0 0 0 0,0 0 0 0 0,0 0 0 0 0,0-1 0 0 0,1 0 0 0 0,-1 0 0 0 0,0-1 0 0 0,0 1 0 0 0,0-2 0 0 0,1 1 0 0 0,-1 0 0 0 0,0-1 0 0 0,0 0 0 0 0,0-1 0 0 0,7-2 0 0 0,7-2 4 0 0,0-1 0 0 0,0 0 0 0 0,-1-2 0 0 0,0 0 0 0 0,28-19 1 0 0,-20 8-11 0 0,33-32 0 0 0,-40 33-6 0 0,2 1-1 0 0,44-30 0 0 0,-63 47 2 0 0,0-1-1 0 0,0 1 0 0 0,1 0 0 0 0,-1 0 1 0 0,0 0-1 0 0,0 0 0 0 0,1 1 1 0 0,-1 0-1 0 0,0-1 0 0 0,1 1 1 0 0,-1 0-1 0 0,1 0 0 0 0,-1 1 0 0 0,0-1 1 0 0,1 1-1 0 0,-1 0 0 0 0,0 0 1 0 0,0 0-1 0 0,0 0 0 0 0,1 0 1 0 0,-1 1-1 0 0,0-1 0 0 0,-1 1 0 0 0,6 3 1 0 0,7 6-2 0 0,-1 1 1 0 0,0 1 0 0 0,18 20-1 0 0,2 1 26 0 0,-28-29-23 0 0,1 0 0 0 0,1 0 0 0 0,-1 0 0 0 0,1-1 1 0 0,-1 0-1 0 0,1-1 0 0 0,0 1 0 0 0,1-2 0 0 0,15 5 0 0 0,-20-6-5 0 0,0-1 0 0 0,-1 1 0 0 0,1-1 0 0 0,0 1 1 0 0,0-1-1 0 0,-1 0 0 0 0,1-1 0 0 0,0 1 0 0 0,0 0 0 0 0,-1-1 0 0 0,1 0 0 0 0,0 0 0 0 0,-1 0 0 0 0,1-1 0 0 0,-1 1 0 0 0,0-1 0 0 0,1 1 0 0 0,-1-1 0 0 0,0 0 0 0 0,0-1 0 0 0,0 1 0 0 0,0 0 0 0 0,0-1 0 0 0,-1 0 0 0 0,3-3 0 0 0,-1 1-8 0 0,-2 3 12 0 0,-1 0 0 0 0,0 0 0 0 0,0 0 0 0 0,0 0 0 0 0,-1 0-1 0 0,1 0 1 0 0,0 0 0 0 0,-1 0 0 0 0,1 0 0 0 0,-1 0 0 0 0,0 0 0 0 0,0-1 0 0 0,0 1 0 0 0,0-3 0 0 0,0 4 5 0 0,1-1 0 0 0,-1 0 0 0 0,0 0-1 0 0,0 0 1 0 0,0 1 0 0 0,0-1 0 0 0,0 0 0 0 0,0 0-1 0 0,-1 0 1 0 0,1 1 0 0 0,0-1 0 0 0,-1 0-1 0 0,0 0 1 0 0,1 1 0 0 0,-1-1 0 0 0,0 1 0 0 0,0-1-1 0 0,0 0 1 0 0,0 1 0 0 0,0 0 0 0 0,0-1 0 0 0,0 1-1 0 0,-1 0 1 0 0,1-1 0 0 0,0 1 0 0 0,-1 0 0 0 0,1 0-1 0 0,-1 0 1 0 0,1 0 0 0 0,-1 0 0 0 0,1 1-1 0 0,-1-1 1 0 0,0 0 0 0 0,0 1 0 0 0,1-1 0 0 0,-1 1-1 0 0,0-1 1 0 0,0 1 0 0 0,-2 0 0 0 0,-3 0 10 0 0,1 0 0 0 0,0 0 0 0 0,0 0 0 0 0,0 1 0 0 0,0 0 0 0 0,0 0 0 0 0,0 1 0 0 0,1 0 0 0 0,-7 2 0 0 0,-1 3-101 0 0,0 0-1 0 0,0 0 1 0 0,1 1 0 0 0,1 1-1 0 0,-1 0 1 0 0,1 0-1 0 0,1 1 1 0 0,-13 15 0 0 0,18-18-1428 0 0,0 0 1 0 0,0 0-1 0 0,1 0 1 0 0,0 1-1 0 0,-4 11 1 0 0,6-10-2331 0 0</inkml:trace>
</inkml:ink>
</file>

<file path=ppt/ink/ink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4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137 282 20 0 0,'0'0'3043'0'0,"-21"-3"735"0"0,13 4-3334 0 0,1 0-1 0 0,-1 1 1 0 0,1 0 0 0 0,-1 1-1 0 0,1 0 1 0 0,0 0-1 0 0,0 0 1 0 0,0 1-1 0 0,0 0 1 0 0,1 1-1 0 0,0-1 1 0 0,-1 1-1 0 0,2 0 1 0 0,-8 9 0 0 0,12-14-419 0 0,1 1 1 0 0,-1-1 0 0 0,1 1 0 0 0,-1-1 0 0 0,1 1 0 0 0,-1-1 0 0 0,1 1 0 0 0,0 0 0 0 0,-1-1-1 0 0,1 1 1 0 0,0 0 0 0 0,0-1 0 0 0,0 1 0 0 0,-1 0 0 0 0,1 0 0 0 0,0-1 0 0 0,0 1 0 0 0,0 0-1 0 0,0 0 1 0 0,0-1 0 0 0,0 1 0 0 0,0 0 0 0 0,0-1 0 0 0,1 1 0 0 0,-1 0 0 0 0,0-1 0 0 0,0 1-1 0 0,0 0 1 0 0,1 0 0 0 0,-1-1 0 0 0,1 1 0 0 0,-1-1 0 0 0,0 1 0 0 0,1 0 0 0 0,-1-1 0 0 0,1 1-1 0 0,-1-1 1 0 0,1 1 0 0 0,-1-1 0 0 0,1 1 0 0 0,0-1 0 0 0,-1 0 0 0 0,1 1 0 0 0,-1-1 0 0 0,1 0 0 0 0,0 1-1 0 0,-1-1 1 0 0,1 0 0 0 0,0 0 0 0 0,1 1 0 0 0,36 8 221 0 0,-34-9-176 0 0,38 3 160 0 0,-38-4-221 0 0,0 1 1 0 0,1 0 0 0 0,-1 0-1 0 0,0 1 1 0 0,0-1-1 0 0,0 1 1 0 0,0 0-1 0 0,0 0 1 0 0,0 0-1 0 0,0 0 1 0 0,0 1 0 0 0,0-1-1 0 0,0 1 1 0 0,-1 0-1 0 0,6 4 1 0 0,-5-3-9 0 0,0 0 0 0 0,0-1 0 0 0,0 1 1 0 0,1-1-1 0 0,-1 0 0 0 0,1 0 0 0 0,-1-1 0 0 0,1 1 0 0 0,0-1 1 0 0,-1 0-1 0 0,1 0 0 0 0,0-1 0 0 0,0 0 0 0 0,0 1 1 0 0,-1-1-1 0 0,1-1 0 0 0,0 1 0 0 0,5-2 0 0 0,0-1 3 0 0,-1 1-1 0 0,1-2 1 0 0,-1 0-1 0 0,0 0 1 0 0,0 0-1 0 0,-1-1 1 0 0,1 0-1 0 0,8-8 1 0 0,10-7-21 0 0,55-32 1 0 0,-81 51 13 0 0,0 0 1 0 0,0 1-1 0 0,-1-1 0 0 0,1 1 1 0 0,0-1-1 0 0,0 1 0 0 0,0-1 1 0 0,0 1-1 0 0,0-1 0 0 0,0 1 1 0 0,0 0-1 0 0,0 0 0 0 0,0-1 1 0 0,0 1-1 0 0,0 0 0 0 0,0 0 1 0 0,0 0-1 0 0,0 0 0 0 0,0 0 1 0 0,0 0-1 0 0,0 0 0 0 0,0 1 1 0 0,0-1-1 0 0,0 0 0 0 0,0 1 1 0 0,0-1-1 0 0,-1 0 0 0 0,1 1 1 0 0,0-1-1 0 0,0 1 0 0 0,0-1 1 0 0,0 1-1 0 0,0 0 0 0 0,-1-1 1 0 0,1 1-1 0 0,0 0 0 0 0,-1 0 1 0 0,1-1-1 0 0,0 1 0 0 0,-1 0 1 0 0,1 0-1 0 0,-1 0 0 0 0,1 1 1 0 0,1 4 1 0 0,-1-1 1 0 0,-1 0 0 0 0,1 0-1 0 0,-1 0 1 0 0,0 1 0 0 0,-1 7-1 0 0,1-5-15 0 0,0-6 5 0 0,3 17 83 0 0,7-23-12 0 0,1-4-80 0 0,17-9 23 0 0,-22 13-9 0 0,-1 0 0 0 0,1 0 0 0 0,-1 0 0 0 0,1 1 0 0 0,0 0 0 0 0,0 0-1 0 0,0 1 1 0 0,1 0 0 0 0,-1 0 0 0 0,1 0 0 0 0,-1 1 0 0 0,1 0 0 0 0,9-1 0 0 0,66 17-40 0 0,-67-11 63 0 0,1-1 1 0 0,0 0-1 0 0,27 0 1 0 0,-19-5-13 0 0,0 0-1 0 0,0-2 1 0 0,0-1 0 0 0,37-12 0 0 0,18-4-14 0 0,-78 21 7 0 0,-1 0 0 0 0,1-1 0 0 0,0 1 0 0 0,-1 0 0 0 0,1 0 0 0 0,-1 0 0 0 0,1-1 0 0 0,0 1 0 0 0,0 0 0 0 0,-1 0 0 0 0,1 0 0 0 0,0 0 0 0 0,-1 0 0 0 0,1 0 0 0 0,0 0 0 0 0,-1 0 0 0 0,1 1 0 0 0,0-1 0 0 0,-1 0 0 0 0,1 0 0 0 0,-1 1 0 0 0,1-1 0 0 0,0 0 0 0 0,-1 1 0 0 0,1-1-1 0 0,-1 0 1 0 0,1 1 0 0 0,-1-1 0 0 0,1 1 0 0 0,-1-1 0 0 0,1 1 0 0 0,-1-1 0 0 0,1 1 0 0 0,-1-1 0 0 0,0 1 0 0 0,1-1 0 0 0,-1 1 0 0 0,0 0 0 0 0,1-1 0 0 0,-1 1 0 0 0,0 0 0 0 0,0-1 0 0 0,0 1 0 0 0,0 0 0 0 0,1-1 0 0 0,-1 1 0 0 0,0 0 0 0 0,0-1 0 0 0,0 1 0 0 0,0 0 0 0 0,-1 0 0 0 0,-11 41 14 0 0,7-28-16 0 0,-8 43 44 0 0,-8 77 0 0 0,20-126-39 0 0,-9 217 60 0 0,10-223-62 0 0,2-19 55 0 0,1-1 0 0 0,1 1 0 0 0,0 0 1 0 0,10-23-1 0 0,0 8-57 0 0,2 1 0 0 0,1 1 0 0 0,1 1 0 0 0,30-37 0 0 0,-34 49-10 0 0,0 1 1 0 0,2 0-1 0 0,-1 2 1 0 0,2 0-1 0 0,0 0 1 0 0,1 2-1 0 0,0 0 1 0 0,24-12-1 0 0,-35 21 4 0 0,-1 1 0 0 0,1 0 0 0 0,0 0 0 0 0,-1 0-1 0 0,1 1 1 0 0,0 0 0 0 0,0 0 0 0 0,0 1 0 0 0,10 0-1 0 0,-14 0 8 0 0,-1 0 0 0 0,0 0 1 0 0,1 1-1 0 0,-1-1 0 0 0,0 1 0 0 0,0-1 0 0 0,1 1 0 0 0,-1 0 0 0 0,0 0 0 0 0,0 0 0 0 0,0 0 0 0 0,0 0 0 0 0,0 0 0 0 0,0 1 0 0 0,0-1 0 0 0,0 1 0 0 0,-1-1 0 0 0,1 1 0 0 0,-1 0 0 0 0,1-1 1 0 0,-1 1-1 0 0,1 0 0 0 0,-1 0 0 0 0,0 0 0 0 0,0 0 0 0 0,0 0 0 0 0,0 1 0 0 0,-1-1 0 0 0,1 0 0 0 0,0 4 0 0 0,-1 0 7 0 0,0 0 0 0 0,-1-1 1 0 0,1 1-1 0 0,-1 0 0 0 0,-1-1 0 0 0,1 1 0 0 0,-1-1 0 0 0,0 1 0 0 0,-1-1 0 0 0,1 0 1 0 0,-1 0-1 0 0,0 0 0 0 0,0 0 0 0 0,-4 4 0 0 0,6-7 31 0 0,3-3-35 0 0,0 0-1 0 0,0 0 1 0 0,0 1-1 0 0,0-1 0 0 0,-1 0 1 0 0,1 0-1 0 0,0-1 1 0 0,-1 1-1 0 0,1 0 0 0 0,-1-1 1 0 0,1 1-1 0 0,1-3 1 0 0,2-1-1 0 0,26-19-6 0 0,-2-1 1 0 0,-1-1 0 0 0,-1-2-1 0 0,-1-1 1 0 0,-1-1 0 0 0,-2-1-1 0 0,25-44 1 0 0,-39 62 22 0 0,-1 0 1 0 0,-1-1-1 0 0,0 0 0 0 0,-1-1 0 0 0,0 1 0 0 0,-1-1 1 0 0,-1 0-1 0 0,0 0 0 0 0,2-19 0 0 0,-6 33 11 0 0,0 0-1 0 0,0 0 1 0 0,0 0-1 0 0,0 0 1 0 0,0 0-1 0 0,0 0 1 0 0,0 0-1 0 0,0 0 1 0 0,-1 0-1 0 0,1 0 1 0 0,0 0-1 0 0,0 0 1 0 0,-1 0-1 0 0,1 0 1 0 0,-1 0-1 0 0,1 0 1 0 0,-1 0-1 0 0,1 1 1 0 0,-1-1-1 0 0,0 0 1 0 0,1 0-1 0 0,-3-1 1 0 0,3 2-4 0 0,-1 0-1 0 0,0 0 1 0 0,0-1 0 0 0,0 1 0 0 0,0 0 0 0 0,0 0-1 0 0,0 0 1 0 0,0 1 0 0 0,0-1 0 0 0,1 0-1 0 0,-1 0 1 0 0,0 0 0 0 0,0 1 0 0 0,0-1 0 0 0,0 0-1 0 0,0 1 1 0 0,1-1 0 0 0,-1 1 0 0 0,0-1-1 0 0,0 1 1 0 0,-5 3 71 0 0,1 0 0 0 0,0 1-1 0 0,0 0 1 0 0,0-1 0 0 0,-7 11-1 0 0,7-7-39 0 0,0 1 0 0 0,1-1-1 0 0,0 1 1 0 0,0 0 0 0 0,0 1-1 0 0,2-1 1 0 0,-1 0 0 0 0,1 1 0 0 0,0 0-1 0 0,1-1 1 0 0,0 1 0 0 0,1 0-1 0 0,0 12 1 0 0,1-15-36 0 0,0 0-1 0 0,-1-1 1 0 0,2 1 0 0 0,-1-1-1 0 0,1 0 1 0 0,0 1 0 0 0,0-1-1 0 0,1 0 1 0 0,0 0 0 0 0,0 0-1 0 0,0-1 1 0 0,1 1 0 0 0,0-1-1 0 0,0 0 1 0 0,0 0 0 0 0,1 0-1 0 0,0 0 1 0 0,0-1 0 0 0,0 0-1 0 0,10 7 1 0 0,-9-8-1 0 0,0-1-1 0 0,0 0 0 0 0,0 0 1 0 0,0-1-1 0 0,0 0 1 0 0,0 0-1 0 0,1 0 1 0 0,-1-1-1 0 0,0 1 1 0 0,0-2-1 0 0,1 1 1 0 0,11-3-1 0 0,22 0 820 0 0,-37 4-820 0 0,-1-1 1 0 0,1 1-1 0 0,-1 0 1 0 0,1-1 0 0 0,-1 1-1 0 0,0 0 1 0 0,1 0 0 0 0,-1 1-1 0 0,0-1 1 0 0,1 0 0 0 0,-1 1-1 0 0,0 0 1 0 0,0-1 0 0 0,0 1-1 0 0,-1 0 1 0 0,3 2 0 0 0,7 9-3490 0 0,-3 0-5255 0 0,-4-6 4127 0 0</inkml:trace>
</inkml:ink>
</file>

<file path=ppt/ink/ink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4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297 0 864 0 0,'0'0'1626'0'0,"-11"29"3073"0"0,-6 12-1888 0 0,-2-1 1 0 0,-28 41-1 0 0,-8-10-3014 0 0,41-56-1071 0 0,0-2 0 0 0,-27 21 0 0 0,3-7-3115 0 0,-2 1 332 0 0</inkml:trace>
</inkml:ink>
</file>

<file path=ppt/ink/ink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7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56 12189 0 0,'-1'-3'2'0'0,"-22"-47"1284"0"0,22 48-588 0 0,-3 11-569 0 0,1 0 1 0 0,0 0-1 0 0,0 1 0 0 0,1-1 0 0 0,0 1 0 0 0,1 0 1 0 0,0 0-1 0 0,0 10 0 0 0,8 85 405 0 0,-2-32-216 0 0,-2-24-238 0 0,-2 53 427 0 0,-1-93-667 0 0,-1 1 0 0 0,-1 0 1 0 0,1-1-1 0 0,-2 0 0 0 0,1 1 0 0 0,-1-1 1 0 0,-9 18-1 0 0,11-25-241 0 0,0 0 0 0 0,-1 0 1 0 0,1-1-1 0 0,-1 1 1 0 0,1 0-1 0 0,-1 0 0 0 0,0-1 1 0 0,0 1-1 0 0,0-1 0 0 0,0 0 1 0 0,0 0-1 0 0,0 1 0 0 0,0-1 1 0 0,0 0-1 0 0,0-1 0 0 0,-1 1 1 0 0,1 0-1 0 0,0-1 0 0 0,0 1 1 0 0,-1-1-1 0 0,1 0 0 0 0,0 1 1 0 0,-1-1-1 0 0,-2-1 1 0 0</inkml:trace>
</inkml:ink>
</file>

<file path=ppt/ink/ink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7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1 488 756 0 0,'0'0'740'0'0,"7"0"-70"0"0,78 1 680 0 0,0-4 0 0 0,131-21 0 0 0,-155 12-1038 0 0,-1-2 1 0 0,72-26-1 0 0,-112 33-233 0 0,0-1 0 0 0,0-2 1 0 0,-1 1-1 0 0,0-2 0 0 0,-1-1 0 0 0,0 0 0 0 0,30-27 0 0 0,-43 34 13 0 0,0-1 0 0 0,0 0-1 0 0,0 0 1 0 0,0 0 0 0 0,-1-1-1 0 0,0 0 1 0 0,-1 0 0 0 0,1 0 0 0 0,-1 0-1 0 0,0 0 1 0 0,-1 0 0 0 0,0-1 0 0 0,0 0-1 0 0,-1 1 1 0 0,0-1 0 0 0,0 0 0 0 0,-1 1-1 0 0,0-1 1 0 0,0 0 0 0 0,-1 0 0 0 0,1 1-1 0 0,-2-1 1 0 0,1 0 0 0 0,-6-14 0 0 0,3 14 209 0 0,0-1 0 0 0,0 1 0 0 0,-1 0 0 0 0,0 1 0 0 0,0-1 0 0 0,0 1 0 0 0,-1 0 0 0 0,-1 0 0 0 0,1 1 0 0 0,-1-1 0 0 0,-8-4 0 0 0,14 9 164 0 0,-1 3-430 0 0,0 0 1 0 0,1-1-1 0 0,-1 1 0 0 0,0 0 0 0 0,1 0 0 0 0,-1 0 1 0 0,1 0-1 0 0,0 0 0 0 0,-1 1 0 0 0,1-1 0 0 0,0 0 0 0 0,-1 1 1 0 0,1-1-1 0 0,0 0 0 0 0,0 1 0 0 0,0 0 0 0 0,0-1 1 0 0,1 1-1 0 0,-1-1 0 0 0,0 1 0 0 0,1 0 0 0 0,-1 3 0 0 0,-12 41 462 0 0,2 25 197 0 0,3 1-1 0 0,3 119 1 0 0,16-77-176 0 0,-11-112-493 0 0,2 10 149 0 0,3-14-159 0 0,-1 0 1 0 0,0 0-1 0 0,-1 0 1 0 0,1 0-1 0 0,0 0 1 0 0,-1-1-1 0 0,1 0 1 0 0,5-5-1 0 0,-5 4-15 0 0,0 0-1 0 0,0 1 0 0 0,0-1 0 0 0,1 1 1 0 0,0 0-1 0 0,-1 1 0 0 0,7-4 0 0 0,-9 6 3 0 0,33 6-4 0 0,6 4-3 0 0,69 6 1 0 0,-97-14 8 0 0,0-2 0 0 0,0 0 0 0 0,1 0 0 0 0,-1-1 0 0 0,0-1 0 0 0,0 0 0 0 0,0-1 0 0 0,0 0 0 0 0,20-9 0 0 0,-30 11 0 0 0,-1-1 0 0 0,1 0 0 0 0,-1 1 0 0 0,1-1 0 0 0,-1 0-1 0 0,0 0 1 0 0,0-1 0 0 0,0 1 0 0 0,0 0 0 0 0,0-1 0 0 0,-1 1 0 0 0,1-1 0 0 0,1-4 0 0 0,-2 6 55 0 0,-15-21 450 0 0,12 21-283 0 0,2 5-401 0 0,0-1 0 0 0,0 0 0 0 0,0 1 0 0 0,1-1 0 0 0,0 0-1 0 0,0 1 1 0 0,0-1 0 0 0,0 0 0 0 0,0 0 0 0 0,0 0 0 0 0,1 0 0 0 0,0 0 0 0 0,0 0 0 0 0,-1 0 0 0 0,2-1 0 0 0,-1 1 0 0 0,5 4 0 0 0,0-1-1309 0 0,0-1 0 0 0,0 0 1 0 0,1-1-1 0 0,0 1 0 0 0,15 5 1 0 0,2-1-2578 0 0</inkml:trace>
</inkml:ink>
</file>

<file path=ppt/ink/ink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8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172 351 1216 0 0,'-4'-2'397'0'0,"-1"0"-1"0"0,0 0 1 0 0,0 1 0 0 0,0-1 0 0 0,0 1-1 0 0,0 0 1 0 0,0 0 0 0 0,0 1-1 0 0,0 0 1 0 0,0 0 0 0 0,0 0-1 0 0,0 0 1 0 0,0 1 0 0 0,0-1-1 0 0,0 2 1 0 0,0-1 0 0 0,0 0-1 0 0,0 1 1 0 0,0 0 0 0 0,-7 4 0 0 0,8-4-236 0 0,0 0 0 0 0,0 1 0 0 0,0-1 0 0 0,0 1 0 0 0,1 0 1 0 0,-1 0-1 0 0,1 0 0 0 0,0 0 0 0 0,0 0 0 0 0,0 1 0 0 0,1-1 0 0 0,-1 1 1 0 0,1 0-1 0 0,0 0 0 0 0,0 0 0 0 0,0 0 0 0 0,0 0 0 0 0,1 1 1 0 0,-1-1-1 0 0,1 0 0 0 0,1 1 0 0 0,-2 6 0 0 0,2-8-108 0 0,0-1 0 0 0,0 0 0 0 0,0 1 0 0 0,0-1 0 0 0,1 0-1 0 0,-1 1 1 0 0,1-1 0 0 0,-1 0 0 0 0,1 1 0 0 0,0-1 0 0 0,0 0 0 0 0,0 0 0 0 0,0 0-1 0 0,0 0 1 0 0,1 0 0 0 0,-1 0 0 0 0,1 0 0 0 0,-1 0 0 0 0,1 0 0 0 0,0-1 0 0 0,2 3-1 0 0,-1-2 0 0 0,1-1 0 0 0,-1 1-1 0 0,1-1 1 0 0,-1 1 0 0 0,1-1-1 0 0,-1 0 1 0 0,1-1-1 0 0,0 1 1 0 0,-1-1 0 0 0,1 1-1 0 0,0-1 1 0 0,5-1 0 0 0,2 0 19 0 0,1-1 0 0 0,-1 0 0 0 0,0 0 0 0 0,0-1 0 0 0,0-1-1 0 0,0 0 1 0 0,16-9 0 0 0,-16 5-28 0 0,0 0 0 0 0,-1-1 0 0 0,0 0 0 0 0,0 0 0 0 0,-1-1 0 0 0,0-1 0 0 0,-1 0 0 0 0,0 0 0 0 0,-1 0 0 0 0,0-1 0 0 0,-1 0 0 0 0,0 0 0 0 0,-1-1 0 0 0,6-20 0 0 0,-7 22 12 0 0,-1-1 1 0 0,0 0-1 0 0,-1 0 1 0 0,0 0-1 0 0,-1 0 1 0 0,-1 0-1 0 0,0 0 1 0 0,0 0-1 0 0,-1 0 1 0 0,-1 0-1 0 0,0 0 1 0 0,0 0-1 0 0,-1 0 0 0 0,-1 0 1 0 0,0 1-1 0 0,-9-18 1 0 0,10 23-27 0 0,-1 1 1 0 0,0 0-1 0 0,0 0 0 0 0,0 0 0 0 0,0 1 1 0 0,-1 0-1 0 0,0-1 0 0 0,0 1 1 0 0,0 1-1 0 0,0-1 0 0 0,-1 1 1 0 0,1 0-1 0 0,-1 0 0 0 0,0 1 1 0 0,0 0-1 0 0,0 0 0 0 0,0 0 1 0 0,0 0-1 0 0,0 1 0 0 0,-1 0 1 0 0,1 1-1 0 0,-7-1 0 0 0,6 1-298 0 0,-1 1 0 0 0,1 0-1 0 0,-1 0 1 0 0,1 0 0 0 0,-1 1-1 0 0,1 0 1 0 0,-13 6 0 0 0,13-5-691 0 0,0 1 1 0 0,1-1-1 0 0,-1 1 1 0 0,1 1-1 0 0,0 0 1 0 0,0-1-1 0 0,1 2 1 0 0,-6 5-1 0 0,1 1-3051 0 0</inkml:trace>
</inkml:ink>
</file>

<file path=ppt/ink/ink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8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0 1136 0 0,'0'0'4161'0'0,"-6"5"-3225"0"0,-8 8-100 0 0,1 0-1 0 0,0 1 0 0 0,1 0 0 0 0,-16 25 1 0 0,25-34-644 0 0,0-1 0 0 0,1 1 0 0 0,-1 0 0 0 0,1 0 1 0 0,1 1-1 0 0,-1-1 0 0 0,1 0 0 0 0,0 1 0 0 0,-1 8 0 0 0,2-11-120 0 0,0 0-1 0 0,0 0 1 0 0,1 0-1 0 0,-1 0 0 0 0,1 0 1 0 0,0 0-1 0 0,-1 0 0 0 0,2 0 1 0 0,-1 0-1 0 0,0-1 0 0 0,0 1 1 0 0,1-1-1 0 0,0 1 0 0 0,-1-1 1 0 0,1 1-1 0 0,0-1 1 0 0,0 0-1 0 0,0 0 0 0 0,3 3 1 0 0,-3-4-35 0 0,1 1 0 0 0,0 0 0 0 0,-1-1 1 0 0,1 0-1 0 0,-1 1 0 0 0,1-1 1 0 0,0 0-1 0 0,0 0 0 0 0,0-1 0 0 0,0 1 1 0 0,0-1-1 0 0,0 1 0 0 0,0-1 1 0 0,0 0-1 0 0,0 0 0 0 0,0 0 0 0 0,0-1 1 0 0,-1 1-1 0 0,1-1 0 0 0,0 1 1 0 0,0-1-1 0 0,0 0 0 0 0,0 0 0 0 0,-1 0 1 0 0,1-1-1 0 0,0 1 0 0 0,-1-1 1 0 0,1 1-1 0 0,-1-1 0 0 0,1 0 0 0 0,2-3 1 0 0,-1 2 6 0 0,0-1 0 0 0,1 0 0 0 0,-1 0 0 0 0,-1 0 1 0 0,1 0-1 0 0,-1-1 0 0 0,0 0 0 0 0,0 1 0 0 0,0-1 1 0 0,0 0-1 0 0,-1-1 0 0 0,0 1 0 0 0,0 0 0 0 0,-1 0 1 0 0,3-11-1 0 0,-4 9-4 0 0,1-1 0 0 0,-1 1 0 0 0,0-1 1 0 0,-1 1-1 0 0,0-1 0 0 0,0 1 0 0 0,0-1 0 0 0,-1 1 0 0 0,0 0 1 0 0,-5-11-1 0 0,6 17-396 0 0,-11-1-1668 0 0</inkml:trace>
</inkml:ink>
</file>

<file path=ppt/ink/ink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29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22 212 0 0,'0'0'1240'0'0,"4"-13"3852"0"0,-7 5 2350 0 0,-5 13-7205 0 0,0 1-1 0 0,0 0 1 0 0,0 1-1 0 0,1 0 1 0 0,0 0-1 0 0,0 1 1 0 0,-10 15-1 0 0,13-18-144 0 0,1 0 1 0 0,-1 1-1 0 0,1 0 0 0 0,1 0 0 0 0,-1 0 0 0 0,1 0 0 0 0,0 0 0 0 0,0 1 1 0 0,1-1-1 0 0,-1 1 0 0 0,2-1 0 0 0,-1 1 0 0 0,1 10 0 0 0,0-15-75 0 0,0 0 0 0 0,1 0 0 0 0,-1 0 0 0 0,1 0 0 0 0,-1 0 0 0 0,1 0 0 0 0,0 0 0 0 0,0-1 0 0 0,0 1 0 0 0,0 0 0 0 0,0-1 1 0 0,0 1-1 0 0,0 0 0 0 0,0-1 0 0 0,1 0 0 0 0,-1 1 0 0 0,1-1 0 0 0,-1 0 0 0 0,1 1 0 0 0,2 0 0 0 0,0 0 6 0 0,0 0 0 0 0,0-1 0 0 0,0 1 1 0 0,0-1-1 0 0,0 0 0 0 0,0 0 0 0 0,1-1 1 0 0,7 1-1 0 0,2-1 7 0 0,0-1 0 0 0,-1 0 0 0 0,1-1 0 0 0,24-7 0 0 0,-4-4-9 0 0,0-2 0 0 0,-2-1 0 0 0,0-2 1 0 0,57-40-1 0 0,-67 42-38 0 0,29-23 246 0 0,-50 38-213 0 0,4-4 4 0 0,-24 21 60 0 0,16-13-84 0 0,0 0 0 0 0,1 0 0 0 0,-1 0 1 0 0,1 0-1 0 0,0 0 0 0 0,-1 0 0 0 0,2 1 0 0 0,-1-1 0 0 0,0 1 1 0 0,1-1-1 0 0,-1 1 0 0 0,1 0 0 0 0,0-1 0 0 0,0 1 0 0 0,1 0 0 0 0,-1 0 1 0 0,1 0-1 0 0,0 0 0 0 0,0 0 0 0 0,0 0 0 0 0,1 4 0 0 0,-1-6-21 0 0,0 0-1 0 0,1 0 0 0 0,-1-1 1 0 0,1 1-1 0 0,-1 0 0 0 0,1 0 1 0 0,0 0-1 0 0,0-1 0 0 0,0 1 0 0 0,0 0 1 0 0,0-1-1 0 0,0 1 0 0 0,0-1 1 0 0,0 1-1 0 0,1-1 0 0 0,-1 1 1 0 0,1-1-1 0 0,-1 0 0 0 0,1 0 1 0 0,-1 0-1 0 0,1 0 0 0 0,0 0 1 0 0,-1 0-1 0 0,1 0 0 0 0,0-1 0 0 0,0 1 1 0 0,3 0-1 0 0,0 0-91 0 0,0-1-1 0 0,0 0 0 0 0,0 0 1 0 0,1 0-1 0 0,-1-1 1 0 0,0 1-1 0 0,5-3 1 0 0,-3 2 77 0 0,5-1-28 0 0,0 0 1 0 0,-1-1-1 0 0,0-1 0 0 0,0 0 1 0 0,0 0-1 0 0,0-1 1 0 0,-1 0-1 0 0,0-1 0 0 0,0 0 1 0 0,0-1-1 0 0,-1 0 1 0 0,0 0-1 0 0,0-1 0 0 0,10-12 1 0 0,-6 1 1272 0 0,-13 20-1164 0 0,0-1 0 0 0,0 0-1 0 0,0 0 1 0 0,0 0 0 0 0,0 0 0 0 0,0 0 0 0 0,0 0 0 0 0,0 0 0 0 0,0 0 0 0 0,0 0 0 0 0,0 0-1 0 0,0 0 1 0 0,-1 0 0 0 0,1 0 0 0 0,0 0 0 0 0,0 0 0 0 0,0 0 0 0 0,0 0 0 0 0,0 0-1 0 0,0 0 1 0 0,0 0 0 0 0,0 0 0 0 0,0 0 0 0 0,0 0 0 0 0,0 0 0 0 0,0 0 0 0 0,0 0 0 0 0,-1 0-1 0 0,1 0 1 0 0,0 0 0 0 0,0 0 0 0 0,0 0 0 0 0,0 0 0 0 0,0 0 0 0 0,0 0 0 0 0,0 0-1 0 0,0 0 1 0 0,0 0 0 0 0,0-1 0 0 0,-1 3-28 0 0,0 0-1 0 0,0-1 0 0 0,0 1 1 0 0,0 0-1 0 0,1-1 1 0 0,-1 1-1 0 0,0 0 1 0 0,1 0-1 0 0,0 0 1 0 0,-1 0-1 0 0,1 0 1 0 0,0-1-1 0 0,0 1 1 0 0,0 0-1 0 0,0 0 1 0 0,0 0-1 0 0,1 0 0 0 0,-1 0 1 0 0,1 2-1 0 0,0 2-520 0 0,4 16-1886 0 0,3-8-6113 0 0,0-7 4458 0 0</inkml:trace>
</inkml:ink>
</file>

<file path=ppt/ink/ink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0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46 265 1016 0 0,'0'-1'355'0'0,"1"0"0"0"0,-1 0 1 0 0,1-1-1 0 0,-1 1 0 0 0,1 0 0 0 0,-1 0 0 0 0,1 0 1 0 0,0-1-1 0 0,-1 1 0 0 0,1 0 0 0 0,0 0 0 0 0,0 0 0 0 0,0 0 1 0 0,0 0-1 0 0,0 1 0 0 0,2-3 0 0 0,-2 3-249 0 0,-1 0-1 0 0,1 0 1 0 0,-1 0-1 0 0,1 0 1 0 0,-1 0-1 0 0,1 0 0 0 0,0 0 1 0 0,-1 0-1 0 0,1 0 1 0 0,-1 0-1 0 0,1 0 1 0 0,-1 0-1 0 0,1 1 1 0 0,-1-1-1 0 0,1 0 1 0 0,-1 0-1 0 0,1 0 1 0 0,-1 1-1 0 0,1-1 1 0 0,-1 0-1 0 0,1 1 1 0 0,-1-1-1 0 0,1 0 1 0 0,-1 1-1 0 0,0-1 1 0 0,1 1-1 0 0,-1 0 1 0 0,2 1 26 0 0,0 0 0 0 0,-1 1 0 0 0,0-1 0 0 0,0 1 1 0 0,0 0-1 0 0,0-1 0 0 0,0 1 0 0 0,0 0 0 0 0,-1 0 1 0 0,1-1-1 0 0,-1 1 0 0 0,0 0 0 0 0,0 0 0 0 0,0 0 1 0 0,0-1-1 0 0,-1 5 0 0 0,0 0-16 0 0,0 0-1 0 0,-1 0 1 0 0,0-1 0 0 0,0 1-1 0 0,-1-1 1 0 0,0 1 0 0 0,0-1-1 0 0,-1 0 1 0 0,1 0 0 0 0,-1 0-1 0 0,-1-1 1 0 0,1 1 0 0 0,-1-1-1 0 0,0 0 1 0 0,0 0 0 0 0,0-1-1 0 0,-1 1 1 0 0,-6 3 0 0 0,11-8 79 0 0,0 0-185 0 0,1 0-1 0 0,0 0 1 0 0,0 0 0 0 0,-1 0-1 0 0,1 0 1 0 0,0 0 0 0 0,-1 0-1 0 0,1 0 1 0 0,0 0 0 0 0,-1 0-1 0 0,1 0 1 0 0,0 0 0 0 0,0 0-1 0 0,-1 0 1 0 0,1 0 0 0 0,0-1-1 0 0,0 1 1 0 0,-1 0 0 0 0,1 0-1 0 0,0 0 1 0 0,0 0 0 0 0,0-1-1 0 0,-1 1 1 0 0,1 0 0 0 0,0 0-1 0 0,0-1 1 0 0,0 1 0 0 0,0 0-1 0 0,-1 0 1 0 0,1-1 0 0 0,0 1-1 0 0,0 0 1 0 0,0 0 0 0 0,0-1-1 0 0,0 1 1 0 0,0 0 0 0 0,0-1-1 0 0,0 1 1 0 0,0 0 0 0 0,0 0-1 0 0,0-1 1 0 0,0 1 0 0 0,0 0-1 0 0,0-1 1 0 0,0 1 0 0 0,0 0-1 0 0,0 0 1 0 0,0-1 0 0 0,0 1-1 0 0,0 0 1 0 0,1-1 0 0 0,-1 1-1 0 0,14-24 97 0 0,27-20-34 0 0,-34 39-70 0 0,0 0 0 0 0,0 1 0 0 0,1-1 0 0 0,-1 1 0 0 0,1 1 0 0 0,0-1 0 0 0,0 1 1 0 0,0 1-1 0 0,0 0 0 0 0,14-3 0 0 0,-20 5 0 0 0,38 18-22 0 0,-26 21 46 0 0,-14-37-19 0 0,0 0 8 0 0,0 4-6 0 0,0-6-5 0 0,0 0 0 0 0,0 0 1 0 0,0 1-1 0 0,0-1 0 0 0,0 0 0 0 0,0 0 0 0 0,0 0 1 0 0,0 1-1 0 0,0-1 0 0 0,0 0 0 0 0,1 0 0 0 0,-1 1 1 0 0,0-1-1 0 0,0 0 0 0 0,0 0 0 0 0,0 0 0 0 0,0 1 0 0 0,0-1 1 0 0,0 0-1 0 0,0 0 0 0 0,1 0 0 0 0,-1 0 0 0 0,0 1 1 0 0,0-1-1 0 0,0 0 0 0 0,0 0 0 0 0,1 0 0 0 0,-1 0 1 0 0,0 0-1 0 0,0 0 0 0 0,0 1 0 0 0,1-1 0 0 0,-1 0 1 0 0,0 0-1 0 0,0 0 0 0 0,0 0 0 0 0,1 0 0 0 0,-1 0 0 0 0,0 0 1 0 0,0 0-1 0 0,1 0 0 0 0,-1 0 0 0 0,0 0 0 0 0,0 0 1 0 0,0 0-1 0 0,1 0 0 0 0,-1 0 0 0 0,0 0 0 0 0,0 0 1 0 0,0-1-1 0 0,1 1 0 0 0,18-9 10 0 0,-14 6-34 0 0,-1 1 0 0 0,1-1 0 0 0,-1 1 1 0 0,1 0-1 0 0,0 0 0 0 0,0 1 0 0 0,0 0 0 0 0,8-2 0 0 0,-6 4-55 0 0,0-1-1 0 0,-1 1 0 0 0,1 0 0 0 0,-1 1 0 0 0,1 0 0 0 0,-1 0 1 0 0,10 5-1 0 0,-9-5-7 0 0,-1 1 1 0 0,1-1-1 0 0,-1 0 1 0 0,1 0-1 0 0,-1-1 1 0 0,1 1-1 0 0,11-1 1 0 0,-6-1 51 0 0,-1-1 1 0 0,0-1-1 0 0,0 1 0 0 0,0-2 1 0 0,0 0-1 0 0,0 0 1 0 0,0-1-1 0 0,-1 0 1 0 0,0-1-1 0 0,1 0 1 0 0,-2 0-1 0 0,1-1 0 0 0,-1-1 1 0 0,0 0-1 0 0,0 0 1 0 0,12-13-1 0 0,-20 18 42 0 0,0 1 9 0 0,-1 0-18 0 0,0 1 0 0 0,1 0 0 0 0,-1 0 0 0 0,0 0 0 0 0,0 0 0 0 0,0 0 0 0 0,0 0 0 0 0,0 0 0 0 0,0 0 0 0 0,1 0 1 0 0,-1 0-1 0 0,0 0 0 0 0,0-1 0 0 0,0 1 0 0 0,0 0 0 0 0,0 0 0 0 0,0 0 0 0 0,0 0 0 0 0,1 0 0 0 0,-1-1 0 0 0,0 1 0 0 0,0 0 0 0 0,0 0 0 0 0,0 0 0 0 0,0 0 0 0 0,0 0 0 0 0,0-1 0 0 0,0 1 0 0 0,0 0 0 0 0,0 0 1 0 0,0 0-1 0 0,0 0 0 0 0,0-1 0 0 0,0 1 0 0 0,0 0 0 0 0,0 0 0 0 0,0 0 0 0 0,0 0 0 0 0,0 0 0 0 0,0-1 0 0 0,-1 1 0 0 0,1 0 0 0 0,0 0 0 0 0,0 0 0 0 0,0 0 0 0 0,0 0 0 0 0,0-1 0 0 0,0 1 0 0 0,0 0 1 0 0,0 0-1 0 0,-1 0 0 0 0,1 0 0 0 0,0 0 0 0 0,0 0 0 0 0,0 0 0 0 0,0 0 0 0 0,0 0 0 0 0,-1-1 0 0 0,1 1 0 0 0,0 0 0 0 0,0 0 0 0 0,0 0 0 0 0,-1 0 0 0 0,-20 0 20 0 0,16 0 0 0 0,3 2-13 0 0,-1-1-9 0 0,1 1 1 0 0,0-1-1 0 0,0 1 1 0 0,0-1 0 0 0,0 1-1 0 0,0 0 1 0 0,0 0-1 0 0,0 0 1 0 0,0 0-1 0 0,1 0 1 0 0,-1 1-1 0 0,1-1 1 0 0,-2 5-1 0 0,2-6 3 0 0,1 1-1 0 0,0-1 0 0 0,-1 0 1 0 0,1 1-1 0 0,0-1 0 0 0,0 1 1 0 0,0-1-1 0 0,0 0 0 0 0,0 1 1 0 0,0-1-1 0 0,1 1 0 0 0,-1-1 1 0 0,0 0-1 0 0,1 1 0 0 0,-1-1 1 0 0,1 0-1 0 0,0 1 1 0 0,1 1-1 0 0,-1-1-18 0 0,1 0-1 0 0,-1 0 1 0 0,1 0 0 0 0,0-1-1 0 0,0 1 1 0 0,0-1 0 0 0,0 1-1 0 0,0-1 1 0 0,0 0 0 0 0,0 0-1 0 0,0 1 1 0 0,0-2 0 0 0,1 1-1 0 0,-1 0 1 0 0,0 0 0 0 0,1-1-1 0 0,-1 1 1 0 0,1-1 0 0 0,-1 0 0 0 0,0 0-1 0 0,1 0 1 0 0,-1 0 0 0 0,1 0-1 0 0,2-1 1 0 0,23-5-130 0 0,-7 3 108 0 0,0-2-1 0 0,-1 0 1 0 0,0-2 0 0 0,0 0-1 0 0,0-1 1 0 0,-1-1 0 0 0,27-17-1 0 0,-45 25 163 0 0,12-10 990 0 0,-13 11-1066 0 0,0-1-1 0 0,0 1 1 0 0,0 0 0 0 0,1-1 0 0 0,-1 1-1 0 0,0 0 1 0 0,0-1 0 0 0,0 1-1 0 0,1 0 1 0 0,-1 0 0 0 0,0-1 0 0 0,1 1-1 0 0,-1 0 1 0 0,0 0 0 0 0,1-1-1 0 0,-1 1 1 0 0,0 0 0 0 0,1 0 0 0 0,-1 0-1 0 0,0 0 1 0 0,1 0 0 0 0,-1 0-1 0 0,0-1 1 0 0,1 1 0 0 0,-1 0 0 0 0,0 0-1 0 0,1 0 1 0 0,-1 0 0 0 0,1 0-1 0 0,-1 0 1 0 0,0 1 0 0 0,1-1 0 0 0,-1 0-1 0 0,0 0 1 0 0,1 0 0 0 0,-1 0-1 0 0,0 0 1 0 0,1 0 0 0 0,-1 1 0 0 0,0-1-1 0 0,1 0 1 0 0,-1 0 0 0 0,0 1-1 0 0,1-1 1 0 0,3 26-3 0 0,-4-25-32 0 0,-2 16-1 0 0,4 53 130 0 0,-1-70-137 0 0,0 0 1 0 0,0 0-1 0 0,0 1 0 0 0,-1-1 0 0 0,1 0 0 0 0,0 0 1 0 0,0 0-1 0 0,0 0 0 0 0,0 0 0 0 0,0-1 1 0 0,-1 1-1 0 0,1 0 0 0 0,0 0 0 0 0,0 0 0 0 0,0-1 1 0 0,0 1-1 0 0,-1 0 0 0 0,1-1 0 0 0,0 1 0 0 0,0-1 1 0 0,-1 1-1 0 0,1-1 0 0 0,1 0 0 0 0,20-12 40 0 0,-22 13-48 0 0,4-2 6 0 0,7-6-6 0 0,0 0 1 0 0,1 1-1 0 0,18-8 1 0 0,-26 13-6 0 0,0 1 1 0 0,0-1 0 0 0,0 1-1 0 0,0 1 1 0 0,0-1 0 0 0,0 1-1 0 0,0-1 1 0 0,0 1 0 0 0,0 0-1 0 0,1 1 1 0 0,-1-1 0 0 0,0 1-1 0 0,0-1 1 0 0,0 1 0 0 0,6 3-1 0 0,-2-1-65 0 0,1 0-1 0 0,0-1 1 0 0,-1 0 0 0 0,1 0-1 0 0,0-1 1 0 0,1 0 0 0 0,-1-1-1 0 0,0 0 1 0 0,0 0-1 0 0,16-3 1 0 0,-19 2 69 0 0,-1 0 1 0 0,0-1-1 0 0,-1 0 0 0 0,1 0 1 0 0,0 0-1 0 0,0 0 1 0 0,-1-1-1 0 0,1 0 0 0 0,-1 0 1 0 0,0 0-1 0 0,0 0 0 0 0,0-1 1 0 0,0 1-1 0 0,-1-1 1 0 0,1 0-1 0 0,-1 0 0 0 0,0 0 1 0 0,0-1-1 0 0,-1 1 0 0 0,3-6 1 0 0,14-30 75 0 0,46-116 1217 0 0,-49 91 1124 0 0,-15 63-2238 0 0,-6 9-20 0 0,0 1 1 0 0,1 0 0 0 0,0 1-1 0 0,0-1 1 0 0,1 1-1 0 0,-2 11 1 0 0,-5 8-62 0 0,-8 46 0 0 0,8 63-786 0 0,10-135 41 0 0,-1 0 80 0 0</inkml:trace>
</inkml:ink>
</file>

<file path=ppt/ink/ink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1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1324 0 0,'12'-7'2448'0'0,"7"2"-1380"0"0,-4 1-107 0 0,-2 1-89 0 0,7-2-112 0 0,-2 3-72 0 0,1 0-80 0 0,3 1-160 0 0,-2 1-328 0 0,5 0-392 0 0,-4 0-512 0 0,0 1-592 0 0,7-1-1485 0 0,10 4 657 0 0</inkml:trace>
</inkml:ink>
</file>

<file path=ppt/ink/ink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1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23 484 0 0,'-12'-20'4507'0'0,"8"18"-1230"0"0,10 31 341 0 0,3 12-3303 0 0,38 210 2145 0 0,-47-251-2410 0 0,0 1 0 0 0,0 0 0 0 0,0-1-1 0 0,0 1 1 0 0,0 0 0 0 0,0 0 0 0 0,1-1-1 0 0,-1 1 1 0 0,0 0 0 0 0,0-1 0 0 0,0 1-1 0 0,1-1 1 0 0,-1 1 0 0 0,0 0 0 0 0,1-1 0 0 0,-1 1-1 0 0,1-1 1 0 0,-1 1 0 0 0,1-1 0 0 0,-1 1-1 0 0,1-1 1 0 0,-1 1 0 0 0,1-1 0 0 0,-1 0-1 0 0,1 1 1 0 0,0-1 0 0 0,-1 0 0 0 0,1 1-1 0 0,-1-1 1 0 0,1 0 0 0 0,0 0 0 0 0,-1 1-1 0 0,1-1 1 0 0,0 0 0 0 0,1 0 0 0 0,0 0 20 0 0,1-1 0 0 0,-1 1-1 0 0,1-1 1 0 0,-1 0 0 0 0,1 0 0 0 0,-1 0 0 0 0,1 0 0 0 0,-1 0 0 0 0,0-1 0 0 0,3-1 0 0 0,45-40 509 0 0,-20 10-751 0 0,86-89 1333 0 0,-50 71-2852 0 0,-55 43 271 0 0,2 1 1 0 0,-1 0-1 0 0,21-7 1 0 0,-27 12-2904 0 0</inkml:trace>
</inkml:ink>
</file>

<file path=ppt/ink/ink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1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69 108 352 0 0,'9'-2'627'0'0,"0"-1"1"0"0,0 0-1 0 0,-1-1 1 0 0,1 0-1 0 0,-1 0 1 0 0,0-1-1 0 0,0 0 1 0 0,0 0-1 0 0,-1-1 0 0 0,1 0 1 0 0,-2 0-1 0 0,1-1 1 0 0,0 1-1 0 0,9-16 1 0 0,-15 22-582 0 0,-1-1 0 0 0,0 1 1 0 0,1 0-1 0 0,-1-1 1 0 0,0 1-1 0 0,0 0 0 0 0,1-1 1 0 0,-1 1-1 0 0,0-1 1 0 0,0 1-1 0 0,1-1 0 0 0,-1 1 1 0 0,0 0-1 0 0,0-1 0 0 0,0 1 1 0 0,0-1-1 0 0,0 1 1 0 0,0-1-1 0 0,0 1 0 0 0,0-1 1 0 0,0 1-1 0 0,0-1 1 0 0,0 1-1 0 0,0-1 0 0 0,0 1 1 0 0,0-1-1 0 0,0 1 1 0 0,0 0-1 0 0,-1-1 0 0 0,1 1 1 0 0,0-1-1 0 0,0 1 1 0 0,-1 0-1 0 0,1-1 0 0 0,0 1 1 0 0,0-1-1 0 0,-1 1 1 0 0,1 0-1 0 0,0-1 0 0 0,-1 1 1 0 0,1 0-1 0 0,-1 0 1 0 0,1-1-1 0 0,0 1 0 0 0,-1 0 1 0 0,1 0-1 0 0,-1-1 0 0 0,1 1 1 0 0,-1 0-1 0 0,1 0 1 0 0,0 0-1 0 0,-1 0 0 0 0,1 0 1 0 0,-1 0-1 0 0,1 0 1 0 0,-1 0-1 0 0,1 0 0 0 0,-1 0 1 0 0,1 0-1 0 0,-1 0 1 0 0,-27 2 591 0 0,17 1-460 0 0,1 1-1 0 0,1 0 1 0 0,-1 0 0 0 0,1 2 0 0 0,-1-1-1 0 0,1 1 1 0 0,1 0 0 0 0,-1 1-1 0 0,1 0 1 0 0,1 0 0 0 0,-1 1 0 0 0,1 0-1 0 0,0 0 1 0 0,1 0 0 0 0,0 1 0 0 0,0 0-1 0 0,1 1 1 0 0,-4 9 0 0 0,8-16-169 0 0,0 0 0 0 0,0 0 0 0 0,0 0 0 0 0,1 0 0 0 0,0 0 0 0 0,0 0 0 0 0,-1 0 0 0 0,2 0 0 0 0,-1 0 0 0 0,0 0 0 0 0,1 0 0 0 0,-1 0 0 0 0,1 0 0 0 0,0 0 0 0 0,0 0 0 0 0,0 0 0 0 0,0-1 0 0 0,0 1 1 0 0,3 3-1 0 0,-1-2-98 0 0,0-1 0 0 0,0 0 0 0 0,1 1 0 0 0,-1-1 0 0 0,1 0 0 0 0,0 0 1 0 0,0-1-1 0 0,0 1 0 0 0,0-1 0 0 0,0 0 0 0 0,6 2 0 0 0,5 1-1304 0 0,0 0 0 0 0,1-2 0 0 0,0 0 0 0 0,0 0 0 0 0,0-2 0 0 0,18 1 0 0 0,-9-2-1967 0 0</inkml:trace>
</inkml:ink>
</file>

<file path=ppt/ink/ink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2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32 438 460 0 0,'0'0'7046'0'0,"-4"3"-6266"0"0,2-2-665 0 0,0 0 0 0 0,0 0-1 0 0,1 1 1 0 0,-1-1 0 0 0,0 1-1 0 0,1-1 1 0 0,-1 1 0 0 0,1-1 0 0 0,-1 1-1 0 0,1 0 1 0 0,0 0 0 0 0,0-1 0 0 0,0 1-1 0 0,0 0 1 0 0,0 0 0 0 0,0 0-1 0 0,0 0 1 0 0,1 1 0 0 0,-1-1 0 0 0,1 0-1 0 0,-1 0 1 0 0,1 0 0 0 0,0 0 0 0 0,0 1-1 0 0,0-1 1 0 0,0 0 0 0 0,0 3-1 0 0,2-2 9 0 0,-1 1-1 0 0,0 0 1 0 0,1-1-1 0 0,-1 1 1 0 0,1 0-1 0 0,0-1 1 0 0,1 0-1 0 0,-1 0 1 0 0,0 1-1 0 0,1-1 1 0 0,0-1-1 0 0,-1 1 0 0 0,1 0 1 0 0,0-1-1 0 0,6 4 1 0 0,-5-3-66 0 0,0 0 0 0 0,0-1 1 0 0,1 1-1 0 0,0-1 0 0 0,-1 0 0 0 0,1 0 1 0 0,0-1-1 0 0,0 1 0 0 0,0-1 1 0 0,0 0-1 0 0,0 0 0 0 0,0-1 0 0 0,0 0 1 0 0,0 0-1 0 0,1 0 0 0 0,-1 0 0 0 0,5-2 1 0 0,-2 0-14 0 0,0 0 1 0 0,-1-1-1 0 0,1 0 1 0 0,-1 0 0 0 0,0-1-1 0 0,0 0 1 0 0,0 0-1 0 0,-1-1 1 0 0,0 0-1 0 0,7-6 1 0 0,2-4-6 0 0,-1 0 0 0 0,0-1-1 0 0,-1-1 1 0 0,-1-1 0 0 0,-1 1 0 0 0,-1-2 0 0 0,13-27-1 0 0,-2-11 430 0 0,-2-1 0 0 0,-2-1 0 0 0,15-102-1 0 0,-32 160-406 0 0,1 0-1 0 0,-1 0 0 0 0,0 0 1 0 0,0 0-1 0 0,1 0 1 0 0,-1 0-1 0 0,0 0 1 0 0,0 0-1 0 0,0 0 0 0 0,0 0 1 0 0,0 0-1 0 0,0 1 1 0 0,0-1-1 0 0,0 0 1 0 0,0 0-1 0 0,-1 0 0 0 0,1 0 1 0 0,0 0-1 0 0,0 0 1 0 0,-1 0-1 0 0,1 0 0 0 0,-1 0 1 0 0,1 1-1 0 0,-1-1 1 0 0,0-1-1 0 0,-1 2-22 0 0,1 0 0 0 0,0 1 0 0 0,0-1 0 0 0,0 1 0 0 0,0-1 0 0 0,0 1 0 0 0,0 0 0 0 0,0-1 0 0 0,0 1 1 0 0,0 0-1 0 0,0 0 0 0 0,0 0 0 0 0,1-1 0 0 0,-1 1 0 0 0,0 0 0 0 0,0 2 0 0 0,-32 47 332 0 0,13-2-27 0 0,3 2 0 0 0,-22 96 1 0 0,-3 105-1598 0 0,32-214-1214 0 0,6-26-617 0 0,-2 1-3329 0 0,2-4 2161 0 0</inkml:trace>
</inkml:ink>
</file>

<file path=ppt/ink/ink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2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0 108 480 0 0,'30'-5'2528'0'0,"88"-13"1589"0"0,-82 15-3200 0 0,0-2 0 0 0,0-1 0 0 0,-1-2 0 0 0,1-2 0 0 0,39-16-1 0 0,-74 25-780 0 0,1 1-1 0 0,-1-1 1 0 0,0 1-1 0 0,1-1 1 0 0,-1 1-1 0 0,0-1 1 0 0,0 0-1 0 0,1 0 1 0 0,-1 1-1 0 0,0-1 0 0 0,0 0 1 0 0,0 0-1 0 0,0 0 1 0 0,0 0-1 0 0,0-1 1 0 0,0 1-1 0 0,1-2 1 0 0,-3 2-59 0 0,1 1 1 0 0,-1-1 0 0 0,1 0-1 0 0,-1 1 1 0 0,1-1 0 0 0,-1 0 0 0 0,0 1-1 0 0,1-1 1 0 0,-1 1 0 0 0,0-1-1 0 0,0 1 1 0 0,1 0 0 0 0,-1-1 0 0 0,0 1-1 0 0,0 0 1 0 0,1-1 0 0 0,-1 1-1 0 0,0 0 1 0 0,0 0 0 0 0,0 0-1 0 0,-1 0 1 0 0,-1-1-36 0 0,0 1 0 0 0,0 0 0 0 0,0 1 0 0 0,0-1 0 0 0,0 0 0 0 0,0 1-1 0 0,0 0 1 0 0,0-1 0 0 0,0 1 0 0 0,0 1 0 0 0,0-1 0 0 0,0 0 0 0 0,1 1 0 0 0,-1-1-1 0 0,1 1 1 0 0,-4 2 0 0 0,-35 31 425 0 0,40-34-458 0 0,-1 1 2 0 0,-1 0 1 0 0,1 0-1 0 0,0 0 1 0 0,0 0-1 0 0,0 1 1 0 0,1-1 0 0 0,-1 1-1 0 0,1-1 1 0 0,-1 1-1 0 0,1 0 1 0 0,0-1 0 0 0,0 1-1 0 0,0 0 1 0 0,0 0-1 0 0,0 0 1 0 0,1 0-1 0 0,-1 0 1 0 0,1 0 0 0 0,0 0-1 0 0,0 0 1 0 0,0 0-1 0 0,0 0 1 0 0,0 0-1 0 0,1 0 1 0 0,0 0 0 0 0,-1 0-1 0 0,1-1 1 0 0,0 1-1 0 0,0 0 1 0 0,1 0-1 0 0,-1-1 1 0 0,0 1 0 0 0,1 0-1 0 0,0-1 1 0 0,-1 1-1 0 0,1-1 1 0 0,0 0-1 0 0,1 0 1 0 0,-1 0 0 0 0,0 0-1 0 0,0 0 1 0 0,1 0-1 0 0,-1-1 1 0 0,4 2-1 0 0,-3-1-17 0 0,0-1 0 0 0,0 0 0 0 0,0 0 0 0 0,0 0-1 0 0,1 0 1 0 0,-1 0 0 0 0,0-1 0 0 0,0 0 0 0 0,1 0-1 0 0,-1 0 1 0 0,0 0 0 0 0,1 0 0 0 0,-1 0 0 0 0,0-1-1 0 0,1 0 1 0 0,-1 0 0 0 0,0 1 0 0 0,0-2 0 0 0,0 1-1 0 0,0 0 1 0 0,0-1 0 0 0,0 1 0 0 0,0-1 0 0 0,0 0-1 0 0,-1 0 1 0 0,1 0 0 0 0,-1-1 0 0 0,1 1 0 0 0,-1 0-1 0 0,0-1 1 0 0,0 0 0 0 0,2-2 0 0 0,0-1-7 0 0,0 0 0 0 0,0 0 0 0 0,-1 0 0 0 0,0 0 0 0 0,0-1 0 0 0,0 1 0 0 0,-1-1 0 0 0,0 0 0 0 0,0 0 0 0 0,-1 0 0 0 0,0 0 0 0 0,0 0 0 0 0,0-10 0 0 0,-2 15 11 0 0,-1-16 552 0 0</inkml:trace>
</inkml:ink>
</file>

<file path=ppt/ink/ink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3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0 116 308 0 0,'3'-3'651'0'0,"-1"1"-1"0"0,1 0 1 0 0,0 0-1 0 0,0 0 1 0 0,0 0-1 0 0,0 0 1 0 0,0 1-1 0 0,0 0 1 0 0,0-1-1 0 0,1 1 1 0 0,-1 0-1 0 0,0 0 1 0 0,1 1-1 0 0,3-1 1 0 0,-3 1-309 0 0,0 0 0 0 0,0 0 0 0 0,0 0-1 0 0,0 1 1 0 0,0 0 0 0 0,0 0 0 0 0,0 0 0 0 0,0 0 0 0 0,0 1 0 0 0,6 2 0 0 0,-5-1-217 0 0,0 0 1 0 0,0 0 0 0 0,-1 0-1 0 0,0 1 1 0 0,1-1 0 0 0,-1 1 0 0 0,0 0-1 0 0,-1 0 1 0 0,1 1 0 0 0,-1-1-1 0 0,0 1 1 0 0,0 0 0 0 0,0-1 0 0 0,-1 1-1 0 0,0 0 1 0 0,0 1 0 0 0,2 6-1 0 0,-3-4-28 0 0,-1-1-1 0 0,0 0 0 0 0,0 0 1 0 0,-1 1-1 0 0,0-1 0 0 0,0 0 0 0 0,-1 0 1 0 0,0 0-1 0 0,0 0 0 0 0,0 0 0 0 0,-1-1 1 0 0,0 1-1 0 0,-1-1 0 0 0,1 1 0 0 0,-5 5 1 0 0,7-11 78 0 0,7-4-148 0 0,42-22-14 0 0,-1-2 0 0 0,-2-2 0 0 0,0-2 0 0 0,-3-1 0 0 0,0-3-1 0 0,37-41 1 0 0,-77 75 25 0 0,-1-1 0 0 0,0 0 0 0 0,0 1-1 0 0,0-1 1 0 0,0 0 0 0 0,-1 0 0 0 0,1 0 0 0 0,0 0-1 0 0,-1 1 1 0 0,1-1 0 0 0,-1 0 0 0 0,1 0 0 0 0,-1 0-1 0 0,0 0 1 0 0,0 0 0 0 0,0 0 0 0 0,-1-4-1 0 0,1-2 415 0 0,-5 12-290 0 0,0-1-127 0 0,1 1-1 0 0,-1 0 0 0 0,1 1 0 0 0,0-1 0 0 0,0 1 0 0 0,1 0 0 0 0,-1 0 0 0 0,1 0 0 0 0,0 0 1 0 0,0 1-1 0 0,1-1 0 0 0,-1 1 0 0 0,1-1 0 0 0,1 1 0 0 0,-1 0 0 0 0,1 0 0 0 0,0 0 1 0 0,0 0-1 0 0,1 0 0 0 0,-1 0 0 0 0,1 0 0 0 0,1 0 0 0 0,-1 0 0 0 0,3 10 0 0 0,1 4 20 0 0,2 0-1 0 0,0-1 1 0 0,1 0-1 0 0,0 0 1 0 0,2-1-1 0 0,15 25 1 0 0,-24-43-73 0 0,0 1 0 0 0,1-1 1 0 0,-1 1-1 0 0,1-1 0 0 0,-1 1 0 0 0,0-1 1 0 0,1 1-1 0 0,-1-1 0 0 0,0 1 0 0 0,0 0 1 0 0,1-1-1 0 0,-1 1 0 0 0,0-1 0 0 0,0 1 1 0 0,0 0-1 0 0,0-1 0 0 0,0 1 0 0 0,0-1 0 0 0,0 1 1 0 0,0 0-1 0 0,0-1 0 0 0,0 1 0 0 0,0-1 1 0 0,0 1-1 0 0,0 0 0 0 0,-1-1 0 0 0,1 1 1 0 0,0-1-1 0 0,0 1 0 0 0,-1-1 0 0 0,1 1 1 0 0,0 0-1 0 0,-1-1 0 0 0,1 1 0 0 0,-1 0 1 0 0,-26 3-1648 0 0,-39-17-6507 0 0,61 11 6356 0 0,-13-2-2748 0 0</inkml:trace>
</inkml:ink>
</file>

<file path=ppt/ink/ink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4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288 41 1044 0 0,'0'0'1112'0'0,"1"-4"13"0"0,0 0 0 0 0,-1 0 0 0 0,1 0-1 0 0,-1 0 1 0 0,1 0 0 0 0,-1 0 0 0 0,-1-5-1 0 0,-6 8-849 0 0,1 0 0 0 0,-1 0 0 0 0,0 0 0 0 0,0 1 0 0 0,0 1 0 0 0,0-1 0 0 0,0 1 0 0 0,1 0 0 0 0,-1 0 0 0 0,0 1 0 0 0,1 0 0 0 0,-11 4 0 0 0,-6 3 348 0 0,0 2 1 0 0,-26 15-1 0 0,38-20-379 0 0,-1 2 0 0 0,1 0 0 0 0,-17 16 0 0 0,25-21-177 0 0,-1 1 0 0 0,1 0 0 0 0,0 0-1 0 0,0 0 1 0 0,0 0 0 0 0,0 0 0 0 0,1 1-1 0 0,0-1 1 0 0,0 1 0 0 0,0 0 0 0 0,0-1-1 0 0,-1 11 1 0 0,3-14-61 0 0,0 0 0 0 0,0 1 0 0 0,0-1 0 0 0,1 0 0 0 0,-1 0 0 0 0,0 1 0 0 0,1-1 1 0 0,-1 0-1 0 0,1 0 0 0 0,0 0 0 0 0,-1 0 0 0 0,1 0 0 0 0,0 0 0 0 0,0 0 0 0 0,-1 0 0 0 0,1 0 0 0 0,0 0 0 0 0,0 0 0 0 0,0 0 0 0 0,0 0 0 0 0,0-1 0 0 0,0 1 1 0 0,1 0-1 0 0,-1-1 0 0 0,0 1 0 0 0,0-1 0 0 0,0 1 0 0 0,1-1 0 0 0,-1 0 0 0 0,0 1 0 0 0,0-1 0 0 0,1 0 0 0 0,-1 0 0 0 0,0 0 0 0 0,1 0 0 0 0,-1 0 0 0 0,2-1 1 0 0,48-1-144 0 0,-28-5 79 0 0,0-1 0 0 0,41-19 0 0 0,-27 10 7 0 0,-36 16 60 0 0,0 3-104 0 0,3 7 72 0 0,-4-7 23 0 0,1 0 0 0 0,-2 0 0 0 0,1-1 0 0 0,0 1 0 0 0,0 0 0 0 0,0-1 0 0 0,-1 1 1 0 0,1 0-1 0 0,-1 0 0 0 0,0-1 0 0 0,1 1 0 0 0,-1-1 0 0 0,0 1 0 0 0,0-1 0 0 0,0 1 0 0 0,0-1 0 0 0,-1 2 0 0 0,-9 20-32 0 0,9-8-19 0 0,1-12 54 0 0,0 1 0 0 0,1 0-1 0 0,-1 0 1 0 0,1 0 0 0 0,0-1 0 0 0,0 1-1 0 0,1 0 1 0 0,-1 0 0 0 0,2 6 0 0 0,-1-8-1 0 0,0-1 0 0 0,0 0 0 0 0,0 0 0 0 0,1 0 0 0 0,-1 1 0 0 0,0-1 0 0 0,0 0 0 0 0,1 0 0 0 0,-1-1 0 0 0,0 1 1 0 0,1 0-1 0 0,-1 0 0 0 0,1-1 0 0 0,-1 1 0 0 0,1-1 0 0 0,0 1 0 0 0,-1-1 0 0 0,1 0 0 0 0,-1 1 0 0 0,1-1 0 0 0,0 0 0 0 0,-1 0 0 0 0,1 0 0 0 0,-1 0 1 0 0,1-1-1 0 0,0 1 0 0 0,-1 0 0 0 0,1-1 0 0 0,-1 1 0 0 0,3-2 0 0 0,21-4-4 0 0,-1-1 0 0 0,0-1 0 0 0,37-19 0 0 0,-33 14-27 0 0,1 2 1 0 0,42-13 0 0 0,-69 24 26 0 0,0-1 0 0 0,0 1 0 0 0,0-1 0 0 0,0 1 0 0 0,0 0-1 0 0,0 0 1 0 0,0 0 0 0 0,0 0 0 0 0,0 0 0 0 0,0 0 0 0 0,0 0 0 0 0,0 1-1 0 0,0-1 1 0 0,0 1 0 0 0,0-1 0 0 0,0 1 0 0 0,0 0 0 0 0,0 0-1 0 0,0 0 1 0 0,0 0 0 0 0,-1 0 0 0 0,1 0 0 0 0,0 0 0 0 0,-1 1 0 0 0,1-1-1 0 0,-1 0 1 0 0,0 1 0 0 0,1 0 0 0 0,-1-1 0 0 0,0 1 0 0 0,0 0-1 0 0,0 0 1 0 0,0-1 0 0 0,0 1 0 0 0,1 2 0 0 0,0 1 10 0 0,1-1-1 0 0,-1 0 1 0 0,1 0 0 0 0,1 0 0 0 0,-1 0-1 0 0,0 0 1 0 0,7 5 0 0 0,-2-4-9 0 0,-1-1 0 0 0,1 1 0 0 0,-1-1 0 0 0,1 0 0 0 0,0-1 1 0 0,1 0-1 0 0,-1-1 0 0 0,1 1 0 0 0,-1-1 0 0 0,1-1 0 0 0,-1 0 0 0 0,1 0 0 0 0,0-1 0 0 0,0 0 0 0 0,-1 0 0 0 0,1-1 1 0 0,0 0-1 0 0,8-3 0 0 0,-1 0 53 0 0,-1 0 0 0 0,0-2 0 0 0,-1 0 0 0 0,1-1 0 0 0,-1 0 1 0 0,-1-1-1 0 0,1-1 0 0 0,-1 0 0 0 0,13-11 0 0 0,-8 6 636 0 0,-11 14 297 0 0,-12 31-689 0 0,-3-1-2824 0 0,7-26 2114 0 0,-1 13-8981 0 0</inkml:trace>
</inkml:ink>
</file>

<file path=ppt/ink/ink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6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158 309 588 0 0,'0'0'1602'0'0,"-10"-27"2583"0"0,8 26-4011 0 0,1 0 0 0 0,-1 0 0 0 0,0 0 0 0 0,1 0 0 0 0,-1 0 0 0 0,0 1 0 0 0,0-1 0 0 0,1 1 0 0 0,-1 0 0 0 0,0-1 0 0 0,0 1 0 0 0,0 0 0 0 0,0 0 0 0 0,0 0 0 0 0,1 0 0 0 0,-1 0 0 0 0,0 1 0 0 0,0-1 0 0 0,0 0 0 0 0,0 1 0 0 0,1 0 0 0 0,-1-1 0 0 0,-2 2 0 0 0,-2 1 21 0 0,1 0 1 0 0,0 1-1 0 0,0 0 0 0 0,0 0 1 0 0,0 0-1 0 0,0 0 0 0 0,-5 8 1 0 0,3-4-84 0 0,0 1 1 0 0,1 0-1 0 0,0 0 1 0 0,0 1-1 0 0,1-1 0 0 0,0 1 1 0 0,1 1-1 0 0,-5 14 1 0 0,9-21-75 0 0,-1 0 0 0 0,1-1 0 0 0,0 1 1 0 0,0-1-1 0 0,0 1 0 0 0,0-1 0 0 0,1 1 0 0 0,-1-1 0 0 0,1 1 1 0 0,0-1-1 0 0,2 5 0 0 0,-3-7-29 0 0,1 1 1 0 0,0-1-1 0 0,-1 0 0 0 0,1 0 1 0 0,0 0-1 0 0,0 0 0 0 0,0 1 1 0 0,0-1-1 0 0,0 0 0 0 0,0 0 1 0 0,0-1-1 0 0,0 1 0 0 0,0 0 1 0 0,0 0-1 0 0,1 0 0 0 0,-1-1 1 0 0,0 1-1 0 0,0-1 0 0 0,1 1 1 0 0,-1-1-1 0 0,1 1 0 0 0,-1-1 1 0 0,0 0-1 0 0,1 0 0 0 0,1 1 1 0 0,-1-1 23 0 0,21-7 11 0 0,-18 5-31 0 0,0-1 1 0 0,0 0-1 0 0,0 0 1 0 0,0 0-1 0 0,-1-1 1 0 0,0 1-1 0 0,1-1 1 0 0,-1 0-1 0 0,0 0 1 0 0,-1-1-1 0 0,1 1 1 0 0,-1-1-1 0 0,0 0 1 0 0,0 0-1 0 0,3-6 1 0 0,1-5 126 0 0,-2-1 0 0 0,1 1 1 0 0,3-25-1 0 0,-9 40-88 0 0,0 0-46 0 0,0 0-1 0 0,0 0 1 0 0,0 1 0 0 0,0-1-1 0 0,0 0 1 0 0,0 0-1 0 0,0 0 1 0 0,0 1-1 0 0,0-1 1 0 0,0 0-1 0 0,0 0 1 0 0,1 0-1 0 0,-1 1 1 0 0,0-1-1 0 0,1 0 1 0 0,-1 1 0 0 0,0-1-1 0 0,1 0 1 0 0,-1 1-1 0 0,1-1 1 0 0,-1 0-1 0 0,1 1 1 0 0,-1-1-1 0 0,1 1 1 0 0,-1-1-1 0 0,1 1 1 0 0,0-1-1 0 0,1 0 1 0 0,59 2 64 0 0,-4 0-17 0 0,105-11-1 0 0,-145 7-47 0 0,-1 0 1 0 0,1-1-1 0 0,-1 0 0 0 0,1-1 1 0 0,-1-1-1 0 0,-1-1 0 0 0,1 0 1 0 0,-1-1-1 0 0,0-1 0 0 0,23-18 0 0 0,-33 22 15 0 0,1 0-1 0 0,-1 0 0 0 0,0 0 1 0 0,0-1-1 0 0,0 0 0 0 0,-1 0 1 0 0,0 0-1 0 0,0 0 0 0 0,-1-1 1 0 0,0 0-1 0 0,0 1 0 0 0,0-1 1 0 0,-1 0-1 0 0,0 0 0 0 0,-1-1 1 0 0,1 1-1 0 0,-1 0 0 0 0,-1-1 1 0 0,1 1-1 0 0,-1 0 0 0 0,0-1 1 0 0,-1 1-1 0 0,0 0 0 0 0,0-1 1 0 0,-1 1-1 0 0,-4-13 0 0 0,6 19-14 0 0,0 0-1 0 0,0 1 0 0 0,0-1 0 0 0,0 1 0 0 0,0-1 0 0 0,0 1 1 0 0,0-1-1 0 0,-1 1 0 0 0,1-1 0 0 0,0 1 0 0 0,0-1 1 0 0,0 1-1 0 0,-1-1 0 0 0,1 1 0 0 0,0-1 0 0 0,-1 1 0 0 0,1-1 1 0 0,0 1-1 0 0,-1-1 0 0 0,1 1 0 0 0,-1 0 0 0 0,1-1 0 0 0,0 1 1 0 0,-1 0-1 0 0,1-1 0 0 0,-1 1 0 0 0,1 0 0 0 0,-1 0 1 0 0,1-1-1 0 0,-1 1 0 0 0,1 0 0 0 0,-1 0 0 0 0,0 0 0 0 0,1 0 1 0 0,-1 0-1 0 0,1 0 0 0 0,-1 0 0 0 0,1 0 0 0 0,-1 0 0 0 0,1 0 1 0 0,-1 0-1 0 0,0 0 0 0 0,1 0 0 0 0,-1 0 0 0 0,1 0 0 0 0,-1 1 1 0 0,1-1-1 0 0,-1 0 0 0 0,1 0 0 0 0,-1 1 0 0 0,1-1 1 0 0,-1 0-1 0 0,1 1 0 0 0,0-1 0 0 0,-1 0 0 0 0,1 1 0 0 0,-1-1 1 0 0,0 1-1 0 0,-18 31 45 0 0,-64 210 53 0 0,54-144-70 0 0,-42 110 17 0 0,-47 169 86 0 0,61-198-31 0 0,57-179-102 0 0,0 0 1 0 0,0 0-1 0 0,0-1 1 0 0,0 1-1 0 0,0 0 1 0 0,0 0-1 0 0,0 0 1 0 0,0 0-1 0 0,-1 0 1 0 0,1-1-1 0 0,0 1 1 0 0,0 0-1 0 0,0 0 1 0 0,0 0-1 0 0,0 0 1 0 0,0 0-1 0 0,-1 0 1 0 0,1 0-1 0 0,0 0 1 0 0,0-1-1 0 0,0 1 1 0 0,0 0-1 0 0,0 0 1 0 0,-1 0-1 0 0,1 0 1 0 0,0 0-1 0 0,0 0 1 0 0,0 0-1 0 0,0 0 1 0 0,-1 0-1 0 0,1 0 1 0 0,0 0-1 0 0,0 0 1 0 0,0 0-1 0 0,0 0 1 0 0,-1 0-1 0 0,1 0 1 0 0,0 0-1 0 0,0 0 1 0 0,0 0-1 0 0,0 1 1 0 0,-1-1-1 0 0,1 0 1 0 0,0 0-1 0 0,0 0 1 0 0,0 0-1 0 0,0 0 1 0 0,0 0-1 0 0,0 0 1 0 0,-1 0-1 0 0,1 1 1 0 0,0-1-1 0 0,0 0 1 0 0,0 0-1 0 0,0 0 1 0 0,7-21 0 0 0,2-1 0 0 0,0 1 1 0 0,2 0-1 0 0,0 1 0 0 0,1 1 0 0 0,21-28 0 0 0,102-107 1 0 0,-96 112-10 0 0,2-2-110 0 0,3 2 1 0 0,1 2-1 0 0,76-51 1 0 0,-28 34-2682 0 0,7 9-3866 0 0,-60 30 2946 0 0</inkml:trace>
</inkml:ink>
</file>

<file path=ppt/ink/ink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8.0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351 101 800 0 0,'-1'-1'182'0'0,"0"0"0"0"0,1 1 1 0 0,-1-1-1 0 0,0 0 0 0 0,0 1 0 0 0,1-1 0 0 0,-1 1 0 0 0,0-1 0 0 0,0 1 1 0 0,0-1-1 0 0,0 1 0 0 0,0 0 0 0 0,0-1 0 0 0,0 1 0 0 0,0 0 1 0 0,1 0-1 0 0,-1 0 0 0 0,0 0 0 0 0,0 0 0 0 0,0 0 0 0 0,0 0 0 0 0,0 0 1 0 0,0 0-1 0 0,0 0 0 0 0,0 0 0 0 0,0 1 0 0 0,0-1 0 0 0,0 0 0 0 0,0 1 1 0 0,0-1-1 0 0,0 1 0 0 0,-1 0 0 0 0,-1 2 134 0 0,0 0 0 0 0,0-1-1 0 0,0 1 1 0 0,0 1 0 0 0,1-1 0 0 0,-1 0-1 0 0,1 1 1 0 0,-3 5 0 0 0,-4 10 455 0 0,1 0 0 0 0,-8 28 0 0 0,0 18 974 0 0,-10 85-1 0 0,20-99-1748 0 0,6-50-292 0 0,-2-2-1859 0 0,-1 1 2046 0 0,0-1 0 0 0,0-1 0 0 0,1 1 0 0 0,-1 0 0 0 0,1-1 0 0 0,-1 1 0 0 0,1-1 0 0 0,0 0 0 0 0,-1 0 0 0 0,1 0 0 0 0,0 0 0 0 0,0 0 0 0 0,0 0 0 0 0,1-1 0 0 0,-1 1-1 0 0,-1-4 1 0 0,-33-53-1513 0 0,28 44 1169 0 0,-28-44-768 0 0,19 34 907 0 0,2 0-1 0 0,0-1 1 0 0,2-1-1 0 0,-13-35 0 0 0,25 58 319 0 0,0 1 0 0 0,1-1-1 0 0,-1 1 1 0 0,1-1 0 0 0,-1 0-1 0 0,1 1 1 0 0,0-1 0 0 0,0 0-1 0 0,1 0 1 0 0,-1 1 0 0 0,1-1-1 0 0,-1 1 1 0 0,1-1 0 0 0,1 1-1 0 0,-1-1 1 0 0,0 1 0 0 0,1-1 0 0 0,-1 1-1 0 0,4-4 1 0 0,-1 2-2 0 0,0 1-1 0 0,0-1 1 0 0,1 1 0 0 0,-1-1-1 0 0,1 1 1 0 0,0 1 0 0 0,1-1 0 0 0,-1 1-1 0 0,1 0 1 0 0,8-4 0 0 0,2 1 8 0 0,0 1 0 0 0,0 0 0 0 0,1 1 0 0 0,0 1 0 0 0,0 0 0 0 0,0 2 0 0 0,25 0 0 0 0,-19 3 20 0 0,0 1-1 0 0,-1 1 1 0 0,1 1-1 0 0,-1 0 1 0 0,0 2-1 0 0,-1 1 1 0 0,1 1 0 0 0,-2 1-1 0 0,1 0 1 0 0,-1 2-1 0 0,-1 0 1 0 0,26 22-1 0 0,-29-21 27 0 0,-1 0 0 0 0,-1 1 0 0 0,0 0 0 0 0,-1 1-1 0 0,-1 1 1 0 0,0 0 0 0 0,-1 1 0 0 0,-1 0 0 0 0,0 0-1 0 0,-2 1 1 0 0,0 1 0 0 0,-1-1 0 0 0,0 1 0 0 0,5 29-1 0 0,-11-40-10 0 0,0-1-1 0 0,-1 1 0 0 0,0-1 0 0 0,0 1 1 0 0,0-1-1 0 0,-1 0 0 0 0,0 1 0 0 0,-1-1 1 0 0,0 0-1 0 0,0 1 0 0 0,0-1 0 0 0,-1 0 1 0 0,-5 10-1 0 0,2-8 22 0 0,-1 1 0 0 0,1-1 1 0 0,-1-1-1 0 0,-1 1 0 0 0,0-1 1 0 0,0 0-1 0 0,0-1 0 0 0,-13 8 0 0 0,-2 0 115 0 0,-1-2 0 0 0,-1 0 0 0 0,0-2 0 0 0,0 0 0 0 0,-2-2 0 0 0,-39 9 0 0 0,29-10 71 0 0,-1-1 1 0 0,-40 2-1 0 0,63-8-188 0 0,-1-1-1 0 0,0-1 0 0 0,1 0 1 0 0,-1-1-1 0 0,1-1 1 0 0,0 0-1 0 0,-29-11 0 0 0,43 13-150 0 0,-1 1 0 0 0,0-1 0 0 0,1 0 0 0 0,-1 0 0 0 0,1 0 0 0 0,-1 0 0 0 0,1 0 0 0 0,-1 0 0 0 0,1 0 0 0 0,0-1 0 0 0,0 1 0 0 0,-1-1 0 0 0,1 1 0 0 0,0-1 0 0 0,0 1 1 0 0,1-1-1 0 0,-1 1 0 0 0,0-1 0 0 0,0 0 0 0 0,0-2 0 0 0,3-23-4535 0 0,5 12 1824 0 0</inkml:trace>
</inkml:ink>
</file>

<file path=ppt/ink/ink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8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0 248 0 0,'4'4'628'0'0,"-1"0"0"0"0,1 0 1 0 0,-1 0-1 0 0,0 1 0 0 0,0-1 0 0 0,-1 1 1 0 0,0 0-1 0 0,1 0 0 0 0,-1 0 0 0 0,-1 0 0 0 0,1 0 1 0 0,-1 0-1 0 0,0 0 0 0 0,0 1 0 0 0,0 5 1 0 0,3 9 1063 0 0,-3-14-1382 0 0,0-1 0 0 0,-1 0 1 0 0,1 1-1 0 0,-1-1 0 0 0,-1 1 0 0 0,1-1 1 0 0,-2 9-1 0 0,0-1-483 0 0,2-11-267 0 0,-17-37-11109 0 0</inkml:trace>
</inkml:ink>
</file>

<file path=ppt/ink/ink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8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0 147 516 0 0,'7'-29'2619'0'0,"0"0"0"0"0,22-52 0 0 0,-14 75-2862 0 0,-9 4-4068 0 0</inkml:trace>
</inkml:ink>
</file>

<file path=ppt/ink/ink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39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10 296 0 0,'3'17'2127'0'0,"-2"-5"-1494"0"0,0 0 1 0 0,-1 0-1 0 0,-1 0 0 0 0,0-1 1 0 0,-1 1-1 0 0,0 0 1 0 0,0-1-1 0 0,-1 0 0 0 0,-6 15 1 0 0,8-24-385 0 0,-7 7 373 0 0,3-5-68 0 0,4-7 167 0 0,3-8-678 0 0,2 0 0 0 0,-1 0 1 0 0,2 0-1 0 0,-1 1 0 0 0,1 0 0 0 0,1 0 0 0 0,0 0 0 0 0,0 0 1 0 0,1 1-1 0 0,0 0 0 0 0,1 1 0 0 0,-1 0 0 0 0,2 0 0 0 0,-1 0 1 0 0,16-9-1 0 0,-22 16-37 0 0,0 0 0 0 0,0-1 1 0 0,0 2-1 0 0,0-1 0 0 0,0 0 1 0 0,1 0-1 0 0,-1 1 0 0 0,0-1 1 0 0,0 1-1 0 0,1 0 0 0 0,-1 0 1 0 0,0 0-1 0 0,1 0 0 0 0,-1 0 1 0 0,1 0-1 0 0,-1 0 0 0 0,0 1 0 0 0,0 0 1 0 0,1-1-1 0 0,3 3 0 0 0,-2-2 5 0 0,0 1-1 0 0,0 0 1 0 0,0 1-1 0 0,0-1 0 0 0,0 1 1 0 0,-1 0-1 0 0,1-1 0 0 0,5 7 1 0 0,-8-8 26 0 0,2 3-21 0 0,-2-3-11 0 0,-1-1-1 0 0,0 1 0 0 0,0 0 1 0 0,1-1-1 0 0,-1 1 0 0 0,0-1 0 0 0,0 1 1 0 0,1 0-1 0 0,-1-1 0 0 0,1 1 1 0 0,-1-1-1 0 0,1 0 0 0 0,-1 1 1 0 0,1-1-1 0 0,-1 1 0 0 0,1-1 0 0 0,-1 1 1 0 0,1-1-1 0 0,-1 0 0 0 0,1 0 1 0 0,0 1-1 0 0,-1-1 0 0 0,1 0 0 0 0,0 0 1 0 0,-1 0-1 0 0,1 1 0 0 0,-1-1 1 0 0,1 0-1 0 0,0 0 0 0 0,-1 0 0 0 0,1 0 1 0 0,0 0-1 0 0,-1 0 0 0 0,1-1 1 0 0,0 1-1 0 0,-1 0 0 0 0,2 0 0 0 0,1 0-2 0 0,36 15-8 0 0,-3-1 30 0 0,-6-5 11 0 0,-28-9-41 0 0,-1 1 7 0 0,4 3-3 0 0,-4-4-5 0 0,9 4-7439 0 0</inkml:trace>
</inkml:ink>
</file>

<file path=ppt/ink/ink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41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28 616 0 0,'0'0'4268'0'0,"0"-12"1645"0"0,-30 94-4536 0 0,22-54-783 0 0,-20 42 0 0 0,27-69-531 0 0,-2 5-24 0 0,2-4 108 0 0,4-5 745 0 0,12-19-853 0 0,2 0 0 0 0,0 1 1 0 0,2 1-1 0 0,0 1 0 0 0,1 0 1 0 0,36-25-1 0 0,-51 41-40 0 0,1 0-1 0 0,-1 1 1 0 0,1-1 0 0 0,-1 1 0 0 0,1 0-1 0 0,0 1 1 0 0,-1-1 0 0 0,1 1 0 0 0,0 0-1 0 0,0 1 1 0 0,0-1 0 0 0,0 1-1 0 0,0 0 1 0 0,7 1 0 0 0,-10 0 0 0 0,0 0 1 0 0,0 0-1 0 0,0 0 1 0 0,0 0-1 0 0,0 0 1 0 0,0 1-1 0 0,0-1 1 0 0,0 1-1 0 0,0 0 1 0 0,-1 0-1 0 0,1 0 1 0 0,-1 0-1 0 0,1 0 1 0 0,-1 1-1 0 0,0-1 1 0 0,0 1-1 0 0,0-1 1 0 0,0 1-1 0 0,0 0 1 0 0,-1 0-1 0 0,1 0 1 0 0,-1 0-1 0 0,0 0 1 0 0,0 0-1 0 0,0 0 1 0 0,0 0-1 0 0,0 5 1 0 0,-1-8 0 0 0,2 5 15 0 0,-1 1 1 0 0,0 0-1 0 0,0-1 0 0 0,-1 1 1 0 0,1 0-1 0 0,-1 0 0 0 0,-1-1 1 0 0,1 1-1 0 0,-1 0 1 0 0,0 0-1 0 0,0-1 0 0 0,0 1 1 0 0,-4 8-1 0 0,-21 25 146 0 0,26-37-113 0 0,0-5-37 0 0,0 1 0 0 0,0 0 0 0 0,0 0 0 0 0,0 0 0 0 0,1 0 0 0 0,-1 0 0 0 0,1 0 0 0 0,-1 0 0 0 0,1 0 0 0 0,0 0 0 0 0,0 0 0 0 0,0 1 0 0 0,0-1 0 0 0,0 0 0 0 0,0 0 0 0 0,1 1 0 0 0,-1-1 0 0 0,2-1 0 0 0,4-6-20 0 0,0 1 0 0 0,0-1 0 0 0,16-12 1 0 0,-12 12-1 0 0,0 1-1 0 0,1 0 1 0 0,0 1 0 0 0,0 0 0 0 0,1 1 0 0 0,0 0-1 0 0,0 1 1 0 0,0 1 0 0 0,28-6 0 0 0,-36 10 3 0 0,0 1 1 0 0,1 0-1 0 0,-1 0 1 0 0,0 1 0 0 0,0-1-1 0 0,0 1 1 0 0,0 1-1 0 0,0-1 1 0 0,0 0-1 0 0,0 1 1 0 0,-1 0-1 0 0,1 0 1 0 0,-1 1 0 0 0,0-1-1 0 0,4 5 1 0 0,5 2-17 0 0,18 14 32 0 0,-15-11 4 0 0,2 0-1 0 0,23 13 1 0 0,-33-22-10 0 0,0-1 0 0 0,0 0-1 0 0,0 0 1 0 0,0-1 0 0 0,0 0 0 0 0,0 0-1 0 0,1-1 1 0 0,-1 0 0 0 0,11 0 0 0 0,-7-2 4 0 0,0 0 1 0 0,1-1-1 0 0,-1 0 1 0 0,0-1-1 0 0,0 0 1 0 0,0-1-1 0 0,-1 0 1 0 0,1-1-1 0 0,-1-1 1 0 0,0 1-1 0 0,-1-2 1 0 0,1 0-1 0 0,-1 0 0 0 0,-1 0 1 0 0,1-2-1 0 0,-1 1 1 0 0,13-17-1 0 0,-20 21-2 0 0,4-32 6 0 0,-7 34 1 0 0,0 0-19 0 0,0 1 10 0 0,-1-1 0 0 0,1 1 0 0 0,0-1 0 0 0,-1 1 0 0 0,1 0 0 0 0,-1 0-1 0 0,1 0 1 0 0,-1 0 0 0 0,0 0 0 0 0,1 0 0 0 0,-1 0 0 0 0,0 1 0 0 0,0-1 0 0 0,1 1 0 0 0,-1-1 0 0 0,0 1-1 0 0,0-1 1 0 0,0 1 0 0 0,0 0 0 0 0,0 0 0 0 0,0 0 0 0 0,0 0 0 0 0,1 1 0 0 0,-1-1 0 0 0,0 0 0 0 0,0 1 0 0 0,0-1-1 0 0,0 1 1 0 0,-2 1 0 0 0,-3 1 30 0 0,1 0 0 0 0,0 0-1 0 0,0 0 1 0 0,0 1 0 0 0,-6 5-1 0 0,9-7-21 0 0,1 0 0 0 0,-1-1 0 0 0,1 1 0 0 0,0 0 0 0 0,-1 1 0 0 0,1-1-1 0 0,0 0 1 0 0,0 0 0 0 0,0 1 0 0 0,1-1 0 0 0,-1 1 0 0 0,1 0-1 0 0,-1-1 1 0 0,1 1 0 0 0,0 0 0 0 0,0 0 0 0 0,0 0 0 0 0,0 0 0 0 0,1 0-1 0 0,-1 0 1 0 0,1 0 0 0 0,0 0 0 0 0,0 0 0 0 0,0 0 0 0 0,0 0 0 0 0,0 0-1 0 0,1 0 1 0 0,-1 0 0 0 0,1 0 0 0 0,0 0 0 0 0,0 0 0 0 0,0 0-1 0 0,0 0 1 0 0,0-1 0 0 0,1 1 0 0 0,3 4 0 0 0,-1-1-4 0 0,1-1 0 0 0,0 0 1 0 0,0-1-1 0 0,0 1 0 0 0,1-1 0 0 0,0 0 0 0 0,0 0 1 0 0,0-1-1 0 0,0 0 0 0 0,0 0 0 0 0,1 0 1 0 0,-1-1-1 0 0,1 0 0 0 0,0 0 0 0 0,9 1 0 0 0,3-1-6 0 0,0-1 0 0 0,0 0 0 0 0,-1-2 0 0 0,1 0 0 0 0,0-1-1 0 0,-1-1 1 0 0,1 0 0 0 0,-1-2 0 0 0,0 0 0 0 0,0-1 0 0 0,-1-1 0 0 0,0 0-1 0 0,0-2 1 0 0,0 0 0 0 0,-1-1 0 0 0,-1 0 0 0 0,0-1 0 0 0,0-1-1 0 0,21-22 1 0 0,-34 32 0 0 0,2-2 1 0 0,0-1 0 0 0,-1 0-1 0 0,1 0 1 0 0,-1 0 0 0 0,0-1 0 0 0,0 1 0 0 0,-1-1 0 0 0,3-7 0 0 0,3-5 38 0 0,-3 5-43 0 0,-1 6-21 0 0,-3 14-1 0 0,0 3 22 0 0,-4 36 24 0 0,2-42-16 0 0,0 0 1 0 0,1 0-1 0 0,-1 1 1 0 0,1-1-1 0 0,0 0 1 0 0,0 1-1 0 0,0-1 1 0 0,1 0-1 0 0,-1 0 1 0 0,1 1-1 0 0,0-1 1 0 0,0 0-1 0 0,1 0 1 0 0,-1 0-1 0 0,3 5 1 0 0,-3-8-9 0 0,3 0-2 0 0,0 0 1 0 0,0-1 0 0 0,0 1 0 0 0,0-1-1 0 0,0 0 1 0 0,0 0 0 0 0,0 0 0 0 0,0 0 0 0 0,1-1-1 0 0,-1 0 1 0 0,5-1 0 0 0,10-6 3 0 0,-1-1 1 0 0,-1-1-1 0 0,0-1 0 0 0,25-19 1 0 0,-41 29-6 0 0,1 2-5 0 0,1-1 9 0 0,-1 1-1 0 0,0 0 1 0 0,0 0 0 0 0,0 0 0 0 0,0 0 0 0 0,0 0 0 0 0,-1 0 0 0 0,1 0 0 0 0,0 1-1 0 0,0-1 1 0 0,-1 1 0 0 0,1-1 0 0 0,-1 1 0 0 0,1 0 0 0 0,-1-1 0 0 0,0 1-1 0 0,0 0 1 0 0,0 0 0 0 0,0 0 0 0 0,0 0 0 0 0,0 0 0 0 0,0 0 0 0 0,-1 0 0 0 0,1 1-1 0 0,-1-1 1 0 0,1 3 0 0 0,0-1 2 0 0,0 0 1 0 0,1 0-1 0 0,-1 0 0 0 0,1 0 1 0 0,0 0-1 0 0,0-1 0 0 0,0 1 1 0 0,1-1-1 0 0,-1 0 0 0 0,1 1 1 0 0,3 3-1 0 0,-2-6 1 0 0,-1 1 0 0 0,1-1 0 0 0,-1 1 0 0 0,1-1 0 0 0,0 0 0 0 0,-1-1 0 0 0,1 1 0 0 0,0 0 0 0 0,0-1 0 0 0,-1 0 0 0 0,1 0 0 0 0,0 0 0 0 0,0-1 0 0 0,-1 1 0 0 0,1-1 0 0 0,0 0 0 0 0,0 0-1 0 0,-1 0 1 0 0,5-2 0 0 0,14-5-11 0 0,41-22 0 0 0,-44 21 17 0 0,9-5-11 0 0,0 2 1 0 0,1 1 0 0 0,0 1-1 0 0,1 1 1 0 0,39-5 0 0 0,-66 13 2 0 0,-1 1 0 0 0,1-1 0 0 0,-1 1 0 0 0,1 0 0 0 0,-1 0 0 0 0,1 0 0 0 0,-1 0 0 0 0,1 0 0 0 0,-1 1 1 0 0,1-1-1 0 0,-1 1 0 0 0,1 0 0 0 0,-1 0 0 0 0,1-1 0 0 0,-1 2 0 0 0,0-1 0 0 0,1 0 0 0 0,-1 0 1 0 0,0 1-1 0 0,0-1 0 0 0,0 1 0 0 0,0 0 0 0 0,0-1 0 0 0,-1 1 0 0 0,1 0 0 0 0,0 0 0 0 0,-1 0 0 0 0,1 0 1 0 0,-1 1-1 0 0,0-1 0 0 0,0 0 0 0 0,0 0 0 0 0,0 1 0 0 0,0-1 0 0 0,0 1 0 0 0,-1-1 0 0 0,1 1 1 0 0,-1-1-1 0 0,0 1 0 0 0,0-1 0 0 0,0 1 0 0 0,0-1 0 0 0,0 1 0 0 0,0 0 0 0 0,-1-1 0 0 0,1 1 0 0 0,-1-1 1 0 0,1 0-1 0 0,-1 1 0 0 0,-2 3 0 0 0,3-5 43 0 0,0 0-41 0 0,0-1-1 0 0,0 0-1 0 0,0 0 0 0 0,0 0 1 0 0,0 0-1 0 0,1 0 0 0 0,-1 0 1 0 0,0 0-1 0 0,0 0 0 0 0,0 0 1 0 0,0 0-1 0 0,1 0 0 0 0,-1 0 1 0 0,0 0-1 0 0,0 0 0 0 0,0 0 1 0 0,0 0-1 0 0,1 0 0 0 0,-1 0 1 0 0,0 0-1 0 0,0 0 0 0 0,0 0 1 0 0,0 0-1 0 0,1 1 0 0 0,-1-1 1 0 0,0 0-1 0 0,0 0 1 0 0,0 0-1 0 0,0 0 0 0 0,0 0 1 0 0,1 0-1 0 0,-1 0 0 0 0,0 1 1 0 0,0-1-1 0 0,0 0 0 0 0,0 0 1 0 0,0 0-1 0 0,0 0 0 0 0,0 1 1 0 0,0-1-1 0 0,0 0 0 0 0,1 0 1 0 0,-1 0-1 0 0,0 0 0 0 0,0 1 1 0 0,0-1-1 0 0,0 0 0 0 0,0 0 1 0 0,0 0-1 0 0,0 0 0 0 0,0 1 1 0 0,0-1-1 0 0,0 0 0 0 0,0 0 1 0 0,-1 0-1 0 0,1 0 0 0 0,0 1 1 0 0,0-1-1 0 0,0 0 0 0 0,0 0 1 0 0,0 0-1 0 0,0 0 0 0 0,0 1 1 0 0,0-1-1 0 0,0 0 0 0 0,-1 0 1 0 0,32-18-25 0 0,40-19 0 0 0,-62 32 17 0 0,1 1 0 0 0,0 1 0 0 0,0 0 0 0 0,0 0 0 0 0,0 1 0 0 0,0 0 0 0 0,0 1 0 0 0,0 0 0 0 0,19 1 0 0 0,-26 0 6 0 0,1 1 0 0 0,-1 0 1 0 0,0 0-1 0 0,1 0 0 0 0,-1 1 0 0 0,0-1 0 0 0,0 1 1 0 0,0-1-1 0 0,0 1 0 0 0,0 0 0 0 0,0 0 1 0 0,0 1-1 0 0,-1-1 0 0 0,1 1 0 0 0,-1-1 1 0 0,1 1-1 0 0,-1 0 0 0 0,0 0 0 0 0,0 0 1 0 0,-1 0-1 0 0,1 0 0 0 0,0 0 0 0 0,-1 0 0 0 0,0 0 1 0 0,0 1-1 0 0,1 4 0 0 0,-2-7 7 0 0,1 1-67 0 0,-1 0 0 0 0,0 0 1 0 0,1 0-1 0 0,-1 0 1 0 0,0 0-1 0 0,0 0 1 0 0,0 0-1 0 0,-1 0 1 0 0,1 0-1 0 0,0 0 1 0 0,-1 0-1 0 0,0 3 1 0 0,-4 5-5333 0 0,-2-6 1539 0 0</inkml:trace>
</inkml:ink>
</file>

<file path=ppt/ink/ink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41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72 520 0 0,'22'-41'8517'0'0,"-20"36"-8023"0"0,-2 3-239 0 0,0 1-1 0 0,1-1 1 0 0,-1 1-1 0 0,1-1 1 0 0,-1 1-1 0 0,1 0 1 0 0,0-1-1 0 0,-1 1 1 0 0,1 0-1 0 0,0-1 1 0 0,0 1 0 0 0,0 0-1 0 0,0 0 1 0 0,0 0-1 0 0,0 0 1 0 0,0 0-1 0 0,1 0 1 0 0,1-1-1 0 0,-2 1-629 0 0</inkml:trace>
</inkml:ink>
</file>

<file path=ppt/ink/ink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42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22 560 0 0,'-21'31'3774'0'0,"19"-26"-3549"0"0,1 0 0 0 0,-1 0 0 0 0,1 0 0 0 0,0 0 0 0 0,0 0 0 0 0,0 0 0 0 0,1 0 1 0 0,0 0-1 0 0,0 0 0 0 0,0 0 0 0 0,1 6 0 0 0,-1-10-173 0 0,0 1 0 0 0,1 0 1 0 0,-1 0-1 0 0,1 0 0 0 0,-1-1 0 0 0,1 1 0 0 0,-1 0 1 0 0,1-1-1 0 0,0 1 0 0 0,0 0 0 0 0,0-1 0 0 0,0 1 0 0 0,0-1 1 0 0,0 1-1 0 0,0-1 0 0 0,1 0 0 0 0,-1 0 0 0 0,1 1 1 0 0,-1-1-1 0 0,0 0 0 0 0,1 0 0 0 0,0 0 0 0 0,-1 0 1 0 0,1-1-1 0 0,0 1 0 0 0,-1 0 0 0 0,1-1 0 0 0,0 1 0 0 0,0-1 1 0 0,-1 0-1 0 0,1 1 0 0 0,0-1 0 0 0,0 0 0 0 0,0 0 1 0 0,0 0-1 0 0,-1 0 0 0 0,4-1 0 0 0,-2 1 64 0 0,-1-1 0 0 0,1 1 0 0 0,0-1 0 0 0,0 0 0 0 0,0 0 0 0 0,-1 0-1 0 0,1 0 1 0 0,0-1 0 0 0,-1 1 0 0 0,1-1 0 0 0,-1 1 0 0 0,0-1 0 0 0,1 0 0 0 0,-1 0 0 0 0,0 0-1 0 0,0 0 1 0 0,0 0 0 0 0,0 0 0 0 0,-1-1 0 0 0,1 1 0 0 0,-1-1 0 0 0,1 1 0 0 0,-1-1 0 0 0,0 0-1 0 0,0 1 1 0 0,0-1 0 0 0,0 0 0 0 0,0 0 0 0 0,-1 0 0 0 0,1-3 0 0 0,0 0 129 0 0,-1-1-1 0 0,0 1 1 0 0,0-1 0 0 0,0 1 0 0 0,-1-1-1 0 0,0 1 1 0 0,0-1 0 0 0,-1 1 0 0 0,0 0-1 0 0,0-1 1 0 0,0 1 0 0 0,-5-8 0 0 0,6 12-252 0 0,-4 1-681 0 0,0 0-226 0 0,-18 8-10614 0 0</inkml:trace>
</inkml:ink>
</file>

<file path=ppt/ink/ink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42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1 672 0 0,'0'0'3784'0'0,"15"28"-61"0"0,-5 68 1163 0 0,-9-95-4824 0 0,0 0 0 0 0,0-1 0 0 0,0 1 0 0 0,0 0 0 0 0,1-1 0 0 0,-1 1 0 0 0,0 0 0 0 0,0-1-1 0 0,0 1 1 0 0,0-1 0 0 0,1 0 0 0 0,-1 1 0 0 0,0-1 0 0 0,1 0 0 0 0,-1 0 0 0 0,0 0 0 0 0,0 0 0 0 0,1 0 0 0 0,-1 0 0 0 0,0 0 0 0 0,0-1-1 0 0,1 1 1 0 0,1-1 0 0 0,78-21 684 0 0,-65 15-517 0 0,1 2-1 0 0,-1 1 1 0 0,1 0 0 0 0,0 1-1 0 0,18-1 1 0 0,-33 4-60 0 0,0-1-123 0 0,0 1 0 0 0,0 0-1 0 0,0 0 1 0 0,0 0 0 0 0,-1 0 0 0 0,1 0-1 0 0,0 0 1 0 0,0 0 0 0 0,0 1-1 0 0,0-1 1 0 0,-1 0 0 0 0,1 1 0 0 0,0 0-1 0 0,0-1 1 0 0,-1 1 0 0 0,1 0-1 0 0,-1 0 1 0 0,1 0 0 0 0,0 0 0 0 0,-1 0-1 0 0,0 1 1 0 0,1-1 0 0 0,-1 0 0 0 0,0 1-1 0 0,0-1 1 0 0,1 0 0 0 0,-1 1-1 0 0,0 0 1 0 0,-1-1 0 0 0,1 1 0 0 0,0 0-1 0 0,0-1 1 0 0,-1 1 0 0 0,1 0-1 0 0,-1 0 1 0 0,1-1 0 0 0,-1 1 0 0 0,0 0-1 0 0,0 4 1 0 0,0-4-313 0 0,-4 8-3771 0 0,-2 2-2815 0 0</inkml:trace>
</inkml:ink>
</file>

<file path=ppt/ink/ink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43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73 1224 0 0,'0'0'116'0'0,"9"-16"4878"0"0,0 0 0 0 0,19-25 1974 0 0,-30 47-6667 0 0,-30 77 348 0 0,-4-1-1 0 0,-3-1 1 0 0,-87 129 0 0 0,118-199-610 0 0,5-9-30 0 0,1 1 1 0 0,0-1-1 0 0,0 1 1 0 0,0-1 0 0 0,1 1-1 0 0,-1-1 1 0 0,0 1-1 0 0,1 0 1 0 0,0 0-1 0 0,-1 0 1 0 0,1 0-1 0 0,1 0 1 0 0,-2 6 0 0 0,3-7-6 0 0,1 0 0 0 0,0 0 1 0 0,0 0-1 0 0,0 0 1 0 0,0-1-1 0 0,0 1 1 0 0,0-1-1 0 0,0 1 1 0 0,0-1-1 0 0,0 0 0 0 0,1 0 1 0 0,-1 0-1 0 0,1 0 1 0 0,-1 0-1 0 0,1-1 1 0 0,-1 1-1 0 0,1-1 0 0 0,3 1 1 0 0,57 3-11 0 0,-46-4 5 0 0,30 2 26 0 0,-19 1-325 0 0,1-1 0 0 0,-1-2 0 0 0,1 0 0 0 0,-1-2 0 0 0,0-2 0 0 0,41-9-1 0 0,-66 11 282 0 0,1 1-1 0 0,0-1 0 0 0,-1-1 1 0 0,1 1-1 0 0,-1 0 0 0 0,1-1 0 0 0,-1 0 1 0 0,0 0-1 0 0,0 0 0 0 0,0 0 1 0 0,-1 0-1 0 0,1 0 0 0 0,-1-1 0 0 0,0 1 1 0 0,0-1-1 0 0,0 0 0 0 0,0 0 1 0 0,-1 0-1 0 0,1 0 0 0 0,-1 0 1 0 0,0 0-1 0 0,0 0 0 0 0,-1 0 0 0 0,1 0 1 0 0,-1 0-1 0 0,0 0 0 0 0,0-1 1 0 0,0 1-1 0 0,-1 0 0 0 0,1 0 0 0 0,-3-8 1 0 0,4 3 565 0 0,0-2-10 0 0,-1 11-523 0 0,0 0 0 0 0,0 0 0 0 0,0 0 0 0 0,0-1 0 0 0,0 1 1 0 0,0 0-1 0 0,0 0 0 0 0,0 0 0 0 0,0 0 0 0 0,0 0 0 0 0,0 0 0 0 0,0 0 1 0 0,0 0-1 0 0,-1-1 0 0 0,1 1 0 0 0,0 0 0 0 0,0 0 0 0 0,0 0 1 0 0,0 0-1 0 0,0 0 0 0 0,0 0 0 0 0,0 0 0 0 0,0 0 0 0 0,0 0 1 0 0,-1 0-1 0 0,1 0 0 0 0,0 0 0 0 0,0 0 0 0 0,0 0 0 0 0,0 0 0 0 0,0 0 1 0 0,0-1-1 0 0,0 1 0 0 0,0 0 0 0 0,-1 0 0 0 0,1 0 0 0 0,0 0 1 0 0,0 0-1 0 0,0 1 0 0 0,0-1 0 0 0,0 0 0 0 0,0 0 0 0 0,0 0 1 0 0,-1 0-1 0 0,1 0 0 0 0,0 0 0 0 0,0 0 0 0 0,0 0 0 0 0,0 0 1 0 0,0 0-1 0 0,0 0 0 0 0,0 0 0 0 0,0 0 0 0 0,-1 0 0 0 0,1 0 0 0 0,0 0 1 0 0,0 1-1 0 0,0-1 0 0 0,0 0 0 0 0,0 0 0 0 0,0 0 0 0 0,0 0 1 0 0,-14 12 52 0 0,1 0 1 0 0,0 1-1 0 0,1 0 1 0 0,1 1-1 0 0,0 1 1 0 0,1-1-1 0 0,0 2 1 0 0,1-1-1 0 0,-10 26 1 0 0,7-13-147 0 0,2 1 0 0 0,1 0 0 0 0,1 0 0 0 0,-8 60 0 0 0,14-46-7332 0 0</inkml:trace>
</inkml:ink>
</file>

<file path=ppt/ink/ink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5:43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1356 0 0,'3'-1'818'0'0,"1"0"-1"0"0,-1-1 1 0 0,0 1-1 0 0,0 0 1 0 0,0-1 0 0 0,0 0-1 0 0,0 0 1 0 0,0 0-1 0 0,-1 0 1 0 0,1 0-1 0 0,-1-1 1 0 0,1 1-1 0 0,-1-1 1 0 0,0 1 0 0 0,0-1-1 0 0,3-5 1 0 0,-5 7 553 0 0,-9-3-4901 0 0,3 0 2073 0 0,-3 3-3153 0 0,-13 1 657 0 0</inkml:trace>
</inkml:ink>
</file>

<file path=ppt/ink/ink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2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531 265 416 0 0,'0'0'2887'0'0,"-4"3"-2232"0"0,-8 7-274 0 0,-1-2-1 0 0,-1 1 0 0 0,1-2 0 0 0,-1 0 0 0 0,-1 0 0 0 0,1-1 1 0 0,-1-1-1 0 0,0 0 0 0 0,0-2 0 0 0,-1 1 0 0 0,1-2 0 0 0,-1 0 1 0 0,1-1-1 0 0,-1 0 0 0 0,-29-3 0 0 0,32 1-262 0 0,-1-1 0 0 0,0 0-1 0 0,1-1 1 0 0,-1 0 0 0 0,1-1 0 0 0,0 0 0 0 0,0-1 0 0 0,0-1-1 0 0,1 0 1 0 0,0 0 0 0 0,0-1 0 0 0,1-1 0 0 0,0 0 0 0 0,0-1-1 0 0,0 0 1 0 0,1 0 0 0 0,1-1 0 0 0,-14-19 0 0 0,20 24-101 0 0,0-1 1 0 0,0 0 0 0 0,0 0 0 0 0,1 0-1 0 0,0 0 1 0 0,1 0 0 0 0,-1 0-1 0 0,1-1 1 0 0,0 1 0 0 0,1-1-1 0 0,0 1 1 0 0,0 0 0 0 0,0-1-1 0 0,1 1 1 0 0,0-1 0 0 0,0 1-1 0 0,0 0 1 0 0,1-1 0 0 0,0 1 0 0 0,0 0-1 0 0,0 0 1 0 0,1 1 0 0 0,4-8-1 0 0,-5 9-13 0 0,1 0 1 0 0,0 0-1 0 0,0 0 0 0 0,0 0 0 0 0,0 1 0 0 0,1-1 0 0 0,-1 1 0 0 0,1 0 0 0 0,0 0 1 0 0,0 0-1 0 0,0 1 0 0 0,0-1 0 0 0,1 1 0 0 0,-1 0 0 0 0,1 0 0 0 0,-1 0 1 0 0,1 1-1 0 0,-1-1 0 0 0,1 1 0 0 0,0 1 0 0 0,0-1 0 0 0,0 1 0 0 0,0-1 0 0 0,0 1 1 0 0,-1 1-1 0 0,1-1 0 0 0,0 1 0 0 0,0-1 0 0 0,0 1 0 0 0,-1 1 0 0 0,7 2 1 0 0,1 1-2 0 0,0 1 1 0 0,-1 0 0 0 0,0 1 0 0 0,0 0 0 0 0,-1 1-1 0 0,0 0 1 0 0,0 1 0 0 0,-1 0 0 0 0,0 1 0 0 0,-1 0 0 0 0,1 0-1 0 0,-2 0 1 0 0,0 1 0 0 0,6 12 0 0 0,11 24 17 0 0,-2 1 1 0 0,18 57-1 0 0,-26-64-7 0 0,4 8 0 0 0,-4-8 14 0 0,1-1 0 0 0,2-1-1 0 0,37 63 1 0 0,-52-99-23 0 0,17 15 43 0 0,-17-17-47 0 0,0-1 0 0 0,0 1 0 0 0,1-1 0 0 0,-1 1 0 0 0,0-1 0 0 0,0 0-1 0 0,0 0 1 0 0,1 0 0 0 0,-1 0 0 0 0,0 0 0 0 0,0-1 0 0 0,1 1 0 0 0,-1-1 0 0 0,0 1 0 0 0,0-1 0 0 0,0 0 0 0 0,0 0 0 0 0,0 0 0 0 0,0 0 0 0 0,0 0 0 0 0,0 0 0 0 0,0 0 0 0 0,-1-1 0 0 0,1 1-1 0 0,0-1 1 0 0,-1 1 0 0 0,1-1 0 0 0,1-3 0 0 0,3 0-5 0 0,-2 1 33 0 0,0 1 0 0 0,0 0 0 0 0,0 0-1 0 0,1 0 1 0 0,-1 1 0 0 0,1-1 0 0 0,-1 1 0 0 0,1 0-1 0 0,0 1 1 0 0,0-1 0 0 0,0 1 0 0 0,0 0 0 0 0,0 0-1 0 0,0 0 1 0 0,0 1 0 0 0,1 0 0 0 0,-1 0 0 0 0,0 0-1 0 0,9 2 1 0 0,1 2 104 0 0,0 1 0 0 0,0 0 0 0 0,-1 1-1 0 0,0 1 1 0 0,13 8 0 0 0,34 14-517 0 0,-53-26 93 0 0,36 11-2779 0 0,-13-9-2005 0 0,-11-5 1853 0 0</inkml:trace>
</inkml:ink>
</file>

<file path=ppt/ink/ink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39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97 267 5781 0 0,'-88'-264'730'0'0,"87"261"-85"0"0,0 12-476 0 0,-2 83 359 0 0,10 121 0 0 0,0-49-243 0 0,7 196 177 0 0,2 107 108 0 0,-13-421 250 0 0,-3-44-328 0 0,-2 6-223 0 0,2-8-256 0 0,0 0 0 0 0,0 0 0 0 0,0 0 0 0 0,0 0-1 0 0,0-1 1 0 0,0 1 0 0 0,0 0 0 0 0,0 0-1 0 0,0 0 1 0 0,0 0 0 0 0,0 0 0 0 0,0 0 0 0 0,0 0-1 0 0,0 0 1 0 0,0 0 0 0 0,0-1 0 0 0,0 1 0 0 0,-1 0-1 0 0,1 0 1 0 0,0 0 0 0 0,0 0 0 0 0,0 0-1 0 0,0 0 1 0 0,0 0 0 0 0,0 0 0 0 0,0 0 0 0 0,-1 0-1 0 0,1 0 1 0 0,0 0 0 0 0,0 0 0 0 0,0 0-1 0 0,0 0 1 0 0,0 0 0 0 0,0 0 0 0 0,0 0 0 0 0,-1 0-1 0 0,1 0 1 0 0,0 0 0 0 0,0 0 0 0 0,0 0-1 0 0,0 0 1 0 0,0 0 0 0 0,0 0 0 0 0,0 0 0 0 0,0 0-1 0 0,-1 0 1 0 0,1 0 0 0 0,0 0 0 0 0,0 0-1 0 0,0 1 1 0 0,0-1 0 0 0,0 0 0 0 0,0 0 0 0 0,0 0-1 0 0,-4-15 33 0 0,0 0 0 0 0,2 0 0 0 0,0 0 0 0 0,1-1-1 0 0,0 1 1 0 0,1 0 0 0 0,1-1 0 0 0,0 1 0 0 0,1 0-1 0 0,1 0 1 0 0,1 0 0 0 0,0 0 0 0 0,0 0 0 0 0,2 1-1 0 0,11-24 1 0 0,-15 34-44 0 0,0 0 1 0 0,1 1-1 0 0,-1-1 0 0 0,1 1 0 0 0,0-1 1 0 0,0 1-1 0 0,0 0 0 0 0,1 0 1 0 0,-1 0-1 0 0,1 0 0 0 0,-1 1 0 0 0,1-1 1 0 0,0 1-1 0 0,0 0 0 0 0,0 0 0 0 0,0 1 1 0 0,8-3-1 0 0,-6 3 2 0 0,0 0 1 0 0,0 1-1 0 0,0 0 1 0 0,0 0-1 0 0,0 0 0 0 0,0 1 1 0 0,1 0-1 0 0,-1 0 1 0 0,0 0-1 0 0,-1 1 1 0 0,11 4-1 0 0,-4-1 2 0 0,-1 1-1 0 0,1 0 1 0 0,-1 1 0 0 0,-1 0 0 0 0,1 1-1 0 0,-1 0 1 0 0,0 0 0 0 0,-1 1 0 0 0,0 1-1 0 0,0 0 1 0 0,11 17 0 0 0,-14-17 2 0 0,0 1 0 0 0,-1 0-1 0 0,0 0 1 0 0,0 0 0 0 0,-1 1 0 0 0,-1-1 0 0 0,0 1 0 0 0,2 16 0 0 0,-5-24-5 0 0,1-1 0 0 0,-1 1 0 0 0,0-1 0 0 0,0 0 0 0 0,-1 1 0 0 0,1-1 0 0 0,-1 1 0 0 0,0-1 0 0 0,0 0 0 0 0,0 1 0 0 0,0-1 0 0 0,0 0 0 0 0,-1 0 0 0 0,1 0 0 0 0,-1 0 0 0 0,0 0 0 0 0,0 0 0 0 0,0 0 0 0 0,0-1 0 0 0,-1 1 1 0 0,1-1-1 0 0,-1 1 0 0 0,1-1 0 0 0,-1 0 0 0 0,0 0 0 0 0,0 0 0 0 0,0-1 0 0 0,0 1 0 0 0,0-1 0 0 0,0 1 0 0 0,-1-1 0 0 0,1 0 0 0 0,0 0 0 0 0,-4 0 0 0 0,-4 1 6 0 0,0 0 0 0 0,0 0-1 0 0,-1-1 1 0 0,1-1 0 0 0,0 0 0 0 0,0 0 0 0 0,0-1-1 0 0,0-1 1 0 0,0 0 0 0 0,0 0 0 0 0,0-1-1 0 0,0 0 1 0 0,-18-9 0 0 0,13 3-9 0 0,0 0 0 0 0,1-1 0 0 0,0 0 0 0 0,1-2-1 0 0,0 0 1 0 0,0 0 0 0 0,-19-25 0 0 0,30 34-122 0 0,1 0 0 0 0,0-1 0 0 0,0 1 0 0 0,0-1 0 0 0,0 1 0 0 0,1-1 0 0 0,-1 0 0 0 0,1 0 0 0 0,0 1 0 0 0,0-1-1 0 0,0-8 1 0 0,2 11-90 0 0,1 0 1 0 0,0 0-1 0 0,0 0 0 0 0,-1 0 0 0 0,1 0 0 0 0,0 0 0 0 0,0 1 0 0 0,0-1 0 0 0,0 1 0 0 0,0-1 0 0 0,0 1 0 0 0,4 0 0 0 0,7-1-4251 0 0,2 1 2020 0 0</inkml:trace>
</inkml:ink>
</file>

<file path=ppt/ink/ink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41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49 819 528 0 0,'0'0'2604'0'0,"-3"5"-2065"0"0,-42 108 3530 0 0,45-111-3151 0 0,16-24-793 0 0,-10 13-68 0 0,0 1 0 0 0,-1-1 1 0 0,-1 0-1 0 0,1 0 0 0 0,5-19 1 0 0,-10 28-58 0 0,0-1 1 0 0,1 1 0 0 0,-1-1-1 0 0,0 1 1 0 0,1-1 0 0 0,-1 1-1 0 0,1-1 1 0 0,-1 1 0 0 0,1-1-1 0 0,-1 1 1 0 0,1 0 0 0 0,-1-1-1 0 0,1 1 1 0 0,-1 0 0 0 0,1 0-1 0 0,-1-1 1 0 0,1 1 0 0 0,-1 0-1 0 0,1 0 1 0 0,0 0 0 0 0,-1 0-1 0 0,1 0 1 0 0,-1 0 0 0 0,1-1-1 0 0,0 1 1 0 0,-1 1 0 0 0,1-1-1 0 0,-1 0 1 0 0,1 0 0 0 0,0 0-1 0 0,-1 0 1 0 0,2 1 0 0 0,22 4 40 0 0,-15-2-35 0 0,0 0 0 0 0,1-1 0 0 0,-1 0 0 0 0,0-1 0 0 0,1 0 0 0 0,-1-1 0 0 0,0 0 0 0 0,1 0 1 0 0,11-2-1 0 0,-16 1-2 0 0,0-1 0 0 0,0 0 0 0 0,0 1 0 0 0,0-1 0 0 0,-1-1 0 0 0,1 1 0 0 0,-1-1 0 0 0,1 0 0 0 0,-1 0 0 0 0,0 0 0 0 0,0 0 0 0 0,0-1 0 0 0,-1 0 0 0 0,1 1 0 0 0,-1-1 0 0 0,0-1 0 0 0,0 1 0 0 0,-1 0 0 0 0,4-7 1 0 0,3-10 3 0 0,-1 1 0 0 0,-1-1 1 0 0,0 0-1 0 0,-2-1 1 0 0,-1 1-1 0 0,0-1 0 0 0,0-29 1 0 0,-8-155 103 0 0,2 173 201 0 0,-1-1 0 0 0,-1 1 1 0 0,-2 0-1 0 0,-13-45 0 0 0,18 76 113 0 0,-1 9-375 0 0,-2 22 0 0 0,1 0 0 0 0,1 1 0 0 0,1-1 0 0 0,2 0 0 0 0,0 1 0 0 0,3-1 0 0 0,6 32 0 0 0,2-10 5 0 0,2-1 0 0 0,1 0 0 0 0,29 60 0 0 0,-37-94-45 0 0,1 0 1 0 0,1-1 0 0 0,0 0-1 0 0,1 0 1 0 0,0-1-1 0 0,1 0 1 0 0,18 16-1 0 0,-28-29-9 0 0,0 0-1 0 0,1 0 0 0 0,-1 0 1 0 0,1 0-1 0 0,-1-1 0 0 0,1 1 1 0 0,-1 0-1 0 0,1-1 0 0 0,-1 1 0 0 0,1-1 1 0 0,0 0-1 0 0,-1 1 0 0 0,1-1 1 0 0,-1 0-1 0 0,1 0 0 0 0,0 0 0 0 0,-1 0 1 0 0,1 0-1 0 0,0-1 0 0 0,-1 1 1 0 0,1 0-1 0 0,0-1 0 0 0,-1 1 1 0 0,1-1-1 0 0,-1 0 0 0 0,1 1 0 0 0,-1-1 1 0 0,1 0-1 0 0,-1 0 0 0 0,0 0 1 0 0,1 0-1 0 0,-1 0 0 0 0,0 0 1 0 0,1-2-1 0 0,6-7 5 0 0,-1-1 0 0 0,0 0-1 0 0,-1 0 1 0 0,0-1 0 0 0,-1 1 0 0 0,0-1 0 0 0,-1-1 0 0 0,0 1 0 0 0,-1-1 0 0 0,0 1-1 0 0,1-25 1 0 0,2 1 8 0 0,-1 0-9 0 0,-3-1 0 0 0,0-1 0 0 0,-7-59 0 0 0,2 31-2 0 0,1 34 0 0 0,-1 0 1 0 0,-2 0-1 0 0,-1 1 0 0 0,-19-62 1 0 0,25 92-5 0 0,0 0 1 0 0,-1 0-1 0 0,1 0 1 0 0,0-1 0 0 0,0 1-1 0 0,-1 0 1 0 0,1 0-1 0 0,0 0 1 0 0,-1 0-1 0 0,1 0 1 0 0,-1 0-1 0 0,1 0 1 0 0,-1 0-1 0 0,0 0 1 0 0,0 0 0 0 0,1 0-1 0 0,-1 0 1 0 0,0 1-1 0 0,0-1 1 0 0,0 0-1 0 0,0 1 1 0 0,0-1-1 0 0,0 0 1 0 0,-1 0 0 0 0,1 2 0 0 0,0 0 1 0 0,0 0-1 0 0,0 0 1 0 0,0 0-1 0 0,0 0 1 0 0,1 0-1 0 0,-1 0 1 0 0,0 1-1 0 0,1-1 1 0 0,-1 0 0 0 0,1 0-1 0 0,0 1 1 0 0,-1-1-1 0 0,1 0 1 0 0,0 1-1 0 0,0 1 1 0 0,-6 72 49 0 0,7-66-45 0 0,2 46 43 0 0,2 1 1 0 0,3-1 0 0 0,18 66-1 0 0,-1-39-18 0 0,5 0-1 0 0,43 85 1 0 0,-71-162-30 0 0,1 0 1 0 0,0 0 0 0 0,1 0-1 0 0,-1-1 1 0 0,1 1 0 0 0,0-1-1 0 0,7 6 1 0 0,-10-9 0 0 0,0 0 1 0 0,1 0-1 0 0,-1 0 1 0 0,1 0-1 0 0,-1 0 0 0 0,1-1 1 0 0,-1 1-1 0 0,1 0 1 0 0,-1-1-1 0 0,1 1 1 0 0,0-1-1 0 0,-1 1 0 0 0,1-1 1 0 0,0 0-1 0 0,-1 0 1 0 0,1 0-1 0 0,0 0 1 0 0,0 0-1 0 0,-1 0 0 0 0,1 0 1 0 0,0 0-1 0 0,-1-1 1 0 0,1 1-1 0 0,0-1 1 0 0,-1 1-1 0 0,1-1 0 0 0,-1 0 1 0 0,1 1-1 0 0,-1-1 1 0 0,2-1-1 0 0,5-5 3 0 0,0-1-1 0 0,-1 0 1 0 0,0 0 0 0 0,0 0-1 0 0,-1-1 1 0 0,0 0 0 0 0,-1 0-1 0 0,0-1 1 0 0,0 1-1 0 0,4-15 1 0 0,5-17 3 0 0,10-49 0 0 0,-18 65-7 0 0,5-32 2 0 0,-2-1-1 0 0,-3 0 1 0 0,-3 0-1 0 0,-1-1 1 0 0,-4 1-1 0 0,-2 0 1 0 0,-15-78-1 0 0,2 81 8 0 0,17 53-9 0 0,-3-11 35 0 0,0 7-17 0 0,1 7-2 0 0,-3 17 12 0 0,2 1 0 0 0,0-1 1 0 0,1 1-1 0 0,1 0 0 0 0,1-1 0 0 0,2 21 0 0 0,19 123 173 0 0,-11-97-143 0 0,0-13-29 0 0,2-1 0 0 0,2 0 0 0 0,2-1 0 0 0,25 53 1 0 0,-34-87-25 0 0,1-1 1 0 0,0 0 0 0 0,1 0 0 0 0,1-1-1 0 0,15 17 1 0 0,-21-25-5 0 0,1-1 0 0 0,1 0 0 0 0,-1-1 1 0 0,1 1-1 0 0,0-1 0 0 0,0 0 0 0 0,0-1 0 0 0,0 1 0 0 0,1-1 0 0 0,-1 0 0 0 0,1-1 1 0 0,0 0-1 0 0,0 0 0 0 0,14 2 0 0 0,-16-4 2 0 0,0 0 0 0 0,1 0 0 0 0,-1-1-1 0 0,0 0 1 0 0,1 0 0 0 0,-1 0 0 0 0,0-1 0 0 0,0 1 0 0 0,0-1 0 0 0,0-1-1 0 0,0 1 1 0 0,-1-1 0 0 0,1 1 0 0 0,-1-1 0 0 0,0-1 0 0 0,1 1 0 0 0,-1 0 0 0 0,-1-1-1 0 0,1 0 1 0 0,0 0 0 0 0,-1 0 0 0 0,0-1 0 0 0,0 1 0 0 0,0-1 0 0 0,-1 1-1 0 0,3-7 1 0 0,1 0 4 0 0,-1 0 0 0 0,-1-1 0 0 0,0 1-1 0 0,0-1 1 0 0,-1 0 0 0 0,-1 0-1 0 0,0 0 1 0 0,-1 0 0 0 0,0-24 0 0 0,-1 32 76 0 0,0-1 0 0 0,-1 1 0 0 0,0 0 0 0 0,0-1 0 0 0,0 1 0 0 0,0 0 0 0 0,-1 0 0 0 0,0 0 0 0 0,0 0 0 0 0,0 0 0 0 0,0 1 0 0 0,0-1 0 0 0,-6-6 0 0 0,6 9 116 0 0,0 1-156 0 0,0 1 0 0 0,0-1-1 0 0,-1 1 1 0 0,1 0 0 0 0,0 0 0 0 0,0 0-1 0 0,0 0 1 0 0,0 0 0 0 0,1 1-1 0 0,-1-1 1 0 0,0 1 0 0 0,0-1 0 0 0,1 1-1 0 0,-1-1 1 0 0,1 1 0 0 0,-1 0 0 0 0,1 0-1 0 0,0 0 1 0 0,0 0 0 0 0,0 0 0 0 0,0 0-1 0 0,0 0 1 0 0,0 0 0 0 0,1 0 0 0 0,-1 0-1 0 0,0 0 1 0 0,1 1 0 0 0,0-1 0 0 0,0 0-1 0 0,-1 0 1 0 0,1 1 0 0 0,1-1 0 0 0,-1 4-1 0 0,1 1 12 0 0,-1 0-1 0 0,1 0 1 0 0,0 0-1 0 0,0-1 1 0 0,1 1-1 0 0,0 0 1 0 0,0-1-1 0 0,1 1 1 0 0,0-1-1 0 0,4 8 1 0 0,1-4-144 0 0,-1 0 0 0 0,1-1 1 0 0,0 0-1 0 0,1 0 1 0 0,0-1-1 0 0,1-1 1 0 0,-1 1-1 0 0,1-1 1 0 0,1-1-1 0 0,-1 0 0 0 0,1 0 1 0 0,0-1-1 0 0,1-1 1 0 0,-1 0-1 0 0,1 0 1 0 0,0-1-1 0 0,-1-1 1 0 0,21 2-1 0 0,-30-4-124 0 0,0 0 0 0 0,0 0-1 0 0,0-1 1 0 0,0 1 0 0 0,0-1-1 0 0,0 0 1 0 0,0 1 0 0 0,0-1 0 0 0,-1 0-1 0 0,1 0 1 0 0,0 0 0 0 0,0 0 0 0 0,-1-1-1 0 0,1 1 1 0 0,2-3 0 0 0,8-13-5891 0 0,-9 7 2762 0 0</inkml:trace>
</inkml:ink>
</file>

<file path=ppt/ink/ink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41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104 126 492 0 0,'-101'7'8874'0'0,"99"-6"-7142"0"0,10-3-1488 0 0,228-52-767 0 0,-77 7-4854 0 0,-74 17 2315 0 0</inkml:trace>
</inkml:ink>
</file>

<file path=ppt/ink/ink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1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4322 292 0 0,'0'0'3750'0'0,"4"-1"-3592"0"0,29-21 1411 0 0,-31 21-1473 0 0,1-1 21 0 0,-1-1-1 0 0,1 1 1 0 0,-1-1-1 0 0,1 0 1 0 0,-1 1 0 0 0,0-1-1 0 0,0 0 1 0 0,0-1-1 0 0,2-4 1 0 0,5-6 263 0 0,-8 13-265 0 0,25-43 458 0 0,97-151 357 0 0,-85 137-733 0 0,-28 46-106 0 0,-1-1 0 0 0,0-1 1 0 0,-2 0-1 0 0,11-23 0 0 0,22-47 246 0 0,-22 50-222 0 0,46-105 214 0 0,23-44 140 0 0,-69 147-424 0 0,20-60 1 0 0,0-3 22 0 0,22-53 73 0 0,6-13-58 0 0,28-82 28 0 0,-62 152-51 0 0,33-48 98 0 0,-22 53-6 0 0,64-202 242 0 0,-57 147-287 0 0,-27 80-72 0 0,77-193 92 0 0,86-155-100 0 0,-142 297-27 0 0,-5 13-14 0 0,-15 40-1 0 0,18-69 1 0 0,-28 81-9 0 0,2 1 0 0 0,44-92 0 0 0,-49 119 15 0 0,-1 1 0 0 0,8-31 0 0 0,13-32-10 0 0,6-7 4 0 0,-17 37-18 0 0,-11 32 12 0 0,-7 20 20 0 0,-1-1 1 0 0,1 1-1 0 0,-1-1 1 0 0,0 0-1 0 0,0 1 1 0 0,-1-1-1 0 0,1 0 1 0 0,-1 1-1 0 0,1-5 0 0 0,-1 6 21 0 0,0 0-32 0 0,3-5 13 0 0,-2 6-2 0 0,18-35-19 0 0,-14 27 34 0 0,-4 8-31 0 0,-10 15-52 0 0,7-10 66 0 0,-19 4 17 0 0,19-7-7 0 0,-42 10-4 0 0,42-10-13 0 0,-22-9 52 0 0,24 7-46 0 0,-1 0 0 0 0,1 0 1 0 0,0 0-1 0 0,0 0 0 0 0,-1 0 0 0 0,1 0 0 0 0,0 1 0 0 0,-1-1 0 0 0,1 0 1 0 0,-1 0-1 0 0,1 0 0 0 0,-1 0 0 0 0,0 1 0 0 0,1-1 0 0 0,-1 0 0 0 0,0 0 0 0 0,1 1 1 0 0,-1-1-1 0 0,0 1 0 0 0,0-1 0 0 0,-1 0 0 0 0,1 1 1 0 0,1 0 0 0 0,-1 0 0 0 0,0 0 0 0 0,1 0 0 0 0,-1 0 0 0 0,1 0 0 0 0,-1 0 0 0 0,0 0 0 0 0,1 0 1 0 0,-1 1-1 0 0,1-1 0 0 0,-1 0 0 0 0,1 0 0 0 0,-1 1 0 0 0,1-1 0 0 0,-1 0 0 0 0,1 1 0 0 0,-1-1 0 0 0,1 1 0 0 0,-1-1 0 0 0,1 0 0 0 0,-1 1 0 0 0,1-1 0 0 0,0 1 0 0 0,-1-1 0 0 0,1 1 0 0 0,0-1 0 0 0,0 1 0 0 0,-1 0 0 0 0,0 2-8 0 0,0-3 10 0 0,1 1-1 0 0,-1 0 1 0 0,0 0 0 0 0,1 0 0 0 0,-1 0-1 0 0,1 0 1 0 0,-1 0 0 0 0,1 0-1 0 0,0 0 1 0 0,0 0 0 0 0,-1 0-1 0 0,1 0 1 0 0,0 0 0 0 0,0 1-1 0 0,0-1 1 0 0,0 0 0 0 0,0 0 0 0 0,0 0-1 0 0,0 0 1 0 0,1 0 0 0 0,-1 0-1 0 0,0 0 1 0 0,0 0 0 0 0,1 0-1 0 0,-1 0 1 0 0,1 0 0 0 0,0 1-1 0 0,0-1 1 0 0,17 17 36 0 0,-17-18-35 0 0,1 0-1 0 0,-1-1 1 0 0,1 1-1 0 0,-1 0 1 0 0,1-1-1 0 0,-1 1 1 0 0,1-1 0 0 0,-1 0-1 0 0,1 1 1 0 0,-1-1-1 0 0,0 0 1 0 0,0 0-1 0 0,1 0 1 0 0,-1 0 0 0 0,0 0-1 0 0,1-2 1 0 0,0 0 3 0 0,1-5 5 0 0,10-35 14 0 0,-13 41-18 0 0,0 0-6 0 0,0 1 1 0 0,-1 0-1 0 0,1-1 0 0 0,0 1 0 0 0,-1-1 1 0 0,1 1-1 0 0,-1 0 0 0 0,0 0 0 0 0,1-1 1 0 0,-1 1-1 0 0,0 0 0 0 0,0 0 0 0 0,0 0 1 0 0,0 0-1 0 0,0 0 0 0 0,-1-2 0 0 0,-3 3 0 0 0,-19 12-22 0 0,22-11 20 0 0,0 0 1 0 0,0 0 0 0 0,1 0-1 0 0,-1 0 1 0 0,1 1 0 0 0,-1-1-1 0 0,1 0 1 0 0,-1 1 0 0 0,1-1-1 0 0,0 1 1 0 0,0 0 0 0 0,0-1-1 0 0,0 1 1 0 0,0 0-1 0 0,0 0 1 0 0,0 0 0 0 0,0-1-1 0 0,1 1 1 0 0,-1 4 0 0 0,1-3 1 0 0,0 0 0 0 0,0 0 0 0 0,0 1 1 0 0,1-1-1 0 0,0 0 0 0 0,-1 0 0 0 0,1 0 0 0 0,0 0 1 0 0,1 0-1 0 0,-1 0 0 0 0,0 0 0 0 0,4 5 0 0 0,-4-7-2 0 0,-1 0 4 0 0,1 0-1 0 0,-1 0 1 0 0,1 0 0 0 0,0 0-1 0 0,-1 0 1 0 0,1 0 0 0 0,0 0-1 0 0,-1-1 1 0 0,1 1 0 0 0,0 0-1 0 0,0-1 1 0 0,0 1 0 0 0,0 0-1 0 0,0-1 1 0 0,0 1 0 0 0,0-1-1 0 0,0 1 1 0 0,0-1 0 0 0,0 0-1 0 0,0 1 1 0 0,0-1 0 0 0,0 0-1 0 0,0 0 1 0 0,0 0 0 0 0,0 0-1 0 0,1 0 1 0 0,-1 0 0 0 0,0 0-1 0 0,0 0 1 0 0,0 0 0 0 0,0 0-1 0 0,0-1 1 0 0,0 1 0 0 0,0 0-1 0 0,0-1 1 0 0,0 1 0 0 0,0-1-1 0 0,0 1 1 0 0,0-1 0 0 0,0 0-1 0 0,1 0 1 0 0,1 0 2 0 0,0-1 0 0 0,0 1-1 0 0,-1-1 1 0 0,1 0 0 0 0,-1 1 0 0 0,1-1 0 0 0,-1 0-1 0 0,0 0 1 0 0,1-1 0 0 0,-1 1 0 0 0,0 0 0 0 0,-1-1-1 0 0,1 1 1 0 0,0-1 0 0 0,-1 0 0 0 0,1 0 0 0 0,-1 1-1 0 0,0-1 1 0 0,0 0 0 0 0,0 0 0 0 0,0 0 0 0 0,-1 0-1 0 0,1 0 1 0 0,-1 0 0 0 0,1-4 0 0 0,-1 6 5 0 0,0-1-8 0 0,0 1 1 0 0,0 0 0 0 0,0-1 0 0 0,0 1-1 0 0,0 0 1 0 0,-1-1 0 0 0,1 1-1 0 0,0 0 1 0 0,-1-1 0 0 0,1 1 0 0 0,-1 0-1 0 0,1-1 1 0 0,-1 1 0 0 0,0 0-1 0 0,1 0 1 0 0,-1 0 0 0 0,0 0-1 0 0,0 0 1 0 0,-1-2 0 0 0,-2-3-37 0 0,-25 26 18 0 0,28-17 19 0 0,0-1-1 0 0,0 1 0 0 0,0 0 0 0 0,1-1 1 0 0,-1 1-1 0 0,1 0 0 0 0,-1 0 0 0 0,1-1 0 0 0,0 1 1 0 0,0 0-1 0 0,0 0 0 0 0,0 0 0 0 0,1-1 1 0 0,-1 1-1 0 0,1 0 0 0 0,-1-1 0 0 0,1 1 1 0 0,0 0-1 0 0,0-1 0 0 0,0 1 0 0 0,1-1 0 0 0,-1 1 1 0 0,1-1-1 0 0,-1 0 0 0 0,1 1 0 0 0,0-1 1 0 0,0 0-1 0 0,0 0 0 0 0,0 0 0 0 0,3 2 0 0 0,-1-1 1 0 0,-1-1 0 0 0,1 0 0 0 0,0 0-1 0 0,-1 0 1 0 0,1 0 0 0 0,0 0 0 0 0,0-1-1 0 0,0 0 1 0 0,0 0 0 0 0,0 0-1 0 0,0 0 1 0 0,0-1 0 0 0,1 1 0 0 0,-1-1-1 0 0,0 0 1 0 0,0-1 0 0 0,6 0-1 0 0,-4 0 10 0 0,-4 0-6 0 0,1 1-1 0 0,0 0 0 0 0,-1-1 0 0 0,1 0 0 0 0,-1 1 0 0 0,1-1 1 0 0,-1 0-1 0 0,1-1 0 0 0,-1 1 0 0 0,0 0 0 0 0,1 0 1 0 0,-1-1-1 0 0,0 0 0 0 0,0 1 0 0 0,0-1 0 0 0,0 0 0 0 0,-1 0 1 0 0,1 0-1 0 0,0 0 0 0 0,2-4 0 0 0,-4 4 6 0 0,0 1-9 0 0,-1 0 0 0 0,1-1 1 0 0,0 1-1 0 0,-1-1 0 0 0,1 1 0 0 0,-1 0 1 0 0,0 0-1 0 0,1-1 0 0 0,-1 1 1 0 0,0 0-1 0 0,0 0 0 0 0,0 0 0 0 0,0 0 1 0 0,0 0-1 0 0,0 0 0 0 0,0 0 0 0 0,0 0 1 0 0,0 0-1 0 0,-1 0 0 0 0,1 1 1 0 0,0-1-1 0 0,0 0 0 0 0,-1 1 0 0 0,1-1 1 0 0,0 1-1 0 0,-1 0 0 0 0,1-1 1 0 0,-3 1-1 0 0,1-1 0 0 0,-23 5 1 0 0,4 1-22 0 0,20-5 11 0 0,0 1 6 0 0,-4 2 1 0 0,6-3 2 0 0,-1 0 0 0 0,0 0-1 0 0,1 1 1 0 0,-1-1 0 0 0,0 0-1 0 0,1 0 1 0 0,-1 1 0 0 0,0-1-1 0 0,1 0 1 0 0,-1 1 0 0 0,1-1-1 0 0,-1 0 1 0 0,1 1 0 0 0,-1-1 0 0 0,0 1-1 0 0,1-1 1 0 0,0 1 0 0 0,-1 0-1 0 0,1-1 1 0 0,-1 1 0 0 0,1-1-1 0 0,0 1 1 0 0,-1 0 0 0 0,1-1-1 0 0,0 1 1 0 0,0 0 0 0 0,-1-1 0 0 0,1 1-1 0 0,0 0 1 0 0,0-1 0 0 0,0 1-1 0 0,0 0 1 0 0,0 0 0 0 0,0-1-1 0 0,0 1 1 0 0,0 0 0 0 0,0-1-1 0 0,0 1 1 0 0,1 0 0 0 0,-1-1 0 0 0,0 1-1 0 0,0 0 1 0 0,1-1 0 0 0,-1 1-1 0 0,0 0 1 0 0,1-1 0 0 0,-1 1-1 0 0,0-1 1 0 0,2 2 0 0 0,0 0 1 0 0,-2-1 9 0 0,0-1-6 0 0,0 0 0 0 0,1 0 0 0 0,-1 1 0 0 0,0-1 0 0 0,0 0 0 0 0,0 0 0 0 0,1 0 0 0 0,-1 1 0 0 0,0-1-1 0 0,0 0 1 0 0,1 0 0 0 0,-1 0 0 0 0,0 0 0 0 0,1 1 0 0 0,-1-1 0 0 0,0 0 0 0 0,0 0 0 0 0,1 0 0 0 0,-1 0 0 0 0,0 0 0 0 0,1 0 0 0 0,-1 0 0 0 0,0 0 0 0 0,1 0 0 0 0,-1 0-1 0 0,0 0 1 0 0,1 0 0 0 0,-1 0 0 0 0,0 0 0 0 0,0 0 0 0 0,1 0 0 0 0,-1 0 0 0 0,0-1 0 0 0,1 1 0 0 0,-1 0 0 0 0,1 0 0 0 0,4-13 119 0 0</inkml:trace>
</inkml:ink>
</file>

<file path=ppt/ink/ink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2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99 32 0 0,'0'0'1039'0'0,"-2"-6"-81"0"0,-2-5 1075 0 0,1-1-1 0 0,1 1 1 0 0,-2-20 0 0 0,5 30-1935 0 0,-1 0 0 0 0,1 0 0 0 0,0 0 0 0 0,0 0 0 0 0,0 0 0 0 0,-1 0 0 0 0,1 0 0 0 0,0 0 0 0 0,0 1 0 0 0,1-1 0 0 0,-1 0 0 0 0,0 0 0 0 0,0 1 0 0 0,0-1 0 0 0,0 1 1 0 0,1-1-1 0 0,-1 1 0 0 0,0 0 0 0 0,2-1 0 0 0,25-7 503 0 0,-27 8-534 0 0,11-2 26 0 0,1 0 0 0 0,-1 2-1 0 0,0-1 1 0 0,1 1 0 0 0,-1 1-1 0 0,0 1 1 0 0,0-1 0 0 0,0 2-1 0 0,0 0 1 0 0,0 0 0 0 0,0 1-1 0 0,-1 0 1 0 0,1 1 0 0 0,-1 1-1 0 0,0 0 1 0 0,-1 0 0 0 0,0 1-1 0 0,18 15 1 0 0,-26-20-80 0 0,0 1 0 0 0,1-1 1 0 0,-2 1-1 0 0,1 0 0 0 0,0 0 0 0 0,0-1 1 0 0,-1 1-1 0 0,0 0 0 0 0,1 1 0 0 0,-1-1 1 0 0,-1 0-1 0 0,1 0 0 0 0,0 0 0 0 0,-1 1 1 0 0,1-1-1 0 0,-1 0 0 0 0,0 1 0 0 0,0-1 1 0 0,0 0-1 0 0,-1 0 0 0 0,1 1 0 0 0,-1-1 0 0 0,0 0 1 0 0,0 0-1 0 0,0 1 0 0 0,0-1 0 0 0,0 0 1 0 0,-1 0-1 0 0,1-1 0 0 0,-3 5 0 0 0,-7 7 38 0 0,0 0-1 0 0,0-1 1 0 0,-1-1-1 0 0,-24 21 0 0 0,-9 10 99 0 0,5-2-55 0 0,0-11 31 0 0,39-29-92 0 0,167-29-211 0 0,-130 25-897 0 0,-2 0-1580 0 0,-10 1-2794 0 0,-9 0 1929 0 0</inkml:trace>
</inkml:ink>
</file>

<file path=ppt/ink/ink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3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76 138 336 0 0,'0'0'1293'0'0,"-10"-5"7461"0"0,8 9-8595 0 0,-1 0 1 0 0,1 0-1 0 0,0 0 1 0 0,0 0-1 0 0,1 0 1 0 0,-1 0-1 0 0,1 0 1 0 0,-1 1-1 0 0,2-1 1 0 0,-1 0-1 0 0,0 1 1 0 0,1-1-1 0 0,0 1 1 0 0,0-1-1 0 0,0 6 1 0 0,12 76 1396 0 0,-8-67-1234 0 0,-4 31 531 0 0,0-48-618 0 0,6-27-175 0 0,-4 16-52 0 0,-1 0 1 0 0,0 0-1 0 0,-1 0 1 0 0,0 0-1 0 0,0 0 0 0 0,-2-11 1 0 0,-1-20 14 0 0,4 27-23 0 0,1-1 0 0 0,0 1 0 0 0,1 0 0 0 0,0-1-1 0 0,1 1 1 0 0,0 1 0 0 0,1-1 0 0 0,1 1-1 0 0,0-1 1 0 0,1 2 0 0 0,13-20 0 0 0,-17 27-3 0 0,0 0 1 0 0,1 0 0 0 0,-1 0-1 0 0,1 0 1 0 0,0 1 0 0 0,-1 0-1 0 0,2 0 1 0 0,-1 0-1 0 0,0 0 1 0 0,1 1 0 0 0,-1-1-1 0 0,1 1 1 0 0,0 0-1 0 0,-1 0 1 0 0,1 1 0 0 0,0 0-1 0 0,0 0 1 0 0,0 0 0 0 0,0 0-1 0 0,1 1 1 0 0,-1 0-1 0 0,0 0 1 0 0,0 0 0 0 0,0 1-1 0 0,0-1 1 0 0,0 1 0 0 0,0 0-1 0 0,0 1 1 0 0,0-1-1 0 0,0 1 1 0 0,-1 0 0 0 0,1 0-1 0 0,-1 1 1 0 0,6 3-1 0 0,-3-2 5 0 0,1 1 0 0 0,-1 0 0 0 0,0 1 0 0 0,-1-1 0 0 0,1 1-1 0 0,-1 1 1 0 0,0-1 0 0 0,-1 1 0 0 0,1 0 0 0 0,-1 1-1 0 0,-1-1 1 0 0,0 1 0 0 0,6 13 0 0 0,-8-15-1 0 0,0-1 1 0 0,-1 0 0 0 0,0 1-1 0 0,0-1 1 0 0,0 1 0 0 0,-1 0-1 0 0,0-1 1 0 0,0 1-1 0 0,0-1 1 0 0,-1 1 0 0 0,1 0-1 0 0,-1-1 1 0 0,-1 1 0 0 0,1-1-1 0 0,-1 0 1 0 0,0 1-1 0 0,0-1 1 0 0,-1 0 0 0 0,1 0-1 0 0,-1 0 1 0 0,0-1 0 0 0,-7 9-1 0 0,-6 5-80 0 0,-1 0 0 0 0,-1-1 0 0 0,-1 0 0 0 0,0-2 0 0 0,-1 0 0 0 0,0-1-1 0 0,-2-1 1 0 0,1-1 0 0 0,-29 11 0 0 0,32-17-1653 0 0,0 0-1 0 0,0-1 1 0 0,-1 0 0 0 0,-23 1-1 0 0,20-4-1962 0 0</inkml:trace>
</inkml:ink>
</file>

<file path=ppt/ink/ink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4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194 139 304 0 0,'0'-8'761'0'0,"0"-1"1"0"0,-1 1-1 0 0,0 0 1 0 0,0 0-1 0 0,-1 0 0 0 0,-5-15 1 0 0,-2-6 1401 0 0,8 27-2043 0 0,-1 0-1 0 0,1-1 1 0 0,0 1-1 0 0,-1 0 0 0 0,1 0 1 0 0,-1 0-1 0 0,1 0 1 0 0,-1 0-1 0 0,0 0 0 0 0,0 0 1 0 0,0 1-1 0 0,0-1 1 0 0,0 1-1 0 0,-1-1 0 0 0,1 1 1 0 0,0 0-1 0 0,-1 0 1 0 0,1 0-1 0 0,0 0 0 0 0,-1 0 1 0 0,0 0-1 0 0,1 1 1 0 0,-1 0-1 0 0,1-1 1 0 0,-1 1-1 0 0,1 0 0 0 0,-1 0 1 0 0,-3 0-1 0 0,0 0 23 0 0,-1 1-1 0 0,0-1 0 0 0,1 1 1 0 0,-1 0-1 0 0,1 0 0 0 0,-1 1 1 0 0,1 0-1 0 0,-1 0 0 0 0,-9 5 1 0 0,13-5-111 0 0,1 0-1 0 0,-1 1 1 0 0,1-1 0 0 0,-1 0 0 0 0,1 1 0 0 0,0-1 0 0 0,0 1-1 0 0,0 0 1 0 0,0 0 0 0 0,0 0 0 0 0,1 0 0 0 0,-1 0-1 0 0,1 0 1 0 0,0 0 0 0 0,0 0 0 0 0,0 1 0 0 0,1-1 0 0 0,-1 0-1 0 0,1 1 1 0 0,-1-1 0 0 0,1 0 0 0 0,0 1 0 0 0,0-1-1 0 0,1 1 1 0 0,-1-1 0 0 0,1 0 0 0 0,0 1 0 0 0,0-1 0 0 0,0 0-1 0 0,0 0 1 0 0,3 6 0 0 0,5 11 6 0 0,0-1 0 0 0,1 0 0 0 0,24 31 0 0 0,-27-39-16 0 0,15 19 13 0 0,33 54 34 0 0,-51-76-61 0 0,0 0 0 0 0,0-1 0 0 0,-1 1 0 0 0,0 0 0 0 0,-1 1 0 0 0,0-1-1 0 0,0 0 1 0 0,-1 1 0 0 0,1 9 0 0 0,-5 19 122 0 0,64-79-146 0 0,-2-2 0 0 0,-2-4 0 0 0,69-72 0 0 0,-107 96 25 0 0,13-11 478 0 0,-31 33-18 0 0,1 6-270 0 0,1 10-36 0 0,0 1 1 0 0,-1-1-1 0 0,-1 1 0 0 0,0-1 0 0 0,-1 1 0 0 0,-2 24 0 0 0,0 11 90 0 0,15 209 473 0 0,-3-90-398 0 0,-8-138-256 0 0,0 35 169 0 0,-3-64-201 0 0,1-1-15 0 0,0-1-22 0 0,0 0 0 0 0,0 0 0 0 0,0 0 0 0 0,0 0-1 0 0,0 1 1 0 0,0-1 0 0 0,0 0 0 0 0,0 0 0 0 0,0 0-1 0 0,0 1 1 0 0,0-1 0 0 0,0 0 0 0 0,-1 0 0 0 0,1 0 0 0 0,0 0-1 0 0,0 0 1 0 0,0 1 0 0 0,0-1 0 0 0,0 0 0 0 0,0 0-1 0 0,-1 0 1 0 0,1 0 0 0 0,0 0 0 0 0,0 0 0 0 0,0 0 0 0 0,0 1-1 0 0,0-1 1 0 0,-1 0 0 0 0,1 0 0 0 0,0 0 0 0 0,0 0-1 0 0,0 0 1 0 0,-1 0 0 0 0,1 0 0 0 0,0 0 0 0 0,0 0 0 0 0,0 0-1 0 0,0 0 1 0 0,-1 0 0 0 0,1 0 0 0 0,0 0 0 0 0,0 0-1 0 0,0 0 1 0 0,-1 0 0 0 0,1 0 0 0 0,0-1 0 0 0,0 1 0 0 0,0 0-1 0 0,0 0 1 0 0,-1 0 0 0 0,1 0 0 0 0,0 0 0 0 0,0 0-1 0 0,0 0 1 0 0,0 0 0 0 0,0-1 0 0 0,0 1 0 0 0,-1 0 0 0 0,1 0-1 0 0,0 0 1 0 0,0-1 0 0 0,-7-16-5 0 0,1-1-1 0 0,1 0 1 0 0,0 0 0 0 0,1-1 0 0 0,1 0-1 0 0,1 1 1 0 0,1-1 0 0 0,0 0-1 0 0,1 0 1 0 0,1 0 0 0 0,1 0 0 0 0,1 1-1 0 0,1-1 1 0 0,7-21 0 0 0,-3 10-14 0 0,2 1-1 0 0,1 1 1 0 0,2-1 0 0 0,0 2-1 0 0,2 0 1 0 0,1 1 0 0 0,1 0 0 0 0,26-29-1 0 0,-35 47 11 0 0,-1 1-1 0 0,1 0 0 0 0,0 0 1 0 0,1 0-1 0 0,0 1 0 0 0,0 0 1 0 0,0 1-1 0 0,16-7 0 0 0,-20 10 6 0 0,-1 0 0 0 0,0 1 0 0 0,1 0 0 0 0,0 0 0 0 0,-1 0 0 0 0,1 0 0 0 0,0 1 0 0 0,-1-1 0 0 0,1 1 0 0 0,0 0 0 0 0,-1 1 0 0 0,1-1 0 0 0,0 1 0 0 0,-1 0 0 0 0,1 0 0 0 0,-1 1 0 0 0,1-1 0 0 0,-1 1 0 0 0,1 0 0 0 0,-1 0 0 0 0,7 5 0 0 0,-9-6 2 0 0,0 0 1 0 0,-1 0-1 0 0,1 1 1 0 0,0-1-1 0 0,-1 0 1 0 0,0 0-1 0 0,1 1 1 0 0,-1-1-1 0 0,0 1 0 0 0,0-1 1 0 0,1 1-1 0 0,-1 0 1 0 0,0 0-1 0 0,-1-1 1 0 0,1 1-1 0 0,0 0 1 0 0,-1 0-1 0 0,1 0 0 0 0,-1 0 1 0 0,1 0-1 0 0,-1 0 1 0 0,0-1-1 0 0,0 1 1 0 0,1 0-1 0 0,-2 0 1 0 0,1 0-1 0 0,0 0 0 0 0,0 0 1 0 0,-1 0-1 0 0,1 0 1 0 0,-1 0-1 0 0,1 0 1 0 0,-1 0-1 0 0,0-1 0 0 0,0 1 1 0 0,0 0-1 0 0,0 0 1 0 0,0-1-1 0 0,0 1 1 0 0,0-1-1 0 0,0 1 1 0 0,-1-1-1 0 0,-2 3 1 0 0,-2 1 11 0 0,1 0 0 0 0,-1-1 0 0 0,0 0 1 0 0,0 0-1 0 0,0 0 0 0 0,0-1 0 0 0,-1 1 1 0 0,0-2-1 0 0,1 1 0 0 0,-12 2 1 0 0,15-4-38 0 0,0 0-79 0 0,0 0 0 0 0,-1-1 1 0 0,1 1-1 0 0,0 0 0 0 0,0-1 1 0 0,-1 0-1 0 0,1 0 0 0 0,0 0 0 0 0,-1 0 1 0 0,1 0-1 0 0,0-1 0 0 0,-1 0 0 0 0,1 1 1 0 0,0-1-1 0 0,0 0 0 0 0,0 0 1 0 0,0-1-1 0 0,-5-2 0 0 0,7 3-874 0 0,1-2-730 0 0,1-5 823 0 0,2 0-4599 0 0,4-4 1583 0 0</inkml:trace>
</inkml:ink>
</file>

<file path=ppt/ink/ink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5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1 840 0 0,'0'0'2626'0'0,"9"-1"3289"0"0,-44 39-4841 0 0,24-27-644 0 0,-1 1 0 0 0,1 1 0 0 0,1 0 0 0 0,0 0 0 0 0,-15 28 0 0 0,24-39-380 0 0,0 0 1 0 0,0 1-1 0 0,0-1 0 0 0,0 0 0 0 0,1 1 1 0 0,-1-1-1 0 0,1 0 0 0 0,-1 1 0 0 0,1-1 1 0 0,0 1-1 0 0,0-1 0 0 0,0 1 0 0 0,0-1 1 0 0,0 0-1 0 0,1 1 0 0 0,-1-1 0 0 0,1 1 1 0 0,1 3-1 0 0,-1-5-36 0 0,0 0-1 0 0,1 0 1 0 0,-1 0 0 0 0,1 0 0 0 0,-1 0 0 0 0,1-1-1 0 0,0 1 1 0 0,-1-1 0 0 0,1 1 0 0 0,0-1 0 0 0,0 1-1 0 0,-1-1 1 0 0,1 0 0 0 0,0 0 0 0 0,0 0-1 0 0,-1 0 1 0 0,1 0 0 0 0,0 0 0 0 0,0 0 0 0 0,-1 0-1 0 0,1-1 1 0 0,0 1 0 0 0,-1-1 0 0 0,1 0 0 0 0,0 1-1 0 0,-1-1 1 0 0,3-1 0 0 0,11-4 25 0 0,1-1 1 0 0,-2 0-1 0 0,1-1 0 0 0,-1-1 1 0 0,0 0-1 0 0,-1-1 0 0 0,14-13 1 0 0,-25 22-35 0 0,-1-1 1 0 0,0 1 0 0 0,0 0 0 0 0,0 0-1 0 0,1 0 1 0 0,-1 0 0 0 0,0 0-1 0 0,1 1 1 0 0,-1-1 0 0 0,1 0-1 0 0,-1 1 1 0 0,1-1 0 0 0,-1 1 0 0 0,1-1-1 0 0,-1 1 1 0 0,1 0 0 0 0,0 0-1 0 0,-1-1 1 0 0,1 1 0 0 0,-1 0 0 0 0,1 1-1 0 0,0-1 1 0 0,2 0 0 0 0,27 20-127 0 0,-10-6-421 0 0,-15-11 306 0 0,0-1 1 0 0,0 0-1 0 0,1 0 1 0 0,-1 0-1 0 0,0-1 0 0 0,1 0 1 0 0,-1 0-1 0 0,1 0 1 0 0,0-1-1 0 0,-1 0 1 0 0,1-1-1 0 0,-1 1 1 0 0,1-1-1 0 0,-1-1 1 0 0,1 1-1 0 0,-1-1 1 0 0,0 0-1 0 0,0 0 1 0 0,11-6-1 0 0,-6 1 185 0 0,1 0 0 0 0,-1-1 0 0 0,0-1-1 0 0,-1 0 1 0 0,0 0 0 0 0,-1-1 0 0 0,0 0 0 0 0,14-20-1 0 0,-22 30 97 0 0,-1 0-1 0 0,0 0 1 0 0,0 0-1 0 0,0 0 1 0 0,0 0-1 0 0,1 0 1 0 0,-1 0-1 0 0,0-1 1 0 0,0 1-1 0 0,0 0 1 0 0,1 0-1 0 0,-1 0 1 0 0,0 0-1 0 0,0 0 1 0 0,0 0-1 0 0,0 0 1 0 0,0-1-1 0 0,0 1 1 0 0,1 0-1 0 0,-1 0 1 0 0,0 0-1 0 0,0 0 0 0 0,0-1 1 0 0,0 1-1 0 0,0 0 1 0 0,0 0-1 0 0,0 0 1 0 0,0-1-1 0 0,0 1 1 0 0,0 0-1 0 0,0 0 1 0 0,0 0-1 0 0,0 0 1 0 0,0-1-1 0 0,0 1 1 0 0,0 0-1 0 0,0 0 1 0 0,0 0-1 0 0,0-1 1 0 0,0 1-1 0 0,0 0 1 0 0,0 0-1 0 0,0 0 1 0 0,0-1-1 0 0,0 1 0 0 0,0 0 1 0 0,0 0-1 0 0,-1 0 1 0 0,1 0-1 0 0,0 0 1 0 0,0-1-1 0 0,0 1 1 0 0,0 0-1 0 0,0 0 1 0 0,-1 0-1 0 0,1 0 1 0 0,0 0-1 0 0,-15 8 571 0 0,12-6-522 0 0,-1 1-1 0 0,1 0 1 0 0,0 0-1 0 0,0 0 1 0 0,0 1-1 0 0,0-1 1 0 0,0 1-1 0 0,1-1 1 0 0,0 1-1 0 0,-3 5 1 0 0,4-6-58 0 0,0-1 1 0 0,0 0-1 0 0,1 1 0 0 0,-1-1 1 0 0,1 1-1 0 0,-1-1 1 0 0,1 1-1 0 0,0-1 0 0 0,0 1 1 0 0,0-1-1 0 0,0 1 1 0 0,0-1-1 0 0,1 1 0 0 0,-1-1 1 0 0,1 1-1 0 0,0-1 1 0 0,0 1-1 0 0,-1-1 0 0 0,1 0 1 0 0,1 1-1 0 0,-1-1 1 0 0,0 0-1 0 0,1 0 0 0 0,-1 0 1 0 0,3 2-1 0 0,-1-1-7 0 0,1 0 0 0 0,-1-1 0 0 0,1 1 0 0 0,0-1 0 0 0,0 0 0 0 0,0 0 0 0 0,1-1 0 0 0,-1 1 0 0 0,0-1 0 0 0,1 0 0 0 0,-1 0 0 0 0,1-1-1 0 0,-1 1 1 0 0,6-1 0 0 0,0 0 18 0 0,-1 0-1 0 0,1-1 1 0 0,-1 0-1 0 0,0 0 0 0 0,1-1 1 0 0,-1-1-1 0 0,0 1 1 0 0,0-2-1 0 0,0 1 1 0 0,-1-1-1 0 0,1 0 0 0 0,-1-1 1 0 0,0 0-1 0 0,0 0 1 0 0,0-1-1 0 0,-1 0 0 0 0,0-1 1 0 0,0 1-1 0 0,-1-1 1 0 0,0 0-1 0 0,0-1 1 0 0,0 1-1 0 0,-1-1 0 0 0,8-16 1 0 0,-13 23 20 0 0,0-1 0 0 0,0 1 1 0 0,0 0-1 0 0,1 0 0 0 0,-1-1 0 0 0,-1 1 1 0 0,1 0-1 0 0,0 0 0 0 0,0-1 0 0 0,0 1 1 0 0,-1 0-1 0 0,1 0 0 0 0,0 0 0 0 0,-1-1 1 0 0,1 1-1 0 0,-1 0 0 0 0,1 0 0 0 0,-1 0 1 0 0,0 0-1 0 0,0 0 0 0 0,1 0 0 0 0,-1 0 1 0 0,0 0-1 0 0,0 0 0 0 0,0 0 0 0 0,0 1 1 0 0,0-1-1 0 0,0 0 0 0 0,-2 0 0 0 0,2 0 668 0 0,-3 3-608 0 0,3 0-140 0 0,-1 0-1 0 0,0 0 0 0 0,1 0 0 0 0,-1 0 0 0 0,1 0 0 0 0,0 0 0 0 0,-1 1 0 0 0,1-1 1 0 0,0 0-1 0 0,0 0 0 0 0,1 1 0 0 0,-1-1 0 0 0,0 1 0 0 0,1-1 0 0 0,0 1 1 0 0,-1-1-1 0 0,1 1 0 0 0,0-1 0 0 0,0 1 0 0 0,0-1 0 0 0,1 1 0 0 0,-1-1 1 0 0,1 1-1 0 0,-1-1 0 0 0,1 1 0 0 0,0-1 0 0 0,2 5 0 0 0,0 6-1046 0 0,4 12-2064 0 0,-1-8-3523 0 0,-1-8 2554 0 0</inkml:trace>
</inkml:ink>
</file>

<file path=ppt/ink/ink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6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18 236 0 0,'-12'-1'1033'0'0,"-17"-5"8942"0"0,82 10-9225 0 0,-11 2-466 0 0,799-14 983 0 0,-188-5-781 0 0,-430 16-371 0 0,858 17 337 0 0,-151-7 60 0 0,-879-13-457 0 0,-30 0 383 0 0,-1-1 0 0 0,30-4 0 0 0,-48 4 127 0 0,-8-1-799 0 0,-4 0-244 0 0,-1-1-1 0 0,0 2 1 0 0,1-1-1 0 0,-1 1 1 0 0,-18 2 0 0 0,-31 2-4886 0 0,45-2 3109 0 0,-10 0-1302 0 0</inkml:trace>
</inkml:ink>
</file>

<file path=ppt/ink/ink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6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93 11709 0 0,'-248'-19'338'0'0,"203"16"184"0"0,43 3-68 0 0,14-1-344 0 0,565-15 628 0 0,344-11 916 0 0,-320 30-474 0 0,-249-7-199 0 0,-103-2 632 0 0,-248 7-1533 0 0,1-1 1 0 0,-1 0-1 0 0,1 0 0 0 0,-1 0 1 0 0,1 0-1 0 0,0 0 0 0 0,-1 0 1 0 0,1 0-1 0 0,-1-1 0 0 0,1 1 1 0 0,-1 0-1 0 0,1-1 0 0 0,-1 0 1 0 0,1 1-1 0 0,-1-1 0 0 0,0 0 1 0 0,1 1-1 0 0,-1-1 0 0 0,0 0 1 0 0,2-2-1 0 0,-3 2-94 0 0,-1 1-1 0 0,1-1 1 0 0,0 0-1 0 0,-1 1 1 0 0,1-1-1 0 0,-1 0 1 0 0,0 1-1 0 0,1-1 1 0 0,-1 1-1 0 0,1-1 1 0 0,-1 1-1 0 0,0-1 1 0 0,0 1-1 0 0,1-1 0 0 0,-1 1 1 0 0,0 0-1 0 0,0-1 1 0 0,1 1-1 0 0,-1 0 1 0 0,0 0-1 0 0,0-1 1 0 0,0 1-1 0 0,0 0 1 0 0,1 0-1 0 0,-1 0 1 0 0,0 0-1 0 0,0 0 1 0 0,0 0-1 0 0,0 1 1 0 0,1-1-1 0 0,-2 0 1 0 0,-13 3-1819 0 0,2 1-1697 0 0,2-3-3096 0 0,-4-1 1829 0 0</inkml:trace>
</inkml:ink>
</file>

<file path=ppt/ink/ink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9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41 804 0 0,'-21'-34'4167'0'0,"20"34"-4081"0"0,0-1 1 0 0,1 0-1 0 0,-1 1 1 0 0,0-1-1 0 0,0 1 0 0 0,1-1 1 0 0,-1 1-1 0 0,0-1 0 0 0,0 1 1 0 0,0 0-1 0 0,0-1 0 0 0,0 1 1 0 0,0 0-1 0 0,0 0 0 0 0,0 0 1 0 0,0 0-1 0 0,0 0 1 0 0,1 0-1 0 0,-1 0 0 0 0,0 0 1 0 0,0 0-1 0 0,0 0 0 0 0,0 0 1 0 0,0 1-1 0 0,0-1 0 0 0,0 0 1 0 0,0 1-1 0 0,0-1 0 0 0,-1 1 1 0 0,-1 1 44 0 0,0 1 0 0 0,-1-1 0 0 0,1 1 0 0 0,0 0 0 0 0,1 0 0 0 0,-1 0 0 0 0,-3 6 0 0 0,-4 5 174 0 0,2 0 0 0 0,-11 26 1 0 0,0 6-11 0 0,3 1 1 0 0,2 1 0 0 0,2 1 0 0 0,2-1 0 0 0,2 2 0 0 0,2-1-1 0 0,3 1 1 0 0,1 0 0 0 0,3 0 0 0 0,8 54 0 0 0,-2-68-136 0 0,1 0 1 0 0,2 0-1 0 0,1-1 0 0 0,2 0 1 0 0,32 60-1 0 0,-33-74-256 0 0,0-1-1 0 0,2 1 0 0 0,0-2 1 0 0,1 0-1 0 0,1-1 1 0 0,1 0-1 0 0,0-2 1 0 0,1 0-1 0 0,1 0 0 0 0,21 12 1 0 0,-32-24-395 0 0,1 0 0 0 0,-1 0 0 0 0,1-1 0 0 0,17 5 0 0 0,16-2-4231 0 0,-18-6 1623 0 0</inkml:trace>
</inkml:ink>
</file>

<file path=ppt/ink/ink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19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54 330 1172 0 0,'-10'-14'3175'0'0,"5"18"405"0"0,5 34-1626 0 0,6 23-876 0 0,-3-41-830 0 0,-1 0-1 0 0,-1 0 0 0 0,-1 0 0 0 0,-1 0 0 0 0,-3 22 0 0 0,3-20-28 0 0,1-20-153 0 0,0 0 0 0 0,0 1 0 0 0,0-1 0 0 0,0 0 0 0 0,0 0 0 0 0,-1 0 0 0 0,1 1 0 0 0,-1-1 0 0 0,0 0 0 0 0,1 0 0 0 0,-1 0 0 0 0,0 0 0 0 0,-2 3 0 0 0,2-3 316 0 0,-1-4-366 0 0,0 1 1 0 0,1-1 0 0 0,-1 0 0 0 0,1 0 0 0 0,-1 0 0 0 0,1 0-1 0 0,0 0 1 0 0,0 0 0 0 0,0 0 0 0 0,0-1 0 0 0,0 1-1 0 0,-1-5 1 0 0,-12-110 285 0 0,14 105-285 0 0,-2-23 18 0 0,1 0 0 0 0,2 0-1 0 0,1 0 1 0 0,12-59 0 0 0,-6 62-4 0 0,17-56-17 0 0,-22 81-14 0 0,0 0 0 0 0,0 1 0 0 0,1-1-1 0 0,0 1 1 0 0,0 0 0 0 0,1 0 0 0 0,-1 0 0 0 0,1 1 0 0 0,1-1-1 0 0,6-5 1 0 0,-6 7 0 0 0,-1 1 0 0 0,0-1 0 0 0,1 1-1 0 0,0 0 1 0 0,-1 0 0 0 0,1 1-1 0 0,0 0 1 0 0,1 0 0 0 0,-1 0 0 0 0,8-1-1 0 0,-13 3 1 0 0,1 0-1 0 0,0 0 1 0 0,0 0 0 0 0,-1 1-1 0 0,1-1 1 0 0,0 0-1 0 0,-1 0 1 0 0,1 1-1 0 0,0-1 1 0 0,-1 1-1 0 0,1 0 1 0 0,0-1 0 0 0,-1 1-1 0 0,1 0 1 0 0,-1 0-1 0 0,0 0 1 0 0,1 0-1 0 0,-1 0 1 0 0,0 0-1 0 0,1 1 1 0 0,-1-1 0 0 0,0 0-1 0 0,0 1 1 0 0,0-1-1 0 0,0 1 1 0 0,0-1-1 0 0,-1 1 1 0 0,1-1 0 0 0,0 1-1 0 0,-1-1 1 0 0,1 1-1 0 0,-1 0 1 0 0,1-1-1 0 0,-1 1 1 0 0,0 0-1 0 0,0 0 1 0 0,0-1 0 0 0,0 1-1 0 0,0 0 1 0 0,0 0-1 0 0,0-1 1 0 0,-1 3-1 0 0,-9 84 23 0 0,7-71-21 0 0,0 0 0 0 0,1 0 1 0 0,1 0-1 0 0,0 0 1 0 0,3 20-1 0 0,-1-30 0 0 0,1-1-1 0 0,0 0 0 0 0,0 0 0 0 0,0 0 0 0 0,1 0 1 0 0,0 0-1 0 0,0-1 0 0 0,0 1 0 0 0,1-1 1 0 0,0 0-1 0 0,6 7 0 0 0,59 50 33 0 0,-55-52-34 0 0,-1 1 0 0 0,0 1-1 0 0,-1 0 1 0 0,15 19 0 0 0,-24-28 4 0 0,-1 1 0 0 0,1 0 0 0 0,-1 0 0 0 0,0 0-1 0 0,0 0 1 0 0,0 0 0 0 0,-1 0 0 0 0,1 0 0 0 0,-1 1 0 0 0,0-1 0 0 0,0 0 0 0 0,-1 1 0 0 0,1-1 0 0 0,-1 1 0 0 0,0-1 0 0 0,0 1 0 0 0,0-1 0 0 0,-1 0 0 0 0,0 1 0 0 0,-2 8 0 0 0,1-8 2 0 0,-1-1 0 0 0,0 1 0 0 0,0 0 0 0 0,0-1 0 0 0,-1 0 0 0 0,1 1 0 0 0,-1-2 0 0 0,0 1 0 0 0,0 0 0 0 0,-1-1 0 0 0,1 1 0 0 0,-1-1 0 0 0,0-1 0 0 0,1 1 0 0 0,-1-1 0 0 0,-9 4 0 0 0,-4 0 0 0 0,1 0 0 0 0,-1-1 0 0 0,0-1 0 0 0,-1-1 0 0 0,-35 2 0 0 0,43-5 5 0 0,0 0 1 0 0,-1 0 0 0 0,1-1 0 0 0,0-1 0 0 0,-1 0 0 0 0,1-1-1 0 0,0 0 1 0 0,0 0 0 0 0,1-1 0 0 0,-20-10 0 0 0,29 13-36 0 0,-1 1-1 0 0,1-1 1 0 0,0 1 0 0 0,0-1 0 0 0,-1 0 0 0 0,1 0 0 0 0,0 1 0 0 0,0-1 0 0 0,0 0-1 0 0,0 0 1 0 0,0 0 0 0 0,0 0 0 0 0,0-1 0 0 0,0 1 0 0 0,0 0 0 0 0,1 0 0 0 0,-1 0 0 0 0,0-1-1 0 0,1 1 1 0 0,-1 0 0 0 0,1-1 0 0 0,-1 1 0 0 0,1-1 0 0 0,0 1 0 0 0,-1 0 0 0 0,1-1-1 0 0,0 1 1 0 0,0-1 0 0 0,0 1 0 0 0,0-1 0 0 0,1 1 0 0 0,-1 0 0 0 0,0-1 0 0 0,0 1-1 0 0,1-1 1 0 0,-1 1 0 0 0,1 0 0 0 0,-1-1 0 0 0,1 1 0 0 0,0 0 0 0 0,-1 0 0 0 0,1-1-1 0 0,2-1 1 0 0,2-3-1133 0 0,1 1 0 0 0,-1-1-1 0 0,1 1 1 0 0,1 1-1 0 0,-1-1 1 0 0,11-5 0 0 0,-2 3-2127 0 0</inkml:trace>
</inkml:ink>
</file>

<file path=ppt/ink/ink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1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143 413 584 0 0,'-3'-15'2533'0'0,"3"15"-2408"0"0,0-1-1 0 0,0 1 1 0 0,0 0-1 0 0,0-1 1 0 0,0 1 0 0 0,0 0-1 0 0,0-1 1 0 0,0 1 0 0 0,0-1-1 0 0,0 1 1 0 0,-1 0-1 0 0,1-1 1 0 0,0 1 0 0 0,0 0-1 0 0,0-1 1 0 0,0 1 0 0 0,-1 0-1 0 0,1-1 1 0 0,0 1-1 0 0,0 0 1 0 0,-1-1 0 0 0,1 1-1 0 0,0 0 1 0 0,-1 0 0 0 0,1-1-1 0 0,0 1 1 0 0,0 0-1 0 0,-1 0 1 0 0,1 0 0 0 0,-1-1-1 0 0,1 1 1 0 0,0 0 0 0 0,-1 0-1 0 0,1 0 1 0 0,0 0 0 0 0,-1 0-1 0 0,1 0 1 0 0,-1 0-1 0 0,-12 8 316 0 0,1 1 0 0 0,0 1 0 0 0,1 0 0 0 0,0 1 0 0 0,0 0 0 0 0,1 0 0 0 0,1 1 0 0 0,0 1 0 0 0,-9 16-1 0 0,15-22-163 0 0,-8 23 521 0 0,11-30-784 0 0,0 1 0 0 0,0 0 0 0 0,0-1 1 0 0,-1 1-1 0 0,1 0 0 0 0,0-1 0 0 0,0 1 0 0 0,0 0 1 0 0,1-1-1 0 0,-1 1 0 0 0,0 0 0 0 0,0-1 1 0 0,0 1-1 0 0,0 0 0 0 0,1-1 0 0 0,-1 1 0 0 0,0-1 1 0 0,1 1-1 0 0,-1-1 0 0 0,0 1 0 0 0,1 0 0 0 0,-1-1 1 0 0,1 1-1 0 0,-1-1 0 0 0,1 1 0 0 0,-1-1 0 0 0,1 0 1 0 0,-1 1-1 0 0,1-1 0 0 0,-1 0 0 0 0,1 1 0 0 0,-1-1 1 0 0,1 0-1 0 0,0 1 0 0 0,-1-1 0 0 0,1 0 1 0 0,0 0-1 0 0,0 0 0 0 0,1 1 70 0 0,2-3-13 0 0,110-56 342 0 0,-111 57-403 0 0,0 0-1 0 0,0 0 1 0 0,0 1-1 0 0,1-1 1 0 0,-1 1-1 0 0,0 0 1 0 0,0 0 0 0 0,1 0-1 0 0,-1 0 1 0 0,0 0-1 0 0,0 1 1 0 0,1-1-1 0 0,3 2 1 0 0,46 19 7 0 0,-10-4-14 0 0,-36-15 1 0 0,0-1 0 0 0,1 0 0 0 0,-1-1 0 0 0,1 1 0 0 0,-1-1 0 0 0,1 0 0 0 0,-1-1 0 0 0,0 0 0 0 0,1 0 0 0 0,-1-1 1 0 0,0 0-1 0 0,0 0 0 0 0,0-1 0 0 0,0 1 0 0 0,0-1 0 0 0,-1-1 0 0 0,1 0 0 0 0,-1 0 0 0 0,0 0 0 0 0,0 0 0 0 0,0-1 0 0 0,-1 0 0 0 0,1 0 1 0 0,-1-1-1 0 0,-1 1 0 0 0,7-10 0 0 0,5-8 1 0 0,-1-1 1 0 0,-2-1 0 0 0,0 0-1 0 0,-1-1 1 0 0,12-41-1 0 0,-15 38 5 0 0,-2 0 0 0 0,-1-1 0 0 0,-2 1 0 0 0,0-1 0 0 0,-2-33 0 0 0,-5-8 19 0 0,2 69-8 0 0,-3 5 21 0 0,-3 4-26 0 0,1 0 0 0 0,0 0 0 0 0,0 1 0 0 0,0 0-1 0 0,1 0 1 0 0,0 0 0 0 0,1 1 0 0 0,0-1 0 0 0,0 1 0 0 0,0 0 0 0 0,1 0 0 0 0,-2 14-1 0 0,0-1 29 0 0,1 0 0 0 0,1 1 0 0 0,1-1 0 0 0,1 33 0 0 0,3-23-7 0 0,1-1 1 0 0,1 1-1 0 0,2-1 0 0 0,13 41 0 0 0,-16-61-23 0 0,1 1 0 0 0,1-1 0 0 0,0 0 0 0 0,1 0 0 0 0,-1-1 0 0 0,2 1 0 0 0,0-1 0 0 0,0-1 0 0 0,1 1 0 0 0,0-1 0 0 0,0-1 0 0 0,1 0 0 0 0,0 0 0 0 0,15 10 0 0 0,-20-16-11 0 0,0 0 0 0 0,-1-1 0 0 0,1 1-1 0 0,0-1 1 0 0,0 1 0 0 0,0-1 0 0 0,0 0 0 0 0,0-1 0 0 0,0 1 0 0 0,0-1-1 0 0,0 0 1 0 0,0 0 0 0 0,0 0 0 0 0,0 0 0 0 0,1-1 0 0 0,6-1-1 0 0,-4 0 3 0 0,0-1-1 0 0,0 0 1 0 0,0-1-1 0 0,-1 1 1 0 0,1-1 0 0 0,-1 0-1 0 0,0-1 1 0 0,9-7-1 0 0,5-8 2 0 0,-1-1-1 0 0,-1-1 1 0 0,26-41 0 0 0,-42 60-6 0 0,15-25 2 0 0,-1 0 1 0 0,-1-1 0 0 0,-2 0-1 0 0,-1-1 1 0 0,-1-1-1 0 0,-2 0 1 0 0,-1 0 0 0 0,-1 0-1 0 0,-2-1 1 0 0,-1-1-1 0 0,0-35 1 0 0,-7 8 39 0 0,3 61-39 0 0,-1-1 0 0 0,1 1 0 0 0,0 0 1 0 0,0 0-1 0 0,0-1 0 0 0,-1 1 0 0 0,1 0 0 0 0,0 0 1 0 0,-1-1-1 0 0,1 1 0 0 0,-1 0 0 0 0,1-1 0 0 0,-1 1 1 0 0,1 0-1 0 0,-1-1 0 0 0,1 1 0 0 0,-1-1 0 0 0,0 1 1 0 0,1-1-1 0 0,-2 1 0 0 0,-12 16 29 0 0,10 4 21 0 0,0-1-1 0 0,0 0 1 0 0,2 1-1 0 0,1 0 1 0 0,2 34-1 0 0,4-6 58 0 0,16 70-1 0 0,-17-102-90 0 0,1-1 0 0 0,1 1 0 0 0,0-1 0 0 0,2 0 0 0 0,-1 0 0 0 0,2-1 0 0 0,16 23 0 0 0,-22-34-17 0 0,1 1 1 0 0,0-1 0 0 0,0 0 0 0 0,1 0 0 0 0,-1 0 0 0 0,1 0 0 0 0,-1-1-1 0 0,1 0 1 0 0,1 0 0 0 0,-1 0 0 0 0,0-1 0 0 0,0 1 0 0 0,1-1 0 0 0,0 0 0 0 0,-1-1-1 0 0,1 0 1 0 0,0 0 0 0 0,0 0 0 0 0,0 0 0 0 0,-1-1 0 0 0,1 0 0 0 0,0 0-1 0 0,0-1 1 0 0,11-2 0 0 0,-1 0-1 0 0,0 0-1 0 0,0-2 1 0 0,0 0-1 0 0,-1-1 1 0 0,1 0 0 0 0,-1-2-1 0 0,-1 1 1 0 0,0-2-1 0 0,0 0 1 0 0,0-1-1 0 0,-1 0 1 0 0,-1-1-1 0 0,0 0 1 0 0,0-1-1 0 0,-1 0 1 0 0,17-26 0 0 0,-16 20 9 0 0,-1 0 0 0 0,-1-1 0 0 0,-1 0 1 0 0,-1-1-1 0 0,0 0 0 0 0,-2 0 0 0 0,0-1 0 0 0,-1 0 1 0 0,-2 0-1 0 0,0 0 0 0 0,-1-1 0 0 0,-1 1 1 0 0,-1-25-1 0 0,-2 31-16 0 0,0 1-1 0 0,0 0 1 0 0,-1 0 0 0 0,-6-14 0 0 0,9 26 10 0 0,-2 3-48 0 0,0 1 47 0 0,1 0 0 0 0,-1 0-1 0 0,1 0 1 0 0,-1 0 0 0 0,1 0-1 0 0,0 0 1 0 0,-1 0 0 0 0,1 0-1 0 0,0 0 1 0 0,1 0 0 0 0,-1 1-1 0 0,-1 3 1 0 0,-8 31 23 0 0,5-11-3 0 0,0 1 1 0 0,2-1-1 0 0,1 1 0 0 0,1-1 1 0 0,4 46-1 0 0,-1-55-19 0 0,0 0 0 0 0,2-1 0 0 0,0 1 1 0 0,1-1-1 0 0,1 0 0 0 0,0 0 0 0 0,1-1 0 0 0,1 0 0 0 0,0 0 0 0 0,12 15 0 0 0,-16-25 1 0 0,0 0 0 0 0,0 0 0 0 0,1 0 0 0 0,-1 0 0 0 0,1-1 0 0 0,0 0 0 0 0,1 0 0 0 0,-1 0 0 0 0,1 0 0 0 0,0-1 1 0 0,-1 0-1 0 0,1 0 0 0 0,1-1 0 0 0,-1 0 0 0 0,0 0 0 0 0,1 0 0 0 0,-1-1 0 0 0,1 0 0 0 0,-1 0 0 0 0,1 0 0 0 0,-1-1 0 0 0,1 0 0 0 0,0-1 0 0 0,-1 1 0 0 0,1-1 0 0 0,-1 0 0 0 0,1-1 0 0 0,-1 0 0 0 0,0 0 0 0 0,1 0 0 0 0,-1-1 0 0 0,0 0 0 0 0,-1 0 0 0 0,1 0 0 0 0,0-1 0 0 0,-1 1 0 0 0,0-2 0 0 0,0 1 0 0 0,0 0 0 0 0,5-7 0 0 0,-1-5 622 0 0,-16 16 614 0 0,5 1-1201 0 0,1 0-1 0 0,0-1 1 0 0,0 1-1 0 0,0 0 1 0 0,0 0-1 0 0,0 1 1 0 0,0-1-1 0 0,0 0 1 0 0,0 0-1 0 0,1 0 1 0 0,-1 1-1 0 0,0-1 1 0 0,1 0-1 0 0,-1 1 1 0 0,1-1-1 0 0,-1 0 1 0 0,1 1-1 0 0,0-1 1 0 0,-1 1-1 0 0,1-1 1 0 0,0 1-1 0 0,0-1 1 0 0,0 1-1 0 0,0-1 1 0 0,1 0-1 0 0,-1 3 1 0 0,2 3-4 0 0,0 1 0 0 0,0-1 0 0 0,1 0 1 0 0,0 0-1 0 0,1-1 0 0 0,-1 1 0 0 0,1-1 1 0 0,0 1-1 0 0,1-1 0 0 0,-1 0 0 0 0,1-1 1 0 0,0 1-1 0 0,1-1 0 0 0,0 0 0 0 0,8 6 1 0 0,-9-8-615 0 0,1 0 0 0 0,0 0 0 0 0,0 0 1 0 0,0 0-1 0 0,1-1 0 0 0,-1 0 0 0 0,0-1 0 0 0,1 1 1 0 0,-1-1-1 0 0,1 0 0 0 0,9-1 0 0 0,-3-2-4870 0 0,-11 1 4081 0 0</inkml:trace>
</inkml:ink>
</file>

<file path=ppt/ink/ink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1.7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7 111 1024 0 0,'-6'7'4999'0'0,"9"-7"-2410"0"0,22-10-1805 0 0,26-10-296 0 0,172-24 209 0 0,-57 14-6433 0 0,-113 17 3007 0 0</inkml:trace>
</inkml:ink>
</file>

<file path=ppt/ink/ink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3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239 622 100 0 0,'-10'9'6784'0'0,"-5"-25"-6168"0"0,0 0 0 0 0,2-1 0 0 0,0-1 0 0 0,1 0 0 0 0,0 0 1 0 0,2-1-1 0 0,-11-26 0 0 0,3 8-285 0 0,5 11-246 0 0,1-1-1 0 0,1 0 1 0 0,1 0 0 0 0,-9-46 0 0 0,16 61-59 0 0,1 1 0 0 0,1-1 1 0 0,0 0-1 0 0,1 0 0 0 0,0 0 1 0 0,0 0-1 0 0,2 0 0 0 0,-1 0 0 0 0,2 0 1 0 0,-1 0-1 0 0,2 1 0 0 0,-1-1 1 0 0,11-21-1 0 0,-11 29-28 0 0,-1-1 1 0 0,1 1 0 0 0,0 0-1 0 0,1 0 1 0 0,-1 0 0 0 0,1 0-1 0 0,0 1 1 0 0,0-1 0 0 0,0 1-1 0 0,0 0 1 0 0,0 0-1 0 0,1 0 1 0 0,-1 1 0 0 0,1 0-1 0 0,8-4 1 0 0,-10 6 0 0 0,0-1 1 0 0,0 1-1 0 0,0-1 1 0 0,-1 1-1 0 0,1 0 0 0 0,0 0 1 0 0,0 0-1 0 0,0 1 0 0 0,0-1 1 0 0,0 1-1 0 0,-1 0 0 0 0,1-1 1 0 0,0 1-1 0 0,-1 0 1 0 0,1 1-1 0 0,0-1 0 0 0,-1 0 1 0 0,0 1-1 0 0,1-1 0 0 0,-1 1 1 0 0,0 0-1 0 0,0 0 1 0 0,1 0-1 0 0,-1 0 0 0 0,-1 0 1 0 0,1 0-1 0 0,0 1 0 0 0,-1-1 1 0 0,3 5-1 0 0,0 0 3 0 0,-1 1 1 0 0,-1-1-1 0 0,1 1 0 0 0,-1-1 0 0 0,0 1 0 0 0,-1 0 0 0 0,0 0 1 0 0,0 0-1 0 0,-1 0 0 0 0,0 0 0 0 0,0 0 0 0 0,-1 0 1 0 0,-1 8-1 0 0,-4 16 11 0 0,-17 53 0 0 0,22-81-11 0 0,-15 39 12 0 0,-2-2 1 0 0,-1 0-1 0 0,-2-2 1 0 0,-2 0-1 0 0,-56 71 1 0 0,74-102-17 0 0,1 2-6 0 0,2-1 7 0 0,2-8 2 0 0,0 0 0 0 0,1-1-1 0 0,-1 1 1 0 0,1 0 0 0 0,0-1 0 0 0,-1 1 0 0 0,1-1 0 0 0,-1 1-1 0 0,1-1 1 0 0,0 1 0 0 0,-1-1 0 0 0,1 0 0 0 0,0 1-1 0 0,0-1 1 0 0,-1 0 0 0 0,1 1 0 0 0,0-1 0 0 0,0 0 0 0 0,-1 0-1 0 0,1 0 1 0 0,0 1 0 0 0,0-1 0 0 0,0 0 0 0 0,-1 0 0 0 0,1 0-1 0 0,0-1 1 0 0,0 1 0 0 0,0 0 0 0 0,1 0 0 0 0,26-2 17 0 0,218-39-692 0 0,-81 2-6727 0 0,-126 30 4591 0 0</inkml:trace>
</inkml:ink>
</file>

<file path=ppt/ink/ink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4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384 413 548 0 0,'0'0'6302'0'0,"-1"-6"-5765"0"0,-2-7-175 0 0,2-1 1 0 0,0 0-1 0 0,0 1 1 0 0,1-1-1 0 0,1 0 1 0 0,0 1-1 0 0,1-1 1 0 0,4-15-1 0 0,4-38 91 0 0,-9 56-387 0 0,-1-1 0 0 0,0 1 0 0 0,0-1 0 0 0,-2 1 0 0 0,1-1 0 0 0,-2 1 0 0 0,1 0 0 0 0,-1 0 0 0 0,-1 0 0 0 0,0 0 0 0 0,-7-13 0 0 0,9 21-37 0 0,0-1-1 0 0,0 1 1 0 0,-1-1-1 0 0,1 1 0 0 0,-1 0 1 0 0,0 0-1 0 0,1 0 1 0 0,-1 0-1 0 0,-1 0 0 0 0,1 1 1 0 0,0-1-1 0 0,-1 1 1 0 0,1 0-1 0 0,-1 0 0 0 0,1 0 1 0 0,-1 1-1 0 0,0-1 1 0 0,0 1-1 0 0,0 0 0 0 0,0 0 1 0 0,0 0-1 0 0,0 1 1 0 0,0-1-1 0 0,0 1 0 0 0,0 0 1 0 0,0 0-1 0 0,-1 0 1 0 0,1 1-1 0 0,0-1 0 0 0,0 1 1 0 0,0 0-1 0 0,0 1 1 0 0,0-1-1 0 0,-5 3 1 0 0,0 0 35 0 0,0 0 0 0 0,1 1 0 0 0,-1-1 1 0 0,1 2-1 0 0,0-1 0 0 0,1 1 1 0 0,-1 1-1 0 0,1-1 0 0 0,0 1 1 0 0,1 1-1 0 0,0-1 0 0 0,-10 16 0 0 0,8-9 34 0 0,1 0-1 0 0,1 1 0 0 0,0 0 1 0 0,0 0-1 0 0,2 0 0 0 0,0 1 1 0 0,-2 18-1 0 0,2 8 99 0 0,1 1 1 0 0,3 0-1 0 0,1 0 1 0 0,14 81-1 0 0,0-37-42 0 0,1-4 15 0 0,-3 1 0 0 0,-5 1 0 0 0,-2 131 0 0 0,-9-188-131 0 0,-1 0 1 0 0,-8 31 0 0 0,9-48-20 0 0,0-1 0 0 0,0 1 1 0 0,-1-1-1 0 0,-1 0 1 0 0,1 0-1 0 0,-2-1 1 0 0,1 1-1 0 0,-11 12 1 0 0,15-21-113 0 0,0 1 0 0 0,0-1 0 0 0,0 0 0 0 0,0 0 0 0 0,0 0 0 0 0,0 0 0 0 0,0 0 0 0 0,-1 0 0 0 0,1 0 0 0 0,0 0 0 0 0,0 0 0 0 0,-1-1 0 0 0,1 1 0 0 0,0-1 0 0 0,-1 1 0 0 0,1-1 0 0 0,-1 1 0 0 0,1-1 0 0 0,-1 0 0 0 0,1 1 0 0 0,-1-1 0 0 0,1 0 0 0 0,-1 0 0 0 0,1 0 0 0 0,-1 0 0 0 0,1-1 0 0 0,-1 1 0 0 0,1 0 0 0 0,-3-1 0 0 0,0-2-645 0 0,1 1-1 0 0,0-1 1 0 0,0 1 0 0 0,0-1 0 0 0,0 0 0 0 0,0 0 0 0 0,1 0-1 0 0,-1-1 1 0 0,1 1 0 0 0,-3-5 0 0 0,-2-5-2466 0 0</inkml:trace>
</inkml:ink>
</file>

<file path=ppt/ink/ink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4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0 335 416 0 0,'169'-61'3827'0'0,"-69"27"-2607"0"0,383-156 5240 0 0,-481 190-5205 0 0,-7 37-550 0 0,5-34-683 0 0,0 0 0 0 0,0 1 1 0 0,0-1-1 0 0,1 1 0 0 0,0-1 0 0 0,-1 1 1 0 0,1-1-1 0 0,1 0 0 0 0,-1 0 1 0 0,0 1-1 0 0,1-1 0 0 0,-1 0 1 0 0,1 0-1 0 0,0 0 0 0 0,0-1 1 0 0,0 1-1 0 0,1 0 0 0 0,-1-1 1 0 0,1 0-1 0 0,-1 1 0 0 0,1-1 1 0 0,0 0-1 0 0,0 0 0 0 0,0 0 0 0 0,0-1 1 0 0,0 1-1 0 0,0-1 0 0 0,0 1 1 0 0,0-1-1 0 0,1 0 0 0 0,5 0 1 0 0,-4 1-9 0 0,0-1 0 0 0,1 0 0 0 0,-1 0 0 0 0,0 0 1 0 0,1-1-1 0 0,-1 0 0 0 0,1 0 0 0 0,-1 0 0 0 0,0-1 1 0 0,1 1-1 0 0,-1-2 0 0 0,0 1 0 0 0,0 0 0 0 0,1-1 1 0 0,-1 0-1 0 0,0 0 0 0 0,-1 0 0 0 0,1-1 0 0 0,0 0 1 0 0,7-5-1 0 0,-11 6-9 0 0,1-1 0 0 0,0 1 1 0 0,-1 0-1 0 0,1 0 1 0 0,-1-1-1 0 0,0 1 0 0 0,0-1 1 0 0,0 1-1 0 0,0-1 0 0 0,0 0 1 0 0,0 1-1 0 0,-1-1 0 0 0,1 0 1 0 0,-1 0-1 0 0,0 1 1 0 0,0-1-1 0 0,0 0 0 0 0,0 0 1 0 0,0 1-1 0 0,-1-1 0 0 0,1 0 1 0 0,-1 1-1 0 0,0-1 1 0 0,0 0-1 0 0,0 1 0 0 0,0-1 1 0 0,0 1-1 0 0,0-1 0 0 0,-1 1 1 0 0,1 0-1 0 0,-1-1 0 0 0,-3-2 1 0 0,1-1 5 0 0,-1 1-1 0 0,0-1 1 0 0,0 1 0 0 0,0 0 0 0 0,-1 0 0 0 0,1 0-1 0 0,-1 1 1 0 0,0 0 0 0 0,-1 0 0 0 0,1 1 0 0 0,-10-4-1 0 0,15 6-187 0 0,0 1-1 0 0,1 0 0 0 0,-1 0 0 0 0,0 0 0 0 0,1 0 0 0 0,-1 0 1 0 0,0 0-1 0 0,1 1 0 0 0,-1-1 0 0 0,0 0 0 0 0,1 0 1 0 0,-1 0-1 0 0,1 1 0 0 0,-1-1 0 0 0,0 0 0 0 0,1 0 1 0 0,-1 1-1 0 0,1-1 0 0 0,-1 1 0 0 0,1-1 0 0 0,-1 0 0 0 0,1 1 1 0 0,-1-1-1 0 0,1 1 0 0 0,0-1 0 0 0,-1 1 0 0 0,1-1 1 0 0,-1 1-1 0 0,1 0 0 0 0,0 0 0 0 0,-1 0 263 0 0</inkml:trace>
</inkml:ink>
</file>

<file path=ppt/ink/ink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4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68 348 0 0,'0'0'1979'0'0,"-6"-1"-1088"0"0,3-1-603 0 0,2 1-138 0 0,-1 1 1 0 0,1-1 0 0 0,-1 0-1 0 0,1 1 1 0 0,-1-1 0 0 0,0 1-1 0 0,1-1 1 0 0,-1 1 0 0 0,1 0-1 0 0,-1 0 1 0 0,0-1 0 0 0,-3 2 0 0 0,5-1-97 0 0,-1 0 1 0 0,0 0 0 0 0,1 1 0 0 0,-1-1 0 0 0,0 0 0 0 0,1 1-1 0 0,-1-1 1 0 0,1 1 0 0 0,-1-1 0 0 0,1 0 0 0 0,-1 1 0 0 0,1-1-1 0 0,-1 1 1 0 0,1 0 0 0 0,-1-1 0 0 0,1 1 0 0 0,0-1 0 0 0,-1 1-1 0 0,1 0 1 0 0,0-1 0 0 0,-1 1 0 0 0,1 0 0 0 0,0-1 0 0 0,0 1-1 0 0,0 0 1 0 0,0 0 0 0 0,-1-1 0 0 0,1 1 0 0 0,0 0 0 0 0,0-1-1 0 0,1 1 1 0 0,-1 0 0 0 0,0 0 0 0 0,0-1 0 0 0,0 1 0 0 0,0 0 0 0 0,1-1-1 0 0,-1 1 1 0 0,0 0 0 0 0,0-1 0 0 0,1 1 0 0 0,0 0 0 0 0,0 1 50 0 0,0 0 1 0 0,0 0-1 0 0,0 0 1 0 0,0 0 0 0 0,0 0-1 0 0,1 0 1 0 0,-1-1-1 0 0,1 1 1 0 0,0-1 0 0 0,-1 1-1 0 0,1-1 1 0 0,0 1-1 0 0,0-1 1 0 0,0 0 0 0 0,3 2-1 0 0,1-1 62 0 0,0 0-1 0 0,0 0 1 0 0,0-1 0 0 0,0 1-1 0 0,0-1 1 0 0,0-1 0 0 0,0 1-1 0 0,1-1 1 0 0,-1 0 0 0 0,0-1-1 0 0,0 1 1 0 0,0-1-1 0 0,7-2 1 0 0,-11 2-61 0 0,0-1-1 0 0,-1 0 1 0 0,1 0-1 0 0,-1 1 1 0 0,0-1-1 0 0,1 0 1 0 0,-1 0-1 0 0,0 0 1 0 0,0 0-1 0 0,0 0 1 0 0,0 0-1 0 0,-1-1 1 0 0,1 1-1 0 0,-1 0 1 0 0,1 0-1 0 0,-1-1 1 0 0,0 1-1 0 0,0-3 1 0 0,1 3-20 0 0,-1 0-13 0 0,0-1 1 0 0,0 1 0 0 0,-1-1-1 0 0,1 1 1 0 0,-1-1-1 0 0,1 1 1 0 0,-1-1-1 0 0,0 1 1 0 0,1 0-1 0 0,-1-1 1 0 0,0 1-1 0 0,-1 0 1 0 0,1 0-1 0 0,0-1 1 0 0,-1 1-1 0 0,1 0 1 0 0,-1 0 0 0 0,0 1-1 0 0,1-1 1 0 0,-1 0-1 0 0,0 0 1 0 0,-4-1-1 0 0,2 0-28 0 0,-1 0 0 0 0,0 0 0 0 0,1 0 0 0 0,-1 1 1 0 0,-1 0-1 0 0,1 0 0 0 0,0 0 0 0 0,-7-1 0 0 0,10 3-443 0 0,-1 3-656 0 0,-2 4 775 0 0,19 18-11167 0 0</inkml:trace>
</inkml:ink>
</file>

<file path=ppt/ink/ink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5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55 326 832 0 0,'-45'15'6083'0'0,"45"-15"-6028"0"0,-1 0-1 0 0,1 0 1 0 0,-1 0 0 0 0,1 0 0 0 0,-1 1 0 0 0,1-1 0 0 0,-1 0 0 0 0,1 0 0 0 0,0 1 0 0 0,-1-1-1 0 0,1 0 1 0 0,-1 1 0 0 0,1-1 0 0 0,0 1 0 0 0,-1-1 0 0 0,1 0 0 0 0,0 1 0 0 0,0-1 0 0 0,-1 1-1 0 0,1-1 1 0 0,0 1 0 0 0,0-1 0 0 0,-1 1 0 0 0,1-1 0 0 0,0 1 0 0 0,0-1 0 0 0,0 1 0 0 0,0-1-1 0 0,0 1 1 0 0,0-1 0 0 0,0 1 0 0 0,0-1 0 0 0,0 1 0 0 0,0-1 0 0 0,0 1 0 0 0,0-1 0 0 0,0 1 0 0 0,1-1-1 0 0,-1 1 1 0 0,0-1 0 0 0,0 1 0 0 0,0-1 0 0 0,1 1 0 0 0,-1-1 0 0 0,0 1 0 0 0,1-1 0 0 0,-1 0-1 0 0,0 1 1 0 0,1-1 0 0 0,-1 0 0 0 0,0 1 0 0 0,1-1 0 0 0,-1 0 0 0 0,1 1 0 0 0,-1-1 0 0 0,1 0-1 0 0,-1 0 1 0 0,1 1 0 0 0,-1-1 0 0 0,2 0 0 0 0,33 12 766 0 0,-31-12-773 0 0,0 0 0 0 0,0 0 0 0 0,0 0 0 0 0,0 0 0 0 0,0-1 0 0 0,0 1 0 0 0,0-1 1 0 0,0 0-1 0 0,0 0 0 0 0,-1-1 0 0 0,1 1 0 0 0,0-1 0 0 0,-1 0 0 0 0,1 0 0 0 0,-1 0 1 0 0,0 0-1 0 0,1-1 0 0 0,-1 1 0 0 0,4-6 0 0 0,-2 2-20 0 0,0 0 1 0 0,-1-1-1 0 0,0 0 0 0 0,0 0 0 0 0,0 0 1 0 0,-1 0-1 0 0,0-1 0 0 0,0 0 1 0 0,2-10-1 0 0,-1-1 181 0 0,-1 1 1 0 0,-1-1-1 0 0,-1 0 1 0 0,0 0-1 0 0,-2 0 1 0 0,0 1-1 0 0,0-1 1 0 0,-6-19-1 0 0,-10-36 3904 0 0,16 72-3597 0 0,-1 7-285 0 0,-1 7-118 0 0,1 1 1 0 0,0 0 0 0 0,0-1 0 0 0,1 1 0 0 0,1 0-1 0 0,0 0 1 0 0,1 0 0 0 0,0 0 0 0 0,6 21-1 0 0,4 13 40 0 0,23 58-1 0 0,-32-100-384 0 0,34 86-1895 0 0,-21-62-1460 0 0,2-6-3518 0 0,-10-14 2908 0 0</inkml:trace>
</inkml:ink>
</file>

<file path=ppt/ink/ink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5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1 12469 0 0,'5'0'38'0'0,"1"0"1"0"0,0 0-1 0 0,0 1 0 0 0,-1-1 0 0 0,1 1 0 0 0,0 0 1 0 0,-1 1-1 0 0,1 0 0 0 0,-1 0 0 0 0,1 0 0 0 0,-1 0 1 0 0,0 1-1 0 0,0 0 0 0 0,0 0 0 0 0,0 0 0 0 0,-1 1 1 0 0,1-1-1 0 0,-1 1 0 0 0,8 9 0 0 0,3 3 227 0 0,0 2 0 0 0,-1 0-1 0 0,21 35 1 0 0,-25-34-44 0 0,0-1 1 0 0,-2 2-1 0 0,0-1 0 0 0,-1 1 1 0 0,-1 1-1 0 0,-1-1 0 0 0,-1 1 1 0 0,-1 0-1 0 0,1 26 0 0 0,-3-17 6 0 0,-2 0 0 0 0,-2 0 0 0 0,0-1 0 0 0,-2 1 0 0 0,-17 55 0 0 0,4-35-31 0 0,-3 0 0 0 0,-1-1 0 0 0,-3-2-1 0 0,-2 0 1 0 0,-1-2 0 0 0,-67 79 0 0 0,57-82-744 0 0,-1-1 0 0 0,-62 48 0 0 0,-30 10-4946 0 0,86-69 915 0 0,-2-6 350 0 0</inkml:trace>
</inkml:ink>
</file>

<file path=ppt/ink/ink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28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60 336 0 0,'-3'-6'1050'0'0,"1"1"-1"0"0,-1-1 1 0 0,1 0-1 0 0,0 1 1 0 0,0-1 0 0 0,-1-11-1 0 0,2 8 1930 0 0,3 31-2398 0 0,6 261 85 0 0,-4-72-349 0 0,3 33-16 0 0,5-93-110 0 0,0-30-53 0 0,84 678 908 0 0,-89-750-996 0 0,87 341 345 0 0,-10-53 19 0 0,-22-18-112 0 0,-54-270-253 0 0,2 86 0 0 0,-4-31 7 0 0,17 446 98 0 0,-18-315-64 0 0,44 672 843 0 0,-37-746-882 0 0,-2 13 26 0 0,46 237 0 0 0,-4-153 12 0 0,58 240 129 0 0,-93-437-198 0 0,-7-20-258 0 0,27 69-1 0 0,-36-109-268 0 0</inkml:trace>
</inkml:ink>
</file>

<file path=ppt/ink/ink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30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17 376 0 0,'-19'-4'8220'0'0,"33"10"-6765"0"0,43 11-1791 0 0,65-7 837 0 0,240-14 1 0 0,-281 1-419 0 0,-35 1-53 0 0,1321-34 746 0 0,-380 52-573 0 0,154 36-113 0 0,-907-43-67 0 0,988 31 21 0 0,-1025-35-27 0 0,1129 31 22 0 0,547 11-38 0 0,-1670-46 14 0 0,145 2-5 0 0,411-5-5 0 0,-385 1 9 0 0,-7 2 203 0 0,-12 3 169 0 0,676-10 2349 0 0,-660-3 1801 0 0,-350 10-4506 0 0,-30 1-2266 0 0,-43 3-6519 0 0,24-4 3706 0 0</inkml:trace>
</inkml:ink>
</file>

<file path=ppt/ink/ink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30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20214 0 0,'0'0'88'0'0</inkml:trace>
</inkml:ink>
</file>

<file path=ppt/ink/ink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32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428 66 212 0 0,'-26'-26'4688'0'0,"22"22"-4281"0"0,1 1 1 0 0,-1-1-1 0 0,0 1 1 0 0,0 0-1 0 0,-1 0 1 0 0,1 0-1 0 0,-1 1 1 0 0,1-1 0 0 0,-1 1-1 0 0,0 0 1 0 0,0 0-1 0 0,0 1 1 0 0,0 0-1 0 0,0 0 1 0 0,0 0-1 0 0,0 0 1 0 0,0 1-1 0 0,0 0 1 0 0,-1 0-1 0 0,-7 1 1 0 0,8 1-275 0 0,-1-1 0 0 0,1 1 0 0 0,-1 1 0 0 0,1-1 0 0 0,0 1 0 0 0,0 0 0 0 0,0 0 0 0 0,0 0 0 0 0,1 1 1 0 0,-1-1-1 0 0,1 1 0 0 0,0 0 0 0 0,0 1 0 0 0,1-1 0 0 0,-1 1 0 0 0,1-1 0 0 0,0 1 0 0 0,-4 7 0 0 0,-8 18 72 0 0,2 1 0 0 0,1 1 1 0 0,1 0-1 0 0,2 0 0 0 0,1 1 0 0 0,-5 41 0 0 0,-5 207 325 0 0,12-142-305 0 0,4-86-156 0 0,0-3 4 0 0,-14 79-1 0 0,16-127-241 0 0,-1 1 1 0 0,0-1-1 0 0,1 1 0 0 0,-1-1 1 0 0,0 1-1 0 0,0-1 0 0 0,0 0 1 0 0,-1 0-1 0 0,1 1 0 0 0,-1-1 1 0 0,1 0-1 0 0,-1 0 0 0 0,1 0 0 0 0,-1-1 1 0 0,0 1-1 0 0,0 0 0 0 0,0-1 1 0 0,0 1-1 0 0,-4 1 0 0 0,5-2-866 0 0,-23-12-2652 0 0,9 1-209 0 0,4-3 297 0 0</inkml:trace>
</inkml:ink>
</file>

<file path=ppt/ink/ink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33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6 273 244 0 0,'0'0'72'0'0,"0"0"0"0"0,0 0 0 0 0,-1 0 0 0 0,1 0 0 0 0,0 0 0 0 0,0 0 0 0 0,-1 0 1 0 0,1 0-1 0 0,0-1 0 0 0,0 1 0 0 0,-1 0 0 0 0,1 0 0 0 0,0 0 0 0 0,0 0 0 0 0,0 0 0 0 0,-1-1 0 0 0,1 1 0 0 0,0 0 0 0 0,0 0 0 0 0,0 0 0 0 0,-1 0 0 0 0,1-1 1 0 0,0 1-1 0 0,0 0 0 0 0,0 0 0 0 0,0-1 0 0 0,0 1 0 0 0,0 0 0 0 0,0 0 0 0 0,-1-1 0 0 0,1 1 0 0 0,0 0 0 0 0,0 0 0 0 0,0-1 0 0 0,0 1 0 0 0,0 0 0 0 0,0 0 1 0 0,0-1-1 0 0,0 1 0 0 0,0 0 0 0 0,0 0 0 0 0,1-1 0 0 0,-1 1 0 0 0,0-1 0 0 0,10-4 280 0 0,1-1 0 0 0,0 2 0 0 0,0-1 0 0 0,0 1 0 0 0,0 1 0 0 0,20-3 0 0 0,81-8 645 0 0,-65 9-655 0 0,203-27 1047 0 0,273-72 0 0 0,-359 56 60 0 0,-146 41-321 0 0,-22 8-205 0 0,1 1-863 0 0,0-1 0 0 0,0 1 0 0 0,0 0-1 0 0,0-1 1 0 0,1 1 0 0 0,-1 1-1 0 0,1-1 1 0 0,-1 0 0 0 0,1 0 0 0 0,-3 5-1 0 0,4-5-42 0 0,0-1 0 0 0,0 1 0 0 0,0 0 0 0 0,0 0 0 0 0,0 0 0 0 0,1 0 0 0 0,-1 0 0 0 0,0 0 1 0 0,1 0-1 0 0,0 0 0 0 0,-1 0 0 0 0,1 0 0 0 0,0 0 0 0 0,0 0 0 0 0,0 1 0 0 0,1-1 0 0 0,-1 0 0 0 0,0 0 0 0 0,1 0 0 0 0,-1 0 0 0 0,1 0 0 0 0,0 0 0 0 0,1 2 0 0 0,0-1-2 0 0,0 0 0 0 0,1 0-1 0 0,-1 0 1 0 0,1 0 0 0 0,0 0 0 0 0,-1-1 0 0 0,1 1 0 0 0,1-1 0 0 0,-1 0-1 0 0,0 0 1 0 0,7 3 0 0 0,-2-2-1 0 0,-1 0-1 0 0,1 0 1 0 0,0 0 0 0 0,0-1 0 0 0,0-1-1 0 0,0 1 1 0 0,0-1 0 0 0,0-1 0 0 0,0 1-1 0 0,0-1 1 0 0,12-2 0 0 0,-17 2-7 0 0,-1-1 0 0 0,1 0 0 0 0,-1 0 0 0 0,1 1 0 0 0,-1-1 0 0 0,1-1 0 0 0,-1 1 0 0 0,0 0 0 0 0,1-1 0 0 0,-1 1 0 0 0,0-1 0 0 0,0 1 0 0 0,0-1 0 0 0,0 0 0 0 0,-1 0 0 0 0,1 0 0 0 0,0 0 0 0 0,-1 0 0 0 0,1-1 1 0 0,-1 1-1 0 0,0 0 0 0 0,0-1 0 0 0,0 1 0 0 0,0-1 0 0 0,0 1 0 0 0,0-1 0 0 0,-1 1 0 0 0,1-1 0 0 0,-1 0 0 0 0,0 1 0 0 0,1-5 0 0 0,-2 3-2 0 0,0 0 0 0 0,1 0 0 0 0,-1 0 0 0 0,0 0-1 0 0,-1 1 1 0 0,1-1 0 0 0,-1 0 0 0 0,0 1 0 0 0,0-1 0 0 0,0 1 0 0 0,0-1 0 0 0,0 1-1 0 0,-1 0 1 0 0,1 0 0 0 0,-1 0 0 0 0,0 1 0 0 0,0-1 0 0 0,0 1 0 0 0,0-1 0 0 0,-1 1 0 0 0,-3-2-1 0 0,-16-7 25 0 0,19 10-3265 0 0,17 28-6482 0 0</inkml:trace>
</inkml:ink>
</file>

<file path=ppt/ink/ink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33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72 472 0 0,'-3'-2'370'0'0,"0"1"1"0"0,0-1-1 0 0,-1 1 0 0 0,1 0 0 0 0,0 0 0 0 0,-1 0 1 0 0,1 1-1 0 0,-1-1 0 0 0,1 1 0 0 0,-1 0 1 0 0,1 0-1 0 0,-1 0 0 0 0,1 1 0 0 0,-1-1 1 0 0,-3 2-1 0 0,5-2-285 0 0,1 0 0 0 0,0 0 0 0 0,-1 1 1 0 0,1-1-1 0 0,0 1 0 0 0,-1-1 0 0 0,1 1 1 0 0,0 0-1 0 0,0-1 0 0 0,0 1 0 0 0,0 0 0 0 0,0 0 1 0 0,0 0-1 0 0,0-1 0 0 0,0 1 0 0 0,0 0 0 0 0,0 0 1 0 0,0 1-1 0 0,0-1 0 0 0,1 0 0 0 0,-1 0 0 0 0,0 0 1 0 0,1 0-1 0 0,-1 1 0 0 0,1-1 0 0 0,0 0 1 0 0,-1 1-1 0 0,1-1 0 0 0,0 0 0 0 0,0 1 0 0 0,0-1 1 0 0,0 0-1 0 0,0 1 0 0 0,0-1 0 0 0,0 0 0 0 0,0 1 1 0 0,0-1-1 0 0,1 0 0 0 0,-1 1 0 0 0,0-1 0 0 0,1 0 1 0 0,-1 0-1 0 0,1 1 0 0 0,0 0 0 0 0,2 3 12 0 0,1 0-1 0 0,-1 0 1 0 0,1-1-1 0 0,0 1 1 0 0,0-1-1 0 0,0 0 1 0 0,0 0-1 0 0,1-1 1 0 0,-1 1 0 0 0,1-1-1 0 0,0 0 1 0 0,0 0-1 0 0,0-1 1 0 0,1 1-1 0 0,-1-1 1 0 0,1 0-1 0 0,-1-1 1 0 0,1 1-1 0 0,11 1 1 0 0,-13-3-61 0 0,1 1 0 0 0,-1 0-1 0 0,1-1 1 0 0,-1 0 0 0 0,1 0 0 0 0,-1 0 0 0 0,1 0 0 0 0,-1-1 0 0 0,1 0 0 0 0,-1 0 0 0 0,1 0 0 0 0,-1 0-1 0 0,0-1 1 0 0,0 0 0 0 0,0 0 0 0 0,0 0 0 0 0,0 0 0 0 0,0 0 0 0 0,0-1 0 0 0,-1 0 0 0 0,1 0 0 0 0,-1 0-1 0 0,0 0 1 0 0,0 0 0 0 0,0-1 0 0 0,0 1 0 0 0,2-6 0 0 0,-3 5 13 0 0,0-1 0 0 0,-1 1 1 0 0,0-1-1 0 0,1 0 0 0 0,-2 1 0 0 0,1-1 0 0 0,-1 0 1 0 0,1 0-1 0 0,-1 0 0 0 0,-1 1 0 0 0,1-1 0 0 0,-1 0 1 0 0,1 0-1 0 0,-1 1 0 0 0,-1-1 0 0 0,1 0 0 0 0,-1 1 1 0 0,0-1-1 0 0,0 1 0 0 0,0 0 0 0 0,0 0 0 0 0,-1 0 1 0 0,1 0-1 0 0,-1 0 0 0 0,-6-6 0 0 0,-5 3-705 0 0,-12 7-5613 0 0,21 0 4400 0 0</inkml:trace>
</inkml:ink>
</file>

<file path=ppt/ink/ink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6:33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2 424 0 0,'10'-1'5677'0'0,"-7"10"-5149"0"0,1 0 1 0 0,-2 1-1 0 0,1-1 0 0 0,-1 1 0 0 0,-1-1 0 0 0,0 1 0 0 0,0 0 1 0 0,-1 0-1 0 0,0-1 0 0 0,-2 15 0 0 0,1-9-81 0 0,0 1-1 0 0,2-1 1 0 0,3 28-1 0 0,3-13 78 0 0,1-1 0 0 0,1 0-1 0 0,1-1 1 0 0,17 33 0 0 0,-20-50-650 0 0,0 0 1 0 0,0 0 0 0 0,1 0 0 0 0,17 16 0 0 0,-16-18-568 0 0,1-1 0 0 0,0 0 0 0 0,1 0 1 0 0,0-1-1 0 0,18 8 0 0 0,12 2-3672 0 0,1-1 333 0 0</inkml:trace>
</inkml:ink>
</file>

<file path=ppt/ink/ink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47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1 118 312 0 0,'0'0'12829'0'0,"7"-2"-12769"0"0,119-30 92 0 0,1 6 0 0 0,244-19 0 0 0,-312 44-130 0 0,-19 0 7 0 0,63-8 1 0 0,-101 9-19 0 0,9-2 124 0 0</inkml:trace>
</inkml:ink>
</file>

<file path=ppt/ink/ink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47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3 160 0 0,'-13'-2'692'0'0,"0"1"0"0"0,-1 1 0 0 0,1 0 0 0 0,0 1 0 0 0,-1 0 0 0 0,1 1 0 0 0,0 1 0 0 0,0 0 0 0 0,0 0 0 0 0,0 2-1 0 0,-20 8 1 0 0,31-12-622 0 0,0 1-1 0 0,0-1 0 0 0,0 1 1 0 0,0-1-1 0 0,0 1 0 0 0,0 0 0 0 0,0 0 1 0 0,0 0-1 0 0,1 0 0 0 0,-1 0 0 0 0,1 0 1 0 0,-1 0-1 0 0,1 0 0 0 0,0 1 0 0 0,0-1 1 0 0,0 0-1 0 0,0 1 0 0 0,0-1 1 0 0,0 1-1 0 0,1-1 0 0 0,-1 1 0 0 0,1-1 1 0 0,0 1-1 0 0,0 0 0 0 0,0-1 0 0 0,0 1 1 0 0,0-1-1 0 0,1 1 0 0 0,-1 0 1 0 0,1-1-1 0 0,-1 1 0 0 0,1-1 0 0 0,0 0 1 0 0,0 1-1 0 0,3 3 0 0 0,3 7 101 0 0,2 0-1 0 0,0 0 1 0 0,0-1 0 0 0,23 22-1 0 0,-6-6 129 0 0,-19-19-217 0 0,-2-4-5 0 0,0 1-1 0 0,0-1 0 0 0,-1 1 1 0 0,1 0-1 0 0,-2 0 0 0 0,1 0 0 0 0,-1 1 1 0 0,0-1-1 0 0,0 1 0 0 0,0 0 1 0 0,-1 0-1 0 0,0 0 0 0 0,1 12 1 0 0,-3-17-54 0 0,-1 1 0 0 0,0-1 0 0 0,1 0 0 0 0,-1 0 1 0 0,0 0-1 0 0,0 0 0 0 0,-1 0 0 0 0,1 0 1 0 0,0 0-1 0 0,-1-1 0 0 0,1 1 0 0 0,-1 0 0 0 0,1-1 1 0 0,-1 1-1 0 0,0-1 0 0 0,0 1 0 0 0,-3 1 1 0 0,2-1-270 0 0,0 0 0 0 0,-1 0 0 0 0,1 0 0 0 0,-1 0 0 0 0,1-1 0 0 0,-1 1 0 0 0,1-1 0 0 0,-1 0 0 0 0,-7 1 0 0 0,10-2-333 0 0,-6 1 14 0 0,0-4-3797 0 0,-9-6 1179 0 0</inkml:trace>
</inkml:ink>
</file>

<file path=ppt/ink/ink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47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0 158 7653 0 0,'20'-15'-52'0'0,"2"0"24"0"0,-7 4 100 0 0,0-2-16 0 0,9 0-24 0 0,-5 0 8 0 0,4 0-4 0 0,-1-1-36 0 0,3 5 12 0 0,-1-1-8 0 0,-5 4-36 0 0,5-2-216 0 0,0 1-264 0 0,-5 5-660 0 0,1-2-1273 0 0,1-1 561 0 0</inkml:trace>
</inkml:ink>
</file>

<file path=ppt/ink/ink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48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84 110 448 0 0,'0'0'2260'0'0,"-13"-2"-1466"0"0,7 1 2502 0 0,4 0-3050 0 0,-33-7 2163 0 0,33 7-2129 0 0,1 1 1 0 0,-1 0 0 0 0,1-1-1 0 0,-1 1 1 0 0,1-1 0 0 0,-1 1-1 0 0,1-1 1 0 0,0 1 0 0 0,-1-1-1 0 0,1 0 1 0 0,0 0 0 0 0,-1 0-1 0 0,1 0 1 0 0,0 0 0 0 0,0 0-1 0 0,0 0 1 0 0,0 0 0 0 0,0 0-1 0 0,0-1 1 0 0,0-1 0 0 0,25-5-157 0 0,14-2-1 0 0,0 2 1 0 0,67-5-1 0 0,-31 5-73 0 0,124-5 50 0 0,-19 3-24 0 0,-116 1 387 0 0,-61 9-466 0 0</inkml:trace>
</inkml:ink>
</file>

<file path=ppt/ink/ink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0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8 796 0 0,'-3'-8'12211'0'0,"-1"37"-11751"0"0,-8 101 887 0 0,10-89-1118 0 0,-3 9-127 0 0,0 7-4909 0 0,10-48-3251 0 0</inkml:trace>
</inkml:ink>
</file>

<file path=ppt/ink/ink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0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25 556 0 0,'0'0'1802'0'0,"-6"2"-976"0"0,4-1-699 0 0,0 0 1 0 0,-1 1 0 0 0,1-1-1 0 0,0 0 1 0 0,0 0 0 0 0,0 1 0 0 0,0 0-1 0 0,1-1 1 0 0,-1 1 0 0 0,0 0-1 0 0,1 0 1 0 0,-1 0 0 0 0,1 0-1 0 0,-1 0 1 0 0,1 0 0 0 0,-2 3-1 0 0,2-1 49 0 0,0 0 0 0 0,0 0-1 0 0,1 0 1 0 0,-1 0-1 0 0,1 0 1 0 0,0 0-1 0 0,0 0 1 0 0,0 0-1 0 0,1 0 1 0 0,-1 0-1 0 0,1 0 1 0 0,1 4-1 0 0,0 1 99 0 0,1 1 0 0 0,1-1 0 0 0,-1 0 1 0 0,1 0-1 0 0,10 16 0 0 0,-12-23-225 0 0,-1 1 0 0 0,1 0-1 0 0,0-1 1 0 0,0 1 0 0 0,1-1 0 0 0,-1 1 0 0 0,0-1 0 0 0,1 0-1 0 0,-1 0 1 0 0,1 0 0 0 0,0 0 0 0 0,0-1 0 0 0,0 1-1 0 0,0-1 1 0 0,0 0 0 0 0,0 0 0 0 0,0 0 0 0 0,0 0 0 0 0,0 0-1 0 0,6 0 1 0 0,-6-1-17 0 0,0-1-1 0 0,0 0 0 0 0,0 0 0 0 0,0 0 1 0 0,0 0-1 0 0,0 0 0 0 0,0 0 1 0 0,-1-1-1 0 0,1 1 0 0 0,-1-1 1 0 0,1 0-1 0 0,-1 0 0 0 0,0 0 0 0 0,1 0 1 0 0,-1 0-1 0 0,0-1 0 0 0,0 1 1 0 0,-1 0-1 0 0,1-1 0 0 0,0 0 1 0 0,-1 1-1 0 0,0-1 0 0 0,2-4 0 0 0,0 0 63 0 0,0 1-1 0 0,-1-1 1 0 0,1 0-1 0 0,-1-1 1 0 0,-1 1-1 0 0,1 0 1 0 0,-1-1-1 0 0,0-11 0 0 0,-1 15-124 0 0,0 0 0 0 0,0 0-1 0 0,-1 0 1 0 0,1 0-1 0 0,-1 0 1 0 0,0 0-1 0 0,0 0 1 0 0,0 1-1 0 0,0-1 1 0 0,-1 0-1 0 0,0 0 1 0 0,0 1-1 0 0,0-1 1 0 0,0 1 0 0 0,0 0-1 0 0,0-1 1 0 0,-1 1-1 0 0,0 0 1 0 0,0 0-1 0 0,0 1 1 0 0,0-1-1 0 0,0 1 1 0 0,0-1-1 0 0,-1 1 1 0 0,1 0-1 0 0,-1 0 1 0 0,1 1 0 0 0,-1-1-1 0 0,0 1 1 0 0,0-1-1 0 0,-6 0 1 0 0,-26 0-5847 0 0,18 5 3060 0 0</inkml:trace>
</inkml:ink>
</file>

<file path=ppt/ink/ink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1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50 104 0 0,'0'0'4439'0'0,"8"0"-3994"0"0,63-2 412 0 0,39 1 95 0 0,45-1-70 0 0,-93 0-593 0 0,-21 0-98 0 0,365-34 1773 0 0,-399 33-1378 0 0,-4 2-2185 0 0</inkml:trace>
</inkml:ink>
</file>

<file path=ppt/ink/ink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2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7 992 0 0,'-8'-6'7209'0'0,"3"30"-6140"0"0,8 19 223 0 0,18 32 165 0 0,-4-14-730 0 0,-7-15-459 0 0,6 38 232 0 0,-12-28-3189 0 0,-1-49 1768 0 0</inkml:trace>
</inkml:ink>
</file>

<file path=ppt/ink/ink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2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92 0 0,'10'1'658'0'0,"0"0"-1"0"0,0 1 1 0 0,-1 0-1 0 0,1 0 1 0 0,0 1-1 0 0,-1 1 1 0 0,1 0-1 0 0,-1 0 1 0 0,14 9-1 0 0,11 3 465 0 0,-31-14-1032 0 0,36 14 1096 0 0,37 22-1 0 0,-67-33-983 0 0,0 1 1 0 0,0 0-1 0 0,0 0 0 0 0,-1 0 1 0 0,0 1-1 0 0,-1 1 1 0 0,1-1-1 0 0,-2 1 0 0 0,13 17 1 0 0,-18-23-166 0 0,0 0 1 0 0,0 1-1 0 0,1-1 0 0 0,-1 0 1 0 0,-1 1-1 0 0,1-1 0 0 0,0 0 1 0 0,0 1-1 0 0,-1-1 0 0 0,0 1 1 0 0,1-1-1 0 0,-1 1 0 0 0,0 0 1 0 0,0-1-1 0 0,0 1 0 0 0,-1-1 1 0 0,1 1-1 0 0,-1-1 0 0 0,1 1 1 0 0,-1-1-1 0 0,0 0 1 0 0,0 1-1 0 0,0-1 0 0 0,0 0 1 0 0,0 1-1 0 0,-1-1 0 0 0,-2 4 1 0 0,-3 1-27 0 0,0-1 1 0 0,-1 1 0 0 0,0-1 0 0 0,0 0-1 0 0,-16 8 1 0 0,-9 7-1157 0 0,31-20 739 0 0,-1 0 1 0 0,0-1-1 0 0,0 1 0 0 0,1-1 0 0 0,-1 1 0 0 0,0-1 1 0 0,0 0-1 0 0,0 0 0 0 0,1 0 0 0 0,-1-1 1 0 0,0 1-1 0 0,0-1 0 0 0,1 1 0 0 0,-1-1 0 0 0,0 0 1 0 0,1 0-1 0 0,-5-2 0 0 0,-3-3-2375 0 0</inkml:trace>
</inkml:ink>
</file>

<file path=ppt/ink/ink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2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20 532 0 0,'25'-7'512'0'0,"-5"5"-52"0"0,1-1-156 0 0,4-3-212 0 0,-7 6-412 0 0,0-2-344 0 0,-1 4 156 0 0</inkml:trace>
</inkml:ink>
</file>

<file path=ppt/ink/ink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4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13 115 540 0 0,'0'0'2816'0'0,"-10"-1"-2477"0"0,8-5 4478 0 0,23-4-4647 0 0,1 1 1 0 0,1 1-1 0 0,-1 1 0 0 0,1 1 0 0 0,0 2 1 0 0,31-4-1 0 0,41-9 124 0 0,71-18 222 0 0,-164 34-486 0 0,4 0 583 0 0,-4 0-2251 0 0</inkml:trace>
</inkml:ink>
</file>

<file path=ppt/ink/ink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7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0 268 0 0,'0'0'3650'0'0,"-2"5"-3426"0"0,-2 1-131 0 0,-5 19 418 0 0,9-23-342 0 0,-3 50 661 0 0,0 101-350 0 0,3-114-1603 0 0,0-25-1409 0 0,0-1 1086 0 0</inkml:trace>
</inkml:ink>
</file>

<file path=ppt/ink/ink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7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0 64 0 0,'-3'18'1004'0'0,"1"0"1"0"0,1 1-1 0 0,1 22 0 0 0,-1 10 292 0 0,-3-34-1181 0 0,2-1-3149 0 0</inkml:trace>
</inkml:ink>
</file>

<file path=ppt/ink/ink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8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9 104 16 0 0,'0'0'111'0'0,"-1"0"-1"0"0,1 0 1 0 0,0 0 0 0 0,-1 0-1 0 0,1 0 1 0 0,0 0 0 0 0,-1 0-1 0 0,1 0 1 0 0,0 0-1 0 0,-1 0 1 0 0,1-1 0 0 0,0 1-1 0 0,-1 0 1 0 0,1 0 0 0 0,0 0-1 0 0,0-1 1 0 0,-1 1 0 0 0,1 0-1 0 0,0 0 1 0 0,0-1 0 0 0,-1 1-1 0 0,1 0 1 0 0,0 0 0 0 0,0-1-1 0 0,0 1 1 0 0,0 0 0 0 0,-1-1-1 0 0,1 1 1 0 0,0 0-1 0 0,0-1 1 0 0,0 1 0 0 0,0 0-1 0 0,0-1 1 0 0,0 1 0 0 0,0 0-1 0 0,0-1 1 0 0,0 1 0 0 0,0 0-1 0 0,0-1 1 0 0,0 1 0 0 0,0-1-1 0 0,0 1 1 0 0,0 0 0 0 0,0-1-1 0 0,1 1 1 0 0,-1 0-1 0 0,0 0 1 0 0,0-1 0 0 0,0 1-1 0 0,0 0 1 0 0,1-1 0 0 0,-1 1-1 0 0,0 0 1 0 0,0 0 0 0 0,1-1-1 0 0,-1 1 1 0 0,0 0 0 0 0,1-1-1 0 0,32-12 1260 0 0,49-5-1595 0 0,-81 18 369 0 0,246-45 609 0 0,-228 40-711 0 0,-13 3-26 0 0,2 1 1 0 0,-1-1-1 0 0,0 1 0 0 0,0 0 1 0 0,14 1-1 0 0,-13 1 117 0 0</inkml:trace>
</inkml:ink>
</file>

<file path=ppt/ink/ink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8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46 156 0 0,'19'-32'3504'0'0,"-10"19"368"0"0,-5 30-2938 0 0,-4-9-819 0 0,0-1 1 0 0,-1 0-1 0 0,0 1 0 0 0,0-1 0 0 0,-1 0 0 0 0,-4 13 1 0 0,-2 8 114 0 0,-10 112 615 0 0,17-123-776 0 0,1 0-1 0 0,0 1 1 0 0,2-1 0 0 0,0 0-1 0 0,0 0 1 0 0,7 19-1 0 0,-9-33-57 0 0,1 0 0 0 0,0-1-1 0 0,0 1 1 0 0,0 0-1 0 0,0-1 1 0 0,0 1-1 0 0,0-1 1 0 0,1 1 0 0 0,-1-1-1 0 0,1 0 1 0 0,0 0-1 0 0,-1 0 1 0 0,1 0 0 0 0,0 0-1 0 0,0 0 1 0 0,1 0-1 0 0,-1 0 1 0 0,0-1 0 0 0,1 1-1 0 0,-1-1 1 0 0,0 0-1 0 0,1 0 1 0 0,0 1-1 0 0,-1-2 1 0 0,1 1 0 0 0,0 0-1 0 0,-1-1 1 0 0,1 1-1 0 0,0-1 1 0 0,0 0 0 0 0,3 0-1 0 0,-2 0 0 0 0,1-1 1 0 0,0-1-1 0 0,-1 1 0 0 0,1-1 1 0 0,0 0-1 0 0,-1 0 0 0 0,0 0 1 0 0,0 0-1 0 0,1-1 0 0 0,-1 0 1 0 0,-1 1-1 0 0,1-2 0 0 0,0 1 1 0 0,-1 0-1 0 0,0-1 0 0 0,1 0 1 0 0,3-6-1 0 0,24-34 79 0 0,-30 43-84 0 0,-1 1-4 0 0,0 0 0 0 0,0 0 0 0 0,0 0 0 0 0,0-1 0 0 0,0 1 0 0 0,0 0 0 0 0,0 0 0 0 0,0 0 0 0 0,0 0 0 0 0,0-1 0 0 0,0 1-1 0 0,0 0 1 0 0,0 0 0 0 0,0 0 0 0 0,0 0 0 0 0,0 0 0 0 0,0-1 0 0 0,0 1 0 0 0,0 0 0 0 0,0 0 0 0 0,0 0 0 0 0,1 0 0 0 0,-1 0 0 0 0,0 0 0 0 0,0-1 0 0 0,0 1 0 0 0,0 0 0 0 0,0 0 0 0 0,0 0 0 0 0,0 0 0 0 0,1 0 0 0 0,-1 0-1 0 0,0 0 1 0 0,0 0 0 0 0,0 0 0 0 0,0-1 0 0 0,0 1 0 0 0,0 0 0 0 0,1 0 0 0 0,-1 0 0 0 0,0 0 0 0 0,0 0 0 0 0,0 0 0 0 0,0 0 0 0 0,0 0 0 0 0,1 0 0 0 0,-1 0 0 0 0,0 0 0 0 0,0 0 0 0 0,0 0 0 0 0,0 0 0 0 0,1 0 0 0 0,-1 0-1 0 0,0 0 1 0 0,0 1 0 0 0,0-1 0 0 0,0 0 0 0 0,0 0 0 0 0,0 0 0 0 0,1 0 0 0 0,-1 0 0 0 0,0 0 0 0 0,2 17 22 0 0,0 0 1 0 0,-1-1-1 0 0,-1 1 0 0 0,-1 0 1 0 0,-2 20-1 0 0,-2 46 38 0 0,6-67-432 0 0,-1 0 0 0 0,2-1-1 0 0,0 1 1 0 0,9 29 0 0 0,3-25-5359 0 0</inkml:trace>
</inkml:ink>
</file>

<file path=ppt/ink/ink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7:59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50 216 0 0,'-1'0'143'0'0,"-1"0"-1"0"0,1-1 1 0 0,-1 1-1 0 0,1 0 1 0 0,-1 0-1 0 0,1 0 1 0 0,-1 1 0 0 0,0-1-1 0 0,1 0 1 0 0,-1 1-1 0 0,1-1 1 0 0,-3 2 0 0 0,-1 7 160 0 0,0 1 1 0 0,1 0-1 0 0,0 0 1 0 0,0 1 0 0 0,1-1-1 0 0,1 1 1 0 0,0 0-1 0 0,1 0 1 0 0,-1-1 0 0 0,2 1-1 0 0,0 0 1 0 0,2 17-1 0 0,-2-23-234 0 0,1 1-1 0 0,1-1 1 0 0,-1 0 0 0 0,1 0-1 0 0,0 0 1 0 0,0 0-1 0 0,0 0 1 0 0,1 0-1 0 0,-1 0 1 0 0,1-1-1 0 0,0 1 1 0 0,1-1-1 0 0,-1 0 1 0 0,1 0-1 0 0,0 0 1 0 0,0-1-1 0 0,0 1 1 0 0,0-1 0 0 0,1 0-1 0 0,0 0 1 0 0,-1 0-1 0 0,1-1 1 0 0,0 1-1 0 0,0-1 1 0 0,0-1-1 0 0,0 1 1 0 0,9 1-1 0 0,-6-2 33 0 0,-1 0 0 0 0,1 0-1 0 0,-1-1 1 0 0,1 0-1 0 0,-1-1 1 0 0,1 0 0 0 0,-1 0-1 0 0,1 0 1 0 0,-1-1-1 0 0,0 0 1 0 0,0-1 0 0 0,0 1-1 0 0,0-1 1 0 0,0-1-1 0 0,-1 1 1 0 0,1-1-1 0 0,-1 0 1 0 0,0-1 0 0 0,0 0-1 0 0,0 1 1 0 0,-1-2-1 0 0,0 1 1 0 0,0-1 0 0 0,0 0-1 0 0,5-8 1 0 0,-6 8-41 0 0,0 0 0 0 0,0-1 0 0 0,-1 1 0 0 0,1-1 0 0 0,-2 0 0 0 0,1 0 0 0 0,-1 0 0 0 0,0 0-1 0 0,0-1 1 0 0,-1 1 0 0 0,0 0 0 0 0,0-1 0 0 0,-1 1 0 0 0,0 0 0 0 0,0-1 0 0 0,-1 1 0 0 0,0-1 0 0 0,0 1 0 0 0,-1 0 0 0 0,1 0 0 0 0,-2 0 0 0 0,1 0 0 0 0,-1 0 0 0 0,0 0 0 0 0,-6-9 0 0 0,6 12-66 0 0,1 1 1 0 0,-1 0 0 0 0,1 0-1 0 0,-1 0 1 0 0,0 0-1 0 0,0 0 1 0 0,0 1 0 0 0,-1 0-1 0 0,1-1 1 0 0,-1 1-1 0 0,1 0 1 0 0,-1 1-1 0 0,0-1 1 0 0,0 1 0 0 0,0-1-1 0 0,1 1 1 0 0,-1 0-1 0 0,0 1 1 0 0,-1-1 0 0 0,1 1-1 0 0,0-1 1 0 0,-7 2-1 0 0,-4 1-1268 0 0,0 0-1 0 0,0 1 0 0 0,0 1 0 0 0,-26 10 0 0 0,1 0-1880 0 0</inkml:trace>
</inkml:ink>
</file>

<file path=ppt/ink/ink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0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27 244 0 0,'-5'-17'2360'0'0,"1"8"-534"0"0,3 11-175 0 0,25 135-717 0 0,3 20-223 0 0,-24-135-1085 0 0,-2 1-1 0 0,-1-1 1 0 0,-1 0-1 0 0,0 0 1 0 0,-6 25-1 0 0,2-22-1700 0 0,0-2 159 0 0</inkml:trace>
</inkml:ink>
</file>

<file path=ppt/ink/ink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4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26 600 0 0,'0'0'607'0'0,"4"-17"1465"0"0,0 8 3914 0 0,-9 101-5109 0 0,1-57-535 0 0,3 0 0 0 0,3 58 0 0 0,1-77-512 0 0,-1 1 0 0 0,-1-1-1 0 0,0 1 1 0 0,-1 0 0 0 0,-3 18-1 0 0,2-33-592 0 0,-1 9-1150 0 0</inkml:trace>
</inkml:ink>
</file>

<file path=ppt/ink/ink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4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 52 0 0,'-4'2'353'0'0,"0"1"0"0"0,1 0 0 0 0,-1-1 1 0 0,1 2-1 0 0,0-1 0 0 0,0 0 0 0 0,0 1 0 0 0,0-1 0 0 0,1 1 1 0 0,-1 0-1 0 0,1 0 0 0 0,0 0 0 0 0,0 0 0 0 0,-2 6 0 0 0,4-7-216 0 0,0 1-1 0 0,0 0 0 0 0,0 0 0 0 0,1-1 1 0 0,-1 1-1 0 0,1 0 0 0 0,0 0 0 0 0,0-1 1 0 0,0 1-1 0 0,0-1 0 0 0,1 1 0 0 0,-1-1 1 0 0,1 1-1 0 0,0-1 0 0 0,0 0 1 0 0,0 0-1 0 0,5 4 0 0 0,17 24 735 0 0,-14-20-595 0 0,-1 1 0 0 0,0 1 1 0 0,0-1-1 0 0,-1 1 1 0 0,12 28-1 0 0,-20-37-240 0 0,1 0 0 0 0,-1 0 1 0 0,0-1-1 0 0,0 1 0 0 0,0 0 0 0 0,-1 0 0 0 0,1 0 1 0 0,-1 0-1 0 0,0 0 0 0 0,0-1 0 0 0,0 1 0 0 0,0 0 1 0 0,-1-1-1 0 0,0 1 0 0 0,1-1 0 0 0,-1 1 0 0 0,-1-1 0 0 0,1 0 1 0 0,0 0-1 0 0,-1 0 0 0 0,0 0 0 0 0,1 0 0 0 0,-1 0 1 0 0,0-1-1 0 0,-7 5 0 0 0,1 0-498 0 0,-1-1 0 0 0,0 1 1 0 0,0-2-1 0 0,-1 1 0 0 0,1-1 0 0 0,-1-1 0 0 0,-17 5 0 0 0,12-8-2405 0 0,3 1 217 0 0</inkml:trace>
</inkml:ink>
</file>

<file path=ppt/ink/ink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1 120 168 0 0,'22'-14'988'0'0,"0"0"-100"0"0,0 4-72 0 0,2-6-88 0 0,2 4-88 0 0,-3 3-48 0 0,6-1-72 0 0,-3 3-195 0 0,-6 2-293 0 0,6-4-381 0 0,-7 5-547 0 0,6-1-960 0 0,5 1 424 0 0</inkml:trace>
</inkml:ink>
</file>

<file path=ppt/ink/ink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5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86 184 0 0,'0'0'929'0'0,"-1"-41"4147"0"0,1 18-3605 0 0,0 21-770 0 0,2-11 257 0 0,0 7 76 0 0,1 7-17 0 0,5 21-875 0 0,-1 0 0 0 0,-1 1 0 0 0,-1-1 0 0 0,-1 1 0 0 0,1 31 0 0 0,-4-38-465 0 0,-2 1-1 0 0,0-1 1 0 0,-4 23 0 0 0,3-28-726 0 0,-1 0 0 0 0,-1 0 0 0 0,1 0 1 0 0,-2 0-1 0 0,-8 16 0 0 0,4-13-1559 0 0</inkml:trace>
</inkml:ink>
</file>

<file path=ppt/ink/ink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5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0 904 0 0,'0'0'3527'0'0,"-4"2"-2758"0"0,1-1-582 0 0,1 1-1 0 0,-1 0 1 0 0,1 0 0 0 0,-1-1-1 0 0,1 2 1 0 0,0-1 0 0 0,0 0 0 0 0,0 0-1 0 0,0 1 1 0 0,0-1 0 0 0,1 1 0 0 0,-1-1-1 0 0,1 1 1 0 0,-2 3 0 0 0,-15 54 1524 0 0,14-29-936 0 0,-1 58-1 0 0,5-87-991 0 0,-2 25-840 0 0,-3-14-3994 0 0,0 0 2275 0 0</inkml:trace>
</inkml:ink>
</file>

<file path=ppt/ink/ink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6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17 532 0 0,'0'0'2446'0'0,"-2"5"-1784"0"0,0-3-547 0 0,1 1-1 0 0,0 0 0 0 0,0-1 0 0 0,0 1 1 0 0,0 0-1 0 0,1 0 0 0 0,-1 0 1 0 0,1-1-1 0 0,0 1 0 0 0,-1 0 0 0 0,1 0 1 0 0,1 0-1 0 0,-1 0 0 0 0,0 0 0 0 0,1 0 1 0 0,-1-1-1 0 0,1 1 0 0 0,0 0 1 0 0,0 0-1 0 0,0-1 0 0 0,0 1 0 0 0,1-1 1 0 0,-1 1-1 0 0,1-1 0 0 0,-1 1 1 0 0,1-1-1 0 0,0 0 0 0 0,0 0 0 0 0,3 3 1 0 0,0 0 100 0 0,0 0 0 0 0,0-1 0 0 0,1 0 0 0 0,-1 0 0 0 0,1 0 0 0 0,0-1 0 0 0,0 0 0 0 0,0 0 0 0 0,13 4 1 0 0,-17-7-156 0 0,0 1 0 0 0,0-1 0 0 0,0 0 0 0 0,0 1 0 0 0,0-1 1 0 0,0 0-1 0 0,0 0 0 0 0,0 0 0 0 0,0-1 0 0 0,0 1 1 0 0,0 0-1 0 0,0-1 0 0 0,0 1 0 0 0,0-1 0 0 0,0 0 0 0 0,0 0 1 0 0,-1 1-1 0 0,1-1 0 0 0,0 0 0 0 0,0-1 0 0 0,-1 1 1 0 0,1 0-1 0 0,-1 0 0 0 0,1-1 0 0 0,-1 1 0 0 0,1-1 1 0 0,-1 1-1 0 0,0-1 0 0 0,0 0 0 0 0,0 0 0 0 0,0 1 0 0 0,0-1 1 0 0,0 0-1 0 0,0 0 0 0 0,-1 0 0 0 0,2-4 0 0 0,-1 3 27 0 0,-1-1-1 0 0,1 1 0 0 0,-1-1 0 0 0,0 0 1 0 0,0 1-1 0 0,-1-1 0 0 0,1 1 0 0 0,-1-1 0 0 0,1 0 1 0 0,-1 1-1 0 0,0 0 0 0 0,-3-7 0 0 0,-19-36 562 0 0,19 39-562 0 0,2 4-296 0 0,-21 11-3953 0 0,14-1 557 0 0</inkml:trace>
</inkml:ink>
</file>

<file path=ppt/ink/ink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6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10 572 0 0,'0'0'3639'0'0,"2"-7"-2738"0"0,-1 5-361 0 0,-1 6 2741 0 0,5 217-202 0 0,-13-170-4978 0 0,-1-18-3100 0 0,4-19 2121 0 0</inkml:trace>
</inkml:ink>
</file>

<file path=ppt/ink/ink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7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11409 0 0,'0'0'495'0'0,"3"21"174"0"0,15 55 148 0 0,-3-16-2484 0 0,-11-23-4971 0 0</inkml:trace>
</inkml:ink>
</file>

<file path=ppt/ink/ink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7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73 244 0 0,'0'0'965'0'0,"21"24"3067"0"0,-15-7-3610 0 0,-1 1 0 0 0,-1-1 0 0 0,0 1 0 0 0,-2 0 0 0 0,0 0 0 0 0,0 0 0 0 0,-2 0 0 0 0,-3 29 0 0 0,3-46-678 0 0,0 0 1 0 0,-1 0-1 0 0,1 0 1 0 0,-1 0-1 0 0,1 0 1 0 0,-1 0-1 0 0,0 0 0 0 0,1-1 1 0 0,-1 1-1 0 0,0 0 1 0 0,0 0-1 0 0,1-1 1 0 0,-1 1-1 0 0,0 0 1 0 0,0-1-1 0 0,0 1 0 0 0,0-1 1 0 0,-1 1-1 0 0,2 0-27 0 0</inkml:trace>
  <inkml:trace contextRef="#ctx0" brushRef="#br0" timeOffset="1">205 42 560 0 0,'13'-7'944'0'0,"-1"-2"-96"0"0,1 3-76 0 0,-4 0-92 0 0,5 3-80 0 0,4-1-80 0 0,-3 2-200 0 0,-5 1-332 0 0,6 1-472 0 0,-4-2-312 0 0,16 0-2120 0 0</inkml:trace>
</inkml:ink>
</file>

<file path=ppt/ink/ink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8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61 532 0 0,'27'-61'11927'0'0,"-26"68"-11621"0"0,3 28-548 0 0,12 90 2455 0 0,-9-83-4676 0 0,1-2-3723 0 0,-5-32 2763 0 0</inkml:trace>
</inkml:ink>
</file>

<file path=ppt/ink/ink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8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36 400 0 0,'2'-3'1073'0'0,"-1"-1"-1"0"0,1 1 1 0 0,0 0-1 0 0,0 0 1 0 0,0 0-1 0 0,0 0 1 0 0,0 1-1 0 0,1-1 1 0 0,-1 0-1 0 0,5-2 1 0 0,-3 6-953 0 0,-1 1 0 0 0,0 0 0 0 0,0 0 0 0 0,1 0 0 0 0,-1 0 0 0 0,0 0 1 0 0,-1 1-1 0 0,1 0 0 0 0,0-1 0 0 0,-1 1 0 0 0,0 0 0 0 0,1 0 0 0 0,-1 0 0 0 0,0 1 1 0 0,-1-1-1 0 0,1 0 0 0 0,0 1 0 0 0,-1-1 0 0 0,0 1 0 0 0,1 5 0 0 0,5 36-8 0 0,-5 2-3393 0 0,-1-17-1985 0 0,-1-17 1729 0 0</inkml:trace>
</inkml:ink>
</file>

<file path=ppt/ink/ink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8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10 912 0 0,'4'-9'10150'0'0,"0"19"-9990"0"0,-1 1 0 0 0,0-1 0 0 0,0 1-1 0 0,-1 0 1 0 0,-1-1 0 0 0,0 1-1 0 0,0 0 1 0 0,-1 12 0 0 0,-6 26-7264 0 0,4-38 4068 0 0</inkml:trace>
</inkml:ink>
</file>

<file path=ppt/ink/ink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9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33 356 0 0,'19'-32'9554'0'0,"-17"34"-9335"0"0,0-1-1 0 0,0 1 0 0 0,0 0 1 0 0,-1 0-1 0 0,1 0 1 0 0,0 0-1 0 0,-1 0 0 0 0,0 1 1 0 0,1-1-1 0 0,-1 0 1 0 0,0 1-1 0 0,0-1 0 0 0,0 0 1 0 0,-1 1-1 0 0,1 0 1 0 0,0 3-1 0 0,16 54 688 0 0,-3-2-1956 0 0,-9-24-6912 0 0</inkml:trace>
</inkml:ink>
</file>

<file path=ppt/ink/ink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09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1104 0 0,'27'-36'7602'0'0,"-26"35"-6760"0"0,-1 0-786 0 0,0 1-1 0 0,0 0 1 0 0,0 0-1 0 0,1 0 1 0 0,-1-1 0 0 0,0 1-1 0 0,0 0 1 0 0,0 0-1 0 0,0 0 1 0 0,1 0-1 0 0,-1-1 1 0 0,0 1 0 0 0,0 0-1 0 0,0 0 1 0 0,1 0-1 0 0,-1 0 1 0 0,0 0-1 0 0,0 0 1 0 0,0 0 0 0 0,1-1-1 0 0,-1 1 1 0 0,0 0-1 0 0,0 0 1 0 0,1 0-1 0 0,-1 0 1 0 0,0 0-1 0 0,0 0 1 0 0,1 0 0 0 0,-1 0-1 0 0,0 0 1 0 0,0 0-1 0 0,1 1 1 0 0,-1-1-1 0 0,0 0 1 0 0,0 0 0 0 0,0 0-1 0 0,1 0 1 0 0,-1 0-1 0 0,0 0 1 0 0,0 0-1 0 0,1 1 1 0 0,-1-1 0 0 0,0 0-1 0 0,0 0 1 0 0,0 0-1 0 0,0 0 1 0 0,1 1-1 0 0,-1-1 1 0 0,0 0-1 0 0,0 0 1 0 0,0 0 0 0 0,0 1-1 0 0,0-1 1 0 0,0 0-1 0 0,0 0 1 0 0,0 1-1 0 0,0-1 1 0 0,1 0 0 0 0,-1 0-1 0 0,0 1 1 0 0,6 12 890 0 0,-4-5-757 0 0,0 1 76 0 0,-1-1 0 0 0,0 1 0 0 0,0-1 0 0 0,-1 1 0 0 0,0 0-1 0 0,0-1 1 0 0,-3 15 0 0 0,-7 23-163 0 0,-3-2-3433 0 0,3-10-3167 0 0,7-24 2861 0 0</inkml:trace>
</inkml:ink>
</file>

<file path=ppt/ink/ink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10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9 196 0 0,'16'-8'2839'0'0,"-8"7"1053"0"0,-5 3-3795 0 0,-1-1 1 0 0,0 1 0 0 0,0-1-1 0 0,0 1 1 0 0,0 0 0 0 0,-1 0-1 0 0,1 0 1 0 0,0 0-1 0 0,-1 0 1 0 0,1 0 0 0 0,-1 0-1 0 0,0 0 1 0 0,0 1 0 0 0,0-1-1 0 0,0 1 1 0 0,1 4 0 0 0,0 0 208 0 0,0 1 0 0 0,-1 0 1 0 0,-1-1-1 0 0,1 1 1 0 0,-2 13-1 0 0,-9 43-822 0 0,-5-13-4888 0 0,10-38 2871 0 0</inkml:trace>
</inkml:ink>
</file>

<file path=ppt/ink/ink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11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67 764 0 0,'0'0'1675'0'0,"4"-4"-855"0"0,-1 0-297 0 0,1 1 0 0 0,-1-1 0 0 0,0 0 0 0 0,0 0-1 0 0,0 0 1 0 0,0 0 0 0 0,0 0 0 0 0,-1-1 0 0 0,0 1 0 0 0,2-6 0 0 0,-4 8 189 0 0,5-3 355 0 0,3 0 2784 0 0,-3 26-3256 0 0,2 90 161 0 0,-6-72-3372 0 0,-1-1-4110 0 0,-1-24 2984 0 0</inkml:trace>
</inkml:ink>
</file>

<file path=ppt/ink/ink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11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1064 0 0,'0'0'1111'0'0,"1"-1"-696"0"0,1 1 1 0 0,-1-1 0 0 0,0 0-1 0 0,0 0 1 0 0,0 1-1 0 0,1-1 1 0 0,-1 1-1 0 0,0-1 1 0 0,1 1-1 0 0,-1-1 1 0 0,1 1-1 0 0,-1 0 1 0 0,0 0 0 0 0,3-1-1 0 0,0 6-172 0 0,0 0 1 0 0,0 0-1 0 0,-1 0 1 0 0,1 1-1 0 0,-1-1 0 0 0,-1 1 1 0 0,1 0-1 0 0,-1-1 1 0 0,0 1-1 0 0,0 0 0 0 0,2 12 1 0 0,3 28-1097 0 0,-4-6-4987 0 0,-2-29 3232 0 0</inkml:trace>
</inkml:ink>
</file>

<file path=ppt/ink/ink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11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0 332 0 0,'0'0'5275'0'0,"1"4"-4774"0"0,7 22 995 0 0,7 49 1 0 0,-13-64-1503 0 0,0 1-1 0 0,-1-1 0 0 0,-1 0 1 0 0,0 1-1 0 0,-1-1 1 0 0,0 1-1 0 0,-4 16 1 0 0,6-19-1256 0 0,0 2-2345 0 0,-3 1 1255 0 0</inkml:trace>
</inkml:ink>
</file>

<file path=ppt/ink/ink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8:12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4 11853 0 0,'34'-3'387'0'0,"-21"33"-42"0"0,-4-3-25 0 0,-8-22-294 0 0,-1 1-1 0 0,0-1 0 0 0,0 0 1 0 0,0 0-1 0 0,-1 1 0 0 0,1-1 1 0 0,-1 0-1 0 0,0 0 0 0 0,-1 0 1 0 0,-1 5-1 0 0,1-3-10 0 0,-1 1-333 0 0,1-1-1 0 0,-1 1 1 0 0,-1-1 0 0 0,1 0 0 0 0,-7 9 0 0 0,-13 16-5033 0 0,9-13 2012 0 0</inkml:trace>
</inkml:ink>
</file>

<file path=ppt/ink/ink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5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25 197 8 0 0,'0'0'977'0'0,"-8"-22"-475"0"0,7 21-490 0 0,0 0 0 0 0,-1 0 0 0 0,1 0 0 0 0,0 0 0 0 0,0-1 0 0 0,0 1 0 0 0,0 0 0 0 0,0 0 0 0 0,0-1-1 0 0,0 1 1 0 0,0-1 0 0 0,1 1 0 0 0,-1-1 0 0 0,0 1 0 0 0,1-1 0 0 0,-1 1 0 0 0,1-1 0 0 0,0 0 0 0 0,0 1-1 0 0,-1-1 1 0 0,1 0 0 0 0,0 1 0 0 0,0-1 0 0 0,1 0 0 0 0,-1 1 0 0 0,0-1 0 0 0,0 1 0 0 0,1-1 0 0 0,-1 0-1 0 0,1 1 1 0 0,0-1 0 0 0,-1 1 0 0 0,1-1 0 0 0,0 1 0 0 0,0 0 0 0 0,0-1 0 0 0,0 1 0 0 0,1-2 0 0 0,-1 2 224 0 0,14-22 685 0 0,-2 4-81 0 0,5-19 879 0 0,-18 37-1564 0 0,10-33 946 0 0,-9 34-555 0 0,14 46-50 0 0,14 322 1704 0 0,-26-328-1969 0 0,-2-23-55 0 0,0 0-1 0 0,-2 32 0 0 0,0-47-139 0 0,2 11 133 0 0,0-6-129 0 0,0-9-446 0 0,0-1 136 0 0,6-21-203 0 0,3 1-5404 0 0,-6 13 3547 0 0</inkml:trace>
</inkml:ink>
</file>

<file path=ppt/ink/ink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5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0 136 0 0,'0'0'3376'0'0,"0"4"-2934"0"0,15 208 4510 0 0,7-36-3306 0 0,-18-142-1404 0 0,-3-29-2505 0 0,-4-12-370 0 0,0-4 1301 0 0,1 6-1238 0 0</inkml:trace>
</inkml:ink>
</file>

<file path=ppt/ink/ink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5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39 280 0 0,'14'-6'548'0'0,"-6"2"-60"0"0,3-1-16 0 0,1 2-76 0 0,-2-1-72 0 0,4 0 16 0 0,-3 3 240 0 0,15-3-344 0 0,-15 1-8 0 0,0 3-40 0 0,5-2-92 0 0,-5 1-84 0 0,8-1-428 0 0,1 2-1528 0 0</inkml:trace>
</inkml:ink>
</file>

<file path=ppt/ink/ink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7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0 124 260 0 0,'0'0'920'0'0,"4"-2"-510"0"0,7-1 64 0 0,57-23 2332 0 0,-65 24-2668 0 0,1 0 0 0 0,-1 0 0 0 0,1 0-1 0 0,-1-1 1 0 0,0 1 0 0 0,0-1 0 0 0,0 0 0 0 0,0 1-1 0 0,0-1 1 0 0,-1-1 0 0 0,1 1 0 0 0,-1 0-1 0 0,0-1 1 0 0,0 1 0 0 0,3-8 0 0 0,-5 9-6 0 0,1 1-104 0 0,-1-1 1 0 0,0 1 0 0 0,0 0 0 0 0,0-1-1 0 0,0 1 1 0 0,0-1 0 0 0,0 1 0 0 0,0-1-1 0 0,-1 1 1 0 0,1-1 0 0 0,0 1 0 0 0,-1-1-1 0 0,1 1 1 0 0,-1 0 0 0 0,0-1 0 0 0,1 1-1 0 0,-1 0 1 0 0,0-1 0 0 0,0 1 0 0 0,0 0-1 0 0,0 0 1 0 0,0 0 0 0 0,0 0 0 0 0,0 0-1 0 0,-2-1 1 0 0,1 1-24 0 0,-1 1 0 0 0,1 0 0 0 0,-1-1 0 0 0,1 1 1 0 0,0 1-1 0 0,-1-1 0 0 0,1 0 0 0 0,-1 0 0 0 0,1 1 0 0 0,0 0 0 0 0,-1-1 0 0 0,1 1 0 0 0,0 0 1 0 0,0 0-1 0 0,0 0 0 0 0,0 0 0 0 0,0 0 0 0 0,0 1 0 0 0,0-1 0 0 0,0 1 0 0 0,0-1 0 0 0,0 1 1 0 0,1 0-1 0 0,-1 0 0 0 0,1 0 0 0 0,-1 0 0 0 0,1 0 0 0 0,0 0 0 0 0,-1 0 0 0 0,1 0 0 0 0,1 0 0 0 0,-1 0 1 0 0,0 1-1 0 0,0-1 0 0 0,1 0 0 0 0,-1 1 0 0 0,1-1 0 0 0,0 0 0 0 0,0 1 0 0 0,0-1 0 0 0,0 1 1 0 0,0-1-1 0 0,1 3 0 0 0,-1-3 0 0 0,1 1-1 0 0,0-2-2 0 0,-1 1 1 0 0,1 0-1 0 0,0-1 1 0 0,0 1-1 0 0,0 0 0 0 0,0-1 1 0 0,0 1-1 0 0,0-1 1 0 0,0 0-1 0 0,0 1 0 0 0,1-1 1 0 0,-1 0-1 0 0,3 2 0 0 0,31 2 44 0 0,-28-6-39 0 0,1 1 0 0 0,-1-1 0 0 0,1-1 0 0 0,-1 1 0 0 0,0-1 1 0 0,1-1-1 0 0,-1 1 0 0 0,0-1 0 0 0,7-5 0 0 0,30-10 50 0 0,3-29-72 0 0,-46 46 12 0 0,0 0 0 0 0,-1 0 0 0 0,1 0 0 0 0,0 0 0 0 0,0 1 0 0 0,1-1 0 0 0,-1 0 0 0 0,0 0-1 0 0,0 1 1 0 0,0-1 0 0 0,0 1 0 0 0,1-1 0 0 0,-1 1 0 0 0,0 0 0 0 0,0-1 0 0 0,1 1 0 0 0,-1 0 0 0 0,0 0 0 0 0,1 0 0 0 0,-1 0 0 0 0,0 0 0 0 0,1 0-1 0 0,-1 0 1 0 0,0 0 0 0 0,0 0 0 0 0,1 1 0 0 0,-1-1 0 0 0,0 0 0 0 0,0 1 0 0 0,1 0 0 0 0,-1-1 0 0 0,0 1 0 0 0,0-1 0 0 0,0 1 0 0 0,0 0 0 0 0,0 0 0 0 0,0 0-1 0 0,0 0 1 0 0,0 0 0 0 0,0 0 0 0 0,0 0 0 0 0,-1 0 0 0 0,1 0 0 0 0,0 0 0 0 0,0 0 0 0 0,-1 0 0 0 0,1 3 0 0 0,20 16 9 0 0,-20-19 2 0 0,-1-1-7 0 0,1 1 1 0 0,-1-1 0 0 0,1 1-1 0 0,-1-1 1 0 0,1 0 0 0 0,-1 1-1 0 0,1-1 1 0 0,-1 0 0 0 0,1 1-1 0 0,-1-1 1 0 0,1 0 0 0 0,-1 0-1 0 0,1 0 1 0 0,0 1 0 0 0,-1-1-1 0 0,1 0 1 0 0,0 0 0 0 0,-1 0-1 0 0,1 0 1 0 0,-1 0-1 0 0,1 0 1 0 0,0 0 0 0 0,-1 0-1 0 0,1 0 1 0 0,-1 0 0 0 0,1-1-1 0 0,0 1 1 0 0,-1 0 0 0 0,1 0-1 0 0,-1-1 1 0 0,2 1 0 0 0,21-8 47 0 0,-20 9-48 0 0,1-1 4 0 0,17-17-65 0 0,-4 5-1314 0 0,-9 6-2476 0 0</inkml:trace>
</inkml:ink>
</file>

<file path=ppt/ink/ink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7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 40 0 0,'0'0'535'0'0,"2"-3"-31"0"0,0 0 1 0 0,1 1-1 0 0,-1 0 0 0 0,1-1 0 0 0,-1 1 0 0 0,1 0 0 0 0,0 1 0 0 0,0-1 0 0 0,5-2 1 0 0,-6 6-424 0 0,0 0 0 0 0,0 1 1 0 0,0-1-1 0 0,0 1 0 0 0,0 0 1 0 0,-1 0-1 0 0,1-1 0 0 0,-1 1 1 0 0,0 0-1 0 0,1 0 0 0 0,-2 0 1 0 0,1 0-1 0 0,0 0 0 0 0,0 1 1 0 0,-1 2-1 0 0,4 60 695 0 0,-4-29-507 0 0,1-10-52 0 0,-2 1 0 0 0,-6 44 0 0 0,-1-17-2518 0 0,4-30-358 0 0,2-12 601 0 0</inkml:trace>
</inkml:ink>
</file>

<file path=ppt/ink/ink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9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58 540 0 0,'0'0'509'0'0,"19"-45"4577"0"0,-2 32-3661 0 0,-5 17-636 0 0,-10-1-731 0 0,-1 0-1 0 0,0 0 1 0 0,0 0 0 0 0,0 0 0 0 0,0 0-1 0 0,0 0 1 0 0,0 0 0 0 0,-1 0 0 0 0,0 0 0 0 0,1 0-1 0 0,-2 6 1 0 0,-3 77 592 0 0,-27 156-1 0 0,16-151-426 0 0,9-54-148 0 0,-4 36 78 0 0,7-57-105 0 0,2-1-12 0 0,2-14-32 0 0,0-1-1 0 0,0 1 1 0 0,-1 0-1 0 0,1-1 0 0 0,0 1 1 0 0,0-1-1 0 0,0 1 1 0 0,0-1-1 0 0,0 0 0 0 0,0 1 1 0 0,0-1-1 0 0,0 0 1 0 0,1 0-1 0 0,-1 0 0 0 0,0 1 1 0 0,0-1-1 0 0,0 0 1 0 0,0-1-1 0 0,2 1 0 0 0,39-3 40 0 0,1-1 0 0 0,-1-3-1 0 0,79-22 1 0 0,-75 19-264 0 0,-44 9-45 0 0,-1-2-620 0 0,2-2 224 0 0,-15-16-6554 0 0</inkml:trace>
</inkml:ink>
</file>

<file path=ppt/ink/ink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19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40 536 0 0,'40'-23'2917'0'0,"-34"20"-2829"0"0,0 0-1 0 0,0 1 1 0 0,1 0-1 0 0,-1 0 1 0 0,0 1-1 0 0,1-1 1 0 0,-1 1 0 0 0,1 1-1 0 0,-1-1 1 0 0,1 1-1 0 0,-1 1 1 0 0,1-1-1 0 0,-1 1 1 0 0,1 0 0 0 0,-1 0-1 0 0,9 4 1 0 0,-4 4-2526 0 0,-6-3 1026 0 0</inkml:trace>
</inkml:ink>
</file>

<file path=ppt/ink/ink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0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33 280 0 0,'0'0'2136'0'0,"5"-26"2285"0"0,-3 19-7748 0 0</inkml:trace>
</inkml:ink>
</file>

<file path=ppt/ink/ink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2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78 536 0 0,'20'-35'4167'0'0,"10"-7"1684"0"0,-26 54-5757 0 0,1 9 62 0 0,-6-6-83 0 0,-13 192 490 0 0,14-205-543 0 0,0-1-16 0 0,1 0 0 0 0,-1 0 0 0 0,0 0 0 0 0,0 0 0 0 0,0-1 0 0 0,1 1 0 0 0,-1 0 0 0 0,1 0 0 0 0,-1 0 0 0 0,0 0 0 0 0,1 0 0 0 0,0 0 0 0 0,-1-1-1 0 0,1 1 1 0 0,-1 0 0 0 0,1 0 0 0 0,0-1 0 0 0,0 1 0 0 0,-1-1 0 0 0,3 2 0 0 0,8 1 15 0 0,1 0 0 0 0,0-1 0 0 0,0 0 0 0 0,0-1 0 0 0,0 0 0 0 0,0-1 0 0 0,22-2 0 0 0,-26 2-11 0 0,0-1 0 0 0,-1 0 0 0 0,1-1 0 0 0,-1 0 0 0 0,1 0 0 0 0,-1 0 0 0 0,0-1 0 0 0,0 0 0 0 0,0 0 1 0 0,0-1-1 0 0,0 0 0 0 0,-1 0 0 0 0,8-7 0 0 0,-12 8 6 0 0,0 1 0 0 0,-1-1 0 0 0,1 0 0 0 0,0 0 1 0 0,-1 0-1 0 0,0 0 0 0 0,0 0 0 0 0,0 0 0 0 0,0 0 1 0 0,0 0-1 0 0,0-1 0 0 0,-1 1 0 0 0,0 0 0 0 0,0-6 0 0 0,0 7 227 0 0,-2 7-230 0 0,0-1-6 0 0,-1 1-1 0 0,1 0 0 0 0,0 0 1 0 0,0 0-1 0 0,0 0 0 0 0,1 0 1 0 0,-2 11-1 0 0,0 18-581 0 0,0 0-1 0 0,3 1 0 0 0,5 51 1 0 0,-2-76-1300 0 0</inkml:trace>
</inkml:ink>
</file>

<file path=ppt/ink/ink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2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0 44 0 0,'0'0'2068'0'0,"1"4"-1418"0"0,-2 16 92 0 0,-1 0 0 0 0,-1 0 0 0 0,0 0 0 0 0,-2 0 0 0 0,0-1 0 0 0,-10 23 0 0 0,-9 41-368 0 0,23-72-716 0 0,0-2-891 0 0</inkml:trace>
</inkml:ink>
</file>

<file path=ppt/ink/ink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3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0 660 0 0,'1'3'6109'0'0,"1"16"-5841"0"0,-13 259 3258 0 0,10-274-3876 0 0,0 12 15 0 0</inkml:trace>
</inkml:ink>
</file>

<file path=ppt/ink/ink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3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32 388 0 0,'0'0'667'0'0,"32"-18"4106"0"0,-19 15-4175 0 0,-1 0 0 0 0,0 0 0 0 0,1 1 0 0 0,23 0 0 0 0,-32 2-547 0 0,0 0 0 0 0,0 0-1 0 0,-1 1 1 0 0,1 0 0 0 0,0-1 0 0 0,-1 2-1 0 0,1-1 1 0 0,-1 0 0 0 0,1 1 0 0 0,-1-1-1 0 0,0 1 1 0 0,1 0 0 0 0,-1 0-1 0 0,0 0 1 0 0,0 1 0 0 0,0-1 0 0 0,-1 1-1 0 0,1 0 1 0 0,-1-1 0 0 0,5 7 0 0 0,-6-6-33 0 0,0 0 0 0 0,0-1 0 0 0,-1 1 0 0 0,1 0 0 0 0,-1-1 0 0 0,1 1 0 0 0,-1 0 0 0 0,0 0 0 0 0,0-1 0 0 0,-1 1 0 0 0,1 0 0 0 0,0 0 0 0 0,-1-1 0 0 0,0 4 1 0 0,-13 35 138 0 0,12-36-148 0 0,0-1-1 0 0,0 1 0 0 0,0-1 0 0 0,1 1 1 0 0,-1 0-1 0 0,1-1 0 0 0,0 1 0 0 0,1 0 1 0 0,-1 0-1 0 0,1 0 0 0 0,0 0 0 0 0,0 0 1 0 0,0 0-1 0 0,1-1 0 0 0,0 1 0 0 0,0 0 1 0 0,0 0-1 0 0,0-1 0 0 0,1 1 1 0 0,0 0-1 0 0,0-1 0 0 0,3 6 0 0 0,-2-6-1 0 0,-1 0 0 0 0,0 0 0 0 0,0 1 0 0 0,0-1 0 0 0,0 0-1 0 0,-1 1 1 0 0,0-1 0 0 0,0 1 0 0 0,0-1 0 0 0,0 1 0 0 0,-1 8 0 0 0,-1-10-2 0 0,1 0 0 0 0,-1 1 0 0 0,-1-1 0 0 0,1 0 0 0 0,0 0 0 0 0,-1 0 1 0 0,0 0-1 0 0,0 0 0 0 0,0 0 0 0 0,0-1 0 0 0,0 1 0 0 0,0-1 0 0 0,-1 1 0 0 0,1-1 1 0 0,-1 0-1 0 0,1 0 0 0 0,-5 2 0 0 0,-5 4-25 0 0,-1-1 1 0 0,0-1-1 0 0,0 0 1 0 0,-23 7-1 0 0,34-12-289 0 0</inkml:trace>
</inkml:ink>
</file>

<file path=ppt/ink/ink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4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51 464 0 0,'240'-49'5018'0'0,"-238"48"-4974"0"0,1 1 0 0 0,-1 0 1 0 0,0 0-1 0 0,0-1 0 0 0,1 2 0 0 0,-1-1 1 0 0,0 0-1 0 0,1 0 0 0 0,-1 1 0 0 0,0-1 1 0 0,0 1-1 0 0,0-1 0 0 0,1 1 1 0 0,-1 0-1 0 0,0 0 0 0 0,0 0 0 0 0,0 0 1 0 0,0 1-1 0 0,3 2 0 0 0,-2-1 26 0 0,0 0 0 0 0,0 1 0 0 0,0-1 0 0 0,-1 1 0 0 0,0 0 0 0 0,1 0 0 0 0,-1 0 0 0 0,0 0-1 0 0,1 7 1 0 0,2 6 191 0 0,-1 0-1 0 0,-1 1 1 0 0,2 33-1 0 0,-3-33-82 0 0,1 35 503 0 0,-5 94-1 0 0,1-131-614 0 0,-1-1 0 0 0,-1 1-1 0 0,0-1 1 0 0,-1 0 0 0 0,-1 0 0 0 0,0 0 0 0 0,-1-1 0 0 0,-1 0 0 0 0,0 0 0 0 0,-16 22 0 0 0,7-15-8 0 0,-2-1 0 0 0,0 0 1 0 0,-1-2-1 0 0,-1 0 1 0 0,-1-1-1 0 0,-29 18 1 0 0,29-22-1599 0 0,-1-1 1 0 0,-1-2 0 0 0,-45 16 0 0 0,31-16-1061 0 0</inkml:trace>
</inkml:ink>
</file>

<file path=ppt/ink/ink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7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80 256 12 0 0,'0'-7'234'0'0,"0"4"23"0"0,0 0 1538 0 0,0 2-1721 0 0,0 1 0 0 0,0-1 0 0 0,0 0 0 0 0,0 0 0 0 0,0 1 0 0 0,0-1 0 0 0,0 0 0 0 0,-1 0 0 0 0,1 1 0 0 0,0-1 0 0 0,-1 0 0 0 0,1 0 0 0 0,0 1 0 0 0,-1-1 0 0 0,1 1 1 0 0,-1-1-1 0 0,1 0 0 0 0,-1 1 0 0 0,1-1 0 0 0,-1 1 0 0 0,0-1 0 0 0,1 1 0 0 0,-1-1 0 0 0,0 1 0 0 0,1 0 0 0 0,-1-1 0 0 0,0 1 0 0 0,1 0 0 0 0,-1-1 0 0 0,0 1 0 0 0,0 0 1 0 0,1 0-1 0 0,-1 0 0 0 0,0 0 0 0 0,0 0 0 0 0,1 0 0 0 0,-2 0 0 0 0,-22 3 682 0 0,21-1-605 0 0,-31 32 1993 0 0,39-37-2018 0 0,32-16 298 0 0,-1-3 0 0 0,38-28 1 0 0,-41 26-264 0 0,-24 17-51 0 0,1 0 1 0 0,-1 0-1 0 0,0-1 0 0 0,9-10 0 0 0,-17 17-65 0 0,4-2 1 0 0,-1-1 0 0 0,1 0 0 0 0,-1 0 0 0 0,0 0 0 0 0,0 0 0 0 0,0-1 0 0 0,4-5 0 0 0,0 0 11 0 0,24-24 85 0 0,-31 33-129 0 0,0 0 9 0 0,-1 0 0 0 0,1 0 0 0 0,0 0 0 0 0,0 0 1 0 0,0 0-1 0 0,-1 0 0 0 0,1 0 0 0 0,0 0 0 0 0,0 1 0 0 0,0-1 0 0 0,1 0 0 0 0,-1 0 0 0 0,0 1 0 0 0,0-1 1 0 0,0 1-1 0 0,0-1 0 0 0,1 1 0 0 0,1-1 0 0 0,-5 39-36 0 0,1-14 78 0 0,1-1 0 0 0,0 0 1 0 0,6 30-1 0 0,-3-29 33 0 0,1 31 157 0 0,-3-32-115 0 0,0-1 1 0 0,10 42 0 0 0,-8-32-23 0 0,1 3-7 0 0,-3-31-92 0 0,0 0 0 0 0,0 0-1 0 0,0 0 1 0 0,-1 0 0 0 0,1 0 0 0 0,-1 0 0 0 0,0 1-1 0 0,-1 5 1 0 0,3 24 102 0 0,-1-32-99 0 0,2 10-128 0 0,0-8 2089 0 0,29-143-1578 0 0,-30 113-373 0 0,-2 23-28 0 0,0 0-1 0 0,0 0 1 0 0,0 0 0 0 0,1 0-1 0 0,-1 0 1 0 0,1 0-1 0 0,0 0 1 0 0,-1 0-1 0 0,4-6 1 0 0,-3 4 5 0 0,0-1 1 0 0,0 1-1 0 0,-1-1 0 0 0,0 1 1 0 0,0-1-1 0 0,-2-10 0 0 0,1-2-7 0 0,1 11 1 0 0,0 0 0 0 0,-1 0 0 0 0,0 0 0 0 0,0 1 0 0 0,0-1 0 0 0,-1 0 0 0 0,0 1 0 0 0,-4-7 0 0 0,6 11-4 0 0,-4-10-1778 0 0,4 12 1721 0 0,0 0 0 0 0,0-1 1 0 0,0 1-1 0 0,0 0 1 0 0,0 0-1 0 0,0 0 1 0 0,0-1-1 0 0,0 1 1 0 0,0 0-1 0 0,0 0 0 0 0,0-1 1 0 0,0 1-1 0 0,0 0 1 0 0,0 0-1 0 0,0 0 1 0 0,0-1-1 0 0,0 1 1 0 0,0 0-1 0 0,0 0 0 0 0,0 0 1 0 0,0 0-1 0 0,0-1 1 0 0,-1 1-1 0 0,1 0 1 0 0,0 0-1 0 0,0 0 1 0 0,0 0-1 0 0,0-1 0 0 0,0 1 1 0 0,-1 0-1 0 0,1 0 1 0 0,0 0-1 0 0,0 0 1 0 0,0 0-1 0 0,0 0 1 0 0,-1 0-1 0 0,1-1 0 0 0,0 1 1 0 0,0 0-1 0 0,0 0 1 0 0,-1 0-1 0 0,1 0 1 0 0,0 0-1 0 0,0 0 1 0 0,-1 0-1 0 0,1 0 0 0 0,0 0 1 0 0,0 0-1 0 0,0 0 1 0 0,-1 0-1 0 0,1 0 1 0 0,0 1-1 0 0,0-1 1 0 0,0 0-1 0 0,-1 0 0 0 0,1 0 1 0 0,0 0-1 0 0,-10 19-3762 0 0,6-8 292 0 0</inkml:trace>
</inkml:ink>
</file>

<file path=ppt/ink/ink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29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245 29 4 0 0,'0'0'1540'0'0,"-1"-2"-1057"0"0,0 0 0 0 0,1-1 1 0 0,-1 1-1 0 0,0 0 0 0 0,0 0 0 0 0,0 0 0 0 0,0 0 0 0 0,-1 0 0 0 0,1 0 0 0 0,-1 1 0 0 0,1-1 1 0 0,-4-3-1 0 0,-3 8-388 0 0,-1 0 0 0 0,0 0 1 0 0,1 1-1 0 0,0 0 1 0 0,0 0-1 0 0,0 1 0 0 0,0 0 1 0 0,1 1-1 0 0,-10 8 0 0 0,4-2 81 0 0,0 2-1 0 0,1-1 0 0 0,-21 30 1 0 0,-24 36 649 0 0,56-77-770 0 0,-6 8 67 0 0,18-25 1030 0 0,-1 2-1148 0 0,0 1 1 0 0,0 1-1 0 0,1 0 0 0 0,1 0 0 0 0,0 1 0 0 0,0 1 0 0 0,1 0 0 0 0,0 0 0 0 0,19-8 0 0 0,-22 11-5 0 0,0 0 0 0 0,0-1 0 0 0,-1-1 0 0 0,15-13 0 0 0,-21 16 3 0 0,-1 3-6 0 0,2-2-4 0 0,-2 3-4 0 0,-2 0 10 0 0,0 1-1 0 0,0 0 0 0 0,0-1 1 0 0,1 1-1 0 0,-1 0 1 0 0,0-1-1 0 0,0 1 0 0 0,1 0 1 0 0,-1 0-1 0 0,0-1 0 0 0,1 1 1 0 0,-1 0-1 0 0,0 0 0 0 0,1 0 1 0 0,-1 0-1 0 0,0-1 1 0 0,1 1-1 0 0,-1 0 0 0 0,1 0 1 0 0,-1 0-1 0 0,0 0 0 0 0,1 0 1 0 0,-1 0-1 0 0,0 0 0 0 0,1 0 1 0 0,-1 0-1 0 0,1 0 1 0 0,-1 0-1 0 0,0 0 0 0 0,1 0 1 0 0,-1 0-1 0 0,0 1 0 0 0,1-1 1 0 0,-1 0-1 0 0,0 0 0 0 0,1 0 1 0 0,-1 0-1 0 0,0 1 1 0 0,1-1-1 0 0,-1 0 0 0 0,1 1 1 0 0,0-1 0 0 0,1 1 1 0 0,-1 0 0 0 0,0 0-1 0 0,1 0 1 0 0,-1 0-1 0 0,0 0 1 0 0,0 0 0 0 0,0 0-1 0 0,1 0 1 0 0,-1 1 0 0 0,0-1-1 0 0,0 0 1 0 0,-1 1-1 0 0,1-1 1 0 0,0 1 0 0 0,1 2-1 0 0,27 52 173 0 0,-12-27-36 0 0,-14-23-364 0 0,1 0-1 0 0,0-1 1 0 0,0 0 0 0 0,0 1 0 0 0,1-1 0 0 0,0-1-1 0 0,8 8 1 0 0,0-4-4718 0 0</inkml:trace>
</inkml:ink>
</file>

<file path=ppt/ink/ink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55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1 116 0 0,'0'0'1962'0'0</inkml:trace>
</inkml:ink>
</file>

<file path=ppt/ink/ink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56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 32 0 0,'0'0'3105'0'0,"3"-4"-3074"0"0,32-33 2897 0 0,-34 36-2863 0 0,25-32 2284 0 0,-25 32-2333 0 0,-1 1-14 0 0,0-1 0 0 0,0 1 0 0 0,0 0 0 0 0,0 0 0 0 0,0-1 0 0 0,0 1 0 0 0,0 0 0 0 0,1 0 0 0 0,-1-1-1 0 0,0 1 1 0 0,0 0 0 0 0,0 0 0 0 0,0 0 0 0 0,0-1 0 0 0,1 1 0 0 0,-1 0 0 0 0,0 0 0 0 0,0 0 0 0 0,0 0 0 0 0,1-1 0 0 0,-1 1 0 0 0,0 0 0 0 0,0 0 0 0 0,1 0 0 0 0,-1 0-1 0 0,0 0 1 0 0,0 0 0 0 0,1 0 0 0 0,-1 0 0 0 0,0 0 0 0 0,0 0 0 0 0,1 0 0 0 0,-1 0 0 0 0,0 0 0 0 0,0 0 0 0 0,1 0 0 0 0,-1 0 0 0 0,0 0 0 0 0,0 0 0 0 0,1 0-1 0 0,1 3 2 0 0,-1-1 0 0 0,1 1-1 0 0,-1-1 1 0 0,0 1 0 0 0,0 0-1 0 0,0 0 1 0 0,0-1-1 0 0,0 1 1 0 0,0 0 0 0 0,-1 0-1 0 0,0 0 1 0 0,1 0 0 0 0,-1 0-1 0 0,0 0 1 0 0,-1 3-1 0 0,1-4 226 0 0,0 1-92 0 0,1 2-151 0 0,0-7 649 0 0,0-4-638 0 0,0 1 18 0 0,1 0 0 0 0,0-1-1 0 0,0 1 1 0 0,0 0 0 0 0,1 0 0 0 0,-1 0 0 0 0,1 1 0 0 0,1-1 0 0 0,-1 1 0 0 0,0-1-1 0 0,1 1 1 0 0,7-6 0 0 0,-9 8-9 0 0,-2 17-4982 0 0,-1-11 4351 0 0,0 2-1742 0 0</inkml:trace>
</inkml:ink>
</file>

<file path=ppt/ink/ink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19:59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2100 248 0 0,'0'0'237'0'0,"3"10"1251"0"0,-3-10-1396 0 0,0 0 1 0 0,0 0 0 0 0,0 0-1 0 0,0 0 1 0 0,0 0 0 0 0,1 0-1 0 0,-1-1 1 0 0,0 1 0 0 0,0 0-1 0 0,0 0 1 0 0,0 0 0 0 0,0 0-1 0 0,0 0 1 0 0,1 0 0 0 0,-1 0-1 0 0,0 0 1 0 0,0 0 0 0 0,0 0-1 0 0,0 0 1 0 0,0 0 0 0 0,1 0-1 0 0,-1 0 1 0 0,0 0 0 0 0,0 0-1 0 0,0 0 1 0 0,0 0 0 0 0,1 0-1 0 0,-1 0 1 0 0,0 0 0 0 0,0 0-1 0 0,0 0 1 0 0,0 0 0 0 0,0 0-1 0 0,0 0 1 0 0,1 0 0 0 0,-1 1-1 0 0,0-1 1 0 0,0 0 0 0 0,0 0-1 0 0,0 0 1 0 0,0 0 0 0 0,0 0-1 0 0,0 0 1 0 0,1 0 0 0 0,-1 1-1 0 0,0-1 1 0 0,0 0 0 0 0,0 0-1 0 0,0 0 1 0 0,0 0 0 0 0,0 0-1 0 0,0 1 1 0 0,0-1 0 0 0,0 0-1 0 0,0 0 1 0 0,0 0 0 0 0,0 0-1 0 0,0 0 1 0 0,0 1 0 0 0,0-1-1 0 0,0 0 1 0 0,0 0 0 0 0,0 0-1 0 0,0 0 1 0 0,0 0 0 0 0,0 1-1 0 0,0-1 1 0 0,0 0 0 0 0,20-50 371 0 0,-1-1 0 0 0,-3-1 1 0 0,10-54-1 0 0,15-48-248 0 0,-8 7-120 0 0,47-135-94 0 0,-57 192-25 0 0,-14 63 24 0 0,-1 0 0 0 0,5-33 0 0 0,9-30-1 0 0,-11 59-2 0 0,-1-1 0 0 0,-2 1-1 0 0,9-65 1 0 0,6-23-34 0 0,-5 34 9 0 0,-11 59 14 0 0,17-133 8 0 0,3 25 8 0 0,-19 96 22 0 0,-3 12-26 0 0,-2 13-2 0 0,-1-1 0 0 0,0 0 1 0 0,0-16-1 0 0,15-49-39 0 0,-17 77 38 0 0,1-3-1 0 0,0 2 7 0 0,-1 1 0 0 0,0-1-1 0 0,1 0 1 0 0,-1 1 0 0 0,0-1 0 0 0,0 0 0 0 0,0 0-1 0 0,-1 1 1 0 0,1-1 0 0 0,-1 0 0 0 0,0 0 0 0 0,1 1-1 0 0,-3-5 1 0 0,2 5 16 0 0,-2 3-27 0 0,1 0 6 0 0,-1 0 1 0 0,0 0 0 0 0,1 1-1 0 0,-1-1 1 0 0,1 1 0 0 0,0 0-1 0 0,-1-1 1 0 0,1 1 0 0 0,0 0-1 0 0,0 0 1 0 0,0 1 0 0 0,1-1-1 0 0,-1 0 1 0 0,0 1 0 0 0,1-1-1 0 0,-1 1 1 0 0,1-1 0 0 0,-2 5-1 0 0,-15 34-10 0 0,8-21 19 0 0,6-12-1 0 0,1 0-1 0 0,-2-1 0 0 0,1 0 1 0 0,-1 0-1 0 0,-10 11 1 0 0,-4 3 2 0 0,23-29-2 0 0,41-54-5 0 0,-11 15-10 0 0,0 10 8 0 0,-33 36-16 0 0,19-19 12 0 0,-18 19 0 0 0,1 2-92 0 0,7 6 103 0 0,-1-1 0 0 0,0 1 0 0 0,-1 1 1 0 0,1 0-1 0 0,-1 0 0 0 0,-1 0 1 0 0,12 17-1 0 0,-6-8 31 0 0,-9-13-18 0 0,0 0-1 0 0,0-1 0 0 0,0 1 1 0 0,0-1-1 0 0,1 0 0 0 0,8 5 1 0 0,-11-7 31 0 0,-1 0 16 0 0,-1-1-1 0 0,1 1 1 0 0,0-1 0 0 0,0 1 0 0 0,-1-1-1 0 0,1 1 1 0 0,0-1 0 0 0,0 1 0 0 0,0-1-1 0 0,0 0 1 0 0,-1 1 0 0 0,1-1 0 0 0,0 0-1 0 0,0 0 1 0 0,0 0 0 0 0,0 1 0 0 0,2-1-1 0 0,3-8 83 0 0</inkml:trace>
</inkml:ink>
</file>

<file path=ppt/ink/ink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2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32 188 0 0,'-1'-20'2729'0'0,"3"9"2123"0"0,32 103-3698 0 0,-14-43-497 0 0,19 77 1 0 0,-37-119-558 0 0,0-1 1 0 0,-1 1-1 0 0,0-1 1 0 0,0 1-1 0 0,-1 0 1 0 0,0 0-1 0 0,0-1 0 0 0,0 1 1 0 0,-1 0-1 0 0,0-1 1 0 0,0 1-1 0 0,-1 0 1 0 0,-3 8-1 0 0,3-12-43 0 0,0-1-1 0 0,-1 1 0 0 0,1-1 1 0 0,-1 0-1 0 0,1 0 0 0 0,-1 0 0 0 0,0 0 1 0 0,0 0-1 0 0,0-1 0 0 0,0 1 1 0 0,0-1-1 0 0,-1 0 0 0 0,1 0 1 0 0,0 0-1 0 0,-5 0 0 0 0,6 0 1 0 0,-43-15 76 0 0,7-18-2423 0 0,20 6-3277 0 0,12 17 2821 0 0</inkml:trace>
</inkml:ink>
</file>

<file path=ppt/ink/ink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2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0 156 660 0 0,'30'-27'2412'0'0,"61"-45"1"0"0,-79 64-2188 0 0,0 1 1 0 0,0 0 0 0 0,0 1 0 0 0,1 0-1 0 0,0 1 1 0 0,0 0 0 0 0,0 1 0 0 0,1 1-1 0 0,14-2 1 0 0,-24 5-421 0 0,1 0 0 0 0,-1 0 0 0 0,0 1 0 0 0,1 0 0 0 0,-1-1 0 0 0,0 2 0 0 0,0-1 0 0 0,0 0 0 0 0,0 1 1 0 0,0 0-1 0 0,0 0 0 0 0,0 0 0 0 0,5 4 0 0 0,-1-1-1768 0 0,1 1 245 0 0</inkml:trace>
</inkml:ink>
</file>

<file path=ppt/ink/ink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3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58 416 0 0,'0'0'703'0'0,"-2"-40"3879"0"0,-1 37-4438 0 0,0 2 1 0 0,1-1 0 0 0,-1 0 0 0 0,-1 0-1 0 0,1 1 1 0 0,0 0 0 0 0,0 0 0 0 0,0 0 0 0 0,-1 0-1 0 0,1 0 1 0 0,0 1 0 0 0,-1-1 0 0 0,1 1 0 0 0,-1 0-1 0 0,1 0 1 0 0,-6 1 0 0 0,2 0-17 0 0,0 0-1 0 0,1 1 1 0 0,-1 0-1 0 0,1 0 1 0 0,-1 1 0 0 0,1 0-1 0 0,0 0 1 0 0,-7 5 0 0 0,5-4-35 0 0,1 1 0 0 0,0 0 0 0 0,1 1 1 0 0,-1-1-1 0 0,1 1 0 0 0,0 1 1 0 0,1-1-1 0 0,-1 1 0 0 0,1 0 0 0 0,1 0 1 0 0,-1 1-1 0 0,1-1 0 0 0,1 1 0 0 0,-5 11 1 0 0,7-13-55 0 0,0-1 1 0 0,1 1-1 0 0,0 0 1 0 0,0 0-1 0 0,0 0 1 0 0,0-1-1 0 0,1 1 1 0 0,0 0-1 0 0,0-1 1 0 0,1 1-1 0 0,-1 0 1 0 0,1-1-1 0 0,1 0 1 0 0,-1 1-1 0 0,1-1 1 0 0,0 0-1 0 0,0 0 1 0 0,0-1-1 0 0,1 1 1 0 0,-1-1-1 0 0,1 1 1 0 0,0-1-1 0 0,1 0 1 0 0,-1-1-1 0 0,1 1 1 0 0,-1-1-1 0 0,1 0 1 0 0,7 4-1 0 0,2 0 3 0 0,-1 0 0 0 0,1-1 0 0 0,1 0 0 0 0,-1-1 0 0 0,1-1 0 0 0,0 0 0 0 0,0-1 0 0 0,0-1 0 0 0,26 2 0 0 0,151-20 315 0 0,-158 6-125 0 0,-24 6-8255 0 0</inkml:trace>
</inkml:ink>
</file>

<file path=ppt/ink/ink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4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36 384 0 0,'-3'-21'1445'0'0,"-1"7"3364"0"0,-10 27-3071 0 0,8-4-1609 0 0,1 1 0 0 0,0-1 0 0 0,1 1-1 0 0,0 0 1 0 0,1 0 0 0 0,0 0 0 0 0,0 1 0 0 0,1-1 0 0 0,0 14-1 0 0,-5 12 211 0 0,3-18-227 0 0,1 1-1 0 0,1 0 1 0 0,1 0 0 0 0,0 1-1 0 0,1-1 1 0 0,2 0 0 0 0,0 0-1 0 0,0 0 1 0 0,2 0 0 0 0,0-1-1 0 0,2 1 1 0 0,0-1-1 0 0,0 0 1 0 0,2-1 0 0 0,0 0-1 0 0,1 0 1 0 0,1 0 0 0 0,18 23-1 0 0,-12-21-9 0 0,1 0 0 0 0,0-1 0 0 0,2 0 0 0 0,0-2 0 0 0,0 0-1 0 0,2-1 1 0 0,41 23 0 0 0,-59-37 10 0 0,0 1 0 0 0,1-1 0 0 0,-1 0 0 0 0,1-1 0 0 0,-1 1 0 0 0,1-1 0 0 0,-1 0 0 0 0,1 1 0 0 0,-1-1 0 0 0,1-1 0 0 0,-1 1 0 0 0,0 0 0 0 0,1-1 0 0 0,-1 0 0 0 0,1 0 0 0 0,3-2 0 0 0,-5 3 89 0 0,26-27 754 0 0,-6-29-969 0 0,-21 54-27 0 0,-24-30-6183 0 0,19 29 5523 0 0,-9-8-4216 0 0,2 5 2607 0 0</inkml:trace>
</inkml:ink>
</file>

<file path=ppt/ink/ink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5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24 100 12 0 0,'-16'-51'4312'0'0,"11"30"-2741"0"0,2-4-32 0 0,4 23 245 0 0,1 24-1497 0 0,0-1 1 0 0,2 1-1 0 0,0-1 1 0 0,10 27 0 0 0,5 26 171 0 0,3 36 73 0 0,20 116 229 0 0,-40-213-710 0 0,-1-1-11 0 0,1 1 1 0 0,0 0 0 0 0,0-1 0 0 0,1 1 0 0 0,1-1 0 0 0,0 0 0 0 0,1 0-1 0 0,0-1 1 0 0,7 12 0 0 0,-10-21-31 0 0,0 0-1 0 0,1 0 1 0 0,-1 0-1 0 0,0-1 0 0 0,1 1 1 0 0,-1-1-1 0 0,1 1 1 0 0,0-1-1 0 0,0 0 1 0 0,-1 0-1 0 0,1-1 0 0 0,0 1 1 0 0,0 0-1 0 0,0-1 1 0 0,0 0-1 0 0,0 1 1 0 0,0-1-1 0 0,4-1 1 0 0,56-8 58 0 0,-44 5-42 0 0,147-39 84 0 0,-151 35-99 0 0,21-6-2777 0 0,-43 5 1212 0 0,-1-5-2576 0 0,-3 4 1422 0 0</inkml:trace>
</inkml:ink>
</file>

<file path=ppt/ink/ink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6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60 696 0 0,'27'-22'2556'0'0,"-15"16"-2095"0"0,0 0 0 0 0,0 1-1 0 0,0 0 1 0 0,1 1 0 0 0,0 0-1 0 0,23-3 1 0 0,-29 7-449 0 0,0 0 0 0 0,1 0 1 0 0,-1 0-1 0 0,1 1 0 0 0,10 2 0 0 0,-11-2-516 0 0,-1 1-1 0 0,0 1 1 0 0,0-1 0 0 0,0 1 0 0 0,0 0 0 0 0,10 7-1 0 0,-7-3-1195 0 0</inkml:trace>
</inkml:ink>
</file>

<file path=ppt/ink/ink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6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1 680 0 0,'0'0'3424'0'0,"0"0"-3336"0"0,1 0 0 0 0,0-1 1 0 0,-1 1-1 0 0,1 0 0 0 0,0 0 1 0 0,-1 1-1 0 0,1-1 0 0 0,0 0 1 0 0,-1 0-1 0 0,1 0 0 0 0,0 0 1 0 0,-1 0-1 0 0,1 1 0 0 0,0-1 1 0 0,-1 0-1 0 0,1 1 0 0 0,-1-1 1 0 0,1 0-1 0 0,-1 1 0 0 0,2 0 1 0 0,5 29 1825 0 0,16 42 1 0 0,3 7-518 0 0,-24-70-1267 0 0,34 151 1460 0 0,-35-158-1537 0 0,-1 4 747 0 0,0-1-2870 0 0</inkml:trace>
</inkml:ink>
</file>

<file path=ppt/ink/ink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6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1 752 0 0,'5'15'2847'0'0,"-5"78"2880"0"0,-7 41-3415 0 0,4-125-2411 0 0,1-8-1159 0 0</inkml:trace>
</inkml:ink>
</file>

<file path=ppt/ink/ink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7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40 404 0 0,'0'0'2908'0'0,"4"-1"-2424"0"0,171-26 3709 0 0,-97 17-2316 0 0,-77 10-1722 0 0,2-1-53 0 0,-1 1 1 0 0,1 0-1 0 0,-1 0 1 0 0,0 0-1 0 0,1 0 0 0 0,-1 0 1 0 0,0 1-1 0 0,1-1 1 0 0,3 2-1 0 0,-3 10 92 0 0,-1 0 1 0 0,0 0-1 0 0,-1 0 1 0 0,0-1-1 0 0,-1 1 1 0 0,-2 17-1 0 0,1 20 135 0 0,0-20 357 0 0,-8 56-1 0 0,2-35-2162 0 0,4-3-6389 0 0</inkml:trace>
</inkml:ink>
</file>

<file path=ppt/ink/ink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07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8 0 0,'12'-7'440'0'0,"1"0"0"0"0,0 1 0 0 0,0 0-1 0 0,0 1 1 0 0,0 1 0 0 0,1 0 0 0 0,0 1 0 0 0,0 0 0 0 0,0 1 0 0 0,0 0 0 0 0,0 1-1 0 0,0 1 1 0 0,0 1 0 0 0,0 0 0 0 0,23 4 0 0 0,-33-4-336 0 0,0 1 0 0 0,0 0 1 0 0,0-1-1 0 0,-1 2 0 0 0,1-1 0 0 0,0 0 0 0 0,-1 1 1 0 0,1-1-1 0 0,-1 1 0 0 0,0 0 0 0 0,0 0 0 0 0,0 0 0 0 0,0 1 1 0 0,-1-1-1 0 0,1 1 0 0 0,-1-1 0 0 0,3 8 0 0 0,4 7 210 0 0,-2 0 0 0 0,9 30 0 0 0,-12-35-189 0 0,26 70 393 0 0,-20-60-406 0 0,-1 1 0 0 0,0 0-1 0 0,-2 0 1 0 0,-1 1-1 0 0,-1 0 1 0 0,3 46 0 0 0,-9-64-78 0 0,0 0 0 0 0,0 0 0 0 0,0 0 1 0 0,-1 0-1 0 0,0 0 0 0 0,-1-1 0 0 0,1 1 0 0 0,-1-1 1 0 0,-1 1-1 0 0,1-1 0 0 0,-1 0 0 0 0,0-1 0 0 0,0 1 1 0 0,-1 0-1 0 0,0-1 0 0 0,0 0 0 0 0,0 0 0 0 0,0-1 1 0 0,-12 8-1 0 0,4-4-339 0 0,0 0 0 0 0,-1-1-1 0 0,-17 8 1 0 0,-44 8-5362 0 0,48-17 2807 0 0</inkml:trace>
</inkml:ink>
</file>

<file path=ppt/ink/ink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28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71 20 0 0,'0'0'2548'0'0,"-1"-1"-2454"0"0,1 0 0 0 0,0 1 1 0 0,-1-1-1 0 0,1 1 0 0 0,-1-1 0 0 0,1 1 0 0 0,-1-1 0 0 0,1 1 0 0 0,-1 0 1 0 0,1-1-1 0 0,-1 1 0 0 0,0 0 0 0 0,1-1 0 0 0,-1 1 0 0 0,1 0 0 0 0,-1 0 0 0 0,0-1 1 0 0,1 1-1 0 0,-1 0 0 0 0,0 0 0 0 0,0 0 0 0 0,-3 7-327 0 0,3-5 419 0 0,0 0 0 0 0,0 0 1 0 0,0 0-1 0 0,1-1 0 0 0,-1 1 0 0 0,0 0 0 0 0,1 0 0 0 0,-1 0 0 0 0,1 0 0 0 0,0 0 0 0 0,-1 0 0 0 0,1 0 1 0 0,0 0-1 0 0,0 0 0 0 0,1 0 0 0 0,-1 3 0 0 0,2-3 227 0 0,4 0 2942 0 0,-6-4-3362 0 0,1-2 32 0 0,-1 0 0 0 0,1 0 0 0 0,0 0 0 0 0,0-1-1 0 0,0 1 1 0 0,0 0 0 0 0,1 0 0 0 0,-1 1 0 0 0,1-1 0 0 0,0 0 0 0 0,4-4 0 0 0,-5 6 7 0 0,9-3-54 0 0,-5 2 98 0 0,-5 5 373 0 0,-1 0-435 0 0,0-1-1 0 0,0 0 1 0 0,0 0-1 0 0,0 0 1 0 0,0 0 0 0 0,0 0-1 0 0,0 0 1 0 0,0 0-1 0 0,0 0 1 0 0,-1 0 0 0 0,1-1-1 0 0,0 1 1 0 0,-1 0-1 0 0,1-1 1 0 0,0 1-1 0 0,-1-1 1 0 0,1 1 0 0 0,-1-1-1 0 0,1 0 1 0 0,-1 0-1 0 0,1 0 1 0 0,-1 0 0 0 0,-1 0-1 0 0,-1 0 40 0 0,3 1-56 0 0,-2 3 1 0 0,2-2 97 0 0,0-2-92 0 0,0 0-1 0 0,0-1 0 0 0,0 1 0 0 0,0 0-1 0 0,1 0 1 0 0,-1 0 0 0 0,0-1-1 0 0,0 1 1 0 0,0 0 0 0 0,0-1-1 0 0,1 1 1 0 0,-1-1 0 0 0,0 1-1 0 0,0-1 1 0 0,1 1 0 0 0,-1-1-1 0 0,0 1 1 0 0,1-1 0 0 0,-1 0-1 0 0,1 1 1 0 0,-1-1 0 0 0,0 0-1 0 0,1 0 1 0 0,0 1 0 0 0,-1-1-1 0 0,1 0 1 0 0,-1 0 0 0 0,1 0-1 0 0,0 0 1 0 0,0 1 0 0 0,0-1-1 0 0,-1-1 1 0 0,1 0-7 0 0,0 0 1 0 0,-1 1-1 0 0,1-1 0 0 0,0 1 1 0 0,0-1-1 0 0,0 0 0 0 0,1 1 0 0 0,-1-1 1 0 0,0 1-1 0 0,0-1 0 0 0,1 1 0 0 0,-1-1 1 0 0,1 0-1 0 0,-1 1 0 0 0,1 0 1 0 0,0-1-1 0 0,0 1 0 0 0,0-1 0 0 0,0 1 1 0 0,0 0-1 0 0,0 0 0 0 0,0-1 1 0 0,0 1-1 0 0,0 0 0 0 0,0 0 0 0 0,1 0 1 0 0,-1 0-1 0 0,0 0 0 0 0,1 1 0 0 0,-1-1 1 0 0,1 0-1 0 0,-1 1 0 0 0,4-2 1 0 0,4-4-213 0 0,-19 24 233 0 0,8-14 57 0 0,1-3-66 0 0,1-1-1 0 0,0 1 0 0 0,-1-1 1 0 0,1 0-1 0 0,-1 0 0 0 0,1 1 1 0 0,0-1-1 0 0,-1 0 0 0 0,1 0 1 0 0,-1 1-1 0 0,1-1 1 0 0,-1 0-1 0 0,1 0 0 0 0,-1 0 1 0 0,1 0-1 0 0,-1 0 0 0 0,1 0 1 0 0,-1 0-1 0 0,1 0 1 0 0,-1 0-1 0 0,1 0 0 0 0,-1 0 1 0 0,1 0-1 0 0,-1 0 0 0 0,1 0 1 0 0,-2 0-1 0 0,-8-8 135 0 0</inkml:trace>
</inkml:ink>
</file>

<file path=ppt/ink/ink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0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19 172 0 0,'0'0'2618'0'0,"-5"-11"1238"0"0,5 11-3781 0 0,1 0 0 0 0,-1 0 0 0 0,0 0 0 0 0,0 0 0 0 0,0 0 0 0 0,0 0 0 0 0,1 0 0 0 0,-1 0 0 0 0,0 0 0 0 0,0 0 0 0 0,0 0 0 0 0,0 0-1 0 0,1 0 1 0 0,-1 0 0 0 0,0 0 0 0 0,0 0 0 0 0,0 0 0 0 0,0 0 0 0 0,1 0 0 0 0,-1 0 0 0 0,0 0 0 0 0,0 0 0 0 0,0-1 0 0 0,0 1 0 0 0,0 0 0 0 0,1 0-1 0 0,-1 0 1 0 0,0 0 0 0 0,0 0 0 0 0,0 0 0 0 0,0-1 0 0 0,0 1 0 0 0,0 0 0 0 0,0 0 0 0 0,0 0 0 0 0,0 0 0 0 0,0 0 0 0 0,1-1 0 0 0,-1 1 0 0 0,0 0-1 0 0,0 0 1 0 0,0 0 0 0 0,0 0 0 0 0,0-1 0 0 0,0 1 0 0 0,0 0 0 0 0,0 0 0 0 0,0 0 0 0 0,0-1 0 0 0,-1 1 0 0 0,1 0 0 0 0,0 0 0 0 0,0 0 0 0 0,0 0-1 0 0,0 0 1 0 0,0-1 0 0 0,0 1 0 0 0,0 0 0 0 0,0 0 0 0 0,0 0 0 0 0,0 0 0 0 0,-1 0 0 0 0,1-1 0 0 0,0 1 0 0 0,0 0 0 0 0,0 0 0 0 0,0 0-1 0 0,-1 0 1 0 0,149 55 455 0 0,-50-21-360 0 0,-38-11-62 0 0,-58-23-96 0 0,3 4 27 0 0,-5-4-33 0 0,1 0 0 0 0,-1 0 0 0 0,1 0 1 0 0,-1 0-1 0 0,0 0 0 0 0,1 1 0 0 0,-1-1 0 0 0,0 0 1 0 0,1 0-1 0 0,-1 0 0 0 0,0 0 0 0 0,1 1 1 0 0,-1-1-1 0 0,0 0 0 0 0,0 0 0 0 0,1 1 1 0 0,-1-1-1 0 0,0 0 0 0 0,0 0 0 0 0,1 1 1 0 0,-1-1-1 0 0,0 0 0 0 0,0 1 0 0 0,0-1 1 0 0,0 0-1 0 0,1 1 0 0 0,-1-1 0 0 0,0 0 0 0 0,0 1 1 0 0,0-1-1 0 0,0 1 0 0 0,0-1 0 0 0,0 0 1 0 0,0 1-1 0 0,0-1 0 0 0,0 0 0 0 0,0 1 1 0 0,0 0-1 0 0,-107 162 1199 0 0,81-120-1436 0 0,-30 46 715 0 0,13-41-8802 0 0</inkml:trace>
</inkml:ink>
</file>

<file path=ppt/ink/ink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4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0 863 304 0 0,'0'0'4698'0'0,"12"-9"-4446"0"0,328-30 354 0 0,-123 11-580 0 0,58-9-20 0 0,60-7 60 0 0,-90 14-61 0 0,173-16-48 0 0,99-16 97 0 0,-482 59-78 0 0,208-22 61 0 0,278-39-45 0 0,23 13-90 0 0,-101 11 108 0 0,-135 14 103 0 0,41-7-174 0 0,-204 23 88 0 0,-51 6-28 0 0,-25-1 66 0 0,-15 2-59 0 0,73-13 0 0 0,-84 10-26 0 0,83-2 1 0 0,-83 6 22 0 0,355-26-64 0 0,-138 6 52 0 0,231-8 49 0 0,-129 9-52 0 0,72-6 67 0 0,-171 11-66 0 0,-150 10 5 0 0,13-3-1 0 0,-79 5-5 0 0,51 2 0 0 0,-2-1 12 0 0,360-9 946 0 0,-447 12-940 0 0,68 0 206 0 0,120-14 0 0 0,-145 8 155 0 0,87 0-1 0 0,-123 6-207 0 0,0 0-1 0 0,0-1 1 0 0,21-4-1 0 0,-34 4-107 0 0,36 0 99 0 0,4-5 307 0 0,-20 3-47 0 0,-21 3-221 0 0,38-7 1128 0 0,19-3 120 0 0,-57 10-1305 0 0,42-12 1634 0 0,-42 11-1173 0 0,-6-1-3899 0 0,-1 0 2691 0 0,-2-1-256 0 0,-2-2-3531 0 0,0-1 1012 0 0</inkml:trace>
</inkml:ink>
</file>

<file path=ppt/ink/ink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5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0 144 0 0,'0'0'6553'0'0,"4"5"-6191"0"0,5 7-75 0 0,1-1 0 0 0,1-1 1 0 0,0 1-1 0 0,0-2 1 0 0,1 1-1 0 0,0-2 1 0 0,24 14-1 0 0,9-1 210 0 0,50 18-1 0 0,7 2-9 0 0,-88-35-400 0 0,-1 1 1 0 0,1 1-1 0 0,19 13 1 0 0,-31-17-48 0 0,0-1 1 0 0,-1 1-1 0 0,1-1 1 0 0,-1 1-1 0 0,0 0 0 0 0,1-1 1 0 0,-2 1-1 0 0,1 0 1 0 0,0 0-1 0 0,-1 0 1 0 0,0 0-1 0 0,0 0 1 0 0,0 0-1 0 0,0 0 1 0 0,-1 5-1 0 0,-2 4 117 0 0,-1 0-1 0 0,0-1 1 0 0,-1 1 0 0 0,-1-1-1 0 0,1 0 1 0 0,-2 0-1 0 0,0 0 1 0 0,0-1 0 0 0,-1 0-1 0 0,0-1 1 0 0,-1 0 0 0 0,-17 16-1 0 0,-4 0 80 0 0,-1-2 0 0 0,0 0 0 0 0,-39 20 0 0 0,1-9-1526 0 0,20-18-5445 0 0,29-13 2917 0 0</inkml:trace>
</inkml:ink>
</file>

<file path=ppt/ink/ink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7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306 525 784 0 0,'-24'33'2531'0'0,"-2"0"-1"0"0,-43 44 0 0 0,68-76-2462 0 0,-1 0-1 0 0,1 0 0 0 0,0 0 1 0 0,-1 0-1 0 0,1 0 0 0 0,-1 0 0 0 0,0 0 1 0 0,1 0-1 0 0,-1 0 0 0 0,1-1 0 0 0,-1 1 1 0 0,0-1-1 0 0,0 1 0 0 0,1-1 0 0 0,-1 0 1 0 0,0 0-1 0 0,0 0 0 0 0,1 0 1 0 0,-1 0-1 0 0,0 0 0 0 0,0 0 0 0 0,1 0 1 0 0,-1-1-1 0 0,0 1 0 0 0,0-1 0 0 0,1 1 1 0 0,-1-1-1 0 0,1 0 0 0 0,-1 1 1 0 0,0-1-1 0 0,1 0 0 0 0,-1 0 0 0 0,1 0 1 0 0,0 0-1 0 0,-1-1 0 0 0,1 1 0 0 0,-2-2 1 0 0,-4-5 88 0 0,0 0 1 0 0,1-1-1 0 0,0 0 0 0 0,-9-16 1 0 0,13 22-113 0 0,-12-25 61 0 0,1-1 0 0 0,2-1 1 0 0,1 0-1 0 0,1 0 0 0 0,2-1 1 0 0,1 0-1 0 0,1 0 0 0 0,2-1 1 0 0,1 1-1 0 0,1-1 1 0 0,2 0-1 0 0,1 1 0 0 0,11-57 1 0 0,-11 81-103 0 0,-1-1 1 0 0,1 1 0 0 0,1 0-1 0 0,-1 0 1 0 0,1 0-1 0 0,0 1 1 0 0,1-1 0 0 0,0 1-1 0 0,0-1 1 0 0,0 1 0 0 0,1 0-1 0 0,0 1 1 0 0,6-7 0 0 0,-8 10-3 0 0,0 0 0 0 0,0 0 0 0 0,0 0 1 0 0,0 0-1 0 0,1 1 0 0 0,-1-1 0 0 0,1 1 1 0 0,-1 0-1 0 0,1 0 0 0 0,-1 0 0 0 0,1 0 1 0 0,-1 1-1 0 0,1-1 0 0 0,0 1 0 0 0,-1 0 1 0 0,1 0-1 0 0,0 1 0 0 0,-1-1 0 0 0,1 1 1 0 0,0-1-1 0 0,-1 1 0 0 0,1 0 0 0 0,-1 1 1 0 0,0-1-1 0 0,1 1 0 0 0,-1-1 0 0 0,0 1 1 0 0,5 3-1 0 0,15 11 8 0 0,-2 0 1 0 0,1 2-1 0 0,-2 0 1 0 0,-1 1-1 0 0,0 1 1 0 0,21 30-1 0 0,87 145 64 0 0,-111-164-51 0 0,-2 1-1 0 0,-1 1 1 0 0,-2 0 0 0 0,-1 1-1 0 0,-1 0 1 0 0,6 52 0 0 0,-15-82-121 0 0,-1-1 0 0 0,1 0 0 0 0,0 1 0 0 0,-1-1 0 0 0,1 0 0 0 0,-1 0 0 0 0,0 0 0 0 0,0 1 0 0 0,-1-1 0 0 0,1 0 0 0 0,0 0 0 0 0,-1 0 0 0 0,0-1 0 0 0,0 1 0 0 0,0 0 0 0 0,0-1 0 0 0,0 1 0 0 0,-4 3 0 0 0,4-5-96 0 0,1-1 1 0 0,0 1-1 0 0,-1-1 1 0 0,1 1 0 0 0,-1-1-1 0 0,1 1 1 0 0,-1-1-1 0 0,1 0 1 0 0,-1 0-1 0 0,1 0 1 0 0,0 0-1 0 0,-1 0 1 0 0,1 0-1 0 0,-1 0 1 0 0,1 0 0 0 0,-3-1-1 0 0,-6-2-3589 0 0,-6-5 1172 0 0</inkml:trace>
</inkml:ink>
</file>

<file path=ppt/ink/ink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8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41 104 0 0,'0'0'548'0'0,"18"-10"-56"0"0,-10 5-60 0 0,3 2-28 0 0,5-2-36 0 0,1 3-52 0 0,-3-1-4 0 0,1-1-48 0 0,4 2-20 0 0,1 2-56 0 0,-1 0-20 0 0,2-2-16 0 0,-1 4-104 0 0,1-4-124 0 0,-2 2-172 0 0,0-1-376 0 0,-1 1-668 0 0,-3-4 300 0 0</inkml:trace>
</inkml:ink>
</file>

<file path=ppt/ink/ink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8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44 208 0 0,'-6'-37'6164'0'0,"5"36"-6059"0"0,1 1 1 0 0,-1-1-1 0 0,0 1 1 0 0,1-1-1 0 0,-1 1 1 0 0,0-1-1 0 0,0 1 0 0 0,1-1 1 0 0,-1 1-1 0 0,0 0 1 0 0,0 0-1 0 0,0-1 1 0 0,0 1-1 0 0,1 0 0 0 0,-1 0 1 0 0,0 0-1 0 0,0 0 1 0 0,0 0-1 0 0,0 0 1 0 0,0 0-1 0 0,0 0 0 0 0,1 0 1 0 0,-1 0-1 0 0,0 1 1 0 0,0-1-1 0 0,-1 1 1 0 0,1 0-64 0 0,1 0 0 0 0,0 0 0 0 0,-1 0 0 0 0,1 0 0 0 0,0 0 0 0 0,0 0 0 0 0,0 0 0 0 0,0 0 0 0 0,0 0 0 0 0,0 0 0 0 0,0 0 0 0 0,0 0 0 0 0,0 1 0 0 0,0-1 0 0 0,1 0 0 0 0,-1 0 0 0 0,0 0 0 0 0,1 1 0 0 0,26 51 289 0 0,36 46 374 0 0,-62-98-645 0 0,-2 2-44 0 0,0-1-1 0 0,1 0 1 0 0,-1 0 0 0 0,0 0 0 0 0,0 1-1 0 0,0-1 1 0 0,-1 0 0 0 0,1-1-1 0 0,0 1 1 0 0,-1 0 0 0 0,1 0-1 0 0,-1 0 1 0 0,0-1 0 0 0,0 1-1 0 0,1-1 1 0 0,-1 0 0 0 0,0 1 0 0 0,0-1-1 0 0,0 0 1 0 0,0 0 0 0 0,-1 0-1 0 0,1 0 1 0 0,0-1 0 0 0,0 1-1 0 0,0 0 1 0 0,-1-1 0 0 0,1 0 0 0 0,0 1-1 0 0,-4-1 1 0 0,0 0-35 0 0,0 0 0 0 0,1-1 0 0 0,-1 0 0 0 0,0 0 1 0 0,0 0-1 0 0,1 0 0 0 0,-1-1 0 0 0,1 0 0 0 0,-1 0 0 0 0,-5-3 0 0 0,10 4-216 0 0,0 0 0 0 0,1 0-1 0 0,-1 0 1 0 0,0 0 0 0 0,1 0-1 0 0,-1 0 1 0 0,1 0 0 0 0,-1 0-1 0 0,1-1 1 0 0,-1 1-1 0 0,1 0 1 0 0,0 0 0 0 0,-1 0-1 0 0,1 0 1 0 0,0-1 0 0 0,0 1-1 0 0,0 0 1 0 0,0 0 0 0 0,0 0-1 0 0,0-1 1 0 0,0 1 0 0 0,1 0-1 0 0,-1 0 1 0 0,0 0 0 0 0,1 0-1 0 0,-1-1 1 0 0,1 1-1 0 0,-1 0 1 0 0,2-1 0 0 0,5-11-2193 0 0</inkml:trace>
</inkml:ink>
</file>

<file path=ppt/ink/ink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9.1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55 800 0 0,'0'0'6879'0'0,"4"3"-6678"0"0,0 1-137 0 0,1-1 0 0 0,0 1 0 0 0,1-1 0 0 0,-1 0 0 0 0,0 0-1 0 0,1-1 1 0 0,0 0 0 0 0,0 0 0 0 0,-1 0 0 0 0,1 0 0 0 0,0-1 0 0 0,0 0 0 0 0,1 0 0 0 0,-1-1 0 0 0,0 0 0 0 0,0 0-1 0 0,0 0 1 0 0,0-1 0 0 0,0 0 0 0 0,0 0 0 0 0,0 0 0 0 0,0-1 0 0 0,0 0 0 0 0,0 0 0 0 0,-1-1 0 0 0,8-3 0 0 0,-8 3 64 0 0,0 0 1 0 0,-1 1-1 0 0,1-2 1 0 0,-1 1-1 0 0,0 0 1 0 0,0-1-1 0 0,0 0 1 0 0,0 0-1 0 0,-1 0 1 0 0,0 0 0 0 0,1-1-1 0 0,-1 1 1 0 0,-1-1-1 0 0,4-7 1 0 0,-6 11 59 0 0,6-5 664 0 0,14 276-217 0 0,-16-239-597 0 0,2 2 14 0 0,-2 1 0 0 0,-1-1 0 0 0,-1 1 1 0 0,-3-1-1 0 0,-4 43 0 0 0,5-73-19 0 0,0-1-1 0 0,-1 0 1 0 0,1 1 0 0 0,-1-1 0 0 0,0 0 0 0 0,1 1-1 0 0,-1-1 1 0 0,0 0 0 0 0,0 0 0 0 0,-1 0 0 0 0,1 1-1 0 0,0-1 1 0 0,-1 0 0 0 0,1-1 0 0 0,-1 1 0 0 0,0 0-1 0 0,1 0 1 0 0,-1-1 0 0 0,0 1 0 0 0,0-1 0 0 0,0 0-1 0 0,0 1 1 0 0,0-1 0 0 0,0 0 0 0 0,-1 0 0 0 0,1 0-1 0 0,0 0 1 0 0,-1-1 0 0 0,1 1 0 0 0,0-1 0 0 0,-1 1-1 0 0,1-1 1 0 0,-3 0 0 0 0,2 0-14 0 0,0-1-1 0 0,0 0 1 0 0,0 0 0 0 0,0 0-1 0 0,0 0 1 0 0,0 0-1 0 0,0-1 1 0 0,0 1 0 0 0,0-1-1 0 0,1 0 1 0 0,-1 1 0 0 0,0-1-1 0 0,1-1 1 0 0,0 1-1 0 0,0 0 1 0 0,-1 0 0 0 0,1-1-1 0 0,1 1 1 0 0,-1-1 0 0 0,0 0-1 0 0,1 0 1 0 0,-1 1-1 0 0,1-1 1 0 0,-2-6 0 0 0,1 2-12 0 0,1 0 0 0 0,0 0 0 0 0,0 0 1 0 0,0 0-1 0 0,1 0 0 0 0,0-1 0 0 0,0 1 1 0 0,1 0-1 0 0,0 0 0 0 0,0 0 0 0 0,1 0 1 0 0,0 0-1 0 0,0 0 0 0 0,1 0 0 0 0,0 1 1 0 0,0-1-1 0 0,0 1 0 0 0,1 0 0 0 0,5-8 1 0 0,9-10-94 0 0,1 0 0 0 0,1 2 0 0 0,26-24 0 0 0,-44 45 77 0 0,62-55-240 0 0,-39 36 83 0 0,43-45 1 0 0,-63 62 152 0 0,-4 2 13 0 0,1 0 0 0 0,-1 0 0 0 0,0 1-1 0 0,0-1 1 0 0,0 0 0 0 0,0 0 0 0 0,0 0 0 0 0,0-1 0 0 0,0 1 0 0 0,0 0 0 0 0,0 0 0 0 0,0 0 0 0 0,0-1 0 0 0,-1 1-1 0 0,1 0 1 0 0,-1-1 0 0 0,1 1 0 0 0,-1-1 0 0 0,1-1 0 0 0,-7 5-144 0 0,-10 17 137 0 0,15-13-1 0 0,1-1 0 0 0,0 1 0 0 0,1 0 0 0 0,-1-1 1 0 0,1 1-1 0 0,0-1 0 0 0,0 1 0 0 0,1-1 0 0 0,3 8 1 0 0,-5-12 6 0 0,1 1 8 0 0,1 0-1 0 0,-1 0 1 0 0,1 0 0 0 0,-1 0 0 0 0,1-1-1 0 0,0 1 1 0 0,-1 0 0 0 0,1 0-1 0 0,0-1 1 0 0,0 0 0 0 0,0 1 0 0 0,1-1-1 0 0,-1 0 1 0 0,0 0 0 0 0,0 0 0 0 0,1 0-1 0 0,-1 0 1 0 0,1-1 0 0 0,-1 1-1 0 0,0-1 1 0 0,1 1 0 0 0,-1-1 0 0 0,5 0-1 0 0,-6-1-5 0 0,1 1 0 0 0,0 0 0 0 0,-1-1 0 0 0,1 0 0 0 0,-1 1 0 0 0,1-1 0 0 0,-1 0 0 0 0,0 0-1 0 0,1 0 1 0 0,-1 0 0 0 0,0 0 0 0 0,0 0 0 0 0,1 0 0 0 0,-1 0 0 0 0,0 0 0 0 0,0-1 0 0 0,0 1 0 0 0,0 0-1 0 0,-1-1 1 0 0,1 1 0 0 0,0-1 0 0 0,-1 1 0 0 0,1-1 0 0 0,0 1 0 0 0,-1-1 0 0 0,0 1 0 0 0,1-1 0 0 0,-1 0-1 0 0,0 1 1 0 0,0-1 0 0 0,0-1 0 0 0,2-15-2 0 0,-1 16-105 0 0,-4-13-1305 0 0,0 1-6371 0 0</inkml:trace>
</inkml:ink>
</file>

<file path=ppt/ink/ink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9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64 0 0,'2'1'277'0'0,"-1"-1"1"0"0,1 1-1 0 0,-1 0 0 0 0,1-1 0 0 0,-1 1 1 0 0,1 0-1 0 0,-1 0 0 0 0,0 0 0 0 0,0 0 1 0 0,1 0-1 0 0,-1 0 0 0 0,0 0 1 0 0,0 0-1 0 0,0 0 0 0 0,0 1 0 0 0,1 1 1 0 0,23 32 1695 0 0,-20-28-1251 0 0,-4-6-482 0 0,12 2 1404 0 0,16-14-845 0 0,9-3-352 0 0,-4 8-4417 0 0,-20 5 1459 0 0,-11 0 189 0 0</inkml:trace>
</inkml:ink>
</file>

<file path=ppt/ink/ink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39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59 404 0 0,'-17'-58'7924'0'0,"18"65"-7589"0"0,11 171 1434 0 0,-2-113-1152 0 0,31 111 0 0 0,-33-155-515 0 0,1-2 0 0 0,0 1 0 0 0,1-2 0 0 0,1 1 0 0 0,1-1 0 0 0,19 21 0 0 0,-14-16 66 0 0,-17-22-148 0 0,0-1 0 0 0,0 1 1 0 0,1 0-1 0 0,-1-1 0 0 0,0 1 1 0 0,1 0-1 0 0,-1 0 0 0 0,1-1 0 0 0,-1 1 1 0 0,1-1-1 0 0,-1 1 0 0 0,1 0 0 0 0,-1-1 1 0 0,1 1-1 0 0,0-1 0 0 0,-1 1 1 0 0,1-1-1 0 0,0 0 0 0 0,-1 1 0 0 0,1-1 1 0 0,0 0-1 0 0,-1 1 0 0 0,1-1 1 0 0,0 0-1 0 0,0 0 0 0 0,-1 0 0 0 0,1 1 1 0 0,0-1-1 0 0,0 0 0 0 0,0 0 1 0 0,-1 0-1 0 0,1 0 0 0 0,0-1 0 0 0,0 1 1 0 0,0 0-1 0 0,-1 0 0 0 0,1 0 1 0 0,0-1-1 0 0,0 1 0 0 0,-1 0 0 0 0,1-1 1 0 0,0 1-1 0 0,-1 0 0 0 0,1-1 0 0 0,0 1 1 0 0,-1-1-1 0 0,1 1 0 0 0,-1-1 1 0 0,2 0-1 0 0,0-2 161 0 0,23-26 2356 0 0,-24 28-2428 0 0</inkml:trace>
</inkml:ink>
</file>

<file path=ppt/ink/ink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0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59 596 0 0,'-5'-50'6178'0'0,"5"48"-4534"0"0,4-4-1312 0 0</inkml:trace>
</inkml:ink>
</file>

<file path=ppt/ink/ink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0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11 252 0 0,'0'0'2779'0'0,"-1"-8"-1877"0"0,1 5-287 0 0,0 8 3142 0 0,2 48-2599 0 0,-4 55 0 0 0,-1-11-382 0 0,3-95-693 0 0,-1-2-69 0 0,1 0 1 0 0,0 0 0 0 0,0 0-1 0 0,0 1 1 0 0,0-1 0 0 0,0 0-1 0 0,0 0 1 0 0,-1 0 0 0 0,1 1-1 0 0,0-1 1 0 0,0 0-1 0 0,0 0 1 0 0,0 1 0 0 0,0-1-1 0 0,0 0 1 0 0,0 0 0 0 0,0 0-1 0 0,0 1 1 0 0,0-1 0 0 0,0 0-1 0 0,0 0 1 0 0,0 1 0 0 0,0-1-1 0 0,0 0 1 0 0,0 0 0 0 0,1 0-1 0 0,-1 1 1 0 0,0-1-1 0 0,0 0 1 0 0,0 0 0 0 0,0 0-1 0 0,0 1 1 0 0,0-1 0 0 0,1 0-1 0 0,-1 0 1 0 0,0 0 0 0 0,0 0-1 0 0,0 1 1 0 0,0-1 0 0 0,1 0-1 0 0,-1 0 1 0 0,0 0-1 0 0,0 0 1 0 0,0 0 0 0 0,1 0-1 0 0,-1 0 1 0 0,0 0 0 0 0,0 1-1 0 0,1-1 1 0 0,-1 0 0 0 0,0 0-1 0 0,0 0 1 0 0,0 0 0 0 0,1 0-1 0 0,-1 0 1 0 0,0 0 0 0 0,0 0-1 0 0,1-1 1 0 0,-1 1-1 0 0,0 0 1 0 0,28-21 179 0 0,-1-1 0 0 0,40-45 0 0 0,-38 42 734 0 0,-30 27-929 0 0,0 1 4 0 0,-1-1 0 0 0,1 1 0 0 0,-1-1-1 0 0,1 1 1 0 0,0 0 0 0 0,0-1 0 0 0,0 1 0 0 0,0 0-1 0 0,1 0 1 0 0,-1-1 0 0 0,1 1 0 0 0,0 0 0 0 0,0 0-1 0 0,0 0 1 0 0,0 0 0 0 0,0 0 0 0 0,0 0-1 0 0,1-1 1 0 0,0 1 0 0 0,-1 0 0 0 0,1 0 0 0 0,0 0-1 0 0,0-1 1 0 0,1 1 0 0 0,-1-1 0 0 0,0 1-1 0 0,1-1 1 0 0,0 1 0 0 0,-1-1 0 0 0,5 4 0 0 0,-3-4 3 0 0,0 0 1 0 0,-1 0 0 0 0,1 0 0 0 0,0-1 0 0 0,0 1-1 0 0,0-1 1 0 0,0 0 0 0 0,1 0 0 0 0,-1 0 0 0 0,0 0-1 0 0,0-1 1 0 0,1 1 0 0 0,-1-1 0 0 0,0 0 0 0 0,1 0 0 0 0,-1 0-1 0 0,0 0 1 0 0,1-1 0 0 0,-1 1 0 0 0,0-1 0 0 0,0 0-1 0 0,1 0 1 0 0,-1 0 0 0 0,0 0 0 0 0,0-1 0 0 0,0 1-1 0 0,0-1 1 0 0,0 0 0 0 0,-1 1 0 0 0,1-1 0 0 0,-1-1-1 0 0,1 1 1 0 0,-1 0 0 0 0,1-1 0 0 0,-1 1 0 0 0,0-1-1 0 0,0 0 1 0 0,0 1 0 0 0,-1-1 0 0 0,1 0 0 0 0,-1 0-1 0 0,2-5 1 0 0,-2 6 5 0 0,-3-16 197 0 0,-2 26 124 0 0,0 2-248 0 0,2-5-93 0 0,9 26-1207 0 0,-4-20-2579 0 0,0-1 52 0 0,-1-1 285 0 0</inkml:trace>
</inkml:ink>
</file>

<file path=ppt/ink/ink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1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1 423 256 0 0,'0'0'5761'0'0,"3"3"-5250"0"0,-2-2-433 0 0,-1 0-1 0 0,1-1 1 0 0,0 1-1 0 0,0 0 1 0 0,0-1-1 0 0,0 1 1 0 0,0-1 0 0 0,0 1-1 0 0,-1-1 1 0 0,1 1-1 0 0,0-1 1 0 0,0 0 0 0 0,0 1-1 0 0,0-1 1 0 0,1 0-1 0 0,-1 0 1 0 0,0 0-1 0 0,0 0 1 0 0,0 0 0 0 0,0 0-1 0 0,0 0 1 0 0,0 0-1 0 0,0 0 1 0 0,0 0 0 0 0,0-1-1 0 0,0 1 1 0 0,0 0-1 0 0,0-1 1 0 0,1 0 0 0 0,2-2 170 0 0,0 0 1 0 0,0-1 0 0 0,0 1-1 0 0,0-1 1 0 0,0 0 0 0 0,4-7-1 0 0,5-10 326 0 0,7-6-80 0 0,-19 27-414 0 0,2 3-48 0 0,1 2-20 0 0,1-1 0 0 0,-1 0-1 0 0,1 1 1 0 0,0-1 0 0 0,0-1-1 0 0,0 1 1 0 0,0-1 0 0 0,1 0-1 0 0,-1 0 1 0 0,1 0 0 0 0,0-1-1 0 0,0 0 1 0 0,0 0 0 0 0,0-1-1 0 0,0 1 1 0 0,7-1-1 0 0,-9 0-7 0 0,1-1-1 0 0,0-1 0 0 0,-1 1 0 0 0,1-1 1 0 0,-1 1-1 0 0,1-2 0 0 0,-1 1 0 0 0,1 0 0 0 0,-1-1 1 0 0,1 0-1 0 0,-1 0 0 0 0,0 0 0 0 0,0 0 1 0 0,0-1-1 0 0,0 1 0 0 0,-1-1 0 0 0,1 0 0 0 0,-1 0 1 0 0,1-1-1 0 0,-1 1 0 0 0,0-1 0 0 0,0 0 1 0 0,3-6-1 0 0,6-11 84 0 0,0 0 0 0 0,-2-1 1 0 0,-1 0-1 0 0,-1 0 0 0 0,0-1 0 0 0,-2-1 0 0 0,-1 1 1 0 0,-1-1-1 0 0,0 1 0 0 0,-2-1 0 0 0,-1 0 1 0 0,-1 0-1 0 0,-4-29 0 0 0,-2 73 1907 0 0,2 27-1610 0 0,10 4 41 0 0,2-1-1 0 0,27 88 1 0 0,-1-41-2501 0 0,-28-85 637 0 0,3 2-5657 0 0</inkml:trace>
</inkml:ink>
</file>

<file path=ppt/ink/ink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1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533 402 732 0 0,'8'-8'1892'0'0,"-2"2"-148"0"0,1-4 325 0 0,-1 2-17 0 0,-30 1-6853 0 0</inkml:trace>
  <inkml:trace contextRef="#ctx0" brushRef="#br0" timeOffset="1">26 55 696 0 0,'-6'-8'1704'0'0,"0"-6"-264"0"0,3 2-812 0 0,-1 4 737 0 0,-2-5-1681 0 0</inkml:trace>
</inkml:ink>
</file>

<file path=ppt/ink/ink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5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90 148 0 0,'-19'-27'4711'0'0,"15"19"-3746"0"0,0 1 0 0 0,1-1 0 0 0,0 0 0 0 0,-4-12 0 0 0,7 18-147 0 0,-2-6-568 0 0,2 8-204 0 0,0 0-1 0 0,0 0 1 0 0,0 0 0 0 0,0 0 0 0 0,0 0 0 0 0,0 0 0 0 0,1 0-1 0 0,-1 0 1 0 0,0 0 0 0 0,0 0 0 0 0,0 0 0 0 0,0 0-1 0 0,0 0 1 0 0,0 0 0 0 0,0 0 0 0 0,0 0 0 0 0,0 0 0 0 0,1-1-1 0 0,-1 1 1 0 0,0 0 0 0 0,0 0 0 0 0,0 0 0 0 0,0 0-1 0 0,0 0 1 0 0,0 0 0 0 0,0 0 0 0 0,0 0 0 0 0,0 0 0 0 0,0 0-1 0 0,0 0 1 0 0,0 0 0 0 0,0 0 0 0 0,6 9 12 0 0,-1 1 1 0 0,0-1-1 0 0,-1 1 1 0 0,-1 1-1 0 0,1-1 0 0 0,-1 0 1 0 0,-1 1-1 0 0,0 0 1 0 0,-1 0-1 0 0,1 14 1 0 0,-2 19 99 0 0,-8 58 1 0 0,4-64-74 0 0,1 0 1 0 0,3 38-1 0 0,1-67-72 0 0,0 0 0 0 0,0-1 0 0 0,0 1 0 0 0,1 0 1 0 0,1-1-1 0 0,-1 0 0 0 0,2 0 0 0 0,7 15 0 0 0,-9-19-8 0 0,1 0-1 0 0,0-1 1 0 0,0 1 0 0 0,0-1-1 0 0,0 0 1 0 0,1 0-1 0 0,-1 0 1 0 0,1-1-1 0 0,-1 1 1 0 0,1-1 0 0 0,0 0-1 0 0,0 0 1 0 0,1 0-1 0 0,-1-1 1 0 0,0 1 0 0 0,0-1-1 0 0,1 0 1 0 0,-1 0-1 0 0,7 0 1 0 0,10 2-125 0 0,0-2 0 0 0,1 0-1 0 0,-1-2 1 0 0,0 0 0 0 0,0-1 0 0 0,0-1 0 0 0,30-9-1 0 0,-49 11-123 0 0,1 0 0 0 0,0 0 0 0 0,-1 0 0 0 0,0-1-1 0 0,1 1 1 0 0,-1-1 0 0 0,0 1 0 0 0,0-1 0 0 0,0 0-1 0 0,3-3 1 0 0,7-13-4722 0 0,-7 9 2110 0 0</inkml:trace>
</inkml:ink>
</file>

<file path=ppt/ink/ink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5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56 0 0,'3'-6'330'0'0,"-1"0"1"0"0,1 1-1 0 0,0-1 0 0 0,1 1 1 0 0,-1 0-1 0 0,1-1 1 0 0,0 2-1 0 0,0-1 0 0 0,1 0 1 0 0,-1 1-1 0 0,1 0 0 0 0,0 0 1 0 0,0 0-1 0 0,1 1 1 0 0,-1 0-1 0 0,1 0 0 0 0,10-4 1 0 0,-6 2-244 0 0,1 2 0 0 0,-1-1 0 0 0,1 1 0 0 0,0 1 1 0 0,1 0-1 0 0,-1 0 0 0 0,0 1 0 0 0,21 1 0 0 0,-19 3-425 0 0,-3 0-2975 0 0</inkml:trace>
</inkml:ink>
</file>

<file path=ppt/ink/ink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6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10 320 0 0,'0'0'1363'0'0,"13"3"2198"0"0,-3-6-2801 0 0,47-6 1985 0 0,-55 9-2688 0 0,0 0 1 0 0,0 0-1 0 0,0 0 1 0 0,0 0-1 0 0,0 0 0 0 0,0 0 1 0 0,0 0-1 0 0,0 1 1 0 0,0-1-1 0 0,0 1 1 0 0,0 0-1 0 0,-1-1 0 0 0,1 1 1 0 0,0 0-1 0 0,0 0 1 0 0,0 0-1 0 0,-1 1 0 0 0,1-1 1 0 0,0 0-1 0 0,-1 0 1 0 0,0 1-1 0 0,1-1 1 0 0,1 4-1 0 0,-2-3 52 0 0,-22 33 273 0 0,12-24-251 0 0,4-6-96 0 0,1-1 0 0 0,0 1 1 0 0,0 0-1 0 0,0 0 1 0 0,1 1-1 0 0,-1-1 0 0 0,1 1 1 0 0,1 0-1 0 0,-1 0 0 0 0,-2 10 1 0 0,5-11-26 0 0,1-1 0 0 0,0 1 0 0 0,0 0 0 0 0,1-1 1 0 0,-1 1-1 0 0,1-1 0 0 0,0 1 0 0 0,0-1 0 0 0,0 0 1 0 0,1 0-1 0 0,3 5 0 0 0,-3-6-2 0 0,-1 1 0 0 0,1 0 0 0 0,-1 0 0 0 0,0-1 0 0 0,0 1 0 0 0,0 1 0 0 0,-1-1 0 0 0,1 0 0 0 0,-1 0 0 0 0,0 0 0 0 0,0 1 0 0 0,-1-1 0 0 0,1 7 0 0 0,-1-9 5 0 0,-1 0 0 0 0,0 0 0 0 0,0 0 0 0 0,0 0 0 0 0,0 0 0 0 0,-1 0 0 0 0,1 0 0 0 0,0 0 0 0 0,-1 0 0 0 0,1 0 0 0 0,-1-1 0 0 0,0 1 0 0 0,0 0 0 0 0,1-1 0 0 0,-1 0 0 0 0,0 1 0 0 0,0-1 0 0 0,0 0 0 0 0,-4 2 0 0 0,-41 13 251 0 0,29-13 117 0 0,3 0-1757 0 0</inkml:trace>
</inkml:ink>
</file>

<file path=ppt/ink/ink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6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3 552 0 0,'0'0'1445'0'0,"-3"-1"-770"0"0,1 1-542 0 0,0-1 1 0 0,-1 1-1 0 0,1 0 1 0 0,0 0-1 0 0,0 0 1 0 0,0 0-1 0 0,0 0 1 0 0,0 0 0 0 0,-1 1-1 0 0,1-1 1 0 0,0 0-1 0 0,0 1 1 0 0,0 0-1 0 0,0 0 1 0 0,0 0-1 0 0,0-1 1 0 0,1 2 0 0 0,-5 1-1 0 0,1 1 154 0 0,-1 1-1 0 0,1 0 0 0 0,-1 0 1 0 0,1 0-1 0 0,-7 11 0 0 0,2-2 143 0 0,1 0 1 0 0,1 1-1 0 0,0 0 0 0 0,-9 26 0 0 0,15-35-368 0 0,1 0 0 0 0,0-1 1 0 0,0 1-1 0 0,0 0 0 0 0,0 0 0 0 0,1 0 1 0 0,0 0-1 0 0,0-1 0 0 0,1 1 1 0 0,0 0-1 0 0,0 0 0 0 0,0 0 0 0 0,1-1 1 0 0,-1 1-1 0 0,2-1 0 0 0,-1 1 1 0 0,0-1-1 0 0,1 0 0 0 0,0 1 0 0 0,0-2 1 0 0,1 1-1 0 0,-1 0 0 0 0,1-1 0 0 0,0 1 1 0 0,0-1-1 0 0,1 0 0 0 0,-1 0 1 0 0,1-1-1 0 0,0 1 0 0 0,0-1 0 0 0,8 4 1 0 0,-12-7-12 0 0,0 1-34 0 0,0-1 0 0 0,0 0 0 0 0,0 0 0 0 0,0 0 0 0 0,0 0-1 0 0,0 0 1 0 0,0 0 0 0 0,0-1 0 0 0,-1 1 0 0 0,1 0 0 0 0,0 0 0 0 0,0-1-1 0 0,0 1 1 0 0,0 0 0 0 0,0-1 0 0 0,-1 1 0 0 0,1-1 0 0 0,0 1-1 0 0,0-1 1 0 0,-1 1 0 0 0,1-1 0 0 0,0 1 0 0 0,0-2 0 0 0,-1 1 0 0 0,0 0 0 0 0,1 1 0 0 0,-1-1 0 0 0,0 0 0 0 0,0 0 0 0 0,0 0 0 0 0,0 1 0 0 0,-1-1 0 0 0,1 0 1 0 0,0 0-1 0 0,0 0 0 0 0,0 1 0 0 0,-1-1 0 0 0,1 0 0 0 0,0 0 0 0 0,-1 1 0 0 0,1-1 0 0 0,0 0 0 0 0,-1 1 0 0 0,0-2 0 0 0,-2-1 24 0 0,0-1-1 0 0,0 1 0 0 0,0 0 0 0 0,0 0 0 0 0,0 0 0 0 0,-1 1 0 0 0,1-1 1 0 0,-1 1-1 0 0,-7-3 0 0 0,9 4-146 0 0,0 0 1 0 0,0 0-1 0 0,0 0 1 0 0,0 1-1 0 0,0-1 1 0 0,0 1-1 0 0,-1 0 1 0 0,1-1-1 0 0,0 1 1 0 0,0 0-1 0 0,0 0 1 0 0,0 0-1 0 0,-1 1 1 0 0,1-1-1 0 0,0 0 1 0 0,0 1-1 0 0,0 0 1 0 0,0-1-1 0 0,0 1 1 0 0,0 0-1 0 0,0 0 1 0 0,0 0-1 0 0,0 0 1 0 0,0 1-1 0 0,-2 1 1 0 0</inkml:trace>
</inkml:ink>
</file>

<file path=ppt/ink/ink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6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0 860 0 0,'0'0'951'0'0,"21"10"3683"0"0,-15 34-1047 0 0,-3-23-2650 0 0,0 0 1 0 0,-1 33-1 0 0,-8 1 553 0 0,2-19-3230 0 0,3-14-5855 0 0</inkml:trace>
</inkml:ink>
</file>

<file path=ppt/ink/ink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7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0 240 0 0,'0'0'5728'0'0,"-3"5"-4943"0"0,0 0-367 0 0,-1 1 0 0 0,1 0 0 0 0,0 0 0 0 0,0 0 0 0 0,1 1 1 0 0,0-1-1 0 0,0 0 0 0 0,-2 14 0 0 0,-4 67 2136 0 0,-5 34-3134 0 0,12-110-936 0 0</inkml:trace>
</inkml:ink>
</file>

<file path=ppt/ink/ink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0:47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49 748 0 0,'41'-9'2000'0'0,"49"-3"-1"0"0,-52 7-693 0 0,57-13-1 0 0,-88 16-987 0 0,-1 1 0 0 0,1 0 1 0 0,0 1-1 0 0,0-1 0 0 0,0 1 0 0 0,13 2 1 0 0,-19-2-270 0 0,0 1 1 0 0,0 0 0 0 0,0-1 0 0 0,0 1 0 0 0,0 0 0 0 0,0 0-1 0 0,0 0 1 0 0,0 0 0 0 0,-1 0 0 0 0,1-1 0 0 0,0 1 0 0 0,0 1 0 0 0,-1-1-1 0 0,1 0 1 0 0,-1 0 0 0 0,1 0 0 0 0,-1 0 0 0 0,1 0 0 0 0,-1 1-1 0 0,0-1 1 0 0,1 0 0 0 0,-1 3 0 0 0,6 35 446 0 0,-5-29-329 0 0,11 50 458 0 0,-1-10-154 0 0,-2 0 1 0 0,4 88 0 0 0,-12-113-303 0 0,-2 1 0 0 0,-1 0 0 0 0,-1-1 0 0 0,-6 26 0 0 0,7-43-134 0 0,0 0-1 0 0,-1-1 0 0 0,0 1 1 0 0,0-1-1 0 0,-1 1 0 0 0,0-1 1 0 0,-1 0-1 0 0,1-1 0 0 0,-1 1 1 0 0,-1-1-1 0 0,1 0 0 0 0,-1 0 1 0 0,0-1-1 0 0,0 1 0 0 0,-1-1 1 0 0,-10 6-1 0 0,-9 3-185 0 0,1-2-1 0 0,-1 0 1 0 0,-1-2 0 0 0,0-1 0 0 0,-39 8-1 0 0,34-11-2406 0 0,0-2-1 0 0,-42 1 0 0 0,25-6-973 0 0</inkml:trace>
</inkml:ink>
</file>

<file path=ppt/ink/ink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11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81 236 0 0,'-18'-32'5652'0'0,"-3"2"-2105"0"0,20 29-3124 0 0,-19-17 2673 0 0,28 28-3083 0 0,2 0 1 0 0,-1-1-1 0 0,1 0 0 0 0,0-1 1 0 0,1 0-1 0 0,17 9 1 0 0,4-1-15 0 0,0-2 0 0 0,35 11 0 0 0,-62-23 13 0 0,1 0 1 0 0,-1 1 0 0 0,0 0 0 0 0,0 0 0 0 0,0 0 0 0 0,0 1 0 0 0,-1 0-1 0 0,1 0 1 0 0,7 8 0 0 0,-12-10 119 0 0,-22 32 158 0 0,7-16-154 0 0,0-3 29 0 0,1 2 0 0 0,-19 27-1 0 0,33-43-175 0 0,-12 8-838 0 0</inkml:trace>
</inkml:ink>
</file>

<file path=ppt/ink/ink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19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87 560 0 0,'0'0'4444'0'0,"7"-3"-4442"0"0,16-9 5490 0 0,-23-7-5938 0 0,1 17 424 0 0,-1 1-1 0 0,0-1 1 0 0,1 0-1 0 0,-1 1 1 0 0,0-1-1 0 0,0 1 1 0 0,0-1-1 0 0,0 1 1 0 0,-1-1-1 0 0,1 0 1 0 0,0 1-1 0 0,-1-1 0 0 0,1 1 1 0 0,-1-1-1 0 0,1 1 1 0 0,-1 0-1 0 0,0-1 1 0 0,0 1-1 0 0,1 0 1 0 0,-1-1-1 0 0,0 1 1 0 0,0 0-1 0 0,-1-1 1 0 0,0 0 17 0 0,-12-2-1765 0 0,13 4 1719 0 0,1 0 0 0 0,-1 1 0 0 0,0-1 0 0 0,0 0 0 0 0,1 0 0 0 0,-1 0 0 0 0,0 0 0 0 0,0 0 0 0 0,0 0 0 0 0,1-1 0 0 0,-1 1 0 0 0,0 0 0 0 0,1 0 0 0 0,-1 0 0 0 0,0-1 0 0 0,0 1 0 0 0,1 0 0 0 0,-1-1 0 0 0,0 1 0 0 0,1-1 0 0 0,-1 1 0 0 0,1-1 0 0 0,-1 1 0 0 0,0-1 0 0 0,1 1 0 0 0,-1-1 0 0 0,1 1 0 0 0,0-1 0 0 0,-1 0 0 0 0,0 0 0 0 0,0 0-1092 0 0,-1 9 721 0 0,1-3 545 0 0,0 0-451 0 0,-7 3-3182 0 0</inkml:trace>
</inkml:ink>
</file>

<file path=ppt/ink/ink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30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4 0 0,'0'0'1023'0'0,"27"-33"5979"0"0,-26 32-6692 0 0,1 0-1 0 0,-1 0 1 0 0,0-1 0 0 0,0 1 0 0 0,-1 0-1 0 0,1-1 1 0 0,0 1 0 0 0,0 0 0 0 0,-1-1 0 0 0,1 1-1 0 0,0-1 1 0 0,-1 1 0 0 0,0-1 0 0 0,1 1-1 0 0,-1-1 1 0 0,0 1 0 0 0,0-1 0 0 0,0 0 0 0 0,0-2-1 0 0,2-4-51 0 0,10 38-158 0 0,-1 0 0 0 0,-1 0 0 0 0,7 41 0 0 0,-4-17-12 0 0,-2 6 85 0 0,-13-40-2820 0 0,-8-19 1467 0 0,6 0-2002 0 0</inkml:trace>
</inkml:ink>
</file>

<file path=ppt/ink/ink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30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1 134 452 0 0,'23'-28'3545'0'0,"-8"17"-2890"0"0,0 1 0 0 0,1 0 1 0 0,1 1-1 0 0,0 1 0 0 0,0 1 0 0 0,0 1 0 0 0,35-9 1 0 0,1 4 28 0 0,76-7 0 0 0,-119 17-949 0 0,0 1 1 0 0,-1 0-1 0 0,1 1 1 0 0,12 1-1 0 0,16 8-4683 0 0,-25-6 2508 0 0</inkml:trace>
</inkml:ink>
</file>

<file path=ppt/ink/ink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32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0 278 16 0 0,'10'-5'7104'0'0,"-8"8"-6901"0"0,1 1-1 0 0,-1 0 1 0 0,1 0-1 0 0,-1 0 1 0 0,0 0 0 0 0,0 0-1 0 0,-1 0 1 0 0,0 1-1 0 0,1-1 1 0 0,0 9-1 0 0,-1-8-95 0 0,0 0 0 0 0,0 0-1 0 0,0-1 1 0 0,1 1-1 0 0,-1 0 1 0 0,1-1-1 0 0,1 1 1 0 0,-1-1-1 0 0,5 7 1 0 0,-5-9-58 0 0,0-1-1 0 0,0 0 1 0 0,-1 1 0 0 0,1-1 0 0 0,0 0 0 0 0,1 0 0 0 0,-1 0 0 0 0,0 0 0 0 0,0 0 0 0 0,0-1 0 0 0,0 1 0 0 0,1 0 0 0 0,-1-1 0 0 0,0 0-1 0 0,1 0 1 0 0,-1 0 0 0 0,0 0 0 0 0,1 0 0 0 0,-1 0 0 0 0,0 0 0 0 0,0-1 0 0 0,1 1 0 0 0,-1-1 0 0 0,0 0 0 0 0,0 1 0 0 0,4-3 0 0 0,4-1 43 0 0,-1-1 1 0 0,1 0 0 0 0,-1 0 0 0 0,14-11-1 0 0,-18 11-70 0 0,2 1-1 0 0,-1 1 0 0 0,0-1 1 0 0,1 1-1 0 0,-1 0 0 0 0,1 0 1 0 0,0 1-1 0 0,0 0 0 0 0,0 0 1 0 0,13-1-1 0 0,-17 3-12 0 0,53 13 57 0 0,-54-13-56 0 0,42-12 303 0 0,-43 11-259 0 0,8-47 407 0 0,-15 15-496 0 0,10 34 37 0 0,7 2 5 0 0,-1-1-1 0 0,1 0 0 0 0,0-1 1 0 0,0 0-1 0 0,-1 0 1 0 0,16-2-1 0 0,7 1 1 0 0,-24 0 5 0 0,0 0 1 0 0,0 0-1 0 0,0-1 0 0 0,0 0 0 0 0,13-4 1 0 0,-21 5 7 0 0,8-1 6 0 0,-6 0-41 0 0,-7 2-72 0 0,-22 4 78 0 0,19-4 15 0 0,5 4-18 0 0,2-4 10 0 0,-1 0 0 0 0,1-1 0 0 0,0 1 1 0 0,-1-1-1 0 0,1 1 0 0 0,-1 0 0 0 0,1-1 0 0 0,0 1 1 0 0,0 0-1 0 0,-1 0 0 0 0,1-1 0 0 0,0 1 0 0 0,0 0 0 0 0,0-1 1 0 0,0 1-1 0 0,0 0 0 0 0,0 0 0 0 0,0-1 0 0 0,0 1 1 0 0,0 0-1 0 0,0 0 0 0 0,0-1 0 0 0,0 1 0 0 0,1 0 0 0 0,-1-1 1 0 0,0 1-1 0 0,1 0 0 0 0,-1-1 0 0 0,0 1 0 0 0,1 0 1 0 0,-1-1-1 0 0,1 1 0 0 0,-1-1 0 0 0,1 1 0 0 0,-1 0 0 0 0,1-1 1 0 0,-1 1-1 0 0,1-1 0 0 0,-1 0 0 0 0,1 1 0 0 0,0-1 1 0 0,-1 1-1 0 0,2-1 0 0 0,6 2 8 0 0,1-1-1 0 0,-1 1 1 0 0,0-2-1 0 0,0 1 1 0 0,1-1 0 0 0,-1-1-1 0 0,0 0 1 0 0,1 0-1 0 0,-1 0 1 0 0,0-1 0 0 0,0 0-1 0 0,0-1 1 0 0,0 0-1 0 0,-1 0 1 0 0,1 0 0 0 0,-1-1-1 0 0,1 0 1 0 0,6-6 0 0 0,-4 3 0 0 0,0-1 1 0 0,-1 0 0 0 0,1-1 0 0 0,-1 0 0 0 0,-1 0 0 0 0,0-1-1 0 0,0 0 1 0 0,-1 0 0 0 0,-1-1 0 0 0,1 0 0 0 0,6-16 0 0 0,-10 19-8 0 0,0 0 0 0 0,-1 0 0 0 0,0 0 1 0 0,0-1-1 0 0,0 1 0 0 0,-1-1 1 0 0,-1 1-1 0 0,1-13 0 0 0,-2 14-3 0 0,1 5 1 0 0,0 0 17 0 0,0-7-12 0 0,0 7-14 0 0,1-6-120 0 0,-9 96 106 0 0,8-83 28 0 0,0 0 0 0 0,1 1 0 0 0,-1-1 0 0 0,1 0 0 0 0,0 0 0 0 0,0 0 0 0 0,0 0-1 0 0,1 0 1 0 0,0 0 0 0 0,0 0 0 0 0,0 0 0 0 0,0-1 0 0 0,1 1 0 0 0,0-1 0 0 0,0 0 0 0 0,0 1 0 0 0,0-1-1 0 0,1-1 1 0 0,0 1 0 0 0,-1 0 0 0 0,2-1 0 0 0,-1 0 0 0 0,0 0 0 0 0,0 0 0 0 0,1 0 0 0 0,0-1 0 0 0,-1 0-1 0 0,1 0 1 0 0,0 0 0 0 0,0-1 0 0 0,0 1 0 0 0,0-1 0 0 0,6 0 0 0 0,-10 1 3 0 0,22-3-1 0 0,-14-2 2 0 0,45-22 48 0 0,-52 24-56 0 0,1-1 15 0 0,0 0 1 0 0,0 0-1 0 0,0 0 1 0 0,-1-1-1 0 0,1 0 1 0 0,0 1 0 0 0,2-6-1 0 0,-3 7-11 0 0,-1-2-10 0 0,-8-14 47 0 0,5 14-27 0 0,1-1 38 0 0,0 1 0 0 0,1-1 0 0 0,-1 1 0 0 0,1-1 0 0 0,0 1-1 0 0,0-1 1 0 0,0 1 0 0 0,2-7 0 0 0,-4 4-45 0 0,6 8-11 0 0,8 19-31 0 0,18 7 97 0 0,-28-27-50 0 0,-1 0-5 0 0,5 1-5 0 0,-4-1 3 0 0,0 0 0 0 0,-1-1 0 0 0,1 1 0 0 0,0-1 0 0 0,0 1 0 0 0,0-1 0 0 0,0 0 0 0 0,0 0 0 0 0,0 0 0 0 0,0 0 0 0 0,0 0 1 0 0,0 0-1 0 0,0 0 0 0 0,0-1 0 0 0,0 1 0 0 0,0-1 0 0 0,0 1 0 0 0,0-1 0 0 0,0 0 0 0 0,2-1 0 0 0,56-16-25 0 0,-42 14 25 0 0,-8 3-6 0 0,-1-1-1 0 0,1 0 1 0 0,-1-1-1 0 0,16-6 0 0 0,12 0 50 0 0,-35 8-25 0 0,-1 1-65 0 0,0-1 1 0 0,-1 1-1 0 0,1 0 0 0 0,-1 0 1 0 0,1 0-1 0 0,-1 0 1 0 0,1 0-1 0 0,0 0 0 0 0,-1 0 1 0 0,1 0-1 0 0,-1 0 0 0 0,1 0 1 0 0,-1 0-1 0 0,1 1 1 0 0,-1-1-1 0 0,1 0 0 0 0,-1 0 1 0 0,1 0-1 0 0,0 1 1 0 0,-1-1-1 0 0,0 0 0 0 0,1 1 1 0 0,-1-1-1 0 0,1 0 0 0 0,-1 1 1 0 0,1 0-1 0 0</inkml:trace>
</inkml:ink>
</file>

<file path=ppt/ink/ink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34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1 111 380 0 0,'0'0'687'0'0,"0"-2"-9"0"0,1 0 0 0 0,0 1 0 0 0,0-1-1 0 0,0 0 1 0 0,0 1 0 0 0,0-1 0 0 0,0 1 0 0 0,1-1 0 0 0,-1 1 0 0 0,0 0 0 0 0,1 0 0 0 0,-1-1 0 0 0,4-1 0 0 0,-1 7-527 0 0,-1 0 0 0 0,1 0 0 0 0,-1 0 0 0 0,0 0 0 0 0,0 1 0 0 0,0-1 0 0 0,4 11 0 0 0,10 12 467 0 0,-17-25-389 0 0,2 5-165 0 0,-1-5-66 0 0,-1-6-24 0 0,0-9-50 0 0,1-1 0 0 0,0 1 0 0 0,1 1 0 0 0,1-1 0 0 0,0 0 0 0 0,8-20-1 0 0,-10 29 70 0 0,0 1 0 0 0,0-1 0 0 0,0 1-1 0 0,1-1 1 0 0,0 1 0 0 0,-1 0-1 0 0,1 0 1 0 0,0-1 0 0 0,0 1-1 0 0,1 0 1 0 0,-1 1 0 0 0,1-1 0 0 0,0 0-1 0 0,-1 1 1 0 0,1-1 0 0 0,4-1-1 0 0,-6 3-10 0 0,2 2 13 0 0,0 0 0 0 0,0 0 0 0 0,-1 0-1 0 0,1 0 1 0 0,0 0 0 0 0,-1 1-1 0 0,1-1 1 0 0,-1 1 0 0 0,1-1 0 0 0,-1 1-1 0 0,4 3 1 0 0,15 17 2 0 0,-14-14 19 0 0,1 0-1 0 0,0 0 1 0 0,0 0 0 0 0,1-1-1 0 0,0 0 1 0 0,0-1-1 0 0,1 0 1 0 0,-1 0-1 0 0,16 5 1 0 0,-23-10 52 0 0,30-17 261 0 0,-26 7-262 0 0,-1 0 0 0 0,0 0-1 0 0,0 0 1 0 0,-1-1 0 0 0,4-12 0 0 0,-8 20-61 0 0,2-7 102 0 0,-20 3-11020 0 0</inkml:trace>
</inkml:ink>
</file>

<file path=ppt/ink/ink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34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20 0 0,'0'0'2275'0'0,"26"35"3285"0"0,-27-3-4114 0 0,-1-9-7417 0 0</inkml:trace>
</inkml:ink>
</file>

<file path=ppt/ink/ink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35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0 104 348 0 0,'6'19'1285'0'0,"-4"-7"-840"0"0,2 0 1 0 0,0 0-1 0 0,0 0 1 0 0,1 0-1 0 0,1-1 0 0 0,0 0 1 0 0,8 12-1 0 0,-5-11-75 0 0,1-4 916 0 0,2-22-873 0 0,49-102 316 0 0,-42 81-664 0 0,-17 29 13 0 0,2-1-1 0 0,-1 1 1 0 0,1 0 0 0 0,0 0 0 0 0,0 0 0 0 0,8-8 0 0 0,-11 13-21 0 0,0 1-47 0 0,-1-1-1 0 0,0 1 1 0 0,1 0-1 0 0,-1-1 0 0 0,0 1 1 0 0,1 0-1 0 0,-1-1 0 0 0,0 1 1 0 0,1 0-1 0 0,-1 0 0 0 0,1-1 1 0 0,-1 1-1 0 0,1 0 0 0 0,-1 0 1 0 0,1 0-1 0 0,-1 0 1 0 0,1 0-1 0 0,-1 0 0 0 0,0 0 1 0 0,1 0-1 0 0,-1 0 0 0 0,1 0 1 0 0,-1 0-1 0 0,1 0 0 0 0,-1 0 1 0 0,1 0-1 0 0,-1 0 0 0 0,1 0 1 0 0,-1 0-1 0 0,1 0 1 0 0,-1 1-1 0 0,1-1 0 0 0,19 6 102 0 0,-15-5-9 0 0,0 1 1 0 0,0-1 0 0 0,1 0-1 0 0,-1 0 1 0 0,0 0-1 0 0,1-1 1 0 0,-1 0-1 0 0,1 0 1 0 0,-1 0 0 0 0,0-1-1 0 0,1 0 1 0 0,6-1-1 0 0,60-27 1867 0 0,-58 22-1534 0 0,-13 6-234 0 0,20 17-259 0 0,-14-8-4273 0 0,-5 2 1065 0 0</inkml:trace>
</inkml:ink>
</file>

<file path=ppt/ink/ink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35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54 188 0 0,'12'-3'1647'0'0,"0"0"-1"0"0,-1-1 1 0 0,0-1-1 0 0,0 0 1 0 0,19-11-1 0 0,3-2-2297 0 0,-39 20-2912 0 0,-24 10 270 0 0</inkml:trace>
</inkml:ink>
</file>

<file path=ppt/ink/ink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34 92 0 0,'0'-17'4304'0'0,"-2"1"412"0"0,4 74-1603 0 0,-10-12-2464 0 0,-20 66 1 0 0,-6 29 133 0 0,32-124-720 0 0,0 1 1 0 0,0-1 0 0 0,2 0-1 0 0,0 1 1 0 0,1-1-1 0 0,3 19 1 0 0,-2-31-48 0 0,-1-1-1 0 0,1 1 1 0 0,0 0-1 0 0,0 0 1 0 0,0-1 0 0 0,1 1-1 0 0,0-1 1 0 0,0 0 0 0 0,0 0-1 0 0,0 0 1 0 0,1 0-1 0 0,-1 0 1 0 0,1-1 0 0 0,0 1-1 0 0,0-1 1 0 0,0 0-1 0 0,1 0 1 0 0,-1-1 0 0 0,1 0-1 0 0,-1 1 1 0 0,1-1 0 0 0,0-1-1 0 0,0 1 1 0 0,0-1-1 0 0,0 0 1 0 0,10 1 0 0 0,3 1 5 0 0,0-2 0 0 0,0 0 0 0 0,-1-1 0 0 0,1 0 0 0 0,0-2 0 0 0,24-4 0 0 0,-4 0-374 0 0,27-6 527 0 0,-38-2-2836 0 0,-8-9-3789 0 0</inkml:trace>
</inkml:ink>
</file>

<file path=ppt/ink/ink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0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50 424 0 0,'5'-3'442'0'0,"11"-7"706"0"0,0 2 0 0 0,0 0 0 0 0,21-6 0 0 0,-32 12-1025 0 0,0 1 0 0 0,0 0 0 0 0,0 0 0 0 0,1 0 0 0 0,-1 1 0 0 0,0-1 0 0 0,0 1 0 0 0,0 1-1 0 0,0-1 1 0 0,1 1 0 0 0,-1 0 0 0 0,0 0 0 0 0,0 0 0 0 0,0 1 0 0 0,8 3 0 0 0,-11-4-341 0 0,-1 0 0 0 0,0-1 1 0 0,1 1-1 0 0,-1 0 0 0 0,0 0 1 0 0,0 0-1 0 0,1 0 0 0 0,-1 0 1 0 0,0 0-1 0 0,0 0 0 0 0,0 0 1 0 0,0 1-1 0 0,0-1 0 0 0,-1 0 1 0 0,1 0-1 0 0,0 1 0 0 0,0-1 1 0 0,0 2-1 0 0</inkml:trace>
</inkml:ink>
</file>

<file path=ppt/ink/ink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2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96 324 0 0,'0'0'4304'0'0,"1"-40"1137"0"0,-1 32-5424 0 0,0 6 22 0 0,23-37 1521 0 0,-22 33-413 0 0,-5 7-482 0 0,-9 21-318 0 0,10-17-348 0 0,0 0-1 0 0,1 0 0 0 0,0 0 0 0 0,0 1 0 0 0,1-1 0 0 0,0 0 0 0 0,0 1 1 0 0,0-1-1 0 0,0 1 0 0 0,1 9 0 0 0,6 3 16 0 0,1-1 0 0 0,1-1 0 0 0,0 0 0 0 0,1 0 0 0 0,1 0 1 0 0,13 15-1 0 0,-16-22-22 0 0,24 38 35 0 0,-30-46-17 0 0,1 4-4 0 0,-2-5-3 0 0,1 0 0 0 0,-1 0 0 0 0,0 0 0 0 0,0 0 0 0 0,1 0 0 0 0,-1 1 0 0 0,0-1 0 0 0,0 0 0 0 0,0 0 0 0 0,0 0 0 0 0,1 0 0 0 0,-1 1 0 0 0,0-1 0 0 0,0 0 0 0 0,0 0 0 0 0,0 1 0 0 0,0-1 0 0 0,0 0 0 0 0,0 0 0 0 0,0 1 0 0 0,0-1 0 0 0,0 0-1 0 0,1 0 1 0 0,-1 1 0 0 0,0-1 0 0 0,0 0 0 0 0,0 0 0 0 0,-1 1 0 0 0,1-1 0 0 0,0 0 0 0 0,0 0 0 0 0,0 0 0 0 0,0 1 0 0 0,0-1 0 0 0,0 0 0 0 0,0 0 0 0 0,0 1 0 0 0,-1-1 0 0 0,0 2 1 0 0,-1 0 0 0 0,0 0 0 0 0,0 0 0 0 0,0 0 1 0 0,0-1-1 0 0,0 1 0 0 0,0-1 0 0 0,-1 1 0 0 0,1-1 0 0 0,0 0 0 0 0,-1 0 1 0 0,1 0-1 0 0,-1 0 0 0 0,1-1 0 0 0,-5 2 0 0 0,-7 2-251 0 0,13-4-46 0 0,-15 0-2877 0 0,0-16-2558 0 0</inkml:trace>
</inkml:ink>
</file>

<file path=ppt/ink/ink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2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31 428 0 0,'28'-10'2151'0'0,"-18"6"-1824"0"0,1 0-1 0 0,0 1 1 0 0,0 0 0 0 0,0 1 0 0 0,0 0-1 0 0,1 1 1 0 0,-1 0 0 0 0,0 1 0 0 0,1 0-1 0 0,12 2 1 0 0,-12 6-3672 0 0,-5-3 1753 0 0</inkml:trace>
</inkml:ink>
</file>

<file path=ppt/ink/ink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3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0 135 360 0 0,'25'-12'2436'0'0,"-17"9"-1965"0"0,-1 0 0 0 0,0-1 0 0 0,-1 0 0 0 0,1 0 0 0 0,9-8 0 0 0,-13 10-305 0 0,-1 0 0 0 0,1 0 0 0 0,-1-1 0 0 0,1 1 0 0 0,-1-1 0 0 0,0 0 0 0 0,0 0 1 0 0,0 0-1 0 0,-1 0 0 0 0,1 0 0 0 0,-1 0 0 0 0,1 0 0 0 0,-1 0 0 0 0,0 0 0 0 0,1-6 0 0 0,-2 7-2 0 0,-11-9 155 0 0,-16-13 174 0 0,25 23-475 0 0,1 0 1 0 0,-1 1-1 0 0,0-1 1 0 0,0 0-1 0 0,0 1 0 0 0,0-1 1 0 0,1 1-1 0 0,-1 0 1 0 0,0 0-1 0 0,0 0 1 0 0,0 0-1 0 0,0 0 1 0 0,0 0-1 0 0,0 0 0 0 0,0 1 1 0 0,0-1-1 0 0,0 0 1 0 0,0 1-1 0 0,-2 1 1 0 0,3-1-18 0 0,0 0 0 0 0,0 0 1 0 0,1 0-1 0 0,-1 0 1 0 0,0 0-1 0 0,1 0 0 0 0,-1 0 1 0 0,1 0-1 0 0,-1 1 1 0 0,1-1-1 0 0,0 0 1 0 0,-1 0-1 0 0,1 0 0 0 0,0 1 1 0 0,0-1-1 0 0,0 0 1 0 0,0 0-1 0 0,0 1 1 0 0,0-1-1 0 0,0 0 0 0 0,0 0 1 0 0,1 1-1 0 0,-1-1 1 0 0,0 0-1 0 0,1 0 0 0 0,-1 0 1 0 0,1 1-1 0 0,-1-1 1 0 0,1 0-1 0 0,0 1 1 0 0,54 143 70 0 0,-50-127-58 0 0,-1 0 1 0 0,0 0-1 0 0,-1 1 1 0 0,-1-1-1 0 0,-1 1 0 0 0,-1 20 1 0 0,-1-38 28 0 0,1 1 0 0 0,-1 0 0 0 0,1-1 0 0 0,-1 1 0 0 0,0-1 0 0 0,0 1 0 0 0,0-1 0 0 0,0 0 0 0 0,0 1 0 0 0,0-1 0 0 0,0 0-1 0 0,0 0 1 0 0,-1 0 0 0 0,1 1 0 0 0,0-1 0 0 0,-1-1 0 0 0,1 1 0 0 0,-1 0 0 0 0,1 0 0 0 0,-1 0 0 0 0,0-1 0 0 0,1 1 0 0 0,-1-1 0 0 0,-3 1 0 0 0,3-1 522 0 0,1-18-195 0 0,0 14-318 0 0,0 1-1 0 0,1 0 1 0 0,0 0 0 0 0,0-1-1 0 0,0 1 1 0 0,0 0 0 0 0,1-1-1 0 0,-1 1 1 0 0,1 0 0 0 0,0 0-1 0 0,1-6 1 0 0,6-6 24 0 0,0 0 0 0 0,1 1-1 0 0,0-1 1 0 0,1 2 0 0 0,18-20 0 0 0,-10 13-312 0 0,-5 12-2277 0 0,-6 6-2522 0 0</inkml:trace>
</inkml:ink>
</file>

<file path=ppt/ink/ink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3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1 368 0 0,'0'0'893'0'0,"20"12"4404"0"0,-20-4-5001 0 0,1-1-1 0 0,-2 1 1 0 0,1-1 0 0 0,-1 0-1 0 0,0 1 1 0 0,0-1 0 0 0,-1 0-1 0 0,0 1 1 0 0,0-1 0 0 0,-5 9-1 0 0,-3 3-185 0 0,-1-1-1 0 0,-16 22 1 0 0,-7 10-3713 0 0,32-47 1128 0 0,-6 2 190 0 0</inkml:trace>
</inkml:ink>
</file>

<file path=ppt/ink/ink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3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 64 0 0,'0'0'3058'0'0,"-3"4"-2694"0"0,-2 3-204 0 0,0 0 0 0 0,1 0-1 0 0,0 0 1 0 0,0 1 0 0 0,1-1 0 0 0,0 1-1 0 0,0 0 1 0 0,1 0 0 0 0,0 0-1 0 0,0 0 1 0 0,1 0 0 0 0,0 0-1 0 0,1 1 1 0 0,-1-1 0 0 0,2 0-1 0 0,-1 0 1 0 0,1 1 0 0 0,3 10 0 0 0,-4-18-101 0 0,0 1-1 0 0,0-1 1 0 0,1 0 0 0 0,-1 0 0 0 0,0 1 0 0 0,1-1 0 0 0,-1 0 0 0 0,1 0 0 0 0,0 0 0 0 0,-1 0 0 0 0,1 0 0 0 0,0 0 0 0 0,0 0 0 0 0,0 0-1 0 0,-1 0 1 0 0,1 0 0 0 0,0 0 0 0 0,0-1 0 0 0,0 1 0 0 0,1 0 0 0 0,-1-1 0 0 0,0 1 0 0 0,0-1 0 0 0,0 1 0 0 0,0-1 0 0 0,1 1 0 0 0,1-1-1 0 0,-1 0 13 0 0,0 0 0 0 0,0-1-1 0 0,0 0 1 0 0,-1 1 0 0 0,1-1-1 0 0,0 0 1 0 0,0 0 0 0 0,-1 0-1 0 0,1 0 1 0 0,0 0 0 0 0,-1-1-1 0 0,1 1 1 0 0,-1 0 0 0 0,0-1-1 0 0,3-2 1 0 0,2-3 134 0 0,-1-1 0 0 0,1 1 0 0 0,-1-2 0 0 0,-1 1-1 0 0,8-17 1 0 0,-12 23-192 0 0,1 0 0 0 0,0 0-1 0 0,0-1 1 0 0,-1 1 0 0 0,1 0-1 0 0,-1-1 1 0 0,0 1 0 0 0,0-1-1 0 0,0 1 1 0 0,0-1 0 0 0,0 1 0 0 0,0 0-1 0 0,-1-1 1 0 0,1 1 0 0 0,-1 0-1 0 0,0-1 1 0 0,0 1 0 0 0,1 0-1 0 0,-4-4 1 0 0,3 4-573 0 0,-1 0-1 0 0,0 0 1 0 0,0 0-1 0 0,0 1 1 0 0,0-1 0 0 0,0 1-1 0 0,0-1 1 0 0,0 1 0 0 0,-1 0-1 0 0,-3-1 1 0 0</inkml:trace>
</inkml:ink>
</file>

<file path=ppt/ink/ink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1:44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407 42 820 0 0,'40'-11'2942'0'0,"78"-11"-1"0"0,-65 14-1199 0 0,-51 7-1514 0 0,1 3-145 0 0,1-1 1 0 0,-1 0 0 0 0,0 1 0 0 0,0 0-1 0 0,0 0 1 0 0,0 0 0 0 0,-1 0-1 0 0,1 0 1 0 0,0 1 0 0 0,-1-1-1 0 0,1 1 1 0 0,-1 0 0 0 0,0-1 0 0 0,0 1-1 0 0,0 0 1 0 0,-1 0 0 0 0,1 1-1 0 0,-1-1 1 0 0,1 0 0 0 0,1 7-1 0 0,2 9 103 0 0,0 0 0 0 0,4 32 0 0 0,-6-26-1 0 0,5 25 68 0 0,-2 1 0 0 0,-3 0 0 0 0,-1 0 0 0 0,-3 0 0 0 0,-2-1 0 0 0,-18 91 1 0 0,20-137-216 0 0,-1 0 1 0 0,1 0-1 0 0,-1-1 1 0 0,0 1-1 0 0,0-1 1 0 0,0 1 0 0 0,0-1-1 0 0,-1 0 1 0 0,1 1-1 0 0,-1-1 1 0 0,0-1 0 0 0,0 1-1 0 0,0 0 1 0 0,0-1-1 0 0,-1 1 1 0 0,1-1 0 0 0,-1 0-1 0 0,1 0 1 0 0,-1-1-1 0 0,0 1 1 0 0,0-1 0 0 0,1 1-1 0 0,-1-1 1 0 0,-5 0-1 0 0,-12 3 30 0 0,-1 0 1 0 0,1-2-1 0 0,-30 0 0 0 0,31-2-67 0 0,-210 0-2410 0 0,76-12-3216 0 0,62 0 2168 0 0</inkml:trace>
</inkml:ink>
</file>

<file path=ppt/ink/ink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3:55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23 8 0 0,'-38'-22'9524'0'0,"37"22"-9486"0"0,1 0 1 0 0,0 0-1 0 0,0-1 0 0 0,0 1 0 0 0,0 0 0 0 0,-1 0 0 0 0,1 0 1 0 0,0 0-1 0 0,0 0 0 0 0,0 0 0 0 0,0 0 0 0 0,-1 0 0 0 0,1 1 1 0 0,0-1-1 0 0,0 0 0 0 0,0 0 0 0 0,0 0 0 0 0,-1 0 0 0 0,1 0 0 0 0,0 0 1 0 0,0 0-1 0 0,0 0 0 0 0,0 0 0 0 0,0 0 0 0 0,0 0 0 0 0,-1 1 1 0 0,1-1-1 0 0,0 0 0 0 0,0 0 0 0 0,0 0 0 0 0,0 0 0 0 0,0 0 1 0 0,0 1-1 0 0,0-1 0 0 0,0 0 0 0 0,-1 0 0 0 0,1 0 0 0 0,0 0 1 0 0,0 0-1 0 0,0 1 0 0 0,0-1 0 0 0,0 0 0 0 0,0 0 0 0 0,0 0 1 0 0,0 0-1 0 0,0 1 0 0 0,0-1 0 0 0,0 0 0 0 0,0 0 0 0 0,0 0 1 0 0,0 0-1 0 0,1 1 0 0 0,-1-1 0 0 0,0 0 0 0 0,0 0 0 0 0,3 22 794 0 0,13 35-674 0 0,-11-39 266 0 0,26 78 350 0 0,4-2 1 0 0,93 178 0 0 0,-118-256-688 0 0,0 0 0 0 0,1-1 0 0 0,0 0 0 0 0,1 0 0 0 0,1-2 0 0 0,15 14 0 0 0,-28-27-80 0 0,1 0 1 0 0,-1 1-1 0 0,1-1 0 0 0,-1 0 0 0 0,1 0 0 0 0,-1 1 0 0 0,1-1 1 0 0,-1 0-1 0 0,1 0 0 0 0,0 0 0 0 0,-1 0 0 0 0,1 0 1 0 0,-1 0-1 0 0,1 0 0 0 0,-1 0 0 0 0,1 0 0 0 0,0 0 1 0 0,-1 0-1 0 0,1 0 0 0 0,-1 0 0 0 0,1-1 0 0 0,-1 1 1 0 0,1 0-1 0 0,-1 0 0 0 0,1-1 0 0 0,-1 1 0 0 0,1 0 1 0 0,-1-1-1 0 0,1 1 0 0 0,-1 0 0 0 0,0-1 0 0 0,1 1 1 0 0,-1-1-1 0 0,1 1 0 0 0,-1 0 0 0 0,0-1 0 0 0,1 1 1 0 0,-1-1-1 0 0,0 1 0 0 0,0-1 0 0 0,1 1 0 0 0,-1-1 0 0 0,0 0 1 0 0,0 1-1 0 0,0-1 0 0 0,0 0 0 0 0,12-35 11 0 0,-10 29 17 0 0,12-51 9 0 0,-2 0-1 0 0,7-107 1 0 0,-3 23-215 0 0,-3 64-2527 0 0,-12 77 2310 0 0,0 1-1 0 0,0-1 0 0 0,0 1 1 0 0,0-1-1 0 0,1 1 0 0 0,-1 0 1 0 0,0-1-1 0 0,0 1 1 0 0,1 0-1 0 0,-1 0 0 0 0,0 0 1 0 0,0 0-1 0 0,1 0 0 0 0,-1 0 1 0 0,0 0-1 0 0,0 1 0 0 0,1-1 1 0 0,-1 0-1 0 0,0 1 0 0 0,2 0 1 0 0</inkml:trace>
</inkml:ink>
</file>

<file path=ppt/ink/ink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3:55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1 150 576 0 0,'0'0'792'0'0,"4"-1"-62"0"0,10-5 3 0 0,0 0 0 0 0,0-1 0 0 0,-1-1 0 0 0,0 0 1 0 0,0 0-1 0 0,-1-1 0 0 0,20-19 0 0 0,22-18 1600 0 0,-53 45-2079 0 0,0 1-201 0 0,-1-1-1 0 0,1 1 1 0 0,-1-1-1 0 0,0 1 1 0 0,1-1 0 0 0,-1 0-1 0 0,0 1 1 0 0,0-1-1 0 0,1 1 1 0 0,-1-1-1 0 0,0 0 1 0 0,0 1-1 0 0,0-1 1 0 0,0 0-1 0 0,0 1 1 0 0,0-1-1 0 0,0 1 1 0 0,0-1 0 0 0,0 0-1 0 0,0 1 1 0 0,0-1-1 0 0,0 0 1 0 0,0 1-1 0 0,-1-2 1 0 0,0 1-23 0 0,-1 0-1 0 0,0 1 1 0 0,1-1 0 0 0,-1 0 0 0 0,0 1-1 0 0,1-1 1 0 0,-1 1 0 0 0,0 0 0 0 0,0 0 0 0 0,1-1-1 0 0,-1 1 1 0 0,0 0 0 0 0,0 0 0 0 0,0 1-1 0 0,1-1 1 0 0,-1 0 0 0 0,0 1 0 0 0,0-1 0 0 0,1 1-1 0 0,-3 0 1 0 0,-2 2 58 0 0,-1 0-1 0 0,1 0 1 0 0,1 1-1 0 0,-1 0 1 0 0,-9 7-1 0 0,4-1 67 0 0,1 1 0 0 0,-1 0 0 0 0,2 0 0 0 0,-1 1-1 0 0,-7 13 1 0 0,12-16-73 0 0,0 0 0 0 0,1 0 0 0 0,0 1 0 0 0,1-1 0 0 0,-1 1 0 0 0,2 0 0 0 0,-1 0 0 0 0,2 0-1 0 0,-2 15 1 0 0,3-21-60 0 0,0 0 0 0 0,1 0 0 0 0,-1 0-1 0 0,1 0 1 0 0,0 0 0 0 0,0 0 0 0 0,0 0-1 0 0,0-1 1 0 0,1 1 0 0 0,-1 0 0 0 0,1-1-1 0 0,0 1 1 0 0,0-1 0 0 0,1 0 0 0 0,-1 0-1 0 0,1 0 1 0 0,-1 0 0 0 0,1 0 0 0 0,0 0-1 0 0,0-1 1 0 0,0 1 0 0 0,0-1 0 0 0,1 0-1 0 0,-1 0 1 0 0,1 0 0 0 0,-1 0 0 0 0,7 1-1 0 0,0 1-152 0 0,1-1-1 0 0,0-1 1 0 0,0 1-1 0 0,1-2 0 0 0,-1 0 1 0 0,0 0-1 0 0,1-1 0 0 0,-1 0 1 0 0,14-2-1 0 0,11-4-4015 0 0,52-15 0 0 0,-59 13 939 0 0</inkml:trace>
</inkml:ink>
</file>

<file path=ppt/ink/ink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3:56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86 354 364 0 0,'-34'15'3954'0'0,"30"-14"-3752"0"0,1 1 0 0 0,-1 0-1 0 0,1 0 1 0 0,0 0 0 0 0,0 1 0 0 0,0-1 0 0 0,0 1 0 0 0,1 0 0 0 0,-1 0 0 0 0,1 0 0 0 0,-1 0 0 0 0,1 0-1 0 0,0 0 1 0 0,0 0 0 0 0,1 1 0 0 0,-1-1 0 0 0,1 1 0 0 0,-1 0 0 0 0,1-1 0 0 0,0 1 0 0 0,1 0-1 0 0,-1-1 1 0 0,1 1 0 0 0,-1 0 0 0 0,1 0 0 0 0,0 0 0 0 0,0 0 0 0 0,1 4 0 0 0,0-3-74 0 0,0 1 1 0 0,0 0-1 0 0,0 0 1 0 0,1-1-1 0 0,0 1 1 0 0,0-1 0 0 0,0 1-1 0 0,0-1 1 0 0,1 0-1 0 0,0 0 1 0 0,0 0-1 0 0,1 0 1 0 0,-1 0-1 0 0,1-1 1 0 0,0 1-1 0 0,0-1 1 0 0,9 6-1 0 0,-6-5-90 0 0,1-1 0 0 0,0 0 0 0 0,0 0 0 0 0,0-1 0 0 0,0 0 0 0 0,0 0 0 0 0,1-1 0 0 0,0 0 0 0 0,-1 0-1 0 0,1-1 1 0 0,0 0 0 0 0,0-1 0 0 0,-1 0 0 0 0,1 0 0 0 0,0-1 0 0 0,0 0 0 0 0,-1-1 0 0 0,1 0-1 0 0,0 0 1 0 0,-1 0 0 0 0,0-1 0 0 0,0-1 0 0 0,0 0 0 0 0,0 0 0 0 0,8-5 0 0 0,-3 0-46 0 0,-1 0 1 0 0,0-1 0 0 0,0 0-1 0 0,-1-1 1 0 0,-1 0 0 0 0,0-1-1 0 0,0 0 1 0 0,-1-1-1 0 0,0 0 1 0 0,-2 0 0 0 0,1-1-1 0 0,-1 0 1 0 0,8-25 0 0 0,-8 17 127 0 0,-1-1 0 0 0,-1 1 0 0 0,0-1 0 0 0,-2 0 0 0 0,-1 0 0 0 0,-1 0 0 0 0,0-1 1 0 0,-2 1-1 0 0,-1 0 0 0 0,-1 0 0 0 0,-11-43 0 0 0,1 14 2565 0 0,12 50-1708 0 0,-1 10-644 0 0,-1 12-100 0 0,0 1 0 0 0,1 0 0 0 0,1 0 0 0 0,1 0 0 0 0,1 0 0 0 0,1 0 0 0 0,1 0 0 0 0,6 24-1 0 0,58 172 492 0 0,-23-86-3501 0 0,-25-87-3793 0 0</inkml:trace>
</inkml:ink>
</file>

<file path=ppt/ink/ink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3:56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0 138 556 0 0,'0'0'829'0'0,"6"-3"-52"0"0,32-11 739 0 0,1 1 0 0 0,53-11 0 0 0,0 1-221 0 0,-47 11-646 0 0,-21 6 171 0 0,-1-1-1 0 0,1-1 1 0 0,39-19-1 0 0,-61 26-107 0 0,-10 4-495 0 0,0-1-1 0 0,1 1 1 0 0,-1 0-1 0 0,1 1 1 0 0,0 0-1 0 0,0 0 0 0 0,0 1 1 0 0,0 0-1 0 0,1 0 1 0 0,0 0-1 0 0,0 1 1 0 0,0 0-1 0 0,1 0 0 0 0,-7 10 1 0 0,8-11-165 0 0,1 1 1 0 0,0-1 0 0 0,0 1-1 0 0,1 0 1 0 0,0 0-1 0 0,0 0 1 0 0,0 1-1 0 0,1-1 1 0 0,-2 12 0 0 0,3-16-44 0 0,0-1 1 0 0,0 1-1 0 0,0 0 1 0 0,0 0-1 0 0,1 0 1 0 0,-1 0-1 0 0,0 0 1 0 0,1 0-1 0 0,-1 0 1 0 0,1 0-1 0 0,0-1 1 0 0,0 1 0 0 0,0 0-1 0 0,0 0 1 0 0,0-1-1 0 0,0 1 1 0 0,0-1-1 0 0,0 1 1 0 0,1-1-1 0 0,-1 1 1 0 0,1-1-1 0 0,-1 0 1 0 0,1 0 0 0 0,-1 1-1 0 0,1-1 1 0 0,0-1-1 0 0,-1 1 1 0 0,1 0-1 0 0,0 0 1 0 0,0 0-1 0 0,0-1 1 0 0,0 1-1 0 0,3-1 1 0 0,-1 1-3 0 0,1-2 0 0 0,-1 1 0 0 0,1 0 0 0 0,-1-1 0 0 0,1 0 0 0 0,-1 0-1 0 0,0 0 1 0 0,1-1 0 0 0,-1 1 0 0 0,0-1 0 0 0,4-3 0 0 0,14-6-91 0 0,0 0-1 0 0,1 2 1 0 0,0 0-1 0 0,39-9 1 0 0,-56 18 19 0 0,1 0 1 0 0,0 1 0 0 0,-1-1 0 0 0,1 1 0 0 0,-1 1 0 0 0,1-1 0 0 0,-1 1-1 0 0,1 0 1 0 0,-1 1 0 0 0,8 3 0 0 0,-6-2-13 0 0,1 0-1 0 0,0-1 1 0 0,0-1-1 0 0,1 1 1 0 0,9 0-1 0 0,-15-2 80 0 0,0-1 0 0 0,1 0 0 0 0,-1 0 0 0 0,0-1-1 0 0,0 0 1 0 0,1 1 0 0 0,-1-1 0 0 0,0 0 0 0 0,0-1-1 0 0,0 1 1 0 0,0-1 0 0 0,0 0 0 0 0,-1 0 0 0 0,1 0-1 0 0,0 0 1 0 0,-1-1 0 0 0,5-4 0 0 0,2-3 278 0 0,0-1 0 0 0,-1 0 0 0 0,15-23 0 0 0,20-24-2859 0 0,-42 55 1851 0 0,1 1-63 0 0,14-4-8435 0 0</inkml:trace>
</inkml:ink>
</file>

<file path=ppt/ink/ink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3:57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42 773 212 0 0,'-9'8'4611'0'0,"13"-9"-1641"0"0,16-9-1959 0 0,-7-1-846 0 0,-1-1 0 0 0,0 0 0 0 0,-1-1 0 0 0,-1-1 0 0 0,0 1 0 0 0,-1-2 0 0 0,0 1 0 0 0,-1-1 0 0 0,-1 0 0 0 0,0-1 0 0 0,-1 0 0 0 0,-1 0 0 0 0,4-18 0 0 0,-3 3-57 0 0,-1 0 0 0 0,-1-1 0 0 0,-2 1 0 0 0,-1 0 0 0 0,-1-1 0 0 0,-6-32 0 0 0,-1 22 222 0 0,-3 1 0 0 0,-1 0-1 0 0,-3 0 1 0 0,-20-44 0 0 0,15 38 758 0 0,19 47-1079 0 0,0 0 1 0 0,0-1 0 0 0,-1 1 0 0 0,1 0 0 0 0,0-1-1 0 0,0 1 1 0 0,-1 0 0 0 0,1 0 0 0 0,0-1 0 0 0,0 1-1 0 0,-1 0 1 0 0,1 0 0 0 0,0 0 0 0 0,-1-1 0 0 0,1 1 0 0 0,0 0-1 0 0,-1 0 1 0 0,1 0 0 0 0,0 0 0 0 0,-1 0 0 0 0,1 0-1 0 0,0 0 1 0 0,-1-1 0 0 0,1 1 0 0 0,-1 0 0 0 0,1 0-1 0 0,0 0 1 0 0,-1 1 0 0 0,1-1 0 0 0,0 0 0 0 0,-1 0-1 0 0,1 0 1 0 0,0 0 0 0 0,-1 0 0 0 0,1 0 0 0 0,0 0-1 0 0,-1 1 1 0 0,1-1 0 0 0,0 0 0 0 0,-1 0 0 0 0,1 0-1 0 0,0 1 1 0 0,0-1 0 0 0,-1 0 0 0 0,1 0 0 0 0,0 1-1 0 0,0-1 1 0 0,-1 1 0 0 0,-11 12 142 0 0,12-13-156 0 0,-8 12 87 0 0,1-1-1 0 0,0 2 0 0 0,1-1 1 0 0,0 1-1 0 0,1 0 0 0 0,0 0 1 0 0,1 1-1 0 0,-2 13 0 0 0,-2 16 158 0 0,-3 53-1 0 0,10-64-164 0 0,1 1 1 0 0,2-1-1 0 0,0 1 1 0 0,3-1 0 0 0,1 0-1 0 0,1-1 1 0 0,1 1-1 0 0,2-1 1 0 0,1-1-1 0 0,2 0 1 0 0,1-1-1 0 0,22 36 1 0 0,-28-52-36 0 0,1-1 0 0 0,0-1-1 0 0,1 1 1 0 0,0-1 0 0 0,1-1 0 0 0,0 0 0 0 0,23 16 0 0 0,-28-23-25 0 0,0 1 0 0 0,0-1 0 0 0,0 0 0 0 0,1 0 0 0 0,-1-1 0 0 0,1 0 0 0 0,0 0 0 0 0,0-1 0 0 0,0 1 0 0 0,0-1 0 0 0,0-1 0 0 0,0 0 0 0 0,0 0 0 0 0,0 0 0 0 0,0-1 0 0 0,0 0 1 0 0,0 0-1 0 0,7-2 0 0 0,-6 0 187 0 0,1 0 0 0 0,-2-1 1 0 0,1 1-1 0 0,0-2 0 0 0,-1 1 1 0 0,0-1-1 0 0,0 0 0 0 0,12-11 0 0 0,-17 15 105 0 0,6-3 1899 0 0,-2 1-4997 0 0</inkml:trace>
</inkml:ink>
</file>

<file path=ppt/ink/ink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3:58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85 12397 0 0,'-11'-35'1562'0'0,"-14"-13"772"0"0,24 47-2735 0 0</inkml:trace>
</inkml:ink>
</file>

<file path=ppt/ink/ink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3:58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11 968 0 0,'-9'-10'10932'0'0,"7"57"-8954"0"0,-2 38 59 0 0,4 0 0 0 0,12 96-1 0 0,-11-169-1880 0 0,-1-10-128 0 0,0-1 0 0 0,0 1 0 0 0,0-1 0 0 0,0 1 0 0 0,0-1 0 0 0,0 1 0 0 0,0-1 0 0 0,1 1 0 0 0,-1-1-1 0 0,1 1 1 0 0,-1-1 0 0 0,1 0 0 0 0,-1 1 0 0 0,1-1 0 0 0,0 0 0 0 0,0 1 0 0 0,0-1 0 0 0,0 0 0 0 0,2 2 0 0 0,-2-2 6 0 0,40-37-15 0 0,93-80-238 0 0,-118 100 184 0 0,-12 12 36 0 0,0 0 0 0 0,0 0 1 0 0,0 0-1 0 0,0 0 0 0 0,1 1 0 0 0,0-1 1 0 0,8-3-1 0 0,-10 4-12 0 0,1-1-3 0 0,-4 3 4 0 0,-1 2-17 0 0,-1 0 25 0 0,0 0 1 0 0,0 1-1 0 0,0-1 0 0 0,1 1 1 0 0,-1-1-1 0 0,0 1 1 0 0,1 0-1 0 0,0-1 1 0 0,-3 5-1 0 0,3-5 2 0 0,-2 3-1 0 0,0-1 0 0 0,0 1 1 0 0,0 0-1 0 0,0 0 0 0 0,0 1 0 0 0,1-1 1 0 0,0 1-1 0 0,0-1 0 0 0,0 1 0 0 0,0-1 1 0 0,1 1-1 0 0,0 0 0 0 0,0 0 0 0 0,0 0 0 0 0,1 0 1 0 0,-1 0-1 0 0,1-1 0 0 0,0 1 0 0 0,1 0 1 0 0,0 6-1 0 0,0-8-27 0 0,0 1-1 0 0,1-1 1 0 0,-1-1 0 0 0,0 1-1 0 0,1 0 1 0 0,0 0-1 0 0,0 0 1 0 0,0-1 0 0 0,0 1-1 0 0,0-1 1 0 0,0 0 0 0 0,1 1-1 0 0,-1-1 1 0 0,1 0 0 0 0,0 0-1 0 0,-1-1 1 0 0,1 1 0 0 0,0-1-1 0 0,0 1 1 0 0,0-1 0 0 0,0 0-1 0 0,0 0 1 0 0,0 0 0 0 0,1 0-1 0 0,-1-1 1 0 0,0 1-1 0 0,0-1 1 0 0,1 0 0 0 0,-1 0-1 0 0,4 0 1 0 0,11-1-203 0 0,1 0 0 0 0,-1-1-1 0 0,0-1 1 0 0,0 0 0 0 0,0-2 0 0 0,0 0-1 0 0,0-1 1 0 0,-1 0 0 0 0,0-2 0 0 0,0 0-1 0 0,-1-1 1 0 0,29-20 0 0 0,-44 28 331 0 0,1 0 1 0 0,-1 0-1 0 0,0 0 0 0 0,1 0 1 0 0,-1 0-1 0 0,0-1 1 0 0,0 1-1 0 0,0 0 0 0 0,0-1 1 0 0,0 1-1 0 0,0 0 1 0 0,0-1-1 0 0,0 1 1 0 0,-1-1-1 0 0,1 1 0 0 0,-1-1 1 0 0,1 0-1 0 0,-1 1 1 0 0,1-1-1 0 0,-1 1 0 0 0,0-1 1 0 0,0 0-1 0 0,0 1 1 0 0,0-1-1 0 0,0 0 0 0 0,0 0 1 0 0,0 1-1 0 0,-1-1 1 0 0,1 1-1 0 0,0-1 0 0 0,-2-1 1 0 0,1 0 884 0 0,-4 7-715 0 0,1-3-223 0 0,1 1 1 0 0,0 0-1 0 0,0 0 1 0 0,1 0-1 0 0,-1 0 1 0 0,0 0-1 0 0,1 1 1 0 0,-1-1-1 0 0,1 1 1 0 0,0 0-1 0 0,-1 0 1 0 0,2 0-1 0 0,-1 0 1 0 0,0 0-1 0 0,0 0 1 0 0,1 0-1 0 0,0 1 1 0 0,0-1-1 0 0,0 0 1 0 0,0 1-1 0 0,0-1 1 0 0,1 1-1 0 0,-1-1 1 0 0,1 1-1 0 0,0-1 1 0 0,0 1-1 0 0,0 0 1 0 0,1-1-1 0 0,-1 1 1 0 0,1-1-1 0 0,1 6 1 0 0,0-7-262 0 0,-1 1-1 0 0,0 0 1 0 0,1 0 0 0 0,0-1 0 0 0,0 1 0 0 0,0-1-1 0 0,0 1 1 0 0,0-1 0 0 0,0 0 0 0 0,0 0 0 0 0,1 0-1 0 0,-1 0 1 0 0,1 0 0 0 0,0 0 0 0 0,-1-1 0 0 0,4 2-1 0 0,31 6-9889 0 0,-23-10 5169 0 0</inkml:trace>
</inkml:ink>
</file>

<file path=ppt/ink/ink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1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0 1068 0 0,'0'0'8130'0'0,"-4"3"-7631"0"0,0 0-375 0 0,0 0 1 0 0,0 0-1 0 0,0 1 0 0 0,1-1 0 0 0,0 0 1 0 0,-1 1-1 0 0,1 0 0 0 0,1 0 1 0 0,-1 0-1 0 0,1 0 0 0 0,-1 0 1 0 0,1 1-1 0 0,0-1 0 0 0,1 1 1 0 0,-1-1-1 0 0,1 1 0 0 0,0 0 0 0 0,0 0 1 0 0,0-1-1 0 0,1 1 0 0 0,-1 0 1 0 0,1 0-1 0 0,1 0 0 0 0,0 6 1 0 0,1 1 28 0 0,1 1 0 0 0,0-2-1 0 0,1 1 1 0 0,0 0 0 0 0,1-1 0 0 0,0 1 0 0 0,1-1 0 0 0,0-1 0 0 0,8 11 0 0 0,-7-11-41 0 0,-3-6-36 0 0,0 1-1 0 0,-1-1 1 0 0,0 1-1 0 0,0 0 1 0 0,0 0-1 0 0,0 0 1 0 0,-1 0-1 0 0,0 0 1 0 0,0 0-1 0 0,2 10 1 0 0,-19 0 300 0 0,3-8-1325 0 0,3-9-3683 0 0,2-9 819 0 0</inkml:trace>
</inkml:ink>
</file>

<file path=ppt/ink/ink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1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0 12805 0 0,'2'2'132'0'0,"1"-1"0"0"0,-1 1 0 0 0,0-1 0 0 0,0 1 0 0 0,0 0 0 0 0,0 0 0 0 0,0 0 0 0 0,0 0 0 0 0,0 0 0 0 0,-1 1 0 0 0,1-1 0 0 0,-1 0 0 0 0,1 1 0 0 0,-1-1-1 0 0,0 1 1 0 0,0-1 0 0 0,0 1 0 0 0,0 0 0 0 0,-1-1 0 0 0,1 1 0 0 0,-1 0 0 0 0,1 0 0 0 0,-1-1 0 0 0,0 1 0 0 0,-1 5 0 0 0,-1 5-26 0 0,0-1 0 0 0,-1 0 0 0 0,0 1 0 0 0,-8 17 0 0 0,3-10-318 0 0,-10 25-2319 0 0,5-16-4443 0 0,6-17 3009 0 0</inkml:trace>
</inkml:ink>
</file>

<file path=ppt/ink/ink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3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379 371 484 0 0,'7'19'2336'0'0,"-9"24"-176"0"0,-13 25 129 0 0,0-4-621 0 0,10-38-1035 0 0,0 0 0 0 0,-2-1 0 0 0,-1 0 0 0 0,-16 34 0 0 0,22-54-551 0 0,0-1 0 0 0,-1 1-1 0 0,1-1 1 0 0,-1 1 0 0 0,0-1 0 0 0,-1 0 0 0 0,1 0-1 0 0,-1 0 1 0 0,0-1 0 0 0,0 1 0 0 0,0-1 0 0 0,0 0 0 0 0,0 0-1 0 0,-1-1 1 0 0,1 1 0 0 0,-1-1 0 0 0,0 0 0 0 0,0 0-1 0 0,0 0 1 0 0,0-1 0 0 0,0 0 0 0 0,0 0 0 0 0,0 0-1 0 0,0 0 1 0 0,0-1 0 0 0,-1 0 0 0 0,-8-1 0 0 0,7-1-40 0 0,-1 0 1 0 0,1 0-1 0 0,0 0 1 0 0,0-1-1 0 0,0 0 1 0 0,1-1-1 0 0,-1 0 1 0 0,1 0-1 0 0,-1 0 1 0 0,1 0 0 0 0,1-1-1 0 0,-1 0 1 0 0,1-1-1 0 0,-1 1 1 0 0,2-1-1 0 0,-1 0 1 0 0,1 0-1 0 0,-1 0 1 0 0,2-1-1 0 0,-6-10 1 0 0,0-2-11 0 0,1 0 0 0 0,0-1 1 0 0,2 0-1 0 0,0 0 0 0 0,1 0 0 0 0,-2-26 0 0 0,5 23 14 0 0,1 0 0 0 0,1 0 0 0 0,1-1-1 0 0,1 1 1 0 0,1 0 0 0 0,0 0 0 0 0,2 1-1 0 0,1-1 1 0 0,1 1 0 0 0,1 0 0 0 0,1 1-1 0 0,20-36 1 0 0,-20 42-22 0 0,1 0-1 0 0,0 1 1 0 0,2-1-1 0 0,-1 2 0 0 0,2 0 1 0 0,0 0-1 0 0,0 2 1 0 0,1-1-1 0 0,1 2 1 0 0,0 0-1 0 0,0 0 1 0 0,1 2-1 0 0,0 0 0 0 0,0 0 1 0 0,1 2-1 0 0,0 0 1 0 0,20-4-1 0 0,-28 8-8 0 0,0 1 0 0 0,1 0 1 0 0,-1 1-1 0 0,1-1 0 0 0,-1 2 0 0 0,1 0 0 0 0,-1 0 0 0 0,0 0 0 0 0,0 1 1 0 0,1 1-1 0 0,14 5 0 0 0,-9-1 72 0 0,0 0 0 0 0,-1 1-1 0 0,0 1 1 0 0,0 0 0 0 0,-1 1 0 0 0,13 12 0 0 0,11 15 194 0 0,-3 1 0 0 0,-1 1 0 0 0,34 54 0 0 0,-43-57-70 0 0,-1 2-1 0 0,-2 0 1 0 0,26 65-1 0 0,-40-85-137 0 0,0 2 0 0 0,-2-1-1 0 0,0 1 1 0 0,-1 0 0 0 0,-1 0 0 0 0,-1 0-1 0 0,0 0 1 0 0,-2 0 0 0 0,-4 39 0 0 0,3-54-287 0 0,0 0 0 0 0,0 0 1 0 0,0 0-1 0 0,-1 0 0 0 0,0 0 0 0 0,-4 9 0 0 0,5-13-2 0 0,0 0-1 0 0,0 0 1 0 0,1 0-1 0 0,-1 0 1 0 0,0 0-1 0 0,0-1 1 0 0,0 1-1 0 0,0 0 0 0 0,0 0 1 0 0,0 0-1 0 0,0-1 1 0 0,0 1-1 0 0,0-1 1 0 0,-1 1-1 0 0,0 0 1 0 0,0-1-248 0 0,1 0 1 0 0,-1 0 0 0 0,1 0-1 0 0,0 0 1 0 0,-1 0 0 0 0,1 0-1 0 0,-1 0 1 0 0,1-1 0 0 0,-1 1 0 0 0,1 0-1 0 0,0-1 1 0 0,-1 1 0 0 0,1-1-1 0 0,0 0 1 0 0,0 1 0 0 0,-1-1 0 0 0,0-1-1 0 0,-17-10-3311 0 0</inkml:trace>
</inkml:ink>
</file>

<file path=ppt/ink/ink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3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14 175 10213 0 0,'-10'1'450'0'0,"6"-1"-432"0"0,10-1 273 0 0,324-33 82 0 0,-190 23-1018 0 0,12-12-73 0 0,-134 18 929 0 0,0 0 1 0 0,-1-1-1 0 0,0-1 0 0 0,0-1 0 0 0,-1 0 0 0 0,0-1 0 0 0,0-1 0 0 0,20-17 0 0 0,-36 27-140 0 0,1 0-1 0 0,-1 0 1 0 0,1 0-1 0 0,-1-1 1 0 0,1 1-1 0 0,-1 0 1 0 0,1-1-1 0 0,-1 1 1 0 0,1 0-1 0 0,-1-1 1 0 0,0 1-1 0 0,1-1 1 0 0,-1 1-1 0 0,1 0 1 0 0,-1-1-1 0 0,0 1 1 0 0,0-1-1 0 0,1 1 1 0 0,-1-1-1 0 0,0 1 0 0 0,0-1 1 0 0,0 1-1 0 0,1-1 1 0 0,-1 0-1 0 0,0 1 1 0 0,0-1-1 0 0,0 1 1 0 0,0-1-1 0 0,0 1 1 0 0,0-1-1 0 0,0 0 1 0 0,0 1-1 0 0,0-1 1 0 0,0 1-1 0 0,-1-1 1 0 0,1 1-1 0 0,0-2 1 0 0,-15-1 627 0 0,13 3-782 0 0,-2-1 318 0 0,2 4-3 0 0,-2 0-178 0 0,1 0 0 0 0,0 1 0 0 0,0-1 0 0 0,0 1 0 0 0,1 0 0 0 0,-1 0 0 0 0,1 0 0 0 0,0 0 0 0 0,0 1 0 0 0,1-1 0 0 0,-1 0 1 0 0,1 1-1 0 0,0-1 0 0 0,0 1 0 0 0,0 0 0 0 0,1-1 0 0 0,0 1 0 0 0,0-1 0 0 0,0 1 0 0 0,0 0 0 0 0,1-1 0 0 0,-1 1 0 0 0,3 5 0 0 0,3 18 127 0 0,1-1-1 0 0,20 47 1 0 0,-13-37-52 0 0,-13-35-137 0 0,-1 0-1 0 0,1 0 1 0 0,0-1-1 0 0,-1 1 1 0 0,0 0-1 0 0,1 0 1 0 0,-1-1-1 0 0,0 1 1 0 0,0 0 0 0 0,0 0-1 0 0,0 0 1 0 0,0-1-1 0 0,-1 1 1 0 0,1 0-1 0 0,0 0 1 0 0,-1 0-1 0 0,1-1 1 0 0,-1 1-1 0 0,0 0 1 0 0,0-1-1 0 0,1 1 1 0 0,-1-1-1 0 0,-2 3 1 0 0,1-2 96 0 0,0 0 0 0 0,0 0 0 0 0,-1-1 0 0 0,1 1 1 0 0,-1-1-1 0 0,1 1 0 0 0,-1-1 0 0 0,0 0 0 0 0,1 0 0 0 0,-1 0 0 0 0,0 0 1 0 0,0 0-1 0 0,-3 0 0 0 0,-46 0-2056 0 0,11-13-7824 0 0</inkml:trace>
</inkml:ink>
</file>

<file path=ppt/ink/ink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4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9 1028 0 0,'-14'-8'4283'0'0,"6"12"-413"0"0,5 27-1669 0 0,4-22-2013 0 0,1 0-1 0 0,0-1 0 0 0,0 1 1 0 0,1 0-1 0 0,0-1 0 0 0,0 1 0 0 0,1-1 1 0 0,0 0-1 0 0,1 0 0 0 0,-1 0 0 0 0,2-1 1 0 0,-1 0-1 0 0,1 0 0 0 0,0 0 1 0 0,0-1-1 0 0,1 0 0 0 0,0 0 0 0 0,13 9 1 0 0,-18-14-166 0 0,0 0 1 0 0,0-1 0 0 0,0 1 0 0 0,0 0 0 0 0,0-1-1 0 0,0 1 1 0 0,0-1 0 0 0,0 1 0 0 0,1-1 0 0 0,-1 0-1 0 0,0 0 1 0 0,0 0 0 0 0,0 0 0 0 0,1-1 0 0 0,-1 1-1 0 0,0 0 1 0 0,0-1 0 0 0,0 0 0 0 0,0 1-1 0 0,0-1 1 0 0,0 0 0 0 0,0 0 0 0 0,0 0 0 0 0,0 0-1 0 0,0-1 1 0 0,0 1 0 0 0,-1 0 0 0 0,1-1 0 0 0,-1 1-1 0 0,1-1 1 0 0,-1 0 0 0 0,1 1 0 0 0,-1-1-1 0 0,0 0 1 0 0,0 0 0 0 0,0 0 0 0 0,2-3 0 0 0,5-10 6 0 0,0-2 0 0 0,-1 1 0 0 0,9-28 1 0 0,-11 27 24 0 0,12-28 723 0 0,-16 50-500 0 0,0 13 30 0 0,-1-1 0 0 0,-1 1 0 0 0,-1-1 0 0 0,-6 31 0 0 0,-24 78 569 0 0,16-67-494 0 0,-83 292 1006 0 0,94-334-1472 0 0,-19 87-50 0 0,20-37-4024 0 0,4-67 3977 0 0,0 1 0 0 0,0-1 0 0 0,0 1 1 0 0,0 0-1 0 0,1-1 0 0 0,-1 1 0 0 0,0-1 0 0 0,0 1 0 0 0,1-1 1 0 0,-1 1-1 0 0,0 0 0 0 0,1-1 0 0 0,-1 1 0 0 0,1-1 1 0 0,-1 0-1 0 0,0 1 0 0 0,1-1 0 0 0,-1 1 0 0 0,1-1 0 0 0,0 0 1 0 0,-1 1-1 0 0,1-1 0 0 0,-1 0 0 0 0,1 1 0 0 0,1-1 0 0 0</inkml:trace>
</inkml:ink>
</file>

<file path=ppt/ink/ink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5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7 68 0 0,'-1'-5'7554'0'0,"-2"10"-7324"0"0,1 1 0 0 0,1-1 0 0 0,-1 1 0 0 0,1-1-1 0 0,0 1 1 0 0,0 0 0 0 0,0 0 0 0 0,1-1 0 0 0,0 1 0 0 0,1 6 0 0 0,-1-9-145 0 0,0-1 0 0 0,1 1 0 0 0,-1 0 1 0 0,1-1-1 0 0,0 1 0 0 0,0-1 0 0 0,0 0 1 0 0,0 1-1 0 0,0-1 0 0 0,0 0 0 0 0,1 1 0 0 0,-1-1 1 0 0,1 0-1 0 0,-1 0 0 0 0,1 0 0 0 0,0 0 1 0 0,0 0-1 0 0,0-1 0 0 0,0 1 0 0 0,0-1 0 0 0,0 1 1 0 0,0-1-1 0 0,1 0 0 0 0,-1 0 0 0 0,5 2 0 0 0,-5-2 163 0 0,-1-1-180 0 0,1 0 0 0 0,-1-1 0 0 0,1 1 0 0 0,-1 0 0 0 0,1-1 0 0 0,-1 1 0 0 0,0-1 0 0 0,1 1 0 0 0,-1-1 0 0 0,0 0 0 0 0,1 1 0 0 0,-1-1 0 0 0,0 0 0 0 0,0 0 0 0 0,0 0 0 0 0,0 0 0 0 0,1 0 0 0 0,-2 0 0 0 0,1 0 0 0 0,0 0 0 0 0,0 0 0 0 0,0-1 0 0 0,0 1 0 0 0,-1 0-1 0 0,1-1 1 0 0,-1 1 0 0 0,1 0 0 0 0,-1-1 0 0 0,1 1 0 0 0,-1-1 0 0 0,0 1 0 0 0,0-1 0 0 0,1 1 0 0 0,-1 0 0 0 0,0-1 0 0 0,0 1 0 0 0,-1-1 0 0 0,1 1 0 0 0,0-1 0 0 0,-1-2 0 0 0,-1-8 416 0 0,0-1-1 0 0,-1 1 1 0 0,-5-18 0 0 0,6 25-342 0 0,2 4-342 0 0,-5-6-838 0 0</inkml:trace>
</inkml:ink>
</file>

<file path=ppt/ink/ink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5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1 616 0 0,'2'16'3886'0'0,"-3"-9"-3312"0"0,1-1 1 0 0,0 0 0 0 0,0 1-1 0 0,1-1 1 0 0,0 0 0 0 0,0 0-1 0 0,2 8 1 0 0,-2-13-473 0 0,-1 1 0 0 0,1 0 0 0 0,-1-1 0 0 0,1 1-1 0 0,0-1 1 0 0,0 1 0 0 0,0-1 0 0 0,0 1 0 0 0,0-1 0 0 0,0 0 0 0 0,0 1 0 0 0,0-1 0 0 0,0 0 0 0 0,1 0 0 0 0,-1 0-1 0 0,0 0 1 0 0,1 0 0 0 0,-1 0 0 0 0,1 0 0 0 0,-1-1 0 0 0,1 1 0 0 0,-1 0 0 0 0,1-1 0 0 0,0 1 0 0 0,-1-1-1 0 0,1 0 1 0 0,0 0 0 0 0,-1 1 0 0 0,1-1 0 0 0,0 0 0 0 0,0 0 0 0 0,2-1 0 0 0,-2 1 185 0 0,4-3 188 0 0,0-1 0 0 0,-1 1-1 0 0,0-1 1 0 0,0 0 0 0 0,8-9-1 0 0,-11 12 72 0 0,-1 0-449 0 0,0 0 1 0 0,0 0 0 0 0,1 1-1 0 0,-1-1 1 0 0,0 0 0 0 0,1 1-1 0 0,-1-1 1 0 0,1 1-1 0 0,-1 0 1 0 0,0-1 0 0 0,1 1-1 0 0,-1 0 1 0 0,1 0-1 0 0,-1 0 1 0 0,1 0 0 0 0,-1 0-1 0 0,1 0 1 0 0,-1 0 0 0 0,1 1-1 0 0,-1-1 1 0 0,4 2-1 0 0,15 9-2504 0 0,5 4-6099 0 0,-15-10 4357 0 0</inkml:trace>
</inkml:ink>
</file>

<file path=ppt/ink/ink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6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0 701 216 0 0,'0'0'5297'0'0,"5"-6"-4507"0"0,15-15 243 0 0,-2-2 0 0 0,0 0 0 0 0,23-42 0 0 0,-25 34-546 0 0,-1 0 0 0 0,-1-1 1 0 0,-2-1-1 0 0,-2 0 0 0 0,10-46 1 0 0,-15 55-253 0 0,-1 1 0 0 0,-1-1 0 0 0,-1 0 0 0 0,-1 0 0 0 0,-1 0 0 0 0,-1 0 0 0 0,-2 0 0 0 0,0 0 0 0 0,-8-30 0 0 0,8 45 70 0 0,3 6-244 0 0,0 0-1 0 0,-1 1 0 0 0,1-1 0 0 0,-1 0 0 0 0,0 0 1 0 0,0 1-1 0 0,0-1 0 0 0,0 0 0 0 0,0 1 0 0 0,-1-1 0 0 0,1 1 1 0 0,-1 0-1 0 0,0-1 0 0 0,0 1 0 0 0,0 0 0 0 0,-2-2 1 0 0,1 4-27 0 0,0 1 1 0 0,-1 0 0 0 0,1 0 0 0 0,0 0-1 0 0,0 0 1 0 0,1 1 0 0 0,-1-1-1 0 0,0 1 1 0 0,0 0 0 0 0,1 0 0 0 0,-1 0-1 0 0,1 0 1 0 0,-1 0 0 0 0,1 0 0 0 0,0 1-1 0 0,0-1 1 0 0,0 1 0 0 0,0-1 0 0 0,-1 4-1 0 0,-32 59 415 0 0,32-60-407 0 0,-8 22 93 0 0,0 0 0 0 0,2 1 0 0 0,0 0 0 0 0,3 1-1 0 0,0 0 1 0 0,2 0 0 0 0,0 0 0 0 0,2 35 0 0 0,2-46-95 0 0,1-1 0 0 0,0 0 0 0 0,2 1 0 0 0,0-1-1 0 0,0 0 1 0 0,2-1 0 0 0,0 1 0 0 0,1-1 0 0 0,1 0 0 0 0,0 0 0 0 0,1 0 0 0 0,1-1 0 0 0,0-1-1 0 0,1 1 1 0 0,14 14 0 0 0,-19-24-18 0 0,0-1 0 0 0,0 1 0 0 0,1-1 0 0 0,0 0 0 0 0,0 0-1 0 0,0-1 1 0 0,0 0 0 0 0,1 0 0 0 0,-1 0 0 0 0,1-1 0 0 0,0 0 0 0 0,-1 0 0 0 0,1-1-1 0 0,0 0 1 0 0,0 0 0 0 0,0-1 0 0 0,0 1 0 0 0,0-1 0 0 0,0-1 0 0 0,0 0 0 0 0,0 0-1 0 0,0 0 1 0 0,0-1 0 0 0,0 1 0 0 0,6-4 0 0 0,-11 4 147 0 0,-1 0-68 0 0,1 0 0 0 0,0 0 1 0 0,-1 0-1 0 0,1 1 0 0 0,0-1 1 0 0,0 0-1 0 0,-1 1 0 0 0,1-1 1 0 0,0 1-1 0 0,0 0 0 0 0,0 0 1 0 0,0 0-1 0 0,2 0 0 0 0,3 2-3351 0 0,-8 1 2482 0 0,-3 5 740 0 0</inkml:trace>
</inkml:ink>
</file>

<file path=ppt/ink/ink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6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1 122 668 0 0,'3'-99'9520'0'0,"-5"76"-15105"0"0</inkml:trace>
</inkml:ink>
</file>

<file path=ppt/ink/ink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6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5 1084 0 0,'8'-4'13297'0'0,"-6"21"-12723"0"0,0 1 0 0 0,-2 0 0 0 0,0 0 0 0 0,-1 0 0 0 0,-1-1 0 0 0,-1 1 0 0 0,-7 28 0 0 0,-5 44 703 0 0,0 33-32 0 0,15-121-1121 0 0,0 0-91 0 0,0-2-29 0 0,0 0 0 0 0,0 1 0 0 0,0-1 0 0 0,-1 1 0 0 0,1-1 0 0 0,0 1 0 0 0,0-1 0 0 0,1 1 0 0 0,-1-1 0 0 0,0 1 0 0 0,0-1 0 0 0,0 0 0 0 0,0 1 0 0 0,0-1 0 0 0,0 1 0 0 0,1-1 0 0 0,-1 1 0 0 0,0-1 0 0 0,0 0 0 0 0,0 1 0 0 0,1-1 0 0 0,-1 0 0 0 0,0 1 0 0 0,1-1 0 0 0,-1 0 0 0 0,0 1 0 0 0,1-1 0 0 0,-1 0 0 0 0,0 0 0 0 0,1 1 0 0 0,-1-1 0 0 0,1 0 0 0 0,-1 0 0 0 0,0 0 0 0 0,1 1 0 0 0,-1-1 0 0 0,1 0 0 0 0,-1 0 0 0 0,1 0 0 0 0,-1 0 0 0 0,1 0 0 0 0,-1 0 0 0 0,0 0 0 0 0,1 0 0 0 0,-1 0 0 0 0,1 0 0 0 0,-1 0 0 0 0,1 0 0 0 0,-1-1 1 0 0,1 1-1 0 0,-1 0 0 0 0,0 0 0 0 0,1 0 0 0 0,-1-1 0 0 0,1 1 0 0 0,18-8-14 0 0,-1 0-1 0 0,-1-1 1 0 0,1-1 0 0 0,-2 0 0 0 0,1-1 0 0 0,-1-1 0 0 0,19-19 0 0 0,44-30-73 0 0,-27 14 50 0 0,-50 45 70 0 0,-3 2-28 0 0,1 0 1 0 0,0 0 0 0 0,0 0-1 0 0,0 0 1 0 0,0 0 0 0 0,0 0-1 0 0,-1 0 1 0 0,1 0 0 0 0,0 0-1 0 0,0 0 1 0 0,0 0 0 0 0,0 0 0 0 0,0 0-1 0 0,-1 0 1 0 0,1 0 0 0 0,0-1-1 0 0,0 1 1 0 0,0 0 0 0 0,0 0-1 0 0,0 0 1 0 0,0 0 0 0 0,0 0-1 0 0,0 0 1 0 0,0 0 0 0 0,-1-1-1 0 0,1 1 1 0 0,0 0 0 0 0,0 0-1 0 0,0 0 1 0 0,0 0 0 0 0,0 0-1 0 0,0-1 1 0 0,0 1 0 0 0,0 0 0 0 0,0 0-1 0 0,0 0 1 0 0,0 0 0 0 0,0 0-1 0 0,0-1 1 0 0,0 1 0 0 0,0 0-1 0 0,0 0 1 0 0,0 0 0 0 0,0 0-1 0 0,0 0 1 0 0,1-1 0 0 0,-1 1-1 0 0,0 0 1 0 0,0 0 0 0 0,0 0-1 0 0,0 0 1 0 0,-4 1 9 0 0,1 1 0 0 0,-1 0 0 0 0,1 0-1 0 0,0 1 1 0 0,0-1 0 0 0,0 1 0 0 0,0-1 0 0 0,0 1 0 0 0,0 0-1 0 0,1 0 1 0 0,-1 0 0 0 0,1 1 0 0 0,0-1 0 0 0,0 0 0 0 0,0 1-1 0 0,0 0 1 0 0,1-1 0 0 0,-1 1 0 0 0,1 0 0 0 0,0 0 0 0 0,0 0-1 0 0,0 0 1 0 0,1 0 0 0 0,0 0 0 0 0,-1 0 0 0 0,1 0 0 0 0,1 4-1 0 0,-1-7-13 0 0,1 0 0 0 0,-1 0 0 0 0,1 0 0 0 0,0 0 0 0 0,-1 0-1 0 0,1 0 1 0 0,0 0 0 0 0,0 0 0 0 0,0 0 0 0 0,-1 0 0 0 0,1 0-1 0 0,0 0 1 0 0,0-1 0 0 0,0 1 0 0 0,1 0 0 0 0,-1-1 0 0 0,0 1-1 0 0,0-1 1 0 0,0 1 0 0 0,0-1 0 0 0,0 1 0 0 0,1-1 0 0 0,-1 0-1 0 0,0 0 1 0 0,2 1 0 0 0,36 3 50 0 0,-30-4-38 0 0,-5 0-6 0 0,5 0-3 0 0,2 0-667 0 0,11 3 798 0 0,-18 2-4625 0 0</inkml:trace>
</inkml:ink>
</file>

<file path=ppt/ink/ink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7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10 88 0 0,'0'0'6367'0'0,"-1"-9"-6067"0"0</inkml:trace>
</inkml:ink>
</file>

<file path=ppt/ink/ink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8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24 244 0 0,'3'-2'696'0'0,"10"-8"-24"0"0,2-1 11378 0 0,-38 35-11225 0 0,-1-1-1 0 0,-36 28 1 0 0,13-13-27 0 0,47-38-795 0 0,-1 1 1 0 0,1-1-1 0 0,-1 0 0 0 0,1 1 0 0 0,-1-1 0 0 0,1 1 1 0 0,-1-1-1 0 0,1 1 0 0 0,-1-1 0 0 0,1 1 0 0 0,-1 0 1 0 0,1-1-1 0 0,0 1 0 0 0,-1-1 0 0 0,1 1 0 0 0,0 0 1 0 0,0-1-1 0 0,-1 1 0 0 0,1 0 0 0 0,0-1 0 0 0,0 1 0 0 0,0 0 1 0 0,0-1-1 0 0,0 1 0 0 0,0 0 0 0 0,0-1 0 0 0,0 1 1 0 0,0 1-1 0 0,18 11 183 0 0,45 0 196 0 0,-44-10-319 0 0,124 23 81 0 0,-129-28-1423 0 0,1-5-9671 0 0</inkml:trace>
</inkml:ink>
</file>

<file path=ppt/ink/ink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8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1 143 192 0 0,'0'0'1661'0'0,"4"-1"-864"0"0,9-2-194 0 0,0-1-1 0 0,-1 0 1 0 0,1-1 0 0 0,-1-1-1 0 0,0 0 1 0 0,0 0-1 0 0,0-1 1 0 0,-1-1-1 0 0,0 0 1 0 0,-1 0 0 0 0,0-1-1 0 0,0 0 1 0 0,11-15-1 0 0,-20 24-544 0 0,0-1-1 0 0,-1 0 0 0 0,1 0 1 0 0,-1 0-1 0 0,1 1 0 0 0,-1-1 1 0 0,0 0-1 0 0,1 0 0 0 0,-1 0 1 0 0,0 0-1 0 0,0 0 0 0 0,1 0 0 0 0,-1 0 1 0 0,0 0-1 0 0,0 0 0 0 0,0 0 1 0 0,0 0-1 0 0,0 0 0 0 0,-1 0 1 0 0,1 0-1 0 0,0 1 0 0 0,0-1 1 0 0,0 0-1 0 0,-1 0 0 0 0,1 0 1 0 0,-1 0-1 0 0,1 0 0 0 0,-1 0 1 0 0,1 1-1 0 0,-1-1 0 0 0,1 0 0 0 0,-2-1 1 0 0,0-1-134 0 0,-1 3 170 0 0,0-1 1 0 0,0 1-1 0 0,0 0 1 0 0,0 0-1 0 0,0 0 0 0 0,0 0 1 0 0,-1 0-1 0 0,1 1 1 0 0,0-1-1 0 0,0 1 1 0 0,1 0-1 0 0,-1 0 0 0 0,0 0 1 0 0,-5 2-1 0 0,7-2-15 0 0,-8 3 86 0 0,1 1 1 0 0,0-1 0 0 0,0 1 0 0 0,0 1 0 0 0,1 0 0 0 0,-1 0 0 0 0,2 0-1 0 0,-1 1 1 0 0,1 0 0 0 0,0 0 0 0 0,0 0 0 0 0,0 1 0 0 0,1 0-1 0 0,1 0 1 0 0,-1 1 0 0 0,1-1 0 0 0,1 1 0 0 0,-5 16 0 0 0,8-21-350 0 0,-1-1 1 0 0,1 1 0 0 0,0 0-1 0 0,0-1 1 0 0,1 1 0 0 0,-1 0-1 0 0,1-1 1 0 0,0 1 0 0 0,-1 0-1 0 0,2-1 1 0 0,-1 0 0 0 0,0 1-1 0 0,1-1 1 0 0,2 5 0 0 0,-2-5-557 0 0,-1-1 1 0 0,1 1-1 0 0,0 0 1 0 0,0-1-1 0 0,0 0 0 0 0,0 1 1 0 0,0-1-1 0 0,0 0 1 0 0,1 0-1 0 0,2 2 1 0 0,7 1-3008 0 0</inkml:trace>
</inkml:ink>
</file>

<file path=ppt/ink/ink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9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8 478 864 0 0,'-7'-1'11426'0'0,"44"-38"-10181"0"0,-22 25-861 0 0,-1-1-1 0 0,0-1 1 0 0,-1 0-1 0 0,-1-1 1 0 0,12-22-1 0 0,-23 39-365 0 0,-1 0 0 0 0,0 0 0 0 0,0-1 0 0 0,0 1 0 0 0,0 0 0 0 0,0 0 1 0 0,1 0-1 0 0,-1-1 0 0 0,0 1 0 0 0,0 0 0 0 0,0 0 0 0 0,0 0 0 0 0,0-1 0 0 0,0 1 0 0 0,0 0 0 0 0,0 0 0 0 0,0-1 0 0 0,0 1 0 0 0,0 0 0 0 0,0 0 0 0 0,0 0 0 0 0,0-1 0 0 0,0 1 1 0 0,0 0-1 0 0,0 0 0 0 0,0-1 0 0 0,0 1 0 0 0,0 0 0 0 0,0 0 0 0 0,0 0 0 0 0,0-1 0 0 0,0 1 0 0 0,-1 0 0 0 0,1 0 0 0 0,0 0 0 0 0,0-1 0 0 0,0 1 0 0 0,0 0 0 0 0,0 0 1 0 0,-1 0-1 0 0,1-1 0 0 0,-12 3 225 0 0,-14 10-101 0 0,23-9-126 0 0,-1 0 0 0 0,1 0 0 0 0,0 0 0 0 0,0 1 0 0 0,0-1 0 0 0,0 1 0 0 0,1 0 0 0 0,-1-1 0 0 0,1 1 0 0 0,0 0 0 0 0,0 1 0 0 0,1-1 0 0 0,-1 0 0 0 0,1 1 0 0 0,0-1 0 0 0,0 0 0 0 0,0 1 0 0 0,1-1 0 0 0,-1 1 0 0 0,1-1 0 0 0,0 1 0 0 0,1-1 0 0 0,-1 1 0 0 0,1-1 0 0 0,1 7 0 0 0,-2-9-12 0 0,1 0 0 0 0,0 0 0 0 0,-1 0 0 0 0,1 0 0 0 0,0 0 1 0 0,0 0-1 0 0,0-1 0 0 0,0 1 0 0 0,0 0 0 0 0,0-1 0 0 0,1 1 1 0 0,-1 0-1 0 0,0-1 0 0 0,1 1 0 0 0,0-1 0 0 0,-1 0 0 0 0,1 0 1 0 0,0 1-1 0 0,-1-1 0 0 0,1 0 0 0 0,0-1 0 0 0,0 1 0 0 0,0 0 1 0 0,0 0-1 0 0,0-1 0 0 0,0 1 0 0 0,0-1 0 0 0,0 0 0 0 0,0 1 1 0 0,0-1-1 0 0,0 0 0 0 0,0 0 0 0 0,0 0 0 0 0,3-1 0 0 0,5-1-11 0 0,-1 0-1 0 0,0 0 1 0 0,0-1-1 0 0,0 0 1 0 0,11-6-1 0 0,-15 7 5 0 0,16-8-14 0 0,0-1 0 0 0,-1-1 0 0 0,-1-1 0 0 0,0-1 0 0 0,-1-1 1 0 0,-1 0-1 0 0,0-1 0 0 0,28-35 0 0 0,-24 24 92 0 0,-1-2 1 0 0,-2 0-1 0 0,0 0 0 0 0,-2-2 1 0 0,17-46-1 0 0,-30 69 247 0 0,-1 0 0 0 0,0 0 0 0 0,0-1 0 0 0,-1 1 0 0 0,1-12 0 0 0,-2 17-107 0 0,-1 2 52 0 0,0 0-255 0 0,1 1-1 0 0,0 0 0 0 0,0-1 0 0 0,0 1 1 0 0,0 0-1 0 0,0-1 0 0 0,-1 1 1 0 0,1 0-1 0 0,0-1 0 0 0,0 1 1 0 0,-1 0-1 0 0,1-1 0 0 0,0 1 0 0 0,0 0 1 0 0,-1 0-1 0 0,1-1 0 0 0,0 1 1 0 0,-1 0-1 0 0,1 0 0 0 0,0 0 1 0 0,-1 0-1 0 0,1-1 0 0 0,0 1 0 0 0,-1 0 1 0 0,1 0-1 0 0,0 0 0 0 0,-1 0 1 0 0,1 0-1 0 0,-1 0 0 0 0,1 0 0 0 0,0 0 1 0 0,-1 0-1 0 0,1 0 0 0 0,0 0 1 0 0,-1 0-1 0 0,0 0 0 0 0,-8 5 37 0 0,-1-1 0 0 0,1 1 0 0 0,1 1 0 0 0,-1 0 0 0 0,1 0 0 0 0,-1 0 0 0 0,2 1 0 0 0,-1 1 0 0 0,1-1 0 0 0,0 1 0 0 0,1 0 0 0 0,0 1 0 0 0,0 0 0 0 0,1-1 0 0 0,0 2 0 0 0,0-1 0 0 0,-5 17 0 0 0,3-6-12 0 0,0 0 0 0 0,1 1 0 0 0,2-1 0 0 0,0 1 0 0 0,1 0 0 0 0,1 0 0 0 0,1 1 0 0 0,1 21 0 0 0,2-24-59 0 0,0 0 1 0 0,1 0-1 0 0,1-1 0 0 0,1 1 1 0 0,10 26-1 0 0,-12-38-810 0 0,1 1 1 0 0,0-1-1 0 0,1 0 0 0 0,-1 0 0 0 0,7 7 0 0 0,-5-9-2466 0 0</inkml:trace>
</inkml:ink>
</file>

<file path=ppt/ink/ink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09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450 461 1180 0 0,'26'-8'5325'0'0,"46"-11"-1"0"0,-5 9-4559 0 0,-65 10-1551 0 0,6-3-5622 0 0</inkml:trace>
  <inkml:trace contextRef="#ctx0" brushRef="#br0" timeOffset="1">45 78 984 0 0,'-12'-12'1328'0'0,"5"6"-104"0"0,0-4-152 0 0,0 4 765 0 0,0-8-1065 0 0,3 7 508 0 0,4-6-1336 0 0,11 3-4753 0 0</inkml:trace>
</inkml:ink>
</file>

<file path=ppt/ink/ink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10.5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32 1224 0 0,'6'-31'14462'0'0,"-5"51"-13926"0"0,-1 1 1 0 0,0-1-1 0 0,-1 1 0 0 0,-1 0 0 0 0,-2-1 1 0 0,-9 37-1 0 0,-1 7 83 0 0,-33 160 735 0 0,-5 32-411 0 0,46-223-845 0 0,-10 84 218 0 0,15-103-272 0 0,1-1 1 0 0,0 0-1 0 0,1 0 0 0 0,1 1 0 0 0,0-1 0 0 0,7 23 0 0 0,-7-31-31 0 0,1 0-1 0 0,0 0 0 0 0,0-1 1 0 0,0 1-1 0 0,1-1 0 0 0,0 1 0 0 0,-1-1 1 0 0,2 0-1 0 0,-1 0 0 0 0,0-1 1 0 0,1 1-1 0 0,0-1 0 0 0,-1 0 0 0 0,1 0 1 0 0,0-1-1 0 0,1 0 0 0 0,-1 1 1 0 0,0-2-1 0 0,11 3 0 0 0,7 2 4 0 0,0-1 0 0 0,1-1 0 0 0,30 0 0 0 0,-19-2-394 0 0,-1-1-1 0 0,1-2 1 0 0,-1-2-1 0 0,1-1 1 0 0,-1-1-1 0 0,65-20 1 0 0,-94 23-143 0 0,0 0-1 0 0,0 0 1 0 0,-1-1 0 0 0,1 0-1 0 0,0 0 1 0 0,-1 0 0 0 0,0 0-1 0 0,0-1 1 0 0,6-5 0 0 0,4-15-7360 0 0,-9 9 3583 0 0</inkml:trace>
</inkml:ink>
</file>

<file path=ppt/ink/ink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10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1 167 19670 0 0,'0'-4'33'0'0,"0"0"0"0"0,0 0 0 0 0,0 1 1 0 0,1-1-1 0 0,-1 0 0 0 0,1 0 0 0 0,0 0 0 0 0,0 1 0 0 0,0-1 1 0 0,1 0-1 0 0,-1 1 0 0 0,1-1 0 0 0,0 1 0 0 0,0 0 0 0 0,0-1 1 0 0,0 1-1 0 0,1 0 0 0 0,-1 0 0 0 0,1 1 0 0 0,0-1 1 0 0,-1 0-1 0 0,1 1 0 0 0,1 0 0 0 0,-1 0 0 0 0,0 0 0 0 0,6-3 1 0 0,11-5 160 0 0,0 2 1 0 0,0 0 0 0 0,35-9 0 0 0,-29 9 71 0 0,0 0 115 0 0,1 2 0 0 0,41-6 0 0 0,-6 11-2934 0 0,-54 2 605 0 0,1 1 1 0 0,-1-1-1 0 0,0 1 1 0 0,0 1 0 0 0,9 3-1 0 0</inkml:trace>
</inkml:ink>
</file>

<file path=ppt/ink/ink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19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98 7433 0 0,'4'-8'281'0'0,"0"-1"1"0"0,-1 0 0 0 0,0 0 0 0 0,-1 0-1 0 0,0 0 1 0 0,2-15 0 0 0,-4 21 82 0 0,4-9 583 0 0,-4 7 2486 0 0,-12 33-2726 0 0,1 0 0 0 0,-7 33 0 0 0,-18 129 800 0 0,15-70-4302 0 0,18-91 721 0 0,1-8-4410 0 0</inkml:trace>
</inkml:ink>
</file>

<file path=ppt/ink/ink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19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 1016 0 0,'13'0'4586'0'0,"-11"10"-3761"0"0,-1 1-1 0 0,1-1 1 0 0,-2 1 0 0 0,0-1 0 0 0,-1 12 0 0 0,0-6-1025 0 0,-2 0 0 0 0,0-1 0 0 0,-1 1 0 0 0,0-1 0 0 0,-7 16 1 0 0,3-3-4838 0 0</inkml:trace>
</inkml:ink>
</file>

<file path=ppt/ink/ink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0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13 356 0 0,'8'-13'6508'0'0,"-2"14"-2577"0"0,0 29-1083 0 0,-5 45-1660 0 0,-6 18 586 0 0,-8 78-39 0 0,13-94-7460 0 0,9-74 4111 0 0,15-13-7075 0 0</inkml:trace>
</inkml:ink>
</file>

<file path=ppt/ink/ink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0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1 972 0 0,'0'0'5061'0'0,"12"18"-2115"0"0,-6 112 3943 0 0,0-10-5976 0 0,-4-84-3760 0 0,14-24-8727 0 0</inkml:trace>
</inkml:ink>
</file>

<file path=ppt/ink/ink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0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11 496 0 0,'0'0'6303'0'0,"-2"-8"-5827"0"0,1 6 200 0 0,2 7 3509 0 0,2 40-2534 0 0,-3 53 0 0 0,0 0-397 0 0,-6 13-616 0 0,3-99-1326 0 0,1-6-1829 0 0</inkml:trace>
</inkml:ink>
</file>

<file path=ppt/ink/ink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1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18 528 0 0,'8'-9'-186'0'0,"2"0"8493"0"0,-6 14-4364 0 0,-2 4-4363 0 0,-2-3 617 0 0,0-1 0 0 0,0 1 0 0 0,-1 0 0 0 0,0-1 0 0 0,0 1 0 0 0,-1-1 1 0 0,1 1-1 0 0,-1-1 0 0 0,0 0 0 0 0,0 0 0 0 0,-5 7 0 0 0,-1 7 319 0 0,-1 8 315 0 0,-9 51 0 0 0,16-69-734 0 0,1 0 0 0 0,0 1 0 0 0,1-1 0 0 0,-1 0 0 0 0,2 0 0 0 0,0 0 0 0 0,0 1 1 0 0,0-1-1 0 0,5 14 0 0 0,-4-19-113 0 0,1 1 1 0 0,-1-2 0 0 0,1 1 0 0 0,0 0 0 0 0,0 0-1 0 0,0-1 1 0 0,0 0 0 0 0,0 0 0 0 0,1 0 0 0 0,0 0-1 0 0,-1 0 1 0 0,1-1 0 0 0,0 1 0 0 0,0-1 0 0 0,1 0-1 0 0,-1 0 1 0 0,0-1 0 0 0,1 1 0 0 0,-1-1 0 0 0,1 0-1 0 0,-1 0 1 0 0,1 0 0 0 0,0-1 0 0 0,-1 0 0 0 0,1 0-1 0 0,-1 0 1 0 0,1 0 0 0 0,6-2 0 0 0,-2 1-100 0 0,0 0 0 0 0,1-1 0 0 0,-1 0 0 0 0,0 0 0 0 0,-1-1 0 0 0,1 0 0 0 0,0-1 0 0 0,-1 0 0 0 0,0 0 0 0 0,0-1 0 0 0,0 0 0 0 0,0 0 0 0 0,10-10 0 0 0,29-44 608 0 0,-46 56 1118 0 0,0 14-1291 0 0,-1 17-233 0 0,-11 90-1235 0 0,9-42-6514 0 0,3-71 4129 0 0,4 8 270 0 0</inkml:trace>
</inkml:ink>
</file>

<file path=ppt/ink/ink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1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1 420 0 0,'0'0'4458'0'0,"9"14"-1382"0"0,-7 79 1904 0 0,-1-76-4789 0 0,-1 0 0 0 0,0 1-1 0 0,-1-1 1 0 0,-1 0 0 0 0,-5 19 0 0 0,-5 4-2744 0 0,-3-4-3293 0 0,8-22 2650 0 0</inkml:trace>
</inkml:ink>
</file>

<file path=ppt/ink/ink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2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86 204 0 0,'-35'-20'8100'0'0,"27"10"-2254"0"0,9 8-5806 0 0,-1 0-1 0 0,1 1 1 0 0,-1-1 0 0 0,1 1 0 0 0,0-1-1 0 0,0 1 1 0 0,0-1 0 0 0,0 1 0 0 0,0 0-1 0 0,0-1 1 0 0,0 1 0 0 0,1 0 0 0 0,-1 0-1 0 0,0 0 1 0 0,1 0 0 0 0,-1 0 0 0 0,1 0-1 0 0,-1 0 1 0 0,1 1 0 0 0,-1-1 0 0 0,1 0-1 0 0,3 0 1 0 0,43-13 456 0 0,-41 12-408 0 0,4-1-1 0 0,-1 0-1 0 0,0 1 1 0 0,1 1-1 0 0,-1-1 0 0 0,1 2 1 0 0,13 0-1 0 0,-22 0-76 0 0,0 0 1 0 0,0 1-1 0 0,0-1 0 0 0,0 1 0 0 0,0-1 0 0 0,0 1 0 0 0,0 0 0 0 0,0 0 0 0 0,0 0 0 0 0,-1 0 1 0 0,1 0-1 0 0,0 0 0 0 0,0 0 0 0 0,-1 0 0 0 0,1 1 0 0 0,-1-1 0 0 0,1 1 0 0 0,-1-1 0 0 0,0 1 1 0 0,1 0-1 0 0,-1-1 0 0 0,0 1 0 0 0,0 0 0 0 0,0 0 0 0 0,0 0 0 0 0,-1 0 0 0 0,1 0 0 0 0,0 0 1 0 0,-1 0-1 0 0,0 0 0 0 0,1 0 0 0 0,-1 0 0 0 0,0 0 0 0 0,0 0 0 0 0,0 0 0 0 0,0 0 0 0 0,-1 4 1 0 0,1 1 6 0 0,-2 10 20 0 0,1-1 0 0 0,2 1 0 0 0,2 23 0 0 0,-2-33-36 0 0,1-1 0 0 0,0 1 1 0 0,0 0-1 0 0,1-1 0 0 0,0 0 0 0 0,0 1 1 0 0,1-1-1 0 0,-1 0 0 0 0,1-1 1 0 0,9 11-1 0 0,-3-4-38 0 0,-1 0 0 0 0,0 0-1 0 0,-1 1 1 0 0,-1 0 0 0 0,0 0 0 0 0,7 20 0 0 0,-14-32 34 0 0,1 0 0 0 0,-1 1 0 0 0,0-1 0 0 0,0 1-1 0 0,0-1 1 0 0,0 0 0 0 0,0 1 0 0 0,-1-1 0 0 0,1 1 0 0 0,0-1 0 0 0,-1 0 0 0 0,1 1 0 0 0,-1-1 0 0 0,1 0 0 0 0,-1 1 0 0 0,0-1 0 0 0,1 0 0 0 0,-1 0-1 0 0,0 0 1 0 0,0 0 0 0 0,0 0 0 0 0,-1 2 0 0 0,-25 19-8 0 0,20-19 18 0 0,1-1 0 0 0,0 0 0 0 0,0 0-1 0 0,-1 0 1 0 0,1-1 0 0 0,-1 0 0 0 0,-10 1 0 0 0,2 0-29 0 0,13-2-44 0 0,-23-11-2176 0 0,25 10 1974 0 0,0-1 0 0 0,0 1 1 0 0,0-1-1 0 0,0 0 0 0 0,0 1 0 0 0,1-1 1 0 0,-1 0-1 0 0,1 1 0 0 0,-1-1 1 0 0,1 1-1 0 0,-1-1 0 0 0,1 1 0 0 0,0-1 1 0 0,0 1-1 0 0,0 0 0 0 0,0-1 0 0 0,0 1 1 0 0,0 0-1 0 0,0 0 0 0 0,3-2 0 0 0,3-6-2650 0 0,4-3-265 0 0</inkml:trace>
</inkml:ink>
</file>

<file path=ppt/ink/ink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2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13 268 0 0,'11'-12'10075'0'0,"-23"24"-9794"0"0,0 1 1 0 0,1 1 0 0 0,0 0-1 0 0,1 1 1 0 0,0 0-1 0 0,2 0 1 0 0,-1 1-1 0 0,2 0 1 0 0,0 1-1 0 0,1-1 1 0 0,1 1-1 0 0,1 0 1 0 0,0 1 0 0 0,1-1-1 0 0,1 1 1 0 0,0 0-1 0 0,3 33 1 0 0,-1-47-243 0 0,1 0 0 0 0,0-1 0 0 0,1 1 0 0 0,-1-1 0 0 0,1 0 0 0 0,-1 1 0 0 0,1-1 0 0 0,0 0 0 0 0,0 0 0 0 0,1 0 0 0 0,-1 0 0 0 0,0-1 0 0 0,1 1 0 0 0,0 0 0 0 0,0-1 0 0 0,3 3 0 0 0,-4-4 16 0 0,10-1 404 0 0,-11-1-448 0 0,0 1 0 0 0,-1 0 0 0 0,1-1 1 0 0,0 1-1 0 0,-1-1 0 0 0,1 1 0 0 0,0-1 1 0 0,-1 1-1 0 0,1-1 0 0 0,-1 1 0 0 0,1-1 1 0 0,-1 0-1 0 0,1 1 0 0 0,-1-1 0 0 0,1 0 1 0 0,-1 1-1 0 0,0-1 0 0 0,1 0 0 0 0,-1 1 1 0 0,0-1-1 0 0,0 0 0 0 0,1 0 0 0 0,-1 1 1 0 0,0-1-1 0 0,0 0 0 0 0,0 0 0 0 0,0 0 1 0 0,0 1-1 0 0,0-1 0 0 0,0 0 0 0 0,-1-1 1 0 0,1 0 70 0 0,-37-32 362 0 0,31 31-591 0 0,-1 1-1 0 0,1 0 1 0 0,-1 0-1 0 0,0 1 0 0 0,-9-1 1 0 0,15 2-26 0 0,-1 0 1 0 0,0 0-1 0 0,1 0 1 0 0,-1 1-1 0 0,0-1 1 0 0,1 1-1 0 0,-1-1 1 0 0,1 1-1 0 0,-1-1 1 0 0,1 1-1 0 0,-1 0 1 0 0,1 0-1 0 0,0 0 1 0 0,-1 0-1 0 0,1 0 1 0 0,0 0-1 0 0,-2 1 1 0 0,-9 13-7369 0 0</inkml:trace>
</inkml:ink>
</file>

<file path=ppt/ink/ink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3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1 884 0 0,'3'5'870'0'0,"-1"1"1"0"0,1 0-1 0 0,-1 0 0 0 0,0 0 0 0 0,-1 0 1 0 0,0 0-1 0 0,0 0 0 0 0,0 0 0 0 0,0 0 1 0 0,-1 11-1 0 0,-1-8-155 0 0,-1 0 0 0 0,1 1-1 0 0,-1-1 1 0 0,-1 0 0 0 0,0 0 0 0 0,-5 12 0 0 0,1-6-786 0 0,-1-1 0 0 0,0-1 1 0 0,-12 16-1 0 0,-33 29-6274 0 0,45-52 3000 0 0,0-3 257 0 0</inkml:trace>
</inkml:ink>
</file>

<file path=ppt/ink/ink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4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 92 0 0,'0'0'3697'0'0,"15"-31"3068"0"0,0 24-6423 0 0,1 0-1 0 0,1 2 0 0 0,-1-1 1 0 0,1 2-1 0 0,0 0 1 0 0,27-2-1 0 0,-33 4-235 0 0,1 2-1 0 0,0-1 1 0 0,-1 1 0 0 0,1 1 0 0 0,-1 0 0 0 0,1 1-1 0 0,-1 0 1 0 0,1 1 0 0 0,-1 0 0 0 0,19 8-1 0 0,-26-9-80 0 0,-1 0 0 0 0,1 1-1 0 0,-1-1 1 0 0,0 1-1 0 0,1 0 1 0 0,-1 0 0 0 0,-1 0-1 0 0,1 0 1 0 0,0 1 0 0 0,-1-1-1 0 0,0 1 1 0 0,1-1 0 0 0,-1 1-1 0 0,-1 0 1 0 0,1 0-1 0 0,-1 0 1 0 0,1 0 0 0 0,-1 0-1 0 0,0 0 1 0 0,-1 0 0 0 0,1 1-1 0 0,-1-1 1 0 0,0 0 0 0 0,0 0-1 0 0,0 1 1 0 0,0-1 0 0 0,-1 0-1 0 0,1 0 1 0 0,-3 5-1 0 0,0 5 9 0 0,-1 0-1 0 0,0-1 0 0 0,-1 1 0 0 0,-1-1 0 0 0,0 0 1 0 0,-1-1-1 0 0,-10 15 0 0 0,-9 5 110 0 0,-2-1 1 0 0,0-1-1 0 0,-50 40 0 0 0,74-67-105 0 0,2-1 304 0 0,25 5-205 0 0,-12-5-85 0 0,0-1 0 0 0,0-1 0 0 0,0 0 0 0 0,0 0 0 0 0,0-1 0 0 0,18-4 0 0 0,26-1-413 0 0,-47 6 69 0 0,69-1-2433 0 0,-25-6-4876 0 0,-37 3 4473 0 0</inkml:trace>
</inkml:ink>
</file>

<file path=ppt/ink/ink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4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55 1008 0 0,'-1'1'7677'0'0,"-13"9"-7350"0"0,9-4-108 0 0,1 0-1 0 0,-1 0 1 0 0,1 0 0 0 0,1 1-1 0 0,-1-1 1 0 0,1 1 0 0 0,1 0-1 0 0,-1 0 1 0 0,-2 12 0 0 0,4-15-146 0 0,1 0 1 0 0,-1 1 0 0 0,1-1 0 0 0,-1 0 0 0 0,1 0-1 0 0,1 1 1 0 0,-1-1 0 0 0,0 0 0 0 0,1 1 0 0 0,0-1-1 0 0,0 0 1 0 0,0 0 0 0 0,1 0 0 0 0,-1 0 0 0 0,1 0-1 0 0,4 5 1 0 0,-6-7-39 0 0,1-1 0 0 0,0 1 0 0 0,0-1 0 0 0,0 1 0 0 0,0-1 1 0 0,0 0-1 0 0,1 0 0 0 0,-1 1 0 0 0,0-1 0 0 0,0 0 0 0 0,1 0 0 0 0,-1 0 0 0 0,1-1 0 0 0,-1 1 0 0 0,1 0 0 0 0,-1 0 0 0 0,1-1 0 0 0,-1 1 0 0 0,1-1 1 0 0,0 1-1 0 0,-1-1 0 0 0,1 0 0 0 0,0 0 0 0 0,-1 0 0 0 0,1 0 0 0 0,0 0 0 0 0,-1 0 0 0 0,1 0 0 0 0,0 0 0 0 0,-1-1 0 0 0,1 1 0 0 0,0-1 0 0 0,-1 1 0 0 0,1-1 1 0 0,-1 1-1 0 0,1-1 0 0 0,-1 0 0 0 0,1 0 0 0 0,-1 0 0 0 0,1 0 0 0 0,-1 0 0 0 0,0 0 0 0 0,0 0 0 0 0,1-1 0 0 0,-1 1 0 0 0,1-2 0 0 0,1-1 100 0 0,1 0 0 0 0,-1-1 0 0 0,0 1 0 0 0,0-1 0 0 0,0 1 0 0 0,-1-1 0 0 0,1 0-1 0 0,-1 0 1 0 0,-1-1 0 0 0,1 1 0 0 0,-1 0 0 0 0,2-11 0 0 0,-4 7-182 0 0,0-1 1 0 0,-1 1-1 0 0,0 0 1 0 0,0 0 0 0 0,-1 0-1 0 0,0 0 1 0 0,-1 0-1 0 0,0 1 1 0 0,0-1-1 0 0,-1 1 1 0 0,0 0-1 0 0,0 0 1 0 0,-1 1-1 0 0,0 0 1 0 0,-9-9-1 0 0,14 15-78 0 0,-1 0-559 0 0,1 0 0 0 0,-1 1-1 0 0,0-1 1 0 0,0 0 0 0 0,0 1-1 0 0,0 0 1 0 0,1-1 0 0 0,-1 1 0 0 0,0 0-1 0 0,0 0 1 0 0,0 0 0 0 0,-3 1 0 0 0</inkml:trace>
</inkml:ink>
</file>

<file path=ppt/ink/ink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5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70 856 0 0,'1'-2'298'0'0,"1"-1"0"0"0,0 0 1 0 0,1 1-1 0 0,-1-1 0 0 0,0 1 0 0 0,1 0 0 0 0,-1-1 0 0 0,1 1 0 0 0,0 0 1 0 0,0 1-1 0 0,0-1 0 0 0,0 0 0 0 0,0 1 0 0 0,0 0 0 0 0,0 0 0 0 0,4-1 1 0 0,58-10 1863 0 0,-31 8-1386 0 0,28-5 2149 0 0,112-1-1 0 0,-172 10-2865 0 0,-1 1 1 0 0,1-1-1 0 0,-1 1 0 0 0,0-1 0 0 0,1 1 1 0 0,-1 0-1 0 0,0 0 0 0 0,1-1 1 0 0,-1 1-1 0 0,0 0 0 0 0,0 0 0 0 0,0 0 1 0 0,0 0-1 0 0,0 0 0 0 0,0 1 1 0 0,0-1-1 0 0,0 0 0 0 0,0 0 1 0 0,0 1-1 0 0,-1-1 0 0 0,1 1 0 0 0,-1-1 1 0 0,1 0-1 0 0,-1 1 0 0 0,1-1 1 0 0,-1 1-1 0 0,0 1 0 0 0,8 40 944 0 0,-8-42-998 0 0,10 217 1906 0 0,-14 210-610 0 0,3-422-1315 0 0,0 1 0 0 0,0-1 1 0 0,0 1-1 0 0,-1-1 0 0 0,0 1 1 0 0,0-1-1 0 0,0 0 0 0 0,-1 0 1 0 0,0 0-1 0 0,0 0 0 0 0,-1-1 1 0 0,1 1-1 0 0,-1-1 0 0 0,-8 8 0 0 0,5-7 101 0 0,0 0 0 0 0,-1 0 0 0 0,0 0 0 0 0,0-1 0 0 0,0-1 0 0 0,-1 1 0 0 0,0-1 0 0 0,0-1 0 0 0,-10 4 0 0 0,-7-1-317 0 0,0 0-1 0 0,0-2 1 0 0,-36 2-1 0 0,-30-2-3498 0 0,44-3-398 0 0,28-1-596 0 0,0 0 360 0 0</inkml:trace>
</inkml:ink>
</file>

<file path=ppt/ink/ink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8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13 564 0 0,'-1'-1'321'0'0,"0"0"0"0"0,0-1-1 0 0,0 1 1 0 0,-1 1 0 0 0,1-1-1 0 0,0 0 1 0 0,-1 0 0 0 0,1 0 0 0 0,-1 1-1 0 0,1-1 1 0 0,0 1 0 0 0,-1-1 0 0 0,1 1-1 0 0,-1-1 1 0 0,0 1 0 0 0,1 0-1 0 0,-1 0 1 0 0,1 0 0 0 0,-1 0 0 0 0,1 0-1 0 0,-1 0 1 0 0,-1 1 0 0 0,1 1-146 0 0,0-1 0 0 0,0 1 0 0 0,0 1-1 0 0,1-1 1 0 0,-1 0 0 0 0,0 0 0 0 0,1 1 0 0 0,0-1 0 0 0,0 1 0 0 0,0-1 0 0 0,0 1 0 0 0,0-1 0 0 0,-1 5 0 0 0,-7 24 361 0 0,1 1 1 0 0,2 0-1 0 0,1 0 1 0 0,2 0 0 0 0,0 1-1 0 0,3-1 1 0 0,0 1-1 0 0,2-1 1 0 0,8 40-1 0 0,-3-14 9 0 0,-2 106-1 0 0,-5-131-782 0 0,-1-29 21 0 0,1 0 1 0 0,-1 0 0 0 0,0-1 0 0 0,0 1 0 0 0,0 0-1 0 0,0-1 1 0 0,-1 1 0 0 0,0-1 0 0 0,1 1 0 0 0,-4 3-1 0 0,4-6-381 0 0,0 2-394 0 0,-2 1 585 0 0,-23-17-9535 0 0</inkml:trace>
</inkml:ink>
</file>

<file path=ppt/ink/ink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8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1 316 132 0 0,'13'-15'600'0'0,"2"1"0"0"0,0 0 0 0 0,1 1 0 0 0,0 1 0 0 0,1 0 0 0 0,0 2 0 0 0,32-16 0 0 0,-18 10 37 0 0,32-15 291 0 0,3 2 0 0 0,0 4 0 0 0,1 2 0 0 0,89-17 1 0 0,-154 39-928 0 0,52-11 529 0 0,70-7 0 0 0,-110 17-815 0 0,1 1 0 0 0,-1 1 0 0 0,0 0 0 0 0,1 1 0 0 0,-1 1-1 0 0,0 0 1 0 0,0 1 0 0 0,0 0 0 0 0,0 1 0 0 0,19 8 0 0 0,-12 2-3744 0 0,-14-7 1715 0 0</inkml:trace>
</inkml:ink>
</file>

<file path=ppt/ink/ink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29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0 580 0 0,'-6'18'1640'0'0,"-1"1"-807"0"0,1-1 0 0 0,1 1 1 0 0,1 1-1 0 0,1-1 0 0 0,1 1 1 0 0,0 23-1 0 0,1-31-574 0 0,2 1-1 0 0,-1 0 0 0 0,2 0 1 0 0,0-1-1 0 0,0 1 1 0 0,1-1-1 0 0,1 1 0 0 0,0-1 1 0 0,1 0-1 0 0,8 15 1 0 0,-12-25-224 0 0,0 0-1 0 0,0-1 1 0 0,0 1 0 0 0,0-1 0 0 0,0 0 0 0 0,1 1 0 0 0,-1-1 0 0 0,1 0 0 0 0,-1 0-1 0 0,1 0 1 0 0,-1 0 0 0 0,1 0 0 0 0,0 0 0 0 0,-1 0 0 0 0,1 0 0 0 0,0-1 0 0 0,0 1-1 0 0,-1 0 1 0 0,1-1 0 0 0,0 0 0 0 0,2 1 0 0 0,0-1 0 0 0,0-1 0 0 0,0 1 0 0 0,0-1 0 0 0,-1 1 0 0 0,1-1-1 0 0,0 0 1 0 0,-1 0 0 0 0,1-1 0 0 0,0 1 0 0 0,3-3 0 0 0,1-1 5 0 0,1 0 0 0 0,-1-1-1 0 0,0 0 1 0 0,0 0 0 0 0,-1-1 0 0 0,0 0-1 0 0,9-12 1 0 0,-6 5 17 0 0,-9 12-46 0 0,0 0 0 0 0,0 0 0 0 0,0 0 0 0 0,0 0 0 0 0,1 0-1 0 0,-1 0 1 0 0,1 0 0 0 0,0 0 0 0 0,-1 1 0 0 0,1-1 0 0 0,0 1 0 0 0,0-1 0 0 0,0 1 0 0 0,0 0-1 0 0,0 0 1 0 0,0-1 0 0 0,0 1 0 0 0,0 1 0 0 0,4-2 0 0 0,-3 2-6 0 0,0 1 2 0 0,60 19 29 0 0,0-3 1 0 0,90 14 0 0 0,-152-31-23 0 0,1 1 1 0 0,0-1-1 0 0,-1 1 1 0 0,1-1 0 0 0,0 0-1 0 0,-1 0 1 0 0,1 0-1 0 0,0 0 1 0 0,-1 0-1 0 0,1 0 1 0 0,0 0-1 0 0,-1 0 1 0 0,1-1 0 0 0,0 1-1 0 0,-1-1 1 0 0,1 1-1 0 0,-1-1 1 0 0,1 1-1 0 0,-1-1 1 0 0,1 0-1 0 0,-1 0 1 0 0,1 0 0 0 0,-1 0-1 0 0,0 0 1 0 0,0 0-1 0 0,1 0 1 0 0,-1-1-1 0 0,0 1 1 0 0,0 0-1 0 0,0-1 1 0 0,0 1 0 0 0,0-1-1 0 0,-1 1 1 0 0,1-1-1 0 0,0 1 1 0 0,-1-1-1 0 0,1 1 1 0 0,-1-1-1 0 0,1 0 1 0 0,-1 1-1 0 0,0-1 1 0 0,0 0 0 0 0,0 1-1 0 0,0-1 1 0 0,0-2-1 0 0,-1-3 84 0 0,0 0 0 0 0,0-1 0 0 0,-1 1 0 0 0,1 0 0 0 0,-2 0-1 0 0,1 0 1 0 0,-1 0 0 0 0,-7-11 0 0 0,4 7-107 0 0,-31-46 361 0 0,9 24-2903 0 0,27 32 1473 0 0</inkml:trace>
</inkml:ink>
</file>

<file path=ppt/ink/ink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0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0 421 548 0 0,'18'-3'2284'0'0,"-4"-2"-1349"0"0,0-1 0 0 0,0 0 1 0 0,-1-1-1 0 0,1-1 0 0 0,-2 0 1 0 0,21-17-1 0 0,-19 9 685 0 0,-20 15-688 0 0,3 3-902 0 0,1-1 0 0 0,0 1 0 0 0,0-1 1 0 0,0 1-1 0 0,0 0 0 0 0,0 0 0 0 0,0 0 0 0 0,0 0 0 0 0,0 1 0 0 0,1-1 0 0 0,-1 0 0 0 0,1 1 0 0 0,0-1 0 0 0,-2 4 0 0 0,2-2-11 0 0,0 0-1 0 0,0 0 0 0 0,0 0 0 0 0,0 0 0 0 0,1 0 0 0 0,-1 0 0 0 0,1 0 0 0 0,0 0 0 0 0,0 0 0 0 0,0 0 0 0 0,1 0 0 0 0,0 0 0 0 0,-1 0 0 0 0,1-1 0 0 0,1 1 0 0 0,-1 0 0 0 0,0 0 0 0 0,4 5 0 0 0,-2-4-58 0 0,1-1 0 0 0,-1 1-1 0 0,1-1 1 0 0,0 0 0 0 0,0 0 0 0 0,1-1-1 0 0,-1 1 1 0 0,1-1 0 0 0,0 0-1 0 0,0 0 1 0 0,0-1 0 0 0,5 3-1 0 0,2 0-134 0 0,0-1-1 0 0,0-1 0 0 0,0 0 0 0 0,1-1 1 0 0,-1 0-1 0 0,0-1 0 0 0,1 0 0 0 0,-1-1 1 0 0,1 0-1 0 0,-1-1 0 0 0,20-4 0 0 0,-22 3 117 0 0,-1-1 0 0 0,0-1 0 0 0,-1 0 0 0 0,1 0 1 0 0,-1 0-1 0 0,1-1 0 0 0,-1-1 0 0 0,-1 1 0 0 0,1-1 0 0 0,-1-1 0 0 0,0 1 0 0 0,0-1 0 0 0,-1 0 0 0 0,0-1 0 0 0,0 1 0 0 0,-1-1 0 0 0,0 0 0 0 0,-1-1 0 0 0,1 1 0 0 0,-1-1 0 0 0,-1 0 0 0 0,0 0 0 0 0,0 0 0 0 0,2-16 1 0 0,-1 3 163 0 0,-1 0 1 0 0,-1-1 0 0 0,-1 1 0 0 0,-2 0-1 0 0,0-1 1 0 0,-1 1 0 0 0,-1 0 0 0 0,-1 0-1 0 0,-11-36 1 0 0,8 37 217 0 0,3 13 135 0 0,1 0 0 0 0,0-1-1 0 0,1 1 1 0 0,-3-14-1 0 0,5 22-447 0 0,0 0 0 0 0,0 0 0 0 0,0 1 0 0 0,0-1 0 0 0,0 0 0 0 0,0 0 0 0 0,0 0 1 0 0,0 0-1 0 0,-1 1 0 0 0,1-1 0 0 0,0 0 0 0 0,0 0 0 0 0,0 0 0 0 0,0 0 0 0 0,0 0 0 0 0,0 0 0 0 0,0 1 0 0 0,-1-1 0 0 0,1 0 0 0 0,0 0 0 0 0,0 0 0 0 0,0 0 0 0 0,0 0 0 0 0,-1 0 0 0 0,1 0 0 0 0,0 0 1 0 0,0 0-1 0 0,0 0 0 0 0,0 0 0 0 0,-1 0 0 0 0,1 0 0 0 0,0 0 0 0 0,0 0 0 0 0,0 0 0 0 0,0 0 0 0 0,-1 0 0 0 0,1 0 0 0 0,0 0 0 0 0,0 0 0 0 0,0 0 0 0 0,0 0 0 0 0,-1 0 0 0 0,1 0 0 0 0,0 0 0 0 0,0 0 0 0 0,0 0 1 0 0,0 0-1 0 0,0-1 0 0 0,-1 1 0 0 0,1 0 0 0 0,0 0 0 0 0,0 0 0 0 0,0 0 0 0 0,0 0 0 0 0,0-1 0 0 0,0 1 0 0 0,0 0 0 0 0,0 0 0 0 0,-1 0 0 0 0,1 0 0 0 0,0 0 0 0 0,0-1 0 0 0,0 1 0 0 0,0 0 0 0 0,0 0 1 0 0,0 0-1 0 0,0-1 0 0 0,-11 15 373 0 0,10-13-399 0 0,-3 10 146 0 0,0-1 1 0 0,0 1-1 0 0,2 0 1 0 0,-1 0-1 0 0,1 0 1 0 0,1 1-1 0 0,0-1 1 0 0,1 0-1 0 0,0 1 1 0 0,1-1-1 0 0,3 23 1 0 0,4 3 64 0 0,1 1 1 0 0,16 38-1 0 0,-16-52-154 0 0,0-1 0 0 0,2 0-1 0 0,23 37 1 0 0,-29-51-62 0 0,2 0 0 0 0,-1-1 0 0 0,1 0 0 0 0,0 0 0 0 0,1-1 0 0 0,0 0 0 0 0,0 0 0 0 0,0-1 0 0 0,1 0 0 0 0,0 0 0 0 0,14 6 0 0 0,-20-11 17 0 0,1 0-1 0 0,-1 0 0 0 0,1 0 1 0 0,-1 0-1 0 0,1 0 1 0 0,-1-1-1 0 0,1 0 0 0 0,0 0 1 0 0,-1 0-1 0 0,1 0 0 0 0,-1 0 1 0 0,1-1-1 0 0,-1 0 0 0 0,1 1 1 0 0,-1-1-1 0 0,1-1 0 0 0,-1 1 1 0 0,0 0-1 0 0,1-1 0 0 0,-1 0 1 0 0,0 1-1 0 0,0-1 1 0 0,0-1-1 0 0,0 1 0 0 0,-1 0 1 0 0,1-1-1 0 0,0 1 0 0 0,3-6 1 0 0,5-6 3 0 0,-1-1 0 0 0,0 0 0 0 0,-1-1 1 0 0,10-23-1 0 0,-9 19 17 0 0,24-61 1043 0 0,-34 80-952 0 0,1-1 19 0 0,0 2-117 0 0,-1 0-1 0 0,0 0 1 0 0,0 0-1 0 0,0 0 1 0 0,0 0 0 0 0,0 0-1 0 0,0 0 1 0 0,0 0 0 0 0,0 0-1 0 0,1 0 1 0 0,-1 0 0 0 0,0 0-1 0 0,0 0 1 0 0,0 1 0 0 0,0-1-1 0 0,0 0 1 0 0,0 0 0 0 0,0 0-1 0 0,1 0 1 0 0,-1 0 0 0 0,0 0-1 0 0,0 0 1 0 0,0 0 0 0 0,0 0-1 0 0,0 0 1 0 0,0 0 0 0 0,1-1-1 0 0,-1 1 1 0 0,0 0 0 0 0,0 0-1 0 0,0 0 1 0 0,0 0 0 0 0,0 0-1 0 0,0 0 1 0 0,0 0 0 0 0,0 0-1 0 0,1 0 1 0 0,-1 0 0 0 0,0 0-1 0 0,0 0 1 0 0,0 0-1 0 0,0-1 1 0 0,0 1 0 0 0,0 0-1 0 0,0 0 1 0 0,0 0 0 0 0,0 0-1 0 0,0 0 1 0 0,0 0 0 0 0,0 0-1 0 0,0-1 1 0 0,0 1 0 0 0,0 0-1 0 0,0 0 1 0 0,0 0 0 0 0,0 0-1 0 0,0 0 1 0 0,0 0 0 0 0,0-1-1 0 0,0 1 1 0 0,0 0 0 0 0,0 0-1 0 0,0 0 1 0 0,0 0 0 0 0,8 30 209 0 0,-3-6-88 0 0,2 0 0 0 0,17 42 0 0 0,-21-59-113 0 0,0-1 0 0 0,1 0-1 0 0,-1 0 1 0 0,2 0 0 0 0,-1 0 0 0 0,0 0 0 0 0,1-1-1 0 0,0 0 1 0 0,1 0 0 0 0,-1 0 0 0 0,1-1 0 0 0,0 0 0 0 0,0 0-1 0 0,11 6 1 0 0,-14-9-10 0 0,0-1-1 0 0,0 1 1 0 0,1-1-1 0 0,-1 1 1 0 0,0-1 0 0 0,0 0-1 0 0,0 0 1 0 0,0 0-1 0 0,1-1 1 0 0,-1 1-1 0 0,0-1 1 0 0,0 1-1 0 0,0-1 1 0 0,0 0-1 0 0,0-1 1 0 0,4-1-1 0 0,-3 1 1 0 0,0 0-5 0 0,0 0-1 0 0,0-1 0 0 0,-1 1 1 0 0,1-1-1 0 0,-1 0 0 0 0,0 0 1 0 0,0 0-1 0 0,0-1 0 0 0,0 1 1 0 0,-1-1-1 0 0,1 1 0 0 0,-1-1 1 0 0,3-6-1 0 0,9-12 14 0 0,-11 19-11 0 0,-1 0 1 0 0,-1 0 0 0 0,1-1-1 0 0,0 1 1 0 0,-1 0 0 0 0,1-1-1 0 0,-1 1 1 0 0,0-1-1 0 0,1-6 1 0 0,0-2 6 0 0,-1 11-33 0 0,-2 5-123 0 0,1 0 144 0 0,0 0 1 0 0,0 1 0 0 0,0-1 0 0 0,1 0 0 0 0,-1 0 0 0 0,1 0 0 0 0,0 1 0 0 0,0-1-1 0 0,1 0 1 0 0,-1 0 0 0 0,1-1 0 0 0,0 1 0 0 0,0 0 0 0 0,0 0 0 0 0,0-1 0 0 0,1 1 0 0 0,-1-1-1 0 0,1 0 1 0 0,0 0 0 0 0,0 0 0 0 0,0 0 0 0 0,1 0 0 0 0,-1-1 0 0 0,0 1 0 0 0,1-1-1 0 0,6 3 1 0 0,-3-2-19 0 0,1-1 0 0 0,0 1 1 0 0,0-1-1 0 0,0 0 0 0 0,0-1 0 0 0,0 0 0 0 0,0 0 0 0 0,0-1 0 0 0,0 0 0 0 0,0 0 0 0 0,1-1 0 0 0,10-2 0 0 0,-13 2 14 0 0,-1 0-1 0 0,0-1 0 0 0,1 0 1 0 0,-1 0-1 0 0,0 0 1 0 0,0 0-1 0 0,0-1 0 0 0,0 0 1 0 0,0 0-1 0 0,0 0 0 0 0,-1 0 1 0 0,0-1-1 0 0,1 0 0 0 0,-1 0 1 0 0,-1 0-1 0 0,1 0 0 0 0,-1-1 1 0 0,5-6-1 0 0,10-38 999 0 0,-17 48 115 0 0,-18 25-984 0 0,17-22-191 0 0,-1 0-1 0 0,0 0 1 0 0,1 0 0 0 0,-1 0 0 0 0,1 0-1 0 0,0 0 1 0 0,-1 0 0 0 0,1 0-1 0 0,0 0 1 0 0,0 0 0 0 0,1 0 0 0 0,-1 0-1 0 0,0 0 1 0 0,1 0 0 0 0,-1 0 0 0 0,1 0-1 0 0,-1 0 1 0 0,2 2 0 0 0,18 35-3130 0 0,-14-30 1673 0 0,11 8-5360 0 0,-3-8 2935 0 0</inkml:trace>
</inkml:ink>
</file>

<file path=ppt/ink/ink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57 140 788 0 0,'-11'-14'4199'0'0,"2"15"272"0"0,-9 32-1582 0 0,14-19-2415 0 0,0 0-1 0 0,0 1 1 0 0,2-1 0 0 0,0 1-1 0 0,0 0 1 0 0,2 18 0 0 0,8 92 1696 0 0,-4-81-1278 0 0,-4-77-610 0 0,1-1 0 0 0,1 1 0 0 0,10-44-1 0 0,35-118-318 0 0,-43 182 56 0 0,-3 8-33 0 0,0 1 1 0 0,1-1 0 0 0,0 0 0 0 0,0 0 0 0 0,0 1 0 0 0,0-1-1 0 0,1 1 1 0 0,5-7 0 0 0,-7 9-12 0 0,1 3 24 0 0,0 0 0 0 0,0-1-1 0 0,-1 1 1 0 0,1 0-1 0 0,0 0 1 0 0,0 0 0 0 0,0 0-1 0 0,-1 0 1 0 0,1 0-1 0 0,-1 1 1 0 0,1-1-1 0 0,2 3 1 0 0,-2-1-1 0 0,12 20 1 0 0,20 49 0 0 0,-23-47-31 0 0,25 41-1 0 0,-28-51-17 0 0,1-1-1 0 0,1-1 1 0 0,1 1-1 0 0,0-2 1 0 0,1 1-1 0 0,0-2 0 0 0,0 0 1 0 0,23 16-1 0 0,-33-26 59 0 0,0 0 0 0 0,0 0 0 0 0,0 0-1 0 0,0-1 1 0 0,0 1 0 0 0,0-1 0 0 0,0 1-1 0 0,0-1 1 0 0,0 0 0 0 0,0 0 0 0 0,0 0-1 0 0,0 0 1 0 0,1 0 0 0 0,-1 0 0 0 0,0 0-1 0 0,0-1 1 0 0,0 1 0 0 0,0-1-1 0 0,0 1 1 0 0,0-1 0 0 0,0 0 0 0 0,0 0-1 0 0,-1 0 1 0 0,1 0 0 0 0,0 0 0 0 0,0 0-1 0 0,-1-1 1 0 0,1 1 0 0 0,-1 0 0 0 0,1-1-1 0 0,-1 1 1 0 0,1-1 0 0 0,-1 0 0 0 0,0 0-1 0 0,0 1 1 0 0,0-1 0 0 0,2-3 0 0 0,2-7 170 0 0,0 1 0 0 0,-1-1 1 0 0,0 0-1 0 0,4-21 1 0 0,-6 25-108 0 0,9-84 497 0 0,-4 27-198 0 0,-5 53-372 0 0,-1 0 0 0 0,0-1 0 0 0,0 1-1 0 0,-2-16 1 0 0,0 25-379 0 0,5 15-6185 0 0,-1-1 5457 0 0,0 4-4495 0 0,-1 4 1287 0 0</inkml:trace>
</inkml:ink>
</file>

<file path=ppt/ink/ink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1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1 207 848 0 0,'0'0'6735'0'0,"15"4"-3154"0"0,-16 90 3643 0 0,0-44-7111 0 0,1-1-3291 0 0,0-47 2337 0 0,1-2 525 0 0,0 0 1 0 0,0-1-1 0 0,0 1 1 0 0,0-1-1 0 0,0 1 1 0 0,0-1-1 0 0,0 0 1 0 0,0 1-1 0 0,-1-1 1 0 0,1 0-1 0 0,0 0 1 0 0,0 1-1 0 0,-1-1 1 0 0,1 0-1 0 0,0 0 1 0 0,-1 0-1 0 0,1 0 1 0 0,0-2-1 0 0,16-34-1865 0 0,12-53 2603 0 0,-24 72-559 0 0,11-32 913 0 0,-3 10 1793 0 0,-1-1-1 0 0,9-63 1 0 0,-21 102-2429 0 0,3-5 196 0 0,-1 5-1544 0 0,-1 13-3156 0 0,0-1 3575 0 0,2 3-3085 0 0,0 1 884 0 0</inkml:trace>
</inkml:ink>
</file>

<file path=ppt/ink/ink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2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32 936 0 0,'0'0'1011'0'0,"4"-11"5881"0"0,-6 9-6713 0 0,0 0-1 0 0,0 0 1 0 0,0 0-1 0 0,0 1 0 0 0,-1-1 1 0 0,1 1-1 0 0,0 0 0 0 0,-1-1 1 0 0,1 1-1 0 0,-1 0 1 0 0,1 0-1 0 0,-1 1 0 0 0,0-1 1 0 0,1 0-1 0 0,-1 1 0 0 0,0 0 1 0 0,1-1-1 0 0,-1 1 1 0 0,0 0-1 0 0,1 1 0 0 0,-1-1 1 0 0,0 0-1 0 0,1 1 0 0 0,-1 0 1 0 0,0-1-1 0 0,1 1 0 0 0,-1 0 1 0 0,1 0-1 0 0,-1 0 1 0 0,1 1-1 0 0,0-1 0 0 0,-1 1 1 0 0,-1 1-1 0 0,0 0-109 0 0,0 0 1 0 0,1 0-1 0 0,-1 1 0 0 0,1-1 1 0 0,0 1-1 0 0,0 0 0 0 0,1 0 1 0 0,-1 0-1 0 0,1 0 0 0 0,-1 1 1 0 0,1-1-1 0 0,1 0 0 0 0,-1 1 1 0 0,1 0-1 0 0,-1-1 0 0 0,1 1 1 0 0,1 0-1 0 0,-2 7 0 0 0,11 130 465 0 0,-2 37-329 0 0,-8-159-236 0 0,0 0 0 0 0,-2 0 0 0 0,0 0 0 0 0,-1-1 0 0 0,-1 1-1 0 0,-15 33 1 0 0,18-48 27 0 0,-1 0-1 0 0,0-1 1 0 0,0 1-1 0 0,0-1 1 0 0,0 0-1 0 0,-1 0 1 0 0,0 0-1 0 0,0-1 1 0 0,0 1-1 0 0,0-1 1 0 0,-1 0-1 0 0,-4 3 1 0 0,7-5-56 0 0,0 1 0 0 0,-1-1 0 0 0,1 0 0 0 0,0 0 0 0 0,0-1-1 0 0,0 1 1 0 0,-1 0 0 0 0,1-1 0 0 0,0 1 0 0 0,-1-1 0 0 0,1 0 0 0 0,0 0 0 0 0,-1 0 0 0 0,1 0 0 0 0,0 0 0 0 0,-1 0 0 0 0,1-1 0 0 0,0 1 0 0 0,-1-1 0 0 0,1 0 0 0 0,0 1 0 0 0,0-1-1 0 0,0 0 1 0 0,-1 0 0 0 0,1-1 0 0 0,0 1 0 0 0,1 0 0 0 0,-1-1 0 0 0,-2-1 0 0 0,3 2-90 0 0,0-1 1 0 0,0 1-1 0 0,0 0 0 0 0,0-1 0 0 0,1 1 1 0 0,-1-1-1 0 0,1 1 0 0 0,-1-1 0 0 0,1 1 1 0 0,-1-1-1 0 0,1 1 0 0 0,0-1 1 0 0,0 1-1 0 0,-1-1 0 0 0,1 0 0 0 0,1 1 1 0 0,-1-1-1 0 0,0 1 0 0 0,0-1 0 0 0,0 1 1 0 0,1-1-1 0 0,-1 1 0 0 0,2-4 0 0 0,17-32-5092 0 0,-18 35 4667 0 0,11-16-2504 0 0</inkml:trace>
</inkml:ink>
</file>

<file path=ppt/ink/ink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2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51 744 0 0,'18'-50'13091'0'0,"-20"55"-12417"0"0,-9 23 194 0 0,2 1-1 0 0,1 0 0 0 0,-5 35 1 0 0,11-46-580 0 0,0-1-1 0 0,1 0 1 0 0,1 1 0 0 0,1-1 0 0 0,0 1 0 0 0,1-1-1 0 0,6 21 1 0 0,-8-38-279 0 0,0 0 0 0 0,1 1-1 0 0,-1-1 1 0 0,0 0-1 0 0,1 1 1 0 0,-1-1 0 0 0,1 0-1 0 0,-1 1 1 0 0,1-1 0 0 0,-1 0-1 0 0,1 0 1 0 0,-1 1 0 0 0,1-1-1 0 0,-1 0 1 0 0,1 0 0 0 0,-1 0-1 0 0,1 0 1 0 0,-1 0 0 0 0,1 0-1 0 0,0 0 1 0 0,-1 0 0 0 0,1 0-1 0 0,-1 0 1 0 0,1 0 0 0 0,-1 0-1 0 0,1 0 1 0 0,-1 0 0 0 0,1 0-1 0 0,-1-1 1 0 0,1 1-1 0 0,-1 0 1 0 0,2-1 0 0 0,12-5 19 0 0,30-19-71 0 0,-40 21 19 0 0,0 1 1 0 0,1 1 0 0 0,-1-1 0 0 0,1 1-1 0 0,-1-1 1 0 0,1 1 0 0 0,6-1-1 0 0,-8 2 21 0 0,-1 1-1 0 0,1 0 0 0 0,-1 0 0 0 0,1 0 0 0 0,0 0 0 0 0,-1 1 1 0 0,1-1-1 0 0,-1 1 0 0 0,1 0 0 0 0,-1-1 0 0 0,1 1 0 0 0,-1 0 1 0 0,0 1-1 0 0,1-1 0 0 0,-1 0 0 0 0,0 1 0 0 0,0-1 0 0 0,4 4 1 0 0,3 3-103 0 0,0-1 0 0 0,1 0 0 0 0,1 0 0 0 0,-1-1 0 0 0,1 0 0 0 0,0-1 0 0 0,0 0 1 0 0,1-1-1 0 0,17 4 0 0 0,-25-7 92 0 0,0-1 0 0 0,0 0 0 0 0,-1 0-1 0 0,1 0 1 0 0,0-1 0 0 0,0 1 0 0 0,0-1 0 0 0,0 0 0 0 0,0 0 0 0 0,-1 0 0 0 0,1-1 0 0 0,0 1 0 0 0,-1-1 0 0 0,0 0 0 0 0,1 0 0 0 0,-1 0-1 0 0,0-1 1 0 0,0 1 0 0 0,0-1 0 0 0,0 1 0 0 0,0-1 0 0 0,-1 0 0 0 0,3-4 0 0 0,2-1 8 0 0,-2 0 1 0 0,1 0-1 0 0,-1-1 0 0 0,-1 0 0 0 0,1 0 1 0 0,-2 0-1 0 0,5-16 0 0 0,5-16 95 0 0,-9 31 52 0 0,-1-1 0 0 0,1 0 1 0 0,-2 0-1 0 0,0 0 1 0 0,0 0-1 0 0,-1 0 0 0 0,0-18 1 0 0,-7-40 1071 0 0,6 67-1027 0 0,-3 5-170 0 0,0-1 0 0 0,1 1 1 0 0,-1 0-1 0 0,1-1 1 0 0,0 1-1 0 0,0 0 0 0 0,0 1 1 0 0,1-1-1 0 0,-3 6 1 0 0,-4 10 12 0 0,2-1 1 0 0,0 2-1 0 0,2-1 0 0 0,0 1 1 0 0,1-1-1 0 0,1 1 1 0 0,0 0-1 0 0,2 0 1 0 0,3 36-1 0 0,-1-41-551 0 0,1 0 1 0 0,0-1-1 0 0,1 1 0 0 0,9 21 0 0 0,-9-29-752 0 0,3 6-472 0 0</inkml:trace>
</inkml:ink>
</file>

<file path=ppt/ink/ink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3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44 788 0 0,'0'0'904'0'0,"8"-11"-64"0"0,-2 6-60 0 0,3 0-8 0 0,1 0 641 0 0,7-1-801 0 0,-7 3-60 0 0,1-2 364 0 0,11 1-604 0 0,-8 4-184 0 0,14 0-640 0 0,-15 2-140 0 0,-1 1-492 0 0,3 1-1241 0 0,3 1 553 0 0</inkml:trace>
</inkml:ink>
</file>

<file path=ppt/ink/ink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3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33 208 0 0,'0'0'1387'0'0,"-4"-32"16044"0"0,-4 68-17084 0 0,-2 0 0 0 0,-2-1-1 0 0,-27 58 1 0 0,24-63-223 0 0,2 1 0 0 0,1 0 0 0 0,1 1 0 0 0,2 0 0 0 0,1 1 0 0 0,-4 42 0 0 0,11 36 158 0 0,2-101-257 0 0,0 0 1 0 0,0-1-1 0 0,1 1 0 0 0,1 0 0 0 0,-1-1 1 0 0,2 1-1 0 0,-1-1 0 0 0,1 0 1 0 0,5 9-1 0 0,-4-13-14 0 0,-1 0 0 0 0,1 0 0 0 0,0-1 0 0 0,0 1 0 0 0,0-1 0 0 0,0-1 0 0 0,1 1 0 0 0,0-1 0 0 0,0 0 0 0 0,-1 0 0 0 0,2-1 0 0 0,-1 1 0 0 0,0-1 0 0 0,10 1 0 0 0,14 4-263 0 0,51 3-1 0 0,-76-10 180 0 0,23 3-1093 0 0,1-2 1 0 0,-1-1-1 0 0,39-4 1 0 0,-54 2-551 0 0,-1-1-1 0 0,0 0 1 0 0,1 0 0 0 0,-1-2 0 0 0,22-9 0 0 0,-16 5-1908 0 0</inkml:trace>
</inkml:ink>
</file>

<file path=ppt/ink/ink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3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95 816 0 0,'11'-31'3832'0'0,"-7"26"-3413"0"0,0 0 0 0 0,0 0 0 0 0,1 0 0 0 0,0 0 0 0 0,0 1 0 0 0,1-1 0 0 0,-1 1 0 0 0,1 1 0 0 0,0-1 0 0 0,0 1 0 0 0,0 0 0 0 0,0 0-1 0 0,0 1 1 0 0,1 0 0 0 0,-1 0 0 0 0,13-2 0 0 0,-15 4-562 0 0,-1 1-1 0 0,0 0 1 0 0,1-1 0 0 0,-1 1-1 0 0,0 0 1 0 0,0 1-1 0 0,0-1 1 0 0,0 1-1 0 0,0-1 1 0 0,0 1-1 0 0,0 0 1 0 0,4 3-1 0 0,6 6-4858 0 0,-5-3 2243 0 0</inkml:trace>
</inkml:ink>
</file>

<file path=ppt/ink/ink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5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361 133 44 0 0,'-1'-8'613'0'0,"0"1"0"0"0,0 0 0 0 0,0 0 0 0 0,-1 0-1 0 0,-1 0 1 0 0,1 0 0 0 0,-1 0 0 0 0,0 1 0 0 0,0-1 0 0 0,-1 1 0 0 0,0 0 0 0 0,0 0 0 0 0,0 0 0 0 0,-1 1-1 0 0,0-1 1 0 0,0 1 0 0 0,-1 0 0 0 0,-7-5 0 0 0,8 8-447 0 0,0 1 0 0 0,0 0 0 0 0,0 0-1 0 0,0 0 1 0 0,0 0 0 0 0,0 1 0 0 0,-1 0 0 0 0,1 0 0 0 0,0 0-1 0 0,0 1 1 0 0,0 0 0 0 0,0 0 0 0 0,-1 0 0 0 0,1 0 0 0 0,1 1 0 0 0,-1 0-1 0 0,0 0 1 0 0,-7 5 0 0 0,-9 4 322 0 0,0 2 1 0 0,-27 22-1 0 0,39-27-361 0 0,0 0 0 0 0,1 0 0 0 0,0 1 0 0 0,1 1 0 0 0,0-1 0 0 0,0 1 0 0 0,1 0 0 0 0,0 1 0 0 0,1-1 0 0 0,0 1 0 0 0,1 0 0 0 0,0 1 0 0 0,1-1 0 0 0,0 1 0 0 0,1-1 0 0 0,0 1 0 0 0,1 0 0 0 0,0 0 0 0 0,1 0 0 0 0,0 0 0 0 0,3 18 0 0 0,-2-22-96 0 0,0 0 1 0 0,1 0-1 0 0,0 0 0 0 0,0-1 0 0 0,0 1 1 0 0,1 0-1 0 0,0-1 0 0 0,1 1 0 0 0,0-1 1 0 0,0 0-1 0 0,1 0 0 0 0,-1-1 0 0 0,1 0 0 0 0,1 1 1 0 0,-1-1-1 0 0,1-1 0 0 0,0 1 0 0 0,1-1 1 0 0,-1 0-1 0 0,1-1 0 0 0,0 0 0 0 0,0 0 1 0 0,0 0-1 0 0,1-1 0 0 0,-1 0 0 0 0,1 0 0 0 0,0-1 1 0 0,0 0-1 0 0,0 0 0 0 0,0-1 0 0 0,0 0 1 0 0,8 0-1 0 0,-7-1-18 0 0,-1 0-1 0 0,0 0 1 0 0,0-1 0 0 0,0 0-1 0 0,0 0 1 0 0,0-1 0 0 0,0 0-1 0 0,0-1 1 0 0,0 0 0 0 0,-1 0-1 0 0,1 0 1 0 0,-1-1 0 0 0,0 0-1 0 0,0-1 1 0 0,0 1 0 0 0,-1-1-1 0 0,0-1 1 0 0,0 1 0 0 0,0-1 0 0 0,8-11-1 0 0,-8 8-3 0 0,0 0 0 0 0,-1 0 0 0 0,0 0 0 0 0,-1-1 0 0 0,0 0 0 0 0,-1 0 0 0 0,0 0 0 0 0,0-1 0 0 0,-1 1 0 0 0,0 0 0 0 0,-1-1 0 0 0,-1 0 0 0 0,1 1 0 0 0,-1-1 0 0 0,-3-16 0 0 0,0 8-101 0 0,-2 0 0 0 0,0 0 0 0 0,0 1 1 0 0,-2-1-1 0 0,0 2 0 0 0,-1-1 0 0 0,-16-24 0 0 0,23 41-295 0 0,-6 19-2512 0 0,-2 11 1163 0 0,18 16-1604 0 0,3-16-2344 0 0,-5-14 2445 0 0</inkml:trace>
</inkml:ink>
</file>

<file path=ppt/ink/ink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36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 10757 0 0,'2'1'202'0'0,"1"0"0"0"0,-1 0 0 0 0,0 1 0 0 0,0-1 0 0 0,1 1 0 0 0,-1-1 0 0 0,0 1 0 0 0,0 0 0 0 0,0-1-1 0 0,-1 1 1 0 0,1 0 0 0 0,0 0 0 0 0,-1 1 0 0 0,1-1 0 0 0,-1 0 0 0 0,0 0 0 0 0,0 1 0 0 0,0-1 0 0 0,0 1 0 0 0,0-1 0 0 0,0 1 0 0 0,-1-1 0 0 0,1 1 0 0 0,-1 0 0 0 0,0-1 0 0 0,1 1 0 0 0,-1 0 0 0 0,0-1 0 0 0,-1 1-1 0 0,1-1 1 0 0,-2 6 0 0 0,0 12 313 0 0,-2 0 0 0 0,-1 0 0 0 0,-8 22 0 0 0,6-18-296 0 0,3-13-1272 0 0,1 0 1 0 0,-2 0-1 0 0,0 0 1 0 0,-10 18-1 0 0,14-28 50 0 0,-4 7-825 0 0</inkml:trace>
</inkml:ink>
</file>

<file path=ppt/ink/ink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2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52 437 16 0 0,'0'0'2305'0'0,"1"-5"-1580"0"0,1 0-461 0 0,0-1 0 0 0,0 1 0 0 0,1 0-1 0 0,0 0 1 0 0,0 0 0 0 0,0 0 0 0 0,0 0 0 0 0,1 0 0 0 0,-1 1 0 0 0,1 0 0 0 0,1 0 0 0 0,-1 0 0 0 0,7-5 0 0 0,76-48 1095 0 0,-50 34-954 0 0,-24 15-249 0 0,-1-2 1 0 0,0 1-1 0 0,0-1 1 0 0,-1-1-1 0 0,-1 0 1 0 0,0 0-1 0 0,0-1 1 0 0,8-15-1 0 0,-15 24-121 0 0,-1 0 0 0 0,0-1 0 0 0,-1 1 0 0 0,1 0-1 0 0,0-1 1 0 0,-1 0 0 0 0,0 1 0 0 0,0-1 0 0 0,0 0 0 0 0,0 0-1 0 0,-1 0 1 0 0,1 1 0 0 0,-1-1 0 0 0,0 0 0 0 0,0 0 0 0 0,0 0-1 0 0,-1 0 1 0 0,0 0 0 0 0,1 1 0 0 0,-1-1 0 0 0,0 0 0 0 0,-1 0-1 0 0,1 1 1 0 0,-1-1 0 0 0,0 1 0 0 0,1 0 0 0 0,-2-1 0 0 0,1 1 0 0 0,0 0-1 0 0,-1 0 1 0 0,1 0 0 0 0,-1 0 0 0 0,0 1 0 0 0,0-1 0 0 0,0 1-1 0 0,0-1 1 0 0,-4-1 0 0 0,-6-3 3 0 0,-1 1-1 0 0,0 1 1 0 0,0 0-1 0 0,-1 0 1 0 0,1 2-1 0 0,-1 0 1 0 0,0 0-1 0 0,0 1 1 0 0,0 1-1 0 0,0 1 1 0 0,0 0 0 0 0,-17 2-1 0 0,31-2-37 0 0,-1 1 1 0 0,0-1-1 0 0,0 0 0 0 0,1 0 0 0 0,-1 1 1 0 0,0-1-1 0 0,0 1 0 0 0,1-1 0 0 0,-1 1 1 0 0,0 0-1 0 0,1 0 0 0 0,-1 0 0 0 0,1 0 1 0 0,-1 0-1 0 0,1 0 0 0 0,0 0 1 0 0,-1 0-1 0 0,1 1 0 0 0,-2 1 0 0 0,3-2 1 0 0,-1 0 0 0 0,1 1 0 0 0,0-1 0 0 0,-1 0 0 0 0,1 1 0 0 0,0-1 0 0 0,0 0 0 0 0,0 1 0 0 0,0-1 0 0 0,0 1 0 0 0,0-1 0 0 0,0 0 0 0 0,0 1 0 0 0,1-1-1 0 0,-1 0 1 0 0,0 1 0 0 0,1-1 0 0 0,1 3 0 0 0,3 5 7 0 0,0-1-1 0 0,1 1 1 0 0,0-1-1 0 0,0 0 1 0 0,8 7-1 0 0,-6-6 2 0 0,8 11 13 0 0,2 1-4 0 0,-1 0 0 0 0,-1 1 0 0 0,0 1 0 0 0,22 46 0 0 0,-36-63-14 0 0,1 0 0 0 0,-1 1 0 0 0,0-1 0 0 0,-1 1 1 0 0,1-1-1 0 0,-1 1 0 0 0,-1-1 0 0 0,1 1 0 0 0,-1 0 1 0 0,0-1-1 0 0,-1 1 0 0 0,0 0 0 0 0,0-1 0 0 0,0 1 0 0 0,0-1 1 0 0,-1 0-1 0 0,-1 1 0 0 0,1-1 0 0 0,-1 0 0 0 0,0 0 1 0 0,0 0-1 0 0,0 0 0 0 0,-1-1 0 0 0,0 0 0 0 0,-7 8 0 0 0,5-6 5 0 0,0-1 0 0 0,0 0 0 0 0,0-1-1 0 0,-1 0 1 0 0,0 0 0 0 0,0 0 0 0 0,0 0-1 0 0,-1-1 1 0 0,0-1 0 0 0,1 1 0 0 0,-1-1-1 0 0,0-1 1 0 0,-1 1 0 0 0,1-1-1 0 0,0-1 1 0 0,-1 0 0 0 0,1 0 0 0 0,-1 0-1 0 0,-10-1 1 0 0,17-1-7 0 0,0 1 0 0 0,0 0 1 0 0,-1 0-1 0 0,1-1 0 0 0,0 1 0 0 0,0-1 0 0 0,0 1 0 0 0,-1-1 1 0 0,1 0-1 0 0,0 0 0 0 0,0 0 0 0 0,0 0 0 0 0,0-1 0 0 0,1 1 0 0 0,-1 0 1 0 0,0-1-1 0 0,0 1 0 0 0,1-1 0 0 0,-1 0 0 0 0,1 0 0 0 0,-1 1 1 0 0,1-1-1 0 0,0 0 0 0 0,0 0 0 0 0,0 0 0 0 0,0 0 0 0 0,0 0 1 0 0,0-1-1 0 0,1 1 0 0 0,-1 0 0 0 0,1 0 0 0 0,-1 0 0 0 0,1-1 0 0 0,0 1 1 0 0,0 0-1 0 0,0-1 0 0 0,0 1 0 0 0,0 0 0 0 0,0 0 0 0 0,1-1 1 0 0,-1 1-1 0 0,1 0 0 0 0,0 0 0 0 0,0 0 0 0 0,1-3 0 0 0,1-4 3 0 0,1 1-1 0 0,0-1 0 0 0,0 1 1 0 0,1 0-1 0 0,0 0 0 0 0,0 0 1 0 0,1 1-1 0 0,0 0 0 0 0,11-10 1 0 0,-10 11-144 0 0,1 1-1 0 0,0-1 1 0 0,1 2 0 0 0,-1-1-1 0 0,1 1 1 0 0,0 0 0 0 0,0 1 0 0 0,0 0-1 0 0,17-3 1 0 0,51-2-6512 0 0,-60 8 4235 0 0</inkml:trace>
</inkml:ink>
</file>

<file path=ppt/ink/ink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2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50 103 540 0 0,'0'0'2052'0'0,"-6"1"-1642"0"0,4-1-345 0 0,0 1 1 0 0,0-1 0 0 0,0 1 0 0 0,0-1 0 0 0,0 1-1 0 0,0 0 1 0 0,0 0 0 0 0,0 0 0 0 0,1 0 0 0 0,-1 0 0 0 0,0 0-1 0 0,0 0 1 0 0,1 1 0 0 0,-1-1 0 0 0,1 0 0 0 0,-1 1-1 0 0,1 0 1 0 0,-1-1 0 0 0,1 1 0 0 0,0 0 0 0 0,0-1-1 0 0,0 1 1 0 0,0 0 0 0 0,0 0 0 0 0,1 0 0 0 0,-1 0 0 0 0,0 0-1 0 0,1 0 1 0 0,-1 0 0 0 0,1 0 0 0 0,0 0 0 0 0,0 0-1 0 0,0 1 1 0 0,0-1 0 0 0,0 0 0 0 0,0 0 0 0 0,1 0-1 0 0,-1 0 1 0 0,1 0 0 0 0,-1 0 0 0 0,1 0 0 0 0,0 0 0 0 0,-1 0-1 0 0,1 0 1 0 0,0 0 0 0 0,1-1 0 0 0,0 3 0 0 0,0-1 5 0 0,0-1 1 0 0,0 0 0 0 0,0 0-1 0 0,0 0 1 0 0,0 0 0 0 0,1-1 0 0 0,-1 1-1 0 0,0 0 1 0 0,1-1 0 0 0,-1 0 0 0 0,1 0-1 0 0,0 1 1 0 0,-1-1 0 0 0,1-1 0 0 0,0 1-1 0 0,0 0 1 0 0,-1-1 0 0 0,1 1-1 0 0,0-1 1 0 0,0 0 0 0 0,0 0 0 0 0,0 0-1 0 0,0 0 1 0 0,-1-1 0 0 0,1 1 0 0 0,0-1-1 0 0,0 0 1 0 0,0 0 0 0 0,-1 0 0 0 0,1 0-1 0 0,0 0 1 0 0,-1 0 0 0 0,1-1-1 0 0,-1 1 1 0 0,0-1 0 0 0,1 0 0 0 0,-1 0-1 0 0,0 1 1 0 0,0-2 0 0 0,0 1 0 0 0,0 0-1 0 0,-1 0 1 0 0,1 0 0 0 0,0-1 0 0 0,-1 1-1 0 0,0-1 1 0 0,1 0 0 0 0,-1 1-1 0 0,0-1 1 0 0,0-3 0 0 0,2-2 55 0 0,-1 0 0 0 0,-1 0 0 0 0,1 1-1 0 0,-1-1 1 0 0,-1 0 0 0 0,1 0 0 0 0,-1 0 0 0 0,-1 0 0 0 0,0 0 0 0 0,0 0 0 0 0,0 1-1 0 0,-1-1 1 0 0,0 0 0 0 0,0 1 0 0 0,-1-1 0 0 0,-7-12 0 0 0,10 20-141 0 0,0-1 1 0 0,0 0 0 0 0,0 1-1 0 0,0-1 1 0 0,-1 1 0 0 0,1-1-1 0 0,0 0 1 0 0,0 1-1 0 0,-1-1 1 0 0,1 1 0 0 0,-1-1-1 0 0,1 1 1 0 0,0-1 0 0 0,-1 1-1 0 0,1-1 1 0 0,-1 1-1 0 0,1 0 1 0 0,-1-1 0 0 0,1 1-1 0 0,-1 0 1 0 0,1-1 0 0 0,-1 1-1 0 0,0 0 1 0 0,1-1-1 0 0,-1 1 1 0 0,1 0 0 0 0,-1 0-1 0 0,0 0 1 0 0,1 0 0 0 0,-1 0-1 0 0,0 0 1 0 0,1 0 0 0 0,-1 0-1 0 0,1 0 1 0 0,-1 0-1 0 0,0 0 1 0 0,1 0 0 0 0,-1 0-1 0 0,0 0 1 0 0,1 1 0 0 0,-1-1-1 0 0,1 0 1 0 0,-1 0-1 0 0,1 1 1 0 0,-1-1 0 0 0,1 0-1 0 0,-1 1 1 0 0,1-1 0 0 0,-1 1-1 0 0,1-1 1 0 0,-1 0-1 0 0,1 1 1 0 0,-1 0 0 0 0,-12 30-4765 0 0,12-28 3086 0 0</inkml:trace>
</inkml:ink>
</file>

<file path=ppt/ink/ink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3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1 768 0 0,'-1'13'951'0'0,"-1"0"-1"0"0,-1 0 0 0 0,0-1 1 0 0,0 1-1 0 0,-1 0 1 0 0,-9 17-1 0 0,-10 35 785 0 0,9-26-723 0 0,-1 9-3189 0 0</inkml:trace>
</inkml:ink>
</file>

<file path=ppt/ink/ink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3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3 316 0 0,'1'0'251'0'0,"1"-1"-1"0"0,0 1 1 0 0,0-1-1 0 0,-1 1 1 0 0,1 0-1 0 0,0-1 1 0 0,0 1-1 0 0,-1 0 1 0 0,1 0-1 0 0,0 0 1 0 0,0 1-1 0 0,-1-1 1 0 0,1 0-1 0 0,0 1 1 0 0,0-1-1 0 0,-1 1 1 0 0,1-1-1 0 0,-1 1 1 0 0,1 0-1 0 0,0 0 1 0 0,-1 0-1 0 0,1 0 1 0 0,-1 0-1 0 0,0 0 1 0 0,3 2-1 0 0,26 18 203 0 0,-17-10 249 0 0,-9-7-562 0 0,58 56 1283 0 0,-58-56-1332 0 0,-1-1 0 0 0,0 2 0 0 0,0-1 0 0 0,0 0 0 0 0,0 1 0 0 0,0-1-1 0 0,-1 1 1 0 0,0 0 0 0 0,0 0 0 0 0,0 0 0 0 0,-1 0 0 0 0,0 0 0 0 0,1 8 0 0 0,-2-9-52 0 0,-1-1 0 0 0,0 1 1 0 0,0 0-1 0 0,0-1 0 0 0,-1 1 1 0 0,1 0-1 0 0,-1-1 0 0 0,0 0 1 0 0,0 1-1 0 0,0-1 0 0 0,0 0 0 0 0,-1 0 1 0 0,1 0-1 0 0,-1-1 0 0 0,0 1 1 0 0,1 0-1 0 0,-1-1 0 0 0,-1 0 1 0 0,1 0-1 0 0,0 0 0 0 0,-5 2 1 0 0,-8 5 108 0 0,-1-1 1 0 0,-31 11 0 0 0,41-17-300 0 0,0 1 0 0 0,0-1 0 0 0,0 0 0 0 0,-1-1 0 0 0,1 0 0 0 0,-1 0-1 0 0,-8-1 1 0 0,12 0-410 0 0,1 0-1 0 0,-1-1 1 0 0,1 0 0 0 0,-1 0-1 0 0,1 0 1 0 0,0 0-1 0 0,-1-1 1 0 0,1 1-1 0 0,0-1 1 0 0,-6-3-1 0 0,0-2-2108 0 0</inkml:trace>
</inkml:ink>
</file>

<file path=ppt/ink/ink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3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0 100 20 0 0,'23'-16'1005'0'0,"1"1"0"0"0,0 1 0 0 0,1 1 0 0 0,0 1 0 0 0,1 2 0 0 0,29-9 0 0 0,-50 19-1113 0 0,-1 0-1 0 0,0-1 1 0 0,1 2-1 0 0,-1-1 1 0 0,1 0 0 0 0,-1 1-1 0 0,5 1 1 0 0,14 1-3060 0 0</inkml:trace>
</inkml:ink>
</file>

<file path=ppt/ink/ink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4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1 235 696 0 0,'4'-1'745'0'0,"19"-5"16"0"0,1-1-1 0 0,-1-1 1 0 0,-1-1-1 0 0,0-1 1 0 0,0-1-1 0 0,-1-1 1 0 0,0-1-1 0 0,-1 0 1 0 0,21-19-1 0 0,-39 30-691 0 0,0 0 0 0 0,0 1-1 0 0,0-1 1 0 0,0 0 0 0 0,0-1 0 0 0,0 1-1 0 0,-1 0 1 0 0,1 0 0 0 0,-1-1 0 0 0,0 1-1 0 0,1-1 1 0 0,-1 1 0 0 0,0-1 0 0 0,-1 0-1 0 0,1 1 1 0 0,0-1 0 0 0,-1 0 0 0 0,1 0-1 0 0,-1 1 1 0 0,0-1 0 0 0,0 0 0 0 0,0 0-1 0 0,-1 0 1 0 0,1 1 0 0 0,0-1 0 0 0,-1 0-1 0 0,0 1 1 0 0,-1-6 0 0 0,0 5-35 0 0,-1 1-1 0 0,1-1 1 0 0,0 0 0 0 0,-1 1 0 0 0,0-1-1 0 0,1 1 1 0 0,-1 0 0 0 0,0 0-1 0 0,0 0 1 0 0,0 0 0 0 0,-1 1-1 0 0,1-1 1 0 0,0 1 0 0 0,0 0-1 0 0,-1 0 1 0 0,1 0 0 0 0,-1 0 0 0 0,1 1-1 0 0,-1-1 1 0 0,1 1 0 0 0,-1 0-1 0 0,-4 0 1 0 0,1 0-17 0 0,1 0 0 0 0,0 0 1 0 0,-1 1-1 0 0,1 0 0 0 0,0 0 0 0 0,0 1 0 0 0,0-1 0 0 0,0 1 1 0 0,0 0-1 0 0,0 1 0 0 0,0 0 0 0 0,0 0 0 0 0,1 0 0 0 0,-9 7 1 0 0,12-7-13 0 0,-1-1 0 0 0,1 1 1 0 0,0 0-1 0 0,0 0 1 0 0,0 0-1 0 0,1 0 0 0 0,-1 0 1 0 0,1 1-1 0 0,-1-1 0 0 0,1 0 1 0 0,0 1-1 0 0,1-1 0 0 0,-1 1 1 0 0,0-1-1 0 0,1 1 1 0 0,0-1-1 0 0,0 1 0 0 0,0-1 1 0 0,0 1-1 0 0,1-1 0 0 0,-1 1 1 0 0,1-1-1 0 0,0 1 1 0 0,0-1-1 0 0,0 0 0 0 0,0 1 1 0 0,1-1-1 0 0,2 4 0 0 0,8 18 23 0 0,2-1-1 0 0,23 31 0 0 0,-26-40-12 0 0,0 0-1 0 0,-1 1 1 0 0,0 0 0 0 0,-1 1-1 0 0,-1 0 1 0 0,-1 0-1 0 0,-1 1 1 0 0,5 18 0 0 0,-10-34-11 0 0,-1 0 0 0 0,1 0 0 0 0,-1 0 0 0 0,1 0 0 0 0,-1-1 0 0 0,0 1 0 0 0,0 0 0 0 0,0 0 0 0 0,0 0 0 0 0,0 0 0 0 0,0 0 0 0 0,-1 0 0 0 0,1 0 0 0 0,-1 0 0 0 0,1 0 0 0 0,-1-1 0 0 0,0 1 1 0 0,0 0-1 0 0,0 0 0 0 0,0-1 0 0 0,0 1 0 0 0,0-1 0 0 0,0 1 0 0 0,0-1 0 0 0,-1 1 0 0 0,1-1 0 0 0,0 1 0 0 0,-1-1 0 0 0,1 0 0 0 0,-1 0 0 0 0,0 0 0 0 0,1 0 0 0 0,-1 0 0 0 0,0 0 0 0 0,0-1 0 0 0,1 1 0 0 0,-1 0 0 0 0,-3 0 0 0 0,2-1 6 0 0,1 0-1 0 0,-1 0 1 0 0,1-1-1 0 0,-1 1 1 0 0,0 0-1 0 0,1-1 1 0 0,-1 0-1 0 0,1 0 1 0 0,-1 1-1 0 0,1-1 0 0 0,0-1 1 0 0,-1 1-1 0 0,1 0 1 0 0,0-1-1 0 0,0 1 1 0 0,0-1-1 0 0,-1 1 1 0 0,2-1-1 0 0,-1 0 1 0 0,0 0-1 0 0,0 0 1 0 0,1 0-1 0 0,-1 0 1 0 0,1 0-1 0 0,-1-1 0 0 0,1 1 1 0 0,0 0-1 0 0,-1-4 1 0 0,0 1 59 0 0,1 0 1 0 0,0 0-1 0 0,0 0 0 0 0,0 0 1 0 0,0 0-1 0 0,1 0 1 0 0,0 0-1 0 0,0 0 1 0 0,0 0-1 0 0,1 0 0 0 0,0 0 1 0 0,0 0-1 0 0,0 0 1 0 0,0 0-1 0 0,1 0 0 0 0,0 1 1 0 0,0-1-1 0 0,0 1 1 0 0,1-1-1 0 0,-1 1 0 0 0,1 0 1 0 0,6-7-1 0 0,-5 6-220 0 0,1 0 0 0 0,-1 1 1 0 0,1-1-1 0 0,0 1 0 0 0,1 0 0 0 0,-1 0 0 0 0,8-3 0 0 0,-8 5-767 0 0,0-1-1 0 0,0 1 1 0 0,0 1 0 0 0,0-1-1 0 0,1 1 1 0 0,-1 0 0 0 0,0 0-1 0 0,11 0 1 0 0</inkml:trace>
</inkml:ink>
</file>

<file path=ppt/ink/ink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5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14 572 0 0,'0'0'10426'0'0,"15"1"-9202"0"0,-12-3-1203 0 0,1 0 0 0 0,-1 0 0 0 0,1 0 0 0 0,-1 1 0 0 0,1-1 0 0 0,0 1 0 0 0,0 0 0 0 0,4 0-1 0 0,-7 3-16 0 0,1 0-1 0 0,-1 0 0 0 0,1 0 0 0 0,-1 1 0 0 0,0-1 0 0 0,0 1 0 0 0,0-1 1 0 0,-1 1-1 0 0,1-1 0 0 0,-1 1 0 0 0,1-1 0 0 0,-1 1 0 0 0,0 3 0 0 0,2 4 112 0 0,-1-1-47 0 0,0 0 0 0 0,-1 0 0 0 0,0 0 0 0 0,-1 0-1 0 0,0 1 1 0 0,0-1 0 0 0,-1 0 0 0 0,0 0 0 0 0,0-1 0 0 0,-1 1-1 0 0,-4 9 1 0 0,-1 0 40 0 0,0 0-1 0 0,-1 0 0 0 0,-1 0 0 0 0,-15 18 0 0 0,-39 35 162 0 0,63-70-482 0 0,-7 4-792 0 0,-2 3-6421 0 0</inkml:trace>
</inkml:ink>
</file>

<file path=ppt/ink/ink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5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1 820 0 0,'0'0'5820'0'0,"-2"3"-5327"0"0,-5 8-49 0 0,0 1-1 0 0,1 0 0 0 0,1 0 0 0 0,0 1 0 0 0,0-1 1 0 0,2 1-1 0 0,-1 0 0 0 0,-2 24 0 0 0,1 10 617 0 0,2 60 0 0 0,9-63-843 0 0,-6-42-405 0 0,0 2-212 0 0,4 4-2740 0 0,0-8 2682 0 0,4 0-3891 0 0</inkml:trace>
</inkml:ink>
</file>

<file path=ppt/ink/ink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5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12 88 0 0,'0'0'745'0'0,"1"-1"-373"0"0,-1 1 0 0 0,1-1 0 0 0,0 0 0 0 0,0 0 0 0 0,-1 0 0 0 0,1 0 0 0 0,0 1 0 0 0,0-1 0 0 0,0 1 0 0 0,0-1 0 0 0,0 0 0 0 0,0 1 0 0 0,0-1 0 0 0,0 1 0 0 0,0 0 0 0 0,0-1 0 0 0,2 1 0 0 0,24 43 1016 0 0,-15-25-1093 0 0,0 0-1 0 0,-1 1 0 0 0,-2 0 0 0 0,1 1 0 0 0,-2 0 1 0 0,-1 0-1 0 0,7 29 0 0 0,-14-47-257 0 0,0 1 0 0 0,0-1 1 0 0,0 1-1 0 0,-1-1 0 0 0,1 1 0 0 0,-1-1 1 0 0,1 0-1 0 0,-1 1 0 0 0,0-1 0 0 0,0 0 1 0 0,0 1-1 0 0,0-1 0 0 0,0 0 0 0 0,0 0 0 0 0,-1 0 1 0 0,1 0-1 0 0,-1 0 0 0 0,1 0 0 0 0,-1 0 1 0 0,0-1-1 0 0,0 1 0 0 0,0-1 0 0 0,0 1 0 0 0,0-1 1 0 0,0 0-1 0 0,0 1 0 0 0,0-1 0 0 0,-1 0 1 0 0,1-1-1 0 0,0 1 0 0 0,-1 0 0 0 0,1-1 0 0 0,-5 1 1 0 0,0 1-402 0 0,0 0 1 0 0,0-1 0 0 0,0 0-1 0 0,0-1 1 0 0,0 0 0 0 0,0 0-1 0 0,1 0 1 0 0,-1-1 0 0 0,0 0-1 0 0,-9-2 1 0 0,5-3-2871 0 0,2 1 248 0 0</inkml:trace>
</inkml:ink>
</file>

<file path=ppt/ink/ink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6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33 776 0 0,'9'-3'864'0'0,"3"-3"-36"0"0,-2 1-56 0 0,1 2-76 0 0,-1-2-88 0 0,5 2-40 0 0,0 1-83 0 0,3 0-33 0 0,0 0-36 0 0,1 1-68 0 0,-3 2-120 0 0,2 1-156 0 0,-2 0-180 0 0,2 0-188 0 0,1-1-232 0 0,-3 1-505 0 0,-2-2-1115 0 0,3 0 496 0 0</inkml:trace>
</inkml:ink>
</file>

<file path=ppt/ink/ink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4:56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38 576 0 0,'4'-1'812'0'0,"285"-34"7056"0"0,-223 33-5338 0 0,-64 2-2382 0 0,3 17 38 0 0,-6 18-46 0 0,1 14 2 0 0,1-1-1 0 0,14 89 0 0 0,-8-103-111 0 0,32 180 176 0 0,-34-175-145 0 0,-2 0 1 0 0,-1 1 0 0 0,-6 55 0 0 0,4-92-55 0 0,-1 0 1 0 0,0 0 0 0 0,0 0 0 0 0,0-1 0 0 0,-1 1 0 0 0,1 0 0 0 0,0-1 0 0 0,-1 1 0 0 0,0-1 0 0 0,0 1 0 0 0,1-1 0 0 0,-2 0-1 0 0,1 0 1 0 0,0 1 0 0 0,0-2 0 0 0,-1 1 0 0 0,1 0 0 0 0,0 0 0 0 0,-1-1 0 0 0,0 1 0 0 0,1-1 0 0 0,-1 0 0 0 0,0 0 0 0 0,-3 1 0 0 0,-10 3 14 0 0,0-1 0 0 0,0-1 0 0 0,-19 2 0 0 0,19-2-7 0 0,-169 16-712 0 0,108-19-6723 0 0,54-1 4409 0 0</inkml:trace>
</inkml:ink>
</file>

<file path=ppt/ink/ink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02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389 120 772 0 0,'-19'-118'6403'0'0,"19"116"-5312"0"0,-4 9-745 0 0,-89 170 937 0 0,78-143-1093 0 0,1 1-1 0 0,1 0 0 0 0,-12 58 1 0 0,22-74-88 0 0,1 0 0 0 0,1 1 0 0 0,0-1 0 0 0,2 1 0 0 0,0-1 0 0 0,1 1 0 0 0,6 25 0 0 0,-1-20 45 0 0,0 0 1 0 0,2-1-1 0 0,1 0 0 0 0,0-1 1 0 0,2 0-1 0 0,1-1 0 0 0,1 0 1 0 0,26 33-1 0 0,-39-55-132 0 0,0 1 0 0 0,0 0-1 0 0,0 0 1 0 0,0 0 0 0 0,0-1-1 0 0,0 1 1 0 0,0 0 0 0 0,0 0 0 0 0,0 0-1 0 0,-1 1 1 0 0,1-1 0 0 0,-1 0-1 0 0,1 0 1 0 0,-1 0 0 0 0,1 0 0 0 0,-1 1-1 0 0,1-1 1 0 0,-1 0 0 0 0,0 0-1 0 0,0 1 1 0 0,0-1 0 0 0,0 0 0 0 0,0 1-1 0 0,0-1 1 0 0,0 0 0 0 0,0 0-1 0 0,0 1 1 0 0,0-1 0 0 0,-1 0 0 0 0,1 0-1 0 0,-1 1 1 0 0,1-1 0 0 0,-1 0-1 0 0,1 0 1 0 0,-1 0 0 0 0,0 0 0 0 0,1 0-1 0 0,-1 0 1 0 0,-1 2 0 0 0,-5 8-36 0 0,-20 48 151 0 0,2 0 1 0 0,3 2-1 0 0,-18 77 0 0 0,14-47 17 0 0,-34 148 190 0 0,-15 49 20 0 0,75-286-403 0 0,-33 95 172 0 0,18-58-3464 0 0,7-31-2353 0 0</inkml:trace>
</inkml:ink>
</file>

<file path=ppt/ink/ink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08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1193 64 0 0,'17'-34'1546'0'0,"2"1"-1"0"0,30-41 1 0 0,11-20 43 0 0,-14 11-728 0 0,-3-1 0 0 0,-4-2-1 0 0,-4-2 1 0 0,-4-1 0 0 0,-4-2 0 0 0,24-143 0 0 0,-48 213-741 0 0,1 1 98 0 0,-1 0 0 0 0,-1-1-1 0 0,-1 1 1 0 0,-1-1 0 0 0,0 1 0 0 0,-4-22 0 0 0,4 42-208 0 0,0-1 1 0 0,0 0-1 0 0,0 1 0 0 0,0-1 1 0 0,0 0-1 0 0,-1 1 1 0 0,1-1-1 0 0,0 0 1 0 0,0 1-1 0 0,0-1 1 0 0,-1 0-1 0 0,1 1 1 0 0,0-1-1 0 0,0 0 1 0 0,-1 1-1 0 0,1-1 1 0 0,-1 1-1 0 0,1-1 0 0 0,0 1 1 0 0,-1-1-1 0 0,1 1 1 0 0,-1-1-1 0 0,1 1 1 0 0,-1-1-1 0 0,0 1 1 0 0,1 0-1 0 0,-1-1 1 0 0,1 1-1 0 0,-1 0 1 0 0,0 0-1 0 0,1-1 0 0 0,-1 1 1 0 0,0 0-1 0 0,0 0 1 0 0,-18 12 63 0 0,14-7-80 0 0,-10 8 31 0 0,1 0 0 0 0,0 2 0 0 0,1 0 0 0 0,1 0 0 0 0,-20 33 0 0 0,-38 89 69 0 0,52-95-55 0 0,1 1-1 0 0,2 1 0 0 0,2 0 1 0 0,1 1-1 0 0,3 0 0 0 0,2 1 1 0 0,2-1-1 0 0,2 2 0 0 0,1-1 1 0 0,3 0-1 0 0,10 68 0 0 0,-9-103-27 0 0,0 0-1 0 0,1 0 1 0 0,0-1-1 0 0,1 1 1 0 0,0-1-1 0 0,1 0 1 0 0,0 0-1 0 0,0 0 1 0 0,1-1-1 0 0,1 0 1 0 0,8 10-1 0 0,-12-15-5 0 0,1-1-1 0 0,0 1 0 0 0,-1-1 1 0 0,1 0-1 0 0,1-1 1 0 0,-1 1-1 0 0,0-1 0 0 0,1 0 1 0 0,-1 0-1 0 0,1 0 0 0 0,-1 0 1 0 0,1-1-1 0 0,0 0 1 0 0,0 0-1 0 0,0 0 0 0 0,0 0 1 0 0,0-1-1 0 0,0 0 0 0 0,0 0 1 0 0,-1 0-1 0 0,1-1 1 0 0,0 0-1 0 0,0 0 0 0 0,0 0 1 0 0,0 0-1 0 0,7-4 0 0 0,3-1 1 0 0,0-2 0 0 0,0 1-1 0 0,-1-2 1 0 0,0 0 0 0 0,-1 0-1 0 0,0-1 1 0 0,-1-1 0 0 0,1 0-1 0 0,-2-1 1 0 0,0 0 0 0 0,15-21-1 0 0,-19 21-1 0 0,-6 12 19 0 0,-11 32-6 0 0,10-31-13 0 0,0 1 0 0 0,0 0 0 0 0,0 0 0 0 0,0 0 0 0 0,1 0 0 0 0,-1 0 0 0 0,1 0 0 0 0,-1 0 0 0 0,1 0 0 0 0,0-1 0 0 0,0 1 0 0 0,-1 0 0 0 0,1 0-1 0 0,0-1 1 0 0,1 1 0 0 0,-1-1 0 0 0,0 1 0 0 0,0-1 0 0 0,1 1 0 0 0,-1-1 0 0 0,1 0 0 0 0,-1 1 0 0 0,1-1 0 0 0,-1 0 0 0 0,1 0 0 0 0,0 0 0 0 0,0-1 0 0 0,-1 1 0 0 0,1 0 0 0 0,3 0 0 0 0,1 0 8 0 0,-1 0 1 0 0,1 0 0 0 0,-1 0 0 0 0,1-1 0 0 0,0 0-1 0 0,7-1 1 0 0,-10 0 47 0 0,0 1 0 0 0,0-1 0 0 0,0 0 0 0 0,0 0 0 0 0,0-1 0 0 0,0 1 0 0 0,0 0 0 0 0,0-1 0 0 0,-1 0 0 0 0,1 0 0 0 0,-1 0 0 0 0,1 0 0 0 0,-1 0 0 0 0,0 0 1 0 0,0 0-1 0 0,0-1 0 0 0,0 1 0 0 0,0-1 0 0 0,0 0 0 0 0,-1 1 0 0 0,1-1 0 0 0,-1 0 0 0 0,0 0 0 0 0,0 0 0 0 0,0 0 0 0 0,0 0 0 0 0,0 0 0 0 0,-1 0 0 0 0,1-4 0 0 0,-1 5 146 0 0,-1-2-15 0 0,0 0-158 0 0,1-1 35 0 0,-1 1 0 0 0,0 0 0 0 0,0-1 0 0 0,0 1 0 0 0,-1 0 1 0 0,1-1-1 0 0,-1 1 0 0 0,0 0 0 0 0,0 0 0 0 0,-1 0 0 0 0,1 1 0 0 0,-1-1 0 0 0,-5-5 0 0 0,7 8 6 0 0,-4-2-32 0 0,5 2-73 0 0,0 1 0 0 0,0-1 0 0 0,0 1 0 0 0,-1 0 1 0 0,1-1-1 0 0,0 1 0 0 0,-1-1 0 0 0,1 1 1 0 0,0 0-1 0 0,-1-1 0 0 0,1 1 0 0 0,0 0 0 0 0,-1 0 1 0 0,1-1-1 0 0,-1 1 0 0 0,1 0 0 0 0,0 0 1 0 0,-1-1-1 0 0,1 1 0 0 0,-1 0 0 0 0,1 0 0 0 0,-1 0 1 0 0,1 0-1 0 0,-1 0 0 0 0,1 0 0 0 0,-1 0 1 0 0,1 0-1 0 0,-1 0 0 0 0,1 0 0 0 0,-1 0 0 0 0,1 0 1 0 0,-1 0-1 0 0,1 0 0 0 0,0 0 0 0 0,-1 0 0 0 0,1 1 1 0 0,-1-1-1 0 0,1 0 0 0 0,-1 0 0 0 0,1 1 1 0 0,0-1-1 0 0,-1 0 0 0 0,1 0 0 0 0,-1 1 0 0 0,1-1 1 0 0,-1 1-1 0 0,-7 20-2104 0 0,8-20 1789 0 0,-1 0 0 0 0,1 0 0 0 0,0 0 0 0 0,0 0 1 0 0,0 0-1 0 0,0 0 0 0 0,0 0 0 0 0,0 0 1 0 0,0 0-1 0 0,0 0 0 0 0,0 0 0 0 0,1 0 1 0 0,-1 0-1 0 0,0 0 0 0 0,1 0 0 0 0,-1 0 0 0 0,0 0 1 0 0,1 0-1 0 0,0 0 0 0 0,-1 0 0 0 0,1 0 1 0 0,-1-1-1 0 0,1 1 0 0 0,0 0 0 0 0,1 1 1 0 0,8 5-3153 0 0</inkml:trace>
</inkml:ink>
</file>

<file path=ppt/ink/ink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08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42 968 0 0,'0'0'3311'0'0,"-5"2"-2654"0"0,-19 5-56 0 0,19-5-61 0 0,5 0-397 0 0,0 1 0 0 0,1-1 0 0 0,-1 1 0 0 0,1-1 1 0 0,0 1-1 0 0,0-1 0 0 0,0 1 0 0 0,0-1 0 0 0,0 0 0 0 0,0 1 0 0 0,1-1 0 0 0,-1 0 0 0 0,1 0 0 0 0,-1 0 0 0 0,1 0 0 0 0,0 0 0 0 0,0-1 0 0 0,0 1 0 0 0,0 0 1 0 0,0-1-1 0 0,0 0 0 0 0,1 1 0 0 0,-1-1 0 0 0,5 2 0 0 0,-4-2 116 0 0,1 1 0 0 0,-1-1 1 0 0,1 0-1 0 0,-1 0 0 0 0,1 0 1 0 0,0-1-1 0 0,-1 1 0 0 0,1-1 1 0 0,0 0-1 0 0,-1 0 0 0 0,1 0 0 0 0,0 0 1 0 0,-1-1-1 0 0,1 1 0 0 0,6-3 1 0 0,-8 2-183 0 0,-1 0-1 0 0,0 0 1 0 0,0 0 0 0 0,0 0 0 0 0,0 0 0 0 0,-1 0 0 0 0,1-1 0 0 0,0 1 0 0 0,0 0 0 0 0,-1 0 0 0 0,1-1 0 0 0,-1 1 0 0 0,1 0 0 0 0,-1-1 0 0 0,1 1-1 0 0,-1-1 1 0 0,0 1 0 0 0,0-1 0 0 0,0 1 0 0 0,0 0 0 0 0,0-1 0 0 0,0 1 0 0 0,0-1 0 0 0,0 1 0 0 0,0-1 0 0 0,-1 1 0 0 0,1 0 0 0 0,-1-1 0 0 0,1 1-1 0 0,-1 0 1 0 0,1-1 0 0 0,-2-1 0 0 0,0-2 51 0 0,0 0 0 0 0,-1 0-1 0 0,1 1 1 0 0,-1-1 0 0 0,0 0 0 0 0,0 1-1 0 0,-6-7 1 0 0,4 8-235 0 0,-20-14-1401 0 0</inkml:trace>
</inkml:ink>
</file>

<file path=ppt/ink/ink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09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30 1148 0 0,'13'-19'3980'0'0,"-1"8"4585"0"0,-14 34-8103 0 0,-1 0-1 0 0,-1-1 0 0 0,-1 0 0 0 0,-1 0 1 0 0,-15 36-1 0 0,12-36-233 0 0,1 1 1 0 0,1-1 0 0 0,1 1-1 0 0,1 1 1 0 0,-4 41-1 0 0,9-64-223 0 0,0 0 0 0 0,1 0 0 0 0,-1 0 0 0 0,0 0 0 0 0,0 0 0 0 0,0 0 0 0 0,1 0 0 0 0,-1 0 0 0 0,0 0 0 0 0,1 0 0 0 0,-1 0 0 0 0,1 0 0 0 0,-1 0 0 0 0,1 0 0 0 0,0-1 0 0 0,-1 1 0 0 0,1 0 0 0 0,0 0 0 0 0,-1-1 0 0 0,1 1 0 0 0,0 0 0 0 0,0-1 0 0 0,0 1 0 0 0,-1-1 0 0 0,1 1 0 0 0,0-1 0 0 0,0 1 0 0 0,0-1 0 0 0,0 0 0 0 0,0 0 0 0 0,0 1 0 0 0,0-1 0 0 0,0 0-1 0 0,0 0 1 0 0,0 0 0 0 0,0 0 0 0 0,0 0 0 0 0,0 0 0 0 0,0 0 0 0 0,0 0 0 0 0,0-1 0 0 0,0 1 0 0 0,0 0 0 0 0,2-1 0 0 0,52-18 53 0 0,-44 14-37 0 0,18-6 23 0 0,-1-1-1 0 0,0-1 1 0 0,-1-2-1 0 0,-1-1 1 0 0,0-1 0 0 0,35-30-1 0 0,-51 38 493 0 0,-6 5-97 0 0,-6 6-157 0 0,-14 14 90 0 0,-27 34 0 0 0,41-48-364 0 0,0 1 0 0 0,1 0 1 0 0,-1-1-1 0 0,1 1 0 0 0,0 0 1 0 0,0 0-1 0 0,0 0 0 0 0,0 0 1 0 0,0 0-1 0 0,1 0 0 0 0,-1 0 1 0 0,1 0-1 0 0,0 0 0 0 0,0 0 1 0 0,0 0-1 0 0,0 0 1 0 0,1 0-1 0 0,-1 0 0 0 0,1 0 1 0 0,0 0-1 0 0,0 0 0 0 0,0-1 1 0 0,0 1-1 0 0,0 0 0 0 0,1 0 1 0 0,-1-1-1 0 0,1 1 0 0 0,-1-1 1 0 0,5 5-1 0 0,-1-3-363 0 0,0 0 0 0 0,0 0-1 0 0,0-1 1 0 0,1 1 0 0 0,-1-1 0 0 0,1 0-1 0 0,0-1 1 0 0,0 1 0 0 0,0-1-1 0 0,0-1 1 0 0,1 1 0 0 0,-1-1 0 0 0,9 1-1 0 0,37 3-7408 0 0,-26-3 3291 0 0</inkml:trace>
</inkml:ink>
</file>

<file path=ppt/ink/ink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0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90 276 0 0,'0'0'1227'0'0,"5"-21"8682"0"0,-113 474-4584 0 0,93-410-4690 0 0,14-42-286 0 0,2-6-305 0 0,16-63-46 0 0,3 0-1 0 0,3 2 1 0 0,42-88 0 0 0,-64 152 0 0 0,10-24-104 0 0,-10 23 59 0 0,-2 5 4 0 0,0 7 29 0 0,0 0 0 0 0,0 0 0 0 0,0 0 0 0 0,2 16 0 0 0,0-19 14 0 0,0 0 0 0 0,0 0 0 0 0,0 0 1 0 0,1 0-1 0 0,-1 0 0 0 0,1-1 0 0 0,1 1 1 0 0,-1 0-1 0 0,1-1 0 0 0,0 0 0 0 0,0 1 1 0 0,1-1-1 0 0,4 5 0 0 0,-6-8 4 0 0,0-1 0 0 0,0 1-1 0 0,0 0 1 0 0,0-1 0 0 0,1 1-1 0 0,-1-1 1 0 0,0 0 0 0 0,1 0 0 0 0,-1 0-1 0 0,1 0 1 0 0,-1 0 0 0 0,1-1-1 0 0,0 1 1 0 0,-1-1 0 0 0,1 1 0 0 0,0-1-1 0 0,-1 0 1 0 0,1 0 0 0 0,0 0-1 0 0,-1 0 1 0 0,1-1 0 0 0,0 1 0 0 0,-1-1-1 0 0,1 0 1 0 0,-1 0 0 0 0,1 0-1 0 0,-1 0 1 0 0,1 0 0 0 0,-1 0 0 0 0,5-3-1 0 0,15-9-11 0 0,0-1 0 0 0,-1-1-1 0 0,-1 0 1 0 0,0-2 0 0 0,-1 0-1 0 0,-1-1 1 0 0,-1-1 0 0 0,0-1-1 0 0,19-30 1 0 0,10-44-33 0 0,-45 92 29 0 0,-1-1-1 0 0,1 1 1 0 0,-1 0 0 0 0,1 0 0 0 0,-1 0 0 0 0,0 0 0 0 0,0 0 0 0 0,0-1 0 0 0,0 1 0 0 0,0 0 0 0 0,0 0 0 0 0,-1 0-1 0 0,1 0 1 0 0,-1-3 0 0 0,-13 17 16 0 0,0 0-1 0 0,1 0 1 0 0,0 1-1 0 0,1 1 1 0 0,1 0-1 0 0,0 1 1 0 0,1 0-1 0 0,0 0 0 0 0,1 1 1 0 0,-8 22-1 0 0,12-27 5 0 0,0 0-1 0 0,1 0 1 0 0,1 1-1 0 0,0-1 1 0 0,1 1-1 0 0,0 0 0 0 0,0 0 1 0 0,1 0-1 0 0,1 0 1 0 0,0 0-1 0 0,1 0 1 0 0,0 0-1 0 0,1 0 1 0 0,0-1-1 0 0,1 1 0 0 0,0 0 1 0 0,6 12-1 0 0,-7-20-2 0 0,1 0 0 0 0,-1 0 0 0 0,1 0 0 0 0,0-1 0 0 0,0 1 0 0 0,1-1 0 0 0,-1 0-1 0 0,1 0 1 0 0,-1 0 0 0 0,1-1 0 0 0,0 1 0 0 0,0-1 0 0 0,0 0 0 0 0,1 0 0 0 0,-1 0 0 0 0,0 0-1 0 0,1-1 1 0 0,-1 0 0 0 0,1 0 0 0 0,-1 0 0 0 0,1 0 0 0 0,0-1 0 0 0,-1 0 0 0 0,1 0 0 0 0,0 0-1 0 0,7-2 1 0 0,4 0-6 0 0,-1 0-1 0 0,0-1 0 0 0,0-1 0 0 0,-1 0 0 0 0,1-2 0 0 0,25-12 1 0 0,49-33 113 0 0,-88 50-116 0 0,-1 2 3 0 0,0-1 0 0 0,0 0 0 0 0,0 0 0 0 0,0 0 0 0 0,0 0 0 0 0,0 0 0 0 0,1 0 0 0 0,-1 1 1 0 0,0-1-1 0 0,0 0 0 0 0,0 0 0 0 0,0 0 0 0 0,0 0 0 0 0,0 0 0 0 0,0 0 0 0 0,0 0 0 0 0,1 0 0 0 0,-1 0 0 0 0,0 0 0 0 0,0 0 0 0 0,0 1 0 0 0,0-1 0 0 0,0 0 0 0 0,0 0 0 0 0,1 0 0 0 0,-1 0 0 0 0,0 0 0 0 0,0 0 0 0 0,0 0 0 0 0,0 0 0 0 0,0 0 0 0 0,1 0 0 0 0,-1 0 0 0 0,0 0 0 0 0,0 0 0 0 0,0-1 0 0 0,0 1 0 0 0,0 0 0 0 0,0 0 0 0 0,1 0 0 0 0,-1 0 0 0 0,0 0 0 0 0,0 0 0 0 0,0 0 0 0 0,0 0 0 0 0,0 0 0 0 0,0 0 0 0 0,0 0 0 0 0,1-1 0 0 0,-1 1 0 0 0,0 0 1 0 0,0 0-1 0 0,0 0 0 0 0,8 14-35 0 0,-8-14 50 0 0,2 4-10 0 0,0 0 0 0 0,1-1 0 0 0,-1 1 0 0 0,0-1 0 0 0,1 0 0 0 0,0 0 0 0 0,0 0 0 0 0,0 0 0 0 0,0 0 0 0 0,0-1 0 0 0,1 1 0 0 0,-1-1 0 0 0,1 0 0 0 0,-1 0 0 0 0,1 0 0 0 0,0-1 0 0 0,5 2 0 0 0,-7-2 85 0 0,1-3-34 0 0,-1 1-21 0 0,0 0-1 0 0,0-1 1 0 0,-1 1 0 0 0,1-1 0 0 0,0 1 0 0 0,0-1 0 0 0,-1 0 0 0 0,1 0 0 0 0,-1 1 0 0 0,0-1 0 0 0,0 0-1 0 0,1 0 1 0 0,-1-1 0 0 0,0 1 0 0 0,-1 0 0 0 0,1 0 0 0 0,0 0 0 0 0,-1 0 0 0 0,1-1 0 0 0,-1 1 0 0 0,0 0 0 0 0,1-1-1 0 0,-1 1 1 0 0,0 0 0 0 0,-1-1 0 0 0,1 1 0 0 0,0 0 0 0 0,-2-4 0 0 0,1-1-95 0 0,-1 1 0 0 0,1 1 0 0 0,-2-1 1 0 0,1 0-1 0 0,-1 0 0 0 0,0 1 0 0 0,0-1 0 0 0,0 1 0 0 0,-1 0 1 0 0,-4-6-1 0 0,7 10-563 0 0,-12-8-2623 0 0</inkml:trace>
</inkml:ink>
</file>

<file path=ppt/ink/ink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1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4 776 0 0,'7'4'702'0'0,"0"0"0"0"0,-1 0 0 0 0,0 0 0 0 0,0 1 1 0 0,0 0-1 0 0,-1 0 0 0 0,0 0 0 0 0,0 1 0 0 0,0 0 0 0 0,0 0 0 0 0,-1 0 0 0 0,0 1 0 0 0,0-1 0 0 0,3 10 0 0 0,-3-9 85 0 0,-3-6-277 0 0,-2 0-449 0 0,1-1-1 0 0,0 1 0 0 0,0-1 0 0 0,0 0 0 0 0,0 1 0 0 0,0-1 0 0 0,0 1 0 0 0,-1-1 0 0 0,1 1 0 0 0,0-1 0 0 0,0 1 1 0 0,0-1-1 0 0,1 0 0 0 0,-1 1 0 0 0,0-1 0 0 0,0 1 0 0 0,0-1 0 0 0,0 0 0 0 0,0 1 0 0 0,0-1 0 0 0,1 1 0 0 0,-1-1 1 0 0,0 0-1 0 0,0 1 0 0 0,0-1 0 0 0,1 1 0 0 0,-1-1 0 0 0,0 0 0 0 0,1 0 0 0 0,-1 1 0 0 0,0-1 0 0 0,1 0 0 0 0,-1 1 1 0 0,0-1-1 0 0,1 0 0 0 0,-1 0 0 0 0,1 0 0 0 0,-1 0 0 0 0,0 1 0 0 0,1-1 0 0 0,-1 0 0 0 0,1 0 0 0 0,-1 0 0 0 0,1 0 1 0 0,-1 0-1 0 0,0 0 0 0 0,1 0 0 0 0,22-14-684 0 0,-3 1-612 0 0,-4 7 670 0 0,1 1 1 0 0,0 0-1 0 0,0 1 0 0 0,1 1 0 0 0,33-2 0 0 0,-28 3 818 0 0,1-1 0 0 0,36-10 0 0 0,-57 13-70 0 0,-1-1 0 0 0,0 0 0 0 0,1-1 1 0 0,-1 1-1 0 0,0 0 0 0 0,0-1 0 0 0,0 1 1 0 0,0-1-1 0 0,0 1 0 0 0,0-1 0 0 0,-1 0 1 0 0,1 0-1 0 0,-1 0 0 0 0,1 0 0 0 0,-1 0 1 0 0,3-4-1 0 0,-4 5 275 0 0,0 1-399 0 0,0-1-1 0 0,1 1 1 0 0,-1 0-1 0 0,0 0 0 0 0,0 0 1 0 0,0-1-1 0 0,0 1 1 0 0,1 0-1 0 0,-1 0 0 0 0,0-1 1 0 0,0 1-1 0 0,0 0 1 0 0,0 0-1 0 0,0-1 0 0 0,0 1 1 0 0,0 0-1 0 0,0 0 1 0 0,0-1-1 0 0,0 1 0 0 0,0 0 1 0 0,0 0-1 0 0,0-1 1 0 0,0 1-1 0 0,0 0 0 0 0,0 0 1 0 0,0-1-1 0 0,0 1 0 0 0,0 0 1 0 0,0 0-1 0 0,0-1 1 0 0,-1 1-1 0 0,1 0 0 0 0,0 0 1 0 0,0-1-1 0 0,0 1 1 0 0,0 0-1 0 0,0 0 0 0 0,-1 0 1 0 0,1-1-1 0 0,0 1 1 0 0,0 0-1 0 0,-1 0 0 0 0,1 0 1 0 0,0 0-1 0 0,0 0 1 0 0,0-1-1 0 0,-1 1 0 0 0,1 0 1 0 0,0 0-1 0 0,0 0 1 0 0,-1 0-1 0 0,1 0 0 0 0,0 0 1 0 0,-1 0-1 0 0,1 0 1 0 0,-3 1-15 0 0,0 0 0 0 0,0 0 1 0 0,1 0-1 0 0,-1 0 0 0 0,0 0 0 0 0,1 1 1 0 0,-1-1-1 0 0,1 1 0 0 0,-1 0 1 0 0,1 0-1 0 0,0-1 0 0 0,0 2 0 0 0,0-1 1 0 0,0 0-1 0 0,0 0 0 0 0,0 1 1 0 0,1-1-1 0 0,-1 1 0 0 0,1-1 1 0 0,0 1-1 0 0,-1 0 0 0 0,1-1 0 0 0,0 1 1 0 0,1 0-1 0 0,-1 0 0 0 0,0 0 1 0 0,1 0-1 0 0,0 0 0 0 0,0 0 0 0 0,0 0 1 0 0,0 3-1 0 0,1 1-218 0 0,1-1 0 0 0,0 0 1 0 0,0-1-1 0 0,0 1 0 0 0,1 0 0 0 0,0-1 1 0 0,0 1-1 0 0,1-1 0 0 0,4 7 0 0 0,-4-8-1221 0 0,0 0 0 0 0,0 0-1 0 0,0 0 1 0 0,1 0 0 0 0,0-1 0 0 0,9 6-1 0 0,-1-1-2890 0 0</inkml:trace>
</inkml:ink>
</file>

<file path=ppt/ink/ink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2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56 892 460 0 0,'-55'30'8776'0'0,"58"-34"-8358"0"0,98-128 1293 0 0,-61 84-1398 0 0,-3-1 0 0 0,-2-2 0 0 0,42-79 0 0 0,-51 72-100 0 0,29-91 1 0 0,-47 120-70 0 0,-1 0 0 0 0,-1-1 0 0 0,-2 1 0 0 0,-1-1 0 0 0,-1-43 0 0 0,-2 66-51 0 0,-1-1 0 0 0,1 1 1 0 0,-1-1-1 0 0,-1 1 0 0 0,0 0 0 0 0,0-1 0 0 0,0 1 0 0 0,-6-12 1 0 0,7 18-32 0 0,-5 1 5 0 0,5 0-65 0 0,1 0 0 0 0,-1 0 0 0 0,1-1 1 0 0,-1 1-1 0 0,1 0 0 0 0,-1 0 0 0 0,1 0 0 0 0,-1 0 0 0 0,1 0 0 0 0,-1 0 0 0 0,1 0 0 0 0,-1 0 0 0 0,0 0 0 0 0,1 0 0 0 0,-1 0 0 0 0,1 0 0 0 0,-1 0 0 0 0,1 1 0 0 0,-1-1 1 0 0,1 0-1 0 0,-1 0 0 0 0,1 1 0 0 0,-1-1 0 0 0,1 0 0 0 0,0 0 0 0 0,-1 1 0 0 0,0 0 0 0 0,-26 27 46 0 0,2 1 1 0 0,0 2-1 0 0,2 0 1 0 0,2 2-1 0 0,1 0 1 0 0,1 1-1 0 0,-17 46 1 0 0,14-23-8 0 0,2 0 1 0 0,4 1 0 0 0,1 1 0 0 0,-6 64 0 0 0,17-96-21 0 0,2 1 1 0 0,1 0-1 0 0,3 40 1 0 0,-2-60-16 0 0,1 0-1 0 0,0-1 1 0 0,1 1 0 0 0,-1 0 0 0 0,2-1-1 0 0,-1 1 1 0 0,1-1 0 0 0,0 0 0 0 0,0 0 0 0 0,1 0-1 0 0,0 0 1 0 0,0-1 0 0 0,1 1 0 0 0,0-1-1 0 0,0 0 1 0 0,0-1 0 0 0,9 8 0 0 0,-9-11-4 0 0,-1 1 0 0 0,0-2 0 0 0,1 1 0 0 0,-1 0 1 0 0,1-1-1 0 0,0 0 0 0 0,-1 0 0 0 0,1 0 0 0 0,0-1 1 0 0,0 0-1 0 0,-1 0 0 0 0,1 0 0 0 0,0 0 0 0 0,0-1 0 0 0,0 0 1 0 0,-1 0-1 0 0,1 0 0 0 0,0 0 0 0 0,-1-1 0 0 0,1 1 1 0 0,5-5-1 0 0,5-1 43 0 0,-2 0 0 0 0,1-1 0 0 0,-1 0 1 0 0,0-2-1 0 0,16-14 0 0 0,4-12 2256 0 0,-32 34-1477 0 0,7 33-3319 0 0,-3-11-6998 0 0</inkml:trace>
</inkml:ink>
</file>

<file path=ppt/ink/ink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2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4 103 460 0 0,'0'-31'4836'0'0,"-3"-38"2488"0"0,3 66-7210 0 0</inkml:trace>
</inkml:ink>
</file>

<file path=ppt/ink/ink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3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0 992 0 0,'0'3'9705'0'0,"-4"24"-9406"0"0,-6 6 241 0 0,-2 0-1 0 0,-1-1 0 0 0,-1-1 1 0 0,-2 0-1 0 0,-21 31 1 0 0,-18 35 112 0 0,51-89-593 0 0,2-6-42 0 0,1 0 1 0 0,-1 0-1 0 0,1 0 1 0 0,0 0-1 0 0,0 0 1 0 0,0 0-1 0 0,0 0 1 0 0,1 0-1 0 0,-1 0 1 0 0,1 1-1 0 0,-1-1 1 0 0,1 0-1 0 0,0 0 0 0 0,-1 0 1 0 0,1 1-1 0 0,0-1 1 0 0,1 0-1 0 0,-1 0 1 0 0,0 1-1 0 0,2 3 1 0 0,-1-4-3 0 0,59-21 26 0 0,130-80-88 0 0,-133 66 47 0 0,-46 25 86 0 0,-19 6 97 0 0,-21 12 81 0 0,27-9-272 0 0,1 0-3 0 0,-3 5 2 0 0,3-5 39 0 0,1 1-19 0 0,-1 5-19 0 0,1-6 42 0 0,0 0-37 0 0,0 0 0 0 0,-1 0 0 0 0,1 0 0 0 0,0 0 0 0 0,0 0 0 0 0,-1 0 0 0 0,1 0 0 0 0,0 0 0 0 0,-1 0 0 0 0,1 0 0 0 0,-1 0-1 0 0,1 0 1 0 0,-1 0 0 0 0,0-1 0 0 0,1 1 0 0 0,-1 0 0 0 0,0 0 0 0 0,0-1 0 0 0,1 1 0 0 0,-3 1 0 0 0,-36 35 87 0 0,37-36-79 0 0,1 1 1 0 0,-1-1-1 0 0,1 1 0 0 0,-1-1 1 0 0,1 1-1 0 0,0 0 0 0 0,0-1 1 0 0,0 1-1 0 0,0 0 0 0 0,0 0 0 0 0,0 0 1 0 0,1 0-1 0 0,-1 0 0 0 0,0 0 1 0 0,1 0-1 0 0,0 0 0 0 0,-1 0 1 0 0,1 3-1 0 0,0-4 2 0 0,1 0-1 0 0,-1 0 1 0 0,1 0-1 0 0,-1 0 1 0 0,1 1 0 0 0,0-1-1 0 0,-1 0 1 0 0,1 0 0 0 0,0 0-1 0 0,0 0 1 0 0,-1 0 0 0 0,1-1-1 0 0,0 1 1 0 0,0 0 0 0 0,0 0-1 0 0,0 0 1 0 0,0-1 0 0 0,0 1-1 0 0,0-1 1 0 0,1 1-1 0 0,0 0 1 0 0,6 2-3 0 0,0-1 0 0 0,1 0 0 0 0,-1-1-1 0 0,0 1 1 0 0,14-1 0 0 0,-19-1-39 0 0,23 3-777 0 0,-2 0-1697 0 0,-1-2-4230 0 0,-8-3 3316 0 0</inkml:trace>
</inkml:ink>
</file>

<file path=ppt/ink/ink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3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1 166 988 0 0,'2'2'8476'0'0,"14"4"-8352"0"0,-11-6-37 0 0,0 1 0 0 0,0-1 0 0 0,0 0 0 0 0,0-1 0 0 0,0 1 0 0 0,0-1-1 0 0,0 0 1 0 0,0 0 0 0 0,0 0 0 0 0,0-1 0 0 0,0 0 0 0 0,8-4 0 0 0,-3 0 103 0 0,0 0 0 0 0,0 0 1 0 0,16-15-1 0 0,-20 15-18 0 0,0 0 1 0 0,-1-1-1 0 0,0 0 0 0 0,0 0 0 0 0,0 0 1 0 0,-1-1-1 0 0,-1 0 0 0 0,1 0 1 0 0,-1 0-1 0 0,4-15 0 0 0,-1 5 675 0 0,-5 16-110 0 0,-2 1-703 0 0,1 1 0 0 0,-1-1 0 0 0,1 1 1 0 0,-1-1-1 0 0,1 1 0 0 0,-1-1 0 0 0,0 1 0 0 0,1 0 0 0 0,-1-1 0 0 0,1 1 0 0 0,-1 0 1 0 0,0 0-1 0 0,1 0 0 0 0,-1-1 0 0 0,0 1 0 0 0,1 0 0 0 0,-1 0 0 0 0,0 0 0 0 0,0 0 0 0 0,1 0 1 0 0,-1 0-1 0 0,0 0 0 0 0,1 0 0 0 0,-1 0 0 0 0,0 1 0 0 0,1-1 0 0 0,-1 0 0 0 0,0 0 1 0 0,1 1-1 0 0,-1-1 0 0 0,0 1 0 0 0,-19 21 554 0 0,-6 31 197 0 0,25-48-759 0 0,0-1 0 0 0,0 0 1 0 0,0 1-1 0 0,0-1 0 0 0,1 1 0 0 0,0-1 0 0 0,0 1 1 0 0,0-1-1 0 0,1 1 0 0 0,-1-1 0 0 0,1 1 1 0 0,0-1-1 0 0,0 1 0 0 0,0-1 0 0 0,1 0 0 0 0,0 0 1 0 0,0 0-1 0 0,4 7 0 0 0,24 25-2666 0 0,10-13-5801 0 0,-27-18 4593 0 0</inkml:trace>
</inkml:ink>
</file>

<file path=ppt/ink/ink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6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1 308 472 0 0,'0'0'10821'0'0,"4"-3"-10550"0"0,29-18 350 0 0,51-26 0 0 0,-45 27-341 0 0,40-28 0 0 0,-68 40-205 0 0,1-1 0 0 0,-2 0-1 0 0,1 0 1 0 0,-1-1-1 0 0,-1-1 1 0 0,0 1 0 0 0,13-21-1 0 0,-21 29-54 0 0,0 0 0 0 0,1 0 0 0 0,-1 0-1 0 0,0 0 1 0 0,0-1 0 0 0,0 1 0 0 0,-1 0-1 0 0,1-1 1 0 0,-1 1 0 0 0,1-1 0 0 0,-1 1-1 0 0,0 0 1 0 0,1-1 0 0 0,-1 1 0 0 0,-1-5-1 0 0,1 5-9 0 0,-1 1 0 0 0,0 0-1 0 0,1-1 1 0 0,-1 1-1 0 0,0-1 1 0 0,1 1 0 0 0,-1 0-1 0 0,0 0 1 0 0,0-1-1 0 0,0 1 1 0 0,0 0 0 0 0,0 0-1 0 0,-1 0 1 0 0,1 0-1 0 0,0 0 1 0 0,0 0-1 0 0,-1 1 1 0 0,1-1 0 0 0,-2 0-1 0 0,-2-1 5 0 0,1 0 1 0 0,-1 1-1 0 0,0 0 0 0 0,0 0 0 0 0,0 1 0 0 0,0-1 0 0 0,0 1 0 0 0,0 0 1 0 0,0 0-1 0 0,0 1 0 0 0,0 0 0 0 0,0-1 0 0 0,-9 4 0 0 0,3 0 0 0 0,1 1 0 0 0,-1 0 0 0 0,1 0 0 0 0,0 1 0 0 0,1 0 0 0 0,0 1 0 0 0,0 0 0 0 0,0 1 0 0 0,1 0 0 0 0,0 0 0 0 0,0 0 0 0 0,1 1 0 0 0,-12 18 0 0 0,17-23-9 0 0,0 0 0 0 0,-1 0-1 0 0,1 1 1 0 0,1-1 0 0 0,-1 1-1 0 0,1-1 1 0 0,0 1 0 0 0,0-1 0 0 0,0 1-1 0 0,0 0 1 0 0,1 0 0 0 0,0-1-1 0 0,0 1 1 0 0,0 0 0 0 0,0 0 0 0 0,1-1-1 0 0,0 1 1 0 0,0 0 0 0 0,0-1-1 0 0,1 1 1 0 0,0-1 0 0 0,-1 0-1 0 0,2 1 1 0 0,-1-1 0 0 0,0 0 0 0 0,1 0-1 0 0,0 0 1 0 0,0 0 0 0 0,0-1-1 0 0,0 1 1 0 0,0-1 0 0 0,1 0 0 0 0,-1 0-1 0 0,1 0 1 0 0,6 3 0 0 0,3 2-5 0 0,-1-1 1 0 0,1-1 0 0 0,0-1 0 0 0,0 0-1 0 0,1 0 1 0 0,-1-1 0 0 0,1-1-1 0 0,0 0 1 0 0,0-1 0 0 0,1-1 0 0 0,-1 0-1 0 0,0-1 1 0 0,0 0 0 0 0,0-1 0 0 0,1-1-1 0 0,-1 0 1 0 0,0-1 0 0 0,23-7-1 0 0,-12 1 5 0 0,1 0 1 0 0,-1-2-1 0 0,-1-1 0 0 0,0 0 0 0 0,-1-2 0 0 0,0-1 0 0 0,-1 0 0 0 0,39-38 0 0 0,-55 48-3 0 0,0-1 1 0 0,-1-1-1 0 0,0 1 1 0 0,0-1-1 0 0,-1 0 1 0 0,0 0-1 0 0,4-9 0 0 0,-7 14 4 0 0,-1 1-10 0 0,4-5 4 0 0,-4 5 27 0 0,-5 3-12 0 0,0 0-10 0 0,0 0 0 0 0,0 1 0 0 0,0-1 0 0 0,1 1 1 0 0,-1 0-1 0 0,1 0 0 0 0,-1 1 0 0 0,1-1 0 0 0,0 1 0 0 0,1 0 0 0 0,-1 0 1 0 0,1 1-1 0 0,-1-1 0 0 0,1 1 0 0 0,0-1 0 0 0,1 1 0 0 0,-1 0 1 0 0,-1 7-1 0 0,3-11-2 0 0,1-1 1 0 0,0 1 0 0 0,0-1 0 0 0,0 1-1 0 0,0 0 1 0 0,0-1 0 0 0,0 1 0 0 0,0-1-1 0 0,0 1 1 0 0,0 0 0 0 0,0-1 0 0 0,0 1-1 0 0,0-1 1 0 0,0 1 0 0 0,0 0-1 0 0,1-1 1 0 0,-1 1 0 0 0,0-1 0 0 0,0 1-1 0 0,1-1 1 0 0,-1 1 0 0 0,0-1 0 0 0,1 1-1 0 0,-1-1 1 0 0,0 1 0 0 0,1-1 0 0 0,-1 1-1 0 0,1-1 1 0 0,-1 0 0 0 0,1 1-1 0 0,-1-1 1 0 0,1 0 0 0 0,-1 1 0 0 0,1-1-1 0 0,-1 0 1 0 0,1 0 0 0 0,0 0 0 0 0,-1 1-1 0 0,1-1 1 0 0,-1 0 0 0 0,1 0 0 0 0,0 0-1 0 0,-1 0 1 0 0,1 0 0 0 0,-1 0 0 0 0,1 0-1 0 0,1 0 1 0 0,6 0 11 0 0,0 0 1 0 0,1-1-1 0 0,-1 0 0 0 0,0 0 1 0 0,11-4-1 0 0,19-3-1172 0 0,49-4 1 0 0,34 4-7655 0 0,-104 8 6333 0 0</inkml:trace>
</inkml:ink>
</file>

<file path=ppt/ink/ink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6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4 310 1900 0 0,'21'-4'522'0'0,"-7"4"5890"0"0,-16 2-6426 0 0,0-1 112 0 0,-1 0 0 0 0,1 1 0 0 0,0-1 0 0 0,-1 1 0 0 0,1 0 0 0 0,0 0 0 0 0,0-1 0 0 0,0 1 0 0 0,0 1 0 0 0,1-1 0 0 0,-1 0 0 0 0,0 0 0 0 0,1 1 0 0 0,0-1 0 0 0,-1 1 0 0 0,1-1 0 0 0,0 1 0 0 0,0-1 0 0 0,1 1 0 0 0,-1 0 0 0 0,0 4 0 0 0,2-6-75 0 0,0 1 1 0 0,0-1-1 0 0,0 0 0 0 0,1 0 0 0 0,-1 0 0 0 0,1 0 0 0 0,-1 0 0 0 0,0 0 0 0 0,1 0 1 0 0,0-1-1 0 0,-1 1 0 0 0,1 0 0 0 0,-1-1 0 0 0,1 1 0 0 0,0-1 0 0 0,-1 0 0 0 0,1 1 1 0 0,0-1-1 0 0,-1 0 0 0 0,1 0 0 0 0,3 0 0 0 0,4-1 1 0 0,0 1 1 0 0,0-2-1 0 0,0 1 0 0 0,0-1 0 0 0,0 0 1 0 0,0-1-1 0 0,0 0 0 0 0,-1 0 1 0 0,1-1-1 0 0,-1 0 0 0 0,0-1 1 0 0,0 0-1 0 0,0 0 0 0 0,-1-1 0 0 0,0 0 1 0 0,0 0-1 0 0,8-9 0 0 0,-5 3 36 0 0,0-1-1 0 0,0-1 1 0 0,-1 0-1 0 0,0 0 1 0 0,-2 0-1 0 0,0-1 1 0 0,0-1-1 0 0,8-30 1 0 0,-9 21 635 0 0,-1 1 0 0 0,-1-1 0 0 0,2-42 0 0 0,-6 66 91 0 0,-7 9-716 0 0,1 1-1 0 0,0 0 1 0 0,0 0 0 0 0,1 0-1 0 0,0 1 1 0 0,1-1-1 0 0,0 1 1 0 0,0 0 0 0 0,-4 22-1 0 0,4-14-6 0 0,1 0 0 0 0,1 1 0 0 0,0-1-1 0 0,3 37 1 0 0,-1-51-46 0 0,0 1 1 0 0,1-1-1 0 0,0 0 0 0 0,-1 0 0 0 0,2 0 1 0 0,-1 0-1 0 0,0 0 0 0 0,1 0 0 0 0,0 0 0 0 0,0 0 1 0 0,0 0-1 0 0,0-1 0 0 0,1 1 0 0 0,-1-1 1 0 0,1 0-1 0 0,0 0 0 0 0,4 4 0 0 0,-4-5 11 0 0,0 0 0 0 0,1 0 0 0 0,-1-1 0 0 0,0 1 0 0 0,1-1 0 0 0,-1 0 0 0 0,1 0-1 0 0,0 0 1 0 0,-1-1 0 0 0,1 1 0 0 0,0-1 0 0 0,-1 0 0 0 0,1 0 0 0 0,0 0 0 0 0,-1 0 0 0 0,1-1 0 0 0,0 1 0 0 0,-1-1-1 0 0,8-3 1 0 0,48-10 546 0 0,-57 14-584 0 0,2 0 321 0 0,12 3-7914 0 0</inkml:trace>
</inkml:ink>
</file>

<file path=ppt/ink/ink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7.3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133 219 1072 0 0,'-5'-1'328'0'0,"0"0"0"0"0,1 0-1 0 0,-1 1 1 0 0,1 0 0 0 0,-1 0 0 0 0,0 0 0 0 0,1 0-1 0 0,-1 1 1 0 0,1 0 0 0 0,-1 0 0 0 0,1 0 0 0 0,-1 0-1 0 0,1 1 1 0 0,-1 0 0 0 0,1-1 0 0 0,0 2 0 0 0,0-1-1 0 0,0 0 1 0 0,0 1 0 0 0,1 0 0 0 0,-1 0 0 0 0,1 0-1 0 0,-1 0 1 0 0,1 1 0 0 0,0-1 0 0 0,-3 6 0 0 0,3-4-195 0 0,1 0-1 0 0,0 0 1 0 0,0 0 0 0 0,0 0 0 0 0,0 0 0 0 0,1 0 0 0 0,0 0 0 0 0,0 1-1 0 0,0-1 1 0 0,1 0 0 0 0,0 1 0 0 0,0-1 0 0 0,0 0 0 0 0,0 1 0 0 0,1-1-1 0 0,0 0 1 0 0,0 1 0 0 0,1-1 0 0 0,0 0 0 0 0,0 0 0 0 0,0 0 0 0 0,4 7 0 0 0,-3-7-56 0 0,1 1 1 0 0,-1 0-1 0 0,1-1 1 0 0,1 0-1 0 0,-1 0 1 0 0,1 0 0 0 0,0-1-1 0 0,0 0 1 0 0,0 0-1 0 0,0 0 1 0 0,1 0-1 0 0,0-1 1 0 0,0 0 0 0 0,8 3-1 0 0,-12-5-57 0 0,1 0 1 0 0,0 0-1 0 0,0-1 1 0 0,0 1-1 0 0,0-1 0 0 0,0 1 1 0 0,-1-1-1 0 0,1 0 0 0 0,0-1 1 0 0,0 1-1 0 0,0 0 0 0 0,0-1 1 0 0,0 1-1 0 0,0-1 0 0 0,-1 0 1 0 0,1 0-1 0 0,0 0 0 0 0,0-1 1 0 0,-1 1-1 0 0,1-1 0 0 0,-1 1 1 0 0,0-1-1 0 0,1 0 1 0 0,-1 0-1 0 0,0 0 0 0 0,0 0 1 0 0,0 0-1 0 0,0 0 0 0 0,0 0 1 0 0,-1-1-1 0 0,1 1 0 0 0,-1-1 1 0 0,3-4-1 0 0,4-11 49 0 0,-1-1 0 0 0,-1 0 0 0 0,0-1-1 0 0,5-35 1 0 0,-8 35-44 0 0,1 0 0 0 0,1 1 0 0 0,0-1 0 0 0,2 1 0 0 0,11-23-1 0 0,-10 28-14 0 0,0 0-1 0 0,2 1 1 0 0,0 0-1 0 0,0 0 1 0 0,1 1-1 0 0,1 0 1 0 0,15-11-1 0 0,-23 19-1 0 0,0 0 0 0 0,1 1 0 0 0,0 0 0 0 0,-1 0 0 0 0,2 0-1 0 0,-1 0 1 0 0,0 1 0 0 0,0 0 0 0 0,1 0 0 0 0,-1 0 0 0 0,1 1 0 0 0,-1 0 0 0 0,1 0-1 0 0,0 0 1 0 0,-1 1 0 0 0,1 0 0 0 0,0 0 0 0 0,0 0 0 0 0,-1 1 0 0 0,1-1-1 0 0,0 1 1 0 0,-1 1 0 0 0,11 3 0 0 0,-11-2 38 0 0,1 0 1 0 0,-2 1-1 0 0,1-1 1 0 0,0 1-1 0 0,-1 0 0 0 0,1 0 1 0 0,-1 0-1 0 0,0 1 1 0 0,-1 0-1 0 0,1-1 0 0 0,-1 1 1 0 0,0 1-1 0 0,0-1 1 0 0,0 0-1 0 0,-1 1 0 0 0,0-1 1 0 0,2 10-1 0 0,2 9 142 0 0,-1 1 1 0 0,3 46-1 0 0,-4-32-36 0 0,0 0 127 0 0,-1 43 0 0 0,-3-68-523 0 0,-1-1 1 0 0,0 0-1 0 0,-1 0 0 0 0,-1-1 0 0 0,1 1 1 0 0,-2 0-1 0 0,-6 15 0 0 0,3-20-476 0 0,1-2-1701 0 0</inkml:trace>
</inkml:ink>
</file>

<file path=ppt/ink/ink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18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0 353 500 0 0,'24'-6'827'0'0,"-1"-1"-1"0"0,0-2 1 0 0,-1 0 0 0 0,0-1 0 0 0,0-1-1 0 0,29-21 1 0 0,-44 28-607 0 0,-1-2 0 0 0,0 1-1 0 0,0-1 1 0 0,0 0 0 0 0,-1 0 0 0 0,0 0 0 0 0,0-1-1 0 0,0 1 1 0 0,-1-1 0 0 0,0-1 0 0 0,0 1 0 0 0,-1 0-1 0 0,0-1 1 0 0,-1 0 0 0 0,1 0 0 0 0,-1 0 0 0 0,-1 0-1 0 0,0 0 1 0 0,0 0 0 0 0,0 0 0 0 0,-1 0 0 0 0,-1-15-1 0 0,-1 6 339 0 0,2 9 65 0 0,-1 0 0 0 0,0 0 0 0 0,0 0 0 0 0,-1 0 0 0 0,0 0 0 0 0,0 0 0 0 0,-6-11 0 0 0,6 19-582 0 0,-1 0-1 0 0,1 1 1 0 0,-1 0-1 0 0,1 0 1 0 0,0-1-1 0 0,-1 1 1 0 0,1 1-1 0 0,0-1 0 0 0,0 0 1 0 0,0 0-1 0 0,0 1 1 0 0,0 0-1 0 0,0-1 1 0 0,0 1-1 0 0,1 0 1 0 0,-1 0-1 0 0,0 0 1 0 0,1 0-1 0 0,0 0 1 0 0,-1 0-1 0 0,1 0 1 0 0,0 0-1 0 0,0 0 1 0 0,-1 3-1 0 0,-20 64 559 0 0,20-57-569 0 0,-6 23 181 0 0,3 0 1 0 0,-3 54-1 0 0,0 11 93 0 0,9-70-223 0 0,1-17-33 0 0,-2-11 78 0 0,0-2-124 0 0,0 1-1 0 0,0-1 0 0 0,0 0 0 0 0,0 0 0 0 0,0 1 0 0 0,0-1 0 0 0,0 0 0 0 0,0 0 0 0 0,0 1 0 0 0,0-1 0 0 0,0 0 0 0 0,1 0 0 0 0,-1 1 1 0 0,0-1-1 0 0,0 0 0 0 0,0 0 0 0 0,0 0 0 0 0,0 1 0 0 0,0-1 0 0 0,1 0 0 0 0,-1 0 0 0 0,0 0 0 0 0,0 1 0 0 0,0-1 0 0 0,0 0 0 0 0,1 0 0 0 0,-1 0 1 0 0,0 0-1 0 0,0 0 0 0 0,1 1 0 0 0,-1-1 0 0 0,0 0 0 0 0,0 0 0 0 0,0 0 0 0 0,1 0 0 0 0,-1 0 0 0 0,0 0 0 0 0,0 0 0 0 0,1 0 0 0 0,-1 0 1 0 0,0 0-1 0 0,0 0 0 0 0,1 0 0 0 0,-1 0 0 0 0,0 0 0 0 0,0 0 0 0 0,1 0 0 0 0,-1 0 0 0 0,89-81-109 0 0,-87 80 92 0 0,-1 0 13 0 0,-1 1 1 0 0,1 0-1 0 0,0 0 0 0 0,0 0 0 0 0,0-1 0 0 0,0 1 1 0 0,0 0-1 0 0,-1 0 0 0 0,1 0 0 0 0,0 0 1 0 0,0 1-1 0 0,0-1 0 0 0,0 0 0 0 0,0 0 0 0 0,-1 0 1 0 0,1 1-1 0 0,0-1 0 0 0,0 0 0 0 0,0 1 1 0 0,-1-1-1 0 0,1 1 0 0 0,0-1 0 0 0,-1 1 0 0 0,2 0 1 0 0,25 13 31 0 0,-20-10-26 0 0,0 0-1 0 0,0-1 0 0 0,0 0 1 0 0,1 0-1 0 0,-1 0 1 0 0,1-1-1 0 0,0 0 0 0 0,0-1 1 0 0,-1 0-1 0 0,11 1 1 0 0,-13-3-6 0 0,1 1-1 0 0,-1-1 1 0 0,0 0 0 0 0,0-1 0 0 0,0 1 0 0 0,0-1-1 0 0,-1 0 1 0 0,1 0 0 0 0,0 0 0 0 0,-1-1 0 0 0,1 0-1 0 0,-1 1 1 0 0,0-2 0 0 0,0 1 0 0 0,0 0 0 0 0,0-1-1 0 0,-1 0 1 0 0,1 0 0 0 0,3-5 0 0 0,5-11 38 0 0,-21 23-29 0 0,5-1-10 0 0,0 1-1 0 0,1 0 1 0 0,0 1-1 0 0,-1-1 1 0 0,1 1-1 0 0,1-1 1 0 0,-1 1-1 0 0,-3 6 0 0 0,4-7 5 0 0,0 1 0 0 0,1-1-1 0 0,0 0 1 0 0,-1 1 0 0 0,1-1-1 0 0,0 1 1 0 0,1-1 0 0 0,-1 1-1 0 0,1 0 1 0 0,-1-1 0 0 0,1 1-1 0 0,0 0 1 0 0,1-1 0 0 0,-1 1-1 0 0,1-1 1 0 0,-1 1 0 0 0,1 0-1 0 0,0-1 1 0 0,0 1 0 0 0,1-1-1 0 0,-1 0 1 0 0,1 1 0 0 0,2 3-1 0 0,-1-7-2 0 0,1 1 0 0 0,0 0 0 0 0,-1-1 0 0 0,1 0 0 0 0,0 0-1 0 0,0 0 1 0 0,-1-1 0 0 0,1 1 0 0 0,0-1 0 0 0,4-1 0 0 0,-6 2 0 0 0,21-8-45 0 0,0-2 0 0 0,24-12 0 0 0,-36 15 34 0 0,0 1-1 0 0,1 0 0 0 0,-1 1 0 0 0,1 0 0 0 0,0 1 0 0 0,1 0 0 0 0,-1 1 0 0 0,1 1 0 0 0,0 0 0 0 0,-1 0 0 0 0,26 1 0 0 0,-35 2 8 0 0,1 1 0 0 0,-1-1 0 0 0,1 0 0 0 0,-1 1 0 0 0,0 0 0 0 0,0 0 0 0 0,0 0 0 0 0,0 0 0 0 0,0 1 0 0 0,0-1 0 0 0,0 1 0 0 0,-1-1 0 0 0,1 1 0 0 0,-1 0 0 0 0,0 0-1 0 0,3 6 1 0 0,-1-3 23 0 0,0-1-37 0 0,-1-1 0 0 0,1 1 0 0 0,1-1 1 0 0,-1 1-1 0 0,0-1 0 0 0,7 4 0 0 0,-5-8-679 0 0,-1 0 0 0 0,1 0-1 0 0,0-1 1 0 0,0 0-1 0 0,9-2 1 0 0,-13 2 547 0 0,17-4-2819 0 0,-6 0-2020 0 0,0-1 1259 0 0</inkml:trace>
</inkml:ink>
</file>

<file path=ppt/ink/ink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28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332 49 124 0 0,'-48'-47'8155'0'0,"47"46"-6982"0"0,0 1-1123 0 0,0 0 0 0 0,1 0 1 0 0,-1 0-1 0 0,1 1 0 0 0,-1-1 1 0 0,1 0-1 0 0,-1 1 0 0 0,0-1 1 0 0,1 0-1 0 0,-1 1 0 0 0,1-1 1 0 0,-1 0-1 0 0,1 1 1 0 0,0-1-1 0 0,-1 1 0 0 0,1-1 1 0 0,-1 1-1 0 0,1-1 0 0 0,0 1 1 0 0,-1 0-1 0 0,1-1 0 0 0,0 1 1 0 0,0-1-1 0 0,-1 1 0 0 0,1 0 1 0 0,0-1-1 0 0,0 1 0 0 0,0 0 1 0 0,0-1-1 0 0,0 1 1 0 0,0-1-1 0 0,0 2 0 0 0,2 36 533 0 0,14 36-197 0 0,65 234 595 0 0,-79-298-953 0 0,0 1 0 0 0,0-1 1 0 0,-1 1-1 0 0,0-1 0 0 0,-1 1 0 0 0,0-1 0 0 0,-1 1 0 0 0,0-1 0 0 0,-1 1 1 0 0,0-1-1 0 0,-1 0 0 0 0,-4 13 0 0 0,4-17-10 0 0,0 1 0 0 0,-1-1 0 0 0,0 1 0 0 0,0-1 0 0 0,-1 0 0 0 0,1-1 0 0 0,-1 1 0 0 0,-1-1 0 0 0,1 0 1 0 0,-1 0-1 0 0,0-1 0 0 0,0 1 0 0 0,0-1 0 0 0,-1-1 0 0 0,1 1 0 0 0,-1-1 0 0 0,-14 5 0 0 0,12-5 14 0 0,-1 0 0 0 0,0-1 0 0 0,0 0 0 0 0,0 0 0 0 0,0-1 0 0 0,0-1 0 0 0,0 0-1 0 0,0 0 1 0 0,0 0 0 0 0,0-2 0 0 0,0 1 0 0 0,-11-4 0 0 0,15 3-146 0 0,0 0-1 0 0,0 0 1 0 0,0-1-1 0 0,0 0 1 0 0,0-1-1 0 0,1 1 1 0 0,-1-1-1 0 0,-5-6 0 0 0,6 6-365 0 0,0-1-1 0 0,1-1 0 0 0,-1 1 0 0 0,1 0 0 0 0,1-1 0 0 0,-1 0 0 0 0,1 0 0 0 0,-5-12 0 0 0,0-4-2854 0 0,1-4 256 0 0</inkml:trace>
</inkml:ink>
</file>

<file path=ppt/ink/ink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28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1 113 308 0 0,'27'-19'2392'0'0,"-1"5"-1556"0"0,0 1 0 0 0,1 2 0 0 0,1 0 0 0 0,46-10 0 0 0,-34 13-554 0 0,1 1 0 0 0,0 3-1 0 0,1 1 1 0 0,-1 1 0 0 0,45 6 0 0 0,-38 5-1315 0 0,-18 3-2839 0 0,-21-9 1810 0 0</inkml:trace>
</inkml:ink>
</file>

<file path=ppt/ink/ink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1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1 526 352 0 0,'0'0'4664'0'0,"5"-2"-4262"0"0,3 0-114 0 0,0-2-1 0 0,0 1 1 0 0,0-1-1 0 0,0-1 0 0 0,-1 1 1 0 0,0-1-1 0 0,13-11 0 0 0,-15 12-84 0 0,-1 0 0 0 0,0 0 0 0 0,0-1 0 0 0,-1 1 1 0 0,1-1-1 0 0,-1 0 0 0 0,0 0 0 0 0,0 0 0 0 0,-1 0 0 0 0,0 0 0 0 0,1 0 0 0 0,-2-1 0 0 0,1 1 0 0 0,1-10 0 0 0,-2 11-122 0 0,-1 2-41 0 0,1 0-1 0 0,-1 0 0 0 0,0 1 1 0 0,1-1-1 0 0,-1 0 0 0 0,0 0 0 0 0,0 0 1 0 0,0 1-1 0 0,0-1 0 0 0,-1 0 1 0 0,1 0-1 0 0,0 1 0 0 0,-1-1 1 0 0,1 0-1 0 0,-1 0 0 0 0,0 1 1 0 0,1-1-1 0 0,-1 1 0 0 0,0-1 0 0 0,0 0 1 0 0,0 1-1 0 0,0 0 0 0 0,-2-2 1 0 0,2 2 104 0 0,-4 4-92 0 0,0 1-42 0 0,0 1 1 0 0,1-1-1 0 0,-1 1 1 0 0,1 0-1 0 0,0 0 1 0 0,0 1-1 0 0,0-1 1 0 0,1 1-1 0 0,0 0 1 0 0,0-1-1 0 0,0 2 1 0 0,1-1 0 0 0,0 0-1 0 0,0 0 1 0 0,1 1-1 0 0,-1-1 1 0 0,2 1-1 0 0,-1-1 1 0 0,1 1-1 0 0,-1-1 1 0 0,2 1-1 0 0,-1 0 1 0 0,1-1-1 0 0,0 1 1 0 0,0-1-1 0 0,1 0 1 0 0,0 1-1 0 0,0-1 1 0 0,1 0-1 0 0,-1 0 1 0 0,1 0-1 0 0,1 0 1 0 0,-1-1-1 0 0,1 1 1 0 0,0-1-1 0 0,0 0 1 0 0,0 0-1 0 0,1 0 1 0 0,0-1 0 0 0,0 1-1 0 0,0-1 1 0 0,0-1-1 0 0,1 1 1 0 0,-1-1-1 0 0,1 1 1 0 0,0-2-1 0 0,0 1 1 0 0,0-1-1 0 0,1 0 1 0 0,-1 0-1 0 0,0 0 1 0 0,1-1-1 0 0,6 0 1 0 0,-5 0-1 0 0,0-1 0 0 0,0-1 0 0 0,1 0 0 0 0,-1 0-1 0 0,0 0 1 0 0,0-1 0 0 0,-1 0 0 0 0,1-1 0 0 0,0 1 0 0 0,-1-2 0 0 0,1 1 0 0 0,-1-1 0 0 0,9-6 0 0 0,-5 2-5 0 0,0-1 1 0 0,-1-1 0 0 0,0 0-1 0 0,0 0 1 0 0,-1-1-1 0 0,0 0 1 0 0,8-14-1 0 0,3-11 3 0 0,-2 0-1 0 0,-1-2 1 0 0,-2 0-1 0 0,13-50 1 0 0,-23 69-7 0 0,-1 0 0 0 0,-1 0 0 0 0,-1 0 0 0 0,-1-1 0 0 0,-1-28 0 0 0,-1 15 25 0 0,2 25 45 0 0,-2 0 0 0 0,1 0 0 0 0,-1-1 1 0 0,0 1-1 0 0,-1 0 0 0 0,0 1 0 0 0,-3-10 0 0 0,4 15 120 0 0,1 2-182 0 0,0-1 1 0 0,0 1-1 0 0,-1 0 0 0 0,1-1 0 0 0,0 1 0 0 0,0-1 1 0 0,0 1-1 0 0,0 0 0 0 0,-1-1 0 0 0,1 1 0 0 0,0 0 1 0 0,0-1-1 0 0,-1 1 0 0 0,1 0 0 0 0,0-1 0 0 0,-1 1 1 0 0,1 0-1 0 0,0-1 0 0 0,-1 1 0 0 0,1 0 0 0 0,-1 0 1 0 0,1 0-1 0 0,0-1 0 0 0,-1 1 0 0 0,1 0 0 0 0,-1 0 0 0 0,1 0 1 0 0,0 0-1 0 0,-1 0 0 0 0,1 0 0 0 0,-1 0 0 0 0,1 0 1 0 0,-1 0-1 0 0,1 0 0 0 0,0 0 0 0 0,-1 0 0 0 0,1 0 1 0 0,-1 0-1 0 0,1 0 0 0 0,-1 0 0 0 0,1 0 0 0 0,0 1 1 0 0,-1-1-1 0 0,1 0 0 0 0,-1 0 0 0 0,1 0 0 0 0,0 1 1 0 0,-1-1-1 0 0,1 0 0 0 0,0 1 0 0 0,-1-1 0 0 0,1 0 1 0 0,0 1-1 0 0,0-1 0 0 0,-1 0 0 0 0,1 1 0 0 0,0-1 0 0 0,-1 1 1 0 0,-1 1-90 0 0,-3 0 143 0 0,-2 23 3276 0 0,1-7-3535 0 0,4-9 174 0 0,-2 22-2 0 0,32 320 22 0 0,-23-328 20 0 0,0 0 1 0 0,1-1 0 0 0,13 28-1 0 0,-1 2 52 0 0,-17-50-66 0 0,-1-1 1 0 0,1 1-1 0 0,0-1 0 0 0,0 1 0 0 0,0-1 1 0 0,0 1-1 0 0,0-1 0 0 0,0 0 0 0 0,0 1 1 0 0,1-1-1 0 0,-1 0 0 0 0,0 0 0 0 0,1 0 1 0 0,-1 0-1 0 0,1 0 0 0 0,-1 0 0 0 0,1 0 0 0 0,-1-1 1 0 0,1 1-1 0 0,0-1 0 0 0,-1 1 0 0 0,1-1 1 0 0,0 1-1 0 0,-1-1 0 0 0,1 0 0 0 0,0 0 1 0 0,0 0-1 0 0,-1 0 0 0 0,1 0 0 0 0,0 0 1 0 0,3-1-1 0 0,2 0 11 0 0,0 0 0 0 0,-1-1 0 0 0,1 0-1 0 0,0 0 1 0 0,0-1 0 0 0,6-3 0 0 0,1-3-2 0 0,-1 0 0 0 0,0-1 0 0 0,-1-1 0 0 0,0 0 0 0 0,-1-1-1 0 0,0 0 1 0 0,0 0 0 0 0,-2-1 0 0 0,0-1 0 0 0,0 1 0 0 0,-1-1 0 0 0,-1-1-1 0 0,8-19 1 0 0,-5 7-26 0 0,-9 26 5 0 0,0 4-125 0 0,4 12 147 0 0,-4 3-14 0 0,-2-16 2 0 0,1 1 0 0 0,-1-1-1 0 0,1 1 1 0 0,0 0 0 0 0,-1-1 0 0 0,2 1 0 0 0,-1 0-1 0 0,0 0 1 0 0,0-1 0 0 0,1 1 0 0 0,-1-1-1 0 0,1 1 1 0 0,0 0 0 0 0,0-1 0 0 0,0 1 0 0 0,2 3-1 0 0,13 27-940 0 0,-15-32 531 0 0,0 1 0 0 0,0 0-1 0 0,-1-1 1 0 0,2 1 0 0 0,-1 0-1 0 0,0-1 1 0 0,0 0 0 0 0,0 1-1 0 0,1-1 1 0 0,-1 0 0 0 0,0 1-1 0 0,1-1 1 0 0,0 0 0 0 0,-1 0-1 0 0,1 0 1 0 0,2 1 0 0 0,13-13-4424 0 0,-14 8 2056 0 0</inkml:trace>
</inkml:ink>
</file>

<file path=ppt/ink/ink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1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1072 0 0,'4'-18'1021'0'0,"-1"-1"1"0"0,0 1-1 0 0,-2-1 0 0 0,0 0 0 0 0,-1 1 0 0 0,-3-22 1 0 0,0-15 2080 0 0,3 53-2624 0 0,11 16-2350 0 0,3 4-3597 0 0,-9-8 2961 0 0</inkml:trace>
</inkml:ink>
</file>

<file path=ppt/ink/ink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2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0 520 0 0,'0'0'2974'0'0,"18"27"1623"0"0,-14-8-3482 0 0,1 1-1 0 0,12 28 1 0 0,-8-25-620 0 0,-9-21-251 0 0,1-2-228 0 0,-1 0-1 0 0,0 1 0 0 0,1-1 0 0 0,-1 0 0 0 0,1 1 0 0 0,-1-1 0 0 0,1 0 0 0 0,-1 1 0 0 0,1-1 0 0 0,0 0 0 0 0,-1 0 0 0 0,1 0 0 0 0,-1 1 1 0 0,1-1-1 0 0,-1 0 0 0 0,1 0 0 0 0,0 0 0 0 0,-1 0 0 0 0,1 0 0 0 0,-1 0 0 0 0,1 0 0 0 0,0 0 0 0 0,-1 0 0 0 0,1-1 0 0 0,-1 1 0 0 0,1 0 1 0 0,-1 0-1 0 0,1 0 0 0 0,-1-1 0 0 0,1 1 0 0 0,0 0 0 0 0,0-1 0 0 0,21-9 300 0 0,39-66 169 0 0,-60 75-442 0 0,1-2-29 0 0,-2 3-13 0 0,0-1 1 0 0,0 1-1 0 0,0 0 0 0 0,0 0 1 0 0,0 0-1 0 0,0 0 1 0 0,0 0-1 0 0,0-1 1 0 0,0 1-1 0 0,0 0 1 0 0,0 0-1 0 0,0 0 1 0 0,0 0-1 0 0,0-1 1 0 0,0 1-1 0 0,0 0 1 0 0,0 0-1 0 0,0 0 1 0 0,0 0-1 0 0,0 0 1 0 0,0 0-1 0 0,1-1 1 0 0,-1 1-1 0 0,0 0 0 0 0,0 0 1 0 0,0 0-1 0 0,0 0 1 0 0,0 0-1 0 0,0 0 1 0 0,0 0-1 0 0,1-1 1 0 0,-1 1-1 0 0,0 0 1 0 0,0 0-1 0 0,0 0 1 0 0,0 0-1 0 0,0 0 1 0 0,1 0-1 0 0,-1 0 1 0 0,0 0-1 0 0,0 0 1 0 0,0 0-1 0 0,0 0 1 0 0,0 0-1 0 0,1 0 1 0 0,-1 0-1 0 0,0 0 0 0 0,0 0 1 0 0,0 0-1 0 0,0 0 1 0 0,0 0-1 0 0,1 0 1 0 0,-1 0-1 0 0,0 0 1 0 0,0 0-1 0 0,0 0 1 0 0,0 1-1 0 0,4 14 8 0 0,-3-10 3 0 0,0 0-1 0 0,0 0 0 0 0,0-1 0 0 0,1 1 1 0 0,-1 0-1 0 0,5 6 0 0 0,-6-10-5 0 0,1 0-1 0 0,0 0 1 0 0,0 0-1 0 0,0 0 1 0 0,0 0-1 0 0,0 0 1 0 0,0 0-1 0 0,0-1 0 0 0,0 1 1 0 0,0 0-1 0 0,0-1 1 0 0,0 1-1 0 0,0 0 1 0 0,1-1-1 0 0,-1 0 1 0 0,0 1-1 0 0,0-1 1 0 0,1 0-1 0 0,-1 1 0 0 0,0-1 1 0 0,1 0-1 0 0,-1 0 1 0 0,0 0-1 0 0,1 0 1 0 0,-1 0-1 0 0,0-1 1 0 0,0 1-1 0 0,1 0 1 0 0,-1-1-1 0 0,0 1 0 0 0,2-1 1 0 0,31-12 32 0 0,-23 8-36 0 0,-1 0 0 0 0,1 2 0 0 0,-1-1 0 0 0,1 1 0 0 0,0 1 0 0 0,14-2 1 0 0,-24 4 0 0 0,0 0 1 0 0,-1 0 0 0 0,1 0 0 0 0,0 0 0 0 0,0 0-1 0 0,0 0 1 0 0,0 0 0 0 0,-1 0 0 0 0,1 0 0 0 0,0 1 0 0 0,0-1-1 0 0,0 0 1 0 0,0 0 0 0 0,-1 1 0 0 0,1-1 0 0 0,0 1-1 0 0,-1-1 1 0 0,1 0 0 0 0,0 1 0 0 0,0-1 0 0 0,-1 1 0 0 0,1 0-1 0 0,-1-1 1 0 0,1 1 0 0 0,-1 0 0 0 0,1-1 0 0 0,-1 1-1 0 0,1 0 1 0 0,-1-1 0 0 0,1 1 0 0 0,-1 0 0 0 0,0 0 0 0 0,1 0-1 0 0,-1-1 1 0 0,0 1 0 0 0,0 0 0 0 0,0 0 0 0 0,0 0-1 0 0,0 0 1 0 0,0-1 0 0 0,0 1 0 0 0,0 0 0 0 0,0 0 0 0 0,0 1-1 0 0,-1 1-142 0 0,0-1 0 0 0,1 1 0 0 0,-1-1 0 0 0,0 1 0 0 0,0-1 0 0 0,-1 1 0 0 0,1-1-1 0 0,0 0 1 0 0,-1 0 0 0 0,1 0 0 0 0,-1 0 0 0 0,0 0 0 0 0,-4 4 0 0 0,5-5-454 0 0,-12 0-1327 0 0,-6 1-3040 0 0,5-4 2423 0 0</inkml:trace>
</inkml:ink>
</file>

<file path=ppt/ink/ink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61 64 0 0,'-3'-7'1257'0'0,"0"-1"0"0"0,0 1 0 0 0,-1 0 0 0 0,-1 1 0 0 0,-8-13 0 0 0,12 18-924 0 0,-15-4 791 0 0,8 5-1014 0 0,0 1 0 0 0,0 0-1 0 0,0 0 1 0 0,0 1 0 0 0,0 0-1 0 0,0 0 1 0 0,1 1-1 0 0,-1 0 1 0 0,1 0 0 0 0,0 1-1 0 0,0 0 1 0 0,0 0 0 0 0,0 1-1 0 0,-7 6 1 0 0,-4 4 111 0 0,0 1 1 0 0,1 0 0 0 0,-27 35-1 0 0,37-42-156 0 0,0 1 0 0 0,1 0-1 0 0,0 0 1 0 0,0 1 0 0 0,1 0-1 0 0,1 0 1 0 0,-1 0 0 0 0,2 1 0 0 0,0-1-1 0 0,0 1 1 0 0,1 0 0 0 0,0 0-1 0 0,1 19 1 0 0,1-23-42 0 0,1 0-1 0 0,0 0 1 0 0,1 0 0 0 0,-1 0 0 0 0,1 0-1 0 0,1 0 1 0 0,0-1 0 0 0,0 1-1 0 0,0-1 1 0 0,1 0 0 0 0,0 0 0 0 0,1 0-1 0 0,0 0 1 0 0,0-1 0 0 0,0 1 0 0 0,0-1-1 0 0,1-1 1 0 0,0 1 0 0 0,0-1-1 0 0,14 9 1 0 0,-4-5 4 0 0,0 0-1 0 0,1-1 0 0 0,0 0 1 0 0,0-2-1 0 0,1 0 1 0 0,-1 0-1 0 0,1-2 1 0 0,1-1-1 0 0,-1 0 1 0 0,27 1-1 0 0,-30-4-17 0 0,1 0 0 0 0,-1-1 0 0 0,0-1 0 0 0,0-1 0 0 0,1 0 0 0 0,-2 0 0 0 0,1-2 0 0 0,0 0-1 0 0,-1 0 1 0 0,0-2 0 0 0,0 0 0 0 0,-1 0 0 0 0,14-10 0 0 0,-13 7 4 0 0,0-1 0 0 0,-1 0 0 0 0,0-1 0 0 0,-1-1-1 0 0,0 0 1 0 0,-1 0 0 0 0,10-16 0 0 0,-20 27 12 0 0,5-8-1 0 0,-3 4-30 0 0,-2 4 9 0 0,0 0 75 0 0,1 0 1 0 0,0 0-1 0 0,-1 0 1 0 0,0 0-1 0 0,1 0 1 0 0,-1 0-1 0 0,0-1 1 0 0,0 1-1 0 0,0-1 1 0 0,0 1-1 0 0,0-4 1 0 0,-2 0-81 0 0,1 5 9 0 0,0-1 1 0 0,0 1-1 0 0,0 0 0 0 0,-1-1 0 0 0,1 1 1 0 0,0 0-1 0 0,0 0 0 0 0,-1-1 0 0 0,1 1 1 0 0,-1 0-1 0 0,0 0 0 0 0,1 0 0 0 0,-1-1 1 0 0,0 1-1 0 0,1 0 0 0 0,-1 0 1 0 0,0 0-1 0 0,0 0 0 0 0,0 0 0 0 0,0 1 1 0 0,0-1-1 0 0,0 0 0 0 0,0 0 0 0 0,0 1 1 0 0,0-1-1 0 0,-1 0 0 0 0,1 1 0 0 0,-2-1 1 0 0,1 0-12 0 0,-32 11-20 0 0,30-9 21 0 0,0 1 1 0 0,1 0 0 0 0,-1 0-1 0 0,1 0 1 0 0,0 0-1 0 0,0 1 1 0 0,0-1 0 0 0,0 1-1 0 0,0 0 1 0 0,-3 4 0 0 0,5-6-5 0 0,-29 54-1 0 0,29-53-4 0 0,-7 58 2 0 0,9-57 17 0 0,-2-2-5 0 0,1-1-1 0 0,0 1 1 0 0,0 0-1 0 0,-1 0 1 0 0,1 0-1 0 0,0 0 1 0 0,0 0-1 0 0,0 0 1 0 0,0 0-1 0 0,1 0 1 0 0,-1 0-1 0 0,0 0 1 0 0,0 0-1 0 0,0 0 1 0 0,1 0-1 0 0,-1 0 0 0 0,0 0 1 0 0,1 0-1 0 0,24 31 25 0 0,-21-30-18 0 0,0 1-1 0 0,1-1 0 0 0,-1 1 1 0 0,1-1-1 0 0,-1 0 0 0 0,1-1 1 0 0,-1 1-1 0 0,1-1 0 0 0,0 0 1 0 0,0 0-1 0 0,0 0 0 0 0,0-1 1 0 0,0 0-1 0 0,0 0 0 0 0,9-1 1 0 0,2-1 4 0 0,-1 0 0 0 0,0-1 0 0 0,25-8 0 0 0,-34 8 1 0 0,1 1 0 0 0,-1-1-1 0 0,-1 0 1 0 0,1 0-1 0 0,0-1 1 0 0,8-6 0 0 0,9-7-30 0 0,-22 16-1 0 0,5-1-1562 0 0,12 5-7740 0 0,-16-3 9833 0 0,1 1-3045 0 0</inkml:trace>
</inkml:ink>
</file>

<file path=ppt/ink/ink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7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275 201 584 0 0,'0'0'2714'0'0,"-19"-47"2375"0"0,15 44-4958 0 0,0 0 0 0 0,0 1 0 0 0,0 0-1 0 0,0 0 1 0 0,0 0 0 0 0,-1 0-1 0 0,1 1 1 0 0,-1-1 0 0 0,1 1 0 0 0,-1 0-1 0 0,0 1 1 0 0,1-1 0 0 0,-1 1 0 0 0,0 0-1 0 0,0 0 1 0 0,1 0 0 0 0,-1 1-1 0 0,-8 2 1 0 0,4-1-20 0 0,0 0-1 0 0,0 1 1 0 0,0 0-1 0 0,1 1 1 0 0,0 0-1 0 0,-1 0 1 0 0,1 0-1 0 0,-10 9 1 0 0,10-7-40 0 0,0 0 0 0 0,1 1 1 0 0,0 0-1 0 0,0 0 0 0 0,1 0 0 0 0,0 1 1 0 0,-9 15-1 0 0,13-18-51 0 0,0 0-1 0 0,0-1 1 0 0,1 1-1 0 0,-1 0 1 0 0,1 0-1 0 0,1 0 1 0 0,-1 0 0 0 0,1 0-1 0 0,-1 0 1 0 0,1 0-1 0 0,1 0 1 0 0,-1 0-1 0 0,1 0 1 0 0,0 0-1 0 0,0-1 1 0 0,3 10-1 0 0,-3-12-10 0 0,-1 0-1 0 0,1 0 0 0 0,0 0 0 0 0,0 0 0 0 0,0 0 0 0 0,0 0 0 0 0,0 0 0 0 0,0 0 1 0 0,1 0-1 0 0,-1-1 0 0 0,0 1 0 0 0,1 0 0 0 0,-1-1 0 0 0,1 1 0 0 0,0-1 0 0 0,0 0 0 0 0,-1 0 1 0 0,1 1-1 0 0,0-1 0 0 0,0 0 0 0 0,0-1 0 0 0,0 1 0 0 0,0 0 0 0 0,1-1 0 0 0,-1 1 1 0 0,0-1-1 0 0,0 1 0 0 0,0-1 0 0 0,0 0 0 0 0,1 0 0 0 0,-1 0 0 0 0,0 0 0 0 0,0 0 0 0 0,0-1 1 0 0,0 1-1 0 0,4-2 0 0 0,-1 1-2 0 0,0-1 0 0 0,0 0 1 0 0,0-1-1 0 0,0 1 0 0 0,-1-1 1 0 0,1 0-1 0 0,-1 0 1 0 0,1 0-1 0 0,-1-1 0 0 0,0 1 1 0 0,-1-1-1 0 0,1 0 0 0 0,0 0 1 0 0,3-6-1 0 0,13-24 36 0 0,23-51 0 0 0,-33 66-51 0 0,-9 36-9 0 0,-1-12 15 0 0,-1 1 1 0 0,2 0-1 0 0,-1 0 0 0 0,1 0 0 0 0,-1 0 0 0 0,2 0 0 0 0,2 10 1 0 0,-1-11 6 0 0,0 0 1 0 0,0 0 0 0 0,1 0 0 0 0,-1 0-1 0 0,1-1 1 0 0,0 0 0 0 0,0 1 0 0 0,0-1-1 0 0,1-1 1 0 0,0 1 0 0 0,-1-1 0 0 0,1 0 0 0 0,0 0-1 0 0,1 0 1 0 0,8 3 0 0 0,-6-4 2 0 0,1 0 1 0 0,-1 0-1 0 0,1-1 1 0 0,0 0-1 0 0,-1 0 1 0 0,1-1-1 0 0,0 0 1 0 0,0-1-1 0 0,-1 0 1 0 0,14-3-1 0 0,-7 0-3 0 0,1 0 0 0 0,-1-1 0 0 0,0-1 0 0 0,-1 0 0 0 0,1-1 0 0 0,-1-1 0 0 0,0 0 0 0 0,-1 0 0 0 0,0-2 0 0 0,0 0 0 0 0,-1 0 0 0 0,-1-1 0 0 0,0-1 0 0 0,13-16 0 0 0,-22 25-1 0 0,1-1 0 0 0,-2 1 1 0 0,1 0-1 0 0,0-1 1 0 0,-1 1-1 0 0,1-1 0 0 0,-1 0 1 0 0,0 0-1 0 0,0 1 1 0 0,0-6-1 0 0,0 7 0 0 0,0 0 0 0 0,-1-1-1 0 0,1 1 1 0 0,-1 0 0 0 0,0-1 0 0 0,1 1 0 0 0,-1 0 0 0 0,0-1 0 0 0,0 1-1 0 0,0 0 1 0 0,-1-1 0 0 0,1 1 0 0 0,-1 0 0 0 0,1 0 0 0 0,-1-1 0 0 0,0 1-1 0 0,0 0 1 0 0,0 0 0 0 0,0 0 0 0 0,0 0 0 0 0,0 0 0 0 0,0 0 0 0 0,-3-3-1 0 0,2 4 5 0 0,0-1-1 0 0,0 1 1 0 0,0 0-1 0 0,0 0 0 0 0,0 0 1 0 0,0 0-1 0 0,0 0 1 0 0,0 1-1 0 0,0-1 1 0 0,-1 1-1 0 0,1-1 0 0 0,0 1 1 0 0,0 0-1 0 0,-3 0 1 0 0,3 0 44 0 0,-27 17 268 0 0,25-14-297 0 0,1 0 0 0 0,-1 0 1 0 0,1 0-1 0 0,0 1 0 0 0,0 0 1 0 0,1-1-1 0 0,-1 1 0 0 0,1 0 1 0 0,-1 0-1 0 0,1 0 0 0 0,0 0 0 0 0,1 1 1 0 0,-1-1-1 0 0,1 1 0 0 0,0-1 1 0 0,0 1-1 0 0,0-1 0 0 0,1 1 1 0 0,-1-1-1 0 0,1 1 0 0 0,0 0 1 0 0,1-1-1 0 0,-1 1 0 0 0,1-1 1 0 0,0 1-1 0 0,0-1 0 0 0,0 1 1 0 0,1-1-1 0 0,-1 0 0 0 0,1 1 1 0 0,0-1-1 0 0,0 0 0 0 0,1 0 1 0 0,-1 0-1 0 0,1-1 0 0 0,0 1 1 0 0,0 0-1 0 0,0-1 0 0 0,1 0 1 0 0,-1 0-1 0 0,1 0 0 0 0,-1 0 0 0 0,1-1 1 0 0,0 1-1 0 0,0-1 0 0 0,0 0 1 0 0,1 0-1 0 0,-1 0 0 0 0,0-1 1 0 0,1 0-1 0 0,7 2 0 0 0,3-1-10 0 0,0-1 0 0 0,0 0-1 0 0,0-1 1 0 0,0 0-1 0 0,0-2 1 0 0,0 1 0 0 0,-1-2-1 0 0,1 0 1 0 0,-1-1-1 0 0,1 0 1 0 0,-1-1 0 0 0,0-1-1 0 0,-1 0 1 0 0,1-1-1 0 0,-1 0 1 0 0,-1-1 0 0 0,1-1-1 0 0,-1 0 1 0 0,-1 0-1 0 0,0-2 1 0 0,0 1-1 0 0,18-24 1 0 0,-23 25-20 0 0,0 0-1 0 0,1 1 1 0 0,-1 0-1 0 0,2 0 1 0 0,-1 1-1 0 0,1 0 1 0 0,1 0-1 0 0,13-9 1 0 0,-19 14 4 0 0,1 1 1 0 0,0-1 0 0 0,-1 0-1 0 0,1 1 1 0 0,0 0 0 0 0,0 0-1 0 0,0 0 1 0 0,0 0-1 0 0,0 1 1 0 0,0-1 0 0 0,0 1-1 0 0,0 0 1 0 0,0 0 0 0 0,0 1-1 0 0,0-1 1 0 0,0 1-1 0 0,0 0 1 0 0,0 0 0 0 0,-1 0-1 0 0,1 1 1 0 0,0-1 0 0 0,0 1-1 0 0,-1 0 1 0 0,1 0-1 0 0,3 3 1 0 0,-4-3-4 0 0,2 0 9 0 0,0 2-1 0 0,0-1 1 0 0,0 0-1 0 0,0 1 1 0 0,-1 0-1 0 0,1 0 1 0 0,-1 1-1 0 0,0-1 1 0 0,0 1-1 0 0,-1 0 1 0 0,1-1-1 0 0,-1 2 1 0 0,0-1-1 0 0,0 0 1 0 0,-1 1 0 0 0,0-1-1 0 0,0 1 1 0 0,2 6-1 0 0,-4-7-7 0 0,0-2 9 0 0,0 0 0 0 0,0-1 0 0 0,-1 1 0 0 0,1-1 0 0 0,-1 1 0 0 0,0-1 0 0 0,1 1 0 0 0,-1-1 0 0 0,0 1 0 0 0,0-1 0 0 0,-1 0 0 0 0,1 1 0 0 0,0-1 0 0 0,-1 0-1 0 0,1 0 1 0 0,-1 0 0 0 0,0 0 0 0 0,0 0 0 0 0,0 0 0 0 0,0-1 0 0 0,0 1 0 0 0,0-1 0 0 0,0 1 0 0 0,-4 1 0 0 0,5-3 66 0 0,3-5-291 0 0,-1 1 162 0 0,1 0 1 0 0,1 1-1 0 0,-1-1 0 0 0,0 1 1 0 0,1-1-1 0 0,0 1 1 0 0,0 0-1 0 0,0 0 1 0 0,0 0-1 0 0,0 0 0 0 0,1 0 1 0 0,-1 1-1 0 0,1-1 1 0 0,0 1-1 0 0,-1 0 1 0 0,1 0-1 0 0,0 1 0 0 0,0-1 1 0 0,5 0-1 0 0,114-40-1743 0 0,-74 28 1078 0 0,74-34 0 0 0,-114 43 728 0 0,0-1 1 0 0,-1 0-1 0 0,0 0 0 0 0,13-13 0 0 0,-2 3 371 0 0,-18 15-154 0 0,-1-1-64 0 0,0 2-142 0 0,1 0-1 0 0,-1 0 1 0 0,0 0-1 0 0,0-1 1 0 0,0 1-1 0 0,0 0 1 0 0,0 0-1 0 0,0 0 1 0 0,1-1-1 0 0,-1 1 1 0 0,0 0-1 0 0,0 0 1 0 0,0 0-1 0 0,0-1 1 0 0,0 1-1 0 0,0 0 1 0 0,0 0-1 0 0,0 0 1 0 0,0-1-1 0 0,0 1 1 0 0,0 0-1 0 0,0 0 1 0 0,0 0-1 0 0,0-1 1 0 0,0 1-1 0 0,0 0 0 0 0,0 0 1 0 0,0 0-1 0 0,-1-1 1 0 0,1 1-1 0 0,0 0 1 0 0,0 0-1 0 0,0 0 1 0 0,0-1-1 0 0,0 1 1 0 0,0 0-1 0 0,-1 0 1 0 0,1 0-1 0 0,0 0 1 0 0,0 0-1 0 0,0-1 1 0 0,0 1-1 0 0,-1 0 1 0 0,1 0-1 0 0,0 0 1 0 0,0 0-1 0 0,0 0 1 0 0,-1 0-1 0 0,1 0 1 0 0,0 0-1 0 0,0 0 1 0 0,0 0-1 0 0,-1 0 1 0 0,1 0-1 0 0,0 0 1 0 0,0 0-1 0 0,0 0 1 0 0,-1 0-1 0 0,1 0 1 0 0,-7 1 44 0 0,1 1 0 0 0,-1 1 1 0 0,1-1-1 0 0,0 1 0 0 0,0 0 0 0 0,0 1 1 0 0,0-1-1 0 0,0 1 0 0 0,1 0 0 0 0,0 0 1 0 0,0 1-1 0 0,-8 8 0 0 0,8-7 13 0 0,2-4-48 0 0,1 1 1 0 0,0-1-1 0 0,0 1 0 0 0,0-1 1 0 0,0 1-1 0 0,0-1 0 0 0,0 1 1 0 0,1 0-1 0 0,-1 0 0 0 0,1 0 1 0 0,0 0-1 0 0,0 0 0 0 0,0 0 1 0 0,0 0-1 0 0,0 6 0 0 0,1-7 16 0 0,6 2 48 0 0,-5-3-81 0 0,-1-1 0 0 0,1 1 0 0 0,0-1 0 0 0,-1 1-1 0 0,1-1 1 0 0,-1 1 0 0 0,1-1 0 0 0,0 1 0 0 0,0-1-1 0 0,-1 1 1 0 0,1-1 0 0 0,0 0 0 0 0,0 1 0 0 0,-1-1-1 0 0,1 0 1 0 0,0 0 0 0 0,0 0 0 0 0,0 0-1 0 0,1 0 1 0 0,4 0 1 0 0,0 0 0 0 0,-1 0-1 0 0,1-1 1 0 0,0 0 0 0 0,-1 0-1 0 0,1 0 1 0 0,0-1 0 0 0,-1 1 0 0 0,0-2-1 0 0,1 1 1 0 0,-1 0 0 0 0,0-1-1 0 0,0 0 1 0 0,0 0 0 0 0,-1-1-1 0 0,1 1 1 0 0,-1-1 0 0 0,0 0 0 0 0,0 0-1 0 0,4-5 1 0 0,-8 8-7 0 0,1 0-1 0 0,0 0 1 0 0,-1 0 0 0 0,1 0-1 0 0,0 0 1 0 0,-1 0 0 0 0,1 1-1 0 0,0-1 1 0 0,0 0 0 0 0,0 1-1 0 0,0-1 1 0 0,0 0 0 0 0,0 1-1 0 0,0-1 1 0 0,0 1 0 0 0,0 0 0 0 0,0-1-1 0 0,0 1 1 0 0,0 0 0 0 0,1-1-1 0 0,3 16-37 0 0,1 10 21 0 0,-3-18 24 0 0,-2-6-5 0 0,-1 0-1 0 0,1 0 0 0 0,-1 0 1 0 0,1 0-1 0 0,-1 0 0 0 0,1 0 1 0 0,0 0-1 0 0,-1 0 0 0 0,1 0 1 0 0,0 0-1 0 0,0 0 1 0 0,0-1-1 0 0,0 1 0 0 0,0 0 1 0 0,0 0-1 0 0,0-1 0 0 0,0 1 1 0 0,0-1-1 0 0,0 1 0 0 0,0-1 1 0 0,0 0-1 0 0,0 1 0 0 0,1-1 1 0 0,-1 0-1 0 0,0 0 0 0 0,0 1 1 0 0,0-1-1 0 0,1 0 1 0 0,-1 0-1 0 0,0 0 0 0 0,0-1 1 0 0,0 1-1 0 0,0 0 0 0 0,2-1 1 0 0,18-2 4 0 0,-1-1 1 0 0,1-2 0 0 0,30-11 0 0 0,-20 6-18 0 0,-29 11 27 0 0,1 1-57 0 0,8 2 35 0 0,20 14-2004 0 0,-9-4-4387 0 0</inkml:trace>
</inkml:ink>
</file>

<file path=ppt/ink/ink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8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45 700 0 0,'13'-40'6513'0'0,"-12"39"-5897"0"0,6-2 3706 0 0,-7 24-3973 0 0,-2-1 0 0 0,0 1-1 0 0,-1-1 1 0 0,-1 1 0 0 0,-1-1 0 0 0,-14 35-1 0 0,-1 10 47 0 0,0-5 161 0 0,-40 84 0 0 0,-9 25 96 0 0,68-165-642 0 0,-6 16 65 0 0,0 0 1 0 0,2 0 0 0 0,1 0 0 0 0,0 0-1 0 0,-1 25 1 0 0,5-40-59 0 0,0-1 0 0 0,0 1 0 0 0,1-1 1 0 0,-1 0-1 0 0,1 1 0 0 0,0-1 0 0 0,0 1 0 0 0,1-1 0 0 0,-1 0 0 0 0,1 0 0 0 0,0 0 1 0 0,0 0-1 0 0,0 0 0 0 0,1 0 0 0 0,-1 0 0 0 0,1-1 0 0 0,0 1 0 0 0,0-1 1 0 0,0 0-1 0 0,0 0 0 0 0,1 0 0 0 0,-1 0 0 0 0,1-1 0 0 0,0 1 0 0 0,0-1 0 0 0,0 0 1 0 0,0 0-1 0 0,0 0 0 0 0,8 2 0 0 0,25 4 12 0 0,1-1-1 0 0,0-1 1 0 0,0-2 0 0 0,0-2 0 0 0,0-2-1 0 0,1-1 1 0 0,59-9 0 0 0,-88 8-258 0 0,0 1-1 0 0,0-2 1 0 0,0 1-1 0 0,0-1 1 0 0,-1-1 0 0 0,11-4-1 0 0,10-17-2862 0 0,-28 22 2365 0 0,0 0 0 0 0,0 0 0 0 0,0 0 0 0 0,0 0 1 0 0,-1 0-1 0 0,1 0 0 0 0,-1 0 0 0 0,0-1 0 0 0,1-5 1 0 0,-1-4-2647 0 0</inkml:trace>
</inkml:ink>
</file>

<file path=ppt/ink/ink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8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27 237 11329 0 0,'-3'-5'2'0'0,"0"0"0"0"0,0 0 0 0 0,0-1 0 0 0,0 0 0 0 0,1 1 0 0 0,0-1-1 0 0,0 0 1 0 0,0 0 0 0 0,1 0 0 0 0,0 0 0 0 0,0-12 0 0 0,1 14 15 0 0,1 0 0 0 0,-1 0 1 0 0,1-1-1 0 0,0 1 0 0 0,1 0 0 0 0,-1 0 1 0 0,1 0-1 0 0,0 1 0 0 0,0-1 0 0 0,0 0 0 0 0,0 1 1 0 0,1-1-1 0 0,-1 1 0 0 0,1 0 0 0 0,0 0 0 0 0,0 0 1 0 0,0 0-1 0 0,4-3 0 0 0,6-4 90 0 0,1 1 0 0 0,0 0 0 0 0,0 1 0 0 0,1 0 0 0 0,0 1 0 0 0,1 1-1 0 0,-1 0 1 0 0,1 1 0 0 0,0 1 0 0 0,0 1 0 0 0,24-3 0 0 0,70 2-880 0 0,1 10-4038 0 0,-87-4 2986 0 0,9 1-1300 0 0</inkml:trace>
</inkml:ink>
</file>

<file path=ppt/ink/ink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39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2 528 0 0,'0'0'865'0'0,"-18"-2"7379"0"0,29 9-8105 0 0,1-1-1 0 0,-1 0 1 0 0,1-1 0 0 0,1-1 0 0 0,-1 0-1 0 0,1 0 1 0 0,-1-1 0 0 0,24 2 0 0 0,13 1 117 0 0,104 17 536 0 0,-152-23-769 0 0,0 0 0 0 0,0 1 0 0 0,0-1 0 0 0,0 1 0 0 0,0-1 0 0 0,0 0 0 0 0,0 1 0 0 0,0 0 0 0 0,-1-1 0 0 0,1 1 0 0 0,0 0 0 0 0,0-1 0 0 0,0 1 0 0 0,-1 0 0 0 0,1 0 0 0 0,0-1 0 0 0,-1 1-1 0 0,1 0 1 0 0,-1 0 0 0 0,1 0 0 0 0,-1 0 0 0 0,1 0 0 0 0,-1 0 0 0 0,0 0 0 0 0,0 0 0 0 0,1 0 0 0 0,-1 0 0 0 0,0 0 0 0 0,0 0 0 0 0,0 0 0 0 0,0 0 0 0 0,0 0 0 0 0,0 0 0 0 0,0 0 0 0 0,0 0 0 0 0,-1 0-1 0 0,1 0 1 0 0,0 0 0 0 0,-1 0 0 0 0,1 0 0 0 0,0 0 0 0 0,-2 2 0 0 0,-24 46 560 0 0,20-39-436 0 0,-19 35 398 0 0,-36 88 0 0 0,59-106-1352 0 0,5-12-1290 0 0,6-7-4265 0 0,0-5 3283 0 0</inkml:trace>
</inkml:ink>
</file>

<file path=ppt/ink/ink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1 808 0 0,'0'0'937'0'0,"-1"19"1710"0"0,-4-2-1900 0 0,0 1 0 0 0,1 0-1 0 0,1 0 1 0 0,1 1-1 0 0,1-1 1 0 0,0 0-1 0 0,3 29 1 0 0,-1-44-842 0 0,0 0-1 0 0,0 0 1 0 0,0 1-1 0 0,0-1 1 0 0,0 0 0 0 0,0 0-1 0 0,1-1 1 0 0,0 1-1 0 0,2 4 1 0 0,-3-6-192 0 0,0 0 0 0 0,0 0 1 0 0,0 0-1 0 0,-1 0 0 0 0,1 0 0 0 0,0 0 0 0 0,0-1 1 0 0,0 1-1 0 0,0 0 0 0 0,1-1 0 0 0,-1 1 0 0 0,0-1 1 0 0,0 1-1 0 0,0-1 0 0 0,0 1 0 0 0,1-1 0 0 0,-1 0 0 0 0,2 1 1 0 0,8-1-1944 0 0</inkml:trace>
</inkml:ink>
</file>

<file path=ppt/ink/ink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0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1 464 0 0,'0'0'2759'0'0,"-24"3"-298"0"0,16 4-2176 0 0,-1 1 0 0 0,1 0 0 0 0,0 0 0 0 0,0 0 0 0 0,1 1 0 0 0,0 0 0 0 0,1 1 0 0 0,0-1 0 0 0,0 1 0 0 0,1 0 0 0 0,0 1 0 0 0,1-1 0 0 0,0 1 0 0 0,1 0 0 0 0,0 0 0 0 0,-1 13 0 0 0,2-15-193 0 0,1-1 0 0 0,0 1 0 0 0,0-1 0 0 0,1 1-1 0 0,0 0 1 0 0,0-1 0 0 0,1 1 0 0 0,1 0 0 0 0,-1-1 0 0 0,1 1-1 0 0,0-1 1 0 0,1 0 0 0 0,0 1 0 0 0,1-1 0 0 0,-1-1-1 0 0,2 1 1 0 0,-1 0 0 0 0,1-1 0 0 0,0 0 0 0 0,0 0-1 0 0,12 11 1 0 0,-12-14-6 0 0,0-1 1 0 0,0 1-1 0 0,1-1 0 0 0,-1 0 0 0 0,0-1 1 0 0,1 1-1 0 0,0-1 0 0 0,12 3 0 0 0,-17-5 63 0 0,6-6 82 0 0,-7 5-213 0 0,1 1 1 0 0,0 0-1 0 0,0-1 0 0 0,-1 1 1 0 0,1-1-1 0 0,0 1 1 0 0,-1-1-1 0 0,1 1 0 0 0,0-1 1 0 0,-1 0-1 0 0,1 1 1 0 0,-1-1-1 0 0,1 0 0 0 0,-1 1 1 0 0,1-1-1 0 0,-1 0 0 0 0,1 0 1 0 0,-1 0-1 0 0,0 1 1 0 0,1-1-1 0 0,-1 0 0 0 0,0 0 1 0 0,0 0-1 0 0,0-1 1 0 0,0-1 28 0 0,-1-1 0 0 0,1 1 1 0 0,-1 0-1 0 0,0-1 1 0 0,0 1-1 0 0,-1 0 0 0 0,1 0 1 0 0,-1 0-1 0 0,1 0 1 0 0,-1 0-1 0 0,0 0 1 0 0,0 1-1 0 0,-1-1 0 0 0,1 0 1 0 0,0 1-1 0 0,-5-3 1 0 0,-50-38 238 0 0,39 31-328 0 0,16 11-200 0 0,2 1 8 0 0,-1-1-1 0 0,1 1 0 0 0,-1 0 0 0 0,1 0 0 0 0,-1-1 0 0 0,1 1 1 0 0,-1 0-1 0 0,1 0 0 0 0,-1-1 0 0 0,1 1 0 0 0,-1-1 1 0 0,1 1-1 0 0,-1 0 0 0 0,1-1 0 0 0,0 1 0 0 0,-1-1 1 0 0,1 1-1 0 0,0-1 0 0 0,0 1 0 0 0,-1-1 0 0 0,1 1 0 0 0,0-1 1 0 0,0 1-1 0 0,0-1 0 0 0,-1 0 0 0 0,1 1 0 0 0,0-1 1 0 0,0 1-1 0 0,0-1 0 0 0,0 1 0 0 0,0-1 0 0 0,0 0 0 0 0,0 1 1 0 0,0-1-1 0 0,1 1 0 0 0,-1-1 0 0 0,0 1 0 0 0,0-1 1 0 0,0 1-1 0 0,1-1 0 0 0,-1-1 133 0 0</inkml:trace>
</inkml:ink>
</file>

<file path=ppt/ink/ink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0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10 504 0 0,'27'-7'3280'0'0,"-22"6"-2922"0"0,0 0-1 0 0,1 1 0 0 0,-1-1 0 0 0,1 1 1 0 0,-1 1-1 0 0,0-1 0 0 0,1 1 1 0 0,-1 0-1 0 0,7 2 0 0 0,-10-2-256 0 0,1 0 0 0 0,0 1 0 0 0,-1-1 0 0 0,1 1-1 0 0,-1 0 1 0 0,0 0 0 0 0,0 0 0 0 0,1 0 0 0 0,-1 0 0 0 0,-1 0 0 0 0,1 0-1 0 0,0 1 1 0 0,0-1 0 0 0,-1 1 0 0 0,0-1 0 0 0,1 1 0 0 0,-1 0 0 0 0,1 4 0 0 0,-2 1 1 0 0,0 0 1 0 0,-1-1 0 0 0,0 1-1 0 0,-1-1 1 0 0,0 1 0 0 0,0-1 0 0 0,0 1-1 0 0,-1-1 1 0 0,0 0 0 0 0,-6 9 0 0 0,-34 53 594 0 0,31-50-417 0 0,0-1 0 0 0,-10 22-1 0 0,22-39-260 0 0,-1 0 0 0 0,1-1 0 0 0,0 1 0 0 0,-1 0 0 0 0,1-1 0 0 0,0 1-1 0 0,0 0 1 0 0,0 0 0 0 0,-1-1 0 0 0,1 1 0 0 0,0 0 0 0 0,0 0-1 0 0,0-1 1 0 0,0 1 0 0 0,0 0 0 0 0,0 0 0 0 0,1-1 0 0 0,-1 1 0 0 0,0 0-1 0 0,0-1 1 0 0,0 1 0 0 0,1 0 0 0 0,-1 0 0 0 0,0-1 0 0 0,1 1-1 0 0,-1-1 1 0 0,1 1 0 0 0,-1 0 0 0 0,1 0 0 0 0,23 7 444 0 0,23-11-85 0 0,-47 3-382 0 0,147-29 582 0 0,-145 29-560 0 0,15-6 150 0 0</inkml:trace>
</inkml:ink>
</file>

<file path=ppt/ink/ink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1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1 416 0 0,'1'5'617'0'0,"-1"1"1"0"0,0 0-1 0 0,0 0 0 0 0,-1-1 0 0 0,0 1 1 0 0,0 0-1 0 0,0-1 0 0 0,-1 1 0 0 0,0-1 1 0 0,0 1-1 0 0,0-1 0 0 0,-5 8 0 0 0,-3 12 462 0 0,-2 8 68 0 0,-2-1 0 0 0,-23 42-1 0 0,-14 12-4021 0 0,44-79-2109 0 0</inkml:trace>
</inkml:ink>
</file>

<file path=ppt/ink/ink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1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3 264 0 0,'-1'0'344'0'0,"1"-1"0"0"0,-1 1-1 0 0,0 0 1 0 0,0-1 0 0 0,1 1 0 0 0,-1 0-1 0 0,0 0 1 0 0,0 0 0 0 0,0 0 0 0 0,1 0-1 0 0,-1 0 1 0 0,0 0 0 0 0,0 0 0 0 0,1 0-1 0 0,-1 0 1 0 0,0 0 0 0 0,0 0 0 0 0,0 0 0 0 0,1 1-1 0 0,-1-1 1 0 0,0 0 0 0 0,0 1 0 0 0,1-1-1 0 0,-1 0 1 0 0,0 1 0 0 0,1-1 0 0 0,-2 2-1 0 0,-15 24 3747 0 0,-6 54-3188 0 0,15-46 547 0 0,-3 8-557 0 0,2 0 0 0 0,-4 61-1 0 0,12-89-832 0 0,-1 28-2294 0 0,5-23-4908 0 0,15-25 93 0 0</inkml:trace>
</inkml:ink>
</file>

<file path=ppt/ink/ink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1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1 1000 0 0,'-3'18'3054'0'0,"1"1"0"0"0,1 28 1 0 0,1-31-2452 0 0,0-1 1 0 0,-1 1 0 0 0,-1 0-1 0 0,0 0 1 0 0,-7 21 0 0 0,-2-21-1386 0 0,6-11-1200 0 0</inkml:trace>
</inkml:ink>
</file>

<file path=ppt/ink/ink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2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26 948 0 0,'9'-5'633'0'0,"0"1"-1"0"0,0 1 1 0 0,0 0 0 0 0,0 0-1 0 0,0 1 1 0 0,0 0-1 0 0,1 1 1 0 0,-1 0 0 0 0,1 0-1 0 0,-1 1 1 0 0,1 0 0 0 0,9 2-1 0 0,-18-2-592 0 0,0 0 0 0 0,0 0 0 0 0,1 0 0 0 0,-1 1 0 0 0,0-1 0 0 0,0 0 0 0 0,0 1-1 0 0,0-1 1 0 0,0 1 0 0 0,0-1 0 0 0,0 1 0 0 0,0 0 0 0 0,0-1 0 0 0,-1 1 0 0 0,1 0 0 0 0,0 0 0 0 0,0-1 0 0 0,0 1 0 0 0,-1 0-1 0 0,1 0 1 0 0,-1 0 0 0 0,1 0 0 0 0,0 0 0 0 0,-1 0 0 0 0,0 0 0 0 0,1 0 0 0 0,-1 0 0 0 0,0 0 0 0 0,1 1 0 0 0,-1-1 0 0 0,0 0-1 0 0,0 0 1 0 0,0 0 0 0 0,0 0 0 0 0,0 0 0 0 0,0 0 0 0 0,0 1 0 0 0,0-1 0 0 0,-1 0 0 0 0,1 0 0 0 0,0 0 0 0 0,-1 0 0 0 0,0 2-1 0 0,-2 5 100 0 0,-1-1 0 0 0,0 1 0 0 0,0-1 0 0 0,-9 11 0 0 0,9-13-54 0 0,-21 32 361 0 0,-59 89 954 0 0,83-125-1375 0 0,1 0 0 0 0,-1 0 1 0 0,0 0-1 0 0,1 0 0 0 0,0 0 0 0 0,-1 0 1 0 0,1 0-1 0 0,-1 0 0 0 0,1 0 0 0 0,0 0 1 0 0,0 0-1 0 0,0 1 0 0 0,-1-1 0 0 0,1 0 0 0 0,0 0 1 0 0,1 0-1 0 0,-1 0 0 0 0,0 0 0 0 0,0 1 1 0 0,0-1-1 0 0,1 0 0 0 0,-1 0 0 0 0,0 0 1 0 0,1 0-1 0 0,-1 0 0 0 0,1 1 0 0 0,1 0 16 0 0,-1-1 0 0 0,1 1 0 0 0,0-1 0 0 0,-1 0 0 0 0,1 1 0 0 0,0-1 0 0 0,0 0 0 0 0,0 0 0 0 0,0 0 0 0 0,0-1 0 0 0,0 1 0 0 0,3 1 0 0 0,5 0 52 0 0,-1-1 1 0 0,0 0 0 0 0,0 0 0 0 0,16-1 0 0 0,-2-1-379 0 0,-1-2 1 0 0,1-1-1 0 0,26-8 0 0 0,-40 10-898 0 0,0-2-1 0 0,0 1 0 0 0,-1-1 0 0 0,1-1 0 0 0,-1 1 1 0 0,11-9-1 0 0,-1-2-2088 0 0</inkml:trace>
</inkml:ink>
</file>

<file path=ppt/ink/ink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2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68 388 0 0,'29'-13'1241'0'0,"2"2"1"0"0,-1 1-1 0 0,1 1 1 0 0,0 2-1 0 0,1 1 1 0 0,47-3-1 0 0,-74 8-1079 0 0,0 0 0 0 0,0 1 1 0 0,0 0-1 0 0,0 0 0 0 0,0 0 0 0 0,0 0 0 0 0,0 1 0 0 0,0 0 0 0 0,0 0 0 0 0,0 0 1 0 0,-1 1-1 0 0,1 0 0 0 0,0 0 0 0 0,-1 0 0 0 0,7 4 0 0 0,-8-3-55 0 0,0 0 1 0 0,0 0-1 0 0,0 1 0 0 0,-1-1 0 0 0,1 1 0 0 0,-1-1 0 0 0,0 1 0 0 0,0 0 0 0 0,0 0 1 0 0,0 0-1 0 0,-1 1 0 0 0,0-1 0 0 0,1 0 0 0 0,-2 1 0 0 0,1-1 0 0 0,0 0 0 0 0,-1 7 1 0 0,21 339 2750 0 0,-21-275-2551 0 0,-3 0 0 0 0,-21 124 0 0 0,22-191-302 0 0,0-1 0 0 0,0 1 1 0 0,-1-1-1 0 0,1 0 1 0 0,-2 0-1 0 0,1 0 0 0 0,-1 0 1 0 0,0-1-1 0 0,-1 0 1 0 0,1 1-1 0 0,-1-1 0 0 0,0-1 1 0 0,-1 1-1 0 0,1-1 1 0 0,-1 0-1 0 0,0 0 0 0 0,-1-1 1 0 0,1 0-1 0 0,-1 0 1 0 0,0 0-1 0 0,0-1 1 0 0,0 0-1 0 0,0 0 0 0 0,0-1 1 0 0,-9 2-1 0 0,-18 3-936 0 0,-1-1 0 0 0,0-2 0 0 0,0-2-1 0 0,-44-2 1 0 0,57 0-257 0 0,-45-1-3230 0 0,8-2 336 0 0</inkml:trace>
</inkml:ink>
</file>

<file path=ppt/ink/ink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5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86 616 0 0,'7'-76'6471'0'0,"-7"74"-5135"0"0,2-4-874 0 0,-1 4-274 0 0,0 6 952 0 0,5 212 742 0 0,-6-128-1299 0 0,11 90 0 0 0,8-22-825 0 0,-19-155 162 0 0,0-1 1 0 0,0 1-1 0 0,0-1 0 0 0,0 1 0 0 0,0-1 0 0 0,1 1 0 0 0,-1-1 0 0 0,0 1 1 0 0,0-1-1 0 0,0 1 0 0 0,1-1 0 0 0,-1 1 0 0 0,0-1 0 0 0,0 1 1 0 0,1-1-1 0 0,-1 0 0 0 0,0 1 0 0 0,1-1 0 0 0,-1 0 0 0 0,1 1 0 0 0,-1-1 1 0 0,1 0-1 0 0,-1 1 0 0 0,0-1 0 0 0,1 0 0 0 0,-1 0 0 0 0,1 0 1 0 0,-1 1-1 0 0,1-1 0 0 0,-1 0 0 0 0,1 0 0 0 0,-1 0 0 0 0,1 0 1 0 0,8-4-5302 0 0,7-11 2609 0 0</inkml:trace>
</inkml:ink>
</file>

<file path=ppt/ink/ink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6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0 404 0 0,'0'0'3371'0'0,"1"4"-2544"0"0,7 38 638 0 0,-1 1 1 0 0,-2-1-1 0 0,-2 81 0 0 0,0-14-442 0 0,-2-86-875 0 0,2 94 801 0 0,-4-107-943 0 0,0 1-1 0 0,0 0 1 0 0,-1 0-1 0 0,-1-1 1 0 0,0 0-1 0 0,0 1 1 0 0,-1-1-1 0 0,-6 13 0 0 0,0-12-608 0 0,8-10 89 0 0,1-1-1 0 0,-1 1 0 0 0,1 0 0 0 0,-1-1 0 0 0,1 0 0 0 0,-1 1 0 0 0,0-1 1 0 0,1 0-1 0 0,-1 0 0 0 0,0 0 0 0 0,1 0 0 0 0,-1 0 0 0 0,-2-1 1 0 0,4 1 509 0 0,-4 0-2704 0 0</inkml:trace>
</inkml:ink>
</file>

<file path=ppt/ink/ink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6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1 135 292 0 0,'18'-5'844'0'0,"-1"-1"-1"0"0,1 0 1 0 0,-1-1-1 0 0,17-11 1 0 0,-13 8-308 0 0,0 0 0 0 0,25-7 1 0 0,52-6 409 0 0,13-4-4810 0 0,-94 21 2059 0 0</inkml:trace>
</inkml:ink>
</file>

<file path=ppt/ink/ink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7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1 204 372 0 0,'26'9'3921'0'0,"-17"-11"-3686"0"0,-1 0 0 0 0,0-1 0 0 0,1 0 0 0 0,-1 0-1 0 0,-1-1 1 0 0,1 0 0 0 0,-1 0 0 0 0,1-1 0 0 0,-1 1 0 0 0,0-2 0 0 0,-1 1-1 0 0,1-1 1 0 0,-1 0 0 0 0,0 0 0 0 0,-1-1 0 0 0,0 0 0 0 0,0 0 0 0 0,0 0-1 0 0,-1 0 1 0 0,0-1 0 0 0,0 0 0 0 0,3-10 0 0 0,-6 16-198 0 0,0 0 0 0 0,-1 1 0 0 0,1-1 0 0 0,-1 0 1 0 0,1 0-1 0 0,-1 1 0 0 0,0-1 0 0 0,0 0 0 0 0,0 0 0 0 0,0 0 1 0 0,0 1-1 0 0,0-1 0 0 0,0 0 0 0 0,-1 0 0 0 0,1 0 0 0 0,-1 1 0 0 0,1-1 1 0 0,-1 0-1 0 0,0 1 0 0 0,1-1 0 0 0,-1 0 0 0 0,0 1 0 0 0,0-1 0 0 0,0 1 1 0 0,-1-1-1 0 0,1 1 0 0 0,0 0 0 0 0,0 0 0 0 0,-1-1 0 0 0,1 1 1 0 0,0 0-1 0 0,-1 0 0 0 0,0 0 0 0 0,1 0 0 0 0,-1 0 0 0 0,1 1 0 0 0,-1-1 1 0 0,0 0-1 0 0,0 1 0 0 0,1 0 0 0 0,-1-1 0 0 0,-2 1 0 0 0,2 0 47 0 0,-2 2-7 0 0,-1 0-62 0 0,1 1-1 0 0,1-1 1 0 0,-1 1 0 0 0,0 0-1 0 0,1 0 1 0 0,-1 0 0 0 0,1 0 0 0 0,0 1-1 0 0,0-1 1 0 0,0 1 0 0 0,1 0-1 0 0,-1 0 1 0 0,1 0 0 0 0,0 0-1 0 0,0 0 1 0 0,0 1 0 0 0,1-1-1 0 0,-1 1 1 0 0,1-1 0 0 0,0 1-1 0 0,0-1 1 0 0,1 1 0 0 0,0 0-1 0 0,-1-1 1 0 0,2 1 0 0 0,-1 0-1 0 0,0-1 1 0 0,1 1 0 0 0,0-1 0 0 0,0 1-1 0 0,0-1 1 0 0,1 1 0 0 0,-1-1-1 0 0,1 0 1 0 0,0 1 0 0 0,0-1-1 0 0,1 0 1 0 0,-1 0 0 0 0,1-1-1 0 0,0 1 1 0 0,0-1 0 0 0,0 1-1 0 0,5 3 1 0 0,-3-2-6 0 0,1-1 0 0 0,-1-1 1 0 0,1 1-1 0 0,-1-1 0 0 0,1 0 0 0 0,0 0 0 0 0,0 0 0 0 0,1-1 0 0 0,-1 0 1 0 0,0 0-1 0 0,1-1 0 0 0,-1 0 0 0 0,1 0 0 0 0,-1 0 0 0 0,1-1 0 0 0,-1 0 1 0 0,1 0-1 0 0,0-1 0 0 0,-1 0 0 0 0,1 0 0 0 0,-1 0 0 0 0,0-1 1 0 0,1 0-1 0 0,9-5 0 0 0,-5 2 3 0 0,-1-1 0 0 0,1 0 1 0 0,-1-1-1 0 0,-1 0 0 0 0,1 0 1 0 0,-1-1-1 0 0,-1-1 0 0 0,1 1 1 0 0,-1-1-1 0 0,-1-1 0 0 0,0 0 1 0 0,11-19-1 0 0,1-2-30 0 0,-12 21 63 0 0,-1 0-1 0 0,0 0 1 0 0,7-20-1 0 0,-12 29 21 0 0,1-1 43 0 0,-2 1-103 0 0,0 1 0 0 0,0-1 0 0 0,1 1 0 0 0,-1-1 1 0 0,0 1-1 0 0,0 0 0 0 0,0-1 0 0 0,1 1 0 0 0,-1 0 1 0 0,0-1-1 0 0,1 1 0 0 0,-1 0 0 0 0,0-1 0 0 0,1 1 0 0 0,-1 0 1 0 0,0 0-1 0 0,1-1 0 0 0,-1 1 0 0 0,0 0 0 0 0,1 0 0 0 0,-1 0 1 0 0,1-1-1 0 0,-1 1 0 0 0,1 0 0 0 0,-1 0 0 0 0,0 0 1 0 0,1 0-1 0 0,-1 0 0 0 0,1 0 0 0 0,-1 0 0 0 0,1 0 0 0 0,-1 0 1 0 0,0 0-1 0 0,1 0 0 0 0,-1 0 0 0 0,1 0 0 0 0,-1 0 0 0 0,1 1 1 0 0,-1-1-1 0 0,0 0 0 0 0,1 0 0 0 0,-1 0 0 0 0,1 1 0 0 0,-1-1 1 0 0,0 0-1 0 0,1 0 0 0 0,-1 1 0 0 0,7 19 33 0 0,0 0 0 0 0,-2 1 0 0 0,5 40 0 0 0,-5-28 6 0 0,-5-33-41 0 0,0 1 0 0 0,0 0 0 0 0,0 0 0 0 0,0-1 0 0 0,0 1 1 0 0,0 0-1 0 0,0-1 0 0 0,0 1 0 0 0,0 0 0 0 0,0 0 1 0 0,0-1-1 0 0,1 1 0 0 0,-1 0 0 0 0,0 0 0 0 0,1-1 1 0 0,-1 1-1 0 0,0-1 0 0 0,1 1 0 0 0,-1 0 0 0 0,1-1 1 0 0,-1 1-1 0 0,1-1 0 0 0,-1 1 0 0 0,1-1 0 0 0,-1 1 0 0 0,1-1 1 0 0,0 1-1 0 0,-1-1 0 0 0,1 1 0 0 0,0-1 0 0 0,-1 0 1 0 0,1 0-1 0 0,0 1 0 0 0,-1-1 0 0 0,1 0 0 0 0,0 0 1 0 0,0 0-1 0 0,-1 0 0 0 0,1 0 0 0 0,0 0 0 0 0,0 0 0 0 0,-1 0 1 0 0,1 0-1 0 0,0 0 0 0 0,0 0 0 0 0,-1 0 0 0 0,1 0 1 0 0,0-1-1 0 0,-1 1 0 0 0,1 0 0 0 0,0 0 0 0 0,-1-1 1 0 0,1 1-1 0 0,0-1 0 0 0,-1 1 0 0 0,1-1 0 0 0,0 0 1 0 0,37-36 58 0 0,-32 29-55 0 0,0 2-14 0 0,0 0 1 0 0,0 1 0 0 0,0-1 0 0 0,0 1 0 0 0,1 1 0 0 0,0-1-1 0 0,8-3 1 0 0,-14 8-5 0 0,26 5-14 0 0,37 29-3124 0 0,-47-34-4859 0 0</inkml:trace>
</inkml:ink>
</file>

<file path=ppt/ink/ink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7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62 324 0 0,'0'0'3692'0'0,"2"7"-3260"0"0,0-1-216 0 0,0 1 0 0 0,1-1 0 0 0,-1 0 0 0 0,1 0 0 0 0,1 0 0 0 0,-1-1 0 0 0,1 1 0 0 0,0-1 0 0 0,0 0 0 0 0,8 8 0 0 0,-11-12-118 0 0,0 0-1 0 0,-1 0 1 0 0,1-1-1 0 0,0 1 1 0 0,0 0 0 0 0,0 0-1 0 0,-1-1 1 0 0,1 1 0 0 0,0-1-1 0 0,0 1 1 0 0,0-1 0 0 0,0 1-1 0 0,0-1 1 0 0,0 0-1 0 0,0 1 1 0 0,0-1 0 0 0,0 0-1 0 0,0 0 1 0 0,0 0 0 0 0,1 1-1 0 0,0-1 1 0 0,16-18 606 0 0,-11 8-663 0 0,0 0 1 0 0,0 1 0 0 0,1 0 0 0 0,1 0 0 0 0,17-14 0 0 0,-6 10-87 0 0,1 1 0 0 0,0 1 0 0 0,27-10 1 0 0,-47 20 67 0 0,0 1 1 0 0,0-1-1 0 0,1 1 0 0 0,-1-1 1 0 0,0 1-1 0 0,0-1 1 0 0,0 1-1 0 0,1-1 1 0 0,-1 1-1 0 0,0 0 1 0 0,0 0-1 0 0,1 0 1 0 0,-1 0-1 0 0,0 0 1 0 0,0 0-1 0 0,1 0 1 0 0,-1 0-1 0 0,0 0 1 0 0,0 1-1 0 0,1-1 1 0 0,-1 0-1 0 0,0 1 1 0 0,0-1-1 0 0,0 1 1 0 0,0 0-1 0 0,0-1 1 0 0,0 1-1 0 0,0 0 1 0 0,0-1-1 0 0,0 1 1 0 0,0 0-1 0 0,0 0 1 0 0,0 0-1 0 0,0 0 1 0 0,0 0-1 0 0,-1 0 0 0 0,2 2 1 0 0,1 4 147 0 0,-1 0 0 0 0,0 0 0 0 0,0 0 0 0 0,-1 0 0 0 0,1 14 0 0 0,-1-10-60 0 0,8 58 232 0 0,11 116 762 0 0,-15-62-3900 0 0,-8-96-2369 0 0</inkml:trace>
</inkml:ink>
</file>

<file path=ppt/ink/ink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48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4 145 96 0 0,'-3'-16'9292'0'0,"10"21"-9164"0"0,0 0 0 0 0,-1 0 0 0 0,0 1 0 0 0,1 0 0 0 0,-2 0 0 0 0,1 0 0 0 0,-1 1 1 0 0,0 0-1 0 0,6 10 0 0 0,40 83 692 0 0,-5-9-195 0 0,-40-80-503 0 0,-5-8-55 0 0,0-1 0 0 0,0 0-1 0 0,0 1 1 0 0,0-1 0 0 0,0 0-1 0 0,0 1 1 0 0,1-1-1 0 0,-1 0 1 0 0,1 0 0 0 0,0 0-1 0 0,-1 0 1 0 0,1-1-1 0 0,0 1 1 0 0,0 0 0 0 0,0-1-1 0 0,1 1 1 0 0,-1-1-1 0 0,0 0 1 0 0,3 2 0 0 0,-1-5-5 0 0,0 0 0 0 0,-1 1 0 0 0,1-1 0 0 0,-1 0 0 0 0,1-1 0 0 0,-1 1 0 0 0,0-1 0 0 0,0 1 0 0 0,0-1 0 0 0,0 0 0 0 0,-1 0 0 0 0,1-1 0 0 0,-1 1 0 0 0,4-6 0 0 0,7-8 89 0 0,12-12 62 0 0,41-62 0 0 0,-23 27-428 0 0,2 0-705 0 0,-9 11-1132 0 0,2 4-3409 0 0,-14 19 1845 0 0</inkml:trace>
</inkml:ink>
</file>

<file path=ppt/ink/ink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0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281 111 9257 0 0,'54'-111'4352'0'0,"-55"117"-4100"0"0,-9 39 159 0 0,-1-1 1 0 0,-3 0-1 0 0,-25 57 0 0 0,-74 131 220 0 0,49-103-450 0 0,44-91-109 0 0,4-7-12 0 0,-17 46 0 0 0,30-70-45 0 0,1 1 0 0 0,-1 0 0 0 0,1 0-1 0 0,1 0 1 0 0,0 0 0 0 0,0 0 0 0 0,0 1 0 0 0,1-1 0 0 0,1 0 0 0 0,-1 0-1 0 0,3 12 1 0 0,-2-18-10 0 0,0 0-1 0 0,0 0 1 0 0,0 0-1 0 0,1 0 1 0 0,-1 0-1 0 0,1 0 1 0 0,-1 0-1 0 0,1 0 0 0 0,0-1 1 0 0,-1 1-1 0 0,1-1 1 0 0,0 1-1 0 0,0-1 1 0 0,0 0-1 0 0,0 0 1 0 0,1 1-1 0 0,-1-2 1 0 0,0 1-1 0 0,0 0 1 0 0,1 0-1 0 0,-1-1 1 0 0,0 1-1 0 0,4 0 1 0 0,64 4 81 0 0,-52-5-26 0 0,11 1-422 0 0,0-1-1 0 0,0-2 1 0 0,0-1-1 0 0,53-12 0 0 0,-73 12-664 0 0,31-10-1569 0 0,-19-3-3287 0 0,-13 5 2720 0 0</inkml:trace>
</inkml:ink>
</file>

<file path=ppt/ink/ink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1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1 213 11025 0 0,'0'-6'4'0'0,"0"-1"0"0"0,0 1 1 0 0,1 0-1 0 0,0 0 0 0 0,0 0 0 0 0,1 0 0 0 0,0 0 1 0 0,0 0-1 0 0,0 1 0 0 0,0-1 0 0 0,1 0 0 0 0,0 1 1 0 0,4-6-1 0 0,-1 4-2 0 0,0 0 0 0 0,1 1 0 0 0,0 0 0 0 0,0 0 1 0 0,0 0-1 0 0,1 1 0 0 0,0 0 0 0 0,10-5 0 0 0,3-1 28 0 0,1 1-1 0 0,1 1 1 0 0,0 1 0 0 0,0 2 0 0 0,1 0-1 0 0,25-3 1 0 0,48 1-1347 0 0,2 10-3901 0 0,-68-1 2530 0 0</inkml:trace>
</inkml:ink>
</file>

<file path=ppt/ink/ink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8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139 191 8429 0 0,'14'-188'2734'0'0,"-14"186"-1835"0"0,-1 9-708 0 0,-62 250 1021 0 0,12-61-650 0 0,34-135-361 0 0,11-41-561 0 0,1 0 0 0 0,-5 30 1 0 0,10-48-172 0 0,6 5-1429 0 0</inkml:trace>
</inkml:ink>
</file>

<file path=ppt/ink/ink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8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1 123 632 0 0,'15'-35'4977'0'0,"-7"27"-4460"0"0,1 0 0 0 0,-1 1 1 0 0,2 0-1 0 0,-1 0 0 0 0,1 1 1 0 0,0 1-1 0 0,17-8 0 0 0,-14 8-330 0 0,0 0 0 0 0,0 1 0 0 0,0 1-1 0 0,1 0 1 0 0,0 0 0 0 0,-1 2 0 0 0,1-1-1 0 0,0 2 1 0 0,0 0 0 0 0,20 2 0 0 0,-33-1-172 0 0,1-1 0 0 0,-1 0 0 0 0,1 0 0 0 0,-1 1 1 0 0,0-1-1 0 0,1 1 0 0 0,-1-1 0 0 0,0 1 0 0 0,1-1 1 0 0,-1 1-1 0 0,0 0 0 0 0,0 0 0 0 0,1 0 0 0 0,-1 0 1 0 0,0 0-1 0 0,0 0 0 0 0,0 0 0 0 0,0 0 0 0 0,0 0 0 0 0,-1 0 1 0 0,1 0-1 0 0,0 1 0 0 0,0-1 0 0 0,0 2 0 0 0,0 0 5 0 0,-1-1-1 0 0,0 1 0 0 0,1 0 0 0 0,-1 0 0 0 0,0 0 1 0 0,-1-1-1 0 0,1 1 0 0 0,0 0 0 0 0,-1 0 0 0 0,1-1 0 0 0,-3 6 1 0 0,-2 6 46 0 0,-1-1 1 0 0,-1 0-1 0 0,-13 20 1 0 0,18-31-55 0 0,-2 4 5 0 0,0-1 0 0 0,1 1 0 0 0,-1 1 0 0 0,1-1 0 0 0,1 0 0 0 0,-1 1 0 0 0,1 0 0 0 0,0-1 0 0 0,0 1 0 0 0,0 8 0 0 0,2-10-9 0 0,0 1 1 0 0,1-1 0 0 0,0 0 0 0 0,0 1 0 0 0,0-1-1 0 0,0 0 1 0 0,1 0 0 0 0,0 0 0 0 0,0 0 0 0 0,1-1-1 0 0,-1 1 1 0 0,1 0 0 0 0,0-1 0 0 0,4 5 0 0 0,-1-1-3 0 0,6 7 10 0 0,0 1-1 0 0,-2 1 1 0 0,0-1-1 0 0,13 31 1 0 0,-21-42-12 0 0,0-1 1 0 0,-1 1-1 0 0,0 0 0 0 0,0-1 1 0 0,0 1-1 0 0,-1 0 0 0 0,1 0 1 0 0,-1 0-1 0 0,0-1 0 0 0,-1 1 1 0 0,1 0-1 0 0,-1 0 0 0 0,0 0 1 0 0,0-1-1 0 0,0 1 0 0 0,-1 0 1 0 0,1-1-1 0 0,-1 1 0 0 0,-1-1 1 0 0,1 0-1 0 0,0 0 0 0 0,-1 0 1 0 0,0 0-1 0 0,-3 4 0 0 0,0-2-692 0 0,-28 31 1966 0 0,23-28-3784 0 0,1-6-3794 0 0</inkml:trace>
</inkml:ink>
</file>

<file path=ppt/ink/ink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9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0 908 0 0,'11'17'5297'0'0,"-18"4"-4038"0"0,0 0 0 0 0,-1-1 0 0 0,-14 24 0 0 0,11-23-1247 0 0,2 0 0 0 0,-12 35 0 0 0,21-54-411 0 0,-1 1 0 0 0,2-1 0 0 0,-1 0 0 0 0,0 0 1 0 0,0 0-1 0 0,1 1 0 0 0,-1-1 0 0 0,1 0 0 0 0,0 0 0 0 0,-1 0 0 0 0,1 0 0 0 0,0 0 0 0 0,0 0 0 0 0,1 0 1 0 0,-1 0-1 0 0,2 2 0 0 0</inkml:trace>
</inkml:ink>
</file>

<file path=ppt/ink/ink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9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48 395 9533 0 0,'26'-38'754'0'0,"36"-67"1"0"0,-23 35 129 0 0,-34 61-748 0 0,0-1-1 0 0,0 0 0 0 0,-1 0 1 0 0,0 0-1 0 0,0-1 0 0 0,2-16 0 0 0,-5 22-76 0 0,0 1-1 0 0,-1-1 0 0 0,0 0 1 0 0,0 1-1 0 0,0-1 0 0 0,0 0 1 0 0,-1 1-1 0 0,0-1 0 0 0,0 1 1 0 0,0-1-1 0 0,0 1 0 0 0,-1-1 1 0 0,0 1-1 0 0,0 0 0 0 0,0 0 1 0 0,0 0-1 0 0,-5-7 0 0 0,6 10-53 0 0,1 1 0 0 0,-1-1 0 0 0,1 0-1 0 0,-1 1 1 0 0,1-1 0 0 0,-1 1 0 0 0,0 0-1 0 0,1-1 1 0 0,-1 1 0 0 0,0-1 0 0 0,1 1 0 0 0,-1 0-1 0 0,0 0 1 0 0,1-1 0 0 0,-1 1 0 0 0,0 0-1 0 0,1 0 1 0 0,-1 0 0 0 0,0 0 0 0 0,0 0 0 0 0,1 0-1 0 0,-1 0 1 0 0,0 0 0 0 0,0 0 0 0 0,1 0-1 0 0,-1 0 1 0 0,0 0 0 0 0,1 0 0 0 0,-1 1-1 0 0,0-1 1 0 0,1 0 0 0 0,-1 1 0 0 0,0-1 0 0 0,1 0-1 0 0,-1 1 1 0 0,0-1 0 0 0,1 1 0 0 0,-1-1-1 0 0,1 1 1 0 0,-1-1 0 0 0,1 1 0 0 0,-1-1 0 0 0,1 1-1 0 0,-1-1 1 0 0,1 1 0 0 0,0 0 0 0 0,-1-1-1 0 0,1 1 1 0 0,-1 1 0 0 0,-14 33 32 0 0,10-10-17 0 0,1 0 1 0 0,2 0-1 0 0,0 0 0 0 0,2 0 0 0 0,4 42 0 0 0,0 15 32 0 0,-4-63-37 0 0,-1-1-1 0 0,-1 0 1 0 0,0 0 0 0 0,-7 24 0 0 0,7-37-7 0 0,1 0 0 0 0,-1 0 0 0 0,1 0 0 0 0,-1 0 1 0 0,-1 0-1 0 0,1-1 0 0 0,-1 1 0 0 0,1-1 0 0 0,-1 1 1 0 0,-1-1-1 0 0,1 0 0 0 0,0 0 0 0 0,-1 0 0 0 0,0-1 0 0 0,0 1 1 0 0,0-1-1 0 0,-1 0 0 0 0,1 0 0 0 0,-6 2 0 0 0,9-4-4 0 0,-1-1 0 0 0,0 0-1 0 0,1 1 1 0 0,-1-1-1 0 0,0 0 1 0 0,1 0 0 0 0,-1 0-1 0 0,0 0 1 0 0,1 0-1 0 0,-1 0 1 0 0,1-1 0 0 0,-1 1-1 0 0,0 0 1 0 0,1-1 0 0 0,-1 1-1 0 0,1-1 1 0 0,-1 0-1 0 0,1 0 1 0 0,-1 1 0 0 0,1-1-1 0 0,0 0 1 0 0,-1 0-1 0 0,1 0 1 0 0,0 0 0 0 0,0-1-1 0 0,-1 1 1 0 0,1 0 0 0 0,0 0-1 0 0,0-1 1 0 0,1 1-1 0 0,-1-1 1 0 0,0 1 0 0 0,0 0-1 0 0,1-1 1 0 0,-1 0-1 0 0,1 1 1 0 0,-1-1 0 0 0,1 1-1 0 0,-1-1 1 0 0,1-2 0 0 0,-2-4 2 0 0,0 1 1 0 0,1-1-1 0 0,0 0 1 0 0,1 0-1 0 0,-1 1 1 0 0,1-1-1 0 0,2-9 1 0 0,-1 9-17 0 0,1-1 0 0 0,1 1 1 0 0,-1 0-1 0 0,1 0 0 0 0,1 0 0 0 0,0 0 0 0 0,0 0 0 0 0,0 1 1 0 0,1-1-1 0 0,0 1 0 0 0,1 0 0 0 0,-1 1 0 0 0,1 0 0 0 0,0-1 1 0 0,1 2-1 0 0,0-1 0 0 0,0 1 0 0 0,14-9 0 0 0,-13 11-445 0 0,-1-1 0 0 0,1 1 0 0 0,0 1 0 0 0,0 0 0 0 0,10-2 0 0 0,-10 2-650 0 0,1 2 1 0 0,-1-1-1 0 0,1 1 1 0 0,-1 0-1 0 0,12 2 1 0 0,-7 0-1858 0 0</inkml:trace>
</inkml:ink>
</file>

<file path=ppt/ink/ink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5:59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190 150 520 0 0,'4'-7'683'0'0,"0"-2"0"0"0,0 1 1 0 0,0 0-1 0 0,-1-1 0 0 0,-1 1 0 0 0,1-1 1 0 0,-1 0-1 0 0,0-12 0 0 0,-1 19-598 0 0,-1 0 0 0 0,0-1 0 0 0,0 1 0 0 0,0-1 0 0 0,-1 1 0 0 0,1 0 0 0 0,0-1-1 0 0,-1 1 1 0 0,0 0 0 0 0,0-1 0 0 0,1 1 0 0 0,-1 0 0 0 0,-1 0 0 0 0,1 0 0 0 0,0 0 0 0 0,0 0 0 0 0,-1 0 0 0 0,1 0 0 0 0,-1 0-1 0 0,0 0 1 0 0,1 1 0 0 0,-1-1 0 0 0,0 1 0 0 0,0-1 0 0 0,0 1 0 0 0,0 0 0 0 0,0-1 0 0 0,0 1 0 0 0,0 0 0 0 0,-1 1 0 0 0,1-1 0 0 0,0 0-1 0 0,-1 1 1 0 0,1-1 0 0 0,-4 0 0 0 0,-2 2 18 0 0,0-1 0 0 0,0 1 0 0 0,0 0-1 0 0,0 0 1 0 0,0 1 0 0 0,0 0 0 0 0,1 1 0 0 0,-1 0 0 0 0,1 0-1 0 0,-1 0 1 0 0,1 1 0 0 0,0 0 0 0 0,1 1 0 0 0,-1-1-1 0 0,1 1 1 0 0,-1 1 0 0 0,2-1 0 0 0,-1 1 0 0 0,0 0 0 0 0,1 0-1 0 0,0 1 1 0 0,1-1 0 0 0,-5 9 0 0 0,9-14-86 0 0,0 1 0 0 0,0-1-1 0 0,0 1 1 0 0,0 0 0 0 0,0-1 0 0 0,1 1 0 0 0,-1-1 0 0 0,0 1 0 0 0,1-1 0 0 0,-1 1-1 0 0,1-1 1 0 0,-1 0 0 0 0,1 1 0 0 0,0-1 0 0 0,0 0 0 0 0,-1 1 0 0 0,1-1 0 0 0,0 0-1 0 0,2 1 1 0 0,20 24 173 0 0,-15-20-144 0 0,0 0 0 0 0,1-1-1 0 0,0 0 1 0 0,0 0 0 0 0,15 5-1 0 0,-15-7 17 0 0,0 1 0 0 0,-1 0-1 0 0,0 0 1 0 0,0 1 0 0 0,0 0 0 0 0,8 7-1 0 0,-13-9-12 0 0,-1-1 0 0 0,1 1-1 0 0,-1 0 1 0 0,0 0-1 0 0,0 0 1 0 0,0 1 0 0 0,-1-1-1 0 0,1 0 1 0 0,-1 1 0 0 0,0-1-1 0 0,1 1 1 0 0,-2-1 0 0 0,1 1-1 0 0,0 0 1 0 0,-1-1-1 0 0,0 1 1 0 0,1 0 0 0 0,-1-1-1 0 0,-1 1 1 0 0,0 4 0 0 0,-3 18 283 0 0,-2 0 0 0 0,-1 0 1 0 0,-1-1-1 0 0,-1 1 0 0 0,-23 42 0 0 0,14-29-117 0 0,-1 26-1871 0 0,13-40-7370 0 0</inkml:trace>
</inkml:ink>
</file>

<file path=ppt/ink/ink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0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0 1192 0 0,'2'5'730'0'0,"0"0"-99"0"0,-1 0-1 0 0,1 0 1 0 0,-1 0 0 0 0,0 0-1 0 0,0 1 1 0 0,0-1-1 0 0,-1 0 1 0 0,0 1-1 0 0,0-1 1 0 0,0 1-1 0 0,-2 5 1 0 0,-3 14 125 0 0,-1 0 1 0 0,-1 0 0 0 0,-2-1-1 0 0,-14 32 1 0 0,14-40-1948 0 0,-1 0-1 0 0,0 0 1 0 0,-23 26-1 0 0,17-31-5002 0 0</inkml:trace>
</inkml:ink>
</file>

<file path=ppt/ink/ink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1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57 240 0 0,'0'0'1387'0'0,"-5"-10"-599"0"0,-4-12 6151 0 0,19-2-1361 0 0,-15 47-5320 0 0,0 0-1 0 0,-2 0 1 0 0,0 0-1 0 0,-2-1 1 0 0,-21 41-1 0 0,-10 27 153 0 0,36-79-361 0 0,0 0-1 0 0,0 0 1 0 0,1 0 0 0 0,1 1-1 0 0,0-1 1 0 0,-1 15-1 0 0,3-23-38 0 0,0 0-1 0 0,0 0 1 0 0,0 0-1 0 0,1 0 1 0 0,0-1-1 0 0,-1 1 1 0 0,1 0-1 0 0,0 0 1 0 0,0-1-1 0 0,0 1 1 0 0,1 0-1 0 0,-1-1 1 0 0,1 1-1 0 0,-1-1 1 0 0,1 0-1 0 0,0 1 0 0 0,0-1 1 0 0,0 0-1 0 0,0 0 1 0 0,0 0-1 0 0,0 0 1 0 0,1-1-1 0 0,-1 1 1 0 0,1-1-1 0 0,-1 1 1 0 0,1-1-1 0 0,-1 0 1 0 0,1 0-1 0 0,5 1 1 0 0,3 1-7 0 0,0 0-1 0 0,0-1 1 0 0,0 0 0 0 0,1-1 0 0 0,-1-1 0 0 0,0 0 0 0 0,0 0 0 0 0,1-1 0 0 0,-1 0 0 0 0,0-1 0 0 0,0-1 0 0 0,12-3 0 0 0,-16 3-5 0 0,1 0 1 0 0,-1 0 0 0 0,0 0-1 0 0,0-1 1 0 0,0-1 0 0 0,0 1 0 0 0,-1-1-1 0 0,0 0 1 0 0,0 0 0 0 0,0-1-1 0 0,0 0 1 0 0,-1 0 0 0 0,0 0-1 0 0,0 0 1 0 0,-1-1 0 0 0,0 0-1 0 0,0 0 1 0 0,0 0 0 0 0,2-9 0 0 0,-6 15 1 0 0,2-2 7 0 0,-1-1-14 0 0,-2 5-77 0 0,-14 19 97 0 0,1 1-1 0 0,0 0 0 0 0,2 1 1 0 0,1 1-1 0 0,0 0 0 0 0,-8 27 1 0 0,-1 37-3113 0 0,21-85 2582 0 0,-1-1 0 0 0,0 1 0 0 0,1-1 0 0 0,-1 0 0 0 0,1 1 0 0 0,-1-1 0 0 0,1 1 1 0 0,0-1-1 0 0,-1 0 0 0 0,1 0 0 0 0,0 1 0 0 0,0-1 0 0 0,0 0 0 0 0,0 0 0 0 0,2 2 1 0 0,5 0-2940 0 0</inkml:trace>
</inkml:ink>
</file>

<file path=ppt/ink/ink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1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5 940 0 0,'2'0'461'0'0,"-1"-1"-6"0"0,0 0 1 0 0,0 1 0 0 0,1-1-1 0 0,-1 1 1 0 0,0-1 0 0 0,1 1-1 0 0,-1 0 1 0 0,1 0-1 0 0,-1 0 1 0 0,0 0 0 0 0,1 0-1 0 0,-1 0 1 0 0,1 0 0 0 0,-1 0-1 0 0,2 0 1 0 0,-2 1-385 0 0,-1-1-1 0 0,1 1 1 0 0,-1 0-1 0 0,1-1 1 0 0,0 1-1 0 0,-1-1 1 0 0,0 1-1 0 0,1 0 1 0 0,-1-1 0 0 0,1 1-1 0 0,-1 0 1 0 0,0 0-1 0 0,1-1 1 0 0,-1 1-1 0 0,0 0 1 0 0,0 0-1 0 0,0-1 1 0 0,1 1 0 0 0,-1 0-1 0 0,0 0 1 0 0,0 0-1 0 0,0-1 1 0 0,-1 3-1 0 0,-1 25 529 0 0,-1 1 0 0 0,-1-1 0 0 0,-2 0 1 0 0,0 0-1 0 0,-21 50 0 0 0,21-63-1488 0 0,-2 2-668 0 0,7-7-4608 0 0</inkml:trace>
</inkml:ink>
</file>

<file path=ppt/ink/ink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2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92 616 0 0,'32'-54'10076'0'0,"-16"39"-4698"0"0,-10 9-5830 0 0,7 2 461 0 0,0 1-1 0 0,0 0 1 0 0,0 0-1 0 0,0 2 1 0 0,0-1-1 0 0,0 2 1 0 0,1 0-1 0 0,-1 0 1 0 0,0 1-1 0 0,0 1 1 0 0,1 0-1 0 0,19 6 1 0 0,-29-6-8 0 0,0-1 1 0 0,0 1-1 0 0,0 0 1 0 0,0 0 0 0 0,0 0-1 0 0,0 0 1 0 0,-1 1-1 0 0,1-1 1 0 0,-1 1-1 0 0,0 0 1 0 0,0 0 0 0 0,0 1-1 0 0,0-1 1 0 0,0 1-1 0 0,-1-1 1 0 0,1 1-1 0 0,-1 0 1 0 0,0 0 0 0 0,0 0-1 0 0,0 0 1 0 0,-1 0-1 0 0,0 0 1 0 0,1 0-1 0 0,0 7 1 0 0,-2-4 1 0 0,0-1-1 0 0,0 0 1 0 0,-1 1-1 0 0,0-1 1 0 0,0 1 0 0 0,0-1-1 0 0,-1 0 1 0 0,0 0-1 0 0,0 0 1 0 0,-1 0 0 0 0,1 0-1 0 0,-1 0 1 0 0,0-1-1 0 0,-1 1 1 0 0,0-1 0 0 0,-5 6-1 0 0,-14 16 18 0 0,11-14-4 0 0,1 0-1 0 0,0 1 0 0 0,1 1 0 0 0,0-1 0 0 0,-9 21 0 0 0,18-33 9 0 0,1 0-20 0 0,1-1-1 0 0,-1 0 1 0 0,1 1 0 0 0,0-1 0 0 0,0 1 0 0 0,-1-1-1 0 0,1 0 1 0 0,0 0 0 0 0,0 0 0 0 0,0 1-1 0 0,0-1 1 0 0,0 0 0 0 0,1 0 0 0 0,-1 0 0 0 0,0 0-1 0 0,0-1 1 0 0,1 1 0 0 0,-1 0 0 0 0,1 0-1 0 0,-1-1 1 0 0,0 1 0 0 0,1-1 0 0 0,-1 1 0 0 0,3-1-1 0 0,45 12-8 0 0,-39-10 4 0 0,6 1-8 0 0,0 0 9 0 0,0 1-1 0 0,1 1 1 0 0,19 8 0 0 0,-32-11-3 0 0,-1 0 0 0 0,1 0 0 0 0,0 0 0 0 0,-1 0 0 0 0,1 1 0 0 0,-1 0 0 0 0,0-1 0 0 0,1 1 0 0 0,-1 0 0 0 0,-1 1 0 0 0,1-1 0 0 0,0 0 0 0 0,-1 1 0 0 0,0 0 0 0 0,0-1 0 0 0,0 1 0 0 0,3 8 0 0 0,-5-9 6 0 0,0-1-1 0 0,0 1 1 0 0,0-1 0 0 0,0 1-1 0 0,0-1 1 0 0,0 1 0 0 0,-1 0 0 0 0,0-1-1 0 0,1 1 1 0 0,-1-1 0 0 0,0 0 0 0 0,0 1-1 0 0,0-1 1 0 0,0 0 0 0 0,-1 1-1 0 0,1-1 1 0 0,-1 0 0 0 0,1 0 0 0 0,-1 0-1 0 0,0 0 1 0 0,0-1 0 0 0,0 1 0 0 0,0 0-1 0 0,0-1 1 0 0,0 1 0 0 0,-4 1-1 0 0,-5 4-1 0 0,0 0-1 0 0,-1-1 1 0 0,-21 9-1 0 0,-8-1-474 0 0,0-1 0 0 0,-1-2 0 0 0,-73 9-1 0 0,111-20-786 0 0,-5 0 1208 0 0,-6-11-10138 0 0</inkml:trace>
</inkml:ink>
</file>

<file path=ppt/ink/ink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3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91 156 0 0,'-1'-1'127'0'0,"1"0"0"0"0,0 0 0 0 0,0 0 0 0 0,-1-1 0 0 0,1 1 0 0 0,0 0 0 0 0,0 0 0 0 0,0 0 0 0 0,0 0 0 0 0,1 0 0 0 0,-1-1 0 0 0,0 1 0 0 0,0 0 0 0 0,1 0 0 0 0,-1 0 0 0 0,0 0 0 0 0,1 0 0 0 0,-1 0 0 0 0,1 0 0 0 0,0 0 0 0 0,-1 0 0 0 0,1 0 0 0 0,0 0 0 0 0,0-1 0 0 0,31-19 1856 0 0,40-2 117 0 0,-72 23-2087 0 0,40-7 755 0 0,-1 1 1 0 0,1 2 0 0 0,80 3 0 0 0,-101 1-592 0 0,-1 1 0 0 0,0 1 1 0 0,0 1-1 0 0,0 1 1 0 0,0 0-1 0 0,25 11 1 0 0,-37-13-101 0 0,0 1 0 0 0,-1 0 0 0 0,1 0 0 0 0,-1 0 1 0 0,1 1-1 0 0,-1 0 0 0 0,0 0 0 0 0,0 1 0 0 0,-1-1 1 0 0,0 1-1 0 0,1 0 0 0 0,-1 0 0 0 0,-1 0 0 0 0,1 1 1 0 0,-1-1-1 0 0,0 1 0 0 0,0 0 0 0 0,-1 0 0 0 0,0 0 1 0 0,0 0-1 0 0,2 10 0 0 0,1 27 346 0 0,-3 1 0 0 0,-1-1-1 0 0,-6 62 1 0 0,2-67-133 0 0,-6 48 358 0 0,-23 95 0 0 0,21-121-405 0 0,8-45-187 0 0,-1-1 0 0 0,0 1 1 0 0,-1-1-1 0 0,0 0 1 0 0,-1-1-1 0 0,0 0 1 0 0,-1 0-1 0 0,-1 0 0 0 0,0-1 1 0 0,-1 0-1 0 0,-11 12 1 0 0,11-15-73 0 0,1-1 1 0 0,-2 0 0 0 0,1-1-1 0 0,-1 0 1 0 0,0 0-1 0 0,-1-1 1 0 0,1-1-1 0 0,-1 0 1 0 0,0 0 0 0 0,-1-1-1 0 0,1 0 1 0 0,-1-1-1 0 0,0 0 1 0 0,-13 0 0 0 0,-73 13-1448 0 0,6-2-1351 0 0,-4-7-3384 0 0,28-7 2297 0 0</inkml:trace>
</inkml:ink>
</file>

<file path=ppt/ink/ink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7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383 32 268 0 0,'-1'-2'174'0'0,"0"0"-1"0"0,-1 0 1 0 0,1 0 0 0 0,0 0-1 0 0,-1 0 1 0 0,1 1-1 0 0,-1-1 1 0 0,0 0 0 0 0,1 1-1 0 0,-1-1 1 0 0,0 1-1 0 0,0-1 1 0 0,0 1 0 0 0,0 0-1 0 0,0 0 1 0 0,0 0 0 0 0,0 0-1 0 0,-1 0 1 0 0,1 1-1 0 0,0-1 1 0 0,-4 0 0 0 0,1 1 30 0 0,-1 0 0 0 0,0 0 0 0 0,1 0 1 0 0,-1 1-1 0 0,0 0 0 0 0,1 0 0 0 0,-1 0 0 0 0,-9 4 1 0 0,-7 5 152 0 0,0 0 1 0 0,0 2 0 0 0,-23 16 0 0 0,41-25-263 0 0,-11 6 89 0 0,0 2-1 0 0,1 0 1 0 0,0 0-1 0 0,0 1 1 0 0,2 1-1 0 0,-1 1 1 0 0,2-1-1 0 0,0 2 1 0 0,-10 15-1 0 0,17-23-126 0 0,1 1 0 0 0,-1-1 0 0 0,2 1-1 0 0,-1-1 1 0 0,1 1 0 0 0,0 0 0 0 0,0 0 0 0 0,1 0-1 0 0,0 0 1 0 0,1 0 0 0 0,-1 1 0 0 0,2-1 0 0 0,-1 0-1 0 0,1 0 1 0 0,0 0 0 0 0,1 0 0 0 0,0 0 0 0 0,0 0-1 0 0,1-1 1 0 0,0 1 0 0 0,0-1 0 0 0,7 12 0 0 0,4 1 18 0 0,1-1 0 0 0,0 0-1 0 0,1 0 1 0 0,2-2 0 0 0,-1 0 0 0 0,2-1 0 0 0,0-1 0 0 0,28 17 0 0 0,-11-7 64 0 0,42 40 0 0 0,-71-58-124 0 0,0 1 1 0 0,0 0 0 0 0,-1 1-1 0 0,0-1 1 0 0,-1 1 0 0 0,0 1-1 0 0,0-1 1 0 0,-1 1 0 0 0,0-1-1 0 0,-1 1 1 0 0,0 0 0 0 0,-1 0-1 0 0,1 1 1 0 0,-2-1-1 0 0,0 1 1 0 0,0 18 0 0 0,-3 12 59 0 0,-2-1-1 0 0,-2 1 1 0 0,-11 41 0 0 0,3-13 24 0 0,-80 383 369 0 0,90-434-466 0 0,0 0 0 0 0,-1-1 0 0 0,-1 1 0 0 0,0-1 0 0 0,-1 0 1 0 0,-1-1-1 0 0,-1 1 0 0 0,0-2 0 0 0,-21 27 0 0 0,12-29-1428 0 0,3-8-4641 0 0,6-4 3137 0 0</inkml:trace>
</inkml:ink>
</file>

<file path=ppt/ink/ink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8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1 375 52 0 0,'1'18'11396'0'0,"25"-81"-10292"0"0,-21 49-968 0 0,0 1 0 0 0,0-1 0 0 0,1 1 0 0 0,1 1 0 0 0,15-23 0 0 0,0 10-98 0 0,0 1 0 0 0,2 1 0 0 0,0 1 0 0 0,2 1-1 0 0,32-20 1 0 0,-43 31-36 0 0,1 0 1 0 0,0 2-1 0 0,1 0 0 0 0,0 1 0 0 0,0 0 0 0 0,1 2 0 0 0,-1 0 0 0 0,1 1 0 0 0,0 0 0 0 0,33-1 1 0 0,-47 5-6 0 0,0 0 0 0 0,0 0 0 0 0,0 0 1 0 0,0 1-1 0 0,0-1 0 0 0,0 1 1 0 0,-1 0-1 0 0,1 0 0 0 0,0 0 0 0 0,0 1 1 0 0,-1-1-1 0 0,1 1 0 0 0,-1 0 1 0 0,1 0-1 0 0,-1 0 0 0 0,0 1 0 0 0,6 4 1 0 0,-7-4 3 0 0,0 0 0 0 0,0 1 0 0 0,0-1 1 0 0,0 0-1 0 0,0 1 0 0 0,-1-1 0 0 0,0 1 0 0 0,0-1 1 0 0,0 1-1 0 0,0 0 0 0 0,0-1 0 0 0,-1 1 1 0 0,0 0-1 0 0,1 0 0 0 0,-2 5 0 0 0,0 4 6 0 0,-1-1 0 0 0,-1 1 0 0 0,0 0-1 0 0,0-1 1 0 0,-2 0 0 0 0,1 0 0 0 0,-1 0 0 0 0,-1 0-1 0 0,-10 14 1 0 0,1-4 6 0 0,-1 0 0 0 0,-2-1-1 0 0,-24 24 1 0 0,33-37 16 0 0,0 1 0 0 0,-1-1 0 0 0,0-1 0 0 0,-1 0 0 0 0,1 0 0 0 0,-1-1 0 0 0,0-1 0 0 0,-1 0 0 0 0,-13 5 0 0 0,-10-6 359 0 0,34-4-397 0 0,0 0 0 0 0,0 0 0 0 0,0 0 0 0 0,1 0 0 0 0,-1 0 0 0 0,0 0 0 0 0,0 0 0 0 0,0 0 0 0 0,1 0 0 0 0,-1 0-1 0 0,0-1 1 0 0,0 1 0 0 0,1 0 0 0 0,-1-1 0 0 0,0 1 0 0 0,1 0 0 0 0,-1-1 0 0 0,0 1 0 0 0,1-1 0 0 0,-1 1 0 0 0,1-1 0 0 0,-1 0 0 0 0,0 1 0 0 0,1-1-1 0 0,0 1 1 0 0,-1-1 0 0 0,1 0 0 0 0,-1 0 0 0 0,1 1 0 0 0,0-1 0 0 0,-1 0 0 0 0,1 1 0 0 0,0-1 0 0 0,0 0 0 0 0,0 0 0 0 0,-1-1 0 0 0,1 0-403 0 0,7 0-153 0 0,0 0 0 0 0,0-1 0 0 0,0 0 1 0 0,-1-1-1 0 0,8-4 0 0 0,12-6-4461 0 0,-12 9 2086 0 0</inkml:trace>
</inkml:ink>
</file>

<file path=ppt/ink/ink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9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1 292 0 0,'2'1'286'0'0,"-1"0"1"0"0,0 1-1 0 0,0-1 1 0 0,0 1-1 0 0,0 0 1 0 0,0-1-1 0 0,-1 1 1 0 0,1 0-1 0 0,0-1 1 0 0,-1 1-1 0 0,1 0 1 0 0,-1 0-1 0 0,0-1 0 0 0,0 1 1 0 0,1 0-1 0 0,-1 0 1 0 0,0 0-1 0 0,0-1 1 0 0,-1 1-1 0 0,1 0 1 0 0,0 0-1 0 0,-2 3 1 0 0,-12 55 1488 0 0,8-37-768 0 0,-6 37-570 0 0,12-58-847 0 0</inkml:trace>
</inkml:ink>
</file>

<file path=ppt/ink/ink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9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72 312 0 0,'4'-32'2680'0'0,"-4"26"-2691"0"0,0-15 1993 0 0,0 21-2051 0 0,0-1-1 0 0,0 1 1 0 0,0-1 0 0 0,0 1-1 0 0,0-1 1 0 0,0 1 0 0 0,0-1-1 0 0,0 1 1 0 0,0-1 0 0 0,1 1-1 0 0,-1-1 1 0 0,0 1 0 0 0,0-1-1 0 0,1 1 1 0 0,-1-1 0 0 0,0 1-1 0 0,1-1 1 0 0,-1 1 0 0 0,0 0-1 0 0,1-1 1 0 0,-1 1 0 0 0,1 0-1 0 0,-1-1 1 0 0,1 1 0 0 0,-1 0-1 0 0,1 0 1 0 0,-1-1 0 0 0,1 1-1 0 0,-1 0 1 0 0,1 0 0 0 0,-1 0-1 0 0,1 0 1 0 0,0-1 0 0 0</inkml:trace>
</inkml:ink>
</file>

<file path=ppt/ink/ink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09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62 664 0 0,'-5'17'1850'0'0,"5"12"137"0"0,-2 0 1 0 0,-10 52 2639 0 0,17-84-4481 0 0,27-23 152 0 0,28-22 262 0 0,-58 48-552 0 0,1-1-1 0 0,0 1 1 0 0,0-1-1 0 0,0 1 1 0 0,-1 0-1 0 0,1 0 1 0 0,0 0-1 0 0,0 1 1 0 0,0-1-1 0 0,0 1 1 0 0,-1-1-1 0 0,1 1 1 0 0,0 0-1 0 0,3 1 1 0 0,44 20 35 0 0,-38-17-27 0 0,6 2-84 0 0,0-1 0 0 0,0-1 1 0 0,27 4-1 0 0,-1-9-6927 0 0,-33-1 4165 0 0</inkml:trace>
  <inkml:trace contextRef="#ctx0" brushRef="#br0" timeOffset="1">549 120 8705 0 0,'3'-11'244'0'0,"-1"0"0"0"0,0 0 0 0 0,-1 0 0 0 0,0-1 0 0 0,-1 1 0 0 0,0 0 0 0 0,-2-13-1 0 0,2 20-164 0 0,0 4-116 0 0,0-1 1 0 0,0 1-1 0 0,0-1 1 0 0,1 0-1 0 0,-1 1 0 0 0,0-1 1 0 0,0 1-1 0 0,1-1 0 0 0,-1 0 1 0 0,0 1-1 0 0,1-1 1 0 0,-1 1-1 0 0,1-1 0 0 0,-1 1 1 0 0,0-1-1 0 0,1 1 0 0 0,-1 0 1 0 0,1-1-1 0 0,-1 1 1 0 0,1 0-1 0 0,0-1 0 0 0,-1 1 1 0 0,1 0-1 0 0,-1-1 1 0 0,1 1-1 0 0,0 0 0 0 0,-1 0 1 0 0,2 0-1 0 0,7-2-4996 0 0,2 2 2421 0 0</inkml:trace>
</inkml:ink>
</file>

<file path=ppt/ink/ink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10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1 964 0 0,'-1'2'7846'0'0,"-8"27"-7560"0"0,1 6 190 0 0,0-1 0 0 0,3 1-1 0 0,0 1 1 0 0,3-1 0 0 0,1 40 0 0 0,2-51-465 0 0,2 0 0 0 0,0 0 0 0 0,1-1 0 0 0,2 1-1 0 0,0-1 1 0 0,1 0 0 0 0,2 0 0 0 0,13 26-1 0 0,-19-44-201 0 0,0 0-1 0 0,0-1 0 0 0,1 1 1 0 0,-1-1-1 0 0,1 0 0 0 0,0 0 0 0 0,0 0 1 0 0,1 0-1 0 0,-1-1 0 0 0,1 0 1 0 0,0 0-1 0 0,0 0 0 0 0,0 0 0 0 0,0-1 1 0 0,9 3-1 0 0,-4-2-843 0 0,0 0 0 0 0,1-1 0 0 0,-1 0 0 0 0,16 0 0 0 0,-4-2-1107 0 0</inkml:trace>
</inkml:ink>
</file>

<file path=ppt/ink/ink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10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61 312 0 0,'25'-28'3266'0'0,"-24"27"-3077"0"0,-1 0-1 0 0,1 0 1 0 0,-1 0 0 0 0,1 0 0 0 0,-1 0 0 0 0,0 0 0 0 0,1 0 0 0 0,-1 0-1 0 0,0 0 1 0 0,0 1 0 0 0,0-1 0 0 0,0 0 0 0 0,0 0 0 0 0,0 0 0 0 0,0 0 0 0 0,0 0-1 0 0,0 0 1 0 0,0 0 0 0 0,0 0 0 0 0,-1 0 0 0 0,1 0 0 0 0,0 0 0 0 0,-1 0-1 0 0,1 0 1 0 0,0 0 0 0 0,-1 0 0 0 0,0 0 0 0 0,1 1 0 0 0,-1-1 0 0 0,1 0 0 0 0,-1 0-1 0 0,-2-2 1553 0 0,2 8-1572 0 0,1-3-137 0 0,-1 0-1 0 0,1 0 1 0 0,0 0-1 0 0,0-1 1 0 0,0 1 0 0 0,0 0-1 0 0,0 0 1 0 0,0 0 0 0 0,1 0-1 0 0,-1 0 1 0 0,1 0-1 0 0,-1-1 1 0 0,1 1 0 0 0,0 0-1 0 0,-1 0 1 0 0,2 2-1 0 0,1-2 33 0 0,0 1-1 0 0,0 0 0 0 0,0 0 1 0 0,0-1-1 0 0,0 0 0 0 0,0 1 1 0 0,1-1-1 0 0,-1-1 0 0 0,7 4 1 0 0,4-1 50 0 0,-1 0 0 0 0,1-1 0 0 0,0 0 0 0 0,0-1 0 0 0,26 1 0 0 0,12 2 883 0 0,-50-5-853 0 0,8-1 21 0 0,0 0 0 0 0,0 1 0 0 0,-1 0-1 0 0,1 0 1 0 0,11 3 0 0 0,22 9-5778 0 0,-37-11 1866 0 0,14 0 283 0 0</inkml:trace>
</inkml:ink>
</file>

<file path=ppt/ink/ink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10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646 102 964 0 0,'13'-8'1817'0'0,"0"-2"0"0"0,-1 0 0 0 0,0 0 0 0 0,0-1 0 0 0,-1 0 0 0 0,-1-1 0 0 0,12-17-1 0 0,-21 28-1789 0 0</inkml:trace>
  <inkml:trace contextRef="#ctx0" brushRef="#br0" timeOffset="1">0 482 17542 0 0,'8'6'206'0'0,"27"-3"-182"0"0,0-1-1 0 0,1-2 0 0 0,-1-2 0 0 0,0-1 1 0 0,38-8-1 0 0,-20 3-1150 0 0,71-1 1 0 0,-75 8-1144 0 0,1-2-3960 0 0,-22 2 2219 0 0</inkml:trace>
</inkml:ink>
</file>

<file path=ppt/ink/ink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15.9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83 9713 0 0,'-60'-76'1166'0'0,"53"70"-294"0"0,-1 11-37 0 0,2 27-316 0 0,7 21-447 0 0,1-28 220 0 0,10 38 101 0 0,31 94-1 0 0,-23-92-93 0 0,14 82 0 0 0,-34-142-277 0 0,1 0 0 0 0,-1 0 0 0 0,0 0 1 0 0,-1 0-1 0 0,1 1 0 0 0,-1-1 0 0 0,0 0 0 0 0,0 0 0 0 0,-1 0 0 0 0,1 0 1 0 0,-1 0-1 0 0,0-1 0 0 0,-1 1 0 0 0,-2 4 0 0 0,4-7-151 0 0,0-1-1 0 0,0 0 1 0 0,0 1-1 0 0,0-1 1 0 0,0 0-1 0 0,0 0 1 0 0,0 0-1 0 0,-1 0 1 0 0,1 0-1 0 0,0 0 1 0 0,-1 0-1 0 0,1 0 1 0 0,-1-1-1 0 0,1 1 1 0 0,-1 0-1 0 0,1-1 1 0 0,-1 1-1 0 0,1-1 1 0 0,-1 0-1 0 0,-2 1 1 0 0,-21-3-6656 0 0,5-3 3589 0 0</inkml:trace>
</inkml:ink>
</file>

<file path=ppt/ink/ink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16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1 506 7853 0 0,'3'-15'-2'0'0,"1"1"1"0"0,0 0 0 0 0,2 1 0 0 0,-1-1 0 0 0,1 1-1 0 0,1 0 1 0 0,1 0 0 0 0,0 1 0 0 0,0 0-1 0 0,1 1 1 0 0,1 0 0 0 0,-1 0 0 0 0,2 1-1 0 0,18-15 1 0 0,15-8 149 0 0,1 2-1 0 0,73-36 0 0 0,-115 65-142 0 0,49-27 96 0 0,2 2-1 0 0,0 3 1 0 0,2 2 0 0 0,0 2 0 0 0,1 3-1 0 0,66-10 1 0 0,-99 24-55 0 0,45 0-1 0 0,-65 3-193 0 0,0 0 0 0 0,1 0 0 0 0,-1 1 0 0 0,0-1 0 0 0,1 1 0 0 0,-1 0 0 0 0,0 0 0 0 0,0 0 1 0 0,1 0-1 0 0,-1 1 0 0 0,0 0 0 0 0,0 0 0 0 0,-1 0 0 0 0,1 0 0 0 0,0 1 0 0 0,-1-1 0 0 0,1 1 0 0 0,3 4 0 0 0,0 8-2226 0 0,-8-1 182 0 0</inkml:trace>
</inkml:ink>
</file>

<file path=ppt/ink/ink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16.6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1 198 120 0 0,'0'7'1748'0'0,"10"-1"-220"0"0,18-9-844 0 0,-1-2-76 0 0,10-7-60 0 0,5 0-63 0 0,3-3-41 0 0,3-1-36 0 0,5 2-44 0 0,17-10-84 0 0,-18 8-176 0 0,-4-1-216 0 0,1-2-236 0 0,-3 2-800 0 0,-3-3-1233 0 0,-5 0 545 0 0</inkml:trace>
</inkml:ink>
</file>

<file path=ppt/ink/ink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16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0 475 736 0 0,'0'0'4000'0'0,"1"6"-3315"0"0,15 84 1499 0 0,23 103 47 0 0,1-14-656 0 0,-38-161 203 0 0,-13-29-1368 0 0,-13-34-251 0 0,16 14-77 0 0,2 0 0 0 0,1-1 1 0 0,2 1-1 0 0,1-1 0 0 0,1 0 0 0 0,2 0 0 0 0,1 1 1 0 0,2-1-1 0 0,11-46 0 0 0,-4 33-54 0 0,3 1-1 0 0,1 0 1 0 0,2 1 0 0 0,2 1 0 0 0,48-77 0 0 0,-49 91-24 0 0,3 0 0 0 0,27-29 0 0 0,-37 46-8 0 0,1-1 0 0 0,0 2 0 0 0,1 0 0 0 0,0 0 0 0 0,0 1 0 0 0,27-13 0 0 0,-38 20 2 0 0,0 1 0 0 0,0 0 0 0 0,1 0-1 0 0,-1 1 1 0 0,0-1 0 0 0,1 0-1 0 0,-1 1 1 0 0,1-1 0 0 0,-1 1 0 0 0,0 0-1 0 0,1 0 1 0 0,-1 0 0 0 0,1 0 0 0 0,-1 0-1 0 0,1 0 1 0 0,-1 1 0 0 0,5 0 0 0 0,-6 0 1 0 0,0 0 0 0 0,0 0 0 0 0,0 0 1 0 0,1 0-1 0 0,-1 0 0 0 0,0 0 1 0 0,0 0-1 0 0,-1 0 0 0 0,1 1 0 0 0,0-1 1 0 0,0 0-1 0 0,-1 0 0 0 0,1 1 1 0 0,0-1-1 0 0,-1 0 0 0 0,1 1 0 0 0,-1-1 1 0 0,0 1-1 0 0,0-1 0 0 0,1 1 1 0 0,-1 2-1 0 0,0 3 6 0 0,-1-1 0 0 0,1 1 0 0 0,-1 0 0 0 0,-1 0 1 0 0,1-1-1 0 0,-1 1 0 0 0,0 0 0 0 0,-1-1 0 0 0,1 0 0 0 0,-1 0 1 0 0,-7 10-1 0 0,-20 24-7 0 0,-2-2 1 0 0,-1-2 0 0 0,-49 42-1 0 0,32-31 10 0 0,46-44-11 0 0,0 1 1 0 0,1 0-1 0 0,0-1 1 0 0,0 1-1 0 0,0 0 1 0 0,0 1 0 0 0,1-1-1 0 0,-1 0 1 0 0,1 1-1 0 0,0 0 1 0 0,1-1-1 0 0,-1 1 1 0 0,1 0-1 0 0,0 0 1 0 0,0 0 0 0 0,0 0-1 0 0,1 0 1 0 0,0 5-1 0 0,0-2 2 0 0,1 0-1 0 0,1 0 1 0 0,0 0 0 0 0,0 0-1 0 0,1 0 1 0 0,0 0 0 0 0,0-1-1 0 0,0 1 1 0 0,1-1 0 0 0,5 8-1 0 0,9 8 6 0 0,0 0 0 0 0,1-1-1 0 0,1-1 1 0 0,1-1 0 0 0,26 19-1 0 0,135 124-391 0 0,-111-85-4777 0 0,-60-66 1703 0 0,1-2 262 0 0</inkml:trace>
</inkml:ink>
</file>

<file path=ppt/ink/ink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28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2 672 0 0,'0'0'1029'0'0,"-15"-2"3214"0"0,11 4-4081 0 0,1 1 1 0 0,-1-1-1 0 0,1 0 1 0 0,0 1-1 0 0,0 0 1 0 0,0 0-1 0 0,0 0 1 0 0,1 0-1 0 0,-1 0 0 0 0,1 0 1 0 0,0 1-1 0 0,0-1 1 0 0,0 1-1 0 0,0 0 1 0 0,0-1-1 0 0,1 1 1 0 0,0 0-1 0 0,0 0 1 0 0,-1 6-1 0 0,1 2 174 0 0,0 1 0 0 0,1-1 0 0 0,0 0 0 0 0,1 0-1 0 0,3 18 1 0 0,-4-29-312 0 0,1 0 0 0 0,-1-1 0 0 0,0 1 0 0 0,1 0 0 0 0,-1 0 0 0 0,1 0 0 0 0,-1-1-1 0 0,1 1 1 0 0,0 0 0 0 0,-1-1 0 0 0,1 1 0 0 0,0-1 0 0 0,-1 1 0 0 0,1-1 0 0 0,0 1 0 0 0,0-1-1 0 0,-1 1 1 0 0,1-1 0 0 0,0 1 0 0 0,0-1 0 0 0,0 0 0 0 0,0 0 0 0 0,-1 1 0 0 0,1-1 0 0 0,0 0-1 0 0,0 0 1 0 0,0 0 0 0 0,0 0 0 0 0,0 0 0 0 0,0 0 0 0 0,0 0 0 0 0,-1 0 0 0 0,1-1 0 0 0,0 1-1 0 0,0 0 1 0 0,1-1 0 0 0,36-11 212 0 0,-36 11-218 0 0,52-21 241 0 0,91-23 0 0 0,-127 40-222 0 0,0 2 0 0 0,0 0-1 0 0,1 1 1 0 0,-1 0 0 0 0,0 2 0 0 0,1 0 0 0 0,-1 1 0 0 0,0 1 0 0 0,28 6 0 0 0,-44-7-34 0 0,0-1 0 0 0,1 1 0 0 0,-1-1 0 0 0,0 1 1 0 0,0 0-1 0 0,1 0 0 0 0,-1 0 0 0 0,0 0 0 0 0,0 0 0 0 0,0 0 0 0 0,0 0 0 0 0,0 1 0 0 0,0-1 0 0 0,-1 1 0 0 0,1 0 0 0 0,0-1 0 0 0,-1 1 0 0 0,1 0 0 0 0,-1 0 1 0 0,0 0-1 0 0,1 0 0 0 0,-1 0 0 0 0,0 0 0 0 0,1 4 0 0 0,-2-3 17 0 0,0 1 0 0 0,0-1 0 0 0,-1 0-1 0 0,1 0 1 0 0,-1 0 0 0 0,0 0 0 0 0,0 0 0 0 0,0 0 0 0 0,0 0 0 0 0,0 0 0 0 0,-1-1 0 0 0,1 1 0 0 0,-1 0 0 0 0,0-1 0 0 0,0 1 0 0 0,-2 2-1 0 0,-9 9-998 0 0,0-1 0 0 0,-1 0 0 0 0,-1 0-1 0 0,-29 18 1 0 0,30-23-2335 0 0,0-1 252 0 0</inkml:trace>
</inkml:ink>
</file>

<file path=ppt/ink/ink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28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0 124 436 0 0,'2'-18'1108'0'0,"2"1"-112"0"0,1 1-80 0 0,3 2-60 0 0,-6 1-84 0 0,4 0-71 0 0,0 5-69 0 0,-1-1-76 0 0,0 2 384 0 0,13 0-548 0 0,-6 6-216 0 0,2 1-208 0 0,2 0-276 0 0,0 1-192 0 0,-1 3-776 0 0,3 0-1381 0 0,-2 0 613 0 0</inkml:trace>
</inkml:ink>
</file>

<file path=ppt/ink/ink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28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24 0 0,'8'-2'1741'0'0,"-4"3"1321"0"0,8 21-1001 0 0,18 43 0 0 0,20 80-246 0 0,-25-69-1161 0 0,-12-28-337 0 0,-2 0 0 0 0,-2 0 0 0 0,2 55 0 0 0,-9-88-307 0 0,-2-10-248 0 0,0 1 0 0 0,0-1-1 0 0,0 1 1 0 0,-1-1 0 0 0,0 0 0 0 0,-2 10 0 0 0,3-14-68 0 0,-1 1 1 0 0,1-1-1 0 0,-1 0 1 0 0,1 1-1 0 0,-1-1 1 0 0,0 1-1 0 0,1-1 0 0 0,-1 0 1 0 0,0 0-1 0 0,0 0 1 0 0,0 1-1 0 0,0-1 1 0 0,-3 2-1 0 0</inkml:trace>
</inkml:ink>
</file>

<file path=ppt/ink/ink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29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0 577 20 0 0,'49'-32'978'0'0,"-25"17"-357"0"0,0-1 0 0 0,-1-1 0 0 0,-1-1 0 0 0,0-1 0 0 0,-1-1 0 0 0,31-39-1 0 0,-42 46-318 0 0,-1-1-1 0 0,-1-1 0 0 0,0 1 0 0 0,-1-1 0 0 0,-1-1 0 0 0,0 1 0 0 0,-1-1 0 0 0,-1 0 0 0 0,0 0 0 0 0,1-18 0 0 0,-4 23-148 0 0,-1 0 0 0 0,0 0 0 0 0,0 0 0 0 0,-2 0 0 0 0,1 0 0 0 0,-1 0 0 0 0,-1 0 0 0 0,0 0 0 0 0,-1 1 0 0 0,0-1 0 0 0,0 1 0 0 0,-1 0 0 0 0,0 0 0 0 0,-1 1 0 0 0,-12-16 0 0 0,17 24-145 0 0,1 0 0 0 0,0 0 0 0 0,-1 1 1 0 0,1-1-1 0 0,-1 0 0 0 0,1 1 0 0 0,-1-1 1 0 0,1 0-1 0 0,-1 1 0 0 0,0-1 0 0 0,1 1 1 0 0,-1-1-1 0 0,0 1 0 0 0,0-1 0 0 0,1 1 1 0 0,-1-1-1 0 0,0 1 0 0 0,0 0 0 0 0,1 0 1 0 0,-1-1-1 0 0,0 1 0 0 0,0 0 0 0 0,0 0 0 0 0,0 0 1 0 0,1 0-1 0 0,-1 0 0 0 0,0 0 0 0 0,0 0 1 0 0,0 0-1 0 0,0 0 0 0 0,0 0 0 0 0,1 0 1 0 0,-1 1-1 0 0,0-1 0 0 0,0 0 0 0 0,0 0 1 0 0,1 1-1 0 0,-1-1 0 0 0,0 1 0 0 0,0-1 1 0 0,1 1-1 0 0,-1-1 0 0 0,0 1 0 0 0,1-1 1 0 0,-1 1-1 0 0,1 0 0 0 0,-1-1 0 0 0,1 1 0 0 0,-1 0 1 0 0,1-1-1 0 0,-1 1 0 0 0,1 0 0 0 0,0 0 1 0 0,-1 0-1 0 0,1-1 0 0 0,0 3 0 0 0,-3 2 12 0 0,1 1 0 0 0,-1 0-1 0 0,2 0 1 0 0,-1 1-1 0 0,-1 11 1 0 0,1 39 210 0 0,3 1 0 0 0,2-1 0 0 0,14 78 0 0 0,53 167 351 0 0,-64-284-528 0 0,1 0 1 0 0,13 24 0 0 0,-14-29 55 0 0,-5-12-19 0 0,4 3 94 0 0,-5-4-173 0 0,1 1-1 0 0,-1-1 1 0 0,0 1 0 0 0,0-1-1 0 0,1 0 1 0 0,-1 1 0 0 0,0-1-1 0 0,1 0 1 0 0,-1 0 0 0 0,0 1-1 0 0,1-1 1 0 0,-1 0 0 0 0,1 0-1 0 0,-1 1 1 0 0,0-1 0 0 0,1 0 0 0 0,-1 0-1 0 0,1 0 1 0 0,-1 0 0 0 0,1 1-1 0 0,-1-1 1 0 0,1 0 0 0 0,-1 0-1 0 0,1 0 1 0 0,-1 0 0 0 0,0 0-1 0 0,1 0 1 0 0,-1 0 0 0 0,1-1-1 0 0,-1 1 1 0 0,1 0 0 0 0,-1 0-1 0 0,1 0 1 0 0,-1 0 0 0 0,0 0 0 0 0,1-1-1 0 0,-1 1 1 0 0,1 0 0 0 0,-1 0-1 0 0,1-1 1 0 0,15-6 45 0 0,0 1 1 0 0,0 1-1 0 0,0 0 0 0 0,1 1 0 0 0,0 1 1 0 0,0 1-1 0 0,0 0 0 0 0,29 1 1 0 0,-44 1-50 0 0,3 0 82 0 0,-1 0-1 0 0,1-1 1 0 0,0 1-1 0 0,0-1 1 0 0,-1 0 0 0 0,1 0-1 0 0,-1-1 1 0 0,6-2-1 0 0,-8 3-43 0 0,6 1-390 0 0,-1 0-1 0 0,1 0 1 0 0,0 0-1 0 0,-1 1 1 0 0,14 3-1 0 0,27 5-6897 0 0,-24-7 3749 0 0</inkml:trace>
</inkml:ink>
</file>

<file path=ppt/ink/ink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29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98 13233 0 0,'11'-97'1415'0'0,"7"118"-1268"0"0,-11-10-109 0 0,0 1 0 0 0,-1 0 0 0 0,-1 0-1 0 0,1 1 1 0 0,-2-1 0 0 0,0 1-1 0 0,4 24 1 0 0,1 0 18 0 0,0-7-7 0 0,-1 1-1 0 0,-1 1 1 0 0,-2-1-1 0 0,-1 1 0 0 0,-1 0 1 0 0,-2 0-1 0 0,-3 32 1 0 0,0-50-90 0 0,2-7-61 0 0,-1-1 0 0 0,1 0 0 0 0,-1 1-1 0 0,-1-1 1 0 0,1 0 0 0 0,-1 0 0 0 0,0 0-1 0 0,-1 0 1 0 0,1 0 0 0 0,-1-1 0 0 0,0 1 0 0 0,-5 5-1 0 0,7-10-54 0 0,0 0-1 0 0,0 0 0 0 0,0 0 0 0 0,0-1 0 0 0,-1 1 1 0 0,1 0-1 0 0,0-1 0 0 0,-1 1 0 0 0,1-1 1 0 0,0 1-1 0 0,-1-1 0 0 0,1 1 0 0 0,-1-1 1 0 0,1 0-1 0 0,-1 0 0 0 0,1 0 0 0 0,0 0 0 0 0,-1 0 1 0 0,1 0-1 0 0,-1 0 0 0 0,-1-1 0 0 0,-33-10-4503 0 0,31 9 3771 0 0,-19-8-2007 0 0</inkml:trace>
</inkml:ink>
</file>

<file path=ppt/ink/ink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30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0 374 324 0 0,'24'-4'3677'0'0,"100"-9"-2188"0"0,295-26 554 0 0,-311 24-1173 0 0,194-54 1 0 0,-284 64-366 0 0,-1 0 1 0 0,1-1 0 0 0,-1-1 0 0 0,-1-1 0 0 0,1 0 0 0 0,24-18 0 0 0,-40 25-277 0 0,-6 2-107 0 0,0 1 0 0 0,0-1 1 0 0,0 1-1 0 0,0 0 0 0 0,0 1 0 0 0,1-1 0 0 0,-1 1 1 0 0,1 0-1 0 0,-1 0 0 0 0,1 0 0 0 0,0 1 1 0 0,0-1-1 0 0,-3 6 0 0 0,2-4-117 0 0,0 0 0 0 0,1 0 0 0 0,-1 1 0 0 0,1-1 0 0 0,1 1 0 0 0,-1 0 1 0 0,1 0-1 0 0,0 1 0 0 0,0-1 0 0 0,1 1 0 0 0,0-1 0 0 0,0 1 0 0 0,-1 12 0 0 0,2-17-1 0 0,1-1 0 0 0,0 1-1 0 0,0-1 1 0 0,0 1 0 0 0,0-1 0 0 0,0 1-1 0 0,0-1 1 0 0,0 1 0 0 0,1 0 0 0 0,-1-1 0 0 0,1 1-1 0 0,-1-1 1 0 0,1 0 0 0 0,-1 1 0 0 0,1-1-1 0 0,0 1 1 0 0,0-1 0 0 0,0 0 0 0 0,-1 1-1 0 0,1-1 1 0 0,1 0 0 0 0,-1 0 0 0 0,0 0 0 0 0,2 2-1 0 0,-1-2 3 0 0,1 0 0 0 0,-1-1-1 0 0,0 1 1 0 0,1 0 0 0 0,-1-1-1 0 0,1 1 1 0 0,-1-1 0 0 0,1 0-1 0 0,-1 0 1 0 0,1 0 0 0 0,0 0-1 0 0,-1 0 1 0 0,5-1 0 0 0,1-1 7 0 0,0 0 0 0 0,0 0 0 0 0,0-1 1 0 0,0 0-1 0 0,-1-1 0 0 0,1 1 0 0 0,11-9 0 0 0,8-6 50 0 0,-23 16-62 0 0,0 0 0 0 0,0-1 0 0 0,0 1 0 0 0,0-1 0 0 0,0 0 0 0 0,-1 0 0 0 0,0 0 0 0 0,1 0 0 0 0,-1-1 0 0 0,0 1-1 0 0,4-8 1 0 0,-6 10-3 0 0,0 0-26 0 0,2-4 38 0 0,-3 32-176 0 0,-1-4 137 0 0,0-18 34 0 0,1 1 0 0 0,0-1-1 0 0,0 0 1 0 0,0 0 0 0 0,1 1 0 0 0,-1-1-1 0 0,4 10 1 0 0,-4-14 13 0 0,27 3 153 0 0,-5-14-146 0 0,101-41 19 0 0,-106 45-45 0 0,-1 1-1 0 0,1 1 1 0 0,1 0-1 0 0,-1 1 0 0 0,26 0 1 0 0,-41 2-2 0 0,0 1 1 0 0,0 0 0 0 0,0 0 0 0 0,0 1-1 0 0,0-1 1 0 0,0 0 0 0 0,0 1 0 0 0,0-1-1 0 0,0 1 1 0 0,0-1 0 0 0,0 1 0 0 0,0 0-1 0 0,0 0 1 0 0,-1 0 0 0 0,1 0 0 0 0,0 0-1 0 0,-1 0 1 0 0,1 1 0 0 0,-1-1 0 0 0,3 3-1 0 0,-2 0 0 0 0,0 0-1 0 0,0 0 0 0 0,0 0 0 0 0,0 1 0 0 0,-1-1 1 0 0,0 0-1 0 0,1 6 0 0 0,15 40-34 0 0,-16-49 36 0 0,0 0 0 0 0,0 0-1 0 0,0 0 1 0 0,0 0 0 0 0,1-1-1 0 0,-1 1 1 0 0,0 0 0 0 0,0 0-1 0 0,0-1 1 0 0,1 1 0 0 0,-1-1-1 0 0,0 1 1 0 0,1-1 0 0 0,-1 0-1 0 0,0 1 1 0 0,1-1 0 0 0,-1 0-1 0 0,0 0 1 0 0,1 0 0 0 0,-1 0-1 0 0,1 0 1 0 0,-1 0 0 0 0,0 0-1 0 0,1-1 1 0 0,-1 1 0 0 0,0 0 0 0 0,1-1-1 0 0,1 0 1 0 0,34-14-32 0 0,-27 9 33 0 0,-1 0 0 0 0,1-1 1 0 0,-1 0-1 0 0,-1-1 0 0 0,1 1 0 0 0,-1-2 0 0 0,-1 1 0 0 0,1-1 1 0 0,-2 0-1 0 0,1-1 0 0 0,-1 1 0 0 0,8-18 0 0 0,0-8 91 0 0,-1-1-1 0 0,13-53 0 0 0,-23 75-37 0 0,17-55 1595 0 0,-20 68-1303 0 0,0 8-290 0 0,-2 21 9 0 0,1 0 0 0 0,2-1 1 0 0,1 1-1 0 0,1 0 0 0 0,1-1 1 0 0,1 0-1 0 0,13 37 0 0 0,-17-59-52 0 0,3 5 40 0 0,-1 1 0 0 0,1-1-1 0 0,1 0 1 0 0,0 0 0 0 0,8 12 0 0 0,-12-20 16 0 0,15-4 54 0 0,9-12-79 0 0,0-2 0 0 0,-1-1 0 0 0,-1-1 0 0 0,-1-1 0 0 0,31-34 0 0 0,-17 11-60 0 0,-35 41 2 0 0,-3 7-161 0 0,1 0 181 0 0,-1 0 1 0 0,1 0-1 0 0,0 1 1 0 0,1-1-1 0 0,-1 0 1 0 0,1 0-1 0 0,0 1 1 0 0,1-1-1 0 0,1 8 1 0 0,-1-10-4 0 0,0 0 0 0 0,1 0 1 0 0,-1-1-1 0 0,1 1 0 0 0,0 0 1 0 0,0-1-1 0 0,1 1 0 0 0,-1-1 1 0 0,1 0-1 0 0,-1 0 0 0 0,1 0 1 0 0,0 0-1 0 0,0 0 0 0 0,0-1 1 0 0,1 1-1 0 0,-1-1 0 0 0,5 2 1 0 0,8 5-977 0 0,-1-2 1 0 0,30 10-1 0 0,35 1-7059 0 0,-39-14 3788 0 0</inkml:trace>
</inkml:ink>
</file>

<file path=ppt/ink/ink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6:33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118 194 300 0 0,'-8'5'392'0'0,"0"1"-1"0"0,0 0 1 0 0,0 0-1 0 0,1 0 1 0 0,-1 1-1 0 0,2 0 1 0 0,-1 0 0 0 0,1 1-1 0 0,0 0 1 0 0,1 0-1 0 0,-1 1 1 0 0,2-1-1 0 0,-1 1 1 0 0,1 0-1 0 0,-5 17 1 0 0,6-15-229 0 0,0 0 1 0 0,1 0-1 0 0,0 0 0 0 0,1 1 1 0 0,0-1-1 0 0,1 1 0 0 0,0-1 1 0 0,1 1-1 0 0,0-1 0 0 0,1 0 1 0 0,0 1-1 0 0,1-1 0 0 0,5 15 0 0 0,-7-24-94 0 0,0 0-1 0 0,-1 0 1 0 0,1 1-1 0 0,0-2 0 0 0,1 1 1 0 0,-1 0-1 0 0,0 0 0 0 0,1 0 1 0 0,-1 0-1 0 0,1-1 0 0 0,-1 1 1 0 0,1-1-1 0 0,0 1 0 0 0,-1-1 1 0 0,1 0-1 0 0,0 0 0 0 0,0 0 1 0 0,0 0-1 0 0,0 0 0 0 0,0 0 1 0 0,0 0-1 0 0,1 0 0 0 0,-1-1 1 0 0,0 1-1 0 0,4-1 0 0 0,-4 0 103 0 0,3-1-14 0 0,0 0-114 0 0,-1-1 1 0 0,1 0 0 0 0,0 0 0 0 0,0 0-1 0 0,-1 0 1 0 0,1-1 0 0 0,-1 0 0 0 0,0 1-1 0 0,0-2 1 0 0,0 1 0 0 0,0 0 0 0 0,-1-1-1 0 0,1 0 1 0 0,-1 0 0 0 0,0 0 0 0 0,0 0-1 0 0,0-1 1 0 0,0 1 0 0 0,-1-1 0 0 0,0 1-1 0 0,0-1 1 0 0,0 0 0 0 0,-1 0 0 0 0,2-7 0 0 0,0-7 87 0 0,0-1 0 0 0,-2 1 0 0 0,0 0 0 0 0,-1-1 0 0 0,-3-22 1 0 0,3 35-105 0 0,-1-8 37 0 0,10 15-51 0 0,9 3 4 0 0,4-2 21 0 0,-1-2 0 0 0,0 0 0 0 0,1-1 0 0 0,-1-1-1 0 0,0-1 1 0 0,0-1 0 0 0,38-15 0 0 0,-47 16 24 0 0,0-1-1 0 0,0 0 1 0 0,0-1-1 0 0,-1-1 1 0 0,0 0-1 0 0,-1 0 1 0 0,1-1-1 0 0,-2 0 1 0 0,1-1-1 0 0,-1 0 1 0 0,0-1-1 0 0,-1 1 1 0 0,0-2-1 0 0,11-17 1 0 0,-17 23 14 0 0,1 0-1 0 0,-1-1 1 0 0,-1 1-1 0 0,1 0 1 0 0,-1 0-1 0 0,0-1 1 0 0,0 1 0 0 0,0-1-1 0 0,-1 1 1 0 0,0-1-1 0 0,0 1 1 0 0,0-1-1 0 0,-1 1 1 0 0,0-1 0 0 0,0 1-1 0 0,0-1 1 0 0,-1 1-1 0 0,1 0 1 0 0,-5-8-1 0 0,5 12 0 0 0,0 8-43 0 0,-3 41-11 0 0,1 1 1 0 0,3-1-1 0 0,3 1 0 0 0,10 68 1 0 0,-1-12 4 0 0,-4-13 5 0 0,20 424 76 0 0,-28-512-107 0 0,0 24 36 0 0,-8 54 1 0 0,7-75-26 0 0,0 1 0 0 0,-1-1 0 0 0,0 0-1 0 0,-1 0 1 0 0,1 0 0 0 0,-1 0 0 0 0,-1 0 0 0 0,1-1 0 0 0,-1 1-1 0 0,0-1 1 0 0,-1 0 0 0 0,-8 9 0 0 0,12-14-9 0 0,0 0 0 0 0,0 0 0 0 0,0 0 0 0 0,-1 0 0 0 0,1 0 0 0 0,0 0 0 0 0,-1-1 0 0 0,1 1 0 0 0,-1 0 1 0 0,1-1-1 0 0,0 0 0 0 0,-1 1 0 0 0,1-1 0 0 0,-1 1 0 0 0,1-1 0 0 0,-1 0 0 0 0,0 0 0 0 0,1 0 0 0 0,-1 0 0 0 0,1 0 0 0 0,-1 0 0 0 0,1-1 0 0 0,-3 0 1 0 0,1 0 1 0 0,0 0 1 0 0,0-1-1 0 0,0 0 1 0 0,0 1-1 0 0,0-1 1 0 0,0-1-1 0 0,0 1 1 0 0,1 0-1 0 0,-1 0 1 0 0,-2-4-1 0 0,-1-2 3 0 0,0 0-1 0 0,1 0 1 0 0,0 0-1 0 0,0 0 1 0 0,0-1-1 0 0,-5-17 1 0 0,6 9-56 0 0,1 0 0 0 0,1-1 0 0 0,0 1 1 0 0,1-1-1 0 0,1 0 0 0 0,1 1 0 0 0,0-1 1 0 0,2 0-1 0 0,0 1 0 0 0,9-31 1 0 0,-6 28-588 0 0,1 1 0 0 0,1 0 0 0 0,0 1 0 0 0,2 0 0 0 0,0 0 0 0 0,1 1 0 0 0,0 0 0 0 0,2 1 0 0 0,15-16 0 0 0,-5 12-2973 0 0,8-4 274 0 0</inkml:trace>
</inkml:ink>
</file>

<file path=ppt/ink/ink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2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34 867 252 0 0,'-2'2'205'0'0,"-1"-1"1"0"0,0 0-1 0 0,1 1 1 0 0,-1 0-1 0 0,1-1 0 0 0,0 1 1 0 0,-1 0-1 0 0,1 0 1 0 0,0 0-1 0 0,0 1 0 0 0,0-1 1 0 0,1 0-1 0 0,-3 4 1 0 0,3-5 464 0 0,1 0-598 0 0,1 0 0 0 0,-1 0 0 0 0,0 0 0 0 0,0 0 0 0 0,0 0 0 0 0,1 0 0 0 0,-1 0 0 0 0,0 0 0 0 0,1 0 0 0 0,-1 0 0 0 0,1 0 0 0 0,0 0 0 0 0,-1 0 0 0 0,1 0 1 0 0,-1-1-1 0 0,1 1 0 0 0,0 0 0 0 0,0-1 0 0 0,-1 1 0 0 0,1 0 0 0 0,0-1 0 0 0,0 1 0 0 0,0-1 0 0 0,0 1 0 0 0,1 0 0 0 0,6-1 89 0 0,0 0-1 0 0,0-1 0 0 0,0 0 1 0 0,0 0-1 0 0,-1-1 0 0 0,1 0 1 0 0,0 0-1 0 0,-1 0 1 0 0,0-1-1 0 0,15-8 0 0 0,70-47 321 0 0,-78 48-366 0 0,44-31 214 0 0,-2-3 0 0 0,97-99 0 0 0,-122 110-248 0 0,-3-2 0 0 0,-1 0-1 0 0,-1-2 1 0 0,-2-1 0 0 0,34-73-1 0 0,-48 82-50 0 0,-1 0-1 0 0,-2 0 1 0 0,-1-1-1 0 0,-1 0 1 0 0,-1 0-1 0 0,-2-59 1 0 0,-2 89-30 0 0,0-2 0 0 0,1 0 0 0 0,-1 0 0 0 0,0 0 0 0 0,0 0 0 0 0,0 0 0 0 0,-1 0 0 0 0,1 0 0 0 0,0 1 0 0 0,-1-1 0 0 0,1 0 0 0 0,-1 0 0 0 0,0 0 0 0 0,1 1 0 0 0,-1-1 0 0 0,0 0 0 0 0,0 1 0 0 0,0-1 0 0 0,0 0 0 0 0,-1 1 0 0 0,1 0 0 0 0,0-1 1 0 0,-1 1-1 0 0,-1-2 0 0 0,-2 6-4 0 0,-8 17 4 0 0,1 1 0 0 0,1 0 0 0 0,1 0-1 0 0,0 1 1 0 0,2 0 0 0 0,1 1 0 0 0,1 0-1 0 0,1 0 1 0 0,0 0 0 0 0,2 1 0 0 0,1-1-1 0 0,1 1 1 0 0,3 41 0 0 0,0-47 8 0 0,0-1 0 0 0,2-1-1 0 0,0 1 1 0 0,0 0 0 0 0,2-1 0 0 0,0 0 0 0 0,1 0 0 0 0,1-1 0 0 0,0 0 0 0 0,1 0-1 0 0,0-1 1 0 0,1 0 0 0 0,1 0 0 0 0,17 16 0 0 0,-24-26-1 0 0,1-1 1 0 0,-1 1-1 0 0,1-1 0 0 0,0 0 1 0 0,0 0-1 0 0,0-1 1 0 0,0 0-1 0 0,0 0 0 0 0,1 0 1 0 0,-1 0-1 0 0,1-1 0 0 0,-1 0 1 0 0,1 0-1 0 0,-1 0 1 0 0,1-1-1 0 0,0 0 0 0 0,-1 0 1 0 0,1 0-1 0 0,0-1 0 0 0,-1 0 1 0 0,12-3-1 0 0,-6 0 1 0 0,1-1 0 0 0,-1 0 0 0 0,0-1 0 0 0,-1 0 0 0 0,1-1 0 0 0,-1 0 0 0 0,0-1 0 0 0,16-16 0 0 0,6-8-2 0 0,-2-1 1 0 0,-1-1-1 0 0,-1-2 0 0 0,-2-1 1 0 0,27-52-1 0 0,7-43 8 0 0,-36 75 12 0 0,-23 50-16 0 0,6-5-35 0 0,-6 11 26 0 0,-3 7-26 0 0,-31 95 41 0 0,17-54 24 0 0,1 0 0 0 0,3 1 0 0 0,-9 65 0 0 0,8-44 38 0 0,9-52-50 0 0,0 0 1 0 0,1 0-1 0 0,-1 32 1 0 0,-1-16 1173 0 0,26-59-1138 0 0,-12 14-26 0 0,1-1 0 0 0,0 2-1 0 0,1-1 1 0 0,15-12-1 0 0,-25 23-41 0 0,13-2-29 0 0,-2 11 38 0 0,1-1 1 0 0,-1-1-1 0 0,1 0 0 0 0,0 0 0 0 0,0-2 1 0 0,1 0-1 0 0,18 4 0 0 0,-29-8 20 0 0,0 0-7 0 0,1-1 0 0 0,0 0 0 0 0,-1-1 1 0 0,1 1-1 0 0,-1-1 0 0 0,0 1 0 0 0,1-1 0 0 0,-1 0 1 0 0,0 0-1 0 0,0-1 0 0 0,4-2 0 0 0,-3 1 39 0 0,-2 3 3 0 0,-1 0-28 0 0,0 0-1 0 0,0 0 1 0 0,0 0 0 0 0,0 1-1 0 0,0-1 1 0 0,0 0-1 0 0,1 1 1 0 0,-1-1 0 0 0,0 1-1 0 0,0-1 1 0 0,1 1-1 0 0,-1 0 1 0 0,0-1 0 0 0,2 1-1 0 0,21 15 21 0 0,-20-11-114 0 0,1-1 0 0 0,0 0 0 0 0,0 0 1 0 0,0 0-1 0 0,11 3 0 0 0,-9-1 76 0 0,-4-3-1964 0 0</inkml:trace>
</inkml:ink>
</file>

<file path=ppt/ink/ink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3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90 404 0 0,'-1'0'99'0'0,"1"0"-1"0"0,-1 0 1 0 0,1 0 0 0 0,-1 0-1 0 0,1 0 1 0 0,-1 0-1 0 0,1 0 1 0 0,-1 0 0 0 0,1 0-1 0 0,-1 0 1 0 0,1 0 0 0 0,-1-1-1 0 0,1 1 1 0 0,-1 0-1 0 0,1 0 1 0 0,-1 0 0 0 0,1-1-1 0 0,-1 1 1 0 0,1 0 0 0 0,0-1-1 0 0,-1 1 1 0 0,1 0-1 0 0,-1-1 1 0 0,1 1 0 0 0,0 0-1 0 0,-1-1 1 0 0,1 1 0 0 0,0-1-1 0 0,0 1 1 0 0,-1-1-1 0 0,1 1 1 0 0,0-1 0 0 0,0 1-1 0 0,0-1 1 0 0,0 1 0 0 0,0-1-1 0 0,-1 1 1 0 0,1-1-1 0 0,0 1 1 0 0,0-1 0 0 0,0 1-1 0 0,0-1 1 0 0,0 1 0 0 0,1-1-1 0 0,-1 1 1 0 0,0-1-1 0 0,0 0 1 0 0,28-15 1147 0 0,47-5-798 0 0,19 7-629 0 0,97-1 1 0 0,-99 10-2884 0 0,-42 2 1145 0 0</inkml:trace>
</inkml:ink>
</file>

<file path=ppt/ink/ink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3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322 468 364 0 0,'-27'-12'3156'0'0,"19"12"-2880"0"0,0 1-1 0 0,1 0 0 0 0,-1 1 1 0 0,0 0-1 0 0,1 0 0 0 0,0 1 1 0 0,-1-1-1 0 0,1 1 0 0 0,0 1 1 0 0,0 0-1 0 0,1 0 0 0 0,-1 0 1 0 0,-6 6-1 0 0,8-6-166 0 0,1-1-1 0 0,0 1 1 0 0,1 0-1 0 0,-1 0 1 0 0,1 0-1 0 0,-1 1 1 0 0,1-1 0 0 0,0 1-1 0 0,-3 6 1 0 0,5-8-62 0 0,0 0-1 0 0,1-1 1 0 0,-1 1 0 0 0,0 0 0 0 0,1 0 0 0 0,0 0 0 0 0,-1-1 0 0 0,1 1 0 0 0,0 0 0 0 0,0 0-1 0 0,1 0 1 0 0,-1-1 0 0 0,1 1 0 0 0,-1 0 0 0 0,1 0 0 0 0,0-1 0 0 0,0 1 0 0 0,2 4 0 0 0,-1-4-1 0 0,1 1 1 0 0,-1-1 0 0 0,0 0 0 0 0,1 0 0 0 0,0 0 0 0 0,0 0 0 0 0,0-1 0 0 0,0 1 0 0 0,0-1 0 0 0,1 0 0 0 0,-1 0 0 0 0,1 0 0 0 0,-1 0 0 0 0,1 0 0 0 0,0-1-1 0 0,-1 0 1 0 0,1 0 0 0 0,0 0 0 0 0,0 0 0 0 0,0 0 0 0 0,0-1 0 0 0,0 0 0 0 0,0 0 0 0 0,0 0 0 0 0,0 0 0 0 0,0 0 0 0 0,0-1 0 0 0,0 0 0 0 0,0 0 0 0 0,6-3 0 0 0,1 1 62 0 0,0-1-1 0 0,-1 0 1 0 0,1 0 0 0 0,-1-1 0 0 0,0-1 0 0 0,-1 0 0 0 0,1 0 0 0 0,-1-1 0 0 0,15-14 0 0 0,-15 10-5 0 0,0-1 0 0 0,-1 0 1 0 0,-1 0-1 0 0,0 0 0 0 0,-1-1 0 0 0,0 0 0 0 0,-1 0 0 0 0,0-1 0 0 0,-1 0 0 0 0,-1 1 0 0 0,0-1 0 0 0,-1 0 0 0 0,0-1 0 0 0,-1 1 0 0 0,-1 0 0 0 0,0 0 0 0 0,-1-1 0 0 0,0 1 0 0 0,-1 0 0 0 0,-1 0 0 0 0,-7-20 0 0 0,6 18-36 0 0,-1 1-1 0 0,-1 0 0 0 0,0 0 1 0 0,-1 0-1 0 0,-1 1 1 0 0,0 0-1 0 0,-1 0 1 0 0,0 1-1 0 0,-1 0 0 0 0,-1 1 1 0 0,0 0-1 0 0,-1 1 1 0 0,0 0-1 0 0,0 0 0 0 0,-1 2 1 0 0,-1 0-1 0 0,1 0 1 0 0,-25-10-1 0 0,30 16-70 0 0,-1 0 0 0 0,1 1-1 0 0,-1 0 1 0 0,0 1 0 0 0,0 0-1 0 0,1 1 1 0 0,-1-1 0 0 0,0 2 0 0 0,0-1-1 0 0,0 1 1 0 0,0 1 0 0 0,0-1 0 0 0,1 2-1 0 0,-1-1 1 0 0,-11 6 0 0 0,14-6-221 0 0,1 1 0 0 0,-1 0 0 0 0,1 0 0 0 0,0 1 0 0 0,0 0 0 0 0,0 0 0 0 0,0 0 0 0 0,1 0 0 0 0,0 1-1 0 0,-5 5 1 0 0,6-6-300 0 0,1 1-1 0 0,-1-1 0 0 0,1 1 0 0 0,0 0 0 0 0,0 0 0 0 0,0-1 1 0 0,1 1-1 0 0,-1 1 0 0 0,1-1 0 0 0,0 0 0 0 0,1 0 1 0 0,-1 0-1 0 0,1 7 0 0 0,5 8-2629 0 0</inkml:trace>
</inkml:ink>
</file>

<file path=ppt/ink/ink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3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12 12 0 0,'0'0'4202'0'0,"-4"4"-3862"0"0,1-3-267 0 0,1 1-1 0 0,0 0 1 0 0,0 0-1 0 0,0 0 1 0 0,0 0-1 0 0,0 1 0 0 0,0-1 1 0 0,1 0-1 0 0,-1 1 1 0 0,1-1-1 0 0,0 1 1 0 0,0 0-1 0 0,0-1 0 0 0,0 1 1 0 0,0 0-1 0 0,0 0 1 0 0,1 0-1 0 0,-1 0 1 0 0,1-1-1 0 0,0 1 0 0 0,0 0 1 0 0,0 0-1 0 0,0 0 1 0 0,0 0-1 0 0,1 0 1 0 0,-1 0-1 0 0,1-1 0 0 0,0 1 1 0 0,2 4-1 0 0,-3-5-19 0 0,0-1-1 0 0,1 0 1 0 0,-1 1 0 0 0,1-1-1 0 0,-1 0 1 0 0,1 0-1 0 0,-1 0 1 0 0,1 0 0 0 0,0 1-1 0 0,0-1 1 0 0,0 0-1 0 0,-1 0 1 0 0,1 0 0 0 0,0-1-1 0 0,0 1 1 0 0,0 0-1 0 0,0 0 1 0 0,1 0-1 0 0,-1-1 1 0 0,0 1 0 0 0,0-1-1 0 0,0 1 1 0 0,0-1-1 0 0,1 1 1 0 0,-1-1 0 0 0,0 0-1 0 0,1 1 1 0 0,-1-1-1 0 0,0 0 1 0 0,1 0 0 0 0,-1 0-1 0 0,0 0 1 0 0,1 0-1 0 0,-1 0 1 0 0,0 0 0 0 0,0-1-1 0 0,1 1 1 0 0,0-1-1 0 0,1 0 59 0 0,0-1 0 0 0,0 0 0 0 0,-1 0-1 0 0,1 0 1 0 0,-1 0 0 0 0,1 0 0 0 0,-1 0-1 0 0,0-1 1 0 0,0 1 0 0 0,0-1 0 0 0,0 0-1 0 0,0 1 1 0 0,0-1 0 0 0,-1 0-1 0 0,0 0 1 0 0,2-4 0 0 0,-2 5-94 0 0,0-1-1 0 0,0 1 1 0 0,-1-1 0 0 0,1 1 0 0 0,-1-1-1 0 0,1 1 1 0 0,-1-1 0 0 0,0 1-1 0 0,0-1 1 0 0,0 1 0 0 0,0-1-1 0 0,-1 0 1 0 0,1 1 0 0 0,-1-1 0 0 0,1 1-1 0 0,-1-1 1 0 0,0 1 0 0 0,0 0-1 0 0,0-1 1 0 0,0 1 0 0 0,-1 0 0 0 0,1-1-1 0 0,0 1 1 0 0,-1 0 0 0 0,0 0-1 0 0,1 0 1 0 0,-1 1 0 0 0,0-1 0 0 0,0 0-1 0 0,0 1 1 0 0,-4-3 0 0 0,-15 20-2268 0 0,16-7-2260 0 0,5 0 2013 0 0</inkml:trace>
</inkml:ink>
</file>

<file path=ppt/ink/ink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4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40 732 0 0,'0'-1'257'0'0,"1"1"-1"0"0,0-1 0 0 0,-1 0 1 0 0,1 0-1 0 0,-1 0 1 0 0,1 0-1 0 0,-1 0 1 0 0,0 0-1 0 0,1 0 1 0 0,-1 0-1 0 0,0 0 1 0 0,0 0-1 0 0,1 0 1 0 0,-1 0-1 0 0,0 0 1 0 0,0 0-1 0 0,0 0 1 0 0,0 0-1 0 0,0 0 1 0 0,-1 0-1 0 0,1 0 1 0 0,0 0-1 0 0,0 0 0 0 0,-1 0 1 0 0,1 0-1 0 0,-1-1 1 0 0,0 2-207 0 0,0-1 0 0 0,1 1 0 0 0,-1 0 0 0 0,0 0 0 0 0,1 0 0 0 0,-1 0 0 0 0,0 0 0 0 0,0 0 0 0 0,1 0 0 0 0,-1 0 0 0 0,0 0 0 0 0,1 0 0 0 0,-1 0 0 0 0,0 0 0 0 0,1 1 1 0 0,-1-1-1 0 0,0 0 0 0 0,1 1 0 0 0,-1-1 0 0 0,0 0 0 0 0,1 1 0 0 0,-1-1 0 0 0,1 0 0 0 0,-1 1 0 0 0,1-1 0 0 0,-1 1 0 0 0,1-1 0 0 0,-1 1 0 0 0,1 0 0 0 0,-1-1 0 0 0,1 1 0 0 0,-1 0 0 0 0,-3 3 5 0 0,1 0-1 0 0,-1 0 1 0 0,1 1-1 0 0,0-1 1 0 0,0 1-1 0 0,1 0 1 0 0,-1 0-1 0 0,1 0 1 0 0,0 0-1 0 0,1 0 0 0 0,-1 0 1 0 0,1 0-1 0 0,0 1 1 0 0,0-1-1 0 0,0 0 1 0 0,1 1-1 0 0,0-1 1 0 0,0 1-1 0 0,0-1 1 0 0,1 0-1 0 0,0 1 1 0 0,0-1-1 0 0,0 0 1 0 0,1 1-1 0 0,-1-1 1 0 0,1 0-1 0 0,1 0 1 0 0,-1 0-1 0 0,1-1 1 0 0,0 1-1 0 0,0 0 1 0 0,0-1-1 0 0,0 0 1 0 0,7 7-1 0 0,-8-10-37 0 0,1 1 0 0 0,-1-1 0 0 0,0 0-1 0 0,1 0 1 0 0,-1 0 0 0 0,0 0 0 0 0,1 0 0 0 0,-1-1-1 0 0,1 1 1 0 0,0-1 0 0 0,-1 0 0 0 0,1 1 0 0 0,-1-1 0 0 0,1 0-1 0 0,-1-1 1 0 0,1 1 0 0 0,4-1 0 0 0,40-13 73 0 0,-30 5-60 0 0,0-1 0 0 0,0 0 0 0 0,-1-1 1 0 0,0-1-1 0 0,-1-1 0 0 0,25-25 0 0 0,43-46 76 0 0,-82 83-95 0 0,1-1-10 0 0,-2 2-2 0 0,0-1 0 0 0,0 1 0 0 0,0 0 1 0 0,0 0-1 0 0,0 0 0 0 0,0 0 0 0 0,0 0 0 0 0,0-1 0 0 0,0 1 0 0 0,0 0 0 0 0,0 0 0 0 0,0 0 0 0 0,0 0 0 0 0,0 0 0 0 0,0 0 0 0 0,1 0 0 0 0,-1-1 0 0 0,0 1 0 0 0,0 0 0 0 0,0 0 0 0 0,0 0 0 0 0,0 0 0 0 0,0 0 0 0 0,0 0 0 0 0,0 0 0 0 0,0 0 0 0 0,0-1 0 0 0,1 1 0 0 0,-1 0 1 0 0,0 0-1 0 0,0 0 0 0 0,0 0 0 0 0,0 0 0 0 0,0 0 0 0 0,0 0 0 0 0,0 0 0 0 0,1 0 0 0 0,-1 0 0 0 0,0 0 0 0 0,0 0 0 0 0,0 0 0 0 0,0 0 0 0 0,0 0 0 0 0,1 0 0 0 0,-1 0 0 0 0,0 0 0 0 0,0 0 0 0 0,0 0 0 0 0,0 0 0 0 0,0 0 0 0 0,0 0 0 0 0,0 0 0 0 0,1 0 0 0 0,-1 0 1 0 0,0 0-1 0 0,0 1 0 0 0,0-1 0 0 0,0 0 0 0 0,0 0 0 0 0,0 0 0 0 0,0 0 0 0 0,0 0 0 0 0,1 0 0 0 0,-1 0 0 0 0,0 0 0 0 0,0 1 0 0 0,0-1 0 0 0,0 0 0 0 0,0 8 6 0 0,0-1 0 0 0,1 1 0 0 0,-1-1 0 0 0,2 1 0 0 0,-1 0 0 0 0,1-1 0 0 0,0 0 1 0 0,1 0-1 0 0,0 1 0 0 0,6 10 0 0 0,-7-15 2 0 0,0 0 1 0 0,0 0-1 0 0,0-1 1 0 0,1 1-1 0 0,0-1 1 0 0,-1 1-1 0 0,1-1 0 0 0,0 0 1 0 0,0 0-1 0 0,0 0 1 0 0,0-1-1 0 0,1 1 1 0 0,-1-1-1 0 0,0 1 1 0 0,1-1-1 0 0,-1 0 1 0 0,1 0-1 0 0,-1-1 1 0 0,1 1-1 0 0,-1-1 1 0 0,1 0-1 0 0,-1 0 1 0 0,1 0-1 0 0,0 0 0 0 0,-1 0 1 0 0,7-2-1 0 0,-3 0 24 0 0,0-1 0 0 0,0 0 0 0 0,-1 1-1 0 0,1-2 1 0 0,-1 1 0 0 0,0-1-1 0 0,0 0 1 0 0,0 0 0 0 0,-1-1 0 0 0,1 0-1 0 0,-1 0 1 0 0,0 0 0 0 0,0-1-1 0 0,-1 1 1 0 0,0-1 0 0 0,0 0-1 0 0,5-10 1 0 0,-9 15 45 0 0,3-4-2 0 0,-4 5 240 0 0,-1 3-358 0 0,0 0 1 0 0,0 0 0 0 0,0 0 0 0 0,1 0 0 0 0,0 0 0 0 0,-1 1 0 0 0,1-1-1 0 0,0 0 1 0 0,0 1 0 0 0,0 6 0 0 0,1-8-502 0 0,0 0 0 0 0,0 1 0 0 0,0-1 0 0 0,1 0 0 0 0,-1 0 0 0 0,1 1 0 0 0,0-1-1 0 0,-1 0 1 0 0,1 0 0 0 0,0 0 0 0 0,0 0 0 0 0,0 1 0 0 0,3 1 0 0 0</inkml:trace>
</inkml:ink>
</file>

<file path=ppt/ink/ink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6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95 88 0 0,'0'0'4328'0'0,"21"25"-2383"0"0,-20-20-1802 0 0,0 0-1 0 0,-1 1 0 0 0,0-1 1 0 0,0 0-1 0 0,0 0 0 0 0,-1 0 1 0 0,0 0-1 0 0,0 0 0 0 0,0 0 1 0 0,-1 0-1 0 0,1 0 0 0 0,-1 0 0 0 0,0 0 1 0 0,-1-1-1 0 0,1 1 0 0 0,-4 4 1 0 0,5-8-61 0 0,0 0-43 0 0,1-1-1 0 0,-1 1 0 0 0,0-1 0 0 0,0 1 1 0 0,0-1-1 0 0,1 1 0 0 0,-1-1 0 0 0,0 0 1 0 0,0 0-1 0 0,0 1 0 0 0,0-1 0 0 0,0 0 0 0 0,0 0 1 0 0,0 0-1 0 0,1 0 0 0 0,-1 0 0 0 0,-2 0 1 0 0,5-7-26 0 0,1 1 1 0 0,-1 0-1 0 0,1 0 1 0 0,1 0 0 0 0,-1 0-1 0 0,1 0 1 0 0,0 1 0 0 0,0-1-1 0 0,0 1 1 0 0,1 0 0 0 0,0 1-1 0 0,10-9 1 0 0,-2 3 22 0 0,1 0 1 0 0,-1 1-1 0 0,31-13 1 0 0,-42 21-18 0 0,30 18 31 0 0,14 41 66 0 0,-45-57-90 0 0,9 3 203 0 0,-9-4-206 0 0,0 1-1 0 0,0 0 1 0 0,0-1 0 0 0,0 1-1 0 0,0-1 1 0 0,0 1-1 0 0,0-1 1 0 0,0 0 0 0 0,0 1-1 0 0,0-1 1 0 0,0 0-1 0 0,1 0 1 0 0,-1 0 0 0 0,0 0-1 0 0,0 0 1 0 0,0 0-1 0 0,0 0 1 0 0,0 0 0 0 0,1 0-1 0 0,-1 0 1 0 0,2-1-1 0 0,100-59 478 0 0,-100 59-501 0 0,-1 0 0 0 0,0 1 0 0 0,1-1 0 0 0,-1 1 0 0 0,1-1 0 0 0,-1 1 0 0 0,0 0 0 0 0,1 0 0 0 0,-1 0 0 0 0,1 0 0 0 0,-1 1 1 0 0,1-1-1 0 0,-1 1 0 0 0,0-1 0 0 0,3 2 0 0 0,40 15 39 0 0,-31-12-20 0 0,-7-3-12 0 0,0-1 0 0 0,0 0 1 0 0,1-1-1 0 0,-1 1 0 0 0,0-1 0 0 0,0-1 0 0 0,1 1 0 0 0,-1-1 0 0 0,0-1 1 0 0,0 1-1 0 0,0-1 0 0 0,0-1 0 0 0,0 1 0 0 0,-1-1 0 0 0,1 0 0 0 0,-1-1 1 0 0,0 1-1 0 0,1-1 0 0 0,-2 0 0 0 0,1-1 0 0 0,9-9 0 0 0,-14 13-18 0 0,-1 1-7 0 0,0 0 18 0 0,0 0 0 0 0,0-1 0 0 0,0 1 0 0 0,0 0 0 0 0,0 0-1 0 0,1-1 1 0 0,-1 1 0 0 0,0 0 0 0 0,0 0 0 0 0,0-1 0 0 0,0 1 0 0 0,0 0 0 0 0,0 0 0 0 0,0 0 0 0 0,1-1 0 0 0,-1 1 0 0 0,0 0 0 0 0,0 0 0 0 0,0 0 0 0 0,1 0 0 0 0,-1-1 0 0 0,0 1 0 0 0,0 0 0 0 0,0 0 0 0 0,1 0 0 0 0,-1 0 0 0 0,0 0 0 0 0,0 0 0 0 0,1 0 0 0 0,-1-1 0 0 0,0 1 0 0 0,0 0 0 0 0,1 0 0 0 0,-1 0 0 0 0,0 0-1 0 0,0 0 1 0 0,1 0 0 0 0,-1 0 0 0 0,0 1 0 0 0,19 2-18 0 0,16 2 32 0 0,-17-5-9 0 0,-10 1-2 0 0,0-2 0 0 0,-1 1 0 0 0,1-1 0 0 0,0 0 0 0 0,-1 0 0 0 0,1-1 0 0 0,-1 0 1 0 0,14-6-1 0 0,-9 2 22 0 0,-10 6-21 0 0,0-1-1 0 0,0 0 0 0 0,0 0 0 0 0,0 0 0 0 0,0 0 0 0 0,-1 0 0 0 0,1 0 0 0 0,0 0 1 0 0,0-1-1 0 0,-1 1 0 0 0,1 0 0 0 0,-1-1 0 0 0,1 0 0 0 0,-1 1 0 0 0,0-1 1 0 0,0 0-1 0 0,2-3 0 0 0,-2 2 1 0 0,0 2 8 0 0,5-14 32 0 0,-6 14-35 0 0,0 0-1 0 0,0 1 1 0 0,0-1-1 0 0,0 0 0 0 0,0 0 1 0 0,0 0-1 0 0,1 0 1 0 0,-1 0-1 0 0,0 1 0 0 0,1-1 1 0 0,-1 0-1 0 0,0 0 1 0 0,1 0-1 0 0,-1 1 0 0 0,1-1 1 0 0,-1 0-1 0 0,1 1 1 0 0,-1-1-1 0 0,2 0 0 0 0,-2 1-7 0 0,1 0-1 0 0,-1 0 1 0 0,1 0-1 0 0,-1 0 1 0 0,1 0-1 0 0,-1 0 1 0 0,1 0-1 0 0,-1 0 1 0 0,1 0-1 0 0,-1 0 1 0 0,1 0-1 0 0,-1 1 1 0 0,1-1-1 0 0,-1 0 1 0 0,1 0-1 0 0,-1 1 1 0 0,1-1-1 0 0,-1 0 1 0 0,1 1-1 0 0,-1-1 1 0 0,0 0-1 0 0,1 1 1 0 0,-1-1-1 0 0,0 1 1 0 0,1-1-1 0 0,-1 1 1 0 0,0-1-1 0 0,0 0 1 0 0,1 1-1 0 0,-1-1 1 0 0,0 1-1 0 0,0-1 1 0 0,0 1-1 0 0,0-1 1 0 0,0 1-1 0 0,0-1 1 0 0,0 1-1 0 0,0 0 1 0 0,0-1-1 0 0,0 1 1 0 0,0 0-1 0 0,0 1 5 0 0,1 1 3 0 0,10 23-29 0 0,-10-24 27 0 0,17 20 36 0 0,-17-21-26 0 0,0 0-1 0 0,1 0 1 0 0,-1 0-1 0 0,0 0 1 0 0,0 0-1 0 0,0 0 0 0 0,1 0 1 0 0,-1 0-1 0 0,0 0 1 0 0,1-1-1 0 0,-1 1 1 0 0,1 0-1 0 0,-1-1 0 0 0,1 1 1 0 0,-1-1-1 0 0,1 0 1 0 0,-1 0-1 0 0,1 1 1 0 0,-1-1-1 0 0,1 0 0 0 0,0 0 1 0 0,-1-1-1 0 0,1 1 1 0 0,-1 0-1 0 0,1 0 1 0 0,-1-1-1 0 0,1 1 0 0 0,-1-1 1 0 0,3 0-1 0 0,2-3 46 0 0,1 1 0 0 0,-1-1 0 0 0,0-1-1 0 0,-1 1 1 0 0,7-6 0 0 0,-6 4-78 0 0,-4 5 31 0 0,-1-1 0 0 0,4-3 2 0 0,-3 4-15 0 0,0-1 0 0 0,0 1 0 0 0,0 0 0 0 0,0-1 0 0 0,1 1 0 0 0,-1 0 0 0 0,0 0 0 0 0,1 0-1 0 0,-1 1 1 0 0,1-1 0 0 0,-1 0 0 0 0,1 1 0 0 0,-1 0 0 0 0,1 0 0 0 0,-1-1 0 0 0,1 1 0 0 0,-1 1 0 0 0,1-1 0 0 0,2 1 0 0 0,53 14-145 0 0,-26-5-1383 0 0,-25-9 984 0 0,4 0-393 0 0,0-2-3438 0 0,13-1 1564 0 0</inkml:trace>
</inkml:ink>
</file>

<file path=ppt/ink/ink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6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1 260 0 0,'13'52'6518'0'0,"25"76"-4551"0"0,69 154 506 0 0,-67-193-3010 0 0,-40-88 12 0 0</inkml:trace>
</inkml:ink>
</file>

<file path=ppt/ink/ink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7:06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0 128 924 0 0,'215'-49'5561'0'0,"112"-9"-1556"0"0,-85 41-3261 0 0,-166 15-6874 0 0,-57 0 3258 0 0</inkml:trace>
</inkml:ink>
</file>

<file path=ppt/ink/ink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2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9 80 0 0,'-7'-8'3146'0'0,"5"78"-2226"0"0,-3 210-85 0 0,4-210 2706 0 0,-1-61-2808 0 0,-1-11-492 0 0,-3-48-2 0 0,0-216 318 0 0,4 214-258 0 0,-1 47-166 0 0,1 8-9 0 0,-2 23 300 0 0,0 3 65 0 0,2-1 0 0 0,1 1-1 0 0,1 0 1 0 0,8 56-1 0 0,-1-9 146 0 0,6 20 166 0 0,-8-67-1355 0 0,3 55 0 0 0,-11-73-429 0 0</inkml:trace>
</inkml:ink>
</file>

<file path=ppt/ink/ink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2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35 200 0 0,'0'0'633'0'0,"24"-17"1084"0"0,1 11-1258 0 0,0 2 1 0 0,0 0-1 0 0,1 2 1 0 0,0 1-1 0 0,28 2 1 0 0,129 19 937 0 0,-156-16-1171 0 0,0 0 2 0 0,-1 1 0 0 0,-1 2 0 0 0,1 1 1 0 0,-1 0-1 0 0,-1 2 0 0 0,41 22 0 0 0,-53-25-135 0 0,1 1 0 0 0,-2 0 0 0 0,1 0 1 0 0,-1 1-1 0 0,0 1 0 0 0,-1 0 0 0 0,0 0 0 0 0,-1 1 0 0 0,0 0 0 0 0,-1 0 1 0 0,0 1-1 0 0,0 0 0 0 0,9 24 0 0 0,-14-27-41 0 0,0-1 0 0 0,-1 1 0 0 0,0-1 0 0 0,-1 1 0 0 0,0-1 0 0 0,-1 1 0 0 0,1 0 0 0 0,-2 0 0 0 0,1-1 0 0 0,-1 1 0 0 0,0 0 0 0 0,-1-1 0 0 0,-4 12 0 0 0,2-7 26 0 0,-1-1 1 0 0,-1 0 0 0 0,-1 0 0 0 0,1 0-1 0 0,-2-1 1 0 0,1 0 0 0 0,-2-1 0 0 0,-10 12-1 0 0,2-5 89 0 0,-1-1 1 0 0,-1-1-1 0 0,0-1 0 0 0,-1 0 0 0 0,0-1 0 0 0,-1-1 0 0 0,-1-1 0 0 0,0-1 0 0 0,-32 10 0 0 0,29-15-190 0 0,-1 0 0 0 0,1-2 0 0 0,-1 0 0 0 0,0-2 0 0 0,0-1 0 0 0,1-1 0 0 0,-1-1 0 0 0,0-1 0 0 0,1-2 0 0 0,0 0 0 0 0,-43-16 0 0 0,66 20-666 0 0,-1-7-691 0 0</inkml:trace>
</inkml:ink>
</file>

<file path=ppt/ink/ink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3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65 368 0 0,'-4'0'901'0'0,"-3"-2"-464"0"0,0 1-1 0 0,0 0 0 0 0,0 1 0 0 0,0 0 0 0 0,0 0 0 0 0,0 0 0 0 0,0 1 0 0 0,1 0 0 0 0,-1 0 0 0 0,0 1 1 0 0,-13 5-1 0 0,17-6-292 0 0,0 1 1 0 0,-1 0-1 0 0,1 0 1 0 0,0 0-1 0 0,0 0 1 0 0,0 0-1 0 0,0 1 1 0 0,0-1-1 0 0,1 1 1 0 0,-1 0 0 0 0,1 0-1 0 0,-1 0 1 0 0,1 0-1 0 0,0 0 1 0 0,1 1-1 0 0,-1-1 1 0 0,0 1-1 0 0,1-1 1 0 0,0 1-1 0 0,0-1 1 0 0,0 1-1 0 0,0 0 1 0 0,0 6 0 0 0,1-7-101 0 0,0 1 1 0 0,0-1-1 0 0,0 0 1 0 0,1 1-1 0 0,-1-1 1 0 0,1 0-1 0 0,0 0 1 0 0,0 1-1 0 0,0-1 1 0 0,0 0-1 0 0,1 0 1 0 0,-1 0-1 0 0,1 0 1 0 0,0 0-1 0 0,0-1 1 0 0,0 1-1 0 0,0 0 1 0 0,0-1-1 0 0,1 0 1 0 0,-1 1 0 0 0,1-1-1 0 0,-1 0 1 0 0,1 0-1 0 0,0 0 1 0 0,0-1-1 0 0,0 1 1 0 0,0-1-1 0 0,0 0 1 0 0,4 2-1 0 0,2 0 18 0 0,1 0 0 0 0,-1-1 0 0 0,1 0 0 0 0,0 0 1 0 0,-1-1-1 0 0,1 0 0 0 0,0-1 0 0 0,14-1 0 0 0,-20 1-42 0 0,0 0 0 0 0,0-1 0 0 0,-1 0 0 0 0,1 0 0 0 0,0 0 0 0 0,0-1 0 0 0,-1 1 0 0 0,1-1 1 0 0,-1 0-1 0 0,0 0 0 0 0,1 0 0 0 0,-1 0 0 0 0,0-1 0 0 0,0 1 0 0 0,0-1 0 0 0,-1 0 0 0 0,1 1 0 0 0,-1-1 1 0 0,1-1-1 0 0,-1 1 0 0 0,0 0 0 0 0,0 0 0 0 0,0-1 0 0 0,-1 1 0 0 0,1-1 0 0 0,-1 0 0 0 0,0 1 0 0 0,0-1 0 0 0,0 0 1 0 0,0-7-1 0 0,0 5 38 0 0,-1-1 0 0 0,0 1 0 0 0,0-1 0 0 0,-1 0 0 0 0,1 1 0 0 0,-2-1 0 0 0,1 1 0 0 0,-1 0 0 0 0,0-1 0 0 0,0 1 0 0 0,0 0 0 0 0,-1 0 0 0 0,0 0 0 0 0,0 0 0 0 0,-1 1 0 0 0,0-1 0 0 0,-7-8 0 0 0,8 12-12 0 0,-31-28 191 0 0,33 30-299 0 0,0-1 0 0 0,0 1-1 0 0,0-1 1 0 0,-1 1 0 0 0,1-1-1 0 0,0 1 1 0 0,0 0 0 0 0,0-1 0 0 0,-1 1-1 0 0,1 0 1 0 0,0 0 0 0 0,0 0-1 0 0,-1 0 1 0 0,1 0 0 0 0,0 0 0 0 0,-1 0-1 0 0,1 1 1 0 0,0-1 0 0 0,0 0-1 0 0,0 1 1 0 0,-1-1 0 0 0,1 1-1 0 0,0-1 1 0 0,0 1 0 0 0,0-1 0 0 0,0 1-1 0 0,0 0 1 0 0,0 0 0 0 0,0 0-1 0 0,-1 0 1 0 0,2 1-392 0 0,-1-1-1 0 0,1 1 1 0 0,-1-1-1 0 0,1 1 1 0 0,0-1-1 0 0,0 1 1 0 0,0-1-1 0 0,0 1 1 0 0,0 0-1 0 0,0-1 1 0 0,0 1-1 0 0,0-1 1 0 0,1 1-1 0 0,0 2 1 0 0</inkml:trace>
</inkml:ink>
</file>

<file path=ppt/ink/ink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4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38 84 0 0,'0'0'932'0'0,"-13"-38"7103"0"0,10 39-7914 0 0,0-1-1 0 0,0 1 0 0 0,0 0 0 0 0,0-1 1 0 0,1 2-1 0 0,-1-1 0 0 0,0 0 0 0 0,0 0 1 0 0,1 1-1 0 0,-1-1 0 0 0,1 1 0 0 0,-1 0 1 0 0,1 0-1 0 0,0 0 0 0 0,0 0 0 0 0,-1 0 1 0 0,2 1-1 0 0,-1-1 0 0 0,0 1 0 0 0,0-1 1 0 0,1 1-1 0 0,-1-1 0 0 0,-1 7 0 0 0,-2 1 79 0 0,0 0-1 0 0,0 1 0 0 0,1 0 0 0 0,1 0 0 0 0,-3 15 1 0 0,5-20-151 0 0,0 0 0 0 0,0-1 0 0 0,1 1 0 0 0,0 0 0 0 0,0-1 0 0 0,1 1 0 0 0,-1 0 0 0 0,1 0 0 0 0,0-1 0 0 0,1 1 0 0 0,0-1 0 0 0,-1 1 0 0 0,2-1 0 0 0,-1 0 0 0 0,1 0 0 0 0,-1 0 0 0 0,2 0 0 0 0,-1 0 0 0 0,0-1 0 0 0,1 1 0 0 0,0-1 0 0 0,6 6 0 0 0,-4-6-21 0 0,0 1-1 0 0,1-2 1 0 0,0 1-1 0 0,-1-1 1 0 0,1 0-1 0 0,0 0 1 0 0,1-1-1 0 0,-1 1 1 0 0,0-2-1 0 0,1 1 1 0 0,-1-1-1 0 0,1 0 1 0 0,-1-1-1 0 0,1 0 1 0 0,-1 0-1 0 0,15-2 1 0 0,-7-1-15 0 0,-1 0 0 0 0,1-1 0 0 0,-1-1 0 0 0,0 0 0 0 0,0 0-1 0 0,0-2 1 0 0,-1 1 0 0 0,0-2 0 0 0,-1 0 0 0 0,1 0 0 0 0,-1-2 0 0 0,-1 1 0 0 0,0-1 0 0 0,0-1 0 0 0,-1 0 0 0 0,0 0-1 0 0,-1-1 1 0 0,-1 0 0 0 0,0-1 0 0 0,0 0 0 0 0,10-25 0 0 0,-17 35-2 0 0,0 1-1 0 0,0 0 1 0 0,-1 0-1 0 0,1 0 1 0 0,-1-1-1 0 0,1 1 1 0 0,-1 0-1 0 0,0-1 1 0 0,0 1 0 0 0,0-1-1 0 0,0 1 1 0 0,0 0-1 0 0,0-1 1 0 0,-1 1-1 0 0,1 0 1 0 0,-1-1-1 0 0,0 1 1 0 0,0 0-1 0 0,0 0 1 0 0,0 0 0 0 0,0 0-1 0 0,0 0 1 0 0,0 0-1 0 0,-3-3 1 0 0,2 4 94 0 0,-20 14-49 0 0,21-12-46 0 0,-1 0-1 0 0,1 1 1 0 0,-1-1-1 0 0,1 1 0 0 0,0-1 1 0 0,-1 1-1 0 0,1 0 1 0 0,0 0-1 0 0,0-1 1 0 0,0 1-1 0 0,0 0 1 0 0,0 0-1 0 0,1 0 1 0 0,-1 0-1 0 0,1 0 1 0 0,-1 0-1 0 0,1 0 1 0 0,0 0-1 0 0,0 0 1 0 0,0 0-1 0 0,0 0 1 0 0,0 1-1 0 0,0-1 1 0 0,0 0-1 0 0,2 3 1 0 0,-2 0 1 0 0,2 0 0 0 0,-1 0 0 0 0,0 0 1 0 0,1-1-1 0 0,0 1 0 0 0,0-1 0 0 0,0 1 0 0 0,1-1 1 0 0,3 5-1 0 0,-3-5-9 0 0,0-1 0 0 0,0 0 0 0 0,1 0 0 0 0,-1 0 0 0 0,1 0 0 0 0,0 0 0 0 0,0-1 0 0 0,0 0 0 0 0,0 1 0 0 0,0-2 0 0 0,0 1 0 0 0,0 0 0 0 0,1-1 0 0 0,-1 0 0 0 0,1 0 0 0 0,-1 0 0 0 0,1 0 0 0 0,-1-1 0 0 0,1 0 0 0 0,0 0 0 0 0,-1 0 0 0 0,1-1 0 0 0,8-1 0 0 0,-6 0 1 0 0,0 0 0 0 0,0 0-1 0 0,-1-1 1 0 0,1 0 0 0 0,-1-1-1 0 0,0 1 1 0 0,1-1 0 0 0,-2 0 0 0 0,1-1-1 0 0,0 1 1 0 0,-1-1 0 0 0,0 0-1 0 0,0-1 1 0 0,6-8 0 0 0,32-52 98 0 0,-43 65-90 0 0,4 5 47 0 0,48 65-461 0 0,-23-51-2466 0 0,-14-14-3568 0 0,-1-2 2968 0 0</inkml:trace>
</inkml:ink>
</file>

<file path=ppt/ink/ink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5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0 236 740 0 0,'8'3'548'0'0,"-1"1"-1"0"0,0-1 1 0 0,0 1-1 0 0,-1 1 1 0 0,1-1-1 0 0,-1 1 1 0 0,0 0-1 0 0,0 0 1 0 0,0 1-1 0 0,-1 0 1 0 0,6 8-1 0 0,-7-9-369 0 0,-1 0 0 0 0,1 1 0 0 0,-1-1 1 0 0,-1 1-1 0 0,1 0 0 0 0,-1 0 0 0 0,0 0 0 0 0,0 0 0 0 0,0 0 0 0 0,-1 1 0 0 0,0-1 0 0 0,-1 0 0 0 0,1 1 0 0 0,-1-1 1 0 0,0 0-1 0 0,-1 1 0 0 0,1-1 0 0 0,-1 0 0 0 0,-1 1 0 0 0,1-1 0 0 0,-1 0 0 0 0,-4 10 0 0 0,6-16-133 0 0,-1 3 40 0 0,0-1 0 0 0,0 1-1 0 0,0-1 1 0 0,0 0 0 0 0,0 0 0 0 0,0 1 0 0 0,-1-1-1 0 0,1 0 1 0 0,-1 0 0 0 0,1 0 0 0 0,-1-1 0 0 0,0 1-1 0 0,0 0 1 0 0,0-1 0 0 0,0 1 0 0 0,0-1 0 0 0,0 1-1 0 0,0-1 1 0 0,-1 0 0 0 0,-2 1 0 0 0,5-2-78 0 0,-1-1-1 0 0,0 1 1 0 0,0-1 0 0 0,1 1 0 0 0,-1-1-1 0 0,0 0 1 0 0,1 1 0 0 0,-1-1 0 0 0,0 0 0 0 0,1 1-1 0 0,-1-1 1 0 0,1 0 0 0 0,-1 0 0 0 0,1 0-1 0 0,0 1 1 0 0,-1-1 0 0 0,1 0 0 0 0,0 0-1 0 0,0 0 1 0 0,-1 0 0 0 0,1 0 0 0 0,0 0-1 0 0,0 0 1 0 0,0 1 0 0 0,0-1 0 0 0,0 0 0 0 0,0 0-1 0 0,0 0 1 0 0,1 0 0 0 0,-1 0 0 0 0,0 0-1 0 0,0 0 1 0 0,1-1 0 0 0,8-34 109 0 0,-7 31-111 0 0,0-1-1 0 0,1 1 1 0 0,0 0-1 0 0,0 1 1 0 0,0-1-1 0 0,0 0 1 0 0,1 1 0 0 0,0 0-1 0 0,0 0 1 0 0,0 0-1 0 0,1 0 1 0 0,-1 1 0 0 0,1-1-1 0 0,-1 1 1 0 0,1 1-1 0 0,0-1 1 0 0,10-3 0 0 0,-8 3-3 0 0,0 1 0 0 0,0 0 0 0 0,1 0 0 0 0,-1 1 1 0 0,0 0-1 0 0,1 0 0 0 0,-1 1 0 0 0,1-1 0 0 0,-1 2 0 0 0,0-1 1 0 0,1 1-1 0 0,-1 0 0 0 0,8 3 0 0 0,-12-3 1 0 0,-1 0 0 0 0,1 0 0 0 0,-1 0 0 0 0,1 1-1 0 0,-1-1 1 0 0,1 1 0 0 0,-1 0 0 0 0,0-1 0 0 0,0 1 0 0 0,0 0-1 0 0,0 0 1 0 0,0 0 0 0 0,0 1 0 0 0,0-1 0 0 0,-1 0 0 0 0,1 1-1 0 0,-1-1 1 0 0,0 1 0 0 0,2 3 0 0 0,-1 1 25 0 0,0 0 0 0 0,0-1-1 0 0,-1 1 1 0 0,0 0 0 0 0,-1 0 0 0 0,1 9 0 0 0,1-24 6 0 0,1 1 0 0 0,0 0 0 0 0,1 0 0 0 0,-1 1 0 0 0,1-1-1 0 0,1 1 1 0 0,-1 0 0 0 0,1 0 0 0 0,11-11 0 0 0,-6 6-45 0 0,1 1-1 0 0,0 0 0 0 0,0 0 0 0 0,1 1 1 0 0,26-15-1 0 0,-34 22 8 0 0,1 0 0 0 0,-1 1 0 0 0,1 0 1 0 0,-1 0-1 0 0,1 0 0 0 0,0 0 0 0 0,-1 1 0 0 0,1 0 0 0 0,0 0 1 0 0,-1 0-1 0 0,1 0 0 0 0,8 3 0 0 0,57 20 1 0 0,-56-18 11 0 0,0 1-1 0 0,0-2 0 0 0,20 5 1 0 0,-15-6-21 0 0,0 0 1 0 0,0-1-1 0 0,0-1 1 0 0,0-1-1 0 0,0-1 1 0 0,0 0 0 0 0,0-1-1 0 0,0-1 1 0 0,0-1-1 0 0,-1-1 1 0 0,29-11-1 0 0,-46 16 13 0 0,0 0 0 0 0,0-1 0 0 0,0 1 0 0 0,1-1 0 0 0,-1 0-1 0 0,0 1 1 0 0,0-1 0 0 0,0 0 0 0 0,-1 0 0 0 0,1 1 0 0 0,0-1 0 0 0,0 0-1 0 0,0 0 1 0 0,0 0 0 0 0,-1 0 0 0 0,1 0 0 0 0,0-2 0 0 0,-1 2-1 0 0,0 1 0 0 0,0-1 0 0 0,0 1 0 0 0,0-1 0 0 0,0 0 0 0 0,0 1 0 0 0,0-1 0 0 0,0 1 0 0 0,0-1 0 0 0,0 0 0 0 0,-1 1 0 0 0,1-1 0 0 0,0 1 0 0 0,0-1 0 0 0,-1 0 0 0 0,1 1 0 0 0,0-1 0 0 0,-1 1 0 0 0,1-1 0 0 0,-1 1 0 0 0,1 0 0 0 0,0-1 0 0 0,-2 0 0 0 0,0-1 1 0 0,0 1 0 0 0,-1-1-1 0 0,0 0 1 0 0,0 1-1 0 0,1 0 1 0 0,-1-1 0 0 0,0 1-1 0 0,0 0 1 0 0,-5-1-1 0 0,6 2 30 0 0,0 0-26 0 0,0 1-1 0 0,0 0-1 0 0,-1-1 0 0 0,1 1 1 0 0,0 0-1 0 0,0 0 0 0 0,0 0 1 0 0,0 0-1 0 0,0 0 0 0 0,0 1 1 0 0,-3 2-1 0 0,4-3-2 0 0,1 0 0 0 0,0 0 0 0 0,-1 0 1 0 0,1 0-1 0 0,0 0 0 0 0,0 1 0 0 0,0-1 0 0 0,-1 0 1 0 0,1 0-1 0 0,0 0 0 0 0,1 0 0 0 0,-1 0 0 0 0,0 0 0 0 0,0 1 1 0 0,0-1-1 0 0,1 0 0 0 0,-1 0 0 0 0,0 0 0 0 0,1 0 0 0 0,-1 0 1 0 0,1 0-1 0 0,-1 0 0 0 0,1 0 0 0 0,1 2 0 0 0,29 21 15 0 0,39 4 1 0 0,-63-26-18 0 0,1 0 1 0 0,-1 0-1 0 0,1-1 0 0 0,-1 0 1 0 0,1-1-1 0 0,-1 1 1 0 0,1-2-1 0 0,-1 1 0 0 0,1-1 1 0 0,0 0-1 0 0,-1 0 0 0 0,11-4 1 0 0,-1-2-7 0 0,1 0 1 0 0,-1-1 0 0 0,27-18 0 0 0,-41 24 14 0 0,1-1 0 0 0,-1 0 0 0 0,0 0-1 0 0,0 0 1 0 0,-1 0 0 0 0,1 0 0 0 0,3-7 0 0 0,-5 8-7 0 0,0 0-1 0 0,1 0 0 0 0,-1 0 0 0 0,0 0 0 0 0,1 0 0 0 0,-1 0 0 0 0,1 0 1 0 0,0 0-1 0 0,0 1 0 0 0,-1-1 0 0 0,1 0 0 0 0,0 1 0 0 0,0 0 1 0 0,1-1-1 0 0,-1 1 0 0 0,0 0 0 0 0,0 0 0 0 0,1 0 0 0 0,-1 1 1 0 0,0-1-1 0 0,1 0 0 0 0,-1 1 0 0 0,1 0 0 0 0,-1-1 0 0 0,0 1 0 0 0,4 0 1 0 0,85 15-15 0 0,-55-8 11 0 0,1-1 0 0 0,65 1 0 0 0,-92-7 8 0 0,0 0 0 0 0,-1-1-1 0 0,1 0 1 0 0,0-1 0 0 0,-1 0 0 0 0,0-1 0 0 0,1 1-1 0 0,-1-2 1 0 0,0 0 0 0 0,0 0 0 0 0,-1 0-1 0 0,1-1 1 0 0,-1 0 0 0 0,0-1 0 0 0,10-9 0 0 0,-13 11-3 0 0,0-1 1 0 0,-1-1 0 0 0,0 1 0 0 0,0 0-1 0 0,0-1 1 0 0,-1 0 0 0 0,0 0 0 0 0,0 0-1 0 0,0 0 1 0 0,-1-1 0 0 0,0 1 0 0 0,0-1-1 0 0,0 1 1 0 0,0-9 0 0 0,-1 0 153 0 0,-1-1 1 0 0,0 0 0 0 0,-1 0-1 0 0,-6-29 1 0 0,7 44-120 0 0,0 0 0 0 0,0 0 0 0 0,0 0 0 0 0,0 1 1 0 0,0-1-1 0 0,0 0 0 0 0,0 0 0 0 0,0 0 0 0 0,-1 0 1 0 0,1 0-1 0 0,0 1 0 0 0,-1-1 0 0 0,1 0 0 0 0,0 0 0 0 0,-1 0 1 0 0,1 1-1 0 0,-1-1 0 0 0,1 0 0 0 0,-1 1 0 0 0,1-1 1 0 0,-1 0-1 0 0,0 1 0 0 0,0-2 0 0 0,-7 19 884 0 0,3 35 21 0 0,18 9-623 0 0,4-1 1 0 0,41 102-1 0 0,-51-121-2668 0 0,-8-14-6919 0 0</inkml:trace>
</inkml:ink>
</file>

<file path=ppt/ink/ink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5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69 208 0 0,'27'-19'2836'0'0,"-20"14"-2337"0"0,0 0 1 0 0,0 0-1 0 0,1 0 1 0 0,-1 1 0 0 0,1 0-1 0 0,0 1 1 0 0,0-1 0 0 0,0 2-1 0 0,0-1 1 0 0,15-2-1 0 0,-19 5-345 0 0,32-4-710 0 0,1 4-3697 0 0,-25 1 2069 0 0</inkml:trace>
</inkml:ink>
</file>

<file path=ppt/ink/ink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6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24 135 484 0 0,'0'0'975'0'0,"-15"-1"1897"0"0,7 3 3917 0 0,26 5-6459 0 0,0-2 0 0 0,0 0 0 0 0,1-2 0 0 0,0 0 0 0 0,26 1 0 0 0,105-3 337 0 0,-78-3-388 0 0,754-24 1294 0 0,-788 24-1507 0 0,-14 2-12 0 0,1-1-1 0 0,-1-1 0 0 0,0-1 1 0 0,0-2-1 0 0,0 0 0 0 0,40-15 1 0 0,-63 20-33 0 0,1-1 0 0 0,-1 0 0 0 0,1 1 0 0 0,-1-1 0 0 0,0 0 0 0 0,1 0 0 0 0,-1 0 0 0 0,0 0 0 0 0,1 0 0 0 0,-1 0 0 0 0,0 0 0 0 0,0 0 0 0 0,0 0 0 0 0,0-1 0 0 0,0 1 0 0 0,0 0 0 0 0,0-1 0 0 0,-1 1 1 0 0,1-1-1 0 0,0 1 0 0 0,-1-1 0 0 0,1 1 0 0 0,-1-1 0 0 0,1 1 0 0 0,-1-1 0 0 0,0 0 0 0 0,0 1 0 0 0,0-3 0 0 0,-1 1 8 0 0,1 1 0 0 0,-1 0 1 0 0,-1-1-1 0 0,1 1 0 0 0,0 0 1 0 0,0 0-1 0 0,-1 0 0 0 0,1 0 1 0 0,-1 0-1 0 0,0 0 0 0 0,0 0 0 0 0,1 0 1 0 0,-1 1-1 0 0,0-1 0 0 0,-1 1 1 0 0,1-1-1 0 0,0 1 0 0 0,-4-2 1 0 0,-1 0 142 0 0,-1-1 0 0 0,1 1 0 0 0,-1 0 1 0 0,0 1-1 0 0,0 0 0 0 0,0 0 1 0 0,0 1-1 0 0,0 0 0 0 0,-13 0 1 0 0,18 1-124 0 0,0 0 0 0 0,0 0 0 0 0,0 1 0 0 0,0-1 0 0 0,0 1 1 0 0,0 0-1 0 0,0 0 0 0 0,0 0 0 0 0,0 0 0 0 0,0 0 0 0 0,1 0 1 0 0,-1 1-1 0 0,1-1 0 0 0,-1 1 0 0 0,1 0 0 0 0,-1 0 0 0 0,1 0 1 0 0,0 0-1 0 0,0 0 0 0 0,0 1 0 0 0,0-1 0 0 0,0 0 0 0 0,1 1 1 0 0,-1 0-1 0 0,1-1 0 0 0,0 1 0 0 0,-1 0 0 0 0,0 4 1 0 0,-19 52 26 0 0,8-24-2746 0 0,3-3-6567 0 0</inkml:trace>
</inkml:ink>
</file>

<file path=ppt/ink/ink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8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7 104 456 0 0,'-6'-15'3835'0'0,"11"21"-673"0"0,10 14-1246 0 0,-6-5-2402 0 0,219 348 2739 0 0,-215-346-2173 0 0,4 8 321 0 0,-17-24-386 0 0,0-1 0 0 0,0 0 0 0 0,0 1 0 0 0,0-1 0 0 0,1 0 0 0 0,-1 1 0 0 0,0-1 1 0 0,0 0-1 0 0,0 1 0 0 0,1-1 0 0 0,-1 0 0 0 0,0 1 0 0 0,1-1 0 0 0,-1 0 0 0 0,0 0 0 0 0,0 1 0 0 0,1-1 0 0 0,-1 0 0 0 0,0 0 0 0 0,1 0 0 0 0,-1 0 0 0 0,1 0 0 0 0,-1 1 1 0 0,0-1-1 0 0,1 0 0 0 0,-1 0 0 0 0,0 0 0 0 0,1 0 0 0 0,-1 0 0 0 0,1 0 0 0 0,-1 0 0 0 0,0 0 0 0 0,1 0 0 0 0,-1 0 0 0 0,0 0 0 0 0,1 0 0 0 0,-1-1 0 0 0,1 1 0 0 0,-1 0 1 0 0,0 0-1 0 0,1 0 0 0 0,-1 0 0 0 0,0-1 0 0 0,1 1 0 0 0,-1 0 0 0 0,0 0 0 0 0,0-1 0 0 0,1 1 0 0 0,-1 0 0 0 0,0-1 0 0 0,0 1 0 0 0,1 0 0 0 0,-1 0 0 0 0,0-1 0 0 0,0 1 0 0 0,0 0 1 0 0,1-1-1 0 0,-1 1 0 0 0,0-1 0 0 0,0 1 0 0 0,0-1 0 0 0,15-21 334 0 0,-6-3-234 0 0,-1 0-1 0 0,-1 0 1 0 0,-2-1 0 0 0,0 0 0 0 0,-2 0 0 0 0,0-29 0 0 0,4-18 32 0 0,-3 43-117 0 0,0-10 1 0 0,2 0-1 0 0,19-68 0 0 0,-24 107-108 0 0,-1 0-1 0 0,0 1 1 0 0,1-1 0 0 0,-1 0 0 0 0,0 1-1 0 0,1-1 1 0 0,-1 1 0 0 0,1-1-1 0 0,-1 0 1 0 0,1 1 0 0 0,-1-1 0 0 0,1 1-1 0 0,-1-1 1 0 0,1 1 0 0 0,0 0-1 0 0,-1-1 1 0 0,1 1 0 0 0,0-1 0 0 0,-1 1-1 0 0,1 0 1 0 0,0 0 0 0 0,0-1-1 0 0,-1 1 1 0 0,1 0 0 0 0,0 0 0 0 0,0 0-1 0 0,-1 0 1 0 0,1 0 0 0 0,0 0-1 0 0,0 0 1 0 0,-1 0 0 0 0,1 0 0 0 0,0 0-1 0 0,0 1 1 0 0,-1-1 0 0 0,2 0 0 0 0,24 13-5638 0 0,-19-6 2700 0 0</inkml:trace>
</inkml:ink>
</file>

<file path=ppt/ink/ink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9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100 137 788 0 0,'23'-35'3596'0'0,"-2"2"-1622"0"0,-18 29-1658 0 0,1 0 1 0 0,-1-1 0 0 0,0 1-1 0 0,-1-1 1 0 0,1 0 0 0 0,-1 0-1 0 0,0 0 1 0 0,0 0 0 0 0,-1 0-1 0 0,1 0 1 0 0,0-8 0 0 0,-2 11 147 0 0,-23 0 229 0 0,11 8-575 0 0,1 0 0 0 0,0 0-1 0 0,1 1 1 0 0,-1 1 0 0 0,1 0 0 0 0,1 0-1 0 0,0 1 1 0 0,-16 18 0 0 0,20-21-75 0 0,1 0-1 0 0,0-1 1 0 0,0 1 0 0 0,0 1 0 0 0,1-1-1 0 0,0 1 1 0 0,0-1 0 0 0,1 1-1 0 0,0 0 1 0 0,0 0 0 0 0,0 0 0 0 0,1 0-1 0 0,0 0 1 0 0,0 0 0 0 0,1 0-1 0 0,0 0 1 0 0,1 12 0 0 0,0-16-31 0 0,0 1 1 0 0,0-1-1 0 0,1-1 1 0 0,-1 1-1 0 0,0 0 1 0 0,1 0-1 0 0,0 0 1 0 0,0-1-1 0 0,0 1 1 0 0,0-1-1 0 0,0 1 1 0 0,0-1-1 0 0,1 0 1 0 0,-1 0-1 0 0,1 0 1 0 0,-1 0-1 0 0,1 0 1 0 0,0-1-1 0 0,0 1 1 0 0,0-1-1 0 0,0 0 1 0 0,0 0-1 0 0,0 0 1 0 0,0 0 0 0 0,5 1-1 0 0,9 0 17 0 0,0 0 0 0 0,0 0-1 0 0,27-2 1 0 0,-24-1-10 0 0,14 1-822 0 0,44-7-1 0 0,-5-10-6215 0 0,-58 11 4218 0 0</inkml:trace>
</inkml:ink>
</file>

<file path=ppt/ink/ink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8:59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144 521 76 0 0,'0'0'731'0'0,"1"-27"5373"0"0,-1 26-5986 0 0,-1-1 0 0 0,0 1-1 0 0,0 0 1 0 0,0-1 0 0 0,0 1-1 0 0,0 0 1 0 0,0 0-1 0 0,0 0 1 0 0,-1 0 0 0 0,1 0-1 0 0,0 0 1 0 0,-1 0 0 0 0,1 0-1 0 0,0 1 1 0 0,-1-1 0 0 0,1 0-1 0 0,-1 1 1 0 0,1-1 0 0 0,-1 1-1 0 0,1-1 1 0 0,-1 1 0 0 0,1 0-1 0 0,-1 0 1 0 0,-2 0-1 0 0,0 0 11 0 0,0 1 0 0 0,0-1-1 0 0,0 1 1 0 0,0 0-1 0 0,1 1 1 0 0,-1-1 0 0 0,0 1-1 0 0,0-1 1 0 0,-5 5-1 0 0,2-2-6 0 0,1 0-1 0 0,0 1 1 0 0,0 0-1 0 0,1 0 1 0 0,0 0-1 0 0,-1 0 1 0 0,2 1-1 0 0,-1 0 0 0 0,1 0 1 0 0,0 0-1 0 0,-4 7 1 0 0,8-11-103 0 0,0 0 0 0 0,-1 0 0 0 0,1 0 0 0 0,0 0 0 0 0,0 0 0 0 0,0 0 0 0 0,1 0 0 0 0,-1 0 0 0 0,0 0 1 0 0,1 0-1 0 0,-1 0 0 0 0,1 0 0 0 0,0 0 0 0 0,0 0 0 0 0,-1-1 0 0 0,1 1 0 0 0,0 0 0 0 0,1 0 0 0 0,-1-1 0 0 0,0 1 0 0 0,0-1 0 0 0,1 1 0 0 0,-1-1 0 0 0,1 1 1 0 0,-1-1-1 0 0,1 0 0 0 0,0 0 0 0 0,2 2 0 0 0,5 2 18 0 0,-1 0 0 0 0,1 0 1 0 0,-1-1-1 0 0,13 4 0 0 0,-5-3-24 0 0,0 0-1 0 0,1-1 0 0 0,0-1 0 0 0,0-1 1 0 0,-1 0-1 0 0,1-1 0 0 0,0-1 1 0 0,0-1-1 0 0,0 0 0 0 0,0-1 0 0 0,0-1 1 0 0,0 0-1 0 0,-1-1 0 0 0,0-1 1 0 0,1-1-1 0 0,-2 0 0 0 0,1-1 1 0 0,-1-1-1 0 0,0 0 0 0 0,-1-1 0 0 0,0-1 1 0 0,0 0-1 0 0,-1-1 0 0 0,0 0 1 0 0,-1-1-1 0 0,0 0 0 0 0,-1-1 1 0 0,-1 0-1 0 0,0-1 0 0 0,-1 0 0 0 0,0-1 1 0 0,-1 0-1 0 0,0 0 0 0 0,-2-1 1 0 0,6-18-1 0 0,-6 11-2 0 0,-2 1 1 0 0,0-1-1 0 0,-2 0 0 0 0,0 0 1 0 0,-2 0-1 0 0,0 0 0 0 0,-2 0 1 0 0,0 0-1 0 0,-2 0 0 0 0,-10-36 1 0 0,9 39 518 0 0,-2-1 0 0 0,-13-30 0 0 0,19 49-51 0 0,-1 7-326 0 0,-2 7-77 0 0,0 0 0 0 0,2 0 0 0 0,-1 0 0 0 0,1 1-1 0 0,1-1 1 0 0,0 0 0 0 0,1 1 0 0 0,1-1 0 0 0,-1 0-1 0 0,2 1 1 0 0,3 12 0 0 0,6 26 221 0 0,23 63 1 0 0,-33-113-288 0 0,41 114 216 0 0,10 32 16 0 0,-45-127-512 0 0,3 24-3625 0 0,-10-42 2973 0 0,-10 3-2504 0 0</inkml:trace>
</inkml:ink>
</file>

<file path=ppt/ink/ink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0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1 238 400 0 0,'164'-27'4471'0'0,"-98"13"-2387"0"0,-63 14-1877 0 0,-1-1 1 0 0,0 0 0 0 0,1 1-1 0 0,-1-1 1 0 0,0 0-1 0 0,0 0 1 0 0,0-1 0 0 0,0 1-1 0 0,0 0 1 0 0,0-1 0 0 0,0 1-1 0 0,0-1 1 0 0,-1 0-1 0 0,1 0 1 0 0,0 1 0 0 0,1-6 1655 0 0,-6 5-1680 0 0,-4-5 737 0 0,9 2-376 0 0,23 5-230 0 0,45 14-279 0 0,-45-4 4 0 0,0 1-1 0 0,29 19 1 0 0,-51-28-36 0 0,-1-1-1 0 0,1 0-1 0 0,0 1 0 0 0,-1-1 1 0 0,1-1-1 0 0,0 1 0 0 0,0 0 0 0 0,0-1 1 0 0,0 1-1 0 0,0-1 0 0 0,-1 0 1 0 0,1 0-1 0 0,0 0 0 0 0,0 0 1 0 0,0 0-1 0 0,0-1 0 0 0,0 1 1 0 0,0-1-1 0 0,-1 0 0 0 0,1 0 0 0 0,5-3 1 0 0,0 0 5 0 0,0-1 0 0 0,0 0 0 0 0,0-1 0 0 0,10-10 1 0 0,-11 10 2 0 0,58-62 11 0 0,-23 22-8 0 0,-28 32-556 0 0,0-1-1 0 0,15-23 0 0 0</inkml:trace>
</inkml:ink>
</file>

<file path=ppt/ink/ink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1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17 20 0 0,'0'0'950'0'0,"-1"-16"3370"0"0,4 16-4293 0 0,-1 0 0 0 0,1 0 0 0 0,-1 0 0 0 0,1 0 0 0 0,0 0-1 0 0,-1 1 1 0 0,1-1 0 0 0,-1 1 0 0 0,1 0 0 0 0,-1-1 0 0 0,1 1 0 0 0,-1 0 0 0 0,0 1 0 0 0,1-1 0 0 0,-1 0 0 0 0,0 1 0 0 0,0-1 0 0 0,0 1 0 0 0,0 0 0 0 0,0 0 0 0 0,2 2 0 0 0,0 0 24 0 0,-1 0 1 0 0,1 0-1 0 0,-1 0 0 0 0,0 0 1 0 0,0 1-1 0 0,-1-1 1 0 0,1 1-1 0 0,-1 0 1 0 0,0 0-1 0 0,2 6 1 0 0,-4-9-29 0 0,0 0-1 0 0,-1-1 1 0 0,1 1 0 0 0,0 0 0 0 0,-1 0 0 0 0,1 0 0 0 0,-1-1 0 0 0,0 1 0 0 0,1 0 0 0 0,-1-1 0 0 0,0 1 0 0 0,0 0 0 0 0,0-1 0 0 0,0 0 0 0 0,0 1 0 0 0,0-1 0 0 0,-1 1 0 0 0,1-1-1 0 0,0 0 1 0 0,-1 0 0 0 0,-1 1 0 0 0,-33 22 184 0 0,33-22-187 0 0,-17 10 24 0 0,-1-2 1 0 0,-1 0-1 0 0,0-1 0 0 0,0-1 0 0 0,-33 7 1 0 0,-18-6-2336 0 0,57-11 338 0 0,3-1 147 0 0</inkml:trace>
</inkml:ink>
</file>

<file path=ppt/ink/ink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5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1 256 472 0 0,'0'0'6411'0'0,"5"-2"-6092"0"0,21-4 24 0 0,-1-2 0 0 0,0-1 0 0 0,0-1 0 0 0,-1-1 0 0 0,-1-1 0 0 0,0-1 0 0 0,0-1 0 0 0,-2-1 0 0 0,0-1 0 0 0,0-1 0 0 0,28-31 0 0 0,-47 46-280 0 0,-1 0 1 0 0,0-1 0 0 0,1 1-1 0 0,-1 0 1 0 0,0-1 0 0 0,0 1 0 0 0,0-1-1 0 0,0 1 1 0 0,-1-1 0 0 0,1 0-1 0 0,-1 1 1 0 0,1-5 0 0 0,0-2 113 0 0,-1 8 41 0 0,-2-2-130 0 0,2 2-71 0 0,0 0-1 0 0,-1 0 1 0 0,1 0 0 0 0,-1 0 0 0 0,1 0-1 0 0,-1 0 1 0 0,0 0 0 0 0,1 0 0 0 0,-1 0-1 0 0,0 0 1 0 0,1 0 0 0 0,-1 1 0 0 0,0-1 0 0 0,0 0-1 0 0,0 1 1 0 0,0-1 0 0 0,0 0 0 0 0,0 1-1 0 0,0-1 1 0 0,0 1 0 0 0,0-1 0 0 0,0 1-1 0 0,0 0 1 0 0,0 0 0 0 0,0-1 0 0 0,-1 1-1 0 0,1 0 1 0 0,0 0 0 0 0,0 0 0 0 0,0 0-1 0 0,-2 1 1 0 0,-1 0-13 0 0,-10 8 19 0 0,13-6-19 0 0,0-1-1 0 0,0 1 1 0 0,0 0-1 0 0,0-1 1 0 0,0 1-1 0 0,1 0 1 0 0,-1-1-1 0 0,1 1 1 0 0,-1 0-1 0 0,1 0 1 0 0,1 4 0 0 0,-2-1-3 0 0,2 0 1 0 0,-1 0 0 0 0,1 0 0 0 0,0 0 0 0 0,0-1 0 0 0,0 1-1 0 0,1 0 1 0 0,0-1 0 0 0,0 1 0 0 0,0-1 0 0 0,1 1 0 0 0,0-1 0 0 0,5 7-1 0 0,-2-5 5 0 0,0 0 0 0 0,1-1 0 0 0,0 1 0 0 0,1-1 1 0 0,-1-1-1 0 0,1 1 0 0 0,12 5 0 0 0,-17-10-6 0 0,0 0 0 0 0,1 0 1 0 0,-1-1-1 0 0,0 1 0 0 0,1-1 1 0 0,-1 0-1 0 0,0 0 1 0 0,1 0-1 0 0,-1 0 0 0 0,0 0 1 0 0,0-1-1 0 0,1 0 0 0 0,-1 0 1 0 0,6-2-1 0 0,47-19 9 0 0,-50 19-8 0 0,20-10 12 0 0,0-2 0 0 0,23-17-1 0 0,-3 1-21 0 0,-40 27 2 0 0,-1-1 5 0 0,1 0 1 0 0,-1 1-1 0 0,1 0 1 0 0,-1 1-1 0 0,1-1 1 0 0,0 1 0 0 0,0 0-1 0 0,7-2 1 0 0,-10 5-3 0 0,32 45-24 0 0,-33-44 29 0 0,0 1 0 0 0,-1-1 0 0 0,1 0 0 0 0,0 0 0 0 0,0-1 0 0 0,0 1 0 0 0,0 0 0 0 0,0-1 0 0 0,0 1 0 0 0,0-1 0 0 0,0 1 0 0 0,0-1 0 0 0,0 0 0 0 0,0 0 0 0 0,0 0 0 0 0,2 0 0 0 0,14-4 16 0 0,-1 0 0 0 0,0-1 0 0 0,0-1 0 0 0,23-11 0 0 0,-16 6 20 0 0,0 1-1 0 0,1 1 1 0 0,34-6-1 0 0,-7 4-4 0 0,-49 11-37 0 0,13 7-3153 0 0</inkml:trace>
</inkml:ink>
</file>

<file path=ppt/ink/ink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5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78 218 9349 0 0,'-15'-27'-73'0'0,"4"7"251"0"0,1 0 0 0 0,0-1-1 0 0,1 0 1 0 0,-10-41 0 0 0,18 60-175 0 0,1 1 0 0 0,-1-1 1 0 0,1 1-1 0 0,0 0 0 0 0,-1-1 0 0 0,1 1 0 0 0,0-1 1 0 0,0 1-1 0 0,0-1 0 0 0,0 1 0 0 0,0 0 1 0 0,0-1-1 0 0,1 1 0 0 0,-1-1 0 0 0,0 1 0 0 0,1 0 1 0 0,-1-1-1 0 0,1 1 0 0 0,0 0 0 0 0,-1-1 0 0 0,1 1 1 0 0,0 0-1 0 0,0 0 0 0 0,-1-1 0 0 0,1 1 1 0 0,0 0-1 0 0,0 0 0 0 0,0 0 0 0 0,1 0 0 0 0,-1 1 1 0 0,0-1-1 0 0,0 0 0 0 0,0 0 0 0 0,1 1 0 0 0,-1-1 1 0 0,0 0-1 0 0,1 1 0 0 0,-1 0 0 0 0,1-1 1 0 0,-1 1-1 0 0,0 0 0 0 0,1 0 0 0 0,-1-1 0 0 0,1 1 1 0 0,-1 0-1 0 0,1 0 0 0 0,-1 1 0 0 0,0-1 0 0 0,1 0 1 0 0,-1 0-1 0 0,1 1 0 0 0,1 0 0 0 0,7 1-883 0 0,-1 1 1 0 0,0 0-1 0 0,0 0 0 0 0,-1 1 0 0 0,1 0 0 0 0,10 7 0 0 0,-6-3-1468 0 0</inkml:trace>
</inkml:ink>
</file>

<file path=ppt/ink/ink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6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1 156 228 0 0,'0'0'848'0'0,"14"13"1275"0"0,51 76 1064 0 0,42 44-1019 0 0,-106-131-2077 0 0,0-1-1 0 0,0 0 1 0 0,-1 0 0 0 0,1 0-1 0 0,0 0 1 0 0,0-1-1 0 0,0 1 1 0 0,0 0 0 0 0,1 0-1 0 0,-1-1 1 0 0,0 1-1 0 0,0 0 1 0 0,0-1 0 0 0,0 1-1 0 0,1-1 1 0 0,-1 0-1 0 0,0 1 1 0 0,1-1 0 0 0,-1 0-1 0 0,0 0 1 0 0,1 0 0 0 0,-1 0-1 0 0,0 0 1 0 0,2 0-1 0 0,0-1-2 0 0,-1 0-1 0 0,0 0 0 0 0,1 0 0 0 0,-1 0 0 0 0,0 0 0 0 0,0-1 1 0 0,0 1-1 0 0,0-1 0 0 0,0 1 0 0 0,0-1 0 0 0,0 0 1 0 0,2-2-1 0 0,6-10 93 0 0,0 0 1 0 0,-1 0-1 0 0,9-21 0 0 0,-9 18 59 0 0,38-74 272 0 0,-31 58-510 0 0,1 0-1 0 0,2 1 1 0 0,40-53 0 0 0,-44 72-1700 0 0,-2 10-4431 0 0</inkml:trace>
</inkml:ink>
</file>

<file path=ppt/ink/ink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6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54 101 184 0 0,'4'-7'722'0'0,"1"0"0"0"0,0 0 0 0 0,1 1-1 0 0,10-10 1 0 0,1-1 471 0 0,8-16 2896 0 0,-26 32-4042 0 0,0 0 1 0 0,0 0-1 0 0,0 1 0 0 0,0-1 1 0 0,0 1-1 0 0,0-1 0 0 0,0 1 1 0 0,0-1-1 0 0,0 1 0 0 0,0-1 1 0 0,-1 1-1 0 0,1 0 0 0 0,0 0 1 0 0,0 0-1 0 0,0 0 1 0 0,-1 0-1 0 0,1 0 0 0 0,0 0 1 0 0,0 0-1 0 0,0 0 0 0 0,-1 0 1 0 0,1 1-1 0 0,0-1 0 0 0,-2 1 1 0 0,-33 21 625 0 0,28-15-524 0 0,0 0 0 0 0,0 1-1 0 0,1 0 1 0 0,1 0 0 0 0,-11 16-1 0 0,15-21-126 0 0,1-1-1 0 0,-1 1 1 0 0,1 0-1 0 0,0 0 1 0 0,0 0-1 0 0,0 0 1 0 0,0-1-1 0 0,1 1 1 0 0,-1 0-1 0 0,1 0 1 0 0,0 1-1 0 0,0-1 1 0 0,0 0-1 0 0,0 0 1 0 0,0 0-1 0 0,0 0 1 0 0,1 0-1 0 0,0 0 0 0 0,0 0 1 0 0,-1-1-1 0 0,2 1 1 0 0,-1 0-1 0 0,0 0 1 0 0,0-1-1 0 0,1 1 1 0 0,0 0-1 0 0,-1-1 1 0 0,1 1-1 0 0,0-1 1 0 0,0 0-1 0 0,1 0 1 0 0,-1 0-1 0 0,0 0 1 0 0,1 0-1 0 0,3 2 1 0 0,1 0-378 0 0,1 1-1 0 0,-1-2 1 0 0,1 1 0 0 0,16 4 0 0 0,33 4-5669 0 0,-42-10 3329 0 0</inkml:trace>
</inkml:ink>
</file>

<file path=ppt/ink/ink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7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109 410 668 0 0,'-15'-5'2579'0'0,"12"5"-2359"0"0,-1 0 0 0 0,0 0 0 0 0,1 0 1 0 0,-1 1-1 0 0,0-1 0 0 0,1 1 0 0 0,-1 0 0 0 0,1 0 0 0 0,-1 1 0 0 0,1-1 1 0 0,-1 1-1 0 0,1-1 0 0 0,0 1 0 0 0,0 0 0 0 0,0 0 0 0 0,0 0 0 0 0,0 1 1 0 0,0-1-1 0 0,1 1 0 0 0,-1 0 0 0 0,1 0 0 0 0,-1-1 0 0 0,1 1 0 0 0,0 1 1 0 0,-2 4-1 0 0,2-6-167 0 0,1 1 1 0 0,0-1-1 0 0,-1 0 0 0 0,1 1 1 0 0,0 0-1 0 0,0-1 1 0 0,1 1-1 0 0,-1 0 0 0 0,0-1 1 0 0,1 1-1 0 0,0 0 1 0 0,0-1-1 0 0,0 1 1 0 0,0 0-1 0 0,0 0 0 0 0,0-1 1 0 0,1 1-1 0 0,-1 0 1 0 0,1 0-1 0 0,0-1 0 0 0,-1 1 1 0 0,1-1-1 0 0,1 1 1 0 0,-1-1-1 0 0,0 1 0 0 0,1-1 1 0 0,-1 0-1 0 0,1 1 1 0 0,0-1-1 0 0,-1 0 1 0 0,1 0-1 0 0,0 0 0 0 0,0 0 1 0 0,0-1-1 0 0,3 3 1 0 0,5 1-23 0 0,1 1 1 0 0,-1-1-1 0 0,1-1 1 0 0,0 0-1 0 0,0 0 1 0 0,0-1-1 0 0,0 0 1 0 0,1-1-1 0 0,-1-1 1 0 0,1 0-1 0 0,-1 0 1 0 0,1-1-1 0 0,-1 0 1 0 0,1-1-1 0 0,0-1 1 0 0,-1 0 0 0 0,0 0-1 0 0,1-1 1 0 0,-1-1-1 0 0,0 1 1 0 0,-1-2-1 0 0,1 0 1 0 0,-1 0-1 0 0,0-1 1 0 0,12-8-1 0 0,-5 2-23 0 0,-1-1 0 0 0,-1 0 0 0 0,0-1 0 0 0,0-1 0 0 0,-2 0 0 0 0,1-1 0 0 0,-2-1 1 0 0,-1 0-1 0 0,0 0 0 0 0,-1-1 0 0 0,0 0 0 0 0,-2-1 0 0 0,10-32 0 0 0,-12 34 245 0 0,-1-1 0 0 0,-1 1 1 0 0,-1-1-1 0 0,-1 0 1 0 0,0 0-1 0 0,-2 0 0 0 0,0 0 1 0 0,0 0-1 0 0,-2 0 0 0 0,0 0 1 0 0,-9-32-1 0 0,10 48-89 0 0,1 0-1 0 0,-1-1 1 0 0,1 1-1 0 0,-1 0 1 0 0,0 0-1 0 0,0 0 1 0 0,0 0-1 0 0,0 0 1 0 0,0 0-1 0 0,-1 0 1 0 0,1 0-1 0 0,-1 0 1 0 0,-1-1 0 0 0,2 4-137 0 0,-1 0 0 0 0,1 0 1 0 0,0 1-1 0 0,-1-1 1 0 0,1 0-1 0 0,0 1 1 0 0,0-1-1 0 0,0 0 1 0 0,0 1-1 0 0,0-1 1 0 0,1 1-1 0 0,-1 0 1 0 0,0-1-1 0 0,1 1 1 0 0,-1 0-1 0 0,1-1 1 0 0,-1 1-1 0 0,1 3 1 0 0,-7 18 57 0 0,1 0 0 0 0,2 1 0 0 0,0 0 0 0 0,2 0 1 0 0,0 0-1 0 0,2 0 0 0 0,0 1 0 0 0,2-1 0 0 0,7 33 1 0 0,8 90 179 0 0,-9-60-451 0 0,-9-42-1942 0 0,-8-17-3950 0 0</inkml:trace>
</inkml:ink>
</file>

<file path=ppt/ink/ink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7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0 197 680 0 0,'97'-15'2986'0'0,"144"-41"0"0"0,-221 50-2690 0 0,-9 4 42 0 0,-1-1 0 0 0,1 0 0 0 0,0-1 0 0 0,-1 0 0 0 0,0-1 1 0 0,0 0-1 0 0,11-7 0 0 0,-20 11-302 0 0,0 1-1 0 0,-1 0 1 0 0,1-1 0 0 0,-1 1 0 0 0,1-1-1 0 0,-1 1 1 0 0,1 0 0 0 0,-1-1-1 0 0,0 1 1 0 0,1-1 0 0 0,-1 1 0 0 0,0-1-1 0 0,1 0 1 0 0,-1 1 0 0 0,0-1 0 0 0,1 1-1 0 0,-1-1 1 0 0,0 0 0 0 0,0 1-1 0 0,0-1 1 0 0,0 1 0 0 0,0-1 0 0 0,0 0-1 0 0,0 1 1 0 0,0-1 0 0 0,0 0 0 0 0,0 1-1 0 0,0-1 1 0 0,0 0 0 0 0,0 1-1 0 0,0-1 1 0 0,0 1 0 0 0,-1-1 0 0 0,1 0-1 0 0,0 1 1 0 0,0-1 0 0 0,-1 1 0 0 0,1-1-1 0 0,-1 1 1 0 0,1-1 0 0 0,0 1-1 0 0,-1-1 1 0 0,1 1 0 0 0,-1-1 0 0 0,1 1-1 0 0,-1 0 1 0 0,1-1 0 0 0,-1 1 0 0 0,1 0-1 0 0,-1-1 1 0 0,0 1 0 0 0,0 0-1 0 0,-2-2 52 0 0,1 1 0 0 0,-1 0-1 0 0,0 0 1 0 0,0 0 0 0 0,0 0-1 0 0,-1 0 1 0 0,1 1-1 0 0,0-1 1 0 0,0 1 0 0 0,-4 0-1 0 0,2 1-28 0 0,0-1 0 0 0,0 1-1 0 0,0 0 1 0 0,0 0 0 0 0,0 1-1 0 0,1 0 1 0 0,-1-1 0 0 0,1 2-1 0 0,-1-1 1 0 0,1 0 0 0 0,0 1 0 0 0,0 0-1 0 0,0 0 1 0 0,0 0 0 0 0,1 0-1 0 0,-1 1 1 0 0,1 0 0 0 0,0-1 0 0 0,-5 8-1 0 0,7-9-29 0 0,1-1-24 0 0,0-1 0 0 0,-1 1 0 0 0,1-1 0 0 0,0 0 0 0 0,0 1 1 0 0,0-1-1 0 0,0 1 0 0 0,0-1 0 0 0,0 1 0 0 0,0-1 0 0 0,0 1 1 0 0,0-1-1 0 0,0 1 0 0 0,0-1 0 0 0,0 1 0 0 0,0-1 0 0 0,0 1 1 0 0,0-1-1 0 0,0 1 0 0 0,1-1 0 0 0,-1 1 0 0 0,0-1 0 0 0,0 1 1 0 0,1-1-1 0 0,-1 0 0 0 0,0 1 0 0 0,1-1 0 0 0,-1 1 0 0 0,0-1 1 0 0,1 0-1 0 0,-1 1 0 0 0,0-1 0 0 0,1 0 0 0 0,-1 0 0 0 0,1 1 0 0 0,-1-1 1 0 0,1 0-1 0 0,-1 0 0 0 0,1 0 0 0 0,-1 1 0 0 0,0-1 0 0 0,1 0 1 0 0,-1 0-1 0 0,1 0 0 0 0,-1 0 0 0 0,1 0 0 0 0,-1 0 0 0 0,2 0 1 0 0,148-34 101 0 0,-147 34-108 0 0,1-1 1 0 0,0 1-1 0 0,0 0 1 0 0,-1 0-1 0 0,1 0 1 0 0,0 0-1 0 0,-1 1 0 0 0,1 0 1 0 0,0 0-1 0 0,-1 0 1 0 0,1 0-1 0 0,-1 0 1 0 0,0 1-1 0 0,1-1 1 0 0,-1 1-1 0 0,0 0 1 0 0,0 0-1 0 0,3 2 1 0 0,3 4 7 0 0,0 1 0 0 0,-1-1 0 0 0,-1 1 0 0 0,8 11 0 0 0,7 8 37 0 0,-18-21-44 0 0,-4-6 2 0 0,0 0-1 0 0,1 0 1 0 0,-1 0 0 0 0,1 0-1 0 0,-1 0 1 0 0,1 0 0 0 0,-1 0-1 0 0,1 0 1 0 0,-1 0 0 0 0,1 0 0 0 0,0-1-1 0 0,0 1 1 0 0,-1 0 0 0 0,1-1-1 0 0,0 1 1 0 0,0 0 0 0 0,0-1-1 0 0,0 1 1 0 0,0-1 0 0 0,0 1-1 0 0,0-1 1 0 0,-1 0 0 0 0,2 1-1 0 0,-1-1 1 0 0,0 0 0 0 0,0 0-1 0 0,0 0 1 0 0,0 0 0 0 0,0 1 0 0 0,0-1-1 0 0,0-1 1 0 0,0 1 0 0 0,2 0-1 0 0,2-1 6 0 0,0 1 0 0 0,0-1 0 0 0,0-1 0 0 0,0 1 0 0 0,0-1 0 0 0,-1 1 0 0 0,1-2 0 0 0,0 1 0 0 0,-1 0 0 0 0,1-1 0 0 0,-1 0-1 0 0,4-3 1 0 0,52-47 21 0 0,-41 34-37 0 0,-4 5-247 0 0,52-44-369 0 0,-20 28-6801 0 0,-32 23 4142 0 0</inkml:trace>
</inkml:ink>
</file>

<file path=ppt/ink/ink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8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26 348 900 0 0,'-18'-20'3354'0'0,"17"15"-3072"0"0,-1 1 0 0 0,1-1 0 0 0,0 1-1 0 0,0-1 1 0 0,0 0 0 0 0,1 1 0 0 0,0-1-1 0 0,0 0 1 0 0,0 0 0 0 0,0 1 0 0 0,1-1-1 0 0,-1 0 1 0 0,1 0 0 0 0,1 1 0 0 0,-1-1-1 0 0,3-6 1 0 0,1 2-88 0 0,-1 1 1 0 0,1 0-1 0 0,0 0 0 0 0,1 1 0 0 0,0-1 1 0 0,0 1-1 0 0,1 1 0 0 0,7-7 0 0 0,4-2-51 0 0,1 2 0 0 0,0 0-1 0 0,1 1 1 0 0,0 1-1 0 0,1 1 1 0 0,30-11-1 0 0,-33 16-39 0 0,1-1-1 0 0,-1 2 0 0 0,1 1 1 0 0,0 0-1 0 0,-1 1 0 0 0,1 1 0 0 0,0 1 1 0 0,33 4-1 0 0,-47-4-81 0 0,1 1 1 0 0,-1 0-1 0 0,1 0 1 0 0,-1 1-1 0 0,1 0 0 0 0,-1 0 1 0 0,0 0-1 0 0,0 0 1 0 0,0 1-1 0 0,0 0 0 0 0,-1 0 1 0 0,1 0-1 0 0,-1 1 1 0 0,0 0-1 0 0,0 0 0 0 0,0 0 1 0 0,0 0-1 0 0,0 0 1 0 0,-1 1-1 0 0,0-1 0 0 0,0 1 1 0 0,0 0-1 0 0,-1 0 1 0 0,0 0-1 0 0,0 0 0 0 0,0 1 1 0 0,0-1-1 0 0,-1 0 1 0 0,0 1-1 0 0,0-1 0 0 0,0 1 1 0 0,-1 0-1 0 0,0 9 1 0 0,0-8-9 0 0,-1 0 1 0 0,0 0-1 0 0,0 0 1 0 0,-1 0-1 0 0,0-1 1 0 0,0 1-1 0 0,-1 0 1 0 0,1-1-1 0 0,-1 1 1 0 0,-1-1-1 0 0,1 0 1 0 0,-1 0-1 0 0,0 0 1 0 0,-9 8-1 0 0,3-3 43 0 0,-1 0 0 0 0,-1-1-1 0 0,0 0 1 0 0,0-1 0 0 0,-22 12-1 0 0,38-23 31 0 0,17-11-107 0 0,44-20 0 0 0,-8 12-226 0 0,-1-3-1 0 0,-1-3 1 0 0,68-44-1 0 0,-93 50 332 0 0,-1-1-1 0 0,-2-2 1 0 0,0-1-1 0 0,38-47 1 0 0,-51 60 2260 0 0,-16 27-571 0 0,-1-2-2089 0 0,-60 217 2080 0 0,19-86-1194 0 0,-14 30-122 0 0,-3 12-35 0 0,45-142-723 0 0,9-50-5169 0 0,2-11 5260 0 0,5 6-547 0 0,0 0 0 0 0,0 0 0 0 0,1 0 0 0 0,0 0 0 0 0,1 0 0 0 0,0 0 0 0 0,5-13 1 0 0,-1 2-1999 0 0,3-15-356 0 0</inkml:trace>
</inkml:ink>
</file>

<file path=ppt/ink/ink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8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6 752 0 0,'6'-2'302'0'0,"0"1"0"0"0,0 0 0 0 0,0 0 1 0 0,0 1-1 0 0,1 0 0 0 0,-1 0 0 0 0,0 0 0 0 0,0 1 0 0 0,0 0 0 0 0,1 0 0 0 0,-1 1 0 0 0,0-1 1 0 0,-1 1-1 0 0,1 1 0 0 0,0-1 0 0 0,0 1 0 0 0,-1 0 0 0 0,0 0 0 0 0,1 1 0 0 0,-1-1 1 0 0,-1 1-1 0 0,1 0 0 0 0,0 1 0 0 0,-1-1 0 0 0,0 1 0 0 0,0 0 0 0 0,0 0 0 0 0,-1 0 0 0 0,4 6 1 0 0,-7-9-223 0 0,1 0 0 0 0,0 0 0 0 0,-1 0 0 0 0,0 0 0 0 0,1 0 0 0 0,-1 0 0 0 0,0 1 0 0 0,0-1 0 0 0,0 0 0 0 0,-1 0 0 0 0,1 0 0 0 0,0 0 1 0 0,-1 0-1 0 0,1 0 0 0 0,-1 0 0 0 0,0 0 0 0 0,1-1 0 0 0,-1 1 0 0 0,0 0 0 0 0,0 0 0 0 0,-1 0 0 0 0,1-1 0 0 0,0 1 0 0 0,0-1 0 0 0,-1 1 1 0 0,1-1-1 0 0,-1 1 0 0 0,1-1 0 0 0,-1 0 0 0 0,0 0 0 0 0,1 0 0 0 0,-1 0 0 0 0,0 0 0 0 0,0 0 0 0 0,-3 1 0 0 0,-7 3 175 0 0,0 0 1 0 0,0-1-1 0 0,0-1 0 0 0,-14 3 0 0 0,26-6-240 0 0,-12 3 95 0 0,0-1-1 0 0,1-1 1 0 0,-1 1-1 0 0,0-2 1 0 0,0 0-1 0 0,-23-2 1 0 0,33 1-592 0 0,-5-5-770 0 0</inkml:trace>
</inkml:ink>
</file>

<file path=ppt/ink/ink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9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24 416 0 0,'0'-1'405'0'0,"1"0"0"0"0,-1 0 1 0 0,0-1-1 0 0,0 1 0 0 0,0 0 0 0 0,-1 0 0 0 0,1 0 0 0 0,0-1 1 0 0,0 1-1 0 0,-1 0 0 0 0,1 0 0 0 0,0 0 0 0 0,-1 0 0 0 0,1 0 1 0 0,-1 0-1 0 0,0 0 0 0 0,1 0 0 0 0,-1 0 0 0 0,0-1 0 0 0,-7 4-182 0 0,1 1-1 0 0,0 0 0 0 0,1 0 0 0 0,-1 1 0 0 0,0 0 1 0 0,1 0-1 0 0,0 1 0 0 0,0 0 0 0 0,0 0 0 0 0,1 0 0 0 0,0 1 1 0 0,0-1-1 0 0,0 1 0 0 0,0 0 0 0 0,1 1 0 0 0,0-1 1 0 0,1 1-1 0 0,-1 0 0 0 0,-2 9 0 0 0,6-16-211 0 0,-1 1-1 0 0,1 0 1 0 0,0-1 0 0 0,0 1-1 0 0,0-1 1 0 0,0 1-1 0 0,0-1 1 0 0,-1 1-1 0 0,1 0 1 0 0,0-1 0 0 0,0 1-1 0 0,1-1 1 0 0,-1 1-1 0 0,0 0 1 0 0,0-1-1 0 0,0 1 1 0 0,0-1 0 0 0,0 1-1 0 0,1-1 1 0 0,-1 1-1 0 0,0 0 1 0 0,0-1 0 0 0,1 1-1 0 0,-1-1 1 0 0,0 0-1 0 0,1 1 1 0 0,-1-1-1 0 0,1 1 1 0 0,-1-1 0 0 0,0 1-1 0 0,1-1 1 0 0,0 1-1 0 0,22 2 199 0 0,24-13-32 0 0,83-49 836 0 0,-129 59-787 0 0,31 10 234 0 0,1 12-763 0 0,-5-3-2289 0 0,1-3-4393 0 0</inkml:trace>
</inkml:ink>
</file>

<file path=ppt/ink/ink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09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17 244 0 0,'5'-17'10417'0'0,"-7"17"-10319"0"0,0 1-1 0 0,0-1 1 0 0,-1 0 0 0 0,1 1-1 0 0,0-1 1 0 0,0 1 0 0 0,-1 0-1 0 0,1 0 1 0 0,0 0 0 0 0,0 0-1 0 0,0 0 1 0 0,0 0 0 0 0,0 1-1 0 0,1-1 1 0 0,-1 0 0 0 0,0 1-1 0 0,1 0 1 0 0,-1-1 0 0 0,0 1-1 0 0,1 0 1 0 0,0 0 0 0 0,0 0 0 0 0,-1 0-1 0 0,1 0 1 0 0,0 0 0 0 0,1 0-1 0 0,-1 0 1 0 0,0 0 0 0 0,0 1-1 0 0,1-1 1 0 0,0 0 0 0 0,-1 0-1 0 0,1 4 1 0 0,0-4-50 0 0,0 1-1 0 0,0-1 1 0 0,0 1-1 0 0,0-1 1 0 0,1 1-1 0 0,-1-1 1 0 0,1 1 0 0 0,-1-1-1 0 0,1 0 1 0 0,0 1-1 0 0,0-1 1 0 0,0 0 0 0 0,0 1-1 0 0,0-1 1 0 0,1 0-1 0 0,-1 0 1 0 0,1 0 0 0 0,-1 0-1 0 0,1 0 1 0 0,2 1-1 0 0,0 0-1 0 0,1 1 0 0 0,-1-1 0 0 0,1-1 0 0 0,0 1 0 0 0,0-1 0 0 0,0 0 0 0 0,0 0 0 0 0,11 3 0 0 0,-3-3-6 0 0,0 0 0 0 0,1 0 0 0 0,-1-1 0 0 0,0-1 0 0 0,1 0 0 0 0,25-4 0 0 0,-19 0-18 0 0,0-2 0 0 0,0 0 1 0 0,28-13-1 0 0,-41 16 15 0 0,0-1 1 0 0,1 0-1 0 0,-2 0 0 0 0,1-1 1 0 0,0 0-1 0 0,-1 0 0 0 0,0 0 0 0 0,0-1 1 0 0,0 0-1 0 0,-1 0 0 0 0,8-12 0 0 0,-12 18 17 0 0,-1-1-1 0 0,0 0 1 0 0,0 1-1 0 0,0-1 1 0 0,0 1-1 0 0,0-1 0 0 0,0 0 1 0 0,0 1-1 0 0,0-1 1 0 0,0 1-1 0 0,0-1 1 0 0,0 0-1 0 0,0 1 0 0 0,0-1 1 0 0,-1 1-1 0 0,1-1 1 0 0,0 1-1 0 0,0-1 1 0 0,-1 1-1 0 0,1-1 0 0 0,0 1 1 0 0,-1-1-1 0 0,1 1 1 0 0,0-1-1 0 0,-1 1 0 0 0,1-1 1 0 0,-1 1-1 0 0,1-1 1 0 0,-1 1-1 0 0,1 0 1 0 0,-1 0-1 0 0,1-1 0 0 0,-1 1 1 0 0,1 0-1 0 0,-1 0 1 0 0,0-1-1 0 0,1 1 1 0 0,-1 0-1 0 0,1 0 0 0 0,-1 0 1 0 0,1 0-1 0 0,-1 0 1 0 0,0 0-1 0 0,1 0 0 0 0,-1 0 1 0 0,1 0-1 0 0,-2 0 1 0 0,-1 2 23 0 0,0-1 1 0 0,0 1-1 0 0,0-1 0 0 0,0 1 1 0 0,0 0-1 0 0,0 0 0 0 0,1 1 1 0 0,-1-1-1 0 0,1 1 1 0 0,-1-1-1 0 0,1 1 0 0 0,0 0 1 0 0,0-1-1 0 0,1 1 1 0 0,-1 0-1 0 0,0 0 0 0 0,1 1 1 0 0,0-1-1 0 0,0 0 1 0 0,0 0-1 0 0,0 1 0 0 0,0-1 1 0 0,0 0-1 0 0,1 1 1 0 0,0-1-1 0 0,0 1 0 0 0,0 4 1 0 0,1-4-357 0 0,0 0 0 0 0,0-1 1 0 0,0 1-1 0 0,1 0 1 0 0,-1-1-1 0 0,1 0 0 0 0,0 1 1 0 0,0-1-1 0 0,0 0 0 0 0,0 0 1 0 0,0 0-1 0 0,1 0 1 0 0,0 0-1 0 0,-1-1 0 0 0,1 1 1 0 0,0-1-1 0 0,6 4 0 0 0,18 10-7593 0 0,-11-9 3345 0 0</inkml:trace>
</inkml:ink>
</file>

<file path=ppt/ink/ink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10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68 0 0,'14'-3'1416'0'0,"-2"1"-132"0"0,0-1-24 0 0,-2-1-16 0 0,1 1 1173 0 0,5-6-1365 0 0,-8 6 752 0 0,3-6-368 0 0,-4 0-664 0 0,-33 4-3644 0 0,10 7-1248 0 0,-3-4 951 0 0</inkml:trace>
</inkml:ink>
</file>

<file path=ppt/ink/ink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0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21 532 0 0,'-13'-20'6285'0'0,"13"24"-3569"0"0,21 43-2815 0 0,-1-1 706 0 0,108 314 1380 0 0,-99-280-1712 0 0,-17-44-86 0 0,1 0 0 0 0,2-1 0 0 0,24 41 0 0 0,-38-76-163 0 0,-1 0 1 0 0,0 0 0 0 0,1 0-1 0 0,-1 0 1 0 0,0 0 0 0 0,1 0-1 0 0,-1 0 1 0 0,0 0 0 0 0,1 0-1 0 0,-1 0 1 0 0,0 0 0 0 0,1 0-1 0 0,-1 0 1 0 0,0-1 0 0 0,1 1-1 0 0,-1 0 1 0 0,0 0-1 0 0,1 0 1 0 0,-1 0 0 0 0,0-1-1 0 0,1 1 1 0 0,-1 0 0 0 0,0 0-1 0 0,0 0 1 0 0,1-1 0 0 0,-1 1-1 0 0,0 0 1 0 0,0-1 0 0 0,0 1-1 0 0,1 0 1 0 0,-1 0 0 0 0,0-1-1 0 0,0 1 1 0 0,0 0 0 0 0,0-1-1 0 0,0 1 1 0 0,0 0 0 0 0,0-1-1 0 0,1 1 1 0 0,-1 0 0 0 0,0-1-1 0 0,0 0 1 0 0,14-33 307 0 0,9-40-165 0 0,1-61 59 0 0,-10 55-148 0 0,37-126 0 0 0,-40 186-971 0 0,-1 13-1636 0 0,3 9-3599 0 0,-3 4 3002 0 0</inkml:trace>
</inkml:ink>
</file>

<file path=ppt/ink/ink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1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1 236 540 0 0,'5'0'363'0'0,"1"-1"0"0"0,-1 1 1 0 0,0-1-1 0 0,1 0 0 0 0,-1 0 0 0 0,1 0 0 0 0,-1-1 1 0 0,0 0-1 0 0,0 0 0 0 0,0 0 0 0 0,0 0 0 0 0,0-1 1 0 0,-1 0-1 0 0,1 0 0 0 0,6-6 0 0 0,9-8 585 0 0,33-36 1 0 0,-49 49-740 0 0,1-1-61 0 0,0 0 1 0 0,-1 0-1 0 0,0 0 0 0 0,0 0 1 0 0,0-1-1 0 0,-1 1 1 0 0,1-1-1 0 0,-1 0 1 0 0,0 0-1 0 0,-1 0 1 0 0,0 0-1 0 0,0-1 0 0 0,0 1 1 0 0,-1-1-1 0 0,2-12 1 0 0,-4 18-130 0 0,1 0 0 0 0,0-1 0 0 0,-1 1 0 0 0,1 0 0 0 0,-1 0 0 0 0,1 0 0 0 0,-1 0 0 0 0,0-1 1 0 0,1 1-1 0 0,-1 0 0 0 0,0 0 0 0 0,0 0 0 0 0,0 1 0 0 0,0-1 0 0 0,0 0 0 0 0,0 0 0 0 0,0 0 1 0 0,0 1-1 0 0,0-1 0 0 0,0 0 0 0 0,0 1 0 0 0,-1-1 0 0 0,1 1 0 0 0,0-1 0 0 0,0 1 0 0 0,0 0 0 0 0,-1 0 1 0 0,1-1-1 0 0,0 1 0 0 0,-1 0 0 0 0,1 0 0 0 0,0 0 0 0 0,0 0 0 0 0,-1 0 0 0 0,1 1 0 0 0,0-1 1 0 0,0 0-1 0 0,-1 1 0 0 0,1-1 0 0 0,-2 1 0 0 0,-47 17 287 0 0,39-11-224 0 0,0 0 0 0 0,1 0 1 0 0,0 1-1 0 0,0 0 0 0 0,1 0 0 0 0,0 1 0 0 0,0 1 1 0 0,1-1-1 0 0,-13 22 0 0 0,19-28-68 0 0,0 1 1 0 0,0-1-1 0 0,0 1 1 0 0,1 0-1 0 0,-1 0 0 0 0,1-1 1 0 0,0 1-1 0 0,0 0 1 0 0,1 0-1 0 0,-1 0 0 0 0,1 0 1 0 0,0 0-1 0 0,0 0 1 0 0,0 0-1 0 0,0 0 0 0 0,1 0 1 0 0,0 0-1 0 0,-1 0 1 0 0,2 0-1 0 0,-1 0 0 0 0,0 0 1 0 0,1 0-1 0 0,0-1 1 0 0,-1 1-1 0 0,1-1 1 0 0,1 1-1 0 0,-1-1 0 0 0,1 0 1 0 0,-1 0-1 0 0,1 0 1 0 0,0 0-1 0 0,0 0 0 0 0,0-1 1 0 0,6 5-1 0 0,-1-2-177 0 0,0 0 1 0 0,0 0-1 0 0,1 0 0 0 0,-1-1 0 0 0,1-1 1 0 0,0 0-1 0 0,0 0 0 0 0,1 0 0 0 0,9 1 1 0 0,-8-3-1187 0 0,0 0 0 0 0,0 0 0 0 0,0-1 0 0 0,15-2 0 0 0,-11 0-1394 0 0</inkml:trace>
</inkml:ink>
</file>

<file path=ppt/ink/ink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1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99 371 68 0 0,'-1'-1'226'0'0,"0"0"0"0"0,0 0 0 0 0,0 0 0 0 0,0 0 0 0 0,-1 1 0 0 0,1-1 0 0 0,0 0 1 0 0,0 0-1 0 0,-1 1 0 0 0,1-1 0 0 0,-1 1 0 0 0,1-1 0 0 0,-3 0 0 0 0,0 2-47 0 0,0 0-1 0 0,0 1 1 0 0,0-1 0 0 0,0 1 0 0 0,0-1-1 0 0,0 1 1 0 0,1 1 0 0 0,-1-1 0 0 0,0 0-1 0 0,1 1 1 0 0,0-1 0 0 0,0 1 0 0 0,0 0-1 0 0,0 0 1 0 0,0 1 0 0 0,0-1 0 0 0,1 1-1 0 0,0-1 1 0 0,0 1 0 0 0,0 0 0 0 0,0-1-1 0 0,0 1 1 0 0,1 0 0 0 0,-1 0 0 0 0,1 0-1 0 0,0 1 1 0 0,1-1 0 0 0,-1 0 0 0 0,0 6-1 0 0,2-6-112 0 0,-1 1-1 0 0,0-1 1 0 0,1 0-1 0 0,0 0 0 0 0,0 1 1 0 0,1-1-1 0 0,-1 0 0 0 0,1 0 1 0 0,-1 0-1 0 0,1 0 1 0 0,1 0-1 0 0,-1-1 0 0 0,0 1 1 0 0,1-1-1 0 0,0 1 1 0 0,0-1-1 0 0,0 0 0 0 0,0 0 1 0 0,0 0-1 0 0,1-1 0 0 0,-1 1 1 0 0,1-1-1 0 0,0 1 1 0 0,0-1-1 0 0,0-1 0 0 0,0 1 1 0 0,0 0-1 0 0,0-1 1 0 0,8 2-1 0 0,-1-1-30 0 0,0 0 0 0 0,0-1 0 0 0,0 0 0 0 0,0 0 0 0 0,0-2 0 0 0,0 1 0 0 0,0-1 0 0 0,1-1 0 0 0,-1 0 0 0 0,-1 0 0 0 0,1-1 0 0 0,0-1 0 0 0,-1 0 0 0 0,1 0 0 0 0,-1-1 0 0 0,0 0 0 0 0,-1-1 0 0 0,1 0 0 0 0,-1 0 0 0 0,0-1 0 0 0,-1 0 0 0 0,0-1 0 0 0,8-8 0 0 0,-1-2-15 0 0,0 0 0 0 0,-2-1 0 0 0,0 0-1 0 0,-1-1 1 0 0,-1-1 0 0 0,0 0 0 0 0,-2 0 0 0 0,-1-1 0 0 0,0 0 0 0 0,4-27 0 0 0,5-50 121 0 0,-16 89 62 0 0,0-1 0 0 0,-1 1-1 0 0,0-1 1 0 0,-1 0 0 0 0,0 1-1 0 0,-1 0 1 0 0,-3-16 0 0 0,4 25 5 0 0,-5-20 1059 0 0,4 35-1123 0 0,0 8 68 0 0,0 1 1 0 0,1-1-1 0 0,1 1 1 0 0,1-1-1 0 0,8 42 1 0 0,40 180 377 0 0,-45-223-691 0 0,0 1 0 0 0,-1 0-1 0 0,-1 33 1 0 0,-7-8-4791 0 0,1-39-841 0 0</inkml:trace>
</inkml:ink>
</file>

<file path=ppt/ink/ink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0 206 332 0 0,'102'-27'3557'0'0,"-54"17"-2401"0"0,-1-3 1 0 0,0-1-1 0 0,87-42 0 0 0,-128 54-919 0 0,-1-1 0 0 0,1-1 1 0 0,-1 1-1 0 0,0-1 0 0 0,0 0 0 0 0,0 0 0 0 0,-1-1 0 0 0,1 1 0 0 0,-1-1 0 0 0,0 0 1 0 0,5-9-1 0 0,-8 13 125 0 0,-8-4-145 0 0,6 5-206 0 0,1-1 0 0 0,0 1 0 0 0,0 0 0 0 0,-1-1 0 0 0,1 1 1 0 0,0 0-1 0 0,-1-1 0 0 0,1 1 0 0 0,0 0 0 0 0,-1-1 0 0 0,1 1 0 0 0,0 0 0 0 0,-1-1 0 0 0,1 1 1 0 0,-1 0-1 0 0,1 0 0 0 0,0 0 0 0 0,-1-1 0 0 0,1 1 0 0 0,-1 0 0 0 0,1 0 0 0 0,-1 0 0 0 0,1 0 1 0 0,-1 0-1 0 0,1 0 0 0 0,-1 0 0 0 0,1 0 0 0 0,-1 0 0 0 0,1 0 0 0 0,0 0 0 0 0,-1 0 0 0 0,-7 1 46 0 0,1 0 0 0 0,-1 1 0 0 0,1-1 0 0 0,0 1 0 0 0,-1 1 0 0 0,1 0-1 0 0,0-1 1 0 0,1 2 0 0 0,-1-1 0 0 0,1 1 0 0 0,-1 0 0 0 0,1 1-1 0 0,0-1 1 0 0,1 1 0 0 0,-1 1 0 0 0,1-1 0 0 0,0 1 0 0 0,0-1 0 0 0,0 1-1 0 0,1 1 1 0 0,0-1 0 0 0,-5 12 0 0 0,9-16-50 0 0,0 0 0 0 0,1-1 0 0 0,-1 1 0 0 0,0 0-1 0 0,1 0 1 0 0,-1-1 0 0 0,1 1 0 0 0,0 0 0 0 0,0-1 0 0 0,-1 1 0 0 0,1 0 0 0 0,0-1 0 0 0,0 1-1 0 0,0-1 1 0 0,1 0 0 0 0,-1 1 0 0 0,0-1 0 0 0,0 0 0 0 0,1 0 0 0 0,-1 1 0 0 0,1-1 0 0 0,-1 0 0 0 0,1-1-1 0 0,0 1 1 0 0,-1 0 0 0 0,1 0 0 0 0,0-1 0 0 0,2 2 0 0 0,8-3 6 0 0,0-1-1 0 0,0 0 1 0 0,0-1 0 0 0,-1 0-1 0 0,1 0 1 0 0,-1-1 0 0 0,22-11 0 0 0,-16 7-1 0 0,0 1 0 0 0,0 0 0 0 0,28-5 0 0 0,-42 11-14 0 0,0 1 0 0 0,1-1 0 0 0,-1 1 0 0 0,0 0 0 0 0,0 0 1 0 0,0 0-1 0 0,1 0 0 0 0,-1 1 0 0 0,0-1 0 0 0,0 1 0 0 0,0 0 0 0 0,0 0 0 0 0,0 0 0 0 0,0 0 0 0 0,0 1 1 0 0,0-1-1 0 0,0 1 0 0 0,3 2 0 0 0,0 1 2 0 0,-1 0-1 0 0,1 1 1 0 0,-1 0 0 0 0,-1 0 0 0 0,7 10 0 0 0,14 15 20 0 0,-25-30-20 0 0,2 1 2 0 0,0 0 0 0 0,0-1 0 0 0,0 1 0 0 0,0 0 0 0 0,0-1 1 0 0,1 1-1 0 0,-1-1 0 0 0,0 0 0 0 0,1 0 0 0 0,-1 0 0 0 0,1 0 0 0 0,0 0 0 0 0,-1 0 0 0 0,1-1 0 0 0,0 1 0 0 0,-1-1 0 0 0,1 0 0 0 0,0 0 0 0 0,-1 0 0 0 0,1 0 1 0 0,3-1-1 0 0,8-7-103 0 0,0 0 0 0 0,-1-2 0 0 0,0 1 0 0 0,0-2 0 0 0,-1 1 0 0 0,-1-2 0 0 0,0 0 0 0 0,-1 0 0 0 0,17-25 0 0 0,16-17-6734 0 0,-27 37 3383 0 0</inkml:trace>
</inkml:ink>
</file>

<file path=ppt/ink/ink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2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436 126 188 0 0,'-5'-9'669'0'0,"-1"0"1"0"0,0 1-1 0 0,-1-1 0 0 0,0 1 1 0 0,0 1-1 0 0,-1-1 1 0 0,-8-5-1 0 0,7 6-182 0 0,-1 0 0 0 0,1 1 1 0 0,-1 1-1 0 0,0 0 0 0 0,-1 0 1 0 0,1 1-1 0 0,-1 0 0 0 0,0 0 0 0 0,0 2 1 0 0,-16-3-1 0 0,24 5-430 0 0,1 0 0 0 0,-1 0 1 0 0,1 0-1 0 0,-1 0 0 0 0,1 1 0 0 0,-1-1 1 0 0,1 1-1 0 0,-1 0 0 0 0,1 0 0 0 0,-1 0 1 0 0,1 0-1 0 0,0 0 0 0 0,0 0 0 0 0,-1 1 0 0 0,1-1 1 0 0,0 1-1 0 0,0-1 0 0 0,1 1 0 0 0,-1 0 1 0 0,0 0-1 0 0,0 0 0 0 0,1 0 0 0 0,-1 0 1 0 0,1 0-1 0 0,0 0 0 0 0,0 1 0 0 0,0-1 0 0 0,0 0 1 0 0,0 1-1 0 0,0-1 0 0 0,0 1 0 0 0,1-1 1 0 0,-1 1-1 0 0,1 3 0 0 0,-3 12 55 0 0,1-1 0 0 0,1 0-1 0 0,1 30 1 0 0,0-39-37 0 0,9 120 351 0 0,-4-95-329 0 0,-2 0-1 0 0,-1 0 1 0 0,-2 0-1 0 0,-1 1 1 0 0,-2-1-1 0 0,-9 47 1 0 0,11-76-86 0 0,-1 1 1 0 0,0-1-1 0 0,1 0 0 0 0,-2 0 1 0 0,1 1-1 0 0,0-1 1 0 0,-1 0-1 0 0,0-1 0 0 0,1 1 1 0 0,-2-1-1 0 0,1 1 0 0 0,0-1 1 0 0,-1 0-1 0 0,1 0 0 0 0,-1 0 1 0 0,0 0-1 0 0,0-1 0 0 0,0 0 1 0 0,0 0-1 0 0,-1 0 1 0 0,1 0-1 0 0,0-1 0 0 0,-1 1 1 0 0,1-1-1 0 0,-9 1 0 0 0,9-2-1 0 0,1 0 1 0 0,-1 0-1 0 0,1 0 0 0 0,-1-1 0 0 0,1 0 0 0 0,0 1 0 0 0,-1-1 0 0 0,1 0 0 0 0,0-1 1 0 0,-1 1-1 0 0,1 0 0 0 0,0-1 0 0 0,0 0 0 0 0,0 0 0 0 0,1 0 0 0 0,-1 0 0 0 0,0 0 0 0 0,1-1 1 0 0,-1 1-1 0 0,1-1 0 0 0,0 1 0 0 0,0-1 0 0 0,0 0 0 0 0,-3-5 0 0 0,3 3-56 0 0,0 1 0 0 0,1 0-1 0 0,0-1 1 0 0,-1 0-1 0 0,2 1 1 0 0,-1-1 0 0 0,0 0-1 0 0,1 1 1 0 0,0-1 0 0 0,0 0-1 0 0,0 1 1 0 0,1-1-1 0 0,0 0 1 0 0,0 1 0 0 0,0-1-1 0 0,3-8 1 0 0,-2 8-287 0 0,1 0 0 0 0,-1 0-1 0 0,1 0 1 0 0,1 0 0 0 0,-1 1 0 0 0,0-1 0 0 0,6-4-1 0 0,18-17-5387 0 0,-8 10 2402 0 0</inkml:trace>
</inkml:ink>
</file>

<file path=ppt/ink/ink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3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0 188 640 0 0,'17'-9'1136'0'0,"0"0"0"0"0,-1 0-1 0 0,0-2 1 0 0,17-14 0 0 0,-24 18-667 0 0,-1-1-1 0 0,1 0 1 0 0,-1 0-1 0 0,-1-1 1 0 0,0 0-1 0 0,0 0 1 0 0,0-1-1 0 0,4-10 1 0 0,-10 19-397 0 0,0 0 1 0 0,-1 0 0 0 0,1-1-1 0 0,-1 1 1 0 0,1 0 0 0 0,-1 0-1 0 0,0-1 1 0 0,1 1 0 0 0,-1 0-1 0 0,0 0 1 0 0,0-1 0 0 0,0 1 0 0 0,0 0-1 0 0,0-1 1 0 0,0 1 0 0 0,0 0-1 0 0,0-1 1 0 0,-1 1 0 0 0,1 0-1 0 0,-1 0 1 0 0,0-2 0 0 0,1 3-34 0 0,-1-1 0 0 0,0 0-1 0 0,1 1 1 0 0,-1-1 0 0 0,0 0 0 0 0,0 1 0 0 0,0-1 0 0 0,0 1 0 0 0,1 0 0 0 0,-1-1 0 0 0,0 1 0 0 0,0 0 0 0 0,0-1 0 0 0,0 1-1 0 0,0 0 1 0 0,0 0 0 0 0,0 0 0 0 0,0 0 0 0 0,0 0 0 0 0,0 0 0 0 0,-1 0 0 0 0,-2 1 11 0 0,1-1 1 0 0,-1 1-1 0 0,1 0 1 0 0,-1 0-1 0 0,1 0 1 0 0,-1 1-1 0 0,1-1 1 0 0,0 1-1 0 0,0-1 1 0 0,0 1 0 0 0,0 0-1 0 0,0 0 1 0 0,0 1-1 0 0,-3 3 1 0 0,3-3-17 0 0,0 1 1 0 0,0-1 0 0 0,1 1-1 0 0,0 0 1 0 0,0 0-1 0 0,0 0 1 0 0,0 0 0 0 0,1 0-1 0 0,-1 1 1 0 0,1-1 0 0 0,0 0-1 0 0,1 1 1 0 0,-1-1 0 0 0,1 1-1 0 0,-1-1 1 0 0,1 1 0 0 0,1-1-1 0 0,-1 0 1 0 0,1 1-1 0 0,-1-1 1 0 0,1 1 0 0 0,1-1-1 0 0,-1 0 1 0 0,0 0 0 0 0,1 0-1 0 0,4 8 1 0 0,-1-5-343 0 0,-1 0 0 0 0,2-1 0 0 0,-1 1 1 0 0,1-1-1 0 0,0 0 0 0 0,0 0 0 0 0,1-1 0 0 0,-1 0 0 0 0,1 0 1 0 0,0-1-1 0 0,1 0 0 0 0,-1 0 0 0 0,11 4 0 0 0,-16-7-222 0 0,2 1-264 0 0,1-2-3008 0 0,10 0 850 0 0</inkml:trace>
</inkml:ink>
</file>

<file path=ppt/ink/ink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3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17 104 0 0,'1'-1'125'0'0,"0"0"0"0"0,0 0-1 0 0,0 0 1 0 0,1 0 0 0 0,-1 0 0 0 0,0 1 0 0 0,0-1 0 0 0,0 0-1 0 0,1 1 1 0 0,-1-1 0 0 0,0 0 0 0 0,1 1 0 0 0,-1 0 0 0 0,1-1-1 0 0,-1 1 1 0 0,0 0 0 0 0,1 0 0 0 0,-1-1 0 0 0,1 1 0 0 0,-1 0-1 0 0,1 1 1 0 0,-1-1 0 0 0,0 0 0 0 0,1 0 0 0 0,-1 1-1 0 0,1-1 1 0 0,-1 0 0 0 0,0 1 0 0 0,1-1 0 0 0,-1 1 0 0 0,0 0-1 0 0,0 0 1 0 0,1-1 0 0 0,-1 1 0 0 0,0 0 0 0 0,0 0 0 0 0,0 0-1 0 0,0 0 1 0 0,0 0 0 0 0,0 0 0 0 0,0 0 0 0 0,0 1-1 0 0,-1-1 1 0 0,1 0 0 0 0,0 0 0 0 0,-1 1 0 0 0,1-1 0 0 0,-1 0-1 0 0,1 1 1 0 0,-1-1 0 0 0,0 1 0 0 0,0-1 0 0 0,1 0 0 0 0,-1 4-1 0 0,2 7 243 0 0,-1 0 1 0 0,0 0-1 0 0,0 1 0 0 0,-3 23 0 0 0,1-24 291 0 0,3-16 312 0 0,8-15-801 0 0,-6 13-152 0 0,0-1 1 0 0,0 1-1 0 0,1 0 1 0 0,0 0-1 0 0,0 0 1 0 0,0 1-1 0 0,1 0 1 0 0,0 0-1 0 0,0 0 1 0 0,0 1-1 0 0,1 0 1 0 0,-1 0-1 0 0,1 0 1 0 0,0 1-1 0 0,13-4 1 0 0,-17 6-16 0 0,0 0 0 0 0,-1 0 0 0 0,1 1 0 0 0,0-1 0 0 0,0 1 0 0 0,0 0 0 0 0,0-1 0 0 0,0 2 0 0 0,0-1 0 0 0,0 0 0 0 0,0 0 0 0 0,0 1 0 0 0,0 0 0 0 0,0-1 1 0 0,-1 1-1 0 0,1 0 0 0 0,0 1 0 0 0,0-1 0 0 0,-1 0 0 0 0,1 1 0 0 0,-1-1 0 0 0,1 1 0 0 0,-1 0 0 0 0,0 0 0 0 0,1 0 0 0 0,-1 0 0 0 0,0 0 0 0 0,-1 1 0 0 0,1-1 0 0 0,0 0 0 0 0,0 1 1 0 0,-1-1-1 0 0,0 1 0 0 0,2 5 0 0 0,-2-7 0 0 0,0-1 0 0 0,0 1 1 0 0,0 0-1 0 0,0 0 0 0 0,-1-1 1 0 0,1 1-1 0 0,0 0 1 0 0,0-1-1 0 0,0 1 0 0 0,0-1 1 0 0,0 0-1 0 0,0 1 0 0 0,0-1 1 0 0,1 0-1 0 0,-1 1 0 0 0,0-1 1 0 0,0 0-1 0 0,0 0 0 0 0,0 0 1 0 0,0 0-1 0 0,0 0 1 0 0,0 0-1 0 0,1 0 0 0 0,-1-1 1 0 0,0 1-1 0 0,0 0 0 0 0,0-1 1 0 0,0 1-1 0 0,0 0 0 0 0,0-1 1 0 0,0 1-1 0 0,0-1 0 0 0,0 0 1 0 0,1-1-1 0 0,52-32 21 0 0,-10 6 2 0 0,-38 25 6 0 0,-1 1 1 0 0,1 0 0 0 0,0 1-1 0 0,0-1 1 0 0,0 1 0 0 0,0 0-1 0 0,0 1 1 0 0,0-1 0 0 0,0 1-1 0 0,10 1 1 0 0,-14 0-2 0 0,1 0-1 0 0,-1-1 0 0 0,0 1 1 0 0,0 0-1 0 0,0 0 0 0 0,0 0 1 0 0,0 1-1 0 0,0-1 0 0 0,-1 0 1 0 0,1 1-1 0 0,0-1 0 0 0,-1 1 1 0 0,1 0-1 0 0,-1-1 0 0 0,1 1 1 0 0,-1 0-1 0 0,0 0 0 0 0,0 0 1 0 0,0 0-1 0 0,0 0 0 0 0,0 0 1 0 0,0 0-1 0 0,0 0 0 0 0,-1 0 1 0 0,1 1-1 0 0,-1-1 0 0 0,0 0 1 0 0,0 0-1 0 0,1 1 0 0 0,-2 2 1 0 0,1 46 376 0 0,-1-22-2010 0 0,2-4-4525 0 0</inkml:trace>
</inkml:ink>
</file>

<file path=ppt/ink/ink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5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224 491 444 0 0,'-26'-33'7671'0'0,"24"32"-7190"0"0,-11-4 843 0 0,-15-4 731 0 0,21 9-1838 0 0,-1 1 0 0 0,0 1 1 0 0,0-1-1 0 0,0 1 0 0 0,1 0 0 0 0,-1 1 0 0 0,1 0 0 0 0,0 0 0 0 0,-13 8 1 0 0,15-8-138 0 0,0 0 0 0 0,0 0 1 0 0,0 1-1 0 0,1 0 1 0 0,-1 0-1 0 0,1 0 0 0 0,0 0 1 0 0,0 1-1 0 0,0 0 0 0 0,1-1 1 0 0,0 1-1 0 0,0 1 1 0 0,-5 9-1 0 0,7-13-67 0 0,1 0-1 0 0,-1 0 0 0 0,0 0 1 0 0,1 0-1 0 0,-1 0 1 0 0,1 0-1 0 0,0 0 1 0 0,-1 0-1 0 0,1 1 1 0 0,0-1-1 0 0,0 0 1 0 0,0 0-1 0 0,1 0 1 0 0,-1 0-1 0 0,1 0 1 0 0,-1 0-1 0 0,1 0 1 0 0,-1 0-1 0 0,1 0 1 0 0,0 0-1 0 0,0 0 1 0 0,0-1-1 0 0,0 1 0 0 0,0 0 1 0 0,1 0-1 0 0,-1-1 1 0 0,0 1-1 0 0,1-1 1 0 0,-1 1-1 0 0,1-1 1 0 0,0 0-1 0 0,-1 0 1 0 0,1 1-1 0 0,0-1 1 0 0,2 1-1 0 0,0-1 0 0 0,0 1 1 0 0,1-1-1 0 0,-1 0 0 0 0,0-1 0 0 0,0 1 0 0 0,0-1 1 0 0,1 1-1 0 0,-1-1 0 0 0,0-1 0 0 0,1 1 0 0 0,-1 0 1 0 0,0-1-1 0 0,0 0 0 0 0,8-3 0 0 0,-2 1-12 0 0,0 1 0 0 0,1-1 0 0 0,-1 2 1 0 0,0-1-1 0 0,1 2 0 0 0,-1-1 0 0 0,1 1 0 0 0,-1 1 0 0 0,0 0 0 0 0,1 0 0 0 0,-1 1 0 0 0,0 1 0 0 0,10 3 1 0 0,-17-6-2 0 0,2 1-13 0 0,-1 0-1 0 0,1-1 1 0 0,-1 1 0 0 0,1-1 0 0 0,-1-1 0 0 0,1 1 0 0 0,-1-1-1 0 0,1 1 1 0 0,-1-1 0 0 0,1 0 0 0 0,-1-1 0 0 0,0 1-1 0 0,1-1 1 0 0,5-3 0 0 0,5-4-56 0 0,-1 0 1 0 0,22-19-1 0 0,6-4-8 0 0,-27 19 46 0 0,-12 10 10 0 0,0 0 1 0 0,-1 1-1 0 0,1-1 0 0 0,0 1 1 0 0,0-1-1 0 0,0 1 0 0 0,1 0 0 0 0,-1 0 1 0 0,7-2-1 0 0,-9 4 24 0 0,0 1-1 0 0,0 0 1 0 0,0-1-1 0 0,0 1 1 0 0,0 0-1 0 0,0 0 1 0 0,0-1-1 0 0,0 1 0 0 0,-1 0 1 0 0,1 0-1 0 0,0 0 1 0 0,0 0-1 0 0,-1 0 1 0 0,1 0-1 0 0,-1 0 1 0 0,1 0-1 0 0,-1 1 1 0 0,1-1-1 0 0,-1 0 1 0 0,0 0-1 0 0,1 2 1 0 0,10 31-48 0 0,-10-32 46 0 0,-1 0-1 0 0,1 0 1 0 0,0 0 0 0 0,0 0 0 0 0,0 0 0 0 0,0 0 0 0 0,0-1 0 0 0,0 1 0 0 0,1 0 0 0 0,-1 0-1 0 0,1-1 1 0 0,-1 1 0 0 0,3 1 0 0 0,4 4 34 0 0,-8-6-25 0 0,16 0 31 0 0,-10-2-31 0 0,0 0 0 0 0,-1-1 1 0 0,1 0-1 0 0,0 0 0 0 0,-1 0 0 0 0,0-1 0 0 0,10-5 0 0 0,-12 5-14 0 0,1 1-1 0 0,-1 0 0 0 0,1 0 0 0 0,0 0 1 0 0,-1 1-1 0 0,1-1 0 0 0,0 1 0 0 0,0 0 1 0 0,0 0-1 0 0,0 0 0 0 0,0 0 0 0 0,0 1 0 0 0,6 0 1 0 0,23 5-5 0 0,-20-2-92 0 0,1-1-1 0 0,-1 0 1 0 0,28-1 0 0 0,-34-2 89 0 0,1 0-1 0 0,0-1 1 0 0,0 1-1 0 0,-1-2 1 0 0,1 1 0 0 0,-1-1-1 0 0,0 0 1 0 0,0 0-1 0 0,0-1 1 0 0,0 0 0 0 0,-1 0-1 0 0,8-7 1 0 0,-4 3-3 0 0,-1-2 1 0 0,0 1-1 0 0,0-1 0 0 0,-1-1 0 0 0,0 1 1 0 0,11-22-1 0 0,-7 9 0 0 0,-2-1 1 0 0,0-1-1 0 0,-2 0 0 0 0,0 0 0 0 0,-2 0 1 0 0,6-52-1 0 0,-5 14 2 0 0,3-62 153 0 0,-11 127-134 0 0,0 0 0 0 0,0 0 1 0 0,0-1-1 0 0,-1 1 0 0 0,1 0 0 0 0,-1-1 1 0 0,1 1-1 0 0,-1-1 0 0 0,0 1 1 0 0,-2 1-1 0 0,1-1 5 0 0,-3 6 8 0 0,1 0 0 0 0,0 0-1 0 0,0 1 1 0 0,1-1 0 0 0,0 1-1 0 0,0 0 1 0 0,1 0 0 0 0,0 1-1 0 0,1-1 1 0 0,0 1 0 0 0,0-1-1 0 0,1 1 1 0 0,0 10 0 0 0,1 12 6 0 0,1 1 1 0 0,7 44-1 0 0,-6-62-20 0 0,1-1 0 0 0,0 0 0 0 0,1-1 0 0 0,0 1 0 0 0,1-1 0 0 0,1 0 0 0 0,0 0 0 0 0,0 0 0 0 0,2-1 0 0 0,-1 0 0 0 0,16 17 0 0 0,-18-23 46 0 0,1 0 0 0 0,0 0-1 0 0,0-1 1 0 0,1 0 0 0 0,-1 0-1 0 0,1-1 1 0 0,0 0 0 0 0,0 0-1 0 0,1 0 1 0 0,-1-1 0 0 0,1 0 0 0 0,0-1-1 0 0,-1 0 1 0 0,1 0 0 0 0,0 0-1 0 0,0-1 1 0 0,1-1 0 0 0,-1 1-1 0 0,0-1 1 0 0,0 0 0 0 0,9-2-1 0 0,-15 1 423 0 0,19-3 550 0 0,-16 3-4263 0 0</inkml:trace>
</inkml:ink>
</file>

<file path=ppt/ink/ink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5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44 312 0 0,'0'-4'753'0'0,"1"-1"-1"0"0,0 1 1 0 0,1 0-1 0 0,-1 0 1 0 0,1 0-1 0 0,-1 1 1 0 0,5-7 0 0 0,-5 8-287 0 0,-1 2-480 0 0,0 0 0 0 0,0 0 1 0 0,0-1-1 0 0,0 1 0 0 0,0 0 1 0 0,0 0-1 0 0,1 0 0 0 0,-1-1 1 0 0,0 1-1 0 0,0 0 0 0 0,0 0 1 0 0,0 0-1 0 0,0-1 0 0 0,1 1 1 0 0,-1 0-1 0 0,0 0 0 0 0,0 0 1 0 0,0 0-1 0 0,1 0 0 0 0,-1 0 1 0 0,0-1-1 0 0,0 1 0 0 0,0 0 1 0 0,1 0-1 0 0,-1 0 0 0 0,0 0 1 0 0,0 0-1 0 0,1 0 0 0 0,-1 0 1 0 0,0 0-1 0 0,0 0 0 0 0,0 0 1 0 0,1 0-1 0 0,-1 0 0 0 0,0 0 1 0 0,0 0-1 0 0,1 0 0 0 0,-1 0 1 0 0,0 0-1 0 0,0 1 0 0 0,0-1 1 0 0,1 0-1 0 0,-1 0 0 0 0,0 0 1 0 0,0 0-1 0 0,0 0 0 0 0,1 1 1 0 0,13 3-2750 0 0,-14-4 2705 0 0,3 2-1812 0 0</inkml:trace>
</inkml:ink>
</file>

<file path=ppt/ink/ink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5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0 744 0 0,'0'0'5726'0'0,"-7"2"-4903"0"0,3-1-631 0 0,0 1 1 0 0,0-1-1 0 0,0 1 0 0 0,0 0 0 0 0,0 0 0 0 0,0 0 0 0 0,1 0 0 0 0,-1 1 1 0 0,1-1-1 0 0,-1 1 0 0 0,1 0 0 0 0,0 0 0 0 0,0 0 0 0 0,0 1 1 0 0,1-1-1 0 0,-1 1 0 0 0,1-1 0 0 0,0 1 0 0 0,0 0 0 0 0,0 0 0 0 0,0 0 1 0 0,1 0-1 0 0,-1 0 0 0 0,1 0 0 0 0,-1 9 0 0 0,2-8-98 0 0,0 0 0 0 0,0 0 0 0 0,1 0 0 0 0,0-1 0 0 0,0 1-1 0 0,0 0 1 0 0,0 0 0 0 0,1-1 0 0 0,-1 1 0 0 0,1-1 0 0 0,1 1 0 0 0,-1-1 0 0 0,0 0-1 0 0,1 0 1 0 0,0 0 0 0 0,0 0 0 0 0,0-1 0 0 0,1 1 0 0 0,-1-1 0 0 0,1 0 0 0 0,0 1-1 0 0,0-2 1 0 0,7 6 0 0 0,-7-7-385 0 0,-1 1 0 0 0,1-1 0 0 0,-1 1 0 0 0,1-1 0 0 0,0 0 0 0 0,-1-1 0 0 0,1 1-1 0 0,0 0 1 0 0,0-1 0 0 0,0 0 0 0 0,7-1 0 0 0,-2-6-5173 0 0</inkml:trace>
</inkml:ink>
</file>

<file path=ppt/ink/ink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35 312 0 0,'0'0'3232'0'0,"18"-21"-1536"0"0,-5 15-983 0 0,-5 2 511 0 0,10 0-700 0 0,-6 4 360 0 0,10 4-572 0 0,-11 0-248 0 0,-3-1-340 0 0,8 2-288 0 0,-5 0-792 0 0,0 0-1469 0 0,-2 1 657 0 0</inkml:trace>
</inkml:ink>
</file>

<file path=ppt/ink/ink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6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1 732 0 0,'0'0'7847'0'0,"-4"2"-7256"0"0,1 0-479 0 0,0 0-1 0 0,0 0 1 0 0,0 0-1 0 0,0 1 1 0 0,0-1-1 0 0,1 1 1 0 0,-1 0-1 0 0,1 0 1 0 0,0 0-1 0 0,0 0 1 0 0,0 0-1 0 0,0 0 1 0 0,1 1-1 0 0,-1-1 1 0 0,1 1-1 0 0,0-1 1 0 0,0 1-1 0 0,0-1 1 0 0,0 1-1 0 0,1 0 1 0 0,-1-1-1 0 0,1 1 1 0 0,0 0-1 0 0,0-1 1 0 0,0 1-1 0 0,1 0 1 0 0,-1-1-1 0 0,1 1 1 0 0,0 0-1 0 0,0-1 1 0 0,0 1-1 0 0,1-1 1 0 0,-1 0-1 0 0,4 7 1 0 0,8 15 222 0 0,-7-15-185 0 0,0 1-1 0 0,-1 0 1 0 0,0 0-1 0 0,-1 0 0 0 0,0 1 1 0 0,0 0-1 0 0,2 23 1 0 0,-6-34-120 0 0,0 0 0 0 0,-1 0 0 0 0,1 1 1 0 0,-1-1-1 0 0,0 0 0 0 0,1 0 0 0 0,-1 0 0 0 0,0 0 1 0 0,0 0-1 0 0,1 0 0 0 0,-1 0 0 0 0,0 0 1 0 0,0 0-1 0 0,0 0 0 0 0,0 0 0 0 0,0-1 0 0 0,-1 1 1 0 0,1 0-1 0 0,0-1 0 0 0,0 1 0 0 0,0-1 1 0 0,-1 1-1 0 0,1-1 0 0 0,0 0 0 0 0,0 1 0 0 0,-1-1 1 0 0,1 0-1 0 0,0 0 0 0 0,-1 0 0 0 0,1 0 0 0 0,0 0 1 0 0,-2 0-1 0 0,-42-2 259 0 0,43 1-243 0 0,-1 1-142 0 0,0-1 0 0 0,-1 0 0 0 0,1 1-1 0 0,0-2 1 0 0,0 1 0 0 0,0 0 0 0 0,0-1 0 0 0,1 1 0 0 0,-1-1-1 0 0,-4-3 1 0 0,-2-8-8001 0 0,7 2 4317 0 0</inkml:trace>
</inkml:ink>
</file>

<file path=ppt/ink/ink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27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72 109 236 0 0,'0'0'841'0'0,"-15"2"3176"0"0,-8-1-1636 0 0,21 0-1857 0 0,-19 3 2531 0 0,11-1-581 0 0,14-2-192 0 0,813-83-396 0 0,-797 79-1854 0 0,-13 3-8 0 0,0 0 0 0 0,-1-1 1 0 0,1 0-1 0 0,-1 0 1 0 0,1 0-1 0 0,-1-1 0 0 0,1 0 1 0 0,-1-1-1 0 0,11-4 1 0 0,-16 5 66 0 0,-6 0-60 0 0,1 0-14 0 0,-1 0-1 0 0,1 0 1 0 0,-1 0 0 0 0,1 1-1 0 0,-1 0 1 0 0,1 0-1 0 0,-1 0 1 0 0,0 0 0 0 0,0 1-1 0 0,1-1 1 0 0,-1 1-1 0 0,0 1 1 0 0,0-1-1 0 0,-6 2 1 0 0,8-1-8 0 0,4 2 3 0 0,-1 0-1 0 0,1 0 0 0 0,0 0 0 0 0,0 0 0 0 0,0 0 0 0 0,0-1 1 0 0,0 1-1 0 0,0 0 0 0 0,1-1 0 0 0,-1 1 0 0 0,1 0 1 0 0,0-1-1 0 0,3 4 0 0 0,-3-4-22 0 0,0 0 0 0 0,0 0 0 0 0,-1 0 0 0 0,1 1 0 0 0,0-1 0 0 0,-1 0 0 0 0,0 1 0 0 0,0-1 0 0 0,0 1 0 0 0,0-1 0 0 0,0 1 0 0 0,0 0 0 0 0,-1-1 0 0 0,1 1 0 0 0,-1 0 0 0 0,0 3 0 0 0,0-4-99 0 0,-1 0 0 0 0,0 0 0 0 0,0-1 0 0 0,0 1 1 0 0,0 0-1 0 0,0-1 0 0 0,0 1 0 0 0,0-1 0 0 0,-1 1 1 0 0,1-1-1 0 0,0 1 0 0 0,-1-1 0 0 0,1 0 0 0 0,-1 0 0 0 0,0 0 1 0 0,1 0-1 0 0,-4 1 0 0 0,-31 15-3350 0 0,34-16 2829 0 0,-21 8-4007 0 0,1 0 354 0 0</inkml:trace>
</inkml:ink>
</file>

<file path=ppt/ink/ink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33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71 310 572 0 0,'-64'-28'6403'0'0,"63"27"-5396"0"0,-5-3 1254 0 0,36 12-2133 0 0,-1-1 0 0 0,1-1 0 0 0,0-2 1 0 0,1-1-1 0 0,52-1 0 0 0,-40-1-61 0 0,718-7 330 0 0,-437-2-370 0 0,211-10 23 0 0,-269 12-13 0 0,-28 2-9 0 0,206-5-43 0 0,69-16 3 0 0,-80 8 23 0 0,-134-1 1 0 0,-70 4-10 0 0,78-6 77 0 0,136-6 98 0 0,530-29 1023 0 0,-890 49-1116 0 0,-42 4-10 0 0,254-25 963 0 0,-82-13 2632 0 0,-211 40-3573 0 0,24-6 232 0 0,-93 21-3022 0 0,13-6-4838 0 0,12-4 2954 0 0</inkml:trace>
</inkml:ink>
</file>

<file path=ppt/ink/ink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0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1 866 1132 0 0,'0'0'4343'0'0,"3"-6"-3621"0"0,8-12-109 0 0,0 1-1 0 0,1 1 1 0 0,1-1 0 0 0,25-24-1 0 0,74-56 756 0 0,-66 58-925 0 0,44-46-1 0 0,-35 20-55 0 0,-36 42-236 0 0,-1-2 0 0 0,-1 0 0 0 0,-1-1 0 0 0,-1-1 0 0 0,-2 0 0 0 0,-1-1 0 0 0,-1 0 0 0 0,-1-1 0 0 0,7-33 1 0 0,-10 30 103 0 0,3-24 304 0 0,-10 54-490 0 0,0 0-37 0 0,0 2-24 0 0,0-1-1 0 0,0 0 1 0 0,0 1-1 0 0,1-1 0 0 0,-1 1 1 0 0,0-1-1 0 0,-1 0 1 0 0,1 1-1 0 0,0-1 0 0 0,0 1 1 0 0,0-1-1 0 0,0 0 1 0 0,0 1-1 0 0,-1-1 0 0 0,1 1 1 0 0,0-1-1 0 0,0 0 1 0 0,-1 1-1 0 0,1-1 0 0 0,-1 1 1 0 0,1-1-1 0 0,0 1 1 0 0,-1 0-1 0 0,1-1 0 0 0,-1 1 1 0 0,1-1-1 0 0,-1 1 1 0 0,1 0-1 0 0,-1-1 0 0 0,1 1 1 0 0,-1 0-1 0 0,1-1 1 0 0,-1 1-1 0 0,0 0 0 0 0,1 0 1 0 0,-1 0-1 0 0,1 0 1 0 0,-1-1-1 0 0,0 1 0 0 0,1 0 1 0 0,-1 0-1 0 0,0 0 1 0 0,0 1-1 0 0,-8 2 1 0 0,1 1-1 0 0,0 0 1 0 0,0 0-1 0 0,1 1 1 0 0,-1 0 0 0 0,1 0-1 0 0,0 1 1 0 0,1 0-1 0 0,-1 0 1 0 0,1 1 0 0 0,1 0-1 0 0,-1 0 1 0 0,1 0-1 0 0,0 1 1 0 0,0-1-1 0 0,1 1 1 0 0,0 0 0 0 0,1 1-1 0 0,0-1 1 0 0,0 1-1 0 0,1-1 1 0 0,0 1 0 0 0,0 0-1 0 0,1 0 1 0 0,0-1-1 0 0,1 1 1 0 0,-1 0 0 0 0,2 0-1 0 0,0 0 1 0 0,0 0-1 0 0,0 0 1 0 0,1 0-1 0 0,0-1 1 0 0,1 1 0 0 0,0-1-1 0 0,0 1 1 0 0,1-1-1 0 0,9 15 1 0 0,-6-13-3 0 0,1-1 0 0 0,0 0 0 0 0,0 0 0 0 0,1 0 0 0 0,1-1-1 0 0,-1-1 1 0 0,13 8 0 0 0,-9-7 10 0 0,1-1-1 0 0,0 0 1 0 0,0-1-1 0 0,0-1 0 0 0,1 0 1 0 0,0-1-1 0 0,0-1 1 0 0,29 3-1 0 0,-25-4 4 0 0,1-2 0 0 0,-1 0 0 0 0,1-2 0 0 0,-1 0 0 0 0,0-1 0 0 0,34-10 0 0 0,-37 8-11 0 0,1-1-1 0 0,-1-1 1 0 0,0-1-1 0 0,19-12 1 0 0,-26 16-6 0 0,-1-1 0 0 0,0-1 0 0 0,0 0-1 0 0,0 0 1 0 0,-1 0 0 0 0,0-1 0 0 0,0 0 0 0 0,0-1 0 0 0,-1 1-1 0 0,0-1 1 0 0,-1-1 0 0 0,0 1 0 0 0,0-1 0 0 0,0 1 0 0 0,-1-2 0 0 0,-1 1-1 0 0,0 0 1 0 0,0-1 0 0 0,-1 1 0 0 0,0-1 0 0 0,0 0 0 0 0,0-11-1 0 0,-2 19 5 0 0,-1 2-6 0 0,1-1 0 0 0,0 1 0 0 0,-1 0 0 0 0,1-1 0 0 0,-1 1 0 0 0,1 0 0 0 0,-1-1 0 0 0,1 1 0 0 0,-1 0 0 0 0,1 0 0 0 0,-1-1 0 0 0,0 1 0 0 0,1 0 0 0 0,-1 0 0 0 0,1 0 0 0 0,-1 0 0 0 0,1 0 0 0 0,-1 0 0 0 0,0 0 0 0 0,1 0 0 0 0,-1 0 0 0 0,1 0 0 0 0,-1 0 0 0 0,1 0 0 0 0,-1 0 0 0 0,0 1 0 0 0,-2 1 0 0 0,0 0 0 0 0,0 1 0 0 0,0 0 0 0 0,1 0 0 0 0,-1 0 1 0 0,1 0-1 0 0,0 0 0 0 0,0 0 0 0 0,0 0 0 0 0,0 1 0 0 0,0-1 0 0 0,1 1 0 0 0,-1-1 1 0 0,1 1-1 0 0,0 0 0 0 0,0-1 0 0 0,1 1 0 0 0,-1 0 0 0 0,1 0 0 0 0,0 0 1 0 0,0-1-1 0 0,0 1 0 0 0,0 0 0 0 0,1 0 0 0 0,-1 0 0 0 0,1-1 0 0 0,0 1 1 0 0,0 0-1 0 0,1-1 0 0 0,-1 1 0 0 0,1-1 0 0 0,-1 1 0 0 0,1-1 0 0 0,0 0 0 0 0,0 0 1 0 0,1 0-1 0 0,-1 0 0 0 0,1 0 0 0 0,0 0 0 0 0,-1 0 0 0 0,1-1 0 0 0,0 0 1 0 0,0 1-1 0 0,1-1 0 0 0,-1 0 0 0 0,5 1 0 0 0,6 3-24 0 0,1 0 1 0 0,0-2-1 0 0,0 0 0 0 0,1 0 0 0 0,-1-1 1 0 0,1-1-1 0 0,0-1 0 0 0,0-1 0 0 0,0 0 1 0 0,18-2-1 0 0,-15 0-2 0 0,0-1 0 0 0,0-1 0 0 0,0-1 0 0 0,0 0 0 0 0,-1-1 0 0 0,0-1 1 0 0,32-18-1 0 0,-38 17 15 0 0,-1 0 0 0 0,0-1 0 0 0,-1 0 0 0 0,0-1 0 0 0,-1 0 0 0 0,0-1 0 0 0,0 0 0 0 0,-1 0 0 0 0,0-1 0 0 0,-1 0 0 0 0,-1 0 0 0 0,8-20 0 0 0,-3 3 234 0 0,-1-1 0 0 0,-2 0 0 0 0,0-1 0 0 0,3-37 0 0 0,-11 68-210 0 0,-1 0-1 0 0,1 0 0 0 0,0 0 0 0 0,0 1 0 0 0,0-1 0 0 0,0 0 0 0 0,0 0 0 0 0,0 0 0 0 0,-1 0 1 0 0,1 0-1 0 0,0 0 0 0 0,0 0 0 0 0,0 0 0 0 0,0 0 0 0 0,-1 0 0 0 0,1 0 0 0 0,0 0 1 0 0,0 0-1 0 0,0 0 0 0 0,0 0 0 0 0,0 0 0 0 0,-1 0 0 0 0,1 0 0 0 0,0 0 0 0 0,0-1 0 0 0,0 1 1 0 0,0 0-1 0 0,0 0 0 0 0,0 0 0 0 0,-1 0 0 0 0,1 0 0 0 0,0 0 0 0 0,0 0 0 0 0,0 0 0 0 0,0 0 1 0 0,0-1-1 0 0,0 1 0 0 0,0 0 0 0 0,0 0 0 0 0,0 0 0 0 0,-1 0 0 0 0,1 0 0 0 0,0-1 1 0 0,0 1-1 0 0,0 0 0 0 0,0 0 0 0 0,0 0 0 0 0,0 0 0 0 0,0 0 0 0 0,0-1 0 0 0,0 1 0 0 0,0 0 1 0 0,0 0-1 0 0,0 0 0 0 0,0 0 0 0 0,0 0 0 0 0,0-1 0 0 0,0 1 0 0 0,0 0 0 0 0,0 0 1 0 0,1 0-1 0 0,-1 0 0 0 0,0-1 0 0 0,-15 18 139 0 0,-14 31-115 0 0,10 2 174 0 0,3 1 0 0 0,2 0 1 0 0,-15 105-1 0 0,12-59-30 0 0,-27 189 254 0 0,11-58-94 0 0,19-190-107 0 0,13-62-235 0 0,2 1 1 0 0,1-1-1 0 0,0 1 1 0 0,2 0 0 0 0,0 0-1 0 0,2 0 1 0 0,16-43-1 0 0,16-22-199 0 0,98-164 1 0 0,-114 218 143 0 0,1 2 0 0 0,1 0 1 0 0,2 2-1 0 0,1 1 1 0 0,1 0-1 0 0,2 3 1 0 0,52-37-1 0 0,-73 57 35 0 0,0 1 0 0 0,0 1 0 0 0,1 0 0 0 0,0 0 0 0 0,-1 1 0 0 0,1 0 0 0 0,1 0 0 0 0,19-1 0 0 0,-28 3 21 0 0,1 1 1 0 0,-1 0-1 0 0,0 0 0 0 0,1 0 0 0 0,-1 0 0 0 0,1 0 0 0 0,-1 0 0 0 0,0 1 0 0 0,0-1 0 0 0,1 1 0 0 0,-1 0 0 0 0,0-1 0 0 0,0 1 0 0 0,1 0 0 0 0,-1 0 0 0 0,0 1 0 0 0,0-1 0 0 0,0 0 0 0 0,0 1 0 0 0,-1-1 0 0 0,1 1 0 0 0,0-1 0 0 0,-1 1 0 0 0,1 0 0 0 0,-1 0 0 0 0,1 0 0 0 0,-1 0 0 0 0,0 0 0 0 0,0 0 0 0 0,0 0 0 0 0,0 0 1 0 0,0 0-1 0 0,0 1 0 0 0,-1-1 0 0 0,1 0 0 0 0,-1 0 0 0 0,1 1 0 0 0,-1-1 0 0 0,0 1 0 0 0,0-1 0 0 0,0 0 0 0 0,0 1 0 0 0,-1-1 0 0 0,0 3 0 0 0,0 3-1 0 0,-1 0-1 0 0,0 0 1 0 0,-1 0-1 0 0,0 0 1 0 0,0-1-1 0 0,-1 1 1 0 0,0-1 0 0 0,0 0-1 0 0,0 0 1 0 0,-1 0-1 0 0,0-1 1 0 0,-1 0 0 0 0,1 0-1 0 0,-1 0 1 0 0,0-1-1 0 0,-10 8 1 0 0,-4 1 4 0 0,0-1 1 0 0,-1 0-1 0 0,0-2 0 0 0,-31 13 1 0 0,0-9-714 0 0,25-16-2186 0 0,5-11-4326 0 0,18 4 3536 0 0</inkml:trace>
</inkml:ink>
</file>

<file path=ppt/ink/ink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0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76 0 0,'25'22'3801'0'0,"-22"-19"-3548"0"0,3 1 161 0 0,-1 0-1 0 0,1 1 1 0 0,-1 0 0 0 0,0 0-1 0 0,0 1 1 0 0,-1-1 0 0 0,0 1-1 0 0,1 0 1 0 0,-2 0 0 0 0,1 1-1 0 0,-1-1 1 0 0,0 1 0 0 0,0-1-1 0 0,2 12 1 0 0,-5-16 179 0 0,-1 0-131 0 0,-3 4 1564 0 0,3-11-1994 0 0,0 0 1 0 0,1 0-1 0 0,0 1 1 0 0,0-1-1 0 0,0 0 1 0 0,0 0-1 0 0,1 0 0 0 0,0 1 1 0 0,0-1-1 0 0,0 0 1 0 0,1 1-1 0 0,-1-1 1 0 0,1 1-1 0 0,0-1 0 0 0,0 1 1 0 0,1 0-1 0 0,-1 0 1 0 0,1 0-1 0 0,0 0 1 0 0,0 0-1 0 0,0 1 1 0 0,4-4-1 0 0,5-2-423 0 0,0 1-1 0 0,1 0 1 0 0,24-11-1 0 0,-32 16-253 0 0,0 1 1 0 0,0 1-1 0 0,1-1 0 0 0,-1 1 0 0 0,1 0 0 0 0,0 0 0 0 0,-1 1 0 0 0,1 0 1 0 0,-1 0-1 0 0,1 0 0 0 0,0 0 0 0 0,9 3 0 0 0</inkml:trace>
</inkml:ink>
</file>

<file path=ppt/ink/ink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1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0 108 320 0 0,'6'2'297'0'0,"0"0"0"0"0,0-1 0 0 0,0 1 0 0 0,0-1 0 0 0,0 0 0 0 0,0-1 0 0 0,0 1 0 0 0,0-1 0 0 0,0 0 0 0 0,0-1 0 0 0,0 1 0 0 0,0-1 0 0 0,0-1 0 0 0,0 1 0 0 0,0-1 0 0 0,10-4 0 0 0,-9 3 53 0 0,0 0-1 0 0,0-1 0 0 0,-1 1 0 0 0,1-2 0 0 0,-1 1 0 0 0,0-1 0 0 0,0 1 0 0 0,0-2 0 0 0,-1 1 0 0 0,0-1 0 0 0,0 0 0 0 0,8-12 1 0 0,-12 17-273 0 0,-1 1 1 0 0,1-1 0 0 0,-1 0-1 0 0,1 0 1 0 0,-1 0 0 0 0,1 0 0 0 0,-1 0-1 0 0,0 0 1 0 0,1 0 0 0 0,-1 0-1 0 0,0 0 1 0 0,0 0 0 0 0,0 0 0 0 0,0 0-1 0 0,0 0 1 0 0,0 0 0 0 0,0 0-1 0 0,0 0 1 0 0,0 0 0 0 0,0 0-1 0 0,0 0 1 0 0,-1 0 0 0 0,1 0 0 0 0,0 0-1 0 0,-1 0 1 0 0,1 0 0 0 0,-2-1-1 0 0,1 0-145 0 0,0-1 269 0 0,-49 18 533 0 0,46-12-700 0 0,-1-1-1 0 0,1 1 1 0 0,0 1 0 0 0,0-1 0 0 0,0 1-1 0 0,1-1 1 0 0,-1 1 0 0 0,1 0 0 0 0,0 0-1 0 0,0 1 1 0 0,0-1 0 0 0,1 0 0 0 0,-1 1-1 0 0,1 0 1 0 0,0 0 0 0 0,1-1-1 0 0,-1 1 1 0 0,1 0 0 0 0,0 1 0 0 0,0-1-1 0 0,0 0 1 0 0,1 5 0 0 0,0-6-24 0 0,0-1 1 0 0,0 0-1 0 0,1 0 1 0 0,-1 1-1 0 0,1-1 0 0 0,0 0 1 0 0,0 0-1 0 0,0 0 1 0 0,1 0-1 0 0,-1 0 1 0 0,1 0-1 0 0,-1-1 0 0 0,1 1 1 0 0,0 0-1 0 0,0-1 1 0 0,0 1-1 0 0,1-1 1 0 0,-1 0-1 0 0,0 0 0 0 0,1 0 1 0 0,-1 0-1 0 0,1 0 1 0 0,0 0-1 0 0,0-1 1 0 0,0 1-1 0 0,0-1 0 0 0,0 0 1 0 0,0 0-1 0 0,0 0 1 0 0,0 0-1 0 0,0 0 1 0 0,0-1-1 0 0,1 0 0 0 0,-1 1 1 0 0,4-1-1 0 0,11-1 1 0 0,0-1 0 0 0,1 0 0 0 0,-1-1-1 0 0,-1-1 1 0 0,1-1 0 0 0,-1-1 0 0 0,31-13-1 0 0,39-12 13 0 0,-45 18-25 0 0,-30 8-3 0 0,0 1 1 0 0,0 0-1 0 0,0 1 0 0 0,1 1 0 0 0,-1 0 0 0 0,1 0 0 0 0,-1 1 0 0 0,1 1 0 0 0,23 2 0 0 0,-36-2 5 0 0,1 0 0 0 0,0 0 0 0 0,0 0 0 0 0,0 1-1 0 0,-1-1 1 0 0,1 0 0 0 0,0 0 0 0 0,0 1 0 0 0,-1-1 0 0 0,1 0-1 0 0,0 1 1 0 0,-1-1 0 0 0,1 1 0 0 0,0-1 0 0 0,-1 1 0 0 0,1-1-1 0 0,0 1 1 0 0,-1-1 0 0 0,1 1 0 0 0,-1 0 0 0 0,1-1 0 0 0,-1 1-1 0 0,0 0 1 0 0,1-1 0 0 0,-1 1 0 0 0,0 0 0 0 0,1 0-1 0 0,-1-1 1 0 0,0 1 0 0 0,0 0 0 0 0,0 0 0 0 0,0-1 0 0 0,1 1-1 0 0,-1 0 1 0 0,0 0 0 0 0,0 0 0 0 0,-1-1 0 0 0,1 1 0 0 0,0 0-1 0 0,0 0 1 0 0,0 0 0 0 0,0-1 0 0 0,-1 1 0 0 0,1 0 0 0 0,0 0-1 0 0,-1-1 1 0 0,1 1 0 0 0,0 0 0 0 0,-1-1 0 0 0,0 2 0 0 0,-19 26-40 0 0,19-28 42 0 0,1 1 0 0 0,-8 8 4 0 0,1-1 0 0 0,-1 0 0 0 0,0-1 0 0 0,-1 1 0 0 0,0-2 0 0 0,0 1 0 0 0,-1-1 0 0 0,1-1 0 0 0,-19 8 0 0 0,27-12 20 0 0,-13 5 629 0 0,1 0-2731 0 0</inkml:trace>
</inkml:ink>
</file>

<file path=ppt/ink/ink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3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0 469 232 0 0,'0'0'5644'0'0,"23"3"-3735"0"0,17-16-587 0 0,-39 12-1065 0 0,38-21 427 0 0,-28 17-636 0 0,0 0 0 0 0,0-1 1 0 0,-1 0-1 0 0,0 0 1 0 0,-1-1-1 0 0,1-1 0 0 0,-1 1 1 0 0,-1-1-1 0 0,1-1 1 0 0,-1 0-1 0 0,10-15 0 0 0,-17 22 6 0 0,-4-14 186 0 0,3 14-233 0 0,-1 0 1 0 0,1 1 0 0 0,-1-1 0 0 0,1 0-1 0 0,-1 1 1 0 0,1-1 0 0 0,-1 1 0 0 0,0-1 0 0 0,0 1-1 0 0,0-1 1 0 0,0 1 0 0 0,0 0 0 0 0,0 0-1 0 0,0-1 1 0 0,0 1 0 0 0,0 0 0 0 0,-1 0-1 0 0,1 0 1 0 0,-1 0 0 0 0,1 0 0 0 0,0 0 0 0 0,-1 1-1 0 0,1-1 1 0 0,-1 0 0 0 0,0 1 0 0 0,1-1-1 0 0,-1 1 1 0 0,1 0 0 0 0,-1-1 0 0 0,0 1-1 0 0,1 0 1 0 0,-1 0 0 0 0,-3 0 0 0 0,2 0 7 0 0,0 1 0 0 0,1-1-9 0 0,0 0 0 0 0,1 0-1 0 0,-1 0 1 0 0,0 0-1 0 0,1 0 1 0 0,-1 1 0 0 0,0-1-1 0 0,1 1 1 0 0,-1-1-1 0 0,1 1 1 0 0,-1 0 0 0 0,1 0-1 0 0,-1-1 1 0 0,1 1-1 0 0,-1 0 1 0 0,1 0 0 0 0,0 0-1 0 0,-1 1 1 0 0,1-1-1 0 0,0 0 1 0 0,0 0 0 0 0,0 1-1 0 0,-1 1 1 0 0,-4 5 49 0 0,5-6-47 0 0,-1 0 1 0 0,0 0 0 0 0,1 1-1 0 0,0-1 1 0 0,0 0-1 0 0,-1 1 1 0 0,1-1 0 0 0,1 1-1 0 0,-1-1 1 0 0,0 1-1 0 0,1 0 1 0 0,-1-1 0 0 0,1 1-1 0 0,0 0 1 0 0,0-1-1 0 0,0 1 1 0 0,0 0 0 0 0,0-1-1 0 0,0 1 1 0 0,1 0-1 0 0,-1-1 1 0 0,1 1 0 0 0,0-1-1 0 0,0 1 1 0 0,0-1-1 0 0,0 1 1 0 0,0-1 0 0 0,1 0-1 0 0,-1 1 1 0 0,1-1-1 0 0,-1 0 1 0 0,1 0 0 0 0,0 0-1 0 0,0 0 1 0 0,4 3-1 0 0,-2-2-1 0 0,0 0-1 0 0,0 0 0 0 0,1 0 1 0 0,-1 0-1 0 0,1-1 0 0 0,0 0 1 0 0,0 0-1 0 0,0 0 0 0 0,0-1 0 0 0,0 1 1 0 0,0-1-1 0 0,0 0 0 0 0,0-1 1 0 0,1 1-1 0 0,-1-1 0 0 0,0 0 1 0 0,0 0-1 0 0,1-1 0 0 0,-1 1 1 0 0,0-1-1 0 0,0 0 0 0 0,7-3 0 0 0,13-7-2 0 0,0 0-1 0 0,0-2 0 0 0,27-19 1 0 0,-50 31-3 0 0,30-18 8 0 0,-31 18-8 0 0,1 0-1 0 0,-1 1 0 0 0,0-1 1 0 0,0 1-1 0 0,0 0 0 0 0,1-1 1 0 0,-1 1-1 0 0,0 0 0 0 0,1 0 1 0 0,-1 0-1 0 0,0 0 0 0 0,0 0 1 0 0,1 0-1 0 0,-1 0 0 0 0,0 0 1 0 0,1 0-1 0 0,-1 1 0 0 0,0-1 1 0 0,0 0-1 0 0,1 1 0 0 0,-1-1 1 0 0,0 1-1 0 0,1 0 0 0 0,5 6 6 0 0,-5-5-4 0 0,0 1-1 0 0,0-1 0 0 0,1 0 1 0 0,-1 0-1 0 0,1 0 1 0 0,-1 0-1 0 0,1 0 0 0 0,0 0 1 0 0,0-1-1 0 0,-1 0 1 0 0,1 1-1 0 0,4 0 0 0 0,2 0 1 0 0,1 0 0 0 0,0-1-1 0 0,0 0 1 0 0,0 0-1 0 0,0-1 1 0 0,-1 0-1 0 0,1-1 1 0 0,0 0 0 0 0,0-1-1 0 0,0 0 1 0 0,-1-1-1 0 0,1 1 1 0 0,-1-2-1 0 0,0 1 1 0 0,0-1 0 0 0,0-1-1 0 0,-1 0 1 0 0,14-10-1 0 0,-3 2 63 0 0,0-2 0 0 0,-2 0 0 0 0,0-1 0 0 0,-1 0 0 0 0,0-1 0 0 0,23-36 0 0 0,-32 42 196 0 0,-1 0-1 0 0,0 0 1 0 0,0-1-1 0 0,-2 0 0 0 0,1 0 1 0 0,-2 0-1 0 0,1 0 0 0 0,-2-1 1 0 0,0 1-1 0 0,0-1 0 0 0,-1 0 1 0 0,-1-24-1 0 0,0 34 677 0 0,-3 4-902 0 0,1 0-1 0 0,0 0 1 0 0,0 0 0 0 0,0 0-1 0 0,0 1 1 0 0,0-1-1 0 0,0 0 1 0 0,0 1-1 0 0,0-1 1 0 0,1 1 0 0 0,-1 0-1 0 0,-3 3 1 0 0,4-3 20 0 0,-3 3 10 0 0,1-1-1 0 0,-1 1 1 0 0,1 0-1 0 0,0 0 1 0 0,1 0 0 0 0,-1 1-1 0 0,1-1 1 0 0,0 0-1 0 0,0 1 1 0 0,1 0 0 0 0,-2 6-1 0 0,-2 61 411 0 0,6-60-443 0 0,0-1-1 0 0,1 1 0 0 0,1-1 1 0 0,0 0-1 0 0,0 0 0 0 0,1 0 0 0 0,1 0 1 0 0,8 15-1 0 0,-10-21-410 0 0,1-1 1 0 0,0 1 0 0 0,0-1-1 0 0,0 1 1 0 0,10 8-1 0 0,-3-9-802 0 0,5 0-5719 0 0,-14-5 5665 0 0</inkml:trace>
</inkml:ink>
</file>

<file path=ppt/ink/ink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3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15 220 0 0,'0'0'799'0'0,"3"1"-30"0"0,3 2-384 0 0,1-2 0 0 0,0 1-1 0 0,0-1 1 0 0,0 0 0 0 0,-1 0-1 0 0,1-1 1 0 0,0 1 0 0 0,0-2-1 0 0,7 0 1 0 0,74-10 103 0 0,-71 8-580 0 0,55-3-3357 0 0,-54 3 1995 0 0</inkml:trace>
</inkml:ink>
</file>

<file path=ppt/ink/ink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3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0 384 0 0,'0'0'8271'0'0,"-7"1"-7734"0"0,6 0-485 0 0,-1-1 0 0 0,1 0 0 0 0,-1 1 0 0 0,1-1-1 0 0,-1 1 1 0 0,1-1 0 0 0,-1 1 0 0 0,1 0 0 0 0,-1 0 0 0 0,1 0-1 0 0,0 0 1 0 0,-1 0 0 0 0,1 0 0 0 0,0 0 0 0 0,0 0 0 0 0,0 0 0 0 0,0 0-1 0 0,0 1 1 0 0,0-1 0 0 0,0 0 0 0 0,0 1 0 0 0,0-1 0 0 0,1 1 0 0 0,-1 1-1 0 0,0 1 60 0 0,0-1 0 0 0,1 1 0 0 0,0 0 0 0 0,0 0 0 0 0,0 0-1 0 0,0 0 1 0 0,1 0 0 0 0,-1-1 0 0 0,1 1 0 0 0,0 0 0 0 0,3 6-1 0 0,7 21 427 0 0,-6-20-341 0 0,-1 0 1 0 0,0 0-1 0 0,-1 1 0 0 0,2 13 1 0 0,-5-23-181 0 0,-1 0 1 0 0,1 0-1 0 0,0 0 1 0 0,-1 0-1 0 0,0 0 1 0 0,1 0-1 0 0,-1-1 1 0 0,0 1 0 0 0,0 0-1 0 0,0 0 1 0 0,0-1-1 0 0,0 1 1 0 0,0-1-1 0 0,-1 1 1 0 0,1-1-1 0 0,0 1 1 0 0,-1-1 0 0 0,1 0-1 0 0,-1 0 1 0 0,0 1-1 0 0,1-1 1 0 0,-1-1-1 0 0,0 1 1 0 0,0 0 0 0 0,1 0-1 0 0,-1 0 1 0 0,0-1-1 0 0,-2 1 1 0 0,-53 12 33 0 0,0-11-1871 0 0,21-12-4528 0 0,22 4 3144 0 0</inkml:trace>
</inkml:ink>
</file>

<file path=ppt/ink/ink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5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74 872 0 0,'5'-1'308'0'0,"-1"0"0"0"0,0 0 0 0 0,0 1-1 0 0,1-1 1 0 0,-1 1 0 0 0,0 0 0 0 0,1 0 0 0 0,-1 1-1 0 0,0-1 1 0 0,1 1 0 0 0,-1 0 0 0 0,7 2 0 0 0,-9-2-219 0 0,0 1 0 0 0,0-1 0 0 0,0 0 0 0 0,0 1 0 0 0,0-1 0 0 0,0 1 0 0 0,-1 0 0 0 0,1 0 0 0 0,-1 0 0 0 0,1-1 0 0 0,-1 1 0 0 0,0 1 0 0 0,0-1 0 0 0,0 0 1 0 0,0 0-1 0 0,0 0 0 0 0,0 0 0 0 0,0 1 0 0 0,-1-1 0 0 0,1 0 0 0 0,-1 1 0 0 0,0-1 0 0 0,0 1 0 0 0,0 3 0 0 0,0 3 72 0 0,0 0 1 0 0,-1 1-1 0 0,-1-1 1 0 0,1 0-1 0 0,-1 0 1 0 0,-1 0-1 0 0,0 0 1 0 0,0 0-1 0 0,-8 15 1 0 0,8-18-46 0 0,-1-1 0 0 0,1 1 1 0 0,-1-1-1 0 0,0 0 0 0 0,0 0 1 0 0,0 0-1 0 0,-1-1 0 0 0,1 1 1 0 0,-1-1-1 0 0,0 0 0 0 0,-1 0 1 0 0,1-1-1 0 0,-1 0 0 0 0,-10 5 1 0 0,15-7-87 0 0,0-1 1 0 0,1 1 0 0 0,-2-1-1 0 0,1 0 1 0 0,0 1-1 0 0,0-1 1 0 0,0 0 0 0 0,0 1-1 0 0,0-1 1 0 0,0 0 0 0 0,0 0-1 0 0,0 0 1 0 0,0 0 0 0 0,0 0-1 0 0,0 0 1 0 0,0-1-1 0 0,-1 1 1 0 0,1 0 0 0 0,0 0-1 0 0,0-1 1 0 0,0 1 0 0 0,0-1-1 0 0,0 1 1 0 0,0-1-1 0 0,-1 0 1 0 0,2 0-15 0 0,-1 0 0 0 0,1 0 0 0 0,-1-1 1 0 0,1 1-1 0 0,-1 0 0 0 0,1 0 0 0 0,0 0 0 0 0,0-1 0 0 0,0 1 0 0 0,0 0 0 0 0,0 0 0 0 0,0-1 0 0 0,0 1 1 0 0,0 0-1 0 0,0 0 0 0 0,0 0 0 0 0,1-1 0 0 0,0 0 0 0 0,1-6 16 0 0,1 0 0 0 0,0 1 0 0 0,1-1 0 0 0,-1 1 0 0 0,7-9 0 0 0,3-1 13 0 0,2 0 1 0 0,-1 1 0 0 0,2 1-1 0 0,0 0 1 0 0,27-18 0 0 0,-35 27-38 0 0,1 0 0 0 0,0 1 1 0 0,0 0-1 0 0,0 0 1 0 0,0 1-1 0 0,0 1 1 0 0,1-1-1 0 0,0 2 1 0 0,0-1-1 0 0,0 1 1 0 0,0 1-1 0 0,0 0 1 0 0,0 0-1 0 0,10 1 0 0 0,-15 1-5 0 0,-1 0-1 0 0,0 0 0 0 0,-1 0 0 0 0,1 0 1 0 0,0 1-1 0 0,0 0 0 0 0,0 0 0 0 0,-1 0 1 0 0,1 0-1 0 0,-1 0 0 0 0,0 1 0 0 0,0 0 1 0 0,0-1-1 0 0,0 1 0 0 0,0 0 0 0 0,0 1 0 0 0,-1-1 1 0 0,1 0-1 0 0,-1 1 0 0 0,0-1 0 0 0,0 1 1 0 0,0 0-1 0 0,1 5 0 0 0,-1-3 2 0 0,0 0 0 0 0,0 0 0 0 0,-1 0 0 0 0,0 0 0 0 0,0 0-1 0 0,0 0 1 0 0,-1 0 0 0 0,0 0 0 0 0,0 0 0 0 0,0 0 0 0 0,-1 0 0 0 0,0 0 0 0 0,0 0 0 0 0,-4 9-1 0 0,6-8 101 0 0,10-13-60 0 0,30-30-56 0 0,-5 4 0 0 0,-29 26 6 0 0,1 1 1 0 0,0-1 0 0 0,0 2-1 0 0,1-1 1 0 0,0 1 0 0 0,16-5-1 0 0,-18 8 2 0 0,-1 0 0 0 0,0 0-1 0 0,1 1 1 0 0,-1 0 0 0 0,0 0 0 0 0,1 0-1 0 0,-1 1 1 0 0,0 0 0 0 0,0 0 0 0 0,1 1-1 0 0,6 2 1 0 0,12 4 2 0 0,1-2 0 0 0,1 0 0 0 0,-1-2 1 0 0,1-1-1 0 0,46 0 0 0 0,-57-4 6 0 0,1 0 1 0 0,0-1-1 0 0,-1 0 1 0 0,1-1 0 0 0,-1-1-1 0 0,0-1 1 0 0,0 0-1 0 0,0-1 1 0 0,-1-1-1 0 0,19-11 1 0 0,-31 16-6 0 0,-1 1 1 0 0,0-1 0 0 0,0 1-1 0 0,1-1 1 0 0,-1 0-1 0 0,-1 0 1 0 0,1 0-1 0 0,0 0 1 0 0,0 0 0 0 0,-1-1-1 0 0,1 1 1 0 0,-1 0-1 0 0,0-1 1 0 0,0 1-1 0 0,0-1 1 0 0,0 1 0 0 0,0-1-1 0 0,0 1 1 0 0,-1-1-1 0 0,1 0 1 0 0,-1 0-1 0 0,1 1 1 0 0,-1-1 0 0 0,0 0-1 0 0,-1 1 1 0 0,1-1-1 0 0,0 0 1 0 0,-1 0 0 0 0,1 1-1 0 0,-1-1 1 0 0,0 1-1 0 0,0-1 1 0 0,0 0-1 0 0,0 1 1 0 0,0 0 0 0 0,-1-1-1 0 0,1 1 1 0 0,-1 0-1 0 0,1 0 1 0 0,-4-4-1 0 0,3 5 4 0 0,0 0 0 0 0,-1 0 0 0 0,1 0 0 0 0,0 1 0 0 0,-1-1-1 0 0,1 0 1 0 0,-1 1 0 0 0,1 0 0 0 0,-1-1 0 0 0,1 1 0 0 0,-1 0 0 0 0,1 0-1 0 0,0 1 1 0 0,-1-1 0 0 0,-4 2 0 0 0,-36 9 117 0 0,38-8-104 0 0,1-1-1 0 0,0 1 0 0 0,0 0 0 0 0,0 0 0 0 0,0 1 1 0 0,0-1-1 0 0,1 1 0 0 0,-1 0 0 0 0,1 0 0 0 0,0 0 0 0 0,0 0 1 0 0,1 1-1 0 0,-1-1 0 0 0,1 1 0 0 0,0 0 0 0 0,0-1 0 0 0,1 1 1 0 0,-2 6-1 0 0,3-8-14 0 0,-1 0 1 0 0,1 0-1 0 0,1 0 1 0 0,-1 0-1 0 0,0 0 1 0 0,1-1-1 0 0,-1 1 0 0 0,1 0 1 0 0,0 0-1 0 0,0-1 1 0 0,0 1-1 0 0,0 0 1 0 0,0-1-1 0 0,1 1 1 0 0,-1-1-1 0 0,1 1 1 0 0,0-1-1 0 0,-1 0 1 0 0,1 0-1 0 0,0 0 0 0 0,0 0 1 0 0,1 0-1 0 0,-1 0 1 0 0,0 0-1 0 0,1-1 1 0 0,-1 1-1 0 0,1-1 1 0 0,-1 0-1 0 0,1 1 1 0 0,0-1-1 0 0,-1-1 1 0 0,1 1-1 0 0,4 1 1 0 0,34 9-473 0 0,0-2 1 0 0,1-2 0 0 0,0-1 0 0 0,0-3 0 0 0,0-1 0 0 0,1-2 0 0 0,52-6 0 0 0,-62 2-67 0 0,-1 0 0 0 0,45-13 0 0 0,-68 14 517 0 0,0 0 1 0 0,0 0-1 0 0,0-1 0 0 0,-1 0 1 0 0,0 0-1 0 0,0-1 0 0 0,0 0 0 0 0,0 0 1 0 0,-1-1-1 0 0,0 0 0 0 0,0-1 1 0 0,0 1-1 0 0,6-9 0 0 0,-12 12 136 0 0,1 1 0 0 0,0 0-1 0 0,-1 0 1 0 0,0-1 0 0 0,1 1-1 0 0,-1 0 1 0 0,0-1 0 0 0,0 1-1 0 0,0-1 1 0 0,-1 0-1 0 0,1 1 1 0 0,-1-1 0 0 0,1 0-1 0 0,-1 1 1 0 0,0-1 0 0 0,0 0-1 0 0,0 1 1 0 0,0-1 0 0 0,-1 0-1 0 0,1 0 1 0 0,-1 1 0 0 0,1-1-1 0 0,-1 1 1 0 0,0-1 0 0 0,-2-2-1 0 0,3 2 149 0 0,-12 1 312 0 0,11 1-546 0 0,0 1-1 0 0,0 0 0 0 0,0-1 1 0 0,0 1-1 0 0,0 0 0 0 0,0 0 1 0 0,0 0-1 0 0,0 0 0 0 0,-1 0 1 0 0,1 0-1 0 0,0 0 0 0 0,0 0 1 0 0,0 0-1 0 0,0 1 0 0 0,0-1 1 0 0,0 0-1 0 0,0 1 0 0 0,0-1 1 0 0,0 1-1 0 0,-2 0 0 0 0,-1 1 33 0 0,0 0 0 0 0,0 0 0 0 0,0 1 0 0 0,0-1 0 0 0,0 1-1 0 0,0 0 1 0 0,0 0 0 0 0,1 0 0 0 0,0 1 0 0 0,0-1-1 0 0,0 1 1 0 0,0 0 0 0 0,0 0 0 0 0,1 0 0 0 0,-1 0 0 0 0,1 0-1 0 0,0 1 1 0 0,1-1 0 0 0,-1 1 0 0 0,1-1 0 0 0,-2 7 0 0 0,3-9-23 0 0,8 4 53 0 0,-6-4-80 0 0,1 1 0 0 0,-1-1 0 0 0,1 0 1 0 0,0 0-1 0 0,0 0 0 0 0,0 0 0 0 0,0-1 0 0 0,6 3 0 0 0,47 9 1 0 0,-34-7-59 0 0,-1-2 0 0 0,32 3 0 0 0,-44-6 26 0 0,0-1 0 0 0,0-1 0 0 0,0 0 0 0 0,0 0 0 0 0,-1 0 0 0 0,1-1 0 0 0,0-1 0 0 0,-1 1 0 0 0,14-7 0 0 0,-10 2 6 0 0,0 0 0 0 0,-1-1 0 0 0,20-17 0 0 0,-22 17 21 0 0,1 0 1 0 0,0 0-1 0 0,22-11 0 0 0,-31 18-9 0 0,0 0-4 0 0,5-2 7 0 0,-4 2 8 0 0,-1 1-8 0 0,-1 0 0 0 0,1 1 0 0 0,-1-1 0 0 0,1 0 0 0 0,-1 1 0 0 0,0-1 0 0 0,1 0 0 0 0,-1 1 0 0 0,1-1 0 0 0,-1 1 0 0 0,0-1 0 0 0,1 0 0 0 0,-1 1 0 0 0,0-1 0 0 0,1 1 0 0 0,-1-1 0 0 0,0 1 0 0 0,0-1 0 0 0,0 1 0 0 0,1 0 0 0 0,-1-1 0 0 0,0 1 1 0 0,0-1-1 0 0,0 1 0 0 0,0-1 0 0 0,0 1 0 0 0,0-1 0 0 0,0 2 0 0 0,1 26 32 0 0,-1-14-10 0 0,0-8-12 0 0,1-1-1 0 0,0 0 1 0 0,0 0-1 0 0,1 0 1 0 0,-1 0-1 0 0,1 0 1 0 0,3 7-1 0 0,-4-10-7 0 0,0-1-1 0 0,0 1 0 0 0,0-1 1 0 0,1 1-1 0 0,-1-1 0 0 0,0 0 0 0 0,0 1 1 0 0,1-1-1 0 0,-1 0 0 0 0,1 0 0 0 0,-1 0 1 0 0,1 0-1 0 0,0 0 0 0 0,-1 0 0 0 0,1 0 1 0 0,0-1-1 0 0,0 1 0 0 0,-1-1 0 0 0,1 1 1 0 0,0-1-1 0 0,0 0 0 0 0,0 1 1 0 0,0-1-1 0 0,0 0 0 0 0,-1 0 0 0 0,1 0 1 0 0,0-1-1 0 0,0 1 0 0 0,0 0 0 0 0,0-1 1 0 0,-1 1-1 0 0,1-1 0 0 0,0 0 0 0 0,0 1 1 0 0,-1-1-1 0 0,4-2 0 0 0,20-9-8 0 0,-5 2 1 0 0,0 1 0 0 0,41-12 0 0 0,-39 16-7 0 0,-20 5 3 0 0,1 0 7 0 0,11 0-2 0 0,152 13-1427 0 0,-164-13 419 0 0,7-7-4252 0 0</inkml:trace>
</inkml:ink>
</file>

<file path=ppt/ink/ink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6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72 956 0 0,'0'-4'663'0'0,"1"0"1"0"0,-1 0-1 0 0,1 0 1 0 0,0 0-1 0 0,0 0 0 0 0,0 0 1 0 0,1 1-1 0 0,-1-1 0 0 0,1 0 1 0 0,0 1-1 0 0,0-1 0 0 0,0 1 1 0 0,0-1-1 0 0,1 1 0 0 0,-1 0 1 0 0,1 0-1 0 0,6-5 1 0 0,-8 8-584 0 0,0-1 1 0 0,1 1 0 0 0,-1 0-1 0 0,1 0 1 0 0,-1 0 0 0 0,1-1 0 0 0,-1 1-1 0 0,1 0 1 0 0,-1 1 0 0 0,1-1 0 0 0,-1 0-1 0 0,0 0 1 0 0,1 1 0 0 0,-1-1 0 0 0,1 1-1 0 0,-1-1 1 0 0,0 1 0 0 0,1 0 0 0 0,-1-1-1 0 0,0 1 1 0 0,0 0 0 0 0,1 0 0 0 0,-1 0-1 0 0,0 0 1 0 0,0 0 0 0 0,0 0 0 0 0,0 0-1 0 0,1 2 1 0 0,1 8 26 0 0,-1 0 0 0 0,-1 0-1 0 0,0 0 1 0 0,0-1 0 0 0,-1 1-1 0 0,0 0 1 0 0,-1 0 0 0 0,0 0 0 0 0,-6 19-1 0 0,-35 104 217 0 0,22-77-189 0 0,-90 211-77 0 0,71-182-683 0 0,-29 74-1773 0 0,29-50-4959 0 0,29-74 3738 0 0</inkml:trace>
</inkml:ink>
</file>

<file path=ppt/ink/ink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6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431 69 484 0 0,'0'0'933'0'0,"-14"-40"4926"0"0,11 39-5735 0 0,0 0 0 0 0,0 0-1 0 0,1 0 1 0 0,-1 1 0 0 0,0-1 0 0 0,-1 1 0 0 0,1 0-1 0 0,0 0 1 0 0,0 0 0 0 0,0 0 0 0 0,0 0 0 0 0,0 1-1 0 0,0-1 1 0 0,0 1 0 0 0,0 0 0 0 0,0 0 0 0 0,1 0-1 0 0,-1 0 1 0 0,0 0 0 0 0,0 1 0 0 0,1-1 0 0 0,-1 1-1 0 0,1 0 1 0 0,-3 2 0 0 0,2-2-61 0 0,-1 0-1 0 0,1 1 1 0 0,0 0-1 0 0,0-1 1 0 0,0 1-1 0 0,0 0 1 0 0,1 0-1 0 0,-1 1 1 0 0,1-1 0 0 0,-1 0-1 0 0,1 1 1 0 0,1 0-1 0 0,-1-1 1 0 0,0 1-1 0 0,1 0 1 0 0,0 0-1 0 0,-2 8 1 0 0,3-10 8 0 0,31 16 243 0 0,-22-18-294 0 0,0-1 0 0 0,0 0-1 0 0,0 0 1 0 0,0-1 0 0 0,-1 0-1 0 0,1 0 1 0 0,0-1 0 0 0,-1 0-1 0 0,0-1 1 0 0,9-5-1 0 0,4-4 17 0 0,0-1-1 0 0,28-27 0 0 0,-40 33-22 0 0,22-16 91 0 0,-23 44-87 0 0,-8-7-12 0 0,-1 0 0 0 0,0 0 1 0 0,-1 0-1 0 0,-1 0 0 0 0,0 0 1 0 0,-7 21-1 0 0,6-21-2 0 0,-97 244 74 0 0,62-166-44 0 0,19-45-14 0 0,-2-1-1 0 0,-40 62 1 0 0,47-85-8 0 0,-1-1-1 0 0,-1 0 1 0 0,-1-2 0 0 0,0 0 0 0 0,-2 0-1 0 0,-25 17 1 0 0,40-32 9 0 0,0 0 0 0 0,-1-1 0 0 0,0 0 0 0 0,0 0 0 0 0,0 0 0 0 0,0-1 0 0 0,0 0 0 0 0,-1 0-1 0 0,1 0 1 0 0,0-1 0 0 0,-1 0 0 0 0,1 0 0 0 0,-1-1 0 0 0,-7 0 0 0 0,11-1-4 0 0,0 1 0 0 0,1-1 0 0 0,-1 1-1 0 0,0-1 1 0 0,1 0 0 0 0,-1 0 0 0 0,1-1 0 0 0,-1 1 0 0 0,1 0-1 0 0,0-1 1 0 0,-1 1 0 0 0,1-1 0 0 0,0 0 0 0 0,0 0 0 0 0,0 0 0 0 0,0 0-1 0 0,0 0 1 0 0,1 0 0 0 0,-1-1 0 0 0,1 1 0 0 0,-1 0 0 0 0,1-1-1 0 0,0 1 1 0 0,0-1 0 0 0,0 0 0 0 0,0 1 0 0 0,1-1 0 0 0,-1 0 0 0 0,1 1-1 0 0,-1-1 1 0 0,1 0 0 0 0,0 0 0 0 0,0 1 0 0 0,1-7 0 0 0,-1 0-38 0 0,2 0 1 0 0,-1 1-1 0 0,1-1 1 0 0,0 0 0 0 0,1 0-1 0 0,0 1 1 0 0,0-1 0 0 0,1 1-1 0 0,0 0 1 0 0,1 0 0 0 0,0 1-1 0 0,0-1 1 0 0,0 1-1 0 0,7-7 1 0 0,5-4-448 0 0,1 0 0 0 0,0 1-1 0 0,38-26 1 0 0,94-52-5673 0 0,-98 70 3253 0 0</inkml:trace>
</inkml:ink>
</file>

<file path=ppt/ink/ink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7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12 56 0 0,'-6'-8'11718'0'0,"0"12"-11535"0"0,0 1 1 0 0,0 0 0 0 0,0-1 0 0 0,1 2-1 0 0,0-1 1 0 0,0 1 0 0 0,0 0-1 0 0,0 0 1 0 0,1 0 0 0 0,-6 12 0 0 0,-1 5 191 0 0,7-17-258 0 0,1 0-1 0 0,0 0 1 0 0,0 0 0 0 0,0 0-1 0 0,1 0 1 0 0,0 1 0 0 0,0-1-1 0 0,0 1 1 0 0,1-1-1 0 0,0 1 1 0 0,1 0 0 0 0,-1-1-1 0 0,1 1 1 0 0,0 0 0 0 0,2 9-1 0 0,-1-15-107 0 0,0 0 0 0 0,-1 0-1 0 0,1 0 1 0 0,0 0 0 0 0,0 0-1 0 0,0-1 1 0 0,0 1 0 0 0,0 0-1 0 0,0-1 1 0 0,0 1 0 0 0,0-1 0 0 0,0 1-1 0 0,0-1 1 0 0,0 1 0 0 0,0-1-1 0 0,0 0 1 0 0,1 1 0 0 0,-1-1-1 0 0,0 0 1 0 0,0 0 0 0 0,0 0 0 0 0,1 0-1 0 0,-1 0 1 0 0,0 0 0 0 0,0 0-1 0 0,2-1 1 0 0,32-3 123 0 0,-34 3-121 0 0,17-3 13 0 0,0-1 0 0 0,1-1 0 0 0,-2 0 0 0 0,1-2 0 0 0,24-13 0 0 0,-41 20-27 0 0,0 1-1 0 0,0 0 0 0 0,0-1 1 0 0,0 1-1 0 0,0 0 0 0 0,0 0 1 0 0,0-1-1 0 0,0 1 1 0 0,-1 0-1 0 0,1 0 0 0 0,0 0 1 0 0,0 0-1 0 0,0 0 1 0 0,0 0-1 0 0,0 1 0 0 0,0-1 1 0 0,0 0-1 0 0,0 1 0 0 0,0-1 1 0 0,0 0-1 0 0,0 1 1 0 0,0-1-1 0 0,0 1 0 0 0,0-1 1 0 0,-1 1-1 0 0,1-1 0 0 0,0 1 1 0 0,0 1-1 0 0,24 25 12 0 0,-9-9-10 0 0,-10-14 3 0 0,0 1-1 0 0,0-2 1 0 0,0 1-1 0 0,1-1 1 0 0,-1 0-1 0 0,1 0 0 0 0,0-1 1 0 0,0 0-1 0 0,-1 0 1 0 0,2-1-1 0 0,-1 1 1 0 0,0-2-1 0 0,10 1 0 0 0,-12-1 6 0 0,0-1-1 0 0,0 0 0 0 0,0-1 0 0 0,0 1 0 0 0,0-1 0 0 0,0 0 1 0 0,0 0-1 0 0,-1 0 0 0 0,1-1 0 0 0,-1 1 0 0 0,0-1 0 0 0,1 0 1 0 0,-1-1-1 0 0,-1 1 0 0 0,1-1 0 0 0,0 1 0 0 0,-1-1 1 0 0,0 0-1 0 0,5-8 0 0 0,-4 5-1 0 0,0 0-1 0 0,-1-1 1 0 0,0 1-1 0 0,0-1 1 0 0,0 1 0 0 0,-1-1-1 0 0,-1 0 1 0 0,2-13 0 0 0,-2 16-5 0 0,0 0-1 0 0,-1-1 1 0 0,0 1 0 0 0,0 0 0 0 0,-1 0 0 0 0,1-1 0 0 0,-1 1 0 0 0,0 0 0 0 0,-1 0 0 0 0,1 0 0 0 0,-1 0-1 0 0,0 0 1 0 0,-4-7 0 0 0,5 10-6 0 0,0 1-1 0 0,1-1 1 0 0,-1 1-1 0 0,1-1 0 0 0,-1 0 1 0 0,1 1-1 0 0,-1-1 1 0 0,1 0-1 0 0,0 1 1 0 0,0-1-1 0 0,0 0 1 0 0,0 1-1 0 0,0-1 0 0 0,0 0 1 0 0,0 1-1 0 0,1-1 1 0 0,0-3-1 0 0,23 16 6 0 0,0-1 1 0 0,47 13-1 0 0,-10-4-17 0 0,-57-18 17 0 0,0 1-1 0 0,0-1 1 0 0,0 1-1 0 0,-1 0 0 0 0,1 1 1 0 0,-1-1-1 0 0,1 0 1 0 0,-1 1-1 0 0,0 0 1 0 0,0 0-1 0 0,0 0 1 0 0,-1 0-1 0 0,1 0 0 0 0,2 5 1 0 0,1 3-26 0 0,-1 0 1 0 0,0 0-1 0 0,5 17 1 0 0,-8-21-8 0 0,0 0 0 0 0,0 0 0 0 0,0 0 0 0 0,1 0 0 0 0,0-1 0 0 0,1 1-1 0 0,-1-1 1 0 0,1 0 0 0 0,1 0 0 0 0,-1-1 0 0 0,1 1 0 0 0,9 8 0 0 0,-12-13 33 0 0,-1 0 0 0 0,0 0 0 0 0,0 0 0 0 0,1 0 0 0 0,-1-1 0 0 0,0 1 0 0 0,1-1 0 0 0,-1 1 0 0 0,1-1 0 0 0,-1 0 0 0 0,0 1 0 0 0,1-1 0 0 0,-1 0 0 0 0,1 0 0 0 0,-1 0 0 0 0,1 0 0 0 0,-1 0 0 0 0,1 0 0 0 0,-1 0 0 0 0,1-1 0 0 0,-1 1 0 0 0,1 0 0 0 0,-1-1 0 0 0,0 0 0 0 0,1 1 0 0 0,-1-1 0 0 0,0 0-1 0 0,1 1 1 0 0,-1-1 0 0 0,0 0 0 0 0,0 0 0 0 0,0 0 0 0 0,0 0 0 0 0,0 0 0 0 0,0 0 0 0 0,0 0 0 0 0,0-1 0 0 0,1-1 0 0 0,0 0 4 0 0,0 0 0 0 0,-1 0-1 0 0,1 0 1 0 0,-1 0 0 0 0,1 0-1 0 0,-1-1 1 0 0,0 1 0 0 0,-1-1-1 0 0,1 1 1 0 0,0-1 0 0 0,-1 1-1 0 0,0-1 1 0 0,0 1 0 0 0,0-1-1 0 0,-1-5 1 0 0,-24-93-160 0 0,24 100-121 0 0,-6-10-1543 0 0</inkml:trace>
</inkml:ink>
</file>

<file path=ppt/ink/ink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7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1 636 0 0,'2'43'6105'0'0,"-25"12"-1350"0"0,23-57-4456 0 0,1 0 1 0 0,0 0 0 0 0,0 1-1 0 0,0-1 1 0 0,0 0-1 0 0,1 1 1 0 0,-1-1 0 0 0,0 1-1 0 0,1-1 1 0 0,-1 1-1 0 0,1-1 1 0 0,2-1 0 0 0,35-20-381 0 0,-28 17-1646 0 0,1 1 0 0 0,1 0 0 0 0,-1 1 0 0 0,1 0 0 0 0,14-1 0 0 0,-15 3-1057 0 0</inkml:trace>
</inkml:ink>
</file>

<file path=ppt/ink/ink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8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1 492 484 0 0,'0'0'725'0'0,"18"9"5554"0"0,-17-8-5472 0 0,-2 0-769 0 0,1-1 0 0 0,-1 1 0 0 0,1-1 1 0 0,-1 1-1 0 0,0-1 0 0 0,1 1 0 0 0,0-1 1 0 0,-1 1-1 0 0,1 0 0 0 0,-1-1 0 0 0,1 1 1 0 0,0 0-1 0 0,-1-1 0 0 0,1 1 0 0 0,0 0 1 0 0,0 0-1 0 0,0-1 0 0 0,-1 1 0 0 0,1 0 1 0 0,0 0-1 0 0,0-1 0 0 0,0 1 0 0 0,0 0 1 0 0,0 0-1 0 0,0-1 0 0 0,1 1 0 0 0,-1 0 1 0 0,0 0-1 0 0,0-1 0 0 0,0 1 0 0 0,1 0 1 0 0,-1-1-1 0 0,0 1 0 0 0,1 0 0 0 0,-1-1 1 0 0,1 1-1 0 0,-1 0 0 0 0,1 0 0 0 0,0 1 20 0 0,1 0 1 0 0,-1-1-1 0 0,0 1 0 0 0,0 0 0 0 0,1-1 1 0 0,-1 1-1 0 0,1-1 0 0 0,-1 1 0 0 0,1-1 1 0 0,0 0-1 0 0,0 0 0 0 0,-1 0 0 0 0,4 2 1 0 0,9-1 29 0 0,0 0 0 0 0,1-1 0 0 0,-1 0 0 0 0,1-1 0 0 0,-1-1 0 0 0,1 0 0 0 0,-1-1 0 0 0,0-1 0 0 0,1 0 1 0 0,-1-1-1 0 0,-1 0 0 0 0,1-1 0 0 0,-1-1 0 0 0,1 0 0 0 0,-2-1 0 0 0,1 0 0 0 0,-1-1 0 0 0,0 0 0 0 0,0-1 0 0 0,18-19 0 0 0,-18 16-35 0 0,0 0-1 0 0,0-1 1 0 0,-1-1-1 0 0,-1 0 1 0 0,-1 0-1 0 0,0-1 0 0 0,-1 0 1 0 0,0 0-1 0 0,-1-1 1 0 0,-1 0-1 0 0,0-1 1 0 0,-1 1-1 0 0,-1-1 1 0 0,-1 0-1 0 0,0 0 0 0 0,-2 0 1 0 0,1-26-1 0 0,-3 34-41 0 0,-1 0-1 0 0,1 0 1 0 0,-2 0 0 0 0,1 1-1 0 0,-1-1 1 0 0,0 1-1 0 0,-1-1 1 0 0,0 1-1 0 0,0 0 1 0 0,-1 0 0 0 0,-9-11-1 0 0,12 16-9 0 0,-1-1-1 0 0,0 1 1 0 0,1 0-1 0 0,-1 0 1 0 0,-1 0-1 0 0,1 1 1 0 0,0-1-1 0 0,-1 1 1 0 0,1 0-1 0 0,-1-1 1 0 0,0 2-1 0 0,0-1 1 0 0,1 0-1 0 0,-1 1 1 0 0,0 0-1 0 0,-1 0 1 0 0,1 0-1 0 0,0 0 1 0 0,0 1-1 0 0,0-1 1 0 0,0 1-1 0 0,-1 0 1 0 0,1 0-1 0 0,0 1 1 0 0,0-1-1 0 0,-7 3 1 0 0,7-2 2 0 0,-1 0 0 0 0,1 1 1 0 0,0 0-1 0 0,0 0 0 0 0,0 0 0 0 0,0 0 1 0 0,0 0-1 0 0,0 1 0 0 0,0 0 0 0 0,1 0 0 0 0,-1 0 1 0 0,1 0-1 0 0,0 1 0 0 0,0-1 0 0 0,0 1 1 0 0,1 0-1 0 0,-1-1 0 0 0,1 1 0 0 0,0 0 1 0 0,0 1-1 0 0,0-1 0 0 0,1 0 0 0 0,-1 1 0 0 0,1-1 1 0 0,0 0-1 0 0,-1 9 0 0 0,2-4 5 0 0,1 1 0 0 0,-1-1-1 0 0,1 0 1 0 0,1 1 0 0 0,0-1 0 0 0,0 0-1 0 0,1 0 1 0 0,0 0 0 0 0,0 0 0 0 0,1-1-1 0 0,0 1 1 0 0,8 10 0 0 0,9 11 1 0 0,45 49 0 0 0,-48-60-26 0 0,0 1 1 0 0,-2 1-1 0 0,0 0 1 0 0,-1 1-1 0 0,16 34 1 0 0,-30-53 10 0 0,1 1 0 0 0,-1-1 0 0 0,0 1 0 0 0,0-1 0 0 0,-1 1 0 0 0,1-1 0 0 0,-1 1 1 0 0,0-1-1 0 0,0 1 0 0 0,0-1 0 0 0,0 1 0 0 0,0 0 0 0 0,-1-1 0 0 0,0 1 1 0 0,0-1-1 0 0,0 1 0 0 0,-2 5 0 0 0,0-3 32 0 0,-1-1 1 0 0,1 1-1 0 0,-1-1 1 0 0,0 1-1 0 0,-1-1 0 0 0,1 0 1 0 0,-1-1-1 0 0,-10 9 1 0 0,-3-1-298 0 0,-1 0 0 0 0,0-1 1 0 0,-1-1-1 0 0,-35 12 0 0 0,53-21-958 0 0</inkml:trace>
</inkml:ink>
</file>

<file path=ppt/ink/ink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29:58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82 13889 0 0,'0'0'854'0'0,"29"-20"2873"0"0,-28 19-3785 0 0,-1 0 0 0 0,0 0 0 0 0,1 0 0 0 0,-1 0 0 0 0,0-1 0 0 0,0 1 0 0 0,0 0 0 0 0,0 0 0 0 0,0 0 0 0 0,0-1 1 0 0,0 1-1 0 0,0 0 0 0 0,0 0 0 0 0,-1 0 0 0 0,1 0 0 0 0,0-1 0 0 0,-1 1 0 0 0,1 0 0 0 0,-1 0 0 0 0,1 0 0 0 0,-1 0 0 0 0,0 0 1 0 0,1 0-1 0 0,-1 0 0 0 0,0 0 0 0 0,0 0 0 0 0,0 0 0 0 0,0 1 0 0 0,1-1 0 0 0,-1 0 0 0 0,0 0 0 0 0,0 1 0 0 0,-3-2 0 0 0,-40-17-8957 0 0,22 13 4806 0 0</inkml:trace>
</inkml:ink>
</file>

<file path=ppt/ink/ink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1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77 788 0 0,'-6'-30'4266'0'0,"-3"-15"354"0"0,9 44-3621 0 0,-4 2-888 0 0,0 0-1 0 0,0 0 1 0 0,1 1-1 0 0,-1-1 1 0 0,1 1-1 0 0,-1 0 1 0 0,1 0-1 0 0,0 1 1 0 0,-1-1 0 0 0,1 0-1 0 0,0 1 1 0 0,1 0-1 0 0,-1 0 1 0 0,-3 5-1 0 0,-46 59-155 0 0,38-49 210 0 0,-20 29-33 0 0,3 1-1 0 0,1 1 1 0 0,-34 79-1 0 0,53-101-33 0 0,1-1 1 0 0,1 1-1 0 0,1 0 0 0 0,2 1 0 0 0,1 0 1 0 0,1 0-1 0 0,1 0 0 0 0,1 0 1 0 0,3 33-1 0 0,1-48-66 0 0,0-1 0 0 0,1 1 0 0 0,0-1 0 0 0,1 0 0 0 0,1 1 0 0 0,-1-2 1 0 0,2 1-1 0 0,0-1 0 0 0,0 1 0 0 0,1-2 0 0 0,1 1 0 0 0,-1-1 0 0 0,2 0 0 0 0,-1-1 0 0 0,2 1 0 0 0,-1-2 0 0 0,1 0 0 0 0,0 0 1 0 0,1 0-1 0 0,-1-1 0 0 0,2-1 0 0 0,-1 0 0 0 0,1-1 0 0 0,12 5 0 0 0,0-1-350 0 0,0-1-1 0 0,0 0 1 0 0,36 5 0 0 0,-48-11-415 0 0,0-1 1 0 0,-1-1-1 0 0,1 0 0 0 0,0 0 1 0 0,0-1-1 0 0,-1-1 0 0 0,1 0 1 0 0,0 0-1 0 0,-1-1 0 0 0,12-5 1 0 0,13-8-2322 0 0</inkml:trace>
</inkml:ink>
</file>

<file path=ppt/ink/ink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2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 11349 0 0,'4'-10'113'0'0,"-1"0"0"0"0,0 0 1 0 0,3-21-1 0 0,-2 13 961 0 0,-1 46-724 0 0,-2 184 772 0 0,25 57-283 0 0,-22-250-468 0 0,-3-12-2021 0 0</inkml:trace>
</inkml:ink>
</file>

<file path=ppt/ink/ink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2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2 204 656 0 0,'0'-1'137'0'0,"-1"-1"1"0"0,1 0-1 0 0,0 1 0 0 0,0-1 1 0 0,0 0-1 0 0,0 1 0 0 0,0-1 1 0 0,0 0-1 0 0,0 1 0 0 0,0-1 1 0 0,1 0-1 0 0,-1 1 0 0 0,1-1 1 0 0,-1 0-1 0 0,1 1 0 0 0,0-1 0 0 0,0 1 1 0 0,0-1-1 0 0,-1 1 0 0 0,1 0 1 0 0,1-1-1 0 0,-1 1 0 0 0,0 0 1 0 0,0-1-1 0 0,0 1 0 0 0,1 0 1 0 0,-1 0-1 0 0,0 0 0 0 0,1 0 1 0 0,-1 1-1 0 0,1-1 0 0 0,2-1 1 0 0,65-30 1028 0 0,-52 25-766 0 0,55-20 186 0 0,1 4-1 0 0,1 3 1 0 0,101-14-1 0 0,-138 28-588 0 0,1 2 0 0 0,51 0-1 0 0,-62 5-2663 0 0,55 9 0 0 0,-65-7 555 0 0</inkml:trace>
</inkml:ink>
</file>

<file path=ppt/ink/ink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3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14 128 0 0,'3'1'265'0'0,"-1"1"0"0"0,1-1 1 0 0,-1 1-1 0 0,1 0 0 0 0,-1 0 0 0 0,0 0 0 0 0,0 0 1 0 0,0 0-1 0 0,0 1 0 0 0,0-1 0 0 0,0 1 0 0 0,-1-1 0 0 0,1 1 1 0 0,-1 0-1 0 0,0 0 0 0 0,0-1 0 0 0,2 7 0 0 0,11 59 1464 0 0,-9-37-1077 0 0,6 17 335 0 0,-2 1-1 0 0,4 76 1 0 0,-13-122-940 0 0,1-1 1 0 0,-1 1 0 0 0,0-1 0 0 0,0 1-1 0 0,0 0 1 0 0,0-1 0 0 0,-1 1-1 0 0,1-1 1 0 0,-1 1 0 0 0,0-1 0 0 0,1 1-1 0 0,-1-1 1 0 0,-2 4 0 0 0,2-6-34 0 0,0-1 0 0 0,0 1 0 0 0,1 0 1 0 0,-1-1-1 0 0,0 1 0 0 0,0-1 0 0 0,1 0 1 0 0,-1 1-1 0 0,0-1 0 0 0,1 1 0 0 0,-1-1 0 0 0,0 0 1 0 0,1 0-1 0 0,-1 1 0 0 0,1-1 0 0 0,-1 0 0 0 0,1 0 1 0 0,0 0-1 0 0,-1 1 0 0 0,1-1 0 0 0,0 0 0 0 0,0 0 1 0 0,-1-1-1 0 0,-25-77-201 0 0,20 60 116 0 0,2-1-1 0 0,0 0 0 0 0,1 0 1 0 0,0-1-1 0 0,2-25 0 0 0,1 39 59 0 0,0 0-1 0 0,1 1 0 0 0,0-1 1 0 0,0 1-1 0 0,1-1 1 0 0,0 1-1 0 0,0 0 0 0 0,0-1 1 0 0,1 1-1 0 0,0 0 1 0 0,0 0-1 0 0,1 1 0 0 0,-1-1 1 0 0,1 1-1 0 0,0 0 1 0 0,1 0-1 0 0,-1 0 0 0 0,1 0 1 0 0,9-6-1 0 0,-2 3 9 0 0,0 1 1 0 0,1 1-1 0 0,-1 0 0 0 0,1 1 0 0 0,1 0 0 0 0,-1 1 0 0 0,1 1 1 0 0,-1 0-1 0 0,1 0 0 0 0,0 2 0 0 0,0-1 0 0 0,0 2 0 0 0,0 0 1 0 0,0 1-1 0 0,22 3 0 0 0,-26-2 21 0 0,0 0 0 0 0,-1 0 1 0 0,1 1-1 0 0,-1 0 0 0 0,0 1 1 0 0,0 0-1 0 0,0 1 0 0 0,0-1 1 0 0,-1 2-1 0 0,0-1 0 0 0,0 1 1 0 0,0 0-1 0 0,-1 1 0 0 0,0 0 1 0 0,0 0-1 0 0,0 0 0 0 0,-1 1 1 0 0,0 0-1 0 0,-1 0 0 0 0,0 1 1 0 0,0-1-1 0 0,6 19 0 0 0,-9-20 23 0 0,0 0 0 0 0,0 0 1 0 0,-1 0-1 0 0,0 0 0 0 0,0 1 0 0 0,-1-1 0 0 0,1 0 0 0 0,-2 1 0 0 0,1-1 0 0 0,-1 0 0 0 0,0 1 0 0 0,-1-1 0 0 0,0 0 1 0 0,-4 11-1 0 0,1-7 22 0 0,0 0 1 0 0,-1-1 0 0 0,-1 1 0 0 0,0-2 0 0 0,0 1-1 0 0,-1-1 1 0 0,0 0 0 0 0,-12 11 0 0 0,-1-3 52 0 0,-1-1 1 0 0,0 0-1 0 0,-1-2 1 0 0,-1 0-1 0 0,0-2 1 0 0,-1 0-1 0 0,-32 9 0 0 0,46-17-136 0 0,8-2-123 0 0,-1-1 1 0 0,0 1-1 0 0,0-1 1 0 0,-1 1 0 0 0,1-1-1 0 0,0 0 1 0 0,0-1-1 0 0,0 1 1 0 0,-1-1-1 0 0,1 0 1 0 0,0 0-1 0 0,0 0 1 0 0,-1 0 0 0 0,1-1-1 0 0,0 0 1 0 0,-6-2-1 0 0,17-22-7827 0 0</inkml:trace>
</inkml:ink>
</file>

<file path=ppt/ink/ink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52 240 0 0,'0'0'2992'0'0,"12"9"-555"0"0,-12-7-2291 0 0,3 29 1147 0 0,-1 0 0 0 0,-1-1 0 0 0,-7 53 1 0 0,6-82-1160 0 0,-2 13 124 0 0,5-5 945 0 0,2-29-1158 0 0,1 0 0 0 0,1 1 0 0 0,1 0 0 0 0,1 0 0 0 0,0 1 0 0 0,1 0 0 0 0,20-27 0 0 0,-28 44-47 0 0,-1 0 0 0 0,0 0 0 0 0,1 0-1 0 0,-1 0 1 0 0,1 0 0 0 0,0 0 0 0 0,-1 0 0 0 0,1 1 0 0 0,0-1-1 0 0,-1 1 1 0 0,1-1 0 0 0,0 1 0 0 0,-1 0 0 0 0,1 0 0 0 0,0-1-1 0 0,0 1 1 0 0,0 0 0 0 0,-1 1 0 0 0,1-1 0 0 0,0 0 0 0 0,0 0-1 0 0,1 1 1 0 0,48 14-21 0 0,-28-8 26 0 0,-19-5-5 0 0,0-2 1 0 0,0 1 0 0 0,0 0-1 0 0,0-1 1 0 0,0 0-1 0 0,0 0 1 0 0,0 0 0 0 0,0-1-1 0 0,0 1 1 0 0,0-1 0 0 0,0 0-1 0 0,-1 0 1 0 0,1 0 0 0 0,0-1-1 0 0,0 1 1 0 0,-1-1 0 0 0,1 0-1 0 0,4-3 1 0 0,1-2 69 0 0,0-1-1 0 0,-1 0 0 0 0,0 0 1 0 0,12-18-1 0 0,0 1 594 0 0,-18 23-511 0 0,-4 30 613 0 0,-9 47-1 0 0,5-49-847 0 0,2 0 1 0 0,1 1-1 0 0,1-1 1 0 0,3 41-1 0 0,-1-59-861 0 0,4 17-611 0 0,5-14-5608 0 0,-2-8 4112 0 0</inkml:trace>
</inkml:ink>
</file>

<file path=ppt/ink/ink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3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447 0 1312 0 0,'4'2'431'0'0,"1"0"-1"0"0,-1 1 1 0 0,0-1-1 0 0,0 1 1 0 0,0 0 0 0 0,0 0-1 0 0,-1 1 1 0 0,1-1-1 0 0,-1 1 1 0 0,0-1 0 0 0,0 1-1 0 0,0 0 1 0 0,0 0-1 0 0,-1 0 1 0 0,0 1 0 0 0,1-1-1 0 0,1 8 1 0 0,-2-4-42 0 0,-1 0 0 0 0,1-1 0 0 0,-2 1 0 0 0,1 0 0 0 0,-1 0 0 0 0,0 0 0 0 0,-1 0 0 0 0,0-1 0 0 0,0 1 1 0 0,-3 8-1 0 0,-4 10 141 0 0,-1-1 0 0 0,-1 0 0 0 0,-1 0 0 0 0,-1-1 0 0 0,-21 29 0 0 0,6-14-405 0 0,-1-1 0 0 0,-2-2 0 0 0,-2 0 0 0 0,-60 51 0 0 0,7-23-3231 0 0,-4-12-3801 0 0,47-34 2896 0 0</inkml:trace>
</inkml:ink>
</file>

<file path=ppt/ink/ink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8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99 672 0 0,'-13'-41'3474'0'0,"1"-15"1095"0"0,11 55-3437 0 0,-2 5-925 0 0,-10 24 92 0 0,1 0 0 0 0,1 0 0 0 0,-13 54 0 0 0,-13 101 449 0 0,33-156-633 0 0,-4 15 89 0 0,2 1 1 0 0,2 1-1 0 0,2 82 1 0 0,3-119-183 0 0,-1-2-1 0 0,0 1 1 0 0,0-1-1 0 0,1 0 0 0 0,0 0 1 0 0,0 0-1 0 0,0 0 0 0 0,0 0 1 0 0,1 0-1 0 0,0 0 0 0 0,0 0 0 0 0,0-1 1 0 0,1 1-1 0 0,-1-1 0 0 0,5 6 1 0 0,-5-10-17 0 0,0 0 0 0 0,0 0 1 0 0,1 1-1 0 0,-1-1 1 0 0,0-1-1 0 0,0 1 1 0 0,0 0-1 0 0,0 0 1 0 0,0-1-1 0 0,1 1 1 0 0,-1-1-1 0 0,0 0 0 0 0,0 0 1 0 0,0 0-1 0 0,0 0 1 0 0,0 0-1 0 0,-1 0 1 0 0,1 0-1 0 0,0 0 1 0 0,0-1-1 0 0,-1 1 0 0 0,2-2 1 0 0,15-14 13 0 0,-1 1-1 0 0,0-2 1 0 0,-2 0 0 0 0,0-1-1 0 0,15-24 1 0 0,-20 28-17 0 0,-9 13-21 0 0,0 2 19 0 0,-1 0-1 0 0,0 0 0 0 0,1-1 1 0 0,-1 1-1 0 0,0 0 0 0 0,1 0 1 0 0,-1 0-1 0 0,0 0 1 0 0,1-1-1 0 0,-1 1 0 0 0,0 0 1 0 0,1 0-1 0 0,-1 0 1 0 0,1 0-1 0 0,-1 0 0 0 0,0 0 1 0 0,1 0-1 0 0,-1 0 0 0 0,1 0 1 0 0,-1 0-1 0 0,0 0 1 0 0,1 0-1 0 0,-1 1 0 0 0,0-1 1 0 0,1 0-1 0 0,-1 0 0 0 0,1 0 1 0 0,-1 0-1 0 0,0 1 1 0 0,1-1-1 0 0,-1 0 0 0 0,0 0 1 0 0,0 1-1 0 0,1-1 0 0 0,-1 0 1 0 0,1 1-1 0 0,16 9-7 0 0,-16-10 7 0 0,55 47 29 0 0,-38-31-20 0 0,1 0 0 0 0,33 19 0 0 0,-44-30-8 0 0,1-1 1 0 0,-1 0 0 0 0,1 0-1 0 0,0-1 1 0 0,0 0 0 0 0,0-1-1 0 0,1 0 1 0 0,-1-1 0 0 0,1 0-1 0 0,11 0 1 0 0,-11-1 2 0 0,1-1 0 0 0,-1 0 1 0 0,1-1-1 0 0,-1 0 0 0 0,1-1 0 0 0,-1 0 1 0 0,0 0-1 0 0,-1-1 0 0 0,1-1 0 0 0,0 0 1 0 0,-1 0-1 0 0,0 0 0 0 0,-1-1 1 0 0,1-1-1 0 0,-1 0 0 0 0,0 0 0 0 0,-1 0 1 0 0,11-13-1 0 0,-13 13 2 0 0,0 1 1 0 0,0-1 0 0 0,-1-1-1 0 0,0 1 1 0 0,-1-1 0 0 0,1 1-1 0 0,-1-1 1 0 0,-1 0 0 0 0,1 0-1 0 0,-1-1 1 0 0,-1 1 0 0 0,0 0-1 0 0,0-1 1 0 0,0 1-1 0 0,-1 0 1 0 0,-1-1 0 0 0,1 1-1 0 0,-1 0 1 0 0,-1-1 0 0 0,1 1-1 0 0,-1 0 1 0 0,-1 0 0 0 0,-5-14-1 0 0,3 10 41 0 0,0 0-1 0 0,-1 1 1 0 0,0 0 0 0 0,-1 0-1 0 0,0 0 1 0 0,-1 1-1 0 0,0 0 1 0 0,0 0-1 0 0,-1 1 1 0 0,0 0 0 0 0,-1 1-1 0 0,0 0 1 0 0,0 0-1 0 0,-1 1 1 0 0,0 0-1 0 0,-15-6 1 0 0,26 13-68 0 0,0 0 0 0 0,-1-1 1 0 0,1 1-1 0 0,-1 0 0 0 0,1-1 0 0 0,-1 1 0 0 0,1 0 0 0 0,-1 0 1 0 0,1-1-1 0 0,-1 1 0 0 0,1 0 0 0 0,-1 0 0 0 0,1 0 0 0 0,-1 0 1 0 0,1 0-1 0 0,-1 0 0 0 0,1 0 0 0 0,-1 0 0 0 0,0 0 1 0 0,1 0-1 0 0,-1 0 0 0 0,1 0 0 0 0,-1 0 0 0 0,1 0 0 0 0,-1 0 1 0 0,1 1-1 0 0,-1-1 0 0 0,1 0 0 0 0,-1 0 0 0 0,1 1 0 0 0,-1-1 1 0 0,1 0-1 0 0,-1 0 0 0 0,1 1 0 0 0,0-1 0 0 0,-1 1 0 0 0,1-1 1 0 0,0 0-1 0 0,-1 1 0 0 0,1-1 0 0 0,0 1 0 0 0,-1-1 1 0 0,1 1-1 0 0,0-1 0 0 0,0 1 0 0 0,0-1 0 0 0,-1 1 0 0 0,1-1 1 0 0,0 1-1 0 0,0-1 0 0 0,0 1 0 0 0,0 0 0 0 0,0-1 0 0 0,0 1 1 0 0,0-1-1 0 0,0 1 0 0 0,0-1 0 0 0,0 1 0 0 0,0-1 1 0 0,0 1-1 0 0,1-1 0 0 0,-1 2 0 0 0,12 26-1889 0 0,20 1-4181 0 0,-19-20 3214 0 0</inkml:trace>
</inkml:ink>
</file>

<file path=ppt/ink/ink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8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0 8 0 0,'0'0'2764'0'0,"-4"4"-2200"0"0,1-1-455 0 0,1 0 0 0 0,0 0 0 0 0,0 1 0 0 0,0-1 0 0 0,0 1 0 0 0,0-1 0 0 0,1 1 0 0 0,0 0 0 0 0,-1 0-1 0 0,1-1 1 0 0,1 1 0 0 0,-1 0 0 0 0,1 0 0 0 0,-1 0 0 0 0,1 0 0 0 0,0 0 0 0 0,0 0 0 0 0,1 0 0 0 0,-1 0 0 0 0,1-1 0 0 0,0 1-1 0 0,0 0 1 0 0,0 0 0 0 0,3 5 0 0 0,-1-2 18 0 0,0 1-1 0 0,1-1 1 0 0,0 0-1 0 0,0-1 1 0 0,0 1-1 0 0,1-1 1 0 0,9 10-1 0 0,-11-13-17 0 0,0 1-1 0 0,0-1 0 0 0,0 0 1 0 0,0 0-1 0 0,1-1 1 0 0,-1 1-1 0 0,1-1 0 0 0,0 0 1 0 0,0 0-1 0 0,0 0 1 0 0,0 0-1 0 0,0-1 0 0 0,0 1 1 0 0,0-1-1 0 0,6 1 0 0 0,-9-2-63 0 0,0 0 0 0 0,1 0-1 0 0,-1 0 1 0 0,0 0-1 0 0,0 0 1 0 0,1 0-1 0 0,-1-1 1 0 0,0 1-1 0 0,0 0 1 0 0,0-1-1 0 0,1 1 1 0 0,-1-1 0 0 0,0 1-1 0 0,0-1 1 0 0,0 0-1 0 0,0 1 1 0 0,0-1-1 0 0,0 0 1 0 0,0 0-1 0 0,0 1 1 0 0,0-1-1 0 0,-1 0 1 0 0,1 0 0 0 0,0 0-1 0 0,0-2 1 0 0,0 1 2 0 0,0 0 1 0 0,0-1 0 0 0,-1 1-1 0 0,1 0 1 0 0,-1-1 0 0 0,0 1-1 0 0,0-1 1 0 0,0 1 0 0 0,0 0-1 0 0,0-1 1 0 0,-1 1 0 0 0,1-3-1 0 0,-3-6 87 0 0,0 0 0 0 0,-1 0 0 0 0,0 0 0 0 0,-6-10 0 0 0,-24-41 355 0 0,22 50-577 0 0,-8 21-9658 0 0</inkml:trace>
</inkml:ink>
</file>

<file path=ppt/ink/ink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8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1 244 0 0,'19'10'668'0'0,"-1"1"0"0"0,-1 1 0 0 0,0 0-1 0 0,0 2 1 0 0,20 21 0 0 0,-30-27-486 0 0,0 1 0 0 0,0 0 0 0 0,0 1 0 0 0,-2-1 0 0 0,1 1 1 0 0,-1 1-1 0 0,-1-1 0 0 0,1 0 0 0 0,-2 1 0 0 0,0 0 0 0 0,4 20 0 0 0,-7-29-104 0 0,1 0 0 0 0,-1-1 0 0 0,0 1 0 0 0,1 0 0 0 0,-1-1 0 0 0,0 1 0 0 0,0 0 0 0 0,0-1 1 0 0,0 1-1 0 0,-1 0 0 0 0,1 0 0 0 0,0-1 0 0 0,-1 1 0 0 0,1-1 0 0 0,-1 1 0 0 0,0 0 0 0 0,1-1 0 0 0,-1 1 0 0 0,0-1 0 0 0,0 1 0 0 0,0-1 0 0 0,0 0 0 0 0,0 1 0 0 0,0-1 1 0 0,0 0-1 0 0,-1 0 0 0 0,1 0 0 0 0,0 0 0 0 0,-1 0 0 0 0,1 0 0 0 0,-1 0 0 0 0,1 0 0 0 0,-1-1 0 0 0,-2 2 0 0 0,2-1 409 0 0,-19-14-51 0 0,18 10-393 0 0,1 0-1 0 0,-1 1 1 0 0,0-1 0 0 0,1 0-1 0 0,0 0 1 0 0,0 0 0 0 0,0-1 0 0 0,0 1-1 0 0,0 0 1 0 0,1-1 0 0 0,-1 1-1 0 0,1-1 1 0 0,0 0 0 0 0,0 1 0 0 0,1-1-1 0 0,-1 0 1 0 0,1 0 0 0 0,0 0-1 0 0,-1 1 1 0 0,2-1 0 0 0,-1-5 0 0 0,1 1 1 0 0,0-1 0 0 0,1 1 0 0 0,-1-1 0 0 0,1 1-1 0 0,1 0 1 0 0,0 0 0 0 0,0 0 0 0 0,5-8 0 0 0,-4 9-59 0 0,0 0 0 0 0,1 1-1 0 0,0 0 1 0 0,0 0 0 0 0,0 0-1 0 0,1 0 1 0 0,0 1 0 0 0,0 0 0 0 0,0 0-1 0 0,13-6 1 0 0,-13 8-689 0 0,0 0 1 0 0,0 1-1 0 0,0 0 0 0 0,0 0 1 0 0,1 1-1 0 0,-1-1 1 0 0,0 2-1 0 0,1-1 0 0 0,6 0 1 0 0,9 1-1675 0 0</inkml:trace>
</inkml:ink>
</file>

<file path=ppt/ink/ink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09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15 333 724 0 0,'-14'32'4266'0'0,"13"-30"-4215"0"0,1-1 0 0 0,1 1-1 0 0,-1 0 1 0 0,0-1-1 0 0,0 1 1 0 0,1-1-1 0 0,-1 1 1 0 0,0-1-1 0 0,1 1 1 0 0,0-1 0 0 0,-1 1-1 0 0,1-1 1 0 0,0 1-1 0 0,0-1 1 0 0,0 0-1 0 0,0 1 1 0 0,0-1-1 0 0,0 0 1 0 0,0 0-1 0 0,0 0 1 0 0,0 0 0 0 0,1 0-1 0 0,-1 0 1 0 0,0 0-1 0 0,1 0 1 0 0,-1-1-1 0 0,1 1 1 0 0,-1 0-1 0 0,1-1 1 0 0,-1 1 0 0 0,1-1-1 0 0,-1 0 1 0 0,1 1-1 0 0,-1-1 1 0 0,1 0-1 0 0,0 0 1 0 0,-1 0-1 0 0,1 0 1 0 0,0 0 0 0 0,-1 0-1 0 0,1-1 1 0 0,-1 1-1 0 0,1 0 1 0 0,-1-1-1 0 0,3 0 1 0 0,1-1-2 0 0,0 0 0 0 0,0 0 0 0 0,0 0 0 0 0,0-1 0 0 0,0 1 0 0 0,-1-1 0 0 0,0 0 0 0 0,1 0 0 0 0,-1-1 0 0 0,0 1-1 0 0,0-1 1 0 0,-1 0 0 0 0,7-8 0 0 0,-1-7 230 0 0,-1 0 0 0 0,0 0 0 0 0,-2 0 0 0 0,0-1 0 0 0,-1 0-1 0 0,-1 0 1 0 0,-1 0 0 0 0,-1-1 0 0 0,0 1 0 0 0,-2 0-1 0 0,0-1 1 0 0,-1 1 0 0 0,-2-1 0 0 0,-8-36 0 0 0,4 41 1675 0 0,-1 24-1189 0 0,-2 28-381 0 0,10-18-297 0 0,1 0-1 0 0,1 0 0 0 0,0 0 0 0 0,2 0 0 0 0,0-1 1 0 0,7 21-1 0 0,47 99 600 0 0,-43-103-643 0 0,61 161-10572 0 0,-72-184 7102 0 0</inkml:trace>
</inkml:ink>
</file>

<file path=ppt/ink/ink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1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251 102 168 0 0,'0'-9'716'0'0,"0"0"0"0"0,0 0 1 0 0,-1 0-1 0 0,0 1 0 0 0,-1-1 0 0 0,-3-12 1 0 0,4 19-641 0 0,0 1 0 0 0,0-1 0 0 0,0 0 0 0 0,0 1 0 0 0,0-1 0 0 0,0 1 0 0 0,0-1 0 0 0,-1 1 0 0 0,1-1 0 0 0,-1 1 0 0 0,1 0 0 0 0,-1 0 0 0 0,1-1 0 0 0,-1 1 0 0 0,0 0 0 0 0,1 1 0 0 0,-1-1 0 0 0,0 0 0 0 0,0 0 0 0 0,0 1 0 0 0,0-1 0 0 0,0 1 0 0 0,1 0 0 0 0,-1-1 0 0 0,0 1 0 0 0,0 0 0 0 0,0 0 0 0 0,0 0 0 0 0,0 1 0 0 0,0-1 0 0 0,0 0 0 0 0,0 1 0 0 0,-3 0 0 0 0,-14 3 207 0 0,1 1 0 0 0,-1 0 1 0 0,1 1-1 0 0,-22 11 0 0 0,36-15-242 0 0,0 0 0 0 0,-1 0 0 0 0,1 0 0 0 0,0 0 0 0 0,1 1 0 0 0,-1 0 0 0 0,0-1-1 0 0,1 1 1 0 0,-1 1 0 0 0,1-1 0 0 0,0 0 0 0 0,0 1 0 0 0,1 0 0 0 0,-1-1 0 0 0,1 1 0 0 0,-1 0 0 0 0,1 0 0 0 0,0 1 0 0 0,1-1 0 0 0,-1 0-1 0 0,1 1 1 0 0,0-1 0 0 0,-1 6 0 0 0,2-6-24 0 0,0-1-1 0 0,1 0 0 0 0,-1 1 1 0 0,1-1-1 0 0,0 0 0 0 0,0 0 0 0 0,0 0 1 0 0,0 0-1 0 0,1 0 0 0 0,-1 0 1 0 0,1 0-1 0 0,0 0 0 0 0,0-1 1 0 0,0 1-1 0 0,0 0 0 0 0,0-1 1 0 0,3 3-1 0 0,53 36 149 0 0,-48-36-129 0 0,-1 0-1 0 0,0 2 1 0 0,0-1 0 0 0,-1 1-1 0 0,9 9 1 0 0,-16-15-34 0 0,-1-1 0 0 0,1 1 0 0 0,-1-1 0 0 0,1 1 0 0 0,-1 0 0 0 0,0-1 0 0 0,1 1 0 0 0,-1 0 0 0 0,0-1 0 0 0,0 1 0 0 0,1 0 0 0 0,-1-1 0 0 0,0 1 0 0 0,0 0 0 0 0,0 0 0 0 0,0-1 0 0 0,0 1 0 0 0,0 0 0 0 0,0 0 0 0 0,0-1 0 0 0,0 1 0 0 0,0 0 0 0 0,-1-1 0 0 0,1 1 0 0 0,0 0 0 0 0,0-1 0 0 0,-1 1 0 0 0,1 0 0 0 0,0-1 0 0 0,-1 1 0 0 0,1 0 0 0 0,-1 0 0 0 0,-27 19 151 0 0,-48 9-452 0 0,65-26-34 0 0,5 0 44 0 0</inkml:trace>
</inkml:ink>
</file>

<file path=ppt/ink/ink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1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74 480 0 0,'-1'-4'427'0'0,"0"0"-1"0"0,0 0 1 0 0,0 1 0 0 0,0-1-1 0 0,-1 0 1 0 0,0 0 0 0 0,1 1 0 0 0,-1-1-1 0 0,-1 1 1 0 0,1 0 0 0 0,0 0-1 0 0,-1-1 1 0 0,0 2 0 0 0,0-1-1 0 0,0 0 1 0 0,0 0 0 0 0,0 1-1 0 0,0 0 1 0 0,-1 0 0 0 0,1 0 0 0 0,-7-3-1 0 0,6 4-305 0 0,-1 0-1 0 0,1 1 0 0 0,0 0 1 0 0,-1-1-1 0 0,1 1 1 0 0,0 1-1 0 0,0-1 0 0 0,-1 1 1 0 0,1 0-1 0 0,0 0 1 0 0,0 0-1 0 0,0 0 1 0 0,0 1-1 0 0,0-1 0 0 0,0 1 1 0 0,0 0-1 0 0,1 0 1 0 0,-1 1-1 0 0,1-1 0 0 0,-7 7 1 0 0,5-5-52 0 0,0 0 0 0 0,0 1 0 0 0,0 0 0 0 0,1 0 0 0 0,-1 1 0 0 0,1-1 0 0 0,1 1 1 0 0,-1 0-1 0 0,-4 9 0 0 0,7-12-50 0 0,0 1 0 0 0,0-1-1 0 0,0 0 1 0 0,0 1 0 0 0,1-1 0 0 0,-1 1 0 0 0,1-1 0 0 0,0 1 0 0 0,0-1 0 0 0,0 1-1 0 0,1-1 1 0 0,-1 1 0 0 0,1-1 0 0 0,0 0 0 0 0,0 1 0 0 0,0-1 0 0 0,0 0 0 0 0,1 1-1 0 0,-1-1 1 0 0,4 4 0 0 0,-4-6-14 0 0,0 0-1 0 0,0 0 1 0 0,1 0-1 0 0,-1 0 0 0 0,0-1 1 0 0,1 1-1 0 0,-1 0 1 0 0,0-1-1 0 0,1 1 0 0 0,-1-1 1 0 0,1 1-1 0 0,0-1 1 0 0,-1 0-1 0 0,1 1 1 0 0,-1-1-1 0 0,1 0 0 0 0,-1 0 1 0 0,1 0-1 0 0,-1 0 1 0 0,1-1-1 0 0,0 1 1 0 0,-1 0-1 0 0,1-1 0 0 0,-1 1 1 0 0,1-1-1 0 0,-1 1 1 0 0,0-1-1 0 0,1 0 0 0 0,-1 0 1 0 0,3-1-1 0 0,41-26 45 0 0,-6-4 15 0 0,-38 30-59 0 0,-1 2-11 0 0,1 1 6 0 0,0-1 1 0 0,0 0-1 0 0,-1 0 0 0 0,1 1 0 0 0,-1-1 1 0 0,1 0-1 0 0,0 1 0 0 0,-1-1 0 0 0,1 0 0 0 0,-1 1 1 0 0,1-1-1 0 0,-1 1 0 0 0,1-1 0 0 0,-1 1 1 0 0,1-1-1 0 0,-1 1 0 0 0,1-1 0 0 0,-1 1 1 0 0,0 0-1 0 0,1-1 0 0 0,-1 1 0 0 0,0 0 1 0 0,0-1-1 0 0,1 1 0 0 0,-1 0 0 0 0,0 0 0 0 0,5 27 8 0 0,-3-17-10 0 0,-2-7 0 0 0,0-1 1 0 0,1 0 0 0 0,-1-1 1 0 0,0 1-1 0 0,1-1 0 0 0,0 1 0 0 0,-1-1 1 0 0,1 1-1 0 0,0-1 0 0 0,0 0 0 0 0,0 0 0 0 0,1 1 1 0 0,-1-1-1 0 0,1 0 0 0 0,-1 0 0 0 0,1 0 1 0 0,0 0-1 0 0,-1 0 0 0 0,4 1 0 0 0,-4-2 2 0 0,0 0-1 0 0,1 0 1 0 0,-1 0 0 0 0,1-1-1 0 0,-1 1 1 0 0,1-1-1 0 0,-1 1 1 0 0,1-1 0 0 0,0 0-1 0 0,-1 0 1 0 0,1 1-1 0 0,-1-1 1 0 0,1 0 0 0 0,0 0-1 0 0,-1-1 1 0 0,1 1-1 0 0,-1 0 1 0 0,1 0 0 0 0,0-1-1 0 0,-1 1 1 0 0,1-1-1 0 0,2-1 1 0 0,0 0-1 0 0,26-6-1 0 0,0-1 0 0 0,29-15 0 0 0,-41 16 4 0 0,0 0 0 0 0,1 1 0 0 0,-1 1 0 0 0,1 1 0 0 0,0 1 0 0 0,1 0 0 0 0,20-1 0 0 0,-38 5-3 0 0,-1 0-1 0 0,1 0 1 0 0,0 0-1 0 0,-1 0 1 0 0,1 0-1 0 0,0 0 1 0 0,-1 0 0 0 0,1 0-1 0 0,-1 1 1 0 0,1-1-1 0 0,-1 1 1 0 0,1-1-1 0 0,-1 1 1 0 0,1-1 0 0 0,-1 1-1 0 0,1 0 1 0 0,-1 0-1 0 0,1 0 1 0 0,-1 0 0 0 0,0 0-1 0 0,0 0 1 0 0,0 0-1 0 0,1 0 1 0 0,-1 0-1 0 0,0 1 1 0 0,0-1 0 0 0,-1 0-1 0 0,1 1 1 0 0,0-1-1 0 0,0 1 1 0 0,-1-1 0 0 0,1 1-1 0 0,-1-1 1 0 0,1 3-1 0 0,-1-3 1 0 0,-12 33-132 0 0,5-15-4305 0 0,6-12 964 0 0</inkml:trace>
</inkml:ink>
</file>

<file path=ppt/ink/ink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2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61 728 0 0,'2'1'6677'0'0,"12"22"-6311"0"0,45 145 2125 0 0,-21-54-1530 0 0,-6-10 1222 0 0,-31-102-982 0 0,0-7-984 0 0,18-73 373 0 0,4 2 1 0 0,59-136-1 0 0,-74 194-1149 0 0,20-34 251 0 0,-3 25-9184 0 0,-19 23 5984 0 0</inkml:trace>
</inkml:ink>
</file>

<file path=ppt/ink/ink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2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0 108 152 0 0,'11'-2'822'0'0,"0"-1"0"0"0,-1-1 0 0 0,1 1 0 0 0,-1-2 0 0 0,19-11-1 0 0,-26 15-569 0 0,1-1-1 0 0,-1 0 1 0 0,0-1-1 0 0,0 1 0 0 0,0 0 1 0 0,0-1-1 0 0,-1 0 0 0 0,1 0 1 0 0,-1 0-1 0 0,1 0 1 0 0,-1 0-1 0 0,0 0 0 0 0,0 0 1 0 0,0-1-1 0 0,-1 1 0 0 0,1-1 1 0 0,-1 1-1 0 0,0-1 1 0 0,0 0-1 0 0,1-6 0 0 0,-2 10-234 0 0,0-1 0 0 0,0 1-1 0 0,0 0 1 0 0,0-1 0 0 0,0 1-1 0 0,-1 0 1 0 0,1 0 0 0 0,0-1-1 0 0,0 1 1 0 0,0 0 0 0 0,0 0-1 0 0,0-1 1 0 0,0 1 0 0 0,-1 0-1 0 0,1 0 1 0 0,0-1 0 0 0,0 1-1 0 0,0 0 1 0 0,-1 0 0 0 0,1-1-1 0 0,0 1 1 0 0,0 0 0 0 0,-1 0-1 0 0,1 0 1 0 0,0 0 0 0 0,-1 0-1 0 0,1-1 1 0 0,0 1 0 0 0,0 0-1 0 0,-1 0 1 0 0,1 0 0 0 0,0 0-1 0 0,-1 0 1 0 0,1 0 0 0 0,0 0-1 0 0,0 0 1 0 0,-1 0 0 0 0,1 0-1 0 0,-1 0 1 0 0,-18 5 532 0 0,-14 10 131 0 0,29-12-650 0 0,0-1 0 0 0,0 1 0 0 0,0 0 0 0 0,1 0 0 0 0,0 0 0 0 0,-1 1 0 0 0,1-1 0 0 0,0 1 0 0 0,0 0 0 0 0,1 0 0 0 0,-1 0 0 0 0,1 0 0 0 0,0 0 0 0 0,0 0 0 0 0,0 0 0 0 0,1 1 0 0 0,-1-1 0 0 0,1 1 0 0 0,0 0 0 0 0,0-1 0 0 0,1 1 0 0 0,0-1 0 0 0,-1 1 0 0 0,1 0 0 0 0,1 0 0 0 0,-1-1 0 0 0,1 1 0 0 0,0-1 0 0 0,0 1 0 0 0,0 0 0 0 0,1-1 0 0 0,-1 0 0 0 0,1 1 0 0 0,0-1 0 0 0,0 0 0 0 0,1 0 0 0 0,-1 0 0 0 0,1 0 0 0 0,0 0 0 0 0,0-1 0 0 0,0 0 0 0 0,1 1 0 0 0,-1-1 0 0 0,1 0 0 0 0,5 3 0 0 0,-2-2-354 0 0,0 0 1 0 0,0-1-1 0 0,0 0 0 0 0,1 0 1 0 0,-1-1-1 0 0,1 0 1 0 0,7 1-1 0 0,32-1-5603 0 0,-31-5 3045 0 0</inkml:trace>
</inkml:ink>
</file>

<file path=ppt/ink/ink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3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23 249 260 0 0,'0'-1'158'0'0,"0"0"-1"0"0,0 1 1 0 0,1-1-1 0 0,-1 0 1 0 0,0 1-1 0 0,0-1 1 0 0,0 0-1 0 0,0 1 1 0 0,1-1-1 0 0,-1 0 1 0 0,0 0 0 0 0,-1 1-1 0 0,1-1 1 0 0,0 0-1 0 0,0 1 1 0 0,0-1-1 0 0,0 0 1 0 0,0 1-1 0 0,-1-1 1 0 0,1 0-1 0 0,0 1 1 0 0,-1-1-1 0 0,1 0 1 0 0,0 1 0 0 0,-1-1-1 0 0,1 1 1 0 0,-1-1-1 0 0,1 0 1 0 0,-1 1-1 0 0,1-1 1 0 0,-1 1-1 0 0,1 0 1 0 0,-1-1-1 0 0,0 0 1 0 0,0 1-279 0 0,-1-2 2037 0 0,0 6-1397 0 0,1-2-418 0 0,-1 0 0 0 0,1 1-1 0 0,0-1 1 0 0,0 1 0 0 0,0-1 0 0 0,0 1 0 0 0,0-1-1 0 0,1 1 1 0 0,-1 0 0 0 0,1-1 0 0 0,0 1 0 0 0,-1 0-1 0 0,1-1 1 0 0,1 1 0 0 0,-1 0 0 0 0,0-1 0 0 0,1 1-1 0 0,-1 0 1 0 0,1-1 0 0 0,0 1 0 0 0,0 2 0 0 0,2-1 7 0 0,-1 1 1 0 0,1-1 0 0 0,0 1 0 0 0,0-1-1 0 0,0 0 1 0 0,0 0 0 0 0,1-1 0 0 0,0 1-1 0 0,-1-1 1 0 0,10 6 0 0 0,-8-5-60 0 0,0 0 0 0 0,0-1 0 0 0,1 0 0 0 0,0 0 0 0 0,-1-1-1 0 0,1 0 1 0 0,0 0 0 0 0,0 0 0 0 0,0 0 0 0 0,0-1 0 0 0,0 0 0 0 0,1-1 0 0 0,-1 1 0 0 0,0-1 0 0 0,0 0 0 0 0,1-1-1 0 0,-1 1 1 0 0,0-1 0 0 0,0-1 0 0 0,7-1 0 0 0,-5-2-30 0 0,-1 0 0 0 0,-1 0 0 0 0,1 0 0 0 0,-1-1-1 0 0,0 0 1 0 0,0 0 0 0 0,0-1 0 0 0,-1 0 0 0 0,0 0 0 0 0,0 0 0 0 0,-1 0 0 0 0,0-1-1 0 0,-1 1 1 0 0,4-11 0 0 0,1-2 5 0 0,-1 0-1 0 0,-2-1 1 0 0,0 1-1 0 0,4-37 1 0 0,-10-11 696 0 0,-1 22 2796 0 0,-10 67-2947 0 0,1-4-276 0 0,6-3-89 0 0,2 0-1 0 0,-1 1 0 0 0,2-1 1 0 0,0 1-1 0 0,1 0 0 0 0,1 27 1 0 0,3-3 67 0 0,11 52 1 0 0,0-47-481 0 0,-11-37-431 0 0,0 0 1 0 0,-1 0 0 0 0,0 0-1 0 0,0 0 1 0 0,-1 0-1 0 0,1 8 1 0 0,0-5-900 0 0</inkml:trace>
</inkml:ink>
</file>

<file path=ppt/ink/ink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3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97 564 0 0,'11'-3'632'0'0,"29"-9"1209"0"0,2 2-1 0 0,74-9 1 0 0,-105 18-1309 0 0,0-1-1 0 0,0 0 1 0 0,0-1 0 0 0,-1 0-1 0 0,1 0 1 0 0,17-10 0 0 0,-26 12-198 0 0,-6 4-136 0 0,1-1 0 0 0,0 1 1 0 0,0 0-1 0 0,0 0 0 0 0,0 0 0 0 0,0 0 0 0 0,1 0 0 0 0,-1 0 0 0 0,1 1 0 0 0,0 0 0 0 0,0-1 0 0 0,1 1 0 0 0,-4 7 0 0 0,5-9-165 0 0,0 0-25 0 0,0-1 0 0 0,0 1-1 0 0,0-1 1 0 0,0 1 0 0 0,0-1 0 0 0,0 1 0 0 0,0-1 0 0 0,1 1-1 0 0,-1-1 1 0 0,1 1 0 0 0,-1-1 0 0 0,1 1 0 0 0,-1-1-1 0 0,1 0 1 0 0,0 1 0 0 0,0-1 0 0 0,0 0 0 0 0,0 0 0 0 0,0 1-1 0 0,0-1 1 0 0,0 0 0 0 0,2 1 0 0 0,10 1 17 0 0,1-1 1 0 0,0 0-1 0 0,23 0 0 0 0,-25-3-20 0 0,-1 2 0 0 0,1 0 0 0 0,0 0-1 0 0,0 1 1 0 0,21 7 0 0 0,-27-7 26 0 0,0 1 1 0 0,0-1 0 0 0,1 0-1 0 0,-1 0 1 0 0,0-1-1 0 0,1 0 1 0 0,-1 0-1 0 0,1 0 1 0 0,-1-1-1 0 0,1 0 1 0 0,-1 0 0 0 0,1-1-1 0 0,-1 0 1 0 0,1 0-1 0 0,-1 0 1 0 0,1-1-1 0 0,-1 0 1 0 0,0 0-1 0 0,0-1 1 0 0,0 0 0 0 0,0 0-1 0 0,-1 0 1 0 0,1 0-1 0 0,-1-1 1 0 0,0 0-1 0 0,0 0 1 0 0,7-7-1 0 0,1 0-270 0 0,35-32 140 0 0,-23 9-7534 0 0,-18 22 3807 0 0</inkml:trace>
</inkml:ink>
</file>

<file path=ppt/ink/ink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6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84 508 0 0,'-25'-31'6989'0'0,"6"-13"-778"0"0,19 43-5568 0 0,-2-7 286 0 0,2 8-926 0 0,0 0 0 0 0,0 0 0 0 0,0 0 0 0 0,0 0 0 0 0,0 0 1 0 0,0 1-1 0 0,1-1 0 0 0,-1 0 0 0 0,0 0 0 0 0,0 0 0 0 0,0 0 0 0 0,0 0 0 0 0,0 0 1 0 0,0 0-1 0 0,0 0 0 0 0,0 0 0 0 0,0 0 0 0 0,1 0 0 0 0,-1 0 0 0 0,0 0 1 0 0,0 0-1 0 0,0 0 0 0 0,0 0 0 0 0,0 0 0 0 0,0 0 0 0 0,0 0 0 0 0,0 0 1 0 0,0 0-1 0 0,1 0 0 0 0,-1 0 0 0 0,0 0 0 0 0,13 27-1870 0 0,-6 0-4527 0 0,-6-12 2391 0 0</inkml:trace>
</inkml:ink>
</file>

<file path=ppt/ink/ink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6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83 220 0 0,'0'0'1157'0'0,"-1"0"-830"0"0,-1 1-1 0 0,1-1 0 0 0,-1 0 0 0 0,1 0 0 0 0,-1-1 0 0 0,1 1 0 0 0,-1 0 0 0 0,1 0 1 0 0,0-1-1 0 0,-1 1 0 0 0,1-1 0 0 0,-1 1 0 0 0,-1-2 0 0 0,1-1-33 0 0,1 0 0 0 0,-1 0 0 0 0,1 1 0 0 0,0-1 0 0 0,0 0 0 0 0,0 0 0 0 0,0 0 0 0 0,0-1-1 0 0,1 1 1 0 0,0 0 0 0 0,-1-5 0 0 0,2 7-301 0 0,0-1-1 0 0,0 1 0 0 0,0-1 1 0 0,0 1-1 0 0,0 0 0 0 0,0-1 1 0 0,0 1-1 0 0,1 0 0 0 0,-1 0 1 0 0,0 0-1 0 0,1 0 0 0 0,-1 0 1 0 0,1 0-1 0 0,2-1 0 0 0,15-8-3881 0 0,-16 8 2513 0 0,10-5-908 0 0</inkml:trace>
</inkml:ink>
</file>

<file path=ppt/ink/ink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6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58 924 0 0,'6'-38'7567'0'0,"-5"30"-7036"0"0,0-4 3852 0 0,-11 30-4252 0 0,1 0 0 0 0,1 0 0 0 0,1 1 0 0 0,0 0-1 0 0,2 0 1 0 0,0 0 0 0 0,1 1 0 0 0,1 0 0 0 0,-1 35 0 0 0,4-38-77 0 0,0 1 0 0 0,2-1 1 0 0,0 1-1 0 0,1-1 0 0 0,0 0 0 0 0,2 0 1 0 0,6 18-1 0 0,-9-29-44 0 0,1 0 1 0 0,0 0-1 0 0,0-1 1 0 0,0 1-1 0 0,1-1 0 0 0,0 0 1 0 0,0 0-1 0 0,0 0 0 0 0,1 0 1 0 0,6 5-1 0 0,-8-8-5 0 0,0 0 0 0 0,0 0 0 0 0,0-1 0 0 0,0 1 0 0 0,0-1 0 0 0,0 0 0 0 0,0 1-1 0 0,0-1 1 0 0,1-1 0 0 0,-1 1 0 0 0,1 0 0 0 0,-1-1 0 0 0,0 0 0 0 0,1 0 0 0 0,-1 0 0 0 0,1 0 0 0 0,-1 0-1 0 0,0-1 1 0 0,1 1 0 0 0,-1-1 0 0 0,4-2 0 0 0,6-3 6 0 0,-1-1 0 0 0,0 0 0 0 0,0-1-1 0 0,-1 0 1 0 0,0-1 0 0 0,-1-1 0 0 0,0 0 0 0 0,0 0 0 0 0,-1 0-1 0 0,9-15 1 0 0,16-14-27 0 0,-33 38 14 0 0,0 0 0 0 0,1 0 0 0 0,-1 0-1 0 0,1 1 1 0 0,-1-1 0 0 0,0 1 0 0 0,1-1 0 0 0,-1 1 0 0 0,1-1 0 0 0,-1 1 0 0 0,1 0 0 0 0,0-1 0 0 0,-1 1 0 0 0,1 0 0 0 0,-1 0 0 0 0,1 0 0 0 0,-1 1-1 0 0,1-1 1 0 0,0 0 0 0 0,-1 1 0 0 0,1-1 0 0 0,-1 0 0 0 0,3 2 0 0 0,38 18-36 0 0,-32-15 34 0 0,3 1 5 0 0,1-1-1 0 0,0 0 1 0 0,0-1-1 0 0,0-1 0 0 0,0 0 1 0 0,27 2-1 0 0,-36-5 3 0 0,1 0 1 0 0,-1 0-1 0 0,0 0 0 0 0,0 0 0 0 0,1-1 1 0 0,-1 0-1 0 0,0 0 0 0 0,0 0 0 0 0,0 0 1 0 0,0-1-1 0 0,0 0 0 0 0,0 0 0 0 0,-1-1 1 0 0,9-5-1 0 0,-10 6 16 0 0,0-1 1 0 0,0 0-1 0 0,0 0 0 0 0,0 0 1 0 0,-1-1-1 0 0,0 1 0 0 0,0-1 1 0 0,0 1-1 0 0,0-1 0 0 0,0 0 1 0 0,-1 1-1 0 0,1-1 0 0 0,-1 0 1 0 0,0 0-1 0 0,0-4 0 0 0,0-1 37 0 0,0 0 0 0 0,-1 1 0 0 0,0-1 0 0 0,-1 0 0 0 0,0 1 0 0 0,0-1 0 0 0,-1 0 0 0 0,0 1-1 0 0,0 0 1 0 0,-1-1 0 0 0,0 1 0 0 0,-1 0 0 0 0,1 0 0 0 0,-8-10 0 0 0,0-2 79 0 0,-5-3-139 0 0,15 21-122 0 0,-2 5-1929 0 0,-4 3 2232 0 0,2 1-2358 0 0,16 13-7630 0 0</inkml:trace>
</inkml:ink>
</file>

<file path=ppt/ink/ink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1 536 0 0,'0'0'2746'0'0,"-2"4"-2191"0"0,0 1-430 0 0,1-1 0 0 0,-1 1-1 0 0,1-1 1 0 0,0 1 0 0 0,0-1 0 0 0,0 1 0 0 0,1 0 0 0 0,0 0-1 0 0,0-1 1 0 0,0 1 0 0 0,0 0 0 0 0,1 0 0 0 0,0-1-1 0 0,0 1 1 0 0,0-1 0 0 0,1 1 0 0 0,-1-1 0 0 0,1 1-1 0 0,0-1 1 0 0,0 0 0 0 0,1 0 0 0 0,-1 0 0 0 0,1 0-1 0 0,0 0 1 0 0,0 0 0 0 0,0-1 0 0 0,0 1 0 0 0,1-1 0 0 0,-1 0-1 0 0,1 0 1 0 0,0-1 0 0 0,0 1 0 0 0,0-1 0 0 0,6 3-1 0 0,-9-4-61 0 0,0 0 0 0 0,1-1 0 0 0,-1 1 0 0 0,0 0-1 0 0,1-1 1 0 0,-1 1 0 0 0,1-1 0 0 0,-1 0 0 0 0,1 1 0 0 0,0-1-1 0 0,-1 0 1 0 0,1 0 0 0 0,-1 0 0 0 0,1 0 0 0 0,-1 0-1 0 0,1 0 1 0 0,-1 0 0 0 0,1-1 0 0 0,0 1 0 0 0,-1-1-1 0 0,1 1 1 0 0,-1-1 0 0 0,0 1 0 0 0,1-1 0 0 0,-1 0-1 0 0,0 0 1 0 0,1 0 0 0 0,-1 1 0 0 0,0-1 0 0 0,0 0-1 0 0,1-1 1 0 0,-1 1 0 0 0,0 0 0 0 0,0 0 0 0 0,0 0 0 0 0,-1-1-1 0 0,1 1 1 0 0,0 0 0 0 0,0-1 0 0 0,-1 1 0 0 0,1-1-1 0 0,-1 1 1 0 0,1-1 0 0 0,-1 1 0 0 0,1-3 0 0 0,0-2 41 0 0,-1 0 0 0 0,1 0 1 0 0,-1 0-1 0 0,0 0 1 0 0,-1 0-1 0 0,1 0 0 0 0,-1-1 1 0 0,0 1-1 0 0,-1 0 1 0 0,-2-6-1 0 0,3 8-89 0 0,-1 0 0 0 0,0 1 1 0 0,0-1-1 0 0,0 1 0 0 0,0-1 0 0 0,0 1 0 0 0,0 0 0 0 0,-1 0 0 0 0,0 0 0 0 0,0 0 1 0 0,0 1-1 0 0,-4-4 0 0 0,6 5-346 0 0,-28 9-6742 0 0</inkml:trace>
</inkml:ink>
</file>

<file path=ppt/ink/ink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7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0 484 0 0,'8'4'357'0'0,"-1"0"1"0"0,1 1-1 0 0,-1 0 1 0 0,-1 0-1 0 0,1 1 0 0 0,-1-1 1 0 0,0 2-1 0 0,0-1 1 0 0,0 0-1 0 0,-1 1 0 0 0,0 0 1 0 0,-1 1-1 0 0,0-1 1 0 0,0 1-1 0 0,0-1 0 0 0,-1 1 1 0 0,0 0-1 0 0,0 1 1 0 0,-1-1-1 0 0,0 0 0 0 0,-1 1 1 0 0,1 9-1 0 0,-2-17-21 0 0,0 0-287 0 0,0-1 0 0 0,0 0 0 0 0,0 0 0 0 0,0 0 0 0 0,-1 0 0 0 0,1 1 0 0 0,0-1 0 0 0,0 0 0 0 0,0 0 0 0 0,0 0 0 0 0,0 0 0 0 0,0 1 0 0 0,0-1 0 0 0,0 0 0 0 0,0 0 0 0 0,0 0 0 0 0,0 0 0 0 0,0 1 0 0 0,0-1 0 0 0,0 0 0 0 0,1 0 0 0 0,-1 0 0 0 0,0 0 0 0 0,0 0 0 0 0,0 1 0 0 0,0-1 0 0 0,0 0 0 0 0,0 0 0 0 0,0 0 0 0 0,0 0-1 0 0,0 0 1 0 0,1 0 0 0 0,-1 1 0 0 0,0-1 0 0 0,0 0 0 0 0,0 0 0 0 0,0 0 0 0 0,0 0 0 0 0,1 0 0 0 0,-1 0 0 0 0,0 0 0 0 0,0 0 0 0 0,0 0 0 0 0,0 0 0 0 0,1 0 0 0 0,-1 0 0 0 0,0 0 0 0 0,0 0 0 0 0,0 0 0 0 0,0 0 0 0 0,1 0 0 0 0,-1 0 0 0 0,0 0 0 0 0,0 0 0 0 0,0 0 0 0 0,0 0 0 0 0,1 0 0 0 0,-1 0 0 0 0,0 0 0 0 0,0 0 0 0 0,0 0 0 0 0,1 0 0 0 0,2-8-21 0 0,0 0 1 0 0,1 1-1 0 0,1-1 0 0 0,-1 1 1 0 0,1 0-1 0 0,0 0 1 0 0,1 1-1 0 0,0 0 1 0 0,0 0-1 0 0,0 0 0 0 0,1 1 1 0 0,7-6-1 0 0,-5 6-1154 0 0,0 0 0 0 0,0 0 0 0 0,1 1-1 0 0,-1 1 1 0 0,1-1 0 0 0,11-1 0 0 0</inkml:trace>
</inkml:ink>
</file>

<file path=ppt/ink/ink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8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14 275 636 0 0,'-14'42'3940'0'0,"14"-37"-3782"0"0,1-1 0 0 0,-1 1 0 0 0,1 0 0 0 0,0 0-1 0 0,0 0 1 0 0,1 0 0 0 0,-1-1 0 0 0,1 1 0 0 0,0 0 0 0 0,0-1-1 0 0,1 0 1 0 0,-1 1 0 0 0,1-1 0 0 0,0 0 0 0 0,5 5-1 0 0,-6-7-126 0 0,0-1-1 0 0,0 1 1 0 0,0 0-1 0 0,0-1 0 0 0,0 0 1 0 0,1 1-1 0 0,-1-1 0 0 0,0 0 1 0 0,1 0-1 0 0,-1 0 0 0 0,1-1 1 0 0,-1 1-1 0 0,1 0 1 0 0,-1-1-1 0 0,1 0 0 0 0,0 0 1 0 0,-1 0-1 0 0,1 0 0 0 0,-1 0 1 0 0,1 0-1 0 0,0 0 0 0 0,-1-1 1 0 0,1 0-1 0 0,-1 1 1 0 0,1-1-1 0 0,-1 0 0 0 0,0 0 1 0 0,1 0-1 0 0,-1-1 0 0 0,0 1 1 0 0,0 0-1 0 0,3-3 0 0 0,-1 1-7 0 0,0-1 0 0 0,-1 0 1 0 0,1 0-1 0 0,-1 0 0 0 0,0-1 0 0 0,0 1 0 0 0,0-1 0 0 0,-1 0 0 0 0,1 0 0 0 0,-1 0 0 0 0,0 0 0 0 0,2-9 0 0 0,11-63 280 0 0,-13 45 151 0 0,0-1 0 0 0,-6-55 0 0 0,-11-10 3682 0 0,14 96-3163 0 0,-1 3-932 0 0,-1 0-1 0 0,1 0 1 0 0,0 0-1 0 0,-1 0 1 0 0,1 0-1 0 0,0 1 1 0 0,0-1-1 0 0,0 1 1 0 0,0-1-1 0 0,0 1 1 0 0,0 0-1 0 0,1 0 0 0 0,-1 0 1 0 0,0 0-1 0 0,1 0 1 0 0,0 0-1 0 0,-1 0 1 0 0,1 0-1 0 0,0 1 1 0 0,0-1-1 0 0,0 0 1 0 0,0 1-1 0 0,0 2 1 0 0,-16 60 460 0 0,14-42-742 0 0,1-1-1 0 0,1 1 1 0 0,4 36-1 0 0,11 24-8423 0 0,-10-59 4718 0 0</inkml:trace>
</inkml:ink>
</file>

<file path=ppt/ink/ink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8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50 88 0 0,'-13'-40'6495'0'0,"9"31"-1136"0"0,-4 32-4628 0 0,3-1-422 0 0,2 0 0 0 0,1 0 0 0 0,0 0 0 0 0,2 0 1 0 0,3 36-1 0 0,-1 27 268 0 0,-9 51 401 0 0,7-134-924 0 0,-1-2-48 0 0,1 1 0 0 0,0-1 0 0 0,0 0 0 0 0,0 0 0 0 0,0 1 0 0 0,0-1-1 0 0,-1 0 1 0 0,1 1 0 0 0,0-1 0 0 0,0 0 0 0 0,-1 0 0 0 0,1 1-1 0 0,0-1 1 0 0,0 0 0 0 0,-1 0 0 0 0,1 0 0 0 0,0 1 0 0 0,-1-1 0 0 0,1 0-1 0 0,0 0 1 0 0,-1 0 0 0 0,1 0 0 0 0,0 0 0 0 0,-1 0 0 0 0,1 0-1 0 0,0 0 1 0 0,-1 0 0 0 0,1 0 0 0 0,0 0 0 0 0,-1 0 0 0 0,1 0 0 0 0,0 0-1 0 0,-1 0 1 0 0,1 0 0 0 0,0 0 0 0 0,-1 0 0 0 0,1 0 0 0 0,-1-1 0 0 0,-5-4 0 0 0,-1-1 1 0 0,1 0 0 0 0,0-1-1 0 0,1 1 1 0 0,0-1 0 0 0,0-1-1 0 0,0 1 1 0 0,1-1 0 0 0,0 1 0 0 0,0-1-1 0 0,1 0 1 0 0,0-1 0 0 0,0 1-1 0 0,-2-17 1 0 0,2 10-9 0 0,0-1-1 0 0,1 1 0 0 0,1 0 1 0 0,1-1-1 0 0,0 1 0 0 0,0 0 1 0 0,2-1-1 0 0,3-15 0 0 0,-3 24-2 0 0,1-1-1 0 0,0 1 1 0 0,0 0-1 0 0,0 0 0 0 0,1 0 1 0 0,0 1-1 0 0,0-1 1 0 0,1 1-1 0 0,0 0 1 0 0,0 0-1 0 0,1 1 1 0 0,-1-1-1 0 0,1 1 0 0 0,0 0 1 0 0,0 1-1 0 0,1-1 1 0 0,0 1-1 0 0,-1 1 1 0 0,1-1-1 0 0,1 1 1 0 0,-1 1-1 0 0,0-1 1 0 0,12-2-1 0 0,-10 3 0 0 0,1 0 0 0 0,0 1 0 0 0,0 0 0 0 0,0 1 1 0 0,0 0-1 0 0,0 0 0 0 0,0 1 0 0 0,0 0 0 0 0,0 1 0 0 0,0 0 0 0 0,-1 0 0 0 0,1 1 0 0 0,-1 1 0 0 0,0 0 1 0 0,0 0-1 0 0,0 0 0 0 0,14 10 0 0 0,-12-5 5 0 0,-1 1 0 0 0,1 0 1 0 0,-2 0-1 0 0,0 1 0 0 0,0 1 1 0 0,-1-1-1 0 0,0 1 0 0 0,-1 0 1 0 0,0 1-1 0 0,-1 0 0 0 0,-1 0 1 0 0,0 0-1 0 0,-1 1 0 0 0,0-1 1 0 0,-1 1-1 0 0,3 26 0 0 0,-5-29 6 0 0,-1 0-1 0 0,0-1 0 0 0,0 1 0 0 0,-1-1 1 0 0,0 1-1 0 0,-1-1 0 0 0,0 1 1 0 0,0-1-1 0 0,-1 0 0 0 0,-1 0 0 0 0,0 0 1 0 0,0 0-1 0 0,-1-1 0 0 0,0 1 0 0 0,-1-1 1 0 0,0 0-1 0 0,0-1 0 0 0,-1 0 0 0 0,0 0 1 0 0,0 0-1 0 0,-1-1 0 0 0,-16 13 0 0 0,10-12 53 0 0,1-1 0 0 0,-1 0-1 0 0,-27 10 1 0 0,-5-9-1371 0 0,44-8 954 0 0,-1 1 1 0 0,1-2 0 0 0,-1 1 0 0 0,1 0 0 0 0,-1-1-1 0 0,1 1 1 0 0,0-1 0 0 0,-1 1 0 0 0,1-1-1 0 0,0 0 1 0 0,-1 0 0 0 0,1 0 0 0 0,-4-3-1 0 0,1-10-7048 0 0</inkml:trace>
</inkml:ink>
</file>

<file path=ppt/ink/ink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9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1 268 0 0,'3'4'524'0'0,"0"0"-1"0"0,-1 1 1 0 0,1-1-1 0 0,-1 1 1 0 0,1 0 0 0 0,-2 0-1 0 0,1 0 1 0 0,0 0-1 0 0,-1 0 1 0 0,0 0 0 0 0,0 1-1 0 0,-1-1 1 0 0,1 0-1 0 0,-1 0 1 0 0,0 1 0 0 0,-1 8-1 0 0,0-6-58 0 0,1 0-1 0 0,1 0 1 0 0,-1 0-1 0 0,2 1 1 0 0,2 11-1 0 0,-7 1 596 0 0,3-21-1156 0 0,0 0 1 0 0,0 1-1 0 0,0-1 1 0 0,0 1-1 0 0,0-1 1 0 0,0 0 0 0 0,0 1-1 0 0,0-1 1 0 0,0 1-1 0 0,0-1 1 0 0,-1 1 0 0 0,1-1-1 0 0,0 0 1 0 0,0 1-1 0 0,0-1 1 0 0,0 0 0 0 0,-1 1-1 0 0,1-1 1 0 0,0 1-1 0 0,0-1 1 0 0,-1 0 0 0 0,1 1-1 0 0,0-1 1 0 0,0 0-1 0 0,-1 0 1 0 0,1 1-1 0 0,0-1 1 0 0,-1 0 0 0 0,1 0-1 0 0,-1 0 1 0 0,1 1-1 0 0,0-1 1 0 0,-1 0 0 0 0,1 0-1 0 0,-1 0 1 0 0,1 0-1 0 0,0 0 1 0 0,-1 0 0 0 0,1 0-1 0 0,-1 0 1 0 0,1 0-1 0 0,0 0 1 0 0,-1 0-1 0 0,-2-1-369 0 0,-6-6 29 0 0,4-3-3021 0 0,1-4 950 0 0</inkml:trace>
</inkml:ink>
</file>

<file path=ppt/ink/ink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19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0 139 208 0 0,'12'-30'1182'0'0,"-6"13"54"0"0,0 1 0 0 0,2 0 1 0 0,11-18-1 0 0,-15 22-242 0 0,1 1-653 0 0,3 8-4629 0 0</inkml:trace>
</inkml:ink>
</file>

<file path=ppt/ink/ink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0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0 480 0 0,'1'9'474'0'0,"0"0"0"0"0,0 0-1 0 0,-1 0 1 0 0,0-1 0 0 0,0 1-1 0 0,-1 0 1 0 0,0 0 0 0 0,-1 0 0 0 0,0 0-1 0 0,0-1 1 0 0,-1 1 0 0 0,0-1 0 0 0,-1 0-1 0 0,1 0 1 0 0,-2 0 0 0 0,-8 12-1 0 0,5-5 192 0 0,-6 4 865 0 0,13-18-702 0 0,1-7-803 0 0,1 0 0 0 0,-1 0 0 0 0,1 0 0 0 0,1 0 1 0 0,-1 0-1 0 0,1 0 0 0 0,0 1 0 0 0,0-1 0 0 0,1 0 1 0 0,-1 1-1 0 0,1 0 0 0 0,1 0 0 0 0,-1 0 0 0 0,1 0 0 0 0,0 0 1 0 0,0 1-1 0 0,0-1 0 0 0,0 1 0 0 0,1 0 0 0 0,0 1 1 0 0,0-1-1 0 0,0 1 0 0 0,0 0 0 0 0,0 0 0 0 0,8-3 0 0 0,-11 6-31 0 0,-1 0 5 0 0,1-1 0 0 0,0 1 0 0 0,0-1-1 0 0,0 1 1 0 0,0 0 0 0 0,0 0 0 0 0,0 0-1 0 0,0 0 1 0 0,0 0 0 0 0,0 0-1 0 0,0 1 1 0 0,0-1 0 0 0,0 0-1 0 0,4 2 1 0 0,-4-1 6 0 0,0 0 1 0 0,0-1-1 0 0,0 1 1 0 0,0 0-1 0 0,0 0 0 0 0,-1 1 1 0 0,1-1-1 0 0,0 0 0 0 0,0 1 1 0 0,-1-1-1 0 0,1 1 0 0 0,-1-1 1 0 0,1 1-1 0 0,1 1 1 0 0,8 9 6 0 0,-10-11-8 0 0,-1 0 2 0 0,0 0 0 0 0,0 0 0 0 0,0-1 0 0 0,0 1 0 0 0,0 0 0 0 0,1 0 0 0 0,-1 0 0 0 0,0 0 0 0 0,1 0 0 0 0,-1-1 0 0 0,0 1 0 0 0,1 0 0 0 0,-1 0 0 0 0,1-1 0 0 0,-1 1 0 0 0,1 0 0 0 0,-1-1 0 0 0,1 1 0 0 0,0 0 0 0 0,-1-1 0 0 0,1 1 0 0 0,0-1 0 0 0,-1 1 0 0 0,1-1 0 0 0,0 1 0 0 0,0-1 0 0 0,-1 0-1 0 0,1 1 1 0 0,0-1 0 0 0,0 0 0 0 0,0 0 0 0 0,0 1 0 0 0,0-1 0 0 0,-1 0 0 0 0,1 0 0 0 0,0 0 0 0 0,2 0 0 0 0,4-5 3 0 0,-3 2-5 0 0,0 1 0 0 0,0 0 0 0 0,0 0 0 0 0,0 0 0 0 0,0 0 0 0 0,0 1 0 0 0,1-1 0 0 0,-1 1 0 0 0,1 0 0 0 0,-1 0 0 0 0,1 1 0 0 0,-1-1 0 0 0,1 1 0 0 0,5 1 0 0 0,2-1-1 0 0,1 0 0 0 0,0 2 0 0 0,-1-1 0 0 0,1 2 0 0 0,16 4 0 0 0,25 4 7 0 0,-3-16 49 0 0,-48 5-55 0 0,0-1 0 0 0,0 0 0 0 0,0 0 0 0 0,-1 0 0 0 0,1 0 0 0 0,0 0-1 0 0,-1 0 1 0 0,1-1 0 0 0,-1 1 0 0 0,0-1 0 0 0,1 0 0 0 0,-1 0 0 0 0,0 0 0 0 0,0 0-1 0 0,0 0 1 0 0,3-4 0 0 0,-5 5-3 0 0,1-1 0 0 0,0 1 0 0 0,-1 0 1 0 0,1 0-1 0 0,-1-1 0 0 0,0 1 0 0 0,1-1 0 0 0,-1 1 0 0 0,0 0 0 0 0,0-1 0 0 0,0 1 0 0 0,0-1 0 0 0,0 1 0 0 0,0 0 0 0 0,0-1 1 0 0,0 1-1 0 0,0-1 0 0 0,-1 1 0 0 0,1 0 0 0 0,-1-1 0 0 0,1 1 0 0 0,-1 0 0 0 0,1 0 0 0 0,-1-1 0 0 0,0 1 0 0 0,0 0 0 0 0,1 0 1 0 0,-1 0-1 0 0,0 0 0 0 0,0 0 0 0 0,0 0 0 0 0,0 0 0 0 0,-1 0 0 0 0,1 0 0 0 0,0 0 0 0 0,0 1 0 0 0,0-1 0 0 0,-1 0 0 0 0,1 1 1 0 0,0-1-1 0 0,-1 1 0 0 0,1-1 0 0 0,-2 1 0 0 0,1-1 1 0 0,1 1-1 0 0,-1 0 1 0 0,1 0 0 0 0,-1 0-1 0 0,1 0 1 0 0,-1 0-1 0 0,0 0 1 0 0,1 0 0 0 0,-1 0-1 0 0,1 0 1 0 0,-1 1 0 0 0,1-1-1 0 0,-1 1 1 0 0,1-1 0 0 0,-1 1-1 0 0,1 0 1 0 0,-1-1 0 0 0,1 1-1 0 0,0 0 1 0 0,0 0 0 0 0,-1 0-1 0 0,1 0 1 0 0,0 0-1 0 0,0 0 1 0 0,0 0 0 0 0,0 1-1 0 0,0-1 1 0 0,0 0 0 0 0,0 1-1 0 0,0-1 1 0 0,1 0 0 0 0,-1 1-1 0 0,1-1 1 0 0,-1 1 0 0 0,1-1-1 0 0,-1 1 1 0 0,1-1 0 0 0,0 1-1 0 0,0 0 1 0 0,-1 2 0 0 0,2 0-3 0 0,0-1 0 0 0,0 1 0 0 0,0-1 0 0 0,0 1 1 0 0,0 0-1 0 0,1-1 0 0 0,-1 0 0 0 0,1 1 1 0 0,0-1-1 0 0,0 0 0 0 0,5 5 0 0 0,-1-3 3 0 0,0-1 0 0 0,0 1 0 0 0,1-2 0 0 0,0 1 0 0 0,0-1-1 0 0,-1 0 1 0 0,2 0 0 0 0,-1-1 0 0 0,0 0 0 0 0,1 0 0 0 0,-1-1 0 0 0,0 1 0 0 0,14-1 0 0 0,1-1-9 0 0,1 0 0 0 0,-1-2 1 0 0,29-5-1 0 0,-43 5 9 0 0,-1 0 0 0 0,0 0-1 0 0,1-1 1 0 0,-1 0 0 0 0,0 0 0 0 0,-1-1-1 0 0,1 0 1 0 0,-1 0 0 0 0,0-1 0 0 0,10-8-1 0 0,23-16 44 0 0,-37 27-38 0 0,0 0 0 0 0,-1 0 0 0 0,1 0 0 0 0,-1 0 0 0 0,0-1 0 0 0,0 1 0 0 0,0 0 0 0 0,0-1 1 0 0,0 1-1 0 0,1-6 0 0 0,1 1 3 0 0,-3 6-15 0 0,0 6 3 0 0,-2 18-1 0 0,1-17-9 0 0,-3 37 4 0 0,3-32 20 0 0,1-10-13 0 0,0 0 0 0 0,-1 0 1 0 0,1 0-1 0 0,0 0 1 0 0,0 1-1 0 0,1-1 1 0 0,-1 0-1 0 0,0 0 1 0 0,0 0-1 0 0,0 0 1 0 0,1 0-1 0 0,-1 0 1 0 0,0 0-1 0 0,1 0 1 0 0,-1-1-1 0 0,1 1 0 0 0,-1 0 1 0 0,1 0-1 0 0,0 0 1 0 0,-1 0-1 0 0,1-1 1 0 0,0 1-1 0 0,0 0 1 0 0,-1 0-1 0 0,1-1 1 0 0,0 1-1 0 0,0-1 1 0 0,0 1-1 0 0,0-1 1 0 0,0 1-1 0 0,0-1 0 0 0,0 1 1 0 0,1-1-1 0 0,-1 0 4 0 0,0 1 4 0 0,17-4 36 0 0,9-12-49 0 0,-1-2 0 0 0,28-21 0 0 0,-54 37 5 0 0,0 1 0 0 0,1 0 0 0 0,-1-1 0 0 0,0 1 0 0 0,1-1 0 0 0,-1 1 0 0 0,1 0 0 0 0,-1-1 0 0 0,1 1 0 0 0,-1 0 0 0 0,0-1 0 0 0,1 1 0 0 0,-1 0 0 0 0,1 0 1 0 0,0-1-1 0 0,-1 1 0 0 0,1 0 0 0 0,-1 0 0 0 0,1 0 0 0 0,-1 0 0 0 0,1 0 0 0 0,-1 0 0 0 0,1 0 0 0 0,-1 0 0 0 0,1 0 0 0 0,0 0 0 0 0,-1 0 0 0 0,1 0 0 0 0,-1 0 0 0 0,1 1 0 0 0,-1-1 0 0 0,1 0 0 0 0,-1 0 0 0 0,1 0 0 0 0,-1 1 0 0 0,1-1 0 0 0,-1 0 0 0 0,1 1 0 0 0,-1-1 0 0 0,0 0 0 0 0,1 1 0 0 0,-1-1 0 0 0,1 1 0 0 0,-1-1 0 0 0,0 1 0 0 0,0-1 0 0 0,1 0 0 0 0,-1 1 0 0 0,0-1 0 0 0,0 1 0 0 0,1 0 0 0 0,-1-1 0 0 0,0 1 0 0 0,0-1 0 0 0,0 1 0 0 0,0-1 0 0 0,0 1 0 0 0,0 0 0 0 0,3 6 0 0 0,-2-5 7 0 0,-1-1-5 0 0,0 0 0 0 0,0 1 0 0 0,0-1 0 0 0,0 0 0 0 0,0 0 0 0 0,0 1 1 0 0,1-1-1 0 0,-1 0 0 0 0,0 0 0 0 0,1 0 0 0 0,-1 1 0 0 0,1-1 0 0 0,-1 0 0 0 0,1 0 0 0 0,-1 0 0 0 0,1 0 0 0 0,0 0 1 0 0,0 0-1 0 0,-1 0 0 0 0,1 0 0 0 0,0 0 0 0 0,0-1 0 0 0,0 1 0 0 0,2 1 0 0 0,7-1 0 0 0,1-1 0 0 0,-1 0-1 0 0,0-1 1 0 0,0 0 0 0 0,0-1 0 0 0,0 0 0 0 0,0 0-1 0 0,0-1 1 0 0,14-7 0 0 0,-10 5-9 0 0,-1 1 0 0 0,0 0 1 0 0,1 1-1 0 0,24-3 1 0 0,-25 6 6 0 0,-11 0 0 0 0,1-1 1 0 0,0 1-1 0 0,-1 0 1 0 0,1 0-1 0 0,0 0 1 0 0,-1 0-1 0 0,1 1 0 0 0,-1-1 1 0 0,1 1-1 0 0,-1-1 1 0 0,1 1-1 0 0,-1 0 1 0 0,1 0-1 0 0,-1 0 1 0 0,1 1-1 0 0,-1-1 1 0 0,0 0-1 0 0,0 1 1 0 0,0-1-1 0 0,0 1 1 0 0,0 0-1 0 0,0 0 1 0 0,0 0-1 0 0,2 3 1 0 0,-3-4 1 0 0,-1 1 0 0 0,1-1 0 0 0,-1 0 1 0 0,1 0-1 0 0,0 0 0 0 0,0 0 0 0 0,0 0 1 0 0,-1 0-1 0 0,1 0 0 0 0,0 0 1 0 0,0 0-1 0 0,0-1 0 0 0,1 1 0 0 0,-1 0 1 0 0,0 0-1 0 0,0-1 0 0 0,0 1 0 0 0,0-1 1 0 0,1 1-1 0 0,-1-1 0 0 0,0 0 1 0 0,0 1-1 0 0,1-1 0 0 0,-1 0 0 0 0,0 0 1 0 0,1 0-1 0 0,-1 0 0 0 0,0 0 0 0 0,1 0 1 0 0,-1 0-1 0 0,0-1 0 0 0,0 1 1 0 0,1 0-1 0 0,-1-1 0 0 0,0 1 0 0 0,0-1 1 0 0,1 1-1 0 0,-1-1 0 0 0,0 1 1 0 0,1-2-1 0 0,16-5 7 0 0,76-19 6 0 0,-84 24-20 0 0,0 0 0 0 0,-1 1 0 0 0,1 0 0 0 0,0 1 0 0 0,0 0 0 0 0,0 1 0 0 0,16 2 0 0 0,-22-1-7 0 0,6 3 2 0 0,-9-5 11 0 0,0 1 0 0 0,1 0 1 0 0,-1 0-1 0 0,0 0 0 0 0,0 0 1 0 0,0 1-1 0 0,0-1 0 0 0,0 0 1 0 0,0 0-1 0 0,0 1 0 0 0,0-1 1 0 0,0 0-1 0 0,-1 1 0 0 0,1-1 1 0 0,-1 1-1 0 0,1-1 0 0 0,-1 1 1 0 0,1-1-1 0 0,-1 1 0 0 0,0 0 1 0 0,0-1-1 0 0,0 1 0 0 0,0-1 1 0 0,0 1-1 0 0,0-1 0 0 0,0 1 1 0 0,0 0-1 0 0,-1 1 0 0 0,0 3-66 0 0,1-5-26 0 0,0 0 0 0 0,-1-1 0 0 0,1 1 0 0 0,0 0 0 0 0,-1-1 0 0 0,1 1 0 0 0,-1-1 0 0 0,1 1 0 0 0,-1-1 1 0 0,1 1-1 0 0,-1-1 0 0 0,1 1 0 0 0,-1-1 0 0 0,0 1 0 0 0,1-1 0 0 0,-1 0 0 0 0,0 1 0 0 0,1-1 0 0 0,-1 0 0 0 0,0 1 0 0 0,1-1 0 0 0,-1 0 0 0 0,0 0 0 0 0,1 0 0 0 0,-2 0 1 0 0,-6 2-4713 0 0,-9-1 1612 0 0</inkml:trace>
</inkml:ink>
</file>

<file path=ppt/ink/ink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1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61 268 0 0,'12'-18'2738'0'0,"10"-15"1306"0"0,-10 24-4361 0 0,-11 12-2232 0 0,9 16 193 0 0</inkml:trace>
</inkml:ink>
</file>

<file path=ppt/ink/ink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1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33 32 0 0,'-4'15'1682'0'0,"3"-11"-1508"0"0,-1 0 0 0 0,1 0 0 0 0,1 0 0 0 0,-1 0-1 0 0,0 0 1 0 0,1 0 0 0 0,0 1 0 0 0,0-1 0 0 0,0 0 0 0 0,1 0 0 0 0,-1 0 0 0 0,1 0-1 0 0,0 1 1 0 0,0-1 0 0 0,0 0 0 0 0,1 0 0 0 0,2 4 0 0 0,-4-7-135 0 0,1 0 1 0 0,-1 0-1 0 0,1-1 1 0 0,-1 1-1 0 0,1 0 1 0 0,-1-1-1 0 0,1 1 1 0 0,-1 0-1 0 0,1-1 1 0 0,0 1-1 0 0,-1-1 1 0 0,1 1-1 0 0,0-1 1 0 0,0 1-1 0 0,-1-1 1 0 0,1 0-1 0 0,0 1 1 0 0,0-1-1 0 0,-1 0 1 0 0,1 0-1 0 0,0 0 1 0 0,0 1-1 0 0,0-1 1 0 0,0 0-1 0 0,-1 0 1 0 0,1 0-1 0 0,0 0 0 0 0,0 0 1 0 0,0 0-1 0 0,0-1 1 0 0,-1 1-1 0 0,1 0 1 0 0,0 0-1 0 0,0-1 1 0 0,0 1-1 0 0,-1 0 1 0 0,1-1-1 0 0,1 0 1 0 0,0 0 59 0 0,-1 0 1 0 0,1 0 0 0 0,-1 0-1 0 0,1 0 1 0 0,-1 0 0 0 0,0 0-1 0 0,1-1 1 0 0,-1 1-1 0 0,0 0 1 0 0,0-1 0 0 0,0 1-1 0 0,0-1 1 0 0,0 0 0 0 0,0 1-1 0 0,0-1 1 0 0,0 0 0 0 0,-1 1-1 0 0,1-4 1 0 0,0 2 60 0 0,-1-1 1 0 0,1 1 0 0 0,-1-1 0 0 0,0 1-1 0 0,0-1 1 0 0,-1 1 0 0 0,1-1-1 0 0,-1 1 1 0 0,0-1 0 0 0,0 1 0 0 0,0-1-1 0 0,0 1 1 0 0,0 0 0 0 0,-1-1-1 0 0,0 1 1 0 0,1 0 0 0 0,-1 0 0 0 0,0 0-1 0 0,-1 1 1 0 0,1-1 0 0 0,0 0-1 0 0,-5-3 1 0 0,3 3-194 0 0,0 0 1 0 0,0 1-1 0 0,0-1 0 0 0,0 1 1 0 0,-1 0-1 0 0,-8-3 0 0 0,-32-2-6845 0 0</inkml:trace>
</inkml:ink>
</file>

<file path=ppt/ink/ink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1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0 268 0 0,'2'39'3572'0'0,"-3"-36"-3377"0"0,1 1 1 0 0,0-1 0 0 0,0 1 0 0 0,1-1-1 0 0,-1 1 1 0 0,1-1 0 0 0,0 0 0 0 0,0 1-1 0 0,0-1 1 0 0,0 0 0 0 0,0 1 0 0 0,1-1-1 0 0,3 5 1 0 0,-4-7-133 0 0,1 1 1 0 0,0-1 0 0 0,-1 0-1 0 0,1 0 1 0 0,0 0-1 0 0,0 0 1 0 0,0 0-1 0 0,0-1 1 0 0,0 1-1 0 0,0 0 1 0 0,0-1-1 0 0,0 0 1 0 0,0 1-1 0 0,0-1 1 0 0,0 0-1 0 0,0 0 1 0 0,0 0-1 0 0,0 0 1 0 0,0 0-1 0 0,0-1 1 0 0,0 1-1 0 0,1-1 1 0 0,-1 1-1 0 0,-1-1 1 0 0,4-1-1 0 0,18-5 196 0 0,0 0 509 0 0,45-8 0 0 0,-62 14-649 0 0,0 0 1 0 0,0 1 0 0 0,0-1-1 0 0,0 2 1 0 0,0-1 0 0 0,-1 1-1 0 0,1 0 1 0 0,0 0 0 0 0,0 0 0 0 0,0 1-1 0 0,0 0 1 0 0,9 4 0 0 0,2 12-241 0 0,0-2-6584 0 0,-10-12 4029 0 0</inkml:trace>
</inkml:ink>
</file>

<file path=ppt/ink/ink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3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40 592 168 0 0,'-38'-22'3934'0'0,"37"21"-3542"0"0,3 3-183 0 0,1 0 0 0 0,-1-1-1 0 0,1 1 1 0 0,-1-1-1 0 0,1 0 1 0 0,0 0 0 0 0,0 0-1 0 0,0 0 1 0 0,0 0-1 0 0,0-1 1 0 0,0 1-1 0 0,0-1 1 0 0,0 0 0 0 0,0 0-1 0 0,0 0 1 0 0,4-1-1 0 0,74 1-316 0 0,572-54 792 0 0,190-9-155 0 0,-252 21-389 0 0,-95 4-180 0 0,595-16-9 0 0,-196 35 96 0 0,-272 9-15 0 0,1064-62 3 0 0,-1666 71-37 0 0,183-10 1 0 0,1242-44 16 0 0,-253 33-57 0 0,-607 11 20 0 0,636-19 637 0 0,-588 12-127 0 0,-254 12-304 0 0,52 3 7 0 0,-239 5-119 0 0,842 3 106 0 0,-751 3 2 0 0,206-1 1178 0 0,-431-8 85 0 0,-1-3 0 0 0,71-14 1 0 0,-127 18-1321 0 0,0 0 1 0 0,0 0-1 0 0,0-1 1 0 0,-1 1 0 0 0,1-1-1 0 0,0 0 1 0 0,0 0 0 0 0,-1 1-1 0 0,1-1 1 0 0,-1 0 0 0 0,1 0-1 0 0,-1 0 1 0 0,1-1-1 0 0,-1 1 1 0 0,1 0 0 0 0,-1 0-1 0 0,0-1 1 0 0,0 1 0 0 0,0-1-1 0 0,0 1 1 0 0,0-1 0 0 0,1-1-1 0 0,-1 1 415 0 0,-1 1-640 0 0,0 0 0 0 0,1 0 0 0 0,-1 0 0 0 0,0 1 0 0 0,0-1 0 0 0,0 0 0 0 0,1 0 0 0 0,-1 0 0 0 0,0 0 0 0 0,0 0 0 0 0,0 0 0 0 0,0 1 0 0 0,-1-1 0 0 0,1 0 0 0 0,0 0 0 0 0,0 0 1 0 0,0 0-1 0 0,-1 0 0 0 0,1 1 0 0 0,0-1 0 0 0,-1 0 0 0 0,1 0 0 0 0,-1 0 0 0 0,1 1 0 0 0,-1-1 0 0 0,1 0 0 0 0,-1 1 0 0 0,0-1 0 0 0,-1-1 0 0 0,-3-3-833 0 0,-12-10-8619 0 0</inkml:trace>
</inkml:ink>
</file>

<file path=ppt/ink/ink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4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35 13985 0 0,'33'26'1413'0'0,"-26"-15"4443"0"0,-8-13-5901 0 0,-1 0 0 0 0,0 0 0 0 0,0 0 0 0 0,0 0 1 0 0,0 0-1 0 0,0 1 0 0 0,0-1 0 0 0,-1 1 0 0 0,-2-2 0 0 0,-2-2-816 0 0,0 1 0 0 0,-1 0 0 0 0,0 0 0 0 0,-14-5 0 0 0,-15-8-7682 0 0,23 8 4070 0 0</inkml:trace>
</inkml:ink>
</file>

<file path=ppt/ink/ink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5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90 100 0 0,'16'-43'9776'0'0,"-16"39"-9806"0"0,4-25 4498 0 0,-5 16-5303 0 0</inkml:trace>
</inkml:ink>
</file>

<file path=ppt/ink/ink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6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358 43 88 0 0,'-17'-41'4288'0'0,"15"40"-4206"0"0,-1 1 1 0 0,1 0-1 0 0,-1 0 1 0 0,1 0 0 0 0,-1 0-1 0 0,1 0 1 0 0,-1 1-1 0 0,1-1 1 0 0,-1 1 0 0 0,1 0-1 0 0,0-1 1 0 0,-1 1-1 0 0,1 0 1 0 0,0 1 0 0 0,0-1-1 0 0,-1 0 1 0 0,1 1-1 0 0,0-1 1 0 0,0 1-1 0 0,0-1 1 0 0,1 1 0 0 0,-1 0-1 0 0,0 0 1 0 0,1 0-1 0 0,-2 3 1 0 0,-46 60 535 0 0,44-58-488 0 0,-30 53 246 0 0,2 3-1 0 0,4 0 0 0 0,2 2 0 0 0,-36 131 1 0 0,51-153-276 0 0,3 0 1 0 0,1 1 0 0 0,2 0 0 0 0,1 0 0 0 0,3 0-1 0 0,5 64 1 0 0,-1-82-82 0 0,2-1 0 0 0,0-1 0 0 0,2 1 0 0 0,0-1 0 0 0,2 1 0 0 0,1-2 0 0 0,1 1 0 0 0,0-2 0 0 0,2 1 0 0 0,1-1 0 0 0,0-1 0 0 0,30 35 0 0 0,-32-46-209 0 0,-1 0 1 0 0,1-1 0 0 0,1-1-1 0 0,0 1 1 0 0,0-2 0 0 0,0 0-1 0 0,24 10 1 0 0,-21-11-945 0 0,1 0 0 0 0,0-2 0 0 0,26 6 0 0 0,1-5-1143 0 0</inkml:trace>
</inkml:ink>
</file>

<file path=ppt/ink/ink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9 1024 0 0,'-4'-8'4115'0'0,"0"11"-1617"0"0,-3 28-724 0 0,-3 54-713 0 0,22 285 1598 0 0,-11-263-2069 0 0,-2-62-9211 0 0</inkml:trace>
</inkml:ink>
</file>

<file path=ppt/ink/ink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7.2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1 163 776 0 0,'28'-18'820'0'0,"0"2"0"0"0,1 1 0 0 0,0 1 0 0 0,2 2 0 0 0,58-16 0 0 0,162-20 888 0 0,-208 42-1560 0 0,-1 3 0 0 0,1 1 0 0 0,0 2 0 0 0,47 6 0 0 0,-68-2-1656 0 0,1 0-1 0 0,38 13 0 0 0,-39-8-525 0 0</inkml:trace>
</inkml:ink>
</file>

<file path=ppt/ink/ink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7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17 206 152 0 0,'18'-2'2208'0'0,"1"-8"-1065"0"0,0-1 1 0 0,-1 0-1 0 0,32-28 1 0 0,-44 35-957 0 0,-2-1 0 0 0,1 1 0 0 0,-1-1 0 0 0,1 0 0 0 0,-1-1 0 0 0,0 1 0 0 0,-1-1 0 0 0,0 0 0 0 0,0 0 0 0 0,0 0 0 0 0,0 0 0 0 0,-1 0 0 0 0,0 0 0 0 0,0-1 0 0 0,-1 1 0 0 0,0-1 0 0 0,0-7 0 0 0,-1 13-159 0 0,0 0-1 0 0,0 0 0 0 0,0 0 1 0 0,0 0-1 0 0,-1 0 0 0 0,1 0 1 0 0,-1 0-1 0 0,1 0 0 0 0,0 0 1 0 0,-1 0-1 0 0,0 1 0 0 0,1-1 1 0 0,-1 0-1 0 0,0 0 1 0 0,1 0-1 0 0,-1 0 0 0 0,0 1 1 0 0,0-1-1 0 0,1 0 0 0 0,-1 1 1 0 0,0-1-1 0 0,0 1 0 0 0,0-1 1 0 0,0 1-1 0 0,0-1 0 0 0,0 1 1 0 0,0 0-1 0 0,0-1 0 0 0,0 1 1 0 0,0 0-1 0 0,0 0 0 0 0,0 0 1 0 0,0 0-1 0 0,0 0 0 0 0,0 0 1 0 0,-2 0-1 0 0,-36 6 465 0 0,31-4-420 0 0,1 1 1 0 0,-1 0-1 0 0,1 0 1 0 0,-1 1 0 0 0,1 0-1 0 0,0 0 1 0 0,1 1-1 0 0,-1 0 1 0 0,1 0-1 0 0,0 1 1 0 0,0 0 0 0 0,0 0-1 0 0,1 0 1 0 0,0 0-1 0 0,0 1 1 0 0,1 0-1 0 0,-5 10 1 0 0,6-11-44 0 0,1-1 1 0 0,0 1-1 0 0,1 0 0 0 0,-1 0 1 0 0,1 0-1 0 0,0 0 1 0 0,1 0-1 0 0,-1 0 0 0 0,1 0 1 0 0,0 1-1 0 0,1-1 1 0 0,-1 0-1 0 0,1 0 0 0 0,1 0 1 0 0,-1 0-1 0 0,1 0 1 0 0,0-1-1 0 0,0 1 0 0 0,1 0 1 0 0,0-1-1 0 0,0 1 0 0 0,0-1 1 0 0,6 7-1 0 0,0-1-8 0 0,0 0-1 0 0,1-1 1 0 0,0-1 0 0 0,1 1-1 0 0,0-2 1 0 0,0 0 0 0 0,1 0-1 0 0,23 11 1 0 0,-27-15-312 0 0,1 0 1 0 0,-1-1-1 0 0,1 0 0 0 0,0-1 1 0 0,0 0-1 0 0,0 0 0 0 0,0-1 1 0 0,0 0-1 0 0,0 0 1 0 0,0-1-1 0 0,0-1 0 0 0,0 1 1 0 0,0-1-1 0 0,15-4 1 0 0,-19 3-464 0 0,-1 0 0 0 0,1 0 0 0 0,-1-1 0 0 0,0 1 0 0 0,1-1 0 0 0,6-6 0 0 0,0-2-1702 0 0</inkml:trace>
</inkml:ink>
</file>

<file path=ppt/ink/ink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7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36 480 0 0,'2'-3'312'0'0,"0"0"0"0"0,1 0 0 0 0,-1 1 0 0 0,1-1 0 0 0,-1 0 0 0 0,1 1 0 0 0,0 0 0 0 0,0 0 0 0 0,0 0 0 0 0,1 0 0 0 0,-1 0 0 0 0,0 0 0 0 0,1 1 0 0 0,-1-1 0 0 0,5 0 0 0 0,-6 2-215 0 0,0 1-1 0 0,1-1 1 0 0,-1 1 0 0 0,0-1 0 0 0,0 1 0 0 0,0 0-1 0 0,0 0 1 0 0,0 0 0 0 0,0 0 0 0 0,0 0 0 0 0,0 0-1 0 0,0 0 1 0 0,-1 1 0 0 0,1-1 0 0 0,0 0 0 0 0,-1 1-1 0 0,1 0 1 0 0,-1-1 0 0 0,0 1 0 0 0,0 0 0 0 0,1 0-1 0 0,-1 0 1 0 0,0 0 0 0 0,0 0 0 0 0,-1 0-1 0 0,1 0 1 0 0,1 3 0 0 0,2 6 74 0 0,0 0-1 0 0,0 0 0 0 0,-1 0 1 0 0,0 1-1 0 0,-1 0 1 0 0,0-1-1 0 0,-1 1 1 0 0,-1 19-1 0 0,2-13 78 0 0,-1-17-168 0 0,-1 1 0 0 0,0 0 0 0 0,1 0 0 0 0,-1 1 0 0 0,0-1 0 0 0,0 0 0 0 0,0 0 0 0 0,0 0-1 0 0,-1 0 1 0 0,1 0 0 0 0,-1 0 0 0 0,1 0 0 0 0,-2 3 0 0 0,1-4 862 0 0,3-6-815 0 0,5-12-63 0 0,1-1 0 0 0,1 2 0 0 0,1-1 0 0 0,11-15 0 0 0,31-28-3248 0 0,-38 45-1422 0 0,-7 9 1968 0 0</inkml:trace>
</inkml:ink>
</file>

<file path=ppt/ink/ink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8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0 408 0 0,'17'27'4328'0'0,"-17"-20"-3983"0"0,1 0 1 0 0,-1 0-1 0 0,0 1 1 0 0,-1-1 0 0 0,0 0-1 0 0,-2 10 1 0 0,-2 15 729 0 0,-7-5 1259 0 0,19-39-2284 0 0,1 0 0 0 0,0 1 1 0 0,1-1-1 0 0,0 1 0 0 0,0 1 1 0 0,1 0-1 0 0,0 0 1 0 0,1 1-1 0 0,0 0 0 0 0,1 1 1 0 0,0 0-1 0 0,17-8 0 0 0,-26 14-43 0 0,21-2 36 0 0,-22 4-40 0 0,1 0-1 0 0,0 0 0 0 0,-1 0 1 0 0,1 1-1 0 0,-1-1 0 0 0,1 1 1 0 0,0 0-1 0 0,-1 0 0 0 0,0 0 1 0 0,1 0-1 0 0,-1 0 1 0 0,1 0-1 0 0,-1 1 0 0 0,0-1 1 0 0,0 1-1 0 0,0-1 0 0 0,0 1 1 0 0,0 0-1 0 0,0 0 0 0 0,2 3 1 0 0,27 44 25 0 0,-30-47-22 0 0,5 2 117 0 0,-6-4-109 0 0,0 1 0 0 0,1-1 1 0 0,-1 1-1 0 0,0-1 1 0 0,1 0-1 0 0,-1 1 0 0 0,1-1 1 0 0,-1 0-1 0 0,1 1 1 0 0,-1-1-1 0 0,0 0 0 0 0,1 0 1 0 0,-1 1-1 0 0,1-1 1 0 0,-1 0-1 0 0,1 0 0 0 0,0 0 1 0 0,-1 0-1 0 0,1 0 1 0 0,-1 1-1 0 0,1-1 0 0 0,-1 0 1 0 0,1 0-1 0 0,-1 0 0 0 0,1-1 1 0 0,-1 1-1 0 0,1 0 1 0 0,-1 0-1 0 0,2 0 0 0 0,10-3 46 0 0,3 0 117 0 0,0 0 0 0 0,0 1 0 0 0,1 1 0 0 0,-1 0 0 0 0,0 1-1 0 0,1 0 1 0 0,16 4 0 0 0,-27-3-245 0 0,0 1 0 0 0,0-1 0 0 0,0 1 0 0 0,0 1 0 0 0,0-1 0 0 0,-1 1 0 0 0,9 6 0 0 0,4 4-5102 0 0,-14-10 3085 0 0,4 2-1057 0 0</inkml:trace>
</inkml:ink>
</file>

<file path=ppt/ink/ink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8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20 0 0,'9'-3'1740'0'0,"8"-3"-984"0"0,-4 3-96 0 0,3 1-64 0 0,-4 1-40 0 0,2-3-64 0 0,4 2-56 0 0,2 2-51 0 0,-4 0-113 0 0,2 0-160 0 0,1 2-124 0 0,6-2-180 0 0,4 2-189 0 0,-4 1-527 0 0,-4 1-984 0 0,5 0 440 0 0</inkml:trace>
</inkml:ink>
</file>

<file path=ppt/ink/ink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9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328 180 368 0 0,'17'-22'10706'0'0,"17"202"-5989"0"0,-13-56-3471 0 0,-20-120-1371 0 0,1 6 227 0 0,0 0 0 0 0,-1 0-1 0 0,0 0 1 0 0,0 12 0 0 0,-9 5-2813 0 0,7-25 2054 0 0,0-1-1 0 0,-1 1 0 0 0,1-1 1 0 0,0 1-1 0 0,-1-1 0 0 0,1 1 1 0 0,-1-1-1 0 0,1 0 0 0 0,-1 0 1 0 0,0 0-1 0 0,1 0 0 0 0,-5 2 1 0 0</inkml:trace>
  <inkml:trace contextRef="#ctx0" brushRef="#br0" timeOffset="1">0 189 11317 0 0,'3'-7'30'0'0,"-1"1"1"0"0,1 0-1 0 0,1 0 1 0 0,-1 0-1 0 0,1 1 0 0 0,0-1 1 0 0,0 1-1 0 0,1 0 1 0 0,-1 0-1 0 0,1 0 0 0 0,0 1 1 0 0,1 0-1 0 0,-1 0 0 0 0,1 0 1 0 0,0 0-1 0 0,0 1 1 0 0,0 0-1 0 0,7-2 0 0 0,23-13 334 0 0,1 2 0 0 0,0 2 0 0 0,1 1 0 0 0,47-9 0 0 0,-62 17-582 0 0,1 2 0 0 0,0 0 0 0 0,0 2 0 0 0,0 0-1 0 0,0 2 1 0 0,0 0 0 0 0,-1 2 0 0 0,33 8-1 0 0,-56-11 189 0 0,17 6-1452 0 0,-7 1-3421 0 0,5 3 1900 0 0</inkml:trace>
</inkml:ink>
</file>

<file path=ppt/ink/ink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9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0 151 140 0 0,'40'7'4533'0'0,"-21"-9"-3840"0"0,1-1 0 0 0,-1-1-1 0 0,0 0 1 0 0,-1-2 0 0 0,1 0 0 0 0,-1-1 0 0 0,-1-1-1 0 0,1-1 1 0 0,20-13 0 0 0,-35 19-581 0 0,0 0-1 0 0,0 0 1 0 0,0 0 0 0 0,0 0 0 0 0,-1 0-1 0 0,1 0 1 0 0,-1-1 0 0 0,0 1-1 0 0,0-1 1 0 0,0 0 0 0 0,0 1 0 0 0,-1-1-1 0 0,0 0 1 0 0,0 0 0 0 0,0 0-1 0 0,0 0 1 0 0,0-5 0 0 0,-1 8 50 0 0,-30-17 459 0 0,26 19-588 0 0,0-1 0 0 0,1 1-1 0 0,-1 0 1 0 0,0 0 0 0 0,0 0-1 0 0,0 1 1 0 0,0-1-1 0 0,1 1 1 0 0,-1 0 0 0 0,1 0-1 0 0,-1 0 1 0 0,1 0 0 0 0,0 1-1 0 0,0-1 1 0 0,0 1 0 0 0,0 0-1 0 0,1 0 1 0 0,-1 0-1 0 0,1 0 1 0 0,-1 1 0 0 0,1-1-1 0 0,0 0 1 0 0,0 1 0 0 0,1 0-1 0 0,-1-1 1 0 0,1 1 0 0 0,0 0-1 0 0,0 0 1 0 0,0 0-1 0 0,0 0 1 0 0,0 5 0 0 0,1-3-23 0 0,-1 0-1 0 0,1 0 1 0 0,1 0 0 0 0,-1 1 0 0 0,1-1-1 0 0,0 0 1 0 0,0 0 0 0 0,1 0 0 0 0,-1 0 0 0 0,2 0-1 0 0,-1-1 1 0 0,0 1 0 0 0,1 0 0 0 0,0-1 0 0 0,1 0-1 0 0,-1 0 1 0 0,1 0 0 0 0,0 0 0 0 0,0 0 0 0 0,5 3-1 0 0,-1-2-349 0 0,-1 0-1 0 0,1 0 1 0 0,1-1 0 0 0,-1-1-1 0 0,1 1 1 0 0,14 4-1 0 0,-19-8-475 0 0,0 0 1 0 0,1 0-1 0 0,-1 0 0 0 0,0 0 0 0 0,1-1 1 0 0,-1 0-1 0 0,1 0 0 0 0,-1 0 0 0 0,9-1 0 0 0,0-3-2056 0 0</inkml:trace>
</inkml:ink>
</file>

<file path=ppt/ink/ink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29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28 876 0 0,'3'-1'207'0'0,"0"0"0"0"0,-1 0 1 0 0,1 0-1 0 0,0 0 0 0 0,0 1 0 0 0,0-1 1 0 0,1 1-1 0 0,-1 0 0 0 0,0 0 0 0 0,0 0 0 0 0,0 0 1 0 0,0 1-1 0 0,0-1 0 0 0,0 1 0 0 0,0 0 0 0 0,0 0 1 0 0,0 0-1 0 0,-1 0 0 0 0,1 0 0 0 0,0 1 0 0 0,0-1 1 0 0,-1 1-1 0 0,1-1 0 0 0,-1 1 0 0 0,0 0 0 0 0,1 0 1 0 0,-1 1-1 0 0,0-1 0 0 0,0 0 0 0 0,0 1 1 0 0,0-1-1 0 0,-1 1 0 0 0,1-1 0 0 0,-1 1 0 0 0,0 0 1 0 0,2 3-1 0 0,51 89 2562 0 0,-53-94-2554 0 0,-1-1-162 0 0,0 1 0 0 0,0-1 1 0 0,-1 0-1 0 0,1 1 0 0 0,0-1 0 0 0,0 1 0 0 0,0-1 0 0 0,0 0 0 0 0,0 1 1 0 0,1-1-1 0 0,-1 1 0 0 0,0-1 0 0 0,0 0 0 0 0,0 1 0 0 0,0-1 1 0 0,0 1-1 0 0,1-1 0 0 0,-1 0 0 0 0,0 1 0 0 0,0-1 0 0 0,0 0 0 0 0,1 1 1 0 0,-1-1-1 0 0,0 0 0 0 0,1 1 0 0 0,-1-1 0 0 0,0 0 0 0 0,0 0 1 0 0,1 0-1 0 0,-1 1 0 0 0,1-1 0 0 0,-1 0 0 0 0,1 0 0 0 0,13-5 950 0 0,16-22-312 0 0,-27 23-612 0 0,35-35 88 0 0,21-20-1263 0 0,-12 23-7870 0 0,-36 29 6034 0 0</inkml:trace>
</inkml:ink>
</file>

<file path=ppt/ink/ink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0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0 588 0 0,'3'0'255'0'0,"0"1"-1"0"0,-1-1 1 0 0,1 1-1 0 0,-1-1 1 0 0,1 1-1 0 0,-1 0 1 0 0,1 0-1 0 0,-1 0 1 0 0,0 0-1 0 0,1 1 1 0 0,-1-1-1 0 0,0 1 1 0 0,0-1-1 0 0,0 1 1 0 0,0 0-1 0 0,0 0 1 0 0,0 0-1 0 0,-1 0 1 0 0,1 0-1 0 0,0 0 1 0 0,-1 0-1 0 0,0 0 1 0 0,0 1-1 0 0,1-1 1 0 0,-1 0-1 0 0,-1 1 1 0 0,1-1-1 0 0,0 1 1 0 0,0-1-1 0 0,0 6 1 0 0,0 0 21 0 0,0 0 1 0 0,0 0 0 0 0,0 0-1 0 0,-1 0 1 0 0,0 1-1 0 0,-1-1 1 0 0,0 0-1 0 0,-3 14 1 0 0,3-20-165 0 0,1-2-17 0 0,0 0-82 0 0,0 0 1 0 0,0 1 0 0 0,0-1-1 0 0,-1 0 1 0 0,1 0-1 0 0,0 0 1 0 0,0 0 0 0 0,0 1-1 0 0,0-1 1 0 0,0 0-1 0 0,0 0 1 0 0,-1 0 0 0 0,1 1-1 0 0,0-1 1 0 0,0 0 0 0 0,0 0-1 0 0,0 0 1 0 0,0 1-1 0 0,0-1 1 0 0,0 0 0 0 0,0 0-1 0 0,0 1 1 0 0,0-1-1 0 0,0 0 1 0 0,0 0 0 0 0,0 0-1 0 0,0 1 1 0 0,0-1-1 0 0,0 0 1 0 0,1 0 0 0 0,-1 0-1 0 0,0 1 1 0 0,0-1 0 0 0,0 0-1 0 0,0 0 1 0 0,0 0-1 0 0,0 1 1 0 0,1-1 0 0 0,-1 0-1 0 0,0 0 1 0 0,0 0-1 0 0,0 0 1 0 0,0 0 0 0 0,1 1-1 0 0,-1-1 1 0 0,0 0-1 0 0,0 0 1 0 0,0 0 0 0 0,1 0-1 0 0,-1 0 1 0 0,0 0 0 0 0,0 0-1 0 0,0 0 1 0 0,1 0-1 0 0,-1 0 1 0 0,0 0 0 0 0,0 0-1 0 0,1 0 1 0 0,-1 0-1 0 0,30-21 26 0 0,-22 14-31 0 0,1 0 0 0 0,1 0 0 0 0,-1 1-1 0 0,1 0 1 0 0,1 1 0 0 0,-1 0-1 0 0,0 1 1 0 0,1 0 0 0 0,0 1-1 0 0,0 0 1 0 0,19-3 0 0 0,-27 7-8 0 0,0 0 1 0 0,0-1-1 0 0,0 1 1 0 0,0 1-1 0 0,0-1 1 0 0,-1 0-1 0 0,1 1 1 0 0,0 0-1 0 0,-1-1 1 0 0,0 1-1 0 0,1 0 0 0 0,-1 0 1 0 0,0 0-1 0 0,0 1 1 0 0,0-1-1 0 0,0 0 1 0 0,0 1-1 0 0,-1 0 1 0 0,1-1-1 0 0,1 5 1 0 0,-2-5 25 0 0,1 0 0 0 0,-1 1 0 0 0,0-1 0 0 0,1 0 1 0 0,-1 0-1 0 0,1 0 0 0 0,0 0 0 0 0,0-1 0 0 0,-1 1 1 0 0,1 0-1 0 0,0-1 0 0 0,1 1 0 0 0,-1-1 0 0 0,0 0 0 0 0,0 0 1 0 0,1 0-1 0 0,-1 0 0 0 0,0 0 0 0 0,1 0 0 0 0,2 0 0 0 0,60 5 976 0 0,-3-1-99 0 0,-44-2-793 0 0,12 3 37 0 0,-15 3-3141 0 0,-1-10-6243 0 0</inkml:trace>
</inkml:ink>
</file>

<file path=ppt/ink/ink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1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45 230 888 0 0,'20'-22'2003'0'0,"-2"4"4029"0"0,-14 22-3953 0 0,-6 12-2030 0 0,-3 5 316 0 0,-1-1-1 0 0,-1 1 1 0 0,-15 28 0 0 0,-7 23 218 0 0,21-50-517 0 0,1 2 625 0 0,20-37-300 0 0,95-145 88 0 0,-105 155-494 0 0,2 0 1 0 0,-4 2 7 0 0,2 2 8 0 0,0 0 0 0 0,0 1 0 0 0,0-1 0 0 0,0 1 0 0 0,0 0 0 0 0,-1 0 0 0 0,1 0 0 0 0,-1 0 0 0 0,1 0 0 0 0,-1 1 0 0 0,0-1 0 0 0,0 1 0 0 0,4 5 0 0 0,-4-5-1 0 0,0 0 1 0 0,1 1-1 0 0,0-1 0 0 0,0 0 0 0 0,0 0 1 0 0,0-1-1 0 0,0 1 0 0 0,0-1 1 0 0,1 1-1 0 0,5 2 0 0 0,0-3 4 0 0,-1 0-1 0 0,1 0 0 0 0,-1-1 1 0 0,1 0-1 0 0,0-1 0 0 0,-1 1 1 0 0,1-2-1 0 0,0 1 0 0 0,-1-2 1 0 0,1 1-1 0 0,-1-1 0 0 0,1 0 1 0 0,-1 0-1 0 0,0-1 0 0 0,0-1 1 0 0,0 1-1 0 0,0-1 0 0 0,12-9 1 0 0,-6 4 2 0 0,0 0 0 0 0,-1-1 1 0 0,0-1-1 0 0,-1 0 1 0 0,0 0-1 0 0,-1-1 0 0 0,0-1 1 0 0,-1 0-1 0 0,10-16 1 0 0,-10 11-2 0 0,0-1-1 0 0,-2 0 1 0 0,0-1 0 0 0,-1 1 0 0 0,9-42 0 0 0,-16 61-4 0 0,0 0-1 0 0,0 0 0 0 0,0-1 1 0 0,0 1-1 0 0,1 0 1 0 0,-1 0-1 0 0,0-1 1 0 0,0 1-1 0 0,0 0 1 0 0,0-1-1 0 0,0 1 1 0 0,0 0-1 0 0,0 0 1 0 0,0-1-1 0 0,0 1 1 0 0,0 0-1 0 0,0-1 1 0 0,0 1-1 0 0,0 0 1 0 0,0 0-1 0 0,0-1 1 0 0,0 1-1 0 0,0 0 1 0 0,0 0-1 0 0,0-1 1 0 0,0 1-1 0 0,-1 0 1 0 0,1 0-1 0 0,0-1 1 0 0,0 1-1 0 0,0 0 1 0 0,0 0-1 0 0,-1-1 1 0 0,1 1-1 0 0,0 0 1 0 0,0 0-1 0 0,0 0 1 0 0,-1-1-1 0 0,1 1 1 0 0,0 0-1 0 0,0 0 1 0 0,-1 0-1 0 0,1 0 1 0 0,0 0-1 0 0,0 0 1 0 0,-1 0-1 0 0,1-1 1 0 0,0 1-1 0 0,-1 0 0 0 0,1 0 1 0 0,0 0-1 0 0,0 0 1 0 0,-1 0-1 0 0,1 0 1 0 0,0 0-1 0 0,-1 0 1 0 0,1 0-1 0 0,0 1 1 0 0,0-1-1 0 0,-1 0 1 0 0,1 0-1 0 0,0 0 1 0 0,-1 0-1 0 0,-9 9 12 0 0,0 0 0 0 0,0 0 0 0 0,1 1 0 0 0,0 1-1 0 0,1-1 1 0 0,0 1 0 0 0,1 1 0 0 0,0-1 0 0 0,1 1 0 0 0,0 0-1 0 0,1 1 1 0 0,1-1 0 0 0,-1 1 0 0 0,2 0 0 0 0,0 0-1 0 0,-2 19 1 0 0,4-19-7 0 0,-1-1-1 0 0,2 1 0 0 0,0 0 1 0 0,1 0-1 0 0,0 0 0 0 0,0 0 1 0 0,2 0-1 0 0,-1 0 0 0 0,2-1 1 0 0,0 1-1 0 0,0-1 1 0 0,1 0-1 0 0,1-1 0 0 0,0 1 1 0 0,0-1-1 0 0,1 0 0 0 0,13 15 1 0 0,-11-16-63 0 0,0-1 0 0 0,1-1 0 0 0,0 0 0 0 0,0 0 1 0 0,1-1-1 0 0,0 0 0 0 0,20 8 0 0 0,-15-8-200 0 0,0-2-1 0 0,0 0 0 0 0,0-1 1 0 0,1 0-1 0 0,0-2 0 0 0,0 0 1 0 0,0-1-1 0 0,0 0 0 0 0,18-3 1 0 0,-14 0-34 0 0,0 0 0 0 0,0-2 0 0 0,0-1 1 0 0,0 0-1 0 0,-1-2 0 0 0,0 0 0 0 0,-1-1 1 0 0,1-1-1 0 0,-2-1 0 0 0,1-1 0 0 0,-1 0 1 0 0,31-27-1 0 0,-44 34 556 0 0,-1 0 1 0 0,1 0 0 0 0,-1 0-1 0 0,0 0 1 0 0,0-1-1 0 0,0 0 1 0 0,-1 0 0 0 0,1 0-1 0 0,-1 0 1 0 0,0 0-1 0 0,-1-1 1 0 0,1 0 0 0 0,-1 1-1 0 0,2-11 1 0 0,-9 16-109 0 0,0 1-107 0 0,0 1 0 0 0,1-1 0 0 0,-1 1 0 0 0,0-1-1 0 0,1 2 1 0 0,-1-1 0 0 0,1 0 0 0 0,-1 1-1 0 0,1 0 1 0 0,0 0 0 0 0,0 0 0 0 0,1 0 0 0 0,-1 1-1 0 0,1-1 1 0 0,-1 1 0 0 0,1 0 0 0 0,0 0-1 0 0,-3 5 1 0 0,6-8-34 0 0,-1 0-1 0 0,1 0 1 0 0,-1 0-1 0 0,1 0 1 0 0,-1 0 0 0 0,1 0-1 0 0,-1 0 1 0 0,1 0-1 0 0,0 0 1 0 0,0 0-1 0 0,-1 0 1 0 0,1 1-1 0 0,0-1 1 0 0,0 0 0 0 0,0 0-1 0 0,0 0 1 0 0,0 0-1 0 0,0 0 1 0 0,1 0-1 0 0,-1 0 1 0 0,0 0-1 0 0,1 0 1 0 0,-1 0 0 0 0,0 0-1 0 0,2 2 1 0 0,-1-2-5 0 0,0 0-1 0 0,1 0 1 0 0,-1 0 0 0 0,1 0 0 0 0,-1 0 0 0 0,1 0 0 0 0,-1-1-1 0 0,1 1 1 0 0,-1-1 0 0 0,1 1 0 0 0,0-1 0 0 0,-1 0 0 0 0,1 1 0 0 0,0-1-1 0 0,2 0 1 0 0,11 0 0 0 0,0-1 1 0 0,0-1-1 0 0,18-4 0 0 0,-18 3 23 0 0,50-5-4 0 0,1 0-19 0 0,0-3 0 0 0,-1-2 0 0 0,67-24-1 0 0,-112 30-4 0 0,-1-1 0 0 0,0-1 0 0 0,0-1 0 0 0,-1-1 0 0 0,29-22-1 0 0,-37 24 5 0 0,1-1 0 0 0,-2 0 0 0 0,1 0 0 0 0,-1-1 0 0 0,-1 0-1 0 0,0-1 1 0 0,0 0 0 0 0,-2 0 0 0 0,10-21 0 0 0,-13 26 29 0 0,-1-1 1 0 0,1 0-1 0 0,-2 0 1 0 0,1 0 0 0 0,-1 0-1 0 0,0 0 1 0 0,0 0-1 0 0,-1-9 1 0 0,-1 13 52 0 0,1 0-1 0 0,0 0 1 0 0,-1 0-1 0 0,0 0 1 0 0,0 0-1 0 0,0 1 1 0 0,-1-1-1 0 0,1 0 1 0 0,-1 1-1 0 0,0-1 1 0 0,0 1-1 0 0,0 0 1 0 0,0-1-1 0 0,0 1 1 0 0,-1 0-1 0 0,0 0 1 0 0,-5-4-1 0 0,7 6-58 0 0,0 1-1 0 0,-1-1 0 0 0,1 1 1 0 0,-1-1-1 0 0,1 1 0 0 0,0 0 0 0 0,-1 0 1 0 0,1 0-1 0 0,-1 0 0 0 0,1 0 0 0 0,0 0 1 0 0,-1 0-1 0 0,1 0 0 0 0,-1 0 0 0 0,1 1 1 0 0,0-1-1 0 0,-1 1 0 0 0,1-1 1 0 0,0 1-1 0 0,-1-1 0 0 0,1 1 0 0 0,0 0 1 0 0,-2 1-1 0 0,-26 19 393 0 0,23-14-348 0 0,0-1 0 0 0,0 1 0 0 0,1 1 0 0 0,0-1 0 0 0,0 1 0 0 0,0 0 0 0 0,1 0 0 0 0,1 0 0 0 0,-1 0 0 0 0,1 1 0 0 0,1 0 0 0 0,-1-1 0 0 0,-1 18 0 0 0,1 7 47 0 0,1 0 0 0 0,3 46 0 0 0,0-55-84 0 0,4 58-1778 0 0,-3-54-1576 0 0,0-3-3726 0 0,1-17 3270 0 0</inkml:trace>
</inkml:ink>
</file>

<file path=ppt/ink/ink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2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90 224 0 0,'1'-6'528'0'0,"1"1"0"0"0,0-1 0 0 0,0 1-1 0 0,0 0 1 0 0,1 0 0 0 0,0 0 0 0 0,0 0 0 0 0,0 1 0 0 0,0-1-1 0 0,1 1 1 0 0,5-5 0 0 0,-5 6-401 0 0,0 0-1 0 0,0 0 1 0 0,0 1-1 0 0,1-1 1 0 0,-1 1-1 0 0,1 0 1 0 0,-1 1-1 0 0,1-1 1 0 0,0 1-1 0 0,0 0 1 0 0,0 0 0 0 0,0 0-1 0 0,0 1 1 0 0,8 0-1 0 0,-8 0-322 0 0,18 0-717 0 0,-7 3-2456 0 0</inkml:trace>
</inkml:ink>
</file>

<file path=ppt/ink/ink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2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 44 0 0,'3'0'297'0'0,"0"-1"1"0"0,-1 1-1 0 0,1 0 1 0 0,0 0-1 0 0,0 0 0 0 0,0 0 1 0 0,0 1-1 0 0,-1-1 0 0 0,1 1 1 0 0,0 0-1 0 0,0-1 1 0 0,-1 1-1 0 0,1 1 0 0 0,-1-1 1 0 0,1 0-1 0 0,-1 1 1 0 0,1-1-1 0 0,-1 1 0 0 0,0 0 1 0 0,1-1-1 0 0,-1 1 0 0 0,0 0 1 0 0,0 0-1 0 0,-1 1 1 0 0,1-1-1 0 0,2 4 0 0 0,-1-1-33 0 0,0 1 0 0 0,-1 0 0 0 0,1 0 0 0 0,-1 0 0 0 0,0 0-1 0 0,-1 0 1 0 0,1 1 0 0 0,-1-1 0 0 0,-1 0 0 0 0,1 9 0 0 0,-1-13-117 0 0,-1 10 183 0 0,1-12-308 0 0,0 1-1 0 0,0-1 1 0 0,0 0-1 0 0,0 0 1 0 0,0 1-1 0 0,0-1 1 0 0,0 0-1 0 0,0 0 1 0 0,0 1-1 0 0,0-1 1 0 0,0 0-1 0 0,0 1 1 0 0,0-1-1 0 0,0 0 1 0 0,0 0-1 0 0,0 1 1 0 0,0-1-1 0 0,1 0 1 0 0,-1 0-1 0 0,0 1 1 0 0,0-1-1 0 0,0 0 1 0 0,0 0-1 0 0,1 0 1 0 0,-1 1-1 0 0,0-1 1 0 0,0 0-1 0 0,0 0 1 0 0,1 0-1 0 0,-1 0 1 0 0,0 0-1 0 0,0 1 1 0 0,1-1-1 0 0,-1 0 1 0 0,0 0-1 0 0,0 0 1 0 0,1 0-1 0 0,-1 0 1 0 0,0 0-1 0 0,0 0 1 0 0,1 0-1 0 0,-1 0 1 0 0,0 0-1 0 0,1 0 1 0 0,-1 0-1 0 0,0 0 1 0 0,0 0-1 0 0,1 0 1 0 0,-1 0-1 0 0,0 0 1 0 0,1-1-1 0 0,92-53 381 0 0,-71 39-341 0 0,1 0 1 0 0,1 2 0 0 0,0 1-1 0 0,1 0 1 0 0,1 2-1 0 0,45-12 1 0 0,-68 21-56 0 0,0 1-1 0 0,-1 0 1 0 0,1 0 0 0 0,-1 0-1 0 0,1 0 1 0 0,0 0 0 0 0,-1 1 0 0 0,1-1-1 0 0,-1 1 1 0 0,1-1 0 0 0,-1 1-1 0 0,1 0 1 0 0,-1 0 0 0 0,0 0 0 0 0,1 1-1 0 0,-1-1 1 0 0,0 0 0 0 0,0 1-1 0 0,0 0 1 0 0,0-1 0 0 0,0 1 0 0 0,0 0-1 0 0,2 4 1 0 0,3 4 56 0 0,0 0-1 0 0,-1 0 1 0 0,-1 1-1 0 0,5 12 1 0 0,-5-13 2 0 0,-4-6-39 0 0,0 6-23 0 0,1 1-455 0 0,0-7-1755 0 0</inkml:trace>
</inkml:ink>
</file>

<file path=ppt/ink/ink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2.7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84 0 0,'3'4'609'0'0,"1"1"1"0"0,-1-1-1 0 0,0 1 0 0 0,-1 0 1 0 0,1 0-1 0 0,-1-1 0 0 0,0 2 1 0 0,0-1-1 0 0,0 0 0 0 0,-1 0 1 0 0,1 1-1 0 0,-2-1 1 0 0,2 9-1 0 0,4 17 741 0 0,3 1-349 0 0,-3-10-100 0 0,0-1 0 0 0,13 27 1 0 0,-16-41-964 0 0,0-1 0 0 0,1 1 0 0 0,0-1 0 0 0,0-1 0 0 0,1 1 0 0 0,-1 0 1 0 0,1-1-1 0 0,0 0 0 0 0,1 0 0 0 0,-1-1 0 0 0,9 6 0 0 0,-5-4-1693 0 0,1-1 1132 0 0,2-1-4756 0 0,-1-1 2469 0 0</inkml:trace>
</inkml:ink>
</file>

<file path=ppt/ink/ink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3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65 652 0 0,'-1'-8'1477'0'0,"0"2"1632"0"0,-4-43 4195 0 0,4 47-6918 0 0</inkml:trace>
</inkml:ink>
</file>

<file path=ppt/ink/ink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3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703 1 312 0 0,'0'0'3073'0'0,"-4"0"-2082"0"0,-3 0-638 0 0,-1 2 0 0 0,1-1 0 0 0,0 1 1 0 0,0 0-1 0 0,0 1 0 0 0,0-1 0 0 0,0 1 1 0 0,1 1-1 0 0,-1-1 0 0 0,-11 9 0 0 0,-68 58 1069 0 0,49-39-779 0 0,-170 147 1382 0 0,107-90-1712 0 0,35-23-915 0 0,21-18-1060 0 0,-4-6-3514 0 0,24-27 2236 0 0</inkml:trace>
</inkml:ink>
</file>

<file path=ppt/ink/ink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4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874 1 912 0 0,'1'0'146'0'0,"0"0"0"0"0,0 0-1 0 0,-1 0 1 0 0,1 0 0 0 0,0 0 0 0 0,0 0 0 0 0,-1 0-1 0 0,1 0 1 0 0,0 0 0 0 0,0 1 0 0 0,-1-1-1 0 0,1 0 1 0 0,0 1 0 0 0,-1-1 0 0 0,1 0 0 0 0,0 1-1 0 0,-1-1 1 0 0,1 1 0 0 0,0-1 0 0 0,-1 1-1 0 0,1-1 1 0 0,-1 1 0 0 0,1-1 0 0 0,-1 1 0 0 0,0 0-1 0 0,1-1 1 0 0,-1 1 0 0 0,1 0 0 0 0,-1-1-1 0 0,0 1 1 0 0,1 1 0 0 0,16 30 689 0 0,-8-4-250 0 0,-2 1 1 0 0,0 0 0 0 0,-2 0-1 0 0,-2 0 1 0 0,0 1-1 0 0,-3 47 1 0 0,-4-25 111 0 0,-1-1 1 0 0,-24 98-1 0 0,20-120-484 0 0,-1 0-1 0 0,-2 0 1 0 0,0-2-1 0 0,-2 1 0 0 0,-1-2 1 0 0,-1 0-1 0 0,-2 0 1 0 0,-29 32-1 0 0,16-24 16 0 0,-2-1 0 0 0,-1-1 0 0 0,-2-2-1 0 0,-70 46 1 0 0,49-43-222 0 0,-2-1 0 0 0,-100 38-1 0 0,62-38-2708 0 0,-1-6-3635 0 0,55-18 2608 0 0</inkml:trace>
</inkml:ink>
</file>

<file path=ppt/ink/ink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7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327 312 9021 0 0,'5'-18'145'0'0,"0"0"-1"0"0,-1 0 1 0 0,-1-1 0 0 0,-1 0-1 0 0,0 0 1 0 0,-2 1 0 0 0,0-1-1 0 0,-1 0 1 0 0,-1 0 0 0 0,0 0-1 0 0,-2 1 1 0 0,0-1 0 0 0,-10-24-1 0 0,14 41-94 0 0,-1 1-1 0 0,1-1 0 0 0,-1 1 1 0 0,0-1-1 0 0,0 1 0 0 0,1 0 1 0 0,-1-1-1 0 0,0 1 0 0 0,0 0 1 0 0,-1 0-1 0 0,1 0 0 0 0,0-1 1 0 0,0 1-1 0 0,-1 0 0 0 0,1 1 1 0 0,0-1-1 0 0,-1 0 0 0 0,1 0 1 0 0,-1 0-1 0 0,1 1 0 0 0,-1-1 1 0 0,1 1-1 0 0,-3-1 0 0 0,2 1-5 0 0,-1 0 0 0 0,0 0 0 0 0,0 0 0 0 0,0 1 0 0 0,0-1 0 0 0,0 1 0 0 0,0 0 1 0 0,0 0-1 0 0,0 0 0 0 0,0 0 0 0 0,-4 3 0 0 0,-6 4 60 0 0,-1 1 0 0 0,2 0 0 0 0,-21 20 0 0 0,27-24-8 0 0,6-5-96 0 0,-31 28 314 0 0,-51 60-1 0 0,75-80-270 0 0,1 0 1 0 0,-1 1-1 0 0,2 0 0 0 0,-1 0 1 0 0,1 1-1 0 0,1-1 1 0 0,0 1-1 0 0,0 0 0 0 0,1 0 1 0 0,0 1-1 0 0,1-1 1 0 0,0 0-1 0 0,-1 12 0 0 0,3-19-29 0 0,0 0 0 0 0,0-1 0 0 0,0 1-1 0 0,0-1 1 0 0,1 1 0 0 0,-1 0 0 0 0,1-1-1 0 0,0 1 1 0 0,-1-1 0 0 0,1 1 0 0 0,0-1-1 0 0,0 0 1 0 0,1 1 0 0 0,-1-1 0 0 0,0 0-1 0 0,1 0 1 0 0,0 0 0 0 0,-1 0 0 0 0,1 0 0 0 0,3 3-1 0 0,-2-3 0 0 0,0-1-1 0 0,1 1 0 0 0,-1-1 1 0 0,0 1-1 0 0,1-1 0 0 0,-1 0 1 0 0,1-1-1 0 0,-1 1 1 0 0,1 0-1 0 0,0-1 0 0 0,-1 0 1 0 0,1 0-1 0 0,4 0 0 0 0,12-3 24 0 0,1 0 1 0 0,-1-2-1 0 0,0 0 0 0 0,24-11 0 0 0,-23 9 3 0 0,-1 1-15 0 0,-8 1-27 0 0,1 1 0 0 0,-1 0 0 0 0,1 1 0 0 0,0 1 0 0 0,16-2 0 0 0,-24 4 3 0 0,0 1-1 0 0,0-1 1 0 0,0 1 0 0 0,0 0-1 0 0,0 0 1 0 0,0 1-1 0 0,0-1 1 0 0,-1 1-1 0 0,1 0 1 0 0,-1 1-1 0 0,1-1 1 0 0,-1 1 0 0 0,0-1-1 0 0,0 2 1 0 0,0-1-1 0 0,0 0 1 0 0,4 5-1 0 0,-4-4 25 0 0,0 0 0 0 0,0 0 0 0 0,0-1 0 0 0,0 0 0 0 0,1 0-1 0 0,0 0 1 0 0,7 4 0 0 0,-10-7 95 0 0,26-10 210 0 0,0-12-510 0 0,91-65 289 0 0,-34 37-9336 0 0,-64 39 5557 0 0</inkml:trace>
</inkml:ink>
</file>

<file path=ppt/ink/ink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7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35 532 0 0,'-16'-32'6845'0'0,"16"32"-6752"0"0,-1 0 0 0 0,1 0 0 0 0,-1-1 1 0 0,1 1-1 0 0,-1 0 0 0 0,1 0 0 0 0,-1-1 1 0 0,1 1-1 0 0,-1 0 0 0 0,1 0 0 0 0,-1 0 0 0 0,1 0 1 0 0,-1 0-1 0 0,1 0 0 0 0,-1 0 0 0 0,1 0 0 0 0,-1 0 1 0 0,0 0-1 0 0,1 0 0 0 0,-1 0 0 0 0,1 0 1 0 0,-1 0-1 0 0,1 1 0 0 0,-1-1 0 0 0,1 0 0 0 0,-1 0 1 0 0,1 1-1 0 0,-1-1 0 0 0,1 0 0 0 0,0 1 0 0 0,-1-1 1 0 0,1 0-1 0 0,-1 1 0 0 0,1-1 0 0 0,0 0 1 0 0,-1 1-1 0 0,1-1 0 0 0,0 1 0 0 0,-1-1 0 0 0,1 1 1 0 0,0-1-1 0 0,0 1 0 0 0,-1-1 0 0 0,1 1 0 0 0,0-1 1 0 0,0 1-1 0 0,0 0 0 0 0,-9 16 294 0 0,2 1 0 0 0,0 0 0 0 0,1 0 0 0 0,1 1 0 0 0,0-1 0 0 0,2 1 0 0 0,-3 34 0 0 0,-7 30 355 0 0,3-15-260 0 0,8-50-427 0 0,0 1-1 0 0,-2-1 0 0 0,0 0 0 0 0,-11 29 0 0 0,15-46-158 0 0,-1 0-1 0 0,1 0 1 0 0,-1 0-1 0 0,1 0 1 0 0,-1-1-1 0 0,1 1 1 0 0,-1 0-1 0 0,0-1 1 0 0,1 1-1 0 0,-1 0 1 0 0,0-1-1 0 0,0 1 1 0 0,0-1-1 0 0,1 1 1 0 0,-1-1-1 0 0,0 1 1 0 0,0-1-1 0 0,0 0 1 0 0,0 1-1 0 0,0-1 1 0 0,0 0-1 0 0,0 0 1 0 0,0 0-1 0 0,0 0 1 0 0,1 0-1 0 0,-1 0 1 0 0,0 0-1 0 0,0 0 1 0 0,0 0-1 0 0,0 0 1 0 0,0 0-1 0 0,0 0 1 0 0,0-1-1 0 0,0 1 1 0 0,0 0-1 0 0,0-1 1 0 0,1 1-1 0 0,-1-1 1 0 0,0 1-1 0 0,0-1 1 0 0,-1 0-1 0 0,-31-27-6757 0 0,22 16 3939 0 0</inkml:trace>
</inkml:ink>
</file>

<file path=ppt/ink/ink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8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0 176 260 0 0,'4'-8'411'0'0,"0"0"0"0"0,1 1 0 0 0,0-1 0 0 0,0 1 0 0 0,0 0 0 0 0,1 0 0 0 0,0 1 0 0 0,1-1 0 0 0,-1 1 0 0 0,1 1 0 0 0,1-1 0 0 0,-1 1 0 0 0,1 1 0 0 0,-1-1 0 0 0,11-3 0 0 0,12-5 225 0 0,1 1 0 0 0,56-14 0 0 0,-42 18-200 0 0,0 2-1 0 0,91 0 1 0 0,-101 6-572 0 0,1 1 0 0 0,37 8 0 0 0,20 13-5285 0 0,-74-17 3043 0 0</inkml:trace>
</inkml:ink>
</file>

<file path=ppt/ink/ink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8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1 170 480 0 0,'5'-1'705'0'0,"4"-3"-199"0"0,1-1 0 0 0,0 0 0 0 0,-1 0 0 0 0,0-1 0 0 0,0 0 1 0 0,-1 0-1 0 0,0-1 0 0 0,0 0 0 0 0,0-1 0 0 0,-1 0 0 0 0,0 0 0 0 0,0 0 0 0 0,-1-1 1 0 0,0 0-1 0 0,-1 0 0 0 0,7-16 0 0 0,-11 24-468 0 0,-1 1 1 0 0,1-1 0 0 0,-1 0-1 0 0,1 1 1 0 0,-1-1-1 0 0,0 0 1 0 0,1 1 0 0 0,-1-1-1 0 0,0 0 1 0 0,1 0-1 0 0,-1 1 1 0 0,0-1 0 0 0,0 0-1 0 0,0 0 1 0 0,1 1-1 0 0,-1-1 1 0 0,0 0 0 0 0,0 0-1 0 0,0 1 1 0 0,0-1-1 0 0,-1 0 1 0 0,1 0 0 0 0,0 0-1 0 0,0 1 1 0 0,0-1-1 0 0,-1 0 1 0 0,1 0-1 0 0,0 1 1 0 0,-1-1 0 0 0,1 0-1 0 0,0 1 1 0 0,-1-1-1 0 0,1 0 1 0 0,-1 1 0 0 0,1-1-1 0 0,-1 1 1 0 0,0-1-1 0 0,1 1 1 0 0,-1-1 0 0 0,1 1-1 0 0,-1-1 1 0 0,0 1-1 0 0,1 0 1 0 0,-1-1 0 0 0,0 1-1 0 0,0 0 1 0 0,1-1-1 0 0,-1 1 1 0 0,0 0-1 0 0,0 0 1 0 0,1 0 0 0 0,-3 0-1 0 0,0 0 24 0 0,0 0-1 0 0,0 0 1 0 0,-1 0-1 0 0,1 0 1 0 0,0 1-1 0 0,0 0 1 0 0,0 0-1 0 0,-1 0 1 0 0,-3 2-1 0 0,2-1-22 0 0,0 1-1 0 0,1 1 1 0 0,-1-1-1 0 0,1 1 0 0 0,-1-1 1 0 0,1 1-1 0 0,1 0 1 0 0,-1 1-1 0 0,0-1 1 0 0,1 1-1 0 0,0 0 1 0 0,0 0-1 0 0,1 0 1 0 0,-1 0-1 0 0,1 0 1 0 0,0 0-1 0 0,0 1 1 0 0,1-1-1 0 0,-1 1 1 0 0,1-1-1 0 0,1 1 1 0 0,-1-1-1 0 0,1 1 0 0 0,0 0 1 0 0,0-1-1 0 0,2 10 1 0 0,-1-8-24 0 0,0-1 1 0 0,1 1-1 0 0,0-1 1 0 0,1 0-1 0 0,-1 0 1 0 0,1 0-1 0 0,0 0 1 0 0,0-1-1 0 0,1 1 0 0 0,0-1 1 0 0,0 0-1 0 0,0 0 1 0 0,1 0-1 0 0,-1 0 1 0 0,1-1-1 0 0,0 0 1 0 0,1 0-1 0 0,-1 0 0 0 0,1-1 1 0 0,-1 1-1 0 0,1-2 1 0 0,7 4-1 0 0,-1-2 1 0 0,0-1 0 0 0,1 1 0 0 0,-1-2 0 0 0,1 0 0 0 0,-1-1 0 0 0,1 0 0 0 0,0 0 1 0 0,-1-2-1 0 0,1 0 0 0 0,0 0 0 0 0,-1-1 0 0 0,1 0 0 0 0,-1-1 0 0 0,0-1 0 0 0,0 0 0 0 0,0-1 0 0 0,15-7 0 0 0,-14 5 10 0 0,0-1-1 0 0,-1-1 1 0 0,0 0 0 0 0,0-1 0 0 0,-1 0-1 0 0,0 0 1 0 0,-1-1 0 0 0,0-1 0 0 0,0 0 0 0 0,-2 0-1 0 0,1-1 1 0 0,-2 0 0 0 0,13-27 0 0 0,-19 36 25 0 0,0 0 0 0 0,0-1 0 0 0,0 1 0 0 0,0-1 0 0 0,-1 1 0 0 0,0-1 0 0 0,1 1 1 0 0,-2-1-1 0 0,1 1 0 0 0,-1-1 0 0 0,-1-8 0 0 0,1 11 56 0 0,-5-3-77 0 0,6 5-34 0 0,-1 0 1 0 0,1 0-1 0 0,0 0 1 0 0,0 0-1 0 0,0 0 1 0 0,0 0-1 0 0,0 0 1 0 0,0 0-1 0 0,0 0 1 0 0,0 0-1 0 0,0 0 1 0 0,0 0-1 0 0,0 0 1 0 0,0 0-1 0 0,0 0 0 0 0,0 1 1 0 0,0-1-1 0 0,0 0 1 0 0,-1 0-1 0 0,1 0 1 0 0,47 49 4 0 0,-39-43-1 0 0,0 1 0 0 0,-1 0 0 0 0,0 0 0 0 0,0 0 1 0 0,-1 1-1 0 0,0 0 0 0 0,-1 0 0 0 0,1 1 1 0 0,-2-1-1 0 0,8 17 0 0 0,-5 3-6 0 0,-5-19 16 0 0,0 1-1 0 0,1-1 1 0 0,0 0-1 0 0,1 0 1 0 0,6 11-1 0 0,-7-18-2 0 0,0-1-1 0 0,0 1 0 0 0,1-1 0 0 0,-1 0 0 0 0,1 0 0 0 0,-1 0 0 0 0,1-1 0 0 0,-1 1 0 0 0,1-1 1 0 0,-1 0-1 0 0,1 0 0 0 0,0 0 0 0 0,-1 0 0 0 0,7-2 0 0 0,-5 2-12 0 0,13-2-441 0 0,-1 0 0 0 0,34-8 1 0 0,-42 7-1195 0 0,-1 0 1 0 0,1 0-1 0 0,-1-1 1 0 0,14-8 0 0 0,-9 3-1607 0 0</inkml:trace>
</inkml:ink>
</file>

<file path=ppt/ink/ink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39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11 324 0 0,'1'-1'1258'0'0,"3"-3"798"0"0,-4 4-1904 0 0,1-1 0 0 0,-1 1 0 0 0,0 0 0 0 0,1-1 1 0 0,-1 1-1 0 0,0 0 0 0 0,1-1 0 0 0,-1 1 1 0 0,0 0-1 0 0,1-1 0 0 0,-1 1 0 0 0,1 0 1 0 0,-1 0-1 0 0,1 0 0 0 0,-1-1 0 0 0,1 1 1 0 0,-1 0-1 0 0,1 0 0 0 0,-1 0 0 0 0,1 0 1 0 0,-1 0-1 0 0,0 0 0 0 0,1 0 0 0 0,-1 0 1 0 0,1 0-1 0 0,-1 0 0 0 0,1 0 0 0 0,-1 0 1 0 0,1 1-1 0 0,3 3-9 0 0,-2 0-1 0 0,1 0 1 0 0,0 0 0 0 0,-1 0 0 0 0,0 1 0 0 0,0-1 0 0 0,0 1 0 0 0,-1 0-1 0 0,1 0 1 0 0,-1-1 0 0 0,0 1 0 0 0,0 0 0 0 0,-1 0 0 0 0,0 0 0 0 0,0 0-1 0 0,0 0 1 0 0,0 0 0 0 0,-1 0 0 0 0,1 0 0 0 0,-1 0 0 0 0,-1 0 0 0 0,1-1-1 0 0,-1 1 1 0 0,0 0 0 0 0,0-1 0 0 0,0 1 0 0 0,0-1 0 0 0,-1 0 0 0 0,-3 5-1 0 0,5-8-80 0 0,1-1-50 0 0,0 0-1 0 0,0 1 0 0 0,0-1 0 0 0,0 0 0 0 0,0 0 0 0 0,0 0 0 0 0,0 0 0 0 0,0 0 0 0 0,0 1 0 0 0,0-1 0 0 0,0 0 0 0 0,0 0 0 0 0,0 0 0 0 0,0 0 0 0 0,-1 0 0 0 0,1 1 0 0 0,0-1 0 0 0,0 0 0 0 0,0 0 0 0 0,0 0 0 0 0,0 0 0 0 0,0 0 0 0 0,0 0 0 0 0,0 0 0 0 0,-1 0 1 0 0,1 0-1 0 0,0 1 0 0 0,0-1 0 0 0,0 0 0 0 0,0 0 0 0 0,0 0 0 0 0,-1 0 0 0 0,1 0 0 0 0,0 0 0 0 0,0 0 0 0 0,0 0 0 0 0,0 0 0 0 0,-1 0 0 0 0,1 0 0 0 0,0 0 0 0 0,0 0 0 0 0,0 0 0 0 0,0 0 0 0 0,0 0 0 0 0,-1 0 0 0 0,1 0 0 0 0,0 0 0 0 0,0-1 0 0 0,0 1 0 0 0,0 0 1 0 0,0 0-1 0 0,-1 0 0 0 0,1 0 0 0 0,0 0 0 0 0,0 0 0 0 0,0 0 0 0 0,0 0 0 0 0,0-1 0 0 0,0 1 0 0 0,0 0 0 0 0,5-8 11 0 0,0 1 0 0 0,1-1 0 0 0,0 1 1 0 0,1 0-1 0 0,-1 1 0 0 0,1-1 0 0 0,1 1 0 0 0,-1 1 1 0 0,11-7-1 0 0,27-3 42 0 0,-43 15-61 0 0,0 1 15 0 0,15 7-30 0 0,-9-3 16 0 0,12 16-6 0 0,-18-19 33 0 0,0-1 1 0 0,1 1 0 0 0,-1-1 0 0 0,1 0 0 0 0,-1 0-1 0 0,1 0 1 0 0,-1 0 0 0 0,1 0 0 0 0,0-1 0 0 0,-1 1-1 0 0,1-1 1 0 0,0 0 0 0 0,0 0 0 0 0,-1 0 0 0 0,6 0-1 0 0,54-8 374 0 0,-18 3-148 0 0,-42 5-225 0 0,25 12 105 0 0,-25 3-2992 0 0,-3-6-2723 0 0</inkml:trace>
</inkml:ink>
</file>

<file path=ppt/ink/ink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2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717 99 540 0 0,'-10'-12'1092'0'0,"0"1"0"0"0,-1-1-1 0 0,0 2 1 0 0,-1 0 0 0 0,-18-13 0 0 0,24 19-923 0 0,0 2 0 0 0,0-1 0 0 0,0 0 0 0 0,0 1 0 0 0,-1 0 0 0 0,1 1 0 0 0,-1 0 0 0 0,1 0 1 0 0,-1 0-1 0 0,1 0 0 0 0,-1 1 0 0 0,0 0 0 0 0,1 1 0 0 0,-1 0 0 0 0,-10 2 0 0 0,-11 4 120 0 0,1 1-1 0 0,0 1 1 0 0,0 2-1 0 0,1 1 1 0 0,0 0-1 0 0,-39 28 1 0 0,24-12 133 0 0,0 3 0 0 0,-68 68 0 0 0,98-89-344 0 0,0 1 0 0 0,1 1 0 0 0,0 0-1 0 0,1 0 1 0 0,1 1 0 0 0,0 0 0 0 0,0 0 0 0 0,1 1 0 0 0,1 0 0 0 0,-7 24 0 0 0,12-36-66 0 0,1 1 1 0 0,-1 0-1 0 0,1 0 1 0 0,0-1 0 0 0,0 1-1 0 0,1 0 1 0 0,-1-1-1 0 0,0 1 1 0 0,1 0 0 0 0,1 4-1 0 0,24 60 217 0 0,-22-61-212 0 0,-1 0 0 0 0,1 0-1 0 0,0-1 1 0 0,1 1 0 0 0,-1-1 0 0 0,1 0 0 0 0,0 0 0 0 0,0 0 0 0 0,1-1-1 0 0,-1 0 1 0 0,1 0 0 0 0,12 6 0 0 0,-1-2 4 0 0,0-2 1 0 0,1 0-1 0 0,19 4 1 0 0,-7-4-12 0 0,0-1 0 0 0,0-2 1 0 0,1-1-1 0 0,-1-2 1 0 0,1 0-1 0 0,-1-3 0 0 0,1 0 1 0 0,-1-2-1 0 0,0-1 1 0 0,-1-1-1 0 0,1-2 0 0 0,-1-1 1 0 0,-1-1-1 0 0,0-1 1 0 0,-1-2-1 0 0,35-23 0 0 0,-32 11-18 0 0,-28 24-28 0 0,-6 8 6 0 0,-2 1 21 0 0,6-6 8 0 0,-1 0 0 0 0,0 0 0 0 0,1 0-1 0 0,-1 0 1 0 0,1 0 0 0 0,-1 0 0 0 0,1 0 0 0 0,-1 1 0 0 0,1-1-1 0 0,0 0 1 0 0,0 0 0 0 0,0 0 0 0 0,-1 0 0 0 0,1 1 0 0 0,0-1-1 0 0,0 0 1 0 0,1 0 0 0 0,-1 1 0 0 0,0-1 0 0 0,0 0 0 0 0,0 0-1 0 0,1 0 1 0 0,-1 0 0 0 0,1 0 0 0 0,-1 1 0 0 0,1-1 0 0 0,-1 0-1 0 0,1 0 1 0 0,0 0 0 0 0,-1 0 0 0 0,1 0 0 0 0,0-1 0 0 0,0 1-1 0 0,0 0 1 0 0,0 0 0 0 0,0 0 0 0 0,2 0 0 0 0,34 21-38 0 0,-32-20 46 0 0,1-1-1 0 0,0 1 0 0 0,-1-1 0 0 0,1 0 1 0 0,0 0-1 0 0,0-1 0 0 0,-1 0 1 0 0,1 0-1 0 0,0 0 0 0 0,0-1 0 0 0,0 1 1 0 0,-1-1-1 0 0,1-1 0 0 0,6-1 1 0 0,-10 2-5 0 0,1 0 1 0 0,-1-1 0 0 0,0 1-1 0 0,0 0 1 0 0,0-1 0 0 0,0 1-1 0 0,0-1 1 0 0,0 0 0 0 0,0 0 0 0 0,-1 0-1 0 0,1 1 1 0 0,-1-2 0 0 0,1 1-1 0 0,-1 0 1 0 0,1 0 0 0 0,-1 0-1 0 0,0-1 1 0 0,0 1 0 0 0,-1 0-1 0 0,1-1 1 0 0,0 1 0 0 0,-1-1 0 0 0,1 1-1 0 0,-1-1 1 0 0,0 1 0 0 0,0-1-1 0 0,0 1 1 0 0,0-1 0 0 0,0 1-1 0 0,0-1 1 0 0,-1 1 0 0 0,0-1 0 0 0,1 1-1 0 0,-1-1 1 0 0,-1-2 0 0 0,0 0-114 0 0,0 0 1 0 0,-1 0 0 0 0,1 0-1 0 0,-1 0 1 0 0,0 0-1 0 0,0 1 1 0 0,0-1 0 0 0,-8-6-1 0 0,10 10-271 0 0,-2 0 153 0 0,-11-3-10327 0 0</inkml:trace>
</inkml:ink>
</file>

<file path=ppt/ink/ink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2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23 572 0 0,'6'23'1909'0'0,"8"14"1423"0"0,-13-36-2352 0 0,-1-1-944 0 0,1 0 1 0 0,0 0 0 0 0,-1 0 0 0 0,1 0-1 0 0,-1 1 1 0 0,1-1 0 0 0,0 0 0 0 0,-1 0 0 0 0,1 0-1 0 0,0-1 1 0 0,-1 1 0 0 0,1 0 0 0 0,0 0-1 0 0,-1 0 1 0 0,1 0 0 0 0,-1 0 0 0 0,1-1 0 0 0,0 1-1 0 0,-1 0 1 0 0,1-1 0 0 0,-1 1 0 0 0,1 0-1 0 0,-1-1 1 0 0,1 1 0 0 0,-1-1 0 0 0,1 1 0 0 0,-1-1-1 0 0,1 0 1 0 0,19-14 410 0 0,65-46 1753 0 0,-84 60-2046 0 0,33 17 149 0 0,-14 13-1049 0 0,-6-19-5481 0 0</inkml:trace>
</inkml:ink>
</file>

<file path=ppt/ink/ink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3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25 828 0 0,'6'-18'2941'0'0,"-5"11"2197"0"0,-38 86-4025 0 0,17-41-541 0 0,3 0 0 0 0,-24 76 0 0 0,37-103-510 0 0,2 1 0 0 0,0-1 0 0 0,0 1-1 0 0,1 0 1 0 0,0 0 0 0 0,1 0 0 0 0,1 0 0 0 0,0-1 0 0 0,0 1 0 0 0,1 0-1 0 0,1 0 1 0 0,0-1 0 0 0,0 0 0 0 0,1 1 0 0 0,6 10 0 0 0,-8-18-46 0 0,0 0 1 0 0,0 0-1 0 0,1 0 1 0 0,0 0 0 0 0,-1 0-1 0 0,1-1 1 0 0,1 1-1 0 0,-1-1 1 0 0,0 0-1 0 0,1 0 1 0 0,0 0-1 0 0,0-1 1 0 0,0 1-1 0 0,0-1 1 0 0,0 0 0 0 0,0 0-1 0 0,9 3 1 0 0,-7-4-3 0 0,0 0 1 0 0,0-1-1 0 0,0 1 0 0 0,0-1 1 0 0,0 0-1 0 0,0-1 1 0 0,0 0-1 0 0,0 0 1 0 0,0 0-1 0 0,0 0 1 0 0,0-1-1 0 0,8-3 1 0 0,-3 0 1 0 0,0-1 0 0 0,0 0 0 0 0,0-1 0 0 0,-1 0 0 0 0,0 0 0 0 0,0-1 0 0 0,0 0 0 0 0,-2-1 0 0 0,1 0 0 0 0,-1-1 0 0 0,0 0 0 0 0,-1 0 0 0 0,10-17 1 0 0,-16 25 2 0 0,-1 2-11 0 0,0 0 0 0 0,1 0-1 0 0,-1-1 1 0 0,0 1 0 0 0,0 0 0 0 0,0 0 0 0 0,0-1-1 0 0,0 1 1 0 0,1 0 0 0 0,-1 0 0 0 0,0-1 0 0 0,0 1 0 0 0,0 0-1 0 0,0 0 1 0 0,0-1 0 0 0,0 1 0 0 0,0 0 0 0 0,0-1-1 0 0,0 1 1 0 0,0 0 0 0 0,0 0 0 0 0,0-1 0 0 0,0 1 0 0 0,0 0-1 0 0,0-1 1 0 0,0 1 0 0 0,0 0 0 0 0,0 0 0 0 0,0-1 0 0 0,-1 1-1 0 0,1 0 1 0 0,0 0 0 0 0,0-1 0 0 0,0 1 0 0 0,0 0-1 0 0,-1 0 1 0 0,1-1 0 0 0,-12 2 68 0 0,-10 10-48 0 0,20-10-23 0 0,1 1-1 0 0,-1-1 0 0 0,1 1 1 0 0,0 0-1 0 0,-1-1 0 0 0,1 1 1 0 0,0 0-1 0 0,0 0 0 0 0,0 0 1 0 0,1 0-1 0 0,-1 0 0 0 0,0 0 1 0 0,1 0-1 0 0,-1 0 0 0 0,1 1 1 0 0,0-1-1 0 0,0 0 0 0 0,-1 0 1 0 0,1 0-1 0 0,1 0 0 0 0,-1 0 1 0 0,0 1-1 0 0,1-1 1 0 0,-1 0-1 0 0,1 0 0 0 0,-1 0 1 0 0,1 0-1 0 0,0 0 0 0 0,0 0 1 0 0,0 0-1 0 0,0 0 0 0 0,0-1 1 0 0,0 1-1 0 0,3 3 0 0 0,-2-2 0 0 0,13 6 20 0 0,-11-8-22 0 0,-1 0 1 0 0,1 0 0 0 0,0-1 0 0 0,0 1-1 0 0,0-1 1 0 0,-1 0 0 0 0,1 0 0 0 0,0 0 0 0 0,0 0-1 0 0,0-1 1 0 0,-1 0 0 0 0,1 0 0 0 0,0 0-1 0 0,0 0 1 0 0,-1 0 0 0 0,1-1 0 0 0,-1 1 0 0 0,0-1-1 0 0,1 0 1 0 0,-1 0 0 0 0,4-3 0 0 0,10-5-6 0 0,12-5 1 0 0,-9 4-13 0 0,0 1 1 0 0,41-14 0 0 0,-59 24-5 0 0,5 2 15 0 0,0 1 0 0 0,-1 0 0 0 0,1 0 0 0 0,-1 1 1 0 0,0 0-1 0 0,0 0 0 0 0,0 0 0 0 0,0 1 0 0 0,-1 0 0 0 0,8 9 0 0 0,16 11 22 0 0,-24-23-111 0 0,-1 1-1 0 0,1-1 1 0 0,0 0 0 0 0,0 0 0 0 0,-1-1-1 0 0,1 1 1 0 0,0-1 0 0 0,1 0 0 0 0,-1-1-1 0 0,0 1 1 0 0,0-1 0 0 0,0 0 0 0 0,0 0-1 0 0,0-1 1 0 0,1 1 0 0 0,-1-1 0 0 0,0 0-1 0 0,6-3 1 0 0,-5 2 9 0 0,0-1 1 0 0,1 0-1 0 0,-2-1 0 0 0,1 1 0 0 0,0-1 1 0 0,-1-1-1 0 0,0 1 0 0 0,0-1 0 0 0,0 0 1 0 0,0 0-1 0 0,-1 0 0 0 0,0 0 0 0 0,4-7 1 0 0,-7 11 123 0 0,-1 0-31 0 0,0 1 1 0 0,0 0-1 0 0,0 0 1 0 0,0 0 0 0 0,1 0-1 0 0,-1-1 1 0 0,0 1-1 0 0,0 0 1 0 0,0 0 0 0 0,0 0-1 0 0,0-1 1 0 0,0 1-1 0 0,0 0 1 0 0,0 0-1 0 0,0 0 1 0 0,0-1 0 0 0,0 1-1 0 0,0 0 1 0 0,0 0-1 0 0,0-1 1 0 0,0 1-1 0 0,0 0 1 0 0,0 0 0 0 0,0 0-1 0 0,0-1 1 0 0,0 1-1 0 0,0 0 1 0 0,0 0 0 0 0,0 0-1 0 0,0-1 1 0 0,0 1-1 0 0,0 0 1 0 0,0 0-1 0 0,-1 0 1 0 0,1-1 0 0 0,0 1-1 0 0,0 0 1 0 0,0 0-1 0 0,0 0 1 0 0,-1 0 0 0 0,1-1-1 0 0,0 1 1 0 0,0 0-1 0 0,0 0 1 0 0,0 0-1 0 0,-1 0 1 0 0,1 0 0 0 0,0 0-1 0 0,0 0 1 0 0,-1 0-1 0 0,1 0 1 0 0,0 0 0 0 0,0 0-1 0 0,0 0 1 0 0,-1 0-1 0 0,1 0 1 0 0,0 0-1 0 0,0 0 1 0 0,-1 0 0 0 0,1 0-1 0 0,0 0 1 0 0,0 0-1 0 0,0 0 1 0 0,-1 0-1 0 0,1 0 1 0 0,0 0 0 0 0,0 0-1 0 0,0 0 1 0 0,-1 1-1 0 0,-11 3 75 0 0,0 1 0 0 0,0 0 0 0 0,1 1 0 0 0,-1 0 0 0 0,1 1-1 0 0,1 0 1 0 0,-1 1 0 0 0,1 0 0 0 0,-16 16 0 0 0,-18 29-2769 0 0,43-42-5045 0 0</inkml:trace>
</inkml:ink>
</file>

<file path=ppt/ink/ink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1:43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1 868,'0'0'4854,"7"21"-2247,-12 17-514,-9 43 0,6-43-1051,-5 59 1,2-47-1671,-3-21-4205,8-25 1374</inkml:trace>
</inkml:ink>
</file>

<file path=ppt/ink/ink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4.149"/>
    </inkml:context>
    <inkml:brush xml:id="br0">
      <inkml:brushProperty name="width" value="0.05" units="cm"/>
      <inkml:brushProperty name="height" value="0.05" units="cm"/>
    </inkml:brush>
    <inkml:context xml:id="ctx1">
      <inkml:inkSource xml:id="inkSrc1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1" timeString="2023-09-11T13:31:44.150"/>
    </inkml:context>
  </inkml:definitions>
  <inkml:trace contextRef="#ctx0" brushRef="#br0">964 301 624 0 0,'30'-10'4009'0'0,"48"-10"-1"0"0,-55 16-3763 0 0,2 0 0 0 0,35 1 0 0 0,-56 3-1099 0 0,5-1-882 0 0,-6 1-702 0 0</inkml:trace>
  <inkml:trace contextRef="#ctx1" brushRef="#br0">31 64 184,'-14'-5'1052,"3"0"-104,6 0 1948,26-19-2347,-2 17-45,11 1-52,10 1-100,0 4-224,5-3-232,4 3-244,3 1-756,-4 0-1193,5 0 525</inkml:trace>
</inkml:ink>
</file>

<file path=ppt/ink/ink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5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95 444 0 0,'11'-37'4669'0'0,"4"-21"4415"0"0,-15 60-9050 0 0,-1 0 0 0 0,1 1 0 0 0,0-1 0 0 0,-1 0 0 0 0,1 0 0 0 0,-1 0 0 0 0,0 0 0 0 0,0 0 0 0 0,1 0 0 0 0,-1 0 0 0 0,-1 0 0 0 0,-1 2 0 0 0,1 0 36 0 0,-21 52 590 0 0,-2 5-44 0 0,-32 57-1 0 0,59-125-4190 0 0,26-51 1039 0 0,-12 30 1284 0 0,31-43-1 0 0,4 13 1220 0 0,-46 52 192 0 0,-2 4-58 0 0,0-1 1 0 0,-1 0-1 0 0,1 1 1 0 0,0-1-1 0 0,0 1 0 0 0,1 0 1 0 0,-1 0-1 0 0,6-2 1 0 0,-8 3 8 0 0,39 20 411 0 0,-23-6-654 0 0,0-1 0 0 0,2-1 0 0 0,-1 0 1 0 0,1-2-1 0 0,0 0 0 0 0,1-1 0 0 0,34 9 1 0 0,-44-14-13 0 0,0-2 0 0 0,0 1 0 0 0,0-1 0 0 0,0 0 1 0 0,-1-1-1 0 0,1 0 0 0 0,0-1 0 0 0,0 0 1 0 0,0 0-1 0 0,0-1 0 0 0,0-1 0 0 0,-1 1 0 0 0,1-2 1 0 0,-1 1-1 0 0,0-1 0 0 0,0-1 0 0 0,0 1 0 0 0,11-9 1 0 0,-20 13 185 0 0,1-1 0 0 0,-1 1 1 0 0,0 0-1 0 0,1-1 0 0 0,-1 1 1 0 0,1 0-1 0 0,-1-1 0 0 0,0 1 1 0 0,1-1-1 0 0,-1 1 0 0 0,0-1 1 0 0,1 1-1 0 0,-1-1 0 0 0,0 1 1 0 0,0-1-1 0 0,1 1 0 0 0,-1-1 1 0 0,0 1-1 0 0,0-1 1 0 0,0 1-1 0 0,0-1 0 0 0,0 0 1 0 0,0 1-1 0 0,0-1 0 0 0,0 1 1 0 0,0-1-1 0 0,0 1 0 0 0,0-1 1 0 0,0 0-1 0 0,0 1 0 0 0,0-1 1 0 0,-1 1-1 0 0,1-1 0 0 0,0 1 1 0 0,0-1-1 0 0,-1 1 0 0 0,1-1 1 0 0,0 1-1 0 0,-1-1 0 0 0,1 1 1 0 0,0 0-1 0 0,-1-1 1 0 0,1 1-1 0 0,-1-1 0 0 0,1 1 1 0 0,0 0-1 0 0,-1-1 0 0 0,1 1 1 0 0,-1 0-1 0 0,1 0 0 0 0,-1-1 1 0 0,0 1-1 0 0,1 0 0 0 0,-1 0 1 0 0,1 0-1 0 0,-1 0 0 0 0,1 0 1 0 0,-1 0-1 0 0,1 0 0 0 0,-2 0 1 0 0,-25-7 706 0 0,12 6-27 0 0,7 2-561 0 0,1 0 0 0 0,0 1 0 0 0,0-1 0 0 0,0 1 0 0 0,0 1 0 0 0,-10 4 0 0 0,15-6-224 0 0,2 0-594 0 0,-1 0 601 0 0,1-1 1 0 0,0 0 0 0 0,0 0 0 0 0,0 0-1 0 0,0 1 1 0 0,-1-1 0 0 0,1 0-1 0 0,0 0 1 0 0,0 1 0 0 0,0-1 0 0 0,0 0-1 0 0,0 0 1 0 0,0 1 0 0 0,0-1 0 0 0,0 0-1 0 0,0 0 1 0 0,0 1 0 0 0,0-1 0 0 0,0 0-1 0 0,0 0 1 0 0,0 1 0 0 0,0-1 0 0 0,0 0-1 0 0,0 0 1 0 0,0 1 0 0 0,0-1 0 0 0,0 0-1 0 0,0 0 1 0 0,0 1 0 0 0,1-1 0 0 0,-1 0-1 0 0,0 0 1 0 0,0 1 0 0 0,0-1 0 0 0,0 0-1 0 0,0 0 1 0 0,1 0 0 0 0,-1 0 0 0 0,0 1-1 0 0,0-1 1 0 0,1 0 0 0 0,-1 0 0 0 0,0 0-1 0 0,1 0 1 0 0,11 0-496 0 0,0-1-1 0 0,1-1 1 0 0,-1 0-1 0 0,21-7 0 0 0,27-4 1579 0 0,-58 13-719 0 0,22 16 1768 0 0,-23-14-1725 0 0,-6 34 1308 0 0,2-12-1557 0 0,-2-1 1 0 0,0 1-1 0 0,-2-1 0 0 0,0-1 1 0 0,-19 39-1 0 0,25-60-807 0 0,1 6-803 0 0,0 0-2538 0 0</inkml:trace>
</inkml:ink>
</file>

<file path=ppt/ink/ink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5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122 252 352 0 0,'0'0'7157'0'0,"-6"2"-6603"0"0,-9 4 2 0 0,0 0 0 0 0,0 1 1 0 0,1 1-1 0 0,-13 10 0 0 0,-2 4 1624 0 0,52-31-2112 0 0,-15 5-40 0 0,-1 1-1 0 0,1 0 0 0 0,-1 0 0 0 0,1 1 1 0 0,0 0-1 0 0,0 0 0 0 0,0 1 0 0 0,0 0 0 0 0,16 0 1 0 0,-18 3-24 0 0,1-1 1 0 0,-1 1-1 0 0,1 0 1 0 0,-1 0 0 0 0,0 0-1 0 0,0 1 1 0 0,10 6-1 0 0,28 11-90 0 0,-37-18 69 0 0,0 0 1 0 0,1-1 0 0 0,-1 1 0 0 0,0-2 0 0 0,0 1 0 0 0,0-1 0 0 0,0 0 0 0 0,1 0 0 0 0,-1-1 0 0 0,0 0 0 0 0,0-1 0 0 0,0 1-1 0 0,0-1 1 0 0,0-1 0 0 0,0 1 0 0 0,-1-1 0 0 0,1 0 0 0 0,-1-1 0 0 0,0 1 0 0 0,0-1 0 0 0,0-1 0 0 0,0 1 0 0 0,-1-1-1 0 0,7-7 1 0 0,0-2 20 0 0,0-1 0 0 0,-1 0-1 0 0,-1-1 1 0 0,0 0-1 0 0,-2 0 1 0 0,1-1-1 0 0,-2-1 1 0 0,7-21 0 0 0,3-39 742 0 0,-15 64-755 0 0,-1-12 2202 0 0,-7 25-1121 0 0,-7 11-927 0 0,-17 28 389 0 0,-3 30-81 0 0,21-39-316 0 0,2-7-72 0 0,1 1 0 0 0,1 1 1 0 0,1-1-1 0 0,-8 48 0 0 0,11-19-3341 0 0,4-50 2253 0 0,0 6-1096 0 0</inkml:trace>
</inkml:ink>
</file>

<file path=ppt/ink/ink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6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45 572 0 0,'4'-4'477'0'0,"-1"0"0"0"0,1 1-1 0 0,0-1 1 0 0,0 1 0 0 0,1-1 0 0 0,-1 1-1 0 0,1 1 1 0 0,-1-1 0 0 0,1 1 0 0 0,0 0 0 0 0,0 0-1 0 0,0 0 1 0 0,0 0 0 0 0,0 1 0 0 0,1 0-1 0 0,8-1 1 0 0,38 1-810 0 0,1 6-4522 0 0,-42-3 2890 0 0</inkml:trace>
</inkml:ink>
</file>

<file path=ppt/ink/ink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6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15 276 0 0,'1'1'212'0'0,"1"1"-1"0"0,-1 0 1 0 0,1 1 0 0 0,-1-1-1 0 0,0 0 1 0 0,0 0 0 0 0,0 0 0 0 0,0 1-1 0 0,-1-1 1 0 0,1 1 0 0 0,-1-1-1 0 0,1 0 1 0 0,-1 1 0 0 0,0-1-1 0 0,0 1 1 0 0,0-1 0 0 0,0 1-1 0 0,0-1 1 0 0,-1 4 0 0 0,-16 49 1959 0 0,8-31-445 0 0,8-22-1362 0 0,17-19 3113 0 0,1 0-3292 0 0,0 0 0 0 0,36-26 0 0 0,-44 38-154 0 0,4-3 20 0 0,-1 1 0 0 0,2 0 0 0 0,-1 1 0 0 0,1 0 0 0 0,21-5 1 0 0,-34 11-41 0 0,1-1 0 0 0,0 1 0 0 0,-1 0 0 0 0,1 0 0 0 0,0 0 0 0 0,-1 0 1 0 0,1 1-1 0 0,0-1 0 0 0,0 0 0 0 0,-1 1 0 0 0,1-1 0 0 0,-1 1 1 0 0,1-1-1 0 0,0 1 0 0 0,-1 0 0 0 0,1 0 0 0 0,-1 0 0 0 0,0-1 1 0 0,1 2-1 0 0,-1-1 0 0 0,0 0 0 0 0,0 0 0 0 0,1 0 0 0 0,-1 0 0 0 0,0 1 1 0 0,0-1-1 0 0,0 1 0 0 0,0-1 0 0 0,0 3 0 0 0,0-2 2 0 0,0 0 0 0 0,0 1 0 0 0,0-1 0 0 0,0 1-1 0 0,0-1 1 0 0,-1 1 0 0 0,0 0 0 0 0,1-1 0 0 0,-1 1 0 0 0,0-1-1 0 0,0 1 1 0 0,0 0 0 0 0,-1-1 0 0 0,1 1 0 0 0,-2 4 0 0 0,-2 9-408 0 0,-7 16 1496 0 0,1-22-3357 0 0,-6-8-4219 0 0,2-4 3295 0 0</inkml:trace>
</inkml:ink>
</file>

<file path=ppt/ink/ink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7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1 200 0 0,'4'26'3883'0'0,"-3"-4"-2681"0"0,0 0-1 0 0,1 0 1 0 0,2 0-1 0 0,6 25 1 0 0,-8-37-961 0 0,2 0-1 0 0,-1-1 1 0 0,1 1-1 0 0,0-1 1 0 0,1 1-1 0 0,0-1 1 0 0,1 0 0 0 0,0-1-1 0 0,0 0 1 0 0,1 0-1 0 0,8 9 1 0 0,-13-16-275 0 0,0 0-1 0 0,0 1 1 0 0,0-1 0 0 0,0 0 0 0 0,1 0-1 0 0,-1 0 1 0 0,0 0 0 0 0,0-1 0 0 0,1 1-1 0 0,-1-1 1 0 0,0 1 0 0 0,1-1 0 0 0,-1 0 0 0 0,1 0-1 0 0,-1 0 1 0 0,0 0 0 0 0,1 0 0 0 0,-1-1-1 0 0,1 1 1 0 0,-1-1 0 0 0,0 1 0 0 0,0-1-1 0 0,1 0 1 0 0,-1 0 0 0 0,0 0 0 0 0,0 0-1 0 0,0 0 1 0 0,0-1 0 0 0,0 1 0 0 0,2-2 0 0 0,6-5-45 0 0,0 0 0 0 0,-1 0 0 0 0,-1-1 1 0 0,9-10-1 0 0,-17 19 106 0 0,1-1 0 0 0,-1 1 1 0 0,0 0-1 0 0,0 0 0 0 0,1 0 0 0 0,-1 0 0 0 0,0-1 0 0 0,0 1 1 0 0,0 0-1 0 0,1 0 0 0 0,-1 0 0 0 0,0-1 0 0 0,0 1 0 0 0,0 0 1 0 0,0 0-1 0 0,0-1 0 0 0,1 1 0 0 0,-1 0 0 0 0,0 0 0 0 0,0-1 1 0 0,0 1-1 0 0,0 0 0 0 0,0-1 0 0 0,0 1 0 0 0,0 0 0 0 0,0 0 1 0 0,0-1-1 0 0,0 1 0 0 0,0 0 0 0 0,0-1 0 0 0,0 1 0 0 0,0 0 1 0 0,0 0-1 0 0,-1-1 0 0 0,1 1 0 0 0,0 0 0 0 0,0 0 0 0 0,0-1 1 0 0,0 1-1 0 0,0 0 0 0 0,-1-1 0 0 0,-14 0 326 0 0,-25 13-11 0 0,-125 82 365 0 0,138-80-1806 0 0,-15 2-6566 0 0,33-14 4683 0 0</inkml:trace>
</inkml:ink>
</file>

<file path=ppt/ink/ink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1:47.3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45 576 0 0,'16'-44'12510'0'0,"-35"69"-23020"0"0</inkml:trace>
</inkml:ink>
</file>

<file path=ppt/ink/ink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21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472 465 464 0 0,'0'0'750'0'0,"-4"-4"-12"0"0,2 1-309 0 0,-1 0 1 0 0,0-1 0 0 0,1 1-1 0 0,0-1 1 0 0,0 1 0 0 0,0-1 0 0 0,0 0-1 0 0,1 0 1 0 0,0 0 0 0 0,-1 0 0 0 0,1 0-1 0 0,0-5 1 0 0,1 7-266 0 0,-1-1 0 0 0,1 0 0 0 0,-1 1-1 0 0,1-1 1 0 0,-1 1 0 0 0,0-1 0 0 0,0 1 0 0 0,0-1 0 0 0,0 1-1 0 0,-1 0 1 0 0,1-1 0 0 0,-1 1 0 0 0,1 0 0 0 0,-1 0 0 0 0,0 0-1 0 0,0 0 1 0 0,0 0 0 0 0,0 1 0 0 0,-4-4 0 0 0,2 4-84 0 0,0-1 0 0 0,1 0 0 0 0,-1 1 0 0 0,0 0 0 0 0,-1 0 0 0 0,1 0 0 0 0,0 1 0 0 0,0-1 0 0 0,0 1 0 0 0,0 0 0 0 0,-6 1 0 0 0,-8 1-32 0 0,0 2 0 0 0,1 0 0 0 0,-1 1 1 0 0,-23 9-1 0 0,22-6-4 0 0,0 0 1 0 0,1 1-1 0 0,0 1 1 0 0,1 1-1 0 0,0 0 1 0 0,0 1-1 0 0,1 1 1 0 0,1 1 0 0 0,0 0-1 0 0,-20 25 1 0 0,30-32-37 0 0,0 0 1 0 0,1 0 0 0 0,-1 0 0 0 0,2 1-1 0 0,-1-1 1 0 0,1 1 0 0 0,0 0 0 0 0,0 0-1 0 0,1 0 1 0 0,0 1 0 0 0,1-1 0 0 0,-1 0-1 0 0,2 1 1 0 0,-1-1 0 0 0,1 1 0 0 0,0-1-1 0 0,1 1 1 0 0,0-1 0 0 0,1 0-1 0 0,0 1 1 0 0,0-1 0 0 0,0 0 0 0 0,1 0-1 0 0,0 0 1 0 0,1 0 0 0 0,0-1 0 0 0,0 0-1 0 0,6 8 1 0 0,-2-3 1 0 0,1-1 1 0 0,0 1-1 0 0,1-2 0 0 0,0 0 0 0 0,1 0 0 0 0,0 0 0 0 0,1-2 1 0 0,0 1-1 0 0,0-1 0 0 0,25 11 0 0 0,-18-11-6 0 0,1-1 1 0 0,0-1-1 0 0,0 0 0 0 0,0-2 0 0 0,0 0 0 0 0,1-1 1 0 0,26-1-1 0 0,-22-1 0 0 0,0-2-1 0 0,1-1 1 0 0,-1-2 0 0 0,0 0 0 0 0,0-1-1 0 0,-1-2 1 0 0,0 0 0 0 0,0-2 0 0 0,0 0-1 0 0,-1-2 1 0 0,-1 0 0 0 0,0-2-1 0 0,26-19 1 0 0,-18 8-1 0 0,0-1 1 0 0,-2-2-1 0 0,-1-1 0 0 0,-2-1 0 0 0,0-2 1 0 0,33-55-1 0 0,-42 60-3 0 0,-1-1 0 0 0,-2 0-1 0 0,-1-2 1 0 0,-1 1 0 0 0,-1-1 0 0 0,-1-1 0 0 0,-2 0 0 0 0,-1 0 0 0 0,-2 0 0 0 0,-1 0-1 0 0,-1-1 1 0 0,-1 0 0 0 0,-2 1 0 0 0,-8-52 0 0 0,7 71-1 0 0,0 1 5 0 0,0 1 0 0 0,0 0-1 0 0,-1-1 1 0 0,-5-11 0 0 0,7 20-7 0 0,-2 6-14 0 0,-8 16 28 0 0,1 1 0 0 0,1 1 1 0 0,1-1-1 0 0,1 2 0 0 0,1-1 0 0 0,1 1 1 0 0,-3 41-1 0 0,1 183 102 0 0,8-176-87 0 0,12 106 74 0 0,-13-176-85 0 0,0-2-14 0 0,0 1 1 0 0,0-1-1 0 0,0 0 1 0 0,0 0 0 0 0,0 0-1 0 0,0 1 1 0 0,0-1-1 0 0,0 0 1 0 0,0 0-1 0 0,0 0 1 0 0,0 1-1 0 0,0-1 1 0 0,0 0-1 0 0,0 0 1 0 0,0 0-1 0 0,0 1 1 0 0,0-1-1 0 0,1 0 1 0 0,-1 0-1 0 0,0 0 1 0 0,0 0-1 0 0,0 1 1 0 0,0-1-1 0 0,0 0 1 0 0,0 0 0 0 0,1 0-1 0 0,-1 0 1 0 0,0 1-1 0 0,0-1 1 0 0,0 0-1 0 0,0 0 1 0 0,1 0-1 0 0,-1 0 1 0 0,0 0-1 0 0,0 0 1 0 0,0 0-1 0 0,0 0 1 0 0,1 0-1 0 0,-1 1 1 0 0,0-1-1 0 0,0 0 1 0 0,0 0-1 0 0,1 0 1 0 0,-1 0 0 0 0,0 0-1 0 0,0 0 1 0 0,1 0-1 0 0,-1 0 1 0 0,0-1-1 0 0,0 1 1 0 0,0 0-1 0 0,1 0 1 0 0,-1 0-1 0 0,0 0 1 0 0,0 0-1 0 0,0 0 1 0 0,0 0-1 0 0,1 0 1 0 0,-1 0-1 0 0,0-1 1 0 0,0 1-1 0 0,0 0 1 0 0,0 0 0 0 0,0 0-1 0 0,1-1 1 0 0,11-13-4 0 0,1 0 0 0 0,0 0 0 0 0,1 1 0 0 0,0 1 0 0 0,1 0 0 0 0,21-12 0 0 0,-31 23-1 0 0,-1 0-1 0 0,0 1 1 0 0,0-1 0 0 0,0 1-1 0 0,0 0 1 0 0,0 0-1 0 0,1 1 1 0 0,-1-1 0 0 0,0 1-1 0 0,0 0 1 0 0,0 0-1 0 0,0 0 1 0 0,5 3 0 0 0,11 2 33 0 0,-4-2-37 0 0,1 0 0 0 0,-1 1 1 0 0,28 14-1 0 0,-30-12-6 0 0,0-1 1 0 0,0-1 0 0 0,1 0-1 0 0,-1-1 1 0 0,1 0 0 0 0,18 1 0 0 0,-14-3-442 0 0,41 0-1667 0 0,-17-9-4331 0 0,-32 3 4058 0 0</inkml:trace>
</inkml:ink>
</file>

<file path=ppt/ink/ink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24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1 234 680 0 0,'0'0'2020'0'0,"5"-2"-1438"0"0,7-2-132 0 0,0-1 0 0 0,0 0 1 0 0,-1-1-1 0 0,0-1 0 0 0,0 1 1 0 0,10-10-1 0 0,-17 13-312 0 0,10-8 604 0 0,0-2-1 0 0,23-26 1 0 0,-34 35-623 0 0,0 0 0 0 0,0 0 0 0 0,-1 0 0 0 0,1 0 0 0 0,-1 0-1 0 0,0 0 1 0 0,0-1 0 0 0,-1 1 0 0 0,1-1 0 0 0,-1 0 0 0 0,0 1-1 0 0,0-1 1 0 0,-1 0 0 0 0,1 0 0 0 0,-1 1 0 0 0,-1-8 0 0 0,1 11-96 0 0,0-1 0 0 0,0 1 1 0 0,0-1-1 0 0,-1 1 1 0 0,1-1-1 0 0,0 1 1 0 0,-1-1-1 0 0,1 1 0 0 0,-1 0 1 0 0,0-1-1 0 0,1 1 1 0 0,-1 0-1 0 0,0-1 0 0 0,0 1 1 0 0,0 0-1 0 0,0 0 1 0 0,0 0-1 0 0,0 0 0 0 0,0 0 1 0 0,-1 0-1 0 0,1 0 1 0 0,0 0-1 0 0,0 0 0 0 0,-1 1 1 0 0,1-1-1 0 0,0 0 1 0 0,-1 1-1 0 0,1-1 0 0 0,-1 1 1 0 0,1 0-1 0 0,-1-1 1 0 0,1 1-1 0 0,-1 0 0 0 0,1 0 1 0 0,-1 0-1 0 0,1 0 1 0 0,-1 0-1 0 0,1 0 1 0 0,-1 0-1 0 0,1 1 0 0 0,-1-1 1 0 0,1 1-1 0 0,-1-1 1 0 0,1 1-1 0 0,-2 0 0 0 0,-3 1 32 0 0,1 0-1 0 0,0 0 1 0 0,0 1 0 0 0,0 0-1 0 0,0 0 1 0 0,0 0-1 0 0,1 0 1 0 0,-1 1-1 0 0,1 0 1 0 0,-7 8-1 0 0,8-9-37 0 0,1 1 0 0 0,0 0 0 0 0,-1 1 0 0 0,2-1 0 0 0,-1 0 0 0 0,0 1 0 0 0,1-1 0 0 0,0 1 0 0 0,0-1 0 0 0,0 1 0 0 0,1-1 0 0 0,0 1-1 0 0,-1 0 1 0 0,1-1 0 0 0,1 1 0 0 0,-1-1 0 0 0,1 1 0 0 0,0 0 0 0 0,0-1 0 0 0,0 0 0 0 0,1 1 0 0 0,-1-1 0 0 0,1 0 0 0 0,0 1-1 0 0,0-1 1 0 0,1 0 0 0 0,-1 0 0 0 0,1-1 0 0 0,0 1 0 0 0,0-1 0 0 0,0 1 0 0 0,1-1 0 0 0,5 4 0 0 0,-3-1-9 0 0,0-1 0 0 0,0 0 0 0 0,1-1 0 0 0,0 1 0 0 0,0-1 0 0 0,0-1 0 0 0,1 1 0 0 0,-1-1 0 0 0,1-1-1 0 0,0 1 1 0 0,-1-1 0 0 0,1-1 0 0 0,0 1 0 0 0,0-2 0 0 0,1 1 0 0 0,-1-1 0 0 0,0 0 0 0 0,15-2 0 0 0,3-4 10 0 0,0-2 1 0 0,39-17-1 0 0,-54 20-14 0 0,0-1 0 0 0,0 0 0 0 0,0 0 0 0 0,-1-2 0 0 0,0 1 0 0 0,0-1 0 0 0,16-17 1 0 0,-22 20 2 0 0,-1 0 1 0 0,1 0 0 0 0,-1 0-1 0 0,0 0 1 0 0,0 0 0 0 0,0 0-1 0 0,-1-1 1 0 0,1 0 0 0 0,1-11-1 0 0,-3 15-7 0 0,-2-1-12 0 0,-6-24 23 0 0,-2 7 0 0 0,8 18 7 0 0,0 2-19 0 0,1-1 0 0 0,0 0 0 0 0,0 1 1 0 0,-1-1-1 0 0,1 1 0 0 0,0-1 1 0 0,-1 1-1 0 0,1-1 0 0 0,-1 1 0 0 0,1-1 1 0 0,-1 1-1 0 0,1-1 0 0 0,-1 1 1 0 0,1 0-1 0 0,-1-1 0 0 0,1 1 0 0 0,-1 0 1 0 0,1-1-1 0 0,-1 1 0 0 0,0 0 1 0 0,1 0-1 0 0,-1-1 0 0 0,1 1 1 0 0,-1 0-1 0 0,0 0 0 0 0,1 0 0 0 0,-1 0 1 0 0,0 0-1 0 0,1 0 0 0 0,-1 0 1 0 0,0 0-1 0 0,1 0 0 0 0,-1 0 0 0 0,1 1 1 0 0,-1-1-1 0 0,0 0 0 0 0,1 0 1 0 0,-1 1-1 0 0,1-1 0 0 0,-1 0 0 0 0,0 1 1 0 0,-1-1-3 0 0,1 0 1 0 0,0 1 0 0 0,-1-1 0 0 0,1 1-1 0 0,0-1 1 0 0,-1 1 0 0 0,1 0 0 0 0,0-1-1 0 0,0 1 1 0 0,-1 0 0 0 0,1 0 0 0 0,0 0-1 0 0,0 0 1 0 0,0 0 0 0 0,0 0 0 0 0,0 0-1 0 0,0 0 1 0 0,-1 2 0 0 0,2-2 6 0 0,0-1 0 0 0,0 1 0 0 0,0 0 0 0 0,0-1-1 0 0,0 1 1 0 0,0 0 0 0 0,0-1 0 0 0,-1 1 0 0 0,1 0 0 0 0,0-1 0 0 0,0 1 0 0 0,-1-1 0 0 0,1 1 0 0 0,0-1-1 0 0,-1 1 1 0 0,1 0 0 0 0,-1-1 0 0 0,1 0 0 0 0,-1 1 0 0 0,1-1 0 0 0,-1 1 0 0 0,1-1 0 0 0,-1 1 0 0 0,1-1 0 0 0,-1 0-1 0 0,1 1 1 0 0,-1-1 0 0 0,0 0 0 0 0,1 0 0 0 0,-1 1 0 0 0,1-1 0 0 0,-1 0 0 0 0,0 0 0 0 0,1 0 0 0 0,-1 0-1 0 0,0 0 1 0 0,1 0 0 0 0,-1 0 0 0 0,0 0 0 0 0,1 0 0 0 0,-2-1 0 0 0,-1 1-13 0 0,3 0-73 0 0,-1 0 80 0 0,1 1-1 0 0,0-1 1 0 0,0 0-1 0 0,-1 0 1 0 0,1 0-1 0 0,0 0 1 0 0,-1 1-1 0 0,1-1 1 0 0,0 0-1 0 0,0 0 1 0 0,-1 0-1 0 0,1 1 1 0 0,0-1-1 0 0,0 0 1 0 0,0 1-1 0 0,-1-1 1 0 0,1 0-1 0 0,0 0 1 0 0,0 1-1 0 0,0-1 1 0 0,0 0-1 0 0,0 1 1 0 0,0-1-1 0 0,0 0 1 0 0,-1 1-1 0 0,1-1 0 0 0,0 0 1 0 0,0 1-1 0 0,0-1 1 0 0,0 0-1 0 0,0 1 1 0 0,1-1-1 0 0,-1 1 1 0 0,2 1 3 0 0,1 0 1 0 0,-1 0-1 0 0,1 0 1 0 0,0 0-1 0 0,-1-1 1 0 0,1 1-1 0 0,0-1 0 0 0,0 1 1 0 0,0-1-1 0 0,0 0 1 0 0,1 0-1 0 0,-1-1 1 0 0,0 1-1 0 0,0-1 1 0 0,1 1-1 0 0,-1-1 0 0 0,0 0 1 0 0,6-1-1 0 0,-3 1 1 0 0,-1 1 1 0 0,1-1-1 0 0,0 1 0 0 0,0 0 0 0 0,0 0 0 0 0,-1 1 0 0 0,1-1 0 0 0,-1 1 0 0 0,1 1 0 0 0,4 2 1 0 0,-5-1-1 0 0,0 0 0 0 0,0 1 0 0 0,-1 0 0 0 0,0 0 0 0 0,0 0 0 0 0,-1 0 0 0 0,1 1 0 0 0,-1-1 0 0 0,0 1 0 0 0,-1 0 0 0 0,1 0 1 0 0,-1 0-1 0 0,0 0 0 0 0,-1 0 0 0 0,1 1 0 0 0,-1-1 0 0 0,0 12 0 0 0,1-3-2 0 0,-1-13-9 0 0,-1 0 4 0 0,4 7 5 0 0,0-4 4 0 0,-3-4-4 0 0,0-1 1 0 0,0 1-1 0 0,1-1 1 0 0,-1 1-1 0 0,0-1 1 0 0,1 0-1 0 0,-1 0 0 0 0,0 0 1 0 0,1 0-1 0 0,-1 0 1 0 0,0 0-1 0 0,1 0 1 0 0,-1 0-1 0 0,0 0 1 0 0,1 0-1 0 0,-1-1 0 0 0,0 1 1 0 0,0-1-1 0 0,1 1 1 0 0,1-2-1 0 0,26-13 10 0 0,5-13 1 0 0,46-49 0 0 0,-67 64-4 0 0,-9 9 0 0 0,0 0 0 0 0,0 0 0 0 0,-1 0 0 0 0,1 0-1 0 0,-1 0 1 0 0,0-1 0 0 0,4-7 0 0 0,-6 10-1 0 0,0 2-12 0 0,9-15 38 0 0,-10 13-26 0 0,-16-7-46 0 0,-6 7-30 0 0,22 12-21 0 0,1-6 122 0 0,0-1-7 0 0,15 6-27 0 0,-11-6 3 0 0,-3-2-7 0 0,-1-1 6 0 0,1 0 0 0 0,-1 0 0 0 0,0 0 0 0 0,1 0 0 0 0,-1 1 0 0 0,1-1 0 0 0,-1 0 0 0 0,0 1 0 0 0,0-1 0 0 0,1 1 0 0 0,-1-1 0 0 0,0 1 0 0 0,0-1 1 0 0,1 1-1 0 0,-1 0 0 0 0,0 0 0 0 0,0 0 0 0 0,0 0 0 0 0,0 0 0 0 0,0 0 0 0 0,1 2 0 0 0,21 28-27 0 0,-14-19 13 0 0,-2-2 17 0 0,0 0 1 0 0,0-1-1 0 0,0 0 1 0 0,1-1 0 0 0,1 1 0 0 0,-1-1 0 0 0,1-1 0 0 0,13 9 0 0 0,17-4 13 0 0,-32-11-12 0 0,1 0 1 0 0,-1-1-1 0 0,0 0 1 0 0,0 0-1 0 0,1-1 1 0 0,-1 0-1 0 0,0 0 0 0 0,0-1 1 0 0,0 0-1 0 0,0 0 1 0 0,0-1-1 0 0,-1 1 1 0 0,1-2-1 0 0,-1 1 1 0 0,1-1-1 0 0,7-6 0 0 0,2 1 4 0 0,-1 1-1 0 0,33-12 1 0 0,-40 15-11 0 0,-7 4 1 0 0,0 0-1 0 0,1 0 0 0 0,-1 0 0 0 0,1 0 0 0 0,0 0 0 0 0,-1 1 0 0 0,1-1 1 0 0,-1 1-1 0 0,1-1 0 0 0,0 1 0 0 0,-1-1 0 0 0,1 1 0 0 0,0 0 0 0 0,0 0 0 0 0,-1 0 1 0 0,1 0-1 0 0,0 0 0 0 0,-1 1 0 0 0,1-1 0 0 0,0 0 0 0 0,-1 1 0 0 0,1-1 0 0 0,2 2 1 0 0,45 3 34 0 0,-45-5-29 0 0,-1 0 0 0 0,1-1 0 0 0,0 1 0 0 0,0-1 0 0 0,-1 1 0 0 0,1-1 0 0 0,-1 0 0 0 0,1-1 0 0 0,0 1 0 0 0,-1 0 0 0 0,0-1 0 0 0,1 0 0 0 0,-1 0 0 0 0,0 0 0 0 0,0 0 0 0 0,0-1 0 0 0,0 1 0 0 0,-1-1 0 0 0,4-3 0 0 0,-5 4 19 0 0,0 1 0 0 0,1 0 1 0 0,-1-1-1 0 0,0 1 1 0 0,1 0-1 0 0,-1 0 0 0 0,1 0 1 0 0,-1 0-1 0 0,1 0 1 0 0,0 0-1 0 0,-1 0 0 0 0,1 1 1 0 0,0-1-1 0 0,-1 1 1 0 0,1-1-1 0 0,0 1 0 0 0,0-1 1 0 0,0 1-1 0 0,-1 0 0 0 0,1 0 1 0 0,0 0-1 0 0,0 0 1 0 0,0 0-1 0 0,2 1 0 0 0,-2 1-12 0 0,0 0 0 0 0,0-1 0 0 0,-1 1 0 0 0,1 1 0 0 0,-1-1 0 0 0,1 0 0 0 0,-1 0 0 0 0,0 0 0 0 0,1 1 0 0 0,-1-1 0 0 0,0 1 0 0 0,-1-1 0 0 0,1 1 0 0 0,0-1 0 0 0,-1 1 0 0 0,1-1 0 0 0,-1 5 0 0 0,5 29 26 0 0,-2 0 1 0 0,-1 0-1 0 0,-5 68 1 0 0,-29 106 73 0 0,30-203 32 0 0,1 0 1 0 0,-1-1-1 0 0,0 1 1 0 0,-1-1-1 0 0,1 0 1 0 0,-1 0-1 0 0,-1 0 0 0 0,1 0 1 0 0,-1 0-1 0 0,-8 9 1 0 0,10-13 169 0 0,1-2-51 0 0,-1 0-214 0 0,1 0 0 0 0,0 0 0 0 0,-1-1-1 0 0,1 1 1 0 0,0 0 0 0 0,-1 0-1 0 0,1-1 1 0 0,0 1 0 0 0,-1 0 0 0 0,1-1-1 0 0,0 1 1 0 0,0-1 0 0 0,-1 0-1 0 0,1 1 1 0 0,0-1 0 0 0,0 0 0 0 0,0 0-1 0 0,0 0 1 0 0,0 0 0 0 0,0 0-1 0 0,0 0 1 0 0,0 0 0 0 0,0-1 0 0 0,0-8 28 0 0,0 0 0 0 0,0 1 0 0 0,1-1 0 0 0,1 0 0 0 0,0 0 0 0 0,0 1 0 0 0,1-1 0 0 0,0 1 0 0 0,0-1 1 0 0,1 1-1 0 0,1 0 0 0 0,-1 0 0 0 0,1 0 0 0 0,1 0 0 0 0,0 1 0 0 0,0-1 0 0 0,1 1 0 0 0,8-9 0 0 0,2-3-913 0 0,2 0 0 0 0,0 1-1 0 0,2 1 1 0 0,0 1-1 0 0,42-27 1 0 0,-17 20-6167 0 0,-22 15 2994 0 0</inkml:trace>
</inkml:ink>
</file>

<file path=ppt/ink/ink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26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338 64 404 0 0,'7'-10'1267'0'0,"-9"3"1972"0"0,-5 1-2919 0 0,0 1-1 0 0,0 1 0 0 0,0-1 0 0 0,0 1 0 0 0,-1 0 0 0 0,1 1 1 0 0,-1 0-1 0 0,0 0 0 0 0,-1 0 0 0 0,1 1 0 0 0,0 0 0 0 0,0 1 1 0 0,-1 0-1 0 0,1 0 0 0 0,-12 1 0 0 0,10 0-171 0 0,0 0 0 0 0,0 1 0 0 0,1-1 0 0 0,-1 2 0 0 0,0 0 0 0 0,1 0 0 0 0,-1 0 0 0 0,1 1 0 0 0,0 1 0 0 0,0-1 0 0 0,0 2 0 0 0,0-1 0 0 0,-13 10 0 0 0,19-10-113 0 0,-1 0 0 0 0,1 0-1 0 0,0 0 1 0 0,0 1 0 0 0,0 0 0 0 0,1-1 0 0 0,-1 1-1 0 0,1 0 1 0 0,0 0 0 0 0,1 0 0 0 0,-1 0 0 0 0,1 1-1 0 0,0-1 1 0 0,0 0 0 0 0,1 1 0 0 0,-1-1 0 0 0,1 0-1 0 0,0 1 1 0 0,1-1 0 0 0,-1 0 0 0 0,1 1 0 0 0,0-1-1 0 0,3 7 1 0 0,3 14 25 0 0,2 0-1 0 0,0-1 1 0 0,16 30-1 0 0,-21-46-32 0 0,22 44 51 0 0,-8-20-25 0 0,-2 0 0 0 0,-1 2-1 0 0,-2 0 1 0 0,-2 0 0 0 0,10 51-1 0 0,-20-84-41 0 0,-1 0 0 0 0,0 0 0 0 0,-1 0 0 0 0,1 0 0 0 0,0 0 0 0 0,-1 0 0 0 0,1 0 0 0 0,-1 0-1 0 0,1 0 1 0 0,-1 0 0 0 0,0 0 0 0 0,0 0 0 0 0,0 0 0 0 0,0-1 0 0 0,0 1 0 0 0,0 0 0 0 0,-1-1 0 0 0,1 1 0 0 0,0-1 0 0 0,-1 1-1 0 0,1-1 1 0 0,-1 0 0 0 0,0 1 0 0 0,1-1 0 0 0,-1 0 0 0 0,0 0 0 0 0,0 0 0 0 0,0-1 0 0 0,0 1 0 0 0,0 0 0 0 0,0-1 0 0 0,0 1-1 0 0,0-1 1 0 0,0 1 0 0 0,0-1 0 0 0,0 0 0 0 0,-2 0 0 0 0,-4 1 36 0 0,0-1 0 0 0,0 1 0 0 0,0-1 0 0 0,0-1 1 0 0,0 0-1 0 0,1 0 0 0 0,-1 0 0 0 0,-13-5 0 0 0,16 4-32 0 0,-1 0-1 0 0,0-1 1 0 0,1 1 0 0 0,-1-1-1 0 0,1-1 1 0 0,0 1 0 0 0,0-1-1 0 0,0 0 1 0 0,0 0 0 0 0,-6-8-1 0 0,9 9-143 0 0,1 0-1 0 0,-1 1 0 0 0,1-1 0 0 0,0 0 0 0 0,0 0 0 0 0,0 0 0 0 0,1 0 0 0 0,-1 0 0 0 0,1 0 1 0 0,-1 0-1 0 0,1 0 0 0 0,0 0 0 0 0,0 0 0 0 0,0 0 0 0 0,1 0 0 0 0,-1 0 0 0 0,1 0 1 0 0,0 0-1 0 0,0 0 0 0 0,0 0 0 0 0,0 0 0 0 0,0 0 0 0 0,0 0 0 0 0,3-3 0 0 0,19-30-5472 0 0,-8 16 2376 0 0</inkml:trace>
</inkml:ink>
</file>

<file path=ppt/ink/ink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2:26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56,'1'-2'629,"0"0"-1,0 0 1,0 0-1,1 0 1,-1 1-1,0-1 1,1 0-1,-1 1 1,1-1-1,0 1 1,-1 0-1,4-2 1,1 23 24,-2 1 1,0 0-1,-1 0 0,-1 0 1,-1 39-1,-1-38-316,4 63 693,-1-32-203,-6 93 0,3-142-957,-1 0-1,1 0 1,-1-1-1,0 1 1,0 0-1,0 0 1,-1-1 0,1 1-1,-1-1 1,-4 7-1,5-9-655,-5 0-1012,0 0 379</inkml:trace>
</inkml:ink>
</file>

<file path=ppt/ink/ink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2:26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93 444,'5'-3'523,"73"-44"4667,-67 41-4961,1 1 1,-1 1 0,1 0-1,-1 0 1,17-2 0,13-4-4637,-32 6 2647</inkml:trace>
</inkml:ink>
</file>

<file path=ppt/ink/ink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27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17 312 0 0,'23'21'2540'0'0,"-19"-16"-2274"0"0,-1 0-1 0 0,0 0 0 0 0,0 0 1 0 0,-1 0-1 0 0,1 1 1 0 0,-1-1-1 0 0,0 1 0 0 0,-1-1 1 0 0,1 1-1 0 0,-1 0 1 0 0,0 0-1 0 0,-1-1 0 0 0,0 1 1 0 0,1 0-1 0 0,-2 0 1 0 0,1 0-1 0 0,-1 0 0 0 0,-1 6 1 0 0,2-10 47 0 0,-5 8 953 0 0,3-5-585 0 0,4-9 380 0 0,2-5-940 0 0,1-1 0 0 0,0 1-1 0 0,0 0 1 0 0,1 1 0 0 0,1-1-1 0 0,0 1 1 0 0,0 0 0 0 0,9-7-1 0 0,28-22-1195 0 0,6 4-5570 0 0,-39 25 4067 0 0</inkml:trace>
</inkml:ink>
</file>

<file path=ppt/ink/ink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27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45 832 0 0,'0'0'7438'0'0,"-5"-2"-6891"0"0,-16-7-56 0 0,16 7 720 0 0,-33 24 411 0 0,32-17-1465 0 0,1 0-1 0 0,0 0 0 0 0,-1 1 1 0 0,2 0-1 0 0,-1 0 1 0 0,1 1-1 0 0,0-1 1 0 0,0 1-1 0 0,-4 13 1 0 0,1-6-64 0 0,6-13 28 0 0,1 0-114 0 0,0-1 0 0 0,0 1-1 0 0,0-1 1 0 0,1 1 0 0 0,-1 0 0 0 0,0-1 0 0 0,0 1 0 0 0,0-1-1 0 0,1 1 1 0 0,-1-1 0 0 0,0 1 0 0 0,1-1 0 0 0,-1 1-1 0 0,0-1 1 0 0,1 1 0 0 0,-1-1 0 0 0,1 1 0 0 0,-1-1 0 0 0,0 1-1 0 0,1-1 1 0 0,-1 0 0 0 0,1 1 0 0 0,-1-1 0 0 0,1 0-1 0 0,0 1 1 0 0,55-29 35 0 0,-55 27-46 0 0,0 1 4 0 0,-1 0-1 0 0,1 0 1 0 0,0 0 0 0 0,0 1-1 0 0,0-1 1 0 0,0 0-1 0 0,-1 0 1 0 0,1 0-1 0 0,0 1 1 0 0,0-1-1 0 0,-1 0 1 0 0,1 1 0 0 0,0-1-1 0 0,0 1 1 0 0,-1-1-1 0 0,1 1 1 0 0,-1-1-1 0 0,1 1 1 0 0,0 0 0 0 0,-1-1-1 0 0,1 1 1 0 0,-1 0-1 0 0,1-1 1 0 0,-1 1-1 0 0,0 0 1 0 0,1 1 0 0 0,1 1-4 0 0,0 0 1 0 0,1 0 0 0 0,-1 0 0 0 0,1 0 0 0 0,-1 0 0 0 0,1-1 0 0 0,0 1 0 0 0,0-1 0 0 0,0 0-1 0 0,0 0 1 0 0,0 0 0 0 0,1 0 0 0 0,3 2 0 0 0,-3-3 5 0 0,0 1 0 0 0,0-1 0 0 0,-1 0 0 0 0,1 0 0 0 0,0 0 0 0 0,0-1 0 0 0,0 1 0 0 0,0-1 0 0 0,0 0 0 0 0,0 0 0 0 0,0 0 0 0 0,0-1 0 0 0,0 1 0 0 0,0-1 0 0 0,0 0 0 0 0,0 0 0 0 0,-1-1 0 0 0,1 1 0 0 0,0-1 0 0 0,-1 0 0 0 0,1 0 0 0 0,-1 0 0 0 0,0 0 0 0 0,5-4 0 0 0,13-10 1 0 0,-10 8 4 0 0,0-1 0 0 0,-1 1 0 0 0,12-14 0 0 0,-21 21-14 0 0,5-6 4 0 0,-6 7 5 0 0,1-1 1 0 0,-1 1-1 0 0,0-1 0 0 0,0 1 1 0 0,0-1-1 0 0,1 1 1 0 0,-1-1-1 0 0,0 1 0 0 0,0-1 1 0 0,1 1-1 0 0,-1-1 0 0 0,0 1 1 0 0,1 0-1 0 0,-1-1 1 0 0,1 1-1 0 0,-1 0 0 0 0,0-1 1 0 0,1 1-1 0 0,-1 0 0 0 0,1-1 1 0 0,-1 1-1 0 0,1 0 0 0 0,-1 0 1 0 0,1-1-1 0 0,-1 1 1 0 0,1 0-1 0 0,0 0 0 0 0,-1 0 1 0 0,1 0-1 0 0,-1 0 0 0 0,1 0 1 0 0,-1 0-1 0 0,1 0 1 0 0,0 0-1 0 0,5 50-38 0 0,-4-30 24 0 0,-2-19 13 0 0,1 0-1 0 0,-1 0 0 0 0,0 0 0 0 0,1 0 0 0 0,-1 0 1 0 0,1-1-1 0 0,-1 1 0 0 0,1 0 0 0 0,-1 0 0 0 0,1 0 1 0 0,0 0-1 0 0,-1 0 0 0 0,1-1 0 0 0,0 1 0 0 0,0 0 0 0 0,0-1 1 0 0,-1 1-1 0 0,1 0 0 0 0,0-1 0 0 0,0 1 0 0 0,0-1 1 0 0,0 0-1 0 0,0 1 0 0 0,0-1 0 0 0,0 0 0 0 0,0 1 1 0 0,0-1-1 0 0,0 0 0 0 0,0 0 0 0 0,0 0 0 0 0,0 0 0 0 0,0 0 1 0 0,0 0-1 0 0,1 0 0 0 0,-1 0 0 0 0,0 0 0 0 0,0-1 1 0 0,0 1-1 0 0,1-1 0 0 0,57-30 8 0 0,-47 23-13 0 0,1 1-1 0 0,0 0 1 0 0,16-5 0 0 0,-25 12 0 0 0,-1 0 1 0 0,1 0-1 0 0,0 0 0 0 0,0 0 1 0 0,-1 1-1 0 0,1-1 1 0 0,0 1-1 0 0,-1 0 1 0 0,1 0-1 0 0,4 2 0 0 0,0 0 11 0 0,0-1 0 0 0,0 0 0 0 0,1 0 0 0 0,-1-1-1 0 0,11 1 1 0 0,-17-2 11 0 0,31-31 635 0 0,-31 27-546 0 0,0 0 0 0 0,0 0 0 0 0,-1 0 0 0 0,1 0 0 0 0,-1-1 0 0 0,0 1 0 0 0,0 0 0 0 0,-1-1 0 0 0,1 1 0 0 0,-1 0 0 0 0,0-1 0 0 0,0 1 0 0 0,-1-1 0 0 0,1 1 0 0 0,-1 0 0 0 0,0-1 0 0 0,0 1 0 0 0,-3-6 0 0 0,3 8-519 0 0,-5 3-3300 0 0,1-1 2713 0 0</inkml:trace>
</inkml:ink>
</file>

<file path=ppt/ink/ink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2:28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72 155 832,'0'-5'350,"-2"-18"1973,1-1 1,1 0 0,5-30-1,-5 52-1657,-1-13 514,0 7-271,0 11 1079,-31 141-991,-6 31-311,38-173-650,2 7-2,-2-9-33,0 1 0,0-1 0,0 0 0,0 1 0,0-1 0,0 1 0,1-1 1,-1 0-1,0 1 0,0-1 0,0 0 0,1 1 0,-1-1 0,0 0 0,1 1 0,-1-1 0,0 0 0,1 0 0,-1 1 0,0-1 0,1 0 0,-1 0 0,0 1 0,1-1 0,-1 0 0,0 0 0,1 0 0,-1 0 0,1 0 0,-1 0 0,1 0 0,-1 0 0,0 0 0,1 0 0,-1 0 0,1 0 0,-1 0 0,0 0 0,1 0 0,-1 0 0,1 0 0,-1 0 0,1-1 0,11 2-3,0 1 0,0 0 0,0 0 0,16 6-1,-26-7 3,0-1-1,0 1 0,-1 0 1,1 0-1,0 0 0,0 0 1,-1 0-1,1 0 0,-1 0 1,1 1-1,-1-1 0,1 1 1,-1-1-1,0 1 0,0-1 1,0 1-1,0 0 0,0-1 1,0 1-1,0 0 0,0 0 1,-1 0-1,1 0 0,-1-1 1,1 1-1,-1 0 0,0 0 1,0 0-1,0 4 0,-1-2 6,-1-2-372,0 1 0,0-1 0,0 0 0,0 0 1,0 0-1,-1 0 0,1 0 0,-1 0 0,1 0 0,-1-1 0,0 0 1,1 1-1,-1-1 0,0 0 0,0 0 0,0 0 0,0-1 0,0 1 1,0-1-1,0 0 0,0 0 0,0 0 0,0 0 0,0 0 0,0 0 1,0-1-1,0 0 0,0 1 0,-4-3 0</inkml:trace>
</inkml:ink>
</file>

<file path=ppt/ink/ink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29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1 167 336 0 0,'18'-6'939'0'0,"-1"0"0"0"0,0-2 1 0 0,0 0-1 0 0,0-1 0 0 0,-1-1 0 0 0,-1 0 0 0 0,0-1 0 0 0,0-1 0 0 0,-1 0 1 0 0,0-1-1 0 0,-1 0 0 0 0,20-28 0 0 0,-28 34 384 0 0,-7 12-722 0 0,-2 1-576 0 0,1 1 0 0 0,0 0-1 0 0,1 1 1 0 0,0-1 0 0 0,0 0 0 0 0,1 1 0 0 0,-2 14-1 0 0,3-18-14 0 0,1 0-1 0 0,0 1 0 0 0,-1-1 0 0 0,1 0 1 0 0,0 0-1 0 0,1-1 0 0 0,-1 1 0 0 0,1 0 1 0 0,0 0-1 0 0,0-1 0 0 0,0 1 1 0 0,0-1-1 0 0,1 1 0 0 0,-1-1 0 0 0,1 0 1 0 0,0 0-1 0 0,0 0 0 0 0,0-1 0 0 0,0 1 1 0 0,6 3-1 0 0,-5-4-5 0 0,0 0 0 0 0,1-1 0 0 0,0 1 0 0 0,-1-1 0 0 0,1 0 0 0 0,0 0 0 0 0,0 0 1 0 0,-1-1-1 0 0,1 0 0 0 0,0 0 0 0 0,0 0 0 0 0,0 0 0 0 0,0-1 0 0 0,-1 0 0 0 0,1 0 0 0 0,0 0 0 0 0,-1-1 0 0 0,6-1 0 0 0,24-11 14 0 0,-1-1-1 0 0,-1-1 0 0 0,0-2 0 0 0,29-22 0 0 0,-60 40-14 0 0,10-3-33 0 0,-10 3 28 0 0,-1-1 0 0 0,1 1 1 0 0,-1 0-1 0 0,1 0 0 0 0,-1 0 0 0 0,1-1 0 0 0,0 1 0 0 0,-1 0 1 0 0,1 0-1 0 0,-1 0 0 0 0,1 0 0 0 0,-1 0 0 0 0,1 0 0 0 0,0 0 1 0 0,-1 0-1 0 0,1 0 0 0 0,-1 0 0 0 0,1 1 0 0 0,-1-1 0 0 0,1 0 1 0 0,-1 0-1 0 0,1 0 0 0 0,-1 1 0 0 0,1-1 0 0 0,-1 0 0 0 0,1 1 1 0 0,-1-1-1 0 0,1 0 0 0 0,-1 1 0 0 0,1-1 0 0 0,-1 1 1 0 0,0-1-1 0 0,1 0 0 0 0,-1 1 0 0 0,0-1 0 0 0,1 1 0 0 0,-1-1 1 0 0,0 1-1 0 0,0-1 0 0 0,1 1 0 0 0,-1 0 0 0 0,0 0 0 0 0,3 3 1 0 0,0-1 0 0 0,0 1 0 0 0,0-1-1 0 0,0 0 1 0 0,1 1 0 0 0,0-2 0 0 0,-1 1 0 0 0,1 0-1 0 0,0-1 1 0 0,0 0 0 0 0,0 1 0 0 0,1-2 0 0 0,-1 1-1 0 0,8 2 1 0 0,-2-2 3 0 0,0-1 0 0 0,0 1-1 0 0,0-2 1 0 0,0 1 0 0 0,0-1-1 0 0,14-2 1 0 0,9-4 18 0 0,1-1-1 0 0,61-22 1 0 0,-93 28-19 0 0,0 0 0 0 0,-1 1-1 0 0,0-1 1 0 0,0 1 0 0 0,0 0-1 0 0,0-1 1 0 0,0 1-1 0 0,0 0 1 0 0,0-1-1 0 0,1 1 1 0 0,-1 0-1 0 0,0 0 1 0 0,0 0 0 0 0,0 0-1 0 0,1 0 1 0 0,-1 0-1 0 0,0 1 1 0 0,0-1-1 0 0,0 0 1 0 0,0 1-1 0 0,0-1 1 0 0,1 0-1 0 0,-1 1 1 0 0,0-1 0 0 0,0 1-1 0 0,0 0 1 0 0,0-1-1 0 0,0 1 1 0 0,1 1-1 0 0,-2 0 9 0 0,1-1 1 0 0,0 1-1 0 0,0 0 0 0 0,-1 0 0 0 0,1 0 0 0 0,-1 0 0 0 0,1 0 0 0 0,-1 0 0 0 0,0 0 0 0 0,0 0 0 0 0,0 0 1 0 0,0 0-1 0 0,0 1 0 0 0,-1 2 0 0 0,-2 8 29 0 0,0-1 0 0 0,-1 0 0 0 0,0 0-1 0 0,-7 15 1 0 0,-6 5-128 0 0,-1-1-1 0 0,-1-1 0 0 0,-28 33 1 0 0,-38 29-3874 0 0,48-51-194 0 0,-5 11 315 0 0</inkml:trace>
</inkml:ink>
</file>

<file path=ppt/ink/ink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1.2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9 360 0 0,'-1'-1'367'0'0,"0"0"0"0"0,0 0 0 0 0,0 0 0 0 0,0 1 0 0 0,0-1 0 0 0,-1 0 0 0 0,1 1 0 0 0,0-1-1 0 0,0 1 1 0 0,0-1 0 0 0,-1 1 0 0 0,1 0 0 0 0,0-1 0 0 0,-1 1 0 0 0,1 0 0 0 0,-2 0 0 0 0,-1 5-140 0 0,0-1-1 0 0,1 1 1 0 0,-1 0 0 0 0,1 0-1 0 0,0 0 1 0 0,1 1-1 0 0,-1-1 1 0 0,1 1 0 0 0,0-1-1 0 0,1 1 1 0 0,-1 0 0 0 0,1-1-1 0 0,-1 11 1 0 0,-3 91 990 0 0,4-65-711 0 0,-5 92 530 0 0,5-101-1793 0 0</inkml:trace>
</inkml:ink>
</file>

<file path=ppt/ink/ink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1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26 132 0 0,'6'-4'160'0'0,"0"1"1"0"0,1 0-1 0 0,-1 0 1 0 0,1 0-1 0 0,-1 1 0 0 0,1 0 1 0 0,0 0-1 0 0,0 1 1 0 0,0 0-1 0 0,0 0 0 0 0,-1 1 1 0 0,1 0-1 0 0,0 0 1 0 0,0 0-1 0 0,0 1 0 0 0,0 0 1 0 0,0 0-1 0 0,0 1 1 0 0,12 4-1 0 0,3 2 152 0 0,-1 0 0 0 0,-1 1 0 0 0,0 1 0 0 0,37 25 0 0 0,-38-22-144 0 0,-1 2-1 0 0,0 0 1 0 0,-1 1 0 0 0,-1 1 0 0 0,-1 1-1 0 0,0 0 1 0 0,-1 1 0 0 0,-1 0 0 0 0,13 25-1 0 0,-22-35-87 0 0,1 0-1 0 0,-1 0 0 0 0,-1 1 0 0 0,1-1 0 0 0,-2 1 0 0 0,1 0 0 0 0,-1 0 0 0 0,-1 0 0 0 0,0 0 1 0 0,0 0-1 0 0,-1 0 0 0 0,0 0 0 0 0,-1 0 0 0 0,0 0 0 0 0,-1 0 0 0 0,0 0 0 0 0,0 0 0 0 0,-1-1 1 0 0,0 1-1 0 0,-1-1 0 0 0,0 0 0 0 0,-1 0 0 0 0,-8 15 0 0 0,5-15 28 0 0,1-1 1 0 0,-1 1-1 0 0,0-1 0 0 0,-1-1 0 0 0,0 1 0 0 0,0-2 1 0 0,-1 1-1 0 0,0-1 0 0 0,0-1 0 0 0,0 1 0 0 0,0-2 1 0 0,-1 1-1 0 0,-12 2 0 0 0,-1-1 104 0 0,-1 0 1 0 0,0-2-1 0 0,0-1 0 0 0,-44 0 1 0 0,39-11-724 0 0,30 8 364 0 0,-1 0 0 0 0,1 0 1 0 0,-1-1-1 0 0,0 1 0 0 0,1 0 1 0 0,-1-1-1 0 0,1 1 0 0 0,-1-1 1 0 0,0 1-1 0 0,1-1 0 0 0,-1 1 1 0 0,1-1-1 0 0,0 1 0 0 0,-1-1 1 0 0,1 1-1 0 0,-1-1 0 0 0,1 1 1 0 0,0-1-1 0 0,-1 0 0 0 0,1 1 1 0 0,0-1-1 0 0,0 0 0 0 0,0 1 1 0 0,-1-1-1 0 0,1 0 0 0 0,0 0 1 0 0,0 1-1 0 0,0-1 0 0 0,0 0 1 0 0,0 1-1 0 0,0-1 0 0 0,0 0 1 0 0,1 1-1 0 0,-1-1 0 0 0,0 0 1 0 0,0 1-1 0 0,0-1 0 0 0,1 0 1 0 0,-1 1-1 0 0,0-1 0 0 0,1 0 1 0 0,9-15-2285 0 0</inkml:trace>
</inkml:ink>
</file>

<file path=ppt/ink/ink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1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1 163 8 0 0,'22'32'4724'0'0,"-19"-24"-4449"0"0,0 1 0 0 0,0 0 0 0 0,-1-1 0 0 0,0 1 0 0 0,-1 0 0 0 0,0 0 0 0 0,0 0 0 0 0,-1 0 0 0 0,0 0 0 0 0,-1 0 0 0 0,1 0 0 0 0,-2 0-1 0 0,-3 13 1 0 0,4-20-601 0 0</inkml:trace>
  <inkml:trace contextRef="#ctx0" brushRef="#br0" timeOffset="1">81 44 104 0 0,'0'0'480'0'0,"6"-16"-20"0"0,-3 9 316 0 0,1-3 0 0 0,2-1-196 0 0,16 27-3108 0 0</inkml:trace>
</inkml:ink>
</file>

<file path=ppt/ink/ink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2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17 88 0 0,'-47'-17'4790'0'0,"44"17"-4306"0"0,-23 6 672 0 0,23-3-1065 0 0,0 1-1 0 0,0-1 1 0 0,1 1 0 0 0,0 0-1 0 0,-1 0 1 0 0,1-1 0 0 0,1 2-1 0 0,-1-1 1 0 0,1 0 0 0 0,-1 0-1 0 0,1 0 1 0 0,0 1 0 0 0,1-1-1 0 0,-1 7 1 0 0,1 65 339 0 0,0-75-428 0 0,2 29 108 0 0,39 377 760 0 0,-8-201-498 0 0,-36-201-253 0 0,-4-12 103 0 0,5 5-198 0 0,1 0 0 0 0,0 0 0 0 0,0 0 0 0 0,0-1 0 0 0,0 1 0 0 0,0 0 0 0 0,0 0 0 0 0,0-1 0 0 0,1 1 0 0 0,0 0-1 0 0,-1-1 1 0 0,1-4 0 0 0,2-18-420 0 0,1 0 1 0 0,2 0-1 0 0,0 1 0 0 0,2-1 0 0 0,0 1 0 0 0,2 1 0 0 0,17-35 1 0 0,4 4-1658 0 0,68-96 1 0 0,-72 115 341 0 0</inkml:trace>
</inkml:ink>
</file>

<file path=ppt/ink/ink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2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0 126 3276 0 0,'22'-24'297'0'0,"1"1"0"0"0,1 1 0 0 0,29-21 0 0 0,-52 42-156 0 0,0-1 0 0 0,1 1 0 0 0,-1 0 0 0 0,1 0 0 0 0,0 0 0 0 0,-1 0 0 0 0,1 0 0 0 0,0 0 0 0 0,0 1 0 0 0,-1-1 0 0 0,1 0 0 0 0,0 1 0 0 0,0 0 0 0 0,0-1 0 0 0,0 1 0 0 0,0 0 0 0 0,0 0 0 0 0,0 0 0 0 0,0 0 0 0 0,0 0 0 0 0,-1 0 0 0 0,1 1 0 0 0,0-1 0 0 0,0 1 0 0 0,2 0 0 0 0,-1 1 35 0 0,-1 0 0 0 0,1 0 1 0 0,-1 1-1 0 0,0-1 0 0 0,0 0 1 0 0,0 1-1 0 0,0-1 1 0 0,0 1-1 0 0,0-1 0 0 0,-1 1 1 0 0,0 0-1 0 0,1 0 1 0 0,-1 0-1 0 0,1 3 0 0 0,2 10 297 0 0,0 0-1 0 0,-1 0 0 0 0,-1 0 0 0 0,1 30 1 0 0,-8 2-1188 0 0,-3-19-3186 0 0</inkml:trace>
</inkml:ink>
</file>

<file path=ppt/ink/ink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2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9681 0 0,'1'-1'63'0'0,"-1"-1"0"0"0,1 1 0 0 0,0 0 0 0 0,-1-1 0 0 0,1 1 0 0 0,0 0 0 0 0,0 0 0 0 0,0 0 0 0 0,0 0 1 0 0,0-1-1 0 0,0 1 0 0 0,0 1 0 0 0,0-1 0 0 0,0 0 0 0 0,0 0 0 0 0,3-1 0 0 0,0 26 1332 0 0,-1-3-1289 0 0,66 359 2361 0 0,-51-287-2078 0 0,-17-85-613 0 0,0 1 0 0 0,0-1 0 0 0,-1 1 0 0 0,-1 0-1 0 0,1-1 1 0 0,-1 1 0 0 0,-1-1 0 0 0,-3 15 0 0 0,-12 3-7345 0 0</inkml:trace>
</inkml:ink>
</file>

<file path=ppt/ink/ink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3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1 485 44 0 0,'146'-39'2830'0'0,"-44"14"-1768"0"0,-49 12-623 0 0,-35 10 66 0 0,-1-1 1 0 0,1 0-1 0 0,-1-2 0 0 0,0 0 0 0 0,32-16 1 0 0,-48 21-168 0 0,-1 1-302 0 0,0 0 0 0 0,0 0 0 0 0,1 0 0 0 0,-1 0 0 0 0,0 0 0 0 0,0 0 1 0 0,1 0-1 0 0,-1 0 0 0 0,0 0 0 0 0,0 0 0 0 0,1 0 0 0 0,-1 0 0 0 0,0 0 0 0 0,0-1 1 0 0,1 1-1 0 0,-1 0 0 0 0,0 0 0 0 0,0 0 0 0 0,0 0 0 0 0,1 0 0 0 0,-1-1 0 0 0,0 1 1 0 0,0 0-1 0 0,0 0 0 0 0,1 0 0 0 0,-1-1 0 0 0,0 1 0 0 0,0 0 0 0 0,0 0 0 0 0,0 0 0 0 0,0-1 1 0 0,0 1-1 0 0,0 0 0 0 0,1 0 0 0 0,-1-1 0 0 0,0 1 0 0 0,0 0 0 0 0,0 0 0 0 0,0-1 1 0 0,0 1-1 0 0,0 0 0 0 0,0 0 0 0 0,0-1 0 0 0,0 1 0 0 0,0 0 0 0 0,0 0 0 0 0,-1-1 1 0 0,1 1-1 0 0,0 0 0 0 0,0 0 0 0 0,0-1 0 0 0,0 1 0 0 0,0 0 0 0 0,0 0 0 0 0,-1-1 1 0 0,1 1-2 0 0,0-1 1 0 0,-1 0 0 0 0,1 1 0 0 0,0-1-1 0 0,-1 1 1 0 0,1-1 0 0 0,0 1-1 0 0,-1-1 1 0 0,1 1 0 0 0,-1-1 0 0 0,1 1-1 0 0,-1-1 1 0 0,1 1 0 0 0,-1 0 0 0 0,1-1-1 0 0,-1 1 1 0 0,1 0 0 0 0,-1-1 0 0 0,0 1-1 0 0,1 0 1 0 0,-1 0 0 0 0,1 0 0 0 0,-1-1-1 0 0,0 1 1 0 0,1 0 0 0 0,-1 0 0 0 0,0 0-1 0 0,1 0 1 0 0,-1 0 0 0 0,0 0 0 0 0,-4 1 30 0 0,1 0 0 0 0,-1 1 0 0 0,1-1 0 0 0,0 1 1 0 0,-1-1-1 0 0,1 1 0 0 0,-4 4 0 0 0,6-5-47 0 0,0 0-1 0 0,1 0 1 0 0,-1 0-1 0 0,0 0 1 0 0,1 1 0 0 0,0-1-1 0 0,-1 1 1 0 0,1-1-1 0 0,0 1 1 0 0,0-1-1 0 0,0 1 1 0 0,0 0 0 0 0,0 0-1 0 0,0-1 1 0 0,0 1-1 0 0,1 0 1 0 0,-1 0-1 0 0,1 0 1 0 0,-1 0 0 0 0,1 0-1 0 0,-1 2 1 0 0,2-2-14 0 0,-1 1 0 0 0,1-1 0 0 0,0 0 0 0 0,0 0 0 0 0,0 0 0 0 0,0 1 0 0 0,0-1 0 0 0,0 0 0 0 0,1-1 0 0 0,-1 1 0 0 0,1 0 0 0 0,-1 0 0 0 0,1 0 1 0 0,-1-1-1 0 0,1 1 0 0 0,0-1 0 0 0,0 0 0 0 0,0 1 0 0 0,0-1 0 0 0,0 0 0 0 0,0 0 0 0 0,0 0 0 0 0,0 0 0 0 0,1-1 0 0 0,1 2 0 0 0,59 13 30 0 0,-32-12-62 0 0,1-2-1 0 0,-1-1 0 0 0,0-1 0 0 0,0-2 0 0 0,1-1 0 0 0,-2-1 0 0 0,1-2 0 0 0,-1-1 1 0 0,35-14-1 0 0,-48 16-9 0 0,0-1 1 0 0,0-1-1 0 0,-1 0 1 0 0,0-1-1 0 0,0-1 1 0 0,24-20-1 0 0,-33 24 30 0 0,0-1 0 0 0,0 0 0 0 0,-1 0-1 0 0,0-1 1 0 0,0 1 0 0 0,-1-1 0 0 0,0-1 0 0 0,0 1-1 0 0,-1-1 1 0 0,0 0 0 0 0,-1 0 0 0 0,0 0 0 0 0,0 0 0 0 0,2-15-1 0 0,-3 12 103 0 0,-2-1 0 0 0,1 1-1 0 0,-2-1 1 0 0,1 0-1 0 0,-2 1 1 0 0,1 0-1 0 0,-2-1 1 0 0,0 1 0 0 0,0 0-1 0 0,-1 0 1 0 0,-1 0-1 0 0,-9-18 1 0 0,14 29-54 0 0,-1 0-1 0 0,1 1 1 0 0,0-1 0 0 0,-1 0 0 0 0,1 0-1 0 0,-1 1 1 0 0,1-1 0 0 0,-1 0 0 0 0,1 1 0 0 0,-1-1-1 0 0,1 0 1 0 0,-1 1 0 0 0,0-1 0 0 0,1 1 0 0 0,-1-1-1 0 0,0 1 1 0 0,0-1 0 0 0,1 1 0 0 0,-1-1-1 0 0,0 1 1 0 0,0 0 0 0 0,1 0 0 0 0,-1-1 0 0 0,0 1-1 0 0,0 0 1 0 0,0 0 0 0 0,-1 0 0 0 0,1 0-24 0 0,0 1 1 0 0,-1-1-1 0 0,1 1 1 0 0,0 0 0 0 0,0-1-1 0 0,0 1 1 0 0,0 0 0 0 0,0 0-1 0 0,0 0 1 0 0,0 0-1 0 0,0 0 1 0 0,0 0 0 0 0,0 0-1 0 0,0 0 1 0 0,0 0-1 0 0,1 0 1 0 0,-1 0 0 0 0,0 1-1 0 0,0 1 1 0 0,-4 10 56 0 0,-1 0 0 0 0,2 1 0 0 0,0 0 0 0 0,0 0 0 0 0,1 0 0 0 0,-1 21-1 0 0,4 89 468 0 0,1-94-997 0 0,0-1 1 0 0,-2 0 0 0 0,-1 1-1 0 0,-8 35 1 0 0,9-61-311 0 0,0 0-1 0 0,0 0 0 0 0,-1 0 1 0 0,0 0-1 0 0,0 0 0 0 0,0 0 1 0 0,0 0-1 0 0,-6 5 0 0 0,-1 2-2576 0 0</inkml:trace>
</inkml:ink>
</file>

<file path=ppt/ink/ink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3.6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63 14001 0 0,'-19'-14'-48'0'0,"5"2"20"0"0,2 2 12 0 0,7 4-28 0 0,0-1-8 0 0,27-6-2992 0 0,-13 13 1972 0 0,10 0-3913 0 0</inkml:trace>
</inkml:ink>
</file>

<file path=ppt/ink/ink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6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619 523 724 0 0,'0'0'85'0'0,"0"0"-1"0"0,0 0 1 0 0,0 0-1 0 0,0 0 1 0 0,0 0-1 0 0,1 0 1 0 0,-1 0 0 0 0,0 0-1 0 0,0 0 1 0 0,0-1 253 0 0,0 1-253 0 0,0 0-1 0 0,1 0 1 0 0,-1 0-1 0 0,0 0 1 0 0,0 0-1 0 0,0 0 1 0 0,0 0 0 0 0,0-1-1 0 0,0 1 1 0 0,0 0-1 0 0,0 0 1 0 0,0 0-1 0 0,0 0 1 0 0,0 0 0 0 0,0 0-1 0 0,0-1 1 0 0,0 1-1 0 0,0 0 1 0 0,0 0-1 0 0,0 0 1 0 0,0 0 0 0 0,0 0-1 0 0,0 0 1 0 0,0-1-1 0 0,0 1 1 0 0,0 0-1 0 0,0 0 1 0 0,0 0 0 0 0,0 0-1 0 0,0 0 1 0 0,-1 0-1 0 0,1-1 255 0 0,0 1-255 0 0,0 0 1 0 0,0 0-1 0 0,0 0 1 0 0,0 0-1 0 0,-1 0 1 0 0,1 0-1 0 0,0 0 1 0 0,0 0 0 0 0,0 0-1 0 0,0-1 1 0 0,0 1-1 0 0,-1 0 1 0 0,-14 2 2338 0 0,-40 13-2199 0 0,9-3 400 0 0,21-8-476 0 0,-1-1 1 0 0,-1-1-1 0 0,1-1 1 0 0,0-1-1 0 0,0-2 0 0 0,0-1 1 0 0,0-1-1 0 0,0-1 1 0 0,-25-8-1 0 0,38 9-123 0 0,0 0 0 0 0,1-1 0 0 0,-1-1 0 0 0,1 0 0 0 0,1-1 0 0 0,-1 0 0 0 0,1 0 0 0 0,0-1 0 0 0,1-1 0 0 0,0 0 0 0 0,0 0 0 0 0,1-1 1 0 0,1 0-1 0 0,-1-1 0 0 0,1 0 0 0 0,1 0 0 0 0,0-1 0 0 0,1 1 0 0 0,-6-16 0 0 0,9 17-18 0 0,0 0 1 0 0,1 0-1 0 0,0-1 1 0 0,1 1-1 0 0,0 0 1 0 0,1-1 0 0 0,0 1-1 0 0,0 0 1 0 0,1-1-1 0 0,1 1 1 0 0,0 0-1 0 0,0-1 1 0 0,1 1 0 0 0,0 1-1 0 0,1-1 1 0 0,0 0-1 0 0,0 1 1 0 0,8-12-1 0 0,-5 9-7 0 0,1 1 1 0 0,0-1-1 0 0,1 2 0 0 0,0-1 0 0 0,0 2 0 0 0,1-1 0 0 0,1 1 0 0 0,0 1 0 0 0,0-1 1 0 0,0 2-1 0 0,1 0 0 0 0,0 0 0 0 0,15-5 0 0 0,-22 10-1 0 0,0 1 0 0 0,0-1 0 0 0,0 1 0 0 0,0 0-1 0 0,0 1 1 0 0,0-1 0 0 0,0 1 0 0 0,0 0 0 0 0,0 1 0 0 0,0-1 0 0 0,0 1 0 0 0,0 0-1 0 0,0 0 1 0 0,0 0 0 0 0,0 1 0 0 0,-1 0 0 0 0,1 0 0 0 0,0 0 0 0 0,-1 0 0 0 0,1 1-1 0 0,-1 0 1 0 0,0 0 0 0 0,0 0 0 0 0,0 0 0 0 0,-1 1 0 0 0,1-1 0 0 0,-1 1-1 0 0,1 0 1 0 0,-1 0 0 0 0,-1 0 0 0 0,4 5 0 0 0,4 8 18 0 0,0 0-1 0 0,-1 1 1 0 0,-1 1 0 0 0,-1-1-1 0 0,-1 1 1 0 0,7 28 0 0 0,-5 1 73 0 0,-2 0 1 0 0,-2 1-1 0 0,-1-1 1 0 0,-4 1-1 0 0,-7 67 1 0 0,-56 240 710 0 0,31-214-499 0 0,33-141-414 0 0</inkml:trace>
</inkml:ink>
</file>

<file path=ppt/ink/ink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7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0 497 524 0 0,'4'18'1807'0'0,"0"-1"-923"0"0,0 0 1 0 0,1-1-1 0 0,1 1 0 0 0,12 24 0 0 0,-17-40-732 0 0,-1 0-118 0 0,0-1 0 0 0,0 1 0 0 0,0 0 0 0 0,0 0 0 0 0,0-1 0 0 0,0 1 0 0 0,0 0 0 0 0,0-1 0 0 0,1 1 0 0 0,-1 0-1 0 0,0-1 1 0 0,1 1 0 0 0,-1 0 0 0 0,0-1 0 0 0,1 1 0 0 0,-1 0 0 0 0,1-1 0 0 0,-1 1 0 0 0,1-1 0 0 0,-1 1 0 0 0,1-1 0 0 0,-1 1 0 0 0,1-1 0 0 0,0 1 0 0 0,-1-1 0 0 0,2 1 0 0 0,122-110 456 0 0,-121 108-486 0 0,0 0-1 0 0,-1 0 0 0 0,1 0 0 0 0,0 0 0 0 0,0 1 0 0 0,0-1 0 0 0,0 1 0 0 0,-1 0 0 0 0,1 0 0 0 0,0 0 1 0 0,0 0-1 0 0,0 0 0 0 0,0 0 0 0 0,0 1 0 0 0,0-1 0 0 0,3 2 0 0 0,-4-1-2 0 0,21 3 6 0 0,0 0 0 0 0,0-2 0 0 0,1 0 0 0 0,-1-2 0 0 0,1 0 0 0 0,-1-2-1 0 0,1 0 1 0 0,-1-2 0 0 0,0 0 0 0 0,0-2 0 0 0,25-9 0 0 0,-37 10-4 0 0,1 0-1 0 0,-1 0 1 0 0,0-1 0 0 0,0-1 0 0 0,0 1 0 0 0,-1-2 0 0 0,0 0-1 0 0,-1 0 1 0 0,1 0 0 0 0,-2-1 0 0 0,1-1 0 0 0,-1 1-1 0 0,-1-2 1 0 0,0 1 0 0 0,0-1 0 0 0,-1 0 0 0 0,0 0 0 0 0,-1 0-1 0 0,0-1 1 0 0,-1 0 0 0 0,0 0 0 0 0,3-20 0 0 0,-4-2 295 0 0,0 0-1 0 0,-3-1 1 0 0,0 1 0 0 0,-3 0 0 0 0,0 0 0 0 0,-10-37 0 0 0,13 71-286 0 0,0 0 0 0 0,0-1 0 0 0,0 1 0 0 0,0 0 0 0 0,0-1 0 0 0,0 1 0 0 0,-1 0 0 0 0,1 0 1 0 0,0-1-1 0 0,0 1 0 0 0,0 0 0 0 0,0 0 0 0 0,-1-1 0 0 0,1 1 0 0 0,0 0 0 0 0,0 0 0 0 0,-1 0 0 0 0,1-1 1 0 0,0 1-1 0 0,0 0 0 0 0,-1 0 0 0 0,1 0 0 0 0,0 0 0 0 0,0 0 0 0 0,-1 0 0 0 0,1-1 0 0 0,0 1 0 0 0,0 0 1 0 0,-1 0-1 0 0,1 0 0 0 0,0 0 0 0 0,-1 0 0 0 0,1 0 0 0 0,0 0 0 0 0,-1 0 0 0 0,1 0 0 0 0,0 0 1 0 0,0 0-1 0 0,-1 0 0 0 0,1 1 0 0 0,0-1 0 0 0,-1 0 0 0 0,1 0 0 0 0,0 0 0 0 0,0 0 0 0 0,-1 0 0 0 0,1 1 1 0 0,0-1-1 0 0,0 0 0 0 0,-1 0 0 0 0,1 0 0 0 0,0 1 0 0 0,0-1 0 0 0,0 0 0 0 0,0 0 0 0 0,-1 1 0 0 0,1-1 1 0 0,0 0-1 0 0,0 0 0 0 0,0 1 0 0 0,0-1 0 0 0,0 0 0 0 0,0 1 0 0 0,0-1 0 0 0,-1 1 0 0 0,-10 15 14 0 0,0 5 74 0 0,2-1 0 0 0,1 1 0 0 0,0 1 0 0 0,2-1 0 0 0,-5 26 0 0 0,-11 112 261 0 0,19-128-286 0 0,-2 53 79 0 0,3-1 1 0 0,11 91-1 0 0,0 36 32 0 0,-8-192-155 0 0,-2 0-1 0 0,-5 33 0 0 0,5-46-176 0 0,0 0 1 0 0,-1 0-1 0 0,1 0 0 0 0,-1 0 0 0 0,0 0 0 0 0,0-1 0 0 0,-1 1 0 0 0,1-1 0 0 0,-1 1 1 0 0,0-1-1 0 0,0 0 0 0 0,-1 0 0 0 0,1-1 0 0 0,-7 7 0 0 0,6-10-297 0 0,0 1 0 0 0,0-1-1 0 0,0 0 1 0 0,0 0 0 0 0,0 0 0 0 0,0-1-1 0 0,1 0 1 0 0,-1 1 0 0 0,0-1-1 0 0,0 0 1 0 0,0-1 0 0 0,1 1 0 0 0,-1-1-1 0 0,-3-2 1 0 0,-7-4-2010 0 0</inkml:trace>
</inkml:ink>
</file>

<file path=ppt/ink/ink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7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1 273 252 0 0,'9'-4'350'0'0,"0"0"0"0"0,1 0 0 0 0,0 1 0 0 0,0 1 0 0 0,0-1 0 0 0,0 1 0 0 0,0 1 0 0 0,0 0 0 0 0,1 1 0 0 0,15 0-1 0 0,47-5 450 0 0,-34-3-377 0 0,143-36 768 0 0,-165 38-980 0 0,-1 0 0 0 0,1-1 0 0 0,-2 0 1 0 0,1-2-1 0 0,-1 0 0 0 0,0 0 0 0 0,-1-1 0 0 0,19-18 0 0 0,-32 27-158 0 0,0 1-1 0 0,1-1 1 0 0,-1 0-1 0 0,0 0 1 0 0,0 0-1 0 0,0 0 0 0 0,-1 0 1 0 0,1 0-1 0 0,0 0 1 0 0,0 0-1 0 0,0 0 1 0 0,-1 0-1 0 0,1 0 1 0 0,-1-1-1 0 0,1 1 0 0 0,-1 0 1 0 0,1 0-1 0 0,-1-1 1 0 0,0 1-1 0 0,1 0 1 0 0,-1-1-1 0 0,0 1 0 0 0,0 0 1 0 0,0-1-1 0 0,0 1 1 0 0,0 0-1 0 0,0-1 1 0 0,-1 1-1 0 0,1 0 0 0 0,0-1 1 0 0,-1 1-1 0 0,1 0 1 0 0,-1 0-1 0 0,1 0 1 0 0,-1-1-1 0 0,0 1 0 0 0,1 0 1 0 0,-1 0-1 0 0,0 0 1 0 0,0 0-1 0 0,-1-1 1 0 0,1 1 159 0 0,-2 2-182 0 0,0 0-1 0 0,0 0 1 0 0,0 0 0 0 0,0 1-1 0 0,0-1 1 0 0,1 1 0 0 0,-1-1 0 0 0,1 1-1 0 0,-1 0 1 0 0,1 0 0 0 0,-1 0-1 0 0,1 1 1 0 0,0-1 0 0 0,0 0-1 0 0,-3 6 1 0 0,5-7-22 0 0,-1 0 0 0 0,0 1 0 0 0,1-1 0 0 0,-1 0 0 0 0,1 1 0 0 0,-1-1 0 0 0,1 1 0 0 0,0-1 0 0 0,0 1 0 0 0,-1-1 0 0 0,1 1 0 0 0,0-1 0 0 0,0 1 0 0 0,0-1 0 0 0,1 1 0 0 0,-1-1 0 0 0,0 1 0 0 0,1-1 0 0 0,-1 1 0 0 0,0-1 0 0 0,1 0 0 0 0,0 1 0 0 0,-1-1 1 0 0,1 0-1 0 0,0 1 0 0 0,0-1 0 0 0,0 0 0 0 0,0 0 0 0 0,0 0 0 0 0,0 0 0 0 0,0 0 0 0 0,0 0 0 0 0,0 0 0 0 0,2 1 0 0 0,-1 0 1 0 0,0-1 0 0 0,-1 1-1 0 0,1-1 1 0 0,0 0 0 0 0,0 0 0 0 0,0 1 0 0 0,0-2 0 0 0,1 1 0 0 0,-1 0 0 0 0,0 0 0 0 0,0-1 0 0 0,0 1 0 0 0,1-1 0 0 0,-1 1 0 0 0,0-1-1 0 0,1 0 1 0 0,-1 0 0 0 0,0 0 0 0 0,1-1 0 0 0,-1 1 0 0 0,0 0 0 0 0,0-1 0 0 0,1 1 0 0 0,-1-1 0 0 0,0 0 0 0 0,0 0 0 0 0,0 0 0 0 0,0 0-1 0 0,0 0 1 0 0,0 0 0 0 0,0-1 0 0 0,0 1 0 0 0,0-1 0 0 0,-1 1 0 0 0,1-1 0 0 0,1-2 0 0 0,1 0 24 0 0,-1-1 0 0 0,0 0 0 0 0,0 0 0 0 0,0 0 0 0 0,-1 0 0 0 0,1 0 0 0 0,-1-1 0 0 0,-1 1 0 0 0,1-1 1 0 0,-1 1-1 0 0,0-1 0 0 0,0 1 0 0 0,0-8 0 0 0,-1 12 11 0 0,-3-6 20 0 0,4 6-59 0 0,-1-1 1 0 0,0 1-1 0 0,0-1 0 0 0,-1 1 1 0 0,1-1-1 0 0,0 1 0 0 0,0 0 1 0 0,-1-1-1 0 0,1 1 0 0 0,-1 0 1 0 0,1-1-1 0 0,-1 1 0 0 0,0 0 1 0 0,1-1-1 0 0,-1 1 0 0 0,0 0 1 0 0,0 0-1 0 0,0 0 0 0 0,0 0 0 0 0,0 0 1 0 0,0 0-1 0 0,0 0 0 0 0,0 0 1 0 0,0 0-1 0 0,-2 0 0 0 0,0 0-105 0 0,1 0 0 0 0,-1 0 0 0 0,1 1 0 0 0,-1-1 0 0 0,0 1-1 0 0,1-1 1 0 0,-1 1 0 0 0,0 0 0 0 0,1 0 0 0 0,-1 1 0 0 0,0-1-1 0 0,1 0 1 0 0,-1 1 0 0 0,-4 1 0 0 0,-19 8-4580 0 0,22-8 3185 0 0</inkml:trace>
</inkml:ink>
</file>

<file path=ppt/ink/ink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8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12 380 0 0,'28'34'1628'0'0,"-25"-27"-1400"0"0,0-1 0 0 0,0 1 0 0 0,0 0 0 0 0,-1 0 0 0 0,0 0 0 0 0,1 11 0 0 0,2 6 3799 0 0,5-44-3775 0 0,1 1 0 0 0,1 0 1 0 0,14-17-1 0 0,5 2-5411 0 0</inkml:trace>
</inkml:ink>
</file>

<file path=ppt/ink/ink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8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16 0 0,'9'47'4686'0'0,"-12"-25"-2965"0"0,7-28-468 0 0,-3 1-1178 0 0,1 1 1 0 0,0-1 0 0 0,0 1 0 0 0,0-1 0 0 0,1 1 0 0 0,0 0-1 0 0,0 0 1 0 0,6-7 0 0 0,-3 6-40 0 0,-1 0 0 0 0,1 0 0 0 0,1 1 0 0 0,-1 0 0 0 0,1 0 0 0 0,0 0 0 0 0,0 1 0 0 0,0 0 0 0 0,0 1 0 0 0,0-1 0 0 0,1 1 0 0 0,9-1 0 0 0,-14 3-11 0 0,33 20 146 0 0,-35-19-132 0 0,24 3 434 0 0,-14-8-426 0 0,0 1 1 0 0,-1 0 0 0 0,1 1-1 0 0,0 0 1 0 0,0 1 0 0 0,1 0-1 0 0,-1 1 1 0 0,16 1 0 0 0,22 6-6115 0 0</inkml:trace>
</inkml:ink>
</file>

<file path=ppt/ink/ink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9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36 527 636 0 0,'3'-4'8673'0'0,"-35"61"-7499"0"0,32-55-1098 0 0,-1-2-54 0 0,1 1-1 0 0,-1-1 1 0 0,1 1 0 0 0,-1 0 0 0 0,1-1-1 0 0,-1 1 1 0 0,1-1 0 0 0,-1 1-1 0 0,1 0 1 0 0,0-1 0 0 0,0 1 0 0 0,-1 0-1 0 0,1-1 1 0 0,0 1 0 0 0,0 0 0 0 0,0 0-1 0 0,0-1 1 0 0,-1 1 0 0 0,1 0-1 0 0,0 0 1 0 0,0-1 0 0 0,1 1 0 0 0,-1 1-1 0 0,6-3-15 0 0,-1 1-1 0 0,1-1 0 0 0,-1 0 1 0 0,1 0-1 0 0,0 0 1 0 0,-1-1-1 0 0,0 0 0 0 0,1 0 1 0 0,4-3-1 0 0,-2 1 1 0 0,0 1 0 0 0,0 0 0 0 0,0 0 0 0 0,0 1 0 0 0,0 0 0 0 0,0 0 0 0 0,1 1-1 0 0,-1 0 1 0 0,1 1 0 0 0,-1 0 0 0 0,1 0 0 0 0,-1 1 0 0 0,14 2 0 0 0,-13-2-2 0 0,1 0-1 0 0,-1-1 1 0 0,1 0 0 0 0,-1 0-1 0 0,1-1 1 0 0,-1 0 0 0 0,1-1-1 0 0,-1 0 1 0 0,0 0 0 0 0,0-1-1 0 0,0-1 1 0 0,0 1 0 0 0,0-1-1 0 0,-1-1 1 0 0,0 0 0 0 0,0 0 0 0 0,0 0-1 0 0,0-1 1 0 0,-1 0 0 0 0,0-1-1 0 0,7-7 1 0 0,-3 0 4 0 0,0-1 0 0 0,0 0 0 0 0,-1 0 0 0 0,-1-1 0 0 0,-1 0 0 0 0,0 0 0 0 0,-1-1 0 0 0,-1 0 0 0 0,6-28 0 0 0,-6 20-9 0 0,-2 1 1 0 0,0-1 0 0 0,-2 1 0 0 0,-1-1-1 0 0,0 0 1 0 0,-2 0 0 0 0,-1 1 0 0 0,-1-1 0 0 0,-1 0-1 0 0,-9-27 1 0 0,13 52 5 0 0,0-1-1 0 0,0 1 1 0 0,0 0-1 0 0,0-1 1 0 0,0 1-1 0 0,0 0 1 0 0,0 0 0 0 0,0-1-1 0 0,0 1 1 0 0,0 0-1 0 0,0-1 1 0 0,-1 1 0 0 0,1 0-1 0 0,0 0 1 0 0,0-1-1 0 0,0 1 1 0 0,0 0-1 0 0,-1 0 1 0 0,1 0 0 0 0,0-1-1 0 0,0 1 1 0 0,0 0-1 0 0,-1 0 1 0 0,1 0-1 0 0,0 0 1 0 0,0-1 0 0 0,-1 1-1 0 0,1 0 1 0 0,0 0-1 0 0,0 0 1 0 0,-1 0-1 0 0,1 0 1 0 0,0 0 0 0 0,0 0-1 0 0,-1 0 1 0 0,1 0-1 0 0,0 0 1 0 0,-1 0-1 0 0,1 0 1 0 0,0 0 0 0 0,-1 0-1 0 0,1 0 1 0 0,0 0-1 0 0,-1 0 1 0 0,-10 14 92 0 0,-3 25 44 0 0,12-19-70 0 0,0-1 1 0 0,2 1-1 0 0,1 0 1 0 0,0-1-1 0 0,1 1 1 0 0,1-1-1 0 0,1 0 0 0 0,1 0 1 0 0,13 35-1 0 0,-7-28-20 0 0,2 0 1 0 0,0-1-1 0 0,1-1 0 0 0,1 0 0 0 0,2-1 0 0 0,24 27 0 0 0,-33-42-14 0 0,1 0 0 0 0,-1 0 0 0 0,1 0 0 0 0,1-1 0 0 0,0-1 0 0 0,19 11 0 0 0,-27-17 6 0 0,0 1-19 0 0,6 0-16 0 0,-6-1-100 0 0</inkml:trace>
</inkml:ink>
</file>

<file path=ppt/ink/ink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39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26 152 0 0,'0'0'1488'0'0,"3"-11"304"0"0,0 3 192 0 0,8 1-2368 0 0</inkml:trace>
</inkml:ink>
</file>

<file path=ppt/ink/ink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40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13 504 0 0,'0'0'836'0'0,"8"-12"9386"0"0,-10 14-10229 0 0,0 0 66 0 0,0 0 1 0 0,1 1-1 0 0,-1-1 0 0 0,0 1 1 0 0,1-1-1 0 0,0 1 1 0 0,-1 0-1 0 0,1-1 1 0 0,0 1-1 0 0,1 0 1 0 0,-1 0-1 0 0,0 0 0 0 0,1 0 1 0 0,-1 0-1 0 0,1 5 1 0 0,1-7-50 0 0,-1 0 0 0 0,1 0 0 0 0,0 0 0 0 0,0 0 0 0 0,0 0 1 0 0,-1-1-1 0 0,1 1 0 0 0,0 0 0 0 0,0-1 0 0 0,0 1 0 0 0,0-1 0 0 0,0 1 0 0 0,0-1 1 0 0,0 1-1 0 0,0-1 0 0 0,1 0 0 0 0,-1 1 0 0 0,0-1 0 0 0,0 0 0 0 0,2 0 1 0 0,24 4 88 0 0,60-7 78 0 0,-53 0-68 0 0,-1 2 1 0 0,0 1 0 0 0,0 2-1 0 0,44 8 1 0 0,-69-8-269 0 0,-6-2 12 0 0,0 0 1 0 0,0 0-1 0 0,0 1 1 0 0,0-1 0 0 0,0 1-1 0 0,0 0 1 0 0,0-1-1 0 0,-1 1 1 0 0,1 0 0 0 0,0 0-1 0 0,0 0 1 0 0,-1 0-1 0 0,1 1 1 0 0,1 1 0 0 0</inkml:trace>
</inkml:ink>
</file>

<file path=ppt/ink/ink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40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1040 0 0,'22'-12'1172'0'0,"-1"-2"-108"0"0,0 2-96 0 0,-3 3-100 0 0,2-5-83 0 0,-3 8-73 0 0,-5-4-68 0 0,1 4-76 0 0,2 1-56 0 0,-4 0-64 0 0,-3 1-72 0 0,9 4-696 0 0,2 4-4597 0 0</inkml:trace>
</inkml:ink>
</file>

<file path=ppt/ink/ink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52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66 696 0 0,'-3'-5'358'0'0,"0"0"-1"0"0,0 1 0 0 0,-1-1 1 0 0,1 1-1 0 0,-1-1 1 0 0,0 1-1 0 0,0 0 1 0 0,0 1-1 0 0,-1-1 0 0 0,1 1 1 0 0,-1 0-1 0 0,0 0 1 0 0,0 0-1 0 0,0 1 1 0 0,-1-1-1 0 0,1 1 1 0 0,-9-2-1 0 0,11 4-287 0 0,0 0 0 0 0,0 0-1 0 0,0 0 1 0 0,0 1 0 0 0,0-1 0 0 0,0 1 0 0 0,0 0-1 0 0,0 0 1 0 0,0 0 0 0 0,0 0 0 0 0,1 0-1 0 0,-1 0 1 0 0,0 1 0 0 0,1-1 0 0 0,-1 1 0 0 0,1 0-1 0 0,-1 0 1 0 0,1 0 0 0 0,0 0 0 0 0,0 0 0 0 0,0 1-1 0 0,0-1 1 0 0,0 1 0 0 0,0-1 0 0 0,1 1 0 0 0,-1 0-1 0 0,1-1 1 0 0,0 1 0 0 0,-2 3 0 0 0,-2 7 25 0 0,-1 0 0 0 0,2 0 0 0 0,0 0 0 0 0,-5 27 1 0 0,7-20-40 0 0,1 0 1 0 0,1 1 0 0 0,0-1-1 0 0,2 0 1 0 0,0 0 0 0 0,2 0-1 0 0,7 27 1 0 0,56 135 126 0 0,-20-61-113 0 0,-17-25-43 0 0,-5 1-1 0 0,-4 1 0 0 0,-4 2 0 0 0,7 186 1 0 0,-23-134 8 0 0,-8-1-1 0 0,-39 233 1 0 0,32-317-19 0 0,-3 0-1 0 0,-3-2 1 0 0,-3 0-1 0 0,-3-1 1 0 0,-2-2-1 0 0,-52 84 1 0 0,44-88 63 0 0,-3-3 0 0 0,-3-1 0 0 0,-70 71-1 0 0,108-122-559 0 0,6-4 131 0 0,14-12-82 0 0,-14 11 403 0 0,1 0 0 0 0,-1 1 0 0 0,0 0-1 0 0,1-1 1 0 0,-1 1 0 0 0,1 0-1 0 0,-1 0 1 0 0,1 0 0 0 0,-1 1 0 0 0,1-1-1 0 0,0 1 1 0 0,-1-1 0 0 0,1 1 0 0 0,0 0-1 0 0,0 0 1 0 0,-1 0 0 0 0,1 0 0 0 0,0 1-1 0 0,-1-1 1 0 0,1 1 0 0 0,3 1 0 0 0,-2 1 17 0 0,0-1 0 0 0,0 1 0 0 0,0 0 0 0 0,-1 1 0 0 0,1-1 0 0 0,-1 1 0 0 0,0 0 0 0 0,0-1 0 0 0,0 1 0 0 0,-1 1 0 0 0,1-1 0 0 0,-1 0 0 0 0,0 0 0 0 0,0 1 0 0 0,-1-1 0 0 0,1 1 0 0 0,0 9 0 0 0,3 8 44 0 0,-2 1 0 0 0,1 31 0 0 0,-4-50-31 0 0,-20 516 636 0 0,-2-78-66 0 0,39-39-38 0 0,-7-311-366 0 0,3-1 0 0 0,35 122 0 0 0,-31-157-121 0 0,2-1-1 0 0,2-1 1 0 0,3-1 0 0 0,2-1 0 0 0,2-1-1 0 0,2-2 1 0 0,3 0 0 0 0,1-3-1 0 0,3 0 1 0 0,47 44 0 0 0,140 143-1450 0 0,-196-203 850 0 0,-8-9-130 0 0,11 13-811 0 0,-11-11-2266 0 0,-13-13 1573 0 0</inkml:trace>
</inkml:ink>
</file>

<file path=ppt/ink/ink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52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214 126 568 0 0,'-204'-125'9088'0'0,"203"124"-8039"0"0,-3 21-48 0 0,3-18-948 0 0,0 0-1 0 0,0 1 1 0 0,1-1-1 0 0,0 1 1 0 0,-1-1-1 0 0,1 1 1 0 0,0-1-1 0 0,0 1 1 0 0,0-1-1 0 0,1 5 1 0 0,10 46 436 0 0,2 0 0 0 0,2-1 1 0 0,3-1-1 0 0,35 72 0 0 0,120 191 650 0 0,-39-77-361 0 0,-122-214-768 0 0,-4-11-68 0 0,-1 2 1 0 0,0-1 0 0 0,-1 1 0 0 0,0 0-1 0 0,-2 0 1 0 0,1 1 0 0 0,-2-1 0 0 0,4 23-1 0 0,-7-36-45 0 0,0 1-1 0 0,-1-1 0 0 0,1 0 0 0 0,0 0 0 0 0,0 1 0 0 0,-1-1 0 0 0,1 0 0 0 0,-1 0 1 0 0,1 0-1 0 0,-1 0 0 0 0,0 0 0 0 0,1 1 0 0 0,-1-1 0 0 0,0 0 0 0 0,0 0 1 0 0,0-1-1 0 0,1 1 0 0 0,-1 0 0 0 0,0 0 0 0 0,0 0 0 0 0,0-1 0 0 0,0 1 0 0 0,-1 0 1 0 0,1-1-1 0 0,0 1 0 0 0,0-1 0 0 0,0 1 0 0 0,-2-1 0 0 0,0 2-655 0 0,-1-2-1 0 0,0 1 0 0 0,1 0 1 0 0,-1-1-1 0 0,0 0 0 0 0,1 0 1 0 0,-1 0-1 0 0,-5 0 1 0 0,-14-5-2782 0 0</inkml:trace>
</inkml:ink>
</file>

<file path=ppt/ink/ink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52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40 870 11105 0 0,'-4'-5'-1'0'0,"0"0"-1"0"0,0 0 1 0 0,0 0 0 0 0,1 0 0 0 0,0-1-1 0 0,0 1 1 0 0,0-1 0 0 0,1 0 0 0 0,0 0-1 0 0,0 0 1 0 0,0 0 0 0 0,1-1-1 0 0,0 1 1 0 0,0 0 0 0 0,0 0 0 0 0,1-9-1 0 0,1 5 10 0 0,1 0 1 0 0,0 0-1 0 0,0 1 0 0 0,1-1 0 0 0,0 1 0 0 0,0-1 0 0 0,1 1 0 0 0,1 0 0 0 0,7-12 0 0 0,10-9 44 0 0,0 1 0 0 0,2 1 0 0 0,1 0 0 0 0,43-34 0 0 0,-6 10 166 0 0,2 3 1 0 0,130-74-1 0 0,-83 64 10 0 0,132-49-1 0 0,-50 40-125 0 0,-171 62-448 0 0,1 1 0 0 0,0 1 0 0 0,0 2 0 0 0,0 0 0 0 0,0 1 0 0 0,41 3 0 0 0,-56-1-577 0 0,0 1 1 0 0,1 0 0 0 0,-1 1 0 0 0,0 0 0 0 0,11 5-1 0 0,-4 0-1713 0 0</inkml:trace>
</inkml:ink>
</file>

<file path=ppt/ink/ink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54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177 709 460 0 0,'-20'-8'2604'0'0,"-19"-4"2398"0"0,38 12-4927 0 0,-1 0 0 0 0,1 1-1 0 0,-1-1 1 0 0,1 0 0 0 0,0 1 0 0 0,-1-1 0 0 0,1 1-1 0 0,-1 0 1 0 0,1-1 0 0 0,0 1 0 0 0,0 0 0 0 0,-1 0-1 0 0,1 0 1 0 0,0 0 0 0 0,0 0 0 0 0,0 0-1 0 0,0 0 1 0 0,-1 3 0 0 0,-18 24 556 0 0,17-23-464 0 0,-10 15 161 0 0,2 0-1 0 0,0 1 1 0 0,1 0 0 0 0,1 1-1 0 0,-7 25 1 0 0,17-48-317 0 0,0 0 0 0 0,-1 0 0 0 0,1 0 0 0 0,0 0 0 0 0,0 0 0 0 0,0 0 0 0 0,0 1 0 0 0,0-1 0 0 0,0 0 0 0 0,0 1 0 0 0,0-1 0 0 0,0 1 0 0 0,0-1 0 0 0,0 1 0 0 0,0-1 0 0 0,0 1 0 0 0,0 0 0 0 0,1-1 0 0 0,-1 1 0 0 0,0 0 0 0 0,0 0 0 0 0,0 0 0 0 0,1 0 0 0 0,-1 0 0 0 0,0 0 0 0 0,0 0 0 0 0,0 1 0 0 0,0-1 0 0 0,1 0 0 0 0,-1 1 0 0 0,0-1 0 0 0,0 1 0 0 0,0-1 0 0 0,0 1 0 0 0,0-1 0 0 0,0 1 0 0 0,0 0 0 0 0,0-1 0 0 0,0 1 0 0 0,0 0 0 0 0,0 0 0 0 0,-1 0 0 0 0,1 0 0 0 0,0 0 0 0 0,-1 0 0 0 0,1 0 0 0 0,0 0 0 0 0,-1 0 0 0 0,1 0 0 0 0,-1 0 0 0 0,0 0 0 0 0,1 0 0 0 0,-1 0 0 0 0,0 1 0 0 0,0-1 0 0 0,1 0 0 0 0,-1 0 0 0 0,0 0 0 0 0,0 1 0 0 0,0-1 0 0 0,-1 0 0 0 0,1 0 0 0 0,0 0 0 0 0,0 0 0 0 0,-1 1 0 0 0,1-1 0 0 0,0 0 0 0 0,-1 0 0 0 0,0 2 0 0 0,36-39 86 0 0,32-40 1 0 0,-61 69-97 0 0,5-4-9 0 0,-11 10 8 0 0,0 1-1 0 0,1-1 0 0 0,-1 1 1 0 0,0 0-1 0 0,1-1 0 0 0,-1 1 1 0 0,0 0-1 0 0,1-1 0 0 0,-1 1 1 0 0,1 0-1 0 0,-1 0 0 0 0,1-1 1 0 0,-1 1-1 0 0,1 0 0 0 0,-1 0 1 0 0,1 0-1 0 0,-1 0 0 0 0,1-1 1 0 0,-1 1-1 0 0,1 0 0 0 0,-1 0 1 0 0,1 0-1 0 0,-1 0 0 0 0,1 0 1 0 0,-1 0-1 0 0,1 1 0 0 0,-1-1 1 0 0,1 0-1 0 0,-1 0 0 0 0,1 0 1 0 0,-1 0-1 0 0,0 1 1 0 0,1-1-1 0 0,3 1 1 0 0,0 0-2 0 0,0 1 1 0 0,0 0 0 0 0,-1-1 0 0 0,1 2-1 0 0,-1-1 1 0 0,0 0 0 0 0,7 6 0 0 0,4 3-3 0 0,-6-4 8 0 0,-7-6-3 0 0,0 1 0 0 0,0-1 0 0 0,0 0 0 0 0,0 0 0 0 0,0-1 0 0 0,0 1 0 0 0,1 0 0 0 0,-1 0 0 0 0,0 0 0 0 0,0-1 0 0 0,1 1 1 0 0,-1-1-1 0 0,0 1 0 0 0,1-1 0 0 0,-1 1 0 0 0,1-1 0 0 0,-1 0 0 0 0,1 0 0 0 0,-1 0 0 0 0,0 0 0 0 0,1 0 0 0 0,-1 0 0 0 0,1 0 0 0 0,-1 0 0 0 0,1 0 0 0 0,-1-1 0 0 0,1 1 0 0 0,-1-1 0 0 0,2 0 1 0 0,5-2 1 0 0,-1-1 0 0 0,1 0 0 0 0,-1-1 0 0 0,0 1 1 0 0,-1-1-1 0 0,1-1 0 0 0,-1 1 0 0 0,0-1 1 0 0,8-9-1 0 0,-6 6-13 0 0,1 0 1 0 0,0 1-1 0 0,20-14 1 0 0,-13 15-51 0 0,1 0 1 0 0,0 1-1 0 0,0 1 1 0 0,0 0-1 0 0,1 1 1 0 0,27-1-1 0 0,-24 2-7 0 0,1-1-1 0 0,-1 0 0 0 0,0-1 1 0 0,27-11-1 0 0,-42 13 64 0 0,-1 0-1 0 0,1 0 1 0 0,0 0 0 0 0,-1-1-1 0 0,0 0 1 0 0,0 0 0 0 0,0 0-1 0 0,-1 0 1 0 0,1-1-1 0 0,-1 0 1 0 0,0 0 0 0 0,0 0-1 0 0,-1 0 1 0 0,1-1 0 0 0,-1 0-1 0 0,0 1 1 0 0,-1-1 0 0 0,4-12-1 0 0,-4 11 187 0 0,0-1 0 0 0,0 0-1 0 0,-1 0 1 0 0,0 0 0 0 0,0 0 0 0 0,-1-11-1 0 0,274 718 525 0 0,-265-687-691 0 0,-3-25-62 0 0,0-48-154 0 0,-3 28 52 0 0,52-228-813 0 0,-3 26 547 0 0,-48 162 838 0 0,-5 51-74 0 0,1 20-212 0 0,0 1-87 0 0,0-1 0 0 0,0 1 0 0 0,0-1 0 0 0,0 1 0 0 0,0-1 0 0 0,0 1 1 0 0,0-1-1 0 0,0 1 0 0 0,1-1 0 0 0,-1 1 0 0 0,0-1 0 0 0,1 1 0 0 0,-1 0 0 0 0,1-1 0 0 0,0 1 0 0 0,1-2 0 0 0,4 8-33 0 0,1 0-1 0 0,0 0 1 0 0,0-1 0 0 0,0 0-1 0 0,1 0 1 0 0,-1-1 0 0 0,1 0 0 0 0,0 0-1 0 0,0-1 1 0 0,0 0 0 0 0,0 0-1 0 0,1-1 1 0 0,-1 0 0 0 0,13 0-1 0 0,-17-1-10 0 0,1-1-1 0 0,0 1 0 0 0,0-1 0 0 0,0 0 0 0 0,-1 0 0 0 0,1 0 0 0 0,0-1 0 0 0,-1 0 1 0 0,1 0-1 0 0,-1 0 0 0 0,1 0 0 0 0,-1 0 0 0 0,0-1 0 0 0,0 0 0 0 0,0 0 0 0 0,-1 0 1 0 0,1-1-1 0 0,-1 1 0 0 0,0-1 0 0 0,0 0 0 0 0,0 1 0 0 0,0-1 0 0 0,0-1 1 0 0,-1 1-1 0 0,0 0 0 0 0,0-1 0 0 0,2-5 0 0 0,0-3 4 0 0,-1-1 1 0 0,-1 0-1 0 0,0 0 0 0 0,-1 0 1 0 0,0-1-1 0 0,-1 1 0 0 0,-1 0 1 0 0,0 0-1 0 0,-1 0 0 0 0,0 0 1 0 0,-6-17-1 0 0,-4-11 318 0 0,-2 1 0 0 0,-27-54 0 0 0,0 16 1756 0 0,40 76-1135 0 0,2 12-742 0 0,6 20-3 0 0,1-1 0 0 0,1 0-1 0 0,2 0 1 0 0,0-1 0 0 0,20 33-1 0 0,90 130 252 0 0,-40-68-2025 0 0,-55-71-2143 0 0,-21-30-4304 0 0</inkml:trace>
</inkml:ink>
</file>

<file path=ppt/ink/ink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54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1 232 12689 0 0,'10'-16'296'0'0,"0"1"0"0"0,2 1 0 0 0,0 0 0 0 0,0 0-1 0 0,1 1 1 0 0,1 1 0 0 0,0 0 0 0 0,1 1 0 0 0,21-12 0 0 0,57-24-1355 0 0,4 12-6986 0 0,-83 29 4365 0 0</inkml:trace>
</inkml:ink>
</file>

<file path=ppt/ink/ink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2:54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16630 0 0,'4'-2'88'0'0,"0"-1"1"0"0,0 0 0 0 0,0 0 0 0 0,-1 0 0 0 0,1-1 0 0 0,-1 0 0 0 0,0 1 0 0 0,0-1 0 0 0,0 0-1 0 0,-1 0 1 0 0,1-1 0 0 0,-1 1 0 0 0,0 0 0 0 0,0-1 0 0 0,-1 1 0 0 0,1-1 0 0 0,1-8 0 0 0,-3 9-338 0 0,0 0 0 0 0,1 0 0 0 0,-1 0 0 0 0,-1 1 0 0 0,1-1 0 0 0,-1 0 0 0 0,1 0 0 0 0,-3-5 0 0 0,3 7-811 0 0,-3-3-1202 0 0,1 2 736 0 0</inkml:trace>
</inkml:ink>
</file>

<file path=ppt/ink/ink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14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409 233 144 0 0,'7'-23'1502'0'0,"-2"0"-1"0"0,0 0 1 0 0,-2-1 0 0 0,0 0-1 0 0,-1-29 1 0 0,-2 51-1426 0 0,0-1 1 0 0,0 1-1 0 0,-1 0 0 0 0,1-1 1 0 0,-1 1-1 0 0,1 0 0 0 0,-1-1 1 0 0,0 1-1 0 0,0 0 0 0 0,0 0 0 0 0,0 0 1 0 0,-1-1-1 0 0,1 1 0 0 0,0 0 1 0 0,-1 1-1 0 0,1-1 0 0 0,-1 0 0 0 0,0 0 1 0 0,0 1-1 0 0,1-1 0 0 0,-1 1 1 0 0,0-1-1 0 0,0 1 0 0 0,-1 0 1 0 0,1 0-1 0 0,0 0 0 0 0,-3-1 0 0 0,-2 0 17 0 0,0 0 0 0 0,0 0 0 0 0,0 1 0 0 0,0 0 0 0 0,0 0 0 0 0,0 0 0 0 0,-9 2 0 0 0,2 0-22 0 0,0 0 1 0 0,1 2-1 0 0,-1 0 0 0 0,1 0 0 0 0,0 1 0 0 0,0 1 0 0 0,0 0 0 0 0,0 0 0 0 0,1 2 0 0 0,0-1 0 0 0,1 2 0 0 0,-1 0 0 0 0,1 0 0 0 0,1 1 0 0 0,-1 0 0 0 0,2 0 0 0 0,-1 2 0 0 0,1-1 1 0 0,-11 18-1 0 0,9-11-32 0 0,0 1 0 0 0,1 1 0 0 0,1 0 0 0 0,1 0 0 0 0,1 1 1 0 0,1 0-1 0 0,0 0 0 0 0,1 0 0 0 0,2 1 0 0 0,0-1 0 0 0,1 1 0 0 0,1 24 1 0 0,1-31-24 0 0,0 1 1 0 0,2-1 0 0 0,-1 0 0 0 0,2 0 0 0 0,0 0 0 0 0,1 0-1 0 0,9 24 1 0 0,-10-32-15 0 0,0-1-1 0 0,0 0 0 0 0,1 0 1 0 0,-1-1-1 0 0,1 1 1 0 0,0-1-1 0 0,0 0 0 0 0,1 0 1 0 0,-1 0-1 0 0,1 0 1 0 0,0-1-1 0 0,0 0 0 0 0,0 0 1 0 0,0 0-1 0 0,0 0 1 0 0,1-1-1 0 0,-1 0 0 0 0,1 0 1 0 0,0-1-1 0 0,-1 0 1 0 0,11 2-1 0 0,-2-2 2 0 0,0 0 0 0 0,0-1 0 0 0,0-1 0 0 0,-1 0-1 0 0,1 0 1 0 0,0-2 0 0 0,0 0 0 0 0,-1 0 0 0 0,19-8 0 0 0,7-5 19 0 0,62-37 0 0 0,-99 52-20 0 0,0-1-3 0 0,-2 1 0 0 0,1 0 0 0 0,-1 1 0 0 0,1-1 0 0 0,-1 0 0 0 0,1 1 0 0 0,-1-1 0 0 0,1 1 0 0 0,-1-1 1 0 0,1 1-1 0 0,0-1 0 0 0,-1 1 0 0 0,1-1 0 0 0,0 1 0 0 0,-1 0 0 0 0,1-1 0 0 0,0 1 0 0 0,-1 0 1 0 0,1 0-1 0 0,0 0 0 0 0,0-1 0 0 0,-1 1 0 0 0,1 0 0 0 0,0 0 0 0 0,0 0 0 0 0,0 0 0 0 0,-1 0 1 0 0,1 0-1 0 0,0 0 0 0 0,0 1 0 0 0,-1-1 0 0 0,1 0 0 0 0,0 0 0 0 0,0 0 0 0 0,-1 1 0 0 0,1-1 1 0 0,0 1-1 0 0,-1-1 0 0 0,1 0 0 0 0,0 1 0 0 0,-1-1 0 0 0,1 1 0 0 0,-1-1 0 0 0,1 1 0 0 0,-1 0 1 0 0,2 0-1 0 0,17 17 16 0 0,-13-12-17 0 0,0-1 0 0 0,0 1 0 0 0,1-1 0 0 0,-1 0 0 0 0,1-1 0 0 0,0 0 1 0 0,15 7-1 0 0,-14-8 0 0 0,-1 0-1 0 0,2-1 1 0 0,-1 0 0 0 0,0 0 0 0 0,13 1 0 0 0,-17-3 8 0 0,-1 0-1 0 0,0 0 1 0 0,1-1 0 0 0,-1 1-1 0 0,0-1 1 0 0,1 0 0 0 0,-1 0-1 0 0,0 0 1 0 0,0 0-1 0 0,0 0 1 0 0,1-1 0 0 0,-2 0-1 0 0,1 1 1 0 0,0-1 0 0 0,0 0-1 0 0,3-3 1 0 0,-5 4-3 0 0,0-1 0 0 0,0 1 0 0 0,0 0 0 0 0,-1 0 0 0 0,1-1 0 0 0,0 1 1 0 0,0 0-1 0 0,-1-1 0 0 0,1 1 0 0 0,-1-1 0 0 0,1 1 0 0 0,-1-1 0 0 0,0 1 0 0 0,0-1 0 0 0,1 1 0 0 0,-1-1 0 0 0,0 1 0 0 0,0-1 1 0 0,-1 1-1 0 0,1-1 0 0 0,0 1 0 0 0,0-1 0 0 0,-1 1 0 0 0,1-1 0 0 0,-1 1 0 0 0,1 0 0 0 0,-1-1 0 0 0,0 1 0 0 0,1-1 0 0 0,-1 1 1 0 0,0 0-1 0 0,-2-3 0 0 0,-3-3-4 0 0,0-1 0 0 0,0 1 0 0 0,-1 0-1 0 0,1 0 1 0 0,-11-6 0 0 0,14 11 2 0 0,0-1-1 0 0,0 1 1 0 0,-1 0 0 0 0,1 0-1 0 0,-1 1 1 0 0,1-1-1 0 0,-1 1 1 0 0,-5-2 0 0 0,-13 5-2035 0 0,21-2 1535 0 0,-1 1 0 0 0,1 0 0 0 0,0 0 0 0 0,-1 0 0 0 0,1 0 0 0 0,0 0 0 0 0,-1 0 0 0 0,1 1 0 0 0,0-1 0 0 0,0 0 0 0 0,0 1 0 0 0,0-1 0 0 0,-1 3 0 0 0,-3 5-2496 0 0</inkml:trace>
</inkml:ink>
</file>

<file path=ppt/ink/ink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15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69 132 0 0,'0'0'2104'0'0,"22"37"529"0"0,-21-29-2349 0 0,0 0 0 0 0,-1-1 0 0 0,0 1 0 0 0,0-1 1 0 0,-1 1-1 0 0,0 0 0 0 0,0-1 0 0 0,0 1 0 0 0,-5 12 0 0 0,5-18-140 0 0,-11 22 2085 0 0,14-32-2211 0 0,1 0 1 0 0,0 0 0 0 0,1 0-1 0 0,0 1 1 0 0,0-1-1 0 0,1 1 1 0 0,-1 0-1 0 0,2 0 1 0 0,-1 1 0 0 0,1 0-1 0 0,0 0 1 0 0,0 0-1 0 0,1 1 1 0 0,-1-1-1 0 0,1 2 1 0 0,0-1 0 0 0,1 1-1 0 0,-1 0 1 0 0,15-5-1 0 0,-18 8-18 0 0,1 0-1 0 0,-1 0 1 0 0,1 0-1 0 0,0 1 1 0 0,-1 0-1 0 0,1 0 0 0 0,0 0 1 0 0,-1 0-1 0 0,1 1 1 0 0,5 1-1 0 0,4 8 15 0 0,5 25-4 0 0,-1-6-3 0 0,-16-28-1 0 0,-1 0-1 0 0,0 0 1 0 0,0 1 0 0 0,0-1-1 0 0,0 1 1 0 0,0-1 0 0 0,0 1 0 0 0,0-1-1 0 0,-1 1 1 0 0,1-1 0 0 0,0 1-1 0 0,0 3 1 0 0,32-32 11 0 0,-27 23-15 0 0,-1 0-4 0 0,-1 1 0 0 0,1-1 0 0 0,0 1 1 0 0,0 0-1 0 0,1 1 0 0 0,-1-1 0 0 0,1 1 0 0 0,-1 0 1 0 0,1 0-1 0 0,0 1 0 0 0,9-2 0 0 0,-12 3-4 0 0,44 17-8 0 0,-35-10 19 0 0,-7-4-6 0 0,0-1 1 0 0,0 0-1 0 0,0 0 0 0 0,0 0 0 0 0,0 0 1 0 0,1-1-1 0 0,-1 0 0 0 0,1 0 0 0 0,-1 0 1 0 0,8 0-1 0 0,-10-1 0 0 0,0 0 0 0 0,0 0 1 0 0,0 0-1 0 0,0 0 0 0 0,0 0 1 0 0,0-1-1 0 0,0 1 0 0 0,0-1 0 0 0,0 0 1 0 0,0 0-1 0 0,-1 0 0 0 0,1 0 0 0 0,0-1 1 0 0,-1 1-1 0 0,1-1 0 0 0,4-2 1 0 0,32-40 7 0 0,4-3 27 0 0,-42 47-35 0 0,-1-1 1 0 0,1 0-1 0 0,0 0 0 0 0,0 1 0 0 0,0-1 0 0 0,0 1 0 0 0,0-1 0 0 0,0 0 0 0 0,0 1 1 0 0,0 0-1 0 0,0-1 0 0 0,0 1 0 0 0,0 0 0 0 0,0 0 0 0 0,1-1 0 0 0,-1 1 0 0 0,0 0 1 0 0,0 0-1 0 0,0 0 0 0 0,0 0 0 0 0,0 0 0 0 0,0 1 0 0 0,0-1 0 0 0,1 0 0 0 0,-1 1 0 0 0,1-1 1 0 0,0 2 0 0 0,0-1 0 0 0,-1 1 0 0 0,1-1 0 0 0,0 1 1 0 0,-1-1-1 0 0,1 1 0 0 0,-1 0 0 0 0,0 0 1 0 0,1 0-1 0 0,-1 0 0 0 0,0 0 0 0 0,1 3 0 0 0,4 11 12 0 0,-1 0-1 0 0,-1 0 0 0 0,2 18 0 0 0,-3-18 1 0 0,43 152 55 0 0,-36-133 1480 0 0,-13-51-1520 0 0,1 1 0 0 0,1-1 0 0 0,0 0 1 0 0,1 1-1 0 0,1-1 0 0 0,0 0 0 0 0,1 1 1 0 0,1-1-1 0 0,0 1 0 0 0,1-1 0 0 0,1 1 1 0 0,0 1-1 0 0,1-1 0 0 0,1 1 0 0 0,0 0 0 0 0,1 0 1 0 0,1 1-1 0 0,0 0 0 0 0,0 0 0 0 0,1 1 1 0 0,1 1-1 0 0,0-1 0 0 0,1 2 0 0 0,16-13 1 0 0,-25 21-28 0 0,-1 1 0 0 0,1-1 0 0 0,-1 1 0 0 0,1-1 0 0 0,-1 1 1 0 0,1 0-1 0 0,0 0 0 0 0,-1 0 0 0 0,1 0 0 0 0,0 0 0 0 0,0 1 1 0 0,0-1-1 0 0,0 1 0 0 0,-1 0 0 0 0,1 0 0 0 0,0 0 0 0 0,0 0 1 0 0,0 0-1 0 0,0 1 0 0 0,0-1 0 0 0,0 1 0 0 0,-1 0 0 0 0,1 0 1 0 0,0 0-1 0 0,-1 0 0 0 0,1 0 0 0 0,0 1 0 0 0,-1-1 0 0 0,1 1 1 0 0,-1 0-1 0 0,0 0 0 0 0,0 0 0 0 0,0 0 0 0 0,0 0 0 0 0,0 0 1 0 0,0 0-1 0 0,0 0 0 0 0,-1 1 0 0 0,1-1 0 0 0,-1 1 0 0 0,1 0 1 0 0,-1-1-1 0 0,0 1 0 0 0,0 0 0 0 0,-1-1 0 0 0,1 1 0 0 0,0 0 1 0 0,-1 0-1 0 0,0 0 0 0 0,1 0 0 0 0,-2 4 0 0 0,0-3-3 0 0,-1 0 1 0 0,0 0-1 0 0,-1 0 0 0 0,1 0 0 0 0,-1 0 0 0 0,0 0 0 0 0,0-1 1 0 0,0 1-1 0 0,0-1 0 0 0,-1 0 0 0 0,1 0 0 0 0,-1 0 0 0 0,0 0 1 0 0,0-1-1 0 0,0 0 0 0 0,0 0 0 0 0,0 0 0 0 0,0 0 0 0 0,-8 2 1 0 0,-18 4-329 0 0,-9 4-2226 0 0,16-7-2750 0 0</inkml:trace>
</inkml:ink>
</file>

<file path=ppt/ink/ink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16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3 277 20 0 0,'0'0'3782'0'0,"-1"44"-663"0"0,-1 17-77 0 0,7-63-2963 0 0,26-19 48 0 0,40-24 289 0 0,-68 44-411 0 0,0 0 1 0 0,1 1-1 0 0,-1 0 1 0 0,0 0-1 0 0,0-1 1 0 0,1 2-1 0 0,-1-1 1 0 0,0 0-1 0 0,0 1 1 0 0,0-1-1 0 0,0 1 1 0 0,1 0-1 0 0,-1 0 1 0 0,0 0-1 0 0,0 1 1 0 0,3 1-1 0 0,0 0-1 0 0,0-1 0 0 0,1 1 1 0 0,-1-1-1 0 0,1 0 0 0 0,-1-1 0 0 0,1 0 0 0 0,0 0 0 0 0,0 0 0 0 0,0-1 0 0 0,-1 0 0 0 0,1 0 1 0 0,13-3-1 0 0,-10 0-1 0 0,-1-1 0 0 0,0 1 0 0 0,1-2 1 0 0,-1 0-1 0 0,-1 0 0 0 0,1 0 0 0 0,-1-1 0 0 0,0 0 1 0 0,0-1-1 0 0,-1 0 0 0 0,0 0 0 0 0,0-1 1 0 0,0 1-1 0 0,-1-1 0 0 0,-1-1 0 0 0,6-9 1 0 0,-1 1 10 0 0,-1 0 0 0 0,-1-1 1 0 0,0 0-1 0 0,-2 0 1 0 0,0 0-1 0 0,-1-1 0 0 0,5-31 1 0 0,-10 24 245 0 0,0 25-245 0 0,0 0-1 0 0,0 0 1 0 0,0 1-1 0 0,0-1 0 0 0,0 0 1 0 0,0 0-1 0 0,0 1 1 0 0,0-1-1 0 0,0 0 1 0 0,0 0-1 0 0,-1 1 1 0 0,1-1-1 0 0,0 0 1 0 0,0 0-1 0 0,-1 1 1 0 0,1-1-1 0 0,-1 0 0 0 0,1 1 1 0 0,-1-1-1 0 0,1 1 1 0 0,-1-1-1 0 0,1 1 1 0 0,-1-1-1 0 0,1 1 1 0 0,-1-1-1 0 0,0 1 1 0 0,1-1-1 0 0,-1 1 0 0 0,0 0 1 0 0,-1-1-1 0 0,-1 1 0 0 0,0 1-1 0 0,0 0 0 0 0,0 0 1 0 0,0 0-1 0 0,0 0 1 0 0,0 0-1 0 0,0 0 0 0 0,0 1 1 0 0,0 0-1 0 0,1-1 0 0 0,-1 1 1 0 0,1 0-1 0 0,-1 0 0 0 0,1 1 1 0 0,0-1-1 0 0,0 0 0 0 0,0 1 1 0 0,0-1-1 0 0,0 1 0 0 0,0 0 1 0 0,1 0-1 0 0,-1 0 1 0 0,1-1-1 0 0,0 1 0 0 0,-2 6 1 0 0,0 1 22 0 0,0 0 0 0 0,0 0 1 0 0,1 1-1 0 0,0-1 1 0 0,1 0-1 0 0,0 18 0 0 0,2-2 19 0 0,2 0-1 0 0,11 51 1 0 0,-12-67-43 0 0,1 0 0 0 0,0 0 0 0 0,1-1 0 0 0,1 1 0 0 0,-1-1 0 0 0,1 0 0 0 0,1 0 0 0 0,-1-1 0 0 0,2 0 0 0 0,12 14 0 0 0,-17-20-8 0 0,1 1-1 0 0,0-1 1 0 0,0 0 0 0 0,0 0 0 0 0,0 0 0 0 0,0-1 0 0 0,0 1 0 0 0,1-1-1 0 0,-1 1 1 0 0,0-1 0 0 0,1 0 0 0 0,-1-1 0 0 0,1 1 0 0 0,0 0-1 0 0,-1-1 1 0 0,1 0 0 0 0,-1 0 0 0 0,1 0 0 0 0,0 0 0 0 0,-1-1-1 0 0,1 1 1 0 0,-1-1 0 0 0,1 0 0 0 0,-1 0 0 0 0,1 0 0 0 0,-1-1 0 0 0,0 1-1 0 0,0-1 1 0 0,0 0 0 0 0,6-3 0 0 0,-2 0 5 0 0,0-1 0 0 0,-1 1 1 0 0,0-1-1 0 0,0 0 0 0 0,0 0 1 0 0,-1-1-1 0 0,1 0 0 0 0,-2 0 1 0 0,1 0-1 0 0,-1 0 0 0 0,6-16 0 0 0,-5-2 10 0 0,-7 28-43 0 0,-1 1 22 0 0,0 0 0 0 0,1 1 1 0 0,0-1-1 0 0,0 1 0 0 0,0 0 1 0 0,0 0-1 0 0,1-1 0 0 0,0 1 0 0 0,0 0 1 0 0,0 0-1 0 0,1 0 0 0 0,-1 0 1 0 0,1 1-1 0 0,0-1 0 0 0,1 0 1 0 0,0 5-1 0 0,0-7 4 0 0,0-1-3 0 0,0-1 1 0 0,-1 0 0 0 0,1 0-1 0 0,0-1 1 0 0,-1 1 0 0 0,1 0-1 0 0,0 0 1 0 0,0 0 0 0 0,0 0-1 0 0,0-1 1 0 0,0 1-1 0 0,0 0 1 0 0,0-1 0 0 0,0 1-1 0 0,0-1 1 0 0,0 1 0 0 0,0-1-1 0 0,0 0 1 0 0,1 1 0 0 0,-1-1-1 0 0,0 0 1 0 0,0 0-1 0 0,0 0 1 0 0,1 0 0 0 0,-1 0-1 0 0,0 0 1 0 0,0 0 0 0 0,0 0-1 0 0,0 0 1 0 0,1-1 0 0 0,0 0-1 0 0,39-16 11 0 0,-28 10-7 0 0,7-2-6 0 0,-16 6 0 0 0,1 1 0 0 0,-1 0 0 0 0,1 0 0 0 0,-1 1 0 0 0,1-1 0 0 0,-1 1-1 0 0,1 0 1 0 0,0 0 0 0 0,0 1 0 0 0,-1 0 0 0 0,6-1 0 0 0,-6 3-2 0 0,-2 0 14 0 0,0 0-1 0 0,0 0 1 0 0,0 0 0 0 0,0 0 0 0 0,0 0-1 0 0,0 0 1 0 0,-1 1 0 0 0,1-1 0 0 0,-1 1-1 0 0,0-1 1 0 0,0 1 0 0 0,0 0 0 0 0,2 4-1 0 0,-2-2 21 0 0,0-3-3 0 0,18 23 159 0 0,-11-23-42 0 0,25 6-1883 0 0,-13-12-4393 0 0,-11-3 3155 0 0</inkml:trace>
</inkml:ink>
</file>

<file path=ppt/ink/ink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16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35 420 0 0,'7'-3'796'0'0,"1"-3"-44"0"0,2 1-76 0 0,1 0-68 0 0,-1 0-60 0 0,3 2-44 0 0,-1-1-60 0 0,-2 0-44 0 0,3 4 173 0 0,7 0-641 0 0,-8 0-281 0 0,6 2-2379 0 0,-9 0 1308 0 0</inkml:trace>
</inkml:ink>
</file>

<file path=ppt/ink/ink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24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257 129 236 0 0,'0'0'1582'0'0,"-12"-20"2881"0"0,29-23-2770 0 0,-16 41-1393 0 0,-1-3-150 0 0,0 1 0 0 0,-1-1-1 0 0,1 0 1 0 0,-1 1 0 0 0,0-1 0 0 0,0 1-1 0 0,-2-6 1 0 0,3 9-115 0 0,-1 0-1 0 0,1-1 1 0 0,-1 1-1 0 0,0 0 1 0 0,1 0-1 0 0,-1 0 1 0 0,0-1-1 0 0,0 1 1 0 0,0 0-1 0 0,0 0 1 0 0,0 0-1 0 0,0 1 0 0 0,0-1 1 0 0,0 0-1 0 0,0 0 1 0 0,-1 0-1 0 0,1 1 1 0 0,0-1-1 0 0,0 1 1 0 0,-1-1-1 0 0,1 1 1 0 0,0-1-1 0 0,-1 1 1 0 0,1 0-1 0 0,0 0 1 0 0,-1 0-1 0 0,1-1 1 0 0,-1 1-1 0 0,1 1 1 0 0,0-1-1 0 0,-3 0 1 0 0,1 0 65 0 0,-30 10 105 0 0,22-6-123 0 0,1 1-1 0 0,0 1 1 0 0,0 0 0 0 0,1 1 0 0 0,0 0-1 0 0,0 0 1 0 0,0 0 0 0 0,1 1 0 0 0,0 1-1 0 0,1 0 1 0 0,0 0 0 0 0,-12 18 0 0 0,11-14-22 0 0,1 1 0 0 0,0 0 0 0 0,0 0 0 0 0,2 1 0 0 0,0-1 0 0 0,0 1 0 0 0,1 0 0 0 0,-3 31 0 0 0,6-40-51 0 0,1 0 1 0 0,0 0-1 0 0,0 0 0 0 0,0 0 1 0 0,1 0-1 0 0,0 1 1 0 0,0-1-1 0 0,1 0 0 0 0,-1-1 1 0 0,1 1-1 0 0,1 0 1 0 0,-1 0-1 0 0,1-1 0 0 0,0 0 1 0 0,0 1-1 0 0,1-1 1 0 0,-1 0-1 0 0,1 0 0 0 0,6 5 1 0 0,-8-8-6 0 0,0-1-1 0 0,0 1 1 0 0,0-1 0 0 0,0 0-1 0 0,0 0 1 0 0,1 0 0 0 0,-1 0-1 0 0,0 0 1 0 0,0-1 0 0 0,1 1-1 0 0,-1-1 1 0 0,0 1 0 0 0,1-1 0 0 0,-1 0-1 0 0,1 0 1 0 0,-1 0 0 0 0,0 0-1 0 0,1-1 1 0 0,2 1 0 0 0,1-2 0 0 0,0 0 1 0 0,0 0 0 0 0,0 0 0 0 0,0-1-1 0 0,0 0 1 0 0,0 0 0 0 0,5-4-1 0 0,3-4 7 0 0,0 1 0 0 0,-1-2-1 0 0,0 0 1 0 0,15-19 0 0 0,-17 14-2 0 0,0 0 0 0 0,-2 0 0 0 0,0-1 0 0 0,10-28 0 0 0,-9 20-3 0 0,-2-3 13 0 0,-8 28-23 0 0,-2 33-34 0 0,6 12 2 0 0,4-20 18 0 0,-6-20 11 0 0,0-1 0 0 0,1 0 0 0 0,-1 0 0 0 0,1 0 0 0 0,-1 0 0 0 0,1 0 0 0 0,0 0 0 0 0,0-1 0 0 0,0 1 0 0 0,0-1 0 0 0,1 0 0 0 0,-1 0 0 0 0,0 0 0 0 0,1-1 0 0 0,0 1 0 0 0,-1-1 0 0 0,1 0 0 0 0,0 0 0 0 0,0 0 0 0 0,0 0 0 0 0,0-1 0 0 0,-1 0 0 0 0,1 1 0 0 0,0-1 0 0 0,0-1 0 0 0,0 1 0 0 0,0-1 0 0 0,0 1 0 0 0,6-3 0 0 0,28-2-226 0 0,-17 4-1226 0 0,-3-3-4091 0 0</inkml:trace>
</inkml:ink>
</file>

<file path=ppt/ink/ink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12.7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34 484 0 0,'0'-1'145'0'0,"-1"0"-1"0"0,1 0 1 0 0,-1 1 0 0 0,1-1-1 0 0,-1 0 1 0 0,1 0 0 0 0,0 0-1 0 0,-1 0 1 0 0,1 1 0 0 0,0-1-1 0 0,0 0 1 0 0,-1 0 0 0 0,1 0-1 0 0,0 0 1 0 0,0 0 0 0 0,0 0-1 0 0,0 0 1 0 0,0 0 0 0 0,0 0-1 0 0,1 0 1 0 0,-1 1 0 0 0,0-1-1 0 0,0 0 1 0 0,1 0-1 0 0,-1 0 1 0 0,0 0 0 0 0,1 0-1 0 0,-1 1 1 0 0,1-1 0 0 0,-1 0-1 0 0,1 0 1 0 0,0 1 0 0 0,-1-1-1 0 0,1 0 1 0 0,1 0 0 0 0,-2 1-112 0 0,1-2 617 0 0,3 4-644 0 0,37 24-3444 0 0,-33-20 1783 0 0</inkml:trace>
</inkml:ink>
</file>

<file path=ppt/ink/ink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1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2 292 0 0,'0'0'1412'0'0,"13"-1"-336"0"0,1 4-800 0 0,-6-1-28 0 0,3 1-32 0 0,-2 1-52 0 0,5-4-124 0 0,0 3-152 0 0,2-1-152 0 0,1-1-296 0 0,2 1-604 0 0,0 2 268 0 0</inkml:trace>
</inkml:ink>
</file>

<file path=ppt/ink/ink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13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76 0 0,'17'-2'696'0'0,"-4"-4"-444"0"0,-4 6 288 0 0,16-3-336 0 0,-11 3-12 0 0,0-1-48 0 0,6-1-120 0 0,-1 2-100 0 0,-1 0-268 0 0,-1 0-372 0 0,2-2 168 0 0</inkml:trace>
  <inkml:trace contextRef="#ctx0" brushRef="#br0" timeOffset="1">416 6 72 0 0,'0'0'724'0'0,"9"-6"-1136"0"0</inkml:trace>
</inkml:ink>
</file>

<file path=ppt/ink/ink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27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96 560 0 0,'0'0'986'0'0,"8"-45"5421"0"0,-8 42-6280 0 0,0 0 0 0 0,-1 0 1 0 0,1 1-1 0 0,-1-1 1 0 0,0 0-1 0 0,0 0 0 0 0,0 1 1 0 0,0-1-1 0 0,-1 0 1 0 0,1 1-1 0 0,-1-1 0 0 0,1 1 1 0 0,-1 0-1 0 0,0-1 0 0 0,0 1 1 0 0,0 0-1 0 0,-3-2 1 0 0,3 2-41 0 0,-13 1 137 0 0,4 5-145 0 0,0 0 0 0 0,0 1-1 0 0,1 0 1 0 0,0 1 0 0 0,-1 0 0 0 0,2 1 0 0 0,-1 0-1 0 0,1 0 1 0 0,0 1 0 0 0,1 0 0 0 0,0 1 0 0 0,0 0 0 0 0,1 0-1 0 0,0 0 1 0 0,0 1 0 0 0,1 0 0 0 0,1 1 0 0 0,-6 11-1 0 0,8-15-50 0 0,1 0-1 0 0,0 0 0 0 0,0-1 0 0 0,0 1 1 0 0,1 0-1 0 0,0 1 0 0 0,0-1 0 0 0,1 10 0 0 0,0-13-18 0 0,1-1-1 0 0,-1 1 0 0 0,1-1 0 0 0,0 1 0 0 0,0 0 1 0 0,1-1-1 0 0,-1 0 0 0 0,1 1 0 0 0,-1-1 1 0 0,1 0-1 0 0,0 0 0 0 0,0 0 0 0 0,1 0 0 0 0,-1 0 1 0 0,1 0-1 0 0,-1 0 0 0 0,6 3 0 0 0,-6-5-6 0 0,0 0 0 0 0,0 0-1 0 0,0 0 1 0 0,0-1 0 0 0,0 1-1 0 0,0-1 1 0 0,0 0 0 0 0,0 1 0 0 0,0-1-1 0 0,0 0 1 0 0,0 0 0 0 0,0 0 0 0 0,0 0-1 0 0,0-1 1 0 0,0 1 0 0 0,-1 0-1 0 0,1-1 1 0 0,0 0 0 0 0,0 1 0 0 0,0-1-1 0 0,0 0 1 0 0,0 0 0 0 0,2-2 0 0 0,3-1 6 0 0,-1 1 1 0 0,0-1 0 0 0,0-1 0 0 0,-1 1-1 0 0,7-8 1 0 0,1-4 9 0 0,-1-1 0 0 0,0 0 0 0 0,16-34 0 0 0,-27 49-24 0 0,9 36-22 0 0,-9-29 24 0 0,0 0 0 0 0,0 0 0 0 0,1 1 0 0 0,0-1 0 0 0,0 0 0 0 0,0-1 0 0 0,3 7 0 0 0,0-5-179 0 0,0 1 0 0 0,0-1-1 0 0,1 1 1 0 0,-1-2 0 0 0,1 1-1 0 0,0-1 1 0 0,10 7 0 0 0,-12-10-442 0 0,-1 0 0 0 0,1 0 1 0 0,0-1-1 0 0,-1 1 0 0 0,1-1 1 0 0,0 0-1 0 0,0 0 0 0 0,0-1 0 0 0,0 1 1 0 0,6-1-1 0 0,-8 0-1744 0 0</inkml:trace>
</inkml:ink>
</file>

<file path=ppt/ink/ink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28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3 180 0 0,'0'0'1141'0'0,"0"0"-1014"0"0,1-1-1 0 0,-1 1 0 0 0,1 0 0 0 0,0-1 0 0 0,-1 1 0 0 0,1 0 1 0 0,0 0-1 0 0,-1-1 0 0 0,1 1 0 0 0,0 0 0 0 0,-1 0 0 0 0,1 0 1 0 0,0 0-1 0 0,-1 0 0 0 0,1 0 0 0 0,0 0 0 0 0,-1 0 1 0 0,1 1-1 0 0,0-1 0 0 0,1 0 0 0 0,2 6 80 0 0,1-1 0 0 0,-1 0 0 0 0,0 1 0 0 0,0 0 0 0 0,-1 0-1 0 0,1 0 1 0 0,-2 1 0 0 0,1-1 0 0 0,0 1 0 0 0,-1-1 0 0 0,-1 1 0 0 0,1 0 0 0 0,-1 0 0 0 0,1 8 0 0 0,0-1 1 0 0,-1 0 1 0 0,-1 1-1 0 0,0-1 1 0 0,0 0-1 0 0,-2 0 1 0 0,-3 18-1 0 0,5-23 1789 0 0,7-17-991 0 0,20-38-762 0 0,10-16-100 0 0,-27 49-151 0 0,1 0 0 0 0,22-22 0 0 0,12 4-2980 0 0,-29 30-1411 0 0,-13 1 1875 0 0</inkml:trace>
</inkml:ink>
</file>

<file path=ppt/ink/ink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28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104 192 680 0 0,'-32'-3'632'0'0,"30"4"-537"0"0,0-1 1 0 0,0 1-1 0 0,0-1 1 0 0,1 1-1 0 0,-1 0 0 0 0,0-1 1 0 0,1 1-1 0 0,-1 0 0 0 0,1 0 1 0 0,-1 1-1 0 0,1-1 0 0 0,-1 0 1 0 0,1 0-1 0 0,0 1 0 0 0,0-1 1 0 0,-1 0-1 0 0,1 1 0 0 0,-1 1 1 0 0,-15 26 1002 0 0,17-28-1050 0 0,-6 12 420 0 0,1 1 1 0 0,1 0 0 0 0,-3 17-1 0 0,6-29-419 0 0,1 1 0 0 0,-1 0-1 0 0,1 0 1 0 0,0 0 0 0 0,0 1 0 0 0,0-1-1 0 0,0 0 1 0 0,1 0 0 0 0,-1 0-1 0 0,1 0 1 0 0,0-1 0 0 0,0 1-1 0 0,0 0 1 0 0,0 0 0 0 0,0 0-1 0 0,0-1 1 0 0,1 1 0 0 0,0 0-1 0 0,-1-1 1 0 0,1 1 0 0 0,4 3-1 0 0,-5-5-21 0 0,1-1-1 0 0,-1 1 0 0 0,0 0 1 0 0,1-1-1 0 0,-1 1 0 0 0,1-1 1 0 0,-1 1-1 0 0,0-1 0 0 0,1 0 1 0 0,-1 0-1 0 0,1 1 0 0 0,-1-1 1 0 0,1 0-1 0 0,-1-1 0 0 0,1 1 1 0 0,-1 0-1 0 0,1 0 1 0 0,-1-1-1 0 0,1 1 0 0 0,-1 0 1 0 0,1-1-1 0 0,-1 1 0 0 0,0-1 1 0 0,1 0-1 0 0,-1 0 0 0 0,0 1 1 0 0,0-1-1 0 0,1 0 0 0 0,-1 0 1 0 0,0 0-1 0 0,2-2 0 0 0,32-36 501 0 0,-26 23-350 0 0,0 0-1 0 0,-1 0 1 0 0,-1-1 0 0 0,0 0 0 0 0,-1 0 0 0 0,-1-1 0 0 0,-1 1-1 0 0,0-1 1 0 0,-1 0 0 0 0,-1-1 0 0 0,-1 1 0 0 0,-1-25 0 0 0,0 38-115 0 0,-1 0 1 0 0,1 0-1 0 0,-1 0 0 0 0,0 0 1 0 0,0 1-1 0 0,0-1 1 0 0,-1 0-1 0 0,0 1 1 0 0,0-1-1 0 0,0 1 0 0 0,0-1 1 0 0,-1 1-1 0 0,0 0 1 0 0,0 0-1 0 0,0 0 1 0 0,-3-3-1 0 0,4 5-15 0 0,-3 14-1330 0 0,4-11 1108 0 0,1 0-1 0 0,-1 0 0 0 0,0 0 0 0 0,1 0 0 0 0,-1 0 0 0 0,1 0 1 0 0,-1 0-1 0 0,1 1 0 0 0,-1-1 0 0 0,1 0 0 0 0,0 0 0 0 0,0 0 1 0 0,0 0-1 0 0,-1 0 0 0 0,1 1 0 0 0,0-1 0 0 0,0 0 1 0 0,1 1-1 0 0,0 7-2615 0 0</inkml:trace>
</inkml:ink>
</file>

<file path=ppt/ink/ink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30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1 216 100 0 0,'3'1'264'0'0,"0"-1"0"0"0,-1 1 0 0 0,1 0 0 0 0,0-1-1 0 0,0 1 1 0 0,0-1 0 0 0,0 0 0 0 0,0 0 0 0 0,0 0 0 0 0,0-1 0 0 0,0 1 0 0 0,0-1 0 0 0,0 1-1 0 0,0-1 1 0 0,0 0 0 0 0,-1 0 0 0 0,1 0 0 0 0,0-1 0 0 0,-1 1 0 0 0,1-1 0 0 0,-1 1 0 0 0,1-1-1 0 0,-1 0 1 0 0,0 0 0 0 0,1 0 0 0 0,-1 0 0 0 0,0 0 0 0 0,2-3 0 0 0,-2 1-163 0 0,1 0-1 0 0,-1 0 1 0 0,0-1 0 0 0,0 1 0 0 0,0 0 0 0 0,-1-1 0 0 0,0 1-1 0 0,1-1 1 0 0,-2 1 0 0 0,1-1 0 0 0,0 0 0 0 0,-1 1-1 0 0,0-1 1 0 0,0 0 0 0 0,0 1 0 0 0,-1-1 0 0 0,0 0 0 0 0,1 1-1 0 0,-2-1 1 0 0,1 1 0 0 0,-3-7 0 0 0,3 9 60 0 0,1 2-158 0 0,0 0 0 0 0,0-1 0 0 0,0 1 0 0 0,0 0 0 0 0,0 0 0 0 0,0-1 0 0 0,0 1 1 0 0,0 0-1 0 0,0 0 0 0 0,0 0 0 0 0,0-1 0 0 0,0 1 0 0 0,0 0 0 0 0,-1 0 0 0 0,1-1 0 0 0,0 1 0 0 0,0 0 0 0 0,0 0 0 0 0,0 0 0 0 0,0-1 0 0 0,-1 1 0 0 0,1 0 0 0 0,0 0 0 0 0,0 0 0 0 0,0 0 0 0 0,0 0 0 0 0,-1-1 0 0 0,1 1 0 0 0,0 0 0 0 0,0 0 0 0 0,0 0 0 0 0,-1 0 0 0 0,1 0 0 0 0,0 0 0 0 0,0 0 0 0 0,-1 0 0 0 0,1 0 0 0 0,0 0 0 0 0,0 0 0 0 0,-1 0 0 0 0,1 0 1 0 0,0 0-1 0 0,0 0 0 0 0,0 0 0 0 0,-1 0 0 0 0,1 0 0 0 0,0 0 0 0 0,0 0 0 0 0,-1 0 0 0 0,1 0 0 0 0,0 0 0 0 0,0 1 0 0 0,0-1 0 0 0,-1 0 0 0 0,1 0 0 0 0,0 0 0 0 0,0 0 0 0 0,0 0 0 0 0,0 1 0 0 0,-1-1 0 0 0,1 0 0 0 0,-13 14 75 0 0,11-11-75 0 0,1 0 0 0 0,0 0 0 0 0,0 1 0 0 0,0-1 0 0 0,0 0 0 0 0,1 1 0 0 0,-1-1 0 0 0,1 0 0 0 0,0 1 0 0 0,0-1 0 0 0,0 0 1 0 0,0 1-1 0 0,1-1 0 0 0,-1 0 0 0 0,1 1 0 0 0,0-1 0 0 0,0 0 0 0 0,0 0 0 0 0,1 0 0 0 0,-1 0 0 0 0,1 0 0 0 0,-1 0 0 0 0,1 0 0 0 0,0 0 1 0 0,0 0-1 0 0,0-1 0 0 0,0 1 0 0 0,1-1 0 0 0,-1 0 0 0 0,1 0 0 0 0,0 0 0 0 0,-1 0 0 0 0,1 0 0 0 0,0 0 0 0 0,0-1 0 0 0,0 1 0 0 0,0-1 1 0 0,4 1-1 0 0,7 1 4 0 0,-9-3-6 0 0,0 1 1 0 0,0-1-1 0 0,0 0 0 0 0,-1-1 1 0 0,1 1-1 0 0,0-1 0 0 0,0 0 1 0 0,0 0-1 0 0,-1 0 1 0 0,1-1-1 0 0,-1 0 0 0 0,1 0 1 0 0,-1 0-1 0 0,0 0 0 0 0,0-1 1 0 0,6-4-1 0 0,11-6 3 0 0,45-27-34 0 0,-65 40 17 0 0,13-1-15 0 0,-10 3 26 0 0,1 1 0 0 0,-1 0 0 0 0,0-1 0 0 0,1 1 1 0 0,-1 1-1 0 0,-1-1 0 0 0,1 1 0 0 0,0-1 0 0 0,4 8 0 0 0,41 39 36 0 0,-48-49-1 0 0,-1-1-32 0 0,0 0 1 0 0,0 0-1 0 0,0 1 1 0 0,1-1-1 0 0,-1 0 1 0 0,0 0-1 0 0,0 1 0 0 0,0-1 1 0 0,0 0-1 0 0,1 0 1 0 0,-1 1-1 0 0,0-1 1 0 0,0 0-1 0 0,1 0 1 0 0,-1 0-1 0 0,0 0 0 0 0,0 1 1 0 0,1-1-1 0 0,-1 0 1 0 0,0 0-1 0 0,0 0 1 0 0,1 0-1 0 0,-1 0 1 0 0,0 0-1 0 0,1 0 0 0 0,-1 0 1 0 0,0 0-1 0 0,1 0 1 0 0,-1 0-1 0 0,0 0 1 0 0,0 0-1 0 0,1 0 1 0 0,-1 0-1 0 0,0 0 0 0 0,1 0 1 0 0,-1 0-1 0 0,10-14 3 0 0,-1 1-1 0 0,0-1 0 0 0,-1 0 0 0 0,10-28 0 0 0,-17 41-4 0 0,7-12-9 0 0,25-11 8 0 0,-25 18 2 0 0,3-1 0 0 0,12-11-12 0 0,-21 17 7 0 0,22-20 59 0 0,-24 19-57 0 0,0 1 0 0 0,-1 0 0 0 0,1-1-1 0 0,0 1 1 0 0,-1-1 0 0 0,1 1 0 0 0,-1 0-1 0 0,1 0 1 0 0,-1-1 0 0 0,1 1 0 0 0,-1 0-1 0 0,0 0 1 0 0,0 0 0 0 0,0-1 0 0 0,0 1-1 0 0,1 0 1 0 0,-1 0 0 0 0,-1 0 0 0 0,1 1-1 0 0,0-1 1 0 0,0 0 0 0 0,0 0-1 0 0,0 1 1 0 0,-1-1 0 0 0,1 0 0 0 0,0 1-1 0 0,-1-1 1 0 0,1 1 0 0 0,0 0 0 0 0,-1-1-1 0 0,1 1 1 0 0,-3 0 0 0 0,6 5 4 0 0,18 52-17 0 0,-18-51 20 0 0,1 1 0 0 0,0-1 0 0 0,0 1 0 0 0,0-1 0 0 0,1 0 0 0 0,7 9 0 0 0,-10-14-17 0 0,0 0 13 0 0,0 0 0 0 0,-1 0-1 0 0,1 0 1 0 0,0 0 0 0 0,0-1 0 0 0,0 1-1 0 0,0 0 1 0 0,0 0 0 0 0,0-1 0 0 0,0 1 0 0 0,0 0-1 0 0,0-1 1 0 0,0 1 0 0 0,1-1 0 0 0,-1 1 0 0 0,0-1-1 0 0,0 0 1 0 0,0 1 0 0 0,1-1 0 0 0,-1 0-1 0 0,0 0 1 0 0,0 0 0 0 0,1 0 0 0 0,1 0 0 0 0,28 1 16 0 0,-25-2-8 0 0,12-4-11 0 0,25-22 38 0 0,-41 25-23 0 0,0 1 1 0 0,0 0 0 0 0,0 0 0 0 0,0 0 0 0 0,1 0 0 0 0,-1 0 0 0 0,0 0-1 0 0,0 1 1 0 0,1-1 0 0 0,-1 1 0 0 0,1-1 0 0 0,-1 1 0 0 0,0 0-1 0 0,1 0 1 0 0,-1 0 0 0 0,1 0 0 0 0,-1 1 0 0 0,0-1 0 0 0,1 1 0 0 0,-1-1-1 0 0,0 1 1 0 0,1 0 0 0 0,-1 0 0 0 0,4 2 0 0 0,19 5 12 0 0,-5-4 3 0 0,0-2 0 0 0,0-1 0 0 0,0 0 0 0 0,0-1 0 0 0,36-6 0 0 0,-48 4-162 0 0,-1 1-708 0 0,3 3-4247 0 0,1 0 2270 0 0</inkml:trace>
</inkml:ink>
</file>

<file path=ppt/ink/ink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30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61 436 0 0,'9'-16'1152'0'0,"-7"8"816"0"0,9-5-1128 0 0,-8 5 589 0 0,5-2-685 0 0,-3 4-1108 0 0</inkml:trace>
</inkml:ink>
</file>

<file path=ppt/ink/ink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34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99 460 0 0,'-13'-23'3172'0'0,"6"19"-327"0"0,6 37 604 0 0,3 2-3802 0 0,-3-16 547 0 0,0 0 0 0 0,-1 1 1 0 0,-1-1-1 0 0,-1 0 0 0 0,-12 36 0 0 0,16-54 318 0 0,-3 0-407 0 0,2-1-99 0 0,1 0 0 0 0,0 0-1 0 0,0 0 1 0 0,-1 0 0 0 0,1 1-1 0 0,0-1 1 0 0,-1 0-1 0 0,1 0 1 0 0,0 0 0 0 0,0 0-1 0 0,-1 0 1 0 0,1 0-1 0 0,0 0 1 0 0,-1 0 0 0 0,1 0-1 0 0,0 0 1 0 0,-1 0-1 0 0,1 0 1 0 0,0 0 0 0 0,0 0-1 0 0,-1 0 1 0 0,1 0 0 0 0,0 0-1 0 0,-1 0 1 0 0,1-1-1 0 0,0 1 1 0 0,0 0 0 0 0,-1 0-1 0 0,1 0 1 0 0,0 0-1 0 0,0-1 1 0 0,-1 1 0 0 0,1 0-1 0 0,0 0 1 0 0,0 0 0 0 0,0-1-1 0 0,-1 1 1 0 0,1-1-1 0 0,-5-8 15 0 0,1-1 0 0 0,0-1-1 0 0,1 1 1 0 0,0 0 0 0 0,1-1-1 0 0,0 1 1 0 0,0-1 0 0 0,1 0-1 0 0,1 1 1 0 0,0-1 0 0 0,0 0 0 0 0,1 0-1 0 0,1 0 1 0 0,-1 1 0 0 0,4-12-1 0 0,-3 16-27 0 0,0 0 0 0 0,1 0 0 0 0,-1 0 0 0 0,1 0 1 0 0,0 1-1 0 0,1-1 0 0 0,-1 1 0 0 0,1-1 0 0 0,0 1 0 0 0,1 1 0 0 0,-1-1 0 0 0,1 0 0 0 0,0 1 0 0 0,0 0 0 0 0,0 0 0 0 0,1 1 0 0 0,-1-1 0 0 0,1 1 0 0 0,0 0 1 0 0,0 1-1 0 0,0-1 0 0 0,0 1 0 0 0,0 1 0 0 0,0-1 0 0 0,1 1 0 0 0,-1 0 0 0 0,8 0 0 0 0,-4 0 6 0 0,0 0 0 0 0,0 2 0 0 0,0-1 0 0 0,0 1 0 0 0,0 0 0 0 0,0 1 0 0 0,-1 0 0 0 0,1 1 0 0 0,0 0 0 0 0,-1 0 0 0 0,0 1 0 0 0,0 0 0 0 0,0 1 0 0 0,0 0 1 0 0,-1 1-1 0 0,1-1 0 0 0,-1 1 0 0 0,-1 1 0 0 0,1 0 0 0 0,-1 0 0 0 0,-1 0 0 0 0,1 1 0 0 0,-1 0 0 0 0,0 0 0 0 0,-1 1 0 0 0,0-1 0 0 0,-1 1 0 0 0,1 0 0 0 0,-1 1 0 0 0,-1-1 0 0 0,0 1 0 0 0,-1-1 0 0 0,1 1 0 0 0,-2 0 0 0 0,1 0 0 0 0,-2 0 0 0 0,1 0 0 0 0,-1 0 0 0 0,-1 0 0 0 0,0 0 0 0 0,0 0 0 0 0,-1 0 0 0 0,-4 15 0 0 0,2-16 6 0 0,0 1-1 0 0,-1-1 0 0 0,0 0 0 0 0,-1 0 0 0 0,0-1 0 0 0,0 0 0 0 0,0 0 0 0 0,-1 0 1 0 0,0-1-1 0 0,-1 0 0 0 0,0 0 0 0 0,0-1 0 0 0,0 0 0 0 0,-1-1 0 0 0,-14 8 0 0 0,4-4 13 0 0,-1 0 0 0 0,-1-1 0 0 0,1-1-1 0 0,-1-1 1 0 0,0-1 0 0 0,-26 3-1 0 0,40-8-7 0 0,3 0-7 0 0,0 0-1 0 0,0 0 0 0 0,0-1 1 0 0,-1 1-1 0 0,1-1 0 0 0,0 0 0 0 0,0 0 1 0 0,0 0-1 0 0,0-1 0 0 0,0 0 1 0 0,1 1-1 0 0,-8-6 0 0 0,10 6-17 0 0,1 0 0 0 0,-1 0-1 0 0,0 0 1 0 0,0 0 0 0 0,1 0 0 0 0,-1 0-1 0 0,1-1 1 0 0,-1 1 0 0 0,1 0 0 0 0,0 0-1 0 0,-1-1 1 0 0,1 1 0 0 0,0 0 0 0 0,0-1 0 0 0,0 1-1 0 0,0 0 1 0 0,0-1 0 0 0,0 1 0 0 0,0 0-1 0 0,0-1 1 0 0,1 1 0 0 0,-1 0 0 0 0,1-3-1 0 0,2 1-177 0 0,-1 0 0 0 0,0 1-1 0 0,1-1 1 0 0,0 1 0 0 0,-1 0 0 0 0,1-1-1 0 0,0 1 1 0 0,0 0 0 0 0,1 1-1 0 0,-1-1 1 0 0,0 0 0 0 0,0 1 0 0 0,6-2-1 0 0,1-1-495 0 0,15-5-3222 0 0,-9 4 1661 0 0</inkml:trace>
</inkml:ink>
</file>

<file path=ppt/ink/ink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35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123 264 428 0 0,'0'0'1182'0'0,"-6"-6"-380"0"0,-1 7 1920 0 0,-5 8-2343 0 0,0 1-1 0 0,1 0 1 0 0,0 1 0 0 0,0 0 0 0 0,-16 23 0 0 0,18-22-80 0 0,7-10-240 0 0,0 0 0 0 0,1 0 0 0 0,-1 1 0 0 0,1-1-1 0 0,0 0 1 0 0,-1 0 0 0 0,1 1 0 0 0,0-1 0 0 0,0 1-1 0 0,0-1 1 0 0,1 1 0 0 0,-1-1 0 0 0,0 6-1 0 0,3-8-49 0 0,0 1 0 0 0,0-1-1 0 0,0 1 1 0 0,0-1-1 0 0,0 0 1 0 0,0 0 0 0 0,0 1-1 0 0,0-1 1 0 0,-1-1-1 0 0,1 1 1 0 0,0 0 0 0 0,0 0-1 0 0,0-1 1 0 0,0 1-1 0 0,0-1 1 0 0,3-1 0 0 0,9-1-28 0 0,-12 3 46 0 0,4 0-20 0 0,-1 1 0 0 0,1-1 0 0 0,-1 1 0 0 0,0 0 0 0 0,1 1 1 0 0,-1-1-1 0 0,6 3 0 0 0,-11-4-7 0 0,8 3 3 0 0,-1-1 0 0 0,1 0 0 0 0,-1 0 0 0 0,1 0 0 0 0,0-1 0 0 0,0-1 0 0 0,0 1 0 0 0,-1-1-1 0 0,1-1 1 0 0,0 1 0 0 0,0-1 0 0 0,0-1 0 0 0,-1 1 0 0 0,1-2 0 0 0,-1 1 0 0 0,1-1-1 0 0,-1 0 1 0 0,0 0 0 0 0,0 0 0 0 0,0-1 0 0 0,-1-1 0 0 0,1 1 0 0 0,-1-1 0 0 0,0 0-1 0 0,0 0 1 0 0,-1-1 0 0 0,9-10 0 0 0,-4 3 4 0 0,0-1-1 0 0,-2 0 1 0 0,1-1-1 0 0,-2 0 1 0 0,0 0-1 0 0,7-23 1 0 0,19-99-9 0 0,-32 130-4 0 0,2 1 5 0 0,2-24 8 0 0,-2 5 24 0 0,-3 23-37 0 0,0 2 8 0 0,1 0-1 0 0,-1 0 0 0 0,0-1 0 0 0,0 1 1 0 0,0 0-1 0 0,0 0 0 0 0,0 0 0 0 0,0-1 1 0 0,0 1-1 0 0,0 0 0 0 0,0 0 0 0 0,1 0 1 0 0,-1-1-1 0 0,0 1 0 0 0,0 0 0 0 0,0 0 1 0 0,0-1-1 0 0,0 1 0 0 0,0 0 0 0 0,-1 0 1 0 0,1 0-1 0 0,0-1 0 0 0,0 1 0 0 0,0 0 1 0 0,0 0-1 0 0,0 0 0 0 0,0-1 0 0 0,0 1 1 0 0,0 0-1 0 0,0 0 0 0 0,-1 0 0 0 0,1-1 1 0 0,0 1-1 0 0,0 0 0 0 0,0 0 0 0 0,0 0 1 0 0,0 0-1 0 0,-1-1 0 0 0,1 1 0 0 0,0 0 1 0 0,0 0-1 0 0,0 0 0 0 0,-1 0 0 0 0,1 0 1 0 0,0 0-1 0 0,0 0 0 0 0,-1 0 0 0 0,1 0 1 0 0,0 0-1 0 0,0 0 0 0 0,0 0 0 0 0,-1 0 1 0 0,1 0-1 0 0,0 0 0 0 0,0 0 0 0 0,-1 0 1 0 0,1 0-1 0 0,0 0 0 0 0,0 0 0 0 0,0 0 1 0 0,-1 0-1 0 0,-4 5 15 0 0,-1 0 0 0 0,2 1-1 0 0,-1-1 1 0 0,0 1 0 0 0,1 0 0 0 0,0 0 0 0 0,1 0 0 0 0,-1 1 0 0 0,1-1-1 0 0,0 1 1 0 0,1 0 0 0 0,0 0 0 0 0,-3 14 0 0 0,2 2 29 0 0,1 0 0 0 0,1 0-1 0 0,1 0 1 0 0,1 0 0 0 0,4 26 0 0 0,-4-42-37 0 0,1 0-1 0 0,-1 1 1 0 0,1-1-1 0 0,0 0 1 0 0,1 0 0 0 0,0 0-1 0 0,0 0 1 0 0,0 0-1 0 0,1-1 1 0 0,0 1-1 0 0,0-1 1 0 0,1 0 0 0 0,0 0-1 0 0,0-1 1 0 0,0 1-1 0 0,1-1 1 0 0,-1-1-1 0 0,1 1 1 0 0,12 6 0 0 0,-12-9-5 0 0,-1 0 0 0 0,1 0 1 0 0,0-1-1 0 0,0 0 1 0 0,0 0-1 0 0,0-1 1 0 0,0 0-1 0 0,-1 0 0 0 0,1 0 1 0 0,0-1-1 0 0,0 1 1 0 0,0-1-1 0 0,0-1 1 0 0,0 1-1 0 0,-1-1 0 0 0,1 0 1 0 0,-1-1-1 0 0,1 1 1 0 0,-1-1-1 0 0,0 0 1 0 0,0 0-1 0 0,0-1 0 0 0,0 1 1 0 0,-1-1-1 0 0,1 0 1 0 0,-1 0-1 0 0,7-9 1 0 0,20-40 63 0 0,-31 51 31 0 0,-14 12 587 0 0,10-7-656 0 0,-18 31 162 0 0,21-33-15 0 0,20 7-121 0 0,-16-10-50 0 0,1 0-5 0 0,21 4 33 0 0,-14-1-240 0 0,0 1 1 0 0,-1 0-1 0 0,1 0 0 0 0,-1 1 0 0 0,0 1 1 0 0,1 0-1 0 0,-1 0 0 0 0,-1 1 0 0 0,18 12 1 0 0,-22-14-391 0 0,-1 4-3556 0 0</inkml:trace>
</inkml:ink>
</file>

<file path=ppt/ink/ink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36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38 120 0 0,'25'-25'2921'0'0,"-18"22"-2660"0"0,0 1-1 0 0,0 0 1 0 0,0 0 0 0 0,1 1-1 0 0,-1 0 1 0 0,1 0 0 0 0,-1 1-1 0 0,15 0 1 0 0,5 1-3227 0 0</inkml:trace>
</inkml:ink>
</file>

<file path=ppt/ink/ink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39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150 151 700 0 0,'0'0'716'0'0,"2"-14"1053"0"0,-3 10 1835 0 0,-38 115-2547 0 0,-26 86 206 0 0,63-188-976 0 0,0 0 0 0 0,-1 0 0 0 0,-1 0 1 0 0,0 0-1 0 0,0-1 0 0 0,-6 9 0 0 0,9-16 382 0 0,-1-5-547 0 0,-1-8-69 0 0,0 0-1 0 0,0-1 1 0 0,1 1 0 0 0,0 0 0 0 0,1-1 0 0 0,1 0 0 0 0,0 1 0 0 0,1-1 0 0 0,0 1-1 0 0,0-1 1 0 0,2 1 0 0 0,0 0 0 0 0,0 0 0 0 0,1 0 0 0 0,9-20 0 0 0,-3 8-37 0 0,2 0 1 0 0,0 1 0 0 0,2 1-1 0 0,1 0 1 0 0,0 1 0 0 0,32-34 0 0 0,-36 45-23 0 0,-1 0 1 0 0,2 0-1 0 0,-1 1 1 0 0,2 1 0 0 0,-1 0-1 0 0,1 1 1 0 0,0 0-1 0 0,0 1 1 0 0,1 0 0 0 0,0 1-1 0 0,22-5 1 0 0,-21 8-7 0 0,-14 1 12 0 0,-1 1 0 0 0,1 0 0 0 0,0 0 0 0 0,-1 0 1 0 0,1-1-1 0 0,0 1 0 0 0,0 0 0 0 0,-1 0 0 0 0,1 0 0 0 0,0 0 0 0 0,0 0 1 0 0,-1 0-1 0 0,1 1 0 0 0,0-1 0 0 0,-1 0 0 0 0,1 0 0 0 0,0 0 0 0 0,-1 1 1 0 0,1-1-1 0 0,0 0 0 0 0,-1 1 0 0 0,1-1 0 0 0,0 0 0 0 0,-1 1 0 0 0,1-1 1 0 0,-1 1-1 0 0,1-1 0 0 0,-1 1 0 0 0,1-1 0 0 0,-1 1 0 0 0,1 0 0 0 0,-1-1 1 0 0,0 1-1 0 0,1-1 0 0 0,-1 1 0 0 0,0 0 0 0 0,1 0 0 0 0,-1-1 0 0 0,0 1 1 0 0,0 0-1 0 0,0-1 0 0 0,0 1 0 0 0,1 0 0 0 0,-1 0 0 0 0,0-1 0 0 0,0 1 1 0 0,-1 0-1 0 0,1-1 0 0 0,0 1 0 0 0,0 0 0 0 0,0 0 0 0 0,-1 0 0 0 0,-7 20 16 0 0,1-9-13 0 0,1 0-1 0 0,-2-1 1 0 0,1 0-1 0 0,-1-1 1 0 0,-1 0 0 0 0,-13 13-1 0 0,16-18 0 0 0,-1 1-1 0 0,1 1 0 0 0,0-1 1 0 0,1 1-1 0 0,-1 0 0 0 0,1 1 1 0 0,1-1-1 0 0,-1 1 1 0 0,1 0-1 0 0,1 0 0 0 0,-1 0 1 0 0,1 0-1 0 0,1 1 0 0 0,-3 10 1 0 0,4-9-2 0 0,1-1 0 0 0,0 1 0 0 0,0-1 0 0 0,1 0 0 0 0,0 1 0 0 0,0-1 1 0 0,1 0-1 0 0,1 0 0 0 0,-1 0 0 0 0,1 0 0 0 0,1 0 0 0 0,0 0 0 0 0,0-1 0 0 0,1 0 0 0 0,0 0 0 0 0,0 0 1 0 0,0-1-1 0 0,1 1 0 0 0,1-1 0 0 0,-1 0 0 0 0,1-1 0 0 0,0 0 0 0 0,1 0 0 0 0,-1-1 0 0 0,1 1 0 0 0,0-2 0 0 0,1 1 1 0 0,-1-1-1 0 0,1 0 0 0 0,-1-1 0 0 0,1 0 0 0 0,0 0 0 0 0,18 2 0 0 0,-22-5 2 0 0,1 0-1 0 0,-1-1 0 0 0,0 1 1 0 0,0-1-1 0 0,0 0 1 0 0,0-1-1 0 0,0 1 1 0 0,0-1-1 0 0,0 0 0 0 0,0 0 1 0 0,-1 0-1 0 0,1-1 1 0 0,-1 0-1 0 0,1 1 0 0 0,6-7 1 0 0,4-4 12 0 0,-1 0 0 0 0,22-25 1 0 0,-23 22-17 0 0,-5 8 5 0 0,0-1 0 0 0,0 0 0 0 0,-1 0 0 0 0,-1-1 1 0 0,1 0-1 0 0,-2 0 0 0 0,1-1 0 0 0,-1 0 0 0 0,-1 1 1 0 0,4-14-1 0 0,-7 20 4 0 0,0 1 1 0 0,0-1-1 0 0,-1 0 0 0 0,1 0 1 0 0,-1 1-1 0 0,0-1 0 0 0,0 0 1 0 0,-1-6-1 0 0,1 8-8 0 0,-1 1-1 0 0,1 0 1 0 0,-1-1 0 0 0,0 1 0 0 0,0 0-1 0 0,0 0 1 0 0,0 0 0 0 0,0 0-1 0 0,0-1 1 0 0,0 1 0 0 0,0 1 0 0 0,0-1-1 0 0,0 0 1 0 0,0 0 0 0 0,-1 0-1 0 0,1 1 1 0 0,0-1 0 0 0,-1 0 0 0 0,1 1-1 0 0,-1 0 1 0 0,1-1 0 0 0,0 1-1 0 0,-1 0 1 0 0,1-1 0 0 0,-1 1-1 0 0,-2 0 1 0 0,0 1-1 0 0,1 0 0 0 0,-1 0 0 0 0,1 0-1 0 0,-1 0 1 0 0,1 1 0 0 0,0 0 0 0 0,0-1 0 0 0,-1 1-1 0 0,1 0 1 0 0,1 1 0 0 0,-1-1 0 0 0,0 0 0 0 0,0 1-1 0 0,-2 2 1 0 0,0 0-2 0 0,0 0 0 0 0,0 0 0 0 0,1 1 0 0 0,-1 0 0 0 0,1-1 0 0 0,-4 10 1 0 0,6-11 2 0 0,1 0 1 0 0,0-1-1 0 0,0 1 1 0 0,0 0-1 0 0,0 0 1 0 0,1 0-1 0 0,-1 0 1 0 0,1-1-1 0 0,0 1 1 0 0,1 0 0 0 0,-1 0-1 0 0,0 0 1 0 0,1 0-1 0 0,0 0 1 0 0,0-1-1 0 0,0 1 1 0 0,1 0-1 0 0,-1-1 1 0 0,1 1 0 0 0,0-1-1 0 0,0 1 1 0 0,0-1-1 0 0,0 0 1 0 0,0 0-1 0 0,1 0 1 0 0,0 0-1 0 0,-1 0 1 0 0,1 0-1 0 0,0-1 1 0 0,0 0 0 0 0,1 1-1 0 0,-1-1 1 0 0,0 0-1 0 0,1-1 1 0 0,-1 1-1 0 0,1 0 1 0 0,0-1-1 0 0,-1 0 1 0 0,1 0 0 0 0,0 0-1 0 0,0 0 1 0 0,0-1-1 0 0,-1 0 1 0 0,1 0-1 0 0,0 0 1 0 0,0 0-1 0 0,0 0 1 0 0,5-2 0 0 0,10-4 1 0 0,1-2 1 0 0,-2-1 0 0 0,28-16 0 0 0,-32 16-9 0 0,1 1 0 0 0,0 1 1 0 0,0 0-1 0 0,0 0 0 0 0,1 2 1 0 0,30-7-1 0 0,-41 12 1 0 0,0 0 5 0 0,-1 0 0 0 0,1 0 1 0 0,-1 0-1 0 0,1 1 1 0 0,-1 0-1 0 0,0 0 0 0 0,1 0 1 0 0,-1 1-1 0 0,0-1 0 0 0,0 1 1 0 0,0 0-1 0 0,0 0 1 0 0,0 0-1 0 0,3 4 0 0 0,-5-4 2 0 0,-1 0 0 0 0,1 1 0 0 0,-1-1 0 0 0,0 1 0 0 0,0 0 0 0 0,0-1 0 0 0,0 1-1 0 0,0 0 1 0 0,-1-1 0 0 0,1 1 0 0 0,-1 0 0 0 0,0 0 0 0 0,0 0 0 0 0,0 0 0 0 0,0-1-1 0 0,0 1 1 0 0,-2 4 0 0 0,2-4-58 0 0,-1 0 0 0 0,0 1 0 0 0,0-1 0 0 0,0 0 0 0 0,0 0 0 0 0,0 0 0 0 0,-1 0 0 0 0,1 0 0 0 0,-1 0 0 0 0,0 0 1 0 0,0-1-1 0 0,0 1 0 0 0,0-1 0 0 0,-1 1 0 0 0,1-1 0 0 0,-1 0 0 0 0,-3 3 0 0 0,5-4-483 0 0</inkml:trace>
</inkml:ink>
</file>

<file path=ppt/ink/ink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0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1 246 412 0 0,'0'0'575'0'0,"3"13"1548"0"0,-3-5-1581 0 0,0-1-1 0 0,1 0 0 0 0,0 0 0 0 0,0 0 1 0 0,4 10-1 0 0,-4-15-149 0 0,6 8 290 0 0,0-12-612 0 0,1 0-1 0 0,0 0 1 0 0,0 0 0 0 0,-1-1 0 0 0,1 0-1 0 0,-1-1 1 0 0,0 0 0 0 0,0 0 0 0 0,0 0-1 0 0,-1-1 1 0 0,10-8 0 0 0,-15 12-42 0 0,5 1-20 0 0,0 1 0 0 0,0 0 1 0 0,0 0-1 0 0,0 0 0 0 0,0 1 1 0 0,0-1-1 0 0,8 5 0 0 0,4 1 14 0 0,-8-6-12 0 0,0 0 0 0 0,0-1 1 0 0,0-1-1 0 0,0 0 0 0 0,0 0 0 0 0,15-4 1 0 0,-17 2 0 0 0,1 0 1 0 0,-1-1-1 0 0,1 0 0 0 0,-1-1 1 0 0,-1 1-1 0 0,1-2 0 0 0,-1 1 1 0 0,0-1-1 0 0,0 0 1 0 0,0 0-1 0 0,-1-1 0 0 0,0 0 1 0 0,0 0-1 0 0,-1 0 0 0 0,6-11 1 0 0,-3 5 119 0 0,-2 0 1 0 0,0 0 0 0 0,0-1-1 0 0,-1 1 1 0 0,-1-1 0 0 0,0 0-1 0 0,-1-1 1 0 0,2-23 0 0 0,-9 13 376 0 0,4 24-494 0 0,0 1 0 0 0,-1-1 0 0 0,1 1 1 0 0,-1 0-1 0 0,1-1 0 0 0,-1 1 0 0 0,1-1 1 0 0,-1 1-1 0 0,1 0 0 0 0,-1-1 1 0 0,1 1-1 0 0,-1 0 0 0 0,1 0 0 0 0,-1-1 1 0 0,1 1-1 0 0,-1 0 0 0 0,0 0 0 0 0,1 0 1 0 0,-1 0-1 0 0,1 0 0 0 0,-1 0 1 0 0,0 0-1 0 0,1 0 0 0 0,-1 0 0 0 0,-2 1 6 0 0,1-1 0 0 0,0 1 1 0 0,-1 0-1 0 0,1 0 0 0 0,0 0 0 0 0,0 0 0 0 0,0 1 0 0 0,0-1 0 0 0,0 0 0 0 0,0 1 0 0 0,1-1 0 0 0,-1 1 0 0 0,0 0 0 0 0,1 0 1 0 0,-3 3-1 0 0,-2 5 9 0 0,1-1 1 0 0,0 1 0 0 0,1 1-1 0 0,0-1 1 0 0,0 1-1 0 0,1-1 1 0 0,1 1 0 0 0,0 0-1 0 0,0 0 1 0 0,1 0 0 0 0,0 0-1 0 0,1 1 1 0 0,1-1-1 0 0,-1 0 1 0 0,2 0 0 0 0,0 0-1 0 0,0 0 1 0 0,7 20 0 0 0,-7-25-25 0 0,0 1 0 0 0,1-1 1 0 0,0 0-1 0 0,0 0 1 0 0,1 0-1 0 0,-1 0 0 0 0,1 0 1 0 0,0-1-1 0 0,1 0 0 0 0,0 0 1 0 0,-1 0-1 0 0,1 0 1 0 0,1-1-1 0 0,-1 0 0 0 0,1 0 1 0 0,0 0-1 0 0,0 0 1 0 0,0-1-1 0 0,0 0 0 0 0,0-1 1 0 0,1 1-1 0 0,-1-1 1 0 0,1-1-1 0 0,0 1 0 0 0,-1-1 1 0 0,1 0-1 0 0,0 0 1 0 0,0-1-1 0 0,0 0 0 0 0,0 0 1 0 0,12-3-1 0 0,-8 1-1 0 0,-1-1 0 0 0,1 0 0 0 0,-1 0 0 0 0,0-1 0 0 0,0-1 0 0 0,0 0 0 0 0,-1 0 0 0 0,1 0-1 0 0,-1-2 1 0 0,0 1 0 0 0,-1-1 0 0 0,0 0 0 0 0,0-1 0 0 0,0 0 0 0 0,-1 0 0 0 0,0 0 0 0 0,-1-1 0 0 0,7-11 0 0 0,-4 4 6 0 0,-1 1 1 0 0,-1-2-1 0 0,0 1 1 0 0,-1-1-1 0 0,-1 0 1 0 0,0 0 0 0 0,-2 0-1 0 0,0-1 1 0 0,0 1-1 0 0,-1-24 1 0 0,-2 38 80 0 0,0-1-1 0 0,0 1 1 0 0,0-1 0 0 0,0 1 0 0 0,-1-1 0 0 0,1 1-1 0 0,-1-1 1 0 0,0 1 0 0 0,-2-5 0 0 0,-4 8 331 0 0,-2 15-444 0 0,5-1 41 0 0,1 0 0 0 0,0 1 0 0 0,0 0 0 0 0,2-1 0 0 0,0 1 0 0 0,0 0 0 0 0,1 0 0 0 0,1 0 0 0 0,1-1 0 0 0,0 1 0 0 0,1 0 0 0 0,9 26 0 0 0,-11-38-17 0 0,-1 0 0 0 0,1 0 0 0 0,0 0 1 0 0,0-1-1 0 0,1 1 0 0 0,-1 0 0 0 0,0-1 1 0 0,1 1-1 0 0,0-1 0 0 0,-1 1 1 0 0,1-1-1 0 0,0 0 0 0 0,0 0 0 0 0,1 0 1 0 0,-1 0-1 0 0,3 2 0 0 0,1-2 3 0 0,-1-1-1 0 0,1 0 1 0 0,0-1-1 0 0,-1 1 1 0 0,1-1-1 0 0,0 0 0 0 0,-1 0 1 0 0,1-1-1 0 0,9-1 1 0 0,14-2-14 0 0,0 2 1 0 0,-1 1-1 0 0,32 4 1 0 0,-57-2 7 0 0,-1 1-1 0 0,1-1 1 0 0,-1 1 0 0 0,1 0 0 0 0,-1 0-1 0 0,0 0 1 0 0,0 0 0 0 0,0 1 0 0 0,0-1-1 0 0,0 0 1 0 0,0 1 0 0 0,-1-1-1 0 0,1 1 1 0 0,-1 0 0 0 0,0-1 0 0 0,0 1-1 0 0,0 0 1 0 0,0 0 0 0 0,1 4 0 0 0,-2-5 11 0 0,0-2-8 0 0,1 1-1 0 0,-1-1 1 0 0,0 1-1 0 0,0-1 1 0 0,0 1-1 0 0,1-1 1 0 0,-1 1-1 0 0,0-1 1 0 0,0 1-1 0 0,0-1 1 0 0,0 1-1 0 0,0-1 0 0 0,0 1 1 0 0,0-1-1 0 0,0 1 1 0 0,0-1-1 0 0,0 1 1 0 0,0-1-1 0 0,0 1 1 0 0,0-1-1 0 0,-1 1 1 0 0,1-1-1 0 0,0 1 1 0 0,0-1-1 0 0,0 1 1 0 0,-1-1-1 0 0,1 1 1 0 0,0-1-1 0 0,-1 1 1 0 0,1-1-1 0 0,0 0 1 0 0,-1 1-1 0 0,0 0 1 0 0,-10 17 38 0 0,8-16-133 0 0,0 0 1 0 0,-1 0-1 0 0,1-1 1 0 0,0 1-1 0 0,-1-1 1 0 0,1 0-1 0 0,-1 0 1 0 0,0 0-1 0 0,1 0 1 0 0,-7 0-1 0 0,7-1-529 0 0,0-1-167 0 0,-2 1 236 0 0,-9-3-69 0 0,2-3-4268 0 0,0-2 2008 0 0</inkml:trace>
</inkml:ink>
</file>

<file path=ppt/ink/ink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0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17 188 0 0,'9'-5'1084'0'0,"15"-1"-636"0"0,-15 4-44 0 0,3 0 292 0 0,7 1-208 0 0,0 2-456 0 0,-10-1-216 0 0,6-1-1440 0 0</inkml:trace>
</inkml:ink>
</file>

<file path=ppt/ink/ink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151 388 236 0 0,'0'-41'4728'0'0,"-2"33"-4615"0"0,2 5 167 0 0,-1 0 0 0 0,0 0 1 0 0,1 0-1 0 0,0 0 0 0 0,0 0 1 0 0,0 0-1 0 0,0 0 0 0 0,0 0 0 0 0,0 0 1 0 0,2-4-1 0 0,-2 5 465 0 0,0 8-711 0 0,-37 502 323 0 0,37-504-392 0 0,0 1 204 0 0,0 0 0 0 0,-1-1 0 0 0,1 1 0 0 0,-1 0 0 0 0,0-1-1 0 0,0 1 1 0 0,-1 0 0 0 0,1-1 0 0 0,-4 6 0 0 0,4-8 220 0 0,-27-42 173 0 0,13 0-490 0 0,2-1-1 0 0,1 0 1 0 0,2-1 0 0 0,2 0-1 0 0,2-1 1 0 0,2 1 0 0 0,2-1-1 0 0,1 0 1 0 0,3 0 0 0 0,1 1-1 0 0,15-71 1 0 0,-14 94-71 0 0,1 0-1 0 0,1 1 1 0 0,1 0-1 0 0,1 0 1 0 0,0 1-1 0 0,1 0 1 0 0,1 0-1 0 0,1 1 1 0 0,14-17-1 0 0,-21 28-4 0 0,0-1 0 0 0,1 1-1 0 0,0 0 1 0 0,0 1-1 0 0,0-1 1 0 0,1 1-1 0 0,-1 0 1 0 0,1 1 0 0 0,0-1-1 0 0,0 1 1 0 0,1 0-1 0 0,-1 0 1 0 0,1 1 0 0 0,-1 0-1 0 0,1 0 1 0 0,0 1-1 0 0,0-1 1 0 0,-1 2 0 0 0,1-1-1 0 0,0 1 1 0 0,0 0-1 0 0,0 0 1 0 0,0 1 0 0 0,0 0-1 0 0,0 0 1 0 0,-1 0-1 0 0,1 1 1 0 0,9 4-1 0 0,-11-4 5 0 0,0 0-1 0 0,0 1 0 0 0,-1 0 0 0 0,1 0 0 0 0,-1 0 0 0 0,0 0 0 0 0,0 1 0 0 0,0 0 0 0 0,0 0 0 0 0,-1 0 0 0 0,1 0 0 0 0,-1 0 1 0 0,0 1-1 0 0,-1 0 0 0 0,1-1 0 0 0,-1 1 0 0 0,0 0 0 0 0,0 0 0 0 0,0 0 0 0 0,0 0 0 0 0,-1 1 0 0 0,0-1 0 0 0,0 0 0 0 0,-1 1 0 0 0,0-1 1 0 0,1 0-1 0 0,-2 8 0 0 0,0-4 3 0 0,0 1 0 0 0,0-1 1 0 0,-1 1-1 0 0,0-1 0 0 0,-1 0 0 0 0,0 0 0 0 0,0 0 1 0 0,-1 0-1 0 0,0-1 0 0 0,-1 1 0 0 0,0-1 1 0 0,0 0-1 0 0,-1-1 0 0 0,-10 13 0 0 0,-3-4-148 0 0,0 0 0 0 0,-1 0 0 0 0,-34 18 0 0 0,40-23-669 0 0,6-3-1063 0 0</inkml:trace>
</inkml:ink>
</file>

<file path=ppt/ink/ink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3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1 132 0 0,'-7'137'4455'0'0,"-6"-68"-3830"0"0,12-68-1130 0 0</inkml:trace>
</inkml:ink>
</file>

<file path=ppt/ink/ink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4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71 664 0 0,'0'-8'796'0'0,"-1"1"1"0"0,1 0-1 0 0,0-1 0 0 0,1 1 0 0 0,-1-1 1 0 0,4-11-1 0 0,-4 17-128 0 0,1 2-639 0 0,-1 0 1 0 0,0-1-1 0 0,0 1 1 0 0,1 0-1 0 0,-1-1 0 0 0,0 1 1 0 0,0 0-1 0 0,1-1 1 0 0,-1 1-1 0 0,0 0 0 0 0,1 0 1 0 0,-1-1-1 0 0,0 1 1 0 0,1 0-1 0 0,-1 0 0 0 0,0 0 1 0 0,1 0-1 0 0,-1 0 0 0 0,1-1 1 0 0,-1 1-1 0 0,0 0 1 0 0,1 0-1 0 0,-1 0 0 0 0,0 0 1 0 0,1 0-1 0 0,-1 0 1 0 0,1 0-1 0 0,-1 0 0 0 0,0 0 1 0 0,1 0-1 0 0,-1 1 1 0 0,1-1-1 0 0,3 3-619 0 0,-1 1-1 0 0,1 0 1 0 0,-1 0-1 0 0,0 0 1 0 0,-1 0-1 0 0,1 1 1 0 0,3 7-1 0 0,-5-10-1185 0 0</inkml:trace>
</inkml:ink>
</file>

<file path=ppt/ink/ink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4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0 350 364 0 0,'6'1'240'0'0,"1"1"-1"0"0,-1-2 1 0 0,0 1 0 0 0,0-1 0 0 0,0 1-1 0 0,0-2 1 0 0,0 1 0 0 0,1-1-1 0 0,-1 0 1 0 0,0 0 0 0 0,0-1 0 0 0,0 1-1 0 0,0-1 1 0 0,-1-1 0 0 0,9-4-1 0 0,9-4 384 0 0,-1-2-1 0 0,28-20 1 0 0,-39 25-426 0 0,-1-1 1 0 0,1 1-1 0 0,-1-2 1 0 0,-1 1-1 0 0,0-2 1 0 0,0 1-1 0 0,-1-1 1 0 0,0 0-1 0 0,-1-1 1 0 0,0 0-1 0 0,-1 0 1 0 0,-1 0-1 0 0,0-1 1 0 0,0 0-1 0 0,5-25 1 0 0,-10 34-143 0 0,0 0 0 0 0,0 1 0 0 0,0-1 1 0 0,-1 0-1 0 0,0 0 0 0 0,1 1 0 0 0,-1-1 0 0 0,0 1 1 0 0,-1-1-1 0 0,1 1 0 0 0,-1-1 0 0 0,1 1 0 0 0,-1 0 1 0 0,0 0-1 0 0,0 0 0 0 0,-1 0 0 0 0,-4-5 0 0 0,6 7-36 0 0,0-1 1 0 0,-1 1-1 0 0,1 0 0 0 0,-1 0 0 0 0,1 0 0 0 0,0 0 0 0 0,-1 0 0 0 0,0 1 0 0 0,1-1 0 0 0,-1 0 0 0 0,0 1 0 0 0,1-1 0 0 0,-1 1 1 0 0,0 0-1 0 0,1 0 0 0 0,-1-1 0 0 0,0 1 0 0 0,0 0 0 0 0,1 0 0 0 0,-1 0 0 0 0,0 1 0 0 0,0-1 0 0 0,1 0 0 0 0,-1 1 0 0 0,0-1 1 0 0,1 1-1 0 0,-1 0 0 0 0,0-1 0 0 0,1 1 0 0 0,-1 0 0 0 0,1 0 0 0 0,-1 0 0 0 0,1 0 0 0 0,0 0 0 0 0,-1 0 0 0 0,1 1 0 0 0,0-1 1 0 0,0 0-1 0 0,-2 3 0 0 0,1-2-7 0 0,0 1 0 0 0,0 0 0 0 0,1-1 0 0 0,-1 1 0 0 0,1 0 0 0 0,-1 0 1 0 0,1 0-1 0 0,0 0 0 0 0,0 0 0 0 0,0 0 0 0 0,1 0 0 0 0,-1 0 0 0 0,1 0 0 0 0,-1 0 0 0 0,1 0 1 0 0,0 1-1 0 0,1 4 0 0 0,0-1 6 0 0,1 0 1 0 0,0 0 0 0 0,0 0-1 0 0,0-1 1 0 0,1 1 0 0 0,0-1-1 0 0,6 11 1 0 0,3 0-55 0 0,1 0-1 0 0,0-1 1 0 0,1 0 0 0 0,26 23 0 0 0,44 25-1729 0 0,-22-32-3440 0 0,-43-26 2841 0 0</inkml:trace>
</inkml:ink>
</file>

<file path=ppt/ink/ink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6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468 84 16 0 0,'-1'-16'2482'0'0,"0"13"-2298"0"0,0 0-1 0 0,0 0 0 0 0,-1 0 1 0 0,1 0-1 0 0,-1 0 0 0 0,0 0 1 0 0,0 0-1 0 0,0 1 1 0 0,0-1-1 0 0,-1 1 0 0 0,1-1 1 0 0,0 1-1 0 0,-1 0 1 0 0,0 0-1 0 0,0 0 0 0 0,1 0 1 0 0,-5-2-1 0 0,-1 1 37 0 0,1 0 0 0 0,-1 0 0 0 0,-1 1 0 0 0,1-1 1 0 0,0 2-1 0 0,-15-2 0 0 0,-5 2 141 0 0,0 1 1 0 0,1 1 0 0 0,-38 7-1 0 0,55-7-290 0 0,0 1 0 0 0,0 0 0 0 0,1 1-1 0 0,-1 0 1 0 0,1 1 0 0 0,0 0 0 0 0,0 0 0 0 0,0 1-1 0 0,1 0 1 0 0,-10 7 0 0 0,16-10-62 0 0,0 0 0 0 0,0 0 0 0 0,0 0 0 0 0,0 0 0 0 0,1 0 1 0 0,-1 1-1 0 0,0-1 0 0 0,1 1 0 0 0,-1-1 0 0 0,1 1 0 0 0,0-1 0 0 0,0 1 0 0 0,0 0 0 0 0,0 0 1 0 0,1 0-1 0 0,-1-1 0 0 0,1 1 0 0 0,0 0 0 0 0,0 0 0 0 0,0 0 0 0 0,0 0 0 0 0,0 0 0 0 0,0-1 1 0 0,1 1-1 0 0,-1 0 0 0 0,1 0 0 0 0,0 0 0 0 0,0-1 0 0 0,0 1 0 0 0,0 0 0 0 0,1-1 0 0 0,-1 1 1 0 0,1-1-1 0 0,-1 1 0 0 0,1-1 0 0 0,0 0 0 0 0,0 0 0 0 0,2 3 0 0 0,61 64 51 0 0,-40-44-43 0 0,0 1 0 0 0,24 34 0 0 0,-45-53-11 0 0,1 0 1 0 0,-1 0 0 0 0,1 1-1 0 0,-2-1 1 0 0,1 1-1 0 0,-1-1 1 0 0,-1 1-1 0 0,1 0 1 0 0,-1 0 0 0 0,-1 1-1 0 0,1-1 1 0 0,-1 0-1 0 0,-1 1 1 0 0,0 11 0 0 0,-1-17-1 0 0,0 1 0 0 0,0-1 1 0 0,-1 1-1 0 0,1-1 0 0 0,-1 0 1 0 0,0 0-1 0 0,0 0 0 0 0,0 0 1 0 0,0 0-1 0 0,-1 0 0 0 0,1 0 1 0 0,-1 0-1 0 0,1-1 0 0 0,-1 0 1 0 0,0 1-1 0 0,0-1 0 0 0,0 0 1 0 0,-1 0-1 0 0,1-1 0 0 0,0 1 1 0 0,-1-1-1 0 0,1 1 0 0 0,-1-1 1 0 0,1 0-1 0 0,-1-1 0 0 0,-5 2 1 0 0,-1 0 32 0 0,-1 0 0 0 0,0-1 0 0 0,0 0 0 0 0,0 0 0 0 0,0-1 0 0 0,0-1 1 0 0,-14-2-1 0 0,13 1-5 0 0,5 1-11 0 0,1 0 0 0 0,-1 0 0 0 0,1-1 1 0 0,-1 1-1 0 0,1-1 0 0 0,0-1 0 0 0,0 1 0 0 0,0-1 0 0 0,0 0 1 0 0,0-1-1 0 0,1 1 0 0 0,-1-1 0 0 0,1 0 0 0 0,-7-7 1 0 0,11 9-15 0 0,0 2-108 0 0,0-1-1 0 0,0 0 1 0 0,1 1-1 0 0,-1-1 1 0 0,0 0 0 0 0,1 0-1 0 0,-1 0 1 0 0,0 1 0 0 0,1-1-1 0 0,-1 0 1 0 0,1 0-1 0 0,-1 0 1 0 0,1 0 0 0 0,0 0-1 0 0,-1 0 1 0 0,1 0 0 0 0,0 0-1 0 0,0-2 1 0 0,28-3-4818 0 0</inkml:trace>
</inkml:ink>
</file>

<file path=ppt/ink/ink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7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2 115 432 0 0,'0'0'3559'0'0,"-2"50"-764"0"0,3-48-2524 0 0,36-15-46 0 0,11-7-65 0 0,-47 20-116 0 0,16 1-49 0 0,6 8 13 0 0,1-1 0 0 0,0 0 0 0 0,44 6 0 0 0,-65-13-9 0 0,14 1 7 0 0,-1 0-1 0 0,1-1 1 0 0,-1-1 0 0 0,0 0 0 0 0,1-2-1 0 0,-1 0 1 0 0,1 0 0 0 0,-1-2 0 0 0,23-7-1 0 0,-28 8 2 0 0,1-2 1 0 0,-1 1-1 0 0,0-1 0 0 0,0-1 0 0 0,0 0 0 0 0,-1-1 1 0 0,0 0-1 0 0,0 0 0 0 0,-1-1 0 0 0,0 0 0 0 0,0-1 1 0 0,-1 0-1 0 0,9-12 0 0 0,-9-2-5 0 0,-8 22 3 0 0,0 0 0 0 0,0 0 0 0 0,0 0 0 0 0,0 0 0 0 0,0 0 0 0 0,0 1 0 0 0,0-1 0 0 0,0 0 1 0 0,-1 0-1 0 0,1 0 0 0 0,0 0 0 0 0,0 0 0 0 0,-1 0 0 0 0,1 1 0 0 0,-1-1 0 0 0,1 0 0 0 0,-1 0 0 0 0,1 0 0 0 0,-1 1 0 0 0,1-1 0 0 0,-1 0 0 0 0,0 1 0 0 0,1-1 0 0 0,-1 0 0 0 0,0 1 0 0 0,1-1 0 0 0,-1 1 1 0 0,0-1-1 0 0,0 1 0 0 0,0 0 0 0 0,0-1 0 0 0,1 1 0 0 0,-1 0 0 0 0,-2-1 0 0 0,1 0 23 0 0,0 0 0 0 0,-1 0 0 0 0,1 1 0 0 0,-1-1 0 0 0,1 1 0 0 0,0-1-1 0 0,-1 1 1 0 0,1 0 0 0 0,-1 0 0 0 0,1 0 0 0 0,-5 0 0 0 0,3 1-14 0 0,1 0 0 0 0,-1 0 0 0 0,1 0 0 0 0,0 0 0 0 0,0 0 0 0 0,-1 1 0 0 0,1 0 0 0 0,0-1 0 0 0,0 1 0 0 0,0 0 0 0 0,1 1 0 0 0,-1-1 0 0 0,0 0-1 0 0,1 1 1 0 0,0-1 0 0 0,-1 1 0 0 0,1 0 0 0 0,0 0 0 0 0,0 0 0 0 0,1 0 0 0 0,-1 0 0 0 0,1 0 0 0 0,-1 0 0 0 0,1 1 0 0 0,0-1 0 0 0,0 0 0 0 0,0 1 0 0 0,0 5 0 0 0,2-8-12 0 0,-1 0 1 0 0,1 0-1 0 0,-1 0 1 0 0,1 0-1 0 0,-1 0 1 0 0,1 0-1 0 0,0 0 1 0 0,0 0-1 0 0,-1 0 1 0 0,1 0-1 0 0,0-1 0 0 0,0 1 1 0 0,0 0-1 0 0,0-1 1 0 0,0 1-1 0 0,0 0 1 0 0,0-1-1 0 0,0 1 1 0 0,0-1-1 0 0,0 0 1 0 0,1 1-1 0 0,-1-1 1 0 0,0 0-1 0 0,0 0 1 0 0,0 0-1 0 0,2 1 1 0 0,38 3 32 0 0,-35-4-35 0 0,1 1-2 0 0,0 0-1 0 0,0 0 0 0 0,0 1 0 0 0,0 0 1 0 0,0 0-1 0 0,0 0 0 0 0,0 1 0 0 0,-1 0 0 0 0,0 0 1 0 0,1 1-1 0 0,-1 0 0 0 0,0 0 0 0 0,7 7 1 0 0,-5-3 24 0 0,0 0 0 0 0,-1 1 0 0 0,0 0 0 0 0,-1 0 0 0 0,0 0 0 0 0,0 1 0 0 0,8 20 1 0 0,-5-5 69 0 0,-1 0 1 0 0,-1 0 0 0 0,-2 1 0 0 0,0 0 0 0 0,-2 0 0 0 0,1 44 0 0 0,-5-34 21 0 0,-1 0-1 0 0,-1-1 1 0 0,-2 0 0 0 0,-10 36 0 0 0,11-54-18 0 0,-1-1-1 0 0,-1 1 1 0 0,-1-1-1 0 0,0 0 1 0 0,-1-1-1 0 0,-1 0 1 0 0,0 0-1 0 0,-1-1 1 0 0,-1 0-1 0 0,-15 16 1 0 0,23-27-41 0 0,-1 1 1 0 0,1-1-1 0 0,0 0 1 0 0,-1 0 0 0 0,1 0-1 0 0,-1-1 1 0 0,0 0-1 0 0,0 1 1 0 0,0-1 0 0 0,0 0-1 0 0,0-1 1 0 0,-1 1-1 0 0,1-1 1 0 0,0 0 0 0 0,-1 0-1 0 0,1 0 1 0 0,-1-1-1 0 0,1 1 1 0 0,-1-1 0 0 0,1 0-1 0 0,-1-1 1 0 0,1 1-1 0 0,-1-1 1 0 0,1 0-1 0 0,-1 0 1 0 0,1 0 0 0 0,0 0-1 0 0,0-1 1 0 0,-1 0-1 0 0,1 0 1 0 0,0 0 0 0 0,0 0-1 0 0,1-1 1 0 0,-1 1-1 0 0,-6-6 1 0 0,5 2-30 0 0,0 1-1 0 0,1 0 1 0 0,-1-1 0 0 0,1 0-1 0 0,0 0 1 0 0,0 0 0 0 0,1-1 0 0 0,0 1-1 0 0,0-1 1 0 0,1 0 0 0 0,-1 0-1 0 0,2 0 1 0 0,-1 0 0 0 0,1 0-1 0 0,0 0 1 0 0,0 0 0 0 0,1 0-1 0 0,0-1 1 0 0,0 1 0 0 0,1 0 0 0 0,-1 0-1 0 0,3-8 1 0 0,4-6-2 0 0,0 0 0 0 0,1 0 0 0 0,1 1 1 0 0,1 0-1 0 0,1 0 0 0 0,0 1 0 0 0,2 1 0 0 0,0 0 0 0 0,1 1 1 0 0,1 0-1 0 0,21-18 0 0 0,-16 17-542 0 0,1 2 1 0 0,0 0 0 0 0,38-19-1 0 0,-36 23-1354 0 0,2 1-1 0 0,-1 1 1 0 0,40-10-1 0 0,-45 15-613 0 0</inkml:trace>
</inkml:ink>
</file>

<file path=ppt/ink/ink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48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55 100 0 0,'-12'-40'5643'0'0,"10"38"-5518"0"0,0 1 0 0 0,-1-1 0 0 0,1 1 0 0 0,-1-1 0 0 0,0 1 0 0 0,1 0-1 0 0,-1 0 1 0 0,0 0 0 0 0,0 1 0 0 0,1-1 0 0 0,-1 1 0 0 0,0-1 0 0 0,0 1 0 0 0,0 0 0 0 0,0 0-1 0 0,0 0 1 0 0,0 1 0 0 0,1-1 0 0 0,-1 1 0 0 0,0-1 0 0 0,0 1 0 0 0,0 0 0 0 0,1 0 0 0 0,-1 0 0 0 0,0 0-1 0 0,1 1 1 0 0,-4 2 0 0 0,4-3-26 0 0,0 3 79 0 0,1-4-168 0 0,1 0-1 0 0,-1 1 1 0 0,1-1 0 0 0,-1 0-1 0 0,1 1 1 0 0,-1-1-1 0 0,1 1 1 0 0,0-1 0 0 0,-1 1-1 0 0,1-1 1 0 0,0 1-1 0 0,-1-1 1 0 0,1 1 0 0 0,0-1-1 0 0,0 1 1 0 0,-1-1-1 0 0,1 1 1 0 0,0-1 0 0 0,0 1-1 0 0,0-1 1 0 0,0 1-1 0 0,0 0 1 0 0,0-1 0 0 0,0 1-1 0 0,0-1 1 0 0,0 1-1 0 0,0 0 1 0 0,0-1 0 0 0,0 1-1 0 0,0-1 1 0 0,0 1-1 0 0,1-1 1 0 0,-1 1 0 0 0,0-1-1 0 0,0 1 1 0 0,1-1-1 0 0,-1 1 1 0 0,1 0 0 0 0,5 2 16 0 0,1-1 1 0 0,0 0-1 0 0,-1 0 1 0 0,1-1 0 0 0,0 0-1 0 0,0 0 1 0 0,0 0-1 0 0,0-1 1 0 0,0 0 0 0 0,0 0-1 0 0,13-3 1 0 0,-6 3-28 0 0,-14 0 1 0 0,1 0 0 0 0,0 0 0 0 0,0 0 0 0 0,-1 1 0 0 0,1-1 0 0 0,0 0 0 0 0,0 0 0 0 0,-1 1 0 0 0,1-1 0 0 0,0 0 0 0 0,-1 1 0 0 0,1-1 0 0 0,-1 1 0 0 0,1-1 0 0 0,0 1 0 0 0,-1-1 0 0 0,1 1 0 0 0,-1-1 0 0 0,1 1 0 0 0,-1-1 0 0 0,1 1 0 0 0,-1 0 0 0 0,0-1 0 0 0,1 1 0 0 0,-1 0 0 0 0,0-1 0 0 0,1 1 0 0 0,-1 0 0 0 0,0 1 0 0 0,1 0 4 0 0,1 2-1 0 0,-1 0 0 0 0,1-1 0 0 0,-1 1 0 0 0,0 0 0 0 0,0 0 0 0 0,0 0 0 0 0,-1 0 0 0 0,1 0 0 0 0,-1 0 0 0 0,0 6 0 0 0,0-3-3 0 0,0 1 0 0 0,1-1 0 0 0,0 1 0 0 0,0-1 0 0 0,1 1 0 0 0,0-1 0 0 0,0 0 0 0 0,0 0 0 0 0,5 8 0 0 0,-6-13 0 0 0,0 1 16 0 0,0 3 17 0 0,14-6-15 0 0,-2-5-13 0 0,-1 1-1 0 0,0-2 1 0 0,1 0-1 0 0,-2 0 0 0 0,1-1 1 0 0,12-11-1 0 0,33-17 11 0 0,-35 22-10 0 0,-13 7 3 0 0,1 0-1 0 0,-1 1 1 0 0,1 0-1 0 0,0 0 1 0 0,0 1 0 0 0,0 0-1 0 0,16-3 1 0 0,-23 8 68 0 0,0 0 0 0 0,0 0 0 0 0,0 0 0 0 0,0 1 0 0 0,0-1 0 0 0,0 1 0 0 0,0 0 0 0 0,-1 0 1 0 0,1 0-1 0 0,-1 0 0 0 0,1 0 0 0 0,-1 1 0 0 0,0-1 0 0 0,0 1 0 0 0,0-1 0 0 0,0 1 0 0 0,0 0 0 0 0,-1 0 1 0 0,3 4-1 0 0,-2-3-1 0 0,0 0 0 0 0,1 0 0 0 0,0 0 1 0 0,0 0-1 0 0,0-1 0 0 0,0 1 0 0 0,0-1 0 0 0,1 0 1 0 0,0 0-1 0 0,5 4 0 0 0,16 3 4 0 0,0-1 0 0 0,44 10-1 0 0,13-4-7458 0 0,-57-13 4213 0 0</inkml:trace>
</inkml:ink>
</file>

<file path=ppt/ink/ink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52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51 68 0 0,'-3'-5'665'0'0,"-1"0"1"0"0,0 0-1 0 0,-1 1 0 0 0,1-1 0 0 0,-1 1 1 0 0,0 0-1 0 0,0 0 0 0 0,0 0 0 0 0,-1 1 1 0 0,-5-3-1 0 0,9 5-378 0 0,-42 8 707 0 0,31-3-819 0 0,1 1-1 0 0,0 1 1 0 0,0 0-1 0 0,0 0 1 0 0,1 1-1 0 0,0 1 1 0 0,0 0-1 0 0,1 0 1 0 0,0 1-1 0 0,1 1 1 0 0,-1 0-1 0 0,2 0 1 0 0,0 0-1 0 0,0 1 1 0 0,1 0-1 0 0,-11 23 1 0 0,14-27-136 0 0,0 2 0 0 0,1-1 0 0 0,0 0-1 0 0,0 1 1 0 0,1-1 0 0 0,0 1 0 0 0,1 0 0 0 0,0-1 0 0 0,0 1 0 0 0,1 0 0 0 0,0 0 0 0 0,0 0 0 0 0,1 0 0 0 0,0-1 0 0 0,1 1 0 0 0,0 0 0 0 0,0-1 0 0 0,1 1 0 0 0,0-1 0 0 0,1 0 0 0 0,-1 0 0 0 0,2 0 0 0 0,-1 0 0 0 0,1-1 0 0 0,11 14-1 0 0,-9-15-23 0 0,0 1-1 0 0,0-1 0 0 0,1 0 0 0 0,-1-1 0 0 0,1 0 0 0 0,1 0 0 0 0,-1-1 0 0 0,1 0 0 0 0,0 0 0 0 0,0-1 0 0 0,0 0 0 0 0,0-1 0 0 0,0 0 0 0 0,1 0 0 0 0,-1-1 1 0 0,1 0-1 0 0,-1-1 0 0 0,1 0 0 0 0,-1 0 0 0 0,1-1 0 0 0,16-4 0 0 0,-17 3-9 0 0,-1 0-1 0 0,0 0 1 0 0,0-1 0 0 0,0 0-1 0 0,0-1 1 0 0,0 1 0 0 0,-1-2-1 0 0,0 1 1 0 0,0-1 0 0 0,0 0-1 0 0,0 0 1 0 0,-1-1 0 0 0,0 0-1 0 0,0 0 1 0 0,0 0 0 0 0,-1-1-1 0 0,0 0 1 0 0,0 0 0 0 0,-1 0-1 0 0,0-1 1 0 0,0 1 0 0 0,-1-1-1 0 0,0 0 1 0 0,3-11 0 0 0,-4 10 13 0 0,0-1 0 0 0,-1 1 1 0 0,-1-1-1 0 0,1 0 0 0 0,-1 1 1 0 0,-1-1-1 0 0,0 0 0 0 0,0 1 1 0 0,-1-1-1 0 0,0 1 1 0 0,-1-1-1 0 0,-3-8 0 0 0,4 15-96 0 0,1-1-1 0 0,-1 1 1 0 0,0 0-1 0 0,0 0 0 0 0,0 0 1 0 0,0 0-1 0 0,-1 0 1 0 0,1 0-1 0 0,-1 0 1 0 0,0 1-1 0 0,0 0 1 0 0,0-1-1 0 0,0 1 0 0 0,0 0 1 0 0,0 0-1 0 0,0 1 1 0 0,-1-1-1 0 0,1 1 1 0 0,-1 0-1 0 0,1-1 1 0 0,-1 1-1 0 0,0 1 0 0 0,1-1 1 0 0,-1 1-1 0 0,0-1 1 0 0,0 1-1 0 0,1 0 1 0 0,-1 0-1 0 0,0 1 1 0 0,1-1-1 0 0,-1 1 0 0 0,0 0 1 0 0,-5 2-1 0 0,-30 8-5181 0 0,21-4 2232 0 0</inkml:trace>
</inkml:ink>
</file>

<file path=ppt/ink/ink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54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4 175 448 0 0,'-1'-4'-55'0'0,"-1"-9"7467"0"0,2 9-6616 0 0,1 2-789 0 0,13-28 1871 0 0,-13 26-1747 0 0,0 0 1 0 0,0-1 0 0 0,0 1 0 0 0,0 0 0 0 0,1 0 0 0 0,0 0-1 0 0,-1 0 1 0 0,2 0 0 0 0,-1 0 0 0 0,0 0 0 0 0,1 1 0 0 0,0-1-1 0 0,-1 1 1 0 0,1 0 0 0 0,1 0 0 0 0,-1 0 0 0 0,4-3-1 0 0,1 1-106 0 0,1 0 0 0 0,0 0-1 0 0,0 1 1 0 0,0 0-1 0 0,1 1 1 0 0,17-5 0 0 0,-9 3 0 0 0,0 1 0 0 0,1 1 0 0 0,0 0 1 0 0,-1 2-1 0 0,1 0 0 0 0,20 2 1 0 0,-36-1-21 0 0,1 1 0 0 0,-1-1 0 0 0,0 1 0 0 0,1 0 0 0 0,-1 0 1 0 0,0 0-1 0 0,0 0 0 0 0,0 1 0 0 0,0-1 0 0 0,0 1 0 0 0,0 0 1 0 0,0 0-1 0 0,0 0 0 0 0,-1 0 0 0 0,1 0 0 0 0,-1 1 0 0 0,3 2 1 0 0,-3-2 6 0 0,-1 1 0 0 0,1-1 0 0 0,-1 1 0 0 0,0 0 0 0 0,0 0 0 0 0,0-1 0 0 0,-1 1 0 0 0,1 0 1 0 0,-1 0-1 0 0,0 0 0 0 0,0 0 0 0 0,0 0 0 0 0,0 0 0 0 0,-1 0 0 0 0,0-1 0 0 0,1 1 0 0 0,-1 0 0 0 0,-3 6 1 0 0,-2 7 46 0 0,-1-1 0 0 0,0 0 0 0 0,-1 0 0 0 0,-1 0 0 0 0,-1-1 0 0 0,0-1 0 0 0,-16 19 0 0 0,-4-1 357 0 0,-60 51 0 0 0,84-78-291 0 0,3-4-45 0 0,0 1 0 0 0,1 0 1 0 0,-1 0-1 0 0,1 0 0 0 0,-1 0 0 0 0,1 0 1 0 0,0 1-1 0 0,-1-1 0 0 0,1 1 0 0 0,1 0 1 0 0,-4 3-1 0 0,11-5 4 0 0,32-2 73 0 0,0-1 1 0 0,45-8-1 0 0,-54 5-371 0 0,0 1 0 0 0,1 2 0 0 0,-1 1 1 0 0,1 1-1 0 0,57 7 0 0 0,-29 3-3365 0 0,-19-8-1614 0 0,-15-3 1577 0 0</inkml:trace>
</inkml:ink>
</file>

<file path=ppt/ink/ink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55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0 302 308 0 0,'0'0'5841'0'0,"32"-2"-352"0"0,-11-1-5129 0 0,0-1 0 0 0,0 0 0 0 0,-1-2-1 0 0,1 0 1 0 0,-1-2 0 0 0,34-17-1 0 0,-26 9-54 0 0,-1 0-1 0 0,0-2 1 0 0,47-42-1 0 0,-71 58-272 0 0,-1 0 0 0 0,1 0 0 0 0,-1 0-1 0 0,0-1 1 0 0,0 1 0 0 0,0-1 0 0 0,0 0 0 0 0,0 0-1 0 0,-1 1 1 0 0,1-1 0 0 0,-1 0 0 0 0,0 0 0 0 0,0 0 0 0 0,0-1-1 0 0,0 1 1 0 0,0-4 0 0 0,-1 5-17 0 0,0 0 0 0 0,0 0 0 0 0,-1-1 1 0 0,1 1-1 0 0,-1 0 0 0 0,1 0 0 0 0,-1 0 0 0 0,0 0 0 0 0,0 0 0 0 0,0 0 0 0 0,0 0 1 0 0,0 0-1 0 0,0 0 0 0 0,-1 0 0 0 0,1 0 0 0 0,-1 1 0 0 0,-2-4 0 0 0,-3 0 3 0 0,1 0 0 0 0,-1 1-1 0 0,0 0 1 0 0,0 0 0 0 0,-1 0 0 0 0,1 1-1 0 0,-1 0 1 0 0,1 1 0 0 0,-1 0-1 0 0,-14-3 1 0 0,-11 3-74 0 0,0 1 1 0 0,0 1-1 0 0,-50 7 0 0 0,70-6 17 0 0,11 0 29 0 0,0-1 1 0 0,0 0-1 0 0,0 1 1 0 0,0-1-1 0 0,0 1 0 0 0,0-1 1 0 0,0 1-1 0 0,0 0 0 0 0,0 0 1 0 0,0 0-1 0 0,0 0 0 0 0,1 0 1 0 0,-1 0-1 0 0,0 1 0 0 0,1-1 1 0 0,-1 0-1 0 0,1 1 0 0 0,-1 0 1 0 0,1-1-1 0 0,0 1 0 0 0,0 0 1 0 0,-2 2-1 0 0,3-3-13 0 0,9 26-18 0 0,1-14 22 0 0,13 15 15 0 0,-1 2 0 0 0,-1 0 0 0 0,-2 2-1 0 0,18 37 1 0 0,-33-60 7 0 0,-1-1 0 0 0,1 1-1 0 0,-2 0 1 0 0,1 0-1 0 0,-1 0 1 0 0,-1 0 0 0 0,0 0-1 0 0,0 0 1 0 0,0 0 0 0 0,-1 1-1 0 0,-1-1 1 0 0,0 0 0 0 0,0 0-1 0 0,0 0 1 0 0,-1 0 0 0 0,-1 0-1 0 0,0 0 1 0 0,0 0 0 0 0,0-1-1 0 0,-1 1 1 0 0,-1-1 0 0 0,-5 9-1 0 0,4-9 11 0 0,1-1 0 0 0,-1-1 0 0 0,0 1 0 0 0,0-1 0 0 0,-1 0 0 0 0,-13 9 0 0 0,17-13-9 0 0,0 0-1 0 0,0 0 0 0 0,1-1 0 0 0,-1 1 0 0 0,0-1 1 0 0,-1 0-1 0 0,1 0 0 0 0,0 0 0 0 0,0 0 1 0 0,0-1-1 0 0,-1 1 0 0 0,1-1 0 0 0,0 0 1 0 0,0 0-1 0 0,-1 0 0 0 0,1 0 0 0 0,0-1 0 0 0,0 1 1 0 0,-1-1-1 0 0,-3-1 0 0 0,5 1-3 0 0,0 0 0 0 0,0 0 0 0 0,1 0-1 0 0,-1 0 1 0 0,1-1 0 0 0,-1 1 0 0 0,1-1 0 0 0,0 1-1 0 0,-1-1 1 0 0,1 1 0 0 0,0-1 0 0 0,0 1 0 0 0,0-1 0 0 0,0 0-1 0 0,0 0 1 0 0,0 0 0 0 0,1 1 0 0 0,-1-1 0 0 0,1 0-1 0 0,-1 0 1 0 0,1 0 0 0 0,0 0 0 0 0,-1 0 0 0 0,1 0 0 0 0,0 0-1 0 0,1 0 1 0 0,-1 0 0 0 0,0 0 0 0 0,0 0 0 0 0,1 0-1 0 0,-1 0 1 0 0,1 0 0 0 0,0 1 0 0 0,-1-1 0 0 0,1 0 0 0 0,2-2-1 0 0,1-7-6 0 0,1 1-1 0 0,0 0 1 0 0,1 1 0 0 0,12-17-1 0 0,-9 15-116 0 0,1 0-1 0 0,0 1 1 0 0,0 0-1 0 0,1 0 1 0 0,1 1-1 0 0,0 1 1 0 0,0 0-1 0 0,0 1 1 0 0,1 0 0 0 0,22-8-1 0 0,-14 7-1978 0 0,1 2 0 0 0,0 1 1 0 0,35-5-1 0 0,-15 5-1379 0 0</inkml:trace>
</inkml:ink>
</file>

<file path=ppt/ink/ink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56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255 160 276 0 0,'18'-41'5148'0'0,"-16"39"-4877"0"0,0-1-1 0 0,-1 0 1 0 0,1 0 0 0 0,-1 1 0 0 0,0-1-1 0 0,1 0 1 0 0,-1 0 0 0 0,-1 0 0 0 0,1-1 0 0 0,0 1-1 0 0,-1 0 1 0 0,0 0 0 0 0,0 0 0 0 0,0 0-1 0 0,0 0 1 0 0,0-1 0 0 0,0 1 0 0 0,-1 0 0 0 0,0 0-1 0 0,-1-4 1 0 0,1 4-142 0 0,-1 0 1 0 0,0 0-1 0 0,0 1 0 0 0,-1-1 0 0 0,1 0 1 0 0,0 1-1 0 0,-1 0 0 0 0,0-1 0 0 0,1 1 1 0 0,-1 0-1 0 0,0 1 0 0 0,0-1 1 0 0,0 0-1 0 0,0 1 0 0 0,-6-2 0 0 0,-2-1 9 0 0,-1 1 0 0 0,0 0 0 0 0,0 1 0 0 0,0 1 0 0 0,0 0 1 0 0,0 0-1 0 0,0 1 0 0 0,0 1 0 0 0,-19 3 0 0 0,26-3-111 0 0,0 0 1 0 0,0 0 0 0 0,0 1-1 0 0,0 0 1 0 0,1 0 0 0 0,-1 0-1 0 0,0 1 1 0 0,1-1 0 0 0,0 1-1 0 0,-1 0 1 0 0,1 0 0 0 0,0 1-1 0 0,1-1 1 0 0,-1 1 0 0 0,1 0 0 0 0,-1 0-1 0 0,1 0 1 0 0,0 0 0 0 0,1 1-1 0 0,-1-1 1 0 0,1 1 0 0 0,0 0-1 0 0,0 0 1 0 0,0 0 0 0 0,1-1-1 0 0,-1 2 1 0 0,1-1 0 0 0,1 0-1 0 0,-1 0 1 0 0,1 0 0 0 0,0 0-1 0 0,0 10 1 0 0,1-12-22 0 0,-1 0-1 0 0,1 0 1 0 0,-1 0 0 0 0,1 0 0 0 0,0 0-1 0 0,0-1 1 0 0,0 1 0 0 0,0 0-1 0 0,0-1 1 0 0,1 1 0 0 0,-1-1-1 0 0,1 1 1 0 0,0-1 0 0 0,0 0-1 0 0,0 1 1 0 0,0-1 0 0 0,0 0 0 0 0,0 0-1 0 0,1-1 1 0 0,-1 1 0 0 0,0 0-1 0 0,1-1 1 0 0,0 0 0 0 0,-1 1-1 0 0,1-1 1 0 0,0 0 0 0 0,-1 0-1 0 0,1 0 1 0 0,0-1 0 0 0,0 1-1 0 0,0-1 1 0 0,0 0 0 0 0,0 0 0 0 0,0 0-1 0 0,0 0 1 0 0,0 0 0 0 0,3-1-1 0 0,5-1 12 0 0,0-1 1 0 0,-1-1-1 0 0,1 1 0 0 0,-1-2 0 0 0,1 1 0 0 0,-1-2 0 0 0,-1 1 1 0 0,13-9-1 0 0,-9 4-9 0 0,0-1 1 0 0,22-22 0 0 0,-34 32-11 0 0,-1 0 4 0 0,1 1 0 0 0,-1-1 0 0 0,0 1 0 0 0,0-1 0 0 0,1 1 0 0 0,-1-1 0 0 0,0 1 0 0 0,1-1 0 0 0,-1 1 0 0 0,1-1 1 0 0,-1 1-1 0 0,0 0 0 0 0,1-1 0 0 0,-1 1 0 0 0,1 0 0 0 0,-1-1 0 0 0,1 1 0 0 0,-1 0 0 0 0,1-1 0 0 0,-1 1 0 0 0,1 0 0 0 0,0 0 0 0 0,-1 0 0 0 0,1 0 1 0 0,-1 0-1 0 0,1 0 0 0 0,-1 0 0 0 0,2 0 0 0 0,-7 39 500 0 0,-1 1 1 0 0,-2-1-1 0 0,-1 0 1 0 0,-22 53-1 0 0,28-80-390 0 0,-66 234 1128 0 0,62-224-1159 0 0,0 9 124 0 0,4-27-1260 0 0,-8-7-5579 0 0,0-2 888 0 0,9 3 6267 0 0,-10-6-4552 0 0</inkml:trace>
</inkml:ink>
</file>

<file path=ppt/ink/ink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58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73 456 0 0,'4'-72'9525'0'0,"-8"74"-9211"0"0,-5 4-134 0 0,1 1 0 0 0,0-1 0 0 0,1 1 1 0 0,-1 0-1 0 0,1 1 0 0 0,1 0 0 0 0,-12 17 0 0 0,-37 73 693 0 0,20-32-457 0 0,18-35-123 0 0,-17 47-1 0 0,1-1 100 0 0,32-75-367 0 0,1-2-21 0 0,0 1-1 0 0,-1-1 1 0 0,1 1 0 0 0,0 0-1 0 0,0-1 1 0 0,0 1-1 0 0,-1-1 1 0 0,1 1-1 0 0,0 0 1 0 0,0-1 0 0 0,0 1-1 0 0,0 0 1 0 0,0-1-1 0 0,0 1 1 0 0,0-1-1 0 0,0 1 1 0 0,0 0 0 0 0,0-1-1 0 0,1 1 1 0 0,-1 0-1 0 0,0-1 1 0 0,0 1-1 0 0,0-1 1 0 0,1 1 0 0 0,-1-1-1 0 0,0 1 1 0 0,1-1-1 0 0,-1 1 1 0 0,1-1 0 0 0,-1 1-1 0 0,1 0 1 0 0,24 9 32 0 0,29-6-43 0 0,-51-4 9 0 0,7-1-2 0 0,1 0 1 0 0,0 0 0 0 0,0-1 0 0 0,0 0-1 0 0,-1-1 1 0 0,1-1 0 0 0,-1 1-1 0 0,0-2 1 0 0,0 1 0 0 0,0-1 0 0 0,-1-1-1 0 0,0 0 1 0 0,0 0 0 0 0,0-1 0 0 0,-1 0-1 0 0,0 0 1 0 0,0-1 0 0 0,0 0-1 0 0,-1 0 1 0 0,-1-1 0 0 0,8-12 0 0 0,-5 2 22 0 0,-8 17 31 0 0,-3 3-55 0 0,0-1-1 0 0,0 1 1 0 0,0 1 0 0 0,1-1-1 0 0,-1 0 1 0 0,0 0 0 0 0,1 1-1 0 0,-1-1 1 0 0,0 1 0 0 0,1-1-1 0 0,0 1 1 0 0,-2 2 0 0 0,2-3-1 0 0,-7 8 4 0 0,2 0 1 0 0,-1 0-1 0 0,1 1 1 0 0,0 0-1 0 0,1 0 1 0 0,0 0-1 0 0,-6 20 1 0 0,-9 17 12 0 0,16-39-19 0 0,1 0 0 0 0,0 0 0 0 0,1 0 0 0 0,0 0 0 0 0,0 0 0 0 0,0 1 0 0 0,0 8 0 0 0,2-13-266 0 0,0 0 0 0 0,0 1 1 0 0,0-1-1 0 0,0 0 0 0 0,1 1 0 0 0,-1-1 0 0 0,1 0 1 0 0,0 0-1 0 0,1 0 0 0 0,-1 1 0 0 0,1-1 1 0 0,0 0-1 0 0,0-1 0 0 0,0 1 0 0 0,3 4 1 0 0,6-1-4646 0 0</inkml:trace>
</inkml:ink>
</file>

<file path=ppt/ink/ink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59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51 620 0 0,'24'-51'10494'0'0,"-29"56"-10228"0"0,-13 15-43 0 0,1 0 0 0 0,1 2 0 0 0,1-1 0 0 0,0 2 0 0 0,2 0 0 0 0,1 0 0 0 0,0 2 0 0 0,-8 27 0 0 0,19-50-215 0 0,0 1 0 0 0,1-1-1 0 0,-1 0 1 0 0,1 1 0 0 0,-1-1-1 0 0,1 1 1 0 0,0-1 0 0 0,0 1 0 0 0,0-1-1 0 0,0 0 1 0 0,1 1 0 0 0,-1-1-1 0 0,1 1 1 0 0,-1-1 0 0 0,1 1-1 0 0,0-1 1 0 0,0 0 0 0 0,0 0 0 0 0,0 1-1 0 0,0-1 1 0 0,0 0 0 0 0,1 0-1 0 0,-1 0 1 0 0,1 0 0 0 0,-1 0 0 0 0,1-1-1 0 0,0 1 1 0 0,0 0 0 0 0,0-1-1 0 0,0 1 1 0 0,0-1 0 0 0,0 0-1 0 0,0 0 1 0 0,0 0 0 0 0,1 0 0 0 0,-1 0-1 0 0,0 0 1 0 0,1 0 0 0 0,-1-1-1 0 0,4 1 1 0 0,2 0-2 0 0,-1 0-1 0 0,1 0 1 0 0,0-1 0 0 0,0 0-1 0 0,-1 0 1 0 0,1-1 0 0 0,0 0 0 0 0,0-1-1 0 0,-1 1 1 0 0,1-2 0 0 0,9-3-1 0 0,-8 2 14 0 0,0-1 0 0 0,0 1 0 0 0,-1-2-1 0 0,0 1 1 0 0,0-1 0 0 0,0-1 0 0 0,-1 1 0 0 0,0-1-1 0 0,11-14 1 0 0,-17 20 315 0 0,-18 22-224 0 0,2-1-53 0 0,1 0 1 0 0,1 1-1 0 0,0 0 1 0 0,2 1-1 0 0,-16 42 1 0 0,23-51-716 0 0,1 0 1 0 0,0 1-1 0 0,-2 21 0 0 0,10-17-5646 0 0,-4-17 5697 0 0</inkml:trace>
</inkml:ink>
</file>

<file path=ppt/ink/ink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3:59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10 180 0 0,'33'-10'3338'0'0,"-32"10"-2832"0"0,32 12 1665 0 0,-31-8-2032 0 0,-1 1 0 0 0,1-1 0 0 0,-1 0 0 0 0,0 1 0 0 0,0 0 0 0 0,0-1 0 0 0,-1 1 0 0 0,1-1 0 0 0,-1 1 0 0 0,0 0 0 0 0,-1-1 0 0 0,1 1 0 0 0,-1-1 0 0 0,0 1 0 0 0,0 0 0 0 0,0-1 0 0 0,-1 0 0 0 0,1 1 0 0 0,-1-1 0 0 0,-3 6 0 0 0,-5 9 208 0 0,0 0 0 0 0,-1 0 0 0 0,-14 17 0 0 0,-62 91 1699 0 0,86-126-1938 0 0,1 0-81 0 0,-1-1-1 0 0,1 1 0 0 0,-1 0 0 0 0,1-1 1 0 0,0 1-1 0 0,-1 0 0 0 0,1 0 0 0 0,-1-1 0 0 0,1 1 1 0 0,0 0-1 0 0,0 0 0 0 0,0 0 0 0 0,-1-1 0 0 0,1 1 1 0 0,0 0-1 0 0,0 0 0 0 0,0 0 0 0 0,0-1 0 0 0,0 1 1 0 0,0 0-1 0 0,0 0 0 0 0,1 0 0 0 0,-1-1 1 0 0,0 1-1 0 0,0 0 0 0 0,1 0 0 0 0,-1-1 0 0 0,1 2 1 0 0,26-1 79 0 0,0-2 1 0 0,-1 0-1 0 0,38-8 1 0 0,-24 2-25 0 0,64 0 0 0 0,-97 7-57 0 0,-2 0 50 0 0,1 0-1 0 0,-1 0 0 0 0,0 0 1 0 0,1-1-1 0 0,-1 0 1 0 0,0 0-1 0 0,7-2 0 0 0,-10 2 466 0 0</inkml:trace>
</inkml:ink>
</file>

<file path=ppt/ink/ink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05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5 130 104 0 0,'-1'-2'263'0'0,"0"-1"0"0"0,0 0 1 0 0,1 0-1 0 0,-1 0 0 0 0,1 0 0 0 0,-1 0 1 0 0,1 0-1 0 0,0 0 0 0 0,0-1 0 0 0,1 1 1 0 0,-1 0-1 0 0,0 0 0 0 0,1 0 0 0 0,0 0 1 0 0,0 0-1 0 0,0 1 0 0 0,0-1 0 0 0,0 0 1 0 0,0 0-1 0 0,1 1 0 0 0,2-5 0 0 0,0 3-74 0 0,0 0-1 0 0,0 0 1 0 0,1 0-1 0 0,-1 1 0 0 0,1-1 1 0 0,0 1-1 0 0,0 0 0 0 0,0 0 1 0 0,0 1-1 0 0,10-4 0 0 0,3 1-29 0 0,0 0 0 0 0,0 1 0 0 0,0 1 0 0 0,0 0-1 0 0,1 2 1 0 0,23 0 0 0 0,-35 1-107 0 0,1 1 1 0 0,0-1-1 0 0,0 1 1 0 0,-1 1 0 0 0,1-1-1 0 0,-1 1 1 0 0,11 4-1 0 0,-16-5-41 0 0,0 1 0 0 0,-1-1 0 0 0,1 0 0 0 0,-1 0-1 0 0,0 1 1 0 0,1-1 0 0 0,-1 0 0 0 0,0 1 0 0 0,0-1 0 0 0,0 1-1 0 0,0 0 1 0 0,0-1 0 0 0,0 1 0 0 0,0 0 0 0 0,0 0-1 0 0,-1-1 1 0 0,1 1 0 0 0,-1 0 0 0 0,1 0 0 0 0,-1 0 0 0 0,0 0-1 0 0,0 0 1 0 0,0 0 0 0 0,0 0 0 0 0,0-1 0 0 0,0 1-1 0 0,0 0 1 0 0,-1 0 0 0 0,1 0 0 0 0,-1 0 0 0 0,1 0 0 0 0,-1-1-1 0 0,0 1 1 0 0,0 0 0 0 0,-2 3 0 0 0,-7 16 121 0 0,0-1 1 0 0,-2 0-1 0 0,-21 27 0 0 0,19-28-57 0 0,1 0-1 0 0,1 1 0 0 0,-14 31 1 0 0,22-42-42 0 0,1 0 1 0 0,0 0-1 0 0,1 0 1 0 0,-1 0-1 0 0,2 0 1 0 0,-2 17-1 0 0,3-24-25 0 0,0 0-1 0 0,0 1 1 0 0,1-1-1 0 0,-1 0 1 0 0,0 1-1 0 0,1-1 1 0 0,0 0 0 0 0,0 1-1 0 0,-1-1 1 0 0,1 0-1 0 0,1 0 1 0 0,-1 0-1 0 0,0 0 1 0 0,0 0-1 0 0,1 0 1 0 0,-1 0 0 0 0,1-1-1 0 0,0 1 1 0 0,-1 0-1 0 0,1-1 1 0 0,0 1-1 0 0,0-1 1 0 0,0 0 0 0 0,0 1-1 0 0,0-1 1 0 0,0 0-1 0 0,0 0 1 0 0,1-1-1 0 0,-1 1 1 0 0,0 0 0 0 0,0-1-1 0 0,3 1 1 0 0,26 5-28 0 0,0-1-1 0 0,0-1 1 0 0,0-2 0 0 0,38-2 0 0 0,11-11-6455 0 0,-64 7 3875 0 0</inkml:trace>
</inkml:ink>
</file>

<file path=ppt/ink/ink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06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1 224 0 0,'0'0'673'0'0,"-4"1"-17"0"0,2 0-504 0 0,0 1 0 0 0,0-1 0 0 0,0 1 0 0 0,0 0 0 0 0,0-1 0 0 0,0 1 0 0 0,1 0 0 0 0,-1 0 0 0 0,1 0 0 0 0,-1 0 0 0 0,1 1 0 0 0,0-1 0 0 0,0 0 0 0 0,0 0 0 0 0,0 1 0 0 0,0-1 0 0 0,0 1-1 0 0,1-1 1 0 0,-1 1 0 0 0,1-1 0 0 0,0 1 0 0 0,0-1 0 0 0,-1 1 0 0 0,2-1 0 0 0,-1 1 0 0 0,0-1 0 0 0,0 1 0 0 0,2 4 0 0 0,2 14 667 0 0,1 1 0 0 0,12 32 0 0 0,-2-6 324 0 0,-12-36-955 0 0,-1-5-9 0 0,0 0 0 0 0,-1 1-1 0 0,0-1 1 0 0,0 0 0 0 0,-1 0 0 0 0,0 0 0 0 0,-1 12 0 0 0,0-17-134 0 0,0 1 0 0 0,0 0 0 0 0,0 0 0 0 0,-1 0 0 0 0,1-1 0 0 0,-1 1 0 0 0,0 0 0 0 0,1-1 0 0 0,-1 0 0 0 0,-1 1 0 0 0,1-1 0 0 0,0 0 0 0 0,0 0 0 0 0,-1 0 0 0 0,1-1 0 0 0,-1 1 0 0 0,0 0 0 0 0,1-1 0 0 0,-1 0 0 0 0,0 1 0 0 0,-5 0 0 0 0,0 1-506 0 0,0-1-1 0 0,0 0 1 0 0,0-1 0 0 0,0 0-1 0 0,-10 0 1 0 0,15-1-1007 0 0</inkml:trace>
</inkml:ink>
</file>

<file path=ppt/ink/ink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06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75 632 0 0,'26'-9'680'0'0,"-1"-2"0"0"0,-2 5-48 0 0,1-4-60 0 0,-6 3-36 0 0,-1-1-72 0 0,3 0-48 0 0,-2 5-20 0 0,-4-4-56 0 0,-2 5-35 0 0,-3 0-209 0 0,11 0-585 0 0,-11 2-2219 0 0</inkml:trace>
</inkml:ink>
</file>

<file path=ppt/ink/ink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0.5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269 235 32 0 0,'3'-44'2982'0'0,"-1"21"-2267"0"0,1-48 2072 0 0,-3 68-2685 0 0,0 1 0 0 0,0-1 1 0 0,-1 0-1 0 0,1 1 0 0 0,-1-1 1 0 0,1 1-1 0 0,-1-1 0 0 0,0 1 1 0 0,0-1-1 0 0,0 1 0 0 0,0-1 1 0 0,-1 1-1 0 0,1 0 0 0 0,-1 0 1 0 0,1 0-1 0 0,-1 0 0 0 0,0 0 1 0 0,0 0-1 0 0,0 0 0 0 0,0 0 1 0 0,0 1-1 0 0,-2-2 0 0 0,-1 1-10 0 0,0 0 0 0 0,-1 1-1 0 0,1 0 1 0 0,0 0 0 0 0,-1 0-1 0 0,1 1 1 0 0,-1 0-1 0 0,1 0 1 0 0,0 0 0 0 0,-1 1-1 0 0,1 0 1 0 0,-1 0 0 0 0,1 0-1 0 0,-6 2 1 0 0,-4 2 76 0 0,1 1-1 0 0,-1 0 1 0 0,-19 12 0 0 0,27-14-126 0 0,1 0 0 0 0,0 0 0 0 0,1 1-1 0 0,-1 0 1 0 0,1 0 0 0 0,0 0 0 0 0,0 1 0 0 0,0 0 0 0 0,1 0-1 0 0,0 0 1 0 0,0 0 0 0 0,1 1 0 0 0,0-1 0 0 0,0 1 0 0 0,0 0-1 0 0,1 0 1 0 0,0 0 0 0 0,0 0 0 0 0,1 1 0 0 0,0-1 0 0 0,0 0 0 0 0,1 12-1 0 0,0-14-27 0 0,0 1-1 0 0,1-1 0 0 0,0 0 0 0 0,0 0 1 0 0,0 0-1 0 0,1 1 0 0 0,0-1 0 0 0,0-1 1 0 0,0 1-1 0 0,0 0 0 0 0,1 0 1 0 0,0-1-1 0 0,0 0 0 0 0,0 1 0 0 0,1-1 1 0 0,-1 0-1 0 0,1-1 0 0 0,0 1 0 0 0,0-1 1 0 0,0 1-1 0 0,0-1 0 0 0,1-1 0 0 0,-1 1 1 0 0,1 0-1 0 0,0-1 0 0 0,0 0 0 0 0,0 0 1 0 0,0-1-1 0 0,0 1 0 0 0,0-1 1 0 0,9 1-1 0 0,-6-1-4 0 0,-1 0 0 0 0,1-1-1 0 0,-1 0 1 0 0,1 0 0 0 0,0-1 0 0 0,-1 0 0 0 0,0 0 0 0 0,1-1 0 0 0,-1 0-1 0 0,0 0 1 0 0,1 0 0 0 0,-1-1 0 0 0,-1 0 0 0 0,1-1 0 0 0,0 1 0 0 0,-1-2-1 0 0,0 1 1 0 0,0 0 0 0 0,0-1 0 0 0,0 0 0 0 0,-1-1 0 0 0,0 1 0 0 0,0-1-1 0 0,0 0 1 0 0,-1 0 0 0 0,0 0 0 0 0,0-1 0 0 0,0 0 0 0 0,-1 1 0 0 0,0-1-1 0 0,0 0 1 0 0,-1-1 0 0 0,0 1 0 0 0,0 0 0 0 0,-1-1 0 0 0,0 1 0 0 0,0-1-1 0 0,-1 1 1 0 0,0-1 0 0 0,0 1 0 0 0,-1-1 0 0 0,0 1 0 0 0,0-1 0 0 0,0 1-1 0 0,-1-1 1 0 0,-1 1 0 0 0,1 0 0 0 0,-5-8 0 0 0,4 8-4 0 0,-1 0 0 0 0,0 0 1 0 0,0 1-1 0 0,0-1 0 0 0,-1 1 0 0 0,0 0 0 0 0,-1 0 1 0 0,1 1-1 0 0,-1-1 0 0 0,0 1 0 0 0,0 0 1 0 0,-1 1-1 0 0,0 0 0 0 0,1 0 0 0 0,-1 0 0 0 0,-1 1 1 0 0,-10-4-1 0 0,16 7-50 0 0,0 0-1 0 0,0 0 1 0 0,-1 0 0 0 0,1 0 0 0 0,0 0-1 0 0,0 1 1 0 0,-1-1 0 0 0,1 1 0 0 0,0-1 0 0 0,0 1-1 0 0,0 0 1 0 0,0 0 0 0 0,0 0 0 0 0,0 0-1 0 0,0 0 1 0 0,0 0 0 0 0,0 1 0 0 0,1-1-1 0 0,-1 1 1 0 0,0-1 0 0 0,1 1 0 0 0,-1 0 0 0 0,-1 2-1 0 0,-1 0-749 0 0,1 1 0 0 0,0 0 0 0 0,0-1 0 0 0,0 1 0 0 0,1 0 0 0 0,-1 0 0 0 0,-2 11 0 0 0,3 1-2233 0 0</inkml:trace>
</inkml:ink>
</file>

<file path=ppt/ink/ink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3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89 320 0 0,'-28'-23'6451'0'0,"23"25"-6355"0"0,1 0 1 0 0,0 0-1 0 0,0 1 1 0 0,0-1-1 0 0,0 1 1 0 0,0 0-1 0 0,1 0 1 0 0,-1 0-1 0 0,1 0 1 0 0,0 1-1 0 0,0 0 1 0 0,0-1 0 0 0,0 1-1 0 0,1 0 1 0 0,-1 0-1 0 0,1 1 1 0 0,0-1-1 0 0,1 0 1 0 0,-3 10-1 0 0,0-3 1 0 0,0 0 0 0 0,1 0 0 0 0,1 1 0 0 0,0-1 0 0 0,0 1 0 0 0,1 0 0 0 0,1 17 0 0 0,1-14-19 0 0,1-1 0 0 0,0 0 0 0 0,1 0 0 0 0,1 0 1 0 0,0 0-1 0 0,1 0 0 0 0,1-1 0 0 0,7 15 0 0 0,-10-23-58 0 0,1 0-1 0 0,-1 0 1 0 0,1-1 0 0 0,0 0-1 0 0,0 0 1 0 0,0 0-1 0 0,0 0 1 0 0,1-1 0 0 0,-1 1-1 0 0,1-1 1 0 0,0 0-1 0 0,0-1 1 0 0,0 1-1 0 0,1-1 1 0 0,-1 0 0 0 0,0 0-1 0 0,1-1 1 0 0,-1 0-1 0 0,1 0 1 0 0,0 0 0 0 0,-1 0-1 0 0,1-1 1 0 0,9 0-1 0 0,2-1 0 0 0,-1-1 0 0 0,1 0 0 0 0,-1-2 1 0 0,0 1-1 0 0,0-2 0 0 0,0 0 0 0 0,0-1 0 0 0,-1 0 0 0 0,0-2 0 0 0,-1 1 0 0 0,26-19 0 0 0,-34 21 4 0 0,0 1 1 0 0,0-1-1 0 0,0-1 0 0 0,-1 1 1 0 0,0-1-1 0 0,0 0 0 0 0,0 0 1 0 0,-1-1-1 0 0,0 1 1 0 0,0-1-1 0 0,-1 0 0 0 0,0 0 1 0 0,0 0-1 0 0,0-1 0 0 0,-1 1 1 0 0,0-1-1 0 0,0 1 0 0 0,-1-1 1 0 0,0 0-1 0 0,-1 1 1 0 0,0-1-1 0 0,0 0 0 0 0,0 0 1 0 0,-1 1-1 0 0,0-1 0 0 0,-4-14 1 0 0,1 11 7 0 0,-1 0 1 0 0,0 0 0 0 0,-1 0-1 0 0,0 1 1 0 0,0 0 0 0 0,-1 0-1 0 0,0 1 1 0 0,-1 0 0 0 0,0 0 0 0 0,-1 0-1 0 0,0 1 1 0 0,0 1 0 0 0,-1-1-1 0 0,1 2 1 0 0,-17-9 0 0 0,19 11-86 0 0,1 0 0 0 0,-1 1 0 0 0,0 0 0 0 0,0 0 0 0 0,0 1 0 0 0,0 0 0 0 0,-1 0 0 0 0,1 0 0 0 0,-1 1 1 0 0,1 1-1 0 0,-1-1 0 0 0,1 1 0 0 0,-1 0 0 0 0,1 1 0 0 0,-1 0 0 0 0,1 0 0 0 0,-1 0 0 0 0,1 1 0 0 0,0 0 0 0 0,0 1 1 0 0,0-1-1 0 0,0 1 0 0 0,0 1 0 0 0,0 0 0 0 0,-8 6 0 0 0,10-6-667 0 0,1 0 0 0 0,0 0 0 0 0,0 0-1 0 0,0 1 1 0 0,1-1 0 0 0,0 1 0 0 0,-4 6 0 0 0,0 6-2009 0 0</inkml:trace>
</inkml:ink>
</file>

<file path=ppt/ink/ink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4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8737 0 0,'28'-31'997'0'0,"-14"12"-73"0"0,-9 6-463 0 0,2-2 268 0 0,31 60-5143 0 0,-32-38 1600 0 0,2 1 214 0 0</inkml:trace>
</inkml:ink>
</file>

<file path=ppt/ink/ink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4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45 708 0 0,'10'-7'370'0'0,"0"2"0"0"0,0-1 1 0 0,1 1-1 0 0,0 1 0 0 0,0 0 0 0 0,0 1 0 0 0,0 0 1 0 0,1 0-1 0 0,-1 1 0 0 0,1 1 0 0 0,14-1 0 0 0,-8 3-423 0 0,0 0 0 0 0,0 1 0 0 0,32 9 0 0 0,-37-8-2389 0 0,0 2 1034 0 0</inkml:trace>
</inkml:ink>
</file>

<file path=ppt/ink/ink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4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89 196 7209 0 0,'-6'-6'-72'0'0,"-7"-6"193"0"0,0 0-1 0 0,1-1 0 0 0,-13-18 1 0 0,22 27-57 0 0,1 1-1 0 0,0-1 1 0 0,0 1 0 0 0,0-1-1 0 0,0 0 1 0 0,1 0 0 0 0,0 0-1 0 0,-1 0 1 0 0,1 0 0 0 0,1 0-1 0 0,-1 0 1 0 0,1-1 0 0 0,-1 1-1 0 0,1 0 1 0 0,0 0 0 0 0,1 0-1 0 0,-1-1 1 0 0,2-6 0 0 0,-1 9-43 0 0,-1 0 0 0 0,0 0 0 0 0,0 1 0 0 0,1-1-1 0 0,-1 0 1 0 0,1 1 0 0 0,0-1 0 0 0,-1 0 0 0 0,1 1 0 0 0,0-1 0 0 0,0 1 0 0 0,0-1 0 0 0,0 1 0 0 0,0 0 0 0 0,0-1 0 0 0,1 1 0 0 0,-1 0 0 0 0,0 0 0 0 0,1 0 0 0 0,-1 0-1 0 0,0 0 1 0 0,1 0 0 0 0,-1 0 0 0 0,1 0 0 0 0,0 1 0 0 0,-1-1 0 0 0,1 0 0 0 0,0 1 0 0 0,-1 0 0 0 0,1-1 0 0 0,0 1 0 0 0,0 0 0 0 0,-1 0 0 0 0,1 0 0 0 0,0 0-1 0 0,0 0 1 0 0,-1 0 0 0 0,1 1 0 0 0,2 0 0 0 0,6 2-310 0 0,0 2-1 0 0,-1-1 1 0 0,0 1 0 0 0,0 1-1 0 0,14 11 1 0 0,11 6-3831 0 0,-16-15 1974 0 0</inkml:trace>
</inkml:ink>
</file>

<file path=ppt/ink/ink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5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29 104 0 0,'7'-4'282'0'0,"0"0"0"0"0,0 1 0 0 0,0 0 0 0 0,0 0 0 0 0,1 0 0 0 0,0 1 0 0 0,-1 0 0 0 0,1 0 0 0 0,0 1 0 0 0,0 0 0 0 0,0 1 0 0 0,0 0 0 0 0,11 1 0 0 0,3 2-132 0 0,0 1 1 0 0,0 2-1 0 0,28 10 1 0 0,16 5-2697 0 0,-53-18 1358 0 0</inkml:trace>
</inkml:ink>
</file>

<file path=ppt/ink/ink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8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313 104 700 0 0,'-3'-18'2046'0'0,"3"15"-1892"0"0,0-1-1 0 0,0 1 1 0 0,0-1-1 0 0,-1 1 1 0 0,1 0-1 0 0,-1-1 1 0 0,0 1 0 0 0,0-1-1 0 0,0 1 1 0 0,0 0-1 0 0,0 0 1 0 0,-1 0-1 0 0,0 0 1 0 0,1 0-1 0 0,-1 0 1 0 0,0 0-1 0 0,-1 0 1 0 0,1 1-1 0 0,0-1 1 0 0,-1 1-1 0 0,1 0 1 0 0,-1-1 0 0 0,0 1-1 0 0,0 1 1 0 0,0-1-1 0 0,0 0 1 0 0,0 1-1 0 0,0-1 1 0 0,0 1-1 0 0,-1 0 1 0 0,1 0-1 0 0,0 0 1 0 0,-1 0-1 0 0,1 1 1 0 0,-1 0 0 0 0,1-1-1 0 0,-1 1 1 0 0,-5 1-1 0 0,-2-1-38 0 0,1 1-1 0 0,-1 1 0 0 0,0 0 1 0 0,0 0-1 0 0,1 1 0 0 0,-1 0 1 0 0,1 1-1 0 0,0 0 0 0 0,0 1 1 0 0,1 0-1 0 0,-1 1 1 0 0,1 0-1 0 0,0 0 0 0 0,1 1 1 0 0,-1 0-1 0 0,1 0 0 0 0,-8 10 1 0 0,12-12-86 0 0,0 0 0 0 0,0-1 0 0 0,1 1 0 0 0,0 1 0 0 0,0-1 0 0 0,0 0 0 0 0,0 1 0 0 0,1-1 0 0 0,0 1 0 0 0,0 0 1 0 0,1 0-1 0 0,0 0 0 0 0,0 0 0 0 0,0 0 0 0 0,1 0 0 0 0,-1 0 0 0 0,1 0 0 0 0,1 0 0 0 0,-1 0 0 0 0,1 0 0 0 0,0 0 0 0 0,1 0 0 0 0,-1 0 0 0 0,1-1 1 0 0,0 1-1 0 0,1 0 0 0 0,-1-1 0 0 0,1 0 0 0 0,0 1 0 0 0,0-1 0 0 0,8 8 0 0 0,-3-4-11 0 0,1 0 0 0 0,1-1 1 0 0,-1 0-1 0 0,2-1 0 0 0,-1 0 0 0 0,0 0 0 0 0,1-1 1 0 0,1-1-1 0 0,-1 0 0 0 0,1 0 0 0 0,-1-1 0 0 0,1-1 1 0 0,0 0-1 0 0,1 0 0 0 0,-1-1 0 0 0,0-1 0 0 0,1 0 0 0 0,16-1 1 0 0,-18 0-11 0 0,0-1 1 0 0,0 1-1 0 0,0-2 1 0 0,0 0 0 0 0,0 0-1 0 0,-1-1 1 0 0,1 0-1 0 0,-1 0 1 0 0,1-1 0 0 0,-1-1-1 0 0,0 0 1 0 0,-1 0-1 0 0,1-1 1 0 0,-1 0 0 0 0,0-1-1 0 0,-1 0 1 0 0,0 0-1 0 0,0-1 1 0 0,0 0 0 0 0,12-18-1 0 0,-16 18 6 0 0,-1 1 1 0 0,0-1-1 0 0,-1 0 1 0 0,1 0-1 0 0,-2 0 0 0 0,1 0 1 0 0,-1 0-1 0 0,0 0 0 0 0,-1-1 1 0 0,0 1-1 0 0,0 0 0 0 0,-1 0 1 0 0,0 0-1 0 0,0-1 0 0 0,-1 1 1 0 0,0 0-1 0 0,-1 0 0 0 0,1 1 1 0 0,-1-1-1 0 0,-1 1 0 0 0,0-1 1 0 0,0 1-1 0 0,0 0 0 0 0,-1 0 1 0 0,0 1-1 0 0,0-1 0 0 0,-1 1 1 0 0,-6-6-1 0 0,11 11-48 0 0,0 1 0 0 0,0-1-1 0 0,0 0 1 0 0,0 0 0 0 0,0 1 0 0 0,0-1-1 0 0,0 1 1 0 0,0-1 0 0 0,0 1 0 0 0,-1-1-1 0 0,1 1 1 0 0,0-1 0 0 0,0 1 0 0 0,0 0-1 0 0,-1 0 1 0 0,1 0 0 0 0,0 0 0 0 0,0 0-1 0 0,0 0 1 0 0,-1 0 0 0 0,1 0 0 0 0,0 0-1 0 0,0 1 1 0 0,-1-1 0 0 0,1 0 0 0 0,0 1-1 0 0,0-1 1 0 0,0 1 0 0 0,0-1 0 0 0,0 1-1 0 0,0 0 1 0 0,0-1 0 0 0,-2 2 0 0 0,1 1-475 0 0,0-1 0 0 0,0 0 0 0 0,0 0 0 0 0,0 1 0 0 0,0-1 0 0 0,0 1 0 0 0,1-1 0 0 0,-1 1 0 0 0,1 0-1 0 0,0 0 1 0 0,-1 3 0 0 0,-2 8-2523 0 0</inkml:trace>
</inkml:ink>
</file>

<file path=ppt/ink/ink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19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72 0 0,'44'-73'6703'0'0,"-43"72"-5857"0"0,4 77 3738 0 0,27 145-3384 0 0,-28-199-1576 0 0,-1-5 555 0 0,0 1 0 0 0,1 34 0 0 0,-4-46-1167 0 0,-1 0 0 0 0,0 0-1 0 0,0 0 1 0 0,0 0-1 0 0,-1 0 1 0 0,1 0 0 0 0,-4 7-1 0 0</inkml:trace>
</inkml:ink>
</file>

<file path=ppt/ink/ink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21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472 64 576 0 0,'-16'-35'2518'0'0,"14"32"-2415"0"0,0 1 0 0 0,0-1 0 0 0,0 1 0 0 0,-1 0 0 0 0,1 0-1 0 0,-1 0 1 0 0,0 0 0 0 0,0 1 0 0 0,1-1 0 0 0,-1 1 0 0 0,0-1-1 0 0,0 1 1 0 0,0 0 0 0 0,0 0 0 0 0,-1 1 0 0 0,1-1 0 0 0,0 1-1 0 0,0-1 1 0 0,0 1 0 0 0,-1 0 0 0 0,1 0 0 0 0,0 0 0 0 0,0 1 0 0 0,-1-1-1 0 0,1 1 1 0 0,-5 1 0 0 0,-5 2 123 0 0,1 0-1 0 0,-1 0 1 0 0,1 1-1 0 0,1 0 1 0 0,-17 11 0 0 0,5-1-5 0 0,0 2 0 0 0,2 0-1 0 0,0 2 1 0 0,1 0 0 0 0,1 1 0 0 0,0 1 0 0 0,-24 38 0 0 0,30-39-132 0 0,0 1 1 0 0,2 0-1 0 0,1 0 0 0 0,0 1 0 0 0,2 0 1 0 0,0 1-1 0 0,2 0 0 0 0,0 0 1 0 0,-3 31-1 0 0,9-41-55 0 0,0 0 1 0 0,1 0-1 0 0,0 1 0 0 0,1-2 0 0 0,0 1 1 0 0,1 0-1 0 0,1 0 0 0 0,0-1 1 0 0,1 1-1 0 0,0-1 0 0 0,1-1 1 0 0,9 15-1 0 0,-11-19-17 0 0,0 0 0 0 0,0-1 0 0 0,1 1 0 0 0,0-1 0 0 0,1 0-1 0 0,-1-1 1 0 0,1 1 0 0 0,0-1 0 0 0,1 0 0 0 0,-1-1 0 0 0,1 0 0 0 0,0 0 0 0 0,0 0 0 0 0,0-1 0 0 0,0 0 0 0 0,1 0-1 0 0,-1 0 1 0 0,1-1 0 0 0,-1-1 0 0 0,1 1 0 0 0,10-1 0 0 0,-16 0-9 0 0,0-2 0 0 0,0 1 0 0 0,0 0 0 0 0,-1 0 0 0 0,1 0 0 0 0,0-1 0 0 0,0 1 0 0 0,0-1 0 0 0,0 0 0 0 0,-1 0 0 0 0,1 1 0 0 0,0-1 0 0 0,0 0 0 0 0,-1 0 0 0 0,1-1 0 0 0,-1 1 0 0 0,1 0 0 0 0,-1 0 0 0 0,0-1 0 0 0,1 1 0 0 0,-1-1 0 0 0,0 1 0 0 0,0-1 0 0 0,0 1 0 0 0,0-1 0 0 0,0 0 0 0 0,0 0 0 0 0,-1 1 0 0 0,1-1 0 0 0,-1 0 0 0 0,1 0 1 0 0,-1 0-1 0 0,1 0 0 0 0,-1 0 0 0 0,0 0 0 0 0,0-3 0 0 0,0 0 23 0 0,0 0 1 0 0,0 0-1 0 0,-1 0 1 0 0,0-1 0 0 0,0 1-1 0 0,0 0 1 0 0,0 0-1 0 0,-1 0 1 0 0,0 1 0 0 0,0-1-1 0 0,0 0 1 0 0,-4-6-1 0 0,-5-3 47 0 0,0 0 0 0 0,-1 0-1 0 0,-1 1 1 0 0,0 1-1 0 0,0 0 1 0 0,-1 1 0 0 0,-18-11-1 0 0,30 21-47 0 0,1 1-29 0 0,0 0 1 0 0,0 0-1 0 0,-1 0 0 0 0,1 0 0 0 0,0 0 1 0 0,0 0-1 0 0,0 1 0 0 0,0-1 0 0 0,0 0 0 0 0,0 1 1 0 0,0-1-1 0 0,0 1 0 0 0,0-1 0 0 0,0 1 1 0 0,0 0-1 0 0,0-1 0 0 0,-2 2 0 0 0,3 0-285 0 0,-1-1 0 0 0,0 0 0 0 0,1 1 0 0 0,-1-1 0 0 0,1 1 0 0 0,0-1 0 0 0,-1 0 0 0 0,1 1 0 0 0,0-1 0 0 0,0 1 0 0 0,0-1 0 0 0,0 1 0 0 0,0-1-1 0 0,0 1 1 0 0,0-1 0 0 0,1 1 0 0 0,-1-1 0 0 0,0 1 0 0 0,1-1 0 0 0,-1 1 0 0 0,1-1 0 0 0,0 0 0 0 0,-1 1 0 0 0,1-1 0 0 0,2 2 0 0 0,4 5-2362 0 0</inkml:trace>
</inkml:ink>
</file>

<file path=ppt/ink/ink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22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102 186 212 0 0,'-2'1'4023'0'0,"-16"11"-3955"0"0,11-5 38 0 0,1-1-1 0 0,0 1 1 0 0,0 0 0 0 0,0 0 0 0 0,1 1-1 0 0,0 0 1 0 0,1 0 0 0 0,0 0-1 0 0,0 0 1 0 0,1 1 0 0 0,0-1-1 0 0,0 1 1 0 0,1 0 0 0 0,-2 16-1 0 0,3-21-79 0 0,0 0 0 0 0,1 0 0 0 0,-1-1 0 0 0,1 1 0 0 0,0 0 0 0 0,1 0 0 0 0,-1-1 0 0 0,0 1-1 0 0,1 0 1 0 0,0 0 0 0 0,0-1 0 0 0,0 1 0 0 0,1-1 0 0 0,-1 1 0 0 0,1-1 0 0 0,-1 0-1 0 0,1 1 1 0 0,0-1 0 0 0,1 0 0 0 0,-1 0 0 0 0,0 0 0 0 0,1 0 0 0 0,0-1 0 0 0,0 1-1 0 0,-1-1 1 0 0,1 0 0 0 0,1 0 0 0 0,-1 0 0 0 0,0 0 0 0 0,0 0 0 0 0,1 0 0 0 0,-1-1-1 0 0,1 0 1 0 0,0 0 0 0 0,-1 0 0 0 0,8 1 0 0 0,-6-1 44 0 0,-1-1 1 0 0,1 1-1 0 0,0-1 1 0 0,-1 0-1 0 0,1 0 1 0 0,-1-1-1 0 0,1 1 0 0 0,0-1 1 0 0,-1 0-1 0 0,1 0 1 0 0,-1-1-1 0 0,0 1 1 0 0,1-1-1 0 0,-1 0 0 0 0,0 0 1 0 0,0 0-1 0 0,0-1 1 0 0,5-4-1 0 0,-4 2 35 0 0,0 0-1 0 0,-1-1 0 0 0,0 1 1 0 0,0-1-1 0 0,0 1 1 0 0,-1-1-1 0 0,0 0 1 0 0,0-1-1 0 0,0 1 1 0 0,-1 0-1 0 0,2-11 1 0 0,0 1 36 0 0,-2 1 0 0 0,0-1 0 0 0,-1 0 0 0 0,0 0 0 0 0,-2 0 0 0 0,1 0 0 0 0,-2 1 0 0 0,0-1 1 0 0,-1 0-1 0 0,-6-16 0 0 0,9 30-146 0 0,-5-14 115 0 0,-1 1 0 0 0,0 1-1 0 0,0-1 1 0 0,-2 1 0 0 0,-12-18-1 0 0,18 29-151 0 0,-1-1-1 0 0,1 2 0 0 0,-1-1 0 0 0,0 0 0 0 0,0 0 0 0 0,0 1 0 0 0,-1 0 1 0 0,1-1-1 0 0,0 1 0 0 0,-1 1 0 0 0,1-1 0 0 0,-1 0 0 0 0,0 1 0 0 0,0 0 1 0 0,0 0-1 0 0,0 0 0 0 0,1 0 0 0 0,-1 1 0 0 0,0-1 0 0 0,0 1 0 0 0,0 0 1 0 0,0 0-1 0 0,0 1 0 0 0,0-1 0 0 0,0 1 0 0 0,-7 2 0 0 0,6-2-584 0 0,1 0 0 0 0,-1 1 0 0 0,0 0 0 0 0,1 0-1 0 0,-1 0 1 0 0,1 1 0 0 0,0-1 0 0 0,-8 7 0 0 0,-1 2-2099 0 0</inkml:trace>
</inkml:ink>
</file>

<file path=ppt/ink/ink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22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86 740 0 0,'41'-86'8904'0'0,"-22"116"-7982"0"0,-12 8-447 0 0,-2 1 0 0 0,-2 1-1 0 0,-2 38 1 0 0,1-10-111 0 0,-3 65 314 0 0,0-118-906 0 0,-1 0 0 0 0,0 0 0 0 0,-1 0 0 0 0,-1 0 0 0 0,0 0 0 0 0,-10 22-1 0 0,14-36-230 0 0,-1 1 1 0 0,1 0-1 0 0,0-1 0 0 0,0 1 0 0 0,0 0 0 0 0,0 0 0 0 0,0-1 0 0 0,0 1 0 0 0,0 0 0 0 0,1-1 0 0 0,-1 1 0 0 0,1 0 0 0 0,-1-1 0 0 0,2 3 0 0 0</inkml:trace>
</inkml:ink>
</file>

<file path=ppt/ink/ink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23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246 150 292 0 0,'2'-10'607'0'0,"0"0"0"0"0,-1 0-1 0 0,0 0 1 0 0,-1 0 0 0 0,1 0 0 0 0,-2 0-1 0 0,-2-17 1 0 0,2 24-505 0 0,0 0 0 0 0,0 0-1 0 0,0 0 1 0 0,-1 0 0 0 0,1 1 0 0 0,-1-1 0 0 0,0 0-1 0 0,1 1 1 0 0,-1 0 0 0 0,0-1 0 0 0,0 1 0 0 0,-1 0-1 0 0,1 0 1 0 0,0 0 0 0 0,-1 0 0 0 0,1 0 0 0 0,-1 1-1 0 0,0-1 1 0 0,1 1 0 0 0,-1 0 0 0 0,0 0-1 0 0,0 0 1 0 0,0 0 0 0 0,0 0 0 0 0,0 0 0 0 0,0 1-1 0 0,0 0 1 0 0,0-1 0 0 0,0 1 0 0 0,0 0 0 0 0,-5 1-1 0 0,2 0-28 0 0,-1 0-1 0 0,1 0 0 0 0,0 0 1 0 0,0 1-1 0 0,-1 0 1 0 0,1 0-1 0 0,0 1 0 0 0,1 0 1 0 0,-1 0-1 0 0,0 0 0 0 0,1 1 1 0 0,0-1-1 0 0,-9 9 0 0 0,12-11-52 0 0,1 1 0 0 0,-1 0 0 0 0,1-1 0 0 0,-1 1 1 0 0,1 0-1 0 0,0 0 0 0 0,0 0 0 0 0,0 0 0 0 0,0 0 0 0 0,0 0 0 0 0,0 0 0 0 0,0 0 0 0 0,1 0 0 0 0,-1 0 0 0 0,1 1 0 0 0,0-1 0 0 0,0 0 0 0 0,-1 3 0 0 0,2-2-8 0 0,0-1-1 0 0,0 1 1 0 0,0 0 0 0 0,0-1 0 0 0,0 1 0 0 0,0-1 0 0 0,1 0-1 0 0,-1 1 1 0 0,1-1 0 0 0,-1 0 0 0 0,1 0 0 0 0,0 0-1 0 0,0 0 1 0 0,0 0 0 0 0,0 0 0 0 0,0-1 0 0 0,1 1-1 0 0,-1-1 1 0 0,3 2 0 0 0,5 3 79 0 0,0 1-1 0 0,0 0 1 0 0,-1 0 0 0 0,0 1-1 0 0,0 0 1 0 0,-1 1 0 0 0,0 0-1 0 0,-1 0 1 0 0,0 0 0 0 0,6 12-1 0 0,-9-14 39 0 0,-1 1-1 0 0,0-1 1 0 0,-1 1-1 0 0,1 0 0 0 0,-1 0 1 0 0,-1 0-1 0 0,0 0 0 0 0,0 0 1 0 0,0 0-1 0 0,-1 1 1 0 0,0-1-1 0 0,-1 0 0 0 0,0 0 1 0 0,0 0-1 0 0,-5 14 1 0 0,-3 7-7 0 0,-1 0 1 0 0,-2-1 0 0 0,-1 0 0 0 0,-1-1 0 0 0,-2 0 0 0 0,-31 42 0 0 0,-26 21-8154 0 0,59-76 4701 0 0</inkml:trace>
</inkml:ink>
</file>

<file path=ppt/ink/ink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28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95 137 752 0 0,'-31'-52'5111'0'0,"30"51"-4732"0"0,-4-4 572 0 0,5 4-916 0 0,0 1-1 0 0,0-1 1 0 0,-1 1-1 0 0,1 0 0 0 0,0-1 1 0 0,0 1-1 0 0,-1-1 1 0 0,1 1-1 0 0,0 0 0 0 0,0-1 1 0 0,-1 1-1 0 0,1 0 1 0 0,0-1-1 0 0,-1 1 0 0 0,1 0 1 0 0,-1-1-1 0 0,1 1 1 0 0,0 0-1 0 0,-1 0 0 0 0,1 0 1 0 0,-1-1-1 0 0,1 1 1 0 0,0 0-1 0 0,-1 0 0 0 0,1 0 1 0 0,-1 0-1 0 0,1 0 1 0 0,-1 0-1 0 0,1 0 1 0 0,-1 0-1 0 0,1 0 0 0 0,-1 0 1 0 0,1 0-1 0 0,-1 0 1 0 0,1 0-1 0 0,0 0 0 0 0,-1 1 1 0 0,-3 1 0 0 0,1 1-1 0 0,-1 0 1 0 0,1 0 0 0 0,0 0 0 0 0,0 0-1 0 0,0 1 1 0 0,1-1 0 0 0,-1 1 0 0 0,1 0-1 0 0,0 0 1 0 0,0-1 0 0 0,0 1 0 0 0,1 1-1 0 0,-1-1 1 0 0,1 0 0 0 0,0 0 0 0 0,0 1-1 0 0,0-1 1 0 0,1 0 0 0 0,-1 1 0 0 0,1-1-1 0 0,0 0 1 0 0,1 1 0 0 0,-1-1 0 0 0,1 1-1 0 0,0-1 1 0 0,0 0 0 0 0,0 0 0 0 0,0 1-1 0 0,1-1 1 0 0,2 5 0 0 0,1 1-7 0 0,1 1-1 0 0,0-1 1 0 0,0 1 0 0 0,1-2 0 0 0,0 1-1 0 0,1-1 1 0 0,0 0 0 0 0,0-1 0 0 0,1 1-1 0 0,17 11 1 0 0,-12-11-10 0 0,0-2 0 0 0,1 1 0 0 0,0-2 0 0 0,0 0 0 0 0,1-1 0 0 0,-1 0 0 0 0,1-1 0 0 0,0-1 0 0 0,0-1 0 0 0,25 1 0 0 0,-31-2 23 0 0,0-1 0 0 0,-1 0 0 0 0,1-1 0 0 0,-1 0 0 0 0,1-1 0 0 0,-1 0 0 0 0,1 0 0 0 0,-1-1 1 0 0,0 0-1 0 0,0-1 0 0 0,0 0 0 0 0,0 0 0 0 0,-1-1 0 0 0,0 0 0 0 0,0-1 0 0 0,0 1 0 0 0,-1-1 0 0 0,1-1 1 0 0,5-7-1 0 0,-8 6 45 0 0,0 1 0 0 0,-1-1 0 0 0,1 0 0 0 0,-2 0 0 0 0,0 0 0 0 0,0-1 0 0 0,0 1 0 0 0,-1-1 1 0 0,0 0-1 0 0,-1 0 0 0 0,0 1 0 0 0,0-1 0 0 0,-1 0 0 0 0,0 0 0 0 0,0 0 0 0 0,-1 0 0 0 0,0 0 1 0 0,-1 0-1 0 0,0 1 0 0 0,-4-11 0 0 0,4 13-48 0 0,0-1 0 0 0,0 1 0 0 0,-1 0 0 0 0,0 0-1 0 0,0 1 1 0 0,0-1 0 0 0,-1 0 0 0 0,1 1 0 0 0,-1 0 0 0 0,-1 0 0 0 0,1 0 0 0 0,-1 0 0 0 0,0 1 0 0 0,0 0 0 0 0,0 0 0 0 0,0 0 0 0 0,-1 1 0 0 0,0-1 0 0 0,0 1-1 0 0,0 1 1 0 0,0-1 0 0 0,0 1 0 0 0,0 0 0 0 0,-1 1 0 0 0,1-1 0 0 0,-1 1 0 0 0,-8 0 0 0 0,11 1-100 0 0,0 0 0 0 0,0 1-1 0 0,-1-1 1 0 0,1 1 0 0 0,0 0 0 0 0,0 0 0 0 0,0 1 0 0 0,0-1-1 0 0,1 1 1 0 0,-1 0 0 0 0,0 0 0 0 0,1 0 0 0 0,-1 1 0 0 0,1-1-1 0 0,0 1 1 0 0,0 0 0 0 0,0 0 0 0 0,-3 3 0 0 0,0 1-844 0 0,1 1 1 0 0,0-1 0 0 0,0 1 0 0 0,1 0-1 0 0,0 0 1 0 0,1 0 0 0 0,-4 10-1 0 0,2 5-2122 0 0</inkml:trace>
</inkml:ink>
</file>

<file path=ppt/ink/ink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29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71 720 0 0,'-12'-36'4596'0'0,"12"35"-4514"0"0,0 0-1 0 0,-1-1 1 0 0,1 1 0 0 0,1-1-1 0 0,-1 1 1 0 0,0 0 0 0 0,0-1 0 0 0,0 1-1 0 0,1 0 1 0 0,-1 0 0 0 0,1-1-1 0 0,-1 1 1 0 0,1 0 0 0 0,-1 0 0 0 0,1-1-1 0 0,0 1 1 0 0,0 0 0 0 0,0 0-1 0 0,-1 0 1 0 0,1 0 0 0 0,0 0 0 0 0,0 0-1 0 0,0 0 1 0 0,0 1 0 0 0,1-1-1 0 0,-1 0 1 0 0,0 0 0 0 0,0 1 0 0 0,0-1-1 0 0,1 1 1 0 0,1-1 0 0 0,-1 0 109 0 0,19 6 128 0 0,24 14-1207 0 0,-10-2-3365 0 0,-18-11 2393 0 0</inkml:trace>
</inkml:ink>
</file>

<file path=ppt/ink/ink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29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8 216 0 0,'6'-2'233'0'0,"1"0"1"0"0,1 1-1 0 0,-1 0 0 0 0,0 0 1 0 0,0 1-1 0 0,0-1 1 0 0,13 2-1 0 0,10 0-97 0 0,-24 6-1234 0 0,-5-6 465 0 0</inkml:trace>
</inkml:ink>
</file>

<file path=ppt/ink/ink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34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90 156 720 0 0,'-12'-27'2542'0'0,"-16"-45"0"0"0,9 18 1105 0 0,19 54-3608 0 0,0 0-1 0 0,0 0 1 0 0,0 0-1 0 0,0 0 1 0 0,0 0 0 0 0,0-1-1 0 0,0 1 1 0 0,0 0 0 0 0,-1 0-1 0 0,1 0 1 0 0,0 0 0 0 0,0 0-1 0 0,0 0 1 0 0,0-1-1 0 0,0 1 1 0 0,0 0 0 0 0,0 0-1 0 0,-1 0 1 0 0,1 0 0 0 0,0 0-1 0 0,0 0 1 0 0,0 0 0 0 0,0 0-1 0 0,0 0 1 0 0,-1 0-1 0 0,1 0 1 0 0,0 0 0 0 0,0 0-1 0 0,0 0 1 0 0,0 0 0 0 0,-1 0-1 0 0,1 0 1 0 0,0 0 0 0 0,0 0-1 0 0,0 0 1 0 0,0 0-1 0 0,0 0 1 0 0,-1 0 0 0 0,1 0-1 0 0,0 0 1 0 0,0 0 0 0 0,0 0-1 0 0,0 0 1 0 0,0 0 0 0 0,-1 0-1 0 0,1 0 1 0 0,0 0 0 0 0,0 1-1 0 0,0-1 1 0 0,0 0-1 0 0,0 0 1 0 0,0 0 0 0 0,0 0-1 0 0,0 0 1 0 0,-1 0 0 0 0,1 1-1 0 0,0-1 1 0 0,0 0 0 0 0,0 0-1 0 0,0 0 1 0 0,0 0-1 0 0,0 0 1 0 0,0 1 0 0 0,0-1-1 0 0,0 0 1 0 0,0 0 0 0 0,-9 21 547 0 0,-2 26-376 0 0,8 35 300 0 0,8 87 1 0 0,1-12-151 0 0,-5-51-323 0 0,-1-106-147 0 0,1 1 0 0 0,-1-1 0 0 0,1 1 0 0 0,-1-1 0 0 0,1 1 0 0 0,-1-1-1 0 0,1 0 1 0 0,0 1 0 0 0,-1-1 0 0 0,1 0 0 0 0,0 1 0 0 0,-1-1 0 0 0,1 0 0 0 0,0 0 0 0 0,-1 0 0 0 0,1 0 0 0 0,0 1 0 0 0,-1-1 0 0 0,1 0 0 0 0,0 0 0 0 0,0 0-1 0 0,-1-1 1 0 0,1 1 0 0 0,0 0 0 0 0,-1 0 0 0 0,1 0 0 0 0,0 0 0 0 0,-1-1 0 0 0,1 1 0 0 0,0 0 0 0 0,-1-1 0 0 0,1 1 0 0 0,0 0 0 0 0,-1-1 0 0 0,1 1 0 0 0,0-1-1 0 0,27-13-4937 0 0,-18 6 2159 0 0</inkml:trace>
</inkml:ink>
</file>

<file path=ppt/ink/ink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35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36 248 0 0,'13'-36'4085'0'0,"-16"48"-2006"0"0,-20 63-904 0 0,19-60-975 0 0,-4 11 26 0 0,2 1 0 0 0,1 0 0 0 0,1 1-1 0 0,-1 52 1 0 0,5-64-156 0 0,1 0-1 0 0,1 0 0 0 0,0 0 1 0 0,1 0-1 0 0,0 0 1 0 0,2 0-1 0 0,0-1 0 0 0,0 0 1 0 0,14 26-1 0 0,-17-37-40 0 0,1 0 0 0 0,-1 0 0 0 0,1 0 1 0 0,-1-1-1 0 0,1 1 0 0 0,0 0 0 0 0,0-1 0 0 0,1 0 0 0 0,-1 0 0 0 0,1 0 0 0 0,-1 0 0 0 0,1-1 0 0 0,0 1 0 0 0,0-1 1 0 0,0 0-1 0 0,0 0 0 0 0,1 0 0 0 0,8 2 0 0 0,-11-4 98 0 0,1-1 18 0 0,-1 0-113 0 0,0 1 0 0 0,0-1 0 0 0,0 1-1 0 0,-1-1 1 0 0,1 0 0 0 0,0 0 0 0 0,-1 0 0 0 0,1 0 0 0 0,-1 0 0 0 0,1 0 0 0 0,-1 0-1 0 0,1 0 1 0 0,-1 0 0 0 0,0-1 0 0 0,1 1 0 0 0,-1-1 0 0 0,0 1 0 0 0,0-1 0 0 0,0 1-1 0 0,0-1 1 0 0,-1 0 0 0 0,1 1 0 0 0,0-1 0 0 0,0-3 0 0 0,0 1 12 0 0,-1 1-1 0 0,-1-1 1 0 0,1 1 0 0 0,0-1-1 0 0,-1 1 1 0 0,0-1 0 0 0,1 1-1 0 0,-1-1 1 0 0,-1 1 0 0 0,1 0-1 0 0,0 0 1 0 0,-4-5 0 0 0,-2-3 57 0 0,0 0 0 0 0,-1 0 1 0 0,0 1-1 0 0,-1 0 0 0 0,0 1 0 0 0,-16-14 0 0 0,20 20-159 0 0,3 1-9 0 0,0 0 0 0 0,0 0 0 0 0,0 0 0 0 0,0 0 0 0 0,-1 0 0 0 0,1 1 0 0 0,-1-1 0 0 0,1 1 0 0 0,-1-1 0 0 0,1 1 0 0 0,-1 0 0 0 0,0 0 0 0 0,0 1 0 0 0,0-1 0 0 0,1 0 0 0 0,-1 1 0 0 0,0 0 0 0 0,0 0 0 0 0,0-1 0 0 0,0 2 0 0 0,0-1 0 0 0,-3 1 0 0 0,3 0-729 0 0,1 11-4166 0 0</inkml:trace>
</inkml:ink>
</file>

<file path=ppt/ink/ink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35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15 680 0 0,'0'0'638'0'0,"13"-8"989"0"0,7 5-1208 0 0,-1 1-1 0 0,1 1 1 0 0,-1 0 0 0 0,1 2-1 0 0,-1 0 1 0 0,1 1 0 0 0,-1 1 0 0 0,30 8-1 0 0,-46-10-347 0 0,0 0 0 0 0,0 1 1 0 0,0-1-1 0 0,0 1 0 0 0,0 0 0 0 0,-1-1 0 0 0,1 1 0 0 0,-1 0 0 0 0,1 1 0 0 0,-1-1 0 0 0,0 0 0 0 0,1 1 0 0 0,-1-1 1 0 0,0 1-1 0 0,-1 0 0 0 0,1 0 0 0 0,0-1 0 0 0,-1 1 0 0 0,0 0 0 0 0,1 0 0 0 0,-1 1 0 0 0,-1-1 0 0 0,1 0 0 0 0,0 0 0 0 0,-1 0 1 0 0,1 1-1 0 0,-1-1 0 0 0,0 0 0 0 0,0 0 0 0 0,0 1 0 0 0,-2 4 0 0 0,0 13 306 0 0,-1 0 0 0 0,-1-1 0 0 0,-12 35 0 0 0,11-37-222 0 0,-54 161 1154 0 0,58-174-1307 0 0,0-2-100 0 0,0 0 1 0 0,0 0-1 0 0,0 0 0 0 0,1 0 0 0 0,0 1 1 0 0,-1-1-1 0 0,1 0 0 0 0,0 1 1 0 0,1-1-1 0 0,-1 0 0 0 0,2 5 1 0 0,5-3-1012 0 0,0-6-3883 0 0,17-4 2355 0 0</inkml:trace>
</inkml:ink>
</file>

<file path=ppt/ink/ink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36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1 240 0 0,'0'0'3280'0'0,"-2"6"-2828"0"0,-9 22 88 0 0,2 1-1 0 0,0 1 0 0 0,3-1 0 0 0,-6 46 0 0 0,11-65-455 0 0,0 0-1 0 0,1 0 0 0 0,0 0 0 0 0,1-1 0 0 0,0 1 0 0 0,0 0 1 0 0,1 0-1 0 0,0-1 0 0 0,1 1 0 0 0,0-1 0 0 0,1 1 1 0 0,0-1-1 0 0,0 0 0 0 0,1-1 0 0 0,0 1 0 0 0,0-1 0 0 0,1 0 1 0 0,9 10-1 0 0,-13-16-42 0 0,0-1 1 0 0,1 1-1 0 0,-1-1 0 0 0,0 1 1 0 0,1-1-1 0 0,-1 0 1 0 0,1 0-1 0 0,-1 0 1 0 0,1 0-1 0 0,0 0 1 0 0,-1-1-1 0 0,1 1 0 0 0,0-1 1 0 0,-1 0-1 0 0,1 0 1 0 0,0 0-1 0 0,0 0 1 0 0,-1 0-1 0 0,1 0 0 0 0,0-1 1 0 0,-1 1-1 0 0,1-1 1 0 0,0 0-1 0 0,-1 0 1 0 0,1 0-1 0 0,-1 0 1 0 0,1 0-1 0 0,-1-1 0 0 0,0 1 1 0 0,0-1-1 0 0,1 1 1 0 0,-1-1-1 0 0,0 0 1 0 0,2-2-1 0 0,2-2 72 0 0,0 1 1 0 0,-1-1-1 0 0,0 0 1 0 0,0 0-1 0 0,0 0 1 0 0,-1-1-1 0 0,0 1 1 0 0,0-1-1 0 0,0 0 1 0 0,4-14-1 0 0,-6 13-63 0 0,-1 1-1 0 0,1 0 1 0 0,-2 0 0 0 0,1 0-1 0 0,-1-1 1 0 0,0 1 0 0 0,-1 0-1 0 0,1 0 1 0 0,-2 0 0 0 0,1-1-1 0 0,-1 1 1 0 0,0 0 0 0 0,0 1-1 0 0,-1-1 1 0 0,1 0-1 0 0,-2 1 1 0 0,1-1 0 0 0,-1 1-1 0 0,0 0 1 0 0,0 0 0 0 0,-1 0-1 0 0,0 1 1 0 0,0 0 0 0 0,0 0-1 0 0,0 0 1 0 0,-1 0 0 0 0,0 1-1 0 0,-9-6 1 0 0,8 7-391 0 0,1 0 0 0 0,-1 1 0 0 0,0-1 0 0 0,1 1 0 0 0,-1 0 0 0 0,0 1-1 0 0,0 0 1 0 0,-1 0 0 0 0,1 0 0 0 0,0 1 0 0 0,-12 1 0 0 0,1 1-2799 0 0,2 1 238 0 0</inkml:trace>
</inkml:ink>
</file>

<file path=ppt/ink/ink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38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80 103 508 0 0,'-8'-11'1122'0'0,"-1"-1"0"0"0,1 0 0 0 0,-7-15-1 0 0,-8-13 4668 0 0,23 46-5570 0 0,4 453 1969 0 0,-5-432-2217 0 0,-1 0 0 0 0,-2 0-1 0 0,-9 38 1 0 0,13-43-2080 0 0,14-19-6724 0 0</inkml:trace>
</inkml:ink>
</file>

<file path=ppt/ink/ink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39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10 28 0 0,'2'-10'5211'0'0,"-16"27"-4099"0"0,-20 39-742 0 0,24-28-107 0 0,1 0 1 0 0,1 0 0 0 0,1 1 0 0 0,-4 43 0 0 0,9-57-188 0 0,1-1 0 0 0,1 0 0 0 0,0 1 1 0 0,1-1-1 0 0,1 1 0 0 0,0-1 0 0 0,1 0 0 0 0,0 0 1 0 0,1 0-1 0 0,1-1 0 0 0,8 17 0 0 0,-13-28-42 0 0,1-1 0 0 0,-1 0-1 0 0,1 1 1 0 0,0-1 0 0 0,0 0-1 0 0,0 0 1 0 0,0 1 0 0 0,0-1 0 0 0,0 0-1 0 0,0 0 1 0 0,0 0 0 0 0,0 0-1 0 0,0 0 1 0 0,0-1 0 0 0,1 1 0 0 0,-1 0-1 0 0,0 0 1 0 0,2 0 0 0 0,-2-1-11 0 0,0 0-1 0 0,0 0 1 0 0,-1 0 0 0 0,1-1 0 0 0,0 1 0 0 0,-1 0 0 0 0,1 0 0 0 0,0 0 0 0 0,-1-1 0 0 0,1 1 0 0 0,0 0 0 0 0,-1-1-1 0 0,1 1 1 0 0,-1-1 0 0 0,1 1 0 0 0,0-1 0 0 0,-1 1 0 0 0,1-1 0 0 0,-1 1 0 0 0,1-1 0 0 0,-1 1 0 0 0,0-1 0 0 0,1 0 0 0 0,-1 1-1 0 0,1-2 1 0 0,1-2 52 0 0,-1 0-1 0 0,1-1 0 0 0,-1 1 0 0 0,0 0 1 0 0,0-1-1 0 0,0 1 0 0 0,0-1 0 0 0,-1 1 1 0 0,0-1-1 0 0,0-7 0 0 0,-2 1-24 0 0,-1 0-1 0 0,0 0 1 0 0,0 1-1 0 0,-1-1 1 0 0,0 1-1 0 0,-1 0 1 0 0,0 1-1 0 0,0-1 1 0 0,-1 1-1 0 0,0 0 1 0 0,-1 0-1 0 0,0 1 1 0 0,-14-13-1 0 0,20 20-368 0 0,0 1-1 0 0,0-1 0 0 0,0 1 1 0 0,0 0-1 0 0,0-1 1 0 0,0 1-1 0 0,-1 0 0 0 0,1 0 1 0 0,0 0-1 0 0,0 0 0 0 0,0 0 1 0 0,0 0-1 0 0,0 0 1 0 0,0 0-1 0 0,0 1 0 0 0,0-1 1 0 0,0 0-1 0 0,0 1 0 0 0,0-1 1 0 0,0 1-1 0 0,0-1 0 0 0,-2 2 1 0 0,3-2 458 0 0</inkml:trace>
</inkml:ink>
</file>

<file path=ppt/ink/ink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39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8 325 532 0 0,'43'-18'1549'0'0,"-13"6"123"0"0,54-31-1 0 0,-77 39-1422 0 0,-1 0 1 0 0,1 0-1 0 0,-1-1 1 0 0,0 0-1 0 0,-1 0 0 0 0,1-1 1 0 0,-1 0-1 0 0,0 0 1 0 0,0 0-1 0 0,-1 0 0 0 0,0-1 1 0 0,0 0-1 0 0,4-9 0 0 0,-7 11-157 0 0,0 1-1 0 0,0 0 1 0 0,-1-1-1 0 0,0 1 0 0 0,0-1 1 0 0,0 1-1 0 0,0 0 1 0 0,0-1-1 0 0,-1 1 0 0 0,0 0 1 0 0,0-1-1 0 0,0 1 0 0 0,-1 0 1 0 0,1 0-1 0 0,-1 0 1 0 0,0 0-1 0 0,0 0 0 0 0,0 0 1 0 0,-1 1-1 0 0,1-1 0 0 0,-1 1 1 0 0,0-1-1 0 0,0 1 1 0 0,-6-5-1 0 0,1 1-15 0 0,0 0-1 0 0,0 1 1 0 0,-1 0-1 0 0,1 0 1 0 0,-1 1-1 0 0,-1 0 1 0 0,1 1-1 0 0,-1 0 1 0 0,-12-4-1 0 0,20 8-52 0 0,0 0-18 0 0,1 1-1 0 0,-1-1 0 0 0,1 1 1 0 0,0 0-1 0 0,-1 0 0 0 0,1-1 1 0 0,0 1-1 0 0,-1 0 0 0 0,1 0 0 0 0,0 0 1 0 0,0 0-1 0 0,0 1 0 0 0,0-1 1 0 0,0 0-1 0 0,0 0 0 0 0,0 1 1 0 0,1-1-1 0 0,-1 0 0 0 0,0 1 1 0 0,1-1-1 0 0,-1 1 0 0 0,1-1 0 0 0,-1 1 1 0 0,1-1-1 0 0,0 1 0 0 0,-1-1 1 0 0,1 4-1 0 0,-5 46 42 0 0,5-48-41 0 0,1 25 4 0 0,1-1-1 0 0,1 0 1 0 0,10 43-1 0 0,-6-39 2 0 0,6 65 0 0 0,-12-76-6 0 0,0-14 2 0 0,0 1 1 0 0,-1-1-1 0 0,1 1 1 0 0,-1 0-1 0 0,-1-1 0 0 0,1 1 1 0 0,-1-1-1 0 0,0 1 1 0 0,0-1-1 0 0,-1 1 1 0 0,0-1-1 0 0,0 0 0 0 0,-1 0 1 0 0,0 0-1 0 0,0 0 1 0 0,-6 9-1 0 0,8-14 0 0 0,0 0 0 0 0,0 0-1 0 0,0 0 1 0 0,0-1 0 0 0,-1 1-1 0 0,1 0 1 0 0,0-1 0 0 0,-1 1 0 0 0,1-1-1 0 0,0 1 1 0 0,-1-1 0 0 0,1 0-1 0 0,0 1 1 0 0,-1-1 0 0 0,1 0 0 0 0,-1 0-1 0 0,1 0 1 0 0,-1 0 0 0 0,1 0-1 0 0,0-1 1 0 0,-1 1 0 0 0,1 0 0 0 0,-1 0-1 0 0,1-1 1 0 0,0 1 0 0 0,0-1 0 0 0,-1 0-1 0 0,1 1 1 0 0,0-1 0 0 0,0 0-1 0 0,-1 0 1 0 0,1 1 0 0 0,0-1 0 0 0,0 0-1 0 0,0 0 1 0 0,0 0 0 0 0,0-1-1 0 0,0 1 1 0 0,0-1 0 0 0,-4-4 42 0 0,0 1 1 0 0,1-1-1 0 0,0 0 1 0 0,0 0-1 0 0,-6-14 1 0 0,8 16-31 0 0,1-1 0 0 0,0 0 1 0 0,0 0-1 0 0,0 0 1 0 0,1 0-1 0 0,0 0 1 0 0,0 0-1 0 0,0 0 1 0 0,0 0-1 0 0,1 0 1 0 0,0 0-1 0 0,0 0 1 0 0,0 0-1 0 0,1 0 0 0 0,-1 1 1 0 0,1-1-1 0 0,0 0 1 0 0,1 1-1 0 0,-1 0 1 0 0,1-1-1 0 0,0 1 1 0 0,0 0-1 0 0,5-5 1 0 0,-2 2-297 0 0,1 0 0 0 0,0 1 0 0 0,0-1 0 0 0,1 1 0 0 0,0 1 1 0 0,0-1-1 0 0,0 1 0 0 0,1 1 0 0 0,0-1 0 0 0,-1 2 0 0 0,13-5 1 0 0,32-6-5563 0 0,-35 9 3526 0 0</inkml:trace>
</inkml:ink>
</file>

<file path=ppt/ink/ink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0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29 125 168 0 0,'30'-22'2995'0'0,"-19"13"-2272"0"0,1 1 0 0 0,-1 1 0 0 0,1 0-1 0 0,1 0 1 0 0,19-7 0 0 0,18-10 556 0 0,-43 20-1159 0 0,1 1 1 0 0,-1-1 0 0 0,1 1-1 0 0,0 0 1 0 0,0 1 0 0 0,0 0-1 0 0,0 0 1 0 0,0 0-1 0 0,1 1 1 0 0,-1 1 0 0 0,1-1-1 0 0,-1 1 1 0 0,13 2 0 0 0,-19-1-112 0 0,-1-1-1 0 0,0 1 1 0 0,1-1 0 0 0,-1 1 0 0 0,0-1 0 0 0,1 1 0 0 0,-1 0 0 0 0,0 0 0 0 0,0-1-1 0 0,0 1 1 0 0,0 0 0 0 0,0 0 0 0 0,0 0 0 0 0,0 0 0 0 0,0 1 0 0 0,0-1 0 0 0,0 0 0 0 0,-1 0-1 0 0,1 0 1 0 0,-1 1 0 0 0,1-1 0 0 0,0 0 0 0 0,-1 1 0 0 0,0-1 0 0 0,1 0 0 0 0,-1 1 0 0 0,0-1-1 0 0,0 1 1 0 0,0-1 0 0 0,0 0 0 0 0,0 1 0 0 0,0-1 0 0 0,0 1 0 0 0,0-1 0 0 0,-1 0 0 0 0,1 1-1 0 0,-1 1 1 0 0,-1 4 26 0 0,1-1 0 0 0,-2 0 0 0 0,1 1 0 0 0,-1-1 0 0 0,0 0 0 0 0,-5 8 0 0 0,6-11-17 0 0,-5 8 45 0 0,-1-1 0 0 0,2 2 0 0 0,0-1 0 0 0,-10 24 0 0 0,15-30-52 0 0,0-1 1 0 0,1 0-1 0 0,-1 1 1 0 0,1-1-1 0 0,-1 1 1 0 0,1-1-1 0 0,1 1 1 0 0,-1-1-1 0 0,1 1 1 0 0,0-1 0 0 0,0 0-1 0 0,0 1 1 0 0,0-1-1 0 0,1 0 1 0 0,-1 0-1 0 0,1 1 1 0 0,5 6-1 0 0,-2-3 14 0 0,1 1 19 0 0,0 0 0 0 0,-1 0-1 0 0,0 0 1 0 0,0 1 0 0 0,-1 0 0 0 0,0 0-1 0 0,-1 0 1 0 0,0 0 0 0 0,2 19-1 0 0,-5-27-26 0 0,-1 0 0 0 0,1 0-1 0 0,-1 0 1 0 0,0 0-1 0 0,1-1 1 0 0,-1 1 0 0 0,0 0-1 0 0,0 0 1 0 0,0-1-1 0 0,0 1 1 0 0,0-1 0 0 0,-1 1-1 0 0,1-1 1 0 0,0 1-1 0 0,-1-1 1 0 0,1 0 0 0 0,-1 0-1 0 0,1 0 1 0 0,-1 1-1 0 0,-3 0 1 0 0,-35 16 141 0 0,-109 24-1014 0 0,47-25-5771 0 0,73-16 3771 0 0</inkml:trace>
</inkml:ink>
</file>

<file path=ppt/ink/ink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6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37 20 0 0,'1'-2'746'0'0,"1"-1"-1"0"0,-1 0 1 0 0,0 0 0 0 0,-1 0 0 0 0,1 0-1 0 0,0 0 1 0 0,-1 0 0 0 0,0 0 0 0 0,1-6-1 0 0,-6 8-612 0 0,0 1-1 0 0,0 0 1 0 0,1 0-1 0 0,-1 0 1 0 0,0 0-1 0 0,1 1 1 0 0,-1 0 0 0 0,0 0-1 0 0,1 0 1 0 0,-1 1-1 0 0,1-1 1 0 0,0 1-1 0 0,-1 0 1 0 0,1 0-1 0 0,0 1 1 0 0,-6 4-1 0 0,6-5-73 0 0,1 0-1 0 0,-1 1 1 0 0,1-1 0 0 0,0 1-1 0 0,0 0 1 0 0,0 0 0 0 0,0 0-1 0 0,1 0 1 0 0,-1 1 0 0 0,1-1-1 0 0,0 1 1 0 0,0-1 0 0 0,0 1-1 0 0,0 0 1 0 0,1 0-1 0 0,0 0 1 0 0,-1 0 0 0 0,0 8-1 0 0,3-9-41 0 0,-1-1 1 0 0,1 1-1 0 0,-1 0 0 0 0,1-1 0 0 0,0 1 0 0 0,0-1 1 0 0,1 1-1 0 0,-1-1 0 0 0,0 1 0 0 0,1-1 0 0 0,-1 0 0 0 0,1 0 1 0 0,0 1-1 0 0,0-1 0 0 0,4 3 0 0 0,35 26 114 0 0,-34-26-91 0 0,4 3 34 0 0,0 0 0 0 0,-1 1-1 0 0,0 1 1 0 0,0-1 0 0 0,-1 2 0 0 0,0-1 0 0 0,12 21 0 0 0,-20-30 7 0 0,-2 2-52 0 0,0 1 1 0 0,0-1 0 0 0,-1 0 0 0 0,1 0-1 0 0,-1 1 1 0 0,1-1 0 0 0,-1 0 0 0 0,0-1-1 0 0,0 1 1 0 0,-1 0 0 0 0,1 0 0 0 0,0-1-1 0 0,-1 0 1 0 0,1 1 0 0 0,-1-1-1 0 0,0 0 1 0 0,0 0 0 0 0,0 0 0 0 0,0-1-1 0 0,0 1 1 0 0,0-1 0 0 0,-5 2 0 0 0,-10 5-197 0 0,-1-1 1 0 0,-28 7 0 0 0,-5-6-2239 0 0,18-12-2289 0 0,20 0 1854 0 0</inkml:trace>
</inkml:ink>
</file>

<file path=ppt/ink/ink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6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12 472 0 0,'16'-3'428'0'0,"-2"-2"-40"0"0,-2 4 252 0 0,6-1-476 0 0,-6 2-524 0 0</inkml:trace>
</inkml:ink>
</file>

<file path=ppt/ink/ink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3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0 493 228 0 0,'0'0'3138'0'0,"7"-1"-2771"0"0,7-3 66 0 0,1-1-1 0 0,-1 0 1 0 0,1-1 0 0 0,-2-1 0 0 0,21-12-1 0 0,-8 1-23 0 0,-1-1 1 0 0,-2-1-1 0 0,1-2 0 0 0,-2 0 0 0 0,-1-1 0 0 0,34-50 1 0 0,-50 65-335 0 0,-1 0 0 0 0,-1-1 1 0 0,1 0-1 0 0,-1 1 1 0 0,-1-1-1 0 0,1-1 1 0 0,-1 1-1 0 0,-1 0 1 0 0,0 0-1 0 0,0-1 0 0 0,-1 1 1 0 0,0 0-1 0 0,-1-1 1 0 0,0 1-1 0 0,-1 0 1 0 0,1 0-1 0 0,-2 0 1 0 0,1 0-1 0 0,-1 0 0 0 0,-1 0 1 0 0,1 1-1 0 0,-1-1 1 0 0,-1 1-1 0 0,-6-10 1 0 0,10 17-72 0 0,0 0 1 0 0,0 0 0 0 0,0-1-1 0 0,0 1 1 0 0,0 0 0 0 0,0 0-1 0 0,0 0 1 0 0,0 0 0 0 0,-1 0-1 0 0,1 0 1 0 0,0 1 0 0 0,-1-1-1 0 0,1 0 1 0 0,0 1 0 0 0,-1-1 0 0 0,1 1-1 0 0,-1-1 1 0 0,1 1 0 0 0,-1 0-1 0 0,1-1 1 0 0,-1 1 0 0 0,1 0-1 0 0,-1 0 1 0 0,1 0 0 0 0,-3 0-1 0 0,3 1-1 0 0,-1 0 0 0 0,0 0 0 0 0,0 0 0 0 0,1 1-1 0 0,-1-1 1 0 0,1 0 0 0 0,-1 1 0 0 0,1-1 0 0 0,-1 1 0 0 0,1-1-1 0 0,0 1 1 0 0,0-1 0 0 0,-1 1 0 0 0,1 0 0 0 0,1 0 0 0 0,-2 2-1 0 0,-2 5 1 0 0,1 0-1 0 0,0 0 1 0 0,0 0-1 0 0,1 1 1 0 0,0-1 0 0 0,0 16-1 0 0,4 15 17 0 0,2 0 0 0 0,18 76 0 0 0,-14-88-10 0 0,-2 0-1 0 0,-1 0 1 0 0,-1 1-1 0 0,-1 0 1 0 0,-2-1-1 0 0,-1 1 1 0 0,-5 39-1 0 0,5-64-6 0 0,-1 0 0 0 0,0-1 0 0 0,0 1 0 0 0,0 0 0 0 0,-1 0 0 0 0,1-1 0 0 0,-1 1 0 0 0,0-1 0 0 0,0 0 0 0 0,0 1 0 0 0,0-1 0 0 0,-1 0 0 0 0,1 0 0 0 0,-1-1 0 0 0,0 1 0 0 0,0 0 0 0 0,0-1 0 0 0,0 0 0 0 0,0 1 0 0 0,0-1-1 0 0,-1-1 1 0 0,1 1 0 0 0,-1 0 0 0 0,0-1 0 0 0,1 0 0 0 0,-1 1 0 0 0,0-2 0 0 0,0 1 0 0 0,1 0 0 0 0,-1-1 0 0 0,0 0 0 0 0,0 1 0 0 0,0-1 0 0 0,0-1 0 0 0,0 1 0 0 0,1-1 0 0 0,-1 0 0 0 0,0 1 0 0 0,0-2 0 0 0,1 1 0 0 0,-1 0 0 0 0,0-1 0 0 0,1 1 0 0 0,-1-1-1 0 0,1 0 1 0 0,-5-4 0 0 0,5 3-1 0 0,0 0-1 0 0,0 0 1 0 0,0 0 0 0 0,1-1-1 0 0,-1 1 1 0 0,1-1-1 0 0,0 0 1 0 0,0 0-1 0 0,0 0 1 0 0,0 0-1 0 0,1 0 1 0 0,-1 0-1 0 0,1 0 1 0 0,0 0-1 0 0,1 0 1 0 0,-1-1 0 0 0,1 1-1 0 0,0 0 1 0 0,0-1-1 0 0,0 1 1 0 0,0 0-1 0 0,1-1 1 0 0,-1 1-1 0 0,3-5 1 0 0,-3 4-5 0 0,1 1 0 0 0,0-1 1 0 0,1 0-1 0 0,-1 0 0 0 0,1 1 1 0 0,0-1-1 0 0,0 1 0 0 0,0 0 0 0 0,1-1 1 0 0,0 1-1 0 0,0 0 0 0 0,0 1 0 0 0,0-1 1 0 0,0 0-1 0 0,1 1 0 0 0,-1 0 1 0 0,1 0-1 0 0,0 0 0 0 0,0 0 0 0 0,6-3 1 0 0,12-2-294 0 0,8-3-1259 0 0,-5 6-3453 0 0,-8 2 2443 0 0</inkml:trace>
</inkml:ink>
</file>

<file path=ppt/ink/ink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3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8 376 0 0,'4'-8'7147'0'0,"8"41"-6625"0"0,-1 1 0 0 0,-1 0 1 0 0,-3 1-1 0 0,5 40 0 0 0,-11-68-459 0 0,0-4-32 0 0,-1 0 1 0 0,1 0-1 0 0,-1 0 1 0 0,0 0-1 0 0,0 0 1 0 0,0 0-1 0 0,0 0 1 0 0,-1 0-1 0 0,-1 4 1 0 0,-5 17 248 0 0,-4 3-68 0 0,10-25-260 0 0,-4 3-149 0 0,-9-23-8646 0 0</inkml:trace>
</inkml:ink>
</file>

<file path=ppt/ink/ink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4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60 624 0 0,'18'-9'624'0'0,"0"1"-24"0"0,-2 1-76 0 0,2 0-44 0 0,-4 1-40 0 0,3 0-48 0 0,-2 1-44 0 0,0 1-36 0 0,-1 1-16 0 0,-1 1-40 0 0,-3 0 152 0 0,9 2-400 0 0,-5 2-672 0 0,-5 0-2972 0 0</inkml:trace>
</inkml:ink>
</file>

<file path=ppt/ink/ink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7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71 576 0 0,'-32'-16'4600'0'0,"16"12"-3942"0"0,1 1 0 0 0,-1 0-1 0 0,0 1 1 0 0,-31-1-1 0 0,45 3-546 0 0,-36 1 1505 0 0,61-3-1542 0 0,474-35 379 0 0,-477 36-439 0 0,26 3 52 0 0,-45-2-77 0 0,-1 0-1 0 0,0 0 1 0 0,0 0-1 0 0,1 0 1 0 0,-1 0-1 0 0,0 0 1 0 0,0 0-1 0 0,1 0 0 0 0,-1 0 1 0 0,0 0-1 0 0,1 0 1 0 0,-1 1-1 0 0,0-1 1 0 0,0 0-1 0 0,0 0 1 0 0,1 0-1 0 0,-1 0 1 0 0,0 1-1 0 0,0-1 1 0 0,0 0-1 0 0,1 0 0 0 0,-1 1 1 0 0,0-1-1 0 0,0 0 1 0 0,0 0-1 0 0,0 1 1 0 0,0-1-1 0 0,1 0 1 0 0,-1 0-1 0 0,0 1 1 0 0,0-1-1 0 0,0 0 1 0 0,0 1-1 0 0,0-1 0 0 0,0 0 1 0 0,0 0-1 0 0,0 1 1 0 0,0-1-1 0 0,0 0 1 0 0,0 1-1 0 0,0-1 1 0 0,0 0-1 0 0,0 0 1 0 0,-1 1-1 0 0,1-1 1 0 0,0 0-1 0 0,0 0 0 0 0,0 1 1 0 0,0-1-1 0 0,0 0 1 0 0,-1 0-1 0 0,1 1 1 0 0,0-1-1 0 0,0 0 1 0 0,0 0-1 0 0,-1 0 1 0 0,1 1-1 0 0,0-1 1 0 0,-15 15-1170 0 0,-12 0-4000 0 0</inkml:trace>
</inkml:ink>
</file>

<file path=ppt/ink/ink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48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12 568 0 0,'0'0'1663'0'0,"9"-11"2624"0"0,-83 152-3749 0 0,65-112-454 0 0,9-27-88 0 0,6 13 29 0 0,0-11-18 0 0,53 2 63 0 0,-54-6-70 0 0,0 0-1 0 0,0 0 1 0 0,0 1-1 0 0,0-1 1 0 0,0 1 0 0 0,0 0-1 0 0,0 1 1 0 0,0-1-1 0 0,-1 1 1 0 0,1 0 0 0 0,0 0-1 0 0,-1 1 1 0 0,1-1-1 0 0,-1 1 1 0 0,0 0 0 0 0,0 0-1 0 0,0 0 1 0 0,0 1-1 0 0,-1-1 1 0 0,1 1 0 0 0,-1 0-1 0 0,0 0 1 0 0,0 0-1 0 0,0 0 1 0 0,3 9 0 0 0,-3-6 4 0 0,0 1 1 0 0,-1 0-1 0 0,-1-1 1 0 0,1 1 0 0 0,-1 0-1 0 0,-1 0 1 0 0,1 0-1 0 0,-1 0 1 0 0,-1 0 0 0 0,1 0-1 0 0,-1 0 1 0 0,-1 0 0 0 0,1-1-1 0 0,-1 1 1 0 0,-1 0-1 0 0,-4 9 1 0 0,2-6 154 0 0,-1 0-1 0 0,0-1 1 0 0,-1 0-1 0 0,0-1 1 0 0,-1 1-1 0 0,0-1 1 0 0,0-1 0 0 0,-1 0-1 0 0,0 0 1 0 0,-1 0-1 0 0,1-1 1 0 0,-1-1-1 0 0,-1 0 1 0 0,1 0 0 0 0,-1-1-1 0 0,0 0 1 0 0,0-1-1 0 0,-22 6 1 0 0,32-10-126 0 0,-1 0-1 0 0,1 0 1 0 0,0 0 0 0 0,-1 0-1 0 0,1 0 1 0 0,-1 0 0 0 0,1 0-1 0 0,-1 0 1 0 0,1-1 0 0 0,0 1-1 0 0,-1 0 1 0 0,1-1 0 0 0,0 1-1 0 0,-1-1 1 0 0,1 0 0 0 0,0 1-1 0 0,-1-1 1 0 0,1 0 0 0 0,0 0-1 0 0,0 0 1 0 0,0 0 0 0 0,0 0-1 0 0,0 0 1 0 0,0 0 0 0 0,0 0-1 0 0,0 0 1 0 0,0 0 0 0 0,1 0-1 0 0,-1-1 1 0 0,0 1 0 0 0,1 0-1 0 0,-1-1 1 0 0,1 1 0 0 0,0 0-1 0 0,-1-3 1 0 0,0 2 26 0 0,13-27 151 0 0,-5 25-394 0 0,-1 1 0 0 0,1-1-1 0 0,-1 2 1 0 0,1-1-1 0 0,0 1 1 0 0,0 0 0 0 0,11-2-1 0 0,32 0-5546 0 0,-31 4 3165 0 0</inkml:trace>
</inkml:ink>
</file>

<file path=ppt/ink/ink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4:51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71 664 0 0,'32'-71'12033'0'0,"-36"76"-11890"0"0,-19 29 133 0 0,-2-1 1 0 0,-36 34-1 0 0,-12 17-6 0 0,46-53-182 0 0,-19 27 18 0 0,46-57-85 0 0,0 2-22 0 0,1-1 1 0 0,-1 0-1 0 0,1 1 1 0 0,0-1-1 0 0,0 0 1 0 0,0 1-1 0 0,0-1 1 0 0,1 0-1 0 0,-1 0 1 0 0,0 0-1 0 0,1 0 1 0 0,0 0-1 0 0,-1 0 0 0 0,1 0 1 0 0,0-1-1 0 0,0 1 1 0 0,0-1-1 0 0,0 1 1 0 0,0-1-1 0 0,0 0 1 0 0,1 0-1 0 0,-1 0 1 0 0,3 1-1 0 0,64 22-19 0 0,-55-20 12 0 0,30 9-91 0 0,49 8 1 0 0,-83-19 26 0 0,1-1 0 0 0,-1 1 0 0 0,1-2 0 0 0,-1 0 0 0 0,1 0 0 0 0,-1-1 0 0 0,1 0 0 0 0,-1 0 0 0 0,0-1 0 0 0,1-1 0 0 0,9-3 0 0 0,-13 2 17 0 0,-1 0 0 0 0,1-1 1 0 0,-1 1-1 0 0,0-1 0 0 0,0 0 1 0 0,-1-1-1 0 0,0 1 0 0 0,0-1 1 0 0,0 0-1 0 0,6-10 0 0 0,34-70-123 0 0,-40 74 177 0 0,-12 28 498 0 0,-91 186 145 0 0,61-138-565 0 0,18-30-181 0 0,-1-1 0 0 0,-1 0 0 0 0,-2-2 1 0 0,-35 38-1 0 0,-30 10-2180 0 0,27-30-2646 0 0,24-20 1696 0 0</inkml:trace>
</inkml:ink>
</file>

<file path=ppt/ink/ink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4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39 164 0 0,'-7'-5'334'0'0,"-1"0"-1"0"0,0 0 1 0 0,-1 1 0 0 0,1 0 0 0 0,-1 1-1 0 0,1 0 1 0 0,-1 0 0 0 0,0 1-1 0 0,-12-2 1 0 0,16 4-237 0 0,1 0 0 0 0,-1 0-1 0 0,0 0 1 0 0,1 1 0 0 0,-1-1-1 0 0,1 1 1 0 0,0 0 0 0 0,-1 1-1 0 0,1-1 1 0 0,0 1 0 0 0,-1 0-1 0 0,1 0 1 0 0,0 0 0 0 0,1 1-1 0 0,-1-1 1 0 0,0 1 0 0 0,1 0-1 0 0,-1 0 1 0 0,1 0 0 0 0,-5 6-1 0 0,-4 7 20 0 0,0 0-1 0 0,2 0 1 0 0,-1 1 0 0 0,2 1-1 0 0,0 0 1 0 0,1 0 0 0 0,1 0-1 0 0,1 1 1 0 0,1 0-1 0 0,0 1 1 0 0,1-1 0 0 0,1 1-1 0 0,1 0 1 0 0,1-1-1 0 0,2 25 1 0 0,-1-29-72 0 0,2 0-1 0 0,0-1 1 0 0,0 1-1 0 0,1 0 1 0 0,1-1 0 0 0,1 1-1 0 0,0-1 1 0 0,1-1-1 0 0,0 1 1 0 0,1-1-1 0 0,0 0 1 0 0,1 0 0 0 0,1-1-1 0 0,0 0 1 0 0,1 0-1 0 0,0-1 1 0 0,0-1-1 0 0,1 0 1 0 0,1 0 0 0 0,19 12-1 0 0,-19-15-17 0 0,0-1 0 0 0,0 0 0 0 0,1-1-1 0 0,0 0 1 0 0,0-1 0 0 0,0 0 0 0 0,0-2 0 0 0,1 1 0 0 0,-1-1-1 0 0,1-1 1 0 0,-1-1 0 0 0,1 0 0 0 0,21-3 0 0 0,-26 2 3 0 0,0-1 0 0 0,0 0 0 0 0,-1 0 0 0 0,1-1 0 0 0,-1 0 1 0 0,1-1-1 0 0,-1 0 0 0 0,0 0 0 0 0,0-1 0 0 0,-1 0 0 0 0,0 0 0 0 0,0-1 1 0 0,0 1-1 0 0,0-2 0 0 0,-1 1 0 0 0,0-1 0 0 0,0 0 0 0 0,-1 0 0 0 0,0-1 1 0 0,0 1-1 0 0,6-14 0 0 0,-4 2 38 0 0,-1 0 0 0 0,0 0 0 0 0,-2-1 0 0 0,0 0 0 0 0,-1 0 0 0 0,-1 0 1 0 0,-1 0-1 0 0,0 0 0 0 0,-2-1 0 0 0,-1 1 0 0 0,-3-21 0 0 0,-2 7 35 0 0,-1 0-1 0 0,-1 0 1 0 0,-2 1-1 0 0,-1 0 1 0 0,-27-50 0 0 0,36 77 36 0 0,-13-20-473 0 0,9 25-248 0 0,2 16-113 0 0,5-13 369 0 0,0 1 0 0 0,0-1 0 0 0,1 1 1 0 0,-1-1-1 0 0,0 0 0 0 0,1 1 0 0 0,-1-1 0 0 0,1 1 0 0 0,0-1 0 0 0,0 0 0 0 0,0 0 0 0 0,2 4 0 0 0,-2-4 21 0 0,10 20-2332 0 0</inkml:trace>
</inkml:ink>
</file>

<file path=ppt/ink/ink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5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1 167 12165 0 0,'4'-5'-4'0'0,"-1"-1"1"0"0,1 1-1 0 0,-1-1 0 0 0,0 0 0 0 0,-1 0 0 0 0,1 0 1 0 0,-1 0-1 0 0,-1 0 0 0 0,1 0 0 0 0,-1 0 0 0 0,0-1 1 0 0,1-9-1 0 0,0-3 191 0 0,-2 16-109 0 0,0-1 0 0 0,0 0 0 0 0,0 0 0 0 0,1 1 0 0 0,0-1 0 0 0,0 0 0 0 0,0 1 0 0 0,0-1 0 0 0,0 1 0 0 0,1-1 0 0 0,-1 1 0 0 0,1 0 0 0 0,0 0 0 0 0,0-1 0 0 0,4-3 0 0 0,-3 7-67 0 0,0-1 0 0 0,0 1 0 0 0,0 0 0 0 0,0 0 0 0 0,1 0 0 0 0,-1 0 0 0 0,0 1 0 0 0,0-1 0 0 0,0 1 0 0 0,0 0 1 0 0,0 0-1 0 0,0 0 0 0 0,0 0 0 0 0,0 1 0 0 0,5 2 0 0 0,32 24-1479 0 0,2 2-5420 0 0,-26-23 3864 0 0</inkml:trace>
</inkml:ink>
</file>

<file path=ppt/ink/ink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5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8 0 0,'7'-9'1132'0'0,"-3"4"-414"0"0,0 0 0 0 0,1 0 0 0 0,-1 0-1 0 0,1 1 1 0 0,0 0 0 0 0,0 0-1 0 0,9-6 1 0 0,-11 9-657 0 0,0 0 1 0 0,0 1-1 0 0,0-1 0 0 0,0 1 1 0 0,0-1-1 0 0,0 1 0 0 0,0 0 1 0 0,0 0-1 0 0,0 0 0 0 0,0 0 1 0 0,0 1-1 0 0,0-1 0 0 0,0 1 1 0 0,0 0-1 0 0,0 0 0 0 0,0 0 1 0 0,0 0-1 0 0,0 0 0 0 0,3 3 1 0 0,26 12-4352 0 0,-22-13 2139 0 0</inkml:trace>
</inkml:ink>
</file>

<file path=ppt/ink/ink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0 156 16 0 0,'5'-14'3187'0'0,"7"-20"2375"0"0,-3 15-4693 0 0,-8 17-654 0 0,31-22 838 0 0,-18 16-947 0 0,0 0 0 0 0,1 0 0 0 0,-1 1 0 0 0,1 1 0 0 0,1 0 0 0 0,-1 1 0 0 0,1 1 0 0 0,0 1 0 0 0,0 0 0 0 0,0 1 0 0 0,27-1 0 0 0,-40 3-99 0 0,-1 0-1 0 0,0 0 1 0 0,1 1 0 0 0,-1-1 0 0 0,0 0 0 0 0,0 1-1 0 0,1 0 1 0 0,-1-1 0 0 0,0 1 0 0 0,0 0 0 0 0,0 0 0 0 0,0 0-1 0 0,0 0 1 0 0,0 1 0 0 0,0-1 0 0 0,0 0 0 0 0,0 1-1 0 0,-1-1 1 0 0,1 1 0 0 0,-1 0 0 0 0,1 0 0 0 0,-1-1 0 0 0,1 1-1 0 0,0 3 1 0 0,-1-2 12 0 0,0 1 0 0 0,0-1 1 0 0,-1 1-1 0 0,1 0 0 0 0,-1-1 0 0 0,0 1 0 0 0,0 0 0 0 0,0-1 0 0 0,-1 1 1 0 0,1 0-1 0 0,-1-1 0 0 0,0 1 0 0 0,-2 5 0 0 0,-4 9 73 0 0,0-1 1 0 0,-1 0-1 0 0,-1-1 1 0 0,-18 25-1 0 0,12-22-31 0 0,10-13-38 0 0,1 0 0 0 0,-1 0 1 0 0,1 1-1 0 0,0-1 0 0 0,-3 8 1 0 0,7-12-14 0 0,19 17 30 0 0,0-11-31 0 0,-1 1 1 0 0,0 1-1 0 0,25 17 0 0 0,-39-24-7 0 0,0 0-1 0 0,0 1 0 0 0,0-1 1 0 0,0 1-1 0 0,-1-1 0 0 0,0 1 1 0 0,1 0-1 0 0,-1 0 0 0 0,-1 1 0 0 0,1-1 1 0 0,-1 1-1 0 0,1-1 0 0 0,-1 1 1 0 0,-1 0-1 0 0,1 0 0 0 0,-1-1 1 0 0,0 1-1 0 0,0 0 0 0 0,1 7 1 0 0,-3-9 2 0 0,0 1 0 0 0,1 0 1 0 0,-1 0-1 0 0,-1-1 1 0 0,1 1-1 0 0,0-1 0 0 0,-1 1 1 0 0,0-1-1 0 0,0 0 1 0 0,0 1-1 0 0,0-1 0 0 0,-1 0 1 0 0,1 0-1 0 0,-1-1 1 0 0,1 1-1 0 0,-1 0 0 0 0,0-1 1 0 0,0 0-1 0 0,-4 3 1 0 0,-6 3 4 0 0,0 0 0 0 0,0-1 0 0 0,-19 8 0 0 0,1-4 7 0 0,-60 12 0 0 0,51-13-1178 0 0,37-10 469 0 0</inkml:trace>
</inkml:ink>
</file>

<file path=ppt/ink/ink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6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0 102 256 0 0,'22'-24'4262'0'0,"-15"16"-3698"0"0,1 1 1 0 0,0 0-1 0 0,0 1 0 0 0,1-1 1 0 0,0 2-1 0 0,0-1 1 0 0,1 1-1 0 0,-1 1 1 0 0,20-7-1 0 0,-21 8-501 0 0,0 1 1 0 0,0 0-1 0 0,1 0 0 0 0,-1 1 1 0 0,0 0-1 0 0,1 1 1 0 0,-1 0-1 0 0,1 0 0 0 0,-1 1 1 0 0,0 0-1 0 0,1 0 0 0 0,-1 1 1 0 0,10 3-1 0 0,-17-4-52 0 0,1-1 0 0 0,-1 1 0 0 0,0-1 0 0 0,0 1 0 0 0,0 0 0 0 0,0 0 1 0 0,0-1-1 0 0,0 1 0 0 0,0 0 0 0 0,0 0 0 0 0,-1 0 0 0 0,1 0 0 0 0,0 0 0 0 0,0 0 0 0 0,-1 0 0 0 0,1 1 0 0 0,-1-1 0 0 0,1 0 0 0 0,-1 0 0 0 0,1 0 1 0 0,-1 1-1 0 0,0-1 0 0 0,0 0 0 0 0,0 0 0 0 0,1 1 0 0 0,-1-1 0 0 0,0 0 0 0 0,0 0 0 0 0,-1 1 0 0 0,1-1 0 0 0,0 2 0 0 0,-16 45 239 0 0,7-25-165 0 0,9-15-73 0 0,-1 0 1 0 0,1 0 0 0 0,0 0-1 0 0,0-1 1 0 0,1 1 0 0 0,0 0-1 0 0,0 0 1 0 0,1-1-1 0 0,0 1 1 0 0,1 0 0 0 0,-1-1-1 0 0,1 0 1 0 0,1 0 0 0 0,-1 0-1 0 0,1 0 1 0 0,1 0-1 0 0,7 9 1 0 0,19 37 61 0 0,-30-50-69 0 0,1 0 0 0 0,-1 0 0 0 0,0 0 0 0 0,0 0 0 0 0,0 0 0 0 0,-1 1 0 0 0,1-1 0 0 0,-1 0 0 0 0,0 0 0 0 0,0 1 0 0 0,0-1 0 0 0,0 0 0 0 0,0 0 0 0 0,-1 1 0 0 0,1-1 0 0 0,-1 0 0 0 0,0 0 0 0 0,0 0 0 0 0,0 0 0 0 0,-1 0 0 0 0,1 0 0 0 0,-1 0 0 0 0,1 0 0 0 0,-1 0 0 0 0,0-1 1 0 0,0 1-1 0 0,0-1 0 0 0,-1 0 0 0 0,1 1 0 0 0,0-1 0 0 0,-1 0 0 0 0,0 0 0 0 0,1 0 0 0 0,-1-1 0 0 0,-5 3 0 0 0,-11 7 69 0 0,-2-2 0 0 0,1 0 0 0 0,-1-1 1 0 0,-25 6-1 0 0,22-7-40 0 0,-44 14-1562 0 0,66-20 526 0 0</inkml:trace>
</inkml:ink>
</file>

<file path=ppt/ink/ink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7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0 128 416 0 0,'0'0'1244'0'0,"0"-41"2593"0"0,1 37-3722 0 0,0 1 0 0 0,0-1 1 0 0,0 1-1 0 0,1-1 0 0 0,-1 1 0 0 0,1 0 0 0 0,0 0 0 0 0,0 0 0 0 0,0 0 0 0 0,0 0 0 0 0,1 0 1 0 0,-1 1-1 0 0,1-1 0 0 0,0 1 0 0 0,0-1 0 0 0,-1 1 0 0 0,1 0 0 0 0,1 0 0 0 0,-1 1 0 0 0,0-1 1 0 0,0 1-1 0 0,1-1 0 0 0,4 0 0 0 0,2-3-25 0 0,1 1 0 0 0,0 1 0 0 0,0 0 0 0 0,1 0 0 0 0,-1 1 0 0 0,16-1 0 0 0,-23 3-80 0 0,-1 0-1 0 0,1 0 1 0 0,-1 0-1 0 0,1 0 1 0 0,-1 1-1 0 0,0-1 0 0 0,1 1 1 0 0,-1 0-1 0 0,0 0 1 0 0,1 0-1 0 0,-1 0 1 0 0,0 1-1 0 0,0-1 1 0 0,0 1-1 0 0,0 0 1 0 0,0 0-1 0 0,0 0 1 0 0,-1 0-1 0 0,1 0 1 0 0,-1 0-1 0 0,1 1 1 0 0,-1 0-1 0 0,0-1 0 0 0,0 1 1 0 0,0 0-1 0 0,2 5 1 0 0,-2-2-1 0 0,0 0-1 0 0,-1 0 1 0 0,0 1 0 0 0,0-1 0 0 0,-1 0 0 0 0,0 0-1 0 0,0 0 1 0 0,0 0 0 0 0,-1 1 0 0 0,0-1-1 0 0,0 0 1 0 0,0 0 0 0 0,-1 0 0 0 0,-2 6 0 0 0,-7 13 87 0 0,-1 0-1 0 0,-1-1 1 0 0,-1-1 0 0 0,-1 0 0 0 0,-1 0 0 0 0,-33 34 0 0 0,26-30 189 0 0,20-24-222 0 0,1 0-1 0 0,-1 1 1 0 0,1-1-1 0 0,-1 1 1 0 0,1 0-1 0 0,0-1 0 0 0,0 1 1 0 0,-1 4-1 0 0,-1-4 48 0 0,1 1 266 0 0,7-3-353 0 0,1 0 1 0 0,-1 0-1 0 0,0 0 0 0 0,0-1 0 0 0,1 0 0 0 0,-1 0 0 0 0,1 0 0 0 0,-1 0 0 0 0,0-1 0 0 0,8 0 1 0 0,55-3 48 0 0,-24 0-791 0 0,15-7-5433 0 0,-41 6 3486 0 0</inkml:trace>
</inkml:ink>
</file>

<file path=ppt/ink/ink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8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7 104 0 0,'0'0'3508'0'0,"-3"-7"-2904"0"0,3 8-538 0 0,0-1-1 0 0,0 0 1 0 0,0 0-1 0 0,0 0 1 0 0,0 0-1 0 0,0 0 1 0 0,0 0-1 0 0,0 0 1 0 0,0 1-1 0 0,0-1 1 0 0,0 0-1 0 0,0 0 1 0 0,0 0-1 0 0,0 0 1 0 0,0 0-1 0 0,0 0 1 0 0,0 1-1 0 0,0-1 1 0 0,0 0-1 0 0,0 0 1 0 0,0 0-1 0 0,-1 0 1 0 0,1 0-1 0 0,0 0 1 0 0,0 0-1 0 0,0 0 1 0 0,0 0-1 0 0,0 1 1 0 0,0-1-1 0 0,0 0 1 0 0,0 0-1 0 0,0 0 1 0 0,-1 0-1 0 0,1 0 1 0 0,0 0-1 0 0,0 0 1 0 0,0 0-1 0 0,0 0 1 0 0,0 0-1 0 0,0 0 1 0 0,0 0-1 0 0,-1 0 1 0 0,1 0-1 0 0,0 0 1 0 0,0 0-1 0 0,0 0 1 0 0,0 0-1 0 0,0 0 1 0 0,-1 0-1 0 0,4 18 347 0 0,0-1 0 0 0,1 1-1 0 0,0-1 1 0 0,2 0-1 0 0,12 28 1 0 0,-10-25-68 0 0,0 0 1 0 0,-1 1-1 0 0,-2 0 1 0 0,5 23-1 0 0,-10-42-286 0 0,0 1 0 0 0,0 0-1 0 0,0-1 1 0 0,0 1 0 0 0,-1-1 0 0 0,1 1 0 0 0,-1 0-1 0 0,1-1 1 0 0,-1 1 0 0 0,0-1 0 0 0,0 1-1 0 0,0-1 1 0 0,0 0 0 0 0,-1 1 0 0 0,1-1 0 0 0,-1 0-1 0 0,1 0 1 0 0,-1 0 0 0 0,0 0 0 0 0,0 0 0 0 0,0 0-1 0 0,0-1 1 0 0,0 1 0 0 0,0-1 0 0 0,0 1-1 0 0,0-1 1 0 0,-5 2 0 0 0,-3 2-319 0 0,-1-1-1 0 0,1-1 1 0 0,-1 0-1 0 0,-19 3 1 0 0,27-5 44 0 0,2-1-59 0 0,-13 0-1670 0 0,7-3-2171 0 0,-5-3 1055 0 0</inkml:trace>
</inkml:ink>
</file>

<file path=ppt/ink/ink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08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95 544 0 0,'32'-24'968'0'0,"-6"7"-72"0"0,-1 1-96 0 0,-3 6-44 0 0,4 0-92 0 0,0 2-76 0 0,-6 3-59 0 0,-1 2-33 0 0,0 1-80 0 0,-1 4-84 0 0,-2 0-300 0 0,3-1-376 0 0,-6 3-772 0 0,0 2-1205 0 0</inkml:trace>
</inkml:ink>
</file>

<file path=ppt/ink/ink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1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90 184 0 0,'0'0'628'0'0,"-2"-2"284"0"0,1 0 1 0 0,-1 0-1 0 0,0 0 0 0 0,1 0 0 0 0,-1-1 1 0 0,1 1-1 0 0,0-1 0 0 0,0 1 1 0 0,-2-6-1 0 0,11 2-801 0 0,1-1 1 0 0,-1 1-1 0 0,1 1 0 0 0,0 0 0 0 0,0 0 1 0 0,1 1-1 0 0,0 0 0 0 0,0 1 1 0 0,0 0-1 0 0,19-4 0 0 0,-16 5-78 0 0,-1 0-1 0 0,1 1 0 0 0,0 0 0 0 0,0 1 1 0 0,0 0-1 0 0,0 1 0 0 0,-1 0 0 0 0,25 7 1 0 0,-35-8-30 0 0,0 1 1 0 0,1-1 0 0 0,-1 1 0 0 0,0 0-1 0 0,1 0 1 0 0,-1 0 0 0 0,0 0-1 0 0,0 0 1 0 0,0 0 0 0 0,0 1 0 0 0,0-1-1 0 0,0 1 1 0 0,0-1 0 0 0,-1 1-1 0 0,1 0 1 0 0,0 0 0 0 0,-1-1-1 0 0,0 1 1 0 0,1 0 0 0 0,-1 1 0 0 0,0-1-1 0 0,0 0 1 0 0,0 0 0 0 0,0 0-1 0 0,0 1 1 0 0,-1-1 0 0 0,1 0 0 0 0,-1 1-1 0 0,1-1 1 0 0,-1 1 0 0 0,0-1-1 0 0,0 5 1 0 0,-3 4 7 0 0,0 0-1 0 0,0 0 1 0 0,-1-1-1 0 0,0 1 1 0 0,-1-1-1 0 0,-6 11 1 0 0,-14 34 31 0 0,25-52-44 0 0,0 0-1 0 0,0 0 0 0 0,0 0 1 0 0,1 0-1 0 0,-1 0 1 0 0,1 0-1 0 0,0-1 0 0 0,0 1 1 0 0,0 0-1 0 0,2 4 0 0 0,-3-6 7 0 0,11 10 0 0 0,1-1 0 0 0,-1 0 0 0 0,24 14-1 0 0,-20-14-7 0 0,0 1 0 0 0,22 21 0 0 0,-33-29 7 0 0,-1 1 0 0 0,0 0 0 0 0,0-1 0 0 0,0 1 0 0 0,0 0 0 0 0,-1 1 0 0 0,0-1 0 0 0,0 0 0 0 0,0 1 0 0 0,0-1 0 0 0,-1 1 0 0 0,1 0 0 0 0,-1-1 0 0 0,1 9 0 0 0,-3-10-1 0 0,1 0 0 0 0,-1 1 0 0 0,1-1 0 0 0,-1 0 0 0 0,0 0 1 0 0,0 1-1 0 0,0-1 0 0 0,-1 0 0 0 0,1 0 0 0 0,-1 0 0 0 0,0 0 0 0 0,1-1 0 0 0,-1 1 0 0 0,-1 0 0 0 0,1-1 0 0 0,0 1 0 0 0,-1-1 0 0 0,1 0 0 0 0,-1 0 1 0 0,1 0-1 0 0,-1 0 0 0 0,-4 2 0 0 0,-9 5 9 0 0,0 0 1 0 0,-30 11 0 0 0,37-16-14 0 0,-11 3 2 0 0,0 0 1 0 0,-1-2-1 0 0,1 0 0 0 0,-1-1 0 0 0,0-2 0 0 0,0 0 0 0 0,0-1 0 0 0,0 0 0 0 0,0-2 0 0 0,0-1 0 0 0,0-1 0 0 0,-37-9 0 0 0,58 12-78 0 0,-1 0 0 0 0,1 0 1 0 0,-1 0-1 0 0,1-1 0 0 0,0 1 0 0 0,-1 0 0 0 0,1 0 0 0 0,0-1 1 0 0,-1 1-1 0 0,1 0 0 0 0,0-1 0 0 0,-1 1 0 0 0,1 0 0 0 0,0-1 1 0 0,0 1-1 0 0,-1 0 0 0 0,1-1 0 0 0,0 1 0 0 0,0-1 0 0 0,0 1 0 0 0,0 0 1 0 0,0-1-1 0 0,-1 1 0 0 0,1-1 0 0 0,0 1 0 0 0,0-1 0 0 0,0 1 1 0 0,0 0-1 0 0,0-1 0 0 0,0 1 0 0 0,0-1 0 0 0,0 1 0 0 0,1-1 1 0 0,-1 1-1 0 0,0 0 0 0 0,0-1 0 0 0,0 1 0 0 0,0-1 0 0 0,0 1 1 0 0,1 0-1 0 0,-1-1 0 0 0,0 1 0 0 0,0-1 0 0 0,1 1 0 0 0,-1 0 1 0 0,0-1-1 0 0,1 1 0 0 0,-1 0 0 0 0,19-20-3491 0 0,-7 12 1087 0 0</inkml:trace>
</inkml:ink>
</file>

<file path=ppt/ink/ink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1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90 572 0 0,'-2'-10'959'0'0,"2"4"-392"0"0,-1 0 1 0 0,0 0-1 0 0,0 0 0 0 0,-1 0 1 0 0,0 0-1 0 0,-4-10 1 0 0,5 14-483 0 0,-1 0 0 0 0,1 0 1 0 0,-1 0-1 0 0,0 0 0 0 0,1 0 0 0 0,-1 0 1 0 0,0 1-1 0 0,0-1 0 0 0,0 1 0 0 0,0 0 0 0 0,-1-1 1 0 0,1 1-1 0 0,0 0 0 0 0,0 0 0 0 0,-1 0 1 0 0,1 1-1 0 0,-1-1 0 0 0,1 1 0 0 0,0-1 1 0 0,-1 1-1 0 0,1 0 0 0 0,-4 0 0 0 0,-3-1 5 0 0,0 2 0 0 0,0 0-1 0 0,-1 0 1 0 0,1 0 0 0 0,0 1-1 0 0,0 0 1 0 0,1 1-1 0 0,-1 0 1 0 0,-9 5 0 0 0,13-6-52 0 0,0 1 0 0 0,0 0 0 0 0,0 0 0 0 0,0 0 0 0 0,0 0 1 0 0,1 1-1 0 0,-1 0 0 0 0,1 0 0 0 0,0 0 0 0 0,1 0 0 0 0,-1 1 0 0 0,1-1 1 0 0,-1 1-1 0 0,1 0 0 0 0,1 0 0 0 0,-3 6 0 0 0,4-10-34 0 0,1 0 1 0 0,0 1-1 0 0,0-1 0 0 0,0 0 0 0 0,0 0 0 0 0,0 1 0 0 0,1-1 1 0 0,-1 0-1 0 0,0 0 0 0 0,0 0 0 0 0,1 1 0 0 0,-1-1 1 0 0,1 0-1 0 0,-1 0 0 0 0,1 0 0 0 0,-1 0 0 0 0,1 0 1 0 0,0 0-1 0 0,0 0 0 0 0,-1 0 0 0 0,1 0 0 0 0,0 0 0 0 0,0-1 1 0 0,0 1-1 0 0,0 0 0 0 0,0 0 0 0 0,0-1 0 0 0,0 1 1 0 0,0-1-1 0 0,0 1 0 0 0,0-1 0 0 0,1 1 0 0 0,-1-1 1 0 0,0 0-1 0 0,0 1 0 0 0,0-1 0 0 0,1 0 0 0 0,1 0 1 0 0,46 7 74 0 0,12-14-53 0 0,-53 5-6 0 0,0 1 0 0 0,0 0 0 0 0,0 0 0 0 0,0 0 1 0 0,-1 1-1 0 0,1 0 0 0 0,13 3 0 0 0,-20-3 6 0 0,0 0-1 0 0,0 1 0 0 0,0-1 0 0 0,0 1 1 0 0,0 0-1 0 0,0-1 0 0 0,-1 1 1 0 0,1 0-1 0 0,0 0 0 0 0,0-1 1 0 0,0 1-1 0 0,-1 0 0 0 0,1 0 1 0 0,-1 0-1 0 0,1 0 0 0 0,-1 0 0 0 0,1 0 1 0 0,-1 0-1 0 0,1 0 0 0 0,-1 0 1 0 0,0 0-1 0 0,1 0 0 0 0,-1 0 1 0 0,0 1-1 0 0,3 32 455 0 0,-3-21-283 0 0,0 3-49 0 0,0 0-1 0 0,-1-1 0 0 0,-1 1 0 0 0,0 0 0 0 0,-1-1 0 0 0,-1 0 1 0 0,-6 17-1 0 0,5-17-429 0 0,0-1 0 0 0,2 1 0 0 0,0 0 0 0 0,0 0 0 0 0,1 1 0 0 0,1 29 0 0 0,11-27-5165 0 0</inkml:trace>
</inkml:ink>
</file>

<file path=ppt/ink/ink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2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148 306 424 0 0,'20'-14'1055'0'0,"0"-1"0"0"0,-1 0 0 0 0,-1-2 0 0 0,0 0 1 0 0,-1-1-1 0 0,-1 0 0 0 0,24-38 0 0 0,-40 54-1008 0 0,1-1 1 0 0,0 1-1 0 0,-1-1 1 0 0,1 1-1 0 0,-1-1 1 0 0,0 1-1 0 0,0-1 0 0 0,0 0 1 0 0,0 1-1 0 0,0-1 1 0 0,-1 1-1 0 0,1-1 1 0 0,-1 1-1 0 0,1-1 1 0 0,-1 1-1 0 0,0-1 0 0 0,0 1 1 0 0,0 0-1 0 0,-2-3 1 0 0,0-1 21 0 0,0 1 1 0 0,0 0-1 0 0,0 0 1 0 0,-1 0-1 0 0,0 0 1 0 0,0 1-1 0 0,-5-5 1 0 0,-1 3-32 0 0,-1 1 0 0 0,1 0 0 0 0,-1 0 0 0 0,0 1 0 0 0,0 1 0 0 0,-1-1 0 0 0,1 2 1 0 0,-1 0-1 0 0,1 0 0 0 0,-1 1 0 0 0,0 1 0 0 0,0 0 0 0 0,1 0 0 0 0,-1 1 0 0 0,0 1 1 0 0,-12 2-1 0 0,22-3-36 0 0,0-1 1 0 0,0 1 0 0 0,0-1 0 0 0,0 1-1 0 0,1 0 1 0 0,-1 0 0 0 0,0 0 0 0 0,0 0 0 0 0,1 0-1 0 0,-1 0 1 0 0,1 0 0 0 0,-1 1 0 0 0,1-1-1 0 0,-1 0 1 0 0,1 1 0 0 0,0-1 0 0 0,0 1-1 0 0,-1 0 1 0 0,1-1 0 0 0,-1 4 0 0 0,1-1 0 0 0,-1 0 0 0 0,1 0 0 0 0,1 0 0 0 0,-1 0 1 0 0,1 0-1 0 0,-1 0 0 0 0,1 0 0 0 0,0 0 0 0 0,1 7 0 0 0,2 3 5 0 0,0-1-1 0 0,0 1 0 0 0,1-1 0 0 0,10 22 1 0 0,5 4 3 0 0,4 8 5 0 0,18 55 0 0 0,-37-89-13 0 0,0 0 1 0 0,-1 1-1 0 0,0 0 1 0 0,-1-1 0 0 0,0 1-1 0 0,-1 0 1 0 0,-1 0-1 0 0,0 0 1 0 0,-3 17-1 0 0,2-26 7 0 0,1-1-1 0 0,-1 0 1 0 0,0 0 0 0 0,0 0-1 0 0,-1 0 1 0 0,1 0-1 0 0,-1 0 1 0 0,0 0-1 0 0,0-1 1 0 0,0 1-1 0 0,0-1 1 0 0,-1 1 0 0 0,0-1-1 0 0,1 0 1 0 0,-1 0-1 0 0,-1 0 1 0 0,1 0-1 0 0,0 0 1 0 0,0-1-1 0 0,-1 1 1 0 0,0-1 0 0 0,1 0-1 0 0,-1 0 1 0 0,0-1-1 0 0,0 1 1 0 0,0-1-1 0 0,0 0 1 0 0,0 0-1 0 0,-8 1 1 0 0,10-2 6 0 0,-1 0-1 0 0,1 0 1 0 0,-1 0 0 0 0,1-1-1 0 0,-1 1 1 0 0,1-1 0 0 0,-1 1 0 0 0,1-1-1 0 0,-1 0 1 0 0,1 0 0 0 0,0 0-1 0 0,0-1 1 0 0,-1 1 0 0 0,1 0-1 0 0,0-1 1 0 0,0 1 0 0 0,0-1-1 0 0,1 0 1 0 0,-1 0 0 0 0,0 1-1 0 0,0-1 1 0 0,1 0 0 0 0,0-1-1 0 0,-1 1 1 0 0,1 0 0 0 0,0 0-1 0 0,-1-3 1 0 0,-1-1 20 0 0,1 0 0 0 0,0 0 0 0 0,0 0 0 0 0,1 0 0 0 0,-1-1 0 0 0,2 1-1 0 0,-1 0 1 0 0,0 0 0 0 0,2-8 0 0 0,1 2-49 0 0,0 0 0 0 0,1 0 0 0 0,1 0 0 0 0,0 1 0 0 0,0 0 0 0 0,1 0 0 0 0,0 0-1 0 0,1 0 1 0 0,1 1 0 0 0,0 0 0 0 0,0 0 0 0 0,1 1 0 0 0,0-1 0 0 0,0 2 0 0 0,11-9 0 0 0,-9 9-1196 0 0,-1 0 0 0 0,1 1 0 0 0,1 1 1 0 0,-1 0-1 0 0,13-6 0 0 0,-11 8-1520 0 0</inkml:trace>
</inkml:ink>
</file>

<file path=ppt/ink/ink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2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27 556 0 0,'5'-4'290'0'0,"0"1"0"0"0,0 0 0 0 0,0 0 0 0 0,0 1 0 0 0,1 0 0 0 0,-1 0 0 0 0,0 0 0 0 0,1 0 0 0 0,0 1 0 0 0,-1 0 0 0 0,1 0 0 0 0,0 1 0 0 0,-1-1 1 0 0,1 1-1 0 0,10 2 0 0 0,-15-2-205 0 0,1 0 0 0 0,0 1 0 0 0,0 0 0 0 0,0-1 1 0 0,0 1-1 0 0,0 0 0 0 0,-1 0 0 0 0,1 0 0 0 0,0 0 0 0 0,-1 0 1 0 0,1 0-1 0 0,-1 1 0 0 0,1-1 0 0 0,-1 0 0 0 0,0 1 1 0 0,0-1-1 0 0,1 1 0 0 0,1 3 0 0 0,-2-2-34 0 0,0 0 1 0 0,0 0-1 0 0,0 1 0 0 0,-1-1 0 0 0,1 0 0 0 0,-1 1 1 0 0,0-1-1 0 0,0 0 0 0 0,0 1 0 0 0,0-1 1 0 0,0 1-1 0 0,-1-1 0 0 0,0 0 0 0 0,-1 5 0 0 0,-7 20 362 0 0,-2-2 0 0 0,-1 1 0 0 0,0-2 1 0 0,-2 1-1 0 0,-1-2 0 0 0,-1 0 0 0 0,-37 41 0 0 0,52-64-369 0 0,1-1 0 0 0,-1 1 0 0 0,0-1 0 0 0,1 1 1 0 0,-1 0-1 0 0,1-1 0 0 0,-1 1 0 0 0,1 0 0 0 0,-1-1 1 0 0,1 1-1 0 0,-1 0 0 0 0,1-1 0 0 0,0 1 0 0 0,-1 0 0 0 0,1 0 1 0 0,0 0-1 0 0,0-1 0 0 0,-1 1 0 0 0,1 0 0 0 0,0 0 1 0 0,0 0-1 0 0,0 0 0 0 0,0-1 0 0 0,0 1 0 0 0,1 1 1 0 0,-1-1-25 0 0,1-1 1 0 0,0 1 0 0 0,0 0 0 0 0,-1-1 0 0 0,1 0 0 0 0,0 1 0 0 0,0-1 0 0 0,0 1 0 0 0,0-1-1 0 0,0 0 1 0 0,0 0 0 0 0,-1 0 0 0 0,1 1 0 0 0,0-1 0 0 0,0 0 0 0 0,0 0 0 0 0,0 0-1 0 0,2-1 1 0 0,55-9 56 0 0,-49 9 50 0 0,93-17-312 0 0,26-6-6800 0 0,-89 14 3910 0 0</inkml:trace>
</inkml:ink>
</file>

<file path=ppt/ink/ink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5.5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53 133 40 0 0,'0'0'707'0'0,"-34"-18"5799"0"0,18-23-2926 0 0,16 40-3063 0 0,-1-1-436 0 0,1 1 0 0 0,-1 0-1 0 0,1-1 1 0 0,0 1 0 0 0,-1 0 0 0 0,1-1 0 0 0,0 1 0 0 0,0-1 0 0 0,0 1 0 0 0,0-1 0 0 0,0 1 0 0 0,1-1 0 0 0,-1 1 0 0 0,0 0-1 0 0,1-1 1 0 0,-1 1 0 0 0,1 0 0 0 0,-1-1 0 0 0,1 1 0 0 0,-1 0 0 0 0,1-1 0 0 0,0 1 0 0 0,0 0 0 0 0,1-2 0 0 0,13-4-21 0 0,1 1 0 0 0,-1 1 1 0 0,1 0-1 0 0,0 1 0 0 0,1 1 1 0 0,-1 0-1 0 0,1 1 1 0 0,-1 1-1 0 0,1 0 0 0 0,21 3 1 0 0,-36-2-58 0 0,1 0 1 0 0,0 0 0 0 0,0 0-1 0 0,0 1 1 0 0,-1-1 0 0 0,1 1-1 0 0,0 0 1 0 0,-1 0 0 0 0,1 0-1 0 0,0 0 1 0 0,-1 0 0 0 0,1 0-1 0 0,-1 1 1 0 0,0-1 0 0 0,1 1-1 0 0,-1 0 1 0 0,0-1-1 0 0,0 1 1 0 0,0 0 0 0 0,0 1-1 0 0,0-1 1 0 0,-1 0 0 0 0,1 0-1 0 0,-1 1 1 0 0,1-1 0 0 0,0 3-1 0 0,-1 0 4 0 0,0-1 0 0 0,0 0 0 0 0,0 1 0 0 0,-1-1 0 0 0,0 0 0 0 0,0 1 0 0 0,0-1 0 0 0,0 1 0 0 0,-1-1 0 0 0,1 1 0 0 0,-1-1 0 0 0,0 0 0 0 0,-1 1 0 0 0,1-1 0 0 0,-4 7 0 0 0,3-5-5 0 0,0-1 0 0 0,1 1 1 0 0,0-1-1 0 0,0 1 0 0 0,0 0 0 0 0,0 0 0 0 0,1 0 0 0 0,0-1 0 0 0,1 1 0 0 0,-1 0 0 0 0,1 0 0 0 0,0 0 0 0 0,0-1 1 0 0,1 1-1 0 0,0-1 0 0 0,0 1 0 0 0,3 7 0 0 0,-1-5 1 0 0,-1 1-1 0 0,0 0 1 0 0,-1 0-1 0 0,0 0 1 0 0,0 0-1 0 0,-1 0 1 0 0,0 1-1 0 0,-1 13 1 0 0,-1-19-1 0 0,0-1 1 0 0,0 1-1 0 0,0-1 1 0 0,-1 1-1 0 0,1-1 0 0 0,-1 1 1 0 0,0-1-1 0 0,0 0 0 0 0,0 0 1 0 0,-1 0-1 0 0,1 0 1 0 0,-1-1-1 0 0,0 1 0 0 0,1-1 1 0 0,-1 1-1 0 0,0-1 1 0 0,0 0-1 0 0,-1 0 0 0 0,1 0 1 0 0,0 0-1 0 0,-1-1 1 0 0,1 0-1 0 0,-6 2 0 0 0,-3 1 8 0 0,1 0-1 0 0,-2-1 1 0 0,1-1 0 0 0,0 0-1 0 0,-25 1 1 0 0,6 0-593 0 0,27-1 414 0 0,2-1-427 0 0</inkml:trace>
</inkml:ink>
</file>

<file path=ppt/ink/ink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5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29 848 0 0,'0'0'1779'0'0,"22"-22"918"0"0,-12 20-2432 0 0,1 0-1 0 0,0 1 1 0 0,0 0-1 0 0,0 1 1 0 0,0 0-1 0 0,0 1 0 0 0,0 0 1 0 0,0 1-1 0 0,0 0 1 0 0,0 1-1 0 0,0 0 1 0 0,-1 1-1 0 0,0 0 0 0 0,14 7 1 0 0,-22-9-188 0 0,1 0 1 0 0,-1 1-1 0 0,0-1 1 0 0,0 1-1 0 0,0 0 1 0 0,-1-1-1 0 0,1 1 1 0 0,-1 0-1 0 0,1 0 1 0 0,-1 0-1 0 0,0 0 1 0 0,0 0-1 0 0,0 0 1 0 0,0 0-1 0 0,-1 1 1 0 0,1-1-1 0 0,-1 0 1 0 0,0 0-1 0 0,0 1 1 0 0,0-1-1 0 0,0 0 1 0 0,-1 0-1 0 0,1 0 1 0 0,-1 1-1 0 0,0-1 0 0 0,0 0 1 0 0,0 0-1 0 0,-2 3 1 0 0,-4 14 253 0 0,-1-1 0 0 0,-1 0 0 0 0,-13 19 1 0 0,17-28-224 0 0,-19 30-35 0 0,9-16 245 0 0,1 0-1 0 0,-11 28 1 0 0,22-44-796 0 0,1-1 0 0 0,-1 2 1 0 0,1-1-1 0 0,1 0 0 0 0,-1 0 1 0 0,1 13-1 0 0,7-13-4783 0 0</inkml:trace>
</inkml:ink>
</file>

<file path=ppt/ink/ink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6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1 234 156 0 0,'15'-12'1607'0'0,"0"1"-1"0"0,24-12 1 0 0,-29 18-1297 0 0,0 0 1 0 0,-1 0-1 0 0,1-1 1 0 0,-1-1-1 0 0,-1 1 1 0 0,1-2-1 0 0,-1 1 1 0 0,-1-1-1 0 0,1 0 1 0 0,7-11-1 0 0,-14 16-257 0 0,0 1-1 0 0,0-1 1 0 0,0 1-1 0 0,-1-1 1 0 0,1 1-1 0 0,0-1 1 0 0,-1 1-1 0 0,0-1 1 0 0,0 0-1 0 0,0 1 0 0 0,0-1 1 0 0,0 1-1 0 0,0-1 1 0 0,-1 0-1 0 0,1 1 1 0 0,-1-1-1 0 0,0 1 1 0 0,0-1-1 0 0,0 1 1 0 0,0 0-1 0 0,0-1 1 0 0,0 1-1 0 0,-1 0 0 0 0,1 0 1 0 0,-1-1-1 0 0,-2-2 1 0 0,1 2-19 0 0,1 0 0 0 0,-1 1 0 0 0,0-1 0 0 0,0 0-1 0 0,0 1 1 0 0,0 0 0 0 0,-1-1 0 0 0,1 1 0 0 0,-1 1 0 0 0,1-1 0 0 0,-1 0 0 0 0,0 1 0 0 0,0 0 0 0 0,0 0 0 0 0,1 0-1 0 0,-1 0 1 0 0,-5 0 0 0 0,8 1-28 0 0,0 0 0 0 0,0 0-1 0 0,1 0 1 0 0,-1 0 0 0 0,0 0-1 0 0,0 1 1 0 0,0-1 0 0 0,0 0-1 0 0,0 0 1 0 0,0 1 0 0 0,0-1-1 0 0,0 0 1 0 0,1 1 0 0 0,-1-1-1 0 0,0 1 1 0 0,0-1 0 0 0,1 1-1 0 0,-1 0 1 0 0,0-1 0 0 0,1 1-1 0 0,-1 0 1 0 0,0-1 0 0 0,1 1-1 0 0,-1 0 1 0 0,1 0 0 0 0,-1 1-1 0 0,-2 29 95 0 0,22 35 8 0 0,-18-62-99 0 0,45 106 122 0 0,-33-85-101 0 0,-1 1 0 0 0,-1 0 1 0 0,-2 1-1 0 0,0 0 1 0 0,-2 0-1 0 0,-1 1 0 0 0,4 49 1 0 0,-10-72 7 0 0,0-1 1 0 0,-1 1 0 0 0,1-1-1 0 0,-1 0 1 0 0,0 1-1 0 0,0-1 1 0 0,-1 1 0 0 0,-2 5-1 0 0,3-8 7 0 0,0-1 1 0 0,1 1-1 0 0,-1-1 0 0 0,0 1 0 0 0,0-1 1 0 0,0 0-1 0 0,0 0 0 0 0,-1 1 0 0 0,1-1 1 0 0,0 0-1 0 0,0 0 0 0 0,-1 0 0 0 0,1 0 1 0 0,-1 0-1 0 0,1 0 0 0 0,-1-1 0 0 0,1 1 1 0 0,-1 0-1 0 0,1-1 0 0 0,-1 1 0 0 0,0-1 1 0 0,1 0-1 0 0,-1 1 0 0 0,-2-1 0 0 0,3 0 242 0 0,-20-12 265 0 0,19 10-502 0 0,0 0 1 0 0,0-1-1 0 0,1 1 1 0 0,-1-1 0 0 0,1 1-1 0 0,-1-1 1 0 0,1 1 0 0 0,0-1-1 0 0,0 0 1 0 0,0 1 0 0 0,0-1-1 0 0,1 0 1 0 0,-1 0-1 0 0,1 0 1 0 0,0 0 0 0 0,-1 0-1 0 0,1 0 1 0 0,1-5 0 0 0,8-51 394 0 0,1 37-567 0 0,0 1 0 0 0,2 0-1 0 0,0 1 1 0 0,1 0 0 0 0,1 1 0 0 0,29-31 0 0 0,-14 15-1950 0 0,7-2-3861 0 0,-18 18 2543 0 0</inkml:trace>
</inkml:ink>
</file>

<file path=ppt/ink/ink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8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412 34 848 0 0,'-9'-6'699'0'0,"5"3"-439"0"0,1 0 0 0 0,-1 1 0 0 0,1-1 0 0 0,-1 1 0 0 0,0 0 0 0 0,0 0 0 0 0,0 0 0 0 0,0 0 0 0 0,0 1 0 0 0,0 0 0 0 0,-1 0 0 0 0,1 0 0 0 0,0 0 1 0 0,-1 0-1 0 0,1 1 0 0 0,0 0 0 0 0,-1 0 0 0 0,1 0 0 0 0,-7 2 0 0 0,-12 1 313 0 0,0 2 1 0 0,1 1-1 0 0,-34 12 0 0 0,50-16-458 0 0,-1 1-1 0 0,1-1 0 0 0,0 2 1 0 0,0-1-1 0 0,0 0 0 0 0,1 1 1 0 0,-1 0-1 0 0,1 1 0 0 0,0-1 1 0 0,0 1-1 0 0,0 0 0 0 0,1 0 1 0 0,0 1-1 0 0,0-1 0 0 0,0 1 1 0 0,-5 10-1 0 0,8-12-75 0 0,0-1 0 0 0,1 1 0 0 0,-1 0 0 0 0,1 0 0 0 0,0-1 0 0 0,0 1 0 0 0,0 0 0 0 0,1 0 0 0 0,-1-1 0 0 0,1 1 0 0 0,0 0 0 0 0,0-1 0 0 0,0 1 0 0 0,0 0 0 0 0,1-1 0 0 0,-1 0 0 0 0,1 1 0 0 0,0-1 0 0 0,0 0 0 0 0,4 5 0 0 0,6 7 52 0 0,1 0 0 0 0,27 23 0 0 0,-16-15 4 0 0,-15-14-62 0 0,51 58 120 0 0,-56-62-137 0 0,-1-1-1 0 0,1 1 1 0 0,-1 0-1 0 0,0 1 1 0 0,-1-1-1 0 0,1 0 1 0 0,-1 1-1 0 0,0 0 0 0 0,0-1 1 0 0,-1 1-1 0 0,1 0 1 0 0,-1 6-1 0 0,-1-9-6 0 0,-1 1 1 0 0,1-1-1 0 0,-1 0 0 0 0,0 0 0 0 0,0 0 1 0 0,0 0-1 0 0,0 0 0 0 0,-1-1 0 0 0,1 1 1 0 0,-1 0-1 0 0,1-1 0 0 0,-1 1 0 0 0,0-1 1 0 0,0 1-1 0 0,-1-1 0 0 0,1 0 0 0 0,0 0 1 0 0,-1 0-1 0 0,-4 3 0 0 0,-60 31 100 0 0,44-25-78 0 0,5-1-68 0 0,-1-2 0 0 0,-27 9 0 0 0,1-9-1961 0 0,41-8 1331 0 0,0 1 0 0 0,0-2 1 0 0,0 1-1 0 0,0 0 1 0 0,0-1-1 0 0,0 0 1 0 0,0 0-1 0 0,-5-2 1 0 0,-2-2-2022 0 0</inkml:trace>
</inkml:ink>
</file>

<file path=ppt/ink/ink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8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59 312 0 0,'31'-13'528'0'0,"-3"3"-52"0"0,2 0-32 0 0,0 1-56 0 0,13 2-52 0 0,-3 0-20 0 0,2 6-32 0 0,-2-1-24 0 0,0 4-60 0 0,4-1-208 0 0,-1 3-336 0 0,0-1-188 0 0,0 4-580 0 0,-2 4 256 0 0</inkml:trace>
</inkml:ink>
</file>

<file path=ppt/ink/ink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9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151 148 8321 0 0,'9'-119'1644'0'0,"-8"92"-116"0"0,0 25-896 0 0,-1 7-109 0 0,-4 45 109 0 0,-16 45-527 0 0,-5-2-1 0 0,-3-1 1 0 0,-49 104 0 0 0,77-194-554 0 0,-8 16-41 0 0,9-9-7244 0 0,11-5 4904 0 0</inkml:trace>
</inkml:ink>
</file>

<file path=ppt/ink/ink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5:19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99 404 0 0,'103'-52'6915'0'0,"-82"44"-6361"0"0,0 0 0 0 0,0 2 0 0 0,1 0 0 0 0,0 2-1 0 0,40-4 1 0 0,-34 5-362 0 0,-20 2-125 0 0,0 0 0 0 0,0 0 1 0 0,0 0-1 0 0,0 1 0 0 0,0 0 0 0 0,-1 1 1 0 0,1 0-1 0 0,0 0 0 0 0,0 1 1 0 0,0 0-1 0 0,-1 0 0 0 0,1 0 0 0 0,7 5 1 0 0,-14-7-57 0 0,-1 1 0 0 0,1 0 0 0 0,0-1 0 0 0,-1 1 0 0 0,1 0 0 0 0,0 0 0 0 0,-1 0 0 0 0,1 0 1 0 0,-1 0-1 0 0,1 0 0 0 0,-1-1 0 0 0,1 1 0 0 0,-1 0 0 0 0,0 0 0 0 0,1 0 0 0 0,-1 1 0 0 0,0-1 0 0 0,0 0 1 0 0,0 0-1 0 0,0 0 0 0 0,0 0 0 0 0,0 0 0 0 0,0 0 0 0 0,0 0 0 0 0,0 0 0 0 0,-1 0 0 0 0,1 0 0 0 0,0 0 0 0 0,-1 0 1 0 0,1 0-1 0 0,-1 0 0 0 0,0 1 0 0 0,-22 35 208 0 0,16-26-153 0 0,1-1-35 0 0,-1 0-1 0 0,2 0 1 0 0,-1 1 0 0 0,1 0-1 0 0,1 1 1 0 0,0-1 0 0 0,1 1-1 0 0,0-1 1 0 0,1 1 0 0 0,0 0 0 0 0,1 0-1 0 0,0 0 1 0 0,1 0 0 0 0,0 0-1 0 0,1 0 1 0 0,0 0 0 0 0,1 0-1 0 0,0 0 1 0 0,7 18 0 0 0,4 4 116 0 0,-9-26-50 0 0,0 1 0 0 0,-1-1-1 0 0,0 1 1 0 0,0 0 0 0 0,-1 0-1 0 0,0 0 1 0 0,-1 0 0 0 0,1 12 0 0 0,-3-20-76 0 0,1 0 1 0 0,-1 1 0 0 0,1-1 0 0 0,-1 0 0 0 0,0 0-1 0 0,1 0 1 0 0,-1 0 0 0 0,0 1 0 0 0,0-1-1 0 0,0 0 1 0 0,0 0 0 0 0,0 0 0 0 0,0-1 0 0 0,0 1-1 0 0,0 0 1 0 0,0 0 0 0 0,-1 0 0 0 0,1-1-1 0 0,0 1 1 0 0,0-1 0 0 0,-1 1 0 0 0,-1 0 0 0 0,-36 8 225 0 0,28-6-169 0 0,-150 29-675 0 0,56-20-7196 0 0,77-11 4142 0 0</inkml:trace>
</inkml:ink>
</file>

<file path=ppt/ink/ink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6:11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188 226 10813,'-61'-35'29,"21"12"413,-42-18-1,82 41-429,0 0 1,-1 0-1,1 0 0,0 0 0,0-1 1,0 1-1,0 0 0,-1 0 0,1 0 1,0 0-1,0 0 0,0 0 0,0 0 1,-1 0-1,1 0 0,0-1 0,0 1 1,0 0-1,0 0 0,0 0 0,0 0 1,0 0-1,-1-1 0,1 1 0,0 0 1,0 0-1,0 0 0,0-1 0,0 1 1,0 0-1,0 0 0,0 0 0,0 0 1,0-1-1,0 1 0,0 0 0,0 0 1,0 0-1,0-1 0,0 1 1,0 0-1,0 0 0,0 0 0,0 0 1,0-1-1,1 1 0,-1 0 0,0 0 1,0 0-1,0 0 0,0-1 0,13-7 131,20-5-101,112-20 204,214-21 0,-340 52-336,119-6 356,-123 8-642,0 1-1,0 0 0,0 1 0,0 1 1,0 1-1,27 9 0,-23 4-4505,-18-15 4041</inkml:trace>
</inkml:ink>
</file>

<file path=ppt/ink/ink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6:12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10 101 236,'-1'1'87,"0"-1"1,0 1-1,0 0 0,1 0 0,-1 0 0,0 0 1,1 0-1,-1 0 0,1 0 0,-1 0 1,1 0-1,0 0 0,-1 0 0,1 0 1,0 0-1,0 0 0,0 1 0,0-1 1,0 0-1,0 0 0,0 0 0,0 0 1,0 0-1,0 0 0,1 1 0,-1-1 1,0 0-1,1 0 0,0 1 0,1 0-3,-1-1 0,1 0 0,0 0 0,0 0 1,0 0-1,-1 0 0,1 0 0,0 0 0,0-1 0,1 1 0,-1-1 0,0 1 0,0-1 0,3 0 0,10 1 182,-1-1 1,1-1-1,24-5 1,391-95 1130,-338 72-4940,-67 20 1833</inkml:trace>
</inkml:ink>
</file>

<file path=ppt/ink/ink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6:12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1 396,'16'4'357,"-1"0"0,1 1 0,-1 1 0,0 0 0,0 1 0,0 1 1,-1 0-1,-1 1 0,1 1 0,-1 0 0,-1 0 0,0 2 0,13 14 0,-19-18-282,1 0 0,-1 1-1,0 0 1,-1 0 0,0 0 0,0 1-1,-1-1 1,-1 1 0,1 0 0,-1 0 0,-1 0-1,0 1 1,-1-1 0,0 1 0,0-1-1,-1 1 1,0-1 0,-1 1 0,0-1-1,-1 1 1,-4 12 0,-4 6-1762,-29 56 0,36-78 1054,-8 15-1076</inkml:trace>
</inkml:ink>
</file>

<file path=ppt/ink/ink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15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306 321 360 0 0,'-3'-4'259'0'0,"1"0"0"0"0,-1 1-1 0 0,0-1 1 0 0,0 1 0 0 0,0 0 0 0 0,-1 0-1 0 0,1 0 1 0 0,-1 0 0 0 0,0 1 0 0 0,1-1-1 0 0,-1 1 1 0 0,0 0 0 0 0,0 0 0 0 0,-1 0 0 0 0,1 1-1 0 0,0 0 1 0 0,-1-1 0 0 0,1 2 0 0 0,-5-2-1 0 0,3 2-75 0 0,-1 1-1 0 0,1-1 1 0 0,0 1 0 0 0,-1 0-1 0 0,1 0 1 0 0,0 1-1 0 0,0 0 1 0 0,0 0 0 0 0,0 1-1 0 0,0-1 1 0 0,1 1-1 0 0,-7 4 1 0 0,-1 2-35 0 0,2 0 1 0 0,-1 0-1 0 0,1 1 0 0 0,0 0 1 0 0,1 1-1 0 0,0 0 0 0 0,1 1 1 0 0,0 0-1 0 0,1 0 1 0 0,-12 25-1 0 0,16-27-98 0 0,1 0 1 0 0,0 0-1 0 0,0 1 1 0 0,1-1-1 0 0,1 1 0 0 0,-1-1 1 0 0,2 1-1 0 0,-1-1 1 0 0,2 1-1 0 0,-1 0 0 0 0,1-1 1 0 0,1 1-1 0 0,0-1 1 0 0,0 1-1 0 0,6 13 0 0 0,-2-10-12 0 0,0-1-1 0 0,1 0 1 0 0,0 0-1 0 0,1 0 0 0 0,1-1 1 0 0,0 0-1 0 0,0-1 0 0 0,1 0 1 0 0,1 0-1 0 0,17 13 1 0 0,-16-14-19 0 0,1-1 1 0 0,0-1 0 0 0,0 0 0 0 0,1-1 0 0 0,0 0 0 0 0,1-1 0 0 0,-1-1 0 0 0,1 0 0 0 0,0-1 0 0 0,16 2 0 0 0,-20-4-5 0 0,0-1 0 0 0,0 0 1 0 0,1-1-1 0 0,-1-1 0 0 0,0 0 1 0 0,0 0-1 0 0,0-1 0 0 0,0 0 1 0 0,-1-1-1 0 0,1 0 0 0 0,-1-1 1 0 0,1 0-1 0 0,-1-1 0 0 0,15-9 1 0 0,-8 2-3 0 0,-1 0 1 0 0,0-1 0 0 0,-1-1 0 0 0,0-1 0 0 0,-1 0-1 0 0,-1-1 1 0 0,0 0 0 0 0,-1-1 0 0 0,-1 0-1 0 0,-1-1 1 0 0,12-26 0 0 0,-12 18-3 0 0,0 0-1 0 0,-2-1 1 0 0,-1-1-1 0 0,-1 1 1 0 0,-1-1 0 0 0,-2 0-1 0 0,0-51 1 0 0,-3 18 7 0 0,-4 0 1 0 0,-12-72-1 0 0,3 63 432 0 0,12 68-264 0 0,1 9-129 0 0,-3 99 227 0 0,5 0 1 0 0,4-1 0 0 0,27 139 0 0 0,-28-162-137 0 0,-4-80-124 0 0,-1-2-20 0 0,-1 1-1 0 0,1-1 1 0 0,0 0 0 0 0,0 0-1 0 0,0 1 1 0 0,0-1 0 0 0,0 0-1 0 0,0 0 1 0 0,0 0-1 0 0,0 1 1 0 0,0-1 0 0 0,0 0-1 0 0,0 0 1 0 0,0 1 0 0 0,0-1-1 0 0,0 0 1 0 0,0 0-1 0 0,0 1 1 0 0,0-1 0 0 0,0 0-1 0 0,0 0 1 0 0,0 0-1 0 0,0 1 1 0 0,1-1 0 0 0,-1 0-1 0 0,0 0 1 0 0,0 0 0 0 0,0 1-1 0 0,0-1 1 0 0,0 0-1 0 0,1 0 1 0 0,-1 0 0 0 0,0 0-1 0 0,0 1 1 0 0,0-1-1 0 0,1 0 1 0 0,-1 0 0 0 0,0 0-1 0 0,0 0 1 0 0,0 0 0 0 0,1 0-1 0 0,-1 0 1 0 0,0 0-1 0 0,0 0 1 0 0,1 0 0 0 0,-1 1-1 0 0,0-1 1 0 0,0 0 0 0 0,1 0-1 0 0,-1 0 1 0 0,0-1-1 0 0,0 1 1 0 0,1 0 0 0 0,22-29 13 0 0,-18 21-18 0 0,1 0 0 0 0,0 1 0 0 0,0-1 0 0 0,0 1 0 0 0,1 1 0 0 0,0-1 0 0 0,1 1 0 0 0,11-7 0 0 0,-13 11-4 0 0,0 0 0 0 0,1 1 1 0 0,-1 0-1 0 0,1 0 0 0 0,-1 1 0 0 0,1-1 1 0 0,-1 1-1 0 0,1 1 0 0 0,-1-1 1 0 0,1 1-1 0 0,-1 1 0 0 0,1-1 1 0 0,-1 1-1 0 0,0 0 0 0 0,0 0 0 0 0,8 4 1 0 0,36 9 6 0 0,-32-13 6 0 0,0-1 0 0 0,-1 0 1 0 0,1-1-1 0 0,0-1 0 0 0,0 0 0 0 0,0-2 0 0 0,26-6 0 0 0,-33 6 2 0 0,0-1 0 0 0,-1 0 0 0 0,1 0 0 0 0,-1-1 0 0 0,0 0 0 0 0,0-1 0 0 0,0 0 0 0 0,-1-1 0 0 0,0 0 0 0 0,0 0 0 0 0,-1-1 0 0 0,13-14 0 0 0,-20 21-8 0 0,-1-1 0 0 0,1 1-1 0 0,0 0 1 0 0,-1 0 0 0 0,1-1 0 0 0,-1 1 0 0 0,0 0 0 0 0,1-1 0 0 0,-1 1-1 0 0,0-1 1 0 0,0 1 0 0 0,0 0 0 0 0,0-1 0 0 0,0 1 0 0 0,0-1-1 0 0,0 1 1 0 0,0 0 0 0 0,-1-1 0 0 0,1 1 0 0 0,0 0 0 0 0,-1-1 0 0 0,1 1-1 0 0,-1 0 1 0 0,0-1 0 0 0,-1-1 0 0 0,1 1 0 0 0,-3 2-7 0 0,-1 2 0 0 0,0-1-1 0 0,-1 0 0 0 0,1 1 1 0 0,0 0-1 0 0,0 1 1 0 0,0-1-1 0 0,0 1 1 0 0,1 0-1 0 0,-1 0 0 0 0,1 0 1 0 0,0 0-1 0 0,0 1 1 0 0,0 0-1 0 0,0 0 0 0 0,0 0 1 0 0,1 0-1 0 0,0 1 1 0 0,0-1-1 0 0,0 1 0 0 0,0 0 1 0 0,-3 9-1 0 0,5-11 4 0 0,0 0-1 0 0,0 0 1 0 0,1 1-1 0 0,-1-1 0 0 0,1 0 1 0 0,-1 1-1 0 0,1-1 1 0 0,0 1-1 0 0,0-1 1 0 0,1 0-1 0 0,-1 1 1 0 0,1-1-1 0 0,-1 1 1 0 0,1-1-1 0 0,0 0 0 0 0,1 0 1 0 0,-1 0-1 0 0,0 1 1 0 0,1-1-1 0 0,0-1 1 0 0,0 1-1 0 0,0 0 1 0 0,0 0-1 0 0,0-1 1 0 0,0 1-1 0 0,1-1 0 0 0,-1 1 1 0 0,1-1-1 0 0,-1 0 1 0 0,1 0-1 0 0,0 0 1 0 0,0-1-1 0 0,0 1 1 0 0,0-1-1 0 0,0 1 0 0 0,6 1 1 0 0,4 1 7 0 0,0-1 0 0 0,1 0 0 0 0,-1 0 0 0 0,0-1 1 0 0,1-1-1 0 0,0 0 0 0 0,-1-1 0 0 0,1-1 0 0 0,-1 0 0 0 0,1-1 0 0 0,-1 0 0 0 0,1-1 0 0 0,-1 0 1 0 0,0-1-1 0 0,-1-1 0 0 0,1 0 0 0 0,-1 0 0 0 0,1-2 0 0 0,-2 1 0 0 0,1-2 0 0 0,-1 1 1 0 0,0-2-1 0 0,-1 1 0 0 0,15-16 0 0 0,-20 18 6 0 0,0-1-1 0 0,-1 0 1 0 0,1-1-1 0 0,-1 1 1 0 0,-1-1 0 0 0,0 0-1 0 0,0 0 1 0 0,0 0 0 0 0,2-11-1 0 0,0 0-23 0 0,-4 17 22 0 0,1-19 10 0 0,-1 19-16 0 0,12 26-230 0 0,-13-24 227 0 0,1 0 1 0 0,-1 0 0 0 0,1 0-1 0 0,-1 1 1 0 0,0-1 0 0 0,1 0-1 0 0,-1 0 1 0 0,0 1 0 0 0,1-1-1 0 0,-1 0 1 0 0,0 1 0 0 0,1-1-1 0 0,-1 0 1 0 0,0 1 0 0 0,0-1-1 0 0,1 1 1 0 0,-1-1 0 0 0,0 0 0 0 0,0 1-1 0 0,0-1 1 0 0,0 1 0 0 0,1-1-1 0 0,-1 0 1 0 0,0 1 0 0 0,0-1-1 0 0,0 1 1 0 0,0-1 0 0 0,0 1-1 0 0,0-1 1 0 0,0 1 0 0 0,0 0-1 0 0,-2 0 4 0 0,1 1-1 0 0,-1-1 1 0 0,1 1 0 0 0,-1-1-1 0 0,1 0 1 0 0,-1 0-1 0 0,0 0 1 0 0,1 0-1 0 0,-1 0 1 0 0,0 0-1 0 0,0 0 1 0 0,-2 0 0 0 0,2 0-9 0 0,1-1 4 0 0,1 0-1 0 0,0 0 1 0 0,-1-1 0 0 0,1 1-1 0 0,-1 0 1 0 0,1 0-1 0 0,0 0 1 0 0,-1 0 0 0 0,1 0-1 0 0,-1 0 1 0 0,1 0 0 0 0,0 0-1 0 0,-1 0 1 0 0,1 0 0 0 0,-1 0-1 0 0,1 0 1 0 0,0 0 0 0 0,-1 0-1 0 0,1 0 1 0 0,-1 0 0 0 0,1 0-1 0 0,0 0 1 0 0,-1 1 0 0 0,1-1-1 0 0,-1 0 1 0 0,1 0 0 0 0,0 0-1 0 0,-1 1 1 0 0,1-1-1 0 0,0 0 1 0 0,0 0 0 0 0,-1 1-1 0 0,1-1 1 0 0,0 0 0 0 0,-1 1-1 0 0,1-1 1 0 0,0 0 0 0 0,0 1-1 0 0,0-1 1 0 0,-1 1 0 0 0,1-1-1 0 0,0 0 1 0 0,0 1 0 0 0,0-1-1 0 0,0 1 1 0 0,0-1 0 0 0,0 0-1 0 0,0 1 1 0 0,0-1-1 0 0,0 1 1 0 0,0-1 0 0 0,0 1-1 0 0,0-1 1 0 0,0 0 0 0 0,0 1-1 0 0,0-1 1 0 0,0 1 0 0 0,1-1-1 0 0,-1 0 1 0 0,0 1 0 0 0,0-1-1 0 0,0 0 1 0 0,1 1 0 0 0,-1-1-1 0 0,0 0 1 0 0,0 1 0 0 0,1-1-1 0 0,32 34-34 0 0,-28-30 34 0 0,1 0 0 0 0,-2 1 0 0 0,1 0 0 0 0,0 0 0 0 0,5 8 1 0 0,-5 2-21 0 0,-4-11 25 0 0,-1-1 0 0 0,1 0 0 0 0,0 0 0 0 0,0 1 0 0 0,1-1 0 0 0,-1 0 0 0 0,1 0 0 0 0,-1 0 0 0 0,1-1 0 0 0,0 1 0 0 0,0 0 0 0 0,0-1 0 0 0,1 1 0 0 0,-1-1 0 0 0,1 1 0 0 0,-1-1 0 0 0,1 0 0 0 0,0 0 0 0 0,-1-1 0 0 0,1 1 0 0 0,0 0 0 0 0,0-1 0 0 0,0 0 0 0 0,1 1 0 0 0,-1-1 0 0 0,0-1 0 0 0,0 1 0 0 0,1 0 0 0 0,4-1 0 0 0,-6 1 2 0 0,1-1-1 0 0,-1 0 1 0 0,0 0-1 0 0,1-1 1 0 0,-1 1-1 0 0,0 0 1 0 0,1-1-1 0 0,-1 0 1 0 0,0 1-1 0 0,1-1 1 0 0,-1 0-1 0 0,0 0 1 0 0,0 0-1 0 0,0-1 1 0 0,0 1-1 0 0,0 0 1 0 0,0-1-1 0 0,0 1 1 0 0,3-4-1 0 0,-1 0 5 0 0,-1 0 0 0 0,1 0 0 0 0,-1 0-1 0 0,0 0 1 0 0,0 0 0 0 0,0-1 0 0 0,-1 0 0 0 0,4-11 0 0 0,-2 5-1 0 0,-2 6-2 0 0,0 0 1 0 0,-1-1-1 0 0,0 1 0 0 0,0 0 0 0 0,1-12 1 0 0,-2 15 7 0 0,-4-9 21 0 0,4 12-41 0 0,0-1 1 0 0,0 1 0 0 0,0 0 0 0 0,-1 0-1 0 0,1 0 1 0 0,0 0 0 0 0,0-1-1 0 0,0 1 1 0 0,0 0 0 0 0,0 0 0 0 0,0 0-1 0 0,0-1 1 0 0,0 1 0 0 0,-1 0-1 0 0,1 0 1 0 0,0 0 0 0 0,0-1 0 0 0,0 1-1 0 0,0 0 1 0 0,0 0 0 0 0,0-1-1 0 0,0 1 1 0 0,0 0 0 0 0,0 0 0 0 0,0-1-1 0 0,0 1 1 0 0,1 0 0 0 0,-1 0 0 0 0,0 0-1 0 0,0-1 1 0 0,0 1 0 0 0,0 0-1 0 0,0 0 1 0 0,0 0 0 0 0,0-1 0 0 0,1 1-1 0 0,-1 0 1 0 0,0 0 0 0 0,0 0-1 0 0,0 0 1 0 0,0 0 0 0 0,1-1 0 0 0,-1 1-1 0 0,0 0 1 0 0,0 0 0 0 0,0 0 0 0 0,1 0-1 0 0,-1 0 1 0 0,0 0 0 0 0,0 0-1 0 0,0 0 1 0 0,1 0 0 0 0,-1 0 0 0 0,1-1-1 0 0,82 44-34 0 0,-52-4 38 0 0,-27-33 12 0 0,0 0 0 0 0,0 0 1 0 0,1-1-1 0 0,0 1 0 0 0,11 8 0 0 0,-15-13-6 0 0,1 0 0 0 0,0 0 0 0 0,0 0 1 0 0,0 0-1 0 0,0 0 0 0 0,0 0 0 0 0,1-1 0 0 0,-1 1 0 0 0,0-1 0 0 0,0 0 0 0 0,0 1 0 0 0,0-1 0 0 0,1 0 0 0 0,-1 0 0 0 0,0 0 0 0 0,0-1 0 0 0,0 1 1 0 0,0 0-1 0 0,1-1 0 0 0,-1 0 0 0 0,0 1 0 0 0,0-1 0 0 0,3-2 0 0 0,7-4 17 0 0,15-24 40 0 0,-25 28-62 0 0,6-7-5 0 0,-2 0 1 0 0,1-2 2 0 0,-4 3 2 0 0,-3 7-2 0 0,4-1-26 0 0,-4 3 25 0 0,1-1 1 0 0,-1 1 0 0 0,1-1 0 0 0,-1 1-1 0 0,1-1 1 0 0,-1 1 0 0 0,1-1 0 0 0,-1 1-1 0 0,1 0 1 0 0,-1-1 0 0 0,1 1 0 0 0,0 0-1 0 0,-1-1 1 0 0,1 1 0 0 0,0 0 0 0 0,-1 0-1 0 0,1-1 1 0 0,0 1 0 0 0,0 0 0 0 0,-1 0-1 0 0,1 0 1 0 0,0 0 0 0 0,-1 0 0 0 0,1 0-1 0 0,0 0 1 0 0,-1 0 0 0 0,1 1 0 0 0,0-1-1 0 0,-1 0 1 0 0,1 0 0 0 0,0 1 0 0 0,-1-1-1 0 0,1 0 1 0 0,0 0 0 0 0,-1 1 0 0 0,1-1-1 0 0,-1 1 1 0 0,1-1 0 0 0,-1 1 0 0 0,1-1-1 0 0,-1 1 1 0 0,2 0 0 0 0,0 1 17 0 0,-2 0-34 0 0,0 5 20 0 0,0-5 2 0 0,0 0-7 0 0,0 1 3 0 0,1-1 0 0 0,-1 0 0 0 0,0 0 0 0 0,1 0 1 0 0,-1 0-1 0 0,1 0 0 0 0,0 0 0 0 0,0 0 0 0 0,0 0 0 0 0,0 0 0 0 0,2 3 1 0 0,-2-4 4 0 0,28 18 21 0 0,-23-17-17 0 0,-1-1 0 0 0,1 0-1 0 0,-1-1 1 0 0,1 1 0 0 0,-1-1 0 0 0,1 0 0 0 0,0-1-1 0 0,-1 1 1 0 0,1-1 0 0 0,-1 0 0 0 0,1-1 0 0 0,-1 1-1 0 0,0-1 1 0 0,1 0 0 0 0,-1-1 0 0 0,0 1 0 0 0,0-1-1 0 0,-1 0 1 0 0,1 0 0 0 0,-1 0 0 0 0,1-1 0 0 0,-1 1-1 0 0,6-8 1 0 0,-9 10-7 0 0,4-3 18 0 0,-5 4-23 0 0,0-1 0 0 0,1 0 1 0 0,-1 1-1 0 0,1-1 0 0 0,-1 0 0 0 0,1 1 0 0 0,-1-1 0 0 0,1 1 1 0 0,-1-1-1 0 0,1 1 0 0 0,-1-1 0 0 0,1 1 0 0 0,0-1 0 0 0,-1 1 0 0 0,1-1 1 0 0,0 1-1 0 0,-1 0 0 0 0,1 0 0 0 0,0-1 0 0 0,0 1 0 0 0,-1 0 0 0 0,1 0 1 0 0,0 0-1 0 0,0 0 0 0 0,-1 0 0 0 0,1 0 0 0 0,0 0 0 0 0,0 0 1 0 0,-1 0-1 0 0,1 0 0 0 0,0 0 0 0 0,0 0 0 0 0,-1 0 0 0 0,1 1 0 0 0,1 0 1 0 0,3 7-1 0 0,-1 1 0 0 0,-1 0 0 0 0,1 1 0 0 0,-1-1 0 0 0,-1 0 1 0 0,0 1-1 0 0,0 0 0 0 0,-1 0 0 0 0,0 12 0 0 0,-4 99-9 0 0,0-82 10 0 0,-2 87 16 0 0,-7 102-173 0 0,12-227 159 0 0,0 6-28 0 0,-1-1 0 0 0,0 1 0 0 0,0 0 1 0 0,-1-1-1 0 0,-4 12 0 0 0,5-16 115 0 0,1-2-81 0 0,0 0-1 0 0,0 1 1 0 0,0-1-1 0 0,-1 0 1 0 0,1 0-1 0 0,0 0 1 0 0,-1 0-1 0 0,1 1 1 0 0,0-1-1 0 0,0 0 1 0 0,-1 0-1 0 0,1 0 1 0 0,0 0 0 0 0,-1 0-1 0 0,1 0 1 0 0,0 0-1 0 0,0 0 1 0 0,-1 0-1 0 0,1 0 1 0 0,0 0-1 0 0,-1 0 1 0 0,1 0-1 0 0,0 0 1 0 0,-1 0-1 0 0,1 0 1 0 0,0 0-1 0 0,0-1 1 0 0,-1 1-1 0 0,1 0 1 0 0,0 0-1 0 0,0 0 1 0 0,-1 0-1 0 0,1-1 1 0 0,0 1 0 0 0,0 0-1 0 0,-1 0 1 0 0,1 0-1 0 0,0-1 1 0 0,0 1-1 0 0,0 0 1 0 0,0 0-1 0 0,-1-1 1 0 0,1 1-1 0 0,0 0 1 0 0,0-1-1 0 0,-6-14 18 0 0,1-1 0 0 0,1 0 0 0 0,0 0 0 0 0,1 0 0 0 0,1 0 0 0 0,1 0 0 0 0,0 0 0 0 0,1-1 0 0 0,2-22 0 0 0,4-8-348 0 0,1 0 0 0 0,16-49 0 0 0,-4 43-1558 0 0,1 21-3370 0 0,-9 17 2101 0 0</inkml:trace>
</inkml:ink>
</file>

<file path=ppt/ink/ink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36:15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70 786 9317,'26'-35'14,"-7"7"141,-17 25-138,-1-1 1,1 1-1,-1-1 0,0 0 1,-1 0-1,1 0 0,-1 0 0,1-4 1,1-9 158,2-11 60,-2 0 1,0 0-1,-2-1 0,-1 1 1,-5-35-1,2 25-134,1 1 1,4-48 0,2 47-53,-1 2 3,13-65 0,-13 92-54,1 0 0,-1 1 0,1-1 0,1 0 0,0 1 0,0 0 0,1 0 0,0 0 1,0 0-1,0 1 0,1 0 0,9-9 0,-13 15-9,-1-1 7,0 1 0,1 0 0,-1 0 0,0 0 0,1 0 0,-1 0 0,1 0 0,0 0 0,-1 1 0,1-1 0,-1 0 0,1 1 0,0-1 0,-1 1 0,1 0 0,0 0 0,0-1 0,1 1 0,-1 1 3,1-1-1,-1 0 1,0 1-1,0-1 1,0 1-1,0 0 1,0 0 0,0 0-1,0 0 1,0 0-1,0 0 1,-1 0-1,1 1 1,0-1 0,-1 1-1,1-1 1,-1 1-1,1-1 1,-1 1-1,0 0 1,0 0-1,0 0 1,0 0 0,0 0-1,0 0 1,0 0-1,-1 0 1,1 0-1,-1 0 1,1 0 0,-1 0-1,0 1 1,0-1-1,0 0 1,0 0-1,0 0 1,0 0 0,-1 0-1,1 1 1,-1-1-1,-1 3 1,1 2 3,-1 10-2,-2-1 0,0 1 0,0-1 0,-2 0-1,0-1 1,-15 27 0,-59 84-1,26-57-4,32-43 200,-33 53 0,47-69-93,-4 13 221,12-21-234,1 0-43,0 0-1,1 0 1,-1 0 0,0 0-1,1 0 1,-1 0-1,1-1 1,-1 1 0,4 3-1,7-3 10,0 0 1,-1-1-1,1 0 0,0 0 0,0-1 0,0-1 1,-1 0-1,14-3 0,19-1-140,55-5-2206,-34-2-3001,-27 2 2015</inkml:trace>
</inkml:ink>
</file>

<file path=ppt/ink/ink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17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 49 684 0 0,'-21'-10'1243'0'0,"-1"1"-1"0"0,0 0 1 0 0,0 2 0 0 0,-35-6-1 0 0,55 12-570 0 0,3 5-494 0 0,3 8-54 0 0,1 0 1 0 0,0-1-1 0 0,0 0 0 0 0,13 17 0 0 0,-10-14-19 0 0,1 1 1 0 0,11 29-1 0 0,-16-33-61 0 0,-1 1-1 0 0,0-1 1 0 0,-1 1-1 0 0,0-1 1 0 0,0 1 0 0 0,-2 0-1 0 0,1 0 1 0 0,-1 0-1 0 0,-3 17 1 0 0,2-24-23 0 0,0 0-1 0 0,-1-1 1 0 0,1 1 0 0 0,-1-1-1 0 0,0 0 1 0 0,0 1 0 0 0,0-1 0 0 0,0 0-1 0 0,-1 0 1 0 0,0-1 0 0 0,0 1 0 0 0,0 0-1 0 0,0-1 1 0 0,0 0 0 0 0,-1 0-1 0 0,1 0 1 0 0,-1 0 0 0 0,0 0 0 0 0,0-1-1 0 0,0 0 1 0 0,0 1 0 0 0,-1-2 0 0 0,1 1-1 0 0,-1 0 1 0 0,1-1 0 0 0,-1 0-1 0 0,-8 1 1 0 0,8-1 21 0 0,0 0 0 0 0,0 0 0 0 0,0-1 0 0 0,-1 1 0 0 0,1-1 0 0 0,0-1 1 0 0,0 1-1 0 0,0-1 0 0 0,-1 0 0 0 0,1 0 0 0 0,0 0 0 0 0,0-1 0 0 0,0 1 0 0 0,1-1 0 0 0,-1-1 0 0 0,-8-4 0 0 0,12 6-72 0 0,-1-3-445 0 0,10-4-249 0 0,8-6-709 0 0,4 5-2408 0 0,-4 2 1641 0 0</inkml:trace>
</inkml:ink>
</file>

<file path=ppt/ink/ink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17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34 472 0 0,'-3'-33'6428'0'0,"18"70"-6054"0"0,-2 0-1 0 0,-2 1 1 0 0,-1 1 0 0 0,-3 0-1 0 0,0 0 1 0 0,1 74 0 0 0,-8-90-496 0 0,-1 0 0 0 0,-1 0 1 0 0,0-1-1 0 0,-2 1 1 0 0,-1-1-1 0 0,-1 0 0 0 0,-16 41 1 0 0,6-45-4502 0 0</inkml:trace>
</inkml:ink>
</file>

<file path=ppt/ink/ink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17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1 106 336 0 0,'0'0'600'0'0,"7"-12"-48"0"0,0 5-48 0 0,1-2-32 0 0,4 1-84 0 0,0-3-32 0 0,1 3-44 0 0,0 1-4 0 0,2-1-32 0 0,4 0-28 0 0,0 3-36 0 0,-3 0-84 0 0,2 2-136 0 0,-6-1-152 0 0,1 1-148 0 0,-3 1-396 0 0,11-4-1892 0 0</inkml:trace>
</inkml:ink>
</file>

<file path=ppt/ink/ink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18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39 448 0 0,'7'4'299'0'0,"0"0"-1"0"0,-1 0 1 0 0,1 1-1 0 0,-1 0 1 0 0,0 0-1 0 0,-1 0 1 0 0,1 1 0 0 0,-1 0-1 0 0,0 0 1 0 0,5 9-1 0 0,-8-12-244 0 0,-1-1-1 0 0,0 1 1 0 0,0 0 0 0 0,0-1-1 0 0,0 1 1 0 0,0 0-1 0 0,-1 0 1 0 0,1 0-1 0 0,-1-1 1 0 0,0 1 0 0 0,0 0-1 0 0,0 0 1 0 0,0 0-1 0 0,-1 0 1 0 0,1 0-1 0 0,-1-1 1 0 0,1 1 0 0 0,-1 0-1 0 0,0 0 1 0 0,0-1-1 0 0,0 1 1 0 0,-1-1-1 0 0,1 1 1 0 0,-1-1 0 0 0,1 1-1 0 0,-1-1 1 0 0,0 0-1 0 0,0 0 1 0 0,0 0-1 0 0,0 0 1 0 0,-3 3-1 0 0,3-4 71 0 0,2-1-114 0 0,0 1 0 0 0,0-1 0 0 0,0 0 0 0 0,0 0 0 0 0,-1 0 0 0 0,1 0 0 0 0,0 0 0 0 0,0 1 0 0 0,0-1 0 0 0,0 0 0 0 0,-1 0 0 0 0,1 0 0 0 0,0 0 0 0 0,0 0 1 0 0,-1 0-1 0 0,1 0 0 0 0,0 0 0 0 0,0 0 0 0 0,0 0 0 0 0,-1 0 0 0 0,1 0 0 0 0,0 0 0 0 0,0 0 0 0 0,-1 0 0 0 0,1 0 0 0 0,0 0 0 0 0,0 0 0 0 0,-1 0 0 0 0,1 0 0 0 0,0 0 0 0 0,0 0 0 0 0,0 0 0 0 0,-1 0 0 0 0,1 0 0 0 0,0 0 0 0 0,0-1 0 0 0,0 1 1 0 0,-1 0-1 0 0,1 0 0 0 0,0 0 0 0 0,0 0 0 0 0,0-1 0 0 0,0 1 0 0 0,0 0 0 0 0,-1 0 0 0 0,1 0 0 0 0,0-1 0 0 0,0 1 0 0 0,0 0 0 0 0,0 0 0 0 0,0-1 0 0 0,-12-15 188 0 0,12 11-180 0 0,0 1 0 0 0,0-1 0 0 0,0 0 0 0 0,1 1 0 0 0,0-1 0 0 0,-1 0 0 0 0,2 1 0 0 0,-1-1 0 0 0,0 1 1 0 0,1-1-1 0 0,0 1 0 0 0,0 0 0 0 0,0 0 0 0 0,1-1 0 0 0,-1 2 0 0 0,1-1 0 0 0,0 0 0 0 0,0 0 0 0 0,0 1 0 0 0,1 0 0 0 0,-1 0 0 0 0,1 0 0 0 0,0 0 0 0 0,5-3 1 0 0,2-2-22 0 0,0 1 1 0 0,1 0 0 0 0,0 1 0 0 0,0 1 0 0 0,0 0-1 0 0,1 0 1 0 0,-1 1 0 0 0,14-2 0 0 0,27-8-4102 0 0,-41 13 2630 0 0</inkml:trace>
</inkml:ink>
</file>

<file path=ppt/ink/ink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19.4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97 436 0 0,'0'0'423'0'0,"-16"-31"3700"0"0,16 30-4078 0 0,-1 0-1 0 0,1 1 1 0 0,-1-1-1 0 0,0 0 1 0 0,1 0-1 0 0,-1 1 1 0 0,1-1-1 0 0,-1 0 1 0 0,0 1-1 0 0,0-1 1 0 0,1 1-1 0 0,-1-1 1 0 0,0 1-1 0 0,0-1 1 0 0,0 1-1 0 0,0 0 1 0 0,0-1-1 0 0,1 1 1 0 0,-1 0-1 0 0,0 0 1 0 0,0 0-1 0 0,0-1 1 0 0,0 1-1 0 0,0 0 0 0 0,0 0 1 0 0,0 0-1 0 0,0 1 1 0 0,0-1-1 0 0,0 0 1 0 0,0 0-1 0 0,0 0 1 0 0,1 1-1 0 0,-3 0 1 0 0,-1 1 15 0 0,1 0 1 0 0,-1 0-1 0 0,0 1 1 0 0,1-1-1 0 0,-1 1 1 0 0,1 0-1 0 0,0 0 1 0 0,-3 4-1 0 0,-2 3-1 0 0,0-1 0 0 0,1 2 0 0 0,0-1 0 0 0,1 1 0 0 0,-7 15 0 0 0,11-21-35 0 0,-1 3 0 0 0,0-1 1 0 0,1 1-1 0 0,0 0 1 0 0,0 0 0 0 0,1 0-1 0 0,0 0 1 0 0,0 0-1 0 0,1 1 1 0 0,0 9 0 0 0,0-17-19 0 0,1 0 1 0 0,-1-1 0 0 0,0 1-1 0 0,0 0 1 0 0,0 0 0 0 0,0 0 0 0 0,1-1-1 0 0,-1 1 1 0 0,0 0 0 0 0,1 0-1 0 0,-1-1 1 0 0,1 1 0 0 0,-1 0-1 0 0,1-1 1 0 0,-1 1 0 0 0,1 0 0 0 0,-1-1-1 0 0,1 1 1 0 0,0-1 0 0 0,-1 1-1 0 0,1-1 1 0 0,0 1 0 0 0,-1-1-1 0 0,1 0 1 0 0,0 1 0 0 0,0-1-1 0 0,-1 0 1 0 0,1 1 0 0 0,0-1 0 0 0,0 0-1 0 0,0 0 1 0 0,0 0 0 0 0,-1 0-1 0 0,1 0 1 0 0,0 0 0 0 0,0 0-1 0 0,0 0 1 0 0,0 0 0 0 0,-1 0 0 0 0,1 0-1 0 0,0 0 1 0 0,0-1 0 0 0,0 1-1 0 0,-1 0 1 0 0,1-1 0 0 0,0 1-1 0 0,-1-1 1 0 0,1 1 0 0 0,0 0-1 0 0,1-2 1 0 0,44-27 173 0 0,-36 21-133 0 0,-9 8-38 0 0,0-1-16 0 0,0 0 0 0 0,0 1 0 0 0,0-1 0 0 0,0 1 0 0 0,0-1 0 0 0,-1 1 0 0 0,1-1 0 0 0,0 1 0 0 0,0 0 0 0 0,0-1 0 0 0,1 1 0 0 0,-1 0 0 0 0,0 0 0 0 0,0 0 0 0 0,2 0 0 0 0,-2 4 10 0 0,1 0-1 0 0,0 0 1 0 0,0-1 0 0 0,0 1 0 0 0,0 0-1 0 0,1-1 1 0 0,-1 1 0 0 0,1-1-1 0 0,0 0 1 0 0,0 0 0 0 0,0 0 0 0 0,1 0-1 0 0,-1-1 1 0 0,1 1 0 0 0,-1-1-1 0 0,1 0 1 0 0,0 0 0 0 0,7 3-1 0 0,-9-5 5 0 0,3-1 6 0 0,0 0 0 0 0,1 0 0 0 0,-1-1 0 0 0,0 0-1 0 0,0 0 1 0 0,9-4 0 0 0,-14 6-13 0 0,15-11 12 0 0,-1 0-1 0 0,-1 0 1 0 0,0-1 0 0 0,0-1-1 0 0,17-21 1 0 0,1-12 71 0 0,-30 45-63 0 0,6-7 85 0 0,-7 8-102 0 0,0 0 0 0 0,0 0 0 0 0,0 0-1 0 0,0 0 1 0 0,0 0 0 0 0,0 1 0 0 0,0-1 0 0 0,0 0-1 0 0,0 0 1 0 0,0 0 0 0 0,0 0 0 0 0,1 0-1 0 0,-1 0 1 0 0,0 0 0 0 0,0 0 0 0 0,0 0 0 0 0,0 0-1 0 0,0 1 1 0 0,0-1 0 0 0,0 0 0 0 0,1 0-1 0 0,-1 0 1 0 0,0 0 0 0 0,0 0 0 0 0,0 0-1 0 0,0 0 1 0 0,0 0 0 0 0,0 0 0 0 0,0 0 0 0 0,1 0-1 0 0,-1 0 1 0 0,0 0 0 0 0,0 0 0 0 0,0 0-1 0 0,0 0 1 0 0,0 0 0 0 0,0 0 0 0 0,1 0 0 0 0,-1 0-1 0 0,0 0 1 0 0,0-1 0 0 0,0 1 0 0 0,0 0-1 0 0,0 0 1 0 0,0 0 0 0 0,0 0 0 0 0,1 0-1 0 0,-1 0 1 0 0,0 0 0 0 0,0 0 0 0 0,0 0 0 0 0,0 0-1 0 0,0-1 1 0 0,-6 41 38 0 0,6-38-33 0 0,6 26 45 0 0,-6-27-46 0 0,0 0 1 0 0,0 0-1 0 0,0 0 0 0 0,0 0 1 0 0,1-1-1 0 0,-1 1 0 0 0,0 0 1 0 0,0 0-1 0 0,1 0 0 0 0,-1 0 0 0 0,1 0 1 0 0,-1 0-1 0 0,1 0 0 0 0,-1 0 1 0 0,1-1-1 0 0,-1 1 0 0 0,1 0 1 0 0,0 0-1 0 0,-1-1 0 0 0,1 1 1 0 0,0 0-1 0 0,0-1 0 0 0,-1 1 0 0 0,1-1 1 0 0,0 1-1 0 0,0-1 0 0 0,0 1 1 0 0,0-1-1 0 0,0 0 0 0 0,0 1 1 0 0,1-1-1 0 0,28-5 221 0 0,-20 2-194 0 0,7 0 0 0 0,-1-2 1 0 0,0 0 0 0 0,22-11 0 0 0,-32 14 32 0 0,-1-1 0 0 0,1 1 0 0 0,-1-1 0 0 0,0-1 0 0 0,0 1 0 0 0,0-1 0 0 0,-1 0 0 0 0,1 0 0 0 0,-1 0 0 0 0,0-1 1 0 0,0 1-1 0 0,0-1 0 0 0,3-7 0 0 0,-6 9 13 0 0,0 0 1 0 0,0-1-1 0 0,0 1 1 0 0,-1 0-1 0 0,1-1 1 0 0,-1 1-1 0 0,0-1 1 0 0,0 1-1 0 0,0-1 1 0 0,0 1 0 0 0,-1-1-1 0 0,0 1 1 0 0,1 0-1 0 0,-3-6 1 0 0,-21-43 531 0 0,20 45-470 0 0,3 6-257 0 0,-5-5 188 0 0,0 9-2720 0 0,-1 0 2049 0 0,-16 14-3591 0 0,16-9 1451 0 0</inkml:trace>
</inkml:ink>
</file>

<file path=ppt/ink/ink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0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40 264 0 0,'-4'-11'1323'0'0,"-11"-17"4289"0"0,16 35-5369 0 0,6 72 954 0 0,-6 152 0 0 0,-3-101-587 0 0,-2-72-120 0 0,4-58-485 0 0,0 1 0 0 0,0-1-1 0 0,0 1 1 0 0,0-1 0 0 0,0 0 0 0 0,1 1-1 0 0,-1-1 1 0 0,0 0 0 0 0,0 1-1 0 0,1-1 1 0 0,-1 0 0 0 0,0 1 0 0 0,0-1-1 0 0,1 0 1 0 0,-1 0 0 0 0,0 1-1 0 0,1-1 1 0 0,-1 0 0 0 0,0 0 0 0 0,1 0-1 0 0,-1 1 1 0 0,1-1 0 0 0,-1 0-1 0 0,0 0 1 0 0,1 0 0 0 0,-1 0-1 0 0,1 0 1 0 0,-1 0 0 0 0,0 0 0 0 0,1 0-1 0 0,-1 0 1 0 0,1 0 0 0 0,-1 0-1 0 0,1 0 1 0 0,-1 0 0 0 0,0 0 0 0 0,1 0-1 0 0,-1 0 1 0 0,1-1 0 0 0,-1 1-1 0 0,0 0 1 0 0,1 0 0 0 0,-1 0 0 0 0,0-1-1 0 0,1 1 1 0 0,-1 0 0 0 0,0 0-1 0 0,1-1 1 0 0,-1 1 0 0 0,1-1-1 0 0,24-14 12 0 0,-22 13 8 0 0,10-7 1 0 0,-8 6-24 0 0,-1 0 1 0 0,0 1-1 0 0,1-1 1 0 0,-1 1-1 0 0,1 0 0 0 0,0 1 1 0 0,-1-1-1 0 0,1 1 1 0 0,0 0-1 0 0,8-1 0 0 0,-11 1-4 0 0,0 3 2 0 0,6 4 12 0 0,-8-6-10 0 0,0 1 0 0 0,0 0 0 0 0,0 0-1 0 0,1 0 1 0 0,-1-1 0 0 0,0 1 0 0 0,0 0 0 0 0,0 0 0 0 0,-1 0-1 0 0,1-1 1 0 0,0 1 0 0 0,0 0 0 0 0,0 0 0 0 0,-1 0 0 0 0,1-1 0 0 0,0 1-1 0 0,-1 0 1 0 0,1 0 0 0 0,0-1 0 0 0,-1 1 0 0 0,1 0 0 0 0,-1-1-1 0 0,1 1 1 0 0,-1-1 0 0 0,0 1 0 0 0,1 0 0 0 0,-1-1 0 0 0,1 1 0 0 0,-2 0-1 0 0,-15 14 17 0 0,-11 5 459 0 0,19-15-1856 0 0</inkml:trace>
</inkml:ink>
</file>

<file path=ppt/ink/ink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2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1 203 336 0 0,'2'0'221'0'0,"1"1"-1"0"0,0 0 0 0 0,-1-1 1 0 0,1 1-1 0 0,0-1 1 0 0,-1 0-1 0 0,1 0 1 0 0,0 0-1 0 0,-1 0 1 0 0,1-1-1 0 0,0 1 1 0 0,-1-1-1 0 0,1 1 1 0 0,0-1-1 0 0,3-2 1 0 0,38-19 931 0 0,-35 17-751 0 0,-4 2-241 0 0,-1-1 0 0 0,-1 1 0 0 0,1-1 0 0 0,0 0 0 0 0,-1 0 1 0 0,0 0-1 0 0,0 0 0 0 0,0 0 0 0 0,-1-1 0 0 0,1 1 0 0 0,-1-1 0 0 0,0 1 0 0 0,2-9 0 0 0,-3 11-17 0 0,2-4-2 0 0,-3 7-127 0 0,0-1 0 0 0,0 0 0 0 0,0 0 0 0 0,0 0-1 0 0,-1 0 1 0 0,1 0 0 0 0,0 0 0 0 0,0 0 0 0 0,0 0-1 0 0,0 0 1 0 0,0 0 0 0 0,0 0 0 0 0,0 0 0 0 0,0 0 0 0 0,-1 0-1 0 0,1 0 1 0 0,0 0 0 0 0,0 0 0 0 0,0 0 0 0 0,0 0-1 0 0,0 0 1 0 0,0 0 0 0 0,0 0 0 0 0,0 0 0 0 0,-1 0-1 0 0,1 0 1 0 0,0 0 0 0 0,0 0 0 0 0,0 0 0 0 0,0 0-1 0 0,0 0 1 0 0,0 0 0 0 0,0 0 0 0 0,0 0 0 0 0,0 0-1 0 0,-1 0 1 0 0,1 0 0 0 0,0 0 0 0 0,0 0 0 0 0,0 0 0 0 0,0-1-1 0 0,0 1 1 0 0,0 0 0 0 0,0 0 0 0 0,0 0 0 0 0,0 0-1 0 0,0 0 1 0 0,0 0 0 0 0,0 0 0 0 0,-2 1-11 0 0,0 0 0 0 0,0 0 1 0 0,0 0-1 0 0,0 1 0 0 0,1-1 0 0 0,-1 1 1 0 0,1-1-1 0 0,-1 1 0 0 0,1 0 1 0 0,0 0-1 0 0,-1 0 0 0 0,1 0 0 0 0,0-1 1 0 0,0 1-1 0 0,0 1 0 0 0,0-1 0 0 0,1 0 1 0 0,-1 0-1 0 0,1 0 0 0 0,-1 0 1 0 0,1 0-1 0 0,0 1 0 0 0,0-1 0 0 0,0 0 1 0 0,0 0-1 0 0,0 1 0 0 0,0-1 1 0 0,0 0-1 0 0,1 0 0 0 0,-1 0 0 0 0,1 0 1 0 0,0 1-1 0 0,0-1 0 0 0,1 3 0 0 0,0-2 7 0 0,-1 0-1 0 0,1 0 0 0 0,-1-1 1 0 0,1 1-1 0 0,0-1 0 0 0,0 1 0 0 0,0-1 1 0 0,0 0-1 0 0,1 1 0 0 0,-1-1 0 0 0,1 0 1 0 0,-1-1-1 0 0,1 1 0 0 0,-1 0 1 0 0,1-1-1 0 0,0 0 0 0 0,0 1 0 0 0,0-1 1 0 0,0 0-1 0 0,0 0 0 0 0,5 0 1 0 0,-3-1-1 0 0,1 0 0 0 0,0 0 0 0 0,-1-1 0 0 0,1 1 0 0 0,0-1 0 0 0,-1-1 0 0 0,1 1 0 0 0,-1-1 0 0 0,0 0 0 0 0,1 0 0 0 0,5-4 0 0 0,2-1 4 0 0,0-1 0 0 0,0-1 0 0 0,-1 0 0 0 0,0-1 0 0 0,-1 0-1 0 0,0-1 1 0 0,-1 0 0 0 0,10-12 0 0 0,-7-19 55 0 0,-9 26-46 0 0,-4 15-18 0 0,0 0 2 0 0,1 1-5 0 0,-1-1 0 0 0,1 0 0 0 0,-1 1 0 0 0,1-1 0 0 0,-1 0 0 0 0,0 0 0 0 0,1 0 0 0 0,-1 0 0 0 0,0 1 0 0 0,0-1 0 0 0,1 0 0 0 0,-1 0 0 0 0,0 0 0 0 0,0 0 0 0 0,0 0 0 0 0,0 0 0 0 0,0 0 0 0 0,0 1 0 0 0,-1-1 0 0 0,1 0 0 0 0,0 0 0 0 0,0 0 0 0 0,-1 0 0 0 0,1 0 0 0 0,0 1 0 0 0,-1-1 0 0 0,0-1 0 0 0,0-1 10 0 0,26 13-137 0 0,-15-7 118 0 0,-8-2 9 0 0,-1-1 0 0 0,1 0 1 0 0,-1 1-1 0 0,1-1 0 0 0,-1 1 1 0 0,1 0-1 0 0,-1 0 0 0 0,0-1 0 0 0,1 1 1 0 0,-1 0-1 0 0,0 0 0 0 0,1 0 1 0 0,-1 0-1 0 0,0 0 0 0 0,0 1 1 0 0,0-1-1 0 0,0 0 0 0 0,0 0 1 0 0,0 1-1 0 0,-1-1 0 0 0,1 1 1 0 0,0-1-1 0 0,-1 1 0 0 0,2 2 1 0 0,-2-3-7 0 0,0 37 6 0 0,0-35-1 0 0,-1 0 1 0 0,1 0-1 0 0,0 0 0 0 0,0 0 0 0 0,0 0 0 0 0,1 0 1 0 0,-1 0-1 0 0,1 0 0 0 0,0 0 0 0 0,0 0 0 0 0,0 0 1 0 0,0-1-1 0 0,0 1 0 0 0,0 0 0 0 0,1-1 0 0 0,-1 1 1 0 0,1-1-1 0 0,0 1 0 0 0,0-1 0 0 0,0 0 0 0 0,0 1 1 0 0,2 1-1 0 0,-2-3 11 0 0,0-1 5 0 0,5 2-14 0 0,-1-1 0 0 0,1 0 1 0 0,-1 0-1 0 0,1-1 1 0 0,0 0-1 0 0,-1 0 1 0 0,1 0-1 0 0,-1-1 1 0 0,1 0-1 0 0,0 0 1 0 0,-1-1-1 0 0,0 1 0 0 0,1-1 1 0 0,-1-1-1 0 0,8-3 1 0 0,-7 3 10 0 0,-5 2-6 0 0,1 0-5 0 0,-1 0 0 0 0,1 0 0 0 0,-1 0 1 0 0,1 0-1 0 0,-1-1 0 0 0,1 1 0 0 0,-1-1 0 0 0,0 0 1 0 0,0 1-1 0 0,0-1 0 0 0,0 0 0 0 0,0 0 0 0 0,0 0 1 0 0,0 0-1 0 0,-1-1 0 0 0,1 1 0 0 0,-1 0 0 0 0,1-1 1 0 0,-1 1-1 0 0,1-5 0 0 0,13-16 16 0 0,-13 21-9 0 0,-2 0-10 0 0,0 0 0 0 0,0 1 0 0 0,0-1 0 0 0,1 1-1 0 0,-1-1 1 0 0,1 0 0 0 0,-1 1 0 0 0,1-1 0 0 0,-1 1 0 0 0,1-1 0 0 0,0 1-1 0 0,0-1 1 0 0,0 1 0 0 0,0 0 0 0 0,0-1 0 0 0,0 1 0 0 0,1-1 0 0 0,-1 0 1 0 0,18-22-12 0 0,-18 22 87 0 0,14 35-280 0 0,31 61 191 0 0,-45-93 17 0 0,0 0 0 0 0,0 1-1 0 0,0-1 1 0 0,0 0 0 0 0,1 0 0 0 0,-1 0-1 0 0,0 0 1 0 0,0 0 0 0 0,1 0 0 0 0,-1 0-1 0 0,0 0 1 0 0,1-1 0 0 0,-1 1-1 0 0,1 0 1 0 0,-1-1 0 0 0,1 1 0 0 0,-1-1-1 0 0,3 1 1 0 0,1 0 7 0 0,-3-1-6 0 0,28-9 40 0 0,-21 3-37 0 0,-1 0 1 0 0,1-1-1 0 0,-1 0 1 0 0,-1 0-1 0 0,0-1 1 0 0,0 0-1 0 0,0 0 1 0 0,-1-1-1 0 0,0 1 1 0 0,-1-1-1 0 0,5-11 1 0 0,-9 18 3 0 0,5-3-24 0 0,-6 4 12 0 0,0 1 0 0 0,0 0-1 0 0,0-1 1 0 0,0 1 0 0 0,0 0 0 0 0,1-1 0 0 0,-1 1-1 0 0,0-1 1 0 0,0 1 0 0 0,1 0 0 0 0,-1 0 0 0 0,0-1-1 0 0,1 1 1 0 0,-1 0 0 0 0,0-1 0 0 0,0 1 0 0 0,1 0-1 0 0,-1 0 1 0 0,1 0 0 0 0,-1-1 0 0 0,0 1 0 0 0,1 0 0 0 0,-1 0-1 0 0,0 0 1 0 0,1 0 0 0 0,-1 0 0 0 0,1 0 0 0 0,-1 0-1 0 0,1 0 1 0 0,-1 0 0 0 0,0 0 0 0 0,1 0 0 0 0,-1 0-1 0 0,1 0 1 0 0,6 3 19 0 0,-1-1-1 0 0,1 1 1 0 0,0-1-1 0 0,0 0 1 0 0,0-1-1 0 0,0 0 1 0 0,0 0-1 0 0,1 0 1 0 0,-1-1-1 0 0,0 0 1 0 0,0-1-1 0 0,1 1 1 0 0,-1-1 0 0 0,0-1-1 0 0,0 1 1 0 0,0-1-1 0 0,0-1 1 0 0,-1 1-1 0 0,1-1 1 0 0,11-7-1 0 0,19-17 822 0 0,-34 29-801 0 0,0 1-26 0 0,-1-1 0 0 0,0 1 0 0 0,1-1 0 0 0,-1 1 0 0 0,0 0 0 0 0,-1 0 0 0 0,1 0 0 0 0,0 0 0 0 0,-1 0 0 0 0,0 0-1 0 0,1 1 1 0 0,-1-1 0 0 0,-1 0 0 0 0,1 1 0 0 0,0 6 0 0 0,4 65 175 0 0,-5-45-140 0 0,2 38 42 0 0,-2-1 0 0 0,-4 0-1 0 0,-3 0 1 0 0,-18 83 0 0 0,23-142-39 0 0,-18 61-67 0 0,19-66 99 0 0,0 1 1 0 0,-1-1 0 0 0,0 1 0 0 0,1-1 0 0 0,-1 0 0 0 0,0 0 0 0 0,0 0 0 0 0,-1 0 0 0 0,1 0 0 0 0,-1 0 0 0 0,1 0 0 0 0,-1-1 0 0 0,0 0 0 0 0,0 1 0 0 0,-4 2 0 0 0,5-5-22 0 0,1 1 0 0 0,0-1 0 0 0,-1 1 0 0 0,1-1 0 0 0,0 0 0 0 0,-1 0 0 0 0,1 1 0 0 0,0-1 0 0 0,-1 0 0 0 0,1 0-1 0 0,-1 0 1 0 0,1 0 0 0 0,0-1 0 0 0,-1 1 0 0 0,1 0 0 0 0,0-1 0 0 0,-1 1 0 0 0,1 0 0 0 0,0-1 0 0 0,-1 0 0 0 0,1 1 0 0 0,0-1 0 0 0,-2-1 0 0 0,1 0 17 0 0,0 0-1 0 0,-1-1 1 0 0,1 1-1 0 0,0-1 1 0 0,0 0-1 0 0,0 1 1 0 0,1-1-1 0 0,-1 0 1 0 0,-1-5-1 0 0,-1-3 89 0 0,0 0-1 0 0,1 0 1 0 0,1 0-1 0 0,-3-21 0 0 0,5 10-15 0 0,0-1-1 0 0,2 1 1 0 0,0-1-1 0 0,1 1 1 0 0,2 0-1 0 0,0 0 0 0 0,11-28 1 0 0,-11 36-258 0 0,0 0 0 0 0,2 0 0 0 0,0 0 0 0 0,0 1 0 0 0,1 0-1 0 0,1 0 1 0 0,0 1 0 0 0,1 0 0 0 0,0 1 0 0 0,0 0 0 0 0,23-18 0 0 0,5 12-3026 0 0,-12 10-2763 0 0,-10 3 2096 0 0</inkml:trace>
</inkml:ink>
</file>

<file path=ppt/ink/ink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6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95 120 0 0,'-1'-7'1025'0'0,"-1"0"-1"0"0,0 0 1 0 0,0 1-1 0 0,-1-1 1 0 0,-7-12-1 0 0,9 17-645 0 0,-4-7 348 0 0,4 6-591 0 0,0 1-1 0 0,0 0 0 0 0,0 0 0 0 0,0 0 1 0 0,-1 0-1 0 0,1 0 0 0 0,0 0 1 0 0,-1 0-1 0 0,0 0 0 0 0,1 0 1 0 0,-1 1-1 0 0,0-1 0 0 0,0 1 1 0 0,-3-3-1 0 0,0 5-82 0 0,1-1-1 0 0,-1 1 1 0 0,1 0-1 0 0,-1 0 1 0 0,1 0 0 0 0,0 1-1 0 0,-1 0 1 0 0,1-1 0 0 0,0 2-1 0 0,0-1 1 0 0,0 0 0 0 0,0 1-1 0 0,0 0 1 0 0,1 0 0 0 0,-1 0-1 0 0,1 0 1 0 0,0 0 0 0 0,-4 6-1 0 0,-1 0 14 0 0,0 1-1 0 0,1-1 0 0 0,0 1 1 0 0,1 0-1 0 0,0 1 1 0 0,-5 12-1 0 0,10-19-55 0 0,0-1 0 0 0,0 1 0 0 0,0-1-1 0 0,0 1 1 0 0,1 0 0 0 0,-1-1 0 0 0,1 1 0 0 0,0 0 0 0 0,0-1-1 0 0,0 1 1 0 0,1 0 0 0 0,-1-1 0 0 0,1 1 0 0 0,0-1 0 0 0,0 1-1 0 0,0-1 1 0 0,0 1 0 0 0,1-1 0 0 0,-1 0 0 0 0,1 1 0 0 0,0-1-1 0 0,0 0 1 0 0,0 0 0 0 0,1 0 0 0 0,-1 0 0 0 0,1-1 0 0 0,-1 1 0 0 0,1-1-1 0 0,0 0 1 0 0,0 1 0 0 0,0-1 0 0 0,5 2 0 0 0,-4-3-2 0 0,0 0 0 0 0,0 0 1 0 0,0 0-1 0 0,0-1 0 0 0,0 0 1 0 0,0 0-1 0 0,1 0 0 0 0,-1 0 1 0 0,0-1-1 0 0,0 1 0 0 0,0-1 1 0 0,0 0-1 0 0,0 0 0 0 0,0-1 1 0 0,0 1-1 0 0,0-1 0 0 0,-1 0 1 0 0,7-3-1 0 0,-1-1 11 0 0,0 0 0 0 0,0 0-1 0 0,-1-1 1 0 0,0 0 0 0 0,0 0-1 0 0,8-10 1 0 0,1 1-29 0 0,-16 15 9 0 0,1 2-1 0 0,1-1 0 0 0,-1 1 1 0 0,0 1-1 0 0,1-1 0 0 0,-1 0 1 0 0,0 0-1 0 0,0 1 0 0 0,0 0 1 0 0,0-1-1 0 0,0 1 0 0 0,0 0 1 0 0,0 0-1 0 0,-1 0 0 0 0,1 0 1 0 0,-1 0-1 0 0,1 0 0 0 0,-1 0 0 0 0,0 1 1 0 0,2 3-1 0 0,18 25-7 0 0,-20-29 13 0 0,1-1 1 0 0,-1 0-1 0 0,1 0 1 0 0,-1 0-1 0 0,1 0 1 0 0,0 0-1 0 0,0 0 1 0 0,-1 0-1 0 0,1 0 1 0 0,0-1-1 0 0,0 1 0 0 0,0-1 1 0 0,-1 1-1 0 0,1-1 1 0 0,0 0-1 0 0,0 1 1 0 0,0-1-1 0 0,0 0 1 0 0,0-1-1 0 0,0 1 0 0 0,0 0 1 0 0,0 0-1 0 0,-1-1 1 0 0,1 1-1 0 0,0-1 1 0 0,0 0-1 0 0,3-1 1 0 0,54-29 45 0 0,-45 22-32 0 0,19-13 5 0 0,-30 19-27 0 0,1 0 0 0 0,0 0 0 0 0,-1 0 0 0 0,1 1 0 0 0,0-1 0 0 0,0 1-1 0 0,1 0 1 0 0,-1 0 0 0 0,0 1 0 0 0,1-1 0 0 0,-1 1 0 0 0,1 0 0 0 0,-1 0 0 0 0,1 0 0 0 0,-1 1 0 0 0,1 0 0 0 0,0-1 0 0 0,-1 2 0 0 0,1-1 0 0 0,0 0 0 0 0,4 2 0 0 0,5 2 3 0 0,7 2-3 0 0,0-1 1 0 0,0 0-1 0 0,24 1 0 0 0,-38-6 12 0 0,0 0-1 0 0,1 0 0 0 0,-1-1 0 0 0,0 0 1 0 0,0 0-1 0 0,0-1 0 0 0,0 1 0 0 0,0-2 1 0 0,0 1-1 0 0,0-1 0 0 0,0 0 0 0 0,-1 0 0 0 0,7-5 1 0 0,21-24 151 0 0,-22 19 119 0 0,-11 12-199 0 0,-1 0-60 0 0,1 1 0 0 0,-1-1 0 0 0,0 1-1 0 0,0-1 1 0 0,1 1 0 0 0,-1-1-1 0 0,1 1 1 0 0,-1-1 0 0 0,0 1 0 0 0,1-1-1 0 0,-1 1 1 0 0,1-1 0 0 0,-1 1-1 0 0,1 0 1 0 0,-1-1 0 0 0,1 1 0 0 0,-1 0-1 0 0,1 0 1 0 0,0-1 0 0 0,-1 1-1 0 0,1 0 1 0 0,-1 0 0 0 0,1 0 0 0 0,0 0-1 0 0,-1 0 1 0 0,1 0 0 0 0,-1 0-1 0 0,2 0 1 0 0,10 17-430 0 0,0 0-1 0 0,1-1 1 0 0,23 23-1 0 0,-25-30-1159 0 0,-1 0 0 0 0,2 0 0 0 0,21 12 0 0 0,-10-9-1112 0 0</inkml:trace>
</inkml:ink>
</file>

<file path=ppt/ink/ink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7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0 294 7917 0 0,'1'-7'4'0'0,"-1"-4"10"0"0,2 0-1 0 0,-1 1 0 0 0,1-1 1 0 0,5-16-1 0 0,-5 23 23 0 0,0 0-1 0 0,1 0 0 0 0,-1 0 1 0 0,1 0-1 0 0,-1 1 0 0 0,1-1 0 0 0,0 1 1 0 0,0-1-1 0 0,1 1 0 0 0,-1 0 1 0 0,1 0-1 0 0,0 1 0 0 0,7-5 1 0 0,-3 3 37 0 0,0 0-1 0 0,1 0 1 0 0,0 1 0 0 0,-1 1 0 0 0,1-1 0 0 0,0 1 0 0 0,0 1 0 0 0,0 0 0 0 0,0 0-1 0 0,16 1 1 0 0,-22 0-56 0 0,0 0 1 0 0,1 0-1 0 0,-1 1 0 0 0,0-1 0 0 0,1 1 0 0 0,-1 0 1 0 0,0-1-1 0 0,0 1 0 0 0,0 1 0 0 0,0-1 0 0 0,0 0 1 0 0,0 1-1 0 0,0 0 0 0 0,0-1 0 0 0,-1 1 0 0 0,1 0 1 0 0,-1 1-1 0 0,1-1 0 0 0,-1 0 0 0 0,0 1 0 0 0,1-1 0 0 0,-1 1 1 0 0,-1 0-1 0 0,1-1 0 0 0,0 1 0 0 0,-1 0 0 0 0,1 0 1 0 0,-1 0-1 0 0,0 0 0 0 0,0 1 0 0 0,0-1 0 0 0,0 4 1 0 0,-1-3 0 0 0,0 0 1 0 0,0-1 0 0 0,-1 1-1 0 0,0 0 1 0 0,1-1 0 0 0,-1 1-1 0 0,0-1 1 0 0,-1 1 0 0 0,1-1-1 0 0,-1 1 1 0 0,1-1 0 0 0,-1 0-1 0 0,0 0 1 0 0,-3 4 0 0 0,-35 36 475 0 0,38-41-154 0 0,-3-16-274 0 0,4 13-63 0 0,1 0 0 0 0,-1 1-1 0 0,1-1 1 0 0,-1 0 0 0 0,1 0 0 0 0,-1-1-1 0 0,1 1 1 0 0,-1 0 0 0 0,1 0 0 0 0,0 0 0 0 0,0 0-1 0 0,0 0 1 0 0,-1 0 0 0 0,1 0 0 0 0,0 0 0 0 0,0-1-1 0 0,1 1 1 0 0,-1 0 0 0 0,0 0 0 0 0,0 0-1 0 0,0 0 1 0 0,1 0 0 0 0,-1 0 0 0 0,1 0 0 0 0,0-2-1 0 0,5-13 12 0 0,0 0-1 0 0,1-1 0 0 0,1 2 0 0 0,11-18 0 0 0,-14 27-15 0 0,0-1 0 0 0,0 1-1 0 0,1 0 1 0 0,0 0-1 0 0,0 0 1 0 0,0 1-1 0 0,9-5 1 0 0,-11 7 0 0 0,1 1 0 0 0,-1 1 0 0 0,1-1-1 0 0,-1 1 1 0 0,1 0 0 0 0,0 0 0 0 0,0 0 0 0 0,-1 0 0 0 0,1 1-1 0 0,0 0 1 0 0,0 0 0 0 0,0 0 0 0 0,0 1 0 0 0,-1-1 0 0 0,1 1-1 0 0,7 3 1 0 0,-9-4 1 0 0,0 1-1 0 0,1 0 0 0 0,-1 0 1 0 0,0 1-1 0 0,0-1 1 0 0,0 1-1 0 0,0 0 0 0 0,0-1 1 0 0,0 1-1 0 0,-1 0 1 0 0,1 1-1 0 0,-1-1 0 0 0,1 0 1 0 0,-1 1-1 0 0,0 0 1 0 0,0-1-1 0 0,0 1 0 0 0,0 0 1 0 0,0 0-1 0 0,-1 0 0 0 0,1 0 1 0 0,-1 0-1 0 0,2 7 1 0 0,11 20 3 0 0,-13-28 2 0 0,-1-1 0 0 0,1 0-1 0 0,-1 0 1 0 0,1 0 0 0 0,-1 0 0 0 0,1 0 0 0 0,-1 1 0 0 0,1-1 0 0 0,0 0 0 0 0,0-1 0 0 0,0 1 0 0 0,-1 0 0 0 0,1 0 0 0 0,0 0 0 0 0,0 0 0 0 0,0-1 0 0 0,0 1-1 0 0,1 0 1 0 0,-1-1 0 0 0,0 1 0 0 0,0-1 0 0 0,2 1 0 0 0,23-14 118 0 0,-8 1-122 0 0,21-14 16 0 0,-33 21-18 0 0,0 1 0 0 0,1-1 0 0 0,-1 2 1 0 0,1-1-1 0 0,0 1 0 0 0,0 0 0 0 0,0 0 0 0 0,0 1 0 0 0,1 0 0 0 0,-1 0 0 0 0,1 1 0 0 0,-1-1 0 0 0,1 2 0 0 0,12-1 0 0 0,28 0-4 0 0,-25 1 10 0 0,-1-1 1 0 0,1-1-1 0 0,-1-1 0 0 0,37-10 0 0 0,22-13 39 0 0,-31-4 8 0 0,-49 29-49 0 0,8 0-61 0 0,-3 2 11 0 0,5 15 27 0 0,-7-11 51 0 0,0-1 0 0 0,1 0 0 0 0,-1 1 0 0 0,1-2 1 0 0,0 1-1 0 0,0 0 0 0 0,0-1 0 0 0,1 0 0 0 0,-1 0 1 0 0,1-1-1 0 0,0 1 0 0 0,-1-1 0 0 0,1 0 0 0 0,0-1 1 0 0,0 0-1 0 0,0 1 0 0 0,0-2 0 0 0,1 1 0 0 0,-1-1 1 0 0,0 0-1 0 0,0 0 0 0 0,0-1 0 0 0,8-1 0 0 0,-13 1-3 0 0,1 1-1 0 0,-1 0 1 0 0,0-1-1 0 0,0 1 0 0 0,0-1 1 0 0,0 0-1 0 0,0 1 1 0 0,0-1-1 0 0,0 0 1 0 0,-1 1-1 0 0,1-1 0 0 0,0 0 1 0 0,0 0-1 0 0,0 0 1 0 0,-1 0-1 0 0,1 0 0 0 0,-1 0 1 0 0,1 0-1 0 0,0 0 1 0 0,-1 0-1 0 0,0 0 0 0 0,1 0 1 0 0,-1 0-1 0 0,0 0 1 0 0,1 0-1 0 0,-1-1 1 0 0,0 1-1 0 0,0 0 0 0 0,0 0 1 0 0,0 0-1 0 0,0 0 1 0 0,-1-3-1 0 0,-9-36 299 0 0,7 32-214 0 0,2 5-178 0 0,0 1 0 0 0,0 0 0 0 0,0 0 1 0 0,0 0-1 0 0,0 0 0 0 0,0 0 0 0 0,-1 0 0 0 0,1 0 0 0 0,-1 0 1 0 0,0 1-1 0 0,1-1 0 0 0,-1 0 0 0 0,0 1 0 0 0,0-1 0 0 0,0 1 1 0 0,-3-2-1 0 0,3 2-629 0 0</inkml:trace>
</inkml:ink>
</file>

<file path=ppt/ink/ink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7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1 102 604 0 0,'5'1'323'0'0,"0"0"0"0"0,0 0-1 0 0,0 1 1 0 0,0-1 0 0 0,0 1 0 0 0,0 0 0 0 0,0 0-1 0 0,0 1 1 0 0,-1 0 0 0 0,1 0 0 0 0,-1 0 0 0 0,0 0-1 0 0,0 0 1 0 0,0 1 0 0 0,0 0 0 0 0,-1 0 0 0 0,0 0-1 0 0,1 0 1 0 0,4 9 0 0 0,-8-12-2 0 0,1 0-275 0 0,-1-1 0 0 0,0 1 0 0 0,0-1 0 0 0,1 1 1 0 0,-1-1-1 0 0,0 1 0 0 0,1-1 0 0 0,-1 1 0 0 0,1-1 1 0 0,-1 0-1 0 0,1 1 0 0 0,-1-1 0 0 0,1 0 0 0 0,-1 1 0 0 0,1-1 1 0 0,-1 0-1 0 0,1 1 0 0 0,-1-1 0 0 0,1 0 0 0 0,0 0 1 0 0,-1 0-1 0 0,1 1 0 0 0,-1-1 0 0 0,1 0 0 0 0,-1 0 0 0 0,1 0 1 0 0,0 0-1 0 0,-1 0 0 0 0,1 0 0 0 0,0 0 0 0 0,-1-1 1 0 0,1 1-1 0 0,-1 0 0 0 0,1 0 0 0 0,-1 0 0 0 0,1 0 1 0 0,0-1-1 0 0,-1 1 0 0 0,2-1 0 0 0,26-9 482 0 0,-25 9-500 0 0,150-58 1120 0 0,-143 55-1030 0 0,-1 0 1 0 0,1 0-1 0 0,-1-1 1 0 0,16-12-1 0 0,-23 15-23 0 0,0 0 0 0 0,1 0 0 0 0,-1-1 0 0 0,0 1 0 0 0,0-1 0 0 0,0 1 0 0 0,0-1 0 0 0,-1 0 0 0 0,1 0 0 0 0,-1 0 0 0 0,0 0 0 0 0,0 0 0 0 0,0 0 0 0 0,0 0 0 0 0,0 0 0 0 0,-1 0 0 0 0,1 0 0 0 0,-1 0 0 0 0,0-4 0 0 0,0 6-78 0 0,0 1-1 0 0,0 0 1 0 0,0-1 0 0 0,0 1 0 0 0,0-1-1 0 0,0 1 1 0 0,-1 0 0 0 0,1-1 0 0 0,0 1-1 0 0,0 0 1 0 0,0-1 0 0 0,-1 1 0 0 0,1 0-1 0 0,0-1 1 0 0,-1 1 0 0 0,1 0 0 0 0,0-1-1 0 0,0 1 1 0 0,-1 0 0 0 0,1 0 0 0 0,0-1-1 0 0,-1 1 1 0 0,1 0 0 0 0,-1 0 0 0 0,1 0-1 0 0,0 0 1 0 0,-1 0 0 0 0,1-1 0 0 0,-1 1-1 0 0,1 0 1 0 0,0 0 0 0 0,-1 0 0 0 0,1 0-1 0 0,-1 0 1 0 0,1 0 0 0 0,0 0 0 0 0,-1 0-1 0 0,1 0 1 0 0,-1 1 0 0 0,1-1 0 0 0,0 0-1 0 0,-1 0 1 0 0,1 0 0 0 0,-1 0 0 0 0,1 1-1 0 0,0-1 1 0 0,-1 0 0 0 0,1 0 0 0 0,0 0-1 0 0,-1 1 1 0 0,1-1 0 0 0,0 0 0 0 0,-1 1-1 0 0,0 0 7 0 0,-1 0 0 0 0,1 0 0 0 0,-1 0 0 0 0,1 0-1 0 0,-1 0 1 0 0,1 0 0 0 0,0 0 0 0 0,-1 0-1 0 0,1 1 1 0 0,0-1 0 0 0,0 0 0 0 0,0 1 0 0 0,-1 2-1 0 0,1-2 18 0 0,12 19-120 0 0,-8-16-114 0 0,0 0 0 0 0,1-1 0 0 0,-1 0 0 0 0,1 1 0 0 0,0-1 0 0 0,0-1 0 0 0,0 1 0 0 0,0 0 0 0 0,1-1 0 0 0,0 0 0 0 0,5 3 0 0 0,33 14-6178 0 0,-19-12 3049 0 0</inkml:trace>
</inkml:ink>
</file>

<file path=ppt/ink/ink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8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1 508 428 0 0,'0'0'5958'0'0,"4"-4"-5309"0"0,32-32 686 0 0,63-68 1259 0 0,-88 89-2355 0 0,-1 0 0 0 0,0 0 0 0 0,0-1 0 0 0,-2 0 0 0 0,0 0 1 0 0,7-22-1 0 0,-11 29-167 0 0,-1 0-1 0 0,0-1 1 0 0,-1 0 0 0 0,0 1 0 0 0,-1-1-1 0 0,0 0 1 0 0,0 0 0 0 0,-1 0 0 0 0,0 0 0 0 0,-1 0-1 0 0,0 1 1 0 0,-1-1 0 0 0,0 0 0 0 0,0 0-1 0 0,-1 1 1 0 0,0 0 0 0 0,-1-1 0 0 0,0 1 0 0 0,0 0-1 0 0,-1 1 1 0 0,0-1 0 0 0,-9-10 0 0 0,14 18-69 0 0,-1 1-1 0 0,1 0 1 0 0,-1-1 0 0 0,1 1 0 0 0,-1-1 0 0 0,1 1 0 0 0,-1 0 0 0 0,1 0 0 0 0,-1-1-1 0 0,1 1 1 0 0,-1 0 0 0 0,0 0 0 0 0,1 0 0 0 0,-1 0 0 0 0,1-1 0 0 0,-1 1 0 0 0,0 0-1 0 0,1 0 1 0 0,-1 0 0 0 0,1 0 0 0 0,-1 0 0 0 0,0 1 0 0 0,1-1 0 0 0,-1 0-1 0 0,1 0 1 0 0,-1 0 0 0 0,0 0 0 0 0,1 1 0 0 0,-1-1 0 0 0,1 0 0 0 0,-1 1 0 0 0,1-1-1 0 0,-1 0 1 0 0,1 1 0 0 0,-1-1 0 0 0,1 0 0 0 0,0 1 0 0 0,-1-1 0 0 0,1 1 0 0 0,-1-1-1 0 0,1 1 1 0 0,0-1 0 0 0,-1 1 0 0 0,1-1 0 0 0,0 1 0 0 0,0-1 0 0 0,0 1 0 0 0,-1 0-1 0 0,1-1 1 0 0,0 1 0 0 0,0-1 0 0 0,0 2 0 0 0,-9 35 41 0 0,15 1-45 0 0,1 0 0 0 0,2-1 0 0 0,1 0 0 0 0,2-1 0 0 0,25 52 0 0 0,-16-36-119 0 0,23 79 1 0 0,-41-121 83 0 0,0 0-8 0 0,0 1-1 0 0,-1 0 0 0 0,0-1 0 0 0,0 1 1 0 0,-1 0-1 0 0,0 0 0 0 0,-1 0 1 0 0,-1 0-1 0 0,1 0 0 0 0,-5 17 1 0 0,5-28 42 0 0,0 1 1 0 0,0-1 0 0 0,0 1-1 0 0,1-1 1 0 0,-1 1 0 0 0,-1-1-1 0 0,1 1 1 0 0,0-1 0 0 0,0 1-1 0 0,0-1 1 0 0,0 1-1 0 0,0-1 1 0 0,0 1 0 0 0,0-1-1 0 0,-1 1 1 0 0,1-1 0 0 0,0 0-1 0 0,0 1 1 0 0,-1-1 0 0 0,1 1-1 0 0,0-1 1 0 0,-1 0 0 0 0,1 1-1 0 0,0-1 1 0 0,-1 0 0 0 0,1 1-1 0 0,0-1 1 0 0,-1 0 0 0 0,1 1-1 0 0,-1-1 1 0 0,1 0 0 0 0,-1 0-1 0 0,1 0 1 0 0,-1 0 0 0 0,1 1-1 0 0,-1-1 1 0 0,1 0 0 0 0,-1 0-1 0 0,1 0 1 0 0,-1 0 0 0 0,1 0-1 0 0,-1 0 1 0 0,1 0-1 0 0,-1 0 1 0 0,1 0 0 0 0,0 0-1 0 0,-1 0 1 0 0,1-1 0 0 0,-1 1-1 0 0,1 0 1 0 0,-1 0 0 0 0,1 0-1 0 0,-1-1 1 0 0,1 1 0 0 0,-1 0-1 0 0,1 0 1 0 0,0-1 0 0 0,-1 1-1 0 0,1 0 1 0 0,0-1 0 0 0,-1 0-1 0 0,0 0 0 0 0,-1-1 0 0 0,1 1 0 0 0,0-1-1 0 0,0 1 1 0 0,0-1 0 0 0,0 0 0 0 0,0 1-1 0 0,0-1 1 0 0,1 0 0 0 0,-1 0 0 0 0,0 0-1 0 0,1 1 1 0 0,-1-5 0 0 0,2 1-1 0 0,0 0-1 0 0,0 1 1 0 0,1-1 0 0 0,0 0-1 0 0,0 0 1 0 0,0 1 0 0 0,0-1-1 0 0,1 1 1 0 0,-1 0 0 0 0,1-1-1 0 0,6-5 1 0 0,43-41-25 0 0,-35 35 13 0 0,-1 2 78 0 0,-1 1 1 0 0,2 0 0 0 0,0 1-1 0 0,18-10 1 0 0,-31 20-49 0 0,-1 0 0 0 0,1 0 0 0 0,0 0 0 0 0,0 0 0 0 0,0 1 1 0 0,0-1-1 0 0,0 1 0 0 0,0 0 0 0 0,0 0 0 0 0,0 0 0 0 0,1 1 0 0 0,-1 0 0 0 0,0-1 0 0 0,0 1 0 0 0,1 1 0 0 0,-1-1 0 0 0,0 1 1 0 0,0 0-1 0 0,0 0 0 0 0,0 0 0 0 0,1 0 0 0 0,-2 1 0 0 0,1-1 0 0 0,0 1 0 0 0,6 4 0 0 0,-8-4-3 0 0,0-1 0 0 0,-1 1 0 0 0,1 0 0 0 0,-1-1 0 0 0,0 1 0 0 0,1 0 0 0 0,-1 0 0 0 0,0 0 0 0 0,0 0 0 0 0,0 0 0 0 0,-1 0 0 0 0,1 1 0 0 0,0-1 0 0 0,-1 0 0 0 0,1 0 0 0 0,-1 1 0 0 0,0-1 0 0 0,0 0 0 0 0,0 0 0 0 0,0 1 0 0 0,0-1 0 0 0,-1 3 0 0 0,-7 21-1306 0 0,-4-4-3670 0 0</inkml:trace>
</inkml:ink>
</file>

<file path=ppt/ink/ink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9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13 728 0 0,'0'0'2028'0'0,"0"-12"328"0"0</inkml:trace>
</inkml:ink>
</file>

<file path=ppt/ink/ink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9.6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13 88 0 0,'-2'88'4256'0'0,"2"-86"-4045"0"0,0 10 486 0 0,3-7 2238 0 0,1-13-2814 0 0,0-1 1 0 0,0 0-1 0 0,1 1 1 0 0,0 0-1 0 0,0 0 1 0 0,1 0-1 0 0,0 0 1 0 0,1 1-1 0 0,-1 0 1 0 0,2 1-1 0 0,-1-1 1 0 0,11-6-1 0 0,-17 12-77 0 0,33-12 267 0 0,-11 16-114 0 0,-21-2-135 0 0,25 16 306 0 0,-26-15-329 0 0,0-1 0 0 0,0 0 0 0 0,1 0 0 0 0,-1 0 0 0 0,0 0 1 0 0,1 0-1 0 0,-1 0 0 0 0,1 0 0 0 0,0 0 0 0 0,-1 0 0 0 0,1-1 0 0 0,-1 1 0 0 0,1-1 0 0 0,0 1 0 0 0,-1-1 0 0 0,1 0 0 0 0,0 1 0 0 0,0-1 0 0 0,-1 0 0 0 0,1 0 0 0 0,2-1 0 0 0,-1 1 57 0 0,45-18 419 0 0,-43 17-479 0 0,0-1 1 0 0,1 1 0 0 0,-1-1-1 0 0,1 1 1 0 0,-1 1-1 0 0,1-1 1 0 0,-1 1 0 0 0,1 0-1 0 0,-1 1 1 0 0,1-1-1 0 0,-1 1 1 0 0,1 0-1 0 0,-1 0 1 0 0,0 1 0 0 0,7 2-1 0 0,41 4 532 0 0,-43-9 24 0 0,5-1-3099 0 0,-3 1-4088 0 0</inkml:trace>
</inkml:ink>
</file>

<file path=ppt/ink/ink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29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61 976 0 0,'7'-58'6767'0'0,"-7"56"-7179"0"0</inkml:trace>
</inkml:ink>
</file>

<file path=ppt/ink/ink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30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4 112 0 0,'5'-4'6835'0'0,"-4"30"-6201"0"0,-1-1 0 0 0,-1 1 1 0 0,-8 38-1 0 0,-3 40 401 0 0,10-50-529 0 0,6 60 1 0 0,-2-90-397 0 0,2-1 0 0 0,0 0 0 0 0,1 0 0 0 0,1 0 0 0 0,11 25 0 0 0,-15-43-240 0 0,0-1 0 0 0,1 0 0 0 0,-1 1 0 0 0,1-1 0 0 0,-1 0 0 0 0,1 0 0 0 0,1-1 0 0 0,-1 1 0 0 0,0-1 0 0 0,1 1 0 0 0,0-1 0 0 0,0 0 0 0 0,0-1 0 0 0,0 1 0 0 0,0-1 0 0 0,0 1 0 0 0,1-1 0 0 0,-1 0 0 0 0,7 1 0 0 0,0-1-667 0 0,0 0 0 0 0,0 0-1 0 0,0-2 1 0 0,0 1 0 0 0,0-1 0 0 0,0-1 0 0 0,16-2-1 0 0,-11 1-1012 0 0</inkml:trace>
</inkml:ink>
</file>

<file path=ppt/ink/ink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30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0 149 1728 0 0,'12'-4'229'0'0,"-1"-1"0"0"0,0 0 0 0 0,0-1 0 0 0,0-1 1 0 0,-1 1-1 0 0,15-14 0 0 0,-18 14 535 0 0,0-1 0 0 0,0-1 0 0 0,-1 1 0 0 0,11-17 1 0 0,-16 22-463 0 0,1-1-1 0 0,-1 1 1 0 0,0 0 0 0 0,0 0 0 0 0,0 0 0 0 0,-1-1 0 0 0,1 1 0 0 0,0-1 0 0 0,-1 1-1 0 0,1-5 1 0 0,-1 6-241 0 0,0 1 0 0 0,0-1 0 0 0,-1 1 0 0 0,1-1 0 0 0,0 0-1 0 0,0 1 1 0 0,0-1 0 0 0,-1 1 0 0 0,1-1 0 0 0,0 1 0 0 0,0-1 0 0 0,-1 1-1 0 0,1-1 1 0 0,0 1 0 0 0,-1-1 0 0 0,1 1 0 0 0,-1-1 0 0 0,1 1 0 0 0,-1-1-1 0 0,1 1 1 0 0,-1 0 0 0 0,1-1 0 0 0,-1 1 0 0 0,1 0 0 0 0,-1 0 0 0 0,1-1 0 0 0,-1 1-1 0 0,1 0 1 0 0,-1 0 0 0 0,0 0 0 0 0,1 0 0 0 0,-1 0 0 0 0,1 0 0 0 0,-1 0-1 0 0,0 0 1 0 0,1 0 0 0 0,-1 0 0 0 0,1 0 0 0 0,-1 0 0 0 0,0 0 0 0 0,-2 0 239 0 0,0 1-255 0 0,1 1 1 0 0,0-1-1 0 0,0 0 0 0 0,-1 1 1 0 0,1-1-1 0 0,0 1 1 0 0,0-1-1 0 0,1 1 1 0 0,-1 0-1 0 0,0 0 1 0 0,0 0-1 0 0,1 0 1 0 0,-3 4-1 0 0,4-5 19 0 0,0-1-57 0 0,-1 0 0 0 0,1 0 0 0 0,0 0 0 0 0,0 0 0 0 0,-1 0 0 0 0,1 1 1 0 0,0-1-1 0 0,0 0 0 0 0,0 0 0 0 0,0 0 0 0 0,-1 0 0 0 0,1 1 0 0 0,0-1 1 0 0,0 0-1 0 0,0 0 0 0 0,0 0 0 0 0,0 1 0 0 0,-1-1 0 0 0,1 0 0 0 0,0 0 1 0 0,0 0-1 0 0,0 1 0 0 0,0-1 0 0 0,0 0 0 0 0,0 0 0 0 0,0 1 0 0 0,0-1 0 0 0,0 0 1 0 0,0 0-1 0 0,0 1 0 0 0,0-1 0 0 0,0 0 0 0 0,0 0 0 0 0,0 1 0 0 0,0-1 1 0 0,0 0-1 0 0,0 0 0 0 0,0 0 0 0 0,1 1 0 0 0,-1-1 0 0 0,0 0 0 0 0,0 0 1 0 0,0 0-1 0 0,0 1 0 0 0,0-1 0 0 0,0 0 0 0 0,1 0 0 0 0,-1 0 0 0 0,0 0 0 0 0,0 1 1 0 0,1-1-1 0 0,-1 1 0 0 0,1-1 1 0 0,-1 1-1 0 0,1 0 1 0 0,-1-1-1 0 0,1 1 1 0 0,-1 0-1 0 0,1-1 1 0 0,-1 1-1 0 0,1-1 1 0 0,0 1-1 0 0,0-1 1 0 0,-1 1-1 0 0,1-1 1 0 0,0 0-1 0 0,0 1 1 0 0,-1-1-1 0 0,1 0 1 0 0,0 1-1 0 0,1-1 1 0 0,9-1 56 0 0,-9 0-62 0 0,-1 1-1 0 0,1-1 1 0 0,0 1-1 0 0,0 0 0 0 0,0-1 1 0 0,-1 1-1 0 0,1 0 0 0 0,0 0 1 0 0,0 0-1 0 0,0 1 0 0 0,0-1 1 0 0,-1 0-1 0 0,1 1 0 0 0,0-1 1 0 0,0 1-1 0 0,-1-1 0 0 0,1 1 1 0 0,0 0-1 0 0,-1 0 1 0 0,1 0-1 0 0,-1 0 0 0 0,1 0 1 0 0,-1 0-1 0 0,1 0 0 0 0,-1 0 1 0 0,0 1-1 0 0,0-1 0 0 0,1 1 1 0 0,-1-1-1 0 0,0 1 0 0 0,0-1 1 0 0,0 1-1 0 0,-1-1 0 0 0,1 1 1 0 0,0 0-1 0 0,-1-1 1 0 0,1 1-1 0 0,-1 0 0 0 0,1 0 1 0 0,-1 0-1 0 0,0-1 0 0 0,0 1 1 0 0,0 2-1 0 0,6 25 3 0 0,-6-27-2 0 0,0 0-1 0 0,1-1 1 0 0,-1 1 0 0 0,1-1-1 0 0,-1 1 1 0 0,1-1-1 0 0,-1 0 1 0 0,1 1 0 0 0,0-1-1 0 0,0 1 1 0 0,0-1-1 0 0,0 0 1 0 0,0 0 0 0 0,0 0-1 0 0,0 0 1 0 0,0 1 0 0 0,1-1-1 0 0,-1-1 1 0 0,0 1-1 0 0,1 0 1 0 0,-1 0 0 0 0,1 0-1 0 0,-1-1 1 0 0,0 1 0 0 0,1-1-1 0 0,0 1 1 0 0,1-1-1 0 0,5 0 3 0 0,-1 0 0 0 0,1-1 0 0 0,-1-1 0 0 0,1 1-1 0 0,-1-1 1 0 0,0 0 0 0 0,1-1 0 0 0,-1 0 0 0 0,0 0-1 0 0,-1 0 1 0 0,1-1 0 0 0,9-7 0 0 0,-2 2 2 0 0,13-8-11 0 0,-19 11 33 0 0,1 0-1 0 0,0 1 1 0 0,0 0-1 0 0,1 0 0 0 0,-1 1 1 0 0,1 0-1 0 0,0 1 0 0 0,11-3 1 0 0,-19 6-4 0 0,31 24 46 0 0,-29-20-330 0 0,13 8-2290 0 0,-2-6-3928 0 0,-2-3 3231 0 0</inkml:trace>
</inkml:ink>
</file>

<file path=ppt/ink/ink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38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39 340 0 0,'0'0'600'0'0,"19"-38"7513"0"0,-24 43-7979 0 0,-4 3 14 0 0,0 2-1 0 0,1-1 1 0 0,0 1 0 0 0,1 0 0 0 0,0 1 0 0 0,-8 15 0 0 0,13-19-42 0 0,0-5-75 0 0,1 0-1 0 0,0 0 1 0 0,0 1-1 0 0,0-1 1 0 0,1 0-1 0 0,-1 0 1 0 0,0 1-1 0 0,1-1 0 0 0,0 0 1 0 0,-1 1-1 0 0,1-1 1 0 0,0 0-1 0 0,0 1 1 0 0,0-1-1 0 0,0 1 0 0 0,1-1 1 0 0,-1 0-1 0 0,1 1 1 0 0,-1-1-1 0 0,2 3 1 0 0,-1-4 43 0 0,18-4 141 0 0,52-22 63 0 0,-70 24-269 0 0,2 1-7 0 0,0 0 0 0 0,0 1-1 0 0,0-1 1 0 0,0 1-1 0 0,0 0 1 0 0,0-1 0 0 0,-1 1-1 0 0,1 1 1 0 0,0-1 0 0 0,0 0-1 0 0,3 3 1 0 0,12 6 12 0 0,0-1 0 0 0,0-1 0 0 0,0 0 0 0 0,40 9 0 0 0,-56-17 1 0 0,12-3 83 0 0,-12 3-89 0 0,-1 0 1 0 0,1 0-1 0 0,-1 0 1 0 0,1 0 0 0 0,-1 0-1 0 0,1 0 1 0 0,-1 0-1 0 0,1-1 1 0 0,-1 1 0 0 0,0-1-1 0 0,1 1 1 0 0,-1-1-1 0 0,1 0 1 0 0,-1 1 0 0 0,0-1-1 0 0,2-1 1 0 0,-1 0 1 0 0,-1 1 0 0 0,1-1 0 0 0,-1 1 0 0 0,1-1 0 0 0,-1 0 0 0 0,0 0 0 0 0,0 0 0 0 0,0 0 1 0 0,0 0-1 0 0,0 0 0 0 0,0 0 0 0 0,1-3 0 0 0,0-2-1 0 0,-2 6 11 0 0,4-24 623 0 0,-3 15-5133 0 0</inkml:trace>
</inkml:ink>
</file>

<file path=ppt/ink/ink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38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4 280 0 0,'8'-3'4748'0'0,"-4"12"-4459"0"0,-1 0 0 0 0,0 1 0 0 0,-1-1 0 0 0,0 1-1 0 0,-1-1 1 0 0,0 1 0 0 0,0 0 0 0 0,-1 13 0 0 0,-8 91 1175 0 0,5-82-1106 0 0,0-7-428 0 0,-2 0 1 0 0,-9 34 0 0 0,13-58-401 0 0</inkml:trace>
</inkml:ink>
</file>

<file path=ppt/ink/ink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39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0 238 368 0 0,'35'-26'1825'0'0,"-30"20"-1534"0"0,1-1 1 0 0,-1 1-1 0 0,-1-1 0 0 0,1-1 1 0 0,-1 1-1 0 0,0 0 0 0 0,-1-1 1 0 0,0 0-1 0 0,0 0 0 0 0,0 0 1 0 0,1-11-1 0 0,0-5 809 0 0,-1 1-1 0 0,-1-41 1 0 0,-2 62-405 0 0,-2 9-644 0 0,1 4-24 0 0,-1 0 1 0 0,2-1 0 0 0,-1 1 0 0 0,2 0 0 0 0,-1-1 0 0 0,1 1 0 0 0,1 0-1 0 0,0-1 1 0 0,0 1 0 0 0,1-1 0 0 0,1 0 0 0 0,-1 0 0 0 0,7 11 0 0 0,-5-13 65 0 0,-1-1 1 0 0,2 0-1 0 0,-1 0 1 0 0,1 0 0 0 0,0 0-1 0 0,0-1 1 0 0,1 0 0 0 0,0 0-1 0 0,0-1 1 0 0,0 0 0 0 0,1 0-1 0 0,0 0 1 0 0,13 5-1 0 0,10 2-1396 0 0,-9-4-3983 0 0</inkml:trace>
</inkml:ink>
</file>

<file path=ppt/ink/ink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39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 88 0 0,'8'-66'6726'0'0,"-8"65"-5619"0"0,0 0-1058 0 0,0 1 0 0 0,1-1 0 0 0,-1 1 0 0 0,0 0 0 0 0,1 0 0 0 0,-1-1 0 0 0,0 1 0 0 0,1 0 1 0 0,-1-1-1 0 0,0 1 0 0 0,1 0 0 0 0,-1 0 0 0 0,0 0 0 0 0,1-1 0 0 0,-1 1 0 0 0,1 0 0 0 0,-1 0 0 0 0,0 0 1 0 0,1 0-1 0 0,-1 0 0 0 0,1 0 0 0 0,-1 0 0 0 0,1 0 0 0 0,-1 0 0 0 0,0 0 0 0 0,1 0 0 0 0,-1 0 0 0 0,1 0 0 0 0,-1 0 1 0 0,1 0-1 0 0,-1 0 0 0 0,1 1 0 0 0,6 9 107 0 0,-1 1-1 0 0,0 0 1 0 0,0 0 0 0 0,-1 0 0 0 0,-1 1 0 0 0,0 0-1 0 0,0 0 1 0 0,-1 0 0 0 0,-1 0 0 0 0,2 14 0 0 0,1 22 262 0 0,-2 59 0 0 0,-3-55-29 0 0,1-50-317 0 0,20 9 317 0 0,3-11-268 0 0,-8-1-68 0 0,0 1 0 0 0,-1 1 0 0 0,1 0-1 0 0,18 5 1 0 0,-32-6-44 0 0,-1 0-8 0 0,-1 0 1 0 0,0 0 0 0 0,1 0-1 0 0,-1 0 1 0 0,0 0-1 0 0,0 1 1 0 0,1-1 0 0 0,-1 0-1 0 0,0 0 1 0 0,0 0 0 0 0,1 0-1 0 0,-1 0 1 0 0,0 1 0 0 0,0-1-1 0 0,1 0 1 0 0,-1 0 0 0 0,0 0-1 0 0,0 1 1 0 0,0-1 0 0 0,1 0-1 0 0,-1 0 1 0 0,0 1-1 0 0,0-1 1 0 0,0 0 0 0 0,0 0-1 0 0,0 1 1 0 0,1-1 0 0 0,-1 0-1 0 0,0 0 1 0 0,0 1 0 0 0,0-1-1 0 0,0 0 1 0 0,0 1 0 0 0,0-1-1 0 0,0 0 1 0 0,0 1 0 0 0,0-1-1 0 0,0 0 1 0 0,0 0-1 0 0,0 1 1 0 0,-1-1 0 0 0,1 0-1 0 0,0 1 1 0 0,0-1 0 0 0,0 0-1 0 0,0 0 1 0 0,0 1 0 0 0,0-1-1 0 0,-1 0 1 0 0,1 1 0 0 0,-13 14 33 0 0,-42 0-224 0 0,53-14-114 0 0,-10 1-893 0 0</inkml:trace>
</inkml:ink>
</file>

<file path=ppt/ink/ink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40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0 333 460 0 0,'7'4'592'0'0,"0"0"0"0"0,-1 0 0 0 0,0 0 0 0 0,0 1 0 0 0,0 0 0 0 0,0 0 0 0 0,-1 1 0 0 0,6 7 0 0 0,-6-7-345 0 0,0 0 0 0 0,1 0 1 0 0,-1-1-1 0 0,1 1 0 0 0,1-2 0 0 0,-1 1 0 0 0,1 0 1 0 0,8 3-1 0 0,-14-7-174 0 0,1 0 0 0 0,-1 0 1 0 0,0-1-1 0 0,1 1 1 0 0,-1-1-1 0 0,1 1 0 0 0,-1-1 1 0 0,1 0-1 0 0,-1 1 1 0 0,0-1-1 0 0,1 0 0 0 0,-1 0 1 0 0,1 0-1 0 0,-1 0 0 0 0,1 0 1 0 0,-1 0-1 0 0,1-1 1 0 0,-1 1-1 0 0,1 0 0 0 0,-1-1 1 0 0,1 1-1 0 0,1-2 0 0 0,-2 0-27 0 0,1 1 0 0 0,-1-1 0 0 0,0 0 0 0 0,0 0 0 0 0,0-1 0 0 0,0 1 0 0 0,0 0 0 0 0,0 0 0 0 0,0 0-1 0 0,-1-1 1 0 0,1 1 0 0 0,-1 0 0 0 0,1-1 0 0 0,-1-1 0 0 0,7-30 95 0 0,1 2-1 0 0,2-1 1 0 0,1 1 0 0 0,1 1-1 0 0,2 0 1 0 0,26-42 0 0 0,-29 54-85 0 0,2 1 0 0 0,0 1 1 0 0,1 0-1 0 0,1 1 0 0 0,17-15 1 0 0,-32 30-50 0 0,1 1 0 0 0,-1-1 0 0 0,1 1 1 0 0,-1-1-1 0 0,1 1 0 0 0,0-1 0 0 0,-1 1 0 0 0,1 0 1 0 0,-1-1-1 0 0,1 1 0 0 0,0 0 0 0 0,-1 0 1 0 0,1-1-1 0 0,0 1 0 0 0,-1 0 0 0 0,1 0 0 0 0,0 0 1 0 0,-1 0-1 0 0,1 0 0 0 0,0 0 0 0 0,0 0 1 0 0,-1 0-1 0 0,1 0 0 0 0,0 0 0 0 0,-1 0 0 0 0,1 0 1 0 0,0 1-1 0 0,-1-1 0 0 0,1 0 0 0 0,0 1 0 0 0,0 0 1 0 0,14 21 174 0 0,-3 31 65 0 0,-3 30-12 0 0,-4 1 0 0 0,-7 114 0 0 0,-1-172 1084 0 0,-2-3-3494 0 0,3-10-2528 0 0,11-35 2722 0 0,-4 12 1757 0 0,0 1 1 0 0,1-1 0 0 0,0 1-1 0 0,0 0 1 0 0,1 1 0 0 0,0 0-1 0 0,1 0 1 0 0,0 0 0 0 0,0 1-1 0 0,1 0 1 0 0,11-6 0 0 0,35-35 26 0 0,-27 18 261 0 0,-3 4 469 0 0,29-41-1 0 0,-46 56-206 0 0,-1 0 0 0 0,-1 0 1 0 0,0-1-1 0 0,-1 0 0 0 0,0 0 0 0 0,0 0 0 0 0,3-20 0 0 0,9-59 3100 0 0,-16 88-3092 0 0,0-4 26 0 0,-1 4-178 0 0,-2 7 927 0 0,-3 14-1003 0 0,0 1 1 0 0,1-1-1 0 0,1 1 0 0 0,1 0 0 0 0,1 1 1 0 0,1-1-1 0 0,0 0 0 0 0,1 0 0 0 0,1 0 1 0 0,1 0-1 0 0,1 0 0 0 0,8 25 1 0 0,-11-40-19 0 0,1-1 0 0 0,-1 1 0 0 0,1-1 0 0 0,0 1 0 0 0,0-1 0 0 0,0 0 0 0 0,0 1 0 0 0,1-1 0 0 0,-1 0 0 0 0,1 0 0 0 0,0-1 0 0 0,-1 1 0 0 0,1 0 0 0 0,1-1 0 0 0,-1 0 0 0 0,0 0 0 0 0,0 0 0 0 0,1 0 0 0 0,0 0 1 0 0,-1-1-1 0 0,1 0 0 0 0,0 0 0 0 0,6 2 0 0 0,-4-2-375 0 0,1-1 0 0 0,-1 0 0 0 0,1 0 0 0 0,-1 0 1 0 0,11-2-1 0 0,33-12-7033 0 0,-36 9 3797 0 0</inkml:trace>
</inkml:ink>
</file>

<file path=ppt/ink/ink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41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21 231 776 0 0,'2'-8'4248'0'0,"2"11"-1737"0"0,8 27-930 0 0,8 47-1097 0 0,0 71 793 0 0,-11-68-620 0 0,-9-78-578 0 0,0 1 1 0 0,0 0-1 0 0,0-1 0 0 0,0 1 0 0 0,0 0 0 0 0,0 0 0 0 0,-1-1 0 0 0,1 1 0 0 0,-1-1 0 0 0,0 1 0 0 0,0 0 0 0 0,0-1 0 0 0,0 1 0 0 0,0-1 0 0 0,0 0 1 0 0,-1 1-1 0 0,1-1 0 0 0,-1 0 0 0 0,-2 3 0 0 0,3-4 149 0 0,-1-2-164 0 0,0 1 0 0 0,1 0 0 0 0,-1 0 0 0 0,0-1 0 0 0,0 1 1 0 0,1-1-1 0 0,-1 0 0 0 0,0 1 0 0 0,1-1 0 0 0,-1 0 0 0 0,1 0 0 0 0,-1 0 0 0 0,1 0 0 0 0,-1 0 1 0 0,-1-2-1 0 0,0 1-62 0 0,-2-6 74 0 0,0 0-1 0 0,1 0 1 0 0,1 0 0 0 0,-1 0-1 0 0,1-1 1 0 0,1 0 0 0 0,-1 0-1 0 0,1 1 1 0 0,1-1 0 0 0,-1-10 0 0 0,2 15-57 0 0,-3-21 37 0 0,2 0-1 0 0,1 0 1 0 0,1 0-1 0 0,1 0 1 0 0,1 0 0 0 0,1 0-1 0 0,1 1 1 0 0,2-1-1 0 0,0 1 1 0 0,2 1 0 0 0,0-1-1 0 0,1 1 1 0 0,2 1-1 0 0,0 0 1 0 0,2 1 0 0 0,0 0-1 0 0,31-34 1 0 0,-42 52-50 0 0,0 0 1 0 0,-1 0-1 0 0,1 1 0 0 0,0-1 1 0 0,0 1-1 0 0,0 0 0 0 0,1-1 1 0 0,-1 2-1 0 0,0-1 1 0 0,1 0-1 0 0,0 1 0 0 0,-1-1 1 0 0,1 1-1 0 0,0 0 0 0 0,-1 0 1 0 0,1 0-1 0 0,0 1 1 0 0,0 0-1 0 0,0-1 0 0 0,0 1 1 0 0,5 1-1 0 0,-6 0-3 0 0,0 0 0 0 0,0 0-1 0 0,-1 0 1 0 0,1 1 0 0 0,0-1 0 0 0,-1 1 0 0 0,1-1-1 0 0,-1 1 1 0 0,1 0 0 0 0,-1 0 0 0 0,0 0 0 0 0,0 0-1 0 0,0 1 1 0 0,0-1 0 0 0,0 0 0 0 0,0 1 0 0 0,-1 0-1 0 0,1-1 1 0 0,-1 1 0 0 0,0 0 0 0 0,0 0 0 0 0,0-1-1 0 0,0 1 1 0 0,0 0 0 0 0,-1 0 0 0 0,1 0 0 0 0,-1 0-1 0 0,0 4 1 0 0,1 7-83 0 0,-1 1 0 0 0,0-1 0 0 0,-1 1 0 0 0,-1-1-1 0 0,0 0 1 0 0,-1 0 0 0 0,-9 24 0 0 0,-10 16-9445 0 0</inkml:trace>
</inkml:ink>
</file>

<file path=ppt/ink/ink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41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1 144 0 0,'0'0'995'0'0,"7"12"1947"0"0,-6 2-1829 0 0,0-1 1 0 0,0 1-1 0 0,-3 22 0 0 0,2 36 1194 0 0,0-59-1982 0 0,0 1 1 0 0,-1 0-1 0 0,-1 0 0 0 0,0 0 1 0 0,-1-1-1 0 0,0 1 1 0 0,-11 24-1 0 0,-11 9-192 0 0,12-30-5069 0 0</inkml:trace>
</inkml:ink>
</file>

<file path=ppt/ink/ink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41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1 209 864 0 0,'0'2'209'0'0,"0"-1"-1"0"0,0 0 0 0 0,0 1 1 0 0,0-1-1 0 0,0 0 1 0 0,0 0-1 0 0,1 1 1 0 0,-1-1-1 0 0,0 0 1 0 0,1 0-1 0 0,-1 0 0 0 0,1 1 1 0 0,0-1-1 0 0,-1 0 1 0 0,1 0-1 0 0,0 0 1 0 0,-1 0-1 0 0,1 0 1 0 0,0 0-1 0 0,0 0 0 0 0,0 0 1 0 0,0 0-1 0 0,0-1 1 0 0,0 1-1 0 0,0 0 1 0 0,0-1-1 0 0,0 1 1 0 0,1-1-1 0 0,-1 1 0 0 0,1 0 1 0 0,3 0 67 0 0,-1-1 0 0 0,0 1-1 0 0,1-1 1 0 0,-1 0 0 0 0,0 0 0 0 0,1 0 0 0 0,-1-1-1 0 0,1 1 1 0 0,5-2 0 0 0,6-3 155 0 0,0 0 1 0 0,-1 0-1 0 0,1-2 0 0 0,15-8 0 0 0,-20 8-274 0 0,-1 0-1 0 0,1 0 1 0 0,-2-1 0 0 0,1-1-1 0 0,-1 0 1 0 0,0 0-1 0 0,-1 0 1 0 0,0-1-1 0 0,-1 0 1 0 0,0-1-1 0 0,0 0 1 0 0,-1 0-1 0 0,-1 0 1 0 0,0-1-1 0 0,5-16 1 0 0,-9 27-140 0 0,-1 0 1 0 0,0 0-1 0 0,1 0 1 0 0,-1 0 0 0 0,0 0-1 0 0,0 0 1 0 0,0 0-1 0 0,0 0 1 0 0,0-1 0 0 0,0 1-1 0 0,0 0 1 0 0,0 0-1 0 0,0 0 1 0 0,0 0-1 0 0,-1 0 1 0 0,1 0 0 0 0,0 0-1 0 0,-1 0 1 0 0,1 0-1 0 0,-1 0 1 0 0,1 0-1 0 0,-1 0 1 0 0,1 0 0 0 0,-1 0-1 0 0,0 0 1 0 0,0 0-1 0 0,1 0 1 0 0,-1 1 0 0 0,0-1-1 0 0,0 0 1 0 0,0 1-1 0 0,0-1 1 0 0,0 1-1 0 0,-1-2 1 0 0,0 2 44 0 0,-22 11 39 0 0,18-6-77 0 0,0 1-1 0 0,0 0 1 0 0,0 0 0 0 0,0 0 0 0 0,1 0-1 0 0,0 1 1 0 0,0 0 0 0 0,1 0 0 0 0,0 1-1 0 0,0-1 1 0 0,1 1 0 0 0,0 0 0 0 0,0 0-1 0 0,1 0 1 0 0,-2 10 0 0 0,2-7-13 0 0,1 1 0 0 0,0-1 0 0 0,0 1 1 0 0,1 0-1 0 0,1-1 0 0 0,0 1 0 0 0,0-1 1 0 0,1 1-1 0 0,4 11 0 0 0,-4-16-342 0 0,1 1 1 0 0,0-1-1 0 0,1-1 0 0 0,-1 1 1 0 0,1 0-1 0 0,6 6 0 0 0,-6-8-655 0 0,1 1 0 0 0,0-1 0 0 0,0 0 0 0 0,1-1 0 0 0,-1 1 0 0 0,1-1-1 0 0,7 4 1 0 0,-4-2-2285 0 0</inkml:trace>
</inkml:ink>
</file>

<file path=ppt/ink/ink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42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197 575 212 0 0,'0'0'4594'0'0,"-6"3"-3381"0"0,0-5 1751 0 0,-3-5-2636 0 0,1-1 1 0 0,-1 0-1 0 0,2 0 1 0 0,-1-1-1 0 0,1 0 1 0 0,0 0 0 0 0,1 0-1 0 0,0-1 1 0 0,1 0-1 0 0,0-1 1 0 0,0 1-1 0 0,-5-20 1 0 0,5 12-201 0 0,1 1 1 0 0,0-1-1 0 0,1 0 1 0 0,1 0-1 0 0,0-1 1 0 0,2 1-1 0 0,2-28 1 0 0,1 29-71 0 0,0-1 0 0 0,2 1 0 0 0,0 0 0 0 0,0 0 0 0 0,2 0 0 0 0,0 1 0 0 0,12-20 0 0 0,-13 27-42 0 0,-1-1 0 0 0,1 2 1 0 0,1-1-1 0 0,0 1 0 0 0,0 0 1 0 0,1 0-1 0 0,0 1 0 0 0,0 0 1 0 0,1 0-1 0 0,-1 1 0 0 0,2 0 0 0 0,-1 1 1 0 0,12-6-1 0 0,-16 11-19 0 0,-4-1 1 0 0,1 1 1 0 0,0 0-1 0 0,-1 0 0 0 0,1-1 0 0 0,0 1 0 0 0,-1 1 0 0 0,1-1 0 0 0,0 0 0 0 0,-1 0 0 0 0,1 1 1 0 0,0-1-1 0 0,-1 1 0 0 0,1-1 0 0 0,-1 1 0 0 0,1-1 0 0 0,-1 1 0 0 0,1 0 0 0 0,-1 0 0 0 0,1 0 1 0 0,1 2-1 0 0,-2-2 0 0 0,-1 0 1 0 0,1 0 0 0 0,0 1 0 0 0,-1-1-1 0 0,1 1 1 0 0,-1-1 0 0 0,1 0 0 0 0,-1 1 0 0 0,0-1-1 0 0,0 1 1 0 0,0-1 0 0 0,1 1 0 0 0,-1-1-1 0 0,-1 1 1 0 0,1-1 0 0 0,0 1 0 0 0,0-1-1 0 0,-1 2 1 0 0,-1 6-1 0 0,-2 0 0 0 0,1 0-1 0 0,-1-1 1 0 0,-9 17 0 0 0,11-22 2 0 0,-11 16 2 0 0,-2 1 0 0 0,0-2 0 0 0,-27 26-1 0 0,1 0-2 0 0,-1-1 2 0 0,30-33-2 0 0,1 0 0 0 0,1 1-1 0 0,0 1 1 0 0,0 0 0 0 0,1 0 0 0 0,1 1-1 0 0,-14 26 1 0 0,21-37 5 0 0,1 0-1 0 0,-1 0 1 0 0,1 1-1 0 0,-1-1 1 0 0,1 0-1 0 0,0 0 1 0 0,-1 1-1 0 0,1-1 1 0 0,0 0-1 0 0,1 0 1 0 0,-1 1 0 0 0,0-1-1 0 0,1 0 1 0 0,-1 0-1 0 0,1 0 1 0 0,-1 1-1 0 0,1-1 1 0 0,0 0-1 0 0,0 0 1 0 0,2 2-1 0 0,0 0 7 0 0,0 0 0 0 0,0-1-1 0 0,0 1 1 0 0,1-1-1 0 0,-1 0 1 0 0,1 0-1 0 0,0 0 1 0 0,0-1-1 0 0,6 3 1 0 0,9 4-288 0 0,1-1 1 0 0,0-1-1 0 0,30 7 0 0 0,-39-11-124 0 0,47 5-2217 0 0,-19-9-2810 0 0,-19-2 2330 0 0</inkml:trace>
</inkml:ink>
</file>

<file path=ppt/ink/ink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54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1 374 132 0 0,'0'0'1947'0'0,"3"1"-1597"0"0,6 1-46 0 0,1-2 0 0 0,-1 1 0 0 0,0-1 0 0 0,0-1 1 0 0,0 1-1 0 0,0-1 0 0 0,0-1 0 0 0,0 0 0 0 0,0 0 0 0 0,0-1 1 0 0,-1 0-1 0 0,1-1 0 0 0,-1 1 0 0 0,9-7 0 0 0,7-3 211 0 0,-1 0 1 0 0,-1-2-1 0 0,38-32 0 0 0,-45 34-482 0 0,6-5 164 0 0,-1-1 0 0 0,0-2 0 0 0,21-27-1 0 0,-36 41-155 0 0,-1 0 0 0 0,1-1 0 0 0,-1 1-1 0 0,0-1 1 0 0,-1 0 0 0 0,0 0 0 0 0,0-1-1 0 0,-1 1 1 0 0,0 0 0 0 0,-1-1 0 0 0,0 1-1 0 0,0-1 1 0 0,0 0 0 0 0,-2-15 0 0 0,1 22-45 0 0,-1 10-87 0 0,1-2 90 0 0,-3 43 5 0 0,-1 0 0 0 0,-3-1 1 0 0,-17 66-1 0 0,1-61 77 0 0,22-52-73 0 0,-25 2-1449 0 0,19-11 1034 0 0</inkml:trace>
</inkml:ink>
</file>

<file path=ppt/ink/ink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54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0 368 0 0,'0'0'5203'0'0,"0"6"-5055"0"0,4 16-14 0 0,-4-16-21 0 0,1-3-54 0 0,-1 0 0 0 0,0 1 0 0 0,1-1 0 0 0,0 0-1 0 0,0 1 1 0 0,0-1 0 0 0,0 0 0 0 0,0 0 0 0 0,1 0 0 0 0,3 5 0 0 0,-4-7-19 0 0,1 0-22 0 0,1 0-1 0 0,0 0 1 0 0,-1 0-1 0 0,1 0 1 0 0,0-1 0 0 0,-1 1-1 0 0,1-1 1 0 0,0 0 0 0 0,-1 0-1 0 0,1 0 1 0 0,0 0-1 0 0,0 0 1 0 0,4-2 0 0 0,7-2 13 0 0,-7 2-20 0 0,0 0 1 0 0,0 0-1 0 0,0 0 1 0 0,0 1 0 0 0,1 0-1 0 0,8 0 1 0 0,-13 2-12 0 0,43 5-4 0 0,-45-6 9 0 0,40 9-6 0 0,-18-11 21 0 0,-21 2-2 0 0,12 9-233 0 0</inkml:trace>
</inkml:ink>
</file>

<file path=ppt/ink/ink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55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19 64 0 0,'-1'-16'4308'0'0,"-11"14"-1712"0"0,10 2-3214 0 0,-2 0 889 0 0,-25 34 513 0 0,28-32-652 0 0,2 1-118 0 0,0 0 1 0 0,1 0 0 0 0,-1 0 0 0 0,1-1-1 0 0,0 1 1 0 0,-1 0 0 0 0,1-1 0 0 0,3 4-1 0 0,-4-5-10 0 0,0 0 2 0 0,3 3-4 0 0,0 1 0 0 0,0-1 0 0 0,-1 1-1 0 0,0 0 1 0 0,0 0 0 0 0,0 0 0 0 0,-1 0 0 0 0,1 0-1 0 0,-1 1 1 0 0,-1-1 0 0 0,1 0 0 0 0,-1 1-1 0 0,0 0 1 0 0,0-1 0 0 0,0 1 0 0 0,-1 0 0 0 0,0 0-1 0 0,0-1 1 0 0,-1 1 0 0 0,-1 10 0 0 0,-3 5 16 0 0,0 0 0 0 0,-2-1 0 0 0,-17 39 0 0 0,17-44-4 0 0,0-1 79 0 0,0-2-1 0 0,-1 1 0 0 0,0-1 1 0 0,-1 0-1 0 0,-1-1 0 0 0,1 0 1 0 0,-2 0-1 0 0,1-1 0 0 0,-2-1 1 0 0,1 0-1 0 0,-1 0 0 0 0,-25 13 0 0 0,31-19-50 0 0,5-2 18 0 0,0 0 1 0 0,-1 0 0 0 0,1 0 0 0 0,0-1-1 0 0,-1 1 1 0 0,1 0 0 0 0,-1-1 0 0 0,1 1-1 0 0,-1 0 1 0 0,0-1 0 0 0,1 0 0 0 0,-1 1-1 0 0,1-1 1 0 0,-1 0 0 0 0,0 0 0 0 0,1 0-1 0 0,-1 0 1 0 0,0 0 0 0 0,1 0 0 0 0,-1-1-1 0 0,1 1 1 0 0,-1 0 0 0 0,0-1 0 0 0,1 0-1 0 0,-1 1 1 0 0,-2-2 0 0 0,1 0 42 0 0,15-34 213 0 0,-4 23-281 0 0,0 0-1 0 0,1 0 0 0 0,0 1 0 0 0,1 0 1 0 0,0 0-1 0 0,1 1 0 0 0,14-11 1 0 0,4-1-1365 0 0,59-34 1 0 0,-36 32-3762 0 0,-38 19 3046 0 0</inkml:trace>
</inkml:ink>
</file>

<file path=ppt/ink/ink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36:56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48 432 0 0,'17'-33'5703'0'0,"-17"32"-5331"0"0,8-13 3571 0 0,-13 55-3881 0 0,5-39-48 0 0,1 0-17 0 0,3 2 6 0 0,5 5-5 0 0,11 20 22 0 0,-16-22-17 0 0,-3-6-2 0 0,3 19 2 0 0,-3-19-12 0 0,3 4 7 0 0,-4-5 5 0 0,0 1 0 0 0,0-1 0 0 0,0 1-1 0 0,1-1 1 0 0,-1 1 0 0 0,0-1 0 0 0,0 0-1 0 0,1 1 1 0 0,-1-1 0 0 0,0 1 0 0 0,1-1-1 0 0,-1 0 1 0 0,0 1 0 0 0,1-1-1 0 0,-1 0 1 0 0,1 0 0 0 0,-1 1 0 0 0,1-1-1 0 0,-1 0 1 0 0,0 0 0 0 0,1 0 0 0 0,-1 1-1 0 0,1-1 1 0 0,-1 0 0 0 0,1 0-1 0 0,-1 0 1 0 0,2 0 0 0 0,27-5 4 0 0,0-1 1 0 0,37-13 0 0 0,-26 7 64 0 0,-33 10 30 0 0,-1 0-1 0 0,1 1 1 0 0,-1 0 0 0 0,1 0-1 0 0,12 0 1 0 0,-16 1-48 0 0,20 34 358 0 0,-22-31-406 0 0,2 0-1 0 0,-1 0 0 0 0,0 0 1 0 0,1 0-1 0 0,-1 0 0 0 0,1 0 0 0 0,0-1 1 0 0,0 1-1 0 0,0-1 0 0 0,0 0 1 0 0,0 0-1 0 0,1 0 0 0 0,-1 0 0 0 0,1-1 1 0 0,-1 1-1 0 0,1-1 0 0 0,7 2 0 0 0,4 0-2215 0 0,1 0-1 0 0,31 0 0 0 0,-45-3 1938 0 0,17 1-2529 0 0</inkml:trace>
</inkml:ink>
</file>

<file path=ppt/ink/ink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34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50 220,'0'0'3166,"3"-4"-2794,0 0-196,0 1 0,0 0-1,1 0 1,-1 0 0,1 0-1,0 0 1,0 1 0,0-1-1,0 1 1,0 0 0,1 0-1,-1 1 1,1-1 0,-1 1-1,1 0 1,-1 0 0,1 1-1,0-1 1,5 1 0,6-2-147,11 0 77,1 1 1,0 1-1,0 1 0,0 1 0,-1 2 0,1 0 0,38 13 0,-29-5-31,-1 1 0,0 3 0,0 0 0,56 37 0,-70-38-51,0 1 0,-1 0 0,-1 2 0,-1 1 0,0 0 0,22 30 0,-33-37 49,1 1 0,-2 0-1,1 1 1,-2 0 0,0 0-1,-1 0 1,0 1 0,-1-1-1,0 1 1,-2 0 0,1 1 0,-1 21-1,-3-18 278,0 1-1,-2 0 1,-7 31-1,9-49-275,-11 26 425,8-22-3883,1-26 271,3 15 237</inkml:trace>
</inkml:ink>
</file>

<file path=ppt/ink/ink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27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89 316,'0'0'9846,"5"2"-9831,32 5 27,0-1 0,1-1 1,-1-2-1,1-2 0,45-5 0,3 3 50,-76 1-84,305-6 173,1536-34 372,-1390 50-397,-459-10-106,0 0 0,1 0 0,-1 0 0,1 0 0,-1 0 0,0 0 0,0-1-1,1 1 1,-1-1 0,0 1 0,1-1 0,-1 0 0,0 0 0,0 0 0,3-2-1,-4 2 187,-18-20-121,6 16-396,-1 1-1,0 1 0,0 0 1,0 0-1,-16-1 0,-38-9-5989,49 7 3679</inkml:trace>
</inkml:ink>
</file>

<file path=ppt/ink/ink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28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52 48,'0'0'322,"-8"-48"1799,8 47-1338,-2-1 324,-1 7-433,-6 20-212,-10 35-227,-61 458 1615,66-405-1652,5-45 62,-2 128 0,17 281 441,-6-476-699,-17 218 705,4-100-435,9-82-227,2-1 0,2 0 1,1 1-1,1-1 0,2 0 0,2 0 0,14 48 0,-13-64 33,-1 1 1,-1-1-1,-1 1 0,-1 0 1,1 31-1,-4-50-27,1 21 1051,-1-14-2544</inkml:trace>
</inkml:ink>
</file>

<file path=ppt/ink/ink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1:29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1 188 0 0,'0'0'2452'0'0,"-3"4"-2300"0"0,-10 18 74 0 0,1 0 0 0 0,1 0 1 0 0,1 1-1 0 0,1 1 0 0 0,-9 36 0 0 0,-21 132 516 0 0,26-118-554 0 0,-62 486 1126 0 0,57-130-741 0 0,11-236-455 0 0,4-103-64 0 0,-10 178 89 0 0,9-127 271 0 0,3-117-325 0 0,0-17-77 0 0,1 1 1 0 0,-1-1 0 0 0,2 0 0 0 0,-1 0 0 0 0,1 0 0 0 0,1 0 0 0 0,3 14 0 0 0,-4-21 1 0 0,1 6 22 0 0</inkml:trace>
</inkml:ink>
</file>

<file path=ppt/ink/ink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30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45 312,'0'0'4258,"5"0"-4090,71 0 408,96-12 0,-54 2-206,626-9 519,-308 20-669,-203-4 130,-105 3-198,65-1 42,203 24 0,-86-3-141,-291-20-52,253 7 7,155 6 2,-291-10 102,-134-3-80,36 0 947,-36 0 41,-43-4-7400,20 2 4078</inkml:trace>
</inkml:ink>
</file>

<file path=ppt/ink/ink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37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86 200,'0'0'4294,"6"0"-4284,18 1 28,-17-1-23,24 2 217,103 2 117,1-6 0,180-26 0,-41 2 46,684-1 439,-420 33 50,-285-12 48,-240 6-758,-1 0-1,1-1 1,0 0-1,0-1 1,12-3-1,-23 4 147,-11 2-4019,-31 2 1221,13-4 189</inkml:trace>
</inkml:ink>
</file>

<file path=ppt/ink/ink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0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543 54 344,'-29'-38'2437,"27"36"-2346,-1 0 0,0 1 0,1-1 0,-1 1 0,0-1 0,0 1-1,0 0 1,0 0 0,0 1 0,0-1 0,-1 1 0,1-1 0,0 1 0,0 0 0,0 0 0,0 0 0,-1 1 0,1-1 0,0 1 0,0 0 0,0-1-1,0 1 1,0 1 0,0-1 0,0 0 0,0 1 0,-3 2 0,-12 6-18,1 1-1,0 1 1,-15 13 0,25-19 69,-37 35 256,1 1 1,-51 67-1,2-3 211,31-34 332,60-71-220,4-6-648,39-54-14,3 1 0,2 3 0,3 1 0,2 3 0,77-59 1,-128 109-61,1 0 0,-1 0 0,1 0 0,-1 1 0,1-1 0,-1 0 0,1 1 0,0-1 0,-1 1 0,1-1 1,0 1-1,-1 0 0,1 0 0,0 0 0,0 0 0,-1 0 0,1 0 0,0 0 0,0 1 0,-1-1 0,1 1 0,0-1 1,-1 1-1,1-1 0,-1 1 0,1 0 0,-1 0 0,1 0 0,-1 0 0,1 0 0,-1 0 0,0 0 0,0 1 1,0-1-1,1 0 0,-1 1 0,0-1 0,-1 1 0,2 1 0,6 9 12,-1 1-1,0 0 1,8 24-1,-10-23-4,17 36 92,1-1 0,3-1 1,48 68-1,-55-91-455,2 0 0,40 36-1,-42-45-609,0-1-1,2 0 0,0-1 0,23 10 0,1-2-1367</inkml:trace>
</inkml:ink>
</file>

<file path=ppt/ink/ink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1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98 118 448,'-51'-61'3395,"5"4"3430,62 78-6680,0-1 0,2 0 0,1-2 0,0 0 0,1-1 1,1-1-1,44 26 0,182 81 438,-166-86-435,25 8-11,39 18 27,-125-52-130,0 0 0,-1 1 0,0 1 0,29 27 0,-45-38-9,0 1 0,-1-1 0,1 1 0,-1 0 0,0 0 0,0 0-1,0 0 1,0 0 0,0 1 0,-1-1 0,1 1 0,-1-1 0,0 1 0,0-1 0,-1 1-1,1 0 1,-1-1 0,1 1 0,-1 0 0,0-1 0,-1 1 0,1 0 0,-1-1 0,1 1-1,-1 0 1,0-1 0,0 1 0,-1-1 0,1 1 0,-1-1 0,0 0 0,1 0 0,-2 0-1,1 0 1,-4 5 0,-9 9 110,0-2 0,-1 0-1,-1 0 1,-32 21 0,38-29-85,-70 45 446,-147 70 1,5-4-191,192-99-501,-27 16-956,20-16-3015,28-16 214,2-1 302</inkml:trace>
</inkml:ink>
</file>

<file path=ppt/ink/ink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2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12,'0'0'1339,"6"-2"-1049,14-3-35,1 0 0,0 2 0,0 1 0,0 0-1,0 2 1,0 0 0,30 5 0,1 2 48,98 27 0,-110-20-208,-1 1 0,0 1 1,-1 3-1,-1 1 0,-1 2 0,0 1 1,35 31-1,-64-48-59,-1 0 0,0 0 1,0 1-1,0 0 0,-1 0 1,8 14-1,-11-19 31,-1 1 1,1 0-1,-1-1 1,0 1-1,0 0 0,0 0 1,0 0-1,-1 0 1,1 0-1,-1 0 0,0 0 1,0 0-1,0 0 0,0 0 1,0 0-1,-1 0 1,1 0-1,-1 0 0,0 0 1,0 0-1,-2 4 1,3-6 138,-32 27 488,31-27-1124,-9-20-5377</inkml:trace>
</inkml:ink>
</file>

<file path=ppt/ink/ink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3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2 404,'-20'-1'2013,"8"2"-1744,0 0 0,0 1 0,0 1 1,0 0-1,1 0 0,-1 1 0,1 1 0,0 0 1,0 0-1,1 1 0,0 1 0,0 0 1,0 0-1,1 1 0,0 0 0,-15 17 0,23-24-256,1 0 0,0 0 0,-1 0 1,1 0-1,0 0 0,0-1 0,0 1 0,-1 0 0,1 0 0,0 0 0,0 0 0,0 0 0,1 0 0,-1 0 0,0 0 0,0 0 0,0 0 0,1 0 0,-1 0 0,1 0 0,-1 0 0,0 0 0,1 0 0,0-1 1,-1 1-1,1 0 0,-1 0 0,1-1 0,0 1 0,0 0 0,1 0 0,34 25 97,-16-12-28,-14-7-60,0 0 0,0 0 0,-1 0 0,-1 1-1,1-1 1,-1 1 0,0 0 0,-1 1 0,0-1-1,0 1 1,0-1 0,1 13 0,-1 10 62,0 0 0,-3 40 0,2 24-690,-2-93 10,4 6-2823</inkml:trace>
</inkml:ink>
</file>

<file path=ppt/ink/ink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3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8,'-5'5'258,"0"1"1,1 1-1,0-1 0,0 1 0,0 0 1,1-1-1,0 2 0,0-1 1,1 0-1,0 0 0,0 1 0,1-1 1,-1 1-1,2 0 0,-1-1 0,2 10 1,-1-11-181,1 1 0,-1-1 1,2 0-1,-1 0 1,1 0-1,0 0 0,0-1 1,0 1-1,1-1 0,0 1 1,0-1-1,0 0 1,1 0-1,0 0 0,0 0 1,0-1-1,0 1 0,1-1 1,0 0-1,8 5 1,-11-8-46,0 1 1,0-1 0,1 0-1,-1 0 1,1 0 0,-1 0-1,0-1 1,1 1 0,-1-1 0,1 1-1,-1-1 1,1 0 0,0 0-1,-1 0 1,1 0 0,-1 0 0,1-1-1,-1 1 1,1-1 0,-1 0-1,1 0 1,-1 0 0,0 0-1,1 0 1,-1 0 0,0 0 0,0-1-1,0 1 1,0-1 0,0 0-1,0 1 1,0-1 0,-1 0 0,1 0-1,-1 0 1,1 0 0,-1-1-1,0 1 1,0 0 0,2-5-1,-1 2 51,0 1 0,0-1 0,-1 0 0,1 0 0,-1 0 0,0 0 0,-1 0 0,1 0 0,-1 0 0,0-1 0,0 1 0,0 0-1,-1 0 1,0 0 0,0 0 0,0 0 0,-1 0 0,0 0 0,0 1 0,-4-8 0,4 8-76,0 1 0,0 0 0,-1 0 0,1 0 0,-1 0 0,0 0 0,0 1 0,0-1 0,0 1 0,-1 0 0,-5-4 1,7 6-380,-12-1-4380,11 0 2407</inkml:trace>
</inkml:ink>
</file>

<file path=ppt/ink/ink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3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43 304,'-10'-8'2032,"2"-5"-252,0 5-267,1 0 239,1 3-712</inkml:trace>
</inkml:ink>
</file>

<file path=ppt/ink/ink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4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91 580,'0'0'2396,"10"1"-1746,83 3 316,1-3-1,101-13 1,-45 1-462,-79 8-323,1295-61 2533,-1197 60-2070,-156 1-529</inkml:trace>
</inkml:ink>
</file>

<file path=ppt/ink/ink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4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45 184,'0'0'2592,"17"-1"365,-7-3-821,-2-4-1448,-14-8-1768,-8 1-4765</inkml:trace>
</inkml:ink>
</file>

<file path=ppt/ink/ink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1:44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59 776 0 0,'-11'-39'4402'0'0,"11"38"-4301"0"0,-1 0 1 0 0,1 0 0 0 0,0 0 0 0 0,-1 0-1 0 0,1 0 1 0 0,-1 0 0 0 0,1 0-1 0 0,-1 0 1 0 0,0 0 0 0 0,1 1-1 0 0,-1-1 1 0 0,0 0 0 0 0,0 0-1 0 0,0 0 1 0 0,0 1 0 0 0,1-1 0 0 0,-1 0-1 0 0,0 1 1 0 0,0-1 0 0 0,0 1-1 0 0,0-1 1 0 0,0 1 0 0 0,-1 0-1 0 0,-1-1 1 0 0,1 1-24 0 0,0 1 1 0 0,-1 0-1 0 0,1-1 1 0 0,-1 1-1 0 0,1 0 0 0 0,0 0 1 0 0,-1 1-1 0 0,1-1 0 0 0,0 0 1 0 0,0 1-1 0 0,0-1 0 0 0,-3 5 1 0 0,-19 14 260 0 0,2 2 0 0 0,0 1-1 0 0,2 1 1 0 0,-34 51 0 0 0,42-57-202 0 0,1 1-1 0 0,1 0 0 0 0,1 1 1 0 0,1 0-1 0 0,1 1 1 0 0,0 0-1 0 0,2 0 1 0 0,-4 23-1 0 0,8-37-105 0 0,1 0 0 0 0,0 0 0 0 0,0 1 0 0 0,0-1 0 0 0,1 0-1 0 0,0 0 1 0 0,0 0 0 0 0,1 0 0 0 0,0 0 0 0 0,0 0 0 0 0,0 0 0 0 0,1-1 0 0 0,0 1-1 0 0,1-1 1 0 0,6 11 0 0 0,-7-14-23 0 0,0 0 0 0 0,0 0-1 0 0,1 0 1 0 0,-1 0 0 0 0,1 0-1 0 0,-1-1 1 0 0,1 0 0 0 0,0 1-1 0 0,0-1 1 0 0,0-1 0 0 0,0 1-1 0 0,0-1 1 0 0,0 1 0 0 0,0-1-1 0 0,1 0 1 0 0,-1-1 0 0 0,0 1-1 0 0,1-1 1 0 0,-1 0 0 0 0,0 0-1 0 0,1 0 1 0 0,-1 0 0 0 0,1-1-1 0 0,-1 0 1 0 0,0 0-1 0 0,0 0 1 0 0,5-2 0 0 0,15-6-13 0 0,0-2 0 0 0,0 0 0 0 0,-1-2 0 0 0,-1-1 0 0 0,0 0 0 0 0,-1-2 0 0 0,22-20 0 0 0,-36 31 18 0 0,24-17 298 0 0,-30 21-249 0 0,2 6-57 0 0,0 0 1 0 0,1 0 0 0 0,-1 0-1 0 0,1-1 1 0 0,0 1-1 0 0,0-1 1 0 0,0 0-1 0 0,1 0 1 0 0,-1-1 0 0 0,9 6-1 0 0,-12-9-2 0 0,-1 1 0 0 0,1-1 1 0 0,0 1-1 0 0,0-1 0 0 0,0 1 0 0 0,0-1 0 0 0,0 1 0 0 0,0-1 1 0 0,0 0-1 0 0,0 0 0 0 0,0 1 0 0 0,0-1 0 0 0,0 0 0 0 0,0 0 1 0 0,0 0-1 0 0,0 0 0 0 0,0 0 0 0 0,0 0 0 0 0,0-1 0 0 0,0 1 1 0 0,0 0-1 0 0,0 0 0 0 0,0-1 0 0 0,0 1 0 0 0,0-1 0 0 0,0 1 1 0 0,0-1-1 0 0,0 1 0 0 0,-1-1 0 0 0,1 1 0 0 0,0-1 0 0 0,0 0 1 0 0,-1 1-1 0 0,2-2 0 0 0,0-1 4 0 0,-1 0-1 0 0,0 0 1 0 0,1 0 0 0 0,-1 0 0 0 0,0 0 0 0 0,-1 0 0 0 0,1 0-1 0 0,0-6 1 0 0,-1 7-2 0 0,-13-37 14 0 0,10 30-17 0 0,3 7 6 0 0,0 3-14 0 0,0 0 1 0 0,1 0-1 0 0,-1-1 1 0 0,0 1 0 0 0,1 0-1 0 0,-1 0 1 0 0,1 0-1 0 0,-1 0 1 0 0,1-1 0 0 0,0 1-1 0 0,-1 0 1 0 0,1-1-1 0 0,0 1 1 0 0,-1 0 0 0 0,1-1-1 0 0,0 1 1 0 0,0-1-1 0 0,0 1 1 0 0,-1-1 0 0 0,1 1-1 0 0,0-1 1 0 0,0 0-1 0 0,0 1 1 0 0,0-1 0 0 0,0 0-1 0 0,0 0 1 0 0,0 0-1 0 0,0 0 1 0 0,1 0 0 0 0,49 3-15 0 0,-24-5 44 0 0,50-10 1 0 0,-73 11-20 0 0,0 0 1 0 0,-1 0-1 0 0,1-1 0 0 0,0 0 1 0 0,0 0-1 0 0,-1 0 0 0 0,1 0 1 0 0,3-3-1 0 0,11-7 18 0 0,-16 11-23 0 0,11 1-71 0 0,-10 8 69 0 0,0-1 1 0 0,-1 1-1 0 0,0 0 0 0 0,0 0 1 0 0,-1 0-1 0 0,0 0 0 0 0,1 14 1 0 0,-2-16-32 0 0,0 0 0 0 0,-1-1 0 0 0,1 1 0 0 0,-1 0 0 0 0,-1-1 0 0 0,1 1 0 0 0,-1-1 0 0 0,1 0 0 0 0,-2 1 0 0 0,1-1 0 0 0,0 0 0 0 0,-1 0 1 0 0,0 0-1 0 0,0 0 0 0 0,-7 6 0 0 0,9-9-413 0 0</inkml:trace>
</inkml:ink>
</file>

<file path=ppt/ink/ink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5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1 584,'-4'0'945,"-7"1"-371,0 1 0,0 0-1,0 0 1,0 1 0,0 1 0,0-1 0,1 2 0,0 0 0,-1 0-1,2 1 1,-1 0 0,1 0 0,-16 15 0,25-21-548,0 1 0,0 0-1,0-1 1,-1 1 0,1 0 0,0 0 0,0-1 0,0 1 0,0 0-1,0 0 1,0-1 0,0 1 0,0 0 0,1-1 0,-1 1 0,0 0-1,0 0 1,1-1 0,-1 1 0,0 0 0,1-1 0,-1 1 0,0-1-1,1 1 1,-1-1 0,1 1 0,-1 0 0,1-1 0,-1 1 0,1-1-1,0 0 1,-1 1 0,1-1 0,0 0 0,0 1 0,26 16 189,-24-16-131,8 7 23,-5-5-75,-1 0 0,0 0 1,0 1-1,0-1 0,-1 1 1,1 0-1,-1 0 0,0 1 1,0-1-1,-1 1 0,1 0 1,-1 0-1,0 0 0,0 1 1,3 9-1,-4-10-151,-1 1 1,1-1-1,-1 0 1,0 1-1,-1-1 1,1 1-1,-1-1 0,0 1 1,-1-1-1,1 0 1,-1 1-1,-3 9 1,3-12-741</inkml:trace>
</inkml:ink>
</file>

<file path=ppt/ink/ink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5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8 120,'-4'6'514,"1"0"-1,-1 0 1,1 0-1,1 1 1,-1-1-1,1 1 1,-3 10-1,5-14-399,-1-1 0,1 1-1,0 0 1,0 0 0,0 0-1,0-1 1,0 1 0,0 0-1,1 0 1,-1-1 0,1 1-1,0 0 1,0-1 0,0 1-1,0-1 1,0 1 0,1-1 0,-1 0-1,1 1 1,-1-1 0,4 3-1,-4-4-52,0 1-1,0-1 1,1 1-1,-1-1 1,0 1-1,1-1 1,-1 0-1,1 0 1,-1 0-1,1 0 1,0 0-1,0 0 0,-1 0 1,1-1-1,0 1 1,0-1-1,0 1 1,0-1-1,-1 0 1,1 1-1,0-1 1,0 0-1,0 0 1,0-1-1,0 1 1,0 0-1,0 0 1,-1-1-1,1 0 1,0 1-1,0-1 0,0 0 1,-1 0-1,1 1 1,0-1-1,-1-1 1,1 1-1,-1 0 1,1 0-1,-1-1 1,0 1-1,1 0 1,-1-1-1,0 1 1,0-1-1,0 0 1,0 1-1,1-4 1,1-3 113,0 1 1,0 0 0,-1-1 0,1 1-1,-2-1 1,1 0 0,-1 1 0,-1-1-1,1 0 1,-1 0 0,-1-9 0,-5-1-541</inkml:trace>
</inkml:ink>
</file>

<file path=ppt/ink/ink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5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34 436,'0'0'3256,"15"-18"-2644,-7 15-56,5 0-56,1 0-51,3-2-45,-2 4-52,0 2-48,1-2-140,-2 1-168,0 1-200,1-1-216,-5 3-653,4 0-2863</inkml:trace>
</inkml:ink>
</file>

<file path=ppt/ink/ink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6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45 420,'0'0'716,"18"-2"516,-2 1-228,8-8-584,-9 8-48,-1-4-184,5 0-220,0 0-268,-4 0-372,5 0-724,-1-1 320</inkml:trace>
</inkml:ink>
</file>

<file path=ppt/ink/ink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6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0 480,'-4'2'911,"-8"4"-219,0 1 1,0 0 0,0 0-1,1 2 1,0-1-1,0 1 1,-16 20 0,24-26-598,0 0 0,0 0 0,0 1 0,1-1 0,0 0 0,-1 1 1,1 0-1,1 0 0,-1-1 0,0 1 0,1 0 0,0 0 0,0 0 0,0 1 1,1-1-1,-1 0 0,1 0 0,0 0 0,0 1 0,0-1 0,1 0 0,-1 0 0,1 0 1,0 0-1,0 0 0,1 0 0,-1 0 0,1 0 0,0 0 0,0 0 0,3 3 1,-3-4-68,0-1 1,0 0 0,0 0 0,0 0 0,0 0 0,1 0 0,-1-1 0,1 1 0,0-1-1,-1 1 1,1-1 0,0 0 0,0 0 0,-1 0 0,1 0 0,0-1 0,0 1 0,0-1-1,0 0 1,0 0 0,0 0 0,0 0 0,0 0 0,0-1 0,0 1 0,0-1 0,0 0-1,0 0 1,0 0 0,-1 0 0,1 0 0,3-3 0,-2 2-12,0 0-1,0-1 1,-1 1-1,1-1 1,-1 0 0,0 0-1,0 0 1,0 0-1,0 0 1,0-1 0,-1 1-1,0-1 1,1 0-1,-1 1 1,-1-1 0,1 0-1,0 0 1,-1-1 0,0 1-1,0 0 1,0-5-1,-1 8-52,0 0-1,0-1 0,-1 1 0,1 0 1,-1 0-1,1-1 0,-1 1 0,1 0 0,-1 0 1,0 0-1,1 0 0,-1-1 0,0 1 1,0 0-1,0 0 0,0 1 0,0-1 1,0 0-1,0 0 0,0 0 0,0 1 0,-1-1 1,1 0-1,0 1 0,0-1 0,0 1 1,-1 0-1,1-1 0,0 1 0,-1 0 1,1 0-1,-3 0 0,-50-1-3489,41 2 1775,-23-1-953</inkml:trace>
</inkml:ink>
</file>

<file path=ppt/ink/ink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47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18 320,'0'0'4637,"-5"-1"-4107,-30-9 1912,33 9-2342,-8-4-4799</inkml:trace>
</inkml:ink>
</file>

<file path=ppt/ink/ink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3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24 728,'-41'-19'4620,"39"18"-4150,-13-2 1257,12 3-295,5 7-691,1 8-1138,-2-7 437,1 0 0,0-1 0,1 1 0,-1-1 0,1 1 0,1-1 0,0 0 0,0 0 0,0-1 0,0 1 0,1-1 1,9 9-1,-13-14 60,2-3-88,1-2-7,-1 1 1,-1 0 0,1-1 0,0 1 0,-1-1-1,0 0 1,1 0 0,-1 0 0,-1 0 0,1 0-1,-1 0 1,0-1 0,0 1 0,0-1-1,0-6 1,0 10-10,-1-8-20</inkml:trace>
</inkml:ink>
</file>

<file path=ppt/ink/ink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1:51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85 420 0 0,'4'-6'780'0'0,"-1"0"0"0"0,0 0 0 0 0,-1 0 0 0 0,0 0 0 0 0,1-1 0 0 0,-2 1 1 0 0,1 0-1 0 0,-1-1 0 0 0,1-10 0 0 0,-2 15-159 0 0,-14-8 167 0 0,4 12-639 0 0,0 0 0 0 0,0 0 0 0 0,0 1-1 0 0,1 1 1 0 0,-1-1 0 0 0,1 1 0 0 0,0 1-1 0 0,-16 10 1 0 0,-65 54 580 0 0,84-63-681 0 0,0 1 0 0 0,0 0-1 0 0,0 0 1 0 0,1 0-1 0 0,0 0 1 0 0,1 1-1 0 0,0 0 1 0 0,0 0-1 0 0,0 0 1 0 0,1 1 0 0 0,0-1-1 0 0,1 1 1 0 0,0 0-1 0 0,0 0 1 0 0,0 16-1 0 0,1-21-39 0 0,1 0 1 0 0,0 0-1 0 0,0 0 0 0 0,0 0 0 0 0,1 0 0 0 0,-1-1 0 0 0,1 1 0 0 0,0 0 0 0 0,0 0 1 0 0,0-1-1 0 0,1 1 0 0 0,-1 0 0 0 0,1-1 0 0 0,0 1 0 0 0,0-1 0 0 0,0 0 0 0 0,0 0 0 0 0,1 0 1 0 0,0 0-1 0 0,-1 0 0 0 0,1 0 0 0 0,0-1 0 0 0,0 1 0 0 0,0-1 0 0 0,0 0 0 0 0,1 0 1 0 0,-1 0-1 0 0,1 0 0 0 0,-1 0 0 0 0,1-1 0 0 0,0 0 0 0 0,-1 0 0 0 0,1 0 0 0 0,0 0 0 0 0,0 0 1 0 0,0-1-1 0 0,6 0 0 0 0,7 1 2 0 0,1-2 1 0 0,-1 0-1 0 0,0-1 1 0 0,0-1-1 0 0,0 0 1 0 0,0-2-1 0 0,30-11 1 0 0,0-5 19 0 0,57-34-1 0 0,-83 43 3 0 0,-7 5 36 0 0,-16 13-52 0 0,-9 15-37 0 0,6 13-28 0 0,6-33 44 0 0,4 8 5 0 0,-1-6-5 0 0,3 1 1 0 0,17-3-4 0 0,-17-3 18 0 0,-4 1-6 0 0,0 0 1 0 0,0 0 0 0 0,-1-1 0 0 0,1 0 0 0 0,0 1 0 0 0,0-1 0 0 0,-1 0-1 0 0,1 0 1 0 0,-1-1 0 0 0,0 1 0 0 0,0 0 0 0 0,0-1 0 0 0,0 0 0 0 0,0 1-1 0 0,0-1 1 0 0,1-3 0 0 0,-2 4 16 0 0,-1 0-27 0 0,0 0-1 0 0,0 0 1 0 0,1 0 0 0 0,-1 0 0 0 0,1 0-1 0 0,-1 0 1 0 0,1 0 0 0 0,0 1-1 0 0,0-1 1 0 0,-1 0 0 0 0,1 0 0 0 0,1 1-1 0 0,-1-1 1 0 0,2-2 0 0 0,6 2 1 0 0,0 0 0 0 0,1 0 0 0 0,-1 1 0 0 0,0 0 0 0 0,0 1 0 0 0,0 0 0 0 0,1 0 1 0 0,-1 1-1 0 0,0 1 0 0 0,0-1 0 0 0,0 1 0 0 0,0 1 0 0 0,0 0 0 0 0,0 0 0 0 0,13 7 0 0 0,-19-7-3 0 0,-2-2-2 0 0,0 0 0 0 0,0 0 0 0 0,0 0 1 0 0,0 0-1 0 0,-1 0 0 0 0,1 1 0 0 0,0-1 1 0 0,-1 0-1 0 0,1 0 0 0 0,0 1 0 0 0,-1-1 1 0 0,0 1-1 0 0,1-1 0 0 0,-1 0 0 0 0,0 1 1 0 0,0-1-1 0 0,0 1 0 0 0,0-1 0 0 0,0 1 1 0 0,0-1-1 0 0,0 0 0 0 0,0 1 0 0 0,-1-1 1 0 0,1 1-1 0 0,0-1 0 0 0,-1 0 0 0 0,1 1 1 0 0,-1-1-1 0 0,0 0 0 0 0,1 1 0 0 0,-1-1 1 0 0,0 0-1 0 0,0 0 0 0 0,0 0 0 0 0,-1 2 1 0 0,-2 1-86 0 0,-1 0 1 0 0,1-1-1 0 0,-1 1 1 0 0,0-1-1 0 0,-10 5 1 0 0,14-7 73 0 0,-1 0-451 0 0</inkml:trace>
</inkml:ink>
</file>

<file path=ppt/ink/ink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1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1 212,'0'0'785,"-17"1"1429,7 3-1671,-1 1-1,1 1 1,0-1-1,1 1 1,0 1-1,0 0 1,-15 15-1,21-19-473,0-1 0,1 1 0,-1-1 0,1 1 0,0 0 0,0 0 0,0 0 0,0 0-1,1 0 1,-1 1 0,1-1 0,0 1 0,0-1 0,0 0 0,0 1 0,0 0 0,1-1-1,0 1 1,0-1 0,0 1 0,0 0 0,0-1 0,1 1 0,-1-1 0,1 1 0,0-1 0,0 1-1,1-1 1,2 7 0,-2-7-41,1 0-1,-1 0 1,1-1 0,0 1-1,0 0 1,0-1 0,0 0-1,0 1 1,0-1-1,0 0 1,1-1 0,-1 1-1,1-1 1,0 1-1,-1-1 1,1 0 0,0-1-1,0 1 1,-1 0 0,1-1-1,0 0 1,0 0-1,0 0 1,0-1 0,-1 1-1,1-1 1,0 0 0,0 0-1,-1 0 1,6-3-1,-1 2-4,-1-1-1,0-1 1,0 1-1,0-1 1,0 0-1,-1-1 0,1 0 1,-1 0-1,0 0 1,-1 0-1,1-1 0,-1 0 1,8-13-1,-11 16 0,-1-1 0,1 1 0,-1-1-1,0 0 1,0 1 0,0-1 0,0 0-1,-1 0 1,0 0 0,1 0 0,-1 0 0,-1 0-1,1 1 1,-1-1 0,1 0 0,-1 0-1,0 0 1,0 1 0,-2-5 0,1 6-24,1-1 0,-1 1 1,1 0-1,-1 0 0,1 0 1,-1 0-1,0 1 0,0-1 1,0 0-1,0 1 0,0 0 1,-1-1-1,1 1 0,0 0 1,-1 0-1,1 0 0,-1 0 1,1 1-1,-1-1 0,1 0 1,-1 1-1,1 0 0,-1 0 1,1 0-1,-1 0 0,0 0 1,1 0-1,-1 1 0,1-1 1,-1 1-1,-2 1 0,1-1-343,-20 6-473,9 5-4623,8-2 2871</inkml:trace>
</inkml:ink>
</file>

<file path=ppt/ink/ink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2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39 244,'0'0'744,"-24"21"3074,24-20-3771,-1 0-1,1 0 1,0 0-1,0 0 1,0 0-1,0 0 1,0 0-1,0 0 1,1 0-1,-1 0 1,0 0-1,1 0 1,-1 0-1,0 0 1,1 0-1,-1 0 1,1 0-1,-1-1 1,1 1-1,-1 0 1,1 0-1,0 0 0,0-1 1,-1 1-1,1 0 1,0-1-1,0 1 1,0-1-1,0 1 1,-1-1-1,1 1 1,0-1-1,0 1 1,0-1-1,0 0 1,0 0-1,0 0 1,0 1-1,0-1 1,2 0-1,0-1 26,0 1-1,0-1 0,0 0 1,0 0-1,0 0 0,0 0 1,0-1-1,0 1 1,-1-1-1,1 1 0,0-1 1,-1 0-1,3-3 0,-3 4-19,-1-1-1,1 1 1,-1 0-1,0-1 1,0 1-1,0-1 1,0 0-1,0 1 1,0-1-1,0 0 1,0 0-1,-1 0 1,1 1-1,-1-1 1,1 0-1,-1 0 1,0 0-1,0 0 1,1 0-1,-1 0 1,-1 0-1,1 0 1,0 0-1,0 1 1,-1-1-1,1 0 1,-1 0-1,0 0 0,1 0 1,-1 1-1,0-1 1,0 0-1,0 1 1,0-1-1,-2-1 1,2 2 25,-4 0 190,1-1-1664</inkml:trace>
</inkml:ink>
</file>

<file path=ppt/ink/ink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3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39 192,'0'0'5917,"4"-3"-5449,5-2-256,0 0 1,1 1 0,-1 1 0,1-1-1,0 2 1,0-1 0,0 1 0,11 0-1,88-3-898,-109 5 506,1 0 0,0 0 0,0 0 0,-1 0 0,1 0 1,0 1-1,0-1 0,-1 0 0,1 1 0,0-1 0,0 0 0,-1 1 1,1-1-1,0 1 0,-1-1 0,1 1 0,-1-1 0,1 1 0,-1-1 1,1 1-1,-1 0 0,1-1 0,-1 1 0,1 1 0</inkml:trace>
</inkml:ink>
</file>

<file path=ppt/ink/ink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3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0 392,'6'14'1076,"3"-10"-92,7 0-564,-7-4 348,12 0-436,-7 0-44,3-2-52,-3 0-20,3 1-140,0-2-188,1-1-240,-4 2-372,2-1-776,-2 0 344</inkml:trace>
</inkml:ink>
</file>

<file path=ppt/ink/ink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4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1 752,'0'0'1147,"9"42"3524,-16 137-394,1-9-3265,-11-2-7737,12-138 3835</inkml:trace>
</inkml:ink>
</file>

<file path=ppt/ink/ink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6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1 135 16,'14'-32'2206,"-9"25"-1541,-1-2 0,0 1 0,0 0 0,5-18 0,-9 25-407,11-41 3150,-10 40-3279,-1 8-850,-3 33-767,-3-12-2335</inkml:trace>
</inkml:ink>
</file>

<file path=ppt/ink/ink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1:57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14 392 0 0,'-22'-13'3044'0'0,"16"14"-2876"0"0,1 0 0 0 0,-1 1 0 0 0,1 0 0 0 0,0 0 0 0 0,0 0 0 0 0,-1 1 0 0 0,2-1 0 0 0,-1 1 0 0 0,0 1 0 0 0,0-1 0 0 0,1 1 0 0 0,0-1 1 0 0,0 1-1 0 0,0 1 0 0 0,-4 4 0 0 0,-8 11 113 0 0,1 2 1 0 0,-12 23-1 0 0,10-17 60 0 0,0-2-176 0 0,2 2 1 0 0,2-1-1 0 0,0 2 1 0 0,2 0-1 0 0,1 0 1 0 0,1 1-1 0 0,1 0 1 0 0,2 1-1 0 0,2 0 1 0 0,0 0-1 0 0,2 0 1 0 0,1 0-1 0 0,6 49 1 0 0,22 91 419 0 0,-23-152-620 0 0,1 0 0 0 0,1-1-1 0 0,1 0 1 0 0,1-1 0 0 0,0 1 0 0 0,1-2-1 0 0,12 17 1 0 0,-18-29-649 0 0,0-1-1 0 0,1 0 0 0 0,-1 0 1 0 0,0 0-1 0 0,1 0 1 0 0,0-1-1 0 0,0 1 1 0 0,7 2-1 0 0</inkml:trace>
</inkml:ink>
</file>

<file path=ppt/ink/ink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8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0 410 280,'0'0'618,"5"-3"15,15-10-89,-2 0-1,0-1 0,0-1 0,-1-1 0,-1 0 1,-1-1-1,0-1 0,-2-1 0,0 1 0,-1-2 0,0 0 1,15-39-1,-25 53-435,-1-1 1,1 0 0,-1 0-1,-1 0 1,1 1-1,-1-1 1,0 0 0,-1 0-1,1 0 1,-1 0 0,-1 1-1,1-1 1,-1 0-1,-1 1 1,1-1 0,-1 1-1,0 0 1,0 0-1,-1 0 1,-7-9 0,10 14 53,-25 28 31,23-18-172,1 0-1,0 0 1,0 0 0,1 0-1,0 0 1,1 0-1,0 1 1,1-1 0,0 0-1,0 0 1,5 18 0,5 9 40,25 58 0,-3-12 32,-9 1 126,-24-81-4,-17 5-15,15-7-262,-54-18 330,53 17-743,0-1 0,0 1 0,1-1 0,-1 0-1,0 0 1,1 0 0,-1 0 0,1 0 0,-3-4 0,3 2-2472,1-8 229</inkml:trace>
</inkml:ink>
</file>

<file path=ppt/ink/ink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1:58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539 1 604,'0'0'2058,"3"7"-1050,3 22-373,0 0-1,-2 0 1,-1 1-1,-2-1 1,-1 1-1,-1-1 1,-1 1-1,-2-1 1,-1 0-1,-1 0 1,-1 0 0,-2-1-1,-14 33 1,0-8-222,-2-2 0,-2 0 0,-2-2 1,-2-2-1,-3 0 0,-41 43 1,57-70-505,0-1 0,-2-2 0,-29 22 1,-14-5-2124,54-30 892,-1-1 1,1 0 0,-1 0 0,-18 2-1,1-5-2201</inkml:trace>
</inkml:ink>
</file>

<file path=ppt/ink/ink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1:59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1 20 0 0,'-3'0'685'0'0,"-6"3"-417"0"0,0-1 0 0 0,1 2 0 0 0,0-1 0 0 0,-1 1 0 0 0,1 0 0 0 0,1 1 0 0 0,-1 0 0 0 0,1 0 0 0 0,-1 1 0 0 0,2 0 0 0 0,-1 0 0 0 0,1 0 0 0 0,0 1 0 0 0,0 0 0 0 0,-6 10 0 0 0,-3 4 371 0 0,-22 43 0 0 0,11-9 143 0 0,20-37-559 0 0,0 1 0 0 0,1 0 0 0 0,1 0 1 0 0,1 1-1 0 0,1-1 0 0 0,0 1 0 0 0,2 20 1 0 0,-1-36-192 0 0,1 26 331 0 0,1-1 1 0 0,10 56-1 0 0,-8-69-581 0 0,1 0 0 0 0,0-1 0 0 0,1 1 0 0 0,1-1 0 0 0,0 0 0 0 0,15 24 0 0 0,-20-37-224 0 0,5 7-175 0 0</inkml:trace>
</inkml:ink>
</file>

<file path=ppt/ink/ink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1:59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1 484 0 0,'0'0'2001'0'0,"-3"5"-1409"0"0,-6 9-61 0 0,1 1 1 0 0,0 1-1 0 0,2 0 0 0 0,0 0 0 0 0,0 0 1 0 0,2 0-1 0 0,-3 18 0 0 0,0-8 70 0 0,82-158 315 0 0,-75 131-916 0 0,0 1 1 0 0,0-1-1 0 0,1 0 0 0 0,-1 0 1 0 0,0 0-1 0 0,1 0 0 0 0,-1 0 1 0 0,0 0-1 0 0,1 1 1 0 0,-1-1-1 0 0,1 0 0 0 0,-1 0 1 0 0,1 1-1 0 0,0-1 0 0 0,-1 0 1 0 0,1 1-1 0 0,0-1 0 0 0,-1 0 1 0 0,1 1-1 0 0,0-1 0 0 0,0 1 1 0 0,-1 0-1 0 0,1-1 0 0 0,0 1 1 0 0,0-1-1 0 0,0 1 0 0 0,1 0 1 0 0,-1 0-2 0 0,0 1 1 0 0,0 0 0 0 0,-1 0 0 0 0,1 0 0 0 0,0 0 0 0 0,0 0 0 0 0,0 0 0 0 0,-1 1 0 0 0,1-1 0 0 0,-1 0 0 0 0,1 0-1 0 0,-1 0 1 0 0,1 1 0 0 0,-1-1 0 0 0,0 0 0 0 0,1 3 0 0 0,9 79 11 0 0,-9-63 11 0 0,6-2-18 0 0,-6-16 52 0 0,0-1-1 0 0,0 1 0 0 0,0-1 1 0 0,-1 1-1 0 0,1 0 0 0 0,0 0 0 0 0,-1-1 1 0 0,0 1-1 0 0,1 0 0 0 0,-1 0 1 0 0,0-1-1 0 0,0 4 0 0 0,22-41 261 0 0,-17 21-504 0 0,0 1-1 0 0,1 0 1 0 0,1 0-1 0 0,1 1 1 0 0,-1 0-1 0 0,18-21 1 0 0,5 6-4837 0 0,-21 21 3009 0 0</inkml:trace>
</inkml:ink>
</file>

<file path=ppt/ink/ink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2:00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0 355 112,'3'14'6547,"24"-98"-5258,3 2-1,50-94 0,-61 150-244,-18 26-1030,-1 0 0,0 0 0,1 0 0,-1-1 0,0 1 0,1 0 0,-1 0 0,0 0 0,1 0 1,-1 0-1,0 0 0,1 0 0,-1 0 0,0 1 0,1-1 0,-1 0 0,0 0 0,1 0 0,-1 0 0,0 0 0,1 0 0,-1 1 1,0-1-1,1 0 0,-1 0 0,0 0 0,0 1 0,1-1 0,-1 0 0,0 1 0,0-1 0,0 0 0,1 0 0,-1 1 0,0-1 1,0 0-1,0 1 0,0-1 0,0 0 0,1 1 0,1 8 70,0 0 1,0 0-1,-1 0 1,0 12-1,0-5 8,7 58 109,-1-10-376,-1 124-1,-6-181-630,-2 13-554,-3-8-3871,-1-5 2355</inkml:trace>
</inkml:ink>
</file>

<file path=ppt/ink/ink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2:00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13 612,'0'0'556,"13"-7"392,-5 2 76,6 5-832,-7 13-2856</inkml:trace>
</inkml:ink>
</file>

<file path=ppt/ink/ink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2:01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0 128 548,'0'0'1274,"5"-4"-677,-1-1-319,-1 1-1,1 0 1,-1-1 0,1 1-1,-1-1 1,0 0-1,-1 0 1,0-1 0,1 1-1,-2 0 1,1-1 0,0 1-1,-1-1 1,0 1 0,-1-1-1,1 0 1,-1 1 0,0-1-1,-1-9 1,0 13-121,1 1-140,0 1 0,0 0 0,0 0 0,0-1 0,0 1 0,0 0 0,0-1 1,0 1-1,0 0 0,0 0 0,0-1 0,0 1 0,0 0 0,0 0 0,0-1 0,0 1 0,0 0 1,-1 0-1,1-1 0,0 1 0,0 0 0,0 0 0,0 0 0,-1-1 0,1 1 0,0 0 0,0 0 0,0 0 1,-1 0-1,1-1 0,0 1 0,0 0 0,-1 0 0,1 0 0,0 0 0,0 0 0,-1 0 0,1 0 1,0 0-1,-1 0 0,1 0 0,0 0 0,0 0 0,-1 0 0,-1 6 4,0 0 0,0 0 0,0 1 1,1-1-1,0 0 0,0 1 0,1-1 0,0 1 0,0-1 0,0 1 0,1-1 0,0 1 0,3 9 0,4 13 105,18 44 0,-26-72-122,0 0 0,0 0 0,1-1 0,-1 1 0,0 0 1,1 0-1,-1 0 0,1 0 0,-1 0 0,1-1 0,0 1 0,-1 0 0,1-1 0,0 1 1,-1 0-1,1-1 0,0 1 0,0-1 0,0 1 0,0-1 0,-1 1 0,1-1 0,0 0 0,0 1 1,0-1-1,0 0 0,0 0 0,0 0 0,0 1 0,0-1 0,0 0 0,0 0 0,2-1 1,32-16 15,-16 6-8,-12 8 42,-1 1 1,1 0-1,-1 0 1,1 1-1,0 0 1,-1 0-1,1 0 1,0 1-1,0 0 1,-1 1-1,1-1 1,0 1-1,-1 1 1,1-1-1,0 1 1,-1 0-1,0 0 0,11 7 1,-16-9-52,8 3 7,0-1 0,0 0 0,0-1-1,-1 0 1,1 0 0,0-1 0,1 0 0,-1-1 0,12-2-1,82-21 27,-79 17-16,116-35-240,-138 42-91,8 2-320,-4-2-3420,6 2 271</inkml:trace>
</inkml:ink>
</file>

<file path=ppt/ink/ink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2:01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1084,'40'-15'6587,"2"-7"-925,-40 22-6252</inkml:trace>
</inkml:ink>
</file>

<file path=ppt/ink/ink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2:01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1 420,'-4'16'696,"-3"9"-56,-1-1-56,-4 0-76,0 2-152,-3 0-236,-6 4-384,1-8-248,-7 4-552,-3 0 244</inkml:trace>
</inkml:ink>
</file>

<file path=ppt/ink/ink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4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1802 552 0 0,'-5'4'4143'0'0,"21"-19"-3872"0"0,706-683 4506 0 0,-510 441-4206 0 0,-182 219-503 0 0,135-202 339 0 0,-139 195-329 0 0,-3 0 0 0 0,-2-1-1 0 0,24-74 1 0 0,-40 101-46 0 0,-1 0 0 0 0,0 0 1 0 0,-2-1-1 0 0,0 0 1 0 0,-1 1-1 0 0,-1-1 0 0 0,-3-22 1 0 0,2 34-21 0 0,0 0 1 0 0,-1 1-1 0 0,0-1 1 0 0,0 1-1 0 0,-1 0 1 0 0,0 0-1 0 0,0 0 1 0 0,-1 0-1 0 0,-5-8 1 0 0,6 11-9 0 0,0 1 0 0 0,0-1 1 0 0,0 1-1 0 0,0 0 1 0 0,-1 0-1 0 0,1 0 0 0 0,-1 1 1 0 0,0-1-1 0 0,0 1 1 0 0,0 0-1 0 0,0 0 0 0 0,0 0 1 0 0,-1 1-1 0 0,1 0 1 0 0,0-1-1 0 0,-9 0 0 0 0,9 2-3 0 0,-1 0 0 0 0,1 0 0 0 0,0 0 0 0 0,-1 0 0 0 0,1 1 0 0 0,0 0 0 0 0,-1 0-1 0 0,1 0 1 0 0,0 0 0 0 0,0 1 0 0 0,0-1 0 0 0,0 1 0 0 0,0 0 0 0 0,0 0 0 0 0,0 1-1 0 0,1-1 1 0 0,-1 1 0 0 0,1 0 0 0 0,0 0 0 0 0,0 0 0 0 0,0 0 0 0 0,0 0-1 0 0,0 1 1 0 0,1 0 0 0 0,-1-1 0 0 0,-3 9 0 0 0,0 1 3 0 0,0 1 0 0 0,0 0 1 0 0,1 0-1 0 0,1 0 0 0 0,0 1 0 0 0,-3 27 1 0 0,0 47 15 0 0,3 1 0 0 0,13 132 0 0 0,50 180 58 0 0,-52-368-70 0 0,3 18 23 0 0,7 79 0 0 0,-16-118-23 0 0,0 1 0 0 0,-1 0 0 0 0,-1 0 0 0 0,-1 0 0 0 0,0-1 0 0 0,0 1 0 0 0,-1-1 0 0 0,-1 1 0 0 0,0-1 0 0 0,-12 24 0 0 0,12-31-2 0 0,0 1 0 0 0,-1-1 0 0 0,0 0-1 0 0,0 0 1 0 0,0-1 0 0 0,0 0 0 0 0,-1 0-1 0 0,0 0 1 0 0,0 0 0 0 0,-1-1 0 0 0,1 0 0 0 0,-1-1-1 0 0,0 1 1 0 0,0-1 0 0 0,0 0 0 0 0,0-1-1 0 0,0 0 1 0 0,-1 0 0 0 0,1-1 0 0 0,-1 1-1 0 0,-9-1 1 0 0,14-1-86 0 0,1 0 0 0 0,0 0-1 0 0,-1-1 1 0 0,1 1 0 0 0,0 0-1 0 0,-1-1 1 0 0,1 0 0 0 0,0 0 0 0 0,0 1-1 0 0,0-1 1 0 0,0-1 0 0 0,0 1-1 0 0,0 0 1 0 0,0 0 0 0 0,0-1 0 0 0,0 1-1 0 0,0-1 1 0 0,1 0 0 0 0,-3-2-1 0 0,-9-25-5493 0 0,10 14 2843 0 0</inkml:trace>
</inkml:ink>
</file>

<file path=ppt/ink/ink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4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1 720 0 0,'-2'8'633'0'0,"0"0"0"0"0,-1 0-1 0 0,0 0 1 0 0,-1 0 0 0 0,1-1 0 0 0,-1 1 0 0 0,-1-1-1 0 0,1 0 1 0 0,-2 0 0 0 0,-6 7 0 0 0,5-5-91 0 0,0 0 0 0 0,0 1-1 0 0,1 0 1 0 0,-7 15 0 0 0,-20 53-1144 0 0,32-76-68 0 0</inkml:trace>
</inkml:ink>
</file>

<file path=ppt/ink/ink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5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56 0 0,'1'-10'1096'0'0,"3"-10"-628"0"0,-2 12-60 0 0,1 0-40 0 0,0-2 260 0 0,3-1-120 0 0,0 4-412 0 0,6 0-752 0 0,-3 3-1540 0 0</inkml:trace>
</inkml:ink>
</file>

<file path=ppt/ink/ink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5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46 560 0 0,'-6'43'3138'0'0,"5"-35"-2880"0"0,-1 0 1 0 0,0 0-1 0 0,0 0 1 0 0,0-1-1 0 0,-1 1 1 0 0,0-1-1 0 0,-1 1 1 0 0,-7 12 0 0 0,10-19 183 0 0,1-23 1190 0 0,3 14-1582 0 0,0-1 1 0 0,1 1-1 0 0,0 0 0 0 0,1 0 0 0 0,0 0 0 0 0,0 0 0 0 0,0 1 0 0 0,12-12 0 0 0,-2 2 17 0 0,-11 12-57 0 0,0 1 1 0 0,0 0-1 0 0,0 0 1 0 0,1 0-1 0 0,-1 0 1 0 0,1 1-1 0 0,0 0 1 0 0,0 0-1 0 0,0 0 1 0 0,1 1-1 0 0,-1-1 1 0 0,1 1-1 0 0,10-2 0 0 0,-14 3 0 0 0,1 1 0 0 0,-1 0-1 0 0,1-1 1 0 0,-1 1-1 0 0,1 0 1 0 0,0 0-1 0 0,-1 1 1 0 0,1-1-1 0 0,-1 1 1 0 0,1-1-1 0 0,-1 1 1 0 0,1 0-1 0 0,-1 0 1 0 0,1 0-1 0 0,-1 0 1 0 0,0 0-1 0 0,1 0 1 0 0,-1 1-1 0 0,0-1 1 0 0,0 1 0 0 0,0-1-1 0 0,0 1 1 0 0,3 4-1 0 0,1 1 79 0 0,0 2 0 0 0,0-1-1 0 0,-1 1 1 0 0,6 13 0 0 0,-7-15-38 0 0,-3-6-27 0 0,4 8 63 0 0,1-7 64 0 0,87-85-97 0 0,-91 82-55 0 0,0 0 0 0 0,1-1 0 0 0,-1 1 0 0 0,1 0 0 0 0,-1 0 0 0 0,1 0 0 0 0,-1 1 0 0 0,1-1 0 0 0,-1 0 0 0 0,1 1 0 0 0,0 0 0 0 0,-1 0 0 0 0,1 0 0 0 0,0 0 0 0 0,-1 0 0 0 0,1 0 0 0 0,0 1 0 0 0,2 0 0 0 0,3 0-2 0 0,-1 1 0 0 0,1 0 0 0 0,-1 1 0 0 0,0 0 0 0 0,10 4 1 0 0,-11-4 8 0 0,0-1 1 0 0,0 0-1 0 0,1 0 1 0 0,-1-1 0 0 0,1 0-1 0 0,0 0 1 0 0,-1-1 0 0 0,1 0-1 0 0,-1 0 1 0 0,1 0 0 0 0,0-1-1 0 0,-1 0 1 0 0,1 0-1 0 0,-1-1 1 0 0,12-3 0 0 0,25-4 894 0 0,-41 9-668 0 0,11-8 589 0 0</inkml:trace>
</inkml:ink>
</file>

<file path=ppt/ink/ink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6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72 268 0 0,'-5'-48'7212'0'0,"5"38"-6214"0"0,5-3 567 0 0,15 31-9600 0 0</inkml:trace>
</inkml:ink>
</file>

<file path=ppt/ink/ink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6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32 188 0 0,'28'-32'6209'0'0,"-27"45"-2573"0"0,-12 70-2899 0 0,-10 8 8 0 0,5 1 1 0 0,-10 182 0 0 0,26-249-658 0 0,1 0 1 0 0,2 0-1 0 0,0 0 1 0 0,1 0-1 0 0,2-1 1 0 0,0 0 0 0 0,19 43-1 0 0,-23-63-79 0 0,0-1 0 0 0,0 1 0 0 0,0-1 0 0 0,1 0 0 0 0,-1 0 0 0 0,1 0 0 0 0,0 0 0 0 0,0-1 0 0 0,0 1 0 0 0,0-1 0 0 0,1 1 0 0 0,-1-1 0 0 0,1 0 0 0 0,-1 0 0 0 0,5 1-1 0 0,0 0-1 0 0,0-1-1 0 0,0 0 0 0 0,1 0 1 0 0,-1-1-1 0 0,0 0 0 0 0,16-1 1 0 0,1-1-819 0 0,1-2 1 0 0,-1-1-1 0 0,43-12 1 0 0,-32 1-4454 0 0,-19 8 2233 0 0</inkml:trace>
</inkml:ink>
</file>

<file path=ppt/ink/ink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7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44 416 0 0,'0'0'763'0'0,"-28"-2"3818"0"0,19 5-4278 0 0,1 1 1 0 0,0 1-1 0 0,0 0 0 0 0,0 0 1 0 0,0 0-1 0 0,1 1 0 0 0,0 0 1 0 0,0 0-1 0 0,1 1 0 0 0,0 0 1 0 0,0 0-1 0 0,0 1 1 0 0,1-1-1 0 0,0 1 0 0 0,-6 13 1 0 0,11-20-285 0 0,-1 0-1 0 0,1 0 1 0 0,-1 0 0 0 0,1 0 0 0 0,0 0 0 0 0,0 0 0 0 0,0 0 0 0 0,-1 0 0 0 0,1 0 0 0 0,0 0 0 0 0,0 0 0 0 0,0 0 0 0 0,0 0 0 0 0,1 0-1 0 0,-1 0 1 0 0,0 0 0 0 0,0 0 0 0 0,1 0 0 0 0,-1 0 0 0 0,0 0 0 0 0,1 0 0 0 0,-1 0 0 0 0,1 0 0 0 0,-1 0 0 0 0,1 0 0 0 0,0-1-1 0 0,-1 1 1 0 0,1 0 0 0 0,0 0 0 0 0,0-1 0 0 0,-1 1 0 0 0,1 0 0 0 0,0-1 0 0 0,0 1 0 0 0,0-1 0 0 0,0 1 0 0 0,0-1 0 0 0,0 1 0 0 0,0-1-1 0 0,0 0 1 0 0,0 0 0 0 0,0 1 0 0 0,0-1 0 0 0,0 0 0 0 0,0 0 0 0 0,0 0 0 0 0,0 0 0 0 0,1 0 0 0 0,9-1 36 0 0,0 0 0 0 0,0-1 0 0 0,0 0 0 0 0,12-4 0 0 0,18-2 88 0 0,-39 8-140 0 0,0 0 1 0 0,0 1-1 0 0,1-1 0 0 0,-1 1 0 0 0,0 0 0 0 0,0 0 1 0 0,0-1-1 0 0,0 1 0 0 0,0 1 0 0 0,0-1 1 0 0,0 0-1 0 0,-1 0 0 0 0,1 1 0 0 0,0-1 0 0 0,-1 1 1 0 0,1-1-1 0 0,-1 1 0 0 0,1 0 0 0 0,-1-1 1 0 0,0 1-1 0 0,0 0 0 0 0,1 0 0 0 0,-1 0 0 0 0,-1 0 1 0 0,1 0-1 0 0,1 4 0 0 0,6 10 1 0 0,-6-13-1 0 0,0 0 0 0 0,0 0-1 0 0,1 0 1 0 0,-1 0 0 0 0,1 0 0 0 0,0-1 0 0 0,0 0 0 0 0,0 1 0 0 0,0-1 0 0 0,0 0-1 0 0,0 0 1 0 0,1-1 0 0 0,-1 1 0 0 0,0-1 0 0 0,1 1 0 0 0,0-1 0 0 0,-1 0 0 0 0,7 1-1 0 0,-7-2-3 0 0,41-19 68 0 0,-32 9-61 0 0,-1-1-1 0 0,-1-1 0 0 0,1 1 0 0 0,-2-2 0 0 0,0 1 0 0 0,0-1 1 0 0,-1-1-1 0 0,-1 0 0 0 0,0 0 0 0 0,-1 0 0 0 0,0-1 0 0 0,-1 0 0 0 0,-1 0 1 0 0,3-18-1 0 0,-7 32-5 0 0,0 1 0 0 0,0-1 0 0 0,0 0 1 0 0,0 0-1 0 0,0 0 0 0 0,0 0 0 0 0,0 0 0 0 0,0 0 1 0 0,0 0-1 0 0,0 1 0 0 0,0-1 0 0 0,-1 0 1 0 0,1 0-1 0 0,0 0 0 0 0,-1 0 0 0 0,1 1 0 0 0,-1-1 1 0 0,1 0-1 0 0,-1 0 0 0 0,1 1 0 0 0,-1-1 0 0 0,1 0 1 0 0,-1 1-1 0 0,1-1 0 0 0,-1 0 0 0 0,0 1 0 0 0,0-1 1 0 0,1 1-1 0 0,-1-1 0 0 0,0 1 0 0 0,0 0 1 0 0,0-1-1 0 0,1 1 0 0 0,-1 0 0 0 0,0-1 0 0 0,0 1 1 0 0,0 0-1 0 0,0 0 0 0 0,0 0 0 0 0,-1 0 0 0 0,-1-1-2 0 0,1 1 2 0 0,-8-1-6 0 0,8 1 12 0 0,-1 1 0 0 0,-7 5-18 0 0,2-3-4 0 0,7-3 12 0 0,0 0 1 0 0,1 0 0 0 0,-1 0 0 0 0,1 0-1 0 0,-1 1 1 0 0,0-1 0 0 0,1 0 0 0 0,-1 0-1 0 0,1 1 1 0 0,-1-1 0 0 0,1 0 0 0 0,-1 1 0 0 0,1-1-1 0 0,-1 1 1 0 0,1-1 0 0 0,-1 0 0 0 0,1 1-1 0 0,-1-1 1 0 0,1 1 0 0 0,0-1 0 0 0,-1 1 0 0 0,1 0-1 0 0,0-1 1 0 0,-1 1 0 0 0,1-1 0 0 0,0 1-1 0 0,0 0 1 0 0,0-1 0 0 0,-1 1 0 0 0,1 0-1 0 0,0-1 1 0 0,0 1 0 0 0,0 1 0 0 0,0 0-9 0 0,48 31-7 0 0,10 15 0 0 0,-48-38 18 0 0,0 0 1 0 0,1-1-1 0 0,0-1 0 0 0,0 0 1 0 0,1-1-1 0 0,0 0 0 0 0,19 9 0 0 0,-28-16 4 0 0,0 2 0 0 0,1-1 1 0 0,-1 0-1 0 0,0 0 1 0 0,1 0-1 0 0,-1 0 0 0 0,1-1 1 0 0,-1 0-1 0 0,1 1 1 0 0,0-1-1 0 0,-1 0 1 0 0,1-1-1 0 0,-1 1 0 0 0,1-1 1 0 0,-1 1-1 0 0,1-1 1 0 0,-1 0-1 0 0,0 0 1 0 0,1-1-1 0 0,-1 1 0 0 0,0-1 1 0 0,0 1-1 0 0,3-4 1 0 0,0 1-2 0 0,0-1 1 0 0,0 0 0 0 0,-1 0-1 0 0,0 0 1 0 0,0-1 0 0 0,0 0-1 0 0,4-7 1 0 0,24-27 167 0 0,-32 39-64 0 0,-1 0-69 0 0,0 1 1 0 0,1-1-1 0 0,-1 0 0 0 0,1 1 1 0 0,-1-1-1 0 0,1 0 0 0 0,0 1 0 0 0,-1-1 1 0 0,1 0-1 0 0,0 1 0 0 0,-1-1 0 0 0,1 1 1 0 0,0 0-1 0 0,0-1 0 0 0,-1 1 1 0 0,1-1-1 0 0,0 1 0 0 0,0 0 0 0 0,0 0 1 0 0,-1-1-1 0 0,2 1 0 0 0,4 17-135 0 0,0 4-2168 0 0,-2-10-3313 0 0</inkml:trace>
</inkml:ink>
</file>

<file path=ppt/ink/ink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8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97 564 0 0,'3'-12'1668'0'0,"-1"0"0"0"0,-1-1 0 0 0,1-23 0 0 0,-2 34-1027 0 0,-1 2-586 0 0,1-1 1 0 0,-1 0 0 0 0,1 0-1 0 0,0-1 1 0 0,-1 1-1 0 0,1 0 1 0 0,0 0 0 0 0,0 0-1 0 0,-1 0 1 0 0,1 0 0 0 0,0 0-1 0 0,0 0 1 0 0,0 0-1 0 0,0 0 1 0 0,1 0 0 0 0,-1-1-1 0 0,0 1 1 0 0,1-1 0 0 0</inkml:trace>
</inkml:ink>
</file>

<file path=ppt/ink/ink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9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1 684 0 0,'0'0'5796'0'0,"-3"6"-5301"0"0,-9 19-60 0 0,2 0 0 0 0,1 1 0 0 0,1 0 1 0 0,1 0-1 0 0,-4 33 0 0 0,-9 145 980 0 0,18-170-1245 0 0,-2 109 388 0 0,5-125-473 0 0,1 0 0 0 0,0 0 1 0 0,1-1-1 0 0,1 1 0 0 0,12 32 0 0 0,-15-48-76 0 0,0 0 0 0 0,0 1 0 0 0,0-1 0 0 0,1 0 0 0 0,-1 1 0 0 0,1-1 0 0 0,-1 0 0 0 0,1 0-1 0 0,0 0 1 0 0,-1 0 0 0 0,1 0 0 0 0,0-1 0 0 0,0 1 0 0 0,1-1 0 0 0,-1 1 0 0 0,0-1-1 0 0,0 0 1 0 0,1 1 0 0 0,-1-1 0 0 0,1 0 0 0 0,-1-1 0 0 0,1 1 0 0 0,-1 0 0 0 0,1-1 0 0 0,-1 0-1 0 0,6 1 1 0 0,-4-1 2 0 0,0-1-1 0 0,1 0 1 0 0,-1 0-1 0 0,0 0 1 0 0,0 0-1 0 0,1-1 1 0 0,-1 1-1 0 0,0-1 1 0 0,-1 0-1 0 0,1 0 1 0 0,0 0-1 0 0,-1-1 1 0 0,1 0-1 0 0,-1 1 1 0 0,6-7-1 0 0,20-25 167 0 0,-28 33-74 0 0,-1 0 68 0 0,1-1-1 0 0,-1 1 1 0 0,0-1 0 0 0,1 1 0 0 0,0-1-1 0 0,-1 1 1 0 0,1-1 0 0 0,0 1 0 0 0,-1 0 0 0 0,1-1-1 0 0,0 1 1 0 0,0 0 0 0 0,0 0 0 0 0,1-2-1 0 0,-2 5-170 0 0,0 3 4 0 0,-1-1 1 0 0,1 0-1 0 0,0 1 1 0 0,1-1-1 0 0,-1 0 1 0 0,1 1-1 0 0,0-1 1 0 0,0 0-1 0 0,0 0 1 0 0,0 0-1 0 0,1 0 1 0 0,0 0-1 0 0,-1 0 1 0 0,2 0-1 0 0,-1 0 1 0 0,4 5-1 0 0,-5-8-1 0 0,0 0 0 0 0,0 0 0 0 0,0 0 0 0 0,0 0 0 0 0,1-1 0 0 0,-1 1 0 0 0,0 0 0 0 0,0 0 0 0 0,1-1 0 0 0,-1 1 0 0 0,1-1 0 0 0,-1 1-1 0 0,0-1 1 0 0,1 1 0 0 0,-1-1 0 0 0,1 0 0 0 0,-1 0 0 0 0,1 0 0 0 0,-1 0 0 0 0,1 0 0 0 0,-1 0 0 0 0,1 0 0 0 0,-1 0 0 0 0,0-1 0 0 0,1 1-1 0 0,-1 0 1 0 0,1-1 0 0 0,1 0 0 0 0,36-18 33 0 0,4-14-17 0 0,41-40 0 0 0,-83 73-21 0 0,-1-1 0 0 0,0 1 1 0 0,1 0-1 0 0,-1-1 0 0 0,1 1 0 0 0,-1 0 0 0 0,1 0 0 0 0,-1-1 1 0 0,0 1-1 0 0,1 0 0 0 0,-1 0 0 0 0,1 0 0 0 0,-1-1 0 0 0,1 1 0 0 0,-1 0 1 0 0,1 0-1 0 0,-1 0 0 0 0,1 0 0 0 0,-1 0 0 0 0,1 0 0 0 0,-1 0 1 0 0,1 0-1 0 0,-1 0 0 0 0,1 1 0 0 0,-1-1 0 0 0,1 0 0 0 0,-1 0 1 0 0,1 0-1 0 0,-1 0 0 0 0,1 1 0 0 0,-1-1 0 0 0,0 0 0 0 0,1 0 0 0 0,-1 1 1 0 0,1-1-1 0 0,-1 0 0 0 0,0 1 0 0 0,1-1 0 0 0,-1 1 0 0 0,0-1 1 0 0,1 0-1 0 0,-1 1 0 0 0,0-1 0 0 0,0 1 0 0 0,1-1 0 0 0,-1 1 0 0 0,0-1 1 0 0,0 1-1 0 0,0-1 0 0 0,0 1 0 0 0,7 25-5 0 0,-7 8 9 0 0,-2 1 0 0 0,-1-1-1 0 0,-2 1 1 0 0,-2-1 0 0 0,0 0-1 0 0,-17 43 1 0 0,-10 10 61 0 0,-48 90 1 0 0,73-155-45 0 0,-2-2 0 0 0,-1 0-1 0 0,0 0 1 0 0,-1-1 0 0 0,-1-1 0 0 0,-1 0-1 0 0,-26 25 1 0 0,39-43-50 0 0,1 1-1 0 0,0 0 1 0 0,0 0 0 0 0,-1-1-1 0 0,1 1 1 0 0,0 0 0 0 0,-1-1-1 0 0,1 0 1 0 0,0 1 0 0 0,-1-1-1 0 0,1 0 1 0 0,-1 1 0 0 0,1-1-1 0 0,-1 0 1 0 0,1 0 0 0 0,-1 0-1 0 0,1-1 1 0 0,0 1 0 0 0,-1 0-1 0 0,1 0 1 0 0,-1-1 0 0 0,1 1-1 0 0,0-1 1 0 0,-1 1 0 0 0,1-1-1 0 0,0 0 1 0 0,-1 1 0 0 0,1-1-1 0 0,0 0 1 0 0,0 0 0 0 0,0 0-1 0 0,0 0 1 0 0,0 0 0 0 0,0 0-1 0 0,0 0 1 0 0,0 0 0 0 0,0 0-1 0 0,0-1 1 0 0,1 1 0 0 0,-1 0-1 0 0,-1-3 1 0 0,-3-6-1970 0 0,-1 0 0 0 0,1-1 0 0 0,-6-20 0 0 0,11 30 1636 0 0,-7-22-3138 0 0</inkml:trace>
</inkml:ink>
</file>

<file path=ppt/ink/ink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19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92 572 0 0,'14'-9'1124'0'0,"2"1"-108"0"0,1-1-116 0 0,1 2-68 0 0,-1-3-88 0 0,6 1-75 0 0,-5 1-77 0 0,-2-3-60 0 0,1 6-28 0 0,-1 0-72 0 0,0 0-60 0 0,-1 3-120 0 0,0 0-300 0 0,3 1-372 0 0,-6 1-928 0 0,9 1-3613 0 0</inkml:trace>
</inkml:ink>
</file>

<file path=ppt/ink/ink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1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36 564 0 0,'-25'-34'4587'0'0,"24"32"-3453"0"0,0 4-960 0 0,-1-1 0 0 0,0 1-1 0 0,1-1 1 0 0,-1 1 0 0 0,1 0 0 0 0,-1-1-1 0 0,1 1 1 0 0,0 0 0 0 0,0 0-1 0 0,0 0 1 0 0,0 0 0 0 0,0 0 0 0 0,0 1-1 0 0,1-1 1 0 0,-1 0 0 0 0,1 0-1 0 0,-1 3 1 0 0,-16 64 248 0 0,10-40 7 0 0,-25 116 537 0 0,25-103-706 0 0,-1 1 1 0 0,-3-1 0 0 0,-1-1 0 0 0,-2 0-1 0 0,-34 68 1 0 0,18-46 704 0 0,29-61-566 0 0,5-6-346 0 0,10-7-25 0 0,-1 0 0 0 0,1 1 0 0 0,1 1 0 0 0,0 0-1 0 0,0 1 1 0 0,1 1 0 0 0,24-9 0 0 0,-27 12-21 0 0,0 0-1 0 0,1 0 0 0 0,-1 2 1 0 0,1-1-1 0 0,-1 2 0 0 0,1 0 1 0 0,0 1-1 0 0,-1 0 1 0 0,1 1-1 0 0,21 3 0 0 0,-33-3-6 0 0,0-1 0 0 0,0 1 0 0 0,1-1 0 0 0,-1 1 0 0 0,0 0 0 0 0,0 0-1 0 0,0 0 1 0 0,0 0 0 0 0,0 0 0 0 0,0 0 0 0 0,0 1 0 0 0,0-1 0 0 0,0 0-1 0 0,-1 1 1 0 0,1 0 0 0 0,0-1 0 0 0,-1 1 0 0 0,2 3 0 0 0,-2-3 2 0 0,0-1 0 0 0,-1 1 1 0 0,0-1-1 0 0,1 1 0 0 0,-1 0 1 0 0,0-1-1 0 0,0 1 0 0 0,0 0 1 0 0,0 0-1 0 0,0-1 0 0 0,-1 1 1 0 0,1 0-1 0 0,0-1 0 0 0,-1 1 1 0 0,1-1-1 0 0,-1 1 0 0 0,0 0 1 0 0,1-1-1 0 0,-2 3 0 0 0,-2 2 5 0 0,-1 0 0 0 0,1-1 1 0 0,-1 1-1 0 0,0-1 0 0 0,0 0 0 0 0,0 0 0 0 0,-1-1 0 0 0,1 1 1 0 0,-1-1-1 0 0,-11 5 0 0 0,-1 0 3 0 0,-1-2 0 0 0,0 0 0 0 0,0-1 0 0 0,-1-1 0 0 0,1 0 1 0 0,-1-2-1 0 0,-28 2 0 0 0,20-7-761 0 0,20-5-1800 0 0,12-7-3510 0 0,9-2 3057 0 0</inkml:trace>
</inkml:ink>
</file>

<file path=ppt/ink/ink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1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1 592 528 0 0,'42'-9'2037'0'0,"-28"7"-1338"0"0,0-1-1 0 0,1-1 0 0 0,-1 0 0 0 0,0 0 0 0 0,0-1 0 0 0,-1-1 1 0 0,0-1-1 0 0,16-9 0 0 0,-15 1 2746 0 0,-15 17-3398 0 0,0-1 0 0 0,0 1-1 0 0,0-1 1 0 0,0 1 0 0 0,1 0 0 0 0,-1-1-1 0 0,0 1 1 0 0,1 0 0 0 0,-1-1 0 0 0,1 1-1 0 0,-1 0 1 0 0,1 0 0 0 0,0 0-1 0 0,0-1 1 0 0,0 1 0 0 0,0 0 0 0 0,0 0-1 0 0,0 0 1 0 0,1 3 0 0 0,1 0-20 0 0,-1 0 0 0 0,1 1 1 0 0,0-1-1 0 0,0 0 0 0 0,0 0 0 0 0,1 0 1 0 0,0-1-1 0 0,0 1 0 0 0,0-1 0 0 0,0 1 0 0 0,1-1 1 0 0,0 0-1 0 0,-1 0 0 0 0,2-1 0 0 0,-1 1 1 0 0,8 4-1 0 0,-5-4-7 0 0,1 0 1 0 0,-1-1-1 0 0,1 0 1 0 0,0-1-1 0 0,0 1 0 0 0,0-2 1 0 0,0 1-1 0 0,0-1 1 0 0,0 0-1 0 0,13-1 1 0 0,-6 0-33 0 0,0-2 0 0 0,0 0 1 0 0,0 0-1 0 0,0-1 0 0 0,-1-1 1 0 0,1-1-1 0 0,-1 0 0 0 0,0 0 1 0 0,0-2-1 0 0,-1 0 1 0 0,1 0-1 0 0,14-12 0 0 0,-14 6-2 0 0,0-1-1 0 0,0 0 0 0 0,-2-1 0 0 0,0 0 1 0 0,0-1-1 0 0,-2 0 0 0 0,0-1 1 0 0,-1 0-1 0 0,0-1 0 0 0,-2 1 0 0 0,0-2 1 0 0,-1 1-1 0 0,4-20 0 0 0,-1-6 29 0 0,-2 0-1 0 0,-2 0 0 0 0,-2-1 0 0 0,-4-70 1 0 0,-6 63 1408 0 0,6 53-1385 0 0,1 1 1 0 0,-1 0-1 0 0,-1 0 0 0 0,1 0 1 0 0,0 0-1 0 0,0-1 1 0 0,-1 1-1 0 0,1 0 0 0 0,-1-1 1 0 0,1 1-1 0 0,-3 1 0 0 0,0 0 45 0 0,-9 16 151 0 0,2 1-1 0 0,0 0 1 0 0,1 0-1 0 0,1 1 0 0 0,1 0 1 0 0,1 1-1 0 0,-7 40 0 0 0,3 7 264 0 0,-3 80 0 0 0,12-40 568 0 0,2-61-3660 0 0,0-4-7374 0 0</inkml:trace>
</inkml:ink>
</file>

<file path=ppt/ink/ink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82 236 0 0,'0'0'1756'0'0,"17"-15"-344"0"0,56-19 1061 0 0,-54 28-2121 0 0,2 1-24 0 0,5-1-36 0 0,-1 5-44 0 0,-9-1-104 0 0,7-1-176 0 0,-7 1-140 0 0,2 2-172 0 0,-3-4-168 0 0,-1 4-521 0 0,9-3-2767 0 0</inkml:trace>
</inkml:ink>
</file>

<file path=ppt/ink/ink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2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48 832 0 0,'0'0'5521'0'0,"-2"7"-5007"0"0,-9 22 56 0 0,7-19-266 0 0,0 0 1 0 0,0-1-1 0 0,1 1 1 0 0,1 1-1 0 0,-1-1 1 0 0,2 0-1 0 0,-1 1 0 0 0,1-1 1 0 0,1 1-1 0 0,0 10 1 0 0,1-19-181 0 0,1 3 38 0 0,-3-4-152 0 0,1-1 0 0 0,0 1 1 0 0,0 0-1 0 0,0-1 0 0 0,1 1 1 0 0,-1-1-1 0 0,0 1 0 0 0,0 0 1 0 0,0-1-1 0 0,0 1 0 0 0,1-1 1 0 0,-1 1-1 0 0,0-1 0 0 0,0 1 1 0 0,1 0-1 0 0,-1-1 1 0 0,0 1-1 0 0,1-1 0 0 0,-1 0 1 0 0,1 1-1 0 0,-1-1 0 0 0,1 1 1 0 0,-1-1-1 0 0,0 0 0 0 0,1 1 1 0 0,0-1-1 0 0,-1 0 0 0 0,1 1 1 0 0,2-1 6 0 0,1 1 1 0 0,-1-1 0 0 0,0 0 0 0 0,0 0-1 0 0,0 0 1 0 0,0-1 0 0 0,0 1 0 0 0,0-1-1 0 0,0 0 1 0 0,0 1 0 0 0,0-1 0 0 0,0-1-1 0 0,0 1 1 0 0,0 0 0 0 0,-1-1 0 0 0,1 1-1 0 0,0-1 1 0 0,-1 0 0 0 0,1 0 0 0 0,-1 0-1 0 0,0 0 1 0 0,4-5 0 0 0,0 2-7 0 0,-1 0 0 0 0,1 0 1 0 0,0 0-1 0 0,0 1 0 0 0,1 0 0 0 0,-1 1 1 0 0,1-1-1 0 0,12-3 0 0 0,-14 7-15 0 0,1 1 1 0 0,-1 0-1 0 0,0 0 1 0 0,1 0-1 0 0,-1 1 1 0 0,0-1-1 0 0,0 2 0 0 0,0-1 1 0 0,7 4-1 0 0,5 2-3 0 0,-11-6 10 0 0,-1 0 0 0 0,0-1 0 0 0,0 0 0 0 0,1 0 1 0 0,-1 0-1 0 0,1 0 0 0 0,-1-1 0 0 0,1 0 0 0 0,-1 0 1 0 0,1-1-1 0 0,-1 1 0 0 0,7-2 0 0 0,-9 1 3 0 0,-1 0 1 0 0,1-1-1 0 0,-1 1 1 0 0,1 0-1 0 0,-1-1 0 0 0,1 1 1 0 0,-1-1-1 0 0,0 0 0 0 0,0 0 1 0 0,0 0-1 0 0,0 0 0 0 0,0 0 1 0 0,0 0-1 0 0,0-1 1 0 0,-1 1-1 0 0,1-1 0 0 0,-1 1 1 0 0,0-1-1 0 0,1 1 0 0 0,-1-1 1 0 0,0 0-1 0 0,-1 0 0 0 0,2-4 1 0 0,-1 2 49 0 0,-1 0 0 0 0,0-1 0 0 0,1 1 0 0 0,-2-1 0 0 0,1 1 0 0 0,-1-1 1 0 0,0 1-1 0 0,0-1 0 0 0,-3-9 0 0 0,-9-46 197 0 0,13 59-596 0 0,-1-9-753 0 0</inkml:trace>
</inkml:ink>
</file>

<file path=ppt/ink/ink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3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87 404 0 0,'0'0'1584'0'0,"-6"-1"3043"0"0,5 1-4534 0 0,3 3-36 0 0,0-1 0 0 0,0 1-1 0 0,-1-1 1 0 0,1 1 0 0 0,1-1 0 0 0,-1 0 0 0 0,0 0-1 0 0,1 0 1 0 0,-1 0 0 0 0,1 0 0 0 0,-1-1 0 0 0,1 1-1 0 0,0-1 1 0 0,0 1 0 0 0,-1-1 0 0 0,1 0 0 0 0,0 0 0 0 0,0 0-1 0 0,0-1 1 0 0,0 1 0 0 0,0-1 0 0 0,1 0 0 0 0,-1 0-1 0 0,0 0 1 0 0,0 0 0 0 0,0 0 0 0 0,0-1 0 0 0,4 0-1 0 0,-4 0-1 0 0,1 0-1 0 0,0-1 0 0 0,0 0 0 0 0,0 1 1 0 0,-1-1-1 0 0,1 0 0 0 0,-1-1 0 0 0,1 1 0 0 0,-1-1 1 0 0,0 1-1 0 0,0-1 0 0 0,0 0 0 0 0,0 0 1 0 0,-1-1-1 0 0,1 1 0 0 0,-1 0 0 0 0,0-1 0 0 0,0 1 1 0 0,0-1-1 0 0,0 0 0 0 0,-1 0 0 0 0,0 0 0 0 0,1 0 1 0 0,-1 0-1 0 0,-1 0 0 0 0,1 0 0 0 0,0 0 1 0 0,-1 0-1 0 0,0 0 0 0 0,-1-8 0 0 0,1 10 30 0 0,-23 4 84 0 0,18 0-154 0 0,1 2 1 0 0,0-1 0 0 0,0 0 0 0 0,0 1 0 0 0,0-1 0 0 0,0 1 0 0 0,1 0-1 0 0,-1 1 1 0 0,1-1 0 0 0,0 1 0 0 0,0-1 0 0 0,1 1 0 0 0,0 0 0 0 0,-1 0-1 0 0,2 0 1 0 0,-1 0 0 0 0,-1 6 0 0 0,2-8-12 0 0,1 0 0 0 0,-1 0 0 0 0,1 0 1 0 0,-1 0-1 0 0,1 0 0 0 0,0-1 0 0 0,0 1 0 0 0,1 0 0 0 0,-1 0 0 0 0,0 0 1 0 0,1 0-1 0 0,0 0 0 0 0,0 0 0 0 0,0-1 0 0 0,0 1 0 0 0,0 0 1 0 0,0-1-1 0 0,1 1 0 0 0,-1-1 0 0 0,1 1 0 0 0,0-1 0 0 0,0 0 0 0 0,0 0 1 0 0,0 0-1 0 0,0 0 0 0 0,0 0 0 0 0,0 0 0 0 0,1 0 0 0 0,-1-1 0 0 0,1 1 1 0 0,-1-1-1 0 0,1 0 0 0 0,0 0 0 0 0,-1 1 0 0 0,4-1 0 0 0,10 3 3 0 0,-1-1 1 0 0,1 0-1 0 0,0-1 0 0 0,0-1 0 0 0,1-1 0 0 0,-1 0 0 0 0,0-1 0 0 0,0 0 0 0 0,0-2 0 0 0,21-5 0 0 0,-10 1-1 0 0,-1-2 0 0 0,1 0 1 0 0,-2-2-1 0 0,1-1 0 0 0,27-18 0 0 0,-49 28 28 0 0,0 0 0 0 0,0-1 0 0 0,0 0 0 0 0,0 0 1 0 0,-1 0-1 0 0,1 0 0 0 0,-1 0 0 0 0,0-1 0 0 0,0 1 0 0 0,0-1 1 0 0,0 0-1 0 0,-1 0 0 0 0,1 0 0 0 0,-1 0 0 0 0,0-1 1 0 0,0 1-1 0 0,-1-1 0 0 0,1 1 0 0 0,-1-1 0 0 0,0 1 1 0 0,1-7-1 0 0,-3 10-22 0 0,1 0 0 0 0,0 0 1 0 0,0 1-1 0 0,-1-1 0 0 0,1 0 1 0 0,0 0-1 0 0,-1 1 0 0 0,1-1 1 0 0,0 0-1 0 0,-1 0 0 0 0,1 1 1 0 0,-1-1-1 0 0,0 0 0 0 0,1 1 1 0 0,-1-1-1 0 0,1 1 0 0 0,-1-1 1 0 0,0 1-1 0 0,0-1 1 0 0,1 1-1 0 0,-1-1 0 0 0,0 1 1 0 0,0 0-1 0 0,1-1 0 0 0,-1 1 1 0 0,0 0-1 0 0,0 0 0 0 0,0 0 1 0 0,0 0-1 0 0,1-1 0 0 0,-1 1 1 0 0,0 0-1 0 0,0 0 0 0 0,0 0 1 0 0,0 1-1 0 0,1-1 0 0 0,-1 0 1 0 0,0 0-1 0 0,0 0 0 0 0,0 1 1 0 0,0-1-1 0 0,-36 13 309 0 0,33-11-311 0 0,0 1 0 0 0,1-1 0 0 0,0 1 0 0 0,0 0-1 0 0,0 0 1 0 0,0 0 0 0 0,0 1 0 0 0,0-1 0 0 0,1 1 0 0 0,0 0 0 0 0,-1-1 0 0 0,1 1 0 0 0,1 0 0 0 0,-1 0 0 0 0,1 0 0 0 0,-1 0 0 0 0,1 1 0 0 0,0-1-1 0 0,1 0 1 0 0,-1 1 0 0 0,1-1 0 0 0,0 0 0 0 0,0 1 0 0 0,0-1 0 0 0,0 0 0 0 0,1 0 0 0 0,0 1 0 0 0,0-1 0 0 0,0 0 0 0 0,0 0 0 0 0,1 0 0 0 0,0 0-1 0 0,-1 0 1 0 0,1 0 0 0 0,1 0 0 0 0,-1-1 0 0 0,1 1 0 0 0,-1-1 0 0 0,1 1 0 0 0,0-1 0 0 0,0 0 0 0 0,0 0 0 0 0,1 0 0 0 0,-1-1 0 0 0,1 1 0 0 0,-1-1-1 0 0,1 0 1 0 0,0 0 0 0 0,0 0 0 0 0,0-1 0 0 0,0 1 0 0 0,0-1 0 0 0,1 0 0 0 0,-1 0 0 0 0,5 0 0 0 0,5 1-3 0 0,0-1 0 0 0,0-1 0 0 0,0-1 0 0 0,0 0 0 0 0,-1 0 0 0 0,1-2 0 0 0,0 0 1 0 0,-1 0-1 0 0,1-1 0 0 0,-1-1 0 0 0,0 0 0 0 0,19-11 0 0 0,36-12-19 0 0,-67 28 8 0 0,16 0 462 0 0,1 0 1 0 0,27 6-1 0 0,-31-4-237 0 0,1 0 0 0 0,0-1-1 0 0,-1 0 1 0 0,25-3 0 0 0,-37 2-695 0 0,6-1-411 0 0,-3 0-295 0 0,3 1-5021 0 0,4 0 2502 0 0</inkml:trace>
</inkml:ink>
</file>

<file path=ppt/ink/ink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4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8 119 504 0 0,'0'0'986'0'0,"-7"-43"6433"0"0,13 36-7191 0 0,0 1 0 0 0,1 0 1 0 0,0 0-1 0 0,1 0 0 0 0,-1 1 0 0 0,1 0 0 0 0,0 0 1 0 0,0 1-1 0 0,1 0 0 0 0,-1 1 0 0 0,1-1 1 0 0,0 2-1 0 0,0-1 0 0 0,10 0 0 0 0,-7 0-157 0 0,0 2-1 0 0,1-1 0 0 0,-1 1 1 0 0,0 1-1 0 0,1 1 0 0 0,-1 0 1 0 0,1 0-1 0 0,-1 1 0 0 0,0 0 1 0 0,16 6-1 0 0,-24-6-61 0 0,-1-1 0 0 0,0 1 0 0 0,1 0 0 0 0,-1 0 0 0 0,0 0 0 0 0,0 1 0 0 0,0-1 0 0 0,-1 1 0 0 0,1-1 0 0 0,-1 1 0 0 0,1 0 0 0 0,-1 0 0 0 0,0 0 0 0 0,0 1 0 0 0,0-1 0 0 0,0 0 0 0 0,-1 1 0 0 0,1-1 0 0 0,-1 1 0 0 0,0-1 0 0 0,0 1 0 0 0,0 0 0 0 0,-1-1 0 0 0,1 1 0 0 0,-1 0 0 0 0,0 0 0 0 0,0 0 0 0 0,0-1 0 0 0,0 1 0 0 0,-2 6 0 0 0,0 2 7 0 0,-1 1-1 0 0,0-1 0 0 0,-1 0 1 0 0,0-1-1 0 0,0 1 1 0 0,-2-1-1 0 0,1 0 1 0 0,-9 12-1 0 0,-9 7 23 0 0,-1-1-1 0 0,-2 0 1 0 0,-36 31 0 0 0,-31 32 82 0 0,81-72-53 0 0,12-20-65 0 0,0 0-1 0 0,0 1 1 0 0,0-1-1 0 0,0 0 1 0 0,0 1-1 0 0,0-1 1 0 0,0 0-1 0 0,0 1 1 0 0,0-1-1 0 0,0 0 1 0 0,0 1-1 0 0,0-1 1 0 0,1 0-1 0 0,-1 1 1 0 0,0-1-1 0 0,0 0 1 0 0,0 1-1 0 0,0-1 1 0 0,0 0-1 0 0,1 0 1 0 0,-1 1-1 0 0,0-1 1 0 0,0 0-1 0 0,1 0 1 0 0,-1 1-1 0 0,0-1 1 0 0,0 0-1 0 0,1 0 1 0 0,-1 0-1 0 0,0 1 1 0 0,1-1-1 0 0,36 2 54 0 0,-20-2-43 0 0,38-3 14 0 0,73-12 0 0 0,-67 7 1 0 0,84-2 0 0 0,-110 7 149 0 0</inkml:trace>
</inkml:ink>
</file>

<file path=ppt/ink/ink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5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58 880 0 0,'-7'-57'9417'0'0,"4"64"-9012"0"0,-13 49 415 0 0,2 0-1 0 0,-9 77 1 0 0,-2 126 315 0 0,18-176-814 0 0,6-68-720 0 0,-10 65 749 0 0,3-56-3210 0 0,-3-4-3546 0 0</inkml:trace>
</inkml:ink>
</file>

<file path=ppt/ink/ink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6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0 417 176 0 0,'0'0'2572'0'0,"8"1"-2085"0"0,34 5 65 0 0,0-2 0 0 0,0-1 0 0 0,72-6 0 0 0,137-23 229 0 0,-224 22-693 0 0,34-4 50 0 0,58-6 286 0 0,189-47 1 0 0,-295 58-266 0 0,-1-1 1 0 0,1 0-1 0 0,-1 0 1 0 0,0-1 0 0 0,0-1-1 0 0,-1 0 1 0 0,0-1-1 0 0,0 0 1 0 0,0-1 0 0 0,10-9-1 0 0,-20 16-125 0 0,0 0 1 0 0,-1 1-1 0 0,1-1 0 0 0,0 0 0 0 0,0 0 0 0 0,-1 1 1 0 0,1-1-1 0 0,-1 0 0 0 0,1 0 0 0 0,-1 0 0 0 0,1 0 1 0 0,-1 0-1 0 0,1 0 0 0 0,-1 0 0 0 0,0 0 1 0 0,0 0-1 0 0,1 0 0 0 0,-1 0 0 0 0,0 0 0 0 0,0 0 1 0 0,0 0-1 0 0,0 0 0 0 0,0 0 0 0 0,0 0 0 0 0,-1 0 1 0 0,1 0-1 0 0,0 0 0 0 0,0 0 0 0 0,-1 0 0 0 0,1 0 1 0 0,-1 0-1 0 0,1 0 0 0 0,-1 0 0 0 0,1 0 0 0 0,-1 1 1 0 0,1-1-1 0 0,-1 0 0 0 0,0 0 0 0 0,0 0 1 0 0,1 1-1 0 0,-1-1 0 0 0,0 0 0 0 0,0 1 0 0 0,0-1 1 0 0,0 1-1 0 0,1-1 0 0 0,-1 1 0 0 0,-1-1 0 0 0,-2-1 61 0 0,1 1 0 0 0,-1-1 0 0 0,0 1 0 0 0,0 0 0 0 0,1 0 0 0 0,-1 1 0 0 0,0-1 0 0 0,0 1 0 0 0,0-1 0 0 0,0 1 0 0 0,-6 1 0 0 0,2 1 3 0 0,-1 0 0 0 0,1 1 0 0 0,-1 0-1 0 0,1 1 1 0 0,0 0 0 0 0,1 0 0 0 0,-1 0-1 0 0,1 1 1 0 0,-13 10 0 0 0,15-11-58 0 0,1 0 1 0 0,0 1 0 0 0,0-1-1 0 0,0 1 1 0 0,0 0-1 0 0,1-1 1 0 0,-1 2 0 0 0,1-1-1 0 0,1 0 1 0 0,-1 1-1 0 0,1-1 1 0 0,0 1-1 0 0,0-1 1 0 0,-2 11 0 0 0,4-14-36 0 0,0-1 1 0 0,1 1-1 0 0,-1-1 1 0 0,0 0 0 0 0,0 1-1 0 0,1-1 1 0 0,-1 0-1 0 0,1 1 1 0 0,-1-1-1 0 0,1 0 1 0 0,-1 0 0 0 0,1 1-1 0 0,0-1 1 0 0,0 0-1 0 0,0 0 1 0 0,-1 0 0 0 0,1 0-1 0 0,0 0 1 0 0,0 0-1 0 0,1 0 1 0 0,-1 0 0 0 0,0 0-1 0 0,0-1 1 0 0,0 1-1 0 0,0 0 1 0 0,1-1-1 0 0,-1 1 1 0 0,0-1 0 0 0,1 1-1 0 0,-1-1 1 0 0,0 0-1 0 0,1 1 1 0 0,-1-1 0 0 0,1 0-1 0 0,-1 0 1 0 0,0 0-1 0 0,1 0 1 0 0,1-1 0 0 0,52-2 61 0 0,24-26-21 0 0,-77 29-59 0 0,-2-1 12 0 0,1 1 0 0 0,-1 0 0 0 0,1-1 0 0 0,-1 1 0 0 0,0 0 0 0 0,1-1 0 0 0,-1 1 0 0 0,1 0 0 0 0,-1 0 0 0 0,1 0 0 0 0,-1-1 0 0 0,0 1 0 0 0,1 0 0 0 0,-1 0 0 0 0,1 0 0 0 0,-1 0 0 0 0,1 0 0 0 0,-1 0 0 0 0,1 0 0 0 0,-1 0 0 0 0,1 0 0 0 0,-1 0 0 0 0,1 0 0 0 0,-1 0 0 0 0,1 0 0 0 0,-1 1 0 0 0,1-1 0 0 0,-1 0 0 0 0,0 0 0 0 0,1 0 0 0 0,-1 1 0 0 0,1-1 0 0 0,0 1 0 0 0,1-1 0 0 0,0 1 0 0 0,1 0 0 0 0,-1 1-1 0 0,0-1 1 0 0,0 0 0 0 0,0 0 0 0 0,0 1 0 0 0,0 0-1 0 0,0-1 1 0 0,2 3 0 0 0,-2-1 1 0 0,0-1 1 0 0,1 1-1 0 0,-1-1 0 0 0,1 0 1 0 0,0 0-1 0 0,0 0 0 0 0,0-1 1 0 0,0 1-1 0 0,0 0 0 0 0,0-1 1 0 0,0 0-1 0 0,0 0 0 0 0,1 0 1 0 0,-1 0-1 0 0,0 0 0 0 0,1-1 1 0 0,-1 0-1 0 0,0 1 0 0 0,5-2 1 0 0,4 1 2 0 0,0-2 0 0 0,0 1 0 0 0,19-7 0 0 0,-20 6-7 0 0,132-44 35 0 0,-137 45-42 0 0,0 2 6 0 0,1 0 1 0 0,-1 0-1 0 0,0 0 1 0 0,0 1-1 0 0,0 0 1 0 0,0 0 0 0 0,0 1-1 0 0,0-1 1 0 0,0 1-1 0 0,-1 1 1 0 0,1-1-1 0 0,-1 1 1 0 0,0 0 0 0 0,6 5-1 0 0,23 15 11 0 0,-22-19-68 0 0,0-1 0 0 0,0 0 0 0 0,1-1 0 0 0,-1-1 0 0 0,1 0 0 0 0,-1 0 0 0 0,1-1 0 0 0,0-1 0 0 0,-1 0 0 0 0,1-1 0 0 0,18-3 0 0 0,-15 2-22 0 0,0-2-1 0 0,0 0 1 0 0,0 0-1 0 0,-1-2 1 0 0,0 1 0 0 0,0-2-1 0 0,0 0 1 0 0,19-13-1 0 0,-29 16 71 0 0,0-1-1 0 0,0 1 1 0 0,0-1-1 0 0,-1 1 0 0 0,0-1 1 0 0,0 0-1 0 0,0-1 0 0 0,-1 1 1 0 0,1-1-1 0 0,-1 0 1 0 0,-1 0-1 0 0,1 0 0 0 0,-1 0 1 0 0,0 0-1 0 0,0 0 0 0 0,-1 0 1 0 0,2-12-1 0 0,-3 17 16 0 0,0 1-1 0 0,0-1 1 0 0,0 0 0 0 0,0 0 0 0 0,0 0-1 0 0,0 0 1 0 0,0 0 0 0 0,0 1-1 0 0,0-1 1 0 0,0 0 0 0 0,-1 0-1 0 0,1 0 1 0 0,0 0 0 0 0,0 1 0 0 0,-1-1-1 0 0,1 0 1 0 0,-1 0 0 0 0,1 1-1 0 0,-1-1 1 0 0,1 0 0 0 0,-1 1-1 0 0,1-1 1 0 0,-1 0 0 0 0,1 1 0 0 0,-1-1-1 0 0,0 1 1 0 0,1-1 0 0 0,-1 1-1 0 0,0-1 1 0 0,0 1 0 0 0,1 0-1 0 0,-1-1 1 0 0,0 1 0 0 0,0 0 0 0 0,0 0-1 0 0,1-1 1 0 0,-1 1 0 0 0,0 0-1 0 0,0 0 1 0 0,0 0 0 0 0,0 0 0 0 0,0 0-1 0 0,1 0 1 0 0,-1 0 0 0 0,0 0-1 0 0,0 1 1 0 0,0-1 0 0 0,0 0-1 0 0,-1 1 1 0 0,-2 0 6 0 0,1 1 0 0 0,-1-1 0 0 0,0 1-1 0 0,1 0 1 0 0,-1 0 0 0 0,1 0 0 0 0,0 1 0 0 0,-1-1 0 0 0,-2 5-1 0 0,-9 12 10 0 0,1 2 0 0 0,2 0 0 0 0,0 1 0 0 0,1 0 0 0 0,1 0 0 0 0,1 1-1 0 0,-7 28 1 0 0,-12 28 23 0 0,-51 142 392 0 0,-10 26 210 0 0,89-247-634 0 0,-20 41 124 0 0,19-39-95 0 0,0 0-1 0 0,0 0 1 0 0,0-1 0 0 0,0 1-1 0 0,0 0 1 0 0,0 0 0 0 0,-1 0-1 0 0,1-1 1 0 0,-1 1 0 0 0,1-1-1 0 0,-1 1 1 0 0,0-1 0 0 0,0 0-1 0 0,1 0 1 0 0,-1 0 0 0 0,0 0-1 0 0,-4 2 1 0 0,5-3-33 0 0,1-1 0 0 0,-1 1 0 0 0,1-1 0 0 0,-1 1 0 0 0,1 0 0 0 0,-1-1 0 0 0,1 1 0 0 0,-1-1 0 0 0,1 1 0 0 0,0-1 0 0 0,-1 1 0 0 0,1-1 0 0 0,0 1 0 0 0,-1-1 0 0 0,1 0 0 0 0,0 1 0 0 0,0-1 0 0 0,-1 1 0 0 0,1-1 0 0 0,0 0 0 0 0,0 1 0 0 0,0-1 0 0 0,0 0 0 0 0,0 1 0 0 0,0-1 0 0 0,0 0 0 0 0,0 1 0 0 0,0-1 0 0 0,0 0 0 0 0,0 1 0 0 0,1-1 0 0 0,-1 1 0 0 0,0-1 0 0 0,0 0 0 0 0,0 1 0 0 0,1-1 0 0 0,-1 1 0 0 0,0-1 0 0 0,2 0 0 0 0,7-23 26 0 0,5 1-18 0 0,1 1 0 0 0,1 1 0 0 0,1 0 0 0 0,35-32-1 0 0,88-66-238 0 0,-113 98 139 0 0,84-65-174 0 0,124-107-194 0 0,-229 188 564 0 0,-1 0 0 0 0,0 0 0 0 0,0 0 0 0 0,0-1 0 0 0,0 1 1 0 0,-1-1-1 0 0,0 0 0 0 0,0 0 0 0 0,-1-1 0 0 0,0 1 0 0 0,0-1 0 0 0,0 0 0 0 0,-1 0 1 0 0,0 0-1 0 0,0 0 0 0 0,-1 0 0 0 0,2-14 0 0 0,-3 23-101 0 0,1 0 0 0 0,0 0 0 0 0,0 0 0 0 0,0 0 0 0 0,0-1 0 0 0,0 1 0 0 0,1 0 0 0 0,-1-1 0 0 0,1 1 0 0 0,-1-1 0 0 0,1 1 0 0 0,1 1 0 0 0,0-1 4 0 0,2 3 1 0 0,0 0 0 0 0,1 0 0 0 0,0 0 0 0 0,0-1 0 0 0,0 0 0 0 0,0 0 0 0 0,1-1 1 0 0,0 0-1 0 0,-1 0 0 0 0,1 0 0 0 0,0-1 0 0 0,1 0 0 0 0,-1 0 0 0 0,0-1 0 0 0,0 0 0 0 0,1 0 0 0 0,9-1 0 0 0,-3 0-2 0 0,0 0 0 0 0,0-1 0 0 0,0-1 0 0 0,0-1 0 0 0,0 0 0 0 0,-1 0 0 0 0,25-11 0 0 0,-27 9-4 0 0,-2 0-1 0 0,1-1 1 0 0,-1 0-1 0 0,0 0 1 0 0,0-1-1 0 0,-1 0 1 0 0,1-1-1 0 0,-2 0 0 0 0,1 0 1 0 0,-1-1-1 0 0,0 1 1 0 0,-1-2-1 0 0,0 1 1 0 0,-1-1-1 0 0,0 0 0 0 0,7-18 1 0 0,-8 15 30 0 0,0 0 0 0 0,-1-1 0 0 0,-1 0 1 0 0,0 0-1 0 0,0 1 0 0 0,-2-1 0 0 0,1 0 0 0 0,-2 0 0 0 0,0 0 1 0 0,-1 0-1 0 0,0 0 0 0 0,-7-23 0 0 0,8 36-22 0 0,1 1 0 0 0,0-1-1 0 0,0 0 1 0 0,-1 1 0 0 0,1-1 0 0 0,0 1-1 0 0,-1-1 1 0 0,1 1 0 0 0,0-1-1 0 0,-1 0 1 0 0,1 1 0 0 0,-1-1 0 0 0,1 1-1 0 0,-1 0 1 0 0,1-1 0 0 0,-1 1 0 0 0,0-1-1 0 0,1 1 1 0 0,-1 0 0 0 0,1-1-1 0 0,-1 1 1 0 0,0 0 0 0 0,1 0 0 0 0,-1 0-1 0 0,0-1 1 0 0,1 1 0 0 0,-1 0 0 0 0,0 0-1 0 0,1 0 1 0 0,-1 0 0 0 0,0 0 0 0 0,1 0-1 0 0,-1 0 1 0 0,0 0 0 0 0,1 1-1 0 0,-1-1 1 0 0,0 0 0 0 0,1 0 0 0 0,-1 0-1 0 0,0 1 1 0 0,1-1 0 0 0,-1 0 0 0 0,1 1-1 0 0,-1-1 1 0 0,0 1 0 0 0,1-1-1 0 0,-1 1 1 0 0,0 0 0 0 0,-25 24 350 0 0,17-9-243 0 0,0 0-1 0 0,1 0 1 0 0,1 1 0 0 0,0 0 0 0 0,1 0 0 0 0,1 1-1 0 0,1 0 1 0 0,0-1 0 0 0,2 1 0 0 0,-2 28 0 0 0,4 9-1041 0 0,2 0 0 0 0,10 65 1 0 0,-10-98-7530 0 0</inkml:trace>
</inkml:ink>
</file>

<file path=ppt/ink/ink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7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50 576 0 0,'6'-5'904'0'0,"3"-1"-84"0"0,5-2-92 0 0,-1 2-76 0 0,1 0-60 0 0,3 1-68 0 0,-3 1-64 0 0,2 1-199 0 0,0-1-261 0 0,-1 1-305 0 0,0 3-567 0 0,4 3-940 0 0,1-1 420 0 0</inkml:trace>
</inkml:ink>
</file>

<file path=ppt/ink/ink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7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8 608 0 0,'0'0'2994'0'0,"-3"-7"2377"0"0,3 6-5275 0 0,-9 16 438 0 0,-6 10 466 0 0,1 0 0 0 0,1 1-1 0 0,-13 36 1 0 0,25-61-971 0 0,1 0 0 0 0,-1 0 0 0 0,1 0 0 0 0,0-1 0 0 0,-1 1 0 0 0,1 0 0 0 0,0 0 0 0 0,-1 0 0 0 0,1 0 0 0 0,0 0 0 0 0,0 0 0 0 0,0 0 0 0 0,0 0 0 0 0,0 0 0 0 0,0-1 0 0 0,0 1 0 0 0,1 0 0 0 0,-1 0 0 0 0,0 0 0 0 0,0 0 0 0 0,1 0 0 0 0,-1 0 0 0 0,0 0 0 0 0,1-1 0 0 0,-1 1 0 0 0,1 0 0 0 0,-1 0 0 0 0,1-1 0 0 0,-1 1 0 0 0,2 1 0 0 0,0-2-7 0 0,0 1 0 0 0,-1-1 0 0 0,1 0 0 0 0,0 0 0 0 0,0 0-1 0 0,-1 0 1 0 0,1 0 0 0 0,0 0 0 0 0,0 0 0 0 0,-1 0 0 0 0,1-1-1 0 0,0 1 1 0 0,0-1 0 0 0,2-1 0 0 0,14-6 7 0 0,0 0-1 0 0,19-14 1 0 0,-27 16 75 0 0,-9 5-101 0 0,10-5 9 0 0,0-1-1 0 0,1 2 1 0 0,17-7 0 0 0,-25 11-12 0 0,-1 0 1 0 0,0 1-1 0 0,1-1 0 0 0,-1 1 0 0 0,0-1 1 0 0,1 1-1 0 0,-1 0 0 0 0,1 1 1 0 0,-1-1-1 0 0,1 0 0 0 0,-1 1 0 0 0,0 0 1 0 0,1 0-1 0 0,-1 0 0 0 0,0 0 0 0 0,0 0 1 0 0,4 3-1 0 0,-2-2 24 0 0,7 7 28 0 0,1-2 0 0 0,0 0 1 0 0,1 0-1 0 0,0-1 1 0 0,0-1-1 0 0,0 0 0 0 0,0-1 1 0 0,1-1-1 0 0,25 3 0 0 0,-38-6 19 0 0,0 0 0 0 0,0-1 1 0 0,0 0-1 0 0,0 1 0 0 0,0-1 0 0 0,0 0 0 0 0,0 0 0 0 0,0 0 0 0 0,0 0 0 0 0,-1-1 0 0 0,1 1 0 0 0,0 0 0 0 0,-1-1 0 0 0,1 1 0 0 0,-1-1 0 0 0,1 0 0 0 0,-1 1 0 0 0,0-1 0 0 0,0 0 0 0 0,0 0 0 0 0,0 0 0 0 0,0 0 0 0 0,0 0 0 0 0,0 0 0 0 0,-1 0 0 0 0,1 0 0 0 0,-1 0 0 0 0,1-3 0 0 0,2-6 145 0 0,-1 0-1 0 0,0 0 1 0 0,-1 0-1 0 0,0-12 1 0 0,-1 18-267 0 0,0-18-518 0 0,2 8-2919 0 0</inkml:trace>
</inkml:ink>
</file>

<file path=ppt/ink/ink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8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8 732 0 0,'0'0'3478'0'0,"-4"4"-2708"0"0,-3 3-401 0 0,0 0 0 0 0,1 1 0 0 0,0 0 0 0 0,1 0 0 0 0,-1 0 0 0 0,2 1 0 0 0,-1-1 0 0 0,1 1 0 0 0,-3 11 0 0 0,6-16-282 0 0,0 0 0 0 0,0-1 0 0 0,1 1 1 0 0,-1 0-1 0 0,1 0 0 0 0,0 0 0 0 0,0 0 0 0 0,0 0 0 0 0,1 0 0 0 0,-1-1 1 0 0,1 1-1 0 0,0 0 0 0 0,0 0 0 0 0,0-1 0 0 0,1 1 0 0 0,-1 0 1 0 0,1-1-1 0 0,0 1 0 0 0,0-1 0 0 0,0 0 0 0 0,1 0 0 0 0,-1 0 0 0 0,1 0 1 0 0,-1 0-1 0 0,1 0 0 0 0,6 4 0 0 0,-7-5-44 0 0,1-1 0 0 0,-1 0 0 0 0,0 1-1 0 0,0-1 1 0 0,1 0 0 0 0,-1 0 0 0 0,1-1 0 0 0,-1 1 0 0 0,1 0 0 0 0,-1-1 0 0 0,1 1-1 0 0,0-1 1 0 0,-1 0 0 0 0,1 0 0 0 0,-1 0 0 0 0,1 0 0 0 0,0 0 0 0 0,-1-1-1 0 0,1 1 1 0 0,-1-1 0 0 0,1 0 0 0 0,-1 0 0 0 0,1 0 0 0 0,-1 0 0 0 0,0 0-1 0 0,1 0 1 0 0,2-3 0 0 0,2-1 175 0 0,1 0 1 0 0,-2-1-1 0 0,1 0 0 0 0,-1 0 0 0 0,1-1 0 0 0,7-11 1 0 0,-11 13-130 0 0,0 0 1 0 0,0 0-1 0 0,-1-1 0 0 0,1 1 1 0 0,-1-1-1 0 0,-1 1 1 0 0,1-1-1 0 0,-1 0 1 0 0,0 0-1 0 0,0 0 1 0 0,-1 0-1 0 0,0-7 1 0 0,0 10-139 0 0,0-1 1 0 0,0 1-1 0 0,0 0 1 0 0,-1 0 0 0 0,1-1-1 0 0,-1 1 1 0 0,0 0-1 0 0,0 0 1 0 0,0 0 0 0 0,0 0-1 0 0,-1 0 1 0 0,1 0-1 0 0,-1 0 1 0 0,0 0 0 0 0,0 1-1 0 0,0-1 1 0 0,0 0-1 0 0,0 1 1 0 0,0 0 0 0 0,-1 0-1 0 0,1-1 1 0 0,-1 2-1 0 0,-4-4 1 0 0,6 5-868 0 0,-14 1-1599 0 0</inkml:trace>
</inkml:ink>
</file>

<file path=ppt/ink/ink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8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2 496 0 0,'27'20'2809'0'0,"-25"-15"-2573"0"0,1 0 0 0 0,-1 0-1 0 0,1 0 1 0 0,-1 0 0 0 0,-1 0 0 0 0,1 1 0 0 0,-1-1 0 0 0,0 0 0 0 0,0 1-1 0 0,0-1 1 0 0,-1 1 0 0 0,0-1 0 0 0,0 1 0 0 0,0-1 0 0 0,-1 1-1 0 0,0-1 1 0 0,0 0 0 0 0,0 1 0 0 0,-1-1 0 0 0,0 0 0 0 0,-4 10-1 0 0,5-13 97 0 0,1-2-276 0 0,0 0 0 0 0,0 0 0 0 0,0 1-1 0 0,0-1 1 0 0,0 0 0 0 0,-1 0 0 0 0,1 0 0 0 0,0 1 0 0 0,0-1 0 0 0,0 0 0 0 0,0 0 0 0 0,0 0-1 0 0,0 1 1 0 0,-1-1 0 0 0,1 0 0 0 0,0 0 0 0 0,0 0 0 0 0,0 0 0 0 0,0 1 0 0 0,-1-1 0 0 0,1 0 0 0 0,0 0-1 0 0,0 0 1 0 0,0 0 0 0 0,-1 0 0 0 0,1 0 0 0 0,0 0 0 0 0,0 0 0 0 0,-1 0 0 0 0,1 0 0 0 0,0 0 0 0 0,0 0-1 0 0,-1 0 1 0 0,1 0 0 0 0,0 0 0 0 0,0 0 0 0 0,0 0 0 0 0,-1 0 0 0 0,1 0 0 0 0,0 0 0 0 0,0 0-1 0 0,-1 0 1 0 0,1 0 0 0 0,0 0 0 0 0,0 0 0 0 0,0 0 0 0 0,-1-1 0 0 0,1 1 0 0 0,0-6-21 0 0,1 1 0 0 0,-1-1 0 0 0,2 0 0 0 0,-1 1 0 0 0,0-1 0 0 0,1 1 0 0 0,0 0 0 0 0,0-1 0 0 0,1 1 0 0 0,-1 0 0 0 0,1 0 0 0 0,0 0 0 0 0,1 1 0 0 0,5-7 0 0 0,29-25-1842 0 0,5 10-3929 0 0,-28 21 3178 0 0</inkml:trace>
</inkml:ink>
</file>

<file path=ppt/ink/ink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28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21 599 540 0 0,'0'0'697'0'0,"-20"40"3022"0"0,19-37-3618 0 0,1-1 1 0 0,0 0 0 0 0,0 0-1 0 0,1 0 1 0 0,-1 0-1 0 0,0 0 1 0 0,1 1-1 0 0,-1-1 1 0 0,1 0 0 0 0,0 0-1 0 0,-1 0 1 0 0,1 0-1 0 0,0 0 1 0 0,0-1-1 0 0,1 1 1 0 0,-1 0 0 0 0,0 0-1 0 0,0-1 1 0 0,4 4-1 0 0,-2-4-43 0 0,-1 1 0 0 0,1-1-1 0 0,0 0 1 0 0,0 1-1 0 0,0-1 1 0 0,0-1 0 0 0,0 1-1 0 0,1 0 1 0 0,-1-1 0 0 0,0 0-1 0 0,0 0 1 0 0,0 0-1 0 0,5 0 1 0 0,5-1 20 0 0,-2-1 0 0 0,1 0 0 0 0,0-1 0 0 0,0 0 0 0 0,-1-1 0 0 0,1 0 0 0 0,-1-1 0 0 0,0 0 0 0 0,-1-1-1 0 0,1 0 1 0 0,-1-1 0 0 0,0 0 0 0 0,-1 0 0 0 0,0-1 0 0 0,0-1 0 0 0,0 1 0 0 0,-1-1 0 0 0,-1-1 0 0 0,11-16 0 0 0,-2 2-27 0 0,-1-2-1 0 0,-2 0 1 0 0,-1-1 0 0 0,-1 0-1 0 0,-1-1 1 0 0,13-56 0 0 0,-20 73-35 0 0,-1-1 0 0 0,0 0 1 0 0,0 0-1 0 0,-1-1 1 0 0,-1 1-1 0 0,0 0 1 0 0,-1 0-1 0 0,0 0 1 0 0,-1 0-1 0 0,0 0 0 0 0,-1 0 1 0 0,0 0-1 0 0,-1 0 1 0 0,0 1-1 0 0,-1 0 1 0 0,0 0-1 0 0,-1 0 1 0 0,0 0-1 0 0,0 1 0 0 0,-2 0 1 0 0,1 1-1 0 0,-1-1 1 0 0,-15-12-1 0 0,19 18 67 0 0,0 0 0 0 0,0 0 0 0 0,0 1-1 0 0,-1 0 1 0 0,0 0 0 0 0,1 0 0 0 0,-1 0-1 0 0,-10-3 1 0 0,14 6-60 0 0,0 0 0 0 0,0-1-1 0 0,0 1 1 0 0,0 0 0 0 0,0 0-1 0 0,0 0 1 0 0,-1 0-1 0 0,1 0 1 0 0,0 0 0 0 0,0 1-1 0 0,0-1 1 0 0,0 0 0 0 0,0 1-1 0 0,0-1 1 0 0,0 0 0 0 0,0 1-1 0 0,0 0 1 0 0,0-1 0 0 0,-2 2-1 0 0,2-1 5 0 0,-1 1-1 0 0,0 0 1 0 0,1 0 0 0 0,0 0-1 0 0,-1 0 1 0 0,1 0-1 0 0,0 0 1 0 0,0 0-1 0 0,0 1 1 0 0,0-1 0 0 0,0 0-1 0 0,0 5 1 0 0,0 1 41 0 0,0 0-1 0 0,0 0 1 0 0,1 1 0 0 0,0-1 0 0 0,1 0 0 0 0,0 1 0 0 0,0-1 0 0 0,0 0-1 0 0,1 0 1 0 0,6 14 0 0 0,5 12 127 0 0,20 36-1 0 0,-16-35-56 0 0,23 46 140 0 0,-10-23-33 0 0,31 86 0 0 0,-55-127-195 0 0,-1 1-1 0 0,0-1 0 0 0,-1 1 1 0 0,-2 0-1 0 0,1 0 1 0 0,-2 1-1 0 0,0-1 0 0 0,-2 0 1 0 0,-3 32-1 0 0,2-45 8 0 0,0 0 0 0 0,0 0 0 0 0,0 0-1 0 0,-1 0 1 0 0,0 0 0 0 0,0-1-1 0 0,0 1 1 0 0,0-1 0 0 0,-1 1 0 0 0,0-1-1 0 0,0 0 1 0 0,0-1 0 0 0,0 1 0 0 0,-1-1-1 0 0,1 0 1 0 0,-1 0 0 0 0,-7 3-1 0 0,6-2-263 0 0,-1-1 0 0 0,0 0 0 0 0,0-1 0 0 0,0 1 0 0 0,-12 1 0 0 0,15-3-570 0 0,-1-1 0 0 0,1 1 0 0 0,0-1 0 0 0,0 0 0 0 0,-1 0 0 0 0,1-1 0 0 0,0 1 0 0 0,-1-1 0 0 0,-6-2 0 0 0</inkml:trace>
</inkml:ink>
</file>

<file path=ppt/ink/ink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31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44 0 0,'0'0'893'0'0,"-1"-8"8"0"0,2 5-133 0 0,0 9 3961 0 0,8 63-3977 0 0,-6-33-363 0 0,2 0-1 0 0,1-1 1 0 0,22 68 0 0 0,107 217 1223 0 0,-135-320-1548 0 0,0 1 1 0 0,0 0 0 0 0,0 0-1 0 0,1 0 1 0 0,-1-1 0 0 0,0 1-1 0 0,1 0 1 0 0,-1 0-1 0 0,1-1 1 0 0,-1 1 0 0 0,0 0-1 0 0,1-1 1 0 0,-1 1 0 0 0,1-1-1 0 0,0 1 1 0 0,-1 0 0 0 0,1-1-1 0 0,0 1 1 0 0,-1-1-1 0 0,1 0 1 0 0,1 1 0 0 0,8-10 861 0 0,-5 3-1091 0 0,3-7 278 0 0,-1 0-1 0 0,0 0 1 0 0,-1 0-1 0 0,0-1 1 0 0,-1 0 0 0 0,5-22-1 0 0,13-32 159 0 0,49-127 250 0 0,-17 39-164 0 0,-55 154-375 0 0,1 1 0 0 0,-1-1-1 0 0,1 0 1 0 0,0 0 0 0 0,-1 0-1 0 0,1 0 1 0 0,0 1 0 0 0,0-1 0 0 0,0 0-1 0 0,1 1 1 0 0,-1-1 0 0 0,0 1 0 0 0,0-1-1 0 0,1 1 1 0 0,-1 0 0 0 0,1-1-1 0 0,-1 1 1 0 0,1 0 0 0 0,0 0 0 0 0,-1 0-1 0 0,1 0 1 0 0,0 1 0 0 0,2-2 0 0 0,0 2-199 0 0,0 1 1 0 0,0 0-1 0 0,-1-1 1 0 0,1 1 0 0 0,0 1-1 0 0,-1-1 1 0 0,1 0 0 0 0,0 1-1 0 0,-1 0 1 0 0,0 0 0 0 0,4 2-1 0 0,34 26-6449 0 0,-27-18 3477 0 0</inkml:trace>
</inkml:ink>
</file>

<file path=ppt/ink/ink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31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269 775 516 0 0,'11'9'9720'0'0,"-15"-24"-6438"0"0,-28-45-4165 0 0,20 37 2294 0 0,-5-9-1019 0 0,-13-23 61 0 0,3-1 0 0 0,2-1 0 0 0,-20-70 0 0 0,40 108-398 0 0,1 0-1 0 0,1-1 1 0 0,1 1 0 0 0,0-1 0 0 0,3-38-1 0 0,1 45-39 0 0,-1 1-1 0 0,2-1 0 0 0,0 1 0 0 0,0 0 0 0 0,2 0 1 0 0,-1 0-1 0 0,1 0 0 0 0,1 1 0 0 0,0 0 1 0 0,10-14-1 0 0,-13 20-18 0 0,1 1 0 0 0,-1-1 0 0 0,1 1 0 0 0,0 0 0 0 0,1 0 0 0 0,-1 0 0 0 0,1 1 0 0 0,-1-1 0 0 0,1 1 0 0 0,0 0 0 0 0,0 1 0 0 0,1-1 0 0 0,-1 1 0 0 0,0 0 0 0 0,1 0 0 0 0,-1 1 0 0 0,1-1 0 0 0,0 1 0 0 0,5 0 0 0 0,-9 1 2 0 0,-1 1 0 0 0,0-1 1 0 0,1 0-1 0 0,-1 1 0 0 0,0-1 0 0 0,0 0 1 0 0,1 1-1 0 0,-1 0 0 0 0,0-1 0 0 0,0 1 1 0 0,0 0-1 0 0,0 0 0 0 0,0-1 1 0 0,0 1-1 0 0,0 0 0 0 0,0 0 0 0 0,0 0 1 0 0,0 0-1 0 0,-1 0 0 0 0,1 0 0 0 0,0 1 1 0 0,-1-1-1 0 0,1 0 0 0 0,-1 0 0 0 0,1 0 1 0 0,-1 1-1 0 0,1-1 0 0 0,-1 0 0 0 0,0 2 1 0 0,4 37-17 0 0,-9-13 37 0 0,-1 1-1 0 0,-2-1 1 0 0,0 0 0 0 0,-22 47 0 0 0,-63 101-30 0 0,58-112 29 0 0,11-23 16 0 0,17-30-30 0 0,0 0 0 0 0,1 0 0 0 0,0 0 0 0 0,1 1 0 0 0,0 0 0 0 0,1 0 0 0 0,-5 21 0 0 0,9-30-4 0 0,0 0 1 0 0,0 0 0 0 0,0 0 0 0 0,0 0 0 0 0,0 1-1 0 0,1-1 1 0 0,-1 0 0 0 0,1 0 0 0 0,-1 0 0 0 0,1 0-1 0 0,0-1 1 0 0,0 1 0 0 0,0 0 0 0 0,0 0 0 0 0,0 0-1 0 0,0-1 1 0 0,0 1 0 0 0,0 0 0 0 0,3 2 0 0 0,0-1-6 0 0,1 0 1 0 0,-1 1-1 0 0,1-1 1 0 0,-1-1-1 0 0,1 1 1 0 0,0-1-1 0 0,7 3 1 0 0,8 1-233 0 0,0-1 0 0 0,38 5 0 0 0,-56-10 197 0 0,115 12-2793 0 0,-39-17-4274 0 0,-48 1 3710 0 0</inkml:trace>
</inkml:ink>
</file>

<file path=ppt/ink/ink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32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0 612 0 0,'0'0'5981'0'0,"-1"5"-5249"0"0,-9 33 1072 0 0,-22 52-1 0 0,18-55-1012 0 0,1 0-1 0 0,-9 48 1 0 0,12-36-197 0 0,4-25 33 0 0,2 1 0 0 0,-3 40 0 0 0,8-63-612 0 0,-1 1-1 0 0,1-1 1 0 0,-1 0-1 0 0,1 0 1 0 0,0 0-1 0 0,-1 1 1 0 0,1-1-1 0 0,-1 0 1 0 0,1 0-1 0 0,0 0 1 0 0,-1 0-1 0 0,1 0 0 0 0,0 0 1 0 0,-1 0-1 0 0,1 0 1 0 0,-1 0-1 0 0,1-1 1 0 0,0 1-1 0 0,-1 0 1 0 0,1 0-1 0 0,-1 0 1 0 0,1-1-1 0 0,0 1 1 0 0,-1 0-1 0 0,1-1 1 0 0,-1 1-1 0 0,1-1 0 0 0,-1 1 1 0 0,1-1-1 0 0,20-10 77 0 0,-21 10-85 0 0,25-16 205 0 0,36-34 0 0 0,-45 36-163 0 0,1 1 1 0 0,1 0 0 0 0,0 1 0 0 0,24-13 0 0 0,-39 25-47 0 0,1 0 1 0 0,-1 1-1 0 0,0-1 1 0 0,0 1 0 0 0,1-1-1 0 0,-1 1 1 0 0,0 0-1 0 0,0 0 1 0 0,1 0 0 0 0,-1 1-1 0 0,0-1 1 0 0,0 1 0 0 0,1 0-1 0 0,-1 0 1 0 0,0 0-1 0 0,0 0 1 0 0,0 0 0 0 0,0 1-1 0 0,0-1 1 0 0,4 4-1 0 0,10 6 14 0 0,-1 1-1 0 0,20 17 0 0 0,-7-4-8 0 0,-17-17-1 0 0,-1 0-1 0 0,1-1 1 0 0,1 0 0 0 0,-1-1 0 0 0,1-1-1 0 0,0 0 1 0 0,1 0 0 0 0,-1-1 0 0 0,1-1-1 0 0,0 0 1 0 0,0-1 0 0 0,18 0 0 0 0,-25-2 6 0 0,0 0 0 0 0,0-1 0 0 0,0 0 0 0 0,-1 0 0 0 0,1-1 0 0 0,0 0 0 0 0,-1 0 0 0 0,0 0 0 0 0,1-1 0 0 0,-1 0 0 0 0,0 0 0 0 0,0-1 0 0 0,0 1 0 0 0,-1-1 0 0 0,0 0 0 0 0,1-1 0 0 0,-1 0 0 0 0,-1 1 0 0 0,1-2 0 0 0,-1 1 0 0 0,0 0 0 0 0,0-1 0 0 0,0 0 0 0 0,-1 0 0 0 0,0 0 0 0 0,0 0 0 0 0,2-7 0 0 0,2-10 87 0 0,-2-1-1 0 0,-1 0 1 0 0,0 1-1 0 0,-2-2 0 0 0,-1 1 1 0 0,-1 0-1 0 0,-5-46 1 0 0,3 42 27 0 0,-4 1 279 0 0,0 0-4159 0 0,6 29 3296 0 0,0 0 1 0 0,-1 0-1 0 0,1 0 0 0 0,-1 0 0 0 0,0 0 0 0 0,1 0 0 0 0,-1 0 0 0 0,0-1 0 0 0,0 1 0 0 0,0 0 0 0 0,0 0 0 0 0,-2 1 0 0 0,-1 4-1019 0 0,-3 10-2812 0 0</inkml:trace>
</inkml:ink>
</file>

<file path=ppt/ink/ink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7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20 208 0 0,'-9'-12'4792'0'0,"9"11"-4645"0"0,0 1 0 0 0,0 0 1 0 0,-1-1-1 0 0,1 1 0 0 0,0-1 1 0 0,0 1-1 0 0,0 0 0 0 0,-1-1 1 0 0,1 1-1 0 0,0 0 0 0 0,0 0 1 0 0,-1-1-1 0 0,1 1 0 0 0,0 0 1 0 0,0-1-1 0 0,-1 1 0 0 0,1 0 1 0 0,0 0-1 0 0,-1 0 0 0 0,1-1 1 0 0,0 1-1 0 0,-1 0 0 0 0,1 0 1 0 0,-1 0-1 0 0,1 0 0 0 0,0 0 1 0 0,-1 0-1 0 0,1 0 0 0 0,0 0 1 0 0,-1 0-1 0 0,1 0 0 0 0,-1 0 1 0 0,1 0-1 0 0,0 0 0 0 0,-1 0 1 0 0,1 0-1 0 0,-1 0 0 0 0,1 0 1 0 0,-1 0-1 0 0,-20 43 389 0 0,2 1 1 0 0,1 1-1 0 0,3 0 1 0 0,2 1-1 0 0,1 1 1 0 0,3 0-1 0 0,1 0 0 0 0,-1 76 1 0 0,10-61-1222 0 0,-1-61 158 0 0,3 5-582 0 0</inkml:trace>
</inkml:ink>
</file>

<file path=ppt/ink/ink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7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17 180 0 0,'11'-4'257'0'0,"-1"1"-1"0"0,1 0 1 0 0,0 1-1 0 0,0 0 1 0 0,0 1-1 0 0,0 0 1 0 0,0 1-1 0 0,0 0 1 0 0,0 0-1 0 0,0 1 1 0 0,0 1-1 0 0,0 0 1 0 0,-1 0-1 0 0,1 1 1 0 0,0 1 0 0 0,-1 0-1 0 0,16 8 1 0 0,18 10 343 0 0,-2 2 0 0 0,63 46 1 0 0,-97-65-504 0 0,33 24 313 0 0,-2 2 0 0 0,-1 2 0 0 0,62 68 0 0 0,-88-88-315 0 0,-1 1-1 0 0,0 1 1 0 0,-1 0 0 0 0,0 0-1 0 0,-2 1 1 0 0,1 0 0 0 0,-2 0-1 0 0,0 1 1 0 0,-1 0-1 0 0,-1 1 1 0 0,-1-1 0 0 0,0 1-1 0 0,2 34 1 0 0,-6-42-59 0 0,-1-1 1 0 0,-1 0-1 0 0,1 0 1 0 0,-2 0-1 0 0,1 0 0 0 0,-1 0 1 0 0,0 0-1 0 0,-1-1 1 0 0,0 1-1 0 0,-1-1 1 0 0,1 0-1 0 0,-2 0 0 0 0,1-1 1 0 0,-1 1-1 0 0,0-1 1 0 0,-9 7-1 0 0,-8 8 103 0 0,-1-2-1 0 0,-1-1 0 0 0,-37 21 1 0 0,37-27-26 0 0,1 0-1 0 0,-2-2 1 0 0,1-1 0 0 0,-1-1 0 0 0,-1-2 0 0 0,0 0 0 0 0,0-2 0 0 0,0-1 0 0 0,0-1 0 0 0,-48 0 0 0 0,65-4-152 0 0,1 1 1 0 0,0-1 0 0 0,-1-1-1 0 0,1 0 1 0 0,0 0-1 0 0,0-1 1 0 0,-10-4-1 0 0,17 6-370 0 0,3-3-541 0 0,0 1 540 0 0,0 0 0 0 0,1-1 1 0 0,0 1-1 0 0,0 0 0 0 0,0 0 1 0 0,0 0-1 0 0,0 0 0 0 0,0 1 1 0 0,1-1-1 0 0,-1 0 0 0 0,1 1 0 0 0,0 0 1 0 0,3-3-1 0 0,9-6-2219 0 0</inkml:trace>
</inkml:ink>
</file>

<file path=ppt/ink/ink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8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26 848 0 0,'0'0'1677'0'0,"-5"5"-868"0"0,-1 2-505 0 0,0 1 0 0 0,0 1 1 0 0,1-1-1 0 0,0 1 0 0 0,0 0 1 0 0,1 0-1 0 0,0 0 0 0 0,0 1 1 0 0,1-1-1 0 0,1 1 0 0 0,-1 0 1 0 0,2 0-1 0 0,-1 0 0 0 0,1 14 1 0 0,1-18-221 0 0,0 0 0 0 0,1 0 0 0 0,-1-1 0 0 0,1 1 0 0 0,1 0 0 0 0,-1-1 0 0 0,1 1 0 0 0,0-1 0 0 0,0 1 0 0 0,0-1 0 0 0,1 0-1 0 0,0 0 1 0 0,0 0 0 0 0,0 0 0 0 0,1-1 0 0 0,0 1 0 0 0,-1-1 0 0 0,1 0 0 0 0,1 0 0 0 0,-1 0 0 0 0,1-1 0 0 0,-1 1 0 0 0,1-1 0 0 0,0 0 0 0 0,0-1 0 0 0,1 1 0 0 0,10 3 0 0 0,-13-5-58 0 0,0 0 1 0 0,0 0-1 0 0,0 0 0 0 0,0-1 0 0 0,0 1 0 0 0,0-1 0 0 0,1 1 0 0 0,-1-1 1 0 0,0 0-1 0 0,0 0 0 0 0,1-1 0 0 0,-1 1 0 0 0,0-1 0 0 0,0 1 0 0 0,0-1 1 0 0,0 0-1 0 0,0 0 0 0 0,0 0 0 0 0,0-1 0 0 0,0 1 0 0 0,0-1 0 0 0,0 0 1 0 0,-1 1-1 0 0,1-1 0 0 0,-1-1 0 0 0,1 1 0 0 0,-1 0 0 0 0,0 0 1 0 0,0-1-1 0 0,0 1 0 0 0,0-1 0 0 0,0 0 0 0 0,-1 0 0 0 0,1 1 0 0 0,-1-1 1 0 0,0 0-1 0 0,1-4 0 0 0,1 0 27 0 0,0-1 0 0 0,-1 0 0 0 0,-1 0 0 0 0,1 0 0 0 0,-1 0 0 0 0,-1 0 0 0 0,1 0 0 0 0,-2 0 0 0 0,1 0 0 0 0,-1 0 0 0 0,0 0 0 0 0,0 0-1 0 0,-1 0 1 0 0,-3-8 0 0 0,1 3-37 0 0,-2-1 0 0 0,0 1 0 0 0,0 0 0 0 0,-1 1-1 0 0,0-1 1 0 0,-2 1 0 0 0,1 1 0 0 0,-1-1 0 0 0,-14-12-1 0 0,22 23-336 0 0,-11 13-6651 0 0</inkml:trace>
</inkml:ink>
</file>

<file path=ppt/ink/ink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8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25 676 0 0,'6'-16'3693'0'0,"-1"7"-1080"0"0,-1 11 226 0 0,3 53-1481 0 0,-2 1 1 0 0,-4 93-1 0 0,-2-78-825 0 0,1-41-172 0 0,-2 1-1 0 0,-6 33 1 0 0,6-51-735 0 0,-1 0 0 0 0,-1 0 1 0 0,0-1-1 0 0,0 1 1 0 0,-1-1-1 0 0,-1 0 0 0 0,-9 15 1 0 0,5-18-2076 0 0,3-7-1919 0 0,-6-1 1159 0 0</inkml:trace>
</inkml:ink>
</file>

<file path=ppt/ink/ink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8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1 137 628 0 0,'7'-7'756'0'0,"0"0"-116"0"0,8-4-28 0 0,-3 1 4 0 0,6-1-52 0 0,-2 1-36 0 0,4-3-32 0 0,4 0-68 0 0,2 5-27 0 0,0-3-45 0 0,0 5-56 0 0,3 0-48 0 0,2 1-140 0 0,-3 0-192 0 0,0-1-236 0 0,2 3-737 0 0,-3 0-1135 0 0,0 1 504 0 0</inkml:trace>
</inkml:ink>
</file>

<file path=ppt/ink/ink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9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167 266 832 0 0,'0'0'952'0'0,"0"0"-877"0"0,1 0 0 0 0,-1 0 0 0 0,0 0 0 0 0,1 0 0 0 0,-1 0 0 0 0,0 1 0 0 0,1-1-1 0 0,-1 0 1 0 0,0 0 0 0 0,1 0 0 0 0,-1 0 0 0 0,0 0 0 0 0,0 1 0 0 0,1-1 0 0 0,-1 0 0 0 0,0 0 0 0 0,1 0 0 0 0,-1 1 0 0 0,0-1-1 0 0,0 0 1 0 0,0 0 0 0 0,1 1 0 0 0,-1-1 0 0 0,0 0 0 0 0,0 1 0 0 0,0-1 0 0 0,0 0 0 0 0,0 1 0 0 0,1-1 0 0 0,-1 0 0 0 0,0 1-1 0 0,0-1 1 0 0,22 185 4819 0 0,-9-52-3290 0 0,-11-78-939 0 0,-2-52-572 0 0,0 0 0 0 0,0 0 0 0 0,-1 0 0 0 0,1 0 1 0 0,-1 0-1 0 0,0 1 0 0 0,0-1 0 0 0,0 0 0 0 0,0-1 0 0 0,-1 1 0 0 0,1 0 0 0 0,-1 0 1 0 0,0-1-1 0 0,-2 4 0 0 0,3-5-78 0 0,0-1 0 0 0,0 0 0 0 0,0 1 0 0 0,0-1 0 0 0,1 0 0 0 0,-1 0 0 0 0,0 0 0 0 0,0 0 0 0 0,0 0 0 0 0,0 0 0 0 0,0 0 0 0 0,1 0 1 0 0,-1 0-1 0 0,0 0 0 0 0,0-1 0 0 0,0 1 0 0 0,0 0 0 0 0,1-1 0 0 0,-1 1 0 0 0,0 0 0 0 0,0-1 0 0 0,0 1 0 0 0,1-1 0 0 0,-1 1 0 0 0,0-1 0 0 0,1 0 0 0 0,-1 0 0 0 0,-20-17 155 0 0,4 0-129 0 0,2-2 0 0 0,0 0 1 0 0,1 0-1 0 0,1-2 1 0 0,0 1-1 0 0,2-2 0 0 0,1 1 1 0 0,1-2-1 0 0,1 1 0 0 0,1-1 1 0 0,-7-36-1 0 0,12 39-34 0 0,0-1 0 0 0,1 1 0 0 0,1-1 0 0 0,1 0 0 0 0,7-37 0 0 0,-5 46-4 0 0,0 0 0 0 0,0 1 0 0 0,1-1 0 0 0,1 1 0 0 0,0 0 0 0 0,0 0-1 0 0,2 0 1 0 0,-1 1 0 0 0,1 0 0 0 0,14-16 0 0 0,-13 20-4 0 0,-1 1-1 0 0,1 1 0 0 0,1-1 1 0 0,-1 1-1 0 0,1 1 0 0 0,-1-1 0 0 0,1 1 1 0 0,1 1-1 0 0,-1 0 0 0 0,0 0 1 0 0,1 1-1 0 0,-1 0 0 0 0,1 1 1 0 0,0 0-1 0 0,0 0 0 0 0,-1 1 1 0 0,17 2-1 0 0,-20-2 1 0 0,1 0 0 0 0,0 1 0 0 0,0 0 0 0 0,-1 0 0 0 0,1 1 0 0 0,0 0 0 0 0,-1 0 0 0 0,0 1 1 0 0,1 0-1 0 0,-1 0 0 0 0,0 0 0 0 0,0 0 0 0 0,-1 1 0 0 0,1 0 0 0 0,-1 1 0 0 0,0-1 0 0 0,0 1 0 0 0,0 0 0 0 0,-1 0 0 0 0,0 0 0 0 0,0 1 0 0 0,0 0 0 0 0,0-1 0 0 0,-1 1 1 0 0,4 11-1 0 0,-5-13 0 0 0,-2 0 1 0 0,1 0-1 0 0,0 0 1 0 0,-1 0-1 0 0,0 0 1 0 0,0 0-1 0 0,0 0 1 0 0,0 0-1 0 0,-1 0 1 0 0,1 0-1 0 0,-1 0 1 0 0,0 0-1 0 0,0 0 0 0 0,-1 0 1 0 0,-3 6-1 0 0,1-3 26 0 0,0 0-1 0 0,-1 0 0 0 0,0-1 0 0 0,0 1 0 0 0,0-2 0 0 0,-1 1 0 0 0,-10 8 0 0 0,2-4-243 0 0,0 0 0 0 0,0-1 0 0 0,-1-1 0 0 0,0-1 0 0 0,-1 0 0 0 0,1 0 0 0 0,-19 3 0 0 0,-3-3-3417 0 0,26-6 173 0 0</inkml:trace>
</inkml:ink>
</file>

<file path=ppt/ink/ink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9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9 244 0 0,'8'2'310'0'0,"0"1"0"0"0,0 0 0 0 0,0 0-1 0 0,-1 0 1 0 0,0 1 0 0 0,0 0 0 0 0,0 1 0 0 0,0 0-1 0 0,0 0 1 0 0,-1 0 0 0 0,0 1 0 0 0,0 0 0 0 0,-1 0 0 0 0,1 0-1 0 0,-1 1 1 0 0,-1 0 0 0 0,1 0 0 0 0,-1 0 0 0 0,-1 0 0 0 0,1 1-1 0 0,-1-1 1 0 0,2 10 0 0 0,-3-11-185 0 0,0 0 0 0 0,0 0 1 0 0,-1 0-1 0 0,0 1 0 0 0,0-1 0 0 0,0 0 0 0 0,-1 1 0 0 0,0-1 1 0 0,0 0-1 0 0,-1 1 0 0 0,0-1 0 0 0,0 0 0 0 0,0 0 0 0 0,-1 0 0 0 0,0 0 1 0 0,0 0-1 0 0,-1 0 0 0 0,1 0 0 0 0,-1 0 0 0 0,-1-1 0 0 0,1 0 1 0 0,-1 1-1 0 0,0-1 0 0 0,0-1 0 0 0,0 1 0 0 0,-1 0 0 0 0,1-1 1 0 0,-9 6-1 0 0,12-10-111 0 0,1 1 1 0 0,0-1-1 0 0,-1 0 1 0 0,1 1-1 0 0,-1-1 1 0 0,1 1 0 0 0,0-1-1 0 0,-1 0 1 0 0,1 0-1 0 0,-1 1 1 0 0,1-1-1 0 0,-1 0 1 0 0,1 0-1 0 0,-1 0 1 0 0,1 1 0 0 0,-1-1-1 0 0,1 0 1 0 0,-1 0-1 0 0,0 0 1 0 0,1 0-1 0 0,-1 0 1 0 0,1 0-1 0 0,-1 0 1 0 0,1 0 0 0 0,-1 0-1 0 0,1 0 1 0 0,-1-1-1 0 0,1 1 1 0 0,-1 0-1 0 0,1 0 1 0 0,-1 0-1 0 0,1-1 1 0 0,-1 1 0 0 0,1 0-1 0 0,-1-1 1 0 0,1 1-1 0 0,0 0 1 0 0,-1-1-1 0 0,1 1 1 0 0,-1 0-1 0 0,1-1 1 0 0,0 1 0 0 0,-1-1-1 0 0,1 1 1 0 0,0-1-1 0 0,0 1 1 0 0,-1-1-1 0 0,1 1 1 0 0,0-1-1 0 0,0 1 1 0 0,0-1-1 0 0,0 1 1 0 0,-1-1 0 0 0,1 1-1 0 0,0-1 1 0 0,1-26 85 0 0,5 11-64 0 0,1 0 0 0 0,1 0-1 0 0,0 1 1 0 0,0 0 0 0 0,2 1 0 0 0,0 0-1 0 0,0 1 1 0 0,24-23 0 0 0,-4 8-2 0 0,1 2 0 0 0,53-34 0 0 0,-80 56-36 0 0,20-2 1 0 0,-24 6 2 0 0,1 0-1 0 0,0 0 0 0 0,-1 0 0 0 0,1 1 0 0 0,0-1 0 0 0,-1 0 0 0 0,1 1 1 0 0,-1-1-1 0 0,1 0 0 0 0,-1 1 0 0 0,1-1 0 0 0,-1 1 0 0 0,1-1 0 0 0,-1 1 0 0 0,1-1 1 0 0,-1 1-1 0 0,0-1 0 0 0,1 1 0 0 0,-1-1 0 0 0,0 1 0 0 0,1 0 0 0 0,-1-1 1 0 0,0 1-1 0 0,0 0 0 0 0,1-1 0 0 0,-1 1 0 0 0,0 0 0 0 0,0-1 0 0 0,0 1 0 0 0,0 0 1 0 0,0-1-1 0 0,0 1 0 0 0,0 0 0 0 0,-1 0 0 0 0,1 27 12 0 0,0-26-12 0 0,-1 10 1 0 0,0 0 0 0 0,1 1 0 0 0,1-1-1 0 0,0 0 1 0 0,1 0 0 0 0,5 23 0 0 0,-5-31-1 0 0,-1-1 0 0 0,1 1 1 0 0,0-1-1 0 0,0 1 0 0 0,0-1 1 0 0,0 1-1 0 0,0-1 0 0 0,1 0 0 0 0,0 0 1 0 0,-1 0-1 0 0,1 0 0 0 0,0-1 0 0 0,0 1 1 0 0,1-1-1 0 0,-1 0 0 0 0,1 0 0 0 0,-1 0 1 0 0,1 0-1 0 0,-1-1 0 0 0,1 1 0 0 0,0-1 1 0 0,0 0-1 0 0,0 0 0 0 0,0 0 1 0 0,5 0-1 0 0,-3-1 6 0 0,1 0 0 0 0,-1 0 0 0 0,1 0 0 0 0,0-1 0 0 0,-1 0 0 0 0,0-1 0 0 0,1 1 0 0 0,-1-1 0 0 0,0 0 0 0 0,0-1 0 0 0,0 1 0 0 0,0-1 1 0 0,8-6-1 0 0,-11 7-3 0 0,-1 1 1 0 0,0 0-1 0 0,0-1 1 0 0,0 0 0 0 0,0 1-1 0 0,0-1 1 0 0,0 0 0 0 0,0 0-1 0 0,-1 0 1 0 0,1-1 0 0 0,-1 1-1 0 0,1 0 1 0 0,-1 0-1 0 0,0-1 1 0 0,0 1 0 0 0,0-1-1 0 0,0 1 1 0 0,0-1 0 0 0,-1 1-1 0 0,1-1 1 0 0,-1 0 0 0 0,0 1-1 0 0,0-1 1 0 0,1 0-1 0 0,-2 1 1 0 0,1-1 0 0 0,0 0-1 0 0,-1 1 1 0 0,1-1 0 0 0,-1 1-1 0 0,0-1 1 0 0,1 1 0 0 0,-1-1-1 0 0,-3-4 1 0 0,2 5 19 0 0,1-1 0 0 0,-1 0 0 0 0,0 1 0 0 0,-1 0 0 0 0,1-1 0 0 0,0 1 0 0 0,-1 0 0 0 0,1 0-1 0 0,-1 0 1 0 0,0 1 0 0 0,0-1 0 0 0,1 1 0 0 0,-1-1 0 0 0,0 1 0 0 0,0 0 0 0 0,0 0 0 0 0,-1 0 0 0 0,1 1 0 0 0,0-1 0 0 0,0 1 0 0 0,0-1 0 0 0,-1 1 0 0 0,-4 1 0 0 0,-31 7-1277 0 0,37-7 651 0 0,-1 0 1 0 0,1 0-1 0 0,0 1 1 0 0,-1-1 0 0 0,1 1-1 0 0,0-1 1 0 0,0 1 0 0 0,0 0-1 0 0,0 0 1 0 0,-2 2-1 0 0,-1 3-2349 0 0</inkml:trace>
</inkml:ink>
</file>

<file path=ppt/ink/ink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49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370 410 968 0 0,'-5'4'605'0'0,"1"1"0"0"0,0 0 0 0 0,-1 0 1 0 0,2 0-1 0 0,-1 0 0 0 0,0 0 0 0 0,1 1 0 0 0,-4 9 0 0 0,6-13-452 0 0,0 1 0 0 0,0 0 0 0 0,0 0 0 0 0,0 0 0 0 0,0-1 0 0 0,1 1 0 0 0,-1 0 0 0 0,1 0 1 0 0,0 0-1 0 0,0 0 0 0 0,0 0 0 0 0,0 0 0 0 0,1 0 0 0 0,-1-1 0 0 0,1 1 0 0 0,-1 0 0 0 0,1 0 0 0 0,0 0 0 0 0,0-1 0 0 0,2 4 0 0 0,-2-5-103 0 0,-1 0 0 0 0,1 0 0 0 0,0-1 0 0 0,-1 1-1 0 0,1 0 1 0 0,0 0 0 0 0,0 0 0 0 0,0-1 0 0 0,0 1 0 0 0,0 0 0 0 0,0-1-1 0 0,0 1 1 0 0,0-1 0 0 0,0 1 0 0 0,0-1 0 0 0,0 0 0 0 0,0 1-1 0 0,0-1 1 0 0,0 0 0 0 0,0 0 0 0 0,0 0 0 0 0,1 1 0 0 0,-1-1 0 0 0,1-1-1 0 0,2 1 41 0 0,-1-1-1 0 0,0 0 0 0 0,0 0 0 0 0,0 0 0 0 0,0 0 0 0 0,-1 0 0 0 0,1-1 0 0 0,5-3 0 0 0,0 0 135 0 0,0-1-1 0 0,-1-1 0 0 0,1 0 1 0 0,9-12-1 0 0,-10 9-97 0 0,-1 0 0 0 0,-1 0-1 0 0,1-1 1 0 0,-2 1 0 0 0,1-1-1 0 0,-2 0 1 0 0,1-1 0 0 0,-2 1 0 0 0,1-1-1 0 0,-2 1 1 0 0,1-1 0 0 0,-2 1-1 0 0,1-1 1 0 0,-2 0 0 0 0,1 0 0 0 0,-2 1-1 0 0,1-1 1 0 0,-2 1 0 0 0,-3-12-1 0 0,3 10-70 0 0,-1 0 0 0 0,-1 1 0 0 0,0-1 0 0 0,-1 1 0 0 0,0 1 0 0 0,-1-1 0 0 0,0 1 0 0 0,-1 0 0 0 0,0 0 0 0 0,0 1 0 0 0,-1 0 0 0 0,-1 1 0 0 0,0 0 0 0 0,0 0 0 0 0,-1 1 0 0 0,-17-10 0 0 0,9 8 66 0 0,0 2-1 0 0,-1 0 1 0 0,0 1-1 0 0,0 1 1 0 0,0 1 0 0 0,-35-4-1 0 0,47 8-298 0 0,0 1-1 0 0,0 0 1 0 0,0 0-1 0 0,0 1 1 0 0,0 0-1 0 0,1 0 1 0 0,-1 1-1 0 0,0 0 1 0 0,-7 4-1 0 0,10-4-370 0 0,0 0-1 0 0,1 1 1 0 0,0 0-1 0 0,-1-1 1 0 0,1 2 0 0 0,0-1-1 0 0,0 0 1 0 0,1 1-1 0 0,-1 0 1 0 0,1 0 0 0 0,0 0-1 0 0,0 0 1 0 0,0 1-1 0 0,0-1 1 0 0,-1 6 0 0 0,-3 3-3114 0 0</inkml:trace>
</inkml:ink>
</file>

<file path=ppt/ink/ink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0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4 780 0 0,'0'0'3962'0'0,"20"-4"-1437"0"0,-17 10-2203 0 0,-1 1 1 0 0,-1-1-1 0 0,1 0 1 0 0,-1 1-1 0 0,0-1 1 0 0,0 1 0 0 0,-1 12-1 0 0,0-13-216 0 0,0 0 0 0 0,0 1 0 0 0,0-1 0 0 0,1 0 0 0 0,0 0 0 0 0,1 1 0 0 0,-1-1 0 0 0,1 0-1 0 0,4 8 1 0 0,1 4 161 0 0,-7-17-250 0 0,0 0-1 0 0,0 1 1 0 0,0-1-1 0 0,1 0 1 0 0,-1 1-1 0 0,1-1 1 0 0,-1 0 0 0 0,1 1-1 0 0,-1-1 1 0 0,1 0-1 0 0,0 0 1 0 0,-1 0 0 0 0,1 0-1 0 0,0 0 1 0 0,0 0-1 0 0,0 0 1 0 0,0 0 0 0 0,0 0-1 0 0,0 0 1 0 0,0 0-1 0 0,0 0 1 0 0,0-1 0 0 0,1 1-1 0 0,-1 0 1 0 0,2 0-1 0 0,-2-1 32 0 0,3-1-4 0 0,4-3 131 0 0,0-1 0 0 0,0 1 0 0 0,0-2-1 0 0,0 1 1 0 0,-1-1 0 0 0,0 0 0 0 0,0-1-1 0 0,-1 0 1 0 0,0 0 0 0 0,8-11 0 0 0,-13 16-77 0 0,1 2-139 0 0,-1 0 0 0 0,1-1-1 0 0,0 1 1 0 0,-1 0 0 0 0,1 0-1 0 0,-1 0 1 0 0,1 0 0 0 0,0 0 0 0 0,-1 0-1 0 0,1 0 1 0 0,-1 1 0 0 0,1-1-1 0 0,0 0 1 0 0,-1 1 0 0 0,1 0-1 0 0,-1-1 1 0 0,0 1 0 0 0,1 0 0 0 0,-1 0-1 0 0,3 1 1 0 0,22 9-7585 0 0,-15-8 4686 0 0</inkml:trace>
</inkml:ink>
</file>

<file path=ppt/ink/ink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0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1 447 472 0 0,'7'-7'9148'0'0,"-6"12"-9066"0"0,1-1 1 0 0,0 0-1 0 0,1 0 0 0 0,-1 0 0 0 0,1 0 0 0 0,-1-1 0 0 0,1 1 0 0 0,0-1 1 0 0,1 1-1 0 0,-1-1 0 0 0,0 0 0 0 0,1 0 0 0 0,0-1 0 0 0,0 1 1 0 0,0-1-1 0 0,0 0 0 0 0,0 0 0 0 0,0 0 0 0 0,0 0 0 0 0,1-1 1 0 0,-1 0-1 0 0,1 0 0 0 0,-1 0 0 0 0,1 0 0 0 0,-1-1 0 0 0,1 1 1 0 0,-1-1-1 0 0,1 0 0 0 0,0-1 0 0 0,-1 1 0 0 0,1-1 0 0 0,-1 0 0 0 0,1 0 1 0 0,7-4-1 0 0,-3 1-46 0 0,0 0 1 0 0,0-1-1 0 0,-1-1 0 0 0,0 0 1 0 0,0 0-1 0 0,0 0 0 0 0,0-1 1 0 0,-1 0-1 0 0,-1-1 1 0 0,1 1-1 0 0,9-16 0 0 0,-1 0-3 0 0,-2 0 0 0 0,0-1 0 0 0,10-27 1 0 0,-13 29 97 0 0,-2-1 1 0 0,0 0-1 0 0,-2-1 1 0 0,0 0-1 0 0,-2 0 0 0 0,0 0 1 0 0,-2 0-1 0 0,-1-45 1 0 0,-1 68-55 0 0,0-1 1 0 0,0 1-1 0 0,0-1 0 0 0,0 1 1 0 0,0-1-1 0 0,0 1 0 0 0,-1-1 0 0 0,1 1 1 0 0,0-1-1 0 0,-1 1 0 0 0,1 0 1 0 0,-1-1-1 0 0,0 1 0 0 0,1-1 1 0 0,-1 1-1 0 0,0 0 0 0 0,0 0 1 0 0,0 0-1 0 0,0-1 0 0 0,0 1 0 0 0,0 0 1 0 0,-1-1-1 0 0,0 2-6 0 0,1 1-1 0 0,0-1 1 0 0,0 0 0 0 0,0 1 0 0 0,0-1-1 0 0,0 1 1 0 0,0-1 0 0 0,0 1 0 0 0,0 0-1 0 0,0 0 1 0 0,0-1 0 0 0,0 1-1 0 0,1 0 1 0 0,-1 0 0 0 0,0 0 0 0 0,0 0-1 0 0,1 0 1 0 0,-1 0 0 0 0,1 0-1 0 0,-2 2 1 0 0,-5 11 371 0 0,0 0-1 0 0,-9 28 1 0 0,8-7-89 0 0,1 1 0 0 0,2 0 0 0 0,-1 60 0 0 0,4-53-160 0 0,8 139-339 0 0,-4-144-1561 0 0,-4-21-2149 0 0</inkml:trace>
</inkml:ink>
</file>

<file path=ppt/ink/ink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1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1024 0 0,'8'-5'1036'0'0,"3"1"-80"0"0,-2-1-56 0 0,4-2-72 0 0,-4 3-87 0 0,2-2-77 0 0,-1 2-68 0 0,4 0-52 0 0,-1 3-56 0 0,-1-3-88 0 0,-2 3-164 0 0,7 1-660 0 0,-1-4-1484 0 0,-4 3-2581 0 0</inkml:trace>
</inkml:ink>
</file>

<file path=ppt/ink/ink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2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353 9 788 0 0,'-4'-1'338'0'0,"0"-1"1"0"0,0 1-1 0 0,0 0 0 0 0,0 0 0 0 0,0 0 1 0 0,-1 0-1 0 0,1 1 0 0 0,0 0 0 0 0,0 0 1 0 0,-1 0-1 0 0,1 0 0 0 0,0 1 0 0 0,0-1 0 0 0,-7 3 1 0 0,3 0-13 0 0,-1 0 0 0 0,1 0 0 0 0,0 1 0 0 0,0 0-1 0 0,0 1 1 0 0,-11 9 0 0 0,2 0 109 0 0,0 2-1 0 0,1 0 0 0 0,0 1 0 0 0,-22 33 0 0 0,22-26-200 0 0,2 0 0 0 0,1 1 0 0 0,1 0-1 0 0,1 2 1 0 0,1-1 0 0 0,1 1 0 0 0,2 0-1 0 0,1 1 1 0 0,1 0 0 0 0,1 0 0 0 0,1 0 0 0 0,2 0-1 0 0,1 0 1 0 0,1 0 0 0 0,1 0 0 0 0,2 1-1 0 0,1-2 1 0 0,8 31 0 0 0,-4-31-68 0 0,0 1-1 0 0,1-1 1 0 0,2-1-1 0 0,1 0 1 0 0,1 0-1 0 0,22 29 1 0 0,-29-46-332 0 0,0 0 0 0 0,1 0 0 0 0,1-1 0 0 0,-1 0 0 0 0,1-1 0 0 0,0 1 0 0 0,1-2 0 0 0,0 1 1 0 0,0-2-1 0 0,1 1 0 0 0,-1-1 0 0 0,1-1 0 0 0,0 0 0 0 0,0 0 0 0 0,0-1 0 0 0,1-1 0 0 0,-1 0 0 0 0,19 1 1 0 0,-29-3 107 0 0,6 1-923 0 0,-1-1 1 0 0,1 0-1 0 0,-1 0 0 0 0,1-1 1 0 0,-1 0-1 0 0,8-1 1 0 0,3-5-2305 0 0</inkml:trace>
</inkml:ink>
</file>

<file path=ppt/ink/ink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2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92 272 0 0,'0'0'1707'0'0,"0"1"-1641"0"0,0-1 1 0 0,0 0-1 0 0,0 0 1 0 0,0 0-1 0 0,0 0 1 0 0,1 0-1 0 0,-1 0 1 0 0,0 0-1 0 0,0 0 1 0 0,0 0-1 0 0,0 0 0 0 0,0 0 1 0 0,0 0-1 0 0,1 0 1 0 0,-1 0-1 0 0,0 0 1 0 0,0 0-1 0 0,0 0 1 0 0,0 0-1 0 0,0 0 1 0 0,1 0-1 0 0,-1 0 1 0 0,0 0-1 0 0,0 0 1 0 0,0 0-1 0 0,0 0 0 0 0,0 0 1 0 0,1 0-1 0 0,-1 0 1 0 0,0 0-1 0 0,0 0 1 0 0,0 0-1 0 0,0 0 1 0 0,0 0-1 0 0,0 0 1 0 0,0-1-1 0 0,1 1 1 0 0,-1 0-1 0 0,0 0 1 0 0,0 0-1 0 0,0 0 0 0 0,0 0 1 0 0,0 0-1 0 0,0-1 1 0 0,0 1-1 0 0,0 0 1 0 0,0 0-1 0 0,0 0 1 0 0,0 0-1 0 0,0 0 1 0 0,0 0-1 0 0,0-1 1 0 0,0 1-1 0 0,0 0 1 0 0,8 46 1712 0 0,23 74 0 0 0,-26-106-1571 0 0,0-1 0 0 0,0 1 0 0 0,1-1-1 0 0,1 0 1 0 0,0-1 0 0 0,1 1-1 0 0,1-2 1 0 0,-1 1 0 0 0,22 20-1 0 0,-30-32-162 0 0,1 1-1 0 0,0 0 1 0 0,0-1-1 0 0,0 1 1 0 0,0-1-1 0 0,0 1 0 0 0,0-1 1 0 0,0 1-1 0 0,0-1 1 0 0,0 1-1 0 0,0-1 1 0 0,0 0-1 0 0,0 0 1 0 0,0 0-1 0 0,0 0 0 0 0,1 1 1 0 0,-1-1-1 0 0,0-1 1 0 0,0 1-1 0 0,0 0 1 0 0,0 0-1 0 0,0 0 0 0 0,0-1 1 0 0,2 0-1 0 0,24-20 539 0 0,7-34-43 0 0,-9-3 50 0 0,34-120-1 0 0,-38 108-308 0 0,-21 69-304 0 0,0 0 0 0 0,0 0 1 0 0,1 0-1 0 0,-1-1 0 0 0,0 1 0 0 0,1 0 0 0 0,-1 0 0 0 0,1 0 0 0 0,-1 0 1 0 0,1 0-1 0 0,-1 0 0 0 0,1 0 0 0 0,0 0 0 0 0,0 0 0 0 0,-1 1 1 0 0,1-1-1 0 0,0 0 0 0 0,0 0 0 0 0,0 1 0 0 0,0-1 0 0 0,0 0 0 0 0,0 1 1 0 0,0-1-1 0 0,0 1 0 0 0,0-1 0 0 0,0 1 0 0 0,0 0 0 0 0,0 0 1 0 0,1-1-1 0 0,-1 1 0 0 0,0 0 0 0 0,0 0 0 0 0,0 0 0 0 0,0 0 1 0 0,1 0-1 0 0,-1 0 0 0 0,0 0 0 0 0,0 1 0 0 0,0-1 0 0 0,0 0 0 0 0,0 1 1 0 0,0-1-1 0 0,0 0 0 0 0,0 1 0 0 0,0 0 0 0 0,0-1 0 0 0,2 2 1 0 0,1 1-743 0 0,0 0 0 0 0,1 0 0 0 0,-1 0 0 0 0,0 1 0 0 0,-1 0 0 0 0,1 0 0 0 0,-1 0 0 0 0,0 0 1 0 0,0 1-1 0 0,3 5 0 0 0,-1 1-2305 0 0</inkml:trace>
</inkml:ink>
</file>

<file path=ppt/ink/ink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3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1 304 0 0,'11'29'4014'0'0,"-4"8"-1922"0"0,-2-8-208 0 0,3 45-1 0 0,-8-66-1825 0 0,0 1 0 0 0,0 0 0 0 0,-1 0 0 0 0,0-1-1 0 0,-1 1 1 0 0,0-1 0 0 0,0 1 0 0 0,-1-1 0 0 0,-6 15 0 0 0,-10 0-5836 0 0,9-16 2976 0 0</inkml:trace>
</inkml:ink>
</file>

<file path=ppt/ink/ink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3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0 676 0 0,'0'0'6195'0'0,"-2"1"-5982"0"0,1 0 0 0 0,-1-1 0 0 0,1 1 0 0 0,0 0 0 0 0,-1 0 0 0 0,1 0 0 0 0,0 0 0 0 0,0 0 0 0 0,-1 1 0 0 0,1-1 0 0 0,0 0 0 0 0,-1 3 0 0 0,-6 64 1945 0 0,3-32-945 0 0,0 70 0 0 0,10-82-771 0 0,7-18-144 0 0,-9-7-283 0 0,0 0 1 0 0,0 0-1 0 0,0-1 0 0 0,0 1 1 0 0,0-1-1 0 0,0 1 0 0 0,-1-1 1 0 0,1 0-1 0 0,-1 0 0 0 0,3-3 1 0 0,36-32 100 0 0,-32 27-101 0 0,1 0 1 0 0,1 1-1 0 0,0 0 0 0 0,0 1 1 0 0,0 0-1 0 0,26-12 1 0 0,-34 19-16 0 0,0 0 0 0 0,0 1 0 0 0,1-1 0 0 0,-1 1 0 0 0,0 0 0 0 0,1 0-1 0 0,-1 0 1 0 0,0 1 0 0 0,0-1 0 0 0,1 1 0 0 0,-1-1 0 0 0,0 1 0 0 0,0 0 0 0 0,0 1 0 0 0,3 0 0 0 0,48 28-12 0 0,-36-19 23 0 0,-9-6 1 0 0,0 0 1 0 0,0-1-1 0 0,0 0 1 0 0,0-1-1 0 0,1 0 1 0 0,-1 0-1 0 0,1-1 1 0 0,17 2-1 0 0,-24-4 6 0 0,-1 0 0 0 0,0 0-1 0 0,1-1 1 0 0,-1 1 0 0 0,1 0 0 0 0,-1-1-1 0 0,0 0 1 0 0,1 1 0 0 0,-1-1 0 0 0,0 0 0 0 0,0 0-1 0 0,1 0 1 0 0,-1-1 0 0 0,0 1 0 0 0,0 0-1 0 0,3-3 1 0 0,-3 1 15 0 0,0 0 1 0 0,-1 1-1 0 0,1-1 1 0 0,0 0-1 0 0,-1 0 0 0 0,0 0 1 0 0,0 0-1 0 0,0 0 0 0 0,0 0 1 0 0,0 0-1 0 0,0-1 0 0 0,-1 1 1 0 0,1 0-1 0 0,-1 0 0 0 0,0-7 1 0 0,-2-105 640 0 0,2 113-789 0 0,-1-7-294 0 0</inkml:trace>
</inkml:ink>
</file>

<file path=ppt/ink/ink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4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1 952 0 0,'3'1'227'0'0,"1"-1"0"0"0,-1 1 0 0 0,1 0 0 0 0,-1 0 0 0 0,1 1 0 0 0,-1-1 0 0 0,0 1 0 0 0,0-1 0 0 0,0 1 0 0 0,0 0 0 0 0,0 0 0 0 0,0 0 0 0 0,0 1 0 0 0,-1-1-1 0 0,1 1 1 0 0,-1 0 0 0 0,0-1 0 0 0,1 1 0 0 0,-1 0 0 0 0,-1 0 0 0 0,1 0 0 0 0,0 1 0 0 0,1 3 0 0 0,4 8 376 0 0,-1 1 0 0 0,0 0 0 0 0,5 24 0 0 0,-8-20-259 0 0,0 0-1 0 0,-1 1 1 0 0,-1-1-1 0 0,-3 36 0 0 0,-15 85 913 0 0,7-78-738 0 0,2-8-66 0 0,-2-1 1 0 0,-2 0 0 0 0,-3-1-1 0 0,-22 52 1 0 0,27-81-128 0 0,-1-1 0 0 0,-1 1-1 0 0,-1-2 1 0 0,-1 0 0 0 0,0-1-1 0 0,-2 0 1 0 0,-1-1 0 0 0,0-1 0 0 0,-2-1-1 0 0,-36 30 1 0 0,14-29 1269 0 0,39-19-1439 0 0,-14 2 376 0 0,8-1-689 0 0,6 0-469 0 0,-17-16-7642 0 0</inkml:trace>
</inkml:ink>
</file>

<file path=ppt/ink/ink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4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49 404 0 0,'0'0'6527'0'0,"4"-3"-5780"0"0,3-2-383 0 0,2 0-1 0 0,-1 0 1 0 0,0 0-1 0 0,1 1 1 0 0,0 1-1 0 0,0 0 1 0 0,0 0-1 0 0,0 0 1 0 0,0 1-1 0 0,10-1 1 0 0,16 0-387 0 0,49 1 0 0 0,-58 3-1062 0 0,-14 3-4126 0 0</inkml:trace>
</inkml:ink>
</file>

<file path=ppt/ink/ink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4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37 628 0 0,'6'11'2592'0'0,"10"-11"-556"0"0,10-10-1487 0 0,-13 7-53 0 0,2-2-48 0 0,3 4-80 0 0,1-3-244 0 0,0-1-260 0 0,5-1-372 0 0,-8 1-596 0 0,4 2-1189 0 0,7-2 533 0 0</inkml:trace>
</inkml:ink>
</file>

<file path=ppt/ink/ink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6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70 708 0 0,'0'-8'949'0'0,"1"1"1"0"0,0-1-1 0 0,0 1 0 0 0,0 0 1 0 0,1-1-1 0 0,0 1 0 0 0,5-10 1860 0 0,12 36-2127 0 0,-12-8-520 0 0,-1 0 0 0 0,-1 0 1 0 0,1 0-1 0 0,-2 1 0 0 0,0 0 1 0 0,0 0-1 0 0,3 19 1 0 0,7 22 166 0 0,-4-23-159 0 0,1 0 1 0 0,1 0-1 0 0,2-1 0 0 0,1 0 1 0 0,2-1-1 0 0,25 33 1 0 0,-42-60-127 0 0,1 0 1 0 0,0-1 0 0 0,-1 1 0 0 0,1 0-1 0 0,0 0 1 0 0,0-1 0 0 0,-1 1-1 0 0,1 0 1 0 0,0-1 0 0 0,0 1 0 0 0,0-1-1 0 0,0 1 1 0 0,0-1 0 0 0,0 1 0 0 0,0-1-1 0 0,0 0 1 0 0,0 1 0 0 0,0-1-1 0 0,0 0 1 0 0,0 0 0 0 0,1 0 0 0 0,-1 0-1 0 0,0 0 1 0 0,0 0 0 0 0,0 0 0 0 0,0 0-1 0 0,0 0 1 0 0,0-1 0 0 0,0 1 0 0 0,2-1-1 0 0,0-1 6 0 0,0 0-1 0 0,-1 0 0 0 0,1 0 0 0 0,-1 0 1 0 0,1-1-1 0 0,-1 1 0 0 0,0-1 0 0 0,0 0 1 0 0,0 1-1 0 0,2-6 0 0 0,4-7 72 0 0,-1-1 1 0 0,0-1-1 0 0,5-19 0 0 0,64-219 498 0 0,-76 253-686 0 0,1 0 1 0 0,-1 1-1 0 0,1-1 0 0 0,-1 1 1 0 0,1-1-1 0 0,0 0 0 0 0,0 1 1 0 0,0-1-1 0 0,0 1 0 0 0,0 0 1 0 0,0-1-1 0 0,1 1 1 0 0,-1 0-1 0 0,0 0 0 0 0,0 0 1 0 0,1 0-1 0 0,-1 0 0 0 0,1 0 1 0 0,-1 0-1 0 0,1 0 0 0 0,1 0 1 0 0,-1 0-662 0 0,1 3-210 0 0,2-1 263 0 0,7 2 188 0 0,-2 5-5697 0 0,2 3 2685 0 0</inkml:trace>
</inkml:ink>
</file>

<file path=ppt/ink/ink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6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11541 0 0,'0'0'581'0'0,"2"-4"-227"0"0,1-7 538 0 0,0-1 0 0 0,-1 1 0 0 0,0-1 0 0 0,-1 0 0 0 0,0 0 0 0 0,-2-12 0 0 0,2 23-883 0 0,-1 0 1 0 0,0 0-1 0 0,1 0 0 0 0,-1 0 0 0 0,1 0 0 0 0,-1 0 0 0 0,1 0 0 0 0,0 0 0 0 0,-1 0 0 0 0,1 1 0 0 0,0-1 1 0 0,0 0-1 0 0,-1 0 0 0 0,1 1 0 0 0,0-1 0 0 0,0 0 0 0 0,0 1 0 0 0,0-1 0 0 0,0 1 0 0 0,0 0 1 0 0,0-1-1 0 0,0 1 0 0 0,0 0 0 0 0,0-1 0 0 0,0 1 0 0 0,0 0 0 0 0,0 0 0 0 0,0 0 0 0 0,0 0 0 0 0,0 0 1 0 0,0 0-1 0 0,0 0 0 0 0,0 0 0 0 0,0 1 0 0 0,0-1 0 0 0,0 0 0 0 0,0 0 0 0 0,0 1 0 0 0,0-1 0 0 0,0 1 1 0 0,0-1-1 0 0,1 2 0 0 0,24 10-3000 0 0,-11 1-6167 0 0</inkml:trace>
</inkml:ink>
</file>

<file path=ppt/ink/ink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6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53 308 0 0,'6'3'8238'0'0,"-6"-4"-8089"0"0,0 31 2895 0 0,-9 53-2734 0 0,7-65 756 0 0,1-12-949 0 0,1 1 0 0 0,-1-1 0 0 0,2 0 0 0 0,-1 0 0 0 0,1 1 0 0 0,0-1 0 0 0,0 0 0 0 0,1 0 0 0 0,0 0 0 0 0,0 0 0 0 0,5 10 0 0 0,-6-15-104 0 0,0 0-1 0 0,0 0 1 0 0,0 0-1 0 0,0-1 1 0 0,0 1-1 0 0,0 0 1 0 0,0-1-1 0 0,0 1 1 0 0,0-1 0 0 0,0 1-1 0 0,1-1 1 0 0,-1 0-1 0 0,0 1 1 0 0,0-1-1 0 0,1 0 1 0 0,-1 0-1 0 0,0 0 1 0 0,0 0-1 0 0,1 0 1 0 0,-1 0-1 0 0,0 0 1 0 0,0 0-1 0 0,1 0 1 0 0,-1-1-1 0 0,0 1 1 0 0,0 0-1 0 0,0-1 1 0 0,1 1-1 0 0,-1-1 1 0 0,0 0-1 0 0,2-1 1 0 0,41-23 151 0 0,-37 21-124 0 0,12-10 23 0 0,-16 11-60 0 0,0 0 1 0 0,0 1-1 0 0,1-1 1 0 0,-1 1-1 0 0,1 0 1 0 0,0 0-1 0 0,0 0 1 0 0,-1 1 0 0 0,9-3-1 0 0,-7 3 1 0 0,-1 1 0 0 0,1 0 0 0 0,0 0 0 0 0,0 0 0 0 0,-1 0 0 0 0,1 1 0 0 0,0-1 0 0 0,-1 1 0 0 0,1 0 1 0 0,-1 1-1 0 0,1-1 0 0 0,-1 1 0 0 0,0 0 0 0 0,0 0 0 0 0,1 0 0 0 0,-2 1 0 0 0,1 0 0 0 0,0-1 0 0 0,4 6 0 0 0,15 7-18 0 0,-16-11 18 0 0,-1-1 0 0 0,1 0-1 0 0,0 0 1 0 0,0-1 0 0 0,0 1 0 0 0,1-2 0 0 0,-1 1 0 0 0,0-1 0 0 0,1 0 0 0 0,-1 0 0 0 0,1-1-1 0 0,14-1 1 0 0,-18 0 5 0 0,0-1 0 0 0,1 1 0 0 0,-1-1 0 0 0,0 1-1 0 0,0-1 1 0 0,0 0 0 0 0,0-1 0 0 0,0 1 0 0 0,-1-1-1 0 0,1 0 1 0 0,-1 0 0 0 0,0 0 0 0 0,0 0 0 0 0,0 0-1 0 0,0-1 1 0 0,0 1 0 0 0,-1-1 0 0 0,1 0 0 0 0,-1 0 0 0 0,0 0-1 0 0,0 0 1 0 0,0 0 0 0 0,1-5 0 0 0,0-7 188 0 0,0 0 1 0 0,-2 1 0 0 0,1-1-1 0 0,-2 0 1 0 0,0 0 0 0 0,-1 0 0 0 0,0 0-1 0 0,-1 1 1 0 0,-9-31 0 0 0,11 45-114 0 0,-1-2-367 0 0,1-3 1362 0 0,-2 36-16455 0 0</inkml:trace>
</inkml:ink>
</file>

<file path=ppt/ink/ink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8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70 932 0 0,'0'0'3196'0'0,"-7"-11"3309"0"0,14 5-6256 0 0,0 0-1 0 0,0 1 1 0 0,0 0 0 0 0,1 0-1 0 0,-1 1 1 0 0,1 0 0 0 0,0 0-1 0 0,0 1 1 0 0,0 0 0 0 0,1 0-1 0 0,-1 1 1 0 0,1 0 0 0 0,15-1-1 0 0,-1 1-931 0 0,-1 1 0 0 0,0 1 0 0 0,0 1 0 0 0,32 5 0 0 0,-41 1-4608 0 0,-5-2 2251 0 0</inkml:trace>
</inkml:ink>
</file>

<file path=ppt/ink/ink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8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23 608 0 0,'0'0'1517'0'0,"1"2"-1038"0"0,-1-1 0 0 0,1 1 0 0 0,0-1 0 0 0,0 1 1 0 0,0-1-1 0 0,0 0 0 0 0,0 1 0 0 0,0-1 0 0 0,0 0 0 0 0,0 1 0 0 0,1-1 1 0 0,-1 0-1 0 0,3 2 0 0 0,98-18 966 0 0,-28 4-2694 0 0,0-1-3567 0 0,-47 6 2447 0 0</inkml:trace>
</inkml:ink>
</file>

<file path=ppt/ink/ink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8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13 936 0 0,'-10'-5'1400'0'0,"-1"-2"3853"0"0,22 7-1021 0 0,19 1-4785 0 0,419 6 2502 0 0,-432-6-2109 0 0,0 1-1 0 0,-1 1 0 0 0,1 0 1 0 0,-1 1-1 0 0,17 6 1 0 0,-31-3-1105 0 0,-33 11-7396 0 0</inkml:trace>
</inkml:ink>
</file>

<file path=ppt/ink/ink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9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42 368 0 0,'79'-17'3076'0'0,"-54"10"-2501"0"0,0 1 1 0 0,0 2 0 0 0,1 0-1 0 0,0 2 1 0 0,-1 0 0 0 0,43 4-1 0 0,-43 2-185 0 0,-1 0 0 0 0,45 14 0 0 0,-61-15-312 0 0,-1-1 0 0 0,0 1-1 0 0,0 1 1 0 0,0-1 0 0 0,0 1-1 0 0,0 0 1 0 0,-1 1 0 0 0,0 0-1 0 0,0 0 1 0 0,0 0 0 0 0,0 1 0 0 0,-1 0-1 0 0,5 7 1 0 0,-8-9-46 0 0,0 1 0 0 0,0 0 0 0 0,-1 0 0 0 0,0 0 0 0 0,0 0 0 0 0,0 0 0 0 0,0 0 0 0 0,-1 0 0 0 0,0 0 0 0 0,0 0 0 0 0,0 0 0 0 0,-1 1 0 0 0,0-1 0 0 0,0 0 0 0 0,0 0 0 0 0,0 0 0 0 0,-1-1 0 0 0,0 1 0 0 0,0 0 0 0 0,-5 7-1 0 0,-1 4 19 0 0,-2 0 0 0 0,0 0 0 0 0,0-1 0 0 0,-18 20 0 0 0,-68 61 155 0 0,-124 98 0 0 0,191-167-91 0 0,0 0-1 0 0,1 2 0 0 0,2 1 1 0 0,2 1-1 0 0,-28 44 0 0 0,46-63-65 0 0,0-1-1 0 0,1 1 0 0 0,0 1 0 0 0,1-1 0 0 0,0 0 0 0 0,1 1 0 0 0,1 0 1 0 0,0 0-1 0 0,0 0 0 0 0,1 15 0 0 0,1-27-42 0 0,0 0 1 0 0,1 0-1 0 0,-1 0 1 0 0,0 0-1 0 0,1 0 0 0 0,-1 0 1 0 0,1 0-1 0 0,-1 0 0 0 0,1 0 1 0 0,-1 0-1 0 0,1 0 0 0 0,0-1 1 0 0,-1 1-1 0 0,1 0 1 0 0,0 0-1 0 0,0-1 0 0 0,0 1 1 0 0,-1 0-1 0 0,1-1 0 0 0,0 1 1 0 0,0-1-1 0 0,0 1 0 0 0,0-1 1 0 0,0 0-1 0 0,0 1 1 0 0,0-1-1 0 0,0 0 0 0 0,0 0 1 0 0,2 1-1 0 0,33 3 111 0 0,-33-4-111 0 0,351 2 485 0 0,3 1-98 0 0,46-1 355 0 0,-205-4 151 0 0,-145 3-45 0 0,-51 0-589 0 0,15-3 956 0 0,-9 1-1695 0 0,-57-1-9376 0 0,26 2 5866 0 0</inkml:trace>
</inkml:ink>
</file>

<file path=ppt/ink/ink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0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11 122 1092 0 0,'-8'-63'7889'0'0,"6"35"-4956"0"0,2 27-2822 0 0,-1 0-1 0 0,1 0 1 0 0,0 0-1 0 0,0 0 1 0 0,0 0-1 0 0,0-1 1 0 0,0 1-1 0 0,0 0 1 0 0,0 0-1 0 0,1 0 1 0 0,-1 0-1 0 0,0 0 0 0 0,0 0 1 0 0,1 0-1 0 0,-1 0 1 0 0,1 0-1 0 0,-1 0 1 0 0,1 0-1 0 0,-1 0 1 0 0,1 0-1 0 0,0 0 1 0 0,-1 0-1 0 0,1 1 1 0 0,0-1-1 0 0,0 0 0 0 0,0 0 1 0 0,0 1-1 0 0,-1-1 1 0 0,1 0-1 0 0,0 1 1 0 0,2-1-1 0 0,13 2-2416 0 0,0 13-4479 0 0,-9-5 3207 0 0</inkml:trace>
</inkml:ink>
</file>

<file path=ppt/ink/ink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2:59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20 16 0 0,'0'0'1189'0'0,"16"-19"12980"0"0,-76 166-12477 0 0,59-144-1665 0 0,0 0 0 0 0,0-1 0 0 0,1 1 0 0 0,-1 0 0 0 0,1 0 0 0 0,0 0 0 0 0,-1 0 0 0 0,1 0 1 0 0,0 0-1 0 0,1 0 0 0 0,-1 0 0 0 0,1 0 0 0 0,-1 0 0 0 0,1 0 0 0 0,0 0 0 0 0,0 0 0 0 0,0-1 0 0 0,0 1 0 0 0,1 0 0 0 0,-1 0 0 0 0,1-1 0 0 0,-1 1 0 0 0,1-1 0 0 0,0 0 0 0 0,0 0 0 0 0,0 1 0 0 0,4 2 0 0 0,-1-2-268 0 0,1 0 0 0 0,-1 0 0 0 0,0 0-1 0 0,1-1 1 0 0,-1 0 0 0 0,1 0 0 0 0,0-1 0 0 0,0 1 0 0 0,0-1-1 0 0,-1 0 1 0 0,1-1 0 0 0,9 1 0 0 0,-14-1-69 0 0,0-1-1 0 0,0 1 1 0 0,1 0 0 0 0,-1 0-1 0 0,0 0 1 0 0,0-1-1 0 0,0 1 1 0 0,0-1 0 0 0,0 1-1 0 0,0-1 1 0 0,1 1-1 0 0,-1-1 1 0 0,0 0 0 0 0,0 1-1 0 0,-1-1 1 0 0,1 0 0 0 0,0 0-1 0 0,1-1 1 0 0,1 0-1691 0 0,4-4-1817 0 0</inkml:trace>
</inkml:ink>
</file>

<file path=ppt/ink/ink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1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22 944 0 0,'-9'-3'17683'0'0,"28"0"-17644"0"0,92-12 921 0 0,-98 15-1688 0 0,1-1 1 0 0,-1 2-1 0 0,21 2 1 0 0,-28-2-544 0 0,4 1-367 0 0,4 5-9265 0 0</inkml:trace>
</inkml:ink>
</file>

<file path=ppt/ink/ink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1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36 148 0 0,'-1'6'8561'0'0,"43"-10"-6992"0"0,64-9-501 0 0,-39-6-7717 0 0,-52 13 4004 0 0</inkml:trace>
</inkml:ink>
</file>

<file path=ppt/ink/ink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1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1 968 0 0,'5'-1'7521'0'0,"-4"11"-2999"0"0,-8 30-1554 0 0,-17 50-1861 0 0,7-21 103 0 0,-4 15-3360 0 0,16-78 634 0 0</inkml:trace>
</inkml:ink>
</file>

<file path=ppt/ink/ink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2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159 159 544 0 0,'-26'-102'8068'0'0,"25"100"-7559"0"0,1 1-346 0 0,0 0 0 0 0,0 0 0 0 0,-1 0 0 0 0,1 0-1 0 0,0 0 1 0 0,-1 1 0 0 0,1-1 0 0 0,0 0 0 0 0,-1 0 0 0 0,1 0 0 0 0,-1 1 0 0 0,1-1 0 0 0,-1 0 0 0 0,0 1 0 0 0,1-1 0 0 0,-1 0 0 0 0,0 1 0 0 0,1-1 0 0 0,-1 1-1 0 0,0-1 1 0 0,0 1 0 0 0,1-1 0 0 0,-2 1 0 0 0,-8 12-22 0 0,2 0 1 0 0,-1 0-1 0 0,1 1 0 0 0,1 1 0 0 0,1-1 1 0 0,-7 20-1 0 0,-26 96 385 0 0,23-68-253 0 0,13-44 18 0 0,14-29-169 0 0,25-50-115 0 0,-19 32 33 0 0,50-68-104 0 0,-66 97 63 0 0,-1 0-1 0 0,1 0 0 0 0,0 0 0 0 0,-1 0 0 0 0,1 1 0 0 0,0-1 1 0 0,-1 0-1 0 0,1 1 0 0 0,0-1 0 0 0,0 0 0 0 0,0 1 1 0 0,0-1-1 0 0,-1 1 0 0 0,1-1 0 0 0,0 1 0 0 0,0 0 0 0 0,0-1 1 0 0,0 1-1 0 0,0 0 0 0 0,0 0 0 0 0,0 0 0 0 0,0 0 1 0 0,0-1-1 0 0,0 1 0 0 0,0 1 0 0 0,0-1 0 0 0,0 0 0 0 0,0 0 1 0 0,0 0-1 0 0,0 0 0 0 0,0 1 0 0 0,0-1 0 0 0,0 0 1 0 0,0 1-1 0 0,0-1 0 0 0,0 1 0 0 0,0-1 0 0 0,0 1 0 0 0,0 0 1 0 0,-1-1-1 0 0,1 1 0 0 0,1 1 0 0 0,30 31-22 0 0,-13-8 12 0 0,2-1 0 0 0,37 36 0 0 0,-47-50 23 0 0,1-1-1 0 0,-1 0 1 0 0,1-1 0 0 0,1 0-1 0 0,0-1 1 0 0,0 0-1 0 0,25 9 1 0 0,-35-15-8 0 0,0 0 0 0 0,0-1 1 0 0,-1 1-1 0 0,1 0 0 0 0,0-1 0 0 0,0 0 0 0 0,0 0 0 0 0,0 0 1 0 0,0 0-1 0 0,-1 0 0 0 0,1-1 0 0 0,0 1 0 0 0,0-1 0 0 0,0 0 1 0 0,-1 1-1 0 0,1-1 0 0 0,0-1 0 0 0,-1 1 0 0 0,1 0 0 0 0,-1-1 1 0 0,4-1-1 0 0,-2-1 1 0 0,-1 0 0 0 0,0 1 1 0 0,1-1-1 0 0,-1-1 1 0 0,-1 1-1 0 0,1 0 0 0 0,0-1 1 0 0,-1 1-1 0 0,0-1 0 0 0,0 1 1 0 0,1-7-1 0 0,2-11 7 0 0,-1 1 0 0 0,-1-1-1 0 0,0 0 1 0 0,-2-31 0 0 0,-3-102-177 0 0,2 153 66 0 0,1 9-3536 0 0,1 0 3041 0 0,1 13-602 0 0,0 2-2684 0 0,-1-12 638 0 0</inkml:trace>
</inkml:ink>
</file>

<file path=ppt/ink/ink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4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7 201 732 0 0,'-2'-33'3409'0'0,"0"21"-1695"0"0,1 1 0 0 0,0-1 0 0 0,1-18 0 0 0,0 28-709 0 0,2 9-812 0 0,14 36 40 0 0,2-2-1 0 0,1 0 0 0 0,2 0 1 0 0,32 43-1 0 0,-53-84-215 0 0,0 1-1 0 0,0-1 0 0 0,1 1 0 0 0,-1-1 1 0 0,0 1-1 0 0,1-1 0 0 0,-1 1 0 0 0,1-1 1 0 0,-1 1-1 0 0,0-1 0 0 0,1 1 1 0 0,-1-1-1 0 0,1 0 0 0 0,-1 1 0 0 0,1-1 1 0 0,-1 0-1 0 0,1 0 0 0 0,0 1 1 0 0,-1-1-1 0 0,1 0 0 0 0,-1 0 0 0 0,1 0 1 0 0,0 0-1 0 0,-1 0 0 0 0,1 0 1 0 0,-1 0-1 0 0,1 0 0 0 0,0 0 0 0 0,-1 0 1 0 0,2 0-1 0 0,14-14 297 0 0,6-26 95 0 0,-2-13-53 0 0,-2-2 0 0 0,20-104-1 0 0,-21 115-1225 0 0,8 65-1455 0 0,-9 5-4464 0 0,-12-18 3606 0 0</inkml:trace>
</inkml:ink>
</file>

<file path=ppt/ink/ink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5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0 236 0 0,'-37'32'5036'0'0,"34"-30"-4916"0"0,1 1 0 0 0,-1-1 0 0 0,1 1 1 0 0,-1-1-1 0 0,1 1 0 0 0,0 0 0 0 0,0 0 0 0 0,1 0 1 0 0,-1 0-1 0 0,0 0 0 0 0,1 0 0 0 0,0 1 0 0 0,0-1 0 0 0,0 0 1 0 0,0 1-1 0 0,0-1 0 0 0,1 1 0 0 0,-1-1 0 0 0,1 1 1 0 0,0-1-1 0 0,0 1 0 0 0,0-1 0 0 0,1 1 0 0 0,-1-1 1 0 0,1 1-1 0 0,0-1 0 0 0,0 0 0 0 0,0 1 0 0 0,0-1 1 0 0,1 0-1 0 0,-1 0 0 0 0,1 0 0 0 0,0 0 0 0 0,0 0 0 0 0,0 0 1 0 0,0 0-1 0 0,1-1 0 0 0,-1 1 0 0 0,1-1 0 0 0,-1 1 1 0 0,1-1-1 0 0,0 0 0 0 0,0 0 0 0 0,0 0 0 0 0,0-1 1 0 0,0 1-1 0 0,0-1 0 0 0,0 0 0 0 0,1 0 0 0 0,-1 0 1 0 0,5 1-1 0 0,1 0-95 0 0,-1-1 1 0 0,1 0 0 0 0,0-1-1 0 0,0 0 1 0 0,10-1-1 0 0,11-10-1822 0 0,-27 10 1308 0 0,-1-1-1 0 0,0 1 0 0 0,1-1 1 0 0,-1 0-1 0 0,0 0 1 0 0,0 0-1 0 0,0-1 0 0 0,-1 1 1 0 0,1 0-1 0 0,1-3 0 0 0,3-9-2038 0 0</inkml:trace>
</inkml:ink>
</file>

<file path=ppt/ink/ink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5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42 576 0 0,'-9'-37'7177'0'0,"15"33"-6940"0"0,1 5-4697 0 0,13 10 2470 0 0</inkml:trace>
</inkml:ink>
</file>

<file path=ppt/ink/ink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5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56 680 0 0,'0'0'5413'0'0,"-4"4"-4825"0"0,0 1-374 0 0,0 0 0 0 0,1 0 0 0 0,0 1 0 0 0,0-1 1 0 0,0 1-1 0 0,1-1 0 0 0,-1 1 0 0 0,2 0 0 0 0,-1 0 1 0 0,0 0-1 0 0,1 0 0 0 0,0 8 0 0 0,-3 84 1963 0 0,5-67-1428 0 0,-1-31-743 0 0,0 1-1 0 0,0-1 1 0 0,0 0-1 0 0,0 1 0 0 0,0-1 1 0 0,1 0-1 0 0,-1 0 1 0 0,0 1-1 0 0,0-1 1 0 0,0 0-1 0 0,0 1 1 0 0,1-1-1 0 0,-1 0 1 0 0,0 0-1 0 0,0 1 1 0 0,1-1-1 0 0,-1 0 1 0 0,0 0-1 0 0,0 0 0 0 0,1 0 1 0 0,-1 1-1 0 0,0-1 1 0 0,1 0-1 0 0,-1 0 1 0 0,0 0-1 0 0,0 0 1 0 0,1 0-1 0 0,-1 0 1 0 0,0 0-1 0 0,1 0 1 0 0,-1 0-1 0 0,0 0 0 0 0,1 0 1 0 0,-1 0-1 0 0,0 0 1 0 0,1 0-1 0 0,-1 0 1 0 0,0 0-1 0 0,1 0 1 0 0,-1 0-1 0 0,0 0 1 0 0,1 0-1 0 0,-1 0 1 0 0,0-1-1 0 0,0 1 1 0 0,1 0-1 0 0,-1-1 0 0 0,15-5 73 0 0,-14 5-82 0 0,39-25 179 0 0,-35 21-165 0 0,0 1 0 0 0,0 0-1 0 0,0 1 1 0 0,1 0-1 0 0,-1-1 1 0 0,1 2 0 0 0,0-1-1 0 0,0 1 1 0 0,0 0 0 0 0,0 0-1 0 0,11-2 1 0 0,-12 5-10 0 0,-1 0 0 0 0,0 0 0 0 0,0 0 1 0 0,0 1-1 0 0,-1 0 0 0 0,1-1 0 0 0,0 1 0 0 0,0 1 1 0 0,-1-1-1 0 0,5 4 0 0 0,19 11 15 0 0,-22-15-10 0 0,1 1 1 0 0,0-1-1 0 0,-1 0 1 0 0,1-1-1 0 0,0 1 1 0 0,0-1 0 0 0,0 0-1 0 0,0-1 1 0 0,0 0-1 0 0,0 1 1 0 0,0-2 0 0 0,0 1-1 0 0,0-1 1 0 0,11-2-1 0 0,-13 1 38 0 0,0 0 0 0 0,0 1 0 0 0,0-2 0 0 0,0 1 0 0 0,0 0 0 0 0,0-1 0 0 0,-1 1 0 0 0,1-1 0 0 0,-1 0 0 0 0,0 0 0 0 0,0-1 0 0 0,0 1 0 0 0,0-1 0 0 0,0 1 0 0 0,-1-1 0 0 0,0 0 0 0 0,0 0 0 0 0,0 0 0 0 0,0 0 0 0 0,2-8 0 0 0,-1 3 70 0 0,-1 0 0 0 0,-1-1 0 0 0,1 1-1 0 0,-1-1 1 0 0,-1 1 0 0 0,0-1 0 0 0,0 0 0 0 0,-1 1 0 0 0,0-1 0 0 0,0 0 0 0 0,-1 1 0 0 0,-1 0 0 0 0,-4-14 0 0 0,3 4 541 0 0,1 5-1756 0 0,-3 34-7779 0 0,5-15 5352 0 0</inkml:trace>
</inkml:ink>
</file>

<file path=ppt/ink/ink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6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0 60 0 0,'14'11'4938'0'0,"-14"-9"-4217"0"0,-11 46 2117 0 0,8-38-2447 0 0,0 0 0 0 0,0 0 0 0 0,1 1 0 0 0,0-1 0 0 0,1 0 0 0 0,0 0 0 0 0,1 1 0 0 0,2 18 0 0 0,-2-27-356 0 0,1 0-1 0 0,-1 0 0 0 0,1-1 0 0 0,0 1 1 0 0,0 0-1 0 0,0-1 0 0 0,0 1 0 0 0,0 0 1 0 0,0-1-1 0 0,0 1 0 0 0,0-1 0 0 0,1 0 0 0 0,-1 1 1 0 0,0-1-1 0 0,1 0 0 0 0,0 0 0 0 0,-1 0 1 0 0,1 0-1 0 0,-1 0 0 0 0,1 0 0 0 0,0-1 1 0 0,0 1-1 0 0,-1 0 0 0 0,1-1 0 0 0,0 1 0 0 0,0-1 1 0 0,0 0-1 0 0,2 0 0 0 0,5 2 28 0 0,0-2 0 0 0,0 1 0 0 0,0-1 0 0 0,12-2 0 0 0,-13 1-244 0 0,-1 0-1 0 0,0-1 0 0 0,0 0 1 0 0,0 0-1 0 0,0 0 0 0 0,0-1 1 0 0,8-5-1 0 0,-12 6-465 0 0,1 0 0 0 0,-1 0 0 0 0,0 0 0 0 0,0-1 0 0 0,0 0 0 0 0,-1 1 0 0 0,1-1 0 0 0,-1 0 0 0 0,4-6 0 0 0,2-5-2414 0 0</inkml:trace>
</inkml:ink>
</file>

<file path=ppt/ink/ink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6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37 764 0 0,'-10'-13'1116'0'0,"6"7"812"0"0,-1-3-344 0 0,0 0 957 0 0</inkml:trace>
</inkml:ink>
</file>

<file path=ppt/ink/ink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8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94 576 0 0,'0'0'811'0'0,"-9"-20"3826"0"0,8 7 3672 0 0,30 2-8131 0 0,0 1 0 0 0,0 2 0 0 0,1 1 0 0 0,0 1-1 0 0,43-3 1 0 0,-66 8-151 0 0,14-1-34 0 0,-9-1-273 0 0,0 2 0 0 0,1-1 0 0 0,-1 2 1 0 0,0-1-1 0 0,1 2 0 0 0,24 3 0 0 0,-37-4 40 0 0,1 0-1 0 0,-1 1 0 0 0,1-1 1 0 0,0 0-1 0 0,-1 0 1 0 0,1 0-1 0 0,-1 1 1 0 0,1-1-1 0 0,-1 0 0 0 0,1 1 1 0 0,-1-1-1 0 0,1 1 1 0 0,-1-1-1 0 0,1 1 0 0 0,-1-1 1 0 0,1 1-1 0 0,-1-1 1 0 0,0 1-1 0 0,1-1 1 0 0,-1 1-1 0 0,0-1 0 0 0,1 1 1 0 0,-1-1-1 0 0,0 1 1 0 0,0 0-1 0 0,0-1 0 0 0,1 1 1 0 0,-1 0-1 0 0,0-1 1 0 0,0 1-1 0 0,0 1 1 0 0</inkml:trace>
</inkml:ink>
</file>

<file path=ppt/ink/ink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9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12 644 0 0,'0'0'82'0'0,"0"0"0"0"0,-1 0-1 0 0,1 0 1 0 0,0 0 0 0 0,-1 0-1 0 0,1 0 1 0 0,0 0 0 0 0,-1 0 0 0 0,1 0-1 0 0,0 1 1 0 0,0-1 0 0 0,-1 0-1 0 0,1 0 1 0 0,0 0 0 0 0,0 0 0 0 0,-1 1-1 0 0,1-1 1 0 0,0 0 0 0 0,0 0 0 0 0,-1 1-1 0 0,1-1 1 0 0,0 0 0 0 0,0 1-1 0 0,0-1 1 0 0,0 0 0 0 0,-1 0 0 0 0,1 1-1 0 0,0-1 1 0 0,0 0 0 0 0,0 1 0 0 0,0-1-1 0 0,0 0 1 0 0,0 1 0 0 0,0-1-1 0 0,0 0 1 0 0,0 1 0 0 0,0-1 0 0 0,0 0-1 0 0,0 1 1 0 0,0-1 0 0 0,0 0-1 0 0,0 1 1 0 0,1 0 0 0 0,17 3 933 0 0,34-6-923 0 0,-49 2 139 0 0,155-20-3401 0 0,-131 16 1814 0 0</inkml:trace>
</inkml:ink>
</file>

<file path=ppt/ink/ink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9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 1016 0 0,'0'0'7745'0'0,"4"0"-7313"0"0,1 2-281 0 0,1 0 0 0 0,-1 0 1 0 0,0 1-1 0 0,0-1 0 0 0,0 1 1 0 0,-1 0-1 0 0,1 1 0 0 0,-1-1 0 0 0,1 1 1 0 0,-1 0-1 0 0,-1 0 0 0 0,1 0 1 0 0,6 10-1 0 0,48 72 723 0 0,-49-70-729 0 0,97 157 722 0 0,-87-152-473 0 0,-19-21-377 0 0,1 0-1 0 0,-1 0 1 0 0,1 0-1 0 0,-1 1 0 0 0,1-1 1 0 0,-1 0-1 0 0,1 0 1 0 0,0 0-1 0 0,-1 0 1 0 0,1 0-1 0 0,-1 0 1 0 0,1 0-1 0 0,-1 0 1 0 0,1 0-1 0 0,0 0 0 0 0,-1 0 1 0 0,1-1-1 0 0,-1 1 1 0 0,1 0-1 0 0,-1 0 1 0 0,1 0-1 0 0,-1-1 1 0 0,1 1-1 0 0,-1 0 1 0 0,1-1-1 0 0,2-3 59 0 0,0 1 0 0 0,0-1 0 0 0,0 0 0 0 0,-1 0 0 0 0,0 0 0 0 0,0 0 0 0 0,3-8 0 0 0,1-1-45 0 0,89-225 636 0 0,-90 224-660 0 0,-1 3-19 0 0,1 0-1 0 0,0 0 0 0 0,0 0 0 0 0,9-12 1 0 0,-12 21-155 0 0,4 1-916 0 0,-5 1 839 0 0,0 0 0 0 0,-1 0-1 0 0,1 0 1 0 0,-1 0 0 0 0,1 0-1 0 0,0 0 1 0 0,-1 0 0 0 0,1 0-1 0 0,0 0 1 0 0,-1 0 0 0 0,1 0-1 0 0,0 0 1 0 0,-1 0 0 0 0,1 0-1 0 0,-1 1 1 0 0,1-1 0 0 0,0 0-1 0 0,-1 0 1 0 0,1 1 0 0 0,-1-1-1 0 0,1 0 1 0 0,-1 1 0 0 0,1-1-1 0 0,-1 1 1 0 0,1-1 0 0 0,-1 1-1 0 0,0-1 1 0 0,1 1 0 0 0,-1-1-1 0 0,1 1 1 0 0,-1-1 0 0 0,0 1-1 0 0,1 0 1 0 0,4 6-2939 0 0</inkml:trace>
</inkml:ink>
</file>

<file path=ppt/ink/ink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09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1 532 0 0,'-5'8'1059'0'0,"0"0"-1"0"0,0 1 1 0 0,1-1-1 0 0,0 1 1 0 0,1 0-1 0 0,-4 16 1 0 0,-6 58 2004 0 0,-1 0-2496 0 0,13-77-1314 0 0,-1 3-966 0 0,-8 2-5175 0 0</inkml:trace>
</inkml:ink>
</file>

<file path=ppt/ink/ink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0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0 260 0 0,'0'0'10694'0'0,"-1"5"-10295"0"0,-3 21 261 0 0,1-1 0 0 0,0 27 0 0 0,3-42-527 0 0,0 1 0 0 0,1-1 0 0 0,0 1 0 0 0,1-1 0 0 0,0 0 0 0 0,0 0 0 0 0,1 1 1 0 0,5 12-1 0 0,-7-22-79 0 0,-1-1-34 0 0,0 1-1 0 0,0 0 1 0 0,0 0 0 0 0,0 0 0 0 0,1 0 0 0 0,-1 0 0 0 0,0-1 0 0 0,1 1 0 0 0,-1 0-1 0 0,0 0 1 0 0,1 0 0 0 0,-1-1 0 0 0,1 1 0 0 0,-1 0 0 0 0,1 0 0 0 0,-1-1 0 0 0,1 1-1 0 0,0-1 1 0 0,-1 1 0 0 0,1 0 0 0 0,0-1 0 0 0,0 1 0 0 0,-1-1 0 0 0,1 0-1 0 0,0 1 1 0 0,0-1 0 0 0,-1 1 0 0 0,1-1 0 0 0,0 0 0 0 0,0 0 0 0 0,0 0 0 0 0,0 1-1 0 0,0-1 1 0 0,0 0 0 0 0,1 0 0 0 0,0 0 80 0 0,1-3-8 0 0,24-17 125 0 0,-2-1 0 0 0,24-25 0 0 0,-19 17-51 0 0,-29 28-166 0 0,0 1 0 0 0,0-1 0 0 0,0 1-1 0 0,0-1 1 0 0,0 1 0 0 0,0-1 0 0 0,0 1-1 0 0,1 0 1 0 0,-1 0 0 0 0,0 0 0 0 0,0-1-1 0 0,0 1 1 0 0,0 0 0 0 0,0 1-1 0 0,1-1 1 0 0,-1 0 0 0 0,0 0 0 0 0,0 0-1 0 0,0 1 1 0 0,0-1 0 0 0,0 0 0 0 0,0 1-1 0 0,0-1 1 0 0,1 1 0 0 0,-1 0 0 0 0,-1-1-1 0 0,1 1 1 0 0,2 1 0 0 0,32 27 28 0 0,-21-17-19 0 0,-10-9-5 0 0,0 0-1 0 0,0-1 1 0 0,0 1-1 0 0,1-1 0 0 0,-1 0 1 0 0,1 0-1 0 0,-1 0 0 0 0,1-1 1 0 0,0 0-1 0 0,-1 0 0 0 0,1 0 1 0 0,0 0-1 0 0,0-1 0 0 0,0 0 1 0 0,0 0-1 0 0,6-1 0 0 0,-8 0 9 0 0,1 0-1 0 0,-1 0 0 0 0,1-1 1 0 0,-1 1-1 0 0,0-1 1 0 0,0 0-1 0 0,0 0 0 0 0,0 0 1 0 0,0-1-1 0 0,0 1 1 0 0,0-1-1 0 0,0 1 0 0 0,-1-1 1 0 0,0 0-1 0 0,1 0 1 0 0,-1 0-1 0 0,0 0 0 0 0,-1 0 1 0 0,1-1-1 0 0,2-6 1 0 0,2-4 122 0 0,0-1 1 0 0,-2 0-1 0 0,5-18 0 0 0,-7 16-3656 0 0,-1-1-3902 0 0</inkml:trace>
</inkml:ink>
</file>

<file path=ppt/ink/ink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0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1 816 0 0,'14'19'5851'0'0,"-15"1"-4804"0"0,-2 0 0 0 0,0 0 0 0 0,-1-1 0 0 0,0 1 0 0 0,-15 34 0 0 0,-2 10-4646 0 0,16-43-1025 0 0</inkml:trace>
</inkml:ink>
</file>

<file path=ppt/ink/ink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1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1168 0 0,'3'-1'6538'0'0,"7"1"-3294"0"0,70 4-1936 0 0,-57-1-1033 0 0,51 5-114 0 0,-30-12-3772 0 0,-34-3-884 0 0</inkml:trace>
</inkml:ink>
</file>

<file path=ppt/ink/ink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1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7 384 0 0,'-12'-7'4337'0'0,"9"8"-4089"0"0,1 0-1 0 0,-1-1 1 0 0,0 1-1 0 0,1 1 1 0 0,-1-1-1 0 0,1 0 1 0 0,-1 1-1 0 0,1-1 1 0 0,0 1-1 0 0,-1 0 0 0 0,1-1 1 0 0,0 1-1 0 0,0 0 1 0 0,0 1-1 0 0,1-1 1 0 0,-1 0-1 0 0,0 0 1 0 0,1 1-1 0 0,-1-1 1 0 0,1 1-1 0 0,0-1 1 0 0,0 1-1 0 0,-1 4 1 0 0,-22 69 2207 0 0,23-72-2330 0 0,-4 23 200 0 0,0 1 1 0 0,1 32-1 0 0,1-19-8385 0 0</inkml:trace>
</inkml:ink>
</file>

<file path=ppt/ink/ink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2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8 360 0 0,'0'0'4729'0'0,"-17"-8"-3727"0"0</inkml:trace>
</inkml:ink>
</file>

<file path=ppt/ink/ink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2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34 684 0 0,'0'0'2572'0'0,"13"-8"-1188"0"0,-1 3-255 0 0,6 4-649 0 0,-9-1 232 0 0,11-2-596 0 0,-7 2-220 0 0,-2 0-224 0 0,3 1-300 0 0,11-6-2469 0 0,-10 5 1489 0 0</inkml:trace>
  <inkml:trace contextRef="#ctx0" brushRef="#br0" timeOffset="1">522 33 592 0 0,'0'0'1052'0'0,"13"-4"872"0"0,2 1-188 0 0,1-3-283 0 0,-5 2-857 0 0,0 0 388 0 0,3 1-756 0 0,-3 1-252 0 0,9 0-928 0 0,-11 0-316 0 0,1-1-1369 0 0</inkml:trace>
</inkml:ink>
</file>

<file path=ppt/ink/ink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3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0 142 380 0 0,'21'-16'13509'0'0,"-14"24"-12668"0"0,-5-5-632 0 0,-1-1-123 0 0,1 0-1 0 0,-1-1 1 0 0,0 1-1 0 0,0 1 0 0 0,-1-1 1 0 0,1 0-1 0 0,0 0 1 0 0,-1 0-1 0 0,1 0 1 0 0,-1 1-1 0 0,0-1 0 0 0,0 0 1 0 0,0 0-1 0 0,0 0 1 0 0,0 4-1 0 0,0 6 147 0 0,11 117 907 0 0,-4-32-806 0 0,-7-65-223 0 0,0-28-105 0 0,0 0 1 0 0,0 0 0 0 0,0 0-1 0 0,1 0 1 0 0,0 0-1 0 0,0 0 1 0 0,0 0 0 0 0,1 0-1 0 0,-1 0 1 0 0,4 6 0 0 0,-4-8 30 0 0,1 1-23 0 0,-2-3 0 0 0,0 1-1 0 0,0-1 0 0 0,1 1 0 0 0,-1-1 0 0 0,0 1 0 0 0,0-1 0 0 0,0 0 0 0 0,0 1 0 0 0,1-1 0 0 0,-1 1 0 0 0,0-1 0 0 0,1 0 0 0 0,-1 1 0 0 0,0-1 0 0 0,0 0 0 0 0,1 1 0 0 0,-1-1 0 0 0,1 0 0 0 0,-1 0 1 0 0,0 1-1 0 0,1-1 0 0 0,-1 0 0 0 0,1 0 0 0 0,-1 0 0 0 0,0 1 0 0 0,1-1 0 0 0,-1 0 0 0 0,1 0 0 0 0,-1 0 0 0 0,1 0 0 0 0,-1 0 0 0 0,1 0 0 0 0,-1 0 0 0 0,0 0 0 0 0,1 0 0 0 0,-1 0 0 0 0,1 0 0 0 0,-1 0 1 0 0,1 0-1 0 0,-1-1 0 0 0,1 1 0 0 0,40-26 492 0 0,-39 24-456 0 0,17-20 587 0 0,-17 12-637 0 0,1-1 0 0 0,0 1 0 0 0,0 0 0 0 0,1 0 0 0 0,1 0 0 0 0,-1 0 0 0 0,8-11 0 0 0,50-70 65 0 0,-38 59-22 0 0,145-194-101 0 0,-169 225 9 0 0,1 0 1 0 0,0 0-1 0 0,-1 0 0 0 0,1 0 1 0 0,0 0-1 0 0,0 0 0 0 0,0 0 0 0 0,0 0 1 0 0,-1 0-1 0 0,1 1 0 0 0,0-1 0 0 0,1 0 1 0 0,-1 1-1 0 0,0-1 0 0 0,0 1 1 0 0,0-1-1 0 0,0 1 0 0 0,2-1 0 0 0,-2 1-182 0 0,1 1 0 0 0,-1 0-1 0 0,1-1 1 0 0,-1 1-1 0 0,1 0 1 0 0,-1 0 0 0 0,1 0-1 0 0,-1 0 1 0 0,0 0 0 0 0,0 0-1 0 0,1 0 1 0 0,-1 0-1 0 0,0 0 1 0 0,2 3 0 0 0,-3-3-498 0 0,3 1 802 0 0,1 13-11768 0 0</inkml:trace>
</inkml:ink>
</file>

<file path=ppt/ink/ink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4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0 44 0 0,'16'11'7622'0'0,"-12"4"-6921"0"0,-2-8-491 0 0,-1 1 0 0 0,1-1-1 0 0,-1 0 1 0 0,0 0 0 0 0,-1 0 0 0 0,0 1-1 0 0,0-1 1 0 0,-1 0 0 0 0,0 1 0 0 0,-1 6-1 0 0,-30 76 1458 0 0,32-89-1518 0 0,-8 16 2007 0 0,16-31-2044 0 0,0 1 0 0 0,1 1 0 0 0,0-1 0 0 0,1 1 0 0 0,15-13 0 0 0,-18 18-10 0 0,0 0 0 0 0,1 1 0 0 0,0 0-1 0 0,0 1 1 0 0,0 0 0 0 0,1 0-1 0 0,-1 1 1 0 0,1 0 0 0 0,19-6-1 0 0,-26 10 29 0 0,0 1-114 0 0,0 0 0 0 0,-1 0 0 0 0,1 1 1 0 0,0-1-1 0 0,-1 0 0 0 0,1 1 0 0 0,-1-1 0 0 0,0 1 1 0 0,1 0-1 0 0,-1-1 0 0 0,0 1 0 0 0,0 0 1 0 0,0 0-1 0 0,0 0 0 0 0,-1 0 0 0 0,1-1 0 0 0,0 1 1 0 0,-1 0-1 0 0,1 0 0 0 0,-1 1 0 0 0,0-1 0 0 0,0 3 1 0 0,-5 44-874 0 0,-3-35-1215 0 0,-5 0-5574 0 0</inkml:trace>
</inkml:ink>
</file>

<file path=ppt/ink/ink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5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46 292 0 0,'0'-12'11555'0'0,"-2"59"-10104"0"0,-14 71 0 0 0,5-42-765 0 0,9-32-267 0 0,2-42-351 0 0,0 0 0 0 0,0 0-1 0 0,0 0 1 0 0,0 0-1 0 0,1 1 1 0 0,-1-1-1 0 0,1 0 1 0 0,-1 0 0 0 0,1 0-1 0 0,0 0 1 0 0,0 0-1 0 0,0 0 1 0 0,0 0-1 0 0,0 0 1 0 0,3 3 0 0 0,-3-5 146 0 0,18-3 358 0 0,24-19-127 0 0,-2-1 1 0 0,60-46-1 0 0,-100 68-439 0 0,1 0 0 0 0,-1 1 1 0 0,0-1-1 0 0,1 0 0 0 0,-1 0 1 0 0,1 1-1 0 0,-1-1 0 0 0,1 0 1 0 0,-1 1-1 0 0,1 0 0 0 0,-1-1 1 0 0,1 1-1 0 0,-1 0 0 0 0,1 0 1 0 0,0 0-1 0 0,-1 0 0 0 0,1 0 1 0 0,-1 0-1 0 0,1 0 0 0 0,-1 0 1 0 0,1 1-1 0 0,0-1 0 0 0,-1 1 1 0 0,1-1-1 0 0,-1 1 0 0 0,0 0 1 0 0,1-1-1 0 0,-1 1 0 0 0,1 0 1 0 0,-1 0-1 0 0,0 0 0 0 0,0 0 1 0 0,1 0-1 0 0,-1 0 0 0 0,1 2 1 0 0,6 6 22 0 0,-1 1 1 0 0,0-1-1 0 0,-1 1 1 0 0,6 12 0 0 0,7 9-7 0 0,-17-29-30 0 0,0 1-1 0 0,0 0 1 0 0,1-1 0 0 0,-1 0-1 0 0,1 1 1 0 0,0-1 0 0 0,0 0-1 0 0,-1 0 1 0 0,1-1 0 0 0,0 1-1 0 0,1-1 1 0 0,-1 1 0 0 0,0-1-1 0 0,0 0 1 0 0,0 0 0 0 0,1 0-1 0 0,-1-1 1 0 0,1 1 0 0 0,-1-1-1 0 0,1 0 1 0 0,-1 0 0 0 0,0 0-1 0 0,1 0 1 0 0,-1 0 0 0 0,1-1-1 0 0,-1 0 1 0 0,0 1 0 0 0,1-1-1 0 0,-1-1 1 0 0,0 1-1 0 0,0 0 1 0 0,0-1 0 0 0,0 0-1 0 0,0 1 1 0 0,0-1 0 0 0,4-4-1 0 0,2-1 28 0 0,-1 0-1 0 0,-1 0 0 0 0,1 0 0 0 0,-1-1 0 0 0,0 0 0 0 0,-1-1 0 0 0,0 1 1 0 0,0-1-1 0 0,-1 0 0 0 0,0-1 0 0 0,4-11 0 0 0,2-9 236 0 0,-1-1 0 0 0,-1-1 1 0 0,-2 1-1 0 0,-1-1 0 0 0,2-36 0 0 0,-8 66-210 0 0,0 1-740 0 0,0-9 1912 0 0,-22 19-14712 0 0</inkml:trace>
</inkml:ink>
</file>

<file path=ppt/ink/ink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5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1 200 0 0,'24'21'5761'0'0,"-20"-15"-5283"0"0,0 0 0 0 0,0 0 0 0 0,-1 0 1 0 0,0 1-1 0 0,0-1 0 0 0,-1 1 1 0 0,0 0-1 0 0,0 0 0 0 0,-1 0 1 0 0,1 0-1 0 0,-2 0 0 0 0,1 11 0 0 0,-1-16-97 0 0,0-1-313 0 0,0 0 0 0 0,0-1 1 0 0,0 1-1 0 0,-1 0 0 0 0,1 0 0 0 0,0-1 0 0 0,0 1 0 0 0,0 0 1 0 0,0-1-1 0 0,1 1 0 0 0,-1 0 0 0 0,0-1 0 0 0,0 1 0 0 0,0 0 1 0 0,0 0-1 0 0,1-1 0 0 0,-1 1 0 0 0,0-1 0 0 0,1 1 0 0 0,-1 0 0 0 0,1 0 1 0 0,7-3 47 0 0,1-1 0 0 0,-1 0 1 0 0,0-1-1 0 0,0 1 0 0 0,0-1 0 0 0,-1-1 1 0 0,1 0-1 0 0,7-6 0 0 0,-4 3-23 0 0,1 0 0 0 0,-1 1-1 0 0,18-7 1 0 0,-17 9-30 0 0,2 0 117 0 0,0 0 0 0 0,0 1 1 0 0,18-3-1 0 0,-28 6-131 0 0,-1 0 0 0 0,1 1 0 0 0,-1 0 0 0 0,1 0 0 0 0,0 0 0 0 0,-1 0 0 0 0,1 1 0 0 0,-1-1 0 0 0,1 1 0 0 0,-1 0 0 0 0,1 0 0 0 0,-1 0-1 0 0,0 1 1 0 0,1-1 0 0 0,-1 1 0 0 0,0-1 0 0 0,0 1 0 0 0,5 5 0 0 0,-7-6-55 0 0,1 1 0 0 0,-1-1 0 0 0,0 1-1 0 0,0 0 1 0 0,0 0 0 0 0,0 0 0 0 0,-1 0-1 0 0,1-1 1 0 0,0 1 0 0 0,-1 0 0 0 0,1 0-1 0 0,-1 0 1 0 0,0 0 0 0 0,0 0 0 0 0,0 0-1 0 0,0 1 1 0 0,0-1 0 0 0,0 0 0 0 0,0 0-1 0 0,-2 3 1 0 0,-5 22-6214 0 0</inkml:trace>
</inkml:ink>
</file>

<file path=ppt/ink/ink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16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6 460 0 0,'0'0'3432'0'0,"12"-6"-1219"0"0</inkml:trace>
</inkml:ink>
</file>

<file path=ppt/ink/ink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1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8 756 0 0,'0'0'5162'0'0,"5"-8"306"0"0,-3 40-4925 0 0,-5 50 0 0 0,1-11-228 0 0,5-27-583 0 0,-3-43-103 0 0,2 6-477 0 0</inkml:trace>
</inkml:ink>
</file>

<file path=ppt/ink/ink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1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69 904 0 0,'-9'-27'2285'0'0,"-8"-13"815"0"0,16 38-2105 0 0,4 2-1903 0 0,-1 1 670 0 0,1-1-1 0 0,-1 1 0 0 0,0-1 0 0 0,1 1 0 0 0,-1 0 1 0 0,1 0-1 0 0,-1 0 0 0 0,0 0 0 0 0,0 0 0 0 0,0 0 0 0 0,1 1 1 0 0,-1-1-1 0 0,3 3 0 0 0,3 6-1470 0 0</inkml:trace>
</inkml:ink>
</file>

<file path=ppt/ink/ink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2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31 792 0 0,'-9'-5'961'0'0,"0"1"-1"0"0,0-1 0 0 0,0 1 1 0 0,0 1-1 0 0,-1-1 1 0 0,-10-1-1 0 0,17 4-320 0 0,-26 18 943 0 0,26-10-1412 0 0,-1 0 0 0 0,1 1 0 0 0,0-1 0 0 0,0 0 0 0 0,1 1 0 0 0,0 0 0 0 0,0 0 0 0 0,1-1 0 0 0,0 1 0 0 0,0 16 0 0 0,1 5 263 0 0,7 48-1 0 0,66 333 1558 0 0,-58-332-1728 0 0,-5-34-210 0 0,0 4 205 0 0,5 55-1 0 0,-14-89-309 0 0,-1-1 1 0 0,0 1-1 0 0,0-1 0 0 0,-1 0 0 0 0,-1 1 0 0 0,-1-1 0 0 0,1 0 0 0 0,-2 0 0 0 0,-5 13 0 0 0,1-14-970 0 0,8-11 739 0 0,-1-1 1 0 0,0 1-1 0 0,0-1 0 0 0,0 1 1 0 0,0-1-1 0 0,1 1 1 0 0,-1-1-1 0 0,0 0 0 0 0,0 0 1 0 0,0 1-1 0 0,0-1 0 0 0,0 0 1 0 0,0 0-1 0 0,0 0 0 0 0,0 0 1 0 0,0 0-1 0 0,0 0 1 0 0,0 0-1 0 0,0-1 0 0 0,0 1 1 0 0,1 0-1 0 0,-1 0 0 0 0,0-1 1 0 0,0 1-1 0 0,0-1 0 0 0,0 1 1 0 0,-1-1-1 0 0,-11-7-3010 0 0</inkml:trace>
</inkml:ink>
</file>

<file path=ppt/ink/ink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2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0 256 232 0 0,'2'-8'297'0'0,"1"-1"0"0"0,-1 0 0 0 0,1 1 0 0 0,1 0 0 0 0,-1-1 0 0 0,1 1 0 0 0,1 1 0 0 0,0-1 0 0 0,0 1 0 0 0,0 0 0 0 0,13-13 0 0 0,-6 9-16 0 0,0 1 1 0 0,1 0-1 0 0,0 1 1 0 0,0 0-1 0 0,1 1 0 0 0,17-7 1 0 0,12-2-1033 0 0,1 2 0 0 0,1 1 0 0 0,73-11 0 0 0,-88 20-803 0 0</inkml:trace>
</inkml:ink>
</file>

<file path=ppt/ink/ink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2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32 292 0 0,'-15'-31'7993'0'0,"21"60"-701"0"0,15 84-6207 0 0,-18-79-863 0 0,2 0 0 0 0,1-1 0 0 0,11 39 0 0 0,16 23-3724 0 0,-33-94 2877 0 0,1 0 0 0 0,0 1 0 0 0,1-1 0 0 0,-1 1 1 0 0,0-1-1 0 0,0 0 0 0 0,1 0 0 0 0,-1 0 0 0 0,0 0 0 0 0,1 0 0 0 0,-1 0 0 0 0,3 1 0 0 0,-4-2 554 0 0,9 2-3222 0 0</inkml:trace>
</inkml:ink>
</file>

<file path=ppt/ink/ink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3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14589 0 0,'4'0'53'0'0,"0"-1"0"0"0,0 2 0 0 0,0-1 0 0 0,0 0-1 0 0,0 1 1 0 0,0-1 0 0 0,0 1 0 0 0,0 0-1 0 0,0 1 1 0 0,0-1 0 0 0,0 1 0 0 0,-1-1 0 0 0,1 1-1 0 0,-1 0 1 0 0,1 0 0 0 0,-1 1 0 0 0,0-1 0 0 0,0 1-1 0 0,4 3 1 0 0,-4-1-50 0 0,-1-1 1 0 0,1 1-1 0 0,-1 0 0 0 0,0 1 1 0 0,0-1-1 0 0,0 0 0 0 0,-1 1 1 0 0,1-1-1 0 0,-1 1 0 0 0,-1-1 1 0 0,1 1-1 0 0,-1-1 0 0 0,0 9 0 0 0,-1 14-22 0 0,-1-1 0 0 0,-2 1 0 0 0,-12 52 0 0 0,9-57-1088 0 0,0-1-1 0 0,-18 35 0 0 0,-2-19-4977 0 0,17-24 2594 0 0</inkml:trace>
</inkml:ink>
</file>

<file path=ppt/ink/ink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42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55 1168 0 0,'-29'-26'5524'0'0,"25"23"-5214"0"0,0 1 0 0 0,0-1-1 0 0,0 1 1 0 0,-1 0 0 0 0,1 0 0 0 0,-1 0-1 0 0,0 0 1 0 0,1 1 0 0 0,-1 0 0 0 0,0 0 0 0 0,0 0-1 0 0,0 0 1 0 0,0 1 0 0 0,0 0 0 0 0,0 0 0 0 0,0 0-1 0 0,-4 2 1 0 0,1-1-96 0 0,0 2 0 0 0,0-1 0 0 0,0 1 1 0 0,1 0-1 0 0,-1 1 0 0 0,1 0 0 0 0,0 0 0 0 0,0 0 0 0 0,-11 10 0 0 0,6-3-65 0 0,-1 1-1 0 0,1 0 1 0 0,1 1-1 0 0,0 1 1 0 0,1 0 0 0 0,1 0-1 0 0,0 1 1 0 0,0 0-1 0 0,-9 26 1 0 0,16-35-113 0 0,0 0 0 0 0,0 0 0 0 0,1 1 0 0 0,0-1 0 0 0,0 1 0 0 0,1-1 0 0 0,-1 1 0 0 0,1-1 0 0 0,1 1 0 0 0,-1-1 0 0 0,1 0 0 0 0,0 1 1 0 0,1-1-1 0 0,-1 0 0 0 0,1 1 0 0 0,1-1 0 0 0,-1 0 0 0 0,1 0 0 0 0,0-1 0 0 0,0 1 0 0 0,1-1 0 0 0,0 1 0 0 0,0-1 0 0 0,0 0 0 0 0,0-1 0 0 0,1 1 0 0 0,0-1 0 0 0,0 1 0 0 0,0-2 0 0 0,0 1 1 0 0,7 3-1 0 0,-6-3-15 0 0,0-1 1 0 0,0-1 0 0 0,0 1-1 0 0,1-1 1 0 0,-1 0 0 0 0,1 0-1 0 0,-1-1 1 0 0,1 0-1 0 0,0 0 1 0 0,0 0 0 0 0,-1-1-1 0 0,1 0 1 0 0,0 0 0 0 0,0-1-1 0 0,-1 0 1 0 0,1 0 0 0 0,0-1-1 0 0,-1 1 1 0 0,1-2 0 0 0,-1 1-1 0 0,0-1 1 0 0,0 1 0 0 0,0-2-1 0 0,0 1 1 0 0,0-1 0 0 0,-1 0-1 0 0,1 0 1 0 0,-1 0 0 0 0,7-9-1 0 0,-4 4 0 0 0,-1 0 0 0 0,0 0 0 0 0,-1-1 0 0 0,0 0 0 0 0,0 0 0 0 0,-1 0 0 0 0,-1-1 0 0 0,0 0 0 0 0,0 0 0 0 0,-1 0 0 0 0,0 0 0 0 0,-1-1 0 0 0,-1 1 0 0 0,1-20 0 0 0,-2 8-57 0 0,-2 1 0 0 0,0-1 0 0 0,-2 1 0 0 0,0 0 0 0 0,-2 0 0 0 0,-11-31 0 0 0,16 51-301 0 0,20 5-10556 0 0</inkml:trace>
</inkml:ink>
</file>

<file path=ppt/ink/ink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43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1 932 0 0,'-1'10'959'0'0,"-1"1"1"0"0,0-1-1 0 0,0 1 1 0 0,-2-1-1 0 0,1 0 1 0 0,-1 0-1 0 0,0 0 0 0 0,-1-1 1 0 0,-10 16-1 0 0,-19 44 1294 0 0,16-26-2295 0 0,4-11-1587 0 0,5-1-3943 0 0,7-20 2456 0 0</inkml:trace>
</inkml:ink>
</file>

<file path=ppt/ink/ink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4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32 363 204 0 0,'0'0'805'0'0,"-25"-20"2912"0"0,23 14-3457 0 0,1 0-1 0 0,0-1 1 0 0,-1 1 0 0 0,2-1 0 0 0,-1 1 0 0 0,1-1-1 0 0,0 1 1 0 0,1-1 0 0 0,-1 1 0 0 0,1-1 0 0 0,0 1-1 0 0,1 0 1 0 0,0-1 0 0 0,0 1 0 0 0,0 0 0 0 0,1 0 0 0 0,-1 0-1 0 0,6-6 1 0 0,1-5 49 0 0,1 1-1 0 0,1 0 1 0 0,1 0-1 0 0,27-27 1 0 0,-26 32-208 0 0,1-1 0 0 0,1 2 0 0 0,-1 0-1 0 0,2 0 1 0 0,-1 2 0 0 0,1 0 0 0 0,0 1 0 0 0,1 0 0 0 0,22-5-1 0 0,-26 8-62 0 0,-1 1-1 0 0,1 1 1 0 0,-1 0-1 0 0,1 1 0 0 0,0 0 1 0 0,0 1-1 0 0,-1 0 1 0 0,1 1-1 0 0,0 1 1 0 0,-1 0-1 0 0,1 0 0 0 0,-1 1 1 0 0,18 7-1 0 0,-26-8-28 0 0,1 0 1 0 0,-1 1-1 0 0,0-1 0 0 0,0 1 1 0 0,0 0-1 0 0,-1 0 0 0 0,1 1 0 0 0,-1-1 1 0 0,1 1-1 0 0,-1-1 0 0 0,0 1 1 0 0,-1 0-1 0 0,1 0 0 0 0,-1 0 0 0 0,1 1 1 0 0,-1-1-1 0 0,-1 0 0 0 0,1 1 1 0 0,-1 0-1 0 0,1-1 0 0 0,-1 1 0 0 0,0 0 1 0 0,-1 0-1 0 0,1 6 0 0 0,-1-2 5 0 0,-1 0 0 0 0,1 0-1 0 0,-1-1 1 0 0,-1 1 0 0 0,0-1 0 0 0,0 1-1 0 0,-1-1 1 0 0,0 0 0 0 0,0 0 0 0 0,-1 0-1 0 0,0 0 1 0 0,-6 9 0 0 0,3-7 26 0 0,1-2 0 0 0,-2 1 0 0 0,1-1 0 0 0,-12 11 0 0 0,16-17 18 0 0,0 0 1 0 0,0 0-1 0 0,0 0 1 0 0,0 0-1 0 0,-1 0 1 0 0,1 0-1 0 0,0-1 1 0 0,-1 0-1 0 0,1 1 1 0 0,-1-1-1 0 0,1-1 1 0 0,-1 1-1 0 0,1 0 1 0 0,-1-1-1 0 0,0 0 0 0 0,-6 0 1 0 0,8 0 54 0 0,-2-7 47 0 0,3 7-146 0 0,0-1 1 0 0,1 1-1 0 0,-1-1 1 0 0,1 0-1 0 0,-1 1 1 0 0,0-1-1 0 0,1 0 0 0 0,0 1 1 0 0,-1-1-1 0 0,1 0 1 0 0,-1 0-1 0 0,1 0 1 0 0,0 1-1 0 0,-1-1 1 0 0,1 0-1 0 0,0 0 0 0 0,0 0 1 0 0,0 0-1 0 0,0 1 1 0 0,0-1-1 0 0,0 0 1 0 0,0 0-1 0 0,0 0 1 0 0,0 0-1 0 0,0 0 0 0 0,0 1 1 0 0,1-3-1 0 0,2-3-74 0 0,0 1 0 0 0,1-1 0 0 0,0 1 0 0 0,0-1 0 0 0,0 1 0 0 0,0 0 0 0 0,1 1-1 0 0,0-1 1 0 0,0 1 0 0 0,0 0 0 0 0,1 0 0 0 0,-1 0 0 0 0,1 1 0 0 0,0 0 0 0 0,0 0 0 0 0,0 1-1 0 0,0-1 1 0 0,0 1 0 0 0,1 1 0 0 0,-1-1 0 0 0,1 1 0 0 0,-1 0 0 0 0,1 1 0 0 0,9-1 0 0 0,14 1-1307 0 0,-6 0-976 0 0,-5-1-2372 0 0,-1-1 1847 0 0</inkml:trace>
</inkml:ink>
</file>

<file path=ppt/ink/ink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5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17 316 0 0,'-5'-3'656'0'0,"0"1"0"0"0,0 0 0 0 0,-1 0 0 0 0,1 0-1 0 0,-1 1 1 0 0,0 0 0 0 0,1 0 0 0 0,-1 0 0 0 0,0 1 0 0 0,0 0 0 0 0,0 0 0 0 0,1 0 0 0 0,-12 3-1 0 0,11-2-456 0 0,-1 0 0 0 0,1 1 0 0 0,0 0 0 0 0,0 0 1 0 0,0 1-1 0 0,0 0 0 0 0,0 0 0 0 0,1 0 0 0 0,-1 0 0 0 0,1 1 0 0 0,0 0 0 0 0,0 0 0 0 0,1 1 0 0 0,-1-1 0 0 0,1 1 0 0 0,0 0 0 0 0,0 0 0 0 0,0 1 0 0 0,-5 11 0 0 0,8-16-163 0 0,0 0 1 0 0,1 0-1 0 0,-1 0 1 0 0,1 1-1 0 0,-1-1 1 0 0,1 0 0 0 0,0 1-1 0 0,0-1 1 0 0,-1 0-1 0 0,1 1 1 0 0,0-1-1 0 0,0 0 1 0 0,0 1 0 0 0,0-1-1 0 0,1 0 1 0 0,-1 1-1 0 0,1 1 1 0 0,-1-2-23 0 0,1 0 0 0 0,-1-1 0 0 0,1 1 0 0 0,0 0 0 0 0,-1-1 0 0 0,1 1 0 0 0,0-1 0 0 0,-1 1 0 0 0,1-1 0 0 0,0 1 0 0 0,0-1 0 0 0,-1 0 0 0 0,1 1 0 0 0,0-1 0 0 0,0 0 0 0 0,0 0 0 0 0,-1 1 0 0 0,1-1 0 0 0,0 0 0 0 0,0 0 0 0 0,1 0 0 0 0,7 0 0 0 0,1-1 1 0 0,-1 0-1 0 0,0-1 1 0 0,14-4-1 0 0,10 0 45 0 0,-29 6-55 0 0,0 1 0 0 0,-1-1 0 0 0,1 1 0 0 0,0 0 0 0 0,-1 0 0 0 0,1 1 0 0 0,0-1 1 0 0,-1 1-1 0 0,0 0 0 0 0,1-1 0 0 0,-1 2 0 0 0,3 1 0 0 0,-2-1-44 0 0,-1-1-1 0 0,1 1 1 0 0,0-1 0 0 0,0 0 0 0 0,-1-1-1 0 0,1 1 1 0 0,1-1 0 0 0,4 2 0 0 0,-7-3-65 0 0,30-9-251 0 0,-11-2 13 0 0,-1-1 1 0 0,27-20-1 0 0,-32 21 259 0 0,0 0 1 0 0,0 2-1 0 0,1-1 0 0 0,0 2 0 0 0,0 0 0 0 0,1 1 1 0 0,22-6-1 0 0,-38 13 81 0 0,0-1 0 0 0,0 1 0 0 0,0 0 0 0 0,1-1 0 0 0,-1 1 0 0 0,0 0 0 0 0,0 0-1 0 0,0 0 1 0 0,1 0 0 0 0,-1 0 0 0 0,0 0 0 0 0,0 0 0 0 0,0 1 0 0 0,0-1 0 0 0,1 0 0 0 0,-1 1 0 0 0,0-1 0 0 0,0 1 0 0 0,0-1 0 0 0,0 1 0 0 0,0-1 0 0 0,0 1 0 0 0,0 0 0 0 0,0-1 0 0 0,0 1 0 0 0,0 0 0 0 0,0 0 0 0 0,-1 0 0 0 0,1 0 0 0 0,0 0 0 0 0,0 0 0 0 0,-1 0-1 0 0,1 0 1 0 0,-1 0 0 0 0,1 0 0 0 0,-1 0 0 0 0,1 0 0 0 0,-1 0 0 0 0,0 1 0 0 0,0-1 0 0 0,1 0 0 0 0,-1 0 0 0 0,0 0 0 0 0,0 1 0 0 0,0-1 0 0 0,0 0 0 0 0,0 0 0 0 0,-1 0 0 0 0,1 0 0 0 0,-1 2 0 0 0,1 4 6 0 0,-1-1 1 0 0,0 0-1 0 0,-1 0 1 0 0,1 1-1 0 0,-1-1 1 0 0,-1 0-1 0 0,1 0 1 0 0,-7 10-1 0 0,-18 26 58 0 0,26-41 10 0 0,5-7-65 0 0,1-3-10 0 0,1-1 0 0 0,1 1-1 0 0,0 0 1 0 0,0 1-1 0 0,0-1 1 0 0,1 1-1 0 0,1 1 1 0 0,-1 0 0 0 0,1 0-1 0 0,0 0 1 0 0,1 1-1 0 0,0 1 1 0 0,0 0-1 0 0,0 0 1 0 0,0 1 0 0 0,15-5-1 0 0,-22 9 6 0 0,0-1 0 0 0,0 1 1 0 0,-1 0-1 0 0,1 0 0 0 0,0 0 0 0 0,0 0 0 0 0,0 1 0 0 0,0-1 0 0 0,-1 1 1 0 0,1-1-1 0 0,0 1 0 0 0,0 0 0 0 0,-1 0 0 0 0,1 0 0 0 0,-1 0 1 0 0,1 1-1 0 0,-1-1 0 0 0,1 1 0 0 0,-1 0 0 0 0,0-1 0 0 0,0 1 0 0 0,0 0 1 0 0,0 0-1 0 0,0 1 0 0 0,0-1 0 0 0,-1 0 0 0 0,1 0 0 0 0,-1 1 1 0 0,1-1-1 0 0,0 4 0 0 0,2 2 17 0 0,-1 0 0 0 0,-1 0-1 0 0,1 0 1 0 0,-1 1 0 0 0,-1-1 0 0 0,1 1 0 0 0,-2-1 0 0 0,1 10 0 0 0,-1-16 50 0 0,3-5-53 0 0,8-11-9 0 0,-7 9-7 0 0,-1 0 0 0 0,1 0 0 0 0,0 1 0 0 0,0-1 0 0 0,1 1 0 0 0,0 0 0 0 0,-1 0-1 0 0,1 1 1 0 0,0 0 0 0 0,1-1 0 0 0,9-3 0 0 0,-13 7 1 0 0,0-1-1 0 0,1 1 1 0 0,-1 0-1 0 0,0 1 1 0 0,1-1-1 0 0,-1 0 1 0 0,0 0-1 0 0,1 1 0 0 0,-1 0 1 0 0,0-1-1 0 0,1 1 1 0 0,-1 0-1 0 0,0 0 1 0 0,0 0-1 0 0,0 0 0 0 0,0 1 1 0 0,0-1-1 0 0,0 0 1 0 0,0 1-1 0 0,-1 0 1 0 0,3 1-1 0 0,29 17 19 0 0,-26-18-15 0 0,1 0 0 0 0,-1 0 0 0 0,1-1 0 0 0,0 0 0 0 0,-1-1 0 0 0,1 0-1 0 0,0 0 1 0 0,0 0 0 0 0,-1-1 0 0 0,1 0 0 0 0,0-1 0 0 0,-1 0 0 0 0,1 0-1 0 0,-1 0 1 0 0,0-1 0 0 0,0 0 0 0 0,10-6 0 0 0,-13 7 204 0 0,0-1 0 0 0,0 0 0 0 0,0 0 0 0 0,0 0 0 0 0,-1 0 0 0 0,1-1 0 0 0,-1 0 0 0 0,0 1 0 0 0,0-1 0 0 0,5-8 1735 0 0,-5 13-2283 0 0,0 0 35 0 0,1 1 1 0 0,-1-1-1 0 0,0 1 0 0 0,0 0 1 0 0,0 0-1 0 0,0 0 1 0 0,0 1-1 0 0,4 3 1 0 0,13 14-6541 0 0,-7-9 3217 0 0</inkml:trace>
</inkml:ink>
</file>

<file path=ppt/ink/ink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6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268 12 1336 0 0,'16'-11'9630'0'0,"-13"21"-9229"0"0,0 1-1 0 0,0-1 1 0 0,-1 1 0 0 0,-1 0 0 0 0,0 0 0 0 0,0 0 0 0 0,-2 17 0 0 0,-10 88 1058 0 0,7-85-1104 0 0,-1 26 98 0 0,3-26-152 0 0,-2 0 0 0 0,-1 0 0 0 0,-12 43 0 0 0,17-73-275 0 0,0-1 0 0 0,0 1 0 0 0,0 0 0 0 0,-1 0 1 0 0,1-1-1 0 0,0 1 0 0 0,0 0 0 0 0,0-1 0 0 0,-1 1 1 0 0,1 0-1 0 0,-1-1 0 0 0,1 1 0 0 0,0 0 0 0 0,-1-1 0 0 0,1 1 1 0 0,-1-1-1 0 0,1 1 0 0 0,-1-1 0 0 0,1 1 0 0 0,-1-1 1 0 0,0 1-1 0 0,1-1 0 0 0,-2 1 0 0 0,-4-15 94 0 0,3-35-130 0 0,4 39 17 0 0,-1-1-1 0 0,0 1 1 0 0,-1 0-1 0 0,0 0 1 0 0,-1 0 0 0 0,0 0-1 0 0,0 0 1 0 0,-1 0-1 0 0,-1 0 1 0 0,1 1-1 0 0,-1-1 1 0 0,-1 1-1 0 0,-6-9 1 0 0,9 16-9 0 0,0 0 0 0 0,0 1 0 0 0,-1-1 0 0 0,1 1 0 0 0,-1 0 0 0 0,1 0 0 0 0,-1 0 0 0 0,0 0 0 0 0,0 0 0 0 0,1 0 0 0 0,-1 1 0 0 0,0-1 0 0 0,0 1 0 0 0,0 0 0 0 0,1 0 1 0 0,-1 0-1 0 0,0 0 0 0 0,0 0 0 0 0,0 1 0 0 0,1-1 0 0 0,-1 1 0 0 0,0 0 0 0 0,0-1 0 0 0,-3 3 0 0 0,-5 1-16 0 0,2 0 1 0 0,-1 1-1 0 0,0 0 0 0 0,-17 12 0 0 0,23-13 13 0 0,-1-1 0 0 0,1 1 0 0 0,-1 0-1 0 0,1 1 1 0 0,0-1 0 0 0,1 1 0 0 0,-1 0-1 0 0,1 0 1 0 0,0 0 0 0 0,0 0 0 0 0,1 0-1 0 0,-1 1 1 0 0,1-1 0 0 0,0 1 0 0 0,1 0-1 0 0,-3 10 1 0 0,4-12 3 0 0,0-1-1 0 0,0 0 1 0 0,1 0-1 0 0,-1 1 1 0 0,1-1-1 0 0,-1 0 1 0 0,1 0 0 0 0,0 0-1 0 0,0 1 1 0 0,1-1-1 0 0,-1 0 1 0 0,1-1 0 0 0,-1 1-1 0 0,1 0 1 0 0,0 0-1 0 0,0-1 1 0 0,0 1-1 0 0,0-1 1 0 0,0 1 0 0 0,1-1-1 0 0,-1 0 1 0 0,1 0-1 0 0,0 0 1 0 0,-1 0 0 0 0,1-1-1 0 0,0 1 1 0 0,0-1-1 0 0,0 0 1 0 0,0 1-1 0 0,0-1 1 0 0,5 0 0 0 0,4 2-57 0 0,0 0 0 0 0,-1-1 0 0 0,1-1 0 0 0,0 0 1 0 0,1-1-1 0 0,-1 0 0 0 0,0-1 0 0 0,0 0 0 0 0,15-4 0 0 0,16-5-436 0 0,50-20 0 0 0,-5 2 185 0 0,-31 9 648 0 0,-55 19-219 0 0,16-4 466 0 0,-18 4-570 0 0,1 0 0 0 0,-1 0 0 0 0,1 0 0 0 0,-1 0 0 0 0,1 0-1 0 0,-1 1 1 0 0,1-1 0 0 0,-1 0 0 0 0,0 0 0 0 0,1 0 0 0 0,-1 0 0 0 0,1 0 0 0 0,-1 1 0 0 0,1-1-1 0 0,-1 0 1 0 0,0 0 0 0 0,1 1 0 0 0,-1-1 0 0 0,0 0 0 0 0,1 1 0 0 0,-1-1 0 0 0,0 0 0 0 0,1 1 0 0 0,-1-1-1 0 0,0 1 1 0 0,0-1 0 0 0,1 0 0 0 0,-1 1 0 0 0,0-1 0 0 0,0 1 0 0 0,0-1 0 0 0,0 1 0 0 0,1-1-1 0 0,-1 0 1 0 0,0 1 0 0 0,0-1 0 0 0,0 1 0 0 0,0-1 0 0 0,0 1 0 0 0,0-1 0 0 0,0 1 0 0 0,0-1-1 0 0,-1 1 1 0 0,-11 27 396 0 0,4-14-3288 0 0,2-2-5846 0 0</inkml:trace>
</inkml:ink>
</file>

<file path=ppt/ink/ink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6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40 968 0 0,'0'0'2024'0'0,"-2"-16"497"0"0,1 4-301 0 0,2 0-1820 0 0</inkml:trace>
</inkml:ink>
</file>

<file path=ppt/ink/ink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1 492 0 0,'3'32'1756'0'0,"-1"-24"-952"0"0,-1 0 1 0 0,-1 0-1 0 0,0 0 1 0 0,0 0-1 0 0,0 0 1 0 0,-3 13-1 0 0,3-19 313 0 0,2 5 4470 0 0,2-15-5589 0 0,0-1-1 0 0,1 1 0 0 0,0 1 1 0 0,1-1-1 0 0,-1 1 0 0 0,1 0 1 0 0,1 0-1 0 0,9-9 1 0 0,25-8-8862 0 0,-26 18 5660 0 0</inkml:trace>
</inkml:ink>
</file>

<file path=ppt/ink/ink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7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0 118 740 0 0,'9'-3'842'0'0,"0"0"0"0"0,0-1 0 0 0,0 0 0 0 0,-1 0 0 0 0,1-1 0 0 0,-1 0 0 0 0,0-1 0 0 0,-1 1 0 0 0,1-2 0 0 0,-1 1 0 0 0,-1-1 0 0 0,1 0 0 0 0,10-15 0 0 0,-16 21-15 0 0,-1-13 1366 0 0,-23 0-1040 0 0,21 14-930 0 0,-2 2-28 0 0,-1 0-105 0 0,1 1 0 0 0,-1 1-1 0 0,0-1 1 0 0,1 0 0 0 0,-1 1 0 0 0,1 0 0 0 0,0 0 0 0 0,1 0-1 0 0,-1 1 1 0 0,1-1 0 0 0,-1 1 0 0 0,1 0 0 0 0,-4 10-1 0 0,6-13-172 0 0,0 1-1 0 0,0 0 0 0 0,1-1 0 0 0,-1 1 1 0 0,1 0-1 0 0,0-1 0 0 0,-1 1 0 0 0,1 0 0 0 0,0 0 1 0 0,1-1-1 0 0,-1 1 0 0 0,0 0 0 0 0,1-1 0 0 0,0 1 1 0 0,-1 0-1 0 0,1-1 0 0 0,0 1 0 0 0,0-1 0 0 0,1 1 1 0 0,-1-1-1 0 0,0 1 0 0 0,1-1 0 0 0,0 0 1 0 0,-1 0-1 0 0,1 0 0 0 0,0 0 0 0 0,0 0 0 0 0,0 0 1 0 0,0 0-1 0 0,1-1 0 0 0,-1 1 0 0 0,3 0 0 0 0,-2 0-816 0 0,1-1-1 0 0,-1 0 0 0 0,1 0 1 0 0,-1 0-1 0 0,1 0 0 0 0,-1 0 1 0 0,1-1-1 0 0,0 0 0 0 0,3 0 1 0 0</inkml:trace>
</inkml:ink>
</file>

<file path=ppt/ink/ink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8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85 495 1036 0 0,'-1'-1'333'0'0,"-1"-1"0"0"0,1 1 0 0 0,0-1 0 0 0,-1 1 0 0 0,1 0 0 0 0,-1-1 0 0 0,1 1 0 0 0,-1 0 0 0 0,1 0 0 0 0,-1 0 0 0 0,0 0 0 0 0,1 1 0 0 0,-1-1 1 0 0,0 0-1 0 0,0 1 0 0 0,0-1 0 0 0,0 1 0 0 0,0 0 0 0 0,-3-1 0 0 0,3 1 509 0 0,-35 23 2745 0 0,36-22-3505 0 0,0 1-1 0 0,0 0 1 0 0,0-1-1 0 0,0 1 0 0 0,0 0 1 0 0,1 0-1 0 0,-1-1 0 0 0,0 1 1 0 0,1 0-1 0 0,-1 0 0 0 0,1 0 1 0 0,0 0-1 0 0,0 0 1 0 0,0 0-1 0 0,0 0 0 0 0,0 0 1 0 0,0-1-1 0 0,0 1 0 0 0,1 0 1 0 0,-1 0-1 0 0,1 0 1 0 0,-1 0-1 0 0,1 0 0 0 0,0-1 1 0 0,-1 1-1 0 0,1 0 0 0 0,0 0 1 0 0,2 1-1 0 0,-1-1-98 0 0,0 0-1 0 0,0-1 1 0 0,1 1 0 0 0,-1 0-1 0 0,0-1 1 0 0,1 0 0 0 0,0 1-1 0 0,-1-1 1 0 0,1 0 0 0 0,0-1-1 0 0,-1 1 1 0 0,1 0 0 0 0,0-1-1 0 0,0 1 1 0 0,0-1 0 0 0,-1 0-1 0 0,1 0 1 0 0,0 0 0 0 0,0 0-1 0 0,4-1 1 0 0,8-2-96 0 0,0-1 0 0 0,0 0 0 0 0,0-1 0 0 0,0-1-1 0 0,-1 0 1 0 0,0-1 0 0 0,0 0 0 0 0,-1-1 0 0 0,0-1 0 0 0,-1 0 0 0 0,1 0 0 0 0,-2-2 0 0 0,1 1-1 0 0,-1-1 1 0 0,-1-1 0 0 0,0 0 0 0 0,-1-1 0 0 0,10-16 0 0 0,3-10 227 0 0,-1 0 0 0 0,-3-1 1 0 0,-1 0-1 0 0,-2-2 0 0 0,13-53 0 0 0,-25 86 355 0 0,-1-1 0 0 0,0 1 0 0 0,-1-1 0 0 0,0 1-1 0 0,0-1 1 0 0,-1 1 0 0 0,0-1 0 0 0,-2-11 0 0 0,1 19 1363 0 0,-1 4-1776 0 0,-1 0 0 0 0,1 0 0 0 0,0 0 0 0 0,-1 0-1 0 0,1 0 1 0 0,0 1 0 0 0,0-1 0 0 0,1 1 0 0 0,-1 0 0 0 0,0-1 0 0 0,1 1 0 0 0,-3 6 0 0 0,-2 10 29 0 0,1 0 0 0 0,1 1 1 0 0,0 0-1 0 0,2 0 0 0 0,0 0 0 0 0,1 1 0 0 0,1-1 0 0 0,1 0 1 0 0,1 0-1 0 0,0 0 0 0 0,2 0 0 0 0,0 0 0 0 0,2 0 0 0 0,0-1 1 0 0,1 0-1 0 0,1-1 0 0 0,0 1 0 0 0,18 26 0 0 0,-22-40-64 0 0,0 1 0 0 0,0-1-1 0 0,0 0 1 0 0,1-1 0 0 0,0 1 0 0 0,0-1-1 0 0,0 0 1 0 0,1 0 0 0 0,-1 0 0 0 0,1-1-1 0 0,0 0 1 0 0,0 0 0 0 0,0-1 0 0 0,1 1-1 0 0,-1-1 1 0 0,0-1 0 0 0,1 1 0 0 0,-1-1-1 0 0,1 0 1 0 0,0-1 0 0 0,-1 1 0 0 0,1-1-1 0 0,0-1 1 0 0,-1 1 0 0 0,1-1 0 0 0,0 0-1 0 0,-1-1 1 0 0,0 1 0 0 0,1-1 0 0 0,-1-1-1 0 0,0 1 1 0 0,0-1 0 0 0,0 0 0 0 0,0 0-1 0 0,8-7 1 0 0,-13 9 10 0 0,9-5 1377 0 0,-7 4-3181 0 0</inkml:trace>
</inkml:ink>
</file>

<file path=ppt/ink/ink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8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62 548 0 0,'0'0'1131'0'0,"14"-31"7230"0"0,-10 25-8057 0 0,7-13 2811 0 0,-8 14-5388 0 0</inkml:trace>
</inkml:ink>
</file>

<file path=ppt/ink/ink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8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3 1008 0 0,'6'-2'10201'0'0,"-17"17"-9797"0"0,6-10-97 0 0,1 1 0 0 0,0 0-1 0 0,0 0 1 0 0,0 0 0 0 0,1 1 0 0 0,-3 6 0 0 0,6-11 395 0 0,29 10 18 0 0,147-24 2254 0 0,-133 16-2233 0 0,2 0-1139 0 0,-16-7-3169 0 0,-24 1-576 0 0,-1-2 2208 0 0</inkml:trace>
</inkml:ink>
</file>

<file path=ppt/ink/ink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9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0 144 32 0 0,'0'-21'1644'0'0,"2"13"-148"0"0,4-3 60 0 0,-3-1-47 0 0,7 0-185 0 0,-3 0-124 0 0,1 2-120 0 0,1-3-80 0 0,6 3-108 0 0,-8 3-104 0 0,4 0-120 0 0,5 0-32 0 0,-2 1-356 0 0,2 4-420 0 0,0 0-536 0 0,-1 2-1540 0 0,0-1-2400 0 0,3-1 1059 0 0</inkml:trace>
</inkml:ink>
</file>

<file path=ppt/ink/ink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9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423 10 1124 0 0,'-7'-2'297'0'0,"1"0"0"0"0,-1 0-1 0 0,1 1 1 0 0,-1 0 0 0 0,0 0-1 0 0,0 0 1 0 0,1 1 0 0 0,-1 0-1 0 0,0 1 1 0 0,0-1 0 0 0,0 1 0 0 0,1 1-1 0 0,-1-1 1 0 0,1 1 0 0 0,-1 0-1 0 0,1 1 1 0 0,0-1 0 0 0,-1 1 0 0 0,1 1-1 0 0,-7 4 1 0 0,-9 6 181 0 0,0 0 1 0 0,2 2 0 0 0,-1 0-1 0 0,-17 20 1 0 0,21-19-188 0 0,2 1 1 0 0,0 0-1 0 0,1 1 1 0 0,1 0 0 0 0,0 1-1 0 0,2 1 1 0 0,0 0 0 0 0,2 0-1 0 0,-11 33 1 0 0,16-39-170 0 0,0 1 0 0 0,1 0 0 0 0,0 1 0 0 0,2-1 0 0 0,0 0 0 0 0,0 1 1 0 0,2-1-1 0 0,0 0 0 0 0,1 1 0 0 0,0-1 0 0 0,2 0 0 0 0,0 0 0 0 0,0 0 0 0 0,10 20 0 0 0,-3-11-66 0 0,2-1 1 0 0,1 0-1 0 0,0-1 0 0 0,2-1 0 0 0,1 0 0 0 0,0-1 0 0 0,2-1 1 0 0,34 30-1 0 0,-34-35-900 0 0,0-2 0 0 0,23 13 0 0 0,-22-15-1197 0 0,2-1 0 0 0,26 8 0 0 0,-16-9-1529 0 0</inkml:trace>
</inkml:ink>
</file>

<file path=ppt/ink/ink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39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165 237 10165 0 0,'2'-11'108'0'0,"0"1"0"0"0,-1-1 0 0 0,0 1 0 0 0,-1-1 0 0 0,0 1 0 0 0,-1-1 0 0 0,0 1 0 0 0,0-1-1 0 0,-1 1 1 0 0,-1 0 0 0 0,0 0 0 0 0,0 0 0 0 0,-1 0 0 0 0,0 0 0 0 0,-1 1 0 0 0,0 0 0 0 0,0-1 0 0 0,-1 2 0 0 0,-1-1 0 0 0,1 1 0 0 0,-1 0 0 0 0,-13-11 0 0 0,19 18 283 0 0,-34 42 87 0 0,28-24-408 0 0,0-1 1 0 0,2 1-1 0 0,-1 0 1 0 0,2 1-1 0 0,0-1 1 0 0,-1 32-1 0 0,4 110 212 0 0,2-25-85 0 0,-14 34 52 0 0,13-168-245 0 0,0 0 1 0 0,0 1-1 0 0,-1-1 0 0 0,1 0 1 0 0,0 1-1 0 0,0-1 1 0 0,0 0-1 0 0,0 1 0 0 0,0-1 1 0 0,0 0-1 0 0,0 1 0 0 0,0-1 1 0 0,0 0-1 0 0,0 1 0 0 0,0-1 1 0 0,0 0-1 0 0,0 1 0 0 0,1-1 1 0 0,-1 0-1 0 0,0 1 1 0 0,0-1-1 0 0,0 0 0 0 0,0 0 1 0 0,0 1-1 0 0,1-1 0 0 0,-1 0 1 0 0,0 0-1 0 0,0 1 0 0 0,1-1 1 0 0,-1 0-1 0 0,0 0 1 0 0,0 1-1 0 0,1-1 0 0 0,-1 0 1 0 0,0 0-1 0 0,1 0 0 0 0,14-5 73 0 0,33-33-64 0 0,-10 8-10 0 0,-21 19 3 0 0,-1-2-1 0 0,2 1 0 0 0,0 1-1 0 0,0 1 1 0 0,1 0-1 0 0,0 1 1 0 0,1 2 0 0 0,24-8-1 0 0,-43 15 6 0 0,1-1-1 0 0,-1 1 0 0 0,0-1 1 0 0,1 1-1 0 0,-1 0 0 0 0,0 0 1 0 0,1-1-1 0 0,-1 1 0 0 0,1 0 0 0 0,-1 0 1 0 0,0 1-1 0 0,1-1 0 0 0,-1 0 1 0 0,0 0-1 0 0,1 0 0 0 0,-1 1 1 0 0,0-1-1 0 0,1 1 0 0 0,-1-1 0 0 0,0 1 1 0 0,0 0-1 0 0,1-1 0 0 0,-1 1 1 0 0,0 0-1 0 0,0 0 0 0 0,0 0 1 0 0,0 0-1 0 0,0 0 0 0 0,0 0 1 0 0,0 0-1 0 0,-1 0 0 0 0,1 0 0 0 0,0 0 1 0 0,0 1-1 0 0,-1-1 0 0 0,1 0 1 0 0,-1 0-1 0 0,1 1 0 0 0,-1-1 1 0 0,0 0-1 0 0,1 1 0 0 0,-1 1 0 0 0,0 2 14 0 0,0 0 0 0 0,-1 0-1 0 0,1 0 1 0 0,-1 0-1 0 0,0-1 1 0 0,-1 1 0 0 0,1 0-1 0 0,-1 0 1 0 0,0-1 0 0 0,-3 6-1 0 0,-8 8-837 0 0,1-6-3870 0 0</inkml:trace>
</inkml:ink>
</file>

<file path=ppt/ink/ink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40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49 648 0 0,'2'-7'1736'0'0,"2"-7"336"0"0,-2-4-583 0 0,-1 8-869 0 0</inkml:trace>
</inkml:ink>
</file>

<file path=ppt/ink/ink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40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1 672 0 0,'-4'14'2948'0'0,"-16"39"1313"0"0,20-52-3975 0 0,-2 17 3183 0 0,21-30-3293 0 0,-9 4 42 0 0,1 1 0 0 0,0 0 1 0 0,1 0-1 0 0,0 2 0 0 0,0-1 1 0 0,16-4-1 0 0,-27 10-150 0 0,3-1-36 0 0,-1 1 0 0 0,0 0 0 0 0,0 0-1 0 0,1 1 1 0 0,-1-1 0 0 0,0 0 0 0 0,0 1 0 0 0,0 0 0 0 0,1 0 0 0 0,-1 0 0 0 0,5 3 0 0 0,6 3 17 0 0,0 0 1 0 0,0 0 0 0 0,1-1 0 0 0,0-1-1 0 0,0-1 1 0 0,1 0 0 0 0,-1-1-1 0 0,1 0 1 0 0,29 0 0 0 0,-41-3-360 0 0,0 0 1 0 0,0 0-1 0 0,0-1 0 0 0,0 1 1 0 0,0-1-1 0 0,0 0 0 0 0,7-2 1 0 0,-10 2-54 0 0,0 1-1 0 0,0-1 1 0 0,0 0 0 0 0,0 1 0 0 0,0-1-1 0 0,0 0 1 0 0,0 0 0 0 0,-1 1 0 0 0,1-1-1 0 0,0 0 1 0 0,0 0 0 0 0,0 0 0 0 0,-1 0-1 0 0,1 0 1 0 0,-1 0 0 0 0,1 0 0 0 0,-1 0-1 0 0,1-1 1 0 0,0 0 0 0 0,1-8-2195 0 0</inkml:trace>
</inkml:ink>
</file>

<file path=ppt/ink/ink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41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56 0 0,'18'-24'7829'0'0,"-19"7"-4888"0"0,0 8-3546 0 0,0 1-4322 0 0</inkml:trace>
</inkml:ink>
</file>

<file path=ppt/ink/ink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41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17 788 0 0,'4'-16'4582'0'0,"-3"24"471"0"0,-2 13-1741 0 0,-2-1-4028 0 0,-2 5 1300 0 0,2 1-1 0 0,-1 28 1 0 0,-1 10 87 0 0,4-51-630 0 0,0 1 0 0 0,1 0 0 0 0,1-1 0 0 0,0 1 0 0 0,1 0 0 0 0,0-1 0 0 0,1 1 0 0 0,0-1 0 0 0,1 0 0 0 0,6 13-1 0 0,-7-20-263 0 0,-1-1-1 0 0,1 0 0 0 0,-1 0 1 0 0,1-1-1 0 0,1 1 0 0 0,-1-1 0 0 0,0 1 1 0 0,1-1-1 0 0,0 0 0 0 0,0 0 0 0 0,1-1 1 0 0,-1 1-1 0 0,1-1 0 0 0,-1 0 0 0 0,1 0 1 0 0,0-1-1 0 0,0 1 0 0 0,0-1 1 0 0,1 0-1 0 0,-1 0 0 0 0,0-1 0 0 0,1 0 1 0 0,-1 0-1 0 0,1 0 0 0 0,0 0 0 0 0,-1-1 1 0 0,7 0-1 0 0,3 0-76 0 0,0-1 0 0 0,1-1 1 0 0,-1 0-1 0 0,0-1 0 0 0,0 0 1 0 0,0-1-1 0 0,0-1 0 0 0,-1 0 1 0 0,27-14-1 0 0,-23 8 731 0 0,-12 8 18 0 0,0 0 0 0 0,0 0 0 0 0,-1-1 0 0 0,0 1 0 0 0,0-1 0 0 0,0 0 0 0 0,0-1 0 0 0,5-6 0 0 0,-9 9 485 0 0,0 0-344 0 0,-1 1-558 0 0,0 1 1 0 0,0 0-1 0 0,1 0 0 0 0,-1 0 1 0 0,0 0-1 0 0,0 0 0 0 0,0 0 1 0 0,0-1-1 0 0,0 1 1 0 0,0 0-1 0 0,0 0 0 0 0,0 0 1 0 0,1 0-1 0 0,-1-1 0 0 0,0 1 1 0 0,0 0-1 0 0,0 0 0 0 0,0 0 1 0 0,0-1-1 0 0,0 1 1 0 0,0 0-1 0 0,0 0 0 0 0,0 0 1 0 0,0-1-1 0 0,0 1 0 0 0,0 0 1 0 0,0 0-1 0 0,0 0 1 0 0,-1 0-1 0 0,1-1 0 0 0,0 1 1 0 0,0 0-1 0 0,0 0 0 0 0,0 0 1 0 0,0 0-1 0 0,0-1 1 0 0,0 1-1 0 0,0 0 0 0 0,-1 0 1 0 0,1 0-1 0 0,0 0 0 0 0,0 0 1 0 0,0 0-1 0 0,0-1 0 0 0,0 1 1 0 0,-1 0-1 0 0,1 0 1 0 0,0 0-1 0 0,0 0 0 0 0,0 0 1 0 0,-1 0-1 0 0,1 0 0 0 0,0 0 1 0 0,0 0-1 0 0,0 0 1 0 0,0 0-1 0 0,-1 0 0 0 0,-6 1 150 0 0,1 0 1 0 0,-1 0-1 0 0,1 1 0 0 0,-1 0 0 0 0,-9 4 0 0 0,14-5-138 0 0,0 0 0 0 0,-1 0 0 0 0,1 0 0 0 0,0 0 0 0 0,0 0 0 0 0,0 1 0 0 0,1-1 0 0 0,-1 1 0 0 0,0-1 0 0 0,0 1 0 0 0,1-1 0 0 0,-1 1 0 0 0,1 0 0 0 0,-1 0 0 0 0,1 0 1 0 0,0 0-1 0 0,0 0 0 0 0,0 0 0 0 0,0 0 0 0 0,0 1 0 0 0,0-1 0 0 0,1 0 0 0 0,-1 0 0 0 0,0 4 0 0 0,2-5-38 0 0,-1 0 0 0 0,0 0 0 0 0,0 1 0 0 0,1-1 0 0 0,-1 0 0 0 0,0 0 0 0 0,1 0 0 0 0,-1 0 0 0 0,1 0 0 0 0,0 0 0 0 0,-1 0 0 0 0,1-1 0 0 0,0 1 0 0 0,-1 0 0 0 0,1 0 0 0 0,0 0 0 0 0,0-1 0 0 0,0 1 0 0 0,0 0 0 0 0,0-1 0 0 0,0 1 0 0 0,0-1 0 0 0,0 1 0 0 0,0-1 0 0 0,0 1-1 0 0,2-1 1 0 0,36 9 110 0 0,-21-5-28 0 0,37 8-97 0 0,-53-11 3 0 0,0 0 15 0 0,5 4-14 0 0,-2-3 89 0 0,0 0 1 0 0,0 0-1 0 0,1 0 0 0 0,-1-1 1 0 0,0 1-1 0 0,1-1 1 0 0,-1-1-1 0 0,1 1 0 0 0,-1-1 1 0 0,1 0-1 0 0,9-1 0 0 0,58-13-2785 0 0,-48 2-1567 0 0,-16 5-188 0 0,-1-1 722 0 0</inkml:trace>
</inkml:ink>
</file>

<file path=ppt/ink/ink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41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416 0 1180 0 0,'5'3'562'0'0,"0"1"0"0"0,-1-1 0 0 0,1 1-1 0 0,-1 0 1 0 0,1 0 0 0 0,-1 0 0 0 0,-1 1 0 0 0,1 0-1 0 0,0-1 1 0 0,-1 1 0 0 0,0 0 0 0 0,0 1 0 0 0,2 7-1 0 0,-1-3-105 0 0,-2-1 0 0 0,1 1-1 0 0,-1 1 1 0 0,-1-1 0 0 0,0 0-1 0 0,0 0 1 0 0,-1 12-1 0 0,-2 7 117 0 0,-2-1 1 0 0,-1 0-1 0 0,-1-1 0 0 0,-16 46 0 0 0,15-54-485 0 0,-1-1 1 0 0,-1 0-1 0 0,0 0 1 0 0,-1 0-1 0 0,-1-1 1 0 0,-1-1-1 0 0,-1 0 1 0 0,0-1-1 0 0,-22 21 1 0 0,2-8-1391 0 0,-1-2 0 0 0,-1-1 0 0 0,-53 27 0 0 0,23-17-2940 0 0,-1 0 324 0 0</inkml:trace>
</inkml:ink>
</file>

<file path=ppt/ink/ink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2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80 656 0 0,'0'-10'760'0'0,"0"6"-249"0"0,1-1 1 0 0,-1 1 0 0 0,0 0 0 0 0,-1-1 0 0 0,1 1 0 0 0,-1 0 0 0 0,0 0 0 0 0,0 0 0 0 0,0 0 0 0 0,0 0-1 0 0,-1 0 1 0 0,1 0 0 0 0,-4-5 0 0 0,4 8-51 0 0,1 0-413 0 0,-1 1-1 0 0,0-1 0 0 0,1 1 1 0 0,-1 0-1 0 0,0-1 0 0 0,1 1 1 0 0,-1-1-1 0 0,0 1 0 0 0,1 0 1 0 0,-1 0-1 0 0,0-1 0 0 0,0 1 1 0 0,1 0-1 0 0,-1 0 0 0 0,0 0 1 0 0,0 0-1 0 0,0 0 0 0 0,1 0 1 0 0,-1 0-1 0 0,0 0 0 0 0,0 0 1 0 0,0 0-1 0 0,1 0 0 0 0,-1 1 1 0 0,0-1-1 0 0,0 0 0 0 0,1 1 1 0 0,-1-1-1 0 0,0 0 0 0 0,1 1 1 0 0,-1-1-1 0 0,0 1 0 0 0,-28 12 598 0 0,13 0-408 0 0,0 1 0 0 0,1 0 0 0 0,0 2 0 0 0,1-1 1 0 0,1 2-1 0 0,1-1 0 0 0,0 2 0 0 0,1 0 0 0 0,1 0 1 0 0,1 1-1 0 0,-12 31 0 0 0,18-40-193 0 0,0 0 1 0 0,0 0-1 0 0,1 0 1 0 0,0 0-1 0 0,1 1 0 0 0,0-1 1 0 0,0 1-1 0 0,1-1 1 0 0,1 0-1 0 0,-1 1 0 0 0,2-1 1 0 0,0 0-1 0 0,0 1 1 0 0,1-1-1 0 0,4 11 1 0 0,-4-13-37 0 0,1-1 0 0 0,0 0 1 0 0,0 0-1 0 0,0 0 0 0 0,1 0 1 0 0,0-1-1 0 0,1 0 1 0 0,-1 0-1 0 0,1 0 0 0 0,0-1 1 0 0,0 0-1 0 0,1 0 0 0 0,0 0 1 0 0,0-1-1 0 0,0 0 1 0 0,0 0-1 0 0,1-1 0 0 0,-1 0 1 0 0,13 3-1 0 0,-11-4 0 0 0,0-1-1 0 0,0 0 1 0 0,0-1 0 0 0,0 0 0 0 0,0 0-1 0 0,0 0 1 0 0,-1-2 0 0 0,1 1-1 0 0,0-1 1 0 0,0 0 0 0 0,-1-1 0 0 0,1 0-1 0 0,-1 0 1 0 0,0-1 0 0 0,0 0-1 0 0,0 0 1 0 0,0-1 0 0 0,-1 0-1 0 0,0 0 1 0 0,0-1 0 0 0,0 0 0 0 0,-1 0-1 0 0,1-1 1 0 0,-2 0 0 0 0,1 0-1 0 0,-1 0 1 0 0,0-1 0 0 0,0 1 0 0 0,-1-1-1 0 0,0 0 1 0 0,-1-1 0 0 0,0 1-1 0 0,0-1 1 0 0,0 1 0 0 0,-1-1-1 0 0,-1 0 1 0 0,1 0 0 0 0,-1 0 0 0 0,-1 0-1 0 0,0 0 1 0 0,0 0 0 0 0,-2-10-1 0 0,-1 7 6 0 0,-1 1 0 0 0,0 0-1 0 0,0 0 1 0 0,-1 0 0 0 0,0 0-1 0 0,-1 1 1 0 0,0 0-1 0 0,-1 0 1 0 0,0 1 0 0 0,-1 0-1 0 0,0 0 1 0 0,0 0 0 0 0,-1 1-1 0 0,0 1 1 0 0,-17-12-1 0 0,25 18-92 0 0,0 1-1 0 0,0 0 0 0 0,0 0 0 0 0,-1-1 0 0 0,1 1 0 0 0,0 0 1 0 0,0 0-1 0 0,0 0 0 0 0,-1 0 0 0 0,1 0 0 0 0,0 1 0 0 0,0-1 0 0 0,-1 0 1 0 0,1 1-1 0 0,0-1 0 0 0,0 0 0 0 0,0 1 0 0 0,0-1 0 0 0,0 1 1 0 0,0 0-1 0 0,-2 0 0 0 0,-12 11-4058 0 0,10-6 509 0 0,2 2 278 0 0</inkml:trace>
</inkml:ink>
</file>

<file path=ppt/ink/ink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3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70 608 0 0,'13'2'707'0'0,"0"-1"0"0"0,0 2-1 0 0,0 0 1 0 0,-1 0 0 0 0,1 1 0 0 0,-1 1-1 0 0,0 0 1 0 0,19 11 0 0 0,-26-13-577 0 0,0 0 0 0 0,-1 1 1 0 0,1-1-1 0 0,-1 1 0 0 0,0 0 0 0 0,0 0 1 0 0,0 0-1 0 0,0 1 0 0 0,-1-1 0 0 0,0 1 0 0 0,0 0 1 0 0,0 0-1 0 0,-1 0 0 0 0,1 0 0 0 0,-1 1 1 0 0,0-1-1 0 0,-1 1 0 0 0,1-1 0 0 0,-1 1 1 0 0,0 0-1 0 0,-1-1 0 0 0,1 7 0 0 0,-1-8-60 0 0,-1-1 1 0 0,1 1-1 0 0,-1 0 0 0 0,1 0 0 0 0,-1-1 0 0 0,0 1 0 0 0,0 0 0 0 0,-1-1 0 0 0,1 1 1 0 0,-1-1-1 0 0,0 1 0 0 0,0-1 0 0 0,0 0 0 0 0,0 0 0 0 0,-1 0 0 0 0,1 0 1 0 0,-1 0-1 0 0,0-1 0 0 0,0 1 0 0 0,0-1 0 0 0,0 0 0 0 0,0 1 0 0 0,0-1 1 0 0,-6 2-1 0 0,9-4-42 0 0,-1 1 0 0 0,1-1 0 0 0,0 0 0 0 0,-1 1-1 0 0,1-1 1 0 0,-1 0 0 0 0,1 0 0 0 0,0 1 0 0 0,-1-1 0 0 0,1 0 0 0 0,-1 0 0 0 0,1 0 0 0 0,-1 0 0 0 0,1 0 0 0 0,-1 0 0 0 0,1 0 0 0 0,-1 0 0 0 0,1 0 0 0 0,-1 0 0 0 0,1 0 0 0 0,-1 0-1 0 0,1 0 1 0 0,0 0 0 0 0,-1 0 0 0 0,1 0 0 0 0,-1 0 0 0 0,1 0 0 0 0,-1-1 0 0 0,1 1 0 0 0,-1 0 0 0 0,1 0 0 0 0,0-1 0 0 0,-1 1 0 0 0,1 0 0 0 0,-1-1 0 0 0,-1-18 378 0 0,8-15-145 0 0,2 16-228 0 0,0 1 0 0 0,1-1 0 0 0,1 2 0 0 0,0-1 0 0 0,1 1 0 0 0,1 1-1 0 0,14-15 1 0 0,-10 13-972 0 0,1 1 1 0 0,35-26-1 0 0,-19 22-4412 0 0,-16 10 2264 0 0</inkml:trace>
</inkml:ink>
</file>

<file path=ppt/ink/ink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3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8 368 0 0,'-2'-8'11727'0'0,"-2"40"-11133"0"0,2 0 0 0 0,1 0 0 0 0,2 0 0 0 0,7 43 0 0 0,-4-35-641 0 0,-1 0-1 0 0,-4 59 0 0 0,-12-57-6082 0 0,5-36-270 0 0</inkml:trace>
</inkml:ink>
</file>

<file path=ppt/ink/ink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4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0 428 212 0 0,'45'-27'2764'0'0,"-3"3"-1196"0"0,0-2 0 0 0,-2-2 0 0 0,69-62 0 0 0,-103 83-1353 0 0,1-2 0 0 0,-1 1-1 0 0,0-1 1 0 0,-1 0 0 0 0,0 0-1 0 0,0-1 1 0 0,-1 1 0 0 0,0-1 0 0 0,-1 0-1 0 0,0 0 1 0 0,-1 0 0 0 0,0-1 0 0 0,0 1-1 0 0,-1 0 1 0 0,-1-1 0 0 0,1 1-1 0 0,-2-1 1 0 0,0 1 0 0 0,0-1 0 0 0,0 1-1 0 0,-5-14 1 0 0,1 19 1005 0 0,-2 14-1002 0 0,-4 19-230 0 0,2 28 141 0 0,3-1-1 0 0,2 1 1 0 0,5 108-1 0 0,2-49 24 0 0,5-71 28 0 0,-7-43-172 0 0,-1-1 0 0 0,1 1 0 0 0,-1-1 0 0 0,1 0 0 0 0,-1 1-1 0 0,1-1 1 0 0,0 0 0 0 0,-1 1 0 0 0,1-1 0 0 0,-1 0 0 0 0,1 0 0 0 0,0 1-1 0 0,-1-1 1 0 0,1 0 0 0 0,0 0 0 0 0,-1 0 0 0 0,1 0 0 0 0,0 0 0 0 0,-1 0 0 0 0,1 0-1 0 0,0 0 1 0 0,-1 0 0 0 0,1 0 0 0 0,0 0 0 0 0,-1-1 0 0 0,1 1 0 0 0,-1 0 0 0 0,2-1-1 0 0,16-4 39 0 0,-18 5-46 0 0,24-10 80 0 0,45-26 0 0 0,-15 8-11 0 0,-42 22-60 0 0,1 1 0 0 0,-1 0 0 0 0,1 1 0 0 0,0 0 0 0 0,0 1 0 0 0,1 1-1 0 0,-1 0 1 0 0,0 0 0 0 0,1 2 0 0 0,-1 0 0 0 0,20 2 0 0 0,-22-2 1 0 0,-1-1 0 0 0,1 0 0 0 0,0 0 0 0 0,0-1-1 0 0,-1 0 1 0 0,1-1 0 0 0,-1 0 0 0 0,10-5 0 0 0,-11 5-5 0 0,-1-1 0 0 0,0-1-1 0 0,0 0 1 0 0,-1 0 0 0 0,0 0 0 0 0,0-1 0 0 0,10-10 0 0 0,-16 15 69 0 0,-1 12 237 0 0,-2 27-216 0 0,2-36-93 0 0,1-1 1 0 0,-1 0-1 0 0,1 1 0 0 0,-1-1 0 0 0,1 0 0 0 0,-1 1 1 0 0,1-1-1 0 0,0 0 0 0 0,0 0 0 0 0,-1 0 0 0 0,1 0 1 0 0,0 0-1 0 0,0 1 0 0 0,0-1 0 0 0,0-1 0 0 0,0 1 1 0 0,0 0-1 0 0,1 0 0 0 0,-1 0 0 0 0,0-1 0 0 0,0 1 1 0 0,1 0-1 0 0,-1-1 0 0 0,0 1 0 0 0,1-1 0 0 0,-1 0 1 0 0,0 1-1 0 0,1-1 0 0 0,1 0 0 0 0,1 1 13 0 0,0-1 0 0 0,-1 0-1 0 0,1 0 1 0 0,0 0 0 0 0,0-1-1 0 0,-1 1 1 0 0,1-1 0 0 0,0 0-1 0 0,-1 0 1 0 0,1 0 0 0 0,-1 0-1 0 0,1 0 1 0 0,-1-1 0 0 0,1 0-1 0 0,-1 0 1 0 0,0 0 0 0 0,0 0-1 0 0,0 0 1 0 0,0-1 0 0 0,0 1-1 0 0,-1-1 1 0 0,1 0 0 0 0,-1 0-1 0 0,1 0 1 0 0,-1 0 0 0 0,0 0-1 0 0,0 0 1 0 0,-1-1 0 0 0,1 1-1 0 0,-1-1 1 0 0,1 1 0 0 0,-1-1-1 0 0,0 1 1 0 0,-1-1 0 0 0,1 0-1 0 0,0 1 1 0 0,-1-1 0 0 0,0 0-1 0 0,0-5 1 0 0,0 7-92 0 0,-1 0 0 0 0,1 0 1 0 0,0 1-1 0 0,0-1 0 0 0,-1 0 0 0 0,1 1 1 0 0,-1-1-1 0 0,0 1 0 0 0,1-1 0 0 0,-1 0 1 0 0,0 1-1 0 0,0 0 0 0 0,0-1 0 0 0,0 1 0 0 0,0-1 1 0 0,0 1-1 0 0,-1 0 0 0 0,1 0 0 0 0,0 0 1 0 0,-1 0-1 0 0,1 0 0 0 0,0 0 0 0 0,-1 0 1 0 0,1 0-1 0 0,-1 0 0 0 0,0 1 0 0 0,1-1 0 0 0,-1 1 1 0 0,0-1-1 0 0,1 1 0 0 0,-1-1 0 0 0,0 1 1 0 0,1 0-1 0 0,-4 0 0 0 0,2 0-1266 0 0,-12 7-9626 0 0</inkml:trace>
</inkml:ink>
</file>

<file path=ppt/ink/ink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5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353 46 400 0 0,'1'-16'1780'0'0,"0"-1"4026"0"0,-7 8-5619 0 0,4 8 153 0 0,-2 0-140 0 0,1 0 0 0 0,-1 1-1 0 0,0 0 1 0 0,0-1-1 0 0,1 1 1 0 0,-1 1 0 0 0,0-1-1 0 0,1 0 1 0 0,-1 1-1 0 0,-6 2 1 0 0,3-1-127 0 0,1 0 0 0 0,0 0 0 0 0,-1 0 0 0 0,1 1 0 0 0,1 0 0 0 0,-1 1 0 0 0,0-1 0 0 0,1 1-1 0 0,-1 0 1 0 0,1 0 0 0 0,0 1 0 0 0,1 0 0 0 0,-1-1 0 0 0,1 2 0 0 0,0-1 0 0 0,0 0 0 0 0,0 1 0 0 0,1 0 0 0 0,0 0 0 0 0,0 0 0 0 0,1 0 0 0 0,-1 0 0 0 0,1 0 0 0 0,1 1 0 0 0,-1-1 0 0 0,1 1-1 0 0,0 0 1 0 0,0-1 0 0 0,1 1 0 0 0,0 0 0 0 0,0-1 0 0 0,1 1 0 0 0,0-1 0 0 0,0 1 0 0 0,0 0 0 0 0,4 8 0 0 0,20 72 60 0 0,-4-19-44 0 0,11 76 1 0 0,-28-124-80 0 0,-2 1 1 0 0,0-1 0 0 0,-2 1 0 0 0,0-1-1 0 0,-1 1 1 0 0,-1-1 0 0 0,-1 0 0 0 0,-7 28 0 0 0,7-40 23 0 0,0 0 1 0 0,0-1-1 0 0,-1 1 1 0 0,0-1 0 0 0,0 0-1 0 0,-1 0 1 0 0,0 0-1 0 0,0-1 1 0 0,0 0-1 0 0,-1 0 1 0 0,0 0 0 0 0,0 0-1 0 0,0-1 1 0 0,-9 5-1 0 0,11-8 21 0 0,0 1 0 0 0,0-1 1 0 0,-1 0-1 0 0,1 0 0 0 0,-1-1 0 0 0,1 1 0 0 0,-1-1 0 0 0,0 0 0 0 0,1 0 0 0 0,-1 0 0 0 0,0-1 0 0 0,0 0 0 0 0,0 0 0 0 0,1 0 0 0 0,-1-1 0 0 0,0 1 0 0 0,0-1 0 0 0,1 0 0 0 0,-1 0 0 0 0,0-1 1 0 0,1 0-1 0 0,-1 1 0 0 0,1-2 0 0 0,0 1 0 0 0,-7-4 0 0 0,7 3-9 0 0,0 0 0 0 0,0 0 0 0 0,0-1 0 0 0,0 1 0 0 0,0-1 0 0 0,1 0 0 0 0,-1 0 0 0 0,1 0 1 0 0,0 0-1 0 0,0 0 0 0 0,1-1 0 0 0,-1 0 0 0 0,1 1 0 0 0,0-1 0 0 0,0 0 0 0 0,1 0 0 0 0,-2-8 0 0 0,2 5-28 0 0,1 0-1 0 0,0 0 1 0 0,0-1 0 0 0,1 1-1 0 0,0 0 1 0 0,0 0-1 0 0,1 0 1 0 0,0 0-1 0 0,1 1 1 0 0,3-10-1 0 0,9-13-236 0 0,1 1-1 0 0,1 0 1 0 0,2 2-1 0 0,28-34 0 0 0,-14 25-421 0 0,2 1 0 0 0,1 1 0 0 0,2 2 0 0 0,1 2-1 0 0,1 1 1 0 0,69-36 0 0 0,-107 63 681 0 0,-1 1 1 0 0,1 0-1 0 0,0 0 1 0 0,-1 1-1 0 0,1-1 1 0 0,0 0-1 0 0,0 1 1 0 0,-1-1-1 0 0,1 0 1 0 0,0 1-1 0 0,0 0 0 0 0,0 0 1 0 0,0-1-1 0 0,0 1 1 0 0,2 1-1 0 0,13 15 972 0 0,-1 6-650 0 0,-10-18-252 0 0,0 1 0 0 0,1-1 0 0 0,-1-1-1 0 0,1 1 1 0 0,-1-1 0 0 0,1 0 0 0 0,0 0 0 0 0,1-1 0 0 0,-1 0 0 0 0,0 0 0 0 0,10 1 0 0 0,-15-3 63 0 0,15-8 187 0 0,-17 3-306 0 0,-1-1 0 0 0,0 1 0 0 0,0 0 0 0 0,-1 0 0 0 0,1 0 0 0 0,-1 0 0 0 0,0 0 0 0 0,-4-6 0 0 0,-3-9 27 0 0,8 18-106 0 0,-9-10-2851 0 0</inkml:trace>
</inkml:ink>
</file>

<file path=ppt/ink/ink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6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1 340 188 0 0,'5'20'5771'0'0,"-6"-10"-4953"0"0,0-3-363 0 0,0-1 1 0 0,1 1-1 0 0,0-1 1 0 0,0 1-1 0 0,0 0 0 0 0,1-1 1 0 0,0 1-1 0 0,0-1 1 0 0,3 8-1 0 0,-3-11 8 0 0,5-4-220 0 0,0 1-1 0 0,0-1 0 0 0,0 0 0 0 0,0 0 0 0 0,0 0 0 0 0,0-1 0 0 0,0 0 0 0 0,-1 0 0 0 0,6-4 1 0 0,26-6-270 0 0,-1 6-408 0 0,0 1 0 0 0,40 0 0 0 0,-36 3-104 0 0,71-12 0 0 0,-73 5 489 0 0,59-23-1 0 0,-96 32 91 0 0,0 0 0 0 0,0 0-1 0 0,-1-1 1 0 0,1 1 0 0 0,0 0 0 0 0,-1-1 0 0 0,1 1-1 0 0,-1-1 1 0 0,1 1 0 0 0,0-1 0 0 0,-1 1 0 0 0,1-1-1 0 0,-1 1 1 0 0,1-1 0 0 0,-1 0 0 0 0,1 1 0 0 0,-1-1-1 0 0,0 1 1 0 0,1-1 0 0 0,-1 0 0 0 0,0 0 0 0 0,1 1-1 0 0,-1-1 1 0 0,0 0 0 0 0,0 0 0 0 0,0 1-1 0 0,0-1 1 0 0,0 0 0 0 0,0 0 0 0 0,0 1 0 0 0,0-1-1 0 0,0 0 1 0 0,0 0 0 0 0,0 1 0 0 0,0-1 0 0 0,0 0-1 0 0,-1 0 1 0 0,1 1 0 0 0,0-1 0 0 0,0 0 0 0 0,-1 1-1 0 0,1-1 1 0 0,-1 0 0 0 0,1 1 0 0 0,-1-1 0 0 0,1 1-1 0 0,-1-1 1 0 0,1 0 0 0 0,-2 0 0 0 0,2 0-162 0 0,-2-2 548 0 0,1 2-309 0 0,0 0 0 0 0,0 0 0 0 0,0 1 0 0 0,1-1 0 0 0,-1 0 0 0 0,0 0 0 0 0,0 1 0 0 0,0-1 0 0 0,0 0 0 0 0,0 1 0 0 0,0-1 0 0 0,0 1 0 0 0,-1-1 0 0 0,1 1 0 0 0,0 0 0 0 0,0 0 0 0 0,-2-1 0 0 0,-3 5-100 0 0,1 0 0 0 0,0 0 0 0 0,0 1 1 0 0,0-1-1 0 0,1 1 0 0 0,-1 0 0 0 0,1 0 0 0 0,1 1 1 0 0,-1-1-1 0 0,1 1 0 0 0,-1 0 0 0 0,-2 8 0 0 0,-15 25-42 0 0,20-37 51 0 0,2 3-16 0 0,-1-5-7 0 0,0 1-1 0 0,0-1 0 0 0,0 1 0 0 0,0-1 1 0 0,0 1-1 0 0,0-1 0 0 0,0 1 1 0 0,0-1-1 0 0,0 1 0 0 0,0-1 1 0 0,0 1-1 0 0,0-1 0 0 0,0 0 1 0 0,0 1-1 0 0,1-1 0 0 0,-1 1 0 0 0,0-1 1 0 0,0 1-1 0 0,1-1 0 0 0,-1 1 1 0 0,0-1-1 0 0,1 0 0 0 0,-1 1 1 0 0,0-1-1 0 0,1 0 0 0 0,-1 1 1 0 0,0-1-1 0 0,1 0 0 0 0,-1 0 0 0 0,1 1 1 0 0,-1-1-1 0 0,1 0 0 0 0,-1 0 1 0 0,1 0-1 0 0,-1 1 0 0 0,1-1 1 0 0,-1 0-1 0 0,1 0 0 0 0,-1 0 1 0 0,0 0-1 0 0,1 0 0 0 0,-1 0 1 0 0,2 0-1 0 0,13-3-5 0 0,-1 0 0 0 0,1-1 0 0 0,-1-1 0 0 0,1-1 1 0 0,-1 1-1 0 0,16-11 0 0 0,85-55-273 0 0,-55 32 138 0 0,-15 13 69 0 0,-8 4-41 0 0,52-38 1 0 0,-80 54 127 0 0,-1-1 0 0 0,-1 0 0 0 0,1 0 1 0 0,-1 0-1 0 0,-1-1 0 0 0,1 0 0 0 0,-1-1 0 0 0,-1 1 0 0 0,1-1 0 0 0,-1 0 1 0 0,6-17-1 0 0,-10 24 57 0 0,-1 0 0 0 0,1 1 0 0 0,-1-1 0 0 0,1 0 0 0 0,-1 0 0 0 0,1 0 0 0 0,-1 0 0 0 0,0 0 0 0 0,0 0 0 0 0,0 0 0 0 0,0 0 0 0 0,0 1 0 0 0,0-1 0 0 0,-1 0 0 0 0,1 0 0 0 0,-1 0 0 0 0,1 0 0 0 0,-1 0 0 0 0,0 1 0 0 0,0-1 1 0 0,0 0-1 0 0,1 0 0 0 0,-2 1 0 0 0,1-1 0 0 0,0 1 0 0 0,0-1 0 0 0,0 1 0 0 0,-1-1 0 0 0,-2-1 0 0 0,2 2-15 0 0,0 0-1 0 0,0 1 1 0 0,0-1 0 0 0,-1 0-1 0 0,1 1 1 0 0,0 0 0 0 0,0-1-1 0 0,-1 1 1 0 0,1 0 0 0 0,0 0-1 0 0,-1 0 1 0 0,1 1-1 0 0,0-1 1 0 0,-1 0 0 0 0,1 1-1 0 0,0 0 1 0 0,0-1 0 0 0,-1 1-1 0 0,1 0 1 0 0,0 0 0 0 0,0 0-1 0 0,0 0 1 0 0,-3 3 0 0 0,-7 5 21 0 0,1 1 0 0 0,0 0 0 0 0,1 1 0 0 0,0 0 0 0 0,1 0 0 0 0,0 1 0 0 0,0 0 0 0 0,2 1 0 0 0,-1 0 0 0 0,2 0 0 0 0,0 1 0 0 0,0-1 0 0 0,1 1 0 0 0,-4 20 0 0 0,6-19-506 0 0,0 1 0 0 0,1 0 0 0 0,0-1 0 0 0,2 1 1 0 0,1 29-1 0 0,0-34-664 0 0,1 0 1 0 0,0-1 0 0 0,1 1 0 0 0,0-1-1 0 0,0 1 1 0 0,1-1 0 0 0,1 0 0 0 0,9 16-1 0 0,9 6-3686 0 0</inkml:trace>
</inkml:ink>
</file>

<file path=ppt/ink/ink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7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397 34 16 0 0,'-1'-2'211'0'0,"1"0"0"0"0,-1 0 0 0 0,0 1 0 0 0,0-1 0 0 0,0 0 0 0 0,0 0 0 0 0,0 0-1 0 0,0 1 1 0 0,0-1 0 0 0,0 0 0 0 0,-1 1 0 0 0,1-1 0 0 0,0 1 0 0 0,-1 0 0 0 0,0-1 0 0 0,1 1 0 0 0,-1 0 0 0 0,0 0 0 0 0,1 0 0 0 0,-1 0 0 0 0,-3-1-1 0 0,3 2-99 0 0,-1 0 0 0 0,1 1 0 0 0,-1-1-1 0 0,1 0 1 0 0,-1 1 0 0 0,1 0 0 0 0,-1-1-1 0 0,1 1 1 0 0,0 0 0 0 0,-1 0 0 0 0,1 1-1 0 0,0-1 1 0 0,0 0 0 0 0,0 1 0 0 0,0-1-1 0 0,0 1 1 0 0,-2 2 0 0 0,-18 15 374 0 0,2 1 0 0 0,1 1 0 0 0,0 1 0 0 0,1 0 0 0 0,-23 41 0 0 0,15-16-1 0 0,2 0-1 0 0,-21 57 0 0 0,26-53-191 0 0,3 1 0 0 0,1 0-1 0 0,3 1 1 0 0,2 0-1 0 0,-6 106 1 0 0,16-133-194 0 0,0 0 0 0 0,2-1 0 0 0,1 1 0 0 0,1-1 0 0 0,1 0 1 0 0,1 0-1 0 0,1 0 0 0 0,1-1 0 0 0,1 0 0 0 0,2 0 0 0 0,0-1 0 0 0,1-1 0 0 0,2 0 0 0 0,29 37 0 0 0,-25-39-119 0 0,2 0-1 0 0,0-2 0 0 0,1 0 1 0 0,1-2-1 0 0,0 0 1 0 0,1-1-1 0 0,47 21 0 0 0,-46-26-523 0 0,0-1-1 0 0,0-1 0 0 0,35 6 0 0 0,-39-10-720 0 0,1-2 0 0 0,-1 0-1 0 0,0-1 1 0 0,33-3 0 0 0,-13-5-1854 0 0</inkml:trace>
</inkml:ink>
</file>

<file path=ppt/ink/ink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7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85 428 0 0,'3'-11'1261'0'0,"1"0"1"0"0,-1-1-1 0 0,-1 1 1 0 0,0-1-1 0 0,0-15 1563 0 0,-2 33-2457 0 0,-52 439 3124 0 0,49-418-3375 0 0,1 10 225 0 0,-16 72 0 0 0,17-93-245 0 0,-2-14 51 0 0,-2-25 215 0 0,3-5-340 0 0,2 22-22 0 0,0 1 0 0 0,-1-1 0 0 0,0 0 0 0 0,0 1 0 0 0,0-1 0 0 0,0 0 0 0 0,-5-9 0 0 0,5 13 0 0 0,-1 0-1 0 0,0-1 1 0 0,0 1-1 0 0,0 0 0 0 0,0 0 1 0 0,0 0-1 0 0,0 0 1 0 0,0 0-1 0 0,-1 1 0 0 0,1-1 1 0 0,-1 1-1 0 0,1-1 1 0 0,-1 1-1 0 0,0 0 1 0 0,1 0-1 0 0,-1 0 0 0 0,0 0 1 0 0,0 1-1 0 0,0-1 1 0 0,-4 0-1 0 0,-1 1-2 0 0,1-1 1 0 0,0 1-1 0 0,-1 0 1 0 0,1 1-1 0 0,0-1 1 0 0,-1 1-1 0 0,1 1 1 0 0,0 0-1 0 0,0 0 1 0 0,0 0-1 0 0,0 1 1 0 0,-11 5-1 0 0,14-5 1 0 0,0-1 0 0 0,0 1 0 0 0,0-1 0 0 0,0 1 0 0 0,1 1 0 0 0,-1-1 0 0 0,1 0 0 0 0,-1 1 0 0 0,1 0 0 0 0,1 0 0 0 0,-1 0 0 0 0,0 0 0 0 0,1 0 0 0 0,0 0 0 0 0,0 1 0 0 0,0-1 0 0 0,0 1 0 0 0,1-1 0 0 0,0 1 0 0 0,-1 5 0 0 0,2-8 3 0 0,0 0-1 0 0,1 1 0 0 0,-1-1 1 0 0,0 0-1 0 0,1 0 1 0 0,0 0-1 0 0,-1 0 0 0 0,1 0 1 0 0,0 0-1 0 0,0 0 0 0 0,0 0 1 0 0,0 0-1 0 0,1 0 1 0 0,-1 0-1 0 0,0-1 0 0 0,1 1 1 0 0,0 0-1 0 0,-1-1 0 0 0,1 1 1 0 0,0-1-1 0 0,-1 0 0 0 0,1 0 1 0 0,0 1-1 0 0,0-1 1 0 0,0 0-1 0 0,0-1 0 0 0,0 1 1 0 0,0 0-1 0 0,4 0 0 0 0,4 2 4 0 0,0 0 0 0 0,1-1 0 0 0,-1 0 0 0 0,19 1 0 0 0,6-4-7 0 0,1-2 0 0 0,-1-2 0 0 0,0-1 1 0 0,0-1-1 0 0,0-2 0 0 0,-1-2 0 0 0,-1-1 0 0 0,1-1 0 0 0,37-22 0 0 0,-6 8 306 0 0,-63 26 237 0 0,-4 8-588 0 0,-1 0 0 0 0,-1 0-1 0 0,1-1 1 0 0,-1 0 0 0 0,0 1-1 0 0,0-1 1 0 0,-7 7 0 0 0,-8 13-5032 0 0,9-17-2298 0 0</inkml:trace>
</inkml:ink>
</file>

<file path=ppt/ink/ink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8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69 248 0 0,'3'-10'1590'0'0,"-1"0"1"0"0,0 0-1 0 0,2-21 0 0 0,-4 29-1198 0 0,6-3 127 0 0,0 5-3123 0 0,9 8 742 0 0,-11-6 140 0 0</inkml:trace>
</inkml:ink>
</file>

<file path=ppt/ink/ink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8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 44 0 0,'-3'2'279'0'0,"1"0"0"0"0,-1 0 0 0 0,1 0 0 0 0,0 1 0 0 0,0-1 0 0 0,0 1 0 0 0,0-1 0 0 0,0 1 0 0 0,0 0 0 0 0,1 0 0 0 0,0 0 0 0 0,-1 0 0 0 0,1 0 0 0 0,0 0 0 0 0,0 0 0 0 0,1 0 0 0 0,-1 0 0 0 0,1 1 0 0 0,-1-1 0 0 0,1 0 0 0 0,0 0 0 0 0,0 1 0 0 0,1-1 0 0 0,-1 0 0 0 0,1 0 0 0 0,-1 0 0 0 0,1 1 0 0 0,0-1 0 0 0,0 0 0 0 0,3 5 0 0 0,19 41 1382 0 0,-18-40-1316 0 0,-1 0-1 0 0,1 0 1 0 0,-2 0-1 0 0,1 1 1 0 0,2 11-1 0 0,-6-20-188 0 0,-16 2 216 0 0,-19 1 154 0 0,34-4-583 0 0,-25-5-585 0 0,9-6-6646 0 0</inkml:trace>
</inkml:ink>
</file>

<file path=ppt/ink/ink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9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29 852 0 0,'-9'-10'2697'0'0,"5"8"-2259"0"0,-1-1 0 0 0,0 1 1 0 0,0 0-1 0 0,0 0 0 0 0,0 0 0 0 0,0 1 0 0 0,0-1 1 0 0,0 1-1 0 0,0 1 0 0 0,-1-1 0 0 0,-5 1 0 0 0,9 0-353 0 0,0 0 0 0 0,0 0 0 0 0,0 0 0 0 0,0 1 0 0 0,0-1 0 0 0,0 1 0 0 0,0-1 0 0 0,0 1 0 0 0,0 0 0 0 0,1 0 0 0 0,-1 0 0 0 0,0 0 0 0 0,0 0 0 0 0,1 0 0 0 0,-1 0 0 0 0,1 0 0 0 0,-1 1 0 0 0,1-1 0 0 0,-1 1 0 0 0,1-1 0 0 0,0 1 0 0 0,0 0 0 0 0,0-1 0 0 0,0 1 0 0 0,0 0 0 0 0,0 0 0 0 0,0 0 0 0 0,0 0 0 0 0,1 0 0 0 0,-1 0 0 0 0,1 0 0 0 0,0 0 0 0 0,-1 0 0 0 0,1 2 0 0 0,0 8 53 0 0,-1 1-1 0 0,2-1 1 0 0,0 1 0 0 0,0 0 0 0 0,1-1-1 0 0,1 0 1 0 0,0 1 0 0 0,6 11 0 0 0,1 11 76 0 0,-6-14-35 0 0,0 1 1 0 0,-1 0-1 0 0,-1 33 0 0 0,-2-54-172 0 0,0 0 0 0 0,0-1 0 0 0,0 1 0 0 0,0-1 0 0 0,-1 1 0 0 0,1-1 0 0 0,0 1 0 0 0,-1-1 0 0 0,1 1 0 0 0,0-1 0 0 0,-1 1 0 0 0,1-1 0 0 0,-1 1 0 0 0,1-1 0 0 0,-1 1 0 0 0,1-1 0 0 0,-1 0 0 0 0,1 1 0 0 0,-1-1 0 0 0,1 0 0 0 0,-1 0 0 0 0,1 1 0 0 0,-1-1 0 0 0,1 0 0 0 0,-1 0 0 0 0,0 0 0 0 0,1 0 0 0 0,-1 0 0 0 0,1 1 0 0 0,-1-1 0 0 0,0 0 0 0 0,1 0 0 0 0,-1-1 0 0 0,0 1 0 0 0,0 0-16 0 0,-1 0 85 0 0,6-6-74 0 0,4-6 0 0 0,1 1 0 0 0,0 1 0 0 0,1-1 0 0 0,0 2 0 0 0,0-1 0 0 0,1 2 1 0 0,0-1-1 0 0,1 1 0 0 0,17-8 0 0 0,85-34 623 0 0,-112 49-551 0 0,-1 1-46 0 0,0 0-1 0 0,0 0 1 0 0,0 0 0 0 0,0 0 0 0 0,0 0 0 0 0,1 0 0 0 0,-1 0 0 0 0,0 0-1 0 0,0 0 1 0 0,0 0 0 0 0,0 1 0 0 0,0-1 0 0 0,0 1 0 0 0,1-1 0 0 0,-1 0-1 0 0,0 1 1 0 0,0 0 0 0 0,0-1 0 0 0,0 1 0 0 0,-1 0 0 0 0,1-1 0 0 0,0 1-1 0 0,0 0 1 0 0,0 0 0 0 0,-1 0 0 0 0,1 0 0 0 0,0 0 0 0 0,-1 0-1 0 0,1 0 1 0 0,0 0 0 0 0,-1 0 0 0 0,0 0 0 0 0,1 0 0 0 0,-1 0 0 0 0,1 2-1 0 0,-1-2 47 0 0,6 48 409 0 0,-12-24-1638 0 0,1-16-1769 0 0,-11 1-6819 0 0</inkml:trace>
</inkml:ink>
</file>

<file path=ppt/ink/ink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9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54 924 0 0,'3'-35'5507'0'0,"-1"16"-3120"0"0,4 35-5796 0 0,-6-11 368 0 0</inkml:trace>
</inkml:ink>
</file>

<file path=ppt/ink/ink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3:59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0 156 0 0,'0'0'1538'0'0,"-3"46"3400"0"0,1-41-4532 0 0,1-1-83 0 0,0-1 0 0 0,0 1 0 0 0,0 0 0 0 0,1-1 0 0 0,-1 1 1 0 0,1 0-1 0 0,0 0 0 0 0,0 0 0 0 0,0-1 0 0 0,0 1 0 0 0,2 6 0 0 0,2-9-188 0 0,0-1 1 0 0,0 1-1 0 0,0-1 1 0 0,-1 0-1 0 0,1 0 1 0 0,0-1-1 0 0,0 1 1 0 0,0-1-1 0 0,0 0 1 0 0,6-2-1 0 0,-8 2-95 0 0,101-18 1846 0 0,-50 16-1466 0 0,-35 3-2850 0 0</inkml:trace>
</inkml:ink>
</file>

<file path=ppt/ink/ink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0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1032 0 0,'7'-29'3154'0'0,"-3"22"-2394"0"0,0-1 1 0 0,0 0-1 0 0,0 1 1 0 0,1 0 0 0 0,0 0-1 0 0,12-12 1 0 0,-12 15-840 0 0,-1 1 1 0 0,1-1 0 0 0,-1 1 0 0 0,1 0 0 0 0,0 1 0 0 0,0-1-1 0 0,6-1 1 0 0,-3-2-1375 0 0,-4 0-1873 0 0,4-2 1013 0 0</inkml:trace>
</inkml:ink>
</file>

<file path=ppt/ink/ink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0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1 556 0 0,'0'0'5353'0'0,"-2"5"-4571"0"0,1-1-577 0 0,-20 49 1717 0 0,3 1-1 0 0,-17 83 1 0 0,33-125-1899 0 0,1-1-1 0 0,0 1 0 0 0,0-1 1 0 0,1 1-1 0 0,1 0 0 0 0,0-1 1 0 0,1 1-1 0 0,0-1 1 0 0,0 0-1 0 0,1 1 0 0 0,8 16 1 0 0,-9-23-213 0 0,2 1-1 0 0,-1 0 1 0 0,0-1 0 0 0,1 0 0 0 0,0 0-1 0 0,0 0 1 0 0,1 0 0 0 0,0-1 0 0 0,-1 0 0 0 0,1 0-1 0 0,1 0 1 0 0,-1 0 0 0 0,0-1 0 0 0,1 0-1 0 0,0 0 1 0 0,0 0 0 0 0,0-1 0 0 0,0 0-1 0 0,0 0 1 0 0,0-1 0 0 0,13 2 0 0 0,-2 0-152 0 0,0-2 1 0 0,0 0-1 0 0,-1-1 0 0 0,1 0 1 0 0,26-5-1 0 0,-35 3 543 0 0,0 0 0 0 0,0-1 1 0 0,0 0-1 0 0,0 0 0 0 0,-1 0 0 0 0,1-1 1 0 0,-1 0-1 0 0,0-1 0 0 0,0 1 0 0 0,-1-2 0 0 0,1 1 1 0 0,9-11-1 0 0,-14 13 379 0 0,0 0-1 0 0,-1 1 1 0 0,0-1 0 0 0,0 0 0 0 0,0 0 0 0 0,0 0-1 0 0,0 0 1 0 0,0 0 0 0 0,0-6 0 0 0,-3 11-557 0 0,0 0 0 0 0,0 0 0 0 0,0 0 0 0 0,0 0 0 0 0,1 1 0 0 0,-1-1 0 0 0,1 0 0 0 0,0 1 0 0 0,0-1 0 0 0,0 1 0 0 0,0 0 0 0 0,0-1 0 0 0,0 1 0 0 0,1 0 0 0 0,-1 0 0 0 0,1-1 0 0 0,0 1 0 0 0,0 0 0 0 0,0 0 0 0 0,0-1 0 0 0,0 1 0 0 0,1 0 0 0 0,-1 0 0 0 0,1-1 0 0 0,0 1 0 0 0,0 0 0 0 0,0-1 0 0 0,0 1 0 0 0,3 4 0 0 0,-2-4-12 0 0,1-1 1 0 0,-1 1 0 0 0,1-1-1 0 0,0 0 1 0 0,0 1-1 0 0,0-1 1 0 0,0-1-1 0 0,0 1 1 0 0,0 0 0 0 0,1-1-1 0 0,-1 0 1 0 0,1 1-1 0 0,-1-1 1 0 0,1-1-1 0 0,-1 1 1 0 0,1 0 0 0 0,0-1-1 0 0,-1 0 1 0 0,1 0-1 0 0,0 0 1 0 0,-1 0 0 0 0,1-1-1 0 0,5 0 1 0 0,10-4 11 0 0,1 0 0 0 0,-1-2 0 0 0,25-11 0 0 0,-28 11 223 0 0,0 0 0 0 0,30-7 1 0 0,-41 13-219 0 0,0 1 1 0 0,0-1 0 0 0,0 1 0 0 0,0 0 0 0 0,-1 0 0 0 0,1 1 0 0 0,0-1 0 0 0,0 1 0 0 0,0 0 0 0 0,-1 1 0 0 0,1-1-1 0 0,0 1 1 0 0,-1 0 0 0 0,9 4 0 0 0,1 4-3516 0 0,0 1-3520 0 0</inkml:trace>
</inkml:ink>
</file>

<file path=ppt/ink/ink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0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1007 6 60 0 0,'6'-1'595'0'0,"0"-1"0"0"0,0 1 1 0 0,0 0-1 0 0,1 1 0 0 0,-1 0 0 0 0,0-1 0 0 0,1 2 1 0 0,-1-1-1 0 0,0 1 0 0 0,0 0 0 0 0,1 1 0 0 0,-1-1 1 0 0,0 1-1 0 0,9 4 0 0 0,-10-3-333 0 0,-1 0 1 0 0,0 0-1 0 0,1 0 0 0 0,-1 1 1 0 0,-1 0-1 0 0,1 0 0 0 0,0 0 1 0 0,-1 0-1 0 0,0 0 0 0 0,0 0 0 0 0,0 1 1 0 0,-1 0-1 0 0,0-1 0 0 0,1 1 1 0 0,-1 0-1 0 0,-1 0 0 0 0,1 0 1 0 0,0 6-1 0 0,0 0-71 0 0,-1 1 0 0 0,0-1 0 0 0,-1 1 0 0 0,0-1 0 0 0,-1 1 0 0 0,0-1 0 0 0,-1 1 0 0 0,0-1 0 0 0,-1 0 0 0 0,0 0 1 0 0,-1 0-1 0 0,0 0 0 0 0,-1 0 0 0 0,0-1 0 0 0,0 0 0 0 0,-11 14 0 0 0,-10 13 170 0 0,-3 0 1 0 0,-55 54 0 0 0,76-83-295 0 0,-46 43-19 0 0,-2-2 1 0 0,-2-3-1 0 0,-125 76 1 0 0,-205 82-5312 0 0,362-191 4569 0 0,-68 32-4078 0 0,-20 6 363 0 0</inkml:trace>
</inkml:ink>
</file>

<file path=ppt/ink/ink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7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880 441 304 0 0,'-2'-37'2821'0'0,"-13"-72"0"0"0,5 49-1254 0 0,7 43-1146 0 0,0 0 1 0 0,-1 1-1 0 0,-1-1 0 0 0,0 1 1 0 0,-1 0-1 0 0,-1 0 1 0 0,0 1-1 0 0,-14-21 1 0 0,18 31-342 0 0,-1-1 0 0 0,0 1 0 0 0,0 1 0 0 0,-1-1 1 0 0,1 0-1 0 0,-1 1 0 0 0,0 0 0 0 0,0 0 0 0 0,-1 1 0 0 0,1-1 1 0 0,-1 1-1 0 0,1 1 0 0 0,-1-1 0 0 0,0 1 0 0 0,0 0 1 0 0,0 0-1 0 0,-1 0 0 0 0,1 1 0 0 0,0 0 0 0 0,-1 0 1 0 0,1 1-1 0 0,0 0 0 0 0,-1 0 0 0 0,1 0 0 0 0,-12 3 1 0 0,-5 2-1 0 0,0 2 0 0 0,0 1 0 0 0,0 0 0 0 0,1 2 0 0 0,0 1 0 0 0,1 0 0 0 0,0 2 0 0 0,-32 25 1 0 0,14-7 2 0 0,-42 44 1 0 0,12-1 33 0 0,42-43-67 0 0,0 1 1 0 0,3 2-1 0 0,0 0 0 0 0,3 1 0 0 0,0 1 1 0 0,-26 68-1 0 0,42-89-37 0 0,0 0 0 0 0,0 0-1 0 0,2 1 1 0 0,0-1 0 0 0,0 1 0 0 0,2 0 0 0 0,0 0 0 0 0,1 0 0 0 0,0 0 0 0 0,2 0-1 0 0,-1-1 1 0 0,2 1 0 0 0,0 0 0 0 0,1-1 0 0 0,1 0 0 0 0,0 0 0 0 0,1 0-1 0 0,1 0 1 0 0,0-1 0 0 0,14 20 0 0 0,-9-17 2 0 0,2-2 0 0 0,-1 1-1 0 0,2-2 1 0 0,0 0 0 0 0,1-1 0 0 0,0 0 0 0 0,1-1 0 0 0,1-1-1 0 0,-1-1 1 0 0,2 0 0 0 0,-1-2 0 0 0,1 0 0 0 0,1-1-1 0 0,-1-1 1 0 0,1 0 0 0 0,0-2 0 0 0,24 3 0 0 0,-17-4 1 0 0,-1-1 0 0 0,1-2 0 0 0,0 0 1 0 0,0-2-1 0 0,0-1 0 0 0,-1-1 0 0 0,1-1 0 0 0,-1-2 1 0 0,0 0-1 0 0,-1-2 0 0 0,0 0 0 0 0,40-23 0 0 0,-30 12 23 0 0,57-46 0 0 0,-78 55-30 0 0,-1-1 1 0 0,0-1-1 0 0,-1 0 0 0 0,0-1 1 0 0,-1 0-1 0 0,14-23 1 0 0,-25 34-9 0 0,10-8-8 0 0,-8 9-1 0 0,-1 6-26 0 0,-1-1 34 0 0,1 0-1 0 0,0 1 0 0 0,1-1 1 0 0,-1 0-1 0 0,0 0 1 0 0,1 0-1 0 0,0 0 0 0 0,0 0 1 0 0,0 0-1 0 0,0 0 0 0 0,0-1 1 0 0,0 1-1 0 0,1-1 0 0 0,-1 1 1 0 0,1-1-1 0 0,0 0 0 0 0,0 0 1 0 0,0 0-1 0 0,0-1 0 0 0,0 1 1 0 0,0-1-1 0 0,6 3 1 0 0,2 0-9 0 0,0 1 1 0 0,0-2 0 0 0,1 1 0 0 0,0-2 0 0 0,18 3 0 0 0,-27-5 11 0 0,0 1 0 0 0,-1-1-1 0 0,1 0 1 0 0,0-1 0 0 0,0 1 0 0 0,-1 0-1 0 0,1-1 1 0 0,0 1 0 0 0,-1-1 0 0 0,1 0-1 0 0,-1 0 1 0 0,1 0 0 0 0,3-2 0 0 0,-5 2 6 0 0,0 0 0 0 0,0 0 0 0 0,0 0 0 0 0,0 0-1 0 0,0 0 1 0 0,0 0 0 0 0,0 0 0 0 0,0 0 0 0 0,0-1 0 0 0,-1 1 0 0 0,1 0 0 0 0,0-1 0 0 0,-1 1 0 0 0,1 0 0 0 0,-1-1 0 0 0,0 1 0 0 0,1-1 0 0 0,-1-2 0 0 0,0 1 5 0 0,0-1 0 0 0,-1 0 0 0 0,1 0 0 0 0,-1 1 0 0 0,0-1 0 0 0,0 0 0 0 0,0 1 0 0 0,-1-1 0 0 0,1 1 0 0 0,-1 0 0 0 0,0-1 0 0 0,0 1 0 0 0,0 0 0 0 0,0 0 0 0 0,-1 0 0 0 0,1 0 0 0 0,-1 0 0 0 0,-2-2 0 0 0,-59-46-74 0 0,62 50-159 0 0,-6 6-3540 0 0,3-3 2302 0 0</inkml:trace>
</inkml:ink>
</file>

<file path=ppt/ink/ink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8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15 628 0 0,'-16'-6'2205'0'0,"13"4"-1898"0"0,0 1 1 0 0,0 0 0 0 0,0 0-1 0 0,0 0 1 0 0,0 0 0 0 0,0 0-1 0 0,0 1 1 0 0,0-1 0 0 0,0 1-1 0 0,0 0 1 0 0,-6 0 0 0 0,8 1-240 0 0,1 0 0 0 0,-1-1 0 0 0,0 1 0 0 0,0 0 1 0 0,0 0-1 0 0,0-1 0 0 0,1 1 0 0 0,-1 0 0 0 0,0 0 0 0 0,1 0 1 0 0,-1 0-1 0 0,1 0 0 0 0,-1 0 0 0 0,1 0 0 0 0,-1 0 1 0 0,1 0-1 0 0,0 0 0 0 0,0 0 0 0 0,-1 0 0 0 0,1 1 1 0 0,0-1-1 0 0,0 0 0 0 0,0 0 0 0 0,0 0 0 0 0,0 0 0 0 0,0 0 1 0 0,1 0-1 0 0,-1 0 0 0 0,0 1 0 0 0,0-1 0 0 0,1 0 1 0 0,-1 0-1 0 0,1 0 0 0 0,-1 0 0 0 0,1 0 0 0 0,0 1 1 0 0,19 41 673 0 0,-13-32-582 0 0,3 4 24 0 0,-1-1-1 0 0,0 2 0 0 0,-1-1 0 0 0,-1 1 0 0 0,0 0 0 0 0,-2 0 0 0 0,1 1 0 0 0,-2 0 1 0 0,4 27-1 0 0,-8-44-174 0 0,0 0 0 0 0,0 0 0 0 0,0 0 0 0 0,0 1 0 0 0,0-1 0 0 0,0 0 0 0 0,0 0 0 0 0,0 1 0 0 0,0-1 0 0 0,0 0 0 0 0,0 0 0 0 0,1 0 0 0 0,-1 1 0 0 0,0-1 0 0 0,0 0 0 0 0,0 0 0 0 0,0 0 0 0 0,0 1 0 0 0,1-1 0 0 0,-1 0 0 0 0,0 0 0 0 0,0 0 0 0 0,0 0 0 0 0,1 0 0 0 0,-1 0 0 0 0,0 1 0 0 0,0-1 0 0 0,1 0 0 0 0,-1 0 0 0 0,0 0 0 0 0,0 0 0 0 0,0 0 0 0 0,1 0 0 0 0,-1 0 0 0 0,0 0 0 0 0,0 0 0 0 0,1 0 0 0 0,-1 0 0 0 0,0 0 0 0 0,0 0 0 0 0,1 0 0 0 0,-1 0 0 0 0,0 0 0 0 0,0 0 0 0 0,1 0 0 0 0,-1-1 0 0 0,0 1 0 0 0,0 0 0 0 0,0 0 0 0 0,1 0 0 0 0,-1 0 0 0 0,0-1 0 0 0,23-14 173 0 0,35-42-233 0 0,-29 29 81 0 0,-6 7-40 0 0,-7 5 29 0 0,-1 1 1 0 0,2 1-1 0 0,0 0 1 0 0,1 2-1 0 0,0 0 1 0 0,39-19-1 0 0,-56 30 1 0 0,1 1 0 0 0,-1-1-1 0 0,1 0 1 0 0,-1 1-1 0 0,1-1 1 0 0,0 1 0 0 0,-1 0-1 0 0,1-1 1 0 0,-1 1-1 0 0,1 0 1 0 0,0 0-1 0 0,-1 0 1 0 0,1 0 0 0 0,-1 0-1 0 0,1 0 1 0 0,0 1-1 0 0,-1-1 1 0 0,1 1 0 0 0,-1-1-1 0 0,1 1 1 0 0,-1-1-1 0 0,1 1 1 0 0,-1 0-1 0 0,1 0 1 0 0,-1-1 0 0 0,0 1-1 0 0,1 0 1 0 0,-1 0-1 0 0,0 1 1 0 0,0-1-1 0 0,0 0 1 0 0,0 0 0 0 0,0 0-1 0 0,0 1 1 0 0,0-1-1 0 0,0 1 1 0 0,0-1 0 0 0,-1 1-1 0 0,1-1 1 0 0,-1 1-1 0 0,1-1 1 0 0,-1 1-1 0 0,1 2 1 0 0,0 8 79 0 0,0 0 0 0 0,-1-1 0 0 0,0 1 0 0 0,-1 0 0 0 0,-2 13 0 0 0,0 4 19 0 0,3-27-111 0 0,-3 10-575 0 0,1-6-1916 0 0</inkml:trace>
</inkml:ink>
</file>

<file path=ppt/ink/ink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8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90 492 0 0,'3'-63'4266'0'0,"-2"37"-5875"0"0</inkml:trace>
</inkml:ink>
</file>

<file path=ppt/ink/ink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8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52 0 0,'0'6'856'0'0,"0"-1"0"0"0,1 0 0 0 0,0 0 0 0 0,0 1-1 0 0,0-1 1 0 0,4 9 0 0 0,-4-13-334 0 0,1 5 277 0 0,3-7 3679 0 0,34-32-3247 0 0,-37 32-981 0 0,5 2-190 0 0,1 0-1 0 0,0 1 0 0 0,-1 0 1 0 0,1 0-1 0 0,-1 1 0 0 0,9 4 1 0 0,-8-3-34 0 0,1-1 0 0 0,-1 0 1 0 0,1 0-1 0 0,-1-1 0 0 0,10 1 1 0 0,-12-2 1 0 0,1 0 1 0 0,-1 0 0 0 0,1-1-1 0 0,-1 0 1 0 0,0 0 0 0 0,1-1 0 0 0,-1 0-1 0 0,1 0 1 0 0,-1 0 0 0 0,0-1-1 0 0,0 0 1 0 0,0 0 0 0 0,0-1 0 0 0,6-3-1 0 0,21-17 1468 0 0,-31 23-1403 0 0,-2-1-117 0 0,0 1-1 0 0,0-1 1 0 0,1 1-1 0 0,-1-1 1 0 0,0 1-1 0 0,1-1 1 0 0,-1 1-1 0 0,0 0 1 0 0,1-1-1 0 0,-1 1 1 0 0,1 0-1 0 0,-1-1 1 0 0,1 1-1 0 0,-1 0 1 0 0,0-1-1 0 0,1 1 1 0 0,0 0-1 0 0,-1 0 1 0 0,1 0 0 0 0,-1-1-1 0 0,1 1 1 0 0,-1 0-1 0 0,1 0 1 0 0,-1 0-1 0 0,1 0 1 0 0,-1 0-1 0 0,1 0 1 0 0,-1 0-1 0 0,1 0 1 0 0,0 0-1 0 0,-1 0 1 0 0,1 1-1 0 0,26 1-3738 0 0,-18-1-1471 0 0,3-1 1795 0 0</inkml:trace>
</inkml:ink>
</file>

<file path=ppt/ink/ink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9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348 40 52 0 0,'-26'-38'6847'0'0,"25"36"-6243"0"0,-23 15 444 0 0,15-4-812 0 0,0 1-1 0 0,0 0 1 0 0,1 0-1 0 0,1 1 0 0 0,-1 0 1 0 0,-10 22-1 0 0,4-8 46 0 0,-19 43 377 0 0,3 0 0 0 0,-40 137-1 0 0,63-181-590 0 0,-12 35 182 0 0,3 2-1 0 0,3 0 1 0 0,2 0-1 0 0,-4 108 1 0 0,14-139-173 0 0,3 1 0 0 0,0-1 1 0 0,2-1-1 0 0,1 1 1 0 0,1 0-1 0 0,2-1 0 0 0,1 0 1 0 0,1-1-1 0 0,2 0 1 0 0,0-1-1 0 0,27 42 0 0 0,-20-40 21 0 0,2-1 1 0 0,1-1-1 0 0,2-1 0 0 0,48 43 0 0 0,-57-56-420 0 0,1-1 0 0 0,0-1-1 0 0,0-1 1 0 0,1 0 0 0 0,0-1 0 0 0,1-1 0 0 0,0 0-1 0 0,1-2 1 0 0,-1 0 0 0 0,27 5 0 0 0,-37-10-824 0 0,0-1 1 0 0,0 1 0 0 0,0-1-1 0 0,15-2 1 0 0,2-3-2160 0 0</inkml:trace>
</inkml:ink>
</file>

<file path=ppt/ink/ink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09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41 776 0 0,'0'-1'278'0'0,"0"1"0"0"0,0-1 0 0 0,0 0 0 0 0,0 0 0 0 0,0 1 0 0 0,1-1 0 0 0,-1 0 0 0 0,0 0 0 0 0,0 1 0 0 0,0-1 0 0 0,1 0 0 0 0,-1 1 0 0 0,0-1 0 0 0,1 1 0 0 0,-1-1 0 0 0,1 0 0 0 0,-1 1 0 0 0,1-1 0 0 0,-1 1 0 0 0,1-1 0 0 0,-1 1 0 0 0,1-1 0 0 0,-1 1 0 0 0,1 0 0 0 0,0-1 0 0 0,-1 1 0 0 0,1 0 0 0 0,0-1 0 0 0,0 1 0 0 0,18 22 1048 0 0,44 84 359 0 0,-34-54-1076 0 0,55 74-1 0 0,-81-122-452 0 0,0 0-1 0 0,0 0 1 0 0,0 0 0 0 0,0 0 0 0 0,1 0 0 0 0,0-1-1 0 0,0 0 1 0 0,0 0 0 0 0,0 0 0 0 0,0 0-1 0 0,1 0 1 0 0,-1-1 0 0 0,6 2 0 0 0,-8-4 116 0 0,5-8-94 0 0,0-1 0 0 0,0 0 0 0 0,-1 0-1 0 0,0 0 1 0 0,-1-1 0 0 0,0 0-1 0 0,5-16 1 0 0,22-79 166 0 0,-22 67-197 0 0,2-13-7 0 0,-7 29-155 0 0,0 1 0 0 0,11-26-1 0 0,-16 47-53 0 0,0 0 0 0 0,0 0 0 0 0,0-1 0 0 0,0 1 0 0 0,0 0 0 0 0,0 0 0 0 0,0 0 0 0 0,0 0 0 0 0,0 0 0 0 0,0 0 0 0 0,0-1 0 0 0,0 1 0 0 0,0 0 0 0 0,0 0 0 0 0,0 0 0 0 0,0 0 0 0 0,0 0 0 0 0,1 0 0 0 0,-1 0 0 0 0,0-1 0 0 0,0 1 0 0 0,0 0 0 0 0,0 0 0 0 0,0 0 0 0 0,0 0 0 0 0,0 0 0 0 0,0 0 0 0 0,1 0 0 0 0,-1 0 0 0 0,0 0 0 0 0,0 0 0 0 0,0 0 0 0 0,0 0 0 0 0,0 0 0 0 0,0 0 0 0 0,1 0 0 0 0,-1 0 0 0 0,0 0 0 0 0,0 0 0 0 0,0 0 0 0 0,0 0 0 0 0,0 0 0 0 0,0 0 0 0 0,1 0 0 0 0,-1 0 0 0 0,0 0 0 0 0,0 0 0 0 0,0 0 0 0 0,0 0 0 0 0,0 0 0 0 0,0 0 0 0 0,1 0 0 0 0,-1 0 0 0 0,0 0 0 0 0,0 0 0 0 0,0 0 0 0 0,0 1 0 0 0,5 10-999 0 0,0 8-932 0 0,-4-10-2377 0 0,0 3 800 0 0</inkml:trace>
</inkml:ink>
</file>

<file path=ppt/ink/ink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0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1 344 0 0,'2'10'1463'0'0,"0"0"0"0"0,-1 0-1 0 0,1 1 1 0 0,-2 11 0 0 0,-6 41 2095 0 0,-3-28-2273 0 0,-19 51 1 0 0,10-44-2973 0 0,1-21-4896 0 0</inkml:trace>
</inkml:ink>
</file>

<file path=ppt/ink/ink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0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1 640 0 0,'0'0'6429'0'0,"-1"7"-5851"0"0,-2 24 428 0 0,1 0 0 0 0,2 1 1 0 0,0-1-1 0 0,10 54 0 0 0,-10-84-963 0 0,0-1 0 0 0,0 1-1 0 0,1-1 1 0 0,-1 1 0 0 0,1-1-1 0 0,-1 1 1 0 0,0-1 0 0 0,1 1-1 0 0,-1-1 1 0 0,1 1-1 0 0,-1-1 1 0 0,1 0 0 0 0,-1 1-1 0 0,1-1 1 0 0,-1 0 0 0 0,1 1-1 0 0,0-1 1 0 0,-1 0 0 0 0,1 0-1 0 0,-1 0 1 0 0,1 1-1 0 0,0-1 1 0 0,-1 0 0 0 0,1 0-1 0 0,-1 0 1 0 0,1 0 0 0 0,0 0-1 0 0,-1 0 1 0 0,1 0-1 0 0,0 0 1 0 0,-1-1 0 0 0,1 1-1 0 0,-1 0 1 0 0,1 0 0 0 0,0 0-1 0 0,-1-1 1 0 0,1 1 0 0 0,-1 0-1 0 0,1 0 1 0 0,-1-1-1 0 0,1 1 1 0 0,-1-1 0 0 0,1 1-1 0 0,-1 0 1 0 0,1-1 0 0 0,-1 1-1 0 0,1-2 1 0 0,35-26 298 0 0,-23 18-59 0 0,-12 9-266 0 0,1-1 1 0 0,0 1-1 0 0,0 0 0 0 0,0 0 0 0 0,0 0 1 0 0,0 0-1 0 0,1 0 0 0 0,-1 0 0 0 0,0 1 1 0 0,0-1-1 0 0,1 1 0 0 0,-1-1 0 0 0,0 1 1 0 0,0 0-1 0 0,1 0 0 0 0,-1 0 0 0 0,0 0 1 0 0,5 1-1 0 0,-3 1-17 0 0,0 0-1 0 0,-1-1 1 0 0,1 2 0 0 0,-1-1-1 0 0,1 0 1 0 0,-1 1 0 0 0,0 0 0 0 0,0-1-1 0 0,5 7 1 0 0,-3-4-27 0 0,-1-1-1 0 0,1 0 1 0 0,0 0 0 0 0,1 0-1 0 0,-1 0 1 0 0,0-1-1 0 0,1 0 1 0 0,0-1 0 0 0,0 1-1 0 0,0-1 1 0 0,0 0 0 0 0,0 0-1 0 0,0-1 1 0 0,0 0 0 0 0,1 0-1 0 0,-1 0 1 0 0,12-1-1 0 0,-16-1 30 0 0,0 1 0 0 0,-1-1 0 0 0,1 0 0 0 0,0 0 0 0 0,0 0-1 0 0,0 0 1 0 0,-1 0 0 0 0,1 0 0 0 0,0-1 0 0 0,-1 1 0 0 0,1-1 0 0 0,-1 1-1 0 0,0-1 1 0 0,1 1 0 0 0,-1-1 0 0 0,0 0 0 0 0,0 0 0 0 0,0 1 0 0 0,0-1-1 0 0,0 0 1 0 0,-1 0 0 0 0,1 0 0 0 0,0-2 0 0 0,10-46 100 0 0,-4-52-691 0 0,-6 60-8292 0 0</inkml:trace>
</inkml:ink>
</file>

<file path=ppt/ink/ink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1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1 12937 0 0,'4'1'101'0'0,"0"1"-1"0"0,0 0 0 0 0,0 0 1 0 0,0 1-1 0 0,0-1 1 0 0,0 1-1 0 0,-1 0 1 0 0,1 0-1 0 0,-1 0 0 0 0,0 0 1 0 0,0 0-1 0 0,0 1 1 0 0,-1-1-1 0 0,1 1 1 0 0,-1 0-1 0 0,0 0 0 0 0,1 0 1 0 0,1 8-1 0 0,5 9 327 0 0,-2 1-1 0 0,6 30 0 0 0,-12-50-387 0 0,4 25 194 0 0,-1 1 0 0 0,-2-1-1 0 0,0 1 1 0 0,-2 0-1 0 0,-1-1 1 0 0,-1 1-1 0 0,-1 0 1 0 0,-2-1-1 0 0,0 0 1 0 0,-17 46-1 0 0,12-46-131 0 0,-1 0-1 0 0,-1-1 0 0 0,-2-1 0 0 0,0 0 0 0 0,-2 0 0 0 0,-20 23 0 0 0,3-10-639 0 0,-1-2 0 0 0,-59 49-1 0 0,34-40-2643 0 0,-4-5-3477 0 0,27-19 2183 0 0</inkml:trace>
</inkml:ink>
</file>

<file path=ppt/ink/ink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2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36 128 0 0,'-24'-7'3614'0'0,"10"2"3994"0"0,34 0-5705 0 0,18-1-1530 0 0,-2 1 521 0 0,48-2 1 0 0,-27 11-2440 0 0,-50-2 675 0 0,0 0-1 0 0,0 0 1 0 0,-1 0 0 0 0,1 1-1 0 0,10 6 1 0 0,-5-1-5430 0 0</inkml:trace>
</inkml:ink>
</file>

<file path=ppt/ink/ink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3.2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34 148 0 0,'-4'12'6874'0'0,"15"-10"-6551"0"0,-1-2-1 0 0,1 1 1 0 0,-1-1 0 0 0,1-1 0 0 0,-1 0-1 0 0,1-1 1 0 0,-1 0 0 0 0,16-5 0 0 0,17-1-158 0 0,36-5-1086 0 0,-17 3-3762 0 0,-34 5 2159 0 0</inkml:trace>
</inkml:ink>
</file>

<file path=ppt/ink/ink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3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78 324 0 0,'-2'-45'5387'0'0,"3"24"-1370"0"0,20 29-3345 0 0,-15-3-545 0 0,-1-1 0 0 0,1 2 0 0 0,-1-1 0 0 0,0 1 1 0 0,-1-1-1 0 0,1 1 0 0 0,-1 1 0 0 0,0-1 1 0 0,-1 1-1 0 0,1-1 0 0 0,4 15 0 0 0,4 4 122 0 0,118 177 953 0 0,-103-165-984 0 0,-7-17 448 0 0,-19-20-647 0 0,-1 0 0 0 0,0 1 0 0 0,1-1-1 0 0,-1 0 1 0 0,1 0 0 0 0,-1 0 0 0 0,1 0 0 0 0,-1 0 0 0 0,1 0-1 0 0,-1 0 1 0 0,1 0 0 0 0,-1 0 0 0 0,1 0 0 0 0,-1 0 0 0 0,1 0 0 0 0,-1-1-1 0 0,1 1 1 0 0,-1 0 0 0 0,1 0 0 0 0,-1 0 0 0 0,1-1 0 0 0,-1 1-1 0 0,0 0 1 0 0,1-1 0 0 0,-1 1 0 0 0,0 0 0 0 0,1-1 0 0 0,-1 1 0 0 0,1-1-1 0 0,2-3 80 0 0,-1-1 0 0 0,0 0-1 0 0,0 0 1 0 0,0 0 0 0 0,0 0-1 0 0,1-10 1 0 0,2-7-45 0 0,4-12 72 0 0,-2-2 0 0 0,3-38 0 0 0,-5 35-23 0 0,13-55 0 0 0,-13 74 846 0 0,2-1-3054 0 0,0 26-1945 0 0,-1 3 2808 0 0,-3-3-2425 0 0,0 3 282 0 0</inkml:trace>
</inkml:ink>
</file>

<file path=ppt/ink/ink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3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83 1512 0 0,'0'0'5447'0'0,"-1"-6"-4253"0"0,-1-4 361 0 0,0 1-1 0 0,1-1 1 0 0,0 0 0 0 0,1-16 0 0 0,0 24-1039 0 0,1-7 395 0 0,17 10-15221 0 0</inkml:trace>
</inkml:ink>
</file>

<file path=ppt/ink/ink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4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70 112 0 0,'9'-12'8657'0'0,"2"32"-8017"0"0,-1 0 1 0 0,-1 1 0 0 0,-1 0-1 0 0,6 28 1 0 0,5 9 260 0 0,-19-57-884 0 0,0 0-1 0 0,0-1 0 0 0,1 1 1 0 0,-1 0-1 0 0,0 0 0 0 0,1-1 1 0 0,-1 1-1 0 0,0 0 1 0 0,1-1-1 0 0,-1 1 0 0 0,1 0 1 0 0,-1-1-1 0 0,1 1 0 0 0,0-1 1 0 0,-1 1-1 0 0,1-1 1 0 0,-1 1-1 0 0,1-1 0 0 0,0 0 1 0 0,-1 1-1 0 0,1-1 0 0 0,0 0 1 0 0,0 1-1 0 0,-1-1 1 0 0,1 0-1 0 0,0 0 0 0 0,0 1 1 0 0,-1-1-1 0 0,1 0 0 0 0,0 0 1 0 0,0 0-1 0 0,0 0 1 0 0,-1 0-1 0 0,1 0 0 0 0,0-1 1 0 0,0 1-1 0 0,0 0 0 0 0,-1 0 1 0 0,1 0-1 0 0,0-1 1 0 0,-1 1-1 0 0,2-1 0 0 0,31-22 239 0 0,-25 16-193 0 0,-2 2-37 0 0,1 0 0 0 0,-1 0-1 0 0,1 1 1 0 0,0 0 0 0 0,0 0 0 0 0,0 1 0 0 0,1 0 0 0 0,11-4 0 0 0,-14 7-23 0 0,-1-1 0 0 0,1 1 0 0 0,0 0 1 0 0,-1 0-1 0 0,1 1 0 0 0,0 0 1 0 0,-1-1-1 0 0,1 1 0 0 0,-1 1 1 0 0,0-1-1 0 0,1 1 0 0 0,-1 0 0 0 0,0 0 1 0 0,0 0-1 0 0,0 0 0 0 0,4 4 1 0 0,-1-2 8 0 0,1 0 1 0 0,0 0-1 0 0,0 0 1 0 0,-1-1-1 0 0,2 0 1 0 0,-1-1-1 0 0,0 0 1 0 0,1 0-1 0 0,-1 0 1 0 0,16 0-1 0 0,-21-2 35 0 0,0 0 0 0 0,1-1 1 0 0,-1 1-1 0 0,0 0 0 0 0,0-1 0 0 0,0 0 0 0 0,0 0 0 0 0,0 0 0 0 0,0 0 0 0 0,0 0 0 0 0,0-1 0 0 0,-1 1 0 0 0,1-1 0 0 0,0 0 0 0 0,-1 0 0 0 0,1 1 0 0 0,-1-2 0 0 0,0 1 0 0 0,0 0 0 0 0,0 0 0 0 0,0-1 0 0 0,0 1 0 0 0,0-1 0 0 0,0 0 0 0 0,-1 0 0 0 0,0 1 0 0 0,1-1 0 0 0,-1 0 0 0 0,0 0 0 0 0,0 0 0 0 0,-1 0 0 0 0,2-4 0 0 0,0-12 291 0 0,-1-1 1 0 0,0 1-1 0 0,-1-1 1 0 0,-1 1-1 0 0,-3-20 0 0 0,1 14-75 0 0,3 25-318 0 0,0-1 1 0 0,0 1 0 0 0,0-1-1 0 0,1 1 1 0 0,-1-1 0 0 0,0 1-1 0 0,0-1 1 0 0,0 1 0 0 0,0-1-1 0 0,0 1 1 0 0,0-1 0 0 0,0 1-1 0 0,-1-1 1 0 0,1 1 0 0 0,0-1-1 0 0,0 1 1 0 0,0-1 0 0 0,0 1-1 0 0,-1-1 1 0 0,1 1 0 0 0,0-1-1 0 0,0 1 1 0 0,-1-1 0 0 0,1 1-1 0 0,0 0 1 0 0,-1-1 0 0 0,1 1 0 0 0,-1 0-1 0 0,1-1 1 0 0,0 1 0 0 0,-1 0-1 0 0,1-1 1 0 0,-1 1 0 0 0,1 0-1 0 0,-1 0 1 0 0,1 0 0 0 0,-1-1-1 0 0,1 1 1 0 0,-1 0 0 0 0,1 0-1 0 0,-1 0 1 0 0,1 0 0 0 0,-1 0-1 0 0,1 0 1 0 0,-1 0 0 0 0,1 0-1 0 0,-2 0 1 0 0,-19 16-5561 0 0,14-9 2997 0 0,-6 3-1430 0 0</inkml:trace>
</inkml:ink>
</file>

<file path=ppt/ink/ink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4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25 892 0 0,'1'-1'8327'0'0,"25"2"-7992"0"0,195 16 1142 0 0,340-18 0 0 0,-207-7-973 0 0,-2 8-55 0 0,-289 0-345 0 0,703-23 1386 0 0,-676 14-958 0 0,-88 9-516 0 0,-9 1-1061 0 0,-66 18-682 0 0,-70 15-5580 0 0,93-25 4199 0 0</inkml:trace>
</inkml:ink>
</file>

<file path=ppt/ink/ink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5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12 1140 0 0,'-8'-8'4596'0'0,"8"8"-4492"0"0,0 0 1 0 0,0 0-1 0 0,0-1 1 0 0,0 1-1 0 0,0 0 1 0 0,0 0-1 0 0,0 0 1 0 0,0 0 0 0 0,0 0-1 0 0,0-1 1 0 0,0 1-1 0 0,-1 0 1 0 0,1 0-1 0 0,0 0 1 0 0,0 0-1 0 0,0 0 1 0 0,0 0-1 0 0,0-1 1 0 0,-1 1-1 0 0,1 0 1 0 0,0 0-1 0 0,0 0 1 0 0,0 0-1 0 0,0 0 1 0 0,0 0 0 0 0,-1 0-1 0 0,1 0 1 0 0,0 0-1 0 0,0 0 1 0 0,0 0-1 0 0,-1 0 1 0 0,1 0-1 0 0,0 0 1 0 0,0 0-1 0 0,0 0 1 0 0,0 0-1 0 0,-1 0 1 0 0,1 0-1 0 0,0 0 1 0 0,0 0-1 0 0,0 0 1 0 0,0 0-1 0 0,-1 0 1 0 0,1 0 0 0 0,0 1-1 0 0,0-1 1 0 0,0 0-1 0 0,0 0 1 0 0,0 0-1 0 0,-1 0 1 0 0,1 0-1 0 0,0 0 1 0 0,0 1-1 0 0,0-1 1 0 0,0 0-1 0 0,0 0 1 0 0,0 0-1 0 0,-3 137 2907 0 0,-9 121-1140 0 0,-1-173-4728 0 0,13-84 1638 0 0,-4 7-5006 0 0</inkml:trace>
</inkml:ink>
</file>

<file path=ppt/ink/ink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5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10 956 0 0,'0'0'152'0'0,"0"0"0"0"0,0-1 0 0 0,0 1 0 0 0,0-1 0 0 0,0 1 0 0 0,0 0 0 0 0,0-1 0 0 0,1 1 0 0 0,-1-1 0 0 0,0 1 0 0 0,0 0 0 0 0,0-1 0 0 0,1 1 0 0 0,-1 0 0 0 0,0-1 0 0 0,0 1 0 0 0,1 0 0 0 0,-1-1 0 0 0,0 1 0 0 0,1 0 0 0 0,-1 0 0 0 0,0-1 0 0 0,1 1 0 0 0,-1 0 0 0 0,0 0 0 0 0,1 0 0 0 0,-1-1 0 0 0,1 1 0 0 0,-1 0 0 0 0,0 0 0 0 0,1 0 0 0 0,-1 0 0 0 0,1 0 0 0 0,-1 0 0 0 0,1 0 0 0 0,-1 0 0 0 0,0 0 0 0 0,1 0 0 0 0,-1 0 0 0 0,1 0 0 0 0,-1 0 0 0 0,0 0 0 0 0,1 0 1 0 0,-1 0-1 0 0,1 1 0 0 0,-1-1 0 0 0,0 0 0 0 0,1 0 0 0 0,0 1 0 0 0,20 25 1922 0 0,10 38-1269 0 0,49 164 1304 0 0,-80-227-2081 0 0,0 0 0 0 0,1 0 0 0 0,-1-1 1 0 0,0 1-1 0 0,0 0 0 0 0,1 0 0 0 0,-1 0 0 0 0,1 0 0 0 0,-1 0 0 0 0,0 0 0 0 0,1 0 0 0 0,0-1 0 0 0,-1 1 0 0 0,1 0 0 0 0,-1 0 0 0 0,1-1 0 0 0,0 1 0 0 0,0 0 0 0 0,-1-1 1 0 0,1 1-1 0 0,0-1 0 0 0,0 1 0 0 0,0-1 0 0 0,0 1 0 0 0,-1-1 0 0 0,1 0 0 0 0,0 1 0 0 0,0-1 0 0 0,0 0 0 0 0,0 0 0 0 0,0 0 0 0 0,1 1 0 0 0,0-2-1 0 0,0 0 1 0 0,0 0-1 0 0,-1 0 0 0 0,1-1 0 0 0,0 1 0 0 0,-1 0 0 0 0,1-1 0 0 0,-1 1 0 0 0,0-1 0 0 0,1 1 0 0 0,-1-1 0 0 0,0 1 0 0 0,0-1 0 0 0,1-2 1 0 0,5-9 136 0 0,0-1 1 0 0,8-27 0 0 0,-2 1 255 0 0,-3-1 0 0 0,7-47 0 0 0,-4 38-747 0 0,-13 48-18 0 0</inkml:trace>
</inkml:ink>
</file>

<file path=ppt/ink/ink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6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1 160 0 0,'6'7'6486'0'0,"0"24"-4575"0"0,4 35-728 0 0,-5 64-32 0 0,-6 0 0 0 0,-22 151 0 0 0,20-241-1500 0 0,-2-13-1416 0 0,0-12-3647 0 0</inkml:trace>
</inkml:ink>
</file>

<file path=ppt/ink/ink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1012 0 0,'0'0'9077'0'0,"1"6"-8348"0"0,49 285 5073 0 0,-44-251-5304 0 0,-2 0 1 0 0,-1 52 0 0 0,-9-51-264 0 0,2-22-2904 0 0,2 0-6720 0 0</inkml:trace>
</inkml:ink>
</file>

<file path=ppt/ink/ink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7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7 444 0 0,'0'0'1290'0'0,"1"-2"393"0"0,6-2 3657 0 0,-2 10-5059 0 0,-1 0 0 0 0,0 1 0 0 0,0 0 1 0 0,-1-1-1 0 0,1 1 0 0 0,-2 1 0 0 0,1-1 0 0 0,-1 0 1 0 0,2 9-1 0 0,12 81 1392 0 0,-8-39-914 0 0,3-34-309 0 0,-11-23-435 0 0,1-1 0 0 0,-1 0 1 0 0,0 1-1 0 0,1-1 0 0 0,-1 0 0 0 0,1 0 0 0 0,-1 1 0 0 0,1-1 0 0 0,0 0 0 0 0,-1 0 0 0 0,1 0 1 0 0,-1 0-1 0 0,1 1 0 0 0,-1-1 0 0 0,1 0 0 0 0,0 0 0 0 0,-1 0 0 0 0,1 0 0 0 0,-1 0 0 0 0,1-1 1 0 0,-1 1-1 0 0,1 0 0 0 0,-1 0 0 0 0,1 0 0 0 0,0 0 0 0 0,0-1 0 0 0,2-1 20 0 0,1-1-1 0 0,-1 0 0 0 0,1 1 1 0 0,-1-1-1 0 0,0 0 1 0 0,0-1-1 0 0,0 1 1 0 0,-1-1-1 0 0,4-5 0 0 0,2-2 6 0 0,6-11 1 0 0,0 0 1 0 0,2 1-1 0 0,19-19 0 0 0,-20 21-15 0 0,-14 17-29 0 0,0 1 0 0 0,-1 0 0 0 0,1-1 0 0 0,0 1 0 0 0,0 0 0 0 0,0 0 0 0 0,0-1 0 0 0,0 1 0 0 0,0 0 0 0 0,0 0 0 0 0,0 0 0 0 0,0 0 0 0 0,1 0 0 0 0,-1 1 0 0 0,0-1 0 0 0,1 0 0 0 0,-1 1 0 0 0,0-1 0 0 0,1 1 0 0 0,-1-1 0 0 0,1 1 0 0 0,-1-1 0 0 0,1 1 0 0 0,2 0 0 0 0,-2 1 5 0 0,1 1 0 0 0,-1 0-1 0 0,0 0 1 0 0,1 0 0 0 0,-1 0-1 0 0,0 0 1 0 0,0 1 0 0 0,-1-1-1 0 0,1 1 1 0 0,0-1 0 0 0,-1 1-1 0 0,3 5 1 0 0,12 16 0 0 0,-15-22 1 0 0,-1-1 0 0 0,1 0-1 0 0,0 1 1 0 0,0-1-1 0 0,1 0 1 0 0,-1 0 0 0 0,0 1-1 0 0,0-1 1 0 0,1 0-1 0 0,-1 0 1 0 0,0 0 0 0 0,1-1-1 0 0,-1 1 1 0 0,1 0 0 0 0,-1 0-1 0 0,1-1 1 0 0,0 1-1 0 0,-1-1 1 0 0,1 0 0 0 0,-1 1-1 0 0,1-1 1 0 0,0 0-1 0 0,-1 0 1 0 0,1 0 0 0 0,0 0-1 0 0,-1 0 1 0 0,1 0-1 0 0,0-1 1 0 0,-1 1 0 0 0,1 0-1 0 0,0-1 1 0 0,-1 1-1 0 0,1-1 1 0 0,-1 0 0 0 0,3-1-1 0 0,3-3 92 0 0,0 0 0 0 0,-1-1 0 0 0,0 0 0 0 0,0 0-1 0 0,10-12 1 0 0,0-1 753 0 0,-14 15-683 0 0,0 0 0 0 0,-1 0 1 0 0,1 0-1 0 0,-1 0 0 0 0,0 0 0 0 0,0 0 0 0 0,0 0 1 0 0,0-6-1 0 0,1-4 220 0 0,-1 12-298 0 0,0-3 912 0 0,-1 0-3919 0 0</inkml:trace>
</inkml:ink>
</file>

<file path=ppt/ink/ink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17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1 492 0 0,'0'0'170'0'0,"0"-1"1"0"0,1 1-1 0 0,-1 0 1 0 0,0 0-1 0 0,1 0 1 0 0,-1 0-1 0 0,0 0 0 0 0,0 0 1 0 0,1 0-1 0 0,-1 0 1 0 0,0 0-1 0 0,1 0 1 0 0,-1 0-1 0 0,0 1 0 0 0,0-1 1 0 0,1 0-1 0 0,-1 0 1 0 0,0 0-1 0 0,0 0 1 0 0,1 0-1 0 0,-1 0 0 0 0,0 1 1 0 0,0-1-1 0 0,1 0 1 0 0,-1 0-1 0 0,0 0 1 0 0,0 1-1 0 0,0-1 0 0 0,1 0 1 0 0,-1 0-1 0 0,0 1 1 0 0,0-1-1 0 0,0 0 1 0 0,0 0-1 0 0,0 1 0 0 0,0-1 1 0 0,1 1-1 0 0,4 18 3159 0 0,-2 30-1072 0 0,-2-39-1504 0 0,1 164 3630 0 0,-5-125-4142 0 0,-14 76 0 0 0,-5-62-3077 0 0,0-23-5011 0 0,11-21 3634 0 0</inkml:trace>
</inkml:ink>
</file>

<file path=ppt/ink/ink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1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48 304 0 0,'2'-2'7937'0'0,"8"-4"-4006"0"0,10-3-3521 0 0,1 0 0 0 0,31-8 0 0 0,-42 15-317 0 0,0 1-1 0 0,1 0 1 0 0,-1 0 0 0 0,0 2 0 0 0,1-1-1 0 0,-1 1 1 0 0,0 1 0 0 0,1 0-1 0 0,-1 0 1 0 0,15 6 0 0 0,-20-6-300 0 0,0 0 0 0 0,0 1 0 0 0,-1-1 0 0 0,1 1 0 0 0,0 0 1 0 0,-1 1-1 0 0,0-1 0 0 0,0 1 0 0 0,6 6 0 0 0,-8-7-310 0 0,0 0 0 0 0,1 0 0 0 0,-1 1 0 0 0,-1 0 0 0 0,1-1 0 0 0,0 1-1 0 0,-1 0 1 0 0,0 0 0 0 0,0-1 0 0 0,0 1 0 0 0,0 0 0 0 0,-1 0 0 0 0,1 8 0 0 0,-1 4-2361 0 0</inkml:trace>
</inkml:ink>
</file>

<file path=ppt/ink/ink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1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6 68 0 0,'-8'15'2597'0'0,"8"-15"-2489"0"0,-1 1-1 0 0,1-1 0 0 0,0 0 1 0 0,0 1-1 0 0,-1-1 1 0 0,1 1-1 0 0,0-1 0 0 0,0 0 1 0 0,-1 1-1 0 0,1-1 1 0 0,0 1-1 0 0,0-1 0 0 0,0 0 1 0 0,0 1-1 0 0,-1-1 1 0 0,1 1-1 0 0,0-1 0 0 0,0 1 1 0 0,0-1-1 0 0,0 1 0 0 0,0-1 1 0 0,0 0-1 0 0,0 1 1 0 0,1-1-1 0 0,-1 1 0 0 0,0-1 1 0 0,0 1-1 0 0,0-1 1 0 0,0 1-1 0 0,0-1 0 0 0,1 0 1 0 0,-1 1-1 0 0,0-1 0 0 0,0 0 1 0 0,1 1-1 0 0,162-14 2262 0 0,-30 3-2913 0 0,-1 1-4014 0 0,-90 5 2420 0 0</inkml:trace>
</inkml:ink>
</file>

<file path=ppt/ink/ink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3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59 292 0 0,'0'0'1103'0'0,"-28"-35"7126"0"0,21 32-7250 0 0,5 3-820 0 0,0-1 0 0 0,1 1 0 0 0,-1-1 0 0 0,1 0 0 0 0,-1 1 0 0 0,0-1 1 0 0,1 0-1 0 0,0 0 0 0 0,-1 0 0 0 0,1 0 0 0 0,0 0 0 0 0,-1-1 0 0 0,1 1 0 0 0,0 0 1 0 0,0-1-1 0 0,-3-3 1287 0 0,11 6-1400 0 0,120 23 178 0 0,0-6 1 0 0,1-6-1 0 0,130-4 1 0 0,-235-6-340 0 0,-23-2 103 0 0,0 0 0 0 0,1 0 0 0 0,-1 0 0 0 0,0 0 1 0 0,0 0-1 0 0,0 0 0 0 0,0 0 0 0 0,0 0 1 0 0,1 0-1 0 0,-1 0 0 0 0,0 0 0 0 0,0 0 1 0 0,0 0-1 0 0,0 1 0 0 0,0-1 0 0 0,0 0 1 0 0,1 0-1 0 0,-1 0 0 0 0,0 0 0 0 0,0 0 1 0 0,0 0-1 0 0,0 0 0 0 0,0 0 0 0 0,0 0 1 0 0,0 0-1 0 0,0 1 0 0 0,0-1 0 0 0,1 0 1 0 0,-1 0-1 0 0,0 0 0 0 0,0 0 0 0 0,0 0 1 0 0,0 0-1 0 0,0 1 0 0 0,0-1 0 0 0,0 0 1 0 0,0 0-1 0 0,0 0 0 0 0,0 0 0 0 0,0 0 1 0 0,0 1-1 0 0,0-1 0 0 0,0 0 0 0 0,0 0 1 0 0,0 0-1 0 0,0 0 0 0 0,0 0 0 0 0,0 0 1 0 0,0 1-1 0 0,0-1 0 0 0,0 0 0 0 0,-1 0 1 0 0,1 0-1 0 0,0 0 0 0 0,0 0 0 0 0,0 0 1 0 0,-35 18-1424 0 0,-3-4-2615 0 0,-51 11 1 0 0,59-19 1113 0 0</inkml:trace>
</inkml:ink>
</file>

<file path=ppt/ink/ink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3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 35 304 0 0,'-22'-8'1824'0'0,"20"7"-1198"0"0,-3-7 3697 0 0,15 4-4124 0 0,0 1-1 0 0,1 0 1 0 0,-1 0 0 0 0,1 1 0 0 0,0 1 0 0 0,-1 0 0 0 0,1 0 0 0 0,0 1-1 0 0,0 1 1 0 0,11 1 0 0 0,13 2 256 0 0,66 17-1 0 0,-83-16-346 0 0,-1 1 0 0 0,0 0 0 0 0,0 1 0 0 0,21 13 0 0 0,-31-16-73 0 0,0 1 1 0 0,0 0 0 0 0,0 0-1 0 0,-1 0 1 0 0,0 1 0 0 0,0 0-1 0 0,0 0 1 0 0,-1 1-1 0 0,0-1 1 0 0,0 1 0 0 0,7 14-1 0 0,-11-17-23 0 0,0 0 0 0 0,0 1 0 0 0,-1-1-1 0 0,1 0 1 0 0,-1 1 0 0 0,0-1 0 0 0,0 1 0 0 0,0-1-1 0 0,0 0 1 0 0,-1 1 0 0 0,0-1 0 0 0,0 0 0 0 0,0 1-1 0 0,0-1 1 0 0,-1 0 0 0 0,0 0 0 0 0,0 0-1 0 0,0 0 1 0 0,0 0 0 0 0,-1-1 0 0 0,-5 8 0 0 0,-4 4 13 0 0,-1 1 0 0 0,-1-2 0 0 0,-21 18 0 0 0,-58 41 199 0 0,-3-5 0 0 0,-162 86 0 0 0,213-128-60 0 0,35-20-126 0 0,0 0-1 0 0,0 0 0 0 0,1 1 1 0 0,0 0-1 0 0,0 1 0 0 0,1 0 1 0 0,0 1-1 0 0,0-1 0 0 0,1 1 1 0 0,0 1-1 0 0,-8 13 1 0 0,15-21-19 0 0,-1-1 1 0 0,1 1 0 0 0,-1 0 0 0 0,1-1 0 0 0,-1 1 0 0 0,1 0 0 0 0,0-1 0 0 0,0 1 0 0 0,0 0 0 0 0,0-1 0 0 0,0 1 0 0 0,0 0 0 0 0,0-1 0 0 0,1 1 0 0 0,-1 0 0 0 0,1-1 0 0 0,-1 1 0 0 0,1-1 0 0 0,0 1 0 0 0,-1-1 0 0 0,3 3 0 0 0,-1-1 17 0 0,0 0 1 0 0,1 0 0 0 0,0 0-1 0 0,0-1 1 0 0,0 1 0 0 0,0-1-1 0 0,0 1 1 0 0,0-1 0 0 0,4 1-1 0 0,7 4 78 0 0,0-1-1 0 0,1-1 0 0 0,21 5 0 0 0,-5-4 7 0 0,0-1 1 0 0,0-1-1 0 0,53-1 0 0 0,97-13 189 0 0,-102 4-201 0 0,355-34 359 0 0,-393 35-1012 0 0,-39 5 226 0 0</inkml:trace>
</inkml:ink>
</file>

<file path=ppt/ink/ink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4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1 108 528 0 0,'0'-2'303'0'0,"0"-1"0"0"0,0 1 1 0 0,0 0-1 0 0,0-1 0 0 0,0 1 0 0 0,0-1 0 0 0,1 1 1 0 0,-1 0-1 0 0,1-1 0 0 0,-1 1 0 0 0,1 0 0 0 0,0-1 0 0 0,0 1 1 0 0,0 0-1 0 0,0 0 0 0 0,1 0 0 0 0,-1 0 0 0 0,0 0 1 0 0,1 0-1 0 0,-1 0 0 0 0,1 1 0 0 0,0-1 0 0 0,0 0 1 0 0,0 1-1 0 0,0 0 0 0 0,4-4 1500 0 0,-3 3-1272 0 0,2 8-124 0 0,2 6-157 0 0,-5-2-127 0 0,-1 0 1 0 0,-1 0-1 0 0,0 0 0 0 0,0 0 0 0 0,0 0 0 0 0,-2 0 0 0 0,-2 12 0 0 0,-2 33 172 0 0,6-49-262 0 0,0 20 165 0 0,6 49 1 0 0,-5-66-151 0 0,1-1 0 0 0,0 1-1 0 0,1-1 1 0 0,0 1 0 0 0,0-1 0 0 0,1 0 0 0 0,0 0-1 0 0,0-1 1 0 0,8 11 0 0 0,-9-15-13 0 0,0 0 1 0 0,1 0-1 0 0,-1 0 1 0 0,1-1-1 0 0,-1 0 1 0 0,1 1 0 0 0,0-1-1 0 0,-1 0 1 0 0,1-1-1 0 0,0 1 1 0 0,0-1-1 0 0,1 0 1 0 0,-1 0-1 0 0,0 0 1 0 0,0 0-1 0 0,0-1 1 0 0,1 0-1 0 0,-1 0 1 0 0,0 0-1 0 0,1 0 1 0 0,-1-1-1 0 0,0 1 1 0 0,0-1-1 0 0,0 0 1 0 0,1-1-1 0 0,4-1 1 0 0,12-5 21 0 0,-1 0 1 0 0,0 0 0 0 0,31-21-1 0 0,-38 21-47 0 0,0-1 0 0 0,-1 0 0 0 0,0-1 0 0 0,-1 0-1 0 0,0-1 1 0 0,-1 0 0 0 0,0-1 0 0 0,0 0-1 0 0,-2-1 1 0 0,1 0 0 0 0,-2 0 0 0 0,8-16 0 0 0,-11 19 32 0 0,0-1 0 0 0,0 0 0 0 0,-1 0 0 0 0,0 0-1 0 0,-1 0 1 0 0,0 0 0 0 0,-1-1 0 0 0,-1 1 0 0 0,1-1 0 0 0,-2 1 0 0 0,0-1 0 0 0,0 1 0 0 0,-1 0 0 0 0,0-1 0 0 0,-1 1 0 0 0,-7-18 0 0 0,8 26 8 0 0,-3-3-1 0 0,5 6-47 0 0,0-1 1 0 0,-1 1-1 0 0,1 0 0 0 0,-1-1 1 0 0,1 1-1 0 0,0 0 1 0 0,-1 0-1 0 0,1 0 0 0 0,-1-1 1 0 0,1 1-1 0 0,-1 0 0 0 0,1 0 1 0 0,-1 0-1 0 0,1 0 1 0 0,-1 0-1 0 0,1 0 0 0 0,-1 0 1 0 0,1 0-1 0 0,-1 0 1 0 0,1 0-1 0 0,-1 0 0 0 0,1 0 1 0 0,-1 0-1 0 0,1 0 1 0 0,-1 0-1 0 0,1 0 0 0 0,-1 1 1 0 0,1-1-1 0 0,-1 0 0 0 0,1 0 1 0 0,-1 1-1 0 0,1-1 1 0 0,0 0-1 0 0,-1 1 0 0 0,1-1 1 0 0,-1 0-1 0 0,1 1 1 0 0,-1 0-1 0 0,-11 17 18 0 0,9-8-1 0 0,1-1-1 0 0,0 1 1 0 0,1 0-1 0 0,0 0 1 0 0,0 0-1 0 0,1-1 1 0 0,0 1 0 0 0,1 0-1 0 0,0 0 1 0 0,4 14-1 0 0,3 4-665 0 0,0-1-1 0 0,17 36 0 0 0,-3-26-1685 0 0,-3-16-3842 0 0,-9-14 3030 0 0</inkml:trace>
</inkml:ink>
</file>

<file path=ppt/ink/ink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4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1 976 0 0,'0'0'2804'0'0,"-2"3"-1948"0"0,-2 7 7 0 0,-1-1 0 0 0,2 1 0 0 0,0 0-1 0 0,0 0 1 0 0,-3 21 0 0 0,6-27-691 0 0,-1 1-1 0 0,1 0 0 0 0,1-1 1 0 0,-1 1-1 0 0,1 0 0 0 0,-1-1 1 0 0,1 1-1 0 0,1-1 0 0 0,-1 1 1 0 0,1-1-1 0 0,-1 1 0 0 0,1-1 1 0 0,0 0-1 0 0,1 0 0 0 0,4 6 0 0 0,2 0-992 0 0,-9-10 610 0 0,1 0-1 0 0,-1 0 1 0 0,0 1 0 0 0,1-1 0 0 0,-1 0 0 0 0,1 0 0 0 0,-1 0 0 0 0,1 1-1 0 0,-1-1 1 0 0,1 0 0 0 0,-1 0 0 0 0,0 0 0 0 0,1 0 0 0 0,-1 0-1 0 0,1 0 1 0 0,-1 0 0 0 0,1 0 0 0 0,-1 0 0 0 0,1 0 0 0 0,-1 0 0 0 0,1-1-1 0 0,-1 1 1 0 0,0 0 0 0 0,1 0 0 0 0,-1 0 0 0 0,1-1 0 0 0,-1 1 0 0 0,1 0-1 0 0,-1 0 1 0 0,0-1 0 0 0,1 1 0 0 0,-1 0 0 0 0,0-1 0 0 0,1 1 0 0 0,-1 0-1 0 0,0-1 1 0 0,6-5 279 0 0,-6 5 59 0 0,6-9-2442 0 0</inkml:trace>
</inkml:ink>
</file>

<file path=ppt/ink/ink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5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1 145 208 0 0,'4'-32'1444'0'0,"11"-67"4657"0"0,-15 97-5766 0 0,1-5 515 0 0,-1 2-1520 0 0</inkml:trace>
</inkml:ink>
</file>

<file path=ppt/ink/ink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5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1 572 0 0,'0'0'3584'0'0,"3"45"321"0"0,-4-32-3406 0 0,1-1 0 0 0,0 1 0 0 0,1-1 0 0 0,0 1 0 0 0,1-1 0 0 0,0 0 0 0 0,6 17-1 0 0,-8-28-244 0 0,15 16 1093 0 0,-12-17-1286 0 0,0 0-1 0 0,0-1 1 0 0,0 0-1 0 0,-1 0 1 0 0,1 0-1 0 0,0 0 1 0 0,0 0 0 0 0,0-1-1 0 0,-1 1 1 0 0,1-1-1 0 0,-1 1 1 0 0,4-4-1 0 0,16-9 287 0 0,-20 14-296 0 0,-2-1-46 0 0,1 1 0 0 0,-1 0-1 0 0,0-1 1 0 0,1 1 0 0 0,-1-1 0 0 0,1 1-1 0 0,-1 0 1 0 0,1 0 0 0 0,-1-1 0 0 0,1 1-1 0 0,-1 0 1 0 0,1 0 0 0 0,0-1 0 0 0,-1 1 0 0 0,1 0-1 0 0,-1 0 1 0 0,1 0 0 0 0,-1 0 0 0 0,1 0-1 0 0,0 0 1 0 0,-1 0 0 0 0,1 0 0 0 0,-1 0-1 0 0,1 0 1 0 0,0 0 0 0 0,-1 0 0 0 0,1 1 0 0 0,-1-1-1 0 0,1 0 1 0 0,-1 0 0 0 0,1 1 0 0 0,-1-1-1 0 0,1 0 1 0 0,-1 1 0 0 0,1-1 0 0 0,0 1-1 0 0,16 11 76 0 0,-8-4-51 0 0,0-1-1 0 0,1 0 1 0 0,-1-1 0 0 0,1 0-1 0 0,0-1 1 0 0,1 0-1 0 0,-1 0 1 0 0,1-1 0 0 0,0-1-1 0 0,0 0 1 0 0,22 4 0 0 0,-28-7-18 0 0,0 0 1 0 0,0 0-1 0 0,0 0 0 0 0,-1 0 1 0 0,1-1-1 0 0,0 0 1 0 0,0 0-1 0 0,0 0 1 0 0,-1 0-1 0 0,1-1 1 0 0,0 0-1 0 0,-1 0 1 0 0,0 0-1 0 0,1-1 1 0 0,-1 1-1 0 0,0-1 1 0 0,0 0-1 0 0,0 0 1 0 0,-1 0-1 0 0,1-1 1 0 0,-1 1-1 0 0,0-1 1 0 0,0 0-1 0 0,0 0 1 0 0,0 0-1 0 0,-1 0 1 0 0,1-1-1 0 0,-1 1 1 0 0,3-10-1 0 0,-3 7 18 0 0,1-1 0 0 0,-1 0 0 0 0,0 0 0 0 0,-1 1 1 0 0,0-2-1 0 0,0 1 0 0 0,0 0 0 0 0,-1 0 0 0 0,-1 0 0 0 0,0-9 0 0 0,1 11-10 0 0,0 5-68 0 0,0 0 0 0 0,1 0-1 0 0,-1 0 1 0 0,0 0 0 0 0,0 0 0 0 0,0 0 0 0 0,0 0 0 0 0,0 0 0 0 0,0 0 0 0 0,0 0-1 0 0,0 0 1 0 0,0-1 0 0 0,0 1 0 0 0,0 0 0 0 0,-1 0 0 0 0,1 0 0 0 0,0 0 0 0 0,-1 0-1 0 0,1 0 1 0 0,-1 0 0 0 0,1 0 0 0 0,-1 0 0 0 0,-1-1 0 0 0,-5 1-2238 0 0,-15 17-7544 0 0</inkml:trace>
</inkml:ink>
</file>

<file path=ppt/ink/ink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5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1 255 76 0 0,'0'0'1055'0'0,"0"15"2832"0"0,0-9-3242 0 0,0 0 0 0 0,1 1 0 0 0,1-1 0 0 0,-1 0 0 0 0,1 0 0 0 0,0 0 0 0 0,3 7 0 0 0,-3-7-381 0 0,1 0 0 0 0,0-1 0 0 0,1 1 0 0 0,-1 0 0 0 0,1-1 0 0 0,0 0 0 0 0,0 0 0 0 0,1 0 0 0 0,-1-1-1 0 0,1 1 1 0 0,0-1 0 0 0,6 4 0 0 0,-10-8-203 0 0,3 3-371 0 0,7 3 78 0 0,2-25-10652 0 0</inkml:trace>
  <inkml:trace contextRef="#ctx0" brushRef="#br0" timeOffset="1">214 45 944 0 0,'0'-11'2304'0'0,"4"-1"-328"0"0,-2 1-343 0 0,2 1 1219 0 0,-38 38-8353 0 0,22-19 3185 0 0</inkml:trace>
</inkml:ink>
</file>

<file path=ppt/ink/ink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6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1 170 616 0 0,'0'0'6242'0'0,"6"1"-5969"0"0,20 4-15 0 0,-20-4 192 0 0,23 14 1691 0 0,11-9-1751 0 0,-1-1 0 0 0,1-1 0 0 0,-1-3 0 0 0,62-4 0 0 0,-45 1-226 0 0,620-18 764 0 0,361-6-125 0 0,335-12-307 0 0,-579 12-312 0 0,-323 15-101 0 0,395-14 78 0 0,-508-6 1353 0 0,-349 30-1084 0 0,-1-1 0 0 0,1-1 0 0 0,-1 1 0 0 0,1-1-1 0 0,-1-1 1 0 0,10-5 0 0 0,-15 8-46 0 0,-7 5-1950 0 0,-32 21-1096 0 0,-11-4-5487 0 0,25-14 4054 0 0</inkml:trace>
</inkml:ink>
</file>

<file path=ppt/ink/ink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8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22 652 0 0,'-10'-15'3436'0'0,"3"9"1053"0"0,108 611-1300 0 0,-85-502-2856 0 0,2 110 0 0 0,-8-82-659 0 0,-10-126-580 0 0,2 14 458 0 0</inkml:trace>
</inkml:ink>
</file>

<file path=ppt/ink/ink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9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305 192 9301 0 0,'-1'-26'96'0'0,"-2"0"0"0"0,0 0-1 0 0,-2 0 1 0 0,-9-32 0 0 0,8 28 546 0 0,-9 79-373 0 0,3 0 1 0 0,-9 71 0 0 0,7-30-38 0 0,-20 80 188 0 0,-48 335 521 0 0,73-433-773 0 0,-4 0 0 0 0,-37 115 1 0 0,33-131-1464 0 0,12-47 410 0 0</inkml:trace>
</inkml:ink>
</file>

<file path=ppt/ink/ink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29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26 169 348 0 0,'-25'-78'4952'0'0,"25"76"-4139"0"0,0 0-466 0 0,-1-6-304 0 0,4 5 1343 0 0,18 2-1131 0 0,1 1 1 0 0,36 4 0 0 0,-2 0-60 0 0,556-24 787 0 0,-325 3-693 0 0,727-6 769 0 0,-598 16-460 0 0,-236 4 1503 0 0,-178 3-1498 0 0,58-8 854 0 0,-44 5-463 0 0,6 1-3706 0 0,-22 3 2579 0 0,0 0 0 0 0,0-1 0 0 0,0 1 0 0 0,0 0 0 0 0,0-1 0 0 0,0 1 0 0 0,-1-1 0 0 0,1 1 0 0 0,0 0 0 0 0,0-1 0 0 0,0 1 0 0 0,0-1 0 0 0,-1 1-1 0 0,1 0 1 0 0,0-1 0 0 0,-1 1 0 0 0,1-1 0 0 0,0 1 0 0 0,-1-1 0 0 0,1 1 0 0 0,-1-1 0 0 0,1 0 0 0 0,0 1 0 0 0,-1-1 0 0 0,1 1 0 0 0,-1-1 0 0 0,1 0 0 0 0,-1 1 0 0 0,0-1 0 0 0,1 0 0 0 0,-2 1 0 0 0,-9 6-3655 0 0,1-4 288 0 0</inkml:trace>
</inkml:ink>
</file>

<file path=ppt/ink/ink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2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35 920 0 0,'-11'-10'3202'0'0,"11"10"-2996"0"0,-1 0 1 0 0,1 0-1 0 0,0-1 1 0 0,-1 1-1 0 0,1 0 1 0 0,0 0-1 0 0,-1 0 1 0 0,1-1-1 0 0,0 1 1 0 0,0 0-1 0 0,-1 0 1 0 0,1-1-1 0 0,0 1 1 0 0,0 0-1 0 0,-1-1 1 0 0,1 1-1 0 0,0 0 1 0 0,0-1-1 0 0,0 1 1 0 0,0 0-1 0 0,0-1 1 0 0,-1 1-1 0 0,1 0 1 0 0,0-1-1 0 0,0 1 1 0 0,0 0-1 0 0,0-1 1 0 0,0 1-1 0 0,0-1 1 0 0,0 1-1 0 0,0 0 0 0 0,0-1 1 0 0,1 1-1 0 0,-1 0 1 0 0,0-1-1 0 0,0 1 1 0 0,0-1-1 0 0,13-2 74 0 0,1 1 0 0 0,-1 0 0 0 0,0 0-1 0 0,1 2 1 0 0,-1 0 0 0 0,21 2 0 0 0,33-1 290 0 0,112-7 426 0 0,-102 5-3004 0 0,-78 2 1950 0 0,0-1-1 0 0,0 0 0 0 0,0 0 0 0 0,0 1 1 0 0,0-1-1 0 0,0 1 0 0 0,0-1 0 0 0,0 1 1 0 0,1-1-1 0 0,-1 1 0 0 0,0-1 1 0 0,0 1-1 0 0,1 0 0 0 0,-1 0 0 0 0,0-1 1 0 0,1 1-1 0 0,-1 0 0 0 0,0 1 1 0 0,-15 12-912 0 0,-46 9-5990 0 0,43-20 4464 0 0</inkml:trace>
</inkml:ink>
</file>

<file path=ppt/ink/ink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2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271 19 524 0 0,'-9'-3'619'0'0,"-11"-5"1515"0"0,9 0 3914 0 0,18 9-5795 0 0,7 2-102 0 0,0-1 1 0 0,0 2 0 0 0,-1 0-1 0 0,1 0 1 0 0,-1 2 0 0 0,0-1-1 0 0,0 2 1 0 0,21 13 0 0 0,-30-16-132 0 0,1-1 1 0 0,-1 1-1 0 0,0 0 1 0 0,0 0-1 0 0,0 1 1 0 0,-1-1 0 0 0,0 1-1 0 0,0-1 1 0 0,0 1-1 0 0,0 0 1 0 0,-1 0-1 0 0,1 1 1 0 0,-1-1-1 0 0,-1 0 1 0 0,1 1 0 0 0,-1 0-1 0 0,0-1 1 0 0,0 1-1 0 0,0-1 1 0 0,-1 1-1 0 0,0 0 1 0 0,0-1-1 0 0,-1 1 1 0 0,1 0 0 0 0,-1-1-1 0 0,-2 8 1 0 0,-2 3 2 0 0,0 0-1 0 0,-2-1 1 0 0,1 0 0 0 0,-2 0 0 0 0,0-1 0 0 0,0 0 0 0 0,-1 0 0 0 0,-20 22-1 0 0,3-8 52 0 0,0-2 0 0 0,-55 42-1 0 0,25-23 58 0 0,-52 37 382 0 0,101-77-367 0 0,0 1-1 0 0,1 0 1 0 0,0 0-1 0 0,0 1 0 0 0,-8 10 1 0 0,13-16 336 0 0,6 1-281 0 0,7 0-49 0 0,0 0 0 0 0,0 0 0 0 0,1-1 0 0 0,-1-1 0 0 0,1 0-1 0 0,18-3 1 0 0,83-17 397 0 0,-28 4-425 0 0,-54 9-189 0 0,-6 1-5568 0 0</inkml:trace>
</inkml:ink>
</file>

<file path=ppt/ink/ink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3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0 139 728 0 0,'0'-1'489'0'0,"0"-1"0"0"0,0 1 0 0 0,0-1 0 0 0,0 0 0 0 0,1 1 0 0 0,-1-1 0 0 0,1 1 0 0 0,-1-1 0 0 0,1 1 0 0 0,-1 0 0 0 0,1-1 0 0 0,0 1 0 0 0,-1-1 0 0 0,1 1 0 0 0,0 0 0 0 0,0 0 0 0 0,0-1 0 0 0,0 1 0 0 0,2-2 0 0 0,-2 4-368 0 0,1-1-1 0 0,-1 1 1 0 0,0 0-1 0 0,0 0 0 0 0,1-1 1 0 0,-1 1-1 0 0,0 0 1 0 0,0 0-1 0 0,0 0 1 0 0,0 0-1 0 0,0 0 0 0 0,-1 0 1 0 0,1 1-1 0 0,0-1 1 0 0,0 0-1 0 0,-1 0 1 0 0,1 0-1 0 0,-1 1 1 0 0,1-1-1 0 0,-1 0 0 0 0,1 2 1 0 0,27 68 633 0 0,-21-49-559 0 0,2-1 1 0 0,19 36 0 0 0,-20-44-213 0 0,-8-11 55 0 0,1-1 0 0 0,0 1 1 0 0,-1-1-1 0 0,1 1 0 0 0,0-1 0 0 0,0 0 0 0 0,0 1 0 0 0,0-1 0 0 0,0 0 0 0 0,1 0 0 0 0,-1 1 0 0 0,0-1 0 0 0,1 0 1 0 0,1 1-1 0 0,-1-2-10 0 0,-1-1 0 0 0,1 1 1 0 0,0 0-1 0 0,-1-1 1 0 0,1 1-1 0 0,-1-1 1 0 0,1 0-1 0 0,-1 1 0 0 0,1-1 1 0 0,-1 0-1 0 0,1 0 1 0 0,-1 0-1 0 0,0 0 1 0 0,0 0-1 0 0,1 0 0 0 0,-1 0 1 0 0,0-1-1 0 0,0 1 1 0 0,1-2-1 0 0,14-17 96 0 0,0-1 0 0 0,-1 0 0 0 0,-2-1-1 0 0,0-1 1 0 0,-1 0 0 0 0,11-31 0 0 0,-19 45-102 0 0,9-23 150 0 0,-4 10 77 0 0,23-42 1 0 0,-31 63-379 0 0,-1 0 92 0 0,0 1 1 0 0,0 0-1 0 0,0-1 1 0 0,1 1-1 0 0,-1-1 0 0 0,0 1 1 0 0,0 0-1 0 0,1-1 1 0 0,-1 1-1 0 0,0 0 1 0 0,0-1-1 0 0,1 1 1 0 0,-1 0-1 0 0,1-1 0 0 0,-1 1 1 0 0,0 0-1 0 0,1 0 1 0 0,-1-1-1 0 0,0 1 1 0 0,1 0-1 0 0,-1 0 0 0 0,1 0 1 0 0,-1 0-1 0 0,0 0 1 0 0,1-1-1 0 0,-1 1 1 0 0,1 0-1 0 0,-1 0 0 0 0,1 0 1 0 0,-1 0-1 0 0,1 0 1 0 0,-1 0-1 0 0,0 0 1 0 0,1 1-1 0 0,-1-1 0 0 0,1 0 1 0 0,-1 0-1 0 0,1 0 1 0 0,-1 0-1 0 0,0 0 1 0 0,1 1-1 0 0,0-1 1 0 0,19 9-3076 0 0,-15-5 2119 0 0,5 5-4785 0 0</inkml:trace>
</inkml:ink>
</file>

<file path=ppt/ink/ink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4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0 224 0 0,'0'0'1098'0'0,"-14"10"1917"0"0,10-7-2507 0 0,0 1 0 0 0,0 0 0 0 0,0 0 0 0 0,1 0 0 0 0,-1 0-1 0 0,1 0 1 0 0,0 1 0 0 0,0-1 0 0 0,-4 11 0 0 0,6-12-281 0 0,-1 0-1 0 0,1 0 1 0 0,0 0 0 0 0,0 1-1 0 0,0-1 1 0 0,1 0 0 0 0,-1 1 0 0 0,1-1-1 0 0,0 1 1 0 0,0-1 0 0 0,0 0-1 0 0,0 1 1 0 0,0-1 0 0 0,1 0-1 0 0,0 1 1 0 0,1 5 0 0 0,-1-8-162 0 0,1 1 1 0 0,-1 0-1 0 0,1-1 1 0 0,-1 1-1 0 0,1-1 0 0 0,-1 0 1 0 0,1 1-1 0 0,0-1 1 0 0,0 0-1 0 0,0 0 0 0 0,0 0 1 0 0,0 0-1 0 0,0-1 1 0 0,0 1-1 0 0,0 0 1 0 0,0-1-1 0 0,0 1 0 0 0,0-1 1 0 0,0 0-1 0 0,0 0 1 0 0,0 0-1 0 0,1 0 1 0 0,-1 0-1 0 0,0 0 0 0 0,0-1 1 0 0,0 1-1 0 0,0 0 1 0 0,0-1-1 0 0,3-1 0 0 0,31-10-1344 0 0,-11-2-3486 0 0,-18 8 1286 0 0</inkml:trace>
</inkml:ink>
</file>

<file path=ppt/ink/ink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4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36 1180 0 0,'0'0'1240'0'0,"-3"-11"1905"0"0,0-1-785 0 0,-1 0-352 0 0</inkml:trace>
</inkml:ink>
</file>

<file path=ppt/ink/ink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5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94 104 0 0,'0'-15'3938'0'0,"1"11"-3679"0"0,0 0 0 0 0,0 1 0 0 0,0-1 1 0 0,1 1-1 0 0,-1 0 0 0 0,1-1 0 0 0,0 1 0 0 0,0 0 1 0 0,0 0-1 0 0,0 0 0 0 0,1 0 0 0 0,-1 0 1 0 0,1 1-1 0 0,-1-1 0 0 0,1 1 0 0 0,0 0 0 0 0,0-1 1 0 0,0 1-1 0 0,1 1 0 0 0,5-4 0 0 0,-4 2-74 0 0,1 1-1 0 0,0 0 1 0 0,-1 0-1 0 0,1 0 1 0 0,0 1-1 0 0,0 0 0 0 0,0 0 1 0 0,0 0-1 0 0,0 1 1 0 0,0-1-1 0 0,0 2 1 0 0,8 0-1 0 0,-11 0-148 0 0,-1 0-1 0 0,0 0 1 0 0,0 0-1 0 0,0 1 1 0 0,0-1-1 0 0,0 1 1 0 0,0-1-1 0 0,0 1 1 0 0,0 0 0 0 0,0 0-1 0 0,-1 0 1 0 0,1 0-1 0 0,-1 0 1 0 0,0 0-1 0 0,1 0 1 0 0,-1 0-1 0 0,0 0 1 0 0,0 1 0 0 0,-1-1-1 0 0,1 1 1 0 0,0-1-1 0 0,-1 0 1 0 0,1 1-1 0 0,-1-1 1 0 0,0 5-1 0 0,1 3 56 0 0,0 0 0 0 0,-1 1-1 0 0,0-1 1 0 0,-3 19 0 0 0,-1-14-20 0 0,0 0 0 0 0,-2-1 0 0 0,0 1 0 0 0,0-1 0 0 0,-9 14 0 0 0,7-16 135 0 0,2 0 1 0 0,0 1-1 0 0,0 0 0 0 0,1 0 1 0 0,1 0-1 0 0,-3 15 0 0 0,7-27-178 0 0,0 0-1 0 0,0-1 0 0 0,1 1 0 0 0,-1 0 0 0 0,0-1 0 0 0,0 1 0 0 0,1 0 1 0 0,-1-1-1 0 0,0 1 0 0 0,1 0 0 0 0,-1-1 0 0 0,1 1 0 0 0,-1-1 1 0 0,1 1-1 0 0,-1-1 0 0 0,1 1 0 0 0,-1-1 0 0 0,1 1 0 0 0,-1-1 0 0 0,1 0 1 0 0,0 1-1 0 0,-1-1 0 0 0,1 0 0 0 0,0 1 0 0 0,-1-1 0 0 0,1 0 1 0 0,0 0-1 0 0,-1 0 0 0 0,1 1 0 0 0,0-1 0 0 0,0 0 0 0 0,-1 0 0 0 0,2 0 1 0 0,29 1 323 0 0,-28-1-259 0 0,62-4-171 0 0,0-2 1 0 0,74-18 0 0 0,-77 13-1291 0 0,2-4-1506 0 0,-19 1-2354 0 0,-9 3 1411 0 0</inkml:trace>
</inkml:ink>
</file>

<file path=ppt/ink/ink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7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10 1160 0 0,'-5'-8'1836'0'0,"1"6"1307"0"0,-1 3-2884 0 0,0 1 1 0 0,1-1-1 0 0,0 1 0 0 0,-1 0 0 0 0,1 0 0 0 0,0 0 0 0 0,0 0 0 0 0,0 1 1 0 0,0 0-1 0 0,0 0 0 0 0,1 0 0 0 0,-1 0 0 0 0,1 0 0 0 0,0 1 1 0 0,0 0-1 0 0,0-1 0 0 0,-2 6 0 0 0,-3 3 244 0 0,2 1 0 0 0,0 0-1 0 0,0 0 1 0 0,-6 22 0 0 0,11-32-425 0 0,1 1 1 0 0,-1-1-1 0 0,1 1 0 0 0,-1-1 1 0 0,1 1-1 0 0,0 0 1 0 0,0-1-1 0 0,1 1 0 0 0,-1 0 1 0 0,1-1-1 0 0,-1 1 1 0 0,1-1-1 0 0,0 1 0 0 0,1-1 1 0 0,-1 0-1 0 0,1 1 0 0 0,-1-1 1 0 0,1 0-1 0 0,0 0 1 0 0,3 4-1 0 0,-3-5-223 0 0,-1 0-1 0 0,1-1 1 0 0,0 1-1 0 0,0 0 1 0 0,0-1-1 0 0,0 0 1 0 0,0 1-1 0 0,0-1 1 0 0,0 0-1 0 0,0 0 1 0 0,1 0-1 0 0,3 1 1 0 0,-4-2-331 0 0,1 1-1 0 0,-1-1 1 0 0,0 0-1 0 0,1 0 1 0 0,-1 0 0 0 0,0 0-1 0 0,0-1 1 0 0,1 1-1 0 0,-1-1 1 0 0,0 1 0 0 0,0-1-1 0 0,1 0 1 0 0,-1 0-1 0 0,0 0 1 0 0,2-1 0 0 0</inkml:trace>
</inkml:ink>
</file>

<file path=ppt/ink/ink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8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85 424 0 0,'5'-53'8001'0'0,"-3"32"-4131"0"0,3 11-4763 0 0,-5 10 662 0 0,1 0 1 0 0,0 0 0 0 0,-1 0-1 0 0,1 0 1 0 0,0-1 0 0 0,0 1 0 0 0,0 0-1 0 0,-1 1 1 0 0,1-1 0 0 0,0 0-1 0 0,0 0 1 0 0,-1 0 0 0 0,1 0-1 0 0,0 1 1 0 0,-1-1 0 0 0,1 0-1 0 0,0 1 1 0 0,0-1 0 0 0,-1 0-1 0 0,1 1 1 0 0,-1-1 0 0 0,1 1-1 0 0,0-1 1 0 0,-1 1 0 0 0,1-1-1 0 0,0 2 1 0 0,2 1-2685 0 0</inkml:trace>
</inkml:ink>
</file>

<file path=ppt/ink/ink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8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1 604 0 0,'0'0'865'0'0,"38"6"5131"0"0,17-10-4057 0 0,-53 4-1906 0 0,0 0-411 0 0,12 1 452 0 0,-9 14-7711 0 0</inkml:trace>
</inkml:ink>
</file>

<file path=ppt/ink/ink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8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4 118 652 0 0,'-3'11'1845'0'0,"2"3"3333"0"0,6-12-4940 0 0,-1-1-1 0 0,1 1 1 0 0,0-1-1 0 0,-1 0 0 0 0,1 0 1 0 0,0 0-1 0 0,0-1 1 0 0,0 0-1 0 0,0 0 0 0 0,-1 0 1 0 0,1-1-1 0 0,5 0 1 0 0,64-14-2572 0 0,-64 13 1275 0 0,2-1-1732 0 0,0 0 213 0 0</inkml:trace>
  <inkml:trace contextRef="#ctx0" brushRef="#br0" timeOffset="1">479 2 168 0 0,'1'0'114'0'0,"-1"0"-1"0"0,0 0 1 0 0,0 0 0 0 0,0 0 0 0 0,0-1-1 0 0,1 1 1 0 0,-1 0 0 0 0,0 0 0 0 0,0 0-1 0 0,0 0 1 0 0,0 0 0 0 0,1 0-1 0 0,-1 0 1 0 0,0 0 0 0 0,0 0 0 0 0,0 0-1 0 0,1 0 1 0 0,-1 0 0 0 0,0 0 0 0 0,0 0-1 0 0,0 0 1 0 0,1 0 0 0 0,-1 0-1 0 0,0 0 1 0 0,0 0 0 0 0,0 0 0 0 0,1 0-1 0 0,-1 1 1 0 0,0-1 0 0 0,0 0 0 0 0,0 0-1 0 0,0 0 1 0 0,0 0 0 0 0,1 0-1 0 0,-1 0 1 0 0,0 1 0 0 0,0-1 0 0 0,0 0-1 0 0,0 0 1 0 0,0 0 0 0 0,0 0 0 0 0,1 1-1 0 0,-1-1 1 0 0,0 0 0 0 0,0 0-1 0 0,0 0 1 0 0,0 1 0 0 0,0-1 0 0 0,0 0-1 0 0,0 0 1 0 0,0 0 0 0 0,0 0 0 0 0,0 1-1 0 0,0-1 1 0 0,-1 20 2629 0 0,-8 24-253 0 0,-6 9-416 0 0,-8 29-319 0 0,10-29-5752 0 0,8-46-1680 0 0</inkml:trace>
</inkml:ink>
</file>

<file path=ppt/ink/ink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39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22 740 0 0,'-12'-20'5132'0'0,"11"20"-5037"0"0,1 0 0 0 0,0-1-1 0 0,-1 1 1 0 0,1 0 0 0 0,-1 0 0 0 0,1 0-1 0 0,0 0 1 0 0,-1 0 0 0 0,1 0 0 0 0,0 0-1 0 0,-1 0 1 0 0,1 0 0 0 0,-1 0 0 0 0,1 0-1 0 0,0 0 1 0 0,-1 0 0 0 0,1 0 0 0 0,0 0-1 0 0,-1 0 1 0 0,1 1 0 0 0,0-1 0 0 0,-1 0-1 0 0,1 0 1 0 0,0 0 0 0 0,-1 1-1 0 0,1-1 1 0 0,0 0 0 0 0,-1 0 0 0 0,1 1-1 0 0,0-1 1 0 0,0 0 0 0 0,-1 1 0 0 0,-19 40 1617 0 0,19-37-1783 0 0,-72 207 1775 0 0,72-210-1670 0 0,45-81 1019 0 0,-3 21-1044 0 0,-11 30 96 0 0,-27 26-102 0 0,0 2-4 0 0,0 0 1 0 0,0 0 0 0 0,0 0-1 0 0,0 0 1 0 0,0 0-1 0 0,0 1 1 0 0,1-1 0 0 0,-1 1-1 0 0,0 0 1 0 0,0 0-1 0 0,0 0 1 0 0,1 0 0 0 0,-1 0-1 0 0,0 1 1 0 0,0 0-1 0 0,0-1 1 0 0,0 1-1 0 0,0 1 1 0 0,3 0 0 0 0,3 3-3 0 0,0 0 0 0 0,0 1 1 0 0,-1 0-1 0 0,11 9 0 0 0,8 7 0 0 0,-21-19 21 0 0,0 0-1 0 0,0 0 1 0 0,0 0 0 0 0,0-1-1 0 0,0 1 1 0 0,1-2-1 0 0,-1 1 1 0 0,1-1 0 0 0,-1 0-1 0 0,1 0 1 0 0,-1 0 0 0 0,1-1-1 0 0,10-1 1 0 0,-14 0 1 0 0,1 1 1 0 0,-1-1 0 0 0,0 0 0 0 0,0 0-1 0 0,0-1 1 0 0,0 1 0 0 0,0-1-1 0 0,0 1 1 0 0,0-1 0 0 0,0 0-1 0 0,0 0 1 0 0,-1 0 0 0 0,1-1-1 0 0,-1 1 1 0 0,0-1 0 0 0,0 1-1 0 0,0-1 1 0 0,0 0 0 0 0,0 0 0 0 0,0 1-1 0 0,-1-1 1 0 0,1 0 0 0 0,-1-1-1 0 0,0 1 1 0 0,0 0 0 0 0,1-5-1 0 0,4-50-848 0 0,-6 56 199 0 0</inkml:trace>
</inkml:ink>
</file>

<file path=ppt/ink/ink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3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4 548 0 0,'0'0'1250'0'0,"-7"-4"-413"0"0,2 5 1940 0 0,1 0-2439 0 0,0 1-1 0 0,1 0 0 0 0,-1 0 0 0 0,1 0 0 0 0,-1 0 0 0 0,1 1 0 0 0,0 0 1 0 0,-4 3-1 0 0,6-4-741 0 0,-5 3-4165 0 0</inkml:trace>
</inkml:ink>
</file>

<file path=ppt/ink/ink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4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19 672 0 0,'0'0'981'0'0,"-6"-19"6724"0"0,22 225-5534 0 0,54 261-1 0 0,-60-416-2111 0 0,25 113-1016 0 0,-35-162 270 0 0</inkml:trace>
</inkml:ink>
</file>

<file path=ppt/ink/ink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4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438 41 40 0 0,'-6'-41'6925'0'0,"4"51"-6412"0"0,-152 617 4122 0 0,98-429-3753 0 0,2 7-224 0 0,-44 149 358 0 0,34-140-1536 0 0,60-207 218 0 0,16-38-11193 0 0</inkml:trace>
</inkml:ink>
</file>

<file path=ppt/ink/ink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5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22 437 704 0 0,'-21'-42'6893'0'0,"21"40"-6822"0"0,0 0 1 0 0,0 0 0 0 0,1 0 0 0 0,0-1 0 0 0,-1 1-1 0 0,1 0 1 0 0,0 0 0 0 0,0 0 0 0 0,0 1-1 0 0,0-1 1 0 0,0 0 0 0 0,0 0 0 0 0,0 0 0 0 0,1 1-1 0 0,-1-1 1 0 0,1 1 0 0 0,-1-1 0 0 0,1 1-1 0 0,0-1 1 0 0,0 1 0 0 0,-1 0 0 0 0,1 0 0 0 0,0 0-1 0 0,0 0 1 0 0,3-1 0 0 0,59-26 242 0 0,-54 24-215 0 0,71-22 115 0 0,2 3-1 0 0,88-12 0 0 0,-128 27-163 0 0,872-122 686 0 0,-4 58-69 0 0,-484 48-141 0 0,-407 24 30 0 0,-29 5 66 0 0,-27 18-1715 0 0,-8 18-6045 0 0,32-30 4076 0 0</inkml:trace>
</inkml:ink>
</file>

<file path=ppt/ink/ink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5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97 460 0 0,'-15'-4'2124'0'0,"-11"-7"4400"0"0,48 2-6045 0 0,2 1-251 0 0,1 2 0 0 0,0 1-1 0 0,0 0 1 0 0,0 2 0 0 0,36 0 0 0 0,2-1-34 0 0,87-16 130 0 0,-28 2-168 0 0,-120 18-234 0 0,0 1-423 0 0,-2-1 468 0 0,1 0 1 0 0,-1 0-1 0 0,0 0 1 0 0,0 0 0 0 0,0 0-1 0 0,1 0 1 0 0,-1 0-1 0 0,0 0 1 0 0,0 0-1 0 0,0 0 1 0 0,0 0-1 0 0,1 0 1 0 0,-1 0-1 0 0,0 0 1 0 0,0 0-1 0 0,0 0 1 0 0,0 0-1 0 0,1 0 1 0 0,-1 0-1 0 0,0 1 1 0 0,0-1-1 0 0,0 0 1 0 0,0 0-1 0 0,0 0 1 0 0,1 0 0 0 0,-1 0-1 0 0,0 0 1 0 0,0 1-1 0 0,0-1 1 0 0,0 0-1 0 0,0 0 1 0 0,0 0-1 0 0,0 0 1 0 0,0 1-1 0 0,0-1 1 0 0,0 0-1 0 0,0 0 1 0 0,0 0-1 0 0,0 0 1 0 0,1 1-1 0 0,-1-1 1 0 0,0 0-1 0 0,0 0 1 0 0,-1 0-1 0 0,1 0 1 0 0,0 1 0 0 0,0-1-1 0 0,0 0 1 0 0,0 0-1 0 0,0 0 1 0 0,0 0-1 0 0,0 1 1 0 0,0-1-1 0 0,0 0 1 0 0,0 0-1 0 0,0 0 1 0 0,0 0-1 0 0,-1 1 1 0 0,-47 22-4954 0 0,35-21 2651 0 0</inkml:trace>
</inkml:ink>
</file>

<file path=ppt/ink/ink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6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3 504 0 0,'0'0'4081'0'0,"9"-1"-3663"0"0,6 0-187 0 0,0 1-1 0 0,0 0 0 0 0,1 1 1 0 0,-1 1-1 0 0,0 0 1 0 0,0 1-1 0 0,-1 1 0 0 0,18 6 1 0 0,-27-9-198 0 0,-1 1 0 0 0,1 1 1 0 0,-1-1-1 0 0,0 0 0 0 0,0 1 0 0 0,0 0 1 0 0,0 0-1 0 0,0 0 0 0 0,-1 0 0 0 0,1 1 1 0 0,-1 0-1 0 0,0-1 0 0 0,0 1 0 0 0,0 0 1 0 0,-1 0-1 0 0,1 1 0 0 0,-1-1 0 0 0,0 1 1 0 0,0-1-1 0 0,-1 1 0 0 0,1-1 0 0 0,-1 1 1 0 0,0 0-1 0 0,0 0 0 0 0,-1 0 0 0 0,1-1 1 0 0,-1 1-1 0 0,0 0 0 0 0,0 0 0 0 0,-1 0 1 0 0,-1 5-1 0 0,-3 18 15 0 0,-2 0 0 0 0,-1-1 1 0 0,-1 0-1 0 0,-1 0 1 0 0,-2-1-1 0 0,-28 49 0 0 0,-110 139 335 0 0,114-167-173 0 0,11-15 86 0 0,16-22-134 0 0,0 0 0 0 0,1 1 0 0 0,0 0 0 0 0,1 0-1 0 0,0 1 1 0 0,1 0 0 0 0,0 0 0 0 0,1 1 0 0 0,-6 19-1 0 0,10-31-142 0 0,1 1 0 0 0,0 0-1 0 0,0 0 1 0 0,0 0 0 0 0,0 0 0 0 0,0-1-1 0 0,0 1 1 0 0,1 0 0 0 0,-1 0-1 0 0,1 0 1 0 0,-1-1 0 0 0,1 1-1 0 0,0 0 1 0 0,-1-1 0 0 0,1 1 0 0 0,0 0-1 0 0,0-1 1 0 0,0 1 0 0 0,0-1-1 0 0,0 1 1 0 0,1-1 0 0 0,1 2-1 0 0,0-1 5 0 0,1 1 0 0 0,-1-1 0 0 0,1 0 0 0 0,0 0 0 0 0,0-1 0 0 0,0 1 0 0 0,-1-1 0 0 0,2 0 0 0 0,5 2 0 0 0,9-1 24 0 0,0-1-1 0 0,0 0 1 0 0,26-2 0 0 0,-39 0-34 0 0,67-6 116 0 0,145-36-1 0 0,-36 6-790 0 0,-145 33-751 0 0,-21 2-4225 0 0</inkml:trace>
</inkml:ink>
</file>

<file path=ppt/ink/ink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6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0 60 0 0,'-10'11'3540'0'0,"6"-7"-3116"0"0,1 1 0 0 0,0-1 1 0 0,0 1-1 0 0,0 0 0 0 0,1 0 0 0 0,0 0 1 0 0,0 0-1 0 0,0 1 0 0 0,0-1 1 0 0,1 0-1 0 0,0 1 0 0 0,0-1 1 0 0,0 1-1 0 0,1 0 0 0 0,0-1 0 0 0,1 10 1 0 0,0-10-330 0 0,0 0 1 0 0,1-1 0 0 0,0 1-1 0 0,0-1 1 0 0,0 0-1 0 0,0 0 1 0 0,1 1 0 0 0,-1-1-1 0 0,1-1 1 0 0,0 1-1 0 0,0 0 1 0 0,1-1 0 0 0,-1 1-1 0 0,1-1 1 0 0,-1 0-1 0 0,1 0 1 0 0,0-1 0 0 0,0 1-1 0 0,1-1 1 0 0,6 3 0 0 0,-8-4-202 0 0,-1 0 0 0 0,1 0 0 0 0,0 0 1 0 0,-1 0-1 0 0,1-1 0 0 0,0 1 0 0 0,-1-1 0 0 0,1 0 1 0 0,0 0-1 0 0,-1 0 0 0 0,1 0 0 0 0,3-1 1 0 0,-5 1-330 0 0,1 0 0 0 0,-1-1-1 0 0,1 1 1 0 0,-1-1 0 0 0,1 1 0 0 0,-1-1 0 0 0,0 0 0 0 0,1 0 0 0 0,-1 0 0 0 0,0 0 0 0 0,1 0-1 0 0,-1 0 1 0 0,0 0 0 0 0,1-1 0 0 0,2-7-2332 0 0</inkml:trace>
</inkml:ink>
</file>

<file path=ppt/ink/ink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6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80 580 0 0,'-1'-58'6991'0'0,"1"56"-6825"0"0,1 1 0 0 0,-1-1 0 0 0,1 1 1 0 0,0-1-1 0 0,-1 1 0 0 0,1-1 1 0 0,0 1-1 0 0,0 0 0 0 0,0-1 0 0 0,0 1 1 0 0,0 0-1 0 0,1 0 0 0 0,1-2 0 0 0,6 3-6044 0 0,5 8 3614 0 0</inkml:trace>
</inkml:ink>
</file>

<file path=ppt/ink/ink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7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21 764 0 0,'0'0'8879'0'0,"5"-2"-8427"0"0,3-2-208 0 0,1 1 1 0 0,-1 0-1 0 0,1 1 0 0 0,0 0 1 0 0,0 0-1 0 0,12 0 0 0 0,32 3-4870 0 0</inkml:trace>
</inkml:ink>
</file>

<file path=ppt/ink/ink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7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0 147 592 0 0,'0'0'4316'0'0,"0"1"-4194"0"0,1 0-1 0 0,-1-1 1 0 0,0 1-1 0 0,1 0 0 0 0,-1-1 1 0 0,1 1-1 0 0,-1-1 0 0 0,1 1 1 0 0,-1 0-1 0 0,1-1 1 0 0,-1 1-1 0 0,1-1 0 0 0,0 0 1 0 0,-1 1-1 0 0,1-1 0 0 0,-1 1 1 0 0,1-1-1 0 0,0 0 1 0 0,0 0-1 0 0,1 1 0 0 0,55-9 1633 0 0,-15-6-7101 0 0,-27 7 3175 0 0</inkml:trace>
  <inkml:trace contextRef="#ctx0" brushRef="#br0" timeOffset="1">317 1 460 0 0,'0'0'6381'0'0,"-2"6"-5407"0"0,-9 34 1284 0 0,2 0 0 0 0,-8 82 0 0 0,9-78-2884 0 0,-1-19-4075 0 0</inkml:trace>
</inkml:ink>
</file>

<file path=ppt/ink/ink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48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98 175 448 0 0,'-20'-29'7847'0'0,"20"29"-7774"0"0,-1 0 1 0 0,1 0 0 0 0,-1 0 0 0 0,1 0-1 0 0,-1 0 1 0 0,1 0 0 0 0,-1 0-1 0 0,1 0 1 0 0,0 0 0 0 0,-1 0 0 0 0,1 0-1 0 0,-1 0 1 0 0,1 0 0 0 0,-1 1-1 0 0,1-1 1 0 0,-1 0 0 0 0,1 0 0 0 0,-1 1-1 0 0,1-1 1 0 0,0 0 0 0 0,-1 1-1 0 0,1-1 1 0 0,0 0 0 0 0,-1 1 0 0 0,1-1-1 0 0,0 0 1 0 0,-1 1 0 0 0,1-1-1 0 0,0 1 1 0 0,0-1 0 0 0,-1 0 0 0 0,1 1-1 0 0,0-1 1 0 0,0 1 0 0 0,0-1-1 0 0,0 1 1 0 0,-17 35 788 0 0,-8 35-402 0 0,5 15 129 0 0,17-60 94 0 0,4-26-677 0 0,-1 0 1 0 0,0 0-1 0 0,0 0 0 0 0,0 0 0 0 0,0 0 1 0 0,0 0-1 0 0,0 0 0 0 0,0 0 1 0 0,0-1-1 0 0,0 1 0 0 0,0 0 0 0 0,0 0 1 0 0,0 0-1 0 0,0 0 0 0 0,0 0 1 0 0,0 0-1 0 0,1 0 0 0 0,-1 0 0 0 0,0 0 1 0 0,0 0-1 0 0,0 0 0 0 0,0 0 1 0 0,0 0-1 0 0,0 0 0 0 0,0 0 0 0 0,0 0 1 0 0,0 0-1 0 0,0 0 0 0 0,1 0 1 0 0,-1 0-1 0 0,0 0 0 0 0,0 0 0 0 0,0 0 1 0 0,0 0-1 0 0,0 0 0 0 0,0 0 1 0 0,0 0-1 0 0,0 0 0 0 0,0 0 0 0 0,0 0 1 0 0,1 0-1 0 0,-1 0 0 0 0,0 0 1 0 0,0 0-1 0 0,0 0 0 0 0,0 0 0 0 0,0 1 1 0 0,17-49-1 0 0,0 1 89 0 0,19-17-70 0 0,-33 61-25 0 0,-1-1-1 0 0,1 0 0 0 0,0 1 0 0 0,0 0 0 0 0,0-1 0 0 0,1 1 0 0 0,-1 0 0 0 0,1 1 0 0 0,-1-1 0 0 0,1 1 0 0 0,0-1 0 0 0,0 1 0 0 0,7-2 0 0 0,-7 3-9 0 0,3 1 7 0 0,0 0-1 0 0,0 0 1 0 0,0 1-1 0 0,0 0 1 0 0,0 0-1 0 0,0 1 1 0 0,0 0-1 0 0,-1 0 1 0 0,1 1-1 0 0,-1-1 0 0 0,0 1 1 0 0,0 1-1 0 0,0-1 1 0 0,0 1-1 0 0,5 4 1 0 0,20 11 5 0 0,-22-15 0 0 0,0 0 0 0 0,1-1 1 0 0,-1 0-1 0 0,1 0 0 0 0,0-1 1 0 0,-1 0-1 0 0,1-1 0 0 0,0 0 1 0 0,0-1-1 0 0,12-1 0 0 0,-17 1 6 0 0,1-1 0 0 0,-1 0 0 0 0,0 0 0 0 0,0 0-1 0 0,0-1 1 0 0,0 0 0 0 0,0 0 0 0 0,0 0 0 0 0,-1 0 0 0 0,1-1-1 0 0,0 0 1 0 0,-1 0 0 0 0,0 0 0 0 0,0 0 0 0 0,0-1-1 0 0,0 0 1 0 0,-1 0 0 0 0,1 0 0 0 0,-1 0 0 0 0,3-5 0 0 0,-1-2 76 0 0,0 0 1 0 0,-1 0 0 0 0,0 0 0 0 0,-1-1 0 0 0,-1 1-1 0 0,0-1 1 0 0,0 0 0 0 0,0-15 0 0 0,8-43 344 0 0,-10 68-568 0 0,1 8-3342 0 0,0 3 3137 0 0,5 40-5669 0 0,-2-37 2989 0 0</inkml:trace>
</inkml:ink>
</file>

<file path=ppt/ink/ink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50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96 860 0 0,'0'-15'3637'0'0,"0"-8"-1275"0"0,1 15 3834 0 0,11 98-4954 0 0,-11-68-994 0 0,2-1 0 0 0,0 1-1 0 0,1-1 1 0 0,1 1 0 0 0,11 28-1 0 0,-16-49-222 0 0,1-1-1 0 0,-1 0 0 0 0,0 1 0 0 0,1-1 0 0 0,-1 1 0 0 0,1-1 0 0 0,-1 0 0 0 0,1 0 0 0 0,0 1 0 0 0,-1-1 0 0 0,1 0 0 0 0,-1 0 0 0 0,1 0 0 0 0,-1 0 0 0 0,1 0 1 0 0,-1 1-1 0 0,1-1 0 0 0,0 0 0 0 0,-1 0 0 0 0,1 0 0 0 0,-1-1 0 0 0,1 1 0 0 0,0 0 0 0 0,-1 0 0 0 0,1 0 0 0 0,-1 0 0 0 0,1 0 0 0 0,-1-1 0 0 0,1 1 1 0 0,0-1-1 0 0,16-6 223 0 0,-17 6-277 0 0,6-2 102 0 0,1-1 0 0 0,-1 0 1 0 0,0 0-1 0 0,-1 0 0 0 0,9-9 0 0 0,-11 10-53 0 0,0 0 0 0 0,0 1 0 0 0,0-1 0 0 0,0 1 0 0 0,0-1 0 0 0,1 1 0 0 0,-1 0 0 0 0,1 0 0 0 0,-1 1 1 0 0,1-1-1 0 0,0 1 0 0 0,0-1 0 0 0,0 1 0 0 0,6-1 0 0 0,-4 4-30 0 0,-1 0 0 0 0,1 0 0 0 0,-1 0 1 0 0,0 1-1 0 0,1-1 0 0 0,-1 1 1 0 0,-1 1-1 0 0,1-1 0 0 0,0 1 0 0 0,-1 0 1 0 0,1 0-1 0 0,5 7 0 0 0,6 3-61 0 0,-15-12 68 0 0,1 0 1 0 0,0 0-1 0 0,1-1 1 0 0,-1 1-1 0 0,0-1 1 0 0,0 1-1 0 0,1-1 1 0 0,-1 0 0 0 0,1 0-1 0 0,-1 0 1 0 0,1 0-1 0 0,-1 0 1 0 0,1 0-1 0 0,0-1 1 0 0,-1 1-1 0 0,1-1 1 0 0,0 0-1 0 0,-1 0 1 0 0,1 0 0 0 0,0 0-1 0 0,-1 0 1 0 0,1-1-1 0 0,0 1 1 0 0,-1-1-1 0 0,1 0 1 0 0,-1 0-1 0 0,1 0 1 0 0,-1 0 0 0 0,1 0-1 0 0,-1 0 1 0 0,0-1-1 0 0,1 1 1 0 0,-1-1-1 0 0,0 0 1 0 0,0 1-1 0 0,0-1 1 0 0,0 0 0 0 0,0 0-1 0 0,-1 0 1 0 0,1 0-1 0 0,-1-1 1 0 0,1 1-1 0 0,-1 0 1 0 0,0-1-1 0 0,1-2 1 0 0,6-11 19 0 0,-1 0-1 0 0,-1-1 1 0 0,0 0 0 0 0,-1 0 0 0 0,3-20 0 0 0,20-108-76 0 0,-27 143-152 0 0,-1 2 69 0 0,1 0 0 0 0,-1-1 0 0 0,1 1 0 0 0,-1 0 1 0 0,1 0-1 0 0,-1 0 0 0 0,1 0 0 0 0,0 1 0 0 0,-1-1 1 0 0,1 0-1 0 0,-1 0 0 0 0,1 0 0 0 0,-1 0 0 0 0,1 0 0 0 0,-1 1 1 0 0,1-1-1 0 0,-1 0 0 0 0,1 0 0 0 0,-1 1 0 0 0,1-1 1 0 0,-1 1-1 0 0,1-1 0 0 0,-1 0 0 0 0,0 1 0 0 0,1-1 1 0 0,-1 1-1 0 0,0-1 0 0 0,1 0 0 0 0,-1 1 0 0 0,0-1 1 0 0,0 1-1 0 0,1-1 0 0 0,-1 2 0 0 0,5 20-5712 0 0,-3-11 2364 0 0</inkml:trace>
</inkml:ink>
</file>

<file path=ppt/ink/ink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50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1 428 0 0,'1'10'7536'0'0,"-6"17"-4444"0"0,3-16-2713 0 0,0 1 0 0 0,0-1-1 0 0,1 0 1 0 0,0 1 0 0 0,2 15 0 0 0,0-24-428 0 0,0 0 0 0 0,0 0 0 0 0,0 0 0 0 0,0 0 0 0 0,0 0 0 0 0,1 0 1 0 0,0-1-1 0 0,-1 1 0 0 0,1 0 0 0 0,0-1 0 0 0,1 1 0 0 0,-1-1 1 0 0,0 0-1 0 0,0 0 0 0 0,1 0 0 0 0,0 0 0 0 0,-1 0 0 0 0,1 0 0 0 0,0-1 1 0 0,0 1-1 0 0,0-1 0 0 0,4 1 0 0 0,-6-1-1074 0 0</inkml:trace>
</inkml:ink>
</file>

<file path=ppt/ink/ink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50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1 121 9905 0 0,'0'-3'382'0'0,"0"-63"2390"0"0,1 40-3662 0 0,0 0-5187 0 0</inkml:trace>
</inkml:ink>
</file>

<file path=ppt/ink/ink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4:52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44 276 0 0,'0'0'891'0'0,"36"-31"4178"0"0,-35 31-4960 0 0,9-3 414 0 0,-1 1 1 0 0,1 0 0 0 0,-1 0-1 0 0,18-1 1 0 0,-25 3-491 0 0,-1 0 0 0 0,1 0 0 0 0,-1 0-1 0 0,0 0 1 0 0,1 0 0 0 0,-1 0 0 0 0,1 0 0 0 0,-1 1 0 0 0,1-1 0 0 0,-1 0 0 0 0,0 1 0 0 0,1-1 0 0 0,-1 1 0 0 0,0 0 0 0 0,0-1 0 0 0,1 1 0 0 0,-1 0 0 0 0,0 0 0 0 0,0 0-1 0 0,0 0 1 0 0,0 0 0 0 0,0 0 0 0 0,0 0 0 0 0,0 0 0 0 0,0 0 0 0 0,0 0 0 0 0,-1 0 0 0 0,1 1 0 0 0,0-1 0 0 0,-1 0 0 0 0,1 1 0 0 0,-1-1 0 0 0,1 0 0 0 0,-1 1-1 0 0,0-1 1 0 0,0 1 0 0 0,1-1 0 0 0,-1 0 0 0 0,0 1 0 0 0,0-1 0 0 0,0 1 0 0 0,-1-1 0 0 0,1 0 0 0 0,0 1 0 0 0,0-1 0 0 0,-1 1 0 0 0,0 0 0 0 0,-5 16 320 0 0,0 0 1 0 0,-1 0 0 0 0,-2-1 0 0 0,-17 29-1 0 0,15-27 142 0 0,10-18-256 0 0,1 0-210 0 0,1 0 0 0 0,-1 0 0 0 0,0 0 0 0 0,0 0 0 0 0,1-1 0 0 0,-1 1 0 0 0,1 0 0 0 0,-1 0 0 0 0,0-1 0 0 0,1 1 0 0 0,0 0 0 0 0,-1 0 0 0 0,1-1 0 0 0,-1 1 0 0 0,1-1 0 0 0,0 1 0 0 0,-1 0 0 0 0,1-1 0 0 0,0 1 0 0 0,0-1 0 0 0,-1 0 0 0 0,1 1 0 0 0,0-1 0 0 0,0 0 0 0 0,0 1 0 0 0,0-1 0 0 0,-1 0 0 0 0,1 0 0 0 0,0 0 0 0 0,0 0 0 0 0,0 1 0 0 0,0-1 0 0 0,0-1 0 0 0,1 1 0 0 0,37-2 399 0 0,-33 1-374 0 0,176-21 652 0 0,122-14-5309 0 0,-246 29 574 0 0,-3-4 308 0 0</inkml:trace>
</inkml:ink>
</file>

<file path=ppt/ink/ink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24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53 481 376 0 0,'-23'-28'3161'0'0,"-2"-8"1019"0"0,24 35-3109 0 0,1 1-1059 0 0,0 0-1 0 0,0 0 1 0 0,0-1 0 0 0,-1 1-1 0 0,1 0 1 0 0,0 0 0 0 0,0 0-1 0 0,0 0 1 0 0,0 0 0 0 0,0 0-1 0 0,-1 0 1 0 0,1 0 0 0 0,0 0-1 0 0,0 0 1 0 0,0-1 0 0 0,0 1-1 0 0,0 0 1 0 0,0 0-1 0 0,0 0 1 0 0,-1 0 0 0 0,1 0-1 0 0,0-1 1 0 0,0 1 0 0 0,0 0-1 0 0,0 0 1 0 0,0 0 0 0 0,0 0-1 0 0,0-1 1 0 0,0 1 0 0 0,0 0-1 0 0,0 0 1 0 0,0 0 0 0 0,0 0-1 0 0,0-1 1 0 0,0 1 0 0 0,0 0-1 0 0,0 0 1 0 0,0 0-1 0 0,0 0 1 0 0,0 0 0 0 0,0-1-1 0 0,0 1 1 0 0,0 0 0 0 0,0 0-1 0 0,1 0 1 0 0,-1 0 0 0 0,0-1-1 0 0,0 1 1 0 0,0 0 0 0 0,0 0-1 0 0,0 0 1 0 0,0 0 0 0 0,0 0-1 0 0,1 0 1 0 0,-1 0 0 0 0,0-1-1 0 0,29-1 186 0 0,1-1 0 0 0,-1-1 0 0 0,-1-2 0 0 0,1-1 0 0 0,-1-1 0 0 0,0-1-1 0 0,42-21 1 0 0,4-7 100 0 0,100-68-1 0 0,-154 93-185 0 0,-1-1 0 0 0,-1 0-1 0 0,-1-2 1 0 0,0 0-1 0 0,0-1 1 0 0,-2 0 0 0 0,0-2-1 0 0,14-20 1 0 0,-28 37-101 0 0,0 0-1 0 0,0 0 1 0 0,-1 0 0 0 0,1 0-1 0 0,0 0 1 0 0,-1 0 0 0 0,1 0-1 0 0,-1 0 1 0 0,1 0 0 0 0,-1 0 0 0 0,0 0-1 0 0,1-1 1 0 0,-1 1 0 0 0,0 0-1 0 0,0 0 1 0 0,0 0 0 0 0,0 0 0 0 0,0-1-1 0 0,0 1 1 0 0,0 0 0 0 0,0 0-1 0 0,0 0 1 0 0,-1 0 0 0 0,1-1-1 0 0,0 1 1 0 0,-1 0 0 0 0,1 0 0 0 0,-1 0-1 0 0,0-2 1 0 0,-1 2-3 0 0,0 0 0 0 0,0 1 0 0 0,0-1 1 0 0,0 0-1 0 0,0 1 0 0 0,0-1 0 0 0,0 1 0 0 0,0-1 1 0 0,0 1-1 0 0,0 0 0 0 0,0 0 0 0 0,0 0 0 0 0,0 0 0 0 0,0 0 1 0 0,-3 1-1 0 0,-9 2 9 0 0,-1 0 0 0 0,1 1 0 0 0,-25 10 1 0 0,20-5-4 0 0,0 1 0 0 0,1 0 0 0 0,0 1 0 0 0,1 1 0 0 0,0 1 1 0 0,1 0-1 0 0,-27 30 0 0 0,39-39-11 0 0,0 0-1 0 0,0 1 1 0 0,1 0 0 0 0,-1 0 0 0 0,1 0-1 0 0,1 0 1 0 0,-1 1 0 0 0,1-1 0 0 0,-1 1-1 0 0,2-1 1 0 0,-1 1 0 0 0,1 0-1 0 0,-1 0 1 0 0,2 0 0 0 0,-1 0 0 0 0,1 0-1 0 0,0 0 1 0 0,0 0 0 0 0,0 0 0 0 0,1-1-1 0 0,0 1 1 0 0,0 0 0 0 0,0 0 0 0 0,1 0-1 0 0,0-1 1 0 0,0 1 0 0 0,1-1 0 0 0,-1 1-1 0 0,1-1 1 0 0,0 0 0 0 0,1 0-1 0 0,5 6 1 0 0,1 0-8 0 0,0-1-1 0 0,0 0 0 0 0,1 0 1 0 0,1-1-1 0 0,-1-1 0 0 0,1 0 1 0 0,1-1-1 0 0,-1 0 1 0 0,1-1-1 0 0,1 0 0 0 0,-1-1 1 0 0,1-1-1 0 0,23 5 0 0 0,-15-5-18 0 0,0-1 0 0 0,0 0-1 0 0,0-2 1 0 0,0-1-1 0 0,0 0 1 0 0,1-2 0 0 0,-1-1-1 0 0,25-5 1 0 0,-26 1 8 0 0,0 0 0 0 0,-1 0 0 0 0,0-2 1 0 0,-1-1-1 0 0,0 0 0 0 0,0-2 0 0 0,-1 0 0 0 0,-1-1 0 0 0,0 0 1 0 0,20-21-1 0 0,-6 1-11 0 0,-1-2 0 0 0,-1-1 0 0 0,43-73-1 0 0,-68 102 34 0 0,-1 0 0 0 0,1 0-1 0 0,-1 0 1 0 0,0 0 0 0 0,0-1-1 0 0,-1 1 1 0 0,3-16 0 0 0,-5 21 26 0 0,-5-3-34 0 0,5 4 3 0 0,0 1-1 0 0,0-1 1 0 0,0 1 0 0 0,-1 0-1 0 0,1-1 1 0 0,0 1 0 0 0,0 0-1 0 0,0 0 1 0 0,0-1 0 0 0,0 1-1 0 0,-1 0 1 0 0,1-1 0 0 0,0 1-1 0 0,0 0 1 0 0,-1 0 0 0 0,1-1-1 0 0,0 1 1 0 0,0 0 0 0 0,-1 0 0 0 0,1-1-1 0 0,0 1 1 0 0,-1 0 0 0 0,1 0-1 0 0,0 0 1 0 0,0 0 0 0 0,-1 0-1 0 0,1-1 1 0 0,-1 1 0 0 0,1 0-1 0 0,0 0 1 0 0,-1 0 0 0 0,1 0-1 0 0,0 0 1 0 0,-1 0 0 0 0,1 0-1 0 0,0 0 1 0 0,-1 0 0 0 0,1 0-1 0 0,0 0 1 0 0,-1 1 0 0 0,1-1-1 0 0,-7 3 4 0 0,1 0-1 0 0,0 0 1 0 0,0 1-1 0 0,0 0 0 0 0,0 0 1 0 0,1 0-1 0 0,0 1 1 0 0,0 0-1 0 0,0 0 0 0 0,-4 6 1 0 0,7-8-3 0 0,0 0 1 0 0,0 0 0 0 0,0 0 0 0 0,0 1 0 0 0,1-1 0 0 0,0 0-1 0 0,-1 1 1 0 0,1-1 0 0 0,1 1 0 0 0,-1-1 0 0 0,0 1-1 0 0,1 0 1 0 0,0-1 0 0 0,0 1 0 0 0,0 0 0 0 0,0-1-1 0 0,0 1 1 0 0,1-1 0 0 0,0 1 0 0 0,0 0 0 0 0,0-1-1 0 0,2 5 1 0 0,15 29 28 0 0,2-1-1 0 0,2 0 1 0 0,42 51-1 0 0,15 25-11 0 0,-55-75 0 0 0,13 21-40 0 0,49 103 0 0 0,-78-144-21 0 0,-1 1 0 0 0,-1 0 1 0 0,-1 0-1 0 0,0 1 0 0 0,-1-1 0 0 0,-1 1 0 0 0,-1 0 0 0 0,0 0 0 0 0,-1 0 0 0 0,-4 34 0 0 0,2-47 34 0 0,0 0-1 0 0,-1-1 0 0 0,1 1 0 0 0,-1-1 1 0 0,-1 0-1 0 0,1 1 0 0 0,-1-1 0 0 0,1 0 0 0 0,-2 0 1 0 0,1-1-1 0 0,0 1 0 0 0,-1-1 0 0 0,0 1 0 0 0,0-1 1 0 0,0 0-1 0 0,0-1 0 0 0,-1 1 0 0 0,0-1 0 0 0,0 0 1 0 0,0 0-1 0 0,0 0 0 0 0,0-1 0 0 0,0 1 1 0 0,0-1-1 0 0,-1-1 0 0 0,0 1 0 0 0,1-1 0 0 0,-1 0 1 0 0,-10 1-1 0 0,2-1 41 0 0,1 0 0 0 0,0-1 1 0 0,0-1-1 0 0,-1 0 0 0 0,1-1 0 0 0,0 0 1 0 0,0-1-1 0 0,0 0 0 0 0,1-1 0 0 0,-1-1 1 0 0,-21-11-1 0 0,22 9 24 0 0,0-1 1 0 0,1 0-1 0 0,0 0 0 0 0,1-1 1 0 0,0-1-1 0 0,0 1 0 0 0,1-2 1 0 0,0 1-1 0 0,1-2 0 0 0,0 1 1 0 0,1-1-1 0 0,1 0 0 0 0,-1 0 1 0 0,2-1-1 0 0,0 1 1 0 0,-5-20-1 0 0,8 26-72 0 0,1 1 0 0 0,0 0 0 0 0,1 0 1 0 0,-1-1-1 0 0,1 1 0 0 0,0 0 0 0 0,0-1 0 0 0,1 1 1 0 0,0 0-1 0 0,-1 0 0 0 0,2-1 0 0 0,-1 1 0 0 0,1 0 1 0 0,0 0-1 0 0,0 0 0 0 0,0 0 0 0 0,0 1 0 0 0,1-1 1 0 0,0 1-1 0 0,0-1 0 0 0,0 1 0 0 0,6-6 0 0 0,-2 4-426 0 0,0-1 0 0 0,0 1 0 0 0,1 1 0 0 0,15-10-1 0 0,38-11-5208 0 0,-34 18 2823 0 0</inkml:trace>
</inkml:ink>
</file>

<file path=ppt/ink/ink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25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1 157 13093 0 0,'60'-39'369'0'0,"-35"21"-53"0"0,2 1 0 0 0,54-24 1 0 0,-62 32-485 0 0,52-18 964 0 0,-68 26-1068 0 0,0 0 0 0 0,0 0 0 0 0,0 0 1 0 0,0 1-1 0 0,0-1 0 0 0,1 1 0 0 0,-1 0 0 0 0,0 0 1 0 0,0 0-1 0 0,0 0 0 0 0,1 0 0 0 0,-1 1 1 0 0,0 0-1 0 0,0-1 0 0 0,0 1 0 0 0,0 0 0 0 0,0 1 1 0 0,3 1-1 0 0,2 8-6919 0 0</inkml:trace>
</inkml:ink>
</file>

<file path=ppt/ink/ink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27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167 399 692 0 0,'0'0'1402'0'0,"-2"6"-789"0"0,-5 27-65 0 0,1 1 1 0 0,2-1 0 0 0,2 1-1 0 0,1 0 1 0 0,3 41-1 0 0,7 6 89 0 0,21 87-1 0 0,-24-133-309 0 0,-1 0 0 0 0,1 40 0 0 0,-6-74-197 0 0,-2-5-96 0 0,-18-37-15 0 0,2 0 0 0 0,2-1 0 0 0,2-1 0 0 0,-12-60 1 0 0,-8-21-11 0 0,14 59-29 0 0,3-2-1 0 0,-17-130 0 0 0,33 185 15 0 0,0 0 0 0 0,1 0 0 0 0,1 0 0 0 0,0 0 0 0 0,0 0 0 0 0,1 0 0 0 0,1 0 0 0 0,0 1 0 0 0,1-1 0 0 0,0 1 0 0 0,0 0 0 0 0,2 0 1 0 0,-1 0-1 0 0,1 1 0 0 0,12-17 0 0 0,-9 17 0 0 0,1 1 1 0 0,-1-1-1 0 0,2 2 1 0 0,-1-1-1 0 0,1 1 1 0 0,1 1 0 0 0,-1 0-1 0 0,1 0 1 0 0,0 2-1 0 0,1-1 1 0 0,-1 1-1 0 0,1 1 1 0 0,24-5-1 0 0,-9 4-1 0 0,1 2-1 0 0,-1 1 0 0 0,1 0 1 0 0,0 3-1 0 0,-1 0 0 0 0,1 2 1 0 0,-1 1-1 0 0,0 1 0 0 0,0 1 1 0 0,46 17-1 0 0,-57-17 7 0 0,-1 1 1 0 0,1 1-1 0 0,-1 0 1 0 0,0 1-1 0 0,-1 0 0 0 0,0 1 1 0 0,-1 1-1 0 0,0 1 1 0 0,-1 0-1 0 0,0 0 0 0 0,-1 2 1 0 0,0-1-1 0 0,-1 2 1 0 0,0-1-1 0 0,-1 1 0 0 0,-1 1 1 0 0,-1 0-1 0 0,8 19 0 0 0,-14-29 6 0 0,0 0 0 0 0,0 1 0 0 0,-1-1 0 0 0,0 0-1 0 0,0 1 1 0 0,0-1 0 0 0,-1 1 0 0 0,0-1 0 0 0,0 1 0 0 0,-1-1-1 0 0,0 1 1 0 0,0-1 0 0 0,0 0 0 0 0,-1 1 0 0 0,0-1-1 0 0,-4 10 1 0 0,1-7-1 0 0,0-1 0 0 0,-1 0 0 0 0,0 0 0 0 0,0-1-1 0 0,0 0 1 0 0,-1 0 0 0 0,0 0 0 0 0,-1-1 0 0 0,1 0 0 0 0,-11 6 0 0 0,-7 2 31 0 0,-1-1 0 0 0,0 0 0 0 0,0-3 0 0 0,-1 0 0 0 0,-1-1 0 0 0,-44 7 0 0 0,71-16-42 0 0,-122 17 429 0 0,113-16-678 0 0,0-1-1 0 0,0 0 1 0 0,0 0-1 0 0,0-1 1 0 0,0-1-1 0 0,0 1 1 0 0,0-2-1 0 0,0 1 1 0 0,0-1-1 0 0,-11-6 1 0 0,15 4-2073 0 0</inkml:trace>
</inkml:ink>
</file>

<file path=ppt/ink/ink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28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0 652 0 0,'-8'37'2223'0'0,"2"0"1"0"0,-4 71-1 0 0,8-69-1390 0 0,1-21-1616 0 0,0-1-3317 0 0</inkml:trace>
</inkml:ink>
</file>

<file path=ppt/ink/ink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28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84 308 0 0,'1'-15'736'0'0,"3"4"4"0"0,-3 1 576 0 0,2-10-756 0 0,0 14 408 0 0,0-8-576 0 0,3 9 305 0 0,6 3-201 0 0,7 12-660 0 0,-11-4-268 0 0,-2 2-505 0 0,1-1-1015 0 0,0 1 448 0 0</inkml:trace>
</inkml:ink>
</file>

<file path=ppt/ink/ink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28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1 259 348 0 0,'42'-5'794'0'0,"1"-3"0"0"0,-1-2-1 0 0,0-1 1 0 0,-1-3 0 0 0,-1-1 0 0 0,42-22 0 0 0,-73 33-678 0 0,-1 0 1 0 0,0-1 0 0 0,0 0-1 0 0,0-1 1 0 0,-1 0 0 0 0,1 0-1 0 0,-1 0 1 0 0,11-14 0 0 0,-17 18-84 0 0,0 0 0 0 0,0 0 0 0 0,0 1 0 0 0,0-1 0 0 0,0 0 1 0 0,0 0-1 0 0,0 0 0 0 0,-1 0 0 0 0,1 0 0 0 0,-1 0 0 0 0,1 0 0 0 0,-1-1 1 0 0,0 1-1 0 0,0 0 0 0 0,0 0 0 0 0,0 0 0 0 0,-1-4 0 0 0,0 3-9 0 0,0 1 0 0 0,0-1 0 0 0,0 1-1 0 0,-1-1 1 0 0,0 1 0 0 0,1 0-1 0 0,-1 0 1 0 0,0-1 0 0 0,0 1-1 0 0,0 0 1 0 0,0 1 0 0 0,0-1 0 0 0,-1 0-1 0 0,1 1 1 0 0,0-1 0 0 0,-1 1-1 0 0,-3-2 1 0 0,-5-1 101 0 0,-1 0 0 0 0,0 1-1 0 0,0 1 1 0 0,0-1 0 0 0,0 2 0 0 0,-1 0-1 0 0,1 0 1 0 0,0 1 0 0 0,-1 1-1 0 0,1 0 1 0 0,0 0 0 0 0,0 2 0 0 0,0-1-1 0 0,0 1 1 0 0,0 1 0 0 0,1 0 0 0 0,-1 1-1 0 0,1 0 1 0 0,0 1 0 0 0,-11 8 0 0 0,20-13-97 0 0,0 0 0 0 0,1 0 0 0 0,-1 0 1 0 0,1 0-1 0 0,-1 1 0 0 0,1-1 0 0 0,-1 1 1 0 0,1-1-1 0 0,0 1 0 0 0,0 0 0 0 0,0-1 1 0 0,0 1-1 0 0,0 0 0 0 0,0 0 0 0 0,0 0 1 0 0,0 0-1 0 0,1 0 0 0 0,-1-1 0 0 0,1 1 1 0 0,-1 0-1 0 0,1 1 0 0 0,0 2 0 0 0,0-3-3 0 0,1 1-1 0 0,0 0 0 0 0,0-1 1 0 0,0 1-1 0 0,0-1 0 0 0,0 1 1 0 0,1-1-1 0 0,-1 0 0 0 0,1 0 1 0 0,-1 0-1 0 0,1 1 0 0 0,0-1 1 0 0,0-1-1 0 0,4 4 0 0 0,8 6 39 0 0,1-1 0 0 0,1-1-1 0 0,-1-1 1 0 0,20 8 0 0 0,-25-11-20 0 0,176 69-858 0 0,-55-37-5029 0 0,-79-24 2858 0 0</inkml:trace>
</inkml:ink>
</file>

<file path=ppt/ink/ink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29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157 144 552 0 0,'-8'-14'5985'0'0,"5"46"-5646"0"0,1 0 0 0 0,1 1 1 0 0,2-1-1 0 0,1 1 0 0 0,2-1 0 0 0,8 37 0 0 0,-10 2 197 0 0,-3-45-297 0 0,1-25-111 0 0,0-1-124 0 0,0 1 0 0 0,0-1 0 0 0,0 0 0 0 0,0 0 0 0 0,0 1 0 0 0,0-1 0 0 0,0 0 0 0 0,0 0 0 0 0,0 1 0 0 0,0-1 0 0 0,0 0 0 0 0,0 0 0 0 0,0 1 0 0 0,-1-1 1 0 0,1 0-1 0 0,0 0 0 0 0,0 0 0 0 0,0 1 0 0 0,0-1 0 0 0,0 0 0 0 0,0 0 0 0 0,-1 0 0 0 0,1 1 0 0 0,0-1 0 0 0,0 0 0 0 0,0 0 0 0 0,-1 0 0 0 0,1 0 0 0 0,0 1 0 0 0,0-1 1 0 0,0 0-1 0 0,-1 0 0 0 0,1 0 0 0 0,0 0 0 0 0,0 0 0 0 0,-1 0 0 0 0,1 0 0 0 0,0 0 0 0 0,0 0 0 0 0,-1 0 0 0 0,1 0 0 0 0,0 0 0 0 0,0 0 0 0 0,-1 0 0 0 0,1 0 1 0 0,0 0-1 0 0,0 0 0 0 0,-1 0 0 0 0,1 0 0 0 0,0 0 0 0 0,-1-1 0 0 0,-8-8 11 0 0,0 0 0 0 0,0-1-1 0 0,1 0 1 0 0,0-1 0 0 0,1 0 0 0 0,0 0 0 0 0,0-1 0 0 0,2 0-1 0 0,-9-21 1 0 0,1-6-22 0 0,-16-76 0 0 0,27 108 3 0 0,1-1 1 0 0,0 1-1 0 0,0-1 1 0 0,1 0-1 0 0,-1 1 1 0 0,2-1-1 0 0,-1 1 1 0 0,1-1-1 0 0,1 0 1 0 0,-1 1-1 0 0,1 0 1 0 0,0-1-1 0 0,1 1 1 0 0,0 0-1 0 0,0 0 1 0 0,0 0-1 0 0,1 1 1 0 0,7-11-1 0 0,-5 11 1 0 0,0 0-1 0 0,0 0 0 0 0,1 1 0 0 0,0 0 0 0 0,0 0 0 0 0,0 0 0 0 0,1 1 0 0 0,-1 0 0 0 0,1 1 0 0 0,0 0 1 0 0,0 0-1 0 0,0 0 0 0 0,0 1 0 0 0,1 1 0 0 0,-1-1 0 0 0,13 0 0 0 0,3 2-1 0 0,0 0 0 0 0,0 1-1 0 0,0 2 1 0 0,-1 0 0 0 0,1 1-1 0 0,-1 2 1 0 0,0 0 0 0 0,0 2-1 0 0,-1 0 1 0 0,0 2 0 0 0,30 16 0 0 0,-30-13 4 0 0,-1 0 1 0 0,-1 2 0 0 0,0 0-1 0 0,0 1 1 0 0,-2 1 0 0 0,0 1-1 0 0,-1 0 1 0 0,-1 1 0 0 0,0 1-1 0 0,23 41 1 0 0,-35-55 3 0 0,-1 1 0 0 0,1 0 0 0 0,-1 0 1 0 0,0 0-1 0 0,-1 0 0 0 0,0 0 0 0 0,0 0 0 0 0,-1 0 1 0 0,1 1-1 0 0,-1-1 0 0 0,-1 1 0 0 0,0-1 0 0 0,0 1 1 0 0,0-1-1 0 0,-1 1 0 0 0,0-1 0 0 0,-1 1 0 0 0,1-1 0 0 0,-1 0 1 0 0,-1 0-1 0 0,1 0 0 0 0,-1 0 0 0 0,-1 0 0 0 0,1 0 1 0 0,-1-1-1 0 0,0 0 0 0 0,-1 0 0 0 0,1 0 0 0 0,-1 0 0 0 0,0-1 1 0 0,-1 1-1 0 0,0-1 0 0 0,1-1 0 0 0,-1 1 0 0 0,-8 3 1 0 0,-7 4 16 0 0,0 0 1 0 0,-1-2 0 0 0,-1 0-1 0 0,0-2 1 0 0,0 0 0 0 0,-1-2-1 0 0,1-1 1 0 0,-1 0 0 0 0,-40 1 0 0 0,19-5 81 0 0,1-1 1 0 0,0-3-1 0 0,0-1 0 0 0,-62-15 1 0 0,90 15-104 0 0,0 0-1 0 0,0-2 1 0 0,0 0-1 0 0,1 0 1 0 0,-21-13-1 0 0,35 19-60 0 0,1-1-1 0 0,-1 1 0 0 0,1 0 1 0 0,-1 0-1 0 0,1-1 0 0 0,-1 1 1 0 0,1 0-1 0 0,0-1 1 0 0,-1 1-1 0 0,1-1 0 0 0,0 1 1 0 0,-1 0-1 0 0,1-1 0 0 0,0 1 1 0 0,-1-1-1 0 0,1 1 0 0 0,0-1 1 0 0,0 1-1 0 0,0-1 0 0 0,-1 1 1 0 0,1-1-1 0 0,0 0 0 0 0,0 1 1 0 0,0-1-1 0 0,0 1 1 0 0,0-1-1 0 0,0 1 0 0 0,0-1 1 0 0,0 1-1 0 0,0-1 0 0 0,0 1 1 0 0,0-1-1 0 0,1 1 0 0 0,-1-1 1 0 0,0 1-1 0 0,0-1 0 0 0,0 1 1 0 0,1-1-1 0 0,-1 1 0 0 0,0-1 1 0 0,1 1-1 0 0,-1-1 1 0 0,0 1-1 0 0,1-1 0 0 0,-1 1 1 0 0,1 0-1 0 0,-1-1 0 0 0,1 1 1 0 0,24-16-3367 0 0,-6 10 1015 0 0</inkml:trace>
</inkml:ink>
</file>

<file path=ppt/ink/ink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33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225 557 72 0 0,'-19'-20'580'0'0,"16"16"-35"0"0,1 2-204 0 0,1 1 0 0 0,0-1 0 0 0,-1 0 0 0 0,0 0 0 0 0,1 1 0 0 0,-1-1-1 0 0,0 1 1 0 0,1 0 0 0 0,-1-1 0 0 0,0 1 0 0 0,0 0 0 0 0,-4-1 0 0 0,-14 17-70 0 0,-1 2 0 0 0,2 0 0 0 0,0 2 0 0 0,2 0 0 0 0,0 1 0 0 0,1 0 0 0 0,-22 37 0 0 0,36-54-234 0 0,1 0 1 0 0,0 0 0 0 0,0 0-1 0 0,0 1 1 0 0,0-1 0 0 0,0 0-1 0 0,0 0 1 0 0,1 1-1 0 0,-1-1 1 0 0,1 7 0 0 0,0-8 296 0 0,2 0-155 0 0,-1-2-171 0 0,-1 0 1 0 0,0 1-1 0 0,0-1 1 0 0,0 0-1 0 0,0 0 1 0 0,1 1-1 0 0,-1-1 1 0 0,0 0-1 0 0,0 1 1 0 0,0-1-1 0 0,1 0 1 0 0,-1 0-1 0 0,0 1 0 0 0,1-1 1 0 0,-1 0-1 0 0,0 0 1 0 0,1 0-1 0 0,-1 0 1 0 0,0 1-1 0 0,0-1 1 0 0,1 0-1 0 0,-1 0 1 0 0,1 0-1 0 0,-1 0 1 0 0,0 0-1 0 0,1 0 1 0 0,-1 0-1 0 0,0 0 1 0 0,1 0-1 0 0,-1 0 0 0 0,0 0 1 0 0,1 0-1 0 0,-1 0 1 0 0,0 0-1 0 0,1 0 1 0 0,-1 0-1 0 0,0-1 1 0 0,1 1-1 0 0,-1 0 1 0 0,0 0-1 0 0,1 0 1 0 0,-1-1-1 0 0,14-6 75 0 0,-1-1 0 0 0,-1-1 1 0 0,1-1-1 0 0,-1 1 0 0 0,-1-2 0 0 0,13-14 0 0 0,-23 25-83 0 0,-1-1 0 0 0,1 0 0 0 0,0 1 0 0 0,0-1 0 0 0,-1 0 0 0 0,1 1 0 0 0,0-1 0 0 0,0 1 0 0 0,0-1-1 0 0,0 1 1 0 0,0 0 0 0 0,0-1 0 0 0,0 1 0 0 0,0 0 0 0 0,0 0 0 0 0,0-1 0 0 0,0 1 0 0 0,0 0 0 0 0,0 0 0 0 0,0 0 0 0 0,-1 0-1 0 0,1 0 1 0 0,0 1 0 0 0,0-1 0 0 0,0 0 0 0 0,0 0 0 0 0,0 1 0 0 0,2 0 0 0 0,30 17 46 0 0,1 1 4 0 0,-25-19-43 0 0,-1 1 0 0 0,1-1-1 0 0,0 0 1 0 0,-1-1 0 0 0,1 0 0 0 0,0-1-1 0 0,-1 1 1 0 0,0-2 0 0 0,1 1 0 0 0,-1-1-1 0 0,0 0 1 0 0,0-1 0 0 0,0 0 0 0 0,-1 0-1 0 0,0-1 1 0 0,1 0 0 0 0,-1 0 0 0 0,-1-1-1 0 0,1 1 1 0 0,-1-1 0 0 0,0-1-1 0 0,-1 1 1 0 0,6-9 0 0 0,12-18 54 0 0,-1 0 0 0 0,-2-1 0 0 0,26-63 0 0 0,-36 75-31 0 0,3-13 5 0 0,-1 0 0 0 0,-2-1 0 0 0,-2 0 0 0 0,-1-1 1 0 0,-1 0-1 0 0,-1-41 0 0 0,2 4 245 0 0,-7 55-82 0 0,-5 14-80 0 0,3 6-112 0 0,0 0 0 0 0,0 0 0 0 0,1 0 0 0 0,-1 0 0 0 0,0 1 0 0 0,1-1 0 0 0,-1 0 0 0 0,1 1 0 0 0,0-1 0 0 0,-1 1 0 0 0,-1 3 0 0 0,-39 66 6 0 0,32-48 0 0 0,1 1 1 0 0,1 0 0 0 0,1 1 0 0 0,1 0-1 0 0,1 0 1 0 0,2 0 0 0 0,-2 32-1 0 0,5-23 10 0 0,1 0-1 0 0,1 0 1 0 0,2 0 0 0 0,16 65-1 0 0,-15-85-9 0 0,0 0 0 0 0,0 1 1 0 0,2-2-1 0 0,0 1 0 0 0,0-1 0 0 0,1 0 0 0 0,1-1 1 0 0,0 0-1 0 0,1 0 0 0 0,0-1 0 0 0,1 0 0 0 0,0-1 0 0 0,0 0 1 0 0,18 11-1 0 0,-22-16-1 0 0,0-1 1 0 0,1 0-1 0 0,-1 0 0 0 0,1-1 1 0 0,-1 0-1 0 0,1 0 1 0 0,0-1-1 0 0,0 0 0 0 0,0 0 1 0 0,0-1-1 0 0,1 0 1 0 0,-1 0-1 0 0,0-1 0 0 0,0 0 1 0 0,1-1-1 0 0,-1 0 1 0 0,0 0-1 0 0,0-1 0 0 0,0 0 1 0 0,0 0-1 0 0,0-1 1 0 0,0 0-1 0 0,-1 0 0 0 0,1 0 1 0 0,-1-1-1 0 0,0-1 1 0 0,10-7-1 0 0,-12 8-2 0 0,0 0 0 0 0,-1-1 0 0 0,1 0 0 0 0,-1 0 0 0 0,0 0 0 0 0,0 0 0 0 0,-1-1 0 0 0,1 1 0 0 0,-1-1 0 0 0,-1 0 0 0 0,1 0 0 0 0,-1 0 0 0 0,0 0 0 0 0,1-7 0 0 0,0 1 102 0 0,-2 0 0 0 0,1 0 0 0 0,-2 0-1 0 0,0 1 1 0 0,0-1 0 0 0,-3-18 0 0 0,3 30-106 0 0,0 0 1 0 0,0-1-1 0 0,0 1 1 0 0,0 0-1 0 0,0-1 1 0 0,0 1-1 0 0,0 0 1 0 0,-1-1-1 0 0,1 1 1 0 0,0 0-1 0 0,0 0 0 0 0,0-1 1 0 0,0 1-1 0 0,-1 0 1 0 0,1 0-1 0 0,0-1 1 0 0,0 1-1 0 0,-1 0 1 0 0,1 0-1 0 0,0-1 1 0 0,0 1-1 0 0,-1 0 1 0 0,1 0-1 0 0,0 0 1 0 0,-1 0-1 0 0,1-1 1 0 0,0 1-1 0 0,-1 0 0 0 0,1 0 1 0 0,0 0-1 0 0,-1 0 1 0 0,1 0-1 0 0,0 0 1 0 0,-1 0-1 0 0,1 0 1 0 0,0 0-1 0 0,-1 0 1 0 0,1 0-1 0 0,0 0 1 0 0,-1 0-1 0 0,1 0 1 0 0,0 0-1 0 0,-1 1 1 0 0,1-1-1 0 0,0 0 0 0 0,-1 0 1 0 0,1 0-1 0 0,0 0 1 0 0,0 1-1 0 0,-1-1 1 0 0,1 0-1 0 0,-14 16 113 0 0,13-12-113 0 0,0-1-1 0 0,0 1 1 0 0,1-1 0 0 0,0 0-1 0 0,-1 1 1 0 0,1-1 0 0 0,0 1-1 0 0,1-1 1 0 0,-1 1 0 0 0,1-1-1 0 0,-1 1 1 0 0,1-1 0 0 0,0 0-1 0 0,1 1 1 0 0,-1-1 0 0 0,3 5-1 0 0,-1-2 28 0 0,1 0 0 0 0,1-1 0 0 0,-1 1 0 0 0,1-1 0 0 0,0 0 0 0 0,0 0 0 0 0,10 8 0 0 0,0-3-171 0 0,-1-1 0 0 0,2-1 0 0 0,-1 0-1 0 0,1-1 1 0 0,0 0 0 0 0,19 4-1 0 0,-29-10-256 0 0,0 0-1 0 0,0 0 0 0 0,0 0 0 0 0,0-1 0 0 0,0 0 1 0 0,12-2-1 0 0,16-6-4358 0 0,-16 2 1953 0 0</inkml:trace>
</inkml:ink>
</file>

<file path=ppt/ink/ink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33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41 216 0 0,'0'0'896'0'0,"12"-11"-104"0"0,-2 8 488 0 0,17-2-860 0 0,-10 3-264 0 0,8-5-256 0 0,0 4-512 0 0,4-3-660 0 0,0 3 292 0 0</inkml:trace>
</inkml:ink>
</file>

<file path=ppt/ink/ink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36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819 195 788 0 0,'-11'-39'3850'0'0,"8"26"-3182"0"0,0 1 0 0 0,-1-1 0 0 0,-1 1 0 0 0,0 0 0 0 0,-1 1-1 0 0,0-1 1 0 0,-12-16 0 0 0,14 24-578 0 0,0 0 0 0 0,0 1-1 0 0,0-1 1 0 0,0 1 0 0 0,0 0 0 0 0,-1 0-1 0 0,1 0 1 0 0,-1 1 0 0 0,0-1-1 0 0,0 1 1 0 0,0 0 0 0 0,0 1-1 0 0,0-1 1 0 0,0 1 0 0 0,0 0 0 0 0,-1 0-1 0 0,1 1 1 0 0,0-1 0 0 0,-1 1-1 0 0,1 1 1 0 0,0-1 0 0 0,-7 2-1 0 0,-21 3 79 0 0,1 2-1 0 0,-1 1 1 0 0,2 2-1 0 0,-1 1 1 0 0,1 2-1 0 0,-37 20 0 0 0,26-10 90 0 0,2 2-1 0 0,0 2 0 0 0,-63 57 0 0 0,86-68-156 0 0,0 0 0 0 0,1 1 0 0 0,1 1 0 0 0,1 0-1 0 0,0 1 1 0 0,1 1 0 0 0,-18 39 0 0 0,28-51-75 0 0,-1 0 0 0 0,2 1 0 0 0,-1 0-1 0 0,1-1 1 0 0,1 1 0 0 0,-1 0 0 0 0,1 0 0 0 0,1 0 0 0 0,0 0-1 0 0,0 0 1 0 0,1 0 0 0 0,0 0 0 0 0,0 0 0 0 0,1 0 0 0 0,0-1-1 0 0,1 1 1 0 0,0-1 0 0 0,0 1 0 0 0,1-1 0 0 0,0 0 0 0 0,1 0-1 0 0,-1-1 1 0 0,8 9 0 0 0,-1-3-3 0 0,1-2 0 0 0,0 1 0 0 0,0-2 0 0 0,1 1 0 0 0,0-2 0 0 0,1 0 0 0 0,0-1 0 0 0,1 0 0 0 0,0-1 0 0 0,0 0 0 0 0,0-1 0 0 0,1-1 0 0 0,0-1 0 0 0,0 0-1 0 0,33 3 1 0 0,-17-4 0 0 0,0-1 0 0 0,1-2-1 0 0,-1-1 1 0 0,1-1 0 0 0,-1-2-1 0 0,0-1 1 0 0,34-11 0 0 0,-39 7-4 0 0,0-1 1 0 0,-1-1 0 0 0,0-1-1 0 0,-1-2 1 0 0,24-17 0 0 0,-48 31-29 0 0,-1-1 9 0 0,1 1-1 0 0,-1 0 1 0 0,0-1-1 0 0,1 1 1 0 0,-1 0-1 0 0,0-1 1 0 0,1 1-1 0 0,-1 0 1 0 0,0-1-1 0 0,1 1 1 0 0,-1 0-1 0 0,0 0 1 0 0,1 0-1 0 0,-1-1 1 0 0,1 1-1 0 0,-1 0 1 0 0,1 0-1 0 0,-1 0 1 0 0,0 0-1 0 0,1 0 1 0 0,-1 0-1 0 0,1 0 1 0 0,-1 0-1 0 0,1 0 0 0 0,-1 0 1 0 0,1 0-1 0 0,-1 0 1 0 0,0 0-1 0 0,1 0 1 0 0,-1 0-1 0 0,1 1 1 0 0,-1-1-1 0 0,1 0 1 0 0,-1 0-1 0 0,0 0 1 0 0,1 1-1 0 0,14 4-24 0 0,45 13-8 0 0,28-11 0 0 0,-63-7 28 0 0,31-1-3 0 0,-54 0 12 0 0,1 1-1 0 0,0 0 0 0 0,-1-1 1 0 0,1 1-1 0 0,0-1 0 0 0,-1 0 0 0 0,1 0 1 0 0,-1 0-1 0 0,1 0 0 0 0,-1 0 1 0 0,1-1-1 0 0,-1 1 0 0 0,0-1 1 0 0,0 1-1 0 0,0-1 0 0 0,0 0 1 0 0,2-2-1 0 0,-3 1 17 0 0,1-8-7 0 0,-2 10-11 0 0,0 0-1 0 0,0 0 1 0 0,0 0-1 0 0,0 0 1 0 0,0 0-1 0 0,0-1 1 0 0,0 1-1 0 0,0 0 1 0 0,0 0-1 0 0,0 0 0 0 0,-1 0 1 0 0,1 0-1 0 0,0 0 1 0 0,-1 0-1 0 0,1 0 1 0 0,-1 0-1 0 0,1 0 1 0 0,-1 0-1 0 0,1 0 1 0 0,-1 0-1 0 0,0 1 0 0 0,0-1 1 0 0,1 0-1 0 0,-1 0 1 0 0,0 1-1 0 0,0-1 1 0 0,0 0-1 0 0,0 1 1 0 0,-1-1-1 0 0,0 0 4 0 0,-4-5-3 0 0,-1 1 1 0 0,0 1-1 0 0,0-1 1 0 0,-1 1-1 0 0,1 0 1 0 0,-1 1-1 0 0,0 0 0 0 0,0 0 1 0 0,-11-2-1 0 0,2 1-48 0 0,0 1 0 0 0,0 1-1 0 0,-24-1 1 0 0,39 3-71 0 0,-1 0 1 0 0,0 1-1 0 0,1-1 0 0 0,-1 0 1 0 0,1 1-1 0 0,-1 0 0 0 0,1-1 0 0 0,-1 1 1 0 0,1 0-1 0 0,-1 0 0 0 0,1 1 0 0 0,0-1 1 0 0,-1 0-1 0 0,1 1 0 0 0,-3 2 1 0 0,4-3-482 0 0,0 1 0 0 0,-1-1 0 0 0,1 1 0 0 0,0-1 0 0 0,0 1 0 0 0,0-1 0 0 0,1 1 0 0 0,-1-1 0 0 0,0 1 0 0 0,0 0 1 0 0,1-1-1 0 0,-1 1 0 0 0,1 2 0 0 0</inkml:trace>
</inkml:ink>
</file>

<file path=ppt/ink/ink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37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56 0 0,'18'-1'2906'0'0,"-16"2"-2744"0"0,1-1 0 0 0,0 1 1 0 0,0 0-1 0 0,-1-1 0 0 0,1 1 0 0 0,0 0 0 0 0,-1 0 0 0 0,1 1 0 0 0,-1-1 0 0 0,1 1 0 0 0,-1-1 1 0 0,0 1-1 0 0,1 0 0 0 0,-1 0 0 0 0,0 0 0 0 0,0 0 0 0 0,0 0 0 0 0,-1 0 0 0 0,1 0 0 0 0,0 1 1 0 0,-1-1-1 0 0,0 1 0 0 0,1-1 0 0 0,-1 1 0 0 0,0 0 0 0 0,0-1 0 0 0,-1 1 0 0 0,1 0 0 0 0,-1 0 0 0 0,1-1 1 0 0,-1 1-1 0 0,0 0 0 0 0,0 0 0 0 0,0 0 0 0 0,-1 5 0 0 0,-1-2 16 0 0,0-1 0 0 0,0 1-1 0 0,-1-1 1 0 0,0 1 0 0 0,0-1-1 0 0,0 0 1 0 0,0 0 0 0 0,-1 0-1 0 0,0 0 1 0 0,0-1 0 0 0,-8 7-1 0 0,11-10-34 0 0,-4 2 16 0 0,3-3 146 0 0,2-3 289 0 0,3-3-575 0 0,0-1-1 0 0,0 1 1 0 0,1 0-1 0 0,0 0 1 0 0,0 0 0 0 0,0 1-1 0 0,0-1 1 0 0,7-4-1 0 0,-7 5 0 0 0,1 1-1 0 0,0 0 0 0 0,-1 1 0 0 0,1-1 1 0 0,1 1-1 0 0,6-3 0 0 0,19-1 137 0 0,-29 7-91 0 0,1-1-42 0 0,0 1-1 0 0,1 1 1 0 0,-1-1-1 0 0,0 0 0 0 0,0 1 1 0 0,1 0-1 0 0,-1-1 0 0 0,0 1 1 0 0,0 1-1 0 0,0-1 0 0 0,5 3 1 0 0,-6-3-1 0 0,4 3 9 0 0,0 1-1 0 0,-1 0 1 0 0,1 0 0 0 0,-1 0-1 0 0,-1 1 1 0 0,1 0-1 0 0,-1 0 1 0 0,6 9 0 0 0,-10-13-11 0 0,31-4 25 0 0,36 1-73 0 0,-21 5 24 0 0,-22-2-4 0 0,0 0 1 0 0,26-3-1 0 0,-40 0 15 0 0,1-1-1 0 0,-1-1 0 0 0,0 0 1 0 0,0 0-1 0 0,0-1 0 0 0,0-1 1 0 0,-1 1-1 0 0,0-2 0 0 0,0 1 1 0 0,16-14-1 0 0,-23 18 14 0 0,-2 1-15 0 0,0 0 1 0 0,0-1 0 0 0,0 1 0 0 0,0 0 0 0 0,0 0 0 0 0,0 0-1 0 0,0-1 1 0 0,0 1 0 0 0,0 0 0 0 0,0 0 0 0 0,0 0 0 0 0,1-1 0 0 0,-1 1-1 0 0,0 0 1 0 0,0 0 0 0 0,0 0 0 0 0,0 0 0 0 0,0-1 0 0 0,1 1 0 0 0,-1 0-1 0 0,0 0 1 0 0,0 0 0 0 0,0 0 0 0 0,1 0 0 0 0,-1 0 0 0 0,0 0-1 0 0,0 0 1 0 0,0 0 0 0 0,1-1 0 0 0,-1 1 0 0 0,0 0 0 0 0,0 0 0 0 0,0 0-1 0 0,1 0 1 0 0,-1 0 0 0 0,0 0 0 0 0,0 0 0 0 0,1 0 0 0 0,-1 0-1 0 0,0 1 1 0 0,0-1 0 0 0,0 0 0 0 0,1 0 0 0 0,1 9 59 0 0,-1 1 0 0 0,1-1 0 0 0,-2 1 1 0 0,1-1-1 0 0,-1 1 0 0 0,-1 0 0 0 0,-3 18 0 0 0,0 20 60 0 0,1 29 51 0 0,-3-1-1 0 0,-25 116 1 0 0,25-177 1184 0 0,3-36-1056 0 0,7-46-217 0 0,6 31-64 0 0,2 1-1 0 0,1 1 0 0 0,1 0 1 0 0,2 0-1 0 0,1 2 1 0 0,2 0-1 0 0,1 1 1 0 0,1 1-1 0 0,2 1 1 0 0,1 1-1 0 0,51-46 1 0 0,-68 69-26 0 0,0-1 0 0 0,1 2 0 0 0,-1-1 0 0 0,1 1 0 0 0,0 0 1 0 0,0 1-1 0 0,0 0 0 0 0,12-3 0 0 0,-18 5 5 0 0,0 1-1 0 0,1-1 1 0 0,-1 1-1 0 0,0 0 1 0 0,1 0 0 0 0,-1 0-1 0 0,0 0 1 0 0,1 0-1 0 0,-1 1 1 0 0,0-1-1 0 0,0 0 1 0 0,1 1-1 0 0,-1 0 1 0 0,0 0-1 0 0,0 0 1 0 0,0 0 0 0 0,0 0-1 0 0,0 0 1 0 0,0 0-1 0 0,0 0 1 0 0,0 1-1 0 0,0-1 1 0 0,-1 1-1 0 0,1 0 1 0 0,0-1-1 0 0,-1 1 1 0 0,0 0 0 0 0,1 0-1 0 0,-1 0 1 0 0,0 0-1 0 0,0 0 1 0 0,0 0-1 0 0,0 0 1 0 0,0 0-1 0 0,-1 0 1 0 0,2 4 0 0 0,-1-3 2 0 0,-1 0 0 0 0,1 0 0 0 0,0 0 1 0 0,-1 0-1 0 0,0 0 0 0 0,1 0 0 0 0,-1 0 1 0 0,-1 0-1 0 0,1 0 0 0 0,0 0 1 0 0,-1 0-1 0 0,1 0 0 0 0,-1 0 0 0 0,0 0 1 0 0,0-1-1 0 0,0 1 0 0 0,0 0 1 0 0,-1 0-1 0 0,1-1 0 0 0,-1 1 0 0 0,1-1 1 0 0,-1 1-1 0 0,-2 2 0 0 0,-2-1 11 0 0,1 1 1 0 0,0-1-1 0 0,-1-1 0 0 0,0 1 0 0 0,0-1 0 0 0,0 0 0 0 0,0 0 1 0 0,0-1-1 0 0,-1 0 0 0 0,1 0 0 0 0,-1 0 0 0 0,-8 0 1 0 0,11-1-332 0 0,-1 0 1 0 0,0-1-1 0 0,1 0 1 0 0,-1 0 0 0 0,0 0-1 0 0,1 0 1 0 0,-1-1 0 0 0,0 0-1 0 0,1 0 1 0 0,-8-2 0 0 0,7-3-1809 0 0</inkml:trace>
</inkml:ink>
</file>

<file path=ppt/ink/ink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38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0 374 820 0 0,'0'0'4162'0'0,"6"31"-983"0"0,-6-26-3059 0 0,0-4 8 0 0,-1 1 0 0 0,1-1 1 0 0,0 1-1 0 0,0 0 1 0 0,0-1-1 0 0,0 1 1 0 0,0-1-1 0 0,1 1 1 0 0,-1-1-1 0 0,0 1 1 0 0,1-1-1 0 0,-1 1 0 0 0,1-1 1 0 0,0 1-1 0 0,-1-1 1 0 0,1 0-1 0 0,0 1 1 0 0,0-1-1 0 0,1 2 1 0 0,0-2 67 0 0,31-10 236 0 0,-4 19-346 0 0,-10-3-40 0 0,0-1 1 0 0,30 6-1 0 0,-41-11-40 0 0,0 0 0 0 0,0-1 0 0 0,0 1 0 0 0,0-2 0 0 0,0 1 0 0 0,0-1 0 0 0,-1-1 0 0 0,1 1 0 0 0,15-6 0 0 0,-11 1-4 0 0,0 0 1 0 0,0 0-1 0 0,0-1 1 0 0,-1-1-1 0 0,0 0 1 0 0,-1 0-1 0 0,0-1 0 0 0,0-1 1 0 0,-1 1-1 0 0,0-1 1 0 0,-1-1-1 0 0,0 0 1 0 0,-1 0-1 0 0,0-1 0 0 0,0 1 1 0 0,8-25-1 0 0,-4 9 99 0 0,-3 0 0 0 0,0-1 0 0 0,-1 0 0 0 0,-2-1 0 0 0,-1 1 0 0 0,1-56 0 0 0,-5 83-68 0 0,0-1-1 0 0,0 1 1 0 0,0 0-1 0 0,0-1 1 0 0,0 1-1 0 0,0-1 0 0 0,0 1 1 0 0,0 0-1 0 0,0-1 1 0 0,-1 1-1 0 0,1 0 1 0 0,-1-1-1 0 0,1 1 1 0 0,-1 0-1 0 0,1-1 1 0 0,-1 1-1 0 0,0 0 1 0 0,1 0-1 0 0,-1 0 1 0 0,-1-2-1 0 0,1 3-10 0 0,0 0-1 0 0,1 0 0 0 0,-1 0 1 0 0,0 0-1 0 0,0 0 0 0 0,0 1 1 0 0,1-1-1 0 0,-1 0 0 0 0,0 0 1 0 0,0 0-1 0 0,1 1 0 0 0,-1-1 1 0 0,0 0-1 0 0,1 1 0 0 0,-1-1 1 0 0,0 0-1 0 0,1 1 0 0 0,-1-1 1 0 0,0 1-1 0 0,1-1 0 0 0,-1 1 1 0 0,1 0-1 0 0,-1-1 0 0 0,0 2 1 0 0,-4 4 56 0 0,0 0 1 0 0,0 1-1 0 0,1-1 1 0 0,0 1-1 0 0,-6 14 1 0 0,4-3-20 0 0,1 0-1 0 0,0 0 1 0 0,2 1 0 0 0,0-1-1 0 0,1 1 1 0 0,1 0-1 0 0,0 0 1 0 0,1 0 0 0 0,2 0-1 0 0,3 19 1 0 0,-3-25-38 0 0,1 0 0 0 0,1 0 0 0 0,1 0 1 0 0,0 0-1 0 0,0-1 0 0 0,1 0 0 0 0,1 0 0 0 0,0 0 1 0 0,0-1-1 0 0,1 0 0 0 0,1 0 0 0 0,0-1 0 0 0,0 0 1 0 0,19 15-1 0 0,-24-23-18 0 0,0 1 0 0 0,0-1 0 0 0,1 0-1 0 0,-1-1 1 0 0,0 1 0 0 0,1-1 0 0 0,0 1 0 0 0,-1-1 0 0 0,1-1 0 0 0,0 1 0 0 0,-1-1 0 0 0,1 0 0 0 0,0 0 0 0 0,0 0 0 0 0,-1 0 0 0 0,1-1 0 0 0,0 0 0 0 0,-1 0 0 0 0,1 0-1 0 0,-1-1 1 0 0,1 1 0 0 0,-1-1 0 0 0,0 0 0 0 0,1 0 0 0 0,3-4 0 0 0,2 1 9 0 0,0-2 0 0 0,0 1-1 0 0,0-2 1 0 0,-1 1 0 0 0,-1-1 0 0 0,1 0-1 0 0,-1-1 1 0 0,13-18 0 0 0,-20 26-5 0 0,0 0 1 0 0,0 0 0 0 0,-1 0-1 0 0,1 0 1 0 0,0-1 0 0 0,0 1-1 0 0,-1 0 1 0 0,1 0 0 0 0,-1-1-1 0 0,1 1 1 0 0,-1 0 0 0 0,1-1-1 0 0,-1 1 1 0 0,0-1 0 0 0,0 1-1 0 0,0 0 1 0 0,0-1 0 0 0,0-2-1 0 0,0 4-3 0 0,-1 0 0 0 0,0-1 0 0 0,1 1 0 0 0,-1 0 0 0 0,1 0 0 0 0,-1-1 0 0 0,0 1 0 0 0,1 0 0 0 0,-1 0 1 0 0,0 0-1 0 0,1 0 0 0 0,-1 0 0 0 0,0 0 0 0 0,1 0 0 0 0,-1 0 0 0 0,0 0 0 0 0,1 0 0 0 0,-1 1 0 0 0,0-1 0 0 0,1 0 0 0 0,-1 0 0 0 0,0 1 0 0 0,1-1 0 0 0,-1 0 0 0 0,1 1 0 0 0,-2-1 0 0 0,-2 3 12 0 0,0-1-1 0 0,0 1 1 0 0,-1-1-1 0 0,1 1 1 0 0,1 0-1 0 0,-1 0 0 0 0,0 1 1 0 0,1-1-1 0 0,0 1 1 0 0,-6 7-1 0 0,7-5 10 0 0,-1 0 0 0 0,0 0 1 0 0,1 1-1 0 0,0-1 0 0 0,1 1 0 0 0,0-1 0 0 0,0 1 0 0 0,0 0 0 0 0,0 7 0 0 0,2-12-23 0 0,-1 1-1 0 0,0 0 1 0 0,0-1 0 0 0,1 0 0 0 0,0 1 0 0 0,-1-1 0 0 0,1 1 0 0 0,0-1-1 0 0,0 0 1 0 0,0 1 0 0 0,0-1 0 0 0,1 0 0 0 0,-1 0 0 0 0,1 0 0 0 0,-1 0-1 0 0,1 0 1 0 0,0 0 0 0 0,0-1 0 0 0,0 1 0 0 0,0 0 0 0 0,0-1 0 0 0,0 1 0 0 0,0-1-1 0 0,0 0 1 0 0,4 2 0 0 0,-2-3 4 0 0,1-1 0 0 0,0 1 1 0 0,-1 0-1 0 0,1-1 0 0 0,-1 0 0 0 0,1 0 0 0 0,-1-1 0 0 0,0 1 1 0 0,1-1-1 0 0,-1 0 0 0 0,6-3 0 0 0,29-22 18 0 0,-30 20-32 0 0,0 0 1 0 0,0 1 0 0 0,19-10 0 0 0,-26 15-3 0 0,1 1-25 0 0,-2 0 35 0 0,-1 0 0 0 0,1 0-1 0 0,0 0 1 0 0,0 0-1 0 0,-1 0 1 0 0,1 0-1 0 0,0 0 1 0 0,0 0-1 0 0,-1 1 1 0 0,1-1-1 0 0,0 0 1 0 0,-1 0-1 0 0,1 1 1 0 0,0-1-1 0 0,-1 0 1 0 0,1 1 0 0 0,0-1-1 0 0,-1 1 1 0 0,1-1-1 0 0,-1 1 1 0 0,1-1-1 0 0,-1 1 1 0 0,1 0-1 0 0,-1-1 1 0 0,1 1-1 0 0,-1-1 1 0 0,0 1-1 0 0,1 0 1 0 0,-1-1-1 0 0,0 1 1 0 0,1 0 0 0 0,-1 0-1 0 0,0-1 1 0 0,0 2-1 0 0,4 4 18 0 0,-1-1 0 0 0,1 0 0 0 0,1 0 0 0 0,-1 0 0 0 0,0 0 0 0 0,1-1 0 0 0,0 1 0 0 0,0-1 0 0 0,1-1 0 0 0,-1 1 0 0 0,1-1 0 0 0,0 0 0 0 0,-1 0 0 0 0,10 3 0 0 0,-10-5-173 0 0,-1 0 0 0 0,1 0 1 0 0,0 0-1 0 0,-1 0 0 0 0,1-1 1 0 0,0 0-1 0 0,0 0 0 0 0,8-1 0 0 0,-8 0-336 0 0,-1 0-1 0 0,0-1 1 0 0,0 1-1 0 0,0-1 0 0 0,0 1 1 0 0,0-1-1 0 0,0 0 1 0 0,0-1-1 0 0,0 1 0 0 0,5-5 1 0 0,-1-2-3107 0 0,4 0 273 0 0</inkml:trace>
</inkml:ink>
</file>

<file path=ppt/ink/ink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38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12345 0 0,'61'0'1039'0'0,"-16"2"-2509"0"0,-7-2-4962 0 0,-21-2 3346 0 0</inkml:trace>
</inkml:ink>
</file>

<file path=ppt/ink/ink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3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356 447 324 0 0,'-1'-5'320'0'0,"0"1"-1"0"0,0 0 1 0 0,-1-1 0 0 0,0 1 0 0 0,1 0-1 0 0,-1 0 1 0 0,-1 0 0 0 0,1 0 0 0 0,0 1-1 0 0,-1-1 1 0 0,0 1 0 0 0,0-1-1 0 0,0 1 1 0 0,0 0 0 0 0,-1 0 0 0 0,1 0-1 0 0,-1 1 1 0 0,1-1 0 0 0,-1 1-1 0 0,0 0 1 0 0,0 0 0 0 0,0 0 0 0 0,-9-2-1 0 0,7 3-205 0 0,0 0-1 0 0,0 1 0 0 0,0 0 0 0 0,0 0 0 0 0,0 1 1 0 0,0 0-1 0 0,0 0 0 0 0,1 0 0 0 0,-1 0 0 0 0,0 1 1 0 0,0 0-1 0 0,1 0 0 0 0,-1 1 0 0 0,1 0 0 0 0,0 0 1 0 0,0 0-1 0 0,-8 7 0 0 0,-5 4 44 0 0,1 1 0 0 0,0 0 1 0 0,1 2-1 0 0,0 0 0 0 0,2 0 0 0 0,-24 39 0 0 0,33-49-124 0 0,1 0-1 0 0,0 1 0 0 0,0-1 1 0 0,1 1-1 0 0,0 0 0 0 0,0 0 1 0 0,1 0-1 0 0,0 0 0 0 0,0 1 0 0 0,1-1 1 0 0,0 0-1 0 0,1 1 0 0 0,0-1 1 0 0,0 1-1 0 0,1-1 0 0 0,0 1 1 0 0,0-1-1 0 0,1 0 0 0 0,0 0 1 0 0,0 0-1 0 0,1 0 0 0 0,5 9 0 0 0,-4-9-10 0 0,1-1-1 0 0,0 0 1 0 0,0 0-1 0 0,1 0 1 0 0,0-1-1 0 0,0 0 1 0 0,1 0-1 0 0,0 0 1 0 0,0-1-1 0 0,0 0 1 0 0,15 7-1 0 0,-9-6 1 0 0,0 0 0 0 0,1-2 0 0 0,-1 1-1 0 0,1-2 1 0 0,0 0 0 0 0,26 2 0 0 0,-15-4-5 0 0,0 0 1 0 0,-1-2-1 0 0,1-1 1 0 0,0-2-1 0 0,-1 0 1 0 0,1-1-1 0 0,-2-1 1 0 0,28-11-1 0 0,-27 6-10 0 0,-1-1 0 0 0,0-1 0 0 0,-1 0 0 0 0,0-2 0 0 0,-1-1 0 0 0,-1-1 0 0 0,-1 0 0 0 0,0-1 0 0 0,-1-1 0 0 0,30-43 0 0 0,-30 37-8 0 0,-2-2 0 0 0,-1 0 1 0 0,-1 0-1 0 0,-1-2 0 0 0,-2 1 0 0 0,-1-2 0 0 0,-1 1 1 0 0,10-59-1 0 0,-16 64 0 0 0,-2 0 0 0 0,0 0 0 0 0,-1-1 1 0 0,-5-26-1 0 0,4 38 8 0 0,-2 1 0 0 0,1 0 1 0 0,-1 0-1 0 0,-1 0 0 0 0,0 0 0 0 0,-1 1 0 0 0,0 0 0 0 0,-1 0 1 0 0,-12-18-1 0 0,18 28 1 0 0,-1 0 0 0 0,1 0-1 0 0,-1 0 1 0 0,1 1 0 0 0,-1-1 0 0 0,1 0 0 0 0,-1 1 0 0 0,0-1-1 0 0,1 0 1 0 0,-1 1 0 0 0,0-1 0 0 0,0 1 0 0 0,1-1 0 0 0,-1 1-1 0 0,0-1 1 0 0,0 1 0 0 0,0 0 0 0 0,1-1 0 0 0,-1 1 0 0 0,0 0-1 0 0,0 0 1 0 0,0 0 0 0 0,0 0 0 0 0,0 0 0 0 0,0 0 0 0 0,0 0-1 0 0,-1 0 1 0 0,1 1 4 0 0,0-1 1 0 0,0 1-1 0 0,-1 0 0 0 0,1 0 0 0 0,0 0 0 0 0,0 0 0 0 0,0 0 0 0 0,0 0 1 0 0,1 0-1 0 0,-1 0 0 0 0,0 1 0 0 0,0-1 0 0 0,1 0 0 0 0,-1 0 0 0 0,0 3 0 0 0,-15 57 269 0 0,15-56-254 0 0,-5 37 142 0 0,2 0-1 0 0,2 0 1 0 0,5 75 0 0 0,29 127 288 0 0,-15-129-325 0 0,-7-4 42 0 0,-10-109-53 0 0,1-3-121 0 0,-1 0 1 0 0,1 0-1 0 0,0 0 0 0 0,0 0 0 0 0,0 0 0 0 0,-1 0 1 0 0,1 0-1 0 0,0 0 0 0 0,-1 0 0 0 0,1 0 0 0 0,-1 0 1 0 0,1-1-1 0 0,-1 1 0 0 0,0 0 0 0 0,1 0 0 0 0,-1-1 1 0 0,0 1-1 0 0,0 0 0 0 0,0-1 0 0 0,0-1 0 0 0,2-14 9 0 0,-1 15-10 0 0,-1 0 0 0 0,1 0 0 0 0,-1 0 0 0 0,1 1 0 0 0,0-1 0 0 0,-1 0 1 0 0,1 0-1 0 0,0 0 0 0 0,0 1 0 0 0,1-1 0 0 0,-1 1 0 0 0,0-1 0 0 0,0 1 0 0 0,1-1 0 0 0,-1 1 1 0 0,1 0-1 0 0,-1-1 0 0 0,1 1 0 0 0,0 0 0 0 0,-1 0 0 0 0,1 0 0 0 0,0 1 0 0 0,0-1 1 0 0,0 0-1 0 0,0 0 0 0 0,0 1 0 0 0,-1 0 0 0 0,1-1 0 0 0,0 1 0 0 0,0 0 0 0 0,0 0 0 0 0,0 0 1 0 0,0 0-1 0 0,3 0 0 0 0,10 1-6 0 0,1 1-1 0 0,-1 1 1 0 0,26 6 0 0 0,-4 0-3 0 0,-32-9 10 0 0,38 6 2 0 0,58 1 0 0 0,-90-7-1 0 0,0 0-1 0 0,0-1 1 0 0,0 0-1 0 0,0-1 1 0 0,0 0-1 0 0,0-1 1 0 0,-1 0 0 0 0,1-1-1 0 0,-1 0 1 0 0,18-10-1 0 0,-25 12 3 0 0,0 0-1 0 0,0-1 0 0 0,0 0 1 0 0,0 1-1 0 0,0-1 0 0 0,-1 0 0 0 0,1-1 1 0 0,-1 1-1 0 0,0 0 0 0 0,0-1 1 0 0,2-4-1 0 0,-3 6-1 0 0,0 0 1 0 0,-1 0-1 0 0,1 0 0 0 0,0 0 1 0 0,-1 0-1 0 0,0 0 1 0 0,1 0-1 0 0,-1 0 0 0 0,0 0 1 0 0,0-1-1 0 0,0 1 1 0 0,0 0-1 0 0,-1 0 0 0 0,1 0 1 0 0,0 0-1 0 0,-1 0 0 0 0,0 0 1 0 0,1 0-1 0 0,-1 0 1 0 0,0 0-1 0 0,-1-2 0 0 0,-1 0 5 0 0,1 1 0 0 0,-1 0-1 0 0,0 0 1 0 0,0 0 0 0 0,0 0-1 0 0,0 1 1 0 0,0-1 0 0 0,-1 1 0 0 0,1 0-1 0 0,-1 0 1 0 0,0 0 0 0 0,0 0-1 0 0,1 1 1 0 0,-1-1 0 0 0,0 1-1 0 0,0 0 1 0 0,0 0 0 0 0,-1 1-1 0 0,1-1 1 0 0,0 1 0 0 0,0 0 0 0 0,0 0-1 0 0,0 0 1 0 0,0 1 0 0 0,0-1-1 0 0,0 1 1 0 0,0 0 0 0 0,0 0-1 0 0,-7 3 1 0 0,9-3-2 0 0,1 0-1 0 0,0-1 1 0 0,-1 1-1 0 0,1 0 1 0 0,0 0-1 0 0,0 0 1 0 0,0 0-1 0 0,0 0 1 0 0,0 0-1 0 0,0 0 1 0 0,0 0 0 0 0,0 0-1 0 0,0 1 1 0 0,1-1-1 0 0,-1 0 1 0 0,0 0-1 0 0,1 1 1 0 0,-1-1-1 0 0,1 1 1 0 0,-1-1-1 0 0,1 0 1 0 0,0 1-1 0 0,0-1 1 0 0,0 1 0 0 0,-1-1-1 0 0,1 1 1 0 0,1-1-1 0 0,-1 1 1 0 0,0-1-1 0 0,0 1 1 0 0,1 1-1 0 0,0 1 1 0 0,-1 1-1 0 0,1-1 0 0 0,1 0 0 0 0,-1 1 0 0 0,1-1 1 0 0,-1 0-1 0 0,1 0 0 0 0,0 0 0 0 0,3 4 0 0 0,1-1 3 0 0,1-1-1 0 0,0 0 1 0 0,-1 0 0 0 0,2 0-1 0 0,-1-1 1 0 0,1 0-1 0 0,0-1 1 0 0,0 0-1 0 0,0 0 1 0 0,0 0-1 0 0,1-1 1 0 0,0 0 0 0 0,-1-1-1 0 0,1 0 1 0 0,0 0-1 0 0,0-1 1 0 0,0 0-1 0 0,15-1 1 0 0,-12 0-1 0 0,0-1 0 0 0,0-1 0 0 0,-1 1 0 0 0,1-2-1 0 0,0 0 1 0 0,-1 0 0 0 0,0-1 0 0 0,0 0 0 0 0,0-1 0 0 0,-1 0 0 0 0,1-1 0 0 0,-1 0 0 0 0,0-1 0 0 0,17-15 0 0 0,-21 15 6 0 0,-2-1-1 0 0,1 0 1 0 0,-1 0 0 0 0,0 0 0 0 0,0 0 0 0 0,-1-1 0 0 0,2-9-1 0 0,-5 17-7 0 0,0-7 0 0 0,-1 1 0 0 0,1-1 1 0 0,1 1-1 0 0,1-15 0 0 0,-1 20 44 0 0,-1 2-55 0 0,-1-1 7 0 0,1 1 0 0 0,-1-1 0 0 0,1 1 0 0 0,-1-1 0 0 0,1 1 0 0 0,-1-1 0 0 0,0 1 0 0 0,1 0 0 0 0,-1-1 1 0 0,1 1-1 0 0,-1 0 0 0 0,0-1 0 0 0,0 1 0 0 0,1 0 0 0 0,-1 0 0 0 0,0 0 0 0 0,1 0 0 0 0,-1-1 0 0 0,0 1 1 0 0,0 0-1 0 0,1 0 0 0 0,-1 1 0 0 0,0-1 0 0 0,1 0 0 0 0,-1 0 0 0 0,0 0 0 0 0,0 0 0 0 0,1 1 0 0 0,-1-1 1 0 0,0 0-1 0 0,0 1 0 0 0,-18 7-107 0 0,43 4 82 0 0,-11-7 17 0 0,0 1 0 0 0,0 1 0 0 0,-1 0 0 0 0,0 0 0 0 0,0 1 0 0 0,-1 1 0 0 0,0 0 0 0 0,-1 0 0 0 0,12 14 0 0 0,-7-6 0 0 0,-12-14 12 0 0,0 0 0 0 0,0 0 1 0 0,0 1-1 0 0,0-1 0 0 0,-1 1 1 0 0,0 0-1 0 0,0-1 0 0 0,0 1 1 0 0,2 7-1 0 0,-2-9-1 0 0,-1-1 0 0 0,1 1 0 0 0,-1-1 0 0 0,1 0-1 0 0,-1 1 1 0 0,1-1 0 0 0,-1 0 0 0 0,1 0 0 0 0,0 0 0 0 0,0 0 0 0 0,0 0-1 0 0,0 0 1 0 0,0 0 0 0 0,0-1 0 0 0,0 1 0 0 0,0-1 0 0 0,0 0 0 0 0,0 1 0 0 0,0-1-1 0 0,0 0 1 0 0,0 0 0 0 0,0 0 0 0 0,0 0 0 0 0,0-1 0 0 0,0 1 0 0 0,0-1-1 0 0,0 1 1 0 0,0-1 0 0 0,3-1 0 0 0,-1-1 0 0 0,0 0 0 0 0,-1 0 0 0 0,1-1 0 0 0,-1 1 0 0 0,0-1 0 0 0,0 0 0 0 0,0 0 0 0 0,-1 0 0 0 0,1 0 0 0 0,-1-1 0 0 0,0 1 0 0 0,0 0 0 0 0,-1-1 0 0 0,3-8 0 0 0,-2-2-16 0 0,0 0-1 0 0,-1 0 1 0 0,-1-21 0 0 0,0 18 0 0 0,0 16 20 0 0,-4-32-255 0 0,156 223 196 0 0,-149-186 55 0 0,-1-1 0 0 0,0 0 0 0 0,1 1 0 0 0,-1-1 0 0 0,1 0 0 0 0,-1 0 0 0 0,1-1 0 0 0,0 1 0 0 0,0-1 0 0 0,0 1 0 0 0,0-1 0 0 0,0 0 0 0 0,0 0 0 0 0,0 0 0 0 0,0 0 0 0 0,1-1 0 0 0,-1 1-1 0 0,0-1 1 0 0,0 0 0 0 0,1 0 0 0 0,-1 0 0 0 0,0 0 0 0 0,1-1 0 0 0,-1 1 0 0 0,0-1 0 0 0,3-1 0 0 0,5-1-4 0 0,0 0 0 0 0,-1-1 1 0 0,1-1-1 0 0,-1 1 0 0 0,0-2 0 0 0,10-7 0 0 0,-13 9 3 0 0,-1-1-1 0 0,1 0 1 0 0,-2-1-1 0 0,1 1 1 0 0,0-1-1 0 0,-1 0 0 0 0,0-1 1 0 0,-1 1-1 0 0,0-1 1 0 0,0 0-1 0 0,0 0 1 0 0,0 0-1 0 0,2-11 0 0 0,-5 16 7 0 0,-1-5 9 0 0,0-6 18 0 0,0 13-34 0 0,0-1 0 0 0,0 1-1 0 0,0 0 1 0 0,0 0 0 0 0,0 0 0 0 0,0 0-1 0 0,-1 0 1 0 0,1 0 0 0 0,0-1 0 0 0,0 1-1 0 0,0 0 1 0 0,1 0 0 0 0,-1 0 0 0 0,0 0 0 0 0,0 0-1 0 0,0-1 1 0 0,0 1 0 0 0,0 0 0 0 0,0 0-1 0 0,0 0 1 0 0,0 0 0 0 0,0 0 0 0 0,0 0-1 0 0,0-1 1 0 0,0 1 0 0 0,0 0 0 0 0,0 0 0 0 0,1 0-1 0 0,-1 0 1 0 0,0 0 0 0 0,0 0 0 0 0,0 0-1 0 0,0 0 1 0 0,0-1 0 0 0,0 1 0 0 0,0 0-1 0 0,1 0 1 0 0,-1 0 0 0 0,0 0 0 0 0,0 0-1 0 0,0 0 1 0 0,0 0 0 0 0,0 0 0 0 0,1 0 0 0 0,-1 0-1 0 0,0 0 1 0 0,0 0 0 0 0,0 0 0 0 0,0 0-1 0 0,0 0 1 0 0,1 0 0 0 0,-1 0 0 0 0,0 0-1 0 0,0 0 1 0 0,0 0 0 0 0,0 0 0 0 0,0 1 0 0 0,0-1-1 0 0,1 0 1 0 0,10 8 4 0 0,1-1 1 0 0,0 0-1 0 0,0-1 0 0 0,25 9 1 0 0,-30-13-7 0 0,-1 0-1 0 0,1 0 1 0 0,-1-1 0 0 0,1 0-1 0 0,0 0 1 0 0,0 0 0 0 0,-1-1-1 0 0,1 0 1 0 0,0-1 0 0 0,0 1-1 0 0,-1-1 1 0 0,1 0 0 0 0,7-3-1 0 0,-9 1 6 0 0,-1 1 1 0 0,0-1-1 0 0,0 0 0 0 0,0 0 0 0 0,0 0 0 0 0,-1 0 0 0 0,1-1 0 0 0,-1 0 0 0 0,0 0 0 0 0,0 0 0 0 0,0 0 0 0 0,0 0 0 0 0,-1 0 0 0 0,0-1 0 0 0,0 1 1 0 0,0-1-1 0 0,0 0 0 0 0,-1 1 0 0 0,2-11 0 0 0,9-16-19 0 0,-11 29 17 0 0,-2 2-1 0 0,1 0 1 0 0,0 0-1 0 0,0 0 0 0 0,0 0 0 0 0,0-1 1 0 0,0 1-1 0 0,0 0 0 0 0,0 0 0 0 0,0 0 1 0 0,0 0-1 0 0,0-1 0 0 0,0 1 1 0 0,0 0-1 0 0,0 0 0 0 0,0 0 0 0 0,0 0 1 0 0,0-1-1 0 0,0 1 0 0 0,0 0 0 0 0,0 0 1 0 0,0 0-1 0 0,0 0 0 0 0,0-1 0 0 0,1 1 1 0 0,-1 0-1 0 0,0 0 0 0 0,0 0 0 0 0,0 0 1 0 0,0-1-1 0 0,0 1 0 0 0,0 0 1 0 0,0 0-1 0 0,1 0 0 0 0,-1 0 0 0 0,0 0 1 0 0,0 0-1 0 0,0 0 0 0 0,0 0 0 0 0,0-1 1 0 0,1 1-1 0 0,-1 0 0 0 0,0 0 0 0 0,0 0 1 0 0,0 0-1 0 0,0 0 0 0 0,1 0 1 0 0,-1 0-1 0 0,0 0 0 0 0,0 0 0 0 0,0 0 1 0 0,1 0-1 0 0,-1 0 0 0 0,0 0 0 0 0,0 0 1 0 0,0 0-1 0 0,11 11 5 0 0,9 20-4 0 0,-7 7 9 0 0,-2 1-1 0 0,-2 1 1 0 0,-1-1-1 0 0,3 59 0 0 0,-8 163 53 0 0,-3-248-44 0 0,-1 8-7 0 0,0 0 1 0 0,-8 40-1 0 0,9-58 1 0 0,-1 1-1 0 0,1-1 1 0 0,-1 1-1 0 0,0-1 0 0 0,-1 0 1 0 0,1 1-1 0 0,0-1 0 0 0,-1 0 1 0 0,0 0-1 0 0,0 0 0 0 0,0 0 1 0 0,0 0-1 0 0,0 0 0 0 0,-1-1 1 0 0,1 1-1 0 0,-1-1 0 0 0,1 0 1 0 0,-1 1-1 0 0,0-1 0 0 0,0 0 1 0 0,0-1-1 0 0,0 1 0 0 0,-1 0 1 0 0,-5 1-1 0 0,8-3 4 0 0,-1 1 0 0 0,1-1 1 0 0,-1 0-1 0 0,1 0 0 0 0,-1 0 0 0 0,1 0 0 0 0,-1 0 0 0 0,1 0 1 0 0,-1 0-1 0 0,1-1 0 0 0,-1 1 0 0 0,1-1 0 0 0,-1 1 0 0 0,1-1 0 0 0,-1 1 1 0 0,1-1-1 0 0,0 0 0 0 0,-1 1 0 0 0,1-1 0 0 0,0 0 0 0 0,0 0 1 0 0,0 0-1 0 0,-1 0 0 0 0,0-2 0 0 0,0 0 3 0 0,0-1-1 0 0,0 1 1 0 0,0-1-1 0 0,1 1 1 0 0,-1-1 0 0 0,1 1-1 0 0,0-1 1 0 0,0 0-1 0 0,-1-6 1 0 0,1-4 8 0 0,0 0-1 0 0,1 0 1 0 0,1 0-1 0 0,2-21 1 0 0,2 16-56 0 0,-1 0 0 0 0,2 1 0 0 0,1-1 1 0 0,0 1-1 0 0,1 1 0 0 0,1-1 0 0 0,1 1 0 0 0,0 1 1 0 0,1 0-1 0 0,1 0 0 0 0,13-14 0 0 0,-14 20-1498 0 0,-1 0 0 0 0,1 1 0 0 0,0 0-1 0 0,1 1 1 0 0,18-11 0 0 0,-12 10-2272 0 0</inkml:trace>
</inkml:ink>
</file>

<file path=ppt/ink/ink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5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14 1048 0 0,'-3'-2'801'0'0,"-1"0"0"0"0,1 0 1 0 0,0 1-1 0 0,-1-1 0 0 0,1 1 0 0 0,-1 0 0 0 0,0 0 1 0 0,-5-1-1 0 0,6 5-633 0 0,-1 1 1 0 0,1-1-1 0 0,-1 1 1 0 0,1 0-1 0 0,0 0 0 0 0,1 0 1 0 0,-1 0-1 0 0,1 0 1 0 0,-1 1-1 0 0,1-1 1 0 0,0 1-1 0 0,1-1 1 0 0,-1 1-1 0 0,1 0 0 0 0,0 0 1 0 0,0 0-1 0 0,1-1 1 0 0,-1 9-1 0 0,-1 12 352 0 0,2-1 0 0 0,2 37 0 0 0,6-5 322 0 0,23 83 0 0 0,-6-31-563 0 0,-25-98-519 0 0</inkml:trace>
</inkml:ink>
</file>

<file path=ppt/ink/ink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5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4 380 0 0,'12'-1'308'0'0,"0"0"1"0"0,0 0-1 0 0,1 1 0 0 0,-1 0 1 0 0,0 1-1 0 0,0 1 0 0 0,0 0 1 0 0,0 0-1 0 0,0 1 0 0 0,0 1 1 0 0,-1 0-1 0 0,22 11 0 0 0,-5 0 164 0 0,0 1-1 0 0,-1 1 0 0 0,42 35 0 0 0,-44-30-212 0 0,-1 0 0 0 0,-1 2 0 0 0,-1 0-1 0 0,-1 1 1 0 0,-2 2 0 0 0,0 0 0 0 0,-2 1-1 0 0,20 42 1 0 0,-31-56-157 0 0,-1 0-1 0 0,0 1 1 0 0,-1-1 0 0 0,-1 1-1 0 0,0 0 1 0 0,-1 0 0 0 0,-1 1-1 0 0,-1 28 1 0 0,-1-33-26 0 0,-1 0 0 0 0,0 0 1 0 0,0 0-1 0 0,-2 0 0 0 0,1 0 0 0 0,-1 0 1 0 0,-1-1-1 0 0,0 0 0 0 0,0 0 0 0 0,-1 0 1 0 0,0-1-1 0 0,-1 0 0 0 0,-9 11 0 0 0,3-8 71 0 0,0 0 0 0 0,0 0 0 0 0,-1-2-1 0 0,-1 1 1 0 0,0-2 0 0 0,0 0 0 0 0,-1-1 0 0 0,0 0-1 0 0,0-1 1 0 0,-22 5 0 0 0,17-6-11 0 0,1-1 1 0 0,-1 0-1 0 0,0-2 0 0 0,-1-1 0 0 0,1-1 1 0 0,0 0-1 0 0,0-2 0 0 0,-29-3 0 0 0,46 3-133 0 0,-3 0-22 0 0,1 1-1 0 0,0-2 1 0 0,-1 1-1 0 0,1-1 1 0 0,0 1 0 0 0,0-2-1 0 0,0 1 1 0 0,0-1-1 0 0,0 0 1 0 0,-9-6 0 0 0,14 8-472 0 0,1-3 131 0 0,1 0-1 0 0,-1 0 1 0 0,1 0 0 0 0,0 1 0 0 0,0-1-1 0 0,0 0 1 0 0,0 1 0 0 0,1-1 0 0 0,0 0-1 0 0,-1 1 1 0 0,1 0 0 0 0,1-1 0 0 0,-1 1-1 0 0,0 0 1 0 0,1 0 0 0 0,-1 0-1 0 0,1 1 1 0 0,0-1 0 0 0,0 1 0 0 0,5-4-1 0 0,12-10-2541 0 0</inkml:trace>
</inkml:ink>
</file>

<file path=ppt/ink/ink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6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1 356 0 0,'32'20'4341'0'0,"-27"-13"-3837"0"0,-1 1 0 0 0,-1 0 0 0 0,1 0 0 0 0,-1 0 0 0 0,-1 1 0 0 0,1-1 0 0 0,-2 0 0 0 0,1 1-1 0 0,0 16 1 0 0,-5 81 1410 0 0,3-102-1846 0 0,-10 13-1095 0 0</inkml:trace>
</inkml:ink>
</file>

<file path=ppt/ink/ink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6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53 848 0 0,'10'-41'4176'0'0,"-10"39"-3625"0"0,0 2-504 0 0,0 0-1 0 0,0-1 0 0 0,0 1 0 0 0,0 0 1 0 0,0-1-1 0 0,-1 1 0 0 0,1 0 1 0 0,0 0-1 0 0,0-1 0 0 0,0 1 1 0 0,0 0-1 0 0,1-1 0 0 0,-1 1 1 0 0,0 0-1 0 0,0-1 0 0 0,0 1 1 0 0,0 0-1 0 0,0 0 0 0 0,0-1 1 0 0,0 1-1 0 0,0 0 0 0 0,1-1 1 0 0,-1 1-1 0 0,0 0 0 0 0,0 0 1 0 0,0-1-1 0 0,1 1 0 0 0,-1 0 1 0 0,0 0-1 0 0,0 0 0 0 0,0-1 1 0 0,1 1-1 0 0,-1 0 0 0 0,0 0 0 0 0,1 0 1 0 0,-1 0-1 0 0,0 0 0 0 0,0-1 1 0 0,1 1-1 0 0,-1 0 0 0 0,0 0 1 0 0,1 0-1 0 0,-1 0 0 0 0,0 0 1 0 0,1 0-1 0 0,17 13-797 0 0,-4-1-2809 0 0</inkml:trace>
</inkml:ink>
</file>

<file path=ppt/ink/ink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10 188 0 0,'0'0'3911'0'0,"-6"-2"-3261"0"0,-1 0-203 0 0,0 0 1 0 0,0 1-1 0 0,-1 0 1 0 0,1 0-1 0 0,-1 1 0 0 0,1 0 1 0 0,0 0-1 0 0,-13 3 1 0 0,17-3-344 0 0,0 1 1 0 0,0 0-1 0 0,0 0 1 0 0,-1 0 0 0 0,1 0-1 0 0,1 1 1 0 0,-1-1-1 0 0,0 1 1 0 0,0 0-1 0 0,0 0 1 0 0,1 0 0 0 0,-1 0-1 0 0,1 0 1 0 0,0 0-1 0 0,0 1 1 0 0,0-1 0 0 0,0 1-1 0 0,0-1 1 0 0,0 1-1 0 0,0 0 1 0 0,1 0 0 0 0,0 0-1 0 0,-3 6 1 0 0,3-5-61 0 0,1-1 1 0 0,-1 1 0 0 0,1 0 0 0 0,0-1 0 0 0,0 1-1 0 0,0 0 1 0 0,0-1 0 0 0,0 1 0 0 0,1 0 0 0 0,0-1-1 0 0,0 1 1 0 0,0-1 0 0 0,0 1 0 0 0,0-1-1 0 0,1 1 1 0 0,-1-1 0 0 0,1 0 0 0 0,0 0 0 0 0,0 0-1 0 0,4 5 1 0 0,7 6 29 0 0,-1-1 0 0 0,2 0 0 0 0,17 12 0 0 0,22 25 96 0 0,-39-32-152 0 0,-2 1 1 0 0,0 1-1 0 0,-2 0 1 0 0,0 1-1 0 0,-1 0 0 0 0,-1 1 1 0 0,-1-1-1 0 0,-1 1 1 0 0,-1 1-1 0 0,-1-1 1 0 0,0 1-1 0 0,-2 0 0 0 0,-1 39 1 0 0,-1-46 5 0 0,-1 0 0 0 0,-1 0 0 0 0,0 1 1 0 0,-1-1-1 0 0,0-1 0 0 0,-2 1 0 0 0,0 0 0 0 0,0-1 1 0 0,-2 0-1 0 0,0-1 0 0 0,0 1 0 0 0,-1-1 0 0 0,-1 0 1 0 0,-1-1-1 0 0,1 0 0 0 0,-2-1 0 0 0,0 0 0 0 0,-1-1 1 0 0,0 0-1 0 0,-14 10 0 0 0,21-17 4 0 0,-1-1 1 0 0,0 0-1 0 0,0 0 0 0 0,0-1 0 0 0,0 1 1 0 0,0-1-1 0 0,0 0 0 0 0,-1-1 1 0 0,1 0-1 0 0,-1 0 0 0 0,1 0 1 0 0,-1-1-1 0 0,1 0 0 0 0,-1 0 0 0 0,1 0 1 0 0,-7-2-1 0 0,9 1-78 0 0,1 0 0 0 0,0-1 0 0 0,0 1 0 0 0,0 0 0 0 0,0-1 0 0 0,0 0 0 0 0,0 0 0 0 0,1 0 0 0 0,-1 0 0 0 0,0 0 0 0 0,1 0 1 0 0,0-1-1 0 0,-1 1 0 0 0,1-1 0 0 0,0 1 0 0 0,0-1 0 0 0,1 0 0 0 0,-1 0 0 0 0,1 0 0 0 0,-1 0 0 0 0,1 0 0 0 0,0 0 0 0 0,0-1 0 0 0,0 1 0 0 0,0 0 0 0 0,1-1 0 0 0,0 1 0 0 0,-1 0 0 0 0,1-1 0 0 0,0 1 0 0 0,1 0 0 0 0,-1-1 0 0 0,1-4 0 0 0,2-17-3230 0 0,11-48 0 0 0,-2 37 84 0 0</inkml:trace>
</inkml:ink>
</file>

<file path=ppt/ink/ink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7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1 395 664 0 0,'0'0'1931'0'0,"7"31"2524"0"0,2 8-1386 0 0,18 52 1 0 0,-22-69-2076 0 0,-4-15-3242 0 0</inkml:trace>
  <inkml:trace contextRef="#ctx0" brushRef="#br0" timeOffset="1">112 71 256 0 0,'-1'-11'1808'0'0,"-4"-5"-984"0"0,2 6 680 0 0,0-5-295 0 0,0 5 411 0 0,15 1-5841 0 0</inkml:trace>
</inkml:ink>
</file>

<file path=ppt/ink/ink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8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0 648 0 0,'0'0'4199'0'0,"2"4"-3359"0"0,1 8-274 0 0,0-1 0 0 0,-1 1 1 0 0,0 0-1 0 0,-1 0 0 0 0,0 0 1 0 0,-1 18-1 0 0,3 34 831 0 0,10-1-496 0 0,2 0 0 0 0,3-1 1 0 0,3-1-1 0 0,2 0 0 0 0,32 57 1 0 0,-32-58-426 0 0,-18-44-407 0 0,0-1-1 0 0,1 1 1 0 0,10 15 0 0 0,-16-30-289 0 0,0-1 122 0 0,0 0 0 0 0,0 1 0 0 0,0-1 1 0 0,0 0-1 0 0,0 1 0 0 0,0-1 0 0 0,0 0 0 0 0,-1 0 1 0 0,1 1-1 0 0,0-1 0 0 0,0 0 0 0 0,0 1 0 0 0,0-1 1 0 0,-1 0-1 0 0,1 0 0 0 0,0 0 0 0 0,0 1 0 0 0,-1-1 1 0 0,1 0-1 0 0,0 0 0 0 0,-1 0 0 0 0,1 0 0 0 0,0 1 1 0 0,0-1-1 0 0,-1 0 0 0 0,1 0 0 0 0,0 0 0 0 0,-1 0 1 0 0,1 0-1 0 0,0 0 0 0 0,-1 0 0 0 0,1 0 0 0 0,0 0 1 0 0,-1 0-1 0 0,1 0 0 0 0,0 0 0 0 0,0 0 0 0 0,-1 0 1 0 0,1 0-1 0 0,0 0 0 0 0,-1-1 0 0 0,1 1 1 0 0,0 0-1 0 0,-1 0 0 0 0,1 0 0 0 0,0 0 0 0 0,0 0 1 0 0,-1-1-1 0 0,1 1 0 0 0,0 0 0 0 0,0 0 0 0 0,0-1 1 0 0,-1 1-1 0 0,-22-24-2313 0 0,-15-34-275 0 0,37 56 2628 0 0,0 0 0 0 0,0 0 1 0 0,0-1-1 0 0,0 1 0 0 0,0 0 0 0 0,0-1 0 0 0,1 1 0 0 0,-1 0 0 0 0,1-1 0 0 0,0 1 0 0 0,0-1 1 0 0,0 1-1 0 0,0-1 0 0 0,0 1 0 0 0,0-1 0 0 0,0 1 0 0 0,1-1 0 0 0,0 1 0 0 0,-1-1 1 0 0,1 1-1 0 0,0 0 0 0 0,0 0 0 0 0,0-1 0 0 0,0 1 0 0 0,1 0 0 0 0,1-3 0 0 0,3 0 51 0 0,0-1 0 0 0,1 1-1 0 0,-1 0 1 0 0,1 1-1 0 0,0 0 1 0 0,12-6 0 0 0,-14 7-9 0 0,47-20 133 0 0,2 2 0 0 0,91-23 0 0 0,-68 22 1516 0 0,-52 9 4789 0 0,-30 17-6352 0 0,1 1 0 0 0,-1 0 0 0 0,1 0 0 0 0,0 0 1 0 0,0 1-1 0 0,1 0 0 0 0,0-1 0 0 0,0 1 0 0 0,0 0 1 0 0,1 1-1 0 0,-1-1 0 0 0,1 0 0 0 0,-1 9 0 0 0,3-13-24 0 0,-1-1-26 0 0,1 1 1 0 0,-1-1 0 0 0,1 0-1 0 0,-1 0 1 0 0,1 0-1 0 0,0 1 1 0 0,-1-1 0 0 0,1 0-1 0 0,0 0 1 0 0,0 1 0 0 0,0-1-1 0 0,0 0 1 0 0,0 1-1 0 0,0-1 1 0 0,0 0 0 0 0,1 2-1 0 0,6-6-14 0 0,-1 0-1 0 0,1-1 1 0 0,-1 0-1 0 0,0 0 1 0 0,0-1 0 0 0,0 1-1 0 0,-1-1 1 0 0,6-7-1 0 0,-5 6 1 0 0,0-1-1 0 0,1 2 1 0 0,0-1 0 0 0,0 1-1 0 0,12-7 1 0 0,-13 11-8 0 0,-1 0 1 0 0,0 1 0 0 0,0 0 0 0 0,0 0-1 0 0,0 0 1 0 0,0 0 0 0 0,1 1 0 0 0,-1 0-1 0 0,0 0 1 0 0,0 1 0 0 0,0-1-1 0 0,6 4 1 0 0,17 3-6 0 0,-15-6 7 0 0,1 0-1 0 0,-1-1 0 0 0,0-1 0 0 0,1 0 1 0 0,-1-1-1 0 0,0 0 0 0 0,1-1 0 0 0,-1 0 1 0 0,0-1-1 0 0,14-5 0 0 0,-21 5 2 0 0,1 0-1 0 0,0 0 0 0 0,0 0 1 0 0,-1-1-1 0 0,0 0 1 0 0,0 0-1 0 0,0-1 0 0 0,0 0 1 0 0,-1 0-1 0 0,0 0 1 0 0,0-1-1 0 0,0 1 1 0 0,0-1-1 0 0,-1 0 0 0 0,0-1 1 0 0,-1 1-1 0 0,1-1 1 0 0,-1 1-1 0 0,3-11 0 0 0,-1-6 11 0 0,-1 0-1 0 0,-1 0 1 0 0,-2-1-1 0 0,0 1 1 0 0,-1-1-1 0 0,-1 1 1 0 0,-8-42-1 0 0,9 62-8 0 0,-4-11 433 0 0,1 1-1 0 0,-2-1 1 0 0,-10-22-1 0 0,11 26 30 0 0,3 8 543 0 0,-2 8-773 0 0,-1 5-138 0 0,1 0 0 0 0,0 1 0 0 0,1-1 0 0 0,0 1 0 0 0,1-1 1 0 0,0 1-1 0 0,1-1 0 0 0,0 1 0 0 0,4 21 0 0 0,26 119 311 0 0,-14-84-287 0 0,7 63-1897 0 0,-19-87-1373 0 0,-1 0-3542 0 0,-2-18 2071 0 0</inkml:trace>
</inkml:ink>
</file>

<file path=ppt/ink/ink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49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581 232 616 0 0,'1'4'383'0'0,"0"0"1"0"0,0 0-1 0 0,0 0 0 0 0,-1 0 0 0 0,1 0 0 0 0,-1 0 1 0 0,0 1-1 0 0,0-1 0 0 0,0 0 0 0 0,-1 0 1 0 0,0 0-1 0 0,1 0 0 0 0,-1 0 0 0 0,-1 0 1 0 0,-1 6-1 0 0,-1-3-6 0 0,0 0 0 0 0,0-1 0 0 0,0 1 0 0 0,-1-1 0 0 0,0 1 0 0 0,0-1 0 0 0,-11 9-1 0 0,6-6-109 0 0,-1 0-1 0 0,-1-1 0 0 0,1-1 0 0 0,-1 0 0 0 0,0 0 0 0 0,-1-1 1 0 0,0-1-1 0 0,1 0 0 0 0,-19 4 0 0 0,13-7-137 0 0,1 0 0 0 0,0-2-1 0 0,-1 0 1 0 0,1-1 0 0 0,-1-1 0 0 0,1 0-1 0 0,0-1 1 0 0,0-1 0 0 0,0-1 0 0 0,1 0-1 0 0,-1-1 1 0 0,1-1 0 0 0,1 0 0 0 0,-1-2-1 0 0,-24-17 1 0 0,31 20-108 0 0,0-1-1 0 0,1 0 1 0 0,0 0 0 0 0,1-1-1 0 0,0 0 1 0 0,0-1 0 0 0,0 1-1 0 0,1-1 1 0 0,1 0 0 0 0,0-1-1 0 0,-8-17 1 0 0,11 19-25 0 0,0-1 0 0 0,0 1 1 0 0,0-1-1 0 0,1 0 0 0 0,1 1 0 0 0,-1-1 0 0 0,1 0 1 0 0,1 1-1 0 0,0-1 0 0 0,0 0 0 0 0,0 1 0 0 0,1-1 0 0 0,1 1 1 0 0,-1 0-1 0 0,1-1 0 0 0,5-8 0 0 0,-5 11-2 0 0,0-1 1 0 0,1 1-1 0 0,-1 0 1 0 0,1 0-1 0 0,0 0 1 0 0,1 1-1 0 0,0-1 1 0 0,-1 1-1 0 0,2 0 1 0 0,-1 1-1 0 0,0-1 1 0 0,1 1-1 0 0,0 0 1 0 0,0 0-1 0 0,0 1 1 0 0,9-4-1 0 0,-10 6 4 0 0,0 0 0 0 0,0 0 0 0 0,0 0 0 0 0,0 1 0 0 0,0-1 0 0 0,0 1 0 0 0,0 1 1 0 0,0-1-1 0 0,0 1 0 0 0,0-1 0 0 0,0 1 0 0 0,0 1 0 0 0,0-1 0 0 0,0 1 0 0 0,0 0 0 0 0,-1 0 0 0 0,1 0 0 0 0,0 1 0 0 0,-1 0 0 0 0,0 0 0 0 0,0 0 0 0 0,0 0 0 0 0,6 6 0 0 0,4 5 6 0 0,-1 1-1 0 0,0 0 1 0 0,-1 1 0 0 0,-1 0-1 0 0,0 1 1 0 0,-2 0-1 0 0,0 1 1 0 0,0 0-1 0 0,-2 0 1 0 0,0 1-1 0 0,5 22 1 0 0,1 19 44 0 0,-3 1 0 0 0,3 76 1 0 0,-6-53 18 0 0,-3-1 0 0 0,-5 1 1 0 0,-17 135-1 0 0,-1-128-410 0 0,19-91 216 0 0,0 1-1 0 0,1-1 1 0 0,-1 0 0 0 0,0 1 0 0 0,0-1 0 0 0,0 0 0 0 0,1 1-1 0 0,-1-1 1 0 0,0 0 0 0 0,0 0 0 0 0,1 1 0 0 0,-1-1 0 0 0,0 0-1 0 0,1 0 1 0 0,-1 1 0 0 0,0-1 0 0 0,1 0 0 0 0,-1 0 0 0 0,0 0-1 0 0,1 0 1 0 0,-1 1 0 0 0,0-1 0 0 0,1 0 0 0 0,-1 0 0 0 0,1 0 0 0 0,-1 0-1 0 0,0 0 1 0 0,1 0 0 0 0,-1 0 0 0 0,0 0 0 0 0,1 0 0 0 0,-1 0-1 0 0,1 0 1 0 0,-1 0 0 0 0,0-1 0 0 0,1 1 0 0 0,-1 0 0 0 0,0 0-1 0 0,1 0 1 0 0,-1 0 0 0 0,0-1 0 0 0,1 1 0 0 0,-1 0 0 0 0,0 0-1 0 0,1-1 1 0 0,-1 1 0 0 0,20-19-3153 0 0,-8 5 252 0 0</inkml:trace>
</inkml:ink>
</file>

<file path=ppt/ink/ink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0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1 573 572 0 0,'7'39'3380'0'0,"2"29"1384"0"0,-6-63-3714 0 0,4-16-797 0 0,3-15-162 0 0,6-33 298 0 0,-16 57-368 0 0,5 4-9 0 0,0 0 0 0 0,-1 0-1 0 0,1 0 1 0 0,-1 1 0 0 0,1-1 0 0 0,-1 1 0 0 0,0 0 0 0 0,0 0 0 0 0,0 1 0 0 0,-1-1 0 0 0,5 6 0 0 0,27 21 7 0 0,-25-25-14 0 0,0 0 1 0 0,0 0 0 0 0,0-1-1 0 0,1 0 1 0 0,-1-1 0 0 0,1 0-1 0 0,0-1 1 0 0,0 0 0 0 0,0 0-1 0 0,0-1 1 0 0,0-1 0 0 0,0 0-1 0 0,0 0 1 0 0,0-1-1 0 0,0-1 1 0 0,0 0 0 0 0,0 0-1 0 0,16-7 1 0 0,-18 6-3 0 0,0-2-1 0 0,0 1 0 0 0,0-1 1 0 0,-1 0-1 0 0,0-1 1 0 0,0 0-1 0 0,0 0 1 0 0,-1-1-1 0 0,0 0 1 0 0,0 0-1 0 0,-1 0 1 0 0,0-1-1 0 0,0 0 0 0 0,-1-1 1 0 0,0 1-1 0 0,-1-1 1 0 0,1 0-1 0 0,-2 0 1 0 0,1 0-1 0 0,-1-1 1 0 0,2-10-1 0 0,0-7 1 0 0,-2 0 0 0 0,0 0 1 0 0,-2 0-1 0 0,-1 0 0 0 0,-5-40 0 0 0,-2 20-3 0 0,-2 1 0 0 0,-20-61 0 0 0,26 95 17 0 0,-2-3 219 0 0,0 0 0 0 0,0 0 0 0 0,-2 0 0 0 0,-9-17-1 0 0,15 31 119 0 0,-5 12-205 0 0,0 1 0 0 0,1 0 1 0 0,1 0-1 0 0,0 0 1 0 0,-4 21-1 0 0,-8 56 310 0 0,5 1-1 0 0,4 1 1 0 0,3 0 0 0 0,4-1-1 0 0,14 96 1 0 0,14 82 171 0 0,28 170 128 0 0,-21-263-3037 0 0,-35-174 1445 0 0</inkml:trace>
</inkml:ink>
</file>

<file path=ppt/ink/ink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1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0 313 536 0 0,'0'0'3047'0'0,"17"-16"-893"0"0,267-123 678 0 0,-133 69-2276 0 0,-150 70-552 0 0,16-8 497 0 0,0-1 1 0 0,27-18 0 0 0,-42 25 602 0 0,-7 6-904 0 0,-41 39 437 0 0,44-41-594 0 0,0 1-1 0 0,0-1 0 0 0,0 1 1 0 0,0-1-1 0 0,1 1 1 0 0,-1-1-1 0 0,1 1 0 0 0,0 0 1 0 0,0 0-1 0 0,0-1 0 0 0,0 1 1 0 0,0 0-1 0 0,1 0 1 0 0,-1 0-1 0 0,1 0 0 0 0,0 0 1 0 0,0 0-1 0 0,0 0 0 0 0,0 0 1 0 0,1 5-1 0 0,0-7-32 0 0,-1 0 0 0 0,1 1 0 0 0,0-1 1 0 0,-1 0-1 0 0,1 0 0 0 0,0 0 0 0 0,-1 0 0 0 0,1 0 0 0 0,0 0 0 0 0,0 0 0 0 0,0 0 0 0 0,0-1 0 0 0,0 1 0 0 0,0 0 0 0 0,0 0 1 0 0,0-1-1 0 0,0 1 0 0 0,1-1 0 0 0,-1 1 0 0 0,0-1 0 0 0,0 1 0 0 0,1-1 0 0 0,-1 0 0 0 0,0 0 0 0 0,0 1 0 0 0,1-1 1 0 0,-1 0-1 0 0,0 0 0 0 0,0 0 0 0 0,1 0 0 0 0,-1-1 0 0 0,0 1 0 0 0,1 0 0 0 0,-1 0 0 0 0,0-1 0 0 0,0 1 0 0 0,0-1 0 0 0,1 1 1 0 0,0-2-1 0 0,3 0 25 0 0,0 0 1 0 0,-1 0-1 0 0,0-1 1 0 0,1 1 0 0 0,-1-1-1 0 0,0 0 1 0 0,0 0 0 0 0,6-7-1 0 0,-7 7-3 0 0,0-1-1 0 0,-1 0 0 0 0,1 0 1 0 0,-1 0-1 0 0,1 0 0 0 0,-1 0 1 0 0,-1-1-1 0 0,1 1 1 0 0,-1 0-1 0 0,1-1 0 0 0,-1 0 1 0 0,-1 1-1 0 0,1-1 0 0 0,-1 0 1 0 0,1 1-1 0 0,-1-1 0 0 0,0 0 1 0 0,-1 1-1 0 0,1-1 0 0 0,-1 0 1 0 0,0 1-1 0 0,0-1 1 0 0,-1 1-1 0 0,1-1 0 0 0,-1 1 1 0 0,0 0-1 0 0,0 0 0 0 0,-5-7 1 0 0,6 11-170 0 0,1-1 0 0 0,-1 1 0 0 0,0-1 0 0 0,0 1 0 0 0,0 0 0 0 0,0-1 0 0 0,0 1 0 0 0,1 0 0 0 0,-1 0 0 0 0,0-1 0 0 0,0 1 0 0 0,0 0 0 0 0,0 0 0 0 0,0 0 0 0 0,0 0 0 0 0,0 0 0 0 0,0 1 0 0 0,0-1 0 0 0,0 0 0 0 0,0 0 0 0 0,0 0 0 0 0,1 1-1 0 0,-1-1 1 0 0,0 1 0 0 0,0-1 0 0 0,0 0 0 0 0,0 1 0 0 0,1 0 0 0 0,-1-1 0 0 0,0 1 0 0 0,1-1 0 0 0,-1 1 0 0 0,-1 1 0 0 0,-5 3-1261 0 0</inkml:trace>
</inkml:ink>
</file>

<file path=ppt/ink/ink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1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62 420 0 0,'8'4'594'0'0,"0"1"0"0"0,0 0 0 0 0,-1 0-1 0 0,1 0 1 0 0,-1 1 0 0 0,0 0 0 0 0,-1 0 0 0 0,0 1 0 0 0,0 0 0 0 0,0 0 0 0 0,-1 0-1 0 0,0 1 1 0 0,8 15 0 0 0,-12-21-261 0 0,4-27 2916 0 0,0 5-3005 0 0,1-1 0 0 0,16-34 1 0 0,-3 28-1493 0 0,2 14-5456 0 0,-10 9 3839 0 0</inkml:trace>
</inkml:ink>
</file>

<file path=ppt/ink/ink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1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10 604 0 0,'20'27'4113'0'0,"-19"1"-2624"0"0,-1-23-1277 0 0,1 0 0 0 0,-1 0-1 0 0,1 0 1 0 0,-2 0 0 0 0,1 0 0 0 0,0 0-1 0 0,-1 0 1 0 0,0 0 0 0 0,0 0 0 0 0,0-1-1 0 0,-1 1 1 0 0,0 0 0 0 0,0 0-1 0 0,0-1 1 0 0,0 0 0 0 0,-5 7 0 0 0,6-10 172 0 0,1-1-369 0 0,0 0 1 0 0,0 1-1 0 0,0-1 1 0 0,0 0-1 0 0,0 0 1 0 0,0 1 0 0 0,0-1-1 0 0,0 0 1 0 0,0 0-1 0 0,-1 0 1 0 0,1 0-1 0 0,0 1 1 0 0,0-1 0 0 0,0 0-1 0 0,0 0 1 0 0,0 0-1 0 0,-1 0 1 0 0,1 1-1 0 0,0-1 1 0 0,0 0 0 0 0,0 0-1 0 0,-1 0 1 0 0,1 0-1 0 0,0 0 1 0 0,0 0-1 0 0,0 0 1 0 0,-1 0 0 0 0,1 1-1 0 0,0-1 1 0 0,0 0-1 0 0,0 0 1 0 0,-1 0-1 0 0,1 0 1 0 0,0 0 0 0 0,0 0-1 0 0,-1 0 1 0 0,1 0-1 0 0,0-1 1 0 0,0 1-1 0 0,0 0 1 0 0,-1 0-1 0 0,1 0 1 0 0,0 0 0 0 0,0 0-1 0 0,0 0 1 0 0,-1 0-1 0 0,1 0 1 0 0,0 0-1 0 0,0-1 1 0 0,0 1 0 0 0,0 0-1 0 0,-1 0 1 0 0,1 0-1 0 0,-1-4-1 0 0,0 1 0 0 0,0 0-1 0 0,1-1 1 0 0,-1 1-1 0 0,1 0 1 0 0,0-1-1 0 0,0 1 1 0 0,0-1 0 0 0,0 1-1 0 0,1 0 1 0 0,-1-1-1 0 0,1 1 1 0 0,0 0 0 0 0,0-1-1 0 0,0 1 1 0 0,0 0-1 0 0,1 0 1 0 0,-1 0 0 0 0,1 0-1 0 0,2-4 1 0 0,57-71 154 0 0,-60 77-166 0 0,0 1-1 0 0,0-1 1 0 0,0 1 0 0 0,0-1 0 0 0,0 1-1 0 0,0-1 1 0 0,0 1 0 0 0,0 0 0 0 0,0-1 0 0 0,0 1-1 0 0,0 0 1 0 0,0 0 0 0 0,0 0 0 0 0,0-1-1 0 0,0 1 1 0 0,0 0 0 0 0,0 1 0 0 0,0-1 0 0 0,0 0-1 0 0,0 0 1 0 0,0 0 0 0 0,0 1 0 0 0,0-1 0 0 0,0 0-1 0 0,0 1 1 0 0,0-1 0 0 0,0 1 0 0 0,0-1-1 0 0,1 2 1 0 0,22 15 56 0 0,-24-17-57 0 0,2 3 3 0 0,3 6-3 0 0,2 2 0 0 0,-6-9 1 0 0,0 0-1 0 0,0-1 1 0 0,0 1-1 0 0,0-1 1 0 0,0 1-1 0 0,0-1 0 0 0,0 0 1 0 0,0 1-1 0 0,0-1 1 0 0,1 0-1 0 0,-1 0 1 0 0,0 0-1 0 0,3 2 0 0 0,-2-4 1 0 0,0 1-1 0 0,0 0 0 0 0,-1-1 0 0 0,1 0 0 0 0,0 1 1 0 0,-1-1-1 0 0,1 0 0 0 0,0 0 0 0 0,-1 0 0 0 0,1 0 1 0 0,-1 0-1 0 0,1 0 0 0 0,-1 0 0 0 0,2-2 0 0 0,8-6 7 0 0,-7 5-3 0 0,0 0 0 0 0,1 0 0 0 0,-1 1 0 0 0,0-1 1 0 0,1 1-1 0 0,0 0 0 0 0,0 0 0 0 0,0 1 0 0 0,0 0 0 0 0,0 0 0 0 0,1 0 0 0 0,-1 0 1 0 0,0 1-1 0 0,1 0 0 0 0,-1 0 0 0 0,1 0 0 0 0,0 1 0 0 0,-1 0 0 0 0,10 1 0 0 0,-9 4-46 0 0,-1 0-1 0 0,-1 1 1 0 0,1 0-1 0 0,-1 0 1 0 0,0 1-1 0 0,0-1 1 0 0,4 11-1 0 0,-8-16-322 0 0,9 16-565 0 0,0-11-4444 0 0</inkml:trace>
</inkml:ink>
</file>

<file path=ppt/ink/ink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2.7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85 584 808 0 0,'3'-13'5723'0'0,"-3"12"-5651"0"0,1 1-1 0 0,-1 0 1 0 0,0 0 0 0 0,0 0 0 0 0,0 0 0 0 0,0 0-1 0 0,0-1 1 0 0,1 1 0 0 0,-1 0 0 0 0,0 0-1 0 0,0 0 1 0 0,0 0 0 0 0,0-1 0 0 0,0 1 0 0 0,0 0-1 0 0,0 0 1 0 0,0 0 0 0 0,0-1 0 0 0,0 1-1 0 0,0 0 1 0 0,0 0 0 0 0,0 0 0 0 0,0-1 0 0 0,0 1-1 0 0,0 0 1 0 0,0 0 0 0 0,0 0 0 0 0,0-1 0 0 0,0 1-1 0 0,0 0 1 0 0,0 0 0 0 0,0 0 0 0 0,0-1-1 0 0,0 1 1 0 0,0 0 0 0 0,0 0 0 0 0,-1 0 0 0 0,1-1-1 0 0,0 1 1 0 0,0 0 0 0 0,0 0 0 0 0,0 0-1 0 0,0 0 1 0 0,-1 0 0 0 0,1 0 0 0 0,0-1 0 0 0,0 1-1 0 0,0 0 1 0 0,-1 0 0 0 0,1 0 0 0 0,0 0-1 0 0,0 0 1 0 0,0 0 0 0 0,-1 0 0 0 0,1 0 0 0 0,0 0-1 0 0,0 0 1 0 0,0 0 0 0 0,-1 0 0 0 0,1 0-1 0 0,0 0 1 0 0,0 0 0 0 0,0 0 0 0 0,-1 0 0 0 0,1 0-1 0 0,-13 10 434 0 0,1 0 0 0 0,1 0 0 0 0,-21 25-1 0 0,16-4 237 0 0,20-21-431 0 0,15-9-197 0 0,-16-1-82 0 0,45-26 52 0 0,-41 22-49 0 0,3 2-33 0 0,31 10-28 0 0,-32-5 26 0 0,0-1 0 0 0,1 0 0 0 0,-1 0 0 0 0,1-1 0 0 0,0 0-1 0 0,-1-1 1 0 0,1 0 0 0 0,0-1 0 0 0,-1 1 0 0 0,18-5 0 0 0,-18 2 4 0 0,-1-1 1 0 0,0 1-1 0 0,1-1 0 0 0,-1-1 0 0 0,-1 1 0 0 0,1-2 0 0 0,-1 1 0 0 0,0-1 1 0 0,0 0-1 0 0,0 0 0 0 0,-1-1 0 0 0,8-10 0 0 0,-6 6 0 0 0,-1-1 1 0 0,0 0-1 0 0,-1 0 1 0 0,-1-1-1 0 0,0 0 1 0 0,0 0-1 0 0,3-19 1 0 0,-1-10-8 0 0,-2-1 0 0 0,-2 0 1 0 0,-1 1-1 0 0,-6-54 0 0 0,2 74 12 0 0,0-1 0 0 0,-2 1 0 0 0,-1 0 0 0 0,0 0 0 0 0,-1 0 0 0 0,-11-22 0 0 0,13 36 7 0 0,-7 3-4 0 0,8 6-3 0 0,0 1 0 0 0,0-1 0 0 0,1 1 0 0 0,-1-1 0 0 0,1 1 0 0 0,0 0 0 0 0,-1 0 0 0 0,1 0 0 0 0,0 0 0 0 0,0 1 0 0 0,0-1 0 0 0,0 0 0 0 0,1 1 0 0 0,-1-1 0 0 0,1 1 0 0 0,-1 0 0 0 0,1 0 0 0 0,0-1 0 0 0,-1 4 0 0 0,-19 62 200 0 0,17-47-167 0 0,0 0-1 0 0,1 0 0 0 0,0 1 1 0 0,2-1-1 0 0,1 1 1 0 0,1-1-1 0 0,0 1 0 0 0,2-1 1 0 0,0 1-1 0 0,2-1 0 0 0,0 0 1 0 0,2-1-1 0 0,0 1 0 0 0,1-1 1 0 0,1 0-1 0 0,16 26 0 0 0,-24-44-38 0 0,14 22 64 0 0,31 40 0 0 0,-40-57-52 0 0,0 0 1 0 0,1-1 0 0 0,0 1-1 0 0,0-2 1 0 0,1 1 0 0 0,0-1-1 0 0,0 0 1 0 0,0 0 0 0 0,9 2-1 0 0,-16-6 2 0 0,0-1-1 0 0,0 1 0 0 0,1-1 1 0 0,-1 0-1 0 0,0 0 0 0 0,0 0 1 0 0,0 0-1 0 0,1 0 0 0 0,-1 0 1 0 0,0 0-1 0 0,0 0 0 0 0,0 0 1 0 0,0 0-1 0 0,1-1 0 0 0,-1 1 1 0 0,0 0-1 0 0,0-1 0 0 0,0 1 0 0 0,0-1 1 0 0,0 0-1 0 0,0 1 0 0 0,0-1 1 0 0,0 0-1 0 0,0 1 0 0 0,1-2 1 0 0,18-7 872 0 0</inkml:trace>
</inkml:ink>
</file>

<file path=ppt/ink/ink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3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58 984 0 0,'4'-47'8530'0'0,"-3"37"-7878"0"0</inkml:trace>
</inkml:ink>
</file>

<file path=ppt/ink/ink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3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38 860 0 0,'0'0'1854'0'0,"0"-9"-498"0"0,-1 3 3072 0 0,1 5-4305 0 0,0 0-1 0 0,0 0 0 0 0,0 0 1 0 0,-1 0-1 0 0,1 0 1 0 0,0 0-1 0 0,-1 0 1 0 0,1 0-1 0 0,-1 0 1 0 0,1 0-1 0 0,-1 0 0 0 0,1 0 1 0 0,-1 1-1 0 0,1-1 1 0 0,-1 0-1 0 0,0 0 1 0 0,0 1-1 0 0,1-1 1 0 0,-1 0-1 0 0,0 1 0 0 0,0-1 1 0 0,0 1-1 0 0,0-1 1 0 0,1 1-1 0 0,-1-1 1 0 0,0 1-1 0 0,0-1 1 0 0,-2 1-1 0 0,1 0-29 0 0,1 0 1 0 0,-1 1-1 0 0,0-1 0 0 0,0 0 0 0 0,0 1 1 0 0,0 0-1 0 0,0-1 0 0 0,1 1 1 0 0,-1 0-1 0 0,0 0 0 0 0,1 0 1 0 0,-1 0-1 0 0,1 0 0 0 0,-3 2 1 0 0,-2 2 28 0 0,0 1 0 0 0,0 0 0 0 0,1 0 0 0 0,0 0 0 0 0,0 1 0 0 0,-8 14 0 0 0,8-12-74 0 0,1 1 0 0 0,0 0 0 0 0,1 0 0 0 0,0 1 0 0 0,1-1 0 0 0,0 1 0 0 0,0-1 0 0 0,1 1 0 0 0,1-1 0 0 0,0 1 0 0 0,0 0 0 0 0,1-1 0 0 0,0 1 0 0 0,4 11 0 0 0,-5-22-48 0 0,0 1 1 0 0,0-1 0 0 0,0 0-1 0 0,0 1 1 0 0,0-1 0 0 0,0 1-1 0 0,0-1 1 0 0,1 1 0 0 0,-1-1-1 0 0,0 0 1 0 0,0 1 0 0 0,1-1-1 0 0,-1 1 1 0 0,0-1 0 0 0,1 0-1 0 0,-1 1 1 0 0,0-1 0 0 0,1 0-1 0 0,-1 1 1 0 0,0-1 0 0 0,1 0-1 0 0,-1 0 1 0 0,1 0 0 0 0,-1 1-1 0 0,0-1 1 0 0,1 0 0 0 0,-1 0-1 0 0,1 0 1 0 0,-1 0 0 0 0,1 0-1 0 0,-1 0 1 0 0,1 1 0 0 0,-1-1-1 0 0,1 0 1 0 0,-1 0 0 0 0,1-1-1 0 0,22-9 7 0 0,14-21 17 0 0,-25 18-28 0 0,-3 3 2 0 0,0 1 0 0 0,1 0-1 0 0,0 1 1 0 0,1 0 0 0 0,-1 1-1 0 0,21-11 1 0 0,-30 17-10 0 0,1 0 5 0 0,5-1 2 0 0,9 14 8 0 0,4 20-3 0 0,-19-31-4 0 0,0 1 0 0 0,-1-2 5 0 0,0 1 1 0 0,1 0 0 0 0,-1-1-1 0 0,0 1 1 0 0,1 0-1 0 0,-1 0 1 0 0,0-1 0 0 0,1 1-1 0 0,-1-1 1 0 0,1 1 0 0 0,-1 0-1 0 0,1-1 1 0 0,-1 1-1 0 0,1-1 1 0 0,0 1 0 0 0,-1-1-1 0 0,1 0 1 0 0,0 1 0 0 0,-1-1-1 0 0,1 0 1 0 0,0 1 0 0 0,-1-1-1 0 0,1 0 1 0 0,0 0-1 0 0,0 1 1 0 0,-1-1 0 0 0,1 0-1 0 0,0 0 1 0 0,0 0 0 0 0,0 0-1 0 0,-1 0 1 0 0,1 0-1 0 0,0 0 1 0 0,0-1 0 0 0,-1 1-1 0 0,2 0 1 0 0,-1 0-2 0 0,1 0 24 0 0,4-1-14 0 0,16-4 7 0 0,-17 4 18 0 0,26-6 107 0 0,-28 7-159 0 0,0-1-5 0 0,0 1-1 0 0,0 0 1 0 0,0 0-1 0 0,0 0 1 0 0,0 0-1 0 0,0 0 1 0 0,0 0-1 0 0,-1 1 1 0 0,1 0-1 0 0,0-1 1 0 0,5 4-1 0 0,-6-4-402 0 0,6 6-1783 0 0</inkml:trace>
</inkml:ink>
</file>

<file path=ppt/ink/ink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4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 1192 0 0,'0'0'1180'0'0,"7"-12"-140"0"0,-1 7 768 0 0,4-11-1043 0 0,-4 9 547 0 0,5-2-792 0 0,-4 6-308 0 0,8-4-1756 0 0</inkml:trace>
</inkml:ink>
</file>

<file path=ppt/ink/ink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6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148 134 200 0 0,'-1'-4'1035'0'0,"-3"-25"1839"0"0,1 0 0 0 0,0-32 1 0 0,3 59-2368 0 0,-2-7 2162 0 0,2 9-2581 0 0,-8 47 428 0 0,-47 235 1115 0 0,-13-78-998 0 0,67-203-630 0 0,1 0-1 0 0,-1 0 0 0 0,1 0 1 0 0,0 0-1 0 0,-1 0 1 0 0,1 0-1 0 0,0 0 0 0 0,0 0 1 0 0,0 0-1 0 0,0 0 1 0 0,0 0-1 0 0,0 0 0 0 0,0 0 1 0 0,0 0-1 0 0,0 0 1 0 0,0 0-1 0 0,0 0 0 0 0,1 0 1 0 0,-1 0-1 0 0,0 0 1 0 0,1 0-1 0 0,-1 0 0 0 0,1 0 1 0 0,-1 0-1 0 0,1 0 1 0 0,0 0-1 0 0,-1 0 0 0 0,1-1 1 0 0,0 1-1 0 0,-1 0 1 0 0,1 0-1 0 0,0-1 0 0 0,0 1 1 0 0,0 0-1 0 0,0-1 0 0 0,0 1 1 0 0,0-1-1 0 0,0 0 1 0 0,0 1-1 0 0,0-1 0 0 0,0 1 1 0 0,0-1-1 0 0,0 0 1 0 0,0 0-1 0 0,0 0 0 0 0,0 0 1 0 0,0 0-1 0 0,0 0 1 0 0,0 0-1 0 0,0 0 0 0 0,2 0 1 0 0,8-1 2 0 0,1-1 0 0 0,-1 1 1 0 0,22-8-1 0 0,-20 6-4 0 0,40-9 7 0 0,124-35-192 0 0,-149 38 58 0 0,-1-2 0 0 0,30-16 0 0 0,-53 25 111 0 0,1 0 0 0 0,-1 0-1 0 0,0-1 1 0 0,1 1-1 0 0,-1-1 1 0 0,0 0-1 0 0,-1 0 1 0 0,1-1-1 0 0,0 1 1 0 0,-1-1-1 0 0,0 0 1 0 0,0 1-1 0 0,0-1 1 0 0,0-1 0 0 0,-1 1-1 0 0,1 0 1 0 0,-1-1-1 0 0,0 1 1 0 0,-1-1-1 0 0,1 0 1 0 0,1-8-1 0 0,-3 11 10 0 0,0 1 7 0 0,0 1-1 0 0,0-1 1 0 0,0 1 0 0 0,0-1 0 0 0,0 0 0 0 0,0 1-1 0 0,0-1 1 0 0,0 1 0 0 0,0-1 0 0 0,0 1 0 0 0,-1-1 0 0 0,1 1-1 0 0,0-1 1 0 0,0 1 0 0 0,-1-1 0 0 0,1 1 0 0 0,0 0 0 0 0,0-1-1 0 0,-1 1 1 0 0,1-1 0 0 0,-1 1 0 0 0,1 0 0 0 0,0-1-1 0 0,-1 1 1 0 0,1 0 0 0 0,-1-1 0 0 0,1 1 0 0 0,-1 0 0 0 0,1 0-1 0 0,-1-1 1 0 0,1 1 0 0 0,-1 0 0 0 0,1 0 0 0 0,-1 0 0 0 0,1 0-1 0 0,-1 0 1 0 0,1 0 0 0 0,-1 0 0 0 0,1 0 0 0 0,-1 0-1 0 0,1 0 1 0 0,-1 0 0 0 0,1 0 0 0 0,-1 0 0 0 0,1 0 0 0 0,-1 0-1 0 0,1 0 1 0 0,-1 1 0 0 0,1-1 0 0 0,-1 0 0 0 0,1 0 0 0 0,-2 1-1 0 0,-24 16 47 0 0,20-9-22 0 0,0 0-1 0 0,1 0 1 0 0,0 1 0 0 0,0 0 0 0 0,1 0 0 0 0,0 0 0 0 0,1 0 0 0 0,0 0 0 0 0,0 1 0 0 0,1 0-1 0 0,0 0 1 0 0,1-1 0 0 0,0 1 0 0 0,0 0 0 0 0,1 0 0 0 0,1 10 0 0 0,1 9-58 0 0,1 1-1 0 0,2-1 1 0 0,1-1 0 0 0,11 34 0 0 0,1-21-1548 0 0,-1-21-6715 0 0</inkml:trace>
</inkml:ink>
</file>

<file path=ppt/ink/ink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7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24 276 0 0,'5'-23'5937'0'0,"-2"35"-2571"0"0,-2 41-1711 0 0,-16 55-272 0 0,4-38-550 0 0,-2 99 0 0 0,13-168-821 0 0,0 1 0 0 0,0 0 0 0 0,0 0 0 0 0,1 0 0 0 0,-1 0 0 0 0,0 0 0 0 0,1-1 0 0 0,-1 1 0 0 0,1 0 0 0 0,0 0 0 0 0,-1-1 0 0 0,1 1 0 0 0,0 0 0 0 0,0-1 0 0 0,0 1 0 0 0,0-1 0 0 0,0 1 0 0 0,1-1 0 0 0,-1 0 0 0 0,0 1 0 0 0,1-1 1 0 0,-1 0-1 0 0,3 2 0 0 0,0-2-4 0 0,-1 1 1 0 0,1-1-1 0 0,0 1 1 0 0,0-1-1 0 0,0-1 1 0 0,0 1-1 0 0,0 0 1 0 0,0-1-1 0 0,0 0 1 0 0,6 0 0 0 0,6-1 2 0 0,0-2 0 0 0,-1 1 0 0 0,1-2 0 0 0,21-7 0 0 0,-24 6-6 0 0,1-1 0 0 0,-2 0 0 0 0,1 0 0 0 0,-1-1 0 0 0,0-1 0 0 0,0 0 0 0 0,-1-1 0 0 0,0 0 0 0 0,-1-1 0 0 0,1 0 0 0 0,15-21 0 0 0,-20 1 455 0 0,-12 36-400 0 0,1 1-1 0 0,0 0 1 0 0,1 0-1 0 0,-1 0 0 0 0,1 0 1 0 0,1 1-1 0 0,0-1 1 0 0,0 1-1 0 0,0 0 1 0 0,1 0-1 0 0,0 0 0 0 0,0 0 1 0 0,1 1-1 0 0,0 14 1 0 0,0 13 64 0 0,3 0 0 0 0,6 43 0 0 0,0-8-144 0 0,0-30-2293 0 0,-7-40 1489 0 0,7 7-789 0 0</inkml:trace>
</inkml:ink>
</file>

<file path=ppt/ink/ink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5:57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49 404 0 0,'6'-6'508'0'0,"0"1"1"0"0,1 0-1 0 0,0 1 0 0 0,0 0 1 0 0,0 0-1 0 0,0 0 0 0 0,1 1 0 0 0,-1 0 1 0 0,1 0-1 0 0,0 1 0 0 0,15-3 1 0 0,-20 5-415 0 0,1 0 1 0 0,-1 0-1 0 0,0 0 1 0 0,0 1-1 0 0,1-1 0 0 0,-1 1 1 0 0,0 0-1 0 0,0 0 1 0 0,0 0-1 0 0,1 0 1 0 0,-1 0-1 0 0,-1 1 1 0 0,1-1-1 0 0,0 1 1 0 0,0 0-1 0 0,0 0 0 0 0,-1 0 1 0 0,1 0-1 0 0,-1 1 1 0 0,0-1-1 0 0,0 1 1 0 0,0-1-1 0 0,0 1 1 0 0,0 0-1 0 0,0-1 0 0 0,-1 1 1 0 0,1 0-1 0 0,-1 0 1 0 0,0 1-1 0 0,0-1 1 0 0,2 6-1 0 0,-1 2 44 0 0,1 0 0 0 0,-1 0 0 0 0,-1 0 0 0 0,0 0 0 0 0,0 0 0 0 0,-2 0 0 0 0,1 1 0 0 0,-1-1 0 0 0,-1 0 0 0 0,-3 16 0 0 0,-6 8 400 0 0,-27 64 0 0 0,11-36 143 0 0,27-62-666 0 0,-10 36 523 0 0,10-36-520 0 0,0 0 1 0 0,0 0 0 0 0,0 0-1 0 0,0 0 1 0 0,0 0 0 0 0,0 0-1 0 0,0 0 1 0 0,0 0 0 0 0,0 0-1 0 0,1-1 1 0 0,-1 1 0 0 0,0 0-1 0 0,1 0 1 0 0,-1 0 0 0 0,1 0-1 0 0,-1 0 1 0 0,1 0 0 0 0,-1 0-1 0 0,1-1 1 0 0,-1 1-1 0 0,1 0 1 0 0,0 0 0 0 0,-1-1-1 0 0,1 1 1 0 0,0 0 0 0 0,0-1-1 0 0,0 1 1 0 0,-1-1 0 0 0,1 1-1 0 0,0-1 1 0 0,0 0 0 0 0,0 1-1 0 0,0-1 1 0 0,0 0 0 0 0,0 1-1 0 0,1-1 1 0 0,31 1 116 0 0,-1-1 1 0 0,1-1-1 0 0,-1-2 0 0 0,0-1 1 0 0,46-13-1 0 0,-21 6-18 0 0,92-11 274 0 0,-147 21-346 0 0,1 1-17 0 0,8 0 10 0 0,-8 0 64 0 0,5-2 105 0 0</inkml:trace>
</inkml:ink>
</file>

<file path=ppt/ink/ink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01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1 419 608 0 0,'0'0'4440'0'0,"34"17"-1625"0"0,-32-16-2605 0 0,12-2-15 0 0,0 0 1 0 0,0-1-1 0 0,0-1 1 0 0,0 0-1 0 0,0-1 1 0 0,-1 0-1 0 0,1-1 1 0 0,-1-1-1 0 0,0 0 1 0 0,13-8-1 0 0,15-13 236 0 0,59-50 0 0 0,-74 57-249 0 0,-12 8-71 0 0,0-1 0 0 0,-1-1 0 0 0,14-18 0 0 0,-21 25-50 0 0,-1 0 1 0 0,0-1-1 0 0,0 0 1 0 0,0 0-1 0 0,-1 0 1 0 0,-1-1-1 0 0,1 1 0 0 0,3-14 1 0 0,-7 18-42 0 0,1 1 1 0 0,-1-1-1 0 0,0 0 1 0 0,0 1-1 0 0,0-1 1 0 0,0 0 0 0 0,0 1-1 0 0,-1-1 1 0 0,0 1-1 0 0,0-1 1 0 0,0 1-1 0 0,0-1 1 0 0,0 1-1 0 0,-1 0 1 0 0,1 0-1 0 0,-1-1 1 0 0,0 1-1 0 0,0 0 1 0 0,0 0 0 0 0,-1 1-1 0 0,1-1 1 0 0,-1 0-1 0 0,1 1 1 0 0,-1 0-1 0 0,0-1 1 0 0,0 1-1 0 0,-5-3 1 0 0,2 2-10 0 0,1 1 0 0 0,-1 0 0 0 0,1 0-1 0 0,-1 0 1 0 0,0 1 0 0 0,0-1 0 0 0,0 1 0 0 0,0 1 0 0 0,0-1 0 0 0,0 1 0 0 0,0 0 0 0 0,0 0 0 0 0,0 1-1 0 0,0 0 1 0 0,-9 2 0 0 0,13-2-12 0 0,1-1 1 0 0,-1 0-1 0 0,0 1 0 0 0,1-1 0 0 0,-1 1 0 0 0,1 0 0 0 0,0-1 1 0 0,-1 1-1 0 0,1 0 0 0 0,-1 0 0 0 0,1 0 0 0 0,0 0 0 0 0,0 0 1 0 0,0 0-1 0 0,-1 0 0 0 0,1 1 0 0 0,0-1 0 0 0,0 0 0 0 0,1 0 1 0 0,-1 1-1 0 0,0-1 0 0 0,0 1 0 0 0,1-1 0 0 0,-1 1 0 0 0,1-1 1 0 0,-1 1-1 0 0,1-1 0 0 0,-1 1 0 0 0,1 0 0 0 0,0-1 0 0 0,0 1 1 0 0,0-1-1 0 0,0 1 0 0 0,0 0 0 0 0,0-1 0 0 0,1 1 0 0 0,-1-1 1 0 0,0 1-1 0 0,1 0 0 0 0,0 2 0 0 0,2 3-2 0 0,0 0 0 0 0,1 0 0 0 0,0-1 0 0 0,0 1 0 0 0,9 10 0 0 0,20 21 12 0 0,1-2 1 0 0,40 32-1 0 0,-44-43 3 0 0,-2 1 1 0 0,-1 1-1 0 0,-1 2 0 0 0,36 51 0 0 0,-51-64-8 0 0,-1 2 0 0 0,-1-1 0 0 0,-1 1 1 0 0,0 0-1 0 0,-2 1 0 0 0,0-1 0 0 0,6 34 0 0 0,-11-47 2 0 0,-1 1 0 0 0,1-1-1 0 0,-1 0 1 0 0,0 1-1 0 0,0-1 1 0 0,-1 0-1 0 0,1 0 1 0 0,-1 1-1 0 0,0-1 1 0 0,-1 0 0 0 0,0 0-1 0 0,1 0 1 0 0,-1 0-1 0 0,-1 0 1 0 0,1-1-1 0 0,-1 1 1 0 0,0-1-1 0 0,0 1 1 0 0,0-1-1 0 0,0 0 1 0 0,-1 0 0 0 0,0 0-1 0 0,0-1 1 0 0,0 1-1 0 0,0-1 1 0 0,0 0-1 0 0,-1 0 1 0 0,0-1-1 0 0,1 1 1 0 0,-1-1-1 0 0,0 0 1 0 0,-9 2 0 0 0,9-2 8 0 0,0-1 1 0 0,0 1 0 0 0,0-1 0 0 0,-1-1 0 0 0,1 1 0 0 0,0-1 0 0 0,0 0 0 0 0,-1 0 0 0 0,1 0 0 0 0,0-1 0 0 0,0 0 0 0 0,-1 0 0 0 0,1 0 0 0 0,0-1 0 0 0,0 1 0 0 0,0-1 0 0 0,0 0 0 0 0,1-1 0 0 0,-1 1-1 0 0,1-1 1 0 0,-1 0 0 0 0,1 0 0 0 0,0-1 0 0 0,0 1 0 0 0,0-1 0 0 0,1 0 0 0 0,-1 0 0 0 0,1 0 0 0 0,0 0 0 0 0,0 0 0 0 0,0-1 0 0 0,1 0 0 0 0,-1 1 0 0 0,1-1 0 0 0,0 0 0 0 0,1 0 0 0 0,-1 0 0 0 0,1 0 0 0 0,0-1-1 0 0,0 1 1 0 0,1 0 0 0 0,-1 0 0 0 0,1-1 0 0 0,0 1 0 0 0,1 0 0 0 0,-1-1 0 0 0,1 1 0 0 0,0 0 0 0 0,3-8 0 0 0,1 0-42 0 0,1 1 0 0 0,0-1 1 0 0,0 1-1 0 0,1 0 0 0 0,1 1 0 0 0,0 0 1 0 0,1 0-1 0 0,0 0 0 0 0,0 1 0 0 0,1 1 1 0 0,1-1-1 0 0,12-8 0 0 0,-3 5-712 0 0,0 1-1 0 0,24-11 1 0 0,49-16-5250 0 0,-53 23 2918 0 0</inkml:trace>
</inkml:ink>
</file>

<file path=ppt/ink/ink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03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66 600 0 0,'-15'-10'2402'0'0,"-55"-31"5336"0"0,68 41-6491 0 0,0-3-781 0 0,2 3-446 0 0,0 0 0 0 0,0 0 0 0 0,0 0 0 0 0,0 0 0 0 0,0 0 0 0 0,-1 0 0 0 0,1 0 0 0 0,0 0 0 0 0,0 0 0 0 0,0 0 0 0 0,0 0 0 0 0,0 0 0 0 0,-1 0 0 0 0,1-1 0 0 0,0 1 0 0 0,0 0 0 0 0,0 0 0 0 0,0 0 0 0 0,0 0 0 0 0,0 0 0 0 0,0 0 0 0 0,0 0 0 0 0,-1-1 0 0 0,1 1 0 0 0,0 0 0 0 0,0 0 0 0 0,0 0 0 0 0,0 0 0 0 0,0 0 0 0 0,0-1 0 0 0,0 1 0 0 0,0 0 0 0 0,0 0 0 0 0,0 0 0 0 0,0 0 0 0 0,0-1 0 0 0,0 1 0 0 0,0 0 0 0 0,0 0 1 0 0,0 0-1 0 0,0 0 0 0 0,0 0 0 0 0,0-1 0 0 0,0 1 0 0 0,0 0 0 0 0,0 0 0 0 0,0 0 0 0 0,1 0 0 0 0,-1 0 0 0 0,0-1 0 0 0,0 1 0 0 0,0 0 0 0 0,0 0 0 0 0,0 0 0 0 0,0 0 0 0 0,0 0 0 0 0,1 0 0 0 0,-1 0 0 0 0,0 0 0 0 0,0 0 0 0 0,0-1 0 0 0,0 1 0 0 0,1 0 0 0 0,52-2 378 0 0,-25 0-248 0 0,-1 1-1 0 0,0 2 1 0 0,43 5 0 0 0,-63-5-136 0 0,-1 0 0 0 0,0 1 0 0 0,0-1 1 0 0,0 1-1 0 0,0 0 0 0 0,-1 1 1 0 0,1 0-1 0 0,-1-1 0 0 0,1 2 1 0 0,-1-1-1 0 0,0 1 0 0 0,0 0 1 0 0,0 0-1 0 0,-1 0 0 0 0,1 0 1 0 0,-1 1-1 0 0,0 0 0 0 0,0 0 0 0 0,-1 0 1 0 0,0 0-1 0 0,4 7 0 0 0,-5-6-4 0 0,-1-1-1 0 0,0 1 0 0 0,0-1 0 0 0,-1 1 0 0 0,1-1 0 0 0,-1 1 0 0 0,0-1 1 0 0,0 1-1 0 0,-1 0 0 0 0,0-1 0 0 0,0 1 0 0 0,0-1 0 0 0,-1 1 0 0 0,0-1 0 0 0,0 0 1 0 0,0 0-1 0 0,0 0 0 0 0,-1 0 0 0 0,0 0 0 0 0,0 0 0 0 0,0-1 0 0 0,-1 1 1 0 0,-5 5-1 0 0,-4 5 24 0 0,-1-1 0 0 0,-1 0 0 0 0,0-1 1 0 0,-1 0-1 0 0,-21 12 0 0 0,-3 1 59 0 0,-50 43 1 0 0,89-68 7 0 0,18 15 191 0 0,-10-13-259 0 0,1-1 0 0 0,-1 0 0 0 0,0 0-1 0 0,0-1 1 0 0,1 0 0 0 0,-1 0 0 0 0,1 0 0 0 0,-1-1-1 0 0,13-2 1 0 0,5 2 41 0 0,666 2-441 0 0,-569-4-1972 0 0,0-2-3779 0 0,-42 0 1843 0 0</inkml:trace>
</inkml:ink>
</file>

<file path=ppt/ink/ink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06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332 3 656 0 0,'0'0'2667'0'0,"-1"0"-2507"0"0,0-1-1 0 0,-1 1 1 0 0,1-1 0 0 0,-1 1-1 0 0,1 0 1 0 0,-1 0-1 0 0,1 0 1 0 0,0 0 0 0 0,-1 0-1 0 0,1 0 1 0 0,-1 0 0 0 0,1 0-1 0 0,-3 1 1 0 0,-16 9 372 0 0,1 1 1 0 0,0 1 0 0 0,1 1-1 0 0,0 1 1 0 0,1 0-1 0 0,1 1 1 0 0,0 1 0 0 0,1 0-1 0 0,1 2 1 0 0,-20 30-1 0 0,32-44-471 0 0,0-1 0 0 0,0 1 0 0 0,1-1 0 0 0,-1 1 0 0 0,1 0 0 0 0,0 0 0 0 0,0 0 0 0 0,1 0 0 0 0,-1 0 0 0 0,1 0 0 0 0,0 0 0 0 0,0-1 0 0 0,0 1 0 0 0,0 0 0 0 0,1 0 0 0 0,0 0 0 0 0,0 0 0 0 0,0 0 0 0 0,0 0 0 0 0,0-1-1 0 0,1 1 1 0 0,-1 0 0 0 0,1-1 0 0 0,0 1 0 0 0,0-1 0 0 0,1 0 0 0 0,-1 0 0 0 0,1 0 0 0 0,-1 0 0 0 0,1 0 0 0 0,0 0 0 0 0,4 2 0 0 0,11 8 68 0 0,0-1 0 0 0,1-1 0 0 0,0 0 0 0 0,37 14 0 0 0,-16-7 53 0 0,-19-8-95 0 0,0-1 11 0 0,-1 1 0 0 0,33 24 0 0 0,-49-32-80 0 0,0 1-1 0 0,-1-1 1 0 0,0 1-1 0 0,1 0 1 0 0,-1 0 0 0 0,0 0-1 0 0,-1 1 1 0 0,1-1 0 0 0,0 1-1 0 0,-1-1 1 0 0,0 1-1 0 0,0 0 1 0 0,0 0 0 0 0,0 0-1 0 0,-1 0 1 0 0,0 0 0 0 0,0 1-1 0 0,0-1 1 0 0,0 0-1 0 0,0 9 1 0 0,-2-8 1 0 0,0 0-1 0 0,-1 0 0 0 0,1 0 1 0 0,-1-1-1 0 0,0 1 1 0 0,-1 0-1 0 0,1-1 1 0 0,-1 1-1 0 0,0-1 1 0 0,0 0-1 0 0,0 0 1 0 0,-1 0-1 0 0,1-1 1 0 0,-1 1-1 0 0,0-1 1 0 0,0 1-1 0 0,-7 3 1 0 0,-9 6 37 0 0,-1 0 0 0 0,-27 12 0 0 0,-86 32 263 0 0,116-50-840 0 0,-1-2 0 0 0,0 0 0 0 0,0-1 0 0 0,0-1-1 0 0,-30 0 1 0 0,20-8-5742 0 0,18-2 2643 0 0</inkml:trace>
</inkml:ink>
</file>

<file path=ppt/ink/ink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07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0 154 11985 0 0,'44'-25'259'0'0,"0"1"0"0"0,2 3 1 0 0,0 1-1 0 0,65-17 0 0 0,-80 29-549 0 0,1 1 1 0 0,0 2-1 0 0,60-2 1 0 0,-66 8-1722 0 0,0 0 1 0 0,48 9-1 0 0,-56-7-1416 0 0</inkml:trace>
</inkml:ink>
</file>

<file path=ppt/ink/ink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09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11 324 0 0,'11'-11'10906'0'0,"-18"107"-9563"0"0,-3 228 1068 0 0,7-86-1060 0 0,2-101-188 0 0,1-135-978 0 0,-1-24 740 0 0,1 13-1925 0 0,1-1-1 0 0,0 0 0 0 0,0 1 0 0 0,2 0 1 0 0,5-18-1 0 0,-1 3-4953 0 0,-1 11 2212 0 0</inkml:trace>
</inkml:ink>
</file>

<file path=ppt/ink/ink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0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65 328 0 0,'0'0'3601'0'0,"19"-26"601"0"0,-18 23-3584 0 0,0 1 0 0 0,0-1 0 0 0,0 0 0 0 0,0 0 1 0 0,-1 0-1 0 0,1-1 0 0 0,-1 1 0 0 0,0 0 0 0 0,0 0 0 0 0,-1-5 0 0 0,1 8-639 0 0,-21 39 408 0 0,1-5 16 0 0,2 0 1 0 0,1 1-1 0 0,2 0 1 0 0,2 1-1 0 0,1 1 1 0 0,-11 58-1 0 0,19-61-171 0 0,2-1 0 0 0,1 38 0 0 0,2-58-176 0 0,0 0-1 0 0,1 0 1 0 0,0 0-1 0 0,0 0 1 0 0,2-1-1 0 0,-1 0 1 0 0,2 1-1 0 0,9 19 1 0 0,-10-27-43 0 0,0 0 1 0 0,1 0-1 0 0,-1 0 1 0 0,1-1-1 0 0,0 1 1 0 0,1-1-1 0 0,-1 0 1 0 0,0-1-1 0 0,1 1 0 0 0,0-1 1 0 0,0 0-1 0 0,0-1 1 0 0,0 1-1 0 0,1-1 1 0 0,-1-1-1 0 0,1 1 1 0 0,-1-1-1 0 0,1 0 1 0 0,10 0-1 0 0,-11 0-4 0 0,0-1-1 0 0,0 0 0 0 0,0 0 1 0 0,0-1-1 0 0,0 1 1 0 0,0-1-1 0 0,1-1 1 0 0,-2 1-1 0 0,1-1 0 0 0,0 0 1 0 0,0 0-1 0 0,0-1 1 0 0,-1 0-1 0 0,0 0 1 0 0,1 0-1 0 0,-1 0 0 0 0,0-1 1 0 0,-1 0-1 0 0,1 0 1 0 0,-1 0-1 0 0,5-6 0 0 0,-7 8-5 0 0,-1 0 0 0 0,1-1 0 0 0,-1 1 0 0 0,0 0 0 0 0,0 0 0 0 0,0-1 0 0 0,0 1 0 0 0,0-1 0 0 0,0 1-1 0 0,-1-1 1 0 0,1 1 0 0 0,-1-1 0 0 0,1 1 0 0 0,-1-1 0 0 0,0 1 0 0 0,0-1 0 0 0,-1 0 0 0 0,1 1 0 0 0,0-1-1 0 0,-1 1 1 0 0,1-1 0 0 0,-2-2 0 0 0,0 1 0 0 0,-1 0 0 0 0,1 0-1 0 0,-1 0 1 0 0,0 1 0 0 0,0-1 0 0 0,0 1-1 0 0,0 0 1 0 0,0 0 0 0 0,-1 0-1 0 0,0 0 1 0 0,-6-3 0 0 0,-5-2-1 0 0,-1 0 0 0 0,1 1 1 0 0,-1 1-1 0 0,-1 1 0 0 0,-24-5 0 0 0,-52-3-191 0 0,92 12-17 0 0,-13 4-111 0 0,5 0-1254 0 0,21 16-9366 0 0</inkml:trace>
</inkml:ink>
</file>

<file path=ppt/ink/ink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1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1 290 136 0 0,'0'0'5855'0'0,"6"-2"-5519"0"0,8-2-9 0 0,0-1 0 0 0,0 0 1 0 0,-1-1-1 0 0,0-1 0 0 0,0 0 0 0 0,0 0 0 0 0,18-17 0 0 0,-21 17-128 0 0,0-1 1 0 0,-1-1-1 0 0,0 1 0 0 0,-1-1 0 0 0,0-1 0 0 0,-1 0 1 0 0,0 0-1 0 0,0 0 0 0 0,-1-1 0 0 0,6-14 1 0 0,-11 23-169 0 0,0-1 1 0 0,0 1 0 0 0,-1-1-1 0 0,1 1 1 0 0,-1-1 0 0 0,1 1-1 0 0,-1-1 1 0 0,0 1 0 0 0,0-1-1 0 0,0 1 1 0 0,-1-1 0 0 0,1 1-1 0 0,0-1 1 0 0,-1 1 0 0 0,0-1-1 0 0,1 1 1 0 0,-1-1 0 0 0,0 1-1 0 0,0 0 1 0 0,-1-1 0 0 0,1 1-1 0 0,0 0 1 0 0,-1 0 0 0 0,1 0-1 0 0,-1 0 1 0 0,0 0 0 0 0,0 0-1 0 0,0 0 1 0 0,0 1 0 0 0,0-1-1 0 0,0 1 1 0 0,0-1 0 0 0,0 1-1 0 0,0 0 1 0 0,-4-1 0 0 0,-6-4 64 0 0,-1 1 0 0 0,0 1 0 0 0,-1 0 0 0 0,-25-3 0 0 0,36 6-77 0 0,1 1-5 0 0,-2 9 9 0 0,4-8-21 0 0,-1-1 0 0 0,1 1-1 0 0,0-1 1 0 0,0 1-1 0 0,-1 0 1 0 0,1-1 0 0 0,0 1-1 0 0,0-1 1 0 0,0 1-1 0 0,0 0 1 0 0,0-1-1 0 0,0 1 1 0 0,0 0 0 0 0,0-1-1 0 0,0 1 1 0 0,0-1-1 0 0,0 1 1 0 0,0 0 0 0 0,0-1-1 0 0,1 1 1 0 0,-1-1-1 0 0,0 1 1 0 0,0 0-1 0 0,1-1 1 0 0,-1 1 0 0 0,1 0-1 0 0,14 26 7 0 0,0-1-1 0 0,25 30 1 0 0,-20-29 8 0 0,21 39 0 0 0,-40-64-16 0 0,54 113 32 0 0,-50-103-26 0 0,-1 1 1 0 0,0-1-1 0 0,-1 1 1 0 0,-1 0-1 0 0,0 0 1 0 0,0 0-1 0 0,-1 22 1 0 0,-1-33 8 0 0,0 0 0 0 0,0 1 0 0 0,0-1 0 0 0,-1 0 0 0 0,1 0-1 0 0,-1 0 1 0 0,1 1 0 0 0,-1-1 0 0 0,0 0 0 0 0,0 0 0 0 0,0 0 0 0 0,0 0 0 0 0,0 0 0 0 0,0 0 0 0 0,-1-1 0 0 0,1 1 0 0 0,0 0 0 0 0,-1 0 0 0 0,0-1 0 0 0,1 1 0 0 0,-1-1 0 0 0,0 0-1 0 0,0 1 1 0 0,0-1 0 0 0,0 0 0 0 0,0 0 0 0 0,0 0 0 0 0,0 0 0 0 0,0-1 0 0 0,0 1 0 0 0,0-1 0 0 0,-1 1 0 0 0,1-1 0 0 0,0 1 0 0 0,-3-1 0 0 0,0 0 46 0 0,0-1 0 0 0,0 1 0 0 0,0-1 0 0 0,0 0 0 0 0,0 0 0 0 0,0 0 0 0 0,0-1 0 0 0,0 0 0 0 0,0 0 0 0 0,0 0 0 0 0,1 0 0 0 0,-1-1 0 0 0,1 0 0 0 0,-8-6 0 0 0,5 3-10 0 0,0-1 1 0 0,1 0-1 0 0,0 0 1 0 0,0-1-1 0 0,0 0 1 0 0,1 0-1 0 0,0 0 1 0 0,1-1-1 0 0,0 0 1 0 0,0 0-1 0 0,0 0 1 0 0,2 0-1 0 0,-1 0 1 0 0,-2-19-1 0 0,4 21-44 0 0,1 0 0 0 0,0 0 0 0 0,0 0 0 0 0,1 0 0 0 0,0 0-1 0 0,0 0 1 0 0,1 0 0 0 0,0 0 0 0 0,0 1 0 0 0,0-1 0 0 0,1 1 0 0 0,0-1-1 0 0,0 1 1 0 0,1 0 0 0 0,0 0 0 0 0,0 1 0 0 0,0-1 0 0 0,1 1-1 0 0,-1 0 1 0 0,1 0 0 0 0,9-7 0 0 0,-5 5-382 0 0,1 1-1 0 0,0 0 1 0 0,1 0 0 0 0,-1 1-1 0 0,18-6 1 0 0,30-6-6536 0 0,-39 14 3420 0 0</inkml:trace>
</inkml:ink>
</file>

<file path=ppt/ink/ink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2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0 101 164 0 0,'4'-6'544'0'0,"0"0"0"0"0,1 1 0 0 0,0-1 1 0 0,0 1-1 0 0,0 0 0 0 0,0 0 0 0 0,1 1 0 0 0,0-1 0 0 0,0 1 1 0 0,0 0-1 0 0,0 1 0 0 0,1-1 0 0 0,-1 1 0 0 0,10-2 0 0 0,10-3 207 0 0,-1 1 0 0 0,41-4 0 0 0,-53 9-398 0 0,-12 1-319 0 0,0 1 0 0 0,1 0-1 0 0,-1-1 1 0 0,0 1 0 0 0,1 0 0 0 0,-1 0-1 0 0,1 0 1 0 0,-1 0 0 0 0,0 0-1 0 0,1 0 1 0 0,-1 0 0 0 0,1 0 0 0 0,-1 1-1 0 0,0-1 1 0 0,1 0 0 0 0,-1 1-1 0 0,0-1 1 0 0,1 1 0 0 0,-1 0 0 0 0,0-1-1 0 0,0 1 1 0 0,0 0 0 0 0,0 0-1 0 0,2 1 1 0 0,-2 0-3 0 0,-1-1 0 0 0,0 1 0 0 0,1-1 0 0 0,-1 1 0 0 0,0-1 0 0 0,0 1 0 0 0,1-1 0 0 0,-1 1-1 0 0,-1-1 1 0 0,1 1 0 0 0,0-1 0 0 0,0 1 0 0 0,0-1 0 0 0,-1 1 0 0 0,1-1 0 0 0,-1 1 0 0 0,1-1 0 0 0,-2 2 0 0 0,-4 10 108 0 0,-1 0-1 0 0,0-1 1 0 0,-13 17 0 0 0,17-26-120 0 0,-10 15 83 0 0,3-6-26 0 0,1 0 0 0 0,1 0 1 0 0,0 1-1 0 0,-9 22 0 0 0,15-32-62 0 0,1-1 1 0 0,0 1-1 0 0,0 0 0 0 0,1 0 0 0 0,-1 1 0 0 0,1-1 1 0 0,-1 0-1 0 0,1 0 0 0 0,0 0 0 0 0,0 0 0 0 0,0 0 1 0 0,1 0-1 0 0,-1 0 0 0 0,1 1 0 0 0,-1-1 0 0 0,1 0 1 0 0,0 0-1 0 0,1 0 0 0 0,-1-1 0 0 0,0 1 0 0 0,1 0 1 0 0,-1 0-1 0 0,1-1 0 0 0,0 1 0 0 0,0-1 1 0 0,0 1-1 0 0,4 2 0 0 0,14 11 95 0 0,0-1 0 0 0,1-1-1 0 0,44 21 1 0 0,-38-21-3 0 0,0 1-1 0 0,26 20 1 0 0,-52-34-75 0 0,1 0 0 0 0,-1 0 0 0 0,0 0 1 0 0,1 0-1 0 0,-1 0 0 0 0,0 0 0 0 0,1 0 0 0 0,-1 0 0 0 0,0 1 1 0 0,0-1-1 0 0,0 1 0 0 0,0-1 0 0 0,-1 1 0 0 0,1-1 0 0 0,0 1 1 0 0,-1-1-1 0 0,1 1 0 0 0,-1-1 0 0 0,1 1 0 0 0,-1 0 0 0 0,0-1 0 0 0,1 1 1 0 0,-1 0-1 0 0,0 2 0 0 0,-1-2-3 0 0,0 0-1 0 0,0 0 1 0 0,0 1 0 0 0,0-2 0 0 0,-1 1-1 0 0,1 0 1 0 0,0 0 0 0 0,-1 0 0 0 0,0-1-1 0 0,1 1 1 0 0,-1 0 0 0 0,0-1 0 0 0,0 0-1 0 0,1 1 1 0 0,-5 1 0 0 0,-11 5 67 0 0,0 0-1 0 0,-1-2 1 0 0,-28 8 0 0 0,34-10-43 0 0,-85 19-669 0 0,65-17-2039 0 0,2-2-3341 0 0</inkml:trace>
</inkml:ink>
</file>

<file path=ppt/ink/ink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4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51 292 0 0,'-22'-50'11497'0'0,"18"53"-10906"0"0,-3 4-347 0 0,1-1 0 0 0,0 2 0 0 0,0-1 1 0 0,1 0-1 0 0,-1 1 0 0 0,2 0 0 0 0,-1 1 1 0 0,1-1-1 0 0,0 1 0 0 0,1-1 0 0 0,0 1 1 0 0,-3 17-1 0 0,-3 18 464 0 0,-3 64 0 0 0,7-58-259 0 0,-6 19 37 0 0,6-39-1154 0 0,-4 56-1 0 0,9-85-155 0 0,6 4-935 0 0,18-13-9275 0 0</inkml:trace>
</inkml:ink>
</file>

<file path=ppt/ink/ink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4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9 76 0 0,'0'0'105'0'0,"0"-1"1"0"0,0 1-1 0 0,0 0 0 0 0,0-1 0 0 0,0 1 0 0 0,0 0 1 0 0,0-1-1 0 0,0 1 0 0 0,0 0 0 0 0,0-1 1 0 0,0 1-1 0 0,-1 0 0 0 0,1 0 0 0 0,0-1 1 0 0,0 1-1 0 0,0 0 0 0 0,0-1 0 0 0,-1 1 1 0 0,1 0-1 0 0,0 0 0 0 0,0-1 0 0 0,0 1 1 0 0,-1 0-1 0 0,1 0 0 0 0,0 0 0 0 0,0-1 1 0 0,-1 1-1 0 0,1 0 0 0 0,0 0 0 0 0,-1 0 1 0 0,1 0-1 0 0,0 0 0 0 0,0 0 0 0 0,-1 0 1 0 0,1-1-1 0 0,0 1 0 0 0,-1 0 0 0 0,1 0 1 0 0,0 0-1 0 0,-1 0 0 0 0,1 0 0 0 0,0 0 1 0 0,-1 1-1 0 0,1-1 0 0 0,0 0 0 0 0,-1 0 1 0 0,1 0-1 0 0,0 0 0 0 0,0 0 0 0 0,-1 0 1 0 0,1 1-1 0 0,-26 14 1480 0 0,-22 26-444 0 0,37-29-837 0 0,0 1 0 0 0,1 0 0 0 0,0 0 0 0 0,1 1 0 0 0,0 1 0 0 0,1-1 0 0 0,1 1-1 0 0,0 1 1 0 0,-8 30 0 0 0,12-36-211 0 0,1 1-1 0 0,1-1 1 0 0,0 0-1 0 0,0 1 1 0 0,1-1-1 0 0,0 1 1 0 0,1-1-1 0 0,0 1 1 0 0,1-1-1 0 0,0 0 1 0 0,1 0 0 0 0,0 0-1 0 0,0 0 1 0 0,1 0-1 0 0,0 0 1 0 0,11 16-1 0 0,-11-19-48 0 0,0 0 0 0 0,0-1 1 0 0,1 0-1 0 0,0 1 0 0 0,0-2 0 0 0,0 1 0 0 0,1-1 0 0 0,0 1 0 0 0,0-1 0 0 0,0-1 1 0 0,1 1-1 0 0,0-1 0 0 0,0-1 0 0 0,0 1 0 0 0,0-1 0 0 0,0 0 0 0 0,0-1 0 0 0,1 1 1 0 0,0-2-1 0 0,-1 1 0 0 0,16 0 0 0 0,-21-1-29 0 0,-1-1-1 0 0,1 0 1 0 0,0 0-1 0 0,0 1 1 0 0,-1-1-1 0 0,1-1 1 0 0,0 1 0 0 0,-1 0-1 0 0,1 0 1 0 0,0-1-1 0 0,-1 1 1 0 0,1 0 0 0 0,0-1-1 0 0,-1 0 1 0 0,1 1-1 0 0,-1-1 1 0 0,1 0 0 0 0,-1 0-1 0 0,0 0 1 0 0,1 0-1 0 0,-1 0 1 0 0,0 0-1 0 0,1 0 1 0 0,-1-1 0 0 0,0 1-1 0 0,0 0 1 0 0,0-1-1 0 0,0 1 1 0 0,0-1 0 0 0,-1 1-1 0 0,1-1 1 0 0,0 1-1 0 0,-1-1 1 0 0,1 1-1 0 0,-1-1 1 0 0,1 0 0 0 0,-1 1-1 0 0,0-1 1 0 0,0 0-1 0 0,1 1 1 0 0,-1-1 0 0 0,-1 0-1 0 0,1 1 1 0 0,0-1-1 0 0,0 0 1 0 0,-1 0 0 0 0,0-2-1 0 0,0-2 38 0 0,-1 0 0 0 0,-1 1 0 0 0,1-1 1 0 0,-1 0-1 0 0,0 1 0 0 0,0-1 0 0 0,0 1 0 0 0,-1 0 0 0 0,0 0 0 0 0,0 0 0 0 0,-7-6 0 0 0,-2 1 13 0 0,-1 1-1 0 0,0 1 0 0 0,0 0 1 0 0,-1 1-1 0 0,0 1 0 0 0,-24-8 0 0 0,38 14-68 0 0,0 0 0 0 0,0-1 0 0 0,0 1 0 0 0,0 0-1 0 0,0 0 1 0 0,0 0 0 0 0,0 0 0 0 0,0 0-1 0 0,0 0 1 0 0,0 0 0 0 0,0 1 0 0 0,0-1-1 0 0,0 0 1 0 0,0 1 0 0 0,0-1 0 0 0,0 0 0 0 0,0 1-1 0 0,1-1 1 0 0,-1 1 0 0 0,0-1 0 0 0,0 1-1 0 0,-1 1 1 0 0,-4 2-2336 0 0</inkml:trace>
</inkml:ink>
</file>

<file path=ppt/ink/ink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5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7 112 0 0,'0'0'2790'0'0,"22"-7"1052"0"0,-4 7-3270 0 0,250 6 3310 0 0,-266-7-3816 0 0,1 1-1 0 0,-1 0 0 0 0,1 0 1 0 0,-1 1-1 0 0,1-1 1 0 0,-1 0-1 0 0,1 1 0 0 0,-1 0 1 0 0,1-1-1 0 0,-1 1 1 0 0,0 0-1 0 0,1 0 0 0 0,-1 0 1 0 0,0 1-1 0 0,0-1 0 0 0,0 0 1 0 0,0 1-1 0 0,0 0 1 0 0,0-1-1 0 0,0 1 0 0 0,0 0 1 0 0,-1 0-1 0 0,1 0 0 0 0,-1 0 1 0 0,0 0-1 0 0,2 4 1 0 0,-2-2 55 0 0,0 0 1 0 0,-1 1 0 0 0,1-1-1 0 0,-1 1 1 0 0,0-1 0 0 0,-1 0-1 0 0,1 1 1 0 0,-1-1 0 0 0,0 1-1 0 0,0-1 1 0 0,0 0 0 0 0,0 0-1 0 0,-1 1 1 0 0,-2 3 0 0 0,-25 60 1072 0 0,-2-1 1 0 0,-79 120-1 0 0,90-145-3782 0 0,20-41 1446 0 0,7 13-6861 0 0</inkml:trace>
</inkml:ink>
</file>

<file path=ppt/ink/ink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5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7 596 0 0,'-7'3'1057'0'0,"2"0"-758"0"0,1 0 0 0 0,-1 0-1 0 0,1 1 1 0 0,-1-1 0 0 0,1 1-1 0 0,0 0 1 0 0,1 0 0 0 0,-1 0-1 0 0,1 1 1 0 0,-1-1 0 0 0,1 1-1 0 0,1 0 1 0 0,-1 0 0 0 0,1 0-1 0 0,0 0 1 0 0,0 0 0 0 0,0 0-1 0 0,1 1 1 0 0,-1-1 0 0 0,1 1-1 0 0,0 8 1 0 0,1-8-180 0 0,0-1 0 0 0,1 1-1 0 0,-1 0 1 0 0,1 0 0 0 0,0-1 0 0 0,1 1 0 0 0,0 0-1 0 0,0-1 1 0 0,0 1 0 0 0,0-1 0 0 0,1 0-1 0 0,0 0 1 0 0,0 0 0 0 0,0 0 0 0 0,0 0 0 0 0,1-1-1 0 0,0 0 1 0 0,0 1 0 0 0,0-1 0 0 0,1-1 0 0 0,-1 1-1 0 0,1-1 1 0 0,0 0 0 0 0,0 0 0 0 0,0 0-1 0 0,0 0 1 0 0,1-1 0 0 0,-1 0 0 0 0,1 0 0 0 0,-1-1-1 0 0,1 1 1 0 0,0-1 0 0 0,0 0 0 0 0,-1-1-1 0 0,1 1 1 0 0,0-1 0 0 0,7-1 0 0 0,-4-1 54 0 0,0 1 1 0 0,0-1 0 0 0,-1-1-1 0 0,1 0 1 0 0,-1 0 0 0 0,0-1-1 0 0,0 0 1 0 0,0 0 0 0 0,0-1-1 0 0,13-10 1 0 0,-17 12-76 0 0,1-1-1 0 0,-1 0 1 0 0,0 0 0 0 0,0-1-1 0 0,0 0 1 0 0,0 1 0 0 0,-1-1 0 0 0,0 0-1 0 0,0-1 1 0 0,0 1 0 0 0,-1 0-1 0 0,1-1 1 0 0,-1 1 0 0 0,-1-1-1 0 0,1 0 1 0 0,1-11 0 0 0,-3 12-64 0 0,-1 1 0 0 0,1 0 0 0 0,-1 0 0 0 0,1 0 0 0 0,-1-1 0 0 0,0 1 0 0 0,-1 0 0 0 0,1 0 0 0 0,-1 1 0 0 0,0-1 0 0 0,0 0 0 0 0,0 0 0 0 0,0 1 0 0 0,-1-1 0 0 0,1 1 0 0 0,-1 0 0 0 0,0 0 0 0 0,0 0 0 0 0,0 0 0 0 0,0 0 0 0 0,-1 1 0 0 0,1-1 0 0 0,-1 1 0 0 0,0 0 0 0 0,1 0 0 0 0,-1 1 0 0 0,0-1 0 0 0,0 1 0 0 0,0-1 0 0 0,-5 0 0 0 0,-6-2-215 0 0,-2 0 0 0 0,1 1 0 0 0,0 1 0 0 0,0 1 1 0 0,-1 0-1 0 0,-22 2 0 0 0,-33 5-2443 0 0,2 3-3414 0 0,24-2 1855 0 0</inkml:trace>
</inkml:ink>
</file>

<file path=ppt/ink/ink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8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198 254 8613 0 0,'7'-26'156'0'0,"-1"0"0"0"0,3-48 0 0 0,-9 65 41 0 0,0 0 0 0 0,0 1 0 0 0,0-1 0 0 0,-1 1 0 0 0,-1-1 1 0 0,1 1-1 0 0,-2 0 0 0 0,1 0 0 0 0,-1-1 0 0 0,0 2 0 0 0,0-1 1 0 0,-9-13-1 0 0,11 20-167 0 0,1 1 1 0 0,-1-1-1 0 0,0 0 1 0 0,0 1-1 0 0,0-1 1 0 0,0 1-1 0 0,-1-1 1 0 0,1 1-1 0 0,0 0 1 0 0,0-1-1 0 0,0 1 1 0 0,0 0-1 0 0,0 0 1 0 0,0 0-1 0 0,0 0 1 0 0,-1 0-1 0 0,1 0 1 0 0,0 0-1 0 0,0 0 1 0 0,0 0-1 0 0,0 1 1 0 0,0-1-1 0 0,0 0 1 0 0,-2 1-1 0 0,-28 12 291 0 0,16-4-157 0 0,1 0 1 0 0,0 1-1 0 0,1 0 0 0 0,-23 23 0 0 0,33-30-136 0 0,0-1 0 0 0,1 1 0 0 0,-1 0 0 0 0,1 0 0 0 0,0 0 0 0 0,0 0 0 0 0,0 1 0 0 0,0-1 0 0 0,1 0 0 0 0,-1 1-1 0 0,1-1 1 0 0,0 1 0 0 0,0 0 0 0 0,0-1 0 0 0,1 1 0 0 0,-1 0 0 0 0,1 0 0 0 0,0-1 0 0 0,0 1 0 0 0,0 0 0 0 0,0 0 0 0 0,1-1-1 0 0,0 1 1 0 0,-1 0 0 0 0,1-1 0 0 0,1 1 0 0 0,-1 0 0 0 0,3 4 0 0 0,9 13 97 0 0,2-1 0 0 0,0-1 0 0 0,31 31-1 0 0,-32-37-69 0 0,0 1 0 0 0,-1 0 0 0 0,-1 1 0 0 0,-1 0 0 0 0,0 1-1 0 0,-1 0 1 0 0,13 30 0 0 0,-21-39-41 0 0,-1 0 1 0 0,1 0-1 0 0,-2 0 1 0 0,1 0-1 0 0,-1 1 0 0 0,0-1 1 0 0,-1 0-1 0 0,0 0 1 0 0,0 0-1 0 0,0 0 0 0 0,-1 0 1 0 0,0 0-1 0 0,0 0 1 0 0,-1 0-1 0 0,0 0 0 0 0,0-1 1 0 0,0 0-1 0 0,-1 1 1 0 0,0-1-1 0 0,-8 8 0 0 0,0 2-32 0 0,-1-1 0 0 0,-1 0 0 0 0,-1-1 0 0 0,0-1 0 0 0,0 0 0 0 0,-20 12 0 0 0,18-18-404 0 0,15-6-225 0 0,0-1 0 0 0,-1 1 0 0 0,1-1 0 0 0,0 0 0 0 0,-1 1 0 0 0,1-1 0 0 0,0-1-1 0 0,-1 1 1 0 0,1 0 0 0 0,0 0 0 0 0,-1-1 0 0 0,-3-1 0 0 0,-5-5-3087 0 0</inkml:trace>
</inkml:ink>
</file>

<file path=ppt/ink/ink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18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1 299 12129 0 0,'32'-29'-60'0'0,"1"0"64"0"0,0 3 8 0 0,1-1 20 0 0,-1 3 16 0 0,1 3-20 0 0,5-2 8 0 0,1 0-16 0 0,3 4-4 0 0,-7 1 4 0 0,2 0 8 0 0,1 4-8 0 0,-3 2-52 0 0,-7 7-220 0 0,0 0-396 0 0,-4 1-1252 0 0,-4 4-2064 0 0,-2-2 915 0 0</inkml:trace>
</inkml:ink>
</file>

<file path=ppt/ink/ink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1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35 156 368 0 0,'0'0'780'0'0,"-20"-26"3968"0"0,19 25-4285 0 0,-12-31 5238 0 0,16 26-5600 0 0,2 0 1 0 0,-1 0 0 0 0,1 1-1 0 0,-1-1 1 0 0,1 1 0 0 0,1 1-1 0 0,-1-1 1 0 0,1 1 0 0 0,0 0-1 0 0,0 0 1 0 0,0 0 0 0 0,0 1-1 0 0,1 0 1 0 0,-1 0-1 0 0,1 1 1 0 0,9-3 0 0 0,3 0-44 0 0,1 0 0 0 0,-1 1 1 0 0,1 1-1 0 0,35 0 0 0 0,-54 2-53 0 0,1 1-1 0 0,0 0 0 0 0,0 0 1 0 0,0 0-1 0 0,0 0 0 0 0,0 0 1 0 0,0 1-1 0 0,0-1 0 0 0,0 0 0 0 0,0 1 1 0 0,-1 0-1 0 0,1-1 0 0 0,0 1 1 0 0,0 0-1 0 0,0 0 0 0 0,-1 0 1 0 0,1 0-1 0 0,-1 0 0 0 0,1 0 1 0 0,-1 1-1 0 0,1-1 0 0 0,-1 0 1 0 0,0 1-1 0 0,1-1 0 0 0,-1 1 1 0 0,0-1-1 0 0,0 1 0 0 0,0 0 1 0 0,0 0-1 0 0,-1-1 0 0 0,1 1 1 0 0,0 0-1 0 0,-1 0 0 0 0,1 3 1 0 0,0 5 14 0 0,-1 0 1 0 0,0 0 0 0 0,-1 0 0 0 0,0 0-1 0 0,-5 19 1 0 0,4-22-19 0 0,1 0 0 0 0,-1 0-1 0 0,1 1 1 0 0,0-1 0 0 0,1 0-1 0 0,0 1 1 0 0,0-1 0 0 0,2 9-1 0 0,2-8 0 0 0,0 0 0 0 0,1 0-1 0 0,0-1 1 0 0,0 0 0 0 0,1 0-1 0 0,0 0 1 0 0,0 0 0 0 0,0-1-1 0 0,9 6 1 0 0,-9-7 3 0 0,-1-1 0 0 0,0 0 0 0 0,1 1-1 0 0,-2 0 1 0 0,1 1 0 0 0,0-1 0 0 0,-1 1 0 0 0,0-1 0 0 0,-1 1 0 0 0,1 0 0 0 0,-1 1-1 0 0,0-1 1 0 0,-1 1 0 0 0,1-1 0 0 0,1 10 0 0 0,-4-13 1 0 0,-1 1 1 0 0,1 0-1 0 0,-1-1 1 0 0,0 1-1 0 0,0-1 0 0 0,0 1 1 0 0,-1-1-1 0 0,1 0 1 0 0,-1 1-1 0 0,0-1 0 0 0,1 0 1 0 0,-2 0-1 0 0,1 0 1 0 0,0 0-1 0 0,0-1 0 0 0,-1 1 1 0 0,0-1-1 0 0,1 1 1 0 0,-1-1-1 0 0,0 0 0 0 0,0 0 1 0 0,0 0-1 0 0,-1 0 1 0 0,1-1-1 0 0,-5 2 0 0 0,-12 6 36 0 0,0-1 0 0 0,-40 10-1 0 0,55-17-38 0 0,-24 6 7 0 0,-1-1 1 0 0,0-2-1 0 0,-51 1 0 0 0,78-5-124 0 0,23-17-7591 0 0,-18 14 6768 0 0,14-9-2380 0 0</inkml:trace>
</inkml:ink>
</file>

<file path=ppt/ink/ink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1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61 356 0 0,'0'-2'190'0'0,"0"0"0"0"0,0 0 0 0 0,0 0 0 0 0,0 0 0 0 0,0-1-1 0 0,0 1 1 0 0,0 0 0 0 0,-1 0 0 0 0,1 0 0 0 0,-1 0 0 0 0,1 0 0 0 0,-1 0 0 0 0,0 0 0 0 0,0 0-1 0 0,0 0 1 0 0,0 0 0 0 0,0 1 0 0 0,0-1 0 0 0,-1 0 0 0 0,1 1 0 0 0,0-1 0 0 0,-1 1 0 0 0,0-1 0 0 0,-2-1-1 0 0,0 1-19 0 0,1 0-1 0 0,-1 1 0 0 0,0-1 0 0 0,0 1 1 0 0,0 0-1 0 0,0 0 0 0 0,0 0 0 0 0,0 1 1 0 0,-1 0-1 0 0,1 0 0 0 0,-8 0 0 0 0,1 1 9 0 0,0 1 1 0 0,1-1-1 0 0,-1 2 0 0 0,1 0 0 0 0,-1 0 0 0 0,1 1 1 0 0,0 0-1 0 0,0 0 0 0 0,-11 8 0 0 0,19-10-133 0 0,0-1 0 0 0,0 1 0 0 0,0-1-1 0 0,0 1 1 0 0,0 0 0 0 0,0 0 0 0 0,0 0 0 0 0,1 0-1 0 0,-1 0 1 0 0,1 1 0 0 0,-1-1 0 0 0,1 0 0 0 0,0 1 0 0 0,0-1-1 0 0,-1 5 1 0 0,1-5-23 0 0,1 0 0 0 0,0-1 1 0 0,1 1-1 0 0,-1-1 0 0 0,0 1 0 0 0,0-1 0 0 0,1 1 0 0 0,-1 0 0 0 0,1-1 1 0 0,-1 1-1 0 0,1-1 0 0 0,-1 0 0 0 0,1 1 0 0 0,0-1 0 0 0,0 0 0 0 0,0 1 1 0 0,0-1-1 0 0,0 0 0 0 0,2 2 0 0 0,3 2 21 0 0,0-1 0 0 0,0 0-1 0 0,0 0 1 0 0,1 0 0 0 0,-1-1 0 0 0,1 0 0 0 0,0-1 0 0 0,0 1-1 0 0,12 2 1 0 0,-16-5-33 0 0,9 2 35 0 0,-1 1-1 0 0,0 0 0 0 0,0 0 1 0 0,0 1-1 0 0,20 11 0 0 0,-28-13-8 0 0,0 0 0 0 0,-1 0-1 0 0,1 0 1 0 0,-1 0-1 0 0,1 1 1 0 0,-1-1 0 0 0,0 1-1 0 0,0 0 1 0 0,0 0-1 0 0,0-1 1 0 0,0 1-1 0 0,-1 1 1 0 0,1-1 0 0 0,-1 0-1 0 0,0 0 1 0 0,0 0-1 0 0,0 1 1 0 0,-1-1 0 0 0,1 0-1 0 0,-1 1 1 0 0,1-1-1 0 0,-1 0 1 0 0,0 1 0 0 0,-1-1-1 0 0,0 5 1 0 0,-9 71 674 0 0,4-48-533 0 0,2 1 1 0 0,2 0-1 0 0,1 47 0 0 0,1-45-1181 0 0,0-28 22 0 0,-1-1 1 0 0,1 1-1 0 0,1 0 0 0 0,-1 0 0 0 0,1-1 0 0 0,2 9 0 0 0,1-7-1970 0 0</inkml:trace>
</inkml:ink>
</file>

<file path=ppt/ink/ink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2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163 323 392 0 0,'37'-34'3058'0'0,"-26"25"-2486"0"0,0 0 0 0 0,0-1 0 0 0,-1 0 0 0 0,-1-1 0 0 0,0 0 0 0 0,0 0 0 0 0,-1-1 0 0 0,13-24 0 0 0,-19 32-496 0 0,-1 0-1 0 0,0 0 1 0 0,0 0 0 0 0,0-1-1 0 0,0 1 1 0 0,-1 0 0 0 0,1 0-1 0 0,-1-1 1 0 0,0 1 0 0 0,-1 0-1 0 0,1 0 1 0 0,-1 0 0 0 0,1-1-1 0 0,-1 1 1 0 0,0 0 0 0 0,-1 0-1 0 0,1 0 1 0 0,-1 0-1 0 0,0 0 1 0 0,0 1 0 0 0,0-1-1 0 0,0 0 1 0 0,-1 1 0 0 0,1 0-1 0 0,-1-1 1 0 0,-4-3 0 0 0,-2-1 19 0 0,-1 1 0 0 0,0 0 0 0 0,0 0 0 0 0,-1 1 0 0 0,1 1 0 0 0,-1-1 0 0 0,-22-6 0 0 0,32 12-65 0 0,-5 7 3 0 0,5-6-31 0 0,0-1 0 0 0,1 0 0 0 0,-1 0 0 0 0,0 1 0 0 0,1-1 0 0 0,-1 0 0 0 0,1 1 0 0 0,-1-1 0 0 0,1 1 0 0 0,-1-1 0 0 0,1 1 0 0 0,-1-1 0 0 0,1 1 0 0 0,-1-1 0 0 0,1 1 0 0 0,0 0 0 0 0,-1-1 0 0 0,1 1 0 0 0,0-1 0 0 0,-1 1 0 0 0,1 0 0 0 0,0-1 0 0 0,0 1 0 0 0,0 0 0 0 0,0-1 0 0 0,0 1 0 0 0,0 0 0 0 0,0 0 0 0 0,2 24 23 0 0,1 0-1 0 0,1-1 0 0 0,2 1 0 0 0,0-1 0 0 0,10 23 0 0 0,-4-10-6 0 0,11 51-1 0 0,-21-75-10 0 0,0 0 0 0 0,0 0 0 0 0,-2 0 0 0 0,1 1 0 0 0,-2-1 0 0 0,0 0 1 0 0,-4 23-1 0 0,4-32-3 0 0,0 0 1 0 0,-1 0-1 0 0,1 0 0 0 0,-1-1 1 0 0,0 1-1 0 0,0-1 1 0 0,0 1-1 0 0,-1-1 1 0 0,1 0-1 0 0,-1 1 0 0 0,0-1 1 0 0,0 0-1 0 0,0-1 1 0 0,0 1-1 0 0,0-1 1 0 0,-1 1-1 0 0,1-1 1 0 0,-1 0-1 0 0,1 0 0 0 0,-1-1 1 0 0,0 1-1 0 0,0-1 1 0 0,0 1-1 0 0,0-1 1 0 0,0-1-1 0 0,0 1 0 0 0,0 0 1 0 0,0-1-1 0 0,-5 0 1 0 0,3 0 6 0 0,0 0 0 0 0,0 0 0 0 0,1 0 0 0 0,-1-1 0 0 0,0 0 0 0 0,1 0 0 0 0,-1 0 0 0 0,0-1 0 0 0,1 0 0 0 0,0 0 0 0 0,-1 0 0 0 0,1-1 0 0 0,0 0 0 0 0,0 0 1 0 0,1 0-1 0 0,-1-1 0 0 0,1 1 0 0 0,-1-1 0 0 0,-3-4 0 0 0,6 4-7 0 0,-1 1 1 0 0,1 0 0 0 0,0-1-1 0 0,0 0 1 0 0,1 1-1 0 0,-1-1 1 0 0,1 0-1 0 0,-1 0 1 0 0,1 1 0 0 0,1-1-1 0 0,-1 0 1 0 0,0 0-1 0 0,1 0 1 0 0,0 0 0 0 0,0 0-1 0 0,0-1 1 0 0,0 1-1 0 0,1 0 1 0 0,0 0 0 0 0,0 1-1 0 0,0-1 1 0 0,0 0-1 0 0,0 0 1 0 0,1 0-1 0 0,0 1 1 0 0,-1-1 0 0 0,1 1-1 0 0,3-4 1 0 0,7-11-491 0 0,0 1-1 0 0,29-30 1 0 0,11-2-5266 0 0,-31 31 2921 0 0</inkml:trace>
</inkml:ink>
</file>

<file path=ppt/ink/ink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2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23 868 0 0,'7'-4'561'0'0,"1"1"0"0"0,-1 0-1 0 0,1 0 1 0 0,-1 1 0 0 0,1 0 0 0 0,0 0-1 0 0,0 1 1 0 0,0 0 0 0 0,0 0 0 0 0,0 1-1 0 0,0 0 1 0 0,11 1 0 0 0,-16 0-483 0 0,0 0 1 0 0,1 0-1 0 0,-1 0 0 0 0,0 0 1 0 0,0 1-1 0 0,0-1 1 0 0,0 1-1 0 0,-1 0 1 0 0,1-1-1 0 0,0 1 0 0 0,-1 1 1 0 0,1-1-1 0 0,-1 0 1 0 0,0 1-1 0 0,0-1 0 0 0,0 1 1 0 0,0 0-1 0 0,0-1 1 0 0,0 1-1 0 0,-1 0 1 0 0,0 0-1 0 0,1 0 0 0 0,-1 0 1 0 0,0 0-1 0 0,0 1 1 0 0,-1-1-1 0 0,1 0 1 0 0,-1 0-1 0 0,1 1 0 0 0,-1-1 1 0 0,0 0-1 0 0,-1 6 1 0 0,0 4 30 0 0,-1 0 0 0 0,-1 0 1 0 0,0 0-1 0 0,0 0 1 0 0,-1-1-1 0 0,-1 0 0 0 0,0 0 1 0 0,0 0-1 0 0,-1 0 1 0 0,-15 20-1 0 0,-18 39 705 0 0,38-70-775 0 0,1-1-1 0 0,-1 1 1 0 0,1 0 0 0 0,0-1-1 0 0,0 1 1 0 0,-1 0-1 0 0,1-1 1 0 0,0 1 0 0 0,0 0-1 0 0,0-1 1 0 0,0 1-1 0 0,0 0 1 0 0,0-1 0 0 0,0 1-1 0 0,0 0 1 0 0,0 0-1 0 0,0-1 1 0 0,0 1 0 0 0,0 0-1 0 0,0-1 1 0 0,0 1-1 0 0,1 0 1 0 0,-1-1 0 0 0,0 1-1 0 0,1-1 1 0 0,-1 1-1 0 0,0 0 1 0 0,1 0 0 0 0,20 4 469 0 0,42-17-304 0 0,-43 8-60 0 0,137-25 29 0 0,-19 4-2018 0 0,1-3-4519 0 0,-65 11 2593 0 0</inkml:trace>
</inkml:ink>
</file>

<file path=ppt/ink/ink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5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96 376 0 0,'-31'-29'6954'0'0,"30"28"-6067"0"0,-4-12 2260 0 0,2 3-2626 0 0,19 1-70 0 0,-10 7-381 0 0,18-6 133 0 0,0 1 1 0 0,50-7-1 0 0,-69 13-193 0 0,1 0-1 0 0,-1 0 1 0 0,1 1 0 0 0,-1 0-1 0 0,1 1 1 0 0,0-1 0 0 0,-1 1-1 0 0,1 0 1 0 0,-1 0 0 0 0,0 1-1 0 0,1-1 1 0 0,-1 1-1 0 0,0 0 1 0 0,0 1 0 0 0,0-1-1 0 0,0 1 1 0 0,0 0 0 0 0,-1 0-1 0 0,1 1 1 0 0,4 4 0 0 0,-7-5-7 0 0,0 0 1 0 0,0 0 0 0 0,0 0 0 0 0,-1 0-1 0 0,1 1 1 0 0,-1-1 0 0 0,0 0 0 0 0,0 1 0 0 0,0-1-1 0 0,0 1 1 0 0,-1-1 0 0 0,0 1 0 0 0,1-1-1 0 0,-1 1 1 0 0,0 0 0 0 0,-1-1 0 0 0,1 1 0 0 0,-1-1-1 0 0,1 1 1 0 0,-1-1 0 0 0,-2 5 0 0 0,-3 9 14 0 0,0 0 0 0 0,-2-1 0 0 0,-9 18 0 0 0,-1 0 17 0 0,16-31-33 0 0,1 0 0 0 0,-1 0 0 0 0,1 1 0 0 0,0-1 0 0 0,0 0 0 0 0,0 1 0 0 0,0-1 0 0 0,0 1 0 0 0,1-1 0 0 0,0 1 0 0 0,0-1 0 0 0,0 1 0 0 0,0-1 0 0 0,0 1-1 0 0,1-1 1 0 0,-1 1 0 0 0,1-1 0 0 0,1 5 0 0 0,1-4-1 0 0,0 0 0 0 0,0 0 0 0 0,0 0-1 0 0,1 0 1 0 0,-1-1 0 0 0,1 1 0 0 0,0-1 0 0 0,0 0-1 0 0,0 0 1 0 0,0 0 0 0 0,0-1 0 0 0,8 4 0 0 0,20 10 8 0 0,-21-12-4 0 0,1 1 0 0 0,-1 1 0 0 0,0 0 0 0 0,0 1 0 0 0,-1-1 0 0 0,0 2 0 0 0,0 0 0 0 0,-1 0 0 0 0,0 1 0 0 0,0 0 0 0 0,7 10 0 0 0,-15-17-3 0 0,0 0 0 0 0,-1 0 0 0 0,1-1 1 0 0,-1 1-1 0 0,0 0 0 0 0,0 0 0 0 0,1 0 0 0 0,-1 0 0 0 0,0 0 0 0 0,-1-1 1 0 0,1 1-1 0 0,0 0 0 0 0,0 0 0 0 0,-1 0 0 0 0,1 0 0 0 0,-1-1 0 0 0,0 1 1 0 0,1 0-1 0 0,-1 0 0 0 0,0-1 0 0 0,0 1 0 0 0,0-1 0 0 0,0 1 1 0 0,0-1-1 0 0,-1 1 0 0 0,1-1 0 0 0,0 1 0 0 0,-1-1 0 0 0,1 0 0 0 0,-1 0 1 0 0,1 0-1 0 0,-1 0 0 0 0,1 0 0 0 0,-1 0 0 0 0,-3 1 0 0 0,-5 4 6 0 0,0-1 1 0 0,-1 0-1 0 0,0-1 0 0 0,-16 4 0 0 0,-1-1 20 0 0,0-2-1 0 0,-50 3 1 0 0,-13-6-216 0 0,81-6-319 0 0,23-23-10085 0 0</inkml:trace>
</inkml:ink>
</file>

<file path=ppt/ink/ink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5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1 116 480 0 0,'0'-3'552'0'0,"1"-1"171"0"0,0 0-1 0 0,0 0 1 0 0,1 0-1 0 0,-1 0 1 0 0,1 0-1 0 0,-1 0 1 0 0,1 1-1 0 0,1-1 1 0 0,3-5 1053 0 0,-5 8-1690 0 0,0-1-1 0 0,0 0 1 0 0,-1 0 0 0 0,1 0-1 0 0,1 1 1 0 0,-1-1 0 0 0,0 1-1 0 0,0-1 1 0 0,1 1 0 0 0,-1-1-1 0 0,1 1 1 0 0,-1 0 0 0 0,1-1-1 0 0,0 1 1 0 0,-1 0 0 0 0,1 0-1 0 0,0 0 1 0 0,0 0 0 0 0,3 0 0 0 0,39-15 689 0 0,-26 11-579 0 0,71-12 411 0 0,-82 16-574 0 0,0 0 0 0 0,-1 1 1 0 0,1 0-1 0 0,0 0 0 0 0,0 0 1 0 0,0 1-1 0 0,0 0 0 0 0,0 0 1 0 0,-1 1-1 0 0,8 2 0 0 0,-13-3-26 0 0,0-1 0 0 0,0 1 0 0 0,0 0 0 0 0,0 0 0 0 0,0 0 0 0 0,0-1 0 0 0,0 1 0 0 0,-1 0 0 0 0,1 0 0 0 0,0 0 0 0 0,0 0 0 0 0,-1 0 0 0 0,1 0 0 0 0,-1 1 1 0 0,1-1-1 0 0,-1 0 0 0 0,1 0 0 0 0,-1 0 0 0 0,0 1 0 0 0,1-1 0 0 0,-1 0 0 0 0,0 0 0 0 0,0 0 0 0 0,0 1 0 0 0,0-1 0 0 0,0 0 0 0 0,0 0 0 0 0,0 1 0 0 0,-1-1 0 0 0,1 0 0 0 0,0 0 0 0 0,-1 1 0 0 0,1-1 0 0 0,-1 0 0 0 0,0 2 0 0 0,-28 47 87 0 0,17-30-23 0 0,11-17-69 0 0,-1 0 0 0 0,1 0 1 0 0,-1 1-1 0 0,1-1 0 0 0,0 1 0 0 0,0-1 0 0 0,1 1 0 0 0,-1-1 0 0 0,1 1 0 0 0,-1-1 0 0 0,1 1 1 0 0,0-1-1 0 0,1 1 0 0 0,-1 0 0 0 0,1-1 0 0 0,-1 1 0 0 0,1-1 0 0 0,0 1 0 0 0,0-1 0 0 0,1 0 1 0 0,-1 1-1 0 0,4 4 0 0 0,1 0 1 0 0,0-1-1 0 0,1 0 1 0 0,0-1 0 0 0,0 1 0 0 0,1-1-1 0 0,0-1 1 0 0,11 7 0 0 0,43 37 9 0 0,-58-45-9 0 0,0 0 0 0 0,0 0-1 0 0,0 1 1 0 0,0 0-1 0 0,-1 0 1 0 0,0 0 0 0 0,0 0-1 0 0,0 0 1 0 0,0 1 0 0 0,2 9-1 0 0,-4-12 1 0 0,-1-1 0 0 0,0 1 0 0 0,0-1 0 0 0,0 0 0 0 0,-1 1-1 0 0,1-1 1 0 0,0 1 0 0 0,-1-1 0 0 0,0 1 0 0 0,1-1 0 0 0,-1 0 0 0 0,0 0 0 0 0,0 1-1 0 0,-1-1 1 0 0,1 0 0 0 0,0 0 0 0 0,-1 0 0 0 0,1 0 0 0 0,-1 0 0 0 0,0-1 0 0 0,1 1-1 0 0,-1 0 1 0 0,0-1 0 0 0,0 1 0 0 0,0-1 0 0 0,0 0 0 0 0,0 1 0 0 0,-4 0-1 0 0,-8 5 9 0 0,0-1-1 0 0,-1 0 0 0 0,-20 4 0 0 0,20-5-4 0 0,-90 17-916 0 0,103-22 259 0 0</inkml:trace>
</inkml:ink>
</file>

<file path=ppt/ink/ink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6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75 744 0 0,'5'-27'4777'0'0,"4"21"-4369"0"0,1 0 1 0 0,0 0 0 0 0,0 1 0 0 0,0 1 0 0 0,0 0-1 0 0,1 0 1 0 0,0 1 0 0 0,15-2 0 0 0,-20 3-330 0 0,1 1 1 0 0,0 0-1 0 0,0 0 0 0 0,1 1 1 0 0,-1 0-1 0 0,0 0 0 0 0,0 1 0 0 0,0 0 1 0 0,0 0-1 0 0,0 1 0 0 0,-1 0 1 0 0,1 0-1 0 0,0 0 0 0 0,9 5 1 0 0,-14-5-56 0 0,1 0 0 0 0,-1 0 0 0 0,0 0 0 0 0,1 0 1 0 0,-1 0-1 0 0,0 0 0 0 0,0 1 0 0 0,-1-1 0 0 0,1 1 0 0 0,0-1 1 0 0,-1 1-1 0 0,0 0 0 0 0,1 0 0 0 0,-1-1 0 0 0,0 1 0 0 0,-1 0 1 0 0,1 0-1 0 0,0 6 0 0 0,0-2 3 0 0,-1 0 0 0 0,0 0 0 0 0,-1 0 1 0 0,0 0-1 0 0,0 0 0 0 0,0 0 0 0 0,-5 13 0 0 0,-2-1 14 0 0,-1 1 0 0 0,0-1 0 0 0,-1-1 0 0 0,-20 28 0 0 0,-15 6 17 0 0,33-40 27 0 0,0 1 1 0 0,1 1-1 0 0,-14 23 0 0 0,24-35 97 0 0,16 9 183 0 0,35-9-492 0 0,0-2 0 0 0,0-3 1 0 0,88-16-1 0 0,-98 10-2217 0 0,-14 1-2082 0 0,-13 3 1646 0 0</inkml:trace>
</inkml:ink>
</file>

<file path=ppt/ink/ink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20 808 0 0,'8'-19'9242'0'0,"6"42"-8811"0"0,2 0 0 0 0,0-1 0 0 0,35 37 0 0 0,19 17-12 0 0,-64-69-344 0 0,0 1-1 0 0,0 0 1 0 0,-1 0 0 0 0,0 0-1 0 0,-1 1 1 0 0,0 0 0 0 0,0 0-1 0 0,4 14 1 0 0,-8-21-40 0 0,-1 1 0 0 0,1-1 0 0 0,0 1 0 0 0,-1 0 0 0 0,1-1 0 0 0,-1 1 0 0 0,0-1 0 0 0,1 1 0 0 0,-1-1 0 0 0,0 1 0 0 0,-1-1 0 0 0,1 0 0 0 0,0 0 0 0 0,-1 1 0 0 0,0-1 0 0 0,1 0 0 0 0,-1 0 0 0 0,0 0 0 0 0,0-1 0 0 0,0 1 0 0 0,0 0 0 0 0,0-1 0 0 0,0 1 0 0 0,0-1 0 0 0,-1 0 0 0 0,1 0 0 0 0,-1 0 0 0 0,1 0 0 0 0,-5 1 0 0 0,-8 4 71 0 0,0-2-1 0 0,0 0 0 0 0,-23 4 1 0 0,-21-6-26 0 0,28-9-2141 0 0,6-8-4792 0 0,20 8 3754 0 0</inkml:trace>
</inkml:ink>
</file>

<file path=ppt/ink/ink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27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0 129 108 0 0,'187'-66'5445'0'0,"-46"15"-862"0"0,-134 48-4553 0 0,1 1-1 0 0,-1 0 1 0 0,0 1-1 0 0,0 0 1 0 0,13-1 0 0 0,-21 15-5124 0 0</inkml:trace>
</inkml:ink>
</file>

<file path=ppt/ink/ink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0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528 128 388 0 0,'-22'-51'4654'0'0,"20"45"-4243"0"0,0 0 0 0 0,0 0 0 0 0,0 0 0 0 0,0 1 0 0 0,-1-1 0 0 0,0 1 0 0 0,0 0 0 0 0,-1 0 0 0 0,1 0 0 0 0,-1 0 1 0 0,0 0-1 0 0,-5-4 0 0 0,6 9-368 0 0,0-1 0 0 0,0 0 0 0 0,0 1 0 0 0,0 0 0 0 0,0 0 0 0 0,0 0 0 0 0,0 0 0 0 0,0 0 0 0 0,0 0 0 0 0,0 1 0 0 0,1 0 0 0 0,-1-1 0 0 0,0 1 0 0 0,0 0 0 0 0,-4 2 0 0 0,5-2-31 0 0,-21 9 74 0 0,1 0 0 0 0,-1 2-1 0 0,2 0 1 0 0,0 1 0 0 0,0 2-1 0 0,-30 27 1 0 0,16-9 99 0 0,1 2 0 0 0,-43 57-1 0 0,67-78-138 0 0,0-1 0 0 0,1 2 0 0 0,1-1 0 0 0,0 1 0 0 0,1 1 0 0 0,1-1 0 0 0,1 1 0 0 0,0 0 0 0 0,0 1 0 0 0,-2 25 0 0 0,6-32-29 0 0,1 1 1 0 0,0 0 0 0 0,0 0-1 0 0,1 0 1 0 0,1 0 0 0 0,0-1 0 0 0,0 1-1 0 0,1-1 1 0 0,0 1 0 0 0,1-1-1 0 0,0 0 1 0 0,1 0 0 0 0,0-1 0 0 0,0 1-1 0 0,1-1 1 0 0,0 0 0 0 0,11 11 0 0 0,-3-5-4 0 0,1-1 1 0 0,1-1 0 0 0,0 0 0 0 0,1-1 0 0 0,0-1 0 0 0,1 0 0 0 0,0-2 0 0 0,0 0-1 0 0,1-1 1 0 0,0 0 0 0 0,1-2 0 0 0,0 0 0 0 0,0-2 0 0 0,0 0 0 0 0,26 1 0 0 0,-10-2 6 0 0,-1-3 0 0 0,0-1 0 0 0,0-1 0 0 0,1-2 0 0 0,-2-2 0 0 0,1-1 0 0 0,-1-2 0 0 0,38-14 0 0 0,-28 4-11 0 0,-1-2 1 0 0,0-1 0 0 0,-2-3-1 0 0,-1-1 1 0 0,-1-2-1 0 0,-2-1 1 0 0,0-3 0 0 0,45-50-1 0 0,-76 75-4 0 0,0 0 1 0 0,-1 0-1 0 0,0-1 0 0 0,-1 1 0 0 0,0-1 0 0 0,0 0 0 0 0,-1-1 0 0 0,5-14 1 0 0,-7 20 25 0 0,-6-2 7 0 0,5 5-40 0 0,0-1 1 0 0,0 1-1 0 0,0 0 0 0 0,0-1 1 0 0,0 1-1 0 0,-1 0 0 0 0,1-1 1 0 0,0 1-1 0 0,0 0 0 0 0,0 0 1 0 0,0-1-1 0 0,-1 1 0 0 0,1 0 1 0 0,0 0-1 0 0,0-1 0 0 0,-1 1 1 0 0,1 0-1 0 0,0 0 0 0 0,0-1 1 0 0,-1 1-1 0 0,1 0 0 0 0,0 0 1 0 0,-1 0-1 0 0,1 0 0 0 0,0 0 1 0 0,-1 0-1 0 0,1-1 0 0 0,0 1 1 0 0,-1 0-1 0 0,1 0 0 0 0,0 0 1 0 0,-1 0-1 0 0,1 0 0 0 0,0 0 1 0 0,-1 0-1 0 0,1 0 0 0 0,0 1 1 0 0,-1-1-1 0 0,1 0 0 0 0,0 0 1 0 0,-1 0-1 0 0,-5 3-2 0 0,0 1 1 0 0,0 0-1 0 0,0 0 1 0 0,1 0-1 0 0,-1 0 1 0 0,1 1 0 0 0,0 0-1 0 0,1 0 1 0 0,-1 1-1 0 0,1-1 1 0 0,0 1-1 0 0,0 0 1 0 0,1 0-1 0 0,0 0 1 0 0,0 0-1 0 0,0 1 1 0 0,1-1-1 0 0,0 1 1 0 0,-2 9-1 0 0,3-11 4 0 0,0-1-1 0 0,0 0 0 0 0,1 0 1 0 0,-1 0-1 0 0,1 1 0 0 0,0-1 1 0 0,0 0-1 0 0,0 0 0 0 0,1 0 1 0 0,0 1-1 0 0,0-1 0 0 0,0 0 1 0 0,0 0-1 0 0,0 0 0 0 0,1 0 1 0 0,0 0-1 0 0,0-1 0 0 0,0 1 1 0 0,0 0-1 0 0,1-1 0 0 0,-1 1 1 0 0,1-1-1 0 0,0 0 0 0 0,0 0 1 0 0,0 0-1 0 0,0 0 0 0 0,0-1 1 0 0,1 1-1 0 0,-1-1 0 0 0,1 0 1 0 0,0 0-1 0 0,0 0 0 0 0,0 0 1 0 0,5 1-1 0 0,-3-1 5 0 0,1-1 0 0 0,-1 1 0 0 0,1-1 0 0 0,-1 0 0 0 0,1-1 0 0 0,0 1 0 0 0,-1-1 0 0 0,1-1 0 0 0,0 1-1 0 0,-1-1 1 0 0,1 0 0 0 0,-1-1 0 0 0,1 1 0 0 0,-1-1 0 0 0,1-1 0 0 0,-1 1 0 0 0,0-1 0 0 0,0 0 0 0 0,0 0 0 0 0,-1-1 0 0 0,1 0 0 0 0,-1 0 0 0 0,0 0 0 0 0,0-1 0 0 0,7-8 0 0 0,-7 7 0 0 0,0-1-1 0 0,0 1 1 0 0,-1-2 0 0 0,1 1 0 0 0,-2 0-1 0 0,1-1 1 0 0,-1 0 0 0 0,0 1 0 0 0,-1-1 0 0 0,0 0-1 0 0,0-1 1 0 0,-1 1 0 0 0,0 0 0 0 0,0 0 0 0 0,-1-1-1 0 0,0 1 1 0 0,0 0 0 0 0,-1-1 0 0 0,0 1-1 0 0,-3-11 1 0 0,4 19-5 0 0,-15-37-6 0 0,14 34 6 0 0,0 1 0 0 0,-1-1 0 0 0,0 0 0 0 0,1 1-1 0 0,-1-1 1 0 0,0 1 0 0 0,0 0 0 0 0,-1-1 0 0 0,1 1 0 0 0,0 0 0 0 0,-1 0 0 0 0,1 1 0 0 0,-1-1 0 0 0,0 0-1 0 0,1 1 1 0 0,-6-2 0 0 0,4 4-13 0 0,3-1 10 0 0,0 0-1 0 0,1 0 0 0 0,-1 0 1 0 0,0 0-1 0 0,1 0 0 0 0,-1 1 1 0 0,0-1-1 0 0,1 0 0 0 0,-1 0 1 0 0,0 1-1 0 0,1-1 0 0 0,-1 0 1 0 0,1 1-1 0 0,-1-1 0 0 0,0 1 1 0 0,1-1-1 0 0,-1 0 1 0 0,1 1-1 0 0,-1-1 0 0 0,1 1 1 0 0,0 0-1 0 0,-1-1 0 0 0,1 1 1 0 0,-1-1-1 0 0,1 2 0 0 0,-2 0-14 0 0,28 19-36 0 0,-11-16 54 0 0,-1 0 0 0 0,1-1 1 0 0,-1-1-1 0 0,1 0 1 0 0,0-1-1 0 0,0-1 1 0 0,0 0-1 0 0,0-1 1 0 0,1-1-1 0 0,-1 0 1 0 0,26-6-1 0 0,-1-2 16 0 0,0-2 1 0 0,-1-1-1 0 0,42-20 1 0 0,-30 8-6 0 0,-51 23-9 0 0,1 1 0 0 0,0 0 0 0 0,0 0 0 0 0,0-1 0 0 0,-1 1 0 0 0,1 0 0 0 0,0 0 0 0 0,0 0 0 0 0,0 0 0 0 0,0 0 0 0 0,0 0 0 0 0,-1 1 0 0 0,1-1 0 0 0,0 0 0 0 0,0 0 0 0 0,0 0-1 0 0,-1 1 1 0 0,1-1 0 0 0,0 0 0 0 0,0 1 0 0 0,-1-1 0 0 0,1 1 0 0 0,0-1 0 0 0,-1 1 0 0 0,1-1 0 0 0,0 1 0 0 0,-1 0 0 0 0,1-1 0 0 0,-1 1 0 0 0,1 0 0 0 0,-1-1 0 0 0,1 1 0 0 0,-1 0 0 0 0,0-1 0 0 0,1 1 0 0 0,-1 0 0 0 0,0 0 0 0 0,1 0-1 0 0,-1-1 1 0 0,0 1 0 0 0,0 1 0 0 0,8 42 59 0 0,-7-34-40 0 0,6 28 17 0 0,-3-19-18 0 0,0-1 0 0 0,-2 1-1 0 0,0 0 1 0 0,-1 0 0 0 0,0 0-1 0 0,-2 0 1 0 0,-4 29 0 0 0,4-46-26 0 0,1 1 0 0 0,-1 0 0 0 0,1-1 0 0 0,-1 1 0 0 0,0-1 0 0 0,0 1 0 0 0,0-1 0 0 0,-1 1 0 0 0,1-1 0 0 0,0 0 0 0 0,-1 0 0 0 0,0 0 0 0 0,1 0 0 0 0,-1 0 0 0 0,0 0 1 0 0,0 0-1 0 0,0 0 0 0 0,0-1 0 0 0,0 1 0 0 0,-1-1 0 0 0,1 1 0 0 0,0-1 0 0 0,-5 2 0 0 0,3-2-368 0 0,1-1 1 0 0,-1 1-1 0 0,0-1 1 0 0,1 0-1 0 0,-1 0 0 0 0,0 0 1 0 0,1 0-1 0 0,-1-1 1 0 0,1 1-1 0 0,-1-1 0 0 0,-4-1 1 0 0,-6-2-3225 0 0,0-1 275 0 0</inkml:trace>
</inkml:ink>
</file>

<file path=ppt/ink/ink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0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44 388 0 0,'2'-16'2016'0'0,"0"-11"674"0"0,-12 38-751 0 0,-20 50-269 0 0,25-50-1708 0 0,-36 80 701 0 0,5 2 0 0 0,3 1 0 0 0,5 2 0 0 0,4 1 0 0 0,-21 179 0 0 0,42-216-507 0 0,3-1 1 0 0,3 1-1 0 0,2-1 0 0 0,3 1 1 0 0,3-2-1 0 0,2 1 0 0 0,2-2 1 0 0,3 0-1 0 0,3-1 0 0 0,53 103 1 0 0,-52-119-34 0 0,1-2 1 0 0,3-1 0 0 0,54 62 0 0 0,-60-77-296 0 0,2-1 1 0 0,1 0-1 0 0,0-2 1 0 0,1-1-1 0 0,2 0 1 0 0,39 20-1 0 0,-54-34-477 0 0,0 1 0 0 0,0-1-1 0 0,21 4 1 0 0,13-4-4448 0 0,-18-7 1742 0 0</inkml:trace>
</inkml:ink>
</file>

<file path=ppt/ink/ink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3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311 292 628 0 0,'0'-3'329'0'0,"0"0"-1"0"0,0-1 1 0 0,0 1 0 0 0,-1 0-1 0 0,1 0 1 0 0,-1 0 0 0 0,1 0-1 0 0,-1 0 1 0 0,0 0-1 0 0,0 0 1 0 0,-1 0 0 0 0,1 0-1 0 0,0 0 1 0 0,-1 0 0 0 0,0 1-1 0 0,0-1 1 0 0,0 0 0 0 0,0 1-1 0 0,0 0 1 0 0,0-1 0 0 0,-3-1-1 0 0,1 2-177 0 0,0 0 0 0 0,0 0 0 0 0,0 1 0 0 0,0 0 0 0 0,-1-1 0 0 0,1 2 0 0 0,0-1 0 0 0,0 0 0 0 0,-1 1 0 0 0,1 0 0 0 0,0 0 0 0 0,-1 0 0 0 0,1 0 0 0 0,0 1 0 0 0,-8 1 0 0 0,2 0-49 0 0,1 1 0 0 0,0 0 0 0 0,1 1 0 0 0,-1 0 0 0 0,0 0 0 0 0,1 1 0 0 0,0 0 0 0 0,0 0 0 0 0,1 1 0 0 0,-1-1 0 0 0,1 2 0 0 0,0-1 0 0 0,1 1 0 0 0,-8 10 0 0 0,4-2 9 0 0,-1-1 0 0 0,2 2 0 0 0,0 0 0 0 0,1 0 0 0 0,1 0 0 0 0,-8 27-1 0 0,12-34-75 0 0,1 0 0 0 0,0 0-1 0 0,0 0 1 0 0,1 0 0 0 0,0 0-1 0 0,1 0 1 0 0,0 0-1 0 0,0 0 1 0 0,1 0 0 0 0,0 0-1 0 0,1 0 1 0 0,0-1 0 0 0,0 1-1 0 0,1 0 1 0 0,6 13-1 0 0,-3-11-5 0 0,1-1 0 0 0,-1 1 0 0 0,2-1 0 0 0,0-1-1 0 0,0 0 1 0 0,1 0 0 0 0,0 0 0 0 0,0-1-1 0 0,1 0 1 0 0,14 8 0 0 0,-1-3 4 0 0,0-1 0 0 0,0-1 0 0 0,1-1 0 0 0,1-1 0 0 0,-1-1 0 0 0,1-1 0 0 0,1-1 0 0 0,-1-2 0 0 0,1 0 0 0 0,31-1 0 0 0,-39-3-18 0 0,0 0-1 0 0,0-2 1 0 0,0 0 0 0 0,-1-2 0 0 0,1 0-1 0 0,-1 0 1 0 0,0-2 0 0 0,0 0-1 0 0,-1-1 1 0 0,0 0 0 0 0,0-2 0 0 0,22-14-1 0 0,-27 14-9 0 0,0 0 0 0 0,-1 0 0 0 0,0-1 0 0 0,0-1 0 0 0,-1 1 0 0 0,-1-2 0 0 0,0 1 0 0 0,0-1-1 0 0,-1 0 1 0 0,0-1 0 0 0,-1 0 0 0 0,-1 0 0 0 0,0 0 0 0 0,-1 0 0 0 0,0-1 0 0 0,2-15 0 0 0,-3-5 0 0 0,-1 1 0 0 0,-1-1 1 0 0,-2 0-1 0 0,-1 0 0 0 0,-2 1 1 0 0,-2 0-1 0 0,0 0 0 0 0,-3 0 1 0 0,0 0-1 0 0,-2 2 0 0 0,-28-57 1 0 0,16 47-13 0 0,22 40 9 0 0,2 1-3 0 0,-1 0 0 0 0,0 0-1 0 0,0-1 1 0 0,0 1 0 0 0,0 0 0 0 0,0 0 0 0 0,0 0-1 0 0,0-1 1 0 0,0 1 0 0 0,0 0 0 0 0,0 0 0 0 0,0-1 0 0 0,0 1-1 0 0,0 0 1 0 0,0 0 0 0 0,0 0 0 0 0,0-1 0 0 0,0 1-1 0 0,0 0 1 0 0,-1 0 0 0 0,1 0 0 0 0,0-1 0 0 0,0 1-1 0 0,0 0 1 0 0,0 0 0 0 0,0 0 0 0 0,0 0 0 0 0,-1-1 0 0 0,1 1-1 0 0,0 0 1 0 0,0 0 0 0 0,0 0 0 0 0,0 0 0 0 0,-1 0-1 0 0,1-1 1 0 0,0 1 0 0 0,0 0 0 0 0,0 0 0 0 0,-1 0 0 0 0,1 0-1 0 0,0 0 1 0 0,0 0 0 0 0,-1 0 0 0 0,1 0 0 0 0,0 0-1 0 0,0 0 1 0 0,0 0 0 0 0,-1 0 0 0 0,1 0 0 0 0,-4 8-3 0 0,1 0 1 0 0,-1 0 0 0 0,2 0-1 0 0,-1 0 1 0 0,1 0 0 0 0,0 1-1 0 0,1-1 1 0 0,0 1 0 0 0,1 15-1 0 0,6 89 57 0 0,-3-78-42 0 0,5 25 7 0 0,2 0 1 0 0,22 68 0 0 0,1 6 33 0 0,-26-102 230 0 0,-6-55-279 0 0,0 17-6 0 0,2 1-31 0 0,-3 5 31 0 0,0-1 1 0 0,0 1-1 0 0,0 0 0 0 0,0-1 0 0 0,0 1 1 0 0,0-1-1 0 0,1 1 0 0 0,-1 0 0 0 0,0-1 1 0 0,0 1-1 0 0,0 0 0 0 0,0-1 0 0 0,1 1 1 0 0,-1 0-1 0 0,0-1 0 0 0,0 1 0 0 0,1 0 1 0 0,-1-1-1 0 0,0 1 0 0 0,1 0 0 0 0,-1 0 1 0 0,0-1-1 0 0,0 1 0 0 0,1 0 0 0 0,-1 0 1 0 0,1 0-1 0 0,-1 0 0 0 0,0-1 0 0 0,1 1 1 0 0,-1 0-1 0 0,0 0 0 0 0,1 0 0 0 0,-1 0 1 0 0,1 0-1 0 0,-1 0 0 0 0,0 0 0 0 0,1 0 1 0 0,-1 0-1 0 0,0 0 0 0 0,1 0 0 0 0,-1 0 1 0 0,1 0-1 0 0,-1 1 0 0 0,1-1 0 0 0,31 13-5 0 0,1-1 1 0 0,69 16-1 0 0,-88-25 22 0 0,1-1 0 0 0,0-1-1 0 0,0 0 1 0 0,-1 0 0 0 0,1-1 0 0 0,0-1 0 0 0,0-1 0 0 0,0 0 0 0 0,-1-1 0 0 0,17-5 0 0 0,-29 7-13 0 0,1 0 1 0 0,0-1-1 0 0,-1 1 0 0 0,1 0 1 0 0,-1-1-1 0 0,1 1 1 0 0,-1-1-1 0 0,1 0 1 0 0,-1 0-1 0 0,0 0 1 0 0,0 0-1 0 0,0 0 1 0 0,0 0-1 0 0,-1-1 0 0 0,1 1 1 0 0,-1-1-1 0 0,1 1 1 0 0,-1-1-1 0 0,0 0 1 0 0,0 1-1 0 0,0-1 1 0 0,0 0-1 0 0,0-4 1 0 0,0 1-1 0 0,-1 1 0 0 0,0-1 0 0 0,0 1 1 0 0,-1 0-1 0 0,1-1 0 0 0,-1 1 0 0 0,-1-1 1 0 0,1 1-1 0 0,-1 0 0 0 0,0 0 0 0 0,0 0 1 0 0,-5-9-1 0 0,7 13-3 0 0,0 0 1 0 0,0 1-1 0 0,-1-1 0 0 0,1 0 0 0 0,0 1 1 0 0,-1-1-1 0 0,1 0 0 0 0,0 1 0 0 0,-1-1 1 0 0,1 0-1 0 0,-1 1 0 0 0,1-1 0 0 0,-1 1 1 0 0,1-1-1 0 0,-1 1 0 0 0,0-1 1 0 0,1 1-1 0 0,-1-1 0 0 0,0 1 0 0 0,1 0 1 0 0,-1-1-1 0 0,0 1 0 0 0,1 0 0 0 0,-1-1 1 0 0,0 1-1 0 0,0 0 0 0 0,1 0 1 0 0,-1 0-1 0 0,0 0 0 0 0,0 0 0 0 0,1 0 1 0 0,-1 0-1 0 0,0 0 0 0 0,0 0 0 0 0,1 0 1 0 0,-1 0-1 0 0,0 0 0 0 0,0 1 1 0 0,1-1-1 0 0,-1 0 0 0 0,0 0 0 0 0,0 1 1 0 0,1-1-1 0 0,-1 1 0 0 0,1-1 0 0 0,-2 1 1 0 0,3 4-2 0 0,0-1 1 0 0,0 1 0 0 0,0-1 0 0 0,1 1-1 0 0,0-1 1 0 0,0 0 0 0 0,0 0-1 0 0,0 0 1 0 0,1 0 0 0 0,0-1 0 0 0,-1 1-1 0 0,1 0 1 0 0,0-1 0 0 0,1 0-1 0 0,-1 0 1 0 0,1 0 0 0 0,-1 0 0 0 0,1-1-1 0 0,0 1 1 0 0,0-1 0 0 0,0 0-1 0 0,0 0 1 0 0,1 0 0 0 0,-1-1 0 0 0,0 1-1 0 0,1-1 1 0 0,-1 0 0 0 0,6 0 0 0 0,-5 0 5 0 0,1 0 1 0 0,0-1-1 0 0,0 1 1 0 0,0-1-1 0 0,-1-1 0 0 0,1 1 1 0 0,0-1-1 0 0,0 0 1 0 0,-1 0-1 0 0,1 0 1 0 0,-1-1-1 0 0,1 0 1 0 0,-1 0-1 0 0,0 0 1 0 0,1-1-1 0 0,-1 0 1 0 0,-1 0-1 0 0,1 0 1 0 0,0-1-1 0 0,-1 1 1 0 0,1-1-1 0 0,-1 0 1 0 0,0-1-1 0 0,-1 1 1 0 0,6-9-1 0 0,-4 6 6 0 0,-1 0-1 0 0,0 0 0 0 0,-1-1 1 0 0,0 0-1 0 0,0 0 0 0 0,-1 0 1 0 0,3-14-1 0 0,-1 13-3 0 0,10-32-15 0 0,-13 39 48 0 0,-24 20-234 0 0,26-15 190 0 0,6 5 3 0 0,0-1 0 0 0,1 0 0 0 0,0 0 0 0 0,0-1 0 0 0,1 0 0 0 0,18 7 0 0 0,35 21-34 0 0,-30-9 17 0 0,-25-18 25 0 0,-1-1 0 0 0,1 1-1 0 0,0-2 1 0 0,0 1 0 0 0,0-1 0 0 0,13 4 0 0 0,-15-8 17 0 0,-2-1-31 0 0,-2 1 9 0 0,1-1-1 0 0,-1 0 1 0 0,1 0 0 0 0,-1 0 0 0 0,1 0-1 0 0,-1-1 1 0 0,0 1 0 0 0,1-1 0 0 0,-1 0-1 0 0,0 0 1 0 0,1 0 0 0 0,-1-1 0 0 0,0 1-1 0 0,0-1 1 0 0,0 0 0 0 0,4-3 0 0 0,7-4 0 0 0,-12 7 1 0 0,1 0 0 0 0,-1 0-1 0 0,1-1 1 0 0,-1 1 0 0 0,0-1 0 0 0,0 1-1 0 0,0-1 1 0 0,0 0 0 0 0,0 0 0 0 0,-1 0-1 0 0,1 0 1 0 0,-1 0 0 0 0,0 0 0 0 0,0 0 0 0 0,0 0-1 0 0,0-1 1 0 0,-1 1 0 0 0,1-4 0 0 0,-1 5-13 0 0,2-3 17 0 0,-2 4-9 0 0,0 1-1 0 0,0-1 1 0 0,0 0-1 0 0,0 0 1 0 0,1 1-1 0 0,-1-1 1 0 0,0 0-1 0 0,0 1 0 0 0,1-1 1 0 0,-1 0-1 0 0,0 1 1 0 0,1-1-1 0 0,-1 0 1 0 0,0 1-1 0 0,1-1 1 0 0,-1 1-1 0 0,1-1 1 0 0,-1 1-1 0 0,1-1 0 0 0,0 1 1 0 0,-1-1-1 0 0,1 1 1 0 0,-1-1-1 0 0,2 0 1 0 0,4 4 8 0 0,1 0 1 0 0,-1-1-1 0 0,0 0 1 0 0,1 0-1 0 0,0 0 1 0 0,-1-1-1 0 0,1 0 1 0 0,9 0 0 0 0,-12-2-1 0 0,0 1 0 0 0,0 0 0 0 0,0-1 1 0 0,-1 0-1 0 0,1 0 0 0 0,0 0 0 0 0,-1 0 1 0 0,1-1-1 0 0,-1 1 0 0 0,1-1 1 0 0,-1 0-1 0 0,0 0 0 0 0,0 0 0 0 0,0 0 1 0 0,0-1-1 0 0,0 1 0 0 0,0-1 1 0 0,-1 0-1 0 0,1 0 0 0 0,-1 0 0 0 0,0 0 1 0 0,3-4-1 0 0,-5 6-4 0 0,0 1-1 0 0,0 0 1 0 0,0-1-1 0 0,0 1 1 0 0,0-1-1 0 0,1 1 1 0 0,-1 0-1 0 0,0-1 1 0 0,0 1-1 0 0,0 0 1 0 0,1-1-1 0 0,-1 1 1 0 0,0 0-1 0 0,1-1 1 0 0,-1 1-1 0 0,0 0 1 0 0,0 0-1 0 0,1-1 1 0 0,-1 1 0 0 0,0 0-1 0 0,1 0 1 0 0,-1 0-1 0 0,1-1 1 0 0,-1 1-1 0 0,0 0 1 0 0,1 0-1 0 0,-1 0 1 0 0,1 0-1 0 0,-1 0 1 0 0,0 0-1 0 0,1 0 1 0 0,-1 0-1 0 0,1 0 1 0 0,-1 0-1 0 0,0 0 1 0 0,1 0-1 0 0,-1 0 1 0 0,1 0 0 0 0,-1 0-1 0 0,0 0 1 0 0,1 0-1 0 0,-1 1 1 0 0,1-1-1 0 0,0 0 1 0 0,10 24-26 0 0,2 41-7 0 0,-12-60 32 0 0,12 124 16 0 0,-6 0 0 0 0,-11 161 0 0 0,4-282 1 0 0,0-6 67 0 0,0 1 0 0 0,1-1-1 0 0,-1 1 1 0 0,0-1 0 0 0,-1 1 0 0 0,1-1 0 0 0,0 1-1 0 0,-1-1 1 0 0,1 0 0 0 0,-1 1 0 0 0,0-1 0 0 0,0 1-1 0 0,0-1 1 0 0,0 0 0 0 0,0 0 0 0 0,0 0 0 0 0,-1 1 0 0 0,1-1-1 0 0,-4 3 1 0 0,-15-23 260 0 0,17 12-291 0 0,-1 1-1 0 0,1-1 0 0 0,0 0 1 0 0,0-1-1 0 0,0 1 0 0 0,1 0 1 0 0,0-1-1 0 0,0 1 0 0 0,1-1 1 0 0,0 0-1 0 0,-1-11 0 0 0,1-4 2 0 0,1 0-1 0 0,3-24 0 0 0,-1 27-462 0 0,1 0-1 0 0,11-36 1 0 0,-3 25-2515 0 0,2 3-3340 0 0,-7 18 2494 0 0</inkml:trace>
</inkml:ink>
</file>

<file path=ppt/ink/ink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3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 16 0 0,'9'9'3455'0'0,"-6"6"-2704"0"0,0 0 0 0 0,-1 1 0 0 0,-1-1 0 0 0,-1 1 0 0 0,0-1 0 0 0,0 1 0 0 0,-2-1 0 0 0,0 1 0 0 0,-1-1 0 0 0,-8 28 0 0 0,-15 22-2361 0 0,-9-9-3720 0 0,25-44 2634 0 0</inkml:trace>
</inkml:ink>
</file>

<file path=ppt/ink/ink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5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3 956 0 0,'-4'-3'8602'0'0,"7"10"-8489"0"0,0-1 1 0 0,0 0-1 0 0,0 1 0 0 0,0-1 0 0 0,-1 1 0 0 0,-1 0 1 0 0,1 0-1 0 0,-1 0 0 0 0,0 0 0 0 0,0 0 0 0 0,-1 0 1 0 0,0 0-1 0 0,0 0 0 0 0,-1 0 0 0 0,0 0 0 0 0,0 0 1 0 0,-4 11-1 0 0,4-17-180 0 0,-2 8-584 0 0</inkml:trace>
</inkml:ink>
</file>

<file path=ppt/ink/ink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5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74 584 0 0,'12'-58'4512'0'0,"-11"56"-4159"0"0,2-10 893 0 0,4 11-1268 0 0,-2 3-3741 0 0,6 9 2125 0 0</inkml:trace>
</inkml:ink>
</file>

<file path=ppt/ink/ink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6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1 511 440 0 0,'1'5'382'0'0,"0"1"-1"0"0,1-1 1 0 0,-1 1-1 0 0,1-1 1 0 0,1 1-1 0 0,-1-1 1 0 0,1 0-1 0 0,0 0 1 0 0,0 0 0 0 0,0-1-1 0 0,1 1 1 0 0,0-1-1 0 0,0 0 1 0 0,7 7 1291 0 0,14-31-779 0 0,-17 5-525 0 0,14-27 252 0 0,-21 40-609 0 0,1 1 0 0 0,-1-1 0 0 0,0 1 1 0 0,0 0-1 0 0,0 0 0 0 0,1 0 0 0 0,-1 0 0 0 0,1 0 0 0 0,-1 0 0 0 0,1 0 1 0 0,-1 0-1 0 0,1 0 0 0 0,-1 1 0 0 0,1-1 0 0 0,0 1 0 0 0,-1-1 1 0 0,1 1-1 0 0,0-1 0 0 0,0 1 0 0 0,-1 0 0 0 0,1 0 0 0 0,0 0 1 0 0,0 0-1 0 0,2 1 0 0 0,38 7-193 0 0,1-1-1 0 0,1-2 1 0 0,58-1 0 0 0,-88-4 86 0 0,-1-2 0 0 0,1 1 0 0 0,-1-1 0 0 0,0-1 0 0 0,0 0 1 0 0,0-1-1 0 0,0-1 0 0 0,-1 0 0 0 0,1-1 0 0 0,-1 0 0 0 0,-1 0 0 0 0,1-1 1 0 0,-1-1-1 0 0,0 0 0 0 0,14-14 0 0 0,-18 13 76 0 0,1 1-1 0 0,-1-2 1 0 0,-1 1-1 0 0,0-1 1 0 0,0 0-1 0 0,-1 0 1 0 0,0-1-1 0 0,-1 0 1 0 0,0 1-1 0 0,-1-2 1 0 0,0 1 0 0 0,-1 0-1 0 0,0 0 1 0 0,-1-1-1 0 0,0 1 1 0 0,-1-1-1 0 0,0 1 1 0 0,-2-14-1 0 0,-1 3 335 0 0,0 0 0 0 0,-2 0 0 0 0,0 0 0 0 0,-2 0 0 0 0,0 1 0 0 0,-2 0 1 0 0,0 1-1 0 0,-15-25 0 0 0,22 43 189 0 0,-15 57 3 0 0,7 205 748 0 0,8-143-867 0 0,5 13 157 0 0,21 147 0 0 0,1 1 14 0 0,-21-226-367 0 0,-4-51-122 0 0,-1 8 6 0 0,1-9-73 0 0,-1-1 1 0 0,1 1 0 0 0,0 0 0 0 0,0 0-1 0 0,0 0 1 0 0,0 0 0 0 0,0 0 0 0 0,0 0 0 0 0,0 0-1 0 0,0 0 1 0 0,0 0 0 0 0,0-1 0 0 0,-1 1-1 0 0,1 0 1 0 0,0 0 0 0 0,0 0 0 0 0,0 0-1 0 0,0 0 1 0 0,0 0 0 0 0,0 0 0 0 0,0 0-1 0 0,-1 0 1 0 0,1 0 0 0 0,0 0 0 0 0,0 0-1 0 0,0 0 1 0 0,0 0 0 0 0,0 0 0 0 0,0 0 0 0 0,-1 0-1 0 0,1 0 1 0 0,0 0 0 0 0,0 0 0 0 0,0 0-1 0 0,0 0 1 0 0,0 0 0 0 0,0 1 0 0 0,0-1-1 0 0,0 0 1 0 0,-1 0 0 0 0,1 0 0 0 0,0 0-1 0 0,0 0 1 0 0,0 0 0 0 0,0 0 0 0 0,0 0-1 0 0,0 0 1 0 0,0 0 0 0 0,0 1 0 0 0,0-1-1 0 0,0 0 1 0 0,0 0 0 0 0,0 0 0 0 0,0 0 0 0 0,-1 0-1 0 0,1 0 1 0 0,0 0 0 0 0,0 1 0 0 0,0-1-1 0 0,0 0 1 0 0,0 0 0 0 0,0 0 0 0 0,0 0-1 0 0,-2-8 6 0 0,-1 0 1 0 0,1 0-1 0 0,0 0 0 0 0,0-1 0 0 0,1 1 0 0 0,1-1 0 0 0,-1 1 0 0 0,1-1 1 0 0,0 1-1 0 0,1-1 0 0 0,0 1 0 0 0,1 0 0 0 0,3-13 0 0 0,7-19-64 0 0,25-58 0 0 0,-21 58-20 0 0,-3 6 3 0 0,2 1-1 0 0,1 1 1 0 0,2 0-1 0 0,1 2 1 0 0,2 0 0 0 0,24-29-1 0 0,-43 57 63 0 0,0 1 0 0 0,0-1-1 0 0,0 0 1 0 0,0 0 0 0 0,0 1-1 0 0,0-1 1 0 0,0 1 0 0 0,0 0-1 0 0,1 0 1 0 0,-1 0 0 0 0,0 0-1 0 0,1 0 1 0 0,-1 0 0 0 0,1 0-1 0 0,-1 1 1 0 0,1-1 0 0 0,-1 1-1 0 0,1 0 1 0 0,0 0 0 0 0,-1 0-1 0 0,1 0 1 0 0,3 1 0 0 0,4 1-9 0 0,-1 1 1 0 0,1 0 0 0 0,-1 0 0 0 0,14 8-1 0 0,4 1 35 0 0,-26-11-10 0 0,1 0-1 0 0,-1 0 1 0 0,1-1 0 0 0,0 1 0 0 0,-1-1 0 0 0,1 1-1 0 0,0-1 1 0 0,-1 0 0 0 0,1 1 0 0 0,0-1-1 0 0,-1 0 1 0 0,1 0 0 0 0,0 0 0 0 0,0-1 0 0 0,-1 1-1 0 0,1 0 1 0 0,0 0 0 0 0,-1-1 0 0 0,1 1-1 0 0,0-1 1 0 0,-1 0 0 0 0,1 0 0 0 0,-1 1-1 0 0,1-1 1 0 0,-1 0 0 0 0,1 0 0 0 0,-1 0 0 0 0,0 0-1 0 0,1-1 1 0 0,-1 1 0 0 0,2-2 0 0 0,-2 0 12 0 0,0 1 0 0 0,0 0 0 0 0,0-1 0 0 0,0 1 0 0 0,0-1 0 0 0,-1 1 0 0 0,1-1 0 0 0,-1 1 0 0 0,0-1 0 0 0,1 0 0 0 0,-1 1 0 0 0,0-1 0 0 0,-1 1 0 0 0,1-1 0 0 0,0 1 0 0 0,-1-1 0 0 0,0 1 0 0 0,-1-5 0 0 0,0 3 1 0 0,1 1-1 0 0,-1-1 0 0 0,0 1 0 0 0,0 0 1 0 0,-1 0-1 0 0,1 0 0 0 0,-1 0 0 0 0,1 0 1 0 0,-4-2-1 0 0,-4-4 28 0 0,9 7-32 0 0,-17 1-902 0 0,4 10-546 0 0,3-5-5228 0 0</inkml:trace>
</inkml:ink>
</file>

<file path=ppt/ink/ink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7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 6 808 0 0,'2'-1'146'0'0,"1"0"-1"0"0,0 0 0 0 0,-1 1 1 0 0,1-1-1 0 0,0 0 1 0 0,0 1-1 0 0,-1-1 1 0 0,1 1-1 0 0,0 0 1 0 0,0 0-1 0 0,-1 0 1 0 0,1 1-1 0 0,0-1 0 0 0,0 0 1 0 0,0 1-1 0 0,-1 0 1 0 0,1 0-1 0 0,0 0 1 0 0,-1 0-1 0 0,1 0 1 0 0,-1 0-1 0 0,1 1 1 0 0,-1-1-1 0 0,4 4 1 0 0,55 43 1127 0 0,-59-46-1196 0 0,20 20 339 0 0,0 0 0 0 0,-2 2 0 0 0,0 1 0 0 0,-2 0 0 0 0,-1 2 0 0 0,0 0 0 0 0,21 50 1 0 0,-23-38-88 0 0,-2-1 0 0 0,-1 1 0 0 0,-3 1 0 0 0,-1 0 1 0 0,5 66-1 0 0,-10-57-132 0 0,-3 1 0 0 0,-2-1-1 0 0,-2 0 1 0 0,-2 0 0 0 0,-3 0 0 0 0,-1-1 0 0 0,-3 0-1 0 0,-2-1 1 0 0,-1-1 0 0 0,-38 73 0 0 0,31-80-109 0 0,-2 0 1 0 0,-1-2 0 0 0,-2-1-1 0 0,-2-1 1 0 0,-1-1 0 0 0,-2-2-1 0 0,0-2 1 0 0,-3 0-1 0 0,0-3 1 0 0,-2-1 0 0 0,-60 32-1 0 0,91-55-274 0 0,1 0-1 0 0,0 0 0 0 0,-1 0 0 0 0,0-1 1 0 0,0 0-1 0 0,1-1 0 0 0,-11 2 0 0 0,-13-7-6613 0 0,11-2 3407 0 0</inkml:trace>
</inkml:ink>
</file>

<file path=ppt/ink/ink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7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86 788 0 0,'0'0'1146'0'0,"6"-27"6504"0"0,4 21-7111 0 0,0 0 0 0 0,0 1 0 0 0,1 1 0 0 0,-1 0 0 0 0,1 0 1 0 0,0 1-1 0 0,13-2 0 0 0,86-9 566 0 0,-83 11-752 0 0,-3 0-193 0 0,0 2 1 0 0,24 1-1 0 0,-40 1-842 0 0,1 0 0 0 0,-1 0 0 0 0,0 1 0 0 0,1 0 0 0 0,8 3 0 0 0,-17-4 481 0 0,0-1 1 0 0,1 0 0 0 0,-1 0-1 0 0,0 1 1 0 0,0-1 0 0 0,1 0 0 0 0,-1 0-1 0 0,0 1 1 0 0,0-1 0 0 0,1 0-1 0 0,-1 1 1 0 0,0-1 0 0 0,0 0-1 0 0,0 1 1 0 0,0-1 0 0 0,0 0-1 0 0,1 1 1 0 0,-1-1 0 0 0,0 1-1 0 0,0-1 1 0 0,0 0 0 0 0,0 1-1 0 0,0-1 1 0 0,0 1 0 0 0,0-1-1 0 0,0 0 1 0 0,0 1 0 0 0,-1 0 0 0 0</inkml:trace>
</inkml:ink>
</file>

<file path=ppt/ink/ink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37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64 832 0 0,'11'0'1644'0'0,"16"-3"-936"0"0,-11 3-76 0 0,2-3-56 0 0,9-2-64 0 0,-2 0-56 0 0,3-2-103 0 0,-1 1-265 0 0,0-2-392 0 0,-2-2-613 0 0,2 2-995 0 0,-2 0 440 0 0</inkml:trace>
</inkml:ink>
</file>

<file path=ppt/ink/ink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6:59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54 348 0 0,'0'0'549'0'0,"13"-52"9794"0"0,-12 50-9670 0 0,-2 8-581 0 0,-18 78 424 0 0,-3-1-1 0 0,-5-1 1 0 0,-38 83-1 0 0,48-125-411 0 0,17-39-98 0 0,-1 1-1 0 0,-3 3 2 0 0,3-3 5 0 0,-1 0 36 0 0,3-2-44 0 0,-1 0 1 0 0,0 0-1 0 0,0 0 1 0 0,0 0-1 0 0,0 0 0 0 0,0 0 1 0 0,0 0-1 0 0,1 0 1 0 0,-1 0-1 0 0,0 0 1 0 0,0 0-1 0 0,0 0 1 0 0,0 0-1 0 0,0 0 0 0 0,0 0 1 0 0,0 0-1 0 0,0 1 1 0 0,1-1-1 0 0,-1 0 1 0 0,0 0-1 0 0,0 0 1 0 0,0 0-1 0 0,0 0 0 0 0,0 0 1 0 0,0 0-1 0 0,0 0 1 0 0,0 1-1 0 0,0-1 1 0 0,0 0-1 0 0,0 0 1 0 0,0 0-1 0 0,0 0 0 0 0,0 0 1 0 0,0 0-1 0 0,0 1 1 0 0,0-1-1 0 0,0 0 1 0 0,0 0-1 0 0,0 0 0 0 0,0 0 1 0 0,0 0-1 0 0,0 0 1 0 0,0 1-1 0 0,0-1 1 0 0,0 0-1 0 0,0 0 1 0 0,0 0-1 0 0,0 0 0 0 0,0 0 1 0 0,0 0-1 0 0,0 0 1 0 0,0 1-1 0 0,0-1 1 0 0,0 0-1 0 0,-1 0 1 0 0,1 0-1 0 0,0 0 0 0 0,0 0 1 0 0,0 0-1 0 0,0 0 1 0 0,0 0-1 0 0,0 0 1 0 0,0 0-1 0 0,-1 0 1 0 0,1 0-1 0 0,0 0 0 0 0,0 0 1 0 0,0 1-1 0 0,41-9-5 0 0,79-25 0 0 0,-42 10 0 0 0,57-15 23 0 0,-129 37-6 0 0,-4 0-7 0 0,13-12-7 0 0,-13 11-1 0 0,0 0 1 0 0,-1 0-1 0 0,1 0 1 0 0,-1 0-1 0 0,0 0 1 0 0,0 0-1 0 0,0 0 1 0 0,0 0 0 0 0,0 0-1 0 0,0-1 1 0 0,0 1-1 0 0,-1 0 1 0 0,1-1-1 0 0,-1 1 1 0 0,1 0-1 0 0,-1-1 1 0 0,0 1-1 0 0,0 0 1 0 0,0-1-1 0 0,0 1 1 0 0,-1-1 0 0 0,1 1-1 0 0,-1 0 1 0 0,1-1-1 0 0,-1 1 1 0 0,0 0-1 0 0,-1-3 1 0 0,0-1-14 0 0,2 4 28 0 0,-5-16 17 0 0,5 18-32 0 0,0-1 0 0 0,0 1 0 0 0,0-1 0 0 0,0 1 0 0 0,0-1 0 0 0,0 1 0 0 0,0-1 0 0 0,0 1 1 0 0,-1-1-1 0 0,1 1 0 0 0,0-1 0 0 0,0 1 0 0 0,0-1 0 0 0,-1 1 0 0 0,1-1 0 0 0,0 1 0 0 0,-1-1 0 0 0,1 1 0 0 0,0 0 0 0 0,-1-1 0 0 0,1 1 0 0 0,0 0 0 0 0,-1-1 0 0 0,1 1 0 0 0,-1 0 0 0 0,1-1 0 0 0,-1 1 0 0 0,1 0 0 0 0,0 0 0 0 0,-1 0 0 0 0,0-1 0 0 0,-6 9-3 0 0,1 1 0 0 0,0-1 0 0 0,1 1 0 0 0,0 0 0 0 0,0 1 0 0 0,1-1 0 0 0,0 1 0 0 0,1 0 0 0 0,-3 12 0 0 0,-14 104 45 0 0,6-34-36 0 0,8-19-2393 0 0,14-56-4732 0 0</inkml:trace>
</inkml:ink>
</file>

<file path=ppt/ink/ink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0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38 652 0 0,'11'-37'10827'0'0,"-18"85"-10298"0"0,-3 1 0 0 0,-19 53 1 0 0,3-4-114 0 0,23-87-400 0 0,2-10-9 0 0,0 1 0 0 0,1-1 1 0 0,-1 1-1 0 0,1-1 0 0 0,-1 1 0 0 0,1 0 0 0 0,0-1 1 0 0,-1 1-1 0 0,1 0 0 0 0,0-1 0 0 0,0 1 0 0 0,0-1 1 0 0,0 1-1 0 0,1 0 0 0 0,0 3 0 0 0,0-4-1 0 0,1 0-1 0 0,-1 0 1 0 0,1 0-1 0 0,0 0 1 0 0,0 0 0 0 0,0 0-1 0 0,-1 0 1 0 0,1 0-1 0 0,0 0 1 0 0,0-1-1 0 0,0 1 1 0 0,0-1-1 0 0,0 0 1 0 0,0 0 0 0 0,0 1-1 0 0,0-1 1 0 0,0-1-1 0 0,0 1 1 0 0,4-1-1 0 0,1 1 10 0 0,1 0-1 0 0,-1-1 1 0 0,1 0-1 0 0,-1-1 1 0 0,0 0-1 0 0,0 0 1 0 0,1 0-1 0 0,-2-1 1 0 0,10-5-1 0 0,-12 6-9 0 0,-1 0-1 0 0,1 0 1 0 0,-1 0 0 0 0,1-1 0 0 0,-1 0-1 0 0,0 1 1 0 0,0-1 0 0 0,-1 0 0 0 0,1-1-1 0 0,0 1 1 0 0,-1 0 0 0 0,0-1 0 0 0,0 1-1 0 0,0-1 1 0 0,0 0 0 0 0,-1 0-1 0 0,1 1 1 0 0,1-8 0 0 0,-3 9 37 0 0,1-6 432 0 0,-7 22-455 0 0,-4 11 12 0 0,1 0 1 0 0,1 0-1 0 0,-8 45 0 0 0,16-56-528 0 0,0 0-1 0 0,0 0 1 0 0,2-1-1 0 0,5 27 1 0 0,-7-39-234 0 0,21-18-8567 0 0</inkml:trace>
</inkml:ink>
</file>

<file path=ppt/ink/ink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1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12 536 0 0,'0'0'715'0'0,"11"-11"8182"0"0,-87 333-6331 0 0,71-305-2481 0 0,2 1-1 0 0,0 0 0 0 0,-1 29 0 0 0,4-46-77 0 0,0 0 1 0 0,0 0-1 0 0,0 0 1 0 0,0 0 0 0 0,0 0-1 0 0,1 0 1 0 0,-1 0 0 0 0,0 0-1 0 0,1 0 1 0 0,-1 0-1 0 0,1 0 1 0 0,-1 0 0 0 0,1 0-1 0 0,-1 0 1 0 0,1-1-1 0 0,0 1 1 0 0,-1 0 0 0 0,1 0-1 0 0,0-1 1 0 0,0 1 0 0 0,-1 0-1 0 0,1-1 1 0 0,0 1-1 0 0,0-1 1 0 0,0 1 0 0 0,0-1-1 0 0,0 1 1 0 0,0-1 0 0 0,2 1-1 0 0,-1-1 11 0 0,28-11 50 0 0,-21 6-48 0 0,0 0 1 0 0,0-1 0 0 0,-1 1 0 0 0,1-2 0 0 0,-1 1 0 0 0,-1-1 0 0 0,1-1 0 0 0,-1 1 0 0 0,0-1 0 0 0,-1 0 0 0 0,0-1-1 0 0,0 0 1 0 0,7-16 0 0 0,6-5 157 0 0,-18 29-61 0 0,-5 7-26 0 0,0 0-1 0 0,1 0 1 0 0,0 1 0 0 0,0 0-1 0 0,1-1 1 0 0,0 1 0 0 0,-2 10-1 0 0,-17 73 146 0 0,2 74 118 0 0,19-162-339 0 0,0 0-354 0 0,2 4 1118 0 0,3-14-7033 0 0,3-20 1878 0 0</inkml:trace>
</inkml:ink>
</file>

<file path=ppt/ink/ink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4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16 152 0 0,'0'0'1802'0'0,"-13"-10"552"0"0,13 9-2240 0 0,0 1 0 0 0,0 0 0 0 0,0 0 0 0 0,-1-1-1 0 0,1 1 1 0 0,0 0 0 0 0,0 0 0 0 0,0-1 0 0 0,0 1 0 0 0,0 0 0 0 0,-1 0 0 0 0,1 0 0 0 0,0-1 0 0 0,0 1 0 0 0,-1 0 0 0 0,1 0 0 0 0,0 0 0 0 0,0 0-1 0 0,0-1 1 0 0,-1 1 0 0 0,1 0 0 0 0,0 0 0 0 0,-1 0 0 0 0,1 0 0 0 0,0 0 0 0 0,0 0 0 0 0,-1 0 0 0 0,1 0 0 0 0,0 0 0 0 0,-1 0 0 0 0,1 0 0 0 0,0 0 0 0 0,0 0-1 0 0,-1 0 1 0 0,1 0 0 0 0,0 0 0 0 0,-1 0 0 0 0,1 0 0 0 0,0 0 0 0 0,0 0 0 0 0,-1 0 0 0 0,1 1 0 0 0,0-1 0 0 0,0 0 0 0 0,-1 0 0 0 0,1 0 0 0 0,0 0-1 0 0,0 1 1 0 0,0-1 0 0 0,-1 0 0 0 0,4 13 99 0 0,1 0-1 0 0,1 0 1 0 0,0-1-1 0 0,0 0 1 0 0,1 0-1 0 0,1-1 1 0 0,13 20-1 0 0,-11-19-81 0 0,0 2-1 0 0,-1-1 1 0 0,-1 1 0 0 0,0 1-1 0 0,8 24 1 0 0,-14-34-83 0 0,0 1 0 0 0,0-1 0 0 0,-1 0 0 0 0,0 1 0 0 0,0-1 0 0 0,0 1 0 0 0,0-1 0 0 0,-1 0 0 0 0,0 1 0 0 0,0-1 0 0 0,-1 0 0 0 0,1 0 0 0 0,-1 1 0 0 0,0-1 0 0 0,-1-1 0 0 0,1 1 0 0 0,-1 0 0 0 0,0 0 0 0 0,0-1 0 0 0,0 0 0 0 0,-5 5 0 0 0,1-2-12 0 0,-2 1 0 0 0,1-2-1 0 0,-1 1 1 0 0,0-1 0 0 0,0 0 0 0 0,-1-1 0 0 0,1 0 0 0 0,-1 0-1 0 0,0-1 1 0 0,-1-1 0 0 0,1 1 0 0 0,-1-2 0 0 0,1 1 0 0 0,-1-2-1 0 0,0 1 1 0 0,0-1 0 0 0,0-1 0 0 0,-12-1 0 0 0,20 1-228 0 0,-1-1 0 0 0,0 0 1 0 0,0 0-1 0 0,1 0 1 0 0,-1 0-1 0 0,1-1 0 0 0,-1 0 1 0 0,1 1-1 0 0,0-1 1 0 0,0 0-1 0 0,-4-3 0 0 0,-11-20-5957 0 0,12 10 2835 0 0</inkml:trace>
</inkml:ink>
</file>

<file path=ppt/ink/ink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4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0 112 228 0 0,'24'-11'904'0'0,"-2"0"-68"0"0,2 1-56 0 0,-1-3-84 0 0,2 3-8 0 0,-3 0-72 0 0,3-6-56 0 0,-1 4-43 0 0,-1 5-45 0 0,2-1-84 0 0,-8 6-40 0 0,0 0-120 0 0,2 2-280 0 0,-4 0-292 0 0,2 4-800 0 0,-3-3-1245 0 0,0 2 553 0 0</inkml:trace>
</inkml:ink>
</file>

<file path=ppt/ink/ink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7:20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10 60,'-14'-9'7886,"21"15"-7795,0 1 0,0 0 0,-1 0 0,0 0 0,0 1 0,-1 0 0,8 13-1,30 73 459,-14-29-349,34 41 47,-59-99-214,18 17 107,-13 1-2536</inkml:trace>
</inkml:ink>
</file>

<file path=ppt/ink/ink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7:20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10 472,'-1'-1'185,"0"0"-1,0 1 1,0-1-1,0 0 1,-1 0 0,1 0-1,0 1 1,-1-1-1,1 1 1,-1-1 0,1 1-1,0-1 1,-1 1-1,1 0 1,-1 0-1,1 0 1,-1 0 0,1 0-1,-1 0 1,1 0-1,-1 0 1,1 1 0,-1-1-1,1 0 1,0 1-1,-1-1 1,1 1 0,0 0-1,-1-1 1,1 1-1,-2 2 1,-2 1-2,1 1 1,0 0 0,0 1-1,1-1 1,0 0-1,-4 9 1,4-7 61,-7 15 44,2 1 0,0 0 1,2 0-1,0 0 0,-2 29 1,3-22-75,-1 0 1,-16 49 0,16-64-250,5-10-40,-1 0 0,1 0 0,-1 0 0,0-1 0,0 1 0,-1-1 0,1 1 0,-1-1 0,0 0 0,0 0 0,0 0 0,-1-1 0,0 1 0,1-1 0,-1 1 0,-6 2 0,9-5-477,-4 0-348,-1-1 664,0-2-3484,-7-6 1695</inkml:trace>
</inkml:ink>
</file>

<file path=ppt/ink/ink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7:20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1 110 412,'18'-11'702,"1"0"-1,0 2 1,0 0 0,40-13-1,-21 9-277,47-22-2667</inkml:trace>
</inkml:ink>
</file>

<file path=ppt/ink/ink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1T13:47:21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1 368,'0'0'84,"0"0"0,-1 0 0,1 0-1,0 0 1,0 0 0,-1 0 0,1 0 0,0 0 0,0 0 0,-1 0-1,1 0 1,0 1 0,0-1 0,0 0 0,-1 0 0,1 0 0,0 0-1,0 1 1,0-1 0,0 0 0,-1 0 0,1 0 0,0 1 0,0-1-1,0 0 1,0 0 0,0 1 0,0-1 0,0 0 0,0 0 0,0 1-1,0-1 1,0 0 0,0 0 0,0 1 0,0-1 0,0 0 0,0 0-1,0 1 1,0-1 0,0 25 1303,5 37-1000,-4-46 156,11 64 99,-7-63-804,-2 0-1,0 0 0,-1 0 1,-1 1-1,-1-1 1,0 0-1,-1 1 0,-5 25 1,3-34-1847</inkml:trace>
</inkml:ink>
</file>

<file path=ppt/ink/ink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4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83 8 0 0,'0'0'1903'0'0,"-1"-1"-1476"0"0,1-1 0 0 0,-1 1 0 0 0,1 0 0 0 0,-1 0 0 0 0,1-1 1 0 0,-1 1-1 0 0,1 0 0 0 0,0-1 0 0 0,0 1 0 0 0,0-1 0 0 0,0 1 0 0 0,0 0 0 0 0,0-1 1 0 0,0 1-1 0 0,1-3 0 0 0,44-8 181 0 0,0 3 1 0 0,1 1-1 0 0,0 2 1 0 0,0 2-1 0 0,50 3 1 0 0,4-3-300 0 0,-32 0-198 0 0,81-3 128 0 0,-147 7-213 0 0,7-2 469 0 0,-7 1-1248 0 0,-8 0-4039 0 0,-28 3 1751 0 0,12-2 231 0 0</inkml:trace>
</inkml:ink>
</file>

<file path=ppt/ink/ink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5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0 640 0 0,'0'0'3931'0'0,"-1"6"-3010"0"0,-33 176 3960 0 0,-13 101-2307 0 0,32-220-4251 0 0,1-23-4049 0 0,8-26 2606 0 0</inkml:trace>
</inkml:ink>
</file>

<file path=ppt/ink/ink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6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1 461 72 0 0,'0'0'1669'0'0,"23"5"4433"0"0,-2-15-5379 0 0,0-1 0 0 0,0-1 0 0 0,-1-1 0 0 0,-1-1 0 0 0,0 0 0 0 0,30-32 0 0 0,-36 33-522 0 0,-1-1-1 0 0,0 0 0 0 0,-1-1 0 0 0,-1-1 1 0 0,0 1-1 0 0,-1-1 0 0 0,0-1 0 0 0,-2 0 0 0 0,9-25 1 0 0,-14 33-117 0 0,0 0 0 0 0,0 0 0 0 0,-1-1 0 0 0,0 1 0 0 0,-1 0 0 0 0,0 0 1 0 0,0-1-1 0 0,-3-14 0 0 0,2 21-69 0 0,1-1 0 0 0,-1 1 0 0 0,0 0 1 0 0,-1 0-1 0 0,1 0 0 0 0,0 0 0 0 0,-1 0 0 0 0,0 0 1 0 0,0 0-1 0 0,0 0 0 0 0,0 1 0 0 0,0-1 0 0 0,0 1 1 0 0,-1-1-1 0 0,1 1 0 0 0,-1 0 0 0 0,0 0 0 0 0,1 0 1 0 0,-1 0-1 0 0,0 1 0 0 0,0-1 0 0 0,0 1 0 0 0,0 0 1 0 0,-1 0-1 0 0,1 0 0 0 0,-4-1 0 0 0,-6 0 0 0 0,0 0-1 0 0,-1 1 1 0 0,1 0-1 0 0,0 1 1 0 0,-1 1-1 0 0,-19 2 1 0 0,26-1-17 0 0,0-1 1 0 0,-1 1-1 0 0,1 0 0 0 0,0 1 0 0 0,0 0 1 0 0,0 0-1 0 0,0 0 0 0 0,1 1 1 0 0,-1 0-1 0 0,1 0 0 0 0,0 0 1 0 0,0 1-1 0 0,-6 7 0 0 0,10-9 0 0 0,0 1 1 0 0,0-1-1 0 0,0 1 0 0 0,0 0 1 0 0,0 0-1 0 0,1-1 0 0 0,-1 1 0 0 0,1 0 1 0 0,0 1-1 0 0,1-1 0 0 0,-1 0 1 0 0,1 0-1 0 0,-1 0 0 0 0,1 0 0 0 0,1 1 1 0 0,-1-1-1 0 0,0 0 0 0 0,1 0 1 0 0,0 0-1 0 0,0 0 0 0 0,0 0 0 0 0,1 0 1 0 0,-1 0-1 0 0,1 0 0 0 0,0 0 0 0 0,4 6 1 0 0,6 10-1 0 0,1-1 0 0 0,1 1 1 0 0,22 22-1 0 0,-33-38 5 0 0,35 39 38 0 0,66 82 26 0 0,-94-110-63 0 0,0 0 1 0 0,-1 1-1 0 0,-1 0 1 0 0,0 0-1 0 0,-1 1 1 0 0,9 31-1 0 0,-15-45-2 0 0,-1 1 0 0 0,1-1-1 0 0,-1 0 1 0 0,0 0-1 0 0,0 1 1 0 0,0-1 0 0 0,0 0-1 0 0,-1 1 1 0 0,1-1-1 0 0,-1 0 1 0 0,0 0 0 0 0,0 1-1 0 0,0-1 1 0 0,0 0-1 0 0,-1 0 1 0 0,1 0-1 0 0,-1 0 1 0 0,0-1 0 0 0,0 1-1 0 0,0 0 1 0 0,0-1-1 0 0,0 1 1 0 0,-4 2 0 0 0,2-2 0 0 0,1-1 0 0 0,-1 1 1 0 0,1-1-1 0 0,-1 0 0 0 0,0-1 1 0 0,0 1-1 0 0,0-1 0 0 0,0 1 1 0 0,0-1-1 0 0,0-1 0 0 0,0 1 1 0 0,0 0-1 0 0,-1-1 0 0 0,1 0 1 0 0,0 0-1 0 0,0 0 0 0 0,0-1 1 0 0,0 1-1 0 0,-1-1 0 0 0,-7-2 1 0 0,9 2 2 0 0,0-1 0 0 0,0 1 1 0 0,1 0-1 0 0,-1-1 0 0 0,0 0 1 0 0,1 1-1 0 0,-1-1 0 0 0,1 0 1 0 0,-1-1-1 0 0,1 1 0 0 0,0 0 0 0 0,0-1 1 0 0,0 1-1 0 0,0-1 0 0 0,1 1 1 0 0,-1-1-1 0 0,0 0 0 0 0,1 0 1 0 0,0 0-1 0 0,0 0 0 0 0,0 0 0 0 0,0 0 1 0 0,0 0-1 0 0,1 0 0 0 0,-1 0 1 0 0,1 0-1 0 0,0-1 0 0 0,0 1 1 0 0,0 0-1 0 0,0 0 0 0 0,1 0 0 0 0,-1 0 1 0 0,2-3-1 0 0,-1 0-10 0 0,0 0 0 0 0,0 0 0 0 0,1 0 0 0 0,0 1 0 0 0,0-1 0 0 0,0 1 0 0 0,1-1-1 0 0,0 1 1 0 0,0 0 0 0 0,0 0 0 0 0,0 0 0 0 0,1 1 0 0 0,0-1 0 0 0,0 1 0 0 0,0 0 0 0 0,10-8 0 0 0,33-8-1646 0 0,-13 13-6578 0 0</inkml:trace>
</inkml:ink>
</file>

<file path=ppt/ink/ink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6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1 140 13181 0 0,'7'-5'355'0'0,"1"0"1"0"0,-1-1-1 0 0,0 0 0 0 0,-1-1 0 0 0,1 1 0 0 0,-2-1 0 0 0,1 0 1 0 0,-1-1-1 0 0,1 1 0 0 0,-2-1 0 0 0,7-14 0 0 0,5-6 1074 0 0,-16 27-1181 0 0,9-15 595 0 0</inkml:trace>
</inkml:ink>
</file>

<file path=ppt/ink/ink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7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27 163 532 0 0,'-20'-52'6647'0'0,"19"50"-6117"0"0,1 2-472 0 0,0 0 0 0 0,-1 0 0 0 0,1-1 0 0 0,-1 1 1 0 0,1 0-1 0 0,0-1 0 0 0,-1 1 0 0 0,1 0 0 0 0,0-1 0 0 0,0 1 1 0 0,-1 0-1 0 0,1-1 0 0 0,0 1 0 0 0,0-1 0 0 0,-1 1 0 0 0,1-1 1 0 0,0 1-1 0 0,0 0 0 0 0,0-1 0 0 0,0 1 0 0 0,0-1 0 0 0,0 1 1 0 0,0-1-1 0 0,0 1 0 0 0,0-1 0 0 0,0 1 0 0 0,0-1 1 0 0,0 1-1 0 0,0-1 0 0 0,0 1 0 0 0,0 0 0 0 0,0-1 0 0 0,0 1 1 0 0,1-1-1 0 0,-1 1 0 0 0,0-1 0 0 0,7-18 1609 0 0,-2 13-1496 0 0,0 1 1 0 0,0 1-1 0 0,0-1 0 0 0,1 1 0 0 0,-1-1 0 0 0,1 2 0 0 0,0-1 0 0 0,0 1 0 0 0,1 0 0 0 0,-1 0 0 0 0,1 0 0 0 0,-1 1 0 0 0,8-1 0 0 0,12-4 102 0 0,1 2 1 0 0,29-3-1 0 0,-42 7-208 0 0,1 0-1 0 0,-1 1 1 0 0,1 1 0 0 0,-1 0 0 0 0,0 1 0 0 0,1 0 0 0 0,20 7 0 0 0,-31-8-56 0 0,-1 0 0 0 0,1 0 1 0 0,-1 1-1 0 0,1-1 0 0 0,-1 1 0 0 0,0 0 1 0 0,1 0-1 0 0,-1 0 0 0 0,0 0 1 0 0,0 0-1 0 0,-1 1 0 0 0,1 0 1 0 0,0-1-1 0 0,-1 1 0 0 0,1 0 1 0 0,-1 0-1 0 0,0 1 0 0 0,0-1 0 0 0,-1 0 1 0 0,1 1-1 0 0,0-1 0 0 0,-1 1 1 0 0,0-1-1 0 0,0 1 0 0 0,0-1 1 0 0,0 1-1 0 0,-1 0 0 0 0,1 0 1 0 0,-1-1-1 0 0,0 1 0 0 0,0 0 0 0 0,-1 0 1 0 0,1 0-1 0 0,-2 4 0 0 0,0 1 14 0 0,-2 1-1 0 0,1-1 0 0 0,-1 0 0 0 0,-1 0 0 0 0,1 0 0 0 0,-2-1 0 0 0,1 0 0 0 0,-12 14 0 0 0,7-10 6 0 0,-1 0-1 0 0,0-1 1 0 0,-1 0-1 0 0,-21 15 0 0 0,31-24-32 0 0,1-1 4 0 0,0 0 1 0 0,0 0-1 0 0,0 1 0 0 0,1-1 1 0 0,-1 0-1 0 0,1 0 0 0 0,-1 0 1 0 0,1 1-1 0 0,-1-1 0 0 0,1 0 1 0 0,0 1-1 0 0,-1-1 0 0 0,1 0 1 0 0,0 1-1 0 0,0-1 0 0 0,0 0 1 0 0,0 1-1 0 0,0-1 0 0 0,1 0 1 0 0,-1 1-1 0 0,0-1 0 0 0,0 0 1 0 0,1 1-1 0 0,-1-1 0 0 0,1 0 1 0 0,-1 0-1 0 0,1 1 0 0 0,0-1 1 0 0,0 0-1 0 0,-1 0 0 0 0,1 0 1 0 0,0 0-1 0 0,2 2 0 0 0,2 1 1 0 0,1 1-1 0 0,0-1 0 0 0,0 0 1 0 0,0 0-1 0 0,8 3 0 0 0,3 2-8 0 0,-7-2 7 0 0,-1-1-1 0 0,0 1 0 0 0,0 1 1 0 0,-1 0-1 0 0,0 0 1 0 0,-1 1-1 0 0,0-1 0 0 0,10 17 1 0 0,-15-22 4 0 0,-1 0 0 0 0,1 0 0 0 0,-1 0 0 0 0,0 1 0 0 0,0-1 0 0 0,-1 0 0 0 0,1 0 1 0 0,-1 0-1 0 0,1 1 0 0 0,-1-1 0 0 0,0 0 0 0 0,0 1 0 0 0,0-1 0 0 0,-1 0 0 0 0,1 1 0 0 0,-1-1 0 0 0,0 0 1 0 0,0 0-1 0 0,0 0 0 0 0,0 0 0 0 0,-1 0 0 0 0,1 0 0 0 0,-1 0 0 0 0,1 0 0 0 0,-1 0 0 0 0,0-1 0 0 0,0 1 1 0 0,-1-1-1 0 0,1 1 0 0 0,0-1 0 0 0,-1 0 0 0 0,0 0 0 0 0,-3 3 0 0 0,-5 2 6 0 0,0-1 0 0 0,0 1-1 0 0,0-2 1 0 0,-1 0 0 0 0,0 0 0 0 0,0-1-1 0 0,0 0 1 0 0,-1-1 0 0 0,1-1 0 0 0,-1 0 0 0 0,1 0-1 0 0,-1-1 1 0 0,0-1 0 0 0,0 0 0 0 0,1-1-1 0 0,-14-2 1 0 0,25 3-90 0 0,1 0 1 0 0,-1 0-1 0 0,0-1 1 0 0,1 1-1 0 0,-1 0 0 0 0,1 0 1 0 0,-1 0-1 0 0,1 0 0 0 0,-1 0 1 0 0,1-1-1 0 0,-1 1 0 0 0,1 0 1 0 0,-1-1-1 0 0,1 1 0 0 0,-1 0 1 0 0,1-1-1 0 0,0 1 0 0 0,-1 0 1 0 0,1-1-1 0 0,-1 1 0 0 0,1-1 1 0 0,0 1-1 0 0,-1-1 1 0 0,1 1-1 0 0,0-1 0 0 0,0 1 1 0 0,-1-1-1 0 0,1 1 0 0 0,0-1 1 0 0,0 1-1 0 0,0-1 0 0 0,0 1 1 0 0,0-1-1 0 0,0 1 0 0 0,0-1 1 0 0,0 0-1 0 0,0 1 0 0 0,0-1 1 0 0,0 1-1 0 0,0-1 0 0 0,10-19-5791 0 0,-8 17 5075 0 0,7-9-2601 0 0</inkml:trace>
</inkml:ink>
</file>

<file path=ppt/ink/ink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09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331 185 648 0 0,'0'-44'4701'0'0,"0"38"-4460"0"0,0 0 0 0 0,-1 0 0 0 0,0 0 0 0 0,0 0-1 0 0,-1 0 1 0 0,0 1 0 0 0,0-1 0 0 0,0 0 0 0 0,-1 1 0 0 0,1-1-1 0 0,-1 1 1 0 0,-1 0 0 0 0,1 0 0 0 0,-1 0 0 0 0,0 0 0 0 0,0 1 0 0 0,0-1-1 0 0,0 1 1 0 0,-1 0 0 0 0,0 1 0 0 0,0-1 0 0 0,0 1 0 0 0,0 0 0 0 0,0 0-1 0 0,-1 0 1 0 0,1 1 0 0 0,-1 0 0 0 0,0 0 0 0 0,0 0 0 0 0,0 1-1 0 0,-11-2 1 0 0,9 2-171 0 0,-1 0 0 0 0,1 0 0 0 0,-1 1 0 0 0,0-1 0 0 0,1 2 0 0 0,-1 0 0 0 0,1 0 0 0 0,-1 0 0 0 0,1 1 0 0 0,0 0 0 0 0,-1 1 0 0 0,1 0 0 0 0,0 0 0 0 0,0 1 0 0 0,1 0 0 0 0,-1 0 0 0 0,1 1 0 0 0,0 0 0 0 0,0 0 0 0 0,1 0 0 0 0,-1 1 0 0 0,-8 10 0 0 0,14-14-60 0 0,-1 0 0 0 0,1 0 0 0 0,0 0 0 0 0,0 0 0 0 0,0 0 0 0 0,0 0 0 0 0,0 0 1 0 0,0 0-1 0 0,1 0 0 0 0,-1 1 0 0 0,1-1 0 0 0,-1 0 0 0 0,1 0 0 0 0,0 1 0 0 0,0-1 0 0 0,0 0 0 0 0,0 1 0 0 0,0-1 0 0 0,1 0 0 0 0,-1 0 0 0 0,1 1 0 0 0,-1-1 0 0 0,1 0 1 0 0,0 0-1 0 0,0 0 0 0 0,0 0 0 0 0,0 0 0 0 0,0 0 0 0 0,0 0 0 0 0,1 0 0 0 0,-1 0 0 0 0,1 0 0 0 0,-1-1 0 0 0,1 1 0 0 0,0-1 0 0 0,-1 1 0 0 0,1-1 0 0 0,2 2 0 0 0,3 1 9 0 0,-1 1-1 0 0,1-1 0 0 0,0-1 0 0 0,0 1 1 0 0,1-1-1 0 0,-1-1 0 0 0,0 1 0 0 0,1-1 1 0 0,15 2-1 0 0,127 4 110 0 0,-148-8-132 0 0,13 18 68 0 0,-14-6 6 0 0,-2 1 0 0 0,0 0 0 0 0,0-1 0 0 0,-1 1 0 0 0,-1-1 0 0 0,0 1 1 0 0,-8 20-1 0 0,-5 19 72 0 0,14-43-245 0 0,-9 56 455 0 0,11-61-519 0 0,0-1 0 0 0,0 1 0 0 0,0-1 0 0 0,0 1 0 0 0,1-1 0 0 0,-1 1 0 0 0,1-1 0 0 0,0 1 0 0 0,0-1 0 0 0,0 1 1 0 0,0-1-1 0 0,1 0 0 0 0,-1 1 0 0 0,1-1 0 0 0,3 4 0 0 0,20 5-7740 0 0</inkml:trace>
</inkml:ink>
</file>

<file path=ppt/ink/ink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10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0 326 204 0 0,'38'-18'2726'0'0,"-2"-2"-1"0"0,41-30 0 0 0,-62 39-2182 0 0,0-1 0 0 0,-2 0 0 0 0,1-1 0 0 0,-1-1 0 0 0,-1 0 0 0 0,-1-1 0 0 0,13-20 0 0 0,-22 33-488 0 0,-1-1 0 0 0,1 0 0 0 0,-1 1 0 0 0,0-1 0 0 0,0 0 0 0 0,0 1 0 0 0,0-1 0 0 0,0 0 1 0 0,-1 0-1 0 0,1 0 0 0 0,-1 0 0 0 0,0 0 0 0 0,0 0 0 0 0,0 0 0 0 0,0 0 0 0 0,0 1 0 0 0,-1-1 0 0 0,1 0 0 0 0,-1 0 0 0 0,0 0 0 0 0,0 0 1 0 0,0 1-1 0 0,0-1 0 0 0,-1 0 0 0 0,1 1 0 0 0,-1-1 0 0 0,1 1 0 0 0,-1-1 0 0 0,0 1 0 0 0,0 0 0 0 0,0 0 0 0 0,0 0 0 0 0,0 0 0 0 0,-5-3 1 0 0,4 3-39 0 0,0 0 0 0 0,-1 0 0 0 0,1 0 1 0 0,-1 1-1 0 0,1-1 0 0 0,-1 1 0 0 0,0 0 1 0 0,0 0-1 0 0,1 0 0 0 0,-1 0 0 0 0,0 1 1 0 0,0 0-1 0 0,0 0 0 0 0,0 0 0 0 0,0 0 1 0 0,0 0-1 0 0,0 1 0 0 0,1 0 0 0 0,-1 0 1 0 0,0 0-1 0 0,0 0 0 0 0,1 0 0 0 0,-1 1 1 0 0,1 0-1 0 0,-1 0 0 0 0,-3 2 0 0 0,4-1-11 0 0,-1 1 0 0 0,1 0-1 0 0,0 0 1 0 0,0 0 0 0 0,0 0-1 0 0,1 0 1 0 0,-1 1 0 0 0,1-1-1 0 0,0 1 1 0 0,0-1 0 0 0,1 1-1 0 0,-1 0 1 0 0,1 0 0 0 0,0 0-1 0 0,1 0 1 0 0,-1 0 0 0 0,1-1-1 0 0,0 1 1 0 0,0 0 0 0 0,1 8-1 0 0,2 14 10 0 0,0-1 0 0 0,12 39 0 0 0,-14-58-10 0 0,14 46 8 0 0,9 51 45 0 0,-22-92-45 0 0,-2 0 1 0 0,1-1 0 0 0,-2 1 0 0 0,1-1-1 0 0,-2 1 1 0 0,-2 14 0 0 0,3-25-12 0 0,1-1 0 0 0,0 1 0 0 0,0 0 0 0 0,0-1 0 0 0,0 1 1 0 0,0 0-1 0 0,0-1 0 0 0,-1 1 0 0 0,1-1 0 0 0,0 1 0 0 0,-1-1 0 0 0,1 1 1 0 0,0 0-1 0 0,-1-1 0 0 0,1 1 0 0 0,0-1 0 0 0,-1 0 0 0 0,1 1 0 0 0,-1-1 1 0 0,1 1-1 0 0,-1-1 0 0 0,1 0 0 0 0,-1 1 0 0 0,0-1 0 0 0,1 0 0 0 0,-1 1 0 0 0,1-1 1 0 0,-1 0-1 0 0,0 0 0 0 0,1 0 0 0 0,-1 0 0 0 0,1 1 0 0 0,-1-1 0 0 0,0 0 1 0 0,1 0-1 0 0,-1 0 0 0 0,0 0 0 0 0,1-1 0 0 0,-1 1 0 0 0,0 0 0 0 0,1 0 1 0 0,-1 0-1 0 0,1 0 0 0 0,-1-1 0 0 0,0 1 0 0 0,1 0 0 0 0,-1 0 0 0 0,1-1 0 0 0,-1 1 1 0 0,1-1-1 0 0,-1 1 0 0 0,1 0 0 0 0,-1-1 0 0 0,1 1 0 0 0,-1-1 0 0 0,0 0 1 0 0,-1-1 2 0 0,-1 0 0 0 0,1 0 0 0 0,0 0 0 0 0,-1-1 0 0 0,1 1 0 0 0,0-1-1 0 0,1 1 1 0 0,-1-1 0 0 0,0 0 0 0 0,-1-2 0 0 0,2-2-16 0 0,1 1-1 0 0,-1-1 0 0 0,1 1 0 0 0,0 0 0 0 0,1-1 0 0 0,0 1 0 0 0,0-1 1 0 0,0 1-1 0 0,0 0 0 0 0,1 0 0 0 0,0 0 0 0 0,1 0 0 0 0,-1 0 0 0 0,1 0 1 0 0,1 0-1 0 0,3-5 0 0 0,29-37-2385 0 0,2 7-4644 0 0,-37 40 6892 0 0,11-13-3136 0 0</inkml:trace>
</inkml:ink>
</file>

<file path=ppt/ink/ink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10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3 244 0 0,'4'0'329'0'0,"-1"-1"0"0"0,0 1 0 0 0,1-1 0 0 0,-1 1 0 0 0,1 0 1 0 0,-1 0-1 0 0,0 0 0 0 0,1 1 0 0 0,-1-1 0 0 0,0 1 0 0 0,1 0 0 0 0,-1 0 0 0 0,0 0 0 0 0,0 0 0 0 0,0 0 1 0 0,1 1-1 0 0,2 2 0 0 0,-4-2-232 0 0,0 0 0 0 0,-1-1 0 0 0,0 1 0 0 0,1 1 0 0 0,-1-1 1 0 0,0 0-1 0 0,0 0 0 0 0,0 0 0 0 0,0 0 0 0 0,-1 1 0 0 0,1-1 0 0 0,-1 0 0 0 0,1 1 1 0 0,-1-1-1 0 0,0 1 0 0 0,0-1 0 0 0,0 0 0 0 0,0 1 0 0 0,0-1 0 0 0,-1 1 1 0 0,1-1-1 0 0,-1 0 0 0 0,1 1 0 0 0,-2 2 0 0 0,-2 8 215 0 0,-1 1 1 0 0,-1-1-1 0 0,0-1 0 0 0,-13 21 1 0 0,13-23 54 0 0,0 0 0 0 0,0 1 0 0 0,1 0 1 0 0,0 1-1 0 0,-3 11 0 0 0,8-22-316 0 0,0 0 0 0 0,0 0-1 0 0,0 0 1 0 0,0 0 0 0 0,0 1-1 0 0,0-1 1 0 0,1 0 0 0 0,-1 0-1 0 0,0 0 1 0 0,1 0 0 0 0,-1 0-1 0 0,0 0 1 0 0,1 0 0 0 0,-1 0-1 0 0,1 0 1 0 0,0-1 0 0 0,-1 1 0 0 0,1 0-1 0 0,0 0 1 0 0,-1 0 0 0 0,1-1-1 0 0,0 1 1 0 0,0 0 0 0 0,0-1-1 0 0,0 1 1 0 0,0 0 0 0 0,0-1-1 0 0,0 1 1 0 0,0-1 0 0 0,0 0-1 0 0,0 1 1 0 0,0-1 0 0 0,0 0 0 0 0,0 0-1 0 0,0 1 1 0 0,0-1 0 0 0,0 0-1 0 0,0 0 1 0 0,2 0 0 0 0,49 1 600 0 0,-46-2-533 0 0,139-9 340 0 0,-97 2-2897 0 0,-2-4-3739 0 0,-19 4 2239 0 0</inkml:trace>
</inkml:ink>
</file>

<file path=ppt/ink/ink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2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31 40 0 0,'-27'-31'9944'0'0,"30"34"-9893"0"0,-1-1 1 0 0,1 1-1 0 0,0 0 0 0 0,-1-1 0 0 0,1 1 0 0 0,-1 0 1 0 0,0 1-1 0 0,0-1 0 0 0,2 5 0 0 0,55 108 665 0 0,-37-68-510 0 0,2-1 0 0 0,44 62 0 0 0,-58-96-176 0 0,5 7 5 0 0,-1 0-1 0 0,18 35 1 0 0,-30-48 208 0 0</inkml:trace>
</inkml:ink>
</file>

<file path=ppt/ink/ink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2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16 628 0 0,'-14'-16'3626'0'0,"3"17"-811"0"0,-5 30-385 0 0,11-21-2642 0 0,-14 43 984 0 0,-17 78 1 0 0,30-107-663 0 0,-3 14 37 0 0,2-7-23 0 0,-1 0 0 0 0,-2 0 0 0 0,0-1 0 0 0,-16 29-1 0 0,23-53-454 0 0,-18 24 815 0 0,7-21-2320 0 0,-2-12-3960 0 0,-1-8 3415 0 0</inkml:trace>
</inkml:ink>
</file>

<file path=ppt/ink/ink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3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1 135 392 0 0,'1'-3'199'0'0,"1"0"1"0"0,-1 0-1 0 0,1 0 1 0 0,0 0-1 0 0,0 0 0 0 0,1 1 1 0 0,-1-1-1 0 0,0 1 1 0 0,1-1-1 0 0,0 1 0 0 0,-1 0 1 0 0,1 0-1 0 0,0 0 1 0 0,0 0-1 0 0,0 0 1 0 0,0 1-1 0 0,0 0 0 0 0,1-1 1 0 0,5 0-1 0 0,77-22 1322 0 0,-73 21-1323 0 0,17-3 45 0 0,12-3-1039 0 0,74-26 0 0 0,-106 30-1003 0 0,1-1 136 0 0</inkml:trace>
</inkml:ink>
</file>

<file path=ppt/ink/ink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4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1 155 756 0 0,'15'-25'3312'0'0,"-9"16"-2417"0"0,-4 5-563 0 0,1 0 0 0 0,-1 0 0 0 0,1 1 0 0 0,0-1 0 0 0,0 0 0 0 0,0 1-1 0 0,0-1 1 0 0,1 1 0 0 0,-1 0 0 0 0,1 0 0 0 0,0 1 0 0 0,0-1 0 0 0,0 1 0 0 0,0 0 0 0 0,0 0 0 0 0,0 0 0 0 0,1 0-1 0 0,-1 1 1 0 0,0 0 0 0 0,1 0 0 0 0,9-1 0 0 0,118-3 1326 0 0,145-12-30 0 0,-235 12-1238 0 0,70-20 0 0 0,-101 19 273 0 0,-4 2-2489 0 0</inkml:trace>
</inkml:ink>
</file>

<file path=ppt/ink/ink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4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0 400 0 0,'0'0'906'0'0,"-4"26"3961"0"0,-8 119-509 0 0,8-85-4062 0 0,-10 60 0 0 0,5-64-1923 0 0,4-17-3015 0 0,0-22 1912 0 0</inkml:trace>
</inkml:ink>
</file>

<file path=ppt/ink/ink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5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31 158 56 0 0,'-21'-27'5939'0'0,"20"25"-5725"0"0,-1 0 1 0 0,1-1 0 0 0,0 1-1 0 0,0 0 1 0 0,0-1 0 0 0,1 1 0 0 0,-1-1-1 0 0,1 1 1 0 0,-1-1 0 0 0,1 1-1 0 0,0-1 1 0 0,0 0 0 0 0,0 1 0 0 0,0-1-1 0 0,0 1 1 0 0,1-1 0 0 0,-1 1-1 0 0,1-1 1 0 0,-1 1 0 0 0,1-1 0 0 0,0 1-1 0 0,0-1 1 0 0,0 1 0 0 0,1 0-1 0 0,-1 0 1 0 0,0 0 0 0 0,1-1-1 0 0,-1 1 1 0 0,1 1 0 0 0,3-5 0 0 0,3 1-16 0 0,0-1 0 0 0,0 2 0 0 0,0-1 1 0 0,0 1-1 0 0,1 0 0 0 0,-1 0 0 0 0,17-3 1 0 0,-11 3-124 0 0,0 0 0 0 0,0 2 1 0 0,1 0-1 0 0,-1 0 0 0 0,1 1 0 0 0,-1 1 1 0 0,16 2-1 0 0,-27-3-70 0 0,0 2 1 0 0,0-1-1 0 0,-1 0 1 0 0,1 1-1 0 0,0-1 0 0 0,0 1 1 0 0,0 0-1 0 0,-1 0 0 0 0,1 0 1 0 0,0 0-1 0 0,-1 0 1 0 0,1 1-1 0 0,-1-1 0 0 0,1 1 1 0 0,-1 0-1 0 0,0 0 1 0 0,0-1-1 0 0,0 1 0 0 0,0 1 1 0 0,0-1-1 0 0,0 0 1 0 0,-1 0-1 0 0,1 1 0 0 0,0-1 1 0 0,-1 1-1 0 0,0-1 1 0 0,0 1-1 0 0,0 0 0 0 0,0 0 1 0 0,0-1-1 0 0,0 1 0 0 0,-1 0 1 0 0,0 0-1 0 0,1 0 1 0 0,-1 0-1 0 0,0-1 0 0 0,0 1 1 0 0,0 0-1 0 0,-1 0 1 0 0,1 0-1 0 0,-2 5 0 0 0,-2 5 13 0 0,0 1 0 0 0,-1-1-1 0 0,0 0 1 0 0,-1 0-1 0 0,0 0 1 0 0,-1-1 0 0 0,-1 0-1 0 0,0 0 1 0 0,-18 19-1 0 0,-9 6 13 0 0,-56 46-1 0 0,25-26-19 0 0,66-57-7 0 0,0 1 1 0 0,-1-1-1 0 0,1 0 0 0 0,-1 1 0 0 0,1-1 0 0 0,0 0 0 0 0,0 1 0 0 0,-1-1 0 0 0,1 1 0 0 0,0-1 0 0 0,0 1 0 0 0,-1-1 0 0 0,1 1 0 0 0,0-1 0 0 0,0 1 0 0 0,0-1 1 0 0,0 0-1 0 0,0 1 0 0 0,-1-1 0 0 0,1 1 0 0 0,0 0 0 0 0,0-1 0 0 0,0 1 0 0 0,0-1 0 0 0,1 1 0 0 0,-1-1 0 0 0,0 1 0 0 0,0-1 0 0 0,0 0 0 0 0,0 1 0 0 0,0-1 1 0 0,1 1-1 0 0,-1-1 0 0 0,0 1 0 0 0,0-1 0 0 0,1 1 0 0 0,-1-1 0 0 0,0 0 0 0 0,1 1 0 0 0,-1-1 0 0 0,1 0 0 0 0,-1 1 0 0 0,0-1 0 0 0,1 0 0 0 0,-1 1 0 0 0,1-1 1 0 0,-1 0-1 0 0,1 0 0 0 0,-1 0 0 0 0,0 1 0 0 0,1-1 0 0 0,-1 0 0 0 0,1 0 0 0 0,0 0 0 0 0,24 7 68 0 0,21 1-198 0 0,64 1 1 0 0,-29-13-2387 0 0,-66 2 190 0 0,0-1 0 0 0,30-9 0 0 0,-20 2-1026 0 0</inkml:trace>
</inkml:ink>
</file>

<file path=ppt/ink/ink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5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14 372 0 0,'16'-13'6032'0'0,"-6"15"-5580"0"0,0 1-1 0 0,0 1 1 0 0,-1 0-1 0 0,1 0 1 0 0,-1 1-1 0 0,0 0 1 0 0,13 10 0 0 0,58 52 713 0 0,-44-36-739 0 0,66 35 433 0 0,-100-64-842 0 0,-1-1 0 0 0,0 0-1 0 0,1 0 1 0 0,-1 0 0 0 0,0 0 0 0 0,1 0 0 0 0,-1 0-1 0 0,1 0 1 0 0,0-1 0 0 0,-1 1 0 0 0,1-1-1 0 0,0 1 1 0 0,-1-1 0 0 0,1 1 0 0 0,0-1-1 0 0,-1 0 1 0 0,1 0 0 0 0,0 0 0 0 0,0 0 0 0 0,-1 0-1 0 0,1 0 1 0 0,0 0 0 0 0,-1-1 0 0 0,3 0-1 0 0,-2 0-3 0 0,0 0-1 0 0,-1-1 1 0 0,1 1-1 0 0,-1 0 1 0 0,1-1-1 0 0,-1 0 1 0 0,0 1-1 0 0,0-1 1 0 0,0 0-1 0 0,0 0 1 0 0,0 1-1 0 0,0-1 1 0 0,0 0-1 0 0,-1 0 1 0 0,1 0-1 0 0,-1 0 1 0 0,1-3-1 0 0,1-3 0 0 0,-1 0-1 0 0,-1 0 0 0 0,1 0 0 0 0,-1 0 0 0 0,-1 0 1 0 0,1 0-1 0 0,-1 0 0 0 0,-1 0 0 0 0,-3-11 0 0 0,-21-25 60 0 0,11 23 52 0 0,14 19-102 0 0,0 2-16 0 0,0-1 1 0 0,0 0 0 0 0,-1 1-1 0 0,1-1 1 0 0,0 0-1 0 0,0 1 1 0 0,-1 0 0 0 0,1-1-1 0 0,0 1 1 0 0,-1 0 0 0 0,1 0-1 0 0,0-1 1 0 0,-1 1-1 0 0,1 0 1 0 0,0 1 0 0 0,-1-1-1 0 0,1 0 1 0 0,0 0-1 0 0,-2 1 1 0 0,-3 3 4 0 0,0 1 1 0 0,0 0-1 0 0,0 0 1 0 0,1 1-1 0 0,0 0 0 0 0,0 0 1 0 0,1 0-1 0 0,0 0 1 0 0,0 1-1 0 0,0-1 1 0 0,-3 10-1 0 0,-7 18 29 0 0,-10 40 1 0 0,5-14 1 0 0,17-56-32 0 0,1 0 0 0 0,-1 0 0 0 0,0-1 0 0 0,0 1 0 0 0,0 0 0 0 0,-1-1 1 0 0,1 0-1 0 0,-1 1 0 0 0,0-1 0 0 0,0 0 0 0 0,0-1 0 0 0,-1 1 0 0 0,1 0 0 0 0,0-1 0 0 0,-1 0 0 0 0,0 0 0 0 0,-6 3 0 0 0,8-4 8 0 0,-6-3 15 0 0,7 2-29 0 0,0 0 0 0 0,0 0 0 0 0,1 0 0 0 0,-1 0 0 0 0,0 0 0 0 0,0-1 0 0 0,0 1 0 0 0,0 0 1 0 0,0 0-1 0 0,1 0 0 0 0,-1-1 0 0 0,0 1 0 0 0,0-1 0 0 0,0 1 0 0 0,1 0 0 0 0,-1-1 0 0 0,0 1 1 0 0,0-1-1 0 0,1 0 0 0 0,-1 1 0 0 0,1-1 0 0 0,-1 0 0 0 0,0 1 0 0 0,1-1 0 0 0,-1 0 0 0 0,0-1 1 0 0,0 0-1 0 0,0-1 1 0 0,1 0-1 0 0,-1 0 0 0 0,1 0 1 0 0,-1 0-1 0 0,1 0 1 0 0,0 1-1 0 0,0-1 1 0 0,0 0-1 0 0,0 0 1 0 0,1 0-1 0 0,-1 0 1 0 0,1 0-1 0 0,0 0 0 0 0,0 1 1 0 0,0-1-1 0 0,2-4 1 0 0,1 0-3 0 0,-1 1 1 0 0,2 0-1 0 0,-1 0 1 0 0,1 1-1 0 0,-1 0 1 0 0,1-1-1 0 0,7-4 1 0 0,1 0 2 0 0,1 0 0 0 0,1 0 0 0 0,-1 1 0 0 0,2 1 0 0 0,23-10 0 0 0,-15 11-163 0 0,-1 0 0 0 0,1 1 0 0 0,32-3 1 0 0,31 4-7543 0 0,-64 6 4408 0 0</inkml:trace>
</inkml:ink>
</file>

<file path=ppt/ink/ink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7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19 348 0 0,'4'-18'11034'0'0,"-4"24"-10893"0"0,8 73 1971 0 0,-5 111 0 0 0,-3-181-1863 0 0,0-5-144 0 0,0 0-1 0 0,-1-1 0 0 0,1 1 1 0 0,-1 0-1 0 0,1 0 1 0 0,-1 0-1 0 0,0-1 1 0 0,-1 1-1 0 0,1-1 0 0 0,-3 5 1 0 0,3-6 40 0 0,0 4 508 0 0,2-4-1700 0 0,5-29-9508 0 0,-4 21 6986 0 0</inkml:trace>
</inkml:ink>
</file>

<file path=ppt/ink/ink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7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67 109 460 0 0,'0'-2'336'0'0,"0"-1"-1"0"0,0 0 1 0 0,1 1 0 0 0,-1-1-1 0 0,1 0 1 0 0,0 1 0 0 0,0-1-1 0 0,0 1 1 0 0,0-1 0 0 0,0 1-1 0 0,0-1 1 0 0,1 1-1 0 0,-1 0 1 0 0,1 0 0 0 0,0 0-1 0 0,0 0 1 0 0,0 0 0 0 0,0 0-1 0 0,0 0 1 0 0,0 0 0 0 0,0 1-1 0 0,0-1 1 0 0,1 1 0 0 0,2-2-1 0 0,3-2 57 0 0,1 0 0 0 0,-1 1 0 0 0,1-1 0 0 0,0 2 0 0 0,0-1 0 0 0,13-2-1 0 0,8-1 46 0 0,43-6 248 0 0,-70 13-666 0 0,1 0 0 0 0,0 0 1 0 0,-1 0-1 0 0,1 0 0 0 0,0 1 0 0 0,-1-1 0 0 0,1 1 0 0 0,-1 0 0 0 0,1 0 0 0 0,-1 0 1 0 0,1 0-1 0 0,-1 1 0 0 0,1-1 0 0 0,-1 1 0 0 0,0 0 0 0 0,4 3 0 0 0,-6-4-11 0 0,-1 0-1 0 0,1 1 0 0 0,0-1 1 0 0,-1 0-1 0 0,1 0 1 0 0,-1 1-1 0 0,1-1 0 0 0,-1 0 1 0 0,1 1-1 0 0,-1-1 0 0 0,0 1 1 0 0,0-1-1 0 0,0 0 1 0 0,0 1-1 0 0,0-1 0 0 0,0 1 1 0 0,0-1-1 0 0,0 0 1 0 0,0 1-1 0 0,-1-1 0 0 0,1 1 1 0 0,-1-1-1 0 0,1 0 0 0 0,-2 2 1 0 0,-16 32 99 0 0,3-16-65 0 0,-2 0-1 0 0,0-2 0 0 0,-1 0 1 0 0,-27 20-1 0 0,25-21-8 0 0,0 1-1 0 0,1 1 0 0 0,-25 29 1 0 0,44-46-28 0 0,0 0 1 0 0,-1 0-1 0 0,1 0 0 0 0,0 0 1 0 0,-1 0-1 0 0,1 0 1 0 0,0 0-1 0 0,0 0 0 0 0,0 0 1 0 0,0 0-1 0 0,0 0 1 0 0,0 0-1 0 0,0 0 0 0 0,0 0 1 0 0,1 0-1 0 0,-1 0 1 0 0,0 0-1 0 0,1 0 0 0 0,-1 0 1 0 0,0 0-1 0 0,1 0 1 0 0,-1 0-1 0 0,1 0 0 0 0,0 0 1 0 0,-1-1-1 0 0,1 1 1 0 0,0 0-1 0 0,-1 0 0 0 0,1-1 1 0 0,0 1-1 0 0,0-1 1 0 0,1 2-1 0 0,35 26 75 0 0,-23-19-56 0 0,-9-5-23 0 0,-1-1 0 0 0,0 1 0 0 0,0 0 0 0 0,0 0 0 0 0,0 1 0 0 0,-1-1 0 0 0,1 1 0 0 0,-1 0 0 0 0,0 0 0 0 0,-1 0 0 0 0,1 0 0 0 0,-1 0 0 0 0,0 1 0 0 0,0-1 0 0 0,0 7 0 0 0,-1-9 1 0 0,-1 1 1 0 0,0-1 0 0 0,-1 1-1 0 0,1-1 1 0 0,0 0-1 0 0,-1 1 1 0 0,0-1-1 0 0,0 0 1 0 0,0 1-1 0 0,0-1 1 0 0,-1 0-1 0 0,1 0 1 0 0,-1 0-1 0 0,0 0 1 0 0,0 0 0 0 0,0 0-1 0 0,0-1 1 0 0,0 1-1 0 0,0-1 1 0 0,-1 1-1 0 0,0-1 1 0 0,1 0-1 0 0,-1 0 1 0 0,0 0-1 0 0,-6 3 1 0 0,-1 0 44 0 0,0 1-1 0 0,-1-2 1 0 0,0 0 0 0 0,0 0 0 0 0,0-1-1 0 0,0 0 1 0 0,-1-1 0 0 0,1-1 0 0 0,-20 1-1 0 0,28-2-4 0 0,-38-8-323 0 0,37 6 858 0 0,2-1-2882 0 0,15-13-7889 0 0</inkml:trace>
</inkml:ink>
</file>

<file path=ppt/ink/ink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8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1 138 32 0 0,'0'0'1934'0'0,"4"-37"4925"0"0,14-13-2749 0 0,-17 48-3932 0 0,-1 1-136 0 0,1 0 1 0 0,-1-1 0 0 0,0 1 0 0 0,1 0-1 0 0,-1 0 1 0 0,1 0 0 0 0,0-1 0 0 0,-1 1-1 0 0,1 0 1 0 0,0 0 0 0 0,0 0 0 0 0,0 0-1 0 0,-1 0 1 0 0,1 0 0 0 0,0 0 0 0 0,0 1-1 0 0,0-1 1 0 0,1 0 0 0 0,-1 0 0 0 0,0 1-1 0 0,1-1 1 0 0,24-14 255 0 0,-16 12-236 0 0,-1 1-1 0 0,1 0 1 0 0,0 0-1 0 0,0 1 1 0 0,0 0-1 0 0,0 0 1 0 0,19 3-1 0 0,-25-2-55 0 0,0 0-1 0 0,-1 1 1 0 0,1-1-1 0 0,0 1 1 0 0,0 0-1 0 0,-1 0 0 0 0,1 0 1 0 0,0 1-1 0 0,-1-1 1 0 0,1 1-1 0 0,-1 0 0 0 0,0 0 1 0 0,1 0-1 0 0,-1 0 1 0 0,0 1-1 0 0,0-1 1 0 0,0 1-1 0 0,-1 0 0 0 0,1-1 1 0 0,-1 1-1 0 0,0 1 1 0 0,3 2-1 0 0,-4-3-2 0 0,-1 0-1 0 0,1-1 1 0 0,-1 1 0 0 0,1 0-1 0 0,-1 0 1 0 0,0 0 0 0 0,0 0-1 0 0,0-1 1 0 0,0 1 0 0 0,-1 0-1 0 0,1 0 1 0 0,-1 0 0 0 0,1-1-1 0 0,-1 1 1 0 0,0 0 0 0 0,-2 4-1 0 0,-27 44 41 0 0,13-24 2 0 0,15-24-35 0 0,1 0-1 0 0,-1 0 0 0 0,1 1 0 0 0,0-1 0 0 0,0 1 1 0 0,0-1-1 0 0,0 1 0 0 0,1-1 0 0 0,0 1 0 0 0,-1-1 1 0 0,1 1-1 0 0,1 0 0 0 0,-1-1 0 0 0,0 1 1 0 0,1-1-1 0 0,0 1 0 0 0,0-1 0 0 0,0 1 0 0 0,0-1 1 0 0,0 0-1 0 0,1 1 0 0 0,1 2 0 0 0,5 7-6 0 0,1-1 0 0 0,0-1 0 0 0,1 0 0 0 0,14 14 0 0 0,-15-17-7 0 0,0 1 0 0 0,0 1-1 0 0,-1-1 1 0 0,0 1-1 0 0,10 19 1 0 0,-17-27 14 0 0,0-1 0 0 0,-1 1 0 0 0,1-1 0 0 0,-1 1-1 0 0,1-1 1 0 0,-1 1 0 0 0,1-1 0 0 0,-1 1 0 0 0,0 0 0 0 0,0-1 0 0 0,0 1 0 0 0,0-1-1 0 0,0 1 1 0 0,0 0 0 0 0,-1-1 0 0 0,1 1 0 0 0,0-1 0 0 0,-1 1 0 0 0,1-1 0 0 0,-1 1-1 0 0,1-1 1 0 0,-1 1 0 0 0,0-1 0 0 0,0 0 0 0 0,0 1 0 0 0,0-1 0 0 0,0 0 0 0 0,0 0-1 0 0,0 1 1 0 0,0-1 0 0 0,0 0 0 0 0,0 0 0 0 0,-1 0 0 0 0,1 0 0 0 0,0-1 0 0 0,-1 1-1 0 0,1 0 1 0 0,-2 0 0 0 0,-9 4 50 0 0,1-1 0 0 0,-1 0 0 0 0,0-1 0 0 0,-16 2-1 0 0,-12 5 48 0 0,17-3-12 0 0,16-5-353 0 0,1 0 0 0 0,0 0 0 0 0,0 0 0 0 0,0 1 0 0 0,0 0 0 0 0,1 0 0 0 0,-1 0 0 0 0,-4 5 0 0 0,8-7-595 0 0</inkml:trace>
</inkml:ink>
</file>

<file path=ppt/ink/ink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9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67 492 0 0,'35'-28'4125'0'0,"-26"22"-3471"0"0,-1 1 0 0 0,1 1 0 0 0,0-1 1 0 0,0 2-1 0 0,1-1 0 0 0,-1 1 0 0 0,1 0 0 0 0,0 1 0 0 0,12-1 0 0 0,-21 3-621 0 0,1 0-1 0 0,-1 0 1 0 0,0 1-1 0 0,0-1 1 0 0,1 0-1 0 0,-1 1 1 0 0,0-1-1 0 0,0 1 1 0 0,0-1-1 0 0,0 1 1 0 0,0 0-1 0 0,0 0 1 0 0,0-1 0 0 0,0 1-1 0 0,0 0 1 0 0,0 0-1 0 0,0 0 1 0 0,-1 0-1 0 0,1 0 1 0 0,0 0-1 0 0,-1 0 1 0 0,1 0-1 0 0,0 0 1 0 0,-1 1-1 0 0,1-1 1 0 0,-1 0-1 0 0,0 0 1 0 0,1 0-1 0 0,-1 1 1 0 0,0-1-1 0 0,0 0 1 0 0,0 0-1 0 0,0 1 1 0 0,0-1-1 0 0,0 2 1 0 0,0 3 30 0 0,0-1 0 0 0,0 1 0 0 0,-1-1 1 0 0,0 1-1 0 0,0-1 0 0 0,-2 7 0 0 0,-25 45 271 0 0,21-46-239 0 0,1 0 1 0 0,1 1 0 0 0,0 0 0 0 0,-5 17 0 0 0,10-27-37 0 0,0-1 1 0 0,-1 1-1 0 0,1 0 1 0 0,0 0-1 0 0,1-1 1 0 0,-1 1-1 0 0,0 0 1 0 0,0 0-1 0 0,1-1 1 0 0,-1 1-1 0 0,1 0 0 0 0,-1-1 1 0 0,1 1-1 0 0,0-1 1 0 0,0 1-1 0 0,0-1 1 0 0,0 1-1 0 0,0-1 1 0 0,0 1-1 0 0,0-1 1 0 0,0 0-1 0 0,0 1 0 0 0,1-1 1 0 0,-1 0-1 0 0,0 0 1 0 0,1 0-1 0 0,-1 0 1 0 0,1 0-1 0 0,-1-1 1 0 0,1 1-1 0 0,0 0 1 0 0,-1-1-1 0 0,1 1 1 0 0,0-1-1 0 0,-1 1 0 0 0,1-1 1 0 0,3 0-1 0 0,10 3 68 0 0,-1-2 0 0 0,0 0 0 0 0,23-1 0 0 0,-26 0 22 0 0,12 1-321 0 0,0-2-1 0 0,0-1 1 0 0,41-8-1 0 0,-53 7-514 0 0,0-1 0 0 0,0 0-1 0 0,0-1 1 0 0,-1 0 0 0 0,1 0-1 0 0,-1-1 1 0 0,-1 0 0 0 0,1-1 0 0 0,14-14-1 0 0,42-46-3195 0 0,-28 12 4706 0 0,-37 52-617 0 0,0 1 0 0 0,0-1 1 0 0,1 1-1 0 0,-1 0 1 0 0,1 0-1 0 0,0 0 0 0 0,0 0 1 0 0,-1 0-1 0 0,1 0 1 0 0,0 0-1 0 0,1 0 0 0 0,-1 1 1 0 0,0-1-1 0 0,0 1 1 0 0,1-1-1 0 0,3 0 1 0 0,-4 1 181 0 0,26 16 722 0 0,-18-8-880 0 0,-1 2-1 0 0,0-1 1 0 0,-1 1 0 0 0,0 0-1 0 0,0 1 1 0 0,-1 0-1 0 0,0 0 1 0 0,-1 1-1 0 0,0 0 1 0 0,-1 0 0 0 0,0 0-1 0 0,-1 0 1 0 0,0 1-1 0 0,-1 0 1 0 0,4 22-1 0 0,-7-33-254 0 0,0 1-1 0 0,0 0 1 0 0,0 0-1 0 0,-1 0 0 0 0,1-1 1 0 0,0 1-1 0 0,-1 0 1 0 0,1 0-1 0 0,-1-1 1 0 0,0 1-1 0 0,0 0 1 0 0,1-1-1 0 0,-1 1 0 0 0,0-1 1 0 0,0 1-1 0 0,-1-1 1 0 0,1 0-1 0 0,0 1 1 0 0,0-1-1 0 0,-1 0 0 0 0,1 0 1 0 0,0 0-1 0 0,-1 0 1 0 0,1 0-1 0 0,-1 0 1 0 0,0 0-1 0 0,1 0 0 0 0,-1 0 1 0 0,0-1-1 0 0,1 1 1 0 0,-1-1-1 0 0,-2 1 1 0 0,-2 0-851 0 0,0-1 0 0 0,0 1 1 0 0,0-1-1 0 0,0 0 0 0 0,0-1 1 0 0,0 1-1 0 0,0-1 0 0 0,-7-2 1 0 0,-3-2-2410 0 0</inkml:trace>
</inkml:ink>
</file>

<file path=ppt/ink/ink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29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0 139 264 0 0,'128'-45'3616'0'0,"151"-48"4294"0"0,-277 93-8321 0 0,-40 10-8636 0 0</inkml:trace>
</inkml:ink>
</file>

<file path=ppt/ink/ink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31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1 410 200 0 0,'0'0'4008'0'0,"6"-1"-3865"0"0,114-12 435 0 0,147 2-1 0 0,-112 8-514 0 0,175-12 202 0 0,176-4 212 0 0,407-29-137 0 0,-423 17 0 0 0,404-30 536 0 0,-202 56-530 0 0,-374 7 63 0 0,490 15 233 0 0,-554-20-532 0 0,188 3 244 0 0,-98-11 110 0 0,-179 2-276 0 0,467-24 482 0 0,-63 18-198 0 0,165-13 303 0 0,882 0 609 0 0,-1408 28-1310 0 0,760-14 224 0 0,-629-2-238 0 0,234-8-37 0 0,-8-9 9 0 0,239 27 2228 0 0,-691 15-1413 0 0,-77-4-115 0 0,1-2-1 0 0,69-4 1 0 0,-64-5-269 0 0,-209 10-4239 0 0,-8-11-4629 0 0,92-2 4045 0 0</inkml:trace>
</inkml:ink>
</file>

<file path=ppt/ink/ink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34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41 748 0 0,'-35'-40'8829'0'0,"41"160"-7488"0"0,21 125 0 0 0,-11-124-1064 0 0,11 15-6 0 0,-12-69-134 0 0,1-19-150 0 0,-16-46-127 0 0,4 6-161 0 0,22-38-7828 0 0,-20 16 5676 0 0</inkml:trace>
</inkml:ink>
</file>

<file path=ppt/ink/ink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34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450 20 324 0 0,'0'-14'1289'0'0,"-4"9"2709"0"0,-25 76-2921 0 0,2 1 1 0 0,-28 123-1 0 0,3-9 18 0 0,-7 3-370 0 0,-48 142 244 0 0,64-180-603 0 0,-9 23 114 0 0,46-149-398 0 0,6-19-56 0 0,-1 0-1 0 0,-1-1 1 0 0,1 1 0 0 0,-1 0 0 0 0,0 0 0 0 0,-3 5-1 0 0,4-9-26 0 0,0 6 353 0 0,1-5-1750 0 0,8-30-5815 0 0,-3 10 4693 0 0</inkml:trace>
</inkml:ink>
</file>

<file path=ppt/ink/ink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36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1 267 236 0 0,'0'0'5564'0'0,"5"2"-5530"0"0,15 6-11 0 0,-14-6 92 0 0,42 11 1739 0 0,-31-11-1840 0 0,0-1 1 0 0,0 0-1 0 0,0-1 1 0 0,0 0-1 0 0,0-2 0 0 0,20-3 1 0 0,23-2 63 0 0,426-41 259 0 0,676-27-152 0 0,-546 48-170 0 0,-114-5-34 0 0,33-1 60 0 0,156 24 166 0 0,-664 7 319 0 0,0 0 0 0 0,1-2-1 0 0,29-7 1 0 0,118-20 2305 0 0,-173 30-2775 0 0,51-5 1342 0 0,-52 6-1174 0 0,-8 0-2558 0 0,-2 1 1685 0 0,-4 0-304 0 0,-6-2-3873 0 0,-6 0 1101 0 0</inkml:trace>
</inkml:ink>
</file>

<file path=ppt/ink/ink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0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20 428 0 0,'-9'-19'12618'0'0,"-11"39"-12328"0"0,1 2 0 0 0,1 0 0 0 0,1 1 0 0 0,1 1 0 0 0,1 1 0 0 0,1 0 1 0 0,2 1-1 0 0,-14 37 0 0 0,26-59-273 0 0,-1-2-15 0 0,1 0 1 0 0,0-1-1 0 0,0 1 0 0 0,1 0 1 0 0,-1-1-1 0 0,0 1 0 0 0,1 0 0 0 0,-1-1 1 0 0,0 1-1 0 0,1-1 0 0 0,0 1 1 0 0,-1-1-1 0 0,1 1 0 0 0,0-1 0 0 0,0 1 1 0 0,0-1-1 0 0,0 1 0 0 0,0-1 1 0 0,0 0-1 0 0,0 0 0 0 0,1 0 0 0 0,-1 0 1 0 0,0 0-1 0 0,1 0 0 0 0,-1 0 1 0 0,1 0-1 0 0,-1 0 0 0 0,1 0 1 0 0,-1-1-1 0 0,1 1 0 0 0,1 0 0 0 0,4 0 11 0 0,0 0 1 0 0,0 0-1 0 0,-1-1 0 0 0,1 0 0 0 0,13-1 0 0 0,-3 0-14 0 0,-11 1 9 0 0,1 1-1 0 0,-1-1 0 0 0,0-1 1 0 0,1 1-1 0 0,-1-1 0 0 0,0 0 0 0 0,1-1 1 0 0,-1 1-1 0 0,0-1 0 0 0,0 0 0 0 0,0-1 1 0 0,0 1-1 0 0,0-1 0 0 0,-1-1 1 0 0,1 1-1 0 0,-1-1 0 0 0,0 0 0 0 0,0 0 1 0 0,0 0-1 0 0,-1-1 0 0 0,1 1 1 0 0,5-10-1 0 0,17-43 12 0 0,-27 56-15 0 0,-11 26 16 0 0,0 1 7 0 0,2 1 1 0 0,-8 33-1 0 0,15-41-755 0 0,-4 32 1542 0 0,6-34-4175 0 0,1 2-4082 0 0</inkml:trace>
</inkml:ink>
</file>

<file path=ppt/ink/ink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1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38 512 0 0,'21'-38'12396'0'0,"-27"63"-12259"0"0,-4 4 208 0 0,-23 72 683 0 0,23-69-843 0 0,8-26-150 0 0,-7 38 208 0 0,9-43-235 0 0,0 1 0 0 0,0-1 0 0 0,0 1 0 0 0,1-1 0 0 0,-1 1 0 0 0,0-1 0 0 0,1 0-1 0 0,-1 1 1 0 0,0-1 0 0 0,1 1 0 0 0,0-1 0 0 0,-1 0 0 0 0,1 0 0 0 0,0 1 0 0 0,0-1 0 0 0,0 0 0 0 0,0 0-1 0 0,0 0 1 0 0,0 0 0 0 0,0 0 0 0 0,0 0 0 0 0,0 0 0 0 0,0 0 0 0 0,0 0 0 0 0,3 0 0 0 0,0 0 5 0 0,0-1-1 0 0,0 1 1 0 0,0-1 0 0 0,0 0 0 0 0,0 0-1 0 0,0-1 1 0 0,0 1 0 0 0,0-1 0 0 0,0 0 0 0 0,5-2-1 0 0,-1 1 8 0 0,-1-1-1 0 0,0 1 1 0 0,-1-2-1 0 0,1 1 0 0 0,0-1 1 0 0,-1 0-1 0 0,0 0 1 0 0,0-1-1 0 0,0 1 1 0 0,0-2-1 0 0,-1 1 0 0 0,0 0 1 0 0,0-1-1 0 0,0 0 1 0 0,4-8-1 0 0,-9 13 40 0 0,6-2-1 0 0,-4 2 134 0 0,-1 0 180 0 0,-1 6-298 0 0,0 30 79 0 0,-6 25-11 0 0,3-35-100 0 0,1 0 0 0 0,0 0 1 0 0,4 27-1 0 0,4-33 279 0 0,-2-7-2833 0 0,-3-2-6086 0 0</inkml:trace>
</inkml:ink>
</file>

<file path=ppt/ink/ink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2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14 308 0 0,'0'0'1007'0'0,"7"-13"9651"0"0,-12 41-10230 0 0,-1-1 0 0 0,-2 0 0 0 0,-1 0 0 0 0,-19 41-1 0 0,26-64-426 0 0,-12 49 365 0 0,13-50-342 0 0,1 0-1 0 0,-1 0 1 0 0,1 0-1 0 0,0 0 0 0 0,0 0 1 0 0,0 0-1 0 0,1 0 0 0 0,-1 0 1 0 0,1 0-1 0 0,0 0 1 0 0,-1 0-1 0 0,1 0 0 0 0,1-1 1 0 0,-1 1-1 0 0,2 3 0 0 0,-2-6-15 0 0,1 1 0 0 0,0 0 0 0 0,0-1 0 0 0,0 0 0 0 0,0 1-1 0 0,0-1 1 0 0,0 0 0 0 0,0 0 0 0 0,-1 0 0 0 0,1 0 0 0 0,0 0 0 0 0,0 0-1 0 0,0-1 1 0 0,0 1 0 0 0,0-1 0 0 0,0 1 0 0 0,-1-1 0 0 0,1 0 0 0 0,0 1-1 0 0,0-1 1 0 0,2-2 0 0 0,1 1 11 0 0,3-2-4 0 0,-1 1 1 0 0,1-1-1 0 0,-1 0 1 0 0,0 0-1 0 0,-1-1 1 0 0,13-11 0 0 0,21-13 69 0 0,-39 28-32 0 0,-2 10 0 0 0,-23 132 239 0 0,21-112 79 0 0,2-20-2732 0 0,0 2-5754 0 0</inkml:trace>
</inkml:ink>
</file>

<file path=ppt/ink/ink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2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24 128 0 0,'0'0'795'0'0,"25"-23"5265"0"0,-23 22-5962 0 0,0 1-1 0 0,0 0 0 0 0,0 0 0 0 0,0 0 0 0 0,0 0 1 0 0,0 1-1 0 0,0-1 0 0 0,0 0 0 0 0,0 1 0 0 0,0 0 1 0 0,0-1-1 0 0,-1 1 0 0 0,1 0 0 0 0,0 0 0 0 0,0 0 1 0 0,0 0-1 0 0,-1 0 0 0 0,1 0 0 0 0,-1 1 1 0 0,1-1-1 0 0,-1 0 0 0 0,1 1 0 0 0,-1-1 0 0 0,0 1 1 0 0,0 0-1 0 0,0-1 0 0 0,0 1 0 0 0,0 0 0 0 0,0 0 1 0 0,0 0-1 0 0,0 0 0 0 0,-1-1 0 0 0,1 1 1 0 0,-1 0-1 0 0,1 0 0 0 0,-1 0 0 0 0,0 0 0 0 0,0 0 1 0 0,0 0-1 0 0,0 3 0 0 0,5 44 1271 0 0,-5-47-1221 0 0,9 19 986 0 0,4-20-1042 0 0,1-1 0 0 0,-1-1 0 0 0,1 0 0 0 0,-1 0 1 0 0,25-8-1 0 0,8-3-8435 0 0,-32 8 5072 0 0</inkml:trace>
</inkml:ink>
</file>

<file path=ppt/ink/ink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2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4 320 0 0,'0'0'4682'0'0,"4"0"-4045"0"0,136 3 3609 0 0,-104-6-3743 0 0,-14 1-1639 0 0,-1 1-4096 0 0</inkml:trace>
</inkml:ink>
</file>

<file path=ppt/ink/ink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3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1 560 0 0,'0'0'4704'0'0,"-3"2"-3991"0"0,-1 3-335 0 0,0-1 0 0 0,0 1 0 0 0,0 0-1 0 0,0 1 1 0 0,1-1 0 0 0,0 0 0 0 0,0 1 0 0 0,0 0 0 0 0,-2 8 0 0 0,-16 63 1153 0 0,11-39-1584 0 0,4-5-1933 0 0,4-11-2256 0 0,1-10 1424 0 0</inkml:trace>
</inkml:ink>
</file>

<file path=ppt/ink/ink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3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1 212 540 0 0,'19'-37'4068'0'0,"-14"33"-3639"0"0,42-56 3258 0 0,-44 55-3492 0 0,0 1-1 0 0,0-1 1 0 0,-1 0-1 0 0,0 0 0 0 0,0 0 1 0 0,0-1-1 0 0,-1 1 1 0 0,1 0-1 0 0,-1-1 1 0 0,0 1-1 0 0,0-7 1 0 0,-2 11-164 0 0,1-1 1 0 0,0 0-1 0 0,0 1 1 0 0,0-1-1 0 0,-1 1 1 0 0,1-1-1 0 0,-1 0 1 0 0,0 1 0 0 0,1-1-1 0 0,-1 1 1 0 0,0 0-1 0 0,0-1 1 0 0,0 1-1 0 0,0 0 1 0 0,0-1-1 0 0,0 1 1 0 0,0 0-1 0 0,0 0 1 0 0,0 0-1 0 0,-1 0 1 0 0,1 0-1 0 0,0 0 1 0 0,-1 0 0 0 0,1 0-1 0 0,-1 1 1 0 0,1-1-1 0 0,-1 0 1 0 0,-2 0-1 0 0,-7-4 159 0 0,10 4-10 0 0,-9 4-109 0 0,9-3-68 0 0,1 0-1 0 0,-1-1 0 0 0,1 1 1 0 0,-1 0-1 0 0,0 0 1 0 0,1 0-1 0 0,-1 0 0 0 0,1 0 1 0 0,-1 0-1 0 0,0 0 1 0 0,1 1-1 0 0,-1-1 0 0 0,1 0 1 0 0,-1 0-1 0 0,1 0 1 0 0,-1 1-1 0 0,1-1 0 0 0,-1 0 1 0 0,1 0-1 0 0,-1 1 0 0 0,1-1 1 0 0,-1 0-1 0 0,1 1 1 0 0,-1-1-1 0 0,1 1 0 0 0,-1 0 1 0 0,-6 24 104 0 0,11 18-30 0 0,8 1-50 0 0,-2-19-7 0 0,5 10 24 0 0,-1-6-16 0 0,-2 1 0 0 0,14 51 0 0 0,-26-79-25 0 0,0-1 1 0 0,1 1 0 0 0,-1-1 0 0 0,0 1 0 0 0,0-1 0 0 0,0 1 0 0 0,0 0-1 0 0,0-1 1 0 0,-1 1 0 0 0,1-1 0 0 0,0 1 0 0 0,-1-1 0 0 0,1 1 0 0 0,-1-1 0 0 0,1 1-1 0 0,-1-1 1 0 0,0 1 0 0 0,1-1 0 0 0,-1 0 0 0 0,0 0 0 0 0,0 1 0 0 0,0-1 0 0 0,0 0-1 0 0,0 0 1 0 0,-1 0 0 0 0,1 0 0 0 0,0 0 0 0 0,0 0 0 0 0,-1 0 0 0 0,-1 1 0 0 0,2-2 34 0 0,-22-6 33 0 0,21 4-60 0 0,0 0 0 0 0,-1 0 0 0 0,1 1 0 0 0,0-1 0 0 0,0-1 0 0 0,0 1 0 0 0,0 0 0 0 0,1 0 0 0 0,-1-1 0 0 0,1 1 0 0 0,-1-1 0 0 0,1 1 0 0 0,0-1 0 0 0,0 0 0 0 0,0 0 0 0 0,0 1 0 0 0,0-1 0 0 0,1 0 0 0 0,0 0 0 0 0,-1 0 0 0 0,1 0 0 0 0,0 1 0 0 0,0-1 0 0 0,0 0 0 0 0,1 0 1 0 0,-1 0-1 0 0,1 0 0 0 0,-1 0 0 0 0,1 1 0 0 0,0-1 0 0 0,0 0 0 0 0,3-4 0 0 0,4-7-791 0 0,0 1 1 0 0,1-1 0 0 0,1 2-1 0 0,20-22 1 0 0,-11 12-3650 0 0,-11 12 1557 0 0</inkml:trace>
</inkml:ink>
</file>

<file path=ppt/ink/ink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4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42 228 0 0,'54'-37'5216'0'0,"-54"37"-5146"0"0,1-1 1 0 0,0 1 0 0 0,0-1-1 0 0,0 1 1 0 0,0-1 0 0 0,-1 1-1 0 0,1-1 1 0 0,0 1 0 0 0,0 0-1 0 0,0 0 1 0 0,0-1 0 0 0,0 1-1 0 0,0 0 1 0 0,0 0 0 0 0,0 0-1 0 0,0 0 1 0 0,0 0 0 0 0,0 0-1 0 0,0 0 1 0 0,0 1 0 0 0,0-1-1 0 0,0 0 1 0 0,0 0 0 0 0,0 1-1 0 0,0-1 1 0 0,0 1 0 0 0,-1-1-1 0 0,1 1 1 0 0,0-1 0 0 0,0 1-1 0 0,0-1 1 0 0,-1 1 0 0 0,1 0-1 0 0,0-1 1 0 0,0 1 0 0 0,-1 0-1 0 0,1 0 1 0 0,-1-1-1 0 0,1 1 1 0 0,-1 0 0 0 0,1 1-1 0 0,1 2 95 0 0,0-1-1 0 0,-1 1 0 0 0,1-1 0 0 0,-1 1 1 0 0,0-1-1 0 0,0 1 0 0 0,0 0 0 0 0,0 6 1 0 0,-1-4-34 0 0,0 12 638 0 0,0-1 1 0 0,-5 31-1 0 0,4-46-580 0 0,14 17 1320 0 0,0-20-1262 0 0,1-1 1 0 0,-1 0-1 0 0,0-2 1 0 0,21-7-1 0 0,32-7-412 0 0,-58 17-612 0 0,6-1-1071 0 0,-6 3-4169 0 0</inkml:trace>
</inkml:ink>
</file>

<file path=ppt/ink/ink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4.3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1 304 0 0,'34'18'5081'0'0,"10"-9"-3794"0"0,0-2 0 0 0,0-2 1 0 0,48 0-1 0 0,-56-13-3318 0 0,-30 6 1529 0 0</inkml:trace>
</inkml:ink>
</file>

<file path=ppt/ink/ink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4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3 236 0 0,'-2'-1'260'0'0,"-1"1"0"0"0,1-1-1 0 0,0 1 1 0 0,-1 0 0 0 0,1 0 0 0 0,-1 0 0 0 0,1 0-1 0 0,-1 0 1 0 0,1 1 0 0 0,-1-1 0 0 0,1 1-1 0 0,0-1 1 0 0,-1 1 0 0 0,1 0 0 0 0,0 0 0 0 0,-1 0-1 0 0,1 0 1 0 0,0 1 0 0 0,0-1 0 0 0,0 0 0 0 0,0 1-1 0 0,0 0 1 0 0,0-1 0 0 0,1 1 0 0 0,-1 0 0 0 0,0 0-1 0 0,1 0 1 0 0,0 0 0 0 0,-1 0 0 0 0,1 0-1 0 0,0 0 1 0 0,0 1 0 0 0,-1 2 0 0 0,-10 30 539 0 0,-5 19 499 0 0,0 7-7572 0 0,15-49 3522 0 0</inkml:trace>
</inkml:ink>
</file>

<file path=ppt/ink/ink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5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26 492 0 0,'-5'-9'8420'0'0,"8"7"-8257"0"0,0 0 0 0 0,1 0-1 0 0,-1 0 1 0 0,1 1 0 0 0,0-1-1 0 0,-1 1 1 0 0,1 0 0 0 0,0 0 0 0 0,0 0-1 0 0,0 1 1 0 0,0-1 0 0 0,-1 1 0 0 0,1 0-1 0 0,0 0 1 0 0,0 0 0 0 0,0 1-1 0 0,0-1 1 0 0,0 1 0 0 0,4 1 0 0 0,-5-1-127 0 0,-1 0 0 0 0,0 0 0 0 0,1 0 0 0 0,-1 0 0 0 0,0 0 1 0 0,0 1-1 0 0,0-1 0 0 0,0 1 0 0 0,0-1 0 0 0,0 1 0 0 0,0 0 1 0 0,-1-1-1 0 0,1 1 0 0 0,-1 0 0 0 0,1 0 0 0 0,-1 0 0 0 0,0 1 0 0 0,1-1 1 0 0,-1 0-1 0 0,0 0 0 0 0,-1 1 0 0 0,1-1 0 0 0,0 0 0 0 0,-1 1 1 0 0,1-1-1 0 0,-1 1 0 0 0,0-1 0 0 0,0 1 0 0 0,1-1 0 0 0,-2 1 1 0 0,1-1-1 0 0,-1 5 0 0 0,-1 3 35 0 0,-1-1 0 0 0,0 1 0 0 0,-1-1 0 0 0,0 0 0 0 0,0 0 0 0 0,-1 0 0 0 0,0-1 0 0 0,-1 1 1 0 0,0-1-1 0 0,0-1 0 0 0,-14 15 0 0 0,-12 15 469 0 0,32-36-518 0 0,-1-1 0 0 0,1 0 0 0 0,-1 1 0 0 0,1-1 0 0 0,0 1 1 0 0,-1-1-1 0 0,1 1 0 0 0,-1-1 0 0 0,1 1 0 0 0,0-1 0 0 0,0 1 0 0 0,-1-1 1 0 0,1 1-1 0 0,0-1 0 0 0,0 1 0 0 0,0 0 0 0 0,-1-1 0 0 0,1 1 1 0 0,0-1-1 0 0,0 1 0 0 0,0 0 0 0 0,0-1 0 0 0,0 1 0 0 0,0 0 0 0 0,0-1 1 0 0,1 1-1 0 0,-1-1 0 0 0,0 1 0 0 0,0 0 0 0 0,0-1 0 0 0,0 1 1 0 0,1-1-1 0 0,-1 1 0 0 0,0-1 0 0 0,1 1 0 0 0,-1-1 0 0 0,0 1 0 0 0,2 0 1 0 0,0 0 15 0 0,0 0 1 0 0,0 0 0 0 0,1 0-1 0 0,-1 0 1 0 0,0-1-1 0 0,1 1 1 0 0,-1-1 0 0 0,0 0-1 0 0,1 1 1 0 0,3-1 0 0 0,64-6 304 0 0,-70 6-340 0 0,25-4-505 0 0,50-14-1 0 0,-65 15-1272 0 0,-1-1 1 0 0,1 0-1 0 0,-1-1 1 0 0,15-9-1 0 0,-11 4-1887 0 0</inkml:trace>
</inkml:ink>
</file>

<file path=ppt/ink/ink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5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14 560 0 0,'13'-3'784'0'0,"0"0"1"0"0,0 0-1 0 0,0 1 0 0 0,0 0 0 0 0,1 1 0 0 0,-1 1 1 0 0,23 2-1 0 0,-33-1-654 0 0,1-1 0 0 0,-1 1 0 0 0,1 0 0 0 0,-1 0 0 0 0,0 0-1 0 0,1 1 1 0 0,-1-1 0 0 0,0 1 0 0 0,0 0 0 0 0,0 0 0 0 0,0 0 0 0 0,-1 0 0 0 0,1 0 0 0 0,0 1 0 0 0,-1-1 0 0 0,0 1 0 0 0,1 0 0 0 0,-1 0 0 0 0,0 0 0 0 0,0 0 0 0 0,-1 0-1 0 0,1 0 1 0 0,-1 0 0 0 0,1 0 0 0 0,-1 1 0 0 0,0-1 0 0 0,0 0 0 0 0,-1 1 0 0 0,1-1 0 0 0,-1 1 0 0 0,0-1 0 0 0,1 1 0 0 0,-2 6 0 0 0,0 2 300 0 0,0 1 0 0 0,-1-1 1 0 0,-6 20-1 0 0,-1 9 1055 0 0,9-40-1455 0 0,0 0-1 0 0,0 0 1 0 0,0 0 0 0 0,0-1 0 0 0,0 1-1 0 0,1 0 1 0 0,-1 0 0 0 0,0-1-1 0 0,0 1 1 0 0,0 0 0 0 0,1 0-1 0 0,-1-1 1 0 0,0 1 0 0 0,1 0 0 0 0,-1-1-1 0 0,1 1 1 0 0,-1 0 0 0 0,1-1-1 0 0,-1 1 1 0 0,1-1 0 0 0,-1 1-1 0 0,1-1 1 0 0,0 1 0 0 0,-1-1 0 0 0,1 1-1 0 0,0-1 1 0 0,-1 0 0 0 0,1 1-1 0 0,0-1 1 0 0,0 0 0 0 0,-1 0 0 0 0,1 1-1 0 0,0-1 1 0 0,0 0 0 0 0,-1 0-1 0 0,1 0 1 0 0,0 0 0 0 0,0 0-1 0 0,1 0 1 0 0,34-2 393 0 0,161-30-485 0 0,-66 2-8477 0 0,-87 18 4339 0 0</inkml:trace>
</inkml:ink>
</file>

<file path=ppt/ink/ink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7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53 620 0 0,'4'-7'1316'0'0,"-4"2"2248"0"0,1-19 2711 0 0,-10 13-5539 0 0,7 6 2587 0 0,16 24-3292 0 0,-1 1 0 0 0,0 1 0 0 0,-1 0 0 0 0,-1 1-1 0 0,-2 0 1 0 0,9 27 0 0 0,-11-31-7 0 0,77 177 93 0 0,11 27-198 0 0,-68-157 100 0 0,-27-63-51 0 0,20-41-10772 0 0,-17 25 7827 0 0</inkml:trace>
</inkml:ink>
</file>

<file path=ppt/ink/ink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7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292 99 384 0 0,'17'-89'5705'0'0,"-13"80"-2331"0"0,-9 57-2563 0 0,-123 527 2478 0 0,90-425-2762 0 0,5-8-124 0 0,5-24-115 0 0,9-41-132 0 0,3-13 19 0 0,-6 20 98 0 0,4-33-150 0 0,17-49-62 0 0,-2 4 222 0 0,1-4-787 0 0,3-6-2614 0 0,2-8 2639 0 0,8-36-5711 0 0,-7 29 3061 0 0</inkml:trace>
</inkml:ink>
</file>

<file path=ppt/ink/ink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49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7 203 280 0 0,'0'0'4236'0'0,"-6"-5"-3798"0"0,7 1 2144 0 0,10-1-2565 0 0,-8 4-3 0 0,48-3 82 0 0,45 1-93 0 0,32-6 66 0 0,210-5-64 0 0,10 0-16 0 0,-341 14 10 0 0,555-7 34 0 0,24-30-41 0 0,-301 16 16 0 0,403-21-20 0 0,-264 25 23 0 0,-279 13 75 0 0,155 5 295 0 0,-122 0-185 0 0,-64 0-66 0 0,441-7 1191 0 0,-414-4-41 0 0,-116 7-3297 0 0,-51 6-1748 0 0,4 3 741 0 0</inkml:trace>
</inkml:ink>
</file>

<file path=ppt/ink/ink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2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34 88 0 0,'0'0'823'0'0,"1"-9"421"0"0,-1 3 1823 0 0,0 5-2943 0 0,1 1 1 0 0,-1-1 0 0 0,0 0-1 0 0,0 1 1 0 0,0-1 0 0 0,0 1-1 0 0,0-1 1 0 0,-1 0-1 0 0,1 1 1 0 0,0-1 0 0 0,0 0-1 0 0,0 1 1 0 0,0-1 0 0 0,-1 1-1 0 0,1-1 1 0 0,0 0-1 0 0,-1 1 1 0 0,1-1 0 0 0,0 1-1 0 0,-1-1 1 0 0,1 1-1 0 0,0-1 1 0 0,-1 1 0 0 0,1-1-1 0 0,-1 1 1 0 0,1 0 0 0 0,-1-1-1 0 0,0 1 1 0 0,1-1-1 0 0,-1 1 1 0 0,1 0 0 0 0,-1 0-1 0 0,1-1 1 0 0,-1 1 0 0 0,0 0-1 0 0,1 0 1 0 0,-1 0-1 0 0,0 0 1 0 0,1 0 0 0 0,-1 0-1 0 0,0 0 1 0 0,0 0 0 0 0,-3 1 66 0 0,0 0 1 0 0,0 0 0 0 0,0 0 0 0 0,0 0-1 0 0,1 1 1 0 0,-1 0 0 0 0,0 0 0 0 0,-3 2-1 0 0,-5 4 72 0 0,1 0 0 0 0,-1 1-1 0 0,-18 19 1 0 0,28-26-233 0 0,0 1 1 0 0,0-1 0 0 0,0 0-1 0 0,1 1 1 0 0,-1 0 0 0 0,1-1-1 0 0,-1 1 1 0 0,1 0 0 0 0,0 0-1 0 0,0 0 1 0 0,0 0 0 0 0,0-1-1 0 0,1 1 1 0 0,-1 1 0 0 0,1-1-1 0 0,0 0 1 0 0,0 0 0 0 0,0 0-1 0 0,0 0 1 0 0,0 0 0 0 0,1 0-1 0 0,-1 0 1 0 0,3 5 0 0 0,1 0 8 0 0,0 0-1 0 0,1-1 1 0 0,0 1 0 0 0,0-1 0 0 0,1 0 0 0 0,10 9 0 0 0,-8-7-13 0 0,7 7-2 0 0,0 2-1 0 0,24 36 1 0 0,-36-50 35 0 0,-1-1 0 0 0,0 1 0 0 0,1 0-1 0 0,-2 0 1 0 0,1 0 0 0 0,0 1 0 0 0,-1-1 0 0 0,0 0-1 0 0,0 0 1 0 0,0 1 0 0 0,0-1 0 0 0,-1 1-1 0 0,1-1 1 0 0,-1 1 0 0 0,-1-1 0 0 0,1 1 0 0 0,0-1-1 0 0,-1 1 1 0 0,0-1 0 0 0,0 0 0 0 0,-1 1-1 0 0,-1 3 1 0 0,0-4 45 0 0,0 0 1 0 0,0 0-1 0 0,0 0 0 0 0,-1-1 1 0 0,0 0-1 0 0,1 1 0 0 0,-1-1 1 0 0,0-1-1 0 0,-1 1 0 0 0,1-1 1 0 0,0 1-1 0 0,-1-1 0 0 0,1 0 1 0 0,-7 1-1 0 0,9-3-32 0 0,-2 1-31 0 0,0 0-1 0 0,0 0 1 0 0,0-1 0 0 0,0 0 0 0 0,0 0 0 0 0,-1 0-1 0 0,1 0 1 0 0,0-1 0 0 0,0 1 0 0 0,0-1 0 0 0,-6-2-1 0 0,7 2-27 0 0,2 1-223 0 0,0 0 0 0 0,-1-1-1 0 0,1 1 1 0 0,-1-1 0 0 0,1 1 0 0 0,-1-1 0 0 0,1 0-1 0 0,0 1 1 0 0,0-1 0 0 0,-1 0 0 0 0,1 0 0 0 0,0 0-1 0 0,0 0 1 0 0,0 0 0 0 0,0 0 0 0 0,0 0 0 0 0,0 0 0 0 0,0-1-1 0 0,0 1 1 0 0,1 0 0 0 0,-1 0 0 0 0,-1-2 0 0 0,7-27-6946 0 0,-2 16 3801 0 0</inkml:trace>
</inkml:ink>
</file>

<file path=ppt/ink/ink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2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21 220 0 0,'54'-8'5665'0'0,"-26"3"-4158"0"0,-17 3-1054 0 0,0-1 0 0 0,0 2 0 0 0,0 0 0 0 0,0 0 0 0 0,0 1 1 0 0,18 2-1 0 0,-27-1-651 0 0,8 0-1232 0 0</inkml:trace>
</inkml:ink>
</file>

<file path=ppt/ink/ink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3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84 0 0,'5'-3'462'0'0,"0"0"-1"0"0,0 0 1 0 0,0 1 0 0 0,0-1 0 0 0,0 1-1 0 0,0 0 1 0 0,0 0 0 0 0,1 1 0 0 0,-1 0-1 0 0,11-1 1 0 0,-14 2-117 0 0,4 5 215 0 0,-5-5-534 0 0,-1 0 0 0 0,1 0 1 0 0,0 1-1 0 0,-1-1 0 0 0,1 0 1 0 0,-1 0-1 0 0,1 1 0 0 0,-1-1 0 0 0,1 0 1 0 0,-1 1-1 0 0,1-1 0 0 0,-1 0 0 0 0,1 1 1 0 0,-1-1-1 0 0,0 1 0 0 0,1-1 1 0 0,-1 1-1 0 0,0-1 0 0 0,1 1 0 0 0,-1-1 1 0 0,0 1-1 0 0,0-1 0 0 0,1 1 1 0 0,-1-1-1 0 0,0 1 0 0 0,0 0 0 0 0,0-1 1 0 0,0 2-1 0 0,-8 49 1560 0 0,5-42-1241 0 0,1-1 1 0 0,1 1-1 0 0,-1 0 0 0 0,1 0 1 0 0,1 0-1 0 0,1 16 1 0 0,0-24-323 0 0,0 0 1 0 0,0 0 0 0 0,0 0-1 0 0,0 0 1 0 0,0 0-1 0 0,0-1 1 0 0,1 1 0 0 0,-1-1-1 0 0,0 1 1 0 0,0-1 0 0 0,1 1-1 0 0,-1-1 1 0 0,0 0-1 0 0,1 1 1 0 0,-1-1 0 0 0,1 0-1 0 0,-1 0 1 0 0,0 0 0 0 0,2 0-1 0 0,21 0 90 0 0,57 1-819 0 0,-29-4-5305 0 0,-37 2 3365 0 0</inkml:trace>
</inkml:ink>
</file>

<file path=ppt/ink/ink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3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2 896 0 0,'-4'-2'9664'0'0,"95"3"-9059"0"0,119 18 0 0 0,-204-18-1687 0 0,2-1 1320 0 0,0-1-4522 0 0,-6 1 2808 0 0,12-3-1430 0 0</inkml:trace>
</inkml:ink>
</file>

<file path=ppt/ink/ink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3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1 348 0 0,'0'0'4697'0'0,"-3"2"-4017"0"0,0 0-461 0 0,0 1 0 0 0,0 0 0 0 0,1 0 0 0 0,-1 0 0 0 0,0 0 0 0 0,1 0 0 0 0,0 1 1 0 0,0-1-1 0 0,0 1 0 0 0,0 0 0 0 0,1-1 0 0 0,-1 1 0 0 0,-1 7 0 0 0,-12 67 1429 0 0,-1-4-1379 0 0,12-54-1480 0 0,-3 4-3750 0 0</inkml:trace>
</inkml:ink>
</file>

<file path=ppt/ink/ink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4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76 468 0 0,'17'-43'10478'0'0,"9"33"-9323"0"0,16-4-441 0 0,-40 13-638 0 0,23-3 342 0 0,-24 3-430 0 0,0 1 1 0 0,-1 0-1 0 0,1-1 1 0 0,-1 1-1 0 0,1 0 1 0 0,0 0-1 0 0,-1-1 0 0 0,1 1 1 0 0,0 0-1 0 0,-1 0 1 0 0,1 0-1 0 0,0 0 0 0 0,-1 0 1 0 0,1 0-1 0 0,0 0 1 0 0,-1 0-1 0 0,1 0 0 0 0,0 0 1 0 0,-1 0-1 0 0,1 1 1 0 0,0-1-1 0 0,-1 0 1 0 0,1 0-1 0 0,-1 1 0 0 0,1-1 1 0 0,0 0-1 0 0,-1 1 1 0 0,1-1-1 0 0,-1 0 0 0 0,1 1 1 0 0,-35 30-1876 0 0,5-16-4310 0 0</inkml:trace>
</inkml:ink>
</file>

<file path=ppt/ink/ink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4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59 224 0 0,'-1'-1'261'0'0,"1"0"-1"0"0,0-1 1 0 0,-1 1 0 0 0,1 0-1 0 0,0 0 1 0 0,0-1 0 0 0,0 1-1 0 0,0 0 1 0 0,0 0 0 0 0,0-1-1 0 0,0 1 1 0 0,0 0 0 0 0,0 0-1 0 0,1-1 1 0 0,-1 1 0 0 0,0 0-1 0 0,1 0 1 0 0,-1-1 0 0 0,1 1-1 0 0,0 0 1 0 0,-1 0-1 0 0,1 0 1 0 0,0 0 0 0 0,0 0-1 0 0,-1 0 1 0 0,1 0 0 0 0,0 0-1 0 0,2-1 1 0 0,0 0 10 0 0,1-1 0 0 0,0 1 0 0 0,0 0-1 0 0,0 0 1 0 0,0 1 0 0 0,1-1 0 0 0,-1 1 0 0 0,7-2 0 0 0,4 1-75 0 0,-1 0 0 0 0,1 1 0 0 0,0 1 0 0 0,22 1 0 0 0,-33 0-150 0 0,0-1 1 0 0,0 1-1 0 0,0 0 1 0 0,0 0-1 0 0,0 1 1 0 0,0-1-1 0 0,0 1 0 0 0,0 0 1 0 0,0 0-1 0 0,-1 0 1 0 0,1 0-1 0 0,-1 1 1 0 0,0-1-1 0 0,0 1 0 0 0,4 3 1 0 0,-6-4-32 0 0,1 1 0 0 0,-1-1 0 0 0,0 0 0 0 0,1 1 0 0 0,-1-1 1 0 0,0 0-1 0 0,0 1 0 0 0,-1 0 0 0 0,1-1 0 0 0,0 1 0 0 0,-1-1 0 0 0,0 1 0 0 0,1 0 0 0 0,-1-1 1 0 0,0 1-1 0 0,0 0 0 0 0,-1-1 0 0 0,1 1 0 0 0,0-1 0 0 0,-1 1 0 0 0,0 0 0 0 0,0-1 1 0 0,1 1-1 0 0,-3 2 0 0 0,2-2-4 0 0,0 1 1 0 0,0-1-1 0 0,1 0 0 0 0,-1 1 1 0 0,1-1-1 0 0,0 1 1 0 0,0-1-1 0 0,0 1 0 0 0,0-1 1 0 0,1 0-1 0 0,-1 1 0 0 0,1-1 1 0 0,0 1-1 0 0,2 3 1 0 0,22 49 19 0 0,-14-34-8 0 0,-8-16-17 0 0,0 0-1 0 0,-1 1 1 0 0,0-1-1 0 0,0 1 1 0 0,0-1 0 0 0,-1 1-1 0 0,1 0 1 0 0,-2-1-1 0 0,1 1 1 0 0,-1 0 0 0 0,-1 12-1 0 0,0-15 0 0 0,0 0 0 0 0,-1 0 0 0 0,1 0 0 0 0,-1 0 0 0 0,0 0 0 0 0,0 0 0 0 0,0-1 0 0 0,-1 1 0 0 0,1-1 0 0 0,-1 1 0 0 0,0-1 0 0 0,0 0 0 0 0,0 0 0 0 0,0 0 0 0 0,0-1 0 0 0,-1 1 0 0 0,1-1 0 0 0,-1 0 0 0 0,-5 3 0 0 0,-1 1 7 0 0,-1-1 1 0 0,0 0-1 0 0,0-1 0 0 0,-1 0 1 0 0,0-1-1 0 0,1 0 0 0 0,-16 1 1 0 0,25-3-19 0 0,1-1-110 0 0,0 0 1 0 0,0 0-1 0 0,-1 0 0 0 0,1 0 1 0 0,0 0-1 0 0,0 0 0 0 0,0 0 0 0 0,0 0 1 0 0,-1 0-1 0 0,1-1 0 0 0,0 1 1 0 0,0 0-1 0 0,0-1 0 0 0,0 1 1 0 0,0-1-1 0 0,0 1 0 0 0,0-1 0 0 0,0 0 1 0 0,-1 0-1 0 0</inkml:trace>
</inkml:ink>
</file>

<file path=ppt/ink/ink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5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78 720 0 0,'3'-23'5689'0'0,"-4"21"-5550"0"0,1-1-1 0 0,-1 0 0 0 0,0 1 1 0 0,0-1-1 0 0,0 1 1 0 0,0-1-1 0 0,0 1 0 0 0,0 0 1 0 0,-1-1-1 0 0,1 1 0 0 0,-1 0 1 0 0,0 0-1 0 0,1 0 1 0 0,-1 0-1 0 0,0 0 0 0 0,0 0 1 0 0,0 0-1 0 0,-1 1 1 0 0,1-1-1 0 0,0 1 0 0 0,0 0 1 0 0,-1 0-1 0 0,1 0 0 0 0,-1 0 1 0 0,0 0-1 0 0,1 0 1 0 0,-1 0-1 0 0,1 1 0 0 0,-1-1 1 0 0,-5 1-1 0 0,1-1 11 0 0,-1 1 0 0 0,0-1 0 0 0,1 2 0 0 0,-1-1 0 0 0,0 1 0 0 0,1 0 1 0 0,-1 0-1 0 0,1 1 0 0 0,-1 0 0 0 0,1 1 0 0 0,-7 3 0 0 0,12-6-131 0 0,0 1 0 0 0,1-1 0 0 0,-1 1 0 0 0,0 0 0 0 0,1-1 0 0 0,-1 1 0 0 0,1 0 0 0 0,-1 0 0 0 0,1 0 0 0 0,0 0 0 0 0,-1 1 0 0 0,1-1 0 0 0,0 0 0 0 0,0 0 0 0 0,0 1 0 0 0,0-1 0 0 0,0 1 0 0 0,0-1 0 0 0,0 1 0 0 0,0-1 0 0 0,0 1 0 0 0,1 0 0 0 0,-1-1 0 0 0,1 1 0 0 0,-1 0 0 0 0,1-1 0 0 0,0 1 0 0 0,0 0 0 0 0,0 0 0 0 0,0-1 0 0 0,0 1 0 0 0,0 0 0 0 0,0 0 0 0 0,0-1 0 0 0,1 1 0 0 0,-1 0 0 0 0,1 2 0 0 0,3 1 11 0 0,-1 1 0 0 0,0-1 1 0 0,1 0-1 0 0,0 0 0 0 0,0 0 1 0 0,1-1-1 0 0,0 0 0 0 0,-1 0 1 0 0,7 4-1 0 0,-7-5-20 0 0,0 0 0 0 0,0 0 1 0 0,0 1-1 0 0,0-1 0 0 0,-1 1 0 0 0,1 0 0 0 0,-1 0 0 0 0,0 0 0 0 0,0 1 0 0 0,-1-1 0 0 0,1 1 0 0 0,-1-1 1 0 0,0 1-1 0 0,0 0 0 0 0,0 0 0 0 0,-1 0 0 0 0,0 0 0 0 0,0 0 0 0 0,1 8 0 0 0,-3-3 61 0 0,0-1-1 0 0,0 1 1 0 0,-1 0 0 0 0,0-1-1 0 0,-1 0 1 0 0,0 1 0 0 0,-1-1-1 0 0,1 0 1 0 0,-9 13-1 0 0,-48 107-1857 0 0,59-127 701 0 0,1 8-4576 0 0</inkml:trace>
</inkml:ink>
</file>

<file path=ppt/ink/ink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6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62 197 332 0 0,'33'-22'3265'0'0,"-14"11"-2034"0"0,-1-2-1 0 0,-1-1 1 0 0,0 0 0 0 0,18-20-1 0 0,-34 32-1173 0 0,0 0 1 0 0,-1 0-1 0 0,1 0 0 0 0,0 0 0 0 0,0 0 0 0 0,-1 0 1 0 0,1 0-1 0 0,-1-1 0 0 0,0 1 0 0 0,0 0 0 0 0,0 0 0 0 0,0 0 1 0 0,0-1-1 0 0,0 1 0 0 0,0 0 0 0 0,-1 0 0 0 0,1 0 1 0 0,-1 0-1 0 0,0 0 0 0 0,1 0 0 0 0,-1-1 0 0 0,0 2 0 0 0,0-1 1 0 0,-1 0-1 0 0,-1-3 0 0 0,0 2-19 0 0,0 0 0 0 0,0 1 1 0 0,-1-1-1 0 0,1 1 0 0 0,-1-1 0 0 0,0 1 1 0 0,0 0-1 0 0,0 0 0 0 0,0 1 0 0 0,0-1 0 0 0,0 1 1 0 0,0 0-1 0 0,-1 0 0 0 0,1 0 0 0 0,0 1 1 0 0,-1-1-1 0 0,-5 1 0 0 0,1-1 19 0 0,7 1-20 0 0,-26 14 78 0 0,25-11-106 0 0,1 1 0 0 0,0-1 0 0 0,0 0 0 0 0,0 1 0 0 0,0-1 0 0 0,1 1 0 0 0,-1 0 0 0 0,1 0 0 0 0,0-1 0 0 0,0 1 0 0 0,0 0 0 0 0,1 0 0 0 0,-1 0 0 0 0,1 0 1 0 0,0 0-1 0 0,1 5 0 0 0,1 8 22 0 0,1-1 0 0 0,9 30 0 0 0,-9-35-22 0 0,1 1 0 0 0,-1 0-1 0 0,-1-1 1 0 0,0 1 0 0 0,0 21 0 0 0,-4-11 6 0 0,3-14-3 0 0,-1 1 0 0 0,-1 0-1 0 0,0-1 1 0 0,0 1 0 0 0,-1-1-1 0 0,0 1 1 0 0,0-1 0 0 0,-1 0-1 0 0,0 0 1 0 0,0 0 0 0 0,-1 0-1 0 0,-8 12 1 0 0,11-19-9 0 0,0-1 0 0 0,-1 1 0 0 0,1 0 1 0 0,0 0-1 0 0,-1-1 0 0 0,1 1 0 0 0,-1 0 0 0 0,1-1 0 0 0,-1 0 0 0 0,0 1 0 0 0,1-1 0 0 0,-1 0 1 0 0,1 0-1 0 0,-1 0 0 0 0,0 0 0 0 0,1 0 0 0 0,-1 0 0 0 0,1 0 0 0 0,-1 0 0 0 0,1-1 0 0 0,-1 1 1 0 0,0-1-1 0 0,1 1 0 0 0,-1-1 0 0 0,1 0 0 0 0,0 1 0 0 0,-1-1 0 0 0,1 0 0 0 0,0 0 0 0 0,-1 0 0 0 0,1 0 1 0 0,0 0-1 0 0,0 0 0 0 0,0-1 0 0 0,0 1 0 0 0,0 0 0 0 0,0 0 0 0 0,0-1 0 0 0,0 1 0 0 0,1-1 1 0 0,-1 1-1 0 0,0-1 0 0 0,1 1 0 0 0,-1-1 0 0 0,1 1 0 0 0,0-1 0 0 0,-1 1 0 0 0,1-1 0 0 0,0 0 1 0 0,0 1-1 0 0,0-1 0 0 0,0 1 0 0 0,0-1 0 0 0,1 0 0 0 0,0-2 0 0 0,1-6-68 0 0,0-1 0 0 0,1 0 0 0 0,1 1-1 0 0,0 0 1 0 0,0 0 0 0 0,1 0 0 0 0,0 0 0 0 0,1 1 0 0 0,0 0-1 0 0,0 0 1 0 0,1 1 0 0 0,13-13 0 0 0,32-23-6944 0 0,-40 34 4242 0 0</inkml:trace>
</inkml:ink>
</file>

<file path=ppt/ink/ink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6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10 220 0 0,'42'-9'5253'0'0,"-40"9"-5178"0"0,-1 0 0 0 0,1 0 1 0 0,0 0-1 0 0,-1 1 0 0 0,1-1 0 0 0,0 1 0 0 0,-1-1 0 0 0,1 1 0 0 0,-1 0 0 0 0,1-1 0 0 0,-1 1 1 0 0,1 0-1 0 0,-1 0 0 0 0,1 0 0 0 0,-1 0 0 0 0,0 0 0 0 0,0 0 0 0 0,1 1 0 0 0,-1-1 1 0 0,0 0-1 0 0,0 1 0 0 0,0-1 0 0 0,-1 1 0 0 0,1-1 0 0 0,0 1 0 0 0,0-1 0 0 0,-1 1 1 0 0,1 2-1 0 0,0 0 25 0 0,-1-1 1 0 0,0 1 0 0 0,-1 0 0 0 0,1-1-1 0 0,-1 1 1 0 0,0 0 0 0 0,0-1 0 0 0,0 1-1 0 0,0-1 1 0 0,0 1 0 0 0,-1-1 0 0 0,0 0-1 0 0,-3 6 1 0 0,-78 114 2171 0 0,82-123-2221 0 0,0 1-1 0 0,1 0 1 0 0,-1 0-1 0 0,0 0 1 0 0,1 0-1 0 0,-1 0 1 0 0,1 0-1 0 0,-1 0 1 0 0,1 0-1 0 0,-1 0 1 0 0,1 0-1 0 0,-1 0 1 0 0,1 0-1 0 0,0 0 1 0 0,0 0-1 0 0,0 0 1 0 0,0 1-1 0 0,0-1 1 0 0,0 0-1 0 0,0 0 1 0 0,0 0-1 0 0,0 0 1 0 0,0 0-1 0 0,1 0 1 0 0,-1 0-1 0 0,0 1 1 0 0,1-1-1 0 0,-1 0 1 0 0,1 0-1 0 0,-1 0 1 0 0,1 0-1 0 0,-1-1 1 0 0,2 3-1 0 0,1-2 24 0 0,0 1 0 0 0,0-1 0 0 0,-1 0 0 0 0,1 0 0 0 0,0 0 0 0 0,0 0 0 0 0,0 0 0 0 0,0-1-1 0 0,0 1 1 0 0,0-1 0 0 0,0 0 0 0 0,4 0 0 0 0,17-2-1109 0 0,-1 0-1 0 0,30-7 1 0 0,-53 9 1002 0 0,24-9-5357 0 0,-13 6 2303 0 0</inkml:trace>
</inkml:ink>
</file>

<file path=ppt/ink/ink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6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16 720 0 0,'35'-15'3554'0'0,"-32"15"-3383"0"0,-1 0 0 0 0,1 0 0 0 0,0 0 0 0 0,-1 0-1 0 0,1 0 1 0 0,-1 1 0 0 0,1-1 0 0 0,-1 1-1 0 0,1 0 1 0 0,-1-1 0 0 0,0 1 0 0 0,1 1 0 0 0,-1-1-1 0 0,0 0 1 0 0,0 0 0 0 0,3 3 0 0 0,-4-2-23 0 0,1 0 1 0 0,-1 0-1 0 0,0 0 0 0 0,0 0 1 0 0,0 0-1 0 0,-1 1 1 0 0,1-1-1 0 0,0 0 1 0 0,-1 1-1 0 0,1-1 1 0 0,-1 1-1 0 0,0-1 1 0 0,0 1-1 0 0,0-1 1 0 0,0 0-1 0 0,0 1 1 0 0,-1-1-1 0 0,1 1 0 0 0,-2 3 1 0 0,1-2-83 0 0,0-1 132 0 0,1 1 0 0 0,-1-1 0 0 0,1 1 0 0 0,-1-1 1 0 0,1 1-1 0 0,0 0 0 0 0,0-1 0 0 0,0 1 0 0 0,2 4 1 0 0,-2-7-152 0 0,1 0 0 0 0,0 0 1 0 0,0 0-1 0 0,0 1 1 0 0,0-1-1 0 0,0 0 0 0 0,0 0 1 0 0,0 0-1 0 0,0 0 1 0 0,0-1-1 0 0,1 1 0 0 0,-1 0 1 0 0,0 0-1 0 0,0-1 1 0 0,1 1-1 0 0,-1-1 0 0 0,0 1 1 0 0,1-1-1 0 0,-1 1 1 0 0,1-1-1 0 0,-1 0 1 0 0,1 0-1 0 0,-1 0 0 0 0,1 0 1 0 0,-1 0-1 0 0,0 0 1 0 0,4-1-1 0 0,133-6 658 0 0,-92 1-3079 0 0,-1-4-3582 0 0,-26 4 2639 0 0</inkml:trace>
</inkml:ink>
</file>

<file path=ppt/ink/ink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7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20 448 0 0,'0'0'9578'0'0,"4"-1"-9202"0"0,45-6 517 0 0,1 3 0 0 0,82 3 0 0 0,-73 2-677 0 0,-45 0-458 0 0,8-1-1683 0 0,-9-4-4249 0 0,-7-1 3386 0 0</inkml:trace>
</inkml:ink>
</file>

<file path=ppt/ink/ink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7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0 192 0 0,'0'0'1846'0'0,"-3"3"-928"0"0,-3 2-270 0 0,1 1 0 0 0,0-1 0 0 0,0 1 0 0 0,1 1 0 0 0,0-1 0 0 0,0 1 0 0 0,0 0 1 0 0,1-1-1 0 0,-5 14 0 0 0,-18 76 1584 0 0,12-42-1583 0 0,14-51-778 0 0,-1 0-1 0 0,0 1 1 0 0,1-1-1 0 0,0 0 0 0 0,-1 1 1 0 0,1-1-1 0 0,1 0 0 0 0,0 5 1 0 0,0 11-6182 0 0</inkml:trace>
</inkml:ink>
</file>

<file path=ppt/ink/ink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7:59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20 150 184 0 0,'0'0'826'0'0,"23"-34"8970"0"0,-22 33-8616 0 0,15-37 2439 0 0,-13 32-3564 0 0,-3 6-44 0 0,0 0 1 0 0,0 0 0 0 0,0 0 0 0 0,-1 0-1 0 0,1 0 1 0 0,0 0 0 0 0,0 0 0 0 0,0 0 0 0 0,0 0-1 0 0,0 0 1 0 0,0 0 0 0 0,0 0 0 0 0,0 0-1 0 0,0 0 1 0 0,0 0 0 0 0,0 0 0 0 0,-1 0 0 0 0,1 0-1 0 0,0 0 1 0 0,0 0 0 0 0,0 0 0 0 0,0 0-1 0 0,0 0 1 0 0,0-1 0 0 0,0 1 0 0 0,0 0-1 0 0,-9 11-2 0 0,-35 49 29 0 0,44-59 156 0 0,0 0-192 0 0,0-1 0 0 0,0 0 0 0 0,0 0-1 0 0,0 0 1 0 0,0 0 0 0 0,0 0 0 0 0,0 1 0 0 0,0-1 0 0 0,0 0-1 0 0,0 0 1 0 0,0 0 0 0 0,0 0 0 0 0,0 1 0 0 0,-1-1-1 0 0,1 0 1 0 0,0 0 0 0 0,0 0 0 0 0,0 0 0 0 0,0 0 0 0 0,0 0-1 0 0,0 1 1 0 0,0-1 0 0 0,0 0 0 0 0,0 0 0 0 0,-1 0 0 0 0,1 0-1 0 0,0 0 1 0 0,0 0 0 0 0,0 0 0 0 0,0 0 0 0 0,0 0-1 0 0,-1 0 1 0 0,1 1 0 0 0,0-1 0 0 0,0 0 0 0 0,0 0 0 0 0,0 0-1 0 0,0 0 1 0 0,-1 0 0 0 0,1 0 0 0 0,0 0 0 0 0,0 0-1 0 0,0 0 1 0 0,0 0 0 0 0,-1 0 0 0 0,1 0 0 0 0,0-1 0 0 0,0 1-1 0 0,0 0 1 0 0,0 0 0 0 0,0 0 0 0 0,-1 0 0 0 0,1 0-1 0 0,0 0 1 0 0,0 0 0 0 0,0 0 0 0 0,0 0 0 0 0,0 0 0 0 0,0-1-1 0 0,0 1 1 0 0,-1 0 0 0 0,1 0 0 0 0,0 0 0 0 0,0 0 0 0 0,0 0-1 0 0,0-1 1 0 0,3-21-2 0 0,-2 16 16 0 0,0-52-45 0 0,34 31 63 0 0,-21 18-68 0 0,26-8-61 0 0,-38 16 101 0 0,15-1-37 0 0,59 1-43 0 0,-69 1 65 0 0,0 1 0 0 0,0-1 1 0 0,0 2-1 0 0,0-1 1 0 0,0 1-1 0 0,0 0 1 0 0,0 0-1 0 0,11 6 0 0 0,-17-7 11 0 0,1 1-1 0 0,0-1 0 0 0,-1 0 0 0 0,1 1 0 0 0,-1-1 0 0 0,0 1 0 0 0,1-1 0 0 0,-1 1 0 0 0,0-1 0 0 0,0 1 0 0 0,0 0 0 0 0,0 0 1 0 0,0 0-1 0 0,0-1 0 0 0,-1 1 0 0 0,1 0 0 0 0,-1 0 0 0 0,1 0 0 0 0,-1 0 0 0 0,0 0 0 0 0,1 0 0 0 0,-1 0 0 0 0,0 0 0 0 0,0 0 1 0 0,-1 0-1 0 0,1 1 0 0 0,0-1 0 0 0,-1-1 0 0 0,1 1 0 0 0,-1 0 0 0 0,0 0 0 0 0,1 0 0 0 0,-1 0 0 0 0,0 0 0 0 0,0 0 0 0 0,0-1 1 0 0,-2 3-1 0 0,-5 8 26 0 0,-1 1 0 0 0,-1-1 0 0 0,-21 20 0 0 0,15-14-28 0 0,15-18 2 0 0,1 1-1 0 0,-1 0 1 0 0,1 0 0 0 0,-1 0-1 0 0,1 0 1 0 0,-1 0-1 0 0,1 0 1 0 0,0 0 0 0 0,0 0-1 0 0,-1 0 1 0 0,1 0-1 0 0,0 0 1 0 0,0 0 0 0 0,0 0-1 0 0,0 0 1 0 0,0 0-1 0 0,0 0 1 0 0,0 0 0 0 0,1 0-1 0 0,-1 0 1 0 0,0 0 0 0 0,0 0-1 0 0,1 0 1 0 0,-1 0-1 0 0,1 0 1 0 0,-1 0 0 0 0,1-1-1 0 0,-1 1 1 0 0,1 0-1 0 0,0 0 1 0 0,0 0 0 0 0,28 29-75 0 0,-13-15 51 0 0,-12-10 25 0 0,0 0-1 0 0,0 0 1 0 0,0 1 0 0 0,-1-1 0 0 0,0 1-1 0 0,0-1 1 0 0,-1 1 0 0 0,1 0 0 0 0,-1 0-1 0 0,-1 0 1 0 0,1 1 0 0 0,1 11 0 0 0,-4-14 1 0 0,1 0 0 0 0,-1 0 0 0 0,0 1 0 0 0,0-1 0 0 0,-1 0 1 0 0,1 0-1 0 0,-1 0 0 0 0,0 0 0 0 0,0 0 0 0 0,0-1 0 0 0,0 1 1 0 0,-1-1-1 0 0,1 1 0 0 0,-1-1 0 0 0,0 0 0 0 0,0 0 0 0 0,0 0 1 0 0,-1 0-1 0 0,1-1 0 0 0,-6 4 0 0 0,-1 1 12 0 0,-1 0-1 0 0,0-1 1 0 0,0-1-1 0 0,-1 0 1 0 0,1 0-1 0 0,-1-1 1 0 0,-20 4-1 0 0,30-8-189 0 0,0 0-1 0 0,-1 1 1 0 0,1-1-1 0 0,0 0 1 0 0,0 0-1 0 0,0 0 1 0 0,-1 0-1 0 0,1-1 1 0 0,0 1-1 0 0,0-1 1 0 0,0 1-1 0 0,-1-1 1 0 0,1 0-1 0 0,0 1 1 0 0,0-1-1 0 0,-3-2 1 0 0</inkml:trace>
</inkml:ink>
</file>

<file path=ppt/ink/ink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00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51 672 0 0,'0'0'1302'0'0,"16"-25"6822"0"0,-7 20-7790 0 0,1 1-1 0 0,0 0 1 0 0,0 1 0 0 0,1 0-1 0 0,-1 1 1 0 0,1 0-1 0 0,-1 1 1 0 0,17-1 0 0 0,-17 2-272 0 0,6 0 48 0 0,0 0 0 0 0,0 1 1 0 0,22 5-1 0 0,-34-5-101 0 0,0-1 0 0 0,0 2 1 0 0,-1-1-1 0 0,1 0 0 0 0,-1 1 1 0 0,1 0-1 0 0,-1 0 0 0 0,0 0 0 0 0,1 0 1 0 0,-1 0-1 0 0,0 0 0 0 0,0 1 0 0 0,-1 0 1 0 0,1 0-1 0 0,0-1 0 0 0,-1 2 0 0 0,0-1 1 0 0,4 6-1 0 0,-7-5 0 0 0,1 1 0 0 0,-1-1 0 0 0,1 0 1 0 0,-1 1-1 0 0,0-1 0 0 0,-1 1 0 0 0,1-1 0 0 0,-1 0 1 0 0,0 0-1 0 0,0 0 0 0 0,0 0 0 0 0,-4 4 0 0 0,-6 10 24 0 0,-19 34 16 0 0,30-49-47 0 0,0 0 1 0 0,0 0-1 0 0,0 0 1 0 0,0 0-1 0 0,0 1 1 0 0,0-1-1 0 0,1 0 0 0 0,0 0 1 0 0,-1 1-1 0 0,1-1 1 0 0,0 0-1 0 0,1 0 1 0 0,-1 1-1 0 0,1-1 1 0 0,1 6-1 0 0,36 66 32 0 0,-30-62-29 0 0,-1 0-1 0 0,0 0 0 0 0,-1 1 1 0 0,0-1-1 0 0,-1 2 1 0 0,3 16-1 0 0,-7-29 0 0 0,-1-1-1 0 0,0 1 0 0 0,0 0 0 0 0,0-1 0 0 0,-1 1 1 0 0,1-1-1 0 0,0 1 0 0 0,-1 0 0 0 0,1-1 0 0 0,-1 1 1 0 0,1-1-1 0 0,-1 1 0 0 0,0-1 0 0 0,1 0 1 0 0,-1 1-1 0 0,0-1 0 0 0,0 0 0 0 0,0 1 0 0 0,0-1 1 0 0,0 0-1 0 0,0 0 0 0 0,-1 0 0 0 0,1 0 1 0 0,0 0-1 0 0,-1 0 0 0 0,1 0 0 0 0,0-1 0 0 0,-1 1 1 0 0,1 0-1 0 0,-4 0 0 0 0,-53 14 51 0 0,48-14-50 0 0,-19 6 87 0 0,-1 0-1587 0 0,11-5-5686 0 0</inkml:trace>
</inkml:ink>
</file>

<file path=ppt/ink/ink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01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75 312 0 0,'0'0'1103'0'0,"1"-3"-557"0"0,1-2-169 0 0,1 1 1 0 0,-1 0-1 0 0,1 0 1 0 0,0 0-1 0 0,0 0 0 0 0,0 0 1 0 0,1 1-1 0 0,-1-1 1 0 0,1 1-1 0 0,0 0 0 0 0,0 0 1 0 0,0 1-1 0 0,0-1 1 0 0,0 1-1 0 0,1-1 1 0 0,-1 1-1 0 0,1 1 0 0 0,-1-1 1 0 0,1 1-1 0 0,8-2 1 0 0,-7 1-290 0 0,0 1 0 0 0,-1-1 0 0 0,1 1 1 0 0,0 0-1 0 0,0 1 0 0 0,0-1 1 0 0,0 1-1 0 0,0 0 0 0 0,0 1 0 0 0,0-1 1 0 0,0 1-1 0 0,0 1 0 0 0,0-1 1 0 0,-1 1-1 0 0,1 0 0 0 0,0 0 0 0 0,9 5 1 0 0,-13-5-74 0 0,-1-1 0 0 0,1 1 0 0 0,-1-1 1 0 0,0 1-1 0 0,1 0 0 0 0,-1-1 0 0 0,0 1 0 0 0,0 0 1 0 0,0 0-1 0 0,0 0 0 0 0,0-1 0 0 0,0 1 0 0 0,-1 0 1 0 0,1 0-1 0 0,-1 1 0 0 0,1-1 0 0 0,-1 0 0 0 0,0 0 1 0 0,0 0-1 0 0,0 0 0 0 0,0 0 0 0 0,0 0 0 0 0,0 0 1 0 0,-1 0-1 0 0,1 0 0 0 0,-1 0 0 0 0,1 0 0 0 0,-1 0 1 0 0,-1 3-1 0 0,-4 7 55 0 0,0-1 0 0 0,-1 0 0 0 0,0 0 0 0 0,-9 11 0 0 0,10-16 13 0 0,1 1 0 0 0,0 0 0 0 0,1 1 0 0 0,-1-1 0 0 0,-4 12 1 0 0,5-8 32 0 0,-2 18 275 0 0,6-28-373 0 0,0 0 0 0 0,0 0-1 0 0,1 0 1 0 0,-1 0 0 0 0,0-1-1 0 0,0 1 1 0 0,1 0 0 0 0,-1 0-1 0 0,1 0 1 0 0,-1-1-1 0 0,1 1 1 0 0,-1 0 0 0 0,1 0-1 0 0,-1-1 1 0 0,1 1 0 0 0,0 0-1 0 0,-1-1 1 0 0,1 1 0 0 0,0-1-1 0 0,-1 1 1 0 0,1-1 0 0 0,0 1-1 0 0,0-1 1 0 0,0 0 0 0 0,-1 1-1 0 0,1-1 1 0 0,0 0 0 0 0,0 0-1 0 0,0 1 1 0 0,0-1 0 0 0,1 0-1 0 0,30 6 190 0 0,0-2-1 0 0,45 0 0 0 0,-58-3-438 0 0,28-4-1057 0 0,-19-9-6138 0 0</inkml:trace>
</inkml:ink>
</file>

<file path=ppt/ink/ink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01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10 572 0 0,'0'-1'837'0'0,"2"-1"-430"0"0,3-3 3677 0 0,1 3-979 0 0,-4 22-2743 0 0,1 0-1 0 0,1 0 0 0 0,1 0 0 0 0,0-1 0 0 0,2 1 0 0 0,0-1 0 0 0,18 33 0 0 0,-10-20-44 0 0,18 56 0 0 0,-27-72-133 0 0,0 14 519 0 0,-6-29-694 0 0,-1 0 0 0 0,1 0-1 0 0,-1 0 1 0 0,1 0 0 0 0,-1 0-1 0 0,1 0 1 0 0,-1 0 0 0 0,1-1 0 0 0,-1 1-1 0 0,0 0 1 0 0,0 0 0 0 0,1-1-1 0 0,-1 1 1 0 0,0-1 0 0 0,0 1 0 0 0,0 0-1 0 0,0-1 1 0 0,0 0 0 0 0,1 1-1 0 0,-1-1 1 0 0,0 1 0 0 0,0-1 0 0 0,0 0-1 0 0,0 0 1 0 0,0 0 0 0 0,0 0-1 0 0,0 1 1 0 0,-2-2 0 0 0,-10 3-514 0 0,1-1 1 0 0,0-1-1 0 0,-21-2 0 0 0,-12-7-5748 0 0,27 4 3217 0 0</inkml:trace>
</inkml:ink>
</file>

<file path=ppt/ink/ink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02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40 516 0 0,'13'-7'883'0'0,"1"1"0"0"0,-1 1 0 0 0,2-1-1 0 0,-1 2 1 0 0,0 0 0 0 0,1 1 0 0 0,22-2 0 0 0,-19 7-634 0 0,-6 3-4670 0 0,-4-3 2502 0 0</inkml:trace>
</inkml:ink>
</file>

<file path=ppt/ink/ink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02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3 536 0 0,'0'0'3150'0'0,"5"0"-2638"0"0,4-1-193 0 0,1 0 0 0 0,-1 1 0 0 0,1 0 0 0 0,-1 0 0 0 0,0 1 0 0 0,1 1-1 0 0,-1-1 1 0 0,0 2 0 0 0,0-1 0 0 0,0 1 0 0 0,0 0 0 0 0,0 1 0 0 0,-1 0-1 0 0,0 1 1 0 0,9 5 0 0 0,-16-9-297 0 0,-1 0-1 0 0,1 0 1 0 0,-1 1 0 0 0,1-1-1 0 0,-1 0 1 0 0,0 1 0 0 0,1-1-1 0 0,-1 0 1 0 0,0 1 0 0 0,0-1-1 0 0,0 0 1 0 0,0 1 0 0 0,0-1-1 0 0,0 0 1 0 0,0 1 0 0 0,0-1-1 0 0,-1 0 1 0 0,1 1-1 0 0,0-1 1 0 0,-1 0 0 0 0,1 1-1 0 0,-1-1 1 0 0,0 0 0 0 0,1 0-1 0 0,-1 0 1 0 0,0 0 0 0 0,0 0-1 0 0,1 1 1 0 0,-1-1 0 0 0,-1 1-1 0 0,-28 32 343 0 0,-94 86 1067 0 0,123-118-1111 0 0,34 13 143 0 0,5-11-306 0 0,1-2 1 0 0,-1-1-1 0 0,41-6 0 0 0,-1 1-654 0 0,-58 3-1741 0 0,0-2 1 0 0,30-7-1 0 0,-21 2-1118 0 0</inkml:trace>
</inkml:ink>
</file>

<file path=ppt/ink/ink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1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37 396 0 0,'-5'-7'9460'0'0,"20"1"-9255"0"0,1 1 0 0 0,0 0-1 0 0,0 1 1 0 0,0 1 0 0 0,0 1 0 0 0,26-1-1 0 0,-29 2-384 0 0,0 1-1 0 0,0 0 0 0 0,0 1 0 0 0,0 1 0 0 0,-1 0 0 0 0,1 0 0 0 0,0 1 1 0 0,-1 1-1 0 0,17 7 0 0 0,-17 0-4503 0 0</inkml:trace>
</inkml:ink>
</file>

<file path=ppt/ink/ink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1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43 280 0 0,'0'0'3059'0'0,"4"-1"-2393"0"0,175-22 2966 0 0,-56 13-5917 0 0,-102 7 258 0 0,3-2 154 0 0</inkml:trace>
</inkml:ink>
</file>

<file path=ppt/ink/ink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2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120 131 200 0 0,'19'-40'5195'0'0,"-19"38"-4435"0"0,-3-38 3474 0 0,2 37-4219 0 0,0 1 116 0 0,1-1 0 0 0,-1 1 1 0 0,1-1-1 0 0,-1 1 0 0 0,0 0 1 0 0,0 0-1 0 0,0-1 0 0 0,0 1 0 0 0,-1 0 1 0 0,1 0-1 0 0,0 0 0 0 0,-1 0 1 0 0,-2-2-1 0 0,3 3 95 0 0,1 0-206 0 0,-1 1 0 0 0,1-1 0 0 0,0 1 0 0 0,0-1 0 0 0,0 1 0 0 0,-1-1-1 0 0,1 0 1 0 0,0 1 0 0 0,-1-1 0 0 0,1 1 0 0 0,0 0 0 0 0,-1-1-1 0 0,1 1 1 0 0,-1-1 0 0 0,1 1 0 0 0,-1-1 0 0 0,1 1 0 0 0,0 0 0 0 0,-1-1-1 0 0,0 1 1 0 0,1 0 0 0 0,-1 0 0 0 0,1-1 0 0 0,-1 1 0 0 0,1 0-1 0 0,-1 0 1 0 0,0 0 0 0 0,1 0 0 0 0,-1 0 0 0 0,1 0 0 0 0,-1 0 0 0 0,0 0-1 0 0,1 0 1 0 0,-1 0 0 0 0,1 0 0 0 0,-1 0 0 0 0,0 0 0 0 0,1 0 0 0 0,-1 0-1 0 0,1 1 1 0 0,-1-1 0 0 0,0 1 0 0 0,-1-1-5 0 0,-1 1 0 0 0,1-1 1 0 0,0 1-1 0 0,-1 0 0 0 0,1 0 0 0 0,0 0 0 0 0,0 0 1 0 0,-1 1-1 0 0,1-1 0 0 0,-2 3 0 0 0,-4 5 36 0 0,1 1 0 0 0,0 0 0 0 0,0 0 0 0 0,1 0 0 0 0,1 1 1 0 0,0 0-1 0 0,0 0 0 0 0,1 0 0 0 0,0 1 0 0 0,1-1 0 0 0,1 1 0 0 0,0 0 0 0 0,0 0 0 0 0,0 15 0 0 0,3-18-38 0 0,-1-1 0 0 0,1 0 0 0 0,0 0 1 0 0,1 0-1 0 0,-1 0 0 0 0,2 0 0 0 0,-1 0 0 0 0,1 0 0 0 0,0-1 1 0 0,1 1-1 0 0,0-1 0 0 0,0 0 0 0 0,0 0 0 0 0,1-1 0 0 0,0 1 1 0 0,1-1-1 0 0,-1 0 0 0 0,1 0 0 0 0,0-1 0 0 0,1 1 1 0 0,13 7-1 0 0,-12-8-6 0 0,0-1 1 0 0,1 0-1 0 0,0-1 1 0 0,0 0 0 0 0,0 0-1 0 0,0-1 1 0 0,1 0-1 0 0,-1 0 1 0 0,0-1-1 0 0,1-1 1 0 0,-1 0 0 0 0,1 0-1 0 0,-1 0 1 0 0,1-1-1 0 0,-1-1 1 0 0,0 0-1 0 0,12-3 1 0 0,-15 3 21 0 0,1 0-1 0 0,-1-1 1 0 0,0 1 0 0 0,0-1-1 0 0,-1 0 1 0 0,1-1 0 0 0,-1 0-1 0 0,1 0 1 0 0,-1 0 0 0 0,0 0-1 0 0,-1-1 1 0 0,1 1 0 0 0,-1-1-1 0 0,0-1 1 0 0,0 1 0 0 0,0 0-1 0 0,-1-1 1 0 0,0 0-1 0 0,0 0 1 0 0,0 0 0 0 0,-1 0-1 0 0,0 0 1 0 0,0 0 0 0 0,0-1-1 0 0,0-9 1 0 0,-1 6 40 0 0,-1 1-1 0 0,0-1 1 0 0,-1 1 0 0 0,1-1-1 0 0,-2 1 1 0 0,0-1 0 0 0,0 1-1 0 0,0 0 1 0 0,-1 0-1 0 0,-1 0 1 0 0,0 0 0 0 0,0 1-1 0 0,0-1 1 0 0,-1 1 0 0 0,0 0-1 0 0,-1 0 1 0 0,-11-12 0 0 0,16 19-52 0 0,0-1 1 0 0,0 1 0 0 0,0-1-1 0 0,0 1 1 0 0,-1 0 0 0 0,1-1-1 0 0,0 1 1 0 0,0 0 0 0 0,-1 0-1 0 0,1 0 1 0 0,-1 0 0 0 0,1 0 0 0 0,-1 0-1 0 0,1 0 1 0 0,-1 1 0 0 0,0-1-1 0 0,1 1 1 0 0,-1-1 0 0 0,0 1-1 0 0,0-1 1 0 0,1 1 0 0 0,-1 0-1 0 0,0 0 1 0 0,0 0 0 0 0,0 0 0 0 0,1 0-1 0 0,-1 0 1 0 0,0 1 0 0 0,0-1-1 0 0,-2 2 1 0 0,-13 15-2123 0 0,7 11-6107 0 0</inkml:trace>
</inkml:ink>
</file>

<file path=ppt/ink/ink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2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76 288 0 0,'3'-2'1027'0'0,"0"0"0"0"0,0 0-1 0 0,0-1 1 0 0,-1 1 0 0 0,1-1 0 0 0,-1 1-1 0 0,1-1 1 0 0,-1 0 0 0 0,4-6 0 0 0,11-25 3692 0 0,-16 32-4073 0 0,1-6-18 0 0</inkml:trace>
</inkml:ink>
</file>

<file path=ppt/ink/ink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3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21 884 0 0,'0'-1'226'0'0,"-1"0"0"0"0,0 0-1 0 0,1-1 1 0 0,-1 1 0 0 0,0 0 0 0 0,0 0-1 0 0,0 0 1 0 0,0 0 0 0 0,0 0 0 0 0,0 0-1 0 0,0 0 1 0 0,0 0 0 0 0,0 0-1 0 0,0 1 1 0 0,0-1 0 0 0,0 0 0 0 0,-1 1-1 0 0,1-1 1 0 0,0 1 0 0 0,-1-1 0 0 0,1 1-1 0 0,0-1 1 0 0,-3 1 0 0 0,2 0 300 0 0,-16 14 380 0 0,12-7-748 0 0,1-1 0 0 0,0 1 1 0 0,1 0-1 0 0,-1 0 0 0 0,1 0 0 0 0,1 1 1 0 0,0-1-1 0 0,0 1 0 0 0,0 0 0 0 0,1 0 1 0 0,0 0-1 0 0,0 0 0 0 0,1 0 0 0 0,0 1 0 0 0,1 14 1 0 0,0-17-119 0 0,0 0 1 0 0,0 0 0 0 0,1 0 0 0 0,0 0 0 0 0,0-1 0 0 0,0 1-1 0 0,1 0 1 0 0,0-1 0 0 0,0 1 0 0 0,0-1 0 0 0,1 1-1 0 0,0-1 1 0 0,0 0 0 0 0,0 0 0 0 0,0 0 0 0 0,1-1-1 0 0,0 1 1 0 0,0-1 0 0 0,0 0 0 0 0,1 0 0 0 0,-1-1 0 0 0,7 5-1 0 0,-6-5-4 0 0,1-1-1 0 0,-1 0 0 0 0,1 0 1 0 0,-1 0-1 0 0,1-1 1 0 0,-1 0-1 0 0,1 0 0 0 0,0 0 1 0 0,0-1-1 0 0,-1 0 0 0 0,1 0 1 0 0,0 0-1 0 0,0-1 0 0 0,0 1 1 0 0,-1-2-1 0 0,1 1 1 0 0,0 0-1 0 0,-1-1 0 0 0,0 0 1 0 0,1-1-1 0 0,-1 1 0 0 0,0-1 1 0 0,0 0-1 0 0,0 0 0 0 0,0-1 1 0 0,-1 1-1 0 0,1-1 1 0 0,-1 0-1 0 0,0 0 0 0 0,0 0 1 0 0,-1-1-1 0 0,1 0 0 0 0,-1 1 1 0 0,0-1-1 0 0,0 0 1 0 0,0-1-1 0 0,-1 1 0 0 0,0 0 1 0 0,0-1-1 0 0,0 1 0 0 0,-1-1 1 0 0,0 0-1 0 0,0 1 0 0 0,0-1 1 0 0,-1-11-1 0 0,0 12-7 0 0,0 1-1 0 0,0 0 1 0 0,-1-1 0 0 0,0 1-1 0 0,0 0 1 0 0,0 0 0 0 0,0 0-1 0 0,-1 0 1 0 0,1 0 0 0 0,-1 0-1 0 0,0 0 1 0 0,0 0 0 0 0,-1 1-1 0 0,1-1 1 0 0,-1 1 0 0 0,0-1-1 0 0,0 1 1 0 0,0 0 0 0 0,0 0-1 0 0,0 0 1 0 0,-1 1 0 0 0,1-1-1 0 0,-1 1 1 0 0,-7-4 0 0 0,9 6-28 0 0,1-1 0 0 0,0 1 0 0 0,-1 0 0 0 0,1-1 0 0 0,-1 1 0 0 0,1 0 0 0 0,-1 0 0 0 0,1 0 0 0 0,-1 0 1 0 0,1 0-1 0 0,0 1 0 0 0,-1-1 0 0 0,1 0 0 0 0,-1 1 0 0 0,1-1 0 0 0,0 1 0 0 0,-1-1 0 0 0,1 1 0 0 0,0 0 1 0 0,0-1-1 0 0,-1 1 0 0 0,-1 2 0 0 0,-24 24-4560 0 0,21-16 1168 0 0,5-4 259 0 0</inkml:trace>
</inkml:ink>
</file>

<file path=ppt/ink/ink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3.5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8 284 0 0,'6'-7'7068'0'0,"2"23"-6431"0"0,-1 1-1 0 0,-1 0 1 0 0,-1 1 0 0 0,0-1 0 0 0,-1 1-1 0 0,-1 0 1 0 0,1 19 0 0 0,1 135-633 0 0,-5-140-978 0 0,3-25-689 0 0</inkml:trace>
</inkml:ink>
</file>

<file path=ppt/ink/ink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3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21 688 0 0,'27'-7'3145'0'0,"110"-1"92"0"0,-78 4-1793 0 0,87 3-1 0 0,-145 1-1375 0 0,1 0 0 0 0,0 0 1 0 0,0 0-1 0 0,-1 1 0 0 0,1-1 0 0 0,0 0 1 0 0,-1 1-1 0 0,1 0 0 0 0,0-1 1 0 0,-1 1-1 0 0,1 0 0 0 0,-1 0 0 0 0,1 0 1 0 0,-1 0-1 0 0,1 0 0 0 0,-1 0 0 0 0,0 0 1 0 0,0 0-1 0 0,1 1 0 0 0,-1-1 0 0 0,0 1 1 0 0,1 1-1 0 0,0 1 34 0 0,-1-1 1 0 0,0 0-1 0 0,0 0 1 0 0,-1 1-1 0 0,1-1 1 0 0,-1 0-1 0 0,1 1 1 0 0,-1-1-1 0 0,0 0 1 0 0,0 1-1 0 0,-1 3 1 0 0,-2 11 253 0 0,-1-1-1 0 0,-1 0 1 0 0,-11 27 0 0 0,12-34-259 0 0,-22 55 535 0 0,-48 86 0 0 0,34-82-3094 0 0,-4-4-4308 0 0,29-45 3221 0 0</inkml:trace>
</inkml:ink>
</file>

<file path=ppt/ink/ink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6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83 100 0 0,'-4'-7'547'0'0,"0"0"-1"0"0,-1 1 0 0 0,1 0 1 0 0,-2 0-1 0 0,1 0 1 0 0,-1 0-1 0 0,0 1 1 0 0,0 0-1 0 0,0 0 1 0 0,-1 1-1 0 0,1 0 1 0 0,-1 0-1 0 0,0 0 1 0 0,-11-3-1 0 0,15 6-504 0 0,1 1 0 0 0,-1 0 0 0 0,1 0 0 0 0,-1 1 0 0 0,1-1 0 0 0,-1 0 0 0 0,1 1 0 0 0,-1 0 0 0 0,1-1 0 0 0,-1 1-1 0 0,1 0 1 0 0,0 0 0 0 0,-1 0 0 0 0,1 1 0 0 0,0-1 0 0 0,0 1 0 0 0,-2 1 0 0 0,-33 30 354 0 0,34-29-356 0 0,-10 10 42 0 0,1 1 1 0 0,1 0 0 0 0,1 1 0 0 0,0 0-1 0 0,1 1 1 0 0,1 0 0 0 0,0 0 0 0 0,1 1-1 0 0,1 0 1 0 0,1 0 0 0 0,1 0 0 0 0,0 1-1 0 0,1 0 1 0 0,1 0 0 0 0,1 23 0 0 0,1-27-54 0 0,1-1 1 0 0,1 1 0 0 0,0-1-1 0 0,1 1 1 0 0,0-1-1 0 0,1 0 1 0 0,1 0 0 0 0,0-1-1 0 0,8 15 1 0 0,-8-18-14 0 0,1-1-1 0 0,0 0 1 0 0,1 0 0 0 0,0-1 0 0 0,0 1-1 0 0,1-1 1 0 0,0-1 0 0 0,0 0-1 0 0,1 0 1 0 0,0-1 0 0 0,0 0 0 0 0,20 10-1 0 0,-22-13-5 0 0,0 0 1 0 0,1-1-1 0 0,-1 0 0 0 0,1 0 0 0 0,0 0 0 0 0,-1-1 0 0 0,1 0 0 0 0,0-1 0 0 0,0 0 0 0 0,0 0 0 0 0,0 0 0 0 0,-1-1 0 0 0,1 0 0 0 0,0-1 0 0 0,-1 0 0 0 0,1 0 0 0 0,-1-1 1 0 0,1 1-1 0 0,-1-2 0 0 0,0 1 0 0 0,12-9 0 0 0,0-1 18 0 0,-1-1 1 0 0,-1-1-1 0 0,0-1 1 0 0,-2 0-1 0 0,1-1 1 0 0,16-25-1 0 0,9-8 309 0 0,-40 49-322 0 0,0-1 1 0 0,-1 2-15 0 0,0 0-1 0 0,0 0 1 0 0,0 0 0 0 0,0-1 0 0 0,0 1 0 0 0,0 0-1 0 0,1 0 1 0 0,-1 0 0 0 0,0 0 0 0 0,0 0 0 0 0,0-1 0 0 0,0 1-1 0 0,0 0 1 0 0,0 0 0 0 0,0 0 0 0 0,0 0 0 0 0,0 0-1 0 0,0 0 1 0 0,1-1 0 0 0,-1 1 0 0 0,0 0 0 0 0,0 0 0 0 0,0 0-1 0 0,0 0 1 0 0,0 0 0 0 0,0 0 0 0 0,1 0 0 0 0,-1 0-1 0 0,0 0 1 0 0,0 0 0 0 0,0 0 0 0 0,0 0 0 0 0,0 0-1 0 0,1 0 1 0 0,-1 0 0 0 0,0 0 0 0 0,0 0 0 0 0,0 0 0 0 0,0 0-1 0 0,1 0 1 0 0,-1 0 0 0 0,0 0 0 0 0,0 0 0 0 0,0 0-1 0 0,0 0 1 0 0,0 0 0 0 0,1 0 0 0 0,-1 0 0 0 0,0 0 0 0 0,0 0-1 0 0,0 0 1 0 0,0 0 0 0 0,0 1 0 0 0,0-1 0 0 0,1 0-1 0 0,21 48 14 0 0,-20-41-14 0 0,1-1 1 0 0,-1 0 0 0 0,1 1 0 0 0,0-1-1 0 0,0 0 1 0 0,1 0 0 0 0,-1-1 0 0 0,1 1-1 0 0,1-1 1 0 0,-1 1 0 0 0,1-2 0 0 0,0 1-1 0 0,0 0 1 0 0,0-1 0 0 0,1 0 0 0 0,-1 0-1 0 0,1 0 1 0 0,8 3 0 0 0,-10-5 6 0 0,0-1 0 0 0,0 1 0 0 0,0-1 0 0 0,0 1 0 0 0,0-1 0 0 0,0 0 0 0 0,0-1 0 0 0,0 1 0 0 0,1-1 0 0 0,-1 0 0 0 0,0 0 0 0 0,0 0 0 0 0,1 0 0 0 0,-1-1 0 0 0,0 0 0 0 0,0 0 0 0 0,0 0 0 0 0,0 0 0 0 0,0-1-1 0 0,0 1 1 0 0,0-1 0 0 0,0 0 0 0 0,-1 0 0 0 0,1-1 0 0 0,-1 1 0 0 0,1-1 0 0 0,-1 1 0 0 0,0-1 0 0 0,0 0 0 0 0,0-1 0 0 0,0 1 0 0 0,-1 0 0 0 0,1-1 0 0 0,-1 1 0 0 0,0-1 0 0 0,0 0 0 0 0,0 0 0 0 0,-1 0 0 0 0,1 0 0 0 0,-1 0 0 0 0,1-8 0 0 0,-1 4-4 0 0,0 1 0 0 0,0-1 0 0 0,-1 0 1 0 0,-1 1-1 0 0,1-1 0 0 0,-1 0 0 0 0,-1 1 0 0 0,1-1 0 0 0,-1 1 0 0 0,0-1 0 0 0,-1 1 0 0 0,0 0 1 0 0,0 0-1 0 0,-1 0 0 0 0,0 0 0 0 0,0 1 0 0 0,0-1 0 0 0,-1 1 0 0 0,0 0 0 0 0,-8-8 0 0 0,-9 2-21 0 0,21 12 6 0 0,-1 0 3 0 0,1 0 7 0 0,0 0-1 0 0,-1 1 0 0 0,1-1 0 0 0,0 1 0 0 0,0-1 0 0 0,0 1 0 0 0,0 0 0 0 0,-1-1 0 0 0,1 1 0 0 0,0 0 0 0 0,0 0 0 0 0,0 0 0 0 0,1 0 0 0 0,-1 0 0 0 0,0 0 0 0 0,0 0 0 0 0,0 0 0 0 0,1 0 0 0 0,-1 0 0 0 0,0 0 0 0 0,1 0 0 0 0,-1 0 0 0 0,1 1 0 0 0,0-1 0 0 0,-1 0 0 0 0,1 1 0 0 0,0-1 0 0 0,0 0 0 0 0,-1 0 0 0 0,2 3 0 0 0,-2-1-14 0 0,22 25-45 0 0,-16-24 63 0 0,0-1 0 0 0,1 0 0 0 0,-1 1 0 0 0,1-2 0 0 0,-1 1 0 0 0,1-1 0 0 0,0 0 0 0 0,0 0 0 0 0,0 0-1 0 0,0-1 1 0 0,0 0 0 0 0,0 0 0 0 0,1-1 0 0 0,-1 1 0 0 0,0-2 0 0 0,0 1 0 0 0,1 0 0 0 0,-1-1 0 0 0,0 0 0 0 0,9-4 0 0 0,0 0 10 0 0,-1-1 1 0 0,0 0-1 0 0,-1-1 0 0 0,1-1 1 0 0,-1 0-1 0 0,-1-1 0 0 0,14-11 0 0 0,-24 17-14 0 0,1 1 0 0 0,0-1 0 0 0,1 1 0 0 0,-1 0 0 0 0,0 0 0 0 0,1 0 0 0 0,-1 0-1 0 0,1 1 1 0 0,-1 0 0 0 0,1-1 0 0 0,0 1 0 0 0,-1 0 0 0 0,1 1 0 0 0,0-1-1 0 0,0 1 1 0 0,0 0 0 0 0,0-1 0 0 0,-1 2 0 0 0,1-1 0 0 0,6 2 0 0 0,-4-1-2 0 0,-2 1 0 0 0,1 1 1 0 0,0-1-1 0 0,0 1 0 0 0,-1-1 1 0 0,1 1-1 0 0,-1 1 0 0 0,0-1 1 0 0,0 1-1 0 0,0-1 0 0 0,-1 1 1 0 0,1 0-1 0 0,4 7 0 0 0,-1-1 5 0 0,-1 0-1 0 0,0 1 0 0 0,0 0 1 0 0,-1 1-1 0 0,-1-1 0 0 0,0 1 1 0 0,0 0-1 0 0,-1 0 0 0 0,0 0 1 0 0,-1 0-1 0 0,-1 0 0 0 0,0 15 0 0 0,-1-21-3 0 0,0-1-1 0 0,0 0 0 0 0,-1 0 1 0 0,0 0-1 0 0,0 0 0 0 0,0 0 0 0 0,-1 0 1 0 0,1-1-1 0 0,-1 1 0 0 0,0 0 0 0 0,-1-1 1 0 0,1 1-1 0 0,-1-1 0 0 0,0 0 0 0 0,0 0 1 0 0,0 0-1 0 0,-1 0 0 0 0,-3 4 0 0 0,5-8-385 0 0,1 1 0 0 0,-1-1-1 0 0,1 0 1 0 0,-1 0-1 0 0,0 0 1 0 0,1 1-1 0 0,-1-1 1 0 0,1-1 0 0 0,-1 1-1 0 0,1 0 1 0 0,-1 0-1 0 0,0-1 1 0 0,1 1-1 0 0,-1 0 1 0 0,1-1 0 0 0,0 0-1 0 0,-3 0 1 0 0,4 1 378 0 0,-4-1-2891 0 0</inkml:trace>
</inkml:ink>
</file>

<file path=ppt/ink/ink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6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30 160 0 0,'-1'-2'234'0'0,"1"0"1"0"0,-1 0-1 0 0,0 0 1 0 0,0 1-1 0 0,1-1 0 0 0,-1 0 1 0 0,0 1-1 0 0,-1-1 1 0 0,1 1-1 0 0,0-1 0 0 0,0 1 1 0 0,0-1-1 0 0,-1 1 0 0 0,1 0 1 0 0,-1 0-1 0 0,1 0 1 0 0,-1 0-1 0 0,-2-2 0 0 0,3 3-145 0 0,0 1-1 0 0,0-1 0 0 0,0 0 1 0 0,0 0-1 0 0,0 1 0 0 0,1-1 1 0 0,-1 0-1 0 0,0 1 0 0 0,0-1 1 0 0,0 1-1 0 0,0-1 0 0 0,1 1 1 0 0,-1-1-1 0 0,0 1 0 0 0,1 0 1 0 0,-1-1-1 0 0,0 1 0 0 0,1 0 0 0 0,-1 0 1 0 0,1-1-1 0 0,-1 1 0 0 0,1 0 1 0 0,-1 0-1 0 0,1 0 0 0 0,-1 1 1 0 0,-4 12 238 0 0,0 1 0 0 0,1 0 0 0 0,-4 19 1 0 0,6-26-244 0 0,-17 101 381 0 0,4 1 0 0 0,5 1 1 0 0,5 0-1 0 0,5 0 0 0 0,4 0 0 0 0,25 141 1 0 0,-22-208-370 0 0,3 0 0 0 0,1-1 0 0 0,2-1 0 0 0,2 0 0 0 0,32 64 0 0 0,-29-75-36 0 0,1-1-1 0 0,1-1 1 0 0,1-1 0 0 0,2-1-1 0 0,1-1 1 0 0,1 0 0 0 0,38 29-1 0 0,-33-31 140 0 0,61 36 0 0 0,-80-54-645 0 0,0 0 0 0 0,0 0 0 0 0,1-2 0 0 0,0 1 1 0 0,0-2-1 0 0,1 1 0 0 0,-1-2 0 0 0,0 0 0 0 0,20 1 0 0 0,-15-4-2792 0 0,2-4 248 0 0</inkml:trace>
</inkml:ink>
</file>

<file path=ppt/ink/ink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9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78 668 0 0,'2'-10'1310'0'0,"-1"0"0"0"0,1 0 0 0 0,1 0 0 0 0,4-13 0 0 0,-6 21-787 0 0,9-11 3109 0 0,1 44-3158 0 0,-1 1 0 0 0,6 35 0 0 0,10 32 0 0 0,87 361 676 0 0,-107-437-1091 0 0,-4-16 3 0 0,0 0 0 0 0,0 1 1 0 0,-1-1-1 0 0,0 0 0 0 0,0 0 0 0 0,-1 1 1 0 0,0-1-1 0 0,-1 11 0 0 0,-2-19-58 0 0,1-1 1 0 0,-1 1-1 0 0,1-1 0 0 0,0 1 1 0 0,-1-1-1 0 0,1 0 0 0 0,0 1 0 0 0,0-1 1 0 0,0 0-1 0 0,0-1 0 0 0,0 1 1 0 0,1 0-1 0 0,-1 0 0 0 0,1-1 1 0 0,-1 1-1 0 0,1-1 0 0 0,0 1 0 0 0,-1-5 1 0 0,-24-57 56 0 0,24 59-63 0 0,-1-5 6 0 0,-1 1 0 0 0,0 0 0 0 0,-1 0 0 0 0,0 0-1 0 0,0 0 1 0 0,-1 1 0 0 0,0 0 0 0 0,-1 0 0 0 0,1 1 0 0 0,-1 0 0 0 0,-1 0 0 0 0,-8-6 0 0 0,15 12-7 0 0,-23-7-18 0 0,15 9 13 0 0,6-2 6 0 0,0 1-1 0 0,0 0 1 0 0,0 0 0 0 0,0 0-1 0 0,0 0 1 0 0,0 1 0 0 0,1-1-1 0 0,-1 1 1 0 0,0-1 0 0 0,0 1-1 0 0,0 0 1 0 0,1 0 0 0 0,-1 1-1 0 0,0-1 1 0 0,1 0 0 0 0,-1 1-1 0 0,1 0 1 0 0,0-1 0 0 0,-1 1-1 0 0,1 0 1 0 0,0 0 0 0 0,0 0-1 0 0,0 0 1 0 0,1 1 0 0 0,-1-1-1 0 0,0 1 1 0 0,1-1 0 0 0,-1 1-1 0 0,1-1 1 0 0,0 1 0 0 0,0 0-1 0 0,0-1 1 0 0,0 1 0 0 0,1 0-1 0 0,-1 0 1 0 0,1 3 0 0 0,-1-2-2 0 0,1 0 0 0 0,1 0 1 0 0,-1 0-1 0 0,0 0 0 0 0,1 0 1 0 0,0 0-1 0 0,0 0 1 0 0,0-1-1 0 0,0 1 0 0 0,1 0 1 0 0,-1-1-1 0 0,1 1 0 0 0,0-1 1 0 0,0 1-1 0 0,1-1 0 0 0,-1 0 1 0 0,1 0-1 0 0,-1 0 1 0 0,1 0-1 0 0,0-1 0 0 0,0 1 1 0 0,4 3-1 0 0,5-1 3 0 0,0 0-1 0 0,1-1 1 0 0,-1 0-1 0 0,0-1 1 0 0,1 0 0 0 0,0-1-1 0 0,0-1 1 0 0,0 0 0 0 0,0-1-1 0 0,0 0 1 0 0,0 0-1 0 0,-1-2 1 0 0,1 0 0 0 0,16-4-1 0 0,5-3-2 0 0,-1-1-1 0 0,-1-2 1 0 0,0-1 0 0 0,34-20-1 0 0,-52 25-12 0 0,-10 5 9 0 0,1 0 0 0 0,-1 1 1 0 0,1 0-1 0 0,0 0 0 0 0,0 0 0 0 0,8-2 0 0 0,-12 4-4 0 0,23 12 34 0 0,-16 19-130 0 0,-8-14-2267 0 0,-8-6-4570 0 0</inkml:trace>
</inkml:ink>
</file>

<file path=ppt/ink/ink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9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92 0 0,'2'-11'1380'0'0,"2"2"148"0"0,-2-1-96 0 0,10 8-1648 0 0</inkml:trace>
</inkml:ink>
</file>

<file path=ppt/ink/ink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19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40 368 0 0,'-2'-3'511'0'0,"0"1"-1"0"0,1-1 1 0 0,-1 1-1 0 0,0 0 1 0 0,0 0-1 0 0,0 0 1 0 0,-1 0 0 0 0,1 0-1 0 0,-1 0 1 0 0,1 0-1 0 0,-6-2 1 0 0,-16-5 783 0 0,22 8-1037 0 0,-3 1-112 0 0,1-1 1 0 0,-1 1-1 0 0,1 0 0 0 0,-1 0 0 0 0,1 0 0 0 0,-1 0 1 0 0,1 1-1 0 0,-1 0 0 0 0,1 0 0 0 0,0 0 1 0 0,-8 3-1 0 0,9-3-116 0 0,0 0-1 0 0,0 0 1 0 0,0 1 0 0 0,0-1 0 0 0,1 0 0 0 0,-1 1-1 0 0,0 0 1 0 0,1-1 0 0 0,0 1 0 0 0,-1 0 0 0 0,1 0-1 0 0,0 1 1 0 0,0-1 0 0 0,0 0 0 0 0,0 1 0 0 0,0-1-1 0 0,0 1 1 0 0,1 0 0 0 0,0-1 0 0 0,-1 1 0 0 0,1 0-1 0 0,0 0 1 0 0,0 0 0 0 0,0 0 0 0 0,1 0 0 0 0,-1 0-1 0 0,1 0 1 0 0,0 0 0 0 0,-1 0 0 0 0,1 0 0 0 0,1 0-1 0 0,-1 1 1 0 0,0-1 0 0 0,1 0 0 0 0,0 0-1 0 0,-1 0 1 0 0,1 0 0 0 0,1-1 0 0 0,-1 1 0 0 0,0 0-1 0 0,1 0 1 0 0,-1 0 0 0 0,1-1 0 0 0,0 1 0 0 0,-1-1-1 0 0,1 0 1 0 0,3 3 0 0 0,10 9-5 0 0,8 7 21 0 0,-1 1 0 0 0,30 39 0 0 0,-46-53-38 0 0,-1 0 0 0 0,0 1 0 0 0,0 0 0 0 0,-1-1 0 0 0,0 2 0 0 0,-1-1 0 0 0,0 0 0 0 0,0 1 0 0 0,-1-1 0 0 0,0 1 0 0 0,-1 0 0 0 0,1 14 0 0 0,-3-11 1 0 0,1-1 0 0 0,-2 1-1 0 0,0 0 1 0 0,-1-1 0 0 0,0 0 0 0 0,-1 0 0 0 0,0 0-1 0 0,-7 15 1 0 0,7-19 13 0 0,-1 0 0 0 0,1 0 0 0 0,-1 0 0 0 0,-1-1 0 0 0,1 0 0 0 0,-1 0 0 0 0,0 0 0 0 0,-1-1 0 0 0,0 0 0 0 0,0 0 0 0 0,0-1 0 0 0,-10 6 0 0 0,16-11-35 0 0,0 1 0 0 0,0 0-1 0 0,0-1 1 0 0,-1 1-1 0 0,1-1 1 0 0,0 1 0 0 0,0-1-1 0 0,-1 0 1 0 0,1 1 0 0 0,0-1-1 0 0,0 0 1 0 0,-1 0-1 0 0,1 0 1 0 0,0 0 0 0 0,-1 0-1 0 0,1 0 1 0 0,0-1-1 0 0,-1 1 1 0 0,1 0 0 0 0,0 0-1 0 0,0-1 1 0 0,-1 1-1 0 0,1-1 1 0 0,0 0 0 0 0,0 1-1 0 0,0-1 1 0 0,0 0-1 0 0,0 1 1 0 0,0-1 0 0 0,0 0-1 0 0,0 0 1 0 0,0 0 0 0 0,0 0-1 0 0,0 0 1 0 0,0 0-1 0 0,1 0 1 0 0,-1 0 0 0 0,0-1-1 0 0,1 1 1 0 0,-1 0-1 0 0,0-2 1 0 0,-1-2-700 0 0,0 0-1 0 0,1-1 1 0 0,-1 1 0 0 0,1-1-1 0 0,0 1 1 0 0,0-1 0 0 0,1 0-1 0 0,0-5 1 0 0,1-11-1949 0 0</inkml:trace>
</inkml:ink>
</file>

<file path=ppt/ink/ink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0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5 232 0 0,'0'-1'221'0'0,"1"0"0"0"0,0 1 0 0 0,0-1 1 0 0,0 1-1 0 0,0 0 0 0 0,0-1 0 0 0,0 1 0 0 0,0 0 0 0 0,0-1 0 0 0,0 1 0 0 0,0 0 1 0 0,0 0-1 0 0,0 0 0 0 0,0 0 0 0 0,0 0 0 0 0,0 0 0 0 0,0 0 0 0 0,0 0 1 0 0,0 1-1 0 0,0-1 0 0 0,0 0 0 0 0,0 1 0 0 0,0-1 0 0 0,0 0 0 0 0,0 1 0 0 0,0-1 1 0 0,1 2-1 0 0,1 0 72 0 0,0 1 1 0 0,0 0 0 0 0,-1-1-1 0 0,1 1 1 0 0,-1 0 0 0 0,0 0-1 0 0,1 0 1 0 0,0 4-1 0 0,4 6 280 0 0,-1 0 0 0 0,0 1 0 0 0,5 22 0 0 0,-6 10 5 0 0,-5-44-764 0 0,-3 9-1291 0 0,-1-1-3510 0 0</inkml:trace>
</inkml:ink>
</file>

<file path=ppt/ink/ink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1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45 11045 0 0,'-13'-42'1569'0'0,"12"39"-71"0"0,8 23-1031 0 0,3 3-209 0 0,16 39 220 0 0,-2 1 0 0 0,-3 1 1 0 0,22 114-1 0 0,-42-166-426 0 0,0 0 0 0 0,-1 0 0 0 0,0 0-1 0 0,-2 13 1 0 0,2-21-228 0 0,-1 0 0 0 0,1-1 1 0 0,-1 1-1 0 0,0 0 0 0 0,0-1 0 0 0,0 1 0 0 0,-1-1 0 0 0,1 0 0 0 0,-1 1 0 0 0,0-1 1 0 0,0 0-1 0 0,0 0 0 0 0,0 0 0 0 0,-1 0 0 0 0,1 0 0 0 0,-6 4 0 0 0,6-6-598 0 0,-4-7-3828 0 0,5 5 4496 0 0,0-1-1 0 0,1 1 1 0 0,-1-1 0 0 0,0 1-1 0 0,0 0 1 0 0,1-1-1 0 0,-1 1 1 0 0,1-1-1 0 0,-1 1 1 0 0,1-1-1 0 0,0 0 1 0 0,0 1-1 0 0,0-1 1 0 0,-1 1-1 0 0,1-1 1 0 0,1 0 0 0 0,-1 1-1 0 0,0-1 1 0 0,0 1-1 0 0,1-1 1 0 0,-1 1-1 0 0,1-1 1 0 0,-1 1-1 0 0,1-1 1 0 0,-1 1-1 0 0,1-1 1 0 0,0 1-1 0 0,0-1 1 0 0,0 1-1 0 0,0 0 1 0 0,0 0 0 0 0,0 0-1 0 0,0-1 1 0 0,0 1-1 0 0,0 0 1 0 0,1 0-1 0 0,0 0 1 0 0,53-23 108 0 0,1 3 1 0 0,96-24 0 0 0,-107 33 568 0 0,13-4 1546 0 0,-55 16-1445 0 0,0 0-363 0 0,-3 0-269 0 0,0 0 0 0 0,1 0 0 0 0,-1 0 0 0 0,0-1 0 0 0,0 1 0 0 0,0 0 0 0 0,0 0 1 0 0,0 0-1 0 0,0 0 0 0 0,0 0 0 0 0,1 0 0 0 0,-1 0 0 0 0,0 0 0 0 0,0 0 0 0 0,0 0 1 0 0,0 0-1 0 0,0-1 0 0 0,0 1 0 0 0,1 0 0 0 0,-1 0 0 0 0,0 0 0 0 0,0 0 0 0 0,0 0 1 0 0,0 0-1 0 0,0 0 0 0 0,1 0 0 0 0,-1 0 0 0 0,0 0 0 0 0,0 0 0 0 0,0 1 0 0 0,0-1 1 0 0,0 0-1 0 0,1 0 0 0 0,-1 0 0 0 0,0 0 0 0 0,0 0 0 0 0,0 0 0 0 0,0 0 0 0 0,0 0 1 0 0,0 0-1 0 0,0 0 0 0 0,1 0 0 0 0,-1 1 0 0 0,0-1 0 0 0,0 0 0 0 0,0 0 0 0 0,0 0 1 0 0,0 0-1 0 0,0 0 0 0 0,0 0 0 0 0,0 0 0 0 0,0 1 0 0 0,0-1 0 0 0,0 0 0 0 0,0 0 1 0 0,0 0-1 0 0,0 0 0 0 0,0 0 0 0 0,0 1 0 0 0,0-1 0 0 0,0 0 0 0 0,0 0 0 0 0,0 0 1 0 0,0 0-1 0 0,0 0 0 0 0,0 1 0 0 0,0-1 0 0 0,-8 6 168 0 0,0 1 0 0 0,1 1 0 0 0,-1-1 1 0 0,1 1-1 0 0,-9 15 0 0 0,15-22-53 0 0,9-1-123 0 0,0 1-4 0 0,0-1 1 0 0,0-1-1 0 0,0 0 0 0 0,0 0 1 0 0,13-4-1 0 0,129-29 23 0 0,-126 29-109 0 0,-16 3 31 0 0,-1 0 1 0 0,1 0-1 0 0,-1-1 1 0 0,0 0-1 0 0,1-1 0 0 0,-1 1 1 0 0,-1-1-1 0 0,1-1 1 0 0,0 1-1 0 0,-1-1 1 0 0,0 0-1 0 0,0-1 0 0 0,-1 1 1 0 0,0-1-1 0 0,1 0 1 0 0,-2-1-1 0 0,1 1 1 0 0,5-12-1 0 0,-3 5 35 0 0,-2-1 0 0 0,1 1 0 0 0,-2-1 1 0 0,1 0-1 0 0,-2 0 0 0 0,0-1 0 0 0,-1 1 0 0 0,0-1 0 0 0,-1-17 0 0 0,1-50 1713 0 0,-2 79-1509 0 0,-2 5-135 0 0,0 0-1 0 0,1 0 1 0 0,-1 0-1 0 0,0-1 1 0 0,1 1-1 0 0,0 1 1 0 0,0-1 0 0 0,-1 0-1 0 0,1 0 1 0 0,1 0-1 0 0,-1 1 1 0 0,0-1-1 0 0,0 0 1 0 0,1 1-1 0 0,-1-1 1 0 0,1 1-1 0 0,0 4 1 0 0,-12 75 29 0 0,8-48 42 0 0,-2 28 1 0 0,0 2-1253 0 0,-4-22-3312 0 0,7-31 489 0 0,3 1 302 0 0</inkml:trace>
</inkml:ink>
</file>

<file path=ppt/ink/ink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1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1 300 0 0,'3'6'1069'0'0,"-1"1"-1"0"0,1 0 0 0 0,-1 0 1 0 0,-1 0-1 0 0,0 0 1 0 0,1 8-1 0 0,-5 46 2895 0 0,-15-1-4503 0 0,14-52-705 0 0,0 0 0 0 0,0-1 1 0 0,0 1-1 0 0,-10 10 0 0 0,4-6-1557 0 0</inkml:trace>
</inkml:ink>
</file>

<file path=ppt/ink/ink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3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3 436 0 0,'-3'-2'7016'0'0,"7"11"-3318"0"0,14 32-2369 0 0,10 23-1053 0 0,-14-26-3014 0 0</inkml:trace>
</inkml:ink>
</file>

<file path=ppt/ink/ink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3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67 560 0 0,'6'-27'2729'0'0,"-5"-1"-153"0"0,-1 17-5659 0 0</inkml:trace>
</inkml:ink>
</file>

<file path=ppt/ink/ink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4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1 486 88 0 0,'1'2'170'0'0,"0"-1"0"0"0,0 1 0 0 0,0-1-1 0 0,0 1 1 0 0,1-1 0 0 0,-1 1 0 0 0,0-1 0 0 0,1 0 0 0 0,-1 0 0 0 0,1 0 0 0 0,0 0-1 0 0,-1 0 1 0 0,1 0 0 0 0,0 0 0 0 0,-1 0 0 0 0,1-1 0 0 0,0 1 0 0 0,0 0 0 0 0,0-1-1 0 0,0 0 1 0 0,-1 1 0 0 0,1-1 0 0 0,0 0 0 0 0,0 0 0 0 0,0 0 0 0 0,0 0 0 0 0,0-1-1 0 0,0 1 1 0 0,0 0 0 0 0,3-2 0 0 0,8-1 36 0 0,1-1 1 0 0,-1-1-1 0 0,16-7 0 0 0,-17 6 44 0 0,14-4-81 0 0,-1-2 1 0 0,-1 0 0 0 0,0-2-1 0 0,33-24 1 0 0,-49 31-150 0 0,1-1 0 0 0,-1 0 0 0 0,0 0-1 0 0,-1-1 1 0 0,0 1 0 0 0,0-2 0 0 0,-1 1 0 0 0,-1-1 0 0 0,1 0-1 0 0,-1 0 1 0 0,-1 0 0 0 0,0-1 0 0 0,4-19 0 0 0,-4 13 151 0 0,-1 0 1 0 0,0 0 0 0 0,-2 0 0 0 0,0-1-1 0 0,-1 1 1 0 0,-1 0 0 0 0,0-1-1 0 0,-1 1 1 0 0,-1 0 0 0 0,-8-25 0 0 0,11 41-61 0 0,0-1 0 0 0,0 1 1 0 0,-1-1-1 0 0,1 1 1 0 0,0-1-1 0 0,-1 1 0 0 0,1-1 1 0 0,-1 1-1 0 0,0 0 1 0 0,1-1-1 0 0,-1 1 0 0 0,0 0 1 0 0,0 0-1 0 0,0-1 1 0 0,0 1-1 0 0,0 0 0 0 0,0 0 1 0 0,0 0-1 0 0,0 0 1 0 0,-1-1-1 0 0,-3 29 397 0 0,11 61-424 0 0,31 116 273 0 0,-4-41-170 0 0,-21-103-68 0 0,32 98 1 0 0,-22-87-72 0 0,-14-52 67 0 0,-3-17-49 0 0,2-31-27 0 0,3-10-22 0 0,28-35-45 0 0,-24 46 17 0 0,0 1 0 0 0,30-42 1 0 0,-34 55-1 0 0,-8 10 5 0 0,1 0 0 0 0,-1 0 0 0 0,1 0 0 0 0,0 1 0 0 0,0-1 0 0 0,0 1 0 0 0,0-1 0 0 0,1 1 1 0 0,0 0-1 0 0,-1 0 0 0 0,1 1 0 0 0,0-1 0 0 0,0 1 0 0 0,0 0 0 0 0,1 0 0 0 0,-1 0 0 0 0,0 1 0 0 0,1-1 0 0 0,-1 1 0 0 0,1 0 0 0 0,0 0 0 0 0,7 0 0 0 0,52 20-6 0 0,-62-19 206 0 0,-15-21-173 0 0,12 18-38 0 0,-1 0-1 0 0,0 0 1 0 0,0 0-1 0 0,0 0 1 0 0,-1 0 0 0 0,1 1-1 0 0,-1-1 1 0 0,1 1 0 0 0,-1 0-1 0 0,0-1 1 0 0,-4-1 0 0 0,-7-1-7516 0 0</inkml:trace>
</inkml:ink>
</file>

<file path=ppt/ink/ink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4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268 51 8153 0 0,'2'-4'42'0'0,"-1"1"0"0"0,1 0 0 0 0,0 0 1 0 0,0 0-1 0 0,0 0 0 0 0,0 1 0 0 0,1-1 0 0 0,-1 0 1 0 0,1 1-1 0 0,0 0 0 0 0,-1 0 0 0 0,1 0 0 0 0,0 0 1 0 0,0 0-1 0 0,1 0 0 0 0,-1 1 0 0 0,7-3 0 0 0,-4 2 37 0 0,0 1-1 0 0,1 0 1 0 0,-1 1-1 0 0,1-1 0 0 0,-1 1 1 0 0,1 0-1 0 0,-1 1 0 0 0,1 0 1 0 0,8 2-1 0 0,2 1 114 0 0,-1 1 0 0 0,1 1 0 0 0,-1 1 0 0 0,0 0 0 0 0,-1 2 0 0 0,26 16 0 0 0,-23-11-73 0 0,-2 0 0 0 0,0 1 0 0 0,0 0 0 0 0,-1 1 0 0 0,-1 1 0 0 0,-1 1 0 0 0,-1 0 1 0 0,0 0-1 0 0,-1 1 0 0 0,-1 1 0 0 0,-1 0 0 0 0,0 0 0 0 0,-2 1 0 0 0,-1 0 0 0 0,0 0 1 0 0,-1 0-1 0 0,3 37 0 0 0,-6-27-33 0 0,-1 1 0 0 0,-1-1 0 0 0,-2 0 0 0 0,-1 0 0 0 0,-2 0 0 0 0,-10 40 0 0 0,6-39 2 0 0,-2-1 1 0 0,-1-1-1 0 0,-19 38 0 0 0,-2-11 134 0 0,-3-2 0 0 0,-2 0 0 0 0,-2-3 0 0 0,-86 86 0 0 0,-45 11-1627 0 0,-13-23-6471 0 0,163-113 4520 0 0</inkml:trace>
</inkml:ink>
</file>

<file path=ppt/ink/ink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4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51 224 0 0,'-6'-7'9551'0'0,"48"-5"-8655"0"0,1 2 0 0 0,60-5 1 0 0,27 8-2453 0 0,-113 10-3835 0 0</inkml:trace>
</inkml:ink>
</file>

<file path=ppt/ink/ink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5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64 256 0 0,'18'-5'696'0'0,"7"-2"-88"0"0,-1-1-152 0 0,3 0-220 0 0,-1 0-276 0 0,0 0-332 0 0,-1-2-396 0 0,-3 0 176 0 0</inkml:trace>
</inkml:ink>
</file>

<file path=ppt/ink/ink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7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17 164 0 0,'-3'-2'295'0'0,"0"0"1"0"0,0 0-1 0 0,0 1 1 0 0,0-1-1 0 0,-1 1 0 0 0,1-1 1 0 0,0 1-1 0 0,-1 0 0 0 0,0 0 1 0 0,1 1-1 0 0,-1-1 1 0 0,1 1-1 0 0,-1 0 0 0 0,0 0 1 0 0,1 0-1 0 0,-1 0 0 0 0,1 0 1 0 0,-1 1-1 0 0,0 0 1 0 0,1 0-1 0 0,-4 1 0 0 0,0 1-62 0 0,0 0 0 0 0,0 0-1 0 0,0 1 1 0 0,1 0-1 0 0,0 1 1 0 0,0-1 0 0 0,0 1-1 0 0,0 0 1 0 0,1 1 0 0 0,-6 6-1 0 0,4-3-118 0 0,0-1 0 0 0,1 2 0 0 0,0-1-1 0 0,1 1 1 0 0,0 0 0 0 0,-7 20 0 0 0,10-25-30 0 0,0 1 1 0 0,1-1-1 0 0,0 1 1 0 0,0-1-1 0 0,0 1 1 0 0,1 0-1 0 0,0-1 1 0 0,0 1-1 0 0,0 0 1 0 0,1-1-1 0 0,-1 1 1 0 0,4 11-1 0 0,-1-11-56 0 0,-1 0 0 0 0,1 0 0 0 0,0-1 0 0 0,0 1 1 0 0,1 0-1 0 0,-1-1 0 0 0,1 0 0 0 0,1 0 0 0 0,-1 0 0 0 0,1-1 0 0 0,0 1 0 0 0,0-1 0 0 0,0 0 0 0 0,0 0 0 0 0,1-1 0 0 0,-1 1 0 0 0,1-1 0 0 0,0-1 0 0 0,0 1 0 0 0,0-1 0 0 0,0 0 0 0 0,1 0 0 0 0,-1-1 0 0 0,1 0 0 0 0,-1 0 0 0 0,1 0 0 0 0,-1-1 0 0 0,1 0 0 0 0,-1-1 0 0 0,1 1 0 0 0,-1-1 1 0 0,1 0-1 0 0,-1-1 0 0 0,0 1 0 0 0,1-1 0 0 0,-1 0 0 0 0,0-1 0 0 0,0 0 0 0 0,-1 0 0 0 0,1 0 0 0 0,0-1 0 0 0,-1 1 0 0 0,0-1 0 0 0,0-1 0 0 0,0 1 0 0 0,-1-1 0 0 0,1 1 0 0 0,-1-2 0 0 0,0 1 0 0 0,0 0 0 0 0,-1-1 0 0 0,1 1 0 0 0,-1-1 0 0 0,-1 0 0 0 0,1 0 0 0 0,-1 0 0 0 0,2-7 1 0 0,-2 4 1 0 0,0 0 0 0 0,-1-1 1 0 0,0 1-1 0 0,0-1 0 0 0,-1 1 1 0 0,0 0-1 0 0,-1-1 0 0 0,0 1 1 0 0,0-1-1 0 0,-1 1 0 0 0,-1 0 1 0 0,1 0-1 0 0,-1 0 0 0 0,-1 0 1 0 0,0 1-1 0 0,0-1 1 0 0,0 1-1 0 0,-9-11 0 0 0,13 18-163 0 0,0 1 0 0 0,-1-1-1 0 0,1 0 1 0 0,-1 1 0 0 0,1-1-1 0 0,-1 1 1 0 0,1-1 0 0 0,-1 1-1 0 0,1-1 1 0 0,-1 1 0 0 0,1 0-1 0 0,-1-1 1 0 0,1 1 0 0 0,-1 0-1 0 0,0-1 1 0 0,1 1 0 0 0,-1 0-1 0 0,1 0 1 0 0,-1-1 0 0 0,0 1-1 0 0,0 0 1 0 0,1 0 0 0 0,-1 0-1 0 0,0 0 1 0 0,1 0 0 0 0,-1 0-1 0 0,0 0 1 0 0,1 0 0 0 0,-1 0-1 0 0,0 0 1 0 0,1 1 0 0 0,-1-1-1 0 0,0 0 1 0 0,1 0 0 0 0,-1 1-1 0 0,1-1 1 0 0,-1 0 0 0 0,0 1 0 0 0,1-1-1 0 0,-1 0 1 0 0,1 1 0 0 0,-1-1-1 0 0,1 1 1 0 0,-1-1 0 0 0,1 1-1 0 0,-1-1 1 0 0,1 1 0 0 0,0-1-1 0 0,-1 1 1 0 0,1 0 0 0 0,0-1-1 0 0,-1 1 1 0 0,1 0 0 0 0,0-1-1 0 0,0 2 1 0 0,0-2 133 0 0</inkml:trace>
</inkml:ink>
</file>

<file path=ppt/ink/ink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7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2 111 708 0 0,'0'-4'1348'0'0,"0"3"-1250"0"0,-1-7 645 0 0,1 0 1 0 0,0 1 0 0 0,0-1 0 0 0,1 1-1 0 0,0-1 1 0 0,1 1 0 0 0,-1-1-1 0 0,1 1 1 0 0,1 0 0 0 0,0-1 0 0 0,6-11-1 0 0,-6 18-860 0 0,0 0 0 0 0,1 1 0 0 0,-1-1 0 0 0,0 1-1 0 0,0 0 1 0 0,1 0 0 0 0,-1 0 0 0 0,0 0 0 0 0,1 0-1 0 0,-1 1 1 0 0,0-1 0 0 0,1 1 0 0 0,3 2 0 0 0,-3-1-395 0 0,2 1-3651 0 0,7 2 1480 0 0</inkml:trace>
</inkml:ink>
</file>

<file path=ppt/ink/ink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8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59 616 0 0,'-16'-21'3198'0'0,"12"17"-2912"0"0,0 1 0 0 0,-1-1 0 0 0,1 1 0 0 0,-1 0 0 0 0,0 0 0 0 0,0 0 1 0 0,0 1-1 0 0,0-1 0 0 0,0 1 0 0 0,-1 0 0 0 0,1 1 0 0 0,-1 0 0 0 0,1-1 0 0 0,-1 2 1 0 0,1-1-1 0 0,-1 1 0 0 0,0 0 0 0 0,1 0 0 0 0,-12 2 0 0 0,8-1-116 0 0,0 2 0 0 0,1-1 0 0 0,-1 1 0 0 0,1 0 0 0 0,0 1 0 0 0,-1 0 0 0 0,2 0 0 0 0,-1 1 1 0 0,0 0-1 0 0,-9 8 0 0 0,14-10-135 0 0,0 0-1 0 0,1 0 1 0 0,-1 0 0 0 0,0 0 0 0 0,1 0 0 0 0,0 1 0 0 0,0-1 0 0 0,0 1 0 0 0,0 0 0 0 0,0-1 0 0 0,1 1-1 0 0,-1 0 1 0 0,1 0 0 0 0,0 0 0 0 0,1 0 0 0 0,-1 0 0 0 0,1 0 0 0 0,-1 0 0 0 0,1 0 0 0 0,0 0 0 0 0,1 0-1 0 0,-1 0 1 0 0,1 1 0 0 0,1 3 0 0 0,-1-4-20 0 0,1-1 1 0 0,-1 0-1 0 0,1 1 0 0 0,0-1 0 0 0,0 0 0 0 0,0 0 1 0 0,1 0-1 0 0,-1 0 0 0 0,1 0 0 0 0,0-1 1 0 0,-1 1-1 0 0,1-1 0 0 0,0 0 0 0 0,0 0 0 0 0,1 0 1 0 0,-1 0-1 0 0,0 0 0 0 0,1-1 0 0 0,-1 1 1 0 0,1-1-1 0 0,0 0 0 0 0,-1 0 0 0 0,1 0 0 0 0,0-1 1 0 0,7 1-1 0 0,6 0 26 0 0,-1 0-1 0 0,1-1 1 0 0,0-1 0 0 0,17-3 0 0 0,0 2 29 0 0,-33 2-67 0 0,0 0 0 0 0,1 0-1 0 0,-1 0 1 0 0,0 1 0 0 0,0-1 0 0 0,1 0-1 0 0,-1 1 1 0 0,0-1 0 0 0,0 1 0 0 0,0-1-1 0 0,0 1 1 0 0,0 0 0 0 0,1 0-1 0 0,-1-1 1 0 0,-1 1 0 0 0,1 0 0 0 0,0 0-1 0 0,0 0 1 0 0,0 0 0 0 0,0 0 0 0 0,-1 0-1 0 0,1 0 1 0 0,0 0 0 0 0,-1 0-1 0 0,1 0 1 0 0,-1 1 0 0 0,1-1 0 0 0,-1 0-1 0 0,0 0 1 0 0,1 1 0 0 0,-1-1 0 0 0,0 0-1 0 0,0 0 1 0 0,0 1 0 0 0,0-1 0 0 0,0 0-1 0 0,0 0 1 0 0,0 1 0 0 0,0-1-1 0 0,-1 0 1 0 0,1 0 0 0 0,0 1 0 0 0,-1-1-1 0 0,0 1 1 0 0,1 0 10 0 0,-14 151 394 0 0,11-138-844 0 0,-2 20 625 0 0,8-15-8302 0 0</inkml:trace>
</inkml:ink>
</file>

<file path=ppt/ink/ink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8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67 988 0 0,'3'-3'447'0'0,"0"0"0"0"0,-1 1 0 0 0,1-1 0 0 0,-1 0 0 0 0,1 0 0 0 0,-1 0 0 0 0,0 0 0 0 0,-1-1 0 0 0,1 1 0 0 0,0-1 0 0 0,-1 1 0 0 0,0-1 0 0 0,0 1 0 0 0,1-5 0 0 0,-2 7-386 0 0,0 0-1 0 0,-1 1 0 0 0,1-1 1 0 0,0 0-1 0 0,-1 0 0 0 0,1 1 1 0 0,-1-1-1 0 0,1 0 0 0 0,-1 1 0 0 0,1-1 1 0 0,-1 1-1 0 0,1-1 0 0 0,-1 1 1 0 0,0-1-1 0 0,1 1 0 0 0,-1-1 1 0 0,0 1-1 0 0,1-1 0 0 0,-1 1 1 0 0,0 0-1 0 0,0 0 0 0 0,1-1 1 0 0,-1 1-1 0 0,0 0 0 0 0,0 0 0 0 0,0 0 1 0 0,1 0-1 0 0,-3 0 0 0 0,-23-1 746 0 0,8 5-369 0 0,1 1 1 0 0,-1 0-1 0 0,-31 16 1 0 0,41-18-294 0 0,0 1 1 0 0,0 1 0 0 0,0 0-1 0 0,1 0 1 0 0,0 0-1 0 0,0 1 1 0 0,0 0 0 0 0,0 0-1 0 0,-9 13 1 0 0,15-18-125 0 0,0 1-1 0 0,0-1 1 0 0,0 0 0 0 0,0 1-1 0 0,0-1 1 0 0,0 1 0 0 0,1-1-1 0 0,-1 1 1 0 0,0-1 0 0 0,1 1-1 0 0,0-1 1 0 0,-1 1-1 0 0,1 0 1 0 0,0-1 0 0 0,0 1-1 0 0,0 0 1 0 0,0-1 0 0 0,0 1-1 0 0,0 0 1 0 0,0-1 0 0 0,0 1-1 0 0,1-1 1 0 0,-1 1 0 0 0,1 0-1 0 0,-1-1 1 0 0,1 1 0 0 0,0-1-1 0 0,-1 1 1 0 0,1-1 0 0 0,0 0-1 0 0,0 1 1 0 0,0-1 0 0 0,0 0-1 0 0,0 1 1 0 0,1-1 0 0 0,-1 0-1 0 0,0 0 1 0 0,0 0 0 0 0,1 0-1 0 0,-1 0 1 0 0,1-1 0 0 0,-1 1-1 0 0,1 0 1 0 0,-1-1 0 0 0,3 2-1 0 0,10 3 40 0 0,1-1-1 0 0,-1 0 1 0 0,1-1-1 0 0,20 1 1 0 0,-1 1 29 0 0,-31-3-83 0 0,1 0-1 0 0,0-1 0 0 0,-1 1 0 0 0,1 0 1 0 0,-1 0-1 0 0,1 1 0 0 0,-1-1 0 0 0,0 1 0 0 0,0 0 1 0 0,0 0-1 0 0,-1 0 0 0 0,1 0 0 0 0,-1 0 1 0 0,0 0-1 0 0,1 1 0 0 0,-1-1 0 0 0,-1 1 1 0 0,1 0-1 0 0,0-1 0 0 0,-1 1 0 0 0,0 0 0 0 0,0 0 1 0 0,0 0-1 0 0,0 0 0 0 0,-1 0 0 0 0,0 0 1 0 0,0 0-1 0 0,0 7 0 0 0,0 5 11 0 0,-1 0-1 0 0,0 0 1 0 0,-2 0-1 0 0,0 0 1 0 0,-8 28-1 0 0,-3 6 15 0 0,11-37-14 0 0,0-1-1 0 0,-1 1 1 0 0,0-1-1 0 0,-1 0 1 0 0,0 0 0 0 0,-10 15-1 0 0,1 7-50 0 0,11-23-9338 0 0</inkml:trace>
</inkml:ink>
</file>

<file path=ppt/ink/ink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29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26 656 0 0,'1'-1'308'0'0,"0"0"1"0"0,-1 0-1 0 0,1 0 1 0 0,0 0-1 0 0,-1 0 0 0 0,1 0 1 0 0,-1 0-1 0 0,0 0 1 0 0,1 0-1 0 0,-1-1 1 0 0,0 1-1 0 0,1 0 0 0 0,-1 0 1 0 0,0 0-1 0 0,0 0 1 0 0,0 0-1 0 0,0-1 0 0 0,0 1 1 0 0,0 0-1 0 0,-1 0 1 0 0,1-2-1 0 0,-18 20 1200 0 0,-29 50-970 0 0,27-31-158 0 0,2 0 1 0 0,1 2-1 0 0,2 0 1 0 0,-18 72-1 0 0,29-92-280 0 0,1-1-1 0 0,1 1 1 0 0,1 0-1 0 0,0 1 1 0 0,4 31 0 0 0,-1-39-55 0 0,0 0 0 0 0,1 0 1 0 0,0-1-1 0 0,0 1 1 0 0,1-1-1 0 0,0 0 1 0 0,1 0-1 0 0,0 0 1 0 0,1 0-1 0 0,9 11 0 0 0,-10-15-18 0 0,0-1-1 0 0,0 0 0 0 0,0 0 0 0 0,1 0 0 0 0,0-1 1 0 0,-1 1-1 0 0,2-2 0 0 0,-1 1 0 0 0,0-1 0 0 0,1 0 1 0 0,0 0-1 0 0,-1 0 0 0 0,14 2 0 0 0,-15-4-7 0 0,0 0 0 0 0,0 0 1 0 0,0-1-1 0 0,0 0 0 0 0,0 0 0 0 0,1 0 0 0 0,-1 0 0 0 0,0-1 0 0 0,0 0 1 0 0,0 0-1 0 0,0-1 0 0 0,0 1 0 0 0,0-1 0 0 0,0 0 0 0 0,-1 0 0 0 0,1-1 0 0 0,-1 1 1 0 0,1-1-1 0 0,4-4 0 0 0,-8 6-10 0 0,0 1 1 0 0,-1-1-1 0 0,1 0 1 0 0,0 0-1 0 0,-1 0 1 0 0,1 0-1 0 0,-1 0 1 0 0,1 1-1 0 0,-1-1 0 0 0,1 0 1 0 0,-1 0-1 0 0,1 0 1 0 0,-1 0-1 0 0,0-1 1 0 0,0 1-1 0 0,0 0 1 0 0,1 0-1 0 0,-1 0 1 0 0,0 0-1 0 0,0 0 1 0 0,0 0-1 0 0,-1 0 0 0 0,1 0 1 0 0,0 0-1 0 0,0 0 1 0 0,-1 0-1 0 0,1 0 1 0 0,0 0-1 0 0,-1 0 1 0 0,1 0-1 0 0,-1 0 1 0 0,1 0-1 0 0,-1 0 0 0 0,0 0 1 0 0,1 0-1 0 0,-1 1 1 0 0,0-1-1 0 0,1 0 1 0 0,-1 0-1 0 0,-2 0 1 0 0,0-3 6 0 0,-1 1 1 0 0,0 0 0 0 0,0 0-1 0 0,0 0 1 0 0,-1 0-1 0 0,1 1 1 0 0,-6-3 0 0 0,-5 1 12 0 0,0 1 1 0 0,-1 0-1 0 0,1 1 1 0 0,0 0-1 0 0,-1 2 1 0 0,1 0-1 0 0,-1 0 1 0 0,-20 4-1 0 0,-45 11-1700 0 0,7 6-4486 0 0,45-12 2671 0 0</inkml:trace>
</inkml:ink>
</file>

<file path=ppt/ink/ink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30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3 333 620 0 0,'0'0'901'0'0,"-1"-2"-574"0"0,1 1-1 0 0,-1-1 0 0 0,1 1 0 0 0,0-1 0 0 0,0 1 0 0 0,-1-1 1 0 0,1 1-1 0 0,0-1 0 0 0,0 1 0 0 0,1-1 0 0 0,-1 1 0 0 0,0 0 0 0 0,0-1 1 0 0,1 1-1 0 0,0-3 0 0 0,36-9 182 0 0,0 3 0 0 0,1 1 0 0 0,73-8 1 0 0,-31 5-273 0 0,333-56 399 0 0,-140 25-351 0 0,8 4-42 0 0,107-20 71 0 0,-296 48-250 0 0,-58 8 65 0 0,48-11 1 0 0,-34 6 843 0 0,-39 9-326 0 0,-35 10-632 0 0,-156 40-7615 0 0,144-44 4883 0 0</inkml:trace>
</inkml:ink>
</file>

<file path=ppt/ink/ink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1T13:48:30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51 274 76 0 0,'-36'12'2139'0'0,"22"-8"4053"0"0,403-41-3360 0 0,10-32-1738 0 0,-176 28-497 0 0,454-84 1512 0 0,-644 118-1895 0 0,24-3 1007 0 0,-57 10-1208 0 0,-1 0-1 0 0,1 0 0 0 0,0 0 0 0 0,0 0 1 0 0,0 0-1 0 0,0 1 0 0 0,0-1 0 0 0,0 0 0 0 0,0 0 1 0 0,0 0-1 0 0,0 0 0 0 0,0 0 0 0 0,0 0 1 0 0,0 0-1 0 0,0 0 0 0 0,0 0 0 0 0,0 1 0 0 0,0-1 1 0 0,0 0-1 0 0,0 0 0 0 0,0 0 0 0 0,0 0 0 0 0,0 0 1 0 0,0 0-1 0 0,0 0 0 0 0,0 0 0 0 0,0 1 1 0 0,0-1-1 0 0,0 0 0 0 0,0 0 0 0 0,0 0 0 0 0,0 0 1 0 0,0 0-1 0 0,0 0 0 0 0,0 0 0 0 0,0 0 1 0 0,0 0-1 0 0,0 1 0 0 0,1-1 0 0 0,-35 14 49 0 0,-12 4-388 0 0,2-1-2821 0 0,16-7-3697 0 0,18-6 3073 0 0</inkml:trace>
</inkml:ink>
</file>

<file path=ppt/ink/ink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13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21 352 0 0,'0'0'904'0'0,"-3"-11"1108"0"0,-1 1-1324 0 0</inkml:trace>
</inkml:ink>
</file>

<file path=ppt/ink/ink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2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26 218 304 0 0,'0'0'807'0'0,"-22"-26"6596"0"0,21 24-7264 0 0,1 1 0 0 0,-1-1 0 0 0,1 0 0 0 0,-1 1 0 0 0,1-1 0 0 0,0 0 0 0 0,-1 1 0 0 0,1-1 0 0 0,0 0 0 0 0,0 1 0 0 0,0-1 0 0 0,0 0 0 0 0,1 1 0 0 0,-1-1 0 0 0,0 0 0 0 0,1 1 0 0 0,-1-1 0 0 0,1 0 0 0 0,-1 1 0 0 0,1-1 0 0 0,1-1 0 0 0,2-3-18 0 0,-1 1 0 0 0,1 0 1 0 0,0 0-1 0 0,0 1 0 0 0,0-1 1 0 0,6-4-1 0 0,5-3-54 0 0,0 1 0 0 0,1 1 0 0 0,22-12 0 0 0,-21 13-24 0 0,-1 1-1 0 0,2 1 1 0 0,-1 1 0 0 0,1 0-1 0 0,-1 1 1 0 0,32-4-1 0 0,-43 9-39 0 0,0 0 0 0 0,0 0-1 0 0,0 0 1 0 0,1 0-1 0 0,-1 1 1 0 0,0 0 0 0 0,0 1-1 0 0,-1 0 1 0 0,1-1-1 0 0,0 2 1 0 0,0-1 0 0 0,-1 1-1 0 0,1 0 1 0 0,-1 0-1 0 0,0 0 1 0 0,0 1 0 0 0,0-1-1 0 0,-1 1 1 0 0,1 0-1 0 0,-1 1 1 0 0,0-1 0 0 0,0 1-1 0 0,0 0 1 0 0,3 7 0 0 0,1 0-2 0 0,-1 1 1 0 0,-1 0 0 0 0,0 0 0 0 0,-1 1-1 0 0,0 0 1 0 0,-1 0 0 0 0,-1 0 0 0 0,0 0 0 0 0,-1 1-1 0 0,0-1 1 0 0,-1 1 0 0 0,-1-1 0 0 0,0 1-1 0 0,-1-1 1 0 0,-1 1 0 0 0,0-1 0 0 0,-7 25 0 0 0,4-23 9 0 0,-1-1 0 0 0,-1 1 1 0 0,0-1-1 0 0,0 0 0 0 0,-12 15 1 0 0,14-23 10 0 0,-16 16 284 0 0,20-22-137 0 0,-15-45-56 0 0,16 31-122 0 0,1-1 0 0 0,0 1 0 0 0,2 0 0 0 0,-1 0 0 0 0,1 0 1 0 0,8-20-1 0 0,37-74-102 0 0,-35 81 74 0 0,-2 7-32 0 0,1-1 0 0 0,1 2-1 0 0,1 0 1 0 0,0 0 0 0 0,1 1-1 0 0,1 1 1 0 0,1 0 0 0 0,0 2-1 0 0,38-26 1 0 0,-54 39 55 0 0,0 0 0 0 0,1 1-1 0 0,-1-1 1 0 0,0 0 0 0 0,0 0 0 0 0,1 1 0 0 0,-1-1 0 0 0,0 1 0 0 0,1-1 0 0 0,-1 1-1 0 0,1 0 1 0 0,-1-1 0 0 0,0 1 0 0 0,1 0 0 0 0,-1 0 0 0 0,1 0 0 0 0,-1 0-1 0 0,1 0 1 0 0,-1 0 0 0 0,1 1 0 0 0,-1-1 0 0 0,0 0 0 0 0,1 1 0 0 0,-1-1 0 0 0,0 1-1 0 0,1-1 1 0 0,-1 1 0 0 0,0 0 0 0 0,1-1 0 0 0,-1 1 0 0 0,0 0 0 0 0,0 0-1 0 0,0 0 1 0 0,0 0 0 0 0,0 0 0 0 0,0 0 0 0 0,0 0 0 0 0,0 1 0 0 0,0-1 0 0 0,-1 0-1 0 0,1 0 1 0 0,0 1 0 0 0,-1-1 0 0 0,1 0 0 0 0,0 3 0 0 0,3 7-22 0 0,0 0 0 0 0,-1 0 0 0 0,0 1 1 0 0,1 13-1 0 0,-3-19 9 0 0,3 18-4 0 0,2 1 0 0 0,0-2 0 0 0,1 1 0 0 0,19 39 0 0 0,-22-54 30 0 0,1-1 1 0 0,0 0-1 0 0,0 0 0 0 0,0 0 0 0 0,1 0 0 0 0,0-1 0 0 0,1 0 0 0 0,0 0 0 0 0,0 0 0 0 0,0-1 0 0 0,1 0 0 0 0,0-1 0 0 0,0 0 0 0 0,0 0 0 0 0,12 4 0 0 0,-13-7 5 0 0,0 0 1 0 0,0-1-1 0 0,0 0 1 0 0,-1-1-1 0 0,1 1 1 0 0,0-1 0 0 0,0-1-1 0 0,0 1 1 0 0,0-1-1 0 0,0 0 1 0 0,0-1-1 0 0,-1 0 1 0 0,1 0-1 0 0,-1 0 1 0 0,1-1-1 0 0,-1 0 1 0 0,0 0-1 0 0,11-7 1 0 0,-2 0 4 0 0,-1-1 0 0 0,0 0 0 0 0,-1-1 0 0 0,0 0 0 0 0,0-1 0 0 0,11-17-1 0 0,-15 18 26 0 0,-1-2-1 0 0,12-25 0 0 0,-4 6 339 0 0,-15 31-303 0 0,0 0 10 0 0,-1 2-77 0 0,-1 0 0 0 0,1 0 0 0 0,0 0 1 0 0,0 0-1 0 0,0 0 0 0 0,0 0 0 0 0,0 0 1 0 0,0-1-1 0 0,0 1 0 0 0,0 0 0 0 0,0 0 1 0 0,0 0-1 0 0,0 0 0 0 0,0 0 0 0 0,0 0 1 0 0,0-1-1 0 0,0 1 0 0 0,0 0 0 0 0,0 0 1 0 0,0 0-1 0 0,0 0 0 0 0,0 0 0 0 0,0 0 0 0 0,0-1 1 0 0,0 1-1 0 0,0 0 0 0 0,0 0 0 0 0,0 0 1 0 0,0 0-1 0 0,0 0 0 0 0,0 0 0 0 0,1 0 1 0 0,-1-1-1 0 0,0 1 0 0 0,0 0 0 0 0,0 0 1 0 0,0 0-1 0 0,0 0 0 0 0,0 0 0 0 0,0 0 1 0 0,1 0-1 0 0,-1 0 0 0 0,0 0 0 0 0,0 0 1 0 0,0 0-1 0 0,0 0 0 0 0,0 0 0 0 0,0 0 1 0 0,1 0-1 0 0,-1-1 0 0 0,0 1 0 0 0,0 0 0 0 0,0 0 1 0 0,0 1-1 0 0,0-1 0 0 0,0 0 0 0 0,1 0 1 0 0,-1 0-1 0 0,0 0 0 0 0,0 0 0 0 0,0 0 1 0 0,0 0-1 0 0,0 0 0 0 0,10 25 1 0 0,-8-17-3 0 0,1 0-1 0 0,0 0 1 0 0,1 0 0 0 0,-1-1-1 0 0,2 1 1 0 0,-1-1-1 0 0,1 0 1 0 0,0 0-1 0 0,8 9 1 0 0,-8-12-10 0 0,0 1 0 0 0,0-1 0 0 0,0 1 1 0 0,0-2-1 0 0,0 1 0 0 0,1 0 0 0 0,0-1 0 0 0,-1 0 1 0 0,1 0-1 0 0,1-1 0 0 0,-1 0 0 0 0,0 0 0 0 0,0 0 1 0 0,1-1-1 0 0,-1 0 0 0 0,1 0 0 0 0,-1 0 0 0 0,1-1 1 0 0,8-1-1 0 0,-8 1-16 0 0,1-2 0 0 0,0 1 0 0 0,-1-1 0 0 0,1 0 0 0 0,-1-1 0 0 0,0 0 0 0 0,0 0 0 0 0,0 0 0 0 0,0-1 0 0 0,0 0 0 0 0,-1 0 0 0 0,1-1 0 0 0,-1 0 0 0 0,-1 0 1 0 0,9-9-1 0 0,-1-1 213 0 0,0-1 1 0 0,-1 0 0 0 0,-1-1 0 0 0,16-30 0 0 0,-27 45 2 0 0,20 143-660 0 0,-7-100-1367 0 0,2-15-3816 0 0,-9-17 2671 0 0</inkml:trace>
</inkml:ink>
</file>

<file path=ppt/ink/ink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3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23 236 0 0,'0'0'2882'0'0,"0"0"-2829"0"0,0 0 1 0 0,0-1-1 0 0,0 1 1 0 0,0 0-1 0 0,0 0 1 0 0,0 0-1 0 0,0-1 1 0 0,0 1 0 0 0,0 0-1 0 0,0 0 1 0 0,1 0-1 0 0,-1-1 1 0 0,0 1-1 0 0,0 0 1 0 0,0 0-1 0 0,0 0 1 0 0,0 0-1 0 0,1 0 1 0 0,-1-1 0 0 0,0 1-1 0 0,0 0 1 0 0,0 0-1 0 0,1 0 1 0 0,-1 0-1 0 0,0 0 1 0 0,0 0-1 0 0,0 0 1 0 0,1 0-1 0 0,-1-1 1 0 0,0 1 0 0 0,0 0-1 0 0,1 0 1 0 0,-1 0-1 0 0,0 0 1 0 0,0 0-1 0 0,0 0 1 0 0,1 0-1 0 0,-1 0 1 0 0,0 1-1 0 0,0-1 1 0 0,0 0 0 0 0,1 0-1 0 0,-1 0 1 0 0,0 0-1 0 0,0 0 1 0 0,0 0-1 0 0,1 0 1 0 0,2 6 71 0 0,0 0 0 0 0,-1 1 0 0 0,0-1 0 0 0,0 0 0 0 0,0 1 0 0 0,-1-1 0 0 0,0 1 0 0 0,0-1 0 0 0,-1 1 0 0 0,1-1 0 0 0,-1 1 0 0 0,-1 0 0 0 0,1-1 0 0 0,-1 1 0 0 0,-1-1 0 0 0,1 1-1 0 0,-1-1 1 0 0,0 1 0 0 0,-5 9 0 0 0,0-5 1680 0 0,11-26-1479 0 0,-1 9-332 0 0,-1 0 1 0 0,1 0-1 0 0,0 0 0 0 0,1 1 0 0 0,-1-1 0 0 0,6-5 0 0 0,12-11 53 0 0,-18 17-43 0 0,1 0 1 0 0,0 0 0 0 0,0 1 0 0 0,0-1-1 0 0,1 1 1 0 0,0 0 0 0 0,-1 1 0 0 0,1-1 0 0 0,1 1-1 0 0,-1 0 1 0 0,0 0 0 0 0,1 0 0 0 0,-1 1-1 0 0,1 0 1 0 0,0 0 0 0 0,0 0 0 0 0,6 0 0 0 0,-8 2-6 0 0,-1 0 0 0 0,1 0 0 0 0,-1 1 0 0 0,1-1 1 0 0,-1 1-1 0 0,0 0 0 0 0,1 0 0 0 0,-1 0 0 0 0,0 1 1 0 0,0-1-1 0 0,0 1 0 0 0,0 0 0 0 0,0 0 0 0 0,0 0 0 0 0,0 0 1 0 0,-1 0-1 0 0,1 0 0 0 0,-1 1 0 0 0,1-1 0 0 0,-1 1 1 0 0,0 0-1 0 0,0 0 0 0 0,0 0 0 0 0,-1 0 0 0 0,1 0 1 0 0,0 0-1 0 0,1 6 0 0 0,-3-9 2 0 0,0 1 1 0 0,0-1-1 0 0,0 0 0 0 0,1 1 0 0 0,-1-1 1 0 0,0 0-1 0 0,1 1 0 0 0,-1-1 1 0 0,0 0-1 0 0,0 0 0 0 0,1 1 1 0 0,-1-1-1 0 0,0 0 0 0 0,1 0 0 0 0,-1 1 1 0 0,1-1-1 0 0,-1 0 0 0 0,0 0 1 0 0,1 0-1 0 0,-1 0 0 0 0,1 0 0 0 0,-1 1 1 0 0,0-1-1 0 0,1 0 0 0 0,-1 0 1 0 0,1 0-1 0 0,-1 0 0 0 0,0 0 1 0 0,1 0-1 0 0,-1 0 0 0 0,1-1 0 0 0,-1 1 1 0 0,0 0-1 0 0,1 0 0 0 0,-1 0 1 0 0,1 0-1 0 0,-1 0 0 0 0,0-1 0 0 0,1 1 1 0 0,-1 0-1 0 0,0 0 0 0 0,1-1 1 0 0,-1 1-1 0 0,0 0 0 0 0,1-1 1 0 0,22-13 17 0 0,-21 11-26 0 0,1 1 0 0 0,0 0 0 0 0,0 0 0 0 0,0 0 1 0 0,0 0-1 0 0,0 0 0 0 0,0 1 0 0 0,1-1 1 0 0,-1 1-1 0 0,0 0 0 0 0,1 0 0 0 0,-1 0 0 0 0,1 0 1 0 0,-1 1-1 0 0,1-1 0 0 0,0 1 0 0 0,-1 0 0 0 0,1 0 1 0 0,6 1-1 0 0,6 2-19 0 0,1 1 1 0 0,-1 0-1 0 0,19 8 0 0 0,14 3-145 0 0,-16-6-21 0 0,-19-4 61 0 0,0-2 0 0 0,0 1-1 0 0,0-2 1 0 0,27 2 0 0 0,-37-4 113 0 0,-1 0 0 0 0,1-1 0 0 0,-1 1 0 0 0,0-1 0 0 0,1 1 0 0 0,-1-1 0 0 0,1 0 1 0 0,-1-1-1 0 0,0 1 0 0 0,0 0 0 0 0,0-1 0 0 0,0 0 0 0 0,0 0 0 0 0,0 0 0 0 0,0 0 0 0 0,0 0 0 0 0,-1 0 0 0 0,1-1 1 0 0,-1 0-1 0 0,0 1 0 0 0,0-1 0 0 0,0 0 0 0 0,0 0 0 0 0,0 0 0 0 0,1-4 0 0 0,7-25-75 0 0,-10 30 92 0 0,0 1-1 0 0,0 0 1 0 0,0 0-1 0 0,0 0 1 0 0,0 0-1 0 0,0-1 1 0 0,-1 1-1 0 0,1 0 1 0 0,0 0 0 0 0,-1 0-1 0 0,1 0 1 0 0,-1 0-1 0 0,1 0 1 0 0,-1 0-1 0 0,1 0 1 0 0,-1 0-1 0 0,0 0 1 0 0,1 0-1 0 0,-1 0 1 0 0,0 0-1 0 0,0 1 1 0 0,0-1-1 0 0,0 0 1 0 0,0 0-1 0 0,1 1 1 0 0,-1-1-1 0 0,0 1 1 0 0,-1-1-1 0 0,1 1 1 0 0,0-1-1 0 0,0 1 1 0 0,-2-1-1 0 0,2 1-7 0 0,-3 1-7 0 0,2-1 14 0 0,0 0-1 0 0,0 1 1 0 0,0 0 0 0 0,0-1 0 0 0,0 1 0 0 0,0 0 0 0 0,1 0-1 0 0,-1 0 1 0 0,0 0 0 0 0,0 0 0 0 0,1 1 0 0 0,-1-1 0 0 0,1 0-1 0 0,-1 1 1 0 0,1 0 0 0 0,0-1 0 0 0,-1 1 0 0 0,1-1 0 0 0,0 1-1 0 0,0 0 1 0 0,0 0 0 0 0,0 0 0 0 0,1 0 0 0 0,-1 0-1 0 0,0 0 1 0 0,1 0 0 0 0,-1 0 0 0 0,1 0 0 0 0,0 0 0 0 0,0 0-1 0 0,0 0 1 0 0,0 0 0 0 0,0 0 0 0 0,0 0 0 0 0,0 0 0 0 0,1 0-1 0 0,-1 0 1 0 0,1 0 0 0 0,-1 0 0 0 0,1 0 0 0 0,0 0 0 0 0,1 2-1 0 0,1 3 9 0 0,0 0-1 0 0,0-1 1 0 0,1 1-1 0 0,-1-1 1 0 0,1 0-1 0 0,1 0 1 0 0,-1-1-1 0 0,1 1 1 0 0,0-1-1 0 0,0 0 1 0 0,12 8-1 0 0,-11-9 2 0 0,1 0-1 0 0,-1-1 0 0 0,1 0 0 0 0,0 0 0 0 0,0 0 0 0 0,0-1 0 0 0,0 0 1 0 0,0-1-1 0 0,1 0 0 0 0,-1 0 0 0 0,1 0 0 0 0,-1-1 0 0 0,0 0 0 0 0,15-2 1 0 0,-12-1-4 0 0,0 1 1 0 0,-1-1-1 0 0,0-1 1 0 0,1 0-1 0 0,-1 0 1 0 0,-1 0 0 0 0,1-1-1 0 0,-1-1 1 0 0,0 0-1 0 0,13-11 1 0 0,1-3-4 0 0,63-50-21 0 0,-83 68 15 0 0,1 1 0 0 0,0 0 0 0 0,0-1 0 0 0,0 1 0 0 0,0 0-1 0 0,0 1 1 0 0,0-1 0 0 0,0 0 0 0 0,0 1 0 0 0,0 0 0 0 0,0 0 0 0 0,0 0 0 0 0,0 0-1 0 0,0 0 1 0 0,0 0 0 0 0,0 1 0 0 0,0 0 0 0 0,0-1 0 0 0,4 2 0 0 0,60 29-18 0 0,-22-8 38 0 0,-35-20 61 0 0,1 0 0 0 0,-1 0 0 0 0,0-1 0 0 0,1 0 0 0 0,-1-1 0 0 0,1 0 0 0 0,0-1 0 0 0,-1 0 0 0 0,1-1 0 0 0,0 0 0 0 0,-1 0 0 0 0,1-1 0 0 0,-1 0 0 0 0,11-5 0 0 0,-18 6 41 0 0,0 0 0 0 0,0 0-1 0 0,0 0 1 0 0,0 0 0 0 0,1 1 0 0 0,-1-1 0 0 0,0 1 0 0 0,0 0 0 0 0,0 0 0 0 0,0 0-1 0 0,0 0 1 0 0,1 1 0 0 0,2 0 0 0 0,-4 0-761 0 0</inkml:trace>
</inkml:ink>
</file>

<file path=ppt/ink/ink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3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53 796 0 0,'-6'-12'2168'0'0,"2"0"-200"0"0,1-2 493 0 0,2 0-989 0 0</inkml:trace>
</inkml:ink>
</file>

<file path=ppt/ink/ink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5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220 290 52 0 0,'-4'-29'679'0'0,"3"23"697"0"0,1 4-1157 0 0,0 0 0 0 0,0 1 0 0 0,0-1-1 0 0,0 0 1 0 0,0 1 0 0 0,0-1 0 0 0,-1 0 0 0 0,1 1 0 0 0,0-1 0 0 0,-1 1 0 0 0,0-1-1 0 0,1 1 1 0 0,-1-1 0 0 0,0 1 0 0 0,0-1 0 0 0,0 1 0 0 0,0 0 0 0 0,0-1 0 0 0,0 1 0 0 0,0 0-1 0 0,0 0 1 0 0,0 0 0 0 0,-1 0 0 0 0,-1-2 0 0 0,0 2-93 0 0,0 0 1 0 0,0 0-1 0 0,0 1 0 0 0,0-1 0 0 0,0 1 1 0 0,0-1-1 0 0,0 1 0 0 0,0 0 1 0 0,0 0-1 0 0,0 0 0 0 0,0 0 1 0 0,-4 2-1 0 0,-10 2-70 0 0,1 0 1 0 0,0 2 0 0 0,-27 12-1 0 0,39-16 145 0 0,0-1-172 0 0,0 1 0 0 0,0 0-1 0 0,1 0 1 0 0,-1 0 0 0 0,0 1 0 0 0,1 0-1 0 0,-1-1 1 0 0,1 1 0 0 0,0 0 0 0 0,0 0-1 0 0,0 1 1 0 0,0-1 0 0 0,1 0 0 0 0,-1 1-1 0 0,1 0 1 0 0,-2 5 0 0 0,3-7 1 0 0,24 21 90 0 0,-12-19-103 0 0,0-1-1 0 0,0 0 1 0 0,0 0 0 0 0,0-1 0 0 0,0 0-1 0 0,0-1 1 0 0,1-1 0 0 0,20-1-1 0 0,97-16 59 0 0,-90 10-51 0 0,-15 3-14 0 0,46-6-28 0 0,0-3 1 0 0,-2-3 0 0 0,78-28-1 0 0,-104 26 512 0 0,-40 18-8 0 0,-5 3-476 0 0,-10 12 2 0 0,10-11 1 0 0,39 1-244 0 0,42 1-181 0 0,-36-1 82 0 0,1-2 1 0 0,0-2-1 0 0,-1-1 1 0 0,1-3-1 0 0,43-8 1 0 0,-82 10 318 0 0,0 0 1 0 0,1-1-1 0 0,-1 1 1 0 0,0-1-1 0 0,0 0 0 0 0,0 0 1 0 0,0 0-1 0 0,0-1 1 0 0,-1 1-1 0 0,1-1 1 0 0,-1 0-1 0 0,0 0 0 0 0,1 0 1 0 0,-2-1-1 0 0,1 1 1 0 0,0-1-1 0 0,0 1 1 0 0,-1-1-1 0 0,0 0 0 0 0,0 0 1 0 0,0 0-1 0 0,0 0 1 0 0,-1-1-1 0 0,0 1 1 0 0,1 0-1 0 0,-2-1 0 0 0,1 1 1 0 0,0 0-1 0 0,-1-9 1 0 0,0 4 185 0 0,0 0 0 0 0,-1 1 1 0 0,0-1-1 0 0,0 0 0 0 0,-1 1 1 0 0,0-1-1 0 0,0 1 0 0 0,-1 0 1 0 0,0-1-1 0 0,-1 1 0 0 0,0 1 1 0 0,0-1-1 0 0,-1 0 0 0 0,-6-7 1 0 0,11 14-155 0 0,-1 1-1 0 0,0-1 1 0 0,1 1 0 0 0,-1-1 0 0 0,0 1 0 0 0,0-1 0 0 0,1 1 0 0 0,-1-1-1 0 0,0 1 1 0 0,0 0 0 0 0,0-1 0 0 0,1 1 0 0 0,-1 0 0 0 0,0 0 0 0 0,0 0 0 0 0,0-1-1 0 0,0 1 1 0 0,0 0 0 0 0,1 0 0 0 0,-1 0 0 0 0,0 0 0 0 0,0 1 0 0 0,0-1-1 0 0,0 0 1 0 0,0 0 0 0 0,1 0 0 0 0,-1 1 0 0 0,0-1 0 0 0,0 1 0 0 0,0-1-1 0 0,1 0 1 0 0,-1 1 0 0 0,0-1 0 0 0,0 1 0 0 0,1-1 0 0 0,-1 1 0 0 0,1 0 0 0 0,-1-1-1 0 0,0 1 1 0 0,1 0 0 0 0,-1-1 0 0 0,1 1 0 0 0,0 0 0 0 0,-1 0 0 0 0,1 0-1 0 0,-1-1 1 0 0,1 1 0 0 0,0 1 0 0 0,-19 41 209 0 0,17-29-206 0 0,0 0-1 0 0,1 0 0 0 0,0 0 0 0 0,1 0 0 0 0,1 0 0 0 0,0 0 1 0 0,1 0-1 0 0,1 0 0 0 0,5 17 0 0 0,3 6-1549 0 0,2 0 0 0 0,21 40-1 0 0,-23-55-1536 0 0,2-4 233 0 0</inkml:trace>
</inkml:ink>
</file>

<file path=ppt/ink/ink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6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17 296 616 0 0,'0'0'958'0'0,"-2"-3"-66"0"0,0-1-551 0 0,0 0 1 0 0,0 0 0 0 0,0 1 0 0 0,1-1 0 0 0,-1-1 0 0 0,1 1 0 0 0,0 0 0 0 0,0 0 0 0 0,1 0 0 0 0,-1 0 0 0 0,1-1 0 0 0,0 1 0 0 0,0 0 0 0 0,1 0-1 0 0,-1-1 1 0 0,1 1 0 0 0,2-7 0 0 0,-1 3-96 0 0,2 0 0 0 0,-1 1 0 0 0,1-1 0 0 0,0 1-1 0 0,1-1 1 0 0,0 1 0 0 0,0 1 0 0 0,9-11 0 0 0,0 3-122 0 0,1 1 1 0 0,1 0 0 0 0,-1 1 0 0 0,2 1-1 0 0,0 0 1 0 0,0 1 0 0 0,24-10-1 0 0,-23 14-50 0 0,0 0 0 0 0,0 1 0 0 0,0 0-1 0 0,1 2 1 0 0,-1 0 0 0 0,1 1-1 0 0,0 1 1 0 0,35 2 0 0 0,-48 0-64 0 0,0-1 1 0 0,-1 1 0 0 0,1 0-1 0 0,-1 0 1 0 0,1 1-1 0 0,-1-1 1 0 0,0 1-1 0 0,1 1 1 0 0,-1-1-1 0 0,0 1 1 0 0,-1 0-1 0 0,1 0 1 0 0,0 0-1 0 0,-1 0 1 0 0,1 1-1 0 0,-1 0 1 0 0,0 0-1 0 0,-1 0 1 0 0,1 0-1 0 0,-1 1 1 0 0,1-1 0 0 0,-1 1-1 0 0,-1 0 1 0 0,1 0-1 0 0,-1 0 1 0 0,0 1-1 0 0,0-1 1 0 0,0 0-1 0 0,-1 1 1 0 0,1-1-1 0 0,-1 1 1 0 0,-1-1-1 0 0,1 12 1 0 0,-1-9-7 0 0,0 1-1 0 0,0-1 1 0 0,-1 0 0 0 0,0 1 0 0 0,-1-1 0 0 0,0 1-1 0 0,0-1 1 0 0,0 0 0 0 0,-1 0 0 0 0,-1 0 0 0 0,1-1-1 0 0,-1 1 1 0 0,-1-1 0 0 0,1 0 0 0 0,-1 0 0 0 0,0 0-1 0 0,-1-1 1 0 0,0 1 0 0 0,0-2 0 0 0,0 1 0 0 0,0 0-1 0 0,-1-1 1 0 0,0 0 0 0 0,0-1 0 0 0,-1 0-1 0 0,1 0 1 0 0,-1 0 0 0 0,-9 2 0 0 0,13-4 26 0 0,0 0-1 0 0,0 0 1 0 0,0 0 0 0 0,-1-1 0 0 0,1 1 0 0 0,-1-1-1 0 0,1 0 1 0 0,-1-1 0 0 0,1 1 0 0 0,-1-1 0 0 0,1 0-1 0 0,-1 0 1 0 0,1 0 0 0 0,-1-1 0 0 0,-7-1 0 0 0,10 1 31 0 0,2-1-57 0 0,0 0 0 0 0,0 0 0 0 0,0 0 0 0 0,1 0 0 0 0,-1 0 0 0 0,1 0 0 0 0,0 0 0 0 0,-1 0 0 0 0,1 0 0 0 0,0 0 0 0 0,0 0 0 0 0,0 1 0 0 0,0-1 1 0 0,0 0-1 0 0,1 1 0 0 0,-1-1 0 0 0,0 1 0 0 0,1-1 0 0 0,-1 1 0 0 0,1 0 0 0 0,3-2 0 0 0,0 0-37 0 0,0 0 0 0 0,1 0 1 0 0,-1 1-1 0 0,1 0 0 0 0,0 0 1 0 0,-1 1-1 0 0,11-2 0 0 0,4 1-415 0 0,0 0 1 0 0,0 2-1 0 0,35 3 0 0 0,-50-2 209 0 0,68 4-1805 0 0,-26-9-3062 0 0,-35 2 2771 0 0</inkml:trace>
</inkml:ink>
</file>

<file path=ppt/ink/ink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6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77 748 0 0,'-1'-53'4562'0'0,"0"30"1409"0"0,-11 105-4951 0 0,-1 163 1 0 0,13-218-911 0 0,-2 0 1 0 0,0 0-1 0 0,-8 34 0 0 0,8-51-429 0 0,-1-1 0 0 0,0 1 0 0 0,-1-1 0 0 0,0 1 0 0 0,-6 9 0 0 0,7-15-308 0 0,0 1 0 0 0,0-1 0 0 0,0 0 0 0 0,-1 0 1 0 0,1 0-1 0 0,-1-1 0 0 0,0 1 0 0 0,0-1 0 0 0,-1 0 0 0 0,-7 5 0 0 0,3-3-2158 0 0</inkml:trace>
</inkml:ink>
</file>

<file path=ppt/ink/ink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7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1 603 336 0 0,'18'-9'618'0'0,"1"0"-1"0"0,0 2 1 0 0,0 0-1 0 0,1 1 1 0 0,0 1 0 0 0,38-4-1 0 0,-17 2-194 0 0,50-5 189 0 0,-66 10-365 0 0,-1-1-1 0 0,-1 0 1 0 0,1-2 0 0 0,0-1-1 0 0,30-12 1 0 0,-42 12 1644 0 0,-14 7-897 0 0,-25 19-571 0 0,3 18-53 0 0,23-37-342 0 0,1 0-32 0 0,0-1 0 0 0,0 1 1 0 0,0-1-1 0 0,-1 1 1 0 0,1-1-1 0 0,0 1 0 0 0,0-1 1 0 0,0 1-1 0 0,0-1 0 0 0,0 1 1 0 0,0-1-1 0 0,0 1 1 0 0,0-1-1 0 0,0 1 0 0 0,0-1 1 0 0,0 1-1 0 0,0-1 0 0 0,0 1 1 0 0,0-1-1 0 0,1 1 1 0 0,-1-1-1 0 0,0 0 0 0 0,0 1 1 0 0,1-1-1 0 0,-1 1 0 0 0,0-1 1 0 0,0 1-1 0 0,1-1 1 0 0,-1 0-1 0 0,0 1 0 0 0,1-1 1 0 0,-1 0-1 0 0,1 1 0 0 0,-1-1 1 0 0,0 0-1 0 0,1 0 1 0 0,-1 1-1 0 0,1-1 0 0 0,-1 0 1 0 0,1 0-1 0 0,-1 0 0 0 0,1 1 1 0 0,-1-1-1 0 0,1 0 1 0 0,-1 0-1 0 0,1 0 0 0 0,-1 0 1 0 0,1 0-1 0 0,-1 0 0 0 0,1 0 1 0 0,-1 0-1 0 0,1 0 1 0 0,-1 0-1 0 0,2-1 0 0 0,8 0-145 0 0,0 1 0 0 0,0-1 0 0 0,0 2 0 0 0,1-1 0 0 0,-1 2 0 0 0,0-1-1 0 0,19 7 1 0 0,43 4-717 0 0,-61-12 827 0 0,1 0 0 0 0,-1 0 0 0 0,0-2 0 0 0,0 1 0 0 0,1-1 0 0 0,-1-1-1 0 0,0 0 1 0 0,-1-1 0 0 0,1 0 0 0 0,-1 0 0 0 0,1-1 0 0 0,-1-1 0 0 0,-1 0-1 0 0,1 0 1 0 0,-1 0 0 0 0,0-2 0 0 0,0 1 0 0 0,-1-1 0 0 0,0 0-1 0 0,-1 0 1 0 0,0-1 0 0 0,0 0 0 0 0,11-20 0 0 0,4-13 255 0 0,-3-1 0 0 0,-1 0 0 0 0,-2-1 0 0 0,15-66 0 0 0,-26 92-143 0 0,0-7 549 0 0,-1-2 0 0 0,-1 1-1 0 0,-2-44 1 0 0,-1 68-76 0 0,-6 7-488 0 0,-5 5-35 0 0,0 1 0 0 0,0 0 0 0 0,1 1 0 0 0,1 0 0 0 0,0 1 0 0 0,0 0 0 0 0,1 0 0 0 0,1 1 0 0 0,1 0 0 0 0,0 0 1 0 0,0 0-1 0 0,1 1 0 0 0,1 0 0 0 0,-3 21 0 0 0,3-11-1 0 0,1-1 0 0 0,0 1 0 0 0,2 0 1 0 0,1 0-1 0 0,1 0 0 0 0,1 0 0 0 0,2 0 1 0 0,9 40-1 0 0,-10-57-25 0 0,0 1 1 0 0,0-1-1 0 0,0 0 1 0 0,1 0-1 0 0,1 0 1 0 0,-1 0 0 0 0,1-1-1 0 0,0 1 1 0 0,1-1-1 0 0,6 6 1 0 0,-8-9 6 0 0,0-1 1 0 0,0 0 0 0 0,0 0 0 0 0,0-1 0 0 0,1 1-1 0 0,-1-1 1 0 0,1 0 0 0 0,-1 0 0 0 0,1 0 0 0 0,0-1-1 0 0,0 0 1 0 0,0 0 0 0 0,0 0 0 0 0,0 0 0 0 0,0-1-1 0 0,0 0 1 0 0,0 0 0 0 0,9-1 0 0 0,-3-1 368 0 0,-1 0-1 0 0,1-1 1 0 0,-1 0 0 0 0,0 0 0 0 0,0-1 0 0 0,0-1-1 0 0,11-7 1 0 0,-19 12-58 0 0,7-6 1233 0 0,-1 2-3536 0 0</inkml:trace>
</inkml:ink>
</file>

<file path=ppt/ink/ink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7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25 616 0 0,'21'-24'9475'0'0,"-22"30"-9382"0"0,0 0 0 0 0,1 0 0 0 0,-1 0 1 0 0,1 0-1 0 0,0 0 0 0 0,1 0 0 0 0,0 0 0 0 0,-1-1 1 0 0,2 1-1 0 0,-1 0 0 0 0,1 0 0 0 0,0-1 0 0 0,0 1 0 0 0,0-1 1 0 0,6 10-1 0 0,-2-6 43 0 0,0 1-1 0 0,-1 0 1 0 0,0 1 0 0 0,-1-1 0 0 0,0 1 0 0 0,-1 0 0 0 0,3 18-1 0 0,-6-27-125 0 0,0 0-1 0 0,-1-1 0 0 0,0 1 0 0 0,1 0 0 0 0,-1-1 0 0 0,0 1 0 0 0,0-1 0 0 0,0 1 0 0 0,0-1 0 0 0,0 1 0 0 0,0-1 0 0 0,0 0 0 0 0,-1 1 1 0 0,1-1-1 0 0,0 0 0 0 0,-1 0 0 0 0,1 0 0 0 0,-1 0 0 0 0,1 0 0 0 0,-1 0 0 0 0,1-1 0 0 0,-1 1 0 0 0,0 0 0 0 0,-2 0 0 0 0,-46 12-199 0 0,44-12 119 0 0,-3 0-307 0 0,0 1-1 0 0,1-1 0 0 0,-1-1 0 0 0,-13 0 0 0 0,-14-8-5145 0 0,25 3 2588 0 0</inkml:trace>
</inkml:ink>
</file>

<file path=ppt/ink/ink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7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59 176 0 0,'-5'-8'3228'0'0,"17"-5"-2380"0"0,-3 8-92 0 0,4-1-135 0 0,4 2-201 0 0,-1-1-248 0 0,11 1-268 0 0,4-1-336 0 0,-4 2-521 0 0,16-1-1023 0 0,-13 3 452 0 0</inkml:trace>
</inkml:ink>
</file>

<file path=ppt/ink/ink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8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17 436 0 0,'-3'-11'2836'0'0,"3"11"-2750"0"0,0 0-1 0 0,0 0 0 0 0,0 0 1 0 0,0 0-1 0 0,0-1 1 0 0,0 1-1 0 0,0 0 1 0 0,0 0-1 0 0,0 0 0 0 0,0 0 1 0 0,0-1-1 0 0,0 1 1 0 0,0 0-1 0 0,0 0 0 0 0,0 0 1 0 0,0 0-1 0 0,0-1 1 0 0,0 1-1 0 0,0 0 1 0 0,0 0-1 0 0,0 0 0 0 0,0 0 1 0 0,-1-1-1 0 0,1 1 1 0 0,0 0-1 0 0,0 0 1 0 0,0 0-1 0 0,0 0 0 0 0,0 0 1 0 0,0 0-1 0 0,-1-1 1 0 0,1 1-1 0 0,0 0 1 0 0,0 0-1 0 0,0 0 0 0 0,0 0 1 0 0,0 0-1 0 0,-1 0 1 0 0,1 0-1 0 0,0 0 0 0 0,0 0 1 0 0,0 0-1 0 0,0 0 1 0 0,-1 0-1 0 0,1 0 1 0 0,0 0-1 0 0,0 0 0 0 0,0 0 1 0 0,-1 0-1 0 0,1 0 1 0 0,0 0-1 0 0,0 0 1 0 0,0 0-1 0 0,0 0 0 0 0,-1 0 1 0 0,1 0-1 0 0,0 0 1 0 0,0 1-1 0 0,-17 39 311 0 0,2 2-1 0 0,1 0 0 0 0,3 1 1 0 0,1 0-1 0 0,3 1 1 0 0,1 0-1 0 0,2 0 1 0 0,3 68-1 0 0,1-100-367 0 0,1-1-1 0 0,0 1 1 0 0,1 0-1 0 0,0-1 0 0 0,1 0 1 0 0,1 1-1 0 0,-1-1 1 0 0,1 0-1 0 0,1-1 1 0 0,0 1-1 0 0,1-1 1 0 0,0 0-1 0 0,12 15 1 0 0,-16-23-24 0 0,0-1 0 0 0,0 0 0 0 0,0 0 0 0 0,0 0 1 0 0,1 0-1 0 0,-1 0 0 0 0,0 0 0 0 0,1 0 0 0 0,-1-1 0 0 0,1 1 0 0 0,-1-1 1 0 0,1 0-1 0 0,-1 1 0 0 0,0-1 0 0 0,1 0 0 0 0,-1-1 0 0 0,1 1 0 0 0,-1 0 1 0 0,1-1-1 0 0,-1 1 0 0 0,1-1 0 0 0,-1 0 0 0 0,0 0 0 0 0,0 0 1 0 0,1 0-1 0 0,-1 0 0 0 0,0-1 0 0 0,3-1 0 0 0,6-4 250 0 0,-1 1 0 0 0,0-1 0 0 0,-1-1 0 0 0,12-11 1 0 0,-12 5 831 0 0,2-5-370 0 0</inkml:trace>
</inkml:ink>
</file>

<file path=ppt/ink/ink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8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64 844 0 0,'0'-13'2268'0'0,"1"-3"-212"0"0,2 4 581 0 0,-3-2-1029 0 0,4 5-1472 0 0</inkml:trace>
</inkml:ink>
</file>

<file path=ppt/ink/ink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48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23 888 0 0,'0'0'1062'0'0,"0"-9"595"0"0,-1 3 1428 0 0,1 6-2959 0 0,0 0 0 0 0,0-1 0 0 0,0 1 0 0 0,0 0 0 0 0,-1-1 0 0 0,1 1 0 0 0,0 0 0 0 0,0-1 0 0 0,0 1 0 0 0,0 0 0 0 0,0-1 0 0 0,-1 1 0 0 0,1 0 0 0 0,0-1-1 0 0,0 1 1 0 0,0 0 0 0 0,-1 0 0 0 0,1-1 0 0 0,0 1 0 0 0,-1 0 0 0 0,1 0 0 0 0,0 0 0 0 0,0-1 0 0 0,-1 1 0 0 0,1 0 0 0 0,0 0 0 0 0,-1 0 0 0 0,1 0 0 0 0,0 0 0 0 0,-1-1 0 0 0,1 1 0 0 0,0 0 0 0 0,-1 0 0 0 0,1 0 0 0 0,0 0 0 0 0,-1 0 0 0 0,1 0 0 0 0,-1 0 0 0 0,1 0 0 0 0,-1 1 0 0 0,-14 12 882 0 0,12-8-1035 0 0,0 0 0 0 0,0-1 0 0 0,1 1 0 0 0,-1 0 0 0 0,1 1 0 0 0,0-1 0 0 0,-1 7 0 0 0,2-11 16 0 0,1 0 0 0 0,0 0-1 0 0,0 1 1 0 0,-1-1 0 0 0,1 0-1 0 0,0 1 1 0 0,0-1 0 0 0,1 0 0 0 0,-1 1-1 0 0,0-1 1 0 0,0 0 0 0 0,1 1-1 0 0,-1-1 1 0 0,0 0 0 0 0,1 0 0 0 0,0 1-1 0 0,-1-1 1 0 0,1 0 0 0 0,0 0 0 0 0,-1 0-1 0 0,1 0 1 0 0,0 0 0 0 0,0 0-1 0 0,0 0 1 0 0,0 0 0 0 0,0 0 0 0 0,0 0-1 0 0,0 0 1 0 0,0-1 0 0 0,0 1-1 0 0,1 0 1 0 0,-1-1 0 0 0,0 1 0 0 0,0-1-1 0 0,1 0 1 0 0,-1 1 0 0 0,0-1-1 0 0,0 0 1 0 0,1 1 0 0 0,-1-1 0 0 0,0 0-1 0 0,1 0 1 0 0,-1 0 0 0 0,0-1-1 0 0,1 1 1 0 0,1 0 0 0 0,11-2-114 0 0,0 0 1 0 0,0 0-1 0 0,23-8 0 0 0,-19 5 28 0 0,0 1 15 0 0,92-19-396 0 0,-100 22 464 0 0,0 0-1 0 0,-1 0 1 0 0,1 1-1 0 0,0 0 0 0 0,0 1 1 0 0,-1 0-1 0 0,1 1 1 0 0,-1 0-1 0 0,10 3 1 0 0,-17-5 25 0 0,-1 1-1 0 0,0-1 1 0 0,0 0 0 0 0,0 1 0 0 0,0-1 0 0 0,0 1 0 0 0,0-1 0 0 0,0 1 0 0 0,0-1-1 0 0,0 1 1 0 0,0 0 0 0 0,0 0 0 0 0,-1-1 0 0 0,1 1 0 0 0,0 0 0 0 0,0 0 0 0 0,-1 0 0 0 0,1 0-1 0 0,-1 0 1 0 0,1 0 0 0 0,0 0 0 0 0,-1 0 0 0 0,0 0 0 0 0,1 0 0 0 0,-1 0 0 0 0,0 0 0 0 0,1 0-1 0 0,-1 2 1 0 0,-1-1 30 0 0,1 0 0 0 0,-1 0 0 0 0,1 0 0 0 0,-1 0 0 0 0,0 0 0 0 0,0 0-1 0 0,0 0 1 0 0,0 0 0 0 0,0 0 0 0 0,-1 0 0 0 0,1-1 0 0 0,0 1 0 0 0,-4 2 0 0 0,-1 2-603 0 0,-1 0 1 0 0,0 0 0 0 0,0-1 0 0 0,0 0 0 0 0,-1-1 0 0 0,-9 4-1 0 0,9-5-2381 0 0</inkml:trace>
</inkml:ink>
</file>

<file path=ppt/ink/ink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0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0 244 0 0,'0'7'10176'0'0,"-1"21"-7784"0"0,0-20-2450 0 0,1-1 0 0 0,0 1 0 0 0,1 0 0 0 0,0 0 0 0 0,0 0 0 0 0,1 0 0 0 0,0 0 0 0 0,6 13 0 0 0,-6-18 71 0 0,-1 0 0 0 0,1 0-1 0 0,0 0 1 0 0,0-1-1 0 0,0 1 1 0 0,1-1-1 0 0,-1 1 1 0 0,0-1 0 0 0,1 0-1 0 0,0 0 1 0 0,-1 0-1 0 0,1 0 1 0 0,0 0 0 0 0,0-1-1 0 0,0 1 1 0 0,0-1-1 0 0,1 0 1 0 0,-1 0-1 0 0,5 1 1 0 0,-2-2-10 0 0,0 1 0 0 0,-1-1 1 0 0,1-1-1 0 0,-1 1 0 0 0,1-1 0 0 0,-1 0 1 0 0,1 0-1 0 0,-1-1 0 0 0,0 0 0 0 0,1 0 1 0 0,4-2-1 0 0,3-3-46 0 0,0 0 0 0 0,-1-1 0 0 0,0 0 0 0 0,0-1 0 0 0,-1 0 0 0 0,0-1 0 0 0,-1 0 0 0 0,13-16 0 0 0,0 5-183 0 0,-15 22 83 0 0,-8 18 116 0 0,-1-15 20 0 0,1 0 0 0 0,0 1 0 0 0,0-1-1 0 0,0 0 1 0 0,0 0 0 0 0,1 1-1 0 0,-1-1 1 0 0,1 0 0 0 0,0 0-1 0 0,3 6 1 0 0,-4-8 3 0 0,1-1 1 0 0,0 1-1 0 0,-1 0 0 0 0,1-1 1 0 0,0 1-1 0 0,0-1 0 0 0,0 1 0 0 0,0-1 1 0 0,1 0-1 0 0,-1 1 0 0 0,0-1 1 0 0,1 0-1 0 0,-1 0 0 0 0,0 0 0 0 0,1 0 1 0 0,-1 0-1 0 0,1 0 0 0 0,0 0 1 0 0,-1 0-1 0 0,1-1 0 0 0,0 1 1 0 0,-1-1-1 0 0,1 1 0 0 0,0-1 0 0 0,0 0 1 0 0,-1 1-1 0 0,1-1 0 0 0,0 0 1 0 0,0 0-1 0 0,0-1 0 0 0,-1 1 0 0 0,4-1 1 0 0,79-15-347 0 0,86-29 1 0 0,-157 41 309 0 0,-1 0 0 0 0,1 1 1 0 0,0 1-1 0 0,0 0 0 0 0,17-1 0 0 0,-26 3 26 0 0,0 0-1 0 0,0 0 1 0 0,0 0-1 0 0,0 1 0 0 0,0-1 1 0 0,-1 1-1 0 0,1 0 1 0 0,0 0-1 0 0,-1 0 1 0 0,1 1-1 0 0,0-1 1 0 0,-1 1-1 0 0,0 0 1 0 0,1 0-1 0 0,-1 0 1 0 0,0 1-1 0 0,0-1 0 0 0,0 1 1 0 0,0-1-1 0 0,-1 1 1 0 0,5 6-1 0 0,-4-5-13 0 0,-1 1-1 0 0,0-1 0 0 0,0 1 0 0 0,0 0 0 0 0,0 0 1 0 0,1 8-1 0 0,-3-12-24 0 0,29 6-220 0 0,-1-16 403 0 0,0 0 0 0 0,-1-2 0 0 0,0 0 0 0 0,0-2 0 0 0,46-31 0 0 0,-71 43 149 0 0,0-1 111 0 0,-2 2-365 0 0,0 0 0 0 0,0-1-1 0 0,0 1 1 0 0,0 0 0 0 0,0 0 0 0 0,0 0-1 0 0,1 0 1 0 0,-1 0 0 0 0,0-1-1 0 0,0 1 1 0 0,0 0 0 0 0,0 0 0 0 0,0 0-1 0 0,0 0 1 0 0,1 0 0 0 0,-1 0 0 0 0,0-1-1 0 0,0 1 1 0 0,0 0 0 0 0,0 0-1 0 0,0 0 1 0 0,1 0 0 0 0,-1 0 0 0 0,0 0-1 0 0,0 0 1 0 0,0 0 0 0 0,0 0-1 0 0,1 0 1 0 0,-1 0 0 0 0,0 0 0 0 0,0 0-1 0 0,0 0 1 0 0,1 0 0 0 0,-1 0-1 0 0,0 0 1 0 0,0 0 0 0 0,0 0 0 0 0,0 0-1 0 0,1 0 1 0 0,-1 0 0 0 0,0 0 0 0 0,0 1-1 0 0,0-1 1 0 0,0 0 0 0 0,0 0-1 0 0,1 0 1 0 0,-1 0 0 0 0,0 0 0 0 0,0 0-1 0 0,0 0 1 0 0,0 1 0 0 0,0-1-1 0 0,1 2-135 0 0,0 1 0 0 0,-1-1-1 0 0,1 1 1 0 0,0-1-1 0 0,1 0 1 0 0,-1 1-1 0 0,0-1 1 0 0,0 0-1 0 0,1 0 1 0 0,-1 0 0 0 0,1 0-1 0 0,0 0 1 0 0,0 0-1 0 0,0-1 1 0 0,0 1-1 0 0,0 0 1 0 0,0-1-1 0 0,0 0 1 0 0,0 1 0 0 0,1-1-1 0 0,-1 0 1 0 0,5 1-1 0 0,5 2-1161 0 0,0-1 1 0 0,0-1-1 0 0,21 2 0 0 0,-27-3 672 0 0,20 2-1826 0 0</inkml:trace>
</inkml:ink>
</file>

<file path=ppt/ink/ink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0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62 422 344 0 0,'-7'2'5939'0'0,"4"-1"-5801"0"0,0 1 1 0 0,0-1 0 0 0,-1 0 0 0 0,1 1-1 0 0,0 0 1 0 0,0-1 0 0 0,1 1-1 0 0,-1 0 1 0 0,0 1 0 0 0,1-1 0 0 0,-1 0-1 0 0,1 1 1 0 0,0 0 0 0 0,0-1-1 0 0,-4 6 1 0 0,5-5-97 0 0,0 0 0 0 0,0 0-1 0 0,0-1 1 0 0,0 1 0 0 0,0 0-1 0 0,1 0 1 0 0,-1 0 0 0 0,1 0 0 0 0,0 1-1 0 0,0-1 1 0 0,0 0 0 0 0,0 0-1 0 0,1 5 1 0 0,0-7-62 0 0,0 1 0 0 0,-1 0-1 0 0,1-1 1 0 0,0 0 0 0 0,0 1-1 0 0,0-1 1 0 0,0 1 0 0 0,0-1-1 0 0,0 0 1 0 0,0 0 0 0 0,0 0-1 0 0,1 0 1 0 0,-1 0-1 0 0,0 0 1 0 0,1 0 0 0 0,-1 0-1 0 0,1 0 1 0 0,-1-1 0 0 0,1 1-1 0 0,0 0 1 0 0,-1-1 0 0 0,1 1-1 0 0,-1-1 1 0 0,1 0 0 0 0,0 0-1 0 0,-1 0 1 0 0,1 1 0 0 0,0-2-1 0 0,3 1 1 0 0,3 0-94 0 0,1 0 0 0 0,-1-1-1 0 0,1 0 1 0 0,-1-1 0 0 0,0 0-1 0 0,0 0 1 0 0,0-1 0 0 0,0 1-1 0 0,0-2 1 0 0,0 1 0 0 0,0-1 0 0 0,-1-1-1 0 0,0 1 1 0 0,13-12 0 0 0,-11 7 38 0 0,0 0 0 0 0,-1-1 0 0 0,0 0 0 0 0,0 0 0 0 0,-1-1 0 0 0,-1 0 0 0 0,0 0 0 0 0,0 0 0 0 0,5-16 0 0 0,-4 3 304 0 0,0-1 0 0 0,-1 1-1 0 0,-2-2 1 0 0,0 1 0 0 0,-2 0 0 0 0,0 0-1 0 0,-2-1 1 0 0,-1 1 0 0 0,-6-39-1 0 0,4 49 889 0 0,-1 1 0 0 0,0 0 0 0 0,-9-19 0 0 0,9 41-982 0 0,-11 22 415 0 0,-16 44 1 0 0,27-61-556 0 0,1 0-1 0 0,0 0 1 0 0,1 0 0 0 0,0 0 0 0 0,1 1-1 0 0,1 22 1 0 0,2-10-547 0 0,1 0 1 0 0,8 36 0 0 0,13 13-5870 0 0,-12-50 3129 0 0</inkml:trace>
</inkml:ink>
</file>

<file path=ppt/ink/ink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1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180 205 304 0 0,'-1'-1'324'0'0,"0"0"0"0"0,0 1 0 0 0,1-1 0 0 0,-1 0 1 0 0,0 0-1 0 0,1 0 0 0 0,-1-1 0 0 0,0 1 0 0 0,1 0 0 0 0,0 0 0 0 0,-1 0 0 0 0,1 0 1 0 0,0 0-1 0 0,-1 0 0 0 0,1-1 0 0 0,0 1 0 0 0,0 0 0 0 0,0 0 0 0 0,0 0 0 0 0,0-1 0 0 0,1 0 1 0 0,-1 0-150 0 0,1 1 0 0 0,-1 0 0 0 0,1-1 0 0 0,0 1 0 0 0,0 0 0 0 0,0 0 0 0 0,0 0 0 0 0,0 0 0 0 0,0 0 0 0 0,0 0 1 0 0,0 0-1 0 0,0 0 0 0 0,1 0 0 0 0,-1 0 0 0 0,2 0 0 0 0,7-4-128 0 0,1 1 0 0 0,0 0 0 0 0,23-4 0 0 0,-9 1 797 0 0,-19 5-777 0 0,1 0-1 0 0,-1 0 1 0 0,1-1-1 0 0,-1 0 1 0 0,0 0-1 0 0,0-1 0 0 0,0 0 1 0 0,-1 0-1 0 0,1 0 1 0 0,-1-1-1 0 0,0 0 1 0 0,0 1-1 0 0,0-2 1 0 0,-1 1-1 0 0,0-1 0 0 0,0 1 1 0 0,0-1-1 0 0,-1 0 1 0 0,0-1-1 0 0,0 1 1 0 0,-1 0-1 0 0,4-13 1 0 0,-4 7 168 0 0,-2 8 26 0 0,-2 7-79 0 0,-6 11-200 0 0,-8 16 53 0 0,2 1 0 0 0,2 0 0 0 0,0 1-1 0 0,2 0 1 0 0,2 1 0 0 0,-7 49 0 0 0,4-28-9 0 0,-5 23 8 0 0,-28 145 108 0 0,35-167-80 0 0,-3 1-1 0 0,-2-2 0 0 0,-38 94 1 0 0,51-146-95 0 0,0 1 0 0 0,0 0 0 0 0,0-1 1 0 0,-1 1-1 0 0,1-1 0 0 0,-1 1 0 0 0,0-1 1 0 0,1 0-1 0 0,-1 0 0 0 0,0 0 0 0 0,0 0 1 0 0,-1 0-1 0 0,1 0 0 0 0,0 0 0 0 0,-1-1 1 0 0,1 1-1 0 0,-1-1 0 0 0,1 0 0 0 0,-1 0 1 0 0,0 0-1 0 0,1 0 0 0 0,-1 0 0 0 0,0 0 1 0 0,-4 0-1 0 0,4-2-32 0 0,-1 1-1 0 0,0-1 1 0 0,1 1 0 0 0,-1-1-1 0 0,1 0 1 0 0,-1 0 0 0 0,1-1-1 0 0,-1 1 1 0 0,1-1-1 0 0,0 1 1 0 0,0-1 0 0 0,0 0-1 0 0,0-1 1 0 0,0 1 0 0 0,0 0-1 0 0,0-1 1 0 0,1 0 0 0 0,-5-4-1 0 0,5 4 31 0 0,0 1-1 0 0,0 0 1 0 0,1-1-1 0 0,-1 1 1 0 0,0-1-1 0 0,1 0 0 0 0,0 0 1 0 0,-1 1-1 0 0,1-1 1 0 0,0 0-1 0 0,1 0 1 0 0,-1 0-1 0 0,0 0 0 0 0,1 0 1 0 0,0-1-1 0 0,-1 1 1 0 0,1 0-1 0 0,1 0 1 0 0,-1 0-1 0 0,0 0 0 0 0,2-5 1 0 0,0 2-5 0 0,0 1 1 0 0,1 0 0 0 0,0-1-1 0 0,0 1 1 0 0,0 1 0 0 0,0-1-1 0 0,1 0 1 0 0,0 1 0 0 0,0-1-1 0 0,8-5 1 0 0,9-6-51 0 0,0 1-1 0 0,1 1 1 0 0,45-21-1 0 0,-66 34 87 0 0,143-57-244 0 0,-104 45 291 0 0,-2-3 1 0 0,0 0-1 0 0,54-34 1 0 0,-40-1 2269 0 0,-51 50-1762 0 0,-2 6-501 0 0,0 0-39 0 0,1 0 0 0 0,-1 0-1 0 0,1 0 1 0 0,-1 0 0 0 0,1 0 0 0 0,1 0-1 0 0,-1 0 1 0 0,1 0 0 0 0,0 0 0 0 0,0 0-1 0 0,0-1 1 0 0,1 1 0 0 0,0 0 0 0 0,4 8-1 0 0,-4-10-12 0 0,0 0 0 0 0,0 0 0 0 0,1-1-1 0 0,-1 1 1 0 0,1 0 0 0 0,-1-1 0 0 0,1 0 0 0 0,0 1-1 0 0,0-1 1 0 0,0 0 0 0 0,1-1 0 0 0,-1 1-1 0 0,0 0 1 0 0,1-1 0 0 0,-1 0 0 0 0,1 0 0 0 0,-1 0-1 0 0,1 0 1 0 0,-1-1 0 0 0,1 1 0 0 0,0-1-1 0 0,5 0 1 0 0,11-1 7 0 0,0-2 1 0 0,0 0-1 0 0,0-1 0 0 0,-1-1 1 0 0,1-1-1 0 0,-1-1 0 0 0,-1 0 0 0 0,20-11 1 0 0,-34 16-10 0 0,0 1 1 0 0,0-1 0 0 0,0 1 0 0 0,0 0 0 0 0,0 0 0 0 0,0 0 0 0 0,1 0 0 0 0,-1 1 0 0 0,0 0 0 0 0,5 0 0 0 0,-7 0-143 0 0,33 2-1982 0 0,-20-1-3582 0 0,3-1 2623 0 0</inkml:trace>
</inkml:ink>
</file>

<file path=ppt/ink/ink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1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56 0 0,'21'-33'11775'0'0,"-8"97"-10583"0"0,4 71 1 0 0,-5-28-537 0 0,-11-94-778 0 0,0 0-1 0 0,0 0 1 0 0,-2 0 0 0 0,-2 20-1 0 0,2-27-395 0 0,0-1-1 0 0,0 1 1 0 0,-1-1-1 0 0,1 0 0 0 0,-1 0 1 0 0,-1 0-1 0 0,-4 9 1 0 0,1-9-608 0 0</inkml:trace>
</inkml:ink>
</file>

<file path=ppt/ink/ink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1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1 149 740 0 0,'2'-6'309'0'0,"1"0"-1"0"0,0 0 1 0 0,1 0-1 0 0,-1 1 1 0 0,1-1-1 0 0,0 1 1 0 0,0 0-1 0 0,1 0 1 0 0,0 0 0 0 0,0 1-1 0 0,0-1 1 0 0,0 1-1 0 0,0 1 1 0 0,1-1-1 0 0,0 1 1 0 0,11-6-1 0 0,4 0 121 0 0,0 0 0 0 0,1 2 0 0 0,36-9 0 0 0,-19 9 80 0 0,0 1 1 0 0,65-2-1 0 0,-84 8-772 0 0,-1 1 0 0 0,0 0 0 0 0,0 2-1 0 0,0 0 1 0 0,0 1 0 0 0,-1 0 0 0 0,28 12 0 0 0,-16 3-3273 0 0,-20-9 1516 0 0</inkml:trace>
  <inkml:trace contextRef="#ctx0" brushRef="#br0" timeOffset="1">126 488 256 0 0,'-1'1'149'0'0,"1"1"0"0"0,-1-1-1 0 0,0 0 1 0 0,0 0 0 0 0,0 0 0 0 0,1 0 0 0 0,-1 1-1 0 0,1-1 1 0 0,-1 0 0 0 0,1 1 0 0 0,0-1-1 0 0,-1 0 1 0 0,1 1 0 0 0,0-1 0 0 0,0 0 0 0 0,0 1-1 0 0,0-1 1 0 0,0 1 0 0 0,0-1 0 0 0,0 0 0 0 0,0 1-1 0 0,1-1 1 0 0,-1 0 0 0 0,0 1 0 0 0,2 1-1 0 0,-1-1-16 0 0,1 0 0 0 0,-1 0-1 0 0,1 0 1 0 0,0-1-1 0 0,0 1 1 0 0,0 0-1 0 0,0-1 1 0 0,0 1 0 0 0,0-1-1 0 0,0 0 1 0 0,1 0-1 0 0,3 2 1 0 0,9 2 181 0 0,1-1-1 0 0,-1 0 1 0 0,24 2 0 0 0,-36-5-212 0 0,40 3-57 0 0,-1-2 1 0 0,0-1-1 0 0,57-7 0 0 0,-52 0-2109 0 0,55-14 0 0 0,-59 8 243 0 0</inkml:trace>
</inkml:ink>
</file>

<file path=ppt/ink/ink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2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49 329 44 0 0,'7'-3'9382'0'0,"-6"20"-9042"0"0,-1-1 1 0 0,-1 1-1 0 0,0 0 1 0 0,-1-1-1 0 0,-5 21 1 0 0,-4 39 456 0 0,4-21 387 0 0,7-54-1151 0 0,0-1-1 0 0,0 0 1 0 0,0 0 0 0 0,0 1-1 0 0,0-1 1 0 0,0 0 0 0 0,0 0 0 0 0,0 1-1 0 0,0-1 1 0 0,0 0 0 0 0,0 0-1 0 0,0 0 1 0 0,0 1 0 0 0,0-1 0 0 0,0 0-1 0 0,0 0 1 0 0,0 1 0 0 0,-1-1-1 0 0,1 0 1 0 0,0 0 0 0 0,0 0 0 0 0,0 1-1 0 0,0-1 1 0 0,-1 0 0 0 0,1 0-1 0 0,0 0 1 0 0,0 0 0 0 0,0 0 0 0 0,-1 1-1 0 0,1-1 1 0 0,0 0 0 0 0,0 0 0 0 0,0 0-1 0 0,-1 0 1 0 0,1 0 0 0 0,0 0-1 0 0,0 0 1 0 0,-1 0 0 0 0,1 0 0 0 0,0 0-1 0 0,0 0 1 0 0,-1 0 0 0 0,1 0-1 0 0,-9-22 440 0 0,4-2-428 0 0,2-1 0 0 0,0 1-1 0 0,2-1 1 0 0,1 0 0 0 0,0 0-1 0 0,2 1 1 0 0,1-1 0 0 0,1 1-1 0 0,2 0 1 0 0,0 0 0 0 0,1 0-1 0 0,1 1 1 0 0,1 0 0 0 0,2 0-1 0 0,21-35 1 0 0,-23 43-45 0 0,1 2 0 0 0,0-1 1 0 0,1 1-1 0 0,1 0 0 0 0,18-15 0 0 0,-24 23-12 0 0,0 0 1 0 0,0 0-1 0 0,1 1 1 0 0,0 0-1 0 0,-1 0 1 0 0,1 1-1 0 0,1 0 1 0 0,-1 0-1 0 0,0 1 1 0 0,1 0-1 0 0,0 0 1 0 0,-1 1-1 0 0,14-2 0 0 0,-19 3 6 0 0,0 0 0 0 0,-1 0-1 0 0,1 1 1 0 0,-1-1 0 0 0,1 0-1 0 0,0 1 1 0 0,-1-1-1 0 0,1 0 1 0 0,-1 1 0 0 0,1 0-1 0 0,-1-1 1 0 0,0 1 0 0 0,1 0-1 0 0,-1 0 1 0 0,0 0-1 0 0,1 0 1 0 0,-1 0 0 0 0,0 0-1 0 0,0 0 1 0 0,0 0 0 0 0,0 1-1 0 0,0-1 1 0 0,0 0 0 0 0,0 1-1 0 0,0-1 1 0 0,-1 1-1 0 0,1-1 1 0 0,0 1 0 0 0,-1-1-1 0 0,1 1 1 0 0,-1-1 0 0 0,0 1-1 0 0,1-1 1 0 0,-1 1-1 0 0,0 0 1 0 0,0-1 0 0 0,0 1-1 0 0,0-1 1 0 0,0 1 0 0 0,-1 0-1 0 0,1-1 1 0 0,0 1-1 0 0,-1-1 1 0 0,0 3 0 0 0,-1 6-16 0 0,-1-1 0 0 0,1 1 1 0 0,-2-1-1 0 0,1 0 1 0 0,-9 15-1 0 0,-36 43-34 0 0,35-50 33 0 0,1 0 0 0 0,0 1 0 0 0,-12 24 0 0 0,22-37 37 0 0,0 0 1 0 0,1 1-1 0 0,0-1 1 0 0,0 0-1 0 0,0 0 0 0 0,1 1 1 0 0,0-1-1 0 0,0 0 1 0 0,0 0-1 0 0,1 1 1 0 0,-1-1-1 0 0,1 0 1 0 0,0 0-1 0 0,1 1 1 0 0,-1-1-1 0 0,1 0 0 0 0,0-1 1 0 0,1 1-1 0 0,-1 0 1 0 0,1 0-1 0 0,0-1 1 0 0,0 0-1 0 0,0 1 1 0 0,0-1-1 0 0,5 3 1 0 0,11 13 87 0 0,1-1 1 0 0,0-1 0 0 0,37 24 0 0 0,-40-30-71 0 0,38 24 128 0 0,71 35 1 0 0,-18-11 376 0 0,-89-55 315 0 0</inkml:trace>
</inkml:ink>
</file>

<file path=ppt/ink/ink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4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579 625 452 0 0,'0'0'5241'0'0,"-3"-5"-4715"0"0,-52-53 1292 0 0,41 46-1532 0 0,1-1 1 0 0,0-1 0 0 0,1 0-1 0 0,1-1 1 0 0,0 0 0 0 0,-12-23 0 0 0,-2-14 100 0 0,7 16-121 0 0,1 0-1 0 0,2-1 1 0 0,1-1-1 0 0,-12-55 1 0 0,25 85-181 0 0,0 1 0 0 0,0-1 1 0 0,1 0-1 0 0,0 1 0 0 0,0-1 0 0 0,1 0 0 0 0,0 1 0 0 0,0-1 0 0 0,4-9 1 0 0,-4 13-65 0 0,0 1 1 0 0,1-1-1 0 0,-1 1 1 0 0,1-1 0 0 0,0 1-1 0 0,0 0 1 0 0,1 0-1 0 0,-1 0 1 0 0,1 0 0 0 0,-1 0-1 0 0,1 0 1 0 0,0 1-1 0 0,0-1 1 0 0,0 1 0 0 0,0 0-1 0 0,0 0 1 0 0,1 0-1 0 0,-1 0 1 0 0,8-2 0 0 0,-10 3-26 0 0,0 0 0 0 0,1 1 1 0 0,-1-1-1 0 0,0 1 1 0 0,1 0-1 0 0,-1-1 0 0 0,1 1 1 0 0,-1 0-1 0 0,0 0 1 0 0,1-1-1 0 0,-1 1 0 0 0,1 0 1 0 0,-1 1-1 0 0,1-1 1 0 0,-1 0-1 0 0,1 0 0 0 0,-1 1 1 0 0,0-1-1 0 0,1 0 1 0 0,-1 1-1 0 0,0 0 1 0 0,1-1-1 0 0,-1 1 0 0 0,0 0 1 0 0,0 0-1 0 0,1-1 1 0 0,1 3-1 0 0,-2-1-2 0 0,0 0 0 0 0,0 1 0 0 0,0-1 0 0 0,0 1 0 0 0,-1-1 0 0 0,1 0-1 0 0,0 1 1 0 0,-1-1 0 0 0,0 1 0 0 0,0-1 0 0 0,0 1 0 0 0,0-1 0 0 0,0 1 0 0 0,-1 3 0 0 0,-1 7-7 0 0,0 1-1 0 0,-2-1 1 0 0,0 1 0 0 0,-6 14 0 0 0,-1-5 7 0 0,-1 0 1 0 0,-1 0 0 0 0,-2-1 0 0 0,0-1-1 0 0,-18 20 1 0 0,-97 90-1 0 0,18-20-14 0 0,104-103 23 0 0,2-3-9 0 0,1 1 0 0 0,0-1 0 0 0,0 1 0 0 0,1 0 0 0 0,-1 0 0 0 0,1 0 0 0 0,1 1 0 0 0,-5 9 0 0 0,8-14 7 0 0,0-1 0 0 0,0 0 0 0 0,0 0 0 0 0,1 0 0 0 0,-1 1 0 0 0,1-1-1 0 0,-1 0 1 0 0,1 0 0 0 0,-1 0 0 0 0,1 0 0 0 0,-1 0 0 0 0,1 0-1 0 0,0 0 1 0 0,0 0 0 0 0,0 0 0 0 0,-1 0 0 0 0,1-1 0 0 0,0 1-1 0 0,0 0 1 0 0,0 0 0 0 0,0-1 0 0 0,0 1 0 0 0,0-1 0 0 0,1 1-1 0 0,-1-1 1 0 0,0 1 0 0 0,0-1 0 0 0,0 0 0 0 0,0 1 0 0 0,1-1-1 0 0,0 0 1 0 0,43 7 4 0 0,-41-7-12 0 0,77 7-710 0 0,96-5 1 0 0,-132-5-2496 0 0,81-15 1 0 0,-81 8 482 0 0</inkml:trace>
</inkml:ink>
</file>

<file path=ppt/ink/ink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7 920 0 0,'0'0'157'0'0,"0"0"-1"0"0,0 0 1 0 0,0-1 0 0 0,0 1-1 0 0,0 0 1 0 0,0 0-1 0 0,0-1 1 0 0,0 1 0 0 0,0 0-1 0 0,0 0 1 0 0,0-1 0 0 0,-1 1-1 0 0,1 0 1 0 0,0 0-1 0 0,0 0 1 0 0,-1-2 1096 0 0,1 2-1096 0 0,0 0-1 0 0,-1 0 1 0 0,1 0-1 0 0,0-1 1 0 0,0 1 0 0 0,0 0-1 0 0,-1 0 1 0 0,1 0-1 0 0,0 0 1 0 0,0 0 0 0 0,-1 0-1 0 0,1 0 1 0 0,0 0 0 0 0,0 0-1 0 0,0 0 1 0 0,-1 0-1 0 0,1 0 1 0 0,0 0 0 0 0,0 0-1 0 0,-1 0 1 0 0,1 0 0 0 0,0 0-1 0 0,0 0 1 0 0,-1 0-1 0 0,1 0 1 0 0,0 0 0 0 0,0 1-1 0 0,0-1 1 0 0,-1 0-1 0 0,1 0 1 0 0,-4 20 2816 0 0,3 47-3905 0 0,1-43 1959 0 0,-13 256 755 0 0,4-170-2380 0 0,7-99-108 0 0</inkml:trace>
</inkml:ink>
</file>

<file path=ppt/ink/ink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5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11 101 1004 0 0,'-7'-9'3947'0'0,"6"9"-3859"0"0,1-1 0 0 0,0 1 0 0 0,-1 0 1 0 0,1 0-1 0 0,0-1 0 0 0,0 1 0 0 0,0 0 0 0 0,-1 0 0 0 0,1-1 0 0 0,0 1 0 0 0,0 0 1 0 0,0-1-1 0 0,0 1 0 0 0,-1 0 0 0 0,1-1 0 0 0,0 1 0 0 0,0 0 0 0 0,0-1 0 0 0,0 1 1 0 0,0 0-1 0 0,0-1 0 0 0,0 1 0 0 0,0 0 0 0 0,0-1 0 0 0,0 1 0 0 0,0-1 0 0 0,0 1 1 0 0,0 0-1 0 0,1-1 0 0 0,-1 1 0 0 0,0 0 0 0 0,0-1 0 0 0,0 1 0 0 0,0 0 0 0 0,1 0 1 0 0,-1-1-1 0 0,0 1 0 0 0,0 0 0 0 0,1-1 0 0 0,16-6 311 0 0,0 0 0 0 0,1 1 0 0 0,0 0-1 0 0,32-5 1 0 0,85-6 515 0 0,-77 11-612 0 0,-36 3-455 0 0,155-13 1430 0 0,-89 20-2907 0 0,-71-1-490 0 0,0 0 1 0 0,32 10-1 0 0,-37-8-593 0 0</inkml:trace>
</inkml:ink>
</file>

<file path=ppt/ink/ink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6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1 215 1120 0 0,'2'0'6988'0'0,"22"-3"-6597"0"0,-16 0-179 0 0,21-6 570 0 0,0-2 1 0 0,45-23-1 0 0,-68 31-703 0 0,0-1 0 0 0,0 1-1 0 0,-1-1 1 0 0,1 0-1 0 0,-1 0 1 0 0,0-1 0 0 0,-1 0-1 0 0,1 0 1 0 0,-1 0-1 0 0,1 0 1 0 0,-2-1 0 0 0,1 1-1 0 0,-1-1 1 0 0,1 0-1 0 0,-2 0 1 0 0,1 0 0 0 0,3-13-1 0 0,-5 17-73 0 0,-1 1-1 0 0,1-1 1 0 0,-1 0-1 0 0,0 1 1 0 0,1-1-1 0 0,-1 0 1 0 0,0 1-1 0 0,0-1 1 0 0,0 0-1 0 0,0 1 1 0 0,-1-1-1 0 0,1 0 1 0 0,0 1-1 0 0,-1-1 1 0 0,1 0 0 0 0,-1 1-1 0 0,1-1 1 0 0,-1 1-1 0 0,0-1 1 0 0,0 1-1 0 0,0-1 1 0 0,0 1-1 0 0,0-1 1 0 0,0 1-1 0 0,0 0 1 0 0,0 0-1 0 0,0-1 1 0 0,-1 1-1 0 0,1 0 1 0 0,0 0-1 0 0,-1 0 1 0 0,1 0-1 0 0,-1 1 1 0 0,1-1 0 0 0,-1 0-1 0 0,1 1 1 0 0,-1-1-1 0 0,0 1 1 0 0,1-1-1 0 0,-1 1 1 0 0,0 0-1 0 0,1 0 1 0 0,-1 0-1 0 0,0 0 1 0 0,0 0-1 0 0,-2 0 1 0 0,-2 0 8 0 0,0 1 0 0 0,0 0 0 0 0,0 0 0 0 0,0 0 0 0 0,1 1 0 0 0,-1 0 0 0 0,0 0 0 0 0,1 0 0 0 0,-1 1 0 0 0,1 0 0 0 0,0 0 0 0 0,-6 4 0 0 0,2 1-9 0 0,0 1 0 0 0,0 0 0 0 0,1 1 1 0 0,0 0-1 0 0,1 0 0 0 0,0 0 0 0 0,1 1 1 0 0,-9 19-1 0 0,13-26-3 0 0,0 1 1 0 0,0-1 0 0 0,1 0-1 0 0,0 1 1 0 0,0-1 0 0 0,0 1-1 0 0,0 0 1 0 0,1-1 0 0 0,0 1-1 0 0,0 0 1 0 0,0-1 0 0 0,0 1-1 0 0,1 0 1 0 0,0-1-1 0 0,0 1 1 0 0,0-1 0 0 0,0 1-1 0 0,1-1 1 0 0,0 0 0 0 0,0 1-1 0 0,0-1 1 0 0,0 0 0 0 0,1 0-1 0 0,-1 0 1 0 0,1-1 0 0 0,5 6-1 0 0,-1-1-13 0 0,1-1-1 0 0,1 0 1 0 0,-1 0-1 0 0,1-1 1 0 0,12 7-1 0 0,-16-11-7 0 0,0 0-1 0 0,0 0 0 0 0,1 0 1 0 0,-1-1-1 0 0,1 1 0 0 0,0-2 1 0 0,-1 1-1 0 0,1 0 0 0 0,-1-1 1 0 0,1 0-1 0 0,0-1 0 0 0,6 0 1 0 0,1-2-29 0 0,1 0 0 0 0,-1 0 1 0 0,0-2-1 0 0,0 0 0 0 0,-1 0 1 0 0,1-1-1 0 0,-1 0 0 0 0,12-10 1 0 0,90-73-165 0 0,-24 18 190 0 0,-78 61 44 0 0,-9 7-14 0 0,-1 1 0 0 0,1-1 0 0 0,1 0 0 0 0,-1 1 0 0 0,0 0 0 0 0,1 0 0 0 0,-1 0 0 0 0,1 0 0 0 0,0 0 0 0 0,-1 1 0 0 0,1 0 0 0 0,0 0 0 0 0,0 0-1 0 0,0 0 1 0 0,7 0 0 0 0,-7 3-2 0 0,0 0 0 0 0,1 1 0 0 0,-1-1 0 0 0,0 1 0 0 0,0 0 0 0 0,0 1 0 0 0,0-1-1 0 0,-1 1 1 0 0,1-1 0 0 0,-1 1 0 0 0,5 8 0 0 0,-6-9 4 0 0,26 34 28 0 0,-17-22-176 0 0,0 0 1 0 0,0-1-1 0 0,1 0 1 0 0,1-1-1 0 0,1 0 1 0 0,0-1-1 0 0,20 14 1 0 0,-32-25 110 0 0,0 0 0 0 0,0 0-1 0 0,0 0 1 0 0,0 0 0 0 0,0-1 0 0 0,1 1 0 0 0,-1-1 0 0 0,0 1-1 0 0,0-1 1 0 0,0 0 0 0 0,1 1 0 0 0,-1-1 0 0 0,0-1-1 0 0,0 1 1 0 0,1 0 0 0 0,-1 0 0 0 0,0-1 0 0 0,0 1 0 0 0,0-1-1 0 0,1 0 1 0 0,-1 0 0 0 0,0 1 0 0 0,0-1 0 0 0,0-1-1 0 0,0 1 1 0 0,0 0 0 0 0,-1 0 0 0 0,1-1 0 0 0,2-2-1 0 0,0 0 71 0 0,0 0 0 0 0,-1 0 0 0 0,0 0-1 0 0,0 0 1 0 0,0-1 0 0 0,0 1-1 0 0,-1-1 1 0 0,1 0 0 0 0,-1 0-1 0 0,-1 0 1 0 0,3-7 0 0 0,-4 11 173 0 0,-5-8 137 0 0,5 8-334 0 0,0 0-1 0 0,0 1 1 0 0,0-1 0 0 0,0 0-1 0 0,0 0 1 0 0,0 1 0 0 0,0-1-1 0 0,0 0 1 0 0,-1 1 0 0 0,1-1-1 0 0,0 0 1 0 0,-1 1 0 0 0,1-1 0 0 0,0 0-1 0 0,-1 1 1 0 0,1-1 0 0 0,-1 1-1 0 0,1-1 1 0 0,-1 1 0 0 0,1-1-1 0 0,-1 1 1 0 0,1-1 0 0 0,-1 1-1 0 0,1-1 1 0 0,-1 1 0 0 0,0 0-1 0 0,1-1 1 0 0,-2 1 0 0 0,-9-1 109 0 0,0 0 1 0 0,0 1 0 0 0,0 1 0 0 0,0 0-1 0 0,0 0 1 0 0,1 1 0 0 0,-1 1-1 0 0,0 0 1 0 0,1 0 0 0 0,0 1-1 0 0,0 0 1 0 0,0 1 0 0 0,-14 8 0 0 0,9-4-286 0 0,1 1 1 0 0,0 0 0 0 0,-16 15 0 0 0,21-16-784 0 0,0 0 0 0 0,1 1-1 0 0,-1 0 1 0 0,-8 16 0 0 0,14-21-2176 0 0</inkml:trace>
</inkml:ink>
</file>

<file path=ppt/ink/ink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13 780 0 0,'-7'-12'5092'0'0,"1"13"-2120"0"0,-2 27-1203 0 0,3 48-1569 0 0,-16 304 2598 0 0,20-370-2955 0 0,1 0 1 0 0,-1 0 0 0 0,-1 0 0 0 0,0 0 0 0 0,-1 0 0 0 0,0 0-1 0 0,0-1 1 0 0,-7 14 0 0 0,9-21-601 0 0,-7 12-909 0 0</inkml:trace>
</inkml:ink>
</file>

<file path=ppt/ink/ink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6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1328 0 0,'0'0'3620'0'0,"15"-13"-2643"0"0,-5 5-93 0 0,7 3-108 0 0,0-2-60 0 0,8 1-88 0 0,5-2-96 0 0,14 2-200 0 0,-4 0-236 0 0,6 1-264 0 0,1 2-284 0 0,7-3-316 0 0,-6 3-652 0 0,4 1-1533 0 0,-2-1 681 0 0</inkml:trace>
</inkml:ink>
</file>

<file path=ppt/ink/ink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7:58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63 292 0 0,'1'-32'5881'0'0,"0"18"-4491"0"0,0-2-4974 0 0</inkml:trace>
</inkml:ink>
</file>

<file path=ppt/ink/ink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02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35 260 608 0 0,'23'-11'7344'0'0,"-23"11"-7236"0"0,1 0 1 0 0,-1 0-1 0 0,0 0 0 0 0,1 0 1 0 0,-1 0-1 0 0,0 1 1 0 0,1-1-1 0 0,-1 0 0 0 0,0 0 1 0 0,1 0-1 0 0,-1 1 1 0 0,0-1-1 0 0,0 0 0 0 0,1 0 1 0 0,-1 1-1 0 0,0-1 1 0 0,0 0-1 0 0,0 1 0 0 0,1-1 1 0 0,-1 0-1 0 0,0 1 1 0 0,0-1-1 0 0,0 0 0 0 0,0 1 1 0 0,0-1-1 0 0,0 1 1 0 0,0-1-1 0 0,0 0 1 0 0,1 1-1 0 0,-1-1 0 0 0,-1 0 1 0 0,1 1-1 0 0,0-1 1 0 0,0 1-1 0 0,-13 51 1064 0 0,-37 161 45 0 0,50-211-1179 0 0,11-22 480 0 0,17-56-461 0 0,29-128 0 0 0,-43 149-135 0 0,-14 53 56 0 0,0 9 22 0 0,0 1 20 0 0,-1 2-46 0 0,1 0 1 0 0,0 0-1 0 0,1 0 1 0 0,0 0 0 0 0,0 0-1 0 0,1 0 1 0 0,1 0 0 0 0,-1 0-1 0 0,2-1 1 0 0,8 19-1 0 0,-10-24 2 0 0,1 0-1 0 0,0 0 1 0 0,0 0-1 0 0,1 0 1 0 0,-1 0-1 0 0,1-1 1 0 0,-1 0-1 0 0,1 0 0 0 0,0 0 1 0 0,0 0-1 0 0,1 0 1 0 0,-1-1-1 0 0,1 0 1 0 0,-1 0-1 0 0,1 0 1 0 0,0-1-1 0 0,-1 1 1 0 0,1-1-1 0 0,0 0 1 0 0,6 0-1 0 0,0-1 13 0 0,-1-1 0 0 0,0 0 0 0 0,1-1 1 0 0,-1 0-1 0 0,0 0 0 0 0,0-1 0 0 0,0 0 0 0 0,18-10 0 0 0,-9 3-7 0 0,0-1-1 0 0,0 0 1 0 0,-1-2 0 0 0,-1 0-1 0 0,0-1 1 0 0,-1-1-1 0 0,0 0 1 0 0,18-25 0 0 0,-16 17 234 0 0,-1-1 0 0 0,-1-1 0 0 0,-1 0 0 0 0,-1-1 0 0 0,17-47 0 0 0,-30 71-30 0 0,-5 6-178 0 0,-10 12 5 0 0,1 0 1 0 0,0 1-1 0 0,2 0 0 0 0,0 0 0 0 0,0 2 0 0 0,2-1 0 0 0,-10 27 0 0 0,6-10 9 0 0,2 1 0 0 0,1 0 0 0 0,-7 49 0 0 0,15-72-60 0 0,0 0 1 0 0,2 0-1 0 0,-1 0 1 0 0,2 0-1 0 0,0 0 0 0 0,0 0 1 0 0,1 0-1 0 0,1 0 0 0 0,7 22 1 0 0,-8-30 18 0 0,1 0 0 0 0,-1 0 0 0 0,1-1 0 0 0,0 1 1 0 0,0-1-1 0 0,0 0 0 0 0,0 1 0 0 0,1-1 0 0 0,0-1 1 0 0,0 1-1 0 0,0-1 0 0 0,0 1 0 0 0,0-1 0 0 0,1 0 0 0 0,-1-1 1 0 0,1 1-1 0 0,0-1 0 0 0,0 0 0 0 0,0 0 0 0 0,0 0 1 0 0,0-1-1 0 0,1 0 0 0 0,-1 0 0 0 0,0 0 0 0 0,0-1 0 0 0,6 1 1 0 0,2-2 1 0 0,0 1 1 0 0,-1-1 0 0 0,1-1-1 0 0,0 0 1 0 0,-1-1-1 0 0,1-1 1 0 0,-1 1 0 0 0,0-2-1 0 0,-1 0 1 0 0,1 0-1 0 0,12-9 1 0 0,-9 5 250 0 0,-1-1 0 0 0,0-1 1 0 0,-1 0-1 0 0,0-1 0 0 0,-1 0 0 0 0,0-1 0 0 0,17-24 0 0 0,-28 35-67 0 0,9-6-151 0 0,-24 42-1366 0 0,-2 5-7233 0 0</inkml:trace>
</inkml:ink>
</file>

<file path=ppt/ink/ink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02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77 620 0 0,'0'0'1252'0'0,"0"-17"1052"0"0,0 1-1232 0 0,1 8 809 0 0,-1-6 223 0 0,3 4-1488 0 0,-1-2-1464 0 0</inkml:trace>
</inkml:ink>
</file>

<file path=ppt/ink/ink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03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0 308 0 0,'0'0'664'0'0,"-5"16"1042"0"0,0 4-722 0 0,0 0-1 0 0,-2 0 1 0 0,-12 28 0 0 0,18-46-742 0 0,5-3 117 0 0,1-1 0 0 0,-1 1 0 0 0,0-1 0 0 0,0 0-1 0 0,1 0 1 0 0,-2 0 0 0 0,1 0 0 0 0,0-1 0 0 0,4-3 0 0 0,58-38 21 0 0,-65 42-369 0 0,0 1-2 0 0,0 0-1 0 0,0 0 0 0 0,0 0 1 0 0,0 0-1 0 0,0 0 0 0 0,0 1 0 0 0,1-1 1 0 0,-1 0-1 0 0,0 0 0 0 0,0 1 1 0 0,0-1-1 0 0,1 1 0 0 0,-1-1 1 0 0,0 1-1 0 0,1-1 0 0 0,-1 1 1 0 0,1 0-1 0 0,-1 0 0 0 0,2 0 1 0 0,2 2-4 0 0,1 0-1 0 0,-1 1 1 0 0,0 0 0 0 0,-1 0 0 0 0,1 1 0 0 0,-1-1 0 0 0,1 1 0 0 0,-1 0 0 0 0,7 9 0 0 0,-9-11-11 0 0,3 2-54 0 0,-1 1 0 0 0,2-1 0 0 0,-1 1 1 0 0,0-1-1 0 0,1-1 0 0 0,0 1 0 0 0,0-1 0 0 0,0 0 0 0 0,0-1 0 0 0,0 1 1 0 0,1-1-1 0 0,-1 0 0 0 0,1-1 0 0 0,-1 0 0 0 0,1 0 0 0 0,0 0 0 0 0,12-1 1 0 0,-7-1 222 0 0,0 0 0 0 0,0-1 0 0 0,0-1 1 0 0,0 0-1 0 0,0-1 0 0 0,-1 0 0 0 0,1-1 1 0 0,19-11-1 0 0,-9 1 3597 0 0,-18 12-6280 0 0</inkml:trace>
</inkml:ink>
</file>

<file path=ppt/ink/ink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03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64 0 0,'0'-68'9904'0'0,"0"66"-9423"0"0,1-8-643 0 0</inkml:trace>
</inkml:ink>
</file>

<file path=ppt/ink/ink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03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205 130 648 0 0,'-10'32'4430'0'0,"9"-32"-4339"0"0,1 1-1 0 0,0 0 0 0 0,-1 0 0 0 0,1 0 0 0 0,0 0 0 0 0,0 0 0 0 0,0 0 1 0 0,-1 0-1 0 0,1 0 0 0 0,0 0 0 0 0,1 0 0 0 0,-1 0 0 0 0,0 0 1 0 0,0 0-1 0 0,0 0 0 0 0,0 0 0 0 0,1 0 0 0 0,-1 0 0 0 0,1 0 0 0 0,-1 0 1 0 0,0 0-1 0 0,1 0 0 0 0,0-1 0 0 0,-1 1 0 0 0,1 0 0 0 0,-1 0 0 0 0,1 0 1 0 0,1 0-1 0 0,-1 0 658 0 0,49-9-90 0 0,52-9-202 0 0,-60 11-477 0 0,-1-2 1 0 0,1-1-1 0 0,48-18 0 0 0,-88 26 56 0 0,1 0 0 0 0,0 0 0 0 0,-1 0 1 0 0,1-1-1 0 0,-1 1 0 0 0,1-1 0 0 0,-1 1 0 0 0,1-1 0 0 0,-1 0 0 0 0,0 1 0 0 0,0-1 0 0 0,0-1 0 0 0,0 1 0 0 0,0 0 1 0 0,-1 0-1 0 0,1-1 0 0 0,-1 1 0 0 0,1-1 0 0 0,-1 1 0 0 0,0-1 0 0 0,0 1 0 0 0,0-1 0 0 0,0 0 0 0 0,-1 0 0 0 0,1 1 1 0 0,-1-1-1 0 0,1 0 0 0 0,-1 0 0 0 0,0 0 0 0 0,0 0 0 0 0,0 1 0 0 0,-1-1 0 0 0,1 0 0 0 0,-2-4 0 0 0,0 4 35 0 0,0 1-1 0 0,0-1 0 0 0,-1 1 0 0 0,1-1 1 0 0,-1 1-1 0 0,1 0 0 0 0,-1 0 0 0 0,0 0 0 0 0,1 1 1 0 0,-1-1-1 0 0,0 1 0 0 0,0-1 0 0 0,0 1 1 0 0,-1 0-1 0 0,1 0 0 0 0,0 1 0 0 0,0-1 1 0 0,-1 0-1 0 0,-5 1 0 0 0,3 1-30 0 0,0-1 0 0 0,0 2 0 0 0,0-1 0 0 0,0 1 1 0 0,1 0-1 0 0,-1 0 0 0 0,1 1 0 0 0,0-1 0 0 0,-1 1 0 0 0,1 0 0 0 0,0 1 0 0 0,0-1 0 0 0,1 1 0 0 0,-1 0 0 0 0,1 0 1 0 0,0 0-1 0 0,0 1 0 0 0,0 0 0 0 0,-5 8 0 0 0,-2 5 18 0 0,0 1 0 0 0,1 0 0 0 0,0 0-1 0 0,-7 23 1 0 0,2 10 72 0 0,-15 81 0 0 0,24-98-76 0 0,-1 1 1 0 0,-2-1-1 0 0,-1 0 0 0 0,-2-1 1 0 0,-26 55-1 0 0,33-82-50 0 0,-1 1-1 0 0,-1-1 1 0 0,1 0-1 0 0,-1 0 1 0 0,0-1 0 0 0,0 0-1 0 0,-1 0 1 0 0,0 0-1 0 0,0-1 1 0 0,0-1-1 0 0,-1 1 1 0 0,1-1 0 0 0,-1-1-1 0 0,0 1 1 0 0,0-2-1 0 0,-1 1 1 0 0,1-1-1 0 0,-17 1 1 0 0,18-2-556 0 0,0-1-1 0 0,0 0 1 0 0,0 0 0 0 0,0-1 0 0 0,0 0 0 0 0,0 0-1 0 0,0-1 1 0 0,-8-3 0 0 0,12 2-2779 0 0,-6-11 257 0 0</inkml:trace>
</inkml:ink>
</file>

<file path=ppt/ink/ink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0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1384 0 0,'20'9'13017'0'0,"-16"-8"-13417"0"0</inkml:trace>
</inkml:ink>
</file>

<file path=ppt/ink/ink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2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265 168 124 0 0,'0'0'751'0'0,"-22"-31"4486"0"0,21 29-4872 0 0,-13-52 493 0 0,13 46-833 0 0,-5-30 98 0 0,5 36-124 0 0,-15-31-16 0 0,0 34 7 0 0,0 0-1 0 0,0 0 0 0 0,1 2 1 0 0,-1 0-1 0 0,0 1 0 0 0,-28 10 1 0 0,42-13-15 0 0,-34 10-454 0 0,33-7 306 0 0,1 0-1 0 0,-1 0 0 0 0,1 0 0 0 0,-1 0 1 0 0,1 0-1 0 0,1 0 0 0 0,-1 1 1 0 0,0-1-1 0 0,-1 9 0 0 0,2-8-344 0 0,0-3 58 0 0,0 8-1611 0 0,0-8 886 0 0</inkml:trace>
</inkml:ink>
</file>

<file path=ppt/ink/ink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27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5 776 28 0 0,'-1'7'2345'0'0,"-3"7"801"0"0,16-28 1057 0 0,51-67-3381 0 0,-6-7-495 0 0,-4-2 0 0 0,55-126 0 0 0,-89 175-294 0 0,-3-1-1 0 0,-1-1 1 0 0,14-65-1 0 0,-26 95-30 0 0,-3 7-1 0 0,-6-17-3 0 0,3 0-6 0 0,2 22 6 0 0,1 0 0 0 0,0 1-1 0 0,0 0 0 0 0,0 0 0 0 0,0-1 0 0 0,0 1 0 0 0,0 0 0 0 0,0 0 1 0 0,0-1-1 0 0,0 1 0 0 0,0 0 0 0 0,0 0 0 0 0,0 0 0 0 0,0-1 1 0 0,0 1-1 0 0,0 0 0 0 0,0 0 0 0 0,0-1 0 0 0,0 1 0 0 0,-1 0 0 0 0,1 0 1 0 0,0 0-1 0 0,0-1 0 0 0,0 1 0 0 0,0 0 0 0 0,-1 0 0 0 0,1 0 1 0 0,0 0-1 0 0,0 0 0 0 0,0-1 0 0 0,-1 1 0 0 0,1 0 0 0 0,0 0 0 0 0,0 0 1 0 0,-1 0-1 0 0,1 0 0 0 0,0 0 0 0 0,0 0 0 0 0,0 0 0 0 0,-1 0 1 0 0,1 0-1 0 0,0 0 0 0 0,0 0 0 0 0,-1 0 0 0 0,1 0 0 0 0,0 0 0 0 0,0 0 1 0 0,-1 0-1 0 0,1 0 0 0 0,0 0 0 0 0,0 0 0 0 0,-1 0 0 0 0,-8 13-8 0 0,0-1 0 0 0,0 1-1 0 0,1 1 1 0 0,1-1-1 0 0,0 1 1 0 0,1 1-1 0 0,1-1 1 0 0,-4 16 0 0 0,-4 4 4 0 0,-13 39 6 0 0,2 1 1 0 0,4 1-1 0 0,-14 103 0 0 0,31-153 13 0 0,1 0-1 0 0,3 37 0 0 0,-1-51-6 0 0,1-1-1 0 0,1 1 0 0 0,0-1 0 0 0,0 0 0 0 0,1 0 1 0 0,0 0-1 0 0,1 0 0 0 0,7 14 0 0 0,-10-22 0 0 0,0 0 0 0 0,1 0 0 0 0,-1 0 0 0 0,1 0-1 0 0,0 0 1 0 0,-1 0 0 0 0,1-1 0 0 0,0 1-1 0 0,0 0 1 0 0,0-1 0 0 0,0 0 0 0 0,0 1 0 0 0,0-1-1 0 0,1 0 1 0 0,-1 0 0 0 0,0 0 0 0 0,0-1 0 0 0,1 1-1 0 0,-1 0 1 0 0,5 0 0 0 0,-2-1-1 0 0,0-1 0 0 0,-1 1-1 0 0,1-1 1 0 0,0 0 0 0 0,-1 0 0 0 0,1 0 0 0 0,-1 0 0 0 0,1-1-1 0 0,-1 0 1 0 0,6-3 0 0 0,3-2-40 0 0,0-2 0 0 0,0 0-1 0 0,-1 0 1 0 0,0-1 0 0 0,17-18 0 0 0,26-44-598 0 0,-54 71 575 0 0,94 20-273 0 0,-3-19 467 0 0,-90 0 29 0 0,6-1 74 0 0,-8 1-227 0 0,0 0-1 0 0,0-1 1 0 0,-1 1 0 0 0,1 0 0 0 0,0 0-1 0 0,0 0 1 0 0,0 0 0 0 0,0 0 0 0 0,0 0-1 0 0,0 0 1 0 0,0 0 0 0 0,-1 0-1 0 0,1 0 1 0 0,0 0 0 0 0,0-1 0 0 0,0 1-1 0 0,0 0 1 0 0,0 0 0 0 0,0 0-1 0 0,0 0 1 0 0,0 0 0 0 0,0 0 0 0 0,0 0-1 0 0,0-1 1 0 0,0 1 0 0 0,0 0 0 0 0,0 0-1 0 0,0 0 1 0 0,0 0 0 0 0,0 0-1 0 0,0 0 1 0 0,0-1 0 0 0,0 1 0 0 0,0 0-1 0 0,0 0 1 0 0,0 0 0 0 0,0 0-1 0 0,0 0 1 0 0,0 0 0 0 0,0 0 0 0 0,0-1-1 0 0,0 1 1 0 0,0 0 0 0 0,0 0-1 0 0,0 0 1 0 0,0 0 0 0 0,1 0 0 0 0,-1 0-1 0 0,0 0 1 0 0,0 0 0 0 0,0-1 0 0 0,0 1-1 0 0,0 0 1 0 0,0 0 0 0 0,0 0-1 0 0,0 0 1 0 0,1 0 0 0 0,-1 0 0 0 0,0 0-1 0 0,0 0 1 0 0,0 0 0 0 0,0 0-1 0 0,0 0 1 0 0,0 0 0 0 0,1 0 0 0 0,-1 0-1 0 0,0 0 1 0 0,-7-4-36 0 0,-1 1 0 0 0,0 0 0 0 0,0 1-1 0 0,0 0 1 0 0,0 0 0 0 0,-12-1 0 0 0,-19-5-1667 0 0,3-5-3312 0 0,23 4 2397 0 0</inkml:trace>
</inkml:ink>
</file>

<file path=ppt/ink/ink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27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92 1100 0 0,'0'0'2112'0'0,"-10"-11"429"0"0,10 1-737 0 0,34-9-1408 0 0,-6 11-136 0 0,17-1-240 0 0,7 0-256 0 0,21-4-288 0 0,-21 5-724 0 0,5 7-1349 0 0,15-3 597 0 0</inkml:trace>
</inkml:ink>
</file>

<file path=ppt/ink/ink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28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1 255 740 0 0,'2'8'7265'0'0,"7"-11"-7046"0"0,0 1 0 0 0,0-2 0 0 0,0 1 0 0 0,12-7 0 0 0,-11 3-24 0 0,1 0 0 0 0,-1 0 0 0 0,0-1 0 0 0,-1 0 0 0 0,0-1 0 0 0,0 0 1 0 0,-1 0-1 0 0,0-1 0 0 0,13-20 0 0 0,-15 18-68 0 0,0 1 1 0 0,0-1-1 0 0,-1 0 1 0 0,-1 0-1 0 0,5-21 1 0 0,-9 31-122 0 0,1 0 1 0 0,-1 1-1 0 0,0-1 1 0 0,0 1 0 0 0,0-1-1 0 0,0 0 1 0 0,-1 1-1 0 0,1-1 1 0 0,0 1-1 0 0,-1-1 1 0 0,1 1-1 0 0,-1-1 1 0 0,1 1 0 0 0,-1-1-1 0 0,0 1 1 0 0,1-1-1 0 0,-1 1 1 0 0,0 0-1 0 0,0-1 1 0 0,0 1-1 0 0,0 0 1 0 0,0 0-1 0 0,-1 0 1 0 0,1 0 0 0 0,0 0-1 0 0,0 0 1 0 0,-1 0-1 0 0,1 0 1 0 0,-1 0-1 0 0,1 1 1 0 0,-1-1-1 0 0,1 1 1 0 0,-1-1 0 0 0,1 1-1 0 0,-1-1 1 0 0,1 1-1 0 0,-1 0 1 0 0,1 0-1 0 0,-1 0 1 0 0,0 0-1 0 0,1 0 1 0 0,-1 0 0 0 0,1 0-1 0 0,-1 0 1 0 0,0 1-1 0 0,1-1 1 0 0,-1 0-1 0 0,1 1 1 0 0,-1 0-1 0 0,1-1 1 0 0,-1 1 0 0 0,-1 1-1 0 0,-3 2-5 0 0,1 1-1 0 0,0-1 1 0 0,1 1 0 0 0,-1 0-1 0 0,1 0 1 0 0,0 0-1 0 0,0 0 1 0 0,1 1 0 0 0,0-1-1 0 0,0 1 1 0 0,0 0-1 0 0,0 0 1 0 0,1 0 0 0 0,0 0-1 0 0,0 1 1 0 0,1-1-1 0 0,0 1 1 0 0,0-1 0 0 0,0 10-1 0 0,0-12 2 0 0,1 1-1 0 0,0 0 0 0 0,0 0 0 0 0,0-1 0 0 0,1 1 1 0 0,0 0-1 0 0,0-1 0 0 0,0 1 0 0 0,0-1 1 0 0,0 1-1 0 0,1-1 0 0 0,0 1 0 0 0,0-1 0 0 0,0 0 1 0 0,1 0-1 0 0,0 0 0 0 0,-1 0 0 0 0,1 0 1 0 0,0-1-1 0 0,1 0 0 0 0,-1 1 0 0 0,1-1 1 0 0,-1 0-1 0 0,1 0 0 0 0,0-1 0 0 0,7 4 0 0 0,-6-4-6 0 0,0-1-1 0 0,1 0 0 0 0,-1-1 0 0 0,0 1 1 0 0,1-1-1 0 0,-1 0 0 0 0,1-1 0 0 0,-1 1 1 0 0,0-1-1 0 0,1 0 0 0 0,-1 0 0 0 0,0-1 1 0 0,0 0-1 0 0,0 0 0 0 0,7-3 0 0 0,8-5-50 0 0,1-1-1 0 0,21-15 1 0 0,-19 9-20 0 0,33-31-1 0 0,2-2-39 0 0,-57 48 108 0 0,0 1 0 0 0,1 0-1 0 0,-1 0 1 0 0,1 0 0 0 0,0 0-1 0 0,-1 0 1 0 0,1 0 0 0 0,0 0-1 0 0,-1 0 1 0 0,1 1 0 0 0,0-1-1 0 0,0 1 1 0 0,0-1 0 0 0,-1 1-1 0 0,1 0 1 0 0,0 0 0 0 0,0 0-1 0 0,0 0 1 0 0,0 0 0 0 0,0 0-1 0 0,0 0 1 0 0,-1 0 0 0 0,1 1-1 0 0,0-1 1 0 0,0 1 0 0 0,2 1-1 0 0,1 1 4 0 0,-1 0-1 0 0,0 1 1 0 0,1 0-1 0 0,-2 0 1 0 0,1 0 0 0 0,0 0-1 0 0,-1 1 1 0 0,3 4-1 0 0,8 10-2 0 0,1-1 0 0 0,0 0 0 0 0,29 24 0 0 0,-43-41 39 0 0,1 1 1 0 0,-1-1 0 0 0,1-1-1 0 0,-1 1 1 0 0,1 0 0 0 0,-1 0 0 0 0,1 0-1 0 0,0-1 1 0 0,0 1 0 0 0,-1-1-1 0 0,1 1 1 0 0,0-1 0 0 0,0 0-1 0 0,-1 0 1 0 0,1 0 0 0 0,0 0-1 0 0,0 0 1 0 0,0 0 0 0 0,0 0-1 0 0,-1-1 1 0 0,1 1 0 0 0,0-1 0 0 0,0 1-1 0 0,-1-1 1 0 0,1 1 0 0 0,0-1-1 0 0,-1 0 1 0 0,1 0 0 0 0,-1 0-1 0 0,1 0 1 0 0,-1 0 0 0 0,0 0-1 0 0,1-1 1 0 0,-1 1 0 0 0,0 0-1 0 0,0-1 1 0 0,0 1 0 0 0,0-1 0 0 0,0 1-1 0 0,1-3 1 0 0,7-9 76 0 0,0-1-1 0 0,-1 0 1 0 0,9-24-1 0 0,-11 24-51 0 0,2-6-289 0 0,8-14-1010 0 0,3 20-5346 0 0</inkml:trace>
</inkml:ink>
</file>

<file path=ppt/ink/ink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29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151 412 248 0 0,'-16'-5'4315'0'0,"4"9"-3775"0"0,1 0 0 0 0,-1 0 0 0 0,1 1 1 0 0,0 0-1 0 0,0 1 0 0 0,1 1 0 0 0,0-1 0 0 0,0 2 0 0 0,0-1 0 0 0,-16 18 0 0 0,25-24-404 0 0,23 0 589 0 0,9-4-1061 0 0,-1 2 0 0 0,36 2 0 0 0,-44 0 133 0 0,1 0 1 0 0,0-2-1 0 0,42-7 0 0 0,-57 6 193 0 0,0 0 0 0 0,0 0 0 0 0,-1-1 0 0 0,1-1 0 0 0,-1 1 0 0 0,0-1 0 0 0,1 0 0 0 0,-2-1 0 0 0,1 0 0 0 0,-1 0 0 0 0,1 0 0 0 0,-1-1 0 0 0,-1 0 0 0 0,9-11 0 0 0,-3 1 57 0 0,-1 0 0 0 0,-1 0-1 0 0,-1-1 1 0 0,0 0 0 0 0,-1-1-1 0 0,-1 0 1 0 0,7-33 0 0 0,-6 14 595 0 0,-2-1 0 0 0,1-69 0 0 0,-6 105-386 0 0,0 2-166 0 0,0 0-85 0 0,1-1 0 0 0,-1 1 1 0 0,0 0-1 0 0,0 0 1 0 0,0 0-1 0 0,0 0 1 0 0,0 0-1 0 0,0-1 1 0 0,0 1-1 0 0,0 0 1 0 0,1 0-1 0 0,-1 0 1 0 0,0 0-1 0 0,0-1 1 0 0,0 1-1 0 0,0 0 0 0 0,0 0 1 0 0,0 0-1 0 0,0-1 1 0 0,0 1-1 0 0,0 0 1 0 0,0 0-1 0 0,0 0 1 0 0,0 0-1 0 0,0-1 1 0 0,0 1-1 0 0,0 0 1 0 0,-1 0-1 0 0,1 0 1 0 0,0-1-1 0 0,0 1 1 0 0,0 0-1 0 0,0 0 0 0 0,0 0 1 0 0,0 0-1 0 0,0 0 1 0 0,0-1-1 0 0,-1 1 1 0 0,1 0-1 0 0,0 0 1 0 0,0 0-1 0 0,0 0 1 0 0,0 0-1 0 0,-1 0 1 0 0,1 0-1 0 0,0 0 1 0 0,0-1-1 0 0,0 1 0 0 0,0 0 1 0 0,-1 0-1 0 0,1 0 1 0 0,0 0-1 0 0,0 0 1 0 0,0 0-1 0 0,0 0 1 0 0,-1 0-1 0 0,1 0 1 0 0,0 0-1 0 0,0 0 1 0 0,-1 0-1 0 0,-6 10 19 0 0,-1 0 1 0 0,1 1-1 0 0,1 0 0 0 0,-1 0 1 0 0,2 0-1 0 0,0 0 0 0 0,0 1 1 0 0,1 0-1 0 0,1 0 0 0 0,0 1 1 0 0,-3 21-1 0 0,4-17-9 0 0,0 1-1 0 0,1-1 1 0 0,1 1-1 0 0,1 0 1 0 0,0-1 0 0 0,2 1-1 0 0,-1-1 1 0 0,8 23 0 0 0,-9-37-36 0 0,0 1 0 0 0,1-1 0 0 0,-1 1 0 0 0,0-1 0 0 0,1 1 0 0 0,0-1 0 0 0,0 0 0 0 0,0 0 0 0 0,0 1 0 0 0,1-2 0 0 0,-1 1 0 0 0,1 0 0 0 0,0 0 0 0 0,0-1 0 0 0,0 0 0 0 0,0 1 0 0 0,0-1 0 0 0,0 0 0 0 0,1-1 0 0 0,-1 1 0 0 0,0 0 0 0 0,1-1 0 0 0,0 0 0 0 0,-1 0 0 0 0,1 0 0 0 0,0 0 0 0 0,-1-1 0 0 0,7 1 0 0 0,-2-2-3 0 0,0 0 1 0 0,0 0-1 0 0,0 0 1 0 0,-1-1-1 0 0,1-1 0 0 0,-1 1 1 0 0,1-1-1 0 0,-1 0 1 0 0,0-1-1 0 0,0 1 0 0 0,0-2 1 0 0,9-7-1 0 0,14-18 281 0 0,-28 29-192 0 0,-2 1-60 0 0,0 0 0 0 0,0-1 0 0 0,0 1 0 0 0,0 0 0 0 0,0 0 0 0 0,0-1 0 0 0,0 1 0 0 0,1 0 0 0 0,-1 0 0 0 0,0 0 0 0 0,0-1 0 0 0,0 1 0 0 0,0 0 0 0 0,0 0 0 0 0,1 0 0 0 0,-1 0 0 0 0,0-1 0 0 0,0 1 0 0 0,0 0 0 0 0,1 0 0 0 0,-1 0 0 0 0,0 0 0 0 0,0 0 0 0 0,1 0 0 0 0,-1 0 0 0 0,0 0 0 0 0,0 0 0 0 0,1 0 0 0 0,-1 0 0 0 0,0 0 0 0 0,0 0 0 0 0,1 0 0 0 0,-1 0 0 0 0,0 0 0 0 0,0 0 0 0 0,0 0 0 0 0,1 0 0 0 0,-1 0 0 0 0,0 0 0 0 0,0 0 0 0 0,1 0-1 0 0,-1 0 1 0 0,0 1 0 0 0,6 34 25 0 0,6 22 12 0 0,-11-54-47 0 0,1 0 0 0 0,-1 0 0 0 0,1 0-1 0 0,0 0 1 0 0,0 0 0 0 0,0-1 0 0 0,0 1 0 0 0,0-1 0 0 0,0 1-1 0 0,1-1 1 0 0,-1 0 0 0 0,1 1 0 0 0,0-1 0 0 0,0-1 0 0 0,-1 1 0 0 0,4 1-1 0 0,-3-2 6 0 0,-1-1 0 0 0,0 0 0 0 0,1 0 0 0 0,-1 0 0 0 0,0 0 0 0 0,1 0 0 0 0,-1 0-1 0 0,0-1 1 0 0,0 1 0 0 0,1-1 0 0 0,-1 0 0 0 0,0 0 0 0 0,0 1 0 0 0,0-1 0 0 0,0-1 0 0 0,2 0-1 0 0,25-17-9 0 0,-22 13 7 0 0,-1-1 0 0 0,-1-1 0 0 0,1 1 0 0 0,7-16 0 0 0,-2 5 22 0 0,-10 16-16 0 0,12-10-22 0 0,-12 11-6 0 0,60 33-182 0 0,-42-28 174 0 0,0-1 1 0 0,0-1-1 0 0,0-1 0 0 0,0-1 0 0 0,1-1 0 0 0,26-4 0 0 0,-44 5 113 0 0,-1 0-59 0 0,-1 0 0 0 0,1 1 0 0 0,0-1 0 0 0,-1 0 0 0 0,1 0-1 0 0,0 1 1 0 0,-1-1 0 0 0,1 0 0 0 0,-1 1 0 0 0,1-1-1 0 0,-1 1 1 0 0,1-1 0 0 0,-1 1 0 0 0,1-1 0 0 0,-1 1 0 0 0,1-1-1 0 0,-1 1 1 0 0,0-1 0 0 0,1 1 0 0 0,-1-1 0 0 0,0 1-1 0 0,1 0 1 0 0,-1-1 0 0 0,0 1 0 0 0,0 0 0 0 0,0-1 0 0 0,1 1-1 0 0,-1 0 1 0 0,0-1 0 0 0,0 1 0 0 0,0 0 0 0 0,0-1-1 0 0,0 1 1 0 0,-1 0 0 0 0,1-1 0 0 0,0 1 0 0 0,0 0 0 0 0,0-1-1 0 0,0 1 1 0 0,-1 1 0 0 0,1-1-29 0 0,-1 1-1 0 0,1-1 1 0 0,0 1 0 0 0,0-1 0 0 0,0 1-1 0 0,0 0 1 0 0,0-1 0 0 0,0 1-1 0 0,0-1 1 0 0,1 1 0 0 0,-1-1 0 0 0,0 1-1 0 0,1-1 1 0 0,0 1 0 0 0,-1-1 0 0 0,1 1-1 0 0,0-1 1 0 0,0 0 0 0 0,-1 1-1 0 0,1-1 1 0 0,0 0 0 0 0,0 0 0 0 0,0 0-1 0 0,1 0 1 0 0,-1 1 0 0 0,3 0-1 0 0,0 0-11 0 0,1-1 0 0 0,0 0 0 0 0,-1 0 0 0 0,1-1 0 0 0,0 1 0 0 0,0-1 0 0 0,-1 0 0 0 0,1 0 0 0 0,0-1 0 0 0,0 1 0 0 0,-1-1-1 0 0,9-3 1 0 0,56-20-148 0 0,-56 18 151 0 0,0-1 1 0 0,0-1-1 0 0,0 0 0 0 0,-1-1 0 0 0,-1 0 0 0 0,1 0 0 0 0,-2-2 1 0 0,1 1-1 0 0,-1-1 0 0 0,-1-1 0 0 0,11-15 0 0 0,-10 9 9 0 0,0 0 1 0 0,-1 0-1 0 0,-2-1 0 0 0,1 0 0 0 0,-2 0 0 0 0,-1-1 0 0 0,5-33 0 0 0,-7 27 339 0 0,-1 0 0 0 0,-1 0 0 0 0,-6-51 1 0 0,5 75-206 0 0,-1-1 9 0 0,1 3-131 0 0,0 1 1 0 0,0-1-1 0 0,0 0 0 0 0,0 0 1 0 0,0 0-1 0 0,0 0 0 0 0,-1 0 1 0 0,1 0-1 0 0,0 0 0 0 0,0 1 1 0 0,0-1-1 0 0,0 0 0 0 0,0 0 1 0 0,-1 0-1 0 0,1 0 0 0 0,0 0 1 0 0,0 0-1 0 0,0 0 0 0 0,0 0 1 0 0,-1 0-1 0 0,1 0 0 0 0,0 0 1 0 0,0 0-1 0 0,0 0 0 0 0,0 0 1 0 0,-1 0-1 0 0,1 0 0 0 0,0 0 1 0 0,0 0-1 0 0,0 0 0 0 0,0 0 1 0 0,0 0-1 0 0,-1 0 0 0 0,1 0 1 0 0,0-1-1 0 0,0 1 0 0 0,0 0 1 0 0,0 0-1 0 0,0 0 0 0 0,-1 0 1 0 0,1 0-1 0 0,0 0 0 0 0,0 0 1 0 0,0-1-1 0 0,0 1 0 0 0,0 0 1 0 0,0 0-1 0 0,0 0 0 0 0,0 0 1 0 0,0 0-1 0 0,0-1 0 0 0,-1 1 1 0 0,1 0-1 0 0,0 0 0 0 0,0 0 1 0 0,0 0-1 0 0,0-1 0 0 0,0 1 1 0 0,0 0-1 0 0,0 0 0 0 0,0 0 1 0 0,0 0-1 0 0,0-1 0 0 0,-11 22 41 0 0,1-1-1 0 0,1 2 0 0 0,0-1 1 0 0,2 1-1 0 0,0 1 1 0 0,-5 35-1 0 0,10-44-33 0 0,1-1 1 0 0,0 1 0 0 0,1 0-1 0 0,1 0 1 0 0,0 0-1 0 0,1-1 1 0 0,0 1-1 0 0,1-1 1 0 0,1 1-1 0 0,0-1 1 0 0,0 0-1 0 0,14 24 1 0 0,-14-30 32 0 0,1-1-1 0 0,1 0 1 0 0,-1 0-1 0 0,1 0 1 0 0,0-1 0 0 0,0 0-1 0 0,0 0 1 0 0,1-1 0 0 0,0 0-1 0 0,0 0 1 0 0,13 6-1 0 0,-19-10 1171 0 0,23 17 2697 0 0,-15-12-4678 0 0,-1-2 197 0 0,-1-1-1 0 0,1 0 1 0 0,-1 0 0 0 0,1-1-1 0 0,0 0 1 0 0,-1 0 0 0 0,10 0-1 0 0,15-9-7142 0 0,-20 2 3850 0 0</inkml:trace>
</inkml:ink>
</file>

<file path=ppt/ink/ink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0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10 796 0 0,'2'-1'10265'0'0,"16"-3"-11157"0"0,-5-1-4114 0 0</inkml:trace>
</inkml:ink>
</file>

<file path=ppt/ink/ink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1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39 212 0 0,'-3'-22'3996'0'0,"3"22"-3843"0"0,0-1-1 0 0,1 0 1 0 0,-1 1 0 0 0,0-1-1 0 0,0 1 1 0 0,0-1 0 0 0,0 0 0 0 0,0 1-1 0 0,0-1 1 0 0,-1 1 0 0 0,1-1-1 0 0,0 0 1 0 0,0 1 0 0 0,0-1-1 0 0,-1 1 1 0 0,1-1 0 0 0,0 1-1 0 0,0-1 1 0 0,-1 1 0 0 0,1-1 0 0 0,0 1-1 0 0,-1-1 1 0 0,1 1 0 0 0,-1-1-1 0 0,1 1 1 0 0,-1 0 0 0 0,1-1-1 0 0,-1 1 1 0 0,1 0 0 0 0,-1-1-1 0 0,0 1 1 0 0,-7 10 79 0 0,-1 0-1 0 0,2 1 1 0 0,0 0-1 0 0,0 1 0 0 0,1-1 1 0 0,-6 17-1 0 0,-28 84 617 0 0,36-98-741 0 0,-10 39 307 0 0,3 0 0 0 0,-6 68 0 0 0,5-34-100 0 0,5-28-321 0 0,5-34-1133 0 0,-1-1 0 0 0,-7 26 0 0 0,10-49 622 0 0,-2 3 671 0 0,-13-1-7642 0 0</inkml:trace>
</inkml:ink>
</file>

<file path=ppt/ink/ink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2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4 505 424 0 0,'0'0'39'0'0,"-1"0"-1"0"0,1 0 1 0 0,0 0-1 0 0,0 0 1 0 0,0 1-1 0 0,0-1 1 0 0,-1 0 0 0 0,1 0-1 0 0,0 0 1 0 0,0 0-1 0 0,0 0 1 0 0,0 0-1 0 0,0 0 1 0 0,0 1 0 0 0,0-1-1 0 0,-1 0 1 0 0,1 0-1 0 0,0 0 1 0 0,0 0-1 0 0,0 0 1 0 0,0 1-1 0 0,0-1 1 0 0,0 0 0 0 0,0 0-1 0 0,0 0 1 0 0,0 0-1 0 0,0 1 1 0 0,0-1-1 0 0,0 0 1 0 0,0 0 0 0 0,0 0-1 0 0,0 0 1 0 0,0 1-1 0 0,0-1 1 0 0,0 0-1 0 0,0 0 1 0 0,0 0 0 0 0,0 0-1 0 0,0 1 1 0 0,0-1-1 0 0,1 0 1 0 0,-1 0-1 0 0,0 0 1 0 0,0 0 0 0 0,0 0-1 0 0,0 1 1 0 0,0-1-1 0 0,0 0 1 0 0,0 0-1 0 0,1 0 1 0 0,-1 0-1 0 0,0 0 1 0 0,0 0 0 0 0,0 0-1 0 0,0 0 1 0 0,0 0-1 0 0,1 0 1 0 0,-1 1-1 0 0,0-1 1 0 0,0 0 0 0 0,0 0-1 0 0,0 0 1 0 0,1 0-1 0 0,-1 0 1 0 0,0 0-1 0 0,0 0 1 0 0,0 0 0 0 0,0 0-1 0 0,1-1 1 0 0,23 12 781 0 0,31 5-285 0 0,3-11-66 0 0,-1-3 0 0 0,0-2-1 0 0,82-10 1 0 0,170-41 305 0 0,-268 43-657 0 0,8-1-11 0 0,278-63 526 0 0,-303 64-611 0 0,1-1-1 0 0,-1 0 0 0 0,0-2 1 0 0,-1-1-1 0 0,-1-1 0 0 0,0-1 1 0 0,26-21-1 0 0,-39 27-11 0 0,0 0-1 0 0,-1-1 1 0 0,0 0-1 0 0,0 0 1 0 0,-1-1-1 0 0,0 0 1 0 0,10-19 0 0 0,-14 22 40 0 0,0-1 0 0 0,-1 1 1 0 0,1-1-1 0 0,-1 0 1 0 0,-1 1-1 0 0,1-1 0 0 0,-2 0 1 0 0,1 0-1 0 0,-1 0 1 0 0,0 0-1 0 0,0 0 0 0 0,-4-14 1 0 0,2 15 176 0 0,0-1 1 0 0,-1 1-1 0 0,0 0 1 0 0,0 0-1 0 0,-1 0 1 0 0,0 0-1 0 0,-7-8 1 0 0,7 8-110 0 0,3 7-97 0 0,1-1 0 0 0,-1 1 0 0 0,0-1-1 0 0,1 1 1 0 0,-1-1 0 0 0,1 1 0 0 0,-1 0-1 0 0,0-1 1 0 0,0 1 0 0 0,1 0-1 0 0,-1 0 1 0 0,0-1 0 0 0,1 1 0 0 0,-1 0-1 0 0,0 0 1 0 0,0 0 0 0 0,0 0 0 0 0,1 0-1 0 0,-1 0 1 0 0,0 0 0 0 0,0 0 0 0 0,1 0-1 0 0,-1 0 1 0 0,0 1 0 0 0,0-1 0 0 0,1 0-1 0 0,-1 0 1 0 0,0 1 0 0 0,0 0 0 0 0,-20 13 188 0 0,-1 16-106 0 0,1 2 1 0 0,2 0-1 0 0,1 1 0 0 0,-23 59 0 0 0,20-45-30 0 0,-47 141 129 0 0,-6 10 38 0 0,58-159 120 0 0,16-39-349 0 0,0 0 0 0 0,0 0 1 0 0,0 0-1 0 0,0 0 0 0 0,0 0 1 0 0,0 0-1 0 0,0 0 0 0 0,0 0 1 0 0,1 0-1 0 0,-1 0 0 0 0,0 0 1 0 0,0 0-1 0 0,0 0 0 0 0,0 0 1 0 0,0 0-1 0 0,0 0 0 0 0,0 0 1 0 0,0 0-1 0 0,0 0 0 0 0,0 0 1 0 0,0 0-1 0 0,0 0 1 0 0,0 0-1 0 0,1 0 0 0 0,-1 0 1 0 0,0 0-1 0 0,0 0 0 0 0,0 0 1 0 0,0 0-1 0 0,0 0 0 0 0,0 0 1 0 0,0 0-1 0 0,0 0 0 0 0,0 1 1 0 0,0-1-1 0 0,0 0 0 0 0,0 0 1 0 0,0 0-1 0 0,0 0 0 0 0,0 0 1 0 0,0 0-1 0 0,0 0 0 0 0,0 0 1 0 0,0 0-1 0 0,0 0 0 0 0,0 0 1 0 0,1 0-1 0 0,-1 0 0 0 0,0 1 1 0 0,12-17 160 0 0,-2-1-75 0 0,-9 15-95 0 0,0 0 0 0 0,0 0 0 0 0,0 0 0 0 0,1 1 0 0 0,-1-1 0 0 0,0 1 0 0 0,1-1 0 0 0,-1 1 0 0 0,1-1 0 0 0,0 1 0 0 0,-1 0 0 0 0,1 0 0 0 0,0 0 0 0 0,0 0 0 0 0,1-1 0 0 0,-1 1-18 0 0,21 4-48 0 0,45 8-240 0 0,60 5-430 0 0,-113-15 630 0 0,0-1-1 0 0,0-1 1 0 0,0 0-1 0 0,-1-1 1 0 0,1 0-1 0 0,21-7 0 0 0,-30 6 91 0 0,0 1 0 0 0,0 0 0 0 0,0-1 0 0 0,0 0 0 0 0,9-7 0 0 0,-13 8 98 0 0,-1 1 0 0 0,1 0 0 0 0,-1-1 0 0 0,1 1-1 0 0,-1-1 1 0 0,0 1 0 0 0,1-1 0 0 0,-1 1-1 0 0,0-1 1 0 0,0 0 0 0 0,0 0 0 0 0,0 0-1 0 0,0 0 1 0 0,-1 0 0 0 0,1 1 0 0 0,-1-1 0 0 0,1 0-1 0 0,-1 0 1 0 0,0-1 0 0 0,1-3 0 0 0,-1 4 481 0 0,-3-4-271 0 0,-3 12-199 0 0,-3 11-230 0 0,8-13-60 0 0,0 1 1 0 0,0 0-1 0 0,1-1 0 0 0,0 1 1 0 0,-1 0-1 0 0,2 0 0 0 0,-1-1 1 0 0,0 1-1 0 0,1 0 0 0 0,0-1 1 0 0,0 1-1 0 0,0 0 0 0 0,3 5 1 0 0,-2-6-686 0 0,0 1 0 0 0,1 0 0 0 0,0 0 0 0 0,0-1 1 0 0,0 1-1 0 0,6 5 0 0 0,5 4-2194 0 0</inkml:trace>
</inkml:ink>
</file>

<file path=ppt/ink/ink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2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5 1360 0 0,'0'-4'10886'0'0,"-10"45"-10251"0"0,-1 0-1 0 0,-21 48 0 0 0,2-19-6724 0 0</inkml:trace>
</inkml:ink>
</file>

<file path=ppt/ink/ink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2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66 160 0 0,'0'-11'816'0'0,"0"-2"536"0"0,0-6-312 0 0,2 7-652 0 0,-2 1-508 0 0</inkml:trace>
</inkml:ink>
</file>

<file path=ppt/ink/ink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3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127 151 32 0 0,'-7'28'2534'0'0,"-18"18"-74"0"0,15-24-1519 0 0,-2-1 0 0 0,0 0 0 0 0,-2 0-1 0 0,-22 26 827 0 0,36-48-1761 0 0,0 1-1 0 0,0 0 0 0 0,1-1 0 0 0,-1 1 1 0 0,0 0-1 0 0,0-1 0 0 0,0 1 0 0 0,0 0 0 0 0,0-1 1 0 0,0 1-1 0 0,0 0 0 0 0,0-1 0 0 0,0 1 1 0 0,-1-1-1 0 0,1 1 0 0 0,0 0 0 0 0,0-1 1 0 0,0 1-1 0 0,0 0 0 0 0,0-1 0 0 0,-1 1 1 0 0,1 0-1 0 0,0 0 0 0 0,0-1 0 0 0,0 1 1 0 0,-1 0-1 0 0,1-1 0 0 0,0 1 0 0 0,0 0 1 0 0,-1 0-1 0 0,1 0 0 0 0,-1-1 0 0 0,1 1 0 0 0,-1-1-1 0 0,1 1 1 0 0,-1 0 0 0 0,1-1-1 0 0,-1 1 1 0 0,1-1 0 0 0,0 1-1 0 0,-1-1 1 0 0,1 1-1 0 0,0-1 1 0 0,-1 1 0 0 0,1-1-1 0 0,0 1 1 0 0,0-1-1 0 0,-1 0 1 0 0,1 1 0 0 0,0-1-1 0 0,0 1 1 0 0,0-1 0 0 0,0 0-1 0 0,0 1 1 0 0,0-1-1 0 0,0 1 1 0 0,0-1 0 0 0,0 0-1 0 0,0 1 1 0 0,0-1-1 0 0,0 1 1 0 0,1-2 0 0 0,3-9 19 0 0,1 0 0 0 0,1 0 0 0 0,0 0 0 0 0,0 1-1 0 0,1-1 1 0 0,0 2 0 0 0,1-1 0 0 0,0 1 0 0 0,0 0 0 0 0,1 1 0 0 0,1 0 0 0 0,-1 0 0 0 0,1 1 0 0 0,0 1 0 0 0,22-12 0 0 0,-30 18-26 0 0,0-1 0 0 0,0 0 1 0 0,0 1-1 0 0,0-1 0 0 0,0 1 0 0 0,0 0 1 0 0,1 0-1 0 0,-1 0 0 0 0,0 0 0 0 0,0 0 1 0 0,0 0-1 0 0,0 0 0 0 0,1 1 0 0 0,-1-1 0 0 0,0 1 1 0 0,0-1-1 0 0,0 1 0 0 0,0 0 0 0 0,0 0 1 0 0,0 0-1 0 0,0 0 0 0 0,2 2 0 0 0,2 3-1 0 0,0 0-1 0 0,0 0 1 0 0,0 0-1 0 0,7 13 1 0 0,17 17-28 0 0,-28-34 18 0 0,-1-2 8 0 0,0 1-1 0 0,1-1 1 0 0,-1 1 0 0 0,0-1-1 0 0,0 1 1 0 0,1-1-1 0 0,-1 0 1 0 0,0 0 0 0 0,1 0-1 0 0,-1 0 1 0 0,0 0 0 0 0,1 0-1 0 0,-1 0 1 0 0,0 0 0 0 0,1 0-1 0 0,-1 0 1 0 0,0-1-1 0 0,0 1 1 0 0,3-1 0 0 0,4-5-155 0 0,0 2 0 0 0,0-1 0 0 0,1 1 1 0 0,0 0-1 0 0,0 1 0 0 0,0 0 1 0 0,0 0-1 0 0,19-2 0 0 0,-19 5-7 0 0,0-1 0 0 0,-1 2 0 0 0,1-1 0 0 0,0 1 0 0 0,0 1 0 0 0,13 3 0 0 0,2 2-268 0 0,1-2 0 0 0,0 0 0 0 0,1-2 0 0 0,-1 0 0 0 0,1-2 0 0 0,-1-1 0 0 0,1-1 0 0 0,-1-1 0 0 0,29-6 0 0 0,-44 5 379 0 0,0-1 0 0 0,0 1 0 0 0,-1-2 0 0 0,1 1 0 0 0,-1-1 0 0 0,0-1 0 0 0,-1 1 0 0 0,1-1 0 0 0,-1-1 0 0 0,8-8 0 0 0,8-10 2661 0 0,33-43-1 0 0,-54 65-1004 0 0,-3 8-1330 0 0,-1 10-127 0 0,-1 1 0 0 0,-1-1 1 0 0,0 0-1 0 0,-10 29 0 0 0,-30 68 243 0 0,30-80-292 0 0,-48 122 399 0 0,-72 277 0 0 0,124-406-270 0 0,4-41 139 0 0,7-45-106 0 0,18-15-250 0 0,4 1 0 0 0,2 2 0 0 0,4 0 0 0 0,50-85 0 0 0,-53 108-101 0 0,2 2 0 0 0,59-75 0 0 0,-69 100 49 0 0,1 1 0 0 0,2 0 0 0 0,0 2 0 0 0,1 0 0 0 0,0 2 0 0 0,44-25 0 0 0,-58 38 24 0 0,1 1 1 0 0,-1 0-1 0 0,1 0 0 0 0,0 1 1 0 0,0 1-1 0 0,0 0 0 0 0,1 0 1 0 0,-1 1-1 0 0,1 0 0 0 0,-1 1 1 0 0,0 0-1 0 0,1 1 0 0 0,15 2 1 0 0,-22-2 14 0 0,0 0-1 0 0,0 0 1 0 0,-1 0 0 0 0,1 0 0 0 0,0 1 0 0 0,0 0 0 0 0,-1-1 0 0 0,1 1 0 0 0,-1 0 0 0 0,0 1 0 0 0,1-1-1 0 0,-1 1 1 0 0,0-1 0 0 0,0 1 0 0 0,-1 0 0 0 0,1 0 0 0 0,-1 0 0 0 0,1 1 0 0 0,-1-1 0 0 0,0 1-1 0 0,0-1 1 0 0,-1 1 0 0 0,1-1 0 0 0,-1 1 0 0 0,1 0 0 0 0,-1 0 0 0 0,0 0 0 0 0,-1 0 0 0 0,1 0 0 0 0,-1 0-1 0 0,0 0 1 0 0,0 0 0 0 0,0 0 0 0 0,0 0 0 0 0,-1 0 0 0 0,-1 6 0 0 0,1-4 8 0 0,-1 0 0 0 0,-1 1 0 0 0,1-1 0 0 0,-1 0 0 0 0,0-1 1 0 0,0 1-1 0 0,-1 0 0 0 0,0-1 0 0 0,0 0 0 0 0,0 0 0 0 0,0 0 0 0 0,-1 0 0 0 0,0-1 0 0 0,0 0 1 0 0,0 0-1 0 0,-1 0 0 0 0,1-1 0 0 0,-1 1 0 0 0,0-1 0 0 0,0-1 0 0 0,-9 4 0 0 0,-8 2 71 0 0,1 0 0 0 0,-1-2 0 0 0,0-1-1 0 0,-41 4 1 0 0,54-8-157 0 0,-1-1-1 0 0,0 0 1 0 0,0-1-1 0 0,1 0 0 0 0,-1 0 1 0 0,0-1-1 0 0,1-1 1 0 0,-1 0-1 0 0,-9-4 1 0 0,13-5-1157 0 0,24-8-7204 0 0</inkml:trace>
</inkml:ink>
</file>

<file path=ppt/ink/ink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4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1 1000 0 0,'0'0'2839'0'0,"-6"2"-2028"0"0,0 1-506 0 0,0 1-1 0 0,0 0 0 0 0,0 0 1 0 0,1 0-1 0 0,-1 0 0 0 0,1 1 0 0 0,0 0 1 0 0,0 0-1 0 0,0 0 0 0 0,1 1 1 0 0,-7 11-1 0 0,9-13-169 0 0,-1 0 1 0 0,2 0-1 0 0,-1 1 1 0 0,0-1-1 0 0,1 1 0 0 0,0-1 1 0 0,0 1-1 0 0,0-1 1 0 0,1 1-1 0 0,0 0 1 0 0,-1-1-1 0 0,2 1 0 0 0,-1 0 1 0 0,0-1-1 0 0,1 1 1 0 0,0 0-1 0 0,0-1 0 0 0,0 1 1 0 0,4 7-1 0 0,20 13 1309 0 0,-16-47-850 0 0,-7 20-524 0 0,0-1 0 0 0,-1 0 0 0 0,0 0 0 0 0,1 0 0 0 0,-1 0 0 0 0,0 0 0 0 0,-1 0 0 0 0,1 0 0 0 0,0-1 0 0 0,-1-3 0 0 0,0 0-58 0 0,0 0 1 0 0,-1 0-1 0 0,0 0 0 0 0,0 0 1 0 0,0 0-1 0 0,-1 1 0 0 0,0-1 1 0 0,-1 0-1 0 0,1 1 1 0 0,-1-1-1 0 0,-1 1 0 0 0,-7-12 1 0 0,10 17-813 0 0</inkml:trace>
</inkml:ink>
</file>

<file path=ppt/ink/ink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4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0 376 240 0 0,'37'17'3816'0'0,"-31"-14"-3559"0"0,-1 0 1 0 0,0 0 0 0 0,0 1 0 0 0,0 0-1 0 0,-1 0 1 0 0,0 0 0 0 0,1 1 0 0 0,-1-1-1 0 0,-1 1 1 0 0,1 0 0 0 0,-1 0 0 0 0,5 10-1 0 0,0 3 415 0 0,-1 0-1 0 0,8 30 1 0 0,-11-34-228 0 0,-4-12 393 0 0,2-11-795 0 0,1-6-39 0 0,2 0-1 0 0,0 1 1 0 0,0-1 0 0 0,1 1-1 0 0,1 0 1 0 0,1 1-1 0 0,17-26 1 0 0,80-91-152 0 0,183-147 2063 0 0,-287 276-1534 0 0,1 2-328 0 0,0 0 1 0 0,-1 1-1 0 0,1-1 0 0 0,-1 0 1 0 0,0 1-1 0 0,0-1 0 0 0,1 1 1 0 0,-1 0-1 0 0,0-1 0 0 0,0 1 1 0 0,0 0-1 0 0,-1 0 1 0 0,1 0-1 0 0,0 0 0 0 0,-1 0 1 0 0,1 3-1 0 0,3 57 597 0 0,-2-1 0 0 0,-4 1 0 0 0,-2 0-1 0 0,-18 88 1 0 0,19-125-569 0 0,-14 59-209 0 0,16-79-250 0 0,-1 0 0 0 0,0 0 0 0 0,0 0 0 0 0,0 0 0 0 0,0 0 0 0 0,-1-1 1 0 0,0 1-1 0 0,0-1 0 0 0,0 0 0 0 0,0 0 0 0 0,-1 0 0 0 0,0 0 0 0 0,-5 4 0 0 0,5-6-742 0 0,-2 0-3550 0 0,-4 3 1353 0 0</inkml:trace>
</inkml:ink>
</file>

<file path=ppt/ink/ink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4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56 0 0,'20'-27'7083'0'0,"-5"23"-7067"0"0,-1 0 0 0 0,1 1-1 0 0,0 0 1 0 0,0 1 0 0 0,0 1-1 0 0,0 0 1 0 0,1 1-1 0 0,-1 1 1 0 0,16 2 0 0 0,33 0-3711 0 0,-32-3 1670 0 0</inkml:trace>
</inkml:ink>
</file>

<file path=ppt/ink/ink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5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70 680 0 0,'-26'-36'7555'0'0,"24"33"-7182"0"0,0 0 1 0 0,-1 1-1 0 0,0-1 0 0 0,1 0 1 0 0,-1 1-1 0 0,0 0 1 0 0,0 0-1 0 0,0 0 0 0 0,-1 0 1 0 0,1 0-1 0 0,0 0 1 0 0,-1 1-1 0 0,-6-2 1 0 0,8 2-137 0 0,-22 6 188 0 0,12-1-178 0 0,5-3-109 0 0,-1 1-1 0 0,1 0 1 0 0,0 1 0 0 0,-1 0 0 0 0,-10 6 0 0 0,17-8-150 0 0,1-1-49 0 0,-1 0 37 0 0,1 0 1 0 0,0 0-1 0 0,0 0 1 0 0,-1 0-1 0 0,1 0 1 0 0,0 1-1 0 0,0-1 0 0 0,0 0 1 0 0,-1 0-1 0 0,1 0 1 0 0,0 0-1 0 0,0 0 1 0 0,-1 0-1 0 0,1 0 1 0 0,0 1-1 0 0,0-1 1 0 0,0 0-1 0 0,0 0 1 0 0,-1 0-1 0 0,1 0 0 0 0,0 1 1 0 0,0-1-1 0 0,0 0 1 0 0,0 0-1 0 0,0 1 1 0 0,0-1-1 0 0,0 0 1 0 0,-1 0-1 0 0,1 0 1 0 0,0 1-1 0 0,0-1 0 0 0,0 0 1 0 0,0 0-1 0 0,0 1 1 0 0,0-1-1 0 0,0 0 1 0 0,0 0-1 0 0,0 1 1 0 0,0-1-1 0 0,0 0 1 0 0,1 0-1 0 0,-1 1 0 0 0,0-1 1 0 0,7 3-55 0 0,0 0 1 0 0,0 1-1 0 0,0-1 1 0 0,0 1-1 0 0,0 1 1 0 0,8 7-1 0 0,-6-5-44 0 0,-1-1-1 0 0,1 0 1 0 0,19 9-1 0 0,-24-13 112 0 0,-1-1 0 0 0,1 0 0 0 0,-1 0 0 0 0,1 0 0 0 0,-1-1 0 0 0,1 1 0 0 0,0-1-1 0 0,-1 0 1 0 0,1 0 0 0 0,0 0 0 0 0,-1 0 0 0 0,1-1 0 0 0,0 0 0 0 0,-1 1 0 0 0,1-1 0 0 0,3-2 0 0 0,13-6-9 0 0,0 0 0 0 0,-1-2 1 0 0,0 0-1 0 0,17-15 1 0 0,24-14-40 0 0,-58 39 32 0 0,21 19-166 0 0,-19 1 194 0 0,-3-14-6 0 0,0-1 0 0 0,0 1 0 0 0,0 0 0 0 0,0-1 0 0 0,1 0 0 0 0,0 1 0 0 0,0-1 0 0 0,0 0 0 0 0,4 7 0 0 0,-5-10 9 0 0,0 0 0 0 0,0 0 0 0 0,0 0 0 0 0,0-1 0 0 0,0 1 0 0 0,0 0-1 0 0,0 0 1 0 0,0 0 0 0 0,0-1 0 0 0,0 1 0 0 0,0-1 0 0 0,1 1 0 0 0,-1-1 0 0 0,0 1 0 0 0,0-1 0 0 0,1 0 0 0 0,-1 1-1 0 0,0-1 1 0 0,1 0 0 0 0,-1 0 0 0 0,0 0 0 0 0,1 0 0 0 0,-1 0 0 0 0,2-1 0 0 0,37-13 38 0 0,-13 3-7 0 0,-25 10-102 0 0,-1 1-1 0 0,0-1 1 0 0,1 1 0 0 0,-1-1 0 0 0,1 1 0 0 0,-1 0 0 0 0,1 0-1 0 0,-1 0 1 0 0,1 0 0 0 0,-1 0 0 0 0,0 0 0 0 0,1 0 0 0 0,-1 0-1 0 0,1 1 1 0 0,-1-1 0 0 0,1 0 0 0 0,-1 1 0 0 0,0 0 0 0 0,1-1-1 0 0,-1 1 1 0 0,0 0 0 0 0,0-1 0 0 0,3 3 0 0 0,-2-2-538 0 0,0 1 1 0 0,1-1 0 0 0,-1 1-1 0 0,1-1 1 0 0,-1 0-1 0 0,1 0 1 0 0,-1 0-1 0 0,1-1 1 0 0,0 1-1 0 0,2 0 1 0 0,9 0-1845 0 0</inkml:trace>
</inkml:ink>
</file>

<file path=ppt/ink/ink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5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1 384 0 0,'0'0'3696'0'0,"-7"1"-3093"0"0,4 0-501 0 0,-1-1 0 0 0,1 1 0 0 0,0 0 0 0 0,0 0 0 0 0,0 0 0 0 0,0 0 0 0 0,0 0 0 0 0,0 1 0 0 0,0-1 0 0 0,0 1 0 0 0,0 0 0 0 0,1 0 1 0 0,-1 0-1 0 0,1 0 0 0 0,-1 0 0 0 0,1 1 0 0 0,0-1 0 0 0,0 1 0 0 0,0-1 0 0 0,0 1 0 0 0,0 0 0 0 0,1 0 0 0 0,-1 0 0 0 0,1 0 0 0 0,0 0 0 0 0,0 0 0 0 0,-1 4 0 0 0,1-3-54 0 0,1-1 1 0 0,-1 0-1 0 0,1 1 1 0 0,0-1-1 0 0,0 0 1 0 0,0 1-1 0 0,1-1 1 0 0,-1 0-1 0 0,1 0 1 0 0,0 1-1 0 0,0-1 1 0 0,0 0-1 0 0,0 0 1 0 0,0 0-1 0 0,1 0 1 0 0,-1 0-1 0 0,1 0 1 0 0,0-1-1 0 0,0 1 1 0 0,0 0-1 0 0,0-1 0 0 0,0 1 1 0 0,1-1-1 0 0,-1 0 1 0 0,1 0-1 0 0,-1 0 1 0 0,1 0-1 0 0,0 0 1 0 0,0-1-1 0 0,0 1 1 0 0,0-1-1 0 0,0 0 1 0 0,0 0-1 0 0,0 0 1 0 0,0 0-1 0 0,1 0 1 0 0,-1-1-1 0 0,0 0 1 0 0,1 1-1 0 0,-1-1 0 0 0,0 0 1 0 0,1-1-1 0 0,4 0 1 0 0,2 1 101 0 0,0-1 1 0 0,-1-1-1 0 0,1 0 0 0 0,0 0 1 0 0,-1 0-1 0 0,0-2 1 0 0,1 1-1 0 0,-1-1 0 0 0,-1 0 1 0 0,1-1-1 0 0,-1 0 0 0 0,1 0 1 0 0,-1-1-1 0 0,-1 0 1 0 0,1 0-1 0 0,-1-1 0 0 0,0 0 1 0 0,-1 0-1 0 0,7-10 0 0 0,-12 15 298 0 0,0 1 133 0 0,3-3 1552 0 0,-4 10-2223 0 0,0 1 0 0 0,1-1 0 0 0,0 0 0 0 0,1 0 0 0 0,-1 0 0 0 0,1 1 0 0 0,0-2 0 0 0,0 1 0 0 0,1 0 0 0 0,0 0 0 0 0,0-1 0 0 0,0 1 0 0 0,1-1 0 0 0,0 0 0 0 0,0 0 0 0 0,4 4 0 0 0,-1-3-781 0 0,0-1 0 0 0,-1 0 0 0 0,1 0 0 0 0,1-1 0 0 0,-1 0 0 0 0,1 0 0 0 0,0-1 0 0 0,8 3 0 0 0,21 6-2770 0 0</inkml:trace>
</inkml:ink>
</file>

<file path=ppt/ink/ink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7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141 216 360 0 0,'0'0'9967'0'0,"-3"3"-9787"0"0,-8 8-25 0 0,0 0-1 0 0,1 1 1 0 0,1 0-1 0 0,0 0 1 0 0,-11 19 0 0 0,-34 75 337 0 0,51-98-431 0 0,0 1 1 0 0,1 0-1 0 0,0-1 0 0 0,1 1 0 0 0,-1 0 1 0 0,1 9-1 0 0,1-16 354 0 0,3-2-402 0 0,-1-1 1 0 0,0 0 0 0 0,0 0-1 0 0,1 0 1 0 0,-1 0 0 0 0,0 0 0 0 0,0 0-1 0 0,0 0 1 0 0,0-1 0 0 0,0 1 0 0 0,0-1-1 0 0,0 1 1 0 0,-1-1 0 0 0,1 0-1 0 0,0 1 1 0 0,1-5 0 0 0,28-39 197 0 0,-20 29-121 0 0,-6 9-94 0 0,1 0 0 0 0,0 1 0 0 0,0 0 0 0 0,1 0 1 0 0,0 0-1 0 0,0 1 0 0 0,0 0 0 0 0,0 0 1 0 0,1 1-1 0 0,0 0 0 0 0,16-6 0 0 0,9 0-130 0 0,62-12 0 0 0,-9 3-141 0 0,-72 15 228 0 0,1-1 0 0 0,-1-1 0 0 0,-1 0 0 0 0,1-1 1 0 0,-1 0-1 0 0,0-1 0 0 0,-1-1 0 0 0,16-13 0 0 0,-22 18 34 0 0,-1-1-1 0 0,0 0 1 0 0,-1-1-1 0 0,1 0 0 0 0,-1 1 1 0 0,0-1-1 0 0,-1 0 1 0 0,1-1-1 0 0,-1 1 1 0 0,0-1-1 0 0,-1 1 1 0 0,0-1-1 0 0,0 0 1 0 0,0 0-1 0 0,-1 0 1 0 0,0 0-1 0 0,0 0 1 0 0,-1 0-1 0 0,0-14 1 0 0,-11-42 115 0 0,11 62-111 0 0,-5 8-19 0 0,-9 18 24 0 0,0 0 0 0 0,2 2 0 0 0,1 0-1 0 0,-10 36 1 0 0,-26 129 2 0 0,28-106 10 0 0,-18 77 22 0 0,7-24 16 0 0,-5-1 0 0 0,-66 164 0 0 0,98-295-42 0 0,-2 4 5 0 0,1-1 0 0 0,-2 1-1 0 0,1-1 1 0 0,-9 10 0 0 0,13-18-2 0 0,0 0 1 0 0,0-1 0 0 0,0 1 0 0 0,-1-1-1 0 0,1 1 1 0 0,-1-1 0 0 0,1 1 0 0 0,-1-1-1 0 0,1 0 1 0 0,-1 0 0 0 0,0 0 0 0 0,0 0-1 0 0,0 0 1 0 0,0 0 0 0 0,1 0 0 0 0,-1-1-1 0 0,0 1 1 0 0,0 0 0 0 0,0-1 0 0 0,0 0-1 0 0,-1 0 1 0 0,1 1 0 0 0,0-1 0 0 0,0 0-1 0 0,0-1 1 0 0,0 1 0 0 0,0 0 0 0 0,0-1-1 0 0,0 1 1 0 0,-4-2 0 0 0,-1-2 2 0 0,0 0 0 0 0,0-1-1 0 0,0 0 1 0 0,1 0 0 0 0,0-1 0 0 0,0 1 0 0 0,0-1 0 0 0,1-1 0 0 0,-1 1 0 0 0,2-1 0 0 0,-1 0-1 0 0,1 0 1 0 0,0 0 0 0 0,0-1 0 0 0,1 1 0 0 0,0-1 0 0 0,0 0 0 0 0,1 0 0 0 0,0 0 0 0 0,-1-14-1 0 0,1 11-16 0 0,0-1-1 0 0,2 0 0 0 0,0 1 1 0 0,0-1-1 0 0,1 0 0 0 0,0 0 1 0 0,1 1-1 0 0,0-1 0 0 0,1 1 1 0 0,0 0-1 0 0,1 0 0 0 0,0 0 1 0 0,1 0-1 0 0,10-17 0 0 0,-3 12-149 0 0,1 1 0 0 0,0 0 0 0 0,1 2 0 0 0,0-1 0 0 0,1 1 0 0 0,0 1 0 0 0,1 1 0 0 0,30-16 0 0 0,13-3-1652 0 0,77-26-1 0 0,-62 27-1288 0 0,-21 7 570 0 0</inkml:trace>
</inkml:ink>
</file>

<file path=ppt/ink/ink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8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14 616 0 0,'-10'-13'7352'0'0,"3"14"-7149"0"0,1 0 0 0 0,0 0 0 0 0,0 1 0 0 0,0 0-1 0 0,-1 0 1 0 0,2 0 0 0 0,-1 1 0 0 0,0 0 0 0 0,-8 5 0 0 0,-55 41 758 0 0,46-31-589 0 0,-17 16 569 0 0,40-34-932 0 0,0 0 0 0 0,0 0 0 0 0,0 0 0 0 0,0 0 0 0 0,1 0 0 0 0,-1 0 0 0 0,0 0 0 0 0,0 0 0 0 0,0 0 0 0 0,0 0 0 0 0,0 0 0 0 0,0 0 0 0 0,0 1 0 0 0,1-1 0 0 0,-1 0 0 0 0,0 0 0 0 0,0 0 0 0 0,0 0 0 0 0,0 0 0 0 0,0 0 0 0 0,0 0 0 0 0,0 0 0 0 0,0 0 0 0 0,0 0 0 0 0,0 0 0 0 0,1 1 0 0 0,-1-1 0 0 0,0 0 0 0 0,0 0 0 0 0,0 0 0 0 0,0 0 0 0 0,0 0 0 0 0,0 0 0 0 0,0 0 0 0 0,0 0 0 0 0,0 1 0 0 0,0-1 0 0 0,0 0 0 0 0,0 0 0 0 0,0 0 0 0 0,0 0 0 0 0,0 0 1 0 0,0 0-1 0 0,0 0 0 0 0,0 1 0 0 0,0-1 0 0 0,0 0 0 0 0,0 0 0 0 0,0 0 0 0 0,-1 0 0 0 0,1 0 0 0 0,0 0 0 0 0,0 0 0 0 0,0 0 0 0 0,0 1 0 0 0,0-1 0 0 0,0 0 0 0 0,0 0 0 0 0,0 0 0 0 0,0 0 0 0 0,26-12 80 0 0,-21 9-93 0 0,1 0-1 0 0,0 1 1 0 0,0 0 0 0 0,0 0 0 0 0,0 0-1 0 0,0 1 1 0 0,1 0 0 0 0,-1 0 0 0 0,0 1-1 0 0,1 0 1 0 0,-1 0 0 0 0,0 0 0 0 0,1 1-1 0 0,8 1 1 0 0,7 4-717 0 0,1 0 1 0 0,35 17-1 0 0,24 6-5273 0 0,-54-25 3356 0 0</inkml:trace>
</inkml:ink>
</file>

<file path=ppt/ink/ink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9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7 1112 0 0,'1'-6'7967'0'0,"-15"25"-7530"0"0,-65 95 1387 0 0,69-99-1575 0 0,1 2 0 0 0,1-1-1 0 0,0 1 1 0 0,2 0 0 0 0,-8 27 0 0 0,13-42-177 0 0,1-1-61 0 0,0-1 0 0 0,0 1 0 0 0,0-1 0 0 0,0 1 0 0 0,0-1 0 0 0,0 1 1 0 0,0-1-1 0 0,0 1 0 0 0,0-1 0 0 0,0 1 0 0 0,0-1 0 0 0,0 1 1 0 0,0-1-1 0 0,0 1 0 0 0,1-1 0 0 0,-1 1 0 0 0,0-1 0 0 0,0 1 1 0 0,1-1-1 0 0,-1 1 0 0 0,0-1 0 0 0,0 1 0 0 0,1-1 0 0 0,-1 0 0 0 0,0 1 1 0 0,1-1-1 0 0,-1 0 0 0 0,1 1 0 0 0,-1-1 0 0 0,0 0 0 0 0,1 0 1 0 0,-1 1-1 0 0,1-1 0 0 0,-1 0 0 0 0,1 0 0 0 0,-1 0 0 0 0,1 1 1 0 0,1-1 34 0 0,3-1 3 0 0,25-12 54 0 0,-24 10-118 0 0,0 0-1 0 0,0 1 1 0 0,0-1 0 0 0,0 1-1 0 0,0 0 1 0 0,1 1-1 0 0,-1-1 1 0 0,0 1-1 0 0,1 1 1 0 0,-1-1 0 0 0,1 1-1 0 0,-1 0 1 0 0,1 1-1 0 0,-1-1 1 0 0,1 1 0 0 0,11 4-1 0 0,3 2-75 0 0,0 0 0 0 0,1-2-1 0 0,-1 0 1 0 0,1-1 0 0 0,0-1-1 0 0,27 0 1 0 0,-44-3 119 0 0,0 0-1 0 0,0-1 1 0 0,0 1-1 0 0,0-1 0 0 0,0 0 1 0 0,0 0-1 0 0,-1 0 1 0 0,1-1-1 0 0,0 0 1 0 0,0 0-1 0 0,-1 0 0 0 0,1 0 1 0 0,-1-1-1 0 0,0 0 1 0 0,0 0-1 0 0,0 0 1 0 0,0 0-1 0 0,0-1 1 0 0,-1 1-1 0 0,0-1 0 0 0,1 0 1 0 0,-1 0-1 0 0,-1 0 1 0 0,1-1-1 0 0,-1 1 1 0 0,1-1-1 0 0,-1 1 1 0 0,0-1-1 0 0,-1 0 0 0 0,1 0 1 0 0,-1 1-1 0 0,0-1 1 0 0,0-6-1 0 0,0 4 15 0 0,0 1 0 0 0,0-1 0 0 0,-1 0 0 0 0,0 0 0 0 0,0 0 0 0 0,-1 0 0 0 0,0 0 0 0 0,0 0 0 0 0,0 1 0 0 0,-1-1-1 0 0,-4-10 1 0 0,-1 4 22 0 0,0 1-1 0 0,-1 0 1 0 0,0 0-1 0 0,-1 0 1 0 0,-11-11-1 0 0,19 22-80 0 0,0 1-9 0 0,1 0-1 0 0,-1-1 1 0 0,1 1-1 0 0,-1 0 1 0 0,1 0 0 0 0,-1 0-1 0 0,0-1 1 0 0,1 1-1 0 0,-1 0 1 0 0,1 0 0 0 0,-1 0-1 0 0,1 0 1 0 0,-1 0-1 0 0,1 0 1 0 0,-1 0 0 0 0,0 0-1 0 0,1 1 1 0 0,-1-1-1 0 0,1 0 1 0 0,-1 0 0 0 0,1 0-1 0 0,-1 1 1 0 0,1-1-1 0 0,-1 0 1 0 0,1 0 0 0 0,-1 1-1 0 0,1-1 1 0 0,0 0-1 0 0,-1 1 1 0 0,1-1 0 0 0,-1 1-1 0 0,1-1 1 0 0,0 1-1 0 0,-1-1 1 0 0,1 0 0 0 0,0 1-1 0 0,-1-1 1 0 0,1 1-1 0 0,0-1 1 0 0,0 1 0 0 0,0 0-1 0 0,0-1 1 0 0,-1 1-1 0 0,1-1 1 0 0,0 1 0 0 0,0-1-1 0 0,0 1 1 0 0,0-1-1 0 0,0 1 1 0 0,0 0 0 0 0,0-1-1 0 0,0 1 1 0 0,1-1-1 0 0,-1 1 1 0 0,0-1 0 0 0,0 2-1 0 0,2 1 52 0 0,-2 0-200 0 0,1-1 1 0 0,0 0 0 0 0,0 1-1 0 0,0-1 1 0 0,0 0 0 0 0,0 0-1 0 0,0 0 1 0 0,0 0-1 0 0,1 0 1 0 0,-1 0 0 0 0,1 0-1 0 0,0 0 1 0 0,-1 0 0 0 0,1-1-1 0 0,0 1 1 0 0,3 1 0 0 0,-3-2-241 0 0,36 6-3123 0 0,3 6 1619 0 0,-40-12 2076 0 0,42 20-1472 0 0,-24-11 1363 0 0,1-1 1 0 0,0-1 0 0 0,0-1-1 0 0,0-1 1 0 0,1-1 0 0 0,0-1-1 0 0,39 4 1 0 0,12-18 2775 0 0,-69 10-1872 0 0,-3 0-844 0 0,-1 0 0 0 0,1 0 0 0 0,0-1 0 0 0,0 1 1 0 0,0 0-1 0 0,0 0 0 0 0,-1 0 0 0 0,1-1 1 0 0,0 1-1 0 0,0 0 0 0 0,0 0 0 0 0,-1 0 0 0 0,1-1 1 0 0,0 1-1 0 0,0 0 0 0 0,-1 0 0 0 0,1 0 0 0 0,0 0 1 0 0,0 0-1 0 0,-1 0 0 0 0,1 0 0 0 0,0 0 0 0 0,0-1 1 0 0,-1 1-1 0 0,1 0 0 0 0,0 0 0 0 0,0 0 0 0 0,-1 0 1 0 0,1 0-1 0 0,0 1 0 0 0,-1-1 0 0 0,1 0 1 0 0,0 0-1 0 0,0 0 0 0 0,-1 0 0 0 0,1 0 0 0 0,0 0 1 0 0,0 0-1 0 0,-1 0 0 0 0,1 1 0 0 0,0-1 0 0 0,0 0 1 0 0,0 0-1 0 0,-1 0 0 0 0,1 0 0 0 0,0 1 0 0 0,-26 14 935 0 0,20-10-1034 0 0,-1 0 0 0 0,1 0 0 0 0,0 1 0 0 0,1-1 0 0 0,-1 1 0 0 0,-5 9 0 0 0,8-10 16 0 0,1 0 1 0 0,-1 1-1 0 0,1-1 1 0 0,0 1-1 0 0,1-1 1 0 0,0 1-1 0 0,0-1 1 0 0,0 1-1 0 0,0 0 0 0 0,1-1 1 0 0,0 1-1 0 0,0 0 1 0 0,2 9-1 0 0,-1-12-21 0 0,0 0 0 0 0,0 0 1 0 0,0 1-1 0 0,0-1 0 0 0,1 0 0 0 0,-1 0 0 0 0,1 0 0 0 0,0 0 0 0 0,0-1 0 0 0,0 1 0 0 0,0 0 1 0 0,1-1-1 0 0,-1 0 0 0 0,1 1 0 0 0,-1-1 0 0 0,1 0 0 0 0,0 0 0 0 0,0 0 0 0 0,0-1 0 0 0,0 1 1 0 0,0-1-1 0 0,0 0 0 0 0,0 1 0 0 0,1-2 0 0 0,-1 1 0 0 0,0 0 0 0 0,7 0 0 0 0,-8 0 9 0 0,0-1 1 0 0,0 1-1 0 0,0-1 0 0 0,0 0 0 0 0,0 1 0 0 0,0-1 1 0 0,0 0-1 0 0,0 0 0 0 0,0 0 0 0 0,1-1 0 0 0,-1 1 1 0 0,0 0-1 0 0,0-1 0 0 0,0 0 0 0 0,0 1 0 0 0,0-1 1 0 0,0 0-1 0 0,0 0 0 0 0,-1 0 0 0 0,1 0 0 0 0,0 0 1 0 0,0-1-1 0 0,-1 1 0 0 0,1 0 0 0 0,-1-1 0 0 0,1 1 1 0 0,-1-1-1 0 0,0 0 0 0 0,1 1 0 0 0,-1-1 0 0 0,0 0 1 0 0,0 0-1 0 0,0 0 0 0 0,0 0 0 0 0,-1 0 0 0 0,1 0 1 0 0,-1 0-1 0 0,1 0 0 0 0,-1 0 0 0 0,1 0 0 0 0,-1 0 0 0 0,0 0 1 0 0,0-4-1 0 0,0-1 32 0 0,-1 0 0 0 0,0 0 0 0 0,0 0 0 0 0,0 0 0 0 0,-1 1 0 0 0,0-1 1 0 0,0 0-1 0 0,-1 1 0 0 0,1-1 0 0 0,-1 1 0 0 0,-1 0 0 0 0,-4-6 0 0 0,-37-39-145 0 0,44 50-276 0 0,-5-2-221 0 0,-4 19-10800 0 0</inkml:trace>
</inkml:ink>
</file>

<file path=ppt/ink/ink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39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1 720 0 0,'0'0'2492'0'0,"23"9"-169"0"0,-17-2-1933 0 0,-1 1 0 0 0,0-1 0 0 0,-1 1 0 0 0,0 0 1 0 0,0 0-1 0 0,2 10 0 0 0,-2-8-59 0 0,-3-9-185 0 0,-1 0-114 0 0,-1-1-1 0 0,1 0 1 0 0,0 0 0 0 0,0 1-1 0 0,-1-1 1 0 0,1 0 0 0 0,0 1-1 0 0,0-1 1 0 0,-1 0 0 0 0,1 1 0 0 0,0-1-1 0 0,0 0 1 0 0,0 1 0 0 0,0-1-1 0 0,-1 0 1 0 0,1 1 0 0 0,0-1 0 0 0,0 0-1 0 0,0 1 1 0 0,0-1 0 0 0,0 1-1 0 0,0-1 1 0 0,0 0 0 0 0,0 1-1 0 0,0-1 1 0 0,0 1 0 0 0,0-1 0 0 0,1 0-1 0 0,-1 1 1 0 0,0-1 0 0 0,0 0-1 0 0,0 1 1 0 0,0-1 0 0 0,1 0 0 0 0,-1 1-1 0 0,0-1 1 0 0,0 0 0 0 0,0 1-1 0 0,1-1 1 0 0,-1 0 0 0 0,0 0-1 0 0,1 1 1 0 0,-1-1 0 0 0,0 0 0 0 0,1 0-1 0 0,-1 0 1 0 0,0 1 0 0 0,1-1-1 0 0,-1 0 1 0 0,0 0 0 0 0,1 0 0 0 0,-1 0-1 0 0,0 0 1 0 0,1 0 0 0 0,-1 0-1 0 0,1 0 1 0 0,-1 1 0 0 0,0-2-1 0 0,1 1 1 0 0,-1 0 0 0 0,0 0 0 0 0,1 0-1 0 0,-1 0 1 0 0,1 0 0 0 0,-1 0-1 0 0,0 0 1 0 0,1-1 0 0 0,20-5 348 0 0,40-28-1794 0 0,-19 18-3712 0 0,-23 10 2459 0 0</inkml:trace>
</inkml:ink>
</file>

<file path=ppt/ink/ink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0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67 286 64 0 0,'-44'21'3492'0'0,"43"-20"-3369"0"0,-1 0 0 0 0,1 0 0 0 0,-1 0 0 0 0,0 0 0 0 0,1 1 0 0 0,0-1 0 0 0,-1 0 0 0 0,1 1 0 0 0,0-1 1 0 0,0 1-1 0 0,0 0 0 0 0,0-1 0 0 0,0 1 0 0 0,0 0 0 0 0,0-1 0 0 0,0 1 0 0 0,1 0 0 0 0,-1 0 0 0 0,1 0 0 0 0,-1 2 1 0 0,1-2 110 0 0,24 14 632 0 0,-17-17-826 0 0,0 0 0 0 0,-1-1-1 0 0,1 0 1 0 0,0 0 0 0 0,-1 0 0 0 0,0-1 0 0 0,1 0 0 0 0,-1-1 0 0 0,0 1 0 0 0,-1-1 0 0 0,1 0 0 0 0,-1 0 0 0 0,1-1 0 0 0,-1 0 0 0 0,-1 0 0 0 0,1 0 0 0 0,-1 0 0 0 0,0-1 0 0 0,4-6 0 0 0,11-17 249 0 0,-1 0 1 0 0,20-47 0 0 0,-30 56 689 0 0,-1-1 0 0 0,-1 0 0 0 0,-1 0 0 0 0,6-42 0 0 0,-20 73 1638 0 0,-35 69-2089 0 0,25-26-420 0 0,-11 56-1 0 0,11-33-2713 0 0,-5-2-5236 0 0,19-58 4062 0 0</inkml:trace>
</inkml:ink>
</file>

<file path=ppt/ink/ink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2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282 93 412 0 0,'3'-67'7635'0'0,"-3"64"-7110"0"0,-6-5 553 0 0,6 7-1022 0 0,0 0 0 0 0,0 1 0 0 0,0-1 0 0 0,0 0 1 0 0,-1 1-1 0 0,1-1 0 0 0,0 0 0 0 0,0 1 0 0 0,-1-1 0 0 0,1 1 0 0 0,0-1 0 0 0,-1 0 0 0 0,1 1 0 0 0,-1-1 0 0 0,1 1 0 0 0,-1-1 0 0 0,1 1 0 0 0,-1 0 0 0 0,1-1 0 0 0,-1 1 1 0 0,1-1-1 0 0,-1 1 0 0 0,0 0 0 0 0,1 0 0 0 0,-1-1 0 0 0,1 1 0 0 0,-1 0 0 0 0,0 0 0 0 0,1 0 0 0 0,-1-1 0 0 0,0 1 0 0 0,1 0 0 0 0,-1 0 0 0 0,0 0 0 0 0,1 0 1 0 0,-1 0-1 0 0,0 0 0 0 0,1 1 0 0 0,-1-1 0 0 0,0 0 0 0 0,1 0 0 0 0,-1 0 0 0 0,0 1 0 0 0,0-1 0 0 0,-22 12 105 0 0,1 0 1 0 0,1 2-1 0 0,0 0 0 0 0,0 1 1 0 0,-21 22-1 0 0,31-27-102 0 0,0 1-1 0 0,1 0 1 0 0,1 0-1 0 0,0 1 1 0 0,0 0-1 0 0,1 1 1 0 0,1 0-1 0 0,0 0 1 0 0,1 1-1 0 0,-8 24 1 0 0,13-36-52 0 0,0 0 1 0 0,0 0-1 0 0,1 1 1 0 0,-1-1-1 0 0,1 0 1 0 0,0 1 0 0 0,0-1-1 0 0,0 0 1 0 0,0 1-1 0 0,0-1 1 0 0,0 0-1 0 0,1 1 1 0 0,-1-1-1 0 0,1 0 1 0 0,-1 1 0 0 0,1-1-1 0 0,0 0 1 0 0,0 0-1 0 0,0 0 1 0 0,3 4-1 0 0,-3-4-1 0 0,1-1 0 0 0,0 0 0 0 0,0 0 0 0 0,0 1-1 0 0,0-1 1 0 0,0 0 0 0 0,0-1 0 0 0,0 1 0 0 0,0 0-1 0 0,0-1 1 0 0,1 1 0 0 0,-1-1 0 0 0,0 1 0 0 0,0-1-1 0 0,1 0 1 0 0,-1 0 0 0 0,3-1 0 0 0,11-1 13 0 0,0-1-1 0 0,-1 0 1 0 0,1-1-1 0 0,23-10 1 0 0,-31 11-15 0 0,-3 2-32 0 0,-1 1-1 0 0,1 0 0 0 0,0 0 1 0 0,0 0-1 0 0,-1 0 1 0 0,1 1-1 0 0,0 0 0 0 0,-1 0 1 0 0,1 0-1 0 0,0 0 1 0 0,-1 1-1 0 0,0 0 0 0 0,1 0 1 0 0,-1 0-1 0 0,0 0 1 0 0,0 1-1 0 0,5 3 0 0 0,40 17-184 0 0,-43-21 188 0 0,0 0 0 0 0,0-1 0 0 0,0 0 0 0 0,0-1 0 0 0,0 1 0 0 0,0-1 0 0 0,1-1 0 0 0,-1 1 0 0 0,0-1 0 0 0,0 0 1 0 0,0 0-1 0 0,0 0 0 0 0,0-1 0 0 0,0 0 0 0 0,-1-1 0 0 0,1 1 0 0 0,9-6 0 0 0,-2-2-60 0 0,-1-1-1 0 0,1 0 1 0 0,-2 0 0 0 0,0-1 0 0 0,11-15 0 0 0,34-35-206 0 0,-54 59 280 0 0,1 1 0 0 0,0-1 0 0 0,0 1 0 0 0,-1 0 0 0 0,2 0 0 0 0,-1 0 0 0 0,0 1 0 0 0,0-1 0 0 0,0 1 0 0 0,1-1 0 0 0,-1 1 0 0 0,1 0 0 0 0,-1 0 0 0 0,1 1 0 0 0,-1-1 0 0 0,1 1 0 0 0,0 0 0 0 0,-1-1 0 0 0,1 2 0 0 0,-1-1 0 0 0,1 0 0 0 0,0 1 0 0 0,-1 0 0 0 0,1 0 0 0 0,-1 0 0 0 0,1 0 0 0 0,-1 0 0 0 0,0 1 0 0 0,0-1 0 0 0,1 1 0 0 0,-1 0 0 0 0,0 0 0 0 0,3 3 0 0 0,-2-2 5 0 0,-1 1 1 0 0,1-1-1 0 0,-1 1 1 0 0,0-1-1 0 0,0 1 1 0 0,0 0-1 0 0,-1 0 1 0 0,0 0-1 0 0,1 1 1 0 0,-1-1-1 0 0,-1 1 1 0 0,1-1-1 0 0,-1 1 1 0 0,0-1-1 0 0,0 1 1 0 0,0 0-1 0 0,0-1 0 0 0,-1 1 1 0 0,0 0-1 0 0,0 0 1 0 0,0 0-1 0 0,-1-1 1 0 0,1 1-1 0 0,-3 7 1 0 0,-1-2-61 0 0,0 0 1 0 0,-1 0 0 0 0,-1-1 0 0 0,1 0 0 0 0,-1 0-1 0 0,-1 0 1 0 0,1-1 0 0 0,-2 0 0 0 0,-8 8-1 0 0,7-7-607 0 0,8-7-257 0 0</inkml:trace>
</inkml:ink>
</file>

<file path=ppt/ink/ink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2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8 1008 0 0,'0'0'2422'0'0,"-1"-8"-1045"0"0,1 8-1329 0 0,0 0 0 0 0,0 0-1 0 0,0 1 1 0 0,0-1 0 0 0,0 0 0 0 0,0 0-1 0 0,0 0 1 0 0,0 0 0 0 0,0 0 0 0 0,0 0-1 0 0,0 0 1 0 0,0 1 0 0 0,-1-1 0 0 0,1 0-1 0 0,0 0 1 0 0,0 0 0 0 0,0 0 0 0 0,0 0-1 0 0,0 0 1 0 0,0 0 0 0 0,0 0 0 0 0,0 0-1 0 0,-1 0 1 0 0,1 0 0 0 0,0 0 0 0 0,0 0-1 0 0,0 0 1 0 0,0 0 0 0 0,0 0 0 0 0,0 0-1 0 0,-1 0 1 0 0,1 0 0 0 0,0 0-1 0 0,0 0 1 0 0,0 0 0 0 0,0 0 0 0 0,0 0-1 0 0,0 0 1 0 0,-1 0 0 0 0,1 0 0 0 0,0 0-1 0 0,0 0 1 0 0,0 0 0 0 0,0 0 0 0 0,0 0-1 0 0,0 0 1 0 0,0 0 0 0 0,-1 0 0 0 0,1 0-1 0 0,0-1 1 0 0,0 1 0 0 0,0 0 0 0 0,0 0-1 0 0,0 0 1 0 0,0 0 0 0 0,0 0 0 0 0,0 0-1 0 0,0 0 1 0 0,0-1 0 0 0,0 1 0 0 0,0 0-1 0 0,-28 48 886 0 0,2 2 0 0 0,3 0 0 0 0,2 2-1 0 0,2 0 1 0 0,-12 55 0 0 0,0 17-153 0 0,11-42-3639 0 0,18-77 3004 0 0,2-4-1421 0 0</inkml:trace>
</inkml:ink>
</file>

<file path=ppt/ink/ink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2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33 572 388 0 0,'23'-9'403'0'0,"0"-2"-1"0"0,-1-1 1 0 0,0 0-1 0 0,-1-1 1 0 0,-1-2-1 0 0,0 0 1 0 0,-1-1-1 0 0,-1-1 1 0 0,0-1-1 0 0,29-38 1 0 0,-35 39-155 0 0,0 1 0 0 0,-2-2 0 0 0,0 0 0 0 0,-1 0 0 0 0,-1-1 0 0 0,0 0 0 0 0,-2 0 0 0 0,0 0 0 0 0,-1-1 0 0 0,-1 0 0 0 0,-1 0 1 0 0,-1 0-1 0 0,0-38 0 0 0,-4 47 32 0 0,1 0 0 0 0,-1 0 0 0 0,-1 1-1 0 0,0-1 1 0 0,-5-10 0 0 0,8 19-39 0 0,-4 4-216 0 0,1 0 0 0 0,-1 0 0 0 0,1 1 0 0 0,0-1 0 0 0,0 1 0 0 0,0-1 0 0 0,0 1 0 0 0,0 0 0 0 0,1 0 0 0 0,-1 0 1 0 0,-3 7-1 0 0,3-6 5 0 0,-28 41 99 0 0,3 2 0 0 0,1 1 0 0 0,-32 79 0 0 0,-43 161 182 0 0,95-268-288 0 0,-59 195 355 0 0,65-212-285 0 0,1-3-86 0 0,0 1 0 0 0,0-1 0 0 0,0 0 0 0 0,0 1 0 0 0,0-1-1 0 0,0 0 1 0 0,0 1 0 0 0,0-1 0 0 0,0 0 0 0 0,0 1 0 0 0,0-1 0 0 0,1 0 0 0 0,-1 1 0 0 0,0-1 0 0 0,0 0-1 0 0,0 1 1 0 0,0-1 0 0 0,0 0 0 0 0,1 0 0 0 0,-1 1 0 0 0,0-1 0 0 0,0 0 0 0 0,0 0 0 0 0,1 1-1 0 0,-1-1 1 0 0,0 0 0 0 0,1 0 0 0 0,-1 0 0 0 0,0 1 0 0 0,0-1 0 0 0,1 0 0 0 0,-1 0 0 0 0,0 0-1 0 0,1 0 1 0 0,-1 0 0 0 0,0 0 0 0 0,1 1 0 0 0,-1-1 0 0 0,0 0 0 0 0,1 0 0 0 0,-1 0 0 0 0,0 0 0 0 0,1-1-1 0 0,30-16 58 0 0,-14 7-25 0 0,-1 0 0 0 0,1 2 0 0 0,27-10 0 0 0,-40 17-40 0 0,1 0-1 0 0,-1 0 0 0 0,1 0 0 0 0,-1 1 0 0 0,1-1 0 0 0,0 1 0 0 0,-1 0 0 0 0,1 0 1 0 0,-1 1-1 0 0,1 0 0 0 0,-1-1 0 0 0,1 1 0 0 0,-1 1 0 0 0,0-1 0 0 0,8 4 1 0 0,-2-1-6 0 0,4 1 99 0 0,1 0-1 0 0,0-1 1 0 0,0-1-1 0 0,0 0 0 0 0,0-1 1 0 0,0-1-1 0 0,0 0 1 0 0,1-1-1 0 0,-1-1 0 0 0,0 0 1 0 0,0-1-1 0 0,29-8 1 0 0,-42 10 1286 0 0,3-3-133 0 0,-1 3-2763 0 0</inkml:trace>
</inkml:ink>
</file>

<file path=ppt/ink/ink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3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58 540 0 0,'17'-33'4600'0'0,"-4"8"-6714"0"0</inkml:trace>
</inkml:ink>
</file>

<file path=ppt/ink/ink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3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56 0 0,'5'20'2501'0'0,"3"14"-437"0"0,-7-15-274 0 0,0-18-1692 0 0,-1-1 0 0 0,1 1 0 0 0,0-1 0 0 0,0 1 1 0 0,-1-1-1 0 0,1 1 0 0 0,0-1 0 0 0,0 0 1 0 0,0 1-1 0 0,0-1 0 0 0,-1 0 0 0 0,1 0 0 0 0,0 1 1 0 0,0-1-1 0 0,0 0 0 0 0,0 0 0 0 0,0 0 0 0 0,0 0 1 0 0,0 0-1 0 0,0 0 0 0 0,-1-1 0 0 0,3 1 1 0 0,22-2 605 0 0,-25 2-685 0 0,12 1 164 0 0,0 0 0 0 0,0 1 0 0 0,0 0 0 0 0,-1 1 0 0 0,1 0 0 0 0,-1 1 0 0 0,1 0 0 0 0,-1 1 0 0 0,0 0 0 0 0,11 8 0 0 0,45 17-6628 0 0,-50-25 3652 0 0</inkml:trace>
</inkml:ink>
</file>

<file path=ppt/ink/ink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3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66 708 0 0,'3'-38'9382'0'0,"-4"36"-9151"0"0,0 0 0 0 0,0 1 1 0 0,-1-1-1 0 0,1 0 1 0 0,-1 1-1 0 0,1-1 1 0 0,-1 1-1 0 0,1-1 1 0 0,-1 1-1 0 0,0 0 1 0 0,0 0-1 0 0,0-1 0 0 0,0 1 1 0 0,0 1-1 0 0,0-1 1 0 0,0 0-1 0 0,0 0 1 0 0,-3 0-1 0 0,-1 0 8 0 0,0 0-1 0 0,0 1 1 0 0,0 0 0 0 0,1 0-1 0 0,-1 0 1 0 0,-11 2 0 0 0,6 1 0 0 0,0-1 1 0 0,0 1-1 0 0,0 1 0 0 0,0 0 1 0 0,1 0-1 0 0,-20 13 1 0 0,29-17-231 0 0,0 0 0 0 0,0 1 1 0 0,1-1-1 0 0,-1 1 0 0 0,0 0 1 0 0,0-1-1 0 0,0 1 0 0 0,1 0 1 0 0,-1-1-1 0 0,0 1 0 0 0,1 0 1 0 0,-1 0-1 0 0,0 0 0 0 0,1 0 1 0 0,-1-1-1 0 0,1 1 0 0 0,0 0 1 0 0,-1 0-1 0 0,1 0 0 0 0,0 0 0 0 0,-1 0 1 0 0,1 0-1 0 0,0 0 0 0 0,0 0 1 0 0,0 0-1 0 0,0 0 0 0 0,0 0 1 0 0,0 0-1 0 0,0 0 0 0 0,0 0 1 0 0,1 2-1 0 0,0-1 3 0 0,1 0 0 0 0,-1 0 0 0 0,1 0 0 0 0,-1 0 0 0 0,1 0 0 0 0,0 0 0 0 0,0-1 0 0 0,0 1 0 0 0,0 0 0 0 0,0-1 0 0 0,0 0 0 0 0,3 2 0 0 0,8 3-100 0 0,0 0 1 0 0,0 0-1 0 0,19 4 1 0 0,13-5-2774 0 0,-16-7-4707 0 0</inkml:trace>
</inkml:ink>
</file>

<file path=ppt/ink/ink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4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441 620 1060 0 0,'-3'-4'343'0'0,"-1"0"-1"0"0,1 1 0 0 0,-1-1 1 0 0,0 1-1 0 0,0 0 1 0 0,-1 0-1 0 0,1 0 1 0 0,-1 0-1 0 0,1 1 1 0 0,-1-1-1 0 0,0 1 0 0 0,0 1 1 0 0,0-1-1 0 0,0 1 1 0 0,-6-1-1 0 0,3 1-70 0 0,-1 0 0 0 0,0 1-1 0 0,0 0 1 0 0,0 0 0 0 0,0 1-1 0 0,1 1 1 0 0,-1-1 0 0 0,-12 5-1 0 0,6-1-71 0 0,1 0-1 0 0,0 1 0 0 0,1 1 1 0 0,-1 0-1 0 0,1 1 0 0 0,0 0 1 0 0,1 1-1 0 0,0 1 0 0 0,1 0 1 0 0,-13 14-1 0 0,21-20-134 0 0,0 0 0 0 0,0 0 1 0 0,0 1-1 0 0,0-1 0 0 0,1 1 0 0 0,0 0 1 0 0,0-1-1 0 0,0 1 0 0 0,1 0 0 0 0,0 0 0 0 0,0 1 1 0 0,0-1-1 0 0,0 0 0 0 0,1 0 0 0 0,0 0 1 0 0,0 0-1 0 0,1 8 0 0 0,-1-11-52 0 0,1 1 0 0 0,0 0 0 0 0,0-1 0 0 0,0 1 0 0 0,0 0 0 0 0,0-1 0 0 0,0 1 0 0 0,1-1 0 0 0,-1 0 0 0 0,1 1 0 0 0,0-1 0 0 0,0 0 0 0 0,0 0 0 0 0,0 0 0 0 0,0 0 0 0 0,0-1 0 0 0,0 1 0 0 0,1 0 0 0 0,-1-1 0 0 0,1 0 0 0 0,-1 1 0 0 0,1-1 0 0 0,-1 0 0 0 0,1 0 0 0 0,0 0 0 0 0,-1-1 0 0 0,1 1 0 0 0,0-1 0 0 0,0 0 0 0 0,0 1 0 0 0,-1-1 0 0 0,1 0 0 0 0,5-1 0 0 0,4 0 2 0 0,1-1 1 0 0,-1 0 0 0 0,1-1-1 0 0,-1 0 1 0 0,0 0 0 0 0,0-2-1 0 0,0 1 1 0 0,-1-2 0 0 0,1 1-1 0 0,-1-2 1 0 0,-1 1 0 0 0,1-1-1 0 0,-1-1 1 0 0,0 0 0 0 0,-1-1-1 0 0,0 0 1 0 0,0 0 0 0 0,-1 0-1 0 0,9-15 1 0 0,-5 7 39 0 0,-2 0 0 0 0,0-1 0 0 0,-1 0 0 0 0,-1 0-1 0 0,-1-1 1 0 0,0 0 0 0 0,-1-1 0 0 0,-2 0 0 0 0,0 1 0 0 0,-1-1 0 0 0,1-32 0 0 0,-4 26 37 0 0,-1 1 0 0 0,-2-1 1 0 0,-1 1-1 0 0,-1 0 1 0 0,0 0-1 0 0,-2 1 0 0 0,-1 0 1 0 0,-1 0-1 0 0,-2 1 0 0 0,-12-24 1 0 0,15 35-54 0 0,0 0 1 0 0,0 0 0 0 0,-1 1 0 0 0,-1 0-1 0 0,0 0 1 0 0,0 1 0 0 0,-1 1-1 0 0,-18-13 1 0 0,20 16-31 0 0,0 1 0 0 0,-1 0 1 0 0,0 1-1 0 0,0 0 0 0 0,0 1 0 0 0,0 0 1 0 0,0 0-1 0 0,-1 1 0 0 0,1 0 0 0 0,-1 1 1 0 0,1 0-1 0 0,-18 2 0 0 0,21-1-151 0 0,1 0 1 0 0,-1 1-1 0 0,1 0 0 0 0,0 0 0 0 0,0 1 1 0 0,-1-1-1 0 0,1 2 0 0 0,0-1 0 0 0,0 0 1 0 0,1 1-1 0 0,-1 0 0 0 0,1 1 0 0 0,-1-1 1 0 0,1 1-1 0 0,0 0 0 0 0,0 0 0 0 0,1 1 1 0 0,-1 0-1 0 0,1-1 0 0 0,0 1 0 0 0,0 1 1 0 0,1-1-1 0 0,-1 0 0 0 0,1 1 0 0 0,0 0 1 0 0,1 0-1 0 0,0 0 0 0 0,-1 0 0 0 0,2 0 1 0 0,-1 0-1 0 0,1 0 0 0 0,0 1 0 0 0,0-1 1 0 0,1 1-1 0 0,0-1 0 0 0,0 0 0 0 0,1 10 1 0 0,0-10-74 0 0,1 3-723 0 0,-1-1 1 0 0,2 1 0 0 0,-1 0-1 0 0,6 12 1 0 0,9 11-1861 0 0</inkml:trace>
</inkml:ink>
</file>

<file path=ppt/ink/ink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5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1 108 0 0,'-3'0'1045'0'0,"-6"1"-422"0"0,0 0 0 0 0,0 0 1 0 0,0 1-1 0 0,0 0 0 0 0,1 1 0 0 0,-16 7 1 0 0,21-9-499 0 0,1 0 1 0 0,-1 1 0 0 0,0-1-1 0 0,1 1 1 0 0,-1 0-1 0 0,1 0 1 0 0,0 0 0 0 0,0 0-1 0 0,0 0 1 0 0,0 0 0 0 0,0 1-1 0 0,0-1 1 0 0,0 1 0 0 0,1-1-1 0 0,-1 1 1 0 0,1 0 0 0 0,0 0-1 0 0,0-1 1 0 0,0 1 0 0 0,0 0-1 0 0,0 0 1 0 0,1 0-1 0 0,-1 0 1 0 0,1 5 0 0 0,1-6-32 0 0,0 1 0 0 0,0 0 1 0 0,1-1-1 0 0,-1 1 0 0 0,1-1 1 0 0,0 1-1 0 0,0-1 0 0 0,0 0 0 0 0,0 0 1 0 0,0 0-1 0 0,0 0 0 0 0,1 0 1 0 0,-1 0-1 0 0,0-1 0 0 0,1 1 1 0 0,0-1-1 0 0,-1 0 0 0 0,1 0 0 0 0,0 1 1 0 0,0-2-1 0 0,-1 1 0 0 0,7 1 1 0 0,-9-2-70 0 0,1-1 0 0 0,0 1-1 0 0,-1 0 1 0 0,1-1 0 0 0,0 1 0 0 0,-1-1 0 0 0,1 1 0 0 0,-1-1 0 0 0,1 1 0 0 0,-1-1 0 0 0,1 1 0 0 0,-1-1 0 0 0,1 1 0 0 0,-1-1 0 0 0,1 0 0 0 0,-1 1 0 0 0,0-1 0 0 0,0 0 0 0 0,1 1-1 0 0,-1-1 1 0 0,0 0 0 0 0,0 1 0 0 0,1-1 0 0 0,-1 0 0 0 0,0 0 0 0 0,0 1 0 0 0,0-1 0 0 0,0 0 0 0 0,0 0 0 0 0,0 1 0 0 0,-1-1 0 0 0,1 0 0 0 0,0 1 0 0 0,0-1 0 0 0,0 0 0 0 0,-1 0-1 0 0,1 1 1 0 0,0-1 0 0 0,-1-1 0 0 0,-12-30 722 0 0,11 29-758 0 0,-28-35 855 0 0,29 37-951 0 0,0-1 0 0 0,-1 1 0 0 0,1-1 0 0 0,-1 1 0 0 0,0 0 0 0 0,1-1 0 0 0,-1 1 0 0 0,0 0 0 0 0,0 0 0 0 0,0 0 0 0 0,0 0 0 0 0,0 1 0 0 0,0-1 1 0 0,0 1-1 0 0,0-1 0 0 0,0 1 0 0 0,-4-1 0 0 0,-4 9-2026 0 0</inkml:trace>
</inkml:ink>
</file>

<file path=ppt/ink/ink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5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63 536 0 0,'-4'-6'1249'0'0,"-1"0"0"0"0,1 0 1 0 0,-1 1-1 0 0,0 0 0 0 0,-11-9 0 0 0,-7-6 2607 0 0,0 30-3257 0 0,17-7-520 0 0,1 1 0 0 0,0 0 0 0 0,0 0 0 0 0,0 0 0 0 0,1 1 0 0 0,0-1 0 0 0,-1 1 0 0 0,2 0 0 0 0,-1 0 0 0 0,0 1 1 0 0,1-1-1 0 0,0 1 0 0 0,1-1 0 0 0,-1 1 0 0 0,-1 7 0 0 0,1-5-30 0 0,1 0 1 0 0,0 1-1 0 0,1 0 0 0 0,-1-1 1 0 0,2 1-1 0 0,-1 0 0 0 0,1-1 1 0 0,1 1-1 0 0,-1 0 1 0 0,3 9-1 0 0,-2-14-70 0 0,1 0 1 0 0,-1 0-1 0 0,1 0 0 0 0,0 0 0 0 0,1 0 1 0 0,-1 0-1 0 0,0-1 0 0 0,1 1 1 0 0,0-1-1 0 0,0 0 0 0 0,0 1 1 0 0,0-1-1 0 0,1-1 0 0 0,-1 1 0 0 0,1 0 1 0 0,-1-1-1 0 0,1 0 0 0 0,0 0 1 0 0,0 0-1 0 0,0 0 0 0 0,0-1 1 0 0,0 1-1 0 0,1-1 0 0 0,-1 0 1 0 0,0 0-1 0 0,1-1 0 0 0,7 1 0 0 0,1 0-36 0 0,-1-1 1 0 0,1 0-1 0 0,0-1 0 0 0,-1 0 0 0 0,1-1 0 0 0,-1 0 0 0 0,1-1 0 0 0,15-6 0 0 0,-9 0 26 0 0,-1-1-1 0 0,-1-1 1 0 0,1 0 0 0 0,-2-1 0 0 0,0-1 0 0 0,0 0-1 0 0,-1-1 1 0 0,-1-1 0 0 0,22-28 0 0 0,-26 31 58 0 0,6-14 791 0 0,-16 24-644 0 0,-2 5-115 0 0,-1-1 0 0 0,1 0 0 0 0,0 1 0 0 0,0 0 0 0 0,0-1 0 0 0,1 1 0 0 0,-1 0 0 0 0,0 0 0 0 0,1 0 0 0 0,0 0 0 0 0,0 0 0 0 0,0 0 0 0 0,0 0 0 0 0,0 0 0 0 0,1 1 0 0 0,-1-1 0 0 0,1 6 0 0 0,-1-6-97 0 0,0 1 0 0 0,1-1 0 0 0,-1 1-1 0 0,1-1 1 0 0,0 1 0 0 0,0-1 0 0 0,0 1-1 0 0,1-1 1 0 0,-1 1 0 0 0,1-1 0 0 0,0 1 0 0 0,0-1-1 0 0,0 1 1 0 0,0-1 0 0 0,1 0 0 0 0,-1 0-1 0 0,1 0 1 0 0,0 0 0 0 0,0 0 0 0 0,0 0-1 0 0,0 0 1 0 0,5 4 0 0 0,-5-6 20 0 0,0 0 0 0 0,0 0 0 0 0,-1 0 0 0 0,1 0 0 0 0,0-1 0 0 0,0 1 0 0 0,1-1 0 0 0,-1 1 0 0 0,0-1 0 0 0,0 0 0 0 0,0 0 0 0 0,0 0 0 0 0,0 0 0 0 0,0 0 0 0 0,0 0 0 0 0,0-1 0 0 0,0 1 0 0 0,0-1 0 0 0,0 1 0 0 0,0-1 0 0 0,0 0 0 0 0,0 0 0 0 0,0 0 0 0 0,0 0 0 0 0,0 0 0 0 0,-1 0 0 0 0,3-3 0 0 0,0 1 83 0 0,0 0 0 0 0,0-1-1 0 0,0 0 1 0 0,-1 0-1 0 0,0 0 1 0 0,0 0 0 0 0,0-1-1 0 0,0 1 1 0 0,0-1 0 0 0,1-5-1 0 0,-3 8 182 0 0,2-9 1224 0 0,-3 11-1460 0 0,0 0 1 0 0,0 0-1 0 0,-1 0 1 0 0,1 0-1 0 0,0-1 1 0 0,0 1-1 0 0,0 0 1 0 0,0 0-1 0 0,0 0 1 0 0,0 0-1 0 0,0 0 1 0 0,0-1-1 0 0,0 1 1 0 0,0 0-1 0 0,0 0 1 0 0,0 0-1 0 0,0 0 1 0 0,0 0-1 0 0,0-1 1 0 0,0 1-1 0 0,0 0 1 0 0,0 0-1 0 0,0 0 1 0 0,0 0-1 0 0,0 0 1 0 0,0-1 0 0 0,0 1-1 0 0,0 0 1 0 0,0 0-1 0 0,0 0 1 0 0,0 0-1 0 0,0 0 1 0 0,1-1-1 0 0,-1 1 1 0 0,0 0-1 0 0,0 0 1 0 0,0 0-1 0 0,0 0 1 0 0,0 0-1 0 0,0 0 1 0 0,0 0-1 0 0,1 0 1 0 0,-1 0-1 0 0,0-1 1 0 0,0 1-1 0 0,0 0 1 0 0,0 0-1 0 0,0 0 1 0 0,1 0-1 0 0,-1 0 1 0 0,0 0-1 0 0,0 0 1 0 0,0 0-1 0 0,0 0 1 0 0,0 0-1 0 0,1 0 1 0 0,-1 0 0 0 0,0 0-1 0 0,0 0 1 0 0,0 0-1 0 0,0 0 1 0 0,0 0-1 0 0,1 1 1 0 0,-1-1-1 0 0,0 0 1 0 0,0 0-1 0 0,0 0 1 0 0,0 0-1 0 0,4 13-649 0 0,14 36-807 0 0,-16-46 492 0 0,1 1 0 0 0,-1-1 0 0 0,0 0 1 0 0,1 0-1 0 0,0-1 0 0 0,0 1 0 0 0,-1 0 0 0 0,5 2 1 0 0,5 3-2462 0 0</inkml:trace>
</inkml:ink>
</file>

<file path=ppt/ink/ink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7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27 266 472 0 0,'0'0'1099'0'0,"11"-18"5807"0"0,-9 19-6858 0 0,0 0 1 0 0,-1-1 0 0 0,1 1-1 0 0,0 0 1 0 0,-1 0 0 0 0,1 0-1 0 0,-1 0 1 0 0,1 0 0 0 0,-1 0-1 0 0,1 0 1 0 0,-1 0-1 0 0,0 1 1 0 0,1-1 0 0 0,-1 0-1 0 0,0 1 1 0 0,0-1 0 0 0,0 1-1 0 0,0 0 1 0 0,0-1 0 0 0,-1 1-1 0 0,1 0 1 0 0,0-1 0 0 0,0 4-1 0 0,1 1 63 0 0,-1-1-1 0 0,1 0 1 0 0,-1 1-1 0 0,0-1 1 0 0,0 0-1 0 0,-1 1 1 0 0,0 10-1 0 0,0-9-50 0 0,-2 0-1 0 0,1 0 1 0 0,-1 0-1 0 0,0 0 1 0 0,0-1-1 0 0,0 1 0 0 0,-1-1 1 0 0,0 0-1 0 0,-1 0 1 0 0,0 0-1 0 0,1 0 1 0 0,-2 0-1 0 0,1-1 1 0 0,-1 1-1 0 0,0-1 1 0 0,-8 7-1 0 0,11-11 232 0 0,1-1-290 0 0,1 0 0 0 0,-1-1 0 0 0,0 1 1 0 0,0 0-1 0 0,1-1 0 0 0,-1 1 0 0 0,0 0 0 0 0,1-1 0 0 0,-1 1 1 0 0,1-1-1 0 0,-1 1 0 0 0,0-1 0 0 0,1 1 0 0 0,-1-1 1 0 0,1 1-1 0 0,-1-1 0 0 0,1 0 0 0 0,0 1 0 0 0,-1-1 1 0 0,1 0-1 0 0,-1 1 0 0 0,1-1 0 0 0,0 0 0 0 0,0 1 1 0 0,-1-1-1 0 0,1 0 0 0 0,0 0 0 0 0,0 1 0 0 0,0-1 1 0 0,0 0-1 0 0,0 0 0 0 0,0 1 0 0 0,0-1 0 0 0,0 0 1 0 0,0 0-1 0 0,0 1 0 0 0,1-1 0 0 0,-1 0 0 0 0,0 0 1 0 0,0 1-1 0 0,1-1 0 0 0,-1 0 0 0 0,10-29 3 0 0,-5 21-10 0 0,0 1-1 0 0,1-1 1 0 0,0 1-1 0 0,0 1 1 0 0,1-1-1 0 0,0 1 1 0 0,0 0-1 0 0,10-7 1 0 0,-14 12-3 0 0,0 0 0 0 0,0 0 0 0 0,1 0 0 0 0,-1 1 0 0 0,0-1 0 0 0,1 1 0 0 0,-1 0 0 0 0,1 0 0 0 0,-1 0 0 0 0,1 0 0 0 0,0 0 0 0 0,-1 1 0 0 0,1 0 0 0 0,0 0 0 0 0,-1 0 0 0 0,1 0 0 0 0,0 0 0 0 0,0 1 0 0 0,-1-1-1 0 0,1 1 1 0 0,-1 0 0 0 0,1 1 0 0 0,4 1 0 0 0,-5-1-1 0 0,0 0-1 0 0,0 0 0 0 0,0 0 0 0 0,0 0 0 0 0,0 1 0 0 0,-1-1 0 0 0,1 1 1 0 0,2 3-1 0 0,-4-4-17 0 0,0-1-1 0 0,0 1 1 0 0,0-1 0 0 0,1 0 0 0 0,-1 0 0 0 0,0 1 0 0 0,1-1 0 0 0,-1 0-1 0 0,0 0 1 0 0,1 0 0 0 0,0 0 0 0 0,-1 0 0 0 0,1-1 0 0 0,0 1 0 0 0,-1 0-1 0 0,3 0 1 0 0,-2-1-10 0 0,20-9-36 0 0,19-16-31 0 0,-35 20 76 0 0,0 1 0 0 0,1 0 0 0 0,-1 1 0 0 0,1-1 0 0 0,9-2 0 0 0,-13 5 22 0 0,0 0 0 0 0,1 1 0 0 0,-1 0 0 0 0,0-1 0 0 0,0 1 0 0 0,1 0 0 0 0,-1 1 0 0 0,0-1 1 0 0,0 0-1 0 0,0 1 0 0 0,0 0 0 0 0,1 0 0 0 0,-1 0 0 0 0,0 0 0 0 0,0 0 0 0 0,3 3 0 0 0,4 1-30 0 0,1 0-1 0 0,-1 0 1 0 0,1-1 0 0 0,0 0-1 0 0,0-1 1 0 0,0-1 0 0 0,1 1 0 0 0,-1-2-1 0 0,1 0 1 0 0,-1 0 0 0 0,1-1-1 0 0,-1 0 1 0 0,1-1 0 0 0,-1 0 0 0 0,22-6-1 0 0,-31 6 53 0 0,-1 1 0 0 0,0-1 0 0 0,1 0 0 0 0,-1 1 0 0 0,0-1 0 0 0,0 0 0 0 0,0 0 0 0 0,1 0 0 0 0,-1 0 0 0 0,0 0-1 0 0,0 0 1 0 0,0 0 0 0 0,-1 0 0 0 0,1 0 0 0 0,0-1 0 0 0,0 1 0 0 0,-1 0 0 0 0,1 0 0 0 0,0-1 0 0 0,-1 1 0 0 0,0-1 0 0 0,1 1 0 0 0,-1 0-1 0 0,0-1 1 0 0,0 1 0 0 0,1-1 0 0 0,-1 1 0 0 0,0-1 0 0 0,0 1 0 0 0,-1-3 0 0 0,0 1 80 0 0,-14-4 261 0 0,14 6-347 0 0,0 1-1 0 0,-1-1 1 0 0,1 1-1 0 0,0 0 1 0 0,0-1-1 0 0,0 1 0 0 0,-1 0 1 0 0,1 0-1 0 0,0 0 1 0 0,0 0-1 0 0,0 0 1 0 0,-1 0-1 0 0,1 0 1 0 0,0 0-1 0 0,0 1 1 0 0,0-1-1 0 0,-1 0 0 0 0,1 1 1 0 0,0-1-1 0 0,0 1 1 0 0,0-1-1 0 0,0 1 1 0 0,0-1-1 0 0,0 1 1 0 0,0 0-1 0 0,0 0 1 0 0,0-1-1 0 0,0 1 0 0 0,0 0 1 0 0,0 0-1 0 0,1 0 1 0 0,-1 0-1 0 0,0 0 1 0 0,1 0-1 0 0,-1 0 1 0 0,1 0-1 0 0,-1 0 1 0 0,1 1-1 0 0,-1-1 0 0 0,1 0 1 0 0,0 0-1 0 0,0 0 1 0 0,-1 1-1 0 0,1-1 1 0 0,0 1-1 0 0,0 2-29 0 0,0-1 0 0 0,0 0-1 0 0,1 0 1 0 0,-1 0 0 0 0,1 1 0 0 0,-1-1-1 0 0,1 0 1 0 0,0 0 0 0 0,0 0-1 0 0,0 0 1 0 0,1 0 0 0 0,-1 0 0 0 0,1 0-1 0 0,0-1 1 0 0,-1 1 0 0 0,1 0 0 0 0,1-1-1 0 0,2 4 1 0 0,0-2-59 0 0,0-1 1 0 0,0 0-1 0 0,1 0 0 0 0,-1 0 1 0 0,0-1-1 0 0,1 1 0 0 0,0-1 1 0 0,-1-1-1 0 0,1 1 0 0 0,0-1 1 0 0,0 0-1 0 0,0 0 0 0 0,0-1 1 0 0,0 0-1 0 0,0 0 0 0 0,0 0 1 0 0,0-1-1 0 0,0 0 0 0 0,0 0 0 0 0,0 0 1 0 0,0-1-1 0 0,-1 0 0 0 0,8-3 1 0 0,-2 1 66 0 0,0-1 0 0 0,-1-1 0 0 0,1 1 0 0 0,-1-2 0 0 0,-1 1 0 0 0,1-2 0 0 0,-1 1 0 0 0,0-1 0 0 0,-1-1 0 0 0,14-16 0 0 0,9-5 2569 0 0,-13 82-2288 0 0,-13-36-220 0 0,-5-14-54 0 0,1 0 1 0 0,-1-2 5 0 0,0 0-1 0 0,0 1 1 0 0,0-1-1 0 0,0 0 1 0 0,0 1 0 0 0,0-1-1 0 0,0 1 1 0 0,0-1 0 0 0,0 0-1 0 0,0 1 1 0 0,0-1-1 0 0,0 0 1 0 0,0 1 0 0 0,0-1-1 0 0,0 1 1 0 0,0-1 0 0 0,1 0-1 0 0,-1 1 1 0 0,0-1 0 0 0,0 0-1 0 0,0 1 1 0 0,1-1-1 0 0,-1 0 1 0 0,0 0 0 0 0,0 1-1 0 0,1-1 1 0 0,-1 0 0 0 0,0 0-1 0 0,0 1 1 0 0,1-1 0 0 0,-1 0-1 0 0,0 0 1 0 0,1 0-1 0 0,-1 1 1 0 0,0-1 0 0 0,1 0-1 0 0,-1 0 1 0 0,0 0 0 0 0,1 0-1 0 0,-1 0 1 0 0,1 0-1 0 0,-1 0 1 0 0,0 0 0 0 0,1 0-1 0 0,1 1 3 0 0,58-10-50 0 0,-38 9 40 0 0,-1-1 0 0 0,1-1 0 0 0,0-1 0 0 0,36-10 0 0 0,-51 12 6 0 0,0-2 0 0 0,0 1 0 0 0,-1-1 0 0 0,1 0 0 0 0,-1 0 0 0 0,0 0 1 0 0,0-1-1 0 0,0 0 0 0 0,0 0 0 0 0,-1-1 0 0 0,0 0 0 0 0,0 0 0 0 0,0 0 0 0 0,0 0 0 0 0,-1-1 0 0 0,0 0 0 0 0,0 0 0 0 0,3-7 0 0 0,-2 0 289 0 0,0 0-1 0 0,-1-1 1 0 0,-1 1-1 0 0,0-1 1 0 0,-1 0-1 0 0,0 1 1 0 0,-1-1-1 0 0,0 0 1 0 0,-2 0 0 0 0,1 0-1 0 0,-2 0 1 0 0,0 0-1 0 0,-7-24 1 0 0,9 36 357 0 0,-1 0-331 0 0,1 2-299 0 0,0 0-1 0 0,-1 0 1 0 0,1 0-1 0 0,0 0 1 0 0,0 0-1 0 0,0 1 1 0 0,0-1-1 0 0,0 0 1 0 0,-1 0-1 0 0,1 0 1 0 0,0 0-1 0 0,0 0 0 0 0,0 0 1 0 0,0 0-1 0 0,-1 0 1 0 0,1 0-1 0 0,0 0 1 0 0,0 0-1 0 0,0 0 1 0 0,-1 0-1 0 0,1 0 1 0 0,0 0-1 0 0,0 0 1 0 0,0 0-1 0 0,-1 0 1 0 0,1 0-1 0 0,0 0 0 0 0,0 0 1 0 0,0 0-1 0 0,0 0 1 0 0,-1 0-1 0 0,1 0 1 0 0,0 0-1 0 0,0 0 1 0 0,0 0-1 0 0,0 0 1 0 0,-1-1-1 0 0,1 1 1 0 0,0 0-1 0 0,0 0 0 0 0,0 0 1 0 0,0 0-1 0 0,0 0 1 0 0,-1-1-1 0 0,1 1 1 0 0,0 0-1 0 0,0 0 1 0 0,0 0-1 0 0,0 0 1 0 0,0-1-1 0 0,0 1 1 0 0,0 0-1 0 0,0 0 1 0 0,0 0-1 0 0,0-1 0 0 0,0 1 1 0 0,0 0-1 0 0,0 0 1 0 0,0 0-1 0 0,0-1 1 0 0,0 1-1 0 0,0 0 1 0 0,0 0-1 0 0,0-1 1 0 0,-7 22 63 0 0,1-1 1 0 0,1 1 0 0 0,1-1 0 0 0,1 1 0 0 0,1 1 0 0 0,0-1 0 0 0,2 0 0 0 0,0 0-1 0 0,6 34 1 0 0,-4-41-102 0 0,2 14-134 0 0,2-1 0 0 0,0 0 0 0 0,16 39 0 0 0,-18-49-868 0 0</inkml:trace>
</inkml:ink>
</file>

<file path=ppt/ink/ink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47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50 260 0 0,'0'0'8771'0'0,"-8"2"-5453"0"0,28 1-3290 0 0,-15-3 30 0 0,47-4 135 0 0,256-43 482 0 0,-279 44 356 0 0,-13 3-2915 0 0,-37 6-8146 0 0</inkml:trace>
</inkml:ink>
</file>

<file path=ppt/ink/ink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55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8 760 72 0 0,'-7'5'6374'0'0,"20"-13"-5140"0"0,27-23-1047 0 0,-16 3 243 0 0,32-36 283 0 0,-2-3 0 0 0,-4-2 1 0 0,61-107-1 0 0,-108 170-612 0 0,-1 1 0 0 0,0-1-1 0 0,0 1 1 0 0,0-1 0 0 0,-1 0 0 0 0,0 1 0 0 0,1-12 0 0 0,-2 16 32 0 0,-3-3-51 0 0,3 3-80 0 0,0 1 0 0 0,0 0-1 0 0,0-1 1 0 0,0 1 0 0 0,0 0-1 0 0,0 0 1 0 0,0-1 0 0 0,-1 1-1 0 0,1 0 1 0 0,0 0 0 0 0,0-1 0 0 0,0 1-1 0 0,0 0 1 0 0,-1 0 0 0 0,1-1-1 0 0,0 1 1 0 0,0 0 0 0 0,0 0-1 0 0,-1 0 1 0 0,1 0 0 0 0,0-1 0 0 0,0 1-1 0 0,-1 0 1 0 0,1 0 0 0 0,0 0-1 0 0,0 0 1 0 0,-1 0 0 0 0,1 0-1 0 0,0 0 1 0 0,-1 0 0 0 0,1 0 0 0 0,0 0-1 0 0,0 0 1 0 0,-1 0 0 0 0,1 0-1 0 0,0 0 1 0 0,-1 0 0 0 0,1 0-1 0 0,0 0 1 0 0,0 0 0 0 0,-1 0 0 0 0,1 0-1 0 0,0 0 1 0 0,0 0 0 0 0,-1 0-1 0 0,1 1 1 0 0,-1-1 0 0 0,-7 4 2 0 0,-52 27 82 0 0,56-29-87 0 0,0 0-1 0 0,1 1 1 0 0,-1-1 0 0 0,1 1 0 0 0,0 0 0 0 0,-1 0-1 0 0,1 0 1 0 0,0 1 0 0 0,1-1 0 0 0,-1 1 0 0 0,1 0 0 0 0,-1 0-1 0 0,-1 4 1 0 0,3-4-19 0 0,1 0-1 0 0,-1-1 1 0 0,1 1-1 0 0,0 0 1 0 0,0 0 0 0 0,0-1-1 0 0,1 1 1 0 0,-1 0-1 0 0,1-1 1 0 0,0 1-1 0 0,0 0 1 0 0,0-1-1 0 0,0 1 1 0 0,1-1 0 0 0,-1 1-1 0 0,1-1 1 0 0,0 0-1 0 0,0 0 1 0 0,0 0-1 0 0,1 0 1 0 0,-1 0 0 0 0,4 3-1 0 0,8 8-100 0 0,0 0 0 0 0,33 22 1 0 0,-29-23 19 0 0,25 22-281 0 0,-28-22 191 0 0,0 0 0 0 0,0-1 0 0 0,2-1 0 0 0,-1 0 0 0 0,34 15 0 0 0,-45-25 170 0 0,1 1 0 0 0,-1 0 1 0 0,1-1-1 0 0,0 0 0 0 0,0-1 1 0 0,-1 1-1 0 0,1-1 1 0 0,0 0-1 0 0,0-1 0 0 0,-1 1 1 0 0,1-1-1 0 0,0 0 1 0 0,-1-1-1 0 0,1 1 0 0 0,-1-1 1 0 0,1 0-1 0 0,-1 0 0 0 0,0-1 1 0 0,0 0-1 0 0,0 0 1 0 0,0 0-1 0 0,0 0 0 0 0,-1-1 1 0 0,8-7-1 0 0,5-5 130 0 0,-2-1 0 0 0,0 0 0 0 0,-1-1-1 0 0,17-27 1 0 0,-30 43 91 0 0,3-4-94 0 0,-3 4-56 0 0,-4 4 252 0 0,-1 2-297 0 0,1-1 0 0 0,0 1 0 0 0,0 0 0 0 0,0 0 0 0 0,0 0 0 0 0,1 0 0 0 0,-1 0 0 0 0,1 1 0 0 0,0-1 0 0 0,0 1 0 0 0,1-1 0 0 0,-1 1 0 0 0,1 0 0 0 0,0-1 1 0 0,1 1-1 0 0,-1 0 0 0 0,1 0 0 0 0,0 0 0 0 0,0 0 0 0 0,0 0 0 0 0,1-1 0 0 0,-1 1 0 0 0,1 0 0 0 0,1 0 0 0 0,-1-1 0 0 0,1 1 0 0 0,-1 0 0 0 0,1-1 0 0 0,0 0 0 0 0,1 1 0 0 0,-1-1 0 0 0,1 0 0 0 0,0 0 0 0 0,0 0 0 0 0,0-1 0 0 0,1 1 0 0 0,-1-1 0 0 0,1 0 0 0 0,0 0 0 0 0,0 0 0 0 0,0 0 0 0 0,0 0 0 0 0,0-1 0 0 0,1 0 0 0 0,-1 0 0 0 0,1 0 0 0 0,-1-1 0 0 0,1 1 0 0 0,0-1 0 0 0,-1 0 0 0 0,8 0 0 0 0,4-1 5 0 0,0 0 1 0 0,0-1-1 0 0,0-1 1 0 0,0 0-1 0 0,0-2 1 0 0,-1 0-1 0 0,1 0 0 0 0,-1-1 1 0 0,0-1-1 0 0,0-1 1 0 0,-1 0-1 0 0,15-10 1 0 0,-8 4-3 0 0,-1-1 0 0 0,0-1 0 0 0,-1-1 0 0 0,-1 0 1 0 0,0-2-1 0 0,-1 0 0 0 0,16-23 0 0 0,-21 22-9 0 0,0 0 0 0 0,-1-1 0 0 0,-1 0 0 0 0,-1-1 0 0 0,-1 1 0 0 0,0-2 0 0 0,-2 1 0 0 0,5-31 0 0 0,-8 35 35 0 0,-1 0-1 0 0,-1 0 1 0 0,0 0 0 0 0,-2 0 0 0 0,0 0 0 0 0,0 1-1 0 0,-2-1 1 0 0,0 0 0 0 0,-1 1 0 0 0,-1 0 0 0 0,-10-26-1 0 0,14 41-31 0 0,0 0 0 0 0,1 1 0 0 0,-1-1 0 0 0,0 0-1 0 0,0 1 1 0 0,1-1 0 0 0,-1 1 0 0 0,0-1 0 0 0,0 1-1 0 0,0-1 1 0 0,0 1 0 0 0,0-1 0 0 0,0 1 0 0 0,0 0-1 0 0,1 0 1 0 0,-1-1 0 0 0,0 1 0 0 0,0 0 0 0 0,0 0-1 0 0,0 0 1 0 0,0 0 0 0 0,0 0 0 0 0,0 0 0 0 0,0 1-1 0 0,0-1 1 0 0,0 0 0 0 0,0 0 0 0 0,0 1-1 0 0,0-1 1 0 0,0 0 0 0 0,0 1 0 0 0,0-1 0 0 0,1 1-1 0 0,-1-1 1 0 0,0 1 0 0 0,0 0 0 0 0,0 0 0 0 0,-34 24 13 0 0,20-11-11 0 0,0 0 1 0 0,1 2 0 0 0,1-1-1 0 0,0 2 1 0 0,1 0 0 0 0,-13 25-1 0 0,8-7-2 0 0,0 1-1 0 0,-15 52 0 0 0,26-67 4 0 0,1 1 0 0 0,0 0 0 0 0,2 1 0 0 0,1-1-1 0 0,1 0 1 0 0,3 46 0 0 0,-1-53-25 0 0,1 0 1 0 0,0 0-1 0 0,2 0 0 0 0,-1-1 0 0 0,2 1 1 0 0,0-1-1 0 0,1 0 0 0 0,0 0 1 0 0,1-1-1 0 0,1 1 0 0 0,10 13 1 0 0,-14-22 2 0 0,-1-2 1 0 0,1 1 0 0 0,0 0 0 0 0,1-1-1 0 0,-1 1 1 0 0,0-1 0 0 0,1-1 0 0 0,0 1-1 0 0,-1 0 1 0 0,1-1 0 0 0,0 0 0 0 0,0 0-1 0 0,9 1 1 0 0,-3-1-4 0 0,-1-1-1 0 0,0 0 0 0 0,0 0 1 0 0,1-1-1 0 0,-1-1 0 0 0,18-2 1 0 0,2-4-25 0 0,0-1 1 0 0,-1-1 0 0 0,51-24-1 0 0,-58 23 119 0 0,-1-1-1 0 0,0 0 1 0 0,0-2-1 0 0,-2-1 0 0 0,0 0 1 0 0,0-1-1 0 0,22-24 1 0 0,-40 38 87 0 0,-5-3 919 0 0,-4 9-799 0 0,-21 22-416 0 0,20-18 277 0 0,8-7-146 0 0,1-2-5 0 0,0 0 0 0 0,0 0 1 0 0,0 0-1 0 0,0 0 0 0 0,0 0 1 0 0,0 0-1 0 0,1 0 0 0 0,-1 0 1 0 0,0 1-1 0 0,0-1 0 0 0,0 0 1 0 0,0 0-1 0 0,0 0 1 0 0,0 0-1 0 0,0 0 0 0 0,0 0 1 0 0,0 1-1 0 0,0-1 0 0 0,0 0 1 0 0,0 0-1 0 0,0 0 0 0 0,0 0 1 0 0,0 0-1 0 0,0 1 1 0 0,0-1-1 0 0,0 0 0 0 0,0 0 1 0 0,0 0-1 0 0,0 0 0 0 0,0 0 1 0 0,0 1-1 0 0,0-1 0 0 0,0 0 1 0 0,0 0-1 0 0,0 0 0 0 0,0 0 1 0 0,0 0-1 0 0,0 1 1 0 0,0-1-1 0 0,0 0 0 0 0,0 0 1 0 0,-1 0-1 0 0,1 0 0 0 0,0 0 1 0 0,0 0-1 0 0,0 0 0 0 0,0 0 1 0 0,0 1-1 0 0,-1-1 1 0 0,16 8-417 0 0,-14-8 544 0 0,11 4-202 0 0,1 0 0 0 0,-1-2-1 0 0,1 1 1 0 0,0-1 0 0 0,0-1-1 0 0,0 0 1 0 0,0-1 0 0 0,0 0-1 0 0,0-1 1 0 0,0-1 0 0 0,-1 0 0 0 0,1-1-1 0 0,0 0 1 0 0,-1-1 0 0 0,13-5-1 0 0,-2-1 15 0 0,0 0-1 0 0,-1-2 0 0 0,0-1 0 0 0,-1 0 1 0 0,0-2-1 0 0,30-27 0 0 0,-34 24 55 0 0,0-1-1 0 0,-1-1 0 0 0,-1 0 1 0 0,-1-1-1 0 0,-1-1 0 0 0,-1 0 1 0 0,-1-1-1 0 0,-1 0 0 0 0,-1 0 1 0 0,-1-1-1 0 0,0 0 1 0 0,3-28-1 0 0,-9 39 65 0 0,-1 1 0 0 0,-1-1-1 0 0,0 0 1 0 0,-1-12 0 0 0,1 21-12 0 0,-1-1 0 0 0,0 1 0 0 0,1-1 0 0 0,-1 1 0 0 0,-1 0 0 0 0,1 0 0 0 0,-1-1 0 0 0,0 1 0 0 0,0 0 0 0 0,0 0 0 0 0,0 1 0 0 0,-1-1 0 0 0,1 0 0 0 0,-5-4 0 0 0,5 7-29 0 0,0 0-1 0 0,0 0 1 0 0,0 0 0 0 0,0 1 0 0 0,0-1 0 0 0,0 0 0 0 0,0 1 0 0 0,0 0-1 0 0,0-1 1 0 0,-1 1 0 0 0,1 0 0 0 0,0 0 0 0 0,0 0 0 0 0,0 1-1 0 0,0-1 1 0 0,0 0 0 0 0,0 1 0 0 0,0-1 0 0 0,0 1 0 0 0,0 0 0 0 0,0-1-1 0 0,0 1 1 0 0,0 0 0 0 0,0 0 0 0 0,0 1 0 0 0,0-1 0 0 0,-1 2 0 0 0,-45 36 77 0 0,36-26-65 0 0,1 1 1 0 0,0 1-1 0 0,1 0 0 0 0,0 1 0 0 0,1 0 1 0 0,1 0-1 0 0,1 1 0 0 0,0 0 0 0 0,1 0 1 0 0,1 0-1 0 0,1 1 0 0 0,0 0 0 0 0,1 0 1 0 0,1 0-1 0 0,1 0 0 0 0,0 0 0 0 0,4 34 1 0 0,-1-37-7 0 0,0 0 0 0 0,1 0 0 0 0,0 0 0 0 0,1-1 0 0 0,1 0 1 0 0,0 0-1 0 0,1 0 0 0 0,0 0 0 0 0,1-1 0 0 0,1 0 0 0 0,0 0 0 0 0,1-1 0 0 0,0 0 1 0 0,11 10-1 0 0,-17-19-14 0 0,0-1 1 0 0,0 1-1 0 0,1-1 1 0 0,-1 0-1 0 0,1 0 1 0 0,-1-1-1 0 0,1 1 1 0 0,0-1-1 0 0,0 1 1 0 0,0-1-1 0 0,0 0 1 0 0,0-1-1 0 0,0 1 1 0 0,0-1-1 0 0,0 1 1 0 0,0-1-1 0 0,5-1 1 0 0,-1 0 220 0 0,-1-1 1 0 0,1 0-1 0 0,0 0 1 0 0,0-1 0 0 0,-1 0-1 0 0,0 0 1 0 0,12-7 1909 0 0,-9 3-498 0 0,-2 5-3887 0 0,-8 33-9970 0 0</inkml:trace>
</inkml:ink>
</file>

<file path=ppt/ink/ink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56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70 772 0 0,'-6'-18'1184'0'0,"4"12"1020"0"0,-2-6-203 0 0,2-2-353 0 0,-3 5-88 0 0,2-2-1708 0 0</inkml:trace>
</inkml:ink>
</file>

<file path=ppt/ink/ink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56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 1200 0 0,'0'0'2061'0'0,"-2"3"-1171"0"0,0-1-564 0 0,0 0 0 0 0,0 1 0 0 0,1-1 0 0 0,-1 1 0 0 0,1-1 0 0 0,-1 1-1 0 0,1 0 1 0 0,0-1 0 0 0,0 1 0 0 0,0 0 0 0 0,1 0 0 0 0,-1 0 0 0 0,1 0 0 0 0,-1 0 0 0 0,1 0 0 0 0,0 0 0 0 0,1 2 0 0 0,0 17 762 0 0,-1-18-968 0 0,1 0 0 0 0,-1-1 0 0 0,1 1 1 0 0,-1 0-1 0 0,1 0 0 0 0,0-1 0 0 0,1 1 0 0 0,-1 0 1 0 0,3 4-1 0 0,-3-8-100 0 0,-1 1 0 0 0,1-1 0 0 0,-1 0 1 0 0,1 1-1 0 0,-1-1 0 0 0,1 0 0 0 0,0 0 0 0 0,-1 1 1 0 0,1-1-1 0 0,-1 0 0 0 0,1 0 0 0 0,0 0 0 0 0,-1 0 0 0 0,1 0 1 0 0,0 0-1 0 0,-1 0 0 0 0,1 0 0 0 0,0 0 0 0 0,-1 0 1 0 0,1-1-1 0 0,-1 1 0 0 0,1 0 0 0 0,0 0 0 0 0,-1 0 1 0 0,1-1-1 0 0,-1 1 0 0 0,1 0 0 0 0,-1-1 0 0 0,1 1 0 0 0,-1 0 1 0 0,1-1-1 0 0,0 0 0 0 0,28-19-29 0 0,-21 14 128 0 0,-6 4-124 0 0,1 0 0 0 0,-1 0 0 0 0,1 0 1 0 0,0 0-1 0 0,0 1 0 0 0,-1-1 0 0 0,1 1 1 0 0,0 0-1 0 0,0 0 0 0 0,1 0 0 0 0,-1 0 0 0 0,0 1 1 0 0,0-1-1 0 0,0 1 0 0 0,1 0 0 0 0,-1-1 0 0 0,0 2 1 0 0,0-1-1 0 0,1 0 0 0 0,4 2 0 0 0,38 6-325 0 0,-37-6 267 0 0,1 1 0 0 0,0-1 1 0 0,-1-1-1 0 0,1 0 0 0 0,0 0 1 0 0,0-1-1 0 0,-1-1 0 0 0,1 1 0 0 0,0-2 1 0 0,0 1-1 0 0,-1-1 0 0 0,1-1 1 0 0,13-4-1 0 0,-21 6 162 0 0,1 0-1 0 0,-1 0 1 0 0,1-1-1 0 0,-1 1 1 0 0,0 0 0 0 0,0-1-1 0 0,1 0 1 0 0,-1 1-1 0 0,-1-1 1 0 0,1 0 0 0 0,0 0-1 0 0,0 0 1 0 0,-1 0 0 0 0,1-1-1 0 0,-1 1 1 0 0,1 0-1 0 0,1-5 1516 0 0,-2 4-1188 0 0,-1 2-400 0 0,0 1 0 0 0,-1 0 0 0 0,1 0 1 0 0,0 0-1 0 0,0-1 0 0 0,0 1 0 0 0,0 0 0 0 0,0 0 0 0 0,0 0 0 0 0,0-1 0 0 0,0 1 0 0 0,0 0 0 0 0,0 0 0 0 0,0-1 0 0 0,0 1 0 0 0,0 0 1 0 0,1 0-1 0 0,-1 0 0 0 0,0-1 0 0 0,0 1 0 0 0,0 0 0 0 0,0 0 0 0 0,0 0 0 0 0,0 0 0 0 0,0-1 0 0 0,1 1 0 0 0,-1 0 0 0 0,0 0 0 0 0,0 0 0 0 0,0 0 1 0 0,0-1-1 0 0,1 1 0 0 0,-1 0 0 0 0,0 0 0 0 0,0 0 0 0 0,0 0 0 0 0,1 0 0 0 0,-1 0 0 0 0,0 0 0 0 0,0 0 0 0 0,0 0 0 0 0,1 0 0 0 0,-1 0 0 0 0,0 0 1 0 0,0 0-1 0 0,0 0 0 0 0,1 0 0 0 0,-1 0 0 0 0,12 9-566 0 0,-5-3 228 0 0,1 1 0 0 0,0-2 0 0 0,1 1 0 0 0,14 7 0 0 0,-19-12-527 0 0,0 1 1 0 0,0-1-1 0 0,0 0 1 0 0,1 0 0 0 0,-1 0-1 0 0,0-1 1 0 0,0 0-1 0 0,1 1 1 0 0,5-2 0 0 0,18-2-2699 0 0</inkml:trace>
</inkml:ink>
</file>

<file path=ppt/ink/ink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57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14 1220 0 0,'0'0'1424'0'0,"-18"-5"980"0"0,8 1 517 0 0,-1-1-1001 0 0</inkml:trace>
</inkml:ink>
</file>

<file path=ppt/ink/ink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58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285 118 80 0 0,'-1'-21'2482'0'0,"-1"-1"1"0"0,-2 1-1 0 0,-7-30 71 0 0,11 50-2533 0 0,-1 1 1 0 0,1 0 0 0 0,0 0 0 0 0,0-1 0 0 0,-1 1-1 0 0,1 0 1 0 0,0 0 0 0 0,-1 0 0 0 0,1 0 0 0 0,0-1-1 0 0,-1 1 1 0 0,1 0 0 0 0,-1 0 0 0 0,1 0-1 0 0,0 0 1 0 0,-1 0 0 0 0,1 0 0 0 0,0 0 0 0 0,-1 0-1 0 0,1 0 1 0 0,0 0 0 0 0,-1 0 0 0 0,1 0 0 0 0,-1 0-1 0 0,1 0 1 0 0,0 1 0 0 0,-1-1 0 0 0,1 0 0 0 0,0 0-1 0 0,-1 0 1 0 0,1 0 0 0 0,0 1 0 0 0,-1-1-1 0 0,1 0 1 0 0,0 0 0 0 0,0 1 0 0 0,-1-1 0 0 0,-33 39 137 0 0,2 1 0 0 0,1 2 0 0 0,2 0 0 0 0,2 2 1 0 0,2 1-1 0 0,-21 56 0 0 0,40-87-132 0 0,0 0-1 0 0,2 1 1 0 0,0 0 0 0 0,-3 18-1 0 0,6-26-9 0 0,0 0 0 0 0,0 0 0 0 0,1-1-1 0 0,0 1 1 0 0,1 0 0 0 0,-1 0 0 0 0,1 0 0 0 0,0 0 0 0 0,1-1-1 0 0,0 1 1 0 0,4 11 0 0 0,-4-15-9 0 0,0-1 0 0 0,0 1 0 0 0,0-1 0 0 0,0 0 0 0 0,0 0 0 0 0,1 1 0 0 0,-1-1 0 0 0,1-1 0 0 0,-1 1 0 0 0,1 0 0 0 0,0-1 0 0 0,-1 1 0 0 0,1-1 0 0 0,0 0 0 0 0,0 0 0 0 0,0 0 0 0 0,0 0 0 0 0,0 0 0 0 0,0-1 0 0 0,1 0 0 0 0,-1 1 0 0 0,0-1 0 0 0,0 0 0 0 0,0-1 0 0 0,0 1 0 0 0,0 0 0 0 0,1-1 0 0 0,-1 0 0 0 0,3-1 0 0 0,11-2 32 0 0,-1-1-1 0 0,1-1 1 0 0,-2 0 0 0 0,17-9-1 0 0,-24 11-34 0 0,8-2-87 0 0,0 11 11 0 0,2 2 63 0 0,2-5 32 0 0,-18-2 32 0 0,12-1 199 0 0,-14 1-234 0 0,1 0 0 0 0,-1 0 1 0 0,1 0-1 0 0,-1 0 0 0 0,0 0 0 0 0,1 0 1 0 0,-1-1-1 0 0,0 1 0 0 0,1 0 1 0 0,-1 0-1 0 0,0 0 0 0 0,1-1 1 0 0,-1 1-1 0 0,0 0 0 0 0,1 0 1 0 0,-1-1-1 0 0,0 1 0 0 0,1 0 1 0 0,-1-1-1 0 0,0 1 0 0 0,0 0 0 0 0,0-1 1 0 0,1 1-1 0 0,-1 0 0 0 0,0-1 1 0 0,0 1-1 0 0,0-1 0 0 0,0 1 1 0 0,0 0-1 0 0,0-1 0 0 0,1 1 1 0 0,-1-1-1 0 0,0 1 0 0 0,0 0 1 0 0,0-1-1 0 0,0 1 0 0 0,-1-1 0 0 0,1 1 1 0 0,0 0-1 0 0,0-1 0 0 0,0 1 1 0 0,0-1-1 0 0,0 1 0 0 0,0 0 1 0 0,-1-1-1 0 0,-3-5-161 0 0,1 1-1 0 0,-1 0 1 0 0,-1 0 0 0 0,1 1-1 0 0,-1-1 1 0 0,1 1 0 0 0,-1 0-1 0 0,-1 0 1 0 0,1 1 0 0 0,-7-4-1 0 0,-43-12-6805 0 0,43 16 3965 0 0</inkml:trace>
</inkml:ink>
</file>

<file path=ppt/ink/ink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59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72 44 0 0,'0'0'1224'0'0,"-6"-7"1992"0"0,0-2 29 0 0,22-4-2649 0 0,-1 7-160 0 0,3 1-144 0 0,12 0-200 0 0,19-2-180 0 0,-2 5-228 0 0,7-4-204 0 0,1 1-852 0 0,18 1-1485 0 0,-17 2 657 0 0</inkml:trace>
</inkml:ink>
</file>

<file path=ppt/ink/ink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8:59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39 1024 0 0,'0'0'1008'0'0,"0"-10"552"0"0,0 4 1517 0 0,0 5-2969 0 0,1 1 1 0 0,-1-1 0 0 0,0 0-1 0 0,0 1 1 0 0,0-1 0 0 0,0 0-1 0 0,0 0 1 0 0,0 1 0 0 0,0-1-1 0 0,0 0 1 0 0,0 1 0 0 0,0-1-1 0 0,0 0 1 0 0,0 1 0 0 0,-1-1-1 0 0,1 0 1 0 0,0 1 0 0 0,0-1-1 0 0,-1 0 1 0 0,1 1 0 0 0,-1-1-1 0 0,1 0 1 0 0,0 1 0 0 0,-1-1-1 0 0,1 1 1 0 0,-1-1 0 0 0,1 1-1 0 0,-1-1 1 0 0,1 1 0 0 0,-1-1-1 0 0,0 1 1 0 0,1 0 0 0 0,-1-1-1 0 0,0 1 1 0 0,1 0 0 0 0,-1 0-1 0 0,0-1 1 0 0,1 1 0 0 0,-1 0-1 0 0,0 0 1 0 0,1 0 0 0 0,-1 0-1 0 0,0 0 1 0 0,1 0 0 0 0,-1 0-1 0 0,0 0 1 0 0,0 0 0 0 0,1 0-1 0 0,-1 0 1 0 0,0 0 0 0 0,1 1-1 0 0,-1-1 1 0 0,0 0-1 0 0,1 0 1 0 0,-2 1 0 0 0,-43 29-294 0 0,30-19 665 0 0,-23 14-237 0 0,22-16-97 0 0,1 1 0 0 0,-1 1 0 0 0,2 0 0 0 0,-1 2 0 0 0,2-1 1 0 0,-15 17-1 0 0,28-29-141 0 0,0 1 1 0 0,-1-1 0 0 0,1 1 0 0 0,0-1 0 0 0,-1 1-1 0 0,1-1 1 0 0,0 1 0 0 0,-1-1 0 0 0,1 1 0 0 0,0-1-1 0 0,0 1 1 0 0,0-1 0 0 0,0 1 0 0 0,-1 0 0 0 0,1-1-1 0 0,0 1 1 0 0,0-1 0 0 0,0 1 0 0 0,0-1 0 0 0,0 1 0 0 0,0 0-1 0 0,1-1 1 0 0,-1 1 0 0 0,0-1 0 0 0,0 1 0 0 0,0-1-1 0 0,0 1 1 0 0,1-1 0 0 0,-1 1 0 0 0,0-1 0 0 0,1 1-1 0 0,-1-1 1 0 0,0 1 0 0 0,1-1 0 0 0,-1 1 0 0 0,0-1-1 0 0,1 0 1 0 0,-1 1 0 0 0,1-1 0 0 0,-1 0 0 0 0,1 1-1 0 0,-1-1 1 0 0,1 0 0 0 0,-1 1 0 0 0,1-1 0 0 0,-1 0-1 0 0,1 0 1 0 0,-1 0 0 0 0,1 0 0 0 0,-1 1 0 0 0,1-1-1 0 0,0 0 1 0 0,-1 0 0 0 0,1 0 0 0 0,-1 0 0 0 0,1 0-1 0 0,0-1 1 0 0,32 2 66 0 0,53-13-509 0 0,-4 0-2340 0 0,-26 8-2855 0 0,-31 2 2327 0 0</inkml:trace>
</inkml:ink>
</file>

<file path=ppt/ink/ink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0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73 236 0 0,'0'-1'1355'0'0,"-3"-17"1493"0"0,3 16-2462 0 0,0-1-1 0 0,0 0 0 0 0,-1 0 1 0 0,1 1-1 0 0,-1-1 1 0 0,0 0-1 0 0,1 0 1 0 0,-1 1-1 0 0,0-1 1 0 0,-1 1-1 0 0,1-1 1 0 0,0 1-1 0 0,-1 0 1 0 0,1-1-1 0 0,-1 1 0 0 0,-3-3 1 0 0,3 3-278 0 0,-1 1 0 0 0,1 0-1 0 0,-1 0 1 0 0,1 1 0 0 0,-1-1 0 0 0,0 0 0 0 0,1 1 0 0 0,-1-1 0 0 0,0 1-1 0 0,1 0 1 0 0,-1 0 0 0 0,0 0 0 0 0,1 1 0 0 0,-1-1 0 0 0,0 0 0 0 0,1 1-1 0 0,-1 0 1 0 0,-4 1 0 0 0,-13 3 50 0 0,0 2 1 0 0,0 0-1 0 0,1 1 0 0 0,0 1 1 0 0,-25 16-1 0 0,37-21-125 0 0,1 0 0 0 0,0 0 0 0 0,0 1 0 0 0,1 0 0 0 0,0 0 0 0 0,-1 0 0 0 0,2 1 0 0 0,-1-1 0 0 0,1 1 0 0 0,0 0 0 0 0,0 1 0 0 0,0-1 0 0 0,1 1 0 0 0,0 0 0 0 0,0-1 1 0 0,1 1-1 0 0,0 1 0 0 0,-2 10 0 0 0,4-15-30 0 0,0 0 1 0 0,1 1-1 0 0,-1-1 1 0 0,1 1 0 0 0,0-1-1 0 0,0 0 1 0 0,0 0-1 0 0,0 0 1 0 0,1 1 0 0 0,-1-1-1 0 0,1 0 1 0 0,0 0-1 0 0,-1-1 1 0 0,1 1 0 0 0,1 0-1 0 0,-1-1 1 0 0,0 1-1 0 0,1-1 1 0 0,-1 0 0 0 0,1 0-1 0 0,0 0 1 0 0,0 0-1 0 0,0 0 1 0 0,0 0 0 0 0,0-1-1 0 0,5 3 1 0 0,8 2-54 0 0,1 1-1 0 0,-1-2 1 0 0,33 7 0 0 0,-17-7-73 0 0,-1-2 1 0 0,1-1 0 0 0,0-1-1 0 0,0-1 1 0 0,61-10 0 0 0,-69 6 56 0 0,1-1 0 0 0,-1-1 0 0 0,1-2 0 0 0,-2 0 0 0 0,1-1 0 0 0,-1-2 1 0 0,-1 0-1 0 0,22-16 0 0 0,-41 26 85 0 0,-1-1-1 0 0,0 0 1 0 0,0-1-1 0 0,0 1 1 0 0,0 0 0 0 0,0 0-1 0 0,0-1 1 0 0,-1 1 0 0 0,1-1-1 0 0,1-4 1 0 0,-2 6-12 0 0,-1 0 0 0 0,0 1 0 0 0,0-1 0 0 0,0 0 0 0 0,1 0-1 0 0,-1 1 1 0 0,0-1 0 0 0,0 0 0 0 0,0 1 0 0 0,0-1 0 0 0,0 0 0 0 0,-1 1 0 0 0,1-1 0 0 0,0 0 0 0 0,0 1 0 0 0,0-1 0 0 0,-1 0-1 0 0,1 1 1 0 0,0-1 0 0 0,0 0 0 0 0,-1 1 0 0 0,1-1 0 0 0,-1 1 0 0 0,1-1 0 0 0,-1 0 0 0 0,1 1 0 0 0,-1-1 0 0 0,1 1 0 0 0,-1 0-1 0 0,1-1 1 0 0,-1 1 0 0 0,1-1 0 0 0,-1 1 0 0 0,0 0 0 0 0,1-1 0 0 0,-1 1 0 0 0,0 0 0 0 0,1 0 0 0 0,-1 0 0 0 0,0-1 0 0 0,1 1-1 0 0,-1 0 1 0 0,0 0 0 0 0,1 0 0 0 0,-1 0 0 0 0,0 0 0 0 0,0 0 0 0 0,1 0 0 0 0,-1 1 0 0 0,0-1 0 0 0,0 0 0 0 0,0 0-10 0 0,0 1 0 0 0,0-1 0 0 0,0 0 0 0 0,0 0 0 0 0,0 0 0 0 0,0 1 0 0 0,0-1 0 0 0,0 0 0 0 0,0 1 0 0 0,0-1 0 0 0,0 1 0 0 0,0-1 0 0 0,0 1 0 0 0,1-1 0 0 0,-1 1 0 0 0,0 0 0 0 0,0-1 0 0 0,1 1 0 0 0,-1 0 0 0 0,1 0 0 0 0,-1-1 0 0 0,0 1 0 0 0,1 0 0 0 0,-1 0 0 0 0,1 0 0 0 0,0 0 0 0 0,-1 0 0 0 0,1 0 0 0 0,0 0 0 0 0,-1 0 0 0 0,1 1 0 0 0,0 25-285 0 0,1-24 224 0 0,15 14 801 0 0,-51-52-1568 0 0,34 33 232 0 0,-9-15-6596 0 0</inkml:trace>
</inkml:ink>
</file>

<file path=ppt/ink/ink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0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54 396 0 0,'0'-4'1440'0'0,"5"-29"3033"0"0,-6 16 4589 0 0,-13 39-8800 0 0,2 1-1 0 0,0 0 1 0 0,1 1 0 0 0,2 0 0 0 0,-9 32 0 0 0,13-41-285 0 0,2 0 0 0 0,0 1 0 0 0,1-1 0 0 0,0 0 0 0 0,1 1 0 0 0,1-1-1 0 0,1 1 1 0 0,0-1 0 0 0,1 0 0 0 0,6 27 0 0 0,-7-39-32 0 0,0 1 1 0 0,0 0-1 0 0,0-1 0 0 0,1 1 0 0 0,-1-1 1 0 0,1 1-1 0 0,0-1 0 0 0,0 0 0 0 0,1 0 1 0 0,-1 0-1 0 0,0 0 0 0 0,1 0 0 0 0,0 0 1 0 0,0-1-1 0 0,0 1 0 0 0,0-1 0 0 0,0 0 1 0 0,0 0-1 0 0,0 0 0 0 0,7 2 0 0 0,-5-3 24 0 0,-1 0-1 0 0,1 0 1 0 0,0-1-1 0 0,0 0 1 0 0,0 0 0 0 0,0 0-1 0 0,0 0 1 0 0,0-1-1 0 0,0 0 1 0 0,-1 0-1 0 0,1 0 1 0 0,0-1-1 0 0,-1 0 1 0 0,6-2-1 0 0,5-4 8 0 0,1-1-1 0 0,-1 0 0 0 0,0-1 0 0 0,-1-1 0 0 0,0 0 1 0 0,-1-1-1 0 0,21-24 0 0 0,-16 15 110 0 0,-1-2 0 0 0,-1 0-1 0 0,-1 0 1 0 0,-1-2 0 0 0,-1 0 0 0 0,-1 0-1 0 0,13-41 1 0 0,-23 37 559 0 0,-1 28-619 0 0,-1 1 0 0 0,0-1 0 0 0,0 1 0 0 0,0-1 0 0 0,1 1 0 0 0,-1-1-1 0 0,0 1 1 0 0,0-1 0 0 0,0 0 0 0 0,0 1 0 0 0,0-1 0 0 0,0 1 0 0 0,0-1 0 0 0,0 0 0 0 0,0 1 0 0 0,-1-1 0 0 0,1 1 0 0 0,0-1 0 0 0,0 1 0 0 0,0-1 0 0 0,-1 0 0 0 0,1 1 0 0 0,0-1 0 0 0,-1 1 0 0 0,1 0 0 0 0,0-1 0 0 0,-1 1 0 0 0,1-1 0 0 0,-1 1 0 0 0,1-1 0 0 0,-1 1 0 0 0,-14 13-12 0 0,1 1 0 0 0,0 1-1 0 0,2 0 1 0 0,-1 1 0 0 0,2 1 0 0 0,0-1 0 0 0,-13 29 0 0 0,18-31-13 0 0,-1 0 1 0 0,2 1 0 0 0,0-1 0 0 0,0 1 0 0 0,2 0 0 0 0,0 0 0 0 0,0 1-1 0 0,2-1 1 0 0,0 1 0 0 0,1 27 0 0 0,1-38-21 0 0,0 1 0 0 0,1-1 0 0 0,-1 0 1 0 0,1 0-1 0 0,0 1 0 0 0,0-1 0 0 0,1 0 0 0 0,-1 0 1 0 0,1-1-1 0 0,0 1 0 0 0,1-1 0 0 0,-1 1 0 0 0,1-1 1 0 0,0 0-1 0 0,0 0 0 0 0,0-1 0 0 0,0 1 0 0 0,1-1 1 0 0,-1 0-1 0 0,1 0 0 0 0,0 0 0 0 0,0-1 0 0 0,0 0 1 0 0,0 0-1 0 0,0 0 0 0 0,1 0 0 0 0,8 0 0 0 0,-7 0 16 0 0,-1-1 0 0 0,1-1 0 0 0,0 1 0 0 0,0-1 0 0 0,0 0 0 0 0,0-1 0 0 0,-1 0 0 0 0,1 0 0 0 0,0 0 0 0 0,0-1 0 0 0,-1 0 0 0 0,1 0 0 0 0,-1 0 0 0 0,0-1 0 0 0,0 0 0 0 0,0-1 0 0 0,0 1 0 0 0,0-1 0 0 0,-1 0 0 0 0,1 0 0 0 0,-1-1 0 0 0,6-6 0 0 0,10-22 928 0 0,-21 31-583 0 0,-2-3-156 0 0,1 4-149 0 0,1 0 0 0 0,0 0 1 0 0,0 0-1 0 0,-1 0 0 0 0,1-1 0 0 0,0 1 0 0 0,-1 0 0 0 0,1 1 1 0 0,-1-1-1 0 0,0 0 0 0 0,1 0 0 0 0,-1 0 0 0 0,0 0 0 0 0,1 0 1 0 0,-1 0-1 0 0,0 1 0 0 0,0-1 0 0 0,0 0 0 0 0,0 1 1 0 0,-1-2-1 0 0,0 4-172 0 0,-1 1 1 0 0,1-1-1 0 0,0 0 1 0 0,0 1-1 0 0,1-1 0 0 0,-1 1 1 0 0,0 0-1 0 0,1-1 1 0 0,-1 1-1 0 0,1 0 1 0 0,0 0-1 0 0,0 0 1 0 0,0 0-1 0 0,1 0 1 0 0,-1 0-1 0 0,1 0 0 0 0,-1 0 1 0 0,1 0-1 0 0,0 0 1 0 0,0 1-1 0 0,1-1 1 0 0,-1 0-1 0 0,0 0 1 0 0,1 0-1 0 0,0 0 1 0 0,2 5-1 0 0,-2-5-108 0 0,1 0-1 0 0,0 0 1 0 0,0 0-1 0 0,0-1 1 0 0,0 1-1 0 0,0 0 1 0 0,1-1-1 0 0,-1 0 1 0 0,1 0-1 0 0,-1 0 1 0 0,1 0-1 0 0,0 0 1 0 0,0 0-1 0 0,0 0 1 0 0,0-1-1 0 0,0 0 1 0 0,0 0-1 0 0,5 1 1 0 0,22 4-4830 0 0,-13-4 2101 0 0</inkml:trace>
</inkml:ink>
</file>

<file path=ppt/ink/ink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1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97 581 608 0 0,'0'0'4931'0'0,"-1"-1"-4697"0"0,0-1 1 0 0,1 1-1 0 0,-1 0 0 0 0,0-1 1 0 0,0 1-1 0 0,-1 0 0 0 0,1 0 0 0 0,0 0 1 0 0,0 0-1 0 0,-1 0 0 0 0,1 0 1 0 0,-3-1-1 0 0,1 3-78 0 0,-1-1 0 0 0,0 1 1 0 0,0 0-1 0 0,1 0 0 0 0,-1 0 1 0 0,0 0-1 0 0,1 0 0 0 0,-1 1 1 0 0,1 0-1 0 0,0 0 0 0 0,-1 0 0 0 0,1 0 1 0 0,0 0-1 0 0,0 1 0 0 0,0-1 1 0 0,1 1-1 0 0,-1 0 0 0 0,0 0 1 0 0,1 0-1 0 0,0 0 0 0 0,0 0 1 0 0,0 0-1 0 0,0 1 0 0 0,-2 6 0 0 0,3-8-143 0 0,1 0-1 0 0,-1 0 0 0 0,1-1 0 0 0,0 1 0 0 0,0 0 0 0 0,-1 0 0 0 0,1 0 0 0 0,0 0 0 0 0,1-1 0 0 0,-1 1 0 0 0,0 0 1 0 0,1 0-1 0 0,-1 0 0 0 0,1-1 0 0 0,-1 1 0 0 0,1 0 0 0 0,0-1 0 0 0,0 1 0 0 0,-1 0 0 0 0,1-1 0 0 0,0 1 0 0 0,1-1 0 0 0,-1 1 1 0 0,0-1-1 0 0,0 0 0 0 0,1 0 0 0 0,-1 1 0 0 0,0-1 0 0 0,3 1 0 0 0,0 1-15 0 0,-1-1 0 0 0,1 1 0 0 0,0-1 0 0 0,0 0 0 0 0,-1-1 0 0 0,1 1 0 0 0,0-1 0 0 0,0 1 0 0 0,1-1 0 0 0,-1 0 0 0 0,6 0 0 0 0,6-2 5 0 0,-1-1-1 0 0,0-1 0 0 0,0 0 1 0 0,0-1-1 0 0,0-1 0 0 0,-1 0 1 0 0,1-1-1 0 0,-1 0 1 0 0,-1-1-1 0 0,1-1 0 0 0,-1 0 1 0 0,-1-1-1 0 0,0 0 0 0 0,0-1 1 0 0,0-1-1 0 0,-2 1 1 0 0,14-17-1 0 0,-3 2-8 0 0,-2 0-1 0 0,-1-1 1 0 0,-1-1 0 0 0,-1-1-1 0 0,-1 0 1 0 0,-2-1 0 0 0,15-44-1 0 0,-20 45 26 0 0,-1-1 0 0 0,-1 0 0 0 0,2-33 0 0 0,-7 48 162 0 0,0-1 1 0 0,-2 0-1 0 0,0 0 0 0 0,0 0 0 0 0,-1 0 0 0 0,-1 1 0 0 0,-9-28 1 0 0,12 42-173 0 0,0-1 0 0 0,0 1 0 0 0,-1-1 0 0 0,1 1 0 0 0,0 0 0 0 0,0-1 0 0 0,-1 1 0 0 0,1 0 0 0 0,0-1 0 0 0,-1 1 0 0 0,1 0 0 0 0,0-1 0 0 0,-1 1 0 0 0,1 0 0 0 0,0 0 0 0 0,-1 0-1 0 0,1-1 1 0 0,0 1 0 0 0,-1 0 0 0 0,1 0 0 0 0,-1 0 0 0 0,1 0 0 0 0,-1 0 0 0 0,1 0 0 0 0,0-1 0 0 0,-1 1 0 0 0,1 0 0 0 0,-1 0 0 0 0,1 0 0 0 0,-1 1 0 0 0,1-1 0 0 0,0 0 0 0 0,-1 0 0 0 0,1 0 0 0 0,-1 0 0 0 0,1 0 0 0 0,0 0 0 0 0,-1 1 0 0 0,1-1 0 0 0,-1 0 0 0 0,1 0 0 0 0,-1 1 0 0 0,-15 10-33 0 0,15-9 53 0 0,-10 7-11 0 0,0 1 0 0 0,1 0 0 0 0,0 1 0 0 0,1 0 0 0 0,0 1 0 0 0,1 0 0 0 0,-11 20 0 0 0,-37 94 77 0 0,49-107-81 0 0,1 1 0 0 0,0-1 1 0 0,2 1-1 0 0,0 0 0 0 0,2 0 0 0 0,0 1 0 0 0,1-1 0 0 0,3 39 0 0 0,-1-47-4 0 0,1 0 0 0 0,0 0 0 0 0,1-1 0 0 0,0 1 0 0 0,1-1 0 0 0,0 0 0 0 0,1 1 0 0 0,0-2 0 0 0,1 1 0 0 0,0-1 0 0 0,0 0 0 0 0,1 0 0 0 0,1-1-1 0 0,0 0 1 0 0,0 0 0 0 0,11 9 0 0 0,18 8 873 0 0,-36-26-1722 0 0,2 2-648 0 0,1 0 625 0 0,16-4-9165 0 0</inkml:trace>
</inkml:ink>
</file>

<file path=ppt/ink/ink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1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66 1016 0 0,'-1'-15'4767'0'0,"0"9"-5090"0"0,3-14 5215 0 0,-1 8-4602 0 0,0 0-5522 0 0</inkml:trace>
</inkml:ink>
</file>

<file path=ppt/ink/ink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43 948 0 0,'0'0'2035'0'0,"-17"-38"6254"0"0,17 37-8205 0 0,-1 1 0 0 0,0-1 0 0 0,0 1 1 0 0,0-1-1 0 0,0 1 0 0 0,0 0 0 0 0,0-1 1 0 0,0 1-1 0 0,0 0 0 0 0,0 0 0 0 0,0 0 0 0 0,0 0 1 0 0,0 0-1 0 0,0 0 0 0 0,0 0 0 0 0,0 0 1 0 0,0 0-1 0 0,0 0 0 0 0,0 1 0 0 0,0-1 1 0 0,0 0-1 0 0,0 1 0 0 0,0-1 0 0 0,0 0 0 0 0,-1 2 1 0 0,-29 16 158 0 0,20-10-88 0 0,3-3-134 0 0,0 0 1 0 0,1 0-1 0 0,-1 0 1 0 0,1 1 0 0 0,0 0-1 0 0,1 1 1 0 0,-1 0-1 0 0,1 0 1 0 0,1 0-1 0 0,-9 14 1 0 0,14-20-88 0 0,-1 5-34 0 0,0-5 69 0 0,1 0 0 0 0,-1 0 0 0 0,1 0 0 0 0,0 1 0 0 0,-1-1 0 0 0,1 0 0 0 0,0 0 0 0 0,0 0 0 0 0,0 0 0 0 0,0 0 0 0 0,0 0 0 0 0,0 1 0 0 0,0-1 0 0 0,0 0 0 0 0,0 0 0 0 0,0 0 0 0 0,1 0 0 0 0,-1 0 0 0 0,1 0 0 0 0,-1 0 0 0 0,0 0 0 0 0,1 0 0 0 0,0 0 0 0 0,-1 0 0 0 0,1 0 0 0 0,0 1 0 0 0,2-1 17 0 0,0 0 0 0 0,0-1 1 0 0,0 0-1 0 0,0 1 0 0 0,0-1 1 0 0,1 0-1 0 0,-1-1 0 0 0,0 1 1 0 0,0 0-1 0 0,0-1 0 0 0,0 0 1 0 0,-1 0-1 0 0,1 0 0 0 0,4-2 1 0 0,50-22-32 0 0,-40 17 6 0 0,-3 2 7 0 0,-1 1 0 0 0,1 0 0 0 0,24-6 0 0 0,-35 11 5 0 0,-2 0 21 0 0,0 0 0 0 0,1 0-1 0 0,-1 0 1 0 0,1 0-1 0 0,-1 0 1 0 0,0 0-1 0 0,1 0 1 0 0,-1 0-1 0 0,1 1 1 0 0,-1-1-1 0 0,0 1 1 0 0,1-1-1 0 0,-1 1 1 0 0,0-1-1 0 0,0 1 1 0 0,1 0-1 0 0,-1-1 1 0 0,0 1-1 0 0,0 0 1 0 0,0 0-1 0 0,0 0 1 0 0,0 0 0 0 0,0 0-1 0 0,0 0 1 0 0,0 0-1 0 0,0 1 1 0 0,0 1-1 0 0,2 0-1 0 0,3 3 14 0 0,-3-4 13 0 0,-1 0 1 0 0,0-1-1 0 0,0 1 0 0 0,1-1 1 0 0,-1 1-1 0 0,1-1 0 0 0,-1 0 1 0 0,1 0-1 0 0,0 0 0 0 0,-1 0 0 0 0,1-1 1 0 0,0 1-1 0 0,0-1 0 0 0,0 1 1 0 0,-1-1-1 0 0,1 0 0 0 0,0 0 1 0 0,0-1-1 0 0,0 1 0 0 0,-1 0 1 0 0,4-2-1 0 0,0 2-16 0 0,-3-1 20 0 0,19 7-507 0 0,-12-4-2928 0 0</inkml:trace>
</inkml:ink>
</file>

<file path=ppt/ink/ink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2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40 756 0 0,'0'0'2348'0'0,"11"-19"-1364"0"0,-3 16-100 0 0,4-1-87 0 0,-4 1-85 0 0,9-1-100 0 0,-2 2-200 0 0,3 1-256 0 0,3 1-288 0 0,4-4-292 0 0,-1 6-760 0 0,-5 0-1285 0 0,2-2 565 0 0</inkml:trace>
</inkml:ink>
</file>

<file path=ppt/ink/ink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3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216 164 44 0 0,'0'0'12820'0'0,"-2"-1"-12639"0"0,1 0-1 0 0,-1 0 1 0 0,0 0 0 0 0,1 0 0 0 0,-1 0-1 0 0,0 0 1 0 0,1 0 0 0 0,-1 1-1 0 0,0-1 1 0 0,0 0 0 0 0,-2 1 0 0 0,-5 2-156 0 0,1 2 0 0 0,0-1 1 0 0,-1 1-1 0 0,1 0 0 0 0,1 1 1 0 0,-1 0-1 0 0,1 0 0 0 0,0 1 1 0 0,-11 9-1 0 0,14-10-45 0 0,1 0 1 0 0,-1 0-1 0 0,1 0 1 0 0,0 0-1 0 0,0 0 1 0 0,0 1-1 0 0,1-1 1 0 0,0 1-1 0 0,0 0 1 0 0,0 0-1 0 0,1 0 1 0 0,0 0 0 0 0,0 0-1 0 0,0 0 1 0 0,1 8-1 0 0,0-9-51 0 0,0 0 0 0 0,1-1 0 0 0,-1 1 0 0 0,1-1 1 0 0,0 1-1 0 0,1-1 0 0 0,-1 1 0 0 0,1-1 0 0 0,-1 0 0 0 0,1 0 0 0 0,4 6 0 0 0,-4-6 7 0 0,-1-3 0 0 0,1 0 52 0 0,-1-1 0 0 0,1 0-1 0 0,0 1 1 0 0,0-1 0 0 0,-1 0 0 0 0,1 0-1 0 0,0 0 1 0 0,-1 0 0 0 0,1-1 0 0 0,0 1-1 0 0,-1 0 1 0 0,1-1 0 0 0,0 1 0 0 0,-1-1-1 0 0,1 0 1 0 0,0 1 0 0 0,-1-1-1 0 0,1 0 1 0 0,2-2 0 0 0,12-13-12 0 0,0-1 1 0 0,-1 0-1 0 0,0-1 0 0 0,-2-1 1 0 0,21-37-1 0 0,-33 54 15 0 0,0 1 1 0 0,0 0-1 0 0,0-1 1 0 0,0 1-1 0 0,0 0 1 0 0,0-1-1 0 0,0 1 1 0 0,1 0-1 0 0,-1 0 1 0 0,0 0 0 0 0,1 0-1 0 0,-1 0 1 0 0,1 1-1 0 0,-1-1 1 0 0,1 0-1 0 0,-1 1 1 0 0,1-1-1 0 0,-1 1 1 0 0,1-1-1 0 0,0 1 1 0 0,-1 0-1 0 0,1 0 1 0 0,0 0-1 0 0,-1 0 1 0 0,1 0-1 0 0,0 0 1 0 0,-1 0-1 0 0,1 0 1 0 0,0 1-1 0 0,-1-1 1 0 0,1 1-1 0 0,0-1 1 0 0,-1 1-1 0 0,1 0 1 0 0,2 1-1 0 0,0 0 11 0 0,1-1-1 0 0,-1 0 0 0 0,1 0 0 0 0,-1 0 1 0 0,1-1-1 0 0,-1 1 0 0 0,10-1 1 0 0,-1-3 48 0 0,1 1 0 0 0,-1-2 0 0 0,-1 0 0 0 0,1 0 0 0 0,0-1 1 0 0,-1-1-1 0 0,0 0 0 0 0,0-1 0 0 0,-1 0 0 0 0,0-1 0 0 0,0 0 1 0 0,-1 0-1 0 0,0-1 0 0 0,0-1 0 0 0,-1 0 0 0 0,0 0 0 0 0,-1 0 0 0 0,0-1 1 0 0,-1-1-1 0 0,12-23 0 0 0,-5 4 782 0 0,-24 45-530 0 0,-28 53-273 0 0,36-63-11 0 0,-385 691-13 0 0,383-688-14 0 0,-7 14-35 0 0,0-1 0 0 0,-2 0 0 0 0,0-1 0 0 0,-1 0 0 0 0,-20 20 0 0 0,33-38 55 0 0,1 0-1 0 0,-1 0 0 0 0,0-1 0 0 0,0 1 0 0 0,0 0 1 0 0,0 0-1 0 0,0 0 0 0 0,0-1 0 0 0,0 1 0 0 0,-1-1 1 0 0,1 1-1 0 0,0-1 0 0 0,0 1 0 0 0,0-1 0 0 0,-1 1 1 0 0,1-1-1 0 0,0 0 0 0 0,-1 0 0 0 0,1 0 0 0 0,0 0 1 0 0,0 0-1 0 0,-3 0 0 0 0,3-1 13 0 0,0 0-1 0 0,0 1 1 0 0,0-1-1 0 0,0 0 1 0 0,0 0-1 0 0,0 0 1 0 0,0 0-1 0 0,0 1 1 0 0,0-1-1 0 0,1-1 1 0 0,-1 1-1 0 0,0 0 1 0 0,1 0-1 0 0,-1 0 1 0 0,1 0-1 0 0,-1 0 1 0 0,1-1-1 0 0,-1-1 1 0 0,0-4 80 0 0,0 0 1 0 0,0 0 0 0 0,0-1-1 0 0,1 1 1 0 0,0 0-1 0 0,2-14 1 0 0,2 3-47 0 0,1-1 1 0 0,1 1-1 0 0,1 0 0 0 0,0 0 1 0 0,1 1-1 0 0,1 0 0 0 0,1 0 1 0 0,0 1-1 0 0,1 1 0 0 0,1-1 1 0 0,0 2-1 0 0,25-23 0 0 0,-14 16-791 0 0,1 1-1 0 0,40-24 1 0 0,-28 22-3073 0 0,49-21 0 0 0,-36 20-464 0 0</inkml:trace>
</inkml:ink>
</file>

<file path=ppt/ink/ink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4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319 565 1044 0 0,'-1'-2'189'0'0,"0"0"0"0"0,1 1-1 0 0,-1-1 1 0 0,0 0 0 0 0,0 1-1 0 0,0-1 1 0 0,-1 1 0 0 0,1 0-1 0 0,0-1 1 0 0,0 1 0 0 0,-1 0 0 0 0,1 0-1 0 0,-1-1 1 0 0,1 1 0 0 0,-1 0-1 0 0,1 1 1 0 0,-1-1 0 0 0,0 0-1 0 0,1 0 1 0 0,-1 1 0 0 0,0-1 0 0 0,0 1-1 0 0,1-1 1 0 0,-1 1 0 0 0,0 0-1 0 0,0 0 1 0 0,0 0 0 0 0,0 0 0 0 0,1 0-1 0 0,-1 0 1 0 0,0 0 0 0 0,-3 1-1 0 0,-9 2 94 0 0,0-1-1 0 0,0 2 0 0 0,-15 5 1 0 0,23-7-98 0 0,-14 5 99 0 0,1 1 0 0 0,0 0 1 0 0,0 2-1 0 0,-18 12 0 0 0,31-19-210 0 0,0 1 0 0 0,0 0 0 0 0,1 0 0 0 0,0 1 0 0 0,0 0 0 0 0,0-1 0 0 0,0 2 0 0 0,1-1 0 0 0,0 1 0 0 0,0-1 0 0 0,0 1 0 0 0,1 0 0 0 0,0 0 0 0 0,0 1 0 0 0,0-1 0 0 0,-1 9 0 0 0,4-13-61 0 0,-1-1 0 0 0,1 1-1 0 0,1 0 1 0 0,-1 0 0 0 0,0 0-1 0 0,0 0 1 0 0,1-1 0 0 0,-1 1-1 0 0,1 0 1 0 0,-1 0-1 0 0,1-1 1 0 0,0 1 0 0 0,0 0-1 0 0,0-1 1 0 0,0 1 0 0 0,0-1-1 0 0,0 1 1 0 0,0-1 0 0 0,0 0-1 0 0,1 1 1 0 0,-1-1 0 0 0,0 0-1 0 0,1 0 1 0 0,-1 0 0 0 0,1 0-1 0 0,-1 0 1 0 0,1 0-1 0 0,0 0 1 0 0,-1-1 0 0 0,1 1-1 0 0,0 0 1 0 0,0-1 0 0 0,-1 0-1 0 0,1 1 1 0 0,0-1 0 0 0,0 0-1 0 0,3 0 1 0 0,7 2 21 0 0,1-1 1 0 0,0-1-1 0 0,22-1 0 0 0,-17-1-7 0 0,0 0 1 0 0,0-2-1 0 0,0 0 0 0 0,0 0 0 0 0,0-2 0 0 0,-1 0 0 0 0,0-1 0 0 0,-1-1 0 0 0,1-1 0 0 0,27-19 0 0 0,-34 20 1 0 0,0 0 0 0 0,0-1 1 0 0,-1-1-1 0 0,0 1 0 0 0,-1-1 0 0 0,0-1 1 0 0,-1 0-1 0 0,0 0 0 0 0,0 0 0 0 0,-1-1 0 0 0,-1 1 1 0 0,0-2-1 0 0,0 1 0 0 0,-2 0 0 0 0,1-1 1 0 0,1-14-1 0 0,-3 5 30 0 0,0 0 1 0 0,-2 0-1 0 0,0 0 0 0 0,-2 0 1 0 0,0 0-1 0 0,-1 0 0 0 0,-1 0 1 0 0,-2 1-1 0 0,0 0 0 0 0,-1 0 1 0 0,-13-27-1 0 0,14 35-26 0 0,-1 0 0 0 0,0 0 0 0 0,-1 1 1 0 0,0 0-1 0 0,-1 0 0 0 0,-1 1 0 0 0,0 0 0 0 0,0 1 0 0 0,-1 0 1 0 0,0 0-1 0 0,0 1 0 0 0,-1 1 0 0 0,-1 0 0 0 0,1 1 0 0 0,-1 0 0 0 0,-1 1 1 0 0,1 0-1 0 0,-16-4 0 0 0,23 9-97 0 0,-1 0-1 0 0,1 0 1 0 0,-1 0 0 0 0,1 1 0 0 0,-1 0-1 0 0,1 0 1 0 0,-1 0 0 0 0,1 1-1 0 0,-1 0 1 0 0,1 1 0 0 0,0-1 0 0 0,0 1-1 0 0,-1 0 1 0 0,1 1 0 0 0,1-1-1 0 0,-10 7 1 0 0,11-7-226 0 0,0 1 0 0 0,1 0 0 0 0,-1-1-1 0 0,1 2 1 0 0,0-1 0 0 0,0 0 0 0 0,0 0 0 0 0,1 1 0 0 0,-1 0 0 0 0,1 0-1 0 0,0-1 1 0 0,0 1 0 0 0,0 0 0 0 0,0 1 0 0 0,1-1 0 0 0,-1 0 0 0 0,1 0-1 0 0,0 1 1 0 0,1-1 0 0 0,-1 1 0 0 0,1-1 0 0 0,0 0 0 0 0,0 1-1 0 0,0-1 1 0 0,1 6 0 0 0,4 16-2589 0 0</inkml:trace>
</inkml:ink>
</file>

<file path=ppt/ink/ink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4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11 604 0 0,'6'-8'6620'0'0,"-6"7"-6508"0"0,0 1 1 0 0,0 0-1 0 0,-1 0 0 0 0,1 0 0 0 0,0 0 0 0 0,0 0 0 0 0,0-1 0 0 0,0 1 1 0 0,0 0-1 0 0,0 0 0 0 0,0 0 0 0 0,0 0 0 0 0,0-1 0 0 0,-25 8 327 0 0,0 1 0 0 0,0 1 0 0 0,1 1 0 0 0,0 2 1 0 0,0 0-1 0 0,-21 16 0 0 0,42-26-401 0 0,1 0 1 0 0,-1 0 0 0 0,1 0-1 0 0,0 1 1 0 0,0-1 0 0 0,0 1-1 0 0,0-1 1 0 0,0 1-1 0 0,0 0 1 0 0,1 0 0 0 0,-1 0-1 0 0,1 0 1 0 0,0 0 0 0 0,0 0-1 0 0,0 0 1 0 0,0 0 0 0 0,1 1-1 0 0,-1-1 1 0 0,1 0 0 0 0,0 5-1 0 0,0-7-34 0 0,0 0-1 0 0,0-1 0 0 0,0 1 1 0 0,0 0-1 0 0,0 0 0 0 0,1 0 1 0 0,-1-1-1 0 0,0 1 0 0 0,0 0 1 0 0,1 0-1 0 0,-1-1 0 0 0,1 1 1 0 0,-1 0-1 0 0,1 0 0 0 0,-1-1 1 0 0,1 1-1 0 0,-1-1 0 0 0,1 1 1 0 0,-1 0-1 0 0,1-1 1 0 0,0 1-1 0 0,-1-1 0 0 0,1 1 1 0 0,0-1-1 0 0,-1 0 0 0 0,1 1 1 0 0,0-1-1 0 0,0 0 0 0 0,0 0 1 0 0,-1 1-1 0 0,1-1 0 0 0,0 0 1 0 0,0 0-1 0 0,0 0 0 0 0,-1 0 1 0 0,1 0-1 0 0,0 0 0 0 0,0 0 1 0 0,0 0-1 0 0,1-1 1 0 0,1 1 5 0 0,-1 0 1 0 0,1-1 0 0 0,-1 1 0 0 0,1-1 0 0 0,-1 0 0 0 0,1 0 0 0 0,-1 0 0 0 0,0 0 0 0 0,1 0-1 0 0,-1 0 1 0 0,4-4 0 0 0,-4 3 22 0 0,0 0-1 0 0,-1 0 0 0 0,1 0 1 0 0,0 0-1 0 0,-1 0 0 0 0,0-1 1 0 0,0 1-1 0 0,1 0 1 0 0,-1-1-1 0 0,-1 1 0 0 0,1-1 1 0 0,0 0-1 0 0,-1 1 0 0 0,1-1 1 0 0,-1 1-1 0 0,0-1 1 0 0,0 0-1 0 0,0-3 0 0 0,-13-47 463 0 0,11 48-489 0 0,2 3-226 0 0</inkml:trace>
</inkml:ink>
</file>

<file path=ppt/ink/ink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5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42 992 0 0,'-18'-40'9509'0'0,"17"40"-9437"0"0,1 0 0 0 0,-1 0-1 0 0,1-1 1 0 0,-1 1 0 0 0,1 0 0 0 0,0 0-1 0 0,-1 0 1 0 0,1 0 0 0 0,-1 0 0 0 0,0-1 0 0 0,1 1-1 0 0,-1 0 1 0 0,1 0 0 0 0,-1 0 0 0 0,1 0 0 0 0,-1 0-1 0 0,1 1 1 0 0,-1-1 0 0 0,1 0 0 0 0,-1 0-1 0 0,1 0 1 0 0,-1 0 0 0 0,1 0 0 0 0,-1 1 0 0 0,1-1-1 0 0,0 0 1 0 0,-1 0 0 0 0,1 1 0 0 0,-1-1 0 0 0,1 0-1 0 0,0 1 1 0 0,-1-1 0 0 0,0 1 0 0 0,-19 22 615 0 0,-10 29-309 0 0,28-49-368 0 0,1 0 1 0 0,0 0-1 0 0,-1 0 0 0 0,1 1 1 0 0,1-1-1 0 0,-1 0 1 0 0,0 1-1 0 0,1-1 1 0 0,0 0-1 0 0,-1 1 1 0 0,1-1-1 0 0,1 1 1 0 0,-1-1-1 0 0,0 0 1 0 0,1 1-1 0 0,0-1 1 0 0,0 0-1 0 0,0 1 0 0 0,0-1 1 0 0,0 0-1 0 0,1 0 1 0 0,-1 0-1 0 0,1 0 1 0 0,0 0-1 0 0,0 0 1 0 0,0-1-1 0 0,0 1 1 0 0,0-1-1 0 0,1 1 1 0 0,-1-1-1 0 0,1 0 1 0 0,0 0-1 0 0,0 0 0 0 0,-1 0 1 0 0,1 0-1 0 0,0-1 1 0 0,1 1-1 0 0,-1-1 1 0 0,0 0-1 0 0,0 0 1 0 0,4 1-1 0 0,6 1-28 0 0,0 0 1 0 0,1-1-1 0 0,-1-1 0 0 0,0 0 0 0 0,1-1 0 0 0,-1 0 0 0 0,0-1 1 0 0,1-1-1 0 0,15-3 0 0 0,-4-2 16 0 0,-1 0 1 0 0,0-2-1 0 0,-1 0 1 0 0,0-2-1 0 0,0-1 1 0 0,-1 0-1 0 0,0-2 0 0 0,-2 0 1 0 0,1-2-1 0 0,27-27 1 0 0,-38 32 1009 0 0,-14 11-505 0 0,2 1-491 0 0,0 1-1 0 0,0 0 0 0 0,1 0 1 0 0,-1 0-1 0 0,0 0 0 0 0,1 0 1 0 0,-1 0-1 0 0,1 0 0 0 0,-1 1 0 0 0,-1 4 1 0 0,2-6-33 0 0,0 1-1 0 0,1 0 1 0 0,-1 0 0 0 0,0 0 0 0 0,1 0 0 0 0,-1 0 0 0 0,1 0 0 0 0,0 0-1 0 0,0 0 1 0 0,0 0 0 0 0,0 0 0 0 0,0 0 0 0 0,0 0 0 0 0,0 0-1 0 0,1 0 1 0 0,-1-1 0 0 0,1 1 0 0 0,-1 0 0 0 0,1 0 0 0 0,0 0-1 0 0,0 0 1 0 0,-1 0 0 0 0,1-1 0 0 0,1 1 0 0 0,-1 0 0 0 0,0-1 0 0 0,0 1-1 0 0,1-1 1 0 0,-1 0 0 0 0,0 1 0 0 0,1-1 0 0 0,0 0 0 0 0,-1 0-1 0 0,1 0 1 0 0,0 0 0 0 0,-1 0 0 0 0,1 0 0 0 0,0 0 0 0 0,0 0-1 0 0,0-1 1 0 0,0 1 0 0 0,0-1 0 0 0,0 0 0 0 0,3 1 0 0 0,1-1 37 0 0,1 0 0 0 0,-1 0 1 0 0,1 0-1 0 0,-1-1 0 0 0,1 0 1 0 0,-1 0-1 0 0,0-1 0 0 0,0 0 1 0 0,1 0-1 0 0,-1-1 0 0 0,0 1 1 0 0,-1-1-1 0 0,1 0 0 0 0,0-1 1 0 0,-1 1-1 0 0,0-1 0 0 0,8-7 1 0 0,-12 9 587 0 0,0 3-652 0 0,1-1 1 0 0,-1 0 0 0 0,0 1-1 0 0,1-1 1 0 0,-1 1 0 0 0,0 0-1 0 0,0-1 1 0 0,1 1 0 0 0,-1 0-1 0 0,0 0 1 0 0,0 0 0 0 0,0 0-1 0 0,0 0 1 0 0,0 0 0 0 0,0 0-1 0 0,0 0 1 0 0,-1 0 0 0 0,1 0-1 0 0,0 0 1 0 0,0 1 0 0 0,-1-1-1 0 0,1 0 1 0 0,-1 1 0 0 0,1 0-1 0 0,12 20-7992 0 0,-5-16 4323 0 0</inkml:trace>
</inkml:ink>
</file>

<file path=ppt/ink/ink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6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0 643 388 0 0,'0'0'8113'0'0,"6"1"-7875"0"0,19 3-21 0 0,-23-3-158 0 0,0 1-1 0 0,0 0 1 0 0,0 0 0 0 0,-1 0-1 0 0,1 0 1 0 0,-1 0-1 0 0,0 0 1 0 0,1 1 0 0 0,-1-1-1 0 0,0 0 1 0 0,0 1-1 0 0,-1-1 1 0 0,1 1 0 0 0,0-1-1 0 0,-1 1 1 0 0,1-1-1 0 0,-1 4 1 0 0,-1-1-3 0 0,0-1 1 0 0,0 1 0 0 0,0 0-1 0 0,-1 0 1 0 0,1-1-1 0 0,-1 1 1 0 0,0-1-1 0 0,-1 0 1 0 0,1 0 0 0 0,-1 1-1 0 0,1-2 1 0 0,-5 5-1 0 0,5-6-3 0 0,5-8-15 0 0,-1 0 0 0 0,1 1 0 0 0,0-1 0 0 0,0 1 0 0 0,0 0 0 0 0,1 0 0 0 0,0 0-1 0 0,0 0 1 0 0,0 1 0 0 0,0 0 0 0 0,1 0 0 0 0,0 0 0 0 0,0 0 0 0 0,0 1 0 0 0,0-1 0 0 0,1 1 0 0 0,-1 1 0 0 0,10-4 0 0 0,-9 3-56 0 0,1 1 0 0 0,0 0 1 0 0,-1 0-1 0 0,1 1 1 0 0,0 0-1 0 0,0 0 0 0 0,12 0 1 0 0,-16 2 12 0 0,0-1 0 0 0,0 1 0 0 0,0 0 0 0 0,0-1 0 0 0,0 2 0 0 0,0-1 0 0 0,0 0-1 0 0,0 0 1 0 0,0 1 0 0 0,-1 0 0 0 0,1-1 0 0 0,0 1 0 0 0,-1 0 0 0 0,0 0 0 0 0,1 1 0 0 0,-1-1 0 0 0,0 0 0 0 0,0 1 0 0 0,0-1 0 0 0,-1 1 0 0 0,2 2 0 0 0,-2-4 2 0 0,21 17 103 0 0,-20-18-55 0 0,1-3-31 0 0,3-2-23 0 0,0 0 0 0 0,1 1 0 0 0,-1-1 0 0 0,1 1 0 0 0,0 1 0 0 0,0-1-1 0 0,1 1 1 0 0,-1 1 0 0 0,1-1 0 0 0,-1 1 0 0 0,15-2 0 0 0,-8 3-42 0 0,0 1 1 0 0,0 1 0 0 0,0 0-1 0 0,-1 0 1 0 0,1 2 0 0 0,16 4-1 0 0,-21-5 18 0 0,87 18-316 0 0,-89-19 334 0 0,-1-1 1 0 0,1 1-1 0 0,0-1 1 0 0,0 0-1 0 0,-1-1 1 0 0,1 0-1 0 0,0 0 1 0 0,-1 0-1 0 0,1-1 1 0 0,0 0-1 0 0,10-4 1 0 0,-17 5 18 0 0,1 1 0 0 0,0-1 0 0 0,0 1 1 0 0,-1-1-1 0 0,1 1 0 0 0,0-1 0 0 0,0 1 1 0 0,-1-1-1 0 0,1 0 0 0 0,-1 1 0 0 0,1-1 1 0 0,-1 0-1 0 0,1 0 0 0 0,-1 1 0 0 0,1-1 1 0 0,-1 0-1 0 0,0 0 0 0 0,1 0 0 0 0,-1 1 0 0 0,0-1 1 0 0,0 0-1 0 0,1 0 0 0 0,-1 0 0 0 0,0 0 1 0 0,0 0-1 0 0,0 0 0 0 0,0 0 0 0 0,0 1 1 0 0,-1-1-1 0 0,1 0 0 0 0,0 0 0 0 0,0 0 1 0 0,0 0-1 0 0,-1 0 0 0 0,1 1 0 0 0,0-1 1 0 0,-1 0-1 0 0,1 0 0 0 0,-1 1 0 0 0,1-1 1 0 0,-1 0-1 0 0,1 0 0 0 0,-2 0 0 0 0,1-1 5 0 0,0 1-1 0 0,-1 0 1 0 0,1 0-1 0 0,0-1 1 0 0,-1 1-1 0 0,1 0 0 0 0,-1 0 1 0 0,1 0-1 0 0,-1 1 1 0 0,0-1-1 0 0,1 0 1 0 0,-1 1-1 0 0,0-1 0 0 0,1 1 1 0 0,-1-1-1 0 0,0 1 1 0 0,0 0-1 0 0,0 0 1 0 0,1 0-1 0 0,-1 0 0 0 0,0 0 1 0 0,-3 0-1 0 0,2 1-8 0 0,0 1 0 0 0,1-1 0 0 0,-1 0 0 0 0,0 1 0 0 0,1-1 0 0 0,0 1 0 0 0,-1 0 0 0 0,1 0 0 0 0,0 0 0 0 0,0 0 0 0 0,0 0 0 0 0,0 0 0 0 0,0 1 0 0 0,1-1 0 0 0,-1 1 0 0 0,1-1 0 0 0,-1 1 0 0 0,-1 5 0 0 0,3-6-20 0 0,-1 1 0 0 0,1-1 0 0 0,0 0 0 0 0,0 1 0 0 0,1-1 1 0 0,-1 0-1 0 0,0 1 0 0 0,1-1 0 0 0,-1 0 0 0 0,1 0 0 0 0,0 1 1 0 0,0-1-1 0 0,0 0 0 0 0,0 0 0 0 0,0 0 0 0 0,0 0 1 0 0,0 0-1 0 0,1 0 0 0 0,-1-1 0 0 0,1 1 0 0 0,2 2 0 0 0,-1-1-40 0 0,1-1-1 0 0,0 1 0 0 0,0-1 0 0 0,0 0 0 0 0,1 0 0 0 0,-1 0 1 0 0,0-1-1 0 0,1 1 0 0 0,-1-1 0 0 0,7 1 0 0 0,0-1-59 0 0,0 0 1 0 0,0 0-1 0 0,0-1 0 0 0,0-1 0 0 0,0 0 0 0 0,0 0 1 0 0,0-1-1 0 0,20-6 0 0 0,-13 1 15 0 0,-1 1 347 0 0,-1 0 0 0 0,1-1-1 0 0,-2 0 1 0 0,1-2 0 0 0,19-13 0 0 0,-34 21 18 0 0,10-3 357 0 0,-11 4-595 0 0,1 0 1 0 0,-1 0 0 0 0,0 0-1 0 0,1-1 1 0 0,-1 1 0 0 0,1 0-1 0 0,-1 0 1 0 0,1 0 0 0 0,-1 0-1 0 0,0 0 1 0 0,1 0 0 0 0,-1 0-1 0 0,1 0 1 0 0,-1 0 0 0 0,1 0 0 0 0,-1 0-1 0 0,1 0 1 0 0,-1 0 0 0 0,1 0-1 0 0,-1 0 1 0 0,0 0 0 0 0,1 0-1 0 0,-1 1 1 0 0,1-1 0 0 0,-1 0-1 0 0,0 0 1 0 0,1 1 0 0 0,-1-1-1 0 0,1 0 1 0 0,-1 0 0 0 0,0 1-1 0 0,1-1 1 0 0,-1 0 0 0 0,0 1-1 0 0,0-1 1 0 0,1 1 0 0 0,-1-1-1 0 0,0 0 1 0 0,0 1 0 0 0,0-1-1 0 0,1 1 1 0 0,-1-1 0 0 0,0 0-1 0 0,0 1 1 0 0,0-1 0 0 0,0 1-1 0 0,0-1 1 0 0,0 1 0 0 0,0-1-1 0 0,0 1 1 0 0,0 0 0 0 0,5 11 100 0 0,-4-10-107 0 0,0 0 1 0 0,-1 1-1 0 0,1-1 0 0 0,0 0 1 0 0,0 0-1 0 0,0 0 1 0 0,1 0-1 0 0,-1-1 0 0 0,0 1 1 0 0,1 0-1 0 0,-1 0 1 0 0,1-1-1 0 0,2 3 0 0 0,0-3-10 0 0,0 1-1 0 0,0-1 0 0 0,0 0 1 0 0,0 0-1 0 0,0 0 0 0 0,0 0 0 0 0,0-1 1 0 0,1 0-1 0 0,-1 0 0 0 0,0 0 1 0 0,0 0-1 0 0,6-2 0 0 0,19-1-68 0 0,-1-2 0 0 0,0-1 0 0 0,0-1 0 0 0,0-2 1 0 0,-1 0-1 0 0,-1-2 0 0 0,0-1 0 0 0,0-1 0 0 0,-1-1 0 0 0,-1-1 0 0 0,0-2 0 0 0,40-35 0 0 0,-34 23 9 0 0,-1-2-1 0 0,-2-1 1 0 0,0-1-1 0 0,-3-1 0 0 0,-1-1 1 0 0,-1-1-1 0 0,-2-1 1 0 0,17-45-1 0 0,-33 71 134 0 0,-1 0-1 0 0,0 0 0 0 0,-1 0 1 0 0,0 0-1 0 0,0-1 0 0 0,-1 1 1 0 0,-1 0-1 0 0,0-1 0 0 0,-1 1 1 0 0,-2-16-1 0 0,3 24-43 0 0,-1 0 1 0 0,1-1-1 0 0,-1 1 1 0 0,0 0-1 0 0,0 0 0 0 0,0 0 1 0 0,0 0-1 0 0,-1 0 0 0 0,1 0 1 0 0,-1 0-1 0 0,0 0 0 0 0,0 0 1 0 0,0 1-1 0 0,0-1 0 0 0,0 1 1 0 0,0 0-1 0 0,-1-1 1 0 0,1 1-1 0 0,-1 0 0 0 0,0 0 1 0 0,1 1-1 0 0,-1-1 0 0 0,0 0 1 0 0,0 1-1 0 0,0 0 0 0 0,0 0 1 0 0,0 0-1 0 0,-1 0 1 0 0,1 0-1 0 0,0 0 0 0 0,0 1 1 0 0,-1 0-1 0 0,1 0 0 0 0,0 0 1 0 0,0 0-1 0 0,-1 0 0 0 0,1 0 1 0 0,0 1-1 0 0,-6 1 1 0 0,1 0-13 0 0,0 1 1 0 0,0-1 0 0 0,0 1 0 0 0,1 0 0 0 0,-1 1-1 0 0,1 0 1 0 0,0 0 0 0 0,0 1 0 0 0,1-1 0 0 0,-1 2-1 0 0,1-1 1 0 0,0 1 0 0 0,0-1 0 0 0,1 2 0 0 0,0-1-1 0 0,0 1 1 0 0,0-1 0 0 0,1 1 0 0 0,0 1 0 0 0,0-1-1 0 0,1 0 1 0 0,0 1 0 0 0,0 0 0 0 0,1 0 0 0 0,0 0-1 0 0,1 0 1 0 0,-2 12 0 0 0,1 7 25 0 0,1 0 0 0 0,1 0-1 0 0,1 0 1 0 0,1 0 0 0 0,2-1 0 0 0,0 1 0 0 0,10 29-1 0 0,30 79 101 0 0,7 25 26 0 0,-45-136-139 0 0,-2 0 1 0 0,0 0-1 0 0,-1 0 0 0 0,-2 44 0 0 0,-1-66-26 0 0,0-1 0 0 0,0 1-1 0 0,0 0 1 0 0,0 0 0 0 0,-1-1 0 0 0,1 1-1 0 0,-1 0 1 0 0,1-1 0 0 0,-1 1-1 0 0,1 0 1 0 0,-1-1 0 0 0,0 1 0 0 0,0-1-1 0 0,0 1 1 0 0,0-1 0 0 0,0 1 0 0 0,0-1-1 0 0,-1 0 1 0 0,1 1 0 0 0,0-1 0 0 0,-1 0-1 0 0,1 0 1 0 0,-1 0 0 0 0,-2 1 0 0 0,1-1 21 0 0,-1 1 1 0 0,1-2 0 0 0,-1 1-1 0 0,0 0 1 0 0,0-1-1 0 0,1 1 1 0 0,-1-1 0 0 0,0 0-1 0 0,0-1 1 0 0,1 1-1 0 0,-6-1 1 0 0,-2-2-173 0 0,-1 0 0 0 0,1 0 0 0 0,-1-1 0 0 0,1-1 0 0 0,1 0-1 0 0,-19-11 1 0 0,14-1-1814 0 0,8-4-4243 0 0</inkml:trace>
</inkml:ink>
</file>

<file path=ppt/ink/ink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7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1236 0 0,'13'-2'2244'0'0,"17"1"-1300"0"0,-12-3-88 0 0,1 3-99 0 0,8-1-89 0 0,-2 0-272 0 0,-5 0-356 0 0,7 1-460 0 0,-6 1-700 0 0,8-2-1217 0 0,1 0 541 0 0</inkml:trace>
</inkml:ink>
</file>

<file path=ppt/ink/ink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8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55 88 0 0,'1'-2'189'0'0,"-1"-1"0"0"0,0 1 0 0 0,0 0-1 0 0,0 0 1 0 0,-1-1 0 0 0,1 1 0 0 0,0 0 0 0 0,-1 0 0 0 0,1-1-1 0 0,-1 1 1 0 0,0 0 0 0 0,0 0 0 0 0,0 0 0 0 0,0 0 0 0 0,0 0-1 0 0,0 0 1 0 0,0 0 0 0 0,-1 1 0 0 0,1-1 0 0 0,-1 0 0 0 0,0 1 0 0 0,-2-3-1 0 0,2 3-60 0 0,-1 0 0 0 0,1 0 0 0 0,-1 0 1 0 0,1 1-1 0 0,-1-1 0 0 0,0 1 0 0 0,0 0 0 0 0,1-1 0 0 0,-1 1 0 0 0,0 0 0 0 0,1 1 0 0 0,-1-1 0 0 0,0 0 0 0 0,1 1 0 0 0,-5 1 0 0 0,-9 3 143 0 0,1 1 0 0 0,0 1 0 0 0,0 0 0 0 0,-23 16 0 0 0,-2 5 82 0 0,1 2-1 0 0,1 1 1 0 0,2 2-1 0 0,1 1 0 0 0,1 2 1 0 0,-47 67-1 0 0,67-80-212 0 0,0 0 0 0 0,2 1-1 0 0,1 1 1 0 0,1 0-1 0 0,1 0 1 0 0,1 1 0 0 0,1 0-1 0 0,1 0 1 0 0,2 1 0 0 0,0 0-1 0 0,2-1 1 0 0,2 44 0 0 0,1-50-123 0 0,1 0 0 0 0,0 0 0 0 0,2 1 0 0 0,0-2 1 0 0,2 1-1 0 0,0 0 0 0 0,1-1 0 0 0,1-1 0 0 0,0 1 1 0 0,2-1-1 0 0,0 0 0 0 0,1-1 0 0 0,1-1 0 0 0,0 1 1 0 0,1-2-1 0 0,1 0 0 0 0,17 15 0 0 0,-22-24-268 0 0,-1 1 0 0 0,1-1 1 0 0,0-1-1 0 0,1 0 0 0 0,-1 0 0 0 0,1 0 0 0 0,14 3 0 0 0,-15-5-823 0 0,1-1-1 0 0,0 0 1 0 0,0-1-1 0 0,16 0 1 0 0,1-2-1766 0 0</inkml:trace>
</inkml:ink>
</file>

<file path=ppt/ink/ink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9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395 36 824 0 0,'-24'-35'9907'0'0,"23"35"-9868"0"0,0 0-1 0 0,0 1 1 0 0,-1-1-1 0 0,1 0 1 0 0,0 1 0 0 0,0-1-1 0 0,0 1 1 0 0,-1 0 0 0 0,1-1-1 0 0,0 1 1 0 0,0 0-1 0 0,0 0 1 0 0,0 0 0 0 0,-1 1-1 0 0,-1 0 55 0 0,-57 38 605 0 0,-58 49 0 0 0,98-72-586 0 0,0 1 0 0 0,2 1 0 0 0,0 0 1 0 0,2 2-1 0 0,0 0 0 0 0,-18 31 1 0 0,29-43-84 0 0,1 0 1 0 0,0 0-1 0 0,0 0 1 0 0,1 0-1 0 0,1 1 1 0 0,-1-1-1 0 0,2 1 1 0 0,-1 0-1 0 0,1-1 1 0 0,1 1-1 0 0,-1 0 1 0 0,3 16 0 0 0,-1-21-34 0 0,0 1 0 0 0,0-1 0 0 0,1 0 0 0 0,0 0 0 0 0,0 0 0 0 0,0 0 0 0 0,0-1 0 0 0,1 1 0 0 0,0 0 0 0 0,0-1 0 0 0,0 0 0 0 0,1 0 0 0 0,-1 0 0 0 0,1 0 0 0 0,0 0 0 0 0,0-1 0 0 0,0 0 0 0 0,1 1 0 0 0,-1-2 0 0 0,1 1 0 0 0,-1 0 0 0 0,1-1 0 0 0,0 0 0 0 0,8 2 0 0 0,8 2-129 0 0,0-2 1 0 0,0 0-1 0 0,0-2 1 0 0,0 0-1 0 0,0-2 1 0 0,0 0 0 0 0,0-1-1 0 0,0-1 1 0 0,0-1-1 0 0,0-1 1 0 0,0-1-1 0 0,-1 0 1 0 0,1-2-1 0 0,-2-1 1 0 0,1 0 0 0 0,-1-1-1 0 0,0-1 1 0 0,-1-1-1 0 0,0 0 1 0 0,-1-2-1 0 0,27-24 1 0 0,-41 34 146 0 0,0-1 1 0 0,0 0-1 0 0,-1 1 0 0 0,1-1 0 0 0,-1 0 1 0 0,0 0-1 0 0,0 0 0 0 0,2-6 0 0 0,4-9 559 0 0,-12 17-503 0 0,4 2-67 0 0,0-1 0 0 0,0 1 0 0 0,-1 0 1 0 0,1-1-1 0 0,0 1 0 0 0,-1 0 0 0 0,1-1 0 0 0,0 1 0 0 0,-1 0 0 0 0,1 0 0 0 0,-1-1 0 0 0,1 1 0 0 0,0 0 0 0 0,-1 0 0 0 0,1 0 1 0 0,-1 0-1 0 0,1-1 0 0 0,-1 1 0 0 0,1 0 0 0 0,-1 0 0 0 0,1 0 0 0 0,0 0 0 0 0,-1 0 0 0 0,1 0 0 0 0,-1 0 0 0 0,1 0 0 0 0,-1 0 1 0 0,1 1-1 0 0,-1-1 0 0 0,1 0 0 0 0,0 0 0 0 0,-1 0 0 0 0,0 1 0 0 0,0 1-25 0 0,0 0-1 0 0,0-1 0 0 0,0 1 1 0 0,0 0-1 0 0,0 1 1 0 0,0-1-1 0 0,1 0 1 0 0,-1 0-1 0 0,1 0 1 0 0,-1 0-1 0 0,1 0 0 0 0,0 1 1 0 0,0-1-1 0 0,0 0 1 0 0,0 0-1 0 0,0 0 1 0 0,0 1-1 0 0,1-1 0 0 0,-1 0 1 0 0,1 0-1 0 0,0 0 1 0 0,-1 0-1 0 0,1 0 1 0 0,0 0-1 0 0,0 0 1 0 0,0 0-1 0 0,1 0 0 0 0,-1 0 1 0 0,0-1-1 0 0,1 1 1 0 0,-1 0-1 0 0,1-1 1 0 0,0 1-1 0 0,-1-1 1 0 0,4 3-1 0 0,1 0-26 0 0,-1 0 0 0 0,1 0 0 0 0,1 0 0 0 0,-1 0 1 0 0,0-1-1 0 0,1 0 0 0 0,0-1 0 0 0,11 4 0 0 0,-17-6 60 0 0,0 0 0 0 0,-1 0 0 0 0,1 0 0 0 0,0 0 0 0 0,-1 0 1 0 0,1 0-1 0 0,0 0 0 0 0,-1 0 0 0 0,1 0 0 0 0,0 0 0 0 0,0 0 0 0 0,-1 0 0 0 0,1-1 0 0 0,0 1 0 0 0,-1 0 1 0 0,1 0-1 0 0,0-1 0 0 0,-1 1 0 0 0,1-1 0 0 0,-1 1 0 0 0,1 0 0 0 0,-1-1 0 0 0,1 1 0 0 0,-1-1 0 0 0,1 1 1 0 0,-1-1-1 0 0,1 0 0 0 0,-1 1 0 0 0,1-1 0 0 0,-1 0 0 0 0,0 0 10 0 0,0-1 1 0 0,0 1-1 0 0,0 0 0 0 0,0-1 0 0 0,-1 1 0 0 0,1 0 1 0 0,0 0-1 0 0,-1 0 0 0 0,1-1 0 0 0,-1 1 1 0 0,1 0-1 0 0,-1 0 0 0 0,0 0 0 0 0,1 0 1 0 0,-2-2-1 0 0,-3-2 48 0 0,1 0 1 0 0,-1 0-1 0 0,0 0 0 0 0,-1 0 1 0 0,-10-7-1 0 0,3 6-463 0 0,0 2-1 0 0,0-1 0 0 0,0 2 1 0 0,-14-3-1 0 0,10 10-4391 0 0</inkml:trace>
</inkml:ink>
</file>

<file path=ppt/ink/ink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09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0 844 0 0,'4'1'252'0'0,"-1"1"0"0"0,0-1-1 0 0,0 0 1 0 0,0 1 0 0 0,-1 0-1 0 0,1 0 1 0 0,0 0 0 0 0,-1 0 0 0 0,1 0-1 0 0,-1 0 1 0 0,1 1 0 0 0,-1-1-1 0 0,0 1 1 0 0,0 0 0 0 0,0 0 0 0 0,-1-1-1 0 0,1 1 1 0 0,-1 0 0 0 0,1 0 0 0 0,0 5-1 0 0,0-2-52 0 0,0-1 0 0 0,-1 1 0 0 0,0-1 0 0 0,0 1-1 0 0,-1 0 1 0 0,1-1 0 0 0,-1 1 0 0 0,0 0 0 0 0,-1 0 0 0 0,-1 9-1 0 0,1-14-145 0 0,1-1-1 0 0,0 1 0 0 0,-1 0 0 0 0,1 0 0 0 0,0 0 0 0 0,0 0 0 0 0,0 0 0 0 0,0 0 1 0 0,-1-1-1 0 0,1 1 0 0 0,0 0 0 0 0,1 0 0 0 0,-1 0 0 0 0,0 0 0 0 0,0 0 0 0 0,0 0 0 0 0,0 0 1 0 0,1-1-1 0 0,-1 1 0 0 0,1 2 0 0 0,13-7 1526 0 0,21-27 101 0 0,-30 26-2102 0 0,5-3-45 0 0,0 1 0 0 0,0 0-1 0 0,1 1 1 0 0,0 0 0 0 0,0 1-1 0 0,15-6 1 0 0,4-1-3840 0 0,-15 5 1684 0 0</inkml:trace>
</inkml:ink>
</file>

<file path=ppt/ink/ink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10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1 532 0 0,'0'0'6508'0'0,"-3"16"-5137"0"0,-33 120 301 0 0,-88 220 1 0 0,115-334-1541 0 0,-1 1-1 0 0,10-22-116 0 0,0-1 0 0 0,0 1 0 0 0,-1-1 0 0 0,1 1 0 0 0,0-1 0 0 0,0 1 0 0 0,0-1 0 0 0,0 1 0 0 0,0-1 0 0 0,-1 1 0 0 0,1-1 0 0 0,0 1 0 0 0,0-1 0 0 0,-1 1 0 0 0,1-1 0 0 0,0 1 0 0 0,-1-1 0 0 0,1 0 0 0 0,-1 1 0 0 0,1-1 0 0 0,0 0 0 0 0,-1 1 0 0 0,1-1 1 0 0,-1 0-1 0 0,1 1 0 0 0,-1-1 0 0 0,1 0 0 0 0,-1 0 0 0 0,1 0 0 0 0,-1 1 0 0 0,0-1 0 0 0,-1-13-3 0 0,1-1 1 0 0,0 1-1 0 0,1-1 1 0 0,0 1-1 0 0,1 0 1 0 0,1-1-1 0 0,0 1 1 0 0,0 0-1 0 0,2 0 1 0 0,7-19-1 0 0,2-5-31 0 0,3 1-1 0 0,29-51 0 0 0,-31 63 4 0 0,2 0 0 0 0,0 0 0 0 0,2 2-1 0 0,1 0 1 0 0,28-26 0 0 0,-39 40 5 0 0,0 2 0 0 0,1-1 0 0 0,-1 1 0 0 0,1 0 0 0 0,1 1 0 0 0,-1 0 0 0 0,1 0 1 0 0,-1 1-1 0 0,1 0 0 0 0,1 1 0 0 0,-1 0 0 0 0,0 1 0 0 0,1 0 0 0 0,-1 1 0 0 0,1 0 0 0 0,-1 0 0 0 0,17 2 0 0 0,-25-1 7 0 0,0 0 0 0 0,0 0 0 0 0,0 1 0 0 0,0-1 0 0 0,1 0 0 0 0,-1 1 0 0 0,0 0-1 0 0,0-1 1 0 0,0 1 0 0 0,0 0 0 0 0,0 0 0 0 0,-1 0 0 0 0,1 0 0 0 0,0 1 0 0 0,0-1-1 0 0,-1 0 1 0 0,1 1 0 0 0,-1 0 0 0 0,1-1 0 0 0,-1 1 0 0 0,1 0 0 0 0,-1-1 0 0 0,0 1-1 0 0,0 0 1 0 0,0 0 0 0 0,0 0 0 0 0,0 0 0 0 0,-1 0 0 0 0,1 0 0 0 0,0 0 0 0 0,-1 0-1 0 0,0 0 1 0 0,1 1 0 0 0,-1-1 0 0 0,0 0 0 0 0,0 0 0 0 0,0 0 0 0 0,0 0 0 0 0,-1 1-1 0 0,1-1 1 0 0,-1 0 0 0 0,1 0 0 0 0,-1 0 0 0 0,0 0 0 0 0,1 0 0 0 0,-1 0 0 0 0,0 0-1 0 0,0 0 1 0 0,-1 0 0 0 0,1-1 0 0 0,0 1 0 0 0,-1 0 0 0 0,1-1 0 0 0,-1 1-1 0 0,1-1 1 0 0,-1 1 0 0 0,-2 0 0 0 0,-4 5-23 0 0,-1-1 0 0 0,0 0 0 0 0,-1 0-1 0 0,0-1 1 0 0,0-1 0 0 0,0 1 0 0 0,0-2 0 0 0,-1 1 0 0 0,1-1 0 0 0,-1-1-1 0 0,0 0 1 0 0,-13 1 0 0 0,17-3-519 0 0,0 0 1 0 0,0 0-1 0 0,0-1 0 0 0,0 0 0 0 0,0 0 1 0 0,0-1-1 0 0,-7-2 0 0 0,7 0-2226 0 0</inkml:trace>
</inkml:ink>
</file>

<file path=ppt/ink/ink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10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0 112 0 0,'0'0'8393'0'0,"0"5"-8039"0"0,2 50 776 0 0,-3-44-944 0 0,1 0 0 0 0,0 0 0 0 0,1 0 0 0 0,0 1 0 0 0,0-1 0 0 0,2-1 1 0 0,2 12-1 0 0,-4-21-175 0 0,0 0 0 0 0,0 0 1 0 0,-1 0-1 0 0,1 0 0 0 0,0-1 0 0 0,0 1 1 0 0,0 0-1 0 0,-1 0 0 0 0,1-1 0 0 0,0 1 1 0 0,0-1-1 0 0,0 1 0 0 0,0-1 1 0 0,0 0-1 0 0,0 1 0 0 0,1-1 0 0 0,-1 0 1 0 0,0 1-1 0 0,0-1 0 0 0,0 0 0 0 0,0 0 1 0 0,0 0-1 0 0,0 0 0 0 0,0 0 0 0 0,0 0 1 0 0,1-1-1 0 0,-1 1 0 0 0,0 0 1 0 0,0 0-1 0 0,0-1 0 0 0,0 1 0 0 0,0-1 1 0 0,0 1-1 0 0,0-1 0 0 0,0 1 0 0 0,0-1 1 0 0,0 0-1 0 0,-1 1 0 0 0,2-2 1 0 0,6-2 15 0 0,67-34 161 0 0,-72 35-174 0 0,1-3-2 0 0,-3 5-18 0 0,-1 49-413 0 0,1-47 415 0 0,0 0-1 0 0,-1-1 1 0 0,1 1-1 0 0,0 0 1 0 0,0-1-1 0 0,0 1 1 0 0,0-1-1 0 0,0 1 1 0 0,0-1-1 0 0,0 0 1 0 0,0 1-1 0 0,0-1 1 0 0,0 0-1 0 0,0 0 1 0 0,0 1-1 0 0,0-1 1 0 0,0 0-1 0 0,0 0 1 0 0,0 0-1 0 0,0 0 1 0 0,0 0-1 0 0,0-1 1 0 0,0 1-1 0 0,0 0 1 0 0,0 0-1 0 0,0-1 1 0 0,0 1 0 0 0,0-1-1 0 0,0 1 1 0 0,1-1-1 0 0,45-17-8 0 0,-29 10 1 0 0,9-2-16 0 0,0 2 0 0 0,39-7 0 0 0,-59 13 21 0 0,0 1 0 0 0,0 1 0 0 0,0-1 0 0 0,0 1 0 0 0,0 0 0 0 0,1 1 0 0 0,-1 0 0 0 0,0 0 0 0 0,-1 0 0 0 0,1 1 0 0 0,0 0 0 0 0,0 0 0 0 0,-1 1 0 0 0,1-1 0 0 0,9 7 0 0 0,-14-8 9 0 0,-1 0-1 0 0,1 1 1 0 0,-1-1-1 0 0,1 0 1 0 0,-1 1-1 0 0,1 0 1 0 0,-1-1 0 0 0,0 1-1 0 0,1-1 1 0 0,-1 1-1 0 0,0 0 1 0 0,0 0-1 0 0,0 0 1 0 0,-1 0 0 0 0,1 0-1 0 0,0 0 1 0 0,-1 0-1 0 0,1 0 1 0 0,-1 0-1 0 0,0 0 1 0 0,0 0 0 0 0,1 0-1 0 0,-1 0 1 0 0,-1 0-1 0 0,1 0 1 0 0,0 0-1 0 0,0 0 1 0 0,-1 0 0 0 0,1 0-1 0 0,-1 0 1 0 0,0 0-1 0 0,0 0 1 0 0,1 0-1 0 0,-3 3 1 0 0,0-1-9 0 0,1 0 1 0 0,-1 0-1 0 0,-1 0 1 0 0,1 0-1 0 0,-1 0 1 0 0,1-1-1 0 0,-1 1 1 0 0,0-1-1 0 0,0 0 1 0 0,0 0-1 0 0,-1 0 0 0 0,1-1 1 0 0,-6 3-1 0 0,7-4-318 0 0,-20 7-549 0 0,7-8-4918 0 0,2-3 3343 0 0</inkml:trace>
</inkml:ink>
</file>

<file path=ppt/ink/ink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5:59:11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840 1 504 0 0,'4'4'461'0'0,"0"1"-1"0"0,0-1 1 0 0,-1 1 0 0 0,0 0 0 0 0,0 0-1 0 0,0 0 1 0 0,0 0 0 0 0,-1 1-1 0 0,0-1 1 0 0,0 1 0 0 0,-1-1 0 0 0,1 1-1 0 0,-1 0 1 0 0,0 6 0 0 0,2 11 298 0 0,-1 1 0 0 0,-2 23 0 0 0,-1-28-384 0 0,-1 0 0 0 0,-1-1 1 0 0,-1 1-1 0 0,-1-1 0 0 0,0 0 0 0 0,-1 0 0 0 0,-1 0 0 0 0,-17 30 0 0 0,10-23-49 0 0,-2 0 0 0 0,-1-1 0 0 0,-1-1-1 0 0,-1-1 1 0 0,-22 21 0 0 0,16-21-118 0 0,-1-2 1 0 0,0-1 0 0 0,-2-1 0 0 0,0-1 0 0 0,-1-1-1 0 0,-58 21 1 0 0,8-9-742 0 0,-125 25 1 0 0,119-39-1894 0 0,28-9-3805 0 0,31-3 2429 0 0</inkml:trace>
</inkml:ink>
</file>

<file path=ppt/ink/ink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01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34 218 552 0 0,'0'0'881'0'0,"-20"-7"1646"0"0,7 5 3027 0 0,23 9-5498 0 0,1 0-1 0 0,0 0 1 0 0,1-1-1 0 0,0-1 1 0 0,0 0-1 0 0,0 0 1 0 0,0-2-1 0 0,0 1 1 0 0,1-1-1 0 0,25 1 1 0 0,22 1 3 0 0,62-3 1 0 0,-86-2-50 0 0,317-18-426 0 0,-37 1-312 0 0,-227 16 588 0 0,581-21-402 0 0,-14-38 424 0 0,349 13 173 0 0,224 47 35 0 0,-832-5 28 0 0,-26 0-64 0 0,-340 5-54 0 0,605 15 12 0 0,-263-8 21 0 0,-208-6-33 0 0,136 1 10 0 0,250 5-19 0 0,275 14 17 0 0,-202-7-12 0 0,402 36-10 0 0,-553-23 26 0 0,142 19-17 0 0,-330-22 4 0 0,113-11 12 0 0,-146-9-11 0 0,-56-1-3 0 0,82 4 10 0 0,412 9-21 0 0,-608-16 19 0 0,704-31-1 0 0,-283 6 64 0 0,267 1 341 0 0,114-2-91 0 0,-598 16-244 0 0,-71 3-65 0 0,583-15 16 0 0,-357 15-9 0 0,-46 10-22 0 0,-101 1 22 0 0,-124-4-7 0 0,564-9 34 0 0,-220-9 20 0 0,176-8-24 0 0,919-54-33 0 0,-71 46-30 0 0,-1095 31 223 0 0,353-10 818 0 0,-755 11-975 0 0,983-22 540 0 0,-523 41-529 0 0,138 16-6 0 0,-322-7 89 0 0,80 4 320 0 0,270 12 288 0 0,172 43-545 0 0,-234-34-204 0 0,-293-52 8 0 0,88 42-24 0 0,-59 20 226 0 0,-189-28 103 0 0,-143-30-242 0 0,0-1-6 0 0,-1 0 0 0 0,0 1 0 0 0,0 0 0 0 0,0 1-1 0 0,-1 0 1 0 0,10 5 0 0 0,-12-5 17 0 0,1-1-1 0 0,0 0 1 0 0,1-1-1 0 0,-1 1 1 0 0,0-1-1 0 0,9 1 1 0 0,16 7 258 0 0,-25-7-277 0 0,1 1 0 0 0,-1-1 0 0 0,0 1-1 0 0,0 1 1 0 0,-1-1 0 0 0,6 6 0 0 0,10 9 58 0 0,-20-18-93 0 0,4 8-19 0 0,-3-7-1 0 0,-1 0 0 0 0,1 1 0 0 0,-1-1-1 0 0,1 1 1 0 0,-1 0 0 0 0,0 0-1 0 0,0-1 1 0 0,0 1 0 0 0,-1 0-1 0 0,1 0 1 0 0,0 0 0 0 0,-1 0 0 0 0,0 0-1 0 0,0 0 1 0 0,0-1 0 0 0,0 1-1 0 0,0 0 1 0 0,-2 5 0 0 0,-38 182-5 0 0,20-109 71 0 0,5-16-41 0 0,-26 69-1 0 0,11-43-16 0 0,-31 165 0 0 0,12-40 39 0 0,-31 116 239 0 0,67-285-169 0 0,-2 0 0 0 0,-40 82 0 0 0,40-108-3275 0 0,6-16-3581 0 0</inkml:trace>
</inkml:ink>
</file>

<file path=ppt/ink/ink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2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34 976 0 0,'-11'-33'10069'0'0,"12"61"-6320"0"0,0 36-4208 0 0,-1-28 898 0 0,-8 111-98 0 0,-15 123 95 0 0,17-225-488 0 0,-9 39 158 0 0,13-77-591 0 0,0-1 0 0 0,-1 1-1 0 0,0 0 1 0 0,0-1 0 0 0,-6 10-1 0 0,2-13-1035 0 0,-19-15-7303 0 0</inkml:trace>
</inkml:ink>
</file>

<file path=ppt/ink/ink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3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5 131 100 0 0,'0'0'1032'0'0,"0"0"-948"0"0,-1-1 1 0 0,1 1-1 0 0,0-1 0 0 0,-1 1 1 0 0,1 0-1 0 0,0-1 0 0 0,0 1 1 0 0,-1-1-1 0 0,1 1 0 0 0,0 0 1 0 0,0-1-1 0 0,0 1 0 0 0,-1-1 1 0 0,1 1-1 0 0,0-1 0 0 0,0 1 1 0 0,0-1-1 0 0,0 1 0 0 0,0-1 1 0 0,0 1-1 0 0,0-1 0 0 0,0 1 1 0 0,0-1-1 0 0,0 1 0 0 0,0-1 1 0 0,0 1-1 0 0,1-1 0 0 0,-1 1 1 0 0,0-1-1 0 0,0 0 0 0 0,18-8 450 0 0,0 1-1 0 0,1 0 1 0 0,-1 1-1 0 0,1 1 1 0 0,23-4-1 0 0,105-14 646 0 0,-88 15-780 0 0,243-23 1099 0 0,-246 30-1438 0 0,0 2 1 0 0,0 3 0 0 0,77 14 0 0 0,-101-6-1474 0 0,-15 2-3260 0 0</inkml:trace>
</inkml:ink>
</file>

<file path=ppt/ink/ink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3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0 11781 0 0,'0'0'1758'0'0,"-1"5"-1756"0"0,-4 23 16 0 0,2-1 1 0 0,0 1 0 0 0,2 29 0 0 0,-2 26 22 0 0,0 20 51 0 0,4-73-54 0 0,-2 0-1 0 0,-1-1 1 0 0,-9 50-1 0 0,9-57 4 0 0,2-20-139 0 0,0 0 0 0 0,0 0 0 0 0,0 0 0 0 0,0-1 0 0 0,0 1 0 0 0,-1 0 0 0 0,1 0-1 0 0,-1 0 1 0 0,1 0 0 0 0,-1 0 0 0 0,0 0 0 0 0,-1 3 0 0 0,1-4-560 0 0,-3-4-1249 0 0,0 0 1411 0 0,2 2 86 0 0,0-1 1 0 0,1 1-1 0 0,-1-1 1 0 0,0 1 0 0 0,0-1-1 0 0,1 0 1 0 0,-1 0 0 0 0,1 0-1 0 0,0 0 1 0 0,-2-3-1 0 0,-4-8-2458 0 0</inkml:trace>
</inkml:ink>
</file>

<file path=ppt/ink/ink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3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0 185 248 0 0,'18'-19'805'0'0,"1"1"-1"0"0,0 1 1 0 0,1 0 0 0 0,1 2-1 0 0,0 0 1 0 0,29-14 0 0 0,-32 20-547 0 0,0 1-1 0 0,0 0 1 0 0,0 2 0 0 0,1 0 0 0 0,0 1-1 0 0,0 1 1 0 0,1 0 0 0 0,36 0 0 0 0,-51 4-359 0 0,1 0 0 0 0,-1 1 1 0 0,0-1-1 0 0,1 1 0 0 0,-1 1 1 0 0,0-1-1 0 0,6 3 1 0 0,15 14-4098 0 0</inkml:trace>
  <inkml:trace contextRef="#ctx0" brushRef="#br0" timeOffset="1">26 435 32 0 0,'0'0'1657'0'0,"20"6"724"0"0,145-33 1861 0 0,-54 0-8842 0 0,-92 22 2508 0 0</inkml:trace>
</inkml:ink>
</file>

<file path=ppt/ink/ink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4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12 236 0 0,'0'0'3210'0'0,"9"5"-280"0"0,-3-6-2785 0 0,173-11 5048 0 0,-119 10-6729 0 0,-1 1-3896 0 0</inkml:trace>
</inkml:ink>
</file>

<file path=ppt/ink/ink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4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17 612 0 0,'1'-17'11972'0'0,"8"100"-10799"0"0,5 73 375 0 0,-12-131-1958 0 0,-2 1 0 0 0,-2-1 0 0 0,-8 50 0 0 0,-5-36-2304 0 0,4-27-3017 0 0</inkml:trace>
</inkml:ink>
</file>

<file path=ppt/ink/ink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4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64 404 0 0,'0'0'2184'0'0,"1"-2"-1951"0"0,-1 0 0 0 0,1 0 1 0 0,0 0-1 0 0,0 0 1 0 0,1 0-1 0 0,-1 0 0 0 0,0 0 1 0 0,1 1-1 0 0,-1-1 1 0 0,3-2-1 0 0,21-5 447 0 0,1 1-1 0 0,0 1 1 0 0,0 1-1 0 0,1 2 0 0 0,48-3 1 0 0,133 9 344 0 0,-174 0-1388 0 0,48 8-1 0 0,-70-8-452 0 0,0 1 0 0 0,0 1 0 0 0,23 9 0 0 0,-24-6-1554 0 0,-2 2 183 0 0</inkml:trace>
  <inkml:trace contextRef="#ctx0" brushRef="#br0" timeOffset="1">18 525 104 0 0,'-1'1'130'0'0,"-1"0"1"0"0,1 0-1 0 0,0 1 0 0 0,0-1 0 0 0,-1 0 1 0 0,1 0-1 0 0,0 1 0 0 0,0-1 1 0 0,0 1-1 0 0,1-1 0 0 0,-1 1 0 0 0,0-1 1 0 0,0 1-1 0 0,1-1 0 0 0,-1 1 1 0 0,1 0-1 0 0,0-1 0 0 0,-1 1 0 0 0,1 0 1 0 0,0 2-1 0 0,0-3-43 0 0,1 1-1 0 0,-1-1 1 0 0,1 0 0 0 0,0 0 0 0 0,-1 0-1 0 0,1 0 1 0 0,0 0 0 0 0,0 0-1 0 0,0 0 1 0 0,0-1 0 0 0,0 1 0 0 0,0 0-1 0 0,0 0 1 0 0,0-1 0 0 0,0 1-1 0 0,0 0 1 0 0,0-1 0 0 0,0 1 0 0 0,1-1-1 0 0,-1 0 1 0 0,1 1 0 0 0,11 2 265 0 0,-1-1 1 0 0,1 0-1 0 0,-1-1 1 0 0,15 0-1 0 0,-23-1-325 0 0,27 0 14 0 0,0-2 0 0 0,0-1 1 0 0,0-2-1 0 0,41-11 0 0 0,54-26-3800 0 0,-88 26 2079 0 0</inkml:trace>
</inkml:ink>
</file>

<file path=ppt/ink/ink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5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76 1144 0 0,'-15'-7'9516'0'0,"15"6"-9386"0"0,90 302 1546 0 0,-90-301-1729 0 0,1 1-1 0 0,-1-1 0 0 0,1 1 0 0 0,-1 0 0 0 0,1-1 0 0 0,-1 1 0 0 0,0 0 0 0 0,1-1 0 0 0,-1 1 0 0 0,0 0 1 0 0,0 0-1 0 0,0-1 0 0 0,0 1 0 0 0,1 0 0 0 0,-1 0 0 0 0,0-1 0 0 0,0 1 0 0 0,0 0 0 0 0,-1 0 1 0 0,1 0-1 0 0,0-1 0 0 0,0 1 0 0 0,0 0 0 0 0,0-1 0 0 0,-1 1 0 0 0,1 0 0 0 0,0 0 0 0 0,-1-1 0 0 0,1 1 1 0 0,-1 0-1 0 0,-19-10-1007 0 0,-20-30 205 0 0,33 31 782 0 0,0-2 0 0 0,0 1-1 0 0,1-1 1 0 0,0 1 0 0 0,1-2-1 0 0,0 1 1 0 0,1-1 0 0 0,0 1-1 0 0,0-1 1 0 0,1 0 0 0 0,0-1-1 0 0,1 1 1 0 0,-1-19 0 0 0,3 23 114 0 0,0 1 1 0 0,1-1-1 0 0,0 1 0 0 0,0-1 1 0 0,0 1-1 0 0,0-1 1 0 0,1 1-1 0 0,0 0 1 0 0,1 0-1 0 0,-1 0 1 0 0,1 0-1 0 0,1 0 1 0 0,-1 1-1 0 0,1-1 1 0 0,-1 1-1 0 0,2 0 1 0 0,-1 0-1 0 0,0 0 1 0 0,1 0-1 0 0,0 1 0 0 0,0 0 1 0 0,1 0-1 0 0,-1 1 1 0 0,1-1-1 0 0,5-2 1 0 0,5-1 12 0 0,-1 1 0 0 0,1 1 0 0 0,0 0 0 0 0,0 1 0 0 0,1 1 0 0 0,-1 0 0 0 0,1 1 0 0 0,0 1 0 0 0,-1 1 0 0 0,1 0 0 0 0,0 1 0 0 0,-1 1 1 0 0,1 0-1 0 0,-1 2 0 0 0,1 0 0 0 0,21 8 0 0 0,-26-8-35 0 0,-1 1 0 0 0,0 0-1 0 0,0 1 1 0 0,0 0 0 0 0,-1 0 0 0 0,0 1 0 0 0,0 1 0 0 0,0 0 0 0 0,-1 0 0 0 0,-1 0 0 0 0,1 1 0 0 0,-2 1-1 0 0,1-1 1 0 0,-1 1 0 0 0,0 1 0 0 0,-1-1 0 0 0,-1 1 0 0 0,1 0 0 0 0,-2 1 0 0 0,1-1 0 0 0,-2 1-1 0 0,1 0 1 0 0,1 14 0 0 0,-4-18 5 0 0,-1 0 0 0 0,1 0 0 0 0,-1 0 0 0 0,-1 0 0 0 0,0 0 0 0 0,0 0 0 0 0,0 0 0 0 0,-1 0 0 0 0,0 0 0 0 0,-1 0-1 0 0,0-1 1 0 0,0 1 0 0 0,0-1 0 0 0,-6 8 0 0 0,2-4 58 0 0,-1-1 1 0 0,0-1-1 0 0,0 1 0 0 0,-1-1 0 0 0,0-1 1 0 0,-1 0-1 0 0,0 0 0 0 0,-17 10 0 0 0,9-8 80 0 0,0 0-1 0 0,-1-2 0 0 0,0 0 1 0 0,0-1-1 0 0,-1-1 1 0 0,0-1-1 0 0,0 0 0 0 0,0-2 1 0 0,-1 0-1 0 0,1-2 0 0 0,-23 0 1 0 0,41-1-277 0 0,-1 0 1 0 0,0-1-1 0 0,1 1 1 0 0,-1-1-1 0 0,0 1 1 0 0,1-1-1 0 0,-1 0 0 0 0,1 0 1 0 0,0 0-1 0 0,-1 0 1 0 0,-2-2-1 0 0,5 2-117 0 0,-1 0 0 0 0,0 1 0 0 0,0-1 0 0 0,1 0 0 0 0,-1 1 0 0 0,0-1 0 0 0,1 0 0 0 0,-1 0 0 0 0,1 0 0 0 0,-1 0 0 0 0,1 0 0 0 0,-1 0 0 0 0,1 0 0 0 0,0 0 0 0 0,-1 0 0 0 0,1 0 0 0 0,0 0 0 0 0,0 0 0 0 0,0 0 0 0 0,0 0 0 0 0,0 0 0 0 0,0 0 0 0 0,0 0 0 0 0,0 0 0 0 0,0 0 0 0 0,1-2 0 0 0,5-10-2887 0 0</inkml:trace>
</inkml:ink>
</file>

<file path=ppt/ink/ink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5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 1388 0 0,'0'0'8059'0'0,"-4"33"-6413"0"0,-4 80 474 0 0,5-64-1441 0 0,-9 54 0 0 0,9-85-684 0 0,2-10-333 0 0,0-1-1 0 0,-1 1 1 0 0,1 0-1 0 0,-2 0 1 0 0,1-1 0 0 0,-1 1-1 0 0,0-1 1 0 0,-1 0-1 0 0,-6 12 1 0 0,9-18-480 0 0</inkml:trace>
</inkml:ink>
</file>

<file path=ppt/ink/ink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15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1076 0 0,'20'-19'3260'0'0,"8"6"-1277"0"0,1 2 0 0 0,51-12 0 0 0,-30 12-1119 0 0,0 2 1 0 0,69-2 0 0 0,-60 15-2449 0 0,-37 4-4290 0 0</inkml:trace>
  <inkml:trace contextRef="#ctx0" brushRef="#br0" timeOffset="1">126 347 348 0 0,'-4'7'2636'0'0,"2"7"873"0"0,14-5-2213 0 0,5-9-516 0 0,6-2-736 0 0,-8-1-288 0 0,3-1-388 0 0,-9 1-660 0 0,4-2-1397 0 0,-1 1 617 0 0</inkml:trace>
</inkml:ink>
</file>

<file path=ppt/ink/ink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0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534 1 244 0 0,'-5'2'745'0'0,"-16"7"-330"0"0,-1 1 0 0 0,1 2-1 0 0,1 0 1 0 0,0 1-1 0 0,1 1 1 0 0,0 1-1 0 0,1 1 1 0 0,-18 20-1 0 0,-4 8 177 0 0,2 2 0 0 0,-36 58 0 0 0,48-65-283 0 0,2 2 0 0 0,2 0 0 0 0,2 1 1 0 0,1 1-1 0 0,3 1 0 0 0,1 1 0 0 0,-12 65 0 0 0,22-82-167 0 0,2 0-1 0 0,0 0 1 0 0,2 0 0 0 0,1 1 0 0 0,2-1-1 0 0,0 0 1 0 0,2 0 0 0 0,1 0 0 0 0,2 0-1 0 0,0-1 1 0 0,2 0 0 0 0,1 0 0 0 0,19 37-1 0 0,-15-39 30 0 0,2-1-1 0 0,0 0 0 0 0,2-1 0 0 0,0-1 0 0 0,2 0 0 0 0,32 28 0 0 0,-37-38-386 0 0,0-1 0 0 0,1-1 0 0 0,-1 0 0 0 0,29 12 0 0 0,-33-17-544 0 0,1-1 0 0 0,-1-1 1 0 0,1 0-1 0 0,-1 0 0 0 0,1-1 0 0 0,0 0 0 0 0,23-1 0 0 0,-11-2-2019 0 0</inkml:trace>
</inkml:ink>
</file>

<file path=ppt/ink/ink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1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23 412 0 0,'0'0'953'0'0,"1"-14"3437"0"0,-1 14-4256 0 0,0 0 0 0 0,1 0 0 0 0,-1-1 0 0 0,0 1-1 0 0,0 0 1 0 0,0 0 0 0 0,0 0 0 0 0,0-1 0 0 0,0 1 0 0 0,0 0 0 0 0,0 0 0 0 0,0 0 0 0 0,0-1 0 0 0,0 1 0 0 0,1 0 0 0 0,-1 0 0 0 0,0-1 0 0 0,0 1 0 0 0,-1 0 0 0 0,1 0 0 0 0,0 0-1 0 0,0-1 1 0 0,0 1 0 0 0,0 0 0 0 0,0 0 0 0 0,0-1 0 0 0,0 1 0 0 0,0 0 0 0 0,0 0 0 0 0,0 0 0 0 0,-1-1 0 0 0,1 1 0 0 0,0 0 0 0 0,0 0 0 0 0,0 0 0 0 0,0 0 0 0 0,0-1 0 0 0,-1 1-1 0 0,1 0 1 0 0,0 0 0 0 0,0 0 0 0 0,0 0 0 0 0,-1 0 0 0 0,1 0 0 0 0,0 0 0 0 0,0 0 0 0 0,-1 0 0 0 0,1-1 0 0 0,0 1 0 0 0,0 0 0 0 0,0 0 0 0 0,-1 0 0 0 0,1 0 0 0 0,0 0 0 0 0,0 0-1 0 0,-1 0 1 0 0,1 0 0 0 0,0 1 0 0 0,-17 14-77 0 0,2 1 0 0 0,0 1 0 0 0,1 0 0 0 0,0 1 0 0 0,2 0 0 0 0,0 1-1 0 0,1 1 1 0 0,-8 21 0 0 0,-2 7-15 0 0,3 0-1 0 0,-17 72 1 0 0,31-101-30 0 0,1 0 0 0 0,1 1 0 0 0,0-1-1 0 0,2 0 1 0 0,2 36 0 0 0,0-44 1 0 0,-1 1-1 0 0,1-1 1 0 0,1 0-1 0 0,0 0 0 0 0,0-1 1 0 0,1 1-1 0 0,1-1 1 0 0,0 0-1 0 0,0 0 1 0 0,1 0-1 0 0,8 11 1 0 0,-11-17-7 0 0,1 0 0 0 0,0 0 1 0 0,0-1-1 0 0,1 1 0 0 0,-1-1 0 0 0,1 0 1 0 0,-1 0-1 0 0,1 0 0 0 0,0 0 1 0 0,0-1-1 0 0,0 0 0 0 0,0 0 1 0 0,1-1-1 0 0,-1 1 0 0 0,8 0 0 0 0,-4-1 5 0 0,-1-1 0 0 0,1 0-1 0 0,-1-1 1 0 0,1 0-1 0 0,-1 0 1 0 0,0 0 0 0 0,1-1-1 0 0,-1-1 1 0 0,10-3-1 0 0,-2-1 2 0 0,0-1 0 0 0,-1-1 0 0 0,0 0 0 0 0,0 0 0 0 0,-1-2 0 0 0,-1 0-1 0 0,0 0 1 0 0,0-1 0 0 0,13-17 0 0 0,-18 19 5 0 0,1-2 1 0 0,-2 1-1 0 0,0-1 0 0 0,0 0 1 0 0,-1 0-1 0 0,-1-1 0 0 0,0 0 1 0 0,6-26-1 0 0,-10 38-20 0 0,-1 0 1 0 0,1 0-1 0 0,-1 0 1 0 0,0 0-1 0 0,0 0 1 0 0,0-1-1 0 0,1 1 0 0 0,-1 0 1 0 0,0 0-1 0 0,-1 0 1 0 0,1 0-1 0 0,0 0 0 0 0,0 0 1 0 0,0 0-1 0 0,-1 0 1 0 0,1-1-1 0 0,0 1 1 0 0,-1 0-1 0 0,1 0 0 0 0,-1 0 1 0 0,1 0-1 0 0,-1 0 1 0 0,0 1-1 0 0,0-2 0 0 0,0 1 1 0 0,0 1 0 0 0,0 0-1 0 0,0 0 1 0 0,0 0 0 0 0,0 0-1 0 0,0 0 1 0 0,0 0-1 0 0,-1 0 1 0 0,1 0 0 0 0,0 0-1 0 0,0 0 1 0 0,0 0-1 0 0,0 1 1 0 0,0-1 0 0 0,0 0-1 0 0,0 1 1 0 0,0-1-1 0 0,1 1 1 0 0,-3 0 0 0 0,-39 33-63 0 0,38-30 61 0 0,1 1 0 0 0,-1-1 0 0 0,1 1 0 0 0,0 0 0 0 0,0 0 1 0 0,0 0-1 0 0,1 0 0 0 0,-1 1 0 0 0,1-1 0 0 0,1 1 0 0 0,-1-1 1 0 0,1 1-1 0 0,0 0 0 0 0,0-1 0 0 0,1 1 0 0 0,0 0 0 0 0,0 0 0 0 0,0-1 1 0 0,0 1-1 0 0,1 0 0 0 0,0 0 0 0 0,0-1 0 0 0,1 1 0 0 0,0-1 1 0 0,0 1-1 0 0,0-1 0 0 0,0 0 0 0 0,1 1 0 0 0,0-1 0 0 0,0-1 0 0 0,0 1 1 0 0,1 0-1 0 0,0-1 0 0 0,-1 0 0 0 0,2 0 0 0 0,-1 0 0 0 0,0 0 1 0 0,1 0-1 0 0,0-1 0 0 0,0 0 0 0 0,0 0 0 0 0,6 2 0 0 0,-5-3 8 0 0,0 0-1 0 0,1-1 0 0 0,-1 0 0 0 0,0 0 1 0 0,1-1-1 0 0,-1 0 0 0 0,1 0 0 0 0,-1 0 1 0 0,1-1-1 0 0,-1 0 0 0 0,1 0 1 0 0,-1-1-1 0 0,0 1 0 0 0,0-1 0 0 0,0-1 1 0 0,0 1-1 0 0,0-1 0 0 0,0 0 0 0 0,5-5 1 0 0,16-9 16 0 0,-1-2 0 0 0,40-38 1 0 0,-23 19-10 0 0,-36 32-25 0 0,0 1 0 0 0,0-1 0 0 0,1 1 0 0 0,0 1 0 0 0,0-1 0 0 0,0 2 0 0 0,12-5 0 0 0,-18 7-14 0 0,-1 1-7 0 0,0 0 32 0 0,0 0 0 0 0,0 0 0 0 0,-1 0-1 0 0,1 0 1 0 0,0 0 0 0 0,0 0 0 0 0,0 0 0 0 0,0 1-1 0 0,0-1 1 0 0,-1 0 0 0 0,1 0 0 0 0,0 1 0 0 0,0-1-1 0 0,0 1 1 0 0,-1-1 0 0 0,1 0 0 0 0,0 1 0 0 0,-1 0-1 0 0,1-1 1 0 0,0 1 0 0 0,-1-1 0 0 0,1 1 0 0 0,-1 0-1 0 0,1-1 1 0 0,-1 1 0 0 0,1 0 0 0 0,-1 0 0 0 0,1 0-1 0 0,9 51-27 0 0,-10-43 31 0 0,1 0 0 0 0,1 0 0 0 0,0 0 0 0 0,0 0 0 0 0,0 0 1 0 0,1 0-1 0 0,1 0 0 0 0,-1-1 0 0 0,2 1 0 0 0,7 11 0 0 0,-10-17-100 0 0,0-1 1 0 0,0 1-1 0 0,0-1 1 0 0,0 0-1 0 0,1 0 1 0 0,-1 0-1 0 0,1 0 1 0 0,0 0-1 0 0,-1 0 1 0 0,1-1-1 0 0,0 1 1 0 0,0-1-1 0 0,0 0 1 0 0,0 0-1 0 0,0 0 1 0 0,0 0 0 0 0,0 0-1 0 0,1-1 1 0 0,-1 1-1 0 0,6-1 1 0 0,-5-1-587 0 0,0 0 1 0 0,0 0 0 0 0,0 0 0 0 0,0-1 0 0 0,0 1-1 0 0,0-1 1 0 0,0 0 0 0 0,-1 0 0 0 0,1-1 0 0 0,4-3-1 0 0,1-1-2052 0 0</inkml:trace>
</inkml:ink>
</file>

<file path=ppt/ink/ink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2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4 548 0 0,'0'0'2981'0'0,"0"0"-2913"0"0,0-1 0 0 0,0 1 0 0 0,0 0 0 0 0,1 0 1 0 0,-1 0-1 0 0,0-1 0 0 0,0 1 0 0 0,0 0 0 0 0,0 0 0 0 0,1 0 0 0 0,-1 0 0 0 0,0-1 0 0 0,0 1 0 0 0,0 0 1 0 0,1 0-1 0 0,-1 0 0 0 0,0 0 0 0 0,0 0 0 0 0,1 0 0 0 0,-1 0 0 0 0,0 0 0 0 0,0 0 0 0 0,1-1 0 0 0,-1 1 1 0 0,0 0-1 0 0,0 0 0 0 0,1 0 0 0 0,-1 0 0 0 0,0 1 0 0 0,0-1 0 0 0,1 0 0 0 0,-1 0 0 0 0,0 0 1 0 0,0 0-1 0 0,1 0 0 0 0,-1 0 0 0 0,0 0 0 0 0,0 0 0 0 0,0 0 0 0 0,1 1 0 0 0,5 10 502 0 0,-1 0-1 0 0,0 1 1 0 0,-1-1 0 0 0,6 25-1 0 0,-9-30-456 0 0,0-1-1 0 0,0 1 0 0 0,-1 0 1 0 0,0-1-1 0 0,0 1 0 0 0,-1 0 1 0 0,0 0-1 0 0,0-1 1 0 0,0 1-1 0 0,0-1 0 0 0,-1 1 1 0 0,0-1-1 0 0,-3 7 0 0 0,4-10-19 0 0,15-18 213 0 0,0 0 0 0 0,1 2 0 0 0,20-16 0 0 0,-19 19-301 0 0,-1 1 0 0 0,1 1 0 0 0,0 0 1 0 0,1 1-1 0 0,21-7 0 0 0,-36 15-7 0 0,0-1 1 0 0,0 1-1 0 0,-1-1 1 0 0,1 1-1 0 0,0 0 0 0 0,0 0 1 0 0,0 0-1 0 0,0 0 1 0 0,0 0-1 0 0,0 1 1 0 0,-1-1-1 0 0,1 0 0 0 0,0 1 1 0 0,0-1-1 0 0,0 1 1 0 0,-1 0-1 0 0,1 0 1 0 0,0-1-1 0 0,-1 1 0 0 0,1 0 1 0 0,-1 1-1 0 0,1-1 1 0 0,-1 0-1 0 0,1 0 1 0 0,-1 1-1 0 0,0-1 0 0 0,1 0 1 0 0,0 3-1 0 0,0 0 3 0 0,1 0 0 0 0,-1 0 0 0 0,0 1 0 0 0,0-1 1 0 0,0 0-1 0 0,-1 1 0 0 0,0 0 0 0 0,1-1 0 0 0,-2 1 0 0 0,1 0 0 0 0,-1 0 0 0 0,1 6 0 0 0,0-11 4 0 0,-1 1 1 0 0,1 0 0 0 0,0-1-1 0 0,0 1 1 0 0,0 0 0 0 0,0-1-1 0 0,1 0 1 0 0,-1 1-1 0 0,0-1 1 0 0,0 0 0 0 0,0 1-1 0 0,0-1 1 0 0,0 0 0 0 0,0 0-1 0 0,1 0 1 0 0,-1 0 0 0 0,0 0-1 0 0,0 0 1 0 0,0 0-1 0 0,0 0 1 0 0,0-1 0 0 0,1 1-1 0 0,-1 0 1 0 0,0-1 0 0 0,0 1-1 0 0,0-1 1 0 0,0 1-1 0 0,2-2 1 0 0,5-1 5 0 0,10-5 57 0 0,-1 1 1 0 0,1 0-1 0 0,1 2 1 0 0,-1 0 0 0 0,1 1-1 0 0,21-1 1 0 0,-34 6-101 0 0,0 0 1 0 0,-1 0-1 0 0,1 0 0 0 0,-1 1 1 0 0,1 0-1 0 0,-1 0 0 0 0,1 1 1 0 0,-1 0-1 0 0,0 0 1 0 0,0 0-1 0 0,-1 0 0 0 0,1 1 1 0 0,0-1-1 0 0,-1 1 0 0 0,0 0 1 0 0,0 1-1 0 0,0-1 0 0 0,-1 1 1 0 0,0 0-1 0 0,1 0 1 0 0,-2 0-1 0 0,1 0 0 0 0,0 0 1 0 0,2 9-1 0 0,-5-13-575 0 0,-3 5-405 0 0,1 1-25 0 0,-13-4-6148 0 0</inkml:trace>
</inkml:ink>
</file>

<file path=ppt/ink/ink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2.5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62 528 0 0,'0'0'1480'0'0,"-14"-3"4677"0"0,48-17-5449 0 0,-7 11-88 0 0,13 2-164 0 0,2 0-248 0 0,2 2-252 0 0,-4 2-352 0 0,2 0-356 0 0,-11 3-744 0 0,-3-3-1621 0 0,-1 2 721 0 0</inkml:trace>
</inkml:ink>
</file>

<file path=ppt/ink/ink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4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3 708 0 0,'5'-3'9041'0'0,"-7"19"-8847"0"0,0 1 1 0 0,-2-2 0 0 0,0 1-1 0 0,0 0 1 0 0,-2-1-1 0 0,0 0 1 0 0,-13 24-1 0 0,5-14-3545 0 0,-30 40 0 0 0,38-57 764 0 0</inkml:trace>
</inkml:ink>
</file>

<file path=ppt/ink/ink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4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202 381 20 0 0,'0'0'1145'0'0,"-1"-3"-393"0"0,0 1 0 0 0,-1-1 0 0 0,1 1 0 0 0,-1-1 0 0 0,0 1 0 0 0,0 0 0 0 0,0 0 0 0 0,-4-3 0 0 0,-5 6-383 0 0,0 2 1 0 0,1 0 0 0 0,-1 0-1 0 0,1 1 1 0 0,0 0 0 0 0,0 0-1 0 0,0 2 1 0 0,-12 7 0 0 0,16-9-259 0 0,0 0 1 0 0,-1 1 0 0 0,1-1-1 0 0,1 1 1 0 0,-1 1 0 0 0,1-1-1 0 0,0 1 1 0 0,0 0 0 0 0,1 0-1 0 0,0 0 1 0 0,0 1 0 0 0,0-1 0 0 0,-3 10-1 0 0,6-13-85 0 0,0-1 0 0 0,1 1 1 0 0,-1-1-1 0 0,1 1 0 0 0,-1-1 0 0 0,1 1 0 0 0,0-1 0 0 0,0 1 0 0 0,0 0 0 0 0,1-1 1 0 0,-1 1-1 0 0,1-1 0 0 0,-1 1 0 0 0,1-1 0 0 0,0 1 0 0 0,0-1 0 0 0,0 1 0 0 0,0-1 0 0 0,0 0 1 0 0,2 3-1 0 0,0-2-4 0 0,0 0 1 0 0,0 0 0 0 0,0 0 0 0 0,0 0-1 0 0,1-1 1 0 0,-1 0 0 0 0,1 1 0 0 0,0-1-1 0 0,-1 0 1 0 0,1-1 0 0 0,6 3 0 0 0,0-1-3 0 0,1 0 1 0 0,0-1 0 0 0,-1 0 0 0 0,1-1-1 0 0,0 0 1 0 0,0-1 0 0 0,0 0 0 0 0,19-3-1 0 0,-13-1-1 0 0,-1 0-1 0 0,0-1 1 0 0,0 0-1 0 0,-1-2 1 0 0,1 0-1 0 0,-1 0 1 0 0,-1-2-1 0 0,0 0 1 0 0,0 0-1 0 0,0-1 1 0 0,-1-1-1 0 0,-1 0 1 0 0,17-20-1 0 0,-22 23-18 0 0,0-1 1 0 0,-1-1-1 0 0,0 1 1 0 0,0-1-1 0 0,-1 0 1 0 0,-1 0-1 0 0,0 0 0 0 0,0-1 1 0 0,-1 0-1 0 0,0 1 1 0 0,-1-1-1 0 0,0 0 0 0 0,0-1 1 0 0,-2 1-1 0 0,1 0 1 0 0,-1 0-1 0 0,-1 0 1 0 0,0 0-1 0 0,-1 0 0 0 0,0 0 1 0 0,-3-12-1 0 0,0 11-5 0 0,1 0 0 0 0,-1 1-1 0 0,-1-1 1 0 0,0 1-1 0 0,-1 0 1 0 0,0 1 0 0 0,0 0-1 0 0,-1 0 1 0 0,0 0 0 0 0,-1 1-1 0 0,0 1 1 0 0,-1-1-1 0 0,0 1 1 0 0,0 1 0 0 0,0 0-1 0 0,-1 0 1 0 0,-19-8 0 0 0,17 10-5 0 0,0 0 1 0 0,0 0 0 0 0,-1 2 0 0 0,1-1-1 0 0,-1 2 1 0 0,1 0 0 0 0,-1 0 0 0 0,0 1-1 0 0,0 1 1 0 0,0 0 0 0 0,0 1 0 0 0,0 1-1 0 0,1 0 1 0 0,-1 1 0 0 0,0 0 0 0 0,-13 6-1 0 0,25-8 7 0 0,0-1 0 0 0,0 1 0 0 0,0 0-1 0 0,0-1 1 0 0,0 1 0 0 0,0 0 0 0 0,1 0 0 0 0,-1 1-1 0 0,0-1 1 0 0,0 0 0 0 0,1 1 0 0 0,-1-1 0 0 0,1 1-1 0 0,-1-1 1 0 0,1 1 0 0 0,0 0 0 0 0,-1-1 0 0 0,1 1-1 0 0,0 0 1 0 0,0 0 0 0 0,0 0 0 0 0,-1 3-1 0 0,2-2 3 0 0,0-1-1 0 0,1 1 0 0 0,-1-1 0 0 0,0 0 0 0 0,1 1 0 0 0,-1-1 0 0 0,1 0 1 0 0,0 1-1 0 0,0-1 0 0 0,0 0 0 0 0,0 0 0 0 0,0 0 0 0 0,0 0 0 0 0,1 0 0 0 0,-1 0 1 0 0,4 3-1 0 0,3 5 1 0 0,2-2 0 0 0,0 1 0 0 0,0-1 0 0 0,0 0 1 0 0,1-1-1 0 0,13 7 0 0 0,11 2-60 0 0,1-1 0 0 0,0-2 0 0 0,1-1 0 0 0,59 10 0 0 0,156 10-821 0 0,-92-15-70 0 0,-157-17 920 0 0,-1 0 0 0 0,0 0 0 0 0,0 0 0 0 0,0 0 0 0 0,1 1 0 0 0,-1-1 0 0 0,0 1 0 0 0,0-1 0 0 0,0 1 0 0 0,0 0 0 0 0,0 0 0 0 0,0 0 0 0 0,0 0 0 0 0,0 0 0 0 0,0 0 0 0 0,0 1 0 0 0,-1-1 0 0 0,1 1 0 0 0,-1-1 0 0 0,1 1 0 0 0,-1-1 0 0 0,3 5 0 0 0,-5-3 32 0 0,0 0 0 0 0,0 1-1 0 0,0-1 1 0 0,-1 0 0 0 0,1 0 0 0 0,-1 0-1 0 0,0 0 1 0 0,0 0 0 0 0,0 0 0 0 0,0 0-1 0 0,0-1 1 0 0,-1 1 0 0 0,-3 2 0 0 0,1 1 24 0 0,-8 11 12 0 0,9-13-18 0 0,0 0-1 0 0,1 1 1 0 0,0 0-1 0 0,0-1 1 0 0,0 1-1 0 0,0 0 1 0 0,1 0 0 0 0,0 1-1 0 0,-2 6 1 0 0,3-10-1 0 0,1 0-2 0 0,1 0 1 0 0,-1 0-1 0 0,0 0 0 0 0,1 0 0 0 0,0-1 1 0 0,-1 1-1 0 0,1 0 0 0 0,0 0 0 0 0,0-1 1 0 0,2 4-1 0 0,0-5 24 0 0,0 0-1 0 0,-1 0 1 0 0,1 0 0 0 0,0 0-1 0 0,0-1 1 0 0,0 1 0 0 0,0-1-1 0 0,0 0 1 0 0,0 0 0 0 0,-1 0-1 0 0,1 0 1 0 0,0 0 0 0 0,-1 0-1 0 0,1-1 1 0 0,-1 0 0 0 0,1 1-1 0 0,-1-1 1 0 0,0 0 0 0 0,0 0-1 0 0,1 0 1 0 0,-2 0 0 0 0,1-1-1 0 0,0 1 1 0 0,0-1 0 0 0,-1 1-1 0 0,1-1 1 0 0,-1 1 0 0 0,0-1-1 0 0,0 0 1 0 0,0 0 0 0 0,0 1-1 0 0,0-1 1 0 0,-1 0 0 0 0,1 0-1 0 0,0-5 1 0 0,0 1 12 0 0,-1 1-1 0 0,1 0 0 0 0,-1-1 1 0 0,0 1-1 0 0,-1-1 1 0 0,1 1-1 0 0,-1-1 0 0 0,0 1 1 0 0,-1 0-1 0 0,0 0 1 0 0,0 0-1 0 0,0 0 0 0 0,-1 0 1 0 0,1 0-1 0 0,-2 0 1 0 0,-3-6-1 0 0,3 8-31 0 0,0 0-1 0 0,0 0 1 0 0,0 1-1 0 0,0-1 1 0 0,-1 1 0 0 0,1 0-1 0 0,-1 0 1 0 0,0 0-1 0 0,0 1 1 0 0,0 0 0 0 0,0 0-1 0 0,-1 0 1 0 0,-5-1-1 0 0,8 3-174 0 0,1-1 0 0 0,-1 1-1 0 0,0 0 1 0 0,0 0-1 0 0,1 0 1 0 0,-1 0 0 0 0,0 1-1 0 0,0-1 1 0 0,1 1-1 0 0,-1-1 1 0 0,-4 3 0 0 0,5-2-287 0 0,0 0 0 0 0,-1 0 0 0 0,1 1 0 0 0,0-1 0 0 0,0 1 0 0 0,1 0 0 0 0,-1-1 0 0 0,0 1 0 0 0,0 0 0 0 0,1 0 1 0 0,-1 0-1 0 0,1 0 0 0 0,0 0 0 0 0,-2 4 0 0 0</inkml:trace>
</inkml:ink>
</file>

<file path=ppt/ink/ink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6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56 280 0 0,'-6'-38'8277'0'0,"6"37"-8086"0"0,0 1 0 0 0,0-1 0 0 0,0 0-1 0 0,0 0 1 0 0,0 1 0 0 0,0-1 0 0 0,0 0 0 0 0,-1 1 0 0 0,1-1 0 0 0,0 0 0 0 0,0 1 0 0 0,-1-1 0 0 0,1 0 0 0 0,0 1 0 0 0,-1-1 0 0 0,1 0-1 0 0,-1 1 1 0 0,1-1 0 0 0,-1 1 0 0 0,1-1 0 0 0,-1 1 0 0 0,1-1 0 0 0,-1 1 0 0 0,1-1 0 0 0,-1 1 0 0 0,0 0 0 0 0,-1-1 0 0 0,-7 11-61 0 0,-1 1 0 0 0,2 0 1 0 0,-1 1-1 0 0,2 0 1 0 0,-13 24-1 0 0,19-34-121 0 0,0 0-1 0 0,0 1 1 0 0,0-1 0 0 0,0 0-1 0 0,0 1 1 0 0,1-1 0 0 0,-1 1 0 0 0,1-1-1 0 0,-1 1 1 0 0,1-1 0 0 0,0 1 0 0 0,0-1-1 0 0,0 1 1 0 0,0-1 0 0 0,1 1-1 0 0,-1-1 1 0 0,1 1 0 0 0,0-1 0 0 0,-1 1-1 0 0,1-1 1 0 0,0 0 0 0 0,0 1 0 0 0,1-1-1 0 0,-1 0 1 0 0,0 0 0 0 0,1 0-1 0 0,-1 0 1 0 0,1 0 0 0 0,0 0 0 0 0,-1 0-1 0 0,1 0 1 0 0,0-1 0 0 0,0 1-1 0 0,0-1 1 0 0,0 0 0 0 0,1 1 0 0 0,-1-1-1 0 0,0 0 1 0 0,1 0 0 0 0,-1 0 0 0 0,0-1-1 0 0,1 1 1 0 0,3 0 0 0 0,8 2-80 0 0,-1 0-1 0 0,1-2 1 0 0,-1 1 0 0 0,1-2 0 0 0,0 0 0 0 0,-1 0 0 0 0,1-1 0 0 0,0-1-1 0 0,-1 0 1 0 0,1-1 0 0 0,18-7 0 0 0,-11 3-38 0 0,0-2 0 0 0,0-1 0 0 0,-1 0 0 0 0,0-1-1 0 0,-1-2 1 0 0,19-14 0 0 0,-31 21 277 0 0,-1 0 1 0 0,0 0-1 0 0,0 0 0 0 0,-1-1 1 0 0,0 1-1 0 0,0-1 0 0 0,7-13 0 0 0,-12 18 299 0 0,1-5-379 0 0,-1 5-68 0 0,-1 5 89 0 0,-3 4-109 0 0,-2 10 10 0 0,11 26 42 0 0,-4-40-71 0 0,1 1 0 0 0,-1-1 1 0 0,1 0-1 0 0,0 1 0 0 0,0-1 1 0 0,0 0-1 0 0,0 0 0 0 0,1-1 0 0 0,-1 1 1 0 0,1 0-1 0 0,-1-1 0 0 0,1 0 1 0 0,0 1-1 0 0,0-1 0 0 0,0 0 1 0 0,0 0-1 0 0,1-1 0 0 0,-1 1 1 0 0,0-1-1 0 0,1 0 0 0 0,-1 0 0 0 0,1 0 1 0 0,-1 0-1 0 0,1 0 0 0 0,0-1 1 0 0,-1 1-1 0 0,1-1 0 0 0,0 0 1 0 0,-1 0-1 0 0,1-1 0 0 0,0 1 0 0 0,-1-1 1 0 0,1 0-1 0 0,-1 0 0 0 0,1 0 1 0 0,-1 0-1 0 0,1-1 0 0 0,-1 1 1 0 0,0-1-1 0 0,0 0 0 0 0,1 0 0 0 0,-1 0 1 0 0,-1 0-1 0 0,1 0 0 0 0,5-6 1 0 0,-2 1 8 0 0,0-2 0 0 0,0 1 0 0 0,-1 0 1 0 0,6-13-1 0 0,-10 20 437 0 0,7-32 1422 0 0,-13 27-1897 0 0,4 9-134 0 0,2 14-111 0 0,0-13 376 0 0,-1 2-97 0 0,-2 45-769 0 0,1-49 196 0 0</inkml:trace>
</inkml:ink>
</file>

<file path=ppt/ink/ink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7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19 236 40 0 0,'0'0'10686'0'0,"3"4"-10532"0"0,0 1-103 0 0,0 0 1 0 0,-1 0 0 0 0,0 1 0 0 0,0-1 0 0 0,0 1 0 0 0,-1-1-1 0 0,0 1 1 0 0,0-1 0 0 0,0 1 0 0 0,-1 0 0 0 0,1-1 0 0 0,-2 1-1 0 0,1 0 1 0 0,0-1 0 0 0,-1 1 0 0 0,0-1 0 0 0,-1 1 0 0 0,1 0-1 0 0,-1-1 1 0 0,0 0 0 0 0,0 0 0 0 0,-1 1 0 0 0,1-1 0 0 0,-1 0-1 0 0,0-1 1 0 0,-5 7 0 0 0,7-10 11 0 0,1-1-53 0 0,0 0-1 0 0,0 0 1 0 0,0-1 0 0 0,0 1 0 0 0,0 0 0 0 0,-1 0-1 0 0,1 0 1 0 0,0 0 0 0 0,0-1 0 0 0,0 1 0 0 0,0 0-1 0 0,0 0 1 0 0,0 0 0 0 0,0 0 0 0 0,-1 0 0 0 0,1 0-1 0 0,0-1 1 0 0,0 1 0 0 0,0 0 0 0 0,0 0-1 0 0,0 0 1 0 0,-1 0 0 0 0,1 0 0 0 0,0 0 0 0 0,0 0-1 0 0,0 0 1 0 0,0 0 0 0 0,-1 0 0 0 0,1 0 0 0 0,0 0-1 0 0,0 0 1 0 0,0 0 0 0 0,0 0 0 0 0,-1 0 0 0 0,1 0-1 0 0,0 0 1 0 0,0 0 0 0 0,0 0 0 0 0,-1 0 0 0 0,1 0-1 0 0,0 0 1 0 0,0 0 0 0 0,0 0 0 0 0,0 0 0 0 0,0 0-1 0 0,-1 0 1 0 0,1 1 0 0 0,0-1 0 0 0,0 0 0 0 0,0 0-1 0 0,0 0 1 0 0,0 0 0 0 0,0 0 0 0 0,-1 1 0 0 0,1-1-1 0 0,0 0 1 0 0,0 0 0 0 0,0 0 0 0 0,0 0-1 0 0,0 0 1 0 0,0 1 0 0 0,0-1 0 0 0,0 0 0 0 0,0 0-1 0 0,0 0 1 0 0,0 1 0 0 0,0-1 0 0 0,7-38 6 0 0,1 29-13 0 0,-2 3 8 0 0,-1 0-23 0 0,0-1 1 0 0,1 1-1 0 0,-1 0 1 0 0,1 0-1 0 0,0 1 1 0 0,0 0-1 0 0,1 0 1 0 0,0 0-1 0 0,0 1 1 0 0,0 0-1 0 0,0 0 1 0 0,1 0-1 0 0,12-3 1 0 0,-18 7 6 0 0,0-1 0 0 0,1 1 0 0 0,-1 0 0 0 0,0 0 1 0 0,0 0-1 0 0,1 0 0 0 0,-1 0 0 0 0,0 1 0 0 0,1-1 1 0 0,-1 1-1 0 0,0-1 0 0 0,0 1 0 0 0,1 0 0 0 0,-1 0 1 0 0,0 0-1 0 0,0 0 0 0 0,0 0 0 0 0,0 1 0 0 0,0-1 1 0 0,2 3-1 0 0,1 0-2 0 0,-1 0-1 0 0,0 0 1 0 0,0 1 0 0 0,-1-1-1 0 0,1 1 1 0 0,-1 0 0 0 0,0 0 0 0 0,2 6-1 0 0,-4-10 2 0 0,-1 0 7 0 0,0-1 0 0 0,0 0 0 0 0,0 1 0 0 0,1-1 0 0 0,-1 0 0 0 0,0 0-1 0 0,0 1 1 0 0,0-1 0 0 0,0 0 0 0 0,0 0 0 0 0,1 1 0 0 0,-1-1-1 0 0,0 0 1 0 0,0 0 0 0 0,0 0 0 0 0,1 1 0 0 0,-1-1 0 0 0,0 0-1 0 0,0 0 1 0 0,1 0 0 0 0,-1 0 0 0 0,0 0 0 0 0,1 1 0 0 0,-1-1-1 0 0,0 0 1 0 0,0 0 0 0 0,1 0 0 0 0,-1 0 0 0 0,0 0 0 0 0,1 0-1 0 0,-1 0 1 0 0,0 0 0 0 0,0 0 0 0 0,1 0 0 0 0,-1 0 0 0 0,0 0-1 0 0,1 0 1 0 0,-1 0 0 0 0,0-1 0 0 0,0 1 0 0 0,1 0 0 0 0,-1 0-1 0 0,0 0 1 0 0,0 0 0 0 0,1 0 0 0 0,-1-1 0 0 0,0 1 0 0 0,1 0 0 0 0,16-10-104 0 0,-10 5 5 0 0,-1 0 1 0 0,1 1-1 0 0,0 0 0 0 0,1 0 0 0 0,-1 1 0 0 0,0 0 0 0 0,1 0 1 0 0,0 1-1 0 0,11-3 0 0 0,75-2-417 0 0,-53 5 415 0 0,8-3 3 0 0,-43 3 135 0 0,-6 0-11 0 0,-17-2 1 0 0,11 3-24 0 0,-1 0-1 0 0,1 0 1 0 0,-1 1-1 0 0,1 0 1 0 0,-1 0-1 0 0,-7 2 1 0 0,12-1-3 0 0,0 0 0 0 0,0 0 0 0 0,0 0 0 0 0,0 0 0 0 0,1 1 0 0 0,-1-1 0 0 0,0 1 0 0 0,1-1 0 0 0,-1 1 0 0 0,0-1-1 0 0,1 1 1 0 0,-2 2 0 0 0,3-3 0 0 0,-1 0-1 0 0,1-1 1 0 0,-1 1-1 0 0,1 0 1 0 0,-1 0-1 0 0,1 0 1 0 0,0 0-1 0 0,-1 0 1 0 0,1 0-1 0 0,0-1 1 0 0,0 1-1 0 0,-1 0 1 0 0,1 0-1 0 0,0 0 1 0 0,0 0-1 0 0,0 0 1 0 0,0 0-1 0 0,1 0 1 0 0,-1 0-1 0 0,0 0 1 0 0,0 0-1 0 0,0 0 1 0 0,1 0-1 0 0,-1 0 1 0 0,0-1-1 0 0,1 1 1 0 0,-1 0-1 0 0,1 0 1 0 0,-1 0-1 0 0,1-1 1 0 0,0 1-1 0 0,-1 0 1 0 0,1 0-1 0 0,0-1 1 0 0,-1 1-1 0 0,1-1 1 0 0,1 2-1 0 0,6 3-43 0 0,-1 0 0 0 0,1-1-1 0 0,0 0 1 0 0,0 0 0 0 0,0-1 0 0 0,1 0-1 0 0,-1 0 1 0 0,1-1 0 0 0,0 0-1 0 0,-1-1 1 0 0,1 0 0 0 0,0 0 0 0 0,0-1-1 0 0,16-1 1 0 0,-12-1 11 0 0,1-1-1 0 0,-1 0 1 0 0,0-1-1 0 0,0 0 1 0 0,0-1 0 0 0,-1-1-1 0 0,1 0 1 0 0,22-15 0 0 0,-8-5 542 0 0,5-2 879 0 0,-30 27-1131 0 0,2 2-226 0 0,-1 1 0 0 0,1-1 1 0 0,0 1-1 0 0,-1 0 0 0 0,1 0 0 0 0,-1 0 0 0 0,0 0 0 0 0,0 1 1 0 0,0-1-1 0 0,0 1 0 0 0,5 5 0 0 0,27 20 43 0 0,-26-23-62 0 0,1 0 0 0 0,0-1 0 0 0,0 0-1 0 0,0-1 1 0 0,0 0 0 0 0,0-1 0 0 0,1 0 0 0 0,-1-1 0 0 0,1 0 0 0 0,-1 0 0 0 0,1-1 0 0 0,-1 0 0 0 0,1-1 0 0 0,-1 0 0 0 0,1-1-1 0 0,-1 0 1 0 0,14-5 0 0 0,-15 3-9 0 0,0 0 0 0 0,-1-1 0 0 0,1 0 0 0 0,-1 0 0 0 0,0 0 0 0 0,-1-1 0 0 0,1-1 0 0 0,-1 1 0 0 0,0-1 0 0 0,-1 0 0 0 0,0-1 0 0 0,0 1 0 0 0,0-1 0 0 0,-1 0 0 0 0,0-1 0 0 0,-1 1 0 0 0,0-1 1 0 0,0 0-1 0 0,2-10 0 0 0,-1 1 147 0 0,-1-1 0 0 0,-1 1 0 0 0,1-29-1 0 0,1-9 1889 0 0,-4 54-1535 0 0,-2-7-255 0 0,0 7-144 0 0,0 7 559 0 0,-3 27-622 0 0,2-1 0 0 0,1 1 1 0 0,2 0-1 0 0,0 0 0 0 0,3 0 0 0 0,0-1 0 0 0,3 1 1 0 0,0-1-1 0 0,13 32 0 0 0,-16-55-747 0 0,0 0 0 0 0,0 0 0 0 0,1-1 0 0 0,8 12 0 0 0</inkml:trace>
</inkml:ink>
</file>

<file path=ppt/ink/ink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7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83 808 0 0,'0'0'1952'0'0,"2"-4"-1062"0"0,1 0-537 0 0,1-1 0 0 0,-1 1 0 0 0,1 0 0 0 0,0 0 0 0 0,0 0 0 0 0,0 1 0 0 0,0 0 0 0 0,1-1 1 0 0,-1 1-1 0 0,1 1 0 0 0,0-1 0 0 0,0 1 0 0 0,0-1 0 0 0,6 0 0 0 0,10-3-253 0 0,-1 1 0 0 0,31-3 0 0 0,0-1-4998 0 0</inkml:trace>
</inkml:ink>
</file>

<file path=ppt/ink/ink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8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359 27 672 0 0,'-3'-21'3483'0'0,"5"15"1373"0"0,4 7-4707 0 0,0 0-1 0 0,-1-1 0 0 0,1 2 0 0 0,-1-1 0 0 0,1 1 0 0 0,-1 0 0 0 0,1 0 0 0 0,-1 0 0 0 0,0 1 1 0 0,9 6-1 0 0,54 37 501 0 0,-62-42-577 0 0,18 14 101 0 0,-1 1 1 0 0,-1 1-1 0 0,-1 0 1 0 0,-1 2-1 0 0,0 0 1 0 0,-2 2 0 0 0,23 37-1 0 0,-31-44-118 0 0,-1 0 0 0 0,-1 1 1 0 0,-1 0-1 0 0,-1 0 0 0 0,0 1 0 0 0,-2 0 0 0 0,0 0 0 0 0,-1 0 1 0 0,0 0-1 0 0,-2 1 0 0 0,0-1 0 0 0,-4 31 0 0 0,-1-19-6 0 0,-2 0 0 0 0,-1-1 0 0 0,-2 0 0 0 0,-1 0 0 0 0,-1-1 0 0 0,-1 0 0 0 0,-2-1 0 0 0,-1 0-1 0 0,-31 44 1 0 0,14-31 14 0 0,-1-1 0 0 0,-2-2 0 0 0,-1-1-1 0 0,-2-2 1 0 0,-49 34 0 0 0,78-62-36 0 0,-125 86 707 0 0,114-80-244 0 0,-1-1 0 0 0,-1-2 0 0 0,0 0 0 0 0,-37 11 0 0 0,58-21-592 0 0,-1 1 0 0 0,0-1 1 0 0,0 0-1 0 0,1 1 0 0 0,-1-1 0 0 0,0 0 0 0 0,0 0 0 0 0,1 0 0 0 0,-1-1 0 0 0,0 1 0 0 0,0 0 0 0 0,1-1 0 0 0,-1 1 0 0 0,0-1 0 0 0,1 1 1 0 0,-1-1-1 0 0,1 0 0 0 0,-1 0 0 0 0,0 0 0 0 0,-1-1 0 0 0,-17-19-8845 0 0,10 8 5314 0 0</inkml:trace>
</inkml:ink>
</file>

<file path=ppt/ink/ink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9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49 44 0 0,'0'0'1162'0'0,"-18"-12"13618"0"0,66 2-14584 0 0,0 1 0 0 0,80-4-1 0 0,-92 10-597 0 0,-24 2-153 0 0,1 0-1 0 0,0 1 0 0 0,0 1 0 0 0,13 2 0 0 0,2 7-6675 0 0</inkml:trace>
</inkml:ink>
</file>

<file path=ppt/ink/ink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29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63 676 0 0,'-5'6'3416'0'0,"1"4"-967"0"0,45-18-2001 0 0,-16 1-108 0 0,2 2-128 0 0,10-1-152 0 0,5-4-132 0 0,-1 4-184 0 0,5-4-256 0 0,-4 3-616 0 0,-2-2-1221 0 0,3-1 541 0 0</inkml:trace>
</inkml:ink>
</file>

<file path=ppt/ink/ink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0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37 348 0 0,'-9'-24'5183'0'0,"-1"12"4939"0"0,10 12-10020 0 0,-7 114 1054 0 0,-7 70 131 0 0,7-152-1190 0 0,-1 5-1304 0 0,6-13-2446 0 0,2-22 2854 0 0</inkml:trace>
</inkml:ink>
</file>

<file path=ppt/ink/ink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0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73 452 0 0,'-10'-5'4092'0'0,"10"5"-4022"0"0,-1 0-1 0 0,1 0 1 0 0,0 0 0 0 0,0 0 0 0 0,0 0-1 0 0,-1 0 1 0 0,1 0 0 0 0,0 0 0 0 0,0 0-1 0 0,0-1 1 0 0,0 1 0 0 0,-1 0-1 0 0,1 0 1 0 0,0 0 0 0 0,0 0 0 0 0,0 0-1 0 0,0 0 1 0 0,-1 0 0 0 0,1 0 0 0 0,0-1-1 0 0,0 1 1 0 0,0 0 0 0 0,0 0-1 0 0,0 0 1 0 0,0 0 0 0 0,-1-1 0 0 0,1 1-1 0 0,0 0 1 0 0,0 0 0 0 0,0 0 0 0 0,0 0-1 0 0,0-1 1 0 0,0 1 0 0 0,0 0 0 0 0,0 0-1 0 0,0 0 1 0 0,0-1 0 0 0,0 1-1 0 0,0 0 1 0 0,0 0 0 0 0,0 0 0 0 0,0-1-1 0 0,0 1 1 0 0,0 0 0 0 0,0 0 0 0 0,0 0-1 0 0,0 0 1 0 0,0-1 0 0 0,1 1-1 0 0,-1 0 1 0 0,0 0 0 0 0,0 0 0 0 0,0 0-1 0 0,0-1 1 0 0,0 1 0 0 0,0 0 0 0 0,1 0-1 0 0,-1 0 1 0 0,0 0 0 0 0,0 0-1 0 0,40-13 654 0 0,0 3-1 0 0,0 1 1 0 0,71-6-1 0 0,133 4 458 0 0,-211 10-986 0 0,250 4 1262 0 0,-268-4-1392 0 0,5 0-989 0 0</inkml:trace>
</inkml:ink>
</file>

<file path=ppt/ink/ink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0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7 544 0 0,'-8'-7'13519'0'0,"7"18"-13357"0"0,0 53 428 0 0,-3 0 0 0 0,-3 0-1 0 0,-16 71 1 0 0,-7-56-1299 0 0,29-77 346 0 0,-2 4-207 0 0,-4-32-12032 0 0</inkml:trace>
</inkml:ink>
</file>

<file path=ppt/ink/ink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1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1 108 184 0 0,'0'0'1053'0'0,"26"-37"4297"0"0,-9 27-4804 0 0,1 1 1 0 0,1 0-1 0 0,0 2 1 0 0,0 0-1 0 0,0 1 1 0 0,1 1-1 0 0,24-3 1 0 0,-16 4-530 0 0,1 1 0 0 0,0 1 0 0 0,0 2 0 0 0,42 4 0 0 0,-37 4-2140 0 0,-14 0-2498 0 0</inkml:trace>
</inkml:ink>
</file>

<file path=ppt/ink/ink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1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10 568 0 0,'-4'7'6961'0'0,"10"-4"-6658"0"0,1-2 0 0 0,0 1 0 0 0,0-1 0 0 0,0 0-1 0 0,1 0 1 0 0,-1-1 0 0 0,13 0 0 0 0,64-8 873 0 0,-55 5-848 0 0,13-1-266 0 0,14-1-1036 0 0,-22-1-4946 0 0</inkml:trace>
</inkml:ink>
</file>

<file path=ppt/ink/ink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3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55 1020 0 0,'15'-48'9200'0'0,"-15"48"-9167"0"0,0-1 0 0 0,0 1 0 0 0,0 0 0 0 0,0-1 0 0 0,0 1 0 0 0,0 0 0 0 0,-1-1 1 0 0,1 1-1 0 0,0 0 0 0 0,0 0 0 0 0,0-1 0 0 0,-1 1 0 0 0,1 0 0 0 0,0-1 1 0 0,0 1-1 0 0,-1 0 0 0 0,1 0 0 0 0,0 0 0 0 0,-1-1 0 0 0,1 1 0 0 0,0 0 0 0 0,-1 0 1 0 0,1 0-1 0 0,0 0 0 0 0,-1 0 0 0 0,1 0 0 0 0,0-1 0 0 0,-1 1 0 0 0,1 0 0 0 0,0 0 1 0 0,-1 0-1 0 0,1 0 0 0 0,0 0 0 0 0,-1 0 0 0 0,1 0 0 0 0,-1 1 0 0 0,1-1 0 0 0,-1 0 1 0 0,-15 12 448 0 0,-16 31-321 0 0,26-35 5 0 0,-15 23-65 0 0,1 0-1 0 0,2 1 0 0 0,1 1 1 0 0,1 0-1 0 0,2 1 1 0 0,1 1-1 0 0,2 0 0 0 0,2 1 1 0 0,1 0-1 0 0,2 1 1 0 0,1-1-1 0 0,2 1 1 0 0,1 0-1 0 0,2 0 0 0 0,2 0 1 0 0,1 0-1 0 0,13 59 1 0 0,-6-62-183 0 0,2 0 1 0 0,1-1 0 0 0,2-1 0 0 0,0 0-1 0 0,3-1 1 0 0,38 53 0 0 0,-50-77-131 0 0,-1-1 0 0 0,1 0 0 0 0,0 0 0 0 0,0 0 0 0 0,1-1-1 0 0,0 0 1 0 0,0 0 0 0 0,0 0 0 0 0,0-1 0 0 0,11 4 0 0 0,-8-4-959 0 0,0-1 0 0 0,0 0 0 0 0,0 0-1 0 0,17 2 1 0 0,1-3-1852 0 0</inkml:trace>
</inkml:ink>
</file>

<file path=ppt/ink/ink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4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67 808 0 0,'-1'-58'8138'0'0,"1"58"-8083"0"0,0 0-1 0 0,1 0 1 0 0,-1 0 0 0 0,0 0-1 0 0,0-1 1 0 0,0 1 0 0 0,0 0-1 0 0,0 0 1 0 0,0 0-1 0 0,1 0 1 0 0,-1-1 0 0 0,0 1-1 0 0,0 0 1 0 0,0 0 0 0 0,0 0-1 0 0,0 0 1 0 0,0-1-1 0 0,0 1 1 0 0,0 0 0 0 0,0 0-1 0 0,0 0 1 0 0,0-1 0 0 0,0 1-1 0 0,0 0 1 0 0,0 0-1 0 0,0 0 1 0 0,0-1 0 0 0,0 1-1 0 0,0 0 1 0 0,0 0 0 0 0,0 0-1 0 0,0-1 1 0 0,0 1-1 0 0,-1 0 1 0 0,1 0 0 0 0,0 0-1 0 0,0 0 1 0 0,0-1 0 0 0,0 1-1 0 0,0 0 1 0 0,0 0-1 0 0,-1 0 1 0 0,1 0 0 0 0,0 0-1 0 0,0 0 1 0 0,0-1 0 0 0,0 1-1 0 0,-1 0 1 0 0,1 0-1 0 0,0 0 1 0 0,0 0 0 0 0,0 0-1 0 0,-1 0 1 0 0,1 0 0 0 0,0 0-1 0 0,0 0 1 0 0,-1 0-1 0 0,-9 14 1039 0 0,-20 42-1504 0 0,19-34 746 0 0,-9 17-294 0 0,2 1 0 0 0,1 1 0 0 0,3 1 0 0 0,1 0 0 0 0,2 0 0 0 0,2 1 0 0 0,2 1 0 0 0,2 0 0 0 0,0 74 0 0 0,5-108-35 0 0,1-1 1 0 0,0 0-1 0 0,0 0 1 0 0,0 1 0 0 0,2-1-1 0 0,-1 0 1 0 0,1-1 0 0 0,0 1-1 0 0,1 0 1 0 0,0-1 0 0 0,6 10-1 0 0,-8-15-3 0 0,1 0 0 0 0,-1 0 0 0 0,1 0 0 0 0,0 0 0 0 0,0 0 0 0 0,0-1 1 0 0,0 0-1 0 0,1 1 0 0 0,-1-1 0 0 0,1 0 0 0 0,-1-1 0 0 0,1 1 0 0 0,0-1 0 0 0,0 1 0 0 0,-1-1 0 0 0,1 0 0 0 0,0-1 0 0 0,0 1 0 0 0,0-1 0 0 0,0 1 0 0 0,0-1 0 0 0,0 0 0 0 0,0-1 0 0 0,0 1 0 0 0,0-1 0 0 0,0 0 0 0 0,6-2 0 0 0,8-1 0 0 0,-1-2 0 0 0,0 0 0 0 0,0-2 0 0 0,-1 1 0 0 0,0-2 0 0 0,0 0 0 0 0,-1-1 0 0 0,0-1 0 0 0,-1 0 0 0 0,0-1 0 0 0,-1 0 0 0 0,0-1 0 0 0,-1-1 0 0 0,0 0 1 0 0,-1 0-1 0 0,-1-1 0 0 0,-1-1 0 0 0,0 0 0 0 0,0 0 0 0 0,6-21 0 0 0,-10 28-3 0 0,-3 6 1 0 0,-1 1 0 0 0,1-1-1 0 0,-1 0 1 0 0,0 0-1 0 0,0 0 1 0 0,0 1 0 0 0,0-1-1 0 0,0 0 1 0 0,-1 0-1 0 0,1 0 1 0 0,-1 0 0 0 0,0-5-1 0 0,1 6-4 0 0,-2 2-34 0 0,1 0 37 0 0,0 0 0 0 0,0 1 0 0 0,0-1-1 0 0,0 0 1 0 0,0 0 0 0 0,-1 1 0 0 0,1-1 0 0 0,0 0 0 0 0,0 0 0 0 0,0 0 0 0 0,-1 1 0 0 0,1-1 0 0 0,0 0 0 0 0,-1 0 0 0 0,1 0-1 0 0,0 0 1 0 0,0 1 0 0 0,-1-1 0 0 0,1 0 0 0 0,0 0 0 0 0,0 0 0 0 0,-1 0 0 0 0,1 0 0 0 0,0 0 0 0 0,-1 0 0 0 0,1 0-1 0 0,0 0 1 0 0,-1 0 0 0 0,1 0 0 0 0,0 0 0 0 0,0 0 0 0 0,-1 0 0 0 0,1 0 0 0 0,0 0 0 0 0,-1-1 0 0 0,1 1 0 0 0,0 0-1 0 0,0 0 1 0 0,-1 0 0 0 0,1 0 0 0 0,0 0 0 0 0,0-1 0 0 0,-1 1 0 0 0,1 0 0 0 0,0 0 0 0 0,0-1 0 0 0,0 1 0 0 0,-1 0-1 0 0,1 0 1 0 0,0-1 0 0 0,0 1 0 0 0,0 0 0 0 0,0 0 0 0 0,0-1 0 0 0,-1 1 0 0 0,1 0 0 0 0,0-1 0 0 0,0 1 0 0 0,0 0 0 0 0,0 0-1 0 0,0-1 1 0 0,0 1 0 0 0,0 0 0 0 0,0-1 0 0 0,0 1 0 0 0,0 0 0 0 0,0-1 0 0 0,1 1 0 0 0,-21 20-39 0 0,20-20 40 0 0,-3 4-4 0 0,-1 1 1 0 0,1-1-1 0 0,0 1 1 0 0,0 0-1 0 0,1 0 0 0 0,0 0 1 0 0,-1 0-1 0 0,2 0 1 0 0,-1 1-1 0 0,1-1 0 0 0,-1 0 1 0 0,2 1-1 0 0,-1-1 1 0 0,0 1-1 0 0,1 0 0 0 0,0-1 1 0 0,1 1-1 0 0,-1-1 1 0 0,1 1-1 0 0,0-1 0 0 0,0 1 1 0 0,1-1-1 0 0,-1 0 1 0 0,1 0-1 0 0,0 1 0 0 0,1-1 1 0 0,-1 0-1 0 0,1-1 1 0 0,0 1-1 0 0,1-1 0 0 0,5 7 1 0 0,-5-5-15 0 0,1-1 0 0 0,0 0 0 0 0,0 0 0 0 0,0-1-1 0 0,1 0 1 0 0,0 0 0 0 0,0 0 0 0 0,0 0 0 0 0,0-1 0 0 0,1 0 0 0 0,-1 0 0 0 0,1-1 0 0 0,-1 0 0 0 0,1 0 0 0 0,0 0 0 0 0,0-1 0 0 0,0 0 0 0 0,0-1 0 0 0,0 1 0 0 0,0-1-1 0 0,0-1 1 0 0,0 1 0 0 0,0-1 0 0 0,13-4 0 0 0,-10 2 5 0 0,0-1 0 0 0,0 0 0 0 0,-1-1 0 0 0,0 0-1 0 0,0 0 1 0 0,0-1 0 0 0,0 0 0 0 0,-1-1 0 0 0,0 0 0 0 0,-1 0 0 0 0,9-10-1 0 0,-3 0 3 0 0,-1 0-1 0 0,-1-1 0 0 0,0-1 0 0 0,15-39 0 0 0,-13 36 3 0 0,-12 21-12 0 0,0-1-1 0 0,0 1 1 0 0,0 0-1 0 0,0-1 1 0 0,0 1-1 0 0,-1-1 1 0 0,1 1-1 0 0,0-1 1 0 0,-1 1-1 0 0,0-1 1 0 0,1 0-1 0 0,-1 1 1 0 0,1-3-1 0 0,-7 6 4 0 0,-14 6 5 0 0,15-6-5 0 0,7 3-122 0 0,30 32 99 0 0,-25-30 32 0 0,-1-1 0 0 0,0 1 0 0 0,-1 0 0 0 0,1 0 0 0 0,-2 0-1 0 0,1 1 1 0 0,-1 0 0 0 0,0 0 0 0 0,0 0 0 0 0,3 12 0 0 0,1 32-31 0 0,-7-50 36 0 0,28 15-340 0 0,-22-16-61 0 0,1 0-1 0 0,-1-1 0 0 0,1 1 1 0 0,-1-1-1 0 0,1-1 0 0 0,-1 0 1 0 0,11-2-1 0 0,12-7-3920 0 0,-18 5 1941 0 0</inkml:trace>
</inkml:ink>
</file>

<file path=ppt/ink/ink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5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1 232 0 0,'0'0'7496'0'0,"3"3"-7298"0"0,-2 0-147 0 0,1-1 0 0 0,-1 1 0 0 0,0 0 0 0 0,1 0 0 0 0,-1-1 0 0 0,-1 1 0 0 0,1 0 0 0 0,0 0 0 0 0,-1 0 0 0 0,1 0 0 0 0,-1 0-1 0 0,0 0 1 0 0,0 0 0 0 0,0 0 0 0 0,-1 0 0 0 0,1 0 0 0 0,-1 0 0 0 0,1-1 0 0 0,-1 1 0 0 0,0 0 0 0 0,0 0 0 0 0,0 0 0 0 0,-2 3 0 0 0,0-1 3 0 0,1 0 0 0 0,-1-1 0 0 0,0 1 1 0 0,0 0-1 0 0,-1-1 0 0 0,1 0 0 0 0,-1 0 0 0 0,0 0 1 0 0,-6 4-1 0 0,8-6-8 0 0,2-2-42 0 0,0-1-1 0 0,0 1 1 0 0,0 0 0 0 0,0 0 0 0 0,0 0 0 0 0,0 0-1 0 0,0 0 1 0 0,0 0 0 0 0,0 0 0 0 0,0 0-1 0 0,0 0 1 0 0,-1 0 0 0 0,1-1 0 0 0,0 1 0 0 0,0 0-1 0 0,0 0 1 0 0,0 0 0 0 0,0 0 0 0 0,0 0 0 0 0,0 0-1 0 0,0 0 1 0 0,-1 0 0 0 0,1 0 0 0 0,0 0-1 0 0,0 0 1 0 0,0 0 0 0 0,0 0 0 0 0,0 0 0 0 0,0 0-1 0 0,0 0 1 0 0,-1 0 0 0 0,1 0 0 0 0,0 0-1 0 0,0 0 1 0 0,0 0 0 0 0,0 0 0 0 0,0 0 0 0 0,0 0-1 0 0,0 0 1 0 0,-1 0 0 0 0,1 0 0 0 0,0 1-1 0 0,0-1 1 0 0,0 0 0 0 0,0 0 0 0 0,0 0 0 0 0,0 0-1 0 0,0 0 1 0 0,0 0 0 0 0,0 0 0 0 0,0 0 0 0 0,0 0-1 0 0,-1 1 1 0 0,1-1 0 0 0,0 0 0 0 0,0 0-1 0 0,0 0 1 0 0,0 0 0 0 0,0 0 0 0 0,0 0 0 0 0,0 0-1 0 0,0 1 1 0 0,0-1 0 0 0,0 0 0 0 0,0 0-1 0 0,0 0 1 0 0,9-8-13 0 0,0 1 0 0 0,0-1-1 0 0,1 1 1 0 0,0 1 0 0 0,0 0 0 0 0,0 1-1 0 0,1 0 1 0 0,0 0 0 0 0,0 1-1 0 0,0 0 1 0 0,12-2 0 0 0,-20 6-2 0 0,11 6-10 0 0,-12-6 19 0 0,0 1 0 0 0,-1-1 0 0 0,1 1 0 0 0,0 0 0 0 0,-1 0 0 0 0,1-1 0 0 0,0 1 0 0 0,-1 0 0 0 0,1 0 0 0 0,-1 1 0 0 0,0-1 0 0 0,1 0 0 0 0,0 2 0 0 0,-1-2-7 0 0,5 2-7 0 0,-4-2 18 0 0,-1 0 1 0 0,1-1 0 0 0,0 1 0 0 0,0 0-1 0 0,-1-1 1 0 0,1 1 0 0 0,0-1 0 0 0,0 1-1 0 0,-1-1 1 0 0,1 0 0 0 0,0 0 0 0 0,0 1-1 0 0,3-2 1 0 0,111-33 19 0 0,-114 33-18 0 0,32 20 2 0 0,-30-14-39 0 0,-1 0-1 0 0,1 1 1 0 0,-1-1 0 0 0,-1 1-1 0 0,1-1 1 0 0,-1 1-1 0 0,3 10 1 0 0,-4-14-20 0 0,-1-1-253 0 0,4 10-402 0 0</inkml:trace>
</inkml:ink>
</file>

<file path=ppt/ink/ink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5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64 220 0 0,'0'0'1316'0'0,"-16"-2"924"0"0,7-1 969 0 0,30-12-2665 0 0,-3 11-200 0 0,9-2-276 0 0,13 0-316 0 0,3 1-356 0 0,1-2-580 0 0,-3 0-1277 0 0,2-2 565 0 0</inkml:trace>
</inkml:ink>
</file>

<file path=ppt/ink/ink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7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0 416 0 0,'0'0'8984'0'0,"-1"6"-8731"0"0,-4 10-39 0 0,-1 1-1 0 0,0-1 1 0 0,-1 0-1 0 0,-1-1 1 0 0,-1 1 0 0 0,-11 14-1 0 0,-40 47-2222 0 0,44-55-2505 0 0,10-16 1913 0 0</inkml:trace>
</inkml:ink>
</file>

<file path=ppt/ink/ink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8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190 341 852 0 0,'0'-1'104'0'0,"0"1"0"0"0,0 0 0 0 0,0 0 1 0 0,0-1-1 0 0,1 1 0 0 0,-1 0 0 0 0,0-1 0 0 0,0 1 0 0 0,0 0 0 0 0,0-1 0 0 0,0 1 1 0 0,0 0-1 0 0,0-1 0 0 0,0 1 0 0 0,0 0 0 0 0,0-1 0 0 0,0 1 0 0 0,0 0 0 0 0,0-1 1 0 0,0 1-1 0 0,0 0 0 0 0,0 0 0 0 0,0-1 0 0 0,-1 1 0 0 0,1 0 0 0 0,0-1 0 0 0,0 1 1 0 0,0 0-1 0 0,0 0 0 0 0,-1-1 0 0 0,1 1 0 0 0,0 0 0 0 0,0 0 0 0 0,-1-1 0 0 0,1 1 1 0 0,0 0-1 0 0,0 0 0 0 0,-1 0 0 0 0,1-1 0 0 0,-7 1 93 0 0,1 1 0 0 0,0 0 0 0 0,-1 0 0 0 0,1 0-1 0 0,0 1 1 0 0,0-1 0 0 0,0 2 0 0 0,0-1 0 0 0,0 1 0 0 0,0 0 0 0 0,0 0 0 0 0,1 0-1 0 0,0 1 1 0 0,0 0 0 0 0,-7 6 0 0 0,3-3-7 0 0,0 1 0 0 0,0 1 1 0 0,1 0-1 0 0,0 0 0 0 0,0 0 0 0 0,1 1 1 0 0,-10 20-1 0 0,15-27-143 0 0,0 1 0 0 0,1 0-1 0 0,0 0 1 0 0,0 0 0 0 0,0 0 0 0 0,0 0 0 0 0,0 0 0 0 0,1 0 0 0 0,0 0-1 0 0,-1 0 1 0 0,2 0 0 0 0,-1 0 0 0 0,0 0 0 0 0,1 0 0 0 0,0 0 0 0 0,0 0-1 0 0,0 0 1 0 0,3 7 0 0 0,-2-9-31 0 0,-1 1 1 0 0,1-1-1 0 0,0 0 0 0 0,0 0 1 0 0,0 0-1 0 0,0 0 0 0 0,0-1 1 0 0,0 1-1 0 0,0 0 0 0 0,1-1 1 0 0,-1 0-1 0 0,0 1 0 0 0,1-1 1 0 0,0 0-1 0 0,-1 0 0 0 0,1-1 1 0 0,-1 1-1 0 0,1 0 0 0 0,0-1 1 0 0,-1 1-1 0 0,1-1 0 0 0,0 0 1 0 0,0 0-1 0 0,-1 0 0 0 0,1-1 1 0 0,0 1-1 0 0,0-1 0 0 0,-1 1 1 0 0,4-2-1 0 0,6-1 33 0 0,-1-1-1 0 0,1 0 1 0 0,-1-1 0 0 0,0 0 0 0 0,0-1-1 0 0,-1 0 1 0 0,0-1 0 0 0,0 0-1 0 0,0-1 1 0 0,-1 0 0 0 0,0 0 0 0 0,-1-1-1 0 0,0 0 1 0 0,10-14 0 0 0,-5 5 41 0 0,-1-1 0 0 0,-1 0 0 0 0,-1-1 0 0 0,-1 0 0 0 0,0-1 0 0 0,11-42 0 0 0,-18 51-59 0 0,1 0 1 0 0,-1-1-1 0 0,-1 1 1 0 0,0-1-1 0 0,-1 1 0 0 0,0-1 1 0 0,-1 1-1 0 0,-1 0 1 0 0,0-1-1 0 0,0 1 1 0 0,-1 0-1 0 0,-9-22 0 0 0,9 27-26 0 0,0 1 0 0 0,0 0 0 0 0,-1 0 0 0 0,0 1 0 0 0,0-1 0 0 0,-1 1 0 0 0,1 0 0 0 0,-1 0 0 0 0,0 0 0 0 0,0 1 0 0 0,-1-1 0 0 0,1 1 0 0 0,-1 1 0 0 0,0-1 0 0 0,0 1 0 0 0,-1 0 0 0 0,1 0 0 0 0,0 1 0 0 0,-1 0 0 0 0,0 0 0 0 0,1 0 0 0 0,-1 1 0 0 0,0 0 0 0 0,-13 0 0 0 0,7 1-10 0 0,-1 1 0 0 0,1 1 0 0 0,-1 0 1 0 0,1 0-1 0 0,-1 1 0 0 0,1 1 1 0 0,-13 6-1 0 0,23-9 1 0 0,-1 0 1 0 0,1 1-1 0 0,0 0 1 0 0,0 0-1 0 0,-1 0 1 0 0,1 0-1 0 0,0 1 1 0 0,1-1-1 0 0,-1 1 0 0 0,0 0 1 0 0,1-1-1 0 0,0 1 1 0 0,-3 4-1 0 0,4-4 2 0 0,0-1 0 0 0,0 0 0 0 0,1 1 0 0 0,-1-1 1 0 0,1 0-1 0 0,0 1 0 0 0,0-1 0 0 0,-1 0 0 0 0,1 1 0 0 0,1-1 0 0 0,-1 0 0 0 0,0 1 0 0 0,1-1 0 0 0,-1 0 0 0 0,1 1 0 0 0,0-1 0 0 0,-1 0 0 0 0,1 0 0 0 0,0 1 0 0 0,1-1 0 0 0,-1 0 0 0 0,0 0 0 0 0,2 2 1 0 0,3 4-10 0 0,1-1 0 0 0,0 0 0 0 0,0 0 1 0 0,0 0-1 0 0,1-1 0 0 0,0 0 0 0 0,0 0 1 0 0,1-1-1 0 0,0 0 0 0 0,17 6 0 0 0,13 4-174 0 0,49 12-1 0 0,-68-21 94 0 0,21 4-82 0 0,-16-5-2 0 0,-1 2 0 0 0,0 1 1 0 0,46 20-1 0 0,-65-25 149 0 0,0-1-1 0 0,-1 1 1 0 0,1 0 0 0 0,-1 0 0 0 0,1 1-1 0 0,-1-1 1 0 0,0 1 0 0 0,0 0 0 0 0,0 0-1 0 0,-1 1 1 0 0,0-1 0 0 0,0 0 0 0 0,0 1-1 0 0,0 0 1 0 0,0 0 0 0 0,-1 0-1 0 0,0 0 1 0 0,0 0 0 0 0,-1 1 0 0 0,1-1-1 0 0,-1 0 1 0 0,0 1 0 0 0,0 10 0 0 0,-1-12 17 0 0,0 1 0 0 0,0-1 0 0 0,1 0-1 0 0,0 1 1 0 0,0-1 0 0 0,0 0 0 0 0,0 0 0 0 0,0 1 0 0 0,1-1 0 0 0,0 0 0 0 0,0-1 0 0 0,0 1 0 0 0,0 0 0 0 0,1 0 0 0 0,-1-1 0 0 0,1 1 0 0 0,0-1 0 0 0,6 6 0 0 0,-6-8 17 0 0,0 1 0 0 0,-1-1 0 0 0,1 1 0 0 0,0-1 0 0 0,0 0 0 0 0,0 0 0 0 0,0 0 0 0 0,0-1 1 0 0,0 1-1 0 0,0-1 0 0 0,0 1 0 0 0,0-1 0 0 0,0 0 0 0 0,0 0 0 0 0,0 0 0 0 0,0-1 0 0 0,0 1 0 0 0,0-1 0 0 0,0 0 1 0 0,0 0-1 0 0,0 0 0 0 0,0 0 0 0 0,0 0 0 0 0,0 0 0 0 0,-1-1 0 0 0,1 0 0 0 0,-1 1 0 0 0,5-5 0 0 0,-5 5 32 0 0,0-1 0 0 0,0 0-1 0 0,0 1 1 0 0,-1-1 0 0 0,1 0 0 0 0,0 0-1 0 0,-1 0 1 0 0,0 0 0 0 0,1-1-1 0 0,-1 1 1 0 0,0 0 0 0 0,0-1-1 0 0,0 1 1 0 0,0 0 0 0 0,-1-1 0 0 0,1 1-1 0 0,-1-1 1 0 0,1 1 0 0 0,-1-1-1 0 0,0 0 1 0 0,0 1 0 0 0,0-1-1 0 0,0 1 1 0 0,-1-1 0 0 0,1 1 0 0 0,-1-1-1 0 0,1 1 1 0 0,-1-1 0 0 0,0 1-1 0 0,0 0 1 0 0,0-1 0 0 0,0 1-1 0 0,-1 0 1 0 0,1 0 0 0 0,0 0 0 0 0,-4-4-1 0 0,1 0-2 0 0,0 1 1 0 0,-1 0-1 0 0,1-1 0 0 0,-1 2 0 0 0,0-1 0 0 0,-1 0 1 0 0,1 1-1 0 0,-1 0 0 0 0,0 0 0 0 0,0 1 1 0 0,0 0-1 0 0,0 0 0 0 0,-8-2 0 0 0,10 4-250 0 0,-1 0-1 0 0,1 0 1 0 0,-1 1-1 0 0,1 0 1 0 0,-1 0-1 0 0,0 0 1 0 0,1 1-1 0 0,-7 1 1 0 0,-18 12-5728 0 0</inkml:trace>
</inkml:ink>
</file>

<file path=ppt/ink/ink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39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49 868 0 0,'1'-17'4627'0'0,"-1"15"-4234"0"0,-1 0 1 0 0,1 0 0 0 0,-1-1 0 0 0,0 1-1 0 0,1 1 1 0 0,-1-1 0 0 0,0 0-1 0 0,0 0 1 0 0,0 0 0 0 0,-1 0 0 0 0,1 1-1 0 0,-2-3 1 0 0,2 2 242 0 0,-5 3-530 0 0,0-1-1 0 0,0 1 1 0 0,1 0-1 0 0,-1 0 1 0 0,0 0-1 0 0,1 1 1 0 0,-1 0-1 0 0,1 0 1 0 0,0 0 0 0 0,-1 1-1 0 0,1-1 1 0 0,0 2-1 0 0,0-1 1 0 0,-4 4-1 0 0,0 1-17 0 0,1 0-1 0 0,1 0 0 0 0,0 0 1 0 0,0 1-1 0 0,0 0 1 0 0,-6 14-1 0 0,12-22-79 0 0,1 1-1 0 0,0 0 1 0 0,-1-1 0 0 0,1 1-1 0 0,0 0 1 0 0,0 0 0 0 0,0 0-1 0 0,0-1 1 0 0,0 1 0 0 0,1 0 0 0 0,-1 0-1 0 0,1-1 1 0 0,-1 1 0 0 0,1 0-1 0 0,-1-1 1 0 0,1 1 0 0 0,0 0-1 0 0,0-1 1 0 0,1 3 0 0 0,0 0 2 0 0,1-1 0 0 0,-1 1 0 0 0,0-1 0 0 0,1 0 0 0 0,0 0 0 0 0,-1 0 0 0 0,7 4 0 0 0,-1-3-41 0 0,1 0 0 0 0,0-1 0 0 0,0 0 0 0 0,0 0 0 0 0,0-1 0 0 0,0 0 0 0 0,1 0 0 0 0,-1-1 0 0 0,1-1 0 0 0,-1 0 0 0 0,1 0 0 0 0,-1 0 0 0 0,1-1 0 0 0,-1-1 0 0 0,0 0 0 0 0,0 0 0 0 0,16-6 0 0 0,4-3-114 0 0,1-1 0 0 0,-1-1-1 0 0,-1-2 1 0 0,26-18 0 0 0,-43 25 273 0 0,0-1 0 0 0,0 0 0 0 0,-1 0 0 0 0,0-1 0 0 0,15-21 1 0 0,-24 29 139 0 0,-3 3-245 0 0,0 0 0 0 0,1 1-1 0 0,-1-1 1 0 0,0 0 0 0 0,1 1-1 0 0,-1-1 1 0 0,1 1 0 0 0,0-1 0 0 0,-1 1-1 0 0,1 0 1 0 0,0 0 0 0 0,0-1-1 0 0,0 1 1 0 0,0 0 0 0 0,0 0 0 0 0,1 0-1 0 0,-1 0 1 0 0,1 0 0 0 0,-1 0-1 0 0,1 0 1 0 0,0 0 0 0 0,-1 1 0 0 0,1-1-1 0 0,0 0 1 0 0,0 0 0 0 0,1 0-1 0 0,-1 0 1 0 0,0 0 0 0 0,1 0-1 0 0,-1 0 1 0 0,1 0 0 0 0,0 0 0 0 0,0 2-1 0 0,1-2-45 0 0,-1 1 0 0 0,0-1 0 0 0,0 0 0 0 0,1 0 0 0 0,-1 0 0 0 0,1 0 0 0 0,0 0 0 0 0,0 0 0 0 0,-1-1 0 0 0,1 1 0 0 0,0 0 0 0 0,0-1 0 0 0,1 0 0 0 0,-1 1-1 0 0,0-1 1 0 0,0 0 0 0 0,1 0 0 0 0,-1 0 0 0 0,3 0 0 0 0,0 0-24 0 0,0 0 0 0 0,1 0-1 0 0,-1-1 1 0 0,0 0 0 0 0,0 0 0 0 0,0 0 0 0 0,0-1-1 0 0,0 0 1 0 0,7-1 0 0 0,-4 0 1 0 0,0-1-1 0 0,0 0 1 0 0,0 0 0 0 0,-1 0 0 0 0,1-1 0 0 0,-1 0 0 0 0,0-1 0 0 0,0 1-1 0 0,0-2 1 0 0,-1 1 0 0 0,0 0 0 0 0,8-10 0 0 0,15-26 824 0 0,-28 40-588 0 0,3-10 426 0 0,-1 9 97 0 0,7 56-1978 0 0,5-17-6661 0 0</inkml:trace>
</inkml:ink>
</file>

<file path=ppt/ink/ink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41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0 150 200 0 0,'17'-27'5450'0'0,"-16"26"-5355"0"0,1 0 0 0 0,-1 1 0 0 0,0-1 0 0 0,1 0 0 0 0,-1 0 0 0 0,1 1 0 0 0,-1-1 0 0 0,1 1 0 0 0,0 0 0 0 0,-1-1 0 0 0,1 1 0 0 0,-1 0 0 0 0,1 0 0 0 0,0 0 0 0 0,-1 0 0 0 0,1 0 0 0 0,-1 0 0 0 0,1 0 0 0 0,0 1 0 0 0,-1-1 0 0 0,1 0 0 0 0,-1 1 0 0 0,1 0 0 0 0,-1-1 0 0 0,1 1 0 0 0,-1 0 1 0 0,1 0-1 0 0,-1 0 0 0 0,0 0 0 0 0,1 0 0 0 0,-1 0 0 0 0,0 0 0 0 0,0 0 0 0 0,0 0 0 0 0,0 0 0 0 0,0 1 0 0 0,0-1 0 0 0,0 0 0 0 0,0 1 0 0 0,0 2 0 0 0,1 0-43 0 0,0 0 0 0 0,-1 0 1 0 0,0 1-1 0 0,0-1 0 0 0,0 0 0 0 0,0 1 1 0 0,-1-1-1 0 0,0 0 0 0 0,1 1 0 0 0,-2-1 1 0 0,1 1-1 0 0,0-1 0 0 0,-1 0 0 0 0,-2 7 1 0 0,-1 1 45 0 0,3-6-50 0 0,-1 0 0 0 0,0 0 0 0 0,-1-1-1 0 0,0 1 1 0 0,0 0 0 0 0,0-1 0 0 0,-4 6 0 0 0,5-9-21 0 0,1 0 1 0 0,-1-1-1 0 0,0 1 0 0 0,1 0 0 0 0,-1-1 1 0 0,0 0-1 0 0,0 1 0 0 0,0-1 0 0 0,0 0 1 0 0,0 0-1 0 0,-3 2 0 0 0,-4-6 99 0 0,9-14-148 0 0,4 10 13 0 0,0-1 0 0 0,1 1 0 0 0,0 0 0 0 0,0 1 0 0 0,1-1 0 0 0,0 1 0 0 0,0 0 0 0 0,7-5 0 0 0,-9 8 2 0 0,-1-1 0 0 0,1 1 0 0 0,0 0 0 0 0,0 0 0 0 0,-1 0 0 0 0,1 1 0 0 0,1-1 0 0 0,-1 1 0 0 0,0 0 0 0 0,1 0-1 0 0,-1 1 1 0 0,1-1 0 0 0,-1 1 0 0 0,1 0 0 0 0,0 0 0 0 0,0 1 0 0 0,-1-1 0 0 0,1 1 0 0 0,0 0 0 0 0,0 0 0 0 0,-1 1 0 0 0,1-1 0 0 0,0 1 0 0 0,5 2 0 0 0,-7-2 2 0 0,0 0 0 0 0,-1 0 1 0 0,1 1-1 0 0,-1-1 0 0 0,1 1 0 0 0,-1 0 0 0 0,1 0 0 0 0,-1 0 1 0 0,0 0-1 0 0,0 0 0 0 0,0 0 0 0 0,3 4 0 0 0,-4-4-3 0 0,4 16-34 0 0,-5-17 41 0 0,1 0 6 0 0,2 4 1 0 0,-2-4-3 0 0,1-1-8 0 0,0 0-1 0 0,0 0 1 0 0,0-1 0 0 0,0 1 0 0 0,0-1-1 0 0,0 1 1 0 0,0-1 0 0 0,-1 1-1 0 0,1-1 1 0 0,0 0 0 0 0,0 0 0 0 0,2-2-1 0 0,4-1-31 0 0,-1 0 0 0 0,0 1 0 0 0,1 0-1 0 0,-1 0 1 0 0,1 1 0 0 0,0 0 0 0 0,0 1-1 0 0,0-1 1 0 0,0 1 0 0 0,0 1 0 0 0,0-1-1 0 0,0 2 1 0 0,0-1 0 0 0,0 1 0 0 0,0 0-1 0 0,0 0 1 0 0,0 1 0 0 0,0 1 0 0 0,0-1-1 0 0,7 4 1 0 0,0 0-4 0 0,0-2 1 0 0,1 0-1 0 0,0 0 0 0 0,-1-2 0 0 0,1 0 1 0 0,0-1-1 0 0,0 0 0 0 0,0-1 0 0 0,0-1 0 0 0,20-4 1 0 0,-33 5 86 0 0,-1-1 0 0 0,1 0 0 0 0,0 0 1 0 0,-1 0-1 0 0,1 0 0 0 0,-1-1 0 0 0,1 1 0 0 0,-1-1 1 0 0,0 0-1 0 0,1 1 0 0 0,-1-1 0 0 0,0 0 1 0 0,3-4-1 0 0,-4 4 532 0 0,-8-5-469 0 0,7 6-97 0 0,0 0 1 0 0,-1 0-1 0 0,1 1 0 0 0,-1-1 1 0 0,1 0-1 0 0,-1 0 0 0 0,1 1 0 0 0,-1-1 1 0 0,1 0-1 0 0,-1 1 0 0 0,1-1 1 0 0,-1 1-1 0 0,0-1 0 0 0,1 1 1 0 0,-1-1-1 0 0,0 1 0 0 0,0-1 1 0 0,0 1-1 0 0,1-1 0 0 0,-1 1 0 0 0,0 0 1 0 0,0 0-1 0 0,0-1 0 0 0,0 1 1 0 0,1 0-1 0 0,-2 0 0 0 0,0 0 21 0 0,1 0 0 0 0,0 0 0 0 0,-1 0 0 0 0,1 0 0 0 0,0-1 0 0 0,0 1 0 0 0,-1 0-1 0 0,1-1 1 0 0,0 1 0 0 0,0-1 0 0 0,-1 1 0 0 0,1-1 0 0 0,0 1 0 0 0,0-1 0 0 0,0 0-1 0 0,0 0 1 0 0,0 0 0 0 0,0 1 0 0 0,-1-3 0 0 0,-11-6 178 0 0,12 8-52 0 0,1 0-159 0 0,0 1 0 0 0,0 0 0 0 0,0 0 0 0 0,0 0 0 0 0,0-1-1 0 0,0 1 1 0 0,0 0 0 0 0,0 0 0 0 0,0 0 0 0 0,0-1 0 0 0,0 1-1 0 0,0 0 1 0 0,0 0 0 0 0,0 0 0 0 0,0-1 0 0 0,0 1 0 0 0,0 0-1 0 0,0 0 1 0 0,0 0 0 0 0,0 0 0 0 0,0-1 0 0 0,-1 1 0 0 0,1 0-1 0 0,0 0 1 0 0,0 0 0 0 0,0 0 0 0 0,0-1 0 0 0,0 1 0 0 0,0 0-1 0 0,-1 0 1 0 0,1 0 0 0 0,0 0 0 0 0,0 0 0 0 0,0 0 0 0 0,0 0-1 0 0,-1-1 1 0 0,1 1 0 0 0,0 0 0 0 0,0 0 0 0 0,0 0 0 0 0,-1 0-1 0 0,1 0 1 0 0,0 0 0 0 0,0 0 0 0 0,0 0 0 0 0,-1 0 0 0 0,1 0-1 0 0,0 0 1 0 0,-12 9-29 0 0,-4 17-18 0 0,16-22 49 0 0,0-1 0 0 0,0 1 0 0 0,1-1 1 0 0,0 0-1 0 0,-1 1 0 0 0,1-1 0 0 0,0 0 1 0 0,0 1-1 0 0,1-1 0 0 0,-1 0 0 0 0,1 0 1 0 0,0 0-1 0 0,0 0 0 0 0,0 0 0 0 0,0 0 0 0 0,0-1 1 0 0,0 1-1 0 0,1-1 0 0 0,3 3 0 0 0,-2-1 7 0 0,1-1-1 0 0,0 0 0 0 0,0-1 1 0 0,0 1-1 0 0,0-1 0 0 0,1 0 1 0 0,-1 0-1 0 0,1-1 0 0 0,-1 1 1 0 0,1-1-1 0 0,8 0 0 0 0,-8 0-1 0 0,0-1-1 0 0,0 0 1 0 0,0 0-1 0 0,1 0 1 0 0,-1-1-1 0 0,0 0 1 0 0,0 0-1 0 0,0 0 0 0 0,0-1 1 0 0,0 0-1 0 0,0 0 1 0 0,-1-1-1 0 0,1 0 1 0 0,-1 0-1 0 0,1 0 1 0 0,-1 0-1 0 0,0-1 1 0 0,0 0-1 0 0,-1 0 1 0 0,1 0-1 0 0,-1-1 0 0 0,0 1 1 0 0,0-1-1 0 0,4-6 1 0 0,-3 1 25 0 0,-2 6 7 0 0,-1-1-1 0 0,1 0 1 0 0,-1-1 0 0 0,0 1 0 0 0,0 0-1 0 0,0-1 1 0 0,-1 1 0 0 0,1-6 0 0 0,10-14 493 0 0,-16 81-512 0 0,8-25-22 0 0,-3-30 6 0 0,-1 0 0 0 0,0 0 0 0 0,0 0 0 0 0,1 0 0 0 0,-1 0 0 0 0,1 0 0 0 0,-1 0 0 0 0,1 0 0 0 0,-1 0 0 0 0,1 0 0 0 0,0 0 0 0 0,0 0 0 0 0,-1 0-1 0 0,1-1 1 0 0,0 1 0 0 0,0 0 0 0 0,0 0 0 0 0,0-1 0 0 0,0 1 0 0 0,0-1 0 0 0,0 1 0 0 0,0-1 0 0 0,0 1 0 0 0,0-1 0 0 0,0 0 0 0 0,0 1 0 0 0,0-1-1 0 0,0 0 1 0 0,0 0 0 0 0,1 0 0 0 0,1 0 16 0 0,41 4-46 0 0,-26-2 44 0 0,-1 0-60 0 0,1-1 0 0 0,0 0 1 0 0,22-3-1 0 0,-34 2 41 0 0,-1-1 0 0 0,0 0-1 0 0,0 0 1 0 0,0-1 0 0 0,0 0 0 0 0,0 0 0 0 0,0 0-1 0 0,0 0 1 0 0,0-1 0 0 0,-1 0 0 0 0,1 0-1 0 0,-1 0 1 0 0,0 0 0 0 0,0-1 0 0 0,6-5 0 0 0,-1-3 113 0 0,0 0 0 0 0,0 0 1 0 0,-1-1-1 0 0,0 0 1 0 0,-2 0-1 0 0,11-27 1 0 0,-13 28 502 0 0,-1 0 0 0 0,-1 0 1 0 0,0 0-1 0 0,0 0 0 0 0,-1-17 1 0 0,-1 31-612 0 0,0 0 1 0 0,0 0 0 0 0,-1 0-1 0 0,1-1 1 0 0,-1 1 0 0 0,1 0-1 0 0,-1-1 1 0 0,0 1 0 0 0,1 0-1 0 0,-1-1 1 0 0,0 1 0 0 0,-2 1-1 0 0,-7 23 27 0 0,6 14-155 0 0,-1-6-119 0 0,2 0 1 0 0,1 0-1 0 0,2 0 0 0 0,1 0 0 0 0,6 39 0 0 0,-6-70-156 0 0,0 1 0 0 0,0-1 0 0 0,0 0-1 0 0,0 1 1 0 0,1-1 0 0 0,-1 0 0 0 0,1 0 0 0 0,2 4-1 0 0,6 3-6488 0 0</inkml:trace>
</inkml:ink>
</file>

<file path=ppt/ink/ink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41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81 468 0 0,'22'-13'3279'0'0,"1"2"-2044"0"0,0 1 1 0 0,0 1-1 0 0,1 2 1 0 0,0 0-1 0 0,41-5 0 0 0,30 2-2021 0 0,1 8-5049 0 0,-72 2 3281 0 0</inkml:trace>
</inkml:ink>
</file>

<file path=ppt/ink/ink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41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722 3 1016 0 0,'0'0'1224'0'0,"21"-3"1874"0"0,-12 5-2862 0 0,0 1-1 0 0,0-1 1 0 0,-1 2 0 0 0,1-1 0 0 0,-1 1-1 0 0,0 1 1 0 0,0-1 0 0 0,-1 1 0 0 0,1 1 0 0 0,-1-1-1 0 0,0 1 1 0 0,0 0 0 0 0,-1 1 0 0 0,0 0-1 0 0,0 0 1 0 0,0 0 0 0 0,-1 1 0 0 0,0-1 0 0 0,-1 1-1 0 0,0 1 1 0 0,0-1 0 0 0,5 18 0 0 0,-3-7-91 0 0,-1 0-1 0 0,0 1 1 0 0,-2 0 0 0 0,0 0 0 0 0,-1 0 0 0 0,-1 0 0 0 0,-1 0 0 0 0,-1 0 0 0 0,-5 32 0 0 0,0-27-36 0 0,-1 0 1 0 0,-1-1 0 0 0,-1 0 0 0 0,-1-1-1 0 0,-1 0 1 0 0,-16 26 0 0 0,3-12 55 0 0,-2-1 0 0 0,-52 56 0 0 0,41-55-175 0 0,-2-1 0 0 0,-2-3 0 0 0,-1-1 0 0 0,-1-2 0 0 0,-53 27 0 0 0,-74 24-2011 0 0,-4-16-3810 0 0,102-43 2702 0 0</inkml:trace>
</inkml:ink>
</file>

<file path=ppt/ink/ink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47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53 492 0 0,'3'-53'14185'0'0,"-1"60"-14149"0"0,0 0 0 0 0,1-1 1 0 0,0 0-1 0 0,0 0 0 0 0,1 0 1 0 0,0 0-1 0 0,0 0 1 0 0,0-1-1 0 0,1 0 0 0 0,9 9 1 0 0,-2 1 16 0 0,19 21 45 0 0,0-2 0 0 0,3-1 0 0 0,47 38 1 0 0,7-11-2397 0 0,-86-59 2149 0 0,0 0-1 0 0,-1 0 1 0 0,1 0-1 0 0,0 0 0 0 0,0-1 1 0 0,0 1-1 0 0,0 0 1 0 0,0-1-1 0 0,0 1 1 0 0,0-1-1 0 0,0 0 1 0 0,0 0-1 0 0,0 0 1 0 0,0 0-1 0 0,0 0 1 0 0,0 0-1 0 0,0-1 0 0 0,0 1 1 0 0,0-1-1 0 0,0 1 1 0 0,0-1-1 0 0,0 0 1 0 0,0 0-1 0 0,0 1 1 0 0,0-2-1 0 0,-1 1 1 0 0,4-2-1 0 0,-1 0-416 0 0,-1-1 0 0 0,1 0 0 0 0,-1 0 0 0 0,1 0 0 0 0,-1 0 1 0 0,0 0-1 0 0,-1-1 0 0 0,1 1 0 0 0,3-10 0 0 0,-1-2-1337 0 0</inkml:trace>
</inkml:ink>
</file>

<file path=ppt/ink/ink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47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379 241 988 0 0,'-1'-15'365'0'0,"0"1"-1"0"0,-1-1 1 0 0,-1 0-1 0 0,0 1 1 0 0,-1-1-1 0 0,0 1 1 0 0,-1 0-1 0 0,-1 1 1 0 0,-7-14-1 0 0,7 16 380 0 0,-1 0 0 0 0,0 0 0 0 0,0 1-1 0 0,-1 0 1 0 0,-1 0 0 0 0,-11-10 0 0 0,18 19-56 0 0,-2 3-494 0 0,-2 2-131 0 0,0 1-1 0 0,1 0 0 0 0,-1 0 1 0 0,1 1-1 0 0,0-1 0 0 0,1 1 1 0 0,-1 0-1 0 0,1 0 0 0 0,0 1 1 0 0,0-1-1 0 0,-4 12 0 0 0,-33 87 500 0 0,38-94-487 0 0,-52 198 894 0 0,8-23-314 0 0,42-170-568 0 0,5-13-71 0 0,-1 1 0 0 0,0-1 0 0 0,0 0-1 0 0,0 0 1 0 0,0 0 0 0 0,-1 0 0 0 0,1 0 0 0 0,-5 6 0 0 0,5-8 2 0 0,0 0 1 0 0,-4 3 2 0 0,-14 7 161 0 0,6-6-2797 0 0</inkml:trace>
</inkml:ink>
</file>

<file path=ppt/ink/ink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48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8 106 832 0 0,'-8'-6'10275'0'0,"20"-1"-10074"0"0,0 1 0 0 0,0 0 1 0 0,0 1-1 0 0,0 0 0 0 0,1 1 0 0 0,0 0 0 0 0,0 1 0 0 0,21-2 1 0 0,16-5 137 0 0,-20 2-160 0 0,3-1 124 0 0,1 1 1 0 0,-1 1-1 0 0,52-2 1 0 0,-83 9-260 0 0,11-3 529 0 0,-5 3-873 0 0,-16 5-3315 0 0,-5 1 2415 0 0,0 2-2833 0 0,6-4 590 0 0</inkml:trace>
</inkml:ink>
</file>

<file path=ppt/ink/ink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0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1 204 0 0,'-1'7'9173'0'0,"-4"12"-4888"0"0,-25 101-3840 0 0,19-21 28 0 0,9-62-309 0 0,-2-1 0 0 0,-2 1 0 0 0,-11 36 0 0 0,5-17-419 0 0,11-55-15 0 0,-1 4 424 0 0,1-2-2417 0 0</inkml:trace>
</inkml:ink>
</file>

<file path=ppt/ink/ink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0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81 336 0 0,'0'0'817'0'0,"0"0"-679"0"0,0 0-1 0 0,-1-1 1 0 0,1 1 0 0 0,0 0 0 0 0,-1 0 0 0 0,1-1-1 0 0,0 1 1 0 0,0 0 0 0 0,-1-1 0 0 0,1 1 0 0 0,0 0-1 0 0,0-1 1 0 0,0 1 0 0 0,-1 0 0 0 0,1-1 0 0 0,0 1-1 0 0,0-1 1 0 0,0 1 0 0 0,0 0 0 0 0,0-1 0 0 0,0 1-1 0 0,0-1 1 0 0,0 1 0 0 0,0 0 0 0 0,0-1 0 0 0,0 1 0 0 0,0-1-1 0 0,0 0 1 0 0,4-3 10 0 0,0 1-1 0 0,0-1 1 0 0,0 1 0 0 0,0-1-1 0 0,0 1 1 0 0,1 0 0 0 0,0 1-1 0 0,-1-1 1 0 0,1 1 0 0 0,0 0-1 0 0,0 0 1 0 0,0 1-1 0 0,9-2 1 0 0,81-13 626 0 0,-72 13-592 0 0,98-8 283 0 0,-109 10-1143 0 0,1 1 0 0 0,-1 1 1 0 0,0 0-1 0 0,1 1 0 0 0,-1 0 0 0 0,0 1 1 0 0,20 7-1 0 0,-22-5-1133 0 0</inkml:trace>
</inkml:ink>
</file>

<file path=ppt/ink/ink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0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4 820 0 0,'-2'2'345'0'0,"1"-1"1"0"0,0 1-1 0 0,0 0 1 0 0,0 0-1 0 0,0 0 0 0 0,0 0 1 0 0,0 0-1 0 0,1 0 0 0 0,-1 0 1 0 0,1 0-1 0 0,-1 0 0 0 0,1 4 1 0 0,4-3-220 0 0,0-1 0 0 0,0 1 0 0 0,1-1 0 0 0,-1 0-1 0 0,1 0 1 0 0,-1 0 0 0 0,1-1 0 0 0,0 0 0 0 0,0 1 0 0 0,0-2 0 0 0,0 1 0 0 0,0-1 0 0 0,-1 1 0 0 0,1-1 0 0 0,6-1 0 0 0,89-9 598 0 0,-75 7-517 0 0,41-5-133 0 0,44-5-1086 0 0,-38-1-2968 0 0,-53 9 2102 0 0</inkml:trace>
</inkml:ink>
</file>

<file path=ppt/ink/ink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1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15 12 0 0,'-6'-9'2792'0'0,"6"8"-2648"0"0,0 1-1 0 0,0 0 1 0 0,0 0-1 0 0,0-1 1 0 0,0 1-1 0 0,-1 0 1 0 0,1 0-1 0 0,0 0 1 0 0,0-1-1 0 0,0 1 0 0 0,0 0 1 0 0,0 0-1 0 0,-1 0 1 0 0,1-1-1 0 0,0 1 1 0 0,0 0-1 0 0,0 0 1 0 0,-1 0-1 0 0,1 0 1 0 0,0 0-1 0 0,0-1 1 0 0,0 1-1 0 0,-1 0 1 0 0,1 0-1 0 0,0 0 1 0 0,0 0-1 0 0,-1 0 1 0 0,1 0-1 0 0,0 0 0 0 0,0 0 1 0 0,-1 0-1 0 0,1 0 1 0 0,0 0-1 0 0,0 0 1 0 0,-1 0-1 0 0,1 0 1 0 0,0 0-1 0 0,0 0 1 0 0,-1 0-1 0 0,1 0 1 0 0,0 0-1 0 0,0 1 1 0 0,-1-1-1 0 0,1 0 1 0 0,0 0-1 0 0,-1 0 1 0 0,-8 23 199 0 0,1 1 1 0 0,0 0 0 0 0,2 0 0 0 0,1 0 0 0 0,-4 42 0 0 0,2-18-115 0 0,-4 59-1352 0 0,11-106 597 0 0</inkml:trace>
</inkml:ink>
</file>

<file path=ppt/ink/ink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1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25 368 0 0,'0'-1'112'0'0,"0"0"1"0"0,-1 1-1 0 0,1-1 1 0 0,0 0-1 0 0,0 1 0 0 0,0-1 1 0 0,0 0-1 0 0,0 0 0 0 0,0 1 1 0 0,0-1-1 0 0,0 0 1 0 0,0 1-1 0 0,0-1 0 0 0,1 0 1 0 0,-1 1-1 0 0,0-1 0 0 0,0 0 1 0 0,1 1-1 0 0,-1-1 0 0 0,0 0 1 0 0,1 1-1 0 0,-1-1 1 0 0,0 1-1 0 0,1-1 0 0 0,-1 1 1 0 0,1-1-1 0 0,-1 1 0 0 0,1-1 1 0 0,-1 1-1 0 0,1-1 1 0 0,1 0-1 0 0,26-2 1055 0 0,33 17-332 0 0,-41-7-664 0 0,-1 1 1 0 0,0 0-1 0 0,-1 2 1 0 0,0 0-1 0 0,0 1 1 0 0,-1 1-1 0 0,0 0 1 0 0,-1 2-1 0 0,23 24 1 0 0,-34-32-128 0 0,0 0 0 0 0,0 1 0 0 0,0-1 0 0 0,-1 1 1 0 0,0 0-1 0 0,-1 1 0 0 0,1-1 0 0 0,-1 0 0 0 0,-1 1 0 0 0,0 0 1 0 0,0 0-1 0 0,1 8 0 0 0,-2-10-6 0 0,-1 1 0 0 0,-1-1 0 0 0,1 1 0 0 0,-1-1 0 0 0,0 0 0 0 0,-1 0 0 0 0,1 0 0 0 0,-1 0 0 0 0,-1 0 0 0 0,1 0 0 0 0,-1 0 0 0 0,0 0 0 0 0,0-1 0 0 0,0 0 0 0 0,-1 1 0 0 0,0-1 0 0 0,-6 6 0 0 0,-5 3 167 0 0,0-1-1 0 0,-2 0 0 0 0,1-1 0 0 0,-1-1 0 0 0,-1 0 1 0 0,0-2-1 0 0,-1 0 0 0 0,0-1 0 0 0,0 0 0 0 0,0-2 1 0 0,-1 0-1 0 0,0-2 0 0 0,-1 0 0 0 0,1-1 0 0 0,-29 1 0 0 0,46-4-276 0 0,-10-9-929 0 0</inkml:trace>
</inkml:ink>
</file>

<file path=ppt/ink/ink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1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21 632 0 0,'10'-21'6269'0'0,"-4"33"-2760"0"0,-5 36-2329 0 0,-34 188 195 0 0,28-203-1234 0 0,5-32-112 0 0,-5 17-258 0 0</inkml:trace>
</inkml:ink>
</file>

<file path=ppt/ink/ink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2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65 536 0 0,'0'0'835'0'0,"25"-22"3034"0"0,-5 14-3396 0 0,1 0 0 0 0,-1 2 0 0 0,1 0 0 0 0,0 1 0 0 0,32-2 0 0 0,-35 5-729 0 0,1 1 0 0 0,0 2 0 0 0,36 3 0 0 0,-54-4-39 0 0,12 3 224 0 0,-5 4-3354 0 0,-5-1 1586 0 0</inkml:trace>
  <inkml:trace contextRef="#ctx0" brushRef="#br0" timeOffset="1">1 281 556 0 0,'0'1'130'0'0,"0"-1"0"0"0,0 1 0 0 0,0 0 0 0 0,0-1 0 0 0,0 1 0 0 0,0 0 0 0 0,0 0 0 0 0,0-1 0 0 0,0 1 0 0 0,0 0 0 0 0,0-1-1 0 0,0 1 1 0 0,1 0 0 0 0,-1-1 0 0 0,0 1 0 0 0,1-1 0 0 0,-1 1 0 0 0,0 0 0 0 0,1-1 0 0 0,-1 1 0 0 0,1 0 0 0 0,18 2 647 0 0,-1-1 1 0 0,0 0 0 0 0,1-1-1 0 0,27-3 1 0 0,-1 0-496 0 0,-43 2-426 0 0,3 0-98 0 0,7-1 36 0 0,21 0-3623 0 0,-31 2 2049 0 0</inkml:trace>
</inkml:ink>
</file>

<file path=ppt/ink/ink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4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45 280 0 0,'-4'-25'3098'0'0,"4"22"-1714"0"0,-3-7 180 0 0,3 10-1494 0 0,0-1-1 0 0,0 1 1 0 0,0 0-1 0 0,0 0 1 0 0,0-1-1 0 0,0 1 1 0 0,0 0 0 0 0,-1 0-1 0 0,1-1 1 0 0,0 1-1 0 0,0 0 1 0 0,0 0-1 0 0,0 0 1 0 0,0-1-1 0 0,0 1 1 0 0,-1 0-1 0 0,1 0 1 0 0,0 0 0 0 0,0-1-1 0 0,0 1 1 0 0,0 0-1 0 0,-1 0 1 0 0,1 0-1 0 0,0 0 1 0 0,0-1-1 0 0,0 1 1 0 0,-1 0-1 0 0,1 0 1 0 0,0 0-1 0 0,0 0 1 0 0,-1 0 0 0 0,1 0-1 0 0,0 0 1 0 0,0 0-1 0 0,-1 0 1 0 0,1 0-1 0 0,0 0 1 0 0,0 0-1 0 0,-1 0 1 0 0,1 0-1 0 0,0 0 1 0 0,0 0 0 0 0,-1 0-1 0 0,1 0 1 0 0,0 0-1 0 0,0 0 1 0 0,-1 1-1 0 0,-39 41 264 0 0,1 2 1 0 0,2 2-1 0 0,3 2 0 0 0,1 1 1 0 0,3 1-1 0 0,-29 64 0 0 0,50-91-253 0 0,1 0 0 0 0,1 0 0 0 0,1 1 0 0 0,1-1 0 0 0,1 1 0 0 0,1 0 0 0 0,0 42 0 0 0,4-47-39 0 0,1-1 0 0 0,1 0 0 0 0,1 0 0 0 0,0 0 0 0 0,1 0 0 0 0,1-1 0 0 0,0 0 0 0 0,2 0 0 0 0,0 0 0 0 0,0-1 0 0 0,16 21 0 0 0,-13-22-76 0 0,1-1 0 0 0,0 0 0 0 0,1 0 0 0 0,1-1 0 0 0,0-1 0 0 0,1 0 0 0 0,20 12 0 0 0,-24-18-337 0 0,-1 0 0 0 0,1-1 0 0 0,0-1 0 0 0,0 1 0 0 0,17 3 0 0 0,-21-7-225 0 0,1 0 0 0 0,-1 0 0 0 0,1 0 0 0 0,0-1 1 0 0,-1 0-1 0 0,1 0 0 0 0,-1-1 0 0 0,1 0 0 0 0,8-3 0 0 0,9-4-2019 0 0</inkml:trace>
</inkml:ink>
</file>

<file path=ppt/ink/ink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5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17 720 0 0,'-2'-17'5952'0'0,"-4"42"-3155"0"0,3-7-3190 0 0,-3 1 726 0 0,0 1 0 0 0,-15 31 0 0 0,-9 24 272 0 0,0 16-138 0 0,15-48-232 0 0,1 0 0 0 0,-9 55 0 0 0,18-63-68 0 0,-1 43-1 0 0,6-69-140 0 0,0 0 0 0 0,0 0 0 0 0,1-1 0 0 0,0 1 0 0 0,1 0 0 0 0,0-1 0 0 0,0 1 1 0 0,1-1-1 0 0,0 1 0 0 0,6 11 0 0 0,-6-16-29 0 0,-1-1 0 0 0,1 0 1 0 0,0 0-1 0 0,0 0 0 0 0,0 0 0 0 0,0-1 1 0 0,1 1-1 0 0,-1-1 0 0 0,1 0 0 0 0,-1 0 1 0 0,1 0-1 0 0,0-1 0 0 0,0 1 0 0 0,0-1 1 0 0,0 0-1 0 0,0 0 0 0 0,0 0 0 0 0,0 0 0 0 0,0-1 1 0 0,0 0-1 0 0,1 0 0 0 0,-1 0 0 0 0,0 0 1 0 0,0-1-1 0 0,0 1 0 0 0,0-1 0 0 0,0 0 1 0 0,0 0-1 0 0,0-1 0 0 0,4-1 0 0 0,5-2-68 0 0,0 0-1 0 0,0-1 1 0 0,-1-1-1 0 0,1 0 1 0 0,-2 0-1 0 0,1-1 0 0 0,17-16 1 0 0,-20 15 39 0 0,0 0 0 0 0,-1 0-1 0 0,0-1 1 0 0,0 0 0 0 0,-1 0 0 0 0,0 0 0 0 0,-1-1 0 0 0,0-1 0 0 0,-1 1 0 0 0,0-1 0 0 0,-1 1 0 0 0,0-1 0 0 0,-1-1 0 0 0,0 1-1 0 0,2-19 1 0 0,-5 29 110 0 0,0 0-52 0 0,0 2-26 0 0,0 0 1 0 0,0 0-1 0 0,0-1 1 0 0,0 1 0 0 0,0 0-1 0 0,0 0 1 0 0,0 0-1 0 0,1-1 1 0 0,-1 1-1 0 0,0 0 1 0 0,0 0-1 0 0,0 0 1 0 0,0 0-1 0 0,0-1 1 0 0,0 1 0 0 0,0 0-1 0 0,0 0 1 0 0,0-1-1 0 0,0 1 1 0 0,0 0-1 0 0,0 0 1 0 0,0 0-1 0 0,0 0 1 0 0,0-1-1 0 0,0 1 1 0 0,0 0 0 0 0,-1 0-1 0 0,1 0 1 0 0,0-1-1 0 0,0 1 1 0 0,0 0-1 0 0,0 0 1 0 0,0 0-1 0 0,0 0 1 0 0,-1-1-1 0 0,1 1 1 0 0,0 0 0 0 0,0 0-1 0 0,0 0 1 0 0,0 0-1 0 0,0 0 1 0 0,-1 0-1 0 0,1 0 1 0 0,0-1-1 0 0,0 1 1 0 0,0 0 0 0 0,-1 0-1 0 0,1 0 1 0 0,0 0-1 0 0,0 0 1 0 0,0 0-1 0 0,-1 0 1 0 0,1 0-1 0 0,0 0 1 0 0,0 0-1 0 0,0 0 1 0 0,-1 0 0 0 0,1 0-1 0 0,0 0 1 0 0,0 0-1 0 0,0 0 1 0 0,-1 1-1 0 0,1-1 1 0 0,0 0-1 0 0,0 0 1 0 0,0 0-1 0 0,-1 0 1 0 0,-4 4-3 0 0,-1 0 0 0 0,0 0 0 0 0,1 0 1 0 0,0 1-1 0 0,0-1 0 0 0,1 1 0 0 0,-1 0 0 0 0,-3 7 0 0 0,5-9 1 0 0,1 1 0 0 0,0-1 0 0 0,0 1 0 0 0,1-1 0 0 0,-1 1 0 0 0,1 0-1 0 0,-1-1 1 0 0,1 1 0 0 0,0 0 0 0 0,1 0 0 0 0,-1 0 0 0 0,1 0 0 0 0,0 0 0 0 0,0 0 0 0 0,0 0-1 0 0,0 0 1 0 0,1 0 0 0 0,1 6 0 0 0,-1-4-4 0 0,1 0-1 0 0,1 0 1 0 0,-1 0 0 0 0,1 0-1 0 0,0 0 1 0 0,0-1 0 0 0,0 1-1 0 0,1-1 1 0 0,0 0 0 0 0,0 0-1 0 0,0 0 1 0 0,1-1-1 0 0,0 0 1 0 0,0 1 0 0 0,0-1-1 0 0,6 3 1 0 0,-6-4-28 0 0,0-1 1 0 0,0-1-1 0 0,0 1 0 0 0,0-1 0 0 0,0 1 1 0 0,1-1-1 0 0,-1-1 0 0 0,0 1 0 0 0,0-1 1 0 0,1 0-1 0 0,-1 0 0 0 0,0-1 0 0 0,1 1 1 0 0,-1-1-1 0 0,0 0 0 0 0,0-1 0 0 0,0 1 1 0 0,0-1-1 0 0,0 0 0 0 0,6-4 0 0 0,1-1-43 0 0,-1-1-1 0 0,0 0 1 0 0,-1-1-1 0 0,1 0 1 0 0,-2 0-1 0 0,1-1 0 0 0,-2-1 1 0 0,11-13-1 0 0,19-23-96 0 0,-36 46 169 0 0,4-8-57 0 0,-6 9 61 0 0,0 0 0 0 0,0 0 0 0 0,1-1-1 0 0,-1 1 1 0 0,0 0 0 0 0,0 0 0 0 0,0 0 0 0 0,0-1 0 0 0,0 1 0 0 0,1 0 0 0 0,-1 0 0 0 0,0 0 0 0 0,0 0 0 0 0,0 0 0 0 0,1-1 0 0 0,-1 1 0 0 0,0 0 0 0 0,0 0 0 0 0,0 0 0 0 0,1 0 0 0 0,-1 0 0 0 0,0 0 0 0 0,0 0 0 0 0,1 0 0 0 0,-1 0 0 0 0,0 0-1 0 0,0 0 1 0 0,0 0 0 0 0,1 0 0 0 0,-1 0 0 0 0,0 0 0 0 0,0 0 0 0 0,1 0 0 0 0,-1 0 0 0 0,0 0 0 0 0,0 0 0 0 0,0 0 0 0 0,1 1 0 0 0,-1-1 0 0 0,0 0 0 0 0,0 0 0 0 0,0 0 0 0 0,1 0 0 0 0,-1 0 0 0 0,0 1 0 0 0,0-1 0 0 0,0 0 0 0 0,0 0-1 0 0,0 0 1 0 0,1 0 0 0 0,-1 1 0 0 0,0-1 0 0 0,0 0 0 0 0,0 1 0 0 0,15 60 316 0 0,4 11 60 0 0,-17-69-369 0 0,0 0 1 0 0,0 0-1 0 0,0 0 1 0 0,0 0-1 0 0,0-1 1 0 0,1 1-1 0 0,0-1 1 0 0,-1 1-1 0 0,1-1 1 0 0,0 0-1 0 0,0 0 1 0 0,0 0-1 0 0,0 0 1 0 0,1-1-1 0 0,-1 1 1 0 0,0-1 0 0 0,6 1-1 0 0,-2 0-817 0 0,0 0 0 0 0,0 0 0 0 0,1-1-1 0 0,-1-1 1 0 0,0 1 0 0 0,0-1 0 0 0,13-1 0 0 0,-8-1-1466 0 0</inkml:trace>
</inkml:ink>
</file>

<file path=ppt/ink/ink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5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0 24 0 0,'0'0'3942'0'0,"1"7"-3628"0"0,-3 16 379 0 0,-1 1 0 0 0,-7 35 0 0 0,9-57-612 0 0,13-19 1110 0 0,-9 11-1168 0 0,1 0-1 0 0,0 1 0 0 0,1 0 0 0 0,-1 0 0 0 0,1 0 0 0 0,0 0 1 0 0,0 1-1 0 0,1 0 0 0 0,-1 0 0 0 0,1 1 0 0 0,0-1 0 0 0,0 1 1 0 0,0 0-1 0 0,0 1 0 0 0,1-1 0 0 0,-1 1 0 0 0,1 1 1 0 0,11-3-1 0 0,-16 5-15 0 0,0-1-1 0 0,1 1 1 0 0,-1-1 0 0 0,0 1 0 0 0,0 0 0 0 0,0 0-1 0 0,0 0 1 0 0,0 0 0 0 0,0 0 0 0 0,0 0 0 0 0,0 0-1 0 0,-1 1 1 0 0,1-1 0 0 0,0 1 0 0 0,-1-1 0 0 0,1 1-1 0 0,-1 0 1 0 0,1-1 0 0 0,-1 1 0 0 0,0 0 0 0 0,2 4 0 0 0,7 8 39 0 0,-8-13-48 0 0,-2 0 11 0 0,0-1-1 0 0,0 1 0 0 0,0-1 0 0 0,1 1 0 0 0,-1-1 0 0 0,0 1 1 0 0,0 0-1 0 0,1-1 0 0 0,-1 1 0 0 0,0-1 0 0 0,0 1 0 0 0,1-1 0 0 0,-1 1 1 0 0,1-1-1 0 0,-1 1 0 0 0,1-1 0 0 0,-1 0 0 0 0,1 1 0 0 0,-1-1 1 0 0,1 0-1 0 0,-1 1 0 0 0,1-1 0 0 0,-1 0 0 0 0,1 0 0 0 0,-1 1 0 0 0,1-1 1 0 0,0 0-1 0 0,-1 0 0 0 0,2 0 0 0 0,9-5 10 0 0,-1 1 36 0 0,0-1 0 0 0,1 1 0 0 0,-1 1-1 0 0,1 0 1 0 0,0 0 0 0 0,19-1 0 0 0,-28 4-26 0 0,42 16 80 0 0,-32-2-50 0 0,-3-4-5387 0 0</inkml:trace>
</inkml:ink>
</file>

<file path=ppt/ink/ink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6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40 1232 0 0,'0'0'1072'0'0,"-14"-3"2793"0"0,62-9-3317 0 0,-19 9-124 0 0,12-1-228 0 0,6 1-240 0 0,1 1-188 0 0,6-3-212 0 0,-2 1-660 0 0,-3 3-1197 0 0,0-1 529 0 0</inkml:trace>
</inkml:ink>
</file>

<file path=ppt/ink/ink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6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19 504 0 0,'-2'-15'6841'0'0,"6"14"-6730"0"0,1 0-1 0 0,-1 0 0 0 0,0 1 0 0 0,0-1 0 0 0,1 1 0 0 0,-1 0 1 0 0,0 0-1 0 0,1 1 0 0 0,-1-1 0 0 0,0 1 0 0 0,0 0 0 0 0,1 0 1 0 0,-1 0-1 0 0,0 1 0 0 0,0 0 0 0 0,0-1 0 0 0,5 5 0 0 0,71 41 844 0 0,-65-37-865 0 0,-1 1 1 0 0,0 0-1 0 0,0 1 1 0 0,-2 0 0 0 0,1 1-1 0 0,-1 1 1 0 0,-1 0-1 0 0,-1 1 1 0 0,0 0-1 0 0,-1 0 1 0 0,0 1 0 0 0,-1 0-1 0 0,-1 0 1 0 0,-1 1-1 0 0,0 0 1 0 0,-1 0 0 0 0,-1 1-1 0 0,-1 0 1 0 0,0-1-1 0 0,-1 1 1 0 0,-1 0 0 0 0,-1 0-1 0 0,0 0 1 0 0,-2 0-1 0 0,0 0 1 0 0,-8 33-1 0 0,0-18-17 0 0,-1-1-1 0 0,-2 0 0 0 0,-1 0 0 0 0,-1-2 0 0 0,-2 0 0 0 0,-1 0 0 0 0,-31 38 0 0 0,14-25 261 0 0,-3-2 0 0 0,-2-1 0 0 0,-79 62 0 0 0,77-73 781 0 0,-56 29-1 0 0,76-46-190 0 0,16-8-1375 0 0,-4 2 1710 0 0</inkml:trace>
</inkml:ink>
</file>

<file path=ppt/ink/ink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0:58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85 864 0 0,'-25'-83'9304'0'0,"25"82"-8258"0"0,0 1-1004 0 0,0 0 0 0 0,0 0 0 0 0,0 0 0 0 0,0 0 0 0 0,-1 1 0 0 0,1-1 0 0 0,0 0 0 0 0,0 0 0 0 0,0 0 0 0 0,0 0 0 0 0,0 0 0 0 0,0 0 0 0 0,0 0 0 0 0,-1 1 0 0 0,1-1 0 0 0,0 0 0 0 0,0 0 0 0 0,0 0 0 0 0,0 0 0 0 0,0 0 0 0 0,-1 0 0 0 0,1 0 0 0 0,0 0 0 0 0,0 0 0 0 0,0 0 0 0 0,0 0 0 0 0,0 0 0 0 0,-1 0 0 0 0,1 0 0 0 0,0 0 0 0 0,0 0 0 0 0,0 0 0 0 0,0 0 0 0 0,-1 0 0 0 0,1 0 0 0 0,0 0 0 0 0,0 0 0 0 0,0 0 1 0 0,0 0-1 0 0,0 0 0 0 0,-1 0 0 0 0,1 0 0 0 0,0-1 0 0 0,0 1 0 0 0,0 0 0 0 0,0 0 0 0 0,0 0 0 0 0,0 0 0 0 0,0 0 0 0 0,-1 0 0 0 0,1-1 0 0 0,0 1 0 0 0,0 0 0 0 0,0 0 0 0 0,0 0 0 0 0,-78 997 1566 0 0,70-592-1224 0 0,1-30-64 0 0,-10-162-130 0 0,6-126-2739 0 0,11-77 1170 0 0</inkml:trace>
</inkml:ink>
</file>

<file path=ppt/ink/ink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05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3 233 344 0 0,'-1'0'73'0'0,"1"0"1"0"0,0 0-1 0 0,0 0 1 0 0,0 0-1 0 0,0 0 1 0 0,0 0-1 0 0,0 1 0 0 0,-1-1 1 0 0,1 0-1 0 0,0 0 1 0 0,0 0-1 0 0,0 0 1 0 0,0 0-1 0 0,0 0 0 0 0,0 0 1 0 0,0 1-1 0 0,0-1 1 0 0,0 0-1 0 0,0 0 1 0 0,0 0-1 0 0,0 0 0 0 0,0 0 1 0 0,0 0-1 0 0,0 1 1 0 0,0-1-1 0 0,0 0 1 0 0,0 0-1 0 0,0 0 0 0 0,0 0 1 0 0,0 0-1 0 0,0 1 1 0 0,0-1-1 0 0,0 0 1 0 0,0 0-1 0 0,0 0 0 0 0,0 0 1 0 0,0 0-1 0 0,0 0 1 0 0,0 1-1 0 0,0-1 1 0 0,0 0-1 0 0,0 0 0 0 0,0 0 1 0 0,0 0-1 0 0,0 0 1 0 0,1 0-1 0 0,-1 0 0 0 0,0 0 1 0 0,0 1-1 0 0,0-1 1 0 0,0 0-1 0 0,0 0 1 0 0,0 0-1 0 0,1 0 0 0 0,-1 0 1 0 0,0 0-1 0 0,0 0 1 0 0,15 5 804 0 0,25 1-763 0 0,369 11 756 0 0,-207-16-801 0 0,337-5-26 0 0,417-22-201 0 0,-510 33-7 0 0,86-2 43 0 0,1047-14 63 0 0,512 8 1048 0 0,-599 30 40 0 0,-811-5-492 0 0,784 13 633 0 0,-559-8-744 0 0,677 6 108 0 0,-1193-28-488 0 0,952 1 135 0 0,-960 0-141 0 0,-234-3-26 0 0,269-1 44 0 0,31-1 0 0 0,150 5-4 0 0,378 21-12 0 0,-669-19-32 0 0,1222 11-22 0 0,-1287-21 6 0 0,400 16-15 0 0,913 13 7 0 0,-1440-26 6 0 0,617 9 15 0 0,397 13-22 0 0,47-7 8 0 0,-1057-18 5 0 0,498 7-12 0 0,-219-4 43 0 0,-279-3-22 0 0,26 1-6 0 0,136-2-6 0 0,242 20-13 0 0,211 22 50 0 0,-492-33-31 0 0,111 1 62 0 0,-156-10 155 0 0,357 7 620 0 0,-119-6-305 0 0,-187-4-379 0 0,69-2 56 0 0,78-2 291 0 0,-328 7-466 0 0,88 3 326 0 0,-87-4 381 0 0,-41 1-388 0 0,-1-2-1 0 0,1-1 0 0 0,-1-1 1 0 0,44-14-1 0 0,-68 19 303 0 0,16-25 33 0 0,-10-14-428 0 0,-8 29-237 0 0,2-1 1 0 0,-1 1 0 0 0,1 0-1 0 0,6-19 1 0 0,-5 17-20 0 0,-2-1 1 0 0,0 0 0 0 0,0 0 0 0 0,-1 0-1 0 0,-1 0 1 0 0,-3-23 0 0 0,1 8-30 0 0,1-47 1 0 0,3 0 1 0 0,11-78 0 0 0,-7 112 263 0 0,-5 39-139 0 0,-2-18 256 0 0</inkml:trace>
</inkml:ink>
</file>

<file path=ppt/ink/ink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21.180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0 52 200 0 0,'0'0'7040'0'0,"6"-1"-7031"0"0,141-1 132 0 0,-100 2-92 0 0,147-11 45 0 0,-136 8-50 0 0,77-14 0 0 0,-33 4-69 0 0,-61 10 8 0 0,54 2 0 0 0,9 2 14 0 0,-63 1 4 0 0,-33-1-1 0 0,1 0 0 0 0,0-1 0 0 0,-1 0 0 0 0,1 0 0 0 0,9-2 0 0 0,34 4-9 0 0,-2 4 53 0 0,98 8-113 0 0,-144-14 81 0 0,33-3-9 0 0,1 2 1 0 0,55 6-1 0 0,-46-1 4 0 0,368-4 14 0 0,-372 0-26 0 0,0 2 0 0 0,48 8 0 0 0,-24-2 16 0 0,168-1-7 0 0,-57-5-47 0 0,-47 3 60 0 0,88 6 19 0 0,169 4-27 0 0,10-2 4 0 0,-339-10 5 0 0,136 0-29 0 0,-17-5 414 0 0,237 9 248 0 0,-39 19-589 0 0,-68-6-20 0 0,-95-13-16 0 0,-17-1 4 0 0,154 4 27 0 0,-68-18 113 0 0,-85 4-24 0 0,94 1-88 0 0,-142 10-38 0 0,157 3 37 0 0,371-3 153 0 0,-169 3 132 0 0,83 1 506 0 0,-313 1-681 0 0,-61-12-114 0 0,273 5 258 0 0,62 12 528 0 0,-424-11-504 0 0,-12-2-170 0 0,140 9 313 0 0,124 16 126 0 0,-168-16-169 0 0,-152-10-400 0 0,25 5 23 0 0,-77-8-58 0 0,-4-2-1 0 0,28 5-1 0 0,128 6 80 0 0,64 5 132 0 0,118-1 428 0 0,-57 7-491 0 0,-107-7-107 0 0,-51-6 296 0 0,-74-5-178 0 0,74 12 0 0 0,-10-4 166 0 0,-94-8-9 0 0,-1-1 0 0 0,32-3 0 0 0,-9 1 226 0 0,-43 1-482 0 0,38-2 531 0 0</inkml:trace>
</inkml:ink>
</file>

<file path=ppt/ink/ink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23.601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11 1 256 0 0,'-10'-1'7286'0'0,"447"43"-6257"0"0,-261-29-686 0 0,-60-4-98 0 0,117-6 0 0 0,-23 0-138 0 0,-2-1 124 0 0,51 6-85 0 0,-254-7-144 0 0,207 14 32 0 0,-119-8-38 0 0,101 15 96 0 0,-84-5 203 0 0,157 5 0 0 0,-251-21-287 0 0,20 1 109 0 0,308 10 1154 0 0,-174-7-792 0 0,-167-5-443 0 0,-1 0-22 0 0,6 1-7 0 0,-6 0 13 0 0,16-1 98 0 0</inkml:trace>
</inkml:ink>
</file>

<file path=ppt/ink/ink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24.858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0 0 344 0 0,'16'4'1379'0'0,"245"6"3223"0"0,-109-3-4025 0 0,-40-3-216 0 0,316 18 757 0 0,414 20-607 0 0,-247-46 243 0 0,-144 1 141 0 0,-75-3 210 0 0,-262 5-426 0 0,-112 1-631 0 0,39 1 601 0 0</inkml:trace>
</inkml:ink>
</file>

<file path=ppt/ink/ink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25.899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0 1 104 0 0,'0'0'4023'0'0,"32"23"-2277"0"0,28-3-763 0 0,-15-4-463 0 0,87 19 0 0 0,50-12-87 0 0,233-2 1 0 0,-51-5-128 0 0,158 7-38 0 0,-141-11-57 0 0,-155 3-129 0 0,146 5 376 0 0,-191-9-281 0 0,55 0 644 0 0,-145-4-58 0 0,-89-7-634 0 0,15 3 305 0 0</inkml:trace>
</inkml:ink>
</file>

<file path=ppt/ink/ink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29.652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51 75 44 0 0,'-33'-13'4646'0'0,"15"17"-1142"0"0,53-6-3201 0 0,27-2 7 0 0,379-14 1068 0 0,-221 5-1143 0 0,-25 1-75 0 0,132-4 27 0 0,65 46-116 0 0,-136-5-41 0 0,-138-17-36 0 0,250 10-3 0 0,-355-18 11 0 0,583 11 13 0 0,-239 7 5 0 0,-213-16-26 0 0,143 9-10 0 0,-17 2 55 0 0,-178-11-23 0 0,-5 0 10 0 0,380 18 22 0 0,-43 2 13 0 0,-185-16 22 0 0,267 12 85 0 0,-209-9 149 0 0,26 1 86 0 0,62 1-178 0 0,33 2-56 0 0,63 4 24 0 0,-370-14-160 0 0,-68-2-27 0 0,571 21 258 0 0,-243 0-140 0 0,20 7-37 0 0,514 44 136 0 0,-471-41-183 0 0,-2 0 446 0 0,-265-19-254 0 0,124 17 48 0 0,-243-24-198 0 0,78 0 0 0 0,5 1 65 0 0,215 15 75 0 0,-46 1-141 0 0,-91 0-108 0 0,70 2 47 0 0,-138-17-47 0 0,-89-4 17 0 0,268 28-18 0 0,-307-31 69 0 0,-1 2 57 0 0,-1-2 0 0 0,1 1-1 0 0,0-2 1 0 0,0 1 0 0 0,0-2-1 0 0,18-2 1 0 0,-28 3-23 0 0,59 2 538 0 0,40-4 240 0 0,-9 0-545 0 0,-90 2-251 0 0,14 0 83 0 0,-10 2 388 0 0,2 0-1854 0 0</inkml:trace>
</inkml:ink>
</file>

<file path=ppt/ink/ink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38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0 585 588 0 0,'0'0'8367'0'0,"6"-2"-7996"0"0,29-12 9 0 0,1 0 0 0 0,-2-3 0 0 0,0 0 0 0 0,-1-3 0 0 0,-1 0 0 0 0,-1-2 0 0 0,48-45 0 0 0,-71 58-322 0 0,0 0 0 0 0,0-1 0 0 0,-1-1-1 0 0,0 1 1 0 0,-1-1 0 0 0,0 0 0 0 0,-1 0-1 0 0,0-1 1 0 0,-1 1 0 0 0,0-1 0 0 0,-1 0-1 0 0,-1-1 1 0 0,1 1 0 0 0,-2 0-1 0 0,1-15 1 0 0,-2 16 24 0 0,0 0-1 0 0,-1 1 0 0 0,0-1 1 0 0,-1 0-1 0 0,0 0 1 0 0,-1 1-1 0 0,0 0 0 0 0,-1-1 1 0 0,1 1-1 0 0,-2 0 1 0 0,0 1-1 0 0,0-1 0 0 0,-1 1 1 0 0,0 0-1 0 0,0 0 1 0 0,-1 1-1 0 0,-11-11 0 0 0,17 18-74 0 0,0 0-1 0 0,0 0 0 0 0,0 0 1 0 0,0 1-1 0 0,0-1 1 0 0,0 0-1 0 0,0 1 0 0 0,0-1 1 0 0,0 1-1 0 0,0-1 0 0 0,-1 1 1 0 0,1-1-1 0 0,0 1 1 0 0,0 0-1 0 0,-1 0 0 0 0,1-1 1 0 0,0 1-1 0 0,-1 0 0 0 0,1 0 1 0 0,0 0-1 0 0,0 1 0 0 0,-1-1 1 0 0,1 0-1 0 0,0 0 1 0 0,-1 1-1 0 0,1-1 0 0 0,0 1 1 0 0,0-1-1 0 0,0 1 0 0 0,0-1 1 0 0,-1 1-1 0 0,1 0 1 0 0,0-1-1 0 0,0 1 0 0 0,0 0 1 0 0,0 0-1 0 0,1 0 0 0 0,-1 0 1 0 0,0 0-1 0 0,0 0 0 0 0,0 0 1 0 0,1 0-1 0 0,-1 0 1 0 0,1 0-1 0 0,-1 1 0 0 0,0 1 1 0 0,-5 7-9 0 0,1 1 0 0 0,1 0 1 0 0,-7 20-1 0 0,10-26 17 0 0,-16 61 12 0 0,2 1 0 0 0,4 0 0 0 0,-5 96 0 0 0,13 210 97 0 0,5-202-56 0 0,-2-133-880 0 0,-2 0 1 0 0,-2 0 0 0 0,-15 68-1 0 0,19-105 507 0 0,-1 0-1 0 0,1 0 1 0 0,-1 0 0 0 0,1 1-1 0 0,-1-1 1 0 0,0 0 0 0 0,0 0-1 0 0,0 0 1 0 0,1 0-1 0 0,-1 0 1 0 0,0 0 0 0 0,0 0-1 0 0,0 0 1 0 0,0 0 0 0 0,-1-1-1 0 0,1 1 1 0 0,0 0 0 0 0,0-1-1 0 0,0 1 1 0 0,-1-1 0 0 0,1 1-1 0 0,0-1 1 0 0,-2 1-1 0 0</inkml:trace>
</inkml:ink>
</file>

<file path=ppt/ink/ink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39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1 391 664 0 0,'0'0'1484'0'0,"4"-3"-854"0"0,18-13-210 0 0,0 2 0 0 0,2 0 0 0 0,-1 2 0 0 0,2 0 0 0 0,0 2 0 0 0,34-10 0 0 0,-11 2-73 0 0,112-40 446 0 0,210-89 956 0 0,-362 143-1387 0 0,-1 0-1 0 0,0 0 0 0 0,0-1 0 0 0,0 0 0 0 0,10-10 0 0 0,-15 13-107 0 0,-4-2 278 0 0,2 3-507 0 0,0 1 0 0 0,0-1 0 0 0,0 1 0 0 0,0-1 0 0 0,0 1 0 0 0,0-1 0 0 0,0 1 0 0 0,-1-1 0 0 0,1 1 0 0 0,0-1 0 0 0,0 1 0 0 0,0-1 0 0 0,-1 1 0 0 0,1-1 0 0 0,0 1 0 0 0,-1-1 0 0 0,1 1 0 0 0,0-1 0 0 0,-1 1 0 0 0,1 0 0 0 0,0-1 0 0 0,-1 1 0 0 0,1 0 0 0 0,-1-1 0 0 0,1 1-1 0 0,-1 0 1 0 0,1-1 0 0 0,-1 1 0 0 0,1 0 0 0 0,-1 0 0 0 0,1 0 0 0 0,-1 0 0 0 0,1-1 0 0 0,-1 1 0 0 0,1 0 0 0 0,-1 0 0 0 0,0 0 0 0 0,1 0 0 0 0,-1 0 0 0 0,1 0 0 0 0,-1 0 0 0 0,1 1 0 0 0,-1-1 0 0 0,1 0 0 0 0,-1 0 0 0 0,0 0 0 0 0,-4 3-2 0 0,1 0 1 0 0,0 0-1 0 0,0 0 0 0 0,-1 0 1 0 0,2 1-1 0 0,-1 0 0 0 0,0 0 1 0 0,1 0-1 0 0,0 0 1 0 0,0 0-1 0 0,0 1 0 0 0,0-1 1 0 0,1 1-1 0 0,-1 0 0 0 0,-1 5 1 0 0,3-7-16 0 0,0-1-1 0 0,0 1 1 0 0,0 0 0 0 0,1 0-1 0 0,-1 0 1 0 0,1 0 0 0 0,-1 0 0 0 0,1 0-1 0 0,0 0 1 0 0,0 0 0 0 0,0 1-1 0 0,1-1 1 0 0,0 3 0 0 0,-1-5-5 0 0,0 0-1 0 0,0-1 1 0 0,1 1 0 0 0,-1 0 0 0 0,1-1 0 0 0,-1 1 0 0 0,0 0 0 0 0,1-1 0 0 0,-1 1 0 0 0,1-1-1 0 0,-1 1 1 0 0,1-1 0 0 0,0 1 0 0 0,-1-1 0 0 0,1 1 0 0 0,-1-1 0 0 0,1 0 0 0 0,0 1 0 0 0,-1-1-1 0 0,1 0 1 0 0,0 1 0 0 0,0-1 0 0 0,-1 0 0 0 0,1 0 0 0 0,0 0 0 0 0,-1 0 0 0 0,1 0 0 0 0,0 0-1 0 0,0 0 1 0 0,-1 0 0 0 0,1 0 0 0 0,0 0 0 0 0,0 0 0 0 0,-1 0 0 0 0,1 0 0 0 0,0-1 0 0 0,1 1-1 0 0,28-10-3 0 0,-29 10 2 0 0,41-17-39 0 0,8-3-116 0 0,74-20 0 0 0,-123 39 115 0 0,3 2 2 0 0,0 0 0 0 0,1 0 0 0 0,-1 0 0 0 0,0 0 0 0 0,0 1 0 0 0,0 0 0 0 0,-1-1 0 0 0,1 1 0 0 0,0 1 0 0 0,-1-1 0 0 0,1 0 0 0 0,-1 1 0 0 0,6 5 0 0 0,-8-7 31 0 0,1-2 6 0 0,1 0-1 0 0,0 0 1 0 0,-1 0 0 0 0,0-1 0 0 0,1 1 0 0 0,-1-1 0 0 0,0 1-1 0 0,0-1 1 0 0,0 0 0 0 0,0 0 0 0 0,0 0 0 0 0,0 0-1 0 0,0-1 1 0 0,-1 1 0 0 0,1 0 0 0 0,-1-1 0 0 0,0 1 0 0 0,2-4-1 0 0,19-24-6685 0 0,-10 21 3464 0 0</inkml:trace>
</inkml:ink>
</file>

<file path=ppt/ink/ink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40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1 218 664 0 0,'0'0'1971'0'0,"22"-7"745"0"0,44-30 1535 0 0,-37 22-2880 0 0,-1-1-1 0 0,44-34 0 0 0,-70 49-1303 0 0,0-1 1 0 0,-1 0-1 0 0,0 0 0 0 0,1 0 0 0 0,-1-1 0 0 0,0 1 1 0 0,0 0-1 0 0,0 0 0 0 0,0-1 0 0 0,0 1 0 0 0,0 0 1 0 0,-1-1-1 0 0,1 1 0 0 0,-1-1 0 0 0,0 1 0 0 0,0-1 1 0 0,0 1-1 0 0,0-4 0 0 0,-1 5-49 0 0,0-1 1 0 0,0 1-1 0 0,0-1 0 0 0,0 1 0 0 0,0 0 1 0 0,0-1-1 0 0,0 1 0 0 0,0 0 0 0 0,0 0 1 0 0,-1 0-1 0 0,1 0 0 0 0,0 0 0 0 0,-1 0 1 0 0,1 0-1 0 0,-1 0 0 0 0,1 1 0 0 0,-1-1 1 0 0,0 1-1 0 0,1-1 0 0 0,-1 1 0 0 0,1-1 1 0 0,-1 1-1 0 0,0 0 0 0 0,1 0 0 0 0,-4 0 1 0 0,-4 1-1 0 0,0 0 1 0 0,0 1-1 0 0,0 0 0 0 0,0 0 1 0 0,0 1-1 0 0,0 0 0 0 0,0 0 1 0 0,-11 8-1 0 0,18-10-19 0 0,0 0-1 0 0,0 0 1 0 0,0 1-1 0 0,0-1 0 0 0,0 1 1 0 0,1 0-1 0 0,-1-1 1 0 0,0 1-1 0 0,1 0 1 0 0,-1 0-1 0 0,1 0 1 0 0,0 0-1 0 0,-1 0 0 0 0,1 1 1 0 0,0-1-1 0 0,1 0 1 0 0,-1 0-1 0 0,0 1 1 0 0,0-1-1 0 0,1 1 0 0 0,0-1 1 0 0,-1 0-1 0 0,1 1 1 0 0,0-1-1 0 0,0 1 1 0 0,0-1-1 0 0,1 1 1 0 0,-1-1-1 0 0,0 0 0 0 0,1 1 1 0 0,0-1-1 0 0,0 0 1 0 0,-1 1-1 0 0,1-1 1 0 0,1 0-1 0 0,-1 0 1 0 0,0 0-1 0 0,3 3 0 0 0,1 2-73 0 0,0 0 0 0 0,0-1 0 0 0,1 1 0 0 0,0-1 0 0 0,1-1 0 0 0,-1 1 0 0 0,1-1 0 0 0,0-1 0 0 0,0 1-1 0 0,1-1 1 0 0,-1 0 0 0 0,1-1 0 0 0,0 0 0 0 0,0 0 0 0 0,0 0 0 0 0,0-1 0 0 0,1-1 0 0 0,-1 1 0 0 0,10-1 0 0 0,16 2-413 0 0,0-2 0 0 0,0-2 1 0 0,46-6-1 0 0,-56 4 260 0 0,0-1-1 0 0,0-2 0 0 0,-1 0 1 0 0,42-17-1 0 0,-55 18 223 0 0,1 0 0 0 0,-1 0-1 0 0,1-1 1 0 0,-2 0 0 0 0,1-1-1 0 0,-1 0 1 0 0,0-1 0 0 0,0 0-1 0 0,-1 0 1 0 0,0 0 0 0 0,14-20-1 0 0,-21 26 39 0 0,-1 1 0 0 0,1 0 0 0 0,0-1 0 0 0,0 1-1 0 0,-1-1 1 0 0,1 1 0 0 0,0-1 0 0 0,-1 1 0 0 0,0-1 0 0 0,1 0-1 0 0,-1 1 1 0 0,0-1 0 0 0,0 1 0 0 0,0-1 0 0 0,0 0 0 0 0,0 1-1 0 0,0-1 1 0 0,0 0 0 0 0,0 1 0 0 0,-1-1 0 0 0,1 1 0 0 0,-1-1-1 0 0,1 0 1 0 0,-1 1 0 0 0,0 0 0 0 0,1-1 0 0 0,-1 1-1 0 0,0-1 1 0 0,0 1 0 0 0,0 0 0 0 0,0-1 0 0 0,0 1 0 0 0,-1 0-1 0 0,1 0 1 0 0,0 0 0 0 0,0 0 0 0 0,-1 0 0 0 0,1 0 0 0 0,-1 0-1 0 0,1 1 1 0 0,-1-1 0 0 0,1 0 0 0 0,-3 0 0 0 0,-3-2 94 0 0,-1 1 0 0 0,0-1 1 0 0,-1 2-1 0 0,1-1 0 0 0,0 1 0 0 0,-16-1 1 0 0,22 2-71 0 0,-2 3-24 0 0,4-2-46 0 0,-1-1 0 0 0,1 0 0 0 0,-1 0 0 0 0,1 1 0 0 0,-1-1 1 0 0,1 0-1 0 0,-1 1 0 0 0,1-1 0 0 0,-1 1 0 0 0,1-1 0 0 0,0 0 0 0 0,-1 1 1 0 0,1-1-1 0 0,0 1 0 0 0,-1-1 0 0 0,1 1 0 0 0,0-1 0 0 0,0 1 0 0 0,-1-1 1 0 0,1 1-1 0 0,0 0 0 0 0,0-1 0 0 0,0 1 0 0 0,0-1 0 0 0,0 2 1 0 0,0 0-138 0 0,2 0-67 0 0,0-1 159 0 0,1 0 0 0 0,-1 1 0 0 0,1-1 0 0 0,-1 0 0 0 0,1 0 1 0 0,-1 0-1 0 0,1-1 0 0 0,0 1 0 0 0,-1-1 0 0 0,1 1 0 0 0,0-1 0 0 0,-1 0 0 0 0,1 0 0 0 0,0 0 0 0 0,-1 0 0 0 0,1-1 0 0 0,0 1 0 0 0,-1-1 0 0 0,1 1 0 0 0,4-3 0 0 0,-4 3 290 0 0,-2 0-226 0 0,0 0 1 0 0,-1 0-1 0 0,1 0 0 0 0,0 1 1 0 0,0-1-1 0 0,0 0 0 0 0,0 1 0 0 0,-1-1 1 0 0,1 1-1 0 0,0-1 0 0 0,0 1 1 0 0,-1-1-1 0 0,1 1 0 0 0,0 0 1 0 0,-1-1-1 0 0,1 1 0 0 0,-1 0 1 0 0,1-1-1 0 0,-1 1 0 0 0,1 0 0 0 0,-1 0 1 0 0,1 1-1 0 0,6 41 24 0 0,-3-1 0 0 0,-2 1-1 0 0,-1 0 1 0 0,-7 61 0 0 0,2-48-2 0 0,1-18-26 0 0,-1 0 0 0 0,-3 1-1 0 0,-10 37 1 0 0,11-56 112 0 0,0 0 0 0 0,-1-1 0 0 0,-2-1 0 0 0,1 1 0 0 0,-2-1 0 0 0,0-1 0 0 0,-19 24-1 0 0,28-39-53 0 0,0-1 0 0 0,0 0 0 0 0,0 0 0 0 0,0 1 0 0 0,0-1 0 0 0,0 0 0 0 0,-1 0 0 0 0,1 0 0 0 0,0 0 0 0 0,0 0 0 0 0,-1 0 0 0 0,1 0 0 0 0,-1-1 0 0 0,1 1 0 0 0,-1-1 0 0 0,1 1 0 0 0,-1-1 0 0 0,1 1 0 0 0,-1-1 0 0 0,0 0 0 0 0,1 0 0 0 0,-1 1 0 0 0,0-1 0 0 0,1 0 0 0 0,-1-1 0 0 0,1 1 0 0 0,-1 0 0 0 0,0 0 0 0 0,1-1 0 0 0,-1 1 0 0 0,1-1 0 0 0,-1 1 0 0 0,1-1 0 0 0,-1 0 0 0 0,1 0 0 0 0,0 1 0 0 0,-1-1 0 0 0,1 0 0 0 0,0 0 0 0 0,-1 0 0 0 0,1-1 0 0 0,0 1 0 0 0,0 0 0 0 0,0 0 0 0 0,-2-3 0 0 0,0-1 15 0 0,-1 0 0 0 0,1 0 0 0 0,0-1 0 0 0,0 1 0 0 0,1-1 0 0 0,-1 0 0 0 0,1 1 0 0 0,1-1 0 0 0,-1 0 0 0 0,1 0 0 0 0,-1-7 0 0 0,2 1-116 0 0,1 1 1 0 0,0-1 0 0 0,0 1 0 0 0,1 0 0 0 0,1-1 0 0 0,0 1-1 0 0,0 0 1 0 0,1 0 0 0 0,1 1 0 0 0,0 0 0 0 0,0-1 0 0 0,1 1 0 0 0,0 1-1 0 0,8-10 1 0 0,29-25-3045 0 0,6 10-3454 0 0,-32 26 3112 0 0</inkml:trace>
</inkml:ink>
</file>

<file path=ppt/ink/ink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40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2 104 1808 0 0,'0'0'10796'0'0,"2"-4"-9449"0"0,0-2-600 0 0,-1-1 0 0 0,1 1-1 0 0,-2 0 1 0 0,1-1 0 0 0,0 1 0 0 0,-1-1-1 0 0,-1-8 1 0 0,0 0-4248 0 0,-1 7 901 0 0,0 5 646 0 0,-2-11-6656 0 0</inkml:trace>
</inkml:ink>
</file>

<file path=ppt/ink/ink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41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93 808 0 0,'-6'-11'2225'0'0,"-12"-31"6458"0"0,14 22-5917 0 0,9 3-3319 0 0,-2 17-257 0 0,0-1 0 0 0,-1 0 0 0 0,1 1 1 0 0,0 0-1 0 0,0 0 0 0 0,-1 0 0 0 0,1 0 1 0 0,0 0-1 0 0,3 1 0 0 0</inkml:trace>
  <inkml:trace contextRef="#ctx0" brushRef="#br0" timeOffset="1">540 408 476 0 0,'0'0'1284'0'0,"13"0"1824"0"0,5-6-1715 0 0,-11-2-1065 0 0,0-1-800 0 0,-2 0-2677 0 0</inkml:trace>
</inkml:ink>
</file>

<file path=ppt/ink/ink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47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254 111 656 0 0,'0'0'12221'0'0,"-5"-2"-12197"0"0,0-1-16 0 0,4 1-4 0 0,-1 1 0 0 0,0 0 0 0 0,0 0 1 0 0,0 1-1 0 0,0-1 0 0 0,0 0 1 0 0,0 1-1 0 0,0-1 0 0 0,-1 1 1 0 0,1-1-1 0 0,0 1 0 0 0,0 0 1 0 0,0 0-1 0 0,-3 0 0 0 0,-1 1-1 0 0,-6 3-10 0 0,0 1 1 0 0,0 0-1 0 0,1 1 1 0 0,-1 0-1 0 0,2 1 1 0 0,-1 0 0 0 0,1 1-1 0 0,0 0 1 0 0,0 1-1 0 0,1 0 1 0 0,0 1-1 0 0,0-1 1 0 0,1 2-1 0 0,1-1 1 0 0,0 1-1 0 0,0 0 1 0 0,1 0-1 0 0,1 1 1 0 0,0 0-1 0 0,0 0 1 0 0,1 0-1 0 0,1 1 1 0 0,0-1-1 0 0,0 1 1 0 0,1 0-1 0 0,1 0 1 0 0,0 17 0 0 0,1-27 9 0 0,0 0 0 0 0,0-1 0 0 0,0 1 0 0 0,0-1 0 0 0,0 1 0 0 0,0-1 0 0 0,1 1 0 0 0,-1-1 0 0 0,1 1 0 0 0,0-1 0 0 0,0 0 0 0 0,0 1 0 0 0,0-1 0 0 0,0 0 0 0 0,0 0 0 0 0,1 1 0 0 0,-1-1 0 0 0,1 0 0 0 0,-1 0 0 0 0,1-1 0 0 0,0 1 0 0 0,0 0 0 0 0,0 0 0 0 0,0-1 0 0 0,0 1 0 0 0,0-1 0 0 0,3 2 0 0 0,0-2 6 0 0,0 0-1 0 0,-1 0 0 0 0,1-1 0 0 0,0 1 0 0 0,0-1 0 0 0,0 0 1 0 0,0-1-1 0 0,0 1 0 0 0,0-1 0 0 0,-1 0 0 0 0,1 0 0 0 0,0 0 1 0 0,0-1-1 0 0,4-2 0 0 0,-4 2 1 0 0,0 0 1 0 0,0 0-1 0 0,0-1 0 0 0,0 1 1 0 0,0-1-1 0 0,-1-1 1 0 0,1 1-1 0 0,-1 0 0 0 0,0-1 1 0 0,0 0-1 0 0,0 0 1 0 0,-1-1-1 0 0,1 1 0 0 0,-1 0 1 0 0,0-1-1 0 0,0 0 1 0 0,-1 0-1 0 0,0 0 0 0 0,4-10 1 0 0,-2-1 34 0 0,-1 0 0 0 0,0-1 1 0 0,-1 0-1 0 0,-1 1 1 0 0,-1-20-1 0 0,0 34-17 0 0,-1-12 47 0 0,1 14-75 0 0,0-1 0 0 0,0 1 0 0 0,0 0 0 0 0,0 0 0 0 0,0-1 1 0 0,0 1-1 0 0,0 0 0 0 0,0-1 0 0 0,0 1 0 0 0,0 0 0 0 0,0-1 0 0 0,0 1 0 0 0,0 0 0 0 0,0-1 0 0 0,0 1 1 0 0,0 0-1 0 0,0 0 0 0 0,0-1 0 0 0,1 1 0 0 0,-1 0 0 0 0,0-1 0 0 0,0 1 0 0 0,0 0 0 0 0,0 0 0 0 0,1-1 0 0 0,-1 1 1 0 0,0 0-1 0 0,0 0 0 0 0,1-1 0 0 0,-1 1 0 0 0,0 0 0 0 0,0 0 0 0 0,1 0 0 0 0,-1 0 0 0 0,0-1 0 0 0,0 1 1 0 0,1 0-1 0 0,-1 0 0 0 0,0 0 0 0 0,1 0 0 0 0,-1 0 0 0 0,0 0 0 0 0,1 0 0 0 0,22 10 4 0 0,0 0-1 0 0,0-2 1 0 0,1 0-1 0 0,0-2 1 0 0,1 0-1 0 0,45 3 1 0 0,-62-9 2 0 0,1 0 0 0 0,-1 0 0 0 0,0-1 1 0 0,0 0-1 0 0,0 0 0 0 0,0-1 0 0 0,0 0 1 0 0,-1-1-1 0 0,1 1 0 0 0,-1-2 0 0 0,9-3 0 0 0,-11 3 1 0 0,0 1 0 0 0,-1-1-1 0 0,1 0 1 0 0,-1 0 0 0 0,1-1-1 0 0,-1 0 1 0 0,0 1 0 0 0,-1-1-1 0 0,1 0 1 0 0,-1-1-1 0 0,0 1 1 0 0,-1-1 0 0 0,1 1-1 0 0,-1-1 1 0 0,0 0 0 0 0,2-9-1 0 0,-1-2 96 0 0,-1-1 0 0 0,0 0-1 0 0,-1 0 1 0 0,-1 0 0 0 0,-1 1-1 0 0,-5-31 1 0 0,6 47-30 0 0,2 130 130 0 0,57 349-104 0 0,-50-429-82 0 0,-4-23 32 0 0,-1 1 0 0 0,2 32 0 0 0,-6-57 47 0 0,1-34 1417 0 0,0 23-1480 0 0,9-181 248 0 0,-7 170-282 0 0,0 0 0 0 0,2 1 0 0 0,0 0 0 0 0,1 0 0 0 0,0 0 0 0 0,2 0 0 0 0,12-21 0 0 0,-16 34-7 0 0,0 1-1 0 0,0-1 1 0 0,1 1-1 0 0,0 0 1 0 0,-1 0 0 0 0,2 0-1 0 0,-1 1 1 0 0,1 0-1 0 0,-1 0 1 0 0,1 0-1 0 0,0 1 1 0 0,1-1 0 0 0,10-3-1 0 0,-13 6-8 0 0,0 0 0 0 0,0 0-1 0 0,-1 0 1 0 0,1 0 0 0 0,0 0-1 0 0,0 1 1 0 0,0 0 0 0 0,0 0 0 0 0,0 0-1 0 0,0 0 1 0 0,0 1 0 0 0,0-1-1 0 0,0 1 1 0 0,0 0 0 0 0,0 0 0 0 0,0 1-1 0 0,-1-1 1 0 0,1 1 0 0 0,-1 0 0 0 0,1 0-1 0 0,-1 0 1 0 0,1 0 0 0 0,-1 0-1 0 0,4 5 1 0 0,-6-6 12 0 0,-1 0 0 0 0,1 0 0 0 0,0-1 0 0 0,-1 1 1 0 0,1 1-1 0 0,-1-1 0 0 0,0 0 0 0 0,1 0 0 0 0,-1 0 0 0 0,0 0 0 0 0,1 0 0 0 0,-1 0 0 0 0,0 0 0 0 0,0 0 0 0 0,0 1 0 0 0,0-1 1 0 0,0 0-1 0 0,0 0 0 0 0,0 0 0 0 0,-1 0 0 0 0,1 0 0 0 0,0 0 0 0 0,-1 1 0 0 0,1-1 0 0 0,-1 0 0 0 0,1 0 0 0 0,-1 0 0 0 0,1 0 1 0 0,-1 0-1 0 0,0-1 0 0 0,1 1 0 0 0,-1 0 0 0 0,0 0 0 0 0,0 0 0 0 0,0 0 0 0 0,1-1 0 0 0,-3 2 0 0 0,-39 29-242 0 0,34-26 128 0 0,-60 35-4423 0 0</inkml:trace>
</inkml:ink>
</file>

<file path=ppt/ink/ink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48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5 652 0 0,'0'0'1857'0'0,"0"0"-1773"0"0,0 0-1 0 0,0 0 1 0 0,0-1-1 0 0,0 1 1 0 0,1 0 0 0 0,-1 0-1 0 0,0-1 1 0 0,0 1-1 0 0,0 0 1 0 0,0 0 0 0 0,0 0-1 0 0,0-1 1 0 0,1 1-1 0 0,-1 0 1 0 0,0 0 0 0 0,0 0-1 0 0,0 0 1 0 0,1-1-1 0 0,-1 1 1 0 0,0 0 0 0 0,0 0-1 0 0,1 0 1 0 0,-1 0 0 0 0,0 0-1 0 0,0 0 1 0 0,0 0-1 0 0,1 0 1 0 0,-1 0 0 0 0,0-1-1 0 0,0 1 1 0 0,1 0-1 0 0,-1 0 1 0 0,0 0 0 0 0,0 0-1 0 0,1 1 1 0 0,-1-1-1 0 0,0 0 1 0 0,0 0 0 0 0,1 0-1 0 0,-1 0 1 0 0,0 0 0 0 0,0 0-1 0 0,1 0 1 0 0,-1 0-1 0 0,0 0 1 0 0,1 1 0 0 0,11 30 639 0 0,0 0 0 0 0,-2 0 1 0 0,-1 1-1 0 0,-2 1 1 0 0,6 64-1 0 0,-4-35-121 0 0,28 301 1864 0 0,-37-330-1504 0 0,-7-51 567 0 0,-4-59-793 0 0,12 54-782 0 0,0 0 0 0 0,2 0 0 0 0,1 0 0 0 0,1 0 0 0 0,1 0 0 0 0,1 1-1 0 0,0 0 1 0 0,2 1 0 0 0,1-1 0 0 0,0 2 0 0 0,2-1 0 0 0,23-30 0 0 0,-31 46 15 0 0,-1 0 0 0 0,1 1 0 0 0,0 0 0 0 0,1 0 0 0 0,-1 0-1 0 0,1 0 1 0 0,5-3 0 0 0,-8 7 26 0 0,-1-1-1 0 0,0 1 0 0 0,0 0 0 0 0,0-1 1 0 0,1 1-1 0 0,-1 0 0 0 0,0 0 1 0 0,0 0-1 0 0,1 0 0 0 0,-1 0 1 0 0,0 0-1 0 0,1 0 0 0 0,-1 0 0 0 0,0 0 1 0 0,0 0-1 0 0,1 1 0 0 0,-1-1 1 0 0,0 1-1 0 0,0-1 0 0 0,0 1 0 0 0,0-1 1 0 0,1 1-1 0 0,-1 0 0 0 0,0-1 1 0 0,0 1-1 0 0,0 0 0 0 0,0 0 0 0 0,-1 0 1 0 0,1 0-1 0 0,0 0 0 0 0,0 0 1 0 0,0 0-1 0 0,-1 0 0 0 0,1 0 0 0 0,-1 0 1 0 0,1 0-1 0 0,-1 1 0 0 0,1-1 1 0 0,-1 0-1 0 0,1 2 0 0 0,1 2 3 0 0,0 0-1 0 0,0 1 1 0 0,0-1-1 0 0,-1 1 1 0 0,0 0-1 0 0,0-1 1 0 0,0 1 0 0 0,-1 0-1 0 0,0 0 1 0 0,0-1-1 0 0,0 1 1 0 0,-1 0-1 0 0,0 0 1 0 0,0-1-1 0 0,0 1 1 0 0,-1-1 0 0 0,0 1-1 0 0,0-1 1 0 0,0 1-1 0 0,0-1 1 0 0,-4 5-1 0 0,0-1-70 0 0,0-1-1 0 0,0 1 0 0 0,-1-1 1 0 0,0-1-1 0 0,0 1 1 0 0,-1-1-1 0 0,0 0 0 0 0,-1-1 1 0 0,1 0-1 0 0,-17 9 0 0 0,23-14-78 0 0,1-1 0 0 0,0 1 0 0 0,-1 0 0 0 0,1-1 0 0 0,-1 1 0 0 0,1-1 0 0 0,0 1 0 0 0,-1-1 0 0 0,1 0 0 0 0,-1 0 0 0 0,0 0 0 0 0,1 0 0 0 0,-1 0 0 0 0,1 0 0 0 0,-1 0 0 0 0,1 0-1 0 0,-1 0 1 0 0,1-1 0 0 0,0 1 0 0 0,-1-1 0 0 0,1 1 0 0 0,-1-1 0 0 0,1 0 0 0 0,0 1 0 0 0,-1-1 0 0 0,1 0 0 0 0,0 0 0 0 0,-2-1 0 0 0,-6-16-4980 0 0,6 4 2025 0 0</inkml:trace>
</inkml:ink>
</file>

<file path=ppt/ink/ink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48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7 616 0 0,'0'0'2879'0'0,"3"-6"-1865"0"0,-3 6-949 0 0,0 0 1 0 0,0 0-1 0 0,0 0 1 0 0,0 0-1 0 0,0 0 1 0 0,0 0-1 0 0,0 1 1 0 0,0-1-1 0 0,0 0 1 0 0,0 0 0 0 0,0 0-1 0 0,0 0 1 0 0,0 0-1 0 0,0 0 1 0 0,0 0-1 0 0,1 0 1 0 0,-1 1-1 0 0,0-1 1 0 0,0 0 262 0 0,0 0-263 0 0,0 0 1 0 0,0 0-1 0 0,0 0 1 0 0,0 0-1 0 0,0 0 1 0 0,1 0 0 0 0,-1 0-1 0 0,0 0 1 0 0,0 0-1 0 0,0 1 1 0 0,0-1-1 0 0,0 0 1 0 0,0 0-1 0 0,0 0 1 0 0,0 0-1 0 0,1 0 1 0 0,-1 0 0 0 0,0 0-1 0 0,0 0 1 0 0,0 0-1 0 0,0 0 1 0 0,0-1-1 0 0,0 1 1 0 0,0 0-1 0 0,0 0 1 0 0,0 0-1 0 0,1 0 1 0 0,-1 0 0 0 0,0 0-1 0 0,0 0 1 0 0,0 0-1 0 0,0 0 1 0 0,1 42 1179 0 0,-8 83 1 0 0,-1 17-175 0 0,9-101-827 0 0,-2-3-10 0 0,3 1 1 0 0,6 39-1 0 0,-6-68-196 0 0,-1-1 0 0 0,2 0 0 0 0,-1 0 0 0 0,1-1 0 0 0,0 1 0 0 0,1-1 0 0 0,0 1 0 0 0,0-1 0 0 0,1 0 0 0 0,0 0 0 0 0,1-1 0 0 0,-1 0 0 0 0,1 0 1 0 0,7 7-1 0 0,-8-11-29 0 0,0 1 1 0 0,-1-1-1 0 0,1 0 0 0 0,0-1 1 0 0,1 1-1 0 0,-1-1 1 0 0,0 0-1 0 0,1 0 1 0 0,-1-1-1 0 0,1 1 1 0 0,-1-1-1 0 0,1 0 1 0 0,0-1-1 0 0,-1 0 1 0 0,1 0-1 0 0,0 0 1 0 0,-1 0-1 0 0,1-1 1 0 0,0 0-1 0 0,-1 0 1 0 0,1 0-1 0 0,-1-1 1 0 0,1 0-1 0 0,-1 0 1 0 0,0 0-1 0 0,0-1 1 0 0,6-3-1 0 0,1-2-2 0 0,-1 0 1 0 0,1 0-1 0 0,-1-1 0 0 0,-1 0 0 0 0,0-1 1 0 0,0 0-1 0 0,-1-1 0 0 0,0 0 0 0 0,14-23 1 0 0,-15 20-13 0 0,-4 8 93 0 0,0-1-1 0 0,0 1 1 0 0,-1-1 0 0 0,0 1 0 0 0,0-1-1 0 0,-1 0 1 0 0,1 0 0 0 0,1-12-1 0 0,-4 17 557 0 0,-5 5-610 0 0,3-1-25 0 0,0 0-1 0 0,0 0 0 0 0,0 0 1 0 0,0 1-1 0 0,1-1 0 0 0,-1 0 1 0 0,0 1-1 0 0,1-1 0 0 0,0 1 1 0 0,0-1-1 0 0,-1 1 0 0 0,1 0 1 0 0,1 0-1 0 0,-1-1 0 0 0,0 1 1 0 0,1 0-1 0 0,0 0 0 0 0,-1 0 1 0 0,1 0-1 0 0,0 0 0 0 0,0-1 1 0 0,1 1-1 0 0,-1 0 0 0 0,1 0 1 0 0,-1 0-1 0 0,1 0 0 0 0,0-1 1 0 0,0 1-1 0 0,0 0 0 0 0,0-1 1 0 0,1 1-1 0 0,-1-1 0 0 0,3 4 1 0 0,0-1-93 0 0,0-1 0 0 0,1 0 0 0 0,-1-1 0 0 0,1 1 0 0 0,0-1 0 0 0,0 0 0 0 0,0 0 0 0 0,0 0 0 0 0,0 0 0 0 0,1-1 0 0 0,-1 0 0 0 0,1 0 0 0 0,-1-1 0 0 0,1 0 0 0 0,0 0 0 0 0,8 1 0 0 0,13 0-1948 0 0,0-1 0 0 0,31-3 0 0 0,-46 1 806 0 0,43-2-2517 0 0</inkml:trace>
</inkml:ink>
</file>

<file path=ppt/ink/ink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1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193 341 580 0 0,'0'0'1637'0'0,"-10"-47"6678"0"0,9 45-7147 0 0,-32 27-873 0 0,-1 10-130 0 0,-38 45 51 0 0,67-73-201 0 0,-1 1 0 0 0,1 0 0 0 0,1 0 0 0 0,-1 1 0 0 0,1-1 0 0 0,1 1 0 0 0,0 0 0 0 0,0 0 0 0 0,-1 10 0 0 0,3-17 1 0 0,9 29 54 0 0,-6-29-65 0 0,1-1-1 0 0,-1 1 1 0 0,0-1-1 0 0,0 0 0 0 0,1 0 1 0 0,-1 1-1 0 0,0-2 1 0 0,1 1-1 0 0,-1 0 0 0 0,1 0 1 0 0,0-1-1 0 0,-1 1 0 0 0,1-1 1 0 0,-1 0-1 0 0,1 0 1 0 0,0 0-1 0 0,-1 0 0 0 0,1 0 1 0 0,-1-1-1 0 0,6-1 1 0 0,50-14-23 0 0,-45 10-2 0 0,0-1 0 0 0,0 0 1 0 0,0-1-1 0 0,-1 0 0 0 0,-1-1 0 0 0,1 0 0 0 0,-1-1 0 0 0,14-17 0 0 0,-23 25 12 0 0,-2 1 1 0 0,1 0 1 0 0,0 0-1 0 0,0 0 1 0 0,0 0-1 0 0,0 0 0 0 0,0 0 1 0 0,1 0-1 0 0,-1 0 1 0 0,0 0-1 0 0,0 0 1 0 0,1 1-1 0 0,-1-1 1 0 0,0 0-1 0 0,1 1 1 0 0,-1-1-1 0 0,0 1 0 0 0,1 0 1 0 0,-1-1-1 0 0,1 1 1 0 0,1 0-1 0 0,28-5-47 0 0,-11 2 38 0 0,26-1-87 0 0,-1-2 1 0 0,1-2 0 0 0,55-17-1 0 0,-90 21 89 0 0,0 0 0 0 0,0 0-1 0 0,-1-1 1 0 0,1 0 0 0 0,-1-1-1 0 0,0 0 1 0 0,-1 0 0 0 0,0-1 0 0 0,0-1-1 0 0,0 0 1 0 0,-1 0 0 0 0,0 0-1 0 0,0-1 1 0 0,-1 0 0 0 0,0-1-1 0 0,-1 1 1 0 0,0-1 0 0 0,6-15-1 0 0,-8 11 127 0 0,0 0-1 0 0,-1 0 0 0 0,0-1 0 0 0,-2 1 0 0 0,1 0 0 0 0,-2-1 0 0 0,0 1 0 0 0,-1-1 0 0 0,0 1 1 0 0,-1-1-1 0 0,0 1 0 0 0,-2 0 0 0 0,1 0 0 0 0,-10-20 0 0 0,13 33 28 0 0,-1-1 5 0 0,0-4-138 0 0,-1 7 303 0 0,-6 56-276 0 0,2-1-1 0 0,4 1 1 0 0,7 109-1 0 0,-3-133-25 0 0,9 153 120 0 0,37 188-1 0 0,-38-300 520 0 0,-11-67 564 0 0,-3-41-803 0 0,2 1-443 0 0,1 1 1 0 0,1-1 0 0 0,2 0 0 0 0,1 0 0 0 0,2 1 0 0 0,1 0 0 0 0,12-38 0 0 0,-9 44-41 0 0,0 0 0 0 0,2 0 0 0 0,1 1 0 0 0,0 1 0 0 0,2 0 0 0 0,1 1 0 0 0,1 0 0 0 0,32-34 0 0 0,-40 49 45 0 0,0 0 0 0 0,1 1 0 0 0,-1 0-1 0 0,2 1 1 0 0,-1 0 0 0 0,1 0 0 0 0,0 1-1 0 0,0 1 1 0 0,12-5 0 0 0,-18 8 13 0 0,0-1 1 0 0,0 1 0 0 0,1 0-1 0 0,-1 1 1 0 0,0-1-1 0 0,0 1 1 0 0,1 0 0 0 0,-1 0-1 0 0,0 0 1 0 0,1 0-1 0 0,-1 1 1 0 0,0 0-1 0 0,0 0 1 0 0,1 0 0 0 0,-1 0-1 0 0,0 0 1 0 0,0 1-1 0 0,0 0 1 0 0,0 0 0 0 0,-1 0-1 0 0,1 1 1 0 0,-1-1-1 0 0,1 1 1 0 0,-1-1-1 0 0,5 6 1 0 0,-7-7 12 0 0,0 1 0 0 0,-1-1 0 0 0,1 1 0 0 0,0-1 0 0 0,-1 1 0 0 0,1-1-1 0 0,-1 1 1 0 0,1 0 0 0 0,-1-1 0 0 0,0 1 0 0 0,0 0 0 0 0,1-1 0 0 0,-1 1 0 0 0,-1 0 0 0 0,1-1 0 0 0,0 1 0 0 0,0 0 0 0 0,0-1-1 0 0,-1 1 1 0 0,1-1 0 0 0,-1 1 0 0 0,1 0 0 0 0,-1-1 0 0 0,0 1 0 0 0,0-1 0 0 0,0 0 0 0 0,0 1 0 0 0,0-1 0 0 0,0 0 0 0 0,0 1-1 0 0,0-1 1 0 0,-2 2 0 0 0,-3 3-1 0 0,-1 0 1 0 0,1 0-1 0 0,-1 0 0 0 0,-12 7 0 0 0,10-8 9 0 0,-1 0 0 0 0,0-1 0 0 0,0 0 0 0 0,-19 5-1 0 0,25-8-353 0 0,0 0-1 0 0,0 0 1 0 0,-1 0-1 0 0,1-1 1 0 0,-1 0-1 0 0,1 0 1 0 0,0 0-1 0 0,-1 0 1 0 0,1-1-1 0 0,0 1 1 0 0,-1-1-1 0 0,1 0 1 0 0,0-1-1 0 0,-5-1 1 0 0,1-5-3187 0 0,3-1 273 0 0</inkml:trace>
</inkml:ink>
</file>

<file path=ppt/ink/ink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2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64 119 632 0 0,'0'-11'1595'0'0,"-1"0"1"0"0,0 0-1 0 0,-1 0 0 0 0,0 1 0 0 0,-1-1 0 0 0,0 1 1 0 0,-8-19-1 0 0,10 27-1180 0 0,-2-11 2355 0 0,-4 31-2326 0 0,-4 39-666 0 0,3 34 273 0 0,1-13-18 0 0,3 0-1 0 0,8 99 1 0 0,0-150-30 0 0,0 0 1 0 0,2-1-1 0 0,13 38 0 0 0,-18-62-2 0 0,0 1 1 0 0,0-1-1 0 0,0 0 0 0 0,0 1 1 0 0,0-1-1 0 0,0 0 0 0 0,1 0 1 0 0,-1 1-1 0 0,1-1 0 0 0,0 0 1 0 0,0-1-1 0 0,0 1 0 0 0,0 0 1 0 0,0 0-1 0 0,0-1 0 0 0,0 1 1 0 0,0-1-1 0 0,0 0 0 0 0,1 0 1 0 0,-1 0-1 0 0,1 0 0 0 0,-1 0 1 0 0,1 0-1 0 0,-1-1 0 0 0,1 1 1 0 0,-1-1-1 0 0,1 1 0 0 0,0-1 1 0 0,-1 0-1 0 0,1 0 0 0 0,-1-1 1 0 0,1 1-1 0 0,0 0 0 0 0,-1-1 1 0 0,1 1-1 0 0,-1-1 0 0 0,1 0 1 0 0,2-1-1 0 0,1 0 8 0 0,0-1 1 0 0,0 1-1 0 0,-1-1 1 0 0,1 0-1 0 0,-1-1 1 0 0,1 1-1 0 0,-1-1 1 0 0,0 0-1 0 0,0 0 1 0 0,-1-1-1 0 0,1 1 1 0 0,-1-1 0 0 0,0 0-1 0 0,5-8 1 0 0,-7 8-2 0 0,0 0 0 0 0,0 0 1 0 0,0 0-1 0 0,-1 0 0 0 0,0 0 1 0 0,0 0-1 0 0,0 0 1 0 0,0-1-1 0 0,-1 1 0 0 0,0 0 1 0 0,0 0-1 0 0,-1-1 0 0 0,1 1 1 0 0,-1 0-1 0 0,0 0 0 0 0,0 0 1 0 0,-1 0-1 0 0,0 0 1 0 0,-3-7-1 0 0,4 10-45 0 0,2 3-224 0 0,-1-1 260 0 0,0 0 0 0 0,0 1 0 0 0,0-1 0 0 0,0 0 0 0 0,0 1 0 0 0,0-1 0 0 0,-1 0 0 0 0,1 1 0 0 0,0-1 0 0 0,0 0 0 0 0,0 0 0 0 0,0 1 0 0 0,0-1 0 0 0,0 0 0 0 0,0 1 0 0 0,-1-1 0 0 0,1 0 0 0 0,0 0 0 0 0,0 1 0 0 0,0-1 0 0 0,-1 0 0 0 0,1 0 0 0 0,0 0 0 0 0,0 1 0 0 0,-1-1 0 0 0,1 0 0 0 0,0 0 0 0 0,0 0 0 0 0,-1 0 0 0 0,1 1 0 0 0,0-1 0 0 0,-1 0 0 0 0,1 0 0 0 0,-7 5 1 0 0,7 16-23 0 0,1-14-66 0 0,1 0-1 0 0,0-1 0 0 0,1 1 1 0 0,0-1-1 0 0,0 0 1 0 0,0 0-1 0 0,0 0 0 0 0,1 0 1 0 0,0 0-1 0 0,1-1 1 0 0,-1 1-1 0 0,1-1 0 0 0,7 5 1 0 0,17 11-3024 0 0,3-9-3283 0 0,-20-11 2905 0 0</inkml:trace>
</inkml:ink>
</file>

<file path=ppt/ink/ink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3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12 332 0 0,'0'0'6949'0'0,"4"2"-6621"0"0,1 2-177 0 0,-1 0 0 0 0,0 0-1 0 0,0 1 1 0 0,0-1-1 0 0,-1 1 1 0 0,1 0-1 0 0,-1 0 1 0 0,0 0 0 0 0,-1 0-1 0 0,1 0 1 0 0,-1 1-1 0 0,0-1 1 0 0,2 11 0 0 0,-3-13-12 0 0,1 5 630 0 0,-2-8-724 0 0,0 1 0 0 0,0-1-1 0 0,0 0 1 0 0,0 0 0 0 0,0 0 0 0 0,0 0 0 0 0,0 0-1 0 0,0 1 1 0 0,0-1 0 0 0,0 0 0 0 0,0 0-1 0 0,0 0 1 0 0,1 0 0 0 0,-1 0 0 0 0,0 1-1 0 0,0-1 1 0 0,0 0 0 0 0,0 0 0 0 0,0 0-1 0 0,0 0 1 0 0,0 0 0 0 0,0 0 0 0 0,1 0 0 0 0,-1 1-1 0 0,0-1 1 0 0,0 0 0 0 0,0 0 0 0 0,0 0-1 0 0,0 0 1 0 0,1 0 0 0 0,-1 0 0 0 0,0 0-1 0 0,0 0 1 0 0,0 0 0 0 0,0 0 0 0 0,0 0-1 0 0,1 0 1 0 0,-1 0 0 0 0,0 0 0 0 0,0 0 0 0 0,0 0-1 0 0,0 0 1 0 0,1 0 0 0 0,-1 0 0 0 0,0 0-1 0 0,0 0 1 0 0,0 0 0 0 0,0 0 0 0 0,0 0-1 0 0,1 0 1 0 0,-1 0 0 0 0,0 0 0 0 0,0-1-1 0 0,0 1 1 0 0,0 0 0 0 0,0 0 0 0 0,0 0-1 0 0,0 0 1 0 0,1 0 0 0 0,-1 0 0 0 0,0-1 0 0 0,0 1-1 0 0,0 0 1 0 0,0 0 0 0 0,0 0 0 0 0,4-10-291 0 0,0 0 0 0 0,1 1 0 0 0,0 0 0 0 0,7-9 0 0 0,16-21-6956 0 0,-22 30 4305 0 0</inkml:trace>
</inkml:ink>
</file>

<file path=ppt/ink/ink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3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1 336 0 0,'0'0'2667'0'0,"8"37"17"0"0,-1 7-1244 0 0,-7-42-1287 0 0,1 0 24 0 0,-1-1-118 0 0,0-1 0 0 0,0 1-1 0 0,0-1 1 0 0,0 1 0 0 0,0-1 0 0 0,0 1 0 0 0,0-1-1 0 0,0 1 1 0 0,0-1 0 0 0,0 1 0 0 0,0-1 0 0 0,0 0 0 0 0,0 1-1 0 0,1-1 1 0 0,-1 1 0 0 0,0-1 0 0 0,0 0 0 0 0,1 1-1 0 0,-1-1 1 0 0,0 1 0 0 0,1-1 0 0 0,-1 0 0 0 0,0 1 0 0 0,1-1-1 0 0,-1 0 1 0 0,0 0 0 0 0,1 1 0 0 0,-1-1 0 0 0,1 0-1 0 0,-1 0 1 0 0,0 0 0 0 0,1 1 0 0 0,-1-1 0 0 0,1 0-1 0 0,-1 0 1 0 0,1 0 0 0 0,-1 0 0 0 0,1 0 0 0 0,0 0 0 0 0,50-25 1588 0 0,-48 24-1406 0 0,33-7 1493 0 0,18 14-1922 0 0,-16-12-7527 0 0,-27 2 4606 0 0</inkml:trace>
</inkml:ink>
</file>

<file path=ppt/ink/ink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3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54 944 0 0,'0'0'3716'0'0,"20"-20"-3176"0"0,-8 13-288 0 0,5 2-332 0 0,5-2-820 0 0,4-2-968 0 0,-7 4 432 0 0</inkml:trace>
</inkml:ink>
</file>

<file path=ppt/ink/ink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5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11 188 0 0,'0'0'1087'0'0,"-14"-10"8863"0"0,12 20-9826 0 0,0 1 0 0 0,2 0 0 0 0,-1 0 0 0 0,1 0-1 0 0,1 0 1 0 0,0-1 0 0 0,0 1 0 0 0,1 0 0 0 0,0-1 0 0 0,1 1 0 0 0,0-1 0 0 0,6 12 0 0 0,3 18-1389 0 0,-11-39 1174 0 0,-1 0 0 0 0,0 0 0 0 0,1 0 0 0 0,-1 0 0 0 0,1 0 1 0 0,0 0-1 0 0,-1 0 0 0 0,1 0 0 0 0,0 0 0 0 0,-1 0 0 0 0,1-1 0 0 0,0 1 0 0 0,0 0 0 0 0,0-1 0 0 0,-1 1 0 0 0,1 0 0 0 0,0-1 0 0 0,0 1 0 0 0,0-1 1 0 0,0 0-1 0 0,0 1 0 0 0,0-1 0 0 0,0 0 0 0 0,0 1 0 0 0,0-1 0 0 0,1 0 0 0 0,-1 0 0 0 0,0 0 0 0 0,0 0 0 0 0,0 0 0 0 0,0 0 0 0 0,0 0 1 0 0,0-1-1 0 0,0 1 0 0 0,0 0 0 0 0,0 0 0 0 0,2-2 0 0 0,2 1-189 0 0,-1-1 1 0 0,1 1 0 0 0,-1-1-1 0 0,1-1 1 0 0,-1 1-1 0 0,7-5 1 0 0,-4 0 98 0 0,-1 1 1 0 0,0-1-1 0 0,-1 1 0 0 0,1-2 1 0 0,7-13-1 0 0,9-12 2810 0 0,-21 32-1663 0 0,-1 0-910 0 0,0 1 0 0 0,0 0 0 0 0,0 0 0 0 0,0 0 0 0 0,0-1 1 0 0,0 1-1 0 0,0 0 0 0 0,0 0 0 0 0,0-1 0 0 0,0 1 0 0 0,0 0 0 0 0,0 0 1 0 0,0 0-1 0 0,0-1 0 0 0,0 1 0 0 0,0 0 0 0 0,0 0 0 0 0,0-1 0 0 0,0 1 1 0 0,0 0-1 0 0,0 0 0 0 0,1 0 0 0 0,-1 0 0 0 0,0-1 0 0 0,0 1 0 0 0,0 0 1 0 0,0 0-1 0 0,1 0 0 0 0,-1 0 0 0 0,0-1 0 0 0,0 1 0 0 0,0 0 0 0 0,0 0 1 0 0,1 0-1 0 0,-1 0 0 0 0,0 0 0 0 0,0 0 0 0 0,1 0 0 0 0,-1 0 0 0 0,0 0 0 0 0,0 0 1 0 0,0 0-1 0 0,1 0 0 0 0,-1 0 0 0 0,0 0 0 0 0,0 0 0 0 0,1 0 0 0 0,-1 0 1 0 0,0 0-1 0 0,7 12-169 0 0,-1 0 0 0 0,0 0 0 0 0,-1 1 0 0 0,0 0 0 0 0,3 16 0 0 0,6 37-5529 0 0,-10-41 2740 0 0</inkml:trace>
</inkml:ink>
</file>

<file path=ppt/ink/ink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5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18 656 0 0,'-15'-17'10783'0'0,"12"28"-6972"0"0,16 41-5384 0 0,-12-50 1464 0 0,0 0 1 0 0,0 0-1 0 0,0 0 1 0 0,0-1-1 0 0,0 1 1 0 0,0 0-1 0 0,1 0 1 0 0,-1-1-1 0 0,1 1 1 0 0,0-1-1 0 0,-1 1 1 0 0,1-1-1 0 0,0 0 1 0 0,0 1-1 0 0,-1-1 1 0 0,1 0-1 0 0,0 0 1 0 0,0 0-1 0 0,1-1 1 0 0,-1 1-1 0 0,0 0 1 0 0,0-1-1 0 0,0 0 1 0 0,0 1-1 0 0,0-1 1 0 0,1 0-1 0 0,-1 0 1 0 0,0 0-1 0 0,0 0 1 0 0,0 0-1 0 0,1-1 1 0 0,-1 1-1 0 0,0-1 1 0 0,0 1-1 0 0,0-1 1 0 0,0 0-1 0 0,4-2 1 0 0,39-12 892 0 0,-44 15-472 0 0,0-1-266 0 0,0 0 0 0 0,0 1 1 0 0,-1-1-1 0 0,1 1 0 0 0,0 0 1 0 0,0-1-1 0 0,0 1 0 0 0,0 0 1 0 0,0-1-1 0 0,0 1 0 0 0,0 0 0 0 0,0 0 1 0 0,0 0-1 0 0,0 0 0 0 0,0 0 1 0 0,0 0-1 0 0,0 0 0 0 0,1 1 1 0 0,-4 37-6161 0 0,0-22 3066 0 0</inkml:trace>
</inkml:ink>
</file>

<file path=ppt/ink/ink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6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84 620 0 0,'-7'-10'1804'0'0,"0"0"-1"0"0,1-1 1 0 0,0 0-1 0 0,-8-18 1 0 0,14 27-714 0 0,-2-6-557 0 0,0 6-153 0 0,2 3 689 0 0,0 2 179 0 0,13 346-507 0 0,0-66-429 0 0,-14-133 2056 0 0,1-153-2331 0 0,0 0 0 0 0,-1 0 0 0 0,1 1 0 0 0,-1-1 0 0 0,0 0 0 0 0,0 0 0 0 0,0 0 0 0 0,0 0 0 0 0,-2-2 0 0 0,-7-27 110 0 0,9 13-159 0 0,1-1 0 0 0,1 0 0 0 0,1 1 0 0 0,0-1 0 0 0,2 1 0 0 0,0 0 0 0 0,1 0 0 0 0,1 0 0 0 0,1 1-1 0 0,0 0 1 0 0,1 0 0 0 0,1 0 0 0 0,1 1 0 0 0,0 1 0 0 0,26-30 0 0 0,-34 43-3 0 0,1 0-1 0 0,-1 1 1 0 0,1 0-1 0 0,-1-1 1 0 0,1 1 0 0 0,0 0-1 0 0,0 1 1 0 0,0-1-1 0 0,0 0 1 0 0,0 1 0 0 0,0 0-1 0 0,1-1 1 0 0,-1 1 0 0 0,0 1-1 0 0,1-1 1 0 0,-1 0-1 0 0,1 1 1 0 0,-1 0 0 0 0,1-1-1 0 0,-1 1 1 0 0,1 1 0 0 0,-1-1-1 0 0,1 1 1 0 0,6 1-1 0 0,-8-1 3 0 0,1 0-1 0 0,0 1 0 0 0,-1-1 0 0 0,1 1 0 0 0,-1-1 0 0 0,0 1 0 0 0,1 0 1 0 0,-1 0-1 0 0,0 0 0 0 0,0 0 0 0 0,0 0 0 0 0,-1 1 0 0 0,1-1 0 0 0,0 1 1 0 0,-1-1-1 0 0,0 1 0 0 0,1-1 0 0 0,-1 1 0 0 0,0 0 0 0 0,0 0 1 0 0,-1-1-1 0 0,1 1 0 0 0,0 0 0 0 0,-1 0 0 0 0,0 0 0 0 0,0 0 0 0 0,0 0 1 0 0,0 0-1 0 0,0 3 0 0 0,-1-3-172 0 0,0 1 0 0 0,0 0 1 0 0,0-1-1 0 0,-1 1 0 0 0,1 0 0 0 0,-1-1 1 0 0,0 0-1 0 0,0 1 0 0 0,0-1 1 0 0,0 0-1 0 0,-1 0 0 0 0,1 0 0 0 0,-1 0 1 0 0,0-1-1 0 0,1 1 0 0 0,-1-1 0 0 0,-1 1 1 0 0,1-1-1 0 0,0 0 0 0 0,-4 1 1 0 0,4-1-1015 0 0</inkml:trace>
</inkml:ink>
</file>

<file path=ppt/ink/ink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7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1 308 140 0 0,'16'-6'799'0'0,"-1"-1"0"0"0,0 0 0 0 0,0-2 0 0 0,-1 0 0 0 0,0 0 0 0 0,0-1 0 0 0,-1-1 0 0 0,0 0 0 0 0,-1-1 0 0 0,-1 0 1 0 0,0-1-1 0 0,16-23 0 0 0,-26 35-699 0 0,0-1 1 0 0,-1 1 0 0 0,1 0-1 0 0,0-1 1 0 0,-1 1 0 0 0,1-1-1 0 0,-1 1 1 0 0,1-1 0 0 0,-1 0-1 0 0,0 1 1 0 0,1-1 0 0 0,-1 1 0 0 0,0-1-1 0 0,0 0 1 0 0,0 1 0 0 0,0-1-1 0 0,-1-2 1 0 0,0 3-58 0 0,1 0 1 0 0,-1 0-1 0 0,1 0 1 0 0,-1 0-1 0 0,1 1 1 0 0,-1-1-1 0 0,0 0 1 0 0,1 1-1 0 0,-1-1 1 0 0,0 0-1 0 0,0 1 1 0 0,1-1-1 0 0,-1 1 0 0 0,0-1 1 0 0,0 1-1 0 0,0 0 1 0 0,0-1-1 0 0,0 1 1 0 0,0 0-1 0 0,0-1 1 0 0,1 1-1 0 0,-3 0 1 0 0,0 0 3 0 0,-1 0 1 0 0,0 0-1 0 0,1 0 1 0 0,-1 0-1 0 0,0 1 1 0 0,1 0 0 0 0,-1-1-1 0 0,0 1 1 0 0,1 1-1 0 0,-1-1 1 0 0,1 0-1 0 0,0 1 1 0 0,-1 0 0 0 0,1 0-1 0 0,-3 2 1 0 0,3-2-35 0 0,1-1 1 0 0,0 1 0 0 0,0 0-1 0 0,0-1 1 0 0,0 1-1 0 0,1 0 1 0 0,-1 0 0 0 0,0 0-1 0 0,1 0 1 0 0,0 1 0 0 0,-1-1-1 0 0,1 0 1 0 0,0 1 0 0 0,0-1-1 0 0,0 1 1 0 0,0-1 0 0 0,1 1-1 0 0,-1-1 1 0 0,1 1 0 0 0,0-1-1 0 0,-1 5 1 0 0,2-3-3 0 0,0-1 0 0 0,0 1 0 0 0,0-1 1 0 0,0 0-1 0 0,0 0 0 0 0,1 0 0 0 0,0 1 0 0 0,-1-1 1 0 0,1-1-1 0 0,0 1 0 0 0,0 0 0 0 0,1 0 0 0 0,-1-1 0 0 0,4 4 1 0 0,3 1-18 0 0,1 1-1 0 0,-1-1 1 0 0,1-1 0 0 0,1 0 0 0 0,-1-1 0 0 0,1 1 0 0 0,0-2-1 0 0,21 6 1 0 0,-8-6-112 0 0,1 0-1 0 0,-1-2 0 0 0,1-1 1 0 0,-1-2-1 0 0,1 0 0 0 0,28-5 1 0 0,-6-2-104 0 0,-1-2 0 0 0,57-20 0 0 0,-77 21 192 0 0,-1-1 0 0 0,1-1 0 0 0,-2-1 0 0 0,1-1 0 0 0,-2-1 0 0 0,43-35 0 0 0,-63 47 118 0 0,0 0-1 0 0,-1-1 0 0 0,1 0 1 0 0,-1 1-1 0 0,0-1 0 0 0,0 0 1 0 0,0 0-1 0 0,0 0 0 0 0,0 0 1 0 0,-1 0-1 0 0,1-1 0 0 0,-1 1 1 0 0,0 0-1 0 0,0-1 0 0 0,0 1 1 0 0,0-5-1 0 0,-1 6 177 0 0,-5-5-97 0 0,5 6-160 0 0,0 0 0 0 0,0 1 1 0 0,-1-1-1 0 0,1 1 0 0 0,0-1 0 0 0,0 1 0 0 0,0-1 0 0 0,-1 0 1 0 0,1 1-1 0 0,0-1 0 0 0,-1 1 0 0 0,1 0 0 0 0,0-1 0 0 0,-1 1 1 0 0,1-1-1 0 0,-1 1 0 0 0,1-1 0 0 0,-1 1 0 0 0,1 0 1 0 0,-1-1-1 0 0,1 1 0 0 0,-1 0 0 0 0,1 0 0 0 0,-1-1 0 0 0,1 1 1 0 0,-1 0-1 0 0,1 0 0 0 0,-1 0 0 0 0,0 0 0 0 0,1 0 1 0 0,-1 0-1 0 0,1-1 0 0 0,-1 1 0 0 0,1 1 0 0 0,-1-1 0 0 0,0 0 1 0 0,1 0-1 0 0,-1 0 0 0 0,1 0 0 0 0,-2 0 0 0 0,-4 3 13 0 0,-1 0 0 0 0,1 0 0 0 0,0 0-1 0 0,0 1 1 0 0,0 0 0 0 0,0 0 0 0 0,0 0-1 0 0,1 1 1 0 0,0 0 0 0 0,0 0 0 0 0,-8 10 0 0 0,10-11-20 0 0,1-1 0 0 0,-1 1 0 0 0,1 0 0 0 0,0-1 1 0 0,0 1-1 0 0,0 0 0 0 0,0 1 0 0 0,0-1 0 0 0,1 0 1 0 0,0 0-1 0 0,0 1 0 0 0,0-1 0 0 0,1 0 0 0 0,-1 1 1 0 0,1-1-1 0 0,0 1 0 0 0,0-1 0 0 0,1 1 0 0 0,-1-1 1 0 0,3 9-1 0 0,-2-12-25 0 0,0 1 1 0 0,0-1-1 0 0,0 0 1 0 0,0 0-1 0 0,0 1 1 0 0,0-1 0 0 0,1 0-1 0 0,-1 0 1 0 0,0 0-1 0 0,1 0 1 0 0,-1 0-1 0 0,1 0 1 0 0,-1 0-1 0 0,1-1 1 0 0,-1 1-1 0 0,1-1 1 0 0,-1 1 0 0 0,1-1-1 0 0,0 1 1 0 0,-1-1-1 0 0,1 0 1 0 0,0 0-1 0 0,-1 0 1 0 0,1 0-1 0 0,0 0 1 0 0,0 0-1 0 0,-1 0 1 0 0,1 0 0 0 0,0-1-1 0 0,-1 1 1 0 0,3-2-1 0 0,3 1-84 0 0,0-1 0 0 0,0 0 0 0 0,0-1 0 0 0,0 0 1 0 0,12-7-1 0 0,-7 3-31 0 0,-5 3-1 0 0,0-1 0 0 0,-1 1 0 0 0,1-1 0 0 0,9-9 0 0 0,-16 13 130 0 0,0 1 1 0 0,1-1-1 0 0,-1 1 1 0 0,1-1-1 0 0,-1 1 1 0 0,1-1-1 0 0,0 1 1 0 0,-1 0-1 0 0,1-1 1 0 0,-1 1-1 0 0,1 0 1 0 0,0-1-1 0 0,-1 1 1 0 0,1 0-1 0 0,0 0 1 0 0,-1 0-1 0 0,1-1 1 0 0,0 1-1 0 0,-1 0 1 0 0,1 0-1 0 0,0 0 1 0 0,0 0-1 0 0,-1 0 1 0 0,1 1-1 0 0,0-1 1 0 0,-1 0-1 0 0,1 0 1 0 0,0 0-1 0 0,-1 0 0 0 0,1 1 1 0 0,0-1-1 0 0,-1 0 1 0 0,1 1-1 0 0,-1-1 1 0 0,1 1-1 0 0,0-1 1 0 0,-1 0-1 0 0,1 1 1 0 0,-1-1-1 0 0,1 1 1 0 0,-1-1-1 0 0,0 1 1 0 0,1 0-1 0 0,-1-1 1 0 0,1 1-1 0 0,-1-1 1 0 0,0 1-1 0 0,0 0 1 0 0,1-1-1 0 0,-1 1 1 0 0,0 0-1 0 0,0-1 1 0 0,0 1-1 0 0,0 0 1 0 0,0 0-1 0 0,1 1-3 0 0,-1 0 12 0 0,0 0 0 0 0,1 0 0 0 0,-1 0 0 0 0,1-1 0 0 0,0 1 0 0 0,0 0 0 0 0,-1 0 0 0 0,1 0 0 0 0,0-1 0 0 0,0 1 0 0 0,1 0 0 0 0,-1-1-1 0 0,0 1 1 0 0,0-1 0 0 0,1 1 0 0 0,-1-1 0 0 0,1 0 0 0 0,-1 0 0 0 0,1 1 0 0 0,0-1 0 0 0,0 0 0 0 0,-1-1 0 0 0,1 1 0 0 0,0 0 0 0 0,0 0-1 0 0,0-1 1 0 0,0 1 0 0 0,0-1 0 0 0,0 1 0 0 0,0-1 0 0 0,0 0 0 0 0,0 0 0 0 0,0 0 0 0 0,-1 0 0 0 0,1 0 0 0 0,0-1 0 0 0,3 0-1 0 0,3 0 8 0 0,0-2-1 0 0,0 1 1 0 0,0-1-1 0 0,0 0 1 0 0,-1 0-1 0 0,1-1 1 0 0,-1 0-1 0 0,0-1 0 0 0,-1 1 1 0 0,1-1-1 0 0,6-6 1 0 0,14-10-14 0 0,-26 20 5 0 0,0 0 3 0 0,-1 1-1 0 0,1-1 1 0 0,0 0-1 0 0,-1 1 1 0 0,1-1 0 0 0,-1 1-1 0 0,1-1 1 0 0,0 1-1 0 0,0-1 1 0 0,-1 1-1 0 0,1-1 1 0 0,0 1 0 0 0,0 0-1 0 0,0-1 1 0 0,-1 1-1 0 0,1 0 1 0 0,0 0-1 0 0,0 0 1 0 0,0-1 0 0 0,0 1-1 0 0,0 0 1 0 0,-1 0-1 0 0,1 0 1 0 0,0 0-1 0 0,0 1 1 0 0,0-1 0 0 0,1 0-1 0 0,22 2-14 0 0,17 7 13 0 0,0-3 0 0 0,0-1 0 0 0,1-2 1 0 0,0-2-1 0 0,79-8 0 0 0,-112 5 14 0 0,0 0 0 0 0,-1 0 0 0 0,1-1-1 0 0,-1 1 1 0 0,1-2 0 0 0,-1 1 0 0 0,0-2 0 0 0,0 1 0 0 0,-1-1 0 0 0,13-9 0 0 0,-17 11 42 0 0,0 0 1 0 0,0-1-1 0 0,0 1 0 0 0,-1-1 1 0 0,1 0-1 0 0,-1 0 1 0 0,0 0-1 0 0,0 0 0 0 0,0 0 1 0 0,-1 0-1 0 0,1 0 1 0 0,-1-1-1 0 0,0 1 0 0 0,0 0 1 0 0,-1-1-1 0 0,1 1 1 0 0,-1-1-1 0 0,0 1 0 0 0,0-1 1 0 0,-1 1-1 0 0,1-1 1 0 0,-2-4-1 0 0,2 9-37 0 0,0 0 1 0 0,0 0-1 0 0,0 0 0 0 0,0-1 1 0 0,0 1-1 0 0,-1 0 0 0 0,1 0 1 0 0,0 0-1 0 0,0 0 0 0 0,0 0 1 0 0,0-1-1 0 0,0 1 0 0 0,0 0 1 0 0,0 0-1 0 0,0 0 1 0 0,0 0-1 0 0,0-1 0 0 0,0 1 1 0 0,0 0-1 0 0,0 0 0 0 0,0 0 1 0 0,0 0-1 0 0,0 0 0 0 0,0-1 1 0 0,1 1-1 0 0,-1 0 0 0 0,0 0 1 0 0,0 0-1 0 0,0 0 0 0 0,0 0 1 0 0,0-1-1 0 0,0 1 1 0 0,0 0-1 0 0,0 0 0 0 0,1 0 1 0 0,-1 0-1 0 0,0 0 0 0 0,0 0 1 0 0,0 0-1 0 0,0 0 0 0 0,0-1 1 0 0,0 1-1 0 0,1 0 0 0 0,-1 0 1 0 0,0 0-1 0 0,0 0 0 0 0,0 0 1 0 0,0 0-1 0 0,1 0 0 0 0,-1 0 1 0 0,0 0-1 0 0,11 7 129 0 0,14 21-160 0 0,-19-18 39 0 0,1 0 4 0 0,-1-1 1 0 0,0 1-1 0 0,-1 1 0 0 0,0-1 1 0 0,5 18-1 0 0,-9-25-25 0 0,-1 0 0 0 0,1 0-1 0 0,-1 1 1 0 0,0-1-1 0 0,0 0 1 0 0,0 0-1 0 0,0 0 1 0 0,0 0 0 0 0,-1 0-1 0 0,1 1 1 0 0,-1-1-1 0 0,0 0 1 0 0,0 0 0 0 0,0 0-1 0 0,-1 0 1 0 0,1-1-1 0 0,0 1 1 0 0,-1 0-1 0 0,0-1 1 0 0,0 1 0 0 0,0-1-1 0 0,0 1 1 0 0,0-1-1 0 0,0 0 1 0 0,-1 0-1 0 0,-2 2 1 0 0,-6 5-287 0 0,-1-1-1 0 0,0-1 0 0 0,0 0 1 0 0,-1-1-1 0 0,-26 9 1 0 0,27-11-1502 0 0,-1-1 0 0 0,0 0 0 0 0,-19 2 0 0 0,13-5-1591 0 0</inkml:trace>
</inkml:ink>
</file>

<file path=ppt/ink/ink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9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17 1196 0 0,'0'0'356'0'0,"0"-1"0"0"0,1 1 0 0 0,-1-1-1 0 0,0 1 1 0 0,1-1 0 0 0,-1 1 0 0 0,0-1 0 0 0,0 1 0 0 0,0-1-1 0 0,0 1 1 0 0,1-1 0 0 0,-1 0 0 0 0,0 1 0 0 0,0-1 0 0 0,0 1 0 0 0,0-1-1 0 0,0 1 1 0 0,0-1 0 0 0,0 0 0 0 0,-1 1 0 0 0,1-1 0 0 0,0 1-1 0 0,0-1 1 0 0,0 1 0 0 0,-1-1 0 0 0,1 1 0 0 0,0-1 0 0 0,0 1-1 0 0,-1-2 1 0 0,-13 12 1719 0 0,10-7-2017 0 0,1 1-1 0 0,0 0 1 0 0,0 0 0 0 0,0 0 0 0 0,0 1 0 0 0,1-1 0 0 0,0 1 0 0 0,-3 5 0 0 0,5-9 83 0 0,6 9 204 0 0,-6-9-334 0 0,0 0 1 0 0,1 0-1 0 0,-1 0 1 0 0,1 1 0 0 0,-1-2-1 0 0,1 1 1 0 0,-1 0 0 0 0,1 0-1 0 0,-1 0 1 0 0,1 0 0 0 0,0 0-1 0 0,0 0 1 0 0,0-1 0 0 0,-1 1-1 0 0,1 0 1 0 0,0-1 0 0 0,0 1-1 0 0,0 0 1 0 0,0-1-1 0 0,0 0 1 0 0,1 1 0 0 0,30 13 126 0 0,-10-6-78 0 0,0 2 0 0 0,-1 0 0 0 0,0 2 0 0 0,25 17 0 0 0,-42-26-57 0 0,0 0 0 0 0,0 1 0 0 0,0-1 0 0 0,0 1 1 0 0,-1 0-1 0 0,1 0 0 0 0,-1 0 0 0 0,0 1 0 0 0,0-1 1 0 0,-1 1-1 0 0,1 0 0 0 0,-1-1 0 0 0,0 1 0 0 0,0 0 0 0 0,-1 0 1 0 0,1 0-1 0 0,-1 1 0 0 0,0-1 0 0 0,-1 0 0 0 0,1 0 1 0 0,-1 1-1 0 0,0-1 0 0 0,0 0 0 0 0,-1 0 0 0 0,-1 7 0 0 0,1-7 7 0 0,-1 1 0 0 0,-1-1 0 0 0,1 0 0 0 0,-1 1-1 0 0,0-1 1 0 0,0 0 0 0 0,0-1 0 0 0,-1 1-1 0 0,1-1 1 0 0,-1 1 0 0 0,0-1 0 0 0,-1 0-1 0 0,1 0 1 0 0,-1-1 0 0 0,0 1 0 0 0,-8 4-1 0 0,5-4-126 0 0,-1 1-1 0 0,1-2 0 0 0,-1 1 0 0 0,0-1 0 0 0,0 0 0 0 0,0-1 0 0 0,0 0 0 0 0,0 0 1 0 0,-15 0-1 0 0,-4-9-3112 0 0,11-2-1722 0 0,17 9 4903 0 0,-12-6-3601 0 0</inkml:trace>
</inkml:ink>
</file>

<file path=ppt/ink/ink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1:59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0 150 336 0 0,'7'-5'1116'0'0,"0"-5"-148"0"0,6 0-76 0 0,4-1-48 0 0,4 0-60 0 0,1-5-71 0 0,8 4-77 0 0,10-2-64 0 0,0 0-56 0 0,2 4-176 0 0,2 1-188 0 0,-2 3-204 0 0,4 0-252 0 0,2 3-260 0 0,-5 0-596 0 0,-1 0-1257 0 0,-2-3 557 0 0</inkml:trace>
</inkml:ink>
</file>

<file path=ppt/ink/ink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0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63 660 0 0,'-15'-62'14120'0'0,"15"65"-14049"0"0,1 1-1 0 0,-1-1 1 0 0,1 0-1 0 0,-1 1 1 0 0,1-1 0 0 0,0 0-1 0 0,0 0 1 0 0,1 1-1 0 0,-1-1 1 0 0,3 3-1 0 0,3 12 169 0 0,-2 4 82 0 0,0 1 0 0 0,2 38 1 0 0,6 30 154 0 0,-11-82-459 0 0,12 42-35 0 0,-3 0 0 0 0,-1 1 0 0 0,-3 0 0 0 0,0 86 0 0 0,-8-127-546 0 0,0 0 0 0 0,-2 0 0 0 0,-5 19-1 0 0,-10 4-4808 0 0,0-27-1567 0 0</inkml:trace>
</inkml:ink>
</file>

<file path=ppt/ink/ink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0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0 336 928 0 0,'12'-8'400'0'0,"-1"1"-1"0"0,1 0 1 0 0,1 0-1 0 0,-1 2 1 0 0,1-1-1 0 0,0 2 1 0 0,18-5-1 0 0,103-16 1157 0 0,-94 20-1209 0 0,38-9 256 0 0,117-14 513 0 0,-163 25-758 0 0,0 2 0 0 0,0 1-1 0 0,-1 1 1 0 0,34 7 0 0 0,-62-8-300 0 0,-1 0 0 0 0,0 0 0 0 0,1 0 0 0 0,-1 1 1 0 0,0-1-1 0 0,0 1 0 0 0,1 0 0 0 0,-1-1 0 0 0,0 1 0 0 0,0 0 0 0 0,0 0 0 0 0,0 1 1 0 0,0-1-1 0 0,0 0 0 0 0,0 1 0 0 0,0-1 0 0 0,-1 1 0 0 0,1-1 0 0 0,0 1 1 0 0,-1 0-1 0 0,0 0 0 0 0,1 0 0 0 0,-1 0 0 0 0,0 0 0 0 0,1 2 0 0 0,-1-2 64 0 0,-3 14 297 0 0,-9 27-815 0 0,-3-19-6130 0 0</inkml:trace>
  <inkml:trace contextRef="#ctx0" brushRef="#br0" timeOffset="1">773 99 584 0 0,'-2'-15'2140'0'0,"2"-3"-168"0"0,0 4-343 0 0,0 1-349 0 0,0 0-552 0 0,3 0-892 0 0,4 6-840 0 0,4 1-4597 0 0</inkml:trace>
</inkml:ink>
</file>

<file path=ppt/ink/ink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0 692 0 0,'0'0'1538'0'0,"8"48"2101"0"0,-7-41-3376 0 0,6 75 3936 0 0,3-104-4059 0 0,-8 18-122 0 0,0-1 0 0 0,0 1 0 0 0,0 0 0 0 0,0 0 0 0 0,0 0 0 0 0,1 1 0 0 0,0-1 0 0 0,0 0 0 0 0,0 1 0 0 0,0 0 0 0 0,1 0 0 0 0,-1 0 0 0 0,1 0 0 0 0,-1 0 1 0 0,1 1-1 0 0,0 0 0 0 0,0-1 0 0 0,5 0 0 0 0,-8 2-15 0 0,41 7 0 0 0,-40-5-2 0 0,0 0 0 0 0,1 0 0 0 0,-1 0 0 0 0,0 0 0 0 0,1-1 1 0 0,-1 1-1 0 0,1-1 0 0 0,-1 1 0 0 0,1-1 0 0 0,-1 0 0 0 0,1 0 1 0 0,-1 0-1 0 0,1 0 0 0 0,-1-1 0 0 0,0 1 0 0 0,1-1 0 0 0,-1 1 1 0 0,1-1-1 0 0,-1 0 0 0 0,0 0 0 0 0,1 0 0 0 0,2-2 0 0 0,1-1-69 0 0,0 1 0 0 0,0 0-1 0 0,0 0 1 0 0,1 1-1 0 0,-1-1 1 0 0,1 2 0 0 0,-1-1-1 0 0,1 1 1 0 0,0 0-1 0 0,0 0 1 0 0,0 0 0 0 0,-1 1-1 0 0,1 0 1 0 0,0 1 0 0 0,0 0-1 0 0,0 0 1 0 0,0 0-1 0 0,-1 1 1 0 0,1 0 0 0 0,-1 0-1 0 0,1 0 1 0 0,5 4 0 0 0,-3-2 36 0 0,29 11-207 0 0,47 14 0 0 0,-74-26 194 0 0,0-1 1 0 0,0 0 0 0 0,1 0-1 0 0,-1-1 1 0 0,0-1 0 0 0,1 0 0 0 0,-1 0-1 0 0,0-1 1 0 0,16-3 0 0 0,-24 3 83 0 0,-1 0 0 0 0,1-1 0 0 0,0 1 0 0 0,-1-1 0 0 0,1 1 0 0 0,-1-1 0 0 0,0 0 0 0 0,0 0 0 0 0,1 0 0 0 0,-1 0 0 0 0,0-1 0 0 0,-1 1 0 0 0,1 0 0 0 0,0-1 0 0 0,-1 1 0 0 0,1-1-1 0 0,-1 0 1 0 0,0 1 0 0 0,0-1 0 0 0,0 0 0 0 0,0 0 0 0 0,0 0 0 0 0,-1 0 0 0 0,1 0 0 0 0,-1 0 0 0 0,0 0 0 0 0,0 0 0 0 0,0 0 0 0 0,0 1 0 0 0,-1-1 0 0 0,1 0 0 0 0,-1 0 0 0 0,0-3 0 0 0,1 5-30 0 0,-1 0 0 0 0,1 1 0 0 0,0-1 0 0 0,0 1 0 0 0,-1-1 0 0 0,1 1 0 0 0,0-1 0 0 0,0 1 0 0 0,-1-1 0 0 0,1 1-1 0 0,-1-1 1 0 0,1 1 0 0 0,0-1 0 0 0,-1 1 0 0 0,1-1 0 0 0,-1 1 0 0 0,1 0 0 0 0,-1-1 0 0 0,1 1 0 0 0,-1 0 0 0 0,1 0 0 0 0,-1-1 0 0 0,0 1 0 0 0,1 0 0 0 0,-1 0 0 0 0,1 0-1 0 0,-1 0 1 0 0,1-1 0 0 0,-1 1 0 0 0,0 0 0 0 0,1 0 0 0 0,-1 0 0 0 0,0 0 0 0 0,1 1 0 0 0,-1-1 0 0 0,1 0 0 0 0,-1 0 0 0 0,1 0 0 0 0,-1 0 0 0 0,0 1 0 0 0,1-1-1 0 0,-1 0 1 0 0,1 0 0 0 0,-1 1 0 0 0,0 0 0 0 0,-21 18 106 0 0,21-18-110 0 0,0 1 0 0 0,0-1 0 0 0,0 1 0 0 0,0 0 0 0 0,0 0 1 0 0,1-1-1 0 0,-1 1 0 0 0,1 0 0 0 0,-1 0 0 0 0,1 0 0 0 0,0 0 1 0 0,-1 0-1 0 0,1 0 0 0 0,0-1 0 0 0,0 1 0 0 0,0 0 0 0 0,1 0 0 0 0,-1 0 1 0 0,0 0-1 0 0,1 0 0 0 0,-1 0 0 0 0,1-1 0 0 0,0 1 0 0 0,0 0 1 0 0,-1 0-1 0 0,1-1 0 0 0,0 1 0 0 0,1 0 0 0 0,-1-1 0 0 0,0 1 1 0 0,0-1-1 0 0,1 0 0 0 0,-1 1 0 0 0,0-1 0 0 0,1 0 0 0 0,-1 0 1 0 0,1 0-1 0 0,0 0 0 0 0,2 1 0 0 0,3 1 5 0 0,-1-1 0 0 0,0 0 0 0 0,1-1 0 0 0,-1 0 0 0 0,1 0 1 0 0,-1 0-1 0 0,1-1 0 0 0,-1 0 0 0 0,1 0 0 0 0,8-1 0 0 0,110-25 39 0 0,19-1 37 0 0,-136 26-72 0 0,9-2 37 0 0,1 1 0 0 0,-1 0 1 0 0,0 2-1 0 0,1 0 0 0 0,-1 1 1 0 0,0 1-1 0 0,32 6 0 0 0,-48-7-47 0 0,0-1-1 0 0,0 0 1 0 0,0 0-1 0 0,0 1 1 0 0,0-1-1 0 0,0 1 1 0 0,0-1-1 0 0,0 1 1 0 0,0-1-1 0 0,0 1 1 0 0,0 0-1 0 0,0-1 1 0 0,0 1-1 0 0,0 0 1 0 0,-1 0-1 0 0,1 0 1 0 0,0 0-1 0 0,-1 0 1 0 0,1-1-1 0 0,0 1 1 0 0,-1 0-1 0 0,1 1 1 0 0,-1-1-1 0 0,1 0 1 0 0,-1 0-1 0 0,0 0 1 0 0,0 0-1 0 0,1 0 1 0 0,-1 0-1 0 0,0 2 1 0 0,-1-1 9 0 0,1 1 0 0 0,-1-1 1 0 0,0 1-1 0 0,0-1 0 0 0,0 0 1 0 0,-1 0-1 0 0,1 1 1 0 0,0-1-1 0 0,-1 0 0 0 0,0 0 1 0 0,1 0-1 0 0,-5 3 0 0 0,-6 5-242 0 0,-1 0 1 0 0,-27 17-1 0 0,40-27 211 0 0,-29 14-5610 0 0,17-11 2818 0 0</inkml:trace>
</inkml:ink>
</file>

<file path=ppt/ink/ink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2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12 0 0,'0'0'203'0'0,"0"-1"0"0"0,0 1 1 0 0,0 0-1 0 0,1-1 0 0 0,-1 1 0 0 0,0-1 0 0 0,0 1 1 0 0,0 0-1 0 0,1-1 0 0 0,-1 1 0 0 0,0-1 0 0 0,0 1 1 0 0,1 0-1 0 0,-1-1 0 0 0,0 1 0 0 0,1 0 0 0 0,-1 0 1 0 0,1-1-1 0 0,-1 1 0 0 0,0 0 0 0 0,1 0 0 0 0,-1 0 1 0 0,1-1-1 0 0,-1 1 0 0 0,0 0 0 0 0,1 0 0 0 0,-1 0 1 0 0,1 0-1 0 0,-1 0 0 0 0,1 0 0 0 0,-1 0 0 0 0,1 0 0 0 0,-1 0 1 0 0,0 0-1 0 0,1 0 0 0 0,-1 0 0 0 0,1 0 0 0 0,-1 0 1 0 0,1 0-1 0 0,-1 0 0 0 0,0 1 0 0 0,1-1 0 0 0,-1 0 1 0 0,1 0-1 0 0,-1 0 0 0 0,0 1 0 0 0,1-1 0 0 0,0 1 1 0 0,5 23 4012 0 0,-5-13-4765 0 0,4 12 1093 0 0,-2 0-1 0 0,0 25 1 0 0,-3-47-530 0 0,-10 37-1938 0 0,6-32 845 0 0,2-3-104 0 0</inkml:trace>
</inkml:ink>
</file>

<file path=ppt/ink/ink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89 668 0 0,'27'-72'10098'0'0,"-26"71"-9632"0"0,4-4-32 0 0,-5 4-486 0 0,0 1 0 0 0,1-1 0 0 0,-1 1 1 0 0,0-1-1 0 0,1 0 0 0 0,-1 1 0 0 0,1-1 1 0 0,-1 1-1 0 0,1-1 0 0 0,-1 1 0 0 0,1-1 0 0 0,-1 1 1 0 0,1-1-1 0 0,0 1 0 0 0,-1 0 0 0 0,1-1 0 0 0,0 1 1 0 0,-1 0-1 0 0,1-1 0 0 0,0 1 0 0 0,-1 0 1 0 0,1 0-1 0 0,1 0 0 0 0,26 2-5517 0 0</inkml:trace>
</inkml:ink>
</file>

<file path=ppt/ink/ink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3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4 772 0 0,'0'0'843'0'0,"13"37"4436"0"0,-12-36-4952 0 0,20 0 866 0 0,-18 0-1107 0 0,0-1-1 0 0,0 1 1 0 0,0-1-1 0 0,0 0 1 0 0,0 0-1 0 0,0-1 1 0 0,0 1-1 0 0,0-1 1 0 0,0 1-1 0 0,0-1 1 0 0,4-2-1 0 0,27-9 452 0 0,-22 7-383 0 0,0 0 0 0 0,0 1 0 0 0,1 0 0 0 0,-1 1 0 0 0,1 1 0 0 0,16-2 0 0 0,-24 5-324 0 0,-1 0 1 0 0,1 0-1 0 0,-1 0 0 0 0,1 0 1 0 0,-1 0-1 0 0,1 1 1 0 0,-1 0-1 0 0,0 0 0 0 0,4 2 1 0 0,13 7-4739 0 0,-12-8 2401 0 0</inkml:trace>
</inkml:ink>
</file>

<file path=ppt/ink/ink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3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258 7 1016 0 0,'-29'-7'3680'0'0,"29"7"-3679"0"0,-30 2 1776 0 0,-58 10 1 0 0,81-10-1578 0 0,0-1 0 0 0,0 1 1 0 0,0 0-1 0 0,0 1 0 0 0,0 0 0 0 0,0 0 0 0 0,1 0 1 0 0,0 1-1 0 0,-1 0 0 0 0,1 0 0 0 0,0 0 0 0 0,1 1 1 0 0,-1 0-1 0 0,-7 9 0 0 0,12-13-181 0 0,1 0-1 0 0,-1 0 0 0 0,1 0 1 0 0,-1-1-1 0 0,1 1 1 0 0,-1 0-1 0 0,1 0 1 0 0,-1 0-1 0 0,1 0 1 0 0,0 0-1 0 0,-1 0 1 0 0,1 0-1 0 0,0 0 1 0 0,0 0-1 0 0,0 1 1 0 0,0-1-1 0 0,0 0 1 0 0,0 0-1 0 0,0 0 0 0 0,0 0 1 0 0,0 0-1 0 0,1 0 1 0 0,-1 0-1 0 0,0 0 1 0 0,1 0-1 0 0,-1 0 1 0 0,1 0-1 0 0,-1 0 1 0 0,1 0-1 0 0,-1-1 1 0 0,1 1-1 0 0,0 0 1 0 0,-1 0-1 0 0,1 0 1 0 0,0-1-1 0 0,0 1 0 0 0,-1 0 1 0 0,1-1-1 0 0,0 1 1 0 0,0-1-1 0 0,0 1 1 0 0,0-1-1 0 0,0 1 1 0 0,0-1-1 0 0,2 1 1 0 0,48 12-90 0 0,-47-13 64 0 0,15 2 44 0 0,0-1 0 0 0,0-1 0 0 0,37-5 0 0 0,-37 3-1112 0 0,-1 0 1 0 0,1 1 0 0 0,36 3-1 0 0,-39 1-1907 0 0,0-4 227 0 0</inkml:trace>
</inkml:ink>
</file>

<file path=ppt/ink/ink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4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280 352 44 0 0,'-15'-28'4985'0'0,"12"26"-4719"0"0,-1-1 0 0 0,0 0 0 0 0,0 1 0 0 0,-1-1 1 0 0,1 1-1 0 0,0 1 0 0 0,-1-1 0 0 0,1 0 0 0 0,-1 1 0 0 0,0 0 0 0 0,1 0 0 0 0,-1 1 0 0 0,0-1 0 0 0,-8 1 0 0 0,3 0-5 0 0,0 1 0 0 0,0 0 0 0 0,0 1 0 0 0,0 0 0 0 0,0 0 0 0 0,0 1 0 0 0,-12 6 0 0 0,14-6-131 0 0,0 1-1 0 0,1 0 1 0 0,0 0-1 0 0,-1 1 1 0 0,1 0-1 0 0,1 0 0 0 0,-1 1 1 0 0,-10 12-1 0 0,14-15-61 0 0,1 0 0 0 0,-1 1 0 0 0,1-1 0 0 0,0 1 0 0 0,0 0-1 0 0,0-1 1 0 0,1 1 0 0 0,-1 0 0 0 0,1 0 0 0 0,0 0 0 0 0,0 1-1 0 0,0-1 1 0 0,1 0 0 0 0,-1 0 0 0 0,1 0 0 0 0,0 1 0 0 0,1 7 0 0 0,0-10-48 0 0,-1 1-1 0 0,1 0 1 0 0,-1-1 0 0 0,1 1 0 0 0,0-1 0 0 0,0 1 0 0 0,0-1 0 0 0,0 0 0 0 0,0 1 0 0 0,1-1 0 0 0,-1 0 0 0 0,1 0 0 0 0,-1 0 0 0 0,1 0 0 0 0,0 0 0 0 0,0 0 0 0 0,0 0 0 0 0,0-1 0 0 0,0 1 0 0 0,4 2 0 0 0,-2-3-3 0 0,0 1 1 0 0,0-1-1 0 0,0 0 0 0 0,1 0 1 0 0,-1-1-1 0 0,0 1 1 0 0,0-1-1 0 0,1 0 0 0 0,-1 0 1 0 0,0 0-1 0 0,8-1 1 0 0,1-2 6 0 0,0 0 1 0 0,-1-1-1 0 0,1 0 1 0 0,-1-1-1 0 0,1-1 1 0 0,-2 0-1 0 0,15-9 1 0 0,-9 4 11 0 0,-1-2 0 0 0,0 0 1 0 0,-1 0-1 0 0,0-2 1 0 0,-1 0-1 0 0,0 0 0 0 0,-2-1 1 0 0,0-1-1 0 0,0 0 0 0 0,-2-1 1 0 0,0 0-1 0 0,-1 0 1 0 0,-1-1-1 0 0,-1 0 0 0 0,6-23 1 0 0,-12 36-30 0 0,0 1 0 0 0,-1 0 0 0 0,1-1 0 0 0,-1 1 0 0 0,0-1 0 0 0,0 1 0 0 0,-1-1 0 0 0,0 1 0 0 0,0-1 0 0 0,0 1 0 0 0,0-1 0 0 0,-1 1 0 0 0,0 0 0 0 0,0 0 0 0 0,-1 0 0 0 0,1 0 0 0 0,-1 0 0 0 0,0 1 0 0 0,0-1 0 0 0,-1 1 0 0 0,1 0 0 0 0,-1 0 0 0 0,0 0 0 0 0,0 0 0 0 0,0 1 0 0 0,-1-1 0 0 0,1 1 0 0 0,-7-3 0 0 0,0 0-8 0 0,-1 0-1 0 0,1 1 1 0 0,-1 0 0 0 0,0 1 0 0 0,0 0 0 0 0,0 1 0 0 0,-1 1 0 0 0,1 0-1 0 0,-1 0 1 0 0,0 1 0 0 0,-18 1 0 0 0,28 0-5 0 0,0 1 0 0 0,0-1 0 0 0,-1 1 0 0 0,1-1 0 0 0,0 1 0 0 0,0 0 0 0 0,0 0 0 0 0,0 1 0 0 0,0-1 0 0 0,0 0 0 0 0,0 1 0 0 0,0 0 0 0 0,-2 2 0 0 0,4-3 5 0 0,0 0 1 0 0,1-1-1 0 0,-1 1 0 0 0,1 0 0 0 0,-1 0 1 0 0,1 0-1 0 0,-1 0 0 0 0,1 0 0 0 0,-1 0 1 0 0,1 0-1 0 0,0 0 0 0 0,0 0 1 0 0,0 0-1 0 0,-1 0 0 0 0,1 0 0 0 0,0 0 1 0 0,0 0-1 0 0,0 0 0 0 0,1 0 0 0 0,-1 0 1 0 0,0 0-1 0 0,0 0 0 0 0,0 0 0 0 0,1 0 1 0 0,-1 0-1 0 0,0 0 0 0 0,1 0 1 0 0,-1-1-1 0 0,1 1 0 0 0,0 1 0 0 0,0-1-1 0 0,1 6-15 0 0,2 0 0 0 0,-1 0 1 0 0,1-1-1 0 0,0 1 0 0 0,1-1 0 0 0,0 0 0 0 0,0 0 0 0 0,0-1 0 0 0,0 1 0 0 0,1-1 0 0 0,0 0 0 0 0,7 4 0 0 0,12 8-196 0 0,43 22 0 0 0,-24-19-161 0 0,72 22-1 0 0,-77-29 75 0 0,0 1-1 0 0,67 35 1 0 0,-102-46 271 0 0,0 1-1 0 0,1-1 0 0 0,-1 1 1 0 0,-1 0-1 0 0,1 0 1 0 0,0 1-1 0 0,-1-1 1 0 0,0 1-1 0 0,0-1 0 0 0,0 1 1 0 0,-1 0-1 0 0,3 7 1 0 0,-3-7 27 0 0,0 1 1 0 0,1-1-1 0 0,0 0 1 0 0,0 1 0 0 0,0-1-1 0 0,1-1 1 0 0,0 1-1 0 0,0 0 1 0 0,0-1 0 0 0,0 0-1 0 0,1 0 1 0 0,-1 0 0 0 0,6 3-1 0 0,-9-7 39 0 0,0 1 0 0 0,0-1 1 0 0,0 1-1 0 0,0-1 0 0 0,0 0 0 0 0,-1 1 0 0 0,1-1 0 0 0,0 0 0 0 0,0 0 0 0 0,0 0 1 0 0,0 0-1 0 0,0 1 0 0 0,0-1 0 0 0,0-1 0 0 0,0 1 0 0 0,0 0 0 0 0,0 0 0 0 0,0 0 1 0 0,0 0-1 0 0,0-1 0 0 0,0 1 0 0 0,0 0 0 0 0,-1-1 0 0 0,1 1 0 0 0,0-1 0 0 0,0 1 1 0 0,0-1-1 0 0,0 1 0 0 0,-1-1 0 0 0,1 0 0 0 0,0 1 0 0 0,-1-1 0 0 0,1 0 1 0 0,0 0-1 0 0,-1 1 0 0 0,1-1 0 0 0,-1 0 0 0 0,1 0 0 0 0,-1 0 0 0 0,0 0 0 0 0,1 0 1 0 0,-1 0-1 0 0,0 0 0 0 0,0 1 0 0 0,1-1 0 0 0,-1 0 0 0 0,0 0 0 0 0,0 0 0 0 0,0 0 1 0 0,0-1-1 0 0,1-4 66 0 0,-1 0 0 0 0,1 1 0 0 0,-1-1 0 0 0,0 1 0 0 0,0-1 0 0 0,-1 1 0 0 0,-1-10 0 0 0,-1 6-146 0 0,0-1 0 0 0,-1 1 0 0 0,0 0-1 0 0,0 0 1 0 0,-1 0 0 0 0,0 0-1 0 0,0 1 1 0 0,-1-1 0 0 0,-1 2 0 0 0,1-1-1 0 0,-11-9 1 0 0,15 16-321 0 0,1 0-1 0 0,0 1 1 0 0,0-1 0 0 0,-1 1-1 0 0,1 0 1 0 0,-1-1 0 0 0,1 1 0 0 0,0 0-1 0 0,-1 0 1 0 0,1 0 0 0 0,-1 0-1 0 0,1 0 1 0 0,0 0 0 0 0,-1 0-1 0 0,1 0 1 0 0,-1 0 0 0 0,1 1-1 0 0,0-1 1 0 0,-1 1 0 0 0,-1 0 0 0 0,2-1-115 0 0</inkml:trace>
</inkml:ink>
</file>

<file path=ppt/ink/ink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5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60 148 0 0,'1'-1'315'0'0,"0"0"-1"0"0,-1-1 1 0 0,1 1 0 0 0,0-1-1 0 0,-1 1 1 0 0,1-1 0 0 0,-1 1-1 0 0,1-1 1 0 0,-1 1-1 0 0,1-1 1 0 0,-1 0 0 0 0,0 1-1 0 0,0-1 1 0 0,0 1 0 0 0,0-1-1 0 0,0 1 1 0 0,-1-1 0 0 0,1 0-1 0 0,0 1 1 0 0,-1-1 0 0 0,1 1-1 0 0,-2-3 1 0 0,1 3-93 0 0,0-1 1 0 0,0 1-1 0 0,-1-1 1 0 0,1 1-1 0 0,-1 0 1 0 0,1-1-1 0 0,-1 1 1 0 0,1 0 0 0 0,-1 0-1 0 0,0 0 1 0 0,1 0-1 0 0,-1 0 1 0 0,0 1-1 0 0,0-1 1 0 0,-3 0-1 0 0,-1 0-48 0 0,1 0-1 0 0,-1 0 1 0 0,1 0 0 0 0,-1 1-1 0 0,0 0 1 0 0,1 0 0 0 0,-1 1 0 0 0,0-1-1 0 0,1 1 1 0 0,-1 1 0 0 0,-10 3-1 0 0,7 0-75 0 0,0 1 0 0 0,0 0 0 0 0,0 0 0 0 0,1 1 0 0 0,0 0 0 0 0,1 1 0 0 0,-1-1 0 0 0,2 2 0 0 0,-1-1-1 0 0,1 1 1 0 0,0 0 0 0 0,-5 11 0 0 0,9-17-83 0 0,0 0 0 0 0,1 0 0 0 0,-1 0 1 0 0,1 0-1 0 0,0 1 0 0 0,0-1 0 0 0,0 1 0 0 0,0-1 0 0 0,1 1 0 0 0,-1-1 0 0 0,1 1 0 0 0,0-1 0 0 0,0 1 0 0 0,0-1 0 0 0,0 1 0 0 0,1-1 0 0 0,-1 1 0 0 0,1-1 0 0 0,0 1 0 0 0,0-1 1 0 0,1 0-1 0 0,-1 1 0 0 0,0-1 0 0 0,1 0 0 0 0,0 0 0 0 0,0 0 0 0 0,0 0 0 0 0,0 0 0 0 0,0-1 0 0 0,1 1 0 0 0,-1-1 0 0 0,1 1 0 0 0,0-1 0 0 0,-1 0 0 0 0,1 0 0 0 0,0 0 1 0 0,0 0-1 0 0,1-1 0 0 0,5 3 0 0 0,3 1-16 0 0,1-1 0 0 0,0-1 0 0 0,0 0 1 0 0,0-1-1 0 0,0 0 0 0 0,0-1 0 0 0,0-1 0 0 0,0 0 1 0 0,1 0-1 0 0,-1-1 0 0 0,0-1 0 0 0,0-1 0 0 0,0 1 1 0 0,0-2-1 0 0,-1 0 0 0 0,19-8 0 0 0,7-6 199 0 0,0-1 0 0 0,-2-2 0 0 0,64-47 0 0 0,-96 64 163 0 0,0 0 1 0 0,1-1-1 0 0,-2 1 1 0 0,1-1-1 0 0,0 1 1 0 0,2-7-1 0 0,-5 10 472 0 0,-2 1-842 0 0,-1 0 1 0 0,1 1 0 0 0,0-1 0 0 0,-1 1-1 0 0,1-1 1 0 0,0 1 0 0 0,0-1 0 0 0,-1 1-1 0 0,1 0 1 0 0,0 0 0 0 0,0 0 0 0 0,0-1-1 0 0,0 1 1 0 0,0 0 0 0 0,0 0 0 0 0,0 0-1 0 0,1 1 1 0 0,-1-1 0 0 0,0 0 0 0 0,0 0-1 0 0,1 0 1 0 0,-1 1 0 0 0,1-1 0 0 0,-1 0-1 0 0,1 0 1 0 0,0 1 0 0 0,-1-1 0 0 0,1 0-1 0 0,0 1 1 0 0,0-1 0 0 0,0 1 0 0 0,0-1-1 0 0,0 0 1 0 0,0 1 0 0 0,0-1 0 0 0,1 2-1 0 0,-1 1-83 0 0,0 1 0 0 0,0-1-1 0 0,1 1 1 0 0,0-1-1 0 0,0 1 1 0 0,0-1 0 0 0,0 0-1 0 0,1 1 1 0 0,0-1 0 0 0,2 4-1 0 0,-2-5 30 0 0,0 0 0 0 0,0-1 0 0 0,1 1 0 0 0,-1-1 0 0 0,1 0 0 0 0,-1 0-1 0 0,1 0 1 0 0,0 0 0 0 0,0 0 0 0 0,0 0 0 0 0,0-1 0 0 0,0 1 0 0 0,0-1 0 0 0,1 0-1 0 0,-1 0 1 0 0,0 0 0 0 0,0-1 0 0 0,1 1 0 0 0,-1-1 0 0 0,1 1 0 0 0,-1-1 0 0 0,0 0-1 0 0,1-1 1 0 0,-1 1 0 0 0,1-1 0 0 0,-1 1 0 0 0,0-1 0 0 0,1 0 0 0 0,-1 0 0 0 0,3-2-1 0 0,0 0 188 0 0,0 1 0 0 0,0-2-1 0 0,0 1 1 0 0,-1-1 0 0 0,0 0 0 0 0,0 0-1 0 0,0 0 1 0 0,0-1 0 0 0,-1 1-1 0 0,0-1 1 0 0,1-1 0 0 0,-2 1-1 0 0,1 0 1 0 0,-1-1 0 0 0,4-7-1 0 0,-7 13-124 0 0,0-1 0 0 0,0 1 0 0 0,0-1 0 0 0,0 1 0 0 0,0 0 0 0 0,0-1 0 0 0,0 1-1 0 0,0 0 1 0 0,0-1 0 0 0,0 1 0 0 0,0 0 0 0 0,1-1 0 0 0,-1 1 0 0 0,0 0 0 0 0,0 0 0 0 0,0-1 0 0 0,0 1-1 0 0,1 0 1 0 0,-1-1 0 0 0,0 1 0 0 0,0 0 0 0 0,1 0 0 0 0,-1-1 0 0 0,0 1 0 0 0,0 0 0 0 0,1 0 0 0 0,-1 0-1 0 0,0 0 1 0 0,1-1 0 0 0,-1 1 0 0 0,0 0 0 0 0,1 0 0 0 0,-1 0 0 0 0,0 0 0 0 0,1 0 0 0 0,-1 0 0 0 0,0 0-1 0 0,1 0 1 0 0,-1 0 0 0 0,0 0 0 0 0,1 0 0 0 0,-1 0 0 0 0,1 0 0 0 0,-1 0 0 0 0,0 0 0 0 0,1 0 0 0 0,-1 0-1 0 0,0 1 1 0 0,0-1 0 0 0,1 0 0 0 0,-1 0 0 0 0,0 0 0 0 0,1 0 0 0 0,-1 1 0 0 0,1-1 0 0 0,13 24-2186 0 0,-2-2-5925 0 0,-6-15 3958 0 0</inkml:trace>
</inkml:ink>
</file>

<file path=ppt/ink/ink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6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15 355 460 0 0,'1'-3'518'0'0,"0"1"-1"0"0,0-1 1 0 0,0 1-1 0 0,0 0 1 0 0,0 0-1 0 0,1 0 1 0 0,-1-1-1 0 0,1 1 1 0 0,0 0-1 0 0,3-3 1699 0 0,-4 5-2088 0 0,0 0 1 0 0,0 0 0 0 0,0 0-1 0 0,0 0 1 0 0,0 0 0 0 0,0 0-1 0 0,0 0 1 0 0,0 0-1 0 0,0 1 1 0 0,0-1 0 0 0,0 0-1 0 0,0 1 1 0 0,0-1 0 0 0,0 1-1 0 0,0-1 1 0 0,0 1 0 0 0,-1-1-1 0 0,1 1 1 0 0,0 0-1 0 0,0-1 1 0 0,-1 1 0 0 0,1 0-1 0 0,0-1 1 0 0,-1 1 0 0 0,1 0-1 0 0,-1 0 1 0 0,1 0 0 0 0,-1 0-1 0 0,1 0 1 0 0,0 1-1 0 0,0 3-31 0 0,-1 0 0 0 0,1 0-1 0 0,-1 0 1 0 0,0 0-1 0 0,-1-1 1 0 0,1 1-1 0 0,-1 0 1 0 0,0 0-1 0 0,0-1 1 0 0,0 1-1 0 0,-1 0 1 0 0,1-1 0 0 0,-1 1-1 0 0,0-1 1 0 0,-1 0-1 0 0,1 1 1 0 0,-1-1-1 0 0,0 0 1 0 0,0-1-1 0 0,0 1 1 0 0,0 0-1 0 0,-1-1 1 0 0,1 0 0 0 0,-1 0-1 0 0,-8 5 1 0 0,7-8 331 0 0,7-11-354 0 0,9-14-115 0 0,1 12 33 0 0,1 2-1 0 0,0-1 1 0 0,1 1-1 0 0,0 1 1 0 0,1 1-1 0 0,22-12 1 0 0,-35 20 2 0 0,0 0 0 0 0,0 1 0 0 0,0-1-1 0 0,0 1 1 0 0,0-1 0 0 0,0 1 0 0 0,0 0 0 0 0,0 0 0 0 0,0 0 0 0 0,1 0 0 0 0,-1 0 0 0 0,0 0 0 0 0,0 1 0 0 0,0-1 0 0 0,0 0 0 0 0,0 1 0 0 0,0 0 0 0 0,0 0 0 0 0,-1-1 0 0 0,1 1 0 0 0,0 0 0 0 0,0 0 0 0 0,0 1 0 0 0,-1-1 0 0 0,4 3-1 0 0,30 38-52 0 0,-32-38 55 0 0,-2-3 1 0 0,3 0 14 0 0,-2 0-11 0 0,0 0 0 0 0,0-1 0 0 0,0 1 0 0 0,0-1 0 0 0,0 1 1 0 0,0-1-1 0 0,0 0 0 0 0,0 0 0 0 0,0 0 0 0 0,0 0 0 0 0,0 0 0 0 0,0-1 0 0 0,0 1 0 0 0,0-1 0 0 0,0 1 0 0 0,0-1 0 0 0,0 0 0 0 0,0 1 0 0 0,0-1 0 0 0,-1 0 0 0 0,3-2 0 0 0,8-2-117 0 0,0 1-1 0 0,0 0 1 0 0,0 1 0 0 0,0 0-1 0 0,0 0 1 0 0,1 1-1 0 0,-1 1 1 0 0,19 0-1 0 0,8 3-529 0 0,54 10-1 0 0,-82-10 529 0 0,0-1 15 0 0,1 0 0 0 0,0 0-1 0 0,-1-1 1 0 0,1-1-1 0 0,14-2 1 0 0,-21 2 111 0 0,-1 1 1 0 0,1-1 0 0 0,-1-1 0 0 0,1 1-1 0 0,-1-1 1 0 0,1 0 0 0 0,-1 1 0 0 0,0-2-1 0 0,0 1 1 0 0,0-1 0 0 0,0 1 0 0 0,-1-1-1 0 0,1 0 1 0 0,0 0 0 0 0,3-5 0 0 0,-6 7 11 0 0,-1 0 1 0 0,1 0 0 0 0,0 0 0 0 0,-1 0-1 0 0,1 1 1 0 0,-1-1 0 0 0,1 0-1 0 0,-1 0 1 0 0,0 0 0 0 0,1 0 0 0 0,-1 0-1 0 0,0 0 1 0 0,0 0 0 0 0,0 0-1 0 0,0 0 1 0 0,0 0 0 0 0,0 0-1 0 0,0 0 1 0 0,0-1 0 0 0,0 1 0 0 0,0 0-1 0 0,0 0 1 0 0,-1 0 0 0 0,1 0-1 0 0,0 1 1 0 0,-1-1 0 0 0,1 0 0 0 0,-1 0-1 0 0,1 0 1 0 0,-1 0 0 0 0,1 0-1 0 0,-1 0 1 0 0,0 1 0 0 0,-1-3-1 0 0,0 2 1 0 0,1 0 0 0 0,-1 0 0 0 0,1-1 0 0 0,-1 1 0 0 0,0 0 0 0 0,0 1 0 0 0,0-1-1 0 0,0 0 1 0 0,1 0 0 0 0,-1 1 0 0 0,0-1 0 0 0,-4 0 0 0 0,3 1 28 0 0,-5 7-1 0 0,8-6-44 0 0,-1-1 1 0 0,0 0-1 0 0,0 1 0 0 0,0-1 1 0 0,0 1-1 0 0,1-1 0 0 0,-1 1 0 0 0,0 0 1 0 0,0-1-1 0 0,1 1 0 0 0,-1 0 1 0 0,0-1-1 0 0,1 1 0 0 0,-1 0 1 0 0,1 0-1 0 0,-1-1 0 0 0,1 1 1 0 0,0 0-1 0 0,-1 0 0 0 0,1 0 1 0 0,0 0-1 0 0,-1 0 0 0 0,1 1 0 0 0,0 1-9 0 0,0 0 0 0 0,1 0 0 0 0,0-1-1 0 0,-1 1 1 0 0,1 0 0 0 0,0 0-1 0 0,0-1 1 0 0,0 1 0 0 0,1-1-1 0 0,-1 1 1 0 0,1-1 0 0 0,-1 1 0 0 0,1-1-1 0 0,0 0 1 0 0,0 0 0 0 0,0 0-1 0 0,0 0 1 0 0,0 0 0 0 0,0 0-1 0 0,1-1 1 0 0,-1 1 0 0 0,0-1-1 0 0,1 1 1 0 0,0-1 0 0 0,-1 0 0 0 0,1 0-1 0 0,0 0 1 0 0,-1 0 0 0 0,1-1-1 0 0,0 1 1 0 0,5 0 0 0 0,3 0-47 0 0,0 1 0 0 0,0-2 0 0 0,0 0 0 0 0,0 0 0 0 0,0-1 0 0 0,0 0 0 0 0,14-4 0 0 0,1-2 395 0 0,0-1 0 0 0,-1-1 0 0 0,47-24 0 0 0,-71 32-98 0 0,6-4 135 0 0,-6 5-335 0 0,0-1-1 0 0,-1 1 1 0 0,1-1 0 0 0,0 0-1 0 0,-1 1 1 0 0,1-1 0 0 0,0 1-1 0 0,0 0 1 0 0,-1-1 0 0 0,1 1-1 0 0,0 0 1 0 0,0-1 0 0 0,0 1-1 0 0,-1 0 1 0 0,1 0-1 0 0,0 0 1 0 0,0 0 0 0 0,0 0-1 0 0,0 0 1 0 0,1 0 0 0 0,54 30 210 0 0,-41-21-282 0 0,1 0-1 0 0,0-1 0 0 0,0 0 0 0 0,1-1 0 0 0,0-1 0 0 0,0-1 1 0 0,25 5-1 0 0,-28-9 22 0 0,0 0 1 0 0,-1 0-1 0 0,1-2 1 0 0,0 1-1 0 0,0-2 1 0 0,-1 0-1 0 0,1 0 1 0 0,-1-2-1 0 0,1 1 1 0 0,-1-2-1 0 0,0 0 1 0 0,-1 0-1 0 0,1-1 1 0 0,-1-1-1 0 0,0 0 1 0 0,-1 0-1 0 0,0-2 1 0 0,0 1-1 0 0,0-1 1 0 0,-1-1-1 0 0,-1 0 1 0 0,1 0-1 0 0,-2-1 1 0 0,1 0 0 0 0,11-21-1 0 0,-4 5 204 0 0,-1 0 1 0 0,-1-1-1 0 0,-2-1 0 0 0,-1 0 0 0 0,12-48 0 0 0,-22 76-159 0 0,-1 0 0 0 0,0 1 0 0 0,1-1 0 0 0,-1 1 0 0 0,0-1 0 0 0,0 1-1 0 0,1-1 1 0 0,-1 0 0 0 0,0 1 0 0 0,0-1 0 0 0,0 1 0 0 0,0-1-1 0 0,0 0 1 0 0,0 1 0 0 0,0-1 0 0 0,0 0 0 0 0,0 1 0 0 0,0-1 0 0 0,0 0-1 0 0,0 1 1 0 0,0-1 0 0 0,0 1 0 0 0,-1-1 0 0 0,1 0 0 0 0,0 1-1 0 0,0-1 1 0 0,-1 1 0 0 0,1-1 0 0 0,-1 0 0 0 0,-12 17 204 0 0,-15 43-169 0 0,21-35-73 0 0,1 0 0 0 0,1 1 0 0 0,1 0 1 0 0,1 0-1 0 0,1 0 0 0 0,2 0 0 0 0,0 0 0 0 0,2 0 1 0 0,0 0-1 0 0,2 0 0 0 0,1 0 0 0 0,1-1 1 0 0,13 36-1 0 0,-14-42-1605 0 0,-4-13-709 0 0</inkml:trace>
</inkml:ink>
</file>

<file path=ppt/ink/ink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6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1340 0 0,'10'-7'1540'0'0,"2"5"-76"0"0,0-1-59 0 0,1-4 51 0 0,1 2-68 0 0,1 1-100 0 0,-2 1-108 0 0,2-1-136 0 0,1 0-120 0 0,-2-1-200 0 0,1 0-276 0 0,0 4-280 0 0,-5-1-280 0 0,5-1-1172 0 0</inkml:trace>
</inkml:ink>
</file>

<file path=ppt/ink/ink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9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92 364 0 0,'0'-16'2808'0'0,"2"-7"-181"0"0,-1 18-1748 0 0,0 1 0 0 0,0-1 1 0 0,-1 0-1 0 0,0 0 1 0 0,0 1-1 0 0,0-1 0 0 0,-1 0 1 0 0,-1-7-1 0 0,1 10-235 0 0,-4 2-578 0 0,-1 1 1 0 0,1 0-1 0 0,-1 1 0 0 0,1-1 0 0 0,-1 1 0 0 0,1 0 0 0 0,0 0 0 0 0,0 1 0 0 0,0-1 0 0 0,0 1 0 0 0,-7 6 1 0 0,-51 45 222 0 0,49-40-209 0 0,9-9-59 0 0,1 0-1 0 0,-1 0 0 0 0,1 0 1 0 0,0 1-1 0 0,0 0 1 0 0,1 0-1 0 0,-1 0 1 0 0,1 0-1 0 0,1 1 1 0 0,-1-1-1 0 0,1 1 1 0 0,-1 6-1 0 0,3-11-23 0 0,1-1-1 0 0,-1 1 1 0 0,1-1 0 0 0,-1 1-1 0 0,1-1 1 0 0,-1 0 0 0 0,1 1-1 0 0,0-1 1 0 0,0 0-1 0 0,0 1 1 0 0,0-1 0 0 0,0 0-1 0 0,0 0 1 0 0,0 0 0 0 0,0 0-1 0 0,0 0 1 0 0,1 0-1 0 0,-1 0 1 0 0,0 0 0 0 0,1 0-1 0 0,-1-1 1 0 0,1 1 0 0 0,-1-1-1 0 0,0 1 1 0 0,1-1 0 0 0,-1 1-1 0 0,1-1 1 0 0,0 0-1 0 0,-1 0 1 0 0,1 1 0 0 0,-1-1-1 0 0,1 0 1 0 0,2-1 0 0 0,47-2-291 0 0,26-14-152 0 0,-75 17 415 0 0,3 0-93 0 0,0 1 94 0 0,0-1-1 0 0,0 1 0 0 0,0 0 1 0 0,0 1-1 0 0,0-1 0 0 0,-1 1 1 0 0,7 3-1 0 0,-7-3 24 0 0,1-1 0 0 0,0 1 0 0 0,-1-1 0 0 0,1 0 0 0 0,0 0 0 0 0,-1-1 0 0 0,1 0 0 0 0,0 1 0 0 0,0-1 0 0 0,-1-1 0 0 0,1 1 0 0 0,0-1 0 0 0,0 0 0 0 0,-1 0 0 0 0,1 0 0 0 0,8-4 0 0 0,10-5 0 0 0,-1-1 0 0 0,27-17 1 0 0,-33 18 9 0 0,1 0-1 0 0,36-14 1 0 0,-39 19-4 0 0,-13 4-1 0 0,1 0 0 0 0,0 1-1 0 0,0-1 1 0 0,0 0 0 0 0,0 1 0 0 0,0-1 0 0 0,0 1 0 0 0,0 0 0 0 0,0 0 0 0 0,0 0 0 0 0,0 0-1 0 0,0 0 1 0 0,0 0 0 0 0,0 0 0 0 0,0 0 0 0 0,0 1 0 0 0,0-1 0 0 0,0 1 0 0 0,-1 0 0 0 0,1 0-1 0 0,2 1 1 0 0,-2 0-8 0 0,0 3 44 0 0,0 0-1 0 0,-1 1 1 0 0,0-1-1 0 0,0 1 1 0 0,0-1-1 0 0,-1 1 1 0 0,1-1-1 0 0,-1 1 1 0 0,-2 9-1 0 0,1 4-2148 0 0,4 2-4485 0 0</inkml:trace>
</inkml:ink>
</file>

<file path=ppt/ink/ink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9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0 1092 0 0,'0'0'5237'0'0,"-3"5"-4578"0"0,-13 17-61 0 0,1 2 0 0 0,1 0 0 0 0,1 0 0 0 0,1 2 0 0 0,1-1 0 0 0,-13 48 0 0 0,-27 170-155 0 0,50-237-480 0 0,-4 13-1472 0 0</inkml:trace>
</inkml:ink>
</file>

<file path=ppt/ink/ink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09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0 345 444 0 0,'18'-12'810'0'0,"0"1"1"0"0,1 0-1 0 0,0 1 0 0 0,31-10 1 0 0,-24 9-115 0 0,3-2 349 0 0,-1 0 0 0 0,0-2 0 0 0,44-31 0 0 0,-64 40-818 0 0,0-1-1 0 0,0 1 1 0 0,-1-1 0 0 0,0 0 0 0 0,-1-1 0 0 0,0 0 0 0 0,0 0 0 0 0,0 0 0 0 0,-1 0 0 0 0,0-1-1 0 0,-1 0 1 0 0,0 0 0 0 0,0-1 0 0 0,-1 1 0 0 0,4-19 0 0 0,-5-7 1495 0 0,-3 35-1694 0 0,-1 0-1 0 0,1 1 1 0 0,0-1 0 0 0,0 0-1 0 0,0 1 1 0 0,0-1 0 0 0,0 1 0 0 0,0-1-1 0 0,0 1 1 0 0,0 0 0 0 0,0-1-1 0 0,0 1 1 0 0,0 0 0 0 0,0 0 0 0 0,0 0-1 0 0,1 0 1 0 0,-1 0 0 0 0,-1 1-1 0 0,-5 5-149 0 0,-13 13 177 0 0,2 1-1 0 0,0 1 1 0 0,2 1 0 0 0,-24 42-1 0 0,18-30-2 0 0,3 1 1 0 0,1 0 0 0 0,2 1 1 0 0,1 1-1 0 0,2 1 0 0 0,-10 50 1 0 0,22-87-32 0 0,1 0 0 0 0,0-1 0 0 0,0 1 1 0 0,-1-1-1 0 0,1 1 0 0 0,0-1 0 0 0,0 1 1 0 0,0 0-1 0 0,1-1 0 0 0,-1 1 0 0 0,0-1 0 0 0,1 1 1 0 0,-1-1-1 0 0,1 1 0 0 0,-1-1 0 0 0,1 1 1 0 0,0-1-1 0 0,-1 0 0 0 0,1 1 0 0 0,0-1 0 0 0,0 0 1 0 0,0 0-1 0 0,0 1 0 0 0,0-1 0 0 0,0 0 1 0 0,1 0-1 0 0,-1 0 0 0 0,0 0 0 0 0,0 0 0 0 0,1-1 1 0 0,-1 1-1 0 0,1 0 0 0 0,-1-1 0 0 0,1 1 1 0 0,-1-1-1 0 0,1 1 0 0 0,-1-1 0 0 0,1 0 0 0 0,-1 1 1 0 0,1-1-1 0 0,1 0 0 0 0,12 2 246 0 0,0-1 0 0 0,1-1-1 0 0,24-2 1 0 0,-5 1 45 0 0,-24 2-370 0 0,0 0-1 0 0,0 1 0 0 0,0 0 1 0 0,15 6-1 0 0,15 14-3131 0 0,-9-6-4728 0 0,-24-12 4149 0 0</inkml:trace>
</inkml:ink>
</file>

<file path=ppt/ink/ink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10.1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10 636 0 0,'0'0'1125'0'0,"0"-10"5645"0"0,-112 52-3526 0 0,110-40-3159 0 0,0-1 0 0 0,0 1 1 0 0,1-1-1 0 0,-1 1 0 0 0,0 0 0 0 0,1-1 0 0 0,-1 1 0 0 0,1 0 1 0 0,-1 0-1 0 0,1 0 0 0 0,0 0 0 0 0,0 0 0 0 0,0 0 1 0 0,0 1-1 0 0,0 1 0 0 0,0-2 106 0 0,37 21 1157 0 0,54-8 166 0 0,-2-1-3467 0 0,-79-12 328 0 0,-1 1 0 0 0,0 0-1 0 0,0 0 1 0 0,13 8 0 0 0,-10-6-1815 0 0</inkml:trace>
</inkml:ink>
</file>

<file path=ppt/ink/ink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11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82 848 0 0,'-25'-31'5525'0'0,"-2"-19"3613"0"0,25 55-8918 0 0,-4 29 10 0 0,1 0 0 0 0,2 0 0 0 0,1 0 1 0 0,5 54-1 0 0,-2-50-109 0 0,0 198 223 0 0,2-195-965 0 0,-1 21-1143 0 0,-3-22-7058 0 0</inkml:trace>
</inkml:ink>
</file>

<file path=ppt/ink/ink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12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12 178 648 0 0,'0'0'865'0'0,"-9"1"-16"0"0,6 0-139 0 0,11 1 3645 0 0,25 0-4019 0 0,0-2 0 0 0,-1-1-1 0 0,41-6 1 0 0,110-26 612 0 0,-76 13-577 0 0,449-96 1279 0 0,-524 110-145 0 0,-36 15-1472 0 0,0-1 1 0 0,0 1-1 0 0,1 0 0 0 0,0 1 1 0 0,0-1-1 0 0,1 0 1 0 0,-2 18-1 0 0,4-23-28 0 0,1 0 0 0 0,-1 0 0 0 0,0 0 0 0 0,1 0-1 0 0,0 0 1 0 0,0 0 0 0 0,0 0 0 0 0,1-1 0 0 0,-1 1 0 0 0,1 0 0 0 0,0-1 0 0 0,0 1 0 0 0,0-1 0 0 0,0 0-1 0 0,1 1 1 0 0,-1-1 0 0 0,1 0 0 0 0,0-1 0 0 0,0 1 0 0 0,0 0 0 0 0,0-1 0 0 0,0 1 0 0 0,5 1 0 0 0,-3-1-5 0 0,1 0 0 0 0,0 0 1 0 0,0 0-1 0 0,0-1 1 0 0,0 0-1 0 0,0 0 1 0 0,1-1-1 0 0,-1 0 0 0 0,0 0 1 0 0,1 0-1 0 0,-1-1 1 0 0,1 0-1 0 0,-1 0 1 0 0,1-1-1 0 0,-1 0 1 0 0,0 0-1 0 0,1 0 0 0 0,-1-1 1 0 0,8-3-1 0 0,-12 4 11 0 0,0 1-1 0 0,-1-1 1 0 0,1 0-1 0 0,0 0 0 0 0,-1 0 1 0 0,1-1-1 0 0,-1 1 1 0 0,1 0-1 0 0,-1-1 1 0 0,0 1-1 0 0,0 0 1 0 0,0-1-1 0 0,1 0 0 0 0,-1 1 1 0 0,-1-1-1 0 0,1 0 1 0 0,0 1-1 0 0,0-1 1 0 0,-1 0-1 0 0,1 0 1 0 0,-1 1-1 0 0,1-1 0 0 0,-1 0 1 0 0,0 0-1 0 0,1 0 1 0 0,-1 0-1 0 0,0 0 1 0 0,-1 0-1 0 0,1 0 1 0 0,0 0-1 0 0,0 1 0 0 0,-1-1 1 0 0,1 0-1 0 0,-1 0 1 0 0,0 0-1 0 0,1 1 1 0 0,-1-1-1 0 0,0 0 1 0 0,0 1-1 0 0,0-1 0 0 0,0 0 1 0 0,0 1-1 0 0,-2-2 1 0 0,-1-2-56 0 0,0 0-1 0 0,-1 0 1 0 0,0 0 0 0 0,0 1 0 0 0,0-1 0 0 0,0 1 0 0 0,-1 0-1 0 0,0 1 1 0 0,1 0 0 0 0,-14-6 0 0 0,3 5-581 0 0,-1-1 0 0 0,0 2-1 0 0,-23-2 1 0 0,-23 3-4772 0 0,34 2 2193 0 0</inkml:trace>
</inkml:ink>
</file>

<file path=ppt/ink/ink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13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31 336 0 0,'4'-20'3493'0'0,"1"9"5677"0"0,69 342-7138 0 0,-66-259-3078 0 0,-8-67 501 0 0,-1 0-1 0 0,1 0 1 0 0,-1 0 0 0 0,0 0 0 0 0,-1 1-1 0 0,-3 8 1 0 0,5-13-436 0 0,-16-2-3566 0 0,12 1 1935 0 0</inkml:trace>
</inkml:ink>
</file>

<file path=ppt/ink/ink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13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0 449 404 0 0,'0'0'526'0'0,"6"-19"760"0"0,2 12-1071 0 0,0 1 0 0 0,0 0 0 0 0,1 1-1 0 0,0 0 1 0 0,0 0 0 0 0,0 1 0 0 0,16-5 0 0 0,78-19 570 0 0,-53 15-496 0 0,32-8 1109 0 0,90-13-1 0 0,-170 34-1056 0 0,-2 0-288 0 0,0 0 0 0 0,1 0 0 0 0,-1 0-1 0 0,0 0 1 0 0,0 0 0 0 0,1 0-1 0 0,-1 0 1 0 0,0 0 0 0 0,0 0 0 0 0,0 0-1 0 0,1 0 1 0 0,-1 0 0 0 0,0 0-1 0 0,0 0 1 0 0,0 0 0 0 0,1 1 0 0 0,-1-1-1 0 0,0 0 1 0 0,0 0 0 0 0,0 0 0 0 0,1 0-1 0 0,-1 0 1 0 0,0 1 0 0 0,0-1-1 0 0,0 0 1 0 0,0 0 0 0 0,0 0 0 0 0,1 0-1 0 0,-1 1 1 0 0,0-1 0 0 0,0 0-1 0 0,0 0 1 0 0,0 1 0 0 0,0-1 0 0 0,0 0-1 0 0,0 0 1 0 0,0 0 0 0 0,0 1-1 0 0,0-1 1 0 0,0 1 0 0 0,-5 13 980 0 0,-22 27-806 0 0,7-11 87 0 0,15-16-206 0 0,2-5 192 0 0,6-12 16 0 0,24-29-285 0 0,-19 24-216 0 0,1 0 0 0 0,0 0 1 0 0,1 1-1 0 0,0 0 0 0 0,0 1 0 0 0,1 0 0 0 0,-1 0 1 0 0,1 1-1 0 0,0 1 0 0 0,1 0 0 0 0,-1 1 1 0 0,1 0-1 0 0,-1 0 0 0 0,1 1 0 0 0,16 0 1 0 0,-4 0-232 0 0,0 0 1 0 0,0-2 0 0 0,-1-1 0 0 0,1 0-1 0 0,31-13 1 0 0,-50 16 466 0 0,-1 0 0 0 0,1 0 0 0 0,-1 0 0 0 0,0-1 0 0 0,0 1 0 0 0,0-1 0 0 0,0 0 0 0 0,0 0 0 0 0,-1-1 0 0 0,1 1-1 0 0,-1-1 1 0 0,0 0 0 0 0,0 0 0 0 0,0 0 0 0 0,0 0 0 0 0,-1 0 0 0 0,0-1 0 0 0,0 1 0 0 0,0-1 0 0 0,0 1 0 0 0,-1-1 0 0 0,1 0 0 0 0,-1 1 0 0 0,-1-1 0 0 0,1 0 0 0 0,-1 0 0 0 0,0 0-1 0 0,0 0 1 0 0,0 0 0 0 0,0 0 0 0 0,-1 0 0 0 0,0 1 0 0 0,-2-10 0 0 0,1 6 370 0 0,0 0 0 0 0,-1 0 0 0 0,0 0 0 0 0,0 0 0 0 0,-1 0 0 0 0,0 1 0 0 0,0-1 0 0 0,0 1 0 0 0,-1 0 0 0 0,-1 1 0 0 0,-10-13 0 0 0,14 17-130 0 0,1 2-263 0 0,0 0 0 0 0,0 0 0 0 0,0 0 0 0 0,0 0 0 0 0,-1 0 0 0 0,1 0 1 0 0,0 0-1 0 0,0 0 0 0 0,0 0 0 0 0,0 0 0 0 0,0 0 0 0 0,0 1 0 0 0,0-1 1 0 0,0 0-1 0 0,0 1 0 0 0,0-1 0 0 0,0 1 0 0 0,0-1 0 0 0,0 1 0 0 0,0 0 1 0 0,1-1-1 0 0,-1 1 0 0 0,0 0 0 0 0,0 0 0 0 0,1-1 0 0 0,-1 1 0 0 0,0 0 1 0 0,1 0-1 0 0,-1 0 0 0 0,1 0 0 0 0,-1 0 0 0 0,1 0 0 0 0,-1 0 0 0 0,1 0 1 0 0,-1 1-1 0 0,-11 39 223 0 0,11-26-489 0 0,2 1-1 0 0,-1 0 1 0 0,2-1-1 0 0,0 1 0 0 0,1-1 1 0 0,1 1-1 0 0,0-1 1 0 0,10 24-1 0 0,-7-23-1265 0 0,1-1 0 0 0,0 0 1 0 0,1-1-1 0 0,17 22 0 0 0,-3-9-1793 0 0</inkml:trace>
</inkml:ink>
</file>

<file path=ppt/ink/ink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1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113 191 4 0 0,'-8'-50'5969'0'0,"8"48"-5372"0"0,0-4 440 0 0,1 4-643 0 0,-1-1 0 0 0,0 1-1 0 0,0-1 1 0 0,0 1 0 0 0,0-1-1 0 0,0 1 1 0 0,-1 0 0 0 0,1-1-1 0 0,-1 1 1 0 0,1-1 0 0 0,-1 1-1 0 0,-1-3 1 0 0,-1 5-355 0 0,0 1 0 0 0,0-1 0 0 0,0 1 0 0 0,0 0-1 0 0,0 0 1 0 0,1 0 0 0 0,-1 0 0 0 0,0 0 0 0 0,1 0 0 0 0,-1 1-1 0 0,1 0 1 0 0,-1-1 0 0 0,1 1 0 0 0,0 0 0 0 0,0 0 0 0 0,0 0 0 0 0,0 0-1 0 0,0 1 1 0 0,0-1 0 0 0,1 0 0 0 0,-4 6 0 0 0,-3 3 50 0 0,1 0 1 0 0,0 1-1 0 0,-9 22 1 0 0,15-32-79 0 0,0 1-1 0 0,0-1 1 0 0,0 1 0 0 0,0 0 0 0 0,1-1-1 0 0,-1 1 1 0 0,1 0 0 0 0,0 0-1 0 0,-1-1 1 0 0,2 1 0 0 0,-1 0 0 0 0,0 0-1 0 0,0 0 1 0 0,1-1 0 0 0,0 1 0 0 0,-1 0-1 0 0,2 3 1 0 0,0-5-3 0 0,-1 1-1 0 0,0 0 1 0 0,0-1 0 0 0,1 1 0 0 0,-1-1-1 0 0,0 0 1 0 0,1 1 0 0 0,0-1 0 0 0,-1 0 0 0 0,1 0-1 0 0,0 0 1 0 0,-1 0 0 0 0,1 0 0 0 0,0 0-1 0 0,0 0 1 0 0,0-1 0 0 0,0 1 0 0 0,3 0-1 0 0,0 0 0 0 0,1-1-1 0 0,0 0 1 0 0,0 0-1 0 0,-1 0 1 0 0,1-1-1 0 0,0 1 1 0 0,-1-1-1 0 0,1-1 1 0 0,0 1 0 0 0,-1-1-1 0 0,0 0 1 0 0,1 0-1 0 0,-1 0 1 0 0,0-1-1 0 0,7-4 1 0 0,16-14-60 0 0,-7 4-88 0 0,1 1 0 0 0,0 1 0 0 0,2 1 0 0 0,-1 1 1 0 0,2 1-1 0 0,33-11 0 0 0,-21 12-78 0 0,-5 3-51 0 0,-1-2 0 0 0,0-1 0 0 0,53-27 0 0 0,-80 36 253 0 0,-1 0-1 0 0,1-1 1 0 0,-1 1 0 0 0,1-1-1 0 0,-1 1 1 0 0,0-1-1 0 0,0 0 1 0 0,-1 0 0 0 0,1-1-1 0 0,0 1 1 0 0,2-6-1 0 0,-4 7 19 0 0,0-2-14 0 0,1 2-141 0 0,7 280 60 0 0,-6-113 81 0 0,5 2-5 0 0,0-44 34 0 0,-9 125 1 0 0,0-237 38 0 0,-1 1 0 0 0,0-1 0 0 0,-6 21 0 0 0,7-31-38 0 0,0 0 0 0 0,1 0 0 0 0,-1-1 0 0 0,0 1 1 0 0,0 0-1 0 0,0-1 0 0 0,0 1 0 0 0,1 0 0 0 0,-1-1 1 0 0,0 1-1 0 0,0-1 0 0 0,0 0 0 0 0,0 1 0 0 0,0-1 0 0 0,0 0 1 0 0,0 0-1 0 0,0 1 0 0 0,-1-1 0 0 0,1 0 0 0 0,0 0 1 0 0,0 0-1 0 0,0 0 0 0 0,0 0 0 0 0,0-1 0 0 0,0 1 0 0 0,0 0 1 0 0,0 0-1 0 0,0-1 0 0 0,0 1 0 0 0,-2-1 0 0 0,-30-14 315 0 0,24 8-312 0 0,0 0 0 0 0,1-1 0 0 0,0 0 1 0 0,0-1-1 0 0,1 0 0 0 0,0 0 0 0 0,1-1 1 0 0,0 0-1 0 0,0 0 0 0 0,1 0 0 0 0,1 0 1 0 0,-1-1-1 0 0,2 0 0 0 0,-1 0 0 0 0,2 0 0 0 0,-1 0 1 0 0,2-1-1 0 0,-1 1 0 0 0,2 0 0 0 0,-1-1 1 0 0,3-16-1 0 0,-1 17-206 0 0,0 0 1 0 0,1 1-1 0 0,1-1 0 0 0,0 1 1 0 0,0 0-1 0 0,1 0 1 0 0,0 0-1 0 0,1 0 0 0 0,0 1 1 0 0,1-1-1 0 0,-1 1 1 0 0,2 1-1 0 0,-1-1 1 0 0,14-12-1 0 0,-2 6-1219 0 0,0 0 0 0 0,1 2 0 0 0,40-23-1 0 0,-13 13-1240 0 0</inkml:trace>
</inkml:ink>
</file>

<file path=ppt/ink/ink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02:21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1340,'7'-13'14344,"-1"193"-11844,-5-54-4473,-1-122 1896,0-2-173,0-1 0,-1 1 0,1 0 0,0 0 1,0-1-1,0 1 0,1 0 0,-1 0 0,0-1 0,1 1 1,-1 0-1,1-1 0,-1 1 0,1 0 0,0-1 0,0 1 1,0-1-1,0 1 0,0-1 0,0 0 0,0 1 0,0-1 1,0 0-1,1 0 0,-1 0 0,2 2 0</inkml:trace>
</inkml:ink>
</file>

<file path=ppt/ink/ink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02:22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25 680,'0'0'1059,"0"-2"-663,0 0 0,-1 0-1,1 1 1,-1-1-1,0 1 1,0-1-1,0 0 1,1 1 0,-1-1-1,0 1 1,-1 0-1,1-1 1,-3-1-1,1 3-290,0 1-1,0 0 1,0 0 0,0 1-1,0-1 1,0 0-1,0 1 1,1 0-1,-1 0 1,0 0 0,1 0-1,0 0 1,-1 0-1,1 0 1,-3 4-1,0 1 56,1 0 0,0 1 0,0-1 0,0 1 0,-4 14 1,3-4 61,0 1 1,1-1 0,1 1 0,0 34-1,3-41-124,1 0-1,0 0 1,0 0-1,2 0 1,-1 0-1,7 14 1,-8-22-70,0 0 0,1-1 0,-1 1 0,1-1 0,0 1 1,0-1-1,1 0 0,-1 0 0,1 1 0,-1-2 0,1 1 1,0 0-1,0-1 0,0 1 0,1-1 0,-1 0 0,0 0 1,1 0-1,-1-1 0,1 1 0,0-1 0,5 2 0,-5-3-4,1 0-1,-1 0 1,0-1 0,1 1-1,-1-1 1,0 0-1,1 0 1,-1 0-1,0-1 1,0 1-1,0-1 1,0 0-1,0 0 1,0-1-1,-1 1 1,1-1-1,-1 0 1,1 0-1,-1 0 1,0 0-1,4-6 1,-1 2 11,-1 0 0,0-1 1,0 1-1,-1-1 1,0 0-1,0 0 0,-1 0 1,0 0-1,3-15 0,-5 17 5,0-1 0,-1 0 0,1 1 0,-1-1 0,-1 0 0,1 1 0,-1-1 0,0 1 0,-1-1 0,0 1 0,0-1 0,0 1 0,-1 0-1,1 0 1,-2 0 0,1 0 0,-1 0 0,1 1 0,-1 0 0,-1-1 0,1 1 0,-1 1 0,-9-8 0,7 4-7,18 4-20,34 7-17,-30-2 5,6 0 19,17-1-121,-1 3-1,0 0 1,40 11-1,-66-11 55,0 0-1,0 1 1,0 0 0,0 1-1,-1 0 1,0 1 0,0 0-1,0 0 1,-1 1 0,0 0-1,-1 1 1,1 0 0,-1 1 0,9 12-1,-13-14 29,1-1-1,0 1 0,0-1 1,1 0-1,0-1 1,0 1-1,0-1 0,1 0 1,10 6-1,-14-10 33,0 0 0,1 0 0,-1 0 0,0-1 0,1 1 0,-1-1 0,0 0 0,1 1 0,-1-2 0,0 1 0,1 0 0,-1-1 0,0 1-1,1-1 1,-1 0 0,0 0 0,0-1 0,0 1 0,0-1 0,0 1 0,0-1 0,0 0 0,0 0 0,-1 0 0,5-4 0,-2 1 88,-1 0 1,1-1 0,-1 1-1,0-1 1,0 1-1,-1-1 1,0 0-1,0-1 1,0 1-1,-1 0 1,0-1-1,0 0 1,-1 1 0,0-1-1,0 0 1,0-10-1,0 13-79,-1-1-1,0 1 1,-1 0-1,1-1 0,-1 1 1,1 0-1,-1 0 1,-1 0-1,1-1 1,0 1-1,-1 0 1,0 1-1,0-1 0,0 0 1,-1 0-1,1 1 1,-1-1-1,0 1 1,0 0-1,0 0 1,0 0-1,0 0 1,-1 1-1,1-1 0,-1 1 1,0 0-1,-6-3 1,7 4-166,-1 0 1,1 1 0,0-1-1,-1 1 1,1 0-1,-1 0 1,1 0-1,-1 0 1,1 0 0,-1 1-1,1-1 1,-1 1-1,1 0 1,0 0 0,0 1-1,-4 1 1,-30 18-6816,24-14 3469</inkml:trace>
</inkml:ink>
</file>

<file path=ppt/ink/ink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02:23.0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29 604,'0'-1'267,"0"0"1,1 0-1,-1 0 0,0 0 0,0-1 1,0 1-1,0 0 0,-1 0 1,1 0-1,0 0 0,0 0 1,-1 0-1,1 0 0,-1 0 0,1 0 1,-1 0-1,1 0 0,-1 0 1,1 0-1,-1 0 0,0 1 0,0-1 1,1 0-1,-1 0 0,0 1 1,0-1-1,0 0 0,0 1 0,-1-1 1,0 0-81,0 1 0,0 0 0,0 0 1,0 0-1,0 1 0,0-1 0,0 0 1,0 1-1,0-1 0,0 1 0,0 0 1,0 0-1,0 0 0,-2 1 0,-7 5 64,1 0-1,0 0 0,0 1 1,-10 10-1,8-4-44,1 0 0,0 1 1,1 0-1,1 1 0,0 0 0,2 0 0,-1 0 0,2 1 0,0 1 0,1-1 1,-3 26-1,7-42-193,0 1 0,1-1 1,-1 1-1,1-1 0,0 1 1,-1 0-1,1-1 0,0 1 1,0-1-1,0 1 0,0 0 1,0-1-1,0 1 1,1-1-1,-1 1 0,0 0 1,1-1-1,-1 1 0,1-1 1,0 1-1,-1-1 0,1 0 1,0 1-1,0-1 0,0 0 1,0 1-1,0-1 0,0 0 1,0 0-1,1 0 0,-1 0 1,0 0-1,1 0 0,-1 0 1,0-1-1,1 1 0,-1 0 1,1-1-1,-1 1 0,1-1 1,0 0-1,-1 1 0,1-1 1,-1 0-1,3 0 0,1 0-16,1 0-1,-1-1 1,1 1-1,-1-1 1,0-1-1,0 1 0,1-1 1,-1 0-1,0 0 1,-1 0-1,9-5 0,31-31-224,-34 29 127,0 0 0,0 0 0,1 1 0,14-8-1,-24 16 58,44 10-160,-20-2 107,1 0 0,0-2 1,0-1-1,1-1 1,28 0-1,-46-3 149,0-1 0,-1-1 1,1 0-1,0 0 0,0-1 0,0 0 0,-1 0 1,1-1-1,-1 0 0,1 0 0,-1-1 0,0 0 1,-1-1-1,1 0 0,-1 0 0,0 0 0,0-1 1,11-12-1,-16 15 4,0 1 0,0-1 0,0 0 0,0 0 0,0 1 0,-1-1 0,0 0 1,1 0-1,-1-1 0,0 1 0,-1 0 0,1 0 0,0 0 0,-1-1 0,0 1 0,0 0 0,0-1 1,0 1-1,0 0 0,-1 0 0,1-1 0,-1 1 0,0 0 0,0 0 0,0 0 0,-1 0 0,1 0 0,-1 0 1,1 0-1,-4-4 0,0 1-142,1 1-1,-1-1 1,-1 1 0,1 1 0,-1-1-1,1 1 1,-1-1 0,0 2 0,-1-1-1,1 1 1,-14-6 0,17 9-94,1 0 1,0 0-1,-1 0 1,1 0-1,0 1 0,0-1 1,-1 0-1,1 1 1,0 0-1,0-1 1,0 1-1,-1 0 1,1 0-1,0 0 0,-3 3 1,-8 6-6668,5-3 3390</inkml:trace>
</inkml:ink>
</file>

<file path=ppt/ink/ink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3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23 968 0 0,'-5'2'341'0'0,"1"0"0"0"0,-1 0 0 0 0,1 0 1 0 0,0 1-1 0 0,0-1 0 0 0,0 1 0 0 0,0 0 0 0 0,0 0 0 0 0,0 0 0 0 0,1 1 0 0 0,0-1 1 0 0,0 1-1 0 0,0 0 0 0 0,0 0 0 0 0,0 0 0 0 0,1 0 0 0 0,-3 7 0 0 0,3-7-230 0 0,1 0-1 0 0,0 0 1 0 0,0 0-1 0 0,0 0 1 0 0,1 1-1 0 0,-1-1 1 0 0,1 0-1 0 0,0 1 1 0 0,0-1 0 0 0,1 0-1 0 0,-1 1 1 0 0,1-1-1 0 0,0 0 1 0 0,0 0-1 0 0,0 0 1 0 0,1 0-1 0 0,-1 0 1 0 0,1 0-1 0 0,0 0 1 0 0,0 0-1 0 0,1 0 1 0 0,-1-1-1 0 0,1 1 1 0 0,0-1-1 0 0,-1 0 1 0 0,1 0-1 0 0,1 0 1 0 0,-1 0-1 0 0,0 0 1 0 0,5 2-1 0 0,-4-3-16 0 0,0 1-1 0 0,1 0 0 0 0,-1-1 0 0 0,1 0 1 0 0,-1 0-1 0 0,1 0 0 0 0,0-1 1 0 0,-1 0-1 0 0,1 0 0 0 0,0 0 0 0 0,0 0 1 0 0,0-1-1 0 0,8 0 0 0 0,-10 0 5 0 0,0 0-1 0 0,1-1 1 0 0,-1 0-1 0 0,0 0 1 0 0,0 0 0 0 0,0 0-1 0 0,-1 0 1 0 0,1 0-1 0 0,0-1 1 0 0,0 0-1 0 0,-1 1 1 0 0,1-1-1 0 0,-1 0 1 0 0,1 0-1 0 0,-1 0 1 0 0,0-1-1 0 0,0 1 1 0 0,0 0-1 0 0,0-1 1 0 0,0 0-1 0 0,2-5 1 0 0,-1 3 58 0 0,-1 0-1 0 0,0 0 1 0 0,0 0 0 0 0,-1 0-1 0 0,1-1 1 0 0,-1 1-1 0 0,0-1 1 0 0,-1 1 0 0 0,1-9-1 0 0,-2 6-4 0 0,0 1 0 0 0,0-1 0 0 0,0 1-1 0 0,-1-1 1 0 0,0 1 0 0 0,-1 0-1 0 0,0 0 1 0 0,0 0 0 0 0,0 0 0 0 0,-1 0-1 0 0,-4-6 1 0 0,6 10-446 0 0,-15-19-456 0 0,9 17-2553 0 0,1 3-3359 0 0</inkml:trace>
</inkml:ink>
</file>

<file path=ppt/ink/ink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3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1116 0 0,'5'2'461'0'0,"0"-1"-1"0"0,0 1 1 0 0,0 0-1 0 0,0 0 1 0 0,0 1-1 0 0,0 0 1 0 0,-1-1-1 0 0,1 1 1 0 0,-1 1-1 0 0,0-1 1 0 0,0 1-1 0 0,0 0 1 0 0,0-1-1 0 0,-1 2 1 0 0,5 6-1 0 0,-2-3-164 0 0,0 1 0 0 0,-1 0 0 0 0,0 0 0 0 0,0 0-1 0 0,-1 1 1 0 0,5 18 0 0 0,-8-25-161 0 0,3 14 3080 0 0,-1-29-3139 0 0,0 0-1 0 0,1 1 1 0 0,1-1-1 0 0,0 1 1 0 0,1 0-1 0 0,0 0 1 0 0,0 0-1 0 0,1 1 1 0 0,1 0-1 0 0,-1 0 0 0 0,17-15 1 0 0,24-10-2872 0 0,-41 31 1443 0 0,1 0-1 0 0,0 1 1 0 0,0 0 0 0 0,15-4-1 0 0,-8 5-1598 0 0</inkml:trace>
</inkml:ink>
</file>

<file path=ppt/ink/ink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4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7 368 196 0 0,'-1'25'5989'0'0,"1"-24"-5951"0"0,-1 3 155 0 0,-1 1-1 0 0,1 0 1 0 0,1 0 0 0 0,-1 0-1 0 0,0 0 1 0 0,1-1 0 0 0,0 1-1 0 0,1 0 1 0 0,-1 0 0 0 0,1 0-1 0 0,-1 0 1 0 0,2 0 0 0 0,0 4-1 0 0,-1-8-15 0 0,0 0-109 0 0,1 1 1 0 0,-1-1 0 0 0,1 0-1 0 0,-1 0 1 0 0,1 0-1 0 0,0 0 1 0 0,-1 0-1 0 0,1 0 1 0 0,0-1 0 0 0,0 1-1 0 0,0 0 1 0 0,-1-1-1 0 0,1 1 1 0 0,0-1 0 0 0,0 0-1 0 0,0 0 1 0 0,0 0-1 0 0,0 0 1 0 0,0 0-1 0 0,0 0 1 0 0,2-1 0 0 0,13-6 75 0 0,1 0 1 0 0,-1-1-1 0 0,-1-2 1 0 0,0 1-1 0 0,0-2 1 0 0,-1 0 0 0 0,-1-1-1 0 0,1 0 1 0 0,-2-1-1 0 0,0-1 1 0 0,-1 0-1 0 0,0-1 1 0 0,-1 0-1 0 0,0 0 1 0 0,-2-2 0 0 0,0 1-1 0 0,0-1 1 0 0,-2 0-1 0 0,0-1 1 0 0,-1 0-1 0 0,5-23 1 0 0,-10 35-96 0 0,0 1 0 0 0,0-1 0 0 0,0 0 0 0 0,-1 1-1 0 0,0-1 1 0 0,0 0 0 0 0,0 0 0 0 0,-1 1 0 0 0,0-1 0 0 0,0 1 0 0 0,0-1 0 0 0,-1 1 0 0 0,0-1 0 0 0,0 1 0 0 0,0 0-1 0 0,-1-1 1 0 0,0 1 0 0 0,0 1 0 0 0,0-1 0 0 0,0 0 0 0 0,-1 1 0 0 0,1 0 0 0 0,-1-1 0 0 0,-1 2 0 0 0,1-1 0 0 0,0 0-1 0 0,-1 1 1 0 0,0 0 0 0 0,0 0 0 0 0,-10-5 0 0 0,14 7-42 0 0,-1 0-1 0 0,0 1 1 0 0,0-1 0 0 0,0 0-1 0 0,0 0 1 0 0,0 1-1 0 0,0-1 1 0 0,0 1 0 0 0,0 0-1 0 0,1 0 1 0 0,-1 0 0 0 0,0 0-1 0 0,0 0 1 0 0,0 0-1 0 0,0 0 1 0 0,0 0 0 0 0,0 1-1 0 0,0-1 1 0 0,0 1 0 0 0,0 0-1 0 0,0-1 1 0 0,0 1-1 0 0,0 0 1 0 0,1 0 0 0 0,-1 0-1 0 0,0 0 1 0 0,1 1 0 0 0,-1-1-1 0 0,1 0 1 0 0,-1 1-1 0 0,1-1 1 0 0,0 1 0 0 0,-1-1-1 0 0,1 1 1 0 0,-2 3 0 0 0,2-1-2 0 0,0 0 1 0 0,0 1 0 0 0,0-1 0 0 0,0 0 0 0 0,0 1 0 0 0,1-1-1 0 0,0 1 1 0 0,0-1 0 0 0,0 0 0 0 0,1 1 0 0 0,-1-1 0 0 0,1 1-1 0 0,0-1 1 0 0,3 8 0 0 0,4 3 15 0 0,-1 0-1 0 0,2-1 1 0 0,0 0 0 0 0,0-1 0 0 0,22 23-1 0 0,-16-19-14 0 0,-1 0-1 0 0,18 31 0 0 0,-24-33-24 0 0,-1 0-1 0 0,-1 0 0 0 0,0 1 1 0 0,-1 0-1 0 0,-1 0 1 0 0,-1 0-1 0 0,0 1 0 0 0,-1-1 1 0 0,0 21-1 0 0,-2-36-207 0 0,-1 1 0 0 0,1-1-1 0 0,-1 0 1 0 0,1 0 0 0 0,-1 1 0 0 0,0-1 0 0 0,1 0-1 0 0,-1 0 1 0 0,0 0 0 0 0,0 0 0 0 0,0 0-1 0 0,0 0 1 0 0,0 0 0 0 0,0 0 0 0 0,0-1 0 0 0,0 1-1 0 0,0 0 1 0 0,0-1 0 0 0,-1 1 0 0 0,1 0-1 0 0,0-1 1 0 0,0 1 0 0 0,-1-1 0 0 0,1 0-1 0 0,0 0 1 0 0,-1 1 0 0 0,1-1 0 0 0,0 0 0 0 0,-1 0-1 0 0,1 0 1 0 0,0 0 0 0 0,-1 0 0 0 0,1-1-1 0 0,0 1 1 0 0,-1 0 0 0 0,1-1 0 0 0,0 1 0 0 0,-1 0-1 0 0,1-1 1 0 0,-1 0 0 0 0,-10-6-3293 0 0</inkml:trace>
</inkml:ink>
</file>

<file path=ppt/ink/ink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8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1 864 0 0,'0'0'10128'0'0,"-2"6"-9726"0"0,-7 44 168 0 0,1 1 0 0 0,2 0 0 0 0,2 61 0 0 0,-6 63 18 0 0,3-100-2716 0 0,7-73 1337 0 0</inkml:trace>
</inkml:ink>
</file>

<file path=ppt/ink/ink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8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63 143 572 0 0,'-14'-5'1561'0'0,"-35"-9"6893"0"0,65-2-7475 0 0,-6 11-825 0 0,1 0 1 0 0,-1 1 0 0 0,1 0 0 0 0,0 1 0 0 0,0 0-1 0 0,0 1 1 0 0,17-2 0 0 0,3-1 63 0 0,147-22 788 0 0,308-7 0 0 0,-380 30-822 0 0,-61 0-255 0 0,56 1-327 0 0,-94 3-79 0 0,0 1-1 0 0,0 0 0 0 0,0 1 1 0 0,1-1-1 0 0,-1 1 0 0 0,8 4 1 0 0,-2 11-5734 0 0</inkml:trace>
</inkml:ink>
</file>

<file path=ppt/ink/ink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9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6 656 0 0,'-1'-1'258'0'0,"1"1"-1"0"0,0-1 1 0 0,0 1 0 0 0,-1 0-1 0 0,1-1 1 0 0,0 1 0 0 0,0 0-1 0 0,-1 0 1 0 0,1-1 0 0 0,0 1-1 0 0,-1 0 1 0 0,1 0 0 0 0,0-1-1 0 0,-1 1 1 0 0,1 0 0 0 0,-1 0-1 0 0,1 0 1 0 0,0 0 0 0 0,-1-1-1 0 0,1 1 1 0 0,-1 0 0 0 0,1 0-1 0 0,0 0 1 0 0,-1 0 0 0 0,1 0-1 0 0,-1 0 1 0 0,1 0 0 0 0,-1 0-1 0 0,1 0 1 0 0,0 0 0 0 0,-1 0-1 0 0,1 1 1 0 0,-1-1 0 0 0,1 0-1 0 0,0 0 1 0 0,-1 0 0 0 0,0 1-1 0 0,-8 19 3055 0 0,1 45-4383 0 0,6-42 2206 0 0,-1-1-970 0 0,-11 85 866 0 0,-38 144-1 0 0,45-235-1192 0 0,1-3-1286 0 0,6 0-7143 0 0</inkml:trace>
</inkml:ink>
</file>

<file path=ppt/ink/ink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9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0 183 788 0 0,'0'0'1184'0'0,"1"-18"1922"0"0,5 10-2761 0 0,1 1-1 0 0,0-1 0 0 0,1 1 0 0 0,-1 1 1 0 0,1-1-1 0 0,0 1 0 0 0,1 1 0 0 0,-1 0 1 0 0,1 0-1 0 0,0 0 0 0 0,11-3 0 0 0,23-8 327 0 0,48-11 1 0 0,-74 22-439 0 0,130-28 764 0 0,-129 30-1348 0 0,1 2 1 0 0,-1-1-1 0 0,1 2 0 0 0,0 0 0 0 0,36 7 1 0 0,-37-1-1066 0 0,-9 1-2436 0 0</inkml:trace>
</inkml:ink>
</file>

<file path=ppt/ink/ink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29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2 119 676 0 0,'0'0'1148'0'0,"-1"7"3617"0"0,45-21-4017 0 0,-17 4-68 0 0,0 0-116 0 0,15-2-168 0 0,-5 1-180 0 0,3-1-200 0 0,-1 3-252 0 0,-2-3-248 0 0,-7 4-348 0 0,-5-3-444 0 0,-3 3-1389 0 0,-4-1 617 0 0</inkml:trace>
</inkml:ink>
</file>

<file path=ppt/ink/ink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2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31 684 0 0,'4'-18'3151'0'0,"-6"5"4809"0"0,-7 21-7867 0 0,1 1 0 0 0,1-1 0 0 0,0 1 0 0 0,0 1 0 0 0,1-1 0 0 0,0 1 0 0 0,1 0 0 0 0,0 1 0 0 0,-5 15 0 0 0,-32 110 353 0 0,35-107-365 0 0,-4 16 42 0 0,2 0 0 0 0,2 0 0 0 0,2 1 0 0 0,1 0-1 0 0,6 79 1 0 0,2-88-71 0 0,1 0-1 0 0,1-1 0 0 0,2 1 0 0 0,2-1 0 0 0,1-1 0 0 0,2 0 1 0 0,26 50-1 0 0,-20-51 25 0 0,0 0 1 0 0,3-2-1 0 0,33 40 1 0 0,-42-58-529 0 0,1 0 0 0 0,0-1 0 0 0,22 15 0 0 0,-25-20-711 0 0,1-2 0 0 0,-1 1 0 0 0,1-1 0 0 0,0-1 0 0 0,23 7 0 0 0,-9-6-2164 0 0</inkml:trace>
</inkml:ink>
</file>

<file path=ppt/ink/ink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2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7 760 0 0,'-3'-6'12596'0'0,"39"147"-14262"0"0,-36-140 1570 0 0,0 0 0 0 0,1 0 0 0 0,-1 1 0 0 0,1-1 1 0 0,-1 0-1 0 0,1 0 0 0 0,-1 0 0 0 0,1 0 0 0 0,0 0 0 0 0,-1 0 0 0 0,1 0 0 0 0,0 0 0 0 0,0 0 0 0 0,0 0 0 0 0,0 0 0 0 0,0 0 0 0 0,0-1 0 0 0,0 1 0 0 0,0 0 0 0 0,0-1 0 0 0,0 1 0 0 0,0-1 0 0 0,0 1 0 0 0,0-1 0 0 0,1 1 0 0 0,-1-1 0 0 0,0 0 0 0 0,0 0 0 0 0,0 0 0 0 0,1 0 0 0 0,-1 1 0 0 0,0-2 0 0 0,0 1 0 0 0,1 0 0 0 0,-1 0 0 0 0,0 0 0 0 0,0 0 0 0 0,1-1 0 0 0,-1 1 0 0 0,0-1 0 0 0,0 1 0 0 0,0-1 0 0 0,0 1 0 0 0,0-1 0 0 0,0 0 0 0 0,0 1 1 0 0,0-1-1 0 0,0 0 0 0 0,0 0 0 0 0,0 0 0 0 0,1-1 0 0 0,4-3 147 0 0,0 0 1 0 0,-1-1-1 0 0,0 0 1 0 0,0 0 0 0 0,0 0-1 0 0,7-13 1 0 0,-11 17 264 0 0,-1 2-241 0 0,0 0-1 0 0,1 0 1 0 0,-1 0 0 0 0,1 0 0 0 0,-1 0 0 0 0,1-1 0 0 0,-1 1 0 0 0,1 0 0 0 0,-1 0-1 0 0,1 0 1 0 0,-1 1 0 0 0,1-1 0 0 0,-1 0 0 0 0,0 0 0 0 0,1 0 0 0 0,-1 0 0 0 0,1 0-1 0 0,-1 0 1 0 0,1 1 0 0 0,-1-1 0 0 0,0 0 0 0 0,1 0 0 0 0,-1 1 0 0 0,1-1 0 0 0,-1 0-1 0 0,0 1 1 0 0,1-1 0 0 0,-1 0 0 0 0,0 1 0 0 0,0-1 0 0 0,1 0 0 0 0,-1 1 0 0 0,12 22 606 0 0,3 37-1960 0 0,-13-48 859 0 0,8 27-3934 0 0,0-19 1834 0 0</inkml:trace>
</inkml:ink>
</file>

<file path=ppt/ink/ink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3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181 148 940 0 0,'-12'-43'9849'0'0,"11"41"-9044"0"0,-30 26 123 0 0,14-9-676 0 0,1 1 1 0 0,0 1-1 0 0,2 1 0 0 0,0 0 1 0 0,1 1-1 0 0,1 0 1 0 0,0 1-1 0 0,-8 21 0 0 0,20-40-192 0 0,-1-1-65 0 0,1 1 0 0 0,0-1 1 0 0,0 1-1 0 0,-1-1 0 0 0,1 1 1 0 0,0-1-1 0 0,0 1 0 0 0,0-1 0 0 0,0 1 1 0 0,0-1-1 0 0,0 1 0 0 0,-1-1 1 0 0,1 1-1 0 0,0-1 0 0 0,0 1 1 0 0,1-1-1 0 0,-1 1 0 0 0,0-1 1 0 0,0 1-1 0 0,0-1 0 0 0,0 1 0 0 0,0-1 1 0 0,1 1-1 0 0,-1-1 0 0 0,0 1 1 0 0,1 0-1 0 0,4-2-40 0 0,-1-1-1 0 0,1 0 1 0 0,0 0-1 0 0,-1 0 1 0 0,0-1-1 0 0,1 1 1 0 0,-1-1-1 0 0,0 0 1 0 0,0 0-1 0 0,-1-1 1 0 0,1 1-1 0 0,-1-1 1 0 0,6-7-1 0 0,19-16-284 0 0,-27 26 263 0 0,44 8-290 0 0,-32 0 285 0 0,3 3-87 0 0,0-1 0 0 0,1-1 0 0 0,1 0 0 0 0,25 7 0 0 0,-37-13 135 0 0,0-1 0 0 0,0 0 0 0 0,0-1 1 0 0,-1 0-1 0 0,1 0 0 0 0,0 0 0 0 0,0 0 0 0 0,0-1 0 0 0,0 0 1 0 0,0 0-1 0 0,-1-1 0 0 0,1 1 0 0 0,-1-1 0 0 0,1 0 0 0 0,-1-1 1 0 0,1 0-1 0 0,-1 1 0 0 0,7-7 0 0 0,-1 0 148 0 0,0-1-1 0 0,0 0 1 0 0,-1-1-1 0 0,-1 0 1 0 0,1 0-1 0 0,-2-1 1 0 0,0 0-1 0 0,0-1 1 0 0,-1 0 0 0 0,-1 0-1 0 0,0-1 1 0 0,-1 1-1 0 0,0-1 1 0 0,-1-1-1 0 0,-1 1 1 0 0,0 0-1 0 0,-1-1 1 0 0,0 0-1 0 0,-2-28 1 0 0,0 41 25 0 0,-1-5 3 0 0,-1 5-99 0 0,0 7 275 0 0,-25 152-112 0 0,-11 260 0 0 0,31-312-154 0 0,5-64 55 0 0,4 49 1 0 0,-2-88 36 0 0,2-10-164 0 0,55-188-151 0 0,-44 160 93 0 0,2 1 0 0 0,1 0 0 0 0,33-52 0 0 0,-33 63 40 0 0,44-60-95 0 0,-56 78 104 0 0,1 1 1 0 0,1-1-1 0 0,-1 1 1 0 0,1 0-1 0 0,0 1 1 0 0,0 0 0 0 0,0 0-1 0 0,0 0 1 0 0,1 0-1 0 0,0 1 1 0 0,7-3-1 0 0,-12 6 15 0 0,-1-1-1 0 0,1 1 1 0 0,0-1-1 0 0,-1 1 1 0 0,1 0-1 0 0,0 0 1 0 0,-1 0-1 0 0,1 0 1 0 0,0 0-1 0 0,-1 0 1 0 0,1 0-1 0 0,0 0 0 0 0,-1 0 1 0 0,1 1-1 0 0,-1-1 1 0 0,1 1-1 0 0,0 0 1 0 0,-1-1-1 0 0,1 1 1 0 0,-1 0-1 0 0,1 0 1 0 0,-1 0-1 0 0,0 0 1 0 0,1 0-1 0 0,-1 0 1 0 0,0 0-1 0 0,0 0 1 0 0,0 1-1 0 0,0-1 0 0 0,0 0 1 0 0,0 1-1 0 0,0-1 1 0 0,0 1-1 0 0,0-1 1 0 0,-1 1-1 0 0,1-1 1 0 0,-1 1-1 0 0,1-1 1 0 0,-1 1-1 0 0,1 0 1 0 0,-1-1-1 0 0,0 1 1 0 0,0 2-1 0 0,1 1 2 0 0,-1 0 0 0 0,0-1 1 0 0,0 1-1 0 0,0-1 0 0 0,-1 1 0 0 0,1-1 0 0 0,-1 1 0 0 0,0-1 1 0 0,-1 0-1 0 0,1 1 0 0 0,-1-1 0 0 0,0 0 0 0 0,0 0 0 0 0,0 0 1 0 0,-3 5-1 0 0,0-4-31 0 0,0 1 1 0 0,-1-1-1 0 0,0-1 1 0 0,0 1-1 0 0,-6 3 1 0 0,9-6-375 0 0,1-1 0 0 0,-1 0 0 0 0,1 1 0 0 0,-1-1 0 0 0,0 0 0 0 0,1-1 0 0 0,-1 1 0 0 0,0-1 0 0 0,-5 1 0 0 0,0-14-4885 0 0</inkml:trace>
</inkml:ink>
</file>

<file path=ppt/ink/ink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4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4 528 0 0,'0'0'1892'0'0,"0"0"-1821"0"0,0 0 0 0 0,0-1-1 0 0,0 1 1 0 0,0 0 0 0 0,0 0-1 0 0,1 0 1 0 0,-1-1 0 0 0,0 1-1 0 0,0 0 1 0 0,0 0 0 0 0,0 0-1 0 0,0 0 1 0 0,0 0 0 0 0,1-1-1 0 0,-1 1 1 0 0,0 0 0 0 0,0 0-1 0 0,0 0 1 0 0,0 0 0 0 0,1 0-1 0 0,-1 0 1 0 0,0 0 0 0 0,0 0-1 0 0,0 0 1 0 0,0 0 0 0 0,1-1-1 0 0,-1 1 1 0 0,0 0 0 0 0,0 0-1 0 0,0 0 1 0 0,1 0 0 0 0,-1 0-1 0 0,0 0 1 0 0,0 0 0 0 0,0 1-1 0 0,1-1 1 0 0,-1 0 0 0 0,0 0-1 0 0,0 0 1 0 0,0 0 0 0 0,1 0-1 0 0,-1 0 1 0 0,0 0 0 0 0,0 0 0 0 0,0 0-1 0 0,0 0 1 0 0,0 1 0 0 0,1-1-1 0 0,-1 0 1 0 0,0 0 0 0 0,0 0-1 0 0,0 0 1 0 0,0 1 0 0 0,3 26 944 0 0,-1 1 1 0 0,-3 43 0 0 0,1 24 32 0 0,9 11-75 0 0,-2-51-458 0 0,-3 0 0 0 0,-5 93-1 0 0,-5-89 390 0 0,-12-99-670 0 0,18 21-209 0 0,1-1 0 0 0,1 1-1 0 0,0 0 1 0 0,2 0 0 0 0,0 0 0 0 0,1 1 0 0 0,1-1 0 0 0,1 1 0 0 0,0 0 0 0 0,2 1 0 0 0,12-20 0 0 0,-14 24-24 0 0,2 1 0 0 0,-1 0 1 0 0,2 0-1 0 0,0 1 0 0 0,0 0 0 0 0,1 1 0 0 0,0 0 0 0 0,0 1 1 0 0,1 0-1 0 0,1 1 0 0 0,0 0 0 0 0,0 1 0 0 0,0 0 0 0 0,1 1 0 0 0,15-4 1 0 0,-26 9-8 0 0,1 0 1 0 0,0 0 0 0 0,0 1 0 0 0,0 0 0 0 0,0-1-1 0 0,0 1 1 0 0,0 1 0 0 0,-1-1 0 0 0,1 0-1 0 0,0 1 1 0 0,0 0 0 0 0,0 0 0 0 0,0 0 0 0 0,-1 0-1 0 0,1 1 1 0 0,-1 0 0 0 0,1-1 0 0 0,-1 1 0 0 0,1 0-1 0 0,-1 1 1 0 0,4 2 0 0 0,-6-3 2 0 0,1 0 0 0 0,-1 0-1 0 0,1 0 1 0 0,-1 0 0 0 0,0 0 0 0 0,0 0 0 0 0,1 1 0 0 0,-2-1 0 0 0,1 0 0 0 0,0 1-1 0 0,0-1 1 0 0,-1 1 0 0 0,1-1 0 0 0,-1 1 0 0 0,0-1 0 0 0,0 1 0 0 0,0-1-1 0 0,0 1 1 0 0,0-1 0 0 0,0 1 0 0 0,-1-1 0 0 0,1 1 0 0 0,-1-1 0 0 0,0 0-1 0 0,0 1 1 0 0,0-1 0 0 0,0 0 0 0 0,0 0 0 0 0,0 1 0 0 0,-1-1 0 0 0,1 0-1 0 0,-1 0 1 0 0,1 0 0 0 0,-4 2 0 0 0,-1 3-63 0 0,-1 0-1 0 0,0-1 1 0 0,-1 0-1 0 0,0 0 1 0 0,0-1-1 0 0,0 0 1 0 0,0 0 0 0 0,-1-1-1 0 0,0 0 1 0 0,0 0-1 0 0,0-1 1 0 0,0-1-1 0 0,0 1 1 0 0,-1-1 0 0 0,1-1-1 0 0,-1 0 1 0 0,1 0-1 0 0,-19-2 1 0 0,27 1-196 0 0,0 0 1 0 0,0 0-1 0 0,0 0 1 0 0,0 0-1 0 0,0-1 1 0 0,0 1-1 0 0,0 0 0 0 0,0 0 1 0 0,0-1-1 0 0,0 1 1 0 0,1-1-1 0 0,-1 1 1 0 0,0-1-1 0 0,0 1 1 0 0,0-1-1 0 0,1 0 1 0 0,-1 1-1 0 0,0-1 0 0 0,1 0 1 0 0,-1 1-1 0 0,0-1 1 0 0,1 0-1 0 0,-1 0 1 0 0,1 0-1 0 0,-1-1 1 0 0,0 1-233 0 0</inkml:trace>
</inkml:ink>
</file>

<file path=ppt/ink/ink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4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0 816 0 0,'-1'2'12540'0'0,"-7"18"-12525"0"0,5-4 169 0 0,-10 43 394 0 0,2 0 1 0 0,-1 65 0 0 0,11-107-518 0 0,1 1 0 0 0,1-1 0 0 0,0 0 0 0 0,1 1 0 0 0,1-1 0 0 0,1 0 0 0 0,1 0 0 0 0,0-1 0 0 0,1 1 0 0 0,1-1 0 0 0,15 27 0 0 0,-20-40-69 0 0,0 0-1 0 0,0 1 0 0 0,0-1 0 0 0,1 0 0 0 0,0 0 0 0 0,-1 0 0 0 0,1-1 0 0 0,0 1 0 0 0,0-1 1 0 0,1 1-1 0 0,-1-1 0 0 0,0 0 0 0 0,1 0 0 0 0,0-1 0 0 0,-1 1 0 0 0,1-1 0 0 0,0 0 1 0 0,6 2-1 0 0,-5-3-20 0 0,0 0 1 0 0,1 0-1 0 0,-1 0 1 0 0,0-1 0 0 0,1 1-1 0 0,-1-1 1 0 0,0-1-1 0 0,0 1 1 0 0,0-1 0 0 0,0 0-1 0 0,0 0 1 0 0,6-3-1 0 0,2-3-51 0 0,0-1 0 0 0,-1 0 1 0 0,0 0-1 0 0,0-1 0 0 0,-1-1 0 0 0,0 0 0 0 0,-1-1 0 0 0,13-17 0 0 0,-23 28 71 0 0,3-2 38 0 0,-1 0 1 0 0,0 0-1 0 0,0-1 0 0 0,0 1 1 0 0,0-1-1 0 0,0 1 1 0 0,-1-1-1 0 0,1 0 1 0 0,-1 1-1 0 0,0-1 1 0 0,0-4-1 0 0,-1 5 207 0 0,-5 5-189 0 0,2-1-29 0 0,-1 1-1 0 0,1-1 0 0 0,0 1 0 0 0,0-1 0 0 0,0 1 0 0 0,0 0 0 0 0,1 0 0 0 0,-1 0 1 0 0,0 1-1 0 0,1-1 0 0 0,0 0 0 0 0,-1 1 0 0 0,1 0 0 0 0,0 0 0 0 0,0-1 0 0 0,-2 7 1 0 0,3-7-36 0 0,1 0 0 0 0,-1 1 0 0 0,1-1 0 0 0,-1 1 1 0 0,1-1-1 0 0,0 1 0 0 0,0-1 0 0 0,0 1 1 0 0,1-1-1 0 0,-1 1 0 0 0,0-1 0 0 0,1 1 1 0 0,0-1-1 0 0,-1 0 0 0 0,1 1 0 0 0,0-1 1 0 0,0 0-1 0 0,1 1 0 0 0,-1-1 0 0 0,0 0 1 0 0,1 0-1 0 0,-1 0 0 0 0,1 0 0 0 0,0 0 0 0 0,2 2 1 0 0,1 1-389 0 0,0-1 0 0 0,0 0 1 0 0,0 0-1 0 0,0 0 0 0 0,1 0 0 0 0,0-1 1 0 0,6 3-1 0 0,27 6-5566 0 0,-18-8 2595 0 0</inkml:trace>
</inkml:ink>
</file>

<file path=ppt/ink/ink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5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1036 0 0,'0'0'8680'0'0,"0"6"-8260"0"0,-2 86 860 0 0,1-51-7899 0 0,1-33 3918 0 0</inkml:trace>
</inkml:ink>
</file>

<file path=ppt/ink/ink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5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4 236 0 0,'10'-3'8053'0'0,"-15"30"-7681"0"0,2-13-236 0 0,-1 0-288 0 0,3 1-380 0 0,-4 3-820 0 0,4-1-1469 0 0,1 3 653 0 0</inkml:trace>
  <inkml:trace contextRef="#ctx0" brushRef="#br0" timeOffset="1">351 681 1160 0 0,'0'0'6227'0'0,"1"16"-3006"0"0,1 27-745 0 0,-1-32-2389 0 0,0 0 0 0 0,-1 0-1 0 0,0 0 1 0 0,0 0 0 0 0,-2 0-1 0 0,1-1 1 0 0,-1 1 0 0 0,-6 17 0 0 0,-28 47-2565 0 0,5-26-2953 0 0,9-22 2079 0 0</inkml:trace>
</inkml:ink>
</file>

<file path=ppt/ink/ink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6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237 553 976 0 0,'-34'-17'6822'0'0,"25"19"-6546"0"0,0 0 0 0 0,0 1 0 0 0,1 0 0 0 0,-1 1 0 0 0,1 0 0 0 0,-1 0 0 0 0,1 1 0 0 0,0 0-1 0 0,1 0 1 0 0,0 1 0 0 0,-1-1 0 0 0,2 2 0 0 0,-1-1 0 0 0,-5 8 0 0 0,2-3-99 0 0,2-1 0 0 0,0 1 0 0 0,0 0 0 0 0,0 1 0 0 0,2 0 0 0 0,-1 0 0 0 0,2 1 0 0 0,0 0 0 0 0,-4 13 0 0 0,8-24-152 0 0,0 0 0 0 0,1 0 0 0 0,-1 0-1 0 0,0 1 1 0 0,1-1 0 0 0,0 0 0 0 0,-1 0 0 0 0,1 0-1 0 0,0 1 1 0 0,0-1 0 0 0,1 0 0 0 0,-1 0-1 0 0,0 0 1 0 0,1 1 0 0 0,-1-1 0 0 0,1 0 0 0 0,-1 0-1 0 0,1 0 1 0 0,0 0 0 0 0,0 0 0 0 0,0 0 0 0 0,0 0-1 0 0,1 0 1 0 0,-1-1 0 0 0,0 1 0 0 0,1 0 0 0 0,-1-1-1 0 0,1 1 1 0 0,0-1 0 0 0,-1 1 0 0 0,1-1-1 0 0,3 2 1 0 0,-2-2-10 0 0,1-1 1 0 0,0 1-1 0 0,0-1 0 0 0,-1 0 0 0 0,1 0 1 0 0,0 0-1 0 0,0 0 0 0 0,-1 0 0 0 0,1-1 1 0 0,0 0-1 0 0,-1 0 0 0 0,1 0 0 0 0,0 0 1 0 0,-1 0-1 0 0,1-1 0 0 0,-1 0 0 0 0,0 0 1 0 0,0 0-1 0 0,4-2 0 0 0,21-16 33 0 0,-1-1 0 0 0,-1-1-1 0 0,-1-1 1 0 0,-1-1 0 0 0,-1-1-1 0 0,23-33 1 0 0,-9 3 25 0 0,-1-2 0 0 0,32-73 0 0 0,-59 111-64 0 0,-2 0 1 0 0,0-1-1 0 0,0-1 1 0 0,-2 1-1 0 0,-1-1 1 0 0,0 0-1 0 0,-2 1 1 0 0,1-25 0 0 0,-4 37-10 0 0,1 0 0 0 0,-1 0 1 0 0,0 1-1 0 0,0-1 0 0 0,-1 0 1 0 0,0 0-1 0 0,-1 1 1 0 0,0-1-1 0 0,0 1 0 0 0,-7-12 1 0 0,7 14-3 0 0,0 1 0 0 0,-1 0 0 0 0,0 0 0 0 0,0 0 0 0 0,0 1 0 0 0,0-1 0 0 0,0 1 0 0 0,0 0 0 0 0,-1 0 0 0 0,0 0 0 0 0,0 1 0 0 0,1 0 0 0 0,-1 0 0 0 0,0 0 0 0 0,-1 0 0 0 0,1 1 0 0 0,-8-1 0 0 0,0 1-6 0 0,-1 0 1 0 0,1 1-1 0 0,-1 1 1 0 0,1 0-1 0 0,-1 1 1 0 0,1 0-1 0 0,-1 1 1 0 0,1 1-1 0 0,0 0 0 0 0,1 1 1 0 0,-1 0-1 0 0,1 1 1 0 0,0 0-1 0 0,0 1 1 0 0,1 0-1 0 0,-13 11 1 0 0,21-15 6 0 0,1-1 0 0 0,-1 1 0 0 0,1-1-1 0 0,0 1 1 0 0,-1 0 0 0 0,1 0 0 0 0,0 0 0 0 0,1 0 0 0 0,-1 0 0 0 0,1 1 0 0 0,-1-1 0 0 0,1 1 0 0 0,0-1 0 0 0,0 1 0 0 0,0-1 0 0 0,1 1 0 0 0,-1-1 0 0 0,1 1 0 0 0,0 3-1 0 0,1-2-2 0 0,0 0 1 0 0,0 0-1 0 0,0 0 0 0 0,1 0 0 0 0,0-1 0 0 0,0 1 0 0 0,0 0 0 0 0,0-1 0 0 0,1 0 0 0 0,0 1 0 0 0,0-1 0 0 0,4 4 0 0 0,6 6-62 0 0,2-1 0 0 0,-1 0 0 0 0,1-1 0 0 0,1-1 0 0 0,0-1 0 0 0,19 10 0 0 0,73 29-573 0 0,27 13-453 0 0,-122-55 912 0 0,-1 1 1 0 0,0 0-1 0 0,-1 1 0 0 0,0 0 0 0 0,0 0 1 0 0,0 2-1 0 0,15 20 0 0 0,-21-24 87 0 0,-1 1 0 0 0,0-1 0 0 0,-1 1 0 0 0,0 0 0 0 0,0 1 0 0 0,-1-1 0 0 0,0 0 0 0 0,1 17 0 0 0,-1-16 14 0 0,-1 1 0 0 0,1-1-1 0 0,1 1 1 0 0,0-1 0 0 0,6 15-1 0 0,-8-22 77 0 0,1-1 0 0 0,-1 1-1 0 0,0-1 1 0 0,1 0 0 0 0,-1 1-1 0 0,1-1 1 0 0,-1 0 0 0 0,1 0 0 0 0,-1 0-1 0 0,1 0 1 0 0,0-1 0 0 0,-1 1-1 0 0,1 0 1 0 0,0-1 0 0 0,0 1-1 0 0,0-1 1 0 0,-1 1 0 0 0,1-1-1 0 0,0 0 1 0 0,0 0 0 0 0,0 0 0 0 0,0 0-1 0 0,0 0 1 0 0,0 0 0 0 0,-1-1-1 0 0,1 1 1 0 0,2-1 0 0 0,4-1 26 0 0,0 0 1 0 0,0 0 0 0 0,0-1 0 0 0,13-7-1 0 0,-13 6 67 0 0,-1-1 0 0 0,0 0 0 0 0,1 0 0 0 0,-1-1 0 0 0,-1 0-1 0 0,1 0 1 0 0,-1 0 0 0 0,0-1 0 0 0,-1 0 0 0 0,0 0 0 0 0,0 0 0 0 0,0-1-1 0 0,-1 0 1 0 0,0 0 0 0 0,4-11 0 0 0,-7 15-25 0 0,0-1 1 0 0,0 0-1 0 0,0 0 0 0 0,-1 1 0 0 0,0-1 1 0 0,0 0-1 0 0,0 0 0 0 0,0 0 1 0 0,-1 0-1 0 0,0 1 0 0 0,1-1 0 0 0,-2 0 1 0 0,1 1-1 0 0,-1-1 0 0 0,1 1 1 0 0,-1-1-1 0 0,-1 1 0 0 0,1 0 0 0 0,-1 0 1 0 0,1 0-1 0 0,-1 0 0 0 0,0 0 1 0 0,0 0-1 0 0,-1 1 0 0 0,1-1 0 0 0,-1 1 1 0 0,0 0-1 0 0,0 1 0 0 0,-7-5 1 0 0,9 5-88 0 0,-1 1 1 0 0,1-1 0 0 0,-1 1 0 0 0,1 0-1 0 0,-1 0 1 0 0,1 0 0 0 0,-1 1-1 0 0,0-1 1 0 0,0 0 0 0 0,1 1 0 0 0,-1 0-1 0 0,0 0 1 0 0,0 0 0 0 0,1 0 0 0 0,-1 0-1 0 0,0 0 1 0 0,1 1 0 0 0,-1-1 0 0 0,0 1-1 0 0,1 0 1 0 0,-1 0 0 0 0,0 0 0 0 0,1 0-1 0 0,-5 2 1 0 0,5-1-513 0 0,-1 0 0 0 0,0 0-1 0 0,1 0 1 0 0,0 1 0 0 0,-1-1 0 0 0,1 1 0 0 0,0-1 0 0 0,0 1-1 0 0,1-1 1 0 0,-1 1 0 0 0,0 0 0 0 0,1 0 0 0 0,-2 5 0 0 0,-1 5-2675 0 0</inkml:trace>
</inkml:ink>
</file>

<file path=ppt/ink/ink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7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94 876 0 0,'3'-36'6148'0'0,"-3"35"-6070"0"0,0-2 293 0 0,0 1 0 0 0,0-1 1 0 0,0 1-1 0 0,0-1 0 0 0,-1 1 0 0 0,1-1 1 0 0,-1 1-1 0 0,1-1 0 0 0,-1 1 0 0 0,0 0 1 0 0,0-1-1 0 0,0 1 0 0 0,0 0 0 0 0,0 0 1 0 0,-1 0-1 0 0,1 0 0 0 0,0 0 0 0 0,-1 0 1 0 0,0 0-1 0 0,-2-2 0 0 0,2 3-11 0 0,-32 21 480 0 0,26-13-731 0 0,0 1 0 0 0,1-1 0 0 0,-1 2 0 0 0,2-1 0 0 0,-1 1-1 0 0,1 0 1 0 0,1 0 0 0 0,-1 0 0 0 0,1 1 0 0 0,1 0 0 0 0,0 0 0 0 0,1 0 0 0 0,-3 12-1 0 0,5-18-115 0 0,0 1-1 0 0,0 0 0 0 0,1 0 0 0 0,0 0 1 0 0,0 0-1 0 0,0 0 0 0 0,0 0 0 0 0,1-1 1 0 0,0 1-1 0 0,0 0 0 0 0,0 0 0 0 0,0 0 1 0 0,1-1-1 0 0,0 1 0 0 0,0-1 0 0 0,0 1 1 0 0,1-1-1 0 0,-1 0 0 0 0,1 0 0 0 0,0 0 1 0 0,0 0-1 0 0,0-1 0 0 0,1 1 1 0 0,-1-1-1 0 0,1 0 0 0 0,0 1 0 0 0,0-2 1 0 0,0 1-1 0 0,0-1 0 0 0,9 4 0 0 0,-6-2-89 0 0,1-1 0 0 0,0 0 0 0 0,0-1 0 0 0,0 0 0 0 0,0 0-1 0 0,0-1 1 0 0,0 0 0 0 0,1 0 0 0 0,-1-1 0 0 0,0 0 0 0 0,1-1-1 0 0,13-2 1 0 0,-9 0-11 0 0,0-1 0 0 0,0 0 0 0 0,-1-1 0 0 0,1 0 0 0 0,-1-1-1 0 0,-1 0 1 0 0,16-11 0 0 0,-5 0 198 0 0,-1 0 0 0 0,-1-1 0 0 0,-1-1 0 0 0,0-1 0 0 0,-2 0 0 0 0,0-2 0 0 0,17-29 0 0 0,-31 45 265 0 0,0 0 0 0 0,0-1 0 0 0,-1 1 0 0 0,0-1 0 0 0,0 0 0 0 0,0 1 0 0 0,1-15 1281 0 0,-5 18-1387 0 0,-2-3-207 0 0,1 8 605 0 0,1 6-749 0 0,0 0 0 0 0,0-1 0 0 0,1 1 0 0 0,0 0 0 0 0,0 0 0 0 0,1 0 1 0 0,0 0-1 0 0,1 0 0 0 0,-1 0 0 0 0,1 0 0 0 0,1 0 0 0 0,0 0 0 0 0,0 0 0 0 0,0-1 1 0 0,1 1-1 0 0,0-1 0 0 0,1 1 0 0 0,6 9 0 0 0,-4-5-1068 0 0,15 23-1718 0 0,-4-15-5057 0 0,-12-15 3955 0 0</inkml:trace>
</inkml:ink>
</file>

<file path=ppt/ink/ink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7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1 512 0 0,'0'0'7001'0'0,"5"4"-6544"0"0,1 2-288 0 0,0 1 1 0 0,-1-1-1 0 0,0 1 1 0 0,0 0-1 0 0,0 0 0 0 0,-1 1 1 0 0,0-1-1 0 0,-1 1 1 0 0,0 0-1 0 0,0 0 0 0 0,0 0 1 0 0,2 14-1 0 0,-4-16-91 0 0,0 1 0 0 0,0-1 1 0 0,-1 0-1 0 0,1 1 0 0 0,-2-1 0 0 0,1 0 0 0 0,0 1 0 0 0,-1-1 0 0 0,-1 0 0 0 0,1 0 0 0 0,-1 1 1 0 0,0-1-1 0 0,0-1 0 0 0,0 1 0 0 0,-1 0 0 0 0,0 0 0 0 0,0-1 0 0 0,-7 9 0 0 0,8-12-67 0 0,1-1-1 0 0,-1 0 1 0 0,1 0 0 0 0,-1 0-1 0 0,1 0 1 0 0,-1 0-1 0 0,0 0 1 0 0,1 0-1 0 0,-1 0 1 0 0,0-1-1 0 0,0 1 1 0 0,1-1-1 0 0,-1 1 1 0 0,0-1 0 0 0,0 0-1 0 0,0 1 1 0 0,0-1-1 0 0,0 0 1 0 0,0 0-1 0 0,1-1 1 0 0,-1 1-1 0 0,0 0 1 0 0,0-1-1 0 0,0 1 1 0 0,0-1 0 0 0,1 1-1 0 0,-1-1 1 0 0,0 0-1 0 0,1 0 1 0 0,-1 0-1 0 0,0 0 1 0 0,1 0-1 0 0,-1 0 1 0 0,1 0-1 0 0,-1 0 1 0 0,1-1 0 0 0,0 1-1 0 0,0-1 1 0 0,-1 1-1 0 0,1-1 1 0 0,0 1-1 0 0,0-1 1 0 0,1 0-1 0 0,-1 1 1 0 0,0-1-1 0 0,0 0 1 0 0,1 0-1 0 0,-1 1 1 0 0,1-1 0 0 0,0 0-1 0 0,-1 0 1 0 0,1 0-1 0 0,0 0 1 0 0,0 0-1 0 0,0 0 1 0 0,0 1-1 0 0,1-1 1 0 0,-1-2-1 0 0,5-8-10 0 0,-1 0 0 0 0,1 1-1 0 0,1 0 1 0 0,0 0-1 0 0,0 0 1 0 0,1 1-1 0 0,1 0 1 0 0,0 0-1 0 0,0 1 1 0 0,1 0 0 0 0,0 1-1 0 0,0 0 1 0 0,1 0-1 0 0,0 1 1 0 0,0 0-1 0 0,1 0 1 0 0,0 1-1 0 0,0 1 1 0 0,1 0 0 0 0,13-4-1 0 0,-23 9 0 0 0,1-1-1 0 0,-1 0 0 0 0,1 1 1 0 0,-1 0-1 0 0,1-1 1 0 0,-1 1-1 0 0,1 0 1 0 0,0 1-1 0 0,-1-1 1 0 0,1 0-1 0 0,-1 1 0 0 0,1-1 1 0 0,-1 1-1 0 0,1 0 1 0 0,-1 0-1 0 0,0 0 1 0 0,1 0-1 0 0,-1 0 1 0 0,0 0-1 0 0,0 1 0 0 0,0-1 1 0 0,0 1-1 0 0,0 0 1 0 0,0-1-1 0 0,0 1 1 0 0,0 0-1 0 0,-1 0 0 0 0,1 0 1 0 0,-1 0-1 0 0,1 1 1 0 0,-1-1-1 0 0,0 0 1 0 0,0 0-1 0 0,0 1 1 0 0,1 3-1 0 0,3 10 11 0 0,0 0 0 0 0,-1 1 1 0 0,-1-1-1 0 0,1 24 0 0 0,0-13 30 0 0,-4-21-562 0 0,1 3 1836 0 0,0-6-3025 0 0,1-31-7588 0 0</inkml:trace>
</inkml:ink>
</file>

<file path=ppt/ink/ink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8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4 48 0 0,'-7'-4'10607'0'0,"3"18"-10380"0"0,0-2-1 0 0,-2 1 1 0 0,1 0 0 0 0,-2-1 0 0 0,0 0-1 0 0,0-1 1 0 0,-1 0 0 0 0,-13 15 0 0 0,-5 3-1126 0 0,-55 47 1 0 0,55-57-4477 0 0,14-9 2267 0 0</inkml:trace>
</inkml:ink>
</file>

<file path=ppt/ink/ink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9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4 114 356 0 0,'0'0'1630'0'0,"-3"-12"1682"0"0,5 5-2983 0 0,1 1 0 0 0,0 0-1 0 0,1 0 1 0 0,-1 0-1 0 0,1 0 1 0 0,0 0-1 0 0,1 1 1 0 0,-1 0-1 0 0,1 0 1 0 0,0 0 0 0 0,1 1-1 0 0,-1-1 1 0 0,1 1-1 0 0,6-3 1 0 0,-9 5-238 0 0,0-1 0 0 0,0 1 0 0 0,1 0-1 0 0,-1 1 1 0 0,1-1 0 0 0,-1 1 0 0 0,1-1 0 0 0,0 1 0 0 0,0 0 0 0 0,-1 1 0 0 0,1-1 0 0 0,0 1 0 0 0,0-1 0 0 0,0 1 0 0 0,0 0 0 0 0,0 1 0 0 0,0-1 0 0 0,-1 1 0 0 0,1-1 0 0 0,0 1 0 0 0,0 0-1 0 0,-1 1 1 0 0,1-1 0 0 0,0 1 0 0 0,-1-1 0 0 0,1 1 0 0 0,2 2 0 0 0,-2 0-39 0 0,0-1 1 0 0,-1 1-1 0 0,0 0 0 0 0,0-1 0 0 0,0 1 0 0 0,0 1 0 0 0,-1-1 1 0 0,0 0-1 0 0,0 1 0 0 0,0-1 0 0 0,0 1 0 0 0,0-1 0 0 0,0 8 1 0 0,10 22-2427 0 0,-10-32 2021 0 0,0 1-196 0 0,-1 13-7463 0 0</inkml:trace>
</inkml:ink>
</file>

<file path=ppt/ink/ink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39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1 372 280 0 0,'0'0'1743'0'0,"0"0"-1609"0"0,0 1 0 0 0,0-1 0 0 0,0 1 0 0 0,0-1 0 0 0,-1 1 0 0 0,1-1 1 0 0,0 1-1 0 0,0-1 0 0 0,0 1 0 0 0,0-1 0 0 0,0 1 0 0 0,0-1 0 0 0,0 1 0 0 0,0-1 0 0 0,0 1 0 0 0,1-1 0 0 0,-1 1 1 0 0,0-1-1 0 0,0 1 0 0 0,0-1 0 0 0,1 1 0 0 0,-1-1 0 0 0,1 1 0 0 0,16-2 413 0 0,0-2 1 0 0,0 0-1 0 0,0 0 0 0 0,-1-2 0 0 0,1 0 1 0 0,-1-1-1 0 0,0-1 0 0 0,0 0 0 0 0,19-13 1 0 0,-27 15-357 0 0,0-1 0 0 0,-1 1 0 0 0,0-1 0 0 0,0 0 0 0 0,0-1 1 0 0,-1 0-1 0 0,0 0 0 0 0,0 0 0 0 0,5-10 0 0 0,-10 15-167 0 0,-1 0-1 0 0,1 0 1 0 0,-1 0-1 0 0,0 1 1 0 0,0-1-1 0 0,0 0 1 0 0,0 0 0 0 0,0 0-1 0 0,0 0 1 0 0,0 0-1 0 0,-1 1 1 0 0,1-1-1 0 0,-1 0 1 0 0,1 0-1 0 0,-1 0 1 0 0,0 1-1 0 0,1-1 1 0 0,-1 0 0 0 0,0 1-1 0 0,0-1 1 0 0,0 1-1 0 0,0-1 1 0 0,-1 1-1 0 0,1-1 1 0 0,0 1-1 0 0,-1 0 1 0 0,1-1 0 0 0,-1 1-1 0 0,1 0 1 0 0,-1 0-1 0 0,1 0 1 0 0,-1 1-1 0 0,0-1 1 0 0,0 0-1 0 0,1 0 1 0 0,-1 1-1 0 0,0-1 1 0 0,0 1 0 0 0,0 0-1 0 0,0-1 1 0 0,1 1-1 0 0,-1 0 1 0 0,0 0-1 0 0,0 0 1 0 0,0 1-1 0 0,0-1 1 0 0,0 0 0 0 0,0 1-1 0 0,1-1 1 0 0,-1 1-1 0 0,-2 0 1 0 0,-1 0-3 0 0,1 0 0 0 0,-1 1 1 0 0,0-1-1 0 0,1 1 1 0 0,-1 0-1 0 0,1 0 0 0 0,-1 1 1 0 0,1-1-1 0 0,0 1 0 0 0,0 0 1 0 0,0 0-1 0 0,0 0 1 0 0,1 1-1 0 0,-1-1 0 0 0,1 1 1 0 0,0 0-1 0 0,0 0 1 0 0,0 0-1 0 0,-3 7 0 0 0,5-8-36 0 0,0-1 0 0 0,1 1 0 0 0,-1 0 0 0 0,0 0 0 0 0,1 0 0 0 0,0 0 0 0 0,0 0 0 0 0,0 0 0 0 0,0 0 0 0 0,0 0 0 0 0,1 0 0 0 0,-1 0 0 0 0,1 0 0 0 0,0 0 0 0 0,0 0 0 0 0,0 0 0 0 0,0-1 0 0 0,0 1 0 0 0,1 0 0 0 0,-1-1 0 0 0,1 1 0 0 0,0-1-1 0 0,-1 1 1 0 0,1-1 0 0 0,0 0 0 0 0,1 0 0 0 0,-1 0 0 0 0,0 0 0 0 0,1 0 0 0 0,-1 0 0 0 0,1-1 0 0 0,-1 1 0 0 0,1-1 0 0 0,0 0 0 0 0,-1 0 0 0 0,1 0 0 0 0,0 0 0 0 0,4 1 0 0 0,4 1-148 0 0,1-1 0 0 0,-1 0 0 0 0,0 0 0 0 0,0-1 1 0 0,1 0-1 0 0,-1-1 0 0 0,1-1 0 0 0,20-3 0 0 0,-18 0 229 0 0,0-1-1 0 0,0 0 0 0 0,-1-1 1 0 0,0-1-1 0 0,0 0 0 0 0,-1-1 1 0 0,0 0-1 0 0,0-1 1 0 0,0 0-1 0 0,-2-1 0 0 0,1 0 1 0 0,-1-1-1 0 0,14-19 1 0 0,-23 29 170 0 0,5 0 302 0 0,-6 1-512 0 0,1 0 0 0 0,-1 0 0 0 0,1 0 1 0 0,-1 0-1 0 0,1 0 0 0 0,-1 0 1 0 0,1 0-1 0 0,-1 0 0 0 0,1 0 0 0 0,-1 0 1 0 0,1 0-1 0 0,-1 0 0 0 0,0 0 1 0 0,1 0-1 0 0,-1 0 0 0 0,1 1 0 0 0,-1-1 1 0 0,1 0-1 0 0,-1 0 0 0 0,1 0 0 0 0,-1 1 1 0 0,0-1-1 0 0,1 0 0 0 0,-1 1 1 0 0,1-1-1 0 0,-1 0 0 0 0,0 1 0 0 0,0-1 1 0 0,1 0-1 0 0,-1 1 0 0 0,0-1 1 0 0,1 1-1 0 0,-1-1 0 0 0,0 1 0 0 0,0-1 1 0 0,0 0-1 0 0,0 1 0 0 0,1-1 1 0 0,-1 1-1 0 0,0-1 0 0 0,0 1 0 0 0,0-1 1 0 0,0 1-1 0 0,0-1 0 0 0,0 1 1 0 0,0-1-1 0 0,0 2 0 0 0,0 2-24 0 0,1 0 1 0 0,0-1-1 0 0,1 1 0 0 0,-1 0 0 0 0,1 0 1 0 0,0-1-1 0 0,0 1 0 0 0,0-1 1 0 0,0 1-1 0 0,1-1 0 0 0,-1 0 0 0 0,1 0 1 0 0,0 0-1 0 0,0 0 0 0 0,0 0 1 0 0,0-1-1 0 0,0 0 0 0 0,0 1 0 0 0,1-1 1 0 0,0 0-1 0 0,-1-1 0 0 0,1 1 1 0 0,0 0-1 0 0,5 0 0 0 0,1 0-68 0 0,0 0 1 0 0,0-1-1 0 0,0-1 0 0 0,0 0 1 0 0,0 0-1 0 0,0-1 0 0 0,0 0 0 0 0,0-1 1 0 0,11-3-1 0 0,-10 2 8 0 0,-1-1 0 0 0,0 0 0 0 0,-1-1 0 0 0,1 1 0 0 0,-1-2 0 0 0,0 0 0 0 0,0 0 0 0 0,-1 0 0 0 0,0-1 0 0 0,0 0 0 0 0,0-1 0 0 0,-1 0 0 0 0,10-13 0 0 0,-5 4 118 0 0,-1 0 0 0 0,-1-1 0 0 0,-1 0 1 0 0,0 0-1 0 0,-1-1 0 0 0,5-22 0 0 0,-11 35 208 0 0,-1 0 0 0 0,0 0-1 0 0,-1-1 1 0 0,1 1 0 0 0,-1 0-1 0 0,-1 0 1 0 0,1 0 0 0 0,-2-8-1 0 0,2 12-174 0 0,-1 1 568 0 0,-2 6-541 0 0,-2 5-50 0 0,0 0 1 0 0,1 1-1 0 0,0 0 1 0 0,0-1-1 0 0,1 1 1 0 0,1 0-1 0 0,0 1 1 0 0,0-1-1 0 0,1 0 1 0 0,1 1 0 0 0,1 18-1 0 0,2-4-211 0 0,0 0 0 0 0,2 0 0 0 0,1 0 0 0 0,11 27 0 0 0,-15-43-777 0 0,2 9-1002 0 0</inkml:trace>
</inkml:ink>
</file>

<file path=ppt/ink/ink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0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54 792 0 0,'0'0'2728'0'0,"3"-15"705"0"0,6 4-1597 0 0,6 2-1124 0 0,-5 4-176 0 0,-1 4-28 0 0,9-4-580 0 0,-11 1-244 0 0,7 0-1180 0 0</inkml:trace>
</inkml:ink>
</file>

<file path=ppt/ink/ink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3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1 564 0 0,'-12'2'8439'0'0,"23"10"-8044"0"0,149 183 3271 0 0,-142-169-3453 0 0,-1 1 0 0 0,-1 0-1 0 0,-1 2 1 0 0,-2 0-1 0 0,-1 0 1 0 0,8 33 0 0 0,-5-5 60 0 0,-4 1 0 0 0,-2 0 0 0 0,-2 1 1 0 0,-2 61-1 0 0,-5-78-128 0 0,-3 0 0 0 0,-1 0 1 0 0,-2 0-1 0 0,-2 0 0 0 0,-2-1 0 0 0,-21 55 1 0 0,18-63 42 0 0,-2-2 0 0 0,-1 0 0 0 0,-1 0 0 0 0,-2-2 1 0 0,-1 0-1 0 0,-1-1 0 0 0,-2-1 0 0 0,0-2 1 0 0,-50 43-1 0 0,11-23 1679 0 0,61-44-1604 0 0,-7 9-588 0 0</inkml:trace>
</inkml:ink>
</file>

<file path=ppt/ink/ink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3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48 68 0 0,'-18'-10'14775'0'0,"18"11"-14609"0"0,21-10-80 0 0,1 2-1 0 0,0 1 1 0 0,0 1-1 0 0,1 0 0 0 0,-1 2 1 0 0,1 1-1 0 0,0 0 1 0 0,31 3-1 0 0,-52-1-432 0 0,31 5-648 0 0,-17 2-1075 0 0,-7 2-4147 0 0,-6 1 2760 0 0</inkml:trace>
</inkml:ink>
</file>

<file path=ppt/ink/ink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4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0 964 0 0,'-10'19'8585'0'0,"17"-17"-8388"0"0,0 0 0 0 0,0-1 1 0 0,0-1-1 0 0,1 1 0 0 0,-1-1 0 0 0,0 0 0 0 0,0-1 1 0 0,12-2-1 0 0,23 0-507 0 0,-3 2-2566 0 0,51-9 1 0 0,-85 9 2380 0 0,36-5-2185 0 0</inkml:trace>
</inkml:ink>
</file>

<file path=ppt/ink/ink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4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44 376 0 0,'18'-43'11980'0'0,"-42"59"-8996"0"0,-34 39-2249 0 0,56-52-668 0 0,-1 0-1 0 0,1 0 0 0 0,-1 0 0 0 0,1 1 0 0 0,0-1 0 0 0,1 1 0 0 0,-1-1 0 0 0,-2 8 0 0 0,4-9-43 0 0,-1 0 0 0 0,1-1 0 0 0,0 1 0 0 0,0-1 0 0 0,0 1 0 0 0,0 0 0 0 0,0-1 1 0 0,0 1-1 0 0,0-1 0 0 0,1 1 0 0 0,-1 0 0 0 0,1-1 0 0 0,-1 1 0 0 0,1-1 0 0 0,0 1 0 0 0,1 1 0 0 0,1 1 1 0 0,0 0 0 0 0,1-1-1 0 0,0 1 1 0 0,0-1 0 0 0,0 0-1 0 0,1 0 1 0 0,-1-1-1 0 0,0 1 1 0 0,1-1 0 0 0,0 0-1 0 0,0 0 1 0 0,5 1 0 0 0,138 44 236 0 0,-146-46-259 0 0,1 0 0 0 0,-1 0-1 0 0,1 0 1 0 0,-1 0-1 0 0,1 1 1 0 0,-1-1 0 0 0,0 1-1 0 0,0-1 1 0 0,0 1 0 0 0,0 0-1 0 0,0 0 1 0 0,0 0 0 0 0,0 0-1 0 0,0 0 1 0 0,-1 1-1 0 0,1-1 1 0 0,-1 0 0 0 0,0 1-1 0 0,0-1 1 0 0,0 1 0 0 0,0-1-1 0 0,0 1 1 0 0,0 0 0 0 0,-1-1-1 0 0,1 1 1 0 0,-1 0-1 0 0,0 0 1 0 0,1-1 0 0 0,-1 1-1 0 0,-1 0 1 0 0,1-1 0 0 0,0 1-1 0 0,-1 0 1 0 0,1 0 0 0 0,-1-1-1 0 0,0 1 1 0 0,0-1-1 0 0,0 1 1 0 0,0-1 0 0 0,0 1-1 0 0,-1-1 1 0 0,-1 3 0 0 0,-2 4 6 0 0,-1 0 0 0 0,0-1 0 0 0,0 0 1 0 0,-1 0-1 0 0,0-1 0 0 0,0 0 1 0 0,-1 0-1 0 0,0 0 0 0 0,0-1 0 0 0,-11 6 1 0 0,-2 0-148 0 0,-24 12-174 0 0,16-17-3937 0 0,16-13-1089 0 0,11 4 4244 0 0</inkml:trace>
</inkml:ink>
</file>

<file path=ppt/ink/ink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4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18 824 0 0,'0'0'1161'0'0,"27"-5"1836"0"0,32-2-1319 0 0,1 2-1 0 0,75 5 1 0 0,32 15-7686 0 0,-146-11 3753 0 0</inkml:trace>
</inkml:ink>
</file>

<file path=ppt/ink/ink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5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951 1 404 0 0,'0'0'1205'0'0,"-12"14"7613"0"0,-47 61-7642 0 0,-318 394 2134 0 0,-23 27-1345 0 0,378-469-1915 0 0,-45 64-221 0 0,63-84-1010 0 0,-5 8 312 0 0</inkml:trace>
</inkml:ink>
</file>

<file path=ppt/ink/ink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5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1 596 0 0,'0'0'13090'0'0,"-1"7"-12517"0"0,-10 54 310 0 0,-2-1 0 0 0,-3 0 1 0 0,-2-1-1 0 0,-31 67 1 0 0,38-105-2304 0 0,-1 6-5144 0 0</inkml:trace>
</inkml:ink>
</file>

<file path=ppt/ink/ink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6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11 272 0 0,'0'0'2227'0'0,"-2"-10"-633"0"0,-4 11 2276 0 0,-8 12-3437 0 0,0 0 0 0 0,1 1 1 0 0,1 1-1 0 0,0 0 0 0 0,1 1 0 0 0,-12 20 1 0 0,17-25-281 0 0,0 0 0 0 0,1 1 0 0 0,0 0 1 0 0,1 0-1 0 0,1 0 0 0 0,-1 0 0 0 0,2 0 0 0 0,0 1 1 0 0,0-1-1 0 0,1 22 0 0 0,1-33-133 0 0,-1 1-1 0 0,1 0 0 0 0,0-1 1 0 0,1 1-1 0 0,-1-1 1 0 0,0 1-1 0 0,0-1 1 0 0,1 1-1 0 0,-1-1 1 0 0,1 1-1 0 0,-1-1 0 0 0,1 1 1 0 0,0-1-1 0 0,0 1 1 0 0,-1-1-1 0 0,1 0 1 0 0,0 1-1 0 0,0-1 0 0 0,0 0 1 0 0,0 0-1 0 0,1 0 1 0 0,-1 0-1 0 0,0 0 1 0 0,0 0-1 0 0,3 1 0 0 0,-2-1 0 0 0,1-1 0 0 0,-1 0 0 0 0,0 1 0 0 0,1-1 0 0 0,-1 0 0 0 0,0-1 0 0 0,1 1 0 0 0,-1 0 0 0 0,0-1 0 0 0,0 1 0 0 0,1-1 0 0 0,-1 1 0 0 0,0-1 0 0 0,0 0 0 0 0,3-2-1 0 0,3-1 32 0 0,1-1 0 0 0,-1 0 0 0 0,0-1-1 0 0,-1 0 1 0 0,1 0 0 0 0,-1-1 0 0 0,8-8-1 0 0,-8 5 23 0 0,0 1 0 0 0,-1-1-1 0 0,0 0 1 0 0,-1 0 0 0 0,0-1-1 0 0,0 0 1 0 0,3-12 0 0 0,-8 19-44 0 0,1 0 0 0 0,0 0 1 0 0,-1 1-1 0 0,1-1 1 0 0,-1 0-1 0 0,0 0 1 0 0,-1 0-1 0 0,1 0 0 0 0,0 0 1 0 0,-1 1-1 0 0,0-1 1 0 0,0 0-1 0 0,0 0 1 0 0,-1 1-1 0 0,1-1 1 0 0,-1 1-1 0 0,0-1 0 0 0,0 1 1 0 0,0 0-1 0 0,0 0 1 0 0,-1-1-1 0 0,1 2 1 0 0,-1-1-1 0 0,-4-4 0 0 0,5 6 9 0 0,2 1-36 0 0,0 0 0 0 0,0 0 0 0 0,0 0 0 0 0,-1 0 0 0 0,1-1 0 0 0,0 1 0 0 0,0 0 0 0 0,0 0 0 0 0,-1 0 0 0 0,1 0 0 0 0,0 0 0 0 0,0 0 0 0 0,0 0 0 0 0,0 0 0 0 0,-1-1 0 0 0,1 1 0 0 0,0 0 0 0 0,0 0 0 0 0,0 0 0 0 0,0 0 0 0 0,0 0 0 0 0,0-1 0 0 0,0 1 0 0 0,-1 0 0 0 0,1 0 0 0 0,0 0 0 0 0,0-1 0 0 0,0 1 0 0 0,0 0 0 0 0,0 0 0 0 0,0 0 0 0 0,0-1 0 0 0,0 1 0 0 0,0 0 0 0 0,0 0 0 0 0,0 0 0 0 0,0-1 0 0 0,0 1 0 0 0,0 0 0 0 0,0 0 0 0 0,0 0 0 0 0,0 0 0 0 0,0-1 0 0 0,1 1 0 0 0,-1 0 0 0 0,0 0 0 0 0,0 0 0 0 0,0-1 0 0 0,0 1 0 0 0,0 0 0 0 0,0 0-1 0 0,0 0 1 0 0,1 0 0 0 0,-1 0 0 0 0,0 0 0 0 0,0-1 0 0 0,0 1 0 0 0,0 0 0 0 0,1 0 0 0 0,-1 0 0 0 0,0 0 0 0 0,0 0 0 0 0,1 0 0 0 0,221-19-191 0 0,-221 19 184 0 0,-1 0 0 0 0,1 0-1 0 0,-1-1 1 0 0,1 1-1 0 0,0 0 1 0 0,-1 0-1 0 0,1 0 1 0 0,0 0-1 0 0,-1 0 1 0 0,1 0 0 0 0,-1 0-1 0 0,1 0 1 0 0,0 0-1 0 0,-1 0 1 0 0,1 0-1 0 0,0 0 1 0 0,-1 1 0 0 0,1-1-1 0 0,-1 0 1 0 0,1 0-1 0 0,-1 1 1 0 0,1-1-1 0 0,-1 0 1 0 0,1 1-1 0 0,0-1 1 0 0,-1 1 0 0 0,0-1-1 0 0,1 0 1 0 0,-1 1-1 0 0,1-1 1 0 0,-1 1-1 0 0,0-1 1 0 0,1 1 0 0 0,-1-1-1 0 0,0 1 1 0 0,1 0-1 0 0,-1-1 1 0 0,0 1-1 0 0,0-1 1 0 0,0 1-1 0 0,1 0 1 0 0,-1-1 0 0 0,0 1-1 0 0,0-1 1 0 0,0 1-1 0 0,0 0 1 0 0,0-1-1 0 0,0 2 1 0 0,-14 32-64 0 0,6-17 36 0 0,5-7-18 0 0,0 0 1 0 0,1 0-1 0 0,1 0 0 0 0,0 0 1 0 0,0 0-1 0 0,1 0 0 0 0,0 0 1 0 0,2 15-1 0 0,-1-22 17 0 0,-1 0-1 0 0,1 0 0 0 0,0 0 1 0 0,1 0-1 0 0,-1 0 1 0 0,0 0-1 0 0,1-1 1 0 0,-1 1-1 0 0,1 0 0 0 0,0-1 1 0 0,0 0-1 0 0,0 1 1 0 0,0-1-1 0 0,1 0 1 0 0,-1 0-1 0 0,0 0 0 0 0,1 0 1 0 0,-1-1-1 0 0,1 1 1 0 0,0-1-1 0 0,0 0 0 0 0,-1 1 1 0 0,1-1-1 0 0,0 0 1 0 0,0-1-1 0 0,0 1 1 0 0,0 0-1 0 0,0-1 0 0 0,0 0 1 0 0,1 0-1 0 0,-1 1 1 0 0,5-2-1 0 0,-1 0 119 0 0,1 0 1 0 0,-1 0-1 0 0,0-1 0 0 0,0 0 0 0 0,0 0 0 0 0,0 0 0 0 0,0-1 1 0 0,0 0-1 0 0,-1-1 0 0 0,1 1 0 0 0,-1-1 0 0 0,0 0 0 0 0,0-1 1 0 0,-1 0-1 0 0,1 0 0 0 0,-1 0 0 0 0,9-12 0 0 0,-11 14-11 0 0,-1 0 0 0 0,1 0 0 0 0,-1-1 0 0 0,0 1-1 0 0,0-1 1 0 0,0 1 0 0 0,-1-1 0 0 0,1 0 0 0 0,-1 0-1 0 0,0 1 1 0 0,0-1 0 0 0,0 0 0 0 0,-1 0 0 0 0,1 0-1 0 0,-1 0 1 0 0,0 0 0 0 0,0 0 0 0 0,-1-1 0 0 0,1 1-1 0 0,-1 0 1 0 0,0 1 0 0 0,0-1 0 0 0,0 0 0 0 0,0 0-1 0 0,-1 0 1 0 0,1 1 0 0 0,-1-1 0 0 0,0 0 0 0 0,0 1 0 0 0,0 0-1 0 0,-1-1 1 0 0,1 1 0 0 0,-1 0 0 0 0,-3-3 0 0 0,-1 2-182 0 0,1-1 1 0 0,-1 1 0 0 0,0 0-1 0 0,-1 0 1 0 0,1 1 0 0 0,0 0 0 0 0,-1 0-1 0 0,0 1 1 0 0,0 0 0 0 0,0 0 0 0 0,0 1-1 0 0,0 0 1 0 0,0 1 0 0 0,-10 0-1 0 0,-16 0-2690 0 0,1 2-1 0 0,-33 7 0 0 0,23-3-1131 0 0</inkml:trace>
</inkml:ink>
</file>

<file path=ppt/ink/ink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8.2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76 944 0 0,'0'0'1207'0'0,"-20"-9"11076"0"0,50-4-12124 0 0,1 1 0 0 0,0 2 0 0 0,1 1 0 0 0,0 2 0 0 0,0 1-1 0 0,1 1 1 0 0,-1 2 0 0 0,66 2 0 0 0,-58 9-1859 0 0,-23 2-604 0 0,-8 6-3400 0 0,-7-6 2240 0 0</inkml:trace>
</inkml:ink>
</file>

<file path=ppt/ink/ink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8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56 864 0 0,'0'0'3500'0'0,"14"6"-2131"0"0,13-11-777 0 0,-5 2-48 0 0,8 0-92 0 0,1-2-136 0 0,14-2-160 0 0,-3 1-180 0 0,4 1-180 0 0,2-1-244 0 0,-4 1-740 0 0,-4-5-1285 0 0,-1 3 569 0 0</inkml:trace>
</inkml:ink>
</file>

<file path=ppt/ink/ink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8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355 82 416 0 0,'0'-2'351'0'0,"-1"0"-1"0"0,1 0 1 0 0,0 1 0 0 0,0-1-1 0 0,-1 0 1 0 0,1 0 0 0 0,-1 1-1 0 0,0-1 1 0 0,1 0 0 0 0,-1 1-1 0 0,0-1 1 0 0,0 1 0 0 0,0-1-1 0 0,0 1 1 0 0,0-1 0 0 0,-1 1-1 0 0,1 0 1 0 0,0-1 0 0 0,-1 1-1 0 0,-1-1 1 0 0,1 1-155 0 0,0 0 1 0 0,-1 0-1 0 0,1 1 0 0 0,0-1 1 0 0,0 1-1 0 0,-1-1 0 0 0,1 1 0 0 0,0 0 1 0 0,-1 0-1 0 0,1 0 0 0 0,0 0 0 0 0,-1 0 1 0 0,-3 1-1 0 0,-7 3-39 0 0,-1 0 1 0 0,2 1-1 0 0,-1 1 0 0 0,-16 9 0 0 0,17-9 411 0 0,-5 3-365 0 0,0 2 1 0 0,0 0-1 0 0,1 1 1 0 0,1 0-1 0 0,-1 1 1 0 0,2 1-1 0 0,0 1 0 0 0,-15 20 1 0 0,23-27-144 0 0,0-1 0 0 0,1 2 1 0 0,0-1-1 0 0,0 0 0 0 0,1 1 1 0 0,0 0-1 0 0,0 0 0 0 0,1 0 0 0 0,1 0 1 0 0,-1 1-1 0 0,2-1 0 0 0,-1 1 0 0 0,1 0 1 0 0,0-1-1 0 0,1 1 0 0 0,0 0 0 0 0,1-1 1 0 0,3 19-1 0 0,-1-22-45 0 0,-1 0 0 0 0,0-1 1 0 0,1 0-1 0 0,0 1 0 0 0,1-1 0 0 0,-1-1 0 0 0,1 1 0 0 0,0 0 1 0 0,0-1-1 0 0,0 0 0 0 0,1 0 0 0 0,-1 0 0 0 0,1 0 0 0 0,0-1 1 0 0,0 0-1 0 0,0 0 0 0 0,1 0 0 0 0,-1 0 0 0 0,1-1 0 0 0,-1 0 1 0 0,1 0-1 0 0,0-1 0 0 0,11 2 0 0 0,1 0-16 0 0,0-1 0 0 0,1-1 0 0 0,-1 0 0 0 0,0-1 0 0 0,1-1 0 0 0,25-5 0 0 0,-21 1 2 0 0,-1 0 0 0 0,1-2 0 0 0,-1 0 0 0 0,0-2 0 0 0,-1 0 0 0 0,0-2 0 0 0,-1 0 0 0 0,0-1 0 0 0,36-29 0 0 0,-47 33 1 0 0,0 0 0 0 0,-1 0 0 0 0,0-1 0 0 0,0 0 0 0 0,-1-1 0 0 0,0 1 0 0 0,0-2 0 0 0,-1 1 0 0 0,-1-1 0 0 0,0 1 0 0 0,0-1 0 0 0,-1-1 1 0 0,0 1-1 0 0,-1-1 0 0 0,-1 1 0 0 0,0-1 0 0 0,0 0 0 0 0,-1 0 0 0 0,0 0 0 0 0,-1 0 0 0 0,-2-12 0 0 0,0 16 3 0 0,0 0-1 0 0,-1 0 1 0 0,1 0-1 0 0,-2 1 1 0 0,1-1-1 0 0,-1 1 1 0 0,0 0-1 0 0,-1 0 1 0 0,0 0-1 0 0,0 0 1 0 0,0 1-1 0 0,-1 0 1 0 0,-9-8-1 0 0,12 11-70 0 0,1 1-1 0 0,-1-1 0 0 0,0 1 1 0 0,0 0-1 0 0,0 0 0 0 0,0 0 1 0 0,0 0-1 0 0,-1 0 0 0 0,1 1 0 0 0,-1-1 1 0 0,1 1-1 0 0,-1 0 0 0 0,1 0 1 0 0,-1 0-1 0 0,0 1 0 0 0,1-1 1 0 0,-1 1-1 0 0,0 0 0 0 0,1 0 1 0 0,-1 0-1 0 0,0 0 0 0 0,0 1 0 0 0,1 0 1 0 0,-1-1-1 0 0,1 1 0 0 0,-1 1 1 0 0,1-1-1 0 0,-1 0 0 0 0,1 1 1 0 0,-1 0-1 0 0,1 0 0 0 0,-4 2 1 0 0,-12 20-2332 0 0,15-10-3121 0 0,4 2 2583 0 0</inkml:trace>
</inkml:ink>
</file>

<file path=ppt/ink/ink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9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74 1408 0 0,'0'0'6225'0'0,"-1"-7"-4702"0"0,1 6-1514 0 0,-4-23 1623 0 0,3-8 3698 0 0,2 29-4560 0 0,2-3 368 0 0</inkml:trace>
</inkml:ink>
</file>

<file path=ppt/ink/ink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49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27 1136 0 0,'0'-2'342'0'0,"-1"0"-1"0"0,0 1 1 0 0,0-1 0 0 0,1 1 0 0 0,-1 0-1 0 0,0-1 1 0 0,0 1 0 0 0,0 0-1 0 0,-1-1 1 0 0,1 1 0 0 0,0 0-1 0 0,0 0 1 0 0,-1 0 0 0 0,1 0 0 0 0,-1 0-1 0 0,1 0 1 0 0,-1 1 0 0 0,1-1-1 0 0,-1 0 1 0 0,1 1 0 0 0,-1-1-1 0 0,1 1 1 0 0,-1 0 0 0 0,0-1-1 0 0,1 1 1 0 0,-4 0 0 0 0,1 2-171 0 0,0 0 0 0 0,0 0 0 0 0,0 0 0 0 0,0 1 0 0 0,1 0 0 0 0,-1-1 0 0 0,1 1 0 0 0,-1 1 0 0 0,-2 3 0 0 0,-6 5 77 0 0,1 0 1 0 0,1 0-1 0 0,0 1 0 0 0,1 1 1 0 0,0 0-1 0 0,1 0 1 0 0,-10 24-1 0 0,15-31-266 0 0,0 1-1 0 0,1-1 1 0 0,0 1 0 0 0,0 0-1 0 0,1 0 1 0 0,0-1 0 0 0,0 1-1 0 0,1 0 1 0 0,0 0 0 0 0,1 0 0 0 0,-1 0-1 0 0,1 0 1 0 0,1 0 0 0 0,0-1-1 0 0,0 1 1 0 0,0-1 0 0 0,6 13-1 0 0,-6-17-28 0 0,0 0 0 0 0,0 0 0 0 0,0 0-1 0 0,1 0 1 0 0,-1-1 0 0 0,1 1 0 0 0,-1-1-1 0 0,1 0 1 0 0,0 1 0 0 0,0-1 0 0 0,0-1-1 0 0,0 1 1 0 0,0 0 0 0 0,1-1 0 0 0,-1 1-1 0 0,0-1 1 0 0,1 0 0 0 0,-1 0 0 0 0,1-1-1 0 0,-1 1 1 0 0,1-1 0 0 0,-1 1 0 0 0,1-1-1 0 0,0 0 1 0 0,-1 0 0 0 0,1-1 0 0 0,-1 1 0 0 0,1-1-1 0 0,-1 0 1 0 0,1 0 0 0 0,-1 0 0 0 0,6-3-1 0 0,1 1-1 0 0,-1-1-1 0 0,0 0 0 0 0,0-1 1 0 0,0 1-1 0 0,0-2 0 0 0,-1 0 0 0 0,0 0 1 0 0,0 0-1 0 0,0-1 0 0 0,9-11 1 0 0,-13 13 65 0 0,0 0 0 0 0,0-1 0 0 0,-1 1 0 0 0,0-1 1 0 0,0 0-1 0 0,0 0 0 0 0,-1 0 0 0 0,0 0 0 0 0,0 0 0 0 0,0-1 1 0 0,-1 1-1 0 0,0-1 0 0 0,0 1 0 0 0,-1-1 0 0 0,0 1 0 0 0,0-1 0 0 0,0 1 1 0 0,-1-1-1 0 0,0 1 0 0 0,0-1 0 0 0,-1 1 0 0 0,1-1 0 0 0,-1 1 1 0 0,-1 0-1 0 0,1 0 0 0 0,-1 0 0 0 0,0 0 0 0 0,-8-10 0 0 0,-3 5-679 0 0,-9 8-5632 0 0</inkml:trace>
</inkml:ink>
</file>

<file path=ppt/ink/ink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50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14 856 0 0,'0'0'1078'0'0,"-34"-14"5483"0"0,32 15-6478 0 0,0-1 0 0 0,-1 0-1 0 0,1 1 1 0 0,-1-1 0 0 0,1 1 0 0 0,0 0 0 0 0,0 0 0 0 0,-1 0 0 0 0,1 0 0 0 0,0 0 0 0 0,0 0-1 0 0,0 1 1 0 0,0-1 0 0 0,0 1 0 0 0,0-1 0 0 0,1 1 0 0 0,-1 0 0 0 0,0 0 0 0 0,1 0 0 0 0,0 0-1 0 0,-1 0 1 0 0,1 0 0 0 0,0 0 0 0 0,0 0 0 0 0,0 0 0 0 0,0 0 0 0 0,0 1 0 0 0,0-1 0 0 0,1 0 0 0 0,-1 1-1 0 0,1-1 1 0 0,0 1 0 0 0,0-1 0 0 0,0 0 0 0 0,0 1 0 0 0,0-1 0 0 0,0 1 0 0 0,1-1 0 0 0,-1 1-1 0 0,1-1 1 0 0,-1 0 0 0 0,2 3 0 0 0,5 5 18 0 0,0 0-1 0 0,1-1 1 0 0,-1 0-1 0 0,2 0 1 0 0,-1 0-1 0 0,1-1 1 0 0,1-1-1 0 0,0 0 1 0 0,13 8-1 0 0,-8-5 3 0 0,0 1 1 0 0,25 23-1 0 0,-36-30-81 0 0,-1 1 0 0 0,1-1 0 0 0,-1 1 0 0 0,1 0 0 0 0,-1 0 0 0 0,-1 0 0 0 0,1 0 0 0 0,-1 0 0 0 0,0 1 0 0 0,0-1 0 0 0,0 1 0 0 0,-1-1 1 0 0,1 8-1 0 0,-2-11-5 0 0,0 1 1 0 0,0-1 0 0 0,-1 0-1 0 0,1 1 1 0 0,-1-1 0 0 0,1 1-1 0 0,-1-1 1 0 0,0 0 0 0 0,0 1-1 0 0,0-1 1 0 0,0 0 0 0 0,0 0-1 0 0,-1 0 1 0 0,1 0 0 0 0,-1 0-1 0 0,1 0 1 0 0,-1 0 0 0 0,0 0-1 0 0,0 0 1 0 0,0-1 0 0 0,0 1-1 0 0,-3 1 1 0 0,-50 26 473 0 0,51-27-456 0 0,-13 5 194 0 0,0-1 1 0 0,-31 7 0 0 0,1-9-2143 0 0,44-5 1335 0 0,0 1 0 0 0,1 0 0 0 0,-1-1 0 0 0,0 0 0 0 0,0 1 0 0 0,1-1 0 0 0,-1 0 0 0 0,1 0 0 0 0,-1-1 0 0 0,1 1 0 0 0,-1-1 0 0 0,-2-2 0 0 0,-7-5-2727 0 0</inkml:trace>
</inkml:ink>
</file>

<file path=ppt/ink/ink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2:50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8 832 0 0,'18'-1'844'0'0,"0"-1"-108"0"0,-3 0-164 0 0,0 0-184 0 0,0 2-348 0 0,-4 2-612 0 0,7-4-1528 0 0</inkml:trace>
</inkml:ink>
</file>

<file path=ppt/ink/ink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1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11 148 0 0,'-5'-3'1386'0'0,"4"2"-934"0"0,1 1 0 0 0,-1-1-1 0 0,0 0 1 0 0,1 1 0 0 0,-1-1 0 0 0,0 1 0 0 0,0-1 0 0 0,0 1-1 0 0,0-1 1 0 0,0 1 0 0 0,0 0 0 0 0,1-1 0 0 0,-1 1 0 0 0,0 0-1 0 0,0 0 1 0 0,0-1 0 0 0,0 1 0 0 0,0 0 0 0 0,0 0 0 0 0,-2 0-1 0 0,2 10 2234 0 0,3 13-3549 0 0,8 76 2136 0 0,-8-59-604 0 0,11 52 0 0 0,15 100 865 0 0,-31-143-2089 0 0,-1-21-2479 0 0,4-26 1823 0 0</inkml:trace>
</inkml:ink>
</file>

<file path=ppt/ink/ink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1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4 148 24 0 0,'0'0'1191'0'0,"-3"-12"5355"0"0,9 5-6275 0 0,0 0 0 0 0,1 1 0 0 0,0 0 0 0 0,1 0 0 0 0,-1 0 0 0 0,1 1-1 0 0,0 0 1 0 0,1 1 0 0 0,-1 0 0 0 0,13-5 0 0 0,97-29 725 0 0,-108 35-870 0 0,21-5-52 0 0,-1 1-1 0 0,1 1 1 0 0,33-2-1 0 0,-53 8-393 0 0,0 0 0 0 0,1 0 0 0 0,-1 1 0 0 0,0 1 0 0 0,13 3 0 0 0,-19-4-176 0 0,0 1-1 0 0,1 0 1 0 0,-1 0-1 0 0,0 0 1 0 0,0 1-1 0 0,-1 0 1 0 0,1 0 0 0 0,0 0-1 0 0,-1 0 1 0 0,0 1-1 0 0,6 5 1 0 0,-2 2-1912 0 0</inkml:trace>
</inkml:ink>
</file>

<file path=ppt/ink/ink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1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52 748 0 0,'-19'37'5177'0'0,"43"-22"-3097"0"0,2-14-1676 0 0,0-1 0 0 0,0 0 1 0 0,0-2-1 0 0,0-2 1 0 0,0 0-1 0 0,-1-1 0 0 0,32-11 1 0 0,58-11 55 0 0,-106 26-601 0 0,107-19-1165 0 0,-42-1-4623 0 0,-55 16 3497 0 0</inkml:trace>
</inkml:ink>
</file>

<file path=ppt/ink/ink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6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60 216 0 0,'5'-36'9744'0'0,"-12"12"-3793"0"0,9 51-5040 0 0,11 60-1456 0 0,0-27 534 0 0,-3 0 0 0 0,-2 1-1 0 0,0 92 1 0 0,-5-133 629 0 0,-1-11-2705 0 0</inkml:trace>
</inkml:ink>
</file>

<file path=ppt/ink/ink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7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9 103 288 0 0,'-1'-2'378'0'0,"0"0"1"0"0,-1 0-1 0 0,2-1 0 0 0,-1 1 1 0 0,0 0-1 0 0,0-1 0 0 0,1 1 1 0 0,-1-1-1 0 0,1 1 0 0 0,0-1 1 0 0,0 1-1 0 0,0-1 0 0 0,0 1 1 0 0,0-1-1 0 0,1-2 1 0 0,-1 3-224 0 0,1 0 1 0 0,0 1-1 0 0,0-1 1 0 0,0 0-1 0 0,0 1 1 0 0,0-1 0 0 0,0 0-1 0 0,0 1 1 0 0,0-1-1 0 0,1 1 1 0 0,-1 0 0 0 0,1 0-1 0 0,-1-1 1 0 0,1 1-1 0 0,2-1 1 0 0,6-3 27 0 0,-1 1 0 0 0,1 1-1 0 0,0 0 1 0 0,0 0 0 0 0,0 1 0 0 0,12-1 0 0 0,18-3 135 0 0,1 2 1 0 0,0 2-1 0 0,0 1 0 0 0,0 2 1 0 0,65 10-1 0 0,-90-8-249 0 0,-1 1 0 0 0,0 0 0 0 0,1 1 1 0 0,-1 1-1 0 0,-1 1 0 0 0,1 0 0 0 0,21 14 0 0 0,-28-15-35 0 0,0 0 0 0 0,0 1-1 0 0,-1 0 1 0 0,0 0 0 0 0,-1 1 0 0 0,1 0 0 0 0,-2 0-1 0 0,1 0 1 0 0,-1 0 0 0 0,0 1 0 0 0,-1 0 0 0 0,0 0-1 0 0,4 13 1 0 0,-5-13-19 0 0,-1 0 0 0 0,0 0 0 0 0,-1 0 0 0 0,0 0 0 0 0,0 0 0 0 0,-1 0 0 0 0,0 0 0 0 0,0 0 0 0 0,-1 0 0 0 0,-1 0 0 0 0,1 0 0 0 0,-1 0 0 0 0,-5 10 0 0 0,2-6 12 0 0,0-1 1 0 0,-2-1 0 0 0,1 1 0 0 0,-2-1 0 0 0,1 0 0 0 0,-1-1 0 0 0,-1 0-1 0 0,-13 12 1 0 0,-1-2 133 0 0,-2 0 1 0 0,0-2-1 0 0,-1-1 0 0 0,-1-1 0 0 0,0-2 0 0 0,-1 0 1 0 0,-31 9-1 0 0,-61 21 786 0 0,118-43-945 0 0,-19 0-972 0 0</inkml:trace>
</inkml:ink>
</file>

<file path=ppt/ink/ink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7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1140 0 0,'1'-15'1413'0'0,"4"-23"11154"0"0,-3 43-12358 0 0,7 26 53 0 0,-1 0-1 0 0,-1 1 0 0 0,-2 0 0 0 0,2 59 1 0 0,-3-35-43 0 0,-3-33-326 0 0,-1 1 0 0 0,-1-1 0 0 0,-1 0 1 0 0,-8 35-1 0 0,10-55-194 0 0,-2 16-1428 0 0</inkml:trace>
</inkml:ink>
</file>

<file path=ppt/ink/ink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8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5 113 848 0 0,'-5'-15'4154'0'0,"5"14"-3922"0"0,1-1-1 0 0,-1 0 0 0 0,0 0 0 0 0,1 1 0 0 0,-1-1 0 0 0,1 0 0 0 0,0 1 0 0 0,0-1 0 0 0,-1 1 0 0 0,1-1 0 0 0,0 1 0 0 0,0-1 0 0 0,0 1 0 0 0,1 0 0 0 0,-1-1 0 0 0,0 1 0 0 0,0 0 0 0 0,3-2 0 0 0,38-20 1390 0 0,-22 16-1317 0 0,1 0 1 0 0,27-4-1 0 0,-22 6-527 0 0,60-9 278 0 0,-78 13-874 0 0,0 1 1 0 0,0 0-1 0 0,0 0 0 0 0,0 1 1 0 0,0 0-1 0 0,0 1 0 0 0,0 0 0 0 0,12 4 1 0 0,-4 0-1652 0 0</inkml:trace>
</inkml:ink>
</file>

<file path=ppt/ink/ink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08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51 684 0 0,'-2'8'8865'0'0,"30"-12"-8618"0"0,0-2 1 0 0,-1 0-1 0 0,38-15 1 0 0,-15 5-5777 0 0,-33 11 2707 0 0</inkml:trace>
</inkml:ink>
</file>

<file path=ppt/ink/ink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10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30 648 0 0,'0'0'1038'0'0,"-6"-17"2224"0"0,6 17-3088 0 0,0-1 1 0 0,0 1 0 0 0,-1-1-1 0 0,1 0 1 0 0,0 1 0 0 0,0-1-1 0 0,0 1 1 0 0,0-1 0 0 0,-1 1-1 0 0,1-1 1 0 0,0 1 0 0 0,0-1-1 0 0,-1 1 1 0 0,1-1 0 0 0,0 1 0 0 0,-1 0-1 0 0,1-1 1 0 0,-1 1 0 0 0,1-1-1 0 0,0 1 1 0 0,-1 0 0 0 0,1-1-1 0 0,-1 1 1 0 0,1 0 0 0 0,-1 0-1 0 0,1-1 1 0 0,-1 1 0 0 0,1 0 0 0 0,-1 0-1 0 0,0 0 1 0 0,-11 14 37 0 0,0 2 0 0 0,1 0 0 0 0,1 0-1 0 0,1 1 1 0 0,0 0 0 0 0,-11 33 0 0 0,3-13 42 0 0,-107 265 1182 0 0,104-245-1205 0 0,3 1-1 0 0,2 1 1 0 0,-9 82 0 0 0,23-125-188 0 0,0 0 1 0 0,1 0 0 0 0,0 0-1 0 0,1 1 1 0 0,1-1-1 0 0,1 0 1 0 0,0-1 0 0 0,1 1-1 0 0,1-1 1 0 0,0 1-1 0 0,1-1 1 0 0,9 15 0 0 0,-10-22-222 0 0,0 0 1 0 0,1 0-1 0 0,0 0 1 0 0,0-1-1 0 0,0 0 1 0 0,1 0-1 0 0,0 0 1 0 0,1-1-1 0 0,0 0 1 0 0,-1 0-1 0 0,2-1 1 0 0,-1 0-1 0 0,1-1 1 0 0,-1 0-1 0 0,1 0 1 0 0,0-1-1 0 0,1 0 1 0 0,-1-1-1 0 0,1 1 1 0 0,-1-2 0 0 0,15 2-1 0 0,31-7-5328 0 0,-28-2 2347 0 0</inkml:trace>
</inkml:ink>
</file>

<file path=ppt/ink/ink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11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9 76 0 0,'-3'-9'11368'0'0,"-29"90"-10746"0"0,3 1 0 0 0,5 1 0 0 0,-20 114 0 0 0,40-178-535 0 0,2 0 1 0 0,0 0-1 0 0,2 0 0 0 0,0 1 1 0 0,0-1-1 0 0,2 0 0 0 0,1 0 1 0 0,0 0-1 0 0,11 34 0 0 0,-12-49-85 0 0,-1 0-1 0 0,1 0 0 0 0,0 0 1 0 0,0-1-1 0 0,0 1 1 0 0,0 0-1 0 0,1-1 0 0 0,-1 0 1 0 0,1 0-1 0 0,0 0 1 0 0,0 0-1 0 0,0 0 0 0 0,0 0 1 0 0,1-1-1 0 0,-1 1 0 0 0,1-1 1 0 0,-1 0-1 0 0,1 0 1 0 0,0-1-1 0 0,0 1 0 0 0,0-1 1 0 0,0 1-1 0 0,0-1 0 0 0,0-1 1 0 0,0 1-1 0 0,0 0 1 0 0,1-1-1 0 0,-1 0 0 0 0,0 0 1 0 0,0 0-1 0 0,0-1 1 0 0,1 1-1 0 0,-1-1 0 0 0,0 0 1 0 0,0 0-1 0 0,5-3 0 0 0,4-1-99 0 0,0 0 0 0 0,0-1 0 0 0,-1 0 0 0 0,0-1 0 0 0,0-1-1 0 0,-1 0 1 0 0,0 0 0 0 0,0-1 0 0 0,16-18 0 0 0,-19 19 18 0 0,-1 0-1 0 0,0 0 1 0 0,-1 0 0 0 0,0-1 0 0 0,0 0 0 0 0,-1 0 0 0 0,0 0 0 0 0,-1-1 0 0 0,0 1 0 0 0,0-1-1 0 0,-1 0 1 0 0,0 0 0 0 0,2-19 0 0 0,-5 27 60 0 0,-3 6-84 0 0,-2 2 100 0 0,1-1 0 0 0,0 1-1 0 0,1 0 1 0 0,-1 0 0 0 0,1 0 0 0 0,1 1 0 0 0,-1-1-1 0 0,1 1 1 0 0,0 0 0 0 0,0 0 0 0 0,1-1-1 0 0,0 1 1 0 0,0 0 0 0 0,1 0 0 0 0,0 0-1 0 0,0 0 1 0 0,0 0 0 0 0,1 0 0 0 0,0 0 0 0 0,1 0-1 0 0,-1 0 1 0 0,1-1 0 0 0,1 1 0 0 0,-1 0-1 0 0,5 6 1 0 0,-6-12 5 0 0,0 1 0 0 0,0 0 0 0 0,0 0-1 0 0,1-1 1 0 0,-1 1 0 0 0,1-1 0 0 0,-1 1 0 0 0,1-1 0 0 0,0 1-1 0 0,0-1 1 0 0,-1 0 0 0 0,1 0 0 0 0,0 0 0 0 0,0 0-1 0 0,0 0 1 0 0,0-1 0 0 0,0 1 0 0 0,1 0 0 0 0,-1-1 0 0 0,0 0-1 0 0,0 1 1 0 0,0-1 0 0 0,0 0 0 0 0,0 0 0 0 0,5-1 0 0 0,0 1-4 0 0,0-1 1 0 0,1-1 0 0 0,-1 1 0 0 0,0-1-1 0 0,11-4 1 0 0,-8 1-12 0 0,0 0 0 0 0,-1 0-1 0 0,1-1 1 0 0,-1 0 0 0 0,0-1 0 0 0,-1 0-1 0 0,1 0 1 0 0,11-14 0 0 0,-1-3-17 0 0,28-45 1 0 0,-28 39 11 0 0,-18 28 12 0 0,-1 2 2 0 0,1 0 0 0 0,-1-1 0 0 0,1 1 0 0 0,-1 0 0 0 0,0-1 0 0 0,1 1 0 0 0,-1 0 0 0 0,0-1-1 0 0,0 1 1 0 0,1-1 0 0 0,-1 1 0 0 0,0-1 0 0 0,0 1 0 0 0,0 0 0 0 0,1-1 0 0 0,-1 1 0 0 0,0-1-1 0 0,0 1 1 0 0,0-1 0 0 0,0 1 0 0 0,0-1 0 0 0,0 1 0 0 0,0-1 0 0 0,0 1 0 0 0,0-1 0 0 0,0 1-1 0 0,0-1 1 0 0,0 1 0 0 0,-1-1 0 0 0,1 1 0 0 0,0-1 0 0 0,0 1 0 0 0,0-1 0 0 0,-1 1 0 0 0,1-1-1 0 0,0 1 1 0 0,0 0 0 0 0,-1-1 0 0 0,-2 2 8 0 0,-1-1 1 0 0,1 1-1 0 0,0 0 1 0 0,0 0-1 0 0,0 1 0 0 0,0-1 1 0 0,0 1-1 0 0,0 0 0 0 0,1-1 1 0 0,-1 1-1 0 0,0 0 1 0 0,1 0-1 0 0,0 1 0 0 0,-1-1 1 0 0,1 1-1 0 0,0-1 1 0 0,0 1-1 0 0,0 0 0 0 0,-2 5 1 0 0,2-5 5 0 0,2-2-7 0 0,0 0 0 0 0,0 0 0 0 0,0 0 0 0 0,-1 0 0 0 0,1 0 0 0 0,0 0 0 0 0,0 0 0 0 0,0 0 0 0 0,1 0 0 0 0,-1 0 0 0 0,0 0 0 0 0,0 0 0 0 0,0 0 0 0 0,1 0 0 0 0,-1 0 0 0 0,1-1 0 0 0,-1 1 0 0 0,1 0 1 0 0,-1 0-1 0 0,1 0 0 0 0,-1 0 0 0 0,1-1 0 0 0,-1 1 0 0 0,1 0 0 0 0,0-1 0 0 0,0 1 0 0 0,-1 0 0 0 0,1-1 0 0 0,0 1 0 0 0,0-1 0 0 0,0 1 0 0 0,0-1 0 0 0,0 1 0 0 0,-1-1 0 0 0,1 0 0 0 0,0 1 0 0 0,0-1 0 0 0,2 0 0 0 0,53 15 54 0 0,-26-7-46 0 0,-25-6-34 0 0,0 0 1 0 0,0 0-1 0 0,0 1 0 0 0,0 0 1 0 0,-1 0-1 0 0,1 0 0 0 0,-1 0 0 0 0,0 1 1 0 0,0-1-1 0 0,5 7 0 0 0,-7-6 18 0 0,0-1 0 0 0,0 1 0 0 0,0 0-1 0 0,-1 1 1 0 0,1-1 0 0 0,-1 0 0 0 0,0 0 0 0 0,-1 1 0 0 0,1-1-1 0 0,-1 0 1 0 0,0 1 0 0 0,0-1 0 0 0,0 0 0 0 0,0 1-1 0 0,-1-1 1 0 0,-1 8 0 0 0,2 33 208 0 0,0-43-180 0 0,3-1-29 0 0,1 1 0 0 0,-1-1 0 0 0,1 0-1 0 0,-1 0 1 0 0,0 0 0 0 0,1-1 0 0 0,0 1 0 0 0,5-1-1 0 0,-3 0-229 0 0,0-1 0 0 0,0 0 0 0 0,0 0-1 0 0,0 0 1 0 0,0-1 0 0 0,0 1-1 0 0,6-4 1 0 0,24-16-5341 0 0,-23 12 2962 0 0</inkml:trace>
</inkml:ink>
</file>

<file path=ppt/ink/ink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12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0 852 0 0,'0'0'6627'0'0,"4"4"-6255"0"0,-1-1-288 0 0,-1 0 0 0 0,0 1 0 0 0,0-1-1 0 0,0 1 1 0 0,0 0 0 0 0,-1 0-1 0 0,1-1 1 0 0,-1 1 0 0 0,0 0 0 0 0,0 0-1 0 0,-1 0 1 0 0,1 0 0 0 0,-1 0-1 0 0,0 0 1 0 0,0 0 0 0 0,0 1 0 0 0,0-1-1 0 0,-1 0 1 0 0,0 0 0 0 0,1 0-1 0 0,-2 0 1 0 0,1-1 0 0 0,0 1 0 0 0,-3 5-1 0 0,0 1 59 0 0,0 0-1 0 0,0 0 0 0 0,-1-1 1 0 0,0 0-1 0 0,0 0 0 0 0,-1 0 1 0 0,0-1-1 0 0,-1 1 0 0 0,-12 10 1 0 0,18-17 92 0 0,0-6-233 0 0,0 1-1 0 0,1 0 0 0 0,-1-1 0 0 0,1 1 1 0 0,0 0-1 0 0,0-1 0 0 0,0 1 0 0 0,0 0 0 0 0,1-1 1 0 0,0 1-1 0 0,-1 0 0 0 0,1 0 0 0 0,0-1 1 0 0,0 1-1 0 0,1 0 0 0 0,-1 0 0 0 0,1 0 1 0 0,0 0-1 0 0,2-3 0 0 0,1-4-10 0 0,1 1 0 0 0,1 0 0 0 0,0 0 0 0 0,0 1 0 0 0,0 0 0 0 0,1 0 0 0 0,1 1 0 0 0,-1 0 0 0 0,1 0 0 0 0,0 1 0 0 0,19-10 0 0 0,-26 15 6 0 0,-1 1-1 0 0,1-1 1 0 0,0 1 0 0 0,-1-1-1 0 0,1 1 1 0 0,0 0 0 0 0,0 0-1 0 0,-1 0 1 0 0,1 0 0 0 0,0 0-1 0 0,0 0 1 0 0,-1 1 0 0 0,1-1-1 0 0,0 0 1 0 0,-1 1 0 0 0,1-1-1 0 0,0 1 1 0 0,-1 0 0 0 0,1 0-1 0 0,-1-1 1 0 0,1 1 0 0 0,-1 0-1 0 0,1 0 1 0 0,0 2 0 0 0,33 38-40 0 0,-33-38 42 0 0,-1-2 6 0 0,2 0-8 0 0,-3-1 4 0 0,0 0 1 0 0,0 0-1 0 0,1 0 0 0 0,-1 1 1 0 0,0-1-1 0 0,0 0 0 0 0,0 0 1 0 0,1 0-1 0 0,-1 0 0 0 0,0 1 1 0 0,0-1-1 0 0,1 0 1 0 0,-1 0-1 0 0,0 0 0 0 0,0 0 1 0 0,1 0-1 0 0,-1 0 0 0 0,0 0 1 0 0,0 0-1 0 0,1 0 0 0 0,-1 0 1 0 0,0 0-1 0 0,0 0 0 0 0,1 0 1 0 0,-1 0-1 0 0,0 0 0 0 0,1 0 1 0 0,-1 0-1 0 0,0 0 0 0 0,0 0 1 0 0,1 0-1 0 0,-1-1 1 0 0,0 1-1 0 0,0 0 0 0 0,0 0 1 0 0,1 0-1 0 0,-1 0 0 0 0,0 0 1 0 0,0-1-1 0 0,0 1 0 0 0,1 0 1 0 0,35-22-4 0 0,-27 15-6 0 0,0 1-1 0 0,1 0 1 0 0,-1 1-1 0 0,1 0 0 0 0,0 0 1 0 0,0 1-1 0 0,1 0 1 0 0,-1 1-1 0 0,1 0 0 0 0,15-1 1 0 0,-23 5-48 0 0,0 0 1 0 0,1 0 0 0 0,-1 0-1 0 0,0 1 1 0 0,0-1 0 0 0,0 1-1 0 0,0 0 1 0 0,0 0-1 0 0,0 0 1 0 0,0 0 0 0 0,-1 0-1 0 0,1 1 1 0 0,-1-1 0 0 0,1 1-1 0 0,-1 0 1 0 0,0-1 0 0 0,0 1-1 0 0,0 0 1 0 0,-1 0-1 0 0,1 1 1 0 0,-1-1 0 0 0,2 5-1 0 0,2 2-1541 0 0,-3 5-4901 0 0</inkml:trace>
</inkml:ink>
</file>

<file path=ppt/ink/ink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12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58 944 0 0,'-2'0'450'0'0,"0"0"0"0"0,0 0-1 0 0,0 0 1 0 0,0 0 0 0 0,0 0 0 0 0,0 0 0 0 0,0 0-1 0 0,0-1 1 0 0,0 1 0 0 0,0-1 0 0 0,1 1-1 0 0,-1-1 1 0 0,0 0 0 0 0,-2-1 0 0 0,4 1-308 0 0,0 1 0 0 0,0-1 0 0 0,0 1-1 0 0,0-1 1 0 0,0 0 0 0 0,0 1 0 0 0,0-1 0 0 0,1 1 0 0 0,-1-1 0 0 0,0 1 0 0 0,0-1 0 0 0,1 1 0 0 0,-1-1 0 0 0,0 1 0 0 0,1-1 0 0 0,-1 1 0 0 0,1-1 0 0 0,-1 1-1 0 0,0 0 1 0 0,1-1 0 0 0,-1 1 0 0 0,1 0 0 0 0,-1-1 0 0 0,1 1 0 0 0,-1 0 0 0 0,1 0 0 0 0,0-1 0 0 0,-1 1 0 0 0,1 0 0 0 0,9-5 226 0 0,0 0 0 0 0,0 1 0 0 0,21-5 0 0 0,80-5-2101 0 0,-39 13-3987 0 0,-39 1 2364 0 0</inkml:trace>
</inkml:ink>
</file>

<file path=ppt/ink/ink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12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1 888 0 0,'21'20'911'0'0,"-1"1"-1"0"0,-1 2 1 0 0,-1-1-1 0 0,-1 2 1 0 0,-1 1-1 0 0,15 29 1 0 0,-16-21-334 0 0,0 1 0 0 0,-3 0 0 0 0,-1 1 0 0 0,10 54 0 0 0,-13-40-230 0 0,-3 0 1 0 0,-2 0 0 0 0,-2 1-1 0 0,-2-1 1 0 0,-2 0 0 0 0,-3 0-1 0 0,-18 79 1 0 0,17-104-202 0 0,-1-1 0 0 0,-1 0 0 0 0,-1-1-1 0 0,-1 0 1 0 0,-1-1 0 0 0,-1 0 0 0 0,0 0 0 0 0,-2-2 0 0 0,-20 23 0 0 0,12-18 343 0 0,-1-1 0 0 0,-1-1 0 0 0,-1-1 0 0 0,-1-1 0 0 0,-1-2 0 0 0,-39 20 0 0 0,55-31 1283 0 0,11-6-2114 0 0,0 0 1 0 0,1-1-1 0 0,-1 1 1 0 0,0 0-1 0 0,0-1 1 0 0,1 1-1 0 0,-1-1 1 0 0,0 1 0 0 0,0-1-1 0 0,0 1 1 0 0,0-1-1 0 0,1 0 1 0 0,-1 1-1 0 0,0-1 1 0 0,0 0-1 0 0,0 0 1 0 0,0 0-1 0 0,0 1 1 0 0,0-1-1 0 0,0 0 1 0 0,0 0-1 0 0,0-1 1 0 0,0 1 0 0 0,0 0-1 0 0,0 0 1 0 0,0 0-1 0 0,1-1 1 0 0,-1 1-1 0 0,0 0 1 0 0,0-1-1 0 0,0 1 1 0 0,0-1-1 0 0,0 1 1 0 0,1-1-1 0 0,-1 1 1 0 0,0-1 0 0 0,0 1-1 0 0,0-2 1 0 0</inkml:trace>
</inkml:ink>
</file>

<file path=ppt/ink/ink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1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90 448 0 0,'-28'-55'12184'0'0,"25"47"-11054"0"0,3 7-965 0 0,-1 0 0 0 0,1 0 0 0 0,0 0 0 0 0,-1 0 0 0 0,1 0 0 0 0,0 0 0 0 0,0 1 0 0 0,-1-1 0 0 0,1 0 0 0 0,0 0 1 0 0,0 0-1 0 0,0 0 0 0 0,0 0 0 0 0,0 0 0 0 0,0 0 0 0 0,1 0 0 0 0,-1 0 0 0 0,0 0 0 0 0,0 0 0 0 0,1 0 0 0 0,-1 0 0 0 0,1 0 1 0 0,0-1-1 0 0,0 0-520 0 0,3 6-2237 0 0,18 28 613 0 0,-10-3-4489 0 0,-8-13 2910 0 0</inkml:trace>
</inkml:ink>
</file>

<file path=ppt/ink/ink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1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1120 0 0,'-1'22'14063'0'0,"40"-49"-16237"0"0,-11 8-4694 0 0,-18 11 3411 0 0</inkml:trace>
</inkml:ink>
</file>

<file path=ppt/ink/ink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7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5 947 808 0 0,'-5'15'12021'0'0,"26"-24"-11791"0"0,-1-2 1 0 0,0-1-1 0 0,-1 0 1 0 0,-1-1 0 0 0,0-1-1 0 0,29-30 1 0 0,-19 16-130 0 0,-2-1 0 0 0,-1-2 0 0 0,29-44 0 0 0,-39 48-157 0 0,0-1-1 0 0,-2 0 1 0 0,-1 0 0 0 0,-2-2 0 0 0,0 1 0 0 0,-2-1 0 0 0,-1-1-1 0 0,-2 1 1 0 0,-1-1 0 0 0,-1 0 0 0 0,-1 0 0 0 0,-2 0 0 0 0,-2 0 0 0 0,0 0-1 0 0,-2 0 1 0 0,-2 0 0 0 0,-17-57 0 0 0,20 80 94 0 0,-1-1 0 0 0,1 1-1 0 0,-2 0 1 0 0,1 0 0 0 0,-1 1 0 0 0,0-1 0 0 0,-1 1-1 0 0,0 0 1 0 0,-9-9 0 0 0,13 15-37 0 0,-1 5 5 0 0,-5 6-9 0 0,2 0 1 0 0,-1 0-1 0 0,1 0 1 0 0,1 1-1 0 0,0 0 1 0 0,0 0-1 0 0,1 0 1 0 0,0 0-1 0 0,-2 19 1 0 0,-16 121-13 0 0,15-90 63 0 0,-2 58 44 0 0,8 183-1 0 0,4-131 10 0 0,-3-169-83 0 0,0-1 0 0 0,-1 1-1 0 0,2-1 1 0 0,-1 1 0 0 0,0 0-1 0 0,0-1 1 0 0,0 1-1 0 0,1-1 1 0 0,-1 1 0 0 0,1 0-1 0 0,-1-1 1 0 0,1 1 0 0 0,0-1-1 0 0,0 2 1 0 0,0-3-11 0 0,-1 0 0 0 0,0 1 0 0 0,1-1 0 0 0,-1 0 0 0 0,1 0 0 0 0,-1 0 0 0 0,0 0 0 0 0,1 0 0 0 0,-1 1 0 0 0,1-1 0 0 0,-1 0 0 0 0,1 0 0 0 0,-1 0 0 0 0,0 0 0 0 0,1 0 0 0 0,-1 0 0 0 0,1-1 0 0 0,-1 1 0 0 0,1 0 0 0 0,-1 0 0 0 0,0 0 1 0 0,1 0-1 0 0,-1 0 0 0 0,1-1 0 0 0,-1 1 0 0 0,0 0 0 0 0,1 0 0 0 0,-1-1 0 0 0,0 1 0 0 0,1 0 0 0 0,0-1 0 0 0,33-40 259 0 0,-22 25-257 0 0,-6 8-12 0 0,1 1-1 0 0,0 0 1 0 0,0 0 0 0 0,0 1-1 0 0,1-1 1 0 0,0 2-1 0 0,0-1 1 0 0,0 1 0 0 0,1 0-1 0 0,-1 1 1 0 0,1 0-1 0 0,1 0 1 0 0,-1 1 0 0 0,0 1-1 0 0,1-1 1 0 0,-1 1-1 0 0,1 1 1 0 0,0 0 0 0 0,0 0-1 0 0,-1 1 1 0 0,1 0 0 0 0,0 1-1 0 0,0 0 1 0 0,15 3-1 0 0,30 7 23 0 0,-23-3-150 0 0,0-3 0 0 0,1 0 0 0 0,59 0 1 0 0,-82-6 92 0 0,0 0 0 0 0,0 0 1 0 0,-1-1-1 0 0,1 0 0 0 0,-1 0 1 0 0,1-1-1 0 0,-1-1 1 0 0,0 1-1 0 0,0-2 0 0 0,-1 1 1 0 0,1-1-1 0 0,-1 0 0 0 0,0-1 1 0 0,0 0-1 0 0,-1 0 1 0 0,0-1-1 0 0,10-10 0 0 0,6-13 281 0 0,-22 29-206 0 0,0-1-12 0 0,3-3-12 0 0,-3 3-19 0 0,53 25-554 0 0,-41-19 415 0 0,1 0 0 0 0,0-1 1 0 0,18 3-1 0 0,-29-6 166 0 0,1 0 1 0 0,-1 1-1 0 0,0-1 0 0 0,1-1 0 0 0,-1 1 0 0 0,1 0 0 0 0,-1-1 1 0 0,1 0-1 0 0,-1 0 0 0 0,0 0 0 0 0,1 0 0 0 0,-1 0 1 0 0,0-1-1 0 0,0 1 0 0 0,0-1 0 0 0,0 0 0 0 0,0 0 0 0 0,4-4 1 0 0,-6 5 154 0 0,-1-2-112 0 0,-1 0 1 0 0,0 0-1 0 0,0 0 1 0 0,0 0-1 0 0,0 0 1 0 0,0 0-1 0 0,-1 0 0 0 0,1 0 1 0 0,-1 1-1 0 0,0-1 1 0 0,0 1-1 0 0,0-1 1 0 0,0 1-1 0 0,0 0 1 0 0,0 0-1 0 0,-1 0 1 0 0,1 0-1 0 0,-1 0 1 0 0,-4-2-1 0 0,3 1-83 0 0,-1 0 0 0 0,0 0 0 0 0,0 0 0 0 0,-1 1 0 0 0,1 0 0 0 0,0 0-1 0 0,-1 1 1 0 0,0-1 0 0 0,1 1 0 0 0,-7 0 0 0 0,10 1-458 0 0,-15 13-1654 0 0,13-8-1404 0 0,3 3 244 0 0</inkml:trace>
</inkml:ink>
</file>

<file path=ppt/ink/ink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8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80 456 0 0,'0'0'7862'0'0,"19"24"-6098"0"0,-15-13-1252 0 0,1 1 0 0 0,1 0-1 0 0,0-1 1 0 0,9 13-1 0 0,-12-22-526 0 0,-1-1-1 0 0,1 1 0 0 0,0-1 0 0 0,0 1 0 0 0,0-1 1 0 0,0 0-1 0 0,0-1 0 0 0,0 1 0 0 0,1 0 0 0 0,-1-1 0 0 0,0 0 1 0 0,0 1-1 0 0,1-1 0 0 0,-1-1 0 0 0,0 1 0 0 0,0 0 0 0 0,4-2 1 0 0,17 2-399 0 0,-3 2 143 0 0,0-1-1 0 0,0 0 0 0 0,1-2 0 0 0,35-5 0 0 0,-50 5 387 0 0,1 0-1 0 0,-1-1 1 0 0,0 0-1 0 0,0-1 1 0 0,0 1-1 0 0,0-1 1 0 0,0-1-1 0 0,0 1 1 0 0,-1-1 0 0 0,1-1-1 0 0,-1 1 1 0 0,-1-1-1 0 0,1 0 1 0 0,0 0-1 0 0,-1-1 1 0 0,6-7-1 0 0,-9 9 2 0 0,-1 0 0 0 0,1 0-1 0 0,-1 0 1 0 0,0 0 0 0 0,0 0-1 0 0,-1 0 1 0 0,1 0-1 0 0,-1 0 1 0 0,0 0 0 0 0,0 0-1 0 0,0 0 1 0 0,-1 0-1 0 0,1 0 1 0 0,-1 0 0 0 0,0 0-1 0 0,0 0 1 0 0,-1 0 0 0 0,1 1-1 0 0,-1-1 1 0 0,0 0-1 0 0,1 1 1 0 0,-2-1 0 0 0,1 1-1 0 0,0-1 1 0 0,-1 1-1 0 0,-3-4 1 0 0,-7 2-1047 0 0,-15 12-7583 0 0</inkml:trace>
</inkml:ink>
</file>

<file path=ppt/ink/ink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9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0 162 376 0 0,'0'0'1059'0'0,"1"-11"631"0"0,1 5 1544 0 0,0 3-2991 0 0,1 0 0 0 0,0 0 0 0 0,-1 1 0 0 0,1-1 0 0 0,1 1 0 0 0,-1-1 0 0 0,0 1 0 0 0,0 0 0 0 0,1 0 0 0 0,-1 0 0 0 0,1 1 0 0 0,0-1 0 0 0,-1 1 0 0 0,1 0 0 0 0,0 0 0 0 0,0 0 0 0 0,0 1 0 0 0,0-1 0 0 0,0 1 0 0 0,0 0 1 0 0,-1 0-1 0 0,1 0 0 0 0,0 1 0 0 0,8 1 0 0 0,13 2-4 0 0,-1 1 1 0 0,41 14 0 0 0,-55-16 25 0 0,2 1-141 0 0,0 1 0 0 0,-1 0 0 0 0,1 1 0 0 0,18 12 0 0 0,-26-16-80 0 0,0 1 1 0 0,0 0 0 0 0,0 0-1 0 0,-1 1 1 0 0,1-1 0 0 0,-1 1-1 0 0,0 0 1 0 0,0 0 0 0 0,0 0-1 0 0,0 0 1 0 0,-1 1 0 0 0,1-1-1 0 0,-1 1 1 0 0,2 7 0 0 0,-4-10-5 0 0,-27 20 124 0 0,-17-11 88 0 0,42-11-232 0 0,0 1-1 0 0,1-1 1 0 0,-1 0 0 0 0,0 0-1 0 0,0-1 1 0 0,1 1 0 0 0,-1 0-1 0 0,0 0 1 0 0,1-1-1 0 0,-1 1 1 0 0,0-1 0 0 0,1 0-1 0 0,-1 1 1 0 0,1-1-1 0 0,-1 0 1 0 0,1 0 0 0 0,-1 0-1 0 0,1 0 1 0 0,0 0 0 0 0,-1 0-1 0 0,0-2 1 0 0,1 1-14 0 0,0 1 1 0 0,1-1 0 0 0,-1 0-1 0 0,1 1 1 0 0,-1-1 0 0 0,1 0-1 0 0,0 1 1 0 0,-1-1 0 0 0,1 0-1 0 0,0 0 1 0 0,0 1-1 0 0,1-1 1 0 0,-1 0 0 0 0,0 0-1 0 0,0 1 1 0 0,1-1 0 0 0,-1 0-1 0 0,1 0 1 0 0,0 1 0 0 0,-1-1-1 0 0,1 1 1 0 0,2-4 0 0 0,25-34 15 0 0,-22 30-23 0 0,9-9-104 0 0,0 1 1 0 0,1 0 0 0 0,0 2-1 0 0,1-1 1 0 0,32-20 0 0 0,1 6-2733 0 0,1 7-3898 0 0,-38 18 3602 0 0</inkml:trace>
</inkml:ink>
</file>

<file path=ppt/ink/ink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9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85 520 0 0,'0'0'1129'0'0,"4"-15"618"0"0,-5 8 2892 0 0,-15-11-2441 0 0,14 17-1775 0 0,-17 0 894 0 0,2 8-1018 0 0,0 0-1 0 0,1 1 1 0 0,-29 19 0 0 0,37-22-177 0 0,0 1 0 0 0,0 0 0 0 0,0 1-1 0 0,1 0 1 0 0,0 0 0 0 0,1 1 0 0 0,-1-1 0 0 0,1 1 0 0 0,-5 11 0 0 0,10-19-117 0 0,1 1 0 0 0,0-1 0 0 0,0 1 1 0 0,-1-1-1 0 0,1 1 0 0 0,0-1 1 0 0,0 1-1 0 0,0-1 0 0 0,0 1 0 0 0,-1 0 1 0 0,1-1-1 0 0,0 1 0 0 0,0-1 0 0 0,0 1 1 0 0,0-1-1 0 0,0 1 0 0 0,1 0 0 0 0,-1-1 1 0 0,0 1-1 0 0,0-1 0 0 0,0 1 1 0 0,0-1-1 0 0,1 1 0 0 0,-1-1 0 0 0,0 1 1 0 0,0-1-1 0 0,1 1 0 0 0,-1-1 0 0 0,0 1 1 0 0,1-1-1 0 0,-1 1 0 0 0,1-1 0 0 0,-1 0 1 0 0,0 1-1 0 0,1-1 0 0 0,-1 0 1 0 0,1 1-1 0 0,-1-1 0 0 0,1 0 0 0 0,-1 1 1 0 0,1-1-1 0 0,0 0 0 0 0,-1 0 0 0 0,1 0 1 0 0,-1 0-1 0 0,1 0 0 0 0,-1 1 0 0 0,1-1 1 0 0,-1 0-1 0 0,1 0 0 0 0,0 0 1 0 0,-1 0-1 0 0,2-1 0 0 0,27-1-135 0 0,-14-2-109 0 0,1 0 1 0 0,-1-2 0 0 0,0 0-1 0 0,-1 0 1 0 0,0-1 0 0 0,20-14 0 0 0,-33 20 133 0 0,1 1 88 0 0,0 0 1 0 0,-1 1-1 0 0,1-1 1 0 0,0 1 0 0 0,-1-1-1 0 0,1 1 1 0 0,0 0-1 0 0,-1 0 1 0 0,1-1-1 0 0,-1 1 1 0 0,1 0-1 0 0,-1 0 1 0 0,0 1-1 0 0,1-1 1 0 0,-1 0 0 0 0,0 0-1 0 0,0 1 1 0 0,0-1-1 0 0,0 0 1 0 0,0 1-1 0 0,0-1 1 0 0,0 1-1 0 0,-1-1 1 0 0,2 3-1 0 0,-1-2-3 0 0,0 1 0 0 0,0-1 0 0 0,1 0 0 0 0,-1 0 0 0 0,1 0 0 0 0,-1 0 0 0 0,1 0 0 0 0,0 0 0 0 0,0 0 0 0 0,0 0 0 0 0,0 0 0 0 0,0-1 0 0 0,1 1 0 0 0,-1-1 0 0 0,0 0 0 0 0,1 0 0 0 0,3 2 0 0 0,0-2 23 0 0,0-1 1 0 0,-1 0 0 0 0,1 0-1 0 0,0 0 1 0 0,0 0 0 0 0,-1-1-1 0 0,1 0 1 0 0,0 0-1 0 0,-1-1 1 0 0,1 1 0 0 0,-1-1-1 0 0,1-1 1 0 0,-1 1 0 0 0,0-1-1 0 0,9-5 1 0 0,11-9 45 0 0,43-38-1 0 0,-21 15-18 0 0,-28 26 3 0 0,-14 9-11 0 0,1 0 0 0 0,0 0-1 0 0,0 0 1 0 0,0 1 0 0 0,0 0-1 0 0,1 1 1 0 0,0-1 0 0 0,0 1-1 0 0,0 0 1 0 0,14-3-1 0 0,-20 6-13 0 0,0 1-1 0 0,1-1 0 0 0,-1 0 0 0 0,0 1 0 0 0,0-1 0 0 0,1 1 0 0 0,-1 0 0 0 0,0-1 0 0 0,0 1 0 0 0,0 0 0 0 0,0 0 0 0 0,0-1 0 0 0,0 1 0 0 0,0 0 0 0 0,0 0 0 0 0,0 0 0 0 0,0 0 0 0 0,0 1 0 0 0,-1-1 0 0 0,1 0 0 0 0,1 2 0 0 0,14 35 71 0 0,-7-15-34 0 0,-6-17-62 0 0,0 0 0 0 0,1 0 0 0 0,0 0 0 0 0,1-1 0 0 0,-1 1 0 0 0,1-1 0 0 0,0 0 1 0 0,0-1-1 0 0,1 1 0 0 0,-1-1 0 0 0,1 0 0 0 0,7 4 0 0 0,-9-6 17 0 0,-1-1 0 0 0,1 0 0 0 0,0 0 0 0 0,0 0 0 0 0,-1-1 0 0 0,1 1 0 0 0,0-1 0 0 0,0 0 0 0 0,0 0 0 0 0,0 0 0 0 0,0 0 0 0 0,-1-1 0 0 0,1 0 0 0 0,0 1 0 0 0,0-1 0 0 0,-1-1 0 0 0,1 1 0 0 0,-1-1 0 0 0,1 1 0 0 0,-1-1 0 0 0,1 0 0 0 0,-1 0 0 0 0,0 0 0 0 0,3-4 0 0 0,3 0 464 0 0,0-1 1 0 0,-1-1-1 0 0,0 1 0 0 0,0-1 0 0 0,-1-1 1 0 0,0 1-1 0 0,-1-1 0 0 0,8-14 0 0 0,-13 21 427 0 0,0 0-366 0 0,-1 1-491 0 0,0 1 0 0 0,0 0-1 0 0,0 0 1 0 0,0 0 0 0 0,0-1-1 0 0,0 1 1 0 0,0 0 0 0 0,0 0 0 0 0,0 0-1 0 0,0-1 1 0 0,0 1 0 0 0,0 0-1 0 0,0 0 1 0 0,1 0 0 0 0,-1-1-1 0 0,0 1 1 0 0,0 0 0 0 0,0 0 0 0 0,0 0-1 0 0,0 0 1 0 0,0-1 0 0 0,0 1-1 0 0,1 0 1 0 0,-1 0 0 0 0,0 0-1 0 0,0 0 1 0 0,0 0 0 0 0,0 0 0 0 0,1-1-1 0 0,-1 1 1 0 0,0 0 0 0 0,0 0-1 0 0,0 0 1 0 0,1 0 0 0 0,-1 0-1 0 0,0 0 1 0 0,0 0 0 0 0,0 0 0 0 0,1 0-1 0 0,-1 0 1 0 0,0 0 0 0 0,0 0-1 0 0,0 0 1 0 0,1 0 0 0 0,-1 0-1 0 0,6 6-440 0 0,39 39-2855 0 0,-7-23-5583 0 0,-22-17 4885 0 0</inkml:trace>
</inkml:ink>
</file>

<file path=ppt/ink/ink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45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250 116 112 0 0,'14'-32'5285'0'0,"-10"15"-4074"0"0,-2 10-232 0 0,0 0 0 0 0,-1 1 0 0 0,0-1 0 0 0,0 0 1 0 0,-1-1-1 0 0,0 1 0 0 0,0-9 0 0 0,-1 14-424 0 0,-23 6 57 0 0,16 0-550 0 0,-33 15 265 0 0,-49 31 0 0 0,79-44-282 0 0,1 1 1 0 0,1 0 0 0 0,-1 1 0 0 0,1 0 0 0 0,0 0 0 0 0,1 1 0 0 0,0 0 0 0 0,1 0-1 0 0,-1 1 1 0 0,-7 16 0 0 0,14-25-51 0 0,0 0-1 0 0,1 0 0 0 0,-1 0 1 0 0,0 0-1 0 0,1 0 1 0 0,-1 1-1 0 0,1-1 0 0 0,0 0 1 0 0,-1 0-1 0 0,1 1 1 0 0,0-1-1 0 0,0 0 0 0 0,0 0 1 0 0,0 1-1 0 0,0-1 0 0 0,0 0 1 0 0,0 0-1 0 0,0 1 1 0 0,1-1-1 0 0,-1 0 0 0 0,0 0 1 0 0,1 1-1 0 0,-1-1 1 0 0,1 0-1 0 0,-1 0 0 0 0,1 0 1 0 0,1 2-1 0 0,-1-2 2 0 0,1 0-1 0 0,0 0 1 0 0,0 0 0 0 0,0 0-1 0 0,0 0 1 0 0,0 0 0 0 0,0-1-1 0 0,0 1 1 0 0,0-1 0 0 0,0 1-1 0 0,0-1 1 0 0,0 0-1 0 0,0 0 1 0 0,4 0 0 0 0,7-1-5 0 0,0 0 0 0 0,0-1 0 0 0,0-1 0 0 0,13-4 1 0 0,121-49-117 0 0,-145 56 108 0 0,27 4-307 0 0,13 31-1833 0 0,8 5-5851 0 0,-34-31 4669 0 0</inkml:trace>
</inkml:ink>
</file>

<file path=ppt/ink/ink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46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1 725 10697 0 0,'0'0'2220'0'0,"4"4"-2060"0"0,4-4 109 0 0,25-13-200 0 0,-2-2 0 0 0,0 0 1 0 0,43-30-1 0 0,-53 30-19 0 0,0-1-1 0 0,-2-1 1 0 0,0-1 0 0 0,0 0 0 0 0,-2-1-1 0 0,-1-1 1 0 0,0-1 0 0 0,-1-1-1 0 0,14-27 1 0 0,-6 6 16 0 0,-1-1-1 0 0,-3-1 1 0 0,-1 0-1 0 0,23-96 1 0 0,-38 50 215 0 0,-3 89-270 0 0,0 0 4 0 0,-1-6-3 0 0,1 6 16 0 0,0 1-27 0 0,-1 1-1 0 0,0 0 0 0 0,0 0 0 0 0,1-1 0 0 0,-1 1 0 0 0,0 0 1 0 0,0 0-1 0 0,0 0 0 0 0,1 0 0 0 0,-1 0 0 0 0,0 0 0 0 0,0 0 1 0 0,0 0-1 0 0,1 0 0 0 0,-1 0 0 0 0,0 0 0 0 0,0 1 0 0 0,0-1 1 0 0,1 0-1 0 0,-1 0 0 0 0,0 1 0 0 0,1-1 0 0 0,-1 1 0 0 0,0-1 1 0 0,1 1-1 0 0,-1-1 0 0 0,0 1 0 0 0,1-1 0 0 0,-1 1 0 0 0,0 1 1 0 0,-23 17-7 0 0,6 1 47 0 0,1 1 0 0 0,1 1 0 0 0,1 1 0 0 0,1 0 0 0 0,1 1 0 0 0,0 0 0 0 0,2 1 0 0 0,-8 27 0 0 0,1 6 87 0 0,3 2 0 0 0,-13 89 0 0 0,24-114-87 0 0,-1 45 0 0 0,4-72-35 0 0,2 1 0 0 0,-1 0 0 0 0,1 0 0 0 0,0-1 1 0 0,1 1-1 0 0,0 0 0 0 0,1-1 0 0 0,-1 0 0 0 0,2 1 0 0 0,7 13 0 0 0,-9-19-4 0 0,0-1 0 0 0,0 0 0 0 0,0-1 0 0 0,0 1 0 0 0,1 0 0 0 0,-1-1 0 0 0,1 1 0 0 0,-1-1-1 0 0,1 1 1 0 0,0-1 0 0 0,-1 0 0 0 0,1-1 0 0 0,0 1 0 0 0,0 0 0 0 0,0-1 0 0 0,0 1 0 0 0,0-1-1 0 0,0 0 1 0 0,0 0 0 0 0,-1 0 0 0 0,1 0 0 0 0,0-1 0 0 0,0 1 0 0 0,0-1 0 0 0,0 0 0 0 0,0 0-1 0 0,-1 0 1 0 0,1 0 0 0 0,3-2 0 0 0,13-4 19 0 0,-2-2 0 0 0,1 0-1 0 0,16-11 1 0 0,-28 16-16 0 0,39-25 27 0 0,-2-2 0 0 0,-1-2 0 0 0,-1-2 0 0 0,-2-1 0 0 0,49-60 0 0 0,-86 94 8 0 0,0 0-1 0 0,-1 0 0 0 0,1 0 1 0 0,-1 0-1 0 0,1-1 1 0 0,-1 1-1 0 0,0-1 0 0 0,0 1 1 0 0,0-1-1 0 0,0 0 0 0 0,0 1 1 0 0,0-1-1 0 0,-1 0 1 0 0,1-4-1 0 0,-1 6-32 0 0,-1 0-1 0 0,1 1 1 0 0,0-1 0 0 0,0 0 0 0 0,-1 1-1 0 0,1-1 1 0 0,0 0 0 0 0,-1 1-1 0 0,1-1 1 0 0,-1 1 0 0 0,1-1-1 0 0,-1 1 1 0 0,1-1 0 0 0,-1 1 0 0 0,1-1-1 0 0,-1 1 1 0 0,1 0 0 0 0,-1-1-1 0 0,0 1 1 0 0,1 0 0 0 0,-1-1-1 0 0,0 1 1 0 0,1 0 0 0 0,-1 0 0 0 0,0-1-1 0 0,-1 1 1 0 0,-2 0-9 0 0,-1-1 0 0 0,1 1 1 0 0,-1 1-1 0 0,0-1 0 0 0,1 0 0 0 0,-1 1 0 0 0,-5 2 1 0 0,4-2-9 0 0,0 0 13 0 0,0 0 0 0 0,0 1 1 0 0,0-1-1 0 0,0 1 0 0 0,0 1 0 0 0,1-1 0 0 0,-1 1 0 0 0,-9 6 0 0 0,15-8-9 0 0,0 1-1 0 0,0-1 0 0 0,-1 0 1 0 0,1 1-1 0 0,0-1 1 0 0,0 1-1 0 0,1-1 0 0 0,-1 0 1 0 0,0 1-1 0 0,0-1 0 0 0,1 1 1 0 0,-1-1-1 0 0,1 0 1 0 0,-1 1-1 0 0,1-1 0 0 0,-1 0 1 0 0,1 0-1 0 0,0 0 0 0 0,0 1 1 0 0,0-1-1 0 0,-1 0 1 0 0,1 0-1 0 0,0 0 0 0 0,0 0 1 0 0,2 1-1 0 0,24 22-47 0 0,17 21-314 0 0,-41-41 334 0 0,-1-1 0 0 0,0 0 0 0 0,0 1 0 0 0,0 0 1 0 0,-1-1-1 0 0,1 1 0 0 0,-1 0 0 0 0,0 0 0 0 0,0 0 0 0 0,0 0 0 0 0,-1 0 0 0 0,1 0 0 0 0,-1 0 0 0 0,0 5 0 0 0,-8 69-256 0 0,8-76 270 0 0,20 21-71 0 0,-17-22-126 0 0,1 1 0 0 0,0-1 0 0 0,0 0 0 0 0,1 0 0 0 0,-1-1 0 0 0,0 1 0 0 0,0-1 0 0 0,0 0 0 0 0,0 0 0 0 0,0 0 0 0 0,1-1 0 0 0,-1 0-1 0 0,0 1 1 0 0,5-3 0 0 0,31-12-6441 0 0,-26 8 3626 0 0</inkml:trace>
</inkml:ink>
</file>

<file path=ppt/ink/ink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46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22 296 0 0,'0'-1'231'0'0,"0"0"0"0"0,0 0-1 0 0,0 0 1 0 0,1 0 0 0 0,-1 0 0 0 0,0 0 0 0 0,1 0-1 0 0,-1 0 1 0 0,1 0 0 0 0,-1 0 0 0 0,1 0 0 0 0,0 0-1 0 0,-1 0 1 0 0,1 0 0 0 0,0 1 0 0 0,0-1-1 0 0,-1 0 1 0 0,1 1 0 0 0,0-1 0 0 0,0 0 0 0 0,0 1-1 0 0,0-1 1 0 0,0 1 0 0 0,0-1 0 0 0,0 1 0 0 0,1-1-1 0 0,-1 1-135 0 0,0 0 0 0 0,0 1 0 0 0,-1-1-1 0 0,1 0 1 0 0,0 0 0 0 0,-1 1 0 0 0,1-1-1 0 0,0 0 1 0 0,-1 1 0 0 0,1-1 0 0 0,0 1 0 0 0,-1-1-1 0 0,1 1 1 0 0,-1-1 0 0 0,1 1 0 0 0,-1-1-1 0 0,1 1 1 0 0,-1-1 0 0 0,1 1 0 0 0,-1 0-1 0 0,0-1 1 0 0,1 1 0 0 0,-1 0 0 0 0,0-1-1 0 0,0 1 1 0 0,1 0 0 0 0,-1 0 0 0 0,0-1-1 0 0,0 1 1 0 0,0 0 0 0 0,0 0 0 0 0,0-1-1 0 0,0 1 1 0 0,0 0 0 0 0,0 0 0 0 0,0-1 0 0 0,-1 2-1 0 0,0 5 42 0 0,0 1 1 0 0,-1-1-1 0 0,0 1 0 0 0,-1-1 0 0 0,0 0 0 0 0,0 0 0 0 0,0 0 1 0 0,-1-1-1 0 0,0 1 0 0 0,0-1 0 0 0,-1 0 0 0 0,0 0 0 0 0,-7 7 1 0 0,-8 13 202 0 0,19-25-259 0 0,0-5-2422 0 0,0 2 1776 0 0,-1-9 1017 0 0,-4 3-6470 0 0,-1 2 3781 0 0</inkml:trace>
</inkml:ink>
</file>

<file path=ppt/ink/ink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46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1 223 88 0 0,'0'0'4117'0'0,"7"-1"-3588"0"0,7 1 15 0 0,0-1 0 0 0,0-1 0 0 0,0 0 0 0 0,0-1 0 0 0,25-9 0 0 0,-34 10-375 0 0,0 0 0 0 0,0-1 0 0 0,1 0 0 0 0,-2 0 0 0 0,1 0 0 0 0,0-1 0 0 0,-1 0 0 0 0,0 0 0 0 0,1 0 0 0 0,-2 0 0 0 0,1 0 1 0 0,0-1-1 0 0,-1 0 0 0 0,0 0 0 0 0,0 0 0 0 0,0 0 0 0 0,3-11 0 0 0,-2 7-5 0 0,-1 0 0 0 0,0 0 0 0 0,-1 0 1 0 0,0-1-1 0 0,1-14 0 0 0,-3 23-27 0 0,-12-27 380 0 0,11 27-495 0 0,0-1-1 0 0,0 1 1 0 0,0-1-1 0 0,0 1 1 0 0,0 0-1 0 0,0 0 0 0 0,0-1 1 0 0,-1 1-1 0 0,1 0 1 0 0,0 0-1 0 0,-1 0 0 0 0,1 0 1 0 0,-1 0-1 0 0,1 1 1 0 0,-1-1-1 0 0,1 0 0 0 0,-1 1 1 0 0,0-1-1 0 0,1 1 1 0 0,-1-1-1 0 0,0 1 0 0 0,-2 0 1 0 0,-1 0 23 0 0,0 0 1 0 0,1 1 0 0 0,-1-1-1 0 0,1 1 1 0 0,-1 0-1 0 0,0 0 1 0 0,1 1 0 0 0,-7 2-1 0 0,1 1 76 0 0,1 0 0 0 0,0 0 0 0 0,0 0 0 0 0,1 1 0 0 0,0 1 0 0 0,0-1 0 0 0,-12 14 0 0 0,16-15-50 0 0,1 0 1 0 0,-1 0-1 0 0,1 1 1 0 0,0-1-1 0 0,0 1 1 0 0,1 0-1 0 0,0 0 1 0 0,0 0-1 0 0,0 0 1 0 0,1 0-1 0 0,0 0 1 0 0,0 0-1 0 0,0 0 1 0 0,1 1-1 0 0,0-1 1 0 0,0 0-1 0 0,1 1 1 0 0,0-1-1 0 0,0 0 1 0 0,0 0-1 0 0,1 0 1 0 0,-1 0-1 0 0,2 0 1 0 0,-1 0-1 0 0,1 0 1 0 0,3 6-1 0 0,-1-5-115 0 0,-1 0 0 0 0,1 0-1 0 0,0 0 1 0 0,1-1-1 0 0,0 0 1 0 0,0 0-1 0 0,0 0 1 0 0,1-1-1 0 0,0 0 1 0 0,0 0-1 0 0,0 0 1 0 0,0-1-1 0 0,1 0 1 0 0,-1-1-1 0 0,1 0 1 0 0,0 0 0 0 0,0 0-1 0 0,1-1 1 0 0,8 1-1 0 0,-13-3-148 0 0,52 4-2543 0 0,-17-11-4144 0 0,-27 3 3625 0 0</inkml:trace>
</inkml:ink>
</file>

<file path=ppt/ink/ink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47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0 180 180 0 0,'0'0'2752'0'0,"1"1"-2368"0"0,0 1 0 0 0,0 0 0 0 0,0-1 0 0 0,0 1 0 0 0,0-1 0 0 0,1 1 0 0 0,-1-1 0 0 0,0 1 0 0 0,1-1 1 0 0,-1 0-1 0 0,3 2 0 0 0,2-5-196 0 0,-1 1 1 0 0,1-1 0 0 0,-1 0-1 0 0,1-1 1 0 0,-1 1-1 0 0,0-1 1 0 0,0 0 0 0 0,0 0-1 0 0,0-1 1 0 0,-1 1-1 0 0,1-1 1 0 0,-1 0 0 0 0,0-1-1 0 0,0 1 1 0 0,-1-1 0 0 0,1 1-1 0 0,-1-1 1 0 0,0 0-1 0 0,4-9 1 0 0,46-87 547 0 0,-53 100-721 0 0,1 1 3 0 0,-1-1 1 0 0,1 1-1 0 0,-1-1 0 0 0,1 1 0 0 0,-1-1 0 0 0,0 1 0 0 0,1-1 0 0 0,-1 1 0 0 0,0-1 0 0 0,0 0 0 0 0,1 1 0 0 0,-1-1 0 0 0,0 1 0 0 0,0-1 0 0 0,0 0 0 0 0,0 1 0 0 0,0-1 0 0 0,0 0 0 0 0,0 1 0 0 0,0-1 0 0 0,0 1 0 0 0,0-1 1 0 0,0 0-1 0 0,0 1 0 0 0,0-1 0 0 0,0 0 0 0 0,-1 1 0 0 0,1-1 0 0 0,-1 0 0 0 0,-20 14-54 0 0,22-10 35 0 0,0 0 0 0 0,0 0 0 0 0,0 0 0 0 0,0 0 0 0 0,1 0-1 0 0,-1-1 1 0 0,1 1 0 0 0,0 0 0 0 0,0-1 0 0 0,0 1-1 0 0,0-1 1 0 0,0 0 0 0 0,0 0 0 0 0,1 0 0 0 0,-1 0 0 0 0,4 2-1 0 0,20 24-102 0 0,-24-23 73 0 0,1 1-1 0 0,-1 0 0 0 0,0 0 0 0 0,0 0 0 0 0,-1 1 0 0 0,0-1 0 0 0,0 0 1 0 0,-1 0-1 0 0,1 1 0 0 0,-1-1 0 0 0,0 1 0 0 0,-2 7 0 0 0,2 36-63 0 0,0-49 84 0 0,1 1 2 0 0,1 0 0 0 0,0 0 0 0 0,-1-1-1 0 0,1 1 1 0 0,0 0 0 0 0,0-1-1 0 0,0 0 1 0 0,0 0 0 0 0,0 1 0 0 0,0-1-1 0 0,0 0 1 0 0,5 1 0 0 0,0-2-324 0 0,0-1 0 0 0,0 0-1 0 0,0 0 1 0 0,0-1 0 0 0,12-4 0 0 0,17-9-4821 0 0,-23 7 2537 0 0</inkml:trace>
</inkml:ink>
</file>

<file path=ppt/ink/ink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48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2 372 0 0,'9'-1'6039'0'0,"-7"3"-5910"0"0,0 0 0 0 0,0 0 0 0 0,0 1 1 0 0,0-1-1 0 0,-1 1 0 0 0,1 0 1 0 0,-1-1-1 0 0,0 1 0 0 0,1 0 0 0 0,-1 0 1 0 0,-1 0-1 0 0,1-1 0 0 0,0 1 1 0 0,-1 0-1 0 0,1 0 0 0 0,-1 0 1 0 0,0 0-1 0 0,0 0 0 0 0,0 0 0 0 0,-1 0 1 0 0,1 0-1 0 0,-1 0 0 0 0,1 0 1 0 0,-1 0-1 0 0,0 0 0 0 0,0 0 0 0 0,0 0 1 0 0,-1-1-1 0 0,1 1 0 0 0,-4 4 1 0 0,-1 3 41 0 0,0-1 0 0 0,-1 0 0 0 0,-1 0 0 0 0,0 0-1 0 0,0-1 1 0 0,0-1 0 0 0,-10 8 0 0 0,17-15-170 0 0,1 1-1 0 0,0-1 0 0 0,0 0 0 0 0,0 0 0 0 0,-1 0 0 0 0,1 0 0 0 0,0 0 0 0 0,0 1 0 0 0,-1-1 1 0 0,1 0-1 0 0,0 0 0 0 0,0 0 0 0 0,-1 0 0 0 0,1 0 0 0 0,0 0 0 0 0,0 0 0 0 0,-1 0 0 0 0,1 0 1 0 0,0 0-1 0 0,-1 0 0 0 0,1 0 0 0 0,0 0 0 0 0,0 0 0 0 0,-1 0 0 0 0,1 0 0 0 0,0 0 0 0 0,0-1 1 0 0,-1 1-1 0 0,1 0 0 0 0,0 0 0 0 0,0 0 0 0 0,0 0 0 0 0,-1 0 0 0 0,1-1 0 0 0,0 1 0 0 0,0 0 1 0 0,0 0-1 0 0,-1 0 0 0 0,1-1 0 0 0,0 1 0 0 0,0 0 0 0 0,0 0 0 0 0,0-1 0 0 0,0 1 0 0 0,-1 0 1 0 0,1 0-1 0 0,0-1 0 0 0,0 1 0 0 0,0 0 0 0 0,0 0 0 0 0,0-1 0 0 0,0 1 0 0 0,0 0 0 0 0,0 0 1 0 0,0-1-1 0 0,0 1 0 0 0,0 0 0 0 0,0-1 0 0 0,0 1 0 0 0,0 0 0 0 0,0 0 0 0 0,1-1 0 0 0,-1 1 1 0 0,0 0-1 0 0,0 0 0 0 0,0 0 0 0 0,1-1 0 0 0,-1-1-6 0 0,0 0 0 0 0,0 0 0 0 0,1 0 0 0 0,0 0 0 0 0,-1 0 0 0 0,1 1 0 0 0,0-1 0 0 0,0 0 0 0 0,-1 0 0 0 0,2 1 0 0 0,-1-1 0 0 0,2-2 0 0 0,57-48-166 0 0,-56 49 148 0 0,1 0 0 0 0,0 0 1 0 0,1 0-1 0 0,-1 1 0 0 0,0-1 1 0 0,1 1-1 0 0,-1 0 0 0 0,1 1 1 0 0,0-1-1 0 0,-1 1 0 0 0,10 0 1 0 0,-13 1 20 0 0,0 1 0 0 0,-1 0 0 0 0,1 1 0 0 0,0-1 0 0 0,-1 0 0 0 0,1 0 0 0 0,-1 1 0 0 0,0-1 0 0 0,1 1 0 0 0,-1-1 1 0 0,0 1-1 0 0,0-1 0 0 0,0 1 0 0 0,0 0 0 0 0,0 0 0 0 0,0 0 0 0 0,-1-1 0 0 0,1 1 0 0 0,0 0 0 0 0,-1 0 0 0 0,0 0 0 0 0,1 0 0 0 0,-1 0 1 0 0,0 2-1 0 0,5 12 0 0 0,-5-15-1 0 0,0 0 4 0 0,1-1-1 0 0,-1 1 1 0 0,0-1 0 0 0,0 0 0 0 0,0 1 0 0 0,0-1 0 0 0,1 1 0 0 0,-1-1-1 0 0,0 0 1 0 0,0 1 0 0 0,1-1 0 0 0,-1 0 0 0 0,0 1 0 0 0,0-1 0 0 0,1 0-1 0 0,-1 1 1 0 0,0-1 0 0 0,1 0 0 0 0,-1 0 0 0 0,1 0 0 0 0,-1 1 0 0 0,0-1-1 0 0,1 0 1 0 0,-1 0 0 0 0,1 0 0 0 0,-1 0 0 0 0,1 0 0 0 0,-1 1 0 0 0,0-1-1 0 0,1 0 1 0 0,-1 0 0 0 0,1 0 0 0 0,-1 0 0 0 0,1-1 0 0 0,25 4 42 0 0,36-17-22 0 0,41-7 242 0 0,-100 21-176 0 0,27 11 1056 0 0,-29-10-997 0 0,1 22-61 0 0,-4-6-2772 0 0,-1-7 1550 0 0</inkml:trace>
</inkml:ink>
</file>

<file path=ppt/ink/ink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48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19 292 0 0,'0'0'4864'0'0,"15"-12"-2971"0"0,6 9-1105 0 0,-9 1-80 0 0,1 1-100 0 0,5 2-48 0 0,4-1-712 0 0,-8 4-284 0 0,2-3-424 0 0,-3 1-520 0 0,-2 0-1493 0 0</inkml:trace>
</inkml:ink>
</file>

<file path=ppt/ink/ink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0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17 316 0 0,'0'0'1097'0'0,"2"-14"7570"0"0,-2 14-8630 0 0,0-1 0 0 0,0 1 0 0 0,-1 0 0 0 0,1 0 0 0 0,0 0 0 0 0,0 0 0 0 0,-1-1 0 0 0,1 1 1 0 0,0 0-1 0 0,-1 0 0 0 0,1 0 0 0 0,0 0 0 0 0,-1 0 0 0 0,1 0 0 0 0,0 0 0 0 0,0 0 0 0 0,-1 0 0 0 0,1 0 0 0 0,0 0 0 0 0,-1 0 0 0 0,1 0 0 0 0,0 0 0 0 0,-1 0 0 0 0,1 0 0 0 0,0 0 0 0 0,0 1 0 0 0,-1-1 0 0 0,1 0 0 0 0,0 0 0 0 0,0 0 0 0 0,-1 0 0 0 0,1 1 0 0 0,0-1 0 0 0,0 0 0 0 0,-1 0 0 0 0,1 0 0 0 0,0 1 0 0 0,0-1 0 0 0,0 0 0 0 0,-1 0 0 0 0,1 1 0 0 0,0-1 0 0 0,0 0 0 0 0,0 1 1 0 0,0-1-1 0 0,-18 25 522 0 0,13-16-399 0 0,0 0 0 0 0,0 1 1 0 0,1-1-1 0 0,-3 11 1 0 0,7-19-57 0 0,4 13 100 0 0,-5-13-196 0 0,1 0 1 0 0,1-1-1 0 0,-1 1 1 0 0,0 0-1 0 0,0 0 1 0 0,0 0-1 0 0,0-1 1 0 0,0 1-1 0 0,1 0 1 0 0,-1 0-1 0 0,0-1 1 0 0,1 1 0 0 0,-1 0-1 0 0,1-1 1 0 0,-1 1-1 0 0,1 0 1 0 0,-1-1-1 0 0,1 1 1 0 0,-1-1-1 0 0,1 1 1 0 0,-1-1-1 0 0,1 1 1 0 0,0-1-1 0 0,-1 1 1 0 0,1-1-1 0 0,0 1 1 0 0,-1-1-1 0 0,1 0 1 0 0,0 0-1 0 0,0 1 1 0 0,-1-1-1 0 0,1 0 1 0 0,0 0-1 0 0,0 0 1 0 0,0 0-1 0 0,-1 0 1 0 0,1 0-1 0 0,0 0 1 0 0,0 0-1 0 0,-1 0 1 0 0,1 0-1 0 0,1-1 1 0 0,19 0 8 0 0,0-2 0 0 0,0-1 1 0 0,0-1-1 0 0,-1 0 1 0 0,1-2-1 0 0,23-11 1 0 0,-22 9-44 0 0,0 1-1 0 0,1 1 1 0 0,0 1 0 0 0,30-4 0 0 0,-52 9 15 0 0,1 1 1 0 0,-1 0 0 0 0,1 0-1 0 0,-1 0 1 0 0,0 0-1 0 0,1 0 1 0 0,-1 0-1 0 0,1 0 1 0 0,-1 0-1 0 0,0 0 1 0 0,1 1 0 0 0,-1-1-1 0 0,1 0 1 0 0,-1 1-1 0 0,0 0 1 0 0,0-1-1 0 0,1 1 1 0 0,-1 0-1 0 0,0-1 1 0 0,0 1-1 0 0,0 0 1 0 0,2 1 0 0 0,-3-1 2 0 0,1 1 1 0 0,-1-1 0 0 0,0 0 0 0 0,1 0 0 0 0,-1 0-1 0 0,0 1 1 0 0,0-1 0 0 0,1 0 0 0 0,-1 1 0 0 0,0-1-1 0 0,0 0 1 0 0,-1 0 0 0 0,1 1 0 0 0,0-1 0 0 0,0 0-1 0 0,-1 0 1 0 0,1 1 0 0 0,-1 1 0 0 0,-3 4-458 0 0,1 0 0 0 0,-1 0 0 0 0,0 0 0 0 0,0-1 0 0 0,-10 12 1 0 0,0-4-4784 0 0,7-9 2212 0 0</inkml:trace>
</inkml:ink>
</file>

<file path=ppt/ink/ink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0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1144 0 0,'0'0'1352'0'0,"0"-17"1160"0"0,0 1-203 0 0,1 4-501 0 0,1 2-292 0 0,5 0-1412 0 0,24 18-1248 0 0,-16 1-456 0 0,3-1-1737 0 0,4 1 769 0 0</inkml:trace>
</inkml:ink>
</file>

<file path=ppt/ink/ink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1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21 576 0 0,'0'0'2248'0'0,"0"-2"-1604"0"0,-1 0 1 0 0,0 1-1 0 0,1-1 0 0 0,-1 1 0 0 0,0-1 1 0 0,0 0-1 0 0,0 1 0 0 0,0 0 0 0 0,0-1 1 0 0,0 1-1 0 0,-3-3 0 0 0,-8 8-345 0 0,1 0 1 0 0,-1 1-1 0 0,1 0 1 0 0,0 1-1 0 0,1 0 0 0 0,-1 0 1 0 0,1 1-1 0 0,0 1 1 0 0,1 0-1 0 0,0 0 0 0 0,0 1 1 0 0,-11 13-1 0 0,20-21-290 0 0,0-1-1 0 0,-1 1 0 0 0,1-1 0 0 0,-1 0 0 0 0,1 1 0 0 0,0-1 1 0 0,-1 1-1 0 0,1-1 0 0 0,0 1 0 0 0,0-1 0 0 0,-1 1 1 0 0,1-1-1 0 0,0 1 0 0 0,0-1 0 0 0,0 1 0 0 0,0-1 0 0 0,0 1 1 0 0,0-1-1 0 0,-1 1 0 0 0,1 0 0 0 0,0-1 0 0 0,1 1 1 0 0,-1-1-1 0 0,0 1 0 0 0,0-1 0 0 0,0 1 0 0 0,0-1 0 0 0,0 1 1 0 0,0-1-1 0 0,1 1 0 0 0,-1-1 0 0 0,0 1 0 0 0,1-1 1 0 0,-1 1-1 0 0,0-1 0 0 0,1 1 0 0 0,-1-1 0 0 0,0 0 1 0 0,1 1-1 0 0,-1-1 0 0 0,1 1 0 0 0,-1-1 0 0 0,0 0 0 0 0,1 0 1 0 0,-1 1-1 0 0,1-1 0 0 0,-1 0 0 0 0,1 0 0 0 0,0 1 1 0 0,27 2 79 0 0,-16-6-64 0 0,0 0 0 0 0,-1-1 0 0 0,0 0-1 0 0,12-7 1 0 0,35-13 47 0 0,-57 24-85 0 0,27 24-466 0 0,-23-17-96 0 0,1 0 0 0 0,-1-1-1 0 0,1 1 1 0 0,13 9-1 0 0,15 4-5683 0 0,-21-14 3165 0 0</inkml:trace>
</inkml:ink>
</file>

<file path=ppt/ink/ink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1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46 1100 0 0,'-2'-3'422'0'0,"1"0"1"0"0,-1 0-1 0 0,0 0 0 0 0,0 0 0 0 0,0 1 0 0 0,0-1 1 0 0,-1 1-1 0 0,1-1 0 0 0,0 1 0 0 0,-1 0 0 0 0,0 0 1 0 0,0 0-1 0 0,1 0 0 0 0,-1 0 0 0 0,0 1 1 0 0,0-1-1 0 0,0 1 0 0 0,-1 0 0 0 0,-5-1 0 0 0,5 1-173 0 0,0 1 0 0 0,0 0 0 0 0,0 0 0 0 0,0 0 0 0 0,0 0 0 0 0,0 1 0 0 0,0-1 0 0 0,0 1 0 0 0,0 0 0 0 0,0 1 0 0 0,0-1 0 0 0,1 0 0 0 0,-1 1 0 0 0,-6 4 0 0 0,7-4-194 0 0,0 0 0 0 0,0 0 1 0 0,0 1-1 0 0,0-1 0 0 0,0 1 1 0 0,0-1-1 0 0,1 1 0 0 0,-1 0 1 0 0,1 0-1 0 0,0 0 0 0 0,0 1 0 0 0,0-1 1 0 0,0 0-1 0 0,1 1 0 0 0,-1-1 1 0 0,1 1-1 0 0,0 0 0 0 0,0-1 1 0 0,0 1-1 0 0,1 0 0 0 0,-1 0 1 0 0,1-1-1 0 0,0 1 0 0 0,0 0 1 0 0,0 0-1 0 0,0 0 0 0 0,1-1 1 0 0,0 1-1 0 0,-1 0 0 0 0,2 0 1 0 0,-1-1-1 0 0,0 1 0 0 0,1-1 0 0 0,-1 1 1 0 0,1-1-1 0 0,3 5 0 0 0,0-1-224 0 0,0 0 0 0 0,1-1-1 0 0,-1 1 1 0 0,1-2-1 0 0,0 1 1 0 0,1 0-1 0 0,0-1 1 0 0,-1 0-1 0 0,2-1 1 0 0,8 5-1 0 0,-7-5-1110 0 0,-1-1-1 0 0,0 0 0 0 0,1 0 0 0 0,-1-1 0 0 0,18 2 0 0 0,-9-4-1967 0 0</inkml:trace>
</inkml:ink>
</file>

<file path=ppt/ink/ink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2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1 137 656 0 0,'36'-27'4528'0'0,"-32"25"-4390"0"0,0 0 0 0 0,0 1 0 0 0,1 0-1 0 0,-1 0 1 0 0,0 0 0 0 0,1 0 0 0 0,-1 1-1 0 0,1 0 1 0 0,-1 0 0 0 0,1 0 0 0 0,-1 0-1 0 0,1 1 1 0 0,-1 0 0 0 0,1 0 0 0 0,-1 0-1 0 0,0 0 1 0 0,0 0 0 0 0,1 1 0 0 0,-1 0-1 0 0,0 0 1 0 0,0 0 0 0 0,-1 1 0 0 0,1-1-1 0 0,0 1 1 0 0,-1 0 0 0 0,0 0-1 0 0,1 0 1 0 0,-1 0 0 0 0,-1 1 0 0 0,1-1-1 0 0,0 1 1 0 0,-1 0 0 0 0,1 0 0 0 0,-1 0-1 0 0,0 0 1 0 0,-1 0 0 0 0,1 0 0 0 0,-1 0-1 0 0,0 1 1 0 0,0-1 0 0 0,0 0 0 0 0,0 1-1 0 0,-1-1 1 0 0,0 1 0 0 0,0-1 0 0 0,0 1-1 0 0,0-1 1 0 0,-2 8 0 0 0,1-7-76 0 0,-1 0 0 0 0,0-1 0 0 0,0 1 0 0 0,0-1 0 0 0,-1 0 0 0 0,1 1 1 0 0,-1-1-1 0 0,0 0 0 0 0,0-1 0 0 0,0 1 0 0 0,-6 5 0 0 0,7-7-1 0 0,6-10-30 0 0,1 1 0 0 0,-1-1 0 0 0,2 1 0 0 0,-1 0 0 0 0,1 1 1 0 0,0-1-1 0 0,0 1 0 0 0,12-8 0 0 0,73-63-321 0 0,42-23 447 0 0,-116 86 507 0 0,-14 14 71 0 0,-18 27 466 0 0,-5 8-1249 0 0,16-23 48 0 0,0 0 0 0 0,1 0-1 0 0,0 1 1 0 0,-1 15-1 0 0,4-25 2 0 0,-1 0 0 0 0,1 0 0 0 0,0 0 0 0 0,0 0 0 0 0,0 0 0 0 0,1 0 0 0 0,-1 0 0 0 0,1 0 0 0 0,-1 0 0 0 0,1 0-1 0 0,0 0 1 0 0,0 0 0 0 0,0 0 0 0 0,1-1 0 0 0,-1 1 0 0 0,1 0 0 0 0,-1-1 0 0 0,1 1 0 0 0,0-1 0 0 0,0 0 0 0 0,0 1 0 0 0,0-1-1 0 0,3 2 1 0 0,-3-3 6 0 0,0-1 0 0 0,1 1 0 0 0,-1 0 0 0 0,0-1 0 0 0,1 1 0 0 0,-1-1 0 0 0,0 0-1 0 0,1 0 1 0 0,-1 0 0 0 0,0 0 0 0 0,1 0 0 0 0,-1 0 0 0 0,0-1 0 0 0,1 1 0 0 0,-1-1-1 0 0,0 0 1 0 0,0 1 0 0 0,0-1 0 0 0,1 0 0 0 0,-1 0 0 0 0,0-1 0 0 0,0 1 0 0 0,0 0-1 0 0,1-2 1 0 0,2-1 28 0 0,0 1 0 0 0,0-1 0 0 0,-1 0-1 0 0,0 0 1 0 0,0 0 0 0 0,0-1 0 0 0,0 0-1 0 0,3-6 1 0 0,-4 4 61 0 0,0 0 0 0 0,0 0 0 0 0,0 0 0 0 0,-1 0 0 0 0,-1 0 0 0 0,1 0 0 0 0,-1-1 0 0 0,0 1-1 0 0,-1 0 1 0 0,0-1 0 0 0,0 1 0 0 0,-1-9 0 0 0,0 12-81 0 0,0 0 0 0 0,1 1 0 0 0,-1-1 0 0 0,0 0 0 0 0,-1 1 0 0 0,1-1 0 0 0,-1 1 0 0 0,1 0 0 0 0,-1-1 0 0 0,0 1 0 0 0,0 0 0 0 0,-1 0 0 0 0,1 0-1 0 0,0 0 1 0 0,-1 1 0 0 0,0-1 0 0 0,0 1 0 0 0,0-1 0 0 0,0 1 0 0 0,0 0 0 0 0,0 0 0 0 0,0 1 0 0 0,-1-1 0 0 0,-4-1 0 0 0,6 2-125 0 0,0 1 0 0 0,1 0 0 0 0,-1 0 0 0 0,0 0 0 0 0,1 0 0 0 0,-1 0 0 0 0,0 0 0 0 0,1 0 0 0 0,-1 1 0 0 0,0-1 0 0 0,1 0 0 0 0,-1 1 0 0 0,0 0 0 0 0,1-1 0 0 0,-1 1 0 0 0,1 0 0 0 0,-1 0 0 0 0,1 0 0 0 0,0-1 0 0 0,-1 2 0 0 0,1-1 0 0 0,0 0 0 0 0,0 0 0 0 0,-1 0 0 0 0,1 1 0 0 0,-1 1 0 0 0,-11 18-2432 0 0,6-3-3412 0 0</inkml:trace>
</inkml:ink>
</file>

<file path=ppt/ink/ink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2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163 121 888 0 0,'-1'-43'8118'0'0,"-3"39"-7941"0"0,0 1 0 0 0,-1 0 0 0 0,1 0 0 0 0,-1 0 0 0 0,0 0 1 0 0,0 1-1 0 0,0 0 0 0 0,0 0 0 0 0,0 0 0 0 0,0 1 0 0 0,-1 0 0 0 0,1 0 0 0 0,0 0 0 0 0,-1 1 0 0 0,1-1 0 0 0,-1 1 0 0 0,1 0 0 0 0,-1 1 0 0 0,1 0 0 0 0,0 0 0 0 0,-1 0 1 0 0,1 0-1 0 0,0 1 0 0 0,0-1 0 0 0,0 2 0 0 0,0-1 0 0 0,0 0 0 0 0,0 1 0 0 0,-7 6 0 0 0,11-7-159 0 0,1 0 0 0 0,-1 0 0 0 0,1 0 0 0 0,0 0 0 0 0,-1 0 0 0 0,1 0 0 0 0,0 0 0 0 0,0 0 0 0 0,1 0 0 0 0,-1 0 0 0 0,0 0 0 0 0,1 0 0 0 0,-1 0 0 0 0,1 0 0 0 0,0 0 0 0 0,0 0 0 0 0,-1 0 0 0 0,3 2 0 0 0,2 5 24 0 0,0-1 0 0 0,1 0 1 0 0,0 1-1 0 0,0-2 0 0 0,15 15 0 0 0,-14-17-109 0 0,-1 1-1 0 0,-1 0 1 0 0,1 0 0 0 0,-1 1 0 0 0,0-1-1 0 0,-1 1 1 0 0,0 0 0 0 0,0 0-1 0 0,0 1 1 0 0,4 11 0 0 0,-8-16 19 0 0,1 0 1 0 0,-1 0 0 0 0,0 0-1 0 0,1 0 1 0 0,-2 0-1 0 0,1 1 1 0 0,0-1 0 0 0,0 0-1 0 0,-1 0 1 0 0,0 0 0 0 0,1 0-1 0 0,-1 0 1 0 0,-1 0-1 0 0,1 0 1 0 0,0 0 0 0 0,-1-1-1 0 0,1 1 1 0 0,-1 0 0 0 0,0-1-1 0 0,0 1 1 0 0,0-1-1 0 0,-4 5 1 0 0,0-3 1 0 0,1 1 0 0 0,-1-1 1 0 0,1 0-1 0 0,-1 0 0 0 0,-1-1 0 0 0,1 1 0 0 0,0-2 0 0 0,-1 1 0 0 0,-9 2 0 0 0,14-4 94 0 0,9-5-86 0 0,46-26 47 0 0,155-93-310 0 0,-175 101 381 0 0,-2-2 0 0 0,-1 0-1 0 0,-1-2 1 0 0,34-39 0 0 0,-62 63 83 0 0,1-1 0 0 0,0 1 1 0 0,0 0-1 0 0,-1-1 0 0 0,1 0 1 0 0,-1 1-1 0 0,0-1 1 0 0,0 0-1 0 0,0 0 0 0 0,0 1 1 0 0,0-1-1 0 0,-1 0 1 0 0,0 0-1 0 0,1 0 0 0 0,-1 0 1 0 0,0-5-1 0 0,-5 11-80 0 0,2 0-73 0 0,0 0-1 0 0,0 0 1 0 0,0 1-1 0 0,1-1 1 0 0,-1 1-1 0 0,1 0 1 0 0,0 0-1 0 0,0 0 1 0 0,0 0-1 0 0,1 0 1 0 0,-1 0-1 0 0,1 0 1 0 0,0 0-1 0 0,0 1 1 0 0,1-1-1 0 0,-1 0 1 0 0,1 1-1 0 0,0-1 1 0 0,0 7-1 0 0,0 11-126 0 0,1 0 0 0 0,3 25 0 0 0,-1-31-227 0 0,-2 0-1 0 0,0 0 1 0 0,-1 0-1 0 0,-3 29 1 0 0,3-43 264 0 0,0 0-1 0 0,-1-1 1 0 0,0 1 0 0 0,1-1 0 0 0,-1 1-1 0 0,0-1 1 0 0,0 0 0 0 0,1 1 0 0 0,-1-1-1 0 0,0 0 1 0 0,0 1 0 0 0,-1-1 0 0 0,1 0-1 0 0,0 0 1 0 0,0 0 0 0 0,-1 0 0 0 0,1 0-1 0 0,0 0 1 0 0,-1-1 0 0 0,1 1-1 0 0,-1 0 1 0 0,1-1 0 0 0,-1 1 0 0 0,1-1-1 0 0,-1 1 1 0 0,1-1 0 0 0,-1 0 0 0 0,0 1-1 0 0,-2-1 1 0 0,-48-4-5098 0 0,46 3 3798 0 0,-9-2-1292 0 0</inkml:trace>
</inkml:ink>
</file>

<file path=ppt/ink/ink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5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1 696 776 0 0,'0'0'808'0'0,"1"12"3578"0"0,3-11-4249 0 0,0 0-1 0 0,0 0 1 0 0,1 0 0 0 0,-1-1 0 0 0,0 1 0 0 0,0-1-1 0 0,1 0 1 0 0,-1-1 0 0 0,0 1 0 0 0,1-1 0 0 0,-1 1-1 0 0,0-1 1 0 0,0 0 0 0 0,6-3 0 0 0,62-26 262 0 0,-60 24-217 0 0,43-21 78 0 0,-1-2 0 0 0,-1-3 0 0 0,-1-2 0 0 0,-2-3 0 0 0,-2-1 0 0 0,-2-2 0 0 0,-1-3 1 0 0,76-94-1 0 0,-90 94-66 0 0,-2-1 0 0 0,41-84 0 0 0,-69 126-172 0 0,0 1 0 0 0,0-1 1 0 0,0 1-1 0 0,0-1 0 0 0,-1 0 1 0 0,1 1-1 0 0,0-1 0 0 0,-1 0 1 0 0,1 1-1 0 0,-1-1 0 0 0,0 0 1 0 0,0 1-1 0 0,1-1 0 0 0,-1 0 1 0 0,0 0-1 0 0,0 0 0 0 0,-1 1 0 0 0,1-1 1 0 0,-1-2-1 0 0,0 4-13 0 0,0 0-1 0 0,0 0 0 0 0,0 0 1 0 0,0 0-1 0 0,0 0 1 0 0,0 0-1 0 0,0 0 1 0 0,0 0-1 0 0,0 0 0 0 0,0 0 1 0 0,0 0-1 0 0,1 1 1 0 0,-1-1-1 0 0,0 0 1 0 0,0 1-1 0 0,0-1 0 0 0,0 1 1 0 0,0-1-1 0 0,0 1 1 0 0,0-1-1 0 0,1 1 1 0 0,-2 1-1 0 0,-10 6 15 0 0,0 1 0 0 0,1 1 0 0 0,-13 15 0 0 0,2 2 17 0 0,2 1-1 0 0,1 0 0 0 0,2 2 0 0 0,0 0 0 0 0,-17 46 0 0 0,28-59-29 0 0,0 0 0 0 0,1 0 0 0 0,1 0 0 0 0,0 0 1 0 0,1 1-1 0 0,1-1 0 0 0,1 1 0 0 0,0 0 0 0 0,2-1 0 0 0,0 1 0 0 0,0 0 0 0 0,7 24 0 0 0,-7-36-38 0 0,1 0-1 0 0,0 0 1 0 0,0 0 0 0 0,0 0-1 0 0,1-1 1 0 0,0 1 0 0 0,0-1 0 0 0,0 1-1 0 0,1-1 1 0 0,0 0 0 0 0,0 0 0 0 0,0-1-1 0 0,0 1 1 0 0,1-1 0 0 0,0 0-1 0 0,0 0 1 0 0,0 0 0 0 0,0-1 0 0 0,1 0-1 0 0,-1 0 1 0 0,1 0 0 0 0,0-1-1 0 0,0 0 1 0 0,0 0 0 0 0,0 0 0 0 0,0-1-1 0 0,0 0 1 0 0,1 0 0 0 0,-1 0 0 0 0,0-1-1 0 0,0 0 1 0 0,1 0 0 0 0,-1-1-1 0 0,0 0 1 0 0,0 0 0 0 0,1 0 0 0 0,-1-1-1 0 0,10-3 1 0 0,0-2-49 0 0,0 0 1 0 0,-1-1-1 0 0,1 0 1 0 0,-1-1-1 0 0,-1-1 0 0 0,0 0 1 0 0,0-1-1 0 0,-1-1 1 0 0,20-23-1 0 0,-11 10-5 0 0,-1-2 0 0 0,-1 0 0 0 0,-2-2 0 0 0,17-31 0 0 0,-19 30 180 0 0,-1 0 0 0 0,-1-2 0 0 0,-2 1 0 0 0,-1-2 0 0 0,-2 0 0 0 0,-1 0 1 0 0,-2 0-1 0 0,4-56 0 0 0,-10 89-84 0 0,0 0 0 0 0,0 0 0 0 0,0 0 0 0 0,0 0 0 0 0,0-1 1 0 0,0 1-1 0 0,0 0 0 0 0,-1 0 0 0 0,1 0 0 0 0,0 0 0 0 0,0 0 1 0 0,0-1-1 0 0,0 1 0 0 0,0 0 0 0 0,-1 0 0 0 0,1 0 0 0 0,0 0 1 0 0,0 0-1 0 0,0 0 0 0 0,0 0 0 0 0,-1 0 0 0 0,1 0 0 0 0,0 0 1 0 0,0 0-1 0 0,0 0 0 0 0,-1 0 0 0 0,1 0 0 0 0,0 0 0 0 0,0 0 0 0 0,0 0 1 0 0,0 0-1 0 0,-1 0 0 0 0,1 0 0 0 0,0 0 0 0 0,0 0 0 0 0,0 0 1 0 0,-1 0-1 0 0,1 0 0 0 0,0 0 0 0 0,0 1 0 0 0,0-1 0 0 0,0 0 1 0 0,0 0-1 0 0,-1 0 0 0 0,1 0 0 0 0,0 0 0 0 0,0 0 0 0 0,0 1 1 0 0,0-1-1 0 0,0 0 0 0 0,0 0 0 0 0,0 0 0 0 0,0 0 0 0 0,0 1 0 0 0,-1-1 1 0 0,1 0-1 0 0,0 0 0 0 0,0 0 0 0 0,0 1 0 0 0,0-1 0 0 0,0 0 1 0 0,0 0-1 0 0,0 0 0 0 0,0 1 0 0 0,-18 22 245 0 0,-16 32-38 0 0,-136 317 850 0 0,144-319-963 0 0,18-39-53 0 0,1 1-1 0 0,0 0 1 0 0,1 0-1 0 0,-4 17 1 0 0,10-31 172 0 0,3-3-231 0 0,1 0 0 0 0,-1-1 0 0 0,0 1-1 0 0,0-1 1 0 0,0 0 0 0 0,0 0 0 0 0,0 0 0 0 0,3-5-1 0 0,55-61-141 0 0,-60 67 116 0 0,1 2 22 0 0,0 0 0 0 0,-1 0 0 0 0,1 0 0 0 0,0 0 1 0 0,-1 0-1 0 0,1 0 0 0 0,-1 1 0 0 0,1-1 0 0 0,0 1 0 0 0,-1-1 1 0 0,1 1-1 0 0,-1 0 0 0 0,1-1 0 0 0,-1 1 0 0 0,0 0 0 0 0,1 0 1 0 0,-1 0-1 0 0,2 2 0 0 0,29 28-28 0 0,-5-3-23 0 0,-22-25 23 0 0,1 0 0 0 0,-1 1 0 0 0,1-2 0 0 0,0 1 0 0 0,-1-1 0 0 0,1 1 0 0 0,0-2 0 0 0,0 1 0 0 0,0-1 0 0 0,1 0-1 0 0,-1 0 1 0 0,0 0 0 0 0,0-1 0 0 0,11-1 0 0 0,-12 1 27 0 0,-1-1-1 0 0,0 0 1 0 0,1 0-1 0 0,-1 0 0 0 0,0-1 1 0 0,0 1-1 0 0,0-1 0 0 0,0 0 1 0 0,0 0-1 0 0,0-1 0 0 0,-1 1 1 0 0,1-1-1 0 0,-1 0 0 0 0,1 0 1 0 0,-1 0-1 0 0,0 0 0 0 0,0 0 1 0 0,-1-1-1 0 0,1 1 1 0 0,3-8-1 0 0,4-3 295 0 0,-8 12-124 0 0,0-1-1 0 0,0 1 1 0 0,-1 0 0 0 0,1-1-1 0 0,-1 1 1 0 0,1-1-1 0 0,-1 0 1 0 0,0 1 0 0 0,1-6-1 0 0,24 27 25 0 0,-19-13-237 0 0,0 0 0 0 0,0 0 1 0 0,0-1-1 0 0,1 0 0 0 0,0 0 0 0 0,0-1 0 0 0,0 0 0 0 0,0 0 0 0 0,16 4 1 0 0,-20-7-985 0 0,0 0 0 0 0,1 0 1 0 0,-1 0-1 0 0,1-1 0 0 0,-1 1 1 0 0,1-1-1 0 0,7-1 1 0 0,4-2-2552 0 0</inkml:trace>
</inkml:ink>
</file>

<file path=ppt/ink/ink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40 17226 0 0,'-20'-1'804'0'0,"3"-3"-464"0"0,6 2-172 0 0,-7-1-152 0 0,72-14-820 0 0,-14 13-24 0 0,14 1-453 0 0,-4 3-1327 0 0,5-4-2824 0 0,3 3 1251 0 0</inkml:trace>
</inkml:ink>
</file>

<file path=ppt/ink/ink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2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179 261 212 0 0,'4'6'11698'0'0,"-7"-4"-11638"0"0,1-1-1 0 0,-1 0 0 0 0,0 0 0 0 0,1 0 0 0 0,-1 0 0 0 0,0 0 0 0 0,1-1 0 0 0,-1 1 0 0 0,0-1 1 0 0,0 0-1 0 0,0 0 0 0 0,0 0 0 0 0,1 0 0 0 0,-1 0 0 0 0,0-1 0 0 0,0 1 0 0 0,0-1 1 0 0,1 1-1 0 0,-1-1 0 0 0,0 0 0 0 0,-4-3 0 0 0,3 1-57 0 0,0 0 0 0 0,-1 0 0 0 0,1-1 0 0 0,1 1 0 0 0,-1-1-1 0 0,1 0 1 0 0,-1 0 0 0 0,1 0 0 0 0,0-1 0 0 0,1 1 0 0 0,-4-8 0 0 0,2 4-57 0 0,0-1-1 0 0,1 0 1 0 0,0 0 0 0 0,0 0-1 0 0,1 0 1 0 0,0 0 0 0 0,1 0 0 0 0,0-1-1 0 0,0 1 1 0 0,1 0 0 0 0,1-1-1 0 0,-1 1 1 0 0,1 0 0 0 0,3-10-1 0 0,-3 15 41 0 0,0 1-1 0 0,0-1 0 0 0,0 1 0 0 0,1-1 0 0 0,-1 1 0 0 0,1-1 0 0 0,0 1 0 0 0,0 0 0 0 0,0 0 0 0 0,1 0 0 0 0,-1 0 0 0 0,1 0 0 0 0,-1 1 0 0 0,1-1 1 0 0,0 1-1 0 0,0 0 0 0 0,0-1 0 0 0,0 1 0 0 0,0 1 0 0 0,1-1 0 0 0,-1 0 0 0 0,1 1 0 0 0,-1 0 0 0 0,1 0 0 0 0,-1 0 0 0 0,1 0 0 0 0,0 0 0 0 0,0 1 1 0 0,-1-1-1 0 0,1 1 0 0 0,0 0 0 0 0,5 1 0 0 0,-2 1 7 0 0,0-1 0 0 0,0 2 0 0 0,0-1 0 0 0,-1 1 0 0 0,1 0 0 0 0,-1 0 0 0 0,0 1-1 0 0,0-1 1 0 0,0 1 0 0 0,0 1 0 0 0,-1-1 0 0 0,1 1 0 0 0,-1 0 0 0 0,0 0 0 0 0,-1 1 0 0 0,7 8 0 0 0,-2 2 9 0 0,-1-1 0 0 0,-1 1 0 0 0,0 1 0 0 0,-1-1 0 0 0,0 1 0 0 0,-1 0 0 0 0,-1 1 0 0 0,-1-1 0 0 0,-1 1 0 0 0,0-1 0 0 0,-2 36 1 0 0,-2-17 48 0 0,-1-1 0 0 0,-2 1 0 0 0,-2-1 0 0 0,-21 66 0 0 0,17-74 89 0 0,-1-1 1 0 0,-1 0-1 0 0,-2 0 0 0 0,0-1 1 0 0,-2-1-1 0 0,0-1 1 0 0,-2 0-1 0 0,0-2 0 0 0,-2 0 1 0 0,0-1-1 0 0,-37 27 0 0 0,39-41-843 0 0,18-5 567 0 0,1-1 1 0 0,-1 0 0 0 0,1 0-1 0 0,-1 0 1 0 0,1 0 0 0 0,0 0-1 0 0,-1 0 1 0 0,1 0 0 0 0,-1 0-1 0 0,1 0 1 0 0,-1 0 0 0 0,1 0-1 0 0,-1 0 1 0 0,1 0 0 0 0,0 0-1 0 0,-1 0 1 0 0,1 0 0 0 0,-1-1-1 0 0,1 1 1 0 0,-1 0 0 0 0,1 0-1 0 0,0 0 1 0 0,-1-1 0 0 0,1 1-1 0 0,0 0 1 0 0,-1-1 0 0 0,1 1-1 0 0,0 0 1 0 0,-1-1 0 0 0,1 1-1 0 0,0 0 1 0 0,0-1 0 0 0,-1 1-1 0 0,1 0 1 0 0,0-1 0 0 0,0 1-1 0 0,0-1 1 0 0,0 1 0 0 0,-1-1-1 0 0,1 1 1 0 0,0 0 0 0 0,0-1-1 0 0,0 1 1 0 0,0-1 0 0 0,0 1-1 0 0,0-1 1 0 0,0 1 0 0 0,0-1 0 0 0,0 1-1 0 0,0 0 1 0 0,0-1 0 0 0,1 0-1 0 0,4-25-3041 0 0</inkml:trace>
</inkml:ink>
</file>

<file path=ppt/ink/ink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2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0 588 0 0,'4'2'7664'0'0,"0"19"-5977"0"0,1 30-1191 0 0,0 336 3617 0 0,-5-378-4158 0 0,-15 186 1538 0 0,10-157-2265 0 0,-2 0-1 0 0,-1 0 1 0 0,-13 36-1 0 0,21-73 563 0 0,0 0 0 0 0,-1-1-1 0 0,1 1 1 0 0,0-1 0 0 0,0 1 0 0 0,-1 0 0 0 0,1-1 0 0 0,0 1 0 0 0,0-1-1 0 0,-1 1 1 0 0,1-1 0 0 0,-1 1 0 0 0,1-1 0 0 0,0 1 0 0 0,-1-1 0 0 0,1 1-1 0 0,-1-1 1 0 0,1 0 0 0 0,-1 1 0 0 0,1-1 0 0 0,-1 0 0 0 0,0 1 0 0 0,1-1-1 0 0,-1 0 1 0 0,1 0 0 0 0,-1 0 0 0 0,0 0 0 0 0,1 1 0 0 0,-1-1 0 0 0,1 0-1 0 0,-1 0 1 0 0,0 0 0 0 0,0 0 0 0 0,-1 0-171 0 0</inkml:trace>
</inkml:ink>
</file>

<file path=ppt/ink/ink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1 249 52 0 0,'5'-13'972'0'0,"4"2"-112"0"0,3-1-52 0 0,9-2-96 0 0,0-2-52 0 0,4-1-48 0 0,8-4-64 0 0,4 3-63 0 0,-1 0-49 0 0,8 0-80 0 0,1 1-180 0 0,4 0-272 0 0,23 0-324 0 0,-26 3-609 0 0,3 2-1115 0 0,-4-2 496 0 0</inkml:trace>
</inkml:ink>
</file>

<file path=ppt/ink/ink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4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0 135 516 0 0,'0'0'2752'0'0,"0"0"-2639"0"0,0-1-1 0 0,1 1 1 0 0,-1-1-1 0 0,0 0 1 0 0,0 1-1 0 0,0-1 1 0 0,1 1-1 0 0,-1-1 1 0 0,0 1-1 0 0,0-1 1 0 0,1 1-1 0 0,-1-1 1 0 0,1 1-1 0 0,-1-1 1 0 0,0 1-1 0 0,1-1 1 0 0,-1 1-1 0 0,1 0 0 0 0,-1-1 1 0 0,1 1-1 0 0,-1 0 1 0 0,1-1-1 0 0,-1 1 1 0 0,1 0-1 0 0,0 0 1 0 0,-1 0-1 0 0,1-1 1 0 0,-1 1-1 0 0,1 0 1 0 0,1 0-1 0 0,2 2 60 0 0,1 1-1 0 0,0 0 1 0 0,-1 0-1 0 0,1 0 1 0 0,-1 1-1 0 0,0-1 0 0 0,0 1 1 0 0,0 0-1 0 0,-1 0 1 0 0,1 1-1 0 0,-1-1 1 0 0,0 1-1 0 0,5 9 1 0 0,-7-11-66 0 0,1 1 0 0 0,-1-1 0 0 0,1 1 0 0 0,-1 0 0 0 0,0-1 0 0 0,0 1 0 0 0,-1 0 0 0 0,1-1 0 0 0,-1 1 0 0 0,0 0 0 0 0,0 0 0 0 0,0 0 0 0 0,0-1 0 0 0,-1 1 0 0 0,0 0 0 0 0,1 0 0 0 0,-1-1 0 0 0,0 1 0 0 0,-1-1 0 0 0,1 1 0 0 0,-1-1 0 0 0,-3 7 0 0 0,4-9 67 0 0,3-10 2 0 0,1 0-1 0 0,0 1 1 0 0,0-1-1 0 0,1 1 0 0 0,0 0 1 0 0,1 0-1 0 0,0 0 1 0 0,0 0-1 0 0,11-12 1 0 0,42-29-118 0 0,-54 46-61 0 0,0 1-1 0 0,1-1 0 0 0,-1 0 0 0 0,1 1 0 0 0,0 0 0 0 0,-1 0 0 0 0,1 1 1 0 0,0-1-1 0 0,0 1 0 0 0,1 0 0 0 0,8 0 0 0 0,-11 1 4 0 0,0 1 0 0 0,0 0-1 0 0,0 0 1 0 0,-1 0 0 0 0,1 0-1 0 0,0 0 1 0 0,0 1 0 0 0,-1-1-1 0 0,1 1 1 0 0,-1 0 0 0 0,1 0-1 0 0,-1 0 1 0 0,0 0 0 0 0,0 0 0 0 0,0 0-1 0 0,0 0 1 0 0,0 1 0 0 0,0-1-1 0 0,-1 1 1 0 0,3 5 0 0 0,0-1 0 0 0,0 0 0 0 0,0 1 0 0 0,-1 0 1 0 0,0 0-1 0 0,-1 0 0 0 0,2 8 1 0 0,7 42-2 0 0,-10-57-6 0 0,1-3-159 0 0,1 1 145 0 0,-1-1 1 0 0,1 0-1 0 0,-1 0 1 0 0,0-1-1 0 0,0 1 1 0 0,0 0-1 0 0,0-1 1 0 0,0 1-1 0 0,0-1 1 0 0,-1 0-1 0 0,2-3 1 0 0,4-6-77 0 0,0 1 1 0 0,1 0-1 0 0,0 1 1 0 0,1-1-1 0 0,0 2 1 0 0,0-1-1 0 0,13-9 1 0 0,-19 18 79 0 0,1-1 0 0 0,-1 1 0 0 0,1 0 0 0 0,0 0 0 0 0,-1 0 0 0 0,1 0 0 0 0,0 0 0 0 0,-1 1 0 0 0,1 0 0 0 0,0 0 0 0 0,0 0 0 0 0,0 0 0 0 0,-1 0 0 0 0,1 1 0 0 0,3 0 0 0 0,56 17-170 0 0,-61-18 180 0 0,25 10-163 0 0,1-3 0 0 0,1 0 0 0 0,-1-1-1 0 0,52 2 1 0 0,-70-7 151 0 0,-1-1 0 0 0,1 0-1 0 0,-1 0 1 0 0,1-1-1 0 0,-1-1 1 0 0,0 1-1 0 0,0-1 1 0 0,1-1 0 0 0,-1 0-1 0 0,-1 0 1 0 0,1-1-1 0 0,0 0 1 0 0,-1 0-1 0 0,0-1 1 0 0,0 0 0 0 0,0-1-1 0 0,-1 1 1 0 0,10-10-1 0 0,-15 12 54 0 0,0 0 0 0 0,-1 1 0 0 0,1-1-1 0 0,0 0 1 0 0,-1 0 0 0 0,0 1 0 0 0,0-1-1 0 0,0 0 1 0 0,0-1 0 0 0,0 1 0 0 0,0 0-1 0 0,-1 0 1 0 0,0 0 0 0 0,1 0 0 0 0,-1 0-1 0 0,0-1 1 0 0,-1 1 0 0 0,0-3 0 0 0,1 4-5 0 0,0 1 0 0 0,-1-1 0 0 0,0 1 0 0 0,1-1 0 0 0,-1 1 0 0 0,0-1 0 0 0,0 1 0 0 0,0-1 0 0 0,0 1 0 0 0,0 0 0 0 0,0 0 0 0 0,0-1 0 0 0,0 1 0 0 0,-1 0 0 0 0,1 0 0 0 0,0 0 0 0 0,-1 0 0 0 0,1 1 0 0 0,-1-1 0 0 0,1 0 0 0 0,-1 0 0 0 0,1 1 0 0 0,-1-1 0 0 0,1 1 0 0 0,-1 0 0 0 0,0-1 0 0 0,1 1 0 0 0,-1 0 0 0 0,0 0 0 0 0,1 0 0 0 0,-1 0 0 0 0,0 0 0 0 0,1 0 0 0 0,-1 1-1 0 0,0-1 1 0 0,1 0 0 0 0,-1 1 0 0 0,-1 0 0 0 0,-6 1 70 0 0,1 1-1 0 0,-1-1 1 0 0,1 1-1 0 0,0 1 1 0 0,0 0-1 0 0,0 0 1 0 0,1 0-1 0 0,-1 1 1 0 0,-12 11-1 0 0,18-14-80 0 0,0-1 0 0 0,0 1 0 0 0,1 1 0 0 0,-1-1 0 0 0,1 0 0 0 0,-1 0 0 0 0,1 0 0 0 0,0 1 0 0 0,0-1 0 0 0,0 1 1 0 0,0-1-1 0 0,0 1 0 0 0,0-1 0 0 0,1 1 0 0 0,-1 0 0 0 0,1-1 0 0 0,0 1 0 0 0,0 0 0 0 0,0-1 0 0 0,0 1 0 0 0,0 0 0 0 0,0-1 0 0 0,1 1 0 0 0,-1 0 0 0 0,1-1 0 0 0,0 1 0 0 0,0-1 0 0 0,0 1 0 0 0,0-1 0 0 0,0 1 0 0 0,1-1 0 0 0,-1 0 0 0 0,1 0 0 0 0,-1 0 0 0 0,1 1 0 0 0,0-2 0 0 0,0 1 0 0 0,3 3 0 0 0,1 0-33 0 0,0 0 0 0 0,0-1 0 0 0,0 1 0 0 0,1-1 0 0 0,0 0 0 0 0,0-1 0 0 0,0 0 0 0 0,0 0-1 0 0,0 0 1 0 0,0-1 0 0 0,1 0 0 0 0,-1 0 0 0 0,12 0 0 0 0,1 0-204 0 0,1 0 0 0 0,-1-2-1 0 0,38-4 1 0 0,12-5-161 0 0,0-3 0 0 0,0-3-1 0 0,-2-3 1 0 0,88-35 0 0 0,-129 42 349 0 0,40-19 254 0 0,-63 28 2 0 0,0-1 0 0 0,0 0-1 0 0,0 1 1 0 0,0-2 0 0 0,-1 1 0 0 0,1 0 0 0 0,-1-1 0 0 0,0 1-1 0 0,0-1 1 0 0,0 0 0 0 0,0 0 0 0 0,2-6 0 0 0,-4 9-153 0 0,-1 0 0 0 0,0 0 1 0 0,1 0-1 0 0,-1 0 1 0 0,0 0-1 0 0,0 0 0 0 0,0 0 1 0 0,0 0-1 0 0,0 0 0 0 0,0 0 1 0 0,0 1-1 0 0,0-1 1 0 0,0 0-1 0 0,0 0 0 0 0,0 0 1 0 0,-1 0-1 0 0,1 0 0 0 0,0 0 1 0 0,-1 0-1 0 0,1 0 1 0 0,-1 1-1 0 0,1-1 0 0 0,-1 0 1 0 0,1 0-1 0 0,-1 1 1 0 0,1-1-1 0 0,-1 0 0 0 0,0 0 1 0 0,1 1-1 0 0,-1-1 0 0 0,0 1 1 0 0,0-1-1 0 0,0 1 1 0 0,1-1-1 0 0,-3 0 0 0 0,1 0-21 0 0,0 0 0 0 0,0 0-1 0 0,-1 0 1 0 0,1 1-1 0 0,0-1 1 0 0,-1 1-1 0 0,1-1 1 0 0,0 1 0 0 0,-1 0-1 0 0,1 0 1 0 0,0 0-1 0 0,-5 0 1 0 0,1 2 0 0 0,-1-1 0 0 0,0 1 0 0 0,1 1 1 0 0,-1-1-1 0 0,1 1 0 0 0,-1 0 0 0 0,1 1 0 0 0,0-1 0 0 0,0 1 1 0 0,1 0-1 0 0,-1 1 0 0 0,1-1 0 0 0,0 1 0 0 0,0 0 0 0 0,1 0 1 0 0,-1 1-1 0 0,1 0 0 0 0,0-1 0 0 0,1 1 0 0 0,-4 8 0 0 0,6-13-59 0 0,1 1 1 0 0,-1-1-1 0 0,0 1 0 0 0,1-1 0 0 0,-1 1 0 0 0,1-1 0 0 0,0 1 1 0 0,0-1-1 0 0,-1 1 0 0 0,1 0 0 0 0,0-1 0 0 0,0 1 0 0 0,0-1 1 0 0,1 1-1 0 0,-1 0 0 0 0,0-1 0 0 0,1 1 0 0 0,-1-1 0 0 0,2 3 1 0 0,-2-3-18 0 0,1 0 0 0 0,0 0 0 0 0,0 0 0 0 0,0 0 0 0 0,0-1 0 0 0,0 1 0 0 0,0 0 0 0 0,0-1 0 0 0,0 1 0 0 0,0 0 0 0 0,1-1 0 0 0,-1 0 0 0 0,0 1 0 0 0,0-1-1 0 0,0 0 1 0 0,1 1 0 0 0,-1-1 0 0 0,0 0 0 0 0,2 0 0 0 0,3 0-130 0 0,1-1-1 0 0,-1 1 0 0 0,1-1 0 0 0,-1-1 0 0 0,0 1 0 0 0,1-1 1 0 0,7-3-1 0 0,7-6-270 0 0,-16 7 234 0 0,0 1-1 0 0,0 1 1 0 0,0-1-1 0 0,0 1 1 0 0,1 0-1 0 0,-1 0 1 0 0,11-2-1 0 0,-9 20 55 0 0,-7-14 131 0 0,0-1-1 0 0,0 1 1 0 0,1 0 0 0 0,-1-1-1 0 0,1 1 1 0 0,-1-1-1 0 0,1 1 1 0 0,0 0-1 0 0,-1-1 1 0 0,1 0 0 0 0,0 1-1 0 0,0-1 1 0 0,0 1-1 0 0,0-1 1 0 0,2 2 0 0 0,1 0 0 0 0,3 0-7 0 0,21-9 48 0 0,73-28-8 0 0,16-5-46 0 0,-103 36 21 0 0,0 0-1 0 0,-1 1 1 0 0,1 0 0 0 0,0 1 0 0 0,0 1 0 0 0,21 1 0 0 0,-34-1 0 0 0,0 0-1 0 0,0 0 1 0 0,0 0-1 0 0,-1 0 1 0 0,1 0-1 0 0,0 0 1 0 0,0 0 0 0 0,0 0-1 0 0,0 0 1 0 0,0 0-1 0 0,0 1 1 0 0,0-1 0 0 0,0 0-1 0 0,0 1 1 0 0,-1-1-1 0 0,1 1 1 0 0,0-1 0 0 0,0 1-1 0 0,0-1 1 0 0,-1 1-1 0 0,1 0 1 0 0,0-1 0 0 0,-1 1-1 0 0,1 0 1 0 0,0-1-1 0 0,-1 1 1 0 0,1 0-1 0 0,-1 0 1 0 0,1 0 0 0 0,-1-1-1 0 0,0 1 1 0 0,1 0-1 0 0,-1 0 1 0 0,0 0 0 0 0,1 0-1 0 0,-1 0 1 0 0,0 0-1 0 0,0 0 1 0 0,0 0 0 0 0,0 0-1 0 0,0 0 1 0 0,0-1-1 0 0,0 1 1 0 0,0 0-1 0 0,0 0 1 0 0,-1 0 0 0 0,1 1-1 0 0,-1 1 3 0 0,-1 0-1 0 0,1-1 1 0 0,0 1-1 0 0,-1 0 1 0 0,0-1-1 0 0,1 0 1 0 0,-1 1-1 0 0,0-1 1 0 0,-3 3-1 0 0,-8 4 50 0 0,1 0-1 0 0,-1-1 1 0 0,0 0 0 0 0,-1-1-1 0 0,0-1 1 0 0,0 0-1 0 0,-22 6 1 0 0,19-5 759 0 0,8-1-2596 0 0</inkml:trace>
</inkml:ink>
</file>

<file path=ppt/ink/ink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25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18 276 0 0,'1'-1'10342'0'0,"-11"19"-6417"0"0,5-9-3763 0 0,1 0 0 0 0,0 0 0 0 0,0 0 0 0 0,1 1 0 0 0,-3 11 0 0 0,6-18-113 0 0,-1-1-1 0 0,1 1 1 0 0,1-1 0 0 0,-1 1 0 0 0,0-1-1 0 0,1 1 1 0 0,-1-1 0 0 0,1 0 0 0 0,0 1-1 0 0,0-1 1 0 0,0 0 0 0 0,2 4 0 0 0,-3-5-52 0 0,1 0 0 0 0,-1-1 0 0 0,1 1 0 0 0,0 0 0 0 0,0-1 0 0 0,-1 1 0 0 0,1 0 0 0 0,0-1 0 0 0,0 1 0 0 0,0-1 0 0 0,-1 1 0 0 0,1-1 0 0 0,0 0 0 0 0,0 1 0 0 0,0-1 0 0 0,0 0 0 0 0,0 0 0 0 0,0 1 0 0 0,0-1 0 0 0,0 0 0 0 0,0 0 0 0 0,0 0 0 0 0,0 0 0 0 0,0 0 0 0 0,0-1 0 0 0,0 1 0 0 0,0 0 0 0 0,0 0 0 0 0,0-1 0 0 0,0 1 0 0 0,0 0 0 0 0,0-1 0 0 0,-1 1 0 0 0,1-1-1 0 0,0 1 1 0 0,1-2 0 0 0,28-13-205 0 0,-16 7 61 0 0,1 0 0 0 0,-1 0 1 0 0,16-13-1 0 0,-16 11-205 0 0,-16 21 243 0 0,1-9 107 0 0,0 0 0 0 0,0 0 1 0 0,0 0-1 0 0,1 0 0 0 0,-1 0 0 0 0,0 0 0 0 0,1 1 0 0 0,0-1 0 0 0,-1 0 0 0 0,1 1 0 0 0,0-1 0 0 0,0 0 0 0 0,0 0 0 0 0,0 1 0 0 0,1-1 0 0 0,-1 0 0 0 0,1 0 0 0 0,-1 1 0 0 0,1-1 0 0 0,0 0 0 0 0,0 0 0 0 0,0 0 0 0 0,0 0 0 0 0,0 0 0 0 0,0 0 0 0 0,1 0 0 0 0,-1 0 0 0 0,1-1 0 0 0,1 3 0 0 0,0-2-1 0 0,6 0 6 0 0,-5-1-1 0 0,-1-1 0 0 0,0 0 1 0 0,1 0-1 0 0,-1 0 0 0 0,1 0 0 0 0,-1 0 0 0 0,0-1 1 0 0,1 1-1 0 0,-1-1 0 0 0,0 0 0 0 0,1 0 0 0 0,-1 0 1 0 0,0-1-1 0 0,0 1 0 0 0,0-1 0 0 0,4-2 0 0 0,4-2 6 0 0,17-8 6 0 0,0-1 1 0 0,38-28 0 0 0,-42 27-13 0 0,-21 12-1 0 0,5-5 9 0 0,-7 10-15 0 0,0-1-1 0 0,0 0 1 0 0,0 0 0 0 0,0 1 0 0 0,0-1-1 0 0,0 0 1 0 0,0 1 0 0 0,-1-1 0 0 0,1 1 0 0 0,0-1-1 0 0,0 1 1 0 0,-1-1 0 0 0,1 1 0 0 0,0 0-1 0 0,-1-1 1 0 0,1 1 0 0 0,0 0 0 0 0,-1 0-1 0 0,1-1 1 0 0,-1 1 0 0 0,1 0 0 0 0,-1 1-1 0 0,4 3-60 0 0,1-1 0 0 0,-1 1-1 0 0,0-1 1 0 0,1 0-1 0 0,0 0 1 0 0,0-1 0 0 0,0 1-1 0 0,1-1 1 0 0,-1 0 0 0 0,1 0-1 0 0,-1-1 1 0 0,1 0-1 0 0,0 0 1 0 0,0 0 0 0 0,0-1-1 0 0,0 0 1 0 0,0 0 0 0 0,0 0-1 0 0,1-1 1 0 0,-1 0 0 0 0,0 0-1 0 0,0 0 1 0 0,0-1-1 0 0,8-2 1 0 0,11-1-119 0 0,-1-2-1 0 0,0-1 1 0 0,0-1-1 0 0,37-18 1 0 0,-56 24 278 0 0,0-1 0 0 0,0 0 0 0 0,0 0 0 0 0,0 0-1 0 0,0 0 1 0 0,0-1 0 0 0,-1 0 0 0 0,0 0 0 0 0,8-10 1421 0 0,-18 16-1403 0 0,2-1-86 0 0,1 0-1 0 0,-1 0 1 0 0,1 0-1 0 0,-1 1 1 0 0,1-1-1 0 0,0 1 1 0 0,0 0-1 0 0,0 0 1 0 0,0 0-1 0 0,0 0 1 0 0,0 1-1 0 0,0-1 1 0 0,1 1-1 0 0,-1-1 1 0 0,1 1 0 0 0,0 0-1 0 0,0 0 1 0 0,0 0-1 0 0,0 1 1 0 0,0-1-1 0 0,1 0 1 0 0,0 1-1 0 0,-1-1 1 0 0,0 4-1 0 0,2-6-23 0 0,0 0-1 0 0,0 0 0 0 0,1-1 0 0 0,-1 1 0 0 0,0 0 0 0 0,0 0 1 0 0,0-1-1 0 0,1 1 0 0 0,-1 0 0 0 0,0-1 0 0 0,0 1 1 0 0,1 0-1 0 0,-1-1 0 0 0,1 1 0 0 0,-1-1 0 0 0,1 1 1 0 0,-1 0-1 0 0,1-1 0 0 0,-1 1 0 0 0,1-1 0 0 0,-1 1 0 0 0,1-1 1 0 0,0 0-1 0 0,-1 1 0 0 0,1-1 0 0 0,0 0 0 0 0,-1 1 1 0 0,1-1-1 0 0,0 0 0 0 0,-1 0 0 0 0,1 1 0 0 0,0-1 0 0 0,-1 0 1 0 0,1 0-1 0 0,1 0 0 0 0,24 3-91 0 0,83-12-403 0 0,-84 6 376 0 0,0 0-1 0 0,0 1 0 0 0,1 2 0 0 0,40 4 0 0 0,-63-4 93 0 0,0 1-1 0 0,1 0 0 0 0,-1 0 1 0 0,1 0-1 0 0,-1 0 0 0 0,0 0 0 0 0,0 1 1 0 0,0-1-1 0 0,0 1 0 0 0,0 0 1 0 0,0 0-1 0 0,5 4 0 0 0,-7-5 40 0 0,0 1-1 0 0,0-1 0 0 0,0 1 1 0 0,0-1-1 0 0,0 1 0 0 0,0 0 0 0 0,0-1 1 0 0,0 1-1 0 0,-1 0 0 0 0,1 0 1 0 0,-1 0-1 0 0,1-1 0 0 0,-1 1 0 0 0,0 0 1 0 0,0 0-1 0 0,1 0 0 0 0,-2 3 1 0 0,0-1-226 0 0,0 0 0 0 0,0 0-1 0 0,0 0 1 0 0,-1-1 0 0 0,1 1 0 0 0,-1-1 0 0 0,0 1 0 0 0,0-1 0 0 0,0 1 0 0 0,-1-1 0 0 0,1 0 0 0 0,-1 0 0 0 0,0 0 0 0 0,1-1 0 0 0,-2 1 0 0 0,1-1 0 0 0,0 0 0 0 0,0 1 0 0 0,-1-1 0 0 0,-5 2 0 0 0,-7 3-3354 0 0,1-4 274 0 0</inkml:trace>
</inkml:ink>
</file>

<file path=ppt/ink/ink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8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10 693 148 0 0,'-1'0'257'0'0,"1"1"0"0"0,-1-1 0 0 0,1 0 0 0 0,-1 0 0 0 0,1 0 0 0 0,-1 1 0 0 0,1-1-1 0 0,-1 0 1 0 0,1 1 0 0 0,-1-1 0 0 0,1 0 0 0 0,0 1 0 0 0,-1-1 0 0 0,1 1 0 0 0,0-1 0 0 0,-1 1 0 0 0,1-1 0 0 0,0 1 0 0 0,-1-1 0 0 0,1 1 0 0 0,0-1 0 0 0,0 1-1 0 0,0-1 1 0 0,0 1 0 0 0,-1-1 0 0 0,1 1 0 0 0,0-1 0 0 0,0 1 0 0 0,0-1 0 0 0,0 1 0 0 0,0-1 0 0 0,0 2 0 0 0,18 0 1532 0 0,25-8-1779 0 0,10-7 591 0 0,80-32-1 0 0,-118 39-523 0 0,-1 0 1 0 0,0-2-1 0 0,0 0 0 0 0,0 0 0 0 0,-1-1 1 0 0,-1-1-1 0 0,0 0 0 0 0,0 0 1 0 0,-1-2-1 0 0,12-13 0 0 0,-21 23-60 0 0,0-1-1 0 0,0 1 1 0 0,0-1 0 0 0,-1 0-1 0 0,1 1 1 0 0,-1-1 0 0 0,1 0-1 0 0,-1 0 1 0 0,0-1-1 0 0,0 1 1 0 0,0 0 0 0 0,-1 0-1 0 0,1 0 1 0 0,-1 0 0 0 0,0-1-1 0 0,0 1 1 0 0,0 0-1 0 0,0-1 1 0 0,0 1 0 0 0,-1 0-1 0 0,1 0 1 0 0,-1 0 0 0 0,0-1-1 0 0,0 1 1 0 0,0 0-1 0 0,0 0 1 0 0,-1 0 0 0 0,1 1-1 0 0,-1-1 1 0 0,-3-4 0 0 0,2 4-4 0 0,0 0 1 0 0,0 0 0 0 0,-1 0 0 0 0,0 0 0 0 0,1 1 0 0 0,-1 0 0 0 0,0 0 0 0 0,0 0 0 0 0,0 0-1 0 0,0 0 1 0 0,-1 1 0 0 0,1 0 0 0 0,0 0 0 0 0,-1 0 0 0 0,1 0 0 0 0,-1 1 0 0 0,1-1-1 0 0,-1 1 1 0 0,1 0 0 0 0,-1 1 0 0 0,1-1 0 0 0,-5 2 0 0 0,-5 1 2 0 0,0 1-1 0 0,1 1 1 0 0,-1 0 0 0 0,1 0-1 0 0,1 1 1 0 0,-1 1 0 0 0,1 0 0 0 0,0 1-1 0 0,0 1 1 0 0,1 0 0 0 0,0 0 0 0 0,-15 17-1 0 0,22-21-9 0 0,0-1-1 0 0,0 1 0 0 0,0 0 0 0 0,1 0 1 0 0,-1 1-1 0 0,1-1 0 0 0,0 1 1 0 0,1 0-1 0 0,0-1 0 0 0,0 1 1 0 0,0 0-1 0 0,0 0 0 0 0,1 0 0 0 0,0 1 1 0 0,0-1-1 0 0,1 0 0 0 0,0 0 1 0 0,0 1-1 0 0,0-1 0 0 0,1 0 1 0 0,0 0-1 0 0,0 1 0 0 0,0-1 0 0 0,1 0 1 0 0,0 0-1 0 0,0-1 0 0 0,1 1 1 0 0,0 0-1 0 0,0-1 0 0 0,7 11 1 0 0,-4-7-7 0 0,2 0 1 0 0,-1 0-1 0 0,1-1 1 0 0,0 0 0 0 0,1 0-1 0 0,0-1 1 0 0,0 0-1 0 0,1-1 1 0 0,-1 0 0 0 0,1 0-1 0 0,1-1 1 0 0,-1 0-1 0 0,1-1 1 0 0,0 0 0 0 0,0-1-1 0 0,0 0 1 0 0,13 1-1 0 0,-5-2-54 0 0,-1-1 0 0 0,0-1 0 0 0,0-1-1 0 0,1-1 1 0 0,-1 0 0 0 0,0-1 0 0 0,0-1 0 0 0,0-1-1 0 0,-1-1 1 0 0,22-9 0 0 0,-14 4-60 0 0,0 0 1 0 0,-1-2 0 0 0,-1-1-1 0 0,0-1 1 0 0,-1 0 0 0 0,0-2-1 0 0,-1-1 1 0 0,-1 0-1 0 0,-1-2 1 0 0,26-33 0 0 0,-38 43 200 0 0,-1 0 1 0 0,0 0-1 0 0,0 0 1 0 0,-1-1-1 0 0,0 1 1 0 0,-1-1-1 0 0,-1-1 1 0 0,1 1-1 0 0,-2 0 1 0 0,3-21-1 0 0,-5 31 251 0 0,0-8-222 0 0,1 9 281 0 0,1 16-340 0 0,-2 1 0 0 0,-1 27 0 0 0,-1-7-7 0 0,-1 8 35 0 0,3-43-64 0 0,0-2-18 0 0,-1 0 1 0 0,1 1-1 0 0,0-1 0 0 0,0 0 1 0 0,-1 1-1 0 0,1-1 0 0 0,0 0 1 0 0,0 1-1 0 0,0-1 1 0 0,-1 0-1 0 0,1 1 0 0 0,0-1 1 0 0,0 0-1 0 0,0 1 0 0 0,0-1 1 0 0,0 1-1 0 0,0-1 0 0 0,0 0 1 0 0,0 1-1 0 0,0-1 0 0 0,0 0 1 0 0,0 1-1 0 0,0-1 1 0 0,0 1-1 0 0,0-1 0 0 0,0 0 1 0 0,0 1-1 0 0,0-1 0 0 0,1 1 1 0 0,-1-1-1 0 0,0 0 0 0 0,0 1 1 0 0,1-1-1 0 0,-1 0-4 0 0,-1 1-1 0 0,1-1 1 0 0,0 0-1 0 0,0 1 1 0 0,0-1-1 0 0,0 0 1 0 0,0 0-1 0 0,0 1 0 0 0,1-1 1 0 0,-1 0-1 0 0,0 0 1 0 0,0 1-1 0 0,0-1 1 0 0,0 0-1 0 0,0 0 1 0 0,0 1-1 0 0,0-1 1 0 0,0 0-1 0 0,1 0 1 0 0,-1 1-1 0 0,0-1 1 0 0,0 0-1 0 0,0 0 1 0 0,1 0-1 0 0,-1 0 1 0 0,0 1-1 0 0,0-1 1 0 0,0 0-1 0 0,1 0 1 0 0,-1 0-1 0 0,0 0 1 0 0,0 0-1 0 0,1 0 1 0 0,-1 1-1 0 0,0-1 1 0 0,0 0-1 0 0,1 0 1 0 0,-1 0-1 0 0,0 0 1 0 0,1 0-1 0 0,-1 0 1 0 0,0 0-1 0 0,0 0 1 0 0,1 0-1 0 0,-1 0 1 0 0,0 0-1 0 0,0 0 0 0 0,1-1 1 0 0,-1 1-1 0 0,1 0 1 0 0,78-93-851 0 0,-76 92 833 0 0,1-1 0 0 0,-1 1 1 0 0,0 0-1 0 0,1 0 0 0 0,-1 0 1 0 0,1 0-1 0 0,-1 1 1 0 0,1-1-1 0 0,-1 1 0 0 0,1 0 1 0 0,-1 0-1 0 0,1 0 0 0 0,0 0 1 0 0,-1 1-1 0 0,1 0 1 0 0,-1 0-1 0 0,0 0 0 0 0,5 1 1 0 0,12 2-19 0 0,-7-3 11 0 0,0 0 0 0 0,1-1 0 0 0,-1-1 0 0 0,1 0 0 0 0,-1 0 0 0 0,0-2 0 0 0,0 1 0 0 0,0-2 0 0 0,0 0 0 0 0,0 0 0 0 0,-1-1 0 0 0,0-1 0 0 0,0 0 0 0 0,0-1 0 0 0,-1 0 0 0 0,0 0 0 0 0,0-2 0 0 0,-1 1 0 0 0,14-15 0 0 0,-13 11 38 0 0,-1 0-1 0 0,0 0 0 0 0,-1-1 1 0 0,-1 0-1 0 0,0-1 1 0 0,0 0-1 0 0,-2 0 1 0 0,1-1-1 0 0,-2 0 0 0 0,0 0 1 0 0,-1 0-1 0 0,0 0 1 0 0,-2-1-1 0 0,1 1 0 0 0,-2-1 1 0 0,0-20-1 0 0,-1 27 96 0 0,-1 0 1 0 0,1-1-1 0 0,-1 1 0 0 0,-1 0 0 0 0,0 0 1 0 0,0 0-1 0 0,-1 0 0 0 0,0 0 0 0 0,-1 1 1 0 0,1-1-1 0 0,-2 1 0 0 0,1 0 1 0 0,-1 0-1 0 0,0 1 0 0 0,-12-14 0 0 0,15 20 27 0 0,0 2-124 0 0,0 0 1 0 0,1-1-1 0 0,-1 1 1 0 0,0 0-1 0 0,0 1 1 0 0,0-1-1 0 0,1 0 1 0 0,-1 0-1 0 0,0 1 1 0 0,1-1-1 0 0,-1 1 1 0 0,1-1-1 0 0,0 1 1 0 0,0 0-1 0 0,-1-1 1 0 0,1 1-1 0 0,0 0 0 0 0,0 0 1 0 0,-1 4-1 0 0,-15 39 93 0 0,3 2-57 0 0,2 1-1 0 0,2 1 0 0 0,-3 56 0 0 0,11-86-31 0 0,2 0 0 0 0,0-1 0 0 0,1 1-1 0 0,0-1 1 0 0,2 1 0 0 0,0-1 0 0 0,1 0-1 0 0,1 0 1 0 0,1 0 0 0 0,0-1 0 0 0,14 27-1 0 0,-18-41-25 0 0,0 0 0 0 0,0 0 0 0 0,0 0 0 0 0,0-1 0 0 0,1 1 0 0 0,-1 0 0 0 0,1-1 0 0 0,-1 0 0 0 0,1 1 0 0 0,0-1 0 0 0,0 0 0 0 0,0 0 0 0 0,0-1 0 0 0,0 1 0 0 0,0-1 0 0 0,1 1 0 0 0,-1-1 0 0 0,0 0 0 0 0,5 0 0 0 0,-1 0-19 0 0,-1-1-1 0 0,0 0 1 0 0,0 0 0 0 0,0-1-1 0 0,0 0 1 0 0,0 0 0 0 0,0 0 0 0 0,0-1-1 0 0,-1 0 1 0 0,9-4 0 0 0,6-4-53 0 0,1-1 0 0 0,-2-2 0 0 0,0 0 0 0 0,30-26 0 0 0,-24 17 83 0 0,-9 10 180 0 0,-1-1-1 0 0,-1 0 1 0 0,0-1-1 0 0,18-25 1 0 0,-26 22 1269 0 0,-17 18-552 0 0,8 0-859 0 0,1 0 0 0 0,-1 1-1 0 0,1-1 1 0 0,0 1 0 0 0,-1 0 0 0 0,1 0-1 0 0,0-1 1 0 0,0 1 0 0 0,0 1 0 0 0,0-1-1 0 0,-2 4 1 0 0,-1 3-4 0 0,1 1 0 0 0,0-1 0 0 0,1 1 0 0 0,0 0 1 0 0,0 0-1 0 0,1 0 0 0 0,0 0 0 0 0,1 0 0 0 0,0 1 0 0 0,1-1 0 0 0,1 14 0 0 0,-1-22-41 0 0,1 0-1 0 0,-1 0 1 0 0,1 0-1 0 0,-1 0 1 0 0,1 0-1 0 0,0 0 1 0 0,0-1-1 0 0,-1 1 1 0 0,1 0 0 0 0,0-1-1 0 0,1 1 1 0 0,-1 0-1 0 0,0-1 1 0 0,0 0-1 0 0,1 1 1 0 0,-1-1-1 0 0,1 0 1 0 0,-1 1 0 0 0,1-1-1 0 0,0 0 1 0 0,-1 0-1 0 0,1 0 1 0 0,0-1-1 0 0,0 1 1 0 0,0 0-1 0 0,-1-1 1 0 0,1 1 0 0 0,0-1-1 0 0,0 1 1 0 0,0-1-1 0 0,0 0 1 0 0,0 0-1 0 0,0 0 1 0 0,0 0 0 0 0,0 0-1 0 0,0 0 1 0 0,0-1-1 0 0,0 1 1 0 0,2-1-1 0 0,6-2-94 0 0,-1 0 0 0 0,1 0 0 0 0,-1-1 0 0 0,0 0 0 0 0,14-8 1 0 0,168-108-1216 0 0,-189 119 1274 0 0,1 2 32 0 0,1 0 0 0 0,-1 1 0 0 0,1-1 0 0 0,-1 1 0 0 0,0 0 0 0 0,0 0 0 0 0,1 0 0 0 0,-2 1 0 0 0,1-1 0 0 0,0 1 0 0 0,0 0 0 0 0,-1-1-1 0 0,1 1 1 0 0,-1 0 0 0 0,3 6 0 0 0,22 20-133 0 0,-23-26 110 0 0,0-1-1 0 0,0 0 0 0 0,1 0 0 0 0,-1 0 0 0 0,0 0 0 0 0,1-1 0 0 0,-1 0 1 0 0,1 0-1 0 0,0 0 0 0 0,-1 0 0 0 0,1-1 0 0 0,0 0 0 0 0,-1 0 1 0 0,1 0-1 0 0,0 0 0 0 0,-1-1 0 0 0,1 0 0 0 0,8-2 0 0 0,-5 0-18 0 0,0 1-1 0 0,-1-1 1 0 0,1 0-1 0 0,-1-1 0 0 0,1 0 1 0 0,-1 0-1 0 0,0 0 0 0 0,0-1 1 0 0,10-10-1 0 0,-11 9 73 0 0,-1 0 0 0 0,0-1 0 0 0,-1 0 0 0 0,0 0 0 0 0,0 0 0 0 0,6-14-1 0 0,-8 16 95 0 0,-1 4 147 0 0,-4-24 3212 0 0,5 30-3482 0 0,0 0 1 0 0,0 0-1 0 0,1-1 0 0 0,0 1 0 0 0,-1-1 0 0 0,1 1 0 0 0,1-1 0 0 0,-1 0 0 0 0,1 0 0 0 0,0-1 0 0 0,-1 1 1 0 0,2-1-1 0 0,-1 0 0 0 0,9 6 0 0 0,-9-7-457 0 0,0-1 0 0 0,-1 1 1 0 0,1-1-1 0 0,0 0 0 0 0,0 0 0 0 0,0 0 0 0 0,0-1 1 0 0,0 1-1 0 0,1-1 0 0 0,-1 0 0 0 0,0 0 1 0 0,0 0-1 0 0,0-1 0 0 0,8-1 0 0 0,2-2-3496 0 0,-3 2 302 0 0</inkml:trace>
</inkml:ink>
</file>

<file path=ppt/ink/ink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8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19 116 0 0,'0'0'1496'0'0,"-12"-6"2176"0"0,0 1-999 0 0,6-2-1329 0 0</inkml:trace>
</inkml:ink>
</file>

<file path=ppt/ink/ink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3:58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42 376 0 0,'0'0'7645'0'0,"23"-22"-7345"0"0,-7 17-368 0 0,11 1-460 0 0,2-2-764 0 0,-11 5-1389 0 0,8-3 613 0 0</inkml:trace>
</inkml:ink>
</file>

<file path=ppt/ink/ink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00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385 101 812 0 0,'2'-29'3434'0'0,"-4"18"-2469"0"0,2 6-547 0 0,0 1-1 0 0,-1-1 1 0 0,0 1 0 0 0,0 0 0 0 0,0-1 0 0 0,-1 1-1 0 0,1 0 1 0 0,-1 0 0 0 0,0 0 0 0 0,0 0-1 0 0,-5-7 1 0 0,6 10-167 0 0,-2 0-182 0 0,0 1 1 0 0,0-1-1 0 0,0 1 0 0 0,0 0 0 0 0,0 0 1 0 0,0 0-1 0 0,0 1 0 0 0,1-1 1 0 0,-1 0-1 0 0,0 1 0 0 0,0 0 0 0 0,0 0 1 0 0,-3 1-1 0 0,-20 12 125 0 0,1 0 0 0 0,1 2 0 0 0,0 1 1 0 0,1 0-1 0 0,1 2 0 0 0,1 1 0 0 0,0 0 0 0 0,2 2 0 0 0,0 0 0 0 0,2 1 0 0 0,0 1 0 0 0,2 0 1 0 0,-18 37-1 0 0,31-55-160 0 0,-1 0 0 0 0,1 1 0 0 0,0-1 0 0 0,1 0 0 0 0,0 1 0 0 0,0-1 1 0 0,0 1-1 0 0,0 0 0 0 0,1-1 0 0 0,1 1 0 0 0,-1-1 0 0 0,1 1 0 0 0,0-1 1 0 0,0 1-1 0 0,1-1 0 0 0,-1 1 0 0 0,2-1 0 0 0,-1 0 0 0 0,1 0 0 0 0,0 0 0 0 0,0 0 1 0 0,0-1-1 0 0,7 8 0 0 0,-5-6-16 0 0,2-1-1 0 0,-1 0 1 0 0,1-1 0 0 0,0 1 0 0 0,0-1 0 0 0,0-1-1 0 0,1 1 1 0 0,-1-1 0 0 0,1 0 0 0 0,0-1 0 0 0,0 0-1 0 0,1 0 1 0 0,-1-1 0 0 0,1 0 0 0 0,-1-1-1 0 0,1 1 1 0 0,13-1 0 0 0,6-1-55 0 0,0-1-1 0 0,0-2 1 0 0,0-1 0 0 0,-1-1 0 0 0,1-1-1 0 0,-1-1 1 0 0,0-1 0 0 0,-1-2 0 0 0,0-1-1 0 0,-1-1 1 0 0,0-1 0 0 0,27-19-1 0 0,-21 3-36 0 0,-24 23 67 0 0,-1-1 0 0 0,1 1 0 0 0,0 0 0 0 0,0 1 0 0 0,12-8 0 0 0,-17 12-20 0 0,-2 1-8 0 0,0 0 28 0 0,0 0 0 0 0,0-1-1 0 0,0 1 1 0 0,0 0-1 0 0,0 0 1 0 0,0 0 0 0 0,0-1-1 0 0,0 1 1 0 0,0 0-1 0 0,0 0 1 0 0,0 0 0 0 0,1-1-1 0 0,-1 1 1 0 0,0 0 0 0 0,0 0-1 0 0,0 0 1 0 0,0 0-1 0 0,0-1 1 0 0,0 1 0 0 0,1 0-1 0 0,-1 0 1 0 0,0 0-1 0 0,0 0 1 0 0,0 0 0 0 0,0-1-1 0 0,1 1 1 0 0,-1 0 0 0 0,0 0-1 0 0,0 0 1 0 0,0 0-1 0 0,1 0 1 0 0,-1 0 0 0 0,0 0-1 0 0,0 0 1 0 0,0 0-1 0 0,1 0 1 0 0,-1 0 0 0 0,0 0-1 0 0,0 0 1 0 0,0 0 0 0 0,1 0-1 0 0,-1 0 1 0 0,0 0-1 0 0,0 0 1 0 0,0 0 0 0 0,1 0-1 0 0,-1 0 1 0 0,0 0-1 0 0,0 0 1 0 0,0 1 0 0 0,1-1-1 0 0,7 6-56 0 0,0 0-1 0 0,0 0 0 0 0,0-1 0 0 0,1 0 0 0 0,0 0 1 0 0,0-1-1 0 0,0 0 0 0 0,0-1 0 0 0,1 0 0 0 0,0-1 1 0 0,19 3-1 0 0,-22-4 41 0 0,-4 0 21 0 0,-1 0 1 0 0,1-1 0 0 0,0 1-1 0 0,0-1 1 0 0,-1 0-1 0 0,1 0 1 0 0,0 0 0 0 0,0 0-1 0 0,0-1 1 0 0,-1 1 0 0 0,1-1-1 0 0,0 1 1 0 0,-1-1 0 0 0,1 0-1 0 0,0 0 1 0 0,-1 0 0 0 0,4-2-1 0 0,-5 2 132 0 0,-20-29 194 0 0,11 22-262 0 0,0 2 0 0 0,-1-1-1 0 0,0 1 1 0 0,0 1 0 0 0,-14-7-1 0 0,-5 4-3035 0 0,17 18 810 0 0</inkml:trace>
</inkml:ink>
</file>

<file path=ppt/ink/ink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01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8 720 0 0,'27'-6'3573'0'0,"-20"5"-3267"0"0,0 1-1 0 0,0-1 1 0 0,0 2 0 0 0,0-1 0 0 0,0 1-1 0 0,0 0 1 0 0,0 0 0 0 0,0 0-1 0 0,-1 1 1 0 0,1 0 0 0 0,6 4-1 0 0,-9-5-205 0 0,0 2-1 0 0,0-1 1 0 0,0 0-1 0 0,0 1 1 0 0,-1-1-1 0 0,1 1 1 0 0,-1 0-1 0 0,1 1 1 0 0,-1-1-1 0 0,0 0 1 0 0,-1 1-1 0 0,1 0 1 0 0,0-1-1 0 0,-1 1 1 0 0,0 0-1 0 0,0 0 1 0 0,3 9-1 0 0,-9 15 333 0 0,1-18 786 0 0,4-16-1411 0 0,1 0 0 0 0,1 0 0 0 0,-1 1 0 0 0,1 0-1 0 0,0-1 1 0 0,0 1 0 0 0,0 0 0 0 0,1 0 0 0 0,0 1 0 0 0,0-1-1 0 0,0 1 1 0 0,1 0 0 0 0,-1 0 0 0 0,1 0 0 0 0,0 1 0 0 0,0-1-1 0 0,0 1 1 0 0,11-4 0 0 0,10-7-3639 0 0,-12 7 1636 0 0</inkml:trace>
</inkml:ink>
</file>

<file path=ppt/ink/ink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01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32 1160 0 0,'0'0'2009'0'0,"9"8"1026"0"0,-18 138 719 0 0,2-67-2623 0 0,-31 152 0 0 0,23-179-522 0 0,14-50 76 0 0,-1-3-671 0 0,0-1 0 0 0,0 0-1 0 0,1 1 1 0 0,-1-1 0 0 0,0 0 0 0 0,1 0 0 0 0,-1 0 0 0 0,1 0-1 0 0,0 0 1 0 0,-2-4 0 0 0,3 6-2 0 0,-3-10 13 0 0,0 1-1 0 0,0 0 1 0 0,1-1 0 0 0,1 0-1 0 0,0 1 1 0 0,0-1 0 0 0,1 0-1 0 0,0 1 1 0 0,0-1 0 0 0,1 0-1 0 0,3-12 1 0 0,-2 11-10 0 0,2-22 5 0 0,1 0 1 0 0,2 1-1 0 0,2-1 1 0 0,17-44-1 0 0,-20 63-29 0 0,0 0-1 0 0,1 1 0 0 0,0 0 0 0 0,1 0 0 0 0,1 1 0 0 0,0 0 0 0 0,0 0 1 0 0,1 1-1 0 0,1 1 0 0 0,0-1 0 0 0,0 2 0 0 0,18-13 0 0 0,-27 21 2 0 0,0 0 0 0 0,-1-1 0 0 0,1 1 0 0 0,0 0 0 0 0,0 0 0 0 0,0 0 0 0 0,0 0 0 0 0,0 0 0 0 0,0 1 0 0 0,0-1 0 0 0,1 1 0 0 0,-1-1 0 0 0,0 1 0 0 0,0 0 0 0 0,0 0 0 0 0,1 0 0 0 0,-1 0 0 0 0,0 0 0 0 0,0 0 0 0 0,0 0 0 0 0,1 1 0 0 0,-1-1 0 0 0,0 1 0 0 0,0 0 0 0 0,0 0 0 0 0,0-1 0 0 0,0 1 0 0 0,0 1 0 0 0,0-1 0 0 0,0 0 0 0 0,-1 0 0 0 0,1 1 0 0 0,0-1-1 0 0,-1 1 1 0 0,1-1 0 0 0,-1 1 0 0 0,1 0 0 0 0,-1 0 0 0 0,1 2 0 0 0,0 0-7 0 0,0 0-1 0 0,0 0 0 0 0,-1 0 0 0 0,0 1 0 0 0,0-1 0 0 0,0 1 1 0 0,0-1-1 0 0,-1 1 0 0 0,1-1 0 0 0,-1 1 0 0 0,-1-1 1 0 0,1 1-1 0 0,0-1 0 0 0,-1 1 0 0 0,0-1 0 0 0,0 1 1 0 0,-1-1-1 0 0,-2 7 0 0 0,-1-1-44 0 0,-1-1 1 0 0,0 0-1 0 0,-1 0 1 0 0,0 0-1 0 0,0-1 1 0 0,-1 0-1 0 0,0 0 1 0 0,-1 0-1 0 0,0-2 1 0 0,0 1-1 0 0,0-1 1 0 0,-1 0-1 0 0,1-1 1 0 0,-1 0-1 0 0,-1 0 1 0 0,1-1-1 0 0,-1-1 1 0 0,0 0-1 0 0,1 0 1 0 0,-20 2-1 0 0,5-10-3083 0 0,19 1-973 0 0,1-4 1399 0 0</inkml:trace>
</inkml:ink>
</file>

<file path=ppt/ink/ink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02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1 892 0 0,'0'0'5387'0'0,"12"33"-3287"0"0,-11-25-1836 0 0,-1-4-147 0 0,0 0 1 0 0,0 0 0 0 0,0 1-1 0 0,1-1 1 0 0,0 0 0 0 0,-1 0 0 0 0,2 0-1 0 0,-1 0 1 0 0,0 0 0 0 0,1 0-1 0 0,0 0 1 0 0,0 0 0 0 0,0 0 0 0 0,0-1-1 0 0,0 1 1 0 0,1-1 0 0 0,0 1-1 0 0,-1-1 1 0 0,1 0 0 0 0,1 0 0 0 0,4 3-1 0 0,-6-6-95 0 0,0 1 0 0 0,0-1 0 0 0,1 0 0 0 0,-1 0 0 0 0,0-1 0 0 0,0 1 0 0 0,1 0 0 0 0,-1-1 0 0 0,0 1 0 0 0,0-1 0 0 0,0 0 0 0 0,0 0 0 0 0,0 0 0 0 0,0 0 0 0 0,0 0 0 0 0,0 0 0 0 0,0 0 0 0 0,-1-1 0 0 0,1 1 0 0 0,1-2 0 0 0,5-3 23 0 0,-1 0-1 0 0,0-1 1 0 0,0 1 0 0 0,0-1 0 0 0,7-12-1 0 0,-13 18 148 0 0,-1 9-186 0 0,2 30 24 0 0,-1-37-35 0 0,-1 0-1 0 0,0 0 1 0 0,1 0 0 0 0,-1 0-1 0 0,0 0 1 0 0,1 0 0 0 0,-1 0 0 0 0,1 0-1 0 0,-1 0 1 0 0,1 0 0 0 0,0 0 0 0 0,0 0-1 0 0,-1 0 1 0 0,1 0 0 0 0,0-1 0 0 0,0 1-1 0 0,0 0 1 0 0,0-1 0 0 0,0 1 0 0 0,-1 0-1 0 0,1-1 1 0 0,1 1 0 0 0,-1-1-1 0 0,0 1 1 0 0,0-1 0 0 0,0 0 0 0 0,2 1-1 0 0,-1-1-44 0 0,3-1-15 0 0,215-56-779 0 0,-218 56 831 0 0,0 1 0 0 0,0 0 0 0 0,1 0 0 0 0,-1 0-1 0 0,0-1 1 0 0,0 2 0 0 0,0-1 0 0 0,0 0 0 0 0,0 0 0 0 0,1 1 0 0 0,-1-1 0 0 0,0 1 0 0 0,0 0 0 0 0,0 0-1 0 0,0-1 1 0 0,0 1 0 0 0,-1 1 0 0 0,1-1 0 0 0,0 0 0 0 0,0 0 0 0 0,-1 1 0 0 0,3 1 0 0 0,-3-2 7 0 0,-1 0 1 0 0,1-1-1 0 0,0 1 1 0 0,0 0 0 0 0,-1 0-1 0 0,1 0 1 0 0,-1 0 0 0 0,1 0-1 0 0,-1 1 1 0 0,1-1 0 0 0,-1 0-1 0 0,0 0 1 0 0,1 0-1 0 0,-1 0 1 0 0,0 0 0 0 0,0 0-1 0 0,0 1 1 0 0,0-1 0 0 0,0 0-1 0 0,0 0 1 0 0,0 0 0 0 0,-1 0-1 0 0,1 1 1 0 0,0-1-1 0 0,0 0 1 0 0,-1 0 0 0 0,1 0-1 0 0,-1 0 1 0 0,1 0 0 0 0,-1 0-1 0 0,0 0 1 0 0,1 0-1 0 0,-1 0 1 0 0,0 0 0 0 0,1 0-1 0 0,-1-1 1 0 0,-1 2 0 0 0,-7 6-277 0 0,-40 33-955 0 0,13-19-3844 0 0,27-18 2843 0 0</inkml:trace>
</inkml:ink>
</file>

<file path=ppt/ink/ink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09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40 12 0 0,'-2'-14'3947'0'0,"5"-11"3418"0"0,-4 30-7212 0 0,-4 37 108 0 0,3 0 0 0 0,1-1 0 0 0,2 1 0 0 0,6 42 0 0 0,8 156 671 0 0,-18-191 10 0 0,-1-31-2870 0 0,3 4-6081 0 0</inkml:trace>
</inkml:ink>
</file>

<file path=ppt/ink/ink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09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4 188 76 0 0,'-4'-5'1572'0'0,"5"0"2865"0"0,4 0-4237 0 0,-1 0 1 0 0,0 0 0 0 0,1 0 0 0 0,0 0-1 0 0,0 1 1 0 0,0 0 0 0 0,1 0 0 0 0,-1 0-1 0 0,1 1 1 0 0,0 0 0 0 0,7-3 0 0 0,79-29 633 0 0,-77 30-686 0 0,31-12 47 0 0,10-4 301 0 0,67-14 0 0 0,-107 31-676 0 0,0 1 0 0 0,0 1 1 0 0,1 1-1 0 0,-1 0 0 0 0,0 1 0 0 0,1 0 0 0 0,-1 2 0 0 0,0 0 1 0 0,19 4-1 0 0,-33-5-33 0 0,1 0 0 0 0,-1-1 1 0 0,0 1-1 0 0,1 0 1 0 0,-1 0-1 0 0,0 0 0 0 0,0 0 1 0 0,0 1-1 0 0,0-1 0 0 0,0 1 1 0 0,0-1-1 0 0,0 1 0 0 0,0 0 1 0 0,-1-1-1 0 0,1 1 0 0 0,-1 0 1 0 0,1 0-1 0 0,-1 0 0 0 0,0 0 1 0 0,0 1-1 0 0,0-1 0 0 0,0 0 1 0 0,1 4-1 0 0,1 6-1904 0 0</inkml:trace>
</inkml:ink>
</file>

<file path=ppt/ink/ink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09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38 484 0 0,'-1'1'137'0'0,"1"0"0"0"0,-1 0 0 0 0,1 0 0 0 0,0 1 0 0 0,-1-1 0 0 0,1 0 0 0 0,0 0 0 0 0,0 1 0 0 0,0-1 0 0 0,-1 0 0 0 0,1 0 0 0 0,1 1 0 0 0,-1-1 0 0 0,0 0 0 0 0,0 0 0 0 0,0 1 0 0 0,1-1 0 0 0,-1 0 0 0 0,0 0 0 0 0,1 0 0 0 0,0 0 0 0 0,-1 1 0 0 0,1-1 0 0 0,-1 0 0 0 0,1 0 0 0 0,2 2 0 0 0,-1-2-7 0 0,0 0-1 0 0,0 1 0 0 0,1-1 0 0 0,-1 0 0 0 0,0 0 1 0 0,1 0-1 0 0,-1 0 0 0 0,1-1 0 0 0,-1 1 0 0 0,1-1 1 0 0,0 1-1 0 0,4-1 0 0 0,11 0 120 0 0,1-1 0 0 0,-1-1-1 0 0,20-5 1 0 0,-26 5 58 0 0,121-30 61 0 0,-44 4-3647 0 0,-78 24 2363 0 0,15-3-962 0 0</inkml:trace>
</inkml:ink>
</file>

<file path=ppt/ink/ink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0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22 288 0 0,'0'0'1292'0'0,"1"-22"9009"0"0,5 36-10034 0 0,0 0-1 0 0,-2 1 1 0 0,1-1-1 0 0,-2 1 1 0 0,0 0-1 0 0,1 17 1 0 0,0 96 631 0 0,-4-124-878 0 0,0 8-621 0 0,0 0-1 0 0,-1 0 1 0 0,0 0-1 0 0,0 0 0 0 0,-2 0 1 0 0,-4 14-1 0 0,7-25-462 0 0</inkml:trace>
</inkml:ink>
</file>

<file path=ppt/ink/ink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0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36 392 0 0,'0'-1'179'0'0,"-1"0"-1"0"0,1 0 1 0 0,0 0 0 0 0,-1 0 0 0 0,1 0-1 0 0,0 0 1 0 0,0 0 0 0 0,-1 0-1 0 0,1 0 1 0 0,0 0 0 0 0,0 0-1 0 0,0 0 1 0 0,0 1 0 0 0,0-1 0 0 0,0 0-1 0 0,1 0 1 0 0,-1 0 0 0 0,0 0-1 0 0,0 0 1 0 0,1 0 0 0 0,-1 0 0 0 0,1 0-1 0 0,-1 0 1 0 0,0 0 0 0 0,1 1-1 0 0,0-1 1 0 0,-1 0 0 0 0,1 0-1 0 0,-1 1 1 0 0,1-1 0 0 0,0 0 0 0 0,1 0-1 0 0,2-1-30 0 0,-1 1-1 0 0,1 1 1 0 0,0-1-1 0 0,0 0 0 0 0,0 1 1 0 0,0 0-1 0 0,-1 0 1 0 0,7 1-1 0 0,37 0 543 0 0,1 3 0 0 0,86 19-1 0 0,-115-19-563 0 0,0 2-1 0 0,-1 0 1 0 0,0 1-1 0 0,0 0 1 0 0,-1 2-1 0 0,0 0 1 0 0,0 1-1 0 0,-1 1 1 0 0,29 24-1 0 0,-41-31-100 0 0,0 0 0 0 0,0 0 0 0 0,0 0 0 0 0,-1 1-1 0 0,1-1 1 0 0,-1 1 0 0 0,-1 0 0 0 0,1 0 0 0 0,-1 0 0 0 0,1 0-1 0 0,-1 0 1 0 0,-1 0 0 0 0,1 1 0 0 0,-1-1 0 0 0,0 1 0 0 0,0-1-1 0 0,0 1 1 0 0,-1-1 0 0 0,0 1 0 0 0,0-1 0 0 0,-1 1-1 0 0,1 0 1 0 0,-1-1 0 0 0,0 1 0 0 0,-1-1 0 0 0,1 0 0 0 0,-1 1-1 0 0,-5 8 1 0 0,0-1 50 0 0,0-1 1 0 0,-1 0-1 0 0,-1-1 0 0 0,0 0 0 0 0,0 0 0 0 0,-1-1 0 0 0,-1 0 1 0 0,0-1-1 0 0,0 0 0 0 0,-16 9 0 0 0,1-2 146 0 0,-2-1-1 0 0,0-2 1 0 0,-1-1-1 0 0,0-1 1 0 0,-52 12 0 0 0,40-19-1084 0 0,39-4 329 0 0,-5-3-529 0 0,-5-2-693 0 0,10-1-2878 0 0</inkml:trace>
  <inkml:trace contextRef="#ctx0" brushRef="#br0" timeOffset="1">692 160 820 0 0,'21'-14'5043'0'0,"-21"14"-4921"0"0,1 0 0 0 0,-1 0 1 0 0,1 0-1 0 0,-1 0 0 0 0,1 0 0 0 0,-1 0 1 0 0,1 0-1 0 0,-1 1 0 0 0,1-1 0 0 0,-1 0 1 0 0,1 0-1 0 0,-1 0 0 0 0,1 0 0 0 0,-1 1 1 0 0,1-1-1 0 0,-1 0 0 0 0,1 1 0 0 0,-1-1 1 0 0,0 0-1 0 0,1 1 0 0 0,-1-1 0 0 0,0 0 1 0 0,1 1-1 0 0,-1-1 0 0 0,0 1 0 0 0,1 0 1 0 0,1 4 196 0 0,0 1 1 0 0,0-1-1 0 0,-1 1 1 0 0,1-1-1 0 0,-1 1 1 0 0,0 6-1 0 0,0-5-385 0 0,11 69 1134 0 0,-4-24-328 0 0,4 88-1 0 0,-20-56-1574 0 0,8-82 311 0 0</inkml:trace>
</inkml:ink>
</file>

<file path=ppt/ink/ink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0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97 856 0 0,'0'0'972'0'0,"8"-13"1506"0"0,2 5-2075 0 0,0 1 0 0 0,1 0 0 0 0,-1 1-1 0 0,1 0 1 0 0,1 0 0 0 0,-1 1 0 0 0,1 0 0 0 0,0 1 0 0 0,19-4 0 0 0,5 1-569 0 0,1 0-1 0 0,39 0 1 0 0,-47 11-4052 0 0,-20 1 2184 0 0</inkml:trace>
  <inkml:trace contextRef="#ctx0" brushRef="#br0" timeOffset="1">77 311 156 0 0,'-5'7'4888'0'0,"32"-3"-4395"0"0,-12-10-65 0 0,0 2-132 0 0,12-2-192 0 0,3-2-188 0 0,-1-3-260 0 0,-2 2-649 0 0,3-2-1067 0 0,-2-2 472 0 0</inkml:trace>
</inkml:ink>
</file>

<file path=ppt/ink/ink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1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60 540 0 0,'-11'-7'6502'0'0,"28"5"1134"0"0,-10 1-9955 0 0,-1 1 2361 0 0,12-2 82 0 0,105-19 133 0 0,-14 2-150 0 0,-56 11-69 0 0,-51 8-118 0 0,-8 10-4705 0 0,0 0 4239 0 0,-3-1-2674 0 0,-1-2 804 0 0</inkml:trace>
</inkml:ink>
</file>

<file path=ppt/ink/ink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3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37 384 0 0,'5'-9'1766'0'0,"7"-18"7712"0"0,-28 40-9170 0 0,1 2-1 0 0,0 0 1 0 0,1 1 0 0 0,0 0-1 0 0,1 1 1 0 0,1 0-1 0 0,-17 34 1 0 0,16-25-58 0 0,1-1 0 0 0,2 1 1 0 0,0 1-1 0 0,2 0 0 0 0,-8 44 1 0 0,12-38-38 0 0,2-1 1 0 0,1 1 0 0 0,1 0 0 0 0,2 0-1 0 0,8 43 1 0 0,-6-54-172 0 0,1-1-1 0 0,1 0 1 0 0,0-1-1 0 0,2 0 1 0 0,0 0 0 0 0,1 0-1 0 0,1-1 1 0 0,1 0-1 0 0,15 18 1 0 0,-20-28-184 0 0,2-1-1 0 0,-1-1 1 0 0,1 1-1 0 0,0-1 1 0 0,1 0 0 0 0,-1-1-1 0 0,1 0 1 0 0,1-1 0 0 0,17 9-1 0 0,-20-12-265 0 0,0 0-1 0 0,0 0 1 0 0,0 0-1 0 0,0-1 1 0 0,0 0-1 0 0,12 0 1 0 0,-13-1-444 0 0,1 0 1 0 0,0-1-1 0 0,-1 0 1 0 0,1 0-1 0 0,-1-1 1 0 0,0 0-1 0 0,12-5 1 0 0,9-6-2635 0 0</inkml:trace>
</inkml:ink>
</file>

<file path=ppt/ink/ink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4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19 460 0 0,'-7'-8'2984'0'0,"6"7"-2646"0"0,1 0 0 0 0,-1 1 0 0 0,1-1 0 0 0,-1 0 0 0 0,1 1 0 0 0,-1-1 0 0 0,1 1 0 0 0,-1-1-1 0 0,1 1 1 0 0,-1-1 0 0 0,0 1 0 0 0,1-1 0 0 0,-1 1 0 0 0,0 0 0 0 0,1-1 0 0 0,-1 1 0 0 0,0 0 0 0 0,0-1 0 0 0,1 1 0 0 0,-1 0 0 0 0,0 0 0 0 0,0 0 0 0 0,1 0 0 0 0,-1 0 0 0 0,-1 0-1 0 0,-19 28 218 0 0,2 0 0 0 0,1 2 0 0 0,1 0 0 0 0,-21 53 0 0 0,-36 140 1042 0 0,63-173-1281 0 0,-7 68 0 0 0,9-49-108 0 0,9-66-217 0 0,-1 1 1 0 0,2-1 0 0 0,-1 0-1 0 0,0 0 1 0 0,0 1 0 0 0,1-1-1 0 0,0 0 1 0 0,0 0 0 0 0,0 0 0 0 0,0 1-1 0 0,0-1 1 0 0,1 0 0 0 0,-1 0-1 0 0,1-1 1 0 0,0 1 0 0 0,0 0-1 0 0,0-1 1 0 0,0 1 0 0 0,0-1-1 0 0,0 1 1 0 0,1-1 0 0 0,-1 0 0 0 0,1 0-1 0 0,0 0 1 0 0,-1 0 0 0 0,1-1-1 0 0,0 1 1 0 0,0-1 0 0 0,0 0-1 0 0,0 0 1 0 0,1 0 0 0 0,-1 0-1 0 0,0 0 1 0 0,5 0 0 0 0,7-3-151 0 0,0-1-1 0 0,1 0 1 0 0,-1-2 0 0 0,-1 1-1 0 0,1-2 1 0 0,-1 0-1 0 0,0-1 1 0 0,0 0 0 0 0,-1-1-1 0 0,0 0 1 0 0,0-1 0 0 0,-1-1-1 0 0,0 0 1 0 0,-1 0 0 0 0,0-1-1 0 0,-1-1 1 0 0,12-16 0 0 0,-20 25 184 0 0,1 0 1 0 0,-1 0 0 0 0,0-1 0 0 0,0 1-1 0 0,0-1 1 0 0,0 0 0 0 0,-1 0 0 0 0,0 0-1 0 0,0 1 1 0 0,0-1 0 0 0,0 0 0 0 0,0 0-1 0 0,-1 0 1 0 0,1-1 0 0 0,-1 1 0 0 0,0 0-1 0 0,-1 0 1 0 0,1 0 0 0 0,-1 0 0 0 0,0 0-1 0 0,0 0 1 0 0,0 0 0 0 0,0 0 0 0 0,-1 1-1 0 0,-2-7 1 0 0,3 9 53 0 0,-4-1-28 0 0,0 1-1 0 0,0 0 0 0 0,-1 0 0 0 0,1 1 0 0 0,0-1 0 0 0,0 1 0 0 0,-1 1 1 0 0,-5 0-1 0 0,5 0-28 0 0,1 0 1 0 0,0 0-1 0 0,-1 1 1 0 0,1-1-1 0 0,0 2 0 0 0,0-1 1 0 0,0 0-1 0 0,1 1 1 0 0,-1 0-1 0 0,0 0 1 0 0,1 0-1 0 0,0 1 1 0 0,0-1-1 0 0,0 1 0 0 0,-4 5 1 0 0,7-7-14 0 0,-1 1 1 0 0,1 0-1 0 0,0 0 0 0 0,0 0 1 0 0,0-1-1 0 0,0 1 0 0 0,0 0 1 0 0,0 0-1 0 0,1 0 0 0 0,0 0 1 0 0,-1 1-1 0 0,1-1 0 0 0,0 0 1 0 0,1 0-1 0 0,-1 0 0 0 0,1 0 1 0 0,-1 0-1 0 0,1 0 0 0 0,0 0 1 0 0,0 0-1 0 0,0 0 0 0 0,0-1 1 0 0,0 1-1 0 0,1 0 0 0 0,0-1 1 0 0,-1 1-1 0 0,1-1 0 0 0,3 4 1 0 0,1 2-33 0 0,1-1-1 0 0,-1 0 1 0 0,1-1 0 0 0,0 0-1 0 0,1 0 1 0 0,-1 0 0 0 0,1-1 0 0 0,0 0-1 0 0,1-1 1 0 0,-1 0 0 0 0,1 0-1 0 0,-1-1 1 0 0,13 3 0 0 0,52 8-2682 0 0,1-11-5485 0 0,-58-3 5438 0 0</inkml:trace>
</inkml:ink>
</file>

<file path=ppt/ink/ink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4.4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85 1060 0 0,'-7'-8'9121'0'0,"24"-1"-8683"0"0,1 1 1 0 0,1 0-1 0 0,-1 2 0 0 0,1 0 1 0 0,24-4-1 0 0,33-4-1050 0 0,-3 4-4095 0 0,-55 7 2542 0 0,0 0-830 0 0</inkml:trace>
</inkml:ink>
</file>

<file path=ppt/ink/ink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5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80 440 0 0,'0'0'764'0'0,"-8"-9"2421"0"0,4 0 3616 0 0,5 6-6696 0 0,0 0 0 0 0,1 1 0 0 0,-1-1 0 0 0,0 1 0 0 0,1-1 0 0 0,-1 1 0 0 0,1 0 0 0 0,0-1 0 0 0,0 1 0 0 0,0 0 0 0 0,0 0 0 0 0,0 0 0 0 0,0 0 0 0 0,0 1-1 0 0,1-1 1 0 0,4-2 0 0 0,45-13 99 0 0,-38 14-111 0 0,-12 2-91 0 0,1 1 0 0 0,-1 0 0 0 0,1 0 1 0 0,-1 0-1 0 0,1 0 0 0 0,-1 0 0 0 0,0 1 1 0 0,1-1-1 0 0,-1 1 0 0 0,1-1 0 0 0,-1 1 1 0 0,0 0-1 0 0,0 0 0 0 0,1 0 0 0 0,-1 0 1 0 0,0 1-1 0 0,0-1 0 0 0,0 1 0 0 0,0-1 1 0 0,-1 1-1 0 0,1-1 0 0 0,0 1 0 0 0,0 0 1 0 0,-1 0-1 0 0,0 0 0 0 0,1 0 0 0 0,-1 0 1 0 0,2 3-1 0 0,1 3 5 0 0,0-1 0 0 0,-1 1 0 0 0,1 0 1 0 0,-1 0-1 0 0,-1 0 0 0 0,3 13 0 0 0,-4-12 31 0 0,0 0 0 0 0,-1 0 0 0 0,0 1 0 0 0,0-1 0 0 0,-1 0 1 0 0,-1 1-1 0 0,1-1 0 0 0,-1 0 0 0 0,-1 0 0 0 0,0 0 0 0 0,0-1 0 0 0,-1 1 0 0 0,0 0 1 0 0,0-1-1 0 0,-1 0 0 0 0,0 0 0 0 0,-8 9 0 0 0,12-17 113 0 0,1 1-133 0 0,0-1 0 0 0,0 0 1 0 0,0 0-1 0 0,0 1 1 0 0,0-1-1 0 0,0 0 1 0 0,0 0-1 0 0,0 0 0 0 0,0 1 1 0 0,0-1-1 0 0,0 0 1 0 0,0 0-1 0 0,0 0 1 0 0,-1 1-1 0 0,1-1 0 0 0,0 0 1 0 0,0 0-1 0 0,0 0 1 0 0,0 0-1 0 0,0 1 0 0 0,-1-1 1 0 0,1 0-1 0 0,0 0 1 0 0,0 0-1 0 0,0 0 1 0 0,0 0-1 0 0,-1 0 0 0 0,1 0 1 0 0,0 0-1 0 0,0 1 1 0 0,-1-1-1 0 0,1 0 1 0 0,0 0-1 0 0,0 0 0 0 0,0 0 1 0 0,-1 0-1 0 0,1 0 1 0 0,0 0-1 0 0,0 0 0 0 0,0 0 1 0 0,-1 0-1 0 0,1 0 1 0 0,0 0-1 0 0,0-1 1 0 0,-1 1-1 0 0,1 0 0 0 0,0 0 1 0 0,0 0-1 0 0,0 0 1 0 0,0 0-1 0 0,-1 0 1 0 0,1 0-1 0 0,0-1 0 0 0,-2-4-9 0 0,0 0 0 0 0,1 0 0 0 0,-1 0 0 0 0,1-1-1 0 0,1 1 1 0 0,-1 0 0 0 0,1-1 0 0 0,0 1 0 0 0,0 0-1 0 0,0-1 1 0 0,1 1 0 0 0,0 0 0 0 0,0-1 0 0 0,0 1 0 0 0,1 0-1 0 0,0 0 1 0 0,0 0 0 0 0,0 0 0 0 0,0 0 0 0 0,4-4-1 0 0,2-6-721 0 0,1 1-1 0 0,0-1 1 0 0,1 2-1 0 0,1 0 1 0 0,17-18-1 0 0,-10 13-4788 0 0,-7 10 2339 0 0</inkml:trace>
</inkml:ink>
</file>

<file path=ppt/ink/ink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5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1 292 0 0,'0'0'3479'0'0,"28"14"-389"0"0,-26-7-2938 0 0,0-1 1 0 0,0 1 0 0 0,-1 0 0 0 0,0 0 0 0 0,0 0 0 0 0,-1 0 0 0 0,0 0 0 0 0,0 1-1 0 0,0-1 1 0 0,-1 0 0 0 0,0 0 0 0 0,0 0 0 0 0,-1 0 0 0 0,0-1 0 0 0,0 1 0 0 0,-1 0-1 0 0,0-1 1 0 0,0 1 0 0 0,0-1 0 0 0,-1 0 0 0 0,0 0 0 0 0,0 0 0 0 0,0-1-1 0 0,-8 8 1 0 0,10-12-19 0 0,2 0-103 0 0,0-1 1 0 0,0 1-1 0 0,-1-1 1 0 0,1 0-1 0 0,0 1 1 0 0,-1-1-1 0 0,1 1 1 0 0,-1-1 0 0 0,1 0-1 0 0,0 1 1 0 0,-1-1-1 0 0,1 0 1 0 0,-1 1-1 0 0,1-1 1 0 0,-1 0-1 0 0,1 0 1 0 0,-1 0-1 0 0,1 1 1 0 0,-1-1-1 0 0,0 0 1 0 0,1 0 0 0 0,-1 0-1 0 0,1 0 1 0 0,-1 0-1 0 0,1 0 1 0 0,-1 0-1 0 0,1 0 1 0 0,-1 0-1 0 0,1 0 1 0 0,-1 0-1 0 0,0-1 1 0 0,1 1 0 0 0,-1 0-1 0 0,1 0 1 0 0,-1 0-1 0 0,1-1 1 0 0,-1 1-1 0 0,0-1 1 0 0,3-8-22 0 0,1 0 0 0 0,-1 0 0 0 0,2 0 0 0 0,-1 1 0 0 0,1-1 0 0 0,0 1 0 0 0,1 0 0 0 0,0 0 0 0 0,0 0 1 0 0,1 0-1 0 0,0 1 0 0 0,0 0 0 0 0,1 1 0 0 0,0-1 0 0 0,0 1 0 0 0,0 0 0 0 0,16-8 0 0 0,-20 12-15 0 0,0 1 1 0 0,0 0-1 0 0,0 0 0 0 0,0 0 0 0 0,0 0 0 0 0,0 0 1 0 0,0 1-1 0 0,0-1 0 0 0,1 1 0 0 0,-1 0 1 0 0,0 0-1 0 0,0 0 0 0 0,1 1 0 0 0,-1-1 0 0 0,0 1 1 0 0,0-1-1 0 0,0 1 0 0 0,0 0 0 0 0,0 0 1 0 0,0 1-1 0 0,0-1 0 0 0,0 1 0 0 0,0-1 0 0 0,0 1 1 0 0,-1 0-1 0 0,1 0 0 0 0,-1 0 0 0 0,1 0 1 0 0,-1 0-1 0 0,0 1 0 0 0,0-1 0 0 0,0 1 0 0 0,0 0 1 0 0,0-1-1 0 0,1 5 0 0 0,21 36-8 0 0,-24-42 16 0 0,1 1-12 0 0,-1-1 9 0 0,0-1-1 0 0,0 0 1 0 0,0 0-1 0 0,0 1 1 0 0,1-1-1 0 0,-1 0 1 0 0,0 0-1 0 0,0 0 1 0 0,0 1-1 0 0,0-1 1 0 0,0 0-1 0 0,0 0 1 0 0,0 0-1 0 0,0 1 1 0 0,0-1-1 0 0,1 0 0 0 0,-1 0 1 0 0,0 0-1 0 0,0 0 1 0 0,0 1-1 0 0,0-1 1 0 0,0 0-1 0 0,1 0 1 0 0,-1 0-1 0 0,0 0 1 0 0,0 0-1 0 0,0 0 1 0 0,1 0-1 0 0,-1 1 1 0 0,0-1-1 0 0,0 0 1 0 0,0 0-1 0 0,1 0 1 0 0,-1 0-1 0 0,0 0 1 0 0,0 0-1 0 0,1 0 1 0 0,-1 0-1 0 0,0 0 1 0 0,0 0-1 0 0,0 0 1 0 0,1 0-1 0 0,-1 0 1 0 0,0 0-1 0 0,0-1 1 0 0,0 1-1 0 0,1 0 1 0 0,-1 0-1 0 0,44-25-38 0 0,-35 19 28 0 0,1-1-1 0 0,0 2 1 0 0,0-1-1 0 0,0 2 1 0 0,1-1-1 0 0,11-2 1 0 0,4-4-15 0 0,-25 11 20 0 0,0 0-1 0 0,0-1 1 0 0,0 1 0 0 0,0 0 0 0 0,0 0 0 0 0,0-1 0 0 0,0 1 0 0 0,0 0-1 0 0,1 0 1 0 0,-1 0 0 0 0,0 0 0 0 0,0 0 0 0 0,0 1 0 0 0,0-1 0 0 0,0 0-1 0 0,0 1 1 0 0,0-1 0 0 0,1 0 0 0 0,-1 1 0 0 0,0-1 0 0 0,0 1 0 0 0,0-1-1 0 0,-1 1 1 0 0,1 0 0 0 0,0 0 0 0 0,0-1 0 0 0,0 1 0 0 0,0 0 0 0 0,-1 0-1 0 0,1 0 1 0 0,0 0 0 0 0,-1 0 0 0 0,1 0 0 0 0,0 0 0 0 0,-1 0 0 0 0,0 0-1 0 0,1 0 1 0 0,-1 0 0 0 0,1 0 0 0 0,-1 0 0 0 0,0 0 0 0 0,0 0 0 0 0,0 0-1 0 0,0 2 1 0 0,1 3-882 0 0,-1-1-1 0 0,0 0 1 0 0,0 1-1 0 0,-1-1 1 0 0,1 0-1 0 0,-1 1 1 0 0,-2 6-1 0 0,-1-4-1632 0 0</inkml:trace>
</inkml:ink>
</file>

<file path=ppt/ink/ink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6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1 376 0 0,'10'3'451'0'0,"-1"0"0"0"0,0 1 1 0 0,0 0-1 0 0,0 1 0 0 0,0 0 0 0 0,0 0 0 0 0,-1 1 0 0 0,0 0 0 0 0,0 0 1 0 0,-1 1-1 0 0,0 0 0 0 0,0 0 0 0 0,-1 1 0 0 0,1 0 0 0 0,-2 0 1 0 0,1 0-1 0 0,-1 1 0 0 0,5 11 0 0 0,-5-7-162 0 0,0 1-1 0 0,-1-1 1 0 0,-1 1-1 0 0,0 0 1 0 0,-1 1-1 0 0,0-1 1 0 0,-1 0-1 0 0,-1 1 1 0 0,0-1 0 0 0,-1 1-1 0 0,0-1 1 0 0,-5 17-1 0 0,-2-2-188 0 0,-1 1 0 0 0,-1-1-1 0 0,-1-1 1 0 0,-2 0 0 0 0,-1-1-1 0 0,-1 0 1 0 0,-1-1 0 0 0,-2-1 0 0 0,0-1-1 0 0,-2 0 1 0 0,0-1 0 0 0,-2-2-1 0 0,0 0 1 0 0,-2-1 0 0 0,0-1 0 0 0,-1-1-1 0 0,-33 17 1 0 0,11-6-885 0 0,-6 3-1395 0 0,18-12-3661 0 0,25-15 2641 0 0</inkml:trace>
</inkml:ink>
</file>

<file path=ppt/ink/ink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6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0 103 1024 0 0,'0'0'10150'0'0,"5"-3"-9220"0"0,29-14 414 0 0,85-40 1799 0 0,-103 51-4088 0 0,0 0 1 0 0,35-6-1 0 0,-40 11-1121 0 0,-6 1 608 0 0,0-1-2495 0 0</inkml:trace>
</inkml:ink>
</file>

<file path=ppt/ink/ink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6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26 104 0 0,'-2'11'3688'0'0,"22"-13"-1863"0"0,9-7-1565 0 0,-21 4-256 0 0,9 0-256 0 0,-9 3-689 0 0,4-4-1015 0 0,1-2 448 0 0</inkml:trace>
</inkml:ink>
</file>

<file path=ppt/ink/ink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9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24 640 0 0,'0'0'770'0'0,"-11"-13"2314"0"0,10 2 5252 0 0,96 23-7926 0 0,158-2-1 0 0,-164-16 592 0 0,-87 5-322 0 0,2 3-1718 0 0,35 7-7822 0 0,-22-8 5808 0 0</inkml:trace>
</inkml:ink>
</file>

<file path=ppt/ink/ink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18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1 428 0 0,'0'0'2080'0'0</inkml:trace>
</inkml:ink>
</file>

<file path=ppt/ink/ink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0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0 843 156 0 0,'0'0'8695'0'0,"3"-5"-8043"0"0,29-52 1385 0 0,-6 14-1398 0 0,-3 0 0 0 0,-1-2 0 0 0,21-65 0 0 0,-33 69-562 0 0,-3 0 0 0 0,-1 0 0 0 0,-2-1 1 0 0,-2 0-1 0 0,-1 0 0 0 0,-6-44 0 0 0,5 85-77 0 0,0-18 19 0 0,-1 0 1 0 0,0 0-1 0 0,-2 1 0 0 0,0-1 0 0 0,-1 1 1 0 0,0-1-1 0 0,-2 1 0 0 0,-10-23 0 0 0,16 40-10 0 0,-1 0-9 0 0,1 1 0 0 0,0-1 0 0 0,0 0 1 0 0,-1 1-1 0 0,1-1 0 0 0,0 0 0 0 0,-1 1 0 0 0,1-1 0 0 0,-1 1 0 0 0,1-1 0 0 0,0 1 0 0 0,-1-1 1 0 0,0 1-1 0 0,1-1 0 0 0,-1 1 0 0 0,1-1 0 0 0,-1 1 0 0 0,1 0 0 0 0,-1-1 0 0 0,0 1 1 0 0,1 0-1 0 0,-1 0 0 0 0,0-1 0 0 0,1 1 0 0 0,-1 0 0 0 0,0 0 0 0 0,0 0 0 0 0,-10 22-2 0 0,1 0 0 0 0,1 1-1 0 0,1 0 1 0 0,2 0-1 0 0,-8 46 1 0 0,-5 129 231 0 0,18-180-204 0 0,-2 25 35 0 0,2 0 1 0 0,2 0-1 0 0,2 0 1 0 0,1 0-1 0 0,3 0 1 0 0,12 43-1 0 0,-16-76-46 0 0,-1 0 1 0 0,1 1-1 0 0,1-1 0 0 0,0 0 1 0 0,0-1-1 0 0,1 1 0 0 0,1-1 0 0 0,-1 0 1 0 0,1 0-1 0 0,1 0 0 0 0,0-1 1 0 0,0 0-1 0 0,11 9 0 0 0,-16-16-9 0 0,0 0 0 0 0,-1 0 0 0 0,1 0 0 0 0,0-1 0 0 0,0 1 0 0 0,0 0 0 0 0,0-1 0 0 0,0 0 0 0 0,1 1 0 0 0,-1-1 0 0 0,0 0-1 0 0,0 0 1 0 0,0 0 0 0 0,0 0 0 0 0,0-1 0 0 0,0 1 0 0 0,0 0 0 0 0,0-1 0 0 0,0 0 0 0 0,0 1 0 0 0,0-1 0 0 0,0 0 0 0 0,0 0 0 0 0,0 0 0 0 0,0 0 0 0 0,-1 0 0 0 0,3-2 0 0 0,3-3 13 0 0,0 1-1 0 0,-1-1 1 0 0,0-1 0 0 0,0 1 0 0 0,6-9 0 0 0,0-4 1 0 0,0 0-1 0 0,-2-1 1 0 0,13-30 0 0 0,-17 34-32 0 0,-5 14-18 0 0,19 13-514 0 0,20 27-60 0 0,-36-33 543 0 0,0-1 1 0 0,1 1-1 0 0,-1-1 1 0 0,1 1 0 0 0,0-1-1 0 0,0-1 1 0 0,0 1-1 0 0,1-1 1 0 0,-1 0 0 0 0,8 3-1 0 0,-8-4 38 0 0,1-1-1 0 0,-1 0 0 0 0,0 0 1 0 0,1 0-1 0 0,-1-1 0 0 0,1 0 1 0 0,-1 0-1 0 0,1 0 0 0 0,-1-1 1 0 0,0 1-1 0 0,1-1 0 0 0,-1-1 1 0 0,11-3-1 0 0,-14 4 61 0 0,0 1 0 0 0,0-2 0 0 0,0 1 0 0 0,0 0 0 0 0,0 0 0 0 0,0 0 0 0 0,0-1 0 0 0,-1 1-1 0 0,1-1 1 0 0,0 0 0 0 0,-1 1 0 0 0,1-1 0 0 0,-1 0 0 0 0,0 0 0 0 0,1 0 0 0 0,-1 0 0 0 0,0 0 0 0 0,0 0 0 0 0,0 0 0 0 0,-1-1 0 0 0,1 1 0 0 0,0 0 0 0 0,-1 0 0 0 0,0-1 0 0 0,1 1 0 0 0,-1 0 0 0 0,0-1-1 0 0,0 1 1 0 0,0 0 0 0 0,-1-4 0 0 0,-1 1-88 0 0,0-1-1 0 0,-1 1 0 0 0,1 0 0 0 0,-1 0 1 0 0,0 0-1 0 0,0 1 0 0 0,-1-1 0 0 0,0 1 1 0 0,1 0-1 0 0,-2-1 0 0 0,-3-2 0 0 0,7 6-482 0 0,-27 13-8080 0 0</inkml:trace>
</inkml:ink>
</file>

<file path=ppt/ink/ink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0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303 25 476 0 0,'-2'-2'296'0'0,"1"0"0"0"0,-1 0 0 0 0,0 0 0 0 0,1 0 0 0 0,-1 1 0 0 0,0-1 0 0 0,0 1 0 0 0,0-1 0 0 0,0 1 0 0 0,0 0 0 0 0,0 0 1 0 0,0 0-1 0 0,0 0 0 0 0,-1 0 0 0 0,1 0 0 0 0,0 1 0 0 0,-1-1 0 0 0,1 1 0 0 0,0-1 0 0 0,-4 1 0 0 0,2 0-106 0 0,0 1-1 0 0,0-1 1 0 0,-1 1 0 0 0,1 0 0 0 0,0 0-1 0 0,0 0 1 0 0,0 1 0 0 0,1-1 0 0 0,-1 1-1 0 0,0 0 1 0 0,-5 3 0 0 0,5-2-113 0 0,0-1 0 0 0,0 1-1 0 0,0 0 1 0 0,1 1 0 0 0,-1-1 0 0 0,1 0 0 0 0,-1 1-1 0 0,1 0 1 0 0,1 0 0 0 0,-1 0 0 0 0,0 0 0 0 0,1 0-1 0 0,0 1 1 0 0,0-1 0 0 0,0 1 0 0 0,0 0 0 0 0,1-1-1 0 0,0 1 1 0 0,0 0 0 0 0,0 0 0 0 0,0 9 0 0 0,15 23-147 0 0,-14-35 66 0 0,0-1 0 0 0,1-1 0 0 0,-1 1 1 0 0,1 0-1 0 0,-1 0 0 0 0,1 0 0 0 0,-1 0 0 0 0,1 0 1 0 0,0 0-1 0 0,-1 0 0 0 0,1-1 0 0 0,0 1 1 0 0,0 0-1 0 0,0-1 0 0 0,0 1 0 0 0,-1-1 1 0 0,1 1-1 0 0,0 0 0 0 0,0-1 0 0 0,0 0 1 0 0,0 1-1 0 0,0-1 0 0 0,0 0 0 0 0,0 1 1 0 0,0-1-1 0 0,0 0 0 0 0,0 0 0 0 0,1 0 1 0 0,-1 0-1 0 0,0 0 0 0 0,0 0 0 0 0,0 0 0 0 0,0 0 1 0 0,0-1-1 0 0,0 1 0 0 0,0 0 0 0 0,0-1 1 0 0,0 1-1 0 0,0-1 0 0 0,0 1 0 0 0,1-1 1 0 0,2-3 52 0 0,0 1 0 0 0,0-1 1 0 0,0 0-1 0 0,0 0 0 0 0,-1 0 1 0 0,1-1-1 0 0,-1 1 1 0 0,0-1-1 0 0,-1 0 0 0 0,1 0 1 0 0,-1 0-1 0 0,0 0 0 0 0,0 0 1 0 0,-1-1-1 0 0,1 1 1 0 0,0-8-1 0 0,6-15 1143 0 0,-7 26-967 0 0,3-14 647 0 0,5 24-534 0 0,9 26-222 0 0,-9 4-57 0 0,-1 1 1 0 0,-2-1-1 0 0,-2 1 1 0 0,-1 72-1 0 0,-2-70-33 0 0,-1 2 29 0 0,-2 0-1 0 0,-2 0 0 0 0,-2-1 1 0 0,-2 0-1 0 0,-1 0 0 0 0,-3 0 1 0 0,-21 51-1 0 0,25-74 42 0 0,-1-1 1 0 0,-23 34-1 0 0,28-46 43 0 0,-1 1 1 0 0,0-1 0 0 0,0-1-1 0 0,0 1 1 0 0,-1-1-1 0 0,0 0 1 0 0,0 0-1 0 0,0 0 1 0 0,-1-1 0 0 0,-12 6-1 0 0,17-9-74 0 0,-1 0-1 0 0,0-1 1 0 0,0 1-1 0 0,0-1 1 0 0,0 0-1 0 0,0 0 1 0 0,0 0 0 0 0,0 0-1 0 0,0-1 1 0 0,0 1-1 0 0,0-1 1 0 0,1 1-1 0 0,-1-1 1 0 0,0 0-1 0 0,0 0 1 0 0,0-1-1 0 0,1 1 1 0 0,-1 0 0 0 0,1-1-1 0 0,-1 0 1 0 0,1 1-1 0 0,0-1 1 0 0,0 0-1 0 0,-1 0 1 0 0,1 0-1 0 0,0-1 1 0 0,1 1-1 0 0,-4-5 1 0 0,0 0 54 0 0,0-1-1 0 0,0 1 1 0 0,1-1 0 0 0,0-1 0 0 0,0 1-1 0 0,1-1 1 0 0,-5-16 0 0 0,6 11-87 0 0,0 0 0 0 0,1 0-1 0 0,0 0 1 0 0,1-1 0 0 0,1 1 0 0 0,1 0 0 0 0,-1 0 0 0 0,2 0 0 0 0,0 0 0 0 0,1 0 0 0 0,0 1 0 0 0,1-1 0 0 0,1 1-1 0 0,0 0 1 0 0,1 1 0 0 0,0 0 0 0 0,17-22 0 0 0,-9 15-589 0 0,1 1 0 0 0,1 0 1 0 0,35-28-1 0 0,-24 26-1487 0 0,0 0 0 0 0,35-17 0 0 0,-39 24-2360 0 0,0 1 335 0 0</inkml:trace>
</inkml:ink>
</file>

<file path=ppt/ink/ink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3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459 52 64 0 0,'1'-3'583'0'0,"0"0"0"0"0,0 0 0 0 0,-1-1-1 0 0,1 1 1 0 0,-1 0 0 0 0,0 0 0 0 0,0 0 0 0 0,0-1 0 0 0,0 1 0 0 0,-1 0-1 0 0,1 0 1 0 0,-1 0 0 0 0,-1-5 0 0 0,1 5 208 0 0,-23 13 190 0 0,-31 46-301 0 0,2 2 0 0 0,3 3 0 0 0,-69 110 1 0 0,95-131-459 0 0,2 1 0 0 0,2 0 0 0 0,1 2 0 0 0,3 0 0 0 0,1 1 1 0 0,2 1-1 0 0,-12 78 0 0 0,23-98-133 0 0,2 1 1 0 0,0 0-1 0 0,1-1 0 0 0,2 1 0 0 0,0-1 1 0 0,2 0-1 0 0,1 0 0 0 0,1 0 1 0 0,19 44-1 0 0,-19-53-66 0 0,0-1 1 0 0,1 0-1 0 0,1-1 0 0 0,0 1 1 0 0,1-2-1 0 0,0 1 1 0 0,1-2-1 0 0,0 1 1 0 0,2-1-1 0 0,-1-1 0 0 0,1 0 1 0 0,1-1-1 0 0,0-1 1 0 0,0 0-1 0 0,30 14 0 0 0,-29-18-387 0 0,0 0-1 0 0,1-1 0 0 0,-1-1 0 0 0,23 3 0 0 0,28-8-8093 0 0</inkml:trace>
</inkml:ink>
</file>

<file path=ppt/ink/ink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4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117 100 652 0 0,'-16'-56'6975'0'0,"16"54"-6299"0"0,0-5 465 0 0,-4-12 1595 0 0,2 8 1915 0 0,2 10-4655 0 0,0 1 1 0 0,0 0 0 0 0,0 0 0 0 0,0 0 0 0 0,0 0 0 0 0,0-1 0 0 0,0 1 0 0 0,-1 0 0 0 0,1 0 0 0 0,0 0 0 0 0,0 0 0 0 0,0-1 0 0 0,0 1 0 0 0,0 0 0 0 0,0 0 0 0 0,0 0 0 0 0,-1 0 0 0 0,1 0 0 0 0,0-1 0 0 0,0 1 0 0 0,0 0 0 0 0,0 0 0 0 0,0 0 0 0 0,-1 0 0 0 0,1 0 0 0 0,0 0 0 0 0,0 0 0 0 0,0 0 0 0 0,0 0 0 0 0,-1 0 1 0 0,1 0-1 0 0,0 0 0 0 0,0 0 0 0 0,0 0 0 0 0,-1 0 0 0 0,1 0 0 0 0,0 0 0 0 0,0 0 0 0 0,0 0 0 0 0,0 0 0 0 0,-1 0 0 0 0,1 0 0 0 0,0 0 0 0 0,0 0 0 0 0,0 0 0 0 0,0 0 0 0 0,-1 0 0 0 0,1 0 0 0 0,0 0 0 0 0,0 1 0 0 0,0-1 0 0 0,0 0 0 0 0,0 0 0 0 0,-1 0 0 0 0,1 0 0 0 0,0 0 0 0 0,0 1 0 0 0,0-1 0 0 0,0 0 0 0 0,0 0 0 0 0,0 0 0 0 0,0 0 1 0 0,0 1-1 0 0,-11 89-26 0 0,-17 225 178 0 0,5-40 291 0 0,14-224-137 0 0,9-37 410 0 0,0-14-960 0 0,0 1-1 0 0,-1 0 0 0 0,1 0 1 0 0,0 0-1 0 0,0 0 1 0 0,0 0-1 0 0,-1 0 1 0 0,1 0-1 0 0,0 0 1 0 0,-1-1-1 0 0,1 1 0 0 0,-1 0 1 0 0,1 0-1 0 0,-1 0 1 0 0,1-1-1 0 0,-1 1 1 0 0,1 0-1 0 0,-1-1 0 0 0,0 1 1 0 0,0 0-1 0 0,1-1 1 0 0,-1 1-1 0 0,0-1 1 0 0,0 1-1 0 0,0-1 0 0 0,1 0 1 0 0,-3 1-1 0 0</inkml:trace>
</inkml:ink>
</file>

<file path=ppt/ink/ink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5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3 167 596 0 0,'-2'-7'9270'0'0,"20"3"-8995"0"0,0 0-1 0 0,33-1 1 0 0,10 0-125 0 0,188-38 168 0 0,123-42-11 0 0,-331 72 887 0 0,-46 20-1206 0 0,1 0 0 0 0,-1 0 1 0 0,2 1-1 0 0,-1-1 0 0 0,1 1 0 0 0,0 0 0 0 0,1 0 0 0 0,0 0 0 0 0,0 0 1 0 0,1 0-1 0 0,-1 16 0 0 0,2-21-18 0 0,0 1 1 0 0,0 0-1 0 0,0-1 0 0 0,0 1 1 0 0,1-1-1 0 0,-1 1 0 0 0,1-1 1 0 0,0 1-1 0 0,0-1 0 0 0,0 1 1 0 0,1-1-1 0 0,-1 0 0 0 0,1 1 1 0 0,0-1-1 0 0,-1 0 0 0 0,2 0 1 0 0,-1 0-1 0 0,0-1 0 0 0,0 1 1 0 0,1 0-1 0 0,0-1 0 0 0,-1 0 1 0 0,1 1-1 0 0,0-1 0 0 0,0 0 1 0 0,0-1-1 0 0,1 1 0 0 0,-1 0 1 0 0,0-1-1 0 0,1 0 0 0 0,4 2 1 0 0,-5-3 34 0 0,0 0 1 0 0,0 0-1 0 0,0 0 1 0 0,-1 0-1 0 0,1 0 1 0 0,0 0-1 0 0,0-1 1 0 0,-1 1-1 0 0,1-1 1 0 0,0 0-1 0 0,-1 0 1 0 0,1 0-1 0 0,0 0 1 0 0,-1 0 0 0 0,0-1-1 0 0,1 1 1 0 0,-1-1-1 0 0,0 0 1 0 0,0 1-1 0 0,0-1 1 0 0,0 0-1 0 0,0 0 1 0 0,0 0-1 0 0,0-1 1 0 0,-1 1-1 0 0,1 0 1 0 0,-1-1-1 0 0,1 1 1 0 0,-1-1-1 0 0,0 1 1 0 0,1-5-1 0 0,1 1 90 0 0,-1 0 0 0 0,0 1 0 0 0,0-1 0 0 0,-1 0 0 0 0,0-1 0 0 0,0 1 0 0 0,0 0-1 0 0,-1 0 1 0 0,0 0 0 0 0,0-1 0 0 0,0 1 0 0 0,-3-11 0 0 0,2 14-74 0 0,0-1-1 0 0,0 1 1 0 0,-1-1 0 0 0,0 1-1 0 0,1 0 1 0 0,-1 0-1 0 0,0 0 1 0 0,0 0 0 0 0,-1 0-1 0 0,1 1 1 0 0,-1-1 0 0 0,1 0-1 0 0,-1 1 1 0 0,0 0 0 0 0,0 0-1 0 0,0 0 1 0 0,0 0 0 0 0,0 0-1 0 0,-1 1 1 0 0,1-1 0 0 0,0 1-1 0 0,-1 0 1 0 0,-3-1 0 0 0,2 1-302 0 0,0 0 0 0 0,1 1 0 0 0,-1 0 0 0 0,0 0 0 0 0,0 0 0 0 0,-9 2 1 0 0,-29 12-5836 0 0,31-7 3084 0 0</inkml:trace>
</inkml:ink>
</file>

<file path=ppt/ink/ink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6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20 996 0 0,'-4'-19'10558'0'0,"7"60"-9385"0"0,-4 70 1 0 0,-2-4-350 0 0,-4 75-3 0 0,6-177-901 0 0,1 0 0 0 0,-1 0 1 0 0,0 0-1 0 0,0 0 0 0 0,0 0 0 0 0,-1 0 0 0 0,-2 6 1 0 0,0 0-681 0 0,3-10 325 0 0,-3 9-956 0 0</inkml:trace>
</inkml:ink>
</file>

<file path=ppt/ink/ink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6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61 616 0 0,'0'0'4140'0'0,"43"-4"-3536"0"0,-26-1-47 0 0,10-2-57 0 0,-1 3-60 0 0,1-6-36 0 0,1 5-88 0 0,3 0-252 0 0,-4 0-272 0 0,3 0-356 0 0,-1-1-584 0 0,-3 3-1241 0 0,-10 1 553 0 0</inkml:trace>
</inkml:ink>
</file>

<file path=ppt/ink/ink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7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178 265 444 0 0,'0'0'732'0'0,"-6"-12"7021"0"0,-3 15-7433 0 0,1 0 0 0 0,-1 1-1 0 0,1 0 1 0 0,0 1 0 0 0,0-1-1 0 0,0 1 1 0 0,1 1 0 0 0,-9 8-1 0 0,-1 0 276 0 0,2 1 1 0 0,-22 27-1 0 0,34-38-500 0 0,1-1 0 0 0,-1 1 0 0 0,1 0 0 0 0,0 0 0 0 0,0 0-1 0 0,1 0 1 0 0,-3 7 0 0 0,4-9 18 0 0,-1-2-107 0 0,1 0 1 0 0,0 0-1 0 0,0 1 0 0 0,0-1 1 0 0,0 0-1 0 0,-1 1 0 0 0,1-1 1 0 0,0 0-1 0 0,0 0 0 0 0,0 1 1 0 0,0-1-1 0 0,0 0 0 0 0,0 1 1 0 0,0-1-1 0 0,0 0 0 0 0,0 0 1 0 0,0 1-1 0 0,0-1 0 0 0,0 0 0 0 0,0 1 1 0 0,0-1-1 0 0,0 0 0 0 0,0 1 1 0 0,0-1-1 0 0,0 0 0 0 0,0 0 1 0 0,1 1-1 0 0,-1-1 0 0 0,0 0 1 0 0,0 0-1 0 0,0 1 0 0 0,0-1 1 0 0,1 0-1 0 0,-1 0 0 0 0,0 1 1 0 0,1-1-1 0 0,6-2-81 0 0,1-1 0 0 0,0 0-1 0 0,-1 0 1 0 0,0-1 0 0 0,0 0 0 0 0,0 0 0 0 0,0 0-1 0 0,0-1 1 0 0,9-9 0 0 0,-12 14 49 0 0,0 0 0 0 0,0 0-1 0 0,0 0 1 0 0,0 1 0 0 0,0 0 0 0 0,0 0-1 0 0,0 0 1 0 0,0 0 0 0 0,5 3 0 0 0,-8-3 27 0 0,34 13-85 0 0,-29-10 42 0 0,1-1 0 0 0,-1 0 0 0 0,1 0-1 0 0,0-1 1 0 0,0 1 0 0 0,0-1 0 0 0,0-1-1 0 0,0 1 1 0 0,1-1 0 0 0,-1-1 0 0 0,0 1 0 0 0,1-1-1 0 0,-1-1 1 0 0,0 1 0 0 0,1-1 0 0 0,-1 0-1 0 0,12-4 1 0 0,-6-1 7 0 0,-1 0 0 0 0,1 0 0 0 0,-1-1 0 0 0,0-1 0 0 0,-1 0 0 0 0,0 0 0 0 0,0-1 0 0 0,-1-1 0 0 0,0 0 0 0 0,0 0 0 0 0,-1-1 0 0 0,-1 0 0 0 0,14-24 0 0 0,-13 17 145 0 0,-1 0-1 0 0,-1 0 1 0 0,-1-1 0 0 0,0 0-1 0 0,-2 0 1 0 0,0 0 0 0 0,-1-1-1 0 0,-1 1 1 0 0,-1-30 0 0 0,-9-2 1642 0 0,7 49-944 0 0,-2 5-623 0 0,-3 4-120 0 0,2 1 0 0 0,-1-1 1 0 0,1 1-1 0 0,0 0 0 0 0,0 1 1 0 0,1-1-1 0 0,0 0 0 0 0,1 1 0 0 0,0-1 1 0 0,0 1-1 0 0,1 0 0 0 0,0 0 1 0 0,1 10-1 0 0,-2 20 141 0 0,7 62-1 0 0,21 74-1460 0 0,-15-118-1692 0 0,2-1-3558 0 0,-10-40 2674 0 0</inkml:trace>
</inkml:ink>
</file>

<file path=ppt/ink/ink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8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37 612 0 0,'11'-32'8435'0'0,"-9"31"-7936"0"0,-2 1-450 0 0,0-1-1 0 0,1 1 0 0 0,-1 0 1 0 0,0-1-1 0 0,1 1 0 0 0,-1 0 1 0 0,1 0-1 0 0,-1-1 1 0 0,0 1-1 0 0,1 0 0 0 0,-1 0 1 0 0,1 0-1 0 0,-1 0 0 0 0,1-1 1 0 0,-1 1-1 0 0,1 0 1 0 0,-1 0-1 0 0,1 0 0 0 0,-1 0 1 0 0,1 0-1 0 0,-1 0 0 0 0,0 0 1 0 0,1 0-1 0 0,-1 1 1 0 0,1-1-1 0 0,-1 0 0 0 0,1 0 1 0 0,-1 0-1 0 0,1 0 1 0 0,-1 1-1 0 0,1-1 0 0 0,-1 0 1 0 0,0 0-1 0 0,1 1 0 0 0,13 6 333 0 0,-10-4-311 0 0,0 0-1 0 0,0 0 0 0 0,-1 1 1 0 0,1-1-1 0 0,-1 1 0 0 0,0 0 1 0 0,0 0-1 0 0,0 0 0 0 0,-1 1 1 0 0,1-1-1 0 0,-1 0 1 0 0,0 1-1 0 0,0 0 0 0 0,-1-1 1 0 0,1 1-1 0 0,-1 0 0 0 0,0 0 1 0 0,-1 0-1 0 0,1 0 0 0 0,-1 0 1 0 0,0 5-1 0 0,0 2 21 0 0,0 1 0 0 0,-1-1 1 0 0,-1 1-1 0 0,0-1 0 0 0,0 0 0 0 0,-1 0 1 0 0,-5 13-1 0 0,5-20-34 0 0,-1 0-1 0 0,1 1 1 0 0,-1-2-1 0 0,0 1 1 0 0,0 0 0 0 0,0-1-1 0 0,-1 0 1 0 0,1 1-1 0 0,-10 5 1 0 0,12-10 156 0 0,-2-7-188 0 0,4 6-24 0 0,0 1 1 0 0,-1 0-1 0 0,1 0 0 0 0,0-1 0 0 0,-1 1 1 0 0,1 0-1 0 0,0-1 0 0 0,-1 1 1 0 0,1 0-1 0 0,0-1 0 0 0,0 1 1 0 0,0 0-1 0 0,-1-1 0 0 0,1 1 1 0 0,0-1-1 0 0,0 1 0 0 0,0 0 0 0 0,0-1 1 0 0,0 1-1 0 0,0-1 0 0 0,-1 1 1 0 0,1-1-1 0 0,0 1 0 0 0,0 0 1 0 0,1-1-1 0 0,-1 1 0 0 0,0-1 0 0 0,0 1 1 0 0,0-1-1 0 0,0 1 0 0 0,0 0 1 0 0,1-2-1 0 0,5-17-18 0 0,1 0 0 0 0,1 1-1 0 0,0-1 1 0 0,2 1 0 0 0,11-17 0 0 0,-14 25-1 0 0,0 1 1 0 0,0-1 0 0 0,1 1-1 0 0,0 1 1 0 0,1-1-1 0 0,-1 1 1 0 0,2 1-1 0 0,-1 0 1 0 0,1 0-1 0 0,16-8 1 0 0,-22 13 12 0 0,-1 1-1 0 0,0 0 1 0 0,0 0 0 0 0,1 1 0 0 0,-1-1-1 0 0,1 1 1 0 0,-1-1 0 0 0,0 1 0 0 0,1 0-1 0 0,-1 0 1 0 0,1 1 0 0 0,-1-1 0 0 0,1 1-1 0 0,-1-1 1 0 0,0 1 0 0 0,1 0 0 0 0,-1 1-1 0 0,0-1 1 0 0,0 0 0 0 0,4 3 0 0 0,5 4 0 0 0,0 1 1 0 0,0 0 0 0 0,18 18 0 0 0,-23-19 6 0 0,1-1 0 0 0,0 0 0 0 0,0 0 0 0 0,1 0 0 0 0,-1-1 1 0 0,2-1-1 0 0,17 9 0 0 0,-18-11-7 0 0,0 0 1 0 0,0-1 0 0 0,0-1-1 0 0,1 1 1 0 0,-1-1-1 0 0,0-1 1 0 0,1 0 0 0 0,-1 0-1 0 0,1-1 1 0 0,-1 0 0 0 0,0 0-1 0 0,0-1 1 0 0,0-1 0 0 0,0 1-1 0 0,0-2 1 0 0,0 1 0 0 0,-1-1-1 0 0,1 0 1 0 0,-1-1-1 0 0,0 0 1 0 0,0 0 0 0 0,-1-1-1 0 0,0 0 1 0 0,0 0 0 0 0,12-14-1 0 0,-12 12-9 0 0,-3 5 51 0 0,-1-1 0 0 0,1 0 0 0 0,-1 0 0 0 0,0 0 1 0 0,0 0-1 0 0,-1 0 0 0 0,1-1 0 0 0,-1 1 1 0 0,0-1-1 0 0,0 0 0 0 0,0 1 0 0 0,1-9 1 0 0,-8 16-5 0 0,1 0-30 0 0,0 0 0 0 0,-1 0 0 0 0,1 1 0 0 0,0-1 0 0 0,0 1 0 0 0,1 0 1 0 0,-1 0-1 0 0,1 0 0 0 0,0 0 0 0 0,0 0 0 0 0,0 1 0 0 0,1 0 0 0 0,0-1 0 0 0,0 1 1 0 0,-3 9-1 0 0,4-11-26 0 0,1 0 1 0 0,-1 0-1 0 0,1 0 1 0 0,0 1-1 0 0,0-1 1 0 0,0 0-1 0 0,0 0 1 0 0,1 0-1 0 0,-1 0 1 0 0,1 0-1 0 0,0 0 1 0 0,0 0-1 0 0,0 0 1 0 0,0 0-1 0 0,0-1 1 0 0,1 1-1 0 0,-1 0 1 0 0,1-1-1 0 0,0 1 1 0 0,0-1-1 0 0,0 1 1 0 0,0-1-1 0 0,0 0 1 0 0,0 0-1 0 0,0 0 1 0 0,1 0-1 0 0,-1 0 1 0 0,1 0-1 0 0,0-1 1 0 0,-1 0-1 0 0,1 1 1 0 0,0-1-1 0 0,5 1 1 0 0,-5 0 8 0 0,1-1 0 0 0,-1 1 0 0 0,0-1 0 0 0,1 0-1 0 0,-1-1 1 0 0,1 1 0 0 0,0-1 0 0 0,-1 1 0 0 0,1-1 0 0 0,-1 0 0 0 0,1 0 0 0 0,0-1 0 0 0,-1 1 0 0 0,1-1 0 0 0,-1 0-1 0 0,1 0 1 0 0,-1 0 0 0 0,1 0 0 0 0,-1-1 0 0 0,0 1 0 0 0,0-1 0 0 0,1 0 0 0 0,-1 0 0 0 0,0 0 0 0 0,-1 0 0 0 0,1 0 0 0 0,0-1-1 0 0,-1 1 1 0 0,3-4 0 0 0,-2 3 76 0 0,-1-1-1 0 0,0 1 0 0 0,0 0 1 0 0,0-1-1 0 0,0 1 0 0 0,-1-1 1 0 0,1 0-1 0 0,-1 0 0 0 0,0 1 1 0 0,0-1-1 0 0,-1 0 0 0 0,1 0 1 0 0,-1 0-1 0 0,0 0 0 0 0,0 0 1 0 0,0 0-1 0 0,0 0 0 0 0,-1 0 1 0 0,0 0-1 0 0,1 0 1 0 0,-1 1-1 0 0,-1-1 0 0 0,1 0 1 0 0,-1 0-1 0 0,1 1 0 0 0,-1-1 1 0 0,0 1-1 0 0,0 0 0 0 0,0-1 1 0 0,-1 1-1 0 0,1 0 0 0 0,-1 0 1 0 0,0 1-1 0 0,0-1 0 0 0,0 0 1 0 0,-5-2-1 0 0,7 4-157 0 0,0 0 1 0 0,0 0-1 0 0,0 0 1 0 0,0 0-1 0 0,0 1 0 0 0,0-1 1 0 0,0 0-1 0 0,-1 1 1 0 0,1-1-1 0 0,0 1 0 0 0,0 0 1 0 0,0-1-1 0 0,-1 1 1 0 0,1 0-1 0 0,0-1 0 0 0,-1 1 1 0 0,1 0-1 0 0,0 0 1 0 0,0 0-1 0 0,-1 0 0 0 0,1 1 1 0 0,0-1-1 0 0,0 0 0 0 0,-3 1 1 0 0,-11 16-7090 0 0</inkml:trace>
</inkml:ink>
</file>

<file path=ppt/ink/ink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8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 1636 0 0,'20'-66'14617'0'0,"-20"64"-13656"0"0,4-11 2117 0 0,-2 7-5538 0 0</inkml:trace>
</inkml:ink>
</file>

<file path=ppt/ink/ink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29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177 304 684 0 0,'0'-1'302'0'0,"0"-1"0"0"0,0 1 1 0 0,0-1-1 0 0,0 1 0 0 0,0 0 0 0 0,-1-1 0 0 0,1 1 0 0 0,0-1 1 0 0,-1 1-1 0 0,1-1 0 0 0,0 1 0 0 0,-1-1 0 0 0,0 1 0 0 0,1 0 1 0 0,-1 0-1 0 0,0-1 0 0 0,0 1 0 0 0,0 0 0 0 0,0 0 0 0 0,0 0 1 0 0,0 0-1 0 0,0 0 0 0 0,-2-2 0 0 0,1 2 395 0 0,2 0-584 0 0,-1 0 1 0 0,0 0-1 0 0,1 1 1 0 0,-1-1 0 0 0,0 0-1 0 0,0 0 1 0 0,0 1-1 0 0,0-1 1 0 0,1 0-1 0 0,-1 1 1 0 0,0-1 0 0 0,0 1-1 0 0,0-1 1 0 0,0 1-1 0 0,0-1 1 0 0,0 1-1 0 0,-1 0 1 0 0,1-1-1 0 0,0 1 1 0 0,0 0 0 0 0,0 0-1 0 0,0 0 1 0 0,0 0-1 0 0,0 0 1 0 0,-2 0-1 0 0,-23 0 897 0 0,21 1-928 0 0,0-1 1 0 0,0 1-1 0 0,0 0 0 0 0,1 0 1 0 0,-1 1-1 0 0,0 0 0 0 0,0-1 1 0 0,1 1-1 0 0,0 1 0 0 0,-1-1 1 0 0,1 1-1 0 0,0 0 0 0 0,0 0 1 0 0,0 0-1 0 0,0 0 0 0 0,1 1 1 0 0,-1-1-1 0 0,1 1 0 0 0,0 0 1 0 0,0 0-1 0 0,1 0 0 0 0,-1 0 1 0 0,1 1-1 0 0,0-1 0 0 0,0 1 1 0 0,0 0-1 0 0,0-1 0 0 0,1 1 0 0 0,0 0 1 0 0,0 0-1 0 0,0 0 0 0 0,1 0 1 0 0,0 7-1 0 0,0-11-87 0 0,0 1 0 0 0,1-1-1 0 0,-1 1 1 0 0,1 0 0 0 0,-1-1 0 0 0,1 1-1 0 0,0-1 1 0 0,-1 0 0 0 0,1 1 0 0 0,0-1-1 0 0,0 0 1 0 0,0 1 0 0 0,0-1 0 0 0,0 0-1 0 0,1 0 1 0 0,-1 0 0 0 0,0 0 0 0 0,0 0-1 0 0,1 0 1 0 0,-1 0 0 0 0,1 0 0 0 0,-1-1-1 0 0,0 1 1 0 0,1 0 0 0 0,0-1 0 0 0,-1 1 0 0 0,1-1-1 0 0,-1 0 1 0 0,1 1 0 0 0,0-1 0 0 0,-1 0-1 0 0,1 0 1 0 0,-1 0 0 0 0,1 0 0 0 0,0 0-1 0 0,-1-1 1 0 0,1 1 0 0 0,-1 0 0 0 0,1-1-1 0 0,2-1 1 0 0,7 0-49 0 0,-1-1 0 0 0,0-1-1 0 0,1 0 1 0 0,11-6 0 0 0,195-117-548 0 0,-183 110 483 0 0,6-2-161 0 0,47-30-1 0 0,-76 42 279 0 0,0-1-1 0 0,-1 0 1 0 0,0-1 0 0 0,-1 0-1 0 0,0 0 1 0 0,0-1 0 0 0,-1 0 0 0 0,12-19-1 0 0,-19 26 74 0 0,0 0-1 0 0,0 0 0 0 0,0 0 0 0 0,-1 0 1 0 0,1 0-1 0 0,-1 0 0 0 0,0 0 1 0 0,0 0-1 0 0,0 0 0 0 0,0 0 1 0 0,-1 0-1 0 0,1 0 0 0 0,-1 0 1 0 0,0 0-1 0 0,0 0 0 0 0,0 0 1 0 0,0 0-1 0 0,0 1 0 0 0,-1-1 0 0 0,1 0 1 0 0,-3-3-1 0 0,2 5 29 0 0,1 1-80 0 0,-1 0 1 0 0,0 1-1 0 0,0-1 0 0 0,0 1 1 0 0,0 0-1 0 0,0-1 1 0 0,1 1-1 0 0,-1 0 1 0 0,0 0-1 0 0,0 0 0 0 0,1 1 1 0 0,-1-1-1 0 0,1 0 1 0 0,-1 0-1 0 0,1 1 1 0 0,0-1-1 0 0,0 1 0 0 0,-1-1 1 0 0,1 1-1 0 0,-1 2 1 0 0,-22 44 40 0 0,14-26-19 0 0,-143 312 142 0 0,26-51-99 0 0,74-159-48 0 0,33-75 5 0 0,-39 74-1 0 0,22-67 436 0 0,37-56-462 0 0,0 0 1 0 0,0-1 0 0 0,0 1-1 0 0,0 0 1 0 0,0 0 0 0 0,0-1-1 0 0,0 1 1 0 0,0 0 0 0 0,-1 0-1 0 0,1-1 1 0 0,0 1 0 0 0,0 0-1 0 0,0 0 1 0 0,0-1 0 0 0,0 1 0 0 0,0 0-1 0 0,-1 0 1 0 0,1 0 0 0 0,0-1-1 0 0,0 1 1 0 0,0 0 0 0 0,-1 0-1 0 0,1 0 1 0 0,0 0 0 0 0,0 0-1 0 0,-1-1 1 0 0,1 1 0 0 0,0 0 0 0 0,0 0-1 0 0,-1 0 1 0 0,1 0 0 0 0,0 0-1 0 0,0 0 1 0 0,-1 0 0 0 0,1 0-1 0 0,0 0 1 0 0,0 0 0 0 0,-1 0-1 0 0,1 0 1 0 0,0 0 0 0 0,0 0-1 0 0,-1 0 1 0 0,1 0 0 0 0,0 0 0 0 0,0 0-1 0 0,-1 0 1 0 0,1 1 0 0 0,0-1-1 0 0,0 0 1 0 0,-1 0 0 0 0,1 0-1 0 0,0 0 1 0 0,0 0 0 0 0,0 1-1 0 0,-1-1 1 0 0,1 0 0 0 0,0 0-1 0 0,0 0 1 0 0,0 1 0 0 0,0-1 0 0 0,-1 0-1 0 0,1 0 1 0 0,0 1 0 0 0,0-1-1 0 0,-6-19 267 0 0,6 19-305 0 0,-1-9 58 0 0,2 0-1 0 0,-1 0 1 0 0,1 0 0 0 0,1 0 0 0 0,0 0-1 0 0,0 1 1 0 0,0-1 0 0 0,1 0 0 0 0,1 1-1 0 0,6-13 1 0 0,-8 16-16 0 0,23-45-654 0 0,1 1 1 0 0,2 2 0 0 0,66-83 0 0 0,-32 62-2015 0 0,-16 27-3716 0 0,-25 25 2619 0 0</inkml:trace>
</inkml:ink>
</file>

<file path=ppt/ink/ink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32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144 359 348 0 0,'0'-1'138'0'0,"9"-28"9598"0"0,-15 32-7137 0 0,-10 8-3496 0 0,2 1 1045 0 0,2 1 0 0 0,-1 0 0 0 0,2 0 0 0 0,-1 1-1 0 0,2 1 1 0 0,0 0 0 0 0,1 0 0 0 0,-10 23 0 0 0,15-28-79 0 0,0-1-1 0 0,1 1 0 0 0,0 0 1 0 0,1 0-1 0 0,-1 13 1 0 0,2-20-53 0 0,1 0 0 0 0,0 0 1 0 0,0 0-1 0 0,0 0 0 0 0,0 0 1 0 0,0 0-1 0 0,1 1 0 0 0,-1-1 1 0 0,1 0-1 0 0,0 0 0 0 0,0-1 1 0 0,0 1-1 0 0,0 0 0 0 0,0 0 1 0 0,1 0-1 0 0,-1-1 0 0 0,1 1 1 0 0,0-1-1 0 0,0 1 0 0 0,4 3 1 0 0,-4-5-8 0 0,0 0 0 0 0,0-1 0 0 0,0 1 0 0 0,1-1 0 0 0,-1 1 1 0 0,0-1-1 0 0,0 0 0 0 0,0 0 0 0 0,1 0 0 0 0,-1 0 0 0 0,0 0 1 0 0,0 0-1 0 0,0-1 0 0 0,0 1 0 0 0,1-1 0 0 0,-1 1 0 0 0,0-1 0 0 0,0 0 1 0 0,0 0-1 0 0,0 0 0 0 0,3-3 0 0 0,41-26 79 0 0,-27 13-66 0 0,0 0 0 0 0,-1-1-1 0 0,-1-1 1 0 0,-1-1 0 0 0,-1 0 0 0 0,-1-1 0 0 0,0 0 0 0 0,-2-2-1 0 0,0 1 1 0 0,9-30 0 0 0,-16 38-33 0 0,-1 0 0 0 0,0-1 0 0 0,-1 1 1 0 0,-1-1-1 0 0,0 1 0 0 0,-1-1 0 0 0,-1 0 0 0 0,-1-19 0 0 0,-1 23-13 0 0,0 1 1 0 0,0 0-1 0 0,-1 0 0 0 0,0 0 0 0 0,-1 0 1 0 0,0 0-1 0 0,0 1 0 0 0,-1 0 0 0 0,0-1 1 0 0,-1 2-1 0 0,0-1 0 0 0,-12-13 0 0 0,12 17 10 0 0,-1 0-1 0 0,1-1 0 0 0,-1 2 1 0 0,0-1-1 0 0,-1 1 1 0 0,1 0-1 0 0,-1 1 0 0 0,1 0 1 0 0,-1 0-1 0 0,0 1 0 0 0,0-1 1 0 0,0 2-1 0 0,-1-1 1 0 0,-8 1-1 0 0,11 0 6 0 0,1 0-1 0 0,0 1 0 0 0,0 0 1 0 0,0 0-1 0 0,0 1 1 0 0,0-1-1 0 0,0 1 1 0 0,0 0-1 0 0,0 0 1 0 0,0 1-1 0 0,1 0 1 0 0,-1-1-1 0 0,0 2 1 0 0,1-1-1 0 0,-1 0 1 0 0,1 1-1 0 0,0 0 1 0 0,0 0-1 0 0,0 0 1 0 0,0 1-1 0 0,0-1 1 0 0,1 1-1 0 0,-6 8 1 0 0,8-11 6 0 0,0 1-1 0 0,1 0 1 0 0,0-1-1 0 0,-1 1 1 0 0,1-1 0 0 0,0 1-1 0 0,0 0 1 0 0,0-1-1 0 0,0 1 1 0 0,0 0-1 0 0,0-1 1 0 0,0 1 0 0 0,1 0-1 0 0,-1-1 1 0 0,0 1-1 0 0,1-1 1 0 0,0 1 0 0 0,-1 0-1 0 0,1-1 1 0 0,0 1-1 0 0,0-1 1 0 0,-1 0 0 0 0,1 1-1 0 0,1-1 1 0 0,-1 0-1 0 0,0 0 1 0 0,0 1 0 0 0,0-1-1 0 0,1 0 1 0 0,-1 0-1 0 0,0 0 1 0 0,1-1 0 0 0,1 2-1 0 0,4 3-5 0 0,0-1 0 0 0,0 0 0 0 0,1 0 0 0 0,-1-1 0 0 0,11 3 0 0 0,41 13-153 0 0,0 3-1 0 0,69 35 1 0 0,-119-52 121 0 0,-1 0 1 0 0,-1 0-1 0 0,1 1 0 0 0,-1 0 0 0 0,0 0 1 0 0,0 1-1 0 0,-1 0 0 0 0,0 0 0 0 0,0 1 0 0 0,-1 0 1 0 0,0 0-1 0 0,0 0 0 0 0,4 11 0 0 0,5 13-97 0 0,-3 0 0 0 0,11 43 0 0 0,-15-49 79 0 0,-5-17 36 0 0,-2-6 19 0 0,1-1 0 0 0,-1 1 0 0 0,0-1 0 0 0,1 0 0 0 0,-1 1 0 0 0,1-1 0 0 0,0 0 0 0 0,0 0 0 0 0,0 1 0 0 0,0-1 0 0 0,0 0 0 0 0,0 0 0 0 0,1 0 0 0 0,-1 0 0 0 0,0 0 0 0 0,1-1 1 0 0,0 1-1 0 0,-1 0 0 0 0,1-1 0 0 0,0 1 0 0 0,0-1 0 0 0,0 0 0 0 0,0 1 0 0 0,0-1 0 0 0,0 0 0 0 0,1 0 0 0 0,-1 0 0 0 0,0-1 0 0 0,0 1 0 0 0,1 0 0 0 0,2-1 0 0 0,-2 1 6 0 0,0-1 1 0 0,0 0-1 0 0,0 0 1 0 0,0 0-1 0 0,0-1 0 0 0,0 1 1 0 0,0-1-1 0 0,0 1 1 0 0,0-1-1 0 0,0 0 0 0 0,0 0 1 0 0,-1 0-1 0 0,1-1 1 0 0,0 1-1 0 0,-1-1 0 0 0,1 1 1 0 0,-1-1-1 0 0,1 0 1 0 0,-1 0-1 0 0,0 0 1 0 0,0 0-1 0 0,0-1 0 0 0,0 1 1 0 0,2-3-1 0 0,-1 0 12 0 0,-1 0 0 0 0,0-1 1 0 0,1 1-1 0 0,-2 0 0 0 0,1-1 0 0 0,0 1 0 0 0,-1-1 0 0 0,1-8 0 0 0,-2 7 42 0 0,1 0 0 0 0,-1 0-1 0 0,-1 0 1 0 0,1 0-1 0 0,-1 1 1 0 0,-1-1-1 0 0,1 0 1 0 0,-1 1-1 0 0,0-1 1 0 0,-1 1-1 0 0,1-1 1 0 0,-1 1-1 0 0,0 0 1 0 0,-1 0 0 0 0,0 0-1 0 0,0 1 1 0 0,0-1-1 0 0,0 1 1 0 0,-1 0-1 0 0,0 0 1 0 0,0 0-1 0 0,0 1 1 0 0,-1 0-1 0 0,1 0 1 0 0,-10-5 0 0 0,13 8-146 0 0,0 1 1 0 0,0-1-1 0 0,0 0 1 0 0,-1 0-1 0 0,1 1 1 0 0,0-1-1 0 0,0 1 1 0 0,-1 0-1 0 0,1 0 1 0 0,0 0-1 0 0,0 0 1 0 0,-1 0-1 0 0,1 0 1 0 0,0 0-1 0 0,0 1 1 0 0,-1-1-1 0 0,1 1 0 0 0,0 0 1 0 0,0 0-1 0 0,0-1 1 0 0,0 1-1 0 0,-3 2 1 0 0,-8 13-6442 0 0,10-8 3788 0 0</inkml:trace>
</inkml:ink>
</file>

<file path=ppt/ink/ink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33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87 436 0 0,'2'-10'1637'0'0,"-2"3"2527"0"0,-2 5-3817 0 0,1-1 1 0 0,-1 0-1 0 0,1 1 1 0 0,-1-1 0 0 0,0 1-1 0 0,0 0 1 0 0,0-1-1 0 0,0 1 1 0 0,-1 0 0 0 0,1 0-1 0 0,0 0 1 0 0,-1 1-1 0 0,0-1 1 0 0,1 1 0 0 0,-1-1-1 0 0,-5-1 1 0 0,6 2 6 0 0,0 1-293 0 0,1 0 0 0 0,-1-1 1 0 0,0 1-1 0 0,0 0 0 0 0,0 0 1 0 0,1 0-1 0 0,-1 0 0 0 0,0 0 1 0 0,0 0-1 0 0,0 1 0 0 0,0-1 0 0 0,1 1 1 0 0,-1-1-1 0 0,0 1 0 0 0,1 0 1 0 0,-4 1-1 0 0,-29 16 569 0 0,27-12-550 0 0,1 0 0 0 0,-1 1-1 0 0,1 0 1 0 0,1 0 0 0 0,-1 0 0 0 0,1 1 0 0 0,0 0 0 0 0,1 0-1 0 0,0 0 1 0 0,0 1 0 0 0,1-1 0 0 0,-2 10 0 0 0,4-13-76 0 0,0-1 1 0 0,0 0-1 0 0,1 0 0 0 0,-1 0 1 0 0,1 1-1 0 0,0-1 0 0 0,1 0 1 0 0,-1 0-1 0 0,1 1 1 0 0,0-1-1 0 0,0 0 0 0 0,0 0 1 0 0,0 0-1 0 0,1 0 0 0 0,0 0 1 0 0,0 0-1 0 0,0-1 1 0 0,0 1-1 0 0,0 0 0 0 0,1-1 1 0 0,0 0-1 0 0,-1 0 0 0 0,1 0 1 0 0,0 0-1 0 0,1 0 1 0 0,-1 0-1 0 0,0-1 0 0 0,5 3 1 0 0,-2-2-57 0 0,0 0 0 0 0,0 0 1 0 0,1 0-1 0 0,-1-1 0 0 0,1 0 0 0 0,-1-1 1 0 0,1 1-1 0 0,0-1 0 0 0,0 0 0 0 0,-1-1 1 0 0,1 0-1 0 0,0 0 0 0 0,0 0 0 0 0,0-1 1 0 0,-1 0-1 0 0,1 0 0 0 0,0-1 0 0 0,-1 0 1 0 0,1 0-1 0 0,-1-1 0 0 0,1 1 1 0 0,5-5-1 0 0,14-7-90 0 0,0-2 1 0 0,-1 0-1 0 0,36-33 0 0 0,-50 40 123 0 0,-1 0 87 0 0,1 0 0 0 0,-1-1 0 0 0,-1 0 0 0 0,0-1 1 0 0,0 0-1 0 0,-1 0 0 0 0,-1-1 0 0 0,0 0 1 0 0,0-1-1 0 0,-1 1 0 0 0,4-16 0 0 0,-9 26 120 0 0,-1 2-156 0 0,0-1-1 0 0,0 1 1 0 0,1-1 0 0 0,-1 0 0 0 0,0 1 0 0 0,0-1 0 0 0,0 1 0 0 0,0-1 0 0 0,0 1 0 0 0,0-1 0 0 0,0 1 0 0 0,0-1-1 0 0,0 0 1 0 0,-1 1 0 0 0,1-1 0 0 0,0 1 0 0 0,0-1 0 0 0,0 1 0 0 0,-1-1 0 0 0,1 1 0 0 0,0-1 0 0 0,-1 1 0 0 0,1-1-1 0 0,0 1 1 0 0,-1-1 0 0 0,1 1 0 0 0,-1 0 0 0 0,1-1 0 0 0,0 1 0 0 0,-1 0 0 0 0,1-1 0 0 0,-1 1 0 0 0,1 0 0 0 0,-1 0-1 0 0,1-1 1 0 0,-1 1 0 0 0,1 0 0 0 0,-2 0 0 0 0,-20 13 385 0 0,-16 33-294 0 0,36-43-171 0 0,1 1-1 0 0,-1 0 1 0 0,1 0 0 0 0,0 0 0 0 0,0 0 0 0 0,1 0 0 0 0,-1 1-1 0 0,1-1 1 0 0,0 0 0 0 0,0 0 0 0 0,0 0 0 0 0,1 0-1 0 0,-1 1 1 0 0,1-1 0 0 0,0 0 0 0 0,0 0 0 0 0,1 0 0 0 0,-1-1-1 0 0,1 1 1 0 0,0 0 0 0 0,0 0 0 0 0,0-1 0 0 0,0 1-1 0 0,1-1 1 0 0,-1 0 0 0 0,1 0 0 0 0,0 0 0 0 0,0 0 0 0 0,0 0-1 0 0,0 0 1 0 0,0-1 0 0 0,1 0 0 0 0,-1 1 0 0 0,1-1-1 0 0,0 0 1 0 0,0-1 0 0 0,0 1 0 0 0,-1-1 0 0 0,1 0 0 0 0,6 1-1 0 0,-6-2-3 0 0,0 0-1 0 0,1 0 1 0 0,-1 0-1 0 0,0-1 1 0 0,0 0-1 0 0,0 0 1 0 0,1 0-1 0 0,-1 0 1 0 0,0-1-1 0 0,0 1 1 0 0,-1-1-1 0 0,1 0 1 0 0,0-1-1 0 0,-1 1 1 0 0,1 0-1 0 0,-1-1 1 0 0,5-4-1 0 0,3-5 0 0 0,0 1 0 0 0,-1-2-1 0 0,10-15 1 0 0,-8 10 224 0 0,-11 17 43 0 0,3-10 406 0 0,-1 5 47 0 0,-4 7 276 0 0,-1 4-1135 0 0,1 0 1 0 0,0 0-1 0 0,0 0 0 0 0,0 0 0 0 0,1 0 1 0 0,-1 0-1 0 0,1 0 0 0 0,1 5 0 0 0,8 29-8373 0 0,-4-30 5448 0 0</inkml:trace>
</inkml:ink>
</file>

<file path=ppt/ink/ink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35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15 530 920 0 0,'0'0'1897'0'0,"9"-12"920"0"0,-6 11-2667 0 0,0 0 1 0 0,0 0 0 0 0,0 0-1 0 0,1 1 1 0 0,-1-1-1 0 0,0 1 1 0 0,1 0 0 0 0,-1 0-1 0 0,0 0 1 0 0,0 0-1 0 0,1 0 1 0 0,-1 1 0 0 0,0 0-1 0 0,0 0 1 0 0,1 0-1 0 0,-1 0 1 0 0,0 0 0 0 0,0 0-1 0 0,0 1 1 0 0,4 2-1 0 0,-5-2-101 0 0,1-1-1 0 0,-1 1 1 0 0,-1-1-1 0 0,1 1 1 0 0,0-1-1 0 0,0 1 1 0 0,-1 0-1 0 0,1 0 1 0 0,0 0-1 0 0,-1 0 1 0 0,0 0-1 0 0,0 0 1 0 0,0 0-1 0 0,0 1 1 0 0,0-1-1 0 0,0 0 0 0 0,0 1 1 0 0,-1-1-1 0 0,1 1 1 0 0,-1-1-1 0 0,1 0 1 0 0,-1 1-1 0 0,0-1 1 0 0,0 1-1 0 0,0-1 1 0 0,-1 1-1 0 0,1-1 1 0 0,-1 5-1 0 0,-3 2 67 0 0,1 0 0 0 0,-1-1 0 0 0,0 1 0 0 0,-1-1 0 0 0,0 1 0 0 0,-11 12 0 0 0,13-17-52 0 0,0 0-1 0 0,-1 0 1 0 0,0-1 0 0 0,1 1 0 0 0,-1-1-1 0 0,-1 0 1 0 0,1 0 0 0 0,0 0-1 0 0,-1-1 1 0 0,1 1 0 0 0,-1-1 0 0 0,0 0-1 0 0,-8 2 1 0 0,12-4 121 0 0,-5-8-84 0 0,6 7-97 0 0,-1 1 0 0 0,1-1 1 0 0,-1 1-1 0 0,0-1 0 0 0,1 0 1 0 0,-1 1-1 0 0,1-1 0 0 0,-1 0 1 0 0,1 0-1 0 0,0 1 0 0 0,-1-1 0 0 0,1 0 1 0 0,0 0-1 0 0,-1 1 0 0 0,1-1 1 0 0,0 0-1 0 0,0 0 0 0 0,0 0 1 0 0,0 0-1 0 0,0 0 0 0 0,0 1 0 0 0,0-1 1 0 0,0 0-1 0 0,0 0 0 0 0,0 0 1 0 0,0 0-1 0 0,0 1 0 0 0,1-1 1 0 0,-1 0-1 0 0,0 0 0 0 0,1-1 0 0 0,3-6 3 0 0,1 0-1 0 0,0-1 1 0 0,1 1-1 0 0,-1 1 1 0 0,1-1-1 0 0,1 1 0 0 0,-1 0 1 0 0,13-9-1 0 0,2 1-14 0 0,1 0 0 0 0,33-15 0 0 0,-52 28 2 0 0,1 0 1 0 0,0 1 0 0 0,0-1 0 0 0,0 1-1 0 0,0 0 1 0 0,0 0 0 0 0,0 0-1 0 0,0 1 1 0 0,0-1 0 0 0,0 1-1 0 0,1 0 1 0 0,-1 0 0 0 0,0 0 0 0 0,0 1-1 0 0,0 0 1 0 0,0 0 0 0 0,0 0-1 0 0,0 0 1 0 0,7 3 0 0 0,-9-3 8 0 0,-1-1 0 0 0,0 1 0 0 0,0 0 0 0 0,0 0 0 0 0,1 0-1 0 0,-1-1 1 0 0,0 1 0 0 0,0 0 0 0 0,-1 0 0 0 0,1 0 0 0 0,0 1 0 0 0,0-1 0 0 0,0 0 0 0 0,-1 0 0 0 0,1 0 0 0 0,0 1 0 0 0,-1-1 0 0 0,1 0 0 0 0,-1 0 0 0 0,0 1 0 0 0,1-1 0 0 0,-1 0-1 0 0,0 1 1 0 0,0-1 0 0 0,0 1 0 0 0,0-1 0 0 0,0 0 0 0 0,0 1 0 0 0,-1 1 0 0 0,-13 41 229 0 0,7-25-8 0 0,6-17-124 0 0,-3 8 356 0 0,7-14-472 0 0,51-70-127 0 0,-53 73 135 0 0,0 0 1 0 0,0 0 0 0 0,0-1 0 0 0,0 1 0 0 0,0 0-1 0 0,1 0 1 0 0,-1 0 0 0 0,1 0 0 0 0,-1 0 0 0 0,0 1 0 0 0,1-1-1 0 0,-1 0 1 0 0,1 1 0 0 0,0-1 0 0 0,-1 1 0 0 0,1-1-1 0 0,-1 1 1 0 0,1 0 0 0 0,0 0 0 0 0,-1 0 0 0 0,1-1 0 0 0,0 2-1 0 0,1-1 1 0 0,44 12-254 0 0,-8-1-169 0 0,-20-8 322 0 0,-1-1 0 0 0,1-1 0 0 0,0 0 0 0 0,0-2 0 0 0,0 0 0 0 0,0-1 0 0 0,0-1-1 0 0,-1-1 1 0 0,1 0 0 0 0,-1-1 0 0 0,0-2 0 0 0,24-11 0 0 0,-40 18 149 0 0,-1-1-1 0 0,0 0 1 0 0,1 0 0 0 0,-1 1-1 0 0,0-1 1 0 0,0 0 0 0 0,0 0-1 0 0,0 0 1 0 0,0 0 0 0 0,0-1-1 0 0,0 1 1 0 0,0 0 0 0 0,0 0-1 0 0,0-1 1 0 0,-1 1 0 0 0,1 0-1 0 0,0-1 1 0 0,-1 1 0 0 0,1 0-1 0 0,-1-1 1 0 0,0 1 0 0 0,1-1-1 0 0,-1 1 1 0 0,0-1 0 0 0,0 1-1 0 0,0-1 1 0 0,0 1 0 0 0,0-1-1 0 0,0 1 1 0 0,-1-1 0 0 0,1 1-1 0 0,0-1 1 0 0,-1 1 0 0 0,1 0-1 0 0,-1-1 1 0 0,1 1 0 0 0,-1-1-1 0 0,0 1 1 0 0,0 0 0 0 0,0 0-1 0 0,1-1 1 0 0,-1 1 0 0 0,0 0-1 0 0,0 0 1 0 0,-1 0 0 0 0,1 0 0 0 0,-1-1-1 0 0,0 1 105 0 0,-5 2-51 0 0,0-1 0 0 0,0 1-1 0 0,0 0 1 0 0,0 1 0 0 0,-10 3 0 0 0,16-5-86 0 0,-2 2 12 0 0,-1-1-1 0 0,1 1 1 0 0,0 0 0 0 0,0 0-1 0 0,0 0 1 0 0,0 0-1 0 0,0 0 1 0 0,0 1 0 0 0,1-1-1 0 0,-1 1 1 0 0,1 0-1 0 0,0 0 1 0 0,0 0 0 0 0,0 0-1 0 0,0 0 1 0 0,0 0-1 0 0,1 0 1 0 0,-1 1 0 0 0,1-1-1 0 0,-1 6 1 0 0,1-6-37 0 0,1-1 1 0 0,0 0-1 0 0,-1 1 1 0 0,1-1-1 0 0,1 0 0 0 0,-1 0 1 0 0,0 1-1 0 0,0-1 1 0 0,1 0-1 0 0,-1 0 1 0 0,1 1-1 0 0,0-1 0 0 0,0 0 1 0 0,0 0-1 0 0,0 0 1 0 0,0 0-1 0 0,0 0 1 0 0,0 0-1 0 0,1 0 1 0 0,-1-1-1 0 0,1 1 0 0 0,-1 0 1 0 0,1-1-1 0 0,0 1 1 0 0,0-1-1 0 0,0 0 1 0 0,0 1-1 0 0,-1-1 1 0 0,2 0-1 0 0,-1 0 0 0 0,3 1 1 0 0,3 0-97 0 0,-1 1 1 0 0,1-2-1 0 0,-1 1 0 0 0,1-1 1 0 0,0 0-1 0 0,0-1 0 0 0,-1 0 1 0 0,1 0-1 0 0,0-1 0 0 0,0 0 1 0 0,-1 0-1 0 0,1-1 0 0 0,0 0 1 0 0,-1 0-1 0 0,0-1 0 0 0,1 0 1 0 0,12-7-1 0 0,0-2-54 0 0,0-1-1 0 0,0 0 1 0 0,-2-2 0 0 0,26-25-1 0 0,-40 36 446 0 0,1 0 1 0 0,-2 0-1 0 0,1-1 0 0 0,0 0 0 0 0,-1 0 0 0 0,3-5 0 0 0,-5 9 520 0 0,-4 5-758 0 0,-40 105-18 0 0,42-107-71 0 0,2 1-146 0 0,-1-3 186 0 0,0 1 1 0 0,0-1-1 0 0,0 0 1 0 0,0 0-1 0 0,0 1 0 0 0,0-1 1 0 0,0 0-1 0 0,0 0 1 0 0,0 1-1 0 0,0-1 0 0 0,0 0 1 0 0,0 0-1 0 0,0 1 1 0 0,0-1-1 0 0,0 0 1 0 0,0 0-1 0 0,0 1 0 0 0,0-1 1 0 0,0 0-1 0 0,0 0 1 0 0,0 0-1 0 0,0 1 1 0 0,1-1-1 0 0,-1 0 0 0 0,0 0 1 0 0,0 0-1 0 0,0 1 1 0 0,0-1-1 0 0,0 0 0 0 0,1 0 1 0 0,-1 0-1 0 0,0 0 1 0 0,0 1-1 0 0,0-1 1 0 0,1 0-1 0 0,-1 0 0 0 0,0 0 1 0 0,0 0-1 0 0,1 0 1 0 0,-1 0-1 0 0,0 0 1 0 0,0 0-1 0 0,1 0 0 0 0,-1 0 1 0 0,0 0-1 0 0,0 0 1 0 0,1 0-1 0 0,-1 0 0 0 0,0 0 1 0 0,0 0-1 0 0,1 0 1 0 0,-1 0-1 0 0,6-3-130 0 0,-1-1 0 0 0,1 1-1 0 0,0 0 1 0 0,0 0 0 0 0,0 1-1 0 0,0 0 1 0 0,0 0 0 0 0,1 1 0 0 0,-1-1-1 0 0,1 1 1 0 0,-1 1 0 0 0,1-1 0 0 0,-1 1-1 0 0,1 0 1 0 0,0 1 0 0 0,-1-1-1 0 0,10 3 1 0 0,-4 0-179 0 0,0-1-1 0 0,0-1 0 0 0,0 0 1 0 0,1-1-1 0 0,-1 0 0 0 0,0-1 1 0 0,0 0-1 0 0,0-1 0 0 0,1 0 1 0 0,-2-1-1 0 0,19-7 0 0 0,-21 6 369 0 0,-1 0-1 0 0,0 0 1 0 0,-1-1-1 0 0,1-1 1 0 0,-1 1-1 0 0,0-1 1 0 0,0-1-1 0 0,-1 1 1 0 0,1-1-1 0 0,-2 0 1 0 0,1 0-1 0 0,-1-1 1 0 0,0 0-1 0 0,0 0 0 0 0,6-16 1 0 0,8-29 469 0 0,-2 0 1 0 0,17-97-1 0 0,-8 29 883 0 0,-17 64 945 0 0,-8 56-1555 0 0,-4 5-667 0 0,-21 47 183 0 0,3 0-1 0 0,-25 84 0 0 0,38-108-257 0 0,-16 43 42 0 0,12-40-236 0 0,2 0 0 0 0,-10 54 0 0 0,19-79 105 0 0,1-1 0 0 0,-1 0 0 0 0,1 1 0 0 0,0-1 1 0 0,1 0-1 0 0,-1 1 0 0 0,1-1 0 0 0,0 0 0 0 0,2 8 1 0 0,-2-11 16 0 0,23-4-28 0 0,11-10 42 0 0,0 1-1 0 0,1 1 0 0 0,1 3 1 0 0,48-7-1 0 0,-74 15 17 0 0,23 2-9 0 0,-24 6 80 0 0,-9-7-63 0 0,0 0 37 0 0,-3 13 281 0 0,-4-7-308 0 0,0-1 0 0 0,-1 0 0 0 0,1 0 0 0 0,-1-1-1 0 0,0 0 1 0 0,-1 0 0 0 0,1-1 0 0 0,-17 8 0 0 0,18-9-832 0 0,-1-1 1 0 0,0 1-1 0 0,1-1 0 0 0,-1 0 1 0 0,0-1-1 0 0,-13 2 0 0 0,15-3-2281 0 0,-7-2 233 0 0</inkml:trace>
</inkml:ink>
</file>

<file path=ppt/ink/ink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35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93 988 0 0,'0'0'1184'0'0,"14"-8"-108"0"0,-4-1-108 0 0,6-1-96 0 0,-2 0-83 0 0,3 2-97 0 0,0 0-104 0 0,1 1-200 0 0,2 0-196 0 0,-3 1-272 0 0,9-2-304 0 0,-8 3-828 0 0,1 2-1317 0 0,-4-1 581 0 0</inkml:trace>
</inkml:ink>
</file>

<file path=ppt/ink/ink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35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596 10 928 0 0,'0'0'1972'0'0,"-1"-10"5080"0"0,3 11-6987 0 0,1-1 0 0 0,0 1 0 0 0,-1-1 0 0 0,1 1 0 0 0,-1 0 0 0 0,1 0 0 0 0,-1 0 0 0 0,1 1 0 0 0,-1-1 0 0 0,0 1 0 0 0,1-1 0 0 0,-1 1 0 0 0,0 0 0 0 0,0 0 0 0 0,0-1 0 0 0,2 5 0 0 0,1 0 42 0 0,0 2 0 0 0,0-1-1 0 0,0 0 1 0 0,-1 1 0 0 0,3 10 0 0 0,2 4 95 0 0,-2 2 0 0 0,-1-1 0 0 0,5 31 0 0 0,-1 23 113 0 0,-4 0-1 0 0,-2 1 0 0 0,-4 0 0 0 0,-4 0 0 0 0,-20 121 0 0 0,13-146-72 0 0,-2 0-1 0 0,-37 99 1 0 0,38-124-58 0 0,-2 0 0 0 0,-1-1 0 0 0,-1-1 0 0 0,-1 0 0 0 0,-1-1 0 0 0,-38 39 0 0 0,20-29 512 0 0,-2-1-1 0 0,-2-1 1 0 0,0-3-1 0 0,-2-1 1 0 0,-2-2-1 0 0,0-2 1 0 0,-81 33-1 0 0,76-32 216 0 0,47-25-1161 0 0,-3 1 344 0 0,0-1-3752 0 0</inkml:trace>
</inkml:ink>
</file>

<file path=ppt/ink/ink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38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1215 129 416 0 0,'0'0'81'0'0,"2"-11"731"0"0,0 1-1 0 0,0-1 1 0 0,1 0 0 0 0,0 1-1 0 0,1-1 1 0 0,0 1 0 0 0,0 0-1 0 0,9-12 1 0 0,-2-1 2662 0 0,-103 181-2304 0 0,-220 356 677 0 0,36-57-664 0 0,159-255-667 0 0,-29 35 220 0 0,-41 73 655 0 0,87-113 342 0 0,73-129-866 0 0,26-66-749 0 0,-3 10 569 0 0,4-4-2020 0 0,6-10-3448 0 0,21-17 2594 0 0,-9-3-3913 0 0,-7 3 2093 0 0</inkml:trace>
</inkml:ink>
</file>

<file path=ppt/ink/ink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1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43 260 0 0,'0'0'1956'0'0,"15"-39"5610"0"0,-12 38-7506 0 0,-1 0 1 0 0,1 1-1 0 0,0-1 1 0 0,-1 1 0 0 0,1 0-1 0 0,0 0 1 0 0,-1 0 0 0 0,1 0-1 0 0,-1 0 1 0 0,1 1 0 0 0,0-1-1 0 0,-1 1 1 0 0,1 0-1 0 0,-1 0 1 0 0,1 0 0 0 0,-1 0-1 0 0,1 0 1 0 0,-1 0 0 0 0,0 0-1 0 0,0 1 1 0 0,0 0 0 0 0,3 2-1 0 0,-1 0-8 0 0,-1 0-1 0 0,1 1 0 0 0,-1-1 1 0 0,0 1-1 0 0,-1 0 1 0 0,1 0-1 0 0,-1 0 0 0 0,0 0 1 0 0,0 0-1 0 0,1 8 0 0 0,0 3 19 0 0,0 0 0 0 0,-2 0 0 0 0,0 0-1 0 0,0 0 1 0 0,-2 0 0 0 0,-3 28 0 0 0,-12 10 828 0 0,15-52-594 0 0,2-5-82 0 0,7-16-162 0 0,1-2-33 0 0,1 1 0 0 0,1 0 0 0 0,1 1 0 0 0,1 0 0 0 0,23-27 0 0 0,-28 36-29 0 0,1 1 0 0 0,1 0 0 0 0,-1 1 1 0 0,1 0-1 0 0,1 0 0 0 0,0 1 0 0 0,0 1 0 0 0,0 0 0 0 0,0 0 0 0 0,23-7 0 0 0,-31 12-4 0 0,-1 1 1 0 0,1-1-1 0 0,-1 0 0 0 0,1 1 0 0 0,-1 0 0 0 0,1 0 0 0 0,0-1 0 0 0,-1 1 0 0 0,1 1 1 0 0,-1-1-1 0 0,1 0 0 0 0,0 1 0 0 0,-1-1 0 0 0,1 1 0 0 0,-1 0 0 0 0,1 0 0 0 0,-1 0 1 0 0,0 0-1 0 0,1 0 0 0 0,-1 0 0 0 0,0 1 0 0 0,0-1 0 0 0,0 1 0 0 0,0 0 1 0 0,0-1-1 0 0,2 3 0 0 0,2 4-3 0 0,-1 1 0 0 0,0-1 0 0 0,0 1 0 0 0,0 0-1 0 0,4 16 1 0 0,-6-17 1 0 0,0 0-1 0 0,0-1 0 0 0,1 1 0 0 0,0-1 0 0 0,0 1 0 0 0,1-1 0 0 0,7 8 0 0 0,-9-12 4 0 0,0-2-1 0 0,0 1 1 0 0,0 0-1 0 0,0-1 1 0 0,0 1-1 0 0,0-1 0 0 0,1 0 1 0 0,-1 0-1 0 0,0 0 1 0 0,1-1-1 0 0,-1 1 1 0 0,1-1-1 0 0,-1 1 1 0 0,0-1-1 0 0,1 0 0 0 0,-1-1 1 0 0,1 1-1 0 0,-1-1 1 0 0,1 1-1 0 0,-1-1 1 0 0,0 0-1 0 0,1 0 1 0 0,3-2-1 0 0,4-2-28 0 0,1 0 0 0 0,-1-1 0 0 0,0 0 0 0 0,0-1-1 0 0,11-9 1 0 0,-10 8 25 0 0,-1-2 0 0 0,-1 1-1 0 0,0-2 1 0 0,0 1 0 0 0,-1-1-1 0 0,15-23 1 0 0,-23 33 132 0 0,1 25-175 0 0,-1-20 36 0 0,0-1-1 0 0,1 1 0 0 0,-1 0 0 0 0,1-1 1 0 0,0 0-1 0 0,0 1 0 0 0,0-1 1 0 0,0 0-1 0 0,0 0 0 0 0,1 0 1 0 0,-1 0-1 0 0,1 0 0 0 0,0-1 0 0 0,0 1 1 0 0,0-1-1 0 0,0 0 0 0 0,1 1 1 0 0,-1-2-1 0 0,0 1 0 0 0,1 0 1 0 0,-1-1-1 0 0,1 1 0 0 0,5 0 1 0 0,-8-2 33 0 0,0 0 1 0 0,0 1 0 0 0,0-1 0 0 0,0 0 0 0 0,0 0 0 0 0,0 0 0 0 0,0-1 0 0 0,0 1 0 0 0,0 0 0 0 0,0 0 0 0 0,-1 0 0 0 0,1-1 0 0 0,0 1 0 0 0,0 0 0 0 0,0-1-1 0 0,0 1 1 0 0,0-1 0 0 0,-1 1 0 0 0,1-1 0 0 0,0 0 0 0 0,0 1 0 0 0,-1-1 0 0 0,1 1 0 0 0,-1-1 0 0 0,1 0 0 0 0,0 0 0 0 0,-1 1 0 0 0,1-1 0 0 0,-1 0 0 0 0,1-1-1 0 0,-1 0 29 0 0,0 0 0 0 0,0 0 0 0 0,0 0 0 0 0,0-1 0 0 0,0 1 0 0 0,0 0 0 0 0,-1 0 0 0 0,1 0 0 0 0,-1 0 0 0 0,1 0 0 0 0,-1 0 0 0 0,-2-3 0 0 0,-1-3 86 0 0,-1 0 0 0 0,0 0 0 0 0,0 1 0 0 0,0-1 0 0 0,-8-6-1 0 0,11 12-236 0 0,0 0-1 0 0,0 0 1 0 0,0 0 0 0 0,-1 1-1 0 0,1-1 1 0 0,0 0-1 0 0,-1 1 1 0 0,0 0 0 0 0,1 0-1 0 0,-1 0 1 0 0,0 0-1 0 0,1 0 1 0 0,-1 0-1 0 0,0 1 1 0 0,-3-1 0 0 0,3 1-1038 0 0,0 1-1075 0 0,-11 2-1467 0 0</inkml:trace>
</inkml:ink>
</file>

<file path=ppt/ink/ink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1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90 168 0 0,'5'-16'4978'0'0,"6"-46"4969"0"0,-11 60-9355 0 0,0-5 859 0 0,1 5-2996 0 0,12 25-11462 0 0</inkml:trace>
</inkml:ink>
</file>

<file path=ppt/ink/ink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2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227 160 1052 0 0,'-2'-15'4313'0'0,"-4"-7"971"0"0,-1 21-2246 0 0,-1 13-3484 0 0,4-3 541 0 0,0 0 0 0 0,0 0 0 0 0,1 1 0 0 0,1-1-1 0 0,-1 1 1 0 0,1 0 0 0 0,1 0 0 0 0,0-1 0 0 0,0 1-1 0 0,1 0 1 0 0,0 0 0 0 0,2 11 0 0 0,-2-19-102 0 0,1-1 1 0 0,-1 1 0 0 0,0-1-1 0 0,1 0 1 0 0,-1 1-1 0 0,1-1 1 0 0,-1 0-1 0 0,1 1 1 0 0,-1-1-1 0 0,1 0 1 0 0,0 0-1 0 0,0 0 1 0 0,0 1-1 0 0,-1-1 1 0 0,1 0-1 0 0,0 0 1 0 0,1 0-1 0 0,-1 0 1 0 0,0-1-1 0 0,0 1 1 0 0,0 0-1 0 0,0 0 1 0 0,1-1-1 0 0,-1 1 1 0 0,0-1-1 0 0,1 1 1 0 0,-1-1-1 0 0,0 1 1 0 0,1-1-1 0 0,-1 0 1 0 0,1 0-1 0 0,-1 0 1 0 0,0 1-1 0 0,1-1 1 0 0,-1-1-1 0 0,1 1 1 0 0,-1 0-1 0 0,0 0 1 0 0,1 0-1 0 0,-1-1 1 0 0,1 1-1 0 0,-1-1 1 0 0,0 1-1 0 0,0-1 1 0 0,1 0-1 0 0,-1 1 1 0 0,0-1-1 0 0,2-1 1 0 0,4-3-4 0 0,0 1 0 0 0,0-1 0 0 0,0 0 0 0 0,-1 0 0 0 0,1 0 0 0 0,9-13 0 0 0,56-90-61 0 0,-66 103 32 0 0,0 1-1 0 0,0-1 0 0 0,1 1 0 0 0,-1 0 1 0 0,1 0-1 0 0,0 1 0 0 0,0 0 1 0 0,0 0-1 0 0,1 0 0 0 0,8-1 0 0 0,7-4-69 0 0,-3 0 59 0 0,0-1 1 0 0,0-1-1 0 0,-1-1 0 0 0,31-23 1 0 0,-43 22 660 0 0,-8 12-601 0 0,1 0 1 0 0,0 0-1 0 0,0 0 1 0 0,0 0-1 0 0,0 0 1 0 0,0 0-1 0 0,0 0 0 0 0,0 0 1 0 0,0 0-1 0 0,-1 0 1 0 0,1 0-1 0 0,0 0 1 0 0,0 0-1 0 0,0 0 1 0 0,0 0-1 0 0,0 0 1 0 0,0 0-1 0 0,0 0 1 0 0,0 0-1 0 0,0 0 1 0 0,-1 0-1 0 0,1 0 1 0 0,0 0-1 0 0,0 0 1 0 0,0 0-1 0 0,0 0 1 0 0,0-1-1 0 0,0 1 1 0 0,0 0-1 0 0,0 0 1 0 0,0 0-1 0 0,0 0 1 0 0,0 0-1 0 0,0 0 1 0 0,0 0-1 0 0,0 0 1 0 0,0 0-1 0 0,0-1 1 0 0,0 1-1 0 0,0 0 1 0 0,0 0-1 0 0,0 0 0 0 0,0 0 1 0 0,0 0-1 0 0,0 0 1 0 0,0 0-1 0 0,0 0 1 0 0,0-1-1 0 0,0 1 1 0 0,0 0-1 0 0,0 0 1 0 0,0 0-1 0 0,-24 33 31 0 0,2 1-1 0 0,1 2 1 0 0,-27 62-1 0 0,21-42-43 0 0,-154 335-62 0 0,65-135 229 0 0,79-193-91 0 0,34-59-27 0 0,-1 1-1 0 0,0-1 1 0 0,0 1 0 0 0,0-1-1 0 0,0 0 1 0 0,0 0 0 0 0,-1-1-1 0 0,0 1 1 0 0,0-1-1 0 0,-8 4 1 0 0,12-7-32 0 0,0 0 1 0 0,0 0-1 0 0,0 1 0 0 0,0-1 0 0 0,0 0 0 0 0,0 0 1 0 0,-1 0-1 0 0,1-1 0 0 0,0 1 0 0 0,0 0 1 0 0,0 0-1 0 0,0 0 0 0 0,0-1 0 0 0,0 1 1 0 0,0-1-1 0 0,0 1 0 0 0,0-1 0 0 0,0 1 1 0 0,0-1-1 0 0,0 0 0 0 0,0 1 0 0 0,0-1 1 0 0,0 0-1 0 0,0 0 0 0 0,1 0 0 0 0,-2-1 0 0 0,-16-26 148 0 0,13 15-135 0 0,0 0 0 0 0,1 0 0 0 0,1 0 1 0 0,0-1-1 0 0,1 1 0 0 0,0-1 0 0 0,1 0 0 0 0,1 0 0 0 0,0 1 0 0 0,0-1 0 0 0,2 0 0 0 0,5-24 0 0 0,-1 13-314 0 0,1-1 0 0 0,1 2 0 0 0,2-1-1 0 0,0 1 1 0 0,24-40 0 0 0,-29 57-32 0 0,0-1 1 0 0,1 1 0 0 0,0 0 0 0 0,0 0-1 0 0,0 1 1 0 0,1 0 0 0 0,0 0 0 0 0,8-4-1 0 0,39-19-5416 0 0,-17 15 2476 0 0</inkml:trace>
</inkml:ink>
</file>

<file path=ppt/ink/ink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3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225 302 892 0 0,'0'0'2095'0'0,"-22"-25"2339"0"0,17 25-4246 0 0,-1 0 1 0 0,1 0-1 0 0,-1 1 1 0 0,1-1 0 0 0,-1 1-1 0 0,1 0 1 0 0,0 0-1 0 0,0 1 1 0 0,-1 0-1 0 0,1 0 1 0 0,0 0-1 0 0,1 0 1 0 0,-1 1 0 0 0,0 0-1 0 0,1 0 1 0 0,-1 0-1 0 0,1 0 1 0 0,-5 6-1 0 0,0-1 36 0 0,0 0-1 0 0,0 1 0 0 0,1 0 0 0 0,1 1 0 0 0,0 0 0 0 0,0 0 0 0 0,-6 13 0 0 0,11-21-182 0 0,1 0 1 0 0,0 1 0 0 0,0-1-1 0 0,1 1 1 0 0,-1-1-1 0 0,0 0 1 0 0,1 1-1 0 0,-1-1 1 0 0,1 1 0 0 0,0-1-1 0 0,0 6 1 0 0,0-8-31 0 0,0 1 1 0 0,1 0 0 0 0,-1-1 0 0 0,0 1-1 0 0,0-1 1 0 0,1 1 0 0 0,-1 0 0 0 0,0-1-1 0 0,1 1 1 0 0,-1-1 0 0 0,1 1 0 0 0,-1-1-1 0 0,0 1 1 0 0,1-1 0 0 0,-1 0-1 0 0,1 1 1 0 0,-1-1 0 0 0,1 1 0 0 0,-1-1-1 0 0,1 0 1 0 0,0 0 0 0 0,-1 1 0 0 0,1-1-1 0 0,-1 0 1 0 0,1 0 0 0 0,0 0 0 0 0,-1 1-1 0 0,2-1 1 0 0,1 0 7 0 0,1-1 0 0 0,-1 1-1 0 0,0-1 1 0 0,1 1 0 0 0,-1-1 0 0 0,0 0-1 0 0,0 0 1 0 0,0-1 0 0 0,0 1 0 0 0,0 0 0 0 0,0-1-1 0 0,0 0 1 0 0,0 0 0 0 0,4-3 0 0 0,9-9 29 0 0,-1 0 1 0 0,-1-1-1 0 0,0-1 1 0 0,-1 0 0 0 0,-1-1-1 0 0,0 0 1 0 0,-1-1-1 0 0,8-19 1 0 0,-14 27 8 0 0,-1 0 0 0 0,0 0 0 0 0,0-1 0 0 0,-1 1 0 0 0,-1-1 0 0 0,0 0 0 0 0,0 0 0 0 0,-1 0 0 0 0,0 0 0 0 0,-1 0 0 0 0,0 0 0 0 0,-1 0 0 0 0,0 0 0 0 0,-1 0 0 0 0,0 0 0 0 0,-7-17 0 0 0,7 23-27 0 0,-1 1 0 0 0,1 0 0 0 0,-1 0 0 0 0,0 0 0 0 0,-1 0-1 0 0,1 1 1 0 0,-1-1 0 0 0,1 1 0 0 0,-1 0 0 0 0,0 0-1 0 0,0 0 1 0 0,0 0 0 0 0,-1 1 0 0 0,1-1 0 0 0,-1 1 0 0 0,1 1-1 0 0,-1-1 1 0 0,0 1 0 0 0,0-1 0 0 0,1 1 0 0 0,-1 0-1 0 0,0 1 1 0 0,-9-1 0 0 0,9 1-23 0 0,-1 0 0 0 0,0 0 0 0 0,0 0-1 0 0,1 0 1 0 0,-1 1 0 0 0,1 0 0 0 0,-1 0 0 0 0,0 1-1 0 0,1-1 1 0 0,0 1 0 0 0,-1 0 0 0 0,1 1 0 0 0,0-1-1 0 0,0 1 1 0 0,0 0 0 0 0,1 0 0 0 0,-1 1 0 0 0,1-1 0 0 0,-1 1-1 0 0,-4 6 1 0 0,8-8-13 0 0,-1 1 1 0 0,1 0-1 0 0,-1 0 0 0 0,1 0 0 0 0,0 0 0 0 0,0 0 1 0 0,0 1-1 0 0,1-1 0 0 0,-1 0 0 0 0,1 0 0 0 0,-1 0 1 0 0,1 1-1 0 0,0-1 0 0 0,1 0 0 0 0,-1 0 0 0 0,0 1 1 0 0,1-1-1 0 0,0 0 0 0 0,0 0 0 0 0,0 0 0 0 0,0 0 1 0 0,0 0-1 0 0,0 0 0 0 0,1 0 0 0 0,0 0 0 0 0,-1 0 1 0 0,1-1-1 0 0,0 1 0 0 0,0-1 0 0 0,4 3 0 0 0,3 5-86 0 0,0-1 1 0 0,0 0-1 0 0,1-1 0 0 0,1 0 0 0 0,-1-1 0 0 0,14 7 0 0 0,-5-5-133 0 0,0-2 0 0 0,0 0 1 0 0,1-1-1 0 0,29 5 1 0 0,-31-8 25 0 0,1 1 1 0 0,-1 1-1 0 0,0 1 1 0 0,-1 0-1 0 0,28 15 1 0 0,-43-19 167 0 0,1 0 0 0 0,-1 1 1 0 0,0-1-1 0 0,0 1 1 0 0,0 0-1 0 0,0-1 1 0 0,0 1-1 0 0,-1 0 1 0 0,1 0-1 0 0,-1 0 1 0 0,0 0-1 0 0,0 0 1 0 0,0 1-1 0 0,0-1 1 0 0,0 0-1 0 0,-1 0 1 0 0,0 1-1 0 0,1-1 0 0 0,-1 0 1 0 0,0 1-1 0 0,-1-1 1 0 0,1 0-1 0 0,-1 4 1 0 0,0-2-11 0 0,1 1 1 0 0,0-1 0 0 0,0 0 0 0 0,1 1-1 0 0,0-1 1 0 0,0 0 0 0 0,0 0-1 0 0,3 8 1 0 0,-4-12 38 0 0,1 0 0 0 0,-1 0-1 0 0,1-1 1 0 0,0 1 0 0 0,0 0 0 0 0,-1 0 0 0 0,1-1-1 0 0,0 1 1 0 0,0 0 0 0 0,0-1 0 0 0,-1 1 0 0 0,1-1-1 0 0,0 1 1 0 0,0-1 0 0 0,0 1 0 0 0,0-1 0 0 0,0 0-1 0 0,0 1 1 0 0,0-1 0 0 0,0 0 0 0 0,0 0 0 0 0,0 0-1 0 0,1 0 1 0 0,-1 0 0 0 0,0 0 0 0 0,0 0-1 0 0,0 0 1 0 0,0 0 0 0 0,0 0 0 0 0,0-1 0 0 0,0 1-1 0 0,0 0 1 0 0,0-1 0 0 0,0 1 0 0 0,0-1 0 0 0,0 1-1 0 0,0-1 1 0 0,-1 0 0 0 0,1 1 0 0 0,0-1 0 0 0,0 0-1 0 0,1 0 1 0 0,0-1 25 0 0,1 0-1 0 0,-1 0 1 0 0,0-1-1 0 0,0 1 1 0 0,0 0 0 0 0,0-1-1 0 0,0 1 1 0 0,0-1-1 0 0,0 1 1 0 0,-1-1-1 0 0,1 0 1 0 0,-1 0-1 0 0,0 0 1 0 0,0 0 0 0 0,1-6-1 0 0,-2 3 68 0 0,-1-1 1 0 0,0 1-1 0 0,0-1 0 0 0,0 1 0 0 0,-1-1 1 0 0,0 1-1 0 0,0-1 0 0 0,0 1 0 0 0,-1 0 1 0 0,0 0-1 0 0,-1 1 0 0 0,-6-10 1 0 0,8 12-146 0 0,0 0 1 0 0,-1 0 0 0 0,1 0 0 0 0,-1 0 0 0 0,0 1-1 0 0,0 0 1 0 0,0-1 0 0 0,0 1 0 0 0,0 0 0 0 0,-1 1-1 0 0,-3-3 1 0 0,5 3-195 0 0,-1 1 0 0 0,1-1 0 0 0,0 1 0 0 0,0 0 0 0 0,-1-1 0 0 0,1 1 0 0 0,0 0 0 0 0,-1 1 0 0 0,1-1 0 0 0,0 0 0 0 0,0 0 0 0 0,-1 1 0 0 0,1 0 0 0 0,0-1 0 0 0,0 1 0 0 0,0 0 0 0 0,-1 0 0 0 0,1 0 0 0 0,-3 2 0 0 0,-8 7-5393 0 0</inkml:trace>
</inkml:ink>
</file>

<file path=ppt/ink/ink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4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44 256 0 0,'0'0'1005'0'0,"1"-35"11389"0"0,-3 34-12280 0 0,-1 0-1 0 0,1 0 0 0 0,0 1 1 0 0,-1-1-1 0 0,1 1 1 0 0,-1 0-1 0 0,1 0 0 0 0,-1 0 1 0 0,1 0-1 0 0,-1 0 1 0 0,1 1-1 0 0,-1-1 0 0 0,1 1 1 0 0,-1-1-1 0 0,1 1 0 0 0,0 0 1 0 0,-1 0-1 0 0,1 0 1 0 0,0 0-1 0 0,0 0 0 0 0,0 1 1 0 0,-1-1-1 0 0,2 1 1 0 0,-1-1-1 0 0,0 1 0 0 0,0 0 1 0 0,0 0-1 0 0,1 0 1 0 0,-1 0-1 0 0,-1 3 0 0 0,-2 0-105 0 0,1 0 0 0 0,0 1 0 0 0,0 0 0 0 0,0 0 0 0 0,0 0 0 0 0,1 1-1 0 0,0-1 1 0 0,1 1 0 0 0,-1 0 0 0 0,0 7 0 0 0,2-11-40 0 0,1 0 0 0 0,-1 0 0 0 0,1 0 0 0 0,0 1 1 0 0,0-1-1 0 0,1 0 0 0 0,-1 0 0 0 0,1 0 0 0 0,-1 0 0 0 0,1 0 0 0 0,0 0 0 0 0,0 0 1 0 0,1 0-1 0 0,-1 0 0 0 0,0 0 0 0 0,1 0 0 0 0,0 0 0 0 0,0-1 0 0 0,0 1 0 0 0,0-1 1 0 0,0 1-1 0 0,0-1 0 0 0,0 0 0 0 0,1 0 0 0 0,-1 0 0 0 0,1 0 0 0 0,0-1 0 0 0,-1 1 1 0 0,1-1-1 0 0,0 1 0 0 0,4 0 0 0 0,-2 0-41 0 0,1-1-1 0 0,-1 1 1 0 0,1-1 0 0 0,0-1-1 0 0,0 1 1 0 0,-1-1 0 0 0,1 0 0 0 0,0-1-1 0 0,0 1 1 0 0,0-1 0 0 0,-1 0-1 0 0,1 0 1 0 0,-1-1 0 0 0,1 0-1 0 0,-1 0 1 0 0,8-3 0 0 0,33-19-258 0 0,-21 12 195 0 0,-1-1 0 0 0,-1 0 0 0 0,33-26 1 0 0,-41 26 487 0 0,0 0 1 0 0,20-24-1 0 0,-34 35-166 0 0,3-10 134 0 0,-4 6 2138 0 0,-17 86-2544 0 0,18-77-107 0 0,0 1 0 0 0,1-1 1 0 0,-1 1-1 0 0,1-1 0 0 0,-1 0 0 0 0,1 1 0 0 0,0-1 0 0 0,0 0 0 0 0,1 0 0 0 0,-1-1 0 0 0,0 1 0 0 0,1 0 0 0 0,0-1 0 0 0,0 1 1 0 0,0-1-1 0 0,0 0 0 0 0,0 0 0 0 0,0 0 0 0 0,4 1 0 0 0,3-1-210 0 0,17-4-7289 0 0</inkml:trace>
</inkml:ink>
</file>

<file path=ppt/ink/ink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4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5 320 0 0,'0'0'8167'0'0,"0"-1"-8095"0"0,1 1 1 0 0,-1-1-1 0 0,0 1 1 0 0,1 0-1 0 0,-1-1 1 0 0,1 1-1 0 0,-1 0 1 0 0,1 0-1 0 0,0-1 0 0 0,-1 1 1 0 0,1 0-1 0 0,-1 0 1 0 0,1 0-1 0 0,-1-1 1 0 0,1 1-1 0 0,0 0 1 0 0,-1 0-1 0 0,1 0 1 0 0,-1 0-1 0 0,1 0 1 0 0,0 0-1 0 0,-1 0 1 0 0,1 0-1 0 0,-1 1 0 0 0,1-1 1 0 0,0 0-1 0 0,-1 0 1 0 0,1 1-1 0 0,1 2-4 0 0,0 0 0 0 0,-1 0 0 0 0,0 1 0 0 0,1-1 0 0 0,-1 0 0 0 0,-1 1 0 0 0,1-1-1 0 0,0 1 1 0 0,-1-1 0 0 0,0 1 0 0 0,0-1 0 0 0,0 1 0 0 0,0-1 0 0 0,0 1 0 0 0,-1 0 0 0 0,1-1 0 0 0,-1 0-1 0 0,-2 5 1 0 0,1-2 82 0 0,-1 0 0 0 0,0 0 0 0 0,-1 0 0 0 0,0 0 0 0 0,0 0 0 0 0,0-1-1 0 0,0 0 1 0 0,-1 0 0 0 0,-5 5 0 0 0,-2 0-474 0 0,0-1 0 0 0,0 0 0 0 0,-20 11 0 0 0,-34 9-6772 0 0</inkml:trace>
</inkml:ink>
</file>

<file path=ppt/ink/ink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6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97 452 512 0 0,'0'0'9937'0'0,"-1"7"-9755"0"0,-1-2-111 0 0,0 1-1 0 0,0 0 1 0 0,0 0-1 0 0,-1-1 1 0 0,0 0-1 0 0,0 1 1 0 0,0-1-1 0 0,0 0 1 0 0,-1 0 0 0 0,0-1-1 0 0,0 1 1 0 0,-1-1-1 0 0,1 0 1 0 0,-1 0-1 0 0,0 0 1 0 0,-9 5-1 0 0,-6 0 264 0 0,13-12-151 0 0,8 0-183 0 0,-1-1-1 0 0,1 1 0 0 0,0 0 0 0 0,1-1 0 0 0,-1 1 0 0 0,0 0 0 0 0,1 0 0 0 0,0 0 0 0 0,3-5 0 0 0,0 2-15 0 0,0 0 0 0 0,0 0 0 0 0,1 0-1 0 0,-1 1 1 0 0,1 0 0 0 0,1 0-1 0 0,-1 0 1 0 0,1 1 0 0 0,-1 0-1 0 0,10-4 1 0 0,0-1-4 0 0,-15 8 13 0 0,0 0 1 0 0,0 1-1 0 0,0-1 1 0 0,1 0-1 0 0,-1 0 0 0 0,0 1 1 0 0,1-1-1 0 0,-1 1 0 0 0,0 0 1 0 0,1-1-1 0 0,-1 1 1 0 0,0 0-1 0 0,1 0 0 0 0,-1 0 1 0 0,1-1-1 0 0,-1 2 0 0 0,0-1 1 0 0,1 0-1 0 0,-1 0 1 0 0,1 0-1 0 0,-1 1 0 0 0,0-1 1 0 0,1 0-1 0 0,-1 1 0 0 0,0 0 1 0 0,1-1-1 0 0,-1 1 0 0 0,0 0 1 0 0,0-1-1 0 0,0 1 1 0 0,0 0-1 0 0,0 0 0 0 0,0 0 1 0 0,0 0-1 0 0,2 2 0 0 0,-1 1 1 0 0,1 1-1 0 0,-1 0 0 0 0,0 0 1 0 0,-1 0-1 0 0,1 0 0 0 0,-1 0 0 0 0,0 0 1 0 0,0 0-1 0 0,0 0 0 0 0,-1 0 0 0 0,0 9 1 0 0,-1-13 8 0 0,1 0 1 0 0,0 0-1 0 0,0 0 1 0 0,-1 0-1 0 0,1 0 1 0 0,0 0-1 0 0,0 0 1 0 0,0 0-1 0 0,0 0 1 0 0,0 0 0 0 0,0 0-1 0 0,1 0 1 0 0,-1 0-1 0 0,0 0 1 0 0,0-1-1 0 0,1 1 1 0 0,-1 0-1 0 0,0 0 1 0 0,1 0-1 0 0,-1 0 1 0 0,1 0-1 0 0,-1-1 1 0 0,1 1-1 0 0,0 0 1 0 0,-1 0-1 0 0,1-1 1 0 0,0 1-1 0 0,-1 0 1 0 0,1-1-1 0 0,0 1 1 0 0,0-1 0 0 0,-1 1-1 0 0,1-1 1 0 0,0 1-1 0 0,0-1 1 0 0,2 1-1 0 0,0-2-1 0 0,1 0-1 0 0,-1 0 1 0 0,0 0-1 0 0,1 0 0 0 0,-1-1 1 0 0,0 0-1 0 0,0 1 1 0 0,0-1-1 0 0,4-4 1 0 0,2 2-50 0 0,-1-1 1 0 0,1 1 0 0 0,-1 0 0 0 0,1 1-1 0 0,0 0 1 0 0,0 1 0 0 0,18-3-1 0 0,71-3-752 0 0,-34 4 247 0 0,-63 4 590 0 0,0 0 1 0 0,1 0 0 0 0,-1-1-1 0 0,0 1 1 0 0,0 0 0 0 0,0 0-1 0 0,1-1 1 0 0,-1 1 0 0 0,0-1-1 0 0,0 1 1 0 0,0-1 0 0 0,0 1-1 0 0,0-1 1 0 0,0 0 0 0 0,0 0-1 0 0,0 1 1 0 0,0-1 0 0 0,0 0-1 0 0,-1 0 1 0 0,1 0 0 0 0,0 0-1 0 0,0 0 1 0 0,-1 0 0 0 0,1 0-1 0 0,-1 0 1 0 0,1 0 0 0 0,-1 0-1 0 0,1 0 1 0 0,-1 0 0 0 0,0-1-1 0 0,1 1 1 0 0,-1 0 0 0 0,0 0-1 0 0,0 0 1 0 0,0-1 0 0 0,0 1-1 0 0,0 0 1 0 0,0 0 0 0 0,0 0-1 0 0,0-1 1 0 0,-1 1 0 0 0,1 0-1 0 0,0 0 1 0 0,-1 0 0 0 0,1 0-1 0 0,-1 0 1 0 0,0-2 0 0 0,-1 0 497 0 0,0 7-514 0 0,1-2-27 0 0,0 0-1 0 0,0-1 1 0 0,0 1 0 0 0,0 0 0 0 0,1 0 0 0 0,-1 0 0 0 0,1 0-1 0 0,-1 0 1 0 0,1-1 0 0 0,0 1 0 0 0,-1 0 0 0 0,1 0 0 0 0,0 0-1 0 0,1 0 1 0 0,-1 0 0 0 0,0 0 0 0 0,0 0 0 0 0,1 0 0 0 0,-1 0-1 0 0,1 0 1 0 0,0-1 0 0 0,0 1 0 0 0,-1 0 0 0 0,1 0 0 0 0,0-1-1 0 0,0 1 1 0 0,1-1 0 0 0,-1 1 0 0 0,0-1 0 0 0,0 1 0 0 0,1-1-1 0 0,-1 1 1 0 0,1-1 0 0 0,-1 0 0 0 0,1 0 0 0 0,0 0 0 0 0,-1 0-1 0 0,1 0 1 0 0,0 0 0 0 0,0-1 0 0 0,-1 1 0 0 0,1 0 0 0 0,3-1-1 0 0,-4 1-28 0 0,6 1-45 0 0,0-1-1 0 0,1 1 0 0 0,-1-1 0 0 0,1-1 0 0 0,-1 1 0 0 0,1-1 0 0 0,-1-1 0 0 0,1 1 0 0 0,-1-1 0 0 0,0-1 0 0 0,1 1 1 0 0,-1-1-1 0 0,11-4 0 0 0,-1-1 8 0 0,-1 0-1 0 0,0-1 1 0 0,0-1 0 0 0,19-14 0 0 0,-32 22 221 0 0,-1-1 0 0 0,0 0 0 0 0,0-1 1 0 0,0 1-1 0 0,0 0 0 0 0,0 0 0 0 0,-1-1 0 0 0,1 1 0 0 0,1-4 1 0 0,7-10 1230 0 0,-9 15-156 0 0,-3 6-1198 0 0,1 0-23 0 0,-2 0 9 0 0,1 1 0 0 0,0 0-1 0 0,1 0 1 0 0,-1 0 0 0 0,1 0 0 0 0,0 0 0 0 0,1 0 0 0 0,-1 1 0 0 0,1-1 0 0 0,0 0 0 0 0,2 8 0 0 0,-1-13 23 0 0,9 2 35 0 0,-9-2-64 0 0,0-1-1 0 0,0 1 1 0 0,0-1-1 0 0,1 0 1 0 0,-1 1-1 0 0,0-1 1 0 0,0 0-1 0 0,0 0 1 0 0,0 0-1 0 0,1 0 1 0 0,-1 0-1 0 0,0 0 1 0 0,0 0-1 0 0,1 0 1 0 0,1-1-1 0 0,28-6 15 0 0,-1-3 0 0 0,0 0 0 0 0,0-2 0 0 0,-1-1 0 0 0,0-2 0 0 0,-2 0 0 0 0,1-2 0 0 0,-2-1 0 0 0,-1-1 0 0 0,0-2 0 0 0,-1 0 0 0 0,-1-1 0 0 0,-1-2 0 0 0,-2 0 0 0 0,0-1 0 0 0,-1-1 0 0 0,-2-1 0 0 0,23-46 0 0 0,-37 66 72 0 0,0 0 0 0 0,0 0 0 0 0,-1 1 0 0 0,-1-1 0 0 0,1 0 1 0 0,1-14-1 0 0,-3 19-49 0 0,0 0 0 0 0,0 0-1 0 0,-1 0 1 0 0,1-1 0 0 0,0 1 0 0 0,-1 0 0 0 0,1 0 0 0 0,-1 0 0 0 0,0 0 0 0 0,1 0 0 0 0,-1 0 0 0 0,0 0 0 0 0,0 0 0 0 0,-1 0 0 0 0,1 1 0 0 0,0-1 0 0 0,0 0 0 0 0,-1 1 0 0 0,1-1 0 0 0,-1 1 0 0 0,0-1-1 0 0,1 1 1 0 0,-1 0 0 0 0,0-1 0 0 0,0 1 0 0 0,-2-1 0 0 0,2 2-29 0 0,0-1 1 0 0,0 1-1 0 0,0 0 0 0 0,0 0 1 0 0,0 0-1 0 0,0 0 0 0 0,1 0 0 0 0,-1 0 1 0 0,0 0-1 0 0,0 1 0 0 0,0-1 0 0 0,0 1 1 0 0,0-1-1 0 0,1 1 0 0 0,-1 0 0 0 0,0 0 1 0 0,0 0-1 0 0,1 0 0 0 0,-1 0 0 0 0,1 0 1 0 0,-1 0-1 0 0,1 0 0 0 0,-1 1 0 0 0,1-1 1 0 0,0 1-1 0 0,0-1 0 0 0,-2 3 0 0 0,-27 42 151 0 0,23-29-145 0 0,1 1 0 0 0,1 0 1 0 0,0 0-1 0 0,2 0 0 0 0,-3 26 0 0 0,2 96 92 0 0,4-117-87 0 0,3 33 16 0 0,-1-43-27 0 0,-1 1 1 0 0,0 0-1 0 0,-1 0 0 0 0,0-1 0 0 0,-2 1 0 0 0,1 0 0 0 0,-5 14 0 0 0,5-25-3 0 0,1 0-1 0 0,-1 0 0 0 0,0 0 0 0 0,-1 0 1 0 0,1 0-1 0 0,-1 0 0 0 0,1-1 0 0 0,-1 1 0 0 0,0 0 1 0 0,0-1-1 0 0,0 0 0 0 0,0 1 0 0 0,0-1 1 0 0,0 0-1 0 0,-6 4 0 0 0,5-5-146 0 0,-1 0 1 0 0,1 0-1 0 0,0-1 0 0 0,-1 1 0 0 0,1-1 0 0 0,-1 0 1 0 0,1 0-1 0 0,-1 0 0 0 0,1 0 0 0 0,-1 0 1 0 0,1-1-1 0 0,-1 1 0 0 0,1-1 0 0 0,-6-2 0 0 0,-25-9-2799 0 0,14 1-3308 0 0,11 4 2398 0 0</inkml:trace>
</inkml:ink>
</file>

<file path=ppt/ink/ink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6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44 528 0 0,'12'-9'1256'0'0,"-7"3"-104"0"0,5 1-132 0 0,-1 0-68 0 0,2 2-79 0 0,3-2-117 0 0,-3 2-88 0 0,-2-1 332 0 0,10 2-780 0 0,-4 2-492 0 0,-1-2-1596 0 0</inkml:trace>
</inkml:ink>
</file>

<file path=ppt/ink/ink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9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449 106 748 0 0,'0'0'5896'0'0,"1"-5"-5241"0"0,4-18-57 0 0,-4 17-48 0 0,-8-33 2667 0 0,4 36-3143 0 0,0 0 0 0 0,0 0-1 0 0,0 1 1 0 0,0-1 0 0 0,-1 1 0 0 0,1-1-1 0 0,-1 1 1 0 0,1 0 0 0 0,-1 1-1 0 0,0-1 1 0 0,0 0 0 0 0,0 1-1 0 0,0 0 1 0 0,0 0 0 0 0,0 0-1 0 0,0 1 1 0 0,-1-1 0 0 0,1 1-1 0 0,0 0 1 0 0,0 0 0 0 0,-6 2-1 0 0,-12 0 9 0 0,0 2-1 0 0,-40 12 1 0 0,49-12-5 0 0,-3 1-32 0 0,1 1 1 0 0,-1 1-1 0 0,1 0 0 0 0,1 1 0 0 0,-1 0 0 0 0,2 1 0 0 0,-1 1 1 0 0,-20 19-1 0 0,26-21-18 0 0,-1 1 0 0 0,1-1 1 0 0,1 2-1 0 0,-1-1 0 0 0,2 1 1 0 0,-1 0-1 0 0,1 1 1 0 0,1-1-1 0 0,0 1 0 0 0,0 0 1 0 0,1 0-1 0 0,1 1 0 0 0,-3 12 1 0 0,5-16-19 0 0,0 1 1 0 0,1 0 0 0 0,0 0-1 0 0,0-1 1 0 0,1 1 0 0 0,0 0-1 0 0,1-1 1 0 0,0 1 0 0 0,0-1-1 0 0,1 1 1 0 0,0-1 0 0 0,0 0 0 0 0,1 0-1 0 0,0 0 1 0 0,0-1 0 0 0,1 1-1 0 0,0-1 1 0 0,0 0 0 0 0,1-1-1 0 0,0 1 1 0 0,0-1 0 0 0,0 0-1 0 0,1 0 1 0 0,0-1 0 0 0,0 0-1 0 0,15 8 1 0 0,-5-5-14 0 0,0 0 0 0 0,0 0 0 0 0,1-2 0 0 0,0 0 0 0 0,0-1 0 0 0,0-1 0 0 0,1 0 0 0 0,0-2 1 0 0,-1 0-1 0 0,1-1 0 0 0,29-2 0 0 0,-12-4-83 0 0,0 0 1 0 0,0-2-1 0 0,-1-2 0 0 0,0-1 1 0 0,0-2-1 0 0,-1-1 1 0 0,-1-2-1 0 0,0-1 1 0 0,-1-2-1 0 0,40-29 1 0 0,-45 23 10 0 0,-22 17 83 0 0,-4 6-11 0 0,-4 6-119 0 0,1-2 86 0 0,0 0 0 0 0,0 0 0 0 0,1 0 0 0 0,0 0 0 0 0,-1 0 0 0 0,1 0 0 0 0,0 0 0 0 0,1 1 0 0 0,-1-1 0 0 0,1 0 0 0 0,-1 0 0 0 0,1 1 0 0 0,0-1 0 0 0,0 0 0 0 0,0 1 0 0 0,1-1 0 0 0,-1 0 0 0 0,1 1 0 0 0,0-1 0 0 0,0 0 0 0 0,0 0 0 0 0,0 0 0 0 0,0 0 0 0 0,1 0 0 0 0,-1 0 0 0 0,1 0 0 0 0,0 0 0 0 0,0 0 0 0 0,0-1 0 0 0,4 5 0 0 0,18 13-53 0 0,-22-36 260 0 0,-2 15-159 0 0,0-1 1 0 0,0 1-1 0 0,0 0 1 0 0,0-1-1 0 0,0 1 1 0 0,0 0-1 0 0,0 0 1 0 0,0-1-1 0 0,-1 1 1 0 0,1 0-1 0 0,0 0 1 0 0,-1-1-1 0 0,1 1 1 0 0,-1 0-1 0 0,1 0 1 0 0,-1 0-1 0 0,0 0 1 0 0,1 0 0 0 0,-1 0-1 0 0,0 0 1 0 0,0 0-1 0 0,0 0 1 0 0,0 0-1 0 0,0 0 1 0 0,-1-1-1 0 0,-2-2-188 0 0,0 1-1 0 0,0 0 1 0 0,0-1-1 0 0,0 1 1 0 0,-1 1-1 0 0,1-1 1 0 0,-1 1 0 0 0,1 0-1 0 0,-1 0 1 0 0,0 0-1 0 0,0 0 1 0 0,0 1-1 0 0,-6-1 1 0 0,9 1-896 0 0,-12 4-3461 0 0</inkml:trace>
</inkml:ink>
</file>

<file path=ppt/ink/ink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49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12 234 608 0 0,'1'1'268'0'0,"0"0"-1"0"0,-1 0 1 0 0,1 1-1 0 0,0-1 1 0 0,-1 0 0 0 0,1 0-1 0 0,-1 1 1 0 0,0-1-1 0 0,1 0 1 0 0,-1 1 0 0 0,0-1-1 0 0,0 0 1 0 0,0 1-1 0 0,0-1 1 0 0,0 0-1 0 0,0 1 1 0 0,0-1 0 0 0,0 0-1 0 0,0 1 1 0 0,-1 1-1 0 0,-10 35 1022 0 0,6-17-150 0 0,4 7 567 0 0,17-43-1185 0 0,-13 11-541 0 0,0 0 0 0 0,1 1 0 0 0,0-1 0 0 0,0 1 0 0 0,0-1-1 0 0,0 1 1 0 0,0 0 0 0 0,0 1 0 0 0,1-1 0 0 0,0 1 0 0 0,-1 0 0 0 0,10-3 0 0 0,-2 3-223 0 0,-1 0 0 0 0,1 1 0 0 0,23 0 0 0 0,29-3-602 0 0,-56 3 865 0 0,0-1 0 0 0,1 0 0 0 0,-1-1 0 0 0,0 1 0 0 0,0-2 0 0 0,0 1 0 0 0,-1-1 0 0 0,1 0 0 0 0,-1-1 0 0 0,0 0 0 0 0,0 0 0 0 0,0 0 0 0 0,-1-1 0 0 0,0 0 0 0 0,0 0 0 0 0,0-1 0 0 0,-1 1 0 0 0,0-1 0 0 0,-1-1 0 0 0,1 1 0 0 0,-1 0 0 0 0,0-1 0 0 0,-1 0 0 0 0,0 0 0 0 0,0 0 0 0 0,-1 0 0 0 0,3-18 0 0 0,8-85 6233 0 0,-13 112-6242 0 0,0 1-1 0 0,-1-1 0 0 0,1 0 0 0 0,0 1 0 0 0,-1-1 1 0 0,1 1-1 0 0,-1-1 0 0 0,1 1 0 0 0,-1-1 0 0 0,1 0 0 0 0,-1 0 1 0 0,0 1-1 0 0,0-1 0 0 0,0 0 0 0 0,0 0 0 0 0,-1 2 0 0 0,0-2 1 0 0,1 1 0 0 0,-1 0 0 0 0,1 0-1 0 0,0 0 1 0 0,-1 0 0 0 0,1 0-1 0 0,0 0 1 0 0,0 0 0 0 0,1 0-1 0 0,-1 0 1 0 0,0 3 0 0 0,-28 184-276 0 0,20-123-4143 0 0,9-64 3298 0 0,-5 7-3912 0 0</inkml:trace>
</inkml:ink>
</file>

<file path=ppt/ink/ink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0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49 788 0 0,'0'0'2752'0'0,"6"-16"-1368"0"0,8 10-791 0 0,-4 2-69 0 0,7-1-72 0 0,0 3-100 0 0,9-2-132 0 0,-3 3-172 0 0,3-3-192 0 0,-1 2-164 0 0,1 2-276 0 0,-7-1-433 0 0,-2-1-1095 0 0,7 0 488 0 0</inkml:trace>
</inkml:ink>
</file>

<file path=ppt/ink/ink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1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56 472 0 0,'0'0'1754'0'0,"-32"-21"6004"0"0,16 22-7382 0 0,0 2 0 0 0,0 0 0 0 0,0 1 0 0 0,1 0 0 0 0,-1 1 0 0 0,1 1 0 0 0,0 1 0 0 0,1 0 0 0 0,0 1 0 0 0,0 0 1 0 0,-24 20-1 0 0,35-26-311 0 0,-1 1 0 0 0,1 0 0 0 0,0 0 1 0 0,0 0-1 0 0,1 0 0 0 0,-1 1 0 0 0,1-1 1 0 0,0 1-1 0 0,-1 0 0 0 0,2-1 0 0 0,-1 1 1 0 0,0 0-1 0 0,-1 8 0 0 0,3-11-60 0 0,1 0-1 0 0,-1 0 1 0 0,1-1-1 0 0,0 1 1 0 0,-1 0-1 0 0,1 0 1 0 0,0 0-1 0 0,0-1 1 0 0,-1 1-1 0 0,1 0 1 0 0,0-1-1 0 0,0 1 1 0 0,0 0-1 0 0,0-1 1 0 0,0 1-1 0 0,0-1 1 0 0,0 0-1 0 0,0 1 1 0 0,0-1-1 0 0,0 0 1 0 0,0 0-1 0 0,0 1 1 0 0,0-1-1 0 0,0 0 1 0 0,0 0-1 0 0,2 0 1 0 0,29 1-67 0 0,-20-3-62 0 0,0-1 0 0 0,0 0-1 0 0,0 0 1 0 0,0-1 0 0 0,0-1 0 0 0,-1 0-1 0 0,1 0 1 0 0,-1-1 0 0 0,-1-1 0 0 0,16-12-1 0 0,-24 18 113 0 0,0-1-1 0 0,0 0 0 0 0,0 1 0 0 0,0-1 0 0 0,1 1 1 0 0,-1-1-1 0 0,0 1 0 0 0,1 0 0 0 0,-1 0 0 0 0,1 0 1 0 0,-1 1-1 0 0,1-1 0 0 0,0 0 0 0 0,2 1 1 0 0,-3 0-12 0 0,-1 1 1 0 0,1-1 0 0 0,0 1 0 0 0,-1-1 0 0 0,1 1-1 0 0,-1 0 1 0 0,1 0 0 0 0,-1 0 0 0 0,1 0 0 0 0,-1 0 0 0 0,0 0-1 0 0,1 0 1 0 0,1 3 0 0 0,7 5-32 0 0,-5-6 28 0 0,0 0 0 0 0,-1-1 1 0 0,1 1-1 0 0,0-1 0 0 0,0-1 0 0 0,0 1 0 0 0,1-1 0 0 0,-1 0 1 0 0,0 0-1 0 0,1 0 0 0 0,-1-1 0 0 0,0 0 0 0 0,1 0 1 0 0,-1 0-1 0 0,0-1 0 0 0,1 1 0 0 0,-1-1 0 0 0,0-1 1 0 0,8-1-1 0 0,0-1-5 0 0,0-1 0 0 0,0 0 0 0 0,0-1-1 0 0,0 0 1 0 0,-1-1 0 0 0,16-11 0 0 0,-14 7 24 0 0,-1 0 0 0 0,0-2 0 0 0,-1 1 0 0 0,16-21 0 0 0,-28 32 18 0 0,0 1 1 0 0,0 0-1 0 0,0-1 0 0 0,0 1 0 0 0,0 0 0 0 0,0-1 1 0 0,0 1-1 0 0,0 0 0 0 0,0 0 0 0 0,0-1 1 0 0,0 1-1 0 0,0 0 0 0 0,0-1 0 0 0,0 1 0 0 0,0 0 1 0 0,0-1-1 0 0,0 1 0 0 0,0 0 0 0 0,0 0 1 0 0,-1-1-1 0 0,1 1 0 0 0,0 0 0 0 0,0-1 0 0 0,0 1 1 0 0,0 0-1 0 0,-1 0 0 0 0,1 0 0 0 0,0-1 1 0 0,0 1-1 0 0,0 0 0 0 0,-1 0 0 0 0,1 0 0 0 0,0-1 1 0 0,-1 1-1 0 0,1 0 0 0 0,0 0 0 0 0,0 0 1 0 0,-1 0-1 0 0,1 0 0 0 0,0 0 0 0 0,-1-1 0 0 0,1 1 1 0 0,0 0-1 0 0,0 0 0 0 0,-1 0 0 0 0,0 0 1 0 0,0 0-13 0 0,0 0 1 0 0,0 0 0 0 0,0 0 0 0 0,1-1 0 0 0,-1 1-1 0 0,0 0 1 0 0,0 0 0 0 0,0 0 0 0 0,0 1-1 0 0,0-1 1 0 0,0 0 0 0 0,0 0 0 0 0,0 0 0 0 0,0 1-1 0 0,0-1 1 0 0,0 0 0 0 0,0 1 0 0 0,-1 0 0 0 0,-2 2 1 0 0,0 0 1 0 0,1 1 0 0 0,-1-1 0 0 0,1 1 0 0 0,0 0 0 0 0,0 0 0 0 0,0 0 0 0 0,0 0 0 0 0,1 0 0 0 0,0 1 0 0 0,0-1 0 0 0,0 1 0 0 0,0 0 0 0 0,1-1 0 0 0,-1 1 0 0 0,1 0 0 0 0,1 0 0 0 0,-1 0 0 0 0,1 0 0 0 0,0 7 0 0 0,-1-9-6 0 0,1-1 0 0 0,0 0 0 0 0,0 0 1 0 0,1 1-1 0 0,-1-1 0 0 0,0 0 1 0 0,1 0-1 0 0,0 1 0 0 0,-1-1 0 0 0,1 0 1 0 0,0 0-1 0 0,0 0 0 0 0,0 0 1 0 0,0 0-1 0 0,0 0 0 0 0,1 0 0 0 0,-1-1 1 0 0,1 1-1 0 0,-1 0 0 0 0,1-1 1 0 0,-1 1-1 0 0,4 2 0 0 0,-1-3-26 0 0,-1 1-1 0 0,1-1 1 0 0,-1 0-1 0 0,1 0 0 0 0,0 0 1 0 0,-1 0-1 0 0,1 0 1 0 0,0-1-1 0 0,0 0 1 0 0,0 0-1 0 0,-1 0 1 0 0,7-1-1 0 0,3-1-115 0 0,0-1 0 0 0,0 0 1 0 0,0-1-1 0 0,-1 0 0 0 0,1-1 0 0 0,19-11 0 0 0,-4-1 134 0 0,-1-1-1 0 0,-1-1 1 0 0,44-43-1 0 0,-68 61 98 0 0,-2 0-55 0 0,1 1 0 0 0,-1-1 0 0 0,1 1 0 0 0,-1-1 0 0 0,1 1 0 0 0,-1-1 0 0 0,1 1 0 0 0,0 0 0 0 0,-1-1 0 0 0,1 1 0 0 0,0 0 0 0 0,-1-1 0 0 0,1 1 0 0 0,0 0 0 0 0,-1 0 0 0 0,1-1 0 0 0,0 1 0 0 0,0 0 0 0 0,-1 0 0 0 0,1 0 0 0 0,0 0 0 0 0,0 0 0 0 0,-1 0 0 0 0,1 0 0 0 0,1 1 0 0 0,-3 12 25 0 0,0 1-1 0 0,0-1 1 0 0,-1 1 0 0 0,-1-1 0 0 0,-7 21 0 0 0,2-5 12 0 0,8-28-71 0 0,0-1-1 0 0,0 0 4 0 0,0 1 0 0 0,0-1 0 0 0,0 0-1 0 0,-1 0 1 0 0,1 1 0 0 0,0-1 0 0 0,0 0 0 0 0,0 1-1 0 0,0-1 1 0 0,0 0 0 0 0,0 0 0 0 0,0 1 0 0 0,0-1-1 0 0,0 0 1 0 0,0 0 0 0 0,1 1 0 0 0,-1-1-1 0 0,0 0 1 0 0,0 1 0 0 0,0-1 0 0 0,0 0 0 0 0,0 0-1 0 0,0 0 1 0 0,1 1 0 0 0,-1-1 0 0 0,0 0-1 0 0,0 0 1 0 0,0 1 0 0 0,0-1 0 0 0,1 0 0 0 0,-1 0-1 0 0,0 0 1 0 0,0 0 0 0 0,1 1 0 0 0,-1-1 0 0 0,0 0-1 0 0,0 0 1 0 0,1 0 0 0 0,-1 0 0 0 0,0 0-1 0 0,0 0 1 0 0,1 0 0 0 0,-1 0 0 0 0,0 0 0 0 0,1 0-1 0 0,-1 0 1 0 0,0 0 0 0 0,0 0 0 0 0,1 0 0 0 0,-1 0-1 0 0,0 0 1 0 0,0 0 0 0 0,1 0 0 0 0,-1 0-1 0 0,0 0 1 0 0,1 0 0 0 0,-1 0 0 0 0,0-1 0 0 0,0 1-1 0 0,6-1-18 0 0,-2 0 7 0 0,29-23-174 0 0,-7 8 46 0 0,104-58-733 0 0,-129 74 868 0 0,-1-1-1 0 0,1 1 1 0 0,-1 0-1 0 0,1 0 1 0 0,-1 0-1 0 0,1-1 1 0 0,-1 1 0 0 0,1 0-1 0 0,0 0 1 0 0,-1 0-1 0 0,1 0 1 0 0,-1 0 0 0 0,1 0-1 0 0,0 0 1 0 0,-1 0-1 0 0,1 0 1 0 0,-1 1-1 0 0,1-1 1 0 0,-1 0 0 0 0,1 0-1 0 0,-1 0 1 0 0,1 1-1 0 0,-1-1 1 0 0,1 0-1 0 0,-1 0 1 0 0,1 1 0 0 0,-1-1-1 0 0,1 1 1 0 0,-1-1-1 0 0,1 0 1 0 0,-1 1-1 0 0,0-1 1 0 0,1 1 0 0 0,-1-1-1 0 0,0 1 1 0 0,1-1-1 0 0,-1 2 1 0 0,10 28-62 0 0,1 2-133 0 0,-10-31 196 0 0,0 0 0 0 0,1 0 0 0 0,-1 0 0 0 0,0 0 0 0 0,0 0 0 0 0,1 0 0 0 0,-1-1 0 0 0,0 1-1 0 0,1 0 1 0 0,-1-1 0 0 0,0 1 0 0 0,1-1 0 0 0,-1 0 0 0 0,1 1 0 0 0,-1-1 0 0 0,1 0 0 0 0,-1 0 0 0 0,1 0 0 0 0,-1 0-1 0 0,1 0 1 0 0,-1 0 0 0 0,1-1 0 0 0,-1 1 0 0 0,1 0 0 0 0,-1-1 0 0 0,0 1 0 0 0,1-1 0 0 0,-1 1 0 0 0,0-1-1 0 0,2-1 1 0 0,55-28 59 0 0,-31 15 580 0 0,-26 14-340 0 0,0 0-206 0 0,-1 1 0 0 0,1-1-1 0 0,-1 1 1 0 0,1-1 0 0 0,-1 1-1 0 0,1-1 1 0 0,0 1 0 0 0,-1-1-1 0 0,1 1 1 0 0,0 0 0 0 0,-1-1-1 0 0,1 1 1 0 0,0 0-1 0 0,0 0 1 0 0,-1 0 0 0 0,1-1-1 0 0,0 1 1 0 0,0 0 0 0 0,0 0-1 0 0,-1 0 1 0 0,1 0 0 0 0,0 0-1 0 0,0 0 1 0 0,0 0 0 0 0,1 1-1 0 0,-14 31-1554 0 0,3-11-5567 0 0,6-13 3973 0 0</inkml:trace>
</inkml:ink>
</file>

<file path=ppt/ink/ink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1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1236 0 0,'1'-45'7718'0'0,"0"40"-7425"0"0,0-4-145 0 0</inkml:trace>
</inkml:ink>
</file>

<file path=ppt/ink/ink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2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96 292 0 0,'0'0'11914'0'0,"-21"39"-11792"0"0,20-38-108 0 0,1 5-1 0 0,4 14-133 0 0,-3-19 110 0 0,0-1-1 0 0,0 0 1 0 0,0 1-1 0 0,0-1 0 0 0,0 0 1 0 0,1 0-1 0 0,-1 0 0 0 0,0 0 1 0 0,0 0-1 0 0,0 0 1 0 0,1 0-1 0 0,-1 0 0 0 0,0 0 1 0 0,0-1-1 0 0,0 1 1 0 0,0 0-1 0 0,0-1 0 0 0,0 1 1 0 0,0-1-1 0 0,1 1 0 0 0,0-2 1 0 0,79-28-538 0 0,-58 24 484 0 0,-1-1-1 0 0,-1-2 1 0 0,1 0-1 0 0,-1-1 1 0 0,-1-1-1 0 0,33-24 1 0 0,-37 24 128 0 0,8-11 583 0 0,-24 21-399 0 0,6-4 44 0 0,-4 3-77 0 0,-3 7 1079 0 0,-23 38-1030 0 0,-2-2 1 0 0,-57 74 0 0 0,30-45-195 0 0,19-23-682 0 0,-48 51-1 0 0,65-81-1509 0 0,0-1-1 0 0,-1-1 0 0 0,-24 16 1 0 0,32-24-642 0 0</inkml:trace>
</inkml:ink>
</file>

<file path=ppt/ink/ink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2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82 174 16950 0 0,'-17'-22'211'0'0,"10"14"-205"0"0,0 0-1 0 0,0 0 0 0 0,1 0 0 0 0,1-1 0 0 0,-1 0 0 0 0,1 0 0 0 0,1-1 1 0 0,0 1-1 0 0,-4-13 0 0 0,6 14-147 0 0,-1-19 281 0 0,7 11-3342 0 0</inkml:trace>
</inkml:ink>
</file>

<file path=ppt/ink/ink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04:57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631 60 724,'1'-3'212,"-1"1"1,0 0-1,-1-1 0,1 1 0,0 0 1,-1 0-1,1-1 0,-1 1 0,1 0 1,-1 0-1,0 0 0,0 0 1,0 0-1,-1 0 0,1 0 0,0 0 1,-1 0-1,1 1 0,-1-1 0,1 0 1,-1 1-1,0-1 0,0 1 0,0 0 1,0-1-1,0 1 0,0 0 0,0 0 1,0 1-1,0-1 0,0 0 1,0 1-1,-1-1 0,1 1 0,0 0 1,-5-1-1,-2 0-21,0 0 0,-1 1 1,1 0-1,0 0 0,0 1 0,0 1 0,0-1 1,-10 4-1,0 3-2,1 1-1,0 0 1,0 1 0,1 1-1,1 1 1,0 1 0,1 0 0,0 1-1,1 0 1,-22 28 0,3 3 238,2 1 1,-41 82 0,45-72-94,2 2-1,2 1 1,-21 89-1,35-109-229,2 0 0,2 1 0,1 0 0,2-1 0,2 1 0,7 64 0,-5-92-234,0 0-1,1 1 1,0-1 0,1 0-1,1 0 1,-1-1 0,2 0-1,0 1 1,0-2 0,9 13-1,-7-14-434,0 0-1,1-1 0,0 1 0,0-2 1,1 0-1,19 12 0,33 11-3343,9-7 300</inkml:trace>
</inkml:ink>
</file>

<file path=ppt/ink/ink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4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5 431 664 0 0,'-5'11'2068'0'0,"5"-11"-1949"0"0,0 0 0 0 0,1 0 0 0 0,-1 0 0 0 0,0 0 0 0 0,0 0 0 0 0,0 0 0 0 0,0 0 0 0 0,1 0 0 0 0,-1 0 0 0 0,0 0 0 0 0,0 0 0 0 0,0 0 0 0 0,0 0 0 0 0,1 0 0 0 0,-1 0 0 0 0,0 0 0 0 0,0 0 0 0 0,0 0 0 0 0,2 1 1191 0 0,-2 0-1191 0 0,0-1 0 0 0,0 0 0 0 0,0 0 0 0 0,0 0 0 0 0,0 0 0 0 0,0 0 0 0 0,0 1 0 0 0,1-1 0 0 0,-1 0 0 0 0,0 0 0 0 0,0 0 0 0 0,0 0 0 0 0,0 1 1 0 0,0-1-1 0 0,0 0 0 0 0,0 0 0 0 0,0 0 0 0 0,0 0 0 0 0,0 1 0 0 0,0-1 0 0 0,0 0 0 0 0,-1 0 0 0 0,1 0 0 0 0,0 0 0 0 0,-1 2 1191 0 0,1-2-1191 0 0,0 0 0 0 0,-1 0 0 0 0,17-8 45 0 0,-1-1 1 0 0,0-1-1 0 0,0 0 1 0 0,-1-1 0 0 0,-1-1-1 0 0,0 0 1 0 0,-1-1-1 0 0,0 0 1 0 0,-1-1 0 0 0,14-21-1 0 0,0-5-7 0 0,-2 0 1 0 0,35-84-1 0 0,-33 29-14 0 0,-25 93-152 0 0,-4 5 10 0 0,-9 8 20 0 0,1 1 1 0 0,0 0 0 0 0,0 0-1 0 0,1 1 1 0 0,1 1 0 0 0,0 0 0 0 0,1 1-1 0 0,1-1 1 0 0,-10 24 0 0 0,2 1 20 0 0,1 1-1 0 0,-16 73 1 0 0,27-93-39 0 0,1 0-1 0 0,-1 38 1 0 0,4-50-5 0 0,0 0 0 0 0,1 0 0 0 0,0 0 1 0 0,0 0-1 0 0,0 0 0 0 0,1 0 0 0 0,1 0 1 0 0,-1 0-1 0 0,1-1 0 0 0,5 9 0 0 0,-7-13-1 0 0,1 0-1 0 0,0 0 0 0 0,1-1 1 0 0,-1 1-1 0 0,0-1 1 0 0,1 0-1 0 0,0 1 1 0 0,-1-1-1 0 0,1 0 0 0 0,0-1 1 0 0,0 1-1 0 0,0 0 1 0 0,0-1-1 0 0,0 0 0 0 0,0 1 1 0 0,1-1-1 0 0,-1-1 1 0 0,4 2-1 0 0,1-1-7 0 0,-1-1 0 0 0,0 0 0 0 0,0 0-1 0 0,1-1 1 0 0,-1 0 0 0 0,0 0 0 0 0,0 0 0 0 0,9-4 0 0 0,4-2-10 0 0,0-1 0 0 0,-1 0 0 0 0,0-2 0 0 0,-1-1 0 0 0,20-14 0 0 0,-21 12 43 0 0,-2 0-1 0 0,0-1 0 0 0,-1-1 1 0 0,0-1-1 0 0,-1 1 1 0 0,-1-2-1 0 0,0 0 1 0 0,9-19-1 0 0,-20 34 14 0 0,0 1 0 0 0,0 0 0 0 0,0 0 0 0 0,0 0 0 0 0,-1-1 0 0 0,1 1 0 0 0,-1 0 0 0 0,1-1 0 0 0,-1 1 0 0 0,1-1 0 0 0,-1 1 0 0 0,0-1 0 0 0,0 1 0 0 0,0 0 0 0 0,1-1 0 0 0,-1 1 0 0 0,-1-3 0 0 0,1 4-27 0 0,-1-1 0 0 0,0 1 0 0 0,1 0 1 0 0,-1 0-1 0 0,1 0 0 0 0,-1-1 0 0 0,0 1 0 0 0,1 0 1 0 0,-1 0-1 0 0,1 0 0 0 0,-1 0 0 0 0,0 0 1 0 0,1 0-1 0 0,-1 1 0 0 0,0-1 0 0 0,1 0 0 0 0,-1 0 1 0 0,1 0-1 0 0,-1 0 0 0 0,0 1 0 0 0,1-1 0 0 0,-1 0 1 0 0,1 1-1 0 0,-1-1 0 0 0,1 0 0 0 0,-1 1 0 0 0,-5 3 2 0 0,0 0-1 0 0,0 0 1 0 0,0 0-1 0 0,1 1 1 0 0,0 0-1 0 0,-8 9 0 0 0,8-7 1 0 0,1-2-6 0 0,0 1 1 0 0,0-1-1 0 0,1 1 1 0 0,-1 0-1 0 0,-4 13 1 0 0,8-17-5 0 0,-1 0 1 0 0,1 0-1 0 0,-1 0 0 0 0,1 0 1 0 0,0 0-1 0 0,0 0 1 0 0,0 0-1 0 0,0 0 1 0 0,0 0-1 0 0,0 0 0 0 0,0 1 1 0 0,1-1-1 0 0,-1 0 1 0 0,1 0-1 0 0,0 0 0 0 0,0 0 1 0 0,-1-1-1 0 0,1 1 1 0 0,0 0-1 0 0,1 0 0 0 0,-1 0 1 0 0,0-1-1 0 0,0 1 1 0 0,1 0-1 0 0,-1-1 1 0 0,1 0-1 0 0,2 3 0 0 0,-1-3-7 0 0,0 1 0 0 0,0 0 0 0 0,1-1 0 0 0,-1 0 0 0 0,1 0 0 0 0,-1 0 0 0 0,0 0 0 0 0,1-1 0 0 0,0 1 0 0 0,-1-1 0 0 0,1 0 0 0 0,-1 0 0 0 0,1 0 0 0 0,-1 0-1 0 0,1-1 1 0 0,0 0 0 0 0,-1 1 0 0 0,0-1 0 0 0,6-3 0 0 0,1 1-6 0 0,0-1 0 0 0,-1 0 0 0 0,0 0 0 0 0,1-1 1 0 0,11-9-1 0 0,-12 8 8 0 0,-1-1 0 0 0,-1 1 0 0 0,1-1 1 0 0,-1-1-1 0 0,0 1 0 0 0,-1-1 0 0 0,1-1 1 0 0,6-11-1 0 0,-13 18-8 0 0,0 2 6 0 0,0-1 6 0 0,0 0 0 0 0,0 1 0 0 0,0-1 1 0 0,0 1-1 0 0,0-1 0 0 0,0 0 0 0 0,0 1 0 0 0,0-1 0 0 0,0 1 1 0 0,1-1-1 0 0,-1 0 0 0 0,0 1 0 0 0,0-1 0 0 0,0 1 1 0 0,1-1-1 0 0,-1 0 0 0 0,0 1 0 0 0,1-1 0 0 0,-1 1 0 0 0,0-1 1 0 0,1 1-1 0 0,-1 0 0 0 0,2-2 0 0 0,9 8-161 0 0,-9-5 163 0 0,-1 1 0 0 0,1 0 0 0 0,-1 0-1 0 0,1 0 1 0 0,-1 0 0 0 0,0 0 0 0 0,0 1 0 0 0,0-1-1 0 0,0 0 1 0 0,0 0 0 0 0,0 1 0 0 0,0 2 0 0 0,-1-1 43 0 0,0 0 0 0 0,1 0 0 0 0,-1-1 1 0 0,1 1-1 0 0,-1 0 0 0 0,1 0 0 0 0,0-1 0 0 0,1 1 1 0 0,-1-1-1 0 0,1 1 0 0 0,-1-1 0 0 0,1 1 1 0 0,0-1-1 0 0,0 0 0 0 0,1 0 0 0 0,-1 0 0 0 0,0 0 1 0 0,1 0-1 0 0,0-1 0 0 0,0 1 0 0 0,0-1 1 0 0,0 0-1 0 0,0 0 0 0 0,0 0 0 0 0,5 2 0 0 0,-2-1-342 0 0,0-1 0 0 0,0 0 0 0 0,1 0 0 0 0,-1 0-1 0 0,12 0 1 0 0,32-4-7198 0 0,-34-2 4139 0 0</inkml:trace>
</inkml:ink>
</file>

<file path=ppt/ink/ink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4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0 784 0 0,'0'0'6781'0'0,"-1"4"-6462"0"0,-7 19 841 0 0,-9 46 1 0 0,17-68-906 0 0,2 4-159 0 0,-2-4-86 0 0,0-1-1 0 0,0 1 1 0 0,0-1 0 0 0,0 1-1 0 0,0-1 1 0 0,0 1 0 0 0,0-1 0 0 0,1 1-1 0 0,-1-1 1 0 0,0 1 0 0 0,0-1-1 0 0,0 1 1 0 0,1-1 0 0 0,-1 1 0 0 0,0-1-1 0 0,1 1 1 0 0,-1-1 0 0 0,0 0-1 0 0,1 1 1 0 0,-1-1 0 0 0,1 0 0 0 0,-1 1-1 0 0,0-1 1 0 0,1 0 0 0 0,-1 1-1 0 0,1-1 1 0 0,-1 0 0 0 0,1 0 0 0 0,-1 0-1 0 0,1 1 1 0 0,-1-1 0 0 0,1 0-1 0 0,-1 0 1 0 0,1 0 0 0 0,-1 0-1 0 0,1 0 1 0 0,-1 0 0 0 0,1 0 0 0 0,0 0-1 0 0,16-3 49 0 0,0-1-1 0 0,0 0 1 0 0,22-10-1 0 0,-20 8 311 0 0,-1 0 0 0 0,29-5 0 0 0,-45 10-218 0 0,4 0 99 0 0,0-1 1 0 0,1 1-1 0 0,-1 0 1 0 0,1 1-1 0 0,-1 0 0 0 0,1 0 1 0 0,10 1-1 0 0,21 0 235 0 0,29-10-1453 0 0,-25-4-7128 0 0,-33 7 4812 0 0</inkml:trace>
</inkml:ink>
</file>

<file path=ppt/ink/ink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4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38 44 0 0,'-9'-2'1532'0'0,"0"-1"1092"0"0,-2-2 1825 0 0,37-14-3917 0 0,-7 15-196 0 0,2 3-232 0 0,4 1-252 0 0,3 0-292 0 0,-1-2-360 0 0,1 0-572 0 0,4 4-1493 0 0,1-2 661 0 0</inkml:trace>
</inkml:ink>
</file>

<file path=ppt/ink/ink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4:58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855 1 1260 0 0,'33'-1'4093'0'0,"-26"2"-3862"0"0,0 0 1 0 0,-1 1-1 0 0,1 0 0 0 0,0 0 0 0 0,-1 0 1 0 0,0 1-1 0 0,0 0 0 0 0,0 0 0 0 0,0 1 1 0 0,0 0-1 0 0,0 0 0 0 0,-1 0 0 0 0,0 0 0 0 0,0 1 1 0 0,0 0-1 0 0,5 7 0 0 0,-4-4-7 0 0,-1 1 1 0 0,0 0-1 0 0,0 1 0 0 0,-1-1 1 0 0,-1 1-1 0 0,1 0 0 0 0,-1-1 0 0 0,-1 2 1 0 0,3 19-1 0 0,-4-4 23 0 0,0 0 1 0 0,-2 0 0 0 0,0 0-1 0 0,-2-1 1 0 0,-1 1-1 0 0,-1 0 1 0 0,-17 48-1 0 0,1-22-93 0 0,-2 0 0 0 0,-3-2 0 0 0,-1 0-1 0 0,-3-2 1 0 0,-2-1 0 0 0,-2-2 0 0 0,-2-1 0 0 0,-2-2-1 0 0,-1-1 1 0 0,-2-2 0 0 0,-2-2 0 0 0,-2-2 0 0 0,-1-2-1 0 0,-79 43 1 0 0,-127 53-2585 0 0,152-79-4298 0 0,57-28 2983 0 0</inkml:trace>
</inkml:ink>
</file>

<file path=ppt/ink/ink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09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312 310 136 0 0,'0'0'1917'0'0,"1"-8"-1505"0"0,5-22 2018 0 0,-4 82-2042 0 0,-2-50-56 0 0,0-2-308 0 0,0 0 0 0 0,1 0 0 0 0,-1 1 1 0 0,0-1-1 0 0,0 0 0 0 0,0 0 1 0 0,0 0-1 0 0,1 1 0 0 0,-1-1 0 0 0,0 0 1 0 0,0 0-1 0 0,0 1 0 0 0,0-1 1 0 0,0 0-1 0 0,0 0 0 0 0,0 1 0 0 0,0-1 1 0 0,0 0-1 0 0,0 1 0 0 0,0-1 1 0 0,0 0-1 0 0,0 0 0 0 0,0 1 0 0 0,0-1 1 0 0,0 0-1 0 0,0 0 0 0 0,0 1 1 0 0,0-1-1 0 0,0 0 0 0 0,0 0 0 0 0,0 1 1 0 0,-1-1-1 0 0,1 0 0 0 0,0 0 1 0 0,0 1-1 0 0,0-1 0 0 0,0 0 0 0 0,-1 0 1 0 0,1 1-1 0 0,-5 0 33 0 0,0 0-1 0 0,1-1 1 0 0,-1 1 0 0 0,0-1-1 0 0,0 0 1 0 0,0 0-1 0 0,0 0 1 0 0,0 0 0 0 0,1-1-1 0 0,-1 0 1 0 0,0 0 0 0 0,1-1-1 0 0,-1 1 1 0 0,0-1 0 0 0,1 0-1 0 0,0 0 1 0 0,-1 0 0 0 0,1-1-1 0 0,0 0 1 0 0,0 0 0 0 0,-5-4-1 0 0,1 1 15 0 0,-1-1-1 0 0,1 0 1 0 0,0 0-1 0 0,1-1 0 0 0,0 0 1 0 0,0 0-1 0 0,1 0 1 0 0,0-1-1 0 0,-8-15 1 0 0,12 18-61 0 0,1-1 0 0 0,-1 1-1 0 0,1 0 1 0 0,0-1 0 0 0,1 1 0 0 0,0 0 0 0 0,0-1 0 0 0,0 1 0 0 0,1-1 0 0 0,0 1 0 0 0,0 0 0 0 0,0 0-1 0 0,1-1 1 0 0,0 1 0 0 0,1 0 0 0 0,-1 0 0 0 0,1 1 0 0 0,0-1 0 0 0,0 1 0 0 0,1-1 0 0 0,-1 1-1 0 0,1 0 1 0 0,1 0 0 0 0,-1 0 0 0 0,1 1 0 0 0,-1 0 0 0 0,1 0 0 0 0,6-4 0 0 0,-5 3-19 0 0,1 0 1 0 0,0 0-1 0 0,0 0 1 0 0,0 1-1 0 0,1 0 1 0 0,-1 1-1 0 0,1 0 1 0 0,0 0 0 0 0,0 0-1 0 0,0 1 1 0 0,1 0-1 0 0,-1 1 1 0 0,0 0-1 0 0,1 0 1 0 0,-1 1-1 0 0,0 0 1 0 0,1 0-1 0 0,-1 1 1 0 0,1 0-1 0 0,-1 0 1 0 0,9 4-1 0 0,-10-2 2 0 0,0 0-1 0 0,0 1 0 0 0,0 0 1 0 0,0 1-1 0 0,-1-1 0 0 0,1 1 1 0 0,-1 0-1 0 0,0 1 0 0 0,-1-1 1 0 0,1 1-1 0 0,-1 1 0 0 0,7 10 1 0 0,-6-6 8 0 0,0 0 0 0 0,-1 1 1 0 0,0 0-1 0 0,-1 0 1 0 0,0 0-1 0 0,-1 0 0 0 0,2 17 1 0 0,-2-2 6 0 0,-1 0 0 0 0,-2 0 1 0 0,0 0-1 0 0,-2 0 0 0 0,-1 0 1 0 0,-12 48-1 0 0,4-40 71 0 0,-1-1 1 0 0,-2 0-1 0 0,-2-1 0 0 0,0-1 1 0 0,-2 0-1 0 0,-2-1 0 0 0,-1-1 1 0 0,-1-2-1 0 0,-1 0 1 0 0,-2-1-1 0 0,-1-1 0 0 0,0-1 1 0 0,-2-2-1 0 0,-43 29 1 0 0,60-46 132 0 0,0 0 1 0 0,-1-1-1 0 0,-22 8 1 0 0,31-12-270 0 0,-1 0-1 0 0,1 0 1 0 0,0 0 0 0 0,-1 0 0 0 0,1-1-1 0 0,-1 1 1 0 0,0-1 0 0 0,1 0-1 0 0,-1 0 1 0 0,1 0 0 0 0,-1 0 0 0 0,1-1-1 0 0,-1 1 1 0 0,1-1 0 0 0,-1 0-1 0 0,1 0 1 0 0,-4-2 0 0 0,6 2-195 0 0,1 1 196 0 0,-1 0-1 0 0,1-1 0 0 0,0 1 0 0 0,0 0 1 0 0,-1 0-1 0 0,1-1 0 0 0,0 1 0 0 0,0 0 1 0 0,-1 0-1 0 0,1-1 0 0 0,0 1 0 0 0,0 0 1 0 0,0-1-1 0 0,0 1 0 0 0,0 0 0 0 0,0-1 1 0 0,-1 1-1 0 0,1 0 0 0 0,0-1 0 0 0,0 1 1 0 0,0 0-1 0 0,0-1 0 0 0,0 1 0 0 0,0-1 1 0 0,0 1-1 0 0,0 0 0 0 0,1-1 0 0 0,-1 1 1 0 0,0 0-1 0 0,0-1 0 0 0,0 1 0 0 0,0 0 1 0 0,0-1-1 0 0,0 1 0 0 0,1 0 0 0 0,-1 0 1 0 0,0-1-1 0 0,0 1 0 0 0,1-1 0 0 0,9-26-2628 0 0,5-6 203 0 0</inkml:trace>
</inkml:ink>
</file>

<file path=ppt/ink/ink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0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1 194 404 0 0,'24'-11'3724'0'0,"-4"6"-2483"0"0,2 0-300 0 0,-1-1 0 0 0,0-1-1 0 0,29-13 1 0 0,-44 17-858 0 0,0 0 0 0 0,0-1 1 0 0,0 0-1 0 0,-1 0 0 0 0,0 0 0 0 0,0-1 0 0 0,0 0 0 0 0,0 0 0 0 0,0 0 1 0 0,-1 0-1 0 0,0-1 0 0 0,0 1 0 0 0,-1-1 0 0 0,0 0 0 0 0,5-12 0 0 0,10-33 1121 0 0,21 774-937 0 0,-37-677-229 0 0,-7 89-1 0 0,3-117-90 0 0,-1-1 0 0 0,0 1 0 0 0,-1 0 0 0 0,-1-1 0 0 0,-1 0 0 0 0,-1 0 0 0 0,-16 31 0 0 0,22-46 24 0 0,0 1 1 0 0,-1-1-1 0 0,1 1 1 0 0,-1-1 0 0 0,0 0-1 0 0,1 0 1 0 0,-1 1-1 0 0,0-1 1 0 0,0 0-1 0 0,0-1 1 0 0,-1 1 0 0 0,1 0-1 0 0,0-1 1 0 0,-1 1-1 0 0,1-1 1 0 0,-1 0-1 0 0,1 0 1 0 0,-1 0 0 0 0,0 0-1 0 0,0 0 1 0 0,1 0-1 0 0,-1-1 1 0 0,0 1-1 0 0,0-1 1 0 0,0 0 0 0 0,1 0-1 0 0,-1 0 1 0 0,0 0-1 0 0,0-1 1 0 0,0 1-1 0 0,1-1 1 0 0,-1 1 0 0 0,0-1-1 0 0,0 0 1 0 0,1 0-1 0 0,-1 0 1 0 0,1-1-1 0 0,-1 1 1 0 0,1-1 0 0 0,0 1-1 0 0,-1-1 1 0 0,1 0-1 0 0,0 0 1 0 0,-3-3-1 0 0,0 0-21 0 0,0 0-1 0 0,0 0 1 0 0,1 0-1 0 0,-1-1 0 0 0,2 0 1 0 0,-1 0-1 0 0,0 0 1 0 0,1 0-1 0 0,0 0 0 0 0,1-1 1 0 0,-1 0-1 0 0,1 1 1 0 0,1-1-1 0 0,-1 0 0 0 0,1 0 1 0 0,0 0-1 0 0,1-11 1 0 0,1 8 36 0 0,1 1 0 0 0,0 0 0 0 0,1 0 0 0 0,0 0 0 0 0,0 0 0 0 0,1 1 0 0 0,0-1 0 0 0,0 1 0 0 0,1 0 0 0 0,1 0 0 0 0,-1 0 0 0 0,1 1 0 0 0,8-8 0 0 0,9-7-1124 0 0,1 1 0 0 0,42-28 0 0 0,-44 34-531 0 0,15-12-646 0 0</inkml:trace>
</inkml:ink>
</file>

<file path=ppt/ink/ink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3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5 794 492 0 0,'-5'4'7284'0'0,"5"-3"-7175"0"0,10-1-50 0 0,0 0-1 0 0,-1-1 0 0 0,1 0 0 0 0,0 0 1 0 0,0-1-1 0 0,-1 0 0 0 0,1-1 0 0 0,-1 0 1 0 0,0 0-1 0 0,0-1 0 0 0,13-8 1 0 0,100-63 251 0 0,-92 53-250 0 0,0-2 0 0 0,-1-1-1 0 0,-1-1 1 0 0,-2-1 0 0 0,0-2 0 0 0,39-58 0 0 0,-49 62-39 0 0,-1 0 1 0 0,-2-1-1 0 0,0-1 1 0 0,-1-1 0 0 0,-2 1-1 0 0,-1-2 1 0 0,-1 1-1 0 0,-2-1 1 0 0,5-41 0 0 0,-10 62 12 0 0,-1-1 1 0 0,1 1 0 0 0,-2 0 0 0 0,1-1 0 0 0,-1 1 0 0 0,0 0 0 0 0,-1-1 0 0 0,0 1-1 0 0,0 0 1 0 0,-1 0 0 0 0,0 1 0 0 0,0-1 0 0 0,-1 0 0 0 0,0 1 0 0 0,-7-10 0 0 0,10 17-31 0 0,-1 0 1 0 0,1 0-1 0 0,-1 0 1 0 0,1 0-1 0 0,-1 1 1 0 0,0-1-1 0 0,1 1 1 0 0,-1-1-1 0 0,1 1 1 0 0,0-1-1 0 0,-1 1 1 0 0,1 0-1 0 0,-1-1 1 0 0,1 1-1 0 0,0 0 1 0 0,0 0-1 0 0,-1 0 1 0 0,-1 2-1 0 0,2-2 0 0 0,-12 11 9 0 0,-1 1-1 0 0,1 0 1 0 0,1 1-1 0 0,1 1 1 0 0,0 0 0 0 0,1 0-1 0 0,0 1 1 0 0,1 1 0 0 0,-7 19-1 0 0,2-2 11 0 0,2 0-1 0 0,1 1 1 0 0,-11 62 0 0 0,20-75-13 0 0,0 0 0 0 0,2 0 0 0 0,0 0 1 0 0,2-1-1 0 0,0 1 0 0 0,1 0 1 0 0,1-1-1 0 0,1 0 0 0 0,13 34 0 0 0,-13-42-14 0 0,0 0 0 0 0,1 0 0 0 0,0-1 0 0 0,1 0 0 0 0,0-1 0 0 0,1 1 0 0 0,0-1 0 0 0,1-1 0 0 0,0 0 0 0 0,1 0 0 0 0,0-1 0 0 0,0 0 0 0 0,1 0 0 0 0,0-1 0 0 0,1-1 0 0 0,16 8 0 0 0,-21-12 0 0 0,1-1 1 0 0,0-1-1 0 0,-1 1 1 0 0,1-2-1 0 0,0 1 1 0 0,0-1-1 0 0,0 0 1 0 0,0 0-1 0 0,0-1 1 0 0,-1 0-1 0 0,1-1 1 0 0,0 0-1 0 0,-1 0 1 0 0,1 0-1 0 0,-1-1 1 0 0,1 0-1 0 0,-1-1 1 0 0,0 1-1 0 0,-1-1 1 0 0,1-1 0 0 0,8-6-1 0 0,5-5-30 0 0,-1 0 0 0 0,-1-1 0 0 0,0 0 0 0 0,-1-2-1 0 0,21-29 1 0 0,-15 13-35 0 0,-1-1 1 0 0,-2-1-1 0 0,-1-1 0 0 0,-2-1 0 0 0,-2 0 0 0 0,-1-1 1 0 0,-2-1-1 0 0,-2 0 0 0 0,7-67 0 0 0,-14 80 224 0 0,-2-1 1 0 0,-1 1-1 0 0,-6-51 0 0 0,6 77-76 0 0,0 2-77 0 0,-1 0 0 0 0,1-1 0 0 0,0 1 1 0 0,-1 0-1 0 0,1 0 0 0 0,0 0 0 0 0,-1 0 0 0 0,1 0 0 0 0,0 0 0 0 0,-1 0 0 0 0,1 0 0 0 0,0 0 0 0 0,-1 0 0 0 0,1 0 0 0 0,0 0 0 0 0,-1 0 0 0 0,1 0 0 0 0,0 0 0 0 0,-1 0 1 0 0,1 1-1 0 0,0-1 0 0 0,-1 0 0 0 0,1 0 0 0 0,0 0 0 0 0,0 0 0 0 0,-1 1 0 0 0,1-1 0 0 0,0 0 0 0 0,0 0 0 0 0,-1 1 0 0 0,1-1 0 0 0,0 0 0 0 0,0 0 0 0 0,0 1 0 0 0,-1-1 1 0 0,1 0-1 0 0,0 1 0 0 0,0-1 0 0 0,0 0 0 0 0,0 1 0 0 0,0-1 0 0 0,0 0 0 0 0,0 1 0 0 0,-1-1 0 0 0,1 1 0 0 0,-11 29 27 0 0,-3 35-8 0 0,-2 41 169 0 0,-41 219 240 0 0,27-150-193 0 0,30-173-227 0 0,0-2-8 0 0,0 0 0 0 0,0 0-1 0 0,0 1 1 0 0,-1-1-1 0 0,1 0 1 0 0,0 0-1 0 0,0 1 1 0 0,0-1 0 0 0,0 0-1 0 0,0 0 1 0 0,0 1-1 0 0,1-1 1 0 0,-1 0 0 0 0,0 0-1 0 0,0 1 1 0 0,0-1-1 0 0,0 0 1 0 0,0 0 0 0 0,0 0-1 0 0,0 1 1 0 0,0-1-1 0 0,0 0 1 0 0,1 0 0 0 0,-1 0-1 0 0,0 1 1 0 0,0-1-1 0 0,0 0 1 0 0,0 0-1 0 0,1 0 1 0 0,-1 0 0 0 0,0 1-1 0 0,0-1 1 0 0,0 0-1 0 0,1 0 1 0 0,-1 0 0 0 0,0 0-1 0 0,0 0 1 0 0,1 0-1 0 0,-1 0 1 0 0,0 0 0 0 0,0 0-1 0 0,1 0 1 0 0,-1 0-1 0 0,0 0 1 0 0,0 0-1 0 0,1 0 1 0 0,-1 0 0 0 0,0 0-1 0 0,0 0 1 0 0,1 0-1 0 0,17-12 192 0 0,32-40 273 0 0,-17 18-294 0 0,-27 28-187 0 0,1 0-1 0 0,-1 1 1 0 0,1 0-1 0 0,1 1 1 0 0,-1 0-1 0 0,1 0 0 0 0,-1 0 1 0 0,1 1-1 0 0,0 0 1 0 0,0 1-1 0 0,1 0 1 0 0,-1 0-1 0 0,10-1 0 0 0,-16 3-38 0 0,25 12-89 0 0,2 13 40 0 0,-19-15 88 0 0,0-1 1 0 0,1 0-1 0 0,1 0 0 0 0,-1-1 0 0 0,25 12 1 0 0,-32-19 18 0 0,-1 1-1 0 0,1-1 1 0 0,0 0 0 0 0,-1-1 0 0 0,1 1 0 0 0,0-1 0 0 0,0 1 0 0 0,0-1 0 0 0,0 0 0 0 0,-1 0 0 0 0,1-1 0 0 0,0 1 0 0 0,0-1 0 0 0,0 0 0 0 0,-1 0 0 0 0,1 0-1 0 0,0-1 1 0 0,-1 1 0 0 0,1-1 0 0 0,-1 0 0 0 0,0 0 0 0 0,1 0 0 0 0,-1 0 0 0 0,0 0 0 0 0,0-1 0 0 0,-1 0 0 0 0,4-3 0 0 0,0 1 2 0 0,-1-1 0 0 0,-1 1 0 0 0,1-1 0 0 0,-1 0 0 0 0,0 0 0 0 0,0 0 0 0 0,-1-1 0 0 0,1 1 1 0 0,-2-1-1 0 0,1 0 0 0 0,-1 0 0 0 0,0 0 0 0 0,0 0 0 0 0,1-11 0 0 0,-5-3 109 0 0,2 21-113 0 0,0-1 0 0 0,0 1 0 0 0,0 0 0 0 0,0-1 0 0 0,0 1 0 0 0,0 0 0 0 0,0-1 0 0 0,0 1 0 0 0,0 0 0 0 0,0-1 0 0 0,0 1 0 0 0,0 0 0 0 0,0-1 0 0 0,0 1 0 0 0,0 0 0 0 0,0 0 0 0 0,0-1 1 0 0,0 1-1 0 0,-1 0 0 0 0,1-1 0 0 0,0 1 0 0 0,0 0 0 0 0,0 0 0 0 0,-1-1 0 0 0,1 1 0 0 0,0 0 0 0 0,0 0 0 0 0,-1-1 0 0 0,1 1 0 0 0,0 0 0 0 0,-1 0 0 0 0,1 0 0 0 0,0 0 0 0 0,0-1 0 0 0,-1 1 0 0 0,1 0 0 0 0,0 0 0 0 0,-1 0 0 0 0,1 0 0 0 0,0 0 0 0 0,-1 0 1 0 0,1 0-1 0 0,0 0 0 0 0,-1 0 0 0 0,1 0 0 0 0,0 0 0 0 0,-1 0 0 0 0,-5 5-4 0 0,1 0 1 0 0,0 1 0 0 0,0-1-1 0 0,0 1 1 0 0,1 0 0 0 0,0 0-1 0 0,0 1 1 0 0,1-1 0 0 0,-1 1-1 0 0,1-1 1 0 0,1 1 0 0 0,-4 11-1 0 0,6-14 1 0 0,-1 1 0 0 0,0-1 0 0 0,1 0 0 0 0,0 1 0 0 0,0-1 0 0 0,0 0 0 0 0,0 1 0 0 0,1-1 0 0 0,0 0 0 0 0,0 1 0 0 0,0-1 0 0 0,0 0 0 0 0,1 0 0 0 0,0 0 0 0 0,0 0 0 0 0,0 0 0 0 0,0 0 0 0 0,0-1 0 0 0,1 1 0 0 0,-1-1 0 0 0,1 0 0 0 0,0 1 0 0 0,0-1 0 0 0,4 3 0 0 0,-3-4 3 0 0,-1-1 0 0 0,1 1 0 0 0,-1-1 1 0 0,1 0-1 0 0,-1 1 0 0 0,1-2 0 0 0,0 1 0 0 0,0 0 0 0 0,0-1 0 0 0,-1 1 1 0 0,1-1-1 0 0,0 0 0 0 0,0-1 0 0 0,0 1 0 0 0,-1-1 0 0 0,1 1 0 0 0,0-1 0 0 0,6-3 1 0 0,-7 4-4 0 0,17-8-47 0 0,-1 0 0 0 0,0-1 0 0 0,0-1 0 0 0,-1-1 0 0 0,0 0 0 0 0,-1-2 0 0 0,30-27 0 0 0,29-19-295 0 0,-60 46 259 0 0,-14 10 31 0 0,1 0 0 0 0,0 1-1 0 0,0-1 1 0 0,1 0 0 0 0,-1 1-1 0 0,0 0 1 0 0,1 0 0 0 0,0 0-1 0 0,4-1 1 0 0,-4 5 33 0 0,0 0-1 0 0,0 1 1 0 0,0 0 0 0 0,0-1-1 0 0,0 2 1 0 0,-1-1 0 0 0,0 0 0 0 0,0 1-1 0 0,1-1 1 0 0,3 7 0 0 0,10 10-25 0 0,-11-15 41 0 0,1 0 0 0 0,0-1 0 0 0,0 0 0 0 0,0 0 0 0 0,0 0-1 0 0,1-1 1 0 0,-1-1 0 0 0,1 1 0 0 0,0-1 0 0 0,0 0 0 0 0,0-1 0 0 0,0 0 0 0 0,0 0 0 0 0,0-1 0 0 0,0 0 0 0 0,0 0-1 0 0,8-2 1 0 0,-6 1 70 0 0,0 0 0 0 0,0-1-1 0 0,-1 0 1 0 0,0-1 0 0 0,1 0 0 0 0,-1-1-1 0 0,0 0 1 0 0,0 0 0 0 0,-1-1-1 0 0,1 0 1 0 0,-1 0 0 0 0,0-1-1 0 0,11-11 1 0 0,-18 16 62 0 0,1-1 0 0 0,-1 1 0 0 0,0 0 0 0 0,0 0 0 0 0,0-1 0 0 0,1 1 0 0 0,-1 0 0 0 0,1 0 0 0 0,-1 0 0 0 0,1 0 0 0 0,-1 1 0 0 0,1-1 0 0 0,-1 0 0 0 0,1 1 0 0 0,0-1 0 0 0,-1 1 0 0 0,1-1 0 0 0,0 1 0 0 0,2 0 0 0 0,-1 0-221 0 0,0 1 1 0 0,-1 0 0 0 0,0 0-1 0 0,1 0 1 0 0,-1 1-1 0 0,0-1 1 0 0,1 0 0 0 0,-1 1-1 0 0,0 0 1 0 0,2 2-1 0 0,7 4-649 0 0,18 8-6038 0 0</inkml:trace>
</inkml:ink>
</file>

<file path=ppt/ink/ink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4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4 171 96 0 0,'-3'-7'1940'0'0,"21"-11"-1272"0"0,2 5-124 0 0,20-5-100 0 0,1 3-104 0 0,5-1-140 0 0,6 4-144 0 0,20-6-148 0 0,4 2-188 0 0,-20 7-376 0 0,23-5-708 0 0,7-1 316 0 0</inkml:trace>
</inkml:ink>
</file>

<file path=ppt/ink/ink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5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379 137 700 0 0,'2'-5'652'0'0,"1"0"1"0"0,-1 0-1 0 0,0 0 0 0 0,-1 0 1 0 0,1 0-1 0 0,-1 0 1 0 0,0-1-1 0 0,0 1 0 0 0,-1 0 1 0 0,1-1-1 0 0,-1 1 0 0 0,0-1 1 0 0,-1 1-1 0 0,1 0 0 0 0,-3-8 1 0 0,2 10-546 0 0,0 0 0 0 0,-1 1 0 0 0,1-1 0 0 0,-1 0 0 0 0,0 1 0 0 0,0-1 0 0 0,0 1 0 0 0,0 0 0 0 0,0 0 0 0 0,0-1 0 0 0,-1 1 0 0 0,1 1 0 0 0,-1-1 0 0 0,1 0 0 0 0,-1 1 0 0 0,0-1 0 0 0,1 1 0 0 0,-1 0 1 0 0,0 0-1 0 0,0 0 0 0 0,0 0 0 0 0,0 0 0 0 0,0 1 0 0 0,0 0 0 0 0,0-1 0 0 0,0 1 0 0 0,-1 0 0 0 0,-4 1 0 0 0,-8 0-16 0 0,-1 1-1 0 0,1 1 1 0 0,-1 0-1 0 0,1 1 1 0 0,0 1 0 0 0,1 0-1 0 0,-1 1 1 0 0,1 1-1 0 0,-26 16 1 0 0,24-13-54 0 0,0 2 0 0 0,1-1 0 0 0,1 2 0 0 0,-21 21 0 0 0,33-32-38 0 0,1 1 0 0 0,-1-1 1 0 0,1 1-1 0 0,0-1 0 0 0,0 1 1 0 0,0 0-1 0 0,0 0 0 0 0,1 0 0 0 0,-1 0 1 0 0,1 0-1 0 0,-1 0 0 0 0,1 0 1 0 0,0 1-1 0 0,1-1 0 0 0,-1 0 0 0 0,0 1 1 0 0,1-1-1 0 0,0 0 0 0 0,0 1 1 0 0,0-1-1 0 0,0 0 0 0 0,0 1 1 0 0,1-1-1 0 0,-1 0 0 0 0,1 1 0 0 0,0-1 1 0 0,0 0-1 0 0,0 0 0 0 0,1 1 1 0 0,-1-1-1 0 0,1 0 0 0 0,3 4 0 0 0,-2-3-11 0 0,1-1-1 0 0,-1 0 1 0 0,1 0-1 0 0,0 0 1 0 0,0 0-1 0 0,0 0 0 0 0,0-1 1 0 0,1 1-1 0 0,-1-1 1 0 0,1-1-1 0 0,-1 1 0 0 0,1 0 1 0 0,0-1-1 0 0,0 0 1 0 0,-1 0-1 0 0,1-1 1 0 0,0 1-1 0 0,0-1 0 0 0,0 0 1 0 0,0 0-1 0 0,0-1 1 0 0,7-1-1 0 0,4-1-39 0 0,1-2 0 0 0,-1 0 1 0 0,0 0-1 0 0,0-2 0 0 0,0 0 0 0 0,-1-1 0 0 0,0 0 0 0 0,-1-1 1 0 0,0-1-1 0 0,0 0 0 0 0,-1-1 0 0 0,0 0 0 0 0,-1-1 0 0 0,16-20 1 0 0,-6-2-110 0 0,-21 33 142 0 0,0-6-87 0 0,0 4 80 0 0,0 7-128 0 0,-1 0 145 0 0,0 1 1 0 0,0-1-1 0 0,0 1 1 0 0,1-1 0 0 0,0 0-1 0 0,0 1 1 0 0,0-1-1 0 0,1 0 1 0 0,-1 0-1 0 0,1 0 1 0 0,0 0 0 0 0,0 0-1 0 0,1 0 1 0 0,3 4-1 0 0,-4-5 7 0 0,1-1 0 0 0,-1 0 0 0 0,1 0 0 0 0,-1 0 0 0 0,1 0 0 0 0,0-1 0 0 0,0 1-1 0 0,0-1 1 0 0,0 1 0 0 0,0-1 0 0 0,0 0 0 0 0,1 0 0 0 0,-1 0 0 0 0,0-1 0 0 0,0 1 0 0 0,1-1 0 0 0,-1 0-1 0 0,0 0 1 0 0,1 0 0 0 0,-1 0 0 0 0,0-1 0 0 0,4 0 0 0 0,11-3-33 0 0,-1-2 0 0 0,0 1 0 0 0,0-2 0 0 0,-1 0 0 0 0,31-19 0 0 0,5-1-306 0 0,-51 26 304 0 0,1 0 1 0 0,-1 1-1 0 0,0-1 0 0 0,0 1 0 0 0,1-1 1 0 0,-1 1-1 0 0,1-1 0 0 0,-1 1 0 0 0,0 0 1 0 0,1 0-1 0 0,-1 0 0 0 0,1 0 0 0 0,-1 0 1 0 0,1 0-1 0 0,-1 0 0 0 0,0 0 0 0 0,1 0 1 0 0,-1 1-1 0 0,1-1 0 0 0,-1 1 0 0 0,3 0 1 0 0,19 23-319 0 0,-20-20 310 0 0,0 0 1 0 0,1 1-1 0 0,0-1 1 0 0,0-1-1 0 0,0 1 0 0 0,5 3 1 0 0,2-1 38 0 0,0-1 1 0 0,0 0 0 0 0,0-1 0 0 0,1 0 0 0 0,-1-1-1 0 0,1 0 1 0 0,0-1 0 0 0,0 0 0 0 0,0-1-1 0 0,0 0 1 0 0,0-1 0 0 0,1-1 0 0 0,-1 1-1 0 0,0-2 1 0 0,0 0 0 0 0,0 0 0 0 0,-1-1-1 0 0,1-1 1 0 0,-1 0 0 0 0,1 0 0 0 0,-1-1-1 0 0,0-1 1 0 0,-1 0 0 0 0,0 0 0 0 0,0-1-1 0 0,0 0 1 0 0,0-1 0 0 0,-1 0 0 0 0,8-10-1 0 0,-14 14 183 0 0,0 0 0 0 0,-1 0-1 0 0,1 0 1 0 0,-1-1-1 0 0,0 1 1 0 0,-1 0-1 0 0,1-1 1 0 0,-1 1 0 0 0,0-1-1 0 0,0 1 1 0 0,0-1-1 0 0,-1 0 1 0 0,1 1 0 0 0,-1-1-1 0 0,0 0 1 0 0,-1 1-1 0 0,1-1 1 0 0,-1 0 0 0 0,0 1-1 0 0,-1-6 1 0 0,1 8 39 0 0,3 8-562 0 0,-1-1 0 0 0,1 1 0 0 0,-1-1 0 0 0,1 1 0 0 0,1-1 0 0 0,3 6 0 0 0,-4-7-416 0 0,0 0 0 0 0,1 0 0 0 0,0-1 0 0 0,-1 1 0 0 0,1-1 0 0 0,1 0 0 0 0,-1 0 0 0 0,7 5 0 0 0,10 5-2649 0 0</inkml:trace>
</inkml:ink>
</file>

<file path=ppt/ink/ink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5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10 948 0 0,'0'0'1904'0'0,"-4"-10"6186"0"0,12 69-7407 0 0,-3 0-1 0 0,-2 0 1 0 0,-8 88 0 0 0,3-121-749 0 0,-2 32 388 0 0,-2-24-4758 0 0</inkml:trace>
</inkml:ink>
</file>

<file path=ppt/ink/ink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7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17 556 0 0,'0'0'953'0'0,"4"-16"9365"0"0,-16 55-10203 0 0,-3-1 1 0 0,-1 0-1 0 0,-2-1 1 0 0,-25 40-1 0 0,-3 6-3406 0 0,33-60-1227 0 0,10-12 1931 0 0</inkml:trace>
</inkml:ink>
</file>

<file path=ppt/ink/ink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7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16 568 0 0,'0'0'118'0'0,"1"0"0"0"0,-1-1 0 0 0,0 1 0 0 0,0 0 0 0 0,1-1 0 0 0,-1 1 0 0 0,0 0 0 0 0,0-1 0 0 0,0 1 0 0 0,1 0 1 0 0,-1-1-1 0 0,0 1 0 0 0,0-1 0 0 0,0 1 0 0 0,0-1 0 0 0,0 1 0 0 0,0 0 0 0 0,0-1 0 0 0,0 1 0 0 0,0-1 0 0 0,0 1 0 0 0,0 0 0 0 0,0-1 0 0 0,0 1 0 0 0,0-1 0 0 0,-1 1 0 0 0,1 0 0 0 0,0-1 0 0 0,0 1 0 0 0,0 0 0 0 0,-1-1 0 0 0,1 1 1 0 0,0-1-1 0 0,0 1 0 0 0,-1 0 0 0 0,1 0 0 0 0,0-1 0 0 0,-1 1 0 0 0,1 0 0 0 0,0 0 0 0 0,-1-1 0 0 0,1 1 0 0 0,0 0 0 0 0,-1 0 0 0 0,-19 12 1208 0 0,-17 29-1048 0 0,28-27-138 0 0,0 1 1 0 0,0 0-1 0 0,1 0 0 0 0,1 0 0 0 0,0 1 1 0 0,2 0-1 0 0,-1 1 0 0 0,2-1 0 0 0,-4 27 1 0 0,7-37-119 0 0,1 0 0 0 0,-1 0 0 0 0,1 1 0 0 0,0-1 0 0 0,1 0 0 0 0,0 0 0 0 0,0 1 1 0 0,0-1-1 0 0,1 0 0 0 0,-1 0 0 0 0,2 0 0 0 0,-1-1 0 0 0,1 1 0 0 0,-1 0 0 0 0,1-1 1 0 0,1 0-1 0 0,-1 1 0 0 0,1-1 0 0 0,0-1 0 0 0,0 1 0 0 0,1 0 0 0 0,-1-1 0 0 0,1 0 0 0 0,0 0 1 0 0,0-1-1 0 0,0 1 0 0 0,1-1 0 0 0,-1 0 0 0 0,7 2 0 0 0,-6-2-12 0 0,-1-1 1 0 0,1 0-1 0 0,0 0 0 0 0,0-1 0 0 0,0 0 0 0 0,-1 0 1 0 0,1 0-1 0 0,0-1 0 0 0,0 1 0 0 0,0-1 0 0 0,0-1 0 0 0,0 1 1 0 0,0-1-1 0 0,0 0 0 0 0,0-1 0 0 0,0 1 0 0 0,-1-1 1 0 0,1 0-1 0 0,-1-1 0 0 0,1 1 0 0 0,-1-1 0 0 0,0 0 1 0 0,0-1-1 0 0,6-4 0 0 0,-6 3 28 0 0,1 0 1 0 0,-1-1-1 0 0,0 0 1 0 0,0 0-1 0 0,-1 0 1 0 0,0 0-1 0 0,0-1 1 0 0,0 1-1 0 0,-1-1 1 0 0,0 0-1 0 0,0 0 0 0 0,-1-1 1 0 0,0 1-1 0 0,0 0 1 0 0,-1-1-1 0 0,0 0 1 0 0,0 1-1 0 0,-1-11 1 0 0,-1 5 111 0 0,0 1 1 0 0,-1-1-1 0 0,0 1 0 0 0,-1 0 1 0 0,-1-1-1 0 0,0 1 1 0 0,-8-16-1 0 0,8 20-278 0 0,0 1-1 0 0,0 0 0 0 0,0 0 0 0 0,-1 0 1 0 0,0 1-1 0 0,0 0 0 0 0,-1-1 0 0 0,1 2 1 0 0,-1-1-1 0 0,-1 1 0 0 0,1 0 0 0 0,-12-7 1 0 0,17 12-104 0 0,-1 1 0 0 0,1-1 0 0 0,0 1 0 0 0,0-1 0 0 0,0 1 0 0 0,-1-1 0 0 0,1 1 0 0 0,0 0 0 0 0,0-1 0 0 0,0 1 0 0 0,0 0 0 0 0,0 0 0 0 0,0 0 0 0 0,0 0 0 0 0,1 0 0 0 0,-1 0 0 0 0,0 0 0 0 0,0 0 0 0 0,1 0 0 0 0,-1 0 0 0 0,1 1 0 0 0,-1-1 0 0 0,1 0 0 0 0,-1 2 0 0 0,0 0-2170 0 0</inkml:trace>
</inkml:ink>
</file>

<file path=ppt/ink/ink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8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69 236 0 0,'-1'-1'402'0'0,"0"0"1"0"0,1 0-1 0 0,-1 0 0 0 0,0 1 0 0 0,0-1 1 0 0,0 0-1 0 0,-1 0 0 0 0,1 1 0 0 0,0-1 1 0 0,0 0-1 0 0,0 1 0 0 0,0 0 1 0 0,-1-1-1 0 0,1 1 0 0 0,0-1 0 0 0,-3 1 1 0 0,2 3-327 0 0,-1 0 1 0 0,1 0 0 0 0,0 1 0 0 0,0-1-1 0 0,0 1 1 0 0,0-1 0 0 0,0 1 0 0 0,1 0-1 0 0,0-1 1 0 0,0 1 0 0 0,0 0 0 0 0,0 0-1 0 0,0 0 1 0 0,1 0 0 0 0,0 0-1 0 0,0 0 1 0 0,0 0 0 0 0,0 0 0 0 0,1 0-1 0 0,-1 0 1 0 0,1 0 0 0 0,0 0 0 0 0,0-1-1 0 0,0 1 1 0 0,4 6 0 0 0,-3-2-50 0 0,1-1 0 0 0,1 0 0 0 0,-1 1 1 0 0,1-1-1 0 0,0 0 0 0 0,1-1 0 0 0,0 1 0 0 0,0-1 1 0 0,0 0-1 0 0,1 0 0 0 0,0-1 0 0 0,10 9 1 0 0,-13-13-7 0 0,0 1 0 0 0,0 0 0 0 0,0-1 0 0 0,0 1 0 0 0,0-1 0 0 0,0 0 0 0 0,0 0 0 0 0,1 0 0 0 0,-1-1 0 0 0,0 1 0 0 0,0-1 0 0 0,1 0 0 0 0,-1 0 1 0 0,1 0-1 0 0,-1 0 0 0 0,0 0 0 0 0,1-1 0 0 0,-1 1 0 0 0,0-1 0 0 0,0 0 0 0 0,1 0 0 0 0,-1 0 0 0 0,0-1 0 0 0,0 1 0 0 0,0-1 0 0 0,0 0 1 0 0,-1 0-1 0 0,1 0 0 0 0,0 0 0 0 0,-1 0 0 0 0,1 0 0 0 0,-1-1 0 0 0,0 1 0 0 0,0-1 0 0 0,0 0 0 0 0,0 1 0 0 0,0-1 0 0 0,0 0 0 0 0,1-4 0 0 0,1-2 124 0 0,1 0 0 0 0,-1 0-1 0 0,-1-1 1 0 0,1 0-1 0 0,-2 0 1 0 0,1 0-1 0 0,-2 0 1 0 0,1 0 0 0 0,-1 0-1 0 0,-1 0 1 0 0,0-1-1 0 0,-1-9 1 0 0,-17-53 910 0 0,18 71-1217 0 0,-2 1-402 0 0,-2-4 530 0 0,0 10-3627 0 0,1 4 3087 0 0,2 2-2950 0 0,2 3 886 0 0</inkml:trace>
</inkml:ink>
</file>

<file path=ppt/ink/ink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8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77 864 0 0,'0'-1'221'0'0,"0"0"0"0"0,0 0-1 0 0,0 0 1 0 0,-1 0 0 0 0,1 0-1 0 0,0 0 1 0 0,-1 0 0 0 0,1 0 0 0 0,-1 0-1 0 0,1 0 1 0 0,-1 0 0 0 0,0 0-1 0 0,1 0 1 0 0,-1 0 0 0 0,0 0 0 0 0,-1-1-1 0 0,1 2-114 0 0,0 0 0 0 0,0-1 0 0 0,0 1-1 0 0,0 0 1 0 0,0 0 0 0 0,1 0 0 0 0,-1 0 0 0 0,0 0-1 0 0,0 0 1 0 0,0 0 0 0 0,0 0 0 0 0,0 0-1 0 0,0 1 1 0 0,0-1 0 0 0,0 0 0 0 0,0 0-1 0 0,0 1 1 0 0,1-1 0 0 0,-1 1 0 0 0,0-1 0 0 0,0 1-1 0 0,0-1 1 0 0,1 1 0 0 0,-1 0 0 0 0,0 0-1 0 0,-24 25 781 0 0,13-8-473 0 0,9-11-329 0 0,0 0 0 0 0,0 0-1 0 0,1 0 1 0 0,0 0 0 0 0,0 1 0 0 0,1-1 0 0 0,0 1 0 0 0,0-1 0 0 0,1 1 0 0 0,0-1 0 0 0,0 1-1 0 0,1 0 1 0 0,0-1 0 0 0,0 1 0 0 0,0-1 0 0 0,1 0 0 0 0,1 1 0 0 0,-1-1 0 0 0,1 0-1 0 0,0 0 1 0 0,1 0 0 0 0,5 8 0 0 0,-6-11-69 0 0,-1 1 1 0 0,2-1-1 0 0,-1 0 0 0 0,0 0 0 0 0,1 0 1 0 0,0-1-1 0 0,-1 1 0 0 0,2-1 0 0 0,-1 0 1 0 0,0 0-1 0 0,1 0 0 0 0,-1-1 0 0 0,1 0 1 0 0,0 1-1 0 0,-1-2 0 0 0,1 1 0 0 0,0 0 0 0 0,0-1 1 0 0,1 0-1 0 0,-1 0 0 0 0,0-1 0 0 0,0 1 1 0 0,0-1-1 0 0,1 0 0 0 0,-1-1 0 0 0,0 1 1 0 0,0-1-1 0 0,0 0 0 0 0,0 0 0 0 0,0-1 1 0 0,0 1-1 0 0,0-1 0 0 0,6-3 0 0 0,-5 1 49 0 0,0 0 0 0 0,0 0 0 0 0,-1-1 0 0 0,0 1 0 0 0,1-1 0 0 0,-2-1 0 0 0,1 1-1 0 0,-1-1 1 0 0,1 1 0 0 0,-1-1 0 0 0,-1 0 0 0 0,1-1 0 0 0,-1 1 0 0 0,-1 0 0 0 0,1-1 0 0 0,-1 0-1 0 0,0 0 1 0 0,0 0 0 0 0,-1 0 0 0 0,0 0 0 0 0,0 0 0 0 0,-1-13 0 0 0,1 7 86 0 0,-1 1 0 0 0,-1-1-1 0 0,0 0 1 0 0,-1 1 0 0 0,0 0 0 0 0,-1-1 0 0 0,-1 1 0 0 0,1 0 0 0 0,-2 0-1 0 0,0 1 1 0 0,0-1 0 0 0,-8-11 0 0 0,12 22-239 0 0,1 1 0 0 0,0-1 0 0 0,-1 0 0 0 0,1 1 0 0 0,0-1 0 0 0,-1 0 0 0 0,1 1 0 0 0,-1-1 1 0 0,1 0-1 0 0,-1 1 0 0 0,1-1 0 0 0,-1 1 0 0 0,1-1 0 0 0,-1 1 0 0 0,0 0 0 0 0,1-1 0 0 0,-1 1 0 0 0,0-1 0 0 0,1 1 0 0 0,-1 0 0 0 0,0 0 0 0 0,1-1 0 0 0,-1 1 0 0 0,0 0 1 0 0,0 0-1 0 0,1 0 0 0 0,-1 0 0 0 0,0 0 0 0 0,0 0 0 0 0,1 0 0 0 0,-1 0 0 0 0,0 0 0 0 0,0 0 0 0 0,1 0 0 0 0,-1 0 0 0 0,-1 1 0 0 0,-15 24-5527 0 0,10-11 2453 0 0</inkml:trace>
</inkml:ink>
</file>

<file path=ppt/ink/ink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8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0 628 0 0,'1'3'751'0'0,"0"1"0"0"0,0-1 0 0 0,0 0 0 0 0,0 0 0 0 0,0 0-1 0 0,-1 1 1 0 0,1-1 0 0 0,-1 0 0 0 0,0 1 0 0 0,0-1 0 0 0,-1 4 0 0 0,-10 44 1832 0 0,-33 49-2911 0 0,40-91 770 0 0,-66 116-2783 0 0,45-83-2830 0 0,15-27 2455 0 0</inkml:trace>
</inkml:ink>
</file>

<file path=ppt/ink/ink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9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7 772 0 0,'-1'0'268'0'0,"0"-1"0"0"0,0 0 0 0 0,0 1 0 0 0,0-1 0 0 0,0 0 0 0 0,0 1 0 0 0,0-1 1 0 0,-1 1-1 0 0,1 0 0 0 0,0-1 0 0 0,0 1 0 0 0,0 0 0 0 0,-1 0 0 0 0,1 0 0 0 0,0 0 0 0 0,-1 0 0 0 0,1 0 0 0 0,-1 0 0 0 0,-11 8-27 0 0,1 0 1 0 0,0 1-1 0 0,0 0 0 0 0,1 1 0 0 0,0 1 1 0 0,1-1-1 0 0,0 2 0 0 0,1-1 0 0 0,0 1 1 0 0,1 1-1 0 0,-10 19 0 0 0,12-21-158 0 0,1 0 0 0 0,0 1-1 0 0,1 0 1 0 0,0-1 0 0 0,1 2-1 0 0,0-1 1 0 0,1 0 0 0 0,0 0-1 0 0,1 1 1 0 0,1-1 0 0 0,0 1-1 0 0,0-1 1 0 0,1 1 0 0 0,4 16-1 0 0,-4-25-75 0 0,-1 0 1 0 0,2 0-1 0 0,-1 0 0 0 0,0 0 0 0 0,1-1 0 0 0,0 1 0 0 0,-1 0 1 0 0,1-1-1 0 0,1 0 0 0 0,-1 1 0 0 0,0-1 0 0 0,1 0 0 0 0,0 0 1 0 0,0 0-1 0 0,0 0 0 0 0,0-1 0 0 0,0 1 0 0 0,1-1 0 0 0,-1 0 1 0 0,0 0-1 0 0,1 0 0 0 0,0 0 0 0 0,0-1 0 0 0,-1 1 0 0 0,1-1 1 0 0,0 0-1 0 0,7 1 0 0 0,-5-2-1 0 0,0 0 0 0 0,0 0 1 0 0,0-1-1 0 0,0 0 0 0 0,-1 0 1 0 0,1-1-1 0 0,0 1 0 0 0,0-1 1 0 0,-1 0-1 0 0,1-1 0 0 0,-1 1 1 0 0,0-1-1 0 0,1 0 0 0 0,-1-1 1 0 0,-1 1-1 0 0,1-1 0 0 0,0 0 1 0 0,4-5-1 0 0,-1-1 31 0 0,1 0 1 0 0,-2 0 0 0 0,1-1-1 0 0,-2 0 1 0 0,1-1-1 0 0,-1 1 1 0 0,-1-1-1 0 0,0-1 1 0 0,-1 1 0 0 0,4-20-1 0 0,-5 23 72 0 0,-2-1 1 0 0,1 1-1 0 0,-1-1 0 0 0,-1 0 1 0 0,0 1-1 0 0,0-1 0 0 0,-1 0 1 0 0,0 1-1 0 0,-1-1 0 0 0,0 1 1 0 0,0-1-1 0 0,-1 1 0 0 0,0 0 0 0 0,-8-16 1 0 0,-5-8-888 0 0,15 32 262 0 0,0 5-2733 0 0,-5 11 284 0 0,5-11 227 0 0</inkml:trace>
</inkml:ink>
</file>

<file path=ppt/ink/ink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19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6 392 0 0,'0'0'1534'0'0,"-12"-6"1021"0"0,4 8-2399 0 0,0 0 0 0 0,0 0 0 0 0,0 1 0 0 0,1 0 0 0 0,-1 0 0 0 0,1 1 0 0 0,0 0 0 0 0,0 0 0 0 0,0 0 0 0 0,1 1 0 0 0,-1 0 0 0 0,1 1 0 0 0,0-1-1 0 0,1 1 1 0 0,-1 0 0 0 0,1 1 0 0 0,0-1 0 0 0,-4 10 0 0 0,4-9-89 0 0,0 2-1 0 0,0-1 0 0 0,1 1 1 0 0,0-1-1 0 0,1 1 1 0 0,0 0-1 0 0,0 0 1 0 0,1 1-1 0 0,0-1 0 0 0,0 0 1 0 0,1 1-1 0 0,1-1 1 0 0,0 1-1 0 0,0-1 0 0 0,2 15 1 0 0,-1-19-52 0 0,0-1 0 0 0,0 1 0 0 0,1-1 0 0 0,0 1 1 0 0,-1-1-1 0 0,1 0 0 0 0,1 0 0 0 0,-1 0 0 0 0,1 0 0 0 0,-1 0 0 0 0,1-1 1 0 0,0 1-1 0 0,0-1 0 0 0,1 0 0 0 0,-1 0 0 0 0,1 0 0 0 0,-1 0 1 0 0,1 0-1 0 0,0-1 0 0 0,0 0 0 0 0,0 0 0 0 0,1 0 0 0 0,-1 0 1 0 0,0-1-1 0 0,1 1 0 0 0,-1-1 0 0 0,1 0 0 0 0,-1-1 0 0 0,1 1 0 0 0,0-1 1 0 0,-1 0-1 0 0,1 0 0 0 0,-1 0 0 0 0,8-2 0 0 0,-5 1 35 0 0,0 0 0 0 0,1-1-1 0 0,-1 0 1 0 0,-1 0 0 0 0,1-1-1 0 0,0 0 1 0 0,0 0 0 0 0,-1 0-1 0 0,0-1 1 0 0,0 0 0 0 0,0 0-1 0 0,0-1 1 0 0,0 1 0 0 0,-1-1-1 0 0,0-1 1 0 0,0 1 0 0 0,-1-1 0 0 0,1 0-1 0 0,-1 0 1 0 0,0 0 0 0 0,4-9-1 0 0,-5 4 120 0 0,0 0 0 0 0,0 0 0 0 0,-1 1 0 0 0,-1-1 0 0 0,0 0 0 0 0,0-1-1 0 0,-1 1 1 0 0,-1 0 0 0 0,1 0 0 0 0,-2 0 0 0 0,0 0 0 0 0,0 0 0 0 0,-1 1 0 0 0,0-1-1 0 0,-1 0 1 0 0,-5-10 0 0 0,9 20-336 0 0,-1 1 0 0 0,1-1 0 0 0,0 1 0 0 0,-1 0-1 0 0,1-1 1 0 0,0 1 0 0 0,-1-1 0 0 0,1 1 0 0 0,0-1-1 0 0,-1 1 1 0 0,1 0 0 0 0,-1-1 0 0 0,1 1 0 0 0,-1 0 0 0 0,1 0-1 0 0,-1-1 1 0 0,1 1 0 0 0,-1 0 0 0 0,1 0 0 0 0,-1 0 0 0 0,1-1-1 0 0,-1 1 1 0 0,1 0 0 0 0,-1 0 0 0 0,0 0 0 0 0,1 0 0 0 0,-1 0-1 0 0,1 0 1 0 0,-1 0 0 0 0,1 0 0 0 0,-1 0 0 0 0,1 1 0 0 0,-1-1-1 0 0,1 0 1 0 0,-1 0 0 0 0,0 0 0 0 0,1 1 0 0 0,-1-1 0 0 0,1 0-1 0 0,0 1 1 0 0,-1-1 0 0 0,1 0 0 0 0,-1 1 0 0 0,1-1 0 0 0,-1 0-1 0 0,1 1 1 0 0,0-1 0 0 0,-1 1 0 0 0,-1 1 391 0 0</inkml:trace>
</inkml:ink>
</file>

<file path=ppt/ink/ink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0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28 720 0 0,'-12'-23'4009'0'0,"12"23"-3862"0"0,0 0-1 0 0,-1-1 1 0 0,1 1-1 0 0,-1 0 1 0 0,1-1-1 0 0,0 1 1 0 0,-1 0-1 0 0,1-1 1 0 0,-1 1-1 0 0,1 0 1 0 0,-1 0-1 0 0,1-1 1 0 0,-1 1-1 0 0,0 0 1 0 0,1 0-1 0 0,-1 0 1 0 0,1 0-1 0 0,-1 0 1 0 0,1 0-1 0 0,-1 0 1 0 0,1 0-1 0 0,-1 0 1 0 0,1 0-1 0 0,-2 0 1 0 0,0 2-10 0 0,-1-1 0 0 0,0 1 0 0 0,1 0 0 0 0,0 0 0 0 0,-1 0 0 0 0,1 0 0 0 0,0 0 0 0 0,0 1 0 0 0,0-1 0 0 0,0 1 0 0 0,0-1 1 0 0,-1 5-1 0 0,-2 2-52 0 0,0-1 0 0 0,1 1 0 0 0,0 1 0 0 0,0-1 1 0 0,1 0-1 0 0,1 1 0 0 0,0 0 0 0 0,0-1 0 0 0,1 1 0 0 0,0 0 1 0 0,0 0-1 0 0,2 15 0 0 0,-1-21-72 0 0,0 1 0 0 0,1-1 0 0 0,0 0 0 0 0,0 0 0 0 0,0 0 0 0 0,0 1 0 0 0,1-1 0 0 0,-1 0 0 0 0,1-1-1 0 0,0 1 1 0 0,0 0 0 0 0,1 0 0 0 0,-1-1 0 0 0,1 1 0 0 0,0-1 0 0 0,0 0 0 0 0,0 0 0 0 0,0 0 0 0 0,0 0 0 0 0,1-1 0 0 0,-1 1 0 0 0,1-1 0 0 0,0 0 0 0 0,-1 0 0 0 0,1 0 0 0 0,0 0 0 0 0,0-1 0 0 0,1 0 0 0 0,-1 1-1 0 0,6-1 1 0 0,-6 0 18 0 0,1-1 0 0 0,-1 0-1 0 0,0 0 1 0 0,0 0 0 0 0,1-1-1 0 0,-1 1 1 0 0,0-1 0 0 0,0 0-1 0 0,0 0 1 0 0,0-1 0 0 0,0 1-1 0 0,0-1 1 0 0,0 0 0 0 0,0 0-1 0 0,-1 0 1 0 0,7-5 0 0 0,-4 2 82 0 0,-1 0 1 0 0,1 0 0 0 0,-1-1-1 0 0,0 0 1 0 0,-1 0 0 0 0,0 0-1 0 0,0 0 1 0 0,0 0 0 0 0,5-12-1 0 0,-7 13-92 0 0,0-1 0 0 0,0 1 0 0 0,-1-1 0 0 0,1 1 0 0 0,-1-1 0 0 0,0 0 0 0 0,-1 0 0 0 0,1 0 0 0 0,-1 0 0 0 0,0 1 0 0 0,-2-12 0 0 0,1 13-118 0 0,0 1 0 0 0,0 0 0 0 0,0 0 0 0 0,-1 0 0 0 0,1-1 0 0 0,-1 2 0 0 0,1-1 0 0 0,-1 0 0 0 0,0 0 0 0 0,0 0 0 0 0,0 1 0 0 0,-1-1 0 0 0,1 1 0 0 0,-1 0 0 0 0,1 0 0 0 0,-1-1 0 0 0,0 2 0 0 0,0-1 0 0 0,1 0 0 0 0,-1 1 0 0 0,-4-2 0 0 0,-54-10-5562 0 0,21 7 2396 0 0</inkml:trace>
</inkml:ink>
</file>

<file path=ppt/ink/ink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2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299 336 480 0 0,'-17'-36'4510'0'0,"16"35"-4396"0"0,0 0-1 0 0,0 0 1 0 0,0 0 0 0 0,0 0 0 0 0,0 0 0 0 0,-1 0-1 0 0,1 0 1 0 0,0 0 0 0 0,0 1 0 0 0,-1-1 0 0 0,1 0 0 0 0,0 1-1 0 0,-1-1 1 0 0,1 1 0 0 0,0-1 0 0 0,-1 1 0 0 0,1 0-1 0 0,-1 0 1 0 0,1 0 0 0 0,0 0 0 0 0,-1 0 0 0 0,1 0-1 0 0,-1 0 1 0 0,-2 0 0 0 0,0 2-11 0 0,0-1-1 0 0,0 1 1 0 0,0-1-1 0 0,0 1 0 0 0,0 1 1 0 0,0-1-1 0 0,1 0 1 0 0,-6 5-1 0 0,-5 5 34 0 0,1 1-1 0 0,0 1 0 0 0,-12 17 1 0 0,15-18-17 0 0,1 0 0 0 0,0 0 0 0 0,1 1 0 0 0,-10 23 0 0 0,16-32-89 0 0,0 0-1 0 0,1 1 0 0 0,-1-1 1 0 0,1 1-1 0 0,0-1 1 0 0,1 1-1 0 0,-1-1 0 0 0,1 1 1 0 0,0-1-1 0 0,0 1 0 0 0,1-1 1 0 0,0 1-1 0 0,0-1 1 0 0,0 1-1 0 0,0-1 0 0 0,5 9 1 0 0,-5-11-21 0 0,0-1 0 0 0,0 1 0 0 0,1-1 1 0 0,-1 0-1 0 0,1 0 0 0 0,0 0 0 0 0,0 0 1 0 0,0 0-1 0 0,0 0 0 0 0,0 0 0 0 0,0-1 1 0 0,0 1-1 0 0,0-1 0 0 0,1 1 0 0 0,-1-1 1 0 0,1 0-1 0 0,-1 0 0 0 0,1 0 0 0 0,-1 0 1 0 0,1 0-1 0 0,-1-1 0 0 0,1 1 0 0 0,0-1 1 0 0,-1 0-1 0 0,1 0 0 0 0,0 0 0 0 0,0 0 1 0 0,-1 0-1 0 0,1 0 0 0 0,0-1 0 0 0,-1 0 1 0 0,1 1-1 0 0,-1-1 0 0 0,1 0 0 0 0,0 0 1 0 0,2-2-1 0 0,10-3 35 0 0,-1-1-1 0 0,0-1 1 0 0,0 0-1 0 0,19-15 1 0 0,-14 7 58 0 0,0 0 0 0 0,-1-1 0 0 0,-1 0 1 0 0,0-1-1 0 0,-2-1 0 0 0,0-1 0 0 0,-1-1 0 0 0,12-22 1 0 0,-20 32-53 0 0,0-1 1 0 0,0-1-1 0 0,-1 1 1 0 0,-1-1-1 0 0,0 1 1 0 0,-1-1 0 0 0,0-1-1 0 0,-1 1 1 0 0,0 0-1 0 0,-2 0 1 0 0,1-1-1 0 0,-1 1 1 0 0,-1-1-1 0 0,-1 1 1 0 0,0 0 0 0 0,-4-16-1 0 0,3 22-34 0 0,0 0-1 0 0,-1 0 1 0 0,1 0-1 0 0,-2 0 0 0 0,1 0 1 0 0,-1 1-1 0 0,0 0 1 0 0,0 0-1 0 0,-1 0 1 0 0,1 1-1 0 0,-1 0 1 0 0,0 0-1 0 0,-1 0 0 0 0,0 1 1 0 0,1 0-1 0 0,-1 0 1 0 0,0 0-1 0 0,-1 1 1 0 0,1 0-1 0 0,-1 1 1 0 0,1 0-1 0 0,-1 0 0 0 0,-13-1 1 0 0,-4-1 9 0 0,-1 2 0 0 0,0 0 0 0 0,0 2 0 0 0,0 1 0 0 0,-48 8 0 0 0,62-7-25 0 0,-43 10 19 0 0,53-12-24 0 0,1 0 0 0 0,-1 1 0 0 0,0-1-1 0 0,0 1 1 0 0,1 0 0 0 0,-1 0-1 0 0,0-1 1 0 0,1 1 0 0 0,-1 0-1 0 0,1 0 1 0 0,-1 1 0 0 0,1-1-1 0 0,0 0 1 0 0,-1 0 0 0 0,1 1-1 0 0,0-1 1 0 0,0 0 0 0 0,0 1-1 0 0,0 0 1 0 0,0-1 0 0 0,0 1 0 0 0,0-1-1 0 0,0 3 1 0 0,1-1-3 0 0,0-1 1 0 0,0 0-1 0 0,1 0 0 0 0,-1 0 1 0 0,1 1-1 0 0,-1-1 0 0 0,1 0 1 0 0,0 0-1 0 0,0 0 1 0 0,0 0-1 0 0,0 0 0 0 0,0 0 1 0 0,0-1-1 0 0,1 1 0 0 0,-1 0 1 0 0,1-1-1 0 0,-1 1 0 0 0,1 0 1 0 0,-1-1-1 0 0,1 0 1 0 0,0 1-1 0 0,0-1 0 0 0,3 2 1 0 0,52 23-111 0 0,-47-22 88 0 0,34 11-131 0 0,2-1 0 0 0,58 8 1 0 0,-72-17-68 0 0,0 2 1 0 0,0 1-1 0 0,0 1 0 0 0,-1 1 1 0 0,0 2-1 0 0,49 28 1 0 0,-72-35 163 0 0,-1 2-1 0 0,0-1 1 0 0,0 1 0 0 0,-1 0 0 0 0,1 0 0 0 0,-2 1 0 0 0,1 0 0 0 0,-1 0-1 0 0,0 0 1 0 0,-1 0 0 0 0,0 1 0 0 0,0 0 0 0 0,2 10 0 0 0,-2-7 19 0 0,1-1 0 0 0,0 1 0 0 0,1-1 1 0 0,1 0-1 0 0,-1 0 0 0 0,10 11 0 0 0,-14-20 58 0 0,-1 0-1 0 0,1-1 0 0 0,-1 1 0 0 0,1 0 1 0 0,0-1-1 0 0,0 1 0 0 0,0-1 1 0 0,0 1-1 0 0,0-1 0 0 0,0 0 0 0 0,0 0 1 0 0,1 0-1 0 0,-1 0 0 0 0,0 0 1 0 0,1 0-1 0 0,-1-1 0 0 0,0 1 1 0 0,1-1-1 0 0,-1 0 0 0 0,1 1 0 0 0,-1-1 1 0 0,1 0-1 0 0,-1-1 0 0 0,0 1 1 0 0,1 0-1 0 0,-1-1 0 0 0,1 1 1 0 0,-1-1-1 0 0,0 0 0 0 0,4-1 0 0 0,-4 0 22 0 0,0 1-1 0 0,0 0 0 0 0,-1-1 0 0 0,1 0 0 0 0,0 1 0 0 0,-1-1 1 0 0,1 0-1 0 0,-1 0 0 0 0,1 0 0 0 0,-1 0 0 0 0,0 0 0 0 0,0 0 1 0 0,0 0-1 0 0,0-1 0 0 0,0 1 0 0 0,-1 0 0 0 0,1 0 0 0 0,-1-1 1 0 0,1 1-1 0 0,-1 0 0 0 0,0-1 0 0 0,0 1 0 0 0,0-1 0 0 0,0 1 1 0 0,0 0-1 0 0,-1-1 0 0 0,1 1 0 0 0,-1 0 0 0 0,-1-5 0 0 0,-1-1 35 0 0,0 1 0 0 0,-1-1-1 0 0,0 1 1 0 0,0 0 0 0 0,-1 0 0 0 0,0 0-1 0 0,0 1 1 0 0,0-1 0 0 0,-1 1-1 0 0,0 1 1 0 0,0-1 0 0 0,-13-8-1 0 0,8 7-189 0 0,-1 0-1 0 0,1 1 0 0 0,-1 0 0 0 0,0 1 0 0 0,-1 0 0 0 0,1 1 0 0 0,-16-3 0 0 0,27 7-117 0 0,0-1 0 0 0,0 1 0 0 0,0 0 0 0 0,0 0 0 0 0,0 0 0 0 0,0 0 0 0 0,0 0 0 0 0,0 1 0 0 0,0-1 0 0 0,0 0 0 0 0,0 0 0 0 0,0 1 0 0 0,0-1 0 0 0,0 0 0 0 0,0 1 0 0 0,0-1 0 0 0,0 1 0 0 0,0-1-1 0 0,0 1 1 0 0,0 0 0 0 0,1-1 0 0 0,-1 1 0 0 0,-1 1 0 0 0,1-1-197 0 0</inkml:trace>
</inkml:ink>
</file>

<file path=ppt/ink/ink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3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81 103 264 0 0,'1'-9'1446'0'0,"-2"4"2052"0"0,1 5-3370 0 0,0-1 0 0 0,-1 0 0 0 0,1 1 0 0 0,0-1 0 0 0,-1 1 0 0 0,1-1 0 0 0,0 1 0 0 0,-1-1 0 0 0,1 1 0 0 0,-1-1 0 0 0,1 1 0 0 0,-1-1 0 0 0,1 1 0 0 0,-1 0 0 0 0,1-1 0 0 0,-1 1-1 0 0,0 0 1 0 0,1-1 0 0 0,-1 1 0 0 0,0 0 0 0 0,1 0 0 0 0,-1 0 0 0 0,1 0 0 0 0,-1-1 0 0 0,0 1 0 0 0,1 0 0 0 0,-1 0 0 0 0,0 0 0 0 0,1 0 0 0 0,-1 0 0 0 0,0 1 0 0 0,1-1-1 0 0,-1 0 1 0 0,0 0 0 0 0,0 1 0 0 0,-2 0-28 0 0,0 0-1 0 0,0 1 1 0 0,0 0-1 0 0,1-1 1 0 0,-1 1-1 0 0,0 0 0 0 0,1 0 1 0 0,0 1-1 0 0,-3 1 1 0 0,2 0-84 0 0,0-1 0 0 0,0 1 0 0 0,0-1 1 0 0,1 1-1 0 0,-1 0 0 0 0,1 0 0 0 0,0 0 1 0 0,0 0-1 0 0,1 0 0 0 0,-1 0 0 0 0,1 1 0 0 0,0-1 1 0 0,0 0-1 0 0,0 1 0 0 0,0 7 0 0 0,2-5-12 0 0,0-1 0 0 0,1 1 0 0 0,0 0 0 0 0,0-1 0 0 0,0 1 0 0 0,1-1 0 0 0,0 0 0 0 0,1 0 0 0 0,-1 0 0 0 0,1 0 0 0 0,0-1-1 0 0,0 1 1 0 0,1-1 0 0 0,0 0 0 0 0,6 5 0 0 0,-7-7-13 0 0,1 0 0 0 0,-1 0-1 0 0,1-1 1 0 0,-1 1 0 0 0,1-1 0 0 0,0 0-1 0 0,0 0 1 0 0,0-1 0 0 0,0 0 0 0 0,1 1-1 0 0,-1-2 1 0 0,0 1 0 0 0,0-1 0 0 0,1 1-1 0 0,-1-2 1 0 0,0 1 0 0 0,0 0 0 0 0,1-1-1 0 0,-1 0 1 0 0,0 0 0 0 0,8-4 0 0 0,15-5 10 0 0,-1-2-1 0 0,-1-1 1 0 0,0-1 0 0 0,-1-1 0 0 0,0-1 0 0 0,-1-2 0 0 0,-1 0 0 0 0,-1-1 0 0 0,0-1 0 0 0,-2-2-1 0 0,23-29 1 0 0,-20 20 804 0 0,-23 30-334 0 0,2-4-389 0 0,-2 5-73 0 0,0 0 1 0 0,0 0 0 0 0,0 0-1 0 0,0 0 1 0 0,0 0 0 0 0,0 0-1 0 0,0 0 1 0 0,0 0 0 0 0,0 0-1 0 0,0 0 1 0 0,0 0 0 0 0,-1 0-1 0 0,1 0 1 0 0,0 0 0 0 0,0 0-1 0 0,0 0 1 0 0,0 0 0 0 0,0 0-1 0 0,0 0 1 0 0,0 0 0 0 0,0 0-1 0 0,0-1 1 0 0,0 1 0 0 0,0 0-1 0 0,0 0 1 0 0,0 0 0 0 0,0 0-1 0 0,0 0 1 0 0,0 0 0 0 0,0 0-1 0 0,0 0 1 0 0,-3 4 0 0 0,0 1-1 0 0,1-1 1 0 0,0 1 0 0 0,0-1-1 0 0,0 1 1 0 0,1 0-1 0 0,-1 0 1 0 0,1 0 0 0 0,0 0-1 0 0,1 0 1 0 0,-1 0-1 0 0,1 0 1 0 0,0 0 0 0 0,0 0-1 0 0,1 0 1 0 0,1 8 0 0 0,-1-8-12 0 0,1 0 0 0 0,-1-1 0 0 0,1 1 0 0 0,0 0 1 0 0,1-1-1 0 0,-1 1 0 0 0,1-1 0 0 0,0 0 0 0 0,0 0 1 0 0,0 0-1 0 0,0 0 0 0 0,1-1 0 0 0,0 1 1 0 0,-1-1-1 0 0,1 0 0 0 0,0 0 0 0 0,1 0 0 0 0,-1-1 1 0 0,6 3-1 0 0,-7-3 3 0 0,1-1 0 0 0,0 0-1 0 0,0 0 1 0 0,0 0 0 0 0,0-1 0 0 0,0 0-1 0 0,0 1 1 0 0,0-1 0 0 0,0 0 0 0 0,0-1 0 0 0,0 1-1 0 0,0-1 1 0 0,0 0 0 0 0,-1 0 0 0 0,1 0-1 0 0,0 0 1 0 0,0-1 0 0 0,-1 0 0 0 0,1 1 0 0 0,-1-1-1 0 0,1 0 1 0 0,-1-1 0 0 0,0 1 0 0 0,5-5 0 0 0,-3 1 52 0 0,1 0 1 0 0,-1-1 0 0 0,0 0 0 0 0,0 0 0 0 0,0 0 0 0 0,-1 0 0 0 0,-1-1 0 0 0,1 0 0 0 0,-1 0 0 0 0,0 0 0 0 0,-1 0 0 0 0,0 0 0 0 0,1-9 0 0 0,6-19 662 0 0,-8 34-621 0 0,-5-17 1135 0 0,4 15-4324 0 0</inkml:trace>
</inkml:ink>
</file>

<file path=ppt/ink/ink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5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46 452 688 0 0,'0'-1'227'0'0,"1"1"0"0"0,-1-1 0 0 0,0 1 1 0 0,0 0-1 0 0,1-1 0 0 0,-1 1 0 0 0,0-1 0 0 0,1 1 0 0 0,-1-1 0 0 0,1 1 0 0 0,-1 0 1 0 0,0-1-1 0 0,1 1 0 0 0,-1 0 0 0 0,1-1 0 0 0,-1 1 0 0 0,1 0 0 0 0,-1 0 0 0 0,1-1 1 0 0,-1 1-1 0 0,1 0 0 0 0,-1 0 0 0 0,1 0 0 0 0,-1 0 0 0 0,1 0 0 0 0,0 0 0 0 0,13 7 1856 0 0,-13-6-2038 0 0,0 1-1 0 0,1-1 0 0 0,-1 0 0 0 0,0 1 0 0 0,0-1 0 0 0,-1 1 0 0 0,1-1 0 0 0,0 1 0 0 0,0-1 1 0 0,-1 1-1 0 0,1 0 0 0 0,-1-1 0 0 0,1 1 0 0 0,-1 0 0 0 0,0-1 0 0 0,0 1 0 0 0,1 0 0 0 0,-1 0 0 0 0,-1 2 1 0 0,-5 25 321 0 0,5-23-309 0 0,0 1 0 0 0,0-1 1 0 0,-1 1-1 0 0,1-1 1 0 0,-2 0-1 0 0,1 0 1 0 0,-1 0-1 0 0,1 0 1 0 0,-2 0-1 0 0,1-1 1 0 0,-1 1-1 0 0,0-1 1 0 0,0 0-1 0 0,0 0 1 0 0,-6 5-1 0 0,-6 0 101 0 0,5-21-149 0 0,9 8-52 0 0,4-1 9 0 0,5-8 7 0 0,1 1 0 0 0,0 0 0 0 0,0 0 0 0 0,1 1 0 0 0,1 0 0 0 0,0 0 0 0 0,0 1 0 0 0,0 1 0 0 0,2 0 1 0 0,-1 0-1 0 0,1 1 0 0 0,0 0 0 0 0,0 1 0 0 0,0 1 0 0 0,1 0 0 0 0,0 0 0 0 0,0 1 0 0 0,15-2 0 0 0,-25 6 19 0 0,0 0-1 0 0,0 0 1 0 0,0 0 0 0 0,-1 0 0 0 0,1 0-1 0 0,0 0 1 0 0,0 1 0 0 0,0 0 0 0 0,0 0 0 0 0,0-1-1 0 0,0 2 1 0 0,0-1 0 0 0,-1 0 0 0 0,1 0-1 0 0,0 1 1 0 0,-1 0 0 0 0,0-1 0 0 0,1 1-1 0 0,-1 0 1 0 0,0 0 0 0 0,0 0 0 0 0,0 1-1 0 0,0-1 1 0 0,3 5 0 0 0,-3-2 3 0 0,0-1 1 0 0,0 1-1 0 0,-1 0 1 0 0,0 0-1 0 0,0 0 0 0 0,0 0 1 0 0,0 0-1 0 0,-1 0 1 0 0,0 0-1 0 0,0 0 0 0 0,0 0 1 0 0,-1 0-1 0 0,1 0 1 0 0,-1 0-1 0 0,-3 7 1 0 0,4-10 5 0 0,0 0 9 0 0,1 4 0 0 0,1-7-119 0 0,4-8 28 0 0,0 0-1 0 0,1 0 0 0 0,0 1 1 0 0,0 0-1 0 0,1 0 0 0 0,0 1 1 0 0,12-9-1 0 0,-16 14 30 0 0,0-1-1 0 0,0 1 1 0 0,0 0-1 0 0,0 0 1 0 0,1 1 0 0 0,-1-1-1 0 0,1 1 1 0 0,-1 0-1 0 0,1 0 1 0 0,-1 1 0 0 0,1-1-1 0 0,-1 1 1 0 0,1 0-1 0 0,0 0 1 0 0,-1 1 0 0 0,1-1-1 0 0,-1 1 1 0 0,1 0-1 0 0,-1 0 1 0 0,1 0 0 0 0,4 3-1 0 0,17 6-174 0 0,1-1 0 0 0,0-1 0 0 0,0-1-1 0 0,33 3 1 0 0,-46-8 171 0 0,0-1-1 0 0,1-1 1 0 0,-1 0-1 0 0,1-1 1 0 0,-1 0-1 0 0,0-1 1 0 0,1-1 0 0 0,-1 0-1 0 0,0-1 1 0 0,14-6-1 0 0,-25 9 61 0 0,0 0 0 0 0,1-1-1 0 0,-1 0 1 0 0,0 0 0 0 0,-1 1-1 0 0,1-2 1 0 0,0 1-1 0 0,0 0 1 0 0,-1-1 0 0 0,1 1-1 0 0,-1-1 1 0 0,0 0 0 0 0,0 1-1 0 0,0-1 1 0 0,0 0 0 0 0,0 0-1 0 0,-1-1 1 0 0,0 1 0 0 0,1 0-1 0 0,0-6 1 0 0,-2 7 78 0 0,-4-3 28 0 0,4 3-94 0 0,-1 1 1 0 0,-1-1-1 0 0,1 1 0 0 0,0-1 1 0 0,0 1-1 0 0,0 0 0 0 0,-1 0 1 0 0,1-1-1 0 0,-1 1 0 0 0,1 0 1 0 0,-1 0-1 0 0,1 0 0 0 0,-3 0 1 0 0,1 0-3 0 0,1 0 0 0 0,-1 1 1 0 0,0 0-1 0 0,1-1 0 0 0,-1 1 1 0 0,1 0-1 0 0,-1 0 1 0 0,0 1-1 0 0,1-1 0 0 0,-1 1 1 0 0,1-1-1 0 0,-1 1 0 0 0,1 0 1 0 0,-1 0-1 0 0,1 0 0 0 0,-1 0 1 0 0,1 0-1 0 0,0 0 1 0 0,0 1-1 0 0,-1-1 0 0 0,1 1 1 0 0,0 0-1 0 0,0-1 0 0 0,1 1 1 0 0,-1 0-1 0 0,0 0 0 0 0,1 0 1 0 0,-1 0-1 0 0,1 1 0 0 0,-1-1 1 0 0,1 0-1 0 0,0 1 1 0 0,-1 3-1 0 0,1-3-11 0 0,0 0 1 0 0,0 0-1 0 0,1 0 0 0 0,-1 1 1 0 0,1-1-1 0 0,0 0 0 0 0,0 0 1 0 0,0 1-1 0 0,0-1 0 0 0,0 0 1 0 0,1 0-1 0 0,0 0 0 0 0,-1 0 1 0 0,1 0-1 0 0,0 1 1 0 0,1-1-1 0 0,-1-1 0 0 0,0 1 1 0 0,1 0-1 0 0,0 0 0 0 0,-1 0 1 0 0,1-1-1 0 0,0 1 0 0 0,1-1 1 0 0,-1 0-1 0 0,0 1 0 0 0,1-1 1 0 0,4 3-1 0 0,-2-2-22 0 0,1 1 0 0 0,0-1 0 0 0,0-1 1 0 0,1 1-1 0 0,-1-1 0 0 0,0 0 0 0 0,1 0 0 0 0,-1-1 0 0 0,1 0 0 0 0,0 0 0 0 0,-1-1 1 0 0,1 0-1 0 0,0 0 0 0 0,-1 0 0 0 0,1-1 0 0 0,0 0 0 0 0,-1 0 0 0 0,1 0 0 0 0,-1-1 0 0 0,0 0 1 0 0,1-1-1 0 0,8-4 0 0 0,2-2 167 0 0,0-1 1 0 0,0-1-1 0 0,-2 0 1 0 0,1-1-1 0 0,-1-1 1 0 0,19-20-1 0 0,-34 32-47 0 0,1-1 0 0 0,0 1-1 0 0,0 0 1 0 0,-1 0 0 0 0,1 0-1 0 0,0 0 1 0 0,0 1 0 0 0,0-1-1 0 0,0 0 1 0 0,0 0 0 0 0,0 0-1 0 0,0 1 1 0 0,0-1 0 0 0,0 1-1 0 0,0-1 1 0 0,0 1 0 0 0,1-1-1 0 0,-1 1 1 0 0,0-1 0 0 0,0 1 0 0 0,1 0-1 0 0,-1 0 1 0 0,0 0 0 0 0,0 0-1 0 0,1 0 1 0 0,1 0 0 0 0,-1 2-59 0 0,-1-1 0 0 0,1 1 1 0 0,-1-1-1 0 0,0 1 0 0 0,1 0 1 0 0,-1 0-1 0 0,0-1 0 0 0,0 1 1 0 0,0 0-1 0 0,-1 0 1 0 0,1 0-1 0 0,0 3 0 0 0,9 17 47 0 0,-2 1 44 0 0,-8-22-122 0 0,1 1-1 0 0,-1-1 0 0 0,0 1 1 0 0,1-1-1 0 0,-1 1 1 0 0,1-1-1 0 0,0 1 1 0 0,-1-1-1 0 0,1 0 1 0 0,0 1-1 0 0,0-1 1 0 0,0 0-1 0 0,0 0 0 0 0,0 0 1 0 0,0 0-1 0 0,2 2 1 0 0,-2-2 49 0 0,20-15-45 0 0,5-1-160 0 0,0 2-1 0 0,0 1 1 0 0,35-11-1 0 0,-27 11-72 0 0,38-19 1 0 0,-61 25 195 0 0,0-1 1 0 0,-1 1 0 0 0,1-2-1 0 0,-1 0 1 0 0,-1 0 0 0 0,0-1-1 0 0,10-11 1 0 0,1-4-17 0 0,-1-1 1 0 0,-1-1-1 0 0,21-39 0 0 0,-34 54 115 0 0,1-1 0 0 0,-2 0 0 0 0,0 0-1 0 0,0 0 1 0 0,-1 0 0 0 0,-1-1-1 0 0,0 0 1 0 0,0 1 0 0 0,-1-1 0 0 0,-1 0-1 0 0,-2-17 1 0 0,3 28-52 0 0,-1 0 1 0 0,0 0-1 0 0,0-1 0 0 0,-1 1 1 0 0,1 0-1 0 0,0 0 1 0 0,-1 0-1 0 0,1 0 0 0 0,-1 0 1 0 0,0 0-1 0 0,0 0 0 0 0,0 0 1 0 0,0 0-1 0 0,0 1 0 0 0,0-1 1 0 0,0 0-1 0 0,0 0 0 0 0,-1 1 1 0 0,1-1-1 0 0,-1 1 0 0 0,1-1 1 0 0,-1 1-1 0 0,0 0 0 0 0,0 0 1 0 0,1-1-1 0 0,-1 1 0 0 0,0 0 1 0 0,0 1-1 0 0,0-1 0 0 0,0 0 1 0 0,0 1-1 0 0,0-1 1 0 0,0 1-1 0 0,0-1 0 0 0,-4 1 1 0 0,2 0-18 0 0,0 1 1 0 0,0 0 0 0 0,0 0 0 0 0,1 0-1 0 0,-1 1 1 0 0,0 0 0 0 0,1-1 0 0 0,-1 1-1 0 0,1 0 1 0 0,0 0 0 0 0,-1 1 0 0 0,1-1-1 0 0,0 1 1 0 0,1 0 0 0 0,-1-1 0 0 0,0 1-1 0 0,1 0 1 0 0,-3 5 0 0 0,1-2-2 0 0,0 0 0 0 0,1 0 0 0 0,-1 0 0 0 0,1 0 0 0 0,1 0 0 0 0,0 1 0 0 0,-1 0 0 0 0,2-1 0 0 0,-1 1 0 0 0,1 0-1 0 0,0 0 1 0 0,1 0 0 0 0,-1-1 0 0 0,1 1 0 0 0,2 13 0 0 0,1-6 2 0 0,1 0-1 0 0,1 0 1 0 0,0 0 0 0 0,1-1-1 0 0,0 0 1 0 0,13 20-1 0 0,31 41-33 0 0,-38-60-13 0 0,0 2 1 0 0,-1-1 0 0 0,-1 1 0 0 0,-1 1-1 0 0,0 0 1 0 0,-1 0 0 0 0,-1 1 0 0 0,-1 0-1 0 0,5 21 1 0 0,-11-36 35 0 0,0 0 0 0 0,0 0 0 0 0,-1 0 0 0 0,0 0 0 0 0,0 0 0 0 0,1 0 0 0 0,-2 0-1 0 0,1 0 1 0 0,0 0 0 0 0,0 0 0 0 0,-1-1 0 0 0,0 1 0 0 0,0-1 0 0 0,1 1 0 0 0,-1-1 0 0 0,-1 1 0 0 0,1-1 0 0 0,0 0 0 0 0,0 0-1 0 0,-1 0 1 0 0,1 0 0 0 0,-1-1 0 0 0,0 1 0 0 0,0-1 0 0 0,1 1 0 0 0,-1-1 0 0 0,-5 1 0 0 0,-8 5-18 0 0,-1-1 1 0 0,0-1-1 0 0,-21 4 0 0 0,21-7-35 0 0,-12-3-7044 0 0</inkml:trace>
</inkml:ink>
</file>

<file path=ppt/ink/ink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5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60 932 0 0,'0'0'1356'0'0,"20"-7"-136"0"0,-6 1-88 0 0,2 0-119 0 0,0 1-81 0 0,-1-3-116 0 0,2 3-68 0 0,-3 2-96 0 0,1-1-92 0 0,0-1-212 0 0,-5 4-208 0 0,-1-3-244 0 0,10-1-936 0 0,-7 5-3437 0 0</inkml:trace>
</inkml:ink>
</file>

<file path=ppt/ink/ink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8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17 1104 0 0,'-15'-15'7003'0'0,"7"13"-3898"0"0,1 28-2328 0 0,4-7-192 0 0,0-3-256 0 0,2-2-127 0 0,-1 1 1 0 0,-1-1-1 0 0,-1 0 1 0 0,0 0-1 0 0,0-1 1 0 0,-2 1-1 0 0,1-1 1 0 0,-11 17-1 0 0,10-19-888 0 0,-10 15-1013 0 0,6-16-5010 0 0,0-7 3542 0 0</inkml:trace>
</inkml:ink>
</file>

<file path=ppt/ink/ink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8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33 888 0 0,'0'0'1024'0'0,"1"-10"1664"0"0,0-2-831 0 0,5 1-1233 0 0,11 13-1004 0 0,0 7-3297 0 0,-11-4 2013 0 0</inkml:trace>
</inkml:ink>
</file>

<file path=ppt/ink/ink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9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34 628 0 0,'-6'17'2170'0'0,"8"-3"5116"0"0,21-27-6920 0 0,-4 2 150 0 0,0 1 0 0 0,0 1 0 0 0,35-12 0 0 0,-52 21-499 0 0,-1 0 0 0 0,1-1 0 0 0,0 1 0 0 0,0 0 0 0 0,-1 0 0 0 0,1 0 0 0 0,0 0 0 0 0,-1 1 0 0 0,1-1 0 0 0,0 0 0 0 0,-1 1 0 0 0,1-1 0 0 0,0 1 0 0 0,-1-1 0 0 0,1 1 0 0 0,-1 0 0 0 0,1 0 0 0 0,-1 0 0 0 0,1 0 0 0 0,-1 0 0 0 0,0 0 0 0 0,1 0 0 0 0,-1 0 0 0 0,0 0 0 0 0,0 1 0 0 0,0-1 0 0 0,0 0 0 0 0,0 1-1 0 0,0-1 1 0 0,0 1 0 0 0,0 1 0 0 0,4 7-152 0 0,-1 0-1 0 0,-1 1 0 0 0,5 20 0 0 0,0-3-1582 0 0,3 0-3607 0 0,-7-17 2246 0 0</inkml:trace>
</inkml:ink>
</file>

<file path=ppt/ink/ink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9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87 15597 0 0,'-12'-36'420'0'0,"9"29"-414"0"0,1 0 1 0 0,-1 0-1 0 0,1 0 1 0 0,1 0 0 0 0,-2-8-1 0 0,-16 52-88 0 0,5 23 101 0 0,2 0-1 0 0,-5 66 0 0 0,-6 33 5 0 0,15-104-357 0 0,-7 27-900 0 0,-2-31-3672 0 0</inkml:trace>
</inkml:ink>
</file>

<file path=ppt/ink/ink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29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1 499 152 0 0,'0'0'677'0'0,"6"0"-57"0"0,57-1 617 0 0,0-3 0 0 0,113-21 0 0 0,-145 18-1070 0 0,-2 0 0 0 0,1-2 0 0 0,-1-1 0 0 0,0-2 0 0 0,-1-1 0 0 0,-1-1 0 0 0,0-1 0 0 0,26-20 0 0 0,-44 28 19 0 0,-1 0-1 0 0,0 0 0 0 0,0-1 0 0 0,-1-1 1 0 0,0 1-1 0 0,0-1 0 0 0,-1 0 1 0 0,0-1-1 0 0,-1 0 0 0 0,0 1 0 0 0,-1-2 1 0 0,0 1-1 0 0,0 0 0 0 0,-1-1 1 0 0,-1 0-1 0 0,1 1 0 0 0,-2-1 0 0 0,1 0 1 0 0,-2 0-1 0 0,1 0 0 0 0,-2-1 1 0 0,1 1-1 0 0,-2 0 0 0 0,1 1 1 0 0,-1-1-1 0 0,-1 0 0 0 0,0 0 0 0 0,-1 1 1 0 0,0 0-1 0 0,0 0 0 0 0,-1 0 1 0 0,-12-18-1 0 0,16 26-50 0 0,-2 3-107 0 0,0 0 1 0 0,0 0 0 0 0,-1 0 0 0 0,1 0 0 0 0,0 0 0 0 0,0 0-1 0 0,0 1 1 0 0,1-1 0 0 0,-1 1 0 0 0,0 0 0 0 0,1 0 0 0 0,-1 0 0 0 0,1 0-1 0 0,-1 1 1 0 0,1-1 0 0 0,0 1 0 0 0,0-1 0 0 0,-3 5 0 0 0,-31 55 94 0 0,34-57-103 0 0,-35 78 154 0 0,4 2 0 0 0,-33 133 0 0 0,33-102-41 0 0,32-113-130 0 0,-9 28 102 0 0,-8 50 1 0 0,18-79-85 0 0,0-2-16 0 0,0 0 1 0 0,1 0-1 0 0,-1 0 1 0 0,0 0-1 0 0,0 0 1 0 0,0 0-1 0 0,0 0 1 0 0,0 0-1 0 0,0 0 1 0 0,0 0-1 0 0,1 0 1 0 0,-1 0-1 0 0,0 0 1 0 0,0 0-1 0 0,0 1 1 0 0,0-1-1 0 0,0 0 1 0 0,0 0-1 0 0,0 0 1 0 0,0 0-1 0 0,0 0 0 0 0,1 0 1 0 0,-1 0-1 0 0,0 0 1 0 0,0 0-1 0 0,0 1 1 0 0,0-1-1 0 0,0 0 1 0 0,0 0-1 0 0,0 0 1 0 0,0 0-1 0 0,0 0 1 0 0,0 0-1 0 0,0 1 1 0 0,0-1-1 0 0,0 0 1 0 0,0 0-1 0 0,0 0 1 0 0,0 0-1 0 0,0 0 1 0 0,0 0-1 0 0,0 1 1 0 0,0-1-1 0 0,0 0 0 0 0,0 0 1 0 0,0 0-1 0 0,0 0 1 0 0,0 0-1 0 0,0 0 1 0 0,-1 0-1 0 0,1 1 1 0 0,0-1-1 0 0,0 0 1 0 0,0 0-1 0 0,0 0 1 0 0,0 0-1 0 0,0 0 1 0 0,0 0-1 0 0,0 0 1 0 0,0 0-1 0 0,-1 0 1 0 0,1 0-1 0 0,0 0 1 0 0,0 1-1 0 0,73-86-101 0 0,-71 84 83 0 0,1 0-1 0 0,-1 1 1 0 0,1-1-1 0 0,-1 1 1 0 0,1-1-1 0 0,0 1 1 0 0,-1 0-1 0 0,1 0 1 0 0,-1 0-1 0 0,1 0 1 0 0,0 0 0 0 0,4 2-1 0 0,-6-2 2 0 0,81 15-426 0 0,-55-9 271 0 0,1-1 0 0 0,0-1 0 0 0,0-1 0 0 0,0-2 0 0 0,33-2 0 0 0,-59 1 207 0 0,0 0 1 0 0,0-1-1 0 0,0 0 0 0 0,0 1 0 0 0,0-1 0 0 0,0 0 0 0 0,0 0 1 0 0,0 0-1 0 0,0 0 0 0 0,0-1 0 0 0,-1 1 0 0 0,1 0 0 0 0,0-1 1 0 0,-1 1-1 0 0,1-1 0 0 0,-1 1 0 0 0,0-1 0 0 0,0 0 0 0 0,1 0 1 0 0,-1 0-1 0 0,0 1 0 0 0,-1-1 0 0 0,1 0 0 0 0,0 0 0 0 0,0 0 0 0 0,-1-1 1 0 0,1 1-1 0 0,-1-3 0 0 0,0 3 413 0 0,-4-11 258 0 0,-2 8-2858 0 0,7 6 2056 0 0,6 28-1805 0 0,9-8-3307 0 0,-2-11 1760 0 0</inkml:trace>
</inkml:ink>
</file>

<file path=ppt/ink/ink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30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286 197 11125 0 0,'27'-66'742'0'0,"-21"55"-439"0"0,-1 1 0 0 0,0-1 0 0 0,-1 0 0 0 0,0 0 1 0 0,-1-1-1 0 0,0 1 0 0 0,1-19 0 0 0,-2 17 150 0 0,-3 2 470 0 0,-16 11-667 0 0,3 5-234 0 0,0 0 0 0 0,1 1 0 0 0,0 0 0 0 0,0 1 0 0 0,0 0-1 0 0,1 1 1 0 0,-16 14 0 0 0,1-3 26 0 0,5-3-28 0 0,1 0 0 0 0,0 2 0 0 0,2 0 0 0 0,-21 24 0 0 0,34-35-12 0 0,-1 1-1 0 0,2 0 0 0 0,-1 0 0 0 0,1 0 0 0 0,0 0 0 0 0,1 1 1 0 0,0 0-1 0 0,0 0 0 0 0,1 0 0 0 0,0 0 0 0 0,0 1 0 0 0,1-1 0 0 0,1 1 1 0 0,-2 16-1 0 0,4-22-12 0 0,-1 0 0 0 0,1 0 0 0 0,0 0 0 0 0,0 0 0 0 0,0-1-1 0 0,0 1 1 0 0,0 0 0 0 0,1-1 0 0 0,0 1 0 0 0,0-1 0 0 0,0 0 0 0 0,0 0 0 0 0,0 0 0 0 0,1 0 0 0 0,-1 0 0 0 0,1 0 0 0 0,0 0 0 0 0,0-1 0 0 0,0 1 0 0 0,0-1 0 0 0,0 0-1 0 0,0 0 1 0 0,1 0 0 0 0,-1 0 0 0 0,1-1 0 0 0,0 1 0 0 0,-1-1 0 0 0,1 0 0 0 0,7 1 0 0 0,9 1-87 0 0,0 0 0 0 0,-1-2 1 0 0,2 0-1 0 0,27-2 0 0 0,-39 0 56 0 0,10-1-76 0 0,1 0 0 0 0,0-1 1 0 0,-1-1-1 0 0,0-1 0 0 0,0-1 0 0 0,35-16 0 0 0,99-65-627 0 0,-132 74 668 0 0,-18 9 93 0 0,-11 5-30 0 0,-9 3-22 0 0,16-3 27 0 0,0-1 0 0 0,1 0 0 0 0,-1 1-1 0 0,1-1 1 0 0,-1 1 0 0 0,1-1 0 0 0,-1 1-1 0 0,1-1 1 0 0,-1 1 0 0 0,1 0 0 0 0,-1-1 0 0 0,1 1-1 0 0,0 0 1 0 0,-1-1 0 0 0,1 1 0 0 0,0 0-1 0 0,0-1 1 0 0,-1 1 0 0 0,1 0 0 0 0,0-1 0 0 0,0 1-1 0 0,0 0 1 0 0,0 0 0 0 0,0-1 0 0 0,0 1-1 0 0,0 0 1 0 0,0-1 0 0 0,0 1 0 0 0,0 0-1 0 0,1 0 1 0 0,-1-1 0 0 0,0 1 0 0 0,0 0 0 0 0,1-1-1 0 0,-1 1 1 0 0,0 0 0 0 0,1-1 0 0 0,-1 1-1 0 0,1-1 1 0 0,-1 1 0 0 0,0 0 0 0 0,2 0 0 0 0,17 24-265 0 0,-10-19 210 0 0,0 0 1 0 0,1-1-1 0 0,-1 0 0 0 0,1 0 0 0 0,0-1 1 0 0,1-1-1 0 0,-1 0 0 0 0,0 0 0 0 0,1 0 0 0 0,0-2 1 0 0,-1 1-1 0 0,1-1 0 0 0,0-1 0 0 0,12-1 1 0 0,-22 1 75 0 0,0 1 1 0 0,0-1-1 0 0,0 0 1 0 0,0 0 0 0 0,0 1-1 0 0,0-1 1 0 0,0 0 0 0 0,0 0-1 0 0,0 0 1 0 0,-1 0-1 0 0,1-1 1 0 0,0 1 0 0 0,0 0-1 0 0,0 0 1 0 0,0 0 0 0 0,0-1-1 0 0,0 1 1 0 0,0 0-1 0 0,-1-1 1 0 0,1 1 0 0 0,0-1-1 0 0,0 1 1 0 0,-1-1 0 0 0,1 1-1 0 0,0-1 1 0 0,-1 0-1 0 0,1 1 1 0 0,0-1 0 0 0,-1 0-1 0 0,1 0 1 0 0,-1 1 0 0 0,1-1-1 0 0,-1 0 1 0 0,1 0 0 0 0,-1 0-1 0 0,0 1 1 0 0,1-1-1 0 0,-1 0 1 0 0,0 0 0 0 0,0 0-1 0 0,0 0 1 0 0,0 0 0 0 0,0 0-1 0 0,0 0 1 0 0,0 0-1 0 0,0 0 1 0 0,0 1 0 0 0,0-1-1 0 0,0 0 1 0 0,0 0 0 0 0,-1 0-1 0 0,1 0 1 0 0,0 0-1 0 0,-1 0 1 0 0,1 1 0 0 0,0-1-1 0 0,-1 0 1 0 0,1 0 0 0 0,-1 0-1 0 0,0 1 1 0 0,1-1-1 0 0,-2 0 1 0 0,-2-6 71 0 0,-1 0 0 0 0,-1 0 0 0 0,1 1-1 0 0,-13-11 1 0 0,12 12-127 0 0,0 1 0 0 0,-1 0-1 0 0,1 0 1 0 0,-1 1 0 0 0,0 0-1 0 0,0 0 1 0 0,0 1 0 0 0,-1 0-1 0 0,-9-2 1 0 0,-20-3-3678 0 0,13 4-1180 0 0,8 0 1821 0 0</inkml:trace>
</inkml:ink>
</file>

<file path=ppt/ink/ink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30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1 712 0 0,'6'0'336'0'0,"0"-1"0"0"0,-1 1 0 0 0,1 1 0 0 0,0-1 0 0 0,0 1 1 0 0,0 0-1 0 0,-1 0 0 0 0,1 1 0 0 0,-1-1 0 0 0,1 1 0 0 0,-1 1 0 0 0,1-1 0 0 0,-1 1 0 0 0,0 0 0 0 0,0 0 0 0 0,0 0 0 0 0,-1 1 1 0 0,1-1-1 0 0,5 8 0 0 0,0-1-3 0 0,0 2 1 0 0,-1-1 0 0 0,-1 1 0 0 0,0 0 0 0 0,-1 1-1 0 0,9 20 1 0 0,-16-32-300 0 0,1 0 1 0 0,-1 0-1 0 0,0 1 0 0 0,1-1 1 0 0,-1 0-1 0 0,0 1 0 0 0,0-1 0 0 0,0 0 1 0 0,0 1-1 0 0,0-1 0 0 0,-1 0 0 0 0,1 1 1 0 0,0-1-1 0 0,-1 0 0 0 0,1 1 0 0 0,-1-1 1 0 0,1 0-1 0 0,-1 0 0 0 0,1 0 1 0 0,-1 1-1 0 0,0-1 0 0 0,0 0 0 0 0,1 0 1 0 0,-1 0-1 0 0,0 0 0 0 0,0 0 0 0 0,0 0 1 0 0,0-1-1 0 0,0 1 0 0 0,-1 0 0 0 0,1 0 1 0 0,0-1-1 0 0,0 1 0 0 0,0-1 1 0 0,-1 1-1 0 0,1-1 0 0 0,-3 1 0 0 0,2 0 300 0 0,-27-17 1935 0 0,28 11-2208 0 0,1 1 0 0 0,0-1 1 0 0,0 0-1 0 0,0 1 0 0 0,0-1 0 0 0,1 1 0 0 0,0-1 0 0 0,0 1 0 0 0,0-1 0 0 0,0 1 0 0 0,1 0 0 0 0,0 0 1 0 0,0 0-1 0 0,0-1 0 0 0,0 2 0 0 0,0-1 0 0 0,1 0 0 0 0,0 0 0 0 0,0 1 0 0 0,0-1 0 0 0,0 1 0 0 0,0 0 0 0 0,7-4 1 0 0,43-30-2628 0 0,-1 14-4610 0 0,-42 19 4136 0 0</inkml:trace>
</inkml:ink>
</file>

<file path=ppt/ink/ink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31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65 508 0 0,'0'0'3799'0'0,"-5"-4"-2607"0"0,-1 0-711 0 0,-3-3-27 0 0,1-2 5378 0 0,-2 36-5057 0 0,-10 42 106 0 0,0 2-268 0 0,-32 74 1 0 0,21-71-412 0 0,12-25-361 0 0,-3 0 0 0 0,-1-1-1 0 0,-39 57 1 0 0,61-104 158 0 0,0 0 0 0 0,1 1-1 0 0,-1-1 1 0 0,0 0 0 0 0,1 0 0 0 0,-1 0 0 0 0,0 0-1 0 0,0 0 1 0 0,0-1 0 0 0,0 1 0 0 0,0 0 0 0 0,0 0-1 0 0,0 0 1 0 0,0-1 0 0 0,0 1 0 0 0,0-1 0 0 0,0 1-1 0 0,-1-1 1 0 0,1 1 0 0 0,0-1 0 0 0,-2 1 0 0 0,2-2 1 0 0,0 1 0 0 0,1-1 1 0 0,-1 1-1 0 0,1-1 0 0 0,-1 1 1 0 0,0-1-1 0 0,1 0 1 0 0,-1 1-1 0 0,1-1 0 0 0,-1 0 1 0 0,1 1-1 0 0,-1-1 0 0 0,1 0 1 0 0,0 0-1 0 0,-1 0 0 0 0,1 1 1 0 0,0-1-1 0 0,0 0 1 0 0,0 0-1 0 0,-1 0 0 0 0,1 0 1 0 0,0-1-1 0 0,0-8 3 0 0,-1 1 0 0 0,1-1 0 0 0,1 0 0 0 0,1-11 0 0 0,4-6-7 0 0,2 0 0 0 0,1 0 0 0 0,1 0 0 0 0,1 1 0 0 0,24-40 0 0 0,83-111-60 0 0,-94 147 32 0 0,1 0-1 0 0,1 2 1 0 0,1 1-1 0 0,2 1 1 0 0,0 1-1 0 0,55-34 1 0 0,-81 57 25 0 0,0 0 0 0 0,0 1 1 0 0,0-1-1 0 0,1 0 0 0 0,-1 1 0 0 0,1 0 1 0 0,-1 0-1 0 0,1 0 0 0 0,0 0 0 0 0,-1 1 0 0 0,1-1 1 0 0,0 1-1 0 0,0 0 0 0 0,-1 0 0 0 0,1 0 1 0 0,0 1-1 0 0,-1-1 0 0 0,1 1 0 0 0,0 0 1 0 0,-1 0-1 0 0,1 0 0 0 0,-1 0 0 0 0,1 1 0 0 0,4 2 1 0 0,-6-2 1 0 0,0 0 0 0 0,0 0 1 0 0,0 0-1 0 0,0 0 0 0 0,0 0 1 0 0,0 1-1 0 0,-1-1 0 0 0,1 1 0 0 0,-1-1 1 0 0,0 1-1 0 0,0-1 0 0 0,1 1 1 0 0,-2 0-1 0 0,1 0 0 0 0,0-1 1 0 0,-1 1-1 0 0,1 0 0 0 0,-1 0 1 0 0,0 0-1 0 0,0 0 0 0 0,0 0 1 0 0,0-1-1 0 0,0 1 0 0 0,-1 0 0 0 0,1 0 1 0 0,-1 0-1 0 0,0-1 0 0 0,0 1 1 0 0,0 0-1 0 0,0-1 0 0 0,-2 5 1 0 0,-1-1 21 0 0,1 0 0 0 0,-1 0 1 0 0,0 0-1 0 0,0-1 0 0 0,-1 1 1 0 0,1-1-1 0 0,-1 0 0 0 0,-1 0 0 0 0,1-1 1 0 0,-1 1-1 0 0,1-1 0 0 0,-1 0 1 0 0,0-1-1 0 0,-1 0 0 0 0,1 0 1 0 0,-1 0-1 0 0,1-1 0 0 0,-1 1 1 0 0,0-2-1 0 0,0 1 0 0 0,0-1 1 0 0,-8 1-1 0 0,-3 0-281 0 0,0-1 0 0 0,-34-2-1 0 0,-29-10-4363 0 0,66 1-1966 0 0</inkml:trace>
</inkml:ink>
</file>

<file path=ppt/ink/ink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32.3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1 728 0 0,'0'0'6043'0'0,"-16"41"-4107"0"0,11-13-1227 0 0,3-19-500 0 0,0 0 0 0 0,1 0-1 0 0,0 0 1 0 0,0 0 0 0 0,1 1-1 0 0,1 14 1 0 0,0-22-131 0 0,-1-1-63 0 0,1 0 0 0 0,-1-1 1 0 0,1 1-1 0 0,0 0 0 0 0,-1-1 0 0 0,1 1 1 0 0,0 0-1 0 0,-1-1 0 0 0,1 1 0 0 0,0-1 0 0 0,0 1 1 0 0,0-1-1 0 0,-1 0 0 0 0,1 1 0 0 0,0-1 1 0 0,0 0-1 0 0,0 1 0 0 0,0-1 0 0 0,0 0 0 0 0,0 0 1 0 0,0 0-1 0 0,1 0 0 0 0,24-15-26 0 0,42-30 1 0 0,-67 43-14 0 0,-1 2-18 0 0,0 0 35 0 0,0 0 0 0 0,1 0-1 0 0,-1 0 1 0 0,0-1 0 0 0,0 1-1 0 0,0 0 1 0 0,1 0 0 0 0,-1 0-1 0 0,0 0 1 0 0,0 0 0 0 0,0 0-1 0 0,1 0 1 0 0,-1 0 0 0 0,0 0-1 0 0,0-1 1 0 0,0 1 0 0 0,1 0-1 0 0,-1 0 1 0 0,0 0 0 0 0,0 0-1 0 0,1 0 1 0 0,-1 0 0 0 0,0 0-1 0 0,0 0 1 0 0,0 1 0 0 0,1-1-1 0 0,-1 0 1 0 0,0 0 0 0 0,0 0-1 0 0,0 0 1 0 0,1 0 0 0 0,-1 0-1 0 0,0 0 1 0 0,0 0 0 0 0,0 1-1 0 0,1-1 1 0 0,-1 0 0 0 0,0 0-1 0 0,0 0 1 0 0,0 0 0 0 0,0 1-1 0 0,0-1 1 0 0,1 0 0 0 0,-1 0-1 0 0,-1 12-54 0 0,0-9-3 0 0,1 0 1 0 0,-1 0-1 0 0,1 0 1 0 0,0 0-1 0 0,0 0 1 0 0,0 1-1 0 0,0-1 1 0 0,0 0-1 0 0,1 0 1 0 0,-1 0 0 0 0,1 0-1 0 0,0 0 1 0 0,0 0-1 0 0,0-1 1 0 0,0 1-1 0 0,0 0 1 0 0,1 0-1 0 0,-1-1 1 0 0,4 5-1 0 0,-4-6-35 0 0,20-3 4 0 0,-1-1 0 0 0,0 0 0 0 0,0-2 0 0 0,0 0 0 0 0,35-15 0 0 0,-31 11 170 0 0,0 1 0 0 0,0 2 0 0 0,43-8 0 0 0,-60 14-15 0 0,0-1 1 0 0,-1 1-1 0 0,1 1 1 0 0,0 0-1 0 0,-1-1 1 0 0,1 2 0 0 0,0-1-1 0 0,-1 1 1 0 0,0 0-1 0 0,11 5 1 0 0,-16-6-45 0 0,1 0 1 0 0,-1 0-1 0 0,1 0 1 0 0,-1 0-1 0 0,0 0 1 0 0,0 0-1 0 0,1 0 1 0 0,-1 0-1 0 0,0 1 1 0 0,0-1-1 0 0,0 0 1 0 0,0 1-1 0 0,0-1 1 0 0,0 1-1 0 0,-1-1 1 0 0,1 1-1 0 0,0-1 1 0 0,-1 1-1 0 0,1 1 1 0 0,-1 0-1 0 0,0 0 1 0 0,0-1-1 0 0,-1 1 1 0 0,1-1-1 0 0,0 1 1 0 0,-1-1-1 0 0,0 1 1 0 0,0-1-1 0 0,0 1 1 0 0,0-1-1 0 0,0 0 1 0 0,0 0-1 0 0,0 1 1 0 0,-1-1-1 0 0,1 0 1 0 0,-4 3-1 0 0,1 0-45 0 0,0-1 1 0 0,0 0-1 0 0,0 0 0 0 0,0-1 0 0 0,0 0 0 0 0,-1 1 1 0 0,0-1-1 0 0,1-1 0 0 0,-1 1 0 0 0,-6 2 0 0 0,-19 2-5767 0 0,20-5 3402 0 0</inkml:trace>
</inkml:ink>
</file>

<file path=ppt/ink/ink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34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0 13117 0 0,'0'0'3411'0'0,"1"1"-3324"0"0,0-1 0 0 0,-1 1 0 0 0,1 0 0 0 0,0-1 0 0 0,0 1 0 0 0,0 0 0 0 0,0 0 0 0 0,-1-1 0 0 0,1 1 1 0 0,0 0-1 0 0,-1 0 0 0 0,1 0 0 0 0,-1 0 0 0 0,1 0 0 0 0,-1 0 0 0 0,1 2 0 0 0,-11 16-267 0 0,-1 1 0 0 0,-1-1 0 0 0,0-1 0 0 0,-1 0 0 0 0,-18 18-1 0 0,22-25-402 0 0,-5 5-2358 0 0,0-1 0 0 0,-29 25 0 0 0,18-22-1288 0 0</inkml:trace>
</inkml:ink>
</file>

<file path=ppt/ink/ink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39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392 126 696 0 0,'0'0'1108'0'0,"2"-4"-82"0"0,5-13 939 0 0,-2-22 1751 0 0,-5 36-3470 0 0,-1 0 1 0 0,1 0-1 0 0,-1 0 0 0 0,1 0 0 0 0,-1 0 1 0 0,0 0-1 0 0,0 0 0 0 0,0 1 0 0 0,0-1 1 0 0,0 0-1 0 0,-3-3 0 0 0,2 4-195 0 0,1 0 0 0 0,0 1 0 0 0,-1-1 0 0 0,0 1 0 0 0,1-1 0 0 0,-1 1 0 0 0,0 0 0 0 0,0 0 0 0 0,1 0 0 0 0,-1 0 0 0 0,-3-1 0 0 0,-2-1 9 0 0,1 1-1 0 0,-1 0 1 0 0,0 1-1 0 0,-1 0 0 0 0,1 0 1 0 0,0 0-1 0 0,0 1 0 0 0,0 0 1 0 0,0 1-1 0 0,0-1 0 0 0,-1 1 1 0 0,-7 3-1 0 0,2-1-19 0 0,1 1-1 0 0,-1 1 1 0 0,1 1 0 0 0,0-1-1 0 0,1 2 1 0 0,-15 9-1 0 0,7-2-15 0 0,1 1-1 0 0,0 1 0 0 0,1 0 0 0 0,1 1 0 0 0,0 1 0 0 0,1 1 0 0 0,-15 24 1 0 0,27-36-15 0 0,-1-1 0 0 0,1 1 0 0 0,1 0 1 0 0,-1 0-1 0 0,1 0 0 0 0,1 0 1 0 0,-1 0-1 0 0,1 0 0 0 0,0 1 1 0 0,1-1-1 0 0,0 0 0 0 0,0 1 0 0 0,0-1 1 0 0,1 0-1 0 0,0 1 0 0 0,1-1 1 0 0,4 13-1 0 0,-5-16-12 0 0,1 0 0 0 0,-1-1 0 0 0,1 1 0 0 0,0-1 0 0 0,1 1 0 0 0,-1-1-1 0 0,0 0 1 0 0,1 0 0 0 0,0 0 0 0 0,0 0 0 0 0,0 0 0 0 0,0 0 0 0 0,0-1 0 0 0,0 0 0 0 0,1 1 0 0 0,-1-1 0 0 0,1-1 0 0 0,0 1 0 0 0,-1 0 0 0 0,1-1 0 0 0,0 0 0 0 0,0 0 0 0 0,0 0-1 0 0,0 0 1 0 0,0-1 0 0 0,0 1 0 0 0,0-1 0 0 0,0 0 0 0 0,0 0 0 0 0,0-1 0 0 0,0 1 0 0 0,0-1 0 0 0,7-2 0 0 0,16-5-94 0 0,0-1 1 0 0,0-1-1 0 0,-1-2 0 0 0,-1 0 1 0 0,0-2-1 0 0,-1-1 0 0 0,0-1 0 0 0,-1-1 1 0 0,-1 0-1 0 0,-1-2 0 0 0,0-1 1 0 0,-2 0-1 0 0,0-2 0 0 0,-1 0 1 0 0,16-28-1 0 0,-27 40 152 0 0,-1 1 44 0 0,-8 12-18 0 0,0 3-74 0 0,-1-1 1 0 0,1 0-1 0 0,0 1 1 0 0,0 0-1 0 0,0-1 1 0 0,-1 10-1 0 0,3-12-13 0 0,0 0 0 0 0,0 0-1 0 0,0-1 1 0 0,0 1 0 0 0,0 0 0 0 0,1 0-1 0 0,-1 0 1 0 0,1-1 0 0 0,0 1-1 0 0,0 0 1 0 0,0-1 0 0 0,0 1-1 0 0,1-1 1 0 0,-1 1 0 0 0,0-1-1 0 0,1 1 1 0 0,0-1 0 0 0,0 0-1 0 0,0 0 1 0 0,0 0 0 0 0,0 0-1 0 0,2 2 1 0 0,0-2-21 0 0,-1-1 0 0 0,1 1 0 0 0,0-1 0 0 0,0 0 0 0 0,-1 0 0 0 0,1 0-1 0 0,0-1 1 0 0,0 1 0 0 0,0-1 0 0 0,0 0 0 0 0,0 0 0 0 0,0 0 0 0 0,7-2 0 0 0,6-1-116 0 0,-1-1 0 0 0,0-1 1 0 0,0 0-1 0 0,0-2 0 0 0,-1 0 1 0 0,16-9-1 0 0,-7 1-12 0 0,-1-1 1 0 0,-1-1-1 0 0,-1-1 1 0 0,37-40-1 0 0,-57 57 175 0 0,1 1-11 0 0,4-4-13 0 0,-5 3 8 0 0,2 3 1 0 0,-1-2-2 0 0,-1 1-1 0 0,1 0 0 0 0,0 0 1 0 0,-1 0-1 0 0,1 0 1 0 0,-1 0-1 0 0,1 0 0 0 0,-1 0 1 0 0,1 0-1 0 0,-1 1 0 0 0,0-1 1 0 0,0 1-1 0 0,1-1 1 0 0,-1 1-1 0 0,0-1 0 0 0,0 1 1 0 0,-1-1-1 0 0,1 1 1 0 0,0 0-1 0 0,0 2 0 0 0,3 5 11 0 0,-3-7 13 0 0,0 0-1 0 0,0 0 1 0 0,0 1-1 0 0,0-1 1 0 0,1 0 0 0 0,-1 0-1 0 0,1 0 1 0 0,-1 0-1 0 0,1 0 1 0 0,0-1 0 0 0,0 1-1 0 0,0 0 1 0 0,0-1 0 0 0,0 1-1 0 0,0-1 1 0 0,0 0-1 0 0,0 0 1 0 0,1 0 0 0 0,-1 0-1 0 0,0 0 1 0 0,1 0-1 0 0,-1 0 1 0 0,1-1 0 0 0,-1 0-1 0 0,1 1 1 0 0,-1-1 0 0 0,1 0-1 0 0,-1 0 1 0 0,1 0-1 0 0,4-1 1 0 0,-4 1 93 0 0,41-5 699 0 0,-17 24-1351 0 0,-1-2-1473 0 0,-3-11-2869 0 0,-7-4 2493 0 0</inkml:trace>
</inkml:ink>
</file>

<file path=ppt/ink/ink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39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43 315 32 0 0,'0'0'4046'0'0,"-5"3"-3585"0"0,1-1-344 0 0,1 1-1 0 0,0-1 1 0 0,0 1-1 0 0,0 0 1 0 0,0 0-1 0 0,1 0 1 0 0,-1 0-1 0 0,1 0 1 0 0,0 0-1 0 0,0 1 1 0 0,-3 6-1 0 0,4-9-75 0 0,1 1-1 0 0,-1 0 0 0 0,1 0 0 0 0,-1 0 0 0 0,1 0 0 0 0,0 0 0 0 0,0 0 0 0 0,0-1 0 0 0,0 1 0 0 0,0 0 0 0 0,1 0 0 0 0,-1 0 0 0 0,1 0 0 0 0,-1 0 0 0 0,1-1 0 0 0,-1 1 0 0 0,1 0 0 0 0,0 0 1 0 0,0-1-1 0 0,0 1 0 0 0,0 0 0 0 0,0-1 0 0 0,0 1 0 0 0,1-1 0 0 0,-1 0 0 0 0,0 1 0 0 0,1-1 0 0 0,-1 0 0 0 0,1 0 0 0 0,-1 0 0 0 0,1 0 0 0 0,3 2 0 0 0,-1-1-64 0 0,-1 0 0 0 0,1-1-1 0 0,0 1 1 0 0,0-1-1 0 0,0 0 1 0 0,0 0 0 0 0,0 0-1 0 0,0 0 1 0 0,1-1-1 0 0,-1 0 1 0 0,0 1 0 0 0,0-2-1 0 0,0 1 1 0 0,0 0 0 0 0,1-1-1 0 0,-1 0 1 0 0,0 0-1 0 0,0 0 1 0 0,0 0 0 0 0,0-1-1 0 0,-1 0 1 0 0,1 1-1 0 0,0-1 1 0 0,-1-1 0 0 0,1 1-1 0 0,-1-1 1 0 0,1 1-1 0 0,3-5 1 0 0,0 1 5 0 0,-1-1-1 0 0,1 0 1 0 0,-1 0-1 0 0,0 0 1 0 0,0-1-1 0 0,-1 0 1 0 0,0 0-1 0 0,-1-1 1 0 0,1 1-1 0 0,-2-1 1 0 0,5-14 0 0 0,-5 8 142 0 0,-1 0 0 0 0,-1 1 1 0 0,0-1-1 0 0,-1 0 1 0 0,0 0-1 0 0,-1 0 1 0 0,-1 0-1 0 0,-5-19 1 0 0,4 23 282 0 0,0 0 1 0 0,0 0 0 0 0,-1 0 0 0 0,-1 0 0 0 0,1 1 0 0 0,-2 0 0 0 0,1 0-1 0 0,-2 0 1 0 0,1 1 0 0 0,-1 0 0 0 0,-11-12 0 0 0,17 21-375 0 0,1 0 0 0 0,0-1 0 0 0,0 1 0 0 0,-1 0 0 0 0,1-1 0 0 0,0 1 0 0 0,-1 0-1 0 0,1 0 1 0 0,-1-1 0 0 0,1 1 0 0 0,0 0 0 0 0,-1 0 0 0 0,1 0 0 0 0,-1 0 0 0 0,1-1 0 0 0,0 1 0 0 0,-1 0 0 0 0,1 0 0 0 0,-1 0 0 0 0,1 0 0 0 0,-1 0 0 0 0,1 0 0 0 0,-1 0 0 0 0,1 0 0 0 0,0 0 0 0 0,-1 0 0 0 0,1 0 0 0 0,-1 1 0 0 0,1-1 0 0 0,-1 0 0 0 0,1 0-1 0 0,0 0 1 0 0,-1 0 0 0 0,1 1 0 0 0,0-1 0 0 0,-1 0 0 0 0,1 0 0 0 0,0 1 0 0 0,-1 0 0 0 0,-9 21 351 0 0,6 29-206 0 0,7-31-429 0 0,1-1 1 0 0,1 1-1 0 0,1-1 1 0 0,1 0-1 0 0,0 0 1 0 0,11 18-1 0 0,-9-21-1473 0 0,0 0-1 0 0,1-1 1 0 0,23 26 0 0 0,-10-20-1363 0 0</inkml:trace>
</inkml:ink>
</file>

<file path=ppt/ink/ink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1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30 728 1580 0 0,'-1'1'237'0'0,"-1"-1"0"0"0,1 0-1 0 0,0-1 1 0 0,-1 1 0 0 0,1 0 0 0 0,0 0-1 0 0,0 0 1 0 0,-1-1 0 0 0,1 1-1 0 0,0-1 1 0 0,0 1 0 0 0,0-1 0 0 0,0 1-1 0 0,0-1 1 0 0,0 0 0 0 0,-1 1 0 0 0,2-1-1 0 0,-1 0 1 0 0,0 0 0 0 0,0 0-1 0 0,0 0 1 0 0,0 0 0 0 0,0 0 0 0 0,1 0-1 0 0,-1 0 1 0 0,0-2 0 0 0,0 2-92 0 0,1-1-1 0 0,0 0 1 0 0,0 0 0 0 0,1 0 0 0 0,-1 0-1 0 0,0 0 1 0 0,1 0 0 0 0,-1 1 0 0 0,1-1 0 0 0,-1 0-1 0 0,1 0 1 0 0,0 1 0 0 0,0-1 0 0 0,0 0-1 0 0,1-2 1 0 0,7-8 131 0 0,1 0-1 0 0,-1 1 1 0 0,18-15-1 0 0,58-51 560 0 0,75-74 241 0 0,-131 120-986 0 0,-1-1 1 0 0,-2-1-1 0 0,26-44 1 0 0,-37 52-96 0 0,21-47 1 0 0,-32 62 33 0 0,-1 0 0 0 0,0 0 1 0 0,0 0-1 0 0,-1 0 0 0 0,0-1 0 0 0,-1 1 1 0 0,0 0-1 0 0,-1-12 0 0 0,0 22-24 0 0,0-1 0 0 0,0 0 0 0 0,0 0-1 0 0,0 1 1 0 0,0-1 0 0 0,0 0 0 0 0,0 1-1 0 0,-1-1 1 0 0,1 0 0 0 0,0 1 0 0 0,0-1 0 0 0,-1 0-1 0 0,1 1 1 0 0,0-1 0 0 0,-1 0 0 0 0,1 1-1 0 0,-1-1 1 0 0,1 1 0 0 0,-1-1 0 0 0,1 1-1 0 0,-1-1 1 0 0,1 1 0 0 0,-1-1 0 0 0,1 1 0 0 0,-1-1-1 0 0,0 1 1 0 0,1 0 0 0 0,-1-1 0 0 0,0 1-1 0 0,1 0 1 0 0,-1 0 0 0 0,0 0 0 0 0,1-1-1 0 0,-1 1 1 0 0,0 0 0 0 0,0 0 0 0 0,1 0 0 0 0,-1 0-1 0 0,0 0 1 0 0,1 0 0 0 0,-1 0 0 0 0,0 0-1 0 0,0 1 1 0 0,1-1 0 0 0,-1 0 0 0 0,0 0-1 0 0,1 1 1 0 0,-1-1 0 0 0,0 0 0 0 0,1 1 0 0 0,-1-1-1 0 0,1 0 1 0 0,-1 1 0 0 0,0-1 0 0 0,0 2-1 0 0,-34 23 31 0 0,19-8-25 0 0,1 0 0 0 0,1 1 0 0 0,1 0 0 0 0,0 1 0 0 0,1 0 0 0 0,1 1-1 0 0,1 1 1 0 0,1 0 0 0 0,1 0 0 0 0,0 1 0 0 0,2-1 0 0 0,1 2 0 0 0,0-1-1 0 0,-2 37 1 0 0,7-48-22 0 0,0 0-1 0 0,0 0 1 0 0,1-1 0 0 0,0 1-1 0 0,0 0 1 0 0,2-1-1 0 0,-1 1 1 0 0,1-1-1 0 0,1 0 1 0 0,0 0 0 0 0,0 0-1 0 0,1-1 1 0 0,0 1-1 0 0,1-1 1 0 0,0 0-1 0 0,11 12 1 0 0,-12-15-32 0 0,0-1 1 0 0,0 0-1 0 0,1-1 1 0 0,0 1-1 0 0,0-1 0 0 0,0 0 1 0 0,0 0-1 0 0,1-1 1 0 0,-1 0-1 0 0,1 0 0 0 0,0-1 1 0 0,0 0-1 0 0,0 0 1 0 0,0 0-1 0 0,0-1 0 0 0,0 0 1 0 0,1 0-1 0 0,-1-1 1 0 0,0 0-1 0 0,1 0 1 0 0,-1-1-1 0 0,0 0 0 0 0,0 0 1 0 0,0-1-1 0 0,8-2 1 0 0,6-4-29 0 0,-1-1 0 0 0,0 0 0 0 0,-1-2 1 0 0,0 0-1 0 0,0-1 0 0 0,-2-1 1 0 0,1 0-1 0 0,-2-2 0 0 0,0 0 0 0 0,0 0 1 0 0,-2-2-1 0 0,17-23 0 0 0,-12 12 134 0 0,0 0 0 0 0,-3-2-1 0 0,0 0 1 0 0,-2-1 0 0 0,-1 0-1 0 0,-1-1 1 0 0,9-47 0 0 0,-12 5 2330 0 0,-9 72-1892 0 0,-4 9-457 0 0,-56 166 219 0 0,-4 12-110 0 0,19-66-78 0 0,36-94-52 0 0,9-25-22 0 0,0 0 0 0 0,0 0 0 0 0,0 0 0 0 0,0 0 0 0 0,0 0 0 0 0,0 0-1 0 0,0 0 1 0 0,1 0 0 0 0,-1 0 0 0 0,0 0 0 0 0,0 0 0 0 0,0 0 0 0 0,0 0 0 0 0,0 0-1 0 0,0 0 1 0 0,0 0 0 0 0,0 0 0 0 0,0 0 0 0 0,0 0 0 0 0,1 0 0 0 0,-1 0 0 0 0,0 0 0 0 0,0 0-1 0 0,0 0 1 0 0,0 0 0 0 0,0 0 0 0 0,0 1 0 0 0,0-1 0 0 0,0 0 0 0 0,0 0 0 0 0,0 0-1 0 0,0 0 1 0 0,0 0 0 0 0,0 0 0 0 0,0 0 0 0 0,0 0 0 0 0,0 0 0 0 0,1 0 0 0 0,-1 0 0 0 0,0 0-1 0 0,0 0 1 0 0,0 1 0 0 0,0-1 0 0 0,0 0 0 0 0,0 0 0 0 0,0 0 0 0 0,0 0 0 0 0,25-35-91 0 0,-2 5-73 0 0,-14 20 80 0 0,0 1-1 0 0,1 0 0 0 0,0 0 1 0 0,0 2-1 0 0,20-13 0 0 0,-28 20 51 0 0,-2 0-15 0 0,0-1 45 0 0,0 1-1 0 0,0 0 1 0 0,0 0-1 0 0,0-1 1 0 0,0 1-1 0 0,0 0 1 0 0,1 0 0 0 0,-1 0-1 0 0,0-1 1 0 0,0 1-1 0 0,0 0 1 0 0,1 0-1 0 0,-1 0 1 0 0,0 0-1 0 0,0-1 1 0 0,0 1-1 0 0,1 0 1 0 0,-1 0-1 0 0,0 0 1 0 0,0 0-1 0 0,1 0 1 0 0,-1 0 0 0 0,0 0-1 0 0,0 0 1 0 0,1 0-1 0 0,-1 0 1 0 0,0 0-1 0 0,1 0 1 0 0,-1 0-1 0 0,0 0 1 0 0,0 0-1 0 0,1 0 1 0 0,-1 0-1 0 0,0 0 1 0 0,0 0-1 0 0,1 0 1 0 0,-1 0 0 0 0,0 0-1 0 0,0 0 1 0 0,0 1-1 0 0,1-1 1 0 0,-1 0-1 0 0,0 0 1 0 0,0 0-1 0 0,1 0 1 0 0,-1 1-1 0 0,14 10-84 0 0,-10-5 58 0 0,0 0 0 0 0,0-1 0 0 0,1 1 0 0 0,0-1 0 0 0,0 0-1 0 0,1 0 1 0 0,-1 0 0 0 0,1-1 0 0 0,0 0 0 0 0,0 0 0 0 0,1-1 0 0 0,-1 1 0 0 0,1-1 0 0 0,0-1 0 0 0,0 1 0 0 0,13 2 0 0 0,-16-4 27 0 0,1 0-1 0 0,0 0 1 0 0,0-1-1 0 0,0 1 1 0 0,0-1-1 0 0,0 0 1 0 0,0-1-1 0 0,0 1 1 0 0,-1-1-1 0 0,1 0 1 0 0,0 0 0 0 0,0 0-1 0 0,-1-1 1 0 0,1 0-1 0 0,0 0 1 0 0,-1 0-1 0 0,0 0 1 0 0,1-1-1 0 0,-1 0 1 0 0,0 0-1 0 0,-1 0 1 0 0,1 0-1 0 0,0 0 1 0 0,-1-1 0 0 0,0 0-1 0 0,4-4 1 0 0,-6 5 82 0 0,1 0 1 0 0,0 0-1 0 0,-1 0 1 0 0,1-1 0 0 0,-1 1-1 0 0,0 0 1 0 0,0-1 0 0 0,-1 1-1 0 0,1-1 1 0 0,0-5-1 0 0,-1 7 346 0 0,-7-11 4 0 0,4 5-57 0 0,6 7 472 0 0,5 6-1236 0 0,48 27-1335 0 0,-51-30 333 0 0,-1 0-1 0 0,1-1 1 0 0,0 1 0 0 0,-1-1-1 0 0,1 0 1 0 0,10 1-1 0 0</inkml:trace>
</inkml:ink>
</file>

<file path=ppt/ink/ink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1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81 163 624 0 0,'-25'-1'1412'0'0,"5"-3"-144"0"0,5 1-128 0 0,4-1 813 0 0,1-1 283 0 0,19-16-1644 0 0,12 10-168 0 0,16-3-212 0 0,4-1-240 0 0,6 0-308 0 0,25-4-320 0 0,0 0-820 0 0,9 4-1597 0 0,-1-1 709 0 0</inkml:trace>
</inkml:ink>
</file>

<file path=ppt/ink/ink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2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8 734 320 0 0,'-8'33'6329'0'0,"37"-22"-4411"0"0,-25-11-1766 0 0,0 0 0 0 0,-1 0 0 0 0,1-1 0 0 0,0 1 0 0 0,-1-1 0 0 0,1 0 1 0 0,-1 0-1 0 0,1 0 0 0 0,-1 0 0 0 0,5-3 0 0 0,33-23 762 0 0,-19 5-344 0 0,1-6-233 0 0,0-1 1 0 0,-2-1-1 0 0,-2 0 0 0 0,-1-2 1 0 0,27-62-1 0 0,-14 13 39 0 0,28-111-1 0 0,-51 157-185 0 0,-2 0 0 0 0,-1 0 0 0 0,0-61 0 0 0,-5 94-160 0 0,-4 5-26 0 0,1 0 0 0 0,-1 0 0 0 0,1 1 0 0 0,-1-1 0 0 0,1 1 0 0 0,0 0 1 0 0,1 0-1 0 0,-1 0 0 0 0,1 0 0 0 0,-1 0 0 0 0,-2 8 0 0 0,-36 73-3 0 0,38-78 1 0 0,-20 51 10 0 0,2 0-1 0 0,3 2 0 0 0,3 0 0 0 0,2 0 1 0 0,3 1-1 0 0,3 1 0 0 0,0 67 0 0 0,7-107-13 0 0,1 0-1 0 0,7 43 0 0 0,-6-55-40 0 0,0-1 0 0 0,0 0 0 0 0,1 0 0 0 0,0 0 0 0 0,1 0 0 0 0,0-1 0 0 0,1 1 0 0 0,-1-1 0 0 0,11 12 0 0 0,-13-17 19 0 0,1 0-1 0 0,0 0 1 0 0,0-1 0 0 0,0 1 0 0 0,1-1 0 0 0,-1 0-1 0 0,1 0 1 0 0,-1 0 0 0 0,1 0 0 0 0,0-1 0 0 0,0 1 0 0 0,-1-1-1 0 0,1 0 1 0 0,0 0 0 0 0,0 0 0 0 0,5-1 0 0 0,-1 1 5 0 0,0-2 1 0 0,0 1 0 0 0,0-1 0 0 0,-1 0 0 0 0,1-1 0 0 0,0 0-1 0 0,13-5 1 0 0,-3 0 13 0 0,-1-2 0 0 0,0 0 0 0 0,0-1 0 0 0,-1 0 0 0 0,0-2 0 0 0,15-13 0 0 0,-9 5 217 0 0,-1-1 0 0 0,-1-1 0 0 0,-1-1 0 0 0,-1-1-1 0 0,-1 0 1 0 0,23-44 0 0 0,-39 66-138 0 0,-10-37 532 0 0,7 39-611 0 0,1-1 1 0 0,-1 1 0 0 0,1-1 0 0 0,-1 1 0 0 0,1-1 0 0 0,0 1-1 0 0,-1 0 1 0 0,1 0 0 0 0,-1 0 0 0 0,1 0 0 0 0,-1 0 0 0 0,1 0-1 0 0,-1 0 1 0 0,1 1 0 0 0,-1-1 0 0 0,1 1 0 0 0,-1-1-1 0 0,1 1 1 0 0,-1-1 0 0 0,1 1 0 0 0,0 0 0 0 0,0-1 0 0 0,-3 3 0 0 0,2-2-4 0 0,-27 31-163 0 0,28-31 143 0 0,-20 35-314 0 0,14-22 282 0 0,6-12 50 0 0,-10 35-117 0 0,13-29 111 0 0,0 1 0 0 0,0-1 1 0 0,1 1-1 0 0,0-1 0 0 0,1 0 0 0 0,6 13 0 0 0,-6-16 14 0 0,-1 1-1 0 0,1-1 0 0 0,0 0 0 0 0,0 0 0 0 0,0 0 1 0 0,0 0-1 0 0,1-1 0 0 0,6 5 0 0 0,-6-6 4 0 0,1-1 0 0 0,-1 0 1 0 0,1 1-1 0 0,-1-2 0 0 0,1 1 0 0 0,0-1 0 0 0,-1 1 0 0 0,1-2 1 0 0,0 1-1 0 0,0-1 0 0 0,0 0 0 0 0,0 0 0 0 0,0 0 0 0 0,0-1 1 0 0,7-1-1 0 0,3-3 16 0 0,0 0 0 0 0,0-1 1 0 0,26-14-1 0 0,-13 6-25 0 0,-19 6 10 0 0,0 1 1 0 0,0-1-1 0 0,-1 0 1 0 0,0-1-1 0 0,0 0 0 0 0,-1-1 1 0 0,0 0-1 0 0,8-14 1 0 0,24-27-19 0 0,19-22 12 0 0,-57 72-9 0 0,-1-1 7 0 0,2-3-3 0 0,-2 3-4 0 0,0 1-22 0 0,3-3 14 0 0,-3 3 4 0 0,-6 3-447 0 0,-1 1 448 0 0,1 0 0 0 0,-1 0 0 0 0,1 0 0 0 0,-1 1 0 0 0,1-1 0 0 0,0 1-1 0 0,0 1 1 0 0,1-1 0 0 0,-1 1 0 0 0,1 0 0 0 0,0 0 0 0 0,1 0 0 0 0,-1 0 0 0 0,1 1 0 0 0,0-1 0 0 0,0 1 0 0 0,0 0-1 0 0,1 0 1 0 0,0 0 0 0 0,0 0 0 0 0,1 0 0 0 0,-1 8 0 0 0,2-10-22 0 0,1 1 0 0 0,0 0 1 0 0,0-1-1 0 0,0 1 0 0 0,1 0 0 0 0,0-1 0 0 0,0 0 1 0 0,0 1-1 0 0,0-1 0 0 0,1 0 0 0 0,-1 0 1 0 0,6 5-1 0 0,-1 0-28 0 0,1-1 1 0 0,0 1-1 0 0,17 13 1 0 0,-18-18 75 0 0,0 1 1 0 0,0-1 0 0 0,0-1-1 0 0,1 1 1 0 0,-1-1 0 0 0,1 0 0 0 0,13 2-1 0 0,20-3-1905 0 0,-38-3 1124 0 0,1 1 0 0 0,-1-1 0 0 0,1 0-1 0 0,-1 0 1 0 0,1-1 0 0 0,-1 1-1 0 0,0-1 1 0 0,6-3 0 0 0</inkml:trace>
</inkml:ink>
</file>

<file path=ppt/ink/ink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3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0 160 0 0,'0'0'939'0'0,"12"3"4675"0"0,-12 6-5409 0 0,0 1 1 0 0,-1 0 0 0 0,0-1 0 0 0,-1 1-1 0 0,0-1 1 0 0,0 1 0 0 0,-1-1 0 0 0,0 0-1 0 0,-1 0 1 0 0,0-1 0 0 0,-1 1 0 0 0,1-1-1 0 0,-2 1 1 0 0,1-2 0 0 0,-1 1 0 0 0,-12 12-1 0 0,17-19-131 0 0,14-16 114 0 0,1 1 1 0 0,0 0 0 0 0,0 1-1 0 0,24-15 1 0 0,-26 21-192 0 0,1 1-1 0 0,-1 0 1 0 0,28-7 0 0 0,-39 12-1 0 0,16 8-30 0 0,-16-7 31 0 0,1 0 0 0 0,-1 1 0 0 0,1-1 0 0 0,-1 1 0 0 0,0-1 0 0 0,1 1 0 0 0,-1 0 0 0 0,0-1 1 0 0,1 1-1 0 0,-1 0 0 0 0,0 0 0 0 0,0 0 0 0 0,0 0 0 0 0,0 0 0 0 0,0 0 0 0 0,0 1 0 0 0,0-1 0 0 0,0 0 0 0 0,0 0 0 0 0,0 1 0 0 0,0 1 0 0 0,0-1-6 0 0,-1-2 0 0 0,0 1 9 0 0,1 0 0 0 0,-1-1 0 0 0,0 1 0 0 0,0 0 0 0 0,1-1 0 0 0,-1 1 0 0 0,0 0 0 0 0,1-1 0 0 0,-1 1 0 0 0,0-1 0 0 0,1 1 0 0 0,-1 0 0 0 0,1-1 0 0 0,-1 1 1 0 0,1-1-1 0 0,-1 0 0 0 0,1 1 0 0 0,0-1 0 0 0,-1 1 0 0 0,1-1 0 0 0,0 0 0 0 0,0 1 0 0 0,1 0-1 0 0,40-7 354 0 0,-37 5-307 0 0,-1 0 0 0 0,0 0 0 0 0,1 0 1 0 0,-1 1-1 0 0,1-1 0 0 0,-1 1 0 0 0,1 0 1 0 0,-1 1-1 0 0,1-1 0 0 0,-1 1 0 0 0,0-1 0 0 0,1 1 1 0 0,-1 1-1 0 0,6 1 0 0 0,38 23-2566 0 0,-46-25 1537 0 0</inkml:trace>
</inkml:ink>
</file>

<file path=ppt/ink/ink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3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41 492 0 0,'0'0'4628'0'0,"-7"-1"-3088"0"0,5-1-828 0 0,7 0 3553 0 0,103-23-3572 0 0,-28 15-7783 0 0,-66 9 4142 0 0</inkml:trace>
</inkml:ink>
</file>

<file path=ppt/ink/ink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5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32 0 0,'7'-26'3128'0'0,"-2"12"8641"0"0,-8 26-11737 0 0,1 0-1 0 0,0 0 1 0 0,1 0 0 0 0,1 1-1 0 0,1 14 1 0 0,4 36-2723 0 0,-4-61 2495 0 0,0-1 0 0 0,0 1 0 0 0,0-1 0 0 0,0 1 0 0 0,0-1-1 0 0,0 0 1 0 0,0 1 0 0 0,0-1 0 0 0,1 0 0 0 0,-1 0 0 0 0,0 0-1 0 0,1 0 1 0 0,-1 0 0 0 0,1 0 0 0 0,-1-1 0 0 0,3 2 0 0 0,8 0-4381 0 0,0-5 2032 0 0</inkml:trace>
</inkml:ink>
</file>

<file path=ppt/ink/ink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5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10 468 0 0,'15'-10'10265'0'0,"-13"21"-10355"0"0,0 0 0 0 0,0 1 0 0 0,-2-1 0 0 0,1 0 0 0 0,-1 1 0 0 0,-3 15 0 0 0,1 20-5237 0 0,2-30 2639 0 0</inkml:trace>
</inkml:ink>
</file>

<file path=ppt/ink/ink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6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310 155 64 0 0,'-6'-35'8333'0'0,"6"34"-8190"0"0,0 0 0 0 0,0 0-1 0 0,-1 0 1 0 0,1 1-1 0 0,0-1 1 0 0,0 0-1 0 0,-1 0 1 0 0,1 0 0 0 0,0 0-1 0 0,-1 1 1 0 0,1-1-1 0 0,-1 0 1 0 0,1 0-1 0 0,-1 1 1 0 0,1-1 0 0 0,-1 0-1 0 0,0 1 1 0 0,1-1-1 0 0,-1 0 1 0 0,0 1 0 0 0,1-1-1 0 0,-1 1 1 0 0,0-1-1 0 0,0 1 1 0 0,0 0-1 0 0,1-1 1 0 0,-1 1 0 0 0,0 0-1 0 0,0-1 1 0 0,-1 1-1 0 0,-2 0 12 0 0,1-1 0 0 0,0 1 0 0 0,-1 1 0 0 0,1-1-1 0 0,-1 0 1 0 0,1 1 0 0 0,-1 0 0 0 0,-4 1 0 0 0,-60 29 216 0 0,46-18-190 0 0,1 0-1 0 0,0 2 1 0 0,-27 24 0 0 0,41-33-148 0 0,0 1 1 0 0,1 0 0 0 0,0 0 0 0 0,0 1 0 0 0,1 0-1 0 0,0 0 1 0 0,1 0 0 0 0,-1 0 0 0 0,2 1-1 0 0,-1 0 1 0 0,1-1 0 0 0,-3 14 0 0 0,5-18-29 0 0,1-1-1 0 0,-1 0 1 0 0,1 0 0 0 0,-1 0 0 0 0,1 0 0 0 0,0 1 0 0 0,1-1 0 0 0,-1 0-1 0 0,0 0 1 0 0,1 0 0 0 0,0 0 0 0 0,-1 1 0 0 0,1-1 0 0 0,1 0-1 0 0,-1 0 1 0 0,0-1 0 0 0,1 1 0 0 0,1 3 0 0 0,-1-4-21 0 0,0-1 0 0 0,0 1-1 0 0,0-1 1 0 0,0 1 0 0 0,0-1 0 0 0,0 0 0 0 0,0 0 0 0 0,0 0 0 0 0,1 0-1 0 0,-1 0 1 0 0,0 0 0 0 0,1-1 0 0 0,-1 1 0 0 0,0-1 0 0 0,1 0 0 0 0,-1 1 0 0 0,1-1-1 0 0,-1 0 1 0 0,0-1 0 0 0,1 1 0 0 0,-1 0 0 0 0,1-1 0 0 0,-1 1 0 0 0,4-2-1 0 0,4-2-69 0 0,0 0-1 0 0,0-1 0 0 0,-1 0 0 0 0,1-1 0 0 0,-1 0 0 0 0,0-1 0 0 0,0 0 0 0 0,-1 0 0 0 0,0-1 1 0 0,-1 0-1 0 0,1 0 0 0 0,-1 0 0 0 0,-1-1 0 0 0,0-1 0 0 0,0 1 0 0 0,6-16 0 0 0,-11 24 73 0 0,-1 1 8 0 0,0 0 0 0 0,0-1 1 0 0,0 1-1 0 0,0 0 0 0 0,0 0 0 0 0,1-1 1 0 0,-1 1-1 0 0,0 0 0 0 0,0 0 0 0 0,0-1 0 0 0,0 1 1 0 0,1 0-1 0 0,-1 0 0 0 0,0 0 0 0 0,0-1 1 0 0,0 1-1 0 0,1 0 0 0 0,-1 0 0 0 0,0 0 1 0 0,0 0-1 0 0,1-1 0 0 0,-1 1 0 0 0,0 0 1 0 0,0 0-1 0 0,1 0 0 0 0,-1 0 0 0 0,0 0 0 0 0,1 0 1 0 0,-1 0-1 0 0,0 0 0 0 0,0 0 0 0 0,1 0 1 0 0,-1 0-1 0 0,0 0 0 0 0,1 0 0 0 0,-1 0 1 0 0,0 0-1 0 0,0 0 0 0 0,1 0 0 0 0,-1 0 0 0 0,0 1 1 0 0,1-1-1 0 0,-1 0 0 0 0,0 0 0 0 0,1 0 1 0 0,20 4-316 0 0,-7 1 103 0 0,-1-1-1 0 0,1 0 1 0 0,0 0-1 0 0,0-1 1 0 0,0-1 0 0 0,1-1-1 0 0,-1 0 1 0 0,0-1-1 0 0,1 0 1 0 0,26-5-1 0 0,-27 4 47 0 0,-1-2 0 0 0,0 0 0 0 0,1-1-1 0 0,-1 0 1 0 0,-1 0 0 0 0,1-2-1 0 0,-1 0 1 0 0,0 0 0 0 0,0-1 0 0 0,0 0-1 0 0,17-16 1 0 0,-21 15 239 0 0,0-1 1 0 0,-1 0-1 0 0,0 0 0 0 0,-1-1 0 0 0,0 0 1 0 0,0 0-1 0 0,-1 0 0 0 0,-1-1 1 0 0,0 0-1 0 0,4-14 0 0 0,-4 11 582 0 0,-1-1 0 0 0,-1 0 0 0 0,0 0 0 0 0,-1-16 0 0 0,-7 72 320 0 0,-2 0-1 0 0,-27 79 1 0 0,3-9-851 0 0,-24 106 65 0 0,-50 222 218 0 0,92-392-349 0 0,11-37-21 0 0,-1 0 1 0 0,1 0-1 0 0,1 1 0 0 0,0-1 0 0 0,-1 13 1 0 0,3-21 45 0 0,2-9-87 0 0,23-116-235 0 0,6 1-1 0 0,6 2 1 0 0,69-156 0 0 0,-92 248 65 0 0,2 0-1 0 0,1 2 1 0 0,1-1 0 0 0,36-38-1 0 0,-51 62 157 0 0,-1 1-1 0 0,0-1 1 0 0,1 1 0 0 0,-1 0-1 0 0,1 0 1 0 0,0 0-1 0 0,-1 0 1 0 0,1 1-1 0 0,0-1 1 0 0,0 1-1 0 0,0-1 1 0 0,6 0-1 0 0,-7 1 11 0 0,-1 1-1 0 0,1 0 1 0 0,-1 0-1 0 0,1 0 1 0 0,0 0-1 0 0,-1 0 1 0 0,1 0-1 0 0,0 1 1 0 0,-1-1-1 0 0,1 0 1 0 0,-1 1-1 0 0,1-1 1 0 0,-1 1-1 0 0,1 0 1 0 0,-1-1-1 0 0,1 1 0 0 0,-1 0 1 0 0,1 0-1 0 0,0 1 1 0 0,1 1 3 0 0,-1-1 0 0 0,0 1 0 0 0,0 0 0 0 0,0 0 0 0 0,-1 0 0 0 0,1 0 0 0 0,-1 0 0 0 0,1 1 0 0 0,-1-1 0 0 0,0 0 0 0 0,0 0 0 0 0,-1 1 0 0 0,1-1 0 0 0,-1 1 0 0 0,0-1 0 0 0,1 1 0 0 0,-1-1 0 0 0,-1 1 0 0 0,1-1 0 0 0,-1 0 1 0 0,1 1-1 0 0,-3 5 0 0 0,0 1 5 0 0,-1 0 1 0 0,-1-1-1 0 0,1 1 1 0 0,-2-1 0 0 0,1 0-1 0 0,-1 0 1 0 0,-1-1 0 0 0,1 0-1 0 0,-1 0 1 0 0,-1-1 0 0 0,0 1-1 0 0,0-2 1 0 0,-16 12-1 0 0,-37 14-2520 0 0,51-30 526 0 0</inkml:trace>
</inkml:ink>
</file>

<file path=ppt/ink/ink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7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7 164 0 0,'0'0'1092'0'0,"4"-7"452"0"0,-2 12 2037 0 0,0 72-1923 0 0,-14 132 1 0 0,8-157-1283 0 0,-6 51 305 0 0,-4-1-1 0 0,-31 116 1 0 0,36-198-576 0 0,7-18-16 0 0,1 0 0 0 0,0 0 1 0 0,0 0-1 0 0,0 1 0 0 0,0-1 0 0 0,0 0 1 0 0,0 1-1 0 0,1-1 0 0 0,-1 1 0 0 0,1-1 1 0 0,-1 1-1 0 0,1 2 0 0 0,-9-32 96 0 0,8 24-175 0 0,-1 0 0 0 0,1-1 0 0 0,-1 1 1 0 0,1-1-1 0 0,1 1 0 0 0,-1-1 0 0 0,0 1 0 0 0,1-1 0 0 0,-1 1 0 0 0,1-4 0 0 0,1 2-2 0 0,0-31 5 0 0,2 0 0 0 0,2 0 0 0 0,17-65 0 0 0,-12 64-77 0 0,2 0 0 0 0,2 1 1 0 0,2 1-1 0 0,1 0 0 0 0,1 1 0 0 0,33-45 0 0 0,-36 59 11 0 0,-13 16 38 0 0,1-1 0 0 0,0 1 0 0 0,0 0 0 0 0,1 0 0 0 0,-1 0 0 0 0,1 0 0 0 0,0 0 0 0 0,0 1 0 0 0,0 0 0 0 0,0 0 0 0 0,1 0 0 0 0,-1 0 0 0 0,1 1 0 0 0,0-1 0 0 0,9-2 0 0 0,-13 5-25 0 0,20 7-65 0 0,-19-4 98 0 0,0 0 0 0 0,0-1 0 0 0,0 1 0 0 0,0 0 0 0 0,-1 0 0 0 0,0 1 0 0 0,1-1 0 0 0,-1 0 0 0 0,0 0 0 0 0,-1 1 0 0 0,1-1 0 0 0,0 1 0 0 0,-1-1 0 0 0,0 0 0 0 0,0 1 0 0 0,0-1 0 0 0,0 1 0 0 0,-1-1 0 0 0,0 5 0 0 0,-1-2 27 0 0,0 1-1 0 0,-1-1 1 0 0,0 0-1 0 0,0 0 1 0 0,0-1-1 0 0,0 1 1 0 0,-1-1 0 0 0,0 1-1 0 0,-8 7 1 0 0,4-4-139 0 0,-1 0 1 0 0,-1-1 0 0 0,0-1-1 0 0,0 1 1 0 0,0-2 0 0 0,-1 1 0 0 0,0-1-1 0 0,0-1 1 0 0,0 0 0 0 0,-18 5-1 0 0,27-10-148 0 0,1 0-1 0 0,0 0 0 0 0,0 0 0 0 0,0 0 0 0 0,0 0 1 0 0,0 0-1 0 0,-1 0 0 0 0,1 0 0 0 0,0-1 1 0 0,0 1-1 0 0,0 0 0 0 0,0-1 0 0 0,0 1 0 0 0,0-1 1 0 0,0 1-1 0 0,0-1 0 0 0,0 0 0 0 0,0 1 0 0 0,0-1 1 0 0,0 0-1 0 0,0 0 0 0 0,1 0 0 0 0,-1 1 1 0 0,-1-3-1 0 0</inkml:trace>
</inkml:ink>
</file>

<file path=ppt/ink/ink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7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0 542 696 0 0,'0'0'4605'0'0,"5"-2"-3891"0"0,5-5-321 0 0,0-1 0 0 0,0 1 0 0 0,0-2 0 0 0,-1 1 0 0 0,0-1 0 0 0,-1 0 0 0 0,11-16 0 0 0,51-85 1205 0 0,-43 66-1066 0 0,-12 17-157 0 0,-1 0 1 0 0,-1-1-1 0 0,-1-1 1 0 0,-2 0-1 0 0,-1 0 0 0 0,-1-1 1 0 0,5-41-1 0 0,-12 68-289 0 0,-1 1 0 0 0,1-1 1 0 0,-1 1-1 0 0,0 0 0 0 0,1-1 0 0 0,-1 1 1 0 0,0-1-1 0 0,0 1 0 0 0,-1-1 0 0 0,1 1 0 0 0,-1-4 1 0 0,0 6-78 0 0,1 0 0 0 0,-1 0 1 0 0,1 0-1 0 0,-1 0 0 0 0,1 0 1 0 0,-1 0-1 0 0,1 0 0 0 0,-1 0 1 0 0,1 0-1 0 0,-1 1 0 0 0,1-1 0 0 0,-1 0 1 0 0,1 0-1 0 0,-1 0 0 0 0,1 1 1 0 0,0-1-1 0 0,-1 0 0 0 0,1 1 1 0 0,-1-1-1 0 0,1 0 0 0 0,0 1 1 0 0,-1-1-1 0 0,1 0 0 0 0,0 1 0 0 0,0-1 1 0 0,-1 1-1 0 0,1-1 0 0 0,0 1 1 0 0,0-1-1 0 0,0 1 0 0 0,-1 0 1 0 0,-29 54-3 0 0,12-6 34 0 0,1 1-1 0 0,3 1 1 0 0,-12 79-1 0 0,22-108-38 0 0,2-1 0 0 0,1 1-1 0 0,0 0 1 0 0,2 0 0 0 0,0-1 0 0 0,2 1-1 0 0,5 25 1 0 0,-7-43-31 0 0,0 0 0 0 0,0-1 0 0 0,0 1 0 0 0,0-1-1 0 0,0 1 1 0 0,1-1 0 0 0,0 1 0 0 0,0-1 0 0 0,0 0 0 0 0,0 0-1 0 0,0 0 1 0 0,0 0 0 0 0,1 0 0 0 0,0-1 0 0 0,-1 1 0 0 0,1-1 0 0 0,0 1-1 0 0,0-1 1 0 0,0 0 0 0 0,5 2 0 0 0,-4-3 10 0 0,0 0 0 0 0,1 0 0 0 0,-1 0 0 0 0,0-1 0 0 0,0 1 0 0 0,1-1 0 0 0,-1 0 0 0 0,0-1 0 0 0,1 1 0 0 0,-1-1 0 0 0,0 0 0 0 0,0 0 0 0 0,0 0 0 0 0,0 0 0 0 0,5-3 0 0 0,3-2-4 0 0,1 0 1 0 0,-1-1-1 0 0,-1-1 1 0 0,1 0-1 0 0,-1 0 1 0 0,-1-1-1 0 0,1 0 1 0 0,-2-1-1 0 0,16-19 1 0 0,-19 21 42 0 0,-1 0 0 0 0,1-1 0 0 0,-1 0 1 0 0,-1 0-1 0 0,0-1 0 0 0,0 1 0 0 0,0-1 0 0 0,3-20 1 0 0,-7 27 59 0 0,0 3-79 0 0,0-1 1 0 0,0 1 0 0 0,0 0 0 0 0,-1-1-1 0 0,1 1 1 0 0,0 0 0 0 0,0-1-1 0 0,0 1 1 0 0,-1 0 0 0 0,1-1 0 0 0,0 1-1 0 0,-1 0 1 0 0,1 0 0 0 0,0-1-1 0 0,0 1 1 0 0,-1 0 0 0 0,1 0 0 0 0,0 0-1 0 0,-1-1 1 0 0,1 1 0 0 0,0 0 0 0 0,-1 0-1 0 0,1 0 1 0 0,-1 0 0 0 0,1 0-1 0 0,0 0 1 0 0,-1 0 0 0 0,1 0 0 0 0,-1 0-1 0 0,1 0 1 0 0,0 0 0 0 0,-1 0-1 0 0,1 0 1 0 0,0 0 0 0 0,-1 0 0 0 0,1 0-1 0 0,-1 1 1 0 0,-5 3 18 0 0,1 2 0 0 0,-1-1 1 0 0,1 1-1 0 0,1-1 0 0 0,-1 1 0 0 0,1 1 0 0 0,0-1 1 0 0,0 1-1 0 0,1-1 0 0 0,0 1 0 0 0,0 0 0 0 0,1 0 0 0 0,-3 12 1 0 0,4-16-119 0 0,0 1 0 0 0,1-1 0 0 0,0 1 1 0 0,0 0-1 0 0,0-1 0 0 0,0 1 0 0 0,0-1 1 0 0,1 1-1 0 0,0-1 0 0 0,-1 1 0 0 0,1-1 1 0 0,1 1-1 0 0,-1-1 0 0 0,0 0 0 0 0,1 1 1 0 0,0-1-1 0 0,0 0 0 0 0,0 0 0 0 0,0 0 1 0 0,0 0-1 0 0,0-1 0 0 0,1 1 0 0 0,-1-1 0 0 0,1 1 1 0 0,0-1-1 0 0,0 0 0 0 0,0 0 0 0 0,0 0 1 0 0,0 0-1 0 0,0-1 0 0 0,7 3 0 0 0,-5-2-839 0 0,1 0-1 0 0,-1-1 1 0 0,1 1-1 0 0,-1-1 0 0 0,1-1 1 0 0,8 1-1 0 0,1-1-2207 0 0</inkml:trace>
</inkml:ink>
</file>

<file path=ppt/ink/ink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8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1 816 0 0,'0'0'7702'0'0,"3"5"-7297"0"0,0 4-185 0 0,-1 1 0 0 0,1-1 0 0 0,-1 1 0 0 0,-1 0 0 0 0,0 0 0 0 0,0 0 0 0 0,-1-1 0 0 0,0 1 0 0 0,-1 0 0 0 0,-2 15-1 0 0,-3 2-1130 0 0,-2 1-1 0 0,-15 40 0 0 0,16-59-3351 0 0</inkml:trace>
</inkml:ink>
</file>

<file path=ppt/ink/ink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48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0 788 0 0,'0'0'3862'0'0,"11"15"-1181"0"0,-13 4-2032 0 0,-1-1-1 0 0,0 1 1 0 0,-1-1-1 0 0,-2 1 0 0 0,-13 33 1 0 0,-28 39-7010 0 0,39-74 3624 0 0</inkml:trace>
</inkml:ink>
</file>

<file path=ppt/ink/ink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1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321 373 608 0 0,'0'0'3686'0'0,"1"-8"-2344"0"0,-2 2 3660 0 0,0 4-4890 0 0,1 1 0 0 0,-1-1 0 0 0,0 0 0 0 0,0 0 0 0 0,0 1 0 0 0,0-1 0 0 0,0 1 0 0 0,0-1 0 0 0,-1 1 0 0 0,1-1 0 0 0,0 1 0 0 0,-1 0 0 0 0,1-1 0 0 0,-1 1 1 0 0,1 0-1 0 0,-1 0 0 0 0,0 0 0 0 0,1 0 0 0 0,-1 1 0 0 0,0-1 0 0 0,0 0 0 0 0,1 1 0 0 0,-1-1 0 0 0,0 1 0 0 0,-2-1 0 0 0,2 1 9 0 0,-6 0-40 0 0,1 1 0 0 0,0-1 1 0 0,0 1-1 0 0,-1 1 0 0 0,-9 3 0 0 0,0 3-44 0 0,0 0 0 0 0,1 2 0 0 0,1 0 0 0 0,0 1 0 0 0,0 1 0 0 0,1 0 0 0 0,1 0 0 0 0,0 2 0 0 0,0 0 0 0 0,1 0 0 0 0,1 1 0 0 0,1 0 0 0 0,-11 20 0 0 0,17-27-29 0 0,1 1 1 0 0,-1-1 0 0 0,1 1 0 0 0,1-1-1 0 0,-1 1 1 0 0,2 0 0 0 0,-1 0 0 0 0,0 16-1 0 0,2-20-7 0 0,0-1 0 0 0,0 0 0 0 0,1 1-1 0 0,-1-1 1 0 0,1 0 0 0 0,0 0-1 0 0,0 0 1 0 0,0 1 0 0 0,1-1 0 0 0,-1 0-1 0 0,1-1 1 0 0,0 1 0 0 0,0 0 0 0 0,1 0-1 0 0,-1-1 1 0 0,1 1 0 0 0,0-1 0 0 0,-1 0-1 0 0,7 5 1 0 0,-7-7 0 0 0,0 0 0 0 0,1 0 0 0 0,-1 0-1 0 0,0 0 1 0 0,1 0 0 0 0,-1 0 0 0 0,1-1 0 0 0,-1 1 0 0 0,1-1 0 0 0,0 1-1 0 0,-1-1 1 0 0,1 0 0 0 0,-1 0 0 0 0,1 0 0 0 0,-1-1 0 0 0,1 1 0 0 0,0-1 0 0 0,-1 1-1 0 0,1-1 1 0 0,-1 0 0 0 0,5-2 0 0 0,1-1-12 0 0,0 0 0 0 0,-1 0 0 0 0,0 0 0 0 0,11-9 0 0 0,-8 5-8 0 0,-1-1-1 0 0,-1 0 1 0 0,1 0 0 0 0,-1-1 0 0 0,-1 0-1 0 0,0 0 1 0 0,7-13 0 0 0,0-5-74 0 0,15-48 1 0 0,-28 74 79 0 0,-1 0-1 0 0,1 0 1 0 0,-1-1 0 0 0,1 1 0 0 0,0 0 0 0 0,0 0 0 0 0,0 0 0 0 0,0 0 0 0 0,1 0 0 0 0,-1 0-1 0 0,0 0 1 0 0,1 1 0 0 0,-1-1 0 0 0,1 0 0 0 0,0 1 0 0 0,0-1 0 0 0,2-1 0 0 0,-2 3-32 0 0,1 3 10 0 0,-1 0 1 0 0,0 0-1 0 0,1 0 1 0 0,0-1-1 0 0,0 1 1 0 0,0 0-1 0 0,0-1 0 0 0,0 0 1 0 0,0 0-1 0 0,0 0 1 0 0,1 0-1 0 0,-1 0 1 0 0,1-1-1 0 0,0 0 0 0 0,-1 1 1 0 0,5 0-1 0 0,61 10-352 0 0,-51-11 347 0 0,0 0 0 0 0,-1-1 0 0 0,1-1 0 0 0,0-1 1 0 0,-1 0-1 0 0,1-1 0 0 0,-1-1 0 0 0,0-1 0 0 0,0 0 0 0 0,0-1 0 0 0,-1-1 0 0 0,0 0 0 0 0,0-2 0 0 0,0 0 0 0 0,-2 0 0 0 0,1-1 0 0 0,-1-1 0 0 0,0-1 0 0 0,-1 0 0 0 0,-1 0 1 0 0,0-2-1 0 0,0 1 0 0 0,-2-1 0 0 0,0-1 0 0 0,0 0 0 0 0,-1 0 0 0 0,-1-1 0 0 0,-1 0 0 0 0,11-32 0 0 0,-13 27 293 0 0,0 0 0 0 0,-2 0-1 0 0,0-1 1 0 0,-2 1 0 0 0,-1-41-1 0 0,-1 21 1103 0 0,1 45-1346 0 0,-1 0 0 0 0,0-1 0 0 0,0 1 0 0 0,0-1 0 0 0,0 1-1 0 0,0 0 1 0 0,-1-1 0 0 0,0 0 0 0 0,-2 4 0 0 0,-9 21 29 0 0,-126 532 304 0 0,107-408-261 0 0,-103 489 186 0 0,128-611-193 0 0,6-28-68 0 0,0 7 25 0 0,1-7 1 0 0,0-9 139 0 0,9-56-290 0 0,2 0-1 0 0,19-63 1 0 0,50-131-679 0 0,-70 226 690 0 0,10-26-223 0 0,1 2 0 0 0,56-100 0 0 0,-64 132 226 0 0,2 0-1 0 0,0 1 1 0 0,2 1 0 0 0,0 0 0 0 0,1 2-1 0 0,2 0 1 0 0,0 0 0 0 0,39-26 0 0 0,-53 41 78 0 0,0 1 1 0 0,0 0 0 0 0,0 0 0 0 0,0 0-1 0 0,1 1 1 0 0,-1 0 0 0 0,1 0 0 0 0,-1 1-1 0 0,1 0 1 0 0,0 0 0 0 0,0 1 0 0 0,-1-1 0 0 0,11 2-1 0 0,-14 0 21 0 0,0-1 1 0 0,0 1-1 0 0,-1 0 0 0 0,1-1 0 0 0,0 1 0 0 0,-1 1 0 0 0,1-1 0 0 0,-1 0 0 0 0,1 1 0 0 0,-1-1 0 0 0,0 1 0 0 0,1 0 0 0 0,-1 0 0 0 0,0 0 0 0 0,0 0 0 0 0,0 0 1 0 0,-1 0-1 0 0,1 0 0 0 0,0 1 0 0 0,-1-1 0 0 0,1 0 0 0 0,-1 1 0 0 0,0 0 0 0 0,0-1 0 0 0,0 1 0 0 0,0 0 0 0 0,-1-1 0 0 0,1 1 0 0 0,-1 0 0 0 0,1 0 1 0 0,-1 0-1 0 0,0 0 0 0 0,0-1 0 0 0,-1 4 0 0 0,0 4 14 0 0,0 0 1 0 0,-1 0 0 0 0,0-1-1 0 0,-1 1 1 0 0,0-1-1 0 0,0 0 1 0 0,-1 0 0 0 0,-1 0-1 0 0,1 0 1 0 0,-1 0-1 0 0,-1-1 1 0 0,0 0 0 0 0,0 0-1 0 0,0-1 1 0 0,-1 0 0 0 0,0 0-1 0 0,-1 0 1 0 0,-13 10-1 0 0,9-9 9 0 0,0 1 0 0 0,-1-2 0 0 0,1 1 0 0 0,-1-2-1 0 0,-1 1 1 0 0,1-2 0 0 0,-1 0 0 0 0,0-1 0 0 0,0 0-1 0 0,-1-1 1 0 0,1-1 0 0 0,-17 2 0 0 0,28-4-164 0 0,-1 0 1 0 0,1-1-1 0 0,0 1 1 0 0,0 0-1 0 0,0-1 1 0 0,0 0-1 0 0,0 0 0 0 0,0 0 1 0 0,0 0-1 0 0,0 0 1 0 0,0-1-1 0 0,0 1 1 0 0,-3-3-1 0 0,4 3-210 0 0,1-1 0 0 0,0 1 0 0 0,0 0 0 0 0,0 0-1 0 0,-1-1 1 0 0,1 1 0 0 0,0-1 0 0 0,1 1 0 0 0,-1-1 0 0 0,0 1-1 0 0,0-1 1 0 0,1 0 0 0 0,-1 1 0 0 0,1-1 0 0 0,-1-2 0 0 0</inkml:trace>
</inkml:ink>
</file>

<file path=ppt/ink/ink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1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0 604 0 0,'0'0'3028'0'0,"0"5"-2201"0"0,-1 25-14 0 0,-2 0 0 0 0,-1-1 0 0 0,-11 39 1 0 0,-1 16-21 0 0,-8 71 510 0 0,-7-1 0 0 0,-70 210-1 0 0,100-363-1295 0 0,-11 37 276 0 0,-3 0 0 0 0,0-2-1 0 0,-24 39 1 0 0,39-75-267 0 0,0 1-1 0 0,0-1 1 0 0,0 0-1 0 0,0 0 1 0 0,0 0-1 0 0,0 1 1 0 0,0-1-1 0 0,0 0 1 0 0,0 0-1 0 0,-1 0 1 0 0,1 0-1 0 0,0 0 1 0 0,0 1-1 0 0,0-1 1 0 0,0 0-1 0 0,0 0 1 0 0,0 0 0 0 0,-1 0-1 0 0,1 0 1 0 0,0 0-1 0 0,0 1 1 0 0,0-1-1 0 0,0 0 1 0 0,-1 0-1 0 0,1 0 1 0 0,0 0-1 0 0,0 0 1 0 0,0 0-1 0 0,0 0 1 0 0,-1 0-1 0 0,1 0 1 0 0,0 0-1 0 0,0 0 1 0 0,0 0-1 0 0,-1 0 1 0 0,1 0-1 0 0,0 0 1 0 0,0 0-1 0 0,0 0 1 0 0,0 0-1 0 0,-1 0 1 0 0,1 0-1 0 0,0 0 1 0 0,0-1-1 0 0,0 1 1 0 0,0 0-1 0 0,-1 0 1 0 0,1 0-1 0 0,0 0 1 0 0,0 0 0 0 0,0-1-1 0 0,-6-13 143 0 0,3-20-160 0 0,6 0-35 0 0,1 1 0 0 0,2-1 0 0 0,1 1 0 0 0,2 0-1 0 0,25-61 1 0 0,87-147-486 0 0,-109 220 459 0 0,1 1 0 0 0,1 0 0 0 0,29-32 1 0 0,-35 44 26 0 0,0 0 0 0 0,0 1 0 0 0,1 0-1 0 0,0 0 1 0 0,0 1 0 0 0,1 0 0 0 0,0 1 0 0 0,0 0 0 0 0,0 0 0 0 0,13-3 0 0 0,-20 8 29 0 0,-1-1-1 0 0,1 1 1 0 0,-1 0-1 0 0,1 0 1 0 0,-1 1 0 0 0,1-1-1 0 0,-1 1 1 0 0,1-1-1 0 0,-1 1 1 0 0,1 0-1 0 0,-1 0 1 0 0,1 0 0 0 0,-1 0-1 0 0,0 0 1 0 0,0 0-1 0 0,0 1 1 0 0,1-1-1 0 0,-1 1 1 0 0,-1-1 0 0 0,1 1-1 0 0,0 0 1 0 0,0 0-1 0 0,-1 0 1 0 0,3 3 0 0 0,-4-4 6 0 0,1 1 0 0 0,-1-1 0 0 0,0 1 0 0 0,0 0 0 0 0,0-1 0 0 0,0 1 0 0 0,0-1 0 0 0,0 1 0 0 0,-1 0 1 0 0,1-1-1 0 0,0 1 0 0 0,-1-1 0 0 0,1 1 0 0 0,-1-1 0 0 0,0 1 0 0 0,1-1 0 0 0,-1 0 0 0 0,0 1 0 0 0,0-1 1 0 0,-2 2-1 0 0,-20 26-13 0 0,14-21-54 0 0,-1 0 1 0 0,0-1-1 0 0,-1 0 1 0 0,-22 10-1 0 0,4-2-1247 0 0,27-14 977 0 0,1-1 0 0 0,-1 1 0 0 0,0-1 0 0 0,1 0 0 0 0,-1 1 0 0 0,0-1 0 0 0,0 0 0 0 0,1 0 0 0 0,-1 0 0 0 0,0 0 1 0 0,1 0-1 0 0,-1-1 0 0 0,-2 1 0 0 0,2-1-914 0 0</inkml:trace>
</inkml:ink>
</file>

<file path=ppt/ink/ink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3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0 329 660 0 0,'0'0'2950'0'0,"4"-3"-2147"0"0,176-120 3375 0 0,-151 102-3692 0 0,-16 12-217 0 0,-7 5-118 0 0,1 0 0 0 0,-1-1 0 0 0,-1 1 0 0 0,1-1-1 0 0,0 0 1 0 0,-1-1 0 0 0,0 1 0 0 0,-1-1 0 0 0,6-9-1 0 0,-9 14 87 0 0,-2 0-217 0 0,0 0 0 0 0,0 0-1 0 0,-1 0 1 0 0,1 0 0 0 0,0 1 0 0 0,-1-1 0 0 0,1 0 0 0 0,-1 1-1 0 0,1-1 1 0 0,-1 1 0 0 0,1 0 0 0 0,-1-1 0 0 0,1 1 0 0 0,-3 0-1 0 0,-13 4 45 0 0,0 1 0 0 0,0 1-1 0 0,1 1 1 0 0,0 0 0 0 0,0 1-1 0 0,1 1 1 0 0,-23 17 0 0 0,32-22-48 0 0,1 0 1 0 0,-1 0-1 0 0,1 0 1 0 0,1 1-1 0 0,-1-1 0 0 0,0 1 1 0 0,1 0-1 0 0,0 1 1 0 0,0-1-1 0 0,1 1 1 0 0,0 0-1 0 0,0 0 1 0 0,0 0-1 0 0,0 0 0 0 0,1 0 1 0 0,0 1-1 0 0,0-1 1 0 0,1 1-1 0 0,0-1 1 0 0,0 1-1 0 0,1 0 1 0 0,-1-1-1 0 0,2 13 0 0 0,0-14-7 0 0,0 0-1 0 0,1-1 1 0 0,-1 0-1 0 0,1 1 1 0 0,0-1-1 0 0,0 0 1 0 0,0 0-1 0 0,1 0 1 0 0,-1 0-1 0 0,1 0 1 0 0,0-1-1 0 0,0 1 1 0 0,0-1-1 0 0,1 0 1 0 0,-1 0-1 0 0,5 3 1 0 0,-1-2-8 0 0,0 0 1 0 0,1 0-1 0 0,-1-1 1 0 0,1 0 0 0 0,-1 0-1 0 0,1-1 1 0 0,0 0 0 0 0,13 2-1 0 0,2-2-111 0 0,0-1 1 0 0,0-1-1 0 0,0-2 0 0 0,0 0 0 0 0,38-8 0 0 0,-23 0-185 0 0,0-1-1 0 0,-1-2 1 0 0,0-1-1 0 0,-1-2 1 0 0,45-28-1 0 0,-32 13 74 0 0,0-3 1 0 0,83-76-1 0 0,-128 105 353 0 0,0 0 0 0 0,0 0 0 0 0,0-1 0 0 0,0 1 0 0 0,-1-1 0 0 0,0 0 0 0 0,0 1 0 0 0,0-2-1 0 0,-1 1 1 0 0,3-9 0 0 0,-5 13 321 0 0,-17-24 460 0 0,13 25-871 0 0,-1 0 0 0 0,1 1 1 0 0,0 0-1 0 0,-1 0 0 0 0,1 0 1 0 0,-1 1-1 0 0,1-1 0 0 0,-1 1 1 0 0,1 0-1 0 0,0 0 0 0 0,-1 1 0 0 0,1-1 1 0 0,0 1-1 0 0,0 0 0 0 0,0 0 1 0 0,0 1-1 0 0,1-1 0 0 0,-5 4 1 0 0,-5 3 38 0 0,1 1 0 0 0,0 1 0 0 0,-19 22 0 0 0,24-25-53 0 0,2 0 0 0 0,-1 1 0 0 0,1 0 0 0 0,0 0-1 0 0,-5 17 1 0 0,1-5 13 0 0,8-20-55 0 0,0 0 0 0 0,1 0 1 0 0,-1 0-1 0 0,1 1 0 0 0,-1-1 0 0 0,1 0 0 0 0,-1 0 1 0 0,1 0-1 0 0,0 0 0 0 0,-1 0 0 0 0,1 1 1 0 0,0-1-1 0 0,0 0 0 0 0,0 0 0 0 0,0 0 0 0 0,0 1 1 0 0,0-1-1 0 0,1 0 0 0 0,-1 0 0 0 0,0 0 0 0 0,0 1 1 0 0,1-1-1 0 0,-1 0 0 0 0,1 0 0 0 0,-1 0 1 0 0,1 0-1 0 0,0 0 0 0 0,-1 0 0 0 0,1 0 0 0 0,0 0 1 0 0,0 0-1 0 0,-1 0 0 0 0,1 0 0 0 0,0-1 1 0 0,0 1-1 0 0,0 0 0 0 0,2 1 0 0 0,0-1-38 0 0,0 0 0 0 0,-1-1 1 0 0,1 1-1 0 0,0-1 0 0 0,0 1 0 0 0,0-1 0 0 0,-1 0 0 0 0,1 0 0 0 0,0 0 0 0 0,0 0 1 0 0,0 0-1 0 0,0-1 0 0 0,0 1 0 0 0,2-2 0 0 0,29-11-608 0 0,41-21 1 0 0,-42 18 368 0 0,-31 15 323 0 0,-1 1-13 0 0,-1-1 0 0 0,0 1 0 0 0,1-1 0 0 0,-1 1 0 0 0,0-1-1 0 0,1 1 1 0 0,-1-1 0 0 0,1 1 0 0 0,-1-1 0 0 0,1 1 0 0 0,-1 0 0 0 0,1-1 0 0 0,0 1 0 0 0,-1 0 0 0 0,1 0 0 0 0,-1-1 0 0 0,1 1-1 0 0,0 0 1 0 0,-1 0 0 0 0,1 0 0 0 0,-1 0 0 0 0,1 0 0 0 0,0 0 0 0 0,-1 0 0 0 0,1 0 0 0 0,0 0 0 0 0,-1 0 0 0 0,1 0 0 0 0,0 0-1 0 0,0 1 1 0 0,-1 0-18 0 0,1 7 12 0 0,1-1-1 0 0,-1 0 0 0 0,1 1 1 0 0,0-1-1 0 0,1 0 0 0 0,4 11 1 0 0,-6-17-18 0 0,1 1 1 0 0,-1 0-1 0 0,0 0 1 0 0,1 0-1 0 0,-1-1 1 0 0,1 1 0 0 0,-1-1-1 0 0,1 1 1 0 0,0-1-1 0 0,-1 0 1 0 0,1 0-1 0 0,0 1 1 0 0,0-1-1 0 0,0-1 1 0 0,0 1 0 0 0,0 0-1 0 0,0 0 1 0 0,0-1-1 0 0,0 1 1 0 0,0-1-1 0 0,3 1 1 0 0,0-1-4 0 0,0 0 0 0 0,-1-1 1 0 0,1 1-1 0 0,0-1 0 0 0,0 0 0 0 0,-1 0 0 0 0,1-1 1 0 0,-1 0-1 0 0,6-2 0 0 0,6-4-26 0 0,-1-1-1 0 0,0 0 0 0 0,-1-1 1 0 0,15-14-1 0 0,3-4 30 0 0,-1-1 0 0 0,38-45 0 0 0,-39 46 674 0 0,-29 27-508 0 0,-1 6-146 0 0,-1 16 6 0 0,0-4-11 0 0,1-1 0 0 0,0 0 1 0 0,4 20-1 0 0,-4-34-34 0 0,11 41-1133 0 0,-13-39 1153 0 0,-1 0 0 0 0,1 1-1 0 0,0-1 1 0 0,1 1-1 0 0,-1-1 1 0 0,1 1 0 0 0,0 0-1 0 0,-1 9 1 0 0,1-1 2 0 0,0-12 0 0 0,1 2 4 0 0,0-1 0 0 0,0 1 0 0 0,0-1 0 0 0,1 0 0 0 0,-1 1 0 0 0,0-1 0 0 0,1 0 0 0 0,0 1 0 0 0,-1-1 1 0 0,1 0-1 0 0,0 1 0 0 0,0-1 0 0 0,2 3 0 0 0,1-2 4 0 0,0-1 1 0 0,-1 1 0 0 0,1-1-1 0 0,0 0 1 0 0,0 0-1 0 0,0 0 1 0 0,1-1-1 0 0,-1 1 1 0 0,0-1-1 0 0,1 0 1 0 0,-1 0-1 0 0,1-1 1 0 0,-1 1-1 0 0,1-1 1 0 0,-1 0-1 0 0,1 0 1 0 0,-1-1-1 0 0,1 1 1 0 0,-1-1-1 0 0,1 0 1 0 0,-1 0 0 0 0,0 0-1 0 0,8-4 1 0 0,7-3-41 0 0,-1-1 0 0 0,-1 0 0 0 0,1-1 0 0 0,15-13 1 0 0,-24 15 114 0 0,0 0 0 0 0,-1 0 1 0 0,0-1-1 0 0,0 0 0 0 0,-1 0 1 0 0,0 0-1 0 0,-1-1 1 0 0,0 0-1 0 0,0-1 0 0 0,4-12 1 0 0,-9 19 7 0 0,0 1 1 0 0,0 0 0 0 0,0-1 0 0 0,0 1-1 0 0,0-1 1 0 0,-1 1 0 0 0,0-1-1 0 0,1 1 1 0 0,-1-1 0 0 0,-1 1-1 0 0,1-1 1 0 0,0 1 0 0 0,-1-1 0 0 0,0 1-1 0 0,0-1 1 0 0,0 1 0 0 0,0 0-1 0 0,-1-1 1 0 0,1 1 0 0 0,-4-5-1 0 0,1 2 60 0 0,0 1 0 0 0,0 0-1 0 0,0 0 1 0 0,-1 1-1 0 0,0-1 1 0 0,0 1-1 0 0,0 0 1 0 0,0 0-1 0 0,-10-5 1 0 0,13 9-49 0 0,1 0-84 0 0,0 0 1 0 0,0 0 0 0 0,0 0-1 0 0,0 0 1 0 0,0 0 0 0 0,0 0-1 0 0,-1 1 1 0 0,1-1 0 0 0,0 1-1 0 0,0-1 1 0 0,1 0 0 0 0,-1 1-1 0 0,0 0 1 0 0,0-1 0 0 0,0 1-1 0 0,0-1 1 0 0,0 1 0 0 0,1 0-1 0 0,-1 0 1 0 0,0 0 0 0 0,0-1-1 0 0,1 1 1 0 0,-2 2 0 0 0,2 3-4 0 0,-1 0 0 0 0,1 0 0 0 0,0 0 0 0 0,1 0 0 0 0,0-1 0 0 0,0 1 0 0 0,0 0 1 0 0,0 0-1 0 0,1 0 0 0 0,4 9 0 0 0,34 63 99 0 0,-14-29-42 0 0,-22-41-45 0 0,0 1 0 0 0,0 1 1 0 0,-1-1-1 0 0,-1 0 0 0 0,1 1 0 0 0,-1-1 0 0 0,0 16 0 0 0,-1-22-69 0 0,-2-1 0 0 0,1 0 0 0 0,0 1 0 0 0,0-1 0 0 0,-1 1 0 0 0,1-1 0 0 0,-1 1 0 0 0,0-1 0 0 0,0 0 0 0 0,0 1 0 0 0,0-1 0 0 0,0 0 0 0 0,0 0 1 0 0,-1 0-1 0 0,1 0 0 0 0,-1 0 0 0 0,1 0 0 0 0,-1 0 0 0 0,0 0 0 0 0,0-1 0 0 0,0 1 0 0 0,0-1 0 0 0,0 1 0 0 0,0-1 0 0 0,0 0 0 0 0,0 0 0 0 0,-1 0 0 0 0,1 0 0 0 0,0 0 0 0 0,-1 0 0 0 0,1-1 0 0 0,0 1 0 0 0,-1-1 0 0 0,1 1 0 0 0,-4-1 0 0 0,-3 1-1278 0 0,-1-1 1 0 0,1 0-1 0 0,-1 0 1 0 0,1-1-1 0 0,-18-3 1 0 0,2-3-2077 0 0</inkml:trace>
</inkml:ink>
</file>

<file path=ppt/ink/ink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5.8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0 1024 0 0,'-11'13'7455'0'0,"7"-7"-7089"0"0,-64 129 3378 0 0,31-72-4511 0 0,36-62 130 0 0</inkml:trace>
</inkml:ink>
</file>

<file path=ppt/ink/ink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6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72 0 0,'1'-8'1132'0'0,"0"0"-1"0"0,1 1 1 0 0,0-1 0 0 0,0 0 0 0 0,1 1-1 0 0,4-11 1 0 0,-6 17-454 0 0,3-6 450 0 0,-4 6-1179 0 0,0 1 1 0 0,0-1-1 0 0,0 0 0 0 0,0 1 0 0 0,0-1 1 0 0,1 0-1 0 0,-1 1 0 0 0,0-1 1 0 0,0 1-1 0 0,1-1 0 0 0,-1 1 0 0 0,1-1 1 0 0,-1 1-1 0 0,0-1 0 0 0,1 1 0 0 0,-1-1 1 0 0,1 1-1 0 0,-1-1 0 0 0,1 1 1 0 0,-1-1-1 0 0,1 1 0 0 0,0-1 0 0 0,25 16-4677 0 0</inkml:trace>
</inkml:ink>
</file>

<file path=ppt/ink/ink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6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0 484 0 0,'0'78'5269'0'0,"0"-76"-4526"0"0,0-2-699 0 0,0 0 1 0 0,0 0 0 0 0,-1 0-1 0 0,1 0 1 0 0,0 1-1 0 0,0-1 1 0 0,0 0-1 0 0,0 0 1 0 0,0 0-1 0 0,0 1 1 0 0,0-1-1 0 0,0 0 1 0 0,0 0 0 0 0,0 0-1 0 0,0 1 1 0 0,0-1-1 0 0,0 0 1 0 0,0 0-1 0 0,0 0 1 0 0,0 1-1 0 0,0-1 1 0 0,0 0-1 0 0,0 0 1 0 0,0 0 0 0 0,0 1-1 0 0,0-1 1 0 0,0 0-1 0 0,0 0 1 0 0,0 0-1 0 0,0 1 1 0 0,1-1-1 0 0,-1 0 1 0 0,0 0 0 0 0,0 0-1 0 0,0 0 1 0 0,0 1-1 0 0,0-1 1 0 0,1 0-1 0 0,-1 0 1 0 0,0 0-1 0 0,0 0 1 0 0,0 0-1 0 0,1 0 1 0 0,-1 0 0 0 0,0 1-1 0 0,0-1 1 0 0,0 0-1 0 0,1 0 1 0 0,-1 0-1 0 0,0 0 1 0 0,0 0-1 0 0,0 0 1 0 0,1 0-1 0 0,-1 0 1 0 0,0 0 0 0 0,0 0-1 0 0,1 0 1 0 0,-1-1-1 0 0,92-65 1776 0 0,-91 66-1803 0 0,1-1 0 0 0,-1 1 0 0 0,0-1 0 0 0,1 1 0 0 0,-1-1 1 0 0,1 1-1 0 0,-1 0 0 0 0,1 0 0 0 0,-1 0 0 0 0,1 0 0 0 0,-1 0 1 0 0,1 0-1 0 0,-1 0 0 0 0,1 0 0 0 0,-1 0 0 0 0,1 1 0 0 0,-1-1 1 0 0,0 1-1 0 0,1-1 0 0 0,-1 1 0 0 0,0 0 0 0 0,1-1 0 0 0,-1 1 1 0 0,0 0-1 0 0,0 0 0 0 0,1 0 0 0 0,-1 0 0 0 0,0 0 0 0 0,0 0 1 0 0,0 0-1 0 0,1 2 0 0 0,30 48-657 0 0,-20-30-749 0 0,2 3-3278 0 0,-6-16 1966 0 0</inkml:trace>
</inkml:ink>
</file>

<file path=ppt/ink/ink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6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9 1360 0 0,'-6'-8'6142'0'0,"6"8"-6087"0"0,0 0 1 0 0,0 0-1 0 0,0 0 0 0 0,0 0 0 0 0,0 1 0 0 0,0-1 1 0 0,0 0-1 0 0,0 0 0 0 0,0 0 0 0 0,0 0 0 0 0,-1 0 1 0 0,1 0-1 0 0,0 1 0 0 0,0-1 0 0 0,0 0 0 0 0,0 0 0 0 0,0 0 1 0 0,0 0-1 0 0,0 0 0 0 0,0 0 0 0 0,-1 0 0 0 0,1 0 1 0 0,0 0-1 0 0,0 1 0 0 0,0-1 0 0 0,0 0 0 0 0,0 0 1 0 0,0 0-1 0 0,-1 0 0 0 0,1 0 0 0 0,0 0 0 0 0,0 0 1 0 0,0 0-1 0 0,0 0 0 0 0,0 0 0 0 0,-1 0 0 0 0,1 0 1 0 0,0 0-1 0 0,0 0 0 0 0,0 0 0 0 0,0 0 0 0 0,0 0 1 0 0,-1 0-1 0 0,1 0 0 0 0,0 0 0 0 0,0-1 0 0 0,0 1 1 0 0,0 0-1 0 0,0 0 0 0 0,0 0 0 0 0,0 0 0 0 0,-1 0 1 0 0,1 0-1 0 0,0 0 0 0 0,0 0 0 0 0,0 0 0 0 0,0-1 0 0 0,0 1 1 0 0,0 0-1 0 0,0 0 0 0 0,0 0 0 0 0,0 0 0 0 0,0 0 1 0 0,0 0-1 0 0,-1-1 0 0 0,-6 55 863 0 0,-2 0 0 0 0,-28 84 0 0 0,-21 31-897 0 0,55-146-2270 0 0,8-13-4186 0 0</inkml:trace>
</inkml:ink>
</file>

<file path=ppt/ink/ink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7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0 436 0 0,'0'0'6988'0'0,"-6"3"-6585"0"0,-2 3-232 0 0,0 0 0 0 0,1 0-1 0 0,-1 0 1 0 0,1 1 0 0 0,1 0 0 0 0,-1 1 0 0 0,1-1 0 0 0,1 1 0 0 0,-1 0 0 0 0,-6 14 0 0 0,-4 10 400 0 0,-22 59 1 0 0,32-74-476 0 0,1 0-1 0 0,1 0 1 0 0,0 0 0 0 0,1 1 0 0 0,1 0 0 0 0,0 24 0 0 0,2-36-80 0 0,0-1 1 0 0,1 0 0 0 0,-1 1-1 0 0,1-1 1 0 0,0 0 0 0 0,0 0-1 0 0,0 0 1 0 0,1 0 0 0 0,0 0-1 0 0,0 0 1 0 0,0 0 0 0 0,0 0 0 0 0,1-1-1 0 0,0 1 1 0 0,0-1 0 0 0,0 0-1 0 0,1 0 1 0 0,-1 0 0 0 0,1 0-1 0 0,0-1 1 0 0,0 1 0 0 0,0-1-1 0 0,0 0 1 0 0,1 0 0 0 0,7 3-1 0 0,-7-4 5 0 0,-1-1-1 0 0,1-1 0 0 0,0 1 0 0 0,-1-1 0 0 0,1 0 0 0 0,-1 0 0 0 0,1 0 1 0 0,0-1-1 0 0,-1 1 0 0 0,1-1 0 0 0,-1 0 0 0 0,1-1 0 0 0,-1 1 1 0 0,0-1-1 0 0,0 0 0 0 0,1 0 0 0 0,-1 0 0 0 0,0 0 0 0 0,-1-1 0 0 0,1 0 1 0 0,0 1-1 0 0,-1-1 0 0 0,6-6 0 0 0,0 0 66 0 0,0-1 1 0 0,0 0-1 0 0,-1 0 1 0 0,0 0-1 0 0,-1-1 0 0 0,0 0 1 0 0,6-14-1 0 0,-5 4 150 0 0,0 0 0 0 0,-1-1 0 0 0,5-27-1 0 0,-10 40-84 0 0,-1 0 0 0 0,0-1-1 0 0,-1 1 1 0 0,0 0-1 0 0,0-1 1 0 0,-1 1-1 0 0,0 0 1 0 0,0 0 0 0 0,-1-1-1 0 0,-5-14 1 0 0,2 14 19 0 0,-1-1 1 0 0,0 1 0 0 0,-1 0 0 0 0,0 1-1 0 0,0 0 1 0 0,-10-9 0 0 0,-15-9-239 0 0,31 26-230 0 0,-25 22-3668 0 0,20 3-2843 0 0,5-14 3554 0 0</inkml:trace>
</inkml:ink>
</file>

<file path=ppt/ink/ink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7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0 1120 0 0,'1'1'249'0'0,"0"-1"1"0"0,0 0-1 0 0,0 1 1 0 0,0 0-1 0 0,0-1 0 0 0,0 1 1 0 0,0-1-1 0 0,0 1 0 0 0,-1 0 1 0 0,1 0-1 0 0,0-1 1 0 0,-1 1-1 0 0,1 0 0 0 0,0 0 1 0 0,-1 0-1 0 0,1 0 0 0 0,-1 0 1 0 0,0 0-1 0 0,1 0 1 0 0,-1 0-1 0 0,0 0 0 0 0,1 0 1 0 0,-1 1-1 0 0,-5 29 2174 0 0,-30 35-1636 0 0,26-50 80 0 0,-9 15-521 0 0,-2-1 0 0 0,-27 32 0 0 0,12-24-2421 0 0,0-6-3401 0 0</inkml:trace>
</inkml:ink>
</file>

<file path=ppt/ink/ink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7.9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4 172 0 0,'-15'-3'3330'0'0,"4"9"-2871"0"0,1 1 1 0 0,-1 0-1 0 0,1 0 1 0 0,0 1-1 0 0,1 0 0 0 0,0 1 1 0 0,0 0-1 0 0,1 1 1 0 0,0-1-1 0 0,-11 19 1 0 0,7-8-178 0 0,1 0 0 0 0,1 0 0 0 0,0 1 1 0 0,2 0-1 0 0,-7 25 0 0 0,13-41-242 0 0,1 0 0 0 0,0 1 0 0 0,0-1 1 0 0,0 1-1 0 0,1-1 0 0 0,0 1 0 0 0,0-1 0 0 0,0 1 0 0 0,1-1 1 0 0,-1 1-1 0 0,1-1 0 0 0,1 1 0 0 0,-1-1 0 0 0,1 0 0 0 0,0 1 1 0 0,0-1-1 0 0,1 0 0 0 0,-1 0 0 0 0,1-1 0 0 0,0 1 0 0 0,0-1 1 0 0,6 6-1 0 0,-6-7-21 0 0,1 0 0 0 0,0 0 1 0 0,0 0-1 0 0,0 0 0 0 0,1-1 1 0 0,-1 0-1 0 0,1 0 0 0 0,-1 0 1 0 0,1 0-1 0 0,0-1 0 0 0,-1 0 1 0 0,1 0-1 0 0,0 0 0 0 0,0 0 1 0 0,0-1-1 0 0,0 0 0 0 0,0 0 0 0 0,0 0 1 0 0,0-1-1 0 0,0 1 0 0 0,0-1 1 0 0,-1 0-1 0 0,1-1 0 0 0,8-3 1 0 0,-5 1 20 0 0,0 0 0 0 0,0-1 0 0 0,0 0 1 0 0,0-1-1 0 0,-1 1 0 0 0,0-2 0 0 0,0 1 0 0 0,0-1 1 0 0,-1 0-1 0 0,0 0 0 0 0,0 0 0 0 0,-1-1 0 0 0,0 0 1 0 0,5-11-1 0 0,-5 9 49 0 0,-1 1 0 0 0,0-1 0 0 0,0 0 0 0 0,-1 0 0 0 0,0 0 0 0 0,-1-1 1 0 0,0 1-1 0 0,0-1 0 0 0,-1 1 0 0 0,-1-1 0 0 0,0 1 0 0 0,-1-16 0 0 0,-1 21-63 0 0,1-1-1 0 0,0 1 0 0 0,-1-1 1 0 0,0 1-1 0 0,0 0 0 0 0,-1-1 1 0 0,1 1-1 0 0,-1 0 0 0 0,0 1 1 0 0,-1-1-1 0 0,1 0 1 0 0,-1 1-1 0 0,0 0 0 0 0,0 0 1 0 0,0 0-1 0 0,0 0 0 0 0,-1 1 1 0 0,0 0-1 0 0,0 0 0 0 0,0 0 1 0 0,0 0-1 0 0,0 1 1 0 0,0 0-1 0 0,-6-2 0 0 0,8 3-342 0 0,-3 6-430 0 0,-11 8-1020 0 0,15 8-4331 0 0</inkml:trace>
</inkml:ink>
</file>

<file path=ppt/ink/ink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8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34 308 0 0,'0'0'2246'0'0,"-3"-3"-1257"0"0,-9-6-62 0 0,8 7-63 0 0,-13-1 1309 0 0,12 4-1995 0 0,1 1 0 0 0,-1 0 1 0 0,1 0-1 0 0,0 0 0 0 0,-1 1 1 0 0,1 0-1 0 0,0 0 1 0 0,1 0-1 0 0,-1 0 0 0 0,0 0 1 0 0,1 1-1 0 0,0 0 0 0 0,0 0 1 0 0,0 0-1 0 0,0 0 0 0 0,-3 5 1 0 0,2-1-37 0 0,0 1-1 0 0,0-1 1 0 0,1 1 0 0 0,-1-1-1 0 0,2 1 1 0 0,-1 0 0 0 0,2 0 0 0 0,-2 12-1 0 0,2-16-119 0 0,1 1 0 0 0,1 0 0 0 0,-1-1-1 0 0,1 1 1 0 0,0-1 0 0 0,0 1 0 0 0,1-1 0 0 0,-1 0-1 0 0,1 0 1 0 0,0 1 0 0 0,5 6 0 0 0,-6-10-14 0 0,0 0 0 0 0,0 0 0 0 0,0-1 1 0 0,1 1-1 0 0,-1-1 0 0 0,1 1 0 0 0,-1-1 1 0 0,1 1-1 0 0,-1-1 0 0 0,1 0 1 0 0,0 0-1 0 0,0 0 0 0 0,0 0 0 0 0,-1 0 1 0 0,1 0-1 0 0,0 0 0 0 0,0-1 0 0 0,0 1 1 0 0,0 0-1 0 0,0-1 0 0 0,0 0 1 0 0,1 0-1 0 0,-1 0 0 0 0,0 1 0 0 0,0-2 1 0 0,0 1-1 0 0,0 0 0 0 0,0 0 0 0 0,0-1 1 0 0,0 1-1 0 0,0-1 0 0 0,3-1 0 0 0,1-1 81 0 0,0 0 0 0 0,-1 0-1 0 0,1-1 1 0 0,-1 0 0 0 0,0 0-1 0 0,1 0 1 0 0,-2-1 0 0 0,1 0-1 0 0,-1 0 1 0 0,1 0-1 0 0,-1-1 1 0 0,-1 1 0 0 0,1-1-1 0 0,-1 0 1 0 0,0 0 0 0 0,0 0-1 0 0,-1 0 1 0 0,3-12-1 0 0,-2 11-31 0 0,-2 0-1 0 0,1 0 0 0 0,-1 0 0 0 0,0-1 0 0 0,0 1 0 0 0,-1 0 0 0 0,0-1 0 0 0,0 1 0 0 0,-1 0 0 0 0,0-1 0 0 0,0 1 1 0 0,-1 0-1 0 0,0 0 0 0 0,0 0 0 0 0,-1 0 0 0 0,-5-11 0 0 0,-7 0-769 0 0</inkml:trace>
</inkml:ink>
</file>

<file path=ppt/ink/ink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6:58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18 868 0 0,'0'-1'184'0'0,"0"1"0"0"0,0-1 0 0 0,0 1 1 0 0,0-1-1 0 0,0 0 0 0 0,0 1 0 0 0,0-1 0 0 0,0 1 0 0 0,0-1 0 0 0,0 1 0 0 0,0-1 0 0 0,0 0 1 0 0,0 1-1 0 0,0-1 0 0 0,0 1 0 0 0,-1-1 0 0 0,1 1 0 0 0,0-1 0 0 0,0 1 0 0 0,-1-1 1 0 0,1 1-1 0 0,0-1 0 0 0,-1 1 0 0 0,1-1 0 0 0,-1 1 0 0 0,1-1 0 0 0,-1 1 0 0 0,1 0 0 0 0,0-1 1 0 0,-1 1-1 0 0,1 0 0 0 0,-1-1 0 0 0,0 1 0 0 0,1 0 0 0 0,-1-1 0 0 0,-19 12 1818 0 0,-16 32-1156 0 0,31-35-746 0 0,1-1 0 0 0,0 1 1 0 0,1 0-1 0 0,0 1 0 0 0,0-1 1 0 0,1 1-1 0 0,0-1 0 0 0,1 1 1 0 0,-1 0-1 0 0,2-1 0 0 0,-1 1 1 0 0,1 0-1 0 0,1 0 0 0 0,1 10 1 0 0,-1-15-110 0 0,0 0 0 0 0,0 0-1 0 0,0 0 1 0 0,1 0 0 0 0,-1 0 0 0 0,1 0 0 0 0,0 0 0 0 0,0-1 0 0 0,1 1 0 0 0,-1-1 0 0 0,1 1 0 0 0,0-1 0 0 0,0 0 0 0 0,0 0 0 0 0,0 0 0 0 0,0 0 0 0 0,1-1 0 0 0,-1 0-1 0 0,1 1 1 0 0,0-1 0 0 0,-1 0 0 0 0,1-1 0 0 0,0 1 0 0 0,0-1 0 0 0,1 1 0 0 0,-1-1 0 0 0,0 0 0 0 0,0-1 0 0 0,0 1 0 0 0,6-1 0 0 0,-6 0 47 0 0,0 0 0 0 0,0 0 0 0 0,0 0 0 0 0,0-1-1 0 0,-1 1 1 0 0,1-1 0 0 0,0 0 0 0 0,0 0 0 0 0,0 0 0 0 0,-1-1 0 0 0,1 1 0 0 0,-1-1 0 0 0,1 0 0 0 0,-1 0 0 0 0,0 0 0 0 0,0-1 0 0 0,0 1 0 0 0,0-1 0 0 0,0 0 0 0 0,4-4 0 0 0,-3 1 110 0 0,0 0 1 0 0,0 0-1 0 0,-1 0 1 0 0,0 0-1 0 0,0-1 1 0 0,0 1-1 0 0,-1-1 1 0 0,0 0-1 0 0,0 0 1 0 0,-1 0-1 0 0,1-8 1 0 0,-1 8-155 0 0,0 0 0 0 0,-1-1 1 0 0,0 1-1 0 0,-1 0 1 0 0,0 0-1 0 0,0 0 1 0 0,0 0-1 0 0,-1 0 0 0 0,0 0 1 0 0,-1 1-1 0 0,-2-8 1 0 0,3 10-221 0 0,0 1 0 0 0,0 0-1 0 0,0-1 1 0 0,-1 1 0 0 0,1 0 0 0 0,-1 1 0 0 0,1-1 0 0 0,-1 0 0 0 0,0 1-1 0 0,0-1 1 0 0,0 1 0 0 0,-1 0 0 0 0,1 0 0 0 0,0 0 0 0 0,-1 0 0 0 0,1 1-1 0 0,-1 0 1 0 0,0-1 0 0 0,1 1 0 0 0,-7-1 0 0 0,-11 0-3306 0 0,2 1 269 0 0</inkml:trace>
</inkml:ink>
</file>

<file path=ppt/ink/ink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05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339 75 880 0 0,'0'0'1796'0'0,"2"-17"3277"0"0,-3 10 427 0 0,0 6-5467 0 0,-1 1 0 0 0,1-1 1 0 0,0 1-1 0 0,-1-1 1 0 0,1 1-1 0 0,-1-1 1 0 0,1 1-1 0 0,-1 0 0 0 0,1 0 1 0 0,-1 0-1 0 0,1-1 1 0 0,-1 2-1 0 0,1-1 1 0 0,-1 0-1 0 0,1 0 0 0 0,-1 0 1 0 0,1 1-1 0 0,-1-1 1 0 0,1 1-1 0 0,-2 0 1 0 0,-37 22 269 0 0,32-18-270 0 0,1 2 1 0 0,-1-1-1 0 0,1 1 0 0 0,1 0 0 0 0,-1 1 0 0 0,-9 15 1 0 0,14-21-57 0 0,1 1 0 0 0,0 0 0 0 0,0-1 1 0 0,0 1-1 0 0,1 0 0 0 0,-1-1 0 0 0,0 1 1 0 0,1 0-1 0 0,0 0 0 0 0,0 0 0 0 0,0 0 1 0 0,0-1-1 0 0,0 1 0 0 0,0 0 0 0 0,1 0 0 0 0,-1 0 1 0 0,1-1-1 0 0,0 1 0 0 0,0 0 0 0 0,0-1 1 0 0,0 1-1 0 0,1-1 0 0 0,-1 1 0 0 0,1-1 1 0 0,-1 0-1 0 0,1 1 0 0 0,0-1 0 0 0,0 0 1 0 0,0 0-1 0 0,0 0 0 0 0,0 0 0 0 0,0-1 1 0 0,0 1-1 0 0,1 0 0 0 0,-1-1 0 0 0,1 0 1 0 0,-1 0-1 0 0,1 1 0 0 0,4 0 0 0 0,-2 0-35 0 0,0 0 1 0 0,0-1-1 0 0,1 1 0 0 0,-1-1 0 0 0,0 0 0 0 0,0 0 1 0 0,1-1-1 0 0,-1 0 0 0 0,0 0 0 0 0,1 0 0 0 0,-1 0 1 0 0,0-1-1 0 0,1 0 0 0 0,-1 0 0 0 0,0-1 0 0 0,0 1 1 0 0,0-1-1 0 0,0 0 0 0 0,0-1 0 0 0,8-4 0 0 0,-9 4 37 0 0,0-1-1 0 0,0 0 1 0 0,0 0-1 0 0,-1 0 1 0 0,1-1-1 0 0,-1 1 1 0 0,0-1-1 0 0,0 0 1 0 0,-1 1-1 0 0,1-1 1 0 0,-1-1-1 0 0,0 1 1 0 0,-1 0-1 0 0,1 0 1 0 0,-1-1-1 0 0,0 1 1 0 0,0-1-1 0 0,-1-5 1 0 0,0 9 53 0 0,11-30-192 0 0,1 26 125 0 0,0 2 0 0 0,1-1 0 0 0,18-3 0 0 0,-17 5 4 0 0,1-1 0 0 0,-1-1 0 0 0,16-7 0 0 0,30-29 687 0 0,-59 40-522 0 0,-7 29 200 0 0,0 0 0 0 0,-18 43 0 0 0,20-58-252 0 0,-53 139-11 0 0,-6-3 1 0 0,-126 217-1 0 0,162-322 104 0 0,-2 0 0 0 0,-2-2 0 0 0,-72 76 0 0 0,101-115-71 0 0,-1 0 1 0 0,0-1-1 0 0,0 0 0 0 0,0 1 1 0 0,-1-1-1 0 0,1-1 1 0 0,0 1-1 0 0,-1 0 0 0 0,1-1 1 0 0,-1 0-1 0 0,0 1 0 0 0,-3-1 1 0 0,5 0-79 0 0,1-1 0 0 0,0 0 1 0 0,-1 0-1 0 0,1 0 0 0 0,-1 0 1 0 0,1 0-1 0 0,0 0 0 0 0,-1-1 0 0 0,1 1 1 0 0,0 0-1 0 0,0-1 0 0 0,-1 1 0 0 0,1-1 1 0 0,0 1-1 0 0,0-1 0 0 0,-1 0 1 0 0,1 1-1 0 0,0-1 0 0 0,0 0 0 0 0,0 0 1 0 0,0 0-1 0 0,0 0 0 0 0,0 0 1 0 0,0 0-1 0 0,1 0 0 0 0,-1 0 0 0 0,0 0 1 0 0,0 0-1 0 0,1 0 0 0 0,-1-1 1 0 0,1 1-1 0 0,-1 0 0 0 0,1 0 0 0 0,-1-1 1 0 0,1 1-1 0 0,0 0 0 0 0,0-2 1 0 0,-2-11-20 0 0,1 1 0 0 0,1-1 1 0 0,0 1-1 0 0,1-1 1 0 0,0 0-1 0 0,1 1 1 0 0,1 0-1 0 0,0-1 1 0 0,0 1-1 0 0,2 1 0 0 0,0-1 1 0 0,0 0-1 0 0,1 1 1 0 0,0 0-1 0 0,1 1 1 0 0,9-12-1 0 0,5-6-407 0 0,1 2 1 0 0,1 0-1 0 0,1 2 1 0 0,1 0-1 0 0,31-21 1 0 0,-12 14-2286 0 0,70-37 1 0 0,-80 50-583 0 0,5-4 4 0 0</inkml:trace>
</inkml:ink>
</file>

<file path=ppt/ink/ink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05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284 31 820 0 0,'-7'-29'4483'0'0,"7"29"-4382"0"0,0 0 0 0 0,0 0-1 0 0,0 0 1 0 0,-1-1 0 0 0,1 1 0 0 0,0 0-1 0 0,0 0 1 0 0,-1 0 0 0 0,1 0 0 0 0,0 0-1 0 0,0-1 1 0 0,-1 1 0 0 0,1 0 0 0 0,0 0-1 0 0,-1 0 1 0 0,1 0 0 0 0,0 0 0 0 0,0 0-1 0 0,-1 0 1 0 0,1 0 0 0 0,0 0 0 0 0,0 0-1 0 0,-1 0 1 0 0,1 0 0 0 0,0 0 0 0 0,-1 1 0 0 0,1-1-1 0 0,0 0 1 0 0,0 0 0 0 0,-1 0 0 0 0,1 0-1 0 0,0 0 1 0 0,0 0 0 0 0,0 1 0 0 0,-1-1-1 0 0,1 0 1 0 0,0 0 0 0 0,0 0 0 0 0,0 1-1 0 0,-1-1 1 0 0,1 0 0 0 0,0 0 0 0 0,0 1-1 0 0,0-1 1 0 0,0 0 0 0 0,-14 22 2956 0 0,0 9-3394 0 0,14-29 183 0 0,-178 494 3026 0 0,163-452-2687 0 0,8-18-164 0 0,5-16-383 0 0,-1-1 1 0 0,0 0-1 0 0,0 0 1 0 0,-7 12-1 0 0,10-21 198 0 0,-1 0 0 0 0,1 1-1 0 0,0-1 1 0 0,0 0 0 0 0,-1 0 0 0 0,1 1 0 0 0,-1-1 0 0 0,1 0-1 0 0,0 0 1 0 0,-1 0 0 0 0,1 1 0 0 0,0-1 0 0 0,-1 0 0 0 0,1 0-1 0 0,-1 0 1 0 0,1 0 0 0 0,0 0 0 0 0,-1 0 0 0 0,1 0 0 0 0,-1 0 0 0 0,1 0-1 0 0,-1 0 1 0 0,1 0 0 0 0,0 0 0 0 0,-1 0 0 0 0,1 0 0 0 0,-1 0-1 0 0,1 0 1 0 0,0-1 0 0 0,-1 1 0 0 0,1 0 0 0 0,0 0 0 0 0,-1 0-1 0 0,1-1 1 0 0,-1 1 0 0 0,1 0 0 0 0,0-1 0 0 0,0 1 0 0 0,-1 0-1 0 0,1 0 1 0 0,0-1 0 0 0,0 1 0 0 0,-1 0 0 0 0,1-1 0 0 0,0 1-1 0 0,0-1 1 0 0,0 1 0 0 0,-1 0 0 0 0,1-1 0 0 0,0 1 0 0 0,0-1 0 0 0,0 1-1 0 0,0 0 1 0 0,0-1 0 0 0,0 0 0 0 0,-1 0 490 0 0</inkml:trace>
</inkml:ink>
</file>

<file path=ppt/ink/ink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06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0 414 96 0 0,'60'-19'1667'0'0,"-1"-2"-1"0"0,60-31 1 0 0,-97 41-1248 0 0,-1-1 0 0 0,0 0 0 0 0,-1-2 0 0 0,-1 0 0 0 0,0-1 0 0 0,-1-1 0 0 0,-1-1 0 0 0,24-28 0 0 0,-36 37-91 0 0,0-1-1 0 0,0-1 1 0 0,-1 1 0 0 0,0 0-1 0 0,-1-1 1 0 0,0 0 0 0 0,0 0 0 0 0,-1 0-1 0 0,0 0 1 0 0,-1 0 0 0 0,0 0-1 0 0,-1-18 1 0 0,0 26-56 0 0,-2-2 80 0 0,2 3-298 0 0,0 1 0 0 0,0-1 0 0 0,0 0 0 0 0,0 0 0 0 0,-1 0 0 0 0,1 1 0 0 0,0-1 0 0 0,0 0 0 0 0,-1 0 0 0 0,1 1 0 0 0,-1-1 0 0 0,1 0 0 0 0,-1 1 0 0 0,1-1 0 0 0,-1 0 0 0 0,1 1 0 0 0,-1-1 0 0 0,1 1 0 0 0,-1-1 0 0 0,0 1 0 0 0,1-1 0 0 0,-1 1 0 0 0,0-1 0 0 0,0 1 0 0 0,-1-1 0 0 0,-2 3-35 0 0,-1 1 0 0 0,0-1 0 0 0,1 1 0 0 0,-1 0 1 0 0,1 0-1 0 0,0 1 0 0 0,0-1 0 0 0,0 1 0 0 0,0 0 0 0 0,1 0 1 0 0,-1 0-1 0 0,-3 7 0 0 0,-38 67 106 0 0,26-43-69 0 0,-11 19 4 0 0,2 1 0 0 0,3 2 0 0 0,-22 73 0 0 0,34-94 8 0 0,-29 59 1 0 0,41-93 29 0 0,2 0-83 0 0,0 7-6 0 0,0-7 157 0 0,22-27-205 0 0,-18 19 19 0 0,5-6-7 0 0,0 0-77 0 0,0 0 1 0 0,0 1-1 0 0,1 0 0 0 0,1 1 0 0 0,0 0 0 0 0,0 1 0 0 0,1 1 0 0 0,0-1 0 0 0,14-5 0 0 0,-25 13 38 0 0,2 2 36 0 0,0 1-1 0 0,0-1 0 0 0,1 1 0 0 0,-1 0 0 0 0,-1 0 0 0 0,1 0 0 0 0,0 0 0 0 0,0 0 1 0 0,-1 1-1 0 0,0 0 0 0 0,1 0 0 0 0,-1 0 0 0 0,0 0 0 0 0,0 0 0 0 0,-1 1 0 0 0,6 6 1 0 0,-5-4-10 0 0,2-1 1 0 0,-1 0 0 0 0,1 0 0 0 0,0 0 0 0 0,0-1-1 0 0,0 1 1 0 0,0-1 0 0 0,12 6 0 0 0,-9-7 37 0 0,-1 0 1 0 0,1-1-1 0 0,1 0 1 0 0,-1 0-1 0 0,0-1 1 0 0,0 0-1 0 0,0 0 1 0 0,1-1-1 0 0,14-1 0 0 0,-20 0 40 0 0,1 1-1 0 0,-1-1 0 0 0,0 0 0 0 0,0 0 0 0 0,0 0 0 0 0,1 0 0 0 0,-1-1 0 0 0,0 1 1 0 0,-1-1-1 0 0,1 0 0 0 0,0 0 0 0 0,0 0 0 0 0,-1 0 0 0 0,1-1 0 0 0,-1 1 0 0 0,0 0 0 0 0,0-1 1 0 0,0 0-1 0 0,0 1 0 0 0,0-1 0 0 0,0 0 0 0 0,-1 0 0 0 0,0 0 0 0 0,1 0 0 0 0,-1-1 1 0 0,1-3-1 0 0,-2 6 457 0 0,0 0-458 0 0,0-1-1 0 0,0 1 1 0 0,0 0 0 0 0,-1 0 0 0 0,1 1 0 0 0,0-1 0 0 0,-1 0-1 0 0,1 0 1 0 0,-1 0 0 0 0,1 0 0 0 0,-1 0 0 0 0,1 0 0 0 0,-1 0-1 0 0,0 1 1 0 0,1-1 0 0 0,-1 0 0 0 0,0 0 0 0 0,0 1 0 0 0,0-1-1 0 0,1 1 1 0 0,-1-1 0 0 0,-2 0 0 0 0,3 4-203 0 0,-1-1 1 0 0,0 1 0 0 0,1 0-1 0 0,0 0 1 0 0,-1 0 0 0 0,1 0-1 0 0,0 0 1 0 0,0 0-1 0 0,1 0 1 0 0,-1 0 0 0 0,1-1-1 0 0,-1 1 1 0 0,1 0-1 0 0,0 0 1 0 0,1 2 0 0 0,0-2-583 0 0,-1 0 1 0 0,1 0 0 0 0,0 0 0 0 0,0-1 0 0 0,0 1-1 0 0,0-1 1 0 0,0 1 0 0 0,1-1 0 0 0,-1 0 0 0 0,4 2 0 0 0,1 0-2399 0 0</inkml:trace>
</inkml:ink>
</file>

<file path=ppt/ink/ink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07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0 304 0 0,'0'0'9606'0'0,"-1"5"-9354"0"0,-5 9-23 0 0,-1 0 0 0 0,0-1 0 0 0,-1 0 0 0 0,-1-1 0 0 0,0 0 0 0 0,0 0 1 0 0,-1-1-1 0 0,-17 15 0 0 0,26-25-176 0 0,17-17 41 0 0,1 0 1 0 0,0 1-1 0 0,1 0 0 0 0,30-17 1 0 0,-41 29-101 0 0,-1 0-11 0 0,1 0 0 0 0,0 0 0 0 0,0 0 0 0 0,0 1 0 0 0,15-2 0 0 0,-21 4 14 0 0,1 0-1 0 0,-1 0 1 0 0,1 0 0 0 0,-1 0 0 0 0,1 0-1 0 0,0 0 1 0 0,-1 0 0 0 0,1 1 0 0 0,-1-1 0 0 0,1 1-1 0 0,-1-1 1 0 0,1 1 0 0 0,-1-1 0 0 0,1 1-1 0 0,-1 0 1 0 0,0 0 0 0 0,1 0 0 0 0,-1 0 0 0 0,0 0-1 0 0,0 0 1 0 0,1 0 0 0 0,-1 0 0 0 0,0 0-1 0 0,0 1 1 0 0,0-1 0 0 0,-1 0 0 0 0,1 1 0 0 0,0-1-1 0 0,0 1 1 0 0,-1-1 0 0 0,1 1 0 0 0,-1-1-1 0 0,1 1 1 0 0,-1-1 0 0 0,0 1 0 0 0,0-1 0 0 0,1 1-1 0 0,-1 2 1 0 0,0-3 9 0 0,0 0-8 0 0,-1 1 1 0 0,1-1-1 0 0,0 1 0 0 0,0-1 0 0 0,1 0 1 0 0,-1 1-1 0 0,0-1 0 0 0,0 1 0 0 0,1-1 1 0 0,-1 0-1 0 0,0 1 0 0 0,1-1 0 0 0,0 0 1 0 0,-1 0-1 0 0,1 1 0 0 0,0-1 0 0 0,-1 0 1 0 0,1 0-1 0 0,0 0 0 0 0,1 2 0 0 0,-1-3-5 0 0,14 1 16 0 0,75-19 820 0 0,-87 18-735 0 0,2 50-2748 0 0,-9-37-2655 0 0</inkml:trace>
</inkml:ink>
</file>

<file path=ppt/ink/ink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07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11 836 0 0,'0'0'5849'0'0,"6"-7"-461"0"0,3 3-5492 0 0</inkml:trace>
</inkml:ink>
</file>

<file path=ppt/ink/ink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2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9 1044 0 0,'-4'-9'9832'0'0,"-2"25"-9626"0"0,1 0 1 0 0,0 1-1 0 0,2-1 1 0 0,0 1 0 0 0,-2 32-1 0 0,5 100 362 0 0,2-74-306 0 0,-2-42-252 0 0,1-14-319 0 0,0 1 0 0 0,-2 0-1 0 0,0-1 1 0 0,-2 1 0 0 0,0-1 0 0 0,-7 24 0 0 0,10-41 2 0 0,-1-1 1 0 0,0 1-1 0 0,0-1 1 0 0,1 0-1 0 0,-1 1 1 0 0,0-1-1 0 0,0 1 1 0 0,0-1-1 0 0,0 0 1 0 0,-1 0-1 0 0,1 0 1 0 0,0 0-1 0 0,0 0 1 0 0,-1 0-1 0 0,1 0 1 0 0,-1 0-1 0 0,1 0 0 0 0,-1-1 1 0 0,-2 2-1 0 0,-7-1-2317 0 0</inkml:trace>
</inkml:ink>
</file>

<file path=ppt/ink/ink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2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6 197 856 0 0,'0'0'91'0'0,"-1"0"1"0"0,1-1-1 0 0,0 1 1 0 0,-1-1-1 0 0,1 1 0 0 0,-1 0 1 0 0,1-1-1 0 0,0 1 1 0 0,-1-1-1 0 0,1 1 0 0 0,0-1 1 0 0,0 1-1 0 0,-1-1 0 0 0,1 1 1 0 0,0-1-1 0 0,0 0 1 0 0,0 1-1 0 0,0-1 0 0 0,0 1 1 0 0,0-1-1 0 0,0 1 1 0 0,0-1-1 0 0,0 0 0 0 0,0 1 1 0 0,0-1-1 0 0,0 1 1 0 0,0-1-1 0 0,0 1 0 0 0,0-1 1 0 0,0 1-1 0 0,1-1 0 0 0,-1 1 1 0 0,0-1-1 0 0,0 1 1 0 0,1-2-1 0 0,22-18 1024 0 0,34-7-317 0 0,23-3-1 0 0,1 4 0 0 0,159-31 0 0 0,-190 49-1082 0 0,0 3-1 0 0,0 1 1 0 0,1 3 0 0 0,-1 2 0 0 0,1 3 0 0 0,64 11 0 0 0,-81-3-2905 0 0,-20-6 1350 0 0</inkml:trace>
</inkml:ink>
</file>

<file path=ppt/ink/ink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3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4 104 332 0 0,'0'1'103'0'0,"-1"-1"0"0"0,1 1 1 0 0,0 0-1 0 0,-1 0 0 0 0,1-1 0 0 0,0 1 1 0 0,0 0-1 0 0,-1 0 0 0 0,1 0 0 0 0,0-1 0 0 0,0 1 1 0 0,0 0-1 0 0,0 0 0 0 0,0 0 0 0 0,0 0 1 0 0,0-1-1 0 0,0 1 0 0 0,0 0 0 0 0,1 0 0 0 0,-1 0 1 0 0,0-1-1 0 0,0 1 0 0 0,1 0 0 0 0,-1 0 0 0 0,1-1 1 0 0,-1 1-1 0 0,0 0 0 0 0,1-1 0 0 0,0 1 1 0 0,-1 0-1 0 0,1-1 0 0 0,0 1 0 0 0,1 1 51 0 0,0-1-1 0 0,1 0 1 0 0,-1 0-1 0 0,0 0 1 0 0,1-1-1 0 0,-1 1 1 0 0,1-1-1 0 0,-1 1 1 0 0,1-1-1 0 0,4 0 1 0 0,61-6 1217 0 0,327-95-1315 0 0,-356 90-1122 0 0,-9 2-1126 0 0,-3-1 168 0 0</inkml:trace>
</inkml:ink>
</file>

<file path=ppt/ink/ink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3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39 4 0 0,'-13'-37'5630'0'0,"13"36"-4781"0"0,-1 13 3242 0 0,6 40-2581 0 0,3 31-1200 0 0,12 174-108 0 0,-19-242-1168 0 0,-1 5-166 0 0,-4-6-4772 0 0</inkml:trace>
</inkml:ink>
</file>

<file path=ppt/ink/ink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4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74 40 0 0,'-53'-44'6563'0'0,"52"44"-5957"0"0,-8-8 534 0 0,9 8-1100 0 0,0 0 0 0 0,0 0 0 0 0,-1-1 0 0 0,1 1 0 0 0,0 0 1 0 0,0 0-1 0 0,-1 0 0 0 0,1 0 0 0 0,0-1 0 0 0,0 1 0 0 0,0 0 0 0 0,0 0 0 0 0,-1 0 0 0 0,1-1 0 0 0,0 1 0 0 0,0 0 1 0 0,0 0-1 0 0,0-1 0 0 0,0 1 0 0 0,0 0 0 0 0,0 0 0 0 0,0-1 0 0 0,0 1 0 0 0,0 0 0 0 0,-1 0 0 0 0,1-1 0 0 0,0 1 0 0 0,1 0 1 0 0,-1 0-1 0 0,0-1 0 0 0,0 1 0 0 0,0 0 0 0 0,0 0 0 0 0,0-1 0 0 0,0 1 0 0 0,0 0 0 0 0,0 0 0 0 0,0-1 0 0 0,0 1 0 0 0,1 0 1 0 0,-1 0-1 0 0,0 0 0 0 0,0-1 0 0 0,0 1 0 0 0,0 0 0 0 0,1 0 0 0 0,-1 0 0 0 0,0-1 0 0 0,0 1 0 0 0,0 0 0 0 0,1 0 0 0 0,-1 0 1 0 0,0 0-1 0 0,16-4 59 0 0,-1 2 1 0 0,0 0 0 0 0,1 0-1 0 0,-1 2 1 0 0,1 0 0 0 0,-1 1 0 0 0,1 0-1 0 0,26 6 1 0 0,-7 1-8 0 0,0 1 0 0 0,60 25 0 0 0,-63-20-93 0 0,0 2 1 0 0,-1 1-1 0 0,0 1 1 0 0,48 39-1 0 0,-69-49-19 0 0,0 1 0 0 0,-1 0 0 0 0,0 0 1 0 0,0 1-1 0 0,-1 0 0 0 0,0 0 0 0 0,-1 1 0 0 0,0 0 0 0 0,0 1 0 0 0,-2-1 1 0 0,1 1-1 0 0,-2 0 0 0 0,1 1 0 0 0,-2-1 0 0 0,1 1 0 0 0,1 15 0 0 0,-5-20 3 0 0,0 0 0 0 0,0 0 0 0 0,-1 0 0 0 0,1 0 0 0 0,-2 0 0 0 0,1 0 0 0 0,-1 0-1 0 0,0-1 1 0 0,-1 1 0 0 0,0-1 0 0 0,0 1 0 0 0,-9 13 0 0 0,5-11 16 0 0,0 0 1 0 0,-1-1-1 0 0,0 0 0 0 0,-1 0 1 0 0,0-1-1 0 0,-1 0 1 0 0,-18 12-1 0 0,3-5 106 0 0,-2-1-1 0 0,0-2 1 0 0,0 0-1 0 0,-1-2 1 0 0,-1-1 0 0 0,-36 7-1 0 0,45-13-166 0 0,-1-1 0 0 0,1-1 0 0 0,-25-1 0 0 0,12-1-6839 0 0</inkml:trace>
</inkml:ink>
</file>

<file path=ppt/ink/ink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4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14 1024 0 0,'0'0'1113'0'0,"-6"-14"6597"0"0,47 314-5253 0 0,-17-170-3395 0 0,-21-122 503 0 0,-3-6-1209 0 0</inkml:trace>
</inkml:ink>
</file>

<file path=ppt/ink/ink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5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0 149 284 0 0,'7'-10'405'0'0,"1"1"1"0"0,0-1-1 0 0,0 1 0 0 0,1 1 1 0 0,0 0-1 0 0,0 0 0 0 0,1 1 1 0 0,0 0-1 0 0,0 0 1 0 0,1 1-1 0 0,-1 1 0 0 0,1 0 1 0 0,1 0-1 0 0,19-5 0 0 0,5 0-479 0 0,0 2 0 0 0,1 1-1 0 0,56-2 1 0 0,-82 8-134 0 0,36 2-2885 0 0,-31 4 1535 0 0</inkml:trace>
</inkml:ink>
</file>

<file path=ppt/ink/ink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5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13 675 372 0 0,'-12'11'3169'0'0,"12"-6"-1356"0"0,26-3-865 0 0,50-17-1519 0 0,70-28-2714 0 0,-105 30 1907 0 0</inkml:trace>
  <inkml:trace contextRef="#ctx0" brushRef="#br0" timeOffset="1">1017 26 756 0 0,'-5'-4'602'0'0,"-1"1"-1"0"0,1 0 1 0 0,0 0 0 0 0,-1 0 0 0 0,1 1-1 0 0,-1 0 1 0 0,0 0 0 0 0,-7-2-1 0 0,10 4-450 0 0,0 0 0 0 0,-1 0 0 0 0,1 0 0 0 0,0 1 0 0 0,-1-1 0 0 0,1 1 0 0 0,0 0 0 0 0,0 0 0 0 0,0 0 0 0 0,0 0 0 0 0,0 0 0 0 0,0 1 0 0 0,0-1-1 0 0,0 1 1 0 0,0 0 0 0 0,1 0 0 0 0,-5 4 0 0 0,-6 6 49 0 0,1 1-1 0 0,0 0 1 0 0,1 1-1 0 0,1 0 1 0 0,0 1-1 0 0,1 0 1 0 0,1 1-1 0 0,0 0 1 0 0,-6 21-1 0 0,-6 20 263 0 0,-16 79 1 0 0,27-96-310 0 0,1 1-1 0 0,3-1 1 0 0,1 1 0 0 0,2 0 0 0 0,2 0 0 0 0,2 0 0 0 0,7 46 0 0 0,-4-60-130 0 0,2 1 1 0 0,1-1-1 0 0,0 0 1 0 0,2-1-1 0 0,1 0 1 0 0,2-1-1 0 0,0 0 1 0 0,1-1-1 0 0,2-1 1 0 0,0 0-1 0 0,24 25 1 0 0,-22-29-327 0 0,1 0 1 0 0,1-1-1 0 0,1-2 1 0 0,0 0 0 0 0,33 19-1 0 0,-39-27-738 0 0,1-1 0 0 0,0 0 0 0 0,0-1 0 0 0,1 0 0 0 0,24 4 0 0 0,-9-5-1915 0 0</inkml:trace>
</inkml:ink>
</file>

<file path=ppt/ink/ink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6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5 436 0 0,'1'-5'16996'0'0,"-4"11"-17032"0"0,1 0 0 0 0,0 0-1 0 0,0 1 1 0 0,0-1 0 0 0,1 1-1 0 0,-1 9 1 0 0,5 16-2251 0 0,-2-30 1929 0 0,-1-1 0 0 0,1 1 0 0 0,0-1-1 0 0,-1 0 1 0 0,1 1 0 0 0,0-1 0 0 0,0 0 0 0 0,0 1 0 0 0,0-1 0 0 0,0 0 0 0 0,0 0-1 0 0,0 0 1 0 0,1 0 0 0 0,-1 0 0 0 0,0 0 0 0 0,3 1 0 0 0</inkml:trace>
</inkml:ink>
</file>

<file path=ppt/ink/ink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6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1 904 0 0,'0'0'8976'0'0,"-3"4"-8507"0"0,0 2-404 0 0,0 0-1 0 0,1 0 1 0 0,-1 1 0 0 0,2-1 0 0 0,-1 0-1 0 0,1 1 1 0 0,0-1 0 0 0,0 1 0 0 0,0-1-1 0 0,1 1 1 0 0,0 0 0 0 0,1-1 0 0 0,1 10-1 0 0,-1-8-1011 0 0,1 0 0 0 0,0 0 0 0 0,0-1-1 0 0,0 1 1 0 0,1 0 0 0 0,8 13-1 0 0,-3-5-1652 0 0</inkml:trace>
</inkml:ink>
</file>

<file path=ppt/ink/ink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7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243 282 940 0 0,'-17'-49'7926'0'0,"16"48"-7745"0"0,1-1 0 0 0,-1 1 0 0 0,0 0 0 0 0,0 0-1 0 0,0 0 1 0 0,0 0 0 0 0,0 0 0 0 0,0 0 0 0 0,0 0 0 0 0,0 0 0 0 0,0 0-1 0 0,0 0 1 0 0,0 0 0 0 0,-1 1 0 0 0,1-1 0 0 0,0 1 0 0 0,-1-1-1 0 0,1 1 1 0 0,0-1 0 0 0,-1 1 0 0 0,1 0 0 0 0,-1-1 0 0 0,1 1 0 0 0,0 0-1 0 0,-1 0 1 0 0,1 0 0 0 0,-1 0 0 0 0,-1 1 0 0 0,-1 1-121 0 0,0 0 0 0 0,0 0-1 0 0,1 0 1 0 0,-1 1 0 0 0,1-1 0 0 0,-1 1 0 0 0,-5 6 0 0 0,3-3 124 0 0,-15 13 95 0 0,0 2-1 0 0,2 1 1 0 0,-28 37-1 0 0,42-51-230 0 0,0 0 1 0 0,0 0-1 0 0,1 1 0 0 0,0-1 0 0 0,0 1 0 0 0,1 0 1 0 0,0 0-1 0 0,1 1 0 0 0,0-1 0 0 0,0 0 1 0 0,1 1-1 0 0,1-1 0 0 0,-1 1 0 0 0,3 18 1 0 0,-2-26-59 0 0,0-1 1 0 0,0 1 0 0 0,0 0 0 0 0,0-1-1 0 0,1 1 1 0 0,-1 0 0 0 0,1-1 0 0 0,-1 1 0 0 0,1 0-1 0 0,0-1 1 0 0,0 1 0 0 0,-1-1 0 0 0,1 1-1 0 0,0-1 1 0 0,0 0 0 0 0,1 1 0 0 0,-1-1 0 0 0,0 0-1 0 0,0 0 1 0 0,1 0 0 0 0,-1 0 0 0 0,0 0 0 0 0,1 0-1 0 0,-1 0 1 0 0,4 1 0 0 0,-2-1-19 0 0,-1-1 0 0 0,1 0 1 0 0,0 0-1 0 0,0 0 0 0 0,-1-1 0 0 0,1 1 0 0 0,0-1 1 0 0,0 1-1 0 0,-1-1 0 0 0,1 0 0 0 0,0 0 1 0 0,-1 0-1 0 0,1 0 0 0 0,2-2 0 0 0,7-4-134 0 0,-1-1 0 0 0,0 0 1 0 0,-1 0-1 0 0,0-1 0 0 0,15-16 0 0 0,-8 2-107 0 0,0 0 1 0 0,-1-1-1 0 0,12-26 0 0 0,-28 50 264 0 0,0-1 0 0 0,0 1-1 0 0,0-1 1 0 0,1 1 0 0 0,-1-1 0 0 0,0 1-1 0 0,0-1 1 0 0,1 1 0 0 0,-1-1 0 0 0,0 1-1 0 0,0-1 1 0 0,1 1 0 0 0,-1 0 0 0 0,1-1-1 0 0,-1 1 1 0 0,0 0 0 0 0,1-1 0 0 0,-1 1-1 0 0,1 0 1 0 0,-1 0 0 0 0,1-1 0 0 0,-1 1-1 0 0,1 0 1 0 0,-1 0 0 0 0,1 0 0 0 0,-1 0-1 0 0,1-1 1 0 0,-1 1 0 0 0,1 0 0 0 0,-1 0-1 0 0,1 0 1 0 0,-1 0 0 0 0,1 0 0 0 0,-1 0-1 0 0,1 0 1 0 0,-1 1 0 0 0,1-1-1 0 0,-1 0 1 0 0,1 0 0 0 0,-1 0 0 0 0,1 0-1 0 0,-1 1 1 0 0,1-1 0 0 0,-1 0 0 0 0,1 0-1 0 0,-1 1 1 0 0,1-1 0 0 0,20 25-92 0 0,-8-9-79 0 0,-7-11 139 0 0,0-1 0 0 0,1 1 0 0 0,-1-1 0 0 0,1 0 0 0 0,0-1 1 0 0,0 0-1 0 0,1 0 0 0 0,-1 0 0 0 0,1-1 0 0 0,-1 0 0 0 0,1-1 0 0 0,0 0 0 0 0,-1 0 1 0 0,1 0-1 0 0,0-1 0 0 0,0 0 0 0 0,0-1 0 0 0,12-2 0 0 0,-10 1 18 0 0,0-2-1 0 0,0 1 1 0 0,0-1-1 0 0,0-1 1 0 0,-1 0-1 0 0,0 0 1 0 0,0-1-1 0 0,0 0 1 0 0,0-1-1 0 0,-1 0 1 0 0,0 0-1 0 0,-1 0 1 0 0,9-12-1 0 0,-4 3 54 0 0,0 0 0 0 0,-2-1 0 0 0,0-1 0 0 0,-1 0 0 0 0,0 0 0 0 0,-2-1 0 0 0,0 0 0 0 0,7-33 0 0 0,-9 25 770 0 0,0-1 1 0 0,-2 0 0 0 0,-1-29 0 0 0,-2 56-393 0 0,0-9 77 0 0,-1 6-251 0 0,-1 9 1228 0 0,-74 401-690 0 0,58-296-651 0 0,-2 14 64 0 0,-4 215 0 0 0,27-414-168 0 0,6 25-231 0 0,3 1 0 0 0,1 1-1 0 0,28-65 1 0 0,-30 87 121 0 0,2 0 0 0 0,1 0 0 0 0,1 1 0 0 0,1 1 0 0 0,1 1 0 0 0,1 0 0 0 0,27-27 0 0 0,-41 47 64 0 0,0-1-1 0 0,0 2 1 0 0,0-1 0 0 0,0 0 0 0 0,1 1-1 0 0,-1-1 1 0 0,1 1 0 0 0,-1 1 0 0 0,1-1-1 0 0,0 1 1 0 0,0-1 0 0 0,-1 1-1 0 0,1 1 1 0 0,0-1 0 0 0,0 1 0 0 0,0-1-1 0 0,0 1 1 0 0,8 2 0 0 0,-11-2 17 0 0,1 1 0 0 0,-1-1 1 0 0,0 1-1 0 0,0 0 0 0 0,0 0 0 0 0,1 0 1 0 0,-1 0-1 0 0,0 0 0 0 0,0 1 1 0 0,0-1-1 0 0,-1 1 0 0 0,1-1 0 0 0,0 1 1 0 0,0 0-1 0 0,-1-1 0 0 0,1 1 1 0 0,-1 0-1 0 0,0 0 0 0 0,1 0 0 0 0,-1 0 1 0 0,0 1-1 0 0,0-1 0 0 0,0 0 0 0 0,-1 0 1 0 0,1 0-1 0 0,0 1 0 0 0,-1-1 1 0 0,0 1-1 0 0,1-1 0 0 0,-1 0 0 0 0,0 1 1 0 0,0-1-1 0 0,0 0 0 0 0,-1 1 0 0 0,1-1 1 0 0,0 0-1 0 0,-1 1 0 0 0,-1 4 1 0 0,-1 1-31 0 0,0 0 0 0 0,0 0 1 0 0,-1 0-1 0 0,0 0 0 0 0,0 0 1 0 0,-1-1-1 0 0,0 0 1 0 0,0 0-1 0 0,0 0 0 0 0,-1-1 1 0 0,0 1-1 0 0,-10 6 0 0 0,7-5-1321 0 0,-1-1-1 0 0,0 0 0 0 0,0-1 0 0 0,-19 10 1 0 0</inkml:trace>
</inkml:ink>
</file>

<file path=ppt/ink/ink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7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1 468 0 0,'-13'120'8019'0'0,"4"10"-4799"0"0,2-15-2341 0 0,-32 177 0 0 0,25-248-288 0 0,14-42-118 0 0,-1-2-226 0 0,1 1-236 0 0,0-1 1 0 0,0 0-1 0 0,0 0 1 0 0,0 0-1 0 0,-1 1 1 0 0,1-1-1 0 0,0 0 1 0 0,0 0-1 0 0,0 0 1 0 0,0 0-1 0 0,0 0 1 0 0,-1 1-1 0 0,1-1 1 0 0,0 0-1 0 0,0 0 0 0 0,0 0 1 0 0,0 0-1 0 0,-1 0 1 0 0,1 0-1 0 0,0 0 1 0 0,0 0-1 0 0,0 0 1 0 0,-1 0-1 0 0,1 0 1 0 0,0 0-1 0 0,0 0 1 0 0,0 0-1 0 0,-1 0 0 0 0,1 0 1 0 0,0 0-1 0 0,0 0 1 0 0,0 0-1 0 0,-1 0 1 0 0,1 0-1 0 0,0 0 1 0 0,0 0-1 0 0,0 0 1 0 0,-1 0-1 0 0,1 0 1 0 0,0 0-1 0 0,0-1 0 0 0,0 1 1 0 0,0 0-1 0 0,-1 0 1 0 0,1 0-1 0 0,0 0 1 0 0,0 0-1 0 0,0-1 1 0 0,0 1-1 0 0,0 0 1 0 0,0 0-1 0 0,-1 0 1 0 0,1 0-1 0 0,0-1 0 0 0,0 1 1 0 0,0 0-1 0 0,-3-13 29 0 0,0 0-1 0 0,0 0 0 0 0,1-1 0 0 0,1 1 0 0 0,1 0 0 0 0,0-1 1 0 0,0 1-1 0 0,1 0 0 0 0,1-1 0 0 0,0 1 0 0 0,1 0 0 0 0,0 0 1 0 0,1 0-1 0 0,10-20 0 0 0,-1 2-22 0 0,2 1 1 0 0,2 0-1 0 0,0 1 1 0 0,38-47-1 0 0,-46 64-24 0 0,0 0-1 0 0,1 0 1 0 0,1 1-1 0 0,0 0 1 0 0,0 1-1 0 0,1 1 1 0 0,0 0 0 0 0,1 0-1 0 0,0 1 1 0 0,20-9-1 0 0,-32 17 6 0 0,0-1 0 0 0,1 0 0 0 0,-1 1 1 0 0,0-1-1 0 0,1 1 0 0 0,-1 0 0 0 0,0-1 0 0 0,1 1 0 0 0,-1 0 0 0 0,1 0 0 0 0,-1 0 0 0 0,1 0 0 0 0,-1 0 0 0 0,0 0 1 0 0,1 0-1 0 0,-1 1 0 0 0,1-1 0 0 0,-1 0 0 0 0,0 1 0 0 0,1-1 0 0 0,-1 1 0 0 0,0 0 0 0 0,0-1 0 0 0,1 1 1 0 0,-1 0-1 0 0,0 0 0 0 0,0 0 0 0 0,0-1 0 0 0,0 1 0 0 0,0 1 0 0 0,0-1 0 0 0,0 0 0 0 0,0 0 0 0 0,0 0 1 0 0,-1 0-1 0 0,1 1 0 0 0,0-1 0 0 0,-1 0 0 0 0,1 0 0 0 0,-1 1 0 0 0,1-1 0 0 0,-1 1 0 0 0,0-1 0 0 0,1 0 0 0 0,-1 3 1 0 0,0 0 2 0 0,1 1 0 0 0,-1 0 0 0 0,0-1 1 0 0,0 1-1 0 0,-1-1 0 0 0,1 1 0 0 0,-1 0 1 0 0,0-1-1 0 0,0 1 0 0 0,-1-1 0 0 0,1 1 1 0 0,-4 6-1 0 0,-4 2-54 0 0,-1-1 1 0 0,1 0-1 0 0,-2 0 0 0 0,0-1 1 0 0,0 0-1 0 0,-1-1 0 0 0,-14 10 1 0 0,-24 7-5800 0 0</inkml:trace>
</inkml:ink>
</file>

<file path=ppt/ink/ink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8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0 515 720 0 0,'0'0'2871'0'0,"3"-4"-2004"0"0,4-5-290 0 0,123-189 5873 0 0,-112 167-5856 0 0,-1-1 1 0 0,-2-1-1 0 0,-2 0 0 0 0,17-60 1 0 0,-27 81-204 0 0,-1-1 0 0 0,-1 0 0 0 0,0 0 0 0 0,-1-15 0 0 0,0 25 171 0 0,-19 26-468 0 0,19-22-86 0 0,-11 17 21 0 0,1 0 0 0 0,1 0 0 0 0,1 1 0 0 0,0 1 0 0 0,1-1 0 0 0,-5 28 0 0 0,5-23-10 0 0,-1 7 11 0 0,1-1-1 0 0,1 1 1 0 0,-2 36 0 0 0,7-53-122 0 0,1 0 0 0 0,0 0 1 0 0,1 1-1 0 0,1-1 0 0 0,0 0 0 0 0,1-1 1 0 0,1 1-1 0 0,0 0 0 0 0,8 18 1 0 0,-11-30 50 0 0,0 1 1 0 0,0-1 0 0 0,1 1 0 0 0,0-1 0 0 0,-1 0 0 0 0,1 0 0 0 0,0 1-1 0 0,0-1 1 0 0,0 0 0 0 0,0-1 0 0 0,0 1 0 0 0,1 0 0 0 0,-1-1 0 0 0,0 1-1 0 0,1-1 1 0 0,0 1 0 0 0,-1-1 0 0 0,1 0 0 0 0,4 1 0 0 0,-2-1 3 0 0,0-1 0 0 0,0 0 0 0 0,0 0 0 0 0,0 0 0 0 0,0 0 0 0 0,0-1 0 0 0,0 0 0 0 0,-1 0 0 0 0,1 0 0 0 0,8-3 0 0 0,-2-1 7 0 0,-1 1 1 0 0,1-2-1 0 0,-1 1 1 0 0,-1-2 0 0 0,1 1-1 0 0,-1-1 1 0 0,0-1-1 0 0,0 0 1 0 0,7-9-1 0 0,-12 13 163 0 0,-1 0 0 0 0,0 0 0 0 0,-1 0-1 0 0,1-1 1 0 0,-1 1 0 0 0,1-1 0 0 0,-1 0-1 0 0,-1 0 1 0 0,1 1 0 0 0,-1-1 0 0 0,0 0 0 0 0,0 0-1 0 0,0-1 1 0 0,-1 1 0 0 0,0-10 0 0 0,0 13 1365 0 0,0 9-2098 0 0,0-5 354 0 0,3 46-310 0 0,6-20-2362 0 0,7-7-5219 0 0,-5-14 4668 0 0</inkml:trace>
</inkml:ink>
</file>

<file path=ppt/ink/ink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8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11 860 0 0,'-7'-11'13452'0'0,"7"34"-13656"0"0,-1 7-2244 0 0,0-11-3507 0 0</inkml:trace>
</inkml:ink>
</file>

<file path=ppt/ink/ink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8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1 564 0 0,'18'4'7751'0'0,"-8"6"-4120"0"0,-5 24-3577 0 0,-1-3-1668 0 0,-4-27 1133 0 0,0-1-635 0 0,1 2-2409 0 0,3 7 565 0 0</inkml:trace>
</inkml:ink>
</file>

<file path=ppt/ink/ink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9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1 1352 0 0,'0'0'1348'0'0,"4"2"-102"0"0,7 5-808 0 0,0 1 0 0 0,0 0 0 0 0,-1 1 0 0 0,-1 0 1 0 0,1 1-1 0 0,-2 0 0 0 0,1 0 0 0 0,-1 1 0 0 0,-1 0 1 0 0,0 0-1 0 0,0 1 0 0 0,-2-1 0 0 0,1 2 0 0 0,5 17 1 0 0,-1 1-57 0 0,-1 1 1 0 0,-1 1 0 0 0,-2 0-1 0 0,4 57 1 0 0,-9-36-101 0 0,-2 0 1 0 0,-2-1 0 0 0,-3 1-1 0 0,-2 0 1 0 0,-2-1-1 0 0,-3-1 1 0 0,-2 0-1 0 0,-2-1 1 0 0,-2-1 0 0 0,-29 53-1 0 0,32-75-141 0 0,0-1 0 0 0,-2-1 0 0 0,-26 29-1 0 0,31-41-41 0 0,0-1 0 0 0,0 0 0 0 0,-2 0 0 0 0,0-1 0 0 0,0-1 0 0 0,-29 15 0 0 0,-9 2 134 0 0,51-28-371 0 0,-3 0-753 0 0,4 0 747 0 0,0 0 0 0 0,1 0 0 0 0,-1 0 0 0 0,0 0 0 0 0,1 0 0 0 0,-1 0 0 0 0,1 1 0 0 0,-1-2 0 0 0,0 1 0 0 0,1 0 0 0 0,-1 0 0 0 0,0 0 0 0 0,1 0 0 0 0,-1 0 0 0 0,1 0 0 0 0,-1-1 0 0 0,0 1 0 0 0,1 0 0 0 0,-1 0 0 0 0,1-1 0 0 0,-1 1 0 0 0,1 0 0 0 0,-1-1 0 0 0,1 1 0 0 0,-1-1 0 0 0,1 1 0 0 0,-1-1 0 0 0,1 1 0 0 0,0-1 0 0 0,-1 1 0 0 0,1-1 0 0 0,0 1 0 0 0,-1-1 0 0 0,1 1 0 0 0,0-1 0 0 0,0 1 0 0 0,0-1 0 0 0,-1 0 0 0 0,4-13-3787 0 0</inkml:trace>
</inkml:ink>
</file>

<file path=ppt/ink/ink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29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35 848 0 0,'0'0'4352'0'0,"6"5"-2898"0"0,-1-5 1551 0 0,153-31 288 0 0,-104 25-5184 0 0,-1 3-3836 0 0</inkml:trace>
  <inkml:trace contextRef="#ctx0" brushRef="#br0" timeOffset="1">48 291 104 0 0,'0'0'1120'0'0,"-3"8"3861"0"0,16 4-4409 0 0,-4-12-152 0 0,8-2-260 0 0,-1 0-344 0 0,2-2-400 0 0,2 0-516 0 0,-6-1-1189 0 0,4-4 529 0 0</inkml:trace>
</inkml:ink>
</file>

<file path=ppt/ink/ink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1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1240 560 0 0,'12'-25'9376'0'0,"8"-16"-7363"0"0,24-51-2188 0 0,-11 13 420 0 0,-4-2-1 0 0,-3 0 1 0 0,19-113-1 0 0,-36 140-221 0 0,-2 0-1 0 0,-3-1 0 0 0,-2 0 1 0 0,-3 1-1 0 0,-1-1 0 0 0,-14-71 1 0 0,-22-27 481 0 0,26 112-49 0 0,1 193-401 0 0,10 200 0 0 0,8-248-14 0 0,5 0 0 0 0,47 193-1 0 0,-54-280-30 0 0,0 0 0 0 0,2-1 0 0 0,13 26 0 0 0,-17-35-6 0 0,0-2 0 0 0,1 1 1 0 0,0 0-1 0 0,1-1 0 0 0,-1 0 0 0 0,1 0 0 0 0,0 0 1 0 0,0 0-1 0 0,1-1 0 0 0,-1 0 0 0 0,12 7 0 0 0,-14-11 1 0 0,-1 1-1 0 0,1-1 1 0 0,-1 0-1 0 0,1 0 1 0 0,0 0-1 0 0,-1 0 1 0 0,1 0-1 0 0,-1-1 1 0 0,1 1-1 0 0,-1-1 1 0 0,1 1-1 0 0,-1-1 0 0 0,1 0 1 0 0,4-2-1 0 0,30-17 27 0 0,106-84-180 0 0,-141 103 74 0 0,0 1 38 0 0,0 0 0 0 0,1-1 1 0 0,-1 1-1 0 0,0 0 0 0 0,1 0 1 0 0,-1 0-1 0 0,0 1 0 0 0,1-1 1 0 0,-1 1-1 0 0,0-1 0 0 0,3 2 1 0 0,138 50-1395 0 0,-142-52 1448 0 0,-1 0 0 0 0,0 1 1 0 0,1-1-1 0 0,-1 0 0 0 0,0 0 0 0 0,1 0 0 0 0,-1 0 0 0 0,1 0 0 0 0,-1 0 0 0 0,0 0 1 0 0,1 0-1 0 0,-1 0 0 0 0,0 0 0 0 0,1 0 0 0 0,-1 0 0 0 0,0 0 0 0 0,1 0 1 0 0,-1 0-1 0 0,1 0 0 0 0,-1 0 0 0 0,0 0 0 0 0,1 0 0 0 0,-1 0 0 0 0,0-1 1 0 0,1 1-1 0 0,-1 0 0 0 0,0 0 0 0 0,1 0 0 0 0,-1-1 0 0 0,0 1 0 0 0,0 0 1 0 0,1 0-1 0 0,-1-1 0 0 0,0 1 0 0 0,0 0 0 0 0,0-1 0 0 0,1 1 0 0 0,-1 0 1 0 0,0-1-1 0 0,0 1 0 0 0,0 0 0 0 0,0-1 0 0 0,0 1 0 0 0,1 0 0 0 0,-1-1 0 0 0,0 1 1 0 0,0 0-1 0 0,0-1 0 0 0,0 1 0 0 0,0 0 0 0 0,0-1 0 0 0,0 1 0 0 0,0-1 1 0 0,0 1-1 0 0,-1 0 0 0 0,1-1 0 0 0,0 1 0 0 0,0 0 0 0 0,0-1 0 0 0,0 1 1 0 0,0 0-1 0 0,-1-1 0 0 0,1 1 0 0 0,0 0 0 0 0,0-1 0 0 0,-1 1 0 0 0,1 0 1 0 0,0-1-1 0 0,-15-24 238 0 0,-39-15-40 0 0,53 39-463 0 0,-4-4-269 0 0</inkml:trace>
</inkml:ink>
</file>

<file path=ppt/ink/ink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1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0 920 0 0,'0'0'1012'0'0,"-4"1"-84"0"0,0 0-667 0 0,1-1-1 0 0,0 1 1 0 0,-1 1 0 0 0,1-1 0 0 0,0 0 0 0 0,-1 1 0 0 0,1 0 0 0 0,0-1 0 0 0,0 1 0 0 0,0 1 0 0 0,1-1 0 0 0,-1 0 0 0 0,0 1 0 0 0,1-1 0 0 0,0 1 0 0 0,-1 0 0 0 0,1-1 0 0 0,-2 6-1 0 0,3-7-213 0 0,0 1-1 0 0,1 0 0 0 0,-1 0 0 0 0,1-1 0 0 0,-1 1 0 0 0,1 0 0 0 0,0 0 0 0 0,0 0 0 0 0,0 0 0 0 0,0 0 0 0 0,0-1 0 0 0,0 1 1 0 0,0 0-1 0 0,1 0 0 0 0,-1 0 0 0 0,1 0 0 0 0,-1-1 0 0 0,1 1 0 0 0,0 0 0 0 0,-1 0 0 0 0,1-1 0 0 0,0 1 0 0 0,0-1 1 0 0,0 1-1 0 0,1-1 0 0 0,-1 1 0 0 0,0-1 0 0 0,0 0 0 0 0,1 1 0 0 0,-1-1 0 0 0,1 0 0 0 0,-1 0 0 0 0,1 0 0 0 0,-1 0 0 0 0,1 0 1 0 0,0 0-1 0 0,0-1 0 0 0,-1 1 0 0 0,3 0 0 0 0,-1 0-27 0 0,0 0 1 0 0,-1 0-1 0 0,1-1 0 0 0,0 1 1 0 0,-1-1-1 0 0,1 1 1 0 0,0-1-1 0 0,0 0 0 0 0,0 0 1 0 0,-1 0-1 0 0,1-1 1 0 0,0 1-1 0 0,0 0 0 0 0,0-1 1 0 0,-1 0-1 0 0,1 0 1 0 0,0 0-1 0 0,2-1 0 0 0,47-31 406 0 0,-28 16 41 0 0,-22 16-378 0 0,13 5 116 0 0,-13-3-188 0 0,0-1 0 0 0,1 1 1 0 0,-1-1-1 0 0,0 1 0 0 0,1 0 0 0 0,-1 0 1 0 0,0 0-1 0 0,0 0 0 0 0,0 0 0 0 0,0 0 1 0 0,3 3-1 0 0,3 6 7 0 0,0 0 1 0 0,-1 0-1 0 0,0 1 1 0 0,-1-1-1 0 0,0 1 1 0 0,-1 1-1 0 0,0-1 1 0 0,4 19-1 0 0,19 98 56 0 0,-25-110-60 0 0,3 25 12 0 0,-2 0 0 0 0,-2 1 0 0 0,-4 57 0 0 0,-26 128 86 0 0,24-205-88 0 0,-1 1-1 0 0,-1-1 1 0 0,-16 37-1 0 0,20-55 46 0 0,-1 1 0 0 0,0 0-1 0 0,0-1 1 0 0,-1 1-1 0 0,0-1 1 0 0,0 0 0 0 0,0 0-1 0 0,-1 0 1 0 0,0-1 0 0 0,0 0-1 0 0,0 0 1 0 0,-1 0 0 0 0,0-1-1 0 0,0 1 1 0 0,0-1 0 0 0,-11 5-1 0 0,13-8-20 0 0,1 0-1 0 0,-1 0 1 0 0,0 0 0 0 0,1-1-1 0 0,-1 1 1 0 0,0-1 0 0 0,1 0-1 0 0,-1 0 1 0 0,0 0-1 0 0,1-1 1 0 0,-1 1 0 0 0,0-1-1 0 0,1 0 1 0 0,-1 0 0 0 0,1 0-1 0 0,-1 0 1 0 0,1-1 0 0 0,-4-2-1 0 0,1 1 6 0 0,1-1-1 0 0,-1-1 1 0 0,1 1-1 0 0,0-1 1 0 0,1 0-1 0 0,-1 0 1 0 0,1 0-1 0 0,0 0 1 0 0,-5-9-1 0 0,2 0 18 0 0,0 0-1 0 0,0-1 0 0 0,2 1 0 0 0,0-1 0 0 0,0 0 1 0 0,1-1-1 0 0,-3-28 0 0 0,7 26-94 0 0,0 0 1 0 0,0 0-1 0 0,2 1 0 0 0,0-1 0 0 0,1 1 1 0 0,1-1-1 0 0,1 1 0 0 0,0 0 1 0 0,1 1-1 0 0,1-1 0 0 0,0 1 0 0 0,2 1 1 0 0,0-1-1 0 0,20-26 0 0 0,-11 21-470 0 0,1 0 0 0 0,0 1-1 0 0,2 1 1 0 0,0 1-1 0 0,1 1 1 0 0,1 1 0 0 0,0 1-1 0 0,45-21 1 0 0,24-5-4847 0 0,-46 22 2275 0 0</inkml:trace>
</inkml:ink>
</file>

<file path=ppt/ink/ink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2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478 71 408 0 0,'0'0'1440'0'0,"2"-3"-712"0"0,0 1-286 0 0,-1-1 0 0 0,1 1 0 0 0,-1-1 0 0 0,0 1 0 0 0,0-1 0 0 0,0 0 0 0 0,0 1 1 0 0,0-1-1 0 0,0 0 0 0 0,-1 0 0 0 0,1 1 0 0 0,-1-1 0 0 0,0 0 0 0 0,0 0 0 0 0,0 0 1 0 0,0 0-1 0 0,-1 1 0 0 0,1-1 0 0 0,-1 0 0 0 0,0 0 0 0 0,1 0 0 0 0,-3-3 1 0 0,2 4-36 0 0,-4 5-248 0 0,-15 8-76 0 0,1 1 1 0 0,0 1 0 0 0,1 0-1 0 0,1 2 1 0 0,0 0 0 0 0,-26 30-1 0 0,3 3 31 0 0,-42 66-1 0 0,51-69-58 0 0,3 2 0 0 0,2 0 0 0 0,2 2 0 0 0,2 1 0 0 0,2 1-1 0 0,-17 69 1 0 0,31-98-31 0 0,2 0-1 0 0,1 1 1 0 0,1-1-1 0 0,0 1 1 0 0,2-1-1 0 0,0 1 1 0 0,2 0-1 0 0,1-1 1 0 0,0 0-1 0 0,2 1 1 0 0,0-2-1 0 0,2 1 1 0 0,0 0-1 0 0,2-1 1 0 0,0-1-1 0 0,1 0 1 0 0,22 33-1 0 0,-11-27-135 0 0,1-1-1 0 0,1-1 0 0 0,1-1 1 0 0,1-1-1 0 0,0-2 1 0 0,2 0-1 0 0,1-2 1 0 0,0 0-1 0 0,1-3 1 0 0,1 0-1 0 0,0-2 1 0 0,49 15-1 0 0,-74-26-709 0 0,9 3 156 0 0</inkml:trace>
</inkml:ink>
</file>

<file path=ppt/ink/ink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3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34 396 0 0,'-4'-34'9028'0'0,"7"55"-4729"0"0,4 31-2843 0 0,-4-26-1398 0 0,-2 60 988 0 0,-13 120 0 0 0,11-166-775 0 0,1-31-498 0 0,0 1 1 0 0,-1 0-1 0 0,0 0 1 0 0,0-1-1 0 0,-5 16 1 0 0,5-24-302 0 0</inkml:trace>
</inkml:ink>
</file>

<file path=ppt/ink/ink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4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30 932 0 0,'-1'-15'6843'0'0,"1"14"-6648"0"0,-1 1 0 0 0,1-1-1 0 0,-1 0 1 0 0,1 0-1 0 0,-1 0 1 0 0,1 0-1 0 0,-1 1 1 0 0,1-1 0 0 0,-1 0-1 0 0,0 0 1 0 0,1 1-1 0 0,-1-1 1 0 0,0 0-1 0 0,0 1 1 0 0,0-1-1 0 0,1 1 1 0 0,-1-1 0 0 0,0 1-1 0 0,0 0 1 0 0,0-1-1 0 0,0 1 1 0 0,0 0-1 0 0,0 0 1 0 0,0-1 0 0 0,0 1-1 0 0,0 0 1 0 0,0 0-1 0 0,0 0 1 0 0,0 0-1 0 0,0 0 1 0 0,-1 1 0 0 0,-2 0-54 0 0,1 0 0 0 0,0 0 0 0 0,-1 1 0 0 0,1 0 0 0 0,0 0 0 0 0,0-1 0 0 0,0 2 0 0 0,0-1 0 0 0,-3 3 0 0 0,-9 10-101 0 0,1 0-1 0 0,-18 25 1 0 0,23-26 28 0 0,0 0 1 0 0,1 0 0 0 0,0 1-1 0 0,2 0 1 0 0,-1 1-1 0 0,2-1 1 0 0,0 1 0 0 0,1 0-1 0 0,-4 32 1 0 0,7-40-93 0 0,0 1 0 0 0,1-1 0 0 0,0 0 0 0 0,0 0 0 0 0,1 0 0 0 0,0 0 0 0 0,0 0 0 0 0,1 0 1 0 0,0 0-1 0 0,1 0 0 0 0,-1-1 0 0 0,1 1 0 0 0,1-1 0 0 0,0 1 0 0 0,0-1 0 0 0,0 0 0 0 0,1-1 0 0 0,0 1 0 0 0,0-1 1 0 0,0 0-1 0 0,1 0 0 0 0,8 6 0 0 0,-9-9-5 0 0,0 0 0 0 0,1 0 1 0 0,-1 0-1 0 0,1-1 0 0 0,-1 0 0 0 0,1 0 1 0 0,0 0-1 0 0,0-1 0 0 0,0 0 1 0 0,0 0-1 0 0,0-1 0 0 0,0 1 0 0 0,0-1 1 0 0,0 0-1 0 0,0-1 0 0 0,0 0 1 0 0,0 0-1 0 0,0 0 0 0 0,0-1 0 0 0,-1 1 1 0 0,1-1-1 0 0,0-1 0 0 0,-1 1 1 0 0,7-4-1 0 0,-2 0 16 0 0,0 0 0 0 0,-1 0 0 0 0,1-1 0 0 0,-1-1 1 0 0,-1 1-1 0 0,1-1 0 0 0,-1-1 0 0 0,-1 1 0 0 0,0-1 0 0 0,0-1 1 0 0,10-17-1 0 0,-12 17 49 0 0,0 1 1 0 0,-1-1-1 0 0,0 0 1 0 0,-1-1 0 0 0,0 1-1 0 0,0 0 1 0 0,-1-1 0 0 0,-1 0-1 0 0,0 1 1 0 0,0-1-1 0 0,-1 0 1 0 0,0 0 0 0 0,-1 1-1 0 0,0-1 1 0 0,-1 0-1 0 0,0 1 1 0 0,-1-1 0 0 0,0 1-1 0 0,-7-17 1 0 0,-32-35 285 0 0,41 60-540 0 0,0 2 123 0 0,1-1-1 0 0,-1 1 1 0 0,1 0-1 0 0,0-1 0 0 0,-1 1 1 0 0,1 0-1 0 0,-1 0 1 0 0,1-1-1 0 0,-1 1 1 0 0,1 0-1 0 0,0 0 0 0 0,-1 0 1 0 0,1 0-1 0 0,-1-1 1 0 0,1 1-1 0 0,-1 0 0 0 0,1 0 1 0 0,-1 0-1 0 0,1 0 1 0 0,-1 0-1 0 0,1 0 0 0 0,-1 0 1 0 0,1 1-1 0 0,-1-1 1 0 0,1 0-1 0 0,-2 0 1 0 0,1 1-141 0 0,-9 11-1055 0 0,4 1-4660 0 0,5-5 2818 0 0</inkml:trace>
</inkml:ink>
</file>

<file path=ppt/ink/ink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4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70 776 0 0,'-29'-7'3858'0'0,"23"8"-3634"0"0,1 0 1 0 0,-1 0-1 0 0,0 0 0 0 0,0 1 0 0 0,0-1 0 0 0,1 1 0 0 0,-1 1 0 0 0,1-1 0 0 0,0 1 0 0 0,-1 0 0 0 0,1 0 0 0 0,1 1 0 0 0,-1-1 0 0 0,0 1 0 0 0,1 0 0 0 0,0 1 0 0 0,0-1 0 0 0,0 1 0 0 0,0-1 0 0 0,1 1 0 0 0,0 0 0 0 0,0 1 0 0 0,0-1 0 0 0,0 0 0 0 0,1 1 0 0 0,0-1 1 0 0,0 1-1 0 0,1 0 0 0 0,0 0 0 0 0,0 0 0 0 0,-1 10 0 0 0,2-9-202 0 0,0 1-1 0 0,1-1 1 0 0,-1 0 0 0 0,1 1 0 0 0,1-1-1 0 0,0 0 1 0 0,0 0 0 0 0,0 0 0 0 0,1 0 0 0 0,0 0-1 0 0,0 0 1 0 0,0-1 0 0 0,1 1 0 0 0,0-1 0 0 0,1 0-1 0 0,-1 0 1 0 0,10 8 0 0 0,-11-11-20 0 0,1 0 0 0 0,-1-1 0 0 0,1 0-1 0 0,-1 0 1 0 0,1 0 0 0 0,0 0 0 0 0,0-1 0 0 0,-1 1 0 0 0,1-1 0 0 0,1 0 0 0 0,-1 0-1 0 0,0 0 1 0 0,0-1 0 0 0,0 1 0 0 0,0-1 0 0 0,0 0 0 0 0,1-1 0 0 0,-1 1 0 0 0,0-1-1 0 0,0 1 1 0 0,0-1 0 0 0,0 0 0 0 0,0-1 0 0 0,0 1 0 0 0,0-1 0 0 0,0 1 0 0 0,-1-1-1 0 0,1-1 1 0 0,-1 1 0 0 0,1 0 0 0 0,-1-1 0 0 0,5-4 0 0 0,-1 0 86 0 0,0 0 1 0 0,0 0-1 0 0,-1 0 0 0 0,0-1 1 0 0,-1 1-1 0 0,0-1 0 0 0,0-1 1 0 0,-1 1-1 0 0,0-1 1 0 0,0 0-1 0 0,-1 0 0 0 0,0 0 1 0 0,0 0-1 0 0,1-17 0 0 0,-2 18-19 0 0,-1-1 0 0 0,-1 1 0 0 0,1-1 0 0 0,-2 0 0 0 0,1 0 0 0 0,-1 1 0 0 0,0-1 0 0 0,-1 1 0 0 0,0-1 0 0 0,-1 1 0 0 0,1-1 0 0 0,-2 1 0 0 0,1 0 0 0 0,-1 0-1 0 0,0 1 1 0 0,-7-10 0 0 0,9 14-126 0 0,-1 0-1 0 0,1-1 0 0 0,-1 1 1 0 0,0 1-1 0 0,0-1 1 0 0,0 0-1 0 0,0 1 0 0 0,0-1 1 0 0,-5-1-1 0 0,7 3-90 0 0,0 1-1 0 0,-1 0 1 0 0,1 0-1 0 0,0 0 1 0 0,0 0-1 0 0,0 0 1 0 0,-1 0-1 0 0,1 0 1 0 0,0 0-1 0 0,0 0 1 0 0,0 0 0 0 0,0 1-1 0 0,0-1 1 0 0,-1 1-1 0 0,1-1 1 0 0,0 1-1 0 0,0-1 1 0 0,0 1-1 0 0,0-1 1 0 0,0 1-1 0 0,0 0 1 0 0,1 0 0 0 0,-1-1-1 0 0,0 1 1 0 0,0 0-1 0 0,0 0 1 0 0,1 0-1 0 0,-1 0 1 0 0,0 0-1 0 0,1 0 1 0 0,-1 0-1 0 0,1 0 1 0 0,-1 2 0 0 0,-4 6-3308 0 0</inkml:trace>
</inkml:ink>
</file>

<file path=ppt/ink/ink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6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1 312 0 0,'-1'1'10294'0'0,"-7"21"-10227"0"0,-22 79-377 0 0,16-36-5487 0 0,11-48 3227 0 0</inkml:trace>
</inkml:ink>
</file>

<file path=ppt/ink/ink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5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31 620 0 0,'0'0'850'0'0,"-24"-10"5017"0"0,18 11-5702 0 0,0 0-1 0 0,1 0 0 0 0,-1 1 0 0 0,0 0 0 0 0,1 0 0 0 0,-1 0 1 0 0,1 1-1 0 0,0-1 0 0 0,0 1 0 0 0,0 1 0 0 0,0-1 0 0 0,0 1 1 0 0,1 0-1 0 0,-1 0 0 0 0,1 0 0 0 0,0 0 0 0 0,1 1 0 0 0,-1-1 1 0 0,1 1-1 0 0,0 0 0 0 0,0 0 0 0 0,0 1 0 0 0,-3 8 0 0 0,0-2-61 0 0,1 1-1 0 0,1-1 0 0 0,0 0 0 0 0,1 1 0 0 0,0 0 0 0 0,1 0 0 0 0,0 0 0 0 0,1 0 0 0 0,1 26 0 0 0,0-35-94 0 0,1 0 0 0 0,-1 0-1 0 0,1 0 1 0 0,0 0 0 0 0,0 0-1 0 0,0-1 1 0 0,1 1-1 0 0,-1 0 1 0 0,1-1 0 0 0,0 1-1 0 0,0-1 1 0 0,0 0 0 0 0,1 0-1 0 0,-1 1 1 0 0,1-2 0 0 0,-1 1-1 0 0,1 0 1 0 0,0 0-1 0 0,0-1 1 0 0,1 0 0 0 0,-1 1-1 0 0,0-1 1 0 0,1 0 0 0 0,6 2-1 0 0,-5-3 1 0 0,-1 0 0 0 0,1 0 0 0 0,0 0-1 0 0,-1-1 1 0 0,1 0 0 0 0,-1 0 0 0 0,1 0-1 0 0,-1-1 1 0 0,1 1 0 0 0,-1-1 0 0 0,1 0 0 0 0,-1-1-1 0 0,1 1 1 0 0,-1-1 0 0 0,0 0 0 0 0,0 0 0 0 0,0 0-1 0 0,0 0 1 0 0,0-1 0 0 0,0 1 0 0 0,4-5-1 0 0,-1 1 47 0 0,0-1-1 0 0,0 0 1 0 0,-1 0-1 0 0,0-1 0 0 0,0 1 1 0 0,-1-1-1 0 0,0-1 0 0 0,0 1 1 0 0,-1-1-1 0 0,0 0 0 0 0,0 0 1 0 0,-1 0-1 0 0,0 0 1 0 0,-1 0-1 0 0,0-1 0 0 0,-1 1 1 0 0,1-11-1 0 0,-2 12-21 0 0,0 1 0 0 0,0 0 0 0 0,-1 0 0 0 0,0 0 0 0 0,0 0 0 0 0,-1 0 0 0 0,0 0 0 0 0,0 1 0 0 0,-1-1 0 0 0,0 0 0 0 0,0 1 0 0 0,0 0 0 0 0,-1 0 0 0 0,0 0 0 0 0,0 0 0 0 0,0 0 0 0 0,-1 1 0 0 0,0 0 0 0 0,0 0 0 0 0,0 0 0 0 0,-1 1 0 0 0,0-1 0 0 0,-11-5 0 0 0,15 9-165 0 0,-1-1 0 0 0,1 1 0 0 0,-1 0 1 0 0,1 0-1 0 0,-1 1 0 0 0,0-1 0 0 0,1 1 0 0 0,-1-1 0 0 0,0 1 0 0 0,0 0 0 0 0,1 0 0 0 0,-1 0 0 0 0,0 0 0 0 0,0 0 0 0 0,1 1 0 0 0,-1-1 0 0 0,0 1 0 0 0,0 0 0 0 0,1 0 0 0 0,-1 0 0 0 0,1 0 0 0 0,-4 2 0 0 0,-14 14-5950 0 0</inkml:trace>
</inkml:ink>
</file>

<file path=ppt/ink/ink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6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0 1008 0 0,'0'0'8714'0'0,"1"1"-8581"0"0,0 0-1 0 0,-1 0 0 0 0,1 0 1 0 0,0 0-1 0 0,-1 0 0 0 0,0 0 1 0 0,1 0-1 0 0,-1 0 0 0 0,1 0 1 0 0,-1 0-1 0 0,0 0 0 0 0,0 0 1 0 0,0 0-1 0 0,0 1 0 0 0,0-1 1 0 0,0 0-1 0 0,0 2 0 0 0,-43 85 326 0 0,17-26-7870 0 0,23-55 4514 0 0</inkml:trace>
</inkml:ink>
</file>

<file path=ppt/ink/ink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7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30 464 0 0,'0'0'1314'0'0,"-3"-23"2405"0"0,-1 16 292 0 0,1 8-3899 0 0,-1 0 0 0 0,1 0 0 0 0,0 1 1 0 0,-1-1-1 0 0,1 1 0 0 0,0-1 0 0 0,0 1 1 0 0,0 0-1 0 0,0 0 0 0 0,0 0 0 0 0,1 1 1 0 0,-1-1-1 0 0,1 1 0 0 0,-1-1 1 0 0,1 1-1 0 0,0 0 0 0 0,0 0 0 0 0,0 0 1 0 0,0 0-1 0 0,1 0 0 0 0,-3 7 0 0 0,-3 5 145 0 0,2-1-1 0 0,-1 1 1 0 0,-5 28-1 0 0,10-35-218 0 0,0-1 0 0 0,1 0 0 0 0,0 0 0 0 0,0 0 0 0 0,0 1 0 0 0,1-1 0 0 0,0 0 0 0 0,4 13 0 0 0,-4-15-33 0 0,1-1-1 0 0,-1 0 1 0 0,1 0 0 0 0,0 0 0 0 0,0 0 0 0 0,0-1 0 0 0,1 1 0 0 0,-1 0 0 0 0,1-1-1 0 0,0 0 1 0 0,0 0 0 0 0,0 0 0 0 0,0 0 0 0 0,1 0 0 0 0,5 3 0 0 0,-8-5 27 0 0,1-1 0 0 0,-1 0 0 0 0,1 0 1 0 0,0 0-1 0 0,-1 0 0 0 0,1 0 1 0 0,0 0-1 0 0,-1 0 0 0 0,1-1 1 0 0,-1 1-1 0 0,1 0 0 0 0,-1-1 1 0 0,1 1-1 0 0,-1-1 0 0 0,1 0 0 0 0,-1 0 1 0 0,1 1-1 0 0,-1-1 0 0 0,0 0 1 0 0,1 0-1 0 0,-1 0 0 0 0,0 0 1 0 0,0-1-1 0 0,0 1 0 0 0,0 0 1 0 0,2-2-1 0 0,24-35 594 0 0,-21 25-351 0 0,-1-1-1 0 0,0-1 0 0 0,0 1 1 0 0,-2-1-1 0 0,0 1 0 0 0,0-1 0 0 0,-1 0 1 0 0,-1 0-1 0 0,-2-22 0 0 0,1 35-482 0 0,0 0-874 0 0,-1-5 1605 0 0</inkml:trace>
</inkml:ink>
</file>

<file path=ppt/ink/ink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7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31 1128 0 0,'0'0'1304'0'0,"-7"-1"-116"0"0,2 0-925 0 0,1 0 0 0 0,-1 1 0 0 0,1 0 0 0 0,-1 0 0 0 0,0 0 0 0 0,1 0 0 0 0,-1 1 0 0 0,0 0 0 0 0,1 0 0 0 0,-1 0 0 0 0,1 1 0 0 0,-1-1 0 0 0,1 1 0 0 0,0 0 0 0 0,0 0 0 0 0,0 1 0 0 0,0-1 0 0 0,0 1 0 0 0,0 0-1 0 0,1 0 1 0 0,-1 0 0 0 0,1 1 0 0 0,0-1 0 0 0,-3 4 0 0 0,2-1-101 0 0,1-1 0 0 0,0 1 0 0 0,0 0-1 0 0,0 0 1 0 0,0 0 0 0 0,1 0-1 0 0,0 0 1 0 0,1 0 0 0 0,-1 1 0 0 0,1-1-1 0 0,0 1 1 0 0,1-1 0 0 0,-1 8 0 0 0,1-11-124 0 0,1 0-1 0 0,-1 0 1 0 0,0 0 0 0 0,1 0 0 0 0,0 0 0 0 0,-1 0-1 0 0,1 0 1 0 0,0 0 0 0 0,1 0 0 0 0,-1 0 0 0 0,0-1 0 0 0,1 1-1 0 0,0-1 1 0 0,-1 1 0 0 0,1-1 0 0 0,0 0 0 0 0,0 1-1 0 0,1-1 1 0 0,-1 0 0 0 0,0 0 0 0 0,1 0 0 0 0,-1-1 0 0 0,1 1-1 0 0,-1-1 1 0 0,1 1 0 0 0,0-1 0 0 0,0 0 0 0 0,0 0-1 0 0,4 1 1 0 0,-4-1-6 0 0,0-1 0 0 0,0 0-1 0 0,0 0 1 0 0,0 0-1 0 0,0 0 1 0 0,0 0 0 0 0,0-1-1 0 0,0 1 1 0 0,0-1 0 0 0,0 0-1 0 0,0 0 1 0 0,0 0-1 0 0,0 0 1 0 0,-1 0 0 0 0,1-1-1 0 0,0 1 1 0 0,-1-1 0 0 0,0 0-1 0 0,1 0 1 0 0,-1 0 0 0 0,0 0-1 0 0,0 0 1 0 0,0 0-1 0 0,0-1 1 0 0,0 1 0 0 0,0-1-1 0 0,-1 1 1 0 0,1-1 0 0 0,-1 1-1 0 0,0-1 1 0 0,0 0 0 0 0,2-4-1 0 0,1-5 92 0 0,0 0-1 0 0,-1 1 1 0 0,0-1 0 0 0,-1 0-1 0 0,0 0 1 0 0,0-19-1 0 0,-8-34-182 0 0,6 63-254 0 0,-1-4-388 0 0,0-1 122 0 0</inkml:trace>
</inkml:ink>
</file>

<file path=ppt/ink/ink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38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44 336 0 0,'0'0'7889'0'0,"-4"3"-7397"0"0,-1 1-374 0 0,1 1 0 0 0,0-1 0 0 0,1 1 0 0 0,-1-1 0 0 0,1 1 0 0 0,-1 0 0 0 0,2 1 0 0 0,-1-1 0 0 0,0 0-1 0 0,1 1 1 0 0,0 0 0 0 0,1-1 0 0 0,-1 1 0 0 0,1 0 0 0 0,0 0 0 0 0,0 0 0 0 0,1-1 0 0 0,0 1 0 0 0,0 0 0 0 0,0 0 0 0 0,1 7 0 0 0,0-6-51 0 0,0 0 1 0 0,0 0-1 0 0,0 0 1 0 0,1 0-1 0 0,0 0 1 0 0,1 0-1 0 0,-1 0 1 0 0,1-1-1 0 0,1 1 0 0 0,-1-1 1 0 0,1 0-1 0 0,0 0 1 0 0,0 0-1 0 0,1-1 1 0 0,0 1-1 0 0,0-1 0 0 0,10 8 1 0 0,-14-12-46 0 0,1 0 1 0 0,-1 0-1 0 0,1-1 0 0 0,-1 1 1 0 0,1 0-1 0 0,-1-1 0 0 0,1 1 1 0 0,0-1-1 0 0,-1 0 0 0 0,1 1 1 0 0,0-1-1 0 0,-1 0 1 0 0,1 0-1 0 0,0 0 0 0 0,-1 0 1 0 0,1 0-1 0 0,0-1 0 0 0,-1 1 1 0 0,1 0-1 0 0,0-1 1 0 0,-1 1-1 0 0,2-2 0 0 0,1 1 51 0 0,-1-1-1 0 0,0-1 0 0 0,1 1 1 0 0,-1 0-1 0 0,0-1 0 0 0,-1 0 1 0 0,1 1-1 0 0,0-1 0 0 0,3-5 1 0 0,-1 1 106 0 0,0-1 1 0 0,-1 0-1 0 0,0 0 1 0 0,0 0-1 0 0,0 0 1 0 0,-1-1 0 0 0,3-14-1 0 0,-5 2 15 0 0,-1 1-1 0 0,0-1 1 0 0,-2 1-1 0 0,-1-1 1 0 0,0 1-1 0 0,-8-25 1 0 0,8 34-390 0 0,3 10-104 0 0,-1 1 0 0 0,1-1 0 0 0,0 0 1 0 0,-1 1-1 0 0,1-1 0 0 0,-1 1 0 0 0,1-1 1 0 0,-1 1-1 0 0,1-1 0 0 0,-1 1 0 0 0,0-1 0 0 0,1 1 1 0 0,-1 0-1 0 0,1-1 0 0 0,-1 1 0 0 0,0 0 0 0 0,1-1 1 0 0,-1 1-1 0 0,0 0 0 0 0,0 0 0 0 0,1 0 1 0 0,-1 0-1 0 0,0 0 0 0 0,1 0 0 0 0,-1 0 0 0 0,0 0 1 0 0,0 0-1 0 0,1 0 0 0 0,-1 0 0 0 0,0 0 0 0 0,1 0 1 0 0,-1 0-1 0 0,-1 1 0 0 0,2-1 521 0 0</inkml:trace>
</inkml:ink>
</file>

<file path=ppt/ink/ink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07:48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872 132 456,'8'-19'1287,"-5"11"-483,1-1 1,-1 1-1,0-1 0,-1 0 0,0 0 0,0 0 1,0-17-1,-2 23-391,0-12 1177,-2 8-871,-2 9 74,-248 451-281,190-338-396,-195 318 269,138-238 46,-32 98 146,115-215-429,19-27 103,16-50-84,3-8-6052,4-24 2707,-2 11 242</inkml:trace>
</inkml:ink>
</file>

<file path=ppt/ink/ink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49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50 500 0 0,'0'0'3322'0'0,"8"-49"6969"0"0,-9 55-10205 0 0,-50 204 436 0 0,-1 34-874 0 0,51-236 575 0 0</inkml:trace>
</inkml:ink>
</file>

<file path=ppt/ink/ink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49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10 228 0 0,'0'0'1394'0'0,"1"-7"-619"0"0,-1 5-408 0 0,-4 6 1829 0 0,-14 27-1553 0 0,1 0 0 0 0,-24 63 0 0 0,37-83-556 0 0,0 1-1 0 0,1 0 1 0 0,0 0-1 0 0,0 0 1 0 0,2 0 0 0 0,-1 0-1 0 0,2 0 1 0 0,-1 0-1 0 0,2 1 1 0 0,0-1 0 0 0,0 0-1 0 0,5 20 1 0 0,-5-29-68 0 0,0 1 0 0 0,0-1 0 0 0,0 0 1 0 0,0 0-1 0 0,1 0 0 0 0,-1 0 0 0 0,1 0 0 0 0,0 0 1 0 0,-1-1-1 0 0,1 1 0 0 0,1 0 0 0 0,-1-1 1 0 0,0 0-1 0 0,1 1 0 0 0,-1-1 0 0 0,1 0 0 0 0,-1 0 1 0 0,1-1-1 0 0,0 1 0 0 0,0 0 0 0 0,0-1 1 0 0,0 0-1 0 0,0 0 0 0 0,0 0 0 0 0,1 0 0 0 0,-1 0 1 0 0,0 0-1 0 0,0-1 0 0 0,1 0 0 0 0,-1 0 0 0 0,0 0 1 0 0,1 0-1 0 0,-1 0 0 0 0,0 0 0 0 0,0-1 1 0 0,1 0-1 0 0,-1 0 0 0 0,0 0 0 0 0,0 0 0 0 0,3-1 1 0 0,1-1 41 0 0,0-1 1 0 0,-1 1-1 0 0,0-1 1 0 0,0 0 0 0 0,0 0-1 0 0,0 0 1 0 0,-1-1-1 0 0,1 0 1 0 0,-1 0 0 0 0,-1-1-1 0 0,1 1 1 0 0,-1-1 0 0 0,0 0-1 0 0,0 0 1 0 0,0-1-1 0 0,-1 1 1 0 0,4-13 0 0 0,-5 13-6 0 0,-1-1 0 0 0,0 0 0 0 0,0 1 1 0 0,-1-1-1 0 0,1 0 0 0 0,-2 0 0 0 0,1 0 0 0 0,-1 1 1 0 0,0-1-1 0 0,0 0 0 0 0,-1 1 0 0 0,0-1 1 0 0,0 1-1 0 0,-1-1 0 0 0,1 1 0 0 0,-7-10 1 0 0,4 8-35 0 0,-1 0 0 0 0,1 1 0 0 0,-1 0 0 0 0,-1 0 0 0 0,0 0 0 0 0,1 0 0 0 0,-2 1 1 0 0,1 1-1 0 0,-1-1 0 0 0,0 1 0 0 0,-10-5 0 0 0,16 9-347 0 0,-13 12-1500 0 0,9-6-2921 0 0</inkml:trace>
</inkml:ink>
</file>

<file path=ppt/ink/ink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50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1 484 0 0,'0'0'3732'0'0,"0"0"-3636"0"0,1 0 0 0 0,-1 0-1 0 0,1 0 1 0 0,-1 0 0 0 0,0 0-1 0 0,1 0 1 0 0,-1 0 0 0 0,0 0-1 0 0,1 0 1 0 0,-1 0 0 0 0,0 0-1 0 0,1 0 1 0 0,-1 0-1 0 0,0 0 1 0 0,1 1 0 0 0,-1-1-1 0 0,0 0 1 0 0,0 0 0 0 0,1 0-1 0 0,-1 1 1 0 0,0-1 0 0 0,1 0-1 0 0,-1 0 1 0 0,0 1 0 0 0,0-1-1 0 0,0 0 1 0 0,1 0 0 0 0,-1 1-1 0 0,0-1 1 0 0,0 0-1 0 0,0 1 1 0 0,0-1 0 0 0,0 0-1 0 0,1 1 1 0 0,-43 102 2162 0 0,8-22-3072 0 0,27-57-4340 0 0,5-17 2984 0 0</inkml:trace>
</inkml:ink>
</file>

<file path=ppt/ink/ink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50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1 44 0 0,'0'0'5574'0'0,"-4"3"-5113"0"0,-2 2-348 0 0,0 0 0 0 0,0 1-1 0 0,0 0 1 0 0,1 0-1 0 0,0 0 1 0 0,1 1 0 0 0,-1-1-1 0 0,1 1 1 0 0,0 0 0 0 0,1 1-1 0 0,0-1 1 0 0,0 1 0 0 0,0-1-1 0 0,1 1 1 0 0,0 0 0 0 0,1 0-1 0 0,-1 0 1 0 0,2 0 0 0 0,-1 0-1 0 0,1 0 1 0 0,0 0 0 0 0,1 0-1 0 0,0 0 1 0 0,0 0 0 0 0,1 0-1 0 0,0-1 1 0 0,0 1 0 0 0,1 0-1 0 0,4 9 1 0 0,-5-15-94 0 0,-1 0-1 0 0,1 1 1 0 0,-1-1 0 0 0,1 0-1 0 0,0 0 1 0 0,0-1 0 0 0,0 1 0 0 0,0 0-1 0 0,0 0 1 0 0,0-1 0 0 0,1 0-1 0 0,-1 1 1 0 0,0-1 0 0 0,1 0 0 0 0,-1 0-1 0 0,1 0 1 0 0,-1 0 0 0 0,1-1 0 0 0,0 1-1 0 0,-1-1 1 0 0,1 1 0 0 0,-1-1-1 0 0,1 0 1 0 0,0 0 0 0 0,0 0 0 0 0,-1-1-1 0 0,1 1 1 0 0,-1-1 0 0 0,1 1-1 0 0,0-1 1 0 0,-1 0 0 0 0,1 0 0 0 0,3-2-1 0 0,-2 2 23 0 0,-1-1 0 0 0,0 1 0 0 0,0-1 0 0 0,0 0 0 0 0,0 0 1 0 0,0 0-1 0 0,0 0 0 0 0,-1-1 0 0 0,1 1 0 0 0,-1-1 0 0 0,1 0 0 0 0,-1 1 0 0 0,0-1 0 0 0,0 0 0 0 0,0 0 0 0 0,-1-1 0 0 0,1 1 0 0 0,-1 0 0 0 0,1 0 0 0 0,-1-1 0 0 0,0 1 0 0 0,0-1 0 0 0,-1 1 0 0 0,1-1 0 0 0,-1-4 0 0 0,-2-3 7 0 0,0 1 0 0 0,0 0 0 0 0,-2-1 0 0 0,1 1 0 0 0,-1 0-1 0 0,-1 0 1 0 0,0 1 0 0 0,0-1 0 0 0,-1 1 0 0 0,0 0 0 0 0,0 1 0 0 0,-15-16-1 0 0,19 23-433 0 0,-7-1-462 0 0</inkml:trace>
</inkml:ink>
</file>

<file path=ppt/ink/ink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51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27 324 0 0,'-15'0'3208'0'0,"11"1"-3042"0"0,1 0 0 0 0,-1 1 0 0 0,1-1 0 0 0,0 1 0 0 0,0 0 0 0 0,0 0 0 0 0,0 0 0 0 0,0 0 0 0 0,0 0 0 0 0,0 0 0 0 0,0 1 0 0 0,1-1 0 0 0,0 1 1 0 0,-1 0-1 0 0,1 0 0 0 0,0 0 0 0 0,0 0 0 0 0,0 0 0 0 0,1 1 0 0 0,-1-1 0 0 0,1 0 0 0 0,0 1 0 0 0,0-1 0 0 0,0 1 0 0 0,0-1 0 0 0,0 6 0 0 0,1-8 18 0 0,17 41 604 0 0,-16-41-735 0 0,0 0-1 0 0,0 0 0 0 0,0 0 0 0 0,1 0 1 0 0,-1-1-1 0 0,0 1 0 0 0,0 0 0 0 0,0-1 1 0 0,1 1-1 0 0,-1-1 0 0 0,0 1 0 0 0,1-1 0 0 0,-1 1 1 0 0,0-1-1 0 0,1 0 0 0 0,-1 0 0 0 0,1 0 1 0 0,-1 0-1 0 0,0 0 0 0 0,3 0 0 0 0,-2-1 200 0 0,1-1-2 0 0,1-3-102 0 0,0 1 0 0 0,0-1 0 0 0,0-1 0 0 0,-1 1 0 0 0,0 0 0 0 0,0-1 0 0 0,0 0 0 0 0,-1 0 0 0 0,1 0 0 0 0,-1 0 0 0 0,-1 0 0 0 0,1 0 0 0 0,-1 0 0 0 0,0-1 1 0 0,-1 1-1 0 0,1 0 0 0 0,-1-1 0 0 0,-1 1 0 0 0,1 0 0 0 0,-3-10 0 0 0,3 14-42 0 0,-2-15 137 0 0</inkml:trace>
</inkml:ink>
</file>

<file path=ppt/ink/ink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51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59 212 0 0,'-9'-11'7329'0'0,"4"17"-7124"0"0,0 1 0 0 0,0 0 0 0 0,0 1 0 0 0,1-1 0 0 0,0 1 0 0 0,0 0 0 0 0,-3 10 0 0 0,6-16-181 0 0,1 0 1 0 0,-1 0 0 0 0,1 0 0 0 0,-1 0 0 0 0,1 0 0 0 0,0 0-1 0 0,-1 0 1 0 0,1 0 0 0 0,0 0 0 0 0,0 0 0 0 0,1 0 0 0 0,-1 0-1 0 0,0 0 1 0 0,1 0 0 0 0,-1 0 0 0 0,1 0 0 0 0,0 0 0 0 0,-1-1-1 0 0,1 1 1 0 0,0 0 0 0 0,0 0 0 0 0,0-1 0 0 0,0 1 0 0 0,1 0-1 0 0,-1-1 1 0 0,0 1 0 0 0,1-1 0 0 0,-1 0 0 0 0,1 1 0 0 0,-1-1 0 0 0,1 0-1 0 0,0 0 1 0 0,-1 0 0 0 0,1 0 0 0 0,0 0 0 0 0,0 0 0 0 0,0-1-1 0 0,0 1 1 0 0,0-1 0 0 0,3 1 0 0 0,-2 0 35 0 0,-1 0-1 0 0,1-1 1 0 0,-1 1 0 0 0,1-1 0 0 0,-1 0 0 0 0,1 1-1 0 0,-1-1 1 0 0,1 0 0 0 0,0-1 0 0 0,-1 1-1 0 0,1 0 1 0 0,-1-1 0 0 0,1 0 0 0 0,-1 1 0 0 0,1-1-1 0 0,-1 0 1 0 0,0 0 0 0 0,1 0 0 0 0,-1-1-1 0 0,0 1 1 0 0,0 0 0 0 0,0-1 0 0 0,0 0-1 0 0,0 1 1 0 0,0-1 0 0 0,0 0 0 0 0,-1 0 0 0 0,1 0-1 0 0,0 0 1 0 0,-1 0 0 0 0,0 0 0 0 0,1-1-1 0 0,-1 1 1 0 0,0 0 0 0 0,0-1 0 0 0,-1 1-1 0 0,1-1 1 0 0,0 1 0 0 0,0-6 0 0 0,0 3 13 0 0,-1 1-1 0 0,0-1 1 0 0,1 0 0 0 0,-2 0 0 0 0,1 0 0 0 0,0 0-1 0 0,-1 0 1 0 0,0 0 0 0 0,0 0 0 0 0,0 1 0 0 0,-1-1-1 0 0,0 1 1 0 0,0-1 0 0 0,0 1 0 0 0,0-1 0 0 0,-1 1-1 0 0,1 0 1 0 0,-1 0 0 0 0,0 0 0 0 0,-1 0 0 0 0,-3-3-1 0 0,2 3-19 0 0,3 2-152 0 0,0 0-1 0 0,-1 0 0 0 0,1 0 1 0 0,-1 0-1 0 0,1 0 1 0 0,-1 1-1 0 0,1-1 1 0 0,-1 1-1 0 0,0 0 1 0 0,0 0-1 0 0,0 0 0 0 0,0 0 1 0 0,1 0-1 0 0,-1 1 1 0 0,-4-1-1 0 0,4 1-740 0 0,-21 13-5579 0 0</inkml:trace>
</inkml:ink>
</file>

<file path=ppt/ink/ink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52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33 624 0 0,'-28'-19'4458'0'0,"14"6"-2145"0"0,14 13-2277 0 0,0 0 0 0 0,0 0 0 0 0,0 0 0 0 0,0 0 0 0 0,0 0 0 0 0,0 0 0 0 0,0 0 0 0 0,0 0 0 0 0,0 1 0 0 0,0-1 0 0 0,0 0 0 0 0,0 0 0 0 0,0 0 0 0 0,0 0 0 0 0,0 0 0 0 0,0 0 0 0 0,0 0 0 0 0,0 0 0 0 0,0 0 0 0 0,0 0 0 0 0,0 0 0 0 0,0 0 0 0 0,0 1 0 0 0,0-1 0 0 0,0 0 0 0 0,0 0 0 0 0,0 0 0 0 0,0 0 0 0 0,0 0 0 0 0,0 0 0 0 0,0 0 0 0 0,0 0 0 0 0,-1 0 0 0 0,1 0 0 0 0,0 0 0 0 0,0 0 0 0 0,0 0 0 0 0,0 0 0 0 0,0 0 0 0 0,0 0 0 0 0,0 0 0 0 0,0 0 0 0 0,0 0 0 0 0,0 0 0 0 0,0 0 0 0 0,0 0 0 0 0,0 0 0 0 0,0 0 0 0 0,-1 0 0 0 0,1 0 0 0 0,0 0 0 0 0,0 0 0 0 0,0 0 0 0 0,0 0 0 0 0,0 0 0 0 0,0 0 0 0 0,0 0 0 0 0,0 0 0 0 0,22 27 757 0 0,94 58-458 0 0,-85-66-265 0 0,-2 2 0 0 0,0 2 0 0 0,48 48 1 0 0,-54-44-35 0 0,-2 2 1 0 0,-1 0 0 0 0,-1 1-1 0 0,-2 1 1 0 0,-1 1 0 0 0,-1 0 0 0 0,-2 1-1 0 0,-1 1 1 0 0,-1 0 0 0 0,-3 0-1 0 0,0 1 1 0 0,-3 0 0 0 0,3 62 0 0 0,-7-52-3 0 0,-2 0 1 0 0,-1 0 0 0 0,-3 0 0 0 0,-2 0 0 0 0,-2-1 0 0 0,-2 0 0 0 0,-1-1-1 0 0,-3 0 1 0 0,-1-1 0 0 0,-33 60 0 0 0,32-74 227 0 0,0-2 1 0 0,-2 0-1 0 0,-1-1 0 0 0,-1-1 1 0 0,-1 0-1 0 0,-1-2 0 0 0,-1-1 0 0 0,-1-1 1 0 0,-1-1-1 0 0,0-1 0 0 0,-2-1 1 0 0,0-2-1 0 0,0-1 0 0 0,-1-1 1 0 0,-1-1-1 0 0,-49 12 0 0 0,31-11 810 0 0,46-13-769 0 0,-14 5-792 0 0,-3 2-5645 0 0,14-2 1957 0 0</inkml:trace>
</inkml:ink>
</file>

<file path=ppt/ink/ink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54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65 224 0 0,'-5'-20'13454'0'0,"6"19"-12922"0"0,5-4 453 0 0,-3 3-709 0 0,36-9 342 0 0,-34 10-747 0 0,100-21-1165 0 0,-94 21-515 0 0,0 0-1 0 0,0 0 1 0 0,0 1-1 0 0,16 3 1 0 0</inkml:trace>
</inkml:ink>
</file>

<file path=ppt/ink/ink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7:54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13 832 0 0,'0'0'2376'0'0,"-5"8"1329"0"0,39-14-3297 0 0,-18 4-128 0 0,4 4-212 0 0,7-4-256 0 0,3-1-288 0 0,-5 3-696 0 0,2-4-1261 0 0,1-1 561 0 0</inkml:trace>
</inkml:ink>
</file>

<file path=ppt/ink/ink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11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336 48 256 0 0,'-14'-48'14927'0'0,"-4"70"-13649"0"0,-15 24-1558 0 0,-89 131 359 0 0,1-1-140 0 0,95-134 82 0 0,25-40 50 0 0,143 3-109 0 0,12-5-153 0 0,19-2-1250 0 0,-171 3 1408 0 0,0-1 1 0 0,0 0 0 0 0,0 0 0 0 0,0 0-1 0 0,0 0 1 0 0,0 0 0 0 0,0-1-1 0 0,0 1 1 0 0,0-1 0 0 0,0 1 0 0 0,0-1-1 0 0,0 0 1 0 0,-1 0 0 0 0,1 0 0 0 0,0 0-1 0 0,0 0 1 0 0,-1 0 0 0 0,1 0-1 0 0,0 0 1 0 0,-1-1 0 0 0,1 1 0 0 0,-1-1-1 0 0,0 1 1 0 0,1-1 0 0 0,-1 1 0 0 0,0-1-1 0 0,0 0 1 0 0,0 0 0 0 0,0 0-1 0 0,-1 1 1 0 0,1-1 0 0 0,0 0 0 0 0,-1 0-1 0 0,1 0 1 0 0,-1 0 0 0 0,0 0 0 0 0,1 0-1 0 0,-1 0 1 0 0,0 0 0 0 0,0 0-1 0 0,-1-4 1 0 0,1 5-14 0 0,-2-4 41 0 0,1 0 1 0 0,-1 0 0 0 0,1 0-1 0 0,0 0 1 0 0,0-1 0 0 0,1 1 0 0 0,-1 0-1 0 0,2-6 1 0 0,-4-22 361 0 0,2 31-229 0 0,-8-45 2183 0 0,8 46-2054 0 0,-9 14-247 0 0,0 1 0 0 0,1 0 0 0 0,1 1 1 0 0,1-1-1 0 0,0 1 0 0 0,-9 31 0 0 0,2-10 26 0 0,0-2-235 0 0,-77 176 838 0 0,71-170-1461 0 0,-1-1-1 0 0,-3-1 1 0 0,-29 38 0 0 0,26-52-5851 0 0,14-15 2835 0 0</inkml:trace>
</inkml:ink>
</file>

<file path=ppt/ink/ink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2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32 696 0 0,'-6'-15'717'0'0,"1"-1"11723"0"0,8 73-12193 0 0,21 109 0 0 0,-5-55-93 0 0,-17-50-191 0 0,-7-19-3600 0 0,-3-39 1549 0 0</inkml:trace>
</inkml:ink>
</file>

<file path=ppt/ink/ink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3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65 584 0 0,'-1'-2'414'0'0,"0"0"0"0"0,1 0 0 0 0,-1-1 0 0 0,1 1 0 0 0,-1 0 0 0 0,1-1 0 0 0,0 1 0 0 0,0-1 0 0 0,0 1 0 0 0,0 0 0 0 0,0-1 0 0 0,0 1 0 0 0,2-4 0 0 0,-2 5-298 0 0,1-1-1 0 0,0 1 0 0 0,-1 0 1 0 0,1 0-1 0 0,0-1 0 0 0,0 1 1 0 0,0 0-1 0 0,0 0 0 0 0,0 0 0 0 0,0 0 1 0 0,0 0-1 0 0,0 0 0 0 0,0 0 1 0 0,1 1-1 0 0,-1-1 0 0 0,2-1 1 0 0,5 0-51 0 0,-1 0-1 0 0,1 0 1 0 0,0 1 0 0 0,0 0 0 0 0,0 0 0 0 0,12 1 0 0 0,-13-1 194 0 0,13 2-148 0 0,-1 1 0 0 0,1 0 0 0 0,0 1 0 0 0,-1 1 0 0 0,1 1 0 0 0,-1 1 1 0 0,0 0-1 0 0,-1 2 0 0 0,0 0 0 0 0,0 1 0 0 0,21 15 0 0 0,-21-13-56 0 0,0 1 1 0 0,-2 1-1 0 0,1 1 0 0 0,-2 0 1 0 0,0 1-1 0 0,0 1 0 0 0,-2 1 1 0 0,0-1-1 0 0,-1 2 0 0 0,15 26 1 0 0,-24-37-42 0 0,-1-1 0 0 0,1 0 0 0 0,-1 1 1 0 0,0 0-1 0 0,-1-1 0 0 0,0 1 0 0 0,0 0 0 0 0,0 0 1 0 0,-1 0-1 0 0,0 0 0 0 0,0 0 0 0 0,0 0 0 0 0,-1-1 1 0 0,0 1-1 0 0,-3 7 0 0 0,1-3 2 0 0,-1-1 0 0 0,-1 0 1 0 0,0 0-1 0 0,0-1 0 0 0,-1 0 0 0 0,0 1 0 0 0,0-2 0 0 0,-15 16 0 0 0,3-6 69 0 0,-1-2-1 0 0,-1 0 0 0 0,-1-1 1 0 0,0-1-1 0 0,-1 0 0 0 0,0-2 1 0 0,-40 16-1 0 0,44-22 37 0 0,0 0 0 0 0,-1-1 0 0 0,1-1-1 0 0,-1-1 1 0 0,0-1 0 0 0,0 0 0 0 0,-31-2 0 0 0,47 0-182 0 0,-8-5-383 0 0,11 5 391 0 0,0 0-1 0 0,0 0 1 0 0,-1 0-1 0 0,1 0 1 0 0,0 0-1 0 0,0 0 1 0 0,-1-1-1 0 0,1 1 1 0 0,0 0-1 0 0,0 0 1 0 0,0 0-1 0 0,-1 0 1 0 0,1-1-1 0 0,0 1 1 0 0,0 0-1 0 0,0 0 1 0 0,0 0-1 0 0,-1-1 1 0 0,1 1-1 0 0,0 0 1 0 0,0 0-1 0 0,0-1 1 0 0,0 1-1 0 0,0 0 1 0 0,0 0-1 0 0,0-1 1 0 0,0 1-1 0 0,0 0 1 0 0,0 0-1 0 0,0-1 1 0 0,0 1-1 0 0,0 0 1 0 0,0-1-1 0 0,0 1 1 0 0,0 0-1 0 0,0 0 1 0 0,0-1-1 0 0,0 1 1 0 0,0 0-1 0 0,0 0 0 0 0,0-1 1 0 0,0 1-1 0 0,1 0 1 0 0,-1 0-1 0 0,0 0 1 0 0,0-1-1 0 0,0 1 1 0 0,0 0-1 0 0,1 0 1 0 0,-1 0-1 0 0,0-1 1 0 0,0 1-1 0 0,0 0 1 0 0,1 0-1 0 0,-1 0 1 0 0,4-2-434 0 0,2-1-223 0 0,3-2-2790 0 0,2-1 792 0 0</inkml:trace>
</inkml:ink>
</file>

<file path=ppt/ink/ink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3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56 132 0 0,'-17'-30'8775'0'0,"17"30"-8730"0"0,-1-1 0 0 0,1 1 0 0 0,-1 0 0 0 0,1 0-1 0 0,0 0 1 0 0,-1 0 0 0 0,1 0 0 0 0,-1 0-1 0 0,1 0 1 0 0,-1 0 0 0 0,1 0 0 0 0,-1 0-1 0 0,1 0 1 0 0,-1 0 0 0 0,1 0 0 0 0,-1 0-1 0 0,1 0 1 0 0,-1 0 0 0 0,1 0 0 0 0,0 1 0 0 0,-1-1-1 0 0,1 0 1 0 0,-1 0 0 0 0,1 1 0 0 0,0-1-1 0 0,-1 0 1 0 0,1 1 0 0 0,-1-1 0 0 0,1 0-1 0 0,0 1 1 0 0,0-1 0 0 0,-1 0 0 0 0,1 1-1 0 0,0-1 1 0 0,0 1 0 0 0,-1-1 0 0 0,1 0 0 0 0,0 1-1 0 0,0 0 1 0 0,-10 31 744 0 0,4 34-105 0 0,7-59-642 0 0,0 0-1 0 0,1 0 0 0 0,-1 0 1 0 0,2 0-1 0 0,-1 0 1 0 0,1-1-1 0 0,-1 1 0 0 0,2-1 1 0 0,-1 0-1 0 0,1 0 1 0 0,0 0-1 0 0,0-1 0 0 0,1 1 1 0 0,-1-1-1 0 0,1 0 1 0 0,1 0-1 0 0,-1 0 1 0 0,1-1-1 0 0,-1 0 0 0 0,1 0 1 0 0,0 0-1 0 0,1-1 1 0 0,-1 0-1 0 0,0 0 0 0 0,13 3 1 0 0,-18-6 10 0 0,20-10 43 0 0,-17 6-66 0 0,0 1 0 0 0,0-1 1 0 0,0 0-1 0 0,0 0 1 0 0,-1 0-1 0 0,1 0 0 0 0,-1-1 1 0 0,0 0-1 0 0,-1 1 1 0 0,1-1-1 0 0,-1 0 0 0 0,0 0 1 0 0,0-1-1 0 0,0 1 1 0 0,-1 0-1 0 0,0-1 0 0 0,0 1 1 0 0,0 0-1 0 0,0-8 1 0 0,-1 2 41 0 0,0 0 1 0 0,0 1 0 0 0,-1-1-1 0 0,0 0 1 0 0,-1 1 0 0 0,0-1 0 0 0,-1 1-1 0 0,-6-16 1 0 0,8 22-140 0 0,-1 0 0 0 0,1 0 0 0 0,-1 0 0 0 0,-1 0 0 0 0,1 0 0 0 0,0 0 0 0 0,-1 1 0 0 0,0-1 0 0 0,0 1 0 0 0,0 0 0 0 0,-6-5 0 0 0,8 8-483 0 0,-6 8-3553 0 0,1 1-129 0 0</inkml:trace>
</inkml:ink>
</file>

<file path=ppt/ink/ink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3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73 224 0 0,'5'-17'2425'0'0,"-4"14"-1913"0"0,1 0 0 0 0,-1 1 0 0 0,0-1 0 0 0,0 0-1 0 0,-1 0 1 0 0,1-1 0 0 0,-1 1 0 0 0,0 0 0 0 0,1 0-1 0 0,-1 0 1 0 0,0 0 0 0 0,-1 0 0 0 0,1 0 0 0 0,-1 0 0 0 0,0-5-1 0 0,0 6-148 0 0,-10 3-235 0 0,1 0 1 0 0,0 1-1 0 0,-1 1 0 0 0,1 0 0 0 0,0 0 1 0 0,1 1-1 0 0,-1 0 0 0 0,1 0 0 0 0,-1 1 1 0 0,2 1-1 0 0,-1-1 0 0 0,0 2 1 0 0,1-1-1 0 0,0 1 0 0 0,1 0 0 0 0,-1 1 1 0 0,2-1-1 0 0,-12 17 0 0 0,14-18-110 0 0,0 1-1 0 0,0-1 1 0 0,0 1-1 0 0,1 0 1 0 0,0 0-1 0 0,0 1 1 0 0,1-1-1 0 0,0 1 1 0 0,0-1-1 0 0,1 1 1 0 0,-1 12-1 0 0,2-15 2 0 0,1 1 0 0 0,-1-1 0 0 0,1 1 0 0 0,0-1 0 0 0,1 1 1 0 0,-1-1-1 0 0,1 0 0 0 0,0 1 0 0 0,0-1 0 0 0,1 0 0 0 0,-1 0 0 0 0,1-1 0 0 0,0 1 0 0 0,1-1 0 0 0,-1 1 0 0 0,1-1 0 0 0,5 5 0 0 0,-1-2-72 0 0,1 0 1 0 0,0 0-1 0 0,0-1 0 0 0,0 0 0 0 0,1-1 0 0 0,0 0 0 0 0,0-1 0 0 0,0 0 0 0 0,0 0 0 0 0,16 3 1 0 0,-17-5-983 0 0,1-1 1 0 0,-1 0 0 0 0,0 0-1 0 0,1-1 1 0 0,-1 0 0 0 0,1-1-1 0 0,14-3 1 0 0,-9 1-1969 0 0</inkml:trace>
</inkml:ink>
</file>

<file path=ppt/ink/ink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4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17 332 0 0,'0'0'3224'0'0,"5"-17"8054"0"0,0 36-11086 0 0,44 229 1167 0 0,-48-234-1821 0 0,0-1 1 0 0,-1 0 0 0 0,-1 18-1 0 0,3-23-565 0 0</inkml:trace>
</inkml:ink>
</file>

<file path=ppt/ink/ink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4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93 64 0 0,'0'0'1616'0'0,"-16"-23"9370"0"0,16 19-10335 0 0,0 1-1 0 0,0-1 0 0 0,1 1 0 0 0,-1-1 0 0 0,1 1 0 0 0,0 0 0 0 0,-1-1 0 0 0,2 1 0 0 0,1-6 0 0 0,-2 8 39 0 0,3-15 3388 0 0,4 3-8303 0 0,-8 13 3937 0 0,1 0-1 0 0,-1 0 1 0 0,1 0 0 0 0,-1 0 0 0 0,1 0-1 0 0,-1 0 1 0 0,1 0 0 0 0,-1 0 0 0 0,1 1-1 0 0,-1-1 1 0 0,1 0 0 0 0,-1 0 0 0 0,1 0-1 0 0,-1 0 1 0 0,0 1 0 0 0,1-1 0 0 0,-1 0-1 0 0,1 0 1 0 0,-1 1 0 0 0,0-1 0 0 0,1 0-1 0 0,-1 1 1 0 0,0-1 0 0 0,1 0 0 0 0,-1 1 0 0 0,0-1-1 0 0,1 0 1 0 0,-1 1 0 0 0,0-1 0 0 0,0 1-1 0 0,1-1 1 0 0,-1 1 0 0 0,0-1 0 0 0,0 1-1 0 0,0-1 1 0 0,0 1 0 0 0,0-1 0 0 0,0 0-1 0 0,0 1 1 0 0,0-1 0 0 0,0 1 0 0 0</inkml:trace>
</inkml:ink>
</file>

<file path=ppt/ink/ink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5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60 0 0,'5'22'18331'0'0,"-4"-21"-17581"0"0,7 0 183 0 0,-5-1-1739 0 0,15-15-14518 0 0</inkml:trace>
</inkml:ink>
</file>

<file path=ppt/ink/ink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7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67 520 0 0,'1'-13'3564'0'0,"-2"-41"7618"0"0,3 61-11055 0 0,4 14-102 0 0,27 76-38 0 0,-30-89-271 0 0,0-1 0 0 0,1 0 0 0 0,-1 0 0 0 0,2 0 0 0 0,-1 0-1 0 0,1-1 1 0 0,0 0 0 0 0,0 0 0 0 0,1 0 0 0 0,10 8 0 0 0,17-2-1939 0 0,-9-8-2568 0 0,-8-3 1829 0 0</inkml:trace>
</inkml:ink>
</file>

<file path=ppt/ink/ink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8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20 0 0,'1'-8'9040'0'0,"10"46"-9565"0"0,1-1 0 0 0,23 45 0 0 0,-19-50-3191 0 0,-5-19 1595 0 0</inkml:trace>
</inkml:ink>
</file>

<file path=ppt/ink/ink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8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473 465 700 0 0,'2'3'294'0'0,"1"1"1"0"0,-1 0-1 0 0,0-1 0 0 0,-1 1 1 0 0,1 0-1 0 0,-1 0 0 0 0,1 0 0 0 0,-1 0 1 0 0,0 0-1 0 0,-1 0 0 0 0,1 0 1 0 0,-1 1-1 0 0,0-1 0 0 0,0 0 1 0 0,0 0-1 0 0,-1 5 0 0 0,-16 74 1632 0 0,7-44-1166 0 0,8-30-633 0 0,-1 0-1 0 0,1 1 0 0 0,-2-1 1 0 0,1 0-1 0 0,-1 0 0 0 0,0-1 1 0 0,-1 1-1 0 0,0-1 0 0 0,-1 0 1 0 0,0 0-1 0 0,0-1 0 0 0,0 1 1 0 0,-8 6-1 0 0,8-10-75 0 0,1 0 0 0 0,-1 0 0 0 0,0 0-1 0 0,0 0 1 0 0,0-1 0 0 0,0 0 0 0 0,0-1 0 0 0,-1 1 0 0 0,0-1 0 0 0,1 0 0 0 0,-1-1 0 0 0,0 1 0 0 0,0-1 0 0 0,0-1-1 0 0,1 0 1 0 0,-1 1 0 0 0,0-2 0 0 0,-14-1 0 0 0,8-1-19 0 0,0-1 0 0 0,0 0 1 0 0,1-1-1 0 0,-1 0 0 0 0,1-1 0 0 0,0 0 1 0 0,0-1-1 0 0,1 0 0 0 0,0-1 0 0 0,0 0 0 0 0,1-1 1 0 0,0 0-1 0 0,0-1 0 0 0,1 0 0 0 0,1 0 1 0 0,0-1-1 0 0,0 0 0 0 0,1 0 0 0 0,0-1 0 0 0,1 0 1 0 0,0 0-1 0 0,1-1 0 0 0,0 1 0 0 0,-3-20 1 0 0,3 13 13 0 0,1 0 1 0 0,1 0 0 0 0,0-1 0 0 0,2 1 0 0 0,0 0 0 0 0,1-1 0 0 0,1 1-1 0 0,1-1 1 0 0,1 1 0 0 0,1 0 0 0 0,0 0 0 0 0,1 1 0 0 0,1-1 0 0 0,1 1-1 0 0,1 0 1 0 0,15-26 0 0 0,-10 25 4 0 0,1 1-1 0 0,1 0 1 0 0,1 1-1 0 0,0 1 1 0 0,1 0 0 0 0,1 2-1 0 0,0 0 1 0 0,1 0-1 0 0,0 2 1 0 0,1 1-1 0 0,1 0 1 0 0,-1 1 0 0 0,2 2-1 0 0,-1 0 1 0 0,1 1-1 0 0,33-6 1 0 0,-38 10-19 0 0,0 0 1 0 0,1 1-1 0 0,-1 1 1 0 0,1 1-1 0 0,0 0 1 0 0,-1 2-1 0 0,1 0 0 0 0,-1 0 1 0 0,1 2-1 0 0,-1 0 1 0 0,0 1-1 0 0,-1 1 1 0 0,1 0-1 0 0,-1 2 1 0 0,0-1-1 0 0,-1 2 0 0 0,0 0 1 0 0,0 1-1 0 0,-1 1 1 0 0,0 0-1 0 0,23 24 1 0 0,-13-6 8 0 0,-1 1 0 0 0,-2 1 1 0 0,-1 1-1 0 0,-1 1 1 0 0,-2 0-1 0 0,14 38 1 0 0,-20-42-1 0 0,-1 1 0 0 0,-2 1 0 0 0,-1 0 0 0 0,4 41 1 0 0,-12-13 4 0 0,1-56-206 0 0,-1 0-1 0 0,1 1 1 0 0,-1-1-1 0 0,0 0 0 0 0,0 0 1 0 0,0 0-1 0 0,0 1 1 0 0,-1-1-1 0 0,1 0 0 0 0,-1-1 1 0 0,0 1-1 0 0,1 0 1 0 0,-2 0-1 0 0,-3 4 0 0 0,6-7-132 0 0,-12 6-1822 0 0,4-7-2206 0 0,-12-3 1112 0 0</inkml:trace>
</inkml:ink>
</file>

<file path=ppt/ink/ink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9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0 444 800 0 0,'0'0'779'0'0,"10"0"-62"0"0,38-4 28 0 0,1-2 0 0 0,-2-2 0 0 0,1-2 0 0 0,-1-2 0 0 0,66-27 0 0 0,-93 32-627 0 0,-2-2 1 0 0,1 0-1 0 0,-1-2 1 0 0,-1 0-1 0 0,0 0 0 0 0,0-2 1 0 0,-1 0-1 0 0,21-23 1 0 0,-28 26 32 0 0,-2 0 1 0 0,1 0 0 0 0,-1 0-1 0 0,-1-1 1 0 0,1 0 0 0 0,-2-1-1 0 0,0 1 1 0 0,0-1 0 0 0,-1 0-1 0 0,-1-1 1 0 0,0 1 0 0 0,0 0 0 0 0,-1-1-1 0 0,0-24 1 0 0,-1-11 4109 0 0,-8 752-3145 0 0,10-603-1061 0 0,-2 57 175 0 0,-1-202 371 0 0,3-128-865 0 0,1 132 194 0 0,2 1 0 0 0,2 0 0 0 0,1 1-1 0 0,22-59 1 0 0,-26 85 51 0 0,1-1 0 0 0,1 1 0 0 0,0 0-1 0 0,0 0 1 0 0,1 1 0 0 0,1 0 0 0 0,12-13 0 0 0,-15 19 2 0 0,0 0 1 0 0,1 0-1 0 0,-1 0 1 0 0,1 1 0 0 0,0 0-1 0 0,0 0 1 0 0,1 1 0 0 0,-1-1-1 0 0,1 2 1 0 0,-1-1 0 0 0,1 1-1 0 0,0 0 1 0 0,12-1 0 0 0,-13 3 6 0 0,-1 0 1 0 0,0 0-1 0 0,0 1 0 0 0,0 0 1 0 0,-1 0-1 0 0,1 1 0 0 0,0-1 1 0 0,0 1-1 0 0,0 0 1 0 0,-1 1-1 0 0,0-1 0 0 0,1 1 1 0 0,-1 0-1 0 0,8 6 1 0 0,-11-7 8 0 0,0-1 1 0 0,-1 1-1 0 0,1-1 0 0 0,0 1 1 0 0,0 0-1 0 0,-1-1 1 0 0,1 1-1 0 0,-1 0 1 0 0,0 0-1 0 0,1 0 1 0 0,-1 1-1 0 0,0-1 1 0 0,0 0-1 0 0,-1 0 1 0 0,1 0-1 0 0,0 1 0 0 0,-1-1 1 0 0,1 0-1 0 0,-1 1 1 0 0,0-1-1 0 0,0 1 1 0 0,1-1-1 0 0,-2 0 1 0 0,1 1-1 0 0,0-1 1 0 0,0 0-1 0 0,-1 1 0 0 0,0-1 1 0 0,1 0-1 0 0,-1 1 1 0 0,0-1-1 0 0,0 0 1 0 0,0 0-1 0 0,0 0 1 0 0,-1 0-1 0 0,1 0 1 0 0,-3 4-1 0 0,-3 1-98 0 0,1 0 1 0 0,-2 0-1 0 0,1-1 0 0 0,0 0 0 0 0,-1 0 1 0 0,0-1-1 0 0,-1 0 0 0 0,1 0 0 0 0,-1-1 0 0 0,0 0 1 0 0,0 0-1 0 0,0-1 0 0 0,0-1 0 0 0,-1 1 1 0 0,-13 0-1 0 0,21-3-285 0 0,1 0-1 0 0,0 0 1 0 0,-1 0 0 0 0,1 0-1 0 0,-1 0 1 0 0,1-1 0 0 0,-1 1-1 0 0,1 0 1 0 0,-1-1 0 0 0,1 0-1 0 0,0 1 1 0 0,-1-1 0 0 0,1 0-1 0 0,0 1 1 0 0,-1-1 0 0 0,1 0-1 0 0,0 0 1 0 0,0 0 0 0 0,-2-2-1 0 0,3 3 370 0 0,-6-8-3319 0 0</inkml:trace>
</inkml:ink>
</file>

<file path=ppt/ink/ink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39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0 548 0 0,'6'1'6439'0'0,"3"118"-3537"0"0,16 130-47 0 0,17 38-870 0 0,-40-273-1852 0 0,-1 1 0 0 0,0-1 0 0 0,-1 0 0 0 0,-1 1 0 0 0,-3 20 0 0 0,3-24 62 0 0,1-11-182 0 0,0 1-1 0 0,0-1 0 0 0,0 0 1 0 0,0 0-1 0 0,0 1 0 0 0,0-1 0 0 0,0 0 1 0 0,0 0-1 0 0,0 1 0 0 0,0-1 1 0 0,0 0-1 0 0,-1 0 0 0 0,1 1 0 0 0,0-1 1 0 0,0 0-1 0 0,0 0 0 0 0,0 0 1 0 0,0 1-1 0 0,0-1 0 0 0,-1 0 0 0 0,1 0 1 0 0,0 0-1 0 0,0 1 0 0 0,0-1 1 0 0,0 0-1 0 0,-1 0 0 0 0,1 0 0 0 0,0 0 1 0 0,0 0-1 0 0,-1 1 0 0 0,1-1 1 0 0,0 0-1 0 0,0 0 0 0 0,-1 0 0 0 0,1 0 1 0 0,0 0-1 0 0,0 0 0 0 0,-1 0 1 0 0,1 0-1 0 0,0 0 0 0 0,0 0 1 0 0,-1 0-1 0 0,-1 0 78 0 0,-23-37 125 0 0,16 19-229 0 0,2-1 0 0 0,0 0-1 0 0,1 0 1 0 0,1 0 0 0 0,1-1 0 0 0,1 0 0 0 0,1 1-1 0 0,0-1 1 0 0,2 0 0 0 0,0 0 0 0 0,1 0-1 0 0,1 0 1 0 0,1 0 0 0 0,0 0 0 0 0,2 1-1 0 0,0 0 1 0 0,1 0 0 0 0,1 0 0 0 0,1 0 0 0 0,1 1-1 0 0,0 1 1 0 0,23-32 0 0 0,-22 38-10 0 0,0 1 1 0 0,0 0-1 0 0,1 1 1 0 0,1 0-1 0 0,0 1 1 0 0,0 0-1 0 0,0 0 1 0 0,1 2-1 0 0,19-9 1 0 0,-26 13 11 0 0,0 0 0 0 0,-1 1 0 0 0,1 0 0 0 0,0 0 0 0 0,0 0 0 0 0,0 0 0 0 0,0 1 0 0 0,0 0 0 0 0,0 0 0 0 0,0 1 0 0 0,7 1 0 0 0,-9-1 6 0 0,0 0-1 0 0,0 1 1 0 0,-1-1-1 0 0,1 1 0 0 0,-1 0 1 0 0,1 0-1 0 0,-1 0 1 0 0,0 1-1 0 0,0-1 1 0 0,0 1-1 0 0,0-1 1 0 0,0 1-1 0 0,-1 0 1 0 0,1 0-1 0 0,-1 1 1 0 0,0-1-1 0 0,0 0 1 0 0,3 7-1 0 0,-4-7 8 0 0,0-1 0 0 0,0 1 1 0 0,0 0-1 0 0,0 0 0 0 0,0 0 0 0 0,-1 0 0 0 0,1 0 1 0 0,-1 0-1 0 0,0 1 0 0 0,0-1 0 0 0,0 0 0 0 0,0 0 0 0 0,-1 0 1 0 0,1 0-1 0 0,-1 0 0 0 0,0 0 0 0 0,-2 5 0 0 0,0-1 1 0 0,0-1-1 0 0,0 0 0 0 0,-1 0 0 0 0,0-1 0 0 0,0 1 1 0 0,-1-1-1 0 0,-8 8 0 0 0,-5 2 5 0 0,0-1-1 0 0,-1-1 1 0 0,-36 20-1 0 0,46-29-79 0 0,3 0-228 0 0,0-1 0 0 0,0 0 0 0 0,0 0 0 0 0,-1 0 0 0 0,0-1 0 0 0,-13 3 0 0 0,18-5-1025 0 0,-9-8-4747 0 0</inkml:trace>
</inkml:ink>
</file>

<file path=ppt/ink/ink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0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0 527 124 0 0,'0'0'3373'0'0,"3"-1"-2569"0"0,10-4-286 0 0,-2-1-1 0 0,1 1 0 0 0,0-2 1 0 0,-1 0-1 0 0,-1 0 1 0 0,1-1-1 0 0,16-17 1 0 0,-4 3 81 0 0,-2-2 1 0 0,22-30-1 0 0,-25 25-188 0 0,0 0-1 0 0,-3-2 1 0 0,0 0 0 0 0,-2-1-1 0 0,-2 0 1 0 0,0 0 0 0 0,-3-2 0 0 0,6-34-1 0 0,-14 66-352 0 0,1 1-1 0 0,0-1 0 0 0,-1 0 0 0 0,1 1 1 0 0,-1-1-1 0 0,0 0 0 0 0,1 0 1 0 0,-1 1-1 0 0,0-1 0 0 0,0 0 1 0 0,0 0-1 0 0,0 1 0 0 0,-1-1 0 0 0,1 0 1 0 0,0 0-1 0 0,-1 1 0 0 0,1-1 1 0 0,-1 0-1 0 0,-1-2 0 0 0,1 4-34 0 0,0 0 1 0 0,-1 1-1 0 0,1-1 0 0 0,0 1 0 0 0,0-1 0 0 0,0 1 1 0 0,-1-1-1 0 0,1 1 0 0 0,0 0 0 0 0,0 0 0 0 0,0-1 0 0 0,0 1 1 0 0,0 0-1 0 0,0 0 0 0 0,1 0 0 0 0,-1 0 0 0 0,0 0 1 0 0,0 0-1 0 0,0 2 0 0 0,-44 68 121 0 0,34-47-95 0 0,1 0 1 0 0,1 1 0 0 0,1 0-1 0 0,1 0 1 0 0,-5 41 0 0 0,10-56-32 0 0,1 0 0 0 0,1 0 0 0 0,0 0 0 0 0,0 1 1 0 0,1-1-1 0 0,1 0 0 0 0,-1 0 0 0 0,2 0 0 0 0,-1-1 0 0 0,1 1 0 0 0,1-1 1 0 0,0 1-1 0 0,0-1 0 0 0,1 0 0 0 0,0 0 0 0 0,0-1 0 0 0,10 12 0 0 0,-12-17-9 0 0,-1-1 0 0 0,1 1 0 0 0,0-1-1 0 0,0 1 1 0 0,1-1 0 0 0,-1 0-1 0 0,0 0 1 0 0,1 0 0 0 0,-1-1-1 0 0,1 1 1 0 0,0-1 0 0 0,-1 0-1 0 0,1 0 1 0 0,0 0 0 0 0,0 0-1 0 0,4 0 1 0 0,0-1-6 0 0,-1 0 0 0 0,1-1 1 0 0,-1 0-1 0 0,1 0 0 0 0,-1 0 0 0 0,0-1 1 0 0,1 0-1 0 0,6-3 0 0 0,-2 0 54 0 0,0-1-1 0 0,0 0 1 0 0,-1-1-1 0 0,0 0 1 0 0,0 0-1 0 0,-1-1 1 0 0,0 0-1 0 0,0-1 1 0 0,10-13 0 0 0,0 3 2888 0 0,-19 19-2920 0 0,-1 0 1 0 0,1 1-1 0 0,-1-1 1 0 0,1 0-1 0 0,-1 1 1 0 0,1-1-1 0 0,-1 0 1 0 0,1 1-1 0 0,-1-1 1 0 0,1 1-1 0 0,-1-1 1 0 0,0 1-1 0 0,1-1 1 0 0,-1 1 0 0 0,0-1-1 0 0,1 1 1 0 0,-1-1-1 0 0,0 1 1 0 0,0 0-1 0 0,1-1 1 0 0,-1 1-1 0 0,0-1 1 0 0,0 2-1 0 0,18 28-1656 0 0,8-10-1626 0 0,4-8-4121 0 0,-9-7 2683 0 0</inkml:trace>
</inkml:ink>
</file>

<file path=ppt/ink/ink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1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28 616 0 0,'0'0'1739'0'0,"-14"-21"2533"0"0,8 19-4083 0 0,0 1-1 0 0,1 0 1 0 0,-1 0-1 0 0,0 0 1 0 0,0 0 0 0 0,0 1-1 0 0,0 0 1 0 0,0 0-1 0 0,0 1 1 0 0,0 0-1 0 0,0 0 1 0 0,1 0-1 0 0,-1 1 1 0 0,0-1-1 0 0,1 1 1 0 0,-1 1 0 0 0,1-1-1 0 0,-1 1 1 0 0,1 0-1 0 0,0 0 1 0 0,0 1-1 0 0,1-1 1 0 0,-8 8-1 0 0,11-10-176 0 0,1 0-1 0 0,-1 1 1 0 0,1-1 0 0 0,0 0-1 0 0,-1 0 1 0 0,1 1-1 0 0,0-1 1 0 0,0 0-1 0 0,0 1 1 0 0,0-1-1 0 0,0 0 1 0 0,0 0-1 0 0,0 1 1 0 0,0-1 0 0 0,1 0-1 0 0,-1 1 1 0 0,0-1-1 0 0,1 0 1 0 0,-1 0-1 0 0,1 1 1 0 0,0-1-1 0 0,-1 0 1 0 0,1 0-1 0 0,0 0 1 0 0,-1 0 0 0 0,1 0-1 0 0,0 0 1 0 0,0 0-1 0 0,2 1 1 0 0,35 30 71 0 0,-28-24-55 0 0,1 0-16 0 0,-8-7-29 0 0,-1 1 0 0 0,1-1 0 0 0,-1 1 0 0 0,0-1 0 0 0,1 1 0 0 0,-1 0 0 0 0,0 0 0 0 0,0 0 1 0 0,-1 0-1 0 0,4 5 0 0 0,-5-6 15 0 0,-1 1 0 0 0,0-1 0 0 0,0 0 0 0 0,0 1 1 0 0,0-1-1 0 0,0 0 0 0 0,0 1 0 0 0,0-1 0 0 0,-1 0 0 0 0,1 0 1 0 0,0 0-1 0 0,-1 0 0 0 0,1 0 0 0 0,0-1 0 0 0,-1 1 0 0 0,1 0 1 0 0,-1-1-1 0 0,0 1 0 0 0,-2 0 0 0 0,-34 10-8 0 0,-112 17-1125 0 0,148-28 447 0 0</inkml:trace>
</inkml:ink>
</file>

<file path=ppt/ink/ink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2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79 760 0 0,'0'0'1050'0'0,"-7"-16"2153"0"0,-8-17 1825 0 0,14 31-4854 0 0,0 0 0 0 0,0 0 1 0 0,0 1-1 0 0,0-1 0 0 0,-1 0 0 0 0,1 1 1 0 0,-1-1-1 0 0,1 0 0 0 0,-1 1 0 0 0,0 0 1 0 0,1-1-1 0 0,-1 1 0 0 0,0 0 1 0 0,0 0-1 0 0,0 0 0 0 0,0 0 0 0 0,0 0 1 0 0,0 0-1 0 0,0 1 0 0 0,0-1 0 0 0,-3 1 1 0 0,0-1-38 0 0,-1 1 1 0 0,1 0 0 0 0,-1 0-1 0 0,1 1 1 0 0,-1-1 0 0 0,1 1-1 0 0,0 1 1 0 0,-8 2 0 0 0,-4 2-9 0 0,1 1 1 0 0,0 1 0 0 0,1 0-1 0 0,-22 16 1 0 0,23-13-23 0 0,0-1 1 0 0,1 2-1 0 0,1 0 0 0 0,0 0 0 0 0,1 1 1 0 0,-19 28-1 0 0,28-38-111 0 0,0 0 0 0 0,0 0 0 0 0,0 0 1 0 0,0 1-1 0 0,1-1 0 0 0,-1 1 0 0 0,1-1 0 0 0,0 1 0 0 0,0-1 0 0 0,0 1 1 0 0,1 0-1 0 0,-1 0 0 0 0,1-1 0 0 0,0 1 0 0 0,0 0 0 0 0,0 0 0 0 0,0 0 0 0 0,1-1 1 0 0,-1 1-1 0 0,1 0 0 0 0,0-1 0 0 0,0 1 0 0 0,1 0 0 0 0,-1-1 0 0 0,1 1 1 0 0,0-1-1 0 0,0 0 0 0 0,0 0 0 0 0,0 0 0 0 0,0 0 0 0 0,1 0 0 0 0,-1 0 0 0 0,1 0 1 0 0,0-1-1 0 0,0 1 0 0 0,0-1 0 0 0,4 3 0 0 0,-2-3-26 0 0,0 0 0 0 0,-1 0 0 0 0,1 0 0 0 0,0 0 0 0 0,0-1 0 0 0,0 0 0 0 0,1 0 0 0 0,-1-1 0 0 0,0 1 0 0 0,0-1 0 0 0,0 0 0 0 0,0 0-1 0 0,1-1 1 0 0,-1 0 0 0 0,0 0 0 0 0,0 0 0 0 0,0 0 0 0 0,0-1 0 0 0,0 0 0 0 0,-1 0 0 0 0,1 0 0 0 0,0 0 0 0 0,-1-1 0 0 0,0 0 0 0 0,5-3 0 0 0,9-7-51 0 0,-1 0 1 0 0,-1-1 0 0 0,0 0-1 0 0,23-28 1 0 0,-29 32 49 0 0,-7 8 64 0 0,0-1 0 0 0,0 1 0 0 0,0-1 1 0 0,-1 0-1 0 0,1 0 0 0 0,0 0 0 0 0,-1 0 0 0 0,0-1 0 0 0,0 1 1 0 0,2-6-1 0 0,-2 13-36 0 0,0 0 0 0 0,0 0 0 0 0,0 0 0 0 0,0 0 1 0 0,1-1-1 0 0,0 1 0 0 0,-1-1 0 0 0,1 1 0 0 0,0-1 0 0 0,1 0 1 0 0,-1 0-1 0 0,0-1 0 0 0,1 1 0 0 0,0-1 0 0 0,0 0 1 0 0,-1 1-1 0 0,1-2 0 0 0,1 1 0 0 0,-1 0 0 0 0,0-1 0 0 0,0 0 1 0 0,0 0-1 0 0,1 0 0 0 0,4 0 0 0 0,4-4-27 0 0,0 0 0 0 0,0-1 0 0 0,0 0 1 0 0,0-1-1 0 0,-1 0 0 0 0,1-1 0 0 0,14-10 0 0 0,-17 9-53 0 0,0 2 1 0 0,0-1-1 0 0,0 1 1 0 0,1 1-1 0 0,-1 0 1 0 0,1 0-1 0 0,0 1 0 0 0,1 1 1 0 0,15-3-1 0 0,-20 6 42 0 0,1 0 1 0 0,-1 1-1 0 0,-1 0 0 0 0,1 0 0 0 0,0 1 0 0 0,0-1 0 0 0,-1 2 0 0 0,1-1 0 0 0,-1 1 0 0 0,7 4 1 0 0,-5-2 20 0 0,1-1-1 0 0,0 0 1 0 0,1-1 0 0 0,10 4 0 0 0,-9-5 16 0 0,1-1 0 0 0,-1-1 0 0 0,1 0 1 0 0,0 0-1 0 0,-1-1 0 0 0,1-1 0 0 0,0 0 0 0 0,-1 0 0 0 0,1-1 0 0 0,-1-1 0 0 0,13-4 0 0 0,-9 2 98 0 0,0-1-1 0 0,0-1 1 0 0,0 0 0 0 0,0-1-1 0 0,-1 0 1 0 0,-1-2 0 0 0,17-13-1 0 0,-28 21 127 0 0,-1-1-1 0 0,1 0 0 0 0,-1 1 0 0 0,1-1 0 0 0,-1 1 0 0 0,0-1 1 0 0,0 0-1 0 0,0 0 0 0 0,0-4 0 0 0,0 10-1098 0 0,8 34-1102 0 0,9-12-4958 0 0,-3-16 3045 0 0</inkml:trace>
</inkml:ink>
</file>

<file path=ppt/ink/ink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3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311 435 1192 0 0,'1'-1'377'0'0,"0"-1"0"0"0,0 0 0 0 0,-1 1 0 0 0,1-1 0 0 0,-1 0 0 0 0,1 0 0 0 0,-1 1 0 0 0,0-1 0 0 0,1 0 0 0 0,-1 0 0 0 0,0 0 0 0 0,0 1 1 0 0,-1-1-1 0 0,1 0 0 0 0,0 0 0 0 0,0 0 0 0 0,-1 1 0 0 0,1-1 0 0 0,-2-2 0 0 0,1 3-195 0 0,0 0 1 0 0,0 0 0 0 0,0 0-1 0 0,0 0 1 0 0,0 0 0 0 0,0 1-1 0 0,0-1 1 0 0,0 0 0 0 0,-1 1-1 0 0,1-1 1 0 0,0 1 0 0 0,0-1-1 0 0,-1 1 1 0 0,1 0 0 0 0,0-1-1 0 0,-1 1 1 0 0,1 0-1 0 0,0 0 1 0 0,-1 0 0 0 0,-1 0-1 0 0,-6 1 39 0 0,0 0 0 0 0,0 1-1 0 0,1 0 1 0 0,-1 0-1 0 0,0 1 1 0 0,-14 6 0 0 0,-5 4 77 0 0,0 2 1 0 0,-26 18 0 0 0,44-27-209 0 0,1 1-1 0 0,0 0 1 0 0,1 0-1 0 0,-1 1 1 0 0,2 0 0 0 0,-1 1-1 0 0,1 0 1 0 0,0 0 0 0 0,-6 12-1 0 0,11-18-70 0 0,0 0 0 0 0,1-1 0 0 0,-1 1-1 0 0,1 0 1 0 0,0 0 0 0 0,0 0-1 0 0,0 0 1 0 0,1 0 0 0 0,-1 0 0 0 0,1 0-1 0 0,-1 0 1 0 0,1 0 0 0 0,0 1-1 0 0,0-1 1 0 0,1 0 0 0 0,-1 0 0 0 0,1 0-1 0 0,-1 0 1 0 0,1 0 0 0 0,0 0-1 0 0,0 0 1 0 0,0 0 0 0 0,0 0 0 0 0,1 0-1 0 0,-1-1 1 0 0,1 1 0 0 0,3 4-1 0 0,-1-4-4 0 0,-1-1-1 0 0,1 1 0 0 0,0-1 1 0 0,0 0-1 0 0,-1 0 0 0 0,1 0 1 0 0,1 0-1 0 0,-1-1 0 0 0,0 0 1 0 0,0 1-1 0 0,0-2 0 0 0,1 1 1 0 0,-1 0-1 0 0,0-1 1 0 0,1 0-1 0 0,-1 0 0 0 0,1 0 1 0 0,-1-1-1 0 0,8-1 0 0 0,4-2 53 0 0,-1 0-1 0 0,1-1 0 0 0,0-1 0 0 0,-1-1 1 0 0,0 0-1 0 0,-1-1 0 0 0,0-1 1 0 0,0 0-1 0 0,-1 0 0 0 0,0-2 1 0 0,0 0-1 0 0,-1 0 0 0 0,-1-1 1 0 0,0 0-1 0 0,-1-1 0 0 0,0 0 0 0 0,10-19 1 0 0,-8 13 111 0 0,-2 0 1 0 0,0 0-1 0 0,-1-1 1 0 0,-1 0-1 0 0,-1-1 1 0 0,-1 0-1 0 0,-1 0 1 0 0,-1 0-1 0 0,0-1 1 0 0,-2 1-1 0 0,0-1 1 0 0,-3-40-1 0 0,-1 52-101 0 0,0 0 0 0 0,0 0 0 0 0,-1 0 0 0 0,0 1 0 0 0,0-1 0 0 0,-1 1 1 0 0,0 0-1 0 0,-1 0 0 0 0,0 1 0 0 0,-1-1 0 0 0,-7-9 0 0 0,9 13-146 0 0,0 1 1 0 0,-1-1-1 0 0,1 1 1 0 0,-1 0-1 0 0,0 0 0 0 0,0 0 1 0 0,0 1-1 0 0,0 0 1 0 0,-1 0-1 0 0,0 0 1 0 0,1 1-1 0 0,-1 0 0 0 0,0 0 1 0 0,0 0-1 0 0,0 1 1 0 0,0 0-1 0 0,0 0 1 0 0,-1 0-1 0 0,-9 1 0 0 0,13 0-102 0 0,1 1 0 0 0,-1-1 0 0 0,1 1 0 0 0,0-1-1 0 0,-1 1 1 0 0,1 0 0 0 0,0 0 0 0 0,-1 0 0 0 0,1 1-1 0 0,0-1 1 0 0,0 0 0 0 0,0 1 0 0 0,0 0 0 0 0,0-1-1 0 0,0 1 1 0 0,0 0 0 0 0,1 0 0 0 0,-1 0 0 0 0,1 0-1 0 0,-1 0 1 0 0,1 0 0 0 0,0 0 0 0 0,0 1 0 0 0,0-1-1 0 0,0 0 1 0 0,-1 4 0 0 0,1-3-468 0 0,1 0 0 0 0,-1 0 0 0 0,0 1 0 0 0,1-1 1 0 0,0 0-1 0 0,0 0 0 0 0,0 1 0 0 0,0-1 0 0 0,0 0 0 0 0,1 0 0 0 0,-1 1 0 0 0,2 3 1 0 0,5 7-3150 0 0</inkml:trace>
</inkml:ink>
</file>

<file path=ppt/ink/ink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4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1 707 628 0 0,'0'0'7907'0'0,"5"2"-7518"0"0,6-1-195 0 0,1 0-1 0 0,-1 0 1 0 0,0-1 0 0 0,0-1-1 0 0,1 0 1 0 0,-1 0-1 0 0,0-1 1 0 0,0 0 0 0 0,0-1-1 0 0,0-1 1 0 0,-1 0-1 0 0,1 0 1 0 0,-1-1 0 0 0,0 0-1 0 0,0 0 1 0 0,0-2-1 0 0,-1 1 1 0 0,0-1 0 0 0,-1 0-1 0 0,9-9 1 0 0,-13 12-79 0 0,-1 0 0 0 0,0 0 0 0 0,0 0 1 0 0,0 0-1 0 0,-1 0 0 0 0,0-1 0 0 0,1 1 0 0 0,-1-1 0 0 0,-1 0 1 0 0,1 1-1 0 0,1-9 0 0 0,-3 10 47 0 0,-15-27 533 0 0,15 29-682 0 0,-1 0 0 0 0,0 0 0 0 0,0 0 0 0 0,0 1 1 0 0,1-1-1 0 0,-1 0 0 0 0,0 1 0 0 0,0-1 0 0 0,0 1 0 0 0,0-1 1 0 0,0 1-1 0 0,0-1 0 0 0,0 1 0 0 0,0 0 0 0 0,0 0 0 0 0,0-1 1 0 0,0 1-1 0 0,0 0 0 0 0,-1 0 0 0 0,1 0 0 0 0,0 0 0 0 0,0 0 1 0 0,0 0-1 0 0,0 0 0 0 0,0 1 0 0 0,0-1 0 0 0,-2 1 0 0 0,0 0 0 0 0,1 1-1 0 0,-1-1 1 0 0,1 1-1 0 0,0 0 0 0 0,-1-1 1 0 0,1 1-1 0 0,0 0 0 0 0,0 1 1 0 0,0-1-1 0 0,-3 4 1 0 0,2-1-11 0 0,0 0 0 0 0,0 0 0 0 0,0 0 1 0 0,1 0-1 0 0,0 0 0 0 0,-1 0 0 0 0,2 1 1 0 0,-1-1-1 0 0,1 1 0 0 0,0-1 1 0 0,-1 11-1 0 0,3-9-38 0 0,0 0 0 0 0,0-1 1 0 0,1 1-1 0 0,0-1 0 0 0,0 1 0 0 0,1-1 1 0 0,0 0-1 0 0,0 0 0 0 0,0 0 1 0 0,1 0-1 0 0,-1-1 0 0 0,1 1 0 0 0,1-1 1 0 0,-1 0-1 0 0,1 0 0 0 0,0 0 0 0 0,0-1 1 0 0,0 0-1 0 0,1 0 0 0 0,0 0 1 0 0,-1-1-1 0 0,1 1 0 0 0,1-1 0 0 0,-1-1 1 0 0,0 1-1 0 0,1-1 0 0 0,-1 0 1 0 0,1-1-1 0 0,-1 0 0 0 0,10 1 0 0 0,0 0-7 0 0,0-1 0 0 0,0 0-1 0 0,0-2 1 0 0,-1 0 0 0 0,1 0-1 0 0,0-1 1 0 0,-1-1 0 0 0,1-1-1 0 0,-1 0 1 0 0,0-1 0 0 0,0-1-1 0 0,15-8 1 0 0,-8 1 31 0 0,-1 0 0 0 0,0-2 0 0 0,-1-1 0 0 0,-1 0 0 0 0,0-2 1 0 0,-1 0-1 0 0,-1-1 0 0 0,-1-1 0 0 0,24-36 0 0 0,-23 27 66 0 0,-2 0-1 0 0,-1-1 1 0 0,-1 0-1 0 0,-1-1 1 0 0,-2-1-1 0 0,-2 0 1 0 0,6-33-1 0 0,-10 46 127 0 0,-2 0 0 0 0,0-1 0 0 0,0 1 0 0 0,-2 0 0 0 0,-1 0 0 0 0,0 0 0 0 0,-1-1 0 0 0,-1 1 0 0 0,-6-18 0 0 0,9 34-55 0 0,-1 0 0 0 0,0 0 0 0 0,0 0 0 0 0,0 1 0 0 0,0-1 0 0 0,0 0-1 0 0,-1 1 1 0 0,1-1 0 0 0,-1 1 0 0 0,0 0 0 0 0,0-1 0 0 0,0 1-1 0 0,-3-3 1 0 0,3 6-113 0 0,0 0 0 0 0,0 0 0 0 0,0 0 0 0 0,0 0 0 0 0,1 0 0 0 0,-1 0 0 0 0,0 1 0 0 0,1-1 0 0 0,-1 0 0 0 0,1 1 0 0 0,-1 0 0 0 0,1-1 0 0 0,0 1 0 0 0,0 0 0 0 0,0-1 0 0 0,0 1-1 0 0,0 0 1 0 0,0 0 0 0 0,-1 4 0 0 0,-15 25 2 0 0,2 0 0 0 0,1 2 0 0 0,2-1 0 0 0,1 2 0 0 0,1 0 0 0 0,2 0 0 0 0,2 0 0 0 0,1 1 0 0 0,1 0-1 0 0,2 0 1 0 0,2 0 0 0 0,1 0 0 0 0,2 0 0 0 0,7 40 0 0 0,-4-50-253 0 0,1 0 1 0 0,15 38-1 0 0,-18-54 90 0 0,0 0 0 0 0,1-1 0 0 0,0 1 0 0 0,0-1 0 0 0,1 0 0 0 0,0 0 0 0 0,0-1 0 0 0,1 0 0 0 0,14 12 0 0 0,-19-17 123 0 0,0-1 0 0 0,0 0 0 0 0,0 0 0 0 0,1 0 0 0 0,-1-1 0 0 0,0 1 0 0 0,0 0 0 0 0,1-1 0 0 0,-1 1 0 0 0,1-1 0 0 0,-1 0 0 0 0,0 0 0 0 0,1 0 0 0 0,-1 0 0 0 0,1 0 0 0 0,-1-1 0 0 0,0 1 0 0 0,1-1 0 0 0,-1 1 0 0 0,0-1 0 0 0,0 0 0 0 0,1 0 0 0 0,-1 0 0 0 0,0 0 0 0 0,0 0 0 0 0,0-1 0 0 0,0 1 0 0 0,0-1 0 0 0,0 1 0 0 0,1-3 0 0 0,3-1 426 0 0,0-1 0 0 0,-1 1 0 0 0,0-1 0 0 0,0 0 0 0 0,0-1 0 0 0,-1 1 0 0 0,7-14 1831 0 0,-11 12-1083 0 0,-2 5-2426 0 0,-12 23-11485 0 0</inkml:trace>
</inkml:ink>
</file>

<file path=ppt/ink/ink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4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76 844 0 0,'0'-44'8223'0'0,"5"17"-3698"0"0,-5 22-6551 0 0</inkml:trace>
</inkml:ink>
</file>

<file path=ppt/ink/ink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4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40 856 0 0,'0'0'2182'0'0,"-14"-34"6416"0"0,12 33-8468 0 0,1 1 0 0 0,0-1 1 0 0,-1 0-1 0 0,1 1 0 0 0,-1-1 0 0 0,1 1 1 0 0,-1 0-1 0 0,1-1 0 0 0,-1 1 1 0 0,1 0-1 0 0,-1 0 0 0 0,1 0 0 0 0,-1 0 1 0 0,1 0-1 0 0,-1 0 0 0 0,1 1 0 0 0,-1-1 1 0 0,1 0-1 0 0,-1 1 0 0 0,1-1 1 0 0,-3 2-1 0 0,-1 1 17 0 0,0-1 0 0 0,0 1 0 0 0,0 0 0 0 0,1 1 0 0 0,-1-1 0 0 0,-5 7 1 0 0,5-5-73 0 0,-1 0 1 0 0,1 1-1 0 0,0 0 0 0 0,1 0 1 0 0,0 1-1 0 0,-1-1 1 0 0,2 1-1 0 0,-1 0 1 0 0,-4 14-1 0 0,7-17-73 0 0,0 0-1 0 0,1 0 0 0 0,-1 0 1 0 0,1 0-1 0 0,0 0 1 0 0,0 0-1 0 0,0 0 1 0 0,0-1-1 0 0,1 1 0 0 0,0 0 1 0 0,0 0-1 0 0,0 0 1 0 0,0 0-1 0 0,0 0 1 0 0,1-1-1 0 0,0 1 0 0 0,0-1 1 0 0,0 1-1 0 0,0-1 1 0 0,0 0-1 0 0,1 0 1 0 0,-1 0-1 0 0,1 0 0 0 0,0 0 1 0 0,0 0-1 0 0,0-1 1 0 0,0 1-1 0 0,0-1 1 0 0,1 0-1 0 0,-1 0 0 0 0,1 0 1 0 0,-1-1-1 0 0,1 1 1 0 0,5 1-1 0 0,0-1-47 0 0,0 0 0 0 0,0-1 0 0 0,0 0 0 0 0,0 0 1 0 0,0-1-1 0 0,0 0 0 0 0,0 0 0 0 0,0-1 0 0 0,0 0 0 0 0,0-1 0 0 0,-1 0 0 0 0,1 0 0 0 0,0-1 0 0 0,-1 0 0 0 0,15-9 0 0 0,4-2 8 0 0,0-2 0 0 0,-1 0 0 0 0,29-26 0 0 0,-49 36 368 0 0,0 0 0 0 0,0 0 0 0 0,-1 0-1 0 0,0-1 1 0 0,5-8 0 0 0,4-6 4996 0 0,-17 26-6473 0 0,-20 50-1636 0 0,16-34-969 0 0,1-2-3519 0 0</inkml:trace>
</inkml:ink>
</file>

<file path=ppt/ink/ink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5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23 130 14189 0 0,'-8'-33'1253'0'0,"4"19"-646"0"0,0 0 0 0 0,2 0 0 0 0,-2-20 0 0 0,5 27-493 0 0,3-6-1470 0 0</inkml:trace>
</inkml:ink>
</file>

<file path=ppt/ink/ink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5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1 212 0 0,'0'0'7351'0'0,"-3"1"-6645"0"0,-1 0-563 0 0,0 1 1 0 0,1 0 0 0 0,-1 0-1 0 0,1 0 1 0 0,0 0 0 0 0,0 0-1 0 0,0 1 1 0 0,0 0 0 0 0,0-1 0 0 0,0 1-1 0 0,0 0 1 0 0,1 0 0 0 0,0 1-1 0 0,0-1 1 0 0,0 0 0 0 0,0 1-1 0 0,0-1 1 0 0,0 1 0 0 0,1 0-1 0 0,0-1 1 0 0,0 1 0 0 0,0 0-1 0 0,0 0 1 0 0,0 5 0 0 0,0 1-103 0 0,0 0 0 0 0,0 0 0 0 0,1 0 0 0 0,1 0 0 0 0,-1 0 1 0 0,2-1-1 0 0,-1 1 0 0 0,6 16 0 0 0,-6-24-57 0 0,1 0 0 0 0,-1 0-1 0 0,1-1 1 0 0,0 1 0 0 0,0-1 0 0 0,-1 0-1 0 0,1 1 1 0 0,0-1 0 0 0,0 0 0 0 0,0 0 0 0 0,0 0-1 0 0,0 0 1 0 0,1 0 0 0 0,-1-1 0 0 0,0 1-1 0 0,3 0 1 0 0,-2-1 64 0 0,0 0 0 0 0,0 0 0 0 0,0 0 0 0 0,0 0-1 0 0,0-1 1 0 0,0 1 0 0 0,-1-1 0 0 0,1 0 0 0 0,0 0 0 0 0,0 0 0 0 0,-1 0-1 0 0,1 0 1 0 0,-1-1 0 0 0,1 1 0 0 0,-1-1 0 0 0,1 0 0 0 0,-1 1 0 0 0,0-1-1 0 0,0 0 1 0 0,0 0 0 0 0,0-1 0 0 0,0 1 0 0 0,0 0 0 0 0,-1-1-1 0 0,1 1 1 0 0,-1-1 0 0 0,0 1 0 0 0,1-1 0 0 0,-1 0 0 0 0,0 1 0 0 0,-1-1-1 0 0,1 0 1 0 0,0-4 0 0 0,0 0 225 0 0,0 0 1 0 0,-1 0-1 0 0,0 0 0 0 0,0 0 0 0 0,-1 0 0 0 0,0 0 1 0 0,0 0-1 0 0,0 0 0 0 0,-1 0 0 0 0,-4-10 1 0 0,-20-30 950 0 0,12 34-3381 0 0,-5 23-10322 0 0</inkml:trace>
</inkml:ink>
</file>

<file path=ppt/ink/ink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6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15 960 0 0,'0'0'1383'0'0,"-3"-15"9583"0"0,-5 92-6430 0 0,8-70-4520 0 0,-1-1-1 0 0,1 1 1 0 0,0 0-1 0 0,1-1 0 0 0,0 1 1 0 0,0-1-1 0 0,0 1 1 0 0,1-1-1 0 0,0 1 0 0 0,0-1 1 0 0,0 0-1 0 0,1 0 1 0 0,0 0-1 0 0,5 7 0 0 0,-6-12-19 0 0,1 0-1 0 0,-1 0 1 0 0,1 0-1 0 0,-1-1 1 0 0,0 1-1 0 0,1-1 1 0 0,-1 1-1 0 0,1-1 1 0 0,-1 0-1 0 0,1 0 1 0 0,3-1 0 0 0,-4 1 3 0 0,10-5-9 0 0,-1 0 0 0 0,0 0 0 0 0,0-1 1 0 0,0-1-1 0 0,0 0 0 0 0,-1 0 0 0 0,12-12 0 0 0,27-18 121 0 0,-47 36-105 0 0,0-1-31 0 0,-2 2 22 0 0,0 0 0 0 0,0 0 0 0 0,0-1 1 0 0,0 1-1 0 0,0 0 0 0 0,0 0 1 0 0,0 0-1 0 0,0 0 0 0 0,0 0 1 0 0,0 0-1 0 0,0-1 0 0 0,0 1 1 0 0,0 0-1 0 0,0 0 0 0 0,0 0 0 0 0,1 0 1 0 0,-1 0-1 0 0,0 0 0 0 0,0 0 1 0 0,0-1-1 0 0,0 1 0 0 0,0 0 1 0 0,0 0-1 0 0,0 0 0 0 0,0 0 1 0 0,1 0-1 0 0,-1 0 0 0 0,0 0 0 0 0,0 0 1 0 0,0 0-1 0 0,0 0 0 0 0,0 0 1 0 0,0 0-1 0 0,1 0 0 0 0,-1 0 1 0 0,0 0-1 0 0,0 0 0 0 0,0 0 1 0 0,0 0-1 0 0,0 0 0 0 0,1 0 0 0 0,-1 0 1 0 0,0 0-1 0 0,0 0 0 0 0,0 0 1 0 0,0 0-1 0 0,0 0 0 0 0,0 0 1 0 0,1 0-1 0 0,-1 0 0 0 0,0 0 1 0 0,0 0-1 0 0,0 0 0 0 0,0 0 1 0 0,0 0-1 0 0,0 1 0 0 0,0-1 0 0 0,0 0 1 0 0,1 0-1 0 0,-1 0 0 0 0,0 0 1 0 0,1 11-115 0 0,0 0 1 0 0,1 0-1 0 0,0 0 1 0 0,0 0-1 0 0,6 13 1 0 0,-5-23 98 0 0,-1 1 0 0 0,1-1 0 0 0,-1 0 1 0 0,1-1-1 0 0,-1 1 0 0 0,1 0 0 0 0,0-1 0 0 0,-1 1 0 0 0,1-1 0 0 0,0 0 1 0 0,-1 0-1 0 0,1 0 0 0 0,0 0 0 0 0,-1 0 0 0 0,6-2 0 0 0,-7 2 13 0 0,17-3-27 0 0,0 0-1 0 0,1-2 0 0 0,-1 0 0 0 0,23-9 1 0 0,38-11-55 0 0,-55 19 52 0 0,40-6-85 0 0,-61 11 109 0 0,0 1 0 0 0,0 0 0 0 0,0 0 0 0 0,0 0 0 0 0,0 1 0 0 0,0-1 0 0 0,0 1 0 0 0,0-1-1 0 0,0 1 1 0 0,0 0 0 0 0,0 0 0 0 0,0 1 0 0 0,-1-1 0 0 0,1 0 0 0 0,0 1 0 0 0,-1 0 0 0 0,4 2-1 0 0,-4 0 1 0 0,-3-1-19 0 0,0 1 0 0 0,0 0 1 0 0,0-1-1 0 0,-1 0 0 0 0,1 1 0 0 0,-1-1 0 0 0,0 0 0 0 0,0 1 0 0 0,0-1 0 0 0,0 0 1 0 0,0-1-1 0 0,-1 1 0 0 0,1 0 0 0 0,-1-1 0 0 0,0 1 0 0 0,1-1 0 0 0,-1 0 0 0 0,-1 0 0 0 0,1 0 1 0 0,-5 3-1 0 0,2-2-198 0 0,-16 11-651 0 0,-2 1-1698 0 0,10-4-3323 0 0</inkml:trace>
</inkml:ink>
</file>

<file path=ppt/ink/ink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6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9 1384 0 0,'-3'-8'14037'0'0,"4"14"-13668"0"0,0 51 318 0 0,-5-17-3010 0 0,5-29-634 0 0,3 0-5388 0 0</inkml:trace>
</inkml:ink>
</file>

<file path=ppt/ink/ink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6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 1080 0 0,'25'0'8271'0'0,"-24"0"-8085"0"0,-1 1 0 0 0,0-1 0 0 0,1 0 1 0 0,-1 0-1 0 0,1 1 0 0 0,-1-1 0 0 0,0 0 0 0 0,1 1 1 0 0,-1-1-1 0 0,0 0 0 0 0,1 1 0 0 0,-1-1 1 0 0,0 1-1 0 0,1-1 0 0 0,-1 0 0 0 0,0 1 1 0 0,0-1-1 0 0,0 1 0 0 0,1-1 0 0 0,-1 1 1 0 0,0-1-1 0 0,0 1 0 0 0,0-1 0 0 0,0 1 0 0 0,0-1 1 0 0,0 1-1 0 0,-4 15-1263 0 0,-36 57-950 0 0,2-25-3465 0 0,11-24 2237 0 0</inkml:trace>
</inkml:ink>
</file>

<file path=ppt/ink/ink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8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1 796 0 0,'0'0'13982'0'0,"0"4"-13503"0"0,-4 45 547 0 0,2 0 0 0 0,6 55 0 0 0,14 31-2284 0 0,-17-134 791 0 0,-2-8-4911 0 0,1 3 4994 0 0,-1 1 0 0 0,1-1 0 0 0,-1 1 0 0 0,0-1 0 0 0,-1 1 0 0 0,1 0 0 0 0,-2-4 0 0 0,-3-7-2273 0 0,-2-8-442 0 0</inkml:trace>
</inkml:ink>
</file>

<file path=ppt/ink/ink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8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98 372 0 0,'-1'-2'186'0'0,"-1"-5"657"0"0,1 0 0 0 0,-1 0 0 0 0,1-1 0 0 0,1 1 1 0 0,-1-1-1 0 0,2-9 0 0 0,-1 15-738 0 0,0 1 1 0 0,1-1-1 0 0,-1 1 1 0 0,1-1-1 0 0,-1 0 1 0 0,1 1-1 0 0,0-1 1 0 0,-1 1-1 0 0,1-1 1 0 0,0 1-1 0 0,0-1 1 0 0,0 1-1 0 0,0 0 1 0 0,1 0-1 0 0,-1-1 1 0 0,0 1-1 0 0,0 0 1 0 0,1 0-1 0 0,-1 0 1 0 0,1 0-1 0 0,-1 0 1 0 0,1 1-1 0 0,-1-1 1 0 0,1 0-1 0 0,0 1 1 0 0,-1-1-1 0 0,1 1 1 0 0,-1 0-1 0 0,1-1 1 0 0,0 1-1 0 0,0 0 1 0 0,-1 0-1 0 0,1 0 1 0 0,3 0-1 0 0,17 2 58 0 0,-1 0-1 0 0,0 1 1 0 0,0 1-1 0 0,0 1 1 0 0,0 1 0 0 0,-1 0-1 0 0,0 2 1 0 0,0 1-1 0 0,-1 0 1 0 0,0 1-1 0 0,0 1 1 0 0,-1 1-1 0 0,-1 0 1 0 0,23 22 0 0 0,-30-25-112 0 0,-1 1 1 0 0,0 0 0 0 0,0 1-1 0 0,-1 0 1 0 0,0 0 0 0 0,-1 1-1 0 0,0 0 1 0 0,-1 0 0 0 0,-1 0-1 0 0,7 20 1 0 0,-10-21-20 0 0,0-1-1 0 0,0 1 1 0 0,-1 0 0 0 0,0-1-1 0 0,-1 1 1 0 0,0 0 0 0 0,-1 0-1 0 0,0-1 1 0 0,-1 1 0 0 0,0-1-1 0 0,-1 1 1 0 0,0-1 0 0 0,0 0-1 0 0,-9 16 1 0 0,4-10 3 0 0,-2-1 0 0 0,0 0 0 0 0,0 0 1 0 0,-2-1-1 0 0,0 0 0 0 0,0-1 0 0 0,-1-1 0 0 0,-1 0 1 0 0,0-1-1 0 0,-1 0 0 0 0,-16 9 0 0 0,6-6 156 0 0,-1 0 0 0 0,-1-2 0 0 0,0 0 0 0 0,-1-2 0 0 0,0-1 0 0 0,-31 5 0 0 0,49-12-74 0 0,0-1 0 0 0,-1 0 0 0 0,1-1 0 0 0,-11-1 0 0 0,18 1-147 0 0,0 0 0 0 0,0 0 0 0 0,0-1 0 0 0,1 1 0 0 0,-1-1 0 0 0,0 1 0 0 0,0-1 0 0 0,1 0 0 0 0,-1 0 0 0 0,0-1 0 0 0,1 1 0 0 0,-1 0 0 0 0,1-1-1 0 0,-1 0 1 0 0,1 0 0 0 0,0 1 0 0 0,0-1 0 0 0,-3-3 0 0 0,5 4-72 0 0,-1-1-1 0 0,1 1 0 0 0,-1-1 0 0 0,1 1 0 0 0,0-1 1 0 0,0 1-1 0 0,-1-1 0 0 0,1 1 0 0 0,0-1 0 0 0,0 0 1 0 0,0 1-1 0 0,1-1 0 0 0,-1 1 0 0 0,0-1 0 0 0,1 1 1 0 0,-1-1-1 0 0,1 1 0 0 0,-1-1 0 0 0,1 1 0 0 0,0-1 1 0 0,-1 1-1 0 0,1 0 0 0 0,0-1 0 0 0,0 1 0 0 0,0 0 1 0 0,2-2-1 0 0,32-31-5007 0 0,-31 31 3716 0 0,16-13-2054 0 0</inkml:trace>
</inkml:ink>
</file>

<file path=ppt/ink/ink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8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1 768 0 0,'-2'2'6988'0'0,"-15"17"-6600"0"0,1-5 70 0 0,1 1 1 0 0,1 0-1 0 0,0 0 1 0 0,-14 21-1 0 0,25-31-381 0 0,0-1 0 0 0,0 1 0 0 0,1 0 0 0 0,-1 0 0 0 0,1 0 0 0 0,0 0 0 0 0,0 0 0 0 0,1 0 0 0 0,-1 0-1 0 0,1 1 1 0 0,0-1 0 0 0,1 0 0 0 0,-1 1 0 0 0,1-1 0 0 0,0 1 0 0 0,0-1 0 0 0,1 1 0 0 0,0-1 0 0 0,0 1 0 0 0,2 5 0 0 0,-3-9-51 0 0,1-1-1 0 0,-1 1 1 0 0,1 0 0 0 0,0-1-1 0 0,0 1 1 0 0,-1 0 0 0 0,1-1 0 0 0,0 1-1 0 0,0-1 1 0 0,1 1 0 0 0,-1-1 0 0 0,0 0-1 0 0,0 1 1 0 0,1-1 0 0 0,-1 0-1 0 0,1 0 1 0 0,-1 0 0 0 0,1 0 0 0 0,-1 0-1 0 0,1 0 1 0 0,0-1 0 0 0,2 2 0 0 0,-3-2-5 0 0,1 0 0 0 0,0 0 0 0 0,0-1 0 0 0,0 1 0 0 0,-1 0 0 0 0,1-1 0 0 0,0 1 0 0 0,0-1 0 0 0,-1 1 0 0 0,1-1 0 0 0,0 0 0 0 0,-1 0 0 0 0,1 0 0 0 0,-1 0 0 0 0,1 0 0 0 0,-1 0 0 0 0,3-3 0 0 0,1 0 77 0 0,-1-1-1 0 0,0 0 0 0 0,0 0 1 0 0,0-1-1 0 0,0 1 1 0 0,-1-1-1 0 0,0 0 0 0 0,0 0 1 0 0,-1 0-1 0 0,4-12 0 0 0,-6 10-33 0 0,0 0 0 0 0,0 0-1 0 0,-1 0 1 0 0,0 0 0 0 0,0 0 0 0 0,-1 0-1 0 0,0 0 1 0 0,-1 0 0 0 0,0 1-1 0 0,0-1 1 0 0,0 1 0 0 0,-1 0-1 0 0,0 0 1 0 0,-1 0 0 0 0,1 1 0 0 0,-1-1-1 0 0,-1 1 1 0 0,1 0 0 0 0,-13-10-1 0 0,17 15-475 0 0,-10-2-585 0 0</inkml:trace>
</inkml:ink>
</file>

<file path=ppt/ink/ink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9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60 944 0 0,'14'-37'8483'0'0,"-14"36"-8376"0"0,0 0 0 0 0,0 1 0 0 0,0-1 0 0 0,0 0 0 0 0,0 0 0 0 0,0 0 0 0 0,0 0 0 0 0,-1 1 0 0 0,1-1 0 0 0,0 0 0 0 0,0 0 0 0 0,-1 0 0 0 0,1 1 0 0 0,0-1 0 0 0,-1 0 0 0 0,1 1 0 0 0,-1-1 0 0 0,1 0 0 0 0,-1 1 0 0 0,1-1 0 0 0,-1 0 0 0 0,1 1 0 0 0,-1-1 0 0 0,0 1 0 0 0,1-1 0 0 0,-1 1 0 0 0,0-1 0 0 0,1 1 0 0 0,-1-1 0 0 0,0 1 0 0 0,0 0 0 0 0,1 0 0 0 0,-2-1 0 0 0,-1 1 18 0 0,0 0-1 0 0,0 0 1 0 0,0 0 0 0 0,0 0 0 0 0,0 1-1 0 0,0-1 1 0 0,0 1 0 0 0,0 0 0 0 0,1 0-1 0 0,-4 1 1 0 0,-6 4 115 0 0,1-1 1 0 0,-1 2-1 0 0,-19 14 0 0 0,23-15-130 0 0,1 0 0 0 0,1 0 0 0 0,-1 1 0 0 0,1 0 0 0 0,0 0 0 0 0,1 1 0 0 0,0-1 0 0 0,0 1 0 0 0,1 0 0 0 0,-6 15 0 0 0,9-20-112 0 0,0 0 0 0 0,0 1 1 0 0,0-1-1 0 0,1 1 0 0 0,-1-1 1 0 0,1 1-1 0 0,0 0 1 0 0,0-1-1 0 0,0 1 0 0 0,1-1 1 0 0,-1 1-1 0 0,1-1 0 0 0,0 1 1 0 0,0-1-1 0 0,0 0 0 0 0,1 1 1 0 0,-1-1-1 0 0,1 0 1 0 0,0 0-1 0 0,-1 0 0 0 0,1 0 1 0 0,1 0-1 0 0,-1 0 0 0 0,0 0 1 0 0,1-1-1 0 0,-1 0 0 0 0,1 1 1 0 0,0-1-1 0 0,0 0 1 0 0,4 3-1 0 0,0-1-312 0 0,0-1-1 0 0,0 1 1 0 0,0-1 0 0 0,0 0-1 0 0,1-1 1 0 0,-1 1 0 0 0,1-1-1 0 0,-1-1 1 0 0,9 1 0 0 0,40-1-6655 0 0,-32-3 3344 0 0</inkml:trace>
</inkml:ink>
</file>

<file path=ppt/ink/ink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9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14 976 0 0,'0'0'6043'0'0,"33"-13"-3066"0"0,-28 13-2858 0 0,-1 1 0 0 0,0 0 0 0 0,1 0 0 0 0,-1 0 0 0 0,0 1 0 0 0,0-1 0 0 0,0 1 0 0 0,0 0 0 0 0,0 1 0 0 0,-1-1 0 0 0,1 0 0 0 0,0 1 0 0 0,-1 0 0 0 0,0 0 0 0 0,0 0 0 0 0,0 0 0 0 0,0 0 0 0 0,0 1 0 0 0,-1 0 0 0 0,5 6 0 0 0,-6-5-68 0 0,1 0 1 0 0,0 0-1 0 0,-1 0 1 0 0,0 0-1 0 0,0 0 1 0 0,-1 0-1 0 0,1 0 1 0 0,-1 1-1 0 0,0-1 1 0 0,-1 0 0 0 0,1 0-1 0 0,-1 0 1 0 0,0 0-1 0 0,0 0 1 0 0,-1 0-1 0 0,1 0 1 0 0,-1 0-1 0 0,-3 6 1 0 0,-42 73 1039 0 0,46-83-363 0 0,8-1-729 0 0,1 0 0 0 0,-1-1 0 0 0,1 0 0 0 0,-1 0 0 0 0,0 0 0 0 0,0-1 0 0 0,14-6 0 0 0,50-21-2294 0 0,-11 4-4867 0 0,-42 17 3882 0 0</inkml:trace>
</inkml:ink>
</file>

<file path=ppt/ink/ink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49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1796 0 0,'0'0'14852'0'0,"13"4"-7479"0"0,2-57-8102 0 0,-12 32-4078 0 0,1-2-4673 0 0,-2 4 4415 0 0</inkml:trace>
</inkml:ink>
</file>

<file path=ppt/ink/ink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0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48 468 0 0,'-6'-10'1671'0'0,"-5"-11"7854"0"0,12 12-6178 0 0,8 2-4163 0 0</inkml:trace>
</inkml:ink>
</file>

<file path=ppt/ink/ink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2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22 804 0 0,'-2'-3'977'0'0,"-9"-15"12451"0"0,48 103-14249 0 0,-9-42-2069 0 0,-25-39 2081 0 0,0-1 0 0 0,0 1 0 0 0,1-1 0 0 0,0 1 0 0 0,0-1 0 0 0,0 0 0 0 0,5 2 0 0 0,0-1-2021 0 0</inkml:trace>
</inkml:ink>
</file>

<file path=ppt/ink/ink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3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76 0 0,'0'0'1194'0'0,"0"-2"-353"0"0,1 1 0 0 0,-1-1-1 0 0,1 1 1 0 0,0-1 0 0 0,-1 1 0 0 0,1-1-1 0 0,0 1 1 0 0,0 0 0 0 0,0-1 0 0 0,0 1-1 0 0,0 0 1 0 0,1 0 0 0 0,1-2 0 0 0,3 30-1632 0 0,6 19-1964 0 0,-2-17-1850 0 0,0-14 1855 0 0</inkml:trace>
</inkml:ink>
</file>

<file path=ppt/ink/ink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3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301 130 140 0 0,'-17'-36'5521'0'0,"16"32"-5173"0"0,-1 0 0 0 0,0 1 1 0 0,0-1-1 0 0,0 1 1 0 0,0-1-1 0 0,-1 1 1 0 0,1 0-1 0 0,-1 0 1 0 0,0 0-1 0 0,0 0 1 0 0,0 1-1 0 0,0-1 1 0 0,-1 1-1 0 0,1 0 0 0 0,-8-4 1 0 0,7 5-263 0 0,0 1 1 0 0,-1-1 0 0 0,1 1-1 0 0,0 0 1 0 0,-1 0-1 0 0,1 0 1 0 0,0 1-1 0 0,-1-1 1 0 0,1 1-1 0 0,0 0 1 0 0,0 0-1 0 0,0 1 1 0 0,0-1-1 0 0,-7 5 1 0 0,-2-1 9 0 0,2 1 1 0 0,-1 1 0 0 0,1 0-1 0 0,0 0 1 0 0,0 1-1 0 0,1 1 1 0 0,0 0-1 0 0,0 0 1 0 0,1 1 0 0 0,0 0-1 0 0,-13 21 1 0 0,18-25-73 0 0,1 0 0 0 0,0 0 1 0 0,0 0-1 0 0,0 1 0 0 0,1-1 1 0 0,0 1-1 0 0,1 0 0 0 0,-1-1 1 0 0,1 1-1 0 0,1 0 0 0 0,-1 0 1 0 0,1 0-1 0 0,0 0 0 0 0,1-1 1 0 0,-1 1-1 0 0,1 0 1 0 0,1 0-1 0 0,-1 0 0 0 0,1-1 1 0 0,0 1-1 0 0,1-1 0 0 0,0 0 1 0 0,0 1-1 0 0,7 10 0 0 0,-5-10-11 0 0,1 1 0 0 0,0-1-1 0 0,0 0 1 0 0,1-1 0 0 0,-1 0 0 0 0,2 0-1 0 0,-1 0 1 0 0,0-1 0 0 0,1 0-1 0 0,0 0 1 0 0,0-1 0 0 0,1 0-1 0 0,-1 0 1 0 0,1-1 0 0 0,0 0 0 0 0,0-1-1 0 0,15 3 1 0 0,-16-4 14 0 0,-1-1 1 0 0,0 0-1 0 0,1 0 1 0 0,-1 0-1 0 0,1-1 0 0 0,-1 0 1 0 0,0 0-1 0 0,0-1 1 0 0,1 0-1 0 0,-1 0 0 0 0,0-1 1 0 0,-1 0-1 0 0,1 0 1 0 0,0 0-1 0 0,-1-1 0 0 0,0 0 1 0 0,0-1-1 0 0,0 1 0 0 0,0-1 1 0 0,-1 0-1 0 0,0 0 1 0 0,7-10-1 0 0,-6 7 59 0 0,-1 0-1 0 0,0 0 0 0 0,0-1 1 0 0,-1 1-1 0 0,0-1 1 0 0,0 0-1 0 0,-1 0 1 0 0,-1-1-1 0 0,1 1 1 0 0,-2 0-1 0 0,1-1 1 0 0,-1 1-1 0 0,0-1 1 0 0,-1 0-1 0 0,-2-17 1 0 0,0 15-10 0 0,-1-1 0 0 0,0 1 0 0 0,0-1 0 0 0,-1 1 0 0 0,-1 0 0 0 0,0 1 0 0 0,-1-1 0 0 0,0 1 0 0 0,-1 0 0 0 0,0 1 0 0 0,-13-16 0 0 0,-13-8 294 0 0,12 19-1528 0 0,2 9-3717 0 0,9 21-954 0 0</inkml:trace>
</inkml:ink>
</file>

<file path=ppt/ink/ink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3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1 132 0 0,'13'3'2494'0'0,"-2"2"-1817"0"0,0 1-1 0 0,0 1 1 0 0,-1 0-1 0 0,0 1 1 0 0,0 0-1 0 0,-1 0 1 0 0,17 19-1 0 0,-22-22-532 0 0,0 1-1 0 0,0-1 1 0 0,-1 1 0 0 0,0 0-1 0 0,0 0 1 0 0,0 0 0 0 0,0 0-1 0 0,-1 0 1 0 0,0 0 0 0 0,0 1-1 0 0,-1-1 1 0 0,0 1 0 0 0,0 0-1 0 0,-1-1 1 0 0,0 1 0 0 0,0 11-1 0 0,-6 1 19 0 0,-3-15 1140 0 0,-5-18 585 0 0,14 12-1871 0 0,0 0-1 0 0,0 0 1 0 0,0 0-1 0 0,1 0 1 0 0,-1 0-1 0 0,0 0 1 0 0,1 0-1 0 0,0 0 1 0 0,-1 0 0 0 0,1 0-1 0 0,0 0 1 0 0,0 0-1 0 0,0 1 1 0 0,0-1-1 0 0,0 0 1 0 0,2-1-1 0 0,0-3 34 0 0,3-4-206 0 0,0 1 0 0 0,0 0 0 0 0,1 0 0 0 0,0 0 0 0 0,0 1 0 0 0,1 0 0 0 0,17-14 0 0 0,39-17-7393 0 0,-48 32 4544 0 0</inkml:trace>
</inkml:ink>
</file>

<file path=ppt/ink/ink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5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177 214 528 0 0,'0'0'11000'0'0,"-3"1"-10661"0"0,-11 3-33 0 0,10-3 233 0 0,-34 17 380 0 0,24-9-789 0 0,1 0 0 0 0,-1 1 1 0 0,2 1-1 0 0,-1 0 0 0 0,2 1 0 0 0,-1 0 0 0 0,-15 24 0 0 0,26-35-114 0 0,1 14-3 0 0,0-14-17 0 0,1 0 1 0 0,-1 0 0 0 0,1 0 0 0 0,0 0-1 0 0,-1 0 1 0 0,1 0 0 0 0,0 0 0 0 0,0 0-1 0 0,-1-1 1 0 0,1 1 0 0 0,0 0 0 0 0,0-1 0 0 0,0 1-1 0 0,0-1 1 0 0,0 1 0 0 0,0-1 0 0 0,0 1-1 0 0,0-1 1 0 0,0 1 0 0 0,1-1 0 0 0,-1 0-1 0 0,0 0 1 0 0,0 0 0 0 0,0 1 0 0 0,2-2-1 0 0,1 1-17 0 0,0-1 0 0 0,-1 1 0 0 0,1-1-1 0 0,-1 0 1 0 0,0 0 0 0 0,1-1 0 0 0,-1 1-1 0 0,5-4 1 0 0,5-3-122 0 0,-1 0 0 0 0,0-1 0 0 0,17-17 0 0 0,-29 25 124 0 0,1 1 0 0 0,0-1 1 0 0,-1 0-1 0 0,1 1 0 0 0,0-1 1 0 0,0 0-1 0 0,-1 1 1 0 0,1-1-1 0 0,0 1 0 0 0,0-1 1 0 0,0 1-1 0 0,0 0 0 0 0,0-1 1 0 0,0 1-1 0 0,0 0 1 0 0,-1-1-1 0 0,1 1 0 0 0,0 0 1 0 0,0 0-1 0 0,0 0 0 0 0,0 0 1 0 0,0 0-1 0 0,2 0 1 0 0,21 16-440 0 0,-20-13 390 0 0,-1 0-20 0 0,1 0 0 0 0,0 0 0 0 0,0-1 1 0 0,0 1-1 0 0,1-1 0 0 0,-1 0 0 0 0,1 0 0 0 0,-1 0 0 0 0,1 0 1 0 0,0-1-1 0 0,-1 0 0 0 0,1 0 0 0 0,0 0 0 0 0,0-1 1 0 0,0 0-1 0 0,0 1 0 0 0,0-2 0 0 0,-1 1 0 0 0,8-2 0 0 0,-6 0 42 0 0,1 0-1 0 0,0-1 1 0 0,-1 0-1 0 0,0 0 0 0 0,0-1 1 0 0,0 1-1 0 0,0-1 1 0 0,0-1-1 0 0,-1 1 0 0 0,0-1 1 0 0,0 0-1 0 0,6-7 1 0 0,32-47 1474 0 0,-43 58-1011 0 0,4-7 28 0 0,-2 10 322 0 0,14 27-657 0 0,-10-16-64 0 0,1 0 0 0 0,0-1 1 0 0,11 15-1 0 0,-17-26-43 0 0,5 4 11 0 0,-5-5-9 0 0,-1 1 0 0 0,0 0 0 0 0,1-1-1 0 0,-1 1 1 0 0,1-1 0 0 0,-1 1 0 0 0,1-1-1 0 0,-1 1 1 0 0,1-1 0 0 0,-1 1 0 0 0,1-1-1 0 0,-1 1 1 0 0,1-1 0 0 0,-1 0 0 0 0,1 1-1 0 0,0-1 1 0 0,-1 0 0 0 0,1 0-1 0 0,0 1 1 0 0,-1-1 0 0 0,1 0 0 0 0,0 0-1 0 0,-1 0 1 0 0,1 0 0 0 0,0 0 0 0 0,-1 0-1 0 0,1 0 1 0 0,0 0 0 0 0,-1 0 0 0 0,1 0-1 0 0,0 0 1 0 0,-1-1 0 0 0,1 1 0 0 0,1 0-1 0 0,96-87 22 0 0,-97 86-31 0 0,1 1 1 0 0,0-1-1 0 0,0 0 0 0 0,0 1 0 0 0,0-1 0 0 0,-1 1 0 0 0,1-1 0 0 0,0 1 0 0 0,0 0 1 0 0,0 0-1 0 0,0 0 0 0 0,0 0 0 0 0,0 0 0 0 0,0 0 0 0 0,0 0 0 0 0,3 2 0 0 0,39 9-40 0 0,-24-6-7 0 0,9-1 22 0 0,0-2 0 0 0,0-2 1 0 0,0 0-1 0 0,0-2 1 0 0,1-1-1 0 0,-2-1 0 0 0,1-2 1 0 0,0-1-1 0 0,-1-1 0 0 0,-1-1 1 0 0,34-16-1 0 0,-46 18 83 0 0,-1-1-1 0 0,0 0 0 0 0,-1-1 0 0 0,19-15 1 0 0,-31 23 57 0 0,-1 0 42 0 0,0 0-142 0 0,0 1 1 0 0,1-1-1 0 0,-1 1 0 0 0,0 0 0 0 0,0-1 0 0 0,0 1 0 0 0,0 0 0 0 0,1-1 0 0 0,-1 1 0 0 0,0-1 1 0 0,0 1-1 0 0,0 0 0 0 0,0-1 0 0 0,0 1 0 0 0,0 0 0 0 0,0-1 0 0 0,0 1 0 0 0,0-1 0 0 0,0 1 0 0 0,0 0 1 0 0,-1-1-1 0 0,1 1 0 0 0,0-1 0 0 0,0 1 0 0 0,0 0 0 0 0,0-1 0 0 0,-1 1 0 0 0,1 0 0 0 0,0-1 1 0 0,-1 1-1 0 0,-3-2 8 0 0,0 1 1 0 0,0 0-1 0 0,0 1 1 0 0,0-1-1 0 0,0 1 0 0 0,0 0 1 0 0,-1 0-1 0 0,1 0 1 0 0,0 0-1 0 0,-5 2 1 0 0,-3 1 0 0 0,0 0 0 0 0,0 1 0 0 0,-19 10 1 0 0,31-14-34 0 0,0 0 1 0 0,-1 0 0 0 0,1 0 0 0 0,0 0 0 0 0,0 0 0 0 0,-1 0-1 0 0,1 1 1 0 0,0-1 0 0 0,0 0 0 0 0,-1 0 0 0 0,1 0-1 0 0,0 0 1 0 0,0 1 0 0 0,-1-1 0 0 0,1 0 0 0 0,0 0-1 0 0,0 1 1 0 0,0-1 0 0 0,0 0 0 0 0,-1 1 0 0 0,1-1-1 0 0,0 0 1 0 0,0 0 0 0 0,0 1 0 0 0,0-1 0 0 0,0 0 0 0 0,0 1-1 0 0,0-1 1 0 0,0 0 0 0 0,0 1 0 0 0,0-1 0 0 0,0 0-1 0 0,0 0 1 0 0,0 1 0 0 0,0-1 0 0 0,0 0 0 0 0,0 1-1 0 0,0-1 1 0 0,0 0 0 0 0,0 1 0 0 0,1-1 0 0 0,-1 0-1 0 0,0 0 1 0 0,0 1 0 0 0,0-1 0 0 0,0 0 0 0 0,1 0 0 0 0,-1 1-1 0 0,0-1 1 0 0,0 0 0 0 0,0 0 0 0 0,1 0 0 0 0,-1 1-1 0 0,0-1 1 0 0,1 0 0 0 0,-1 0 0 0 0,0 0 0 0 0,0 0-1 0 0,1 0 1 0 0,-1 0 0 0 0,0 0 0 0 0,1 1 0 0 0,-1-1-1 0 0,1 0 1 0 0,0 0 4 0 0,1 1 0 0 0,-1 0 0 0 0,1-1 0 0 0,-1 1 0 0 0,1-1 0 0 0,0 1 0 0 0,-1-1 0 0 0,1 0 0 0 0,-1 0 0 0 0,1 0 0 0 0,0 0 0 0 0,-1 0 0 0 0,1 0 0 0 0,2-1 0 0 0,4-2-12 0 0,-1-1 0 0 0,0 0 0 0 0,0 0 1 0 0,0 0-1 0 0,-1-1 0 0 0,11-10 0 0 0,14-9 1864 0 0,-30 24-1830 0 0,0 1-1 0 0,1 0 0 0 0,-1 0 0 0 0,0 0 0 0 0,0 0 0 0 0,0 0 0 0 0,1 0 1 0 0,-1 0-1 0 0,0 0 0 0 0,0 0 0 0 0,0 1 0 0 0,-1-1 0 0 0,1 0 0 0 0,0 1 1 0 0,0-1-1 0 0,0 3 0 0 0,14 34 112 0 0,-8-21-93 0 0,17 35 55 0 0,-2 1-1 0 0,-3 1 1 0 0,-2 1-1 0 0,-3 1 1 0 0,-2 0-1 0 0,9 102 0 0 0,-21-143-69 0 0,0 1 0 0 0,-2-1-1 0 0,0 1 1 0 0,0-1 0 0 0,-1 1-1 0 0,-1-1 1 0 0,-1 0 0 0 0,-8 20-1 0 0,11-30 15 0 0,-1 1 0 0 0,1-1 0 0 0,-1 1 0 0 0,0-1 0 0 0,0 0 0 0 0,0 0 0 0 0,-1-1 0 0 0,0 1 0 0 0,0-1 0 0 0,0 0 0 0 0,0 0 0 0 0,-1 0 0 0 0,0 0 0 0 0,1-1 0 0 0,-1 1 0 0 0,0-1 0 0 0,-1-1 0 0 0,1 1 0 0 0,-1-1 0 0 0,1 0 0 0 0,-1 0 0 0 0,1 0 0 0 0,-1-1 0 0 0,-10 1 0 0 0,13-2 7 0 0,1 0 1 0 0,-1 0-1 0 0,1 0 1 0 0,-1 0-1 0 0,1 0 1 0 0,-1-1-1 0 0,1 0 1 0 0,-1 1-1 0 0,1-1 1 0 0,-1 0 0 0 0,1 0-1 0 0,0 0 1 0 0,0 0-1 0 0,-1 0 1 0 0,1-1-1 0 0,0 1 1 0 0,0-1-1 0 0,0 0 1 0 0,1 1-1 0 0,-1-1 1 0 0,-2-3-1 0 0,2 1-16 0 0,0 1-1 0 0,1-1 1 0 0,-1 1-1 0 0,1-1 1 0 0,0 0-1 0 0,0 0 1 0 0,0 1-1 0 0,1-1 1 0 0,-1 0-1 0 0,1 0 1 0 0,0 0-1 0 0,1-6 1 0 0,0-5-13 0 0,2 0 1 0 0,0 1 0 0 0,1 0-1 0 0,0-1 1 0 0,1 1-1 0 0,9-17 1 0 0,12-17-75 0 0,3 1 1 0 0,51-66-1 0 0,83-78-233 0 0,-30 37 212 0 0,5-18 1373 0 0,-146 184-1003 0 0,1 1-1 0 0,0 0 1 0 0,0 0-1 0 0,2 1 0 0 0,0 0 1 0 0,0 0-1 0 0,1 0 1 0 0,-4 30-1 0 0,7-36-436 0 0,0 1-1 0 0,1 0 0 0 0,0 0 0 0 0,0 0 1 0 0,1-1-1 0 0,0 1 0 0 0,1 0 0 0 0,-1-1 0 0 0,2 1 1 0 0,-1-1-1 0 0,1 1 0 0 0,1-1 0 0 0,-1 0 0 0 0,1 0 1 0 0,1-1-1 0 0,-1 1 0 0 0,1-1 0 0 0,1 0 0 0 0,7 8 1 0 0,-11-13-190 0 0,1 0 1 0 0,-1 0 0 0 0,1 0 0 0 0,0-1-1 0 0,-1 1 1 0 0,1-1 0 0 0,0 1 0 0 0,0-1-1 0 0,4 1 1 0 0,18 2-6665 0 0,-8-4 2467 0 0</inkml:trace>
</inkml:ink>
</file>

<file path=ppt/ink/ink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7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16 508 0 0,'0'0'12683'0'0,"-3"-4"-12352"0"0,2 3-296 0 0,1 0 1 0 0,-1 0-1 0 0,0 0 1 0 0,0 1-1 0 0,0-1 0 0 0,0 0 1 0 0,0 0-1 0 0,0 1 1 0 0,0-1-1 0 0,0 0 1 0 0,-1 1-1 0 0,1-1 0 0 0,0 1 1 0 0,0 0-1 0 0,0-1 1 0 0,-1 1-1 0 0,1 0 1 0 0,0 0-1 0 0,0 0 0 0 0,-1 0 1 0 0,1 0-1 0 0,0 0 1 0 0,0 0-1 0 0,-1 0 1 0 0,0 1-1 0 0,-1 0 19 0 0,0 0 0 0 0,1 0 0 0 0,-1 0-1 0 0,1 1 1 0 0,-1-1 0 0 0,1 1 0 0 0,0 0 0 0 0,0 0 0 0 0,0 0-1 0 0,0 0 1 0 0,0 0 0 0 0,0 0 0 0 0,-2 3 0 0 0,3-3-45 0 0,0-1 1 0 0,0 1 0 0 0,1 0-1 0 0,-1-1 1 0 0,0 1 0 0 0,1 0-1 0 0,-1 0 1 0 0,1 0 0 0 0,-1-1-1 0 0,1 1 1 0 0,0 0 0 0 0,0 0-1 0 0,0 0 1 0 0,0 0 0 0 0,0 0-1 0 0,0-1 1 0 0,0 1 0 0 0,1 0-1 0 0,-1 0 1 0 0,1 0 0 0 0,-1 0-1 0 0,1-1 1 0 0,0 1 0 0 0,0 0-1 0 0,0-1 1 0 0,0 1 0 0 0,0-1 0 0 0,0 1-1 0 0,0-1 1 0 0,2 2 0 0 0,5 6-27 0 0,0 0 0 0 0,1-1 0 0 0,17 13 0 0 0,-5-5-59 0 0,-1 1-71 0 0,-15-13 62 0 0,-1-1 0 0 0,0 0-1 0 0,0 1 1 0 0,0 0 0 0 0,0 0-1 0 0,-1 0 1 0 0,1 1 0 0 0,-1-1 0 0 0,3 7-1 0 0,-5-9 70 0 0,-1-1 0 0 0,0 1 0 0 0,0-1 0 0 0,0 1 0 0 0,0-1 0 0 0,0 1 0 0 0,0-1 0 0 0,0 1 0 0 0,0-1 0 0 0,0 1 0 0 0,-1-1 0 0 0,1 1 0 0 0,-1-1 0 0 0,1 0 0 0 0,-1 1 0 0 0,0-1 0 0 0,1 0 0 0 0,-1 1 0 0 0,0-1 0 0 0,0 0 0 0 0,0 0 0 0 0,0 0 0 0 0,0 0 0 0 0,0 0 0 0 0,0 0 0 0 0,0 0 0 0 0,0 0 0 0 0,-1 0 0 0 0,-1 1 0 0 0,-37 20-170 0 0,32-18 175 0 0,-1-1 1 0 0,1 0-1 0 0,-1 0 1 0 0,0 0 0 0 0,0-1-1 0 0,0-1 1 0 0,0 1-1 0 0,0-2 1 0 0,0 1-1 0 0,0-1 1 0 0,0 0 0 0 0,-18-4-1 0 0,17-3-599 0 0,40-21-9763 0 0</inkml:trace>
</inkml:ink>
</file>

<file path=ppt/ink/ink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8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396 112 476 0 0,'0'0'1144'0'0,"-4"-17"2411"0"0,-4-17 981 0 0,8 31-4293 0 0,-1 0 0 0 0,0 1 0 0 0,0-1 0 0 0,0 1-1 0 0,0 0 1 0 0,-1-1 0 0 0,1 1 0 0 0,-1 0 0 0 0,1 0 0 0 0,-1 0 0 0 0,0 0 0 0 0,0 0 0 0 0,1 0 0 0 0,-1 0 0 0 0,-1 1 0 0 0,1-1-1 0 0,0 1 1 0 0,0-1 0 0 0,-5-1 0 0 0,3 2-116 0 0,-1-1 1 0 0,0 1-1 0 0,1 1 0 0 0,-1-1 1 0 0,1 1-1 0 0,-1 0 0 0 0,0 0 0 0 0,1 0 1 0 0,-1 0-1 0 0,-7 2 0 0 0,-8 4-88 0 0,0 0 0 0 0,0 1-1 0 0,-36 19 1 0 0,50-23 124 0 0,-13 7-56 0 0,0 0 0 0 0,1 2 0 0 0,-24 18 0 0 0,35-24-77 0 0,0 0 1 0 0,1 0-1 0 0,0 0 0 0 0,0 1 1 0 0,1-1-1 0 0,0 1 1 0 0,0 1-1 0 0,1-1 0 0 0,0 1 1 0 0,0-1-1 0 0,-4 12 1 0 0,8-18-29 0 0,-1 1 1 0 0,1 0 0 0 0,-1 0 0 0 0,1 0-1 0 0,0-1 1 0 0,0 1 0 0 0,0 0 0 0 0,0 0-1 0 0,0 0 1 0 0,0-1 0 0 0,0 1 0 0 0,1 0-1 0 0,-1 0 1 0 0,1-1 0 0 0,-1 1 0 0 0,1 0-1 0 0,0-1 1 0 0,-1 1 0 0 0,1 0-1 0 0,0-1 1 0 0,0 1 0 0 0,0-1 0 0 0,0 1-1 0 0,1-1 1 0 0,-1 0 0 0 0,0 1 0 0 0,0-1-1 0 0,1 0 1 0 0,-1 0 0 0 0,1 0 0 0 0,-1 0-1 0 0,1 0 1 0 0,0 0 0 0 0,-1-1 0 0 0,1 1-1 0 0,0 0 1 0 0,-1-1 0 0 0,1 1 0 0 0,0-1-1 0 0,0 0 1 0 0,1 1 0 0 0,6 0-10 0 0,0 0 1 0 0,0 0-1 0 0,0 0 1 0 0,0-1-1 0 0,0-1 0 0 0,14-1 1 0 0,-10-1-45 0 0,-1 0-1 0 0,1 0 1 0 0,-1-1 0 0 0,0-1-1 0 0,-1 0 1 0 0,1 0 0 0 0,-1-2-1 0 0,0 1 1 0 0,0-1 0 0 0,-1-1 0 0 0,0 0-1 0 0,0 0 1 0 0,-1-1 0 0 0,0 0-1 0 0,-1-1 1 0 0,0 0 0 0 0,0 0-1 0 0,-1 0 1 0 0,8-17 0 0 0,-15 31 325 0 0,-1 2-275 0 0,0 0 0 0 0,1 1 0 0 0,0-1 0 0 0,0 0-1 0 0,0 1 1 0 0,1-1 0 0 0,0 1 0 0 0,0-1 0 0 0,0 0-1 0 0,4 8 1 0 0,2 0-2 0 0,-6-12 2 0 0,-1 0 1 0 0,1 0-1 0 0,0 0 1 0 0,1 0-1 0 0,-1 0 1 0 0,0 0-1 0 0,0 0 1 0 0,1-1 0 0 0,-1 1-1 0 0,1 0 1 0 0,0-1-1 0 0,-1 1 1 0 0,1-1-1 0 0,0 1 1 0 0,0-1-1 0 0,0 0 1 0 0,0 0-1 0 0,0 0 1 0 0,0 0-1 0 0,3 1 1 0 0,-3-2 17 0 0,20-6 7 0 0,-8-1-30 0 0,-1 0 0 0 0,0 0-1 0 0,-1-1 1 0 0,1-1 0 0 0,-2 0 0 0 0,1 0-1 0 0,-1-1 1 0 0,-1-1 0 0 0,16-19 0 0 0,-11 13-90 0 0,1 0 0 0 0,24-20 1 0 0,-38 36 51 0 0,2 2 27 0 0,1 1-1 0 0,-1-1 1 0 0,0 1 0 0 0,0 0 0 0 0,0 0-1 0 0,0 0 1 0 0,0 0 0 0 0,0 1 0 0 0,-1 0-1 0 0,1-1 1 0 0,-1 1 0 0 0,1 1-1 0 0,-1-1 1 0 0,0 0 0 0 0,3 6 0 0 0,-1-3 0 0 0,0 0 1 0 0,1-1 0 0 0,-1 0-1 0 0,1 0 1 0 0,11 7 0 0 0,-5-7-10 0 0,0 0 1 0 0,1-1-1 0 0,-1-1 1 0 0,1 0-1 0 0,0 0 1 0 0,0-1-1 0 0,0-1 1 0 0,0 0-1 0 0,0-1 1 0 0,0 0-1 0 0,0-1 1 0 0,26-5-1 0 0,-31 4 55 0 0,0 0 1 0 0,-1 0-1 0 0,1 0 0 0 0,0-1 0 0 0,-1 0 1 0 0,1-1-1 0 0,-1 1 0 0 0,0-1 1 0 0,0-1-1 0 0,-1 1 0 0 0,1-1 1 0 0,-1-1-1 0 0,0 1 0 0 0,0-1 0 0 0,-1 0 1 0 0,1 0-1 0 0,-2 0 0 0 0,1-1 1 0 0,0 0-1 0 0,-1 0 0 0 0,5-13 0 0 0,-8 19 32 0 0,-1-1 0 0 0,1 1-1 0 0,-1 0 1 0 0,1-1-1 0 0,-1 1 1 0 0,1-1 0 0 0,-1 1-1 0 0,0-1 1 0 0,0 1-1 0 0,0 0 1 0 0,0-1 0 0 0,0 1-1 0 0,0-1 1 0 0,0 1-1 0 0,-1-1 1 0 0,1 1 0 0 0,0-1-1 0 0,-1 1 1 0 0,1-1-1 0 0,-1 1 1 0 0,1 0 0 0 0,-1-1-1 0 0,0 1 1 0 0,0 0-1 0 0,0 0 1 0 0,1 0 0 0 0,-1-1-1 0 0,0 1 1 0 0,0 0-1 0 0,-1 0 1 0 0,1 0-1 0 0,0 0 1 0 0,0 1 0 0 0,0-1-1 0 0,-1 0 1 0 0,1 0-1 0 0,0 1 1 0 0,-1-1 0 0 0,1 1-1 0 0,0-1 1 0 0,-1 1-1 0 0,-2-1 1 0 0,3 2-56 0 0,0-1 0 0 0,0 1 0 0 0,0-1-1 0 0,-1 1 1 0 0,1 0 0 0 0,0-1 0 0 0,0 1 0 0 0,0 0 0 0 0,1 0-1 0 0,-1 0 1 0 0,0 0 0 0 0,0 0 0 0 0,0 0 0 0 0,1 0 0 0 0,-1 0-1 0 0,0 0 1 0 0,1 0 0 0 0,-1 0 0 0 0,1 0 0 0 0,-1 0 0 0 0,1 1 0 0 0,0-1-1 0 0,-1 2 1 0 0,-6 30-658 0 0,7-26 291 0 0,0 0 0 0 0,1-1 0 0 0,0 1-1 0 0,0 0 1 0 0,1-1 0 0 0,0 1 0 0 0,0-1-1 0 0,0 0 1 0 0,4 7 0 0 0,-3-7-705 0 0,1-1-1 0 0,-1 1 1 0 0,1-1 0 0 0,0 0-1 0 0,0-1 1 0 0,5 5 0 0 0,14 9-2834 0 0</inkml:trace>
</inkml:ink>
</file>

<file path=ppt/ink/ink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8:59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1 462 964 0 0,'1'-1'12343'0'0,"6"-7"-12748"0"0,0-3 1030 0 0,38-74 881 0 0,-12 19-1043 0 0,-16 40-360 0 0,1 0 1 0 0,1 2-1 0 0,1 0 1 0 0,1 1-1 0 0,1 1 0 0 0,1 0 1 0 0,34-22-1 0 0,-44 34-86 0 0,1 1 0 0 0,0 0 0 0 0,1 1 1 0 0,0 1-1 0 0,0 0 0 0 0,1 1 0 0 0,0 1 0 0 0,0 0 0 0 0,0 1 0 0 0,0 1 0 0 0,1 0 0 0 0,-1 1 1 0 0,1 1-1 0 0,0 1 0 0 0,21 2 0 0 0,-32-2-4 0 0,0 1-1 0 0,0 1 1 0 0,0-1-1 0 0,0 1 1 0 0,0 0 0 0 0,-1 0-1 0 0,1 1 1 0 0,-1 0 0 0 0,1 0-1 0 0,-1 0 1 0 0,0 0 0 0 0,0 1-1 0 0,0 0 1 0 0,-1 0 0 0 0,1 1-1 0 0,-1-1 1 0 0,0 1 0 0 0,0 0-1 0 0,-1 0 1 0 0,1 0 0 0 0,-1 0-1 0 0,0 0 1 0 0,-1 1-1 0 0,1 0 1 0 0,2 9 0 0 0,-4-8-4 0 0,1 0 0 0 0,-1 0 0 0 0,-1 1 1 0 0,0-1-1 0 0,0 0 0 0 0,0 0 0 0 0,-1 0 0 0 0,0 0 0 0 0,0 0 1 0 0,-1 0-1 0 0,1 0 0 0 0,-2 0 0 0 0,1 0 0 0 0,-1-1 0 0 0,0 1 1 0 0,0-1-1 0 0,-1 0 0 0 0,0 0 0 0 0,0 0 0 0 0,0 0 0 0 0,-11 9 1 0 0,-1 0 77 0 0,-2-1 0 0 0,0-1 1 0 0,0 0-1 0 0,-1-2 0 0 0,0 0 1 0 0,-1-1-1 0 0,-1-1 0 0 0,1-1 1 0 0,-1-1-1 0 0,-1 0 0 0 0,-24 3 1 0 0,43-9 48 0 0,3-1-135 0 0,-1 0 1 0 0,1 0 0 0 0,0 0 0 0 0,-1 0-1 0 0,1 0 1 0 0,0 0 0 0 0,-1 0 0 0 0,1 0-1 0 0,0 0 1 0 0,-1 0 0 0 0,1 0 0 0 0,0 0-1 0 0,-1 0 1 0 0,1-1 0 0 0,0 1 0 0 0,-1 0-1 0 0,1 0 1 0 0,0 0 0 0 0,-1 0 0 0 0,1 0-1 0 0,0-1 1 0 0,0 1 0 0 0,-1 0 0 0 0,1 0-1 0 0,0-1 1 0 0,0 1 0 0 0,-1 0 0 0 0,1 0-1 0 0,0-1 1 0 0,0 1 0 0 0,0 0 0 0 0,0-1-1 0 0,-1 1 1 0 0,1 0 0 0 0,0 0 0 0 0,0-1-1 0 0,0 1 1 0 0,0 0 0 0 0,0-1 0 0 0,0 1-1 0 0,0 0 1 0 0,0-1 0 0 0,0 1 0 0 0,0-1-1 0 0,0 1 1 0 0,0 0 0 0 0,0-1 0 0 0,0 1-1 0 0,0 0 1 0 0,0-1 0 0 0,0 1 0 0 0,1 0-1 0 0,-1 0 1 0 0,0-1 0 0 0,0 1 0 0 0,0 0-1 0 0,0-1 1 0 0,1 1 0 0 0,-1 0 0 0 0,13-18-205 0 0,-12 17 215 0 0,6-5-297 0 0,1 0 1 0 0,0 0 0 0 0,1 0 0 0 0,-1 1 0 0 0,1 1-1 0 0,0-1 1 0 0,1 1 0 0 0,-1 1 0 0 0,1 0-1 0 0,-1 0 1 0 0,1 1 0 0 0,14-2 0 0 0,16-1-1769 0 0,-1 0-4490 0 0,-23 1 3204 0 0</inkml:trace>
</inkml:ink>
</file>

<file path=ppt/ink/ink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0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93 349 432 0 0,'-4'-27'9805'0'0,"4"27"-9674"0"0,-1 0 0 0 0,1 0 0 0 0,0 0 1 0 0,0 0-1 0 0,0 0 0 0 0,0 0 0 0 0,0 0 0 0 0,-1 0 0 0 0,1 0 0 0 0,0 0 0 0 0,0 0 0 0 0,0 0 0 0 0,0 0 0 0 0,-1 0 0 0 0,1 0 0 0 0,0 0 1 0 0,0 0-1 0 0,0 0 0 0 0,-1 0 262 0 0,1 0-262 0 0,-10 12 4394 0 0,-3 9-4500 0 0,10-15-936 0 0,-6 9 1071 0 0,1 1 1 0 0,0 0-1 0 0,2 0 0 0 0,0 0 1 0 0,0 1-1 0 0,2 0 0 0 0,0 0 1 0 0,1 0-1 0 0,-1 23 0 0 0,4-39-179 0 0,0 1-1 0 0,0-1 0 0 0,0 0 0 0 0,0 1 0 0 0,0-1 0 0 0,0 0 0 0 0,0 0 1 0 0,0 1-1 0 0,1-1 0 0 0,-1 0 0 0 0,1 0 0 0 0,-1 1 0 0 0,1-1 0 0 0,-1 0 1 0 0,1 0-1 0 0,0 0 0 0 0,-1 0 0 0 0,1 0 0 0 0,0 0 0 0 0,0 0 0 0 0,0 0 1 0 0,0 0-1 0 0,0 0 0 0 0,0 0 0 0 0,0 0 0 0 0,2 0 0 0 0,-1 0 5 0 0,1 0 0 0 0,-1-1 0 0 0,1 0 0 0 0,-1 1 0 0 0,1-1 0 0 0,0 0 0 0 0,-1 0 0 0 0,1 0 0 0 0,-1-1 0 0 0,1 1 0 0 0,-1 0-1 0 0,5-2 1 0 0,4-2-21 0 0,-1 0 0 0 0,1-1 0 0 0,-1 0-1 0 0,18-12 1 0 0,4-3-82 0 0,-22 14 74 0 0,-1 0-1 0 0,1 0 0 0 0,16-16 0 0 0,-25 21 1 0 0,2 4-208 0 0,24 23 156 0 0,-21-20 16 0 0,0 0 0 0 0,1 0 1 0 0,0 0-1 0 0,13 8 0 0 0,-16-12 70 0 0,-1-1-1 0 0,0 1 0 0 0,1-1 0 0 0,-1 0 1 0 0,0 0-1 0 0,1 0 0 0 0,0-1 0 0 0,-1 1 1 0 0,1-1-1 0 0,-1 0 0 0 0,1 0 0 0 0,-1 0 1 0 0,1-1-1 0 0,0 1 0 0 0,-1-1 1 0 0,5-1-1 0 0,1-1 14 0 0,0 0 0 0 0,0 0 1 0 0,0-1-1 0 0,0 0 0 0 0,-1-1 1 0 0,0 0-1 0 0,0 0 0 0 0,0-1 1 0 0,-1 0-1 0 0,0 0 0 0 0,0-1 0 0 0,0 0 1 0 0,-1 0-1 0 0,0-1 0 0 0,0 0 1 0 0,-1 0-1 0 0,0 0 0 0 0,0 0 1 0 0,-1-1-1 0 0,0 0 0 0 0,-1 1 1 0 0,4-14-1 0 0,-7 18 38 0 0,1 0 1 0 0,-1 0-1 0 0,0 0 0 0 0,0 0 1 0 0,0 0-1 0 0,-1-1 0 0 0,1 1 1 0 0,-1 0-1 0 0,0 0 0 0 0,0 0 1 0 0,0 0-1 0 0,-1 1 0 0 0,-1-5 1 0 0,2 6 43 0 0,-6-7 133 0 0,2 5-110 0 0,4 6-181 0 0,3 5 35 0 0,0 0 0 0 0,1-1 0 0 0,0 0 0 0 0,1 1 0 0 0,-1-1 0 0 0,1 0 0 0 0,0-1 0 0 0,1 1 0 0 0,0-1-1 0 0,-1 0 1 0 0,2 0 0 0 0,-1 0 0 0 0,0-1 0 0 0,1 0 0 0 0,0 0 0 0 0,0 0 0 0 0,7 3 0 0 0,4 0-15 0 0,-1-1 0 0 0,1 0 1 0 0,0-1-1 0 0,1-1 0 0 0,-1-1 0 0 0,1 0 1 0 0,-1-1-1 0 0,1-1 0 0 0,0-1 0 0 0,0 0 0 0 0,0-2 1 0 0,-1 0-1 0 0,1-1 0 0 0,-1 0 0 0 0,1-2 1 0 0,-1 0-1 0 0,0 0 0 0 0,-1-2 0 0 0,0 0 1 0 0,0-1-1 0 0,18-13 0 0 0,-32 20 56 0 0,1-1 0 0 0,-2 0 1 0 0,1 0-1 0 0,0 0 0 0 0,0 0 0 0 0,-1 0 0 0 0,1 0 0 0 0,-1-1 0 0 0,1 1 1 0 0,-1-1-1 0 0,0 1 0 0 0,0-1 0 0 0,0 1 0 0 0,1-5 0 0 0,-1 2 13 0 0,0 4-2 0 0,-2-1-4 0 0,1 0 0 0 0,-1 0 0 0 0,0-1 0 0 0,0 2 0 0 0,0-1 0 0 0,0 0 0 0 0,0 0 0 0 0,0 0 0 0 0,-1 0 0 0 0,1 1 0 0 0,-3-4 0 0 0,0 3-3 0 0,1 0 0 0 0,0 1 0 0 0,-1-1 0 0 0,1 1 0 0 0,-1-1 0 0 0,1 1 0 0 0,-1 1 0 0 0,1-1 0 0 0,-1 0 0 0 0,0 1 0 0 0,1 0 0 0 0,-1-1 0 0 0,0 2 0 0 0,0-1-1 0 0,1 0 1 0 0,-1 1 0 0 0,0-1 0 0 0,1 1 0 0 0,-1 0 0 0 0,1 1 0 0 0,-1-1 0 0 0,1 0 0 0 0,-1 1 0 0 0,1 0 0 0 0,0 0 0 0 0,0 0 0 0 0,0 0 0 0 0,0 0 0 0 0,0 1 0 0 0,0-1-1 0 0,1 1 1 0 0,-1 0 0 0 0,1 0 0 0 0,0 0 0 0 0,0 0 0 0 0,-3 6 0 0 0,4-7-7 0 0,0 0 0 0 0,0 1 1 0 0,0-1-1 0 0,0 0 0 0 0,1 1 0 0 0,0-1 0 0 0,-1 1 1 0 0,1-1-1 0 0,0 1 0 0 0,0-1 0 0 0,0 1 0 0 0,0 0 0 0 0,1-1 1 0 0,-1 0-1 0 0,1 1 0 0 0,-1-1 0 0 0,1 1 0 0 0,0-1 1 0 0,0 1-1 0 0,0-1 0 0 0,0 0 0 0 0,0 0 0 0 0,1 0 0 0 0,-1 0 1 0 0,3 3-1 0 0,0 0-11 0 0,1 0-1 0 0,-1 0 1 0 0,2-1 0 0 0,-1 1 0 0 0,0-1-1 0 0,1 0 1 0 0,0-1 0 0 0,0 1 0 0 0,0-1 0 0 0,0 0-1 0 0,0 0 1 0 0,1-1 0 0 0,-1 0 0 0 0,1 0-1 0 0,0-1 1 0 0,-1 0 0 0 0,1 0 0 0 0,0 0-1 0 0,0-1 1 0 0,0 0 0 0 0,11-1 0 0 0,9-2-55 0 0,0 0-1 0 0,0-2 1 0 0,53-16 0 0 0,-59 14 91 0 0,0-1 0 0 0,0-1 0 0 0,0-1 0 0 0,-1-1 0 0 0,-1-1 0 0 0,0-1 0 0 0,25-21 0 0 0,-43 33 3 0 0,0 0 0 0 0,-1 0 1 0 0,1 0-1 0 0,-1 0 0 0 0,1 1 0 0 0,0-1 0 0 0,-1 0 1 0 0,1 0-1 0 0,-1 0 0 0 0,0 0 0 0 0,1 0 1 0 0,-1 0-1 0 0,0-1 0 0 0,0 1 0 0 0,0 0 1 0 0,0 0-1 0 0,0 0 0 0 0,0 0 0 0 0,0 0 1 0 0,0 0-1 0 0,0 0 0 0 0,0 0 0 0 0,0 0 1 0 0,-1 0-1 0 0,1 0 0 0 0,0 0 0 0 0,-1 0 1 0 0,1 0-1 0 0,-1 0 0 0 0,1 0 0 0 0,-1 0 1 0 0,0 0-1 0 0,1 0 0 0 0,-1 0 0 0 0,0 1 1 0 0,1-1-1 0 0,-1 0 0 0 0,0 0 0 0 0,0 1 1 0 0,0-1-1 0 0,0 1 0 0 0,0-1 0 0 0,0 0 1 0 0,0 1-1 0 0,0 0 0 0 0,0-1 0 0 0,0 1 1 0 0,-1-1-1 0 0,0 1 52 0 0,-4 7-66 0 0,5-7-18 0 0,1 0 0 0 0,-1 0-1 0 0,1 0 1 0 0,0 1 0 0 0,-1-1 0 0 0,1 0-1 0 0,0 0 1 0 0,-1 1 0 0 0,1-1-1 0 0,0 0 1 0 0,-1 0 0 0 0,1 1 0 0 0,0-1-1 0 0,0 0 1 0 0,-1 1 0 0 0,1-1 0 0 0,0 0-1 0 0,0 1 1 0 0,0-1 0 0 0,-1 0 0 0 0,1 1-1 0 0,0-1 1 0 0,0 1 0 0 0,0-1-1 0 0,0 0 1 0 0,0 1 0 0 0,0-1 0 0 0,0 1-1 0 0,0-1 1 0 0,0 0 0 0 0,0 1 0 0 0,0-1-1 0 0,0 1 1 0 0,0-1 0 0 0,0 1 0 0 0,2 4-50 0 0,0-1 1 0 0,0 0 0 0 0,0 0-1 0 0,1 0 1 0 0,0 0 0 0 0,-1 0-1 0 0,1 0 1 0 0,1 0 0 0 0,-1-1-1 0 0,1 0 1 0 0,-1 1 0 0 0,1-1-1 0 0,0-1 1 0 0,0 1 0 0 0,0-1-1 0 0,0 1 1 0 0,0-1 0 0 0,1 0 0 0 0,-1-1-1 0 0,1 1 1 0 0,-1-1 0 0 0,1 0-1 0 0,0 0 1 0 0,0 0 0 0 0,-1 0-1 0 0,1-1 1 0 0,0 0 0 0 0,0 0-1 0 0,0-1 1 0 0,7 0 0 0 0,1 0 55 0 0,0-1 1 0 0,0 0-1 0 0,-1-1 1 0 0,1 0 0 0 0,0-1-1 0 0,-1 0 1 0 0,0-1-1 0 0,0-1 1 0 0,0 0 0 0 0,-1 0-1 0 0,0-1 1 0 0,0-1-1 0 0,0 0 1 0 0,-1 0 0 0 0,-1-1-1 0 0,1 0 1 0 0,-1-1-1 0 0,-1 0 1 0 0,0 0 0 0 0,0-1-1 0 0,-1 0 1 0 0,0 0-1 0 0,-1-1 1 0 0,-1 0-1 0 0,1 0 1 0 0,-2 0 0 0 0,0 0-1 0 0,0-1 1 0 0,-1 0-1 0 0,-1 0 1 0 0,0 0 0 0 0,-1 0-1 0 0,0-14 1 0 0,-1 19 321 0 0,0 0 1 0 0,-1 0-1 0 0,0 0 1 0 0,0 0-1 0 0,0 0 0 0 0,-1 0 1 0 0,-5-12-1 0 0,6 18 165 0 0,-2 0-327 0 0,3 2-156 0 0,0 0 0 0 0,-1 0 0 0 0,1 0 0 0 0,0-1 0 0 0,0 1 0 0 0,0 0 0 0 0,0 0 0 0 0,-1 0 0 0 0,1-1 0 0 0,0 1 0 0 0,0 0 0 0 0,0 0 0 0 0,-1 0 0 0 0,1 0 0 0 0,0 0 0 0 0,0 0 0 0 0,-1 0 0 0 0,1 0 0 0 0,0-1 0 0 0,0 1 0 0 0,-1 0 0 0 0,1 0 0 0 0,0 0 0 0 0,0 0-1 0 0,0 0 1 0 0,-1 0 0 0 0,1 0 0 0 0,0 0 0 0 0,0 1 0 0 0,-1-1 0 0 0,1 0 0 0 0,0 0 0 0 0,0 0 0 0 0,-1 0 0 0 0,1 0 0 0 0,0 0 0 0 0,0 0 0 0 0,0 0 0 0 0,-1 1 0 0 0,1-1 0 0 0,0 0 0 0 0,0 0 0 0 0,0 0 0 0 0,-1 0 0 0 0,1 1 0 0 0,0-1 0 0 0,-10 17 61 0 0,0 0 0 0 0,1 0 0 0 0,1 1 0 0 0,0 0 0 0 0,2 1 1 0 0,-6 22-1 0 0,5-9-8 0 0,1 1 0 0 0,-4 66-1 0 0,12-34-266 0 0,-1 14-1759 0 0,-9-31-8663 0 0</inkml:trace>
</inkml:ink>
</file>

<file path=ppt/ink/ink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0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1356 0 0,'0'0'6885'0'0,"34"-10"-6017"0"0,-16 7-68 0 0,8-1-88 0 0,3 1-96 0 0,0-3-136 0 0,12 3-224 0 0,-13 3-268 0 0,4-2-336 0 0,0-3-416 0 0,-4 4-1044 0 0,1-3-1961 0 0,2 3 865 0 0</inkml:trace>
</inkml:ink>
</file>

<file path=ppt/ink/ink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2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14 520 0 0,'4'-14'15630'0'0,"-16"47"-15266"0"0,2-4-738 0 0,-2 0 0 0 0,-15 28 0 0 0,19-34-2064 0 0,2-7-4774 0 0</inkml:trace>
</inkml:ink>
</file>

<file path=ppt/ink/ink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3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1 672 0 0,'0'0'1173'0'0,"12"2"6128"0"0,-11 2-7015 0 0,-1 0 0 0 0,1 0 1 0 0,-1 0-1 0 0,-1 0 0 0 0,1 0 1 0 0,0 0-1 0 0,-1-1 0 0 0,0 1 1 0 0,0 0-1 0 0,0 0 0 0 0,0-1 1 0 0,-1 1-1 0 0,0 0 0 0 0,1-1 1 0 0,-6 7-1 0 0,-39 56-1129 0 0,37-54 253 0 0,-27 29-5461 0 0,16-22 2536 0 0</inkml:trace>
</inkml:ink>
</file>

<file path=ppt/ink/ink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4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61 1080 0 0,'-10'-39'8023'0'0,"11"38"-7945"0"0,-1 1 0 0 0,0 0 0 0 0,0 0 0 0 0,0 0 0 0 0,0-1 0 0 0,0 1 0 0 0,0 0-1 0 0,0 0 1 0 0,0-1 0 0 0,0 1 0 0 0,0 0 0 0 0,0 0 0 0 0,0 0 0 0 0,0-1 0 0 0,-1 1 0 0 0,1 0 0 0 0,0 0 0 0 0,0 0 0 0 0,0-1 0 0 0,0 1 0 0 0,0 0 0 0 0,0 0 0 0 0,0 0 0 0 0,-1-1 0 0 0,1 1 0 0 0,0 0 0 0 0,0 0 0 0 0,0 0-1 0 0,0 0 1 0 0,-1 0 0 0 0,1 0 0 0 0,0-1 0 0 0,0 1 0 0 0,0 0 0 0 0,-1 0 0 0 0,1 0 0 0 0,0 0 0 0 0,0 0 0 0 0,0 0 0 0 0,-1 0 0 0 0,1 0 0 0 0,0 0 0 0 0,0 0 0 0 0,0 0 0 0 0,-1 0 0 0 0,1 0 0 0 0,0 0 0 0 0,0 0 0 0 0,-1 0 0 0 0,1 0-1 0 0,0 0 1 0 0,0 0 0 0 0,0 0 0 0 0,-1 0 0 0 0,1 1 0 0 0,0-1 0 0 0,0 0 0 0 0,-1 0 0 0 0,-8 20 1650 0 0,-10 50-2020 0 0,11-40 927 0 0,-13 75-93 0 0,14-65-532 0 0,-3 34-2548 0 0,10-73 2152 0 0,-1-9-3069 0 0,1 4 3339 0 0,-4-24-288 0 0,2 1-1 0 0,1-1 0 0 0,2 1 1 0 0,6-52-1 0 0,-6 71 425 0 0,1 1-1 0 0,0 0 1 0 0,0 0 0 0 0,1 0 0 0 0,0 0 0 0 0,0 0-1 0 0,0 0 1 0 0,1 1 0 0 0,0-1 0 0 0,0 1 0 0 0,1 0-1 0 0,0 0 1 0 0,0 1 0 0 0,0 0 0 0 0,1 0 0 0 0,0 0-1 0 0,0 0 1 0 0,0 1 0 0 0,0 0 0 0 0,1 0 0 0 0,-1 1-1 0 0,1-1 1 0 0,14-3 0 0 0,-8 3 71 0 0,1 1 0 0 0,1 0 0 0 0,-1 1 0 0 0,0 0 0 0 0,1 1 0 0 0,-1 1 0 0 0,0 0 0 0 0,1 1 0 0 0,-1 0 0 0 0,0 2-1 0 0,1-1 1 0 0,-1 2 0 0 0,-1 0 0 0 0,22 9 0 0 0,-27-10-42 0 0,0 1 0 0 0,0 1-1 0 0,0 0 1 0 0,-1 0 0 0 0,0 0-1 0 0,0 1 1 0 0,0 0 0 0 0,-1 0-1 0 0,1 1 1 0 0,-1 0 0 0 0,-1 0-1 0 0,0 0 1 0 0,0 1 0 0 0,0 0-1 0 0,-1 0 1 0 0,0 0 0 0 0,0 0-1 0 0,-1 1 1 0 0,-1-1 0 0 0,1 1-1 0 0,-1 0 1 0 0,0 0 0 0 0,-1 0-1 0 0,0 13 1 0 0,-1-11 4 0 0,-1-1 1 0 0,0 1-1 0 0,-1-1 0 0 0,0 0 1 0 0,-1 0-1 0 0,0 1 0 0 0,-1-2 0 0 0,0 1 1 0 0,0 0-1 0 0,-1-1 0 0 0,0 0 1 0 0,-1 0-1 0 0,0 0 0 0 0,0-1 1 0 0,-1 1-1 0 0,0-2 0 0 0,-14 13 1 0 0,0-2 228 0 0,0-1 0 0 0,-2-1 0 0 0,0-1 0 0 0,-1-1 0 0 0,-39 18 0 0 0,33-20 143 0 0,0 0 1 0 0,-1-2 0 0 0,-1-2 0 0 0,-33 5 0 0 0,63-12-494 0 0,0-1-1 0 0,0 1 0 0 0,0-1 1 0 0,1 0-1 0 0,-1 0 1 0 0,0 0-1 0 0,0 0 0 0 0,0 0 1 0 0,0-1-1 0 0,0 1 1 0 0,0-1-1 0 0,0 1 1 0 0,1-1-1 0 0,-1 1 0 0 0,0-1 1 0 0,0 0-1 0 0,1 0 1 0 0,-1 0-1 0 0,0 0 0 0 0,1 0 1 0 0,-1 0-1 0 0,1 0 1 0 0,0-1-1 0 0,-1 1 1 0 0,1-1-1 0 0,0 1 0 0 0,0-1 1 0 0,0 1-1 0 0,-2-4 1 0 0,6 1-810 0 0,31-33-1717 0 0,-3 12-2241 0 0,-8 11 1866 0 0</inkml:trace>
</inkml:ink>
</file>

<file path=ppt/ink/ink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4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22 652 0 0,'-18'18'1275'0'0,"10"-12"-841"0"0,2 0 1 0 0,-1 1-1 0 0,0 0 0 0 0,1 0 0 0 0,1 0 0 0 0,-1 1 1 0 0,1-1-1 0 0,0 1 0 0 0,1 0 0 0 0,0 1 1 0 0,0-1-1 0 0,-3 11 0 0 0,7-16-375 0 0,-1 0 0 0 0,1 0 0 0 0,0 0 0 0 0,0-1 0 0 0,0 1 0 0 0,1 0 0 0 0,-1 0 0 0 0,1 0 0 0 0,-1-1 0 0 0,1 1 0 0 0,0 0 1 0 0,0-1-1 0 0,0 1 0 0 0,0-1 0 0 0,1 1 0 0 0,-1-1 0 0 0,1 1 0 0 0,-1-1 0 0 0,1 0 0 0 0,0 0 0 0 0,0 0 0 0 0,0 0 0 0 0,0 0 0 0 0,0 0 0 0 0,0 0 0 0 0,1-1 0 0 0,-1 1 0 0 0,1-1 0 0 0,-1 0 0 0 0,1 0 0 0 0,-1 0 0 0 0,1 0 0 0 0,0 0 0 0 0,-1 0 0 0 0,1-1 1 0 0,0 1-1 0 0,4-1 0 0 0,-3 1-15 0 0,0 0 0 0 0,-1-1 1 0 0,1 0-1 0 0,0 0 0 0 0,0 0 1 0 0,-1 0-1 0 0,1-1 0 0 0,0 1 1 0 0,0-1-1 0 0,-1 0 0 0 0,1 0 1 0 0,-1 0-1 0 0,1 0 0 0 0,-1-1 1 0 0,1 0-1 0 0,-1 0 0 0 0,0 1 1 0 0,0-2-1 0 0,0 1 0 0 0,0 0 1 0 0,0-1-1 0 0,0 1 0 0 0,-1-1 1 0 0,1 0-1 0 0,-1 0 0 0 0,0 0 1 0 0,4-6-1 0 0,-4 4 65 0 0,-1 0-1 0 0,0 0 1 0 0,0 0-1 0 0,0 0 1 0 0,-1 0 0 0 0,0 0-1 0 0,0-1 1 0 0,0 1 0 0 0,-1 0-1 0 0,1 0 1 0 0,-1 0-1 0 0,0 0 1 0 0,-1 0 0 0 0,1 0-1 0 0,-1 1 1 0 0,0-1 0 0 0,0 0-1 0 0,-4-6 1 0 0,1 4-38 0 0,0-1 0 0 0,0 1 0 0 0,0 0 0 0 0,-1 1 0 0 0,0 0 0 0 0,0-1 1 0 0,-1 2-1 0 0,0-1 0 0 0,-14-8 0 0 0,20 13-484 0 0,-7-2-609 0 0</inkml:trace>
</inkml:ink>
</file>

<file path=ppt/ink/ink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4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73 132 0 0,'-7'-35'5909'0'0,"6"33"-5628"0"0,-1-1 0 0 0,0 1 0 0 0,1-1 0 0 0,-1 1 0 0 0,0 0-1 0 0,0-1 1 0 0,0 1 0 0 0,0 0 0 0 0,-1 0 0 0 0,1 0 0 0 0,0 1 0 0 0,-1-1-1 0 0,0 1 1 0 0,1-1 0 0 0,-1 1 0 0 0,0 0 0 0 0,0 0 0 0 0,1 0 0 0 0,-1 0-1 0 0,0 0 1 0 0,0 1 0 0 0,0 0 0 0 0,0-1 0 0 0,0 1 0 0 0,0 0 0 0 0,-6 1 0 0 0,5 0-161 0 0,0-1 1 0 0,0 1-1 0 0,0 1 1 0 0,0-1 0 0 0,0 1-1 0 0,0-1 1 0 0,0 1 0 0 0,0 0-1 0 0,1 1 1 0 0,-1-1 0 0 0,1 0-1 0 0,0 1 1 0 0,-1 0 0 0 0,1 0-1 0 0,0 0 1 0 0,1 0 0 0 0,-1 1-1 0 0,1-1 1 0 0,-4 6-1 0 0,5-5-82 0 0,-1-1-1 0 0,1 1 0 0 0,0-1 1 0 0,0 1-1 0 0,1 0 1 0 0,-1-1-1 0 0,1 1 0 0 0,0 0 1 0 0,0 0-1 0 0,0-1 0 0 0,0 1 1 0 0,1 0-1 0 0,-1 0 0 0 0,1-1 1 0 0,0 1-1 0 0,0-1 0 0 0,1 1 1 0 0,-1-1-1 0 0,1 1 0 0 0,-1-1 1 0 0,1 0-1 0 0,0 0 0 0 0,0 1 1 0 0,1-1-1 0 0,-1-1 0 0 0,1 1 1 0 0,-1 0-1 0 0,4 2 0 0 0,3 4-282 0 0,1 0-1 0 0,0-1 0 0 0,1 0 1 0 0,-1-1-1 0 0,1 0 0 0 0,20 9 1 0 0,17-2-2719 0 0,-16-11-3288 0 0,-15-3 2775 0 0</inkml:trace>
</inkml:ink>
</file>

<file path=ppt/ink/ink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5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90 224 0 0,'0'0'1355'0'0,"14"-36"8103"0"0,-7 30-9119 0 0,1 0 1 0 0,0 0-1 0 0,0 1 0 0 0,1 0 1 0 0,-1 1-1 0 0,1 0 1 0 0,0 0-1 0 0,0 1 0 0 0,0 0 1 0 0,0 1-1 0 0,1 0 0 0 0,-1 0 1 0 0,1 1-1 0 0,12 0 0 0 0,-21 1-319 0 0,0 0-1 0 0,1 0 0 0 0,-1 1 0 0 0,0-1 1 0 0,1 0-1 0 0,-1 1 0 0 0,0-1 0 0 0,0 1 1 0 0,1-1-1 0 0,-1 1 0 0 0,0 0 0 0 0,0-1 0 0 0,0 1 1 0 0,0 0-1 0 0,0 0 0 0 0,0 0 0 0 0,0 0 1 0 0,0 0-1 0 0,0 0 0 0 0,0 0 0 0 0,-1 0 1 0 0,1 0-1 0 0,0 0 0 0 0,-1 0 0 0 0,1 1 1 0 0,-1-1-1 0 0,1 0 0 0 0,-1 0 0 0 0,0 1 0 0 0,1-1 1 0 0,-1 0-1 0 0,0 1 0 0 0,0-1 0 0 0,0 0 1 0 0,0 2-1 0 0,0 6 13 0 0,-1 0 1 0 0,0 0 0 0 0,-1 0-1 0 0,-3 12 1 0 0,-1 8 44 0 0,6-26-105 0 0,0 1 0 0 0,0-1 0 0 0,0 1 0 0 0,1-1 0 0 0,-1 0 0 0 0,1 1 0 0 0,0-1 0 0 0,0 1 0 0 0,0-1 0 0 0,1 0 0 0 0,-1 0 0 0 0,1 0 1 0 0,-1 0-1 0 0,1 0 0 0 0,0 0 0 0 0,0 0 0 0 0,1 0 0 0 0,-1-1 0 0 0,5 5 0 0 0,5 2-131 0 0,0 0-1 0 0,0-1 1 0 0,23 11 0 0 0,-24-14-43 0 0,0 0 1 0 0,-1 1-1 0 0,1 1 1 0 0,-2 0 0 0 0,1 0-1 0 0,11 12 1 0 0,-19-18 172 0 0,-1 1 0 0 0,1-1 1 0 0,-1 0-1 0 0,1 1 0 0 0,-1-1 0 0 0,0 1 1 0 0,0 0-1 0 0,0-1 0 0 0,0 1 0 0 0,0 0 1 0 0,0 0-1 0 0,0 0 0 0 0,0-1 0 0 0,-1 1 1 0 0,1 0-1 0 0,-1 0 0 0 0,0 0 0 0 0,1 0 0 0 0,-1 0 1 0 0,0 0-1 0 0,0 0 0 0 0,0 0 0 0 0,0 0 1 0 0,-1 0-1 0 0,1 0 0 0 0,-1 0 0 0 0,1 0 1 0 0,-1 0-1 0 0,1 0 0 0 0,-3 3 0 0 0,0-2 74 0 0,-1 1 0 0 0,0 0 0 0 0,0-1 0 0 0,0 0 0 0 0,-1 0 0 0 0,1 0 0 0 0,-1-1 0 0 0,0 1 0 0 0,0-1 0 0 0,-7 2 0 0 0,-2 1 78 0 0,0-1 1 0 0,0-1-1 0 0,0 0 0 0 0,0-1 0 0 0,-19 1 0 0 0,-12-2-9020 0 0</inkml:trace>
</inkml:ink>
</file>

<file path=ppt/ink/ink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5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1 178 208 0 0,'2'-1'810'0'0,"0"1"-1"0"0,0 0 1 0 0,0-1 0 0 0,0 0 0 0 0,0 1-1 0 0,0-1 1 0 0,0 0 0 0 0,0 0-1 0 0,-1 0 1 0 0,1 0 0 0 0,0 0 0 0 0,-1-1-1 0 0,3-1 1 0 0,6-13 4813 0 0,-9 14-4380 0 0,-2-3-554 0 0,1 0 1 0 0,0 0 0 0 0,0 0-1 0 0,0 1 1 0 0,1-1-1 0 0,2-9 1 0 0,-1-1 742 0 0,-3-19-3313 0 0,-2-8-11577 0 0,2 31 8212 0 0</inkml:trace>
</inkml:ink>
</file>

<file path=ppt/ink/ink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6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35 133 796 0 0,'-10'-42'7667'0'0,"-4"-14"-1388"0"0,3 21-10656 0 0</inkml:trace>
</inkml:ink>
</file>

<file path=ppt/ink/ink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8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21 796 0 0,'-9'-13'3026'0'0,"8"13"-2819"0"0,1-1 1 0 0,0 1-1 0 0,0-1 0 0 0,0 1 0 0 0,-1-1 0 0 0,1 1 1 0 0,0 0-1 0 0,0-1 0 0 0,-1 1 0 0 0,1 0 0 0 0,0-1 1 0 0,-1 1-1 0 0,1 0 0 0 0,0-1 0 0 0,-1 1 1 0 0,1 0-1 0 0,-1 0 0 0 0,1-1 0 0 0,0 1 0 0 0,-1 0 1 0 0,1 0-1 0 0,-1 0 0 0 0,1 0 0 0 0,-1 0 0 0 0,1-1 1 0 0,0 1-1 0 0,-1 0 0 0 0,1 0 0 0 0,-1 0 0 0 0,1 0 1 0 0,-1 0-1 0 0,1 0 0 0 0,-1 1 0 0 0,0-1 0 0 0,-4 11 22 0 0,1 0 0 0 0,0 0 0 0 0,0 1 0 0 0,2-1 0 0 0,-1 1 0 0 0,1 0 0 0 0,0 21 0 0 0,1-26-407 0 0,2 0 1 0 0,-1 0-1 0 0,1 1 0 0 0,0-1 1 0 0,0 0-1 0 0,4 11 0 0 0,-4-15-150 0 0,1 0 0 0 0,-1 0-1 0 0,0 0 1 0 0,1-1 0 0 0,-1 1-1 0 0,1 0 1 0 0,0-1-1 0 0,0 0 1 0 0,0 1 0 0 0,0-1-1 0 0,1 0 1 0 0,-1 0 0 0 0,0 0-1 0 0,1 0 1 0 0,4 2 0 0 0,-3-3-2099 0 0,4 2 185 0 0</inkml:trace>
</inkml:ink>
</file>

<file path=ppt/ink/ink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8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32 0 0,'17'-22'5747'0'0,"-16"22"-5594"0"0,-1 0 0 0 0,1-1 0 0 0,-1 1 0 0 0,1 0 0 0 0,-1 0 0 0 0,1 0-1 0 0,-1 0 1 0 0,1-1 0 0 0,-1 1 0 0 0,1 0 0 0 0,-1 0 0 0 0,1 0 0 0 0,-1 0-1 0 0,1 0 1 0 0,0 0 0 0 0,-1 0 0 0 0,1 0 0 0 0,-1 1 0 0 0,1-1-1 0 0,-1 0 1 0 0,1 0 0 0 0,-1 0 0 0 0,1 1 0 0 0,-1-1 0 0 0,1 0 0 0 0,0 1-1 0 0,2 3 11 0 0,1 0 0 0 0,-1 0 0 0 0,0 0 0 0 0,0 1 0 0 0,-1-1 0 0 0,1 1 0 0 0,2 6 0 0 0,-2-3-950 0 0,20 36-4781 0 0,-14-27 2837 0 0</inkml:trace>
</inkml:ink>
</file>

<file path=ppt/ink/ink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9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325 306 1108 0 0,'3'0'253'0'0,"-1"1"0"0"0,1-1 0 0 0,-1 1 0 0 0,0 0 0 0 0,0-1 0 0 0,1 1 0 0 0,-1 0 0 0 0,0 0 0 0 0,0 0 0 0 0,0 1 0 0 0,0-1 0 0 0,0 0 0 0 0,0 1 0 0 0,0 0 0 0 0,0-1 0 0 0,-1 1 0 0 0,1 0 0 0 0,1 2 0 0 0,0 1 37 0 0,0 0 0 0 0,0 0 0 0 0,-1 0 0 0 0,0 1 0 0 0,0-1 0 0 0,0 1 0 0 0,1 8 0 0 0,0 10 254 0 0,-1 0 1 0 0,-2 46-1 0 0,-1-55-180 0 0,1-4-219 0 0,-1 1 0 0 0,0 0 1 0 0,-1 0-1 0 0,0-1 1 0 0,-1 1-1 0 0,0-1 0 0 0,-1 0 1 0 0,0 0-1 0 0,-1 0 1 0 0,0 0-1 0 0,-7 11 1 0 0,9-19-104 0 0,0 1 1 0 0,0 0 0 0 0,0-1 0 0 0,-1 0 0 0 0,1 0 0 0 0,-1 0 0 0 0,1 0 0 0 0,-1 0 0 0 0,0-1 0 0 0,0 1-1 0 0,0-1 1 0 0,-1 0 0 0 0,1-1 0 0 0,0 1 0 0 0,-1-1 0 0 0,1 0 0 0 0,-1 0 0 0 0,0 0 0 0 0,1 0 0 0 0,-1-1 0 0 0,0 0-1 0 0,1 0 1 0 0,-1 0 0 0 0,0-1 0 0 0,1 1 0 0 0,-1-1 0 0 0,1 0 0 0 0,-1 0 0 0 0,1-1 0 0 0,-8-3 0 0 0,0 0 1 0 0,0-1 1 0 0,0-1-1 0 0,1 1 1 0 0,0-2-1 0 0,0 0 1 0 0,1 0-1 0 0,0-1 1 0 0,0 0 0 0 0,1 0-1 0 0,1-1 1 0 0,-12-16-1 0 0,10 10-16 0 0,0 0-1 0 0,1 0 1 0 0,0-1 0 0 0,2 0-1 0 0,0 0 1 0 0,0-1-1 0 0,-5-27 1 0 0,10 29-25 0 0,1 0 1 0 0,0 0-1 0 0,1 0 0 0 0,0 0 0 0 0,2 0 1 0 0,0 0-1 0 0,0 0 0 0 0,2 1 1 0 0,0-1-1 0 0,0 1 0 0 0,2 0 0 0 0,0 0 1 0 0,0 1-1 0 0,1 0 0 0 0,1 0 1 0 0,1 0-1 0 0,0 1 0 0 0,0 0 1 0 0,2 1-1 0 0,-1 0 0 0 0,1 1 0 0 0,1 0 1 0 0,0 0-1 0 0,1 2 0 0 0,0-1 1 0 0,0 2-1 0 0,1 0 0 0 0,0 0 0 0 0,0 1 1 0 0,1 1-1 0 0,0 0 0 0 0,19-4 1 0 0,-24 8-11 0 0,1 0 0 0 0,-1 0 0 0 0,1 1 1 0 0,0 1-1 0 0,0 0 0 0 0,0 0 0 0 0,-1 1 1 0 0,1 0-1 0 0,0 1 0 0 0,-1 0 1 0 0,1 1-1 0 0,-1 0 0 0 0,18 8 0 0 0,-14-4 1 0 0,-1 1 0 0 0,1 1 0 0 0,-2 0 0 0 0,1 0-1 0 0,-1 1 1 0 0,0 1 0 0 0,-1 0 0 0 0,15 21 0 0 0,-4-2 5 0 0,-3 1 0 0 0,0 1 0 0 0,-2 0 0 0 0,-1 2 0 0 0,-2-1 0 0 0,-1 2 0 0 0,11 47 0 0 0,-19-59-25 0 0,14 67 58 0 0,-18-82-176 0 0,0 1 0 0 0,-1-1 0 0 0,0 0 0 0 0,-1 1 0 0 0,1-1 1 0 0,-2 0-1 0 0,1 0 0 0 0,-6 16 0 0 0,6-21-54 0 0,-1 0 0 0 0,1 0-1 0 0,-1-1 1 0 0,0 1 0 0 0,0 0 0 0 0,-1 0 0 0 0,1-1 0 0 0,0 1-1 0 0,-6 3 1 0 0,-15 7-5258 0 0,12-11 2482 0 0</inkml:trace>
</inkml:ink>
</file>

<file path=ppt/ink/ink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09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0 400 340 0 0,'35'-10'1410'0'0,"26"-7"766"0"0,117-50 0 0 0,-162 60-1857 0 0,-1 0 0 0 0,0-2 0 0 0,-1 0 0 0 0,0 0 0 0 0,0-1 0 0 0,-1-1-1 0 0,-1-1 1 0 0,0 0 0 0 0,0 0 0 0 0,-1-1 0 0 0,0 0 0 0 0,13-23 0 0 0,-18 24 229 0 0,0 0 1 0 0,-1-1 0 0 0,0 1-1 0 0,-1-1 1 0 0,-1 0-1 0 0,0 0 1 0 0,0 0 0 0 0,0-20-1 0 0,-3 32 154 0 0,3-9 968 0 0,2 58-1516 0 0,-2 1-1 0 0,-6 84 1 0 0,0-57-50 0 0,1 22 32 0 0,-4-1 0 0 0,-21 106 0 0 0,24-184-87 0 0,-3 6 272 0 0,6-23-184 0 0,-3-8-111 0 0,-1-9-25 0 0,0 0-1 0 0,1 0 1 0 0,0-1 0 0 0,1 1 0 0 0,1 0-1 0 0,1-1 1 0 0,0 0 0 0 0,1 1-1 0 0,0-1 1 0 0,2 1 0 0 0,3-16-1 0 0,2-1-43 0 0,1 0 0 0 0,2 1-1 0 0,0 0 1 0 0,24-42-1 0 0,-31 65 23 0 0,1 1-1 0 0,-1 0 0 0 0,2 1 0 0 0,-1-1 0 0 0,1 1 1 0 0,-1 0-1 0 0,2 0 0 0 0,-1 1 0 0 0,1 0 0 0 0,0 0 0 0 0,13-7 1 0 0,-16 10 4 0 0,0 0 1 0 0,0 0-1 0 0,0 1 1 0 0,0 0-1 0 0,0 0 1 0 0,0 0-1 0 0,0 0 1 0 0,1 0-1 0 0,-1 1 1 0 0,0 0 0 0 0,0 0-1 0 0,1 0 1 0 0,-1 0-1 0 0,0 1 1 0 0,0 0-1 0 0,1 0 1 0 0,-1 0-1 0 0,0 0 1 0 0,0 1-1 0 0,0-1 1 0 0,0 1-1 0 0,-1 0 1 0 0,1 0-1 0 0,5 4 1 0 0,-8-5 11 0 0,0 0 0 0 0,0 0 0 0 0,0 0 0 0 0,1-1 0 0 0,-2 1 0 0 0,1 0 0 0 0,0 0 0 0 0,0 0 0 0 0,0 1 0 0 0,0-1 0 0 0,-1 0 0 0 0,1 0 0 0 0,0 0 1 0 0,-1 0-1 0 0,1 1 0 0 0,-1-1 0 0 0,1 0 0 0 0,-1 1 0 0 0,0-1 0 0 0,0 0 0 0 0,0 1 0 0 0,1-1 0 0 0,-1 0 0 0 0,0 1 0 0 0,-1-1 0 0 0,1 2 0 0 0,-1 0 4 0 0,0-1 1 0 0,0 1-1 0 0,-1-1 1 0 0,1 1-1 0 0,0-1 1 0 0,-1 1-1 0 0,0-1 0 0 0,0 0 1 0 0,0 0-1 0 0,0 0 1 0 0,-4 4-1 0 0,-8 4-446 0 0,-1 0 1 0 0,0-1-1 0 0,-21 9 0 0 0,29-14-173 0 0,4-2 334 0 0,-20 7-2282 0 0,5-7-4050 0 0,8-3 3149 0 0</inkml:trace>
</inkml:ink>
</file>

<file path=ppt/ink/ink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0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1 292 0 0,'0'0'3232'0'0,"17"25"19"0"0,-7 54-1309 0 0,-3 2 0 0 0,-8 143 1 0 0,-2-189-1523 0 0,-1 0-1 0 0,-16 58 1 0 0,8-42 149 0 0,12-50-506 0 0,0-1 1 0 0,0 1-1 0 0,0 0 0 0 0,0-1 1 0 0,-1 1-1 0 0,1 0 0 0 0,0-1 1 0 0,0 1-1 0 0,0 0 0 0 0,-1-1 1 0 0,1 1-1 0 0,0 0 0 0 0,0-1 1 0 0,-1 1-1 0 0,1 0 0 0 0,-1-1 1 0 0,1 1-1 0 0,-1-1 0 0 0,1 1 1 0 0,-1-1-1 0 0,1 1 0 0 0,-1-1 1 0 0,1 1-1 0 0,-1-1 0 0 0,1 0 1 0 0,-2 1-1 0 0,-9-13 361 0 0,9 7-398 0 0,0 0 0 0 0,0-1-1 0 0,0 0 1 0 0,1 1 0 0 0,0-1 0 0 0,-1-7 0 0 0,4-7-3 0 0,0 0-1 0 0,2-1 1 0 0,0 2 0 0 0,2-1 0 0 0,0 1 0 0 0,1-1-1 0 0,1 2 1 0 0,1-1 0 0 0,0 1 0 0 0,1 1 0 0 0,1-1-1 0 0,1 2 1 0 0,1 0 0 0 0,0 0 0 0 0,1 1-1 0 0,27-23 1 0 0,-35 33-34 0 0,-2 2 8 0 0,0 0-1 0 0,0 0 1 0 0,0 0 0 0 0,0 0-1 0 0,1 0 1 0 0,-1 1 0 0 0,1 0-1 0 0,-1 0 1 0 0,1 0 0 0 0,0 1-1 0 0,0-1 1 0 0,0 1 0 0 0,8-1-1 0 0,-10 2-5 0 0,-1-1-1 0 0,1 1 1 0 0,0 0-1 0 0,0 0 1 0 0,0 0-1 0 0,0 1 1 0 0,-1-1 0 0 0,1 0-1 0 0,0 1 1 0 0,0 0-1 0 0,-1 0 1 0 0,1 0-1 0 0,0 0 1 0 0,-1 0-1 0 0,3 2 1 0 0,-4-2 8 0 0,0-1 0 0 0,-1 1 1 0 0,1 0-1 0 0,-1 0 0 0 0,0-1 1 0 0,1 1-1 0 0,-1 0 0 0 0,1 0 0 0 0,-1 0 1 0 0,0 0-1 0 0,0 0 0 0 0,0 0 0 0 0,1-1 1 0 0,-1 1-1 0 0,0 0 0 0 0,0 0 1 0 0,0 0-1 0 0,0 0 0 0 0,0 0 0 0 0,-1 0 1 0 0,1 0-1 0 0,0 0 0 0 0,0 0 1 0 0,-1-1-1 0 0,1 1 0 0 0,0 0 0 0 0,-2 1 1 0 0,-1 4-28 0 0,-1 0 0 0 0,1 0 0 0 0,-2-1 0 0 0,1 1 0 0 0,-1-1 0 0 0,1 0 0 0 0,-8 5 1 0 0,-33 18-2182 0 0,14-15-5558 0 0</inkml:trace>
</inkml:ink>
</file>

<file path=ppt/ink/ink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0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1 486 820 0 0,'0'0'3201'0'0,"18"-13"-333"0"0,27-36-1011 0 0,-1-2 0 0 0,-3-2 1 0 0,36-61-1 0 0,-67 95-1351 0 0,0 0 1 0 0,-2 0-1 0 0,0-1 1 0 0,-1 0-1 0 0,8-38 1 0 0,-14 54-332 0 0,0 1 0 0 0,-1 0 0 0 0,1-1 0 0 0,-1 0 0 0 0,0 1 0 0 0,0-1 0 0 0,0 1 0 0 0,0-1 0 0 0,-1 1 0 0 0,0-1 0 0 0,-1-6 0 0 0,1 9 178 0 0,-2 6-293 0 0,-6 12-31 0 0,1 1 0 0 0,0 1 0 0 0,1 0 0 0 0,1 0 0 0 0,1 0 0 0 0,1 0-1 0 0,1 1 1 0 0,0 0 0 0 0,2 0 0 0 0,1 36 0 0 0,0-47-52 0 0,1 1-1 0 0,1-1 1 0 0,0 1 0 0 0,0-1 0 0 0,1 1-1 0 0,0-1 1 0 0,0 0 0 0 0,1 0-1 0 0,0 0 1 0 0,1-1 0 0 0,10 14 0 0 0,-12-18-11 0 0,0-1 0 0 0,0 1 0 0 0,0-1 1 0 0,1 0-1 0 0,0 0 0 0 0,-1-1 1 0 0,1 1-1 0 0,0-1 0 0 0,0 0 1 0 0,1 0-1 0 0,-1 0 0 0 0,0 0 0 0 0,1-1 1 0 0,-1 0-1 0 0,0 0 0 0 0,1 0 1 0 0,0 0-1 0 0,-1-1 0 0 0,1 0 0 0 0,-1 0 1 0 0,1 0-1 0 0,0 0 0 0 0,-1-1 1 0 0,1 0-1 0 0,-1 0 0 0 0,6-1 0 0 0,2-3-20 0 0,0 0-1 0 0,-1 0 1 0 0,1-1 0 0 0,-1-1-1 0 0,0 0 1 0 0,-1 0-1 0 0,1-1 1 0 0,-1 0-1 0 0,-1-1 1 0 0,15-17-1 0 0,-20 21 29 0 0,-3 5 35 0 0,-1-1 1 0 0,0 1-1 0 0,1-1 0 0 0,-1 1 1 0 0,0-1-1 0 0,1 0 0 0 0,-1 1 1 0 0,0-1-1 0 0,0 1 0 0 0,0-1 1 0 0,0 1-1 0 0,1-1 0 0 0,-1 0 0 0 0,0 1 1 0 0,0-1-1 0 0,0 1 0 0 0,0-1 1 0 0,0 0-1 0 0,-1 1 0 0 0,1-1 1 0 0,0 1-1 0 0,0-1 0 0 0,0 0 1 0 0,0 1-1 0 0,-1-1 0 0 0,1 1 1 0 0,0-1-1 0 0,-1 1 0 0 0,1-1 1 0 0,0 1-1 0 0,-1-1 0 0 0,1 1 1 0 0,0-1-1 0 0,-1 1 0 0 0,1 0 0 0 0,-1-1 1 0 0,1 1-1 0 0,-2-1 0 0 0,0 25-3 0 0,2-18 4 0 0,14 27-746 0 0,8-8-2449 0 0,-12-17-1630 0 0,-6-5 2106 0 0</inkml:trace>
</inkml:ink>
</file>

<file path=ppt/ink/ink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2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65 752 0 0,'1'-2'375'0'0,"0"0"-114"0"0,-1 0 0 0 0,1 1 0 0 0,-1-1-1 0 0,1 0 1 0 0,-1 0 0 0 0,1 0 0 0 0,-1 0 0 0 0,0 0-1 0 0,0 1 1 0 0,0-1 0 0 0,0 0 0 0 0,0 0-1 0 0,-1 0 1 0 0,1 0 0 0 0,0 0 0 0 0,-1 0 0 0 0,1 1-1 0 0,-1-1 1 0 0,0 0 0 0 0,0 0 0 0 0,0 1 0 0 0,-2-4-1 0 0,3 4 323 0 0,-2-1-462 0 0,1 1-1 0 0,-1 0 1 0 0,1-1-1 0 0,-1 1 1 0 0,0 0 0 0 0,1 0-1 0 0,-1 0 1 0 0,0 0 0 0 0,0 0-1 0 0,1 1 1 0 0,-1-1-1 0 0,0 0 1 0 0,0 1 0 0 0,0-1-1 0 0,0 1 1 0 0,0 0-1 0 0,0 0 1 0 0,0 0 0 0 0,0 0-1 0 0,-3 0 1 0 0,0-1 146 0 0,2 1-202 0 0,1 0-1 0 0,-1 0 1 0 0,1 0 0 0 0,0 0-1 0 0,-1 0 1 0 0,1 0-1 0 0,-1 1 1 0 0,1-1 0 0 0,0 1-1 0 0,-1-1 1 0 0,1 1-1 0 0,0 0 1 0 0,0 0 0 0 0,-1 0-1 0 0,-2 2 1 0 0,4-2-44 0 0,0 0 0 0 0,0 0-1 0 0,0 0 1 0 0,1 0 0 0 0,-1 0 0 0 0,0 1 0 0 0,0-1 0 0 0,1 0-1 0 0,-1 0 1 0 0,0 1 0 0 0,1-1 0 0 0,-1 0 0 0 0,1 0 0 0 0,0 1 0 0 0,-1-1-1 0 0,1 1 1 0 0,0-1 0 0 0,0 0 0 0 0,0 1 0 0 0,0-1 0 0 0,0 1-1 0 0,0-1 1 0 0,0 0 0 0 0,1 1 0 0 0,-1-1 0 0 0,0 0 0 0 0,1 1-1 0 0,-1-1 1 0 0,2 2 0 0 0,30 57 209 0 0,-25-51-286 0 0,-1 1 1 0 0,-1 0-1 0 0,0 1 1 0 0,6 15-1 0 0,-11-24 48 0 0,1-1 1 0 0,-1 1-1 0 0,0 0 0 0 0,0 0 0 0 0,0-1 1 0 0,0 1-1 0 0,0 0 0 0 0,0 0 0 0 0,0-1 1 0 0,-1 1-1 0 0,1 0 0 0 0,-1-1 0 0 0,1 1 1 0 0,-1 0-1 0 0,0-1 0 0 0,1 1 0 0 0,-1-1 1 0 0,0 1-1 0 0,0-1 0 0 0,0 1 0 0 0,0-1 1 0 0,0 0-1 0 0,-1 1 0 0 0,1-1 0 0 0,0 0 1 0 0,-1 0-1 0 0,1 0 0 0 0,-1 0 0 0 0,1 0 1 0 0,-1 0-1 0 0,1-1 0 0 0,-3 2 0 0 0,-4 1-70 0 0,1 0 1 0 0,0-1-1 0 0,0 1 0 0 0,-1-2 0 0 0,-10 2 0 0 0,15-2-264 0 0,-5-3-12 0 0,3 2-1254 0 0</inkml:trace>
</inkml:ink>
</file>

<file path=ppt/ink/ink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3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377 475 736 0 0,'-2'-5'10306'0'0,"-9"-9"-6064"0"0,-26-27-4683 0 0,13 15 1541 0 0,3 0-756 0 0,0-1 0 0 0,2 0 0 0 0,-22-43-1 0 0,34 57-301 0 0,0 0-1 0 0,2-1 0 0 0,-1 0 1 0 0,2 0-1 0 0,0 0 0 0 0,0-1 0 0 0,1 0 1 0 0,1 1-1 0 0,1-1 0 0 0,0-16 0 0 0,1 28-67 0 0,0 0 0 0 0,1 0 0 0 0,-1 0 0 0 0,1 0 0 0 0,0 0 0 0 0,0 0 0 0 0,0 0 0 0 0,0 1 0 0 0,1-1 0 0 0,-1 0 0 0 0,1 1 0 0 0,0-1 0 0 0,-1 1 0 0 0,1-1 0 0 0,0 1 0 0 0,1 0 0 0 0,-1 0 0 0 0,0 0 0 0 0,1 0 0 0 0,-1 0-1 0 0,1 0 1 0 0,-1 1 0 0 0,1-1 0 0 0,0 1 0 0 0,0 0 0 0 0,0 0 0 0 0,-1 0 0 0 0,1 0 0 0 0,0 0 0 0 0,0 1 0 0 0,1-1 0 0 0,-1 1 0 0 0,0 0 0 0 0,6 0 0 0 0,-5 0-25 0 0,0 0-1 0 0,0 1 1 0 0,0-1-1 0 0,0 1 1 0 0,0 0 0 0 0,-1 0-1 0 0,1 0 1 0 0,0 0-1 0 0,0 1 1 0 0,-1 0 0 0 0,1-1-1 0 0,-1 1 1 0 0,1 1 0 0 0,-1-1-1 0 0,0 0 1 0 0,0 1-1 0 0,0 0 1 0 0,0-1 0 0 0,0 1-1 0 0,-1 0 1 0 0,1 1-1 0 0,-1-1 1 0 0,0 0 0 0 0,0 1-1 0 0,0-1 1 0 0,0 1-1 0 0,1 4 1 0 0,-1 3 4 0 0,-1 0-1 0 0,0 0 1 0 0,0 0 0 0 0,-1 0-1 0 0,-1 0 1 0 0,0 0 0 0 0,0 0-1 0 0,-1 0 1 0 0,-1 0 0 0 0,0-1-1 0 0,0 1 1 0 0,-1-1 0 0 0,0 0-1 0 0,-1 0 1 0 0,-11 19 0 0 0,1-6-6 0 0,0 0 0 0 0,-1-1 0 0 0,-2-1 1 0 0,0-1-1 0 0,-29 26 0 0 0,-101 60 58 0 0,148-106-7 0 0,-1 0 0 0 0,1 1-1 0 0,0-1 1 0 0,-1 0-1 0 0,1 0 1 0 0,-1 0 0 0 0,1 1-1 0 0,0-1 1 0 0,-1 0-1 0 0,1 0 1 0 0,0 1 0 0 0,-1-1-1 0 0,1 0 1 0 0,0 0-1 0 0,0 1 1 0 0,-1-1 0 0 0,1 0-1 0 0,0 1 1 0 0,0-1 0 0 0,0 1-1 0 0,0-1 1 0 0,-1 0-1 0 0,1 1 1 0 0,0-1 0 0 0,0 1-1 0 0,0-1 1 0 0,0 0-1 0 0,0 1 1 0 0,0-1 0 0 0,0 1-1 0 0,0-1 1 0 0,0 0-1 0 0,0 1 1 0 0,0-1 0 0 0,0 1-1 0 0,0-1 1 0 0,0 0-1 0 0,0 1 1 0 0,1-1 0 0 0,-1 1-1 0 0,0-1 1 0 0,0 0 0 0 0,0 1-1 0 0,1-1 1 0 0,-1 0-1 0 0,0 1 1 0 0,0-1 0 0 0,1 0-1 0 0,26 6-319 0 0,42-11-893 0 0,59-22-5577 0 0,-85 17 3469 0 0</inkml:trace>
</inkml:ink>
</file>

<file path=ppt/ink/ink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3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216 104 388 0 0,'-1'-40'8291'0'0,"0"39"-8158"0"0,1-1 0 0 0,-1 1 1 0 0,0 0-1 0 0,1 0 0 0 0,-1 0 1 0 0,0-1-1 0 0,0 1 0 0 0,0 0 1 0 0,0 0-1 0 0,0 0 0 0 0,0 1 1 0 0,0-1-1 0 0,-1 0 0 0 0,1 0 1 0 0,0 1-1 0 0,0-1 0 0 0,-1 0 0 0 0,1 1 1 0 0,0-1-1 0 0,-1 1 0 0 0,1 0 1 0 0,0-1-1 0 0,-1 1 0 0 0,1 0 1 0 0,-3 0-1 0 0,0 0-9 0 0,0 1-1 0 0,0 0 1 0 0,0-1-1 0 0,1 2 1 0 0,-1-1 0 0 0,0 0-1 0 0,1 1 1 0 0,-1 0 0 0 0,-4 2-1 0 0,-7 6 73 0 0,0 1 0 0 0,1 0 0 0 0,-14 15 0 0 0,21-20-124 0 0,1 0 0 0 0,-1 1 0 0 0,2 0 1 0 0,-1 0-1 0 0,1 1 0 0 0,0 0 0 0 0,1 0 0 0 0,-1 0 1 0 0,1 0-1 0 0,1 0 0 0 0,0 1 0 0 0,0 0 1 0 0,-2 16-1 0 0,4-18-34 0 0,1 1 1 0 0,0 0-1 0 0,0 0 1 0 0,1-1-1 0 0,0 1 1 0 0,1 0-1 0 0,0-1 0 0 0,0 1 1 0 0,0-1-1 0 0,1 0 1 0 0,0 0-1 0 0,0 0 1 0 0,1 0-1 0 0,0 0 1 0 0,0-1-1 0 0,9 10 0 0 0,-9-10-31 0 0,0-1 0 0 0,1-1 0 0 0,0 1 0 0 0,0 0 0 0 0,0-1 0 0 0,0 0 0 0 0,1-1 0 0 0,0 1 0 0 0,-1-1 0 0 0,1 0 0 0 0,1 0 0 0 0,-1-1 0 0 0,7 2 0 0 0,-10-3 2 0 0,0 0 1 0 0,1-1-1 0 0,-1 1 1 0 0,1-1-1 0 0,-1 0 1 0 0,0 0-1 0 0,1-1 1 0 0,-1 1-1 0 0,0-1 1 0 0,1 1 0 0 0,-1-1-1 0 0,0 0 1 0 0,0-1-1 0 0,1 1 1 0 0,-1 0-1 0 0,0-1 1 0 0,0 0-1 0 0,0 1 1 0 0,-1-1-1 0 0,1 0 1 0 0,0-1-1 0 0,-1 1 1 0 0,1 0 0 0 0,-1-1-1 0 0,0 1 1 0 0,3-6-1 0 0,2-1 66 0 0,-2-1-1 0 0,0 0 0 0 0,0 0 1 0 0,-1-1-1 0 0,0 1 1 0 0,0-1-1 0 0,-1 0 1 0 0,-1 1-1 0 0,0-2 0 0 0,0 1 1 0 0,-1 0-1 0 0,-1 0 1 0 0,0 0-1 0 0,0 0 1 0 0,-4-20-1 0 0,1 14-29 0 0,-1 0-1 0 0,-1 0 1 0 0,0 0-1 0 0,-1 1 1 0 0,-1 0 0 0 0,-1 0-1 0 0,0 1 1 0 0,-1 0-1 0 0,-14-19 1 0 0,22 33-829 0 0,-13-18 869 0 0,8 15-3484 0 0,-15 13-7632 0 0</inkml:trace>
</inkml:ink>
</file>

<file path=ppt/ink/ink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4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1 304 0 0,'15'17'1682'0'0,"1"0"1"0"0,12 20-1 0 0,-17-20-1103 0 0,0 1 1 0 0,-1 1-1 0 0,-1-1 1 0 0,10 32-1 0 0,-11-21 110 0 0,-8-20 3535 0 0,3-23-4080 0 0,0 0 0 0 0,1 1 0 0 0,0-1 0 0 0,1 1 0 0 0,1 0 0 0 0,0 0 0 0 0,11-17 0 0 0,-11 21-572 0 0,1 1 1 0 0,-1 0 0 0 0,1 0 0 0 0,13-11 0 0 0,-13 14-640 0 0,0 0 1 0 0,0 0-1 0 0,1 1 0 0 0,-1 0 1 0 0,1 0-1 0 0,10-3 0 0 0,-5 2-1583 0 0</inkml:trace>
</inkml:ink>
</file>

<file path=ppt/ink/ink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6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75 444 0 0,'0'0'12060'0'0,"-3"-4"-11804"0"0,1 2-186 0 0,0 0 0 0 0,1 1 0 0 0,-1-1-1 0 0,0 1 1 0 0,0 0 0 0 0,0-1 0 0 0,0 1 0 0 0,-1 0 0 0 0,1 0 0 0 0,0 0 0 0 0,0 1 0 0 0,-1-1 0 0 0,1 0 0 0 0,-1 1-1 0 0,1 0 1 0 0,0-1 0 0 0,-1 1 0 0 0,1 0 0 0 0,-1 0 0 0 0,1 1 0 0 0,-1-1 0 0 0,1 0 0 0 0,0 1 0 0 0,-1-1 0 0 0,1 1-1 0 0,0 0 1 0 0,-1 0 0 0 0,1 0 0 0 0,0 0 0 0 0,0 0 0 0 0,0 0 0 0 0,0 1 0 0 0,-3 2 0 0 0,-5 1-45 0 0,0 2 0 0 0,1-1 0 0 0,0 1 0 0 0,0 1 1 0 0,0-1-1 0 0,1 2 0 0 0,0-1 0 0 0,1 1 0 0 0,0 0 1 0 0,0 0-1 0 0,1 1 0 0 0,-10 21 0 0 0,16-30-25 0 0,0 1-1 0 0,-1 0 1 0 0,1 0-1 0 0,0 0 1 0 0,0 0-1 0 0,0-1 1 0 0,0 1-1 0 0,0 0 1 0 0,0 0-1 0 0,1 0 1 0 0,-1 0 0 0 0,1-1-1 0 0,-1 1 1 0 0,1 0-1 0 0,1 3 1 0 0,0-1-39 0 0,-2-3-4 0 0,4 2-4 0 0,-3-3 44 0 0,-1 1 0 0 0,0-1 0 0 0,1 1 0 0 0,-1-1 0 0 0,1 1 0 0 0,-1-1 0 0 0,1 0 0 0 0,-1 1 0 0 0,1-1 0 0 0,-1 0 0 0 0,1 1 0 0 0,-1-1 0 0 0,1 0 0 0 0,0 0 0 0 0,-1 1 0 0 0,1-1 0 0 0,-1 0 0 0 0,1 0 0 0 0,0 0 0 0 0,-1 0 0 0 0,1 0 0 0 0,-1 0 0 0 0,1 0 0 0 0,0 0 0 0 0,-1 0 0 0 0,1 0 0 0 0,0 0 0 0 0,0-1 0 0 0,10-6 6 0 0,0-1 1 0 0,-1 0 0 0 0,0-1-1 0 0,0 0 1 0 0,-1 0-1 0 0,8-11 1 0 0,-15 18 8 0 0,-2 1-9 0 0,0 0 0 0 0,1 1-1 0 0,-1-1 1 0 0,0 0 0 0 0,1 1 0 0 0,-1-1-1 0 0,1 0 1 0 0,-1 1 0 0 0,1-1 0 0 0,-1 0 0 0 0,1 1-1 0 0,0-1 1 0 0,-1 1 0 0 0,1-1 0 0 0,0 1-1 0 0,-1-1 1 0 0,1 1 0 0 0,0 0 0 0 0,0-1-1 0 0,-1 1 1 0 0,1 0 0 0 0,0 0 0 0 0,0-1 0 0 0,0 1-1 0 0,1 0 1 0 0,25 16-61 0 0,-13-8-15 0 0,0 0 0 0 0,1-1-1 0 0,0 0 1 0 0,0-1 0 0 0,19 5 0 0 0,-30-10 66 0 0,-1 0 0 0 0,1-1 0 0 0,0 1-1 0 0,0-1 1 0 0,-1 0 0 0 0,1 0 0 0 0,0-1 0 0 0,0 1-1 0 0,-1-1 1 0 0,1 1 0 0 0,0-1 0 0 0,-1 0-1 0 0,1 0 1 0 0,-1-1 0 0 0,1 1 0 0 0,-1-1 0 0 0,1 0-1 0 0,-1 0 1 0 0,0 0 0 0 0,0 0 0 0 0,0 0 0 0 0,0-1-1 0 0,-1 0 1 0 0,1 1 0 0 0,-1-1 0 0 0,1 0-1 0 0,-1 0 1 0 0,3-5 0 0 0,13-24-8 0 0,-12 21 64 0 0,0 0-1 0 0,1 0 0 0 0,12-14 1 0 0,-11 15 251 0 0,5 0 16 0 0,-12 11-315 0 0,0 0 0 0 0,0 0-1 0 0,0 0 1 0 0,0 0 0 0 0,0 0-1 0 0,0 0 1 0 0,0 0 0 0 0,0 0-1 0 0,-1 0 1 0 0,1 0 0 0 0,0 1-1 0 0,-1-1 1 0 0,1 0 0 0 0,-1 0-1 0 0,1 3 1 0 0,41 89-57 0 0,-41-92 45 0 0,1 3-47 0 0,-1-1 58 0 0,13-1-114 0 0,-11-4 112 0 0,1 1-1 0 0,-1-1 1 0 0,0 0 0 0 0,0 0 0 0 0,0 0 0 0 0,0-1 0 0 0,0 1-1 0 0,0-1 1 0 0,-1 1 0 0 0,1-1 0 0 0,3-6 0 0 0,13-10-26 0 0,-17 18 13 0 0,0-1-1 0 0,0 0 0 0 0,0 1 0 0 0,1 0 1 0 0,-1 0-1 0 0,0-1 0 0 0,1 1 0 0 0,-1 1 1 0 0,1-1-1 0 0,0 0 0 0 0,-1 1 1 0 0,1-1-1 0 0,-1 1 0 0 0,1 0 0 0 0,0 0 1 0 0,-1 0-1 0 0,1 0 0 0 0,0 0 0 0 0,-1 0 1 0 0,1 1-1 0 0,0 0 0 0 0,-1-1 0 0 0,1 1 1 0 0,-1 0-1 0 0,1 0 0 0 0,2 2 0 0 0,14 3-155 0 0,3 0 76 0 0,-1-2 0 0 0,1 0 0 0 0,0-1 0 0 0,0-1 0 0 0,0-1 0 0 0,0-1 0 0 0,0-1 0 0 0,0-1 1 0 0,0-1-1 0 0,0-1 0 0 0,-1-1 0 0 0,1-1 0 0 0,-1-1 0 0 0,36-16 0 0 0,-51 20 94 0 0,0-1-1 0 0,0 0 1 0 0,-1 0 0 0 0,1 0-1 0 0,-1 0 1 0 0,0-1 0 0 0,5-6-1 0 0,-8 10 16 0 0,-1-1-1 0 0,1 1 1 0 0,-1-1-1 0 0,0 1 1 0 0,0-1-1 0 0,0 0 0 0 0,0 1 1 0 0,0-1-1 0 0,0 0 1 0 0,0 0-1 0 0,-1 0 1 0 0,1 0-1 0 0,0 0 1 0 0,-1 0-1 0 0,0 0 0 0 0,1 0 1 0 0,-1 0-1 0 0,0 0 1 0 0,0 0-1 0 0,0 0 1 0 0,0 0-1 0 0,-1 0 0 0 0,1 0 1 0 0,-1 0-1 0 0,1 1 1 0 0,-2-4-1 0 0,1 4-6 0 0,-1-1 0 0 0,0 1 0 0 0,0 0 0 0 0,0 0 0 0 0,0 0 0 0 0,0 0 0 0 0,0 0 0 0 0,0 0 0 0 0,0 1 0 0 0,-1-1 0 0 0,1 1 0 0 0,0-1 0 0 0,0 1-1 0 0,-1 0 1 0 0,1 0 0 0 0,0 0 0 0 0,-1 0 0 0 0,1 0 0 0 0,0 0 0 0 0,-4 2 0 0 0,0-2 5 0 0,2 0-47 0 0,0 0-1 0 0,0 0 1 0 0,0 0-1 0 0,0 1 1 0 0,0-1 0 0 0,1 1-1 0 0,-1 0 1 0 0,0 0-1 0 0,0 1 1 0 0,0-1-1 0 0,1 1 1 0 0,-1-1-1 0 0,1 1 1 0 0,-1 0 0 0 0,1 1-1 0 0,0-1 1 0 0,0 1-1 0 0,0-1 1 0 0,0 1-1 0 0,0 0 1 0 0,0 0-1 0 0,1 0 1 0 0,0 0 0 0 0,-4 6-1 0 0,6-8-279 0 0,1 2-353 0 0,0-1 615 0 0,0 0-1 0 0,0-1 1 0 0,0 1-1 0 0,0-1 1 0 0,0 1-1 0 0,0-1 0 0 0,0 1 1 0 0,0-1-1 0 0,1 0 1 0 0,-1 0-1 0 0,0 1 1 0 0,1-1-1 0 0,-1 0 0 0 0,1 0 1 0 0,0 0-1 0 0,-1-1 1 0 0,1 1-1 0 0,0 0 1 0 0,-1-1-1 0 0,1 1 0 0 0,0-1 1 0 0,0 1-1 0 0,-1-1 1 0 0,1 0-1 0 0,0 0 0 0 0,0 0 1 0 0,0 0-1 0 0,-1 0 1 0 0,1 0-1 0 0,0 0 1 0 0,0 0-1 0 0,0-1 0 0 0,1 0 1 0 0,3 0 143 0 0,0-1 0 0 0,0 0 0 0 0,0-1 0 0 0,-1 1 0 0 0,1-1 0 0 0,-1 0 0 0 0,6-5 1653 0 0,-8 9-1642 0 0,-1 0 1 0 0,0 0-1 0 0,0 0 1 0 0,-1 0-1 0 0,1 1 1 0 0,0-1 0 0 0,0 0-1 0 0,-1 1 1 0 0,1-1-1 0 0,0 1 1 0 0,-1 0-1 0 0,0 0 1 0 0,1-1-1 0 0,-1 1 1 0 0,0 0-1 0 0,0 0 1 0 0,0 0-1 0 0,0 0 1 0 0,0 0-1 0 0,-1 1 1 0 0,2 3-1 0 0,18 65-27 0 0,-15-52 202 0 0,7 24-48 0 0,5 15 180 0 0,-3 0-1 0 0,11 95 0 0 0,-23-127-263 0 0,-1 1-1 0 0,-1-1 0 0 0,-6 48 0 0 0,5-67-106 0 0,0 0-1 0 0,-1-1 0 0 0,0 1 1 0 0,0 0-1 0 0,0 0 0 0 0,-1-1 0 0 0,0 0 1 0 0,-1 1-1 0 0,1-1 0 0 0,-1 0 0 0 0,0-1 1 0 0,0 1-1 0 0,-1-1 0 0 0,0 1 1 0 0,0-2-1 0 0,0 1 0 0 0,-1 0 0 0 0,-9 5 1 0 0,13-8-12 0 0,0-1 1 0 0,1 0 0 0 0,-1-1-1 0 0,0 1 1 0 0,0 0 0 0 0,0-1-1 0 0,1 1 1 0 0,-1-1 0 0 0,0 1 0 0 0,0-1-1 0 0,0 0 1 0 0,0 0 0 0 0,0 1-1 0 0,0-2 1 0 0,0 1 0 0 0,0 0-1 0 0,0 0 1 0 0,0-1 0 0 0,0 1-1 0 0,0-1 1 0 0,1 1 0 0 0,-1-1-1 0 0,0 0 1 0 0,0 0 0 0 0,0 0 0 0 0,1 0-1 0 0,-1 0 1 0 0,1 0 0 0 0,-1 0-1 0 0,1 0 1 0 0,-1-1 0 0 0,1 1-1 0 0,-1-1 1 0 0,1 1 0 0 0,0-1-1 0 0,0 1 1 0 0,0-1 0 0 0,0 0-1 0 0,0 0 1 0 0,0 1 0 0 0,1-1 0 0 0,-2-3-1 0 0,0-1-12 0 0,0 1 0 0 0,0-1 0 0 0,1 0 0 0 0,-1 0 0 0 0,1-1 0 0 0,1 1 0 0 0,-1 0 0 0 0,1 0 0 0 0,0 0 0 0 0,0 0 0 0 0,1-1-1 0 0,1-5 1 0 0,4-6-54 0 0,1 1 0 0 0,1 0 0 0 0,1 1 0 0 0,0-1 1 0 0,1 2-1 0 0,1 0 0 0 0,15-18 0 0 0,97-92-434 0 0,-97 100 401 0 0,45-37-118 0 0,-45 41 156 0 0,-1-1 0 0 0,-1-2 0 0 0,-1 0 0 0 0,24-32 0 0 0,-44 51 143 0 0,1-1-1 0 0,-1 1 1 0 0,0-1-1 0 0,0 0 0 0 0,-1 0 1 0 0,1-1-1 0 0,-2 1 1 0 0,1 0-1 0 0,1-10 0 0 0,-3 15 409 0 0,-1-5-451 0 0,-1 8-27 0 0,-3 15-21 0 0,4-12-19 0 0,0 1-1 0 0,1-1 1 0 0,-1 1-1 0 0,1-1 1 0 0,0 1-1 0 0,0-1 1 0 0,3 12-1 0 0,-2-14-33 0 0,0 1 0 0 0,0 0 0 0 0,0-1 0 0 0,1 1 0 0 0,-1-1 0 0 0,1 1-1 0 0,0-1 1 0 0,0 0 0 0 0,0 0 0 0 0,1 0 0 0 0,-1 0 0 0 0,6 4-1 0 0,-6-5 23 0 0,1-1 0 0 0,-1 0 0 0 0,1 0 0 0 0,-1-1-1 0 0,1 1 1 0 0,0 0 0 0 0,-1-1 0 0 0,1 0-1 0 0,0 1 1 0 0,0-1 0 0 0,-1 0 0 0 0,1-1 0 0 0,0 1-1 0 0,0 0 1 0 0,-1-1 0 0 0,1 1 0 0 0,0-1-1 0 0,-1 0 1 0 0,4-2 0 0 0,86-30-101 0 0,-63 21 65 0 0,0 1-1 0 0,2 1 1 0 0,-1 1 0 0 0,1 2-1 0 0,59-7 1 0 0,-88 14 43 0 0,0 0 0 0 0,0-1 0 0 0,0 1-1 0 0,0 0 1 0 0,0 0 0 0 0,0 0 0 0 0,0 0 0 0 0,-1 1 0 0 0,1-1-1 0 0,0 0 1 0 0,0 1 0 0 0,0-1 0 0 0,0 1 0 0 0,-1 0 0 0 0,1-1-1 0 0,0 1 1 0 0,-1 0 0 0 0,1 0 0 0 0,0 0 0 0 0,-1 0 0 0 0,1 1-1 0 0,-1-1 1 0 0,0 0 0 0 0,1 1 0 0 0,-1-1 0 0 0,0 1 0 0 0,0-1-1 0 0,2 4 1 0 0,-3-3-2 0 0,-34 37-394 0 0,3-17-2565 0 0,15-13-4650 0 0,3-1 3755 0 0</inkml:trace>
</inkml:ink>
</file>

<file path=ppt/ink/ink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8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97 768 0 0,'0'0'1048'0'0,"11"-28"4898"0"0,-10 25-5615 0 0,0 0 1 0 0,0 0-1 0 0,0 0 1 0 0,-1 0-1 0 0,1 0 0 0 0,-1 0 1 0 0,0 0-1 0 0,0 0 0 0 0,0 0 1 0 0,0 0-1 0 0,-1 0 0 0 0,1-1 1 0 0,-2-3-1 0 0,1 4-87 0 0,-27-15 1103 0 0,17 18-1306 0 0,0 2 1 0 0,0-1 0 0 0,-1 2-1 0 0,1-1 1 0 0,1 2-1 0 0,-1-1 1 0 0,0 2-1 0 0,1-1 1 0 0,0 1-1 0 0,-13 9 1 0 0,3-1-1 0 0,1 0 0 0 0,1 2 0 0 0,0 0 0 0 0,-17 20 0 0 0,33-34-38 0 0,0 1-1 0 0,1-1 1 0 0,-1 1 0 0 0,1-1 0 0 0,-1 1-1 0 0,1-1 1 0 0,0 1 0 0 0,-1 0 0 0 0,1 0-1 0 0,0 0 1 0 0,0-1 0 0 0,0 1 0 0 0,1 0-1 0 0,-1 0 1 0 0,0 0 0 0 0,1 0 0 0 0,-1 0-1 0 0,1 1 1 0 0,0-1 0 0 0,0 0-1 0 0,0 0 1 0 0,0 0 0 0 0,0 0 0 0 0,0 0-1 0 0,0 0 1 0 0,1 0 0 0 0,-1 0 0 0 0,1 1-1 0 0,-1-1 1 0 0,1 0 0 0 0,0-1 0 0 0,0 1-1 0 0,0 0 1 0 0,0 0 0 0 0,0 0-1 0 0,0 0 1 0 0,3 1 0 0 0,-1 0 4 0 0,1 0-1 0 0,0 0 1 0 0,1 0 0 0 0,-1-1 0 0 0,0 1-1 0 0,1-1 1 0 0,-1-1 0 0 0,1 1-1 0 0,0 0 1 0 0,0-1 0 0 0,-1 0 0 0 0,1 0-1 0 0,0-1 1 0 0,0 1 0 0 0,6-1-1 0 0,-1-1 9 0 0,1-1-1 0 0,0-1 1 0 0,0 0-1 0 0,-1 0 0 0 0,1-1 1 0 0,-1 0-1 0 0,0-1 1 0 0,0 0-1 0 0,-1-1 1 0 0,0 0-1 0 0,0 0 0 0 0,0-1 1 0 0,0 0-1 0 0,-1-1 1 0 0,9-10-1 0 0,-16 17-5 0 0,0 0-2 0 0,4-4-8 0 0,-4 4-10 0 0,8 34-238 0 0,-7-31 251 0 0,0 1 0 0 0,0-1 0 0 0,0 1 1 0 0,1-1-1 0 0,-1 0 0 0 0,1 0 0 0 0,-1-1 1 0 0,1 1-1 0 0,0 0 0 0 0,0-1 1 0 0,0 0-1 0 0,0 1 0 0 0,0-1 0 0 0,0 0 1 0 0,0-1-1 0 0,0 1 0 0 0,0 0 0 0 0,0-1 1 0 0,1 0-1 0 0,-1 0 0 0 0,0 0 0 0 0,0 0 1 0 0,0 0-1 0 0,1-1 0 0 0,-1 1 0 0 0,0-1 1 0 0,0 0-1 0 0,0 0 0 0 0,0 0 0 0 0,4-2 1 0 0,11-6 18 0 0,-1 0 1 0 0,0-1 0 0 0,0-1 0 0 0,16-13 0 0 0,13-8-1 0 0,-35 25-22 0 0,-6 3-18 0 0,0 1-1 0 0,1 0 1 0 0,0 0-1 0 0,0 0 1 0 0,10-2-1 0 0,-14 5 14 0 0,1-1 0 0 0,-1 1 1 0 0,1 0-1 0 0,-1 0 0 0 0,1 0 0 0 0,-1 0 0 0 0,1 0 0 0 0,-1 1 0 0 0,1-1 1 0 0,-1 1-1 0 0,1 0 0 0 0,-1 0 0 0 0,1 0 0 0 0,-1 0 0 0 0,0 0 1 0 0,0 0-1 0 0,1 1 0 0 0,1 1 0 0 0,11 6 1 0 0,-1 0 0 0 0,2-2 0 0 0,-1 1-1 0 0,1-2 1 0 0,0 0 0 0 0,0-1 0 0 0,1-1 0 0 0,-1 0 0 0 0,1-1-1 0 0,0-1 1 0 0,23 1 0 0 0,-35-3 27 0 0,-1-1 0 0 0,0 1 0 0 0,1 0 0 0 0,-1-1 0 0 0,1 0 0 0 0,-1 0 0 0 0,0-1-1 0 0,0 1 1 0 0,0-1 0 0 0,0 0 0 0 0,0 0 0 0 0,0 0 0 0 0,0 0 0 0 0,0-1 0 0 0,-1 1 0 0 0,1-1 0 0 0,-1 0 0 0 0,0 0 0 0 0,0 0 0 0 0,0-1 0 0 0,4-6 0 0 0,-4 7 101 0 0,-2 2 89 0 0,2-16 1994 0 0,-4 16-2203 0 0,1 1-1 0 0,0-1 1 0 0,0 1 0 0 0,0 0 0 0 0,0-1 0 0 0,0 1 0 0 0,0-1 0 0 0,0 1 0 0 0,0-1 0 0 0,0 1 0 0 0,1 0 0 0 0,-1-1 0 0 0,0 1 0 0 0,0-1-1 0 0,0 1 1 0 0,0 0 0 0 0,1-1 0 0 0,-1 1 0 0 0,0 0 0 0 0,0-1 0 0 0,1 1 0 0 0,-1 0 0 0 0,0-1 0 0 0,0 1 0 0 0,1 0 0 0 0,-1-1 0 0 0,0 1-1 0 0,1 0 1 0 0,-1 0 0 0 0,1-1 0 0 0,-1 1 0 0 0,0 0 0 0 0,1 0 0 0 0,-1 0 0 0 0,1 0 0 0 0,-1 0 0 0 0,0 0 0 0 0,2-1 0 0 0,21 18-1764 0 0,1-1 1 0 0,39 18 0 0 0,20 0-4979 0 0,-46-21 3433 0 0</inkml:trace>
</inkml:ink>
</file>

<file path=ppt/ink/ink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9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21 556 172 0 0,'-20'-1'8177'0'0,"32"-7"-5495"0"0,54-14-3441 0 0,-42 14 1855 0 0,-23 8-1088 0 0,36-12 345 0 0,-1-1 0 0 0,0-2-1 0 0,-1-2 1 0 0,48-29 0 0 0,-75 41-296 0 0,0-1-1 0 0,0 0 0 0 0,-1 0 1 0 0,0-1-1 0 0,0 0 0 0 0,0 0 1 0 0,-1 0-1 0 0,0-1 1 0 0,-1 0-1 0 0,1-1 0 0 0,-1 1 1 0 0,-1-1-1 0 0,0 0 1 0 0,0 0-1 0 0,-1 0 0 0 0,0 0 1 0 0,0-1-1 0 0,-1 1 0 0 0,-1-1 1 0 0,0 0-1 0 0,0 1 1 0 0,0-1-1 0 0,-2-15 0 0 0,-1 10 58 0 0,1 0 1 0 0,-2 1-1 0 0,0-1 0 0 0,-1 0 0 0 0,-1 1 0 0 0,0 0 0 0 0,-1 0 0 0 0,0 1 0 0 0,-1-1 0 0 0,0 1 1 0 0,-1 1-1 0 0,-14-17 0 0 0,22 28-106 0 0,-1 1 0 0 0,1-1 0 0 0,-1 1 0 0 0,0 0 0 0 0,1-1 0 0 0,-1 1-1 0 0,0 0 1 0 0,1-1 0 0 0,-1 1 0 0 0,0 0 0 0 0,0 0 0 0 0,1-1 0 0 0,-1 1 0 0 0,0 0 0 0 0,1 0 0 0 0,-1 0 0 0 0,0 0 0 0 0,0 0 0 0 0,1 0 0 0 0,-1 0 0 0 0,0 0 0 0 0,0 1 0 0 0,1-1 0 0 0,-1 0 0 0 0,0 0 0 0 0,1 1 0 0 0,-1-1 0 0 0,0 0 0 0 0,1 1 0 0 0,-1-1-1 0 0,0 0 1 0 0,1 1 0 0 0,-1-1 0 0 0,1 1 0 0 0,-1-1 0 0 0,1 1 0 0 0,-1-1 0 0 0,1 1 0 0 0,-1 0 0 0 0,0 0 0 0 0,-20 29 14 0 0,5 0 1 0 0,2 0-1 0 0,1 2 1 0 0,1 0-1 0 0,-10 44 0 0 0,-18 138 31 0 0,30-102 0 0 0,6 155 0 0 0,-4 61 30 0 0,7-316-152 0 0,-8 54 179 0 0,8-62-279 0 0,0 1 0 0 0,0-1 0 0 0,-1 1-1 0 0,1-1 1 0 0,-1 0 0 0 0,0 0 0 0 0,0 0-1 0 0,0 0 1 0 0,-1 0 0 0 0,1 0 0 0 0,-5 4-1 0 0,6-7-135 0 0,-15 9-1702 0 0,0-11-4365 0 0,2-6 2995 0 0</inkml:trace>
</inkml:ink>
</file>

<file path=ppt/ink/ink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9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1 189 72 0 0,'0'-5'665'0'0,"1"0"-1"0"0,1 1 1 0 0,-1-1-1 0 0,1 1 1 0 0,0-1-1 0 0,0 1 1 0 0,0 0-1 0 0,1 0 1 0 0,-1 0-1 0 0,1 0 1 0 0,0 0-1 0 0,4-4 1 0 0,0 2-208 0 0,0-1 0 0 0,1 1 0 0 0,-1 1 0 0 0,1-1 0 0 0,15-6 1 0 0,7-1-727 0 0,0 1 0 0 0,53-12 0 0 0,-68 19 409 0 0,38-8-1311 0 0,5-1-3693 0 0,-38 9 2192 0 0</inkml:trace>
</inkml:ink>
</file>

<file path=ppt/ink/ink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19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78 640 0 0,'0'0'835'0'0,"14"5"1825"0"0,-6 0-2198 0 0,0 1-1 0 0,0 0 1 0 0,0 1 0 0 0,-1-1 0 0 0,0 2-1 0 0,0-1 1 0 0,8 12 0 0 0,-14-16-361 0 0,0 0 1 0 0,0 0 0 0 0,0 0-1 0 0,0 0 1 0 0,0 0-1 0 0,-1 0 1 0 0,1 0-1 0 0,-1 7 1 0 0,1 1 2676 0 0,0-18-2595 0 0,1-2-120 0 0,0-1-1 0 0,1 1 1 0 0,0-1 0 0 0,1 1 0 0 0,0 0 0 0 0,0 0 0 0 0,1 1 0 0 0,0-1-1 0 0,0 1 1 0 0,1 0 0 0 0,0 0 0 0 0,1 1 0 0 0,-1 0 0 0 0,15-11-1 0 0,-15 12-234 0 0,0 1-1 0 0,1 0 1 0 0,-1 0-1 0 0,1 0 0 0 0,9-4 1 0 0,23-1-6720 0 0,-29 9 4237 0 0</inkml:trace>
</inkml:ink>
</file>

<file path=ppt/ink/ink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21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37 738 784 0 0,'0'0'9529'0'0,"-4"3"-9258"0"0,2 0-161 0 0,-1 1 1 0 0,0-1-1 0 0,1 1 0 0 0,0-1 1 0 0,0 1-1 0 0,0 0 1 0 0,1 0-1 0 0,-1 0 1 0 0,1 0-1 0 0,0 0 1 0 0,0 0-1 0 0,-1 4 1 0 0,-2 8 220 0 0,3-13-291 0 0,0 0 0 0 0,1 0 1 0 0,-1 0-1 0 0,1-1 0 0 0,-1 1 0 0 0,1 0 0 0 0,0 0 0 0 0,0 0 0 0 0,0 0 0 0 0,0 0 1 0 0,0 0-1 0 0,1 0 0 0 0,-1-1 0 0 0,1 1 0 0 0,0 0 0 0 0,0 0 0 0 0,0-1 0 0 0,0 1 1 0 0,0 0-1 0 0,1-1 0 0 0,-1 1 0 0 0,1-1 0 0 0,0 0 0 0 0,0 1 0 0 0,0-1 0 0 0,0 0 1 0 0,0 0-1 0 0,0 0 0 0 0,0 0 0 0 0,1-1 0 0 0,-1 1 0 0 0,1-1 0 0 0,2 2 0 0 0,0-1-17 0 0,-1-1-1 0 0,1 1 1 0 0,0-1-1 0 0,-1 0 1 0 0,1-1-1 0 0,0 1 0 0 0,-1-1 1 0 0,1 0-1 0 0,0 0 1 0 0,0 0-1 0 0,-1-1 1 0 0,1 0-1 0 0,0 0 0 0 0,-1 0 1 0 0,1 0-1 0 0,-1-1 1 0 0,1 0-1 0 0,-1 1 1 0 0,5-4-1 0 0,14-12 171 0 0,1-1 0 0 0,-2-1 1 0 0,-1-1-1 0 0,0 0 0 0 0,29-39 0 0 0,-49 57-21 0 0,-1 2-168 0 0,0 0-1 0 0,0 0 0 0 0,1 0 0 0 0,-1 0 0 0 0,0 0 0 0 0,0 0 0 0 0,0 0 0 0 0,1 0 1 0 0,-1 0-1 0 0,0-1 0 0 0,0 1 0 0 0,0 0 0 0 0,0 0 0 0 0,0 0 0 0 0,1 0 0 0 0,-1 0 1 0 0,0 0-1 0 0,0-1 0 0 0,0 1 0 0 0,0 0 0 0 0,0 0 0 0 0,0 0 0 0 0,0-1 0 0 0,1 1 1 0 0,-1 0-1 0 0,0 0 0 0 0,0 0 0 0 0,0 0 0 0 0,0-1 0 0 0,0 1 0 0 0,0 0 0 0 0,0 0 1 0 0,0 0-1 0 0,0-1 0 0 0,0 1 0 0 0,0 0 0 0 0,0 0 0 0 0,0 0 0 0 0,0-1 0 0 0,-1 1 1 0 0,1 0-1 0 0,0 0 0 0 0,0 0 0 0 0,0 0 0 0 0,0-1 0 0 0,0 1 0 0 0,0 0 1 0 0,0 0-1 0 0,0 0 0 0 0,-1-1 0 0 0,7 27 993 0 0,-5-22-997 0 0,1-1 0 0 0,-1 1 0 0 0,1 0 0 0 0,-1 0 0 0 0,1 0 0 0 0,0-1 0 0 0,1 1 1 0 0,-1-1-1 0 0,1 0 0 0 0,-1 1 0 0 0,1-1 0 0 0,0 0 0 0 0,0-1 0 0 0,0 1 0 0 0,0-1 0 0 0,1 1 0 0 0,-1-1 0 0 0,1 0 1 0 0,0 0-1 0 0,-1 0 0 0 0,1-1 0 0 0,0 1 0 0 0,0-1 0 0 0,0 0 0 0 0,0 0 0 0 0,0 0 0 0 0,0-1 0 0 0,0 1 0 0 0,7-1 1 0 0,4 0 8 0 0,-1 0 0 0 0,1 0 1 0 0,-1-2-1 0 0,1 1 0 0 0,-1-2 1 0 0,0 0-1 0 0,0-1 1 0 0,0 0-1 0 0,18-9 0 0 0,-23 9 9 0 0,-1-1 0 0 0,0 0 0 0 0,0 0-1 0 0,-1-1 1 0 0,1 0 0 0 0,-1 0-1 0 0,-1-1 1 0 0,1 0 0 0 0,-1 0 0 0 0,0 0-1 0 0,-1-1 1 0 0,1 0 0 0 0,-2 0 0 0 0,8-16-1 0 0,5-23 1156 0 0,-17 45-788 0 0,-1 8-772 0 0,0-2 384 0 0,0-1 0 0 0,1 0 1 0 0,-1 1-1 0 0,1-1 0 0 0,-1 1 1 0 0,1 0-1 0 0,0-1 0 0 0,0 1 1 0 0,1-1-1 0 0,-1 1 0 0 0,1-1 1 0 0,0 1-1 0 0,0-1 0 0 0,0 0 1 0 0,0 1-1 0 0,0-1 1 0 0,1 0-1 0 0,0 0 0 0 0,-1 0 1 0 0,1 0-1 0 0,0 0 0 0 0,1 0 1 0 0,-1 0-1 0 0,0-1 0 0 0,1 1 1 0 0,-1-1-1 0 0,1 0 0 0 0,4 3 1 0 0,-4-4 3 0 0,1 0 1 0 0,-1-1-1 0 0,1 1 0 0 0,0-1 1 0 0,-1 1-1 0 0,1-1 1 0 0,0 0-1 0 0,0-1 1 0 0,-1 1-1 0 0,1-1 1 0 0,-1 1-1 0 0,1-1 1 0 0,0 0-1 0 0,-1 0 0 0 0,5-3 1 0 0,8 0 31 0 0,-4 0-29 0 0,-1 0-1 0 0,1 0 1 0 0,-1-2 0 0 0,0 1-1 0 0,0-1 1 0 0,-1-1 0 0 0,0 0-1 0 0,0 0 1 0 0,0-1 0 0 0,-1 0-1 0 0,0-1 1 0 0,-1 0-1 0 0,11-15 1 0 0,1-2-89 0 0,-1-1 0 0 0,-2-1 0 0 0,25-53 0 0 0,-20 32-40 0 0,-3 0 0 0 0,-1-1 1 0 0,-3-2-1 0 0,-1 1 0 0 0,8-81 0 0 0,-20 123 173 0 0,-2 0 0 0 0,1-1 1 0 0,-1 1-1 0 0,-1-1 0 0 0,-1-10 0 0 0,2 18-53 0 0,-3 7-52 0 0,-20 49 67 0 0,3 1 0 0 0,2 1 1 0 0,2 1-1 0 0,3 1 1 0 0,2 0-1 0 0,-3 61 1 0 0,10-20-1 0 0,4-90-33 0 0,0 0 0 0 0,1 1 0 0 0,0-1 0 0 0,1 0 0 0 0,0-1 0 0 0,0 1 0 0 0,1 0 0 0 0,7 14 0 0 0,-9-21 17 0 0,0-1 0 0 0,0 1 0 0 0,1-1 0 0 0,-1 0-1 0 0,1 1 1 0 0,-1-1 0 0 0,1 0 0 0 0,0 0 0 0 0,-1 0 0 0 0,1 0 0 0 0,0 0 0 0 0,0-1 0 0 0,0 1 0 0 0,-1 0 0 0 0,1-1 0 0 0,0 1 0 0 0,0-1-1 0 0,0 0 1 0 0,0 0 0 0 0,0 0 0 0 0,0 0 0 0 0,0 0 0 0 0,0 0 0 0 0,2 0 0 0 0,52-12-31 0 0,-45 9 40 0 0,5-2-32 0 0,0 0 0 0 0,0 2-1 0 0,1 0 1 0 0,-1 1 0 0 0,1 1-1 0 0,-1 0 1 0 0,1 1 0 0 0,0 1-1 0 0,18 3 1 0 0,-34-4 28 0 0,0 1 1 0 0,0-1-1 0 0,0 0 1 0 0,0 1-1 0 0,0-1 0 0 0,-1 1 1 0 0,1-1-1 0 0,0 1 1 0 0,0-1-1 0 0,0 1 1 0 0,-1 0-1 0 0,1-1 1 0 0,0 1-1 0 0,-1 0 0 0 0,1 0 1 0 0,-1 0-1 0 0,1-1 1 0 0,-1 1-1 0 0,1 0 1 0 0,-1 0-1 0 0,1 0 0 0 0,-1 0 1 0 0,0 0-1 0 0,1 0 1 0 0,-1 0-1 0 0,0 0 1 0 0,0 0-1 0 0,0 0 1 0 0,0 0-1 0 0,0 0 0 0 0,0 0 1 0 0,0 0-1 0 0,0 0 1 0 0,0 0-1 0 0,-1-1 1 0 0,1 1-1 0 0,0 0 0 0 0,0 0 1 0 0,-1 0-1 0 0,1 0 1 0 0,-1 0-1 0 0,1 0 1 0 0,-1 0-1 0 0,-1 1 1 0 0,0 2 5 0 0,0 1 1 0 0,-1-1-1 0 0,0 0 1 0 0,0 0-1 0 0,0 0 1 0 0,-7 6-1 0 0,-2-2 60 0 0,1 0 1 0 0,-1-1-1 0 0,-25 10 0 0 0,-4-7-2291 0 0,38-9 1580 0 0,1-1 0 0 0,-1 0 0 0 0,0 0 0 0 0,1-1-1 0 0,-1 1 1 0 0,1 0 0 0 0,-1-1 0 0 0,1 0-1 0 0,-1 0 1 0 0,1 1 0 0 0,-1-2 0 0 0,-2 0 0 0 0,-1-5-2806 0 0</inkml:trace>
</inkml:ink>
</file>

<file path=ppt/ink/ink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21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78 744 0 0,'28'-9'3268'0'0,"-7"2"-1312"0"0,-1 0 0 0 0,35-7 0 0 0,42-1-67 0 0,-81 8-2967 0 0,-15-12-7417 0 0</inkml:trace>
</inkml:ink>
</file>

<file path=ppt/ink/ink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21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41 244 0 0,'-39'-7'9600'0'0,"17"-20"-2942"0"0,19 21-9294 0 0</inkml:trace>
</inkml:ink>
</file>

<file path=ppt/ink/ink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22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1 792 0 0,'0'0'14133'0'0,"-2"5"-13969"0"0,-6 50-702 0 0,8-49-15 0 0,0-1 0 0 0,1 1 0 0 0,-1 0 0 0 0,1 0 0 0 0,0 0 0 0 0,0 0 0 0 0,1-1 0 0 0,3 9 0 0 0,18-17-6905 0 0</inkml:trace>
</inkml:ink>
</file>

<file path=ppt/ink/ink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2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17 324 0 0,'10'-5'846'0'0,"14"-5"2279"0"0,-13 8 3176 0 0,-11 5-6203 0 0,1 1-1 0 0,-1-1 1 0 0,0 0-1 0 0,0 0 1 0 0,0 0-1 0 0,0 1 1 0 0,-1-1-1 0 0,1 0 0 0 0,-1 0 1 0 0,-1 4-1 0 0,-23 79-745 0 0,0-31-4972 0 0,12-33 2580 0 0</inkml:trace>
</inkml:ink>
</file>

<file path=ppt/ink/ink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2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161 156 312 0 0,'-14'-48'5876'0'0,"7"30"1725"0"0,8 57-5593 0 0,6 43-1250 0 0,-3-50-579 0 0,-1 1 0 0 0,-2 0 0 0 0,-4 46 0 0 0,2-73-152 0 0,1-4-101 0 0,1 0-1 0 0,-1 0 0 0 0,0-1 0 0 0,0 1 0 0 0,0 0 0 0 0,-1 0 0 0 0,1-1 0 0 0,0 1 1 0 0,-1 0-1 0 0,1-1 0 0 0,-1 1 0 0 0,1 0 0 0 0,-1-1 0 0 0,0 1 0 0 0,0-1 1 0 0,0 1-1 0 0,0-1 0 0 0,0 1 0 0 0,0-1 0 0 0,0 0 0 0 0,0 1 0 0 0,0-1 0 0 0,-1 0 1 0 0,1 0-1 0 0,-1 0 0 0 0,1 0 0 0 0,0 0 0 0 0,-1 0 0 0 0,0-1 0 0 0,1 1 1 0 0,-3 0-1 0 0,2 0-389 0 0,-2-4 10 0 0,-4-5 228 0 0,0 0 1 0 0,1 0-1 0 0,0-1 0 0 0,0 0 0 0 0,1 0 0 0 0,0-1 0 0 0,1 0 0 0 0,0 0 0 0 0,0 0 1 0 0,-5-19-1 0 0,-5-18-102 0 0,-8-50 1 0 0,22 90 376 0 0,-1 0 1 0 0,1 0 0 0 0,0-1 0 0 0,1 1 0 0 0,0 0-1 0 0,0 0 1 0 0,0-1 0 0 0,1 1 0 0 0,0 0 0 0 0,1 0-1 0 0,-1 0 1 0 0,1 0 0 0 0,1 0 0 0 0,-1 0 0 0 0,5-7 0 0 0,-4 10-32 0 0,0 0 0 0 0,0 0 1 0 0,0 0-1 0 0,1 1 1 0 0,0-1-1 0 0,-1 1 1 0 0,1 0-1 0 0,0 0 1 0 0,1 0-1 0 0,-1 1 1 0 0,0 0-1 0 0,1-1 1 0 0,-1 2-1 0 0,1-1 1 0 0,0 0-1 0 0,0 1 1 0 0,0 0-1 0 0,0 0 1 0 0,0 0-1 0 0,0 1 1 0 0,0 0-1 0 0,7 0 1 0 0,3 1-5 0 0,0 1 0 0 0,-1 0 0 0 0,1 1 0 0 0,0 1 1 0 0,-1 0-1 0 0,0 1 0 0 0,0 1 0 0 0,0 0 0 0 0,-1 1 0 0 0,0 0 0 0 0,0 1 1 0 0,-1 0-1 0 0,0 1 0 0 0,21 20 0 0 0,-21-18-5 0 0,-1 0 0 0 0,-1 1 1 0 0,0 0-1 0 0,0 1 0 0 0,-2 0 0 0 0,1 0 0 0 0,-1 1 0 0 0,-1 0 1 0 0,-1 0-1 0 0,0 1 0 0 0,-1 0 0 0 0,0 0 0 0 0,-1 0 1 0 0,2 18-1 0 0,-5-26-4 0 0,-1 1-1 0 0,0-1 1 0 0,-1 1 0 0 0,0-1 0 0 0,0 1 0 0 0,0-1-1 0 0,-1 0 1 0 0,0 1 0 0 0,-1-1 0 0 0,1 0-1 0 0,-1 0 1 0 0,-1-1 0 0 0,-4 8 0 0 0,2-4 24 0 0,-2 0 1 0 0,0-1-1 0 0,0 0 0 0 0,0 0 1 0 0,-1-1-1 0 0,0 0 0 0 0,-17 11 1 0 0,8-8 131 0 0,0-1 0 0 0,0 0 0 0 0,-1-2 0 0 0,0 0 0 0 0,-1-1 0 0 0,1-1 0 0 0,-1-1 0 0 0,-1-1 0 0 0,-25 3 0 0 0,43-7-205 0 0,1 0 0 0 0,-1 1-1 0 0,1-1 1 0 0,-1 0 0 0 0,1 0 0 0 0,-1 0 0 0 0,1-1 0 0 0,0 1-1 0 0,-1-1 1 0 0,1 1 0 0 0,-1-1 0 0 0,1 0 0 0 0,0 0-1 0 0,0 0 1 0 0,-1 0 0 0 0,1 0 0 0 0,0 0 0 0 0,0-1-1 0 0,0 1 1 0 0,0-1 0 0 0,0 0 0 0 0,1 1 0 0 0,-1-1 0 0 0,0 0-1 0 0,-1-2 1 0 0,4 0-488 0 0,0 1-1 0 0,1 0 0 0 0,-1-1 1 0 0,1 1-1 0 0,-1 0 0 0 0,1 0 1 0 0,0 0-1 0 0,0 0 1 0 0,0 0-1 0 0,1 0 0 0 0,-1 1 1 0 0,1-1-1 0 0,3-2 1 0 0,8-7-2689 0 0</inkml:trace>
</inkml:ink>
</file>

<file path=ppt/ink/ink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2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51 40 0 0,'-5'-8'8797'0'0,"2"13"-8654"0"0,1-1 0 0 0,-1 1 0 0 0,1 0-1 0 0,0 0 1 0 0,1 0 0 0 0,0 0-1 0 0,-1 0 1 0 0,1 0 0 0 0,1 1-1 0 0,-1-1 1 0 0,1 0 0 0 0,1 10-1 0 0,-1-12-81 0 0,0 0 0 0 0,1 0-1 0 0,-1 0 1 0 0,1 0-1 0 0,0 0 1 0 0,0 0 0 0 0,0 0-1 0 0,0-1 1 0 0,1 1 0 0 0,-1 0-1 0 0,1-1 1 0 0,0 1-1 0 0,0-1 1 0 0,-1 1 0 0 0,2-1-1 0 0,-1 0 1 0 0,0 0 0 0 0,0 0-1 0 0,1 0 1 0 0,-1 0-1 0 0,1 0 1 0 0,-1-1 0 0 0,1 0-1 0 0,0 1 1 0 0,0-1 0 0 0,3 1-1 0 0,-5-1 380 0 0,1-2-411 0 0,-1 1 0 0 0,0-1 0 0 0,0 1 0 0 0,0-1 0 0 0,0 1 0 0 0,0-1 0 0 0,0 0 0 0 0,0 1 0 0 0,0-1 0 0 0,0 0 0 0 0,0 0 0 0 0,0 0 0 0 0,0 0-1 0 0,0 0 1 0 0,-1 0 0 0 0,1 0 0 0 0,0 0 0 0 0,-1 0 0 0 0,1 0 0 0 0,-1 0 0 0 0,1 0 0 0 0,-1 0 0 0 0,0-1 0 0 0,1 1 0 0 0,-1 0 0 0 0,0 0 0 0 0,0 0 0 0 0,0-1 0 0 0,0-1 0 0 0,3-45 806 0 0,-3 44-760 0 0,-1-3-36 0 0,1 0 1 0 0,-2 0-1 0 0,1 1 1 0 0,-1-1-1 0 0,0 0 1 0 0,0 0-1 0 0,-1 1 1 0 0,-5-11-1 0 0,-10-10-2417 0 0,17 26 1456 0 0</inkml:trace>
</inkml:ink>
</file>

<file path=ppt/ink/ink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3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68 560 0 0,'-1'-4'537'0'0,"0"0"1"0"0,0 1-1 0 0,0-1 1 0 0,-1 1-1 0 0,0 0 0 0 0,1-1 1 0 0,-1 1-1 0 0,-1 0 1 0 0,1 0-1 0 0,0 0 0 0 0,-1 0 1 0 0,1 1-1 0 0,-1-1 1 0 0,0 1-1 0 0,0-1 0 0 0,-5-2 1 0 0,4 3-289 0 0,0 0 1 0 0,0 0 0 0 0,-1 1-1 0 0,1-1 1 0 0,0 1-1 0 0,0 0 1 0 0,-1 0 0 0 0,1 1-1 0 0,0-1 1 0 0,-1 1 0 0 0,1 0-1 0 0,-1 0 1 0 0,1 1-1 0 0,0-1 1 0 0,-1 1 0 0 0,1 0-1 0 0,0 0 1 0 0,0 0 0 0 0,-1 1-1 0 0,1 0 1 0 0,-5 2-1 0 0,7-3-195 0 0,0 0 0 0 0,1 0 0 0 0,-1 0 0 0 0,1 0 0 0 0,-1 0 0 0 0,1 1 0 0 0,-1-1 0 0 0,1 0-1 0 0,0 1 1 0 0,0-1 0 0 0,0 1 0 0 0,0-1 0 0 0,0 1 0 0 0,0-1 0 0 0,0 1 0 0 0,0 0 0 0 0,0 0 0 0 0,1-1-1 0 0,-1 1 1 0 0,1 0 0 0 0,-1 0 0 0 0,1 2 0 0 0,0-1-5 0 0,0 1 1 0 0,1-1-1 0 0,-1 0 1 0 0,1 1-1 0 0,0-1 1 0 0,0 0-1 0 0,0 0 0 0 0,0 1 1 0 0,0-1-1 0 0,1 0 1 0 0,2 4-1 0 0,2 1-126 0 0,-1 0 1 0 0,1-1-1 0 0,0 0 0 0 0,1 0 0 0 0,0-1 0 0 0,0 1 0 0 0,15 9 1 0 0,-14-11-298 0 0,2 0 1 0 0,-1-1 0 0 0,0 0 0 0 0,1-1 0 0 0,-1 0 0 0 0,17 3 0 0 0,-21-5-522 0 0,0-1 0 0 0,1 0 0 0 0,-1 0 0 0 0,0 0 0 0 0,0 0 0 0 0,0-1 0 0 0,0 0 0 0 0,10-2 0 0 0,-3-1-2332 0 0</inkml:trace>
</inkml:ink>
</file>

<file path=ppt/ink/ink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3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0 984 0 0,'0'0'9039'0'0,"3"4"-8452"0"0,5 10 25 0 0,0 0 1 0 0,0 1 0 0 0,-1 0 0 0 0,-1 0 0 0 0,-1 1 0 0 0,6 25-1 0 0,6 14-345 0 0,-17-51-505 0 0,0 0 0 0 0,0 0 0 0 0,0 0-1 0 0,0 0 1 0 0,-1 1 0 0 0,0-1 0 0 0,1 0 0 0 0,-1 0 0 0 0,-1 0 0 0 0,-2 6-1 0 0,-10 17-6742 0 0</inkml:trace>
</inkml:ink>
</file>

<file path=ppt/ink/ink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5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35 564 0 0,'-25'-35'11326'0'0,"29"36"-11243"0"0,0 0 0 0 0,0 0 0 0 0,-1 1 1 0 0,1-1-1 0 0,0 1 0 0 0,0 0 0 0 0,-1-1 0 0 0,1 2 0 0 0,-1-1 1 0 0,0 0-1 0 0,6 5 0 0 0,36 36 341 0 0,-39-37-353 0 0,28 28 105 0 0,-2 3 0 0 0,-1 0 0 0 0,-2 2 0 0 0,-1 1 0 0 0,-2 1 0 0 0,-2 2 0 0 0,26 63 0 0 0,-39-77-123 0 0,-1 1 1 0 0,-2 0-1 0 0,0 0 1 0 0,-2 1-1 0 0,-2 0 1 0 0,0 0-1 0 0,-2 0 1 0 0,-2 0-1 0 0,-1 0 1 0 0,-1 0-1 0 0,-1 0 1 0 0,-13 52-1 0 0,5-50 36 0 0,0-1-1 0 0,-3 0 1 0 0,0-1 0 0 0,-2 0-1 0 0,-1-2 1 0 0,-2 1 0 0 0,-1-2-1 0 0,0-1 1 0 0,-3 0 0 0 0,0-2 0 0 0,-1-1-1 0 0,-2 0 1 0 0,0-2 0 0 0,-1-1-1 0 0,-2-1 1 0 0,0-2 0 0 0,-39 19-1 0 0,54-30-648 0 0,1-2 0 0 0,-1 0 0 0 0,0 0-1 0 0,-24 3 1 0 0,36-8 103 0 0,1 0-1 0 0,-1 0 0 0 0,0-1 1 0 0,0 1-1 0 0,0-1 1 0 0,1 1-1 0 0,-1-1 0 0 0,0 0 1 0 0,1 0-1 0 0,-1 1 1 0 0,1-1-1 0 0,-1 0 0 0 0,1-1 1 0 0,-1 1-1 0 0,1 0 1 0 0,-3-3-1 0 0,-4-8-3200 0 0</inkml:trace>
</inkml:ink>
</file>

<file path=ppt/ink/ink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7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1316 0 0,'0'0'8874'0'0,"0"-4"-7999"0"0,0 3-774 0 0,-1 0-1 0 0,1 0 1 0 0,0 0 0 0 0,0 0 0 0 0,0 0-1 0 0,0 1 1 0 0,0-1 0 0 0,0 0 0 0 0,1 0-1 0 0,-1 0 1 0 0,0 0 0 0 0,0 0 0 0 0,0 1-1 0 0,1-1 1 0 0,-1 0 0 0 0,1 0 0 0 0,-1 0-1 0 0,1 1 1 0 0,-1-1 0 0 0,1 0-1 0 0,-1 0 1 0 0,1 1 0 0 0,-1-1 0 0 0,1 1-1 0 0,0-1 1 0 0,-1 0 0 0 0,1 1 0 0 0,0-1-1 0 0,0 1 1 0 0,1-1 0 0 0,35-5 1821 0 0,2 3-1849 0 0,-8 0 309 0 0,49 2-1 0 0,-44 6-3766 0 0,-2 6-3675 0 0,-24-7 3403 0 0</inkml:trace>
</inkml:ink>
</file>

<file path=ppt/ink/ink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7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69 200 0 0,'21'-3'8426'0'0,"89"-14"-7410"0"0,28-8-1307 0 0,-45 10-2833 0 0,-62 11 879 0 0,-4-1 3 0 0</inkml:trace>
</inkml:ink>
</file>

<file path=ppt/ink/ink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8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60 952 0 0,'-1'-10'753'0'0,"1"-39"14854"0"0,2 52-15263 0 0,7 11-102 0 0,0 0 1 0 0,-2 0-1 0 0,0 1 1 0 0,0 0-1 0 0,-1 0 1 0 0,4 21-1 0 0,22 106 512 0 0,-29-127-673 0 0,2 10-54 0 0,-2 0 1 0 0,2 46 0 0 0,-12-12-3035 0 0,4-50 1109 0 0,0 0-1 0 0,0 0 1 0 0,0 0-1 0 0,-7 11 1 0 0,4-11-2474 0 0</inkml:trace>
</inkml:ink>
</file>

<file path=ppt/ink/ink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55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38 856 0 0,'-24'-38'14859'0'0,"26"120"-14233"0"0,0-35-225 0 0,-2 0 0 0 0,-11 77 0 0 0,6-91-542 0 0,-1 11-3587 0 0,5-43 2553 0 0</inkml:trace>
</inkml:ink>
</file>

<file path=ppt/ink/ink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55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78 352 0 0,'0'0'2542'0'0,"-3"-8"3228"0"0,43-4-5186 0 0,1 2 0 0 0,73-10 0 0 0,96 2 35 0 0,-127 12-366 0 0,-40 3-389 0 0,1 2-1 0 0,-1 2 1 0 0,1 2 0 0 0,50 9 0 0 0,-94-12 86 0 0,1 1 0 0 0,-1-1 0 0 0,1 0 0 0 0,-1 0 0 0 0,1 0 1 0 0,-1 0-1 0 0,1 0 0 0 0,-1 0 0 0 0,1 1 0 0 0,-1-1 0 0 0,1 0 0 0 0,-1 0 0 0 0,1 1 0 0 0,-1-1 0 0 0,0 0 1 0 0,1 1-1 0 0,-1-1 0 0 0,0 1 0 0 0,1-1 0 0 0,-1 0 0 0 0,0 1 0 0 0,1-1 0 0 0,-1 1 0 0 0,0-1 0 0 0,0 1 1 0 0,0-1-1 0 0,1 1 0 0 0,-1-1 0 0 0,0 1 0 0 0,0-1 0 0 0,0 1 0 0 0,0-1 0 0 0,0 1 0 0 0,0-1 0 0 0,0 1 1 0 0,0-1-1 0 0,0 1 0 0 0,0-1 0 0 0,0 1 0 0 0,0-1 0 0 0,0 1 0 0 0,-1-1 0 0 0,1 1 0 0 0,0-1 0 0 0,0 0 1 0 0,0 1-1 0 0,-1-1 0 0 0,1 1 0 0 0,-16 18-4056 0 0,5-14 1822 0 0</inkml:trace>
</inkml:ink>
</file>

<file path=ppt/ink/ink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56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5 472 0 0,'0'1'155'0'0,"0"-1"-1"0"0,-1 1 1 0 0,1-1-1 0 0,-1 1 1 0 0,1 0 0 0 0,0-1-1 0 0,-1 1 1 0 0,1-1 0 0 0,0 1-1 0 0,0 0 1 0 0,0-1-1 0 0,-1 1 1 0 0,1 0 0 0 0,0-1-1 0 0,0 1 1 0 0,0 0-1 0 0,0-1 1 0 0,0 1 0 0 0,0 0-1 0 0,0-1 1 0 0,0 1-1 0 0,0 0 1 0 0,1-1 0 0 0,-1 1-1 0 0,0 0 1 0 0,0-1-1 0 0,0 1 1 0 0,1 0 0 0 0,-1-1-1 0 0,0 1 1 0 0,2 0-1 0 0,21 11 1746 0 0,43-3-1189 0 0,-58-8-284 0 0,54 0 448 0 0,-1-2 0 0 0,89-14 0 0 0,22 0-2185 0 0,-162 14 171 0 0,0 1 1 0 0,0-2-1 0 0,0 1 0 0 0,18-6 0 0 0,-14 0-1155 0 0</inkml:trace>
</inkml:ink>
</file>

<file path=ppt/ink/ink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56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54 11797 0 0,'-1'-1'71'0'0,"-3"-5"260"0"0,0-1-1 0 0,0 1 1 0 0,0 0-1 0 0,-1 0 1 0 0,-7-7-1 0 0,10 12-90 0 0,-2-5 40 0 0,2 4-126 0 0,3 7 804 0 0,36 79-699 0 0,-25-59-329 0 0,0 0 0 0 0,-2 1 0 0 0,-1 0 0 0 0,0 0 0 0 0,4 30 0 0 0,-15-34-2062 0 0,2-22 2060 0 0,-1 0 1 0 0,1 0-1 0 0,0 0 1 0 0,-1 1-1 0 0,1-1 1 0 0,0 0-1 0 0,0 0 1 0 0,-1 0-1 0 0,1 0 1 0 0,0 0-1 0 0,-1 0 1 0 0,1 0-1 0 0,0 0 1 0 0,-1 0-1 0 0,1 0 1 0 0,0 0-1 0 0,-1 0 1 0 0,1 0-1 0 0,0 0 1 0 0,-1 0-1 0 0,1 0 1 0 0,0 0-1 0 0,-1 0 1 0 0,1 0-1 0 0,0 0 1 0 0,-1 0-1 0 0,1-1 0 0 0,0 1 1 0 0,0 0-1 0 0,-1 0 1 0 0,1 0-1 0 0,0-1 1 0 0,-1 1-1 0 0,-28-31-4958 0 0,23 23 3630 0 0,-7-6-1036 0 0</inkml:trace>
</inkml:ink>
</file>

<file path=ppt/ink/ink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56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73 108 0 0,'-5'-42'4533'0'0,"12"38"-4356"0"0,0 0 1 0 0,0 0-1 0 0,0 1 0 0 0,1 0 0 0 0,-1 0 1 0 0,1 1-1 0 0,0-1 0 0 0,0 2 0 0 0,0-1 1 0 0,0 1-1 0 0,0 1 0 0 0,1-1 1 0 0,-1 1-1 0 0,0 1 0 0 0,11 1 0 0 0,18 3 275 0 0,71 21 0 0 0,-107-26-449 0 0,14 5 80 0 0,0 0-1 0 0,0 1 1 0 0,0 1 0 0 0,0 1-1 0 0,-1 0 1 0 0,-1 0 0 0 0,1 1-1 0 0,-1 1 1 0 0,-1 0 0 0 0,0 1-1 0 0,0 1 1 0 0,12 15 0 0 0,-20-22-62 0 0,0 1 1 0 0,0 0-1 0 0,0 0 0 0 0,-1 0 1 0 0,0 0-1 0 0,0 0 0 0 0,0 1 1 0 0,-1-1-1 0 0,0 1 1 0 0,-1 0-1 0 0,1 0 0 0 0,-1-1 1 0 0,0 1-1 0 0,-1 0 0 0 0,0 0 1 0 0,0 0-1 0 0,0 0 1 0 0,-1 0-1 0 0,0 0 0 0 0,0-1 1 0 0,-1 1-1 0 0,0 0 1 0 0,0-1-1 0 0,-1 1 0 0 0,1-1 1 0 0,-2 0-1 0 0,1 1 0 0 0,0-2 1 0 0,-1 1-1 0 0,0 0 1 0 0,-7 6-1 0 0,-1 2 86 0 0,-1 0 0 0 0,-1-1 1 0 0,-1-1-1 0 0,1 0 0 0 0,-2-1 0 0 0,0-1 0 0 0,0 0 1 0 0,-35 15-1 0 0,14-11 361 0 0,-1-2 1 0 0,0-1-1 0 0,-50 8 1 0 0,87-19-545 0 0,1 0 0 0 0,-1 0 0 0 0,0 1 0 0 0,0-1 0 0 0,1 0 0 0 0,-1 0 0 0 0,0 0 0 0 0,1 0 0 0 0,-1 0 0 0 0,0 0 0 0 0,1 0 0 0 0,-1 0 0 0 0,0 0 0 0 0,1 0 0 0 0,-1 0 0 0 0,0-1 0 0 0,1 1 0 0 0,-1 0 0 0 0,0 0 0 0 0,1-1 0 0 0,-1 1 0 0 0,0 0 0 0 0,1-1 0 0 0,-1 1 0 0 0,1-1 0 0 0,-1 1 0 0 0,1-1 0 0 0,-1 1 0 0 0,1-1 0 0 0,-1 1 0 0 0,1-1 0 0 0,-1 1 0 0 0,1-1 0 0 0,-1 0 0 0 0,29-22-7962 0 0</inkml:trace>
</inkml:ink>
</file>

<file path=ppt/ink/ink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57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23 160 0 0,'-3'-18'4791'0'0,"7"13"-1128"0"0,-2 6-3519 0 0,-1-1 0 0 0,0 1 0 0 0,0-1 0 0 0,0 1 0 0 0,0-1 0 0 0,0 1 0 0 0,0 0-1 0 0,0-1 1 0 0,0 1 0 0 0,0 0 0 0 0,0 0 0 0 0,0 0 0 0 0,0 0 0 0 0,0 0 0 0 0,-1 0 0 0 0,2 1 0 0 0,3 9 68 0 0,0 0-1 0 0,0 0 1 0 0,-1 0-1 0 0,-1 1 1 0 0,0-1-1 0 0,0 1 1 0 0,-1 0-1 0 0,-1-1 1 0 0,0 1-1 0 0,-1 20 1 0 0,0-14-24 0 0,1 0 0 0 0,6 29 1 0 0,-10-12 81 0 0,-1-13-319 0 0,4-20-81 0 0,-6-40-11518 0 0</inkml:trace>
</inkml:ink>
</file>

<file path=ppt/ink/ink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5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1 101 684 0 0,'21'-17'3456'0'0,"-11"9"-2926"0"0,0 0-1 0 0,0 1 0 0 0,1 1 0 0 0,0-1 0 0 0,0 2 0 0 0,0 0 1 0 0,1 0-1 0 0,17-4 0 0 0,-1 2-307 0 0,0 1-1 0 0,48-4 1 0 0,-75 10-392 0 0,37 1-927 0 0,-26 7-3263 0 0,-7 0 2139 0 0</inkml:trace>
  <inkml:trace contextRef="#ctx0" brushRef="#br0" timeOffset="1">100 322 32 0 0,'0'0'1534'0'0,"2"2"-1158"0"0,0-1-1 0 0,-1 1 1 0 0,1-1 0 0 0,0 1-1 0 0,0-1 1 0 0,0 0 0 0 0,0 1-1 0 0,0-1 1 0 0,4 1-1 0 0,50-9 1398 0 0,20-3-1550 0 0,-26-3-4268 0 0,-37 8 2204 0 0</inkml:trace>
</inkml:ink>
</file>

<file path=ppt/ink/ink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2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71 24 0 0,'-13'-53'6131'0'0,"13"51"-5407"0"0,-2-2 170 0 0,2 4-823 0 0,0-1 1 0 0,0 1-1 0 0,0-1 0 0 0,0 1 1 0 0,-1-1-1 0 0,1 1 0 0 0,0-1 1 0 0,0 1-1 0 0,0-1 1 0 0,0 1-1 0 0,0-1 0 0 0,-1 1 1 0 0,1 0-1 0 0,0-1 0 0 0,-1 1 1 0 0,1-1-1 0 0,0 1 0 0 0,0 0 1 0 0,-1-1-1 0 0,1 1 1 0 0,-1 0-1 0 0,1-1 0 0 0,0 1 1 0 0,-1 0-1 0 0,1 0 0 0 0,-1 0 1 0 0,1-1-1 0 0,0 1 1 0 0,-1 0-1 0 0,1 0 0 0 0,-1 0 1 0 0,1 0-1 0 0,-1 0 0 0 0,1 0 1 0 0,-1-1-1 0 0,1 1 1 0 0,-1 0-1 0 0,1 0 0 0 0,-1 1 1 0 0,0-1-1 0 0,-11 9 129 0 0,1 1 1 0 0,0 0-1 0 0,0 1 1 0 0,1 1-1 0 0,1-1 0 0 0,-11 17 1 0 0,4-3 26 0 0,2 0 0 0 0,-18 40 0 0 0,23-41-145 0 0,0 1 0 0 0,2 1 1 0 0,1-1-1 0 0,1 1 0 0 0,1 1 0 0 0,1-1 0 0 0,1 0 0 0 0,2 1 0 0 0,1-1 1 0 0,0 1-1 0 0,2-1 0 0 0,1 0 0 0 0,2 0 0 0 0,0 0 0 0 0,2-1 0 0 0,0 0 0 0 0,2 0 1 0 0,1-1-1 0 0,0 0 0 0 0,2-1 0 0 0,1-1 0 0 0,1 0 0 0 0,0 0 0 0 0,2-2 1 0 0,31 31-1 0 0,-19-24-48 0 0,50 35 1 0 0,-71-56-393 0 0,0 0 0 0 0,1-1 0 0 0,0 0 1 0 0,0-1-1 0 0,1 0 0 0 0,-1 0 0 0 0,1-1 0 0 0,-1 0 1 0 0,1-1-1 0 0,0 0 0 0 0,14 0 0 0 0,-2-6-4940 0 0,-7-2 2262 0 0</inkml:trace>
</inkml:ink>
</file>

<file path=ppt/ink/ink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3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43 380 0 0,'-24'-42'11681'0'0,"26"48"-11426"0"0,7 28-151 0 0,2-1-1 0 0,2 0 1 0 0,28 53 0 0 0,-40-85-207 0 0,-1 1 0 0 0,1-1 0 0 0,0 1-1 0 0,0-1 1 0 0,0 1 0 0 0,0-1 0 0 0,0 0 0 0 0,0 1-1 0 0,0-1 1 0 0,1 0 0 0 0,-1 0 0 0 0,0 0-1 0 0,1 0 1 0 0,-1 0 0 0 0,1 0 0 0 0,-1 0 0 0 0,1 0-1 0 0,-1 0 1 0 0,1-1 0 0 0,-1 1 0 0 0,1-1 0 0 0,0 1-1 0 0,-1-1 1 0 0,1 0 0 0 0,0 0 0 0 0,0 1 0 0 0,3-2-1 0 0,-2 0-12 0 0,1 0 0 0 0,-1-1-1 0 0,0 0 1 0 0,1 0 0 0 0,-1 0-1 0 0,0 0 1 0 0,0 0 0 0 0,0 0-1 0 0,-1-1 1 0 0,1 0 0 0 0,0 1-1 0 0,-1-1 1 0 0,3-5 0 0 0,1-2 285 0 0,-4 6 259 0 0,0 1 0 0 0,0-1 0 0 0,0 1 0 0 0,0 0 0 0 0,0 0 0 0 0,1 0 0 0 0,-1 0 0 0 0,5-4 0 0 0,0 41-306 0 0,6 34-2110 0 0,0-24-3452 0 0,-7-29 2664 0 0</inkml:trace>
</inkml:ink>
</file>

<file path=ppt/ink/ink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4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207 214 740 0 0,'0'0'1266'0'0,"11"21"2722"0"0,-3 19-3017 0 0,-1 0 1 0 0,-2 0-1 0 0,-2 0 1 0 0,-1 1 0 0 0,-5 52-1 0 0,2-88-915 0 0,1 0 0 0 0,-1 0-1 0 0,0-1 1 0 0,0 1 0 0 0,-1 0 0 0 0,0-1 0 0 0,1 1-1 0 0,-1-1 1 0 0,-1 0 0 0 0,1 0 0 0 0,-1 1 0 0 0,1-2-1 0 0,-1 1 1 0 0,0 0 0 0 0,0 0 0 0 0,-6 3 0 0 0,7-5-32 0 0,-1 0-1 0 0,0 0 1 0 0,1 0 0 0 0,-1-1 0 0 0,0 0 0 0 0,0 1 0 0 0,0-1 0 0 0,-1 0 0 0 0,1 0-1 0 0,0-1 1 0 0,0 1 0 0 0,0-1 0 0 0,-1 1 0 0 0,1-1 0 0 0,0 0 0 0 0,0 0-1 0 0,-1 0 1 0 0,1-1 0 0 0,0 1 0 0 0,0-1 0 0 0,-1 0 0 0 0,1 0 0 0 0,-4-2 0 0 0,-1-1-10 0 0,1 0 0 0 0,-1 0 0 0 0,1-1 0 0 0,0-1 0 0 0,1 1 0 0 0,-1-1 0 0 0,1 0 0 0 0,0 0 0 0 0,0-1 0 0 0,1 1 0 0 0,0-1 0 0 0,0-1 0 0 0,1 1 0 0 0,0-1 0 0 0,0 1 0 0 0,1-1 0 0 0,0 0 0 0 0,0-1 0 0 0,0 1 0 0 0,0-9 0 0 0,-2-5-14 0 0,2-1 0 0 0,1 1 1 0 0,0-1-1 0 0,2 0 1 0 0,0 0-1 0 0,5-29 0 0 0,-2 34 0 0 0,1 1 1 0 0,0 0-1 0 0,1 1 0 0 0,1-1 0 0 0,0 1 0 0 0,1 0 1 0 0,1 0-1 0 0,1 1 0 0 0,0 0 0 0 0,1 1 0 0 0,0 0 0 0 0,19-20 1 0 0,-23 29 6 0 0,0-1 1 0 0,0 1-1 0 0,0 0 1 0 0,0 1 0 0 0,1-1-1 0 0,0 1 1 0 0,0 1-1 0 0,0-1 1 0 0,0 1-1 0 0,1 0 1 0 0,-1 1 0 0 0,1 0-1 0 0,-1 0 1 0 0,1 1-1 0 0,0 0 1 0 0,0 0 0 0 0,0 1-1 0 0,-1-1 1 0 0,1 2-1 0 0,0-1 1 0 0,0 1 0 0 0,0 1-1 0 0,-1-1 1 0 0,1 1-1 0 0,0 1 1 0 0,-1-1 0 0 0,0 1-1 0 0,0 0 1 0 0,13 9-1 0 0,2 2 19 0 0,-1 1-1 0 0,0 1 0 0 0,-1 0 1 0 0,-1 2-1 0 0,-1 1 1 0 0,21 27-1 0 0,0 5 54 0 0,43 77 0 0 0,-77-120-66 0 0,-1-1 0 0 0,0 1 0 0 0,-1 0 0 0 0,0 0 0 0 0,0 1 0 0 0,-1-1 0 0 0,0 1-1 0 0,2 16 1 0 0,-3-22-70 0 0,-1 0 0 0 0,0 0-1 0 0,0 1 1 0 0,-1-1 0 0 0,1 0 0 0 0,-1 0-1 0 0,1 0 1 0 0,-1 0 0 0 0,0 0-1 0 0,0 0 1 0 0,0 0 0 0 0,-1 0 0 0 0,1 0-1 0 0,-1 0 1 0 0,0-1 0 0 0,1 1-1 0 0,-1 0 1 0 0,0-1 0 0 0,-1 0 0 0 0,1 1-1 0 0,0-1 1 0 0,-1 0 0 0 0,1 0-1 0 0,-1 0 1 0 0,1-1 0 0 0,-1 1 0 0 0,0-1-1 0 0,0 1 1 0 0,0-1 0 0 0,0 0-1 0 0,0 0 1 0 0,0 0 0 0 0,0 0 0 0 0,-6 0-1 0 0,-2 0-406 0 0,1 0-1 0 0,0-1 1 0 0,-1 0-1 0 0,1 0 1 0 0,-1-1-1 0 0,1 0 1 0 0,-1-1 0 0 0,-12-4-1 0 0,9 2 244 0 0,0-1 0 0 0,1-1 0 0 0,-1 0 0 0 0,1 0 0 0 0,1-2 0 0 0,-24-16 0 0 0,35 23 533 0 0,1-1-291 0 0,1 0 0 0 0,0 1-1 0 0,-1-1 1 0 0,1 0 0 0 0,0 1-1 0 0,0-1 1 0 0,0 1 0 0 0,0-1-1 0 0,0 1 1 0 0,1 0 0 0 0,-1-1 0 0 0,0 1-1 0 0,1 0 1 0 0,-1 0 0 0 0,1 0-1 0 0,-1 0 1 0 0,1 0 0 0 0,-1 0-1 0 0,1 0 1 0 0,2 0 0 0 0,39-16 143 0 0,-42 16-155 0 0,60-18 235 0 0,-2-3-1 0 0,-1-3 0 0 0,82-47 0 0 0,-131 65 132 0 0,0 0-1 0 0,0 0 1 0 0,-1-1 0 0 0,0 0-1 0 0,0-1 1 0 0,-1 0 0 0 0,0 0-1 0 0,0 0 1 0 0,7-16-1 0 0,-10 3 1643 0 0,-3 16-1171 0 0,-1 7-246 0 0,-9 123-267 0 0,-4 260 192 0 0,15-358-507 0 0,-1-17 10 0 0,0 1 0 0 0,-1 0 0 0 0,0-1 1 0 0,0 1-1 0 0,-3 11 0 0 0,2-18 66 0 0,-2-17 49 0 0,-1-1 1 0 0,2 0 0 0 0,0 0 0 0 0,1 0-1 0 0,0-21 1 0 0,4-7-144 0 0,0 1-1 0 0,3-1 0 0 0,13-47 1 0 0,-16 79-21 0 0,0 0 1 0 0,0 0-1 0 0,1 0 1 0 0,1 1-1 0 0,0 0 0 0 0,0 0 1 0 0,1 0-1 0 0,0 0 1 0 0,1 1-1 0 0,0 0 1 0 0,1 0-1 0 0,-1 1 0 0 0,2 0 1 0 0,-1 1-1 0 0,1-1 1 0 0,0 2-1 0 0,11-7 1 0 0,-18 11 11 0 0,1 1 0 0 0,0-1 0 0 0,-1 1 0 0 0,1 0 0 0 0,0 0 0 0 0,0 0 0 0 0,0 1 0 0 0,0-1 0 0 0,0 0 0 0 0,0 1 1 0 0,0 0-1 0 0,0 0 0 0 0,0 0 0 0 0,0 0 0 0 0,0 0 0 0 0,0 1 0 0 0,0-1 0 0 0,0 1 0 0 0,0 0 0 0 0,0 0 0 0 0,0 0 0 0 0,0 0 1 0 0,-1 1-1 0 0,1-1 0 0 0,0 1 0 0 0,-1-1 0 0 0,1 1 0 0 0,-1 0 0 0 0,0 0 0 0 0,1 0 0 0 0,-1 0 0 0 0,0 1 0 0 0,0-1 0 0 0,0 0 1 0 0,-1 1-1 0 0,1-1 0 0 0,-1 1 0 0 0,1 0 0 0 0,-1 0 0 0 0,1 3 0 0 0,0-1 4 0 0,0-1 0 0 0,-1 1-1 0 0,0 0 1 0 0,0 0 0 0 0,0 0 0 0 0,0 0 0 0 0,-1 0 0 0 0,0 0-1 0 0,0 0 1 0 0,0 0 0 0 0,-1 0 0 0 0,0 0 0 0 0,0-1-1 0 0,0 1 1 0 0,0 0 0 0 0,-1 0 0 0 0,0-1 0 0 0,0 1-1 0 0,0-1 1 0 0,0 1 0 0 0,-1-1 0 0 0,0 0 0 0 0,0 0-1 0 0,-6 7 1 0 0,8-10 5 0 0,-47 37-1045 0 0,46-37 703 0 0,0 1 0 0 0,-1-1 0 0 0,1 0 0 0 0,-1 0 0 0 0,1 0 1 0 0,-1 0-1 0 0,1 0 0 0 0,-1-1 0 0 0,0 1 0 0 0,1-1 0 0 0,-1 1 0 0 0,0-1 0 0 0,1 0 0 0 0,-1 0 0 0 0,0 0 1 0 0,0-1-1 0 0,1 1 0 0 0,-5-1 0 0 0,-2-13-6419 0 0</inkml:trace>
</inkml:ink>
</file>

<file path=ppt/ink/ink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5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0 44 0 0,'0'0'4368'0'0,"1"4"-3577"0"0,3 18 531 0 0,0 1 1 0 0,0 41-1 0 0,2 12 148 0 0,1-25-574 0 0,-3 0 0 0 0,-1 0 0 0 0,-7 87 1 0 0,-3-78-38 0 0,7-57-198 0 0,-5-8-585 0 0,-1-2-55 0 0,-1-1 0 0 0,1-1-1 0 0,0 1 1 0 0,1-1 0 0 0,0 0-1 0 0,0 0 1 0 0,1-1 0 0 0,0 1-1 0 0,1-1 1 0 0,0 0 0 0 0,0 0-1 0 0,1 0 1 0 0,0 0 0 0 0,1 0-1 0 0,1-1 1 0 0,-1 1 0 0 0,1 0-1 0 0,2-14 1 0 0,-1 16-24 0 0,0 0-1 0 0,1 1 1 0 0,0-1 0 0 0,0 0 0 0 0,0 1 0 0 0,1-1-1 0 0,0 1 1 0 0,1 0 0 0 0,-1 0 0 0 0,1 0-1 0 0,1 1 1 0 0,-1-1 0 0 0,1 1 0 0 0,0 0 0 0 0,1 0-1 0 0,0 1 1 0 0,-1 0 0 0 0,2 0 0 0 0,-1 0-1 0 0,0 0 1 0 0,1 1 0 0 0,0 0 0 0 0,0 1 0 0 0,0 0-1 0 0,9-3 1 0 0,-8 4-8 0 0,0 0-1 0 0,0 0 0 0 0,1 1 1 0 0,-1 0-1 0 0,1 0 1 0 0,-1 1-1 0 0,1 0 1 0 0,-1 1-1 0 0,1 0 1 0 0,11 3-1 0 0,-17-4 9 0 0,0 1-1 0 0,0 0 1 0 0,0 0-1 0 0,0 0 1 0 0,0 1-1 0 0,0-1 1 0 0,0 1-1 0 0,-1-1 1 0 0,1 1-1 0 0,0 0 1 0 0,-1 0-1 0 0,0 0 1 0 0,1 1-1 0 0,-1-1 1 0 0,0 0-1 0 0,0 1 1 0 0,0 0 0 0 0,-1-1-1 0 0,1 1 1 0 0,-1 0-1 0 0,1 0 1 0 0,-1 0-1 0 0,0 0 1 0 0,0 0-1 0 0,0 0 1 0 0,0 0-1 0 0,-1 0 1 0 0,1 0-1 0 0,-1 0 1 0 0,0 5-1 0 0,0-6 5 0 0,-1 1 0 0 0,1-1 0 0 0,-1 0 0 0 0,1 1 0 0 0,-1-1 0 0 0,0 0 0 0 0,0 1 0 0 0,0-1 0 0 0,0 0-1 0 0,0 0 1 0 0,-1 0 0 0 0,1 0 0 0 0,0 0 0 0 0,-1 0 0 0 0,0 0 0 0 0,1-1 0 0 0,-1 1 0 0 0,0 0 0 0 0,-3 1-1 0 0,-44 25 35 0 0,30-19-51 0 0,17-7-85 0 0,-1-1 0 0 0,1 0-1 0 0,-1 0 1 0 0,1 0 0 0 0,-1 0 0 0 0,0-1-1 0 0,1 1 1 0 0,-1-1 0 0 0,0 1 0 0 0,0-1 0 0 0,1 0-1 0 0,-1 0 1 0 0,0 0 0 0 0,0 0 0 0 0,-3-1-1 0 0,5 0-209 0 0,-1 1-1 0 0,1-1 0 0 0,0 1 1 0 0,-1-1-1 0 0,1 1 0 0 0,0-1 1 0 0,-1 0-1 0 0,1 0 0 0 0,0 0 1 0 0,0 1-1 0 0,0-1 0 0 0,0 0 1 0 0,0 0-1 0 0,0-1 0 0 0,0 1 1 0 0,0 0-1 0 0,0 0 0 0 0,0 0 1 0 0,1-1-1 0 0,-1 1 0 0 0,0 0 1 0 0,1-1-1 0 0,-1 1 0 0 0,1 0 1 0 0,0-1-1 0 0,-1-1 0 0 0</inkml:trace>
</inkml:ink>
</file>

<file path=ppt/ink/ink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5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1 900 0 0,'0'3'9660'0'0,"-2"27"-9539"0"0,-3 3 731 0 0,-19 63 0 0 0,15-64-405 0 0,-8 45 0 0 0,12-42-244 0 0,-5 57 357 0 0,10-84-512 0 0,1 0 1 0 0,-1 0-1 0 0,1 0 0 0 0,1 0 1 0 0,0 0-1 0 0,0 0 1 0 0,0 0-1 0 0,1-1 1 0 0,6 12-1 0 0,-8-15-36 0 0,1-1-1 0 0,0-1 1 0 0,0 1-1 0 0,0 0 1 0 0,0 0-1 0 0,0-1 1 0 0,1 1-1 0 0,-1-1 1 0 0,1 0-1 0 0,0 0 1 0 0,0 0-1 0 0,-1 0 1 0 0,1 0 0 0 0,0 0-1 0 0,0-1 1 0 0,1 0-1 0 0,-1 1 1 0 0,0-1-1 0 0,0 0 1 0 0,1-1-1 0 0,-1 1 1 0 0,1-1-1 0 0,-1 1 1 0 0,0-1-1 0 0,1 0 1 0 0,-1 0 0 0 0,1 0-1 0 0,-1-1 1 0 0,0 1-1 0 0,1-1 1 0 0,-1 0-1 0 0,0 0 1 0 0,1 0-1 0 0,-1 0 1 0 0,0-1-1 0 0,5-2 1 0 0,0 0 33 0 0,-1-1 0 0 0,0 1 0 0 0,1-1 0 0 0,-2 0 0 0 0,1-1 0 0 0,-1 0 0 0 0,1 0 0 0 0,-2 0 0 0 0,1-1 0 0 0,-1 0 0 0 0,0 0 0 0 0,0 0 0 0 0,6-14 0 0 0,-11 20 42 0 0,1 0 1 0 0,-1 0-1 0 0,0 0 1 0 0,0 0-1 0 0,0 0 1 0 0,0 0-1 0 0,0 0 1 0 0,0 0-1 0 0,0 0 1 0 0,0 0-1 0 0,-1 0 0 0 0,1 0 1 0 0,0 1-1 0 0,0-1 1 0 0,-1 0-1 0 0,1 0 1 0 0,-1 0-1 0 0,1 0 1 0 0,-1 0-1 0 0,1 0 1 0 0,-1 1-1 0 0,1-1 1 0 0,-1 0-1 0 0,0 0 1 0 0,0 1-1 0 0,1-1 1 0 0,-1 0-1 0 0,0 1 1 0 0,0-1-1 0 0,0 1 0 0 0,1-1 1 0 0,-1 1-1 0 0,0-1 1 0 0,-1 1-1 0 0,3 5-262 0 0,2-1 0 0 0,-1 1 0 0 0,0 0-1 0 0,1-1 1 0 0,0 0 0 0 0,0 1-1 0 0,0-1 1 0 0,1 0 0 0 0,3 3 0 0 0,21 10-3565 0 0,-26-16 3140 0 0,1-1-1 0 0,-1 1 1 0 0,1-1 0 0 0,-1 1-1 0 0,1-1 1 0 0,-1 0 0 0 0,1 0-1 0 0,-1 0 1 0 0,1 0 0 0 0,-1 0-1 0 0,4-2 1 0 0,10-2-2748 0 0</inkml:trace>
</inkml:ink>
</file>

<file path=ppt/ink/ink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6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0 496 0 0,'0'0'14797'0'0,"3"3"-14739"0"0,9 9-7 0 0,-9-9 0 0 0,8 36-1193 0 0,-11-37 792 0 0</inkml:trace>
</inkml:ink>
</file>

<file path=ppt/ink/ink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6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0 152 0 0,'0'0'4066'0'0,"-5"54"-265"0"0,-14-17-4678 0 0,3-18-2791 0 0</inkml:trace>
</inkml:ink>
</file>

<file path=ppt/ink/ink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7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0 684 0 0,'-10'2'1761'0'0,"3"-2"3066"0"0,-1-1-4282 0 0,0 0 1 0 0,0 1-1 0 0,0 1 0 0 0,0-1 0 0 0,-14 4 1 0 0,18-3-338 0 0,0 0 0 0 0,-1 0 1 0 0,1 0-1 0 0,-1 1 1 0 0,1-1-1 0 0,0 1 0 0 0,0 0 1 0 0,0 0-1 0 0,0 1 0 0 0,0-1 1 0 0,1 1-1 0 0,-5 4 1 0 0,7-6-162 0 0,0 1 0 0 0,0-1 0 0 0,0 1 1 0 0,0-1-1 0 0,0 1 0 0 0,1 0 1 0 0,-1-1-1 0 0,1 1 0 0 0,-1 0 1 0 0,1-1-1 0 0,0 1 0 0 0,-1 0 1 0 0,1 0-1 0 0,0 0 0 0 0,0-1 1 0 0,0 1-1 0 0,1 0 0 0 0,-1 0 1 0 0,0-1-1 0 0,1 1 0 0 0,-1 0 1 0 0,2 2-1 0 0,23 41 302 0 0,-22-41-374 0 0,1 0 0 0 0,-2 0 0 0 0,1 1 0 0 0,0-1 0 0 0,-1 1 0 0 0,0 0 0 0 0,0-1 0 0 0,0 1 0 0 0,-1 0 0 0 0,2 6 0 0 0,-4-9 18 0 0,1-1 1 0 0,-1 1 0 0 0,1-1-1 0 0,-1 1 1 0 0,0-1 0 0 0,1 1-1 0 0,-1-1 1 0 0,0 0 0 0 0,0 1-1 0 0,0-1 1 0 0,0 0 0 0 0,-1 0-1 0 0,1 0 1 0 0,0 0 0 0 0,0 0-1 0 0,-1 0 1 0 0,1 0 0 0 0,0 0-1 0 0,-1 0 1 0 0,1-1 0 0 0,-1 1-1 0 0,1 0 1 0 0,-1-1 0 0 0,1 0-1 0 0,-1 1 1 0 0,-2-1 0 0 0,-47 10-916 0 0,41-9 90 0 0,8 0-209 0 0,-17-6-4609 0 0,15 4 2387 0 0</inkml:trace>
</inkml:ink>
</file>

<file path=ppt/ink/ink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07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18 824 0 0,'-14'-18'11519'0'0,"69"78"-11188"0"0,-4 2 1 0 0,62 96-1 0 0,-79-105-242 0 0,-2 3-1 0 0,-2 0 0 0 0,-3 2 1 0 0,22 65-1 0 0,-42-100-79 0 0,0 0 0 0 0,-2 0 0 0 0,0 1 0 0 0,-2-1-1 0 0,0 1 1 0 0,-2 0 0 0 0,0 0 0 0 0,-2 0 0 0 0,-4 28-1 0 0,3-39 92 0 0,-1 0 0 0 0,0 0 0 0 0,-1-1 0 0 0,0 1 0 0 0,-1-1 0 0 0,-1 0 0 0 0,1 0 0 0 0,-2-1 0 0 0,0 0 0 0 0,0 0 0 0 0,-1-1 0 0 0,0 1 0 0 0,-1-2 0 0 0,0 1 0 0 0,-1-1 0 0 0,0-1 0 0 0,0 0 0 0 0,-15 9 0 0 0,-58 27 2942 0 0,81-43-2828 0 0,-29 12-1019 0 0,18-8-1800 0 0,1-2-5075 0 0,0 0 3219 0 0</inkml:trace>
</inkml:ink>
</file>

<file path=ppt/ink/ink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11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36 976 0 0,'-24'-9'5721'0'0,"14"1"-2610"0"0,10 8-3014 0 0,0 0 0 0 0,-1 0 0 0 0,1 0 0 0 0,0 0 0 0 0,0-1-1 0 0,-1 1 1 0 0,1 0 0 0 0,0 0 0 0 0,0 0 0 0 0,0 0 0 0 0,0 0-1 0 0,-1 0 1 0 0,1 0 0 0 0,0-1 0 0 0,0 1 0 0 0,0 0 0 0 0,0 0 0 0 0,0 0-1 0 0,-1 0 1 0 0,1-1 0 0 0,0 1 0 0 0,0 0 0 0 0,0 0 0 0 0,0 0 0 0 0,0-1-1 0 0,0 1 1 0 0,0 0 0 0 0,0 0 0 0 0,0-1 0 0 0,0 1 0 0 0,0 0 0 0 0,0 0-1 0 0,0 0 1 0 0,0-1 0 0 0,0 1 0 0 0,0 0 0 0 0,0 0 0 0 0,0 0 0 0 0,0-1-1 0 0,0 1 1 0 0,0 0 0 0 0,0 0 0 0 0,0-1 0 0 0,0 1 0 0 0,0 0 0 0 0,1 0-1 0 0,-1 0 1 0 0,0 0 0 0 0,0-1 0 0 0,0 1 0 0 0,0 0 0 0 0,0 0-1 0 0,1 0 1 0 0,-1 0 0 0 0,0 0 0 0 0,0-1 0 0 0,0 1 0 0 0,1 0 0 0 0,-1 0-1 0 0,35-4-6 0 0,1 1-1 0 0,45 2 0 0 0,-28 6-3185 0 0,0 5-3855 0 0,-41-6 3667 0 0</inkml:trace>
</inkml:ink>
</file>

<file path=ppt/ink/ink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12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1160 0 0,'-1'0'258'0'0,"1"1"0"0"0,-1 0 0 0 0,1 0-1 0 0,-1-1 1 0 0,1 1 0 0 0,0 0 0 0 0,-1 0 0 0 0,1 0-1 0 0,0-1 1 0 0,0 1 0 0 0,0 0 0 0 0,0 0 0 0 0,0 0 0 0 0,0 0-1 0 0,0 0 1 0 0,0 0 0 0 0,0-1 0 0 0,0 1 0 0 0,0 0-1 0 0,0 0 1 0 0,0 0 0 0 0,1 0 0 0 0,-1 0 0 0 0,0-1 0 0 0,1 1-1 0 0,-1 0 1 0 0,1 0 0 0 0,-1-1 0 0 0,2 2 0 0 0,0 0-40 0 0,0-1 1 0 0,0 0 0 0 0,0 0-1 0 0,0 0 1 0 0,0 0-1 0 0,0 0 1 0 0,0 0 0 0 0,0-1-1 0 0,1 1 1 0 0,-1-1 0 0 0,4 1-1 0 0,13 0-536 0 0,0-1 1 0 0,27-3-1 0 0,-26 1 787 0 0,101-4-2569 0 0,-42-4-2296 0 0,-38 2 1842 0 0</inkml:trace>
</inkml:ink>
</file>

<file path=ppt/ink/ink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13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1 773 128 0 0,'0'0'1409'0'0,"0"15"1566"0"0,1-11-2636 0 0,1-1 0 0 0,-1 1 0 0 0,1-1 0 0 0,0 1 0 0 0,0-1 0 0 0,0 0 1 0 0,1 0-1 0 0,-1 1 0 0 0,1-2 0 0 0,0 1 0 0 0,0 0 0 0 0,3 2 0 0 0,-5-5 447 0 0,-1 1-710 0 0,1-1 1 0 0,0 0 0 0 0,-1 0-1 0 0,1 1 1 0 0,-1-1 0 0 0,1 0-1 0 0,0 0 1 0 0,-1 0 0 0 0,1 0-1 0 0,-1 0 1 0 0,1 0 0 0 0,0 0-1 0 0,-1 0 1 0 0,1 0 0 0 0,-1 0-1 0 0,1-1 1 0 0,0 1 0 0 0,-1 0-1 0 0,1 0 1 0 0,-1 0 0 0 0,1-1-1 0 0,0 0 1 0 0,15-15 171 0 0,-2-2 0 0 0,0 0 0 0 0,-1-1-1 0 0,-1 0 1 0 0,0-1 0 0 0,-2-1 0 0 0,0 1 0 0 0,-2-2 0 0 0,0 1-1 0 0,9-42 1 0 0,-2-16 74 0 0,10-140 0 0 0,-24 180-78 0 0,-1 0-1 0 0,-1 0 0 0 0,-3 0 0 0 0,-1 0 1 0 0,-10-37-1 0 0,15 75-241 0 0,0 1 0 0 0,0 0 0 0 0,0 0 0 0 0,0 0 0 0 0,0 0 0 0 0,0 0 1 0 0,0-1-1 0 0,0 1 0 0 0,0 0 0 0 0,0 0 0 0 0,0 0 0 0 0,0 0 0 0 0,0 0 0 0 0,0-1 0 0 0,0 1 0 0 0,0 0 1 0 0,0 0-1 0 0,0 0 0 0 0,0 0 0 0 0,0 0 0 0 0,-1 0 0 0 0,1-1 0 0 0,0 1 0 0 0,0 0 0 0 0,0 0 0 0 0,0 0 1 0 0,0 0-1 0 0,0 0 0 0 0,0 0 0 0 0,0 0 0 0 0,-1 0 0 0 0,1 0 0 0 0,0 0 0 0 0,0-1 0 0 0,0 1 0 0 0,0 0 1 0 0,0 0-1 0 0,-1 0 0 0 0,1 0 0 0 0,0 0 0 0 0,0 0 0 0 0,0 0 0 0 0,0 0 0 0 0,0 0 0 0 0,-1 0 0 0 0,1 0 1 0 0,0 0-1 0 0,0 0 0 0 0,0 0 0 0 0,0 0 0 0 0,0 1 0 0 0,0-1 0 0 0,-1 0 0 0 0,1 0 0 0 0,0 0 0 0 0,0 0 0 0 0,0 0 1 0 0,0 0-1 0 0,0 0 0 0 0,0 0 0 0 0,0 0 0 0 0,-1 0 0 0 0,1 1 0 0 0,-8 13 9 0 0,-5 24-13 0 0,3 35 19 0 0,3 0 0 0 0,3 1 0 0 0,3-1 0 0 0,3 1 0 0 0,17 102 0 0 0,-13-125-18 0 0,-4-27 11 0 0,1 1 1 0 0,0 0-1 0 0,3-1 0 0 0,0 0 0 0 0,1 0 0 0 0,17 39 0 0 0,-23-62-5 0 0,-1 0 0 0 0,1 0 0 0 0,-1 0 0 0 0,1 0 0 0 0,-1-1 0 0 0,1 1 0 0 0,0 0 0 0 0,0 0 0 0 0,-1 0 0 0 0,1-1-1 0 0,0 1 1 0 0,0-1 0 0 0,0 1 0 0 0,0 0 0 0 0,0-1 0 0 0,0 1 0 0 0,0-1 0 0 0,0 0 0 0 0,0 1 0 0 0,0-1 0 0 0,0 0 0 0 0,0 0 0 0 0,0 0 0 0 0,2 1 0 0 0,-1-2-1 0 0,1 1 1 0 0,-1-1-1 0 0,1 1 1 0 0,-1-1 0 0 0,1 0-1 0 0,-1 0 1 0 0,0 0 0 0 0,1 0-1 0 0,-1 0 1 0 0,3-3-1 0 0,6-5 6 0 0,0 0 0 0 0,0-1-1 0 0,9-11 1 0 0,-13 13 11 0 0,-4 5-44 0 0,6-6-26 0 0,1 0 1 0 0,-2-1-1 0 0,1 0 1 0 0,10-18-1 0 0,14 59-209 0 0,-27-26 189 0 0,0 0-1 0 0,0 0 0 0 0,0 0 1 0 0,0-1-1 0 0,1 0 0 0 0,0 0 1 0 0,0-1-1 0 0,0 0 0 0 0,14 5 1 0 0,-16-7 69 0 0,-1 0-1 0 0,1 0 1 0 0,-1 0 0 0 0,1-1 0 0 0,-1 0 0 0 0,1 0-1 0 0,0 0 1 0 0,-1 0 0 0 0,1-1 0 0 0,-1 0 0 0 0,1 0-1 0 0,-1 0 1 0 0,1 0 0 0 0,-1-1 0 0 0,0 1 0 0 0,0-1-1 0 0,8-5 1 0 0,-11 6 29 0 0,0 1 1 0 0,0-1-1 0 0,1 0 0 0 0,-1 0 1 0 0,0 0-1 0 0,0 0 0 0 0,0-1 0 0 0,0 1 1 0 0,0 0-1 0 0,-1 0 0 0 0,1-1 1 0 0,0 1-1 0 0,0 0 0 0 0,-1-1 0 0 0,1 1 1 0 0,-1-1-1 0 0,1 1 0 0 0,-1 0 1 0 0,0-1-1 0 0,0 1 0 0 0,1-1 1 0 0,-1 1-1 0 0,0-1 0 0 0,0 1 0 0 0,0-1 1 0 0,-1 1-1 0 0,1-1 0 0 0,0 1 1 0 0,-1-1-1 0 0,1 1 0 0 0,0-1 0 0 0,-1 1 1 0 0,0-1-1 0 0,1 1 0 0 0,-1 0 1 0 0,0 0-1 0 0,0-1 0 0 0,0 1 0 0 0,0 0 1 0 0,0 0-1 0 0,0 0 0 0 0,0 0 1 0 0,-2-2-1 0 0,-3-3 73 0 0,-1-1 1 0 0,0 1-1 0 0,-1 0 0 0 0,1 0 1 0 0,-11-4-1 0 0,11 3 210 0 0,3 3-2112 0 0</inkml:trace>
</inkml:ink>
</file>

<file path=ppt/ink/ink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13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57 884 0 0,'-5'-10'693'0'0,"4"6"232"0"0,-1-1-1 0 0,0 1 0 0 0,-1 0 0 0 0,1-1 1 0 0,-1 1-1 0 0,1 0 0 0 0,-6-4 0 0 0,7 7-804 0 0,0 0 0 0 0,-1 0-1 0 0,1 0 1 0 0,-1 0 0 0 0,1 1 0 0 0,-1-1-1 0 0,1 1 1 0 0,-1-1 0 0 0,0 1-1 0 0,1-1 1 0 0,-1 1 0 0 0,1 0 0 0 0,-1 0-1 0 0,0 0 1 0 0,0 0 0 0 0,1 0 0 0 0,-1 0-1 0 0,1 0 1 0 0,-1 1 0 0 0,0-1 0 0 0,1 1-1 0 0,-1-1 1 0 0,1 1 0 0 0,-4 1-1 0 0,0 0-38 0 0,0-1-1 0 0,0 2 1 0 0,-1-1-1 0 0,1 1 1 0 0,1 0-1 0 0,-1 0 0 0 0,0 0 1 0 0,1 0-1 0 0,0 1 1 0 0,-1 0-1 0 0,1 0 0 0 0,1 0 1 0 0,-1 0-1 0 0,1 1 1 0 0,-1-1-1 0 0,1 1 1 0 0,1 0-1 0 0,-1 0 0 0 0,1 0 1 0 0,-3 7-1 0 0,5-10-36 0 0,12 23 12 0 0,-8-24-53 0 0,0 1 0 0 0,1-2 0 0 0,-1 1 0 0 0,0 0 0 0 0,0-1 0 0 0,0 0 0 0 0,1 0 1 0 0,-1 0-1 0 0,0-1 0 0 0,0 1 0 0 0,0-1 0 0 0,0 0 0 0 0,0 0 0 0 0,0 0 0 0 0,0-1 0 0 0,0 1 1 0 0,7-5-1 0 0,0 0 234 0 0,0-1 0 0 0,-1 0 0 0 0,0-1 1 0 0,0 0-1 0 0,9-10 0 0 0,-18 17 206 0 0,-1 1-424 0 0,1 0 0 0 0,-1-1 0 0 0,0 1 0 0 0,1 0 0 0 0,-1-1 0 0 0,1 1 0 0 0,-1 0 0 0 0,1-1 0 0 0,-1 1 0 0 0,1 0 0 0 0,-1 0 0 0 0,0-1 0 0 0,1 1 0 0 0,-1 0 0 0 0,1 0 0 0 0,-1 0 0 0 0,1 0 0 0 0,0 0 0 0 0,-1 0 0 0 0,1 0 0 0 0,-1 0 0 0 0,1 0 0 0 0,-1 0 0 0 0,1 0 0 0 0,-1 0 0 0 0,1 0 0 0 0,0 0 0 0 0,7 14 18 0 0,1 0 0 0 0,-2 1-1 0 0,0 0 1 0 0,-1 0 0 0 0,6 22-1 0 0,18 84 18 0 0,-29-120-53 0 0,6 35 12 0 0,-2 0 0 0 0,-2 1 0 0 0,0 0 0 0 0,-3-1 0 0 0,-1 1 0 0 0,-2 0 0 0 0,-14 70 0 0 0,13-94-3 0 0,0-1 1 0 0,-1 1 0 0 0,0-1 0 0 0,-1-1 0 0 0,0 1-1 0 0,-1-1 1 0 0,0 0 0 0 0,-1 0 0 0 0,0-1 0 0 0,-1 0 0 0 0,0-1-1 0 0,0 0 1 0 0,-12 9 0 0 0,17-15 37 0 0,-1 1-1 0 0,0-1 1 0 0,1-1-1 0 0,-1 1 1 0 0,0 0-1 0 0,0-1 1 0 0,-1 0-1 0 0,1-1 1 0 0,0 1-1 0 0,-1-1 1 0 0,1 0-1 0 0,-1 0 1 0 0,1 0-1 0 0,-1-1 1 0 0,1 0-1 0 0,-1 0 1 0 0,1 0 0 0 0,-1-1-1 0 0,1 0 1 0 0,-1 0-1 0 0,1 0 1 0 0,-1-1-1 0 0,1 0 1 0 0,0 0-1 0 0,0 0 1 0 0,0-1-1 0 0,0 1 1 0 0,0-1-1 0 0,1-1 1 0 0,-1 1-1 0 0,1 0 1 0 0,0-1 0 0 0,-4-4-1 0 0,3 3-9 0 0,1 0-1 0 0,0 0 1 0 0,0 0 0 0 0,0 0-1 0 0,0-1 1 0 0,1 0 0 0 0,0 1-1 0 0,0-1 1 0 0,1 0-1 0 0,0 0 1 0 0,0-1 0 0 0,0 1-1 0 0,1 0 1 0 0,0-1 0 0 0,0 1-1 0 0,0-1 1 0 0,1 1 0 0 0,0-1-1 0 0,1 1 1 0 0,-1-1 0 0 0,1 1-1 0 0,0-1 1 0 0,4-9 0 0 0,-2 4-115 0 0,2 0 0 0 0,-1 1 1 0 0,2 0-1 0 0,-1 0 0 0 0,2 0 1 0 0,-1 1-1 0 0,1 0 1 0 0,1 0-1 0 0,0 1 0 0 0,0 0 1 0 0,17-14-1 0 0,58-33-2569 0 0,-21 16-5964 0 0,-43 25 4625 0 0</inkml:trace>
</inkml:ink>
</file>

<file path=ppt/ink/ink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15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70 876 0 0,'3'-12'1922'0'0,"-1"7"-731"0"0,0-1 1 0 0,-1 0-1 0 0,1 0 0 0 0,-1 0 1 0 0,0-12-1 0 0,-1 18-1149 0 0,0-1 0 0 0,-1 1 0 0 0,1-1 0 0 0,0 1-1 0 0,0-1 1 0 0,0 1 0 0 0,-1-1 0 0 0,1 1 0 0 0,0-1-1 0 0,0 1 1 0 0,-1 0 0 0 0,1-1 0 0 0,0 1 0 0 0,-1-1-1 0 0,1 1 1 0 0,-1 0 0 0 0,1-1 0 0 0,0 1 0 0 0,-1 0 0 0 0,1-1-1 0 0,-1 1 1 0 0,1 0 0 0 0,-1 0 0 0 0,1 0 0 0 0,-1-1-1 0 0,1 1 1 0 0,-1 0 0 0 0,1 0 0 0 0,-1 0 0 0 0,1 0 0 0 0,-1 0-1 0 0,0 0 1 0 0,1 0 0 0 0,-1 0 0 0 0,1 0 0 0 0,-1 0-1 0 0,1 0 1 0 0,-1 0 0 0 0,1 0 0 0 0,-1 1 0 0 0,1-1-1 0 0,-1 0 1 0 0,1 0 0 0 0,-1 1 0 0 0,1-1 0 0 0,-1 0 0 0 0,1 0-1 0 0,0 1 1 0 0,-1-1 0 0 0,1 1 0 0 0,-1-1 0 0 0,0 1-1 0 0,-25 24 5 0 0,25-24 35 0 0,-24 27 82 0 0,1 2-1 0 0,2 1 0 0 0,1 1 1 0 0,1 0-1 0 0,2 2 0 0 0,1 0 1 0 0,2 1-1 0 0,1 0 1 0 0,2 1-1 0 0,2 1 0 0 0,1 0 1 0 0,1 0-1 0 0,3 1 1 0 0,1 0-1 0 0,1 50 0 0 0,3-50-72 0 0,1 0-1 0 0,2 0 0 0 0,2 0 0 0 0,20 73 0 0 0,-19-91-55 0 0,1-1-1 0 0,1 0 0 0 0,1-1 0 0 0,1 0 1 0 0,0 0-1 0 0,1-1 0 0 0,1 0 1 0 0,1-1-1 0 0,0-1 0 0 0,30 28 0 0 0,-30-32 16 0 0,3 4 357 0 0,1-1 0 0 0,0 0 1 0 0,1-1-1 0 0,1-1 1 0 0,0-1-1 0 0,24 11 0 0 0,-27-15 2102 0 0,-7-5-3925 0 0,-10-11-4051 0 0,-3-11-1406 0 0,1-1 2745 0 0</inkml:trace>
</inkml:ink>
</file>

<file path=ppt/ink/ink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15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12 116 224 0 0,'0'0'2058'0'0,"-11"-21"10273"0"0,13 16-12150 0 0,1 0 0 0 0,0 0 0 0 0,0 0 0 0 0,0 1 0 0 0,0-1 0 0 0,1 1 0 0 0,0 0 0 0 0,0 0 0 0 0,0 0 0 0 0,0 1 0 0 0,0-1 0 0 0,1 1 0 0 0,0 0 0 0 0,-1 0 0 0 0,1 1 0 0 0,0 0 0 0 0,10-4 0 0 0,-2 1-110 0 0,0 1 0 0 0,1 0-1 0 0,0 1 1 0 0,0 0 0 0 0,-1 1 0 0 0,20 0-1 0 0,-31 1-68 0 0,1 1-1 0 0,0 0 0 0 0,-1 0 0 0 0,1 1 0 0 0,0-1 0 0 0,-1 0 1 0 0,1 1-1 0 0,-1-1 0 0 0,1 1 0 0 0,-1 0 0 0 0,1 0 0 0 0,-1 0 1 0 0,1 0-1 0 0,-1 1 0 0 0,0-1 0 0 0,0 1 0 0 0,0-1 0 0 0,0 1 1 0 0,0 0-1 0 0,0-1 0 0 0,0 1 0 0 0,0 0 0 0 0,-1 0 0 0 0,1 1 1 0 0,-1-1-1 0 0,1 0 0 0 0,-1 0 0 0 0,0 1 0 0 0,0-1 0 0 0,0 1 1 0 0,0-1-1 0 0,0 1 0 0 0,-1-1 0 0 0,1 1 0 0 0,-1-1 0 0 0,0 1 1 0 0,1 0-1 0 0,-1-1 0 0 0,0 1 0 0 0,-1 0 0 0 0,1-1 0 0 0,0 1 1 0 0,-2 4-1 0 0,0 4-3 0 0,0 0 0 0 0,-1-1 0 0 0,-1 1 0 0 0,1-1 0 0 0,-2 0 0 0 0,1 0 0 0 0,-1 0 0 0 0,-1-1 0 0 0,-9 13 0 0 0,-64 70 1 0 0,78-91-28 0 0,1 0 15 0 0,0 0 1 0 0,-1-1 0 0 0,1 1 0 0 0,0 0 0 0 0,0 0-1 0 0,0 0 1 0 0,0-1 0 0 0,0 1 0 0 0,0 0-1 0 0,0 0 1 0 0,0-1 0 0 0,0 1 0 0 0,0 0-1 0 0,0 0 1 0 0,1-1 0 0 0,-1 1 0 0 0,0 0-1 0 0,1 0 1 0 0,-1-1 0 0 0,0 1 0 0 0,1 0-1 0 0,-1-1 1 0 0,1 1 0 0 0,-1 0 0 0 0,1-1 0 0 0,-1 1-1 0 0,1-1 1 0 0,-1 1 0 0 0,1-1 0 0 0,-1 1-1 0 0,1-1 1 0 0,0 1 0 0 0,1 0 0 0 0,16 2-25 0 0,4 2-74 0 0,0 0 1 0 0,-1 1-1 0 0,36 15 0 0 0,-52-19 81 0 0,0 0-1 0 0,0 1 1 0 0,-1-1-1 0 0,0 1 1 0 0,1 0 0 0 0,-1 1-1 0 0,0-1 1 0 0,0 1-1 0 0,-1-1 1 0 0,1 1 0 0 0,-1 0-1 0 0,0 0 1 0 0,0 1-1 0 0,0-1 1 0 0,-1 1 0 0 0,1-1-1 0 0,-1 1 1 0 0,0 0-1 0 0,0 0 1 0 0,-1 0 0 0 0,2 9-1 0 0,-3-10 25 0 0,-1 0 0 0 0,1-1 0 0 0,-1 1 0 0 0,0-1 0 0 0,0 1 0 0 0,0-1 0 0 0,0 0 0 0 0,-1 1-1 0 0,1-1 1 0 0,-1 0 0 0 0,0 0 0 0 0,0 0 0 0 0,0 0 0 0 0,-1 0 0 0 0,1-1 0 0 0,0 1 0 0 0,-1-1 0 0 0,0 1 0 0 0,0-1 0 0 0,0 0 0 0 0,0 0-1 0 0,0 0 1 0 0,-4 2 0 0 0,-7 4 164 0 0,-1-1 0 0 0,1 0 0 0 0,-29 8 0 0 0,25-9 386 0 0,-1-1 0 0 0,0-2 0 0 0,-1 1 0 0 0,1-2 0 0 0,0-1 0 0 0,-37-2 0 0 0,53 1-348 0 0,-14-3-277 0 0,-6 7-9110 0 0,16 1 4680 0 0</inkml:trace>
</inkml:ink>
</file>

<file path=ppt/ink/ink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23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540 33 76 0 0,'0'0'507'0'0,"0"-4"991"0"0,0-11 5479 0 0,0 3-1301 0 0,-4 11-4465 0 0,-50 81-1178 0 0,-53 106-1 0 0,40-66 39 0 0,-112 191 252 0 0,164-284-296 0 0,-2 7 232 0 0,-3-1 1 0 0,-40 53 0 0 0,59-85-181 0 0,-9 14 1200 0 0,4-6-3562 0 0,19-33-11058 0 0</inkml:trace>
</inkml:ink>
</file>

<file path=ppt/ink/ink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24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9 114 412 0 0,'0'0'4390'0'0,"-8"-28"3625"0"0,39-9-4996 0 0,-19 30-2948 0 0,1 0-1 0 0,0 1 0 0 0,0 0 1 0 0,0 1-1 0 0,1 1 1 0 0,-1 0-1 0 0,1 1 1 0 0,0 1-1 0 0,0 0 1 0 0,0 0-1 0 0,18 2 1 0 0,-28 0-73 0 0,0 0 0 0 0,1 0 1 0 0,-1 1-1 0 0,0 0 0 0 0,0 0 1 0 0,0 0-1 0 0,0 0 1 0 0,0 1-1 0 0,0-1 0 0 0,0 1 1 0 0,0 0-1 0 0,0 0 1 0 0,-1 1-1 0 0,1-1 0 0 0,-1 1 1 0 0,0 0-1 0 0,0-1 0 0 0,0 2 1 0 0,3 2-1 0 0,-4-3-1 0 0,0-1-1 0 0,-1 0 0 0 0,1 1 1 0 0,-1-1-1 0 0,0 1 1 0 0,1-1-1 0 0,-1 1 0 0 0,-1 0 1 0 0,1-1-1 0 0,0 1 1 0 0,-1 0-1 0 0,1 0 0 0 0,-1 0 1 0 0,0-1-1 0 0,0 1 1 0 0,0 0-1 0 0,0 0 0 0 0,0 0 1 0 0,0-1-1 0 0,-1 1 1 0 0,0 0-1 0 0,0 0 0 0 0,1-1 1 0 0,-1 1-1 0 0,-3 4 1 0 0,-6 8 4 0 0,0 0 0 0 0,-1-1 0 0 0,-1 0 0 0 0,0-1 0 0 0,-21 17 1 0 0,-78 53 4 0 0,93-71-9 0 0,-24 20 65 0 0,40-31 158 0 0,6 0-252 0 0,4 0 37 0 0,0 0-1 0 0,0 0 1 0 0,0-1-1 0 0,0 0 1 0 0,0 0-1 0 0,0-1 0 0 0,0 0 1 0 0,0-1-1 0 0,0 0 1 0 0,8-2-1 0 0,7-3 7 0 0,-4 3-22 0 0,229-42 33 0 0,-197 34 807 0 0,-50 11-342 0 0</inkml:trace>
</inkml:ink>
</file>

<file path=ppt/ink/ink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36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65 159 364 0 0,'-20'-45'4071'0'0,"14"31"-2304"0"0,0 0 0 0 0,-16-24 0 0 0,21 37-1610 0 0,0 0-1 0 0,0-1 0 0 0,0 1 1 0 0,0 0-1 0 0,0 0 1 0 0,1-1-1 0 0,-1 1 0 0 0,0-1 1 0 0,1 1-1 0 0,-1 0 1 0 0,1-1-1 0 0,-1 1 0 0 0,1-1 1 0 0,0 1-1 0 0,0-1 1 0 0,0 1-1 0 0,0-1 1 0 0,0 0-1 0 0,0 1 0 0 0,0-1 1 0 0,0 1-1 0 0,0-1 1 0 0,1 1-1 0 0,0-3 0 0 0,0 3-125 0 0,-1 0 0 0 0,1 0-1 0 0,0 1 1 0 0,0-1 0 0 0,0 0-1 0 0,-1 1 1 0 0,1-1 0 0 0,0 1-1 0 0,0-1 1 0 0,0 1 0 0 0,0-1-1 0 0,0 1 1 0 0,0 0 0 0 0,0 0 0 0 0,0-1-1 0 0,0 1 1 0 0,0 0 0 0 0,1 0-1 0 0,-1 0 1 0 0,0 0 0 0 0,0 0-1 0 0,0 0 1 0 0,0 0 0 0 0,0 0-1 0 0,0 1 1 0 0,0-1 0 0 0,0 0-1 0 0,1 1 1 0 0,46 17 155 0 0,82 44 0 0 0,-78-36-125 0 0,-1 0-14 0 0,-1 2 0 0 0,-2 2 1 0 0,-1 3-1 0 0,-1 1 1 0 0,-2 2-1 0 0,-1 2 0 0 0,51 60 1 0 0,-75-75-31 0 0,-1 0 1 0 0,0 1-1 0 0,-2 1 1 0 0,-2 0-1 0 0,0 1 1 0 0,-1 1-1 0 0,-2 0 1 0 0,0 1-1 0 0,-2 0 1 0 0,-1 0-1 0 0,-2 1 1 0 0,0 0-1 0 0,-2 0 1 0 0,-1 1-1 0 0,-2-1 1 0 0,-2 33-1 0 0,-1-43 2 0 0,-1 0-1 0 0,-1 0 0 0 0,-1-1 1 0 0,0 1-1 0 0,-1-1 0 0 0,-1 0 0 0 0,-1 0 1 0 0,-1-1-1 0 0,0 0 0 0 0,-1 0 1 0 0,-1-1-1 0 0,-23 26 0 0 0,7-14 249 0 0,-1 0 0 0 0,-2-2-1 0 0,-1-1 1 0 0,0-2 0 0 0,-44 24 0 0 0,-3-1 1789 0 0,76-45-1668 0 0,-2 1 921 0 0</inkml:trace>
</inkml:ink>
</file>

<file path=ppt/ink/ink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46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30 548 0 0,'-2'-18'2969'0'0,"2"18"-2866"0"0,0-1 0 0 0,0 1 1 0 0,0 0-1 0 0,0-1 0 0 0,0 1 1 0 0,0-1-1 0 0,0 1 0 0 0,0 0 0 0 0,0-1 1 0 0,0 1-1 0 0,0-1 0 0 0,0 1 1 0 0,0 0-1 0 0,0-1 0 0 0,0 1 0 0 0,-1 0 1 0 0,1-1-1 0 0,0 1 0 0 0,0-1 1 0 0,0 1-1 0 0,-1 0 0 0 0,1-1 0 0 0,0 1 1 0 0,0 0-1 0 0,-1 0 0 0 0,1-1 1 0 0,0 1-1 0 0,-1 0 0 0 0,1 0 0 0 0,0-1 1 0 0,-1 1-1 0 0,1 0 0 0 0,0 0 1 0 0,-1 0-1 0 0,1 0 0 0 0,-1-1 0 0 0,1 1 1 0 0,0 0-1 0 0,-1 0 0 0 0,1 0 1 0 0,-1 0-1 0 0,1 0 0 0 0,0 0 0 0 0,-1 0 1 0 0,-12 12 43 0 0,1 1 0 0 0,1 0-1 0 0,0 0 1 0 0,1 1 0 0 0,1 1 0 0 0,-12 22 0 0 0,-43 102 344 0 0,51-105-401 0 0,1 0 0 0 0,1 0 0 0 0,2 1 0 0 0,2 1-1 0 0,1 0 1 0 0,2 0 0 0 0,1 0 0 0 0,2 0 0 0 0,2 0-1 0 0,1 0 1 0 0,1 0 0 0 0,2 0 0 0 0,2 0 0 0 0,2-1 0 0 0,0 0-1 0 0,3-1 1 0 0,23 52 0 0 0,-13-42 51 0 0,2-1 0 0 0,40 55 0 0 0,-51-81-349 0 0,1 0 1 0 0,0-1-1 0 0,1 0 1 0 0,1-1-1 0 0,0-1 1 0 0,1-1-1 0 0,36 23 1 0 0,-48-34-235 0 0,0 1 1 0 0,1-1-1 0 0,-1 0 1 0 0,1 0-1 0 0,-1 0 1 0 0,1-1-1 0 0,0 0 1 0 0,0 0-1 0 0,0 0 1 0 0,-1-1-1 0 0,1 0 1 0 0,10-1-1 0 0,5-3-1990 0 0</inkml:trace>
</inkml:ink>
</file>

<file path=ppt/ink/ink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47.0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59 499 824 0 0,'19'-27'1937'0'0,"1"2"1"0"0,30-30-1 0 0,-25 30-675 0 0,40-56-1 0 0,-59 72-1061 0 0,-1 0 0 0 0,1-1 0 0 0,-2 1 0 0 0,1-1 0 0 0,-1 0 0 0 0,-1-1 0 0 0,0 1 0 0 0,0 0-1 0 0,-1-1 1 0 0,1-17 0 0 0,-3 21-139 0 0,0 1-1 0 0,0-1 0 0 0,-1 1 0 0 0,0-1 1 0 0,0 1-1 0 0,-1 0 0 0 0,0 0 0 0 0,0 0 1 0 0,0 0-1 0 0,-1 0 0 0 0,0 0 1 0 0,0 0-1 0 0,0 1 0 0 0,-1-1 0 0 0,0 1 1 0 0,0 0-1 0 0,0 0 0 0 0,0 1 0 0 0,-1-1 1 0 0,0 1-1 0 0,0 0 0 0 0,0 0 0 0 0,-1 1 1 0 0,-6-4-1 0 0,5 3-41 0 0,1 1 1 0 0,-1 1-1 0 0,1-1 1 0 0,-1 1-1 0 0,0 0 1 0 0,0 1-1 0 0,0 0 1 0 0,0 0-1 0 0,0 0 1 0 0,0 1-1 0 0,0 0 1 0 0,0 0-1 0 0,0 1 0 0 0,0 0 1 0 0,0 0-1 0 0,0 0 1 0 0,0 1-1 0 0,1 0 1 0 0,-1 1-1 0 0,0 0 1 0 0,1 0-1 0 0,-8 4 1 0 0,11-5-17 0 0,1 0 0 0 0,-1 1 0 0 0,0-1 0 0 0,1 0 0 0 0,-1 1 0 0 0,1 0 0 0 0,0-1 1 0 0,0 1-1 0 0,0 0 0 0 0,0 0 0 0 0,1 0 0 0 0,-1 0 0 0 0,1 1 0 0 0,0-1 0 0 0,-1 0 0 0 0,1 1 1 0 0,1-1-1 0 0,-1 0 0 0 0,1 1 0 0 0,-1-1 0 0 0,1 1 0 0 0,0-1 0 0 0,0 1 0 0 0,0-1 1 0 0,1 1-1 0 0,0 4 0 0 0,3 9 5 0 0,1 0 0 0 0,0-1 0 0 0,1 0 0 0 0,9 18 0 0 0,-4-9 7 0 0,67 142 30 0 0,-47-107-149 0 0,42 116 0 0 0,-38-34-257 0 0,-35-141 425 0 0,-2-7-33 0 0,1-4-49 0 0,0 0 0 0 0,0-1 1 0 0,1 1-1 0 0,0 0 1 0 0,1 0-1 0 0,0-1 1 0 0,1 1-1 0 0,0 0 1 0 0,0 0-1 0 0,1 0 0 0 0,0 0 1 0 0,1 1-1 0 0,10-18 1 0 0,-8 15-29 0 0,0 0 1 0 0,2 1 0 0 0,-1-1-1 0 0,1 2 1 0 0,1-1 0 0 0,0 1-1 0 0,1 1 1 0 0,0-1 0 0 0,0 2-1 0 0,21-15 1 0 0,-28 22 35 0 0,0 0 0 0 0,-1-1-1 0 0,1 1 1 0 0,-1 0 0 0 0,1 1 0 0 0,0-1 0 0 0,0 0 0 0 0,0 1 0 0 0,-1 0 0 0 0,1-1-1 0 0,0 1 1 0 0,0 0 0 0 0,0 1 0 0 0,0-1 0 0 0,-1 0 0 0 0,1 1 0 0 0,0 0 0 0 0,0-1 0 0 0,-1 1-1 0 0,1 0 1 0 0,0 0 0 0 0,-1 1 0 0 0,1-1 0 0 0,-1 1 0 0 0,0-1 0 0 0,1 1 0 0 0,-1 0-1 0 0,0-1 1 0 0,0 1 0 0 0,0 0 0 0 0,0 1 0 0 0,0-1 0 0 0,2 4 0 0 0,1 1 3 0 0,-1 0 1 0 0,0 0 0 0 0,0 1 0 0 0,-1-1 0 0 0,1 1-1 0 0,-2 0 1 0 0,1 0 0 0 0,-1 0 0 0 0,0 0 0 0 0,-1 0-1 0 0,0 0 1 0 0,0 11 0 0 0,-10 9-1171 0 0</inkml:trace>
</inkml:ink>
</file>

<file path=ppt/ink/ink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47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30 920 0 0,'-6'-10'2600'0'0,"0"2"173"0"0,15-3-3818 0 0</inkml:trace>
</inkml:ink>
</file>

<file path=ppt/ink/ink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47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1 268 0 0,'11'47'5088'0'0,"-11"-30"370"0"0,27-43-4747 0 0,-11 13-242 0 0,-16 12-443 0 0,1 0 0 0 0,0 0 0 0 0,0 0 0 0 0,-1 0 0 0 0,1 0 0 0 0,0 1 0 0 0,0-1 0 0 0,0 0 0 0 0,0 1 0 0 0,0-1 0 0 0,0 0 0 0 0,0 1 0 0 0,0-1 0 0 0,0 1 0 0 0,0 0 0 0 0,0-1 0 0 0,0 1 0 0 0,0 0 0 0 0,0 0 0 0 0,0-1 0 0 0,1 1 0 0 0,-1 0 0 0 0,0 0 0 0 0,0 0 0 0 0,1 1 0 0 0,17 19-947 0 0,0 6-876 0 0,14-4-3951 0 0,-21-19 3380 0 0</inkml:trace>
</inkml:ink>
</file>

<file path=ppt/ink/ink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48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30 592 0 0,'2'-12'6036'0'0,"-3"11"-6132"0"0,1 1 172 0 0,0 0 0 0 0,0 0 0 0 0,-1-1 0 0 0,1 1 0 0 0,0 0 0 0 0,0 0 0 0 0,-1-1-1 0 0,1 1 1 0 0,0 0 0 0 0,0-1 0 0 0,0 1 0 0 0,0 0 0 0 0,-1 0 0 0 0,1-1 0 0 0,0 1 0 0 0,0 0 0 0 0,0-1 0 0 0,0 1 0 0 0,0 0 0 0 0,0-1 0 0 0,0 1 0 0 0,0-1 0 0 0,0 1 0 0 0,0 0 0 0 0,0-1 0 0 0,0 1 0 0 0,0 0 0 0 0,0-1 0 0 0,0 1-1 0 0,0 0 1 0 0,0-1 0 0 0,1 1 0 0 0,-1 0 0 0 0,0-1 0 0 0,0 1 0 0 0,0 0 0 0 0,0 0 0 0 0,1-1 0 0 0,-1 1 0 0 0,0 0 0 0 0,0 0 0 0 0,1-1 0 0 0,-1 1 0 0 0,0 0 0 0 0,1 0 0 0 0,-1 0 0 0 0,0-1 0 0 0,0 1 0 0 0,1 0 0 0 0,-1 0 0 0 0,0 0-1 0 0,1 0 1 0 0,-1 0 0 0 0,0 0 0 0 0,1 0 0 0 0,-1 0 0 0 0,1 0 0 0 0,-1 0 0 0 0,0 0 0 0 0,1 0 0 0 0,-1 0 0 0 0,3-1 667 0 0,0 3-587 0 0,1 0 1 0 0,0 0-1 0 0,-1-1 0 0 0,1 1 1 0 0,0-1-1 0 0,0 0 0 0 0,0-1 1 0 0,6 2-1 0 0,-8-2 312 0 0,15-5-1244 0 0,1-1-2063 0 0,-1 3-4943 0 0</inkml:trace>
</inkml:ink>
</file>

<file path=ppt/ink/ink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48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78 116 864 0 0,'-28'-30'9707'0'0,"25"31"-9615"0"0,-1 0 1 0 0,1 0-1 0 0,-1 0 0 0 0,1 0 0 0 0,0 1 1 0 0,0-1-1 0 0,0 1 0 0 0,0 0 0 0 0,-4 3 1 0 0,6-4-61 0 0,0 0 1 0 0,-1 0 0 0 0,1 0 0 0 0,0 0-1 0 0,0 1 1 0 0,0-1 0 0 0,1 0-1 0 0,-1 1 1 0 0,0-1 0 0 0,0 1 0 0 0,1-1-1 0 0,-1 1 1 0 0,1-1 0 0 0,-1 1 0 0 0,1-1-1 0 0,0 1 1 0 0,0 0 0 0 0,-1-1-1 0 0,1 1 1 0 0,0-1 0 0 0,0 1 0 0 0,1 0-1 0 0,-1-1 1 0 0,1 4 0 0 0,0-2-7 0 0,1 0 1 0 0,-1 0 0 0 0,1-1 0 0 0,0 1 0 0 0,0 0-1 0 0,0-1 1 0 0,0 1 0 0 0,0-1 0 0 0,0 1-1 0 0,1-1 1 0 0,4 3 0 0 0,1 1-28 0 0,1-1 0 0 0,0 1 0 0 0,0-2 0 0 0,1 1 0 0 0,0-1 0 0 0,18 5 0 0 0,-4-5-146 0 0,1-1-1 0 0,1-1 0 0 0,-1-1 0 0 0,0-1 0 0 0,0-1 1 0 0,41-8-1 0 0,-55 8 140 0 0,-1-2 0 0 0,1 1 0 0 0,0-1 0 0 0,-1-1 1 0 0,0 0-1 0 0,0 0 0 0 0,0-1 0 0 0,-1 0 0 0 0,1-1 0 0 0,-1 0 0 0 0,0-1 1 0 0,-1 1-1 0 0,0-2 0 0 0,0 1 0 0 0,0-1 0 0 0,-1 0 0 0 0,11-17 0 0 0,-16 22 135 0 0,0 0-1 0 0,-1 0 0 0 0,1 0 0 0 0,-1 0 0 0 0,0-1 0 0 0,0 1 0 0 0,0 0 0 0 0,0-1 0 0 0,-1 1 1 0 0,0 0-1 0 0,1-1 0 0 0,-1 1 0 0 0,0-1 0 0 0,0 1 0 0 0,-1 0 0 0 0,1-1 0 0 0,-1 1 1 0 0,0-1-1 0 0,0 1 0 0 0,0 0 0 0 0,0 0 0 0 0,0 0 0 0 0,-1 0 0 0 0,1-1 0 0 0,-1 2 0 0 0,0-1 1 0 0,0 0-1 0 0,0 0 0 0 0,0 1 0 0 0,-4-4 0 0 0,5 5 418 0 0,-2 4-438 0 0,2-2-143 0 0,0 1 0 0 0,0 0-1 0 0,0 0 1 0 0,0 0 0 0 0,0-1 0 0 0,0 1 0 0 0,0 0-1 0 0,1 0 1 0 0,-1 0 0 0 0,1 0 0 0 0,-1 0 0 0 0,1 0-1 0 0,0 1 1 0 0,0-1 0 0 0,0 0 0 0 0,0 0 0 0 0,0 0-1 0 0,1 0 1 0 0,-1 0 0 0 0,1 0 0 0 0,-1 0-1 0 0,1 0 1 0 0,0 0 0 0 0,-1 0 0 0 0,1 0 0 0 0,1 1-1 0 0,0 3-960 0 0,0-1 0 0 0,1 0 0 0 0,-1 0-1 0 0,1 0 1 0 0,0 0 0 0 0,0-1 0 0 0,6 7-1 0 0,5 2-2948 0 0</inkml:trace>
</inkml:ink>
</file>

<file path=ppt/ink/ink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49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147 257 1036 0 0,'0'0'3042'0'0,"-1"-1"-2677"0"0,1 0-1 0 0,-1 0 1 0 0,1 0 0 0 0,-1 0-1 0 0,1 0 1 0 0,-1 0-1 0 0,0 0 1 0 0,1 0-1 0 0,-1 0 1 0 0,0 0 0 0 0,0 0-1 0 0,0 0 1 0 0,0 0-1 0 0,0 0 1 0 0,0 1-1 0 0,0-1 1 0 0,0 0-1 0 0,-2 0 1 0 0,-11 11-113 0 0,2 0 0 0 0,-1 1-1 0 0,1 0 1 0 0,1 1 0 0 0,0 1 0 0 0,0 0-1 0 0,2 0 1 0 0,-1 1 0 0 0,-13 27 0 0 0,23-40-238 0 0,-1 0-1 0 0,1 0 1 0 0,0 0 0 0 0,-1 0 0 0 0,1 0 0 0 0,0-1 0 0 0,-1 1 0 0 0,1 0 0 0 0,0 0 0 0 0,0 0 0 0 0,0 0 0 0 0,0 0 0 0 0,0 0 0 0 0,0 0 0 0 0,0 0 0 0 0,0 0 0 0 0,0 0 0 0 0,0 0 0 0 0,1 0-1 0 0,-1 0 1 0 0,0 0 0 0 0,1-1 0 0 0,-1 1 0 0 0,1 0 0 0 0,-1 0 0 0 0,1 0 0 0 0,0 1 0 0 0,0-2-7 0 0,1 1 0 0 0,-1-1 0 0 0,0 1 1 0 0,0-1-1 0 0,1 1 0 0 0,-1-1 0 0 0,1 0 0 0 0,-1 0 0 0 0,0 0 1 0 0,1 0-1 0 0,-1 0 0 0 0,0 0 0 0 0,1 0 0 0 0,-1 0 0 0 0,1-1 0 0 0,0 1 1 0 0,49-20-10 0 0,38-33-106 0 0,-66 37 35 0 0,1 1 1 0 0,0 2-1 0 0,1 0 0 0 0,0 1 0 0 0,1 2 1 0 0,54-15-1 0 0,-69 24 128 0 0,-1-1 1 0 0,0-1 0 0 0,1 0-1 0 0,-1-1 1 0 0,0 1-1 0 0,-1-2 1 0 0,1 0-1 0 0,-1 0 1 0 0,1 0-1 0 0,-2-1 1 0 0,1-1-1 0 0,-1 1 1 0 0,0-1-1 0 0,0-1 1 0 0,-1 0-1 0 0,0 0 1 0 0,0 0 0 0 0,-1-1-1 0 0,0 0 1 0 0,0 0-1 0 0,-1 0 1 0 0,0-1-1 0 0,-1 0 1 0 0,0 0-1 0 0,-1 0 1 0 0,3-11-1 0 0,-4-26 2695 0 0,-16 100-2639 0 0,-3 6 16 0 0,3 0 0 0 0,-12 105-1 0 0,21-70 11 0 0,15 184 0 0 0,-7-248 144 0 0,-4-36 356 0 0,0-4-555 0 0,1-1-1 0 0,0 1 1 0 0,1-1 0 0 0,2-12-1 0 0,5-13-95 0 0,1 0 0 0 0,2 1-1 0 0,2 0 1 0 0,1 1-1 0 0,1 1 1 0 0,2 0 0 0 0,1 1-1 0 0,2 1 1 0 0,43-53-1 0 0,-60 80-7 0 0,0 1 0 0 0,0-1 0 0 0,0 1-1 0 0,0 0 1 0 0,1 0 0 0 0,0 0-1 0 0,-1 1 1 0 0,1-1 0 0 0,0 1 0 0 0,0 0-1 0 0,0 0 1 0 0,1 0 0 0 0,5-1-1 0 0,-8 2-24 0 0,22 14-140 0 0,-23-9 115 0 0,0 0 1 0 0,1 0-1 0 0,-2 1 1 0 0,1-1 0 0 0,0 1-1 0 0,-1-1 1 0 0,0 1-1 0 0,0-1 1 0 0,0 0-1 0 0,0 1 1 0 0,-1-1 0 0 0,0 1-1 0 0,0-1 1 0 0,0 0-1 0 0,0 1 1 0 0,-1-1-1 0 0,0 0 1 0 0,0 0-1 0 0,0 0 1 0 0,0 0 0 0 0,0 0-1 0 0,-1-1 1 0 0,0 1-1 0 0,0-1 1 0 0,0 0-1 0 0,0 1 1 0 0,-6 4 0 0 0,-2 0-510 0 0</inkml:trace>
</inkml:ink>
</file>

<file path=ppt/ink/ink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0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6 904 0 0,'0'0'990'0'0,"4"-6"413"0"0,-2 11 1919 0 0,2 48-1418 0 0,-7 91 0 0 0,0-9-609 0 0,7 153 1273 0 0,-3-287-2503 0 0,-1 0-1 0 0,0 0 1 0 0,0 0-1 0 0,0 0 1 0 0,0 0 0 0 0,0 0-1 0 0,0 0 1 0 0,0 0-1 0 0,0-1 1 0 0,0 1-1 0 0,0 0 1 0 0,-1 0 0 0 0,1 0-1 0 0,0 0 1 0 0,-1 0-1 0 0,1 0 1 0 0,-1 0 0 0 0,1-1-1 0 0,-1 1 1 0 0,1 0-1 0 0,-1 1 1 0 0,-10-13 974 0 0,-7-33-331 0 0,17 27-689 0 0,0 1 1 0 0,1 0-1 0 0,0 0 1 0 0,2 0-1 0 0,0 0 1 0 0,1 0-1 0 0,0 0 1 0 0,1 0 0 0 0,1 1-1 0 0,0-1 1 0 0,12-20-1 0 0,-12 24-52 0 0,2 0 0 0 0,-1 0 0 0 0,2 1 1 0 0,-1 0-1 0 0,2 0 0 0 0,-1 1 0 0 0,2 0 0 0 0,-1 1 0 0 0,1 0 0 0 0,0 0 0 0 0,1 1 0 0 0,0 0 0 0 0,1 1 0 0 0,14-7 0 0 0,-23 12 7 0 0,1 1-1 0 0,-1 0 1 0 0,0 0-1 0 0,0 0 1 0 0,1 0-1 0 0,-1 1 1 0 0,1-1-1 0 0,-1 1 1 0 0,1 0-1 0 0,-1 0 1 0 0,0 0 0 0 0,1 0-1 0 0,-1 1 1 0 0,1-1-1 0 0,-1 1 1 0 0,0 0-1 0 0,1 0 1 0 0,-1 0-1 0 0,0 1 1 0 0,0-1-1 0 0,0 1 1 0 0,0 0-1 0 0,0-1 1 0 0,0 1-1 0 0,0 1 1 0 0,-1-1-1 0 0,1 0 1 0 0,-1 1-1 0 0,0-1 1 0 0,1 1-1 0 0,-1 0 1 0 0,0-1 0 0 0,-1 1-1 0 0,1 0 1 0 0,0 0-1 0 0,-1 1 1 0 0,2 3-1 0 0,-3-4-109 0 0,-1 0 0 0 0,1-1 0 0 0,0 1 1 0 0,-1 0-1 0 0,0 0 0 0 0,1 0 0 0 0,-1 0 0 0 0,0-1 0 0 0,-1 1 0 0 0,1 0 0 0 0,0-1 0 0 0,-1 1 1 0 0,1-1-1 0 0,-1 1 0 0 0,0-1 0 0 0,0 0 0 0 0,0 0 0 0 0,-4 3 0 0 0,-9 8-7440 0 0</inkml:trace>
</inkml:ink>
</file>

<file path=ppt/ink/ink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0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1 493 920 0 0,'0'-9'1115'0'0,"1"0"0"0"0,0 1 0 0 0,1-1 0 0 0,-1 1 0 0 0,6-14 0 0 0,5-7 532 0 0,22-39 0 0 0,-2 3-176 0 0,-22 39-919 0 0,-2-1-1 0 0,-1 0 1 0 0,-1 0-1 0 0,-1-1 1 0 0,1-40-1 0 0,-6 60-273 0 0,-1 0-1 0 0,0 0 1 0 0,0 1-1 0 0,0-1 1 0 0,-3-8-1 0 0,2 8 7 0 0,1 11-275 0 0,0-1 1 0 0,0 0 0 0 0,0 0-1 0 0,0 0 1 0 0,-1 1-1 0 0,1-1 1 0 0,0 0-1 0 0,-1 0 1 0 0,-3 3-1 0 0,3-2 7 0 0,-7 11 8 0 0,2 0 0 0 0,-1 1 0 0 0,2 0 0 0 0,0 0 1 0 0,1 1-1 0 0,1-1 0 0 0,0 1 0 0 0,1 0 1 0 0,1 0-1 0 0,0 1 0 0 0,1-1 0 0 0,1 0 0 0 0,1 1 1 0 0,0-1-1 0 0,3 16 0 0 0,1-11-48 0 0,0 0 0 0 0,1 0-1 0 0,1-1 1 0 0,1 0 0 0 0,0 0 0 0 0,2-1-1 0 0,0 0 1 0 0,1 0 0 0 0,1-2 0 0 0,26 31-1 0 0,-36-46 12 0 0,0 1 0 0 0,0-1 0 0 0,0 0 0 0 0,0 1 0 0 0,1-1 0 0 0,-1 0-1 0 0,1 0 1 0 0,-1-1 0 0 0,1 1 0 0 0,0 0 0 0 0,0-1 0 0 0,0 0 0 0 0,-1 0 0 0 0,1 1 0 0 0,1-2-1 0 0,-1 1 1 0 0,0 0 0 0 0,0-1 0 0 0,0 1 0 0 0,0-1 0 0 0,0 0 0 0 0,0 0 0 0 0,1 0-1 0 0,-1-1 1 0 0,0 1 0 0 0,0-1 0 0 0,0 1 0 0 0,0-1 0 0 0,0 0 0 0 0,0 0 0 0 0,0-1 0 0 0,0 1-1 0 0,0-1 1 0 0,-1 1 0 0 0,1-1 0 0 0,0 0 0 0 0,2-3 0 0 0,4-2 314 0 0,-1-1 0 0 0,-1 0-1 0 0,0-1 1 0 0,0 0 0 0 0,0 0 0 0 0,-1 0 0 0 0,-1-1 0 0 0,1 0 0 0 0,3-11 0 0 0,-8 19 92 0 0,-1 1-390 0 0,0 1 0 0 0,0-1 1 0 0,0 0-1 0 0,0 0 0 0 0,0 1 0 0 0,0-1 0 0 0,1 0 1 0 0,-1 1-1 0 0,0-1 0 0 0,0 0 0 0 0,1 1 0 0 0,-1-1 1 0 0,0 0-1 0 0,1 1 0 0 0,-1-1 0 0 0,1 1 0 0 0,-1-1 1 0 0,1 1-1 0 0,-1-1 0 0 0,1 1 0 0 0,-1-1 0 0 0,1 1 1 0 0,0-1-1 0 0,-1 1 0 0 0,2-1 0 0 0,13 20-919 0 0,32 35-10281 0 0,-27-37 6283 0 0</inkml:trace>
</inkml:ink>
</file>

<file path=ppt/ink/ink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1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274 451 692 0 0,'0'0'987'0'0,"-34"-30"6682"0"0,32 29-7127 0 0,-3-1-299 0 0,0 1 0 0 0,-1 0 0 0 0,1 0 0 0 0,-1 0 1 0 0,0 1-1 0 0,1-1 0 0 0,-1 1 0 0 0,1 1 0 0 0,-1-1 1 0 0,1 1-1 0 0,-1 0 0 0 0,1 0 0 0 0,-1 1 0 0 0,1-1 1 0 0,0 1-1 0 0,-6 4 0 0 0,-12 3 142 0 0,2 2 1 0 0,-28 18-1 0 0,44-27-306 0 0,1 1 0 0 0,-1 0 0 0 0,1 0-1 0 0,0 0 1 0 0,0 1 0 0 0,0 0 0 0 0,1-1 0 0 0,-1 1 0 0 0,1 0 0 0 0,-4 6-1 0 0,8-9-75 0 0,-1-1 0 0 0,1 1 0 0 0,-1 0 0 0 0,0-1 0 0 0,1 1 0 0 0,-1-1-1 0 0,1 1 1 0 0,-1-1 0 0 0,1 1 0 0 0,0-1 0 0 0,-1 1 0 0 0,1-1 0 0 0,-1 0 0 0 0,1 1-1 0 0,0-1 1 0 0,-1 0 0 0 0,1 0 0 0 0,0 1 0 0 0,-1-1 0 0 0,1 0 0 0 0,0 0-1 0 0,0 0 1 0 0,-1 0 0 0 0,1 0 0 0 0,0 0 0 0 0,0 0 0 0 0,-1 0 0 0 0,1 0-1 0 0,0 0 1 0 0,-1 0 0 0 0,1 0 0 0 0,0-1 0 0 0,-1 1 0 0 0,1 0 0 0 0,0 0-1 0 0,-1-1 1 0 0,1 1 0 0 0,0-1 0 0 0,-1 1 0 0 0,2-1 0 0 0,30-13 47 0 0,-31 14-48 0 0,10-6 51 0 0,8-4-270 0 0,0 1 1 0 0,0 0-1 0 0,1 2 0 0 0,0 0 0 0 0,0 1 0 0 0,0 1 0 0 0,23-3 0 0 0,-25 5 155 0 0,-1 0-1 0 0,0-1 1 0 0,0 0-1 0 0,-1-2 1 0 0,1 0-1 0 0,-1-1 1 0 0,0 0-1 0 0,-1-1 1 0 0,0-1 0 0 0,0-1-1 0 0,-1 0 1 0 0,0 0-1 0 0,-1-2 1 0 0,0 0-1 0 0,-1 0 1 0 0,0-1-1 0 0,-1-1 1 0 0,-1 0-1 0 0,11-17 1 0 0,-13 16 293 0 0,0 0 1 0 0,0-1 0 0 0,-2 0-1 0 0,0 0 1 0 0,-1 0-1 0 0,-1-1 1 0 0,0 0 0 0 0,-1 0-1 0 0,-1 0 1 0 0,-1 0 0 0 0,0 0-1 0 0,-2-23 1 0 0,1 37-53 0 0,-1-1 41 0 0,0-2-208 0 0,-1 7 458 0 0,-30 88-358 0 0,5 2 0 0 0,-25 137-1 0 0,-7 196 139 0 0,59-422-249 0 0,-13 75 223 0 0,12-75-181 0 0,1-3-36 0 0,-1 1 1 0 0,0 0-1 0 0,1-1 0 0 0,-1 1 1 0 0,1-1-1 0 0,0 1 0 0 0,-1-1 1 0 0,1 1-1 0 0,-1-1 0 0 0,1 1 1 0 0,0-1-1 0 0,-1 1 1 0 0,1-1-1 0 0,0 0 0 0 0,0 1 1 0 0,-1-1-1 0 0,1 1 0 0 0,0-1 1 0 0,0 0-1 0 0,0 1 0 0 0,0-1 1 0 0,0 0-1 0 0,0 1 0 0 0,0-1 1 0 0,0 1-1 0 0,0-1 0 0 0,0 0 1 0 0,0 1-1 0 0,0-1 0 0 0,1-1 1 0 0,5-40 61 0 0,17-42-133 0 0,-10 53-23 0 0,1 0 0 0 0,1 1 0 0 0,1 1 0 0 0,2 0 0 0 0,1 1 0 0 0,1 1 0 0 0,1 1 0 0 0,2 1 0 0 0,25-22 0 0 0,-46 45 68 0 0,-1 1 0 0 0,1-1 0 0 0,0 0 0 0 0,-1 1-1 0 0,1 0 1 0 0,0-1 0 0 0,0 1 0 0 0,0 0 0 0 0,0 0 0 0 0,0 0-1 0 0,0 0 1 0 0,1 1 0 0 0,-1-1 0 0 0,0 0 0 0 0,0 1 0 0 0,1 0-1 0 0,-1-1 1 0 0,0 1 0 0 0,4 0 0 0 0,-4 1 11 0 0,0 0-1 0 0,-1-1 1 0 0,1 1 0 0 0,-1 0-1 0 0,1 0 1 0 0,-1 0 0 0 0,1 0-1 0 0,-1 0 1 0 0,0 0 0 0 0,1 0 0 0 0,-1 0-1 0 0,0 1 1 0 0,0-1 0 0 0,0 1-1 0 0,0-1 1 0 0,0 1 0 0 0,0-1-1 0 0,-1 1 1 0 0,2 2 0 0 0,1 3-4 0 0,-1-1 0 0 0,-1 1 1 0 0,1-1-1 0 0,-1 1 0 0 0,0 0 1 0 0,-1-1-1 0 0,0 1 0 0 0,0 0 1 0 0,0 0-1 0 0,-1 0 1 0 0,-2 12-1 0 0,1-13-12 0 0,0 0 0 0 0,-1 0 1 0 0,1 0-1 0 0,-1-1 0 0 0,-1 1 0 0 0,1-1 1 0 0,-1 1-1 0 0,0-1 0 0 0,0 0 0 0 0,0 0 1 0 0,-1-1-1 0 0,1 1 0 0 0,-1-1 0 0 0,0 0 1 0 0,-1-1-1 0 0,-7 6 0 0 0,-36 8-2902 0 0,47-17 1901 0 0,-10-9-5744 0 0</inkml:trace>
</inkml:ink>
</file>

<file path=ppt/ink/ink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2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0 200 0 0,'0'4'6994'0'0,"-7"27"-6545"0"0,-20 44 873 0 0,-12 29 700 0 0,-45 194 0 0 0,74-243-1627 0 0,1-6 77 0 0,-15 50 1 0 0,14-72 1244 0 0,10-43-1703 0 0,1-1 1 0 0,0 1-1 0 0,1-1 0 0 0,1 1 0 0 0,0 0 1 0 0,2 0-1 0 0,0 0 0 0 0,0 0 0 0 0,1 1 1 0 0,1 0-1 0 0,1 0 0 0 0,17-24 0 0 0,-15 23-44 0 0,2 0 0 0 0,0 1 0 0 0,1 0 0 0 0,0 1 0 0 0,1 0 0 0 0,0 1 0 0 0,1 1 0 0 0,1 0 0 0 0,0 2 0 0 0,1-1 0 0 0,18-7 0 0 0,-31 16 13 0 0,0 0-1 0 0,0 1 1 0 0,1 0-1 0 0,-1 0 0 0 0,1 0 1 0 0,-1 0-1 0 0,1 1 1 0 0,-1 0-1 0 0,1 0 0 0 0,-1 0 1 0 0,1 0-1 0 0,-1 1 0 0 0,6 1 1 0 0,-7-1 10 0 0,0 0 0 0 0,-1 0 0 0 0,1 0 1 0 0,0 0-1 0 0,-1 1 0 0 0,1-1 0 0 0,-1 1 1 0 0,0-1-1 0 0,1 1 0 0 0,-1 0 0 0 0,0 0 0 0 0,0 0 1 0 0,0 1-1 0 0,-1-1 0 0 0,1 0 0 0 0,0 1 0 0 0,-1-1 1 0 0,1 1-1 0 0,-1-1 0 0 0,0 1 0 0 0,1 4 0 0 0,-1-5 8 0 0,0 1 0 0 0,-1-1 0 0 0,1 1 0 0 0,-1-1 0 0 0,0 0-1 0 0,0 1 1 0 0,0-1 0 0 0,0 1 0 0 0,0-1 0 0 0,0 1 0 0 0,-1-1 0 0 0,1 1-1 0 0,-1-1 1 0 0,0 1 0 0 0,1-1 0 0 0,-1 0 0 0 0,0 0 0 0 0,-1 1-1 0 0,1-1 1 0 0,0 0 0 0 0,-1 0 0 0 0,1 0 0 0 0,-1 0 0 0 0,1 0 0 0 0,-1-1-1 0 0,0 1 1 0 0,0 0 0 0 0,0-1 0 0 0,0 1 0 0 0,-4 1 0 0 0,-1 1-344 0 0,0 0 0 0 0,0-1 0 0 0,-1 0 0 0 0,1 0 0 0 0,-1-1 0 0 0,1 0 0 0 0,-1 0 0 0 0,-9 0 0 0 0,14-2-886 0 0,-8-6-4321 0 0</inkml:trace>
</inkml:ink>
</file>

<file path=ppt/ink/ink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2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1 199 156 0 0,'26'-1'4921'0'0,"-11"-3"-4410"0"0,0 0 0 0 0,-1-1 0 0 0,1-1 0 0 0,-1-1 0 0 0,0 0 0 0 0,-1 0 0 0 0,1-2 0 0 0,-1 1 0 0 0,-1-2 0 0 0,0 0 0 0 0,0 0 0 0 0,-1-1 0 0 0,0 0 0 0 0,11-17 1 0 0,-20 26-438 0 0,-1 0 0 0 0,0 0 0 0 0,0 0 0 0 0,0 0 0 0 0,0 0 1 0 0,0-1-1 0 0,0 1 0 0 0,-1 0 0 0 0,1 0 0 0 0,-1 0 1 0 0,1-1-1 0 0,-1 1 0 0 0,0 0 0 0 0,0-1 0 0 0,0-2 0 0 0,-1 3-52 0 0,1 1-1 0 0,-1 0 1 0 0,1-1 0 0 0,-1 1-1 0 0,0 0 1 0 0,0 0-1 0 0,0 0 1 0 0,0 0-1 0 0,0-1 1 0 0,0 1-1 0 0,0 1 1 0 0,0-1-1 0 0,0 0 1 0 0,0 0-1 0 0,-1 0 1 0 0,1 0-1 0 0,0 1 1 0 0,-1-1 0 0 0,1 1-1 0 0,0-1 1 0 0,-1 1-1 0 0,-1-1 1 0 0,1 1-10 0 0,-1-1 0 0 0,0 1-1 0 0,1 0 1 0 0,-1 0 0 0 0,0 1 0 0 0,1-1 0 0 0,-1 1 0 0 0,0-1 0 0 0,1 1 0 0 0,-1 0 0 0 0,1-1 0 0 0,-1 1 0 0 0,1 1 0 0 0,-1-1 0 0 0,1 0 0 0 0,0 1-1 0 0,-3 1 1 0 0,-33 29 93 0 0,34-29-97 0 0,0 1 0 0 0,0 0-1 0 0,1 0 1 0 0,0 0 0 0 0,0 0 0 0 0,0 1-1 0 0,0-1 1 0 0,1 1 0 0 0,0 0 0 0 0,0 0 0 0 0,0 0-1 0 0,0 0 1 0 0,1 0 0 0 0,0 0 0 0 0,0 0-1 0 0,0 0 1 0 0,1 0 0 0 0,0 10 0 0 0,0-10-14 0 0,1-1 1 0 0,0 1 0 0 0,0-1 0 0 0,1 0 0 0 0,-1 0-1 0 0,1 1 1 0 0,0-1 0 0 0,0 0 0 0 0,0 0-1 0 0,0-1 1 0 0,1 1 0 0 0,0 0 0 0 0,0-1-1 0 0,0 0 1 0 0,0 0 0 0 0,0 0 0 0 0,1 0 0 0 0,-1 0-1 0 0,1 0 1 0 0,0-1 0 0 0,-1 0 0 0 0,10 4-1 0 0,6 1-71 0 0,0-1 0 0 0,1 0-1 0 0,0-1 1 0 0,1-2 0 0 0,-1 0 0 0 0,0-1-1 0 0,1-1 1 0 0,0 0 0 0 0,-1-2 0 0 0,1-1-1 0 0,24-4 1 0 0,-17 1 39 0 0,-1-2 0 0 0,1 0 0 0 0,-1-2 0 0 0,0-1 0 0 0,-1-1-1 0 0,0-1 1 0 0,38-25 0 0 0,-50 27 338 0 0,-2 0 1 0 0,1 0-1 0 0,-2-1 0 0 0,1 0 0 0 0,-1-1 1 0 0,-1-1-1 0 0,0 0 0 0 0,9-15 0 0 0,-14 7 833 0 0,-15 15-559 0 0,-19 12-354 0 0,22-1-205 0 0,0 0 0 0 0,0 0 0 0 0,0 1-1 0 0,1 0 1 0 0,-1 0 0 0 0,1 0 0 0 0,-6 9 0 0 0,2-2-105 0 0,9-12 65 0 0,0-1 0 0 0,1 1 0 0 0,-1-1 0 0 0,1 1-1 0 0,-1-1 1 0 0,1 1 0 0 0,-1 0 0 0 0,1-1 0 0 0,-1 1 0 0 0,1 0 0 0 0,-1-1 0 0 0,1 1 0 0 0,0 0-1 0 0,0-1 1 0 0,-1 1 0 0 0,1 0 0 0 0,0 0 0 0 0,0-1 0 0 0,0 1 0 0 0,0 0 0 0 0,0 0 0 0 0,0 0-1 0 0,0-1 1 0 0,0 1 0 0 0,0 0 0 0 0,0 0 0 0 0,0-1 0 0 0,0 1 0 0 0,1 0 0 0 0,-1 0 0 0 0,0-1-1 0 0,0 1 1 0 0,1 0 0 0 0,-1-1 0 0 0,1 1 0 0 0,-1 0 0 0 0,1-1 0 0 0,0 2 0 0 0,0-1-3 0 0,0-1 0 0 0,0 1 0 0 0,1-1 0 0 0,-1 1 1 0 0,0-1-1 0 0,0 0 0 0 0,1 1 0 0 0,-1-1 0 0 0,0 0 1 0 0,0 0-1 0 0,1 0 0 0 0,-1 0 0 0 0,0 0 0 0 0,0 0 0 0 0,1 0 1 0 0,-1 0-1 0 0,0-1 0 0 0,0 1 0 0 0,1 0 0 0 0,-1-1 1 0 0,0 1-1 0 0,0-1 0 0 0,2 0 0 0 0,1-2-45 0 0,5-2-69 0 0,0 0-1 0 0,0 1 1 0 0,0 0 0 0 0,0 0 0 0 0,1 1-1 0 0,-1 0 1 0 0,19-2 0 0 0,-26 5 127 0 0,-1 1 1 0 0,0 0 0 0 0,1 0 0 0 0,-1 0-1 0 0,1 0 1 0 0,-1 0 0 0 0,0 0 0 0 0,0 0-1 0 0,0 0 1 0 0,0 0 0 0 0,0 1 0 0 0,0-1-1 0 0,0 0 1 0 0,0 1 0 0 0,0-1 0 0 0,0 0-1 0 0,-1 1 1 0 0,1-1 0 0 0,-1 1 0 0 0,1 0-1 0 0,-1-1 1 0 0,1 1 0 0 0,-1-1 0 0 0,0 1-1 0 0,0 2 1 0 0,15 30-82 0 0,-14-32 93 0 0,0-1 0 0 0,-1 1 1 0 0,1-1-1 0 0,0 0 1 0 0,0 0-1 0 0,0 0 0 0 0,0 0 1 0 0,0 0-1 0 0,0 0 1 0 0,0 0-1 0 0,0 0 0 0 0,1 0 1 0 0,-1-1-1 0 0,0 1 1 0 0,0 0-1 0 0,1-1 1 0 0,-1 1-1 0 0,1-1 0 0 0,-1 1 1 0 0,0-1-1 0 0,1 0 1 0 0,-1 0-1 0 0,1 0 1 0 0,-1 1-1 0 0,0-1 0 0 0,1 0 1 0 0,-1-1-1 0 0,1 1 1 0 0,1 0-1 0 0,25-4-11 0 0,-1 0-1 0 0,1-2 1 0 0,-1-1-1 0 0,0-1 1 0 0,49-23-1 0 0,-72 30 8 0 0,5 0 10 0 0,-8 1-3 0 0,0-1 1 0 0,1 1-1 0 0,-1 0 1 0 0,0-1-1 0 0,1 1 1 0 0,-1 0-1 0 0,0 0 1 0 0,1 0 0 0 0,-1 0-1 0 0,0 0 1 0 0,0 1-1 0 0,1-1 1 0 0,-1 0-1 0 0,0 0 1 0 0,1 1-1 0 0,-1-1 1 0 0,0 1-1 0 0,0-1 1 0 0,0 1 0 0 0,0 0-1 0 0,1-1 1 0 0,-1 1-1 0 0,0 0 1 0 0,0 0-1 0 0,0 0 1 0 0,0 1-1 0 0,0-1-4 0 0,-2 7-137 0 0,-6 17-5027 0 0,5-20 1605 0 0</inkml:trace>
</inkml:ink>
</file>

<file path=ppt/ink/ink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4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9 124 0 0,'0'0'7798'0'0,"-4"-3"-7240"0"0,3 3-398 0 0,-1-1 0 0 0,0 0 0 0 0,1 0 0 0 0,-1 1 0 0 0,1-1 0 0 0,-1 0 0 0 0,0 1 0 0 0,1 0 0 0 0,-1-1 0 0 0,0 1 0 0 0,1 0 0 0 0,-1 0-1 0 0,-2 0 1 0 0,3 1-115 0 0,0-1-1 0 0,0 1 1 0 0,1 0 0 0 0,-1 0-1 0 0,0-1 1 0 0,1 1-1 0 0,-1 0 1 0 0,1 0-1 0 0,-1 0 1 0 0,1 0-1 0 0,-1-1 1 0 0,1 1-1 0 0,0 0 1 0 0,-1 0 0 0 0,1 0-1 0 0,0 0 1 0 0,0 0-1 0 0,0 0 1 0 0,0 0-1 0 0,0 0 1 0 0,0 0-1 0 0,0 0 1 0 0,0 0-1 0 0,0 0 1 0 0,0 0-1 0 0,0 0 1 0 0,1 0 0 0 0,-1 0-1 0 0,0 0 1 0 0,1 0-1 0 0,-1 0 1 0 0,1 0-1 0 0,0 1 1 0 0,35 94 658 0 0,-36-94-695 0 0,0 0 1 0 0,0 0 0 0 0,0 0 0 0 0,0 0 0 0 0,-1 0 0 0 0,1 0 0 0 0,-1 0 0 0 0,1 0 0 0 0,-1 0 0 0 0,0 0 0 0 0,0 0 0 0 0,0 0 0 0 0,0-1 0 0 0,0 1 0 0 0,0 0 0 0 0,-1-1 0 0 0,1 1 0 0 0,-1-1 0 0 0,1 1 0 0 0,-1-1 0 0 0,1 0 0 0 0,-1 1 0 0 0,0-1 0 0 0,1 0 0 0 0,-1 0 0 0 0,0 0 0 0 0,0-1 0 0 0,-3 2 0 0 0,-4 2 26 0 0,-1 0 0 0 0,1-1 0 0 0,-1 0 0 0 0,-15 2 0 0 0,11-7-567 0 0,9-2-1385 0 0,7-3-3734 0 0,16-19 2683 0 0</inkml:trace>
</inkml:ink>
</file>

<file path=ppt/ink/ink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5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0 900 0 0,'0'0'6755'0'0,"13"2"-3416"0"0,-14 10-2923 0 0,-1 0-1 0 0,-1 0 1 0 0,1 0-1 0 0,-2 0 1 0 0,0-1-1 0 0,-9 20 1 0 0,-19 27-6125 0 0</inkml:trace>
</inkml:ink>
</file>

<file path=ppt/ink/ink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5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44 0 0,'1'-20'3252'0'0,"11"-37"3453"0"0,-11 54-6482 0 0,1 1-555 0 0,1 0 279 0 0,16 19-8018 0 0</inkml:trace>
</inkml:ink>
</file>

<file path=ppt/ink/ink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5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2 356 0 0,'-3'8'-193'0'0,"3"-8"528"0"0,0 1 0 0 0,0-1 0 0 0,0 1 0 0 0,0-1 0 0 0,-1 1 0 0 0,1-1 0 0 0,0 1 0 0 0,0 0 0 0 0,0-1 0 0 0,0 1 0 0 0,0-1 0 0 0,0 1 0 0 0,0-1 0 0 0,1 1 0 0 0,-1-1-1 0 0,0 1 1 0 0,0 0 0 0 0,0-1 0 0 0,1 1 0 0 0,-1-1 0 0 0,0 1 0 0 0,0-1 0 0 0,1 1 0 0 0,-1-1 0 0 0,1 1 0 0 0,6 2 323 0 0,-5-2 284 0 0,20-13-192 0 0,-18 10-653 0 0,-1 0 1 0 0,0 0-1 0 0,1 0 1 0 0,-1 1 0 0 0,1 0-1 0 0,-1-1 1 0 0,1 1-1 0 0,0 0 1 0 0,0 1 0 0 0,-1-1-1 0 0,1 1 1 0 0,0 0-1 0 0,0 0 1 0 0,0 0 0 0 0,-1 0-1 0 0,1 1 1 0 0,5 0-1 0 0,-1 2-804 0 0,0 1 0 0 0,-1-1 0 0 0,1 1 0 0 0,-1 1 0 0 0,0-1 0 0 0,6 7 0 0 0,1-2-2526 0 0</inkml:trace>
</inkml:ink>
</file>

<file path=ppt/ink/ink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6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4 101 140 0 0,'0'0'13686'0'0,"-4"-19"-12596"0"0,18 9-854 0 0,0 1 0 0 0,1 1-1 0 0,0 0 1 0 0,0 0 0 0 0,1 2 0 0 0,-1 0-1 0 0,1 1 1 0 0,1 0 0 0 0,19-2 0 0 0,-10 3-166 0 0,0 1 0 0 0,1 1 0 0 0,-1 1 1 0 0,0 2-1 0 0,33 4 0 0 0,-53-4-66 0 0,1 0-1 0 0,-1 0 1 0 0,1 1 0 0 0,-1 0-1 0 0,0 0 1 0 0,0 1 0 0 0,0-1 0 0 0,0 1-1 0 0,-1 1 1 0 0,1-1 0 0 0,-1 1-1 0 0,1 0 1 0 0,-1 0 0 0 0,-1 1-1 0 0,9 8 1 0 0,-11-10-9 0 0,0 0-1 0 0,0 1 0 0 0,0-1 1 0 0,-1 1-1 0 0,1-1 1 0 0,-1 1-1 0 0,0 0 1 0 0,0 0-1 0 0,0-1 0 0 0,0 1 1 0 0,-1 0-1 0 0,0 0 1 0 0,0 0-1 0 0,0 0 1 0 0,0 0-1 0 0,0 0 1 0 0,-1 0-1 0 0,0 0 0 0 0,1-1 1 0 0,-1 1-1 0 0,-1 0 1 0 0,1 0-1 0 0,-1-1 1 0 0,1 1-1 0 0,-1-1 0 0 0,0 1 1 0 0,-3 2-1 0 0,-19 27-5 0 0,-2-1 0 0 0,-1-1-1 0 0,-2-2 1 0 0,0-1 0 0 0,-2-1-1 0 0,-42 28 1 0 0,70-52-5 0 0,0-1 0 0 0,0 1 0 0 0,0 0 0 0 0,1-1 0 0 0,-1 1 0 0 0,1 1 0 0 0,0-1 0 0 0,-2 4 0 0 0,4-7 16 0 0,0 1 1 0 0,0 0-1 0 0,0-1 0 0 0,0 1 1 0 0,1 0-1 0 0,-1-1 0 0 0,0 1 1 0 0,0 0-1 0 0,1-1 1 0 0,-1 1-1 0 0,0-1 0 0 0,1 1 1 0 0,-1-1-1 0 0,1 1 0 0 0,-1-1 1 0 0,1 1-1 0 0,-1-1 0 0 0,1 1 1 0 0,-1-1-1 0 0,1 1 1 0 0,-1-1-1 0 0,1 0 0 0 0,0 1 1 0 0,-1-1-1 0 0,1 0 0 0 0,-1 0 1 0 0,1 0-1 0 0,0 1 0 0 0,-1-1 1 0 0,1 0-1 0 0,0 0 1 0 0,-1 0-1 0 0,1 0 0 0 0,0 0 1 0 0,-1 0-1 0 0,2 0 0 0 0,26 3 35 0 0,168-7 87 0 0,-1 0-28 0 0,-110 1 565 0 0,-84 3 149 0 0,5-1-144 0 0,-4 2-1482 0 0,-17 8-6146 0 0,3-4 1909 0 0,-2 1 1154 0 0</inkml:trace>
</inkml:ink>
</file>

<file path=ppt/ink/ink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8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62 316 0 0,'-20'-22'3628'0'0,"17"20"-3453"0"0,1-1 0 0 0,0 1 0 0 0,-1 0 0 0 0,0 0 0 0 0,1 0 1 0 0,-1 0-1 0 0,0 0 0 0 0,0 1 0 0 0,0-1 0 0 0,0 1 0 0 0,0 0 0 0 0,-1 0 0 0 0,1 0 1 0 0,0 0-1 0 0,0 1 0 0 0,-1-1 0 0 0,1 1 0 0 0,-1 0 0 0 0,1 0 0 0 0,0 0 1 0 0,-1 0-1 0 0,1 0 0 0 0,0 1 0 0 0,-1 0 0 0 0,1-1 0 0 0,0 1 0 0 0,0 1 0 0 0,0-1 1 0 0,0 0-1 0 0,-6 4 0 0 0,-8 4 32 0 0,0 2 0 0 0,1 0 1 0 0,0 0-1 0 0,0 1 0 0 0,2 1 0 0 0,-1 1 0 0 0,2 0 1 0 0,-17 22-1 0 0,24-28-137 0 0,1 1 1 0 0,-1 0-1 0 0,2 0 1 0 0,-1 0-1 0 0,1 0 0 0 0,1 1 1 0 0,-1-1-1 0 0,-1 12 1 0 0,4-15-32 0 0,0 0 0 0 0,1 0 0 0 0,0 0-1 0 0,0 0 1 0 0,0 0 0 0 0,0 0 0 0 0,1 0 0 0 0,0 0 0 0 0,1 0 0 0 0,-1 0 0 0 0,1 0 0 0 0,0 0 0 0 0,1 0 0 0 0,3 6 0 0 0,-4-9-22 0 0,-1 0 1 0 0,1 0 0 0 0,0 0-1 0 0,0 0 1 0 0,0 0-1 0 0,0 0 1 0 0,1-1 0 0 0,-1 1-1 0 0,1-1 1 0 0,0 1-1 0 0,-1-1 1 0 0,1 0-1 0 0,0 0 1 0 0,0-1 0 0 0,0 1-1 0 0,1 0 1 0 0,-1-1-1 0 0,0 0 1 0 0,1 0 0 0 0,-1 0-1 0 0,1 0 1 0 0,-1-1-1 0 0,0 1 1 0 0,1-1 0 0 0,0 0-1 0 0,-1 0 1 0 0,1 0-1 0 0,-1 0 1 0 0,1-1-1 0 0,-1 1 1 0 0,1-1 0 0 0,-1 0-1 0 0,0 0 1 0 0,1 0-1 0 0,4-3 1 0 0,1-1 14 0 0,0 0-1 0 0,-1 0 1 0 0,0 0-1 0 0,0-1 1 0 0,-1 0 0 0 0,1-1-1 0 0,-2 0 1 0 0,1 0-1 0 0,-1 0 1 0 0,0-1 0 0 0,0 0-1 0 0,5-9 1 0 0,-7 8 7 0 0,1 0 1 0 0,-2-1-1 0 0,1 0 1 0 0,-1 0-1 0 0,-1 0 0 0 0,0 0 1 0 0,0 0-1 0 0,-1-1 1 0 0,0 1-1 0 0,-2-16 0 0 0,1 23-24 0 0,0 0-1 0 0,0 0 1 0 0,-1 0-1 0 0,1 0 1 0 0,-1 0-1 0 0,0 0 1 0 0,0 0-1 0 0,0 0 1 0 0,0 0-1 0 0,-1 1 0 0 0,1-1 1 0 0,-1 0-1 0 0,0 1 1 0 0,1-1-1 0 0,-1 1 1 0 0,0 0-1 0 0,-1 0 1 0 0,1-1-1 0 0,0 2 1 0 0,-1-1-1 0 0,1 0 0 0 0,-1 0 1 0 0,1 1-1 0 0,-1-1 1 0 0,0 1-1 0 0,1 0 1 0 0,-1 0-1 0 0,0 0 1 0 0,0 0-1 0 0,0 0 1 0 0,0 1-1 0 0,0-1 1 0 0,0 1-1 0 0,0 0 0 0 0,0 0 1 0 0,0 0-1 0 0,0 0 1 0 0,0 0-1 0 0,-1 1 1 0 0,2-1-1 0 0,-5 2 1 0 0,2-1-8 0 0,0 1 0 0 0,0-1-1 0 0,0 1 1 0 0,1 0 0 0 0,-1 0 0 0 0,-7 5 0 0 0,11-6-9 0 0,-1 0 0 0 0,1-1 0 0 0,0 1 0 0 0,-1 0 0 0 0,1 1 1 0 0,0-1-1 0 0,-1 0 0 0 0,1 0 0 0 0,0 0 0 0 0,0 1 0 0 0,0-1 0 0 0,0 1 0 0 0,0-1 0 0 0,1 1 0 0 0,-1-1 0 0 0,0 1 0 0 0,1-1 0 0 0,-1 1 0 0 0,1 0 0 0 0,0-1 0 0 0,-1 1 0 0 0,1 0 0 0 0,0-1 0 0 0,0 1 0 0 0,0 0 0 0 0,0-1 1 0 0,0 1-1 0 0,0 0 0 0 0,1 2 0 0 0,2 1-34 0 0,-1 0 0 0 0,1 0 0 0 0,0 0 0 0 0,0 0-1 0 0,1-1 1 0 0,0 1 0 0 0,-1-1 0 0 0,1 0 0 0 0,1 0 0 0 0,-1 0 0 0 0,1-1 0 0 0,-1 1 0 0 0,1-1 0 0 0,0 0 0 0 0,0-1 0 0 0,0 1 0 0 0,1-1 0 0 0,-1 0 0 0 0,1 0 0 0 0,-1-1 0 0 0,1 1 0 0 0,-1-1 0 0 0,11 0 0 0 0,9 2-211 0 0,0-1 0 0 0,0-2 0 0 0,50-4 1 0 0,-47-1 97 0 0,1 0 0 0 0,-1-2 0 0 0,-1-1 1 0 0,1-1-1 0 0,-1-1 0 0 0,32-18 1 0 0,-3-3 881 0 0,-54 30-238 0 0,-2 5-464 0 0,-2 18 16 0 0,2 24 68 0 0,0-44-114 0 0,0 0-1 0 0,1 0 1 0 0,-1 0 0 0 0,0-1 0 0 0,1 1 0 0 0,0 0 0 0 0,-1 0 0 0 0,1-1 0 0 0,0 1-1 0 0,0-1 1 0 0,0 1 0 0 0,0-1 0 0 0,0 1 0 0 0,1-1 0 0 0,-1 1 0 0 0,0-1 0 0 0,0 0-1 0 0,1 0 1 0 0,-1 0 0 0 0,1 0 0 0 0,2 2 0 0 0,-2-3-21 0 0,0 0 0 0 0,1 1 1 0 0,-1-1-1 0 0,0 0 0 0 0,0 0 1 0 0,1 0-1 0 0,-1-1 0 0 0,0 1 1 0 0,0 0-1 0 0,0-1 0 0 0,1 0 0 0 0,-1 1 1 0 0,0-1-1 0 0,0 0 0 0 0,0 0 1 0 0,2-1-1 0 0,7-3-39 0 0,14-4-142 0 0,-16 5 88 0 0,-1 1 0 0 0,1 0 0 0 0,0 1-1 0 0,0 0 1 0 0,0 0 0 0 0,1 0 0 0 0,-1 2-1 0 0,0-1 1 0 0,14 2 0 0 0,-2 0-127 0 0,1 0 0 0 0,0-1 0 0 0,-1 0 0 0 0,1-2 0 0 0,0-1 0 0 0,37-10 1 0 0,-53 11 335 0 0,0 1 1 0 0,0-1 0 0 0,-1-1 0 0 0,1 1 0 0 0,-1-1 0 0 0,0 0 0 0 0,0 0 0 0 0,0-1 0 0 0,0 1 0 0 0,0-1 0 0 0,-1 0 0 0 0,1-1 0 0 0,-1 1 0 0 0,0-1 0 0 0,-1 1 0 0 0,1-1 0 0 0,-1-1 0 0 0,0 1 0 0 0,0 0 0 0 0,0-1 0 0 0,-1 1 0 0 0,0-1 0 0 0,0 0 0 0 0,0 1 0 0 0,-1-1 0 0 0,0 0 0 0 0,0 0 0 0 0,-1 0 0 0 0,1-8-1 0 0,-7-38 4564 0 0,7 99-5112 0 0,2-1 1 0 0,11 50-1 0 0,-13-46-3966 0 0,-1-36-1398 0 0</inkml:trace>
</inkml:ink>
</file>

<file path=ppt/ink/ink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8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42 120 0 0,'0'0'3000'0'0,"6"-10"-1404"0"0,2 1-311 0 0,10 2-741 0 0,-8 5-160 0 0,3-1-164 0 0,2-1-220 0 0,0 1-236 0 0,4 3-256 0 0,-1-2-581 0 0,-3 1-1159 0 0,3 1 512 0 0</inkml:trace>
</inkml:ink>
</file>

<file path=ppt/ink/ink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0:59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112 199 1040 0 0,'0'0'1172'0'0,"0"-13"9029"0"0,0 13-10139 0 0,-1-1-1 0 0,0 0 0 0 0,1 1 1 0 0,-1-1-1 0 0,0 1 1 0 0,1-1-1 0 0,-1 1 0 0 0,0 0 1 0 0,0-1-1 0 0,0 1 1 0 0,0 0-1 0 0,1 0 0 0 0,-1-1 1 0 0,0 1-1 0 0,0 0 1 0 0,0 0-1 0 0,0 0 0 0 0,0 0 1 0 0,0 0-1 0 0,0 0 1 0 0,1 0-1 0 0,-1 1 1 0 0,0-1-1 0 0,0 0 0 0 0,0 0 1 0 0,0 1-1 0 0,1-1 1 0 0,-1 0-1 0 0,-1 1 0 0 0,-32 23 721 0 0,25-16-598 0 0,1 0-1 0 0,0 1 1 0 0,0 0 0 0 0,-10 18-1 0 0,17-26-43 0 0,4 4-76 0 0,-3-4-60 0 0,0-1-1 0 0,0 1 0 0 0,0 0 1 0 0,1-1-1 0 0,-1 1 0 0 0,0-1 1 0 0,0 1-1 0 0,1-1 0 0 0,-1 1 1 0 0,0-1-1 0 0,1 1 0 0 0,-1-1 1 0 0,0 1-1 0 0,1-1 0 0 0,-1 1 1 0 0,1-1-1 0 0,-1 1 0 0 0,1-1 1 0 0,-1 0-1 0 0,1 1 0 0 0,-1-1 1 0 0,1 0-1 0 0,-1 1 0 0 0,1-1 1 0 0,-1 0-1 0 0,1 0 0 0 0,-1 0 1 0 0,1 0-1 0 0,0 1 0 0 0,-1-1 1 0 0,1 0-1 0 0,-1 0 0 0 0,1 0 1 0 0,0 0-1 0 0,-1 0 0 0 0,1 0 1 0 0,0-1-1 0 0,26-6-251 0 0,0-2 1 0 0,48-23-1 0 0,20-7-658 0 0,-69 30 731 0 0,2 1-138 0 0,-1-2 0 0 0,47-23 0 0 0,-68 30 360 0 0,0 0 0 0 0,0-1 0 0 0,0 0 0 0 0,-1 0 0 0 0,1-1 0 0 0,-1 1 0 0 0,0-1 0 0 0,0 0 0 0 0,-1-1 0 0 0,0 1 1 0 0,1-1-1 0 0,-2 0 0 0 0,1 0 0 0 0,-1 0 0 0 0,0 0 0 0 0,0-1 0 0 0,1-6 0 0 0,-3-27 1784 0 0,-36 124-1743 0 0,4 1 0 0 0,-28 124 0 0 0,29-97-72 0 0,-94 275 118 0 0,118-375-7 0 0,1 0-1 0 0,-2-1 1 0 0,0 0 0 0 0,-12 16-1 0 0,18-26-102 0 0,1-1-1 0 0,-1 1 1 0 0,1-1-1 0 0,-1 0 1 0 0,1 1 0 0 0,-1-1-1 0 0,1 0 1 0 0,-1 1-1 0 0,0-1 1 0 0,1 0-1 0 0,-1 0 1 0 0,1 0 0 0 0,-1 1-1 0 0,0-1 1 0 0,1 0-1 0 0,-1 0 1 0 0,1 0-1 0 0,-1 0 1 0 0,0 0-1 0 0,1 0 1 0 0,-1 0 0 0 0,1 0-1 0 0,-1-1 1 0 0,0 1-1 0 0,1 0 1 0 0,-1 0-1 0 0,1 0 1 0 0,-1-1 0 0 0,1 1-1 0 0,-1 0 1 0 0,0-1-1 0 0,1 1 1 0 0,0 0-1 0 0,-2-1 1 0 0,-14-17 428 0 0,12 8-409 0 0,1-1 1 0 0,0 1-1 0 0,0 0 0 0 0,1-1 1 0 0,1 1-1 0 0,0-1 1 0 0,0 0-1 0 0,1 1 0 0 0,1-1 1 0 0,-1 0-1 0 0,2 1 0 0 0,-1-1 1 0 0,2 0-1 0 0,-1 1 0 0 0,1 0 1 0 0,1 0-1 0 0,0 0 1 0 0,7-12-1 0 0,1-3-650 0 0,2 0 1 0 0,1 1 0 0 0,1 0-1 0 0,1 2 1 0 0,36-38-1 0 0,-28 36-3652 0 0,54-39 0 0 0,-43 39 215 0 0</inkml:trace>
</inkml:ink>
</file>

<file path=ppt/ink/ink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00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1 126 764 0 0,'2'-49'11562'0'0,"-2"48"-11170"0"0,21-23 1319 0 0,-11 17-1537 0 0,0 0-1 0 0,0 0 0 0 0,1 2 1 0 0,0-1-1 0 0,15-4 0 0 0,-20 8-153 0 0,0 0 0 0 0,-1 0-1 0 0,1 1 1 0 0,0 0 0 0 0,0 0 0 0 0,0 0 0 0 0,0 1-1 0 0,0 0 1 0 0,0 0 0 0 0,0 1 0 0 0,0 0-1 0 0,10 2 1 0 0,-15-3-15 0 0,1 1-1 0 0,0 0 1 0 0,-1-1-1 0 0,1 1 1 0 0,-1 0-1 0 0,1 0 1 0 0,-1 0-1 0 0,1 0 1 0 0,-1 0-1 0 0,0 0 1 0 0,1 0-1 0 0,-1 1 1 0 0,0-1-1 0 0,0 0 1 0 0,0 1-1 0 0,0-1 1 0 0,0 1-1 0 0,0-1 1 0 0,-1 1 0 0 0,1-1-1 0 0,0 1 1 0 0,-1 0-1 0 0,1 1 1 0 0,0 1 0 0 0,-1 0 0 0 0,0 1 1 0 0,0-1-1 0 0,0 0 1 0 0,0 0-1 0 0,-1 0 0 0 0,0 0 1 0 0,1 0-1 0 0,-4 6 0 0 0,-2 7 5 0 0,-2-1-1 0 0,0 0 0 0 0,-14 21 0 0 0,22-37-9 0 0,-2 2-29 0 0,0 1 0 0 0,1 0-1 0 0,-1-1 1 0 0,1 1 0 0 0,0 0 0 0 0,0-1 0 0 0,0 1 0 0 0,0 0-1 0 0,0 0 1 0 0,0 0 0 0 0,1 0 0 0 0,0 0 0 0 0,-1 0 0 0 0,1 0 0 0 0,0 0-1 0 0,0 0 1 0 0,1 0 0 0 0,-1 0 0 0 0,1 0 0 0 0,-1 0 0 0 0,1 0 0 0 0,0 0-1 0 0,0 0 1 0 0,0-1 0 0 0,1 1 0 0 0,2 4 0 0 0,3 2-91 0 0,0 0 1 0 0,1-1-1 0 0,0 0 0 0 0,1-1 1 0 0,17 12-1 0 0,19 19-469 0 0,-44-37 485 0 0,-1 1 99 0 0,0-1 1 0 0,-1 1 0 0 0,1-1 0 0 0,0 1 0 0 0,-1-1 0 0 0,1 0 0 0 0,-1 1 0 0 0,0-1-1 0 0,1 0 1 0 0,-1 0 0 0 0,0 1 0 0 0,0-1 0 0 0,0 0 0 0 0,1 0 0 0 0,-1 0 0 0 0,-1 0-1 0 0,1 0 1 0 0,0 0 0 0 0,0 0 0 0 0,0 0 0 0 0,0-1 0 0 0,-1 1 0 0 0,1 0 0 0 0,0-1-1 0 0,-1 1 1 0 0,1-1 0 0 0,0 1 0 0 0,-1-1 0 0 0,1 1 0 0 0,-1-1 0 0 0,-1 0 0 0 0,-65 5 332 0 0,9-1 18 0 0,56-3-892 0 0,-21 4 1030 0 0</inkml:trace>
</inkml:ink>
</file>

<file path=ppt/ink/ink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00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164 319 968 0 0,'-5'-3'518'0'0,"-1"1"-1"0"0,1 0 1 0 0,-1 0-1 0 0,1 0 1 0 0,-1 1-1 0 0,0 0 1 0 0,0 0-1 0 0,0 0 1 0 0,1 1 0 0 0,-1 0-1 0 0,0 0 1 0 0,0 0-1 0 0,0 1 1 0 0,0 0-1 0 0,-9 2 1 0 0,11-1-400 0 0,0-1 0 0 0,1 1 0 0 0,-1-1 0 0 0,1 1 0 0 0,-1 0 0 0 0,1 1 0 0 0,0-1 0 0 0,0 0 0 0 0,0 1 0 0 0,0 0 0 0 0,0 0 0 0 0,1-1 0 0 0,-1 2 0 0 0,1-1 0 0 0,0 0 0 0 0,0 0 0 0 0,0 1 0 0 0,0-1 0 0 0,1 1 0 0 0,-1 0 0 0 0,1-1 0 0 0,0 1 0 0 0,-1 6 0 0 0,2-7-93 0 0,0 0-1 0 0,0-1 0 0 0,0 1 1 0 0,0 0-1 0 0,0 0 1 0 0,1-1-1 0 0,-1 1 1 0 0,1 0-1 0 0,0-1 1 0 0,0 1-1 0 0,0-1 0 0 0,0 1 1 0 0,0-1-1 0 0,1 1 1 0 0,-1-1-1 0 0,1 0 1 0 0,0 1-1 0 0,-1-1 0 0 0,1 0 1 0 0,0 0-1 0 0,0-1 1 0 0,4 4-1 0 0,-2-2-12 0 0,0 0 0 0 0,1 0 0 0 0,-1-1 0 0 0,0 1 0 0 0,1-1 0 0 0,0 0 0 0 0,-1 0 0 0 0,1-1 0 0 0,0 0 0 0 0,0 1 0 0 0,6-1 0 0 0,-4-1 25 0 0,0 0-1 0 0,0-1 1 0 0,0 0 0 0 0,0 0-1 0 0,0-1 1 0 0,0 0 0 0 0,-1 0-1 0 0,1-1 1 0 0,0 0-1 0 0,-1 0 1 0 0,0 0 0 0 0,0-1-1 0 0,0 0 1 0 0,0 0-1 0 0,-1-1 1 0 0,0 1 0 0 0,1-1-1 0 0,-2 0 1 0 0,7-9 0 0 0,-2 3 86 0 0,-1 0 1 0 0,0-1 0 0 0,-1 0 0 0 0,0-1 0 0 0,-1 1 0 0 0,0-1-1 0 0,-1-1 1 0 0,6-23 0 0 0,-10 28-64 0 0,0-1-1 0 0,0 1 1 0 0,-1 0-1 0 0,0 0 1 0 0,-1-1-1 0 0,0 1 1 0 0,0 0-1 0 0,-1 0 1 0 0,0 0-1 0 0,-1 0 1 0 0,0 0-1 0 0,0 1 1 0 0,-1-1-1 0 0,0 1 1 0 0,0 0-1 0 0,-1 0 1 0 0,0 0-1 0 0,-1 1 1 0 0,-7-9-1 0 0,7 9-27 0 0,-1 0-1 0 0,0 0 1 0 0,-1 0-1 0 0,0 1 0 0 0,0 0 1 0 0,0 0-1 0 0,-1 1 1 0 0,1 0-1 0 0,-1 0 0 0 0,-1 1 1 0 0,1 1-1 0 0,0-1 1 0 0,-1 2-1 0 0,0-1 0 0 0,0 1 1 0 0,1 1-1 0 0,-13-1 0 0 0,21 1-33 0 0,0 1 0 0 0,0 0 0 0 0,1 0 0 0 0,-1 0 0 0 0,0 0 0 0 0,1 0-1 0 0,-1 1 1 0 0,0-1 0 0 0,1 0 0 0 0,-1 0 0 0 0,0 0 0 0 0,1 1 0 0 0,-1-1-1 0 0,0 0 1 0 0,1 0 0 0 0,-1 1 0 0 0,1-1 0 0 0,-1 1 0 0 0,1-1-1 0 0,-1 1 1 0 0,1-1 0 0 0,-1 1 0 0 0,1-1 0 0 0,-1 1 0 0 0,1-1 0 0 0,-1 1-1 0 0,1-1 1 0 0,0 1 0 0 0,-1 0 0 0 0,1-1 0 0 0,0 1 0 0 0,0 0-1 0 0,-1-1 1 0 0,1 1 0 0 0,0 0 0 0 0,0-1 0 0 0,0 1 0 0 0,0 0 0 0 0,0-1-1 0 0,0 1 1 0 0,0 0 0 0 0,0-1 0 0 0,0 1 0 0 0,0 0 0 0 0,0-1 0 0 0,1 1-1 0 0,-1 0 1 0 0,0-1 0 0 0,0 1 0 0 0,1 0 0 0 0,-1-1 0 0 0,0 1-1 0 0,1-1 1 0 0,-1 1 0 0 0,1 0 0 0 0,-1-1 0 0 0,1 1 0 0 0,23 32-152 0 0,-1-18-29 0 0,-1 0-1 0 0,2-2 0 0 0,0 0 0 0 0,0-2 0 0 0,33 11 0 0 0,-26-11-304 0 0,0 2-1 0 0,51 29 1 0 0,-78-39 426 0 0,0 1 0 0 0,-1-1 1 0 0,1 0-1 0 0,-1 1 0 0 0,0 0 1 0 0,0 0-1 0 0,0 0 0 0 0,0 0 1 0 0,-1 0-1 0 0,0 1 0 0 0,0-1 1 0 0,0 1-1 0 0,0-1 0 0 0,-1 1 1 0 0,1 0-1 0 0,-1-1 1 0 0,-1 1-1 0 0,1 0 0 0 0,0 0 1 0 0,-1 0-1 0 0,0 0 0 0 0,-1 5 1 0 0,1-4-18 0 0,0 1 1 0 0,0-1 0 0 0,1 0 0 0 0,0 0 0 0 0,0 1 0 0 0,1-1 0 0 0,-1 0 0 0 0,1 0-1 0 0,1 0 1 0 0,-1-1 0 0 0,5 8 0 0 0,-6-11 83 0 0,0-1-1 0 0,1 1 1 0 0,-1 0-1 0 0,1-1 1 0 0,-1 0-1 0 0,1 1 1 0 0,-1-1 0 0 0,1 0-1 0 0,0 0 1 0 0,0 0-1 0 0,0 0 1 0 0,0 0-1 0 0,-1 0 1 0 0,1 0-1 0 0,0-1 1 0 0,1 1 0 0 0,-1-1-1 0 0,0 1 1 0 0,0-1-1 0 0,0 0 1 0 0,0 0-1 0 0,0 0 1 0 0,0 0 0 0 0,0 0-1 0 0,0 0 1 0 0,0-1-1 0 0,0 1 1 0 0,0-1-1 0 0,0 1 1 0 0,0-1-1 0 0,0 0 1 0 0,0 0 0 0 0,0 0-1 0 0,0 0 1 0 0,0 0-1 0 0,-1 0 1 0 0,1 0-1 0 0,0-1 1 0 0,-1 1 0 0 0,1-1-1 0 0,1-1 1 0 0,0 0 121 0 0,1 0 0 0 0,-1-1 0 0 0,0 1 1 0 0,0-1-1 0 0,0 0 0 0 0,-1 0 0 0 0,1 0 1 0 0,-1 0-1 0 0,0 0 0 0 0,0-1 0 0 0,0 1 1 0 0,-1-1-1 0 0,1 1 0 0 0,-1-1 0 0 0,0 1 1 0 0,-1-1-1 0 0,1 0 0 0 0,-1-7 0 0 0,-1 6-5 0 0,0 0-1 0 0,-1 1 0 0 0,0-1 1 0 0,0 1-1 0 0,-1 0 0 0 0,1 0 1 0 0,-1-1-1 0 0,0 2 0 0 0,0-1 1 0 0,-1 0-1 0 0,0 1 0 0 0,1-1 1 0 0,-7-4-1 0 0,8 7-263 0 0,0 1-1 0 0,0-1 1 0 0,-1 0 0 0 0,1 1-1 0 0,-1-1 1 0 0,0 1-1 0 0,1 0 1 0 0,-1 0 0 0 0,0 0-1 0 0,1 0 1 0 0,-1 1-1 0 0,-5-2 1 0 0,5 2-340 0 0,1 0 1 0 0,-1 1-1 0 0,1-1 0 0 0,-1 0 1 0 0,1 1-1 0 0,-1 0 1 0 0,1-1-1 0 0,-1 1 0 0 0,1 0 1 0 0,0 0-1 0 0,0 0 0 0 0,-1 1 1 0 0,1-1-1 0 0,0 0 0 0 0,0 1 1 0 0,-3 3-1 0 0,-1 0-2550 0 0</inkml:trace>
</inkml:ink>
</file>

<file path=ppt/ink/ink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01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40 984 0 0,'0'0'1050'0'0,"-13"-39"9522"0"0,8 39-10481 0 0,1 0 0 0 0,0 1-1 0 0,-1 0 1 0 0,1 0-1 0 0,0 0 1 0 0,0 0-1 0 0,-1 0 1 0 0,1 1-1 0 0,0 0 1 0 0,0 0 0 0 0,1 0-1 0 0,-1 0 1 0 0,0 1-1 0 0,1 0 1 0 0,-1-1-1 0 0,1 1 1 0 0,0 0-1 0 0,0 1 1 0 0,0-1-1 0 0,0 0 1 0 0,1 1 0 0 0,-3 5-1 0 0,1-5-61 0 0,1 1-1 0 0,0 0 1 0 0,0 0-1 0 0,1 0 1 0 0,0 1-1 0 0,-1-1 1 0 0,2 0-1 0 0,-1 1 1 0 0,1 0-1 0 0,-1-1 1 0 0,2 1-1 0 0,-1 0 1 0 0,1 0-1 0 0,0-1 1 0 0,0 1 0 0 0,1 9-1 0 0,0-12-49 0 0,0 1-1 0 0,0-1 1 0 0,0 0 0 0 0,0 0-1 0 0,0 1 1 0 0,1-1-1 0 0,-1 0 1 0 0,1 0 0 0 0,0-1-1 0 0,0 1 1 0 0,0 0 0 0 0,0-1-1 0 0,1 1 1 0 0,-1-1 0 0 0,1 1-1 0 0,-1-1 1 0 0,1 0-1 0 0,0 0 1 0 0,0-1 0 0 0,0 1-1 0 0,0 0 1 0 0,0-1 0 0 0,0 0-1 0 0,0 0 1 0 0,0 0-1 0 0,1 0 1 0 0,-1 0 0 0 0,0-1-1 0 0,1 1 1 0 0,-1-1 0 0 0,1 0-1 0 0,-1 0 1 0 0,0 0 0 0 0,1 0-1 0 0,-1-1 1 0 0,1 0-1 0 0,-1 1 1 0 0,0-1 0 0 0,4-2-1 0 0,14-4-76 0 0,0-2-1 0 0,-1 0 1 0 0,-1-1 0 0 0,35-23-1 0 0,-33 19 27 0 0,-12 9 178 0 0,0-2 0 0 0,0 1 0 0 0,-1-1 0 0 0,0 0-1 0 0,0-1 1 0 0,-1 0 0 0 0,1 0 0 0 0,-2-1 0 0 0,1 1 0 0 0,-1-2 0 0 0,6-12-1 0 0,-11 21 435 0 0,-2-1-312 0 0,2 2-212 0 0,-1-1-1 0 0,0 1 1 0 0,0 0 0 0 0,0 0-1 0 0,0-1 1 0 0,0 1 0 0 0,0 0-1 0 0,0 0 1 0 0,0 0-1 0 0,0-1 1 0 0,0 1 0 0 0,0 0-1 0 0,0 0 1 0 0,0-1 0 0 0,0 1-1 0 0,0 0 1 0 0,0 0 0 0 0,0-1-1 0 0,0 1 1 0 0,0 0 0 0 0,0 0-1 0 0,0-1 1 0 0,0 1-1 0 0,0 0 1 0 0,0 0 0 0 0,0 0-1 0 0,-1-1 1 0 0,1 1 0 0 0,0 0-1 0 0,0 0 1 0 0,0 0 0 0 0,0-1-1 0 0,-1 1 1 0 0,1 0 0 0 0,0 0-1 0 0,0 0 1 0 0,0 0 0 0 0,-1 0-1 0 0,1 0 1 0 0,0-1-1 0 0,0 1 1 0 0,0 0 0 0 0,-1 0-1 0 0,1 0 1 0 0,0 0 0 0 0,0 0-1 0 0,-1 0 1 0 0,1 0 0 0 0,0 0-1 0 0,0 0 1 0 0,-1 0 0 0 0,1 0-1 0 0,-2 2-34 0 0,-1 0 0 0 0,1 0 0 0 0,0 0 0 0 0,0 0 0 0 0,0 0 0 0 0,1 0 0 0 0,-1 0 0 0 0,0 1 0 0 0,1-1 0 0 0,-1 1 0 0 0,1-1 0 0 0,0 1 0 0 0,0 0-1 0 0,0-1 1 0 0,0 1 0 0 0,1 0 0 0 0,-1 0 0 0 0,1 0 0 0 0,-1-1 0 0 0,1 1 0 0 0,0 0 0 0 0,0 0 0 0 0,1 0 0 0 0,-1 0 0 0 0,0 0 0 0 0,1-1 0 0 0,1 4 0 0 0,-2-3-25 0 0,0-1 1 0 0,0 0-1 0 0,1 1 1 0 0,-1-1-1 0 0,1 0 1 0 0,0 0-1 0 0,0 0 1 0 0,0 0-1 0 0,0 1 1 0 0,0-1-1 0 0,0 0 1 0 0,0-1-1 0 0,1 1 1 0 0,-1 0-1 0 0,0 0 1 0 0,1 0-1 0 0,0-1 0 0 0,-1 1 1 0 0,1-1-1 0 0,0 1 1 0 0,0-1-1 0 0,0 0 1 0 0,0 0-1 0 0,0 0 1 0 0,0 0-1 0 0,0 0 1 0 0,1 0-1 0 0,-1-1 1 0 0,0 1-1 0 0,0-1 1 0 0,1 1-1 0 0,-1-1 1 0 0,0 0-1 0 0,0 0 1 0 0,1 0-1 0 0,-1 0 1 0 0,0 0-1 0 0,1-1 1 0 0,-1 1-1 0 0,0-1 1 0 0,0 1-1 0 0,1-1 1 0 0,-1 0-1 0 0,0 0 0 0 0,0 0 1 0 0,0 0-1 0 0,0 0 1 0 0,2-2-1 0 0,4-1 137 0 0,-1-1-1 0 0,0 0 1 0 0,0 0-1 0 0,0 0 1 0 0,-1-1-1 0 0,0 0 0 0 0,0 0 1 0 0,0 0-1 0 0,-1-1 1 0 0,0 0-1 0 0,0 0 1 0 0,4-8-1 0 0,-4 5 1775 0 0,-7 26-1884 0 0,-4 38-6229 0 0,8-47 2171 0 0</inkml:trace>
</inkml:ink>
</file>

<file path=ppt/ink/ink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02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41 295 652 0 0,'0'-1'146'0'0,"1"1"0"0"0,-1-1 0 0 0,0 1-1 0 0,1-1 1 0 0,-1 0 0 0 0,0 1 0 0 0,1-1 0 0 0,-1 1-1 0 0,1-1 1 0 0,-1 1 0 0 0,1 0 0 0 0,-1-1 0 0 0,1 1-1 0 0,0 0 1 0 0,-1-1 0 0 0,1 1 0 0 0,-1 0 0 0 0,1-1 0 0 0,0 1-1 0 0,-1 0 1 0 0,1 0 0 0 0,0 0 0 0 0,-1 0 0 0 0,1 0-1 0 0,0 0 1 0 0,-1 0 0 0 0,1 0 0 0 0,0 0 0 0 0,-1 0 0 0 0,1 0-1 0 0,0 0 1 0 0,-1 0 0 0 0,1 0 0 0 0,0 1 0 0 0,-1-1-1 0 0,1 0 1 0 0,-1 1 0 0 0,1-1 0 0 0,0 0 0 0 0,-1 1-1 0 0,1-1 1 0 0,-1 1 0 0 0,1-1 0 0 0,-1 0 0 0 0,1 1 0 0 0,-1-1-1 0 0,0 1 1 0 0,1 0 0 0 0,-1-1 0 0 0,1 1 0 0 0,-1 0-1 0 0,1 2-26 0 0,1-1 0 0 0,-2 0 0 0 0,1 1 0 0 0,0-1 0 0 0,0 1-1 0 0,-1-1 1 0 0,0 0 0 0 0,1 1 0 0 0,-1-1 0 0 0,0 1 0 0 0,0-1-1 0 0,0 1 1 0 0,0-1 0 0 0,-2 6 0 0 0,1-4-66 0 0,0 0 0 0 0,0 0 1 0 0,0 0-1 0 0,-1 0 0 0 0,1 0 0 0 0,-1 0 1 0 0,0 0-1 0 0,0-1 0 0 0,-1 1 0 0 0,1-1 1 0 0,-1 1-1 0 0,0-1 0 0 0,1 0 0 0 0,-1 0 1 0 0,-1 0-1 0 0,1-1 0 0 0,0 1 0 0 0,-1-1 1 0 0,1 0-1 0 0,-1 0 0 0 0,0 0 0 0 0,-7 3 1 0 0,8-4 77 0 0,3-2-121 0 0,0 1-1 0 0,0 0 1 0 0,0 0 0 0 0,0 0 0 0 0,0 0-1 0 0,0 0 1 0 0,0 0 0 0 0,0 0-1 0 0,-1 0 1 0 0,1-1 0 0 0,0 1-1 0 0,0 0 1 0 0,0 0 0 0 0,0 0-1 0 0,0 0 1 0 0,0 0 0 0 0,0 0 0 0 0,-1 0-1 0 0,1 0 1 0 0,0 0 0 0 0,0 0-1 0 0,0 0 1 0 0,0 0 0 0 0,0 0-1 0 0,-1 0 1 0 0,1 0 0 0 0,0 0-1 0 0,0 0 1 0 0,0 0 0 0 0,0 0 0 0 0,0 0-1 0 0,0 0 1 0 0,-1 0 0 0 0,1 0-1 0 0,0 0 1 0 0,0 0 0 0 0,0 1-1 0 0,0-1 1 0 0,0 0 0 0 0,0 0-1 0 0,0 0 1 0 0,-1 0 0 0 0,1 0 0 0 0,0 0-1 0 0,0 0 1 0 0,0 0 0 0 0,0 0-1 0 0,0 1 1 0 0,0-1 0 0 0,0 0-1 0 0,0 0 1 0 0,2-5 3 0 0,0-1 0 0 0,0 1 0 0 0,1-1 0 0 0,0 1 0 0 0,0 0-1 0 0,0 0 1 0 0,1 0 0 0 0,-1 1 0 0 0,1-1 0 0 0,0 1 0 0 0,1 0 0 0 0,-1 0 0 0 0,1 0 0 0 0,5-3-1 0 0,0 0-12 0 0,0 0 0 0 0,1 1-1 0 0,0 0 1 0 0,0 0 0 0 0,0 1-1 0 0,1 1 1 0 0,-1 0 0 0 0,1 1-1 0 0,13-2 1 0 0,-24 4-4 0 0,0 1 0 0 0,0 0 0 0 0,1 0-1 0 0,-1 0 1 0 0,0 0 0 0 0,1 0 0 0 0,-1 0 0 0 0,0 0-1 0 0,0 1 1 0 0,1-1 0 0 0,-1 0 0 0 0,0 1 0 0 0,0-1-1 0 0,1 1 1 0 0,-1-1 0 0 0,0 1 0 0 0,0 0 0 0 0,0-1 0 0 0,0 1-1 0 0,0 0 1 0 0,0 0 0 0 0,0 0 0 0 0,0 0 0 0 0,0 0-1 0 0,0 0 1 0 0,-1 0 0 0 0,1 0 0 0 0,0 0 0 0 0,-1 0-1 0 0,1 0 1 0 0,-1 0 0 0 0,1 0 0 0 0,-1 1 0 0 0,1-1 0 0 0,-1 0-1 0 0,0 0 1 0 0,0 1 0 0 0,1 1 0 0 0,-1-1-14 0 0,0 1 6 0 0,0 26-16 0 0,0-29 36 0 0,-1 1-1 0 0,1 0 1 0 0,0 0-1 0 0,0 0 0 0 0,0 0 1 0 0,0 0-1 0 0,0 0 0 0 0,0 0 1 0 0,0 0-1 0 0,0 0 1 0 0,0 0-1 0 0,0 0 0 0 0,0 0 1 0 0,0 0-1 0 0,1 0 1 0 0,-1 0-1 0 0,0 0 0 0 0,1-1 1 0 0,-1 1-1 0 0,1 0 0 0 0,-1 0 1 0 0,1 0-1 0 0,0-1 1 0 0,-1 1-1 0 0,1 0 0 0 0,-1 0 1 0 0,2 0-1 0 0,79-44 23 0 0,-70 40-139 0 0,1 0-1 0 0,0 1 1 0 0,0 1 0 0 0,1-1 0 0 0,-1 2-1 0 0,0 0 1 0 0,0 0 0 0 0,24 5-1 0 0,-19-3-108 0 0,1-1-1 0 0,-1 0 1 0 0,18-2-1 0 0,-34 1 231 0 0,1 0-1 0 0,-1 0 1 0 0,0 0-1 0 0,1-1 1 0 0,-1 1 0 0 0,0 0-1 0 0,1-1 1 0 0,-1 1-1 0 0,0-1 1 0 0,0 1 0 0 0,1-1-1 0 0,-1 1 1 0 0,0-1-1 0 0,0 0 1 0 0,0 0 0 0 0,0 1-1 0 0,0-1 1 0 0,0 0 0 0 0,0 0-1 0 0,0 0 1 0 0,0 0-1 0 0,0 0 1 0 0,-1-1 0 0 0,1 1-1 0 0,0 0 1 0 0,-1 0-1 0 0,1 0 1 0 0,-1-1 0 0 0,1 1-1 0 0,-1 0 1 0 0,0-1-1 0 0,1 1 1 0 0,-1-3 0 0 0,0 3 249 0 0,-12-1-189 0 0,-6 3 32 0 0,17 1-104 0 0,-1-1 1 0 0,1 0 0 0 0,-1 1 0 0 0,1-1 0 0 0,0 1-1 0 0,-1-1 1 0 0,1 1 0 0 0,0 0 0 0 0,0-1 0 0 0,0 1-1 0 0,0 0 1 0 0,-1 4 0 0 0,2-5-44 0 0,0 2-18 0 0,0-1 0 0 0,0 1-1 0 0,0-1 1 0 0,1 0-1 0 0,-1 1 1 0 0,1-1 0 0 0,0 0-1 0 0,0 1 1 0 0,0-1 0 0 0,0 0-1 0 0,0 0 1 0 0,0 0-1 0 0,0 0 1 0 0,3 4 0 0 0,1-4-30 0 0,1 0 0 0 0,-1 0 1 0 0,0-1-1 0 0,1 1 0 0 0,-1-1 1 0 0,0 0-1 0 0,1-1 0 0 0,-1 1 1 0 0,1-1-1 0 0,0 0 0 0 0,-1-1 1 0 0,1 1-1 0 0,8-3 0 0 0,1 0-30 0 0,-1 0-1 0 0,1-1 0 0 0,-1-1 1 0 0,16-7-1 0 0,-24 9 229 0 0,0 0 0 0 0,0-1 0 0 0,-1 0 1 0 0,1 0-1 0 0,9-10 0 0 0,11-9 3418 0 0,-25 27-3585 0 0,1-1 19 0 0,-1 0-1 0 0,1 1 1 0 0,-1-1 0 0 0,1 0 0 0 0,0 0 0 0 0,0 0-1 0 0,0-1 1 0 0,1 1 0 0 0,-1 0 0 0 0,1-1 0 0 0,-1 0 0 0 0,1 1-1 0 0,0-1 1 0 0,0 0 0 0 0,0-1 0 0 0,3 3 0 0 0,0-2-3 0 0,0-1 1 0 0,1 0 0 0 0,-1 0-1 0 0,0 0 1 0 0,1 0 0 0 0,-1-1-1 0 0,1 0 1 0 0,6-2 0 0 0,-4 1 57 0 0,-1 0 1 0 0,1-1-1 0 0,-1-1 1 0 0,0 1-1 0 0,0-2 1 0 0,0 1 0 0 0,-1-1-1 0 0,1 0 1 0 0,-1 0-1 0 0,0-1 1 0 0,0 0-1 0 0,0 0 1 0 0,-1-1-1 0 0,1 0 1 0 0,-1 0-1 0 0,-1 0 1 0 0,1-1 0 0 0,-1 0-1 0 0,7-12 1 0 0,2-6 206 0 0,0 0 0 0 0,-1-2 0 0 0,-2 1 0 0 0,12-41 0 0 0,-13-1 1062 0 0,-10 66-1176 0 0,-1 29 298 0 0,-4 176 145 0 0,1-34-231 0 0,4-167-342 0 0,0 1-1 0 0,-1 0 1 0 0,0 0 0 0 0,0-1-1 0 0,0 1 1 0 0,0 0 0 0 0,0-1 0 0 0,0 1-1 0 0,0-1 1 0 0,-1 1 0 0 0,0-1-1 0 0,1 0 1 0 0,-1 0 0 0 0,0 0-1 0 0,-2 2 1 0 0,-9 3-2546 0 0,-2-6-3652 0 0</inkml:trace>
</inkml:ink>
</file>

<file path=ppt/ink/ink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03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55 352 0 0,'43'-20'8402'0'0,"30"-4"-4280"0"0,-49 18-6201 0 0,-3 1-3288 0 0</inkml:trace>
</inkml:ink>
</file>

<file path=ppt/ink/ink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03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974 0 732 0 0,'6'5'414'0'0,"0"0"0"0"0,0 1 0 0 0,0-1 0 0 0,0 1 0 0 0,-1 1-1 0 0,0-1 1 0 0,-1 1 0 0 0,1-1 0 0 0,-1 2 0 0 0,-1-1 0 0 0,1 0 0 0 0,-1 1 0 0 0,0-1 0 0 0,3 16 0 0 0,-5-12-118 0 0,0 0 1 0 0,0 0-1 0 0,-1 0 1 0 0,-1 0 0 0 0,0 0-1 0 0,0 0 1 0 0,-1 0-1 0 0,0-1 1 0 0,-8 21 0 0 0,-2-3-8 0 0,-2 1 1 0 0,0-2-1 0 0,-2 0 1 0 0,-1-1-1 0 0,-1-1 1 0 0,-38 41-1 0 0,17-26-146 0 0,-2-2 1 0 0,-2-2-1 0 0,-2-2 0 0 0,0-1 0 0 0,-3-3 1 0 0,-60 30-1 0 0,-105 33-1962 0 0,-4-19-3971 0 0,132-50 2795 0 0</inkml:trace>
</inkml:ink>
</file>

<file path=ppt/ink/ink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16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17 88 0 0,'-10'1'11794'0'0,"100"-11"-11207"0"0,99 3 0 0 0,-166 8-2743 0 0,-11 6-6476 0 0</inkml:trace>
</inkml:ink>
</file>

<file path=ppt/ink/ink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17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1 428 0 0,'1'0'311'0'0,"0"1"0"0"0,0 0 0 0 0,0 0 0 0 0,0 0 0 0 0,0-1 0 0 0,0 1-1 0 0,0 0 1 0 0,0-1 0 0 0,0 1 0 0 0,0-1 0 0 0,0 1 0 0 0,0-1 0 0 0,1 0 0 0 0,-1 1 0 0 0,0-1 0 0 0,0 0 0 0 0,0 0 0 0 0,1 0-1 0 0,-1 0 1 0 0,0 0 0 0 0,0 0 0 0 0,0 0 0 0 0,1 0 0 0 0,0-1 0 0 0,56 0 62 0 0,-37 1-315 0 0,35 0-4934 0 0</inkml:trace>
</inkml:ink>
</file>

<file path=ppt/ink/ink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0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 28 0 0,'0'0'2749'0'0,"7"-24"2170"0"0,-2 9 2759 0 0,-4 13-7633 0 0,63-1 350 0 0,88-16-1 0 0,-110 12-202 0 0,-39 7 56 0 0,13-3-14304 0 0</inkml:trace>
</inkml:ink>
</file>

<file path=ppt/ink/ink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1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48 332 0 0,'0'0'7831'0'0,"-17"-30"-3247"0"0,17 30-4556 0 0,1 0 1 0 0,-1-1 0 0 0,0 1 0 0 0,0-1 0 0 0,0 1 0 0 0,0-1 0 0 0,0 1 0 0 0,0 0 0 0 0,0-1 0 0 0,0 1 0 0 0,0-1 0 0 0,0 1 0 0 0,0-1 0 0 0,-1 1 0 0 0,1 0-1 0 0,0-1 1 0 0,0 1 0 0 0,0 0 0 0 0,0-1 0 0 0,-1 1 0 0 0,1-1 0 0 0,0 1 0 0 0,0 0 0 0 0,-1-1 0 0 0,1 1 0 0 0,0 0 0 0 0,-1 0 0 0 0,1-1 0 0 0,0 1 0 0 0,-1 0-1 0 0,1 0 1 0 0,0-1 0 0 0,-1 1 0 0 0,1 0 0 0 0,-1 0 0 0 0,1 0 0 0 0,0 0 0 0 0,-1-1 0 0 0,1 1 0 0 0,-1 0 0 0 0,1 0 0 0 0,0 0 0 0 0,-1 0 0 0 0,0 0 0 0 0,-16 19 230 0 0,-14 39-483 0 0,29-54 318 0 0,-3 7-85 0 0,1 0 1 0 0,0 1-1 0 0,1-1 0 0 0,1 1 1 0 0,-1 0-1 0 0,2-1 0 0 0,-1 22 1 0 0,2-25-3 0 0,0 1-1 0 0,1 0 1 0 0,0-1 0 0 0,0 1-1 0 0,1-1 1 0 0,0 1 0 0 0,0-1-1 0 0,1 0 1 0 0,0 0 0 0 0,1 0 0 0 0,7 14-1 0 0,-8-19 2 0 0,0 1 0 0 0,0-1 0 0 0,1 1 0 0 0,-1-1 0 0 0,1 0 0 0 0,0-1 0 0 0,0 1 0 0 0,0-1 0 0 0,0 1 0 0 0,0-1 0 0 0,0 0 0 0 0,1-1 0 0 0,-1 1 0 0 0,0-1-1 0 0,1 0 1 0 0,0 0 0 0 0,-1 0 0 0 0,1 0 0 0 0,0-1 0 0 0,-1 0 0 0 0,1 0 0 0 0,0 0 0 0 0,-1-1 0 0 0,1 1 0 0 0,0-1 0 0 0,-1 0 0 0 0,1-1 0 0 0,-1 1 0 0 0,0-1 0 0 0,1 0 0 0 0,-1 0 0 0 0,0 0-1 0 0,0 0 1 0 0,0-1 0 0 0,0 0 0 0 0,0 0 0 0 0,-1 0 0 0 0,0 0 0 0 0,1 0 0 0 0,-1-1 0 0 0,0 1 0 0 0,0-1 0 0 0,-1 0 0 0 0,1 0 0 0 0,-1 0 0 0 0,2-5 0 0 0,0-1 14 0 0,-1 0 0 0 0,0 0 1 0 0,-1 0-1 0 0,0 0 0 0 0,-1-1 1 0 0,0 1-1 0 0,0 0 0 0 0,-1-1 1 0 0,0 1-1 0 0,-1 0 0 0 0,0-1 1 0 0,-4-12-1 0 0,0-12 148 0 0,4 30-121 0 0,-1-1 0 0 0,0 0 0 0 0,0 1 0 0 0,-1-1 0 0 0,1 1-1 0 0,-1-1 1 0 0,0 1 0 0 0,-1 0 0 0 0,-4-5 0 0 0,-10-17 272 0 0,18 25-260 0 0,-1 1-27 0 0,0-1 0 0 0,-1 0 0 0 0,1 1 0 0 0,0-1 0 0 0,-1 1 1 0 0,1-1-1 0 0,-1 1 0 0 0,1 0 0 0 0,-1-1 0 0 0,0 1 0 0 0,1 0 0 0 0,-1 0 0 0 0,-2-1 0 0 0,1 22-11613 0 0,4-14 8803 0 0</inkml:trace>
</inkml:ink>
</file>

<file path=ppt/ink/ink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2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1 101 916 0 0,'0'0'19269'0'0,"2"-3"-18488"0"0,19-48 3249 0 0,-15 30-4664 0 0,-6 20 145 0 0,7-6-2226 0 0,1-2-1804 0 0,15 0-8864 0 0</inkml:trace>
</inkml:ink>
</file>

<file path=ppt/ink/ink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2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43 740 0 0,'16'-39'8467'0'0,"-15"38"-7347"0"0,6-2 4386 0 0,2 46-5297 0 0,-1-1 0 0 0,-3 1 0 0 0,-1 1-1 0 0,-2-1 1 0 0,-5 56 0 0 0,0-64 1366 0 0,1-12-8085 0 0,11-39 27 0 0,-7 10 3291 0 0</inkml:trace>
</inkml:ink>
</file>

<file path=ppt/ink/ink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5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14 200 0 0,'-4'-10'16094'0'0,"11"9"-16007"0"0,1-1 0 0 0,-1 2 0 0 0,0-1 0 0 0,1 1 0 0 0,-1 0 0 0 0,0 1-1 0 0,15 2 1 0 0,25 1 58 0 0,-46-4-146 0 0,0 0 0 0 0,-1 0 0 0 0,1-1 0 0 0,0 1 0 0 0,-1 0 0 0 0,1 0 0 0 0,0 0 0 0 0,0 0 0 0 0,-1 0 0 0 0,1 0 0 0 0,0 0 0 0 0,-1 0 0 0 0,1 1 0 0 0,0-1 0 0 0,-1 0 0 0 0,1 0 0 0 0,0 0 0 0 0,-1 1 0 0 0,1-1 0 0 0,0 0 0 0 0,-1 1 0 0 0,1-1 0 0 0,-1 1 0 0 0,1-1 0 0 0,-1 0 0 0 0,1 1 0 0 0,-1-1 0 0 0,1 1 0 0 0,-1 0 0 0 0,1-1 0 0 0,-1 1 0 0 0,0-1 0 0 0,1 1 0 0 0,-1 0 0 0 0,0-1 0 0 0,1 1 0 0 0,-1 0 0 0 0,0 0 0 0 0,0 1-6 0 0,-7 20 14 0 0,-97 292-2 0 0,85-267-142 0 0,18-46-15 0 0,-1 6-880 0 0</inkml:trace>
</inkml:ink>
</file>

<file path=ppt/ink/ink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6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8 796 0 0,'-1'-8'10444'0'0,"-6"16"-10240"0"0,0-1-1 0 0,0 1 1 0 0,1 1-1 0 0,0-1 1 0 0,1 1 0 0 0,0 0-1 0 0,-6 15 1 0 0,-28 80 853 0 0,25-62-846 0 0,11-33-168 0 0,1-1-1 0 0,0 1 0 0 0,1 0 1 0 0,0 0-1 0 0,0 0 0 0 0,1 0 1 0 0,1 14-1 0 0,-1-19-28 0 0,1 0 0 0 0,-1 0 0 0 0,1 0 0 0 0,0-1 0 0 0,0 1-1 0 0,0 0 1 0 0,0 0 0 0 0,0-1 0 0 0,1 1 0 0 0,0-1 0 0 0,0 1 0 0 0,0-1 0 0 0,0 1 0 0 0,0-1 0 0 0,1 0 0 0 0,-1 0 0 0 0,1 0 0 0 0,0-1 0 0 0,3 3 0 0 0,-5-4 8 0 0,-1-1-18 0 0,0 1 1 0 0,1-1 0 0 0,-1 0 0 0 0,0 1 0 0 0,0-1-1 0 0,0 0 1 0 0,1 0 0 0 0,-1 1 0 0 0,0-1-1 0 0,0 0 1 0 0,1 0 0 0 0,-1 1 0 0 0,0-1 0 0 0,1 0-1 0 0,-1 0 1 0 0,0 0 0 0 0,1 1 0 0 0,-1-1-1 0 0,0 0 1 0 0,1 0 0 0 0,-1 0 0 0 0,0 0-1 0 0,1 0 1 0 0,-1 0 0 0 0,1 0 0 0 0,-1 0 0 0 0,0 0-1 0 0,1 0 1 0 0,-1 0 0 0 0,0 0 0 0 0,1 0-1 0 0,-1 0 1 0 0,0 0 0 0 0,1 0 0 0 0,-1 0 0 0 0,0-1-1 0 0,1 1 1 0 0,-1 0 0 0 0,0 0 0 0 0,1 0-1 0 0,-1-1 1 0 0,0 1 0 0 0,1 0 0 0 0,-1 0-1 0 0,0-1 1 0 0,0 1 0 0 0,1 0 0 0 0,-1 0 0 0 0,0-1-1 0 0,2 0 21 0 0,0 0-1 0 0,0-1 0 0 0,-1 1 0 0 0,1 0 1 0 0,0-1-1 0 0,-1 1 0 0 0,0-1 1 0 0,1 1-1 0 0,-1-1 0 0 0,0 0 0 0 0,2-2 1 0 0,-2-1 10 0 0,0-1 0 0 0,0 1 0 0 0,0-1 1 0 0,-1 0-1 0 0,0 1 0 0 0,0-1 0 0 0,-1 1 0 0 0,0-1 1 0 0,1 0-1 0 0,-2 1 0 0 0,1-1 0 0 0,-1 1 1 0 0,0 0-1 0 0,0 0 0 0 0,0 0 0 0 0,-4-6 0 0 0,5 9-31 0 0,1 2-64 0 0,0-1-1 0 0,0 1 1 0 0,0-1 0 0 0,0 0-1 0 0,0 1 1 0 0,0-1 0 0 0,0 1 0 0 0,-1-1-1 0 0,1 1 1 0 0,0-1 0 0 0,0 0-1 0 0,-1 1 1 0 0,1-1 0 0 0,0 1 0 0 0,-1 0-1 0 0,1-1 1 0 0,-1 1 0 0 0,1-1-1 0 0,0 1 1 0 0,-1-1 0 0 0,1 1 0 0 0,-1 0-1 0 0,1-1 1 0 0,-1 1 0 0 0,1 0-1 0 0,-1 0 1 0 0,1-1 0 0 0,-1 1 0 0 0,0 0-1 0 0,1 0 1 0 0,-1 0 0 0 0,1 0-1 0 0,-1 0 1 0 0,0 0 0 0 0,1-1 0 0 0,-1 1-1 0 0,1 1 1 0 0,-2-1 0 0 0,-22 8-3714 0 0,20-7 2511 0 0</inkml:trace>
</inkml:ink>
</file>

<file path=ppt/ink/ink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6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18 636 0 0,'0'0'887'0'0,"5"-18"12314"0"0,5 60-12919 0 0,-1 0 0 0 0,-2 1 0 0 0,-2 0 0 0 0,-2 0 0 0 0,-3 50 0 0 0,-1-88-490 0 0,0-1 1 0 0,0 0-1 0 0,0 0 1 0 0,-1 1-1 0 0,0-1 1 0 0,0 0-1 0 0,0-1 1 0 0,0 1-1 0 0,-1 0 1 0 0,1-1-1 0 0,-5 5 1 0 0,-19 17-7188 0 0,15-19 3720 0 0</inkml:trace>
</inkml:ink>
</file>

<file path=ppt/ink/ink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39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14 484 0 0,'-1'-1'417'0'0,"0"0"1"0"0,0 0-1 0 0,0 0 0 0 0,0 0 1 0 0,0 0-1 0 0,0 0 0 0 0,0 0 1 0 0,0 0-1 0 0,-1 0 1 0 0,1 1-1 0 0,0-1 0 0 0,-1 1 1 0 0,1-1-1 0 0,0 1 0 0 0,-1-1 1 0 0,1 1-1 0 0,-1 0 0 0 0,1 0 1 0 0,-1-1-1 0 0,1 1 0 0 0,-3 1 1 0 0,3 0-296 0 0,0 1 1 0 0,0-1-1 0 0,0 1 0 0 0,0 0 1 0 0,0-1-1 0 0,0 1 1 0 0,1 0-1 0 0,-1 0 0 0 0,1 0 1 0 0,-1 0-1 0 0,1-1 1 0 0,0 1-1 0 0,0 0 0 0 0,0 0 1 0 0,0 0-1 0 0,0 0 1 0 0,1 3-1 0 0,8 214 1766 0 0,-5-146-1522 0 0,-3-55-391 0 0,0 58 178 0 0,-13-29-2990 0 0,5-38 655 0 0,-8-7-4762 0 0</inkml:trace>
</inkml:ink>
</file>

<file path=ppt/ink/ink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0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0 244 328 0 0,'3'-6'346'0'0,"0"0"-1"0"0,1 0 1 0 0,-1 1 0 0 0,1-1-1 0 0,1 1 1 0 0,-1 0-1 0 0,1 0 1 0 0,-1 0 0 0 0,2 1-1 0 0,-1 0 1 0 0,0 0 0 0 0,7-4-1 0 0,73-39 1403 0 0,-82 46-1682 0 0,56-27 1217 0 0,118-38 0 0 0,-146 57-1156 0 0,0 2 1 0 0,0 1 0 0 0,0 1 0 0 0,1 2 0 0 0,0 1 0 0 0,33 2 0 0 0,7 12-1283 0 0,-27 8-3932 0 0,-37-14 2917 0 0</inkml:trace>
</inkml:ink>
</file>

<file path=ppt/ink/ink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0.3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1 404 0 0,'0'0'2872'0'0,"-23"7"1655"0"0,21-1-4339 0 0,1-1 1 0 0,0 1-1 0 0,0 0 0 0 0,1 0 0 0 0,0 0 0 0 0,0 0 0 0 0,0 0 0 0 0,2 11 0 0 0,0 3 132 0 0,5 104 665 0 0,-2-54-495 0 0,-6 107 1 0 0,-6-163-1473 0 0,3-7-5538 0 0</inkml:trace>
</inkml:ink>
</file>

<file path=ppt/ink/ink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0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1 149 92 0 0,'19'-24'3218'0'0,"-8"14"-2750"0"0,1 0 0 0 0,1 1-1 0 0,0 1 1 0 0,0 0 0 0 0,1 1 0 0 0,-1 0 0 0 0,22-7 0 0 0,105-27 857 0 0,-80 31-1475 0 0,-57 10-114 0 0,-1-1-1 0 0,1 1 1 0 0,0 0 0 0 0,0 0 0 0 0,-1 0 0 0 0,1 1 0 0 0,0-1 0 0 0,0 1 0 0 0,-1-1 0 0 0,1 1 0 0 0,-1 0 0 0 0,1 0 0 0 0,-1 0 0 0 0,1 0 0 0 0,-1 1-1 0 0,1-1 1 0 0,-1 1 0 0 0,3 2 0 0 0,-1 3-1542 0 0</inkml:trace>
</inkml:ink>
</file>

<file path=ppt/ink/ink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1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61 428 0 0,'0'0'5615'0'0,"4"-1"-5033"0"0,33-3 631 0 0,68-19 1 0 0,-9 1-3746 0 0,-72 17 62 0 0,-5-1 192 0 0</inkml:trace>
  <inkml:trace contextRef="#ctx0" brushRef="#br0" timeOffset="1">731 118 1288 0 0,'0'0'8216'0'0,"7"-2"-7536"0"0,138-34 1698 0 0,-40 21-7009 0 0,-87 13 1628 0 0,-1-4 227 0 0</inkml:trace>
</inkml:ink>
</file>

<file path=ppt/ink/ink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1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23 484 0 0,'-18'-22'10758'0'0,"52"118"-9251"0"0,11 33-378 0 0,-41-113-1223 0 0,0 1 0 0 0,-1-1 0 0 0,-1 1 0 0 0,0 0 0 0 0,-2 33 0 0 0,-1-42-298 0 0,0 0 0 0 0,-1 0 0 0 0,0 0 0 0 0,0 0 0 0 0,-6 13 0 0 0,-8-1-5708 0 0,8-15 3362 0 0</inkml:trace>
</inkml:ink>
</file>

<file path=ppt/ink/ink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1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71 60 0 0,'-15'-13'2850'0'0,"15"6"977"0"0,5 3-3678 0 0,1 0 0 0 0,-1 0-1 0 0,1 1 1 0 0,0 0 0 0 0,0 0 0 0 0,0 0 0 0 0,0 1 0 0 0,1-1 0 0 0,-1 2 0 0 0,1-1 0 0 0,-1 1 0 0 0,8-1 0 0 0,96-7 718 0 0,-66 7-575 0 0,-40 2-289 0 0,48-4 434 0 0,55 3-1 0 0,-92 2-627 0 0,-1 0 0 0 0,0 1 0 0 0,0 0 0 0 0,0 1-1 0 0,0 1 1 0 0,0 0 0 0 0,-1 1 0 0 0,26 13-1 0 0,-37-17-176 0 0,5 5-91 0 0,-4 2-3517 0 0,-2 2 1620 0 0</inkml:trace>
</inkml:ink>
</file>

<file path=ppt/ink/ink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2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28 684 0 0,'0'0'885'0'0,"1"8"4093"0"0,15-7-4483 0 0,1 1 0 0 0,0-2 0 0 0,-1 0 0 0 0,1-2 1 0 0,-1 1-1 0 0,1-2 0 0 0,24-6 0 0 0,44-6-831 0 0,-78 14 103 0 0,34-2-1127 0 0,-13 0-2694 0 0,-12 2 1509 0 0</inkml:trace>
</inkml:ink>
</file>

<file path=ppt/ink/ink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2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40 256 0 0,'-8'-25'4882'0'0,"6"11"1956"0"0,26 51-6310 0 0,-2 0 1 0 0,-1 2-1 0 0,-3 1 0 0 0,22 65 0 0 0,-36-94-540 0 0,0 4-162 0 0,1-1 0 0 0,-2 1 0 0 0,0 0 0 0 0,2 16 0 0 0,-10-34-92 0 0,-6-4 77 0 0,1-1 0 0 0,1-1-1 0 0,0 0 1 0 0,0 0 0 0 0,1-1 0 0 0,-14-20-1 0 0,-45-75-490 0 0,66 102 672 0 0,-3-3 26 0 0,0-1-1 0 0,0 0 1 0 0,1 0-1 0 0,0 0 0 0 0,0 0 1 0 0,1-1-1 0 0,0 1 1 0 0,-2-10-1 0 0,4 15-8 0 0,0-1 0 0 0,0 1 0 0 0,1-1 0 0 0,-1 1 0 0 0,1-1 0 0 0,-1 1 0 0 0,1-1 0 0 0,0 1 0 0 0,0 0 0 0 0,0-1 0 0 0,0 1 0 0 0,0 0 1 0 0,0 0-1 0 0,1 0 0 0 0,-1 0 0 0 0,1 0 0 0 0,-1 0 0 0 0,1 0 0 0 0,0 0 0 0 0,0 1 0 0 0,0-1 0 0 0,0 1 0 0 0,0-1 0 0 0,0 1 0 0 0,0 0 0 0 0,0 0 0 0 0,1 0 0 0 0,-1 0 0 0 0,0 0 0 0 0,4 0 0 0 0,7-3-2 0 0,0 0 0 0 0,1 1 0 0 0,-1 1 0 0 0,1 1 0 0 0,0 0 0 0 0,0 0-1 0 0,0 1 1 0 0,-1 1 0 0 0,1 0 0 0 0,0 1 0 0 0,-1 1 0 0 0,1 0 0 0 0,12 5 0 0 0,-4 0-6 0 0,-1 0 0 0 0,0 1 0 0 0,0 1 0 0 0,-1 1 0 0 0,-1 1 0 0 0,0 0 0 0 0,20 18 0 0 0,-33-25 2 0 0,-1 1 0 0 0,1-1 0 0 0,-1 1 0 0 0,0 0-1 0 0,-1 0 1 0 0,0 0 0 0 0,0 1 0 0 0,0 0 0 0 0,-1-1 0 0 0,1 1 0 0 0,-2 1 0 0 0,1-1 0 0 0,-1 0 0 0 0,0 1 0 0 0,-1-1 0 0 0,1 1 0 0 0,-2-1 0 0 0,1 1 0 0 0,-2 15 0 0 0,0-14 1 0 0,0 1 1 0 0,-1-1-1 0 0,-1 1 0 0 0,1-1 1 0 0,-2 0-1 0 0,1 0 1 0 0,-1 0-1 0 0,0-1 1 0 0,-1 1-1 0 0,0-1 1 0 0,-1 0-1 0 0,1 0 0 0 0,-2-1 1 0 0,1 0-1 0 0,-10 9 1 0 0,-3 0 103 0 0,0-2 1 0 0,-1-1-1 0 0,0 0 1 0 0,-1-1 0 0 0,-36 14-1 0 0,-114 32 1002 0 0,142-49-946 0 0,29-9-309 0 0,0 0 1 0 0,-1 0 0 0 0,1 1-1 0 0,0-1 1 0 0,-1 0 0 0 0,1 0 0 0 0,0 0-1 0 0,-1 1 1 0 0,1-1 0 0 0,-1 0-1 0 0,1 0 1 0 0,0 0 0 0 0,-1 0-1 0 0,1 0 1 0 0,-1 0 0 0 0,1 0 0 0 0,-1 0-1 0 0,1 0 1 0 0,0 0 0 0 0,-1 0-1 0 0,1 0 1 0 0,-1 0 0 0 0,1 0-1 0 0,0 0 1 0 0,-1-1 0 0 0,1 1 0 0 0,0 0-1 0 0,-1 0 1 0 0,1 0 0 0 0,-1 0-1 0 0,1-1 1 0 0,0 1 0 0 0,-1 0 0 0 0,1-1-1 0 0,0 1 1 0 0,0 0 0 0 0,-1 0-1 0 0,1-1 1 0 0,0 1 0 0 0,0 0-1 0 0,-1-1 1 0 0,1 1 0 0 0,0-1 0 0 0,0 1-1 0 0,0 0 1 0 0,0-1 0 0 0,0 1-1 0 0,-1-1 1 0 0,1 1 0 0 0,0 0-1 0 0,0-1 1 0 0,0 1 0 0 0,0-1 0 0 0,0 1-1 0 0,0 0 1 0 0,1-1 0 0 0,-2-2 33 0 0</inkml:trace>
</inkml:ink>
</file>

<file path=ppt/ink/ink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2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1316 0 0,'9'-9'9784'0'0,"-3"40"-7627"0"0,1 50-1759 0 0,0 141 1547 0 0,-7-210-1975 0 0,-3 28-1623 0 0,3-38 453 0 0</inkml:trace>
</inkml:ink>
</file>

<file path=ppt/ink/ink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3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97 724 0 0,'10'-8'3282'0'0,"6"-2"-1994"0"0,1 0 0 0 0,0 2 0 0 0,0 0 0 0 0,32-10 0 0 0,78-14-1522 0 0,-115 30-258 0 0,5 1-4304 0 0</inkml:trace>
  <inkml:trace contextRef="#ctx0" brushRef="#br0" timeOffset="1">73 312 152 0 0,'-3'6'4192'0'0,"25"-7"-2447"0"0,1-11-1021 0 0,-12 8-104 0 0,2-3-192 0 0,0 0-188 0 0,-4 4-256 0 0,3-4-264 0 0,-2 2-264 0 0,1-4-668 0 0,-1 4-1309 0 0</inkml:trace>
</inkml:ink>
</file>

<file path=ppt/ink/ink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4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84 804 0 0,'0'-5'509'0'0,"0"-1"1"0"0,-1 1-1 0 0,0 0 1 0 0,0 0-1 0 0,0 0 1 0 0,0 0-1 0 0,-1 0 0 0 0,1 0 1 0 0,-1 1-1 0 0,-1-1 1 0 0,1 0-1 0 0,-1 1 1 0 0,1 0-1 0 0,-1-1 0 0 0,-5-4 1 0 0,7 8-13 0 0,-26 45 663 0 0,7 12-920 0 0,4 1 0 0 0,1 1-1 0 0,4 0 1 0 0,1 1 0 0 0,4 0-1 0 0,0 60 1 0 0,8-69-103 0 0,3 0 0 0 0,2 0 1 0 0,2-1-1 0 0,2 0 0 0 0,2-1 1 0 0,2 0-1 0 0,32 68 0 0 0,-31-84-293 0 0,1 0 0 0 0,1-1 0 0 0,2-1-1 0 0,1-1 1 0 0,1 0 0 0 0,2-2-1 0 0,1-1 1 0 0,0 0 0 0 0,2-2 0 0 0,1-2-1 0 0,36 24 1 0 0,-51-39-1389 0 0,0 0 1 0 0,0-1-1 0 0,25 9 0 0 0,-13-7-1457 0 0</inkml:trace>
</inkml:ink>
</file>

<file path=ppt/ink/ink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5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0 724 0 0,'2'1'9303'0'0,"11"10"-9197"0"0,20 37 816 0 0,-30-43-1019 0 0,-1 1 0 0 0,1-1 0 0 0,0 0 0 0 0,1 0 0 0 0,-1-1 0 0 0,1 1 0 0 0,0-1 0 0 0,0 0 0 0 0,0 0 0 0 0,1 0 0 0 0,-1 0 0 0 0,1-1 0 0 0,7 5 0 0 0,-10-8 32 0 0,0 0 0 0 0,-1 0 0 0 0,1 0 1 0 0,0 0-1 0 0,0 0 0 0 0,0 0 0 0 0,-1 0 0 0 0,1 0 0 0 0,0-1 1 0 0,-1 1-1 0 0,1-1 0 0 0,0 1 0 0 0,-1-1 0 0 0,1 0 0 0 0,0 0 1 0 0,-1 0-1 0 0,1 0 0 0 0,-1 0 0 0 0,3-2 0 0 0,28-26-605 0 0,-27 24 573 0 0,35-46 1912 0 0,-39 49-1557 0 0,-1 2-230 0 0,0-1-1 0 0,0 1 1 0 0,0 0-1 0 0,0 0 1 0 0,0 0-1 0 0,0-1 1 0 0,0 1-1 0 0,0 0 0 0 0,1 0 1 0 0,-1 0-1 0 0,0 0 1 0 0,0-1-1 0 0,0 1 1 0 0,0 0-1 0 0,0 0 1 0 0,1 0-1 0 0,-1 0 1 0 0,0 0-1 0 0,0 0 1 0 0,0-1-1 0 0,0 1 1 0 0,1 0-1 0 0,-1 0 0 0 0,0 0 1 0 0,0 0-1 0 0,0 0 1 0 0,1 0-1 0 0,-1 0 1 0 0,0 0-1 0 0,0 0 1 0 0,0 0-1 0 0,1 0 1 0 0,-1 0-1 0 0,0 0 1 0 0,0 0-1 0 0,0 0 1 0 0,1 0-1 0 0,-1 0 1 0 0,0 0-1 0 0,0 0 0 0 0,0 0 1 0 0,1 1-1 0 0,-1-1 1 0 0,0 0-1 0 0,0 0 1 0 0,0 0-1 0 0,0 0 1 0 0,1 0-1 0 0,-1 1 1 0 0,5 7-73 0 0,0 1 0 0 0,-1-1 1 0 0,0 1-1 0 0,-1 0 0 0 0,0 1 0 0 0,2 9 1 0 0,-2-7-1041 0 0,0-1 0 0 0,1 1 0 0 0,1-1 0 0 0,0 0 1 0 0,8 14-1 0 0,-3-11-1309 0 0</inkml:trace>
</inkml:ink>
</file>

<file path=ppt/ink/ink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6.3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70 516 0 0,'-33'-22'5909'0'0,"30"21"-5451"0"0,0-1-1 0 0,1 0 1 0 0,-1 1 0 0 0,0-1-1 0 0,0 1 1 0 0,0 0 0 0 0,0 0-1 0 0,0 0 1 0 0,-1 1-1 0 0,-4-1 1 0 0,6 1-387 0 0,0 0-1 0 0,-1 1 1 0 0,1 0-1 0 0,0-1 1 0 0,0 1 0 0 0,-1 0-1 0 0,1 0 1 0 0,0 0 0 0 0,0 0-1 0 0,0 1 1 0 0,0-1 0 0 0,1 1-1 0 0,-1-1 1 0 0,0 1 0 0 0,0 0-1 0 0,-2 3 1 0 0,-6 5 14 0 0,0 1 0 0 0,1 1 1 0 0,1-1-1 0 0,0 2 0 0 0,0-1 1 0 0,1 1-1 0 0,1 0 0 0 0,0 0 1 0 0,1 1-1 0 0,0 0 0 0 0,1 0 0 0 0,1 0 1 0 0,0 0-1 0 0,1 0 0 0 0,0 1 1 0 0,1-1-1 0 0,2 20 0 0 0,-2-32-75 0 0,1-1-1 0 0,1 1 0 0 0,-1 0 0 0 0,0-1 0 0 0,0 1 1 0 0,0-1-1 0 0,1 1 0 0 0,-1-1 0 0 0,1 1 0 0 0,-1-1 1 0 0,1 0-1 0 0,0 1 0 0 0,-1-1 0 0 0,1 0 0 0 0,0 1 1 0 0,0-1-1 0 0,0 0 0 0 0,0 0 0 0 0,0 0 0 0 0,0 0 1 0 0,1 0-1 0 0,-1 0 0 0 0,0 0 0 0 0,0 0 0 0 0,1 0 1 0 0,1 0-1 0 0,-1 0-4 0 0,0-1 0 0 0,1 0 0 0 0,-1 0 1 0 0,0-1-1 0 0,0 1 0 0 0,0 0 0 0 0,1-1 0 0 0,-1 1 0 0 0,0-1 1 0 0,0 0-1 0 0,0 0 0 0 0,0 0 0 0 0,0 0 0 0 0,0 0 0 0 0,3-2 1 0 0,5-4-25 0 0,0-1 1 0 0,-1 0-1 0 0,0 0 1 0 0,0-1-1 0 0,8-11 1 0 0,-9 9-66 0 0,-1 0 1 0 0,1-1-1 0 0,-2 0 0 0 0,0 0 1 0 0,0 0-1 0 0,5-19 1 0 0,14 52-4 0 0,-21-16 14 0 0,0-1 1 0 0,0 1-1 0 0,1 0 1 0 0,-1-1-1 0 0,1 0 1 0 0,0 0-1 0 0,0-1 1 0 0,0 1-1 0 0,0-1 1 0 0,1 0-1 0 0,0-1 1 0 0,-1 1-1 0 0,1-1 0 0 0,0 0 1 0 0,11 2-1 0 0,-13-4 50 0 0,0 1 0 0 0,0-1 0 0 0,0 0 0 0 0,1 0 0 0 0,-1-1 0 0 0,0 1 0 0 0,0-1 0 0 0,0 0 0 0 0,0 0 0 0 0,0 0 0 0 0,0-1-1 0 0,0 1 1 0 0,0-1 0 0 0,-1 0 0 0 0,1 0 0 0 0,-1 0 0 0 0,1-1 0 0 0,-1 1 0 0 0,0-1 0 0 0,0 0 0 0 0,0 0 0 0 0,0 0 0 0 0,0 0 0 0 0,3-5-1 0 0,0-1 58 0 0,-1 1 0 0 0,0-1-1 0 0,-1 0 1 0 0,1-1-1 0 0,-2 1 1 0 0,1-1 0 0 0,-1 0-1 0 0,2-13 1 0 0,-2-3 636 0 0,0-53 1 0 0,-2 71 419 0 0,1 30-713 0 0,6 59-504 0 0,-6-51 252 0 0,16 555 148 0 0,-18-583-272 0 0,-1 49 131 0 0,2-49 235 0 0,-4-9-333 0 0,-2-9-37 0 0,1 0 0 0 0,0 0 0 0 0,1-1 1 0 0,1 1-1 0 0,0-1 0 0 0,2 1 0 0 0,0-1 0 0 0,1 0 0 0 0,5-32 0 0 0,4-8-99 0 0,30-90-1 0 0,-36 134 57 0 0,2 0-1 0 0,0 0 1 0 0,0 0-1 0 0,1 1 1 0 0,0 0-1 0 0,1 0 1 0 0,17-19-1 0 0,-21 27 8 0 0,0 0-1 0 0,0 0 1 0 0,0 0 0 0 0,0 0-1 0 0,1 1 1 0 0,-1 0 0 0 0,1 0-1 0 0,0 0 1 0 0,0 0 0 0 0,0 1-1 0 0,0-1 1 0 0,1 1 0 0 0,-1 1-1 0 0,0-1 1 0 0,1 1 0 0 0,0 0-1 0 0,-1 0 1 0 0,1 1 0 0 0,-1-1-1 0 0,1 1 1 0 0,10 2 0 0 0,-15-2 28 0 0,1 0 0 0 0,-1 1 1 0 0,1-1-1 0 0,-1 1 1 0 0,0-1-1 0 0,1 1 0 0 0,-1-1 1 0 0,0 1-1 0 0,1 0 1 0 0,-1 0-1 0 0,0 0 0 0 0,0 0 1 0 0,0 0-1 0 0,0 0 0 0 0,0 0 1 0 0,0 0-1 0 0,0 0 1 0 0,0 0-1 0 0,0 1 0 0 0,-1-1 1 0 0,1 0-1 0 0,0 1 1 0 0,-1-1-1 0 0,1 0 0 0 0,-1 1 1 0 0,1-1-1 0 0,-1 1 0 0 0,0-1 1 0 0,0 1-1 0 0,1-1 1 0 0,-1 1-1 0 0,0-1 0 0 0,0 1 1 0 0,-1-1-1 0 0,1 0 1 0 0,0 1-1 0 0,0-1 0 0 0,-1 1 1 0 0,1-1-1 0 0,-1 1 0 0 0,1-1 1 0 0,-1 0-1 0 0,0 1 1 0 0,1-1-1 0 0,-2 2 0 0 0,-2 4-9 0 0,0 1-1 0 0,0-1 1 0 0,0 0-1 0 0,-1 0 1 0 0,0 0-1 0 0,-9 8 1 0 0,3-4-274 0 0,-1-2 0 0 0,-1 0 1 0 0,0 0-1 0 0,0-1 0 0 0,0-1 1 0 0,-29 12-1 0 0,40-19-707 0 0,-13-5-4311 0 0</inkml:trace>
</inkml:ink>
</file>

<file path=ppt/ink/ink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6.8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1 160 0 0,'0'0'5903'0'0,"2"6"-5466"0"0,19 68 757 0 0,-3 0 0 0 0,-4 0 0 0 0,7 114 0 0 0,-19-132-500 0 0,-3 0-1 0 0,-13 85 1 0 0,14-139-479 0 0,-2-2-159 0 0,1-1-1 0 0,-1 1 1 0 0,1 0 0 0 0,-1 0-1 0 0,1-1 1 0 0,-1 1 0 0 0,1-1 0 0 0,-1 0-1 0 0,1 1 1 0 0,-1-1 0 0 0,1 0-1 0 0,0 0 1 0 0,-1 0 0 0 0,1 0-1 0 0,0 0 1 0 0,0 0 0 0 0,0 0 0 0 0,0 0-1 0 0,0 0 1 0 0,0-1 0 0 0,0 1-1 0 0,0 0 1 0 0,0-1 0 0 0,0 0 0 0 0,-2-4 2 0 0,1-1 1 0 0,0 1 0 0 0,0 0 0 0 0,0 0 0 0 0,1-1-1 0 0,-1-8 1 0 0,1-3-53 0 0,0-1 0 0 0,1 1 0 0 0,1-1 0 0 0,4-19-1 0 0,0 10-9 0 0,2-1-1 0 0,1 1 0 0 0,1 0 0 0 0,2 0 1 0 0,18-35-1 0 0,-23 53-26 0 0,-1 0-1 0 0,2 1 1 0 0,-1-1 0 0 0,1 1 0 0 0,1 0-1 0 0,0 1 1 0 0,0-1 0 0 0,0 2-1 0 0,1-1 1 0 0,0 1 0 0 0,1 1 0 0 0,-1-1-1 0 0,2 2 1 0 0,-1-1 0 0 0,0 2 0 0 0,19-7-1 0 0,-27 10 21 0 0,0 1 0 0 0,0-1 0 0 0,0 0 0 0 0,0 1 0 0 0,0 0-1 0 0,0 0 1 0 0,0-1 0 0 0,0 1 0 0 0,0 0 0 0 0,0 1 0 0 0,0-1 0 0 0,0 0-1 0 0,1 0 1 0 0,-1 1 0 0 0,0 0 0 0 0,0-1 0 0 0,0 1 0 0 0,-1 0 0 0 0,1 0-1 0 0,0 0 1 0 0,0 0 0 0 0,0 0 0 0 0,-1 0 0 0 0,1 1 0 0 0,0-1-1 0 0,-1 0 1 0 0,1 1 0 0 0,-1 0 0 0 0,2 1 0 0 0,-2-1 7 0 0,0 1 0 0 0,-1-1 0 0 0,1 0 0 0 0,-1 0 0 0 0,1 1 0 0 0,-1-1-1 0 0,0 0 1 0 0,0 1 0 0 0,0-1 0 0 0,0 0 0 0 0,0 1 0 0 0,0-1 0 0 0,-1 0 0 0 0,1 1 0 0 0,-1-1 0 0 0,0 0 0 0 0,0 0 0 0 0,0 0 0 0 0,0 0 0 0 0,0 1 0 0 0,0-1 0 0 0,0-1 0 0 0,0 1 0 0 0,-1 0-1 0 0,1 0 1 0 0,-3 2 0 0 0,-48 46 266 0 0,49-47-540 0 0,-1 0 0 0 0,0 0 0 0 0,0 0 1 0 0,0-1-1 0 0,-1 0 0 0 0,1 0 0 0 0,-1 0 0 0 0,1 0 0 0 0,-1-1 1 0 0,1 1-1 0 0,-1-1 0 0 0,-9 1 0 0 0,0-8-5188 0 0</inkml:trace>
</inkml:ink>
</file>

<file path=ppt/ink/ink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7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1116 0 0,'0'1'7837'0'0,"4"12"-7278"0"0,-1 1-1 0 0,4 28 1 0 0,18 262 1104 0 0,-17-242-1482 0 0,-4-25-46 0 0,1-1 0 0 0,14 50-1 0 0,-19-85-129 0 0,1 1 0 0 0,-1-1 0 0 0,0 0 0 0 0,1 0 0 0 0,-1 0 0 0 0,1 0 0 0 0,-1 0 0 0 0,1 0 0 0 0,-1 0 0 0 0,1 0 0 0 0,0 0 0 0 0,0 0 0 0 0,-1 0 0 0 0,1 0 0 0 0,0-1 0 0 0,0 1-1 0 0,0 0 1 0 0,0 0 0 0 0,0-1 0 0 0,0 1 0 0 0,0-1 0 0 0,0 1 0 0 0,0-1 0 0 0,0 1 0 0 0,0-1 0 0 0,0 0 0 0 0,1 1 0 0 0,1-1 0 0 0,0 0 4 0 0,-1-1 1 0 0,1 1-1 0 0,0-1 0 0 0,0 1 1 0 0,-1-1-1 0 0,1 0 1 0 0,0 0-1 0 0,-1-1 0 0 0,1 1 1 0 0,-1 0-1 0 0,4-4 0 0 0,6-4 25 0 0,-1 0-1 0 0,0-2 1 0 0,14-15-1 0 0,-14 11 11 0 0,0 0-1 0 0,-1 0 1 0 0,0-1 0 0 0,-1 0-1 0 0,-1-1 1 0 0,11-32 0 0 0,-18 47 36 0 0,-3-49 1246 0 0,-27 115-1292 0 0,28-60-35 0 0,0-1-10 0 0,0 1 0 0 0,0-1 0 0 0,0 1 0 0 0,0-1-1 0 0,1 1 1 0 0,-1 0 0 0 0,1-1 0 0 0,0 1 0 0 0,0-1 0 0 0,0 1 0 0 0,0 0-1 0 0,1-1 1 0 0,0 1 0 0 0,-1-1 0 0 0,1 1 0 0 0,0-1 0 0 0,1 1 0 0 0,-1-1-1 0 0,3 4 1 0 0,-3-6-71 0 0,3 0 31 0 0,0 0-1 0 0,1-1 1 0 0,-1 0-1 0 0,0 0 0 0 0,0 0 1 0 0,1 0-1 0 0,-1-1 1 0 0,7-1-1 0 0,-11 2 42 0 0,20-5-218 0 0,0-1 0 0 0,0-1 1 0 0,23-12-1 0 0,-25 11 59 0 0,0 1 1 0 0,1 0-1 0 0,24-5 0 0 0,-42 11 157 0 0,0 1 0 0 0,0-1 0 0 0,0 1 0 0 0,1-1 0 0 0,-1 1 0 0 0,0 0 0 0 0,1 0-1 0 0,-1-1 1 0 0,0 1 0 0 0,1 0 0 0 0,-1 0 0 0 0,0 0 0 0 0,1 1 0 0 0,-1-1 0 0 0,0 0 0 0 0,1 0 0 0 0,-1 1 0 0 0,0-1 0 0 0,0 1-1 0 0,0-1 1 0 0,1 1 0 0 0,-1-1 0 0 0,0 1 0 0 0,0 0 0 0 0,0 0 0 0 0,0-1 0 0 0,0 1 0 0 0,0 0 0 0 0,0 0 0 0 0,0 0-1 0 0,0 0 1 0 0,0 0 0 0 0,-1 0 0 0 0,1 1 0 0 0,0-1 0 0 0,-1 0 0 0 0,1 2 0 0 0,-1-1 5 0 0,1 1 1 0 0,-1-1 0 0 0,-1 0-1 0 0,1 1 1 0 0,0-1-1 0 0,-1 1 1 0 0,1-1 0 0 0,-1 0-1 0 0,0 1 1 0 0,0-1-1 0 0,0 0 1 0 0,0 0 0 0 0,0 0-1 0 0,0 0 1 0 0,0 0-1 0 0,-1 0 1 0 0,-2 3-1 0 0,-16 19-57 0 0,-14 11-4085 0 0</inkml:trace>
</inkml:ink>
</file>

<file path=ppt/ink/ink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7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10 656 0 0,'7'-10'9420'0'0,"-4"14"-9253"0"0,1 0 1 0 0,0 0 0 0 0,-1 0 0 0 0,0 0 0 0 0,0 0-1 0 0,0 1 1 0 0,-1-1 0 0 0,0 1 0 0 0,0 0 0 0 0,0 0 0 0 0,0 0-1 0 0,-1 0 1 0 0,1 0 0 0 0,-1 0 0 0 0,0 0 0 0 0,-1 0-1 0 0,0 1 1 0 0,1-1 0 0 0,-2 6 0 0 0,1-2-374 0 0,-1 0-1 0 0,0 0 1 0 0,-1 0 0 0 0,-5 15 0 0 0,5-17-858 0 0,0-1 1 0 0,-1 1-1 0 0,0-1 1 0 0,-1 0-1 0 0,0 0 1 0 0,-5 7-1 0 0</inkml:trace>
</inkml:ink>
</file>

<file path=ppt/ink/ink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8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 1048 0 0,'0'0'2036'0'0,"17"20"2364"0"0,-16-9-4058 0 0,0 0 1 0 0,-1 0-1 0 0,-1 0 0 0 0,0 0 1 0 0,0 0-1 0 0,-1 0 0 0 0,-1 0 1 0 0,1-1-1 0 0,-2 1 0 0 0,-4 11 1 0 0,-39 70-4180 0 0,37-73 1104 0 0,2-2 97 0 0</inkml:trace>
</inkml:ink>
</file>

<file path=ppt/ink/ink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48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12 704 0 0,'-1'-1'274'0'0,"1"1"1"0"0,0 0-1 0 0,0-1 0 0 0,0 1 1 0 0,0-1-1 0 0,0 1 0 0 0,0 0 1 0 0,0-1-1 0 0,0 1 0 0 0,0 0 0 0 0,4-6 4938 0 0,-4 5-4937 0 0,0 1-1 0 0,1 0 0 0 0,-1 0 1 0 0,0 0-1 0 0,1 0 0 0 0,-1-1 0 0 0,0 1 1 0 0,1 0-1 0 0,-1 0 0 0 0,1 0 1 0 0,-1 0-1 0 0,0 0 0 0 0,1 0 1 0 0,0 0-1 0 0,6 20 2164 0 0,-2 18-3809 0 0,-3-19 2749 0 0,-3 0-1406 0 0,-1 1-1 0 0,0-1 1 0 0,-2 1-1 0 0,0-1 0 0 0,-1 0 1 0 0,-1 0-1 0 0,-11 24 1 0 0,-10 13-3038 0 0,-3-3-3568 0 0,21-38 3501 0 0</inkml:trace>
</inkml:ink>
</file>

<file path=ppt/ink/ink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50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49 127 100 0 0,'-10'-13'14045'0'0,"56"363"-11923"0"0,-31-276-2614 0 0,-15-72 265 0 0,-2-7-2611 0 0,-86-316-3847 0 0,85 311 6754 0 0,1 0 0 0 0,0 0 0 0 0,1-1 0 0 0,0 1 0 0 0,1 0 0 0 0,0-1 1 0 0,2-13-1 0 0,-1 20-35 0 0,0-1 0 0 0,1 1 0 0 0,0-1 0 0 0,0 1 0 0 0,0 0 0 0 0,0 0 0 0 0,1 0 0 0 0,-1 0 0 0 0,1 0 0 0 0,0 0-1 0 0,0 1 1 0 0,1-1 0 0 0,-1 1 0 0 0,1 0 0 0 0,-1 0 0 0 0,1 0 0 0 0,0 1 0 0 0,5-3 0 0 0,5-2 19 0 0,1 0-1 0 0,-1 1 1 0 0,2 0-1 0 0,-1 1 1 0 0,0 1-1 0 0,1 1 0 0 0,0 0 1 0 0,0 1-1 0 0,0 0 1 0 0,0 2-1 0 0,0 0 1 0 0,0 0-1 0 0,23 5 0 0 0,-26-3 7 0 0,1 0 0 0 0,-1 1 0 0 0,0 1-1 0 0,0 0 1 0 0,0 1 0 0 0,0 0 0 0 0,-1 1-1 0 0,1 1 1 0 0,-2 0 0 0 0,1 0 0 0 0,-1 1-1 0 0,0 0 1 0 0,-1 1 0 0 0,1 1 0 0 0,15 19-1 0 0,-20-21-26 0 0,-1 1-1 0 0,0 0 0 0 0,0 0 0 0 0,-1 0 0 0 0,-1 0 0 0 0,1 1 0 0 0,-1 0 0 0 0,-1 0 0 0 0,0 0 0 0 0,0 0 0 0 0,-1 0 0 0 0,0 0 0 0 0,-1 0 0 0 0,0 0 0 0 0,0 0 0 0 0,-1 1 0 0 0,-1-1 0 0 0,0 0 0 0 0,0 0 0 0 0,-1-1 0 0 0,0 1 0 0 0,-8 16 0 0 0,3-10 117 0 0,0-1 1 0 0,-1 0-1 0 0,-1 0 0 0 0,0-1 1 0 0,-1 0-1 0 0,0-1 1 0 0,-1 0-1 0 0,-1-1 0 0 0,0 0 1 0 0,-1-1-1 0 0,0 0 0 0 0,-22 12 1 0 0,18-14 90 0 0,-1-1 0 0 0,0 0 1 0 0,0-1-1 0 0,-1-1 1 0 0,0-1-1 0 0,0-1 0 0 0,0 0 1 0 0,-41 1-1 0 0,60-5-291 0 0,0 0 0 0 0,1 0 0 0 0,-1 0-1 0 0,0 0 1 0 0,0 0 0 0 0,1 0 0 0 0,-1 0 0 0 0,0 0 0 0 0,0 0 0 0 0,1 0 0 0 0,-1 0 0 0 0,0 0-1 0 0,1-1 1 0 0,-1 1 0 0 0,0 0 0 0 0,0-1 0 0 0,1 1 0 0 0,-1 0 0 0 0,1-1 0 0 0,-1 1-1 0 0,0-1 1 0 0,1 1 0 0 0,-1-1 0 0 0,1 1 0 0 0,-1-1 0 0 0,0 0 0 0 0,9-14-1721 0 0,26-12-3908 0 0,-18 20 2964 0 0</inkml:trace>
</inkml:ink>
</file>

<file path=ppt/ink/ink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50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51 1104 0 0,'-1'-1'361'0'0,"0"0"-1"0"0,-1 1 0 0 0,1-1 1 0 0,0 0-1 0 0,-1 0 1 0 0,1 1-1 0 0,0-1 1 0 0,-1 1-1 0 0,1-1 1 0 0,-1 1-1 0 0,1 0 0 0 0,-1-1 1 0 0,1 1-1 0 0,-1 0 1 0 0,-1 0-1 0 0,-2 3-219 0 0,0-1-1 0 0,0 1 1 0 0,1 0 0 0 0,-1 0-1 0 0,1 1 1 0 0,0-1-1 0 0,0 1 1 0 0,0 0-1 0 0,0 0 1 0 0,1 0-1 0 0,-1 1 1 0 0,1-1 0 0 0,0 1-1 0 0,1 0 1 0 0,-1 0-1 0 0,1 0 1 0 0,0 0-1 0 0,0 0 1 0 0,0 1 0 0 0,-1 10-1 0 0,1-9-47 0 0,1 0 0 0 0,0 0 1 0 0,1 0-1 0 0,0 0 0 0 0,0 0 0 0 0,0 0 0 0 0,1 0 0 0 0,0 0 1 0 0,0 0-1 0 0,1 0 0 0 0,0 0 0 0 0,0 0 0 0 0,0-1 1 0 0,1 1-1 0 0,0-1 0 0 0,8 12 0 0 0,-9-16-74 0 0,-1 1 0 0 0,1-1-1 0 0,0 0 1 0 0,0-1 0 0 0,0 1-1 0 0,0 0 1 0 0,0 0 0 0 0,0-1 0 0 0,0 1-1 0 0,1-1 1 0 0,-1 0 0 0 0,0 0 0 0 0,1 0-1 0 0,-1 0 1 0 0,1 0 0 0 0,-1 0 0 0 0,1-1-1 0 0,0 1 1 0 0,-1-1 0 0 0,1 0 0 0 0,0 0-1 0 0,-1 0 1 0 0,1 0 0 0 0,0 0 0 0 0,-1 0-1 0 0,1-1 1 0 0,0 1 0 0 0,-1-1-1 0 0,1 0 1 0 0,-1 0 0 0 0,1 0 0 0 0,-1 0-1 0 0,1 0 1 0 0,2-2 0 0 0,0 0-4 0 0,0-1 1 0 0,-1 1-1 0 0,1-1 1 0 0,-1 1 0 0 0,0-1-1 0 0,0-1 1 0 0,-1 1-1 0 0,1 0 1 0 0,-1-1-1 0 0,0 0 1 0 0,0 0-1 0 0,0 0 1 0 0,-1 0-1 0 0,1 0 1 0 0,1-7-1 0 0,-2 4 14 0 0,-1 0 0 0 0,0 0 0 0 0,0 0 0 0 0,-1 0 0 0 0,0 0 0 0 0,0-1 0 0 0,0 1-1 0 0,-2 0 1 0 0,1 0 0 0 0,-1 0 0 0 0,0 0 0 0 0,0 0 0 0 0,-1 1 0 0 0,0-1 0 0 0,0 1 0 0 0,-1-1 0 0 0,0 1 0 0 0,0 0 0 0 0,-1 1 0 0 0,0-1-1 0 0,0 1 1 0 0,-1 0 0 0 0,-7-7 0 0 0,12 12-13 0 0,3 5-25 0 0,1 0 8 0 0,0 0 0 0 0,0 0 0 0 0,0 0-1 0 0,0 0 1 0 0,1-1 0 0 0,-1 0 0 0 0,1 0 0 0 0,0 0 0 0 0,0 0 0 0 0,0 0-1 0 0,1-1 1 0 0,6 3 0 0 0,0 0-1 0 0,1-1-1 0 0,0 0 1 0 0,0-1-1 0 0,1 0 1 0 0,16 1-1 0 0,-10-3 6 0 0,0 0 0 0 0,-1-1 0 0 0,1-1 0 0 0,0 0 0 0 0,-1-2 0 0 0,0 0 0 0 0,1-1 0 0 0,20-8 0 0 0,-25 7 157 0 0,0-1 0 0 0,-1 0 1 0 0,0-1-1 0 0,0 0 0 0 0,17-14 0 0 0,-29 20 29 0 0,-1 0-167 0 0,0 0 1 0 0,0 0 0 0 0,0 1 0 0 0,0-1 0 0 0,0 0 0 0 0,0 0 0 0 0,0 1-1 0 0,-1-1 1 0 0,1 0 0 0 0,0 1 0 0 0,-1-1 0 0 0,1 0 0 0 0,0 1-1 0 0,-1-1 1 0 0,1 0 0 0 0,-1 1 0 0 0,1-1 0 0 0,-1 1 0 0 0,1-1-1 0 0,-1 1 1 0 0,0-1 0 0 0,1 1 0 0 0,-1-1 0 0 0,0 1 0 0 0,1-1-1 0 0,-1 1 1 0 0,0 0 0 0 0,1 0 0 0 0,-1-1 0 0 0,0 1 0 0 0,0 0 0 0 0,1 0-1 0 0,-1 0 1 0 0,0 0 0 0 0,0 0 0 0 0,1 0 0 0 0,-1 0 0 0 0,-1 0-1 0 0,-5 2-9 0 0,0 0 0 0 0,1 1 0 0 0,-1 0 0 0 0,1 0 0 0 0,0 0 1 0 0,0 1-1 0 0,0 0 0 0 0,0 0 0 0 0,1 1 0 0 0,-1 0 0 0 0,1-1 0 0 0,1 2 0 0 0,-1-1 0 0 0,1 1 0 0 0,-1-1 0 0 0,2 1 0 0 0,-1 0 0 0 0,1 0 0 0 0,0 1 0 0 0,0-1 0 0 0,0 1 0 0 0,1 0 0 0 0,0-1 0 0 0,-2 14 0 0 0,3-14-4 0 0,0 0 0 0 0,1 0 0 0 0,-1 0 0 0 0,1 0 0 0 0,0 0-1 0 0,0 0 1 0 0,1 0 0 0 0,0 0 0 0 0,0 0 0 0 0,0 0 0 0 0,1 0 0 0 0,0-1 0 0 0,0 1 0 0 0,0 0 0 0 0,1-1 0 0 0,0 1 0 0 0,0-1 0 0 0,0 0 0 0 0,1 0-1 0 0,0-1 1 0 0,0 1 0 0 0,0-1 0 0 0,0 1 0 0 0,1-1 0 0 0,-1 0 0 0 0,1-1 0 0 0,0 1 0 0 0,0-1 0 0 0,9 4 0 0 0,-5-4-192 0 0,-1 0 1 0 0,1-1-1 0 0,0 1 1 0 0,0-2-1 0 0,1 1 1 0 0,-1-1-1 0 0,0-1 1 0 0,15 0-1 0 0,-13-1-1816 0 0,1 0 1 0 0,-1-1-1 0 0,20-6 0 0 0,-14 1-1378 0 0</inkml:trace>
</inkml:ink>
</file>

<file path=ppt/ink/ink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51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7 244 0 0,'0'-6'16764'0'0,"9"56"-16173"0"0,-4 1-1 0 0,0 82 0 0 0,-5-83-229 0 0,-1-49-40 0 0,3 6 776 0 0,3-41-18507 0 0</inkml:trace>
</inkml:ink>
</file>

<file path=ppt/ink/ink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51.9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32 872 0 0,'-13'-16'2334'0'0,"2"1"3206"0"0,43 29-4495 0 0,-10-5-677 0 0,51 29 524 0 0,-3 3 1 0 0,101 77-1 0 0,-149-100-782 0 0,0 1 0 0 0,-2 1 0 0 0,0 1 0 0 0,-1 0 0 0 0,-1 2 0 0 0,-1 0 0 0 0,-1 1 0 0 0,-1 0 0 0 0,-2 2 0 0 0,0 0 0 0 0,9 27 0 0 0,-12-20-53 0 0,-1 1 0 0 0,-2 0 0 0 0,-1 1 0 0 0,-1-1 1 0 0,-3 1-1 0 0,0 0 0 0 0,-2 0 0 0 0,-2 0 0 0 0,-1 0 0 0 0,-2-1 0 0 0,-2 1 0 0 0,0-1 0 0 0,-3 0 1 0 0,-25 62-1 0 0,15-53 88 0 0,-1-1-1 0 0,-2-1 1 0 0,-2-1 0 0 0,-2-1 0 0 0,-2-1 0 0 0,-1-1-1 0 0,-1-2 1 0 0,-2-1 0 0 0,-59 46 0 0 0,-66 31 1598 0 0,157-110-1661 0 0,-5 3 51 0 0,4-10-3412 0 0,2-7 1613 0 0,3-10-4941 0 0,2 9 2744 0 0</inkml:trace>
</inkml:ink>
</file>

<file path=ppt/ink/ink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54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28 268 0 0,'0'0'5797'0'0,"-3"-2"-4672"0"0,-13-7 8924 0 0,23 9-9776 0 0,195-14 1020 0 0,-63 11-7181 0 0,-125 6 680 0 0,-11-1 4022 0 0,5 2-2485 0 0</inkml:trace>
</inkml:ink>
</file>

<file path=ppt/ink/ink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1:54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25 308 0 0,'-5'10'3057'0'0,"5"-10"-2942"0"0,0 0 0 0 0,0 1 0 0 0,0-1 0 0 0,0 0 0 0 0,-1 0 0 0 0,1 0 0 0 0,0 1 0 0 0,0-1 1 0 0,0 0-1 0 0,0 0 0 0 0,0 1 0 0 0,0-1 0 0 0,0 0 0 0 0,0 0 0 0 0,0 1 0 0 0,0-1 0 0 0,0 0 0 0 0,0 0 1 0 0,0 1-1 0 0,0-1 0 0 0,0 0 0 0 0,0 0 0 0 0,0 1 0 0 0,0-1 0 0 0,0 0 0 0 0,0 0 0 0 0,0 0 0 0 0,0 1 1 0 0,0-1-1 0 0,0 0 0 0 0,1 0 0 0 0,-1 1 0 0 0,0-1 0 0 0,0 0 0 0 0,0 0 0 0 0,0 0 0 0 0,1 1 0 0 0,-1-1 1 0 0,0 0-1 0 0,0 0 0 0 0,0 0 0 0 0,1 0 0 0 0,-1 0 0 0 0,0 1 0 0 0,24-3 193 0 0,-1 0-1 0 0,44-11 1 0 0,10-7-5792 0 0,-57 13 3241 0 0</inkml:trace>
</inkml:ink>
</file>

<file path=ppt/ink/ink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07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109 122 152 0 0,'-104'-95'8732'0'0,"102"93"-8399"0"0,2 2-306 0 0,0 0 0 0 0,0 0 1 0 0,0 0-1 0 0,-1-1 0 0 0,1 1 1 0 0,0 0-1 0 0,0 0 0 0 0,0 0 1 0 0,0-1-1 0 0,-1 1 0 0 0,1 0 1 0 0,0 0-1 0 0,0 0 0 0 0,0-1 1 0 0,0 1-1 0 0,0 0 0 0 0,0 0 1 0 0,0-1-1 0 0,0 1 0 0 0,0 0 1 0 0,0 0-1 0 0,0 0 0 0 0,0-1 1 0 0,0 1-1 0 0,0 0 0 0 0,0 0 1 0 0,0-1-1 0 0,0 1 0 0 0,0 0 0 0 0,0 0 1 0 0,0-1-1 0 0,0 1 0 0 0,0 0 1 0 0,0 0-1 0 0,1 0 0 0 0,-1-1 1 0 0,0 1-1 0 0,0 0 0 0 0,0 0 1 0 0,0 0-1 0 0,0-1 0 0 0,1 1 1 0 0,-1 0-1 0 0,0 0 0 0 0,0 0 1 0 0,0 0-1 0 0,1 0 0 0 0,-1-1 1 0 0,19-5 308 0 0,21 2-270 0 0,-40 4-44 0 0,664-4 916 0 0,-616 9-794 0 0,-46-5-74 0 0,0 0-4 0 0,-1 0-104 0 0,-1 0-1 0 0,1 0 0 0 0,-1 0 1 0 0,1 0-1 0 0,0 0 1 0 0,-1 0-1 0 0,1 1 0 0 0,0-1 1 0 0,-1 0-1 0 0,1 0 1 0 0,-1 0-1 0 0,1 0 0 0 0,0 1 1 0 0,-1-1-1 0 0,1 0 1 0 0,-1 1-1 0 0,1-1 0 0 0,-1 0 1 0 0,1 1-1 0 0,-1-1 0 0 0,1 1 1 0 0,-1-1-1 0 0,1 1 1 0 0,-1-1-1 0 0,0 1 0 0 0,1-1 1 0 0,-1 1-1 0 0,0-1 1 0 0,1 1-1 0 0,-1 0 0 0 0,0-1 1 0 0,0 1-1 0 0,0-1 1 0 0,1 1-1 0 0,-1 0 0 0 0,-11 40-5869 0 0,7-27 3152 0 0</inkml:trace>
</inkml:ink>
</file>

<file path=ppt/ink/ink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0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96 800 0 0,'-3'-26'2562'0'0,"3"24"-2207"0"0,-1-1-1 0 0,1 1 1 0 0,-1-1-1 0 0,1 1 1 0 0,0-1-1 0 0,0 0 1 0 0,0 1-1 0 0,0-1 1 0 0,1 1-1 0 0,-1-1 1 0 0,0 1-1 0 0,1-1 1 0 0,2-4-1 0 0,-3 5 900 0 0,0-6-360 0 0,0-2 729 0 0,0 1 2590 0 0,-12 289-3190 0 0,-9-39 411 0 0,14-174-759 0 0,8-42-182 0 0,0-12-90 0 0,-1-3 1439 0 0,-6 8-10888 0 0,1-10 2654 0 0,-5 0 2603 0 0</inkml:trace>
</inkml:ink>
</file>

<file path=ppt/ink/ink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4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94 1012 0 0,'-5'-25'4065'0'0,"4"23"-3111"0"0,7-25 5454 0 0,-3 28-6315 0 0,0-1-1 0 0,0 0 0 0 0,0 1 1 0 0,0-1-1 0 0,0 1 0 0 0,0 0 1 0 0,0 0-1 0 0,0 0 1 0 0,0 0-1 0 0,0 1 0 0 0,-1-1 1 0 0,1 1-1 0 0,0-1 1 0 0,-1 1-1 0 0,1 0 0 0 0,2 3 1 0 0,44 44 440 0 0,-29-28-301 0 0,-8-9-141 0 0,130 117 290 0 0,-128-115-396 0 0,-11-11-173 0 0,0 1 0 0 0,1-1 0 0 0,-1 0 1 0 0,0 0-1 0 0,1 0 0 0 0,0-1 0 0 0,0 1 0 0 0,0-1 1 0 0,0 0-1 0 0,8 3 0 0 0,-11-5 124 0 0,1-1 1 0 0,-1 0-1 0 0,1 0 1 0 0,-1 0 0 0 0,0 0-1 0 0,0 0 1 0 0,1 0-1 0 0,-1 0 1 0 0,0 0-1 0 0,0-1 1 0 0,0 1-1 0 0,0 0 1 0 0,0-1-1 0 0,-1 1 1 0 0,1 0-1 0 0,0-1 1 0 0,-1 1-1 0 0,1-1 1 0 0,-1 0 0 0 0,1 1-1 0 0,-1-1 1 0 0,0 1-1 0 0,0-1 1 0 0,1-2-1 0 0,4-41-823 0 0,-7 19 1200 0 0,-1 1 0 0 0,-2-1-1 0 0,0 1 1 0 0,-2 1 0 0 0,-1-1-1 0 0,-14-33 1 0 0,11 30 1069 0 0,11 28-1348 0 0,0 0 1 0 0,-1 1-1 0 0,1-1 0 0 0,0 0 1 0 0,0 0-1 0 0,0 0 1 0 0,0 1-1 0 0,0-1 1 0 0,0 0-1 0 0,-1 0 0 0 0,1 0 1 0 0,0 0-1 0 0,0 1 1 0 0,0-1-1 0 0,-1 0 1 0 0,1 0-1 0 0,0 0 1 0 0,0 0-1 0 0,0 0 0 0 0,-1 0 1 0 0,1 0-1 0 0,0 0 1 0 0,0 0-1 0 0,-1 0 1 0 0,1 0-1 0 0,0 0 1 0 0,0 0-1 0 0,-1 0 0 0 0,1 0 1 0 0,0 0-1 0 0,0 0 1 0 0,-1 0-1 0 0,1 0 1 0 0,0 0-1 0 0,0 0 0 0 0,0 0 1 0 0,-1 0-1 0 0,1 0 1 0 0,0 0-1 0 0,0 0 1 0 0,0-1-1 0 0,-1 1 1 0 0,1 0-1 0 0,0 0 0 0 0,0 0 1 0 0,0 0-1 0 0,0-1 1 0 0,-1 1-1 0 0,1 0 1 0 0,0 0-1 0 0,0 0 0 0 0,0-1 1 0 0,0 1-1 0 0,0 0 1 0 0,0 0-1 0 0,0 0 1 0 0,0-1-1 0 0,-1 1 1 0 0,1 0-1 0 0,0 0 0 0 0,0-1 1 0 0,0 1-1 0 0,0 0 1 0 0,0 0-1 0 0,0 0 1 0 0,0-1-1 0 0,1 1 0 0 0,-11 31 419 0 0,-1 45-522 0 0,5-27 145 0 0,-2 0 0 0 0,-2 0 0 0 0,-2-1 0 0 0,-25 63 0 0 0,35-108-1180 0 0,1 0 1 0 0,-1 0-1 0 0,0 0 0 0 0,0-1 0 0 0,-1 1 0 0 0,1-1 1 0 0,0 1-1 0 0,-5 2 0 0 0,8-26-1710 0 0,-1 15 214 0 0</inkml:trace>
</inkml:ink>
</file>

<file path=ppt/ink/ink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4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4 138 740 0 0,'-3'-10'6659'0'0,"23"-2"-5869"0"0,2 2 0 0 0,-1 0 1 0 0,1 1-1 0 0,38-10 0 0 0,10-4 312 0 0,-11-2-443 0 0,-58 25-927 0 0,1-4-658 0 0,3-12-5871 0 0</inkml:trace>
</inkml:ink>
</file>

<file path=ppt/ink/ink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6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200 114 668 0 0,'4'-7'899'0'0,"-1"0"0"0"0,-1 0 0 0 0,1 0 0 0 0,-1-1 0 0 0,0 1 0 0 0,-1-1 0 0 0,0 0 0 0 0,1-8 0 0 0,-2 14-251 0 0,-2-3-27 0 0,1 1-1 0 0,-1-1 1 0 0,1 1 0 0 0,-1 0-1 0 0,0 0 1 0 0,-5-7 0 0 0,0 12-539 0 0,0 1 1 0 0,-1-1-1 0 0,1 1 0 0 0,0 1 1 0 0,0-1-1 0 0,0 1 1 0 0,0 1-1 0 0,1-1 0 0 0,-1 1 1 0 0,1 0-1 0 0,0 0 1 0 0,0 1-1 0 0,0 0 0 0 0,1 0 1 0 0,-7 7-1 0 0,2-1-25 0 0,0 0-1 0 0,1 0 1 0 0,0 1-1 0 0,1 1 0 0 0,0-1 1 0 0,-11 27-1 0 0,15-28-44 0 0,0-1-1 0 0,1 0 0 0 0,1 1 0 0 0,0 0 0 0 0,0-1 0 0 0,1 1 0 0 0,1 0 1 0 0,-1 0-1 0 0,2 0 0 0 0,-1 0 0 0 0,2-1 0 0 0,2 15 0 0 0,-2-19-10 0 0,0-1 0 0 0,0 1 0 0 0,0-1 0 0 0,1 0-1 0 0,0 0 1 0 0,0 0 0 0 0,0-1 0 0 0,0 1 0 0 0,1 0 0 0 0,0-1 0 0 0,0 0-1 0 0,0 0 1 0 0,0 0 0 0 0,1-1 0 0 0,-1 0 0 0 0,1 1 0 0 0,0-1-1 0 0,0-1 1 0 0,0 1 0 0 0,1-1 0 0 0,-1 0 0 0 0,0 0 0 0 0,1-1-1 0 0,-1 1 1 0 0,7 0 0 0 0,-4-1 6 0 0,0 0-1 0 0,0 0 1 0 0,0 0 0 0 0,0-1-1 0 0,0-1 1 0 0,0 1 0 0 0,1-1-1 0 0,-1-1 1 0 0,0 1 0 0 0,-1-1-1 0 0,1-1 1 0 0,0 1 0 0 0,-1-1-1 0 0,1-1 1 0 0,-1 1 0 0 0,0-1-1 0 0,0-1 1 0 0,0 1 0 0 0,6-7-1 0 0,-8 6 13 0 0,0 0 0 0 0,0 0 0 0 0,-1-1 0 0 0,0 0 0 0 0,0 0 0 0 0,-1 0 0 0 0,1 0 0 0 0,-1 0 0 0 0,-1-1 0 0 0,1 1 0 0 0,-1-1 0 0 0,0 0 0 0 0,-1 0 0 0 0,1 0 0 0 0,-1 0 0 0 0,-1 0 0 0 0,1 0 0 0 0,-1 0 0 0 0,-1 0 0 0 0,1 0 0 0 0,-1 0 0 0 0,-2-9-1 0 0,-1 1 55 0 0,-1 0 0 0 0,-1 1 0 0 0,0 0 0 0 0,-1 0 0 0 0,0 0 0 0 0,-1 1 0 0 0,0 0 0 0 0,-1 0-1 0 0,-1 1 1 0 0,0 1 0 0 0,-1-1 0 0 0,-20-16 0 0 0,29 27-252 0 0,6 22-4871 0 0,-3-18 4514 0 0,0-1 0 0 0,0 1 0 0 0,1-1 0 0 0,-1 1-1 0 0,0-1 1 0 0,1 0 0 0 0,0 1 0 0 0,-1-1-1 0 0,1 0 1 0 0,4 3 0 0 0,9 8-2850 0 0</inkml:trace>
</inkml:ink>
</file>

<file path=ppt/ink/ink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6.5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0 111 196 0 0,'3'-16'5556'0'0,"-2"8"-3985"0"0,0-1 0 0 0,0 1 0 0 0,-1-1 0 0 0,0 0 0 0 0,-2-11 1 0 0,1-9 1033 0 0,1 27-2860 0 0</inkml:trace>
</inkml:ink>
</file>

<file path=ppt/ink/ink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6.8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28 1316 0 0,'-8'-13'3186'0'0,"-4"-2"7045"0"0,11 24-7176 0 0,2 11-3329 0 0,0-12-556 0 0,2 46 950 0 0,-2 0 1 0 0,-2 0 0 0 0,-14 91-1 0 0,14-138-728 0 0,-6 33-1609 0 0,7-14-6493 0 0</inkml:trace>
</inkml:ink>
</file>

<file path=ppt/ink/ink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7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41 424 0 0,'0'-2'347'0'0,"0"1"0"0"0,0-1 0 0 0,0 1 0 0 0,0-1 0 0 0,0 0 0 0 0,0 1 0 0 0,0-1 0 0 0,0 1 0 0 0,1-1 0 0 0,-1 1 0 0 0,0-1 0 0 0,1 1 0 0 0,0-1 0 0 0,-1 1 0 0 0,1-1 0 0 0,0 1 0 0 0,-1 0 0 0 0,1-1 0 0 0,0 1 0 0 0,0 0 0 0 0,0 0 0 0 0,0 0 0 0 0,1 0 0 0 0,-1-1 0 0 0,2 0 0 0 0,0 1-133 0 0,1 1 0 0 0,-1-1 0 0 0,1 1-1 0 0,-1-1 1 0 0,1 1 0 0 0,-1 0 0 0 0,1 0 0 0 0,-1 1-1 0 0,6 0 1 0 0,16 2 179 0 0,-5-3-26 0 0,0 2-1 0 0,1 0 0 0 0,-1 2 1 0 0,38 11-1 0 0,-56-14-334 0 0,0 0-1 0 0,0 0 0 0 0,0 1 1 0 0,0-1-1 0 0,0 1 0 0 0,0-1 1 0 0,-1 1-1 0 0,1 0 0 0 0,0 0 1 0 0,-1 0-1 0 0,0 0 0 0 0,1 0 1 0 0,-1 0-1 0 0,0 0 0 0 0,0 0 1 0 0,0 0-1 0 0,0 1 0 0 0,0-1 1 0 0,-1 0-1 0 0,1 1 0 0 0,-1-1 1 0 0,1 0-1 0 0,-1 1 0 0 0,0-1 1 0 0,0 1-1 0 0,0-1 1 0 0,0 1-1 0 0,0-1 0 0 0,-1 3 1 0 0,-2 10 102 0 0,0 0 1 0 0,-1 0-1 0 0,-9 23 1 0 0,4-14 5 0 0,-27 72 367 0 0,4-9-1613 0 0,17-29-4503 0 0,15-54 2118 0 0,4 4 266 0 0</inkml:trace>
</inkml:ink>
</file>

<file path=ppt/ink/ink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7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253 38 1044 0 0,'-27'-37'7358'0'0,"26"36"-6738"0"0,-2 2-511 0 0,0-1 0 0 0,0 1 0 0 0,0 0-1 0 0,1 0 1 0 0,-1 0 0 0 0,0 0 0 0 0,1 0-1 0 0,-1 1 1 0 0,1-1 0 0 0,-1 1 0 0 0,1 0 0 0 0,-1 0-1 0 0,1 0 1 0 0,0 0 0 0 0,-4 4 0 0 0,-30 43 576 0 0,24-32-444 0 0,-6 8-1 0 0,1 1-1 0 0,1 2 1 0 0,1-1-1 0 0,2 2 1 0 0,0 0-1 0 0,-11 42 1 0 0,20-58-193 0 0,1 0 1 0 0,0 0-1 0 0,1 1 0 0 0,0-1 1 0 0,1 1-1 0 0,1-1 1 0 0,0 1-1 0 0,1-1 1 0 0,0 1-1 0 0,1-1 0 0 0,0 1 1 0 0,1-1-1 0 0,1 0 1 0 0,0 0-1 0 0,1-1 0 0 0,1 1 1 0 0,8 15-1 0 0,-11-22-25 0 0,-2-5-21 0 0,0 0-1 0 0,0 1 1 0 0,0-1 0 0 0,0 0 0 0 0,0 0-1 0 0,0 1 1 0 0,0-1 0 0 0,0 0-1 0 0,0 0 1 0 0,0 0 0 0 0,1 0-1 0 0,-1 0 1 0 0,0-1 0 0 0,1 1 0 0 0,-1 0-1 0 0,1-1 1 0 0,-1 1 0 0 0,1-1-1 0 0,-1 1 1 0 0,1-1 0 0 0,-1 0 0 0 0,4 1-1 0 0,-3-1 3 0 0,0 1 1 0 0,0-1-1 0 0,0 1 0 0 0,0-1 0 0 0,1 0 0 0 0,-1 0 0 0 0,0 0 0 0 0,0 0 0 0 0,0 0 0 0 0,1-1 1 0 0,-1 1-1 0 0,0-1 0 0 0,0 1 0 0 0,0-1 0 0 0,0 0 0 0 0,0 0 0 0 0,0 0 0 0 0,0 0 0 0 0,0 0 0 0 0,0 0 1 0 0,0 0-1 0 0,0-1 0 0 0,-1 1 0 0 0,1-1 0 0 0,-1 1 0 0 0,3-3 0 0 0,-1-1 18 0 0,0 0 0 0 0,0 0 1 0 0,-1 1-1 0 0,0-2 0 0 0,0 1 0 0 0,3-9 0 0 0,-5 13-11 0 0,2-5 14 0 0,-1 0-1 0 0,0 0 1 0 0,0-1-1 0 0,0 1 0 0 0,-1 0 1 0 0,0 0-1 0 0,0 0 1 0 0,-1-1-1 0 0,0 1 0 0 0,0 0 1 0 0,0 0-1 0 0,-1 0 1 0 0,0 0-1 0 0,0 0 0 0 0,0 1 1 0 0,-1-1-1 0 0,0 0 1 0 0,0 1-1 0 0,0 0 0 0 0,-1 0 1 0 0,0 0-1 0 0,0 0 1 0 0,0 0-1 0 0,0 1 0 0 0,-1 0 1 0 0,0 0-1 0 0,0 0 1 0 0,0 1-1 0 0,0-1 0 0 0,-8-3 1 0 0,11 6-638 0 0,-20 12-2340 0 0,16-1-2772 0 0,6 0 2387 0 0</inkml:trace>
</inkml:ink>
</file>

<file path=ppt/ink/ink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7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55 1392 0 0,'0'-5'1194'0'0,"0"0"0"0"0,1-1 0 0 0,0 1-1 0 0,0 0 1 0 0,0 0 0 0 0,1 0 0 0 0,0-1 0 0 0,3-7 3136 0 0,1 41-3985 0 0,-2 1 0 0 0,-1-1 0 0 0,-1 0 0 0 0,-2 1-1 0 0,-1-1 1 0 0,-1 1 0 0 0,-1-1 0 0 0,-9 35-1 0 0,-15 32-3731 0 0,-10-8-5015 0 0,31-75 4695 0 0</inkml:trace>
</inkml:ink>
</file>

<file path=ppt/ink/ink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8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42 732 0 0,'3'-12'16982'0'0,"57"3"-16362"0"0,64-1 0 0 0,-12 1-598 0 0,-13 7-3015 0 0,-66 2-1526 0 0,-16 5-3829 0 0</inkml:trace>
</inkml:ink>
</file>

<file path=ppt/ink/ink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8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20 832 0 0,'-6'8'5161'0'0,"17"0"-2957"0"0,15-11-1652 0 0,-13 0-168 0 0,2 1-192 0 0,0-3-220 0 0,1 3-260 0 0,-1-3-192 0 0,1 4-308 0 0,1-4-504 0 0,-1-1-1397 0 0,1 2 621 0 0</inkml:trace>
</inkml:ink>
</file>

<file path=ppt/ink/ink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19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152 136 660 0 0,'0'-15'3330'0'0,"0"12"-2987"0"0,-1 1 0 0 0,1-1 0 0 0,-1 0 0 0 0,1 0 0 0 0,-1 0 0 0 0,0 0 0 0 0,0 1 0 0 0,0-1 0 0 0,0 0 0 0 0,-1 1 0 0 0,1-1 0 0 0,-3-3 0 0 0,-10-20 2158 0 0,13 24-2392 0 0,0 1-1 0 0,0-1 1 0 0,0 1 0 0 0,-1-1 0 0 0,1 1 0 0 0,0-1 0 0 0,-1 1 0 0 0,1-1 0 0 0,-1 1-1 0 0,0 0 1 0 0,1 0 0 0 0,-1 0 0 0 0,0 0 0 0 0,0 0 0 0 0,0 1 0 0 0,1-1 0 0 0,-1 0 0 0 0,0 1-1 0 0,0-1 1 0 0,0 1 0 0 0,0 0 0 0 0,0 0 0 0 0,0-1 0 0 0,0 1 0 0 0,0 1 0 0 0,0-1-1 0 0,0 0 1 0 0,0 0 0 0 0,0 1 0 0 0,0-1 0 0 0,0 1 0 0 0,0 0 0 0 0,0-1 0 0 0,0 1 0 0 0,1 0-1 0 0,-1 0 1 0 0,0 0 0 0 0,-2 3 0 0 0,-2 3-47 0 0,0 0 0 0 0,1 1 0 0 0,0 0 0 0 0,0 0 0 0 0,1 0 0 0 0,0 1 0 0 0,0-1 0 0 0,1 1 0 0 0,0 0 0 0 0,1 0 0 0 0,0 0 0 0 0,0 0 0 0 0,1 0 0 0 0,0 1 0 0 0,1-1 1 0 0,0 0-1 0 0,0 0 0 0 0,1 1 0 0 0,3 14 0 0 0,-2-14-39 0 0,0 0 1 0 0,1 0 0 0 0,0 0-1 0 0,1-1 1 0 0,0 1-1 0 0,0-1 1 0 0,1 0 0 0 0,0 0-1 0 0,1 0 1 0 0,0-1 0 0 0,0 0-1 0 0,1 0 1 0 0,0 0 0 0 0,0-1-1 0 0,1 0 1 0 0,0-1 0 0 0,14 10-1 0 0,-18-14-25 0 0,-1-1 0 0 0,0 1-1 0 0,1-1 1 0 0,0 1 0 0 0,-1-1 0 0 0,1 0-1 0 0,0 0 1 0 0,-1-1 0 0 0,1 1-1 0 0,0-1 1 0 0,0 1 0 0 0,0-1 0 0 0,-1-1-1 0 0,1 1 1 0 0,0 0 0 0 0,0-1 0 0 0,-1 0-1 0 0,7-2 1 0 0,-4 1 9 0 0,0-1-1 0 0,0 0 1 0 0,-1-1-1 0 0,1 0 1 0 0,-1 1 0 0 0,0-2-1 0 0,0 1 1 0 0,0 0-1 0 0,-1-1 1 0 0,5-6 0 0 0,1-3 55 0 0,-1 1 0 0 0,0-1 1 0 0,-1-1-1 0 0,-1 0 1 0 0,0 0-1 0 0,-2 0 1 0 0,9-31-1 0 0,-12 33 113 0 0,0-1 0 0 0,-1 1 0 0 0,0-1 0 0 0,-1 0 0 0 0,-1 1 0 0 0,0-1 0 0 0,-1 1 0 0 0,0 0 0 0 0,-1-1 0 0 0,-1 1 0 0 0,0 0 0 0 0,-11-23 0 0 0,14 34-169 0 0,-1-5-1495 0 0,-1 11-1243 0 0,1 20-5457 0 0,6-6 4103 0 0</inkml:trace>
</inkml:ink>
</file>

<file path=ppt/ink/ink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20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0 114 1276 0 0,'1'-15'5871'0'0,"1"-15"-1179"0"0,1-13 1747 0 0,7 19-5643 0 0,-9 22-1527 0 0</inkml:trace>
</inkml:ink>
</file>

<file path=ppt/ink/ink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20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46 524 0 0,'0'-37'7645'0'0,"-1"35"-6366"0"0,1-4 3703 0 0,-15 326-2672 0 0,3-254-2361 0 0,5-39-2577 0 0,2 2-5530 0 0</inkml:trace>
</inkml:ink>
</file>

<file path=ppt/ink/ink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21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32 0 0,'-1'-2'289'0'0,"1"0"0"0"0,0 0 0 0 0,0 0 0 0 0,0 0 0 0 0,1 1 0 0 0,-1-1 0 0 0,0 0 0 0 0,1 0 0 0 0,-1 0 0 0 0,1 1 0 0 0,0-1 0 0 0,-1 0 0 0 0,1 0 0 0 0,0 1 0 0 0,0-1 0 0 0,0 1 0 0 0,0-1 0 0 0,0 1 0 0 0,1-1 0 0 0,-1 1 0 0 0,0 0 0 0 0,1 0 0 0 0,-1-1 0 0 0,1 1 0 0 0,-1 0 0 0 0,1 0 0 0 0,-1 0 0 0 0,1 1 0 0 0,0-1 0 0 0,-1 0 0 0 0,4 0 0 0 0,4-1-17 0 0,0 1 1 0 0,0 1-1 0 0,0 0 1 0 0,0 0-1 0 0,15 2 1 0 0,20 0 506 0 0,-34-3-623 0 0,1 1-1 0 0,0 1 1 0 0,-1 0 0 0 0,1 0-1 0 0,-1 1 1 0 0,1 0-1 0 0,-1 1 1 0 0,0 0-1 0 0,0 1 1 0 0,14 7-1 0 0,-23-9-107 0 0,0 0-1 0 0,0 0 0 0 0,0 0 1 0 0,0 0-1 0 0,-1 0 1 0 0,1 0-1 0 0,-1 0 1 0 0,1 0-1 0 0,-1 0 0 0 0,0 0 1 0 0,0 0-1 0 0,0 1 1 0 0,0-1-1 0 0,0 0 0 0 0,0 0 1 0 0,-1 0-1 0 0,0 3 1 0 0,-9 33 326 0 0,-1 1-1 0 0,-3-2 1 0 0,-19 41 0 0 0,5-13-23 0 0,-36 111-2046 0 0,60-163 130 0 0,0 7-5489 0 0</inkml:trace>
</inkml:ink>
</file>

<file path=ppt/ink/ink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21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12 276 0 0,'0'0'2308'0'0,"-7"-11"4299"0"0,1 13-6453 0 0,1 0-1 0 0,-1 1 1 0 0,1 0 0 0 0,0 0 0 0 0,0 0-1 0 0,0 0 1 0 0,0 1 0 0 0,1 0 0 0 0,-1 0 0 0 0,1 0-1 0 0,0 1 1 0 0,-6 8 0 0 0,-50 74 752 0 0,44-63-656 0 0,-2 3 9 0 0,2 0-1 0 0,1 1 1 0 0,-19 48 0 0 0,30-64-286 0 0,0 0 0 0 0,0 1 0 0 0,2-1 0 0 0,-1 1 0 0 0,1-1 0 0 0,1 1 0 0 0,0 0 0 0 0,1 0 0 0 0,1 0 0 0 0,0 0 0 0 0,4 20 0 0 0,-5-30-32 0 0,1 0 1 0 0,0 0 0 0 0,0 0 0 0 0,0 0 0 0 0,0-1 0 0 0,0 1 0 0 0,1 0-1 0 0,-1-1 1 0 0,1 1 0 0 0,0-1 0 0 0,0 1 0 0 0,0-1 0 0 0,0 0 0 0 0,4 4-1 0 0,-5-7 72 0 0,1 1-1 0 0,-1-1 0 0 0,1 0 1 0 0,-1 1-1 0 0,1-1 0 0 0,-1 0 0 0 0,0 0 1 0 0,1 0-1 0 0,-1 0 0 0 0,0 0 1 0 0,0 0-1 0 0,1 0 0 0 0,-1 0 0 0 0,0-1 1 0 0,0 1-1 0 0,0 0 0 0 0,-1-1 0 0 0,1 1 1 0 0,0 0-1 0 0,0-1 0 0 0,-1 1 1 0 0,1-1-1 0 0,-1 0 0 0 0,1 1 0 0 0,-1-1 1 0 0,0 1-1 0 0,1-1 0 0 0,-1 0 1 0 0,0 1-1 0 0,0-3 0 0 0,0-2 84 0 0,1 0-1 0 0,-1 0 1 0 0,0 0 0 0 0,0 0 0 0 0,0-1-1 0 0,-1 1 1 0 0,-2-6 0 0 0,-2-2 134 0 0,0 1 1 0 0,-1 0 0 0 0,-1 0 0 0 0,0 1 0 0 0,-12-15 0 0 0,19 25-564 0 0,-5-4-538 0 0</inkml:trace>
</inkml:ink>
</file>

<file path=ppt/ink/ink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21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10 512 0 0,'0'-1'327'0'0,"0"1"0"0"0,1-1-1 0 0,-1 0 1 0 0,0 1 0 0 0,1-1 0 0 0,-1 1-1 0 0,1-1 1 0 0,-1 1 0 0 0,0 0 0 0 0,1-1-1 0 0,-1 1 1 0 0,1-1 0 0 0,-1 1 0 0 0,1 0 0 0 0,0-1-1 0 0,-1 1 1 0 0,1 0 0 0 0,-1 0 0 0 0,1-1-1 0 0,0 1 1 0 0,-1 0 0 0 0,1 0 0 0 0,-1 0-1 0 0,1 0 1 0 0,0 0 0 0 0,-1 0 0 0 0,1 0-1 0 0,0 0 1 0 0,-1 0 0 0 0,1 0 0 0 0,0 0 0 0 0,-1 0-1 0 0,1 0 1 0 0,0 1 0 0 0,2 23 3148 0 0,-18 49-2708 0 0,13-67 156 0 0,-6 21-907 0 0,-1-1 0 0 0,0 0 1 0 0,-3 0-1 0 0,-24 43 0 0 0,20-44-3216 0 0,-2-1 0 0 0,-23 27 0 0 0,21-29-1071 0 0</inkml:trace>
</inkml:ink>
</file>

<file path=ppt/ink/ink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4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73 640 0 0,'-12'-43'7233'0'0,"5"30"-5656"0"0,-2-4 4044 0 0,8 18-5563 0 0,1-1 0 0 0,-1 0 0 0 0,1 1 1 0 0,-1-1-1 0 0,1 0 0 0 0,-1 1 1 0 0,1-1-1 0 0,-1 1 0 0 0,1-1 1 0 0,-1 1-1 0 0,1-1 0 0 0,0 1 1 0 0,-1-1-1 0 0,1 1 0 0 0,0 0 1 0 0,-1-1-1 0 0,1 1 0 0 0,0-1 1 0 0,0 1-1 0 0,0 0 0 0 0,0-1 1 0 0,0 1-1 0 0,0 0 0 0 0,0-1 1 0 0,0 1-1 0 0,0 0 0 0 0,0-1 1 0 0,0 1-1 0 0,0 0 0 0 0,-52 278 1210 0 0,46-253-1824 0 0,-2 0 0 0 0,-13 31 1 0 0,15-47-371 0 0,2-5-1617 0 0</inkml:trace>
</inkml:ink>
</file>

<file path=ppt/ink/ink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4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97 880 0 0,'-17'-6'7653'0'0,"36"0"-5612"0"0,49-3-2922 0 0,-58 8 1638 0 0,193-28 197 0 0,-82 10-425 0 0,0 5 0 0 0,176 2 0 0 0,-148 20-3 0 0,-147-8-426 0 0,20 5-227 0 0,3 0-3842 0 0,-14-1-748 0 0</inkml:trace>
</inkml:ink>
</file>

<file path=ppt/ink/ink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5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5 384 0 0,'1'-5'10904'0'0,"-18"203"-9818"0"0,0-19-521 0 0,8-131 370 0 0,4-20-2970 0 0,4-14-5012 0 0,-2-56 4351 0 0</inkml:trace>
</inkml:ink>
</file>

<file path=ppt/ink/ink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5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2 124 296 0 0,'0'0'213'0'0,"0"0"0"0"0,0-1 0 0 0,-1 1 0 0 0,1-1 1 0 0,0 1-1 0 0,0-1 0 0 0,0 1 0 0 0,0 0 0 0 0,-1-1 0 0 0,1 1 0 0 0,0-1 0 0 0,0 1 0 0 0,0-1 0 0 0,0 1 0 0 0,0-1 1 0 0,0 1-1 0 0,0-1 0 0 0,1 1 0 0 0,-1 0 0 0 0,0-1 0 0 0,0 1 0 0 0,0-1 0 0 0,0 1 0 0 0,0-1 0 0 0,1 1 1 0 0,-1 0-1 0 0,0-1 0 0 0,0 1 0 0 0,1 0 0 0 0,-1-1 0 0 0,0 1 0 0 0,1-1 0 0 0,-1 1 0 0 0,0 0 0 0 0,1-1 0 0 0,23-15 1995 0 0,29-6-1681 0 0,-11 8 56 0 0,-9 2-378 0 0,-1 2 1 0 0,2 1 0 0 0,-1 1 0 0 0,1 2 0 0 0,49-2 0 0 0,-65 7 26 0 0,-16 0-360 0 0,-1 1 1 0 0,1-1-1 0 0,0 1 0 0 0,-1 0 1 0 0,1 0-1 0 0,0-1 0 0 0,-1 1 1 0 0,1 0-1 0 0,0 0 0 0 0,-1 0 1 0 0,1 1-1 0 0,0-1 0 0 0,-1 0 0 0 0,1 1 1 0 0,-1-1-1 0 0,1 1 0 0 0,-1-1 1 0 0,1 1-1 0 0,-1 0 0 0 0,1 0 1 0 0,-1 0-1 0 0,1 0 0 0 0,-1 0 1 0 0,0 0-1 0 0,0 0 0 0 0,1 0 1 0 0,-1 0-1 0 0,0 0 0 0 0,0 1 1 0 0,0-1-1 0 0,1 3 0 0 0</inkml:trace>
</inkml:ink>
</file>

<file path=ppt/ink/ink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6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68 784 0 0,'-1'0'155'0'0,"1"0"1"0"0,0 0-1 0 0,0 0 1 0 0,0 0-1 0 0,-1 0 0 0 0,1 0 1 0 0,0 0-1 0 0,0 0 1 0 0,-1 0-1 0 0,1 1 0 0 0,-1 0 933 0 0,1-1-933 0 0,0 0 1 0 0,0 0-1 0 0,-1 0 0 0 0,1 1 1 0 0,0-1-1 0 0,0 0 1 0 0,0 0-1 0 0,0 0 0 0 0,0 1 1 0 0,0-1-1 0 0,0 0 1 0 0,0 0-1 0 0,0 1 0 0 0,0-1 1 0 0,0 0-1 0 0,0 0 0 0 0,0 1 1 0 0,0-1-1 0 0,0 0 1 0 0,0 0-1 0 0,0 0 0 0 0,0 1 1 0 0,0-1-1 0 0,0 0 0 0 0,0 0 1 0 0,0 1-1 0 0,1-1 1 0 0,12 4 1380 0 0,23-5-1158 0 0,94-25 1377 0 0,-1 0-2949 0 0,-42 6-4667 0 0,-61 14 3303 0 0</inkml:trace>
</inkml:ink>
</file>

<file path=ppt/ink/ink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6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66 132 0 0,'-3'-39'5075'0'0,"0"12"1263"0"0,-19 40-5979 0 0,6 2-256 0 0,0 0 1 0 0,0 0-1 0 0,1 2 0 0 0,2 0 0 0 0,-1 0 0 0 0,2 2 0 0 0,0-1 0 0 0,-10 24 0 0 0,8-18-44 0 0,1 1-1 0 0,2 1 1 0 0,0-1 0 0 0,2 2 0 0 0,0 0 0 0 0,2 0-1 0 0,1 0 1 0 0,2 1 0 0 0,0 0 0 0 0,2-1-1 0 0,1 1 1 0 0,1 1 0 0 0,1-2 0 0 0,2 1 0 0 0,1 0-1 0 0,1 0 1 0 0,1-1 0 0 0,1 0 0 0 0,2 0 0 0 0,0-1-1 0 0,2 0 1 0 0,1-1 0 0 0,22 34 0 0 0,-12-26 88 0 0,1 0-1 0 0,2-2 1 0 0,2 0 0 0 0,0-2 0 0 0,2-1 0 0 0,1-1 0 0 0,1-2 0 0 0,2-1 0 0 0,49 28-1 0 0,-75-46 83 0 0,5 3 909 0 0,-9-40-15416 0 0</inkml:trace>
</inkml:ink>
</file>

<file path=ppt/ink/ink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7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26 740 0 0,'-13'-25'10340'0'0,"17"45"-6247"0"0,5 26-5391 0 0,-2-14-1392 0 0,2-19-3181 0 0,-4-4 2881 0 0</inkml:trace>
</inkml:ink>
</file>

<file path=ppt/ink/ink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7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6 972 0 0,'2'-5'4317'0'0,"-1"5"-4163"0"0,-1 0 1 0 0,0 0-1 0 0,0 0 0 0 0,0 0 0 0 0,1 0 0 0 0,-1 0 0 0 0,0 0 1 0 0,0 0-1 0 0,0 0 0 0 0,5 2 3701 0 0,-5-2-3701 0 0,5 23 1737 0 0,-2 41-9876 0 0,-3-49 5315 0 0</inkml:trace>
</inkml:ink>
</file>

<file path=ppt/ink/ink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7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94 888 0 0,'20'12'3476'0'0,"-11"7"-2913"0"0,0 1-1 0 0,-2 1 1 0 0,0-1 0 0 0,-1 1 0 0 0,-1 0 0 0 0,-1 1 0 0 0,-1-1 0 0 0,-1 1-1 0 0,-1 31 1 0 0,-1-49-516 0 0,1 0 0 0 0,-1 1 0 0 0,0-1 0 0 0,-1 0 0 0 0,1 0 0 0 0,-1 0 0 0 0,0 0 0 0 0,0 0 0 0 0,0 0 0 0 0,-1 0 0 0 0,1-1 0 0 0,-1 1 0 0 0,0 0 0 0 0,0-1 0 0 0,0 1 0 0 0,0-1 0 0 0,-1 0 0 0 0,1 0 0 0 0,-1 1 0 0 0,0-2 0 0 0,0 1 0 0 0,0 0 0 0 0,0-1 0 0 0,-1 1 0 0 0,1-1 0 0 0,-1 0 0 0 0,1 0 0 0 0,-1 0 0 0 0,-6 1 0 0 0,7-2-19 0 0,-1 0-1 0 0,0-1 1 0 0,0 1-1 0 0,0-1 0 0 0,0 0 1 0 0,0 0-1 0 0,0-1 0 0 0,1 1 1 0 0,-1-1-1 0 0,0 0 1 0 0,0 0-1 0 0,0 0 0 0 0,1 0 1 0 0,-1-1-1 0 0,1 1 0 0 0,-1-1 1 0 0,1 0-1 0 0,-1 0 1 0 0,1 0-1 0 0,0-1 0 0 0,0 1 1 0 0,0-1-1 0 0,0 1 0 0 0,1-1 1 0 0,-1 0-1 0 0,-3-7 1 0 0,-1 1 9 0 0,0-1 1 0 0,1 1 0 0 0,1-1 0 0 0,0-1-1 0 0,0 1 1 0 0,1-1 0 0 0,0 0-1 0 0,-2-11 1 0 0,5 11-3 0 0,-1-1 1 0 0,2 1-1 0 0,-1-1 0 0 0,2 1 1 0 0,-1-1-1 0 0,2 1 1 0 0,-1-1-1 0 0,2 1 0 0 0,-1 0 1 0 0,2 0-1 0 0,-1 0 0 0 0,2 0 1 0 0,-1 0-1 0 0,1 1 0 0 0,1 0 1 0 0,0 0-1 0 0,0 1 0 0 0,1-1 1 0 0,0 1-1 0 0,17-15 0 0 0,-18 17-28 0 0,1 1 0 0 0,0 1 1 0 0,0-1-1 0 0,1 1 0 0 0,0 0 0 0 0,0 1 0 0 0,0 0 0 0 0,0 0 0 0 0,1 0 0 0 0,0 1 0 0 0,-1 1 1 0 0,1 0-1 0 0,0 0 0 0 0,0 0 0 0 0,0 1 0 0 0,0 0 0 0 0,1 1 0 0 0,-1 0 0 0 0,0 1 0 0 0,0 0 1 0 0,0 0-1 0 0,0 1 0 0 0,0 0 0 0 0,0 0 0 0 0,-1 1 0 0 0,15 7 0 0 0,-3 1 23 0 0,0 0 0 0 0,-1 2 0 0 0,-1 0 0 0 0,0 1 0 0 0,-1 1 0 0 0,0 0 0 0 0,-2 2 0 0 0,1-1 0 0 0,-2 2 0 0 0,0 0 0 0 0,-2 1 0 0 0,0 0 0 0 0,-1 1 0 0 0,16 39 0 0 0,-26-56-69 0 0,0 0 0 0 0,0 0 0 0 0,0 0 0 0 0,0 0 0 0 0,-1 1 0 0 0,0-1 0 0 0,1 0 0 0 0,-1 0 0 0 0,0 1 0 0 0,-1-1 0 0 0,1 0 0 0 0,0 0 0 0 0,-1 1 0 0 0,0-1 0 0 0,0 0 0 0 0,0 0 0 0 0,0 0 0 0 0,0 0 0 0 0,-1 0 1 0 0,1 0-1 0 0,-1-1 0 0 0,-3 5 0 0 0,2-4-531 0 0,-1 1 1 0 0,1-1 0 0 0,-1 1-1 0 0,0-1 1 0 0,0 0 0 0 0,-1-1-1 0 0,1 1 1 0 0,-1-1-1 0 0,1 0 1 0 0,-1 0 0 0 0,0 0-1 0 0,1-1 1 0 0,-10 2 0 0 0,-3 2-2241 0 0</inkml:trace>
</inkml:ink>
</file>

<file path=ppt/ink/ink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8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1 373 56 0 0,'4'-3'725'0'0,"10"-5"-323"0"0,0 0 1 0 0,1 2 0 0 0,0 0 0 0 0,0 0-1 0 0,0 2 1 0 0,24-5 0 0 0,11-5 163 0 0,45-10 242 0 0,-45 12-315 0 0,94-36 0 0 0,-130 42-379 0 0,-1 0 0 0 0,0-1 0 0 0,0-1 0 0 0,-1 0 0 0 0,0 0 0 0 0,0-1 1 0 0,-1-1-1 0 0,0 0 0 0 0,-1 0 0 0 0,0-1 0 0 0,12-17 0 0 0,-19 23 219 0 0,-1-1 1 0 0,1 1 0 0 0,-1-1-1 0 0,0 0 1 0 0,0 1 0 0 0,0-1-1 0 0,-1 0 1 0 0,0 0-1 0 0,0 0 1 0 0,-1 0 0 0 0,0-10-1 0 0,0 14 149 0 0,-2-13 431 0 0,-1 8-202 0 0,1 7 917 0 0,-15 46-1472 0 0,3 0-1 0 0,2 1 1 0 0,2 1-1 0 0,-5 60 1 0 0,8-25 53 0 0,9 143-1 0 0,-4-144 581 0 0,-3-68 768 0 0,0-54-860 0 0,3-2-650 0 0,2 0-1 0 0,1 1 1 0 0,14-82-1 0 0,-10 99-85 0 0,1 0-1 0 0,1 0 1 0 0,1 1 0 0 0,1-1-1 0 0,1 2 1 0 0,1-1 0 0 0,1 2-1 0 0,15-22 1 0 0,-18 31-15 0 0,1 1 0 0 0,0 0 0 0 0,1 0 0 0 0,0 1 0 0 0,21-15 0 0 0,-26 21 9 0 0,0 0 0 0 0,0 0 0 0 0,1 1 0 0 0,-1 0 0 0 0,1 0-1 0 0,-1 1 1 0 0,1 0 0 0 0,0 0 0 0 0,0 0 0 0 0,0 1 0 0 0,0 0 0 0 0,0 0 0 0 0,0 1 0 0 0,8 0 0 0 0,-12 0 27 0 0,0 1 1 0 0,0-1 0 0 0,0 1-1 0 0,-1 0 1 0 0,1 0-1 0 0,0 0 1 0 0,-1 0 0 0 0,1 0-1 0 0,-1 0 1 0 0,1 1 0 0 0,-1-1-1 0 0,0 1 1 0 0,1-1-1 0 0,-1 1 1 0 0,0 0 0 0 0,0 0-1 0 0,0 0 1 0 0,0 1 0 0 0,-1-1-1 0 0,1 0 1 0 0,-1 0-1 0 0,1 1 1 0 0,-1-1 0 0 0,0 1-1 0 0,0 0 1 0 0,0-1-1 0 0,0 1 1 0 0,0 0 0 0 0,-1-1-1 0 0,1 1 1 0 0,0 3 0 0 0,-1-1 3 0 0,0 0-1 0 0,0-1 1 0 0,0 1 0 0 0,-1 0 0 0 0,1 0 0 0 0,-1 0 0 0 0,0-1 0 0 0,-1 1 0 0 0,1 0 0 0 0,-1-1 0 0 0,0 1 0 0 0,0-1 0 0 0,0 0 0 0 0,-1 0-1 0 0,1 1 1 0 0,-1-2 0 0 0,-4 6 0 0 0,-4 1-51 0 0,0 0 0 0 0,-1-1 0 0 0,0 0 0 0 0,0-1 0 0 0,-16 8 0 0 0,-11 0-2590 0 0,26-15 822 0 0,7-16-8003 0 0</inkml:trace>
</inkml:ink>
</file>

<file path=ppt/ink/ink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8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1 920 0 0,'0'0'3733'0'0,"17"22"-1261"0"0,-6 22-782 0 0,-2 2 1 0 0,3 56 0 0 0,-9-61-1132 0 0,-2-1 0 0 0,-2 1 0 0 0,-2-1 1 0 0,-1 0-1 0 0,-13 53 0 0 0,15-88-399 0 0,1 1-1 0 0,-1-1 0 0 0,0 1 1 0 0,0-1-1 0 0,-1 0 1 0 0,1 0-1 0 0,-7 8 1 0 0,8-12 390 0 0,1-1-543 0 0,0-1 0 0 0,0 1 0 0 0,0 0 0 0 0,0-1 0 0 0,0 1 0 0 0,0 0 1 0 0,0-1-1 0 0,0 1 0 0 0,-1 0 0 0 0,1-1 0 0 0,0 1 0 0 0,0 0 0 0 0,0 0 0 0 0,-1-1 1 0 0,1 1-1 0 0,0 0 0 0 0,0 0 0 0 0,-1-1 0 0 0,1 1 0 0 0,0 0 0 0 0,0 0 1 0 0,-1 0-1 0 0,1 0 0 0 0,0-1 0 0 0,-1 1 0 0 0,1 0 0 0 0,0 0 0 0 0,-1 0 0 0 0,1 0 1 0 0,0 0-1 0 0,-1 0 0 0 0,1 0 0 0 0,-1 0 0 0 0,1 0 1 0 0,-1 0 0 0 0,0-1 0 0 0,1 1-1 0 0,-1 0 1 0 0,0 0 0 0 0,1 0 0 0 0,-1-1 0 0 0,0 1-1 0 0,1 0 1 0 0,-1-1 0 0 0,1 1 0 0 0,-1-1 0 0 0,0 1 0 0 0,1-1-1 0 0,-1 1 1 0 0,1-1 0 0 0,0 1 0 0 0,-1-1 0 0 0,1 1-1 0 0,-1-1 1 0 0,1 1 0 0 0,0-1 0 0 0,-1 0 0 0 0,1 1 0 0 0,0-1-1 0 0,0 0 1 0 0,-1 0 0 0 0,-1-13 33 0 0,1 1-1 0 0,0-1 1 0 0,1 0 0 0 0,1 1-1 0 0,0-1 1 0 0,1 1 0 0 0,0-1-1 0 0,1 1 1 0 0,0 0 0 0 0,1 0-1 0 0,1 0 1 0 0,0 0 0 0 0,1 1-1 0 0,0 0 1 0 0,8-13 0 0 0,-9 17-63 0 0,0 0 0 0 0,0 0 0 0 0,1 1 0 0 0,0 0 0 0 0,0 0 0 0 0,1 0 0 0 0,0 1 0 0 0,0 0 0 0 0,0 0 1 0 0,1 0-1 0 0,0 1 0 0 0,0 0 0 0 0,0 1 0 0 0,1 0 0 0 0,0 0 0 0 0,-1 1 0 0 0,1 0 0 0 0,0 1 0 0 0,1 0 0 0 0,-1 0 0 0 0,0 1 0 0 0,1 0 1 0 0,9 0-1 0 0,-17 1-11 0 0,0 0 1 0 0,0 0 0 0 0,0 0-1 0 0,0 0 1 0 0,0 0-1 0 0,0 1 1 0 0,1-1 0 0 0,-1 0-1 0 0,0 1 1 0 0,-1 0-1 0 0,1-1 1 0 0,0 1 0 0 0,0 0-1 0 0,0 0 1 0 0,0 0 0 0 0,-1 0-1 0 0,1 0 1 0 0,0 1-1 0 0,-1-1 1 0 0,1 1 0 0 0,-1-1-1 0 0,1 1 1 0 0,-1-1 0 0 0,0 1-1 0 0,0 0 1 0 0,0-1-1 0 0,0 1 1 0 0,0 0 0 0 0,0 0-1 0 0,0 0 1 0 0,0 3 0 0 0,0-3-39 0 0,-21 23-84 0 0,9-19 17 0 0,0 0 0 0 0,-1-1 1 0 0,0 0-1 0 0,0-1 0 0 0,0-1 1 0 0,-25 5-1 0 0,35-8-323 0 0,-5-3-513 0 0,6 3 761 0 0,0 0 0 0 0,0 0 1 0 0,0 0-1 0 0,0 0 0 0 0,0 0 0 0 0,0-1 0 0 0,0 1 1 0 0,0-1-1 0 0,0 1 0 0 0,0 0 0 0 0,0-1 1 0 0,0 0-1 0 0,0 1 0 0 0,0-1 0 0 0,0 1 0 0 0,0-1 1 0 0,0 0-1 0 0,1 0 0 0 0,-1 0 0 0 0,0 1 0 0 0,0-1 1 0 0,0-2-1 0 0,0-5-3348 0 0</inkml:trace>
</inkml:ink>
</file>

<file path=ppt/ink/ink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9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35 524 0 0,'19'-34'15461'0'0,"-21"39"-15196"0"0,-14 28 123 0 0,1 1-1 0 0,2 0 1 0 0,-15 62-1 0 0,24-80-332 0 0,1 0 0 0 0,1 0 0 0 0,0 0 0 0 0,1 0 0 0 0,1 0 0 0 0,0 0 0 0 0,1 0 0 0 0,1 0 0 0 0,0 0 0 0 0,2 0 0 0 0,6 20 0 0 0,-9-31-96 0 0,1-1 1 0 0,1 1-1 0 0,-1-1 0 0 0,0 1 1 0 0,1-1-1 0 0,0 0 1 0 0,0 0-1 0 0,1 0 0 0 0,-1-1 1 0 0,1 1-1 0 0,-1-1 1 0 0,1 0-1 0 0,0 0 0 0 0,0 0 1 0 0,1 0-1 0 0,-1-1 1 0 0,0 0-1 0 0,1 1 0 0 0,0-2 1 0 0,-1 1-1 0 0,1-1 1 0 0,0 1-1 0 0,0-1 0 0 0,0 0 1 0 0,0-1-1 0 0,7 1 1 0 0,-4-2-18 0 0,-1 1 1 0 0,1-1-1 0 0,0-1 1 0 0,-1 1 0 0 0,1-1-1 0 0,-1-1 1 0 0,0 1-1 0 0,1-1 1 0 0,-1 0-1 0 0,-1-1 1 0 0,1 0 0 0 0,0 0-1 0 0,-1 0 1 0 0,0-1-1 0 0,0 0 1 0 0,9-10 0 0 0,-10 10 53 0 0,1-1 0 0 0,-2 0 0 0 0,1-1 0 0 0,-1 1 0 0 0,0-1 0 0 0,6-13 0 0 0,-10 19 33 0 0,1-1-1 0 0,0 1 1 0 0,-1-1 0 0 0,1 1 0 0 0,-1-1 0 0 0,0 0 0 0 0,0 1 0 0 0,1-1 0 0 0,-1 0 0 0 0,0 1 0 0 0,0-1 0 0 0,-1 1 0 0 0,1-1 0 0 0,0 0 0 0 0,0 1-1 0 0,-1-1 1 0 0,1 1 0 0 0,-1-1 0 0 0,0 1 0 0 0,1-1 0 0 0,-1 1 0 0 0,0-1 0 0 0,0 1 0 0 0,0 0 0 0 0,0-1 0 0 0,0 1 0 0 0,0 0 0 0 0,0 0 0 0 0,0 0-1 0 0,0 0 1 0 0,0 0 0 0 0,-1 0 0 0 0,1 0 0 0 0,-1 0 0 0 0,1 0 0 0 0,0 1 0 0 0,-3-2 0 0 0,3 2 135 0 0,-2-1-126 0 0,1 1 0 0 0,-1 0 0 0 0,1 0 0 0 0,-1 0 0 0 0,1 0 0 0 0,-1 1 0 0 0,1-1 1 0 0,-1 1-1 0 0,1-1 0 0 0,-1 1 0 0 0,1 0 0 0 0,-1 0 0 0 0,1 0 0 0 0,0 0 0 0 0,0 1 0 0 0,-1-1 0 0 0,1 0 0 0 0,0 1 0 0 0,-2 1 0 0 0,3 0-38 0 0,0-1 0 0 0,0 1-1 0 0,0 0 1 0 0,0-1-1 0 0,1 1 1 0 0,-1 0-1 0 0,1 0 1 0 0,-1 0 0 0 0,1-1-1 0 0,0 1 1 0 0,0 0-1 0 0,0 0 1 0 0,0 0-1 0 0,1-1 1 0 0,-1 1-1 0 0,2 4 1 0 0,-1-5-82 0 0,0 0-1 0 0,0 1 1 0 0,0-1-1 0 0,0 0 1 0 0,1 0 0 0 0,-1-1-1 0 0,0 1 1 0 0,1 0-1 0 0,-1 0 1 0 0,1-1 0 0 0,0 1-1 0 0,0-1 1 0 0,-1 1 0 0 0,1-1-1 0 0,0 0 1 0 0,0 1-1 0 0,4 0 1 0 0,35 13-2396 0 0,-3-11-394 0 0,-13-6-2631 0 0,-9 1 2106 0 0</inkml:trace>
</inkml:ink>
</file>

<file path=ppt/ink/ink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39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1208 0 0,'0'0'14537'0'0,"3"5"-14401"0"0,0 0-87 0 0,0 0 0 0 0,-1 1 0 0 0,0-1 0 0 0,0 1 0 0 0,0-1 0 0 0,0 1 0 0 0,-1 0 0 0 0,0 0 0 0 0,1 11 0 0 0,-7 59-4776 0 0,5-75 4636 0 0,0 1-1077 0 0</inkml:trace>
</inkml:ink>
</file>

<file path=ppt/ink/ink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0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6 628 0 0,'17'-6'13502'0'0,"-31"65"-13965"0"0,12-54-70 0 0,-1 1 1 0 0,1-1-1 0 0,-2 0 0 0 0,1 0 1 0 0,0 0-1 0 0,-1 0 0 0 0,0 0 0 0 0,-7 6 1 0 0,-1 1-2826 0 0,3 2 255 0 0</inkml:trace>
</inkml:ink>
</file>

<file path=ppt/ink/ink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0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12 1140 0 0,'0'0'3424'0'0,"2"-11"3740"0"0,-6 10-7070 0 0,1 1 0 0 0,0 0 1 0 0,-1 0-1 0 0,1 1 1 0 0,0-1-1 0 0,-1 1 0 0 0,1 0 1 0 0,0-1-1 0 0,0 2 0 0 0,-1-1 1 0 0,1 0-1 0 0,0 0 0 0 0,0 1 1 0 0,0 0-1 0 0,1 0 1 0 0,-1-1-1 0 0,0 2 0 0 0,1-1 1 0 0,-1 0-1 0 0,1 0 0 0 0,0 1 1 0 0,-1-1-1 0 0,1 1 1 0 0,0 0-1 0 0,1 0 0 0 0,-1 0 1 0 0,-1 3-1 0 0,3-2-73 0 0,0-1 0 0 0,0 1 0 0 0,0-1 0 0 0,1 0 0 0 0,0 0 0 0 0,0 1 0 0 0,0-1 0 0 0,0 0-1 0 0,0 0 1 0 0,0 0 0 0 0,1 0 0 0 0,-1 0 0 0 0,1 0 0 0 0,2 3 0 0 0,6 17-607 0 0,-14-20 298 0 0,0 0 1 0 0,0-1-1 0 0,0 0 0 0 0,0 1 0 0 0,-1-1 1 0 0,1-1-1 0 0,0 1 0 0 0,-8 1 1 0 0,-23 3-5483 0 0,33-6 5395 0 0,-9 2-2641 0 0</inkml:trace>
</inkml:ink>
</file>

<file path=ppt/ink/ink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09:41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17 612 0 0,'0'-1'243'0'0,"0"1"0"0"0,0-1 0 0 0,0 1 0 0 0,0-1 0 0 0,0 1 0 0 0,0-1 0 0 0,0 0 0 0 0,0 1 0 0 0,0-1 0 0 0,0 1 0 0 0,0-1 0 0 0,0 1 0 0 0,1-1 0 0 0,-1 1 0 0 0,0-1 0 0 0,0 1 0 0 0,1-1 0 0 0,-1 1 0 0 0,0-1 0 0 0,1 1 0 0 0,-1-1 0 0 0,0 1 0 0 0,1-1 0 0 0,-1 1 0 0 0,0-1 0 0 0,1 1 0 0 0,-1 0 1 0 0,1-1-1 0 0,-1 1 0 0 0,1 0 0 0 0,-1 0 0 0 0,1-1 0 0 0,-1 1 0 0 0,1 0 0 0 0,-1 0 0 0 0,1 0 0 0 0,0-1 0 0 0,-1 1 0 0 0,1 0 0 0 0,-1 0 0 0 0,1 0 0 0 0,-1 0 0 0 0,2 0 0 0 0,6 10 3176 0 0,-3 8-4003 0 0,-5-8 643 0 0,-1 0-1 0 0,0-1 1 0 0,0 1 0 0 0,-1 0-1 0 0,0-1 1 0 0,-1 0 0 0 0,0 1-1 0 0,-7 13 1 0 0,-8 19-3378 0 0,6-15-2465 0 0</inkml:trace>
</inkml:ink>
</file>

<file path=ppt/ink/ink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29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17 380 0 0,'-18'-13'4278'0'0,"5"10"1901"0"0,11 8-6088 0 0,-1 0-1 0 0,1 0 1 0 0,-1 0-1 0 0,2 0 1 0 0,-1 1-1 0 0,0-1 1 0 0,1 1 0 0 0,0-1-1 0 0,1 1 1 0 0,-1 10-1 0 0,3 70 437 0 0,0-52-356 0 0,20 232 834 0 0,-14-190-1474 0 0,-8-75 161 0 0,-24-17-10411 0 0</inkml:trace>
</inkml:ink>
</file>

<file path=ppt/ink/ink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0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1 233 676 0 0,'1'-6'222'0'0,"0"0"0"0"0,1 0 0 0 0,0 0 0 0 0,1 0 0 0 0,-1 1 0 0 0,1-1 0 0 0,0 1 0 0 0,0 0-1 0 0,1 0 1 0 0,0 0 0 0 0,0 0 0 0 0,0 1 0 0 0,0 0 0 0 0,0-1 0 0 0,1 2 0 0 0,0-1 0 0 0,0 0 0 0 0,7-3 0 0 0,12-8 443 0 0,1 2-1 0 0,42-18 1 0 0,-22 14-21 0 0,0 1 0 0 0,83-16 0 0 0,-105 28-720 0 0,0 0 1 0 0,0 2-1 0 0,0 1 0 0 0,1 1 0 0 0,-1 0 0 0 0,1 2 1 0 0,40 8-1 0 0,-58-8-176 0 0,1 0-1 0 0,0 0 1 0 0,0 1 0 0 0,-1-1 0 0 0,0 2-1 0 0,11 5 1 0 0,-2 10-3104 0 0,-13-10 1617 0 0</inkml:trace>
</inkml:ink>
</file>

<file path=ppt/ink/ink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0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0 194 596 0 0,'0'0'3522'0'0,"10"-2"-3026"0"0,227-73 1734 0 0,-3 1-931 0 0,-171 58-878 0 0,-61 16-360 0 0,2 1-26 0 0,-3-1-32 0 0,0 0-1 0 0,-1 0 0 0 0,1 0 1 0 0,0 0-1 0 0,-1 0 1 0 0,1 0-1 0 0,0 0 1 0 0,-1 0-1 0 0,1 0 0 0 0,-1 1 1 0 0,1-1-1 0 0,0 0 1 0 0,-1 0-1 0 0,1 1 1 0 0,-1-1-1 0 0,1 0 1 0 0,-1 1-1 0 0,1-1 0 0 0,-1 1 1 0 0,1-1-1 0 0,-1 1 1 0 0,1-1-1 0 0,-1 1 1 0 0,0-1-1 0 0,1 1 0 0 0,-1-1 1 0 0,0 1-1 0 0,1-1 1 0 0,-1 1-1 0 0,0 0 1 0 0,0-1-1 0 0,1 1 0 0 0,-1-1 1 0 0,0 1-1 0 0,0 0 1 0 0,0 0-1 0 0,-1 3 6 0 0,0 0 0 0 0,1 1-1 0 0,-1-1 1 0 0,1 0 0 0 0,0 0-1 0 0,0 0 1 0 0,0 0 0 0 0,1 0 0 0 0,-1 0-1 0 0,1 0 1 0 0,0 0 0 0 0,0 0-1 0 0,1 0 1 0 0,-1 0 0 0 0,1 0-1 0 0,0-1 1 0 0,0 1 0 0 0,0-1 0 0 0,0 1-1 0 0,4 4 1 0 0,-1-4 26 0 0,-1 0-1 0 0,1 1 1 0 0,1-2-1 0 0,-1 1 1 0 0,0 0 0 0 0,1-1-1 0 0,0 0 1 0 0,0-1-1 0 0,-1 1 1 0 0,13 2 0 0 0,-15-4 32 0 0,0-1 1 0 0,0 1 0 0 0,0-1 0 0 0,1 1-1 0 0,-1-1 1 0 0,0 0 0 0 0,0-1 0 0 0,0 1-1 0 0,1 0 1 0 0,-1-1 0 0 0,0 0 0 0 0,0 0-1 0 0,0 0 1 0 0,0 0 0 0 0,0 0 0 0 0,0 0-1 0 0,0-1 1 0 0,0 0 0 0 0,0 1 0 0 0,-1-1-1 0 0,5-5 1 0 0,-3 4 40 0 0,-1 0 1 0 0,0-1-1 0 0,0 1 0 0 0,0-1 0 0 0,-1 0 1 0 0,1 0-1 0 0,-1 0 0 0 0,0 0 0 0 0,0-1 1 0 0,0 1-1 0 0,-1 0 0 0 0,1-1 1 0 0,0-6-1 0 0,-2 4-41 0 0,-1-1 0 0 0,0 1 0 0 0,-1 0 0 0 0,1 0 0 0 0,-1 0-1 0 0,-1 0 1 0 0,1 1 0 0 0,-1-1 0 0 0,0 1 0 0 0,-7-11 0 0 0,9 16-505 0 0,-23 17-9867 0 0</inkml:trace>
</inkml:ink>
</file>

<file path=ppt/ink/ink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0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36 652 0 0,'0'0'728'0'0,"34"16"2475"0"0,-1 21-1821 0 0,-25-27-986 0 0,0-1-1 0 0,0 0 1 0 0,1-1 0 0 0,0 0 0 0 0,1 0 0 0 0,11 7 0 0 0,-19-14 47 0 0,-2-1-377 0 0,0 1 1 0 0,1-1-1 0 0,-1 0 0 0 0,1 0 1 0 0,-1 0-1 0 0,0 1 1 0 0,1-1-1 0 0,-1 0 1 0 0,1 0-1 0 0,-1 0 0 0 0,1 0 1 0 0,-1 0-1 0 0,1 0 1 0 0,-1 0-1 0 0,0 0 0 0 0,1 0 1 0 0,-1 0-1 0 0,1 0 1 0 0,-1 0-1 0 0,1 0 0 0 0,-1 0 1 0 0,1 0-1 0 0,-1-1 1 0 0,0 1-1 0 0,1 0 1 0 0,-1 0-1 0 0,1-1 0 0 0,40-53 1377 0 0,2-4-2545 0 0,-9 22-5155 0 0,-24 28 3375 0 0</inkml:trace>
</inkml:ink>
</file>

<file path=ppt/ink/ink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1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1 112 1180 0 0,'0'0'2954'0'0,"-1"-8"-1967"0"0,1 8-942 0 0,0 1-1 0 0,1-1 0 0 0,-1 0 1 0 0,0 0-1 0 0,0 0 0 0 0,0 0 1 0 0,0 0-1 0 0,0 0 0 0 0,0 0 1 0 0,0 0-1 0 0,0 0 0 0 0,0 0 1 0 0,1 0-1 0 0,-1 0 0 0 0,0 0 1 0 0,0 0-1 0 0,0 0 1 0 0,0 0-1 0 0,0 0 0 0 0,0 0 1 0 0,0 0-1 0 0,1 0 0 0 0,-1 0 1 0 0,0 0-1 0 0,0 0 0 0 0,0 0 1 0 0,0 0-1 0 0,0 0 0 0 0,0 0 1 0 0,0 0-1 0 0,1 0 0 0 0,-1 0 1 0 0,0 0-1 0 0,0 0 0 0 0,0 0 1 0 0,0 0-1 0 0,0 0 1 0 0,0 0-1 0 0,0 0 0 0 0,0 0 1 0 0,0 0-1 0 0,1-1 0 0 0,-1 1 1 0 0,0 0-1 0 0,0 0 0 0 0,0 0 1 0 0,0 0-1 0 0,0 0 0 0 0,0 0 1 0 0,0 0-1 0 0,0 0 0 0 0,0-1 1 0 0,0 1-1 0 0,0 0 1 0 0,0 0-1 0 0,0 0 0 0 0,0 0 1 0 0,0 0-1 0 0,0 0 0 0 0,0 0 1 0 0,0-1-1 0 0,0 1 0 0 0,0 0 1 0 0,0 0-1 0 0,0 0 0 0 0,0 0 1 0 0,0 0-1 0 0,0 0 0 0 0,35 34 1005 0 0,-2 1 0 0 0,33 46 0 0 0,-65-80-947 0 0,-14-25 1882 0 0,6 12-1903 0 0,1 0 0 0 0,1-1 0 0 0,0 0 1 0 0,1 0-1 0 0,0 0 0 0 0,1 0 0 0 0,0-1 0 0 0,-1-17 1 0 0,4 27-77 0 0,0 1 0 0 0,1-1 0 0 0,-1 0 1 0 0,1 0-1 0 0,0 1 0 0 0,-1-1 1 0 0,2 0-1 0 0,-1 1 0 0 0,0-1 1 0 0,1 1-1 0 0,0-1 0 0 0,-1 1 1 0 0,1 0-1 0 0,1 0 0 0 0,-1 0 1 0 0,0 0-1 0 0,1 0 0 0 0,-1 0 1 0 0,1 0-1 0 0,0 1 0 0 0,0 0 0 0 0,0-1 1 0 0,0 1-1 0 0,1 0 0 0 0,-1 1 1 0 0,0-1-1 0 0,1 0 0 0 0,-1 1 1 0 0,1 0-1 0 0,0 0 0 0 0,-1 0 1 0 0,8-1-1 0 0,4 0-5 0 0,1 1 1 0 0,0 0-1 0 0,0 1 1 0 0,-1 0-1 0 0,1 1 1 0 0,0 1-1 0 0,-1 1 0 0 0,1 0 1 0 0,-1 1-1 0 0,0 0 1 0 0,0 2-1 0 0,0 0 0 0 0,23 12 1 0 0,-22-9-14 0 0,0 1 0 0 0,0 0 1 0 0,-1 1-1 0 0,0 1 0 0 0,-1 0 1 0 0,0 1-1 0 0,-1 0 0 0 0,0 1 0 0 0,-1 1 1 0 0,-1 0-1 0 0,12 20 0 0 0,-21-32 6 0 0,0 0-1 0 0,-1 1 1 0 0,1-1-1 0 0,-1 1 0 0 0,1-1 1 0 0,-1 1-1 0 0,0 0 1 0 0,0 0-1 0 0,-1-1 1 0 0,1 1-1 0 0,-1 0 1 0 0,0 0-1 0 0,0 0 0 0 0,0 0 1 0 0,0-1-1 0 0,-1 1 1 0 0,1 0-1 0 0,-1 0 1 0 0,0 0-1 0 0,-2 5 1 0 0,0-5 3 0 0,0 0 1 0 0,1 0 0 0 0,-1-1-1 0 0,-1 1 1 0 0,1-1 0 0 0,0 1-1 0 0,-1-1 1 0 0,0 0 0 0 0,0 0-1 0 0,0-1 1 0 0,0 1 0 0 0,0-1-1 0 0,0 0 1 0 0,-6 3 0 0 0,-5 0-5 0 0,1-1 0 0 0,0 0 0 0 0,-1-1 0 0 0,0-1 0 0 0,1 0 0 0 0,-1-1 1 0 0,0 0-1 0 0,0-1 0 0 0,-24-4 0 0 0,25 2 13 0 0,10 2-239 0 0,-1 0-1 0 0,1 0 0 0 0,0-1 1 0 0,0 1-1 0 0,0-1 0 0 0,0 0 0 0 0,0 0 1 0 0,0-1-1 0 0,0 1 0 0 0,1-1 1 0 0,-1 0-1 0 0,0 0 0 0 0,1 0 1 0 0,-4-3-1 0 0,8-12-7840 0 0</inkml:trace>
</inkml:ink>
</file>

<file path=ppt/ink/ink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1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0 392 0 0,'0'0'6584'0'0,"-1"6"-6221"0"0,-1-1-280 0 0,1 0 0 0 0,1 0 0 0 0,-1 0 1 0 0,1 0-1 0 0,0-1 0 0 0,0 1 0 0 0,0 0 1 0 0,1 0-1 0 0,0 0 0 0 0,0 0 0 0 0,0 0 1 0 0,0 0-1 0 0,1-1 0 0 0,0 1 0 0 0,0 0 0 0 0,0-1 1 0 0,1 0-1 0 0,3 6 0 0 0,-2-4 56 0 0,1 0 0 0 0,-1-1 0 0 0,1 0 1 0 0,1 0-1 0 0,-1 0 0 0 0,1 0 0 0 0,-1-1 0 0 0,1 0 0 0 0,1 0 0 0 0,-1 0 0 0 0,1-1 0 0 0,10 4 0 0 0,-15-6-79 0 0,0-1 0 0 0,-1 1 0 0 0,1-1-1 0 0,0 0 1 0 0,0 1 0 0 0,0-1 0 0 0,-1 0-1 0 0,1 0 1 0 0,0 0 0 0 0,0 0 0 0 0,0-1-1 0 0,-1 1 1 0 0,1 0 0 0 0,0-1 0 0 0,0 1-1 0 0,-1-1 1 0 0,1 0 0 0 0,0 1 0 0 0,-1-1-1 0 0,1 0 1 0 0,0 0 0 0 0,-1 0 0 0 0,1 0-1 0 0,-1 0 1 0 0,0-1 0 0 0,1 1 0 0 0,-1 0-1 0 0,0-1 1 0 0,0 1 0 0 0,0-1 0 0 0,0 1-1 0 0,0-1 1 0 0,0 1 0 0 0,0-1 0 0 0,-1 0-1 0 0,1 1 1 0 0,0-1 0 0 0,-1 0 0 0 0,1-2-1 0 0,0 0 30 0 0,0-1-1 0 0,0 1 1 0 0,0-1-1 0 0,-1 1 1 0 0,1-1-1 0 0,-1 0 1 0 0,0 1-1 0 0,0-1 0 0 0,-1 1 1 0 0,0-1-1 0 0,1 1 1 0 0,-1-1-1 0 0,-4-7 1 0 0,1 4-79 0 0,-1 0 1 0 0,-1 1-1 0 0,1 0 0 0 0,-1 0 1 0 0,-12-10-1 0 0,18 16-117 0 0,-1 1 0 0 0,1 0-1 0 0,-1-1 1 0 0,1 1 0 0 0,-1 0-1 0 0,1-1 1 0 0,-1 1 0 0 0,1 0 0 0 0,-1 0-1 0 0,1-1 1 0 0,-1 1 0 0 0,1 0-1 0 0,-1 0 1 0 0,1 0 0 0 0,-1 0-1 0 0,0 0 1 0 0,1 0 0 0 0,-1 0 0 0 0,1 0-1 0 0,-1 0 1 0 0,0 0 0 0 0,1 0-1 0 0,-1 0 1 0 0,1 0 0 0 0,-1 1-1 0 0,1-1 1 0 0,-1 0 0 0 0,1 0-1 0 0,-1 1 1 0 0,1-1 0 0 0,-1 0 0 0 0,1 1-1 0 0,-1-1 1 0 0,1 0 0 0 0,-1 1-1 0 0,1-1 1 0 0,0 1 0 0 0,-1 0-1 0 0,-9 4-4766 0 0</inkml:trace>
</inkml:ink>
</file>

<file path=ppt/ink/ink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1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39 236 0 0,'-1'-2'386'0'0,"-1"-1"-1"0"0,0 0 1 0 0,0 1 0 0 0,1-1-1 0 0,-1 1 1 0 0,-1 0 0 0 0,1 0-1 0 0,0 0 1 0 0,-1 0-1 0 0,1 0 1 0 0,-1 0 0 0 0,1 1-1 0 0,-1-1 1 0 0,0 1 0 0 0,1-1-1 0 0,-1 1 1 0 0,0 0 0 0 0,0 0-1 0 0,0 1 1 0 0,0-1-1 0 0,-6 0 1 0 0,7 1 438 0 0,-5 6-375 0 0,6-6-402 0 0,0 1-1 0 0,0 0 1 0 0,-1 0-1 0 0,1 0 1 0 0,0-1-1 0 0,0 1 1 0 0,0 0 0 0 0,0 0-1 0 0,1 1 1 0 0,-1-1-1 0 0,0 0 1 0 0,0 0 0 0 0,1 0-1 0 0,-1 0 1 0 0,0 1-1 0 0,1-1 1 0 0,-1 0-1 0 0,1 1 1 0 0,0-1 0 0 0,-1 0-1 0 0,1 1 1 0 0,0-1-1 0 0,0 0 1 0 0,0 1-1 0 0,0-1 1 0 0,0 1 0 0 0,0-1-1 0 0,0 0 1 0 0,1 3-1 0 0,2 4 31 0 0,0 1-1 0 0,1-1 1 0 0,0 0 0 0 0,0 0-1 0 0,1-1 1 0 0,0 1-1 0 0,0-1 1 0 0,1 0-1 0 0,0-1 1 0 0,0 1-1 0 0,1-1 1 0 0,-1 0-1 0 0,9 5 1 0 0,24 11-2148 0 0,6-7-3350 0 0,-33-13 2623 0 0</inkml:trace>
</inkml:ink>
</file>

<file path=ppt/ink/ink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2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1128 0 0,'1'2'13462'0'0,"5"15"-13507"0"0,5 22-41 0 0,-1 0-1 0 0,8 74 0 0 0,-19-104-960 0 0,1 6-1892 0 0</inkml:trace>
</inkml:ink>
</file>

<file path=ppt/ink/ink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2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80 160 0 0,'0'0'11552'0'0,"1"-5"-10649"0"0,19-61 3727 0 0,-19 65-4305 0 0,1-4 1049 0 0,-2 2-3096 0 0</inkml:trace>
</inkml:ink>
</file>

<file path=ppt/ink/ink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2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71 1236 0 0,'-2'-2'694'0'0,"1"-1"0"0"0,0 0 0 0 0,0 0 0 0 0,0 1 0 0 0,0-1 0 0 0,0 0 0 0 0,1 0 0 0 0,-1 0 0 0 0,1 0 0 0 0,0 0 0 0 0,0 0 0 0 0,0 0 0 0 0,0 0-1 0 0,1 0 1 0 0,0-4 0 0 0,8-12 713 0 0,-9 18-1784 0 0</inkml:trace>
</inkml:ink>
</file>

<file path=ppt/ink/ink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3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147 109 36 0 0,'-51'-1'3308'0'0,"44"0"-2646"0"0,0 1 0 0 0,0-1 0 0 0,0 0 1 0 0,0-1-1 0 0,0 0 0 0 0,-12-5 0 0 0,16 6-388 0 0,-8-1 442 0 0,-6-2 815 0 0,13 3-814 0 0,6 1-220 0 0,271 6 598 0 0,-74-6-731 0 0,489-25 147 0 0,-420 6-441 0 0,-72 6-12 0 0,156-8-34 0 0,67 17 28 0 0,-352 1-78 0 0,3-2 66 0 0,0 4 0 0 0,0 2 1 0 0,71 12-1 0 0,-59-7 222 0 0,-80-6-184 0 0,8 3 585 0 0,-2-1-1186 0 0,-33 9-7823 0 0,11-2 4881 0 0</inkml:trace>
</inkml:ink>
</file>

<file path=ppt/ink/ink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5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47 141 472 0 0,'-41'-23'6919'0'0,"35"21"-6710"0"0,6 2-156 0 0,0 0-1 0 0,0 0 1 0 0,0 0 0 0 0,0 0-1 0 0,1 0 1 0 0,-1 0 0 0 0,0 0-1 0 0,0 0 1 0 0,0 0 0 0 0,0 0-1 0 0,0-1 1 0 0,0 1 0 0 0,0 0 52 0 0,0 0-52 0 0,0 0-1 0 0,0 0 1 0 0,0 0 0 0 0,0 0-1 0 0,0 0 1 0 0,1 0-1 0 0,-1 0 1 0 0,0 0 0 0 0,0 0-1 0 0,0 0 1 0 0,0-1 0 0 0,0 1-1 0 0,0 0 1 0 0,0 0 0 0 0,0 0-1 0 0,0 0 1 0 0,0 0 0 0 0,0 0-1 0 0,0 0 1 0 0,0 0 0 0 0,0 0-1 0 0,0 0 1 0 0,0-1 0 0 0,0 1-1 0 0,0 0 1 0 0,0 0 0 0 0,0 0-1 0 0,-1 0 1 0 0,1 0 0 0 0,0 0-1 0 0,0 0 1 0 0,0 0 0 0 0,0 0-1 0 0,0 0 54 0 0,0-1-54 0 0,46-3 276 0 0,91 2 0 0 0,-77 3-240 0 0,538-15 323 0 0,-322 5-332 0 0,151-6-21 0 0,-102 1-46 0 0,-110 1-4 0 0,170-12 256 0 0,-246 18 13 0 0,-22 3 77 0 0,-61 2-204 0 0,-54 2-117 0 0,15-3 1293 0 0,-6 2-802 0 0,-24 19-8722 0 0,2-9 4610 0 0</inkml:trace>
</inkml:ink>
</file>

<file path=ppt/ink/ink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6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56 453 248 0 0,'-4'1'4655'0'0,"3"-1"-4556"0"0,1 0 0 0 0,0 0 0 0 0,0 0 0 0 0,0 0 0 0 0,0 0 0 0 0,0 0 0 0 0,0 1 0 0 0,0-1 0 0 0,0 0 0 0 0,0 0 1 0 0,0 0-1 0 0,0 0 0 0 0,0 0 0 0 0,0 0 0 0 0,0 1 0 0 0,0-1 0 0 0,-4 18 1076 0 0,-1 25-1110 0 0,6 25 620 0 0,-3 92 267 0 0,1-135-813 0 0,-2 0 0 0 0,-1 0 0 0 0,-1-1-1 0 0,-9 29 1 0 0,0-18 2463 0 0,17-112-2297 0 0,4 0 1 0 0,3 0-1 0 0,3 1 1 0 0,3 0-1 0 0,50-137 1 0 0,-53 181-238 0 0,1 1 0 0 0,1 1 0 0 0,2 0 0 0 0,36-48 0 0 0,-44 66-155 0 0,1 0 0 0 0,0 1 0 0 0,0 1 0 0 0,1-1 0 0 0,0 1 1 0 0,1 1-1 0 0,0 0 0 0 0,1 1 0 0 0,0 1 0 0 0,0-1 0 0 0,0 2 0 0 0,1 0 0 0 0,19-5 1 0 0,-25 9-183 0 0,-1 1 0 0 0,0 0 0 0 0,0 1 1 0 0,1 0-1 0 0,-1 0 0 0 0,0 0 1 0 0,0 1-1 0 0,12 3 0 0 0,-12-3-767 0 0,0 1 0 0 0,-1 1-1 0 0,0-1 1 0 0,1 1 0 0 0,7 6-1 0 0,0 0-1819 0 0</inkml:trace>
</inkml:ink>
</file>

<file path=ppt/ink/ink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6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17 125 104 0 0,'-12'5'1499'0'0,"7"-3"-350"0"0,10-4 2672 0 0,-1 1-3770 0 0,260-107 2297 0 0,-262 107-2310 0 0,-1 0 0 0 0,1 0-1 0 0,-1 0 1 0 0,1 0 0 0 0,0 0 0 0 0,0 1-1 0 0,-1-1 1 0 0,1 1 0 0 0,0-1 0 0 0,0 1-1 0 0,0 0 1 0 0,0-1 0 0 0,-1 1-1 0 0,1 0 1 0 0,3 1 0 0 0,-3 0-28 0 0,-1 1 1 0 0,0-1-1 0 0,0 1 1 0 0,0-1-1 0 0,0 1 1 0 0,-1-1-1 0 0,1 1 1 0 0,0 0-1 0 0,-1 0 1 0 0,1-1-1 0 0,-1 1 1 0 0,0 0-1 0 0,1 0 1 0 0,-1 0-1 0 0,0-1 0 0 0,0 1 1 0 0,0 0-1 0 0,-1 2 1 0 0,2 2-2 0 0,0 0 0 0 0,1 0 0 0 0,-1 0 0 0 0,1 0 1 0 0,0-1-1 0 0,1 1 0 0 0,-1-1 0 0 0,1 1 0 0 0,0-1 0 0 0,1 0 0 0 0,-1 0 0 0 0,1 0 1 0 0,0-1-1 0 0,0 1 0 0 0,0-1 0 0 0,1 0 0 0 0,-1 0 0 0 0,1 0 0 0 0,5 2 0 0 0,-6-3 16 0 0,-1-1 0 0 0,1-1 0 0 0,-1 1 0 0 0,1 0 0 0 0,-1-1 0 0 0,1 0 0 0 0,0 1 0 0 0,0-2 0 0 0,-1 1 0 0 0,1 0 0 0 0,0-1 0 0 0,0 0 0 0 0,0 1 0 0 0,0-2 0 0 0,0 1 0 0 0,0 0 0 0 0,0-1 0 0 0,0 0 0 0 0,-1 0 0 0 0,1 0 0 0 0,0 0 0 0 0,-1 0 0 0 0,1-1 0 0 0,0 0 0 0 0,-1 0 0 0 0,0 0 0 0 0,1 0 0 0 0,-1 0 0 0 0,0-1 0 0 0,0 1 0 0 0,3-4 0 0 0,-4 3 32 0 0,-1 1 0 0 0,1 0 0 0 0,-1-1 0 0 0,0 0 0 0 0,0 1 0 0 0,1-1 0 0 0,-2 0 0 0 0,1 1 0 0 0,0-1 0 0 0,0 0 0 0 0,-1 0 0 0 0,0 0 0 0 0,1 0 0 0 0,-1 1 0 0 0,0-1 0 0 0,-1 0 0 0 0,1 0 0 0 0,0 0 0 0 0,-1 0 1 0 0,0 0-1 0 0,1 1 0 0 0,-1-1 0 0 0,0 0 0 0 0,-3-4 0 0 0,1 0-24 0 0,0 1 1 0 0,0 0-1 0 0,-1-1 1 0 0,0 1-1 0 0,0 0 1 0 0,-1 1-1 0 0,0-1 1 0 0,-9-8-1 0 0,12 13-461 0 0,-12 3-1413 0 0,9 16-6214 0 0</inkml:trace>
</inkml:ink>
</file>

<file path=ppt/ink/ink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7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0 148 1024 0 0,'3'-6'6057'0'0,"21"126"-4420"0"0,-8-30-807 0 0,-14-78-715 0 0,1 3 404 0 0,-3-21 146 0 0,-6-60 169 0 0,10 34-713 0 0,0 0 0 0 0,19-60 1 0 0,-19 79-111 0 0,1 0 1 0 0,0 1 0 0 0,1 0-1 0 0,0 0 1 0 0,1 0 0 0 0,0 1-1 0 0,1 0 1 0 0,1 1-1 0 0,16-18 1 0 0,-24 27-23 0 0,0 0-1 0 0,0-1 1 0 0,0 1 0 0 0,0 0 0 0 0,1 0-1 0 0,-1 0 1 0 0,0 0 0 0 0,1 0-1 0 0,-1 0 1 0 0,1 0 0 0 0,-1 0-1 0 0,1 1 1 0 0,-1-1 0 0 0,1 0-1 0 0,0 1 1 0 0,-1-1 0 0 0,1 1-1 0 0,-1 0 1 0 0,1 0 0 0 0,0 0-1 0 0,-1-1 1 0 0,1 2 0 0 0,0-1-1 0 0,0 0 1 0 0,-1 0 0 0 0,1 0 0 0 0,-1 1-1 0 0,1-1 1 0 0,0 1 0 0 0,2 0-1 0 0,-3 1-2 0 0,0 0 1 0 0,1 0-1 0 0,-1-1 0 0 0,0 1 0 0 0,0 0 0 0 0,0 0 1 0 0,0 0-1 0 0,0 0 0 0 0,0 0 0 0 0,-1 1 1 0 0,1-1-1 0 0,-1 0 0 0 0,0 0 0 0 0,1 0 0 0 0,-1 0 1 0 0,0 1-1 0 0,0-1 0 0 0,0 0 0 0 0,-1 0 0 0 0,1 1 1 0 0,0-1-1 0 0,-2 3 0 0 0,0 5-3 0 0,-1 0 0 0 0,-1-1 0 0 0,1 1 1 0 0,-2-1-1 0 0,1 0 0 0 0,-1 0 0 0 0,-8 10 0 0 0,-11 22 62 0 0,23-40-36 0 0,1 0 0 0 0,-1 0 0 0 0,1 1 0 0 0,-1-1 0 0 0,1 1 0 0 0,0-1 0 0 0,-1 0 0 0 0,1 1 0 0 0,0-1 1 0 0,0 1-1 0 0,0-1 0 0 0,0 0 0 0 0,0 1 0 0 0,0-1 0 0 0,1 1 0 0 0,-1-1 0 0 0,0 1 0 0 0,1-1 0 0 0,-1 0 0 0 0,1 1 0 0 0,-1-1 0 0 0,1 0 0 0 0,0 0 0 0 0,-1 1 0 0 0,1-1 0 0 0,0 0 0 0 0,0 0 0 0 0,0 0 0 0 0,0 0 1 0 0,0 0-1 0 0,2 1 0 0 0,37 23 180 0 0,-35-23-162 0 0,57 26 97 0 0,11 5-1298 0 0,-25-3-4555 0 0,-35-21 2843 0 0</inkml:trace>
</inkml:ink>
</file>

<file path=ppt/ink/ink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8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73 404 0 0,'0'0'164'0'0,"-1"0"1"0"0,1 0-1 0 0,-1-1 1 0 0,1 1-1 0 0,0 0 1 0 0,-1 0-1 0 0,1 0 1 0 0,0 0-1 0 0,-1 0 1 0 0,1-1-1 0 0,-1 1 1 0 0,1 0-1 0 0,0 0 1 0 0,-1 0-1 0 0,1 0 0 0 0,-1 0 1 0 0,1 0-1 0 0,-1 0 1 0 0,1 0-1 0 0,0 1 1 0 0,-1-1-1 0 0,1 0 1 0 0,-1 0-1 0 0,1 0 1 0 0,0 0-1 0 0,-1 1 1 0 0,1-1-1 0 0,0 0 0 0 0,-1 0 1 0 0,1 0-1 0 0,0 1 1 0 0,-1-1-1 0 0,1 0 1 0 0,0 1-1 0 0,0-1 1 0 0,-1 0-1 0 0,1 1 1 0 0,0-1-1 0 0,0 0 1 0 0,-1 1-1 0 0,1 0 0 0 0,-1 24 1750 0 0,14 29-1986 0 0,-12-50 510 0 0,9 37 138 0 0,-8-30-429 0 0,0 0 0 0 0,1 0 0 0 0,0 0 0 0 0,1 0 0 0 0,0-1 0 0 0,7 13 0 0 0,-8-7 826 0 0,-14-37-919 0 0,2 0-1 0 0,0 0 1 0 0,1-1-1 0 0,1 0 1 0 0,1-1 0 0 0,1 0-1 0 0,-3-36 1 0 0,7 56-56 0 0,1-1-1 0 0,0 1 1 0 0,0-1 0 0 0,0 1 0 0 0,0-1-1 0 0,0 1 1 0 0,1-1 0 0 0,0 1 0 0 0,0 0-1 0 0,0-1 1 0 0,0 1 0 0 0,0 0 0 0 0,1 0-1 0 0,-1 0 1 0 0,1 0 0 0 0,0 0 0 0 0,0 0 0 0 0,0 0-1 0 0,0 0 1 0 0,0 1 0 0 0,1-1 0 0 0,-1 1-1 0 0,1 0 1 0 0,0-1 0 0 0,-1 1 0 0 0,1 0-1 0 0,0 1 1 0 0,0-1 0 0 0,1 1 0 0 0,-1-1-1 0 0,0 1 1 0 0,0 0 0 0 0,1 0 0 0 0,-1 0-1 0 0,0 1 1 0 0,1-1 0 0 0,5 0 0 0 0,1 1-21 0 0,-1 0 1 0 0,1 0-1 0 0,0 1 0 0 0,-1 0 1 0 0,1 1-1 0 0,-1 0 1 0 0,1 1-1 0 0,-1-1 0 0 0,0 2 1 0 0,0-1-1 0 0,0 1 1 0 0,12 8-1 0 0,-12-6 8 0 0,-1 1 0 0 0,1 1-1 0 0,-1 0 1 0 0,-1 0 0 0 0,1 0 0 0 0,-2 1 0 0 0,1 0-1 0 0,-1 0 1 0 0,0 1 0 0 0,-1 0 0 0 0,0 0 0 0 0,0 0-1 0 0,-1 0 1 0 0,-1 1 0 0 0,0 0 0 0 0,0 0-1 0 0,-1 0 1 0 0,1 17 0 0 0,-2-19 25 0 0,-1 0 1 0 0,0 0-1 0 0,0 0 0 0 0,-1-1 1 0 0,0 1-1 0 0,0 0 0 0 0,-1 0 1 0 0,0 0-1 0 0,-1-1 0 0 0,0 1 1 0 0,0-1-1 0 0,-1 0 0 0 0,0 0 1 0 0,-1 0-1 0 0,1 0 0 0 0,-1-1 0 0 0,-1 0 1 0 0,0 0-1 0 0,0 0 0 0 0,0-1 1 0 0,-1 1-1 0 0,1-2 0 0 0,-11 7 1 0 0,7-5 78 0 0,-1-1-1 0 0,1 0 1 0 0,-2-1 0 0 0,1 0-1 0 0,-21 5 1 0 0,27-9-113 0 0,0 0 0 0 0,0 0 0 0 0,1-1 0 0 0,-1 1 0 0 0,0-1 1 0 0,0-1-1 0 0,0 1 0 0 0,0 0 0 0 0,0-1 0 0 0,1 0 0 0 0,-1 0 0 0 0,0-1 0 0 0,1 0 0 0 0,-1 1 0 0 0,1-1 0 0 0,-8-5 0 0 0,12 6-115 0 0,-1 0 0 0 0,1 0 0 0 0,-1 0 0 0 0,1 0-1 0 0,0 0 1 0 0,-1 0 0 0 0,1 0 0 0 0,0 0 0 0 0,0 0 0 0 0,0 0 0 0 0,0 0 0 0 0,0 0-1 0 0,0 0 1 0 0,0 0 0 0 0,0 0 0 0 0,0 0 0 0 0,1 0 0 0 0,-1 0 0 0 0,0 0 0 0 0,1 0-1 0 0,-1 0 1 0 0,0 0 0 0 0,1 0 0 0 0,0 0 0 0 0,-1 0 0 0 0,1 0 0 0 0,-1 0 0 0 0,1 0-1 0 0,0 1 1 0 0,1-2 0 0 0,-1 1 66 0 0,7-9-2924 0 0,1 3 229 0 0</inkml:trace>
</inkml:ink>
</file>

<file path=ppt/ink/ink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8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6 1036 0 0,'2'-5'5619'0'0,"-5"12"-5415"0"0,-1 0 0 0 0,1 0 0 0 0,0 0 0 0 0,1 0 0 0 0,0 0 0 0 0,0 1 0 0 0,1-1 0 0 0,-1 12 0 0 0,1-15-133 0 0,1 1 0 0 0,0-1-1 0 0,1 0 1 0 0,-1 1 0 0 0,1-1 0 0 0,0 0 0 0 0,0 0-1 0 0,0 1 1 0 0,1-1 0 0 0,-1 0 0 0 0,1 0 0 0 0,0 0-1 0 0,0-1 1 0 0,0 1 0 0 0,1 0 0 0 0,0-1 0 0 0,4 6 0 0 0,3 2 106 0 0,-9-9-131 0 0,1 0 0 0 0,-1 0 0 0 0,0-1 0 0 0,1 1 0 0 0,0 0 0 0 0,-1-1 0 0 0,1 1 0 0 0,0-1 0 0 0,-1 0-1 0 0,1 0 1 0 0,0 1 0 0 0,0-1 0 0 0,0-1 0 0 0,0 1 0 0 0,0 0 0 0 0,0 0 0 0 0,1-1 0 0 0,-1 1 0 0 0,3 0 0 0 0,-4-2 0 0 0,1 1 0 0 0,-1 0 0 0 0,1-1 0 0 0,0 1 1 0 0,-1-1-1 0 0,1 0 0 0 0,-1 0 0 0 0,0 1 0 0 0,1-1 1 0 0,-1 0-1 0 0,0 0 0 0 0,1 0 0 0 0,-1 0 0 0 0,0 0 1 0 0,0-1-1 0 0,0 1 0 0 0,0 0 0 0 0,0 0 0 0 0,0-1 1 0 0,0 1-1 0 0,-1-1 0 0 0,1 1 0 0 0,0-1 0 0 0,-1 1 1 0 0,1-1-1 0 0,-1 1 0 0 0,1-1 0 0 0,-1 0 0 0 0,0 1 1 0 0,0-1-1 0 0,0-2 0 0 0,1-1 99 0 0,0 0 0 0 0,-1-1 0 0 0,0 1 0 0 0,0 0 0 0 0,-1-1 0 0 0,1 1 0 0 0,-3-10 1 0 0,0 9-87 0 0,1 1 0 0 0,-1-1 1 0 0,0 1-1 0 0,0-1 0 0 0,-1 1 1 0 0,1 0-1 0 0,-1 1 0 0 0,0-1 1 0 0,-8-7-1 0 0,10 11-359 0 0,-26 16-5211 0 0,23-4 2377 0 0,3-3 237 0 0</inkml:trace>
</inkml:ink>
</file>

<file path=ppt/ink/ink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8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21 780 0 0,'-35'-21'6127'0'0,"29"22"-5937"0"0,1 0 0 0 0,-1 0 0 0 0,1 1 0 0 0,-1-1 0 0 0,1 1 0 0 0,0 1 0 0 0,-1-1 0 0 0,1 1-1 0 0,0-1 1 0 0,1 1 0 0 0,-1 1 0 0 0,0-1 0 0 0,1 1 0 0 0,0 0 0 0 0,0 0 0 0 0,0 0 0 0 0,0 0 0 0 0,1 1-1 0 0,-6 8 1 0 0,7-9-128 0 0,0 0 0 0 0,0 0 0 0 0,0 0 1 0 0,1 0-1 0 0,-1 0 0 0 0,1 1 0 0 0,0-1 0 0 0,0 0 0 0 0,1 1 0 0 0,-1-1 0 0 0,1 1 0 0 0,0-1 0 0 0,0 0 0 0 0,1 1 0 0 0,-1-1 0 0 0,1 0 0 0 0,0 1 0 0 0,0-1 0 0 0,0 0 0 0 0,1 0 0 0 0,-1 0 0 0 0,1 0 0 0 0,0 0 0 0 0,0 0 0 0 0,1 0 0 0 0,3 4 0 0 0,-2-2-168 0 0,1-1-1 0 0,0 1 0 0 0,1-2 1 0 0,-1 1-1 0 0,1 0 1 0 0,0-1-1 0 0,0 0 0 0 0,1-1 1 0 0,-1 1-1 0 0,1-1 0 0 0,12 4 1 0 0,-12-5-699 0 0,0 0 0 0 0,1-1-1 0 0,-1 0 1 0 0,1 0 0 0 0,0-1 0 0 0,-1 0 0 0 0,9-1 0 0 0,1 0-1819 0 0</inkml:trace>
</inkml:ink>
</file>

<file path=ppt/ink/ink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39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30 172 0 0,'1'-2'220'0'0,"0"0"-1"0"0,0 0 1 0 0,0 0-1 0 0,0 1 1 0 0,0-1-1 0 0,0 0 1 0 0,1 1-1 0 0,-1-1 1 0 0,1 1-1 0 0,-1 0 1 0 0,1-1-1 0 0,-1 1 1 0 0,1 0-1 0 0,0 0 1 0 0,0 0-1 0 0,0 0 1 0 0,-1 0 0 0 0,1 1-1 0 0,0-1 1 0 0,0 0-1 0 0,0 1 1 0 0,0-1-1 0 0,0 1 1 0 0,0 0-1 0 0,0 0 1 0 0,0 0-1 0 0,0 0 1 0 0,0 0-1 0 0,0 0 1 0 0,1 0-1 0 0,-1 1 1 0 0,0-1 0 0 0,-1 1-1 0 0,3 0 1 0 0,-1 0-148 0 0,0 0 1 0 0,-1 1 0 0 0,1-1-1 0 0,-1 1 1 0 0,1-1 0 0 0,-1 1-1 0 0,0 0 1 0 0,1-1 0 0 0,-1 1-1 0 0,0 0 1 0 0,0 1 0 0 0,-1-1 0 0 0,1 0-1 0 0,0 1 1 0 0,-1-1 0 0 0,1 0-1 0 0,-1 1 1 0 0,0 0 0 0 0,0-1-1 0 0,0 1 1 0 0,0 0 0 0 0,0 0 0 0 0,-1-1-1 0 0,1 5 1 0 0,-1 3 1 0 0,-2-1 0 0 0,1 0 0 0 0,-1 1-1 0 0,0-1 1 0 0,-1 0 0 0 0,0 0 0 0 0,-1 0 0 0 0,0 0 0 0 0,0-1 0 0 0,0 1 0 0 0,-7 7-1 0 0,4-4 38 0 0,0 1 0 0 0,1-1 0 0 0,-8 23 0 0 0,14-34-11 0 0,1 1-93 0 0,-1-1 1 0 0,1 0-1 0 0,-1 1 0 0 0,1-1 1 0 0,0 0-1 0 0,-1 0 0 0 0,1 1 1 0 0,0-1-1 0 0,0 0 0 0 0,0 0 1 0 0,0 0-1 0 0,0 0 0 0 0,0 0 1 0 0,0-1-1 0 0,0 1 0 0 0,0 0 1 0 0,1 0-1 0 0,-1-1 0 0 0,0 1 0 0 0,1-1 1 0 0,-1 1-1 0 0,0-1 0 0 0,1 1 1 0 0,-1-1-1 0 0,0 0 0 0 0,1 0 1 0 0,-1 1-1 0 0,1-1 0 0 0,-1 0 1 0 0,0 0-1 0 0,3-1 0 0 0,52-4-405 0 0,-44 4 171 0 0,49-8-1355 0 0,-20 0-2858 0 0,-23 4 1802 0 0</inkml:trace>
</inkml:ink>
</file>

<file path=ppt/ink/ink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0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13 122 472 0 0,'0'0'3064'0'0,"-9"-7"-1311"0"0,9 7-1637 0 0,0 0-1 0 0,0 0 1 0 0,-1 0-1 0 0,1 0 1 0 0,0 0-1 0 0,0 0 1 0 0,0-1 0 0 0,-1 1-1 0 0,1 0 1 0 0,0 0-1 0 0,0 0 1 0 0,0 0-1 0 0,0 0 1 0 0,0 0-1 0 0,-1-1 1 0 0,1 1-1 0 0,0 0 1 0 0,0 0-1 0 0,0 0 1 0 0,0 0 0 0 0,0-1-1 0 0,0 1 1 0 0,0 0-1 0 0,0 0 1 0 0,-1 0-1 0 0,1 0 1 0 0,0-1-1 0 0,0 1 1 0 0,0 0-1 0 0,0 0 1 0 0,0 0-1 0 0,0-1 1 0 0,0 1 0 0 0,0 0-1 0 0,0 0 1 0 0,0 0-1 0 0,0-1 1 0 0,0 1-1 0 0,0 0 1 0 0,1 0-1 0 0,-1 0 1 0 0,0 0-1 0 0,0-1 1 0 0,0 1-1 0 0,0 0 1 0 0,0 0 0 0 0,0 0-1 0 0,0 0 1 0 0,0-1-1 0 0,1 1 1 0 0,-1 0-1 0 0,0 0 1 0 0,0 0-1 0 0,0 0 1 0 0,0 0-1 0 0,1 0 1 0 0,-1-1-1 0 0,70-9-10 0 0,1 3 0 0 0,0 2 0 0 0,75 7-1 0 0,-57-2-58 0 0,355-6 65 0 0,321-8-27 0 0,-628 10-78 0 0,191 0 0 0 0,18-5-9 0 0,-154 0 26 0 0,313-13-14 0 0,-96 5 51 0 0,-241 21 358 0 0,-166-4 278 0 0,5 1-210 0 0</inkml:trace>
</inkml:ink>
</file>

<file path=ppt/ink/ink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1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17 128 172 0 0,'0'0'4138'0'0,"0"-19"4939"0"0,-2-10-5096 0 0,3 27-3000 0 0,-4-17-1355 0 0,-1-5-5539 0 0,-1-1-71 0 0,2 15 2562 0 0</inkml:trace>
</inkml:ink>
</file>

<file path=ppt/ink/ink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1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7 120 904 0 0,'-3'-33'3337'0'0,"2"26"-2421"0"0,0 0-1 0 0,0 0 0 0 0,1 1 0 0 0,-1-1 0 0 0,2 0 0 0 0,-1 0 0 0 0,1 0 0 0 0,0 0 0 0 0,2-8 1 0 0,-2 13-562 0 0,2-6-24 0 0,7 27-5901 0 0,-8-15 2351 0 0</inkml:trace>
</inkml:ink>
</file>

<file path=ppt/ink/ink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6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29 720 0 0,'0'0'3738'0'0,"3"-14"2620"0"0,-8-1-2770 0 0,2 16-1874 0 0,4 32-1613 0 0,0 23-198 0 0,-4-17 173 0 0,3 49 0 0 0,1-53-48 0 0,-2-1-1 0 0,-4 38 1 0 0,0 26 61 0 0,5-88-102 0 0,0-10-43 0 0,0-1 0 0 0,0 1 1 0 0,0 0-1 0 0,-1 0 0 0 0,1 0 0 0 0,0-1 1 0 0,0 1-1 0 0,0 0 0 0 0,0 0 0 0 0,0 0 1 0 0,-1-1-1 0 0,1 1 0 0 0,0 0 1 0 0,0 0-1 0 0,0 0 0 0 0,0 0 0 0 0,-1 0 1 0 0,1 0-1 0 0,0-1 0 0 0,0 1 0 0 0,0 0 1 0 0,-1 0-1 0 0,1 0 0 0 0,0 0 0 0 0,0 0 1 0 0,-1 0-1 0 0,1 0 0 0 0,0 0 0 0 0,0 0 1 0 0,0 0-1 0 0,-1 0 0 0 0,1 0 0 0 0,0 0 1 0 0,0 0-1 0 0,-1 0 0 0 0,1 0 1 0 0,0 0-1 0 0,0 1 0 0 0,0-1 0 0 0,-1 0 1 0 0,1 0-1 0 0,0 0 0 0 0,0 0 0 0 0,0 0 1 0 0,0 0-1 0 0,-1 1 0 0 0,1-1 0 0 0,0 0 1 0 0,0 0-1 0 0,0 0 0 0 0,0 0 0 0 0,0 1 1 0 0,-1-1-1 0 0,1 0 0 0 0,0 0 1 0 0,0 0-1 0 0,0 1 0 0 0,0-1 0 0 0,0 0 1 0 0,0 0-1 0 0,0 0 0 0 0,0 1 0 0 0,0-1 1 0 0,0 0-1 0 0,0 0 0 0 0,0 1 0 0 0,0-1 1 0 0,0 0-1 0 0,0 1 0 0 0,-12-14-2423 0 0,-1-10-2509 0 0,10 9 2140 0 0</inkml:trace>
</inkml:ink>
</file>

<file path=ppt/ink/ink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7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52 332 0 0,'-11'-5'2266'0'0,"11"5"-2162"0"0,0 0 0 0 0,1 0 0 0 0,-1 0 0 0 0,0 0-1 0 0,0 0 1 0 0,0-1 0 0 0,0 1 0 0 0,0 0 0 0 0,0 0 0 0 0,0 0 0 0 0,0 0-1 0 0,0 0 1 0 0,0-1 0 0 0,0 1 0 0 0,0 0 0 0 0,-2-2 1973 0 0,2 2-1973 0 0,0 0 0 0 0,0 0 0 0 0,0 0 0 0 0,0-1 0 0 0,0 1 0 0 0,-1 0-1 0 0,1 0 1 0 0,0 0 0 0 0,0 0 0 0 0,0 0 0 0 0,0 0 0 0 0,0 0 0 0 0,-1 0 0 0 0,1 0-1 0 0,0 0 1 0 0,0 0 0 0 0,0 0 0 0 0,0 0 0 0 0,-1 0 0 0 0,92-16 825 0 0,121-7 0 0 0,-180 20-782 0 0,100 5-267 0 0,-129 6-1099 0 0,-1-2-3497 0 0,0 6 2259 0 0</inkml:trace>
</inkml:ink>
</file>

<file path=ppt/ink/ink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7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3 132 0 0,'-8'-2'9594'0'0,"-20"210"-8204"0"0,6-27-750 0 0,20-169-823 0 0,-2 12 473 0 0,12-52-10189 0 0</inkml:trace>
</inkml:ink>
</file>

<file path=ppt/ink/ink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8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84 0 0,'0'0'1756'0'0,"27"-28"1450"0"0,-10 19-2868 0 0,1 2 0 0 0,0 0 0 0 0,0 0 0 0 0,0 2 1 0 0,1 0-1 0 0,24-2 0 0 0,61-1-2102 0 0,-83 13-1037 0 0,-13-1 1197 0 0</inkml:trace>
</inkml:ink>
</file>

<file path=ppt/ink/ink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8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36 240 0 0,'0'0'64'0'0,"0"0"0"0"0,0 0 0 0 0,0 0 1 0 0,0 0-1 0 0,0 0 0 0 0,0 0 0 0 0,1 0 0 0 0,-1 0 0 0 0,0-1 0 0 0,0 1 0 0 0,0 0 1 0 0,0 0-1 0 0,1 0 0 0 0,-1 0 0 0 0,0 0 0 0 0,0 0 0 0 0,0 0 0 0 0,0 0 1 0 0,0 0-1 0 0,1 0 0 0 0,-1 0 0 0 0,0 0 0 0 0,0 0 0 0 0,0 0 0 0 0,0 0 0 0 0,1 0 1 0 0,-1 0-1 0 0,0 0 0 0 0,0 0 0 0 0,0 1 0 0 0,0-1 0 0 0,0 0 0 0 0,1 0 1 0 0,-1 0-1 0 0,0 0 0 0 0,0 0 0 0 0,0 0 0 0 0,0 0 0 0 0,0 0 0 0 0,0 1 0 0 0,1-1 1 0 0,-1 0-1 0 0,0 0 0 0 0,0 0 0 0 0,0 0 0 0 0,0 0 0 0 0,0 1 0 0 0,0-1 1 0 0,0 0-1 0 0,0 0 0 0 0,0 0 0 0 0,0 0 0 0 0,0 0 0 0 0,0 1 0 0 0,0-1 0 0 0,0 0 1 0 0,0 0-1 0 0,0 0 0 0 0,0 0 0 0 0,0 1 0 0 0,0-1 0 0 0,0 0 0 0 0,0 0 1 0 0,0 0-1 0 0,0 0 0 0 0,0 1 0 0 0,0-1 0 0 0,0 0 0 0 0,-1 0 0 0 0,29 0 1095 0 0,31-6-650 0 0,3-3-358 0 0,47-10-3909 0 0,-84 13 2184 0 0</inkml:trace>
</inkml:ink>
</file>

<file path=ppt/ink/ink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8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66 584 0 0,'-21'-66'10528'0'0,"17"70"-10372"0"0,-6 6-89 0 0,0 1 0 0 0,1 1-1 0 0,0-1 1 0 0,1 1-1 0 0,0 0 1 0 0,1 1 0 0 0,0 0-1 0 0,-8 24 1 0 0,-33 119 195 0 0,38-112-195 0 0,1 0 0 0 0,2 0 1 0 0,2 1-1 0 0,2 89 0 0 0,4-108-43 0 0,2-1 0 0 0,1 1 0 0 0,0-1-1 0 0,2 0 1 0 0,1 0 0 0 0,2-1 0 0 0,0 0 0 0 0,1 0-1 0 0,1-1 1 0 0,18 26 0 0 0,-22-39 9 0 0,1 0 0 0 0,0-1 0 0 0,1 0 0 0 0,0 0 0 0 0,0-1 0 0 0,1-1 0 0 0,0 1 0 0 0,1-2 0 0 0,-1 1 0 0 0,1-1 0 0 0,17 6 0 0 0,-18-8-294 0 0,1-1 1 0 0,-1 0-1 0 0,1 0 1 0 0,0-1-1 0 0,18 1 1 0 0,-21-3-445 0 0,-1 0 0 0 0,0 0-1 0 0,0-1 1 0 0,1 0 0 0 0,-1 0-1 0 0,0-1 1 0 0,0 0 0 0 0,0 0 0 0 0,7-4-1 0 0,-4 0-1830 0 0</inkml:trace>
</inkml:ink>
</file>

<file path=ppt/ink/ink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9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49 692 0 0,'-1'-6'936'0'0,"0"1"0"0"0,0-1-1 0 0,0 0 1 0 0,0 0 0 0 0,-1 0 0 0 0,-3-7 3511 0 0,5 19-4247 0 0,0 8-64 0 0,1 1 0 0 0,0-1 0 0 0,5 19 0 0 0,-5-27-407 0 0,0 0 1 0 0,1-1-1 0 0,0 1 1 0 0,1 0-1 0 0,-1-1 0 0 0,1 1 1 0 0,0-1-1 0 0,0 0 1 0 0,0 0-1 0 0,1 0 0 0 0,6 6 1 0 0,-9-11 76 0 0,0 1 1 0 0,-1-1-1 0 0,1 0 0 0 0,0 0 1 0 0,0 1-1 0 0,-1-1 0 0 0,1 0 1 0 0,0 0-1 0 0,-1 0 1 0 0,1 0-1 0 0,0 0 0 0 0,0 0 1 0 0,-1 0-1 0 0,1 0 1 0 0,0 0-1 0 0,0-1 0 0 0,-1 1 1 0 0,1 0-1 0 0,0 0 1 0 0,-1-1-1 0 0,1 1 0 0 0,1-1 1 0 0,12-6-1945 0 0</inkml:trace>
</inkml:ink>
</file>

<file path=ppt/ink/ink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49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76 0 0,'8'-10'1296'0'0,"12"-24"7206"0"0,-10 57-8228 0 0,2 26-1613 0 0,-10-18-3266 0 0,-1-18 2237 0 0</inkml:trace>
</inkml:ink>
</file>

<file path=ppt/ink/ink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0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83 127 1248 0 0,'0'2'7305'0'0,"-4"20"-7022"0"0,-7 65 1120 0 0,-1 97 0 0 0,-5-36 330 0 0,-8-184-1523 0 0,20 4-223 0 0,1 0 0 0 0,1-1 0 0 0,2 1 0 0 0,1-1 0 0 0,2 1-1 0 0,1 0 1 0 0,1 0 0 0 0,2 0 0 0 0,11-35 0 0 0,-12 50-4 0 0,1 0 1 0 0,1 0-1 0 0,0 1 0 0 0,1 0 1 0 0,1 0-1 0 0,12-15 0 0 0,-18 27 7 0 0,1-1 0 0 0,-1 1 0 0 0,1 1 0 0 0,0-1 0 0 0,0 0 0 0 0,1 1 1 0 0,-1 0-1 0 0,1 0 0 0 0,0 0 0 0 0,8-3 0 0 0,-10 5 4 0 0,0 0 1 0 0,1 0 0 0 0,-1 0-1 0 0,0 1 1 0 0,0 0 0 0 0,1-1-1 0 0,-1 1 1 0 0,0 1-1 0 0,1-1 1 0 0,-1 0 0 0 0,0 1-1 0 0,1 0 1 0 0,-1 0 0 0 0,0 0-1 0 0,0 0 1 0 0,0 0 0 0 0,0 0-1 0 0,0 1 1 0 0,3 2 0 0 0,4 3-5 0 0,0 0 0 0 0,-1 1 1 0 0,0 1-1 0 0,0 0 1 0 0,-1 0-1 0 0,0 1 0 0 0,0-1 1 0 0,10 21-1 0 0,44 94-54 0 0,-55-109 51 0 0,3 8 13 0 0,15 49 0 0 0,-23-64 2 0 0,0 0 1 0 0,-1 1-1 0 0,0 0 0 0 0,0-1 0 0 0,0 1 1 0 0,-1 0-1 0 0,-1-1 0 0 0,0 1 1 0 0,-2 11-1 0 0,2-18-19 0 0,0 0 1 0 0,0 0-1 0 0,0 1 0 0 0,0-1 1 0 0,0 0-1 0 0,0-1 1 0 0,-1 1-1 0 0,1 0 1 0 0,-1 0-1 0 0,0 0 0 0 0,1-1 1 0 0,-1 1-1 0 0,0-1 1 0 0,0 0-1 0 0,0 1 0 0 0,0-1 1 0 0,0 0-1 0 0,0 0 1 0 0,0 0-1 0 0,-1 0 0 0 0,1-1 1 0 0,0 1-1 0 0,0 0 1 0 0,-1-1-1 0 0,1 0 0 0 0,0 1 1 0 0,-4-1-1 0 0,1 0-95 0 0,0 0 0 0 0,-1 0 0 0 0,1 0 0 0 0,0-1 0 0 0,0 1 0 0 0,-1-1 1 0 0,1-1-1 0 0,0 1 0 0 0,0-1 0 0 0,-7-2 0 0 0,10 2 52 0 0,-8-2-140 0 0,1-1 0 0 0,0 0 0 0 0,0-1 0 0 0,0 0 0 0 0,1-1 0 0 0,0 1 0 0 0,0-1 0 0 0,1-1 0 0 0,0 0 0 0 0,-11-15 0 0 0,20 20 192 0 0,0 1-1 0 0,0-1 1 0 0,0 1-1 0 0,1-1 1 0 0,-1 1-1 0 0,1 0 1 0 0,-1 0-1 0 0,1 0 1 0 0,0 1-1 0 0,0-1 1 0 0,5-2-1 0 0,22-9-30 0 0,1 1-1 0 0,53-13 0 0 0,20-7 16 0 0,-93 29 161 0 0,0-1 1 0 0,-1 0 0 0 0,0 0-1 0 0,0-1 1 0 0,0-1 0 0 0,-1 0-1 0 0,1 0 1 0 0,-1-1 0 0 0,-1 0-1 0 0,1 0 1 0 0,-1-1 0 0 0,-1 0-1 0 0,1-1 1 0 0,-1 0 0 0 0,-1 0-1 0 0,11-19 1 0 0,-14 20 364 0 0,-1 0-1 0 0,0 0 1 0 0,0 0 0 0 0,0 0 0 0 0,-1-9-1 0 0,1 2 317 0 0,-1 13 182 0 0,-3 11-912 0 0,-73 437 332 0 0,34-222-133 0 0,41-222-112 0 0,0-9-170 0 0,2-37-185 0 0,1 1 0 0 0,3 0 0 0 0,1 0 0 0 0,2 0 1 0 0,3 1-1 0 0,1 1 0 0 0,32-71 0 0 0,-36 95 117 0 0,0 0-1 0 0,1 1 1 0 0,1 0 0 0 0,15-17 0 0 0,-23 28 36 0 0,1 0 1 0 0,1 1-1 0 0,-1 0 1 0 0,0-1 0 0 0,1 1-1 0 0,0 1 1 0 0,0-1-1 0 0,0 1 1 0 0,1 0-1 0 0,-1 0 1 0 0,1 0 0 0 0,-1 1-1 0 0,1 0 1 0 0,0 0-1 0 0,0 0 1 0 0,9-1-1 0 0,-13 3 18 0 0,-1 0 0 0 0,1 0 1 0 0,0 1-1 0 0,-1-1 0 0 0,1 0 0 0 0,0 0 0 0 0,-1 1 0 0 0,1-1 0 0 0,-1 1 0 0 0,1 0 0 0 0,-1-1 0 0 0,1 1 0 0 0,-1 0 0 0 0,1 0 0 0 0,-1 0 0 0 0,0 0 0 0 0,1 0 0 0 0,-1 0 1 0 0,0 0-1 0 0,0 1 0 0 0,0-1 0 0 0,2 2 0 0 0,-2 1 1 0 0,1-1 0 0 0,-1 0 0 0 0,0 0 0 0 0,1 1 0 0 0,-2-1 0 0 0,1 1 0 0 0,0-1 0 0 0,-1 1 0 0 0,1-1 0 0 0,-1 6 0 0 0,-1-1 3 0 0,1 0 0 0 0,-1 1-1 0 0,0-1 1 0 0,-1 0-1 0 0,0 0 1 0 0,0 0 0 0 0,-1 0-1 0 0,-5 11 1 0 0,-1-7-231 0 0,0 0-1 0 0,0 0 1 0 0,-1-1 0 0 0,-1 0 0 0 0,0-1-1 0 0,-23 17 1 0 0,34-27 225 0 0,-2 1-825 0 0,-6 1-1473 0 0</inkml:trace>
</inkml:ink>
</file>

<file path=ppt/ink/ink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0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4 808 0 0,'6'-3'1691'0'0,"-5"7"1722"0"0,-14 167 258 0 0,6-106-3038 0 0,-3 0 0 0 0,-19 64 0 0 0,3-47 17 0 0,26-80-163 0 0,-2-3-475 0 0,1-1 1 0 0,-1 1-1 0 0,1 0 0 0 0,-1 0 1 0 0,1-1-1 0 0,0 1 0 0 0,0-1 0 0 0,0 1 1 0 0,0-1-1 0 0,0 0 0 0 0,0 1 1 0 0,0-1-1 0 0,1 0 0 0 0,-1 0 1 0 0,0-3-1 0 0,5-25-75 0 0,2 0 0 0 0,1-1 1 0 0,1 2-1 0 0,1-1 0 0 0,2 1 1 0 0,1 1-1 0 0,2 0 0 0 0,0 1 1 0 0,2 0-1 0 0,1 1 0 0 0,0 1 1 0 0,29-30-1 0 0,-42 51 38 0 0,-1 0 1 0 0,0 1-1 0 0,1-1 0 0 0,0 1 1 0 0,0 0-1 0 0,0 0 0 0 0,0 0 1 0 0,1 0-1 0 0,-1 1 0 0 0,1 0 1 0 0,-1 0-1 0 0,1 0 0 0 0,0 0 1 0 0,0 1-1 0 0,9-2 0 0 0,-13 4 22 0 0,0 1-1 0 0,0-1 0 0 0,0 0 0 0 0,0 0 0 0 0,-1 1 0 0 0,1-1 0 0 0,0 1 1 0 0,-1-1-1 0 0,1 1 0 0 0,-1-1 0 0 0,0 1 0 0 0,1-1 0 0 0,-1 1 0 0 0,0-1 0 0 0,0 1 1 0 0,0-1-1 0 0,0 1 0 0 0,0 2 0 0 0,-1 1 39 0 0,-1 0 1 0 0,1 1-1 0 0,-1-1 1 0 0,0 0-1 0 0,0 0 1 0 0,-1 0-1 0 0,1 0 1 0 0,-1 0-1 0 0,0 0 0 0 0,-1-1 1 0 0,-4 7-1 0 0,-50 39 83 0 0,24-23-2142 0 0,24-24-2936 0 0</inkml:trace>
</inkml:ink>
</file>

<file path=ppt/ink/ink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1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0 380 536 0 0,'0'0'2436'0'0,"3"-4"-1758"0"0,44-58 1843 0 0,-28 41-1911 0 0,-2-1 1 0 0,0-2 0 0 0,-1 1 0 0 0,-2-2 0 0 0,0 0-1 0 0,-2-1 1 0 0,18-53 0 0 0,-18 20 602 0 0,-12 57-951 0 0,-1 0-111 0 0,1 1-145 0 0,0 1 0 0 0,0 0 0 0 0,0 0 0 0 0,0 0 0 0 0,0-1 0 0 0,0 1 0 0 0,0 0 0 0 0,-1 0 0 0 0,1 0 0 0 0,0-1 0 0 0,0 1 0 0 0,0 0 0 0 0,0 0 0 0 0,0 0 0 0 0,0-1 0 0 0,0 1 0 0 0,0 0 0 0 0,-1 0 0 0 0,1 0 0 0 0,0 0 0 0 0,0-1 0 0 0,0 1 0 0 0,0 0 0 0 0,0 0 0 0 0,-1 0 0 0 0,1 0 0 0 0,0 0 0 0 0,0 0 0 0 0,0 0 0 0 0,-1 0 0 0 0,1-1 0 0 0,0 1 0 0 0,0 0 0 0 0,0 0 0 0 0,-1 0 0 0 0,1 0 0 0 0,0 0 0 0 0,0 0 0 0 0,0 0 0 0 0,-1 0 0 0 0,1 0 0 0 0,0 0 0 0 0,0 0 0 0 0,0 0 0 0 0,-1 0 0 0 0,1 1 0 0 0,0-1 0 0 0,0 0 0 0 0,0 0 0 0 0,-1 0 0 0 0,1 0 0 0 0,0 0 0 0 0,0 0 0 0 0,-1 1 0 0 0,-5 6 12 0 0,-1 0 0 0 0,1 1 0 0 0,0 0 0 0 0,0 0 1 0 0,1 1-1 0 0,0-1 0 0 0,1 1 0 0 0,0 0 0 0 0,0 0 0 0 0,1 1 0 0 0,0-1 0 0 0,-2 14 0 0 0,0 7 26 0 0,0-1 0 0 0,0 61 1 0 0,5-81-128 0 0,1 0 1 0 0,0 0 0 0 0,0 0 0 0 0,1 0-1 0 0,0-1 1 0 0,1 1 0 0 0,-1 0 0 0 0,2-1-1 0 0,-1 1 1 0 0,1-1 0 0 0,1 0 0 0 0,-1-1 0 0 0,1 1-1 0 0,11 12 1 0 0,-15-19 56 0 0,1 0-1 0 0,0 0 1 0 0,0 0-1 0 0,0 0 1 0 0,0 0 0 0 0,0-1-1 0 0,1 1 1 0 0,-1-1-1 0 0,0 1 1 0 0,0-1-1 0 0,0 0 1 0 0,0 1 0 0 0,1-1-1 0 0,-1 0 1 0 0,0-1-1 0 0,0 1 1 0 0,0 0 0 0 0,1-1-1 0 0,-1 1 1 0 0,2-2-1 0 0,42-17-245 0 0,-40 17 281 0 0,0-2 0 0 0,0 1-1 0 0,0-1 1 0 0,0 0 0 0 0,0 0 0 0 0,-1-1 0 0 0,0 1 0 0 0,0-1 0 0 0,0-1 0 0 0,0 1 0 0 0,-1-1 0 0 0,4-6 0 0 0,-7 11 695 0 0,2-5-456 0 0,-3 6-198 0 0,0 0 0 0 0,0 0 0 0 0,0 0 0 0 0,0 0-1 0 0,-1 0 1 0 0,1 0 0 0 0,0 0 0 0 0,0 0 0 0 0,0 0-1 0 0,0 0 1 0 0,0 0 0 0 0,0 0 0 0 0,0 0-1 0 0,0 0 1 0 0,0 0 0 0 0,0 0 0 0 0,-1 0 0 0 0,1 0-1 0 0,0 0 1 0 0,0 0 0 0 0,0 0 0 0 0,0 0 0 0 0,0 0-1 0 0,0 0 1 0 0,0 0 0 0 0,0 0 0 0 0,0 0 0 0 0,0 0-1 0 0,0 0 1 0 0,0 0 0 0 0,-1 0 0 0 0,1 0-1 0 0,0 0 1 0 0,0 0 0 0 0,0 0 0 0 0,0 0 0 0 0,0-1-1 0 0,0 1 1 0 0,0 0 0 0 0,-1 2-51 0 0,0 0 0 0 0,-1-1 0 0 0,1 1 0 0 0,0-1 0 0 0,-1 0 0 0 0,1 1 0 0 0,-1-1 0 0 0,1 0-1 0 0,-1 0 1 0 0,0 0 0 0 0,-1 1 0 0 0,25 24-271 0 0,-18-24 219 0 0,-1 0-1 0 0,1 0 1 0 0,0 0 0 0 0,0-1-1 0 0,0 0 1 0 0,0 1-1 0 0,0-1 1 0 0,0 0-1 0 0,0-1 1 0 0,0 1 0 0 0,0-1-1 0 0,5 0 1 0 0,58-5-376 0 0,-18 1 210 0 0,-36 4 1493 0 0,-7 2-2255 0 0,-31 11-9733 0 0</inkml:trace>
</inkml:ink>
</file>

<file path=ppt/ink/ink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1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32 0 0,'4'-6'9195'0'0,"-3"37"-9023"0"0,-4 57 1 0 0,4-77-1368 0 0</inkml:trace>
</inkml:ink>
</file>

<file path=ppt/ink/ink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2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0 792 0 0,'6'0'8493'0'0,"-7"7"-8795"0"0,1-1 1 0 0,-2 1-1 0 0,1 0 1 0 0,-1-1-1 0 0,0 0 1 0 0,-3 9-1 0 0,-1 2-2668 0 0,2-3 602 0 0</inkml:trace>
</inkml:ink>
</file>

<file path=ppt/ink/ink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2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1 372 0 0,'-23'51'6686'0'0,"-5"-2"-4066"0"0,-5-3-3712 0 0,-1-2-3503 0 0,24-31 2348 0 0</inkml:trace>
</inkml:ink>
</file>

<file path=ppt/ink/ink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5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74 460 0 0,'0'0'16552'0'0,"27"-10"-16406"0"0,-14 8-119 0 0,329-56 356 0 0,-321 54-112 0 0</inkml:trace>
</inkml:ink>
</file>

<file path=ppt/ink/ink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6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79 120 0 0,'0'0'1037'0'0,"-3"8"5151"0"0,42-11-4788 0 0,-1-1 0 0 0,47-12 0 0 0,-21 4-760 0 0,59-18 393 0 0,-57 13-140 0 0,-64 16-829 0 0,5-1 650 0 0,-4 0-2905 0 0</inkml:trace>
</inkml:ink>
</file>

<file path=ppt/ink/ink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3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27 321 664 0 0,'0'0'1071'0'0,"-10"-17"3139"0"0,0 8 3366 0 0,10 44-7032 0 0,1-1 1 0 0,10 54 0 0 0,-9-74-392 0 0,-2-12-74 0 0,1 6-26 0 0,-1-6 24 0 0,-1-6 387 0 0,-6-37-499 0 0,1 0-1 0 0,-1-51 0 0 0,7 71-1 0 0,0 0 1 0 0,1 0-1 0 0,2 0 0 0 0,0 0 1 0 0,1 0-1 0 0,11-33 0 0 0,-12 47 27 0 0,0-1 0 0 0,0 1-1 0 0,1 0 1 0 0,0 1 0 0 0,1-1-1 0 0,-1 1 1 0 0,1-1-1 0 0,1 1 1 0 0,-1 1 0 0 0,1-1-1 0 0,0 1 1 0 0,0 0 0 0 0,0 0-1 0 0,1 1 1 0 0,0 0 0 0 0,0 0-1 0 0,0 1 1 0 0,0-1-1 0 0,0 2 1 0 0,1-1 0 0 0,-1 1-1 0 0,1 0 1 0 0,0 0 0 0 0,0 1-1 0 0,8 0 1 0 0,-5 1-2 0 0,0 0-1 0 0,1 0 1 0 0,-1 2-1 0 0,0-1 1 0 0,0 2 0 0 0,0-1-1 0 0,0 1 1 0 0,0 1 0 0 0,-1 0-1 0 0,0 0 1 0 0,0 1 0 0 0,0 1-1 0 0,0 0 1 0 0,-1 0-1 0 0,1 0 1 0 0,-2 1 0 0 0,10 9-1 0 0,-12-10 7 0 0,1 1 0 0 0,-1-1 0 0 0,-1 1 0 0 0,1 0 0 0 0,-1 1 0 0 0,0-1 0 0 0,-1 1 0 0 0,0 0 0 0 0,0 0 0 0 0,0 0 0 0 0,-1 1 0 0 0,-1-1 0 0 0,1 1 0 0 0,-1 0 0 0 0,-1 0 0 0 0,0-1 0 0 0,0 1 0 0 0,0 0 0 0 0,-1 0 0 0 0,-1 0 0 0 0,0 0 0 0 0,0 0 0 0 0,0 0 0 0 0,-1 0-1 0 0,-1-1 1 0 0,1 1 0 0 0,-1-1 0 0 0,-1 0 0 0 0,0 1 0 0 0,0-2 0 0 0,0 1 0 0 0,-1 0 0 0 0,0-1 0 0 0,-1 0 0 0 0,1 0 0 0 0,-14 12 0 0 0,5-7 44 0 0,0-1 0 0 0,0 0-1 0 0,-1-1 1 0 0,-1-1 0 0 0,1 0 0 0 0,-2-1-1 0 0,1-1 1 0 0,-1 0 0 0 0,0-2 0 0 0,0 0-1 0 0,-1 0 1 0 0,0-2 0 0 0,1 0 0 0 0,-1-1-1 0 0,-27 0 1 0 0,23-6-107 0 0,18-6-408 0 0,4 8 434 0 0,1 1-1 0 0,0-1 1 0 0,0 1 0 0 0,0-1-1 0 0,0 1 1 0 0,0 0-1 0 0,0-1 1 0 0,0 1 0 0 0,1 0-1 0 0,-1 0 1 0 0,0 0-1 0 0,1 0 1 0 0,2-2 0 0 0,27-12-351 0 0,1 1 0 0 0,0 2 1 0 0,1 2-1 0 0,67-14 1 0 0,-1 0-15 0 0,2-4 129 0 0,209-65-291 0 0,-242 70 1779 0 0,-67 22-523 0 0,-8 4-591 0 0,-6 3-29 0 0,0 1 0 0 0,1 0-1 0 0,-1 1 1 0 0,-21 19 0 0 0,31-25-61 0 0,1 0 0 0 0,-1 0 1 0 0,1 0-1 0 0,0 0 0 0 0,0 1 0 0 0,0-1 0 0 0,0 1 0 0 0,0 0 0 0 0,0-1 0 0 0,1 1 0 0 0,0 0 0 0 0,-1 0 1 0 0,1 0-1 0 0,0 0 0 0 0,0 0 0 0 0,1 0 0 0 0,-1 0 0 0 0,1 1 0 0 0,-1-1 0 0 0,1 0 0 0 0,0 0 1 0 0,0 0-1 0 0,0 1 0 0 0,1-1 0 0 0,-1 0 0 0 0,1 0 0 0 0,0 0 0 0 0,0 0 0 0 0,0 0 0 0 0,0 0 0 0 0,3 5 1 0 0,-3-6-9 0 0,0 0 0 0 0,1 0 0 0 0,-1 0 0 0 0,1 0 0 0 0,-1-1 0 0 0,1 1 0 0 0,0 0 0 0 0,0-1 0 0 0,0 1 0 0 0,-1-1 0 0 0,1 0 0 0 0,1 0 0 0 0,-1 1 0 0 0,0-1 0 0 0,0 0 0 0 0,0-1 0 0 0,1 1 0 0 0,-1 0 0 0 0,0-1 0 0 0,1 1 0 0 0,-1-1 0 0 0,0 0 0 0 0,1 0 0 0 0,-1 0 0 0 0,1 0 0 0 0,-1 0 1 0 0,0 0-1 0 0,1-1 0 0 0,-1 1 0 0 0,0-1 0 0 0,4-1 0 0 0,-2 1 7 0 0,-1-1 0 0 0,0 1 0 0 0,1-1 0 0 0,-1 0 0 0 0,0 0 1 0 0,0 0-1 0 0,0 0 0 0 0,0 0 0 0 0,0-1 0 0 0,-1 1 0 0 0,1-1 1 0 0,-1 0-1 0 0,1 0 0 0 0,-1 0 0 0 0,0 0 0 0 0,0 0 0 0 0,-1 0 0 0 0,3-7 1 0 0,-2 2 18 0 0,0 1 1 0 0,-1-1-1 0 0,0 0 1 0 0,-1 1-1 0 0,0-1 1 0 0,0 0-1 0 0,0 0 1 0 0,-1 1-1 0 0,-4-16 1 0 0,4 19-35 0 0,0 0 0 0 0,0 0 1 0 0,-1 0-1 0 0,0 0 0 0 0,0 0 0 0 0,0 1 1 0 0,0-1-1 0 0,0 1 0 0 0,-1-1 1 0 0,1 1-1 0 0,-1 0 0 0 0,0 0 0 0 0,0 0 1 0 0,0 0-1 0 0,0 0 0 0 0,-1 1 0 0 0,1-1 1 0 0,-1 1-1 0 0,-7-3 0 0 0,10 4-343 0 0,-6 9-1113 0 0,6-7 1330 0 0,0-1 0 0 0,1 0-1 0 0,-1 1 1 0 0,0-1 0 0 0,1 0 0 0 0,-1 1 0 0 0,0-1-1 0 0,1 1 1 0 0,-1-1 0 0 0,1 1 0 0 0,-1 0 0 0 0,1-1 0 0 0,-1 1-1 0 0,1-1 1 0 0,-1 1 0 0 0,1 0 0 0 0,-1 0 0 0 0,1-1-1 0 0,0 1 1 0 0,0 0 0 0 0,-1 0 0 0 0,1-1 0 0 0,0 1-1 0 0,0 0 1 0 0,0 0 0 0 0,0-1 0 0 0,0 1 0 0 0,0 1-1 0 0,1 7-2822 0 0</inkml:trace>
</inkml:ink>
</file>

<file path=ppt/ink/ink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4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9 888 0 0,'-13'-3'3040'0'0,"-16"-2"247"0"0,26 5-3160 0 0,1 1-1 0 0,-1 1 1 0 0,0-1-1 0 0,0 0 1 0 0,0 1 0 0 0,1-1-1 0 0,-1 1 1 0 0,0 0-1 0 0,1 0 1 0 0,0 0-1 0 0,-1 0 1 0 0,1 0-1 0 0,0 1 1 0 0,0-1-1 0 0,0 1 1 0 0,1-1-1 0 0,-1 1 1 0 0,1 0 0 0 0,-1 0-1 0 0,1-1 1 0 0,0 1-1 0 0,0 0 1 0 0,0 0-1 0 0,0 0 1 0 0,1 0-1 0 0,-1 1 1 0 0,1-1-1 0 0,0 0 1 0 0,0 0-1 0 0,0 0 1 0 0,0 0 0 0 0,1 5-1 0 0,1-2-76 0 0,1 0 0 0 0,0 0 1 0 0,0 0-1 0 0,0-1 0 0 0,0 1 0 0 0,1-1 0 0 0,0 0 1 0 0,0 0-1 0 0,1 0 0 0 0,-1-1 0 0 0,1 1 0 0 0,0-1 1 0 0,0 0-1 0 0,1 0 0 0 0,-1-1 0 0 0,1 0 0 0 0,0 0 0 0 0,8 3 1 0 0,-7-3-864 0 0,1-1-1 0 0,-1 1 1 0 0,1-2 0 0 0,0 1 0 0 0,0-1 0 0 0,0 0 0 0 0,0-1 0 0 0,16-1-1 0 0,-9-2-2016 0 0</inkml:trace>
</inkml:ink>
</file>

<file path=ppt/ink/ink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4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1 192 0 0,'0'0'5763'0'0,"9"0"1579"0"0,21 192-4761 0 0,-26-125-6358 0 0,-7-57 1312 0 0,-5 0-4783 0 0</inkml:trace>
</inkml:ink>
</file>

<file path=ppt/ink/ink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4.9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9 768 0 0,'-2'-1'251'0'0,"-25"-6"4871"0"0,33 20-1500 0 0,4 3-4447 0 0,58 84 1914 0 0,-44-66-706 0 0,29 51 1 0 0,-37-52-216 0 0,-1 1 1 0 0,-2 0-1 0 0,-2 0 1 0 0,-1 2-1 0 0,8 47 1 0 0,-14-56-93 0 0,-1 1 0 0 0,-1-1 0 0 0,-2 0-1 0 0,-1 1 1 0 0,0-1 0 0 0,-3 0 0 0 0,-10 48 0 0 0,9-60 1 0 0,-1 1 0 0 0,0-1 0 0 0,-1 0 0 0 0,-1-1 0 0 0,0 1 0 0 0,-1-2-1 0 0,-1 1 1 0 0,0-1 0 0 0,0-1 0 0 0,-2 0 0 0 0,1 0 0 0 0,-22 16 0 0 0,8-11 230 0 0,0 0-1 0 0,0-2 1 0 0,-2-1-1 0 0,0-1 1 0 0,0-1 0 0 0,-30 8-1 0 0,12-8 577 0 0,43-11-850 0 0,-6 1-31 0 0,40-32-10564 0 0,-22 23 7232 0 0</inkml:trace>
</inkml:ink>
</file>

<file path=ppt/ink/ink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2:57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165 158 268 0 0,'0'0'696'0'0,"-57"-6"4221"0"0,55 6-4587 0 0,1 0-241 0 0,0 0 0 0 0,0-1 1 0 0,0 1-1 0 0,0 0 0 0 0,0 0 0 0 0,0 0 0 0 0,0 0 0 0 0,0-1 0 0 0,0 1 1 0 0,0-1-1 0 0,0 1 0 0 0,0 0 0 0 0,1-1 0 0 0,-1 0 0 0 0,0 1 0 0 0,0-1 0 0 0,0 1 1 0 0,1-1-1 0 0,-1 0 0 0 0,0 0 0 0 0,1 1 0 0 0,-1-1 0 0 0,1 0 0 0 0,-1 0 0 0 0,1 0 1 0 0,-1 0-1 0 0,1 1 0 0 0,-1-1 0 0 0,1 0 0 0 0,0 0 0 0 0,0 0 0 0 0,-1 0 0 0 0,1 0 1 0 0,0 0-1 0 0,0 0 0 0 0,0 0 0 0 0,0 0 0 0 0,0 0 0 0 0,0 0 0 0 0,0 0 1 0 0,1 0-1 0 0,-1 0 0 0 0,0 0 0 0 0,0 0 0 0 0,1 0 0 0 0,0-1 0 0 0,0-1 111 0 0,-2 1-51 0 0,8 1-203 0 0,-42 10 752 0 0,31-8-619 0 0,0 0 1 0 0,0 0-1 0 0,0-1 1 0 0,-1 0-1 0 0,1 0 0 0 0,0 0 1 0 0,0 0-1 0 0,-1 0 1 0 0,-5-2-1 0 0,8 1 24 0 0,2 0-93 0 0,-1 1 0 0 0,1-1 1 0 0,-1 1-1 0 0,1-1 0 0 0,-1 1 0 0 0,1 0 0 0 0,0-1 1 0 0,-1 0-1 0 0,1 1 0 0 0,-1-1 0 0 0,1 1 1 0 0,0-1-1 0 0,0 1 0 0 0,-1-1 0 0 0,1 0 1 0 0,0 1-1 0 0,0-1 0 0 0,0 0 0 0 0,0 1 1 0 0,0-1-1 0 0,0 1 0 0 0,0-1 0 0 0,0 0 1 0 0,0 1-1 0 0,0-1 0 0 0,0 0 0 0 0,0 1 0 0 0,0-1 1 0 0,1 0-1 0 0,-1 1 0 0 0,0-1 0 0 0,0 1 1 0 0,1-1-1 0 0,-1 1 0 0 0,1-2 0 0 0,12-30 208 0 0,-8 25-211 0 0,0 2 0 0 0,1-1 1 0 0,0 0-1 0 0,0 1 0 0 0,1 0 1 0 0,-1 1-1 0 0,1-1 0 0 0,0 1 0 0 0,0 1 1 0 0,1-1-1 0 0,-1 1 0 0 0,1 0 1 0 0,10-2-1 0 0,-14 4-10 0 0,-1 1 0 0 0,1-1 0 0 0,-1 1 0 0 0,1 0 0 0 0,0 0 0 0 0,-1 1 0 0 0,1-1 0 0 0,0 1 0 0 0,-1-1 0 0 0,1 1 0 0 0,-1 0 0 0 0,1 1 0 0 0,-1-1 0 0 0,1 0 0 0 0,-1 1 1 0 0,0 0-1 0 0,0 0 0 0 0,0 0 0 0 0,0 0 0 0 0,0 0 0 0 0,0 1 0 0 0,-1-1 0 0 0,1 1 0 0 0,-1 0 0 0 0,1 0 0 0 0,-1 0 0 0 0,0 0 0 0 0,0 0 0 0 0,-1 0 0 0 0,1 0 0 0 0,1 7 0 0 0,0-3 0 0 0,-1 0 1 0 0,0 1-1 0 0,0-1 0 0 0,-1 1 0 0 0,0-1 1 0 0,0 1-1 0 0,-1-1 0 0 0,0 1 0 0 0,0 0 1 0 0,-1-1-1 0 0,0 1 0 0 0,0 0 0 0 0,-1-1 0 0 0,0 0 1 0 0,0 1-1 0 0,-1-1 0 0 0,0 0 0 0 0,0 0 1 0 0,-1 0-1 0 0,0-1 0 0 0,0 1 0 0 0,-8 9 1 0 0,-10 11 252 0 0,-1-1 0 0 0,-1-2 0 0 0,-45 37 0 0 0,55-50 59 0 0,13-10-156 0 0,-4 3-39 0 0,5-4-65 0 0,0 0 0 0 0,0 0 0 0 0,0 0 0 0 0,0 0 0 0 0,0 0 0 0 0,0 0 0 0 0,0-1 0 0 0,0 1 0 0 0,0 0 0 0 0,0 0 0 0 0,0 0 0 0 0,1 0 0 0 0,-1 0 0 0 0,0 0 0 0 0,0 0 0 0 0,0 0 0 0 0,-1-1 0 0 0,1 1 0 0 0,0 0 0 0 0,0 0 0 0 0,0 0 0 0 0,0 0 0 0 0,0 0 0 0 0,0 0 0 0 0,0 0 0 0 0,0 0 0 0 0,0 0 0 0 0,0 0 0 0 0,0-1 0 0 0,0 1 0 0 0,0 0 0 0 0,0 0 0 0 0,0 0 0 0 0,0 0 0 0 0,0 0 0 0 0,0 0 0 0 0,0 0 0 0 0,-1 0 0 0 0,6-8-41 0 0,-3 4 13 0 0,0-1 0 0 0,1 1 0 0 0,-1 0-1 0 0,1 0 1 0 0,0 0 0 0 0,1 0-1 0 0,-1 0 1 0 0,1 1 0 0 0,0-1 0 0 0,-1 1-1 0 0,1 0 1 0 0,1 0 0 0 0,-1 0-1 0 0,8-3 1 0 0,-7 5-28 0 0,1-1 0 0 0,-1 1 1 0 0,1 0-1 0 0,-1 1 0 0 0,1 0 0 0 0,0 0 0 0 0,-1 0 0 0 0,1 0 0 0 0,-1 1 0 0 0,1 0 0 0 0,-1 0 1 0 0,1 0-1 0 0,-1 1 0 0 0,0 0 0 0 0,1 0 0 0 0,-1 0 0 0 0,6 4 0 0 0,-1-2 19 0 0,-1 0-1 0 0,1 0 0 0 0,0-1 1 0 0,0-1-1 0 0,11 2 1 0 0,-10-3-108 0 0,0-2 0 0 0,-1 1 0 0 0,1-1 0 0 0,-1-1 0 0 0,1 1 0 0 0,15-6 1 0 0,4-4-2749 0 0,0-2-3319 0 0,-15 5 2286 0 0</inkml:trace>
</inkml:ink>
</file>

<file path=ppt/ink/ink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02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256 114 212 0 0,'0'0'6967'0'0,"-4"-4"-6268"0"0,1 1-932 0 0,0-2 739 0 0,-1 1 0 0 0,1 0-1 0 0,-1 0 1 0 0,0 0 0 0 0,0 0 0 0 0,-1 1 0 0 0,1-1-1 0 0,-1 1 1 0 0,0 0 0 0 0,1 1 0 0 0,-9-4 0 0 0,11 5-332 0 0,-1 3-20 0 0,-14 9-51 0 0,1 0 0 0 0,1 0 0 0 0,0 2 0 0 0,0 0 0 0 0,2 0 0 0 0,-1 1 1 0 0,-12 19-1 0 0,20-25-80 0 0,-1 0 1 0 0,2 1 0 0 0,-1-1 0 0 0,1 1 0 0 0,1 1 0 0 0,0-1 0 0 0,0 1-1 0 0,1-1 1 0 0,0 1 0 0 0,0 0 0 0 0,1 0 0 0 0,1 0 0 0 0,0 1 0 0 0,0-1 0 0 0,1 16-1 0 0,1-21-17 0 0,0 0 0 0 0,0 0 0 0 0,0 0 0 0 0,1 0 0 0 0,0 0-1 0 0,0 0 1 0 0,0-1 0 0 0,0 1 0 0 0,1-1 0 0 0,0 1-1 0 0,0-1 1 0 0,0 0 0 0 0,0 0 0 0 0,1 0 0 0 0,-1-1 0 0 0,1 1-1 0 0,7 4 1 0 0,-4-3 0 0 0,1-2 0 0 0,-1 1 0 0 0,1-1 1 0 0,-1 0-1 0 0,1 0 0 0 0,0-1 0 0 0,0 0 0 0 0,0-1 0 0 0,0 0 0 0 0,12 1 0 0 0,-4-2 8 0 0,0 0 0 0 0,-1-1 0 0 0,1-1-1 0 0,0-1 1 0 0,-1 0 0 0 0,0-1 0 0 0,1 0 0 0 0,-1-1-1 0 0,-1-1 1 0 0,1-1 0 0 0,16-9 0 0 0,-23 10-1 0 0,1-1-1 0 0,-1 0 1 0 0,0-1 0 0 0,-1 1 0 0 0,0-1 0 0 0,0-1-1 0 0,0 1 1 0 0,-1-1 0 0 0,-1-1 0 0 0,0 1 0 0 0,0-1-1 0 0,0 0 1 0 0,-2 0 0 0 0,1 0 0 0 0,-1 0 0 0 0,0-1-1 0 0,1-19 1 0 0,-2 18 12 0 0,-2 0-1 0 0,1 0 1 0 0,-2 0-1 0 0,1 1 1 0 0,-2-1 0 0 0,0 0-1 0 0,0 0 1 0 0,-1 1-1 0 0,0-1 1 0 0,-1 1-1 0 0,0 0 1 0 0,-1 0 0 0 0,-1 1-1 0 0,1-1 1 0 0,-2 1-1 0 0,-7-11 1 0 0,12 19-65 0 0,0 0 1 0 0,0 0 0 0 0,0 0-1 0 0,0 0 1 0 0,0 0 0 0 0,0 0-1 0 0,0 0 1 0 0,-1 1-1 0 0,1-1 1 0 0,-1 1 0 0 0,1-1-1 0 0,-1 1 1 0 0,1 0 0 0 0,-1 0-1 0 0,0 0 1 0 0,0 1 0 0 0,0-1-1 0 0,1 1 1 0 0,-1-1-1 0 0,0 1 1 0 0,0 0 0 0 0,0 0-1 0 0,0 0 1 0 0,0 1 0 0 0,1-1-1 0 0,-1 1 1 0 0,0-1-1 0 0,0 1 1 0 0,-3 2 0 0 0,-6 2-892 0 0,0 1 0 0 0,1 1 0 0 0,0 0 0 0 0,1 0 0 0 0,-13 12-1 0 0,3-3-2341 0 0,-2-1-213 0 0</inkml:trace>
</inkml:ink>
</file>

<file path=ppt/ink/ink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08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45 608 0 0,'-16'-34'6973'0'0,"4"24"-3518"0"0,11 26-3033 0 0,0 11-316 0 0,-8 197 745 0 0,9-213-826 0 0,0-4 4 0 0,0 0 1 0 0,0 0 0 0 0,-1 0-1 0 0,0-1 1 0 0,0 1 0 0 0,0 0-1 0 0,-1-1 1 0 0,-4 11-1 0 0,5-16 77 0 0,-3 8-499 0 0,-16-23-7295 0 0,11 5 5025 0 0</inkml:trace>
</inkml:ink>
</file>

<file path=ppt/ink/ink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08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1 158 528 0 0,'0'-3'189'0'0,"1"0"1"0"0,0 0-1 0 0,0 0 1 0 0,0 0-1 0 0,0 0 1 0 0,0 0-1 0 0,1 0 0 0 0,0 0 1 0 0,-1 0-1 0 0,1 0 1 0 0,0 1-1 0 0,0-1 1 0 0,0 1-1 0 0,1-1 0 0 0,-1 1 1 0 0,1 0-1 0 0,-1 0 1 0 0,1 0-1 0 0,0 0 0 0 0,3-1 1 0 0,69-34 530 0 0,-62 31-436 0 0,19-7 60 0 0,0 1 1 0 0,54-12-1 0 0,-70 21-442 0 0,1 0 0 0 0,0 1 1 0 0,0 1-1 0 0,0 0 0 0 0,0 1 0 0 0,0 1 0 0 0,23 4 0 0 0,-34-3-248 0 0,-1-1 1 0 0,0 1 0 0 0,0 0-1 0 0,0 0 1 0 0,0 1 0 0 0,0-1-1 0 0,-1 1 1 0 0,5 3 0 0 0,3 5-1147 0 0</inkml:trace>
</inkml:ink>
</file>

<file path=ppt/ink/ink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08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84 592 0 0,'-17'12'2957'0'0,"31"-10"-918"0"0,37-12-877 0 0,110-37-510 0 0,-52 13-5098 0 0,-85 28 2778 0 0</inkml:trace>
</inkml:ink>
</file>

<file path=ppt/ink/ink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09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 1012 0 0,'-7'-2'8184'0'0,"6"33"-7719"0"0,1 0 0 0 0,2 0-1 0 0,8 47 1 0 0,-3-30-205 0 0,-8-17-2162 0 0,0-17-3482 0 0</inkml:trace>
</inkml:ink>
</file>

<file path=ppt/ink/ink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09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29 864 0 0,'0'0'2311'0'0,"14"-19"-634"0"0,-8 17-1524 0 0,1 0 0 0 0,0 0 1 0 0,0 1-1 0 0,0 0 0 0 0,0 0 1 0 0,0 0-1 0 0,1 1 0 0 0,-1 0 1 0 0,0 1-1 0 0,0 0 0 0 0,0 0 1 0 0,10 3-1 0 0,-4-1-32 0 0,-2 1 0 0 0,1 1 0 0 0,0 0 1 0 0,-1 0-1 0 0,0 1 0 0 0,0 1 0 0 0,10 8 0 0 0,-12-8-74 0 0,0 0 0 0 0,-1 0 0 0 0,1 0 0 0 0,-2 1 0 0 0,1 0 1 0 0,-1 1-1 0 0,-1 0 0 0 0,1 0 0 0 0,-2 0 0 0 0,1 1 0 0 0,-1 0 0 0 0,-1 0 0 0 0,1 0 0 0 0,-2 1 0 0 0,0-1 0 0 0,0 1 0 0 0,0 0 0 0 0,0 12 0 0 0,-4-16 22 0 0,1-1 0 0 0,-2 1 0 0 0,1 0-1 0 0,-1-1 1 0 0,1 0 0 0 0,-2 1 0 0 0,1-1 0 0 0,-1 0-1 0 0,0 0 1 0 0,0 0 0 0 0,-1-1 0 0 0,1 1-1 0 0,-1-1 1 0 0,0 0 0 0 0,-1 0 0 0 0,0 0 0 0 0,1-1-1 0 0,-1 1 1 0 0,-1-1 0 0 0,-9 6 0 0 0,-3 1 391 0 0,1-1 1 0 0,-1-1 0 0 0,-1-1-1 0 0,0-1 1 0 0,-28 8 0 0 0,29-16-19 0 0,11-3-1949 0 0,22-16-8221 0 0</inkml:trace>
</inkml:ink>
</file>

<file path=ppt/ink/ink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09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10 468 0 0,'0'0'1872'0'0,"2"-9"3321"0"0,-1 9-5060 0 0,4 14 174 0 0,41 117 1316 0 0,-42-118-1518 0 0,-1 0 0 0 0,-1 0 0 0 0,0 1 0 0 0,-1-1 0 0 0,0 0 0 0 0,-1 1-1 0 0,0-1 1 0 0,-4 20 0 0 0,4-32-51 0 0,-2 3 11 0 0,2-3-129 0 0,0-1-1 0 0,0 0 1 0 0,0 0 0 0 0,0 1-1 0 0,0-1 1 0 0,0 0-1 0 0,0 0 1 0 0,0 1-1 0 0,0-1 1 0 0,0 0-1 0 0,0 0 1 0 0,0 1-1 0 0,0-1 1 0 0,0 0 0 0 0,0 0-1 0 0,0 1 1 0 0,-1-1-1 0 0,1 0 1 0 0,0 0-1 0 0,0 0 1 0 0,0 1-1 0 0,0-1 1 0 0,0 0-1 0 0,-1 0 1 0 0,1 0 0 0 0,0 1-1 0 0,0-1 1 0 0,-1 0-1 0 0,1 0 1 0 0,0 0-1 0 0,0 0 1 0 0,0 0-1 0 0,-1 0 1 0 0,1 0-1 0 0,0 0 1 0 0,0 1 0 0 0,-1-1-1 0 0,-2-1-356 0 0,-6 0-3216 0 0</inkml:trace>
</inkml:ink>
</file>

<file path=ppt/ink/ink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0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66 140 0 0,'11'-9'868'0'0,"1"0"0"0"0,0 1 0 0 0,1 0 0 0 0,21-10 0 0 0,-30 16-860 0 0,1 0 1 0 0,0 0-1 0 0,-1 0 0 0 0,1 1 0 0 0,0 0 1 0 0,0 0-1 0 0,-1 0 0 0 0,1 0 0 0 0,0 1 1 0 0,0 0-1 0 0,0 0 0 0 0,0 0 0 0 0,0 0 1 0 0,0 1-1 0 0,0 0 0 0 0,8 2 0 0 0,-12-2-91 0 0,0-1-1 0 0,0 1 1 0 0,0-1-1 0 0,0 1 1 0 0,-1-1 0 0 0,1 1-1 0 0,0 0 1 0 0,0-1-1 0 0,0 1 1 0 0,-1 0-1 0 0,1 0 1 0 0,0-1-1 0 0,-1 1 1 0 0,1 0-1 0 0,-1 0 1 0 0,1 0-1 0 0,-1 0 1 0 0,1 0-1 0 0,-1 0 1 0 0,1 0-1 0 0,-1 0 1 0 0,0 0-1 0 0,0 0 1 0 0,0 0-1 0 0,1 0 1 0 0,-1 0-1 0 0,0 0 1 0 0,0 0-1 0 0,-1 0 1 0 0,1 0-1 0 0,0 2 1 0 0,-4 11-1018 0 0</inkml:trace>
  <inkml:trace contextRef="#ctx0" brushRef="#br0" timeOffset="1">101 224 432 0 0,'-2'2'415'0'0,"0"0"1"0"0,0 1-1 0 0,1-1 0 0 0,-1 1 0 0 0,0 0 1 0 0,1-1-1 0 0,0 1 0 0 0,0 0 0 0 0,0 0 1 0 0,-2 5-1 0 0,3-7-380 0 0,0-1 0 0 0,0 1 0 0 0,1 0 0 0 0,-1-1 0 0 0,0 1 0 0 0,0-1 0 0 0,0 1 1 0 0,1-1-1 0 0,-1 1 0 0 0,0 0 0 0 0,1-1 0 0 0,-1 1 0 0 0,0-1 0 0 0,1 1 0 0 0,-1-1 0 0 0,1 0 0 0 0,-1 1 0 0 0,1-1 0 0 0,-1 1 1 0 0,1-1-1 0 0,-1 0 0 0 0,1 1 0 0 0,-1-1 0 0 0,1 0 0 0 0,-1 0 0 0 0,1 1 0 0 0,0-1 0 0 0,-1 0 0 0 0,1 0 0 0 0,0 0 1 0 0,-1 0-1 0 0,1 0 0 0 0,-1 0 0 0 0,2 0 0 0 0,29-1 856 0 0,34-13-1382 0 0,-17 0-2812 0 0,-24 6 1430 0 0</inkml:trace>
</inkml:ink>
</file>

<file path=ppt/ink/ink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2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65 356 0 0,'19'-48'6368'0'0,"-19"48"-6234"0"0,1-1 1 0 0,-1 1-1 0 0,0-1 0 0 0,0 1 1 0 0,0-1-1 0 0,0 1 1 0 0,1-1-1 0 0,-1 1 0 0 0,0-1 1 0 0,0 0-1 0 0,0 1 0 0 0,0-1 1 0 0,0 1-1 0 0,0-1 1 0 0,-1 1-1 0 0,1-1 0 0 0,0 1 1 0 0,0-1-1 0 0,0 1 0 0 0,0-1 1 0 0,-1 1-1 0 0,1-1 1 0 0,0 1-1 0 0,0-1 0 0 0,-1 1 1 0 0,1-1-1 0 0,0 1 0 0 0,-1-1 1 0 0,1 1-1 0 0,-1 0 1 0 0,0-1-1 0 0,-13 13 996 0 0,-19 39-1804 0 0,28-42 1135 0 0,-9 13-381 0 0,2 0-1 0 0,1 1 1 0 0,1 0 0 0 0,1 0-1 0 0,0 1 1 0 0,2 1 0 0 0,1-1-1 0 0,-6 51 1 0 0,12-64-40 0 0,-1-1 0 0 0,1 0 0 0 0,0 1 0 0 0,1-1-1 0 0,1 0 1 0 0,-1 0 0 0 0,2 0 0 0 0,-1 0 0 0 0,1 0 0 0 0,1 0 0 0 0,0-1 0 0 0,0 1 0 0 0,1-1 0 0 0,0 0 0 0 0,1 0 0 0 0,-1-1 0 0 0,2 0-1 0 0,-1 0 1 0 0,1 0 0 0 0,1-1 0 0 0,-1 0 0 0 0,1 0 0 0 0,0-1 0 0 0,12 8 0 0 0,-4-6-78 0 0,0 0 0 0 0,1-1 0 0 0,0-1 0 0 0,0-1 0 0 0,0 0 0 0 0,1-1 0 0 0,-1-1 0 0 0,1-1 0 0 0,0 0 0 0 0,28-1 0 0 0,-39-4-1044 0 0,0-8-8706 0 0</inkml:trace>
</inkml:ink>
</file>

<file path=ppt/ink/ink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3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5 356 0 0,'-10'-4'10992'0'0,"1"15"-10822"0"0,7-8 144 0 0,4 1-334 0 0,-1-2-41 0 0,0 0 0 0 0,1 1 0 0 0,-1-1 0 0 0,1 0 1 0 0,0 0-1 0 0,-1 0 0 0 0,1 0 0 0 0,0 0 0 0 0,0-1 0 0 0,0 1 0 0 0,0 0 0 0 0,3 0 0 0 0,-4-1-165 0 0,-1 0 197 0 0,1-1-1 0 0,-1 0 1 0 0,0 0 0 0 0,0 1-1 0 0,0-1 1 0 0,0 0-1 0 0,0 0 1 0 0,1 0-1 0 0,-1 1 1 0 0,0-1 0 0 0,0 0-1 0 0,0 0 1 0 0,1 0-1 0 0,-1 1 1 0 0,0-1-1 0 0,0 0 1 0 0,1 0 0 0 0,-1 0-1 0 0,0 0 1 0 0,0 0-1 0 0,1 0 1 0 0,-1 0-1 0 0,0 1 1 0 0,0-1-1 0 0,1 0 1 0 0,-1 0 0 0 0,0 0-1 0 0,0 0 1 0 0,1 0-1 0 0,-1 0 1 0 0,0 0-1 0 0,1 0 1 0 0,-1-1 0 0 0,0 1-1 0 0,0 0 1 0 0,1 0-1 0 0,-1 0 1 0 0,0 0-1 0 0,0 0 1 0 0,1 0 0 0 0,2-2 35 0 0,-1 2 3 0 0,0-1-1 0 0,-1 0 1 0 0,1 1 0 0 0,0-1-1 0 0,0 0 1 0 0,0 0-1 0 0,-1 0 1 0 0,1-1 0 0 0,-1 1-1 0 0,1 0 1 0 0,-1 0 0 0 0,1-1-1 0 0,-1 1 1 0 0,0-1 0 0 0,2-2-1 0 0,-2 2 865 0 0,4-2 111 0 0,-5 14-1310 0 0,0 0 1 0 0,0 0-1 0 0,1 0 1 0 0,5 20-1 0 0,-5-24-616 0 0,1 1 0 0 0,1-1-1 0 0,-1 0 1 0 0,1 0 0 0 0,5 9 0 0 0,2-1-1482 0 0</inkml:trace>
</inkml:ink>
</file>

<file path=ppt/ink/ink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4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290 220 556 0 0,'-26'-41'6081'0'0,"24"37"-5766"0"0,1 0 1 0 0,-1 0-1 0 0,0 1 0 0 0,0-1 1 0 0,0 1-1 0 0,0-1 0 0 0,0 1 1 0 0,-1 0-1 0 0,0 0 0 0 0,0 0 0 0 0,0 0 1 0 0,0 1-1 0 0,0-1 0 0 0,0 1 1 0 0,-1 0-1 0 0,1-1 0 0 0,-1 2 1 0 0,1-1-1 0 0,-1 0 0 0 0,0 1 1 0 0,0 0-1 0 0,-6-2 0 0 0,1 4-227 0 0,1 1 0 0 0,0-1 0 0 0,0 2 0 0 0,0-1 0 0 0,0 1 0 0 0,0 0 0 0 0,0 1 0 0 0,1 0 0 0 0,0 0 0 0 0,-1 1 0 0 0,-11 9 0 0 0,12-9-51 0 0,0 0-1 0 0,0 1 1 0 0,1 0-1 0 0,-1 0 0 0 0,1 0 1 0 0,0 1-1 0 0,1 0 0 0 0,0 0 1 0 0,0 0-1 0 0,0 1 1 0 0,1-1-1 0 0,0 1 0 0 0,-5 16 1 0 0,8-23-32 0 0,1 0 0 0 0,0 0 0 0 0,-1 0 0 0 0,1 0 0 0 0,0 0 1 0 0,0 0-1 0 0,0 0 0 0 0,0 1 0 0 0,0-1 0 0 0,0 0 0 0 0,0 0 0 0 0,0 0 1 0 0,0 0-1 0 0,1 0 0 0 0,-1 0 0 0 0,0 0 0 0 0,1 1 0 0 0,-1-1 0 0 0,1 0 0 0 0,-1 0 1 0 0,1 0-1 0 0,-1-1 0 0 0,1 1 0 0 0,0 0 0 0 0,-1 0 0 0 0,1 0 0 0 0,1 1 1 0 0,0-1 1 0 0,0 0 0 0 0,0-1 0 0 0,0 1 0 0 0,0 0 0 0 0,0-1 0 0 0,0 1 0 0 0,1-1 0 0 0,-1 0 0 0 0,0 0 0 0 0,0 0 0 0 0,0 0 0 0 0,0 0 0 0 0,3 0 0 0 0,4-2 7 0 0,0 1-1 0 0,1-2 0 0 0,-1 1 0 0 0,-1-1 0 0 0,11-5 0 0 0,-5 0-37 0 0,0 0 1 0 0,23-20-1 0 0,-36 27-20 0 0,0 1 19 0 0,0-1-1 0 0,0 0 1 0 0,0 1-1 0 0,1-1 1 0 0,-1 1-1 0 0,0-1 1 0 0,0 1-1 0 0,0 0 1 0 0,1-1-1 0 0,-1 1 1 0 0,0 0 0 0 0,1 0-1 0 0,-1 0 1 0 0,0 0-1 0 0,0 0 1 0 0,1 0-1 0 0,-1 0 1 0 0,0 1-1 0 0,0-1 1 0 0,3 1-1 0 0,16 4-263 0 0,0-1 0 0 0,0-1 0 0 0,0-1 0 0 0,1-1 0 0 0,-1-1-1 0 0,29-3 1 0 0,-43 3 264 0 0,0-1 0 0 0,0-1-1 0 0,0 1 1 0 0,0-1 0 0 0,-1 0-1 0 0,1 0 1 0 0,-1-1 0 0 0,1 0-1 0 0,-1 1 1 0 0,0-2 0 0 0,0 1-1 0 0,0-1 1 0 0,0 0 0 0 0,-1 0-1 0 0,0 0 1 0 0,0 0 0 0 0,0-1-1 0 0,0 0 1 0 0,0 1 0 0 0,-1-2-1 0 0,0 1 1 0 0,0 0 0 0 0,-1 0-1 0 0,1-1 1 0 0,-1 0 0 0 0,2-7-1 0 0,2-12 423 0 0,-1 0-1 0 0,-2-1 1 0 0,2-41-1 0 0,-5 64-243 0 0,-7 199 717 0 0,8-151-810 0 0,1-24-46 0 0,-2 0-1 0 0,-1 0 0 0 0,-4 27 1 0 0,5-46 2 0 0,0 6-11 0 0,0-4 51 0 0,0-8 291 0 0,3-15-334 0 0,0 1 1 0 0,1 0 0 0 0,1 0-1 0 0,0 0 1 0 0,11-24 0 0 0,-11 32-23 0 0,0-1 1 0 0,1 1 0 0 0,0 0 0 0 0,0 0 0 0 0,1 0 0 0 0,0 1 0 0 0,1 0 0 0 0,0 1 0 0 0,0-1 0 0 0,14-9 0 0 0,-20 17 1 0 0,0-1 1 0 0,0 1-1 0 0,0 0 1 0 0,0 1-1 0 0,0-1 0 0 0,0 0 1 0 0,0 1-1 0 0,0-1 0 0 0,0 1 1 0 0,1-1-1 0 0,-1 1 1 0 0,0 0-1 0 0,0 0 0 0 0,0 0 1 0 0,1 0-1 0 0,-1 0 0 0 0,0 1 1 0 0,0-1-1 0 0,0 1 1 0 0,0-1-1 0 0,1 1 0 0 0,-1 0 1 0 0,0 0-1 0 0,0 0 0 0 0,-1 0 1 0 0,5 2-1 0 0,-5-1 3 0 0,0-1-1 0 0,0 0 1 0 0,0 0-1 0 0,0 0 1 0 0,0 1 0 0 0,0-1-1 0 0,0 1 1 0 0,0-1-1 0 0,-1 1 1 0 0,1-1 0 0 0,-1 1-1 0 0,1-1 1 0 0,-1 1-1 0 0,1-1 1 0 0,-1 1 0 0 0,0 0-1 0 0,0 2 1 0 0,0-1-1 0 0,0 1 1 0 0,0-1 0 0 0,-1 0 0 0 0,0 1-1 0 0,0-1 1 0 0,0 1 0 0 0,0-1 0 0 0,0 0-1 0 0,-1 0 1 0 0,0 0 0 0 0,-2 5 0 0 0,-28 30 605 0 0,11-20-2258 0 0,0-11-7007 0 0</inkml:trace>
</inkml:ink>
</file>

<file path=ppt/ink/ink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4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1 152 0 0,'0'0'1380'0'0,"8"14"675"0"0,-2 4-1295 0 0,-2 1 1 0 0,0 0-1 0 0,-1-1 1 0 0,1 32-1 0 0,1 7 279 0 0,2 12 927 0 0,-2 81 0 0 0,-5-148-1748 0 0,0 6 22 0 0,0-6 106 0 0,-1-6 1732 0 0,0-4-2042 0 0,1 0 1 0 0,0 0-1 0 0,1 0 1 0 0,0 0-1 0 0,0 0 0 0 0,1 0 1 0 0,-1 0-1 0 0,7-13 0 0 0,1-2-45 0 0,1 0-1 0 0,2 1 0 0 0,17-26 1 0 0,-25 41-7 0 0,1 2 0 0 0,-1-1 0 0 0,1 0 0 0 0,1 1 1 0 0,-1 0-1 0 0,1 0 0 0 0,0 0 0 0 0,0 1 0 0 0,0 0 0 0 0,0 0 1 0 0,1 0-1 0 0,0 1 0 0 0,0 0 0 0 0,14-4 0 0 0,-20 7 6 0 0,1-1 0 0 0,0 1-1 0 0,-1 0 1 0 0,1-1-1 0 0,0 1 1 0 0,-1 0 0 0 0,1 0-1 0 0,0 0 1 0 0,0 0-1 0 0,-1 1 1 0 0,1-1-1 0 0,0 0 1 0 0,-1 1 0 0 0,1-1-1 0 0,0 1 1 0 0,-1-1-1 0 0,3 2 1 0 0,-3-1 4 0 0,0 0 0 0 0,-1-1 0 0 0,1 1 1 0 0,0 0-1 0 0,-1 0 0 0 0,1 0 0 0 0,-1 0 0 0 0,1 0 0 0 0,-1 0 0 0 0,1-1 1 0 0,-1 1-1 0 0,1 0 0 0 0,-1 0 0 0 0,0 0 0 0 0,0 0 0 0 0,0 0 0 0 0,0 1 1 0 0,1-1-1 0 0,-1 0 0 0 0,0 0 0 0 0,-1 1 0 0 0,1 1-2 0 0,-1 1 0 0 0,0-1 0 0 0,0 1-1 0 0,0-1 1 0 0,0 0 0 0 0,0 1 0 0 0,-1-1 0 0 0,1 0 0 0 0,-1 0 0 0 0,0 0-1 0 0,0 0 1 0 0,0 0 0 0 0,-1 0 0 0 0,-3 3 0 0 0,-16 15-195 0 0,-6 4-1420 0 0,5-13-5997 0 0</inkml:trace>
</inkml:ink>
</file>

<file path=ppt/ink/ink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5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1 323 720 0 0,'0'0'4588'0'0,"4"-3"-3858"0"0,6-6-256 0 0,0-1 1 0 0,-1 1-1 0 0,0-2 1 0 0,-1 1 0 0 0,0-1-1 0 0,-1-1 1 0 0,0 1-1 0 0,0-1 1 0 0,-2-1-1 0 0,8-20 1 0 0,-6 11 28 0 0,-1 0 0 0 0,-1 0 0 0 0,-1-1 1 0 0,-1 0-1 0 0,0-37 0 0 0,-3 58-392 0 0,0 2-104 0 0,0 0 0 0 0,0 0 0 0 0,0-1 0 0 0,0 1 0 0 0,0 0 0 0 0,0 0 0 0 0,0 0-1 0 0,0 0 1 0 0,-1-1 0 0 0,1 1 0 0 0,0 0 0 0 0,0 0 0 0 0,0 0 0 0 0,0 0 0 0 0,0-1 0 0 0,0 1 0 0 0,0 0 0 0 0,0 0 0 0 0,-1 0 0 0 0,1 0 0 0 0,0 0 0 0 0,0 0 0 0 0,0 0 0 0 0,0-1-1 0 0,0 1 1 0 0,-1 0 0 0 0,1 0 0 0 0,0 0 0 0 0,0 0 0 0 0,0 0 0 0 0,0 0 0 0 0,-1 0 0 0 0,1 0 0 0 0,0 0 0 0 0,0 0 0 0 0,0 0 0 0 0,0 0 0 0 0,-1 0 0 0 0,1 0 0 0 0,0 0-1 0 0,0 0 1 0 0,0 0 0 0 0,0 0 0 0 0,-1 0 0 0 0,1 0 0 0 0,0 0 0 0 0,0 0 0 0 0,0 0 0 0 0,0 1 0 0 0,-1-1 0 0 0,1 0 0 0 0,0 0 0 0 0,0 0 0 0 0,0 0 0 0 0,0 0 0 0 0,0 0-1 0 0,0 0 1 0 0,-1 1 0 0 0,1-1 0 0 0,0 0 0 0 0,0 0 0 0 0,0 0 0 0 0,0 0 0 0 0,0 1 0 0 0,0-1 0 0 0,0 0 0 0 0,0 0 0 0 0,0 0 0 0 0,-13 23 102 0 0,-6 31-42 0 0,17-43-55 0 0,1 1 0 0 0,0-1 1 0 0,0 1-1 0 0,1-1 0 0 0,1 1 1 0 0,0-1-1 0 0,0 1 0 0 0,1-1 0 0 0,1 0 1 0 0,6 20-1 0 0,-6-24-41 0 0,-1-1 0 0 0,1 0 0 0 0,1 1 0 0 0,-1-1 0 0 0,1 0 0 0 0,0-1 0 0 0,1 1 0 0 0,-1-1 0 0 0,1 0 1 0 0,0 0-1 0 0,0 0 0 0 0,1-1 0 0 0,-1 1 0 0 0,1-1 0 0 0,0-1 0 0 0,0 1 0 0 0,0-1 0 0 0,9 3 0 0 0,-13-5-45 0 0,2-2 18 0 0,0 1 0 0 0,0-1 0 0 0,0 0-1 0 0,0 0 1 0 0,0 0 0 0 0,0-1 0 0 0,0 1 0 0 0,-1-1 0 0 0,1 0 0 0 0,6-5 0 0 0,22-15-188 0 0,-31 21 224 0 0,17-25 264 0 0,-18 25-240 0 0,0 1 1 0 0,0-1-1 0 0,1 0 0 0 0,-1 1 0 0 0,0-1 1 0 0,0 0-1 0 0,0 0 0 0 0,0 1 0 0 0,0-1 0 0 0,0 0 1 0 0,-1 1-1 0 0,1-1 0 0 0,0 0 0 0 0,0 1 0 0 0,0-1 1 0 0,-1 0-1 0 0,1 1 0 0 0,0-1 0 0 0,-1 0 0 0 0,1 1 1 0 0,0-1-1 0 0,-1 1 0 0 0,1-1 0 0 0,-1 1 0 0 0,1-1 1 0 0,-1 1-1 0 0,1-1 0 0 0,-1 1 0 0 0,1-1 0 0 0,-1 1 1 0 0,0 0-1 0 0,1-1 0 0 0,-2 1 0 0 0,-16 6 2 0 0,15-5-10 0 0,2 0 3 0 0,0-1-1 0 0,0 1 1 0 0,0-1 0 0 0,0 1 0 0 0,0 0-1 0 0,0-1 1 0 0,1 1 0 0 0,-1 0 0 0 0,0 0-1 0 0,0 0 1 0 0,1 0 0 0 0,-1-1 0 0 0,0 1-1 0 0,1 0 1 0 0,-1 0 0 0 0,1 0 0 0 0,-1 0-1 0 0,1 0 1 0 0,-1 0 0 0 0,1 1 0 0 0,0-1-1 0 0,0 0 1 0 0,-1 0 0 0 0,1 0 0 0 0,0 0-1 0 0,0 0 1 0 0,0 0 0 0 0,0 0 0 0 0,0 1-1 0 0,1-1 1 0 0,-1 0 0 0 0,0 0-1 0 0,0 0 1 0 0,1 0 0 0 0,-1 0 0 0 0,1 0-1 0 0,-1 0 1 0 0,2 2 0 0 0,-1-1-6 0 0,0-1-1 0 0,0 0 1 0 0,0 1-1 0 0,0-1 1 0 0,0 1 0 0 0,1-1-1 0 0,-1 0 1 0 0,0 0 0 0 0,1 0-1 0 0,-1 0 1 0 0,1 0-1 0 0,-1 0 1 0 0,1 0 0 0 0,0-1-1 0 0,-1 1 1 0 0,1 0 0 0 0,0-1-1 0 0,-1 1 1 0 0,1-1-1 0 0,0 0 1 0 0,0 1 0 0 0,0-1-1 0 0,-1 0 1 0 0,3 0 0 0 0,89-24-306 0 0,-67 16 165 0 0,1 1 0 0 0,31-4 1 0 0,-57 11 140 0 0,1 0 1 0 0,0 0 0 0 0,-1 0 0 0 0,1 0 0 0 0,0 0 0 0 0,0 1 0 0 0,-1-1 0 0 0,1 1 0 0 0,0-1 0 0 0,-1 1 0 0 0,1-1 0 0 0,-1 1 0 0 0,1 0 0 0 0,-1 0 0 0 0,1 0 0 0 0,-1 0-1 0 0,1 0 1 0 0,-1 0 0 0 0,0 0 0 0 0,0 0 0 0 0,1 1 0 0 0,-1-1 0 0 0,0 0 0 0 0,0 1 0 0 0,0-1 0 0 0,-1 1 0 0 0,1-1 0 0 0,0 1 0 0 0,0 0 0 0 0,-1-1 0 0 0,1 4 0 0 0,0-3 43 0 0,-22 32 355 0 0,20-33-831 0 0,-21 14 1218 0 0,12-11-3209 0 0,2-6-3625 0 0,-4-6 3152 0 0</inkml:trace>
</inkml:ink>
</file>

<file path=ppt/ink/ink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5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0 500 0 0,'0'0'11328'0'0,"0"5"-12406"0"0,2 8 1033 0 0,2 7-3823 0 0,8-23 483 0 0,-9 2 1445 0 0</inkml:trace>
</inkml:ink>
</file>

<file path=ppt/ink/ink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6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10 396 0 0,'21'-9'2040'0'0,"-19"8"-718"0"0,21 8 4147 0 0,-16 20-5266 0 0,-8-4-5267 0 0,0-7 2606 0 0</inkml:trace>
</inkml:ink>
</file>

<file path=ppt/ink/ink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6.5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259 15 13617 0 0,'0'-1'12'0'0,"1"0"0"0"0,-1 0 0 0 0,0 1 0 0 0,1-1 0 0 0,-1 0 1 0 0,1 0-1 0 0,-1 1 0 0 0,1-1 0 0 0,-1 0 0 0 0,1 1 0 0 0,-1-1 0 0 0,1 0 0 0 0,-1 1 0 0 0,1-1 0 0 0,0 1 0 0 0,-1-1 0 0 0,1 1 0 0 0,0-1 0 0 0,0 1 0 0 0,-1 0 0 0 0,1-1 0 0 0,0 1 0 0 0,0 0 0 0 0,0 0 0 0 0,-1-1 0 0 0,1 1 0 0 0,0 0 0 0 0,0 0 1 0 0,0 0-1 0 0,0 0 0 0 0,0 0 0 0 0,-1 0 0 0 0,1 0 0 0 0,1 1 0 0 0,2 0-14 0 0,0 1 0 0 0,-1-1 0 0 0,0 1 0 0 0,1 0 0 0 0,-1 0 0 0 0,0 0 1 0 0,0 0-1 0 0,5 5 0 0 0,2 3-26 0 0,1 1 0 0 0,-2 0-1 0 0,15 21 1 0 0,-17-20 28 0 0,-1-1 0 0 0,-1 1 1 0 0,0 1-1 0 0,-1-1 0 0 0,0 1 0 0 0,-1 0 0 0 0,0 0 0 0 0,-1 0 0 0 0,0 0 0 0 0,-1 0 0 0 0,-1 0 0 0 0,0 1 1 0 0,-1-1-1 0 0,0 0 0 0 0,-1 0 0 0 0,0 0 0 0 0,-1 0 0 0 0,-1 0 0 0 0,0 0 0 0 0,-1-1 0 0 0,0 0 0 0 0,-1 0 0 0 0,0 0 1 0 0,-1-1-1 0 0,0 0 0 0 0,-1 0 0 0 0,-16 18 0 0 0,-12 9-150 0 0,-1-1-1 0 0,-63 49 1 0 0,64-60-3845 0 0,-61 34 0 0 0,74-49 916 0 0</inkml:trace>
</inkml:ink>
</file>

<file path=ppt/ink/ink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6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86 316 0 0,'-2'-8'8934'0'0,"10"0"-8520"0"0,1 1-1 0 0,0 0 1 0 0,0 0-1 0 0,1 1 1 0 0,-1 0-1 0 0,1 1 1 0 0,1 0-1 0 0,18-6 0 0 0,-18 7-943 0 0,0 1 1 0 0,0 0-1 0 0,0 1 0 0 0,0 0 0 0 0,15 0 0 0 0,-15 6-4326 0 0</inkml:trace>
  <inkml:trace contextRef="#ctx0" brushRef="#br0" timeOffset="1">131 175 520 0 0,'-1'7'2608'0'0,"20"-4"-1596"0"0,2-6-728 0 0,-4-2-296 0 0,8 0-412 0 0,0-4-244 0 0,3 2-720 0 0,2-1 320 0 0</inkml:trace>
</inkml:ink>
</file>

<file path=ppt/ink/ink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7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38 529 804 0 0,'-21'-26'7723'0'0,"23"7"-6828"0"0,0 0 1 0 0,2 0-1 0 0,0 1 1 0 0,1 0 0 0 0,0 0-1 0 0,12-24 1 0 0,-5 13-306 0 0,10-44-1 0 0,-12 24-370 0 0,-2-1 0 0 0,3-86 0 0 0,-11 134-227 0 0,2-7 5 0 0,-2 9-2 0 0,0 0 0 0 0,-1 0-1 0 0,1 1 1 0 0,0-1 0 0 0,0 0 0 0 0,0 0 0 0 0,0 0-1 0 0,0 0 1 0 0,0 0 0 0 0,0 0 0 0 0,0 0-1 0 0,-1 0 1 0 0,1 0 0 0 0,0 1 0 0 0,0-1-1 0 0,0 0 1 0 0,0 0 0 0 0,0 0 0 0 0,0 0 0 0 0,-1 0-1 0 0,1 0 1 0 0,0 0 0 0 0,0 0 0 0 0,0 0-1 0 0,0 0 1 0 0,0 0 0 0 0,-1 0 0 0 0,1 0-1 0 0,0 0 1 0 0,0 0 0 0 0,0 0 0 0 0,0 0 0 0 0,0 0-1 0 0,-1 0 1 0 0,1 0 0 0 0,0-1 0 0 0,0 1-1 0 0,0 0 1 0 0,0 0 0 0 0,0 0 0 0 0,0 0-1 0 0,0 0 1 0 0,-1 0 0 0 0,1 0 0 0 0,0 0 0 0 0,0 0-1 0 0,0-1 1 0 0,0 1 0 0 0,0 0 0 0 0,0 0-1 0 0,0 0 1 0 0,0 0 0 0 0,0 0 0 0 0,0 0-1 0 0,0-1 1 0 0,0 1 0 0 0,0 0 0 0 0,0 0 0 0 0,0 0-1 0 0,0 0 1 0 0,0-1 0 0 0,-12 15-3 0 0,1 0 1 0 0,0 1 0 0 0,2 0-1 0 0,0 1 1 0 0,0 0-1 0 0,1 0 1 0 0,2 1-1 0 0,-1-1 1 0 0,-6 30-1 0 0,7-21 3 0 0,1 0 0 0 0,1 1 0 0 0,1-1 0 0 0,2 1 0 0 0,0 0-1 0 0,4 37 1 0 0,-1-51 11 0 0,0-1 0 0 0,0 0 1 0 0,1 0-1 0 0,0 0 0 0 0,1 0 0 0 0,0 0 0 0 0,1-1 1 0 0,0 0-1 0 0,8 12 0 0 0,-10-19-1 0 0,-1 0 1 0 0,0 0-1 0 0,1 0 0 0 0,-1-1 0 0 0,1 1 1 0 0,0-1-1 0 0,0 0 0 0 0,0 1 1 0 0,0-1-1 0 0,1 0 0 0 0,-1-1 1 0 0,0 1-1 0 0,1-1 0 0 0,-1 1 1 0 0,1-1-1 0 0,0 0 0 0 0,-1-1 1 0 0,1 1-1 0 0,0 0 0 0 0,0-1 1 0 0,-1 0-1 0 0,1 0 0 0 0,0 0 1 0 0,0 0-1 0 0,-1-1 0 0 0,1 0 1 0 0,0 1-1 0 0,-1-1 0 0 0,1-1 1 0 0,-1 1-1 0 0,5-2 0 0 0,92-54-17 0 0,-99 57-8 0 0,0-1 8 0 0,-1 1 0 0 0,1-1 0 0 0,-1 1 0 0 0,0-1 0 0 0,1 1 0 0 0,-1-1 0 0 0,1 1 0 0 0,0-1 0 0 0,-1 1 1 0 0,1-1-1 0 0,-1 1 0 0 0,1 0 0 0 0,0-1 0 0 0,-1 1 0 0 0,1 0 0 0 0,-1 0 0 0 0,1 0 0 0 0,0-1 0 0 0,0 1 1 0 0,-1 0-1 0 0,1 0 0 0 0,0 0 0 0 0,-1 0 0 0 0,1 0 0 0 0,0 0 0 0 0,-1 0 0 0 0,1 0 0 0 0,0 1 1 0 0,25 1-361 0 0,-24-2 370 0 0,8 1-76 0 0,1 0-1 0 0,0-1 1 0 0,0-1-1 0 0,10-1 1 0 0,-20 2 108 0 0,-1 0-1 0 0,1 0 1 0 0,-1-1 0 0 0,0 1 0 0 0,1 0 0 0 0,-1-1 0 0 0,0 1-1 0 0,1 0 1 0 0,-1-1 0 0 0,0 1 0 0 0,0 0 0 0 0,1-1 0 0 0,-1 1-1 0 0,0-1 1 0 0,0 1 0 0 0,0 0 0 0 0,0-1 0 0 0,0 1 0 0 0,1-1-1 0 0,-1 1 1 0 0,0-1 0 0 0,0 1 0 0 0,0-1 0 0 0,0 1 0 0 0,0-1-1 0 0,0 1 1 0 0,0 0 0 0 0,-1-1 0 0 0,1 1 0 0 0,0-1 0 0 0,0 1 0 0 0,0-1-1 0 0,0 1 1 0 0,-1 0 0 0 0,1-1 0 0 0,0 1 0 0 0,0-1 0 0 0,0 1-1 0 0,-1 0 1 0 0,1-1 0 0 0,-1 1 0 0 0,-8-17 1094 0 0,9 17-1176 0 0,-2-2 88 0 0,-1-5-542 0 0</inkml:trace>
</inkml:ink>
</file>

<file path=ppt/ink/ink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7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7 468 0 0,'0'0'2335'0'0,"-8"-7"-1066"0"0,0 8 4789 0 0,8 11-5920 0 0,1-1 0 0 0,1 1-1 0 0,0-1 1 0 0,1 1 0 0 0,0-1 0 0 0,0 0 0 0 0,1 0 0 0 0,1 0 0 0 0,0-1 0 0 0,9 14 0 0 0,-8-12-116 0 0,1-1 0 0 0,-2 1-1 0 0,1 0 1 0 0,-2 0 0 0 0,0 1 0 0 0,0-1-1 0 0,-1 1 1 0 0,-1 0 0 0 0,0 0 0 0 0,1 15-1 0 0,-4-26-19 0 0,1 1-1 0 0,0-1 0 0 0,-1 1 0 0 0,0-1 0 0 0,1 1 0 0 0,-1-1 1 0 0,0 1-1 0 0,0-1 0 0 0,-1 0 0 0 0,1 0 0 0 0,0 0 1 0 0,-1 0-1 0 0,1 0 0 0 0,-1 0 0 0 0,0 0 0 0 0,1 0 0 0 0,-1 0 1 0 0,-3 1-1 0 0,0 1 28 0 0,0-1 1 0 0,-1 0-1 0 0,1-1 0 0 0,-1 1 1 0 0,1-1-1 0 0,-1 0 0 0 0,-9 2 1 0 0,2-2 26 0 0,0 0-1 0 0,1-1 1 0 0,-1 0 0 0 0,0-1 0 0 0,0 0 0 0 0,-21-4 0 0 0,26 3-1093 0 0,-12-5 658 0 0,11-5-5396 0 0,3 0 2771 0 0</inkml:trace>
</inkml:ink>
</file>

<file path=ppt/ink/ink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19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74 68 0 0,'24'-73'11196'0'0,"-29"77"-10995"0"0,-6 6-117 0 0,1 1-1 0 0,1 0 1 0 0,0 1-1 0 0,0 0 1 0 0,1 0-1 0 0,1 0 1 0 0,0 1-1 0 0,0 0 1 0 0,2 1-1 0 0,-1 0 1 0 0,2-1-1 0 0,0 1 1 0 0,1 1-1 0 0,-4 27 1 0 0,6-28-36 0 0,0 0 0 0 0,1 0 0 0 0,0 0-1 0 0,1 0 1 0 0,1 0 0 0 0,0 0 0 0 0,1 0 0 0 0,0-1 0 0 0,1 1 0 0 0,1-1 0 0 0,0 0 0 0 0,1 0-1 0 0,0 0 1 0 0,1-1 0 0 0,0 0 0 0 0,10 11 0 0 0,-5-9-16 0 0,0-2 0 0 0,1 1 1 0 0,0-2-1 0 0,1 1 0 0 0,0-2 0 0 0,1 0 1 0 0,17 8-1 0 0,-19-11-496 0 0,0-1 1 0 0,1-1-1 0 0,22 6 0 0 0,-26-9-630 0 0,1 0 1 0 0,0 0-1 0 0,0-1 0 0 0,0-1 0 0 0,14 0 0 0 0,-6-3-1930 0 0</inkml:trace>
</inkml:ink>
</file>

<file path=ppt/ink/ink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0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1 127 332 0 0,'0'0'1769'0'0,"1"-30"4375"0"0,3 24-5871 0 0,0 0 0 0 0,0 0 0 0 0,1 1 0 0 0,0-1 0 0 0,0 1 0 0 0,0 0 0 0 0,1 1-1 0 0,0-1 1 0 0,-1 1 0 0 0,12-6 0 0 0,-5 4-8 0 0,-1 1 0 0 0,1-1 0 0 0,0 2 0 0 0,0 0 0 0 0,15-4 0 0 0,-26 8-249 0 0,0 0-1 0 0,0-1 1 0 0,1 1 0 0 0,-1 0-1 0 0,0 0 1 0 0,0 0 0 0 0,1 0-1 0 0,-1 0 1 0 0,0 0 0 0 0,0 0-1 0 0,1 0 1 0 0,-1 1 0 0 0,0-1-1 0 0,0 0 1 0 0,0 1 0 0 0,0-1-1 0 0,1 1 1 0 0,-1-1-1 0 0,0 1 1 0 0,0 0 0 0 0,0-1-1 0 0,0 1 1 0 0,0 0 0 0 0,0 0-1 0 0,-1 0 1 0 0,1 0 0 0 0,1 1-1 0 0,-1 0 4 0 0,0 1 0 0 0,0-1 0 0 0,0 1-1 0 0,0-1 1 0 0,-1 1 0 0 0,1-1 0 0 0,-1 1 0 0 0,1 0-1 0 0,-1-1 1 0 0,0 1 0 0 0,-1 5 0 0 0,0 3 25 0 0,-1 0 0 0 0,0 0 0 0 0,-1-1 0 0 0,-7 20 0 0 0,8-26-40 0 0,1 0 1 0 0,0 0 0 0 0,0-1 0 0 0,0 1 0 0 0,1 0 0 0 0,0 0-1 0 0,-1 0 1 0 0,1 0 0 0 0,0 0 0 0 0,1 0 0 0 0,-1 0 0 0 0,1 0-1 0 0,0 0 1 0 0,0 0 0 0 0,0-1 0 0 0,0 1 0 0 0,1 0 0 0 0,-1-1-1 0 0,4 6 1 0 0,6 3 6 0 0,-8-10-11 0 0,-1 1-1 0 0,1-1 1 0 0,-1 1 0 0 0,1 0-1 0 0,-1 0 1 0 0,0 0 0 0 0,0 1-1 0 0,0-1 1 0 0,-1 0 0 0 0,1 1 0 0 0,-1-1-1 0 0,0 1 1 0 0,0-1 0 0 0,0 5-1 0 0,0-6 2 0 0,-1 0-1 0 0,0 0 0 0 0,0 0 1 0 0,0 1-1 0 0,-1-1 1 0 0,1 0-1 0 0,0 0 0 0 0,-1 0 1 0 0,0 0-1 0 0,1 1 0 0 0,-1-1 1 0 0,0 0-1 0 0,0 0 0 0 0,0 0 1 0 0,0-1-1 0 0,-1 1 1 0 0,1 0-1 0 0,0 0 0 0 0,-1-1 1 0 0,1 1-1 0 0,-1-1 0 0 0,0 1 1 0 0,0-1-1 0 0,1 1 1 0 0,-1-1-1 0 0,0 0 0 0 0,0 0 1 0 0,-2 1-1 0 0,-2 1 3 0 0,-68 38-1706 0 0,73-41 875 0 0</inkml:trace>
</inkml:ink>
</file>

<file path=ppt/ink/ink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0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1232 0 0,'0'0'8202'0'0,"-5"6"-7700"0"0,-26 38 401 0 0,-63 95 1315 0 0,81-116-1915 0 0,0-1 0 0 0,2 2 0 0 0,1 0 1 0 0,-11 34-1 0 0,16-42-786 0 0,-3 12-775 0 0,8-27 997 0 0,0 0 1 0 0,0 0-1 0 0,0-1 0 0 0,0 1 1 0 0,0 0-1 0 0,0 0 0 0 0,1 0 1 0 0,-1-1-1 0 0,0 1 0 0 0,0 0 1 0 0,1 0-1 0 0,-1-1 0 0 0,0 1 1 0 0,1 0-1 0 0,-1 0 0 0 0,0-1 1 0 0,1 1-1 0 0,-1 0 0 0 0,1-1 1 0 0,-1 1-1 0 0,1-1 0 0 0,0 1 0 0 0,-1-1 1 0 0,1 1-1 0 0,-1-1 0 0 0,1 1 1 0 0,0-1-1 0 0,0 1 0 0 0</inkml:trace>
</inkml:ink>
</file>

<file path=ppt/ink/ink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1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30 624 0 0,'1'-2'289'0'0,"-1"0"1"0"0,1 1-1 0 0,0-1 0 0 0,-1 1 0 0 0,1-1 1 0 0,0 1-1 0 0,0-1 0 0 0,0 1 0 0 0,0 0 1 0 0,1-1-1 0 0,-1 1 0 0 0,0 0 0 0 0,1 0 1 0 0,-1 0-1 0 0,0 0 0 0 0,1 0 0 0 0,-1 0 1 0 0,1 0-1 0 0,0 0 0 0 0,-1 1 0 0 0,4-2 1 0 0,-3 1-226 0 0,0 0 449 0 0,-1 2-388 0 0,1-1 0 0 0,0 1 0 0 0,-1-1 0 0 0,1 1 1 0 0,-1-1-1 0 0,1 1 0 0 0,-1 0 0 0 0,1 0 0 0 0,-1 0 0 0 0,1 0 1 0 0,-1 0-1 0 0,0 0 0 0 0,1 0 0 0 0,0 2 0 0 0,0 1-11 0 0,0-1 0 0 0,-1 1 1 0 0,1 0-1 0 0,-1 0 0 0 0,0-1 0 0 0,0 1 0 0 0,-1 0 0 0 0,1 0 0 0 0,-1 0 0 0 0,0 7 0 0 0,2 16 269 0 0,-2-26-349 0 0,0 1 0 0 0,0 0-1 0 0,0-1 1 0 0,0 1 0 0 0,0-1-1 0 0,0 1 1 0 0,0 0-1 0 0,1-1 1 0 0,-1 1 0 0 0,1-1-1 0 0,-1 1 1 0 0,1-1 0 0 0,0 1-1 0 0,0-1 1 0 0,-1 1-1 0 0,1-1 1 0 0,0 0 0 0 0,0 1-1 0 0,0-1 1 0 0,0 0 0 0 0,1 0-1 0 0,-1 0 1 0 0,0 0 0 0 0,0 0-1 0 0,1 0 1 0 0,-1 0-1 0 0,1 0 1 0 0,-1 0 0 0 0,1-1-1 0 0,-1 1 1 0 0,1-1 0 0 0,-1 1-1 0 0,1-1 1 0 0,-1 1-1 0 0,3-1 1 0 0,2 1-141 0 0,1 0 1 0 0,-1-1-1 0 0,1 0 0 0 0,-1 0 0 0 0,1-1 0 0 0,-1 0 1 0 0,1 0-1 0 0,-1 0 0 0 0,0-1 0 0 0,7-2 1 0 0,33-20-6013 0 0,-34 14 3309 0 0</inkml:trace>
</inkml:ink>
</file>

<file path=ppt/ink/ink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1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1 296 0 0,'3'1'795'0'0,"3"2"-499"0"0,0 0-1 0 0,0 0 1 0 0,-1 0-1 0 0,0 1 0 0 0,1 0 1 0 0,-1 0-1 0 0,-1 0 0 0 0,1 1 1 0 0,0-1-1 0 0,-1 1 0 0 0,0 0 1 0 0,0 1-1 0 0,-1-1 1 0 0,0 1-1 0 0,4 6 0 0 0,-4-3-69 0 0,1 1-1 0 0,-2-1 0 0 0,1 1 0 0 0,-1-1 1 0 0,-1 1-1 0 0,0 0 0 0 0,0 0 1 0 0,-1-1-1 0 0,-1 15 0 0 0,-1-6-1 0 0,-1 0 1 0 0,-1 1-1 0 0,0-2 0 0 0,-2 1 1 0 0,0 0-1 0 0,0-1 0 0 0,-2 0 1 0 0,0 0-1 0 0,-1-1 0 0 0,-16 21 1 0 0,8-15 62 0 0,-1-2 0 0 0,0-1 1 0 0,-2 0-1 0 0,-25 19 0 0 0,-30 19 227 0 0,74-56-712 0 0,-5 4-282 0 0</inkml:trace>
</inkml:ink>
</file>

<file path=ppt/ink/ink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1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53 484 0 0,'0'0'7747'0'0,"4"-2"-7140"0"0,17-7 110 0 0,0 0 0 0 0,1 2 0 0 0,0 1 0 0 0,0 1 0 0 0,0 1 0 0 0,32-3 0 0 0,-28 4-761 0 0,15 5-1885 0 0,-27 2-1538 0 0,-5 9-2662 0 0</inkml:trace>
  <inkml:trace contextRef="#ctx0" brushRef="#br0" timeOffset="1">112 200 608 0 0,'0'0'2436'0'0,"-6"7"1729"0"0,45-20-3777 0 0,-23 8-180 0 0,2 1-188 0 0,-3-1-216 0 0,9-3-272 0 0,-2 1-728 0 0,-4 2-1293 0 0,2-2 573 0 0</inkml:trace>
</inkml:ink>
</file>

<file path=ppt/ink/ink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2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73 520 0 0,'-17'-67'9981'0'0,"17"67"-9944"0"0,0 0 0 0 0,0-1 0 0 0,0 1 1 0 0,0 0-1 0 0,0-1 0 0 0,-1 1 0 0 0,1 0 0 0 0,0 0 0 0 0,0-1 0 0 0,0 1 1 0 0,0 0-1 0 0,-1 0 0 0 0,1-1 0 0 0,0 1 0 0 0,0 0 0 0 0,0 0 1 0 0,-1 0-1 0 0,1 0 0 0 0,0-1 0 0 0,-1 1 0 0 0,1 0 0 0 0,0 0 0 0 0,0 0 1 0 0,-1 0-1 0 0,1 0 0 0 0,0 0 0 0 0,-1 0 0 0 0,1 0 0 0 0,0 0 0 0 0,0 0 1 0 0,-1 0-1 0 0,1 0 0 0 0,0 0 0 0 0,-1 0 0 0 0,1 0 0 0 0,0 0 1 0 0,0 0-1 0 0,-1 0 0 0 0,1 0 0 0 0,0 0 0 0 0,-1 0 0 0 0,1 0 0 0 0,0 1 1 0 0,0-1-1 0 0,-1 0 0 0 0,1 0 0 0 0,0 0 0 0 0,0 0 0 0 0,-1 1 0 0 0,-11 9 116 0 0,1 1 0 0 0,0 0-1 0 0,1 0 1 0 0,0 1-1 0 0,1 0 1 0 0,0 1 0 0 0,1 0-1 0 0,1 0 1 0 0,-7 16-1 0 0,11-23-127 0 0,1 0 1 0 0,0-1-1 0 0,0 1 0 0 0,0 0 0 0 0,1 0 1 0 0,0 0-1 0 0,0 1 0 0 0,1-1 0 0 0,-1 0 1 0 0,1 0-1 0 0,1 0 0 0 0,-1 0 0 0 0,1 1 1 0 0,0-1-1 0 0,0 0 0 0 0,1 0 0 0 0,0 0 1 0 0,0-1-1 0 0,0 1 0 0 0,1 0 0 0 0,0-1 1 0 0,0 1-1 0 0,0-1 0 0 0,1 0 0 0 0,-1 0 1 0 0,7 6-1 0 0,-6-8-30 0 0,0 0 1 0 0,0 1-1 0 0,0-2 0 0 0,0 1 0 0 0,0 0 1 0 0,1-1-1 0 0,-1 0 0 0 0,1 0 1 0 0,-1 0-1 0 0,1 0 0 0 0,0-1 0 0 0,0 0 1 0 0,0 0-1 0 0,0 0 0 0 0,0-1 1 0 0,0 1-1 0 0,0-1 0 0 0,0-1 0 0 0,0 1 1 0 0,0-1-1 0 0,0 1 0 0 0,-1-1 1 0 0,1-1-1 0 0,0 1 0 0 0,0-1 0 0 0,5-2 1 0 0,-5 2 12 0 0,0-1 0 0 0,0 0 1 0 0,0 0-1 0 0,-1 0 0 0 0,1 0 0 0 0,-1-1 0 0 0,0 0 1 0 0,0 0-1 0 0,0 0 0 0 0,0 0 0 0 0,-1-1 1 0 0,1 1-1 0 0,-1-1 0 0 0,0 0 0 0 0,-1 0 1 0 0,1 0-1 0 0,-1 0 0 0 0,0-1 0 0 0,0 1 1 0 0,-1 0-1 0 0,0-1 0 0 0,0 1 0 0 0,1-8 1 0 0,-3 1 85 0 0,1-1 1 0 0,-2 1 0 0 0,0 0-1 0 0,0 0 1 0 0,-1 0-1 0 0,-1 0 1 0 0,0 1 0 0 0,0-1-1 0 0,-1 1 1 0 0,0 0 0 0 0,-1 1-1 0 0,-1-1 1 0 0,-8-11-1 0 0,-1-3 119 0 0,9 19 250 0 0,5 4-2083 0 0</inkml:trace>
</inkml:ink>
</file>

<file path=ppt/ink/ink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2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0 117 568 0 0,'0'0'1562'0'0,"1"-16"4082"0"0,0 6-4276 0 0,0 0 0 0 0,0 1 0 0 0,1-1 1 0 0,0 1-1 0 0,6-15 0 0 0,-2 9-3988 0 0,1 2-4134 0 0</inkml:trace>
</inkml:ink>
</file>

<file path=ppt/ink/ink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3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29 540 0 0,'-8'-29'15457'0'0,"10"63"-14796"0"0,-1 0 0 0 0,-8 67 0 0 0,-1-42-2755 0 0,-1-4-4048 0 0,9-50 2453 0 0,1 4 282 0 0</inkml:trace>
</inkml:ink>
</file>

<file path=ppt/ink/ink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3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45 852 0 0,'-1'-1'160'0'0,"1"0"1"0"0,0 1-1 0 0,0-1 0 0 0,0 0 1 0 0,0 0-1 0 0,0 0 0 0 0,0 0 1 0 0,0 0-1 0 0,0 0 0 0 0,0 1 1 0 0,1-1-1 0 0,-1 0 0 0 0,0 0 1 0 0,1 0-1 0 0,-1 0 0 0 0,0 1 1 0 0,1-1-1 0 0,-1 0 0 0 0,1 0 1 0 0,-1 1-1 0 0,1-1 0 0 0,-1 0 1 0 0,1 1-1 0 0,0-1 0 0 0,-1 0 1 0 0,1 1-1 0 0,0-1 0 0 0,-1 1 1 0 0,1-1-1 0 0,0 1 0 0 0,0 0 1 0 0,0-1-1 0 0,-1 1 0 0 0,1 0 1 0 0,0-1-1 0 0,0 1 0 0 0,1 0 1 0 0,39-9 737 0 0,-34 8-434 0 0,8-2-130 0 0,-1 1 0 0 0,1 0 0 0 0,-1 0 0 0 0,1 2 1 0 0,0 0-1 0 0,-1 0 0 0 0,1 1 0 0 0,0 1 0 0 0,-1 1 0 0 0,25 7 0 0 0,-37-9-305 0 0,-1 0 0 0 0,1 0 0 0 0,-1 1 0 0 0,0-1 0 0 0,0 1 0 0 0,1-1 0 0 0,-1 1 0 0 0,0-1 0 0 0,0 1 0 0 0,0-1 0 0 0,-1 1 0 0 0,1 0 0 0 0,0 0 0 0 0,-1-1 0 0 0,1 1 0 0 0,-1 0 0 0 0,1 0 0 0 0,-1 0 0 0 0,0-1 0 0 0,0 1 0 0 0,0 0 0 0 0,0 0 1 0 0,0 0-1 0 0,0 0 0 0 0,-1 0 0 0 0,1-1 0 0 0,0 1 0 0 0,-1 0 0 0 0,-1 2 0 0 0,-17 53 518 0 0,-23 33 571 0 0,14-29-2918 0 0,10-21-5401 0 0</inkml:trace>
</inkml:ink>
</file>

<file path=ppt/ink/ink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3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22 708 0 0,'0'-2'242'0'0,"0"1"0"0"0,-1 0 0 0 0,0 0 0 0 0,1 0 0 0 0,-1-1 0 0 0,0 1 0 0 0,1 0-1 0 0,-1 0 1 0 0,0 0 0 0 0,0 0 0 0 0,0 1 0 0 0,0-1 0 0 0,0 0 0 0 0,0 0 0 0 0,0 0 0 0 0,0 1 0 0 0,0-1 0 0 0,0 0 0 0 0,0 1 0 0 0,-1-1 0 0 0,1 1-1 0 0,0 0 1 0 0,0-1 0 0 0,-1 1 0 0 0,1 0 0 0 0,0 0 0 0 0,0 0 0 0 0,-1 0 0 0 0,0 0 0 0 0,-2 0-53 0 0,1 1 1 0 0,-1 0-1 0 0,1 0 1 0 0,-1 1-1 0 0,1-1 1 0 0,0 1-1 0 0,-1 0 0 0 0,1 0 1 0 0,0 0-1 0 0,-4 3 1 0 0,-2 3-46 0 0,0 0-1 0 0,1 0 1 0 0,0 1 0 0 0,0 0 0 0 0,1 1 0 0 0,-8 13-1 0 0,8-9 45 0 0,0 0-1 0 0,1 0 1 0 0,1 1-1 0 0,0 0 1 0 0,2 0-1 0 0,-5 31 1 0 0,7-39-192 0 0,1-1-1 0 0,0 0 1 0 0,0 0 0 0 0,0 0-1 0 0,1 0 1 0 0,0 1 0 0 0,0-1 0 0 0,1 0-1 0 0,0 0 1 0 0,0-1 0 0 0,0 1-1 0 0,0 0 1 0 0,1-1 0 0 0,0 1-1 0 0,0-1 1 0 0,1 0 0 0 0,0 0-1 0 0,-1 0 1 0 0,2-1 0 0 0,3 5-1 0 0,-7-8 23 0 0,0-1-1 0 0,0 1 0 0 0,-1 0 1 0 0,1-1-1 0 0,0 1 0 0 0,0-1 0 0 0,0 0 1 0 0,0 1-1 0 0,-1-1 0 0 0,1 0 1 0 0,0 1-1 0 0,0-1 0 0 0,0 0 0 0 0,0 0 1 0 0,0 0-1 0 0,0 0 0 0 0,0 0 1 0 0,0 0-1 0 0,0 0 0 0 0,0 0 0 0 0,0 0 1 0 0,0-1-1 0 0,0 1 0 0 0,-1 0 1 0 0,1 0-1 0 0,0-1 0 0 0,0 1 0 0 0,0-1 1 0 0,0 1-1 0 0,-1-1 0 0 0,1 1 1 0 0,0-1-1 0 0,0 1 0 0 0,-1-1 0 0 0,1 0 1 0 0,1-1-1 0 0,-1 1 47 0 0,0 0-1 0 0,0 0 1 0 0,-1 0 0 0 0,1-1-1 0 0,0 1 1 0 0,0 0-1 0 0,-1-1 1 0 0,1 1 0 0 0,-1-1-1 0 0,1 1 1 0 0,-1-1 0 0 0,0 1-1 0 0,1 0 1 0 0,-1-1 0 0 0,0 0-1 0 0,0 1 1 0 0,0-1-1 0 0,0 1 1 0 0,0-1 0 0 0,0 1-1 0 0,-1-1 1 0 0,1 1 0 0 0,-1-2-1 0 0,-1-3-30 0 0,-1-1 1 0 0,0 1-1 0 0,0 0 0 0 0,-1 0 0 0 0,1 0 0 0 0,-1 1 0 0 0,-1 0 0 0 0,1-1 0 0 0,-1 1 0 0 0,0 1 1 0 0,0-1-1 0 0,0 1 0 0 0,0-1 0 0 0,-9-3 0 0 0,12 7-792 0 0,-3 0-537 0 0,0-1 470 0 0</inkml:trace>
</inkml:ink>
</file>

<file path=ppt/ink/ink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4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10 40 0 0,'16'-10'12486'0'0,"-17"28"-12133"0"0,0-1-1 0 0,-2 0 1 0 0,0 1-1 0 0,-1-1 1 0 0,-1-1-1 0 0,-11 27 1 0 0,-17 29-2271 0 0,-4-6-4779 0 0,21-42 3110 0 0</inkml:trace>
</inkml:ink>
</file>

<file path=ppt/ink/ink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6.5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63 312 0 0,'-5'-10'1670'0'0,"-1"0"0"0"0,1 1 0 0 0,-1 0 0 0 0,-10-11-1 0 0,15 19-792 0 0,1 1-819 0 0,0-1 1 0 0,0 1-1 0 0,-1 0 1 0 0,1 0 0 0 0,0-1-1 0 0,0 1 1 0 0,0 0-1 0 0,-1 0 1 0 0,1 0 0 0 0,0 0-1 0 0,0-1 1 0 0,-1 1-1 0 0,1 0 1 0 0,0 0 0 0 0,0 0-1 0 0,-1 0 1 0 0,1 0 0 0 0,0-1-1 0 0,0 1 1 0 0,-1 0-1 0 0,1 0 1 0 0,0 0 0 0 0,-1 0-1 0 0,1 0 1 0 0,0 0-1 0 0,0 0 1 0 0,-1 0 0 0 0,1 0-1 0 0,0 0 1 0 0,-1 0-1 0 0,1 0 1 0 0,0 0 0 0 0,0 1-1 0 0,-1-1 1 0 0,1 0 0 0 0,0 0-1 0 0,0 0 1 0 0,-1 0-1 0 0,1 0 1 0 0,0 1 0 0 0,0-1-1 0 0,-1 0 1 0 0,6 179 595 0 0,-6-167-682 0 0,1-1-142 0 0,0-1-1 0 0,-1 0 1 0 0,0 0 0 0 0,-1 0-1 0 0,0-1 1 0 0,0 1 0 0 0,-1 0-1 0 0,0-1 1 0 0,-1 1 0 0 0,-8 14-1 0 0,-4 5-6611 0 0</inkml:trace>
</inkml:ink>
</file>

<file path=ppt/ink/ink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6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84 824 0 0,'-1'0'96'0'0,"1"0"0"0"0,0 0 0 0 0,-1-1 0 0 0,1 1 0 0 0,0 0 0 0 0,-1 0 0 0 0,1 0 0 0 0,0-1 0 0 0,-1 1 0 0 0,1 0 0 0 0,0 0 0 0 0,0-1 0 0 0,-1 1 0 0 0,1 0 0 0 0,0 0 0 0 0,0-1 0 0 0,-1 1 0 0 0,1 0 0 0 0,0-1 0 0 0,0 1 0 0 0,0 0 0 0 0,0-1 0 0 0,0 1 0 0 0,0-1 0 0 0,0 1 0 0 0,-1 0 0 0 0,1-1 0 0 0,0 1 0 0 0,0 0 0 0 0,0-1 0 0 0,0 1 0 0 0,0 0 0 0 0,1-1 0 0 0,-1 1 0 0 0,0-1 0 0 0,0 1 0 0 0,0 0 0 0 0,0-1 0 0 0,0 1 0 0 0,0 0 0 0 0,1-1 0 0 0,-1 1 0 0 0,0 0 0 0 0,0-1 0 0 0,1 1 0 0 0,20-17 1173 0 0,30-6-624 0 0,-24 16-731 0 0,0 0-1 0 0,1 1 1 0 0,-1 2-1 0 0,1 1 1 0 0,0 1 0 0 0,0 2-1 0 0,0 0 1 0 0,0 2-1 0 0,38 7 1 0 0,-39 3-3339 0 0,-14-4 1812 0 0</inkml:trace>
</inkml:ink>
</file>

<file path=ppt/ink/ink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7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4 100 0 0,'0'0'2922'0'0,"-8"-3"3184"0"0,1 26-5847 0 0,1 1 1 0 0,1 0 0 0 0,1 1 0 0 0,1-1 0 0 0,0 39 0 0 0,2-22-215 0 0,-8 40 0 0 0,8-79-290 0 0,2 2-1007 0 0,2 19-813 0 0</inkml:trace>
</inkml:ink>
</file>

<file path=ppt/ink/ink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7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0 133 436 0 0,'0'0'821'0'0,"19"-34"1834"0"0,-1 21-2399 0 0,1 1 1 0 0,0 1 0 0 0,1 0 0 0 0,0 2-1 0 0,1 0 1 0 0,0 2 0 0 0,0 0 0 0 0,0 1-1 0 0,1 1 1 0 0,25-2 0 0 0,-42 6-413 0 0,0 1 0 0 0,0 0 0 0 0,0 0 0 0 0,0 0 0 0 0,-1 1 0 0 0,1 0 0 0 0,5 1 0 0 0,4 8-2816 0 0,-8 0 1556 0 0</inkml:trace>
</inkml:ink>
</file>

<file path=ppt/ink/ink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8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32 584 0 0,'0'0'4600'0'0,"7"-1"-4065"0"0,45-1 443 0 0,50-3-35 0 0,-32 6-5224 0 0,-54 1 2390 0 0</inkml:trace>
  <inkml:trace contextRef="#ctx0" brushRef="#br0" timeOffset="1">543 38 448 0 0,'0'0'6627'0'0,"6"-2"-6195"0"0,17-6-138 0 0,1 2 1 0 0,-1 1-1 0 0,49-5 0 0 0,-1 5-5336 0 0,-45 4 2992 0 0</inkml:trace>
</inkml:ink>
</file>

<file path=ppt/ink/ink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8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15 272 0 0,'0'0'1169'0'0,"-15"-14"7869"0"0,30 63-8303 0 0,-8-30-418 0 0,-2 1 0 0 0,1 0 0 0 0,-2 0 0 0 0,3 38 0 0 0,-3-23-827 0 0,-3-31 153 0 0,0-1 0 0 0,-1 1 0 0 0,1 0 0 0 0,-1-1 0 0 0,0 1 0 0 0,0 0 0 0 0,0-1 0 0 0,0 1 0 0 0,-1 0 0 0 0,0-1 0 0 0,1 1 0 0 0,-1-1-1 0 0,-1 1 1 0 0,0 3 0 0 0</inkml:trace>
</inkml:ink>
</file>

<file path=ppt/ink/ink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9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73 648 0 0,'0'-2'142'0'0,"0"0"0"0"0,1 0 0 0 0,-1 0 1 0 0,1 0-1 0 0,-1-1 0 0 0,1 1 0 0 0,0 0 0 0 0,-1 0 0 0 0,1 0 0 0 0,0 1 0 0 0,0-1 1 0 0,1 0-1 0 0,-1 0 0 0 0,0 1 0 0 0,1-1 0 0 0,-1 0 0 0 0,1 1 0 0 0,-1-1 0 0 0,1 1 1 0 0,0 0-1 0 0,-1 0 0 0 0,1-1 0 0 0,0 1 0 0 0,0 0 0 0 0,0 1 0 0 0,0-1 0 0 0,0 0 1 0 0,0 0-1 0 0,3 0 0 0 0,64-16 872 0 0,-68 17-985 0 0,22-4 196 0 0,-1 1 0 0 0,1 2 1 0 0,41 1-1 0 0,-56 1-409 0 0,0 0 0 0 0,0 0 0 0 0,0 0 0 0 0,0 1 0 0 0,0 0-1 0 0,0 1 1 0 0,-1-1 0 0 0,1 2 0 0 0,-1-1 0 0 0,0 1 0 0 0,0 0 0 0 0,0 0 0 0 0,0 1 0 0 0,6 6 0 0 0,-5 1-1367 0 0,-5 2 115 0 0</inkml:trace>
</inkml:ink>
</file>

<file path=ppt/ink/ink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9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80 224 0 0,'0'0'4809'0'0,"7"-1"-4309"0"0,224-42 1479 0 0,-73 12-6569 0 0,-135 26 2944 0 0</inkml:trace>
</inkml:ink>
</file>

<file path=ppt/ink/ink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29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83 180 0 0,'-5'-3'9187'0'0,"6"8"-9180"0"0,11 43 866 0 0,-11-45-812 0 0,0 1 1 0 0,-1-1-1 0 0,0 1 1 0 0,0-1-1 0 0,0 1 1 0 0,0 0 0 0 0,0-1-1 0 0,0 1 1 0 0,-1-1-1 0 0,0 0 1 0 0,0 1-1 0 0,-2 4 1 0 0,2-6-20 0 0,1-2-43 0 0,0 1 0 0 0,0-1 0 0 0,0 0 0 0 0,0 1 1 0 0,0-1-1 0 0,0 0 0 0 0,0 1 0 0 0,0-1 0 0 0,0 0 0 0 0,0 1 0 0 0,0-1 0 0 0,0 0 0 0 0,0 1 0 0 0,-1-1 1 0 0,1 0-1 0 0,0 1 0 0 0,0-1 0 0 0,0 0 0 0 0,-1 0 0 0 0,1 1 0 0 0,0-1 0 0 0,0 0 0 0 0,-1 0 1 0 0,1 1-1 0 0,0-1 0 0 0,0 0 0 0 0,-1 0 0 0 0,1 0 0 0 0,0 0 0 0 0,-1 1 0 0 0,1-1 0 0 0,0 0 0 0 0,-1 0 1 0 0,1 0-1 0 0,0 0 0 0 0,-1 0 0 0 0,1 0 0 0 0,0 0 0 0 0,-1 0 0 0 0,-19-6-97 0 0,-14-17-78 0 0,27 16 148 0 0,-30-37-115 0 0,35 42 139 0 0,0-1-1 0 0,1 0 0 0 0,-1 0 0 0 0,1 0 0 0 0,-1 0 0 0 0,1 0 0 0 0,0 0 0 0 0,1 0 0 0 0,-1 0 1 0 0,0 0-1 0 0,1 0 0 0 0,0-1 0 0 0,-1 1 0 0 0,1 0 0 0 0,1-4 0 0 0,0 4 2 0 0,0 0-1 0 0,0 0 0 0 0,0 0 1 0 0,1 0-1 0 0,0 0 0 0 0,-1 0 1 0 0,1 0-1 0 0,0 0 0 0 0,0 1 1 0 0,0-1-1 0 0,1 1 0 0 0,-1-1 1 0 0,1 1-1 0 0,-1 0 0 0 0,1 0 1 0 0,0 0-1 0 0,0 1 0 0 0,0-1 1 0 0,0 0-1 0 0,0 1 0 0 0,0 0 1 0 0,0 0-1 0 0,0 0 0 0 0,0 0 1 0 0,1 0-1 0 0,5 0 0 0 0,4-1-8 0 0,0 1 0 0 0,1 0 0 0 0,-1 1 0 0 0,1 0 1 0 0,16 3-1 0 0,-16-1 2 0 0,0 1 1 0 0,0 1 0 0 0,0 0-1 0 0,0 1 1 0 0,-1 1 0 0 0,0 0-1 0 0,0 0 1 0 0,17 13 0 0 0,-24-15 4 0 0,0 0 0 0 0,-1 0 1 0 0,1 1-1 0 0,-1-1 0 0 0,0 1 1 0 0,-1 1-1 0 0,1-1 0 0 0,-1 1 1 0 0,0-1-1 0 0,0 1 0 0 0,-1 0 1 0 0,0 1-1 0 0,0-1 0 0 0,0 1 1 0 0,-1-1-1 0 0,0 1 0 0 0,0 0 1 0 0,0 0-1 0 0,0 9 0 0 0,-2-13 11 0 0,0 0 0 0 0,-1-1-1 0 0,1 1 1 0 0,-1 0 0 0 0,0 0-1 0 0,0-1 1 0 0,0 1 0 0 0,0-1-1 0 0,0 1 1 0 0,-1-1 0 0 0,1 1-1 0 0,-1-1 1 0 0,1 0 0 0 0,-1 1 0 0 0,0-1-1 0 0,-3 3 1 0 0,-3 2 56 0 0,-1 0 0 0 0,0 0 1 0 0,0-1-1 0 0,-13 8 0 0 0,-6 0 161 0 0,0-2 0 0 0,-52 17 0 0 0,23-15-136 0 0,22-11-3760 0 0</inkml:trace>
</inkml:ink>
</file>

<file path=ppt/ink/ink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0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2 161 524 0 0,'0'0'115'0'0,"0"0"0"0"0,0-1-1 0 0,0 1 1 0 0,0 0 0 0 0,1 0 0 0 0,-1 0-1 0 0,0 0 1 0 0,0-1 0 0 0,0 1 0 0 0,0 0-1 0 0,0 0 1 0 0,0 0 0 0 0,1 0 0 0 0,-1 0 0 0 0,0-1-1 0 0,0 1 1 0 0,0 0 0 0 0,0 0 0 0 0,0 0-1 0 0,1 0 1 0 0,-1 0 0 0 0,0 0 0 0 0,0 0-1 0 0,0 0 1 0 0,1 0 0 0 0,-1 0 0 0 0,0 0 0 0 0,0 0-1 0 0,0 0 1 0 0,1 0 0 0 0,-1 0 0 0 0,0 0-1 0 0,0 0 1 0 0,0 0 0 0 0,0 0 0 0 0,1 0-1 0 0,-1 0 1 0 0,0 0 0 0 0,0 0 0 0 0,0 0 0 0 0,1 0-1 0 0,-1 0 1 0 0,0 0 0 0 0,0 1 0 0 0,0-1-1 0 0,0 0 1 0 0,0 0 0 0 0,1 0 0 0 0,-1 0-1 0 0,0 0 1 0 0,0 1 0 0 0,0-1 0 0 0,0 0-1 0 0,0 0 1 0 0,0 0 0 0 0,0 0 0 0 0,1 1 0 0 0,-1-1-1 0 0,0 0 1 0 0,0 0 0 0 0,0 0 0 0 0,0 1-1 0 0,9 21 1498 0 0,3 29-1157 0 0,-9-26 51 0 0,-1 1 0 0 0,-1 0 0 0 0,-4 40-1 0 0,3-64-446 0 0,0 9 264 0 0,-3-4-1332 0 0,-19-20-5958 0 0,13 3 4573 0 0</inkml:trace>
  <inkml:trace contextRef="#ctx0" brushRef="#br0" timeOffset="1">79 74 476 0 0,'6'-7'800'0'0,"2"0"-48"0"0,7 1-60 0 0,-5-2-56 0 0,4 1-72 0 0,-1 1-44 0 0,2 1-92 0 0,0-3-60 0 0,3 3-131 0 0,-5 0-125 0 0,2 2-184 0 0,2-1-189 0 0,-3 1-115 0 0,9 5-3440 0 0</inkml:trace>
</inkml:ink>
</file>

<file path=ppt/ink/ink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0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20 896 0 0,'0'0'5841'0'0,"33"-2"-5493"0"0,-17 2-188 0 0,12-6-552 0 0,-13 3-292 0 0,9-2-2489 0 0,-11 2 1521 0 0</inkml:trace>
</inkml:ink>
</file>

<file path=ppt/ink/ink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3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67 664 0 0,'0'-43'5427'0'0,"0"42"-5297"0"0,1 0 0 0 0,-1 0 0 0 0,0 0-1 0 0,0 0 1 0 0,0 0 0 0 0,0 0 0 0 0,0 0 0 0 0,0 0-1 0 0,-1 1 1 0 0,1-1 0 0 0,0 0 0 0 0,0 0 0 0 0,-1 0 0 0 0,1 0-1 0 0,0 0 1 0 0,-1 0 0 0 0,1 0 0 0 0,-1 1 0 0 0,1-1-1 0 0,-1 0 1 0 0,1 0 0 0 0,-1 1 0 0 0,0-1 0 0 0,1 0-1 0 0,-1 1 1 0 0,-1-1 0 0 0,1 0-71 0 0,0 1 0 0 0,0 0 0 0 0,-1 0 0 0 0,1 1 0 0 0,0-1 0 0 0,0 0-1 0 0,0 0 1 0 0,-1 1 0 0 0,1-1 0 0 0,0 0 0 0 0,0 1 0 0 0,0-1 0 0 0,0 1 0 0 0,0 0 0 0 0,0-1 0 0 0,0 1 0 0 0,-2 1 0 0 0,-44 45-259 0 0,40-40 525 0 0,-16 19-223 0 0,2 0-1 0 0,0 2 0 0 0,2 0 0 0 0,1 1 1 0 0,1 1-1 0 0,2 0 0 0 0,1 1 0 0 0,-17 53 0 0 0,27-68-66 0 0,1 0-1 0 0,0 0 0 0 0,1 0 0 0 0,1 0 1 0 0,0 0-1 0 0,1 0 0 0 0,1 0 0 0 0,5 30 1 0 0,-3-34-17 0 0,1 0 1 0 0,0 0-1 0 0,0-1 1 0 0,1 0 0 0 0,1 0-1 0 0,0 0 1 0 0,0 0 0 0 0,1-1-1 0 0,0 0 1 0 0,1-1 0 0 0,0 1-1 0 0,17 14 1 0 0,-7-10-42 0 0,0-1 0 0 0,1-1 0 0 0,0 0 1 0 0,1-1-1 0 0,0-2 0 0 0,42 15 0 0 0,-42-17-1415 0 0,1-2 1 0 0,0 0-1 0 0,1-2 0 0 0,25 2 0 0 0,-24-5-1317 0 0</inkml:trace>
</inkml:ink>
</file>

<file path=ppt/ink/ink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3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23 520 0 0,'-21'-23'7790'0'0,"23"31"-7600"0"0,-1-1 0 0 0,2 1 0 0 0,-1-1 0 0 0,1 0 1 0 0,0 0-1 0 0,0 0 0 0 0,1 0 0 0 0,8 10 0 0 0,-11-15-255 0 0,0-1 0 0 0,0 0 0 0 0,1 1 0 0 0,-1-1-1 0 0,0 0 1 0 0,1 0 0 0 0,-1 0 0 0 0,1 0 0 0 0,0 0 0 0 0,-1 0 0 0 0,1 0 0 0 0,0-1 0 0 0,-1 1 0 0 0,1-1 0 0 0,0 1 0 0 0,0-1-1 0 0,0 1 1 0 0,-1-1 0 0 0,1 0 0 0 0,0 0 0 0 0,0 0 0 0 0,0 0 0 0 0,0 0 0 0 0,-1-1 0 0 0,4 0 0 0 0,0-1-39 0 0,0 0 0 0 0,-1-1 0 0 0,1 1 0 0 0,-1-1 0 0 0,0 0 0 0 0,0 0 1 0 0,0-1-1 0 0,-1 1 0 0 0,4-5 0 0 0,-6 7 200 0 0,0 0 0 0 0,-1 0 0 0 0,1 0 0 0 0,-1 0 0 0 0,1 1 0 0 0,0-1 0 0 0,0 0 0 0 0,-1 0 0 0 0,1 1 0 0 0,0-1 0 0 0,0 1 0 0 0,0-1-1 0 0,0 0 1 0 0,0 1 0 0 0,0 0 0 0 0,0-1 0 0 0,0 1 0 0 0,0 0 0 0 0,2-1 0 0 0,3 23 1293 0 0,-3-8-2106 0 0,0 0 187 0 0,8 37-1188 0 0,4-21-2261 0 0,-9-21 1921 0 0</inkml:trace>
</inkml:ink>
</file>

<file path=ppt/ink/ink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4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165 163 480 0 0,'-5'-11'396'0'0,"-9"-16"7651"0"0,14 27-8018 0 0,0 0 0 0 0,-1-1 0 0 0,1 1 1 0 0,0 0-1 0 0,0 0 0 0 0,0-1 0 0 0,0 1 0 0 0,-1 0 1 0 0,1 0-1 0 0,0 0 0 0 0,0-1 0 0 0,-1 1 0 0 0,1 0 1 0 0,0 0-1 0 0,0 0 0 0 0,-1 0 0 0 0,1-1 0 0 0,0 1 1 0 0,0 0-1 0 0,-1 0 0 0 0,1 0 0 0 0,0 0 0 0 0,-1 0 1 0 0,1 0-1 0 0,0 0 0 0 0,0 0 0 0 0,-1 0 0 0 0,1 0 1 0 0,0 0-1 0 0,-1 0 0 0 0,1 0 0 0 0,0 0 0 0 0,0 0 1 0 0,-1 0-1 0 0,1 0 0 0 0,0 1 0 0 0,-1-1 0 0 0,1 0 1 0 0,0 0-1 0 0,0 0 0 0 0,-1 0 0 0 0,1 1 0 0 0,-22 3 875 0 0,18-3-995 0 0,-4 4 186 0 0,0-1 0 0 0,0 2 0 0 0,1-1 0 0 0,0 1 0 0 0,0 0 0 0 0,0 1 0 0 0,1 0 0 0 0,0 0 1 0 0,0 0-1 0 0,-9 15 0 0 0,12-17-71 0 0,0 0-1 0 0,1-1 1 0 0,-1 1 0 0 0,1 0 0 0 0,0 1 0 0 0,0-1 0 0 0,0 0 0 0 0,1 0 0 0 0,0 1 0 0 0,0-1 0 0 0,0 1 0 0 0,1-1 0 0 0,-1 1 0 0 0,2-1-1 0 0,-1 1 1 0 0,0-1 0 0 0,1 1 0 0 0,2 8 0 0 0,-2-13-19 0 0,-1 0 1 0 0,0 1-1 0 0,1-1 0 0 0,-1 0 0 0 0,1 0 1 0 0,0 0-1 0 0,-1 0 0 0 0,1 0 0 0 0,0 0 1 0 0,0 0-1 0 0,-1-1 0 0 0,1 1 0 0 0,0 0 0 0 0,0 0 1 0 0,0 0-1 0 0,0-1 0 0 0,0 1 0 0 0,0-1 1 0 0,0 1-1 0 0,0-1 0 0 0,0 1 0 0 0,1-1 1 0 0,-1 1-1 0 0,0-1 0 0 0,0 0 0 0 0,0 0 0 0 0,0 0 1 0 0,1 1-1 0 0,-1-1 0 0 0,0 0 0 0 0,0-1 1 0 0,0 1-1 0 0,1 0 0 0 0,-1 0 0 0 0,0 0 1 0 0,0-1-1 0 0,0 1 0 0 0,0 0 0 0 0,0-1 1 0 0,1 1-1 0 0,-1-1 0 0 0,0 0 0 0 0,0 1 0 0 0,0-1 1 0 0,0 0-1 0 0,0 0 0 0 0,7-5 10 0 0,0-1 1 0 0,-1 1-1 0 0,0-1 0 0 0,8-10 1 0 0,-15 17-16 0 0,61-82-47 0 0,-60 81-38 0 0,-1 1 68 0 0,0 0 1 0 0,0-1-1 0 0,0 1 0 0 0,1 0 1 0 0,-1-1-1 0 0,0 1 0 0 0,0 0 1 0 0,1 0-1 0 0,-1-1 0 0 0,0 1 1 0 0,0 0-1 0 0,1 0 0 0 0,-1 0 1 0 0,0-1-1 0 0,1 1 0 0 0,-1 0 1 0 0,0 0-1 0 0,1 0 1 0 0,-1 0-1 0 0,0 0 0 0 0,1 0 1 0 0,-1 0-1 0 0,0 0 0 0 0,1 0 1 0 0,-1 0-1 0 0,1 0 0 0 0,-1 0 1 0 0,0 0-1 0 0,1 0 0 0 0,-1 0 1 0 0,1 0-1 0 0,36 27-500 0 0,-21-15 119 0 0,1 1 1 0 0,32 15-1 0 0,-44-25 339 0 0,0-1 1 0 0,0 0-1 0 0,0 0 0 0 0,1-1 1 0 0,-1 1-1 0 0,1-1 1 0 0,0 0-1 0 0,-1-1 0 0 0,1 1 1 0 0,0-1-1 0 0,-1 0 0 0 0,1 0 1 0 0,0-1-1 0 0,9-2 1 0 0,-12 2 54 0 0,1-1 0 0 0,-1 0 0 0 0,1 0 1 0 0,-1 0-1 0 0,0 0 0 0 0,0 0 0 0 0,0-1 1 0 0,0 1-1 0 0,-1-1 0 0 0,1 0 0 0 0,-1 1 1 0 0,1-1-1 0 0,-1-1 0 0 0,0 1 0 0 0,0 0 1 0 0,0 0-1 0 0,-1-1 0 0 0,1 1 1 0 0,0-5-1 0 0,3-6 123 0 0,-1 1 1 0 0,0-2-1 0 0,2-20 0 0 0,-4 13 286 0 0,-1-1-1 0 0,-3-30 1 0 0,0 3 991 0 0,2 48-1111 0 0,0-4-149 0 0,-1 3-89 0 0,1 7 249 0 0,29 420 120 0 0,-27-397-410 0 0,0 48 118 0 0,-3-72-108 0 0,2-3-7 0 0,-1 0 0 0 0,0 0 1 0 0,0 0-1 0 0,0 0 0 0 0,0 0 1 0 0,0 0-1 0 0,1 1 0 0 0,-1-1 0 0 0,0 0 1 0 0,0 0-1 0 0,0 0 0 0 0,0 0 0 0 0,0 0 1 0 0,0 0-1 0 0,0 1 0 0 0,0-1 0 0 0,1 0 1 0 0,-1 0-1 0 0,0 0 0 0 0,0 0 1 0 0,0 0-1 0 0,0 1 0 0 0,0-1 0 0 0,0 0 1 0 0,0 0-1 0 0,0 0 0 0 0,0 0 0 0 0,0 1 1 0 0,0-1-1 0 0,0 0 0 0 0,0 0 0 0 0,0 0 1 0 0,0 0-1 0 0,0 1 0 0 0,0-1 0 0 0,0 0 1 0 0,-1 0-1 0 0,1 0 0 0 0,0 0 1 0 0,0 0-1 0 0,0 1 0 0 0,0-1 0 0 0,0 0 1 0 0,0 0-1 0 0,0 0 0 0 0,0 0 0 0 0,-1 0 1 0 0,1 0-1 0 0,0 0 0 0 0,0 1 0 0 0,0-1 1 0 0,0 0-1 0 0,0 0 0 0 0,-1 0 1 0 0,1 0-1 0 0,0 0 0 0 0,0 0 0 0 0,0 0 1 0 0,0 0-1 0 0,0 0 0 0 0,-1 0 0 0 0,1 0 1 0 0,0 0-1 0 0,0 0 0 0 0,0 0 0 0 0,0 0 1 0 0,-1 0-1 0 0,-3-14-13 0 0,1 0 0 0 0,1 0 0 0 0,0-1 0 0 0,1 1 0 0 0,0-1 0 0 0,1 1 0 0 0,1 0 0 0 0,0-1 0 0 0,1 1 0 0 0,0 0 0 0 0,1-1 0 0 0,8-21 0 0 0,-7 24-48 0 0,1-1 1 0 0,-1 1-1 0 0,2 0 1 0 0,0 0-1 0 0,0 1 1 0 0,1 0-1 0 0,1 0 0 0 0,0 0 1 0 0,0 1-1 0 0,1 0 1 0 0,0 1-1 0 0,0 0 1 0 0,1 0-1 0 0,18-11 1 0 0,-24 18 23 0 0,1 0 0 0 0,-1 0-1 0 0,1 0 1 0 0,0 1 0 0 0,0 0 0 0 0,0 0 0 0 0,0 0 0 0 0,0 0 0 0 0,0 1 0 0 0,0 0 0 0 0,0 0 0 0 0,0 0 0 0 0,-1 1 0 0 0,7 0 0 0 0,-7 0 11 0 0,-1 0 0 0 0,0 0 0 0 0,0 0 1 0 0,0 0-1 0 0,-1 0 0 0 0,1 1 0 0 0,0-1 0 0 0,0 1 0 0 0,-1-1 1 0 0,1 1-1 0 0,-1 0 0 0 0,1 0 0 0 0,-1 1 0 0 0,0-1 0 0 0,0 0 0 0 0,0 1 1 0 0,0-1-1 0 0,0 1 0 0 0,-1 0 0 0 0,1-1 0 0 0,-1 1 0 0 0,3 6 1 0 0,-4-7 11 0 0,1 0 1 0 0,-1 1 0 0 0,1-1 0 0 0,-1 1 0 0 0,0-1 0 0 0,0 1 0 0 0,0-1 0 0 0,0 1 0 0 0,0-1 0 0 0,-1 1-1 0 0,1-1 1 0 0,-1 0 0 0 0,0 1 0 0 0,1-1 0 0 0,-1 0 0 0 0,0 1 0 0 0,0-1 0 0 0,-1 0 0 0 0,1 0 0 0 0,-3 4-1 0 0,-3 1-79 0 0,1 0 0 0 0,-1-1-1 0 0,0 0 1 0 0,-10 7 0 0 0,-15 13-4896 0 0</inkml:trace>
</inkml:ink>
</file>

<file path=ppt/ink/ink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5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1 852 0 0,'0'0'2131'0'0,"10"28"-568"0"0,10 105 769 0 0,0 2-974 0 0,-18-115-1138 0 0,-1-11-54 0 0,0 0 0 0 0,0 0 0 0 0,-1 0 0 0 0,0 0 0 0 0,0 0-1 0 0,-1 1 1 0 0,-1-1 0 0 0,0 0 0 0 0,0 0 0 0 0,-4 11 0 0 0,5-19 133 0 0,1 0-273 0 0,0-1-1 0 0,0 0 1 0 0,0 0 0 0 0,0 1 0 0 0,0-1 0 0 0,0 0 0 0 0,0 1 0 0 0,0-1 0 0 0,0 0 0 0 0,0 0 0 0 0,0 1-1 0 0,-1-1 1 0 0,1 0 0 0 0,0 0 0 0 0,0 0 0 0 0,0 1 0 0 0,0-1 0 0 0,0 0 0 0 0,-1 0 0 0 0,1 0 0 0 0,0 1 0 0 0,0-1-1 0 0,0 0 1 0 0,-1 0 0 0 0,1 0 0 0 0,0 0 0 0 0,0 0 0 0 0,0 1 0 0 0,-1-1 0 0 0,1 0 0 0 0,0 0 0 0 0,0 0-1 0 0,-1 0 1 0 0,1 0 0 0 0,0 0 0 0 0,0 0 0 0 0,-1 0 0 0 0,1 0 0 0 0,0 0 0 0 0,-1 0 0 0 0,1 0 0 0 0,0 0-1 0 0,0 0 1 0 0,-1 0 0 0 0,1 0 0 0 0,0 0 0 0 0,0-1 0 0 0,-1 1 0 0 0,1 0 0 0 0,0 0 0 0 0,0 0 0 0 0,0 0 0 0 0,-1-1-1 0 0,-3-3 32 0 0,0 0-1 0 0,0-1 0 0 0,0 0 0 0 0,1 0 0 0 0,0 0 0 0 0,0 0 0 0 0,0-1 1 0 0,1 1-1 0 0,-1-1 0 0 0,1 0 0 0 0,1 1 0 0 0,-1-1 0 0 0,1 0 1 0 0,-1-10-1 0 0,1 7-22 0 0,0 0 1 0 0,0-1 0 0 0,2 1 0 0 0,-1 0-1 0 0,1-1 1 0 0,0 1 0 0 0,1 0-1 0 0,0-1 1 0 0,5-12 0 0 0,-1 8-30 0 0,0 0 0 0 0,1 0 1 0 0,1 1-1 0 0,1 0 0 0 0,0 0 0 0 0,14-16 1 0 0,-19 25-28 0 0,0 1 0 0 0,-1-1 0 0 0,1 0 0 0 0,1 1 0 0 0,-1 0 0 0 0,0 0 1 0 0,1 0-1 0 0,-1 1 0 0 0,1-1 0 0 0,0 1 0 0 0,0 0 0 0 0,0 0 0 0 0,0 1 1 0 0,0 0-1 0 0,0 0 0 0 0,1 0 0 0 0,-1 0 0 0 0,0 1 0 0 0,1 0 1 0 0,-1 0-1 0 0,10 1 0 0 0,-13 0 13 0 0,0-1 0 0 0,1 0 0 0 0,-1 1 0 0 0,0-1-1 0 0,0 1 1 0 0,0 0 0 0 0,0 0 0 0 0,0 0 0 0 0,0 0 0 0 0,0 0 0 0 0,-1 0 0 0 0,1 0 0 0 0,0 0 0 0 0,0 1 0 0 0,-1-1 0 0 0,1 1 0 0 0,-1 0 0 0 0,1-1-1 0 0,-1 1 1 0 0,0 0 0 0 0,0 0 0 0 0,0-1 0 0 0,0 1 0 0 0,0 0 0 0 0,0 0 0 0 0,0 0 0 0 0,-1 1 0 0 0,1-1 0 0 0,-1 0 0 0 0,1 0 0 0 0,-1 0 0 0 0,0 0-1 0 0,0 0 1 0 0,0 1 0 0 0,0-1 0 0 0,0 0 0 0 0,0 0 0 0 0,-1 0 0 0 0,1 0 0 0 0,-1 0 0 0 0,0 3 0 0 0,-2 3-23 0 0,0-1 1 0 0,0 0-1 0 0,0 1 1 0 0,-1-1-1 0 0,0-1 1 0 0,0 1-1 0 0,-1 0 1 0 0,0-1-1 0 0,-8 8 1 0 0,-13 10-1754 0 0,20-17-3239 0 0</inkml:trace>
</inkml:ink>
</file>

<file path=ppt/ink/ink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5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0 339 412 0 0,'0'0'3505'0'0,"5"-3"-3105"0"0,2-1-209 0 0,0 0 0 0 0,-1-1 0 0 0,0 0 0 0 0,0 0 0 0 0,0 0 1 0 0,0 0-1 0 0,-1-1 0 0 0,0 0 0 0 0,8-13 0 0 0,-3-2 111 0 0,-2 1-1 0 0,0-2 1 0 0,-1 1 0 0 0,-1-1 0 0 0,-1 0-1 0 0,4-44 1 0 0,-8 53-121 0 0,-3-36 1385 0 0,1 36-859 0 0,1 11-429 0 0,-2 7-230 0 0,-4 11-12 0 0,0 0-1 0 0,2 1 1 0 0,0-1-1 0 0,1 1 1 0 0,0 0-1 0 0,1 1 1 0 0,1-1-1 0 0,1 0 1 0 0,3 27-1 0 0,-2-34-53 0 0,1 0 0 0 0,-1-1 1 0 0,2 1-1 0 0,-1 0 0 0 0,1-1 0 0 0,1 1 0 0 0,0-1 0 0 0,0 0 0 0 0,1 0 1 0 0,0-1-1 0 0,0 1 0 0 0,1-1 0 0 0,0 0 0 0 0,1-1 0 0 0,0 0 0 0 0,0 0 0 0 0,0 0 1 0 0,12 7-1 0 0,-15-12-20 0 0,0 1-1 0 0,0-2 1 0 0,0 1 0 0 0,0 0 0 0 0,1-1 0 0 0,-1 0 0 0 0,1 0-1 0 0,-1 0 1 0 0,1 0 0 0 0,-1-1 0 0 0,1 0 0 0 0,0 0 0 0 0,-1 0-1 0 0,1-1 1 0 0,-1 1 0 0 0,1-1 0 0 0,-1 0 0 0 0,1 0 0 0 0,-1-1-1 0 0,1 1 1 0 0,-1-1 0 0 0,8-4 0 0 0,-4 1 11 0 0,0 0 0 0 0,0 0 0 0 0,-1-1 0 0 0,0 0 0 0 0,0 0 0 0 0,0-1 1 0 0,-1 0-1 0 0,1 0 0 0 0,8-14 0 0 0,-10 1 541 0 0,-14 12-7 0 0,-16 10-97 0 0,21 0-364 0 0,4 0-43 0 0,0-1-1 0 0,0 1 0 0 0,0 0 0 0 0,0-1 1 0 0,1 1-1 0 0,-1-1 0 0 0,0 1 0 0 0,1-1 1 0 0,-1 1-1 0 0,1 0 0 0 0,0-1 0 0 0,-1 0 1 0 0,1 1-1 0 0,0-1 0 0 0,0 1 0 0 0,0-1 0 0 0,0 0 1 0 0,0 0-1 0 0,0 0 0 0 0,0 1 0 0 0,3 0 1 0 0,-1 0-17 0 0,0-1 1 0 0,0 1-1 0 0,0-1 1 0 0,0 0-1 0 0,0 0 1 0 0,0 0 0 0 0,0-1-1 0 0,0 1 1 0 0,1-1-1 0 0,4 0 1 0 0,11-1-93 0 0,-1 0 1 0 0,0-2 0 0 0,25-6 0 0 0,-20 4 54 0 0,-6 2-43 0 0,1 0 0 0 0,-1 1-1 0 0,1 1 1 0 0,28 1-1 0 0,-46 0 94 0 0,1 0 0 0 0,-1 1 0 0 0,0-1 0 0 0,1 0 1 0 0,-1 0-1 0 0,1 0 0 0 0,-1 1 0 0 0,0-1 0 0 0,1 0 0 0 0,-1 0 0 0 0,0 1 0 0 0,1-1 0 0 0,-1 0 0 0 0,0 1 0 0 0,1-1 0 0 0,-1 1 0 0 0,0-1 0 0 0,0 0 0 0 0,1 1 0 0 0,-1-1 0 0 0,0 1 0 0 0,0-1 0 0 0,0 0 1 0 0,0 1-1 0 0,1-1 0 0 0,-1 1 0 0 0,0-1 0 0 0,0 1 0 0 0,0-1 0 0 0,0 1 0 0 0,0-1 0 0 0,0 0 0 0 0,0 1 0 0 0,0-1 0 0 0,-1 1 0 0 0,1-1 0 0 0,0 1 0 0 0,0-1 0 0 0,0 1 0 0 0,0-1 0 0 0,-1 0 0 0 0,1 1 1 0 0,-7 18-34 0 0,6-19 33 0 0,-1 4-389 0 0,-1 0-1 0 0,-1-1 1 0 0,1 1 0 0 0,-1-1 0 0 0,1 0-1 0 0,-1 1 1 0 0,0-2 0 0 0,0 1 0 0 0,0 0 0 0 0,0-1-1 0 0,-1 0 1 0 0,1 0 0 0 0,-1 0 0 0 0,1 0-1 0 0,-8 0 1 0 0,9-1-1923 0 0</inkml:trace>
</inkml:ink>
</file>

<file path=ppt/ink/ink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6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14 976 0 0,'0'0'1044'0'0,"-6"-13"10166"0"0,15 76-13327 0 0,-9-62 2040 0 0,1-1 0 0 0,-1 1 0 0 0,0 0-1 0 0,1 0 1 0 0,-1-1 0 0 0,1 1 0 0 0,0 0 0 0 0,-1-1 0 0 0,1 1-1 0 0,0 0 1 0 0,-1-1 0 0 0,1 1 0 0 0,0-1 0 0 0,0 0 0 0 0,-1 1-1 0 0,1-1 1 0 0,0 1 0 0 0,0-1 0 0 0,0 0 0 0 0,0 0 0 0 0,-1 1 0 0 0,1-1-1 0 0,0 0 1 0 0,0 0 0 0 0,0 0 0 0 0,0 0 0 0 0,0 0 0 0 0,0 0-1 0 0,-1 0 1 0 0,1 0 0 0 0,0-1 0 0 0,0 1 0 0 0,0 0 0 0 0,0 0-1 0 0,-1-1 1 0 0,1 1 0 0 0,0-1 0 0 0,0 1 0 0 0,1-2 0 0 0,33-18-1296 0 0,-32 18 1235 0 0,34-28 4252 0 0,-27 101-5197 0 0,4-27-4227 0 0,-8-30 2925 0 0</inkml:trace>
</inkml:ink>
</file>

<file path=ppt/ink/ink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7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1 360 0 0,'0'0'2479'0'0,"-11"1"4810"0"0,5 68-6263 0 0,7-22-3503 0 0,-1-18-1749 0 0</inkml:trace>
</inkml:ink>
</file>

<file path=ppt/ink/ink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7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95 340 0 0,'-16'-30'7975'0'0,"8"11"-5851"0"0,7 17-1328 0 0,-12-40 3878 0 0,12 41-3650 0 0,0 2-1021 0 0,1 0 0 0 0,-1 0 0 0 0,1 0 0 0 0,0-1-1 0 0,0 1 1 0 0,-1 0 0 0 0,1 0 0 0 0,0 0 0 0 0,0 0 0 0 0,0 0 0 0 0,0 0 0 0 0,0 0 0 0 0,0 0 0 0 0,1 0-1 0 0,-1 0 1 0 0,0 0 0 0 0,0 0 0 0 0,1 0 0 0 0,0 1 0 0 0,3 20 32 0 0,0 200 172 0 0,-4-220-198 0 0,-1 14 1 0 0,2-9 1 0 0,-1-6-27 0 0,2 1-1760 0 0,-2-1 1697 0 0,0-1 0 0 0,1 0 1 0 0,-1 0-1 0 0,0 0 0 0 0,0 0 0 0 0,0 0 1 0 0,1 0-1 0 0,-1 0 0 0 0,0 0 1 0 0,0 0-1 0 0,0 0 0 0 0,1 0 1 0 0,-1 0-1 0 0,0 0 0 0 0,0 0 1 0 0,1 0-1 0 0,-1 0 0 0 0,0 0 1 0 0,0 0-1 0 0,0 0 0 0 0,1 0 1 0 0,-1 0-1 0 0,0 0 0 0 0,0 0 0 0 0,0 0 1 0 0,1 0-1 0 0,-1 0 0 0 0,0-1 1 0 0,0 1-1 0 0,0 0 0 0 0,1 0 1 0 0,-1 0-1 0 0,0 0 0 0 0,0 0 1 0 0,0-1-1 0 0,0 1 0 0 0,0 0 1 0 0,0 0-1 0 0,1 0 0 0 0,-1-1 0 0 0,0 1 1 0 0,0 0-1 0 0,0-1 0 0 0,1 1-300 0 0,0-1 0 0 0,0 0 0 0 0,-1 0-1 0 0,1 0 1 0 0,0 0 0 0 0,-1 1 0 0 0,1-1-1 0 0,0 0 1 0 0,-1 0 0 0 0,1 0 0 0 0,-1 0-1 0 0,0-1 1 0 0,1 1 0 0 0,-1 0 0 0 0,0 0-1 0 0,1-1 1 0 0,-1-12-2750 0 0</inkml:trace>
</inkml:ink>
</file>

<file path=ppt/ink/ink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8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27 300 0 0,'2'-2'198'0'0,"0"0"0"0"0,0-1 0 0 0,1 1 0 0 0,-1 0-1 0 0,0 1 1 0 0,1-1 0 0 0,0 0 0 0 0,-1 1 0 0 0,1-1 0 0 0,0 1 0 0 0,-1 0 0 0 0,1 0 0 0 0,0 0 0 0 0,0 0-1 0 0,0 0 1 0 0,0 1 0 0 0,0-1 0 0 0,0 1 0 0 0,5 0 0 0 0,-2 1-16 0 0,-1-1-1 0 0,1 2 1 0 0,-1-1 0 0 0,1 1-1 0 0,-1-1 1 0 0,0 1 0 0 0,0 1-1 0 0,0-1 1 0 0,0 1 0 0 0,5 4-1 0 0,1 0 24 0 0,-1 1 0 0 0,-1 1 0 0 0,1-1 0 0 0,-2 2 0 0 0,1-1 0 0 0,-1 1 0 0 0,0 0 0 0 0,11 21 0 0 0,-16-24-141 0 0,-1-1-1 0 0,1 1 1 0 0,-1 0 0 0 0,0 0-1 0 0,0 0 1 0 0,-1 0-1 0 0,0 0 1 0 0,0 0-1 0 0,-1 0 1 0 0,0 0-1 0 0,0 1 1 0 0,-1-1-1 0 0,1 0 1 0 0,-2 0-1 0 0,1 0 1 0 0,-1 0-1 0 0,0 0 1 0 0,0 0-1 0 0,-1-1 1 0 0,0 1-1 0 0,0-1 1 0 0,-1 0-1 0 0,-7 10 1 0 0,1-3 34 0 0,0-1 1 0 0,-1 0-1 0 0,0-1 0 0 0,-1-1 0 0 0,-1 0 1 0 0,0 0-1 0 0,0-1 0 0 0,-1-1 1 0 0,-20 10-1 0 0,4-6-218 0 0,0-1 1 0 0,0-2-1 0 0,-63 11 1 0 0,81-18-262 0 0,-24 7-4881 0 0</inkml:trace>
</inkml:ink>
</file>

<file path=ppt/ink/ink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9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30 196 0 0,'-21'-25'5067'0'0,"19"24"-4909"0"0,0 1 1 0 0,-1-1-1 0 0,1 0 0 0 0,-1 0 0 0 0,1 1 1 0 0,-1 0-1 0 0,1-1 0 0 0,-1 1 0 0 0,0 0 1 0 0,1 0-1 0 0,-1 1 0 0 0,1-1 0 0 0,-1 0 1 0 0,1 1-1 0 0,-1-1 0 0 0,1 1 0 0 0,-1 0 1 0 0,-3 2-1 0 0,-41 22 967 0 0,44-22-1055 0 0,-1 0 1 0 0,1 0-1 0 0,0 0 1 0 0,0 0-1 0 0,0 1 1 0 0,0-1-1 0 0,0 1 1 0 0,1 0-1 0 0,-1 0 1 0 0,1-1-1 0 0,0 2 1 0 0,1-1-1 0 0,-1 0 1 0 0,1 0-1 0 0,-1 0 1 0 0,1 1-1 0 0,0-1 1 0 0,1 1-1 0 0,-1-1 1 0 0,1 8-1 0 0,1-8-41 0 0,-1 0 0 0 0,1 0 0 0 0,0 0-1 0 0,0 0 1 0 0,1-1 0 0 0,-1 1 0 0 0,1-1-1 0 0,0 1 1 0 0,0-1 0 0 0,0 1 0 0 0,0-1 0 0 0,1 0-1 0 0,-1 0 1 0 0,1 0 0 0 0,0 0 0 0 0,0-1-1 0 0,0 1 1 0 0,0-1 0 0 0,0 1 0 0 0,0-1-1 0 0,1 0 1 0 0,-1 0 0 0 0,8 2 0 0 0,-7-2-8 0 0,0-1 0 0 0,1 1 1 0 0,-1-1-1 0 0,0 0 0 0 0,0-1 1 0 0,1 1-1 0 0,-1-1 0 0 0,1 1 1 0 0,-1-1-1 0 0,0 0 0 0 0,1-1 1 0 0,-1 1-1 0 0,0-1 1 0 0,6-1-1 0 0,-8 1-8 0 0,0 0 0 0 0,0 0 0 0 0,0 0 1 0 0,0 0-1 0 0,0-1 0 0 0,0 1 0 0 0,0 0 0 0 0,0-1 0 0 0,0 0 1 0 0,-1 1-1 0 0,1-1 0 0 0,-1 0 0 0 0,1 0 0 0 0,-1 1 0 0 0,0-1 1 0 0,0 0-1 0 0,0 0 0 0 0,0-1 0 0 0,0 1 0 0 0,0 0 0 0 0,0 0 1 0 0,-1 0-1 0 0,1-1 0 0 0,-1 1 0 0 0,0 0 0 0 0,1 0 0 0 0,-1-1 1 0 0,-1-2-1 0 0,1-3 36 0 0,-1-1-1 0 0,0 1 1 0 0,-1 0 0 0 0,0-1 0 0 0,0 1-1 0 0,-1 0 1 0 0,0 0 0 0 0,0 1 0 0 0,-1-1-1 0 0,0 1 1 0 0,0-1 0 0 0,-1 1-1 0 0,0 0 1 0 0,0 1 0 0 0,0-1 0 0 0,-1 1-1 0 0,-8-7 1 0 0,12 12-386 0 0,-4 8-2375 0 0,0-4 1360 0 0</inkml:trace>
</inkml:ink>
</file>

<file path=ppt/ink/ink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9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60 900 0 0,'-1'-3'341'0'0,"1"-1"-1"0"0,-1 1 1 0 0,0 0-1 0 0,0 0 0 0 0,-1 0 1 0 0,1 0-1 0 0,-1 0 1 0 0,1 0-1 0 0,-1 0 1 0 0,0 0-1 0 0,0 0 1 0 0,0 1-1 0 0,0-1 1 0 0,-1 1-1 0 0,1-1 1 0 0,-1 1-1 0 0,-5-4 1 0 0,6 5-235 0 0,0 1 0 0 0,0-1 0 0 0,-1 0 0 0 0,1 0 1 0 0,-1 1-1 0 0,1 0 0 0 0,0-1 0 0 0,-1 1 0 0 0,1 0 1 0 0,-1 0-1 0 0,1 0 0 0 0,-1 1 0 0 0,1-1 0 0 0,-1 0 0 0 0,1 1 1 0 0,0 0-1 0 0,-1-1 0 0 0,1 1 0 0 0,0 0 0 0 0,0 0 1 0 0,-1 1-1 0 0,1-1 0 0 0,0 0 0 0 0,0 1 0 0 0,0-1 0 0 0,-2 3 1 0 0,1-2-30 0 0,-1 1-1 0 0,1 0 1 0 0,0 0 0 0 0,0 0 0 0 0,0 0 0 0 0,0 0 0 0 0,1 1 0 0 0,-1-1 0 0 0,1 1 0 0 0,0 0 0 0 0,0-1 0 0 0,0 1 0 0 0,0 0 0 0 0,1 0 0 0 0,0 0 0 0 0,-1 1 0 0 0,1-1 0 0 0,0 5 0 0 0,1-4-42 0 0,1-1 1 0 0,0 0-1 0 0,0 1 1 0 0,0-1-1 0 0,0 0 1 0 0,0 0-1 0 0,1 0 1 0 0,0 0-1 0 0,0 0 1 0 0,0 0-1 0 0,0 0 1 0 0,1-1 0 0 0,-1 1-1 0 0,1-1 1 0 0,0 1-1 0 0,0-1 1 0 0,4 3-1 0 0,2 2-193 0 0,0-1 0 0 0,0 0-1 0 0,1-1 1 0 0,0 0 0 0 0,0-1 0 0 0,20 8-1 0 0,33 4-6286 0 0</inkml:trace>
</inkml:ink>
</file>

<file path=ppt/ink/ink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39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53 324 0 0,'1'-3'254'0'0,"1"0"-1"0"0,-1-1 1 0 0,1 1 0 0 0,0 0-1 0 0,0 0 1 0 0,0 0-1 0 0,1 1 1 0 0,-1-1 0 0 0,1 0-1 0 0,-1 1 1 0 0,1 0-1 0 0,0-1 1 0 0,0 1 0 0 0,0 0-1 0 0,0 1 1 0 0,1-1 0 0 0,-1 0-1 0 0,0 1 1 0 0,1 0-1 0 0,-1 0 1 0 0,1 0 0 0 0,-1 0-1 0 0,1 0 1 0 0,5 1 0 0 0,-7 0-198 0 0,1 0 0 0 0,-1 0 0 0 0,1 1 0 0 0,0-1 1 0 0,-1 1-1 0 0,1 0 0 0 0,-1 0 0 0 0,0 0 0 0 0,1 0 1 0 0,-1 0-1 0 0,0 1 0 0 0,1-1 0 0 0,-1 1 1 0 0,0-1-1 0 0,0 1 0 0 0,0 0 0 0 0,0-1 0 0 0,-1 1 1 0 0,1 0-1 0 0,0 1 0 0 0,-1-1 0 0 0,0 0 1 0 0,1 0-1 0 0,-1 1 0 0 0,0-1 0 0 0,0 0 0 0 0,0 1 1 0 0,0-1-1 0 0,-1 1 0 0 0,1-1 0 0 0,-1 1 0 0 0,1 0 1 0 0,-1-1-1 0 0,0 4 0 0 0,-1 4 8 0 0,0 1 1 0 0,-1 0-1 0 0,0 0 0 0 0,0-1 0 0 0,-1 1 1 0 0,-1-1-1 0 0,0 0 0 0 0,0 0 0 0 0,-1 0 1 0 0,-8 12-1 0 0,-7 19 104 0 0,11-25-101 0 0,7-13-23 0 0,0 0 0 0 0,0 1 0 0 0,0-1-1 0 0,0 1 1 0 0,1-1 0 0 0,-1 1 0 0 0,1 0-1 0 0,0-1 1 0 0,0 1 0 0 0,0 0 0 0 0,0 5 0 0 0,2-8-45 0 0,0 1 1 0 0,1-1 0 0 0,-1 0 0 0 0,0 1-1 0 0,1-1 1 0 0,-1 0 0 0 0,1 0-1 0 0,-1 0 1 0 0,1 0 0 0 0,0 0 0 0 0,0 0-1 0 0,-1 0 1 0 0,1-1 0 0 0,0 1 0 0 0,0 0-1 0 0,0-1 1 0 0,-1 0 0 0 0,1 1 0 0 0,0-1-1 0 0,0 0 1 0 0,0 0 0 0 0,0 0 0 0 0,0 0-1 0 0,0 0 1 0 0,3-1 0 0 0,48-6-1182 0 0,-51 7 1096 0 0,45-12-4756 0 0,-29 7 2599 0 0</inkml:trace>
</inkml:ink>
</file>

<file path=ppt/ink/ink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0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3 388 0 0,'5'-1'236'0'0,"0"0"-1"0"0,0 1 1 0 0,1 0 0 0 0,-1 0-1 0 0,0 0 1 0 0,0 1 0 0 0,0 0-1 0 0,0 0 1 0 0,0 0 0 0 0,0 0-1 0 0,0 1 1 0 0,0 0 0 0 0,0 0-1 0 0,0 0 1 0 0,-1 1 0 0 0,1-1-1 0 0,-1 1 1 0 0,0 0-1 0 0,0 1 1 0 0,0-1 0 0 0,0 1-1 0 0,0-1 1 0 0,-1 1 0 0 0,0 0-1 0 0,0 0 1 0 0,0 1 0 0 0,0-1-1 0 0,-1 1 1 0 0,3 4 0 0 0,-1 0-88 0 0,0-1 1 0 0,-1 1-1 0 0,0-1 1 0 0,-1 1-1 0 0,1 0 0 0 0,-2 0 1 0 0,1 0-1 0 0,-1 0 1 0 0,-1 0-1 0 0,0 1 1 0 0,0-1-1 0 0,0 0 1 0 0,-1 0-1 0 0,-1 0 0 0 0,-4 16 1 0 0,-2-5 57 0 0,-1-1 0 0 0,-1 0 0 0 0,-1 0 0 0 0,0-1-1 0 0,-1 0 1 0 0,-26 28 0 0 0,-100 87-1149 0 0,67-69-4596 0 0,63-53 2843 0 0</inkml:trace>
</inkml:ink>
</file>

<file path=ppt/ink/ink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0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0 131 10221 0 0,'1'-5'162'0'0,"0"0"0"0"0,0 0 0 0 0,0 0 0 0 0,1 0 0 0 0,-1 0 0 0 0,1 0 1 0 0,0 1-1 0 0,1-1 0 0 0,-1 0 0 0 0,1 1 0 0 0,0 0 0 0 0,0 0 0 0 0,0 0 0 0 0,1 0 0 0 0,-1 0 0 0 0,1 1 0 0 0,0-1 1 0 0,0 1-1 0 0,0 0 0 0 0,1 0 0 0 0,-1 1 0 0 0,1-1 0 0 0,-1 1 0 0 0,1 0 0 0 0,0 0 0 0 0,7-1 0 0 0,6-4-642 0 0,-1 1 0 0 0,1 1 0 0 0,28-5 0 0 0,-45 10 225 0 0,0 0 0 0 0,0 0 0 0 0,0 0 1 0 0,0 0-1 0 0,0 0 0 0 0,0 0 0 0 0,-1 1 0 0 0,1-1 0 0 0,0 0 0 0 0,0 1 0 0 0,0-1 0 0 0,0 0 1 0 0,0 1-1 0 0,-1-1 0 0 0,1 1 0 0 0,0-1 0 0 0,0 1 0 0 0,-1-1 0 0 0,1 1 0 0 0,0 0 0 0 0,-1-1 0 0 0,1 1 1 0 0,-1 0-1 0 0,1 0 0 0 0,-1-1 0 0 0,1 1 0 0 0,-1 0 0 0 0,1 1 0 0 0</inkml:trace>
  <inkml:trace contextRef="#ctx0" brushRef="#br0" timeOffset="1">24 301 184 0 0,'0'0'4948'0'0,"38"-17"-4167"0"0,-27 10-73 0 0,-1-1-96 0 0,2 0-168 0 0,2 1-180 0 0,-1 1-204 0 0,-1-2-244 0 0,3-5-1500 0 0,-9 8-873 0 0</inkml:trace>
</inkml:ink>
</file>

<file path=ppt/ink/ink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2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170 130 404 0 0,'0'-23'1777'0'0,"0"1"1"0"0,6-36-1 0 0,-6 53-1476 0 0,0 4 377 0 0,0 0-654 0 0,1 1 0 0 0,-1 0 0 0 0,0 0 0 0 0,0 0 0 0 0,0 0-1 0 0,0-1 1 0 0,0 1 0 0 0,1 0 0 0 0,-1 0 0 0 0,0-1 0 0 0,0 1-1 0 0,0 0 1 0 0,0 0 0 0 0,0-1 0 0 0,0 1 0 0 0,0 0 0 0 0,0 0 0 0 0,0-1-1 0 0,0 1 1 0 0,0 0 0 0 0,0 0 0 0 0,0-1 0 0 0,0 1 0 0 0,0 0-1 0 0,0 0 1 0 0,0 0 0 0 0,0-1 0 0 0,0 1 0 0 0,-1 0 0 0 0,1 0 0 0 0,0-1-1 0 0,0 1 1 0 0,0 0 0 0 0,0 0 0 0 0,0 0 0 0 0,-1-1 0 0 0,1 1-1 0 0,0 0 1 0 0,0 0 0 0 0,0 0 0 0 0,-1 0 0 0 0,1 0 0 0 0,0-1 0 0 0,0 1-1 0 0,0 0 1 0 0,-1 0 0 0 0,1 0 0 0 0,0 0 0 0 0,0 0 0 0 0,-1 0-1 0 0,1 0 1 0 0,0 0 0 0 0,0 0 0 0 0,-1 0 0 0 0,1 0 0 0 0,0 0 0 0 0,0 0-1 0 0,-1 0 1 0 0,1 0 0 0 0,0 0 0 0 0,0 0 0 0 0,-1 0 0 0 0,1 0-1 0 0,-18 15 77 0 0,1 0-1 0 0,0 1 1 0 0,1 1-1 0 0,1 1 1 0 0,1 0-1 0 0,0 0 1 0 0,2 2-1 0 0,0-1 1 0 0,-13 31-1 0 0,23-46-83 0 0,1 0 1 0 0,-1 1-1 0 0,1-1 0 0 0,0 0 0 0 0,0 0 0 0 0,0 1 1 0 0,1-1-1 0 0,-1 0 0 0 0,1 1 0 0 0,0-1 0 0 0,0 1 1 0 0,1-1-1 0 0,-1 0 0 0 0,1 1 0 0 0,0-1 1 0 0,0 0-1 0 0,1 0 0 0 0,-1 0 0 0 0,1 0 0 0 0,0 0 1 0 0,0 0-1 0 0,0 0 0 0 0,1 0 0 0 0,-1-1 0 0 0,1 1 1 0 0,0-1-1 0 0,0 0 0 0 0,0 0 0 0 0,0 0 0 0 0,1 0 1 0 0,-1 0-1 0 0,1-1 0 0 0,0 1 0 0 0,5 2 0 0 0,-2-2 0 0 0,0 0-1 0 0,0 0 0 0 0,0-1 1 0 0,0 0-1 0 0,1 0 0 0 0,-1-1 0 0 0,1 0 1 0 0,-1 0-1 0 0,1-1 0 0 0,-1 0 0 0 0,1 0 1 0 0,-1 0-1 0 0,1-1 0 0 0,-1-1 1 0 0,1 1-1 0 0,-1-1 0 0 0,0 0 0 0 0,0-1 1 0 0,12-5-1 0 0,-11 4 15 0 0,0-1-1 0 0,-1 0 1 0 0,0 0 0 0 0,0 0-1 0 0,0-1 1 0 0,-1 0 0 0 0,0-1 0 0 0,0 1-1 0 0,0-1 1 0 0,7-13 0 0 0,-10 14 0 0 0,0 1 0 0 0,-1-1 1 0 0,0 0-1 0 0,0 0 0 0 0,-1 0 1 0 0,1 0-1 0 0,-1 0 0 0 0,0 0 1 0 0,-1 0-1 0 0,0-1 0 0 0,0 1 1 0 0,0 0-1 0 0,-1 0 0 0 0,0-1 1 0 0,-3-9-1 0 0,2 7 13 0 0,-1 1 1 0 0,0 0-1 0 0,0 0 1 0 0,-1 0-1 0 0,0 0 0 0 0,0 1 1 0 0,-1-1-1 0 0,0 1 0 0 0,-1 0 1 0 0,-9-9-1 0 0,-3 0 65 0 0,0 1 0 0 0,-32-20 0 0 0,49 34-154 0 0,1 0 0 0 0,-1 1 0 0 0,0-1 0 0 0,1 0 0 0 0,-1 1 0 0 0,0-1 0 0 0,0 1-1 0 0,0-1 1 0 0,0 1 0 0 0,0-1 0 0 0,1 1 0 0 0,-1 0 0 0 0,0-1 0 0 0,0 1 0 0 0,0 0 0 0 0,0 0 0 0 0,0 0 0 0 0,0 0 0 0 0,0 0 0 0 0,0 0 0 0 0,0 0 0 0 0,0 0 0 0 0,0 0 0 0 0,0 0 0 0 0,0 0 0 0 0,0 1 0 0 0,0-1 0 0 0,0 0 0 0 0,0 1 0 0 0,0-1 0 0 0,0 0 0 0 0,0 1 0 0 0,1-1 0 0 0,-1 1 0 0 0,0 0-1 0 0,0-1 1 0 0,1 1 0 0 0,-1 0 0 0 0,-1 0 0 0 0,2 1-215 0 0,-1 0 0 0 0,1 0-1 0 0,0 0 1 0 0,0 0-1 0 0,0-1 1 0 0,0 1 0 0 0,0 0-1 0 0,0 0 1 0 0,0 0-1 0 0,0 0 1 0 0,1 0 0 0 0,-1-1-1 0 0,1 1 1 0 0,-1 0-1 0 0,1 0 1 0 0,0-1 0 0 0,0 1-1 0 0,-1 0 1 0 0,1-1 0 0 0,1 1-1 0 0,-1-1 1 0 0,2 3-1 0 0,7 8-1914 0 0</inkml:trace>
</inkml:ink>
</file>

<file path=ppt/ink/ink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2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24 448 0 0,'1'-1'321'0'0,"-1"-1"1"0"0,0 1-1 0 0,1 0 0 0 0,0 0 0 0 0,-1-1 0 0 0,1 1 1 0 0,-1 0-1 0 0,1 0 0 0 0,0 0 0 0 0,0-1 1 0 0,0 1-1 0 0,0 0 0 0 0,0 0 0 0 0,0 1 1 0 0,0-1-1 0 0,0 0 0 0 0,0 0 0 0 0,0 0 0 0 0,1 1 1 0 0,-1-1-1 0 0,3-1 0 0 0,-1 3-192 0 0,0-1 0 0 0,0 0 0 0 0,0 1 0 0 0,0 0 0 0 0,-1-1-1 0 0,1 1 1 0 0,0 0 0 0 0,0 1 0 0 0,-1-1 0 0 0,6 3 0 0 0,174 110 1695 0 0,-14-8-1162 0 0,-57-53-2160 0 0,-109-52 1091 0 0,20-15-3458 0 0,-20 6 1726 0 0</inkml:trace>
</inkml:ink>
</file>

<file path=ppt/ink/ink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3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454 34 188 0 0,'-48'-33'5723'0'0,"46"33"-4830"0"0,0 1-790 0 0,-1 0 1 0 0,0 0-1 0 0,1 0 0 0 0,0 1 0 0 0,-1-1 1 0 0,1 1-1 0 0,0 0 0 0 0,-1 0 1 0 0,1-1-1 0 0,0 2 0 0 0,0-1 0 0 0,-2 4 1 0 0,-19 31 518 0 0,2 1 0 0 0,2 2 0 0 0,-27 77 0 0 0,-7 15 63 0 0,51-126-770 0 0,-1-1 1 0 0,1 0 0 0 0,-1 0 0 0 0,0 0-1 0 0,-1 0 1 0 0,1-1 0 0 0,-1 1-1 0 0,0-1 1 0 0,0 0 0 0 0,0 0 0 0 0,-1 0-1 0 0,1-1 1 0 0,-1 1 0 0 0,0-1-1 0 0,0 0 1 0 0,0-1 0 0 0,0 1 0 0 0,-1-1-1 0 0,1 0 1 0 0,0 0 0 0 0,-1-1-1 0 0,0 0 1 0 0,-8 1 0 0 0,10-2-162 0 0,-1 0-1 0 0,1 0 1 0 0,0-1 0 0 0,0 0 0 0 0,-1 0-1 0 0,1 0 1 0 0,0 0 0 0 0,0-1 0 0 0,0 0-1 0 0,0 1 1 0 0,1-2 0 0 0,-1 1-1 0 0,0 0 1 0 0,1-1 0 0 0,-1 1 0 0 0,1-1-1 0 0,0 0 1 0 0,0 0 0 0 0,-4-6 0 0 0,5 6 221 0 0,0 0 1 0 0,0-1-1 0 0,0 1 1 0 0,0-1-1 0 0,1 1 1 0 0,-1-1-1 0 0,1 0 1 0 0,0 1-1 0 0,0-1 1 0 0,0 0-1 0 0,1 0 1 0 0,-1-6-1 0 0,1 8 184 0 0,12-24 526 0 0,-4 17-536 0 0,0 1 0 0 0,1 0-1 0 0,0 0 1 0 0,0 0 0 0 0,1 2 0 0 0,0-1 0 0 0,0 1-1 0 0,0 0 1 0 0,1 1 0 0 0,0 0 0 0 0,0 1-1 0 0,20-5 1 0 0,19-2-826 0 0,82-10 0 0 0,-98 17-288 0 0,-10 0-744 0 0,-3 1 130 0 0</inkml:trace>
</inkml:ink>
</file>

<file path=ppt/ink/ink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5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41 360 0 0,'-12'-31'5927'0'0,"11"30"-5853"0"0,0 1 0 0 0,0 0 0 0 0,0-1 0 0 0,0 1 0 0 0,0 0 0 0 0,0 0 0 0 0,0-1 0 0 0,-1 1 0 0 0,1 0 0 0 0,0 0 0 0 0,0 0 0 0 0,0 0 0 0 0,0 1 0 0 0,0-1 0 0 0,-1 0 0 0 0,1 0-1 0 0,0 1 1 0 0,0-1 0 0 0,0 0 0 0 0,0 1 0 0 0,0-1 0 0 0,0 1 0 0 0,0 0 0 0 0,0-1 0 0 0,0 1 0 0 0,0 0 0 0 0,0 0 0 0 0,1-1 0 0 0,-1 1 0 0 0,0 0 0 0 0,0 0 0 0 0,1 0 0 0 0,-2 2 0 0 0,-25 35 227 0 0,23-29-245 0 0,1 0-1 0 0,-1 1 1 0 0,1-1 0 0 0,1 1 0 0 0,0 0 0 0 0,0 0 0 0 0,1 0-1 0 0,0 0 1 0 0,1 0 0 0 0,0 0 0 0 0,1 0 0 0 0,0 0 0 0 0,0 0-1 0 0,1 0 1 0 0,0 0 0 0 0,5 12 0 0 0,-4-16-36 0 0,-1 0 0 0 0,1 0 1 0 0,-1-1-1 0 0,2 1 0 0 0,-1-1 0 0 0,1 0 1 0 0,-1 0-1 0 0,1 0 0 0 0,1 0 0 0 0,-1-1 0 0 0,1 0 1 0 0,-1 0-1 0 0,1 0 0 0 0,1 0 0 0 0,-1-1 1 0 0,0 0-1 0 0,1 0 0 0 0,-1 0 0 0 0,1-1 1 0 0,0 0-1 0 0,0 0 0 0 0,0 0 0 0 0,0-1 1 0 0,0 0-1 0 0,1 0 0 0 0,11 0 0 0 0,-15-1-3 0 0,0 0-1 0 0,0 0 0 0 0,-1 0 0 0 0,1 0 0 0 0,0 0 1 0 0,0-1-1 0 0,-1 1 0 0 0,1-1 0 0 0,0 0 1 0 0,-1 0-1 0 0,1 0 0 0 0,0 0 0 0 0,-1 0 1 0 0,0-1-1 0 0,1 1 0 0 0,-1-1 0 0 0,0 0 1 0 0,0 1-1 0 0,0-1 0 0 0,0 0 0 0 0,4-4 1 0 0,-5 2 26 0 0,1 0 0 0 0,0 1 0 0 0,-1-1 1 0 0,0 0-1 0 0,0 0 0 0 0,0 0 1 0 0,0 1-1 0 0,-1-1 0 0 0,0 0 1 0 0,1 0-1 0 0,-1 0 0 0 0,-1 0 1 0 0,0-7-1 0 0,-1-2 94 0 0,-1 0 0 0 0,-1 0 0 0 0,0 1 1 0 0,0-1-1 0 0,-1 1 0 0 0,-1 0 0 0 0,-14-22 0 0 0,1 9 136 0 0,-1 2 1 0 0,-36-33-1 0 0,32 33-447 0 0,23 22-262 0 0</inkml:trace>
</inkml:ink>
</file>

<file path=ppt/ink/ink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5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17 158 964 0 0,'-10'-103'10076'0'0,"5"66"-6251"0"0,5 35-2906 0 0,-1-14-518 0 0</inkml:trace>
</inkml:ink>
</file>

<file path=ppt/ink/ink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5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0 1000 0 0,'-1'3'12238'0'0,"-1"22"-12151"0"0,-4 44 765 0 0,-14 90 218 0 0,19-148-1279 0 0,-1 0 0 0 0,2 0 0 0 0,-1 0-1 0 0,3 22 1 0 0,-1-27-1034 0 0,0 0-1 0 0,0 0 0 0 0,1 0 0 0 0,0 0 1 0 0,0-1-1 0 0,3 7 0 0 0,0-6-1847 0 0</inkml:trace>
</inkml:ink>
</file>

<file path=ppt/ink/ink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6.3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37 964 0 0,'9'-21'5139'0'0,"3"18"-4659"0"0,-1-1 1 0 0,1 2-1 0 0,0-1 1 0 0,0 2-1 0 0,23-2 0 0 0,-27 3-313 0 0,0 0 0 0 0,1 0 0 0 0,-1 1 0 0 0,0 0 0 0 0,0 1 0 0 0,0-1 0 0 0,0 1 0 0 0,-1 1 0 0 0,16 6 0 0 0,-21-7-127 0 0,0 0-1 0 0,1 0 1 0 0,-1 1 0 0 0,0-1-1 0 0,0 1 1 0 0,0-1-1 0 0,-1 1 1 0 0,1 0 0 0 0,0 0-1 0 0,-1 0 1 0 0,0 0 0 0 0,0 0-1 0 0,0 0 1 0 0,0 0 0 0 0,0 0-1 0 0,-1 0 1 0 0,1 0-1 0 0,-1 0 1 0 0,0 1 0 0 0,0-1-1 0 0,0 0 1 0 0,0 0 0 0 0,0 0-1 0 0,-3 7 1 0 0,0 9 107 0 0,-2 1 0 0 0,-13 33 0 0 0,13-37-42 0 0,-22 49 299 0 0,1-3-1355 0 0,13-15-5828 0 0,10-37 4041 0 0</inkml:trace>
</inkml:ink>
</file>

<file path=ppt/ink/ink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6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16 248 0 0,'0'0'1104'0'0,"-3"-10"156"0"0,3 10-1187 0 0,0-1 0 0 0,0 1-1 0 0,0 0 1 0 0,0 0 0 0 0,0-1-1 0 0,0 1 1 0 0,0 0-1 0 0,0 0 1 0 0,0 0 0 0 0,0-1-1 0 0,-1 1 1 0 0,1 0 0 0 0,0 0-1 0 0,0 0 1 0 0,0-1 0 0 0,0 1-1 0 0,0 0 1 0 0,0 0-1 0 0,-1 0 1 0 0,1 0 0 0 0,0 0-1 0 0,0-1 1 0 0,0 1 0 0 0,-1 0-1 0 0,1 0 1 0 0,0 0 0 0 0,0 0-1 0 0,0 0 1 0 0,-1 0-1 0 0,1 0 1 0 0,0 0 0 0 0,0 0-1 0 0,-1 0 1 0 0,1 0 0 0 0,0 0-1 0 0,0 0 1 0 0,0 0 0 0 0,-1 0-1 0 0,1 0 1 0 0,0 0-1 0 0,0 0 1 0 0,-1 0 0 0 0,1 0-1 0 0,0 0 1 0 0,0 0 0 0 0,0 0-1 0 0,-1 0 1 0 0,1 0-1 0 0,0 1 1 0 0,0-1 0 0 0,0 0-1 0 0,0 0 1 0 0,-1 0 0 0 0,1 0-1 0 0,-8 9 150 0 0,0 0 0 0 0,1 0 0 0 0,1 1 0 0 0,-1 0 0 0 0,1 0 0 0 0,1 1 0 0 0,0-1 0 0 0,-5 15 0 0 0,1 2 213 0 0,1 0 0 0 0,-9 49 0 0 0,16-65-350 0 0,1-1-1 0 0,-1 0 1 0 0,2 1-1 0 0,-1-1 1 0 0,1 1-1 0 0,1-1 1 0 0,0 0 0 0 0,0 0-1 0 0,1 0 1 0 0,8 19-1 0 0,3 0 707 0 0,-24-48 583 0 0,7 13-1350 0 0,-1 1 0 0 0,1-1 0 0 0,-2 1 0 0 0,1 0 0 0 0,0 0 0 0 0,-1 0 0 0 0,0 1 0 0 0,0 0 0 0 0,-1 0 0 0 0,-10-7 0 0 0,14 10-562 0 0</inkml:trace>
</inkml:ink>
</file>

<file path=ppt/ink/ink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6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49 976 0 0,'7'-3'9514'0'0,"-32"195"-6736"0"0,11-125-4730 0 0,-2-3-4070 0 0,12-50 3044 0 0</inkml:trace>
  <inkml:trace contextRef="#ctx0" brushRef="#br0" timeOffset="1">691 75 1192 0 0,'0'0'1185'0'0,"2"-16"1859"0"0,9 8-2502 0 0,0 1-1 0 0,0 1 0 0 0,0 0 1 0 0,1 0-1 0 0,0 1 0 0 0,0 1 1 0 0,0 0-1 0 0,0 0 0 0 0,1 1 1 0 0,24-2-1 0 0,20 5-2184 0 0,-2 9-3437 0 0,-45-4 2463 0 0</inkml:trace>
</inkml:ink>
</file>

<file path=ppt/ink/ink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7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20 516 0 0,'0'0'82'0'0,"-1"0"0"0"0,1 0 1 0 0,0 1-1 0 0,0-1 0 0 0,0 0 0 0 0,0 0 0 0 0,0 0 0 0 0,0 0 1 0 0,0 0-1 0 0,0 1 0 0 0,0-1 0 0 0,-1 0 0 0 0,1 0 0 0 0,0 0 1 0 0,0 0-1 0 0,0 1 0 0 0,0-1 0 0 0,0 0 0 0 0,0 0 0 0 0,0 0 1 0 0,0 0-1 0 0,0 1 0 0 0,0-1 0 0 0,0 0 0 0 0,0 0 0 0 0,0 0 1 0 0,1 0-1 0 0,-1 1 0 0 0,0-1 0 0 0,0 0 0 0 0,0 0 0 0 0,0 0 1 0 0,0 0-1 0 0,0 1 0 0 0,0-1 0 0 0,0 0 0 0 0,0 0 1 0 0,1 0-1 0 0,-1 0 0 0 0,0 0 0 0 0,0 0 0 0 0,0 0 0 0 0,0 1 1 0 0,0-1-1 0 0,1 0 0 0 0,-1 0 0 0 0,0 0 0 0 0,0 0 0 0 0,0 0 1 0 0,0 0-1 0 0,1 0 0 0 0,-1 0 0 0 0,0 0 0 0 0,0 0 0 0 0,0 0 1 0 0,0 0-1 0 0,1 0 0 0 0,-1 0 0 0 0,0 0 0 0 0,0 0 0 0 0,0 0 1 0 0,0 0-1 0 0,1 0 0 0 0,23 2 1280 0 0,26-3-986 0 0,71-14-1359 0 0,-56 6-2455 0 0,-39 6 1698 0 0</inkml:trace>
</inkml:ink>
</file>

<file path=ppt/ink/ink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3:47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1 684 0 0,'-7'0'316'0'0,"-1"0"0"0"0,1 0 0 0 0,-1 0 1 0 0,1 1-1 0 0,-1 0 0 0 0,1 0 0 0 0,0 1 0 0 0,0 0 0 0 0,-1 0 0 0 0,1 1 1 0 0,0 0-1 0 0,1 0 0 0 0,-1 0 0 0 0,0 1 0 0 0,1 0 0 0 0,0 1 0 0 0,0-1 1 0 0,0 1-1 0 0,1 0 0 0 0,0 1 0 0 0,-7 7 0 0 0,7-8-194 0 0,1 0-1 0 0,-1 0 1 0 0,1 1-1 0 0,0 0 1 0 0,0 0-1 0 0,1 0 1 0 0,0 0-1 0 0,0 0 1 0 0,0 1-1 0 0,1-1 1 0 0,0 1-1 0 0,0 0 1 0 0,0-1-1 0 0,1 1 1 0 0,0 0-1 0 0,1 0 1 0 0,-1 0-1 0 0,1 0 1 0 0,1 0-1 0 0,-1 0 0 0 0,1 0 1 0 0,1 0-1 0 0,1 7 1 0 0,-1-9-59 0 0,0-1 0 0 0,0 0 0 0 0,1 0-1 0 0,-1 0 1 0 0,1 0 0 0 0,0-1 0 0 0,0 1 0 0 0,0-1 0 0 0,0 0-1 0 0,1 0 1 0 0,-1 0 0 0 0,1 0 0 0 0,0 0 0 0 0,0-1 0 0 0,0 0 0 0 0,8 4-1 0 0,-4-3 14 0 0,-1-1 0 0 0,1-1 0 0 0,0 1 0 0 0,0-1-1 0 0,0 0 1 0 0,0-1 0 0 0,0 0 0 0 0,0 0 0 0 0,10-2-1 0 0,-3 0 96 0 0,0-1-1 0 0,0-1 0 0 0,0-1 0 0 0,0 0 0 0 0,-1 0 0 0 0,0-2 0 0 0,0 0 0 0 0,-1 0 1 0 0,22-16-1 0 0,-31 20-87 0 0,0-1-1 0 0,0 1 1 0 0,0-1 0 0 0,0 0 0 0 0,-1 0 0 0 0,1 0 0 0 0,-1-1 0 0 0,0 1 0 0 0,-1-1 0 0 0,1 1 0 0 0,-1-1 0 0 0,0 0 0 0 0,0 0 0 0 0,0 0 0 0 0,-1-1 0 0 0,0 1-1 0 0,1-7 1 0 0,-2 8-66 0 0,0 0-1 0 0,-1 0 1 0 0,1 0-1 0 0,-1 0 1 0 0,0 0-1 0 0,-1 0 1 0 0,1 0-1 0 0,0 1 0 0 0,-1-1 1 0 0,0 0-1 0 0,0 1 1 0 0,0-1-1 0 0,-1 1 1 0 0,1 0-1 0 0,-1 0 1 0 0,1 0-1 0 0,-1 0 0 0 0,0 0 1 0 0,0 0-1 0 0,-1 1 1 0 0,1-1-1 0 0,0 1 1 0 0,-6-3-1 0 0,-1 0-212 0 0,0 1-1 0 0,1 0 1 0 0,-2 0 0 0 0,1 1-1 0 0,0 0 1 0 0,-1 1-1 0 0,1 0 1 0 0,-1 1-1 0 0,-17 0 1 0 0,3 1-2315 0 0,0 1 1 0 0,-48 10-1 0 0,33-3-1131 0 0</inkml:trace>
</inkml:ink>
</file>

<file path=ppt/ink/ink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6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0 788 0 0,'0'0'12335'0'0,"-9"32"-11972"0"0,-77 334 290 0 0,55-208-475 0 0,26-126-149 0 0,-7 23-3119 0 0,12-53 2288 0 0,-3-39-7576 0 0</inkml:trace>
</inkml:ink>
</file>

<file path=ppt/ink/ink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6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0 142 796 0 0,'0'0'1556'0'0,"14"-24"935"0"0,26 3-1860 0 0,2 2 0 0 0,0 2 0 0 0,1 2 0 0 0,0 2 0 0 0,77-13 0 0 0,-114 25-644 0 0,2-1-367 0 0,0 1 0 0 0,0 0 0 0 0,0 0 1 0 0,0 1-1 0 0,-1 0 0 0 0,1 0 0 0 0,0 1 1 0 0,10 2-1 0 0</inkml:trace>
</inkml:ink>
</file>

<file path=ppt/ink/ink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7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14 144 572 0 0,'-9'-7'3089'0'0,"9"7"-2979"0"0,0 0 0 0 0,0 0 0 0 0,-1 0-1 0 0,1 0 1 0 0,0 0 0 0 0,0 0-1 0 0,0 0 1 0 0,-1 0 0 0 0,1 0 0 0 0,0 0-1 0 0,0 0 1 0 0,0 0 0 0 0,-1-1-1 0 0,1 1 1 0 0,0 0 0 0 0,0 0-1 0 0,0 0 1 0 0,0 0 0 0 0,0 0 0 0 0,0-1-1 0 0,-1 1 1 0 0,1 0 0 0 0,0 0-1 0 0,0 0 1 0 0,0-1 0 0 0,0 1 0 0 0,0 0-1 0 0,0 0 1 0 0,0 0 0 0 0,0-1-1 0 0,0 1 1 0 0,0 0 0 0 0,0 0-1 0 0,0 0 1 0 0,0-1 0 0 0,0 1 0 0 0,0 0-1 0 0,0 0 1 0 0,0 0 0 0 0,0-1-1 0 0,0 1 1 0 0,0 0 0 0 0,0 0 0 0 0,0 0-1 0 0,0-1 1 0 0,0 1 0 0 0,0 0-1 0 0,1 0 1 0 0,-1 0 0 0 0,0 0-1 0 0,0-1 1 0 0,48-8 127 0 0,0 1 0 0 0,0 2-1 0 0,49 2 1 0 0,26-4-28 0 0,-86 4-143 0 0,591-73 1139 0 0,-558 65-450 0 0,-69 12-597 0 0,39 1-2065 0 0,-37 5 813 0 0</inkml:trace>
</inkml:ink>
</file>

<file path=ppt/ink/ink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7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6 488 0 0,'-4'-6'7772'0'0,"-14"69"-6822"0"0,3 1-1 0 0,-12 119 1 0 0,3-14-65 0 0,4-46-149 0 0,20-121-677 0 0,-1 7 648 0 0,0-7-1890 0 0,3-53-9022 0 0</inkml:trace>
</inkml:ink>
</file>

<file path=ppt/ink/ink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7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1 131 304 0 0,'3'-7'347'0'0,"0"1"0"0"0,1-1 0 0 0,0 1 0 0 0,0 0 0 0 0,0 0-1 0 0,1 1 1 0 0,0-1 0 0 0,0 1 0 0 0,0 0 0 0 0,1 1 0 0 0,0-1 0 0 0,0 1 0 0 0,0 0 0 0 0,0 0 0 0 0,1 1-1 0 0,-1 0 1 0 0,1 0 0 0 0,11-3 0 0 0,7-2-11 0 0,1 1 0 0 0,0 2-1 0 0,47-5 1 0 0,-70 9-372 0 0,92-3-81 0 0,-86 4-419 0 0,-1 1 1 0 0,1-1-1 0 0,-1 2 0 0 0,1-1 0 0 0,-1 1 0 0 0,0 0 1 0 0,0 1-1 0 0,15 7 0 0 0,-15-5-1303 0 0</inkml:trace>
</inkml:ink>
</file>

<file path=ppt/ink/ink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8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96 352 0 0,'8'1'5367'0'0,"36"-1"-4546"0"0,-25-3-641 0 0,190-39 684 0 0,-71 5-5011 0 0,-98 23 2214 0 0</inkml:trace>
</inkml:ink>
</file>

<file path=ppt/ink/ink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8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25 388 0 0,'0'-1'140'0'0,"0"0"1"0"0,1 1-1 0 0,-1-1 0 0 0,1 0 1 0 0,-1 1-1 0 0,0-1 0 0 0,0 0 1 0 0,1 1-1 0 0,-1-1 0 0 0,0 0 1 0 0,0 0-1 0 0,0 1 0 0 0,0-1 1 0 0,0 0-1 0 0,0 0 0 0 0,0 1 1 0 0,0-1-1 0 0,0 0 0 0 0,0 1 1 0 0,0-1-1 0 0,-1 0 0 0 0,1 0 1 0 0,0 1-1 0 0,0-1 0 0 0,-1 0 1 0 0,1 1-1 0 0,0-1 0 0 0,-1 0 1 0 0,1 1-1 0 0,-1-1 0 0 0,1 1 1 0 0,-1-1-1 0 0,1 1 0 0 0,-1-1 1 0 0,0 0-1 0 0,-1 2-50 0 0,0-1 0 0 0,0 1 0 0 0,0 0 0 0 0,0 0 0 0 0,1 0 0 0 0,-1 0 0 0 0,0 0 0 0 0,0 0 0 0 0,1 1 0 0 0,-1-1 0 0 0,1 0 0 0 0,-2 3 0 0 0,-55 62-292 0 0,55-62 491 0 0,-35 46-44 0 0,2 2 0 0 0,3 2-1 0 0,2 1 1 0 0,2 1 0 0 0,3 2-1 0 0,-33 105 1 0 0,53-139-183 0 0,0 0-1 0 0,2 0 1 0 0,1 1-1 0 0,1-1 0 0 0,1 1 1 0 0,1 0-1 0 0,1-1 1 0 0,1 1-1 0 0,2-1 1 0 0,0 1-1 0 0,1-1 1 0 0,2 0-1 0 0,16 39 1 0 0,-8-29-21 0 0,2-1-1 0 0,1-1 1 0 0,2-1 0 0 0,1-1 0 0 0,1 0-1 0 0,2-2 1 0 0,0 0 0 0 0,46 37 0 0 0,-35-35-320 0 0,1-2-1 0 0,1-2 1 0 0,42 22 0 0 0,-45-31-1240 0 0,0-1-1 0 0,39 12 1 0 0,-22-13-712 0 0</inkml:trace>
</inkml:ink>
</file>

<file path=ppt/ink/ink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28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3 528 0 0,'-6'-2'7963'0'0,"10"15"-7640"0"0,20 42-508 0 0,-23-53 124 0 0,0 0-1 0 0,1 0 1 0 0,-1-1-1 0 0,1 1 1 0 0,-1 0-1 0 0,1 0 1 0 0,0-1-1 0 0,0 1 1 0 0,0-1-1 0 0,0 1 1 0 0,0-1-1 0 0,0 0 1 0 0,0 0-1 0 0,0 0 1 0 0,0 0 0 0 0,0 0-1 0 0,1-1 1 0 0,-1 1-1 0 0,0-1 1 0 0,1 1-1 0 0,4-1 1 0 0,-5 0 151 0 0,0-1 1 0 0,0 1-1 0 0,1-1 1 0 0,-1 0-1 0 0,0 0 1 0 0,0 0-1 0 0,0 0 1 0 0,0 0-1 0 0,0 0 1 0 0,0-1-1 0 0,0 1 1 0 0,0-1-1 0 0,0 1 1 0 0,-1-1-1 0 0,1 0 1 0 0,2-3-1 0 0,14-12 3895 0 0,-6 37-3940 0 0,5 14-1032 0 0,8 11-5276 0 0,-14-32 3116 0 0</inkml:trace>
</inkml:ink>
</file>

<file path=ppt/ink/ink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0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199 197 460 0 0,'-9'-25'5332'0'0,"8"25"-5213"0"0,1 0 0 0 0,0-1 0 0 0,-1 1 1 0 0,1-1-1 0 0,-1 1 0 0 0,1 0 0 0 0,-1 0 1 0 0,1-1-1 0 0,-1 1 0 0 0,1 0 0 0 0,-1 0 1 0 0,1 0-1 0 0,-1-1 0 0 0,1 1 0 0 0,-1 0 1 0 0,1 0-1 0 0,-1 0 0 0 0,0 0 0 0 0,1 0 1 0 0,-1 0-1 0 0,1 0 0 0 0,-1 0 1 0 0,1 0-1 0 0,-1 0 0 0 0,0 1 0 0 0,-4 1 79 0 0,1 1 1 0 0,-1-1-1 0 0,1 1 0 0 0,0 0 0 0 0,0 1 1 0 0,0-1-1 0 0,-4 5 0 0 0,3-3-294 0 0,-12 9 309 0 0,1 2 0 0 0,0 0-1 0 0,2 0 1 0 0,-1 2 0 0 0,2 0-1 0 0,-19 32 1 0 0,32-49-206 0 0,-9 26 280 0 0,9-27-277 0 0,0 1 1 0 0,0 0-1 0 0,0-1 1 0 0,0 1-1 0 0,0 0 1 0 0,0 0-1 0 0,0-1 1 0 0,0 1-1 0 0,0 0 1 0 0,0-1-1 0 0,0 1 1 0 0,0 0-1 0 0,0 0 1 0 0,1-1-1 0 0,-1 1 1 0 0,0 0-1 0 0,1-1 1 0 0,-1 1-1 0 0,0-1 1 0 0,1 1 0 0 0,-1 0-1 0 0,1-1 1 0 0,-1 1-1 0 0,1-1 1 0 0,-1 1-1 0 0,1-1 1 0 0,-1 0-1 0 0,1 1 1 0 0,0-1-1 0 0,-1 1 1 0 0,2-1-1 0 0,0 1 79 0 0,2-4-52 0 0,34-27 49 0 0,-30 22-89 0 0,1 1 0 0 0,0 0 0 0 0,0 0 0 0 0,0 1 0 0 0,1 0 0 0 0,0 0 0 0 0,0 1 0 0 0,11-4 0 0 0,-4 7-118 0 0,0 1 0 0 0,30 1 0 0 0,-35 1 85 0 0,1 0 0 0 0,-1-1 0 0 0,0-1 0 0 0,1 0 0 0 0,-1-1 1 0 0,20-5-1 0 0,-27 5 69 0 0,0 0 1 0 0,0-1-1 0 0,0 1 0 0 0,-1-1 1 0 0,1-1-1 0 0,0 1 1 0 0,-1 0-1 0 0,0-1 0 0 0,0 0 1 0 0,0 0-1 0 0,0 0 1 0 0,-1-1-1 0 0,0 1 1 0 0,0-1-1 0 0,0 0 0 0 0,0 0 1 0 0,-1 0-1 0 0,3-7 1 0 0,1-8 171 0 0,0 0 1 0 0,-2 0 0 0 0,4-34 0 0 0,1-4 422 0 0,-3 18 403 0 0,-9 477-843 0 0,-11-74 168 0 0,14-361 185 0 0,-3-34-368 0 0,-2 4-101 0 0,6-18-39 0 0,2 0 0 0 0,2 0 0 0 0,15-63 0 0 0,-12 77-89 0 0,1 2-1 0 0,2-1 0 0 0,1 1 0 0 0,1 1 1 0 0,30-50-1 0 0,-41 75 45 0 0,1 0 0 0 0,-1 0 0 0 0,1 0 0 0 0,0 0 0 0 0,0 0 0 0 0,1 1 0 0 0,-1-1 0 0 0,1 1 0 0 0,-1 0 0 0 0,1 0 0 0 0,0 0 0 0 0,1 1 0 0 0,-1-1 0 0 0,0 1 0 0 0,1 0 0 0 0,-1 0 1 0 0,1 1-1 0 0,-1-1 0 0 0,1 1 0 0 0,0 0 0 0 0,0 0 0 0 0,0 1 0 0 0,-1-1 0 0 0,1 1 0 0 0,0 0 0 0 0,0 1 0 0 0,0-1 0 0 0,0 1 0 0 0,-1 0 0 0 0,1 0 0 0 0,0 0 0 0 0,0 1 0 0 0,-1-1 0 0 0,1 1 0 0 0,-1 0 0 0 0,0 1 0 0 0,0-1 0 0 0,1 1 0 0 0,-1 0 0 0 0,-1 0 1 0 0,1 0-1 0 0,0 0 0 0 0,-1 1 0 0 0,0-1 0 0 0,0 1 0 0 0,5 8 0 0 0,-3-6 1 0 0,0 1 0 0 0,-1 0 0 0 0,0 0-1 0 0,-1 1 1 0 0,1-1 0 0 0,-2 1 0 0 0,1 0 0 0 0,-1 0 0 0 0,0 0 0 0 0,0 0 0 0 0,-1 0 0 0 0,0 8 0 0 0,-1-11 9 0 0,0-1 0 0 0,0 0 0 0 0,-1 1 0 0 0,1-1 0 0 0,-1 0 0 0 0,0 1 0 0 0,0-1 0 0 0,-1 0 0 0 0,0 0 1 0 0,1 0-1 0 0,-1 0 0 0 0,0 0 0 0 0,-1 0 0 0 0,1-1 0 0 0,-1 1 0 0 0,0-1 0 0 0,1 1 0 0 0,-1-1 0 0 0,-1 0 0 0 0,1 0 0 0 0,0-1 1 0 0,-1 1-1 0 0,0-1 0 0 0,-4 3 0 0 0,3-2-191 0 0,0-1-1 0 0,0 1 1 0 0,0-1 0 0 0,0 0 0 0 0,0-1 0 0 0,-1 1 0 0 0,1-1-1 0 0,0 0 1 0 0,-1 0 0 0 0,-6-1 0 0 0,10 0-38 0 0,0 0 1 0 0,1 0-1 0 0,-1-1 1 0 0,0 1-1 0 0,1-1 1 0 0,-1 1-1 0 0,0-1 1 0 0,1 0-1 0 0,-1 0 1 0 0,1 0-1 0 0,-1 0 1 0 0,1 0-1 0 0,0 0 1 0 0,-1 0-1 0 0,1 0 1 0 0,0 0-1 0 0,0 0 1 0 0,-1-1-1 0 0,1 1 1 0 0,0-1-1 0 0,1 1 1 0 0,-1-1-1 0 0,0 1 1 0 0,0-1-1 0 0,0 1 1 0 0,1-1-1 0 0,-1 0 1 0 0,1 1-1 0 0,0-1 1 0 0,-1 0-1 0 0,1 1 1 0 0,0-1-1 0 0,0 0 1 0 0,0 0-1 0 0,0-1 1 0 0,0-13-2660 0 0</inkml:trace>
</inkml:ink>
</file>

<file path=ppt/ink/ink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0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3 264 0 0,'1'0'70'0'0,"-1"-1"0"0"0,0 1 0 0 0,0 0 1 0 0,1 0-1 0 0,-1-1 0 0 0,0 1 0 0 0,1 0 0 0 0,-1 0 0 0 0,0 0 1 0 0,1 0-1 0 0,-1 0 0 0 0,0-1 0 0 0,1 1 0 0 0,-1 0 0 0 0,0 0 0 0 0,1 0 1 0 0,-1 0-1 0 0,0 0 0 0 0,1 0 0 0 0,-1 0 0 0 0,0 0 0 0 0,1 0 1 0 0,-1 0-1 0 0,0 1 0 0 0,1-1 0 0 0,-1 0 0 0 0,0 0 0 0 0,1 0 1 0 0,-1 0-1 0 0,0 0 0 0 0,1 1 0 0 0,-1-1 0 0 0,0 0 0 0 0,1 0 0 0 0,-1 1 1 0 0,4 7 255 0 0,-1 1 0 0 0,0-1 1 0 0,0 1-1 0 0,-1 0 0 0 0,0 0 1 0 0,0 0-1 0 0,-1 0 0 0 0,0 10 1 0 0,-4 84 1161 0 0,1-54-869 0 0,9 364 2580 0 0,-11-356-3050 0 0,0-1 3176 0 0,2-60-2967 0 0,-3-15-224 0 0,1 1 0 0 0,0-1-1 0 0,2 0 1 0 0,0 0 0 0 0,1 0-1 0 0,1 0 1 0 0,1 0 0 0 0,0 0-1 0 0,9-37 1 0 0,-4 27-108 0 0,1 1 0 0 0,2 1-1 0 0,0 0 1 0 0,2 0 0 0 0,2 1-1 0 0,16-28 1 0 0,-25 48-29 0 0,0 0-1 0 0,0 0 0 0 0,1 0 1 0 0,0 1-1 0 0,0-1 1 0 0,0 1-1 0 0,1 1 0 0 0,-1-1 1 0 0,1 1-1 0 0,1 0 1 0 0,-1 0-1 0 0,0 0 0 0 0,1 1 1 0 0,0 0-1 0 0,0 1 0 0 0,8-3 1 0 0,-11 4-3 0 0,1 1 0 0 0,-1-1 0 0 0,1 1-1 0 0,0 0 1 0 0,-1 1 0 0 0,1-1 0 0 0,-1 1 0 0 0,1 0 0 0 0,-1 0 0 0 0,1 0 0 0 0,-1 0 0 0 0,1 1 0 0 0,-1 0-1 0 0,0 0 1 0 0,0 0 0 0 0,0 0 0 0 0,0 1 0 0 0,0 0 0 0 0,-1-1 0 0 0,1 1 0 0 0,-1 1 0 0 0,0-1 0 0 0,0 0-1 0 0,0 1 1 0 0,0 0 0 0 0,4 6 0 0 0,-6-8 0 0 0,0-1-1 0 0,0 1 1 0 0,0 0-1 0 0,0 0 1 0 0,0 0-1 0 0,0 0 1 0 0,0 0-1 0 0,0 0 1 0 0,-1 0-1 0 0,1 0 1 0 0,-1 0 0 0 0,0 0-1 0 0,1 0 1 0 0,-1 0-1 0 0,0 0 1 0 0,0 1-1 0 0,0-1 1 0 0,-1 0-1 0 0,1 0 1 0 0,0 0-1 0 0,-1 0 1 0 0,0 0-1 0 0,1 0 1 0 0,-1 0-1 0 0,0 0 1 0 0,0 0 0 0 0,0 0-1 0 0,0 0 1 0 0,0-1-1 0 0,-1 1 1 0 0,1 0-1 0 0,0-1 1 0 0,-1 1-1 0 0,1-1 1 0 0,-1 1-1 0 0,0-1 1 0 0,1 0-1 0 0,-1 1 1 0 0,0-1 0 0 0,0 0-1 0 0,0 0 1 0 0,-2 0-1 0 0,-44 17-2372 0 0,2-14-5242 0 0</inkml:trace>
</inkml:ink>
</file>

<file path=ppt/ink/ink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1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1 455 548 0 0,'34'-5'2992'0'0,"-18"0"-2532"0"0,-1-1-1 0 0,1-1 1 0 0,-1 0 0 0 0,0-1 0 0 0,-1 0 0 0 0,0-2 0 0 0,0 1 0 0 0,-1-2 0 0 0,0 1-1 0 0,-1-2 1 0 0,0 0 0 0 0,-1 0 0 0 0,0-1 0 0 0,17-28 0 0 0,-16 21-233 0 0,-2 0 1 0 0,0-1-1 0 0,-1 0 1 0 0,-1 0-1 0 0,-1 0 1 0 0,-1-1-1 0 0,-1 0 1 0 0,-1-1-1 0 0,-1 1 1 0 0,0-38 0 0 0,-3 60-224 0 0,0 0 0 0 0,0 0 0 0 0,0 0 0 0 0,0 0 0 0 0,0-1 1 0 0,0 1-1 0 0,0 0 0 0 0,0 0 0 0 0,0 0 0 0 0,0 0 0 0 0,0-1 1 0 0,0 1-1 0 0,0 0 0 0 0,0 0 0 0 0,0 0 0 0 0,0 0 0 0 0,0-1 1 0 0,0 1-1 0 0,0 0 0 0 0,0 0 0 0 0,0 0 0 0 0,0 0 0 0 0,0-1 1 0 0,0 1-1 0 0,0 0 0 0 0,-1 0 0 0 0,1 0 0 0 0,0 0 0 0 0,0 0 1 0 0,0-1-1 0 0,0 1 0 0 0,0 0 0 0 0,0 0 0 0 0,-1 0 0 0 0,1 0 1 0 0,0 0-1 0 0,0 0 0 0 0,0 0 0 0 0,0 0 0 0 0,-1 0 0 0 0,1 0 1 0 0,0 0-1 0 0,0-1 0 0 0,0 1 0 0 0,-1 0 0 0 0,1 0 0 0 0,0 0 1 0 0,0 0-1 0 0,0 0 0 0 0,0 1 0 0 0,-1-1 0 0 0,1 0 0 0 0,0 0 1 0 0,0 0-1 0 0,0 0 0 0 0,0 0 0 0 0,-1 0 0 0 0,1 0 0 0 0,0 0 1 0 0,0 0-1 0 0,0 0 0 0 0,0 0 0 0 0,-1 1 0 0 0,-14 14 49 0 0,-15 29-54 0 0,20-21 16 0 0,0 1 0 0 0,1 0-1 0 0,2 0 1 0 0,0 1 0 0 0,2-1-1 0 0,0 1 1 0 0,-1 38 0 0 0,5-52-8 0 0,1 1 0 0 0,0 0 0 0 0,1-1 1 0 0,0 1-1 0 0,1-1 0 0 0,0 1 0 0 0,1-1 0 0 0,0 0 0 0 0,1 0 1 0 0,0 0-1 0 0,1 0 0 0 0,0-1 0 0 0,0 0 0 0 0,1 0 1 0 0,1 0-1 0 0,0-1 0 0 0,0 0 0 0 0,14 13 0 0 0,-16-17 2 0 0,1 0-1 0 0,0-1 1 0 0,0 0-1 0 0,0 0 1 0 0,0-1-1 0 0,1 0 1 0 0,-1 0-1 0 0,1 0 1 0 0,0-1-1 0 0,0 0 1 0 0,0-1-1 0 0,0 1 1 0 0,0-1-1 0 0,0 0 1 0 0,0-1-1 0 0,1 0 1 0 0,-1 0-1 0 0,0-1 1 0 0,0 1-1 0 0,0-2 1 0 0,0 1-1 0 0,0-1 1 0 0,0 0-1 0 0,8-3 1 0 0,-5 0 5 0 0,0 0 0 0 0,-1 0 0 0 0,0 0 1 0 0,-1-1-1 0 0,1-1 0 0 0,-1 1 1 0 0,0-1-1 0 0,0-1 0 0 0,-1 1 0 0 0,0-1 1 0 0,-1-1-1 0 0,0 1 0 0 0,0-1 0 0 0,0 0 1 0 0,6-17-1 0 0,-11 24-8 0 0,0 0 0 0 0,-1 0 0 0 0,1 0 0 0 0,0 0 0 0 0,-1 0 1 0 0,0 0-1 0 0,1 0 0 0 0,-1 0 0 0 0,0 0 0 0 0,0 0 0 0 0,0 0 0 0 0,0 0 0 0 0,-1-1 0 0 0,1 1 0 0 0,-1 0 1 0 0,1 0-1 0 0,-1 0 0 0 0,0 0 0 0 0,1 1 0 0 0,-1-1 0 0 0,0 0 0 0 0,0 0 0 0 0,0 0 0 0 0,-1 1 1 0 0,-1-3-1 0 0,2 3-18 0 0,-4 3-46 0 0,-1 3 52 0 0,0 0 1 0 0,1 0 0 0 0,-1 0 0 0 0,1 0 0 0 0,0 1 0 0 0,1 0 0 0 0,-1 0 0 0 0,1 0-1 0 0,0 1 1 0 0,1-1 0 0 0,-5 12 0 0 0,6-15 8 0 0,1-1 0 0 0,0 1 0 0 0,0 0 0 0 0,0-1 0 0 0,0 1-1 0 0,0 0 1 0 0,1-1 0 0 0,-1 1 0 0 0,1 0 0 0 0,0 0 0 0 0,0-1 0 0 0,0 1 0 0 0,0 0 0 0 0,0 0 0 0 0,0 0-1 0 0,1-1 1 0 0,0 1 0 0 0,-1 0 0 0 0,1 0 0 0 0,0-1 0 0 0,0 1 0 0 0,1-1 0 0 0,-1 1 0 0 0,0-1-1 0 0,1 1 1 0 0,0-1 0 0 0,-1 0 0 0 0,1 0 0 0 0,0 0 0 0 0,0 0 0 0 0,0 0 0 0 0,0 0 0 0 0,1 0 0 0 0,-1-1-1 0 0,4 3 1 0 0,-1-2 0 0 0,1 0 0 0 0,0-1 0 0 0,0 1 0 0 0,1-1 0 0 0,-1 0 0 0 0,0 0 0 0 0,0-1 0 0 0,0 0 0 0 0,1 0 0 0 0,8-1 0 0 0,66-16-5 0 0,-46 8 6 0 0,-24 7 8 0 0,8-2-34 0 0,1 0-1 0 0,0 1 1 0 0,0 1 0 0 0,25 0 0 0 0,-44 2 19 0 0,1 0 1 0 0,-1 0-1 0 0,1 0 1 0 0,-1 0-1 0 0,1 1 0 0 0,-1-1 1 0 0,0 0-1 0 0,1 1 1 0 0,-1-1-1 0 0,1 1 1 0 0,-1-1-1 0 0,0 1 1 0 0,1 0-1 0 0,-1-1 1 0 0,0 1-1 0 0,0 0 1 0 0,0 0-1 0 0,1 0 1 0 0,-1 0-1 0 0,0 0 1 0 0,0 0-1 0 0,0 0 1 0 0,-1 1-1 0 0,1-1 1 0 0,0 0-1 0 0,0 0 1 0 0,-1 1-1 0 0,1-1 0 0 0,-1 1 1 0 0,1-1-1 0 0,-1 0 1 0 0,1 1-1 0 0,-1-1 1 0 0,0 1-1 0 0,0-1 1 0 0,0 1-1 0 0,0-1 1 0 0,0 1-1 0 0,0-1 1 0 0,0 3-1 0 0,-1 0-56 0 0,0 0-1 0 0,0 0 1 0 0,0-1-1 0 0,0 1 1 0 0,-1 0-1 0 0,0-1 0 0 0,1 1 1 0 0,-1-1-1 0 0,-1 0 1 0 0,1 1-1 0 0,0-1 1 0 0,-5 4-1 0 0,5-6-441 0 0,-14 9-542 0 0,10-6-2236 0 0</inkml:trace>
</inkml:ink>
</file>

<file path=ppt/ink/ink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1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17 768 0 0,'9'-11'3806'0'0,"-9"11"-3629"0"0,0-1-1 0 0,0 1 0 0 0,0 0 0 0 0,0 0 0 0 0,0-1 1 0 0,0 1-1 0 0,1 0 0 0 0,-1-1 0 0 0,0 1 0 0 0,0 0 1 0 0,0 0-1 0 0,0-1 0 0 0,1 1 0 0 0,-1 0 0 0 0,0 0 0 0 0,0 0 1 0 0,0-1-1 0 0,1 1 0 0 0,-1 0 0 0 0,0 0 0 0 0,0 0 1 0 0,1 0-1 0 0,-1 0 0 0 0,0-1 0 0 0,1 1 0 0 0,-1 0 1 0 0,0 0-1 0 0,0 0 0 0 0,1 0 0 0 0,-1 0 0 0 0,0 0 1 0 0,1 0-1 0 0,-1 0 0 0 0,0 0 0 0 0,1 0 0 0 0,-1 0 0 0 0,0 0 1 0 0,0 0-1 0 0,1 0 0 0 0,-1 0 0 0 0,1 1 0 0 0,1 12 20 0 0,0 0 0 0 0,-1 0 0 0 0,0 19 0 0 0,-1-19-1182 0 0,0 1 0 0 0,1-1 0 0 0,4 21 0 0 0,0-25-3378 0 0</inkml:trace>
</inkml:ink>
</file>

<file path=ppt/ink/ink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2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14 860 0 0,'2'-2'1058'0'0,"1"0"0"0"0,0 1 0 0 0,-1-1 0 0 0,1 1 0 0 0,0 0 0 0 0,-1-1 0 0 0,1 1 0 0 0,6-1 0 0 0,-8 5-1041 0 0,0 0 0 0 0,0 0 0 0 0,0-1 0 0 0,0 1 0 0 0,0 0 0 0 0,-1 0 0 0 0,1 0 0 0 0,-1 0 0 0 0,0 1 0 0 0,0-1 0 0 0,0 0 0 0 0,0 0 0 0 0,-1 0 0 0 0,1 0 0 0 0,-1 0 0 0 0,0 0 0 0 0,-1 3 0 0 0,-21 58-5710 0 0,23-63 5531 0 0,-8 21-2555 0 0</inkml:trace>
  <inkml:trace contextRef="#ctx0" brushRef="#br0" timeOffset="1">380 577 15953 0 0,'0'13'3919'0'0,"-2"15"-3604"0"0,-22 42-1475 0 0,0 1-2448 0 0,4-25-3804 0 0,9-23 2909 0 0</inkml:trace>
</inkml:ink>
</file>

<file path=ppt/ink/ink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3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71 107 720 0 0,'-7'-12'9692'0'0,"23"329"-7375"0"0,-16-246-1916 0 0,0-50 340 0 0,-8-32-703 0 0,1 0 0 0 0,0-1 0 0 0,1 0 0 0 0,0 0 0 0 0,0 0 0 0 0,2-1 0 0 0,0 1 0 0 0,-5-23 0 0 0,1-11-5 0 0,-5-55 1 0 0,12 91-40 0 0,1 0 1 0 0,0 0-1 0 0,0 0 1 0 0,0 1-1 0 0,2-1 1 0 0,-1 0-1 0 0,1 0 1 0 0,0 0-1 0 0,1 1 1 0 0,0-1-1 0 0,1 1 1 0 0,8-15-1 0 0,-8 18-1 0 0,1-1 0 0 0,0 2-1 0 0,0-1 1 0 0,0 0 0 0 0,1 1-1 0 0,0 0 1 0 0,0 0 0 0 0,0 1-1 0 0,0 0 1 0 0,1 0 0 0 0,0 0 0 0 0,0 1-1 0 0,0 0 1 0 0,0 0 0 0 0,0 1-1 0 0,1 0 1 0 0,8-1 0 0 0,1-1-4 0 0,1 2-1 0 0,0 0 1 0 0,1 1 0 0 0,-1 1 0 0 0,0 1 0 0 0,0 1 0 0 0,0 0 0 0 0,0 1 0 0 0,0 1 0 0 0,-1 0 0 0 0,1 2-1 0 0,-1 0 1 0 0,-1 1 0 0 0,1 0 0 0 0,-1 2 0 0 0,0 0 0 0 0,-1 0 0 0 0,0 2 0 0 0,24 20 0 0 0,-30-22 4 0 0,1 1 1 0 0,-1 0 0 0 0,-1 0 0 0 0,1 0-1 0 0,-2 1 1 0 0,0 0 0 0 0,0 1 0 0 0,-1 0-1 0 0,7 18 1 0 0,-10-24 0 0 0,-1 0 1 0 0,-1 1-1 0 0,1-1 0 0 0,-1 0 0 0 0,0 1 0 0 0,-1-1 1 0 0,0 0-1 0 0,0 1 0 0 0,0-1 0 0 0,0 1 0 0 0,-1-1 1 0 0,0 0-1 0 0,-1 1 0 0 0,1-1 0 0 0,-1 0 0 0 0,-1 0 1 0 0,1 0-1 0 0,-1 0 0 0 0,0-1 0 0 0,0 1 0 0 0,-7 9 1 0 0,-1-2-1 0 0,-1 0 0 0 0,0 0 1 0 0,-1-1-1 0 0,0-1 0 0 0,-1 0 0 0 0,0-1 1 0 0,-1-1-1 0 0,0 0 0 0 0,0-1 1 0 0,-18 7-1 0 0,12-7 8 0 0,-1-2 0 0 0,1 0-1 0 0,-1-1 1 0 0,0-2 0 0 0,-1 0 0 0 0,1-1 0 0 0,-33-2 0 0 0,54 0-3 0 0,-54-5 6 0 0,52 5-15 0 0,0-1 0 0 0,0 1 0 0 0,0-1 0 0 0,0 0 0 0 0,0 0 0 0 0,0 0 0 0 0,0-1 0 0 0,1 1 0 0 0,-1-1 0 0 0,0 1 0 0 0,1-1 0 0 0,-1 0 0 0 0,1 0 0 0 0,0 0 0 0 0,-3-3 0 0 0,5 4-2 0 0,-1-1-1 0 0,1 1 0 0 0,-1-1 1 0 0,1 1-1 0 0,0-1 1 0 0,0 1-1 0 0,0-1 1 0 0,0 1-1 0 0,0-1 0 0 0,0 1 1 0 0,0 0-1 0 0,1-1 1 0 0,-1 1-1 0 0,0-1 0 0 0,1 1 1 0 0,-1-1-1 0 0,1 1 1 0 0,0 0-1 0 0,-1-1 1 0 0,1 1-1 0 0,0 0 0 0 0,0 0 1 0 0,0 0-1 0 0,0 0 1 0 0,0-1-1 0 0,0 1 0 0 0,0 0 1 0 0,0 1-1 0 0,0-1 1 0 0,2-1-1 0 0,-2 1 11 0 0,12-10-63 0 0,-1 0-1 0 0,1 2 0 0 0,1 0 1 0 0,0 0-1 0 0,0 1 1 0 0,22-8-1 0 0,99-31-370 0 0,-96 35 329 0 0,261-66-437 0 0,-6 1 116 0 0,-254 66 1413 0 0,-39 10-52 0 0,-7 3-874 0 0,2-1-48 0 0,0 1-1 0 0,0-1 1 0 0,0 1 0 0 0,0 0-1 0 0,0 0 1 0 0,1 1 0 0 0,-1-1-1 0 0,1 1 1 0 0,0 0 0 0 0,-1-1-1 0 0,1 2 1 0 0,0-1 0 0 0,1 0 0 0 0,-1 0-1 0 0,1 1 1 0 0,-1 0 0 0 0,1-1-1 0 0,0 1 1 0 0,0 0 0 0 0,1 0-1 0 0,-1 0 1 0 0,1 0 0 0 0,0 0-1 0 0,0 1 1 0 0,0-1 0 0 0,1 0 0 0 0,-1 5-1 0 0,1-5-3 0 0,0 1-1 0 0,0-1 1 0 0,0 0-1 0 0,0 0 1 0 0,1 1-1 0 0,0-1 1 0 0,0 0-1 0 0,0 0 1 0 0,0 0-1 0 0,1 0 1 0 0,-1 0-1 0 0,1 0 1 0 0,0 0-1 0 0,0 0 1 0 0,1-1-1 0 0,-1 1 1 0 0,1-1-1 0 0,0 0 1 0 0,0 0-1 0 0,0 0 1 0 0,0 0-1 0 0,0 0 1 0 0,1 0-1 0 0,-1-1 1 0 0,1 0-1 0 0,-1 0 1 0 0,8 3-1 0 0,-5-3 0 0 0,0-1 0 0 0,0 0 0 0 0,1 0 0 0 0,-1 0 0 0 0,0-1 1 0 0,0 0-1 0 0,0 0 0 0 0,1-1 0 0 0,-1 0 0 0 0,0 0 0 0 0,0 0 0 0 0,0-1 0 0 0,0 0 0 0 0,0 0 0 0 0,0 0 0 0 0,-1-1 0 0 0,1 0 0 0 0,8-6 0 0 0,-4 3-27 0 0,-1-1 0 0 0,0 0 0 0 0,0 0 0 0 0,-1-1 0 0 0,0 0 0 0 0,-1-1 0 0 0,0 0 0 0 0,0 0 0 0 0,8-14 1 0 0,-12 17-8 0 0,0 0 1 0 0,0-1 0 0 0,-1 1 0 0 0,0-1 0 0 0,0 0-1 0 0,0 1 1 0 0,-1-1 0 0 0,0 0 0 0 0,0 0 0 0 0,-1 0 0 0 0,0 0-1 0 0,0 0 1 0 0,-1 0 0 0 0,0 0 0 0 0,0 0 0 0 0,-2-7 0 0 0,1 12 14 0 0,1 0 1 0 0,0 0 0 0 0,-1 0 0 0 0,0 0 0 0 0,1 0-1 0 0,-1 0 1 0 0,0 1 0 0 0,0-1 0 0 0,0 1 0 0 0,0-1 0 0 0,0 1-1 0 0,0 0 1 0 0,0 0 0 0 0,-1 0 0 0 0,1 0 0 0 0,0 0-1 0 0,-1 0 1 0 0,1 1 0 0 0,-1-1 0 0 0,1 1 0 0 0,0-1-1 0 0,-1 1 1 0 0,1 0 0 0 0,-1 0 0 0 0,1 0 0 0 0,-1 1 0 0 0,1-1-1 0 0,-1 0 1 0 0,1 1 0 0 0,-1 0 0 0 0,1-1 0 0 0,-4 3-1 0 0,-5 17-57 0 0,10-17 49 0 0,3 1 7 0 0,1 0 12 0 0,0 1 0 0 0,0 0-1 0 0,1-1 1 0 0,0 1 0 0 0,0-1-1 0 0,0 0 1 0 0,0-1 0 0 0,1 1-1 0 0,-1-1 1 0 0,1 1 0 0 0,0-1-1 0 0,0-1 1 0 0,0 1 0 0 0,0-1 0 0 0,1 0-1 0 0,-1 0 1 0 0,1 0 0 0 0,-1-1-1 0 0,10 1 1 0 0,6 2-1 0 0,0-1 0 0 0,1-1-1 0 0,-1-1 1 0 0,28-1 0 0 0,-24-2-4 0 0,-1-1-1 0 0,30-7 1 0 0,-48 8 31 0 0,1 1 1 0 0,-1-1-1 0 0,0 0 1 0 0,0-1 0 0 0,0 0-1 0 0,-1 0 1 0 0,1 0-1 0 0,0 0 1 0 0,-1-1 0 0 0,0 0-1 0 0,0 0 1 0 0,0 0 0 0 0,7-9-1 0 0,-11 12 175 0 0,-2 1-197 0 0,-3-1 4 0 0,0 1 1 0 0,0 0 0 0 0,0 0 0 0 0,0 0 0 0 0,0 1 0 0 0,1-1 0 0 0,-1 1 0 0 0,0 0 0 0 0,0 0 0 0 0,0 0 0 0 0,1 1 0 0 0,-1-1 0 0 0,1 1-1 0 0,-1 0 1 0 0,1 0 0 0 0,-6 4 0 0 0,0 1 12 0 0,-1 0-1 0 0,1 0 0 0 0,0 1 1 0 0,0 1-1 0 0,1 0 1 0 0,0 0-1 0 0,1 0 1 0 0,0 1-1 0 0,0 0 0 0 0,-9 20 1 0 0,14-25-17 0 0,1-1 1 0 0,-1 1-1 0 0,1-1 1 0 0,0 1-1 0 0,0 0 1 0 0,0 0-1 0 0,0 0 1 0 0,1 0-1 0 0,0-1 1 0 0,0 1-1 0 0,1 0 1 0 0,-1 0-1 0 0,1 0 0 0 0,0 0 1 0 0,0-1-1 0 0,1 1 1 0 0,-1 0-1 0 0,1-1 1 0 0,0 1-1 0 0,0-1 1 0 0,1 0-1 0 0,-1 0 1 0 0,1 0-1 0 0,0 0 1 0 0,0 0-1 0 0,0 0 0 0 0,1-1 1 0 0,-1 1-1 0 0,6 3 1 0 0,-1-1-183 0 0,0-1 1 0 0,0 0-1 0 0,0 0 0 0 0,1-1 1 0 0,0 0-1 0 0,-1 0 1 0 0,1-1-1 0 0,1 0 0 0 0,-1 0 1 0 0,13 1-1 0 0,56 0-6001 0 0,-51-6 3262 0 0</inkml:trace>
</inkml:ink>
</file>

<file path=ppt/ink/ink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4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71 464 0 0,'0'0'1021'0'0,"18"-30"3599"0"0,-9 24-4235 0 0,-1 1 1 0 0,2 0-1 0 0,-1 1 1 0 0,0 0-1 0 0,1 0 1 0 0,0 1-1 0 0,0 0 1 0 0,0 1-1 0 0,0 0 1 0 0,0 1-1 0 0,0 0 1 0 0,1 0-1 0 0,-1 1 1 0 0,11 2-1 0 0,-19-1-351 0 0,0-1-1 0 0,-1 1 1 0 0,1 0 0 0 0,-1 0-1 0 0,0 0 1 0 0,1 0-1 0 0,-1 0 1 0 0,0 0 0 0 0,0 1-1 0 0,1-1 1 0 0,-1 0-1 0 0,0 1 1 0 0,0-1 0 0 0,0 1-1 0 0,-1-1 1 0 0,1 1-1 0 0,0-1 1 0 0,-1 1 0 0 0,1 0-1 0 0,-1-1 1 0 0,1 1 0 0 0,-1 0-1 0 0,0-1 1 0 0,1 1-1 0 0,-1 0 1 0 0,0-1 0 0 0,0 1-1 0 0,0 0 1 0 0,-1 0-1 0 0,1-1 1 0 0,0 1 0 0 0,-1 0-1 0 0,0 1 1 0 0,-15 52 384 0 0,15-53-411 0 0,0 1 0 0 0,0-1 0 0 0,0 1 0 0 0,1 0 0 0 0,-1-1 0 0 0,1 1 0 0 0,-1 0 0 0 0,1-1 0 0 0,0 1 0 0 0,0 0 0 0 0,0 0 0 0 0,1-1 0 0 0,-1 1 0 0 0,1 0 0 0 0,-1-1 0 0 0,1 1 0 0 0,0-1 0 0 0,0 1 0 0 0,0-1 0 0 0,0 1 0 0 0,1-1 0 0 0,-1 1 0 0 0,1-1 0 0 0,2 3 0 0 0,4 4-27 0 0,0-1-1 0 0,1 0 1 0 0,0-1-1 0 0,17 11 1 0 0,-19-14-7 0 0,0 0 0 0 0,-1 1 0 0 0,1 0 0 0 0,-1 0 0 0 0,0 1 0 0 0,0-1 0 0 0,7 12 0 0 0,-12-16 21 0 0,0 1 1 0 0,0 0 0 0 0,0 0-1 0 0,0-1 1 0 0,0 1 0 0 0,-1 0 0 0 0,1 0-1 0 0,-1 0 1 0 0,0 0 0 0 0,1 0-1 0 0,-1 0 1 0 0,0 0 0 0 0,0 0 0 0 0,0 0-1 0 0,0 0 1 0 0,0 0 0 0 0,-1 0 0 0 0,1 0-1 0 0,-1 0 1 0 0,1 0 0 0 0,-1-1-1 0 0,0 1 1 0 0,0 0 0 0 0,1 0 0 0 0,-1 0-1 0 0,-2 1 1 0 0,0 1 0 0 0,-1 0 0 0 0,0 0 0 0 0,-1 0 0 0 0,1 0 0 0 0,0-1 0 0 0,-9 5 0 0 0,9-5 1 0 0,-22 12-44 0 0,-46 22 0 0 0,30-21-2415 0 0,40-15 510 0 0</inkml:trace>
</inkml:ink>
</file>

<file path=ppt/ink/ink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4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59 232 0 0,'2'-3'271'0'0,"0"-1"0"0"0,0 0 0 0 0,0 1 1 0 0,0-1-1 0 0,1 1 0 0 0,-1 0 0 0 0,1 0 0 0 0,0 0 0 0 0,0 0 0 0 0,0 0 0 0 0,0 0 0 0 0,1 1 1 0 0,-1 0-1 0 0,1-1 0 0 0,-1 1 0 0 0,1 1 0 0 0,0-1 0 0 0,0 0 0 0 0,0 1 0 0 0,0 0 1 0 0,0 0-1 0 0,0 0 0 0 0,0 1 0 0 0,0-1 0 0 0,0 1 0 0 0,0 0 0 0 0,6 0 0 0 0,3 0-23 0 0,-1 1 0 0 0,1 0-1 0 0,-1 1 1 0 0,1 0 0 0 0,-1 1 0 0 0,0 0-1 0 0,23 10 1 0 0,-23-6-137 0 0,-1 0 0 0 0,1 1 0 0 0,-1 0 1 0 0,-1 1-1 0 0,0 0 0 0 0,0 1 0 0 0,-1 0 0 0 0,0 1 0 0 0,0 0 0 0 0,-1 0 1 0 0,-1 1-1 0 0,0 0 0 0 0,-1 0 0 0 0,0 0 0 0 0,-1 1 0 0 0,0 0 1 0 0,-1 0-1 0 0,4 20 0 0 0,-2-3 7 0 0,-1 0-1 0 0,-1 0 1 0 0,-2 1 0 0 0,-1-1 0 0 0,-1 1 0 0 0,-2-1-1 0 0,-6 39 1 0 0,-2-24-34 0 0,-2 0 1 0 0,-2-1-1 0 0,-1-1 0 0 0,-3 0 0 0 0,-1-2 0 0 0,-3 0 0 0 0,-1-1 1 0 0,-1-1-1 0 0,-3-1 0 0 0,-1-1 0 0 0,-1-2 0 0 0,-2-1 1 0 0,-2-1-1 0 0,-1-2 0 0 0,-1-1 0 0 0,-1-2 0 0 0,-2-2 0 0 0,-51 28 1 0 0,60-37-183 0 0,24-13-182 0 0,-1 0 0 0 0,1-1-1 0 0,-1 0 1 0 0,0 0 0 0 0,0 0-1 0 0,0-1 1 0 0,0 1 0 0 0,-1-1-1 0 0,1-1 1 0 0,-14 2 0 0 0,19-3-26 0 0,0 0 1 0 0,0-1-1 0 0,0 1 1 0 0,0-1-1 0 0,1 1 0 0 0,-1-1 1 0 0,0 1-1 0 0,0-1 1 0 0,0 0-1 0 0,0 1 1 0 0,0-1-1 0 0,1 0 1 0 0,-1 0-1 0 0,0 1 1 0 0,1-1-1 0 0,-2-1 1 0 0</inkml:trace>
</inkml:ink>
</file>

<file path=ppt/ink/ink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44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48 56 0 0,'1'-17'5400'0'0,"-1"15"-4974"0"0,0 0-1 0 0,0 0 0 0 0,0 0 1 0 0,-1 1-1 0 0,1-1 1 0 0,-1 0-1 0 0,1 0 1 0 0,-1 0-1 0 0,0 0 1 0 0,0 1-1 0 0,0-1 0 0 0,0 0 1 0 0,0 1-1 0 0,-3-4 3030 0 0,-4 186-3269 0 0,1 63 120 0 0,9-132-12 0 0,-12-101-2630 0 0</inkml:trace>
</inkml:ink>
</file>

<file path=ppt/ink/ink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4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92 360 0 0,'13'-6'3774'0'0,"24"-12"188"0"0,76-27 0 0 0,-94 39-3790 0 0,0 1-1 0 0,1 1 1 0 0,0 1-1 0 0,-1 0 1 0 0,1 2-1 0 0,26 0 1 0 0,-43 2-337 0 0,-1-1 1 0 0,1 1 0 0 0,-1 0 0 0 0,1 0 0 0 0,-1-1-1 0 0,0 1 1 0 0,1 1 0 0 0,-1-1 0 0 0,0 0 0 0 0,4 3-1 0 0,6 11-5706 0 0</inkml:trace>
</inkml:ink>
</file>

<file path=ppt/ink/ink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35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13 828 0 0,'-3'10'3672'0'0,"17"-3"-1563"0"0,19-16-1625 0 0,-19 9-228 0 0,6-1-276 0 0,5-4-352 0 0,-1 0-792 0 0,-5 0-1253 0 0,0 1 557 0 0</inkml:trace>
</inkml:ink>
</file>

<file path=ppt/ink/ink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45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1 188 0 0,'0'0'5256'0'0,"-18"0"-3783"0"0,-16 8-199 0 0,102 14-744 0 0,41-9 399 0 0,211-1-1 0 0,-314-11-834 0 0,-4 0 123 0 0,2-1 751 0 0,-52 2-931 0 0,17 0-20 0 0,-52-4 0 0 0,-16-5 5 0 0,97 7-18 0 0,-25-4-84 0 0,37 5 80 0 0,1-1 0 0 0,0-1 1 0 0,0 0-1 0 0,-1-1 0 0 0,17-3 0 0 0,28-4-197 0 0,20 7-1045 0 0,-73 2 982 0 0,3 2 255 0 0,11-8-6500 0 0</inkml:trace>
</inkml:ink>
</file>

<file path=ppt/ink/ink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46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56 0 0,'0'0'1443'0'0,"24"-20"1597"0"0,72 9-603 0 0,-34 11-6508 0 0,-59 0 2434 0 0</inkml:trace>
</inkml:ink>
</file>

<file path=ppt/ink/ink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6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1 792 0 0,'2'11'9923'0'0,"-26"115"-8101"0"0,-21 67-1085 0 0,15-82-456 0 0,-13 55-3274 0 0,43-164 2044 0 0,-1 6-3802 0 0</inkml:trace>
</inkml:ink>
</file>

<file path=ppt/ink/ink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6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5 123 696 0 0,'-1'-2'155'0'0,"1"0"-1"0"0,-1 0 1 0 0,0 0-1 0 0,1-1 1 0 0,0 1-1 0 0,-1 0 1 0 0,1 0-1 0 0,0 0 1 0 0,0-1 0 0 0,0 1-1 0 0,0 0 1 0 0,1 0-1 0 0,-1-1 1 0 0,1 1-1 0 0,-1 0 1 0 0,1 0-1 0 0,0 0 1 0 0,-1 0-1 0 0,1 0 1 0 0,0 0 0 0 0,1 0-1 0 0,-1 0 1 0 0,0 0-1 0 0,0 0 1 0 0,1 1-1 0 0,-1-1 1 0 0,1 1-1 0 0,0-1 1 0 0,-1 1-1 0 0,1-1 1 0 0,0 1 0 0 0,0 0-1 0 0,0 0 1 0 0,0 0-1 0 0,0 0 1 0 0,3-1-1 0 0,10-5-12 0 0,1 1 0 0 0,0 0 0 0 0,30-6-1 0 0,-32 9 165 0 0,13-4-180 0 0,0 2 1 0 0,1 1-1 0 0,-1 2 0 0 0,37 0 0 0 0,-48 2-437 0 0,-1 2 1 0 0,0-1-1 0 0,1 2 1 0 0,-1 0 0 0 0,0 0-1 0 0,-1 2 1 0 0,1 0-1 0 0,-1 0 1 0 0,19 11-1 0 0,-19-7-1510 0 0,-3 2 137 0 0</inkml:trace>
</inkml:ink>
</file>

<file path=ppt/ink/ink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7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10 517 216 0 0,'-1'0'157'0'0,"0"1"0"0"0,1 0 1 0 0,-1 0-1 0 0,0 0 0 0 0,0 0 0 0 0,1 0 0 0 0,-1 0 0 0 0,1 0 1 0 0,-1 0-1 0 0,1 0 0 0 0,-1 0 0 0 0,1 1 0 0 0,0-1 0 0 0,-1 0 1 0 0,1 0-1 0 0,0 0 0 0 0,0 1 0 0 0,0-1 0 0 0,0 0 0 0 0,0 0 1 0 0,0 0-1 0 0,0 1 0 0 0,0-1 0 0 0,0 0 0 0 0,1 0 0 0 0,-1 0 1 0 0,1 0-1 0 0,-1 0 0 0 0,1 1 0 0 0,-1-1 0 0 0,1 0 1 0 0,-1 0-1 0 0,2 1 0 0 0,1-1-47 0 0,0 1-1 0 0,0-1 1 0 0,0 0 0 0 0,0 0-1 0 0,0 0 1 0 0,0-1 0 0 0,1 1-1 0 0,-1-1 1 0 0,0 1 0 0 0,0-1 0 0 0,1 0-1 0 0,5-1 1 0 0,50-5 281 0 0,0-3 1 0 0,-1-2-1 0 0,63-21 0 0 0,-50 13-583 0 0,-64 17 143 0 0,46-11-2246 0 0,70-28 0 0 0,-84 24 203 0 0</inkml:trace>
  <inkml:trace contextRef="#ctx0" brushRef="#br0" timeOffset="1">1021 26 48 0 0,'-9'-26'8025'0'0,"7"31"-7604"0"0,-5 14-99 0 0,1 0 0 0 0,0 0 1 0 0,1 1-1 0 0,2-1 0 0 0,-3 34 0 0 0,2 111 685 0 0,4-138-890 0 0,3 33-1500 0 0,-3-58 917 0 0</inkml:trace>
</inkml:ink>
</file>

<file path=ppt/ink/ink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7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34 648 0 0,'21'-7'315'0'0,"0"0"0"0"0,0 2 0 0 0,1 0 0 0 0,-1 1 0 0 0,1 1 0 0 0,0 1 0 0 0,0 1 0 0 0,0 1 0 0 0,0 1 0 0 0,0 1 0 0 0,0 1 0 0 0,0 1 1 0 0,-1 1-1 0 0,31 11 0 0 0,-37-11-197 0 0,0 1 1 0 0,-1 1-1 0 0,0 0 1 0 0,0 1-1 0 0,-1 0 1 0 0,1 1-1 0 0,-2 1 1 0 0,0 0-1 0 0,14 15 1 0 0,-19-17-51 0 0,0 1 0 0 0,-1-1 1 0 0,1 2-1 0 0,-2-1 0 0 0,1 1 0 0 0,-2 0 1 0 0,1 0-1 0 0,-1 0 0 0 0,-1 0 0 0 0,0 1 1 0 0,0 0-1 0 0,-1-1 0 0 0,0 1 0 0 0,0 13 1 0 0,-2-12-17 0 0,-1-1 0 0 0,0 1 1 0 0,-1 0-1 0 0,0-1 0 0 0,-1 1 1 0 0,0-1-1 0 0,-1 0 0 0 0,0 0 1 0 0,0 0-1 0 0,-1 0 0 0 0,-1-1 1 0 0,0 0-1 0 0,0 0 0 0 0,-1 0 1 0 0,-1-1-1 0 0,1 0 0 0 0,-1 0 1 0 0,-1-1-1 0 0,0 0 0 0 0,-12 8 1 0 0,-1 0 145 0 0,1-2 0 0 0,-2-1 0 0 0,0 0 0 0 0,0-2 0 0 0,-1 0 0 0 0,-1-2 0 0 0,1-1 0 0 0,-29 6 0 0 0,13-10 17 0 0,38-4-300 0 0,1 1 0 0 0,0-1 0 0 0,-1-1 0 0 0,1 1-1 0 0,-1 0 1 0 0,1 0 0 0 0,0 0 0 0 0,-1-1 0 0 0,1 1 0 0 0,0-1-1 0 0,-1 1 1 0 0,1-1 0 0 0,0 1 0 0 0,0-1 0 0 0,-1 0-1 0 0,1 0 1 0 0,0 1 0 0 0,0-1 0 0 0,0 0 0 0 0,0 0-1 0 0,0 0 1 0 0,0 0 0 0 0,-1-2 0 0 0,2 2-108 0 0,0 0 0 0 0,0-1 0 0 0,-1 1 0 0 0,1 0 0 0 0,0 0 0 0 0,0 0 0 0 0,1 0 0 0 0,-1-1 0 0 0,0 1 0 0 0,0 0 0 0 0,0 0 0 0 0,1 0 0 0 0,-1 0 0 0 0,1 0 0 0 0,-1-1 0 0 0,1 1 0 0 0,-1 0 0 0 0,2-1 0 0 0,-1 0-411 0 0,9-15-1852 0 0</inkml:trace>
</inkml:ink>
</file>

<file path=ppt/ink/ink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7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25 188 0 0,'0'-1'422'0'0,"0"0"0"0"0,0-1 0 0 0,0 1-1 0 0,0 0 1 0 0,0 0 0 0 0,0 0 0 0 0,0 0 0 0 0,1 0 0 0 0,-1 0 0 0 0,0 0-1 0 0,1 0 1 0 0,-1 0 0 0 0,1 0 0 0 0,-1 0 0 0 0,1 0 0 0 0,0 0 0 0 0,-1 0-1 0 0,1 0 1 0 0,0 0 0 0 0,0 1 0 0 0,-1-1 0 0 0,3-1 0 0 0,3 26 1588 0 0,-4 52-1982 0 0,-2-76 36 0 0,0 211 1359 0 0,-1-183-1385 0 0,-1-1 0 0 0,-2 1 0 0 0,0-1-1 0 0,-2 0 1 0 0,-9 28 0 0 0,15-54-173 0 0,0 0 1 0 0,0 0-1 0 0,-1 0 0 0 0,1 0 0 0 0,0 0 1 0 0,-1 0-1 0 0,1-1 0 0 0,0 1 0 0 0,-1 0 0 0 0,1 0 1 0 0,-1 0-1 0 0,1 0 0 0 0,-1-1 0 0 0,0 1 1 0 0,1 0-1 0 0,-1 0 0 0 0,0-1 0 0 0,1 1 0 0 0,-1 0 1 0 0,0-1-1 0 0,0 1 0 0 0,-1 0 0 0 0,-13-11-5563 0 0</inkml:trace>
</inkml:ink>
</file>

<file path=ppt/ink/ink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8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0 174 180 0 0,'23'-20'695'0'0,"0"1"1"0"0,1 1-1 0 0,1 1 1 0 0,0 1-1 0 0,1 1 1 0 0,1 2-1 0 0,0 1 1 0 0,1 1-1 0 0,0 1 1 0 0,40-9-1 0 0,-63 18-785 0 0,1 0 0 0 0,0 0 1 0 0,-1 1-1 0 0,1 0 0 0 0,0 0 0 0 0,-1 0 0 0 0,1 0 1 0 0,-1 1-1 0 0,1 0 0 0 0,0 0 0 0 0,-1 1 0 0 0,1-1 1 0 0,-1 1-1 0 0,0 0 0 0 0,7 4 0 0 0,-12-5-83 0 0,1 1 0 0 0,-1-1 1 0 0,1 0-1 0 0,-1 1 0 0 0,1-1 0 0 0,-1 1 0 0 0,0-1 0 0 0,0 0 0 0 0,1 1 0 0 0,-1-1 0 0 0,0 1 0 0 0,-1-1 0 0 0,1 1 0 0 0,0-1 1 0 0,0 0-1 0 0,0 1 0 0 0,-1-1 0 0 0,1 1 0 0 0,-2 1 0 0 0,-5 11-1482 0 0</inkml:trace>
  <inkml:trace contextRef="#ctx0" brushRef="#br0" timeOffset="1">95 429 484 0 0,'3'17'1464'0'0,"8"-10"-720"0"0,-2-5 660 0 0,16-4-788 0 0,-7 0-48 0 0,6-6-75 0 0,6 7-37 0 0,7-9-52 0 0,1 0-144 0 0,-6 5-164 0 0,8-7-208 0 0,-1 0-244 0 0,1 1-733 0 0,-4-1-1179 0 0,2 2 524 0 0</inkml:trace>
</inkml:ink>
</file>

<file path=ppt/ink/ink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8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372 5 164 0 0,'-3'-1'308'0'0,"-1"0"0"0"0,0 0 0 0 0,1 1-1 0 0,-1-1 1 0 0,0 1 0 0 0,0-1 0 0 0,0 1 0 0 0,1 1 0 0 0,-1-1-1 0 0,0 0 1 0 0,0 1 0 0 0,0 0 0 0 0,1 0 0 0 0,-1 0 0 0 0,1 0-1 0 0,-8 4 1 0 0,4-1-64 0 0,-1 1 0 0 0,1 0 0 0 0,0 0 0 0 0,0 1-1 0 0,1 0 1 0 0,-1 0 0 0 0,-5 8 0 0 0,-6 9 43 0 0,1 2 0 0 0,1 0 0 0 0,-16 35 0 0 0,5-4 8 0 0,2 1 0 0 0,3 1 0 0 0,2 1 0 0 0,3 1-1 0 0,2 0 1 0 0,3 2 0 0 0,-7 110 0 0 0,20-141-323 0 0,0-1-1 0 0,3 0 1 0 0,0 0-1 0 0,2 0 1 0 0,1-1-1 0 0,2 0 1 0 0,0 0-1 0 0,2-1 1 0 0,2 0-1 0 0,0-1 1 0 0,2 0-1 0 0,0-2 1 0 0,2 1-1 0 0,1-2 1 0 0,1 0-1 0 0,1-1 1 0 0,1-2-1 0 0,1 0 1 0 0,0-1-1 0 0,2-1 1 0 0,35 22-1 0 0,-42-32-760 0 0,0-2-1 0 0,0 0 1 0 0,0-1 0 0 0,1-1-1 0 0,0-1 1 0 0,25 4-1 0 0,6 0-1856 0 0</inkml:trace>
</inkml:ink>
</file>

<file path=ppt/ink/ink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8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5 240 0 0,'0'0'1678'0'0,"-15"-4"7335"0"0,13 8-8917 0 0,0 1-1 0 0,0-1 1 0 0,1 1-1 0 0,-1 0 1 0 0,1 0-1 0 0,0 0 1 0 0,1 0-1 0 0,-1 0 1 0 0,1 0-1 0 0,0 7 1 0 0,8 55 89 0 0,-6-52-504 0 0,-2-15 297 0 0,0 1 0 0 0,0-1-1 0 0,0 1 1 0 0,0 0 0 0 0,0-1-1 0 0,0 1 1 0 0,0-1 0 0 0,0 1-1 0 0,0 0 1 0 0,0-1-1 0 0,1 1 1 0 0,-1-1 0 0 0,0 1-1 0 0,0 0 1 0 0,0-1 0 0 0,1 1-1 0 0,-1-1 1 0 0,0 1 0 0 0,1-1-1 0 0,-1 1 1 0 0,0-1-1 0 0,1 1 1 0 0,-1-1 0 0 0,1 1-1 0 0,-1-1 1 0 0,1 0 0 0 0,-1 1-1 0 0,1-1 1 0 0,-1 0 0 0 0,1 1-1 0 0,-1-1 1 0 0,1 0 0 0 0,0 0-1 0 0,-1 1 1 0 0,1-1-1 0 0,-1 0 1 0 0,1 0 0 0 0,0 0-1 0 0,-1 0 1 0 0,1 0 0 0 0,-1 0-1 0 0,1 0 1 0 0,0 0 0 0 0,-1 0-1 0 0,1 0 1 0 0,-1 0 0 0 0,1 0-1 0 0,0-1 1 0 0,-1 1-1 0 0,1 0 1 0 0,-1 0 0 0 0,1-1-1 0 0,-1 1 1 0 0,1 0 0 0 0,-1-1-1 0 0,1 1 1 0 0,-1 0 0 0 0,1-1-1 0 0,-1 1 1 0 0,1-1-1 0 0,-1 1 1 0 0,1-1 0 0 0,-1 1-1 0 0,0-1 1 0 0,1 0 0 0 0,27-36-410 0 0,-22 25 617 0 0,4-4 1229 0 0,-10 17-1430 0 0,1 0 0 0 0,0 0 0 0 0,-1 0 0 0 0,1 0-1 0 0,-1 0 1 0 0,1 0 0 0 0,-1 0 0 0 0,1 0 0 0 0,-1 0-1 0 0,0 0 1 0 0,1 0 0 0 0,-1 0 0 0 0,0 1 0 0 0,0-1-1 0 0,0 0 1 0 0,0 0 0 0 0,0 0 0 0 0,0 0 0 0 0,0 3-1 0 0,6 32-1636 0 0,3-8-3298 0 0,-4-15 2355 0 0</inkml:trace>
</inkml:ink>
</file>

<file path=ppt/ink/ink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4:59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32 12193 0 0,'0'-1'29'0'0,"0"0"1"0"0,1 0-1 0 0,-1 0 1 0 0,0 0-1 0 0,0 0 0 0 0,0 0 1 0 0,0 0-1 0 0,0 0 0 0 0,0 0 1 0 0,0 0-1 0 0,0 0 1 0 0,-1 0-1 0 0,1 0 0 0 0,0 0 1 0 0,0 0-1 0 0,-1 0 0 0 0,1 1 1 0 0,-1-1-1 0 0,1 0 0 0 0,-1 0 1 0 0,1 0-1 0 0,-1 0 1 0 0,1 0-1 0 0,-1 1 0 0 0,0-1 1 0 0,1 0-1 0 0,-1 1 0 0 0,0-1 1 0 0,0 0-1 0 0,0 1 0 0 0,-1-2 1 0 0,-2-1-43 0 0,8 126 16 0 0,-1-70-12 0 0,-3 53 0 0 0,6-33 19 0 0,-6-71-2 0 0,0 14 333 0 0</inkml:trace>
</inkml:ink>
</file>

<file path=ppt/ink/ink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0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312 244 8 0 0,'0'0'975'0'0,"-1"-16"2837"0"0,-4-8-680 0 0,5 22-2500 0 0,-2-1-73 0 0,0 1-1 0 0,0-1 0 0 0,-1 1 1 0 0,1-1-1 0 0,-1 1 0 0 0,0 0 0 0 0,1 0 1 0 0,-4-2-1 0 0,-7 6-484 0 0,0 0-1 0 0,1 1 1 0 0,-1 1 0 0 0,1 0-1 0 0,0 0 1 0 0,0 1 0 0 0,1 1 0 0 0,-1 0-1 0 0,1 1 1 0 0,0 0 0 0 0,1 0-1 0 0,0 1 1 0 0,0 1 0 0 0,0-1 0 0 0,1 2-1 0 0,1-1 1 0 0,-12 17 0 0 0,10-8-59 0 0,0 1 0 0 0,2 0 0 0 0,0 0 0 0 0,1 1 0 0 0,1 0 1 0 0,1 0-1 0 0,1 0 0 0 0,0 1 0 0 0,2-1 0 0 0,0 36 0 0 0,-2-41-16 0 0,2 2 5 0 0,18 16-17 0 0,-15-32 17 0 0,0-1 0 0 0,-1 1 0 0 0,1 0 0 0 0,0-1 0 0 0,-1 1 0 0 0,1-1 0 0 0,0 1 0 0 0,-1-1 1 0 0,1 0-1 0 0,0 1 0 0 0,0-1 0 0 0,0 0 0 0 0,-1 1 0 0 0,1-1 0 0 0,0 0 0 0 0,0 0 0 0 0,0 0 0 0 0,0 0 1 0 0,0 0-1 0 0,-1 0 0 0 0,1 0 0 0 0,0 0 0 0 0,0 0 0 0 0,0 0 0 0 0,0 0 0 0 0,0-1 0 0 0,-1 1 0 0 0,1 0 0 0 0,0 0 1 0 0,0-1-1 0 0,0 1 0 0 0,-1-1 0 0 0,1 1 0 0 0,0-1 0 0 0,-1 1 0 0 0,1-1 0 0 0,0 1 0 0 0,-1-1 0 0 0,1 0 1 0 0,0 0-1 0 0,27-29 63 0 0,-27 28-64 0 0,15-20 8 0 0,0 0 1 0 0,-2-1-1 0 0,-1 0 1 0 0,-1-1-1 0 0,0 0 1 0 0,-2-1-1 0 0,-1 0 1 0 0,-1-1 0 0 0,7-40-1 0 0,-12 49 208 0 0,-2 28-216 0 0,3 21-26 0 0,-3-26-1 0 0,1 0 1 0 0,0 0-1 0 0,0 0 0 0 0,0-1 0 0 0,1 1 0 0 0,-1 0 0 0 0,2-1 0 0 0,-1 0 0 0 0,0 0 0 0 0,1 0 0 0 0,0 0 0 0 0,0 0 0 0 0,1-1 0 0 0,7 7 0 0 0,-8-9 12 0 0,0 0 0 0 0,0 0-1 0 0,0 0 1 0 0,0 0 0 0 0,0-1-1 0 0,0 0 1 0 0,0 0 0 0 0,1 0 0 0 0,-1 0-1 0 0,0 0 1 0 0,1-1 0 0 0,-1 0-1 0 0,0 0 1 0 0,1 0 0 0 0,-1-1-1 0 0,1 1 1 0 0,-1-1 0 0 0,0 0-1 0 0,0 0 1 0 0,1 0 0 0 0,4-3-1 0 0,4-2 6 0 0,-1-1 0 0 0,0 0 0 0 0,0 0 0 0 0,-1-1 0 0 0,0-1 0 0 0,-1 0 0 0 0,1 0 0 0 0,-2-1 0 0 0,1 0 0 0 0,-1-1 0 0 0,-1 0 0 0 0,0 0 0 0 0,-1-1 0 0 0,0 0 0 0 0,10-25 0 0 0,-7 12 261 0 0,-1 0 0 0 0,-1-1-1 0 0,-2 1 1 0 0,0-2 0 0 0,-2 1 0 0 0,-1-1-1 0 0,0-32 1 0 0,-5 47 507 0 0,-2 11-316 0 0,-8 26-200 0 0,-12 47-240 0 0,-8 43 74 0 0,6 1 0 0 0,4 1 0 0 0,6 1 0 0 0,-2 128 0 0 0,18-225-93 0 0,4 56-366 0 0,-4-76 472 0 0,2-6-76 0 0,40-135-109 0 0,-31 94-80 0 0,33-83 1 0 0,-33 106 113 0 0,71-143-332 0 0,-70 146 305 0 0,1 0 0 0 0,1 1-1 0 0,0 1 1 0 0,2 0-1 0 0,32-30 1 0 0,-45 46 68 0 0,1-1 1 0 0,-1 1 0 0 0,0-1 0 0 0,1 1 0 0 0,-1 0 0 0 0,1 1-1 0 0,-1-1 1 0 0,1 1 0 0 0,0-1 0 0 0,0 1 0 0 0,0 0-1 0 0,0 0 1 0 0,0 1 0 0 0,0-1 0 0 0,0 1 0 0 0,0 0 0 0 0,0 0-1 0 0,0 0 1 0 0,0 1 0 0 0,0-1 0 0 0,0 1 0 0 0,6 2 0 0 0,-8-2 8 0 0,1 1-1 0 0,0 0 1 0 0,0-1 0 0 0,-1 1 0 0 0,1 0 0 0 0,-1 0 0 0 0,1 0 0 0 0,-1 1 0 0 0,0-1 0 0 0,0 0 0 0 0,0 1-1 0 0,0 0 1 0 0,0-1 0 0 0,-1 1 0 0 0,1 0 0 0 0,-1 0 0 0 0,0 0 0 0 0,0 0 0 0 0,0 0 0 0 0,0 0 0 0 0,0 0 0 0 0,-1 0-1 0 0,1 1 1 0 0,-1-1 0 0 0,0 0 0 0 0,0 0 0 0 0,0 0 0 0 0,-1 7 0 0 0,0-3 19 0 0,0-1 0 0 0,-1 1 0 0 0,1 0-1 0 0,-1 0 1 0 0,0 0 0 0 0,-1-1 0 0 0,0 1 0 0 0,0-1 0 0 0,0 0 0 0 0,-1 0 0 0 0,0 0 0 0 0,0 0 0 0 0,0-1 0 0 0,-1 1 0 0 0,0-1-1 0 0,-5 4 1 0 0,1-2-269 0 0,-1 0 0 0 0,0-1 0 0 0,0 0-1 0 0,0 0 1 0 0,0-1 0 0 0,-1-1 0 0 0,0 0-1 0 0,-21 5 1 0 0,31-8-712 0 0,-7-15-6242 0 0</inkml:trace>
</inkml:ink>
</file>

<file path=ppt/ink/ink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1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4 4 0 0,'0'0'138'0'0,"0"0"0"0"0,0-1-1 0 0,0 1 1 0 0,1 0 0 0 0,-1 0 0 0 0,0-1-1 0 0,0 1 1 0 0,0 0 0 0 0,1 0 0 0 0,-1 0-1 0 0,0 0 1 0 0,0-1 0 0 0,0 1 0 0 0,1 0-1 0 0,-1 0 1 0 0,0 0 0 0 0,1 0 0 0 0,-1 0-1 0 0,0 0 1 0 0,0 0 0 0 0,1 0 0 0 0,-1 0-1 0 0,0 0 1 0 0,0 0 0 0 0,1 0 0 0 0,-1 0-1 0 0,0 0 1 0 0,1 0 0 0 0,-1 0 0 0 0,0 0-1 0 0,0 0 1 0 0,1 0 0 0 0,-1 0 0 0 0,0 0-1 0 0,0 0 1 0 0,1 1 0 0 0,-1-1 0 0 0,0 0-1 0 0,0 0 1 0 0,0 0 0 0 0,1 0 0 0 0,-1 1-1 0 0,0-1 1 0 0,0 0 0 0 0,0 0 0 0 0,1 0-1 0 0,-1 1 1 0 0,0-1 0 0 0,0 0 0 0 0,0 0-1 0 0,0 1 1 0 0,0-1 0 0 0,0 0 0 0 0,0 0-1 0 0,1 1 1 0 0,-1-1 0 0 0,0 0 0 0 0,0 1-1 0 0,0-1 1 0 0,0 1 0 0 0,4 33 2245 0 0,-5 56-2685 0 0,0-79 1059 0 0,-7 86 383 0 0,-23 107 0 0 0,-4 38 114 0 0,22-188-838 0 0,7-37-27 0 0,6-15 995 0 0,-3-6-1134 0 0,0-5-208 0 0,0 1 0 0 0,0-1-1 0 0,1 0 1 0 0,0 0 0 0 0,0 0 0 0 0,1 0-1 0 0,0 0 1 0 0,1 0 0 0 0,0 0 0 0 0,0 0-1 0 0,1 0 1 0 0,0 0 0 0 0,1 0 0 0 0,0 0-1 0 0,0 0 1 0 0,5-11 0 0 0,8-21-21 0 0,2 1 1 0 0,23-40 0 0 0,-23 48-10 0 0,1 1 1 0 0,34-45-1 0 0,-46 69-21 0 0,0-1-1 0 0,0 1 1 0 0,0 0-1 0 0,1 1 1 0 0,0-1-1 0 0,1 1 1 0 0,-1 1-1 0 0,1 0 1 0 0,0 0-1 0 0,1 0 1 0 0,-1 1-1 0 0,1 0 1 0 0,-1 0-1 0 0,1 1 1 0 0,12-2-1 0 0,-19 4 3 0 0,1 1-1 0 0,-1-1 0 0 0,1 1 0 0 0,0 0 1 0 0,-1 0-1 0 0,1 0 0 0 0,-1 0 1 0 0,1 0-1 0 0,-1 0 0 0 0,1 1 0 0 0,0-1 1 0 0,-1 1-1 0 0,1 0 0 0 0,-1 0 1 0 0,0 0-1 0 0,1 0 0 0 0,-1 0 0 0 0,0 0 1 0 0,0 1-1 0 0,1-1 0 0 0,-1 1 1 0 0,0 0-1 0 0,0-1 0 0 0,-1 1 0 0 0,1 0 1 0 0,0 0-1 0 0,-1 0 0 0 0,1 0 1 0 0,-1 0-1 0 0,0 1 0 0 0,1-1 0 0 0,-1 0 1 0 0,0 1-1 0 0,0-1 0 0 0,-1 1 1 0 0,1-1-1 0 0,0 1 0 0 0,-1 2 0 0 0,1 1-45 0 0,-1-1-1 0 0,0 0 0 0 0,0 1 1 0 0,-1-1-1 0 0,0 0 0 0 0,0 0 1 0 0,0 1-1 0 0,0-1 0 0 0,-1 0 1 0 0,0 0-1 0 0,0 0 0 0 0,0 0 1 0 0,-1-1-1 0 0,1 1 1 0 0,-1-1-1 0 0,0 1 0 0 0,-6 6 1 0 0,-35 24-1886 0 0,12-19-3653 0 0</inkml:trace>
</inkml:ink>
</file>

<file path=ppt/ink/ink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1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0 548 616 0 0,'18'-3'2092'0'0,"15"-17"-1371"0"0,-1-1 0 0 0,-1-2 0 0 0,-1-1 0 0 0,-1-1 0 0 0,-2-2 0 0 0,0-1 0 0 0,-2 0 0 0 0,-1-2 0 0 0,-1-1 0 0 0,29-53 0 0 0,-43 63-357 0 0,0 0 0 0 0,-2 0-1 0 0,0-1 1 0 0,-1 0 0 0 0,4-40 0 0 0,-9 61-319 0 0,-1-1 1 0 0,1 1 0 0 0,-1 0-1 0 0,0 0 1 0 0,1 0 0 0 0,-1-1-1 0 0,0 1 1 0 0,0 0 0 0 0,0 0-1 0 0,0-1 1 0 0,0 1-1 0 0,0 0 1 0 0,0 0 0 0 0,0-1-1 0 0,0 1 1 0 0,-1 0 0 0 0,1 0-1 0 0,0 0 1 0 0,-1-1 0 0 0,1 1-1 0 0,-1 0 1 0 0,1 0-1 0 0,-1 0 1 0 0,0 0 0 0 0,1 0-1 0 0,-1 0 1 0 0,0 0 0 0 0,-1-1-1 0 0,0 2-26 0 0,1 0 0 0 0,-1 1 0 0 0,0-1 0 0 0,0 0-1 0 0,1 1 1 0 0,-1-1 0 0 0,1 1 0 0 0,-1-1 0 0 0,0 1 0 0 0,1 0-1 0 0,-1 0 1 0 0,1 0 0 0 0,-1 0 0 0 0,1 0 0 0 0,0 0 0 0 0,-3 2-1 0 0,-58 61-26 0 0,60-62 67 0 0,-12 16-26 0 0,0 1-1 0 0,2 0 1 0 0,0 0 0 0 0,1 1-1 0 0,0 1 1 0 0,2-1-1 0 0,-11 37 1 0 0,16-43-27 0 0,1-1 0 0 0,0 0 0 0 0,1 1 0 0 0,0 0 0 0 0,2-1 0 0 0,-1 1 0 0 0,1 0 0 0 0,1 0 0 0 0,1-1 0 0 0,0 1 0 0 0,0-1 0 0 0,1 1 0 0 0,10 23 0 0 0,-11-32-12 0 0,0-1 0 0 0,0 1 0 0 0,1-1 0 0 0,0 0-1 0 0,0 0 1 0 0,0 0 0 0 0,0 0 0 0 0,0-1 0 0 0,1 1 0 0 0,0-1-1 0 0,0 0 1 0 0,0 0 0 0 0,0 0 0 0 0,0-1 0 0 0,0 1 0 0 0,1-1-1 0 0,7 3 1 0 0,-4-3 0 0 0,0 0 0 0 0,0-1-1 0 0,-1 0 1 0 0,1 0 0 0 0,0-1-1 0 0,0 0 1 0 0,0 0 0 0 0,0-1-1 0 0,0 0 1 0 0,11-3 0 0 0,-6 1 6 0 0,1-2 0 0 0,-1 1 1 0 0,0-2-1 0 0,0 1 0 0 0,0-2 1 0 0,-1 0-1 0 0,0 0 0 0 0,0-1 0 0 0,-1-1 1 0 0,0 0-1 0 0,-1 0 0 0 0,13-14 1 0 0,-21 20 19 0 0,-1 1 0 0 0,1-1 1 0 0,-1 1-1 0 0,1-1 1 0 0,-1 1-1 0 0,0-1 0 0 0,0 0 1 0 0,0 0-1 0 0,0 1 1 0 0,0-1-1 0 0,-1 0 1 0 0,0 0-1 0 0,1 0 0 0 0,-1 0 1 0 0,0 0-1 0 0,0 0 1 0 0,0 0-1 0 0,-1 0 0 0 0,1 0 1 0 0,-1 0-1 0 0,0 1 1 0 0,0-1-1 0 0,0 0 0 0 0,0 0 1 0 0,0 1-1 0 0,0-1 1 0 0,-1 0-1 0 0,1 1 0 0 0,-3-4 1 0 0,3 5-7 0 0,0 1-13 0 0,1-1-1 0 0,-1 1 1 0 0,1 0-1 0 0,-1-1 1 0 0,1 1-1 0 0,-1 0 1 0 0,0 0-1 0 0,1 0 1 0 0,-1-1-1 0 0,1 1 1 0 0,-1 0-1 0 0,1 0 1 0 0,-1 0-1 0 0,0 0 0 0 0,1 0 1 0 0,-1 0-1 0 0,1 0 1 0 0,-1 0-1 0 0,0 0 1 0 0,1 1-1 0 0,-1-1 1 0 0,1 0-1 0 0,-2 1 1 0 0,1-1-7 0 0,0 1 0 0 0,0-1-1 0 0,1 1 1 0 0,-1 0 0 0 0,0 0 0 0 0,1-1 0 0 0,-1 1 0 0 0,0 0 0 0 0,1 0 0 0 0,-1 0 0 0 0,1 0 0 0 0,-1 0 0 0 0,1 0 0 0 0,0 0 0 0 0,-1 0-1 0 0,1 0 1 0 0,0 0 0 0 0,-1 0 0 0 0,1 0 0 0 0,0 0 0 0 0,0 0 0 0 0,0 0 0 0 0,0 0 0 0 0,0 0 0 0 0,0 0 0 0 0,1 2 0 0 0,0-2-3 0 0,-1 1 1 0 0,1-1-1 0 0,0 0 1 0 0,0 1-1 0 0,0-1 1 0 0,0 0-1 0 0,0 1 1 0 0,1-1-1 0 0,-1 0 1 0 0,0 0-1 0 0,0 0 1 0 0,1 0 0 0 0,-1 0-1 0 0,1 0 1 0 0,-1-1-1 0 0,1 1 1 0 0,-1 0-1 0 0,1-1 1 0 0,2 1-1 0 0,10 2-9 0 0,0 0-1 0 0,0-1 0 0 0,1-1 0 0 0,27-1 1 0 0,-28-1 5 0 0,-1 1 1 0 0,1 1 0 0 0,0 0-1 0 0,0 1 1 0 0,14 4 0 0 0,-24-5 2 0 0,0 0 0 0 0,0 1 0 0 0,0 0 0 0 0,0 0-1 0 0,-1 0 1 0 0,1 0 0 0 0,0 1 0 0 0,-1 0 0 0 0,0-1 0 0 0,0 1 0 0 0,0 0 0 0 0,0 1 0 0 0,0-1 0 0 0,0 0 0 0 0,-1 1 0 0 0,0 0 0 0 0,1-1 0 0 0,-2 1 0 0 0,1 0 0 0 0,2 7 0 0 0,-3-8 13 0 0,-1 0 0 0 0,0 0 0 0 0,0 0 1 0 0,0 0-1 0 0,0 0 0 0 0,0 1 0 0 0,0-1 0 0 0,-1 0 1 0 0,0 0-1 0 0,1 0 0 0 0,-1 0 0 0 0,0 0 0 0 0,-1 0 1 0 0,1 0-1 0 0,0-1 0 0 0,-1 1 0 0 0,0 0 1 0 0,1-1-1 0 0,-4 4 0 0 0,1 0-147 0 0,-1-1-1 0 0,1 1 1 0 0,-1-1-1 0 0,0-1 1 0 0,-1 1-1 0 0,1-1 1 0 0,-7 4-1 0 0,9-6-1015 0 0,-4 1 1515 0 0,-11-13-10637 0 0</inkml:trace>
</inkml:ink>
</file>

<file path=ppt/ink/ink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2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1276 0 0,'0'0'2305'0'0,"10"-4"4371"0"0,-9 13-6289 0 0,0 0-1 0 0,-1 0 1 0 0,0 1 0 0 0,0-1-1 0 0,-3 18 1 0 0,0 16-2255 0 0,5-32 448 0 0,8-6-5917 0 0</inkml:trace>
</inkml:ink>
</file>

<file path=ppt/ink/ink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2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199 111 196 0 0,'7'-7'3874'0'0,"-6"7"-3745"0"0,-1 0-1 0 0,0-1 1 0 0,0 1 0 0 0,0 0 0 0 0,0 0-1 0 0,0 0 1 0 0,0 0 0 0 0,0-1 0 0 0,1 1 128 0 0,-1 0-128 0 0,0 0 0 0 0,0 0-1 0 0,0 0 1 0 0,0-1 0 0 0,1 1 0 0 0,-1 0-1 0 0,0 0 1 0 0,0 0 0 0 0,0 0 0 0 0,1 0-1 0 0,-1 0 1 0 0,0 0 0 0 0,0 0 0 0 0,0 0-1 0 0,1 0 1 0 0,-1 0 0 0 0,0 0 0 0 0,0 0-1 0 0,0 0 1 0 0,1 0 0 0 0,-1 0 0 0 0,0 0-1 0 0,0 0 1 0 0,0 0 0 0 0,1 0 0 0 0,-1 0 0 0 0,0 0-1 0 0,0 0 1 0 0,0 0 0 0 0,1 1 0 0 0,-1-1-1 0 0,0 0 1 0 0,0 0 0 0 0,0 0 128 0 0,0 0-128 0 0,1 1 0 0 0,-1-1 0 0 0,0 0-1 0 0,3 56 828 0 0,-5-15-5531 0 0,1-32 2350 0 0,0 8-471 0 0</inkml:trace>
  <inkml:trace contextRef="#ctx0" brushRef="#br0" timeOffset="1">577 9 336 0 0,'0'0'164'0'0,"1"-1"0"0"0,-1 0-1 0 0,1 1 1 0 0,-1-1 0 0 0,1 1-1 0 0,0-1 1 0 0,-1 1 0 0 0,1-1 0 0 0,-1 1-1 0 0,1-1 1 0 0,0 1 0 0 0,-1-1 0 0 0,1 1-1 0 0,0 0 1 0 0,0 0 0 0 0,-1-1 0 0 0,1 1-1 0 0,0 0 1 0 0,0 0 0 0 0,0 0 0 0 0,-1 0-1 0 0,1 0 1 0 0,0 0 0 0 0,0 0 0 0 0,0 0-1 0 0,-1 0 1 0 0,1 0 0 0 0,0 0-1 0 0,0 0 1 0 0,-1 1 0 0 0,1-1 0 0 0,1 1-1 0 0,27 22 2536 0 0,-20-12-2133 0 0,-1 0 0 0 0,0 1 0 0 0,8 16 0 0 0,-5-4-171 0 0,-2 1-1 0 0,0 0 1 0 0,-2 0-1 0 0,-1 1 1 0 0,-1 0-1 0 0,-1 1 0 0 0,-1-1 1 0 0,-2 0-1 0 0,-1 1 1 0 0,0 0-1 0 0,-2-1 1 0 0,-7 36-1 0 0,1-25-122 0 0,-1-1 0 0 0,-2 0 0 0 0,-1 0 0 0 0,-2-1 0 0 0,-2-1-1 0 0,0-1 1 0 0,-3 0 0 0 0,-28 39 0 0 0,22-40-188 0 0,-1-2 0 0 0,-2-1 1 0 0,0-1-1 0 0,-2-1 0 0 0,-66 44 0 0 0,51-42-1032 0 0,0-3 1 0 0,-52 21-1 0 0,28-22-2397 0 0,24-13-1958 0 0,17-6 1200 0 0</inkml:trace>
</inkml:ink>
</file>

<file path=ppt/ink/ink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2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14 428 0 0,'0'0'10679'0'0,"4"0"-10002"0"0,13 1-102 0 0,1 0 0 0 0,-1-2 0 0 0,1 0-1 0 0,18-5 1 0 0,5 1-2778 0 0,-3 2-4103 0 0</inkml:trace>
</inkml:ink>
</file>

<file path=ppt/ink/ink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3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41 344 0 0,'0'0'1148'0'0,"6"11"828"0"0,12-11-1128 0 0,-4 0-92 0 0,2-5-63 0 0,1 2-97 0 0,8 0-240 0 0,1-5-340 0 0,3 3-444 0 0,1-5-625 0 0,6 0-1139 0 0,-5 2 508 0 0</inkml:trace>
</inkml:ink>
</file>

<file path=ppt/ink/ink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3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0 9505 0 0,'-25'11'-532'0'0,"-2"3"-1500"0"0,-17 2 872 0 0,-8 0-1253 0 0,-1-3 557 0 0</inkml:trace>
</inkml:ink>
</file>

<file path=ppt/ink/ink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4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32 956 280 0 0,'-11'23'10282'0'0,"20"-44"-8301"0"0,19-53-1836 0 0,-6-9 532 0 0,19-137-1 0 0,-30 131-655 0 0,-4-1-1 0 0,-4 1 1 0 0,-11-113-1 0 0,-11 92-247 0 0,19 112 225 0 0,0 1-1 0 0,-1-1 1 0 0,1 1-1 0 0,-1-1 1 0 0,0 1-1 0 0,0-1 1 0 0,0 0 0 0 0,0 1-1 0 0,0-1 1 0 0,0 0-1 0 0,-3 3 1 0 0,-2 6-3 0 0,-14 42 3 0 0,2 0 0 0 0,2 0 0 0 0,3 2 0 0 0,-11 94 1 0 0,21-111 3 0 0,1 1 0 0 0,2-1 0 0 0,1 1 0 0 0,2 0 0 0 0,2-1 0 0 0,2 0 0 0 0,18 60 0 0 0,-22-87 7 0 0,2 1-1 0 0,-1-1 1 0 0,1 0-1 0 0,1-1 1 0 0,0 1-1 0 0,1-1 1 0 0,0 0-1 0 0,0-1 1 0 0,1 0-1 0 0,0 0 1 0 0,0-1-1 0 0,1 0 1 0 0,1 0-1 0 0,-1-1 1 0 0,14 8-1 0 0,-21-14-2 0 0,0 0 0 0 0,0-1 0 0 0,0 1-1 0 0,0 0 1 0 0,0-1 0 0 0,0 0 0 0 0,0 1-1 0 0,0-1 1 0 0,0 0 0 0 0,0 0 0 0 0,0 0-1 0 0,0-1 1 0 0,0 1 0 0 0,1 0 0 0 0,-1-1-1 0 0,0 1 1 0 0,0-1 0 0 0,-1 0 0 0 0,1 0-1 0 0,0 0 1 0 0,3-1 0 0 0,37-34-6 0 0,-4 4 25 0 0,-37 31-39 0 0,0 0 9 0 0,-1 1 0 0 0,0-1 0 0 0,0 1 0 0 0,0-1-1 0 0,1 1 1 0 0,-1 0 0 0 0,0-1 0 0 0,1 1 0 0 0,-1 0-1 0 0,0-1 1 0 0,1 1 0 0 0,-1 0 0 0 0,1-1 0 0 0,-1 1-1 0 0,0 0 1 0 0,1 0 0 0 0,-1 0 0 0 0,1-1 0 0 0,-1 1-1 0 0,1 0 1 0 0,-1 0 0 0 0,1 0 0 0 0,-1 0 0 0 0,1 0 0 0 0,-1 0-1 0 0,1 0 1 0 0,0 0 0 0 0,54 15-111 0 0,-40-10 95 0 0,-1 0 0 0 0,1-2 0 0 0,0 1 0 0 0,0-2 0 0 0,0 0 0 0 0,0-1 0 0 0,22-1 0 0 0,-14-2 29 0 0,62-9-29 0 0,-78 9 42 0 0,0 0 0 0 0,0 0 0 0 0,0 0 0 0 0,0-1 0 0 0,0 0 0 0 0,-1 0 0 0 0,1 0 0 0 0,-1-1 0 0 0,7-6 0 0 0,-11 9-4 0 0,-1 0 0 0 0,0 0 0 0 0,0 0 1 0 0,1 0-1 0 0,-1 0 0 0 0,0-1 1 0 0,0 1-1 0 0,0-1 0 0 0,-1 1 0 0 0,1 0 1 0 0,0-1-1 0 0,0 0 0 0 0,-1 1 1 0 0,1-1-1 0 0,-1 1 0 0 0,1-1 0 0 0,-1 0 1 0 0,0 1-1 0 0,0-1 0 0 0,1 0 1 0 0,-1 1-1 0 0,0-1 0 0 0,-1 0 0 0 0,1 1 1 0 0,0-1-1 0 0,0 0 0 0 0,-1 1 0 0 0,1-1 1 0 0,-1 1-1 0 0,1-1 0 0 0,-1 0 1 0 0,0 1-1 0 0,0-1 0 0 0,0 1 0 0 0,1 0 1 0 0,-1-1-1 0 0,-1 1 0 0 0,1 0 1 0 0,0-1-1 0 0,0 1 0 0 0,0 0 0 0 0,-2-1 1 0 0,-3-3-13 0 0,-1 0 1 0 0,1 0 0 0 0,-1 1-1 0 0,0-1 1 0 0,0 2-1 0 0,0-1 1 0 0,-9-2 0 0 0,-13-1-551 0 0,12 7-1328 0 0,17 1 1642 0 0,-1-1-1 0 0,1 0 0 0 0,0 0 1 0 0,-1 0-1 0 0,1 0 0 0 0,0 1 1 0 0,-1-1-1 0 0,1 0 0 0 0,-1 0 1 0 0,1 1-1 0 0,0-1 0 0 0,0 0 1 0 0,-1 1-1 0 0,1-1 0 0 0,0 0 1 0 0,-1 1-1 0 0,1-1 0 0 0,0 0 1 0 0,0 1-1 0 0,0-1 0 0 0,0 1 1 0 0,-1-1-1 0 0,1 0 0 0 0,0 1 1 0 0,0-1-1 0 0,0 1 0 0 0,0-1 1 0 0,0 1-1 0 0,0-1 0 0 0</inkml:trace>
</inkml:ink>
</file>

<file path=ppt/ink/ink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4.7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0 984 0 0,'0'0'5831'0'0,"-7"1"-5232"0"0,2 0-450 0 0,0 0 0 0 0,-1 0 0 0 0,1 0 0 0 0,0 1 0 0 0,0 0 0 0 0,0 0 0 0 0,0 0 1 0 0,1 1-1 0 0,-1 0 0 0 0,1 0 0 0 0,-1 0 0 0 0,1 0 0 0 0,0 0 0 0 0,0 1 0 0 0,0 0 0 0 0,1 0 0 0 0,-1 0 0 0 0,1 0 0 0 0,0 1 0 0 0,0-1 0 0 0,1 1 1 0 0,-1 0-1 0 0,-2 7 0 0 0,4-7-5 0 0,0-3-95 0 0,0 0 1 0 0,1 0-1 0 0,-1 0 1 0 0,1 0-1 0 0,-1 0 1 0 0,1 0-1 0 0,0 0 1 0 0,0 1-1 0 0,0-1 1 0 0,0 0-1 0 0,0 0 1 0 0,1 0-1 0 0,-1 0 1 0 0,1 0-1 0 0,-1 0 1 0 0,1 0-1 0 0,0 0 1 0 0,1 3-1 0 0,-1-3 47 0 0,7 1 89 0 0,-8-3-176 0 0,1 1 0 0 0,-1-1 0 0 0,1 0 1 0 0,0 1-1 0 0,-1-1 0 0 0,1 0 0 0 0,-1 1 0 0 0,1-1 1 0 0,-1 0-1 0 0,1 0 0 0 0,0 0 0 0 0,-1 0 0 0 0,1 0 1 0 0,-1 0-1 0 0,1 0 0 0 0,0 0 0 0 0,-1 0 0 0 0,1 0 1 0 0,0 0-1 0 0,-1 0 0 0 0,1 0 0 0 0,-1 0 0 0 0,1 0 1 0 0,0-1-1 0 0,-1 1 0 0 0,2-1 0 0 0,19-7 49 0 0,-6 2-32 0 0,1 0 0 0 0,0 1 1 0 0,0 1-1 0 0,33-5 0 0 0,-44 9-26 0 0,0 0-1 0 0,1 0 0 0 0,-1 1 1 0 0,0-1-1 0 0,1 1 1 0 0,-1 0-1 0 0,0 1 0 0 0,0-1 1 0 0,0 1-1 0 0,0 0 1 0 0,0 0-1 0 0,0 1 1 0 0,-1-1-1 0 0,1 1 0 0 0,-1 0 1 0 0,0 0-1 0 0,1 1 1 0 0,-1-1-1 0 0,-1 1 0 0 0,6 6 1 0 0,5 8 2 0 0,-2 1 1 0 0,0 0-1 0 0,-1 0 0 0 0,0 1 1 0 0,-2 1-1 0 0,-1 0 1 0 0,0 0-1 0 0,-2 0 0 0 0,0 1 1 0 0,-1 0-1 0 0,-2 1 0 0 0,3 35 1 0 0,-5-33 1 0 0,-1 0 0 0 0,-1 0 0 0 0,-1 0 0 0 0,-2 0-1 0 0,0 0 1 0 0,-1-1 0 0 0,-2 0 0 0 0,0 0 0 0 0,-2 0 0 0 0,0-1 0 0 0,-15 25 0 0 0,17-37 34 0 0,-1 0 0 0 0,1-1 0 0 0,-2 0 0 0 0,1-1 0 0 0,-2 0 0 0 0,1 0 0 0 0,-1-1 0 0 0,0 0 0 0 0,-1 0 0 0 0,0-2 0 0 0,0 1 0 0 0,-18 7 0 0 0,24-12 9 0 0,0 0 0 0 0,1-1 1 0 0,-1 1-1 0 0,0-1 1 0 0,0 0-1 0 0,0 0 1 0 0,0 0-1 0 0,-1-1 1 0 0,1 0-1 0 0,0 0 1 0 0,0 0-1 0 0,0-1 1 0 0,0 0-1 0 0,0 1 1 0 0,0-2-1 0 0,0 1 0 0 0,0-1 1 0 0,1 1-1 0 0,-1-2 1 0 0,0 1-1 0 0,1 0 1 0 0,-1-1-1 0 0,1 0 1 0 0,0 0-1 0 0,0 0 1 0 0,0 0-1 0 0,0-1 1 0 0,1 1-1 0 0,-1-1 1 0 0,1 0-1 0 0,0 0 0 0 0,0 0 1 0 0,-4-9-1 0 0,3 6-19 0 0,0-1 0 0 0,0 0 0 0 0,0-1-1 0 0,1 1 1 0 0,1-1 0 0 0,-1 1-1 0 0,1-1 1 0 0,1 0 0 0 0,0 0 0 0 0,0 0-1 0 0,0 0 1 0 0,1 0 0 0 0,1 1 0 0 0,1-11-1 0 0,0 7-69 0 0,1 1 0 0 0,1 0 0 0 0,0 0 0 0 0,0 0 0 0 0,1 1 0 0 0,0 0 0 0 0,1-1 0 0 0,0 2 0 0 0,14-17 0 0 0,-5 8-503 0 0,2 1 0 0 0,0 0 0 0 0,1 2 0 0 0,23-17 0 0 0,-11 12-2705 0 0,59-30 1 0 0,-41 28 22 0 0</inkml:trace>
</inkml:ink>
</file>

<file path=ppt/ink/ink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05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424 127 144 0 0,'8'-72'4321'0'0,"-10"28"-397"0"0,2 44-3883 0 0,0-1 0 0 0,0 1 0 0 0,0 0 0 0 0,0-1 0 0 0,0 1 0 0 0,0 0 0 0 0,0-1 0 0 0,0 1 1 0 0,0-1-1 0 0,0 1 0 0 0,0 0 0 0 0,-1-1 0 0 0,1 1 0 0 0,0 0 0 0 0,0-1 0 0 0,0 1 0 0 0,0 0 0 0 0,-1-1 0 0 0,1 1 1 0 0,0 0-1 0 0,0-1 0 0 0,-1 1 0 0 0,1 0 0 0 0,0 0 0 0 0,-1 0 0 0 0,1-1 0 0 0,0 1 0 0 0,0 0 0 0 0,-1 0 0 0 0,1 0 0 0 0,-1-1 1 0 0,1 1-1 0 0,0 0 0 0 0,-1 0 0 0 0,1 0 0 0 0,0 0 0 0 0,-1 0 0 0 0,1 0 0 0 0,-1 0 0 0 0,1 0 0 0 0,0 0 0 0 0,-1 0 1 0 0,1 0-1 0 0,0 0 0 0 0,-1 0 0 0 0,1 0 0 0 0,-1 0 0 0 0,1 0 0 0 0,0 1 0 0 0,-1-1 0 0 0,1 0 0 0 0,0 0 0 0 0,-1 0 0 0 0,1 1 1 0 0,-1-1-1 0 0,-15 11 132 0 0,1 0 0 0 0,0 1 1 0 0,1 0-1 0 0,0 2 0 0 0,0-1 1 0 0,2 2-1 0 0,-17 23 0 0 0,-65 115 494 0 0,60-87-409 0 0,2 2 0 0 0,4 1 0 0 0,2 1 1 0 0,-20 91-1 0 0,38-122-133 0 0,1 1 0 0 0,2-1 1 0 0,1 1-1 0 0,3 0 0 0 0,3 47 0 0 0,0-51-43 0 0,2 0 0 0 0,1 0 1 0 0,2-1-1 0 0,1 0 0 0 0,2-1 0 0 0,2 1 0 0 0,1-2 0 0 0,1 0 0 0 0,2-1 0 0 0,1 0 0 0 0,1-1 0 0 0,43 53 0 0 0,-29-46-67 0 0,2-3 1 0 0,1 0-1 0 0,1-2 1 0 0,2-2-1 0 0,1-2 0 0 0,1-1 1 0 0,2-2-1 0 0,1-2 1 0 0,54 23-1 0 0,-15-15-833 0 0,2-3-1 0 0,139 28 1 0 0,51-19-5849 0 0,-134-33 2795 0 0</inkml:trace>
</inkml:ink>
</file>

<file path=ppt/ink/ink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1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65 640 0 0,'0'0'14863'0'0,"3"-5"-14806"0"0,8-12-9 0 0,-9 13 45 0 0,28-16 12 0 0,-22 17-100 0 0,0-1 1 0 0,0 2-1 0 0,0-1 0 0 0,0 1 1 0 0,1 1-1 0 0,-1-1 1 0 0,0 2-1 0 0,1-1 0 0 0,0 1 1 0 0,11 1-1 0 0,5 0-53 0 0,-23-2 43 0 0,0 1 0 0 0,0 0 0 0 0,1 0 1 0 0,-1 0-1 0 0,0 0 0 0 0,0 0 0 0 0,0 0 1 0 0,0 0-1 0 0,1 1 0 0 0,-1-1 0 0 0,0 1 1 0 0,0 0-1 0 0,0 0 0 0 0,0-1 0 0 0,0 1 1 0 0,0 0-1 0 0,-1 1 0 0 0,1-1 0 0 0,0 0 1 0 0,0 0-1 0 0,-1 1 0 0 0,1-1 0 0 0,-1 1 0 0 0,1 0 1 0 0,-1-1-1 0 0,0 1 0 0 0,1 0 0 0 0,-1 0 1 0 0,0 0-1 0 0,0 0 0 0 0,-1 0 0 0 0,1 0 1 0 0,0 0-1 0 0,0 0 0 0 0,-1 0 0 0 0,0 0 1 0 0,1 0-1 0 0,-1 0 0 0 0,0 0 0 0 0,0 1 0 0 0,0-1 1 0 0,0 0-1 0 0,-1 3 0 0 0,0 3 2 0 0,-1-1-1 0 0,0 1 0 0 0,0-1 1 0 0,-1 1-1 0 0,0-1 0 0 0,0 0 0 0 0,-1 0 1 0 0,0 0-1 0 0,0 0 0 0 0,-8 9 1 0 0,-9 6 1 0 0,0 0 1 0 0,-1-2 0 0 0,-2-1-1 0 0,0-1 1 0 0,0 0 0 0 0,-34 16-1 0 0,51-30-3 0 0,3-3-1 0 0,1 1 1 0 0,-1 0-1 0 0,1 0 0 0 0,0 0 0 0 0,0 1 0 0 0,0-1 0 0 0,0 1 0 0 0,0 0 0 0 0,-3 3 0 0 0,5-5 62 0 0,122-7-785 0 0,183-32 0 0 0,-303 38 701 0 0,1 0-672 0 0,24-11-6958 0 0,-20 4 4449 0 0</inkml:trace>
</inkml:ink>
</file>

<file path=ppt/ink/ink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1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603 38 372 0 0,'0'-7'1110'0'0,"1"-23"7352"0"0,-10 42-2808 0 0,-10 17-6459 0 0,-204 293 2542 0 0,-107 142-620 0 0,318-445-940 0 0,2-5-2269 0 0</inkml:trace>
</inkml:ink>
</file>

<file path=ppt/ink/ink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2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10 380 0 0,'0'0'8309'0'0,"38"-8"-2579"0"0,-24 6-5848 0 0,6 2 264 0 0,0 1 1 0 0,0 1 0 0 0,0 1 0 0 0,25 7 0 0 0,-44-9-143 0 0,0-1 1 0 0,0 0-1 0 0,0 1 1 0 0,0-1-1 0 0,0 1 1 0 0,-1 0-1 0 0,1-1 1 0 0,0 1-1 0 0,0 0 1 0 0,0-1-1 0 0,0 1 1 0 0,-1 0 0 0 0,1 0-1 0 0,0-1 1 0 0,-1 1-1 0 0,1 0 1 0 0,-1 0-1 0 0,1 0 1 0 0,-1 0-1 0 0,1 0 1 0 0,-1 0-1 0 0,0 0 1 0 0,1 0-1 0 0,-1 0 1 0 0,0 0-1 0 0,0 0 1 0 0,0 0-1 0 0,0 2 1 0 0,-5 36 117 0 0,1-5-117 0 0,4-32-11 0 0,1 1 6 0 0,1 1 0 0 0,-1 0-1 0 0,0-1 1 0 0,1 1-1 0 0,0-1 1 0 0,-1 0 0 0 0,1 1-1 0 0,1-1 1 0 0,-1 0 0 0 0,0 0-1 0 0,1-1 1 0 0,-1 1-1 0 0,1 0 1 0 0,0-1 0 0 0,4 3-1 0 0,-3-1-1 0 0,0 0-1 0 0,0 0 0 0 0,0 0 1 0 0,0 0-1 0 0,-1 1 0 0 0,5 5 1 0 0,-7-8 6 0 0,0 0 1 0 0,-1 0 0 0 0,1 0-1 0 0,0 0 1 0 0,0 0-1 0 0,-1 1 1 0 0,1-1 0 0 0,-1 0-1 0 0,0 0 1 0 0,0 0-1 0 0,0 0 1 0 0,0 1 0 0 0,0-1-1 0 0,0 0 1 0 0,0 0 0 0 0,-1 0-1 0 0,1 0 1 0 0,-1 0-1 0 0,0 0 1 0 0,1 0 0 0 0,-1 0-1 0 0,0 0 1 0 0,0 0-1 0 0,0 0 1 0 0,-1 0 0 0 0,1 0-1 0 0,0-1 1 0 0,-1 1 0 0 0,1 0-1 0 0,-1-1 1 0 0,1 1-1 0 0,-1-1 1 0 0,0 0 0 0 0,0 1-1 0 0,1-1 1 0 0,-1 0-1 0 0,0 0 1 0 0,0 0 0 0 0,-4 1-1 0 0,-4 1-206 0 0,0 0 0 0 0,0 0 0 0 0,-1-1 0 0 0,1 0-1 0 0,0 0 1 0 0,-20-1 0 0 0,28-1-741 0 0,-10-2-805 0 0,2-9-6729 0 0</inkml:trace>
</inkml:ink>
</file>

<file path=ppt/ink/ink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2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9 24 0 0,'-13'-9'8274'0'0,"35"38"-7145"0"0,23 33-757 0 0,-24-19-130 0 0,-2 1 1 0 0,-2 1-1 0 0,-2 0 1 0 0,-2 1-1 0 0,-1 0 1 0 0,-3 1-1 0 0,-2 0 1 0 0,-2 1-1 0 0,-2-1 1 0 0,-4 60-1 0 0,-2-57-120 0 0,-2-1 0 0 0,-2 0 0 0 0,-3-1-1 0 0,-1 0 1 0 0,-2 0 0 0 0,-3-2 0 0 0,-1 1-1 0 0,-3-2 1 0 0,-1-1 0 0 0,-3 0 0 0 0,-45 64-1 0 0,47-83-56 0 0,0-1 0 0 0,-1-1 1 0 0,-1-1-1 0 0,-1-2 0 0 0,-1 0 0 0 0,-46 26 0 0 0,29-22-38 0 0,-1-2-1 0 0,-2-2 1 0 0,-80 24-1 0 0,92-41-1361 0 0,33-3 1120 0 0,0 0 1 0 0,0 0-1 0 0,1 0 1 0 0,-1-1-1 0 0,0 1 1 0 0,0 0-1 0 0,0 0 1 0 0,0-1-1 0 0,1 1 1 0 0,-1 0-1 0 0,0-1 1 0 0,0 1-1 0 0,1-1 1 0 0,-1 1-1 0 0,0-1 1 0 0,1 1-1 0 0,-1-1 1 0 0,0 0-1 0 0,1 1 1 0 0,-1-1-1 0 0,1 0 1 0 0,-1 1-1 0 0,1-1 1 0 0,-1 0-1 0 0,1 0 1 0 0,0 1-1 0 0,-1-1 1 0 0,1 0-1 0 0,0 0 1 0 0,0 0-1 0 0,-1 0 1 0 0,1 0-1 0 0,0-1 1 0 0</inkml:trace>
</inkml:ink>
</file>

<file path=ppt/ink/ink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2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45 664 0 0,'3'-3'734'0'0,"0"1"1"0"0,0-1-1 0 0,0 0 0 0 0,0 1 0 0 0,0-1 0 0 0,0 1 1 0 0,1 0-1 0 0,4-2 0 0 0,37-11 2046 0 0,-37 13-2745 0 0,0 1 0 0 0,1-1 0 0 0,0 2 0 0 0,-1-1 0 0 0,1 1 0 0 0,-1 1-1 0 0,1-1 1 0 0,9 3 0 0 0,-15-2-129 0 0,0 0 0 0 0,0 1 0 0 0,0-1 0 0 0,-1 1 0 0 0,1-1 0 0 0,0 1-1 0 0,-1 0 1 0 0,1 0 0 0 0,-1 0 0 0 0,1 0 0 0 0,-1 1 0 0 0,0-1 0 0 0,0 1-1 0 0,0-1 1 0 0,0 1 0 0 0,-1 0 0 0 0,1 0 0 0 0,-1-1 0 0 0,1 1 0 0 0,-1 0 0 0 0,0 0-1 0 0,0 1 1 0 0,-1-1 0 0 0,1 0 0 0 0,-1 0 0 0 0,1 6 0 0 0,-1-6 125 0 0,0 1 0 0 0,1-1 0 0 0,-1 0 0 0 0,1 1 0 0 0,0-1 0 0 0,0 0 0 0 0,0 0 0 0 0,0 0 0 0 0,1 0 0 0 0,-1 0 0 0 0,1 0 0 0 0,0 0 0 0 0,0 0 0 0 0,0-1 0 0 0,0 1 0 0 0,0-1 0 0 0,0 1 0 0 0,1-1 0 0 0,-1 0 0 0 0,1 0 0 0 0,0 0-1 0 0,0 0 1 0 0,-1 0 0 0 0,7 2 0 0 0,16 2-864 0 0,0-1 0 0 0,0-1 0 0 0,0-2 0 0 0,1 0 0 0 0,50-4 0 0 0,-31-1-1192 0 0</inkml:trace>
</inkml:ink>
</file>

<file path=ppt/ink/ink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3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47 240 0 0,'-21'-47'10096'0'0,"-4"53"-8882"0"0,11 0-991 0 0,1 1 1 0 0,0 1 0 0 0,1 0 0 0 0,0 1-1 0 0,0 0 1 0 0,0 0 0 0 0,1 1 0 0 0,1 1-1 0 0,-11 13 1 0 0,9-11-55 0 0,0 1-41 0 0,1-1 1 0 0,0 2-1 0 0,1 0 1 0 0,1 0-1 0 0,0 0 1 0 0,1 1-1 0 0,1 1 1 0 0,1-1 0 0 0,-8 28-1 0 0,12-35-114 0 0,1 0 0 0 0,0 0 1 0 0,0 0-1 0 0,0 0 0 0 0,1 1 0 0 0,1-1 1 0 0,-1 0-1 0 0,5 17 0 0 0,-4-20-39 0 0,1 0-1 0 0,0-1 1 0 0,1 1-1 0 0,-1-1 1 0 0,1 0 0 0 0,0 1-1 0 0,1-1 1 0 0,-1-1-1 0 0,1 1 1 0 0,0 0 0 0 0,0-1-1 0 0,0 0 1 0 0,1 0-1 0 0,7 6 1 0 0,-7-7 16 0 0,0-1 0 0 0,0 1 0 0 0,0-1 0 0 0,0 0-1 0 0,1 0 1 0 0,-1 0 0 0 0,0-1 0 0 0,1 0 0 0 0,0 0 0 0 0,-1 0 0 0 0,1-1 0 0 0,0 1 0 0 0,-1-1-1 0 0,1-1 1 0 0,0 1 0 0 0,-1-1 0 0 0,1 0 0 0 0,-1 0 0 0 0,1-1 0 0 0,-1 0 0 0 0,0 0-1 0 0,10-5 1 0 0,-6 3 45 0 0,-1-1-1 0 0,0 0 1 0 0,0-1-1 0 0,0 0 1 0 0,0 0-1 0 0,-1 0 1 0 0,0-1-1 0 0,0 0 1 0 0,-1-1-1 0 0,0 0 0 0 0,0 0 1 0 0,6-12-1 0 0,-5 4 199 0 0,-1 0 0 0 0,0 0 0 0 0,-2-1-1 0 0,1 0 1 0 0,-2 0 0 0 0,-1 0-1 0 0,0 0 1 0 0,-1 0 0 0 0,0 0 0 0 0,-2 0-1 0 0,0-1 1 0 0,-4-19 0 0 0,3 23 74 0 0,2 6-136 0 0,-1 1 0 0 0,0 0 0 0 0,-1 0-1 0 0,1 0 1 0 0,-4-8 0 0 0,4 14-529 0 0,-1-7-674 0 0,-9 27-9361 0 0</inkml:trace>
</inkml:ink>
</file>

<file path=ppt/ink/ink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3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1704 0 0,'3'-1'1020'0'0,"0"-1"0"0"0,0 1 0 0 0,0-1-1 0 0,0 0 1 0 0,0 0 0 0 0,-1 0 0 0 0,1 0-1 0 0,-1 0 1 0 0,1 0 0 0 0,-1-1 0 0 0,0 1 0 0 0,0-1-1 0 0,0 0 1 0 0,0 0 0 0 0,0 0 0 0 0,-1 0 0 0 0,1 0-1 0 0,-1 0 1 0 0,1-4 0 0 0,8-13 2590 0 0,-9 18-3548 0 0,1-5-5265 0 0,21 6-11778 0 0</inkml:trace>
</inkml:ink>
</file>

<file path=ppt/ink/ink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4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31 668 0 0,'0'0'2119'0'0,"3"-8"-423"0"0,7-14 14512 0 0,-33 123-16148 0 0,-2 2-25 0 0,-12 112 0 0 0,18-115 41 0 0,19-98-130 0 0,0 12 126 0 0,0-6-3308 0 0</inkml:trace>
</inkml:ink>
</file>

<file path=ppt/ink/ink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4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64 0 0,'19'-27'9672'0'0,"4"23"-9070"0"0,0 1 0 0 0,0 0 0 0 0,0 2-1 0 0,1 1 1 0 0,-1 0 0 0 0,39 7 0 0 0,-52-6-506 0 0,0 1 0 0 0,-1-1 1 0 0,1 1-1 0 0,-1 1 0 0 0,1 0 1 0 0,-1 0-1 0 0,0 1 0 0 0,0 0 1 0 0,16 11-1 0 0,-23-13-79 0 0,-1 0 0 0 0,1 1 1 0 0,0-1-1 0 0,0 1 0 0 0,-1-1 0 0 0,0 1 0 0 0,1-1 0 0 0,-1 1 1 0 0,0 0-1 0 0,0 0 0 0 0,-1 0 0 0 0,1 0 0 0 0,0 0 1 0 0,-1-1-1 0 0,0 1 0 0 0,0 0 0 0 0,0 0 0 0 0,0 0 0 0 0,0 0 1 0 0,-1 6-1 0 0,-17 61 212 0 0,15-62-211 0 0,-11 28 24 0 0,-2-1 1 0 0,-1 0-1 0 0,-33 49 1 0 0,12-21-2088 0 0,37-63 1729 0 0,-6 15-1924 0 0</inkml:trace>
</inkml:ink>
</file>

<file path=ppt/ink/ink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4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267 0 1220 0 0,'-3'1'7235'0'0,"-21"12"-6945"0"0,-5 10 293 0 0,0 1 1 0 0,2 2-1 0 0,-41 49 1 0 0,58-61-490 0 0,-1 0 0 0 0,2 1 0 0 0,0 1 0 0 0,0-1-1 0 0,2 2 1 0 0,0-1 0 0 0,1 1 0 0 0,0 0 0 0 0,-5 30 0 0 0,11-43-118 0 0,-1 0 1 0 0,1-1 0 0 0,-1 1 0 0 0,1-1-1 0 0,0 1 1 0 0,1 0 0 0 0,-1-1-1 0 0,1 1 1 0 0,-1-1 0 0 0,1 1-1 0 0,0-1 1 0 0,0 1 0 0 0,1-1-1 0 0,-1 1 1 0 0,1-1 0 0 0,-1 0-1 0 0,1 0 1 0 0,0 0 0 0 0,0 0 0 0 0,1 0-1 0 0,-1 0 1 0 0,1-1 0 0 0,-1 1-1 0 0,1-1 1 0 0,0 1 0 0 0,0-1-1 0 0,0 0 1 0 0,0 0 0 0 0,6 2-1 0 0,-7-3 144 0 0,5-4 27 0 0,-6 3-127 0 0,-1 0-1 0 0,1 0 1 0 0,-1 0 0 0 0,1 0-1 0 0,-1 0 1 0 0,1 0 0 0 0,-1 0-1 0 0,1 0 1 0 0,-1 0 0 0 0,1-1 0 0 0,-1 1-1 0 0,1 0 1 0 0,-1 0 0 0 0,1 0-1 0 0,-1-1 1 0 0,0 1 0 0 0,1 0-1 0 0,-1 0 1 0 0,1-1 0 0 0,-1 1-1 0 0,0 0 1 0 0,1-1 0 0 0,-1 1-1 0 0,0-1 1 0 0,1 1 0 0 0,-1-1-1 0 0,1-4 169 0 0,-1 1-1 0 0,-1-1 0 0 0,1 1 0 0 0,-1-1 1 0 0,0 1-1 0 0,0-1 0 0 0,0 1 0 0 0,0 0 0 0 0,-1-1 1 0 0,0 1-1 0 0,1 0 0 0 0,-2 0 0 0 0,1 0 1 0 0,0 0-1 0 0,-4-3 0 0 0,5 5-18 0 0,-2-2 866 0 0,2 1-2457 0 0</inkml:trace>
</inkml:ink>
</file>

<file path=ppt/ink/ink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15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9 13625 0 0,'3'-2'437'0'0,"1"1"0"0"0,0 0 0 0 0,-1 0 0 0 0,1 0 0 0 0,0 0-1 0 0,0 0 1 0 0,7 1 0 0 0,-10 7-284 0 0,0 1-1 0 0,-1 0 0 0 0,0 0 0 0 0,-1-1 1 0 0,1 1-1 0 0,-1 0 0 0 0,-1-1 1 0 0,-2 10-1 0 0,-24 67 456 0 0,17-53-387 0 0,-57 140-13 0 0,22-92-3127 0 0,33-60 21 0 0,0-1 1 0 0,-19 17-1 0 0,12-15-1554 0 0</inkml:trace>
</inkml:ink>
</file>

<file path=ppt/ink/ink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0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4 64 0 0,'-27'-4'7871'0'0,"12"8"-4195"0"0,14-2-3568 0 0,0 1 0 0 0,0-1-1 0 0,0 0 1 0 0,0 0 0 0 0,0 1 0 0 0,0-1-1 0 0,1 1 1 0 0,-1-1 0 0 0,1 1 0 0 0,-1-1-1 0 0,1 1 1 0 0,0-1 0 0 0,0 5 0 0 0,0-2-43 0 0,-1 33 460 0 0,1 0 0 0 0,6 37 1 0 0,0 47 128 0 0,-6-121-661 0 0,0 20-767 0 0,-1 0-1 0 0,-1 0 0 0 0,-9 39 1 0 0,0-44-1181 0 0,4-12-3184 0 0,-4-3 2203 0 0</inkml:trace>
</inkml:ink>
</file>

<file path=ppt/ink/ink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0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8 187 572 0 0,'-7'-38'7538'0'0,"13"32"-7311"0"0,0 1 0 0 0,0 1 0 0 0,0-1 0 0 0,1 1 0 0 0,0 0 0 0 0,0 1 0 0 0,0-1 0 0 0,11-2 0 0 0,69-17 408 0 0,-53 15-367 0 0,82-18 480 0 0,165-17 0 0 0,-216 38-933 0 0,1 2-1 0 0,0 4 1 0 0,0 2-1 0 0,78 15 0 0 0,-102-8-934 0 0,-19 4-2613 0 0</inkml:trace>
</inkml:ink>
</file>

<file path=ppt/ink/ink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1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3 808 0 0,'-6'-3'8500'0'0,"-28"273"-5491"0"0,1-12-1634 0 0,26-200-1695 0 0,6-36-8427 0 0</inkml:trace>
</inkml:ink>
</file>

<file path=ppt/ink/ink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1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0 188 788 0 0,'8'-10'502'0'0,"0"0"-1"0"0,0 1 1 0 0,1 0-1 0 0,1 0 1 0 0,-1 1-1 0 0,1 0 1 0 0,1 0 0 0 0,-1 2-1 0 0,1-1 1 0 0,0 1-1 0 0,1 1 1 0 0,19-7-1 0 0,17-5 264 0 0,86-16 0 0 0,-114 28-730 0 0,22-4 460 0 0,62-6 1 0 0,-94 14-737 0 0,0 1 0 0 0,-1-1-1 0 0,1 2 1 0 0,0-1 0 0 0,0 2 0 0 0,-1-1 0 0 0,1 1 0 0 0,0 1 0 0 0,-1-1 0 0 0,0 2 0 0 0,0-1-1 0 0,12 7 1 0 0,-15-2-3100 0 0</inkml:trace>
</inkml:ink>
</file>

<file path=ppt/ink/ink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1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1112 0 0,'0'0'2920'0'0,"1"1"-2740"0"0,0 0 0 0 0,0-1-1 0 0,0 1 1 0 0,0-1-1 0 0,0 1 1 0 0,0-1 0 0 0,0 0-1 0 0,0 0 1 0 0,1 1-1 0 0,-1-1 1 0 0,0 0 0 0 0,0 0-1 0 0,0 0 1 0 0,0 0-1 0 0,1 0 1 0 0,-1 0-1 0 0,0 0 1 0 0,2-1 0 0 0,44-18 1687 0 0,95-26 0 0 0,-74 30-3546 0 0,-2 5-3579 0 0</inkml:trace>
</inkml:ink>
</file>

<file path=ppt/ink/ink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2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32 348 0 0,'0'0'2679'0'0,"-2"6"-1331"0"0,7-5 2630 0 0,54-10-2968 0 0,30-4-1766 0 0,-30 2-3622 0 0,-35 6 1997 0 0</inkml:trace>
</inkml:ink>
</file>

<file path=ppt/ink/ink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2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51 1216 0 0,'-11'-25'2392'0'0,"-2"0"7124"0"0,18 44-5806 0 0,26 64-2613 0 0,-10-26-1121 0 0,27 105 1 0 0,-35-108-4084 0 0,-10-41-3434 0 0</inkml:trace>
</inkml:ink>
</file>

<file path=ppt/ink/ink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2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1328 0 0,'0'0'4499'0'0,"2"-3"-3675"0"0,3-1-587 0 0,0 0-1 0 0,0 0 0 0 0,0 1 0 0 0,0-1 0 0 0,0 1 1 0 0,1 0-1 0 0,0 0 0 0 0,-1 1 0 0 0,1 0 1 0 0,0 0-1 0 0,0 0 0 0 0,12-1 0 0 0,86-9 689 0 0,-85 11-706 0 0,41-4-737 0 0,1 2 0 0 0,-1 3 0 0 0,61 8-1 0 0,-84 4-3834 0 0,-22-5 1857 0 0</inkml:trace>
  <inkml:trace contextRef="#ctx0" brushRef="#br0" timeOffset="1">16 536 560 0 0,'-1'1'91'0'0,"1"-1"-1"0"0,0 1 1 0 0,-1-1 0 0 0,1 1 0 0 0,0-1-1 0 0,0 1 1 0 0,0-1 0 0 0,0 1-1 0 0,0-1 1 0 0,-1 1 0 0 0,1 0 0 0 0,0-1-1 0 0,0 1 1 0 0,0-1 0 0 0,0 1-1 0 0,1-1 1 0 0,-1 1 0 0 0,0-1 0 0 0,0 1-1 0 0,0 0 1 0 0,0-1 0 0 0,0 1-1 0 0,1-1 1 0 0,-1 1 0 0 0,0-1 0 0 0,1 1-1 0 0,-1-1 1 0 0,0 0 0 0 0,1 1-1 0 0,-1-1 1 0 0,0 1 0 0 0,1-1-1 0 0,-1 0 1 0 0,1 1 0 0 0,-1-1 0 0 0,1 0-1 0 0,-1 1 1 0 0,0-1 0 0 0,1 0-1 0 0,-1 0 1 0 0,1 1 0 0 0,0-1 0 0 0,-1 0-1 0 0,1 0 1 0 0,-1 0 0 0 0,1 0-1 0 0,-1 0 1 0 0,1 0 0 0 0,-1 0 0 0 0,1 0-1 0 0,0 0 1 0 0,0 0 0 0 0,35 0 613 0 0,259-56 52 0 0,-100 5-4621 0 0,-147 35 2198 0 0</inkml:trace>
</inkml:ink>
</file>

<file path=ppt/ink/ink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3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15 860 0 0,'-14'-11'4032'0'0,"2"8"4054"0"0,13 5-8090 0 0,33 166 2440 0 0,-29-110-3897 0 0,-7 0-3291 0 0,1-53 1272 0 0,-2 4 263 0 0</inkml:trace>
</inkml:ink>
</file>

<file path=ppt/ink/ink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3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31 740 0 0,'0'0'1284'0'0,"3"-3"-116"0"0,2 0-906 0 0,0-1 0 0 0,0 1 0 0 0,1 0 0 0 0,-1 1 0 0 0,1-1 1 0 0,0 1-1 0 0,-1 0 0 0 0,1 1 0 0 0,0-1 0 0 0,0 1 0 0 0,0 1 1 0 0,0-1-1 0 0,0 1 0 0 0,0 0 0 0 0,0 0 0 0 0,10 2 0 0 0,8 0 395 0 0,1 2 0 0 0,44 12-1 0 0,-55-12-509 0 0,-1 1 0 0 0,1 1 0 0 0,-1 0 0 0 0,0 1-1 0 0,-1 0 1 0 0,0 1 0 0 0,0 1 0 0 0,0-1 0 0 0,-1 2-1 0 0,-1 0 1 0 0,0 0 0 0 0,12 16 0 0 0,-17-20-100 0 0,-1 0 0 0 0,0 0 1 0 0,0 0-1 0 0,0 1 0 0 0,-1 0 0 0 0,0 0 1 0 0,-1-1-1 0 0,1 2 0 0 0,-1-1 1 0 0,-1 0-1 0 0,1 0 0 0 0,-1 1 0 0 0,-1-1 1 0 0,1 1-1 0 0,-1-1 0 0 0,0 1 0 0 0,-1-1 1 0 0,0 0-1 0 0,0 1 0 0 0,-1-1 0 0 0,0 0 1 0 0,0 0-1 0 0,0 0 0 0 0,-1 0 1 0 0,-6 12-1 0 0,2-9 9 0 0,0 0 1 0 0,0 0 0 0 0,-1 0-1 0 0,0-1 1 0 0,-1 0 0 0 0,0 0-1 0 0,0-1 1 0 0,-1-1-1 0 0,0 1 1 0 0,-1-2 0 0 0,-17 10-1 0 0,-10 1 318 0 0,0-2 1 0 0,-47 12-1 0 0,-5 2 372 0 0,70-24-1361 0 0</inkml:trace>
</inkml:ink>
</file>

<file path=ppt/ink/ink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3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1344 0 0,'2'-7'10218'0'0,"12"62"-9123"0"0,-2 1 1 0 0,-2 0-1 0 0,3 93 0 0 0,-22-95-2339 0 0,9-52 738 0 0,-8 3-564 0 0</inkml:trace>
</inkml:ink>
</file>

<file path=ppt/ink/ink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4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1 149 504 0 0,'2'-3'435'0'0,"-1"0"-1"0"0,2-1 1 0 0,-1 1-1 0 0,0 0 1 0 0,0 0-1 0 0,1 0 0 0 0,0 0 1 0 0,0 0-1 0 0,0 1 1 0 0,0-1-1 0 0,0 1 1 0 0,0 0-1 0 0,4-3 1 0 0,52-26 1578 0 0,-51 27-1665 0 0,23-11 600 0 0,1 2 1 0 0,63-18-1 0 0,-81 27-1182 0 0,1 1-1 0 0,-1 1 1 0 0,0 0-1 0 0,1 1 1 0 0,-1 0 0 0 0,1 1-1 0 0,-1 1 1 0 0,1 0-1 0 0,23 6 1 0 0,-20 2-4431 0 0</inkml:trace>
  <inkml:trace contextRef="#ctx0" brushRef="#br0" timeOffset="1">63 346 1024 0 0,'0'0'6453'0'0,"39"-3"-5781"0"0,-20-2-104 0 0,10-2-124 0 0,-3-2-180 0 0,4 6-208 0 0,-2-2-248 0 0,1-2-252 0 0,9-2-360 0 0,-8 2-536 0 0,-2 0-1457 0 0,-1-4 649 0 0</inkml:trace>
</inkml:ink>
</file>

<file path=ppt/ink/ink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4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69 1036 0 0,'0'-66'8256'0'0,"-1"64"-7096"0"0,-1 3-1096 0 0,1-1 0 0 0,-1 1 0 0 0,0 0 0 0 0,1 1 0 0 0,-1-1 0 0 0,1 0 1 0 0,-1 0-1 0 0,1 1 0 0 0,0-1 0 0 0,-1 1 0 0 0,-1 2 0 0 0,1 0 55 0 0,-37 38 173 0 0,3 2 0 0 0,1 2 0 0 0,3 1 0 0 0,2 2 0 0 0,2 1 0 0 0,-34 81 0 0 0,35-68-130 0 0,2 2 1 0 0,4 0-1 0 0,2 2 0 0 0,-16 103 1 0 0,32-144-123 0 0,1 1-1 0 0,0 0 1 0 0,2-1 0 0 0,2 1 0 0 0,0 0-1 0 0,2-1 1 0 0,0 1 0 0 0,2-1 0 0 0,1 0-1 0 0,1-1 1 0 0,1 0 0 0 0,2 0 0 0 0,0-1-1 0 0,27 42 1 0 0,-16-37-77 0 0,1 0 0 0 0,1-1 0 0 0,1-2-1 0 0,2 0 1 0 0,0-2 0 0 0,2-1 0 0 0,1-1 0 0 0,0-2-1 0 0,2-1 1 0 0,46 21 0 0 0,-32-20-700 0 0,0-2-1 0 0,78 18 1 0 0,-65-23-2375 0 0,108 8 1 0 0,-74-17-237 0 0</inkml:trace>
</inkml:ink>
</file>

<file path=ppt/ink/ink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5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 1168 0 0,'0'0'1188'0'0,"-3"-1"-1440"0"0,-7-1 4613 0 0,2 1 136 0 0,7 3-2591 0 0,4 2-2075 0 0,0 0 0 0 0,1-1 0 0 0,-1 0 0 0 0,1 0 1 0 0,0 0-1 0 0,-1 0 0 0 0,1 0 0 0 0,0-1 0 0 0,1 0 0 0 0,-1 0 0 0 0,0 0 1 0 0,1 0-1 0 0,-1-1 0 0 0,10 3 0 0 0,-8-4 190 0 0,-1 1 0 0 0,1 0-1 0 0,0 0 1 0 0,-1 0 0 0 0,1 1 0 0 0,-1 0-1 0 0,1 0 1 0 0,-1 0 0 0 0,0 1 0 0 0,0 0 0 0 0,0 0-1 0 0,0 0 1 0 0,8 8 0 0 0,30 17-6044 0 0,-28-23 3436 0 0</inkml:trace>
</inkml:ink>
</file>

<file path=ppt/ink/ink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6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66 1160 0 0,'9'-26'12068'0'0,"-14"27"-11985"0"0,-1 0-1 0 0,1 1 1 0 0,0-1 0 0 0,-1 1-1 0 0,1 1 1 0 0,0-1 0 0 0,0 1-1 0 0,1 0 1 0 0,-1 0 0 0 0,0 0 0 0 0,1 1-1 0 0,0-1 1 0 0,0 1 0 0 0,0 0-1 0 0,0 1 1 0 0,-3 5 0 0 0,-15 16 245 0 0,-23 38 0 0 0,39-55-213 0 0,0 1 0 0 0,1 0-1 0 0,0 0 1 0 0,-5 17 0 0 0,9-23-103 0 0,-1-1 1 0 0,2 1-1 0 0,-1 0 1 0 0,0 0-1 0 0,1 0 1 0 0,0 0-1 0 0,0-1 0 0 0,0 1 1 0 0,0 0-1 0 0,0 0 1 0 0,1 0-1 0 0,0 0 1 0 0,0-1-1 0 0,0 1 1 0 0,0 0-1 0 0,3 5 0 0 0,-3-8-31 0 0,1 1-1 0 0,-1 0 0 0 0,1-1 0 0 0,0 1 0 0 0,-1-1 0 0 0,1 0 0 0 0,0 1 0 0 0,0-1 1 0 0,0 0-1 0 0,0 0 0 0 0,0 0 0 0 0,0-1 0 0 0,0 1 0 0 0,0 0 0 0 0,0-1 0 0 0,0 1 0 0 0,0-1 1 0 0,1 0-1 0 0,-1 0 0 0 0,0 1 0 0 0,0-2 0 0 0,0 1 0 0 0,1 0 0 0 0,-1 0 0 0 0,0-1 0 0 0,0 1 1 0 0,0-1-1 0 0,0 1 0 0 0,0-1 0 0 0,0 0 0 0 0,0 0 0 0 0,3-2 0 0 0,4-1-74 0 0,0 0-1 0 0,-1-1 0 0 0,1 0 0 0 0,-1 0 1 0 0,-1-1-1 0 0,9-7 0 0 0,-8 5 56 0 0,-1-1 1 0 0,1 1-1 0 0,-2-2 0 0 0,1 1 0 0 0,-1-1 1 0 0,-1 0-1 0 0,1 0 0 0 0,-2-1 0 0 0,0 1 1 0 0,0-1-1 0 0,2-12 0 0 0,-5 21 73 0 0,-1-10 44 0 0,0 12-82 0 0,0 0 1 0 0,-1-1 0 0 0,1 1-1 0 0,0 0 1 0 0,0 0-1 0 0,0-1 1 0 0,0 1 0 0 0,0 0-1 0 0,0 0 1 0 0,0-1-1 0 0,0 1 1 0 0,0 0-1 0 0,0 0 1 0 0,0-1 0 0 0,0 1-1 0 0,0 0 1 0 0,0 0-1 0 0,0-1 1 0 0,0 1 0 0 0,1 0-1 0 0,-1 0 1 0 0,0-1-1 0 0,0 1 1 0 0,0 0 0 0 0,0 0-1 0 0,0 0 1 0 0,1-1-1 0 0,-1 1 1 0 0,0 0 0 0 0,0 0-1 0 0,0 0 1 0 0,1 0-1 0 0,-1-1 1 0 0,0 1 0 0 0,0 0-1 0 0,0 0 1 0 0,1 0-1 0 0,-1 0 1 0 0,0 0 0 0 0,0 0-1 0 0,1 0 1 0 0,-1 0-1 0 0,0 0 1 0 0,0 0 0 0 0,1 0-1 0 0,-1 0 1 0 0,0 0-1 0 0,1 0 1 0 0,7 4-57 0 0,0 1 0 0 0,0-1 0 0 0,0-1 0 0 0,1 1 0 0 0,0-1-1 0 0,-1-1 1 0 0,1 0 0 0 0,0 0 0 0 0,0-1 0 0 0,17 1 0 0 0,-21-2 59 0 0,-1-1 0 0 0,1 1 0 0 0,-1-1 0 0 0,1 0 0 0 0,-1 0 0 0 0,1 0 0 0 0,-1-1 0 0 0,1 0 0 0 0,-1 0 0 0 0,0 0 0 0 0,0 0 0 0 0,0 0 0 0 0,0-1 0 0 0,-1 0 0 0 0,1 0 0 0 0,-1 0 0 0 0,1 0-1 0 0,-1-1 1 0 0,0 1 0 0 0,0-1 0 0 0,-1 1 0 0 0,1-1 0 0 0,-1 0 0 0 0,3-5 0 0 0,2-5 147 0 0,-1 3 362 0 0,0-1 1 0 0,-1 1 0 0 0,0-1 0 0 0,-1 0-1 0 0,6-22 1 0 0,-39 354-217 0 0,-2 145-33 0 0,43-221-100 0 0,-12-233 999 0 0,-1-12-443 0 0,-2-27-204 0 0,-1-45-301 0 0,9 6-311 0 0,4 0 0 0 0,3 1 0 0 0,2 0 0 0 0,4 1-1 0 0,2 0 1 0 0,50-108 0 0 0,-60 152 22 0 0,0 1-1 0 0,2 0 1 0 0,0 1-1 0 0,2 0 1 0 0,0 1-1 0 0,32-33 1 0 0,-39 45 37 0 0,-1 0 0 0 0,1 0 0 0 0,0 0 0 0 0,1 1 0 0 0,0 0 0 0 0,-1 0 0 0 0,2 1 0 0 0,-1 0 0 0 0,0 0 1 0 0,1 1-1 0 0,-1 0 0 0 0,1 1 0 0 0,0 0 0 0 0,0 0 0 0 0,0 1 0 0 0,0 0 0 0 0,1 1 0 0 0,-1 0 0 0 0,0 0 0 0 0,11 2 0 0 0,-16-1 25 0 0,0 0 0 0 0,0 0 0 0 0,0 1 0 0 0,0-1 0 0 0,-1 1 0 0 0,1 0 0 0 0,0 0 0 0 0,-1 0 0 0 0,0 0 0 0 0,1 1 0 0 0,-1-1 0 0 0,0 1 0 0 0,0 0 0 0 0,0 0 0 0 0,-1 0 0 0 0,1 1 0 0 0,-1-1 0 0 0,0 0 0 0 0,1 1 0 0 0,-2 0 0 0 0,1-1 0 0 0,0 1 0 0 0,-1 0 0 0 0,0 0 0 0 0,1 0 0 0 0,-2 0 0 0 0,1 0-1 0 0,0 0 1 0 0,-1 0 0 0 0,0 0 0 0 0,0 0 0 0 0,0 1 0 0 0,0-1 0 0 0,-1 0 0 0 0,1 0 0 0 0,-1 0 0 0 0,0 0 0 0 0,-1 0 0 0 0,1 0 0 0 0,0-1 0 0 0,-1 1 0 0 0,0 0 0 0 0,0-1 0 0 0,0 1 0 0 0,-1-1 0 0 0,1 1 0 0 0,-1-1 0 0 0,0 0 0 0 0,-3 3 0 0 0,-7 6-152 0 0,-1-1 1 0 0,-1-1 0 0 0,0 0-1 0 0,0 0 1 0 0,-1-2-1 0 0,0 0 1 0 0,-34 12-1 0 0,49-20 81 0 0,1 0-1 0 0,0 0 1 0 0,0 0-1 0 0,-1 1 1 0 0,1-1-1 0 0,0 0 0 0 0,0 0 1 0 0,-1 0-1 0 0,1 0 1 0 0,0 0-1 0 0,0 0 1 0 0,-1 1-1 0 0,1-1 0 0 0,0 0 1 0 0,-1 0-1 0 0,1 0 1 0 0,0 0-1 0 0,0 0 1 0 0,-1 0-1 0 0,1 0 0 0 0,0 0 1 0 0,-1 0-1 0 0,1 0 1 0 0,0-1-1 0 0,-1 1 0 0 0,1 0 1 0 0,0 0-1 0 0,0 0 1 0 0,-1 0-1 0 0,1 0 1 0 0,0 0-1 0 0,0-1 0 0 0,-1 1 1 0 0,1 0-1 0 0,0 0 1 0 0,0 0-1 0 0,-1-1 1 0 0,1 1-1 0 0,0 0 0 0 0,0 0 1 0 0,0-1-1 0 0,0 1 1 0 0,-1 0-1 0 0,1 0 1 0 0,0-1-1 0 0,0 1 0 0 0,0 0 1 0 0,0 0-1 0 0,0-1 1 0 0,0 1-1 0 0,0 0 1 0 0,0-1-1 0 0,0 1 0 0 0,0 0 1 0 0,0-1-1 0 0,0 1 1 0 0,5-17-4734 0 0,-4 15 5018 0 0,7-14-3589 0 0</inkml:trace>
</inkml:ink>
</file>

<file path=ppt/ink/ink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7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0 404 0 0,'0'4'789'0'0,"6"154"4094"0"0,-12 84-1738 0 0,0-10-1137 0 0,6-220-1882 0 0,0 15 275 0 0,0 1 1 0 0,-2 0 0 0 0,-6 30-1 0 0,7-56-112 0 0,1-1-257 0 0,0-1 1 0 0,1 0-1 0 0,-1 0 0 0 0,0 0 1 0 0,0 0-1 0 0,0 0 1 0 0,0 1-1 0 0,0-1 0 0 0,0 0 1 0 0,0 0-1 0 0,0 0 1 0 0,0 1-1 0 0,1-1 0 0 0,-1 0 1 0 0,0 0-1 0 0,0 0 1 0 0,0 1-1 0 0,0-1 0 0 0,0 0 1 0 0,0 0-1 0 0,0 0 0 0 0,0 1 1 0 0,0-1-1 0 0,0 0 1 0 0,-1 0-1 0 0,1 0 0 0 0,0 1 1 0 0,0-1-1 0 0,0 0 1 0 0,0 0-1 0 0,0 0 0 0 0,0 0 1 0 0,0 1-1 0 0,0-1 1 0 0,-1 0-1 0 0,1 0 0 0 0,0 0 1 0 0,0 0-1 0 0,0 0 1 0 0,0 1-1 0 0,0-1 0 0 0,-1 0 1 0 0,1 0-1 0 0,0 0 1 0 0,0 0-1 0 0,0 0 0 0 0,-1 0 1 0 0,1 0-1 0 0,0 0 0 0 0,0 0 1 0 0,0 0-1 0 0,-1 0 1 0 0,1 0-1 0 0,0 0 0 0 0,0 0 1 0 0,0 0-1 0 0,-1 0 1 0 0,1 0-1 0 0,0 0 0 0 0,-5-7 33 0 0,0-1-1 0 0,0-1 0 0 0,1 1 0 0 0,1 0 0 0 0,-1-1 0 0 0,1 0 0 0 0,1 0 0 0 0,0 0 1 0 0,0 0-1 0 0,1 0 0 0 0,0 0 0 0 0,0-1 0 0 0,1 1 0 0 0,0 0 0 0 0,3-19 1 0 0,1-3-46 0 0,2-1 1 0 0,1 1-1 0 0,15-44 0 0 0,-14 55-18 0 0,0 1 0 0 0,1 0-1 0 0,1 1 1 0 0,0 0 0 0 0,24-30-1 0 0,-29 42-6 0 0,-1 0-1 0 0,1 1 0 0 0,0-1 0 0 0,0 1 0 0 0,1 0 1 0 0,0 1-1 0 0,0-1 0 0 0,0 1 0 0 0,0 0 0 0 0,1 1 1 0 0,-1-1-1 0 0,1 1 0 0 0,0 1 0 0 0,0-1 0 0 0,0 1 1 0 0,0 0-1 0 0,0 1 0 0 0,1 0 0 0 0,12-1 0 0 0,-16 2 2 0 0,-1 0 0 0 0,0 1 0 0 0,1-1 0 0 0,-1 1 0 0 0,0-1 0 0 0,0 1-1 0 0,1 0 1 0 0,-1 0 0 0 0,0 1 0 0 0,0-1 0 0 0,0 1 0 0 0,0-1-1 0 0,-1 1 1 0 0,1 0 0 0 0,0 0 0 0 0,-1 0 0 0 0,1 0 0 0 0,-1 1-1 0 0,0-1 1 0 0,1 1 0 0 0,-1-1 0 0 0,-1 1 0 0 0,1 0 0 0 0,0 0-1 0 0,0 0 1 0 0,-1 0 0 0 0,0 0 0 0 0,2 6 0 0 0,-2-5-5 0 0,-1 1 1 0 0,1-1-1 0 0,-1 1 1 0 0,-1-1-1 0 0,1 1 1 0 0,0-1-1 0 0,-1 1 1 0 0,0-1-1 0 0,0 0 1 0 0,0 1-1 0 0,-1-1 1 0 0,0 0-1 0 0,1 0 1 0 0,-1 0-1 0 0,-1 0 1 0 0,1 0-1 0 0,-1 0 1 0 0,1-1-1 0 0,-1 1 1 0 0,0-1-1 0 0,-4 4 1 0 0,-47 37-1512 0 0,13-23-6790 0 0</inkml:trace>
</inkml:ink>
</file>

<file path=ppt/ink/ink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7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1 419 192 0 0,'0'0'1788'0'0,"4"-3"-953"0"0,12-10 2 0 0,-1-1 1 0 0,0 0-1 0 0,-1-2 0 0 0,-1 1 0 0 0,0-2 1 0 0,-1 1-1 0 0,16-31 0 0 0,-10 14 89 0 0,-2-1 0 0 0,-1 0-1 0 0,15-54 1 0 0,-28 76-306 0 0,0 0 0 0 0,-1 1 1 0 0,-1-19-1 0 0,0 28-136 0 0,0 1-379 0 0,0-6-56 0 0,-3 9 284 0 0,-6 16-296 0 0,1 1 0 0 0,0 1 0 0 0,2-1 0 0 0,0 1 0 0 0,1 0 0 0 0,1 1 0 0 0,1-1 0 0 0,1 1 0 0 0,1-1 0 0 0,1 1 0 0 0,0 0 0 0 0,5 23 1 0 0,-4-32-38 0 0,2-1 1 0 0,-1 0 0 0 0,2-1 0 0 0,-1 1 0 0 0,2 0 0 0 0,-1-1 0 0 0,10 16-1 0 0,-11-23-13 0 0,-1 0-1 0 0,1 1 1 0 0,-1-1-1 0 0,1-1 1 0 0,0 1-1 0 0,0 0 1 0 0,1-1-1 0 0,-1 1 0 0 0,0-1 1 0 0,1 0-1 0 0,-1 0 1 0 0,1 0-1 0 0,0-1 1 0 0,0 1-1 0 0,-1-1 1 0 0,1 0-1 0 0,0 0 0 0 0,0 0 1 0 0,0-1-1 0 0,0 1 1 0 0,0-1-1 0 0,1 0 1 0 0,-1 0-1 0 0,6-2 1 0 0,-1 1 20 0 0,0 0 0 0 0,0-1 1 0 0,-1-1-1 0 0,1 1 0 0 0,0-1 1 0 0,-1-1-1 0 0,0 0 1 0 0,0 0-1 0 0,0 0 0 0 0,-1-1 1 0 0,1 0-1 0 0,-1-1 0 0 0,9-8 1 0 0,-15 13 631 0 0,-16 42-474 0 0,15-39-250 0 0,10 18-405 0 0,-7-18 438 0 0,1-1 0 0 0,0 1 1 0 0,0-1-1 0 0,0 0 0 0 0,0 0 0 0 0,0 0 0 0 0,0-1 0 0 0,0 1 0 0 0,0-1 0 0 0,0 0 0 0 0,1 0 1 0 0,3-1-1 0 0,58-10-354 0 0,-25 3 175 0 0,-26 6 169 0 0,0 0-48 0 0,1 0 0 0 0,0 0 0 0 0,0 2 0 0 0,0 0 1 0 0,0 1-1 0 0,25 4 0 0 0,-39-4 84 0 0,-1-1 24 0 0,-1 0-1 0 0,0 0 1 0 0,1 0 0 0 0,-1 0 0 0 0,0 1-1 0 0,1-1 1 0 0,-1 0 0 0 0,0 0-1 0 0,1 0 1 0 0,-1 1 0 0 0,0-1 0 0 0,0 0-1 0 0,1 0 1 0 0,-1 1 0 0 0,0-1-1 0 0,0 0 1 0 0,1 1 0 0 0,-1-1 0 0 0,0 0-1 0 0,0 1 1 0 0,0-1 0 0 0,0 0-1 0 0,0 1 1 0 0,0-1 0 0 0,1 0-1 0 0,-1 1 1 0 0,0-1 0 0 0,0 1 0 0 0,0-1-1 0 0,0 0 1 0 0,0 1 0 0 0,0-1-1 0 0,0 0 1 0 0,-1 1 0 0 0,1-1 0 0 0,0 0-1 0 0,0 1 1 0 0,0-1 0 0 0,0 0-1 0 0,0 1 1 0 0,0-1 0 0 0,-1 0 0 0 0,1 1-1 0 0,0-1 1 0 0,0 0 0 0 0,-1 1-1 0 0,1-1 1 0 0,0 1 0 0 0,-10 16-9 0 0,10-17-1 0 0,-26 27-1635 0 0,17-21-6173 0 0</inkml:trace>
</inkml:ink>
</file>

<file path=ppt/ink/ink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8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1 276 0 0,'0'0'6108'0'0,"14"1"-2920"0"0,-11 8-2668 0 0,-1 1-1 0 0,-1 0 1 0 0,0 0 0 0 0,0 1-1 0 0,-1-1 1 0 0,0 0-1 0 0,-1 0 1 0 0,-3 18 0 0 0,5 3-3071 0 0,-1-30 2413 0 0,0-1 0 0 0,0 1 0 0 0,0-1 0 0 0,0 1 1 0 0,0-1-1 0 0,0 0 0 0 0,1 1 0 0 0,-1-1 0 0 0,0 1 0 0 0,0-1 0 0 0,0 1 1 0 0,1-1-1 0 0,-1 0 0 0 0,0 1 0 0 0,0-1 0 0 0,1 0 0 0 0,-1 1 0 0 0,0-1 0 0 0,1 0 1 0 0,-1 1-1 0 0,0-1 0 0 0,1 0 0 0 0,-1 0 0 0 0,1 0 0 0 0,-1 1 0 0 0,0-1 0 0 0,1 0 1 0 0,-1 0-1 0 0,1 0 0 0 0,-1 0 0 0 0,1 0 0 0 0,-1 1 0 0 0,1-1 0 0 0,-1 0 0 0 0,1 0 1 0 0,-1 0-1 0 0,0-1 0 0 0,1 1 0 0 0,-1 0 0 0 0,1 0 0 0 0,-1 0 0 0 0,1 0 0 0 0,-1 0 1 0 0,1 0-1 0 0,-1-1 0 0 0,0 1 0 0 0,1 0 0 0 0,-1 0 0 0 0,0 0 0 0 0,1-1 1 0 0,-1 1-1 0 0,1 0 0 0 0,-1-1 0 0 0,1 0 0 0 0,11-9-2177 0 0</inkml:trace>
</inkml:ink>
</file>

<file path=ppt/ink/ink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28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4600 0 0,'8'-4'448'0'0,"1"-1"-1"0"0,-1 0 0 0 0,0-1 0 0 0,8-7 0 0 0,-8 7 907 0 0,-7 5-674 0 0,0 1-507 0 0,0 0 1 0 0,0 0-1 0 0,0 0 0 0 0,0 0 0 0 0,0 1 0 0 0,-1-1 1 0 0,1 0-1 0 0,0 0 0 0 0,0 1 0 0 0,0-1 0 0 0,0 1 1 0 0,-1-1-1 0 0,1 1 0 0 0,0-1 0 0 0,0 1 0 0 0,-1 0 1 0 0,1-1-1 0 0,0 1 0 0 0,-1 0 0 0 0,1-1 0 0 0,-1 1 1 0 0,1 0-1 0 0,-1 0 0 0 0,1 1 0 0 0,7 30 330 0 0,-11 38-7640 0 0,2-66 6088 0 0,-1 13-2056 0 0</inkml:trace>
  <inkml:trace contextRef="#ctx0" brushRef="#br0" timeOffset="1">496 593 1184 0 0,'0'0'2008'0'0,"-1"17"4022"0"0,0-9-5360 0 0,0 0 1 0 0,-1 0-1 0 0,-1 0 1 0 0,1 0-1 0 0,-1-1 1 0 0,-7 14 0 0 0,2-9-520 0 0,0 1 0 0 0,0-1 0 0 0,-13 12 0 0 0,-8 6-3947 0 0,-53 42 1 0 0,74-66 2879 0 0,-17 16-2469 0 0</inkml:trace>
</inkml:ink>
</file>

<file path=ppt/ink/ink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2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52 412 0 0,'0'0'1744'0'0,"1"-8"-1160"0"0,-2 2 3707 0 0,-2-20 4965 0 0,3 25-9181 0 0,0 1-1 0 0,1 0 1 0 0,-1 0 0 0 0,1 0 0 0 0,-1 0 0 0 0,0 0 0 0 0,1-1-1 0 0,-1 1 1 0 0,0 0 0 0 0,1 0 0 0 0,-1-1 0 0 0,0 1 0 0 0,1 0-1 0 0,-1 0 1 0 0,0-1 0 0 0,0 1 0 0 0,1 0 0 0 0,-1-1 0 0 0,0 1-1 0 0,0 0 1 0 0,0-1 0 0 0,1 1 0 0 0,-1-1 0 0 0,0 1 0 0 0,0 0-1 0 0,0-1 1 0 0,0 1 0 0 0,0-1 0 0 0,0 0 0 0 0,0 1-72 0 0,0 0 0 0 0,0 0 0 0 0,0 0 0 0 0,0 0 0 0 0,0-1 0 0 0,-1 1 0 0 0,1 0 0 0 0,0 0 0 0 0,0 0 0 0 0,0 0 0 0 0,0 0 0 0 0,0 0 0 0 0,-1 0 0 0 0,1 0 0 0 0,0 0 0 0 0,0-1 0 0 0,0 1 0 0 0,0 0 0 0 0,-1 0 0 0 0,1 0 0 0 0,0 0 0 0 0,0 0 0 0 0,0 0 0 0 0,-1 0 0 0 0,1 0 0 0 0,0 0 0 0 0,0 0 0 0 0,0 0 0 0 0,0 0 0 0 0,-1 1 0 0 0,1-1 0 0 0,0 0 0 0 0,0 0-1 0 0,0 0 1 0 0,0 0 0 0 0,-1 0 0 0 0,1 0 0 0 0,0 0 0 0 0,0 0 0 0 0,0 0 0 0 0,0 1 0 0 0,0-1 0 0 0,0 0 0 0 0,-1 0 0 0 0,1 0 0 0 0,0 0 0 0 0,0 0 0 0 0,0 1 0 0 0,0-1 0 0 0,0 0 0 0 0,0 0 0 0 0,0 0 0 0 0,0 0 0 0 0,0 1 0 0 0,0-1 0 0 0,0 0 0 0 0,0 0 0 0 0,0 0 0 0 0,0 0 0 0 0,0 1 0 0 0,0-1 0 0 0,0 0 0 0 0,0 0 0 0 0,-5 26 390 0 0,-1 48 437 0 0,4-47-675 0 0,-8 276-90 0 0,10-299-50 0 0,-2-1-118 0 0,1 0 0 0 0,0 0 0 0 0,1 0 1 0 0,-1 0-1 0 0,0 1 0 0 0,1-1 1 0 0,0 0-1 0 0,0 0 0 0 0,0 0 1 0 0,0 0-1 0 0,0 1 0 0 0,0-1 1 0 0,1 0-1 0 0,0 0 0 0 0,1 6 1 0 0,-1-8-149 0 0,-1 0-319 0 0,9-26-5782 0 0,1-7 713 0 0,-8 15 2417 0 0</inkml:trace>
</inkml:ink>
</file>

<file path=ppt/ink/ink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2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79 106 176 0 0,'0'-5'481'0'0,"0"0"-1"0"0,0 0 1 0 0,0 0-1 0 0,0 0 1 0 0,1 0 0 0 0,0 0-1 0 0,0 0 1 0 0,1 0-1 0 0,-1 0 1 0 0,1 1 0 0 0,0-1-1 0 0,0 1 1 0 0,1-1-1 0 0,4-6 1 0 0,-4 8-364 0 0,0 1 0 0 0,1-1 0 0 0,-1 0 0 0 0,1 1 0 0 0,0 0 0 0 0,0 0 0 0 0,0 0 0 0 0,0 1 1 0 0,0-1-1 0 0,0 1 0 0 0,0 0 0 0 0,0 0 0 0 0,1 0 0 0 0,-1 1 0 0 0,0-1 0 0 0,1 1 0 0 0,7 1 0 0 0,6 0 10 0 0,-1 2-1 0 0,1 0 0 0 0,0 1 0 0 0,-1 1 1 0 0,0 1-1 0 0,0 0 0 0 0,0 1 1 0 0,-1 1-1 0 0,0 0 0 0 0,-1 1 1 0 0,1 1-1 0 0,-2 0 0 0 0,0 1 1 0 0,0 1-1 0 0,-1 0 0 0 0,0 1 1 0 0,13 17-1 0 0,-18-19-76 0 0,0-1 0 0 0,-1 1 1 0 0,0 1-1 0 0,0-1 0 0 0,-1 1 0 0 0,-1 0 0 0 0,0 1 1 0 0,-1-1-1 0 0,0 1 0 0 0,3 24 0 0 0,-6-28-22 0 0,-1 1-1 0 0,0-1 0 0 0,0 1 1 0 0,-1-1-1 0 0,0 1 0 0 0,-1-1 1 0 0,0 0-1 0 0,0 1 0 0 0,-1-1 1 0 0,0 0-1 0 0,-1-1 0 0 0,0 1 1 0 0,0 0-1 0 0,-1-1 0 0 0,0 0 1 0 0,-8 9-1 0 0,1-3 24 0 0,-2 0 0 0 0,1-1 0 0 0,-2-1 0 0 0,0 0-1 0 0,0 0 1 0 0,-1-2 0 0 0,0 0 0 0 0,-1-1 0 0 0,0 0 0 0 0,-1-2 0 0 0,-23 8 0 0 0,8-5 152 0 0,-1-1 1 0 0,0-2 0 0 0,-1-2 0 0 0,1 0-1 0 0,-46-2 1 0 0,79-2-276 0 0,-1-1-1 0 0,0 0 1 0 0,1 0 0 0 0,-1 0-1 0 0,0 0 1 0 0,0 0-1 0 0,1-1 1 0 0,-1 1 0 0 0,0 0-1 0 0,1-1 1 0 0,-1 0 0 0 0,0 1-1 0 0,1-1 1 0 0,-1 0-1 0 0,1 0 1 0 0,-1 1 0 0 0,1-1-1 0 0,-1 0 1 0 0,1-1 0 0 0,0 1-1 0 0,-2-2 1 0 0,4 1-233 0 0,0-1 1 0 0,0 1-1 0 0,1-1 1 0 0,-1 1-1 0 0,1 0 1 0 0,0 0-1 0 0,0 0 1 0 0,0 0-1 0 0,0 0 0 0 0,0 0 1 0 0,0 0-1 0 0,3-1 1 0 0,10-8-3129 0 0,1 1 265 0 0</inkml:trace>
</inkml:ink>
</file>

<file path=ppt/ink/ink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3.1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51 944 0 0,'0'0'1076'0'0,"-3"6"4211"0"0,-11 27-4625 0 0,5-16-288 0 0,2 1 1 0 0,0-1-1 0 0,1 2 0 0 0,-6 34 0 0 0,11-48-317 0 0,0 1 0 0 0,0-1 0 0 0,1 1 0 0 0,0 0 0 0 0,0-1 0 0 0,0 1 0 0 0,1-1 1 0 0,-1 1-1 0 0,1-1 0 0 0,1 1 0 0 0,-1-1 0 0 0,1 0 0 0 0,0 0 0 0 0,0 0 0 0 0,0 0 0 0 0,1 0 0 0 0,0 0 0 0 0,0 0 0 0 0,0-1 1 0 0,1 1-1 0 0,5 5 0 0 0,-7-8-28 0 0,0-1 0 0 0,0 1 0 0 0,-1-1 0 0 0,1 0 0 0 0,1 1 1 0 0,-1-1-1 0 0,0 0 0 0 0,0 0 0 0 0,0 0 0 0 0,1 0 0 0 0,-1-1 1 0 0,0 1-1 0 0,1 0 0 0 0,-1-1 0 0 0,1 0 0 0 0,-1 0 0 0 0,0 0 1 0 0,1 0-1 0 0,-1 0 0 0 0,1 0 0 0 0,3-1 0 0 0,-2-1 24 0 0,0 1-1 0 0,0-1 0 0 0,-1 0 0 0 0,1 0 0 0 0,-1 0 1 0 0,0-1-1 0 0,1 1 0 0 0,-1-1 0 0 0,0 0 1 0 0,0 0-1 0 0,4-6 0 0 0,1-2 70 0 0,-1 0 0 0 0,0 0 1 0 0,-1-1-1 0 0,0 0 0 0 0,-1 0 0 0 0,-1-1 0 0 0,4-13 0 0 0,-6 13-94 0 0,0 0 1 0 0,-1 0-1 0 0,0 0 0 0 0,-1 0 1 0 0,0 0-1 0 0,-2 1 0 0 0,1-1 0 0 0,-1 0 1 0 0,-1 0-1 0 0,-1 1 0 0 0,1-1 0 0 0,-2 1 1 0 0,0 0-1 0 0,-8-15 0 0 0,12 26-553 0 0,-17 14-10327 0 0</inkml:trace>
</inkml:ink>
</file>

<file path=ppt/ink/ink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3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42 540 0 0,'0'0'1063'0'0,"-18"-34"5257"0"0,13 32-6133 0 0,0 1-1 0 0,0-1 1 0 0,0 2-1 0 0,1-1 0 0 0,-1 0 1 0 0,0 1-1 0 0,0 0 1 0 0,0 0-1 0 0,0 0 1 0 0,0 1-1 0 0,0 0 0 0 0,0 0 1 0 0,0 0-1 0 0,0 0 1 0 0,0 1-1 0 0,1 0 1 0 0,-1 0-1 0 0,0 0 0 0 0,1 0 1 0 0,0 1-1 0 0,-6 4 1 0 0,-1 0-19 0 0,0 0 0 0 0,0 1 0 0 0,0 1 0 0 0,1 0 0 0 0,1 0 1 0 0,0 1-1 0 0,-11 14 0 0 0,18-20-134 0 0,-1 0 0 0 0,0 1 0 0 0,1-1-1 0 0,0 1 1 0 0,0-1 0 0 0,0 1 0 0 0,1 0 0 0 0,-1 0 0 0 0,1 0 0 0 0,1 0 0 0 0,-1 0 0 0 0,1 0-1 0 0,-1 0 1 0 0,1 0 0 0 0,1 0 0 0 0,-1 0 0 0 0,1 0 0 0 0,2 8 0 0 0,-1-6 87 0 0,1-1 1 0 0,0 1-1 0 0,0 0 1 0 0,1-1-1 0 0,-1 0 1 0 0,1 0-1 0 0,1 0 1 0 0,-1 0-1 0 0,1-1 1 0 0,0 0-1 0 0,12 10 1 0 0,-8-8-314 0 0,1-1-1 0 0,0 1 1 0 0,0-1-1 0 0,1-1 1 0 0,-1 0 0 0 0,1-1-1 0 0,16 5 1 0 0,-19-7-567 0 0,0 0 0 0 0,0 0 0 0 0,1-1 0 0 0,-1 0 1 0 0,1-1-1 0 0,-1 0 0 0 0,0 0 0 0 0,1-1 0 0 0,-1 0 0 0 0,10-2 0 0 0,1-4-2386 0 0</inkml:trace>
</inkml:ink>
</file>

<file path=ppt/ink/ink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4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41 468 0 0,'12'-19'10444'0'0,"-7"13"-9210"0"0,1 3-1071 0 0,1 0 0 0 0,-1 1 0 0 0,0 0 0 0 0,1 0 0 0 0,-1 1 1 0 0,1 0-1 0 0,-1 0 0 0 0,1 1 0 0 0,0-1 0 0 0,-1 1 0 0 0,1 1 0 0 0,0-1 0 0 0,8 3 0 0 0,-13-3-150 0 0,1 1 0 0 0,-1 0 0 0 0,0-1 0 0 0,0 1 0 0 0,0 0 0 0 0,0 0 0 0 0,0 1 0 0 0,0-1 1 0 0,0 0-1 0 0,0 1 0 0 0,0-1 0 0 0,-1 1 0 0 0,1-1 0 0 0,0 1 0 0 0,-1 0 0 0 0,0 0 0 0 0,1-1 1 0 0,-1 1-1 0 0,0 0 0 0 0,0 0 0 0 0,0 1 0 0 0,0-1 0 0 0,0 0 0 0 0,-1 0 0 0 0,1 0 1 0 0,0 1-1 0 0,-1-1 0 0 0,0 0 0 0 0,0 0 0 0 0,1 1 0 0 0,-1-1 0 0 0,-1 0 0 0 0,1 1 0 0 0,0-1 1 0 0,0 0-1 0 0,-1 0 0 0 0,0 1 0 0 0,1-1 0 0 0,-1 0 0 0 0,0 0 0 0 0,-2 4 0 0 0,0 2-64 0 0,0 0 0 0 0,1 1 0 0 0,0-1-1 0 0,1 0 1 0 0,-1 1 0 0 0,2-1 0 0 0,-1 1 0 0 0,1-1-1 0 0,0 1 1 0 0,1 0 0 0 0,0-1 0 0 0,0 0-1 0 0,1 1 1 0 0,0-1 0 0 0,1 0 0 0 0,0 0 0 0 0,0 0-1 0 0,1 0 1 0 0,-1 0 0 0 0,2-1 0 0 0,-1 0-1 0 0,9 11 1 0 0,-7-11 25 0 0,-2 0 1 0 0,1 0-1 0 0,-1 0 0 0 0,0 0 0 0 0,0 1 1 0 0,-1-1-1 0 0,0 1 0 0 0,-1 0 0 0 0,1 0 0 0 0,-2 0 1 0 0,2 9-1 0 0,-4-15 46 0 0,0 0 1 0 0,0 0-1 0 0,-1 0 0 0 0,1 0 1 0 0,-1 0-1 0 0,1 0 0 0 0,-1 0 1 0 0,0 0-1 0 0,0-1 0 0 0,0 1 1 0 0,0-1-1 0 0,0 1 0 0 0,0-1 0 0 0,0 0 1 0 0,0 0-1 0 0,-1 0 0 0 0,1 0 1 0 0,0 0-1 0 0,-1-1 0 0 0,1 1 1 0 0,-1-1-1 0 0,1 1 0 0 0,0-1 1 0 0,-1 0-1 0 0,-2 0 0 0 0,-21 7 219 0 0,3 0-702 0 0,21-7 0 0 0,0 0-1 0 0,1 0 1 0 0,-1 0 0 0 0,0 0-1 0 0,1 0 1 0 0,-1 0 0 0 0,0 0-1 0 0,1-1 1 0 0,-1 1 0 0 0,0-1-1 0 0,1 1 1 0 0,-1-1 0 0 0,1 1-1 0 0,-1-1 1 0 0,0 0 0 0 0,-2-2-1 0 0,0-4-2863 0 0</inkml:trace>
</inkml:ink>
</file>

<file path=ppt/ink/ink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4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93 15297 0 0,'-1'-5'42'0'0,"0"0"-1"0"0,1 0 0 0 0,-1 0 1 0 0,1 0-1 0 0,0 0 0 0 0,0 0 1 0 0,1 0-1 0 0,1-7 1 0 0,-1 10-51 0 0,0 0 1 0 0,0 0 0 0 0,0 1 0 0 0,1-1 0 0 0,-1 0 0 0 0,0 0 0 0 0,1 0 0 0 0,0 1 0 0 0,-1-1 0 0 0,1 1 0 0 0,0 0 0 0 0,0-1 0 0 0,0 1 0 0 0,0 0 0 0 0,0 0-1 0 0,0 0 1 0 0,0 0 0 0 0,0 0 0 0 0,0 1 0 0 0,0-1 0 0 0,5 0 0 0 0,6-2-1 0 0,0 0 1 0 0,1 1-1 0 0,0 0 0 0 0,0 2 0 0 0,-1-1 1 0 0,1 2-1 0 0,0 0 0 0 0,0 0 1 0 0,-1 1-1 0 0,1 1 0 0 0,21 7 0 0 0,-18-3 7 0 0,-1 0 0 0 0,1 1-1 0 0,-2 1 1 0 0,1 0-1 0 0,-1 1 1 0 0,0 1 0 0 0,-1 0-1 0 0,16 17 1 0 0,-13-10 5 0 0,-1 0 0 0 0,0 2 0 0 0,-2 0 0 0 0,0 0 0 0 0,-1 2 0 0 0,-1-1 0 0 0,-1 2 0 0 0,-1-1 0 0 0,-1 1 0 0 0,-1 1-1 0 0,-1 0 1 0 0,-2 0 0 0 0,5 31 0 0 0,-7-24 11 0 0,-2 0 0 0 0,-1 0 1 0 0,-1 1-1 0 0,-1-1 0 0 0,-2 0 0 0 0,-2 0 0 0 0,0-1 0 0 0,-2 0 0 0 0,-1 0 0 0 0,-2 0 0 0 0,-1-1 0 0 0,-1-1 0 0 0,-1 0 0 0 0,-2-1 0 0 0,0 0 0 0 0,-2-2 0 0 0,-1 0 0 0 0,-1-1 0 0 0,-1 0 0 0 0,-32 26 0 0 0,21-24 180 0 0,-1-1 0 0 0,-1-2 0 0 0,0-2 0 0 0,-40 19 0 0 0,-154 50 1722 0 0,217-87-2688 0 0,26-21-10292 0 0,-10 13 11484 0 0,18-12-4452 0 0</inkml:trace>
</inkml:ink>
</file>

<file path=ppt/ink/ink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4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71 668 0 0,'0'0'4821'0'0,"29"-22"166"0"0,-15 14-4534 0 0,2 1 0 0 0,-1 1 0 0 0,1 0 0 0 0,0 1 0 0 0,0 1 0 0 0,32-4 0 0 0,-25 5-998 0 0,0 2 0 0 0,28 1 0 0 0,-33 3-1006 0 0,-8 1-3395 0 0,1 0 1843 0 0</inkml:trace>
</inkml:ink>
</file>

<file path=ppt/ink/ink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5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50 532 0 0,'0'0'2808'0'0,"16"5"-1376"0"0,11-10-816 0 0,-9 1-103 0 0,9-1-189 0 0,1 0-240 0 0,2 2-260 0 0,12-8-260 0 0,-13 6-517 0 0,11-4-1027 0 0,-2 1 456 0 0</inkml:trace>
</inkml:ink>
</file>

<file path=ppt/ink/ink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5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24 944 0 0,'8'-24'10250'0'0,"-3"42"-3923"0"0,-2 17-3562 0 0,-2-8-3304 0 0,-5 45 1495 0 0,-23 129 1 0 0,16-153-3425 0 0,-30 82 0 0 0,38-124 1627 0 0,-5 13-317 0 0,7-6-6420 0 0,2 0 3555 0 0</inkml:trace>
</inkml:ink>
</file>

<file path=ppt/ink/ink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5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57 180 0 0,'5'-18'5095'0'0,"-5"18"-4886"0"0,0-1-1 0 0,0 1 1 0 0,0-1-1 0 0,0 0 1 0 0,0 1-1 0 0,0-1 1 0 0,0 1-1 0 0,0-1 1 0 0,1 0-1 0 0,-1 1 1 0 0,0-1-1 0 0,1 1 1 0 0,-1-1-1 0 0,0 1 1 0 0,1-1-1 0 0,-1 1 1 0 0,0-1-1 0 0,1 1 1 0 0,-1-1-1 0 0,1 1 1 0 0,-1 0-1 0 0,1-1 1 0 0,-1 1-1 0 0,1 0 1 0 0,-1-1-1 0 0,1 1 1 0 0,-1 0-1 0 0,1-1 1 0 0,0 1-1 0 0,23 15 430 0 0,-2 1 0 0 0,0 1-1 0 0,36 35 1 0 0,22 19 106 0 0,-30-31-405 0 0,-14-11-710 0 0,1-2 1 0 0,46 27 0 0 0,-82-53 238 0 0,0 0 0 0 0,1-1 0 0 0,-1 1 1 0 0,0 0-1 0 0,0-1 0 0 0,1 1 1 0 0,-1-1-1 0 0,0 0 0 0 0,1 1 0 0 0,-1-1 1 0 0,0 0-1 0 0,1 0 0 0 0,-1 0 1 0 0,0 0-1 0 0,1 0 0 0 0,-1 0 0 0 0,0 0 1 0 0,1 0-1 0 0,-1-1 0 0 0,0 1 1 0 0,1 0-1 0 0,-1-1 0 0 0,0 1 0 0 0,0-1 1 0 0,1 1-1 0 0,0-2 0 0 0,0 0-21 0 0,0 0-1 0 0,0 0 0 0 0,-1 0 1 0 0,1 0-1 0 0,0-1 0 0 0,-1 1 1 0 0,0 0-1 0 0,0-1 1 0 0,0 1-1 0 0,0-1 0 0 0,0 0 1 0 0,1-3-1 0 0,1-10-200 0 0,-1 1 0 0 0,-1-1 0 0 0,0-23 0 0 0,-1 36 305 0 0,0-27 712 0 0,-9-57 0 0 0,7 76 122 0 0,0 0-1 0 0,-1-1 1 0 0,0 1 0 0 0,-1 0 0 0 0,0 1-1 0 0,-1-1 1 0 0,-11-18 0 0 0,15 28-60 0 0,-3 2-620 0 0,0 0 0 0 0,0 0 0 0 0,0 1 0 0 0,0-1 0 0 0,0 1 0 0 0,0 0 0 0 0,0 0 0 0 0,1 1 0 0 0,-1-1 0 0 0,1 1 0 0 0,-1-1 1 0 0,1 1-1 0 0,0 0 0 0 0,0 0 0 0 0,-4 6 0 0 0,-46 64 305 0 0,41-56-241 0 0,-12 22 191 0 0,-34 70-1 0 0,-13 24 41 0 0,67-127-651 0 0,0 0 0 0 0,-1 0 0 0 0,0 0 0 0 0,0 0 0 0 0,0-1 0 0 0,-1 0 1 0 0,1 0-1 0 0,-8 4 0 0 0,11-8 18 0 0,1 0 1 0 0,-1 0 0 0 0,0 0-1 0 0,0-1 1 0 0,1 1-1 0 0,-1 0 1 0 0,0-1 0 0 0,0 1-1 0 0,0-1 1 0 0,1 0-1 0 0,-1 0 1 0 0,0 0-1 0 0,0 0 1 0 0,0 0 0 0 0,0 0-1 0 0,0 0 1 0 0,0-1-1 0 0,1 1 1 0 0,-1 0 0 0 0,0-1-1 0 0,0 0 1 0 0,0 1-1 0 0,1-1 1 0 0,-1 0 0 0 0,0 0-1 0 0,1 0 1 0 0,-1 0-1 0 0,1 0 1 0 0,-1 0 0 0 0,1-1-1 0 0,0 1 1 0 0,-1 0-1 0 0,1-1 1 0 0,0 1 0 0 0,0-1-1 0 0,-2-3 1 0 0,-2-4-2753 0 0,0 2 229 0 0</inkml:trace>
</inkml:ink>
</file>

<file path=ppt/ink/ink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6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10 152 3848 0 0,'-10'-37'3195'0'0,"12"33"-3062"0"0,-1 0-1 0 0,0 1 1 0 0,1-1 0 0 0,0 1 0 0 0,-1 0 0 0 0,2-1 0 0 0,-1 1 0 0 0,0 0 0 0 0,0 0-1 0 0,1 0 1 0 0,0 1 0 0 0,-1-1 0 0 0,1 0 0 0 0,0 1 0 0 0,0 0 0 0 0,1 0 0 0 0,-1 0-1 0 0,0 0 1 0 0,1 0 0 0 0,-1 1 0 0 0,1 0 0 0 0,0-1 0 0 0,5 0 0 0 0,15-4-32 0 0,-1 1-1 0 0,42-4 1 0 0,-29 5-245 0 0,-8-1-122 0 0,107-14-5218 0 0,-101 15 2872 0 0</inkml:trace>
</inkml:ink>
</file>

<file path=ppt/ink/ink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6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33 240 0 0,'0'0'2211'0'0,"-9"-27"8811"0"0,7 23-11166 0 0,1 3 924 0 0,-5 3-458 0 0,-10 6-141 0 0,0 0 1 0 0,0 1 0 0 0,1 1-1 0 0,0 0 1 0 0,1 1 0 0 0,0 1 0 0 0,0 0-1 0 0,-15 19 1 0 0,23-24-150 0 0,0 0 0 0 0,1 0 1 0 0,-1 1-1 0 0,1 0 0 0 0,1 0 0 0 0,0 1 0 0 0,0-1 0 0 0,0 1 1 0 0,1 0-1 0 0,1 0 0 0 0,-1 0 0 0 0,2 0 0 0 0,-1 0 1 0 0,1 1-1 0 0,0-1 0 0 0,1 0 0 0 0,0 1 0 0 0,2 12 1 0 0,0-16-47 0 0,0 0 0 0 0,0 0 0 0 0,1 0 1 0 0,-1-1-1 0 0,1 1 0 0 0,0-1 0 0 0,1 0 1 0 0,-1 0-1 0 0,1 0 0 0 0,0 0 0 0 0,1-1 1 0 0,-1 0-1 0 0,1 0 0 0 0,-1 0 1 0 0,1 0-1 0 0,0 0 0 0 0,1-1 0 0 0,-1 0 1 0 0,1 0-1 0 0,-1-1 0 0 0,1 0 0 0 0,0 0 1 0 0,0 0-1 0 0,0 0 0 0 0,0-1 0 0 0,0 0 1 0 0,8 0-1 0 0,-7 0 14 0 0,1 0-1 0 0,-1 0 1 0 0,0-1-1 0 0,1 0 1 0 0,-1-1-1 0 0,1 1 1 0 0,-1-2-1 0 0,0 1 1 0 0,0-1-1 0 0,0 0 1 0 0,0 0-1 0 0,0-1 1 0 0,0 0-1 0 0,0 0 1 0 0,-1 0-1 0 0,0-1 1 0 0,1 0 0 0 0,-1-1-1 0 0,-1 1 1 0 0,1-1-1 0 0,-1 0 1 0 0,8-9-1 0 0,-8 6 29 0 0,-1 0 0 0 0,0 1 0 0 0,0-2 0 0 0,-1 1 0 0 0,0 0 0 0 0,0-1-1 0 0,-1 0 1 0 0,0 1 0 0 0,0-1 0 0 0,-1 0 0 0 0,-1 0 0 0 0,1 0 0 0 0,-1 0 0 0 0,-1 0 0 0 0,-2-15-1 0 0,-1 6-2 0 0,-1 0-1 0 0,-1 0 0 0 0,0 0 0 0 0,-2 0 0 0 0,0 1 0 0 0,-13-22 0 0 0,20 38-545 0 0</inkml:trace>
</inkml:ink>
</file>

<file path=ppt/ink/ink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6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1 104 668 0 0,'4'-25'3321'0'0,"-3"21"-2146"0"0,-1-1 0 0 0,1 0 0 0 0,0 1 0 0 0,0-1-1 0 0,0 1 1 0 0,1-1 0 0 0,3-5 1247 0 0,0-21 2215 0 0,-4 25-8366 0 0</inkml:trace>
</inkml:ink>
</file>

<file path=ppt/ink/ink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9 988 0 0,'13'-8'15378'0'0,"-59"306"-13176"0"0,37-233-7729 0 0,8-63 4172 0 0,6 6-4441 0 0</inkml:trace>
</inkml:ink>
</file>

<file path=ppt/ink/ink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7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44 264 0 0,'10'-20'6577'0'0,"-1"16"-5748"0"0,1 0 0 0 0,0 1 0 0 0,0 1 0 0 0,11-2-1 0 0,-3 1-498 0 0,0 1 0 0 0,0 1 0 0 0,0 1 0 0 0,0 0 0 0 0,0 2 0 0 0,-1 0 0 0 0,19 4 0 0 0,-34-5-285 0 0,1-1 0 0 0,0 1 0 0 0,-1 0 0 0 0,1 0 0 0 0,-1 1 0 0 0,1-1 0 0 0,-1 0 0 0 0,0 1 0 0 0,0-1 0 0 0,1 1 0 0 0,-1 0 0 0 0,0 0 0 0 0,0 0 0 0 0,-1 0 0 0 0,1 0 0 0 0,0 0 0 0 0,-1 0 0 0 0,1 1 0 0 0,0 2 0 0 0,0-1 13 0 0,-1 1 0 0 0,1 0 1 0 0,-1-1-1 0 0,0 1 0 0 0,-1 0 0 0 0,1 0 0 0 0,-1 0 1 0 0,0-1-1 0 0,0 1 0 0 0,-2 6 0 0 0,-2 12 146 0 0,-2 0-1 0 0,0-1 0 0 0,-17 38 0 0 0,13-36-43 0 0,-35 71 346 0 0,24-57-2637 0 0,-3 4-6146 0 0</inkml:trace>
</inkml:ink>
</file>

<file path=ppt/ink/ink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8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22 1112 0 0,'4'-22'12313'0'0,"-9"23"-12227"0"0,1-1 0 0 0,0 1 1 0 0,0 0-1 0 0,0 0 1 0 0,-1 0-1 0 0,1 1 0 0 0,1-1 1 0 0,-1 1-1 0 0,0 0 1 0 0,0 0-1 0 0,1 0 1 0 0,-1 1-1 0 0,-3 2 0 0 0,-51 46 517 0 0,41-35-371 0 0,-2 1-30 0 0,2 1 0 0 0,0 1-1 0 0,0 1 1 0 0,-17 28 0 0 0,28-39-224 0 0,1 0 1 0 0,0 1 0 0 0,0-1 0 0 0,1 1-1 0 0,1 0 1 0 0,-1 1 0 0 0,2-1 0 0 0,-1 0-1 0 0,2 1 1 0 0,-1 0 0 0 0,1-1 0 0 0,1 22-1 0 0,1-26-53 0 0,0-1-1 0 0,1 1 0 0 0,-1-1 1 0 0,1 1-1 0 0,0-1 0 0 0,1 0 1 0 0,-1 0-1 0 0,1 0 0 0 0,0 0 1 0 0,0 0-1 0 0,1-1 0 0 0,-1 1 1 0 0,1-1-1 0 0,0 0 0 0 0,8 7 1 0 0,-11-11 80 0 0,-1 0 1 0 0,1 1-1 0 0,0-1 0 0 0,-1 0 1 0 0,1 0-1 0 0,-1 1 1 0 0,1-1-1 0 0,-1 0 1 0 0,1 0-1 0 0,0 0 0 0 0,-1 0 1 0 0,1 0-1 0 0,0 1 1 0 0,-1-1-1 0 0,1 0 1 0 0,0-1-1 0 0,-1 1 0 0 0,1 0 1 0 0,-1 0-1 0 0,1 0 1 0 0,0 0-1 0 0,-1 0 0 0 0,1-1 1 0 0,-1 1-1 0 0,1 0 1 0 0,0 0-1 0 0,-1-1 1 0 0,1 1-1 0 0,-1 0 0 0 0,1-1 1 0 0,-1 1-1 0 0,1-1 1 0 0,-1 1-1 0 0,0-1 1 0 0,1 1-1 0 0,-1-1 0 0 0,1 1 1 0 0,-1-1-1 0 0,0 1 1 0 0,0-1-1 0 0,1 1 1 0 0,-1-1-1 0 0,0 0 0 0 0,0 0 1 0 0,1-1 43 0 0,0 0 1 0 0,0 1 0 0 0,-1-1-1 0 0,1 0 1 0 0,-1 0 0 0 0,0 0-1 0 0,1 0 1 0 0,-1 0 0 0 0,0 0-1 0 0,0 0 1 0 0,0 0 0 0 0,-1 0-1 0 0,1 0 1 0 0,-1-4-1 0 0,-4-5-52 0 0,0 0 0 0 0,-1 1 0 0 0,0-1 0 0 0,0 1 0 0 0,-1 1 0 0 0,0-1 0 0 0,-1 1 0 0 0,0 0 0 0 0,-1 0 0 0 0,-12-9-1 0 0,15 16-1210 0 0,-6-3-1118 0 0</inkml:trace>
</inkml:ink>
</file>

<file path=ppt/ink/ink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8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5 112 0 0,'9'-3'2020'0'0,"5"2"4733"0"0,-13 1-6577 0 0,-1 0-1 0 0,0 0 0 0 0,1 0 1 0 0,-1 1-1 0 0,0-1 1 0 0,1 0-1 0 0,-1 0 0 0 0,0 0 1 0 0,1 1-1 0 0,-1-1 0 0 0,0 0 1 0 0,0 0-1 0 0,1 1 0 0 0,-1-1 1 0 0,0 0-1 0 0,0 1 1 0 0,1-1-1 0 0,-1 0 0 0 0,0 1 1 0 0,0-1-1 0 0,0 0 0 0 0,0 1 1 0 0,1-1-1 0 0,-1 0 0 0 0,0 1 1 0 0,0-1-1 0 0,0 1 0 0 0,0-1 1 0 0,0 0-1 0 0,0 1 1 0 0,-3 14-757 0 0,1-11 715 0 0,-73 215 3994 0 0,69-200-4279 0 0,-1 0 1 0 0,0 0-1 0 0,-2-1 1 0 0,-11 20 0 0 0,-7 7-3405 0 0,4-8-3339 0 0,19-27 3068 0 0</inkml:trace>
</inkml:ink>
</file>

<file path=ppt/ink/ink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8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33 116 0 0,'0'0'12186'0'0,"6"-3"-11605"0"0,6-2-374 0 0,-1 0 0 0 0,1 1-1 0 0,1 0 1 0 0,-1 1 0 0 0,0 0-1 0 0,1 1 1 0 0,0 1 0 0 0,19-1-1 0 0,31 2-6680 0 0,-50 0 4075 0 0,-2 0-903 0 0</inkml:trace>
</inkml:ink>
</file>

<file path=ppt/ink/ink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9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64 0 0,'-3'8'3236'0'0,"20"0"-2332"0"0,-7-5-64 0 0,4-3-103 0 0,0 0-61 0 0,6 0-92 0 0,7 2-272 0 0,-2-2-388 0 0,6-3-568 0 0,-3-1-464 0 0,4 0-1197 0 0,4-4 533 0 0</inkml:trace>
</inkml:ink>
</file>

<file path=ppt/ink/ink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39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160 119 800 0 0,'8'-34'2763'0'0,"-7"29"-2186"0"0,1 0 0 0 0,-1 0-1 0 0,1 0 1 0 0,-1 0 0 0 0,-1 0 0 0 0,1-1-1 0 0,-1 1 1 0 0,0 0 0 0 0,0 0 0 0 0,0-1-1 0 0,-1 1 1 0 0,0 0 0 0 0,0 0 0 0 0,-2-5-1 0 0,2 8-221 0 0,-3 3-224 0 0,0 0-1 0 0,0 0 1 0 0,-1 1 0 0 0,1-1-1 0 0,0 1 1 0 0,0 0 0 0 0,-5 5-1 0 0,8-7-117 0 0,-11 9 77 0 0,0 1 0 0 0,1 0 1 0 0,0 0-1 0 0,1 1 0 0 0,0 1 0 0 0,1-1 0 0 0,0 2 0 0 0,1-1 0 0 0,1 1 0 0 0,-1 0 0 0 0,-5 17 0 0 0,11-24-68 0 0,0 1-1 0 0,0-1 1 0 0,1 0-1 0 0,0 1 1 0 0,0-1-1 0 0,0 1 1 0 0,1 0-1 0 0,0-1 1 0 0,0 1-1 0 0,1-1 1 0 0,0 1 0 0 0,0-1-1 0 0,1 1 1 0 0,-1-1-1 0 0,1 0 1 0 0,1 1-1 0 0,-1-1 1 0 0,1 0-1 0 0,0-1 1 0 0,0 1-1 0 0,1 0 1 0 0,0-1-1 0 0,0 0 1 0 0,0 0-1 0 0,0 0 1 0 0,1 0-1 0 0,8 6 1 0 0,-5-6-5 0 0,-1 0 0 0 0,1 0 1 0 0,0-1-1 0 0,1 0 1 0 0,-1-1-1 0 0,1 0 0 0 0,-1 0 1 0 0,1-1-1 0 0,0 0 1 0 0,0 0-1 0 0,0-1 0 0 0,0 0 1 0 0,0-1-1 0 0,0 0 0 0 0,1 0 1 0 0,-1-1-1 0 0,0 0 1 0 0,14-5-1 0 0,-14 5 20 0 0,0-2 0 0 0,-1 1 1 0 0,1-1-1 0 0,-1 0 0 0 0,0-1 0 0 0,0 0 1 0 0,0 0-1 0 0,-1-1 0 0 0,1 0 0 0 0,-1 0 0 0 0,0 0 1 0 0,-1-1-1 0 0,1 0 0 0 0,-1-1 0 0 0,-1 1 1 0 0,1-1-1 0 0,-1-1 0 0 0,0 1 0 0 0,5-11 1 0 0,-7 11 18 0 0,-1 0 0 0 0,-1 1 1 0 0,1-1-1 0 0,-1 0 0 0 0,0 0 1 0 0,-1 0-1 0 0,1 0 1 0 0,-1 0-1 0 0,-1 0 0 0 0,0 0 1 0 0,0 0-1 0 0,0 0 1 0 0,0 1-1 0 0,-1-1 0 0 0,0 0 1 0 0,-1 1-1 0 0,-3-8 1 0 0,1 4-121 0 0,-1 0 1 0 0,0 0-1 0 0,0 1 1 0 0,-1 0-1 0 0,0 0 1 0 0,0 1-1 0 0,-1 0 1 0 0,0 0-1 0 0,-16-11 1 0 0,22 18-585 0 0,-8 13-3717 0 0,9-5-725 0 0,5 5 1343 0 0</inkml:trace>
</inkml:ink>
</file>

<file path=ppt/ink/ink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40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 13761 0 0,'0'0'2224'0'0,"20"-24"-73"0"0,-15-3-58 0 0,-2 10 195 0 0,0 6-3926 0 0,0 2-3114 0 0</inkml:trace>
</inkml:ink>
</file>

<file path=ppt/ink/ink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40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29 1164 0 0,'-7'-25'7901'0'0,"7"25"-7817"0"0,0 0 1 0 0,0-1-1 0 0,0 1 0 0 0,0 0 0 0 0,0 0 0 0 0,0 0 0 0 0,0 0 0 0 0,0-1 1 0 0,0 1-1 0 0,0 0 0 0 0,0 0 0 0 0,0 0 0 0 0,-1 0 0 0 0,1 0 0 0 0,0 0 1 0 0,0-1-1 0 0,0 1 0 0 0,0 0 0 0 0,0 0 0 0 0,0 0 0 0 0,0 0 0 0 0,0 0 0 0 0,-1 0 1 0 0,1 0-1 0 0,0-1 0 0 0,0 1 0 0 0,0 0 0 0 0,0 0 0 0 0,0 0 0 0 0,0 0 1 0 0,-1 0-1 0 0,1 0 0 0 0,0 0 0 0 0,0 0 0 0 0,0 0 0 0 0,0 0 0 0 0,-1 0 1 0 0,1 0-1 0 0,0 0 0 0 0,0 0 0 0 0,0 0 0 0 0,0 0 0 0 0,0 0 0 0 0,-1 0 0 0 0,1 0 1 0 0,0 0-1 0 0,0 0 0 0 0,0 0 0 0 0,0 0 0 0 0,0 1 0 0 0,-1-1 0 0 0,1 0 1 0 0,0 0-1 0 0,0 0 0 0 0,0 0 0 0 0,-12 39 2294 0 0,10-29-2630 0 0,-57 197 1666 0 0,22-85-4621 0 0,36-110 1611 0 0,-2 3-4884 0 0,-1-9 3086 0 0</inkml:trace>
</inkml:ink>
</file>

<file path=ppt/ink/ink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40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18 672 0 0,'0'0'1358'0'0,"-4"-12"5298"0"0,25 9-6304 0 0,-1 2 1 0 0,1 0-1 0 0,-1 1 0 0 0,1 1 0 0 0,-1 0 0 0 0,1 2 1 0 0,28 8-1 0 0,30 1 238 0 0,-9 0-99 0 0,-66-11-454 0 0,1 0 0 0 0,0 0 0 0 0,-1 1 0 0 0,1 0 0 0 0,0 0 1 0 0,-1 0-1 0 0,0 0 0 0 0,0 1 0 0 0,1-1 0 0 0,-1 1 0 0 0,5 5 1 0 0,-7-5-1 0 0,0 1 1 0 0,0-1 0 0 0,-1 0 0 0 0,1 1 0 0 0,-1 0-1 0 0,0-1 1 0 0,0 1 0 0 0,0 0 0 0 0,-1-1-1 0 0,1 1 1 0 0,-1 0 0 0 0,0 0 0 0 0,0-1 0 0 0,0 1-1 0 0,-1 0 1 0 0,1 0 0 0 0,-1-1 0 0 0,0 1 0 0 0,-2 6-1 0 0,-4 9 115 0 0,0-1 0 0 0,-16 28 0 0 0,10-20 10 0 0,-86 152-93 0 0,56-104-6187 0 0,38-62 31 0 0</inkml:trace>
</inkml:ink>
</file>

<file path=ppt/ink/ink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41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14 224 0 0,'0'0'1167'0'0,"-2"-12"491"0"0,-4 10 1635 0 0,-17 14-3033 0 0,0 0 0 0 0,1 2 0 0 0,0 0 1 0 0,1 1-1 0 0,0 1 0 0 0,1 1 0 0 0,2 1 0 0 0,-1 1 1 0 0,2 1-1 0 0,1 0 0 0 0,0 1 0 0 0,1 0 0 0 0,2 2 0 0 0,0-1 1 0 0,1 2-1 0 0,-15 45 0 0 0,24-60-232 0 0,1 1-1 0 0,0-1 1 0 0,0 1-1 0 0,1 0 1 0 0,1 0-1 0 0,0 0 1 0 0,0 0-1 0 0,1 0 1 0 0,0-1-1 0 0,0 1 1 0 0,1 0-1 0 0,1-1 1 0 0,0 1-1 0 0,4 10 1 0 0,-4-14-13 0 0,0 0-1 0 0,0-1 1 0 0,0 1 0 0 0,1-1 0 0 0,-1 0 0 0 0,1 0-1 0 0,1 0 1 0 0,-1 0 0 0 0,1-1 0 0 0,0 1 0 0 0,0-1-1 0 0,0 0 1 0 0,0-1 0 0 0,1 1 0 0 0,0-1 0 0 0,-1 0 0 0 0,1-1-1 0 0,0 1 1 0 0,0-1 0 0 0,1-1 0 0 0,-1 1 0 0 0,10 1-1 0 0,-14-3 8 0 0,0 0 0 0 0,1 1 0 0 0,-1-1 0 0 0,0 0-1 0 0,0 0 1 0 0,1 0 0 0 0,-1-1 0 0 0,0 1 0 0 0,0 0-1 0 0,1-1 1 0 0,-1 0 0 0 0,0 1 0 0 0,0-1 0 0 0,0 0 0 0 0,0 0-1 0 0,0 0 1 0 0,0 0 0 0 0,0-1 0 0 0,0 1 0 0 0,0-1-1 0 0,-1 1 1 0 0,1-1 0 0 0,0 1 0 0 0,-1-1 0 0 0,1 0-1 0 0,-1 0 1 0 0,0 0 0 0 0,0 0 0 0 0,1 0 0 0 0,-1 0-1 0 0,-1 0 1 0 0,3-4 0 0 0,-3 3 14 0 0,1-1 0 0 0,-1 1 0 0 0,1-1 0 0 0,-1 1 0 0 0,0 0 0 0 0,0-1-1 0 0,-1 1 1 0 0,1-1 0 0 0,-1 1 0 0 0,1 0 0 0 0,-1-1 0 0 0,0 1 0 0 0,0 0 0 0 0,-1-1 0 0 0,1 1-1 0 0,-1 0 1 0 0,1 0 0 0 0,-1 0 0 0 0,0 1 0 0 0,0-1 0 0 0,-4-4 0 0 0,-4-2 85 0 0,-1 0 1 0 0,1 1-1 0 0,-2 0 1 0 0,1 1-1 0 0,-1 0 1 0 0,-22-9 0 0 0,2 1 36 0 0,31 14-334 0 0,-23-8-4 0 0,14 11-1717 0 0,5 9-4807 0 0</inkml:trace>
</inkml:ink>
</file>

<file path=ppt/ink/ink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5:41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6 176 0 0,'20'-5'11854'0'0,"-19"9"-11694"0"0,-1 1 1 0 0,1-1-1 0 0,-1 1 0 0 0,0-1 1 0 0,-1 0-1 0 0,1 1 1 0 0,-1-1-1 0 0,0 1 0 0 0,-2 7 1 0 0,-18 48 710 0 0,16-47-679 0 0,-25 67 202 0 0,-62 114-1 0 0,40-109-3184 0 0,-8-6-3383 0 0,30-44 2507 0 0</inkml:trace>
</inkml:ink>
</file>

<file path=ppt/ink/ink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0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495 89 176 0 0,'0'0'847'0'0,"-14"-44"6347"0"0,-2 8-3626 0 0,15 35-3393 0 0,-11-6 353 0 0,2 6-484 0 0,-1 1 0 0 0,1 0 1 0 0,0 1-1 0 0,-1 0 0 0 0,1 0 1 0 0,0 1-1 0 0,0 0 0 0 0,0 1 1 0 0,0 0-1 0 0,0 0 0 0 0,1 1 0 0 0,0 1 1 0 0,-1 0-1 0 0,-14 10 0 0 0,-5 5-25 0 0,0 2 0 0 0,2 1 0 0 0,-25 26 1 0 0,36-34-17 0 0,1 1 1 0 0,1 1-1 0 0,1 1 1 0 0,1 0-1 0 0,0 0 1 0 0,1 1 0 0 0,1 0-1 0 0,0 1 1 0 0,2 0-1 0 0,1 1 1 0 0,0 0 0 0 0,-7 43-1 0 0,13-58-2 0 0,1 1 0 0 0,-1 0 0 0 0,2 0 0 0 0,-1 0 0 0 0,1 0 0 0 0,0 0 1 0 0,0 0-1 0 0,1 0 0 0 0,0-1 0 0 0,0 1 0 0 0,0-1 0 0 0,1 1 0 0 0,0-1 0 0 0,1 0 0 0 0,-1 0 0 0 0,1 0 0 0 0,0-1 0 0 0,0 1 0 0 0,1-1 0 0 0,0 0 0 0 0,0 0 0 0 0,0 0 0 0 0,12 7 0 0 0,-7-6 5 0 0,1 0-1 0 0,1-1 0 0 0,-1 0 1 0 0,1-1-1 0 0,0 0 1 0 0,0-1-1 0 0,0 0 1 0 0,1-1-1 0 0,-1 0 0 0 0,1-1 1 0 0,-1-1-1 0 0,19-1 1 0 0,2-1-22 0 0,0-2 0 0 0,0-1 0 0 0,-1-2 1 0 0,45-14-1 0 0,-66 17-9 0 0,0 0-1 0 0,0-1 1 0 0,0 0 0 0 0,0 0-1 0 0,-1-1 1 0 0,0 0 0 0 0,-1-1 0 0 0,1 0-1 0 0,-1-1 1 0 0,0 0 0 0 0,-1 0-1 0 0,0-1 1 0 0,0 0 0 0 0,-1-1-1 0 0,12-20 1 0 0,-11 6 332 0 0,-8 23-318 0 0,0 1-1 0 0,0-1 0 0 0,0 0 0 0 0,0 0 1 0 0,0 1-1 0 0,0-1 0 0 0,0 0 1 0 0,1 1-1 0 0,-1-1 0 0 0,0 0 1 0 0,0 1-1 0 0,1-1 0 0 0,-1 0 1 0 0,1 1-1 0 0,-1-1 0 0 0,0 1 0 0 0,1-1 1 0 0,-1 1-1 0 0,1-1 0 0 0,-1 1 1 0 0,1-1-1 0 0,1 0 0 0 0,31 7-351 0 0,-20-2 365 0 0,0 0 0 0 0,0-2-1 0 0,1 1 1 0 0,-1-2 0 0 0,1 0-1 0 0,-1 0 1 0 0,1-1 0 0 0,-1-1-1 0 0,1 0 1 0 0,23-6-1 0 0,-37 6 10 0 0,1 1-1 0 0,-1 0 1 0 0,1 0-1 0 0,0-1 1 0 0,-1 1-1 0 0,0 0 0 0 0,1-1 1 0 0,-1 1-1 0 0,1 0 1 0 0,-1-1-1 0 0,1 1 0 0 0,-1-1 1 0 0,0 1-1 0 0,1-1 1 0 0,-1 1-1 0 0,0-1 0 0 0,0 1 1 0 0,1-1-1 0 0,-1 1 1 0 0,0-1-1 0 0,0 0 0 0 0,0 1 1 0 0,0-1-1 0 0,1 1 1 0 0,-1-1-1 0 0,0 1 0 0 0,0-1 1 0 0,0 0-1 0 0,0 1 1 0 0,0-1-1 0 0,-1 1 1 0 0,1-1-1 0 0,0 0 0 0 0,0 1 1 0 0,0-1-1 0 0,0 1 1 0 0,-1-1-1 0 0,1 1 0 0 0,0-1 1 0 0,0 1-1 0 0,-1-1 1 0 0,1 1-1 0 0,-1-1 0 0 0,1 1 1 0 0,0-1-1 0 0,-1 1 1 0 0,1 0-1 0 0,-1-1 0 0 0,1 1 1 0 0,-1 0-1 0 0,0-1 1 0 0,-18-19 108 0 0,13 16-164 0 0,0 1-1 0 0,1 0 1 0 0,-1 0 0 0 0,-1 1-1 0 0,1-1 1 0 0,0 1-1 0 0,0 1 1 0 0,-1-1-1 0 0,1 1 1 0 0,-9-1 0 0 0,-40 6-7453 0 0,44-2 4550 0 0</inkml:trace>
</inkml:ink>
</file>

<file path=ppt/ink/ink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0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0 220 0 0,'0'0'5671'0'0,"13"28"-4155"0"0,-8-11-1157 0 0,0 0 0 0 0,-1 1 1 0 0,1 19-1 0 0,0-4 103 0 0,-4-31-385 0 0,1 8 207 0 0,-2-10-265 0 0,0 0 1 0 0,0 0 0 0 0,0-1-1 0 0,0 1 1 0 0,0 0 0 0 0,1 0-1 0 0,-1 0 1 0 0,0 0 0 0 0,0 0-1 0 0,0 0 1 0 0,0 0-1 0 0,0 0 1 0 0,0 0 0 0 0,0 0-1 0 0,1-1 1 0 0,-1 1 0 0 0,0 0-1 0 0,0 0 1 0 0,0 0 0 0 0,0 0-1 0 0,0 0 1 0 0,1 0 0 0 0,-1 0-1 0 0,0 0 1 0 0,0 0-1 0 0,0 0 1 0 0,0 0 0 0 0,0 0-1 0 0,1 0 1 0 0,-1 0 0 0 0,0 1-1 0 0,0-1 1 0 0,0 0 0 0 0,0 0-1 0 0,0 0 1 0 0,0 0-1 0 0,1 0 1 0 0,-1 0 0 0 0,0 0-1 0 0,0 0 1 0 0,0 0 0 0 0,0 0-1 0 0,0 0 1 0 0,0 1 0 0 0,0-1-1 0 0,0 0 1 0 0,0 0 0 0 0,1 0-1 0 0,-1 0 1 0 0,0 0-1 0 0,0 0 1 0 0,0 1 0 0 0,0-1-1 0 0,0 0 1 0 0,0 0 0 0 0,0 0-1 0 0,0 0 1 0 0,0 0 0 0 0,0 1-1 0 0,0-1 1 0 0,0 0-1 0 0,0 0 1 0 0,0 0 0 0 0,0 0-1 0 0,0 0 1 0 0,2-4-13 0 0,0-2 26 0 0,0 1 0 0 0,0-1 1 0 0,1 1-1 0 0,0 0 0 0 0,0 0 0 0 0,0 0 1 0 0,1 0-1 0 0,0 0 0 0 0,0 1 1 0 0,0-1-1 0 0,0 1 0 0 0,1 0 0 0 0,-1 1 1 0 0,7-4-1 0 0,-10 6-41 0 0,2 2-2 0 0,-1 0 8 0 0,0 0-1 0 0,0 0 1 0 0,1 0 0 0 0,-1 1-1 0 0,0-1 1 0 0,0 0-1 0 0,-1 1 1 0 0,1 0 0 0 0,0 0-1 0 0,0-1 1 0 0,-1 1-1 0 0,1 0 1 0 0,-1 0-1 0 0,3 4 1 0 0,18 32-1095 0 0,-3-17-4676 0 0</inkml:trace>
</inkml:ink>
</file>

<file path=ppt/ink/ink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3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123 352 336 0 0,'0'0'10590'0'0,"-7"-1"-10548"0"0,1 1-28 0 0,-1 0 0 0 0,0 1 0 0 0,0-1 0 0 0,1 1 0 0 0,-1 1-1 0 0,0-1 1 0 0,-7 4 0 0 0,10-4-10 0 0,1 0 0 0 0,0 0-1 0 0,0 0 1 0 0,0 1 0 0 0,-1-1 0 0 0,2 1-1 0 0,-1 0 1 0 0,0 0 0 0 0,0 0 0 0 0,1 0-1 0 0,-1 1 1 0 0,1-1 0 0 0,-1 1 0 0 0,1-1 0 0 0,0 1-1 0 0,0 0 1 0 0,0 0 0 0 0,1 0 0 0 0,-3 4-1 0 0,4-5 0 0 0,-1 1-1 0 0,1-1 0 0 0,0 0 0 0 0,0 0 1 0 0,0 0-1 0 0,0 0 0 0 0,0 1 0 0 0,1-1 1 0 0,-1 0-1 0 0,1 0 0 0 0,-1 0 0 0 0,1 0 1 0 0,0 0-1 0 0,0 0 0 0 0,-1 0 1 0 0,2 0-1 0 0,-1 0 0 0 0,0 0 0 0 0,0 0 1 0 0,0-1-1 0 0,1 1 0 0 0,-1 0 0 0 0,1-1 1 0 0,0 1-1 0 0,-1-1 0 0 0,1 0 0 0 0,0 0 1 0 0,0 1-1 0 0,0-1 0 0 0,0 0 0 0 0,3 1 1 0 0,3 1 10 0 0,-1 1 1 0 0,1-2 0 0 0,0 1 0 0 0,0-1 0 0 0,0 0-1 0 0,16 1 1 0 0,-8-3-10 0 0,-1 0-1 0 0,1-1 0 0 0,0-1 1 0 0,-1 0-1 0 0,0-1 1 0 0,0-1-1 0 0,1 0 1 0 0,-2-1-1 0 0,1-1 1 0 0,-1 0-1 0 0,0-1 1 0 0,0-1-1 0 0,-1 0 1 0 0,0-1-1 0 0,0 0 1 0 0,-1-1-1 0 0,0 0 1 0 0,-1-1-1 0 0,0 0 1 0 0,-1-1-1 0 0,0 0 1 0 0,-1-1-1 0 0,0 0 1 0 0,-1-1-1 0 0,-1 1 1 0 0,0-1-1 0 0,0-1 0 0 0,-2 1 1 0 0,0-1-1 0 0,-1 0 1 0 0,4-21-1 0 0,-5 23 75 0 0,-1 0 1 0 0,-1-1-1 0 0,0 1 0 0 0,-1 0 0 0 0,0 0 0 0 0,-1-1 0 0 0,0 1 0 0 0,-1 0 0 0 0,-8-25 0 0 0,4 19 209 0 0,3 13-145 0 0,-1 19-104 0 0,1-1-40 0 0,-3 11 6 0 0,2 1 0 0 0,0 0 0 0 0,2 0 0 0 0,0 0 0 0 0,4 44 0 0 0,-1-55-14 0 0,0-1-1 0 0,2 1 1 0 0,-1-1-1 0 0,1 0 0 0 0,1 0 1 0 0,0 0-1 0 0,1 0 1 0 0,1-1-1 0 0,-1 0 1 0 0,2 0-1 0 0,-1 0 1 0 0,1-1-1 0 0,12 13 0 0 0,-16-20-1 0 0,0 0 0 0 0,-1-1 0 0 0,2 1 0 0 0,-1-1-1 0 0,0 1 1 0 0,1-1 0 0 0,-1 0 0 0 0,1 0 0 0 0,-1-1-1 0 0,1 1 1 0 0,0-1 0 0 0,0 0 0 0 0,-1 0 0 0 0,1 0-1 0 0,0 0 1 0 0,0-1 0 0 0,0 1 0 0 0,0-1 0 0 0,0 0-1 0 0,0-1 1 0 0,0 1 0 0 0,0-1 0 0 0,0 1 0 0 0,0-1-1 0 0,0 0 1 0 0,0 0 0 0 0,0-1 0 0 0,-1 1 0 0 0,1-1-1 0 0,-1 0 1 0 0,1 0 0 0 0,-1 0 0 0 0,5-4 0 0 0,3-2 45 0 0,-2 0 0 0 0,1-1 0 0 0,-1 0 0 0 0,0-1 0 0 0,-1 1 0 0 0,0-2 0 0 0,-1 1 0 0 0,0-1 0 0 0,8-17 0 0 0,-11 18 219 0 0,-3 10-169 0 0,-3 32-55 0 0,3-26-35 0 0,1 0-1 0 0,-1 0 1 0 0,1 0-1 0 0,0 0 1 0 0,1 0-1 0 0,-1-1 1 0 0,1 1-1 0 0,0-1 1 0 0,0 1-1 0 0,7 6 1 0 0,-9-10 2 0 0,1-1 1 0 0,-1 0-1 0 0,1 0 1 0 0,-1 0-1 0 0,1 1 1 0 0,0-2-1 0 0,-1 1 1 0 0,1 0-1 0 0,0 0 1 0 0,0 0-1 0 0,0-1 1 0 0,0 1-1 0 0,0-1 1 0 0,0 0-1 0 0,0 1 1 0 0,0-1-1 0 0,2 0 1 0 0,0-1-6 0 0,0 1 0 0 0,0-1 1 0 0,0 0-1 0 0,0-1 1 0 0,0 1-1 0 0,0-1 1 0 0,0 1-1 0 0,0-1 1 0 0,-1 0-1 0 0,1 0 1 0 0,4-5-1 0 0,24-28-264 0 0,-19 18 163 0 0,-12 16 83 0 0,2-6-49 0 0,-2 5 39 0 0,0 6-183 0 0,-3 2 213 0 0,2-5 6 0 0,-1 1 0 0 0,1-1 0 0 0,0 1 0 0 0,-1-1 0 0 0,1 1 0 0 0,0-1 0 0 0,0 1 0 0 0,0-1-1 0 0,0 1 1 0 0,0-1 0 0 0,0 1 0 0 0,1-1 0 0 0,-1 1 0 0 0,0-1 0 0 0,1 0 0 0 0,-1 1 0 0 0,1-1 0 0 0,0 1 0 0 0,1 1-1 0 0,-1-1-9 0 0,12 2-30 0 0,-12-3 43 0 0,0-1 0 0 0,0 1 0 0 0,0-1 0 0 0,1 1 0 0 0,-1-1 0 0 0,0 1-1 0 0,0-1 1 0 0,0 0 0 0 0,0 0 0 0 0,0 1 0 0 0,1-1 0 0 0,-1 0 0 0 0,0 0 0 0 0,0 0 0 0 0,0 0-1 0 0,1-1 1 0 0,-1 1 0 0 0,2-1 0 0 0,65-15-4 0 0,55-11-39 0 0,-119 27 28 0 0,0 0 0 0 0,0-1 0 0 0,0 1 0 0 0,-1 1 0 0 0,1-1 0 0 0,0 0 0 0 0,0 1 0 0 0,-1 0 0 0 0,5 1 0 0 0,-6-1-7 0 0,10 15-108 0 0,-7-16 144 0 0,0 0-1 0 0,0 0 0 0 0,1-1 1 0 0,-1 0-1 0 0,0 0 0 0 0,0 0 1 0 0,0-1-1 0 0,0 0 0 0 0,9-4 1 0 0,55-13 87 0 0,-61 17-111 0 0,-4 2 5 0 0,-1-1 0 0 0,0 1 0 0 0,1 0 0 0 0,-1 0 0 0 0,1 0 0 0 0,-1 0 0 0 0,0 1 0 0 0,1-1 0 0 0,-1 1 0 0 0,1 0-1 0 0,-1 0 1 0 0,0 0 0 0 0,0 0 0 0 0,0 1 0 0 0,0-1 0 0 0,0 1 0 0 0,0 0 0 0 0,0 0 0 0 0,0 0 0 0 0,-1 0 0 0 0,1 0 0 0 0,-1 1 0 0 0,3 2 0 0 0,4 10-518 0 0</inkml:trace>
</inkml:ink>
</file>

<file path=ppt/ink/ink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3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33 152 0 0,'3'-19'5423'0'0,"1"5"-3603"0"0,18 24-7739 0 0</inkml:trace>
</inkml:ink>
</file>

<file path=ppt/ink/ink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3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22 104 0 0,'0'0'8261'0'0,"-3"-4"-7759"0"0,-11-10-56 0 0,10 10-49 0 0,-15 5 565 0 0,10 2-790 0 0,1 0 1 0 0,1 1-1 0 0,-1 0 1 0 0,0 0-1 0 0,1 1 1 0 0,0 0-1 0 0,0 0 1 0 0,-10 11-1 0 0,16-16-162 0 0,0 1 0 0 0,0-1 0 0 0,1 1 0 0 0,-1-1 0 0 0,0 1-1 0 0,1 0 1 0 0,-1-1 0 0 0,1 1 0 0 0,-1 0 0 0 0,1-1 0 0 0,-1 1-1 0 0,1 0 1 0 0,-1-1 0 0 0,1 1 0 0 0,0 0 0 0 0,-1 0 0 0 0,1 0-1 0 0,0-1 1 0 0,0 1 0 0 0,0 0 0 0 0,-1 0 0 0 0,1 0 0 0 0,0 0-1 0 0,0-1 1 0 0,0 1 0 0 0,0 0 0 0 0,0 0 0 0 0,1 0 0 0 0,-1 0-1 0 0,0 0 1 0 0,0-1 0 0 0,0 1 0 0 0,1 0 0 0 0,-1 0 0 0 0,1 0-1 0 0,-1-1 1 0 0,0 1 0 0 0,1 0 0 0 0,-1-1 0 0 0,1 1 0 0 0,0 0-1 0 0,-1-1 1 0 0,1 1 0 0 0,-1-1 0 0 0,1 1 0 0 0,0-1 0 0 0,-1 1-1 0 0,1-1 1 0 0,0 1 0 0 0,0-1 0 0 0,-1 0 0 0 0,1 1 0 0 0,1-1-1 0 0,2 2 13 0 0,0-1-1 0 0,0 1 1 0 0,0-1-1 0 0,0 0 1 0 0,0-1-1 0 0,0 1 1 0 0,8-1-1 0 0,1-2 6 0 0,0-1 0 0 0,-1 0 0 0 0,1-1 0 0 0,22-10 0 0 0,-17 6 10 0 0,1 1 0 0 0,30-8 0 0 0,-46 15-45 0 0,38-5 235 0 0,-8 8-129 0 0,23 2-2130 0 0,-21-5-4058 0 0,-17 0 3070 0 0</inkml:trace>
</inkml:ink>
</file>

<file path=ppt/ink/ink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4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1 490 716 0 0,'15'1'2289'0'0,"-13"-1"-1290"0"0,1 1 0 0 0,-1-1 0 0 0,0 0 0 0 0,1 0-1 0 0,-1 0 1 0 0,1 0 0 0 0,-1-1 0 0 0,1 1 0 0 0,-1 0 0 0 0,0-1-1 0 0,4-1 1 0 0,2-8 1229 0 0,-8 8-2429 0 0,1-26-9670 0 0</inkml:trace>
  <inkml:trace contextRef="#ctx0" brushRef="#br0" timeOffset="1">59 144 1608 0 0,'-8'-36'5531'0'0,"-4"-31"1539"0"0,15 27-9022 0 0</inkml:trace>
</inkml:ink>
</file>

<file path=ppt/ink/ink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8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0 988 0 0,'0'0'7149'0'0,"-3"5"-6759"0"0,-1 5-218 0 0,1 0 1 0 0,0 0-1 0 0,1 1 1 0 0,0-1-1 0 0,0 1 0 0 0,1-1 1 0 0,0 1-1 0 0,1 0 1 0 0,0-1-1 0 0,1 1 1 0 0,3 16-1 0 0,-2-6 75 0 0,-1 0 1 0 0,-1 27-1 0 0,-2-22-335 0 0,-4 35 901 0 0,-5-36-2732 0 0,9-24 1507 0 0,1 1-1 0 0,0-1 1 0 0,0 1 0 0 0,-1-1 0 0 0,1 0-1 0 0,-1 0 1 0 0,1 0 0 0 0,-1 0 0 0 0,1 0-1 0 0,-1 0 1 0 0,0 0 0 0 0,-1 1-1 0 0</inkml:trace>
</inkml:ink>
</file>

<file path=ppt/ink/ink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8.6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0 119 708 0 0,'21'-24'3483'0'0,"-12"17"-3032"0"0,0 0 0 0 0,1 1 0 0 0,0 1 1 0 0,0-1-1 0 0,1 2 0 0 0,19-7 0 0 0,72-16 598 0 0,-71 21-713 0 0,-9 1-187 0 0,0 0 0 0 0,0 2 0 0 0,0 1 0 0 0,34 1 0 0 0,-42 2-1274 0 0,0 1 0 0 0,0 0 0 0 0,0 1 0 0 0,24 8 0 0 0,-25-6-1045 0 0</inkml:trace>
</inkml:ink>
</file>

<file path=ppt/ink/ink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9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12 368 0 0,'4'-11'9148'0'0,"-9"32"-7064"0"0,-14 54-2058 0 0,12-33 464 0 0,-2-1 0 0 0,-17 46 0 0 0,3-18-2918 0 0,14-45 249 0 0</inkml:trace>
</inkml:ink>
</file>

<file path=ppt/ink/ink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09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1 109 484 0 0,'29'-24'2724'0'0,"-12"13"-2267"0"0,0 0 0 0 0,0 2 0 0 0,1 0 0 0 0,0 1 0 0 0,1 1 0 0 0,25-6 0 0 0,-26 8-515 0 0,1 1 0 0 0,1 1 1 0 0,-1 0-1 0 0,0 2 0 0 0,1 0 1 0 0,27 3-1 0 0,-26 4-3211 0 0,-11 0 1731 0 0</inkml:trace>
</inkml:ink>
</file>

<file path=ppt/ink/ink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0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34 148 0 0,'0'0'148'0'0,"0"1"-1"0"0,0 0 1 0 0,0-1 0 0 0,0 1-1 0 0,1 0 1 0 0,-1-1 0 0 0,0 1 0 0 0,0 0-1 0 0,1-1 1 0 0,-1 1 0 0 0,1 0-1 0 0,-1-1 1 0 0,0 1 0 0 0,1-1-1 0 0,-1 1 1 0 0,1-1 0 0 0,-1 1 0 0 0,1-1-1 0 0,0 1 1 0 0,0 0 0 0 0,164-31 3809 0 0,-53 16-8078 0 0,-95 12 2383 0 0</inkml:trace>
  <inkml:trace contextRef="#ctx0" brushRef="#br0" timeOffset="1">633 82 652 0 0,'0'0'952'0'0,"18"-3"708"0"0,9-5-944 0 0,-9 5-64 0 0,1 0-72 0 0,-1 1-55 0 0,7-3-61 0 0,2 2-112 0 0,2 1-176 0 0,0-1-156 0 0,2-2-116 0 0,7 1-164 0 0,-6 2-172 0 0,-2-1-565 0 0,0 1-1075 0 0,1-3 476 0 0</inkml:trace>
</inkml:ink>
</file>

<file path=ppt/ink/ink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0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209 105 732 0 0,'0'0'3412'0'0,"6"-6"1920"0"0,7 25-4787 0 0,-1 1-1 0 0,0 1 0 0 0,-2 0 1 0 0,13 37-1 0 0,-15-36-1029 0 0,-1 1 0 0 0,4 34 0 0 0,-11-39-1386 0 0,-5-6-2418 0 0,0-4 1710 0 0</inkml:trace>
  <inkml:trace contextRef="#ctx0" brushRef="#br0" timeOffset="1">1 74 932 0 0,'29'-13'955'0'0,"0"1"-1"0"0,1 2 1 0 0,1 1-1 0 0,31-5 0 0 0,-26 7-869 0 0,0 3-1 0 0,0 1 0 0 0,0 1 0 0 0,1 2 1 0 0,70 10-1 0 0,-65 4-3482 0 0,-34-9 1814 0 0</inkml:trace>
</inkml:ink>
</file>

<file path=ppt/ink/ink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0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0 105 608 0 0,'0'0'920'0'0,"26"-2"-84"0"0,-12-1-88 0 0,11-2-76 0 0,8-3-64 0 0,-6 3-60 0 0,4 0-76 0 0,10-3-139 0 0,-3-1-177 0 0,4-3-192 0 0,-3 4-252 0 0,-11-2-189 0 0,-1 4-375 0 0,1-5-920 0 0,0-1 404 0 0</inkml:trace>
</inkml:ink>
</file>

<file path=ppt/ink/ink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1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1232 0 0,'1'1'8460'0'0,"15"10"-8244"0"0,-4 0 89 0 0,-1 1 0 0 0,0 1 0 0 0,-1 0 0 0 0,0 1-1 0 0,-1 0 1 0 0,0 0 0 0 0,-1 1 0 0 0,9 23 0 0 0,-17-38-301 0 0,0 0 1 0 0,0 0-1 0 0,1 1 1 0 0,-1-1-1 0 0,0 1 0 0 0,0-1 1 0 0,1 0-1 0 0,-1 1 1 0 0,0-1-1 0 0,0 0 1 0 0,0 1-1 0 0,0-1 0 0 0,0 1 1 0 0,0-1-1 0 0,0 0 1 0 0,1 1-1 0 0,-1-1 1 0 0,0 1-1 0 0,0-1 0 0 0,-1 1 1 0 0,1-1-1 0 0,0 0 1 0 0,0 1-1 0 0,0-1 1 0 0,0 1-1 0 0,0-1 0 0 0,0 0 1 0 0,-1 1-1 0 0,1-1 1 0 0,0 0-1 0 0,0 1 1 0 0,0-1-1 0 0,-1 0 0 0 0,1 1 1 0 0,0-1-1 0 0,-1 0 1 0 0,1 1-1 0 0,0-1 1 0 0,0 0-1 0 0,-1 0 0 0 0,1 1 1 0 0,-1-1-1 0 0,1 0 1 0 0,0 0-1 0 0,-1 0 1 0 0,1 0-1 0 0,0 1 0 0 0,-1-1 1 0 0,1 0-1 0 0,-1 0 1 0 0,1 0-1 0 0,-1 0 1 0 0,1 0-1 0 0,0 0 0 0 0,-1 0 1 0 0,1 0-1 0 0,-1 0 1 0 0,1 0-1 0 0,0 0 1 0 0,-1 0-1 0 0,1-1 0 0 0,-1 1 1 0 0,1 0-1 0 0,0 0 1 0 0,-1 0-1 0 0,0-1 1 0 0,-21-10-117 0 0,19 9 103 0 0,0 0-1 0 0,0 0 1 0 0,1 0-1 0 0,-1 0 1 0 0,1-1-1 0 0,0 1 1 0 0,0-1 0 0 0,0 0-1 0 0,0 1 1 0 0,0-1-1 0 0,0 0 1 0 0,1 0-1 0 0,-1 0 1 0 0,1 0-1 0 0,0 0 1 0 0,0-1-1 0 0,0 1 1 0 0,0 0 0 0 0,1 0-1 0 0,-1-1 1 0 0,1 1-1 0 0,0 0 1 0 0,0-1-1 0 0,0 1 1 0 0,0 0-1 0 0,1-1 1 0 0,-1 1-1 0 0,1 0 1 0 0,0-1 0 0 0,0 1-1 0 0,2-3 1 0 0,0 1-4 0 0,1 0 0 0 0,-1 0 1 0 0,1 0-1 0 0,0 0 1 0 0,1 1-1 0 0,-1 0 0 0 0,1 0 1 0 0,0 0-1 0 0,0 1 1 0 0,0-1-1 0 0,0 1 0 0 0,1 0 1 0 0,-1 1-1 0 0,1-1 1 0 0,10-2-1 0 0,1 1-3 0 0,-1 1-1 0 0,1 0 1 0 0,0 1-1 0 0,1 1 1 0 0,-1 0-1 0 0,0 1 1 0 0,0 1-1 0 0,0 1 1 0 0,0 0-1 0 0,22 7 1 0 0,-27-6 7 0 0,0 0 1 0 0,-1 1-1 0 0,0 1 1 0 0,1 0-1 0 0,-2 0 1 0 0,1 1-1 0 0,-1 0 1 0 0,1 1-1 0 0,-2 1 1 0 0,1-1-1 0 0,-1 1 1 0 0,0 1-1 0 0,-1-1 1 0 0,0 2-1 0 0,10 14 1 0 0,-15-20 5 0 0,0 1 1 0 0,-1-1 0 0 0,0 1-1 0 0,0-1 1 0 0,0 1 0 0 0,0 0-1 0 0,-1 0 1 0 0,0 0-1 0 0,0 0 1 0 0,0-1 0 0 0,0 2-1 0 0,-1-1 1 0 0,0 0 0 0 0,0 0-1 0 0,-1 0 1 0 0,1 0-1 0 0,-1 0 1 0 0,-2 7 0 0 0,1-6 9 0 0,-1 0 0 0 0,0-1 0 0 0,0 1 0 0 0,-1 0 0 0 0,0-1-1 0 0,0 0 1 0 0,0 0 0 0 0,0 0 0 0 0,-1 0 0 0 0,0-1 0 0 0,0 0 0 0 0,-8 6 0 0 0,-7 1 51 0 0,1 0 0 0 0,-1-1-1 0 0,-1-1 1 0 0,0-1 0 0 0,0-1-1 0 0,-1-1 1 0 0,-25 4-1 0 0,27-7-379 0 0,0-1-1 0 0,0 0 0 0 0,-29-3 0 0 0,36-3-1774 0 0,6-11-4769 0 0</inkml:trace>
</inkml:ink>
</file>

<file path=ppt/ink/ink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1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1104 0 0,'0'0'1098'0'0,"13"3"3085"0"0,-5 6-3609 0 0,-1 1 1 0 0,0-1-1 0 0,0 1 1 0 0,-1 1-1 0 0,-1-1 1 0 0,0 1 0 0 0,0 0-1 0 0,5 18 1 0 0,16 35 736 0 0,-23-56-1133 0 0,0 0 0 0 0,0 1 0 0 0,-1-1 0 0 0,0 1 0 0 0,0 0 0 0 0,0 16 0 0 0,-2-24-213 0 0,-5 11-141 0 0,0-6-1691 0 0,-11-27-7972 0 0</inkml:trace>
</inkml:ink>
</file>

<file path=ppt/ink/ink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1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80 892 0 0,'22'-13'1511'0'0,"1"1"1"0"0,0 1-1 0 0,1 1 0 0 0,29-9 1 0 0,-37 15-1610 0 0,0 1 1 0 0,1 0-1 0 0,-1 1 1 0 0,1 0 0 0 0,-1 1-1 0 0,1 1 1 0 0,25 4-1 0 0,-23 2-3707 0 0</inkml:trace>
  <inkml:trace contextRef="#ctx0" brushRef="#br0" timeOffset="1">83 335 896 0 0,'0'0'1140'0'0,"0"13"2469"0"0,22-15-2293 0 0,1-2-836 0 0,-9 2-276 0 0,-1-3-344 0 0,4 2-368 0 0,-4-2-660 0 0,-2 2-1265 0 0,2-1 561 0 0</inkml:trace>
</inkml:ink>
</file>

<file path=ppt/ink/ink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3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15 432 8 0 0,'0'0'3047'0'0,"-14"-19"3863"0"0,15 8-6716 0 0,0 0 1 0 0,1 1-1 0 0,1-1 1 0 0,0 1-1 0 0,0-1 1 0 0,1 1-1 0 0,1 0 1 0 0,-1 1-1 0 0,2-1 0 0 0,-1 1 1 0 0,1 0-1 0 0,1 0 1 0 0,-1 0-1 0 0,2 1 1 0 0,14-14-1 0 0,2 0-62 0 0,1 1 0 0 0,2 1 0 0 0,0 1 1 0 0,31-15-1 0 0,-15 10 6 0 0,1 3 0 0 0,2 2 0 0 0,56-16 0 0 0,-75 27-93 0 0,1 2 1 0 0,-1 0-1 0 0,1 2 1 0 0,0 1-1 0 0,0 2 1 0 0,1 0-1 0 0,30 5 1 0 0,-51-3-47 0 0,-1 0 0 0 0,1 1 0 0 0,-1 1 0 0 0,1-1 0 0 0,-1 1 0 0 0,0 0 1 0 0,0 1-1 0 0,0-1 0 0 0,0 2 0 0 0,-1-1 0 0 0,1 1 0 0 0,-1 0 0 0 0,0 0 0 0 0,-1 0 0 0 0,1 1 1 0 0,-1 0-1 0 0,0 0 0 0 0,-1 0 0 0 0,7 11 0 0 0,-8-11-4 0 0,0 0 0 0 0,-1 0-1 0 0,0-1 1 0 0,0 1 0 0 0,0 0-1 0 0,-1 1 1 0 0,1-1 0 0 0,-1 0 0 0 0,-1 0-1 0 0,1 1 1 0 0,-1-1 0 0 0,-1 0 0 0 0,1 0-1 0 0,-1 1 1 0 0,0-1 0 0 0,0 0-1 0 0,-1 0 1 0 0,1 0 0 0 0,-2 0 0 0 0,1 0-1 0 0,0 0 1 0 0,-1-1 0 0 0,0 1 0 0 0,-7 8-1 0 0,3-5 25 0 0,0-1 0 0 0,0 1 0 0 0,-1-1-1 0 0,-1-1 1 0 0,1 1 0 0 0,-1-1 0 0 0,0-1 0 0 0,-1 0-1 0 0,0 0 1 0 0,0-1 0 0 0,0 0 0 0 0,0-1-1 0 0,-1 0 1 0 0,1-1 0 0 0,-1 0 0 0 0,0 0-1 0 0,0-1 1 0 0,-13 0 0 0 0,21-2 16 0 0,1 0-1 0 0,-1 0 1 0 0,1 0 0 0 0,0 0-1 0 0,-1-1 1 0 0,1 1 0 0 0,-1-1-1 0 0,1 0 1 0 0,0 0 0 0 0,0 0-1 0 0,0 0 1 0 0,-1 0 0 0 0,1 0-1 0 0,0 0 1 0 0,0-1 0 0 0,0 1-1 0 0,1-1 1 0 0,-1 1 0 0 0,0-1-1 0 0,0 0 1 0 0,1 0 0 0 0,-1 0-1 0 0,1 0 1 0 0,0 0 0 0 0,0 0-1 0 0,0 0 1 0 0,0 0 0 0 0,0-1-1 0 0,0 1 1 0 0,0-3 0 0 0,1 3 10 0 0,17-20 29 0 0,-12 19-168 0 0,0 0 0 0 0,0 1 0 0 0,1-1-1 0 0,-1 1 1 0 0,0 1 0 0 0,1-1 0 0 0,-1 1 0 0 0,1 0-1 0 0,0 0 1 0 0,-1 0 0 0 0,1 1 0 0 0,0 0 0 0 0,-1 0-1 0 0,11 1 1 0 0,34 9-2586 0 0,-6 3-3773 0 0,-34-9 3357 0 0</inkml:trace>
</inkml:ink>
</file>

<file path=ppt/ink/ink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4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29 484 0 0,'-1'-2'288'0'0,"-1"0"-1"0"0,1 0 1 0 0,-1 0 0 0 0,0 0-1 0 0,1 0 1 0 0,-1 1-1 0 0,0-1 1 0 0,0 0 0 0 0,0 1-1 0 0,-1-1 1 0 0,1 1-1 0 0,0 0 1 0 0,0 0 0 0 0,-1 0-1 0 0,1 0 1 0 0,-1 0-1 0 0,1 1 1 0 0,-1-1 0 0 0,1 1-1 0 0,-4-1 1 0 0,3 1-134 0 0,-1 0-1 0 0,1 1 1 0 0,0-1 0 0 0,-1 1 0 0 0,1 0 0 0 0,0 0-1 0 0,-1 0 1 0 0,1 1 0 0 0,0-1 0 0 0,0 1 0 0 0,0-1-1 0 0,0 1 1 0 0,-4 4 0 0 0,2-2-87 0 0,1-1 1 0 0,0 1-1 0 0,0 0 1 0 0,1 1-1 0 0,-1-1 1 0 0,1 0-1 0 0,0 1 1 0 0,0 0-1 0 0,0 0 1 0 0,1 0-1 0 0,-1 0 1 0 0,1 0-1 0 0,0 1 1 0 0,1-1-1 0 0,0 1 0 0 0,-1-1 1 0 0,2 1-1 0 0,-1 9 1 0 0,1-8-26 0 0,1 0 0 0 0,0 0 0 0 0,1 0 1 0 0,0 0-1 0 0,0-1 0 0 0,0 1 0 0 0,1-1 0 0 0,0 1 0 0 0,0-1 1 0 0,1 0-1 0 0,-1 0 0 0 0,1 0 0 0 0,1-1 0 0 0,-1 1 1 0 0,7 4-1 0 0,-4-3-24 0 0,2-1 1 0 0,-1 0 0 0 0,1 0-1 0 0,-1-1 1 0 0,1 0 0 0 0,1-1 0 0 0,-1 0-1 0 0,1 0 1 0 0,15 3 0 0 0,-4-3-58 0 0,1 0 0 0 0,1-2 1 0 0,-1 0-1 0 0,0-1 0 0 0,0-2 0 0 0,1 0 1 0 0,-1-1-1 0 0,41-10 0 0 0,-17-2-65 0 0,-1-1 1 0 0,58-27-1 0 0,-80 31 258 0 0,-1-1 1 0 0,0-1 0 0 0,-1-1 0 0 0,0-1-1 0 0,-1-1 1 0 0,19-19 0 0 0,-39 34-119 0 0,1 1 0 0 0,0 0-1 0 0,-1-1 1 0 0,1 1 0 0 0,-1-1 0 0 0,1 1 0 0 0,-1 0 0 0 0,0-1 0 0 0,1 1 0 0 0,-1-1 0 0 0,1 1 0 0 0,-1-1 0 0 0,0 0 0 0 0,1 1-1 0 0,-1-1 1 0 0,0 1 0 0 0,0-1 0 0 0,0 1 0 0 0,1-1 0 0 0,-1 0 0 0 0,0 1 0 0 0,0-1 0 0 0,0 0 0 0 0,0 1 0 0 0,0-1 0 0 0,0 1 0 0 0,0-2-1 0 0,-16 2 171 0 0,-27 16-149 0 0,38-14-41 0 0,1 1-1 0 0,-1 0 1 0 0,1 0-1 0 0,0 0 1 0 0,0 0-1 0 0,1 0 1 0 0,-1 1-1 0 0,1 0 1 0 0,0 0-1 0 0,-6 8 0 0 0,8-10-15 0 0,0 1 0 0 0,0-1 0 0 0,0 0 0 0 0,0 1 0 0 0,0-1 0 0 0,1 1 0 0 0,-1-1 0 0 0,1 1 0 0 0,-1-1 0 0 0,1 1 0 0 0,0-1 0 0 0,0 1 0 0 0,0-1 0 0 0,1 1 0 0 0,-1-1 0 0 0,1 1 0 0 0,-1-1-1 0 0,1 1 1 0 0,0-1 0 0 0,0 0 0 0 0,0 1 0 0 0,0-1 0 0 0,0 0 0 0 0,0 0 0 0 0,3 3 0 0 0,-2-1-18 0 0,1-1 0 0 0,1 1 0 0 0,-1-1 1 0 0,0 0-1 0 0,1 0 0 0 0,0 0 0 0 0,-1-1 0 0 0,1 1 0 0 0,0-1 0 0 0,6 3 0 0 0,-1-2 3 0 0,-1 0 0 0 0,1-1 0 0 0,0 0-1 0 0,0-1 1 0 0,0 0 0 0 0,0 0-1 0 0,0-1 1 0 0,0 0 0 0 0,0 0-1 0 0,0-1 1 0 0,-1 0 0 0 0,12-4 0 0 0,-17 5 32 0 0,0-1 0 0 0,0 0 0 0 0,0-1-1 0 0,0 1 1 0 0,-1 0 0 0 0,1-1 0 0 0,0 0 0 0 0,0 1 0 0 0,-1-1 0 0 0,1 0 0 0 0,-1-1 0 0 0,0 1 0 0 0,0 0 0 0 0,0-1 0 0 0,0 1 0 0 0,0-1 0 0 0,0 1 0 0 0,-1-1 0 0 0,1 0 0 0 0,-1 0 0 0 0,0 0 0 0 0,1 0 0 0 0,-1 0 0 0 0,-1 0 0 0 0,1 0 0 0 0,0 0 0 0 0,-1 0 0 0 0,0 0 0 0 0,1 0 0 0 0,-1-1 0 0 0,-1 1 0 0 0,1 0 0 0 0,0 0 0 0 0,-1 0 0 0 0,1 0 0 0 0,-1 0 0 0 0,-2-4 0 0 0,1 0 0 0 0,0 0 1 0 0,-1 1 0 0 0,0-1 0 0 0,0 1 0 0 0,0 0 0 0 0,-1 0 0 0 0,0 0 0 0 0,0 1 0 0 0,-1-1 0 0 0,1 1 0 0 0,-1 0 0 0 0,0 0-1 0 0,-1 0 1 0 0,1 1 0 0 0,-11-6 0 0 0,12 8-493 0 0,0 0-1 0 0,0 0 1 0 0,0 0 0 0 0,0 1-1 0 0,0 0 1 0 0,0 0 0 0 0,0 0-1 0 0,-1 0 1 0 0,-6 0-1 0 0,7 2-2730 0 0,-8 2 245 0 0</inkml:trace>
</inkml:ink>
</file>

<file path=ppt/ink/ink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4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20 892 0 0,'4'1'472'0'0,"1"0"0"0"0,-1 1 0 0 0,0-1 0 0 0,1 1 0 0 0,-1 0 0 0 0,0 0 0 0 0,0 1 0 0 0,-1-1 0 0 0,1 1 0 0 0,6 5-1 0 0,-6-3-205 0 0,0-1-1 0 0,-1 0 0 0 0,1 1 0 0 0,-1 0 1 0 0,0 0-1 0 0,0 0 0 0 0,-1 0 0 0 0,0 0 1 0 0,0 1-1 0 0,0-1 0 0 0,0 1 0 0 0,1 10 1 0 0,-3-14-68 0 0,1 1 182 0 0,1 2-607 0 0,-1-9 3675 0 0,-1-3-3571 0 0,0 0 0 0 0,0 0 0 0 0,0 0-1 0 0,1 0 1 0 0,0 0 0 0 0,1 0 0 0 0,-1 0 0 0 0,6-11-1 0 0,-6 14-225 0 0,1 0-1 0 0,1 1 1 0 0,-1-1-1 0 0,0 1 1 0 0,1-1-1 0 0,0 1 0 0 0,0 0 1 0 0,0 0-1 0 0,0 0 1 0 0,0 0-1 0 0,0 0 1 0 0,6-3-1 0 0,-7 5-67 0 0,11-5-2969 0 0,-2 5 1203 0 0</inkml:trace>
</inkml:ink>
</file>

<file path=ppt/ink/ink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4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3132 0 0,'20'10'30'0'0,"1"-1"-1"0"0,0-1 1 0 0,32 8 0 0 0,-42-14 137 0 0,0 0 0 0 0,0 0 0 0 0,0-2 0 0 0,1 1 0 0 0,-1-2 0 0 0,0 1 0 0 0,1-1 1 0 0,-1-1-1 0 0,11-3 0 0 0,-14 4 89 0 0,0-1 1 0 0,-1 0-1 0 0,1-1 0 0 0,-1 1 1 0 0,0-1-1 0 0,0-1 1 0 0,0 0-1 0 0,0 1 1 0 0,0-2-1 0 0,-1 1 0 0 0,0-1 1 0 0,0 0-1 0 0,0-1 1 0 0,9-10-1 0 0,-14 15-204 0 0,-1 1 0 0 0,1-1 0 0 0,-1 0 0 0 0,1 1 0 0 0,-1-1 0 0 0,1 0 0 0 0,-1 1-1 0 0,0-1 1 0 0,1 0 0 0 0,-1 1 0 0 0,0-1 0 0 0,1 0 0 0 0,-1 0 0 0 0,0 0 0 0 0,0 1 0 0 0,0-1 0 0 0,0 0 0 0 0,0 0 0 0 0,0 0 0 0 0,0 1-1 0 0,0-1 1 0 0,0 0 0 0 0,0 0 0 0 0,0 1 0 0 0,-1-1 0 0 0,1 0 0 0 0,0 0 0 0 0,0 1 0 0 0,-1-1 0 0 0,1 0 0 0 0,0 0 0 0 0,-1 1-1 0 0,1-1 1 0 0,-1 1 0 0 0,1-1 0 0 0,-1 0 0 0 0,0 1 0 0 0,1-1 0 0 0,-1 1 0 0 0,1-1 0 0 0,-1 1 0 0 0,0-1 0 0 0,1 1 0 0 0,-2-1-1 0 0,1 1-21 0 0,0 0-1 0 0,-1 0 0 0 0,1 0 1 0 0,0 0-1 0 0,0 0 0 0 0,0 0 1 0 0,0 0-1 0 0,0 0 0 0 0,-1 1 1 0 0,1-1-1 0 0,0 0 0 0 0,0 1 1 0 0,0-1-1 0 0,0 1 0 0 0,0-1 0 0 0,0 1 1 0 0,0-1-1 0 0,0 1 0 0 0,0 0 1 0 0,0 0-1 0 0,1-1 0 0 0,-1 1 1 0 0,0 0-1 0 0,0 0 0 0 0,1 0 1 0 0,-1 0-1 0 0,0 0 0 0 0,1 0 1 0 0,-1 0-1 0 0,1 0 0 0 0,0 0 0 0 0,-1 1 1 0 0,0 2-4 0 0,0 0-1 0 0,0-1 1 0 0,0 1 0 0 0,1 0-1 0 0,-1 0 1 0 0,1-1 0 0 0,0 1 0 0 0,0 0-1 0 0,1 0 1 0 0,-1-1 0 0 0,1 1 0 0 0,0 0-1 0 0,-1 0 1 0 0,2-1 0 0 0,-1 1 0 0 0,0-1-1 0 0,1 1 1 0 0,0-1 0 0 0,3 6 0 0 0,25 24-1628 0 0,8-9-4134 0 0,-21-17 2783 0 0</inkml:trace>
</inkml:ink>
</file>

<file path=ppt/ink/ink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5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 44 0 0,'1'-5'12881'0'0,"-1"25"-12565"0"0,-2-1 0 0 0,0 1 1 0 0,-1-1-1 0 0,-1 1 1 0 0,-10 27-1 0 0,11-39-849 0 0,0 1-1 0 0,-1-1 1 0 0,-1 0 0 0 0,-8 13-1 0 0,6-13-864 0 0</inkml:trace>
</inkml:ink>
</file>

<file path=ppt/ink/ink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5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61 644 0 0,'26'-59'8554'0'0,"-25"57"-8881"0"0</inkml:trace>
  <inkml:trace contextRef="#ctx0" brushRef="#br0" timeOffset="1">219 330 156 0 0,'17'25'6353'0'0,"-1"-24"-5490"0"0,0 0 1 0 0,1 0-1 0 0,-1-2 0 0 0,1 0 0 0 0,-1-1 0 0 0,0-1 0 0 0,16-4 1 0 0,-29 6-759 0 0,0 0 1 0 0,0 0 0 0 0,0 0-1 0 0,1 0 1 0 0,-1 1 0 0 0,0-1-1 0 0,0 1 1 0 0,1 0 0 0 0,-1 0-1 0 0,0 0 1 0 0,1 1 0 0 0,2 0-1 0 0,30 16-3788 0 0,-10-2-2072 0 0,-18-11 2745 0 0</inkml:trace>
</inkml:ink>
</file>

<file path=ppt/ink/ink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6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1 588 368 0 0,'0'0'3734'0'0,"6"0"-3115"0"0,23-3-152 0 0,-1-1 0 0 0,0-2 1 0 0,0 0-1 0 0,-1-2 0 0 0,0-1 0 0 0,27-13 0 0 0,-5 0-38 0 0,-1-3-1 0 0,61-42 0 0 0,-92 55-354 0 0,0 0 1 0 0,-1-2-1 0 0,0 0 0 0 0,-1-1 0 0 0,-1 0 0 0 0,0-1 1 0 0,-1-1-1 0 0,15-26 0 0 0,-21 31-13 0 0,-1-1 0 0 0,0 0 0 0 0,-1 0 0 0 0,0 0 0 0 0,-1-1 0 0 0,-1 0 0 0 0,0 0 1 0 0,-1 0-1 0 0,-1 0 0 0 0,0 0 0 0 0,0 0 0 0 0,-2 0 0 0 0,-2-17 0 0 0,-6-18 618 0 0,8 47-524 0 0,-2 10-112 0 0,-20 49 30 0 0,3 2-1 0 0,-24 121 1 0 0,-4 132 17 0 0,-5 123-313 0 0,50-416-269 0 0,-1 1 0 0 0,-2-1-1 0 0,1 0 1 0 0,-2-1 0 0 0,-14 28-1 0 0,20-44 183 0 0,0 0-1 0 0,0-1 1 0 0,0 1-1 0 0,0-1 1 0 0,0 1-1 0 0,-1-1 1 0 0,1 1-1 0 0,0-1 1 0 0,-1 0-1 0 0,1 0 0 0 0,-1 1 1 0 0,0-1-1 0 0,-2 1 1 0 0,-9 3-2198 0 0</inkml:trace>
</inkml:ink>
</file>

<file path=ppt/ink/ink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6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0 411 36 0 0,'413'-117'4199'0'0,"40"-13"-1251"0"0,-397 112-2162 0 0,-2-2 0 0 0,0-3 0 0 0,68-39 1 0 0,-116 59-687 0 0,-1 0 244 0 0,1-1 1 0 0,-1 1 0 0 0,0-1 0 0 0,0 0 0 0 0,0 0-1 0 0,0 0 1 0 0,4-7 0 0 0,-8 10 566 0 0,-8 3-875 0 0,0-1 1 0 0,-1 2-1 0 0,1-1 0 0 0,0 1 0 0 0,0 0 0 0 0,1 0 0 0 0,-1 1 0 0 0,1 0 1 0 0,0 0-1 0 0,0 1 0 0 0,0-1 0 0 0,0 1 0 0 0,1 0 0 0 0,-6 8 0 0 0,3-6-2 0 0,1 1 0 0 0,1 0 0 0 0,0 0 0 0 0,0 1-1 0 0,0 0 1 0 0,1 0 0 0 0,0 0 0 0 0,1 0 0 0 0,0 1-1 0 0,1 0 1 0 0,0 0 0 0 0,-3 20 0 0 0,5-29-31 0 0,1 0 0 0 0,0 0 1 0 0,0 0-1 0 0,1 0 0 0 0,-1 0 1 0 0,0-1-1 0 0,0 1 0 0 0,0 0 1 0 0,1 0-1 0 0,-1 0 0 0 0,0 0 1 0 0,1 0-1 0 0,-1 0 0 0 0,1-1 1 0 0,-1 1-1 0 0,1 0 0 0 0,-1 0 1 0 0,1-1-1 0 0,0 1 0 0 0,-1 0 1 0 0,1-1-1 0 0,0 1 0 0 0,-1 0 1 0 0,1-1-1 0 0,0 1 0 0 0,0-1 1 0 0,0 0-1 0 0,-1 1 0 0 0,1-1 1 0 0,0 1-1 0 0,0-1 0 0 0,0 0 1 0 0,0 0-1 0 0,0 0 0 0 0,0 1 1 0 0,0-1-1 0 0,0 0 0 0 0,0 0 1 0 0,-1 0-1 0 0,1-1 0 0 0,0 1 1 0 0,0 0-1 0 0,0 0 0 0 0,0 0 1 0 0,0-1-1 0 0,0 1 0 0 0,0 0 1 0 0,0-1-1 0 0,1 0 0 0 0,49-22 34 0 0,-45 19-29 0 0,40-22 16 0 0,42-21-184 0 0,-79 43 90 0 0,0 0-1 0 0,0 1 1 0 0,1 0 0 0 0,-1 1-1 0 0,1 0 1 0 0,-1 0 0 0 0,15 0-1 0 0,-11 3-30 0 0,-1 0 0 0 0,1 2 0 0 0,-1-1-1 0 0,0 1 1 0 0,17 7 0 0 0,-17-5 127 0 0,0-1 0 0 0,0-1 0 0 0,0 0 0 0 0,22 2 1 0 0,-29-5 46 0 0,-1 0 1 0 0,1-1-1 0 0,-1 1 1 0 0,0-1-1 0 0,0 0 1 0 0,1 0-1 0 0,-1 0 1 0 0,0 0-1 0 0,0-1 1 0 0,0 0-1 0 0,0 0 1 0 0,0 0-1 0 0,0 0 1 0 0,-1-1 0 0 0,1 1-1 0 0,-1-1 1 0 0,6-6-1 0 0,22-27 301 0 0,4-5-2030 0 0,-10 22-5854 0 0</inkml:trace>
</inkml:ink>
</file>

<file path=ppt/ink/ink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7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160 253 68 0 0,'2'-40'11234'0'0,"-2"39"-11185"0"0,0 1 1 0 0,0 0 0 0 0,-1-1 0 0 0,1 1-1 0 0,0 0 1 0 0,0-1 0 0 0,0 1-1 0 0,-1 0 1 0 0,1 0 0 0 0,0-1-1 0 0,-1 1 1 0 0,1 0 0 0 0,0 0 0 0 0,0-1-1 0 0,-1 1 1 0 0,1 0 0 0 0,0 0-1 0 0,-1 0 1 0 0,1 0 0 0 0,0 0-1 0 0,-1-1 1 0 0,1 1 0 0 0,-1 0 0 0 0,1 0-1 0 0,0 0 1 0 0,-1 0 0 0 0,1 0-1 0 0,0 0 1 0 0,-1 0 0 0 0,1 0-1 0 0,-1 0 1 0 0,1 0 0 0 0,0 1 0 0 0,-1-1-1 0 0,1 0 1 0 0,0 0 0 0 0,-1 0-1 0 0,-24 11 720 0 0,-31 25-371 0 0,45-29-50 0 0,-45 42 419 0 0,54-48-796 0 0,7-4-491 0 0,12-8 327 0 0,0 1 1 0 0,1 0 0 0 0,31-12 0 0 0,-40 19 113 0 0,0 1-1 0 0,0 0 1 0 0,0 0 0 0 0,0 1-1 0 0,1 0 1 0 0,-1 1 0 0 0,0 0 0 0 0,0 0-1 0 0,0 1 1 0 0,1 0 0 0 0,10 4 0 0 0,-1-1-39 0 0,0 0 0 0 0,0-1 0 0 0,0 0 0 0 0,1-2 0 0 0,-1 0 0 0 0,1-2 1 0 0,31-3-1 0 0,-44 2 143 0 0,0 1 0 0 0,0-1 0 0 0,0 0 0 0 0,0-1 0 0 0,0 1 0 0 0,-1-2 0 0 0,1 1 0 0 0,-1 0-1 0 0,0-1 1 0 0,0 0 0 0 0,0-1 0 0 0,-1 0 0 0 0,1 1 0 0 0,-1-1 0 0 0,-1-1 0 0 0,1 1 0 0 0,0-1 0 0 0,-1 0 0 0 0,0 0 0 0 0,-1 0 0 0 0,0-1 0 0 0,1 1 0 0 0,2-12 0 0 0,0-2 360 0 0,-1 0 0 0 0,-1-1 0 0 0,-1 0 1 0 0,0-35-1 0 0,-3 54-248 0 0,0-5 28 0 0,0 7-159 0 0,0 0 1 0 0,0 0 0 0 0,0 0 0 0 0,0 0-1 0 0,0 0 1 0 0,0 0 0 0 0,0 1-1 0 0,0-1 1 0 0,-1 0 0 0 0,1 0 0 0 0,0 0-1 0 0,0 0 1 0 0,0 0 0 0 0,0 0 0 0 0,0 0-1 0 0,0 0 1 0 0,0 0 0 0 0,0 0 0 0 0,0 0-1 0 0,0 0 1 0 0,0 0 0 0 0,-1 0-1 0 0,1 0 1 0 0,0 0 0 0 0,0 0 0 0 0,0 0-1 0 0,0 0 1 0 0,0 0 0 0 0,0 0 0 0 0,0 0-1 0 0,0 0 1 0 0,-1 0 0 0 0,1 0 0 0 0,0 0-1 0 0,0 0 1 0 0,0 0 0 0 0,0 0 0 0 0,0 0-1 0 0,0 0 1 0 0,0 0 0 0 0,0 0-1 0 0,0 0 1 0 0,0 0 0 0 0,-1 0 0 0 0,1 0-1 0 0,0 0 1 0 0,0 0 0 0 0,0 0 0 0 0,0 0-1 0 0,0-1 1 0 0,-204 664 358 0 0,195-610-344 0 0,-5 81 0 0 0,9-68 289 0 0,5-64 479 0 0,2-8-685 0 0,43-137 285 0 0,-32 94-365 0 0,3 0 0 0 0,41-90 0 0 0,-32 95-82 0 0,59-82 0 0 0,-68 107 31 0 0,0-1 0 0 0,2 2-1 0 0,0 0 1 0 0,1 2-1 0 0,0 0 1 0 0,23-14 0 0 0,-31 24 0 0 0,0 1 0 0 0,0-1 0 0 0,0 2 0 0 0,1-1 1 0 0,0 2-1 0 0,0 0 0 0 0,0 0 0 0 0,25-2 1 0 0,-34 5 10 0 0,1 0 0 0 0,-1-1 0 0 0,1 1 0 0 0,-1 0 0 0 0,1 1 0 0 0,-1-1 0 0 0,1 1 0 0 0,-1-1 0 0 0,1 1 0 0 0,-1 0 0 0 0,0 1 0 0 0,0-1 0 0 0,1 0 0 0 0,-1 1 0 0 0,0 0 0 0 0,0 0 0 0 0,0-1 0 0 0,0 2 0 0 0,-1-1 0 0 0,1 0 1 0 0,-1 1-1 0 0,1-1 0 0 0,-1 1 0 0 0,0 0 0 0 0,0 0 0 0 0,0-1 0 0 0,0 1 0 0 0,0 1 0 0 0,-1-1 0 0 0,1 0 0 0 0,-1 0 0 0 0,0 1 0 0 0,0-1 0 0 0,0 0 0 0 0,0 7 0 0 0,-1-5-4 0 0,0-1-1 0 0,0 1 0 0 0,-1 0 1 0 0,1 0-1 0 0,-1 0 0 0 0,0 0 1 0 0,-1-1-1 0 0,1 1 0 0 0,-1 0 1 0 0,0-1-1 0 0,0 1 0 0 0,0-1 1 0 0,-1 0-1 0 0,1 0 0 0 0,-1 0 1 0 0,0 0-1 0 0,-1 0 1 0 0,1 0-1 0 0,0-1 0 0 0,-1 0 1 0 0,-6 5-1 0 0,-5 3-344 0 0,0 0-1 0 0,-1-2 1 0 0,0 1 0 0 0,-22 8-1 0 0,1-8-1730 0 0,19-8-4612 0 0</inkml:trace>
</inkml:ink>
</file>

<file path=ppt/ink/ink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8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1 1092 0 0,'0'0'4394'0'0,"1"4"-3713"0"0,1 17-233 0 0,-2 0 0 0 0,0 0 1 0 0,-1 0-1 0 0,-1-1 1 0 0,-1 1-1 0 0,-11 39 0 0 0,5-16-9 0 0,-98 376 2445 0 0,94-393-1354 0 0,13-27-1501 0 0,0-1 0 0 0,-1 1 1 0 0,1 0-1 0 0,-1 0 0 0 0,1-1 1 0 0,0 1-1 0 0,-1 0 0 0 0,1 0 1 0 0,0-1-1 0 0,-1 1 0 0 0,1-1 0 0 0,0 1 1 0 0,-1 0-1 0 0,1-1 0 0 0,0 1 1 0 0,0-1-1 0 0,-1 1 0 0 0,1-1 1 0 0,0 1-1 0 0,0 0 0 0 0,0-1 0 0 0,0 1 1 0 0,0-1-1 0 0,0 1 0 0 0,0-1 1 0 0,-1 1-1 0 0,2-1 0 0 0,-1 1 1 0 0,0-1-1 0 0,0 0 0 0 0,-2-56 443 0 0,6 36-458 0 0,1 1 0 0 0,0 0 0 0 0,2 0 0 0 0,0 0-1 0 0,1 1 1 0 0,1 0 0 0 0,0 1 0 0 0,2-1 0 0 0,0 2 0 0 0,20-24 0 0 0,-15 22-45 0 0,0 1 1 0 0,2 0 0 0 0,0 2 0 0 0,0 0-1 0 0,2 1 1 0 0,0 1 0 0 0,0 1-1 0 0,37-18 1 0 0,-50 28 15 0 0,-1 1 1 0 0,1 0-1 0 0,0 0 0 0 0,0 0 0 0 0,0 1 1 0 0,0 0-1 0 0,0 0 0 0 0,0 1 0 0 0,0 0 1 0 0,0 0-1 0 0,1 0 0 0 0,-1 1 0 0 0,0 0 1 0 0,0 1-1 0 0,-1 0 0 0 0,1 0 0 0 0,0 0 1 0 0,7 4-1 0 0,-11-4 5 0 0,1 0 1 0 0,-1 0-1 0 0,0 1 1 0 0,1-1 0 0 0,-1 1-1 0 0,0 0 1 0 0,0 0-1 0 0,-1 0 1 0 0,1 0-1 0 0,-1 1 1 0 0,1-1-1 0 0,-1 0 1 0 0,0 1 0 0 0,-1 0-1 0 0,1 0 1 0 0,0-1-1 0 0,-1 1 1 0 0,0 0-1 0 0,0 0 1 0 0,0 0-1 0 0,-1 0 1 0 0,1 0 0 0 0,-1 1-1 0 0,0-1 1 0 0,0 0-1 0 0,0 0 1 0 0,-1 0-1 0 0,1 0 1 0 0,-1 0-1 0 0,0 0 1 0 0,0 0-1 0 0,-2 4 1 0 0,0-1 11 0 0,0-1-1 0 0,0 0 1 0 0,0 0 0 0 0,-1 0 0 0 0,1-1-1 0 0,-1 1 1 0 0,-1-1 0 0 0,1 0-1 0 0,-1 0 1 0 0,0 0 0 0 0,0-1 0 0 0,-1 0-1 0 0,1 0 1 0 0,-1 0 0 0 0,-8 3-1 0 0,5-2-308 0 0,0 0 0 0 0,-1-1-1 0 0,0 0 1 0 0,0-1 0 0 0,0 0 0 0 0,0-1-1 0 0,-1 0 1 0 0,1 0 0 0 0,-12-1-1 0 0,5-3-5503 0 0</inkml:trace>
</inkml:ink>
</file>

<file path=ppt/ink/ink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8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1 478 772 0 0,'0'0'2031'0'0,"4"-4"-1064"0"0,29-23 1105 0 0,-2-1 1 0 0,44-51-1 0 0,-55 55-1653 0 0,-2-1 1 0 0,0 0-1 0 0,-2-1 0 0 0,-1-1 0 0 0,-1-1 1 0 0,-1 0-1 0 0,14-49 0 0 0,-24 69-310 0 0,-1-1 0 0 0,0 1 0 0 0,0-1 0 0 0,-1 0 0 0 0,0 0-1 0 0,-1-16 1 0 0,0 23-39 0 0,-6 5-53 0 0,-6 4-12 0 0,0 2 0 0 0,0 0 0 0 0,1 0 1 0 0,0 1-1 0 0,1 0 0 0 0,0 1 0 0 0,0 0 0 0 0,1 1 0 0 0,1 0 1 0 0,0 0-1 0 0,0 0 0 0 0,2 1 0 0 0,-1 1 0 0 0,2-1 0 0 0,-7 22 1 0 0,8-23-2 0 0,1 0 0 0 0,0 1 0 0 0,1-1 0 0 0,0 1 0 0 0,1 0 0 0 0,0-1 0 0 0,1 1 0 0 0,1 0 1 0 0,0 0-1 0 0,0-1 0 0 0,1 1 0 0 0,1 0 0 0 0,0-1 0 0 0,1 0 0 0 0,0 0 0 0 0,1 0 0 0 0,1 0 1 0 0,9 16-1 0 0,-13-25-4 0 0,0 0 0 0 0,0 0 1 0 0,0 0-1 0 0,1 0 0 0 0,-1-1 1 0 0,1 1-1 0 0,-1-1 1 0 0,1 1-1 0 0,0-1 0 0 0,0 0 1 0 0,0 0-1 0 0,0 0 0 0 0,0-1 1 0 0,1 1-1 0 0,-1-1 1 0 0,0 0-1 0 0,1 0 0 0 0,-1 0 1 0 0,1 0-1 0 0,-1 0 0 0 0,1-1 1 0 0,-1 0-1 0 0,1 1 0 0 0,0-1 1 0 0,-1-1-1 0 0,1 1 1 0 0,-1 0-1 0 0,1-1 0 0 0,-1 0 1 0 0,1 0-1 0 0,-1 0 0 0 0,1 0 1 0 0,3-2-1 0 0,2-2 135 0 0,-1 0-1 0 0,1-1 0 0 0,-1 0 1 0 0,0 0-1 0 0,-1 0 1 0 0,0-1-1 0 0,0 0 1 0 0,0-1-1 0 0,-1 1 1 0 0,9-14-1 0 0,-14 19 35 0 0,-1-3 749 0 0,-1 10-987 0 0,0-1 1 0 0,0 0 0 0 0,1 0-1 0 0,0 1 1 0 0,-1-1-1 0 0,2 1 1 0 0,-1-1 0 0 0,0 0-1 0 0,1 0 1 0 0,0 1-1 0 0,0-1 1 0 0,0 0-1 0 0,0 0 1 0 0,4 7 0 0 0,10 10-2926 0 0,8-6-3328 0 0,-10-10 2615 0 0</inkml:trace>
</inkml:ink>
</file>

<file path=ppt/ink/ink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9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0 724 0 0,'-18'4'1324'0'0,"-29"10"2222"0"0,45-13-3389 0 0,0 0 1 0 0,1-1-1 0 0,-1 1 0 0 0,1 0 0 0 0,-1 1 0 0 0,0-1 1 0 0,1 0-1 0 0,0 0 0 0 0,-1 1 0 0 0,1-1 0 0 0,0 1 1 0 0,0-1-1 0 0,0 1 0 0 0,0-1 0 0 0,0 1 1 0 0,0 0-1 0 0,0-1 0 0 0,0 1 0 0 0,1 0 0 0 0,-1 0 1 0 0,0 3-1 0 0,1-2-49 0 0,0 0 1 0 0,0-1-1 0 0,0 1 0 0 0,1 0 1 0 0,-1 0-1 0 0,1 0 0 0 0,0-1 1 0 0,0 1-1 0 0,0 0 0 0 0,0-1 1 0 0,0 1-1 0 0,1 0 0 0 0,-1-1 1 0 0,4 5-1 0 0,30 33 746 0 0,-18-23-358 0 0,-12-11-350 0 0,-4-5-113 0 0,0 0 1 0 0,0 1-1 0 0,0-1 1 0 0,0 0 0 0 0,0 0-1 0 0,0 0 1 0 0,0 1-1 0 0,0-1 1 0 0,-1 0 0 0 0,1 1-1 0 0,-1-1 1 0 0,1 0-1 0 0,-1 1 1 0 0,1-1 0 0 0,-1 1-1 0 0,0-1 1 0 0,1 2-1 0 0,-1-1 91 0 0,-43 19-370 0 0,6-16-4760 0 0,32-5 2371 0 0</inkml:trace>
</inkml:ink>
</file>

<file path=ppt/ink/ink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19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96 0 0,'5'-16'7835'0'0,"0"21"-3974"0"0,2 36-5035 0 0,-3-21-5066 0 0,1-13 3778 0 0</inkml:trace>
</inkml:ink>
</file>

<file path=ppt/ink/ink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0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4 236 0 0,'18'-4'5765'0'0,"-18"14"-1443"0"0,-19 20-3053 0 0,3-15-2485 0 0,0 0 1 0 0,-34 23-1 0 0,24-19-1888 0 0,1-1 379 0 0</inkml:trace>
</inkml:ink>
</file>

<file path=ppt/ink/ink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0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5 216 0 0,'9'-5'11160'0'0,"18"18"-10768"0"0,-18-8-352 0 0,1 0 0 0 0,0-1 1 0 0,0 0-1 0 0,0 0 1 0 0,1-1-1 0 0,-1-1 1 0 0,1 1-1 0 0,16 0 1 0 0,-24-3 17 0 0,-1 0 1 0 0,0 0 0 0 0,1 0-1 0 0,-1 0 1 0 0,0 0 0 0 0,0 1-1 0 0,1-1 1 0 0,-1 1-1 0 0,0-1 1 0 0,0 1 0 0 0,0 0-1 0 0,0 0 1 0 0,0 0 0 0 0,0 0-1 0 0,0 1 1 0 0,0-1-1 0 0,0 0 1 0 0,0 1 0 0 0,-1-1-1 0 0,3 3 1 0 0,6 15-1576 0 0,-4 4-4640 0 0,-4-14 2956 0 0</inkml:trace>
</inkml:ink>
</file>

<file path=ppt/ink/ink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2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40 584 0 0,'6'-36'7167'0'0,"-11"32"-3130"0"0,-9 12-3682 0 0,13-8-337 0 0,0 1 0 0 0,0 0 0 0 0,0-1 1 0 0,0 1-1 0 0,0 0 0 0 0,0 0 0 0 0,0 0 0 0 0,0 0 0 0 0,0 0 0 0 0,0 0 0 0 0,1 0 0 0 0,-1 0 0 0 0,0 0 1 0 0,1 0-1 0 0,-1 0 0 0 0,1 1 0 0 0,-1-1 0 0 0,1 0 0 0 0,-1 0 0 0 0,1 1 0 0 0,0-1 0 0 0,0 0 0 0 0,0 1 1 0 0,0-1-1 0 0,0 0 0 0 0,0 0 0 0 0,0 1 0 0 0,0-1 0 0 0,0 0 0 0 0,0 1 0 0 0,1-1 0 0 0,-1 0 0 0 0,1 0 1 0 0,-1 1-1 0 0,1-1 0 0 0,-1 0 0 0 0,1 0 0 0 0,0 0 0 0 0,-1 0 0 0 0,1 0 0 0 0,0 0 0 0 0,0 0 0 0 0,0 0 1 0 0,0 0-1 0 0,0 0 0 0 0,0 0 0 0 0,0-1 0 0 0,0 1 0 0 0,0 0 0 0 0,0-1 0 0 0,0 1 0 0 0,1-1 0 0 0,-1 1 1 0 0,0-1-1 0 0,0 1 0 0 0,1-1 0 0 0,-1 0 0 0 0,0 0 0 0 0,0 1 0 0 0,1-1 0 0 0,-1 0 0 0 0,0 0 0 0 0,1-1 1 0 0,-1 1-1 0 0,0 0 0 0 0,2-1 0 0 0,32-5 27 0 0,0 0-1 0 0,0 3 1 0 0,1 1 0 0 0,54 3-1 0 0,-32 9-105 0 0,-57-9 60 0 0,-1-1-1 0 0,1 0 1 0 0,-1 0 0 0 0,0 1-1 0 0,1-1 1 0 0,-1 0 0 0 0,0 1 0 0 0,0-1-1 0 0,1 1 1 0 0,-1-1 0 0 0,0 0 0 0 0,0 1-1 0 0,0-1 1 0 0,1 1 0 0 0,-1-1-1 0 0,0 1 1 0 0,0-1 0 0 0,0 1 0 0 0,0-1-1 0 0,0 0 1 0 0,0 1 0 0 0,0-1-1 0 0,0 1 1 0 0,0-1 0 0 0,0 1 0 0 0,0-1-1 0 0,0 1 1 0 0,0-1 0 0 0,-1 1-1 0 0,1-1 1 0 0,0 0 0 0 0,0 1 0 0 0,0-1-1 0 0,-1 1 1 0 0,-4 12-17 0 0,5-13 18 0 0,-4 5-70 0 0,1-1 0 0 0,-1 1 0 0 0,1-1 0 0 0,-1 1 0 0 0,0-1-1 0 0,-1 0 1 0 0,1-1 0 0 0,-1 1 0 0 0,1-1 0 0 0,-11 6 0 0 0,-55 20-3074 0 0,57-24 1690 0 0,-2 0-1606 0 0,2-2 230 0 0</inkml:trace>
</inkml:ink>
</file>

<file path=ppt/ink/ink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2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 16 0 0,'40'-75'9203'0'0,"-39"74"-9251"0"0,0 1 0 0 0,1-1 0 0 0,-1 0 0 0 0,0 1 0 0 0,1 0 0 0 0,-1-1-1 0 0,1 1 1 0 0,-1 0 0 0 0,0 0 0 0 0,1 0 0 0 0,-1 0 0 0 0,1 0 0 0 0,-1 0 0 0 0,1 0 0 0 0,-1 0 0 0 0,0 1 0 0 0,1-1 0 0 0,-1 1 0 0 0,3 0 0 0 0,-4-1 65 0 0,30 16-4510 0 0,-20-10 2367 0 0</inkml:trace>
</inkml:ink>
</file>

<file path=ppt/ink/ink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3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1 948 448 0 0,'23'-6'715'0'0,"1"-1"0"0"0,-1-1 0 0 0,-1-1 0 0 0,0-1-1 0 0,0-1 1 0 0,-1 0 0 0 0,0-2 0 0 0,20-16 0 0 0,-21 13-488 0 0,-2 0 0 0 0,0-2 0 0 0,-1 0 0 0 0,-1 0 0 0 0,-1-2 0 0 0,0 0 0 0 0,-2 0-1 0 0,0-1 1 0 0,-1-1 0 0 0,-2 0 0 0 0,0-1 0 0 0,12-41 0 0 0,-18 42-176 0 0,0 0-1 0 0,-1-1 0 0 0,-1 1 1 0 0,-1-1-1 0 0,-1 0 0 0 0,-1 0 1 0 0,-1 1-1 0 0,-1-1 1 0 0,-1 1-1 0 0,-1 0 0 0 0,-11-30 1 0 0,10 34-19 0 0,-1 1 0 0 0,0 0 0 0 0,-1 0 0 0 0,-1 0 0 0 0,-1 1 0 0 0,0 0 0 0 0,-2 1 1 0 0,1 1-1 0 0,-2-1 0 0 0,0 2 0 0 0,0 0 0 0 0,-1 0 0 0 0,-1 2 0 0 0,-18-13 0 0 0,31 23-30 0 0,-1 0 0 0 0,1-1-1 0 0,-1 1 1 0 0,1 0 0 0 0,-1 0-1 0 0,1 0 1 0 0,-1 1 0 0 0,0-1-1 0 0,1 1 1 0 0,-1-1-1 0 0,0 1 1 0 0,0 0 0 0 0,1 0-1 0 0,-1 0 1 0 0,0 0 0 0 0,1 1-1 0 0,-1-1 1 0 0,0 1 0 0 0,1-1-1 0 0,-1 1 1 0 0,-4 2 0 0 0,3 0-1 0 0,-1 0 1 0 0,1 0-1 0 0,0 0 1 0 0,0 1-1 0 0,0-1 0 0 0,0 1 1 0 0,0 0-1 0 0,1 0 1 0 0,0 0-1 0 0,-4 7 1 0 0,-4 9 4 0 0,1 1-1 0 0,1-1 1 0 0,1 1 0 0 0,-6 26 0 0 0,5-8 11 0 0,2-1 0 0 0,1 1 0 0 0,3 1 0 0 0,1-1 1 0 0,1 0-1 0 0,10 75 0 0 0,8-4 65 0 0,36 123-1 0 0,-46-206-34 0 0,0 1-1 0 0,2-1 1 0 0,2-1-1 0 0,20 39 1 0 0,-30-64-12 0 0,-1 0 0 0 0,1 1 1 0 0,0-1-1 0 0,1 0 1 0 0,-1-1-1 0 0,0 1 0 0 0,0 0 1 0 0,0 0-1 0 0,0 0 1 0 0,1-1-1 0 0,-1 1 0 0 0,0 0 1 0 0,1-1-1 0 0,-1 0 0 0 0,0 1 1 0 0,1-1-1 0 0,-1 0 1 0 0,1 1-1 0 0,-1-1 0 0 0,1 0 1 0 0,-1 0-1 0 0,0 0 1 0 0,1 0-1 0 0,-1 0 0 0 0,1-1 1 0 0,-1 1-1 0 0,1 0 0 0 0,-1-1 1 0 0,0 1-1 0 0,1-1 1 0 0,-1 1-1 0 0,0-1 0 0 0,2-1 1 0 0,55-33 223 0 0,-25 14-85 0 0,-17 14-99 0 0,0 1 0 0 0,0 1 0 0 0,1 0 0 0 0,0 1-1 0 0,-1 1 1 0 0,2 1 0 0 0,30-1 0 0 0,-45 3-158 0 0,0 0 0 0 0,0 0 0 0 0,0 0 0 0 0,-1 0-1 0 0,1 1 1 0 0,0-1 0 0 0,0 1 0 0 0,0-1 0 0 0,3 3 0 0 0,10 11-7272 0 0</inkml:trace>
</inkml:ink>
</file>

<file path=ppt/ink/ink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3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81 92 0 0,'-11'-70'9251'0'0,"11"68"-8558"0"0,4-3-1096 0 0,-2 2-940 0 0</inkml:trace>
</inkml:ink>
</file>

<file path=ppt/ink/ink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3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62 940 0 0,'0'0'917'0'0,"5"-11"511"0"0,-6 5 1757 0 0,-3 1-2940 0 0,0 1 0 0 0,0 1 0 0 0,-1-1 0 0 0,0 0 0 0 0,1 1 1 0 0,-1 0-1 0 0,0 0 0 0 0,0 1 0 0 0,-1-1 0 0 0,1 1 0 0 0,0 0 0 0 0,-1 1 0 0 0,1-1 0 0 0,-1 1 1 0 0,-6 0-1 0 0,8 0-207 0 0,-1 1 1 0 0,1-1-1 0 0,-1 1 1 0 0,1 0-1 0 0,-1 1 1 0 0,1-1-1 0 0,-1 1 1 0 0,1 0-1 0 0,0 0 0 0 0,-1 1 1 0 0,1-1-1 0 0,0 1 1 0 0,0 0-1 0 0,0 0 1 0 0,0 0-1 0 0,0 0 1 0 0,0 1-1 0 0,1 0 1 0 0,-1 0-1 0 0,1 0 1 0 0,-4 4-1 0 0,4-3-20 0 0,1 1 0 0 0,0-1 0 0 0,0 0 0 0 0,0 1 0 0 0,0 0 0 0 0,1-1-1 0 0,-1 1 1 0 0,1 0 0 0 0,1 0 0 0 0,-1 0 0 0 0,0-1 0 0 0,1 1 0 0 0,0 0-1 0 0,1 0 1 0 0,0 9 0 0 0,2 4 23 0 0,1 1 0 0 0,10 30-1 0 0,-8-32-19 0 0,18 56 70 0 0,20 93 0 0 0,-40-143-111 0 0,-1 0 0 0 0,0 1 0 0 0,-2 0 0 0 0,-1-1 0 0 0,-1 1 0 0 0,0 0 0 0 0,-2-1 0 0 0,-8 33 0 0 0,8-47 4 0 0,0-1 0 0 0,-1 0 0 0 0,1 1 0 0 0,-2-1 0 0 0,1-1 0 0 0,-1 1 0 0 0,0-1 0 0 0,-1 1 0 0 0,0-1-1 0 0,0-1 1 0 0,0 1 0 0 0,-1-1 0 0 0,0-1 0 0 0,0 1 0 0 0,-1-1 0 0 0,1 0 0 0 0,-1-1 0 0 0,0 1 0 0 0,-1-2 0 0 0,1 1 0 0 0,-1-1 0 0 0,1 0 0 0 0,-12 1 0 0 0,19-4-15 0 0,-1 1 0 0 0,1-1 0 0 0,0 0 1 0 0,-1 0-1 0 0,1 0 0 0 0,-1 0 0 0 0,1-1 0 0 0,0 1 1 0 0,-1 0-1 0 0,1-1 0 0 0,0 1 0 0 0,-1 0 0 0 0,1-1 1 0 0,0 0-1 0 0,0 1 0 0 0,-1-1 0 0 0,1 0 0 0 0,0 1 1 0 0,0-1-1 0 0,0 0 0 0 0,0 0 0 0 0,0 0 1 0 0,0 0-1 0 0,0 0 0 0 0,0 0 0 0 0,0 0 0 0 0,1-1 1 0 0,-1 1-1 0 0,0 0 0 0 0,1 0 0 0 0,-1-1 0 0 0,1 1 1 0 0,-1 0-1 0 0,1-1 0 0 0,0 1 0 0 0,-1-2 0 0 0,1-2-105 0 0,-1 1 0 0 0,1 0 0 0 0,0-1 0 0 0,0 1 0 0 0,0 0-1 0 0,1-1 1 0 0,0 1 0 0 0,0 0 0 0 0,2-9 0 0 0,13-20-1142 0 0,1 1 1 0 0,38-56-1 0 0,-35 57-269 0 0,16-24-368 0 0</inkml:trace>
</inkml:ink>
</file>

<file path=ppt/ink/ink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4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86 146 300 0 0,'10'-25'1325'0'0,"18"-47"2621"0"0,-21 23 2305 0 0,-7 52-6218 0 0,-1-1 0 0 0,0 0 0 0 0,0 0 0 0 0,0 0 0 0 0,0 0 0 0 0,0 0-1 0 0,0-1 1 0 0,0 1 0 0 0,-1 0 0 0 0,1 0 0 0 0,-1-1 0 0 0,-2 3 0 0 0,0 0 37 0 0,-9 21 105 0 0,0 1-1 0 0,1 0 1 0 0,2 0-1 0 0,1 1 1 0 0,1 1-1 0 0,-8 46 1 0 0,10-42-64 0 0,-1 8 40 0 0,2 1 1 0 0,2 70 0 0 0,-4 30 183 0 0,9-104-69 0 0,-1-36-104 0 0,1-2-160 0 0,0-1-1 0 0,0 0 0 0 0,0 1 0 0 0,0-1 1 0 0,0 0-1 0 0,0 0 0 0 0,-1 0 0 0 0,1 0 1 0 0,-1 0-1 0 0,2-3 0 0 0,-2 5-1 0 0,38-49-95 0 0,-32 38 23 0 0,2 0 0 0 0,-1 1 0 0 0,20-18 0 0 0,-27 27 23 0 0,0 1 11 0 0,9-1-109 0 0,0 8 108 0 0,4 3-48 0 0,0 0 0 0 0,1-1 0 0 0,-1 0 0 0 0,2-1-1 0 0,23 8 1 0 0,-35-15 83 0 0,0 0 0 0 0,0 0 1 0 0,1 0-1 0 0,-1 0 0 0 0,0-1 0 0 0,0 0 0 0 0,0 0 0 0 0,0 0 1 0 0,1 0-1 0 0,-1-1 0 0 0,0 0 0 0 0,0 0 0 0 0,0 0 0 0 0,0 0 1 0 0,0 0-1 0 0,0-1 0 0 0,-1 0 0 0 0,1 0 0 0 0,0 0 1 0 0,-1 0-1 0 0,1 0 0 0 0,-1-1 0 0 0,0 1 0 0 0,0-1 0 0 0,0 0 1 0 0,0 0-1 0 0,0 0 0 0 0,-1-1 0 0 0,3-3 0 0 0,-4 6 128 0 0,4-9 14 0 0,-3 5-66 0 0,-4 7-52 0 0,0 1-22 0 0,0-1-20 0 0,0 1 0 0 0,0 0 1 0 0,1 0-1 0 0,-1 0 0 0 0,1 0 0 0 0,-1 1 0 0 0,1-1 0 0 0,0 0 0 0 0,0 0 0 0 0,0 7 1 0 0,1-8-61 0 0,-1-1 74 0 0,1 0-1 0 0,0-1 0 0 0,0 1 1 0 0,0-1-1 0 0,0 1 1 0 0,0 0-1 0 0,-1-1 0 0 0,1 1 1 0 0,0 0-1 0 0,0-1 0 0 0,1 1 1 0 0,-1 0-1 0 0,0-1 1 0 0,0 1-1 0 0,0-1 0 0 0,0 1 1 0 0,0 0-1 0 0,1-1 1 0 0,-1 1-1 0 0,0-1 0 0 0,1 1 1 0 0,-1-1-1 0 0,0 1 0 0 0,1-1 1 0 0,-1 1-1 0 0,1-1 1 0 0,-1 1-1 0 0,1-1 0 0 0,-1 1 1 0 0,1-1-1 0 0,-1 0 0 0 0,1 1 1 0 0,-1-1-1 0 0,1 0 1 0 0,-1 1-1 0 0,1-1 0 0 0,-1 0 1 0 0,1 0-1 0 0,0 0 1 0 0,-1 1-1 0 0,1-1 0 0 0,1 0 1 0 0,25 10-196 0 0,-14-10 108 0 0,0 0 0 0 0,0-1-1 0 0,0 0 1 0 0,18-5 0 0 0,23-2-203 0 0,117-5-598 0 0,-170 13 884 0 0,1 0 1 0 0,-1-1-1 0 0,1 1 1 0 0,-1 0-1 0 0,1 0 1 0 0,-1 0-1 0 0,0 1 1 0 0,1-1-1 0 0,-1 0 1 0 0,1 0-1 0 0,-1 1 1 0 0,0-1-1 0 0,1 1 1 0 0,-1-1-1 0 0,0 1 1 0 0,1 0-1 0 0,-1-1 1 0 0,0 1-1 0 0,0 0 1 0 0,0 0-1 0 0,2 1 1 0 0,-2 2-5 0 0,0 0 0 0 0,0 0 0 0 0,0 0 0 0 0,0-1 1 0 0,-1 1-1 0 0,1 0 0 0 0,-1 0 0 0 0,-1 8 0 0 0,1-12 24 0 0,0 1 0 0 0,0-1-1 0 0,0 0 1 0 0,0 0 0 0 0,0 1 0 0 0,0-1 0 0 0,1 0-1 0 0,-1 0 1 0 0,0 0 0 0 0,0 1 0 0 0,0-1 0 0 0,0 0 0 0 0,0 0-1 0 0,1 0 1 0 0,-1 1 0 0 0,0-1 0 0 0,0 0 0 0 0,0 0-1 0 0,1 0 1 0 0,-1 0 0 0 0,0 0 0 0 0,0 0 0 0 0,0 1-1 0 0,1-1 1 0 0,-1 0 0 0 0,0 0 0 0 0,0 0 0 0 0,1 0 0 0 0,-1 0-1 0 0,0 0 1 0 0,0 0 0 0 0,1 0 0 0 0,-1 0 0 0 0,0 0-1 0 0,0 0 1 0 0,0 0 0 0 0,1 0 0 0 0,-1 0 0 0 0,0 0-1 0 0,0 0 1 0 0,1 0 0 0 0,-1-1 0 0 0,0 1 0 0 0,0 0-1 0 0,0 0 1 0 0,1 0 0 0 0,-1 0 0 0 0,0 0 0 0 0,0 0 0 0 0,0-1-1 0 0,1 1 1 0 0,-1 0 0 0 0,0 0 0 0 0,0 0 0 0 0,0-1-1 0 0,38-44 277 0 0,-3-1-1 0 0,-2-2 0 0 0,52-102 0 0 0,-17 30 684 0 0,-33 56 959 0 0,-34 62-1401 0 0,7 37-234 0 0,-10 12-27 0 0,7 85 0 0 0,-2-90-416 0 0,-1 1 0 0 0,-6 68-1 0 0,3-108-95 0 0,1 1 0 0 0,-1 0-1 0 0,-1-1 1 0 0,1 1 0 0 0,0-1 0 0 0,-1 0-1 0 0,1 1 1 0 0,-1-1 0 0 0,0 0 0 0 0,-3 3-1 0 0,-16 15-7399 0 0</inkml:trace>
</inkml:ink>
</file>

<file path=ppt/ink/ink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5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23 568 0 0,'8'-5'3452'0'0,"1"2"-875"0"0,9-4-1857 0 0,-9 3 376 0 0,11 2-820 0 0,-3 1-224 0 0,-1 2-248 0 0,3-2-264 0 0,7 2-296 0 0,-8 1-468 0 0,3-2-1325 0 0,-2 4 589 0 0</inkml:trace>
</inkml:ink>
</file>

<file path=ppt/ink/ink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56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18 100 212 0 0,'-5'-15'2728'0'0,"-7"-44"3505"0"0,12 57-5092 0 0,0-13 920 0 0,0 7-2275 0 0,12 31-9787 0 0</inkml:trace>
</inkml:ink>
</file>

<file path=ppt/ink/ink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57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60 530 276 0 0,'0'-16'2182'0'0,"0"-3"17"0"0,0 12 3382 0 0,-2 14-5505 0 0,-45 172 1190 0 0,43-161-1153 0 0,1-1 0 0 0,1 1 0 0 0,1-1 1 0 0,1 1-1 0 0,0-1 0 0 0,1 1 1 0 0,1 0-1 0 0,7 29 0 0 0,-8-44-65 0 0,-1-2-41 0 0,0 0 1 0 0,0 0-1 0 0,0 0 1 0 0,0-1-1 0 0,0 1 0 0 0,1 0 1 0 0,-1 0-1 0 0,0-1 0 0 0,0 1 1 0 0,1 0-1 0 0,-1 0 1 0 0,1-1-1 0 0,-1 1 0 0 0,0 0 1 0 0,1-1-1 0 0,-1 1 1 0 0,1-1-1 0 0,0 1 0 0 0,-1 0 1 0 0,1-1-1 0 0,-1 1 1 0 0,1-1-1 0 0,0 0 0 0 0,-1 1 1 0 0,1-1-1 0 0,0 1 1 0 0,0-1-1 0 0,-1 0 0 0 0,1 0 1 0 0,0 1-1 0 0,0-1 1 0 0,-1 0-1 0 0,1 0 0 0 0,0 0 1 0 0,0 0-1 0 0,1 0 1 0 0,2-2-16 0 0,0 0 1 0 0,0 0-1 0 0,0-1 1 0 0,0 1 0 0 0,0-1-1 0 0,-1 0 1 0 0,1 0 0 0 0,-1 0-1 0 0,0 0 1 0 0,0-1-1 0 0,0 1 1 0 0,-1-1 0 0 0,1 0-1 0 0,2-4 1 0 0,5-6-30 0 0,43-57-594 0 0,-52 70 485 0 0,4 2 79 0 0,0 0 1 0 0,0 0-1 0 0,0 0 1 0 0,0 0-1 0 0,0 1 0 0 0,0 0 1 0 0,0 0-1 0 0,-1 1 1 0 0,1-1-1 0 0,-1 1 1 0 0,6 4-1 0 0,-7-4 54 0 0,1-1 1 0 0,0 1-1 0 0,0-1 0 0 0,0 1 0 0 0,1-1 0 0 0,-1 0 0 0 0,1-1 1 0 0,-1 1-1 0 0,1-1 0 0 0,-1 0 0 0 0,1 0 0 0 0,0 0 1 0 0,0-1-1 0 0,5 1 0 0 0,-6-2 14 0 0,0 1-1 0 0,-1-1 1 0 0,1 0 0 0 0,0-1-1 0 0,0 1 1 0 0,-1-1 0 0 0,1 1-1 0 0,4-4 1 0 0,40-38 20 0 0,-41 36-25 0 0,-1 0 0 0 0,1 1 0 0 0,0 0 0 0 0,15-10 0 0 0,13 1-9 0 0,1 1 1 0 0,0 2-1 0 0,1 1 1 0 0,0 2-1 0 0,47-5 1 0 0,-27 4-1 0 0,69-21 1 0 0,-83 17-13 0 0,0-1 1 0 0,-1-3 0 0 0,-1-1 0 0 0,60-38-1 0 0,-87 48 16 0 0,-1-1-1 0 0,-1 0 0 0 0,0-1 0 0 0,0-1 1 0 0,-1 1-1 0 0,0-2 0 0 0,-1 0 0 0 0,0 0 0 0 0,-2 0 1 0 0,1-2-1 0 0,-1 1 0 0 0,-1-1 0 0 0,-1 0 1 0 0,0 0-1 0 0,-1 0 0 0 0,4-21 0 0 0,-8 26 14 0 0,1 0-1 0 0,-2-1 0 0 0,0 0 1 0 0,0 1-1 0 0,-1-1 0 0 0,0 1 0 0 0,0-1 1 0 0,-1 1-1 0 0,-1 0 0 0 0,0 0 1 0 0,0 0-1 0 0,-1 0 0 0 0,0 0 1 0 0,-10-15-1 0 0,12 21-2 0 0,-1 1 0 0 0,1-1 1 0 0,-1 0-1 0 0,0 1 0 0 0,0-1 1 0 0,-1 1-1 0 0,1 0 0 0 0,-1 0 1 0 0,1 1-1 0 0,-1-1 0 0 0,0 1 1 0 0,0-1-1 0 0,0 1 0 0 0,0 0 0 0 0,-1 1 1 0 0,1-1-1 0 0,0 1 0 0 0,-1 0 1 0 0,1 0-1 0 0,-1 0 0 0 0,1 0 1 0 0,-1 1-1 0 0,0 0 0 0 0,1 0 1 0 0,-1 0-1 0 0,1 1 0 0 0,-1-1 1 0 0,1 1-1 0 0,-1 0 0 0 0,1 1 0 0 0,-1-1 1 0 0,1 1-1 0 0,0 0 0 0 0,0 0 1 0 0,-6 3-1 0 0,-1 1-1 0 0,1 1 0 0 0,0 0 0 0 0,1 0 1 0 0,-1 1-1 0 0,1 0 0 0 0,1 0 0 0 0,0 1 0 0 0,0 0 0 0 0,-12 19 0 0 0,10-10 2 0 0,0 0-1 0 0,1 0 0 0 0,1 1 0 0 0,1 0 1 0 0,-7 28-1 0 0,7-14 9 0 0,2 0 1 0 0,0 0-1 0 0,3 0 0 0 0,0 1 1 0 0,3 0-1 0 0,7 59 0 0 0,-5-70 28 0 0,3 11-59 0 0,12 47-1 0 0,-15-70 83 0 0,1-1-1 0 0,0 0 1 0 0,0 0-1 0 0,1 0 0 0 0,0-1 1 0 0,1 0-1 0 0,0 0 1 0 0,13 14-1 0 0,-17-21 55 0 0,1 0 1 0 0,-1 0-1 0 0,1-1 0 0 0,0 1 0 0 0,0-1 1 0 0,-1 0-1 0 0,1 0 0 0 0,0 0 0 0 0,0 0 1 0 0,0 0-1 0 0,0-1 0 0 0,0 1 1 0 0,1-1-1 0 0,-1 0 0 0 0,0 0 0 0 0,0 0 1 0 0,5-1-1 0 0,-6 1 147 0 0,50-1 1615 0 0,-47 3-2250 0 0,0 0 1 0 0,0 0-1 0 0,0 1 1 0 0,0-1-1 0 0,0 1 1 0 0,0 0-1 0 0,6 6 1 0 0,16 9-1719 0 0,3-7-3099 0 0,-12-7 2212 0 0</inkml:trace>
</inkml:ink>
</file>

<file path=ppt/ink/ink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58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8 464 836 0 0,'-4'-33'3708'0'0,"1"16"2889"0"0,6 23-6587 0 0,0-1-1 0 0,1-1 1 0 0,-1 1-1 0 0,1 0 1 0 0,0-1 0 0 0,1 0-1 0 0,-1 0 1 0 0,1 0-1 0 0,0-1 1 0 0,0 1 0 0 0,0-1-1 0 0,0 0 1 0 0,1-1-1 0 0,-1 1 1 0 0,1-1 0 0 0,-1 0-1 0 0,12 2 1 0 0,-1-1-9 0 0,0-1-1 0 0,0-1 1 0 0,0-1 0 0 0,0 0 0 0 0,0-1 0 0 0,0 0 0 0 0,0-1 0 0 0,0-1 0 0 0,0-1 0 0 0,-1 0 0 0 0,0-1-1 0 0,0-1 1 0 0,0 0 0 0 0,0-1 0 0 0,-1 0 0 0 0,0-2 0 0 0,-1 1 0 0 0,17-15 0 0 0,-20 15 22 0 0,0-1 1 0 0,-1 0 0 0 0,0-1-1 0 0,-1 0 1 0 0,0-1-1 0 0,0 1 1 0 0,-1-2 0 0 0,-1 1-1 0 0,0-1 1 0 0,0 1-1 0 0,-1-2 1 0 0,-1 1 0 0 0,0 0-1 0 0,-1-1 1 0 0,0 0-1 0 0,0 0 1 0 0,-2 0 0 0 0,0 0-1 0 0,0 0 1 0 0,-1 0 0 0 0,-1 0-1 0 0,-4-25 1 0 0,4 30 7 0 0,0 1 1 0 0,0 0 1 0 0,-1 0-1 0 0,0 0 1 0 0,0 0-1 0 0,0 1 0 0 0,-1-1 1 0 0,0 1-1 0 0,-1-1 1 0 0,1 1-1 0 0,-1 0 1 0 0,0 0-1 0 0,0 1 0 0 0,-1-1 1 0 0,-5-5-1 0 0,6 15-17 0 0,0 1-12 0 0,1-1 1 0 0,-1 1-1 0 0,1 0 0 0 0,0 1 1 0 0,0-1-1 0 0,1 0 1 0 0,-1 1-1 0 0,1 0 1 0 0,0-1-1 0 0,1 1 0 0 0,0 0 1 0 0,0 0-1 0 0,-1 6 1 0 0,2 1 2 0 0,0 0 1 0 0,0 0-1 0 0,1 0 1 0 0,1 0-1 0 0,5 22 1 0 0,2-6 9 0 0,1-1 0 0 0,1 0 1 0 0,1 0-1 0 0,28 43 0 0 0,-34-61-13 0 0,7 13-9 0 0,1-1 0 0 0,1-1 0 0 0,1 0 0 0 0,1-1 0 0 0,35 32 0 0 0,2-6 577 0 0,-53-45 132 0 0,13-7-2354 0 0,16-2-4292 0 0</inkml:trace>
</inkml:ink>
</file>

<file path=ppt/ink/ink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58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73 904 0 0,'0'-4'527'0'0,"-1"0"0"0"0,1 0 0 0 0,-1 0-1 0 0,0 0 1 0 0,0 0 0 0 0,0 1 0 0 0,0-1 0 0 0,-1 0-1 0 0,0 1 1 0 0,0-1 0 0 0,0 1 0 0 0,0 0 0 0 0,0-1 0 0 0,-1 1-1 0 0,1 0 1 0 0,-5-3 0 0 0,5 3-25 0 0,1 2 360 0 0,1 1-833 0 0,0 0-1 0 0,0 0 1 0 0,0 0-1 0 0,0-1 0 0 0,0 1 1 0 0,0 0-1 0 0,0 0 1 0 0,0 0-1 0 0,0 0 1 0 0,0-1-1 0 0,0 1 0 0 0,0 0 1 0 0,0 0-1 0 0,0 0 1 0 0,0 0-1 0 0,0-1 1 0 0,0 1-1 0 0,-1 0 0 0 0,1 0 1 0 0,0 0-1 0 0,0 0 1 0 0,0 0-1 0 0,0-1 0 0 0,0 1 1 0 0,-1 0-1 0 0,1 0 1 0 0,0 0-1 0 0,0 0 1 0 0,0 0-1 0 0,0 0 0 0 0,-1 0 1 0 0,1 0-1 0 0,0 0 1 0 0,0 0-1 0 0,0 0 1 0 0,0 0-1 0 0,-1 0 0 0 0,1 0 1 0 0,0 0-1 0 0,0 0 1 0 0,0 0-1 0 0,-1 0 1 0 0,1 0-1 0 0,0 0 0 0 0,0 0 1 0 0,0 0-1 0 0,0 0 1 0 0,-1 0-1 0 0,1 0 0 0 0,0 0 1 0 0,0 0-1 0 0,0 0 1 0 0,0 0-1 0 0,-1 1 1 0 0,1-1-1 0 0,0 0 0 0 0,0 0 1 0 0,0 0-1 0 0,0 0 1 0 0,0 0-1 0 0,0 1 1 0 0,0 4-92 0 0,0 1 1 0 0,1 0 0 0 0,0-1 0 0 0,0 1 0 0 0,1-1-1 0 0,-1 1 1 0 0,1-1 0 0 0,0 0 0 0 0,1 0 0 0 0,-1 0 0 0 0,1 0-1 0 0,0 0 1 0 0,1 0 0 0 0,-1-1 0 0 0,1 0 0 0 0,-1 1 0 0 0,1-1-1 0 0,1-1 1 0 0,-1 1 0 0 0,0 0 0 0 0,1-1 0 0 0,0 0 0 0 0,0 0-1 0 0,0-1 1 0 0,0 1 0 0 0,0-1 0 0 0,9 2 0 0 0,-13-3 32 0 0,1-1 1 0 0,0 0 0 0 0,-1 0-1 0 0,1 1 1 0 0,0-1 0 0 0,-1-1-1 0 0,1 1 1 0 0,0 0 0 0 0,-1 0-1 0 0,1-1 1 0 0,-1 1 0 0 0,1 0-1 0 0,-1-1 1 0 0,1 0 0 0 0,-1 1-1 0 0,1-1 1 0 0,-1 0 0 0 0,1 0-1 0 0,-1 0 1 0 0,0 0 0 0 0,1 0-1 0 0,-1 0 1 0 0,0 0 0 0 0,0 0-1 0 0,0 0 1 0 0,0-1 0 0 0,0 1-1 0 0,0 0 1 0 0,0-1 0 0 0,0 1-1 0 0,-1-1 1 0 0,1 1 0 0 0,-1-1-1 0 0,1 1 1 0 0,-1-1 0 0 0,1-3-1 0 0,0 4-204 0 0,-15-29-3517 0 0,10 22 1260 0 0</inkml:trace>
</inkml:ink>
</file>

<file path=ppt/ink/ink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59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1 671 808 0 0,'0'0'3626'0'0,"4"-5"-2812"0"0,139-130 2674 0 0,-86 85-2316 0 0,50-57 0 0 0,-78 74-777 0 0,17-22 231 0 0,3 2-1 0 0,76-64 1 0 0,-108 104-560 0 0,1 0 0 0 0,0 1 0 0 0,0 1 0 0 0,1 0 1 0 0,1 2-1 0 0,-1 0 0 0 0,2 1 0 0 0,-1 1 0 0 0,1 1 0 0 0,0 1 1 0 0,0 1-1 0 0,31-3 0 0 0,-46 7-56 0 0,0 0 0 0 0,0 0 0 0 0,0 0 0 0 0,0 1 0 0 0,0 0 0 0 0,0 0 0 0 0,0 0 0 0 0,0 1 0 0 0,-1 0 0 0 0,1 0 0 0 0,0 0 0 0 0,-1 1 0 0 0,0 0 0 0 0,1 0 0 0 0,-1 0 0 0 0,-1 1 0 0 0,1-1 1 0 0,0 1-1 0 0,-1 0 0 0 0,0 1 0 0 0,0-1 0 0 0,0 1 0 0 0,0 0 0 0 0,-1 0 0 0 0,0 0 0 0 0,0 0 0 0 0,0 1 0 0 0,0-1 0 0 0,-1 1 0 0 0,0-1 0 0 0,2 10 0 0 0,-1 0 2 0 0,0 0 0 0 0,-1 1-1 0 0,0-1 1 0 0,-1 1 0 0 0,-1-1 0 0 0,-1 0 0 0 0,0 1-1 0 0,0-1 1 0 0,-2 1 0 0 0,0-1 0 0 0,-7 18 0 0 0,5-18-13 0 0,-1 0 1 0 0,0-1-1 0 0,-1 0 1 0 0,-1 0-1 0 0,0-1 0 0 0,-1 0 1 0 0,-19 22-1 0 0,21-27-8 0 0,-1-2 1 0 0,1 1-1 0 0,-1-1 0 0 0,-1 0 0 0 0,1 0 0 0 0,-1-1 0 0 0,0 0 0 0 0,0-1 0 0 0,0 0 0 0 0,-1 0 0 0 0,1-1 0 0 0,-1 0 0 0 0,-12 1 0 0 0,21-3 8 0 0,0-1-1 0 0,1 0 1 0 0,-1 1 0 0 0,0-1-1 0 0,0 0 1 0 0,0 0-1 0 0,0 1 1 0 0,0-1-1 0 0,0 0 1 0 0,0 0 0 0 0,0 0-1 0 0,0 0 1 0 0,0 0-1 0 0,0 0 1 0 0,0-1-1 0 0,0 1 1 0 0,0 0 0 0 0,0 0-1 0 0,0-1 1 0 0,0 1-1 0 0,0 0 1 0 0,0-1-1 0 0,1 1 1 0 0,-1-1 0 0 0,0 0-1 0 0,0 1 1 0 0,0-1-1 0 0,1 1 1 0 0,-1-1-1 0 0,0 0 1 0 0,1 0 0 0 0,-1 1-1 0 0,0-1 1 0 0,1 0-1 0 0,-1 0 1 0 0,1 0 0 0 0,0 0-1 0 0,-1 0 1 0 0,1 0-1 0 0,0 1 1 0 0,-1-1-1 0 0,1 0 1 0 0,0 0 0 0 0,0 0-1 0 0,0 0 1 0 0,0-2-1 0 0,0 0-82 0 0,1 0-1 0 0,-1 0 0 0 0,1 0 1 0 0,0 0-1 0 0,0 0 0 0 0,1 0 1 0 0,-1 0-1 0 0,0 0 0 0 0,1 1 1 0 0,0-1-1 0 0,0 0 1 0 0,0 1-1 0 0,3-4 0 0 0,5-2-797 0 0,0 1 1 0 0,1 1-1 0 0,0-1 0 0 0,0 2 0 0 0,0-1 0 0 0,22-6 0 0 0,-21 8-883 0 0,13-6-1250 0 0</inkml:trace>
</inkml:ink>
</file>

<file path=ppt/ink/ink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59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89 976 0 0,'-4'-18'7423'0'0,"2"32"-4363"0"0,1-3-3550 0 0,1-9 525 0 0,0 1 0 0 0,0 0 0 0 0,0-1 0 0 0,1 1 0 0 0,-1 0 0 0 0,1-1 0 0 0,-1 1-1 0 0,1-1 1 0 0,0 1 0 0 0,0-1 0 0 0,0 1 0 0 0,0-1 0 0 0,1 0 0 0 0,-1 0 0 0 0,1 1 0 0 0,-1-1 0 0 0,1 0 0 0 0,0 0 0 0 0,0 0 0 0 0,-1-1 0 0 0,2 1 0 0 0,-1 0 0 0 0,0-1-1 0 0,0 1 1 0 0,0-1 0 0 0,1 0 0 0 0,-1 0 0 0 0,0 0 0 0 0,1 0 0 0 0,-1 0 0 0 0,1 0 0 0 0,0-1 0 0 0,-1 1 0 0 0,6 0 0 0 0,7-2-137 0 0,0-1 0 0 0,0 0 0 0 0,26-8 0 0 0,-29 7 26 0 0,0 0 1 0 0,1 0-1 0 0,-1 1 1 0 0,0 1-1 0 0,1 0 1 0 0,24 2-1 0 0,1 5-130 0 0,0-2 1 0 0,0-2-1 0 0,0-1 0 0 0,0-2 0 0 0,1-1 1 0 0,40-9-1 0 0,-75 11 215 0 0,-1-1 0 0 0,1 0-1 0 0,0 0 1 0 0,-1-1 0 0 0,1 1 0 0 0,-1-1 0 0 0,1 0 0 0 0,-1 0-1 0 0,0 0 1 0 0,0 0 0 0 0,0 0 0 0 0,0-1 0 0 0,0 1 0 0 0,-1-1-1 0 0,1 0 1 0 0,-1 0 0 0 0,1 0 0 0 0,-1 0 0 0 0,0 0 0 0 0,2-6-1 0 0,-2 4 64 0 0,-1 0 0 0 0,0 0-1 0 0,0-1 1 0 0,-1 1 0 0 0,1 0-1 0 0,-1-1 1 0 0,0 1 0 0 0,-1 0-1 0 0,1-1 1 0 0,-1 1 0 0 0,0 0-1 0 0,-1 0 1 0 0,-2-8 0 0 0,4 11 26 0 0,-18 24-27 0 0,10-8-55 0 0,1 2-1 0 0,0-1 1 0 0,1 1-1 0 0,1 0 1 0 0,1 0 0 0 0,-5 28-1 0 0,6-30-6 0 0,-119 598 189 0 0,119-595-187 0 0,-5 19 26 0 0,-18 56 1 0 0,23-84-23 0 0,0 0 1 0 0,0 0 0 0 0,-1 0 0 0 0,0-1 0 0 0,-1 1 0 0 0,0-1-1 0 0,0 0 1 0 0,0 0 0 0 0,-1 0 0 0 0,0-1 0 0 0,0 0 0 0 0,-11 8-1 0 0,15-13-58 0 0,1 0-1 0 0,-1 0 0 0 0,0 0 1 0 0,0 0-1 0 0,0-1 0 0 0,0 1 1 0 0,0-1-1 0 0,-1 1 0 0 0,1-1 1 0 0,0 0-1 0 0,0 1 0 0 0,0-1 1 0 0,0 0-1 0 0,0 0 0 0 0,0-1 1 0 0,-1 1-1 0 0,1 0 0 0 0,0-1 1 0 0,0 1-1 0 0,0-1 0 0 0,0 0 1 0 0,0 0-1 0 0,0 0 0 0 0,0 0 1 0 0,0 0-1 0 0,1 0 0 0 0,-1 0 1 0 0,-3-3-1 0 0,3 2-348 0 0,0 0-1 0 0,0-1 1 0 0,0 1 0 0 0,0 0 0 0 0,1-1-1 0 0,-1 1 1 0 0,1-1 0 0 0,-1 1 0 0 0,1-1-1 0 0,0 0 1 0 0,0 0 0 0 0,0 0 0 0 0,0-3-1 0 0,0-12-2433 0 0</inkml:trace>
</inkml:ink>
</file>

<file path=ppt/ink/ink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0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477 101 392 0 0,'-24'-36'2211'0'0,"16"22"-495"0"0,-1 2 0 0 0,0-1 0 0 0,-13-12 0 0 0,4 43-859 0 0,11-6-713 0 0,1 1 1 0 0,0-1-1 0 0,1 1 0 0 0,0 0 1 0 0,1 1-1 0 0,0-1 1 0 0,1 1-1 0 0,-1 20 1 0 0,-2-4 49 0 0,-9 70 299 0 0,-11 45 51 0 0,22-126-457 0 0,-1-1-1 0 0,-2 1 1 0 0,1-2 0 0 0,-2 1-1 0 0,-14 23 1 0 0,17-33-48 0 0,-1 0 1 0 0,-1 0-1 0 0,1-1 1 0 0,-1 0 0 0 0,-1 0-1 0 0,1-1 1 0 0,-1 0 0 0 0,0 0-1 0 0,-1-1 1 0 0,-14 8-1 0 0,16-10-127 0 0,0 0 0 0 0,0 0-1 0 0,-1-1 1 0 0,1 0-1 0 0,0 0 1 0 0,-1 0 0 0 0,0-1-1 0 0,1 0 1 0 0,-1-1-1 0 0,0 0 1 0 0,1 0 0 0 0,-1-1-1 0 0,0 1 1 0 0,-8-3-1 0 0,15 2-281 0 0,-1 1-1 0 0,0-1 0 0 0,1 0 1 0 0,-1 1-1 0 0,1-1 0 0 0,-1 0 0 0 0,1 0 1 0 0,-1 0-1 0 0,1 0 0 0 0,-1 0 0 0 0,1 0 1 0 0,0 0-1 0 0,0-1 0 0 0,0 1 0 0 0,0 0 1 0 0,-1-1-1 0 0,0-1 0 0 0,0-7-2900 0 0</inkml:trace>
</inkml:ink>
</file>

<file path=ppt/ink/ink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1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1 590 672 0 0,'77'-41'2764'0'0,"-44"25"-1933"0"0,-1-1-1 0 0,-1-1 1 0 0,-1-2-1 0 0,0-1 1 0 0,-2-1-1 0 0,29-28 1 0 0,-54 45-687 0 0,1 1 0 0 0,-1-1 0 0 0,-1 1 0 0 0,1-1 0 0 0,0 0 1 0 0,-1 0-1 0 0,0 0 0 0 0,0-1 0 0 0,-1 1 0 0 0,0 0 0 0 0,1-8 1 0 0,-1 11 13 0 0,-13-14 214 0 0,7 15-339 0 0,-1 1-1 0 0,0 0 0 0 0,1 1 0 0 0,-1-1 0 0 0,0 1 0 0 0,1 0 0 0 0,-1 1 0 0 0,1-1 1 0 0,0 1-1 0 0,-1 0 0 0 0,1 1 0 0 0,0-1 0 0 0,0 1 0 0 0,0 0 0 0 0,1 0 1 0 0,-8 7-1 0 0,9-8-24 0 0,0 0 1 0 0,0 0 0 0 0,0 1-1 0 0,0-1 1 0 0,1 1 0 0 0,-1 0-1 0 0,1 0 1 0 0,0 0-1 0 0,0 0 1 0 0,0 0 0 0 0,0 0-1 0 0,0 1 1 0 0,1-1 0 0 0,0 0-1 0 0,-1 1 1 0 0,1-1 0 0 0,0 1-1 0 0,1 0 1 0 0,-1-1-1 0 0,1 1 1 0 0,-1 0 0 0 0,1-1-1 0 0,0 1 1 0 0,1 0 0 0 0,-1-1-1 0 0,1 1 1 0 0,0 3-1 0 0,0-5-4 0 0,0 0-1 0 0,0-1 1 0 0,0 1-1 0 0,1-1 1 0 0,-1 1-1 0 0,0-1 1 0 0,0 0-1 0 0,1 1 1 0 0,-1-1-1 0 0,1 0 1 0 0,-1 0-1 0 0,1 0 1 0 0,0 0-1 0 0,-1 0 1 0 0,1 0-1 0 0,0-1 1 0 0,0 1-1 0 0,0 0 1 0 0,-1-1-1 0 0,1 0 1 0 0,0 1-1 0 0,0-1 1 0 0,3 0-1 0 0,50-2-31 0 0,-38 0 4 0 0,26-3-132 0 0,58-13-1 0 0,-61 9 13 0 0,-1 2 1 0 0,41-2-1 0 0,-67 9 104 0 0,0 0-1 0 0,0 1 1 0 0,0 0-1 0 0,0 1 1 0 0,0 0 0 0 0,0 1-1 0 0,0 1 1 0 0,-1 0-1 0 0,1 0 1 0 0,13 8 0 0 0,-21-9 39 0 0,1-1 0 0 0,-1 1 0 0 0,1-1 0 0 0,-1-1 0 0 0,1 1 1 0 0,0-1-1 0 0,-1 0 0 0 0,1 0 0 0 0,0-1 0 0 0,0 1 0 0 0,0-1 0 0 0,0-1 1 0 0,0 1-1 0 0,9-3 0 0 0,-5 0 19 0 0,0 0 0 0 0,0-1 0 0 0,-1 0 1 0 0,0 0-1 0 0,1-1 0 0 0,-2-1 0 0 0,16-11 0 0 0,0-3 66 0 0,-1-2-1 0 0,-1-1 1 0 0,-1-1-1 0 0,26-39 1 0 0,-19 19 116 0 0,-1-1 0 0 0,19-50 0 0 0,-16 34 645 0 0,-43 75-696 0 0,0 1 0 0 0,1 0 0 0 0,-15 26 0 0 0,20-26-131 0 0,1 0-1 0 0,0 1 1 0 0,1-1-1 0 0,0 1 1 0 0,2 0 0 0 0,0 1-1 0 0,0-1 1 0 0,2 0-1 0 0,0 1 1 0 0,2 25-1 0 0,0-33-7 0 0,0 1 0 0 0,1-1 0 0 0,0 0 0 0 0,0 0 0 0 0,1 0 0 0 0,0 0 0 0 0,1 0 0 0 0,0-1 0 0 0,0 0 0 0 0,1 1 0 0 0,0-2 0 0 0,0 1 0 0 0,1 0 0 0 0,0-1 0 0 0,0 0 0 0 0,1-1-1 0 0,0 1 1 0 0,0-1 0 0 0,14 9 0 0 0,79 34 68 0 0,-16-9-60 0 0,-83-40-35 0 0,0 2-3 0 0,3 4 7 0 0,-3-4-1 0 0,-11 17-58 0 0,1-15-276 0 0,1 0 0 0 0,-1-1 1 0 0,0 0-1 0 0,0-1 1 0 0,-14 2-1 0 0,-25-3-6024 0 0,32-4 3205 0 0</inkml:trace>
</inkml:ink>
</file>

<file path=ppt/ink/ink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1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28 456 0 0,'0'0'1116'0'0,"17"-8"-108"0"0,-8 7 740 0 0,7-8-1000 0 0,-9 7 253 0 0,4-1-933 0 0,-3-2-4941 0 0</inkml:trace>
</inkml:ink>
</file>

<file path=ppt/ink/ink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2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94 392 0 0,'16'-76'6685'0'0,"-17"58"-2788"0"0,-10 47-3410 0 0,4 5-232 0 0,1 1 0 0 0,2 0 0 0 0,1 0 0 0 0,3 53 0 0 0,0-57-113 0 0,2 40-12 0 0,-1 53 54 0 0,-2-109-753 0 0,0-1-1 0 0,-1 0 0 0 0,-1 1 0 0 0,0-1 0 0 0,-1 0 0 0 0,-7 15 1 0 0,5-20-3981 0 0</inkml:trace>
</inkml:ink>
</file>

<file path=ppt/ink/ink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3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0 528 540 0 0,'98'-11'1334'0'0,"-1"-5"1"0"0,149-43-1 0 0,-214 48-1055 0 0,0-1 0 0 0,0-2-1 0 0,-1 0 1 0 0,55-37 0 0 0,-77 45-206 0 0,-1-1 0 0 0,0 1 0 0 0,0-1 0 0 0,0-1 0 0 0,-1 0 0 0 0,0 0 0 0 0,-1 0 0 0 0,0-1 1 0 0,0 1-1 0 0,0-2 0 0 0,-1 1 0 0 0,-1 0 0 0 0,0-1 0 0 0,0 0 0 0 0,-1 0 0 0 0,0 0 0 0 0,0-1 0 0 0,-1 1 0 0 0,-1-1 0 0 0,1-14 0 0 0,-2 18 7 0 0,0-1-1 0 0,-1 1 0 0 0,0-1 0 0 0,0 1 1 0 0,-1 0-1 0 0,1-1 0 0 0,-2 1 0 0 0,1 0 1 0 0,-1 0-1 0 0,0 0 0 0 0,0 0 1 0 0,-1 1-1 0 0,0-1 0 0 0,0 1 0 0 0,-1 0 1 0 0,1 0-1 0 0,-9-7 0 0 0,11 12-68 0 0,1 0 1 0 0,-1 0-1 0 0,0 0 1 0 0,1 0-1 0 0,-1 1 0 0 0,0-1 1 0 0,0 0-1 0 0,0 1 0 0 0,1-1 1 0 0,-1 1-1 0 0,0 0 0 0 0,0 0 1 0 0,0 0-1 0 0,0 0 0 0 0,0 0 1 0 0,0 0-1 0 0,0 0 0 0 0,0 1 1 0 0,1-1-1 0 0,-1 0 0 0 0,0 1 1 0 0,0 0-1 0 0,0-1 0 0 0,1 1 1 0 0,-1 0-1 0 0,-2 1 0 0 0,-41 30 100 0 0,41-29-97 0 0,-11 10 11 0 0,0 1 0 0 0,2 1 1 0 0,-1 1-1 0 0,2 0 0 0 0,0 0 1 0 0,1 1-1 0 0,0 1 0 0 0,2-1 0 0 0,0 2 1 0 0,1-1-1 0 0,1 2 0 0 0,-9 32 1 0 0,7-10 25 0 0,2 0 1 0 0,2 0 0 0 0,1 1 0 0 0,2-1-1 0 0,5 46 1 0 0,-3-80-29 0 0,0 0 0 0 0,1-1-1 0 0,0 1 1 0 0,0 0 0 0 0,1-1-1 0 0,0 1 1 0 0,0-1 0 0 0,1 0-1 0 0,3 7 1 0 0,-4-13-17 0 0,0 0 0 0 0,1 0 0 0 0,-1-1 0 0 0,0 1 0 0 0,0-1 0 0 0,1 0 0 0 0,-1 0 0 0 0,0 0 0 0 0,1 0 0 0 0,-1 0 0 0 0,0 0 0 0 0,0-1 0 0 0,4 0 0 0 0,-4 1-4 0 0,182-38-160 0 0,-149 35-70 0 0,1 1 0 0 0,-1 2 0 0 0,64 7 0 0 0,-54-2 75 0 0,-1-2 0 0 0,53-4-1 0 0,-94 1 219 0 0,0 0 0 0 0,0 0 0 0 0,0 0 0 0 0,0 0 0 0 0,0-1-1 0 0,0 1 1 0 0,-1-1 0 0 0,1 0 0 0 0,0 0 0 0 0,0 0 0 0 0,-1 0-1 0 0,1 0 1 0 0,-1-1 0 0 0,1 1 0 0 0,-1-1 0 0 0,1 0-1 0 0,-1 1 1 0 0,0-1 0 0 0,0 0 0 0 0,0 0 0 0 0,0-1 0 0 0,0 1-1 0 0,0 0 1 0 0,-1-1 0 0 0,1 1 0 0 0,-1-1 0 0 0,0 1 0 0 0,0-1-1 0 0,1 1 1 0 0,-1-4 0 0 0,0 4 96 0 0,-1-3 255 0 0,0 4-399 0 0,0 1-1 0 0,0-1 1 0 0,0 1-1 0 0,0-1 1 0 0,-1 1 0 0 0,1-1-1 0 0,0 1 1 0 0,0-1 0 0 0,0 1-1 0 0,0-1 1 0 0,0 1 0 0 0,0 0-1 0 0,0-1 1 0 0,0 1 0 0 0,0-1-1 0 0,0 1 1 0 0,1-1 0 0 0,-1 1-1 0 0,0-1 1 0 0,0 1 0 0 0,0-1-1 0 0,1 1 1 0 0,-1 0-1 0 0,0-1 1 0 0,0 1 0 0 0,1-1-1 0 0,-1 1 1 0 0,0 0 0 0 0,1-1-1 0 0,-1 1 1 0 0,0 0 0 0 0,1-1-1 0 0,-1 1 1 0 0,1 0 0 0 0,-1 0-1 0 0,0 0 1 0 0,1-1 0 0 0,-1 1-1 0 0,1 0 1 0 0,-1 0 0 0 0,1 0-1 0 0,-1 0 1 0 0,1 0-1 0 0,0-1 1 0 0,23 10 11 0 0,0-1 0 0 0,1-1 0 0 0,0-1 0 0 0,0-1 0 0 0,0-2 0 0 0,1 0 0 0 0,0-2 0 0 0,42-3 0 0 0,-58 1-21 0 0,0 0 0 0 0,1-1 0 0 0,-1-1 0 0 0,0 1 0 0 0,0-2 0 0 0,0 1 1 0 0,0-1-1 0 0,0-1 0 0 0,-1 0 0 0 0,0 0 0 0 0,0-1 0 0 0,-1 0 0 0 0,1 0 1 0 0,-1-1-1 0 0,0 0 0 0 0,-1-1 0 0 0,0 1 0 0 0,0-2 0 0 0,-1 1 0 0 0,0-1 1 0 0,0 0-1 0 0,-1 0 0 0 0,0 0 0 0 0,3-10 0 0 0,-2 4 61 0 0,-2 0 1 0 0,0-1-1 0 0,0 1 0 0 0,-2-1 0 0 0,0 1 1 0 0,-1-1-1 0 0,0 0 0 0 0,-1 0 0 0 0,-1 1 1 0 0,-1-1-1 0 0,0 0 0 0 0,-1 1 0 0 0,0-1 1 0 0,-2 1-1 0 0,1 0 0 0 0,-2 1 0 0 0,0-1 1 0 0,-13-21-1 0 0,19 36-63 0 0,0 0 0 0 0,0 0 0 0 0,0 0 0 0 0,0 0 0 0 0,0-1-1 0 0,0 1 1 0 0,-1 0 0 0 0,1 0 0 0 0,0 0 0 0 0,0 0 0 0 0,0 0 0 0 0,0-1 0 0 0,0 1 0 0 0,-1 0 0 0 0,1 0 0 0 0,0 0 0 0 0,0 0-1 0 0,0 0 1 0 0,0 0 0 0 0,-1 0 0 0 0,1 0 0 0 0,0 0 0 0 0,0 0 0 0 0,0 0 0 0 0,-1 0 0 0 0,1 0 0 0 0,0 0 0 0 0,0 0 0 0 0,0 0-1 0 0,-1 0 1 0 0,1 0 0 0 0,0 0 0 0 0,0 0 0 0 0,0 0 0 0 0,-1 0 0 0 0,1 0 0 0 0,0 0 0 0 0,0 0 0 0 0,0 0 0 0 0,0 1 0 0 0,0-1 0 0 0,-1 0-1 0 0,1 0 1 0 0,0 0 0 0 0,-9 12 47 0 0,-3 18-23 0 0,7-11-6 0 0,2 1-1 0 0,0-1 1 0 0,2 1-1 0 0,0 0 1 0 0,1 0 0 0 0,1-1-1 0 0,4 23 1 0 0,35 137 570 0 0,-25-126-3438 0 0,13 93 0 0 0,-28-133-638 0 0,0-2 266 0 0</inkml:trace>
</inkml:ink>
</file>

<file path=ppt/ink/ink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3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26 320 0 0,'8'-5'2324'0'0,"8"-2"-1328"0"0,-3 4-88 0 0,-2 0-104 0 0,4-3-63 0 0,-2 4-257 0 0,-1 2-308 0 0,13 8-860 0 0,-13-3-333 0 0,-4 0-1091 0 0,-1 0 488 0 0</inkml:trace>
</inkml:ink>
</file>

<file path=ppt/ink/ink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6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103 254 1020 0 0,'0'0'6472'0'0,"0"4"-5981"0"0,-1 183 2528 0 0,-5-143-1817 0 0,-1-60-1172 0 0,-56-154 150 0 0,56 148-156 0 0,2 0 0 0 0,0 0 1 0 0,1 0-1 0 0,1-1 0 0 0,2 0 1 0 0,0-24-1 0 0,2 41-21 0 0,0 1-1 0 0,0 0 1 0 0,0-1 0 0 0,1 1 0 0 0,0 0 0 0 0,0 0 0 0 0,0 0-1 0 0,1 1 1 0 0,-1-1 0 0 0,1 0 0 0 0,0 1 0 0 0,1 0 0 0 0,-1-1-1 0 0,1 1 1 0 0,0 1 0 0 0,0-1 0 0 0,0 1 0 0 0,0-1-1 0 0,1 1 1 0 0,-1 0 0 0 0,1 1 0 0 0,0-1 0 0 0,0 1 0 0 0,0 0-1 0 0,0 0 1 0 0,0 0 0 0 0,0 1 0 0 0,7-1 0 0 0,6-2-19 0 0,1 0 1 0 0,0 2-1 0 0,0 1 1 0 0,0 0-1 0 0,0 1 1 0 0,33 5-1 0 0,-27-1-26 0 0,-1 2 1 0 0,1 1-1 0 0,-2 1 0 0 0,1 1 0 0 0,-1 1 0 0 0,0 1 1 0 0,-1 1-1 0 0,-1 1 0 0 0,37 28 0 0 0,-43-29-28 0 0,0 1 0 0 0,-1 0 1 0 0,-1 0-1 0 0,0 1 0 0 0,-1 1 0 0 0,-1 0 0 0 0,0 1 0 0 0,-1 0 0 0 0,-1 0 0 0 0,0 1 0 0 0,-1 1 0 0 0,-1-1 0 0 0,8 30 0 0 0,-14-40 41 0 0,0 0 1 0 0,0 0-1 0 0,0 1 0 0 0,-1-1 0 0 0,0 0 0 0 0,0 0 0 0 0,-1 1 0 0 0,0-1 0 0 0,0 0 0 0 0,0 0 1 0 0,-1 0-1 0 0,0 0 0 0 0,-1 0 0 0 0,0-1 0 0 0,0 1 0 0 0,0-1 0 0 0,-5 8 0 0 0,1-5 25 0 0,-1-1 0 0 0,1 0 0 0 0,-1 0 0 0 0,0 0 0 0 0,-1-1 0 0 0,0-1 0 0 0,0 0 0 0 0,0 0 0 0 0,-1 0 0 0 0,-14 5 0 0 0,0-2 125 0 0,-1 0 0 0 0,-1-2 0 0 0,0 0 0 0 0,0-2 1 0 0,0-1-1 0 0,0-1 0 0 0,-1-1 0 0 0,-42-3 0 0 0,-26-12 434 0 0,86 11-649 0 0,1 0 0 0 0,0-1 1 0 0,0 0-1 0 0,0 0 0 0 0,0-1 0 0 0,0 0 0 0 0,1 0 1 0 0,0 0-1 0 0,-8-7 0 0 0,14 10-56 0 0,0 0 1 0 0,1 1-1 0 0,-1-1 0 0 0,1 0 1 0 0,-1 1-1 0 0,0-1 0 0 0,1 0 1 0 0,0 0-1 0 0,-1 0 0 0 0,1 0 0 0 0,-1 1 1 0 0,1-1-1 0 0,0 0 0 0 0,0 0 1 0 0,-1 0-1 0 0,1 0 0 0 0,0 0 1 0 0,0 0-1 0 0,0 0 0 0 0,0 0 1 0 0,0 0-1 0 0,0 0 0 0 0,0 0 1 0 0,1 1-1 0 0,-1-1 0 0 0,0 0 0 0 0,0 0 1 0 0,1 0-1 0 0,-1 0 0 0 0,1 0 1 0 0,-1 0-1 0 0,0 1 0 0 0,1-1 1 0 0,0 0-1 0 0,-1 0 0 0 0,1 1 1 0 0,-1-1-1 0 0,1 0 0 0 0,0 1 1 0 0,0-1-1 0 0,-1 1 0 0 0,2-1 0 0 0,18-14-2588 0 0</inkml:trace>
</inkml:ink>
</file>

<file path=ppt/ink/ink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7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28 296 0 0,'-1'-2'401'0'0,"0"0"0"0"0,-1 0 0 0 0,0 1 0 0 0,1-1-1 0 0,-1 0 1 0 0,0 0 0 0 0,0 1 0 0 0,0 0 0 0 0,0-1 0 0 0,-3-1 0 0 0,-3 5-156 0 0,0 1 0 0 0,1 0 1 0 0,-1 0-1 0 0,1 0 0 0 0,0 1 0 0 0,0 0 1 0 0,0 0-1 0 0,1 1 0 0 0,-1 0 0 0 0,1 0 1 0 0,0 1-1 0 0,1-1 0 0 0,-1 1 0 0 0,1 0 1 0 0,0 1-1 0 0,-6 10 0 0 0,9-14-192 0 0,0 0 0 0 0,1 1-1 0 0,-1-1 1 0 0,0 1 0 0 0,1 0-1 0 0,0-1 1 0 0,0 1 0 0 0,0 0 0 0 0,0 0-1 0 0,1-1 1 0 0,0 1 0 0 0,0 0-1 0 0,0 0 1 0 0,0 0 0 0 0,0 0-1 0 0,1 0 1 0 0,-1-1 0 0 0,1 1-1 0 0,0 0 1 0 0,0-1 0 0 0,1 1 0 0 0,-1 0-1 0 0,1-1 1 0 0,0 1 0 0 0,0-1-1 0 0,0 0 1 0 0,0 0 0 0 0,0 0-1 0 0,1 0 1 0 0,-1 0 0 0 0,1 0 0 0 0,0 0-1 0 0,0-1 1 0 0,0 0 0 0 0,0 1-1 0 0,6 2 1 0 0,-4-2 3 0 0,-1-1 0 0 0,0 0 0 0 0,1 0 0 0 0,0 0 0 0 0,-1 0 0 0 0,1-1 0 0 0,0 1 0 0 0,0-1 0 0 0,0-1 0 0 0,0 1 0 0 0,0-1 0 0 0,0 1 0 0 0,0-2 0 0 0,0 1 0 0 0,0 0 1 0 0,0-1-1 0 0,0 0 0 0 0,-1 0 0 0 0,1 0 0 0 0,0-1 0 0 0,0 0 0 0 0,-1 0 0 0 0,7-3 0 0 0,-8 3 7 0 0,1-1 0 0 0,-1 1 1 0 0,0-1-1 0 0,0 0 0 0 0,0 0 1 0 0,0 0-1 0 0,-1 0 0 0 0,1 0 0 0 0,-1-1 1 0 0,1 1-1 0 0,-1-1 0 0 0,-1 1 1 0 0,1-1-1 0 0,0 0 0 0 0,-1 0 0 0 0,0 0 1 0 0,0 0-1 0 0,0 0 0 0 0,0 0 1 0 0,-1 0-1 0 0,1 0 0 0 0,-1 0 1 0 0,0 0-1 0 0,0 0 0 0 0,-1 0 0 0 0,1 0 1 0 0,-1 0-1 0 0,-2-7 0 0 0,1 2-39 0 0,-1 0 0 0 0,0 1 0 0 0,-1-1-1 0 0,0 1 1 0 0,0 0 0 0 0,-1 0 0 0 0,0 0-1 0 0,0 0 1 0 0,-1 1 0 0 0,1 0 0 0 0,-2 0-1 0 0,1 1 1 0 0,-9-7 0 0 0,13 12-518 0 0,-9 2-610 0 0,9 19-9152 0 0</inkml:trace>
</inkml:ink>
</file>

<file path=ppt/ink/ink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7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36 40 0 0,'-6'-4'848'0'0,"0"-1"0"0"0,-1 1 0 0 0,0 0 0 0 0,0 1 0 0 0,0-1-1 0 0,0 2 1 0 0,0-1 0 0 0,-13-3 0 0 0,16 6-689 0 0,0 0 0 0 0,1-1 0 0 0,-1 1-1 0 0,0 0 1 0 0,1 1 0 0 0,-1-1 0 0 0,0 1-1 0 0,1-1 1 0 0,-1 1 0 0 0,1 0 0 0 0,-1 0 0 0 0,1 1-1 0 0,-1-1 1 0 0,1 1 0 0 0,0 0 0 0 0,0 0-1 0 0,0 0 1 0 0,0 0 0 0 0,0 0 0 0 0,0 0 0 0 0,-2 4-1 0 0,2-3-64 0 0,0 0 0 0 0,0 0 0 0 0,0 0 0 0 0,1 0 0 0 0,-1 0 0 0 0,1 1 0 0 0,0-1 0 0 0,0 1 0 0 0,0 0 0 0 0,1 0 0 0 0,-1-1 0 0 0,1 1 0 0 0,0 0 0 0 0,0 0 0 0 0,0 0 0 0 0,0 0 0 0 0,1 1 0 0 0,0-1 0 0 0,0 0 0 0 0,1 8 0 0 0,0-6-7 0 0,1 0-1 0 0,1 0 1 0 0,-1 0-1 0 0,1-1 1 0 0,0 1-1 0 0,0-1 1 0 0,0 0-1 0 0,1 0 1 0 0,0 0 0 0 0,0 0-1 0 0,0 0 1 0 0,8 6-1 0 0,3 1-309 0 0,1 0 0 0 0,1 0 0 0 0,0-2 0 0 0,1 0-1 0 0,0-1 1 0 0,0-1 0 0 0,35 11 0 0 0,37-3-6530 0 0,-60-13 3532 0 0</inkml:trace>
</inkml:ink>
</file>

<file path=ppt/ink/ink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9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0 80 0 0,'0'0'11726'0'0,"-13"17"-10956"0"0,15 4-406 0 0,-1 1 0 0 0,0 0 0 0 0,-4 26-1 0 0,1-24-978 0 0,1 1-1 0 0,3 36 0 0 0,4-36-1472 0 0,2-13-2903 0 0</inkml:trace>
</inkml:ink>
</file>

<file path=ppt/ink/ink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29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416 592 592 0 0,'5'1'11079'0'0,"-107"-105"-8897"0"0,-28-33-1222 0 0,92 92-796 0 0,13 16-51 0 0,1-1 0 0 0,2 0 0 0 0,1-2 1 0 0,-24-48-1 0 0,44 78-117 0 0,0 0 0 0 0,0-1 1 0 0,0 0-1 0 0,0 1 0 0 0,1-1 1 0 0,-1 1-1 0 0,1-1 0 0 0,0 0 1 0 0,0 0-1 0 0,0 1 0 0 0,0-1 1 0 0,0 0-1 0 0,0 1 0 0 0,1-1 1 0 0,-1 0-1 0 0,1 1 0 0 0,0-1 1 0 0,0 1-1 0 0,0-1 0 0 0,0 1 1 0 0,0-1-1 0 0,1 1 0 0 0,-1 0 1 0 0,1 0-1 0 0,-1 0 0 0 0,1-1 1 0 0,0 2-1 0 0,0-1 0 0 0,0 0 1 0 0,3-2-1 0 0,0 0-49 0 0,-1 1 0 0 0,1 0 0 0 0,0 0 0 0 0,1 1 0 0 0,-1-1 0 0 0,0 1 0 0 0,1 0 0 0 0,-1 0 0 0 0,1 1-1 0 0,0 0 1 0 0,-1 0 0 0 0,11 0 0 0 0,-14 1 29 0 0,1 0 0 0 0,-1 0 0 0 0,0 1 0 0 0,1-1 0 0 0,-1 1 0 0 0,1 0 0 0 0,-1-1 0 0 0,0 1 0 0 0,0 0 0 0 0,1 1 0 0 0,-1-1 0 0 0,0 0 0 0 0,0 1 0 0 0,0-1 0 0 0,0 1 0 0 0,-1-1 0 0 0,1 1 0 0 0,0 0 0 0 0,-1 0 0 0 0,1 0 0 0 0,-1 0 0 0 0,0 0 0 0 0,1 0 0 0 0,-1 0 0 0 0,0 0 0 0 0,0 1 0 0 0,0-1 0 0 0,-1 0 0 0 0,1 1 0 0 0,0-1 0 0 0,-1 1 0 0 0,0-1 0 0 0,0 0 0 0 0,1 1 0 0 0,-2 3 0 0 0,2 9-28 0 0,-1-1 1 0 0,-1 0-1 0 0,-1 0 1 0 0,-4 22-1 0 0,-1-12 5 0 0,-1 0 1 0 0,-2 0-1 0 0,0-1 0 0 0,-1 0 0 0 0,-1-1 1 0 0,-24 33-1 0 0,-22 40-110 0 0,57-93 157 0 0,0-1 0 0 0,1 0 0 0 0,-1 1 0 0 0,0-1 0 0 0,1 0 0 0 0,-1 1 0 0 0,1-1 0 0 0,-1 1 0 0 0,1-1 0 0 0,0 1 0 0 0,-1-1-1 0 0,1 1 1 0 0,0-1 0 0 0,0 1 0 0 0,0-1 0 0 0,1 1 0 0 0,-1-1 0 0 0,0 1 0 0 0,0-1 0 0 0,1 1 0 0 0,-1-1 0 0 0,1 1 0 0 0,-1-1 0 0 0,2 3 0 0 0,0-3 2 0 0,0 1 0 0 0,-1 0-1 0 0,1-1 1 0 0,0 1 0 0 0,0-1 0 0 0,0 1 0 0 0,1-1 0 0 0,-1 0 0 0 0,0 0 0 0 0,0 0 0 0 0,1 0 0 0 0,-1-1 0 0 0,5 2 0 0 0,11 1-166 0 0,1-2-1 0 0,-1 0 1 0 0,27-2 0 0 0,-30 1-193 0 0,91-6-2067 0 0,-34-5-2061 0 0,-30 0 1537 0 0</inkml:trace>
</inkml:ink>
</file>

<file path=ppt/ink/ink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30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1 120 76 0 0,'0'-2'501'0'0,"1"0"1"0"0,-1 0-1 0 0,1 0 0 0 0,0 0 0 0 0,0 0 1 0 0,0 1-1 0 0,0-1 0 0 0,0 0 0 0 0,0 0 0 0 0,0 1 1 0 0,0-1-1 0 0,1 1 0 0 0,-1-1 0 0 0,1 1 1 0 0,1-2-1 0 0,-2 3-356 0 0,-1 0 0 0 0,1 0-1 0 0,-1 0 1 0 0,0 0 0 0 0,1 0 0 0 0,-1 0 0 0 0,1 0 0 0 0,-1 0-1 0 0,1 1 1 0 0,-1-1 0 0 0,1 0 0 0 0,-1 0 0 0 0,1 0 0 0 0,-1 1-1 0 0,1-1 1 0 0,-1 0 0 0 0,0 0 0 0 0,1 1 0 0 0,-1-1 0 0 0,0 0-1 0 0,1 1 1 0 0,-1-1 0 0 0,0 0 0 0 0,1 1 0 0 0,-1-1 0 0 0,0 1-1 0 0,1 0 1 0 0,7 14-393 0 0,55 157 2538 0 0,-42-112-1708 0 0,-12-25 1195 0 0,-24-82-1564 0 0,3 12-71 0 0,-12-68 0 0 0,22 93-137 0 0,1 0-1 0 0,0 0 1 0 0,1 0-1 0 0,0 0 0 0 0,0 0 1 0 0,1 0-1 0 0,1 0 1 0 0,0 0-1 0 0,0 0 0 0 0,0 1 1 0 0,9-19-1 0 0,-9 24-21 0 0,1-1 0 0 0,0 1 0 0 0,0 1 0 0 0,0-1 0 0 0,0 0 0 0 0,1 1 0 0 0,-1 0 0 0 0,1 0 0 0 0,0 0 0 0 0,0 0 0 0 0,0 0 0 0 0,1 1 0 0 0,-1 0 0 0 0,0 0 0 0 0,1 0 0 0 0,0 0 0 0 0,-1 1 0 0 0,1 0 0 0 0,0 0 0 0 0,0 0 0 0 0,0 0 0 0 0,-1 1 0 0 0,1 0 0 0 0,7 0 0 0 0,1 1-21 0 0,-1 0 1 0 0,1 1 0 0 0,-1 0-1 0 0,0 1 1 0 0,0 0 0 0 0,0 1-1 0 0,0 0 1 0 0,16 8 0 0 0,-11-2-11 0 0,-1 0 1 0 0,0 1-1 0 0,-1 0 0 0 0,0 1 1 0 0,0 1-1 0 0,-2 1 0 0 0,0 0 1 0 0,16 21-1 0 0,-23-28 13 0 0,-1 0-1 0 0,-1 1 1 0 0,1 0 0 0 0,-1-1-1 0 0,-1 1 1 0 0,1 1 0 0 0,-1-1-1 0 0,-1 0 1 0 0,1 1 0 0 0,-1-1-1 0 0,-1 1 1 0 0,0 0 0 0 0,0 0-1 0 0,-1 0 1 0 0,0-1 0 0 0,0 1-1 0 0,-1 0 1 0 0,0 0 0 0 0,-1-1-1 0 0,-3 11 1 0 0,2-12 19 0 0,-1 0 0 0 0,0-1 0 0 0,0 1 0 0 0,0-1 0 0 0,-1 0 0 0 0,0-1 0 0 0,0 1 0 0 0,-1-1 0 0 0,0 0 0 0 0,0 0 0 0 0,0-1 0 0 0,0 1 0 0 0,-1-1 0 0 0,1-1 0 0 0,-1 1 0 0 0,0-1 0 0 0,0-1 0 0 0,-13 4 0 0 0,-9 2 0 0 0,1-1 0 0 0,-1-1 1 0 0,-41 2-1 0 0,69-8 14 0 0,-7 1-110 0 0,-1 0 0 0 0,0-1-1 0 0,1 1 1 0 0,-1-2 0 0 0,0 1-1 0 0,0-1 1 0 0,1-1 0 0 0,-17-4 0 0 0,25 6-1 0 0,-1 0 0 0 0,1-1 0 0 0,-1 1 0 0 0,1 0 0 0 0,0-1 0 0 0,-1 1 0 0 0,1 0 0 0 0,0-1 0 0 0,-1 1 0 0 0,1-1 0 0 0,0 1 0 0 0,-1-1 0 0 0,1 1 0 0 0,0-1 0 0 0,0 1 0 0 0,0 0 0 0 0,0-1 0 0 0,-1 1 0 0 0,1-1 0 0 0,0 1 0 0 0,0-1 0 0 0,0 1 0 0 0,0-1 0 0 0,0 1 0 0 0,0-1 0 0 0,0 1 0 0 0,0-1 0 0 0,0 1 0 0 0,1-1 0 0 0,-1 1 0 0 0,0-1 0 0 0,0 1 0 0 0,0-1 0 0 0,0 1 0 0 0,1-1 0 0 0,-1 1 0 0 0,0-1 0 0 0,1 1 0 0 0,-1 0 0 0 0,1-1 0 0 0,11-15-3575 0 0,-11 15 3771 0 0,13-11-3208 0 0</inkml:trace>
</inkml:ink>
</file>

<file path=ppt/ink/ink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30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45 852 0 0,'0'0'3498'0'0,"-6"0"-2826"0"0,0 1-512 0 0,0 0 0 0 0,0 0 0 0 0,1 0-1 0 0,-1 1 1 0 0,1 0 0 0 0,-1 0 0 0 0,1 1 0 0 0,0-1 0 0 0,-1 1 0 0 0,1 0 0 0 0,1 1 0 0 0,-1-1 0 0 0,0 1 0 0 0,1 0 0 0 0,0 0-1 0 0,0 0 1 0 0,0 0 0 0 0,0 1 0 0 0,-5 10 0 0 0,6-11-77 0 0,0 1 0 0 0,0-1 0 0 0,1 1 1 0 0,0 0-1 0 0,0 0 0 0 0,0 0 0 0 0,1 0 0 0 0,0 0 0 0 0,0 0 0 0 0,0 0 0 0 0,0 1 1 0 0,1-1-1 0 0,0 0 0 0 0,0 1 0 0 0,0-1 0 0 0,1 0 0 0 0,0 0 0 0 0,1 6 1 0 0,-1-7-49 0 0,1-1 0 0 0,-1 1 0 0 0,1-1 0 0 0,0 1 0 0 0,0-1 0 0 0,0 1 0 0 0,1-1 0 0 0,-1 0 0 0 0,1 0 0 0 0,0 0 0 0 0,-1-1 0 0 0,1 1 0 0 0,0 0 1 0 0,1-1-1 0 0,-1 0 0 0 0,0 0 0 0 0,1 0 0 0 0,-1 0 0 0 0,1-1 0 0 0,0 1 0 0 0,-1-1 0 0 0,1 0 0 0 0,0 0 0 0 0,6 1 0 0 0,-4-1 36 0 0,1-1-1 0 0,0 1 1 0 0,-1-1-1 0 0,1-1 0 0 0,0 1 1 0 0,-1-1-1 0 0,1 0 1 0 0,0-1-1 0 0,-1 0 1 0 0,0 0-1 0 0,1 0 1 0 0,-1 0-1 0 0,0-1 0 0 0,0 0 1 0 0,0-1-1 0 0,-1 1 1 0 0,1-1-1 0 0,-1 0 1 0 0,0 0-1 0 0,0-1 0 0 0,0 0 1 0 0,0 0-1 0 0,-1 0 1 0 0,0 0-1 0 0,0-1 1 0 0,0 1-1 0 0,-1-1 1 0 0,0 0-1 0 0,0 0 0 0 0,-1 0 1 0 0,1-1-1 0 0,-1 1 1 0 0,-1 0-1 0 0,1-1 1 0 0,-1 0-1 0 0,0 1 0 0 0,0-1 1 0 0,-1 0-1 0 0,0 1 1 0 0,0-1-1 0 0,-1 0 1 0 0,0 1-1 0 0,0-1 1 0 0,0 1-1 0 0,-1-1 0 0 0,0 1 1 0 0,-6-12-1 0 0,5 10 11 0 0,2 4-60 0 0,-1-1-1 0 0,0 0 1 0 0,-1 0 0 0 0,1 1-1 0 0,-1-1 1 0 0,0 1 0 0 0,0 0-1 0 0,0 0 1 0 0,-5-5 0 0 0,7 8-381 0 0,-1 1 100 0 0,1 0 1 0 0,0 0-1 0 0,0 1 1 0 0,0-1 0 0 0,-1 0-1 0 0,1 0 1 0 0,0 1 0 0 0,0-1-1 0 0,0 1 1 0 0,0-1-1 0 0,-1 1 1 0 0,1-1 0 0 0,0 1-1 0 0,0 0 1 0 0,0 0-1 0 0,0-1 1 0 0,1 1 0 0 0,-1 0-1 0 0,0 0 1 0 0,0 0 0 0 0,0 0-1 0 0,1 0 1 0 0,-1 0-1 0 0,0 0 1 0 0,1 0 0 0 0,-1 0-1 0 0,1 0 1 0 0,-1 1-1 0 0,1 1 1 0 0,-1-2-490 0 0</inkml:trace>
</inkml:ink>
</file>

<file path=ppt/ink/ink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31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67 912 0 0,'1'-2'439'0'0,"1"0"1"0"0,-1 0-1 0 0,0 0 0 0 0,-1 0 0 0 0,1-1 1 0 0,0 1-1 0 0,-1 0 0 0 0,1-1 0 0 0,-1 1 1 0 0,0 0-1 0 0,0-1 0 0 0,0 1 0 0 0,0 0 1 0 0,0-1-1 0 0,0 1 0 0 0,-1 0 0 0 0,0-5 1 0 0,0 6-310 0 0,0-1 1 0 0,0 1 0 0 0,0 0 0 0 0,0-1 0 0 0,0 1 0 0 0,0 0-1 0 0,0 0 1 0 0,-1 0 0 0 0,1 0 0 0 0,0 0 0 0 0,-1 0 0 0 0,1 0-1 0 0,-1 0 1 0 0,1 0 0 0 0,-1 1 0 0 0,1-1 0 0 0,-1 1 0 0 0,1-1-1 0 0,-3 0 1 0 0,-2 0-67 0 0,-1 1 1 0 0,1-1-1 0 0,-1 1 0 0 0,0 0 1 0 0,1 1-1 0 0,-1-1 0 0 0,1 1 1 0 0,-1 0-1 0 0,1 1 0 0 0,-11 4 0 0 0,10-4-14 0 0,0 1 0 0 0,1 1 0 0 0,0-1 0 0 0,-1 1-1 0 0,2 0 1 0 0,-1 1 0 0 0,0-1 0 0 0,1 1 0 0 0,0 0-1 0 0,0 1 1 0 0,0-1 0 0 0,0 1 0 0 0,1 0 0 0 0,0 0 0 0 0,1 0-1 0 0,-5 8 1 0 0,7-10-16 0 0,0 0-1 0 0,0 0 0 0 0,0 0 1 0 0,1 0-1 0 0,-1 0 1 0 0,1 0-1 0 0,0 0 0 0 0,0 0 1 0 0,0-1-1 0 0,1 1 1 0 0,-1 0-1 0 0,1 0 0 0 0,0 0 1 0 0,0 0-1 0 0,1 0 1 0 0,-1-1-1 0 0,1 1 0 0 0,-1 0 1 0 0,1-1-1 0 0,0 0 1 0 0,1 1-1 0 0,-1-1 0 0 0,0 0 1 0 0,1 0-1 0 0,0 0 1 0 0,0 0-1 0 0,0-1 0 0 0,0 1 1 0 0,0-1-1 0 0,6 4 1 0 0,3 2-76 0 0,1-1 0 0 0,0 0 1 0 0,0-1-1 0 0,0 0 0 0 0,1-1 1 0 0,17 4-1 0 0,-21-7-1289 0 0,-1 0-1 0 0,1-1 1 0 0,0 0 0 0 0,0 0-1 0 0,18-2 1 0 0,-14-1-1902 0 0</inkml:trace>
</inkml:ink>
</file>

<file path=ppt/ink/ink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32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72 424 0 0,'-1'-9'1751'0'0,"1"4"1731"0"0,0 3-3211 0 0,0 0 1 0 0,0 1 0 0 0,0-1 0 0 0,1 1-1 0 0,-1-1 1 0 0,1 1 0 0 0,-1-1 0 0 0,1 1 0 0 0,0 0-1 0 0,-1-1 1 0 0,1 1 0 0 0,0 0 0 0 0,0-1-1 0 0,0 1 1 0 0,0 0 0 0 0,0 0 0 0 0,0 0 0 0 0,1 0-1 0 0,-1 0 1 0 0,0 0 0 0 0,2-1 0 0 0,3-1 46 0 0,-1 0 1 0 0,0 0 0 0 0,1 1 0 0 0,0 0-1 0 0,10-2 1 0 0,3 0-70 0 0,0 1-1 0 0,35 0 1 0 0,-48 3-214 0 0,-1 0 1 0 0,1 0-1 0 0,-1 1 1 0 0,1-1 0 0 0,-1 1-1 0 0,1 1 1 0 0,-1-1-1 0 0,1 1 1 0 0,-1 0-1 0 0,0 0 1 0 0,7 4-1 0 0,-9-4-33 0 0,0 1 1 0 0,-1-1-1 0 0,0 0 0 0 0,1 1 1 0 0,-1-1-1 0 0,0 1 1 0 0,0 0-1 0 0,0 0 0 0 0,-1 0 1 0 0,1 0-1 0 0,-1 0 0 0 0,1 0 1 0 0,-1 0-1 0 0,0 1 0 0 0,0-1 1 0 0,-1 0-1 0 0,1 1 1 0 0,-1-1-1 0 0,1 0 0 0 0,-1 1 1 0 0,-1 4-1 0 0,1-7-3 0 0,0 17-29 0 0,1-1-1 0 0,4 33 1 0 0,-3-43 25 0 0,0 1 0 0 0,0-1 0 0 0,1 0-1 0 0,0 0 1 0 0,0 0 0 0 0,1-1 0 0 0,0 1-1 0 0,0-1 1 0 0,10 11 0 0 0,-5-6-5 0 0,1 0-38 0 0,0 1 1 0 0,0 1-1 0 0,-1-1 0 0 0,10 19 0 0 0,-19-30 45 0 0,0 0 0 0 0,0 0 0 0 0,0 0-1 0 0,0 0 1 0 0,0 0 0 0 0,0 0 0 0 0,0 0 0 0 0,0 0-1 0 0,0 0 1 0 0,0 0 0 0 0,-1 0 0 0 0,1 0 0 0 0,0 0-1 0 0,-1-1 1 0 0,1 1 0 0 0,0 0 0 0 0,-1 0 0 0 0,0 0-1 0 0,1 0 1 0 0,-1 0 0 0 0,1-1 0 0 0,-1 1 0 0 0,0 0-1 0 0,1-1 1 0 0,-1 1 0 0 0,0 0 0 0 0,0-1 0 0 0,0 1-1 0 0,0-1 1 0 0,1 1 0 0 0,-1-1 0 0 0,0 1-1 0 0,0-1 1 0 0,0 0 0 0 0,0 0 0 0 0,-1 1 0 0 0,-41 11-40 0 0,37-10 31 0 0,-17 3-583 0 0,-1-1 0 0 0,-27 1 0 0 0,-14-3-5965 0 0,38-3 3263 0 0</inkml:trace>
</inkml:ink>
</file>

<file path=ppt/ink/ink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48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20 208 104 0 0,'0'0'544'0'0,"-19"-42"7237"0"0,24 44-7801 0 0,31 5 59 0 0,67 7 0 0 0,-73-12-69 0 0,108 11 114 0 0,-77-5-77 0 0,0-2-1 0 0,112-5 0 0 0,2 0-15 0 0,-48 4 14 0 0,1-5 0 0 0,145-19 0 0 0,-220 14 19 0 0,0 3-1 0 0,71 6 1 0 0,0 1-22 0 0,-98-5-2 0 0,349-9 42 0 0,-35-3-14 0 0,-194 9-17 0 0,-65 3 12 0 0,103-14-1 0 0,15-5 213 0 0,281-24 195 0 0,-465 43-413 0 0,374-15 214 0 0,-125 8 83 0 0,-93-4-185 0 0,89-1-29 0 0,145-1-84 0 0,-38-4-40 0 0,-162 13 11 0 0,76-4 25 0 0,-19 3 2 0 0,5 14-4 0 0,-84-8 281 0 0,-148 1-82 0 0,0-1 0 0 0,57-7 0 0 0,-34 2 210 0 0,-56 4-365 0 0,32-4 237 0 0,35-2 498 0 0,-66 6-711 0 0,17-4 487 0 0,-10 0-713 0 0,-89 12-7510 0 0,40-6 4538 0 0</inkml:trace>
</inkml:ink>
</file>

<file path=ppt/ink/ink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6:51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54 284 0 0,'0'0'4954'0'0,"5"-2"-4807"0"0,3-2-92 0 0,-6 3-33 0 0,0 0-1 0 0,0 0 1 0 0,0 0-1 0 0,0 0 1 0 0,0 1 0 0 0,1-1-1 0 0,-1 1 1 0 0,0-1-1 0 0,0 1 1 0 0,1 0 0 0 0,3 0-1 0 0,-4 0 79 0 0,52 2 274 0 0,-28 2-281 0 0,0-1 0 0 0,31 0 0 0 0,29 4-54 0 0,112 3 133 0 0,71 19-92 0 0,84 1-56 0 0,-165-6-36 0 0,-104-18 10 0 0,1-3 0 0 0,111-11 0 0 0,-107 3 34 0 0,209-25 528 0 0,8 0-88 0 0,8 10-313 0 0,-178 15-105 0 0,270-18-63 0 0,10 10 149 0 0,-392 13-134 0 0,103 1 24 0 0,168-3 208 0 0,-121 3-119 0 0,19 0-57 0 0,171-8 85 0 0,263 19 478 0 0,-298-27 783 0 0,-161 3-445 0 0,-151 10-754 0 0,-14 2-142 0 0,17-1 582 0 0,-8-1-1097 0 0,-49 2-6635 0 0,10-1 4186 0 0</inkml:trace>
</inkml:ink>
</file>

<file path=ppt/ink/ink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5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363 277 784 0 0,'0'0'8902'0'0,"-18"1"-7623"0"0,-205 98 752 0 0,135-57-1400 0 0,66-35-208 0 0,12-12-272 0 0,9 3-157 0 0,1-1 0 0 0,0 1 0 0 0,0-1 0 0 0,0 1 0 0 0,0 0-1 0 0,0-1 1 0 0,1 1 0 0 0,-1-1 0 0 0,1 1 0 0 0,0-1 0 0 0,0 1-1 0 0,1-3 1 0 0,0-4-45 0 0,1 0 1 0 0,1 1-1 0 0,-1-1 0 0 0,1 1 0 0 0,1 0 0 0 0,0 0 0 0 0,0 0 0 0 0,9-10 0 0 0,-11 15 4 0 0,1-1 0 0 0,1 1 0 0 0,-1 0-1 0 0,0 0 1 0 0,1 1 0 0 0,0 0-1 0 0,-1-1 1 0 0,1 1 0 0 0,0 1-1 0 0,0-1 1 0 0,0 1 0 0 0,1 0-1 0 0,-1 0 1 0 0,0 0 0 0 0,0 1-1 0 0,6 0 1 0 0,65-2-398 0 0,133-10-887 0 0,-190 10 1153 0 0,0-1 0 0 0,0-2 1 0 0,0 0-1 0 0,0 0 0 0 0,-1-2 0 0 0,0 0 0 0 0,-1-2 1 0 0,24-13-1 0 0,-34 17 185 0 0,-1 0 0 0 0,1-1 1 0 0,-1 1-1 0 0,-1-1 0 0 0,1-1 1 0 0,-1 1-1 0 0,0-1 0 0 0,0 0 0 0 0,-1 0 1 0 0,0 0-1 0 0,0 0 0 0 0,-1-1 0 0 0,0 0 1 0 0,0 1-1 0 0,0-1 0 0 0,-1-1 1 0 0,-1 1-1 0 0,1 0 0 0 0,-1 0 0 0 0,-1 0 1 0 0,1-1-1 0 0,-2 1 0 0 0,-1-17 1 0 0,2 23 95 0 0,-3 3-85 0 0,1 0 1 0 0,0 0 0 0 0,-1 0 0 0 0,1 0 0 0 0,0 0-1 0 0,0 0 1 0 0,0 1 0 0 0,0-1 0 0 0,0 1 0 0 0,0-1 0 0 0,0 1-1 0 0,0 0 1 0 0,1 0 0 0 0,-1 0 0 0 0,1 0 0 0 0,-1 0-1 0 0,1 0 1 0 0,0 0 0 0 0,0 0 0 0 0,0 1 0 0 0,0-1 0 0 0,-1 5-1 0 0,-20 63 38 0 0,20-62-23 0 0,-8 39 48 0 0,2-1-1 0 0,2 1 0 0 0,2 0 1 0 0,2 58-1 0 0,24 188 290 0 0,-13-206-279 0 0,9 13 1216 0 0,-18-99-444 0 0,-1-10-629 0 0,-4-73 73 0 0,3-1 0 0 0,3 1 0 0 0,4 0 0 0 0,22-110 0 0 0,-27 188-305 0 0,1 1 1 0 0,0 0 0 0 0,-1-1-1 0 0,1 1 1 0 0,1 0 0 0 0,-1 0-1 0 0,0 0 1 0 0,1 0-1 0 0,-1 0 1 0 0,1 0 0 0 0,0 0-1 0 0,0 0 1 0 0,0 1 0 0 0,1-1-1 0 0,-1 1 1 0 0,1-1 0 0 0,-1 1-1 0 0,1 0 1 0 0,0 0-1 0 0,0 0 1 0 0,3-1 0 0 0,-2 2-2 0 0,0 0-1 0 0,0 0 1 0 0,0 0 0 0 0,0 1 0 0 0,0 0 0 0 0,0 0-1 0 0,0 0 1 0 0,1 0 0 0 0,-1 1 0 0 0,0-1 0 0 0,0 1 0 0 0,0 0-1 0 0,0 0 1 0 0,7 3 0 0 0,5 4-1 0 0,1 1-1 0 0,-1 0 1 0 0,-1 1 0 0 0,0 0-1 0 0,0 2 1 0 0,20 19 0 0 0,-21-17-8 0 0,0 1 1 0 0,-1 1-1 0 0,21 33 1 0 0,-30-43-1 0 0,0 1 0 0 0,-1 0 1 0 0,1 0-1 0 0,-1 0 1 0 0,-1 0-1 0 0,1 1 1 0 0,-1-1-1 0 0,-1 1 1 0 0,0-1-1 0 0,0 1 0 0 0,0 0 1 0 0,-1 0-1 0 0,0 9 1 0 0,-1-15 8 0 0,1 0 1 0 0,-1-1 0 0 0,0 1 0 0 0,1 0 0 0 0,-1-1-1 0 0,0 1 1 0 0,0-1 0 0 0,0 1 0 0 0,0-1 0 0 0,0 0-1 0 0,-1 1 1 0 0,1-1 0 0 0,0 0 0 0 0,-1 0-1 0 0,1 0 1 0 0,0 0 0 0 0,-1 0 0 0 0,0 0 0 0 0,1 0-1 0 0,-1 0 1 0 0,1-1 0 0 0,-1 1 0 0 0,0-1-1 0 0,0 1 1 0 0,1-1 0 0 0,-1 0 0 0 0,0 1 0 0 0,0-1-1 0 0,1 0 1 0 0,-1 0 0 0 0,-3-1 0 0 0,-2 1 21 0 0,-1 0 1 0 0,0-1 0 0 0,1 0 0 0 0,0 0-1 0 0,-15-5 1 0 0,11 1 13 0 0,1 0 0 0 0,0-1 1 0 0,0 0-1 0 0,0 0 0 0 0,0-1 0 0 0,1-1 0 0 0,0 1 1 0 0,1-2-1 0 0,0 1 0 0 0,0-1 0 0 0,1 0 0 0 0,0-1 1 0 0,1 1-1 0 0,-1-1 0 0 0,2-1 0 0 0,0 1 0 0 0,0-1 1 0 0,1 0-1 0 0,0 0 0 0 0,-4-21 0 0 0,5 20-58 0 0,-9-19-1517 0 0,11 29 999 0 0,5 38-11031 0 0</inkml:trace>
</inkml:ink>
</file>

<file path=ppt/ink/ink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19 356 0 0,'-5'-12'2370'0'0,"5"12"-2271"0"0,0-1-1 0 0,1 1 1 0 0,-1 0-1 0 0,0 0 1 0 0,0 0-1 0 0,0 0 1 0 0,0-1-1 0 0,0 1 1 0 0,0 0-1 0 0,0 0 0 0 0,0 0 1 0 0,0-1-1 0 0,0 1 1 0 0,0 0-1 0 0,0 0 1 0 0,0 0-1 0 0,0 0 1 0 0,0-1-1 0 0,0 1 1 0 0,0 0-1 0 0,-1 0 1 0 0,1 0-1 0 0,0-1 1 0 0,0 1-1 0 0,0 0 0 0 0,0 0 1 0 0,0 0-1 0 0,0 0 1 0 0,0 0-1 0 0,-1-1 1 0 0,1 1-1 0 0,0 0 1 0 0,0 0-1 0 0,0 0 1 0 0,0 0-1 0 0,0 0 1 0 0,-1 0-1 0 0,1 0 0 0 0,0 0 1 0 0,0 0-1 0 0,0-1 1 0 0,0 1-1 0 0,-1 0 1 0 0,1 0-1 0 0,0 0 1 0 0,0 0-1 0 0,0 0 1 0 0,-1 0-1 0 0,1 0 1 0 0,0 0-1 0 0,0 0 1 0 0,0 0-1 0 0,-1 0 0 0 0,1 1 1 0 0,0-1-1 0 0,0 0 1 0 0,0 0-1 0 0,0 0 1 0 0,-1 0-1 0 0,1 0 1 0 0,0 0-1 0 0,0 0 1 0 0,0 0-1 0 0,0 0 1 0 0,-1 1-1 0 0,1-1 1 0 0,-20 70 499 0 0,3 1 1 0 0,3 1 0 0 0,-6 83 0 0 0,18-139-522 0 0,-17 182 819 0 0,17-188 369 0 0,0-12-504 0 0,-1-24-276 0 0,2 11-446 0 0,0 1-1 0 0,2 0 0 0 0,2-21 1 0 0,2 15-63 0 0,1 1 1 0 0,1 0-1 0 0,0-1 0 0 0,2 2 1 0 0,0-1-1 0 0,1 2 0 0 0,1-1 1 0 0,0 1-1 0 0,24-26 1 0 0,-30 37-16 0 0,1 0-1 0 0,0 0 1 0 0,0 1 0 0 0,0 0 0 0 0,1 0 0 0 0,0 1 0 0 0,0 0 0 0 0,0 0 0 0 0,0 0 0 0 0,1 1 0 0 0,-1 0 0 0 0,1 0 0 0 0,0 1 0 0 0,0 0 0 0 0,0 1-1 0 0,0-1 1 0 0,0 2 0 0 0,0-1 0 0 0,0 1 0 0 0,0 0 0 0 0,0 1 0 0 0,0 0 0 0 0,0 0 0 0 0,0 0 0 0 0,0 1 0 0 0,0 1 0 0 0,9 3 0 0 0,-9-2 3 0 0,-1 0 1 0 0,1 0-1 0 0,-1 1 0 0 0,-1-1 1 0 0,1 2-1 0 0,-1-1 1 0 0,0 1-1 0 0,0 0 1 0 0,0 0-1 0 0,-1 0 1 0 0,0 1-1 0 0,0 0 1 0 0,-1 0-1 0 0,0 0 1 0 0,5 11-1 0 0,-8-15 20 0 0,0 0 0 0 0,0 0 1 0 0,0 1-1 0 0,0-1 0 0 0,-1 0 0 0 0,1 1 1 0 0,-1-1-1 0 0,0 1 0 0 0,0-1 0 0 0,0 0 1 0 0,0 1-1 0 0,-1-1 0 0 0,0 1 0 0 0,1-1 1 0 0,-1 0-1 0 0,-2 5 0 0 0,1-5 10 0 0,0 0 1 0 0,0 1-1 0 0,-1-1 0 0 0,1 0 1 0 0,-1 0-1 0 0,0-1 0 0 0,0 1 1 0 0,0-1-1 0 0,0 1 0 0 0,0-1 1 0 0,0 0-1 0 0,-1 0 0 0 0,1 0 1 0 0,-1-1-1 0 0,1 1 0 0 0,-1-1 1 0 0,-6 2-1 0 0,-1 0-88 0 0,0 0 0 0 0,-1 0 0 0 0,1-1 1 0 0,-1-1-1 0 0,1 0 0 0 0,-1 0 0 0 0,0-1 0 0 0,1-1 1 0 0,-1 0-1 0 0,0-1 0 0 0,1 0 0 0 0,-1 0 0 0 0,1-1 0 0 0,0-1 1 0 0,0 0-1 0 0,-16-8 0 0 0,26 11-310 0 0,-9-7-522 0 0,8-3-3993 0 0,2-9 1971 0 0</inkml:trace>
</inkml:ink>
</file>

<file path=ppt/ink/ink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6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1 538 472 0 0,'0'0'854'0'0,"11"-1"2128"0"0,9-16-2244 0 0,-1-2 0 0 0,-1 0 0 0 0,-1-1 0 0 0,15-23 0 0 0,-19 22-535 0 0,0 0 0 0 0,-2-1 1 0 0,0 0-1 0 0,-2 0 0 0 0,0-1 0 0 0,-2-1 0 0 0,0 0 0 0 0,-2 0 0 0 0,0 0 1 0 0,-2 0-1 0 0,0-1 0 0 0,-2 1 0 0 0,-2-28 0 0 0,0 41 90 0 0,0 0 0 0 0,-1 0 0 0 0,-5-20 0 0 0,6 29-114 0 0,-1 3-171 0 0,0 1 0 0 0,0 1 0 0 0,1-1 0 0 0,-1 0 0 0 0,0 0 1 0 0,1 1-1 0 0,0-1 0 0 0,-1 0 0 0 0,0 4 0 0 0,2-5 0 0 0,-9 19 17 0 0,1 1 0 0 0,2 0 1 0 0,0 0-1 0 0,1 1 0 0 0,1-1 1 0 0,1 1-1 0 0,1 0 0 0 0,1 29 1 0 0,1-29-10 0 0,2 0 1 0 0,0 0-1 0 0,1-1 1 0 0,1 1-1 0 0,1-1 0 0 0,1 0 1 0 0,1 0-1 0 0,13 28 1 0 0,-16-39-4 0 0,1 0 1 0 0,1 0 0 0 0,0 0 0 0 0,0-1 0 0 0,1 0 0 0 0,0 0 0 0 0,1-1 0 0 0,0 0-1 0 0,0 0 1 0 0,1 0 0 0 0,-1-1 0 0 0,2-1 0 0 0,-1 0 0 0 0,1 0 0 0 0,0 0-1 0 0,0-1 1 0 0,21 6 0 0 0,-27-10-1 0 0,-1-1-1 0 0,1 1 1 0 0,0-1 0 0 0,-1 0-1 0 0,1 0 1 0 0,0 0-1 0 0,-1-1 1 0 0,1 0 0 0 0,-1 1-1 0 0,1-1 1 0 0,0 0 0 0 0,-1-1-1 0 0,0 1 1 0 0,1-1-1 0 0,-1 1 1 0 0,0-1 0 0 0,0 0-1 0 0,6-5 1 0 0,-5 4 111 0 0,1-1 0 0 0,-1 0 1 0 0,0 0-1 0 0,0-1 0 0 0,-1 1 0 0 0,1-1 1 0 0,-1 1-1 0 0,0-1 0 0 0,0 0 0 0 0,-1-1 1 0 0,3-5-1 0 0,-4 10 21 0 0,3-5 169 0 0,-3 5-323 0 0,-1 1 1 0 0,0 0-1 0 0,0-1 1 0 0,0 1-1 0 0,0-1 1 0 0,0 1 0 0 0,1 0-1 0 0,-1-1 1 0 0,0 1-1 0 0,0 0 1 0 0,1-1-1 0 0,-1 1 1 0 0,0 0-1 0 0,0-1 1 0 0,1 1-1 0 0,-1 0 1 0 0,0 0-1 0 0,1-1 1 0 0,-1 1-1 0 0,0 0 1 0 0,1 0-1 0 0,-1-1 1 0 0,1 1 0 0 0,-1 0-1 0 0,0 0 1 0 0,1 0-1 0 0,-1 0 1 0 0,1 0-1 0 0,-1 0 1 0 0,0 0-1 0 0,1 0 1 0 0,-1 0-1 0 0,1 0 1 0 0,-1 0-1 0 0,1 0 1 0 0,-1 0-1 0 0,0 0 1 0 0,1 0-1 0 0,0 0 1 0 0,33 26-1917 0 0,-9-6-5355 0 0,-18-14 4155 0 0</inkml:trace>
</inkml:ink>
</file>

<file path=ppt/ink/ink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7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28 20 0 0,'44'-27'12300'0'0,"-50"30"-12076"0"0,3-2-190 0 0,1 0 0 0 0,-1 0 0 0 0,0 1 0 0 0,1-1 0 0 0,-1 1-1 0 0,1 0 1 0 0,-1-1 0 0 0,1 1 0 0 0,0 0 0 0 0,0 1 0 0 0,0-1-1 0 0,0 0 1 0 0,0 1 0 0 0,0-1 0 0 0,0 1 0 0 0,1-1 0 0 0,0 1-1 0 0,-1 0 1 0 0,1 0 0 0 0,0-1 0 0 0,0 1 0 0 0,1 0 0 0 0,-1 0-1 0 0,0 0 1 0 0,1 0 0 0 0,0 0 0 0 0,0 0 0 0 0,0 0-1 0 0,0 0 1 0 0,0 0 0 0 0,1 0 0 0 0,-1 0 0 0 0,3 6 0 0 0,16 40 174 0 0,-15-42-242 0 0,-1 1 1 0 0,1-1-1 0 0,-1 1 0 0 0,-1 0 1 0 0,0 0-1 0 0,0 1 1 0 0,1 12-1 0 0,-3-19 20 0 0,0 0 0 0 0,-1 0 1 0 0,1 0-1 0 0,0 0 0 0 0,-1 0 1 0 0,0 0-1 0 0,0 0 0 0 0,1 0 1 0 0,-1 0-1 0 0,0 0 0 0 0,0-1 0 0 0,-1 1 1 0 0,1 0-1 0 0,0-1 0 0 0,0 1 1 0 0,-1-1-1 0 0,1 1 0 0 0,-1-1 0 0 0,0 0 1 0 0,1 1-1 0 0,-1-1 0 0 0,0 0 1 0 0,0 0-1 0 0,1 0 0 0 0,-1-1 0 0 0,0 1 1 0 0,0 0-1 0 0,-3 0 0 0 0,-1 1-306 0 0,-1-1 0 0 0,1 1 0 0 0,-1-1 0 0 0,0-1-1 0 0,1 1 1 0 0,-12-2 0 0 0,8-5-1731 0 0,7 1-1825 0 0,0-7 1024 0 0</inkml:trace>
</inkml:ink>
</file>

<file path=ppt/ink/ink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8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14 1068 0 0,'0'0'2352'0'0,"-2"-14"5720"0"0,21 73-9203 0 0,-18-58 918 0 0,0 1 1 0 0,0-1-1 0 0,-1 1 1 0 0,1-1-1 0 0,0 0 1 0 0,0 0-1 0 0,1 1 0 0 0,-1-1 1 0 0,0 0-1 0 0,0 0 1 0 0,1 0-1 0 0,-1 0 1 0 0,0 0-1 0 0,1 0 1 0 0,-1-1-1 0 0,1 1 0 0 0,-1 0 1 0 0,1-1-1 0 0,-1 1 1 0 0,1-1-1 0 0,-1 0 1 0 0,1 1-1 0 0,0-1 0 0 0,-1 0 1 0 0,1 0-1 0 0,0 0 1 0 0,-1 0-1 0 0,1 0 1 0 0,-1 0-1 0 0,1-1 1 0 0,2 0-1 0 0,8-3-1790 0 0</inkml:trace>
</inkml:ink>
</file>

<file path=ppt/ink/ink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8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43 1004 0 0,'11'-6'1680'0'0,"0"0"0"0"0,-1-1 1 0 0,18-15-1 0 0,-27 21-658 0 0,-30 51-778 0 0,-10-9-4681 0 0,19-19 1875 0 0</inkml:trace>
</inkml:ink>
</file>

<file path=ppt/ink/ink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08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10 256 0 0,'0'0'1693'0'0,"0"-7"-854"0"0,-1 4-296 0 0,-1 8 2774 0 0,-1 6-3198 0 0,0 1 1 0 0,1 0-1 0 0,0-1 1 0 0,1 1-1 0 0,1 0 0 0 0,0 0 1 0 0,0 0-1 0 0,1 0 1 0 0,1 0-1 0 0,3 13 0 0 0,-5-24-117 0 0,0-1 0 0 0,0 0 1 0 0,0 1-1 0 0,0-1 0 0 0,0 0 0 0 0,1 1 0 0 0,-1-1 0 0 0,0 0 0 0 0,0 0 0 0 0,0 1 0 0 0,1-1 0 0 0,-1 0 0 0 0,0 0 0 0 0,1 1 0 0 0,-1-1 0 0 0,0 0 0 0 0,0 0 0 0 0,1 0 0 0 0,-1 1 0 0 0,0-1 0 0 0,1 0 0 0 0,-1 0 1 0 0,0 0-1 0 0,1 0 0 0 0,-1 0 0 0 0,1 0 0 0 0,-1 0 0 0 0,0 0 0 0 0,1 0 0 0 0,-1 0 0 0 0,0 0 0 0 0,1 0 0 0 0,-1 0 0 0 0,0 0 0 0 0,1 0 0 0 0,-1 0 0 0 0,0 0 0 0 0,1 0 0 0 0,-1 0 0 0 0,0-1 0 0 0,1 1 0 0 0,-1 0 0 0 0,0 0 1 0 0,1 0-1 0 0,-1-1 0 0 0,1 1 0 0 0,13-16 448 0 0,-14 16-422 0 0,0-1-1 0 0,0 1 0 0 0,0 0 1 0 0,0-1-1 0 0,0 1 1 0 0,0 0-1 0 0,0-1 0 0 0,0 1 1 0 0,0-1-1 0 0,0 1 1 0 0,0 0-1 0 0,0-1 0 0 0,0 1 1 0 0,1-1-1 0 0,-1 1 1 0 0,0 0-1 0 0,0-1 0 0 0,0 1 1 0 0,1 0-1 0 0,-1 0 1 0 0,0-1-1 0 0,0 1 0 0 0,1 0 1 0 0,-1-1-1 0 0,0 1 1 0 0,1 0-1 0 0,-1 0 0 0 0,0 0 1 0 0,1-1-1 0 0,-1 1 1 0 0,0 0-1 0 0,1 0 0 0 0,-1 0 1 0 0,1 0-1 0 0,-1 0 1 0 0,1 0-1 0 0,5 16-247 0 0,-3-4-389 0 0,3 22-3674 0 0,-5-19 1801 0 0</inkml:trace>
</inkml:ink>
</file>

<file path=ppt/ink/ink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0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64 0 0,'21'-34'2449'0'0,"1"0"1575"0"0,-14 13 2288 0 0,-11 39-5921 0 0,-1-1 1 0 0,2 0-1 0 0,-1 33 1 0 0,9-50-393 0 0,0-1 0 0 0,-1 0 0 0 0,0 0 0 0 0,1 0 0 0 0,-1-1 0 0 0,9-4 0 0 0,38-19-102 0 0,58-20 0 0 0,-108 44 61 0 0,0 0 1 0 0,1 0-1 0 0,-1 0 1 0 0,1 1-1 0 0,-1-1 1 0 0,1 1-1 0 0,0 0 1 0 0,-1-1-1 0 0,1 1 0 0 0,-1 0 1 0 0,1 0-1 0 0,0 1 1 0 0,-1-1-1 0 0,1 1 1 0 0,-1-1-1 0 0,1 1 1 0 0,-1 0-1 0 0,1 0 0 0 0,-1 0 1 0 0,0 0-1 0 0,1 0 1 0 0,-1 0-1 0 0,0 1 1 0 0,0-1-1 0 0,0 1 1 0 0,0 0-1 0 0,0 0 0 0 0,0-1 1 0 0,-1 1-1 0 0,1 0 1 0 0,0 0-1 0 0,-1 1 1 0 0,0-1-1 0 0,1 0 1 0 0,-1 0-1 0 0,0 1 0 0 0,0-1 1 0 0,0 1-1 0 0,-1-1 1 0 0,1 1-1 0 0,0-1 1 0 0,-1 1-1 0 0,0-1 1 0 0,0 1-1 0 0,0 0 0 0 0,0-1 1 0 0,0 1-1 0 0,0-1 1 0 0,0 1-1 0 0,-1-1 1 0 0,1 1-1 0 0,-1-1 1 0 0,0 1-1 0 0,0-1 0 0 0,0 1 1 0 0,0-1-1 0 0,-3 4 1 0 0,-22 29-6315 0 0,20-26 3296 0 0</inkml:trace>
</inkml:ink>
</file>

<file path=ppt/ink/ink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0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1 100 692 0 0,'1'-16'1188'0'0,"2"0"-76"0"0,-2 2-72 0 0,-1 3-60 0 0,2 1 725 0 0,2-7-989 0 0,-3 10 208 0 0,10-1-688 0 0,5 8-360 0 0,11 10-744 0 0,-10 2-400 0 0,-1 2-1377 0 0,5 0 613 0 0</inkml:trace>
</inkml:ink>
</file>

<file path=ppt/ink/ink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1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92 516 0 0,'3'-5'813'0'0,"0"-1"1"0"0,1 1-1 0 0,-1 0 1 0 0,1 0-1 0 0,0 0 0 0 0,1 0 1 0 0,5-4 1345 0 0,10 31-927 0 0,-19-18-1173 0 0,-1 0 0 0 0,1 0 0 0 0,-1 0 0 0 0,0 1 0 0 0,0-1 0 0 0,0 0 0 0 0,-1 0 0 0 0,1 0 0 0 0,-1 0 0 0 0,0 0 0 0 0,0 0 0 0 0,0 0 0 0 0,-1 0 0 0 0,0 0 0 0 0,1-1 0 0 0,-1 1 0 0 0,-1-1 0 0 0,1 1 1 0 0,0-1-1 0 0,-1 0 0 0 0,0 1 0 0 0,1-1 0 0 0,-1-1 0 0 0,-1 1 0 0 0,1 0 0 0 0,0-1 0 0 0,-1 0 0 0 0,1 1 0 0 0,-1-1 0 0 0,1-1 0 0 0,-1 1 0 0 0,0 0 0 0 0,0-1 0 0 0,-7 2 0 0 0,9-3-1 0 0,1 0-54 0 0,1 0 0 0 0,-1 0-1 0 0,0 0 1 0 0,0 0 0 0 0,1 0 0 0 0,-1-1 0 0 0,0 1-1 0 0,0 0 1 0 0,1 0 0 0 0,-1-1 0 0 0,0 1-1 0 0,1 0 1 0 0,-1-1 0 0 0,0 1 0 0 0,1-1 0 0 0,-1 1-1 0 0,0-1 1 0 0,1 1 0 0 0,-1-1 0 0 0,1 1 0 0 0,-1-1-1 0 0,1 1 1 0 0,-1-1 0 0 0,1 0 0 0 0,0 1-1 0 0,-1-1 1 0 0,1 0 0 0 0,0 1 0 0 0,-1-1 0 0 0,1 0-1 0 0,0 0 1 0 0,0 1 0 0 0,0-1 0 0 0,0 0 0 0 0,0 0-1 0 0,-1 0 1 0 0,1 1 0 0 0,1-1 0 0 0,-1 0-1 0 0,0 0 1 0 0,0 1 0 0 0,0-1 0 0 0,0 0 0 0 0,0 0-1 0 0,1 1 1 0 0,0-2 0 0 0,-1-2-3 0 0,2 1 0 0 0,-1-1 0 0 0,0 1 0 0 0,1-1 0 0 0,-1 1 0 0 0,1-1 0 0 0,0 1 0 0 0,4-4 0 0 0,5-5-12 0 0,1 1 0 0 0,1 1 1 0 0,0 0-1 0 0,0 1 0 0 0,1 0 1 0 0,25-12-1 0 0,-23 14-2 0 0,0 1-1 0 0,0 0 1 0 0,0 1-1 0 0,1 0 0 0 0,0 2 1 0 0,0 0-1 0 0,0 0 1 0 0,0 2-1 0 0,0 0 1 0 0,28 3-1 0 0,-36 0 8 0 0,0 0-1 0 0,0 1 1 0 0,0 0-1 0 0,-1 0 1 0 0,1 1-1 0 0,-1 0 0 0 0,0 0 1 0 0,10 8-1 0 0,-13-9 1 0 0,-1 0-1 0 0,0 0 0 0 0,0 0 1 0 0,0 1-1 0 0,-1-1 1 0 0,1 1-1 0 0,-1 0 0 0 0,0 0 1 0 0,0 1-1 0 0,0-1 1 0 0,0 0-1 0 0,-1 1 0 0 0,0 0 1 0 0,0 0-1 0 0,0 0 1 0 0,0 0-1 0 0,0 5 0 0 0,-1-8 7 0 0,-1 1-1 0 0,1 0 1 0 0,-1 0-1 0 0,0-1 1 0 0,0 1-1 0 0,0 0 1 0 0,-1 0-1 0 0,1-1 1 0 0,0 1-1 0 0,-1 0 1 0 0,0 0-1 0 0,0-1 1 0 0,0 1-1 0 0,-2 4 1 0 0,-2 4 88 0 0,4-10-17 0 0,15-22-183 0 0,-9 14 16 0 0,2 0 0 0 0,-1 0 0 0 0,1 1 0 0 0,0 0 1 0 0,1 0-1 0 0,-1 1 0 0 0,1 0 0 0 0,0 0 0 0 0,0 0 0 0 0,17-5 1 0 0,-21 9 73 0 0,0 1 0 0 0,0 0 0 0 0,0 0 0 0 0,0 0 1 0 0,1 0-1 0 0,-1 0 0 0 0,0 1 0 0 0,0 0 0 0 0,0 0 1 0 0,0 0-1 0 0,0 0 0 0 0,-1 1 0 0 0,1-1 1 0 0,0 1-1 0 0,-1 0 0 0 0,1 0 0 0 0,4 5 0 0 0,15 4-55 0 0,-2-3-21 0 0,0-1 0 0 0,1-1 1 0 0,0-2-1 0 0,0 0 1 0 0,1-1-1 0 0,-1-1 1 0 0,1-1-1 0 0,-1-1 1 0 0,1-1-1 0 0,-1-1 0 0 0,1-1 1 0 0,-1-1-1 0 0,0-1 1 0 0,30-11-1 0 0,-47 14 178 0 0,1-1 0 0 0,-1 1 0 0 0,0-1 0 0 0,0 0 0 0 0,-1-1-1 0 0,1 1 1 0 0,-1-1 0 0 0,1 0 0 0 0,-1 0 0 0 0,7-9 0 0 0,-10 12 99 0 0,-1 1-152 0 0,0-1 0 0 0,0 1 0 0 0,0-1 0 0 0,0 1 0 0 0,0 0 0 0 0,0-1-1 0 0,1 1 1 0 0,-1 0 0 0 0,0-1 0 0 0,0 1 0 0 0,1 0 0 0 0,-1-1 0 0 0,0 1 0 0 0,0 0 0 0 0,1 0 0 0 0,-1-1-1 0 0,0 1 1 0 0,1 0 0 0 0,-1 0 0 0 0,0 0 0 0 0,1-1 0 0 0,-1 1 0 0 0,0 0 0 0 0,1 0 0 0 0,-1 0 0 0 0,1 0-1 0 0,-1 0 1 0 0,0 0 0 0 0,1 0 0 0 0,-1 0 0 0 0,1 0 0 0 0,-1 0 0 0 0,0 0 0 0 0,1 0 0 0 0,3 3 37 0 0,51 28 44 0 0,-51-30 10 0 0,-1 1 1 0 0,1-1 0 0 0,-1 0 0 0 0,1 0 0 0 0,-1 0 0 0 0,1-1 0 0 0,0 1-1 0 0,0-1 1 0 0,-1 0 0 0 0,1 0 0 0 0,0 0 0 0 0,0 0 0 0 0,-1-1-1 0 0,1 1 1 0 0,3-2 0 0 0,-6 1-65 0 0,0 0-1 0 0,0 0 1 0 0,0 0-1 0 0,0 1 1 0 0,0-1 0 0 0,0 0-1 0 0,-1 0 1 0 0,1 0-1 0 0,0-1 1 0 0,-1 1 0 0 0,1 0-1 0 0,-1 0 1 0 0,1 0-1 0 0,-1 0 1 0 0,0 0 0 0 0,1-1-1 0 0,-1 1 1 0 0,0 0-1 0 0,0 0 1 0 0,0-1-1 0 0,0 1 1 0 0,0 0 0 0 0,0 0-1 0 0,0-1 1 0 0,0 1-1 0 0,-1 0 1 0 0,1 0 0 0 0,0 0-1 0 0,-1-1 1 0 0,0-1-1 0 0,0 1-42 0 0,1-1 0 0 0,-1 1-1 0 0,0-1 1 0 0,0 1 0 0 0,0 0 0 0 0,0-1-1 0 0,0 1 1 0 0,-1 0 0 0 0,1 0 0 0 0,-1-1-1 0 0,0 1 1 0 0,1 1 0 0 0,-1-1 0 0 0,-4-3-1 0 0,-2 2-147 0 0,-17-3-8342 0 0</inkml:trace>
</inkml:ink>
</file>

<file path=ppt/ink/ink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1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91 492 0 0,'5'0'607'0'0,"0"1"0"0"0,0-1-1 0 0,0 1 1 0 0,-1 1 0 0 0,1-1 0 0 0,0 1 0 0 0,-1-1-1 0 0,1 1 1 0 0,5 4 0 0 0,-9-5-212 0 0,4 9 923 0 0,-5-9-1227 0 0,0-1 0 0 0,-1 1 0 0 0,1-1 0 0 0,0 1 0 0 0,0-1-1 0 0,0 1 1 0 0,0-1 0 0 0,0 1 0 0 0,0-1 0 0 0,1 1 0 0 0,-1-1 0 0 0,0 1 0 0 0,0-1 0 0 0,0 1 0 0 0,0-1 0 0 0,0 1 0 0 0,1-1 0 0 0,-1 1 0 0 0,0-1-1 0 0,0 0 1 0 0,1 1 0 0 0,-1-1 0 0 0,0 1 0 0 0,1-1 0 0 0,-1 0 0 0 0,1 1 0 0 0,-1-1 0 0 0,0 0 0 0 0,1 1 0 0 0,-1-1 0 0 0,1 0 0 0 0,-1 0 0 0 0,1 1-1 0 0,-1-1 1 0 0,1 0 0 0 0,-1 0 0 0 0,1 0 0 0 0,0 0 0 0 0,20-9 88 0 0,1 0 1 0 0,0 1-1 0 0,0 1 1 0 0,1 1-1 0 0,38-4 0 0 0,47-14-306 0 0,-106 23 156 0 0,1 0-1 0 0,-1 0 1 0 0,1 0 0 0 0,-1 0 0 0 0,1 0 0 0 0,-1-1-1 0 0,0 1 1 0 0,0-1 0 0 0,0 0 0 0 0,0 1-1 0 0,0-1 1 0 0,0 0 0 0 0,0 0 0 0 0,0 0 0 0 0,-1 0-1 0 0,1-1 1 0 0,-1 1 0 0 0,0 0 0 0 0,1-1 0 0 0,-1 1-1 0 0,0-1 1 0 0,1-4 0 0 0,-2 6 301 0 0,-5-11 535 0 0,46 54-2865 0 0,-3-18-4058 0 0,-8-14 2363 0 0</inkml:trace>
</inkml:ink>
</file>

<file path=ppt/ink/ink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2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32 368 0 0,'0'0'1445'0'0,"-3"-5"-114"0"0,1 2-627 0 0,-6-9-694 0 0,6 1 6870 0 0,1 13-6824 0 0,0 0-1 0 0,0-1 0 0 0,0 1 1 0 0,0 0-1 0 0,0-1 0 0 0,0 1 1 0 0,-1 0-1 0 0,1-1 0 0 0,-1 1 1 0 0,1-1-1 0 0,-3 2 1 0 0,2-1 43 0 0,-5 8 178 0 0,1 0 0 0 0,0 0-1 0 0,1 1 1 0 0,-8 21 0 0 0,-1 1-160 0 0,-17 21-3484 0 0</inkml:trace>
</inkml:ink>
</file>

<file path=ppt/ink/ink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2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70 164 0 0,'3'-8'1088'0'0,"-1"-3"-88"0"0,4 2-72 0 0,-5-1 744 0 0,7-4-275 0 0,-5 6-293 0 0,3-2-1136 0 0,10 28-4253 0 0,-11-11 2609 0 0</inkml:trace>
</inkml:ink>
</file>

<file path=ppt/ink/ink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3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82 112 0 0,'2'7'384'0'0,"0"0"0"0"0,0 0 0 0 0,-1 0 1 0 0,0 1-1 0 0,0-1 0 0 0,-1 0 0 0 0,0 1 0 0 0,0-1 0 0 0,-1 0 1 0 0,-2 13-1 0 0,3-18-141 0 0,-5 12 4435 0 0,9-22-4612 0 0,-1 0 1 0 0,1 1-1 0 0,1-1 0 0 0,0 1 1 0 0,0 0-1 0 0,0 0 0 0 0,1 1 1 0 0,0 0-1 0 0,0 0 0 0 0,0 0 1 0 0,1 1-1 0 0,0 0 0 0 0,10-6 1 0 0,-7 4-29 0 0,-7 6-35 0 0,-1-1 0 0 0,1 1 0 0 0,0 0 0 0 0,0 0 0 0 0,-1 0 0 0 0,1 0 0 0 0,0 0 0 0 0,0 0 1 0 0,0 1-1 0 0,0-1 0 0 0,0 1 0 0 0,0 0 0 0 0,0 0 0 0 0,0 0 0 0 0,0 1 0 0 0,0-1 0 0 0,3 1 1 0 0,9 1-2 0 0,-14-2-4 0 0,1 0 1 0 0,0 0 0 0 0,-1 0 0 0 0,1 1 0 0 0,0-1-1 0 0,-1 0 1 0 0,1 1 0 0 0,-1 0 0 0 0,1-1 0 0 0,0 1-1 0 0,-1 0 1 0 0,0 0 0 0 0,1 0 0 0 0,1 1-1 0 0,-2-1 0 0 0,0 0 0 0 0,1-1 0 0 0,-1 1 0 0 0,1 0 0 0 0,-1 0-1 0 0,1-1 1 0 0,-1 1 0 0 0,1-1 0 0 0,-1 0 0 0 0,1 1 0 0 0,0-1-1 0 0,-1 0 1 0 0,1 0 0 0 0,-1 0 0 0 0,1 0 0 0 0,0 0-1 0 0,2-1 1 0 0,39-4-476 0 0,-33 3 174 0 0,0 0 1 0 0,0 1 0 0 0,1 1-1 0 0,14 0 1 0 0,103 22-1631 0 0,-86-13 1137 0 0,52 5 0 0 0,-78-13 654 0 0,0 0 0 0 0,0-2 0 0 0,-1 0 0 0 0,1 0 0 0 0,0-2 0 0 0,29-8 0 0 0,-25 6 537 0 0,-1-2 0 0 0,0 0 0 0 0,0-1 0 0 0,-1-1 0 0 0,0-1 0 0 0,32-23 0 0 0,-49 33-360 0 0,-1-1 1 0 0,1 1 0 0 0,-1 0-1 0 0,1-1 1 0 0,-1 1-1 0 0,1 0 1 0 0,0 0-1 0 0,-1-1 1 0 0,1 1-1 0 0,0 0 1 0 0,-1 0 0 0 0,1 0-1 0 0,0 0 1 0 0,-1 0-1 0 0,1 0 1 0 0,0 0-1 0 0,-1 0 1 0 0,1 0-1 0 0,0 0 1 0 0,-1 1-1 0 0,1-1 1 0 0,0 0 0 0 0,-1 0-1 0 0,1 1 1 0 0,0-1-1 0 0,-1 0 1 0 0,1 1-1 0 0,-1-1 1 0 0,1 0-1 0 0,-1 1 1 0 0,1-1 0 0 0,-1 1-1 0 0,1-1 1 0 0,-1 1-1 0 0,1-1 1 0 0,-1 1-1 0 0,0-1 1 0 0,1 1-1 0 0,-1 0 1 0 0,0-1-1 0 0,1 1 1 0 0,-1-1 0 0 0,0 1-1 0 0,0 0 1 0 0,0-1-1 0 0,0 1 1 0 0,0 0-1 0 0,1-1 1 0 0,-1 1-1 0 0,0 0 1 0 0,0 0 0 0 0,7 36 114 0 0,-4 278 587 0 0,-5-161-465 0 0,-2-105 1444 0 0,4-47-635 0 0,-2-9-783 0 0,-2-11-192 0 0,0 0 1 0 0,2 0-1 0 0,0 0 0 0 0,2 0 1 0 0,-1-1-1 0 0,2 1 0 0 0,1 0 0 0 0,0 0 1 0 0,1-1-1 0 0,1 2 0 0 0,1-1 1 0 0,9-24-1 0 0,-1 10-134 0 0,1 0 0 0 0,2 1 0 0 0,1 1-1 0 0,2 1 1 0 0,40-51 0 0 0,-49 69-17 0 0,0 1 1 0 0,0 0-1 0 0,1 0 0 0 0,0 1 0 0 0,1 1 1 0 0,0 0-1 0 0,0 1 0 0 0,25-12 0 0 0,-31 17 25 0 0,-1 0-1 0 0,0 0 1 0 0,1 0-1 0 0,0 1 1 0 0,-1-1-1 0 0,1 1 1 0 0,0 1 0 0 0,-1-1-1 0 0,1 1 1 0 0,0 0-1 0 0,0 0 1 0 0,0 1-1 0 0,-1-1 1 0 0,1 1 0 0 0,0 1-1 0 0,-1-1 1 0 0,1 1-1 0 0,-1 0 1 0 0,0 0-1 0 0,1 1 1 0 0,-1-1-1 0 0,0 1 1 0 0,0 0 0 0 0,6 6-1 0 0,-10-8 13 0 0,1 0 0 0 0,-1 0 0 0 0,0 0 0 0 0,0 0 0 0 0,1 1 0 0 0,-1-1 1 0 0,0 0-1 0 0,0 1 0 0 0,-1-1 0 0 0,1 1 0 0 0,0-1 0 0 0,0 1 0 0 0,-1-1 0 0 0,1 1 0 0 0,-1-1 0 0 0,1 1 0 0 0,-1 0 0 0 0,1-1 0 0 0,-1 1 0 0 0,0 0 0 0 0,0-1 0 0 0,0 1 0 0 0,0 0 0 0 0,0-1 0 0 0,-1 1 0 0 0,1 2 1 0 0,-2-1 8 0 0,1 0 0 0 0,-1 0 0 0 0,0 0 1 0 0,0 0-1 0 0,0-1 0 0 0,0 1 1 0 0,0-1-1 0 0,-1 1 0 0 0,1-1 1 0 0,-1 0-1 0 0,1 0 0 0 0,-5 3 1 0 0,-4 1-103 0 0,1 0 0 0 0,-1-1 0 0 0,0 0 1 0 0,0 0-1 0 0,0-1 0 0 0,-17 3 1 0 0,7 1-1918 0 0</inkml:trace>
</inkml:ink>
</file>

<file path=ppt/ink/ink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4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1 373 432 0 0,'1'3'238'0'0,"0"0"-1"0"0,1 0 1 0 0,0 0-1 0 0,-1 0 1 0 0,1-1-1 0 0,0 1 1 0 0,1-1-1 0 0,-1 1 1 0 0,0-1-1 0 0,1 0 1 0 0,-1 0-1 0 0,1 0 1 0 0,0 0-1 0 0,-1 0 1 0 0,1-1-1 0 0,5 3 1 0 0,55 20 1261 0 0,-48-19-953 0 0,-13-4-428 0 0,0 0 1 0 0,0-1 0 0 0,0 1 0 0 0,0 0 0 0 0,1-1-1 0 0,-1 0 1 0 0,0 1 0 0 0,0-1 0 0 0,0 0 0 0 0,0 0 0 0 0,0 0-1 0 0,1 0 1 0 0,-1-1 0 0 0,0 1 0 0 0,0 0 0 0 0,0-1-1 0 0,0 0 1 0 0,0 1 0 0 0,4-3 0 0 0,-5 2-45 0 0,0 0 0 0 0,0-1 0 0 0,0 1 0 0 0,-1 0 0 0 0,1-1 0 0 0,0 1 0 0 0,0-1 0 0 0,-1 1 0 0 0,1-1 0 0 0,-1 1 0 0 0,1-1 0 0 0,-1 1 0 0 0,0-1 0 0 0,0 0 0 0 0,0 1 0 0 0,1-1 0 0 0,-2 1 0 0 0,1-1 0 0 0,0 0 0 0 0,0 1 0 0 0,0-1 0 0 0,-1 1 1 0 0,1-1-1 0 0,-1 1 0 0 0,1-1 0 0 0,-2-1 0 0 0,-24-62 540 0 0,25 64-679 0 0,1 0-1 0 0,-1 0 0 0 0,1 0 1 0 0,-1 0-1 0 0,1 0 0 0 0,-1 0 1 0 0,1 0-1 0 0,0 0 0 0 0,-1 0 1 0 0,1-1-1 0 0,0 1 0 0 0,0 0 1 0 0,0 0-1 0 0,0 0 0 0 0,0 0 1 0 0,0-1-1 0 0,0 1 0 0 0,1 0 1 0 0,-1 0-1 0 0,0 0 1 0 0,1 0-1 0 0,-1 0 0 0 0,1 0 1 0 0,-1 0-1 0 0,1-1 0 0 0,-1 1 1 0 0,1 1-1 0 0,0-1 0 0 0,0-2 1 0 0,2 1-38 0 0,-1 1 0 0 0,1-1 0 0 0,0 0 0 0 0,-1 1 0 0 0,1 0 0 0 0,0-1 0 0 0,0 1 0 0 0,0 0 1 0 0,0 1-1 0 0,0-1 0 0 0,3 0 0 0 0,6-1-116 0 0,0 1 1 0 0,0 1-1 0 0,0 0 1 0 0,0 0-1 0 0,12 3 1 0 0,-14-1 166 0 0,1 0 0 0 0,-1 0 0 0 0,0 2 0 0 0,0-1-1 0 0,0 1 1 0 0,0 0 0 0 0,-1 1 0 0 0,0 0 0 0 0,0 1 0 0 0,0 0 0 0 0,0 0 0 0 0,-1 1 0 0 0,0 0 0 0 0,-1 1 0 0 0,1-1 0 0 0,-2 2 0 0 0,1-1 0 0 0,-1 0 0 0 0,0 1 0 0 0,-1 1 0 0 0,0-1 0 0 0,5 12 0 0 0,0 3 261 0 0,-4-22 408 0 0,0-36 895 0 0,0-3-1110 0 0,57-155 1025 0 0,-51 162-942 0 0,2 1 0 0 0,1 1 0 0 0,1 0 0 0 0,26-34 0 0 0,-41 60-434 0 0,0 0 0 0 0,0 1 0 0 0,0-1 0 0 0,1 0 0 0 0,-1 1 0 0 0,1-1 0 0 0,-1 1 0 0 0,1 0 0 0 0,-1-1 0 0 0,1 1 0 0 0,0 0 0 0 0,0 0 0 0 0,0 0 0 0 0,-1 0 0 0 0,1 1 1 0 0,0-1-1 0 0,0 0 0 0 0,0 1 0 0 0,0-1 0 0 0,0 1 0 0 0,1 0 0 0 0,-1-1 0 0 0,0 1 0 0 0,0 0 0 0 0,0 1 0 0 0,0-1 0 0 0,0 0 0 0 0,0 0 0 0 0,0 1 0 0 0,0-1 0 0 0,0 1 0 0 0,0 0 0 0 0,0 0 0 0 0,0-1 0 0 0,3 4 0 0 0,4 2 13 0 0,0 1 0 0 0,-1 1 0 0 0,1 0-1 0 0,-2 0 1 0 0,12 14 0 0 0,-4-4 57 0 0,7 8-71 0 0,-1 1 0 0 0,-1 1 0 0 0,-1 1 0 0 0,-1 0 0 0 0,-2 1 0 0 0,-1 1 0 0 0,13 41 0 0 0,-25-63-211 0 0,-1 0-1 0 0,0 0 0 0 0,-1 1 0 0 0,0-1 0 0 0,0 0 0 0 0,-1 1 0 0 0,-1 11 0 0 0,1-16-156 0 0,-1-1 0 0 0,0 1-1 0 0,0-1 1 0 0,-1 0 0 0 0,1 0-1 0 0,-1 0 1 0 0,-3 6 0 0 0,3-7-248 0 0,0 0 0 0 0,0-1-1 0 0,0 1 1 0 0,0-1 0 0 0,0 1 0 0 0,-1-1 0 0 0,1 0 0 0 0,-1 0 0 0 0,0 0 0 0 0,-5 3-1 0 0,-3 1-2277 0 0</inkml:trace>
</inkml:ink>
</file>

<file path=ppt/ink/ink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4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1 390 516 0 0,'31'-8'383'0'0,"1"1"1"0"0,1 1-1 0 0,-1 2 1 0 0,1 1-1 0 0,0 2 0 0 0,52 4 1 0 0,69-5-888 0 0,-118 1 502 0 0,-28 2 305 0 0,0-1 0 0 0,0 0 0 0 0,1-1 0 0 0,-1 0-1 0 0,0 0 1 0 0,0-1 0 0 0,0 0 0 0 0,0 0 0 0 0,16-7 0 0 0,-23 8 147 0 0,-1 1-392 0 0,1 0 0 0 0,-1 0 0 0 0,1 0 1 0 0,-1 0-1 0 0,0 0 0 0 0,1-1 1 0 0,-1 1-1 0 0,0 0 0 0 0,1 0 0 0 0,-1-1 1 0 0,1 1-1 0 0,-1 0 0 0 0,0 0 1 0 0,0-1-1 0 0,1 1 0 0 0,-1 0 1 0 0,0-1-1 0 0,1 1 0 0 0,-1 0 0 0 0,0-1 1 0 0,0 1-1 0 0,0-1 0 0 0,1 1 1 0 0,-1 0-1 0 0,0-1 0 0 0,0 1 0 0 0,0-1 1 0 0,0 1-1 0 0,0-1 0 0 0,0 1 1 0 0,0 0-1 0 0,0-1 0 0 0,0 1 0 0 0,0-1 1 0 0,0 1-1 0 0,0-1 0 0 0,0 1 1 0 0,0 0-1 0 0,0-1 0 0 0,-1 1 1 0 0,1-1-1 0 0,0 0 0 0 0,-1 0 104 0 0,1 0-1 0 0,0 0 1 0 0,-1-1-1 0 0,1 1 1 0 0,-1 0-1 0 0,0 0 1 0 0,1 0-1 0 0,-1 0 1 0 0,0 0-1 0 0,0 0 1 0 0,0 0 0 0 0,0 0-1 0 0,0 0 1 0 0,0 0-1 0 0,-2-1 1 0 0,1 1-86 0 0,-1 0 0 0 0,0 1 0 0 0,0-1 0 0 0,1 1 0 0 0,-1 0 0 0 0,0 0 0 0 0,0 0 0 0 0,0 0 0 0 0,0 1 0 0 0,1-1 0 0 0,-1 1 0 0 0,0-1 0 0 0,-5 3 0 0 0,-39 17 337 0 0,42-18-334 0 0,4-2-91 0 0,0 1-1 0 0,0-1 1 0 0,0 0 0 0 0,0 1 0 0 0,0-1 0 0 0,0 1 0 0 0,-1 0-1 0 0,1-1 1 0 0,1 1 0 0 0,-1 0 0 0 0,0-1 0 0 0,0 1-1 0 0,0 0 1 0 0,0 0 0 0 0,0 0 0 0 0,1 0 0 0 0,-1 0-1 0 0,0 0 1 0 0,0 2 0 0 0,1-3-19 0 0,0 1 1 0 0,1 0-1 0 0,-1-1 0 0 0,0 1 1 0 0,1-1-1 0 0,-1 1 0 0 0,1-1 1 0 0,-1 1-1 0 0,1-1 0 0 0,-1 1 0 0 0,1-1 1 0 0,-1 0-1 0 0,1 1 0 0 0,-1-1 1 0 0,1 0-1 0 0,-1 1 0 0 0,1-1 1 0 0,0 0-1 0 0,-1 0 0 0 0,1 1 1 0 0,-1-1-1 0 0,1 0 0 0 0,0 0 0 0 0,0 0 1 0 0,6 2-188 0 0,0-1 0 0 0,0-1 1 0 0,0 1-1 0 0,0-1 0 0 0,12-1 0 0 0,33-4-687 0 0,87 3 0 0 0,-87 3 732 0 0,-39-2 165 0 0,-1-1-1 0 0,0-1 1 0 0,0 1-1 0 0,0-2 1 0 0,-1 0-1 0 0,1 0 0 0 0,13-8 1 0 0,33-10 18 0 0,39 6-298 0 0,-77 14 131 0 0,1-1 1 0 0,-1-1 0 0 0,0 0 0 0 0,31-12 0 0 0,-45 14 181 0 0,0-1 0 0 0,-1 0 0 0 0,1-1 0 0 0,-1 1 0 0 0,0-1 0 0 0,0 0 0 0 0,0 0 0 0 0,-1-1 0 0 0,1 1 0 0 0,-1-1 1 0 0,0 0-1 0 0,0 0 0 0 0,-1 0 0 0 0,0-1 0 0 0,0 1 0 0 0,0-1 0 0 0,0 0 0 0 0,-1 0 0 0 0,2-7 0 0 0,-1-2 572 0 0,0 0-1 0 0,-1 0 1 0 0,-1 0-1 0 0,0-1 0 0 0,-3-24 1 0 0,0-2 3610 0 0,2 49-4073 0 0,4 35 72 0 0,2 0 0 0 0,1-1 0 0 0,23 74 0 0 0,-19-78-592 0 0,-11-36 88 0 0,8 44-1644 0 0,-11-28-5965 0 0,-2-8 4475 0 0</inkml:trace>
</inkml:ink>
</file>

<file path=ppt/ink/ink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5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34 356 0 0,'0'0'1220'0'0,"5"-7"1836"0"0,-1-5-659 0 0,3 4-1185 0 0,-2 2-1584 0 0</inkml:trace>
</inkml:ink>
</file>

<file path=ppt/ink/ink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6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35 696 0 0,'19'-34'10642'0'0,"-18"35"-10609"0"0,0 0 0 0 0,0 0 1 0 0,0 0-1 0 0,0 0 0 0 0,0 0 1 0 0,0 0-1 0 0,0 0 0 0 0,0 1 1 0 0,-1-1-1 0 0,1 0 0 0 0,-1 1 1 0 0,1-1-1 0 0,-1 0 0 0 0,1 1 1 0 0,-1-1-1 0 0,0 1 0 0 0,0-1 1 0 0,0 3-1 0 0,5 26 416 0 0,-8 22-752 0 0,-7-21-2664 0 0,9-29 1252 0 0,-2 8-3700 0 0</inkml:trace>
</inkml:ink>
</file>

<file path=ppt/ink/ink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6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43 780 0 0,'6'-14'2836'0'0,"0"-5"-77"0"0,-5 9-5797 0 0</inkml:trace>
</inkml:ink>
</file>

<file path=ppt/ink/ink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7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1 196 0 0,'0'0'476'0'0,"10"41"5998"0"0,25-48-4282 0 0,-31 5-2233 0 0,-1 1 1 0 0,1 0-1 0 0,-1 0 1 0 0,1 1-1 0 0,-1-1 0 0 0,1 1 1 0 0,0-1-1 0 0,-1 1 1 0 0,7 1-1 0 0,51 2-4937 0 0,-47-3 2752 0 0</inkml:trace>
</inkml:ink>
</file>

<file path=ppt/ink/ink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8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1 685 656 0 0,'146'-104'6375'0'0,"-108"73"-5120"0"0,61-64 0 0 0,-83 78-1161 0 0,-1-1 0 0 0,0 0 0 0 0,-2-1 0 0 0,0 0 0 0 0,-1-1 0 0 0,-1 0 0 0 0,-1-1 0 0 0,-1-1 0 0 0,0 1 0 0 0,-2-1 0 0 0,-1-1 0 0 0,0 1 0 0 0,3-39 0 0 0,-8 51-66 0 0,-1-1-1 0 0,0 1 1 0 0,0-1-1 0 0,-1 1 1 0 0,0-1-1 0 0,-1 1 1 0 0,-1 0 0 0 0,1 0-1 0 0,-2 0 1 0 0,-5-13-1 0 0,9 23-27 0 0,-1-1 0 0 0,0 1 0 0 0,0-1 0 0 0,-1 0 0 0 0,1 1 0 0 0,0 0 0 0 0,0-1 0 0 0,0 1 0 0 0,0 0 0 0 0,0-1 0 0 0,0 1 0 0 0,0 0 0 0 0,-1 0 0 0 0,1 0 0 0 0,0 0 0 0 0,0 0 0 0 0,0 0 0 0 0,0 0 0 0 0,-1 1 0 0 0,1-1 0 0 0,0 0 0 0 0,0 1 0 0 0,0-1 0 0 0,0 1 0 0 0,0-1 0 0 0,0 1 0 0 0,0-1 0 0 0,0 1 0 0 0,0 0 0 0 0,0-1 0 0 0,0 1 0 0 0,0 0 0 0 0,-1 1 0 0 0,0 0 3 0 0,-8 5 0 0 0,0 1 0 0 0,0 1 0 0 0,1 0-1 0 0,0 0 1 0 0,0 1 0 0 0,1 0 0 0 0,1 0 0 0 0,-1 1 0 0 0,-5 13 0 0 0,-5 11 9 0 0,-23 61 1 0 0,35-78-15 0 0,1 1 1 0 0,1-1-1 0 0,1 1 1 0 0,0 0-1 0 0,2 0 0 0 0,0 0 1 0 0,1 0-1 0 0,3 28 1 0 0,-2-37 0 0 0,0 0-1 0 0,1 0 1 0 0,0 0 0 0 0,1 0 0 0 0,0 0 0 0 0,0-1 0 0 0,1 1 0 0 0,0-1 0 0 0,1 0-1 0 0,0 0 1 0 0,0-1 0 0 0,1 1 0 0 0,0-1 0 0 0,0-1 0 0 0,1 1 0 0 0,0-1-1 0 0,13 10 1 0 0,-16-14-4 0 0,0-1 0 0 0,0 0 0 0 0,0 0 0 0 0,0 0 1 0 0,1 0-1 0 0,-1-1 0 0 0,1 0 0 0 0,-1 0 0 0 0,1 0 0 0 0,-1 0 0 0 0,1-1 0 0 0,-1 1 0 0 0,1-1 0 0 0,0-1 0 0 0,8 0 0 0 0,-5-1 2 0 0,0 0 0 0 0,0-1 0 0 0,0 0 0 0 0,-1 0 0 0 0,1-1 0 0 0,-1 1 0 0 0,0-2 0 0 0,8-5-1 0 0,9-10 3 0 0,-1 0 0 0 0,-1-2 0 0 0,32-40-1 0 0,-46 54 0 0 0,10-18 82 0 0,0-1 0 0 0,-1 0-1 0 0,-2-2 1 0 0,-1 0 0 0 0,15-43 0 0 0,-1 5 428 0 0,-15 20 15 0 0,-12 40-346 0 0,0 0 0 0 0,0 0-1 0 0,1 1 1 0 0,0-1 0 0 0,1 1 0 0 0,5-11 0 0 0,-7 16-6 0 0,0-14 184 0 0,-1 8-145 0 0,-2 8 117 0 0,-32 88-225 0 0,-26 116 0 0 0,14-19 6 0 0,45-184-72 0 0,1-2-34 0 0,1 0 0 0 0,-1 1 0 0 0,0-1-1 0 0,0 0 1 0 0,0 0 0 0 0,0 1 0 0 0,0-1 0 0 0,0 0-1 0 0,0 0 1 0 0,0 0 0 0 0,1 0 0 0 0,-1 1-1 0 0,0-1 1 0 0,0 0 0 0 0,0 0 0 0 0,0 0 0 0 0,1 0-1 0 0,-1 1 1 0 0,0-1 0 0 0,0 0 0 0 0,0 0-1 0 0,0 0 1 0 0,1 0 0 0 0,-1 0 0 0 0,0 0-1 0 0,0 0 1 0 0,1 0 0 0 0,-1 0 0 0 0,0 0 0 0 0,0 0-1 0 0,0 0 1 0 0,1 0 0 0 0,-1 0 0 0 0,0 0-1 0 0,0 0 1 0 0,1 0 0 0 0,-1 0 0 0 0,0 0 0 0 0,0 0-1 0 0,0 0 1 0 0,1 0 0 0 0,-1 0 0 0 0,0 0-1 0 0,0 0 1 0 0,0-1 0 0 0,1 1 0 0 0,-1 0-1 0 0,0 0 1 0 0,0 0 0 0 0,0 0 0 0 0,0 0 0 0 0,1-1-1 0 0,-1 1 1 0 0,0 0 0 0 0,23-15-6 0 0,-19 11-29 0 0,1 1 0 0 0,-1 0 0 0 0,0 0 0 0 0,1 1 0 0 0,0-1 0 0 0,0 1 0 0 0,-1 0 0 0 0,1 0 0 0 0,0 0 0 0 0,8-1 0 0 0,6 7-195 0 0,1 1 1 0 0,-1 0-1 0 0,22 10 0 0 0,-27-10 151 0 0,0 1 0 0 0,1-2 0 0 0,-1 0-1 0 0,1 0 1 0 0,-1-2 0 0 0,1 1-1 0 0,0-2 1 0 0,21 0 0 0 0,-25-2 68 0 0,1 1-1 0 0,-1-2 1 0 0,0 1 0 0 0,0-2 0 0 0,1 0 0 0 0,-1 0-1 0 0,-1-1 1 0 0,1 0 0 0 0,-1 0 0 0 0,1-1 0 0 0,-1-1-1 0 0,-1 0 1 0 0,1 0 0 0 0,-1-1 0 0 0,0 0-1 0 0,15-17 1 0 0,-12 5-14 0 0,-24 19-24 0 0,8 2 42 0 0,-1 0-1 0 0,1 0 1 0 0,0 0-1 0 0,0 1 1 0 0,0 0-1 0 0,1 0 1 0 0,-1 0-1 0 0,1 0 1 0 0,-4 4 0 0 0,4-3-9 0 0,1-1 1 0 0,-1 1 0 0 0,1 0-1 0 0,0 0 1 0 0,0 0 0 0 0,0 0-1 0 0,-1 8 1 0 0,2-11-42 0 0,26 15-392 0 0,18-18-118 0 0,67-12 0 0 0,30-3-229 0 0,-127 16 710 0 0,0 0 1 0 0,0 1 0 0 0,1 0 0 0 0,-1 1 0 0 0,0 1 0 0 0,0 0 0 0 0,-1 1 0 0 0,1 0-1 0 0,14 6 1 0 0,-25-8 63 0 0,0 0 1 0 0,0 0-1 0 0,-1 1 0 0 0,1-1 0 0 0,0 0 0 0 0,-1 1 0 0 0,1-1 0 0 0,0 1 1 0 0,-1 0-1 0 0,0-1 0 0 0,1 1 0 0 0,-1 0 0 0 0,0 0 0 0 0,0 0 1 0 0,0 0-1 0 0,0 0 0 0 0,-1 0 0 0 0,1 0 0 0 0,0 0 0 0 0,0 3 1 0 0,-1-4-16 0 0,0 0 17 0 0,0-1 0 0 0,0 1 1 0 0,0-1-1 0 0,0 1 0 0 0,0-1 0 0 0,0 1 0 0 0,0-1 1 0 0,0 1-1 0 0,0-1 0 0 0,0 1 0 0 0,0-1 0 0 0,0 1 1 0 0,0-1-1 0 0,1 1 0 0 0,-1-1 0 0 0,0 1 1 0 0,0-1-1 0 0,1 1 0 0 0,-1-1 0 0 0,0 1 0 0 0,0-1 1 0 0,1 0-1 0 0,-1 1 0 0 0,1-1 0 0 0,-1 0 1 0 0,0 1-1 0 0,1-1 0 0 0,-1 0 0 0 0,1 0 0 0 0,-1 1 1 0 0,0-1-1 0 0,1 0 0 0 0,-1 0 0 0 0,1 0 1 0 0,-1 1-1 0 0,1-1 0 0 0,-1 0 0 0 0,2 0 0 0 0,21-21 235 0 0,0-2 0 0 0,35-43 0 0 0,-57 65-160 0 0,1 0 0 0 0,-1 0-1 0 0,0 0 1 0 0,1 1 0 0 0,-1-1-1 0 0,1 0 1 0 0,-1 1 0 0 0,1-1-1 0 0,0 1 1 0 0,-1-1 0 0 0,1 1 0 0 0,-1 0-1 0 0,1 0 1 0 0,0-1 0 0 0,-1 1-1 0 0,1 0 1 0 0,0 1 0 0 0,-1-1-1 0 0,1 0 1 0 0,0 0 0 0 0,2 1-1 0 0,41 12 259 0 0,-34-9-201 0 0,42 17-267 0 0,-31-10-2341 0 0,-9-5-1325 0 0</inkml:trace>
</inkml:ink>
</file>

<file path=ppt/ink/ink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8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11 904 0 0,'-16'-4'1300'0'0,"6"2"-308"0"0,-1-1 1613 0 0,62 1-2629 0 0,-10 6-329 0 0,3 2-551 0 0,3-1-984 0 0,26-2 436 0 0</inkml:trace>
</inkml:ink>
</file>

<file path=ppt/ink/ink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19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247 443 604 0 0,'-3'-5'534'0'0,"-1"0"0"0"0,1 1-1 0 0,-1-1 1 0 0,0 1 0 0 0,0 0-1 0 0,0 0 1 0 0,-1 0 0 0 0,1 1 0 0 0,-8-5-1 0 0,8 6-378 0 0,-1 0 0 0 0,0 0 0 0 0,0 0 0 0 0,0 1 0 0 0,-1 0-1 0 0,1 0 1 0 0,0 0 0 0 0,0 0 0 0 0,0 1 0 0 0,-1 0-1 0 0,1 0 1 0 0,0 1 0 0 0,-1-1 0 0 0,1 1 0 0 0,0 0 0 0 0,-9 4-1 0 0,6-3-41 0 0,1 1 0 0 0,0 0 0 0 0,0 0 0 0 0,0 1 0 0 0,0 0 0 0 0,1 0 0 0 0,0 1-1 0 0,-1 0 1 0 0,2 0 0 0 0,-1 0 0 0 0,1 1 0 0 0,-8 9 0 0 0,11-13-88 0 0,1 1-1 0 0,-1-1 1 0 0,1 1 0 0 0,0-1 0 0 0,0 1-1 0 0,0 0 1 0 0,0-1 0 0 0,0 1 0 0 0,0 0 0 0 0,1 0-1 0 0,0 0 1 0 0,-1 0 0 0 0,1-1 0 0 0,0 1-1 0 0,0 0 1 0 0,1 0 0 0 0,-1 0 0 0 0,0 0-1 0 0,1-1 1 0 0,0 1 0 0 0,0 0 0 0 0,0 0 0 0 0,0-1-1 0 0,0 1 1 0 0,0 0 0 0 0,1-1 0 0 0,-1 0-1 0 0,1 1 1 0 0,0-1 0 0 0,0 0 0 0 0,0 0 0 0 0,0 0-1 0 0,0 0 1 0 0,0 0 0 0 0,0 0 0 0 0,1 0-1 0 0,-1-1 1 0 0,3 2 0 0 0,6 3 6 0 0,0 0 1 0 0,0 0-1 0 0,0-1 1 0 0,0 0-1 0 0,1-1 0 0 0,0-1 1 0 0,0 0-1 0 0,0 0 1 0 0,0-1-1 0 0,1-1 0 0 0,-1 0 1 0 0,0-1-1 0 0,1 0 1 0 0,-1-1-1 0 0,0 0 0 0 0,1-1 1 0 0,-1 0-1 0 0,19-7 1 0 0,-22 7 14 0 0,0-1 1 0 0,1-1 0 0 0,-1 0 0 0 0,0 0-1 0 0,-1 0 1 0 0,1-1 0 0 0,-1-1 0 0 0,0 0-1 0 0,0 0 1 0 0,-1 0 0 0 0,1-1 0 0 0,-1 0 0 0 0,-1 0-1 0 0,0-1 1 0 0,0 0 0 0 0,0 0 0 0 0,-1 0-1 0 0,0-1 1 0 0,-1 1 0 0 0,1-1 0 0 0,-2-1-1 0 0,1 1 1 0 0,3-18 0 0 0,-5 14-16 0 0,-1-1 1 0 0,0 1-1 0 0,-1-1 0 0 0,0 1 1 0 0,-1-1-1 0 0,-1 1 1 0 0,0-1-1 0 0,-1 1 0 0 0,0 0 1 0 0,-1 0-1 0 0,0 0 0 0 0,-1 1 1 0 0,0 0-1 0 0,-2 0 1 0 0,1 0-1 0 0,-16-21 0 0 0,10 19-18 0 0,0 1 0 0 0,-1 0 0 0 0,0 0 0 0 0,-1 1 0 0 0,0 1 0 0 0,-1 0 0 0 0,-1 1-1 0 0,1 1 1 0 0,-2 1 0 0 0,1 0 0 0 0,-33-11 0 0 0,48 19-13 0 0,-16-6 1 0 0,0 1 0 0 0,-1 0-1 0 0,1 1 1 0 0,-31-2 0 0 0,47 6-2 0 0,0 0 0 0 0,0 0 0 0 0,0 0 0 0 0,-1 0 0 0 0,1 0 0 0 0,0 0 0 0 0,0 0 0 0 0,0 1 0 0 0,0-1 0 0 0,-1 0 0 0 0,1 1 0 0 0,0-1 0 0 0,0 1 0 0 0,0-1 0 0 0,0 1 0 0 0,0 0 0 0 0,0-1 0 0 0,0 1 0 0 0,0 0 0 0 0,0 0 0 0 0,1 0 0 0 0,-1-1 0 0 0,0 1 0 0 0,0 0 0 0 0,1 0 0 0 0,-1 0 0 0 0,0 0 0 0 0,1 0 0 0 0,-1 1 0 0 0,1-1 0 0 0,0 0 0 0 0,-1 0 0 0 0,1 0 0 0 0,0 0 0 0 0,-1 0 0 0 0,1 1 0 0 0,0-1 0 0 0,0 0 0 0 0,0 0 0 0 0,0 0 0 0 0,0 1 0 0 0,1-1 0 0 0,-1 0 0 0 0,0 0 0 0 0,0 0 0 0 0,1 0 0 0 0,-1 0 0 0 0,1 1 0 0 0,0 0 0 0 0,1 5-1 0 0,1 0 0 0 0,0-1 0 0 0,0 1 0 0 0,0-1 0 0 0,1 0 0 0 0,6 9 0 0 0,10 6-79 0 0,0-1-1 0 0,1-2 1 0 0,1 0 0 0 0,1-1-1 0 0,0-1 1 0 0,1-1 0 0 0,1-1-1 0 0,0-1 1 0 0,36 12 0 0 0,24 3-897 0 0,141 28 0 0 0,-170-44 595 0 0,-11-2-163 0 0,-44-9 463 0 0,-1 0-24 0 0,0 1 95 0 0,0 0 1 0 0,-1 0 0 0 0,1 0 0 0 0,-1 0-1 0 0,1 0 1 0 0,-1-1 0 0 0,0 1-1 0 0,0 0 1 0 0,0 0 0 0 0,0-1 0 0 0,0 1-1 0 0,0-1 1 0 0,-2 3 0 0 0,1-3 5 0 0,1 1 0 0 0,0-1-1 0 0,0 0 1 0 0,0 1 0 0 0,0-1 0 0 0,0 0 0 0 0,1 1 0 0 0,-1-1-1 0 0,0 1 1 0 0,1-1 0 0 0,-1 1 0 0 0,1-1 0 0 0,-1 1 0 0 0,1 0 0 0 0,0-1-1 0 0,0 1 1 0 0,0 0 0 0 0,-1-1 0 0 0,2 1 0 0 0,-1 0 0 0 0,0-1-1 0 0,0 1 1 0 0,1 2 0 0 0,0-1 13 0 0,0-1 0 0 0,0 0-1 0 0,0 1 1 0 0,0-1 0 0 0,1 0-1 0 0,-1 0 1 0 0,1 1 0 0 0,-1-1-1 0 0,1 0 1 0 0,0-1 0 0 0,0 1-1 0 0,0 0 1 0 0,0 0 0 0 0,0-1-1 0 0,0 1 1 0 0,0-1 0 0 0,1 0-1 0 0,1 1 1 0 0,-2-1 45 0 0,-1 0 0 0 0,1-1 0 0 0,0 0 0 0 0,-1 1 0 0 0,1-1-1 0 0,-1 0 1 0 0,1 0 0 0 0,0 0 0 0 0,-1 0 0 0 0,1 0 0 0 0,-1 0 0 0 0,1 0 0 0 0,0-1 0 0 0,-1 1 0 0 0,1 0 0 0 0,-1-1 0 0 0,1 0-1 0 0,-1 1 1 0 0,1-1 0 0 0,-1 0 0 0 0,1 1 0 0 0,-1-1 0 0 0,0 0 0 0 0,1 0 0 0 0,-1 0 0 0 0,0-1 0 0 0,0 1 0 0 0,0 0 0 0 0,0 0-1 0 0,0 0 1 0 0,1-3 0 0 0,-1 2-6 0 0,0 1 1 0 0,0-1-1 0 0,-1 0 0 0 0,1 0 0 0 0,-1 1 0 0 0,1-1 0 0 0,-1 0 1 0 0,0 0-1 0 0,0 0 0 0 0,0 0 0 0 0,0 1 0 0 0,0-1 0 0 0,0 0 0 0 0,0 0 1 0 0,-1 0-1 0 0,1 1 0 0 0,-1-1 0 0 0,1 0 0 0 0,-1 0 0 0 0,0 1 0 0 0,1-1 1 0 0,-3-2-1 0 0,-26-37 309 0 0,18 27-572 0 0,10 13-167 0 0,-17 11-6559 0 0,14-8 4230 0 0</inkml:trace>
</inkml:ink>
</file>

<file path=ppt/ink/ink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0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63 236 0 0,'2'-50'9614'0'0,"-2"50"-9537"0"0,0-1 1 0 0,0 1 0 0 0,0-1 0 0 0,0 1 0 0 0,0-1 0 0 0,0 1-1 0 0,0-1 1 0 0,-1 1 0 0 0,1-1 0 0 0,0 1 0 0 0,0-1 0 0 0,0 1-1 0 0,0-1 1 0 0,-1 1 0 0 0,1 0 0 0 0,0-1 0 0 0,0 1 0 0 0,-1-1 0 0 0,1 1-1 0 0,0 0 1 0 0,-1-1 0 0 0,1 1 0 0 0,0-1 0 0 0,-1 1 0 0 0,1 0-1 0 0,-1 0 1 0 0,0-1 0 0 0,-4 3-39 0 0,0-1-1 0 0,-1 1 1 0 0,1 0 0 0 0,0 1-1 0 0,0 0 1 0 0,1-1-1 0 0,-1 2 1 0 0,0-1 0 0 0,1 0-1 0 0,0 1 1 0 0,0 0 0 0 0,0 0-1 0 0,0 0 1 0 0,0 0-1 0 0,1 1 1 0 0,0-1 0 0 0,0 1-1 0 0,0 0 1 0 0,1 0-1 0 0,-1 0 1 0 0,1 0 0 0 0,1 1-1 0 0,-1-1 1 0 0,1 0 0 0 0,-2 10-1 0 0,3-13-37 0 0,1 0-1 0 0,-1 1 0 0 0,1-1 1 0 0,0 0-1 0 0,-1 1 0 0 0,1-1 1 0 0,0 0-1 0 0,0 0 1 0 0,0 0-1 0 0,1 0 0 0 0,-1 1 1 0 0,0-2-1 0 0,1 1 0 0 0,0 0 1 0 0,-1 0-1 0 0,1 0 1 0 0,0-1-1 0 0,0 1 0 0 0,0-1 1 0 0,0 0-1 0 0,0 1 1 0 0,0-1-1 0 0,0 0 0 0 0,0 0 1 0 0,0 0-1 0 0,1 0 0 0 0,-1-1 1 0 0,0 1-1 0 0,1-1 1 0 0,-1 1-1 0 0,4-1 0 0 0,8 2-48 0 0,0 0-1 0 0,0-2 0 0 0,24 0 1 0 0,-17-3 46 0 0,0 0 0 0 0,0-1 0 0 0,-1-1 1 0 0,0 0-1 0 0,0-2 0 0 0,0 0 0 0 0,-1-2 1 0 0,0 0-1 0 0,0-1 0 0 0,-1-1 1 0 0,31-24-1 0 0,-27 9 625 0 0,-21 25-438 0 0,3-5-77 0 0,-3 5-64 0 0,-2 5 235 0 0,-7 18-289 0 0,7-17-12 0 0,21 19-572 0 0,8-33 516 0 0,-11-5 201 0 0,-16 13-48 0 0,3-7 25 0 0,4-8 478 0 0,-1 29-9188 0 0,-6-8 5443 0 0</inkml:trace>
</inkml:ink>
</file>

<file path=ppt/ink/ink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1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62 213 812 0 0,'0'2'8795'0'0,"-5"19"-8806"0"0,3-16 62 0 0,-1 1 0 0 0,1-1 0 0 0,-1 0 0 0 0,0 0 0 0 0,-1-1 0 0 0,1 1 0 0 0,-6 6 0 0 0,-3 4 83 0 0,11-14-98 0 0,-8 7 74 0 0,4-4 40 0 0,6-6 382 0 0,7-7-514 0 0,1 0 0 0 0,0 1 0 0 0,0 0 0 0 0,1 1 0 0 0,0 0 0 0 0,13-7 0 0 0,-21 12-23 0 0,1 1-1 0 0,-1 0 0 0 0,0 0 1 0 0,1 0-1 0 0,-1 0 0 0 0,1 0 1 0 0,-1 0-1 0 0,1 0 0 0 0,-1 1 1 0 0,1 0-1 0 0,-1-1 0 0 0,1 1 1 0 0,0 0-1 0 0,-1 0 0 0 0,1 0 0 0 0,0 1 1 0 0,-1-1-1 0 0,4 2 0 0 0,0 0-33 0 0,-1 1-1 0 0,1-1 1 0 0,-1 1-1 0 0,0 1 1 0 0,0-1 0 0 0,5 5-1 0 0,18 13-352 0 0,-18-18 249 0 0,-1 0 0 0 0,1 0 0 0 0,0-1 1 0 0,0-1-1 0 0,0 1 0 0 0,0-2 0 0 0,10 1 1 0 0,0 0-96 0 0,7 0 15 0 0,0 0 0 0 0,-1-2 0 0 0,1-1 0 0 0,0-1-1 0 0,29-7 1 0 0,-39 4 1098 0 0,-15 5-854 0 0,0 0 0 0 0,0 1 0 0 0,1-1 0 0 0,-1 0 1 0 0,0 1-1 0 0,1-1 0 0 0,-1 1 0 0 0,0 0 0 0 0,1 0 0 0 0,-1 0 0 0 0,0 0 1 0 0,5 1-1 0 0,-3 0-4 0 0,0-1 1 0 0,-1 0-1 0 0,1 0 1 0 0,0 0-1 0 0,0 0 1 0 0,-1-1-1 0 0,1 1 1 0 0,0-1-1 0 0,-1 0 1 0 0,1 0-1 0 0,-1 0 1 0 0,1-1-1 0 0,-1 1 1 0 0,1-1-1 0 0,-1 0 1 0 0,0 0-1 0 0,4-2 1 0 0,-2-1 42 0 0,0 0 1 0 0,0 0-1 0 0,-1 0 0 0 0,0 0 1 0 0,0-1-1 0 0,0 0 1 0 0,0 0-1 0 0,4-11 0 0 0,0-4 342 0 0,-1 0-1 0 0,0-1 0 0 0,-2 1 0 0 0,5-40 1 0 0,-6 10 1457 0 0,-3 49-1047 0 0,-1 10-727 0 0,5 50-244 0 0,2 0 0 0 0,28 106 0 0 0,-30-144-1564 0 0,-4-4-4772 0 0,-1-6 3306 0 0</inkml:trace>
</inkml:ink>
</file>

<file path=ppt/ink/ink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1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20 332 0 0,'16'-3'1020'0'0,"3"-2"-68"0"0,-2 4-44 0 0,3-3-72 0 0,-4 1-76 0 0,1 1-103 0 0,1 2-73 0 0,-2-1-204 0 0,-2 1-212 0 0,0 0-248 0 0,6 1-1277 0 0,-9-1-2451 0 0</inkml:trace>
</inkml:ink>
</file>

<file path=ppt/ink/ink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4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519 122 8 0 0,'-12'-15'1312'0'0,"-1"1"0"0"0,-1 0 0 0 0,-1 1 0 0 0,0 1 0 0 0,-29-19 1 0 0,38 27-1189 0 0,-1 1 0 0 0,0 0 0 0 0,0 0 0 0 0,0 1 0 0 0,0 0 0 0 0,-1 0 0 0 0,1 1 0 0 0,0 0 0 0 0,-1 0 0 0 0,1 1 0 0 0,-1 0 0 0 0,1 0 0 0 0,-1 0 0 0 0,1 1 0 0 0,-1 1 0 0 0,1-1 0 0 0,0 1 0 0 0,-8 3 0 0 0,-3 2-58 0 0,0 1 1 0 0,1 1-1 0 0,0 0 0 0 0,0 1 1 0 0,1 1-1 0 0,0 1 0 0 0,1 0 1 0 0,0 1-1 0 0,1 1 0 0 0,1 0 1 0 0,0 1-1 0 0,1 0 0 0 0,0 1 1 0 0,2 0-1 0 0,-14 26 0 0 0,22-37-54 0 0,0 0-1 0 0,0 0 0 0 0,0 0 0 0 0,0 0 0 0 0,1 0 0 0 0,0 0 0 0 0,0 0 1 0 0,1 0-1 0 0,-1 0 0 0 0,1 1 0 0 0,0-1 0 0 0,1 0 0 0 0,-1 0 0 0 0,1 0 1 0 0,0 0-1 0 0,0 1 0 0 0,3 7 0 0 0,-1-7 0 0 0,1-1 0 0 0,-1 1 1 0 0,1-1-1 0 0,0 0 0 0 0,0 0 0 0 0,0 0 0 0 0,1-1 0 0 0,-1 0 0 0 0,1 1 0 0 0,0-2 1 0 0,1 1-1 0 0,9 5 0 0 0,1-1 7 0 0,1-1 0 0 0,0-1 0 0 0,0 0 0 0 0,1-1 0 0 0,-1-1 0 0 0,1 0 0 0 0,0-2 0 0 0,0 0 0 0 0,25-1 0 0 0,-9-2-57 0 0,1-2-1 0 0,0-2 1 0 0,-1-1-1 0 0,0-1 0 0 0,-1-2 1 0 0,1-2-1 0 0,-2-1 1 0 0,0-1-1 0 0,59-34 0 0 0,-87 44 40 0 0,1 0-1 0 0,-1-1 0 0 0,0 1 0 0 0,0-1 1 0 0,-1 0-1 0 0,1 0 0 0 0,2-5 0 0 0,-5 8 43 0 0,-1 3-117 0 0,0 1 74 0 0,1-1 0 0 0,-1 0 1 0 0,0 0-1 0 0,1 1 0 0 0,-1-1 0 0 0,1 0 1 0 0,0 0-1 0 0,0 0 0 0 0,0 0 0 0 0,0 0 1 0 0,0 0-1 0 0,0 0 0 0 0,1 0 0 0 0,1 2 1 0 0,6 2-1 0 0,-1 0 0 0 0,1-1 0 0 0,1 0 0 0 0,-1 0 0 0 0,1-1 0 0 0,0 0 0 0 0,0-1 0 0 0,0 0 1 0 0,0-1-1 0 0,0 0 0 0 0,1 0 0 0 0,-1-1 0 0 0,1 0 0 0 0,-1-1 0 0 0,1 0 0 0 0,16-4 0 0 0,-26 4 13 0 0,0 0 0 0 0,0 0-1 0 0,0 0 1 0 0,0 0-1 0 0,0 0 1 0 0,0 0 0 0 0,0-1-1 0 0,0 1 1 0 0,0 0-1 0 0,0-1 1 0 0,0 1 0 0 0,0-1-1 0 0,0 1 1 0 0,-1-1-1 0 0,1 1 1 0 0,0-1 0 0 0,0 1-1 0 0,-1-1 1 0 0,1 0-1 0 0,0 0 1 0 0,-1 1-1 0 0,1-1 1 0 0,-1 0 0 0 0,1 0-1 0 0,-1 0 1 0 0,1 0-1 0 0,0-1 1 0 0,-1 1 5 0 0,0-1 1 0 0,0 1-1 0 0,0-1 0 0 0,-1 1 0 0 0,1-1 1 0 0,0 0-1 0 0,-1 1 0 0 0,1-1 0 0 0,-1 1 1 0 0,1 0-1 0 0,-1-1 0 0 0,0 1 0 0 0,0-1 1 0 0,1 1-1 0 0,-3-2 0 0 0,-1-2-58 0 0,0 0-1 0 0,0 0 1 0 0,-1 1 0 0 0,1-1-1 0 0,-1 1 1 0 0,0 0 0 0 0,-11-6-1 0 0,-5 2-1401 0 0,6 5-4143 0 0</inkml:trace>
</inkml:ink>
</file>

<file path=ppt/ink/ink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4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0 252 0 0,'1'15'1174'0'0,"13"73"1392"0"0,-14-86-2189 0 0,2 0-49 0 0,-2-2-303 0 0,0 1 1 0 0,0-1-1 0 0,0 0 1 0 0,0 0 0 0 0,0 0-1 0 0,0 1 1 0 0,1-1 0 0 0,-1 0-1 0 0,0 0 1 0 0,0 0-1 0 0,0 0 1 0 0,0 0 0 0 0,0 1-1 0 0,0-1 1 0 0,0 0-1 0 0,0 0 1 0 0,1 0 0 0 0,-1 0-1 0 0,0 0 1 0 0,0 0-1 0 0,0 1 1 0 0,0-1 0 0 0,1 0-1 0 0,-1 0 1 0 0,0 0-1 0 0,0 0 1 0 0,0 0 0 0 0,0 0-1 0 0,1 0 1 0 0,-1 0-1 0 0,0 0 1 0 0,0 0 0 0 0,0 0-1 0 0,0 0 1 0 0,1 0-1 0 0,-1 0 1 0 0,0 0 0 0 0,0 0-1 0 0,0 0 1 0 0,1 0-1 0 0,-1 0 1 0 0,0 0 0 0 0,0 0-1 0 0,0 0 1 0 0,0 0-1 0 0,1 0 1 0 0,-1-1 0 0 0,0 1-1 0 0,0 0 1 0 0,0 0-1 0 0,0 0 1 0 0,0 0 0 0 0,1 0-1 0 0,68-70 792 0 0,-64 67-822 0 0,0 1 0 0 0,0 1 1 0 0,0-1-1 0 0,0 1 0 0 0,1-1 0 0 0,-1 1 0 0 0,0 1 1 0 0,1-1-1 0 0,5 1 0 0 0,2-1-50 0 0,-2 0-63 0 0,0 1 0 0 0,0 0 0 0 0,-1 1 0 0 0,1 1-1 0 0,0-1 1 0 0,0 2 0 0 0,17 5 0 0 0,23 4-594 0 0,-19-7 244 0 0,-20-3 301 0 0,0 1 0 0 0,0-2 1 0 0,0 0-1 0 0,0 0 0 0 0,0-1 1 0 0,0 0-1 0 0,0-1 0 0 0,0-1 1 0 0,0 0-1 0 0,21-6 0 0 0,-24 4 215 0 0,1 1 0 0 0,-1 0 0 0 0,1 0 0 0 0,0 1 0 0 0,0 0 0 0 0,0 1 0 0 0,16 0 0 0 0,-23 1-31 0 0,1 1 1 0 0,-1-1-1 0 0,0 1 1 0 0,0 0-1 0 0,1 0 1 0 0,-1 0-1 0 0,0 1 1 0 0,0-1 0 0 0,0 1-1 0 0,0 0 1 0 0,-1 0-1 0 0,1 0 1 0 0,0 0-1 0 0,-1 0 1 0 0,1 0-1 0 0,-1 1 1 0 0,0-1-1 0 0,0 1 1 0 0,0 0-1 0 0,0-1 1 0 0,0 1-1 0 0,0 0 1 0 0,-1 0-1 0 0,0 0 1 0 0,1 1-1 0 0,0 3 1 0 0,7 25 78 0 0,-1 1 0 0 0,-2 0 0 0 0,-1 0 0 0 0,1 59 0 0 0,6 45 531 0 0,2-59 3693 0 0,-17-85-3992 0 0,-5-12-255 0 0,2 0 1 0 0,0 0 0 0 0,1-1-1 0 0,1 0 1 0 0,1 0 0 0 0,0-1-1 0 0,2 1 1 0 0,0-1 0 0 0,2 1-1 0 0,0 0 1 0 0,1-1 0 0 0,1 1-1 0 0,1 0 1 0 0,1 0 0 0 0,0 0 0 0 0,2 1-1 0 0,0 0 1 0 0,1 0 0 0 0,1 1-1 0 0,16-24 1 0 0,-20 36-95 0 0,0 0 1 0 0,0 0-1 0 0,1 0 0 0 0,0 1 1 0 0,0 0-1 0 0,1 0 0 0 0,0 1 1 0 0,-1-1-1 0 0,2 1 0 0 0,-1 1 0 0 0,0 0 1 0 0,1 0-1 0 0,-1 0 0 0 0,14-2 1 0 0,-17 4 6 0 0,0 0 0 0 0,0 0 0 0 0,0 0 0 0 0,0 1 0 0 0,0 0 0 0 0,0 0 0 0 0,0 0 0 0 0,0 0 0 0 0,0 1 0 0 0,0 0 1 0 0,0-1-1 0 0,0 1 0 0 0,0 1 0 0 0,0-1 0 0 0,-1 1 0 0 0,1-1 0 0 0,0 1 0 0 0,-1 0 0 0 0,1 0 0 0 0,-1 1 0 0 0,0-1 0 0 0,0 1 0 0 0,0-1 0 0 0,0 1 1 0 0,0 0-1 0 0,0 0 0 0 0,-1 1 0 0 0,0-1 0 0 0,1 0 0 0 0,1 5 0 0 0,-4-7 10 0 0,0 0 0 0 0,1 1-1 0 0,-1-1 1 0 0,0 0 0 0 0,0 0 0 0 0,0 0 0 0 0,0 0 0 0 0,0 1-1 0 0,-1-1 1 0 0,1 0 0 0 0,0 0 0 0 0,0 0 0 0 0,-1 0 0 0 0,1 0-1 0 0,-1 1 1 0 0,1-1 0 0 0,-1 0 0 0 0,1 0 0 0 0,-1 0 0 0 0,0 0-1 0 0,0-1 1 0 0,1 1 0 0 0,-1 0 0 0 0,0 0 0 0 0,0 0 0 0 0,0 0-1 0 0,-2 1 1 0 0,-26 17-18 0 0,13-12-23 0 0,0 0 0 0 0,0-1 0 0 0,-1-1 0 0 0,1-1 0 0 0,-1 0 0 0 0,0-1 0 0 0,-29 1 0 0 0,-21-7-5617 0 0</inkml:trace>
</inkml:ink>
</file>

<file path=ppt/ink/ink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5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69 440 0 0,'0'0'2374'0'0,"0"-10"-1255"0"0,-2 3 1960 0 0,-11-14-1144 0 0,11 19-1420 0 0,-20 9 67 0 0,8 0-391 0 0,1 1-1 0 0,0 1 1 0 0,1 0 0 0 0,-20 18-1 0 0,25-20-126 0 0,6-6-52 0 0,0 0 0 0 0,0 0 0 0 0,1 1 1 0 0,-1-1-1 0 0,1 0 0 0 0,-1 1 0 0 0,1-1 0 0 0,-1 0 0 0 0,1 1 0 0 0,0-1 1 0 0,-1 0-1 0 0,1 1 0 0 0,0-1 0 0 0,0 1 0 0 0,0-1 0 0 0,0 0 0 0 0,1 1 1 0 0,-1-1-1 0 0,0 1 0 0 0,0-1 0 0 0,1 0 0 0 0,0 3 0 0 0,0-2 18 0 0,16 1-26 0 0,-7-6-175 0 0,0-1 0 0 0,1-1 0 0 0,-1 1 0 0 0,-1-2-1 0 0,1 1 1 0 0,17-15 0 0 0,-2 3-177 0 0,-23 16 272 0 0,-2 0 69 0 0,0 1 1 0 0,0-1-1 0 0,0 1 0 0 0,0 0 0 0 0,0-1 0 0 0,1 1 0 0 0,-1 0 1 0 0,0 0-1 0 0,0-1 0 0 0,0 1 0 0 0,0 0 0 0 0,1-1 0 0 0,-1 1 1 0 0,0 0-1 0 0,0 0 0 0 0,1-1 0 0 0,-1 1 0 0 0,0 0 0 0 0,0 0 1 0 0,1-1-1 0 0,-1 1 0 0 0,0 0 0 0 0,1 0 0 0 0,-1 0 1 0 0,0 0-1 0 0,0 0 0 0 0,1-1 0 0 0,-1 1 0 0 0,0 0 0 0 0,1 0 1 0 0,-1 0-1 0 0,1 0 0 0 0,-1 0 0 0 0,0 0 0 0 0,1 0 0 0 0,-1 0 1 0 0,0 0-1 0 0,1 0 0 0 0,-1 0 0 0 0,0 0 0 0 0,1 1 0 0 0,-1-1 1 0 0,0 0-1 0 0,1 0 0 0 0,-1 0 0 0 0,0 0 0 0 0,0 1 0 0 0,1-1 1 0 0,-1 0-1 0 0,0 0 0 0 0,1 1 0 0 0,16 14-296 0 0,-14-12 348 0 0,-1-1-50 0 0,1 0 0 0 0,-1 0-1 0 0,0-1 1 0 0,1 1 0 0 0,0-1 0 0 0,-1 0 0 0 0,1 1 0 0 0,0-1 0 0 0,-1 0 0 0 0,1-1-1 0 0,0 1 1 0 0,0 0 0 0 0,0-1 0 0 0,0 0 0 0 0,0 1 0 0 0,0-1 0 0 0,0 0-1 0 0,-1-1 1 0 0,1 1 0 0 0,6-2 0 0 0,3-1-97 0 0,1-1 0 0 0,-1-1 0 0 0,20-10 1 0 0,-22 9-46 0 0,0 1 1 0 0,0 1 0 0 0,1 0 0 0 0,-1 0 0 0 0,17-2 0 0 0,-18 6 87 0 0,0 0 0 0 0,1 1 1 0 0,-1 1-1 0 0,0-1 1 0 0,0 2-1 0 0,0-1 0 0 0,14 7 1 0 0,-11-4-6 0 0,0-1 1 0 0,0-1-1 0 0,1 0 1 0 0,18 2 0 0 0,-12-4 96 0 0,-1 0 1 0 0,0-2 0 0 0,1 0 0 0 0,-1-1 0 0 0,0-1 0 0 0,0-1 0 0 0,0-1-1 0 0,0 0 1 0 0,-1-1 0 0 0,0-1 0 0 0,0 0 0 0 0,25-16 0 0 0,-42 23 8 0 0,1 0 1 0 0,-1 0-1 0 0,1-1 1 0 0,-1 1 0 0 0,1 0-1 0 0,-1 0 1 0 0,1-1-1 0 0,-1 1 1 0 0,0 0 0 0 0,1-1-1 0 0,-1 1 1 0 0,1-1-1 0 0,-1 1 1 0 0,0 0 0 0 0,1-1-1 0 0,-1 1 1 0 0,0-1-1 0 0,0 1 1 0 0,1-1 0 0 0,-1 1-1 0 0,0-1 1 0 0,0 1-1 0 0,0-1 1 0 0,0 1 0 0 0,1-1-1 0 0,-1 1 1 0 0,0-1-1 0 0,0 0 1 0 0,0 1 0 0 0,0-1-1 0 0,0 1 1 0 0,0-1-1 0 0,-1 1 1 0 0,1-1 0 0 0,0 1-1 0 0,0-1 1 0 0,0 1-1 0 0,0-1 1 0 0,-1 1 0 0 0,1-1-1 0 0,0 1 1 0 0,0-1-1 0 0,-1 1 1 0 0,1-1 0 0 0,0 1-1 0 0,-1 0 1 0 0,1-1-1 0 0,-1 1 1 0 0,1 0 0 0 0,0-1-1 0 0,-1 1 1 0 0,1 0-1 0 0,-1-1 1 0 0,1 1 0 0 0,-1 0-1 0 0,0-1 1 0 0,22 29-1759 0 0,6-14-2434 0 0,-12-11 1919 0 0</inkml:trace>
</inkml:ink>
</file>

<file path=ppt/ink/ink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6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22 241 168 0 0,'0'0'2134'0'0,"-3"3"-1557"0"0,-12 10-59 0 0,11-10 723 0 0,33 11 94 0 0,-26-14-1287 0 0,0 0-1 0 0,0 0 1 0 0,0 0 0 0 0,0 0-1 0 0,0 0 1 0 0,0-1 0 0 0,0 0-1 0 0,0 1 1 0 0,0-1 0 0 0,0 0-1 0 0,0-1 1 0 0,0 1-1 0 0,-1 0 1 0 0,1-1 0 0 0,-1 0-1 0 0,1 1 1 0 0,-1-1 0 0 0,1 0-1 0 0,-1 0 1 0 0,0 0-1 0 0,0-1 1 0 0,0 1 0 0 0,0 0-1 0 0,0-1 1 0 0,-1 0 0 0 0,1 1-1 0 0,-1-1 1 0 0,0 0 0 0 0,1 1-1 0 0,-1-1 1 0 0,-1 0-1 0 0,1 0 1 0 0,0 0 0 0 0,-1 0-1 0 0,1 0 1 0 0,-1-6 0 0 0,0-11 331 0 0,0 0 1 0 0,-2 0 0 0 0,-1 0-1 0 0,-8-33 1 0 0,2 4 1178 0 0,3 29-359 0 0,6 20-1181 0 0,0 0-1 0 0,0 0 1 0 0,0 0-1 0 0,-1 0 1 0 0,1 0 0 0 0,0 0-1 0 0,0 0 1 0 0,0 0-1 0 0,0 0 1 0 0,-1 0 0 0 0,1 0-1 0 0,0 0 1 0 0,0 0-1 0 0,0 0 1 0 0,0 0 0 0 0,-1 0-1 0 0,1 0 1 0 0,0 0-1 0 0,0 0 1 0 0,0 0 0 0 0,0 0-1 0 0,0 0 1 0 0,-1 0-1 0 0,1 0 1 0 0,0 1 0 0 0,0-1-1 0 0,0 0 1 0 0,0 0-1 0 0,0 0 1 0 0,-1 0 0 0 0,1 0-1 0 0,0 0 1 0 0,0 1-1 0 0,0-1 1 0 0,0 0 0 0 0,0 0-1 0 0,0 0 1 0 0,0 0-1 0 0,0 0 1 0 0,0 1 0 0 0,0-1-1 0 0,0 0 1 0 0,0 0-1 0 0,0 0 1 0 0,-1 0 0 0 0,1 1-1 0 0,0-1 1 0 0,0 0-1 0 0,1 0 1 0 0,-2 4 22 0 0,0-1-1 0 0,0 0 1 0 0,1 1 0 0 0,-1-1-1 0 0,1 0 1 0 0,0 1 0 0 0,0-1 0 0 0,0 0-1 0 0,2 7 1 0 0,5 16-430 0 0,1 0 0 0 0,2 0 0 0 0,23 46 0 0 0,-21-51-1901 0 0,1 0 0 0 0,26 29 1 0 0,-15-23-658 0 0</inkml:trace>
</inkml:ink>
</file>

<file path=ppt/ink/ink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6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30 748 0 0,'1'-20'4471'0'0,"1"10"440"0"0,13 95-3475 0 0,25 84 0 0 0,-3-18-1710 0 0,-35-133-443 0 0,0-4-1712 0 0,-1-6-2713 0 0</inkml:trace>
</inkml:ink>
</file>

<file path=ppt/ink/ink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6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40 528 0 0,'0'0'3061'0'0,"5"1"-2384"0"0,23 4-155 0 0,-1-2 0 0 0,1-1 0 0 0,0-1 0 0 0,-1-1 0 0 0,1-1 0 0 0,32-6 0 0 0,64-2 577 0 0,-86 7-724 0 0,-30 1-271 0 0,0 1 0 0 0,0-1 0 0 0,0 1 0 0 0,1 0 0 0 0,-1 1 1 0 0,0 0-1 0 0,0 0 0 0 0,0 1 0 0 0,0 0 0 0 0,0 1 0 0 0,11 5 1 0 0,-14-6 14 0 0,1 0 0 0 0,-1 0 1 0 0,0 0-1 0 0,0-1 0 0 0,1 1 1 0 0,-1-1-1 0 0,1-1 0 0 0,-1 1 1 0 0,1-1-1 0 0,-1 0 0 0 0,1 0 0 0 0,-1 0 1 0 0,1-1-1 0 0,-1 0 0 0 0,1 0 1 0 0,-1 0-1 0 0,0-1 0 0 0,1 0 1 0 0,-1 0-1 0 0,0 0 0 0 0,0-1 1 0 0,0 1-1 0 0,-1-1 0 0 0,6-4 1 0 0,-9 6-96 0 0,-1 1 0 0 0,1-1 0 0 0,-1 1 1 0 0,1 0-1 0 0,-1-1 0 0 0,1 1 0 0 0,-1-1 1 0 0,0 1-1 0 0,1-1 0 0 0,-1 1 1 0 0,1-1-1 0 0,-1 1 0 0 0,0-1 0 0 0,0 1 1 0 0,1-1-1 0 0,-1 0 0 0 0,0 1 0 0 0,0-1 1 0 0,0 0-1 0 0,1 1 0 0 0,-1-1 1 0 0,0 0-1 0 0,0 1 0 0 0,0-1 0 0 0,0 1 1 0 0,0-1-1 0 0,0 0 0 0 0,-1 1 0 0 0,1-1 1 0 0,0 0-1 0 0,0 1 0 0 0,0-1 1 0 0,-1 1-1 0 0,1-1 0 0 0,0 0 0 0 0,0 1 1 0 0,-1-1-1 0 0,1 1 0 0 0,-1-1 0 0 0,1 1 1 0 0,0-1-1 0 0,-1 1 0 0 0,1-1 0 0 0,-1 1 1 0 0,1 0-1 0 0,-1-1 0 0 0,1 1 1 0 0,-1 0-1 0 0,0-1 0 0 0,1 1 0 0 0,-1 0 1 0 0,1-1-1 0 0,-1 1 0 0 0,0 0 0 0 0,0 0 1 0 0,-3-1-178 0 0,1-1 0 0 0,-1 1 0 0 0,1 0 0 0 0,-1 1 0 0 0,1-1 1 0 0,-1 1-1 0 0,0 0 0 0 0,-6 0 0 0 0,-49 9-7143 0 0,42-5 3746 0 0</inkml:trace>
</inkml:ink>
</file>

<file path=ppt/ink/ink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8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28 360 0 0,'-5'-20'3907'0'0,"-2"12"1484"0"0,2 80-4856 0 0,3-1 0 0 0,9 93 0 0 0,-8-128-70 0 0,1-21-4325 0 0,-4-79-436 0 0,2 47 2284 0 0</inkml:trace>
</inkml:ink>
</file>

<file path=ppt/ink/ink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8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62 572 0 0,'0'-18'1749'0'0,"2"14"-1659"0"0,1 1 1 0 0,-1 0-1 0 0,1 0 1 0 0,0 0-1 0 0,0 0 1 0 0,0 0-1 0 0,1 1 1 0 0,-1 0-1 0 0,0-1 1 0 0,1 1-1 0 0,0 0 1 0 0,-1 1-1 0 0,1-1 1 0 0,0 1-1 0 0,0-1 1 0 0,0 1-1 0 0,0 0 1 0 0,0 1-1 0 0,0-1 1 0 0,1 1-1 0 0,6 0 1 0 0,13-1 134 0 0,0 1 1 0 0,32 4 0 0 0,-52-3-193 0 0,28 3 113 0 0,-1 1 1 0 0,0 2 0 0 0,0 1-1 0 0,0 2 1 0 0,-1 1 0 0 0,34 17-1 0 0,-46-19-79 0 0,0 1-1 0 0,-1 1 0 0 0,-1 0 1 0 0,0 1-1 0 0,0 0 0 0 0,-1 2 0 0 0,-1 0 1 0 0,-1 0-1 0 0,1 1 0 0 0,-2 1 1 0 0,12 19-1 0 0,-21-31-46 0 0,-1 1 0 0 0,1-1-1 0 0,-1 1 1 0 0,0 0 0 0 0,0-1 0 0 0,0 1 0 0 0,-1 0 0 0 0,1 0-1 0 0,-1 1 1 0 0,-1-1 0 0 0,1 0 0 0 0,-1 0 0 0 0,0 0-1 0 0,0 0 1 0 0,0 1 0 0 0,-1-1 0 0 0,1 0 0 0 0,-1 0 0 0 0,-1 0-1 0 0,-2 9 1 0 0,1-9 22 0 0,-1 0 0 0 0,1 0 1 0 0,-1 0-1 0 0,0 0 0 0 0,0-1 0 0 0,-1 1 0 0 0,1-1 0 0 0,-1 0 0 0 0,0-1 0 0 0,0 1 0 0 0,0-1 0 0 0,-1 0 1 0 0,1 0-1 0 0,-1 0 0 0 0,0-1 0 0 0,0 0 0 0 0,-6 1 0 0 0,-14 4 246 0 0,0-1 0 0 0,-1-1-1 0 0,1-2 1 0 0,-1-1 0 0 0,-37-1 0 0 0,-132-18 1265 0 0,190 16-1510 0 0,4 1-260 0 0,22-6-5768 0 0,-9 6 4960 0 0,13-1-1289 0 0</inkml:trace>
</inkml:ink>
</file>

<file path=ppt/ink/ink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9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164 158 572 0 0,'0'0'883'0'0,"-26"-20"4977"0"0,20 19-5728 0 0,1 1-1 0 0,0 0 1 0 0,-1 0 0 0 0,1 1 0 0 0,-1-1 0 0 0,1 1 0 0 0,0 1 0 0 0,-1-1-1 0 0,1 0 1 0 0,0 1 0 0 0,0 0 0 0 0,0 1 0 0 0,0-1 0 0 0,1 1 0 0 0,-1 0-1 0 0,1 0 1 0 0,-1 0 0 0 0,1 0 0 0 0,0 1 0 0 0,0 0 0 0 0,-4 5 0 0 0,6-7-108 0 0,0 0 1 0 0,0 0 0 0 0,-1 1 0 0 0,2-1 0 0 0,-1 1 0 0 0,0-1-1 0 0,0 1 1 0 0,1-1 0 0 0,-1 1 0 0 0,1 0 0 0 0,0 0-1 0 0,0 0 1 0 0,0 0 0 0 0,0 0 0 0 0,1 0 0 0 0,-1 0-1 0 0,1 0 1 0 0,0 0 0 0 0,0 0 0 0 0,0 0 0 0 0,0 1-1 0 0,0-1 1 0 0,1 0 0 0 0,-1 0 0 0 0,1 0 0 0 0,0 0-1 0 0,0 0 1 0 0,0 0 0 0 0,0-1 0 0 0,0 1 0 0 0,1 0-1 0 0,0 0 1 0 0,-1-1 0 0 0,1 1 0 0 0,0-1 0 0 0,0 1-1 0 0,0-1 1 0 0,3 2 0 0 0,-1-1-7 0 0,0 0 1 0 0,-1-1-1 0 0,1 1 0 0 0,0-1 1 0 0,0 0-1 0 0,1-1 0 0 0,-1 1 1 0 0,0-1-1 0 0,1 1 1 0 0,-1-1-1 0 0,0-1 0 0 0,1 1 1 0 0,-1-1-1 0 0,1 1 0 0 0,0-1 1 0 0,-1-1-1 0 0,1 1 0 0 0,-1-1 1 0 0,1 1-1 0 0,-1-1 0 0 0,0 0 1 0 0,1-1-1 0 0,-1 1 0 0 0,0-1 1 0 0,0 0-1 0 0,5-2 1 0 0,-5 1-1 0 0,1 0 0 0 0,-1 1 0 0 0,0-1 0 0 0,0-1 0 0 0,0 1 0 0 0,0-1 0 0 0,0 1 0 0 0,-1-1 1 0 0,0 0-1 0 0,0 0 0 0 0,0-1 0 0 0,0 1 0 0 0,0-1 0 0 0,-1 1 0 0 0,0-1 0 0 0,0 0 0 0 0,0 0 1 0 0,-1 0-1 0 0,1 0 0 0 0,-1 0 0 0 0,-1 0 0 0 0,2-6 0 0 0,-2 4-6 0 0,1 1 0 0 0,-1 0 0 0 0,-1-1 0 0 0,1 1 0 0 0,-1-1 0 0 0,0 1 0 0 0,0-1 0 0 0,-1 1 0 0 0,0 0 0 0 0,0 0-1 0 0,0 0 1 0 0,-1 0 0 0 0,0 0 0 0 0,0 1 0 0 0,0-1 0 0 0,-1 1 0 0 0,0 0 0 0 0,0 0 0 0 0,0 0 0 0 0,-1 0 0 0 0,-6-5 0 0 0,9 9-19 0 0,8 4-94 0 0,14 5 59 0 0,1-1 0 0 0,0-1 0 0 0,1-1 0 0 0,-1-1 1 0 0,1 0-1 0 0,0-2 0 0 0,0 0 0 0 0,0-2 0 0 0,0 0 0 0 0,43-7 1 0 0,-30 1 50 0 0,0-1 1 0 0,-1-2-1 0 0,0-2 1 0 0,-1-1-1 0 0,0-1 1 0 0,41-23-1 0 0,-69 32 548 0 0,-7 2-235 0 0,-19 4-156 0 0,-36 16-168 0 0,42-10 20 0 0,0 0 0 0 0,1 2 1 0 0,0 0-1 0 0,1 0 1 0 0,0 1-1 0 0,0 1 1 0 0,-16 20-1 0 0,26-30-14 0 0,1 1 0 0 0,0 0 0 0 0,-1 0 0 0 0,1 1 0 0 0,0-1 0 0 0,1 0 1 0 0,-1 1-1 0 0,1-1 0 0 0,-1 1 0 0 0,1-1 0 0 0,0 1 0 0 0,1 0 0 0 0,-1-1 0 0 0,0 1 0 0 0,1 0 0 0 0,0 0 0 0 0,0-1 0 0 0,0 1 0 0 0,0 0 0 0 0,1 0 0 0 0,0-1 0 0 0,-1 1 0 0 0,1 0 0 0 0,1-1 0 0 0,-1 1 0 0 0,0-1 0 0 0,1 1 0 0 0,0-1 0 0 0,0 0 0 0 0,0 0 1 0 0,0 0-1 0 0,0 0 0 0 0,0 0 0 0 0,1 0 0 0 0,0 0 0 0 0,-1-1 0 0 0,1 1 0 0 0,0-1 0 0 0,7 4 0 0 0,3 3-141 0 0,1 0-1 0 0,1-2 1 0 0,-1 1 0 0 0,1-2 0 0 0,0 0-1 0 0,1-1 1 0 0,25 6 0 0 0,-27-9-1058 0 0,0 0 0 0 0,0 0 1 0 0,0-1-1 0 0,0-1 0 0 0,19-2 0 0 0,-14-1-1586 0 0</inkml:trace>
</inkml:ink>
</file>

<file path=ppt/ink/ink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29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41 820 0 0,'0'0'162'0'0,"-1"0"0"0"0,1 0 0 0 0,0-1 0 0 0,-1 1 0 0 0,1 0 0 0 0,0 0 0 0 0,0-1 0 0 0,-1 1 0 0 0,1 0 0 0 0,0-1-1 0 0,0 1 1 0 0,0 0 0 0 0,0 0 0 0 0,-1-1 0 0 0,1 1 0 0 0,0-1 0 0 0,0 1 0 0 0,0 0 0 0 0,0-1 0 0 0,0 1 0 0 0,0 0 0 0 0,0-1 0 0 0,0 1 0 0 0,0 0 0 0 0,0-1 0 0 0,0 1 0 0 0,0-1-1 0 0,0 1 1 0 0,0 0 0 0 0,0-1 0 0 0,0 1 0 0 0,0 0 0 0 0,1-1 0 0 0,-1 1 0 0 0,0 0 0 0 0,0-1 0 0 0,0 1 0 0 0,1 0 0 0 0,-1 0 0 0 0,0-1 0 0 0,0 1 0 0 0,1 0 0 0 0,-1 0 0 0 0,0-1 0 0 0,0 1-1 0 0,1 0 1 0 0,-1 0 0 0 0,0 0 0 0 0,1-1 0 0 0,28-10 1739 0 0,36 0-1516 0 0,-46 9-113 0 0,1 1-1 0 0,0 1 1 0 0,35 4-1 0 0,-48-3-227 0 0,0 0 0 0 0,0 1-1 0 0,0 0 1 0 0,0 0 0 0 0,0 0 0 0 0,-1 1 0 0 0,1 0-1 0 0,-1 0 1 0 0,0 1 0 0 0,0 0 0 0 0,0 0 0 0 0,0 0-1 0 0,0 1 1 0 0,4 5 0 0 0,-7-7-33 0 0,-1 0 1 0 0,0 0-1 0 0,0 0 0 0 0,0 0 1 0 0,0 1-1 0 0,0-1 0 0 0,-1 1 1 0 0,1-1-1 0 0,-1 1 0 0 0,0 0 1 0 0,0 0-1 0 0,0-1 0 0 0,-1 1 1 0 0,0 0-1 0 0,1 0 0 0 0,-1 0 1 0 0,-1 5-1 0 0,0-2-6 0 0,0-1-1 0 0,-1 1 1 0 0,0-1-1 0 0,0 1 1 0 0,-1-1-1 0 0,0 0 1 0 0,0 0-1 0 0,0 0 1 0 0,-6 7-1 0 0,-2 1-6 0 0,0 0-1 0 0,-2-1 0 0 0,1 0 0 0 0,-2-1 0 0 0,1 0 1 0 0,-26 15-1 0 0,-49 16 25 0 0,64-33-48 0 0,-40 24 1 0 0,64-34 25 0 0,0 0 0 0 0,-1 0 1 0 0,1 0-1 0 0,0 1 1 0 0,0-1-1 0 0,0 0 1 0 0,-1 0-1 0 0,1 0 0 0 0,0 0 1 0 0,0 0-1 0 0,0 0 1 0 0,-1 0-1 0 0,1 1 1 0 0,0-1-1 0 0,0 0 1 0 0,0 0-1 0 0,0 0 0 0 0,0 1 1 0 0,-1-1-1 0 0,1 0 1 0 0,0 0-1 0 0,0 0 1 0 0,0 1-1 0 0,0-1 0 0 0,0 0 1 0 0,0 0-1 0 0,0 0 1 0 0,0 1-1 0 0,0-1 1 0 0,0 0-1 0 0,0 0 1 0 0,0 1-1 0 0,0-1 0 0 0,0 0 1 0 0,0 0-1 0 0,0 0 1 0 0,0 1-1 0 0,0-1 1 0 0,0 0-1 0 0,0 0 0 0 0,0 0 1 0 0,0 1-1 0 0,0-1 1 0 0,1 0-1 0 0,-1 0 1 0 0,0 0-1 0 0,0 1 0 0 0,0-1 1 0 0,0 0-1 0 0,0 0 1 0 0,1 0-1 0 0,-1 0 1 0 0,0 1-1 0 0,0-1 1 0 0,1 0-1 0 0,19 7 102 0 0,28-2 68 0 0,412-31 290 0 0,-432 25-366 0 0,-18 1 252 0 0,0 0 1 0 0,-1 0-1 0 0,1-1 1 0 0,-1-1 0 0 0,12-3-1 0 0,-19 5 212 0 0,4 6-5919 0 0</inkml:trace>
</inkml:ink>
</file>

<file path=ppt/ink/ink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17:30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61 15525 0 0,'0'0'400'0'0,"-3"-3"-150"0"0,0 0-200 0 0,-1-1-1 0 0,1 1 0 0 0,0-1 0 0 0,1 1 1 0 0,-1-1-1 0 0,1 0 0 0 0,-1 0 0 0 0,1 0 1 0 0,-2-7-1 0 0,-2-1-46 0 0,6 10-76 0 0</inkml:trace>
</inkml:ink>
</file>

<file path=ppt/ink/ink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29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0 298 12 0 0,'0'0'9199'0'0,"4"-3"-9102"0"0,44-33 236 0 0,-33 26-262 0 0,0 0 0 0 0,-1-1 0 0 0,-1-1 1 0 0,0 0-1 0 0,14-18 0 0 0,-11 10 8 0 0,-9 11-22 0 0,0 1 1 0 0,0-2 0 0 0,-1 1-1 0 0,0-1 1 0 0,0 0 0 0 0,-1 0 0 0 0,-1-1-1 0 0,0 1 1 0 0,4-13 0 0 0,-5 14 103 0 0,0 1-94 0 0,-5 8 153 0 0,-4 5-217 0 0,1 1 0 0 0,0 0 0 0 0,0 0 0 0 0,0 0-1 0 0,1 1 1 0 0,0 0 0 0 0,0 0 0 0 0,1 0 0 0 0,0 0 0 0 0,0 0 0 0 0,1 1 0 0 0,0 0 0 0 0,0-1 0 0 0,1 1 0 0 0,0 0 0 0 0,0 0 0 0 0,0-1 0 0 0,1 1 0 0 0,1 0 0 0 0,-1 0 0 0 0,1 0 0 0 0,3 10 0 0 0,-4-16-3 0 0,1 0 1 0 0,-1-1-1 0 0,1 1 1 0 0,0 0 0 0 0,0 0-1 0 0,0-1 1 0 0,0 1-1 0 0,0-1 1 0 0,0 1-1 0 0,0-1 1 0 0,0 1-1 0 0,0-1 1 0 0,1 1 0 0 0,-1-1-1 0 0,1 0 1 0 0,-1 0-1 0 0,1 0 1 0 0,-1 0-1 0 0,4 2 1 0 0,-4-3 10 0 0,4-2 3 0 0,17-9-9 0 0,0-1-1 0 0,0-2 1 0 0,-2 0-1 0 0,1-1 1 0 0,20-20-1 0 0,-22 17-6 0 0,2 1 0 0 0,0 1-1 0 0,1 1 1 0 0,1 1-1 0 0,30-15 1 0 0,-44 25-4 0 0,0 1 0 0 0,0-1 0 0 0,0 2 0 0 0,1-1-1 0 0,-1 1 1 0 0,1 1 0 0 0,-1 0 0 0 0,1 0 0 0 0,0 1 0 0 0,17 2 0 0 0,-22-1 6 0 0,0 0 1 0 0,0 1-1 0 0,0 0 0 0 0,0 0 1 0 0,-1 0-1 0 0,1 1 0 0 0,-1-1 1 0 0,1 1-1 0 0,-1 0 0 0 0,0 0 1 0 0,0 1-1 0 0,0-1 0 0 0,-1 1 1 0 0,1 0-1 0 0,-1 0 1 0 0,0 0-1 0 0,0 0 0 0 0,0 1 1 0 0,-1-1-1 0 0,0 1 0 0 0,4 9 1 0 0,-4-9 15 0 0,-1 1 1 0 0,0-1-1 0 0,0 1 1 0 0,0 0-1 0 0,0 0 1 0 0,-1-1 0 0 0,0 1-1 0 0,0 0 1 0 0,-1 0-1 0 0,0-1 1 0 0,0 1-1 0 0,0 0 1 0 0,0-1-1 0 0,-1 1 1 0 0,0-1 0 0 0,0 0-1 0 0,-1 1 1 0 0,1-1-1 0 0,-1 0 1 0 0,0 0-1 0 0,-1-1 1 0 0,1 1-1 0 0,-5 4 1 0 0,3-4-167 0 0,0 0 1 0 0,0 0-1 0 0,0 0 0 0 0,-1 0 1 0 0,0-1-1 0 0,0 0 1 0 0,0-1-1 0 0,-9 5 0 0 0,11-6-310 0 0,-1 0-1 0 0,0-1 0 0 0,1 1 0 0 0,-1-1 1 0 0,0 0-1 0 0,0-1 0 0 0,0 1 1 0 0,0-1-1 0 0,0 0 0 0 0,1 0 0 0 0,-1 0 1 0 0,-7-2-1 0 0,-3-3-1954 0 0</inkml:trace>
</inkml:ink>
</file>

<file path=ppt/ink/ink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29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1144 0 0,'2'-18'1096'0'0,"1"11"800"0"0,3-8-351 0 0,-3 6 47 0 0,0-3-1520 0 0,15 16-4161 0 0</inkml:trace>
</inkml:ink>
</file>

<file path=ppt/ink/ink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31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279 107 188 0 0,'-10'-46'5146'0'0,"8"38"-4345"0"0,-1 0 1 0 0,0 0-1 0 0,-1 1 0 0 0,-7-13 1 0 0,9 18-533 0 0,-11-5 520 0 0,4 7-693 0 0,1 1 0 0 0,0 0 0 0 0,0 0 0 0 0,0 1 0 0 0,0 0-1 0 0,0 0 1 0 0,1 1 0 0 0,-1 0 0 0 0,-13 8 0 0 0,3-1 49 0 0,-1 0-1 0 0,-29 24 1 0 0,38-24-62 0 0,0 1 0 0 0,0 0 0 0 0,-9 16 1 0 0,17-24-75 0 0,1-2 59 0 0,3 2-56 0 0,0-2-8 0 0,0 1-1 0 0,0-1 0 0 0,0 0 0 0 0,0 0 1 0 0,0 0-1 0 0,0 0 0 0 0,1-1 0 0 0,-1 1 1 0 0,0-1-1 0 0,0 1 0 0 0,1-1 0 0 0,-1 1 1 0 0,0-1-1 0 0,1 0 0 0 0,-1 0 0 0 0,0-1 1 0 0,1 1-1 0 0,-1 0 0 0 0,0-1 0 0 0,0 1 0 0 0,1-1 1 0 0,-1 0-1 0 0,3-1 0 0 0,67-30 61 0 0,-31 13 19 0 0,-36 14-56 0 0,21-2 9 0 0,-24 7-32 0 0,31 16 34 0 0,31 3-1913 0 0,-20-13-3730 0 0,-26-7 2757 0 0</inkml:trace>
</inkml:ink>
</file>

<file path=ppt/ink/ink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34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1 144 516 0 0,'0'-3'462'0'0,"0"0"-1"0"0,0 0 1 0 0,0 0 0 0 0,0 1 0 0 0,0-1-1 0 0,1 0 1 0 0,-1 0 0 0 0,1 1-1 0 0,0-1 1 0 0,0 0 0 0 0,0 1-1 0 0,2-5 1 0 0,-1 5-257 0 0,-1 0-1 0 0,1 0 1 0 0,0-1-1 0 0,0 1 1 0 0,0 0 0 0 0,0 1-1 0 0,0-1 1 0 0,0 0-1 0 0,0 0 1 0 0,5-1-1 0 0,-3 1-131 0 0,0 0 0 0 0,0 0 0 0 0,1 1 0 0 0,-1 0 0 0 0,0 0 0 0 0,1 0 0 0 0,-1 1 0 0 0,1-1 0 0 0,-1 1 0 0 0,1 0 0 0 0,-1 0 0 0 0,0 1 0 0 0,1-1 0 0 0,4 2 0 0 0,-4 0-42 0 0,-1-1 0 0 0,0 1 0 0 0,0 0 0 0 0,0 0 0 0 0,0 0 1 0 0,0 0-1 0 0,0 1 0 0 0,0 0 0 0 0,-1-1 0 0 0,1 1 0 0 0,-1 1 0 0 0,0-1 0 0 0,0 0 0 0 0,0 1 1 0 0,-1 0-1 0 0,1-1 0 0 0,-1 1 0 0 0,0 0 0 0 0,0 0 0 0 0,0 1 0 0 0,0-1 0 0 0,-1 0 0 0 0,0 1 0 0 0,1-1 1 0 0,-2 0-1 0 0,1 1 0 0 0,0 0 0 0 0,-1 6 0 0 0,0-3 17 0 0,0 1 1 0 0,-1-1-1 0 0,1 0 0 0 0,-2 0 0 0 0,1 0 1 0 0,-1 0-1 0 0,0 0 0 0 0,-1-1 0 0 0,0 1 1 0 0,0-1-1 0 0,-1 1 0 0 0,0-1 1 0 0,0 0-1 0 0,-9 11 0 0 0,10-14 8 0 0,-1-1 1 0 0,1 1-1 0 0,-1-1 0 0 0,0 0 0 0 0,0 0 1 0 0,0 0-1 0 0,0-1 0 0 0,-1 1 0 0 0,-4 1 1 0 0,7-3 60 0 0,1-1-101 0 0,1 1-1 0 0,0-1 0 0 0,-1 0 1 0 0,1 0-1 0 0,-1 0 1 0 0,1 0-1 0 0,0 0 0 0 0,-1 0 1 0 0,1 1-1 0 0,0-1 1 0 0,-1 0-1 0 0,1 0 1 0 0,-1 0-1 0 0,1 0 0 0 0,0 0 1 0 0,-1 0-1 0 0,1 0 1 0 0,-1-1-1 0 0,1 1 1 0 0,0 0-1 0 0,-1 0 0 0 0,1 0 1 0 0,-1 0-1 0 0,1 0 1 0 0,0-1-1 0 0,-1 1 0 0 0,1 0 1 0 0,0 0-1 0 0,-1-1 1 0 0,1 1-1 0 0,-1-5-4 0 0,0 1-1 0 0,0 0 0 0 0,1-1 1 0 0,0 1-1 0 0,0-1 0 0 0,0 1 1 0 0,1-1-1 0 0,-1 1 1 0 0,1 0-1 0 0,0-1 0 0 0,0 1 1 0 0,1 0-1 0 0,-1 0 0 0 0,1 0 1 0 0,0 0-1 0 0,0 0 0 0 0,0 0 1 0 0,1 0-1 0 0,-1 1 1 0 0,1-1-1 0 0,4-4 0 0 0,12-15-1 0 0,40-39 0 0 0,-55 58-8 0 0,9-7-9 0 0,-1 0 1 0 0,2 1-1 0 0,-1 1 1 0 0,1 0-1 0 0,1 0 1 0 0,0 2-1 0 0,0 0 0 0 0,0 0 1 0 0,18-4-1 0 0,-28 9 4 0 0,0 1 1 0 0,0 0-1 0 0,0 0 0 0 0,0 0 0 0 0,0 0 0 0 0,1 1 0 0 0,-1 0 1 0 0,0 0-1 0 0,0 0 0 0 0,0 1 0 0 0,0-1 0 0 0,0 1 0 0 0,0 1 1 0 0,0-1-1 0 0,0 1 0 0 0,0 0 0 0 0,0 0 0 0 0,0 0 0 0 0,-1 0 1 0 0,1 1-1 0 0,-1 0 0 0 0,0 0 0 0 0,0 0 0 0 0,0 0 0 0 0,0 1 1 0 0,-1 0-1 0 0,1 0 0 0 0,-1 0 0 0 0,0 0 0 0 0,0 0 0 0 0,0 0 1 0 0,3 10-1 0 0,-1-4-12 0 0,-2-4 13 0 0,-1-1-1 0 0,1 1 0 0 0,-2 0 0 0 0,1 0 1 0 0,-1 0-1 0 0,1 1 0 0 0,-2-1 1 0 0,1 0-1 0 0,-1 0 0 0 0,0 1 1 0 0,-1 9-1 0 0,4 4-24 0 0,8-34-286 0 0,0-2 241 0 0,-1 2-84 0 0,0 0 0 0 0,2 1-1 0 0,0 0 1 0 0,0 1 0 0 0,21-16 0 0 0,-32 27 143 0 0,1 0 1 0 0,-1 1 0 0 0,1-1 0 0 0,-1 1 0 0 0,1-1-1 0 0,0 1 1 0 0,-1-1 0 0 0,1 1 0 0 0,-1 0-1 0 0,1 0 1 0 0,0-1 0 0 0,-1 1 0 0 0,1 1 0 0 0,-1-1-1 0 0,1 0 1 0 0,0 0 0 0 0,-1 0 0 0 0,1 1-1 0 0,-1-1 1 0 0,2 2 0 0 0,33 15-109 0 0,-23-10 43 0 0,8 2-7 0 0,1-1 0 0 0,-1-1 0 0 0,2 0 0 0 0,-1-2 0 0 0,1-1 0 0 0,0 0 0 0 0,-1-2 0 0 0,1-1 0 0 0,35-2 0 0 0,-28-1 18 0 0,0-2-1 0 0,0 0 1 0 0,-1-3-1 0 0,0 0 1 0 0,0-2 0 0 0,51-22-1 0 0,-70 25 59 0 0,0 1 1 0 0,0-1-1 0 0,0-1 0 0 0,-1 0 0 0 0,0 0 1 0 0,0-1-1 0 0,-1 0 0 0 0,9-11 0 0 0,-16 18 14 0 0,-1 1-1 0 0,1-1 1 0 0,-1 0-1 0 0,1 1 1 0 0,-1-1-1 0 0,1 1 1 0 0,-1-1-1 0 0,0 0 1 0 0,1 0-1 0 0,-1 1 1 0 0,0-1 0 0 0,0 0-1 0 0,1 1 1 0 0,-1-1-1 0 0,0 0 1 0 0,0 0-1 0 0,0 1 1 0 0,0-1-1 0 0,0 0 1 0 0,0 0-1 0 0,0 1 1 0 0,0-1-1 0 0,0 0 1 0 0,0 0-1 0 0,-1 1 1 0 0,1-1-1 0 0,0 0 1 0 0,0 0-1 0 0,-1 1 1 0 0,1-1 0 0 0,-1 0-1 0 0,1 1 1 0 0,0-1-1 0 0,-1 0 1 0 0,1 1-1 0 0,-1-1 1 0 0,1 1-1 0 0,-1-1 1 0 0,0 0-1 0 0,-1 0 1 0 0,0 0-1 0 0,0 0 0 0 0,0 0 0 0 0,0 0 1 0 0,0 0-1 0 0,0 1 0 0 0,0-1 0 0 0,-1 1 1 0 0,1-1-1 0 0,0 1 0 0 0,0 0 0 0 0,0 0 1 0 0,0 0-1 0 0,-1 0 0 0 0,-2 1 1 0 0,-12 2 7 0 0,0 0 1 0 0,1 2 0 0 0,-1 0 0 0 0,-28 13 0 0 0,37-14-7 0 0,0 0-1 0 0,0 0 0 0 0,1 1 1 0 0,0 0-1 0 0,0 0 0 0 0,0 1 1 0 0,1-1-1 0 0,-1 2 0 0 0,1-1 1 0 0,1 1-1 0 0,-1 0 0 0 0,-4 9 1 0 0,8-15-4 0 0,2 1 0 0 0,-1 0 0 0 0,0 0 0 0 0,0 0 0 0 0,0 0 0 0 0,1 0 0 0 0,-1 0 0 0 0,1 0 0 0 0,0 0 0 0 0,-1 0 0 0 0,1 0 0 0 0,0 0 0 0 0,0 0 0 0 0,0 0 0 0 0,0 0 0 0 0,1 0 0 0 0,-1 0 0 0 0,1 0 0 0 0,-1 0 0 0 0,1 0 0 0 0,1 2 0 0 0,0-1 2 0 0,0 0 0 0 0,0 0 0 0 0,0-1 0 0 0,0 1-1 0 0,1-1 1 0 0,-1 1 0 0 0,1-1 0 0 0,0 0 0 0 0,0 0-1 0 0,0 0 1 0 0,5 2 0 0 0,8 2-14 0 0,-1 0 1 0 0,1-1-1 0 0,1 0 1 0 0,17 2-1 0 0,-32-7 3 0 0,28 4-110 0 0,-1-1 1 0 0,1-1-1 0 0,-1-2 0 0 0,1-1 0 0 0,35-5 1 0 0,147-37-680 0 0,-189 36 805 0 0,-1-2 0 0 0,0 0 0 0 0,-1-1-1 0 0,0-1 1 0 0,0-1 0 0 0,-1-1 0 0 0,22-19 0 0 0,-7 7 637 0 0,-34 24-603 0 0,0 1 0 0 0,0-1 1 0 0,0 0-1 0 0,0 0 0 0 0,0 0 0 0 0,0 0 0 0 0,0 0 0 0 0,0 0 0 0 0,0-1 1 0 0,-1 1-1 0 0,1 0 0 0 0,0 0 0 0 0,-1-1 0 0 0,1 1 0 0 0,-1 0 0 0 0,1-1 0 0 0,-1 1 1 0 0,0 0-1 0 0,1-1 0 0 0,-1 1 0 0 0,0-1 0 0 0,0 1 0 0 0,0 0 0 0 0,0-1 1 0 0,0 1-1 0 0,-1-1 0 0 0,1 1 0 0 0,0 0 0 0 0,-1-1 0 0 0,1 1 0 0 0,-1 0 1 0 0,1-1-1 0 0,-1 1 0 0 0,1 0 0 0 0,-1 0 0 0 0,0 0 0 0 0,0-1 0 0 0,0 1 1 0 0,0 0-1 0 0,1 0 0 0 0,-1 0 0 0 0,-1 0 0 0 0,1 0 0 0 0,-2-1 0 0 0,1 1-21 0 0,-1 0 0 0 0,1 0 0 0 0,-1 1 1 0 0,1-1-1 0 0,-1 0 0 0 0,1 1 0 0 0,-1 0 0 0 0,0-1 0 0 0,1 1 0 0 0,-1 0 0 0 0,0 0 0 0 0,1 1 0 0 0,-1-1 0 0 0,0 0 0 0 0,1 1 0 0 0,-1 0 0 0 0,1 0 0 0 0,-1 0 0 0 0,-4 2 0 0 0,-1 0 4 0 0,0 1-1 0 0,0 0 0 0 0,0 1 1 0 0,-11 8-1 0 0,-15 20 57 0 0,32-31-78 0 0,1 0 1 0 0,0-1 0 0 0,-1 1 0 0 0,1 0 0 0 0,0-1-1 0 0,0 1 1 0 0,0 0 0 0 0,0 0 0 0 0,0 0 0 0 0,1 0-1 0 0,-1 0 1 0 0,0 0 0 0 0,1 0 0 0 0,0 0-1 0 0,-1 1 1 0 0,1-1 0 0 0,0 0 0 0 0,0 0 0 0 0,0 0-1 0 0,1 0 1 0 0,-1 4 0 0 0,1-4-15 0 0,0 0 0 0 0,0 0-1 0 0,0 0 1 0 0,0 0 0 0 0,0 0 0 0 0,1 0-1 0 0,-1 0 1 0 0,0 0 0 0 0,1-1 0 0 0,0 1-1 0 0,-1 0 1 0 0,1-1 0 0 0,0 1 0 0 0,0-1-1 0 0,0 0 1 0 0,-1 1 0 0 0,2-1 0 0 0,-1 0-1 0 0,0 0 1 0 0,0-1 0 0 0,0 1 0 0 0,0 0-1 0 0,0-1 1 0 0,1 1 0 0 0,3-1 0 0 0,1 0-119 0 0,1 0 0 0 0,0-1 1 0 0,0 0-1 0 0,-1 0 1 0 0,15-5-1 0 0,7-1-344 0 0,-25 6 490 0 0,-3 1-36 0 0,-1-1 0 0 0,1 1 1 0 0,0 0-1 0 0,1 0 0 0 0,-1-1 1 0 0,0 1-1 0 0,0 0 1 0 0,0 0-1 0 0,0 0 0 0 0,0 0 1 0 0,0 0-1 0 0,0 0 0 0 0,0 0 1 0 0,0 0-1 0 0,0 1 0 0 0,0-1 1 0 0,0 0-1 0 0,0 1 0 0 0,0-1 1 0 0,0 1-1 0 0,0-1 1 0 0,0 1-1 0 0,0-1 0 0 0,-1 1 1 0 0,1 0-1 0 0,0-1 0 0 0,0 1 1 0 0,0 0-1 0 0,-1-1 0 0 0,1 1 1 0 0,0 0-1 0 0,-1 0 0 0 0,1 0 1 0 0,-1 0-1 0 0,1 1 1 0 0,0 0-15 0 0,6 7-70 0 0,-6-7 98 0 0,-1 0 0 0 0,2 0 0 0 0,-1 0 0 0 0,0 0 0 0 0,0 0 0 0 0,0-1-1 0 0,1 1 1 0 0,-1-1 0 0 0,1 1 0 0 0,0-1 0 0 0,-1 1 0 0 0,4 1 0 0 0,15-4 11 0 0,0 0 0 0 0,-1-2 1 0 0,1-1-1 0 0,-1 0 0 0 0,0-1 1 0 0,0-1-1 0 0,29-13 0 0 0,5-1 2 0 0,-33 13-15 0 0,1 0 1 0 0,-1 1-1 0 0,1 1 0 0 0,0 1 0 0 0,0 0 1 0 0,1 2-1 0 0,37 1 0 0 0,-57 1 6 0 0,-1-1 1 0 0,0 1-1 0 0,1 1 0 0 0,-1-1 0 0 0,0 0 0 0 0,1 0 0 0 0,-1 0 1 0 0,0 1-1 0 0,1-1 0 0 0,-1 1 0 0 0,0-1 0 0 0,0 1 0 0 0,1-1 1 0 0,-1 1-1 0 0,0 0 0 0 0,0 0 0 0 0,0-1 0 0 0,0 1 1 0 0,0 0-1 0 0,0 0 0 0 0,0 0 0 0 0,0 0 0 0 0,0 0 0 0 0,0 0 1 0 0,-1 1-1 0 0,1-1 0 0 0,0 0 0 0 0,-1 0 0 0 0,1 0 0 0 0,-1 1 1 0 0,1-1-1 0 0,-1 0 0 0 0,0 1 0 0 0,1-1 0 0 0,-1 0 1 0 0,0 1-1 0 0,0-1 0 0 0,0 1 0 0 0,0-1 0 0 0,0 0 0 0 0,0 1 1 0 0,-1-1-1 0 0,1 0 0 0 0,0 1 0 0 0,-1-1 0 0 0,1 0 1 0 0,-1 1-1 0 0,1-1 0 0 0,-1 0 0 0 0,0 0 0 0 0,1 0 0 0 0,-1 0 1 0 0,-1 2-1 0 0,-3 6 1 0 0,-1-1 1 0 0,1 0-1 0 0,-1 0 1 0 0,-1-1-1 0 0,-13 13 1 0 0,-34 14 109 0 0,17-13 823 0 0,36-20-436 0 0,12-23-4215 0 0,-7 16 1170 0 0,5-4 193 0 0</inkml:trace>
</inkml:ink>
</file>

<file path=ppt/ink/ink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35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1 920 0 0,'0'0'4937'0'0,"-2"5"-4563"0"0,-2 2-168 0 0,1 0 0 0 0,0 1-1 0 0,1-1 1 0 0,-1 1 0 0 0,1-1 0 0 0,1 1-1 0 0,-1 0 1 0 0,2 0 0 0 0,-1 0-1 0 0,1 14 1 0 0,1-19-154 0 0,-1-1-1 0 0,1 0 1 0 0,-1 1-1 0 0,1-1 1 0 0,0 1-1 0 0,0-1 1 0 0,0 0-1 0 0,0 1 1 0 0,1-1-1 0 0,-1 0 1 0 0,0 0-1 0 0,1 0 1 0 0,1 2-1 0 0,-1-3-37 0 0,0-1 0 0 0,-1 1 0 0 0,1-1 0 0 0,0 0-1 0 0,0 1 1 0 0,-1-1 0 0 0,1 0 0 0 0,0 0 0 0 0,0 0 0 0 0,-1 0 0 0 0,1 0-1 0 0,0 0 1 0 0,0-1 0 0 0,-1 1 0 0 0,1-1 0 0 0,0 1 0 0 0,-1-1-1 0 0,1 1 1 0 0,2-3 0 0 0,5 0 23 0 0,-1-1 0 0 0,0-1 0 0 0,0 1-1 0 0,-1-1 1 0 0,14-11 0 0 0,-2 1 97 0 0,-18 14-79 0 0,16-9 176 0 0,-16 19-228 0 0,1 0 1 0 0,1-1-1 0 0,-1 1 1 0 0,2-1-1 0 0,-1 1 0 0 0,1-1 1 0 0,0-1-1 0 0,9 14 1 0 0,-10-20-14 0 0,-1 0 0 0 0,1 0 0 0 0,0 0 0 0 0,-1 0 0 0 0,1-1 0 0 0,0 1 0 0 0,-1-1 0 0 0,1 0 0 0 0,0 0 0 0 0,0 0 0 0 0,-1 0 0 0 0,1 0 0 0 0,0 0 0 0 0,-1-1 0 0 0,6-1 0 0 0,172-82-1009 0 0,-178 84 983 0 0,44 10-92 0 0,-25-1 95 0 0,1-1 0 0 0,-1-1 0 0 0,1-1 0 0 0,1-1 0 0 0,38 4 0 0 0,-54-8 85 0 0,1 0-1 0 0,-1-1 1 0 0,1 0 0 0 0,-1 0 0 0 0,1-1 0 0 0,-1 0 0 0 0,1 0-1 0 0,-1 0 1 0 0,0-1 0 0 0,0 0 0 0 0,0-1 0 0 0,0 0 0 0 0,0 0 0 0 0,0 0-1 0 0,-1-1 1 0 0,1 0 0 0 0,-1 0 0 0 0,0-1 0 0 0,0 0 0 0 0,8-8 0 0 0,-4-24 3115 0 0,-9 30-2079 0 0,-1 5-364 0 0,12 23-994 0 0,10 9-2723 0 0,-3-17-2394 0 0,-6-7 1990 0 0</inkml:trace>
</inkml:ink>
</file>

<file path=ppt/ink/ink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38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53 120 0 0,'-9'-42'6228'0'0,"9"42"-6160"0"0,1 0 0 0 0,-1-1 0 0 0,0 1 0 0 0,0 0 0 0 0,0 0 0 0 0,0-1 0 0 0,0 1 0 0 0,0 0 0 0 0,0-1 0 0 0,0 1 0 0 0,0 0 0 0 0,0-1 0 0 0,0 1 0 0 0,0 0 0 0 0,0 0 0 0 0,0-1 0 0 0,0 1 0 0 0,0 0 0 0 0,0-1 0 0 0,0 1 0 0 0,0 0 0 0 0,0 0 0 0 0,-1-1 0 0 0,1 1 0 0 0,0 0 0 0 0,0-1 0 0 0,0 1 0 0 0,0 0 0 0 0,-1 0 0 0 0,1 0 0 0 0,0-1 0 0 0,0 1 0 0 0,-1 0 0 0 0,1 0 0 0 0,0 0 0 0 0,0-1 0 0 0,-1 1 0 0 0,1 0 0 0 0,0 0 0 0 0,0 0 0 0 0,-1 0 0 0 0,1 0 0 0 0,0 0 0 0 0,-1 0 0 0 0,1 0 0 0 0,0 0 0 0 0,-1 0 0 0 0,1 0 0 0 0,0 0 0 0 0,0 0 0 0 0,-1 0 0 0 0,1 0 0 0 0,0 0 0 0 0,-1 0 0 0 0,1 0 0 0 0,0 0 0 0 0,-1 0 0 0 0,1 0 0 0 0,0 0 0 0 0,0 1 0 0 0,-1-1 0 0 0,1 0 0 0 0,0 0 0 0 0,0 0 0 0 0,-1 1 0 0 0,1-1 0 0 0,-21 30 808 0 0,-16 48-986 0 0,34-72 134 0 0,0 1-1 0 0,1-1 1 0 0,0 1-1 0 0,1 0 0 0 0,-1 0 1 0 0,1 0-1 0 0,1 0 0 0 0,-1 0 1 0 0,1 0-1 0 0,1 1 1 0 0,-1-1-1 0 0,3 9 0 0 0,-3-15-18 0 0,1 1 1 0 0,0-1-1 0 0,0 0 0 0 0,0 0 0 0 0,0 0 0 0 0,0 0 0 0 0,0 1 0 0 0,0-1 0 0 0,1-1 0 0 0,-1 1 0 0 0,0 0 0 0 0,1 0 0 0 0,-1 0 0 0 0,0-1 0 0 0,1 1 0 0 0,-1-1 0 0 0,1 1 0 0 0,-1-1 0 0 0,1 1 0 0 0,-1-1 0 0 0,1 0 0 0 0,-1 0 0 0 0,1 0 0 0 0,-1 0 1 0 0,1 0-1 0 0,-1 0 0 0 0,1 0 0 0 0,-1 0 0 0 0,1-1 0 0 0,-1 1 0 0 0,4-1 0 0 0,49-16 31 0 0,-51 16-30 0 0,14-6 67 0 0,-1 0 1 0 0,1-2 0 0 0,-1 0-1 0 0,-1 0 1 0 0,0-2 0 0 0,0 0-1 0 0,-1-1 1 0 0,12-13 0 0 0,-25 24-42 0 0,1 0-6 0 0,4-3-12 0 0,-4 3-18 0 0,7 50-82 0 0,-9-45 86 0 0,-1-1 0 0 0,1 0 1 0 0,0-1-1 0 0,0 1 0 0 0,1 0 1 0 0,-1-1-1 0 0,1 1 0 0 0,-1-1 1 0 0,1 1-1 0 0,0-1 1 0 0,0 1-1 0 0,0-1 0 0 0,0 1 1 0 0,0-1-1 0 0,0 0 1 0 0,1 0-1 0 0,-1 1 0 0 0,1-1 1 0 0,0 0-1 0 0,-1 0 0 0 0,1-1 1 0 0,4 4-1 0 0,-4-4 2 0 0,0 0-1 0 0,0 0 1 0 0,1-1 0 0 0,-1 1-1 0 0,0-1 1 0 0,1 1-1 0 0,-1-1 1 0 0,0 0 0 0 0,1 0-1 0 0,-1 0 1 0 0,1 0-1 0 0,-1 0 1 0 0,1 0 0 0 0,-1-1-1 0 0,0 1 1 0 0,1-1-1 0 0,-1 0 1 0 0,0 0 0 0 0,0 0-1 0 0,4-1 1 0 0,46-25-21 0 0,-49 26 16 0 0,43-26-161 0 0,1 3-1 0 0,58-22 1 0 0,-104 45 115 0 0,1 1-50 0 0,0 1 90 0 0,-1-1 1 0 0,1 1 0 0 0,0 0-1 0 0,0-1 1 0 0,-1 1-1 0 0,1 0 1 0 0,0 0-1 0 0,-1 0 1 0 0,1 0-1 0 0,-1 0 1 0 0,0 0-1 0 0,1 1 1 0 0,-1-1-1 0 0,0 0 1 0 0,0 1-1 0 0,1-1 1 0 0,-1 1-1 0 0,0-1 1 0 0,-1 1-1 0 0,1 0 1 0 0,0-1-1 0 0,0 1 1 0 0,0 3-1 0 0,0-3 5 0 0,0 1-1 0 0,0-1 0 0 0,0 0 0 0 0,0 0 0 0 0,0 0 0 0 0,1 0 0 0 0,-1 0 1 0 0,1 0-1 0 0,-1 0 0 0 0,1-1 0 0 0,0 1 0 0 0,-1 0 0 0 0,1-1 0 0 0,0 1 1 0 0,0-1-1 0 0,0 0 0 0 0,3 2 0 0 0,5-2 13 0 0,0 0 0 0 0,0 0 0 0 0,0-1 0 0 0,0 0 0 0 0,0-1 0 0 0,-1 0 0 0 0,1 0 0 0 0,0-1 0 0 0,-1-1 0 0 0,1 1 0 0 0,-1-2 0 0 0,0 1 0 0 0,0-1 0 0 0,0-1 0 0 0,10-6 0 0 0,-17 10 71 0 0,22 1 807 0 0,14 3-2070 0 0,-22 0 377 0 0,0-2-1 0 0,1 1 0 0 0,-1-2 0 0 0,21-2 0 0 0,4 1-2793 0 0,-15 0 1249 0 0</inkml:trace>
</inkml:ink>
</file>

<file path=ppt/ink/ink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38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115 305 404 0 0,'0'0'2093'0'0,"-6"0"-1436"0"0,-1 0-336 0 0,0 0 0 0 0,-1 1 0 0 0,1 0 1 0 0,0 1-1 0 0,0 0 0 0 0,-9 3 0 0 0,13-4-190 0 0,0 0 0 0 0,0 0 0 0 0,0 0-1 0 0,0 1 1 0 0,0-1 0 0 0,1 1 0 0 0,-1 0 0 0 0,1-1 0 0 0,-1 1-1 0 0,1 1 1 0 0,0-1 0 0 0,-1 0 0 0 0,1 0 0 0 0,0 1-1 0 0,1-1 1 0 0,-1 1 0 0 0,0 0 0 0 0,1-1 0 0 0,-1 1 0 0 0,0 4-1 0 0,1-5 50 0 0,18 18 265 0 0,-12-19-431 0 0,-1 0 0 0 0,1 0-1 0 0,-1 0 1 0 0,1-1 0 0 0,-1 0-1 0 0,1 0 1 0 0,-1 0 0 0 0,1 0 0 0 0,-1-1-1 0 0,0 1 1 0 0,1-1 0 0 0,4-2-1 0 0,55-19-294 0 0,-57 19 254 0 0,6-3-29 0 0,1-1 0 0 0,-1 0 0 0 0,0-1 0 0 0,-1 0 1 0 0,0-1-1 0 0,0 0 0 0 0,-1-1 0 0 0,0-1 0 0 0,-1 1 0 0 0,0-2 0 0 0,-1 1 0 0 0,0-1 0 0 0,-1-1 0 0 0,0 0 1 0 0,-1 0-1 0 0,-1 0 0 0 0,0-1 0 0 0,6-18 0 0 0,-7 15 545 0 0,-1 0-1 0 0,0-1 1 0 0,-1 1 0 0 0,-1-1 0 0 0,0-21-1 0 0,-2 39-461 0 0,0 0 0 0 0,0-1 1 0 0,0 1-1 0 0,0-1 0 0 0,0 1 0 0 0,0-1 0 0 0,0 1 0 0 0,0-1 0 0 0,0 1 0 0 0,0-1 0 0 0,0 1 0 0 0,0-1 0 0 0,0 1 0 0 0,-1 0 0 0 0,1-1 0 0 0,0 1 1 0 0,0-1-1 0 0,0 1 0 0 0,-1 0 0 0 0,1-1 0 0 0,0 1 0 0 0,0-1 0 0 0,-1 1 0 0 0,1 0 0 0 0,0-1 0 0 0,-1 1 0 0 0,1 0 0 0 0,0 0 0 0 0,-1-1 0 0 0,1 1 1 0 0,-1 0-1 0 0,1 0 0 0 0,0-1 0 0 0,-1 1 0 0 0,1 0 0 0 0,-1 0 0 0 0,1 0 0 0 0,-1 0 0 0 0,1 0 0 0 0,-1 0 0 0 0,1 0 0 0 0,-1 0 0 0 0,1 0 0 0 0,-1 0 1 0 0,1 0-1 0 0,0 0 0 0 0,-1 0 0 0 0,1 0 0 0 0,-1 0 0 0 0,1 0 0 0 0,-1 0 0 0 0,1 1 0 0 0,0-1 0 0 0,-1 0 0 0 0,1 0 0 0 0,-1 1 0 0 0,1-1 0 0 0,0 0 1 0 0,-1 0-1 0 0,1 1 0 0 0,0-1 0 0 0,-1 0 0 0 0,1 1 0 0 0,0-1 0 0 0,-1 1 0 0 0,1 0 0 0 0,-24 22 268 0 0,19-12-195 0 0,0 0 0 0 0,0 0 0 0 0,1 1 0 0 0,0-1 0 0 0,1 1 0 0 0,1 0-1 0 0,-1-1 1 0 0,2 1 0 0 0,0 0 0 0 0,1 23 0 0 0,7 44-1774 0 0,7-2-4916 0 0,-11-59 3520 0 0</inkml:trace>
</inkml:ink>
</file>

<file path=ppt/ink/ink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39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18 984 0 0,'-4'-12'3258'0'0,"4"12"-3158"0"0,0 0 0 0 0,0 0 1 0 0,0 0-1 0 0,0-1 0 0 0,0 1 0 0 0,0 0 0 0 0,0 0 1 0 0,0 0-1 0 0,0-1 0 0 0,0 1 0 0 0,0 0 0 0 0,0 0 1 0 0,0 0-1 0 0,0 0 0 0 0,0-1 0 0 0,0 1 1 0 0,0 0-1 0 0,0 0 0 0 0,0 0 0 0 0,0 0 0 0 0,0-1 1 0 0,-1 1-1 0 0,1 0 0 0 0,0 0 0 0 0,0 0 1 0 0,0 0-1 0 0,0 0 0 0 0,0-1 0 0 0,0 1 0 0 0,-1 0 1 0 0,1 0-1 0 0,0 0 0 0 0,0 0 0 0 0,0 0 1 0 0,0 0-1 0 0,0 0 0 0 0,-1 0 0 0 0,1-1 0 0 0,0 1 1 0 0,0 0-1 0 0,0 0 0 0 0,0 0 0 0 0,-1 0 1 0 0,1 0-1 0 0,0 0 0 0 0,0 0 0 0 0,0 0 0 0 0,0 0 1 0 0,-1 0-1 0 0,1 0 0 0 0,0 0 0 0 0,0 0 0 0 0,0 0 1 0 0,-1 1-1 0 0,1-1 0 0 0,0 0 0 0 0,0 0 1 0 0,0 0-1 0 0,0 0 0 0 0,0 0 0 0 0,-1 0 0 0 0,1 0 1 0 0,0 0-1 0 0,0 0 0 0 0,0 1 0 0 0,0-1 1 0 0,0 0-1 0 0,-1 0 0 0 0,-23 93 663 0 0,3 2 0 0 0,-9 105 0 0 0,22-154-410 0 0,-19 66-1 0 0,17-92-2345 0 0,0-15-4757 0 0</inkml:trace>
</inkml:ink>
</file>

<file path=ppt/ink/ink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39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82 144 0 0,'0'0'4496'0'0,"7"-1"-3974"0"0,188-29 2333 0 0,-26 3-1807 0 0,-117 20-812 0 0,2-1 53 0 0,-1 3 1 0 0,1 2-1 0 0,58 4 0 0 0,-111-1-285 0 0,0 1 1 0 0,1-1-1 0 0,-1 1 0 0 0,0 0 0 0 0,0 0 0 0 0,0-1 0 0 0,1 1 1 0 0,-1 0-1 0 0,0 0 0 0 0,0 0 0 0 0,0 0 0 0 0,0 0 0 0 0,0 0 1 0 0,-1 1-1 0 0,1-1 0 0 0,0 0 0 0 0,-1 0 0 0 0,1 1 0 0 0,0-1 1 0 0,-1 0-1 0 0,1 1 0 0 0,-1-1 0 0 0,0 1 0 0 0,0-1 0 0 0,1 0 1 0 0,-1 1-1 0 0,0-1 0 0 0,0 1 0 0 0,0-1 0 0 0,0 1 0 0 0,-1-1 1 0 0,1 0-1 0 0,0 2 0 0 0,-1 0 4 0 0,1-1-3 0 0,1 1-4 0 0,0-1 0 0 0,-1 0 0 0 0,1 1 0 0 0,0-1 1 0 0,0 0-1 0 0,0 0 0 0 0,0 0 0 0 0,0 0 0 0 0,1 0 0 0 0,-1 0 0 0 0,1 0 1 0 0,2 3-1 0 0,-2-4 51 0 0,-1 0 0 0 0,1 0 0 0 0,0 0 1 0 0,0 0-1 0 0,-1 0 0 0 0,1-1 0 0 0,0 1 1 0 0,0-1-1 0 0,0 1 0 0 0,0-1 0 0 0,0 0 1 0 0,0 1-1 0 0,0-1 0 0 0,0 0 0 0 0,-1 0 1 0 0,1-1-1 0 0,0 1 0 0 0,0 0 0 0 0,0-1 1 0 0,0 1-1 0 0,0-1 0 0 0,0 1 0 0 0,0-1 1 0 0,-1 0-1 0 0,1 0 0 0 0,0 0 0 0 0,-1 0 1 0 0,1 0-1 0 0,0 0 0 0 0,-1 0 0 0 0,1-1 1 0 0,0-1-1 0 0,-1 2-19 0 0,0 1-1 0 0,-1-1 1 0 0,1 0 0 0 0,0 0 0 0 0,-1 0 0 0 0,1 0 0 0 0,-1 0-1 0 0,0 0 1 0 0,1 0 0 0 0,-1 0 0 0 0,0 0 0 0 0,1 0 0 0 0,-1 0-1 0 0,0 0 1 0 0,0-1 0 0 0,0 1 0 0 0,0 0 0 0 0,0 0-1 0 0,0 0 1 0 0,-1 0 0 0 0,1 0 0 0 0,0 0 0 0 0,0 0 0 0 0,-1 0-1 0 0,1 0 1 0 0,0 0 0 0 0,-1 0 0 0 0,1 0 0 0 0,-1 0 0 0 0,0 0-1 0 0,1 0 1 0 0,-1 0 0 0 0,0 0 0 0 0,1 1 0 0 0,-1-1 0 0 0,0 0-1 0 0,0 0 1 0 0,0 1 0 0 0,0-1 0 0 0,-1 0 0 0 0,-1-2-50 0 0,-1 0 0 0 0,0 0 0 0 0,0 0 0 0 0,0 0 1 0 0,-1 1-1 0 0,1-1 0 0 0,-6-1 0 0 0,2 2-387 0 0,0 1 0 0 0,0-1 0 0 0,0 2 0 0 0,0-1-1 0 0,-8 1 1 0 0,-23 5-4815 0 0,19-2 1892 0 0</inkml:trace>
</inkml:ink>
</file>

<file path=ppt/ink/ink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41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235 111 592 0 0,'9'-19'3439'0'0,"-6"5"1970"0"0,-3 13-5354 0 0,-1 0 0 0 0,1 0 0 0 0,-1 0 0 0 0,0 1 0 0 0,1-1 0 0 0,-1 0 0 0 0,0 0 0 0 0,0 1 0 0 0,1-1 0 0 0,-1 1 1 0 0,0-1-1 0 0,0 1 0 0 0,0-1 0 0 0,0 1 0 0 0,0-1 0 0 0,0 1 0 0 0,0 0 0 0 0,0 0 0 0 0,0-1 0 0 0,0 1 1 0 0,0 0-1 0 0,0 0 0 0 0,-1 0 0 0 0,-34 5 474 0 0,-33 19-98 0 0,2 8-79 0 0,62-29-314 0 0,-1 1-1 0 0,1-1 0 0 0,0 1 0 0 0,-1 0 0 0 0,2 0 0 0 0,-1 1 0 0 0,0-1 1 0 0,1 1-1 0 0,-4 7 0 0 0,7-12 51 0 0,12 6-46 0 0,6 2-46 0 0,-2-10-61 0 0,0-1 0 0 0,0 0 0 0 0,0-1-1 0 0,-1-1 1 0 0,1 0 0 0 0,16-10-1 0 0,-15 8-84 0 0,1 0-1 0 0,0 1 1 0 0,25-5-1 0 0,-41 10 98 0 0,1 3-118 0 0,-2-1 168 0 0,1 1 0 0 0,-1-1 0 0 0,1 0 0 0 0,-1 1 0 0 0,0-1 0 0 0,0 0 0 0 0,1 1-1 0 0,-1-1 1 0 0,0 1 0 0 0,0-1 0 0 0,0 0 0 0 0,-1 1 0 0 0,1-1 0 0 0,0 1 0 0 0,0-1 0 0 0,-1 0 0 0 0,1 1 0 0 0,-1-1 0 0 0,1 0 0 0 0,-1 1 0 0 0,1-1 0 0 0,-1 0-1 0 0,0 0 1 0 0,0 0 0 0 0,-2 3 0 0 0,1 0-16 0 0,-16 33-48 0 0,-24 57-34 0 0,39-85 98 0 0,0 0 1 0 0,1 0 0 0 0,-1 1 0 0 0,2-1 0 0 0,0 1 0 0 0,0-1 0 0 0,1 1 0 0 0,0 13 0 0 0,0-22 2 0 0,0 0 1 0 0,1 1-1 0 0,-1-1 1 0 0,0 0-1 0 0,0 1 1 0 0,1-1-1 0 0,-1 0 1 0 0,1 0-1 0 0,-1 0 1 0 0,1 1-1 0 0,-1-1 1 0 0,1 0-1 0 0,0 0 1 0 0,0 0-1 0 0,-1 0 1 0 0,1 0-1 0 0,0 0 1 0 0,0 0-1 0 0,0 0 1 0 0,0 0-1 0 0,0 0 1 0 0,0-1-1 0 0,0 1 1 0 0,1 0-1 0 0,-1-1 1 0 0,0 1-1 0 0,2 0 1 0 0,0-1 1 0 0,0 0 1 0 0,0 1-1 0 0,0-1 1 0 0,0 0-1 0 0,0 0 1 0 0,0-1-1 0 0,1 1 1 0 0,-1-1-1 0 0,0 0 0 0 0,0 1 1 0 0,3-3-1 0 0,11-4 11 0 0,-1-1-1 0 0,0 0 0 0 0,16-13 0 0 0,-27 18-11 0 0,35-27 17 0 0,-1-2 1 0 0,-2-1-1 0 0,-1-2 0 0 0,32-41 1 0 0,-27 29 3 0 0,-16 18 1022 0 0,36-56 1 0 0,-60 83-708 0 0,-10 21 418 0 0,-2 29-714 0 0,10-41-61 0 0,1 0 0 0 0,0-1 0 0 0,1 1 1 0 0,-1-1-1 0 0,1 1 0 0 0,0-1 0 0 0,1 1 0 0 0,2 6 0 0 0,-3-10-21 0 0,1-1 0 0 0,-1 1 0 0 0,1 0 0 0 0,0-1 1 0 0,-1 1-1 0 0,1-1 0 0 0,1 0 0 0 0,-1 0 0 0 0,0 1 0 0 0,0-1 0 0 0,1-1 0 0 0,-1 1 0 0 0,1 0 0 0 0,0-1 0 0 0,-1 1 0 0 0,1-1 1 0 0,0 0-1 0 0,0 0 0 0 0,0 0 0 0 0,3 1 0 0 0,0-1-34 0 0,0 0 1 0 0,-1 0-1 0 0,1 0 1 0 0,0-1-1 0 0,0 0 1 0 0,0 0-1 0 0,0 0 1 0 0,-1-1-1 0 0,1 0 1 0 0,0 0-1 0 0,0-1 1 0 0,-1 1-1 0 0,1-1 1 0 0,-1 0-1 0 0,1-1 1 0 0,5-2-1 0 0,1-3 153 0 0,0 0-1 0 0,-1-1 1 0 0,0-1-1 0 0,0 1 1 0 0,11-15-1 0 0,-21 23 300 0 0,3-12 239 0 0,4 16-448 0 0,14 22-792 0 0,-14-14-55 0 0,-3-6-264 0 0,1-1 0 0 0,0 0 0 0 0,0 1 0 0 0,0-2 1 0 0,0 1-1 0 0,1-1 0 0 0,13 5 0 0 0,-5-5-1820 0 0</inkml:trace>
</inkml:ink>
</file>

<file path=ppt/ink/ink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42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153 356 924 0 0,'-18'-16'6277'0'0,"13"16"-6076"0"0,0 0-1 0 0,-1 0 1 0 0,1 1-1 0 0,0 0 1 0 0,0 0-1 0 0,0 0 0 0 0,-1 1 1 0 0,1 0-1 0 0,1 0 1 0 0,-1 0-1 0 0,-6 4 1 0 0,1 0 16 0 0,0-1 1 0 0,1 2-1 0 0,-1-1 1 0 0,-12 13-1 0 0,21-17-148 0 0,0-2-65 0 0,1 0 0 0 0,0 0 1 0 0,0 0-1 0 0,-1 0 0 0 0,1 0 0 0 0,0 0 0 0 0,0 0 1 0 0,0 1-1 0 0,-1-1 0 0 0,1 0 0 0 0,0 0 0 0 0,0 0 0 0 0,-1 0 1 0 0,1 1-1 0 0,0-1 0 0 0,0 0 0 0 0,0 0 0 0 0,0 0 1 0 0,-1 1-1 0 0,1-1 0 0 0,0 0 0 0 0,0 0 0 0 0,0 1 1 0 0,0-1-1 0 0,0 0 0 0 0,0 0 0 0 0,0 1 0 0 0,0-1 1 0 0,0 0-1 0 0,0 0 0 0 0,0 1 0 0 0,0-1 0 0 0,0 0 1 0 0,0 1-1 0 0,0-1 0 0 0,0 0 0 0 0,0 0 0 0 0,0 1 1 0 0,0-1-1 0 0,0 0 0 0 0,0 0 0 0 0,0 1 0 0 0,0-1 0 0 0,1 0 1 0 0,-1 0-1 0 0,0 1 0 0 0,0-1 0 0 0,0 0 0 0 0,1 1-4 0 0,-1-1 0 0 0,0 1-1 0 0,1 0 1 0 0,-1-1 0 0 0,0 1-1 0 0,1-1 1 0 0,-1 1 0 0 0,1-1 0 0 0,-1 0-1 0 0,0 1 1 0 0,1-1 0 0 0,0 1-1 0 0,-1-1 1 0 0,1 0 0 0 0,-1 1-1 0 0,1-1 1 0 0,-1 0 0 0 0,1 1-1 0 0,-1-1 1 0 0,1 0 0 0 0,0 0-1 0 0,-1 0 1 0 0,1 0 0 0 0,0 0-1 0 0,-1 1 1 0 0,2-1 0 0 0,31-3-603 0 0,49 3 1 0 0,-33 1-246 0 0,-28-1 457 0 0,-3 1-16 0 0,1-2 0 0 0,-1 0 1 0 0,20-4-1 0 0,-32 4 388 0 0,1-1-1 0 0,-1 0 1 0 0,0 0-1 0 0,0 0 1 0 0,0-1 0 0 0,-1 0-1 0 0,1 0 1 0 0,-1-1 0 0 0,1 0-1 0 0,-1 0 1 0 0,0 0 0 0 0,7-8-1 0 0,13-15 1366 0 0,-23 25-1068 0 0,-2 1-252 0 0,0 1 0 0 0,0 0 0 0 0,0 0-1 0 0,0 0 1 0 0,0 0 0 0 0,0-1 0 0 0,0 1 0 0 0,0 0 0 0 0,0 0-1 0 0,0 0 1 0 0,0 0 0 0 0,0-1 0 0 0,1 1 0 0 0,-1 0 0 0 0,0 0-1 0 0,0 0 1 0 0,0 0 0 0 0,0 0 0 0 0,0 0 0 0 0,0-1 0 0 0,1 1-1 0 0,-1 0 1 0 0,0 0 0 0 0,0 0 0 0 0,0 0 0 0 0,0 0 0 0 0,0 0 0 0 0,1 0-1 0 0,-1 0 1 0 0,0 0 0 0 0,0 0 0 0 0,0 0 0 0 0,0 0 0 0 0,1 0-1 0 0,-1 0 1 0 0,0 0 0 0 0,0 0 0 0 0,0 0 0 0 0,0 0 0 0 0,1 0-1 0 0,-1 0 1 0 0,0 0 0 0 0,0 0 0 0 0,0 0 0 0 0,0 0 0 0 0,1 0 0 0 0,5 9 28 0 0,-5-6-58 0 0,0-1-1 0 0,1 1 1 0 0,-1 0 0 0 0,1-1-1 0 0,-1 1 1 0 0,1-1 0 0 0,0 1 0 0 0,0-1-1 0 0,1 0 1 0 0,-1 0 0 0 0,0 0-1 0 0,1 0 1 0 0,-1 0 0 0 0,1-1-1 0 0,-1 1 1 0 0,1-1 0 0 0,0 0-1 0 0,0 0 1 0 0,0 0 0 0 0,-1 0-1 0 0,1 0 1 0 0,0 0 0 0 0,0-1-1 0 0,0 1 1 0 0,0-1 0 0 0,1 0-1 0 0,-1 0 1 0 0,5-1 0 0 0,98-1-1154 0 0,-82 3 887 0 0,1-1 0 0 0,0-1 0 0 0,47-8 0 0 0,-64 7 317 0 0,0 0 0 0 0,0-1-1 0 0,0 0 1 0 0,-1 0 0 0 0,1-1 0 0 0,-1 0 0 0 0,0 0 0 0 0,0-1 0 0 0,0 0 0 0 0,-1 0-1 0 0,1 0 1 0 0,-1-1 0 0 0,-1 0 0 0 0,1 0 0 0 0,-1-1 0 0 0,5-6 0 0 0,-2-1 138 0 0,0-1-1 0 0,-1 0 1 0 0,-1 0 0 0 0,0 0 0 0 0,-1 0 0 0 0,-1-1 0 0 0,0 0 0 0 0,-1 0 0 0 0,-1 0 0 0 0,0-1-1 0 0,-1 1 1 0 0,-1 0 0 0 0,-1-1 0 0 0,-4-28 0 0 0,5 43-143 0 0,0 1 0 0 0,0-1 1 0 0,0 1-1 0 0,-1 0 0 0 0,1-1 0 0 0,0 1 0 0 0,-1 0 0 0 0,1-1 1 0 0,-1 1-1 0 0,1 0 0 0 0,-1-1 0 0 0,1 1 0 0 0,-1 0 0 0 0,0 0 1 0 0,0 0-1 0 0,0 0 0 0 0,0 0 0 0 0,1 0 0 0 0,-2 0 0 0 0,1 0 1 0 0,0 0-1 0 0,-2-1 0 0 0,2 2-27 0 0,0 0 1 0 0,0 0 0 0 0,0 0-1 0 0,0 0 1 0 0,0 1-1 0 0,0-1 1 0 0,0 0-1 0 0,0 0 1 0 0,0 1-1 0 0,0-1 1 0 0,0 1-1 0 0,0-1 1 0 0,0 1-1 0 0,0 0 1 0 0,0-1-1 0 0,0 1 1 0 0,0 0-1 0 0,1-1 1 0 0,-1 1 0 0 0,0 0-1 0 0,-1 1 1 0 0,-3 4 6 0 0,1 1 0 0 0,-1-1 0 0 0,1 1 0 0 0,0 0 0 0 0,1 0 0 0 0,0 1 0 0 0,-3 7 0 0 0,3 0 4 0 0,0-1 0 0 0,1 1 0 0 0,1-1 0 0 0,0 1 0 0 0,1 0 1 0 0,0 0-1 0 0,1-1 0 0 0,1 1 0 0 0,1-1 0 0 0,5 21 0 0 0,-6-27-17 0 0,1 0 0 0 0,0 0-1 0 0,0 0 1 0 0,1 0 0 0 0,0 0-1 0 0,1-1 1 0 0,-1 0 0 0 0,1 0-1 0 0,1 0 1 0 0,-1 0 0 0 0,1-1-1 0 0,0 0 1 0 0,1 0 0 0 0,-1-1-1 0 0,1 1 1 0 0,0-1 0 0 0,1-1-1 0 0,-1 0 1 0 0,10 5 0 0 0,-9-7 286 0 0,-1-1 0 0 0,1 1 1 0 0,0-1-1 0 0,-1-1 0 0 0,1 1 1 0 0,11-2-1 0 0,-17 0-311 0 0,2-5-760 0 0,-21-12-10307 0 0</inkml:trace>
</inkml:ink>
</file>

<file path=ppt/ink/ink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42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34 64 0 0,'0'0'2568'0'0,"-1"-13"469"0"0,1 0-489 0 0,7 5-9125 0 0</inkml:trace>
</inkml:ink>
</file>

<file path=ppt/ink/ink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42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32 416 0 0,'0'0'1388'0'0,"-13"-3"4321"0"0,48-8-5189 0 0,-18 8-220 0 0,8-1-228 0 0,1 3-232 0 0,0-3-264 0 0,4 1-292 0 0,1 3-468 0 0,-2-2-1285 0 0,1 2 565 0 0</inkml:trace>
</inkml:ink>
</file>

<file path=ppt/ink/ink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0:43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36 338 228 0 0,'0'0'4310'0'0,"7"-2"-3599"0"0,16-5 60 0 0,1-2 1 0 0,-1 0-1 0 0,30-18 0 0 0,-42 19-556 0 0,0 1 0 0 0,-1-1 0 0 0,0-1 0 0 0,0 1 0 0 0,-1-2 0 0 0,0 1 0 0 0,10-15 0 0 0,-14 17-153 0 0,-1 1 0 0 0,-1-1-1 0 0,1 0 1 0 0,-1 0 0 0 0,-1 0 0 0 0,1 0-1 0 0,-1 0 1 0 0,0-1 0 0 0,-1 1-1 0 0,0-1 1 0 0,0 1 0 0 0,0-1-1 0 0,-1 1 1 0 0,-1-9 0 0 0,1 8-10 0 0,-1 1 1 0 0,0 0-1 0 0,0 0 1 0 0,-1 0 0 0 0,0 0-1 0 0,0 0 1 0 0,0 0-1 0 0,-6-10 1 0 0,8 16-22 0 0,-1-1-11 0 0,-3-6-4 0 0,2 9-15 0 0,0-1 0 0 0,0 0 0 0 0,0 1-1 0 0,1 0 1 0 0,-1-1 0 0 0,0 1 0 0 0,0 0 0 0 0,1 0-1 0 0,-1 0 1 0 0,1 0 0 0 0,-3 1 0 0 0,4-1-1 0 0,-5 3 3 0 0,0 0-1 0 0,0 1 0 0 0,1 0 1 0 0,0 0-1 0 0,0 0 0 0 0,0 1 1 0 0,0-1-1 0 0,1 1 1 0 0,-3 8-1 0 0,-21 57 12 0 0,22-55-10 0 0,-18 68 62 0 0,-19 122 1 0 0,-10 44 110 0 0,7-133 106 0 0,45-116-102 0 0,4-6-198 0 0,27-29-147 0 0,2 1 0 0 0,1 1 1 0 0,2 2-1 0 0,41-26 0 0 0,54-47 440 0 0,-96 75 927 0 0,-34 26-841 0 0,6-6 42 0 0,-3 4 368 0 0,-4 6 1229 0 0,-1 0-2014 0 0,0 0-1 0 0,0 0 1 0 0,0 0-1 0 0,1 0 1 0 0,-1 0-1 0 0,1 0 1 0 0,-1 0-1 0 0,1 0 1 0 0,0 0-1 0 0,0 0 1 0 0,-1 0-1 0 0,1 0 1 0 0,1 0-1 0 0,-1 0 1 0 0,0 0-1 0 0,0 0 1 0 0,1 0-1 0 0,0 0 1 0 0,-1 0-1 0 0,1 0 1 0 0,0 0-1 0 0,0 0 1 0 0,0 0 0 0 0,0-1-1 0 0,0 1 1 0 0,0 0-1 0 0,0-1 1 0 0,1 1-1 0 0,-1-1 1 0 0,0 1-1 0 0,1-1 1 0 0,0 1-1 0 0,-1-1 1 0 0,1 0-1 0 0,0 0 1 0 0,0 0-1 0 0,-1 0 1 0 0,1 0-1 0 0,0 0 1 0 0,0-1-1 0 0,0 1 1 0 0,0-1-1 0 0,3 1 1 0 0,3 0-94 0 0,0-1 0 0 0,0 0 0 0 0,0 0 0 0 0,0-1 0 0 0,-1 0 0 0 0,1-1 0 0 0,0 1 0 0 0,-1-1 0 0 0,1-1 0 0 0,11-5 0 0 0,5-4 216 0 0,38-25 0 0 0,-59 35-50 0 0,-2 1 79 0 0,-7 29-56 0 0,-3-4-33 0 0,-1 0 0 0 0,-1-1 0 0 0,-2 0 1 0 0,-21 32-1 0 0,4-7 6 0 0,-17 25-865 0 0,-82 101 0 0 0,-4-24-6603 0 0,84-98 3742 0 0</inkml:trace>
</inkml:ink>
</file>

<file path=ppt/ink/ink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44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1 642 128 0 0,'0'0'6485'0'0,"4"1"-6029"0"0,1 1-287 0 0,1-2 0 0 0,0 1 0 0 0,0-1 0 0 0,0 0 0 0 0,0 0 1 0 0,0-1-1 0 0,0 0 0 0 0,0 0 0 0 0,0 0 0 0 0,0 0 0 0 0,-1-1 1 0 0,9-4-1 0 0,79-37 476 0 0,-63 28-408 0 0,17-9-57 0 0,-2-3 0 0 0,0-1 0 0 0,-2-2 0 0 0,-2-2 0 0 0,-1-1 0 0 0,-1-3 0 0 0,-2-1 0 0 0,-1-1 0 0 0,35-52 0 0 0,-63 79-88 0 0,-3 6-12 0 0,-1 0 0 0 0,0-1-1 0 0,0 1 1 0 0,-1-1 0 0 0,1 0 0 0 0,-1 0 0 0 0,0 0 0 0 0,-1 0 0 0 0,1-1 0 0 0,-1 1 0 0 0,-1-1 0 0 0,1 0 0 0 0,-1 1 0 0 0,0-1 0 0 0,0-8 0 0 0,-2 13-31 0 0,-7-9 66 0 0,3 10-110 0 0,-1 1 0 0 0,1 0 0 0 0,-1 1 0 0 0,1-1 1 0 0,-1 1-1 0 0,1 0 0 0 0,-1 0 0 0 0,1 1 0 0 0,0-1 0 0 0,0 1 0 0 0,0 1 0 0 0,0-1 0 0 0,0 1 0 0 0,0-1 0 0 0,0 1 0 0 0,1 1 0 0 0,0-1 0 0 0,-1 1 0 0 0,-3 3 1 0 0,-7 8-1 0 0,1 0 0 0 0,0 0 0 0 0,-21 32 0 0 0,27-34-11 0 0,1 0 0 0 0,0 1 0 0 0,1 0 1 0 0,0 0-1 0 0,2 1 0 0 0,-1-1 0 0 0,2 1 1 0 0,0 0-1 0 0,-1 23 0 0 0,3-31-12 0 0,0 0-1 0 0,1 0 1 0 0,0 0 0 0 0,0 0-1 0 0,1-1 1 0 0,0 1-1 0 0,0 0 1 0 0,0 0-1 0 0,1-1 1 0 0,0 1 0 0 0,1-1-1 0 0,-1 1 1 0 0,1-1-1 0 0,0 0 1 0 0,1 0 0 0 0,0 0-1 0 0,0 0 1 0 0,0-1-1 0 0,0 0 1 0 0,1 0-1 0 0,0 0 1 0 0,0 0 0 0 0,6 4-1 0 0,-3-5 12 0 0,0-1-1 0 0,0 0 0 0 0,0 0 1 0 0,0-1-1 0 0,0 0 1 0 0,1 0-1 0 0,-1-1 0 0 0,1 0 1 0 0,-1-1-1 0 0,1 0 1 0 0,0 0-1 0 0,-1-1 0 0 0,1 0 1 0 0,-1 0-1 0 0,1-1 1 0 0,13-4-1 0 0,7-4-4 0 0,0-1 0 0 0,-1-1 0 0 0,34-20 1 0 0,-29 12-9 0 0,-1-1 1 0 0,-1-2 0 0 0,0-1 0 0 0,-2-2 0 0 0,28-31 0 0 0,-11 5 248 0 0,75-112 0 0 0,-116 158-12 0 0,-1 0 0 0 0,0-1 0 0 0,0 0 0 0 0,-1 0 1 0 0,0 0-1 0 0,0 0 0 0 0,0 0 0 0 0,2-13 0 0 0,-5 18 23 0 0,-5 8-192 0 0,-66 84 137 0 0,-106 178 1 0 0,88-117-47 0 0,89-152-136 0 0,1 1 1 0 0,-1 0-1 0 0,0 0 0 0 0,0 0 1 0 0,0 0-1 0 0,1 0 0 0 0,-1 0 1 0 0,0 0-1 0 0,0 0 0 0 0,0 0 1 0 0,0 0-1 0 0,1 0 0 0 0,-1 0 1 0 0,0 0-1 0 0,0 0 0 0 0,0 0 1 0 0,1 0-1 0 0,-1 0 0 0 0,0 0 1 0 0,0 0-1 0 0,0 0 0 0 0,1 0 1 0 0,-1 0-1 0 0,0 0 0 0 0,0 0 1 0 0,0 1-1 0 0,0-1 0 0 0,1 0 1 0 0,-1 0-1 0 0,0 0 0 0 0,0 0 1 0 0,0 0-1 0 0,0 1 0 0 0,0-1 1 0 0,0 0-1 0 0,1 0 0 0 0,-1 0 1 0 0,0 0-1 0 0,0 1 0 0 0,0-1 1 0 0,0 0-1 0 0,0 0 0 0 0,0 0 1 0 0,0 0-1 0 0,0 1 0 0 0,0-1 1 0 0,0 0-1 0 0,0 0 0 0 0,0 0 1 0 0,0 1-1 0 0,0-1 0 0 0,0 0 1 0 0,0 0-1 0 0,0 0 0 0 0,0 1 1 0 0,0-1-1 0 0,0 0 0 0 0,0 0 1 0 0,0 0-1 0 0,0 0 0 0 0,0 1 1 0 0,-1-1-1 0 0,30-16 5 0 0,34-28-200 0 0,-62 43 187 0 0,10-8-109 0 0,1 2 0 0 0,0 0 0 0 0,23-10 0 0 0,-34 16 44 0 0,33 24-190 0 0,-27-16 238 0 0,0 0 1 0 0,0-1-1 0 0,0 1 1 0 0,1-1-1 0 0,0-1 1 0 0,1 0 0 0 0,-1 0-1 0 0,1 0 1 0 0,0-1-1 0 0,0-1 1 0 0,11 4-1 0 0,-15-6 21 0 0,1 0 1 0 0,0-1-1 0 0,0 0 0 0 0,0 0 0 0 0,0 0 0 0 0,0-1 0 0 0,0 1 1 0 0,0-1-1 0 0,0-1 0 0 0,0 1 0 0 0,-1-1 0 0 0,1 0 1 0 0,-1 0-1 0 0,1-1 0 0 0,-1 0 0 0 0,0 0 0 0 0,0 0 0 0 0,0 0 1 0 0,5-6-1 0 0,-5 6 56 0 0,-1-1 0 0 0,0 0 0 0 0,0 0 0 0 0,0 0 0 0 0,-1 0 0 0 0,1-1 0 0 0,-1 1 0 0 0,0-1 0 0 0,5-10 0 0 0,-8 14 55 0 0,0 0-102 0 0,0 1-1 0 0,0 0 1 0 0,0 0-1 0 0,0 0 0 0 0,0-1 1 0 0,0 1-1 0 0,0 0 1 0 0,0 0-1 0 0,0 0 1 0 0,0-1-1 0 0,0 1 0 0 0,0 0 1 0 0,1 0-1 0 0,-1 0 1 0 0,0-1-1 0 0,0 1 0 0 0,0 0 1 0 0,0 0-1 0 0,0 0 1 0 0,0-1-1 0 0,1 1 0 0 0,-1 0 1 0 0,0 0-1 0 0,0 0 1 0 0,0 0-1 0 0,0 0 1 0 0,1 0-1 0 0,-1-1 0 0 0,0 1 1 0 0,0 0-1 0 0,0 0 1 0 0,1 0-1 0 0,-1 0 0 0 0,0 0 1 0 0,0 0-1 0 0,1 0 1 0 0,-1 0-1 0 0,0 0 0 0 0,0 0 1 0 0,0 0-1 0 0,1 0 1 0 0,-1 0-1 0 0,0 0 1 0 0,0 0-1 0 0,1 0 0 0 0,-1 0 1 0 0,0 0-1 0 0,0 0 1 0 0,0 1-1 0 0,1-1 0 0 0,-1 0 1 0 0,15 26-278 0 0,19 28-1429 0 0,-31-51 806 0 0,0 0 0 0 0,-1 0-1 0 0,1-1 1 0 0,1 1 0 0 0,-1-1 0 0 0,0 0 0 0 0,0 0 0 0 0,6 3 0 0 0</inkml:trace>
</inkml:ink>
</file>

<file path=ppt/ink/ink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2:44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76,'0'0'3196,"28"8"-2332,-12-6-180,13 0-256,-2-1-348,10-2-444,3 2-468,-1-2-892,-7-1 396</inkml:trace>
</inkml:ink>
</file>

<file path=ppt/ink/ink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45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1074 208 0 0,'0'0'2148'0'0,"1"1"-2049"0"0,0 0-1 0 0,0-1 1 0 0,0 1 0 0 0,1 0-1 0 0,-1-1 1 0 0,0 1 0 0 0,1-1-1 0 0,-1 0 1 0 0,0 0 0 0 0,1 1-1 0 0,-1-1 1 0 0,1 0-1 0 0,-1 0 1 0 0,0 0 0 0 0,2-1-1 0 0,32-15 517 0 0,0-2-1 0 0,-2-1 0 0 0,53-41 0 0 0,90-86 648 0 0,-142 117-1003 0 0,272-261 1431 0 0,-268 248-1438 0 0,-2-2-1 0 0,-1-2 1 0 0,-3 0 0 0 0,-2-3 0 0 0,33-70 0 0 0,-58 109-147 0 0,-1 0 1 0 0,-1 0-1 0 0,0-1 1 0 0,-1 0-1 0 0,0 1 0 0 0,0-1 1 0 0,0-21-1 0 0,-2 30-80 0 0,-1 0 0 0 0,1-1 0 0 0,0 1 0 0 0,-1 0 1 0 0,1-1-1 0 0,-1 1 0 0 0,0 0 0 0 0,1-1 0 0 0,-1 1 0 0 0,0 0 0 0 0,-1 0 0 0 0,1 0 0 0 0,0 0 0 0 0,0 0 0 0 0,-1 0 0 0 0,-3-3 0 0 0,3 4-16 0 0,0-1 1 0 0,0 1-1 0 0,-1 0 0 0 0,1 0 0 0 0,-1 0 0 0 0,1 1 1 0 0,0-1-1 0 0,-1 1 0 0 0,1-1 0 0 0,-1 1 0 0 0,1 0 0 0 0,-1 0 1 0 0,1 0-1 0 0,-1 0 0 0 0,0 0 0 0 0,1 1 0 0 0,-1-1 0 0 0,1 1 1 0 0,-5 1-1 0 0,2-1-18 0 0,-1 1 1 0 0,0 0 0 0 0,1 0-1 0 0,-1 1 1 0 0,1-1-1 0 0,0 1 1 0 0,0 0 0 0 0,0 0-1 0 0,0 1 1 0 0,0 0 0 0 0,1-1-1 0 0,-1 2 1 0 0,1-1-1 0 0,0 0 1 0 0,1 1 0 0 0,-1 0-1 0 0,1 0 1 0 0,0 0-1 0 0,0 0 1 0 0,0 0 0 0 0,1 1-1 0 0,0-1 1 0 0,0 1 0 0 0,-2 7-1 0 0,2-2-31 0 0,1 1 0 0 0,0-1 0 0 0,1 0 0 0 0,0 0 0 0 0,1 1 0 0 0,0-1 0 0 0,0 0 0 0 0,2 0 0 0 0,-1 0 0 0 0,1 0 0 0 0,9 20 0 0 0,4 3-76 0 0,34 51 0 0 0,-28-50-35 0 0,18 41 1 0 0,-35-65 86 0 0,0 1 0 0 0,-1 0-1 0 0,0 0 1 0 0,-1 0 0 0 0,0 1 0 0 0,-1 0 0 0 0,1 22 0 0 0,-3-31 53 0 0,0 0 1 0 0,-1-1 0 0 0,1 1 0 0 0,-1 0-1 0 0,1 0 1 0 0,-1-1 0 0 0,-1 1-1 0 0,1 0 1 0 0,0-1 0 0 0,-1 1 0 0 0,1-1-1 0 0,-1 1 1 0 0,0-1 0 0 0,0 0-1 0 0,-1 0 1 0 0,1 0 0 0 0,-1 0 0 0 0,1 0-1 0 0,-4 2 1 0 0,0-1 43 0 0,1-1 0 0 0,-1 1-1 0 0,0-1 1 0 0,0 0 0 0 0,0 0-1 0 0,0-1 1 0 0,-1 0 0 0 0,1 0 0 0 0,-1-1-1 0 0,-8 2 1 0 0,2-1 45 0 0,-1-1-1 0 0,1-1 1 0 0,-1 0 0 0 0,0-1 0 0 0,1 0-1 0 0,-1-1 1 0 0,1-1 0 0 0,-1 0 0 0 0,1-1-1 0 0,-14-5 1 0 0,25 8-150 0 0,1 0 0 0 0,-1 1 0 0 0,1-1 1 0 0,0 0-1 0 0,-1 0 0 0 0,1 0 0 0 0,0 0 0 0 0,0 0 0 0 0,-1 0 0 0 0,1 0 0 0 0,0 0 0 0 0,0-1 1 0 0,0 1-1 0 0,1 0 0 0 0,-2-3 0 0 0,1 4-171 0 0,1-1-1 0 0,0 0 1 0 0,0 0 0 0 0,0 0-1 0 0,0 0 1 0 0,0 1 0 0 0,0-1-1 0 0,0 0 1 0 0,0 0 0 0 0,1 0-1 0 0,-1 0 1 0 0,0 1 0 0 0,0-1-1 0 0,1 0 1 0 0,-1 0 0 0 0,0 1-1 0 0,1-1 1 0 0,-1 0 0 0 0,1 0-1 0 0,-1 1 1 0 0,1-1 0 0 0,0 0-1 0 0,12-14-2624 0 0</inkml:trace>
</inkml:ink>
</file>

<file path=ppt/ink/ink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46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32 696 0 0,'-5'-23'4171'0'0,"0"14"3223"0"0,3 89-6369 0 0,11 108 0 0 0,-3-113-633 0 0,-3 1 0 0 0,-9 97 0 0 0,3-143-578 0 0,-2 0 0 0 0,-14 48 0 0 0,19-76 15 0 0,-1 0 0 0 0,1 0 0 0 0,-1 0 1 0 0,0-1-1 0 0,0 1 0 0 0,1 0 0 0 0,-1-1 0 0 0,-1 1 1 0 0,1 0-1 0 0,0-1 0 0 0,-3 3 0 0 0,-5-1-6975 0 0</inkml:trace>
</inkml:ink>
</file>

<file path=ppt/ink/ink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46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84 540 0 0,'0'0'837'0'0,"13"-7"1318"0"0,4-2-1445 0 0,-1 0 0 0 0,1 1 1 0 0,1 1-1 0 0,28-8 0 0 0,38-6-3107 0 0,-62 16 616 0 0,-10 3 144 0 0</inkml:trace>
</inkml:ink>
</file>

<file path=ppt/ink/ink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46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0 408 0 0,'38'23'3213'0'0,"-31"-18"-2899"0"0,-1 0 0 0 0,0 1 0 0 0,0 0 0 0 0,0-1 0 0 0,-1 2 0 0 0,0-1 0 0 0,0 1 0 0 0,7 12 0 0 0,-10-15-129 0 0,0 1-1 0 0,0-1 1 0 0,0 1-1 0 0,0 0 1 0 0,-1 0-1 0 0,0 0 1 0 0,0 0-1 0 0,0 0 1 0 0,-1 0-1 0 0,1 0 1 0 0,-1 0-1 0 0,0 0 1 0 0,-1 0-1 0 0,1 0 1 0 0,-2 5 0 0 0,1-9 749 0 0,1 1-284 0 0,0-2-616 0 0,1 0-1 0 0,-1 0 1 0 0,0 0 0 0 0,0 0-1 0 0,0 0 1 0 0,0 1 0 0 0,0-1 0 0 0,0 0-1 0 0,0 0 1 0 0,0 0 0 0 0,0 0-1 0 0,0 1 1 0 0,0-1 0 0 0,1 0-1 0 0,-1 0 1 0 0,0 0 0 0 0,0 0 0 0 0,0 1-1 0 0,0-1 1 0 0,0 0 0 0 0,0 0-1 0 0,-1 0 1 0 0,1 1 0 0 0,0-1-1 0 0,0 0 1 0 0,0 0 0 0 0,0 0 0 0 0,0 0-1 0 0,0 1 1 0 0,0-1 0 0 0,0 0-1 0 0,0 0 1 0 0,0 0 0 0 0,0 0-1 0 0,-1 0 1 0 0,1 0 0 0 0,0 1-1 0 0,0-1 1 0 0,0 0 0 0 0,0 0 0 0 0,0 0-1 0 0,-1 0 1 0 0,1 0 0 0 0,0 0-1 0 0,0 0 1 0 0,0 0 0 0 0,0 0-1 0 0,-1 0 1 0 0,1 1 0 0 0,0-1 0 0 0,0 0-1 0 0,0 0 1 0 0,0 0 0 0 0,-1 0-1 0 0,1 0 1 0 0,0 0 0 0 0,0 0-1 0 0,0-1 1 0 0,0 1 0 0 0,-1 0-1 0 0,1 0 1 0 0,-3-4-44 0 0,1 0 0 0 0,0 0 0 0 0,0 0 0 0 0,0 0 0 0 0,0-1 0 0 0,1 1-1 0 0,0-1 1 0 0,-1 1 0 0 0,2-1 0 0 0,-1 1 0 0 0,0-1 0 0 0,1 0 0 0 0,0 1 0 0 0,0-1-1 0 0,1-6 1 0 0,10-33-2268 0 0,9 5-3701 0 0,-15 31 3361 0 0</inkml:trace>
</inkml:ink>
</file>

<file path=ppt/ink/ink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47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0 457 640 0 0,'7'-1'545'0'0,"1"0"0"0"0,-1-1 1 0 0,0 0-1 0 0,0 0 0 0 0,0-1 0 0 0,0 0 0 0 0,-1 0 0 0 0,1 0 1 0 0,-1-1-1 0 0,0 0 0 0 0,0 0 0 0 0,0 0 0 0 0,0-1 1 0 0,-1 0-1 0 0,9-11 0 0 0,-13 15 783 0 0,-1 0-1308 0 0,0 0-1 0 0,-1 0 1 0 0,1 1 0 0 0,-1-1-1 0 0,1 0 1 0 0,-1 0 0 0 0,0 1-1 0 0,1-1 1 0 0,-1 1-1 0 0,0-1 1 0 0,1 0 0 0 0,-1 1-1 0 0,0-1 1 0 0,1 1 0 0 0,-1 0-1 0 0,0-1 1 0 0,0 1 0 0 0,0-1-1 0 0,0 1 1 0 0,1 0 0 0 0,-1 0-1 0 0,0 0 1 0 0,0-1 0 0 0,0 1-1 0 0,0 0 1 0 0,0 0-1 0 0,0 0 1 0 0,0 0 0 0 0,-1 1-1 0 0,-30 4 390 0 0,27-3-376 0 0,3-1-19 0 0,0 0 1 0 0,1 0-1 0 0,-1 0 1 0 0,0 0-1 0 0,0 1 0 0 0,0-1 1 0 0,1 0-1 0 0,-1 1 1 0 0,1-1-1 0 0,-1 1 0 0 0,1-1 1 0 0,0 1-1 0 0,-1 0 1 0 0,1 0-1 0 0,0 0 0 0 0,0 0 1 0 0,-1 3-1 0 0,1-2-19 0 0,1-1 0 0 0,-1 1 0 0 0,1-1 0 0 0,0 1 0 0 0,0-1 0 0 0,0 1 0 0 0,0-1 0 0 0,0 1 0 0 0,0-1 0 0 0,1 1 0 0 0,-1-1 0 0 0,1 0 0 0 0,0 1 0 0 0,0-1 0 0 0,0 0 0 0 0,0 1 0 0 0,0-1 0 0 0,0 0 0 0 0,1 0 0 0 0,-1 0 0 0 0,1 0 0 0 0,-1 0 0 0 0,1 0 0 0 0,0 0 0 0 0,3 2 0 0 0,0 0-27 0 0,0-1 0 0 0,0 0 1 0 0,1 0-1 0 0,-1 0 0 0 0,1 0 0 0 0,-1-1 1 0 0,9 2-1 0 0,-3-2-8 0 0,0 0 0 0 0,1 0 0 0 0,-1-2 0 0 0,1 1 0 0 0,-1-1-1 0 0,1-1 1 0 0,-1 0 0 0 0,1-1 0 0 0,-1 0 0 0 0,0-1 0 0 0,0 0 0 0 0,0 0 0 0 0,17-9 0 0 0,-20 8 69 0 0,1 0 0 0 0,-2-1 1 0 0,1 1-1 0 0,0-2 1 0 0,-1 1-1 0 0,0-1 1 0 0,0 0-1 0 0,-1 0 1 0 0,1-1-1 0 0,-1 0 1 0 0,-1 0-1 0 0,1-1 0 0 0,-1 1 1 0 0,-1-1-1 0 0,1 0 1 0 0,-1-1-1 0 0,3-10 1 0 0,-6 17 98 0 0,1-9 360 0 0,-2 11-483 0 0,0 0 0 0 0,0 0 0 0 0,0 0 0 0 0,-1-1-1 0 0,1 1 1 0 0,0 0 0 0 0,0 0 0 0 0,0 0 0 0 0,0 0 0 0 0,0 0-1 0 0,0-1 1 0 0,0 1 0 0 0,0 0 0 0 0,0 0 0 0 0,0 0 0 0 0,0 0-1 0 0,0 0 1 0 0,0-1 0 0 0,0 1 0 0 0,0 0 0 0 0,0 0 0 0 0,0 0-1 0 0,1 0 1 0 0,-1-1 0 0 0,0 1 0 0 0,0 0 0 0 0,0 0 0 0 0,0 0-1 0 0,0 0 1 0 0,0 0 0 0 0,0 0 0 0 0,0-1 0 0 0,0 1-1 0 0,1 0 1 0 0,-1 0 0 0 0,0 0 0 0 0,0 0 0 0 0,0 0 0 0 0,0 0-1 0 0,0 0 1 0 0,0 0 0 0 0,1 0 0 0 0,-1 0 0 0 0,0 0 0 0 0,0 0-1 0 0,0 0 1 0 0,0-1 0 0 0,1 1 0 0 0,-1 0 0 0 0,0 0 0 0 0,0 0-1 0 0,0 0 1 0 0,0 1 0 0 0,0-1 0 0 0,1 0 0 0 0,-1 0 0 0 0,0 0-1 0 0,0 0 1 0 0,0 0 0 0 0,0 0 0 0 0,1 0 0 0 0,-1 0-1 0 0,0 0 1 0 0,0 0 0 0 0,0 0 0 0 0,0 1 0 0 0,23 63 31 0 0,-22-47-38 0 0,10 7 19 0 0,-9-21-14 0 0,2 3-1 0 0,-3-5 20 0 0,1 1 10 0 0,-2-2-29 0 0,0 1 0 0 0,0-1 0 0 0,0 0 0 0 0,0 0 0 0 0,0 0 0 0 0,0 0 0 0 0,0 0 1 0 0,0 1-1 0 0,1-1 0 0 0,-1 0 0 0 0,0 0 0 0 0,0 0 0 0 0,0 0 0 0 0,0 0 0 0 0,0 1 0 0 0,0-1 0 0 0,1 0 0 0 0,-1 0 0 0 0,0 0 0 0 0,0 0 0 0 0,0 0 0 0 0,0 0 0 0 0,1 0 0 0 0,-1 0 0 0 0,0 0 0 0 0,0 0 1 0 0,0 0-1 0 0,0 0 0 0 0,1 0 0 0 0,-1 0 0 0 0,0 0 0 0 0,0 0 0 0 0,0 0 0 0 0,0 0 0 0 0,1 0 0 0 0,-1 0 0 0 0,0 0 0 0 0,0 0 0 0 0,0 0 0 0 0,0 0 0 0 0,1 0 0 0 0,-1 0 0 0 0,0 0 0 0 0,0 0 1 0 0,0 0-1 0 0,0-1 0 0 0,1 1 0 0 0,-1 0 0 0 0,0 0 0 0 0,0 0 0 0 0,3-6-26 0 0,0 1 0 0 0,0-1-1 0 0,1 1 1 0 0,0 0 0 0 0,0 0 0 0 0,0 0 0 0 0,0 0 0 0 0,1 1 0 0 0,0 0 0 0 0,0 0-1 0 0,0 0 1 0 0,0 1 0 0 0,1-1 0 0 0,0 1 0 0 0,-1 0 0 0 0,1 1 0 0 0,0 0-1 0 0,0 0 1 0 0,0 0 0 0 0,0 0 0 0 0,1 1 0 0 0,9-1 0 0 0,51-5-628 0 0,113-26 1 0 0,-178 32 655 0 0,-1 1-1 0 0,0-1 1 0 0,1 1-1 0 0,-1-1 1 0 0,0 1 0 0 0,0-1-1 0 0,0 0 1 0 0,1 0 0 0 0,-1 0-1 0 0,0 0 1 0 0,0 1-1 0 0,0-1 1 0 0,0-1 0 0 0,-1 1-1 0 0,1 0 1 0 0,0 0 0 0 0,0 0-1 0 0,-1 0 1 0 0,1 0-1 0 0,0-1 1 0 0,-1 1 0 0 0,1 0-1 0 0,-1-1 1 0 0,0 1-1 0 0,1 0 1 0 0,-1-1 0 0 0,0 1-1 0 0,0 0 1 0 0,0-1 0 0 0,0 1-1 0 0,0-1 1 0 0,0 1-1 0 0,0 0 1 0 0,-1-3 0 0 0,0 0 67 0 0,0-1 1 0 0,0 1 0 0 0,0 0 0 0 0,-1-1 0 0 0,1 1-1 0 0,-1 0 1 0 0,-4-6 0 0 0,6 9-68 0 0,0 1 0 0 0,0 0 1 0 0,0 0-1 0 0,-1 0 0 0 0,1 0 0 0 0,0 0 0 0 0,0 0 1 0 0,0-1-1 0 0,0 1 0 0 0,0 0 0 0 0,0 0 0 0 0,0 0 1 0 0,-1 0-1 0 0,1 0 0 0 0,0 0 0 0 0,0 0 0 0 0,0 0 0 0 0,0 0 1 0 0,0 0-1 0 0,-1 0 0 0 0,1 0 0 0 0,0 0 0 0 0,0 0 1 0 0,0 0-1 0 0,0 0 0 0 0,0 0 0 0 0,-1 0 0 0 0,1 0 1 0 0,0 0-1 0 0,0 0 0 0 0,0 0 0 0 0,0 0 0 0 0,-1 0 1 0 0,1 0-1 0 0,0 0 0 0 0,0 0 0 0 0,0 0 0 0 0,0 0 0 0 0,0 0 1 0 0,0 0-1 0 0,-1 1 0 0 0,1-1 0 0 0,0 0 0 0 0,0 0 1 0 0,0 0-1 0 0,0 0 0 0 0,0 0 0 0 0,0 0 0 0 0,0 0 1 0 0,0 1-1 0 0,0-1 0 0 0,0 0 0 0 0,-1 0 0 0 0,1 0 1 0 0,0 0-1 0 0,0 1 0 0 0,0-1 0 0 0,0 0 0 0 0,0 0 0 0 0,0 0 1 0 0,0 0-1 0 0,0 0 0 0 0,0 1 0 0 0,-4 19 59 0 0,0 26-53 0 0,8 273 120 0 0,-7-231-64 0 0,-24 140 1 0 0,26-224-62 0 0,-16 72 40 0 0,15-71-13 0 0,0 0 1 0 0,0 0-1 0 0,0 1 1 0 0,0-1-1 0 0,-1-1 1 0 0,0 1-1 0 0,0 0 0 0 0,0-1 1 0 0,-1 1-1 0 0,1-1 1 0 0,-6 4-1 0 0,9-8-26 0 0,-1 1 1 0 0,0-1-1 0 0,0 0 0 0 0,1 0 1 0 0,-1 1-1 0 0,0-1 0 0 0,0 0 0 0 0,1 0 1 0 0,-1 0-1 0 0,0 0 0 0 0,0 0 0 0 0,0 0 1 0 0,1 0-1 0 0,-1 0 0 0 0,0 0 1 0 0,0-1-1 0 0,1 1 0 0 0,-1 0 0 0 0,0 0 1 0 0,0-1-1 0 0,1 1 0 0 0,-1 0 0 0 0,0-1 1 0 0,1 1-1 0 0,-1-1 0 0 0,0 1 1 0 0,1-1-1 0 0,-1 1 0 0 0,1-1 0 0 0,-1 1 1 0 0,0-2-1 0 0,-12-14 9 0 0,11 13-32 0 0,1-1-1 0 0,-1 1 1 0 0,1-1 0 0 0,0 0-1 0 0,0 1 1 0 0,1-1 0 0 0,-1 0-1 0 0,1 0 1 0 0,-1 0 0 0 0,1 0 0 0 0,0 1-1 0 0,2-8 1 0 0,9-43-294 0 0,11-6-255 0 0,2 2-1 0 0,4 0 1 0 0,1 2-1 0 0,52-75 0 0 0,-18 30-170 0 0,3-2 232 0 0,40-69 682 0 0,-97 153 288 0 0,0-1-1 0 0,-1 1 1 0 0,-1-1-1 0 0,0-1 1 0 0,-2 1-1 0 0,0-1 1 0 0,1-23-1 0 0,0-2 2880 0 0,-6 45-2556 0 0,2 6-642 0 0,40 261 788 0 0,-21-111-685 0 0,-14-98-1173 0 0,0 78-1 0 0,-7-133 360 0 0,-15-36-12289 0 0</inkml:trace>
</inkml:ink>
</file>

<file path=ppt/ink/ink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48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1 204 352 0 0,'11'-5'471'0'0,"0"1"0"0"0,0-1 0 0 0,-1-1 0 0 0,1 0 0 0 0,-1 0 0 0 0,-1-1 0 0 0,1 0-1 0 0,-1-1 1 0 0,0 0 0 0 0,-1 0 0 0 0,0-1 0 0 0,0 0 0 0 0,-1 0 0 0 0,0-1 0 0 0,-1 0 0 0 0,0 0 0 0 0,8-20 0 0 0,5-14 2674 0 0,-19 42-2098 0 0,1 8-917 0 0,-1 9-49 0 0,1 14 56 0 0,1-1 0 0 0,1 1 0 0 0,13 50 0 0 0,-14-71-96 0 0,1 0 0 0 0,0 0 0 0 0,0 0 1 0 0,1 0-1 0 0,0-1 0 0 0,0 1 1 0 0,1-1-1 0 0,0 0 0 0 0,0 0 0 0 0,1-1 1 0 0,0 0-1 0 0,0 0 0 0 0,1 0 1 0 0,-1 0-1 0 0,1-1 0 0 0,0 0 0 0 0,15 7 1 0 0,-20-11-47 0 0,1 1 1 0 0,-1-1 0 0 0,1 1 0 0 0,-1-1 0 0 0,1 0-1 0 0,-1 0 1 0 0,1 0 0 0 0,0 0 0 0 0,0-1 0 0 0,-1 1-1 0 0,1-1 1 0 0,0 1 0 0 0,0-1 0 0 0,0 0 0 0 0,0 0-1 0 0,-1 0 1 0 0,1-1 0 0 0,0 1 0 0 0,0-1 0 0 0,0 0-1 0 0,-1 1 1 0 0,1-1 0 0 0,0 0 0 0 0,-1-1 0 0 0,1 1 0 0 0,3-3-1 0 0,-5 4-659 0 0,7-8-701 0 0,-5 1-570 0 0</inkml:trace>
</inkml:ink>
</file>

<file path=ppt/ink/ink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0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184 313 328 0 0,'-3'-2'358'0'0,"0"0"1"0"0,0 0-1 0 0,-1 1 1 0 0,1 0-1 0 0,0-1 1 0 0,-1 1-1 0 0,1 0 0 0 0,-1 0 1 0 0,1 1-1 0 0,-1-1 1 0 0,1 1-1 0 0,-1 0 1 0 0,1 0-1 0 0,-1 0 0 0 0,-5 1 1 0 0,4 1-225 0 0,0 0 1 0 0,1 0-1 0 0,-1 0 1 0 0,1 0-1 0 0,0 1 1 0 0,0 0-1 0 0,0-1 1 0 0,0 2-1 0 0,0-1 1 0 0,0 0-1 0 0,-2 5 1 0 0,-2 1 10 0 0,0 0-1 0 0,1 1 1 0 0,0 0 0 0 0,1 0 0 0 0,0 0 0 0 0,1 1 0 0 0,0 0 0 0 0,-4 13 0 0 0,7-18-92 0 0,0-1 0 0 0,0 1 1 0 0,1 0-1 0 0,0-1 0 0 0,0 1 0 0 0,1 0 1 0 0,0 0-1 0 0,0 0 0 0 0,0-1 0 0 0,0 1 1 0 0,1 0-1 0 0,0 0 0 0 0,0-1 1 0 0,1 1-1 0 0,-1 0 0 0 0,1-1 0 0 0,1 0 1 0 0,4 11-1 0 0,-5-15 2 0 0,-1 1-1 0 0,0 0 1 0 0,0-1 0 0 0,1 1-1 0 0,-1-1 1 0 0,1 1 0 0 0,-1-1-1 0 0,1 0 1 0 0,0 1 0 0 0,-1-1 0 0 0,1 0-1 0 0,0 0 1 0 0,0 0 0 0 0,0 0-1 0 0,0-1 1 0 0,0 1 0 0 0,0-1-1 0 0,0 1 1 0 0,0-1 0 0 0,0 1-1 0 0,0-1 1 0 0,4 0 0 0 0,-2-1 22 0 0,1 0 0 0 0,-1 0 0 0 0,0 0 0 0 0,0 0 0 0 0,0-1 0 0 0,0 0 0 0 0,0 1 0 0 0,0-1 0 0 0,-1-1 0 0 0,6-3 0 0 0,3-4 64 0 0,0 0-1 0 0,-1 0 1 0 0,-1-2 0 0 0,1 1-1 0 0,9-16 1 0 0,-11 14-49 0 0,7-14-57 0 0,2 1 0 0 0,1 1 1 0 0,1 1-1 0 0,1 1 0 0 0,0 0 0 0 0,44-33 1 0 0,3 10-137 0 0,1-1-54 0 0,76-66 1 0 0,-132 101 137 0 0,-9 6 65 0 0,1 1 0 0 0,1-1 0 0 0,-1 1-1 0 0,1 0 1 0 0,0 1 0 0 0,0 0 0 0 0,9-6 0 0 0,-18 20-41 0 0,-58 182-220 0 0,8 2 1 0 0,-33 243-1 0 0,73-333 99 0 0,-16 96-41 0 0,29-199 173 0 0,0 0 0 0 0,0-1 1 0 0,0 1-1 0 0,0 0 0 0 0,-1 0 0 0 0,1-1 0 0 0,0 1 0 0 0,0 0 0 0 0,-1-1 0 0 0,1 1 1 0 0,0 0-1 0 0,-1-1 0 0 0,1 1 0 0 0,-1 0 0 0 0,1-1 0 0 0,-1 1 0 0 0,1-1 0 0 0,-1 1 1 0 0,1-1-1 0 0,-1 1 0 0 0,0-1 0 0 0,1 1 0 0 0,-1-1 0 0 0,1 0 0 0 0,-1 1 1 0 0,0-1-1 0 0,0 0 0 0 0,1 1 0 0 0,-1-1 0 0 0,0 0 0 0 0,0 0 0 0 0,1 0 0 0 0,-2 0 1 0 0,-1 0 14 0 0,0-1 1 0 0,1 1 0 0 0,0-1 0 0 0,-1 0-1 0 0,1 0 1 0 0,-1 0 0 0 0,1 0 0 0 0,0 0 0 0 0,0-1-1 0 0,-3-1 1 0 0,-42-41 402 0 0,41 37-423 0 0,1-1 1 0 0,0 0 0 0 0,1 0-1 0 0,-1 0 1 0 0,1-1 0 0 0,1 0-1 0 0,0 1 1 0 0,0-1 0 0 0,1 0-1 0 0,0-1 1 0 0,1 1-1 0 0,-1 0 1 0 0,2 0 0 0 0,0-1-1 0 0,0 1 1 0 0,0-1 0 0 0,1 1-1 0 0,0 0 1 0 0,1 0 0 0 0,0 0-1 0 0,1 0 1 0 0,0 0 0 0 0,0 0-1 0 0,1 0 1 0 0,0 1 0 0 0,0 0-1 0 0,1 0 1 0 0,0 0 0 0 0,1 0-1 0 0,12-13 1 0 0,2 3-326 0 0,1 1-1 0 0,1 1 1 0 0,1 1-1 0 0,0 1 1 0 0,0 1 0 0 0,2 1-1 0 0,27-10 1 0 0,187-50-3703 0 0,-152 49 1055 0 0,-13 1 310 0 0</inkml:trace>
</inkml:ink>
</file>

<file path=ppt/ink/ink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0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69 1076 0 0,'9'-69'6531'0'0,"-11"145"-797"0"0,3 146-4530 0 0,10 41-465 0 0,-12-212-962 0 0,-9 61 0 0 0,-11-7-3873 0 0,21-103 2982 0 0,-16-8-3660 0 0,13 5 2044 0 0</inkml:trace>
</inkml:ink>
</file>

<file path=ppt/ink/ink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1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0 641 248 0 0,'42'-12'825'0'0,"26"-8"883"0"0,110-49 0 0 0,-161 62-1450 0 0,-1-2 0 0 0,0 0 0 0 0,0 0-1 0 0,-1-2 1 0 0,-1 0 0 0 0,0 0 0 0 0,0-2 0 0 0,-1 1-1 0 0,0-2 1 0 0,-1 0 0 0 0,18-28 0 0 0,-24 31-117 0 0,0-1 0 0 0,-1 0 0 0 0,-1 0 1 0 0,0 0-1 0 0,0-1 0 0 0,-1 0 1 0 0,-1 1-1 0 0,0-1 0 0 0,-1 0 0 0 0,0 0 1 0 0,-1 0-1 0 0,0 0 0 0 0,-1 0 0 0 0,-1 0 1 0 0,0 0-1 0 0,0 0 0 0 0,-2 1 0 0 0,1-1 1 0 0,-2 1-1 0 0,0 0 0 0 0,0 0 0 0 0,-1 0 1 0 0,-10-14-1 0 0,9 15 168 0 0,0 2 0 0 0,-1-1 0 0 0,-1 1 0 0 0,-16-15 0 0 0,23 22-173 0 0,-17 13-11 0 0,13-3-99 0 0,0 0-1 0 0,0 0 1 0 0,1 0-1 0 0,0 1 1 0 0,1-1-1 0 0,0 1 0 0 0,0 1 1 0 0,1-1-1 0 0,-5 19 1 0 0,3-11 9 0 0,-12 49 69 0 0,3 1 1 0 0,-9 123 0 0 0,17-56-33 0 0,5-77 9 0 0,-15 98 0 0 0,10-94 1627 0 0,19-92-1457 0 0,-4 14-90 0 0,-6 9-69 0 0,-1 2-61 0 0,1 0-1 0 0,-1 0 0 0 0,1 1 0 0 0,0-1 0 0 0,0 1 0 0 0,7-9 0 0 0,-8 12-40 0 0,0 0 0 0 0,1 0 0 0 0,-1 1 0 0 0,0-1 0 0 0,1 1 0 0 0,-1 0 0 0 0,1-1-1 0 0,0 1 1 0 0,-1 1 0 0 0,1-1 0 0 0,0 0 0 0 0,-1 1 0 0 0,1-1 0 0 0,0 1 0 0 0,0 0 0 0 0,0 0 0 0 0,-1 0 0 0 0,6 0 0 0 0,99 9-341 0 0,-67-4 243 0 0,0-2 0 0 0,0-2 0 0 0,1-1 1 0 0,-1-2-1 0 0,62-11 0 0 0,-98 12 159 0 0,0 0-1 0 0,1 0 1 0 0,-1-1-1 0 0,0 1 1 0 0,0-1-1 0 0,-1 0 1 0 0,1 0-1 0 0,0 0 1 0 0,-1-1-1 0 0,1 1 1 0 0,-1-1 0 0 0,0 0-1 0 0,0 0 1 0 0,0 0-1 0 0,0 0 1 0 0,0-1-1 0 0,-1 1 1 0 0,1-1-1 0 0,-1 1 1 0 0,4-9-1 0 0,-6 10 137 0 0,1 1 1 0 0,-1 1-187 0 0,0 0-1 0 0,0 0 1 0 0,0 0 0 0 0,0 0-1 0 0,0 0 1 0 0,0 0 0 0 0,1 0 0 0 0,-1 0-1 0 0,0 0 1 0 0,0 0 0 0 0,0 0-1 0 0,0 0 1 0 0,0 0 0 0 0,0 0 0 0 0,1 1-1 0 0,-1-1 1 0 0,0 0 0 0 0,0 0-1 0 0,0 0 1 0 0,0 0 0 0 0,0-1-1 0 0,1 1 1 0 0,-1 0 0 0 0,0 0 0 0 0,0 0-1 0 0,0 0 1 0 0,0 0 0 0 0,0 0-1 0 0,1 0 1 0 0,-1 0 0 0 0,0 0-1 0 0,0 0 1 0 0,0 0 0 0 0,0 0 0 0 0,0 0-1 0 0,0-1 1 0 0,0 1 0 0 0,0 0-1 0 0,1 0 1 0 0,-1 0 0 0 0,0 0-1 0 0,0 0 1 0 0,0 0 0 0 0,0 0 0 0 0,0-1-1 0 0,0 1 1 0 0,0 0 0 0 0,0 0-1 0 0,0 0 1 0 0,0 0 0 0 0,0 0-1 0 0,0-1 1 0 0,0 1 0 0 0,0 0 0 0 0,0 0-1 0 0,0 0 1 0 0,0 0 0 0 0,0 0-1 0 0,0-1 1 0 0,0 1 0 0 0,0 0 0 0 0,0 0-1 0 0,0 0 1 0 0,0 0 0 0 0,0 0-1 0 0,0 0 1 0 0,0-1 0 0 0,0 1-1 0 0,-1 0 1 0 0,2 2-20 0 0,22 39-2197 0 0,-20-36 1164 0 0,0 0-1 0 0,0 0 0 0 0,1-1 0 0 0,-1 0 0 0 0,1 1 0 0 0,9 6 0 0 0,4 0-2734 0 0</inkml:trace>
</inkml:ink>
</file>

<file path=ppt/ink/ink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2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368 41 824 0 0,'-2'-4'555'0'0,"-1"1"1"0"0,1-1-1 0 0,-1 1 0 0 0,0 0 0 0 0,-1 0 0 0 0,1 0 1 0 0,0 1-1 0 0,-1-1 0 0 0,-5-2 0 0 0,6 3-431 0 0,0 1-1 0 0,-1 0 1 0 0,1 0 0 0 0,-1 0-1 0 0,1 1 1 0 0,-1-1-1 0 0,1 1 1 0 0,-1 0-1 0 0,1 0 1 0 0,-1 0-1 0 0,1 0 1 0 0,-1 1-1 0 0,1 0 1 0 0,-1-1-1 0 0,1 1 1 0 0,-1 0-1 0 0,1 0 1 0 0,-5 3-1 0 0,-13 6 90 0 0,0 1-1 0 0,1 0 1 0 0,0 2-1 0 0,1 0 1 0 0,1 1-1 0 0,0 1 1 0 0,0 0-1 0 0,2 2 1 0 0,0 0-1 0 0,1 1 1 0 0,1 0-1 0 0,-13 22 1 0 0,23-33-149 0 0,1 0-1 0 0,1 0 1 0 0,0 1 0 0 0,0-1 0 0 0,0 1 0 0 0,0-1 0 0 0,1 1 0 0 0,0 15-1 0 0,1-21-53 0 0,1-1 0 0 0,-1 1-1 0 0,0 0 1 0 0,0 0-1 0 0,1 0 1 0 0,-1 0 0 0 0,1-1-1 0 0,0 1 1 0 0,-1 0-1 0 0,1 0 1 0 0,0-1-1 0 0,0 1 1 0 0,0-1 0 0 0,0 1-1 0 0,0-1 1 0 0,1 1-1 0 0,-1-1 1 0 0,0 1 0 0 0,1-1-1 0 0,-1 0 1 0 0,1 0-1 0 0,-1 0 1 0 0,1 0 0 0 0,0 0-1 0 0,-1 0 1 0 0,1 0-1 0 0,0-1 1 0 0,0 1-1 0 0,-1-1 1 0 0,1 1 0 0 0,0-1-1 0 0,0 1 1 0 0,0-1-1 0 0,0 0 1 0 0,0 0 0 0 0,-1 0-1 0 0,1 0 1 0 0,2-1-1 0 0,6 1 21 0 0,0-1 0 0 0,-1 0 0 0 0,1-1 0 0 0,-1 0 0 0 0,17-5 0 0 0,-11 0-13 0 0,-1-1 0 0 0,1 0 1 0 0,-1-1-1 0 0,-1 0 0 0 0,0-1 0 0 0,0-1 1 0 0,-1 0-1 0 0,12-13 0 0 0,17-15 20 0 0,-40 38-44 0 0,-19 88-103 0 0,17-83 109 0 0,1 0-1 0 0,0 0 0 0 0,0 0 1 0 0,0 0-1 0 0,0 0 1 0 0,1 0-1 0 0,0 0 0 0 0,0 0 1 0 0,0 0-1 0 0,0-1 0 0 0,0 1 1 0 0,1 0-1 0 0,0 0 1 0 0,-1-1-1 0 0,1 1 0 0 0,1-1 1 0 0,-1 0-1 0 0,0 0 1 0 0,1 1-1 0 0,0-2 0 0 0,5 6 1 0 0,8-5 26 0 0,-11-4-7 0 0,1 1-13 0 0,1-2 0 0 0,-1 1 0 0 0,1-1 0 0 0,-1 0 0 0 0,1 0 0 0 0,-1 0 0 0 0,0-1 0 0 0,0 0 0 0 0,-1 0 0 0 0,1-1 0 0 0,0 1-1 0 0,-1-1 1 0 0,8-8 0 0 0,6-3-4 0 0,23-14 19 0 0,2 2-1 0 0,84-39 0 0 0,-109 58 12 0 0,0 1-1 0 0,0 1 0 0 0,1 0 1 0 0,-1 1-1 0 0,1 1 0 0 0,0 1 1 0 0,1 1-1 0 0,-1 1 1 0 0,0 1-1 0 0,22 2 0 0 0,-34-1-18 0 0,0 1 0 0 0,0 0 0 0 0,0 0 0 0 0,0 0 0 0 0,-1 1 0 0 0,1 1 0 0 0,-1-1 0 0 0,0 1 0 0 0,0 0 0 0 0,12 10 0 0 0,-15-11-6 0 0,-1 0 0 0 0,1 1 0 0 0,-1-1 0 0 0,0 1 0 0 0,0 0 0 0 0,-1 0-1 0 0,1 0 1 0 0,-1 0 0 0 0,1 0 0 0 0,-2 1 0 0 0,1-1 0 0 0,0 1 0 0 0,-1-1-1 0 0,1 1 1 0 0,-1 0 0 0 0,-1-1 0 0 0,1 1 0 0 0,-1 0 0 0 0,0 6 0 0 0,0-6 3 0 0,-1 0 0 0 0,0 0 0 0 0,-1 0 0 0 0,1 0 0 0 0,-1 0 1 0 0,0 0-1 0 0,0-1 0 0 0,0 1 0 0 0,-1-1 0 0 0,0 1 0 0 0,0-1 1 0 0,0 0-1 0 0,0 0 0 0 0,-1 0 0 0 0,1 0 0 0 0,-1-1 1 0 0,0 1-1 0 0,0-1 0 0 0,-1 0 0 0 0,1 0 0 0 0,0-1 0 0 0,-1 1 1 0 0,0-1-1 0 0,0 0 0 0 0,1 0 0 0 0,-1-1 0 0 0,0 1 0 0 0,-10 0 1 0 0,13-2-2 0 0,1-3-87 0 0,2-2 39 0 0,-1 1 1 0 0,1 0-1 0 0,0 0 0 0 0,0 0 1 0 0,0 0-1 0 0,0 0 1 0 0,1 0-1 0 0,0 0 0 0 0,-1 0 1 0 0,1 1-1 0 0,1-1 1 0 0,-1 1-1 0 0,0-1 0 0 0,1 1 1 0 0,0 0-1 0 0,0 0 1 0 0,0 0-1 0 0,5-4 0 0 0,72-56-796 0 0,-67 54 649 0 0,2-1-134 0 0,0 2 0 0 0,1 0 0 0 0,0 0 0 0 0,0 2 0 0 0,20-6 0 0 0,-9 3-1189 0 0,-12 11-2633 0 0</inkml:trace>
</inkml:ink>
</file>

<file path=ppt/ink/ink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2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33 192 0 0,'-30'-19'3776'0'0,"20"16"-3180"0"0,1 1 0 0 0,-1-1 0 0 0,1 1 0 0 0,-1 1-1 0 0,0 0 1 0 0,-13 0 0 0 0,21 1-519 0 0,0 0 0 0 0,0 0 1 0 0,0 0-1 0 0,0 0 0 0 0,0 0 0 0 0,0 0 0 0 0,0 1 1 0 0,0-1-1 0 0,0 1 0 0 0,0-1 0 0 0,0 1 0 0 0,0 0 1 0 0,0 0-1 0 0,0 0 0 0 0,1 0 0 0 0,-1 0 0 0 0,0 0 0 0 0,1 0 1 0 0,-1 1-1 0 0,0-1 0 0 0,1 0 0 0 0,0 1 0 0 0,-1 0 1 0 0,1-1-1 0 0,0 1 0 0 0,0 0 0 0 0,0-1 0 0 0,0 1 1 0 0,0 0-1 0 0,0 0 0 0 0,0 0 0 0 0,1 0 0 0 0,-1 0 0 0 0,1 0 1 0 0,-1 0-1 0 0,1 4 0 0 0,1 4 50 0 0,1 1 0 0 0,0 0 0 0 0,0-1 0 0 0,1 1 0 0 0,0-1-1 0 0,10 19 1 0 0,35 60 16 0 0,-48-88-142 0 0,0-1 0 0 0,1 1-1 0 0,-1-1 1 0 0,0 1-1 0 0,1-1 1 0 0,-1 1-1 0 0,0 0 1 0 0,0-1 0 0 0,0 1-1 0 0,1 0 1 0 0,-1-1-1 0 0,0 1 1 0 0,0 0-1 0 0,0-1 1 0 0,0 1 0 0 0,0 0-1 0 0,0-1 1 0 0,0 1-1 0 0,0 0 1 0 0,-1-1-1 0 0,1 1 1 0 0,0 0 0 0 0,0-1-1 0 0,-1 1 1 0 0,1-1-1 0 0,0 1 1 0 0,0 0-1 0 0,-1-1 1 0 0,0 1 0 0 0,-20 12 29 0 0,-27-5 98 0 0,34-9-213 0 0,0 0 0 0 0,0 0 1 0 0,0-2-1 0 0,0 0 0 0 0,0 0 1 0 0,1-1-1 0 0,0-1 0 0 0,-25-12 1 0 0,36 16-664 0 0,24-12-5066 0 0,-4 7 3068 0 0</inkml:trace>
</inkml:ink>
</file>

<file path=ppt/ink/ink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3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21 1100 0 0,'6'-13'11667'0'0,"-9"16"-11623"0"0,0 1 0 0 0,0-1 1 0 0,0 1-1 0 0,0 0 0 0 0,1 0 1 0 0,0 0-1 0 0,0 0 0 0 0,0 0 1 0 0,0 0-1 0 0,0 1 0 0 0,1-1 1 0 0,0 1-1 0 0,0-1 0 0 0,0 1 1 0 0,1-1-1 0 0,-1 1 0 0 0,1 0 1 0 0,1 6-1 0 0,-1-8-77 0 0,0 0 1 0 0,0 0-1 0 0,1 0 0 0 0,0 0 1 0 0,0-1-1 0 0,-1 1 0 0 0,2 0 1 0 0,-1-1-1 0 0,0 1 1 0 0,0 0-1 0 0,1-1 0 0 0,-1 0 1 0 0,1 1-1 0 0,0-1 0 0 0,0 0 1 0 0,0 0-1 0 0,0 0 0 0 0,0 0 1 0 0,0 0-1 0 0,1 0 1 0 0,-1-1-1 0 0,1 1 0 0 0,-1-1 1 0 0,1 0-1 0 0,-1 0 0 0 0,1 1 1 0 0,0-2-1 0 0,-1 1 0 0 0,1 0 1 0 0,0-1-1 0 0,5 1 0 0 0,-7 0 55 0 0,0-1 0 0 0,0 0-1 0 0,1 0 1 0 0,-1 0-1 0 0,0 0 1 0 0,0 0 0 0 0,1 0-1 0 0,-1 0 1 0 0,0-1-1 0 0,0 1 1 0 0,1 0-1 0 0,-1-1 1 0 0,0 1 0 0 0,0 0-1 0 0,0-1 1 0 0,0 0-1 0 0,0 1 1 0 0,1-1-1 0 0,-1 0 1 0 0,0 1 0 0 0,-1-1-1 0 0,1 0 1 0 0,0 0-1 0 0,0 0 1 0 0,0 0 0 0 0,0 0-1 0 0,-1 0 1 0 0,1 0-1 0 0,0 0 1 0 0,-1 0-1 0 0,1-1 1 0 0,-1 1 0 0 0,1 0-1 0 0,-1 0 1 0 0,0 0-1 0 0,1-1 1 0 0,-1 1 0 0 0,0 0-1 0 0,0 0 1 0 0,0-1-1 0 0,0 1 1 0 0,0 0-1 0 0,0 0 1 0 0,0-1 0 0 0,-1 1-1 0 0,1-2 1 0 0,-1-2 67 0 0,0-1 0 0 0,0 1 0 0 0,-1-1 1 0 0,1 1-1 0 0,-1-1 0 0 0,0 1 0 0 0,-1 0 1 0 0,-5-9-1 0 0,2 6 30 0 0,0 1 0 0 0,0 0 0 0 0,-1 0 0 0 0,0 0 0 0 0,-8-5 0 0 0,-15-1-1207 0 0,28 12 767 0 0,0 1 1 0 0,0 0-1 0 0,0 0 0 0 0,0 0 0 0 0,0 0 1 0 0,0 0-1 0 0,1 0 0 0 0,-1 1 0 0 0,0-1 1 0 0,0 1-1 0 0,0-1 0 0 0,0 1 0 0 0,1 0 1 0 0,-3 1-1 0 0,-1 9-6376 0 0</inkml:trace>
</inkml:ink>
</file>

<file path=ppt/ink/ink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3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21 576 0 0,'0'0'2210'0'0,"-2"-3"-1188"0"0,1 2-855 0 0,0 0 1 0 0,0-1 0 0 0,0 1 0 0 0,0 0-1 0 0,0 0 1 0 0,0 0 0 0 0,-1 0-1 0 0,1 0 1 0 0,0 0 0 0 0,-1 0 0 0 0,1 0-1 0 0,0 0 1 0 0,-1 1 0 0 0,1-1-1 0 0,-1 1 1 0 0,1-1 0 0 0,-1 1 0 0 0,0-1-1 0 0,1 1 1 0 0,-1 0 0 0 0,1 0-1 0 0,-1 0 1 0 0,0 0 0 0 0,1 0 0 0 0,-1 0-1 0 0,1 0 1 0 0,-1 0 0 0 0,0 1 0 0 0,1-1-1 0 0,-1 1 1 0 0,1-1 0 0 0,-1 1-1 0 0,1 0 1 0 0,0-1 0 0 0,-1 1 0 0 0,-2 2-1 0 0,1-1-14 0 0,0 1 1 0 0,0-1-1 0 0,0 1 0 0 0,1 0 0 0 0,-1 0 0 0 0,0 0 1 0 0,1 0-1 0 0,0 1 0 0 0,0-1 0 0 0,0 1 0 0 0,0-1 1 0 0,1 1-1 0 0,-1 0 0 0 0,1-1 0 0 0,-1 8 0 0 0,1-9-123 0 0,1 0 0 0 0,0 0 0 0 0,0 0 0 0 0,0 1-1 0 0,0-1 1 0 0,1 0 0 0 0,-1 0 0 0 0,1 0 0 0 0,-1 1-1 0 0,1-1 1 0 0,0 0 0 0 0,-1 0 0 0 0,1 0 0 0 0,0 0-1 0 0,1 0 1 0 0,-1 0 0 0 0,0-1 0 0 0,0 1 0 0 0,1 0-1 0 0,-1 0 1 0 0,1-1 0 0 0,0 1 0 0 0,-1-1 0 0 0,1 0-1 0 0,0 1 1 0 0,0-1 0 0 0,0 0 0 0 0,0 0-1 0 0,0 0 1 0 0,0 0 0 0 0,0-1 0 0 0,2 2 0 0 0,1-1 5 0 0,1 1 0 0 0,-1-1 0 0 0,0 1 0 0 0,1-1 1 0 0,-1-1-1 0 0,1 1 0 0 0,-1-1 0 0 0,1 0 0 0 0,-1 0 1 0 0,1-1-1 0 0,8-2 0 0 0,84-33 2269 0 0,-92 33-922 0 0,3 0-1809 0 0,-8 3 216 0 0,-1 0-1 0 0,1 0 0 0 0,-1 0 0 0 0,1 0 1 0 0,-1 0-1 0 0,1 0 0 0 0,-1 0 0 0 0,1 0 0 0 0,-1 0 1 0 0,1 0-1 0 0,-1 0 0 0 0,1 0 0 0 0,-1 0 1 0 0,1 1-1 0 0,-1-1 0 0 0,1 0 0 0 0,-1 0 1 0 0,0 1-1 0 0,1-1 0 0 0,-1 0 0 0 0,1 1 0 0 0,-1-1 1 0 0,0 0-1 0 0,1 1 0 0 0,-1-1 0 0 0,0 0 1 0 0,1 1-1 0 0,-1-1 0 0 0,0 1 0 0 0,0-1 0 0 0,1 0 1 0 0,-1 1-1 0 0</inkml:trace>
</inkml:ink>
</file>

<file path=ppt/ink/ink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3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79 208 0 0,'-15'-68'11709'0'0,"15"58"-11187"0"0</inkml:trace>
</inkml:ink>
</file>

<file path=ppt/ink/ink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4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122 528 44 0 0,'0'0'3527'0'0,"-5"-2"-2742"0"0,-17-5-68 0 0,17 6 1047 0 0,-26 16-140 0 0,-26 24 185 0 0,56-38-1666 0 0,34-1-157 0 0,0-2-1 0 0,0-2 1 0 0,0 0 0 0 0,0-3-1 0 0,-1 0 1 0 0,0-2 0 0 0,51-22-1 0 0,-64 21 48 0 0,-1 0 1 0 0,0-2-1 0 0,-1 0 0 0 0,0-1 0 0 0,-1 0 0 0 0,0-1 0 0 0,-1-1 0 0 0,-1-1 0 0 0,0 0 1 0 0,22-35-1 0 0,-27 38 50 0 0,-2-1 0 0 0,1 0 0 0 0,-2 0 0 0 0,0-1 0 0 0,-1 1 0 0 0,0-1 0 0 0,-1 0 0 0 0,0-1 0 0 0,-2 1 0 0 0,0-1-1 0 0,0 1 1 0 0,-2-1 0 0 0,0 0 0 0 0,-1 1 0 0 0,-3-21 0 0 0,3 30 12 0 0,0 1-1 0 0,-1-1 0 0 0,0 1 0 0 0,0 0 0 0 0,0-1 0 0 0,0 1 0 0 0,-1 0 0 0 0,0 0 1 0 0,0 1-1 0 0,-7-8 0 0 0,10 11-88 0 0,-1 1 0 0 0,0-1 0 0 0,0 1 0 0 0,1 0 1 0 0,-1-1-1 0 0,0 1 0 0 0,0 0 0 0 0,0 0 0 0 0,1 0 0 0 0,-1 0 0 0 0,0-1 0 0 0,0 1 1 0 0,0 0-1 0 0,0 0 0 0 0,1 1 0 0 0,-1-1 0 0 0,0 0 0 0 0,0 0 0 0 0,0 0 1 0 0,0 1-1 0 0,1-1 0 0 0,-1 0 0 0 0,0 1 0 0 0,0-1 0 0 0,1 0 0 0 0,-1 1 1 0 0,0-1-1 0 0,1 1 0 0 0,-1-1 0 0 0,0 1 0 0 0,1 0 0 0 0,-2 0 0 0 0,-18 22 75 0 0,13-10-62 0 0,0 1-1 0 0,1 0 1 0 0,0 0-1 0 0,1 1 1 0 0,0-1 0 0 0,2 1-1 0 0,-1 0 1 0 0,2 0-1 0 0,0 1 1 0 0,1-1-1 0 0,0 0 1 0 0,2 1 0 0 0,0-1-1 0 0,3 21 1 0 0,0-15-12 0 0,0 0 1 0 0,1 0 0 0 0,2 0-1 0 0,0-1 1 0 0,1 0 0 0 0,1 0 0 0 0,0-1-1 0 0,2-1 1 0 0,22 31 0 0 0,-17-31 113 0 0,0 0 1 0 0,30 24-1 0 0,-45-42 130 0 0,10 10 1874 0 0,-2-21-12101 0 0</inkml:trace>
</inkml:ink>
</file>

<file path=ppt/ink/ink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4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1212 0 0,'14'-50'7345'0'0,"-13"47"-6546"0"0,5-10 1390 0 0</inkml:trace>
</inkml:ink>
</file>

<file path=ppt/ink/ink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5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45 280 0 0,'0'0'2170'0'0,"-1"-11"-491"0"0,0 5 1435 0 0,1 5-2909 0 0,-1-1 0 0 0,1 1 0 0 0,-1-1 1 0 0,1 1-1 0 0,-1 0 0 0 0,0-1 0 0 0,1 1 1 0 0,-1 0-1 0 0,0-1 0 0 0,0 1 1 0 0,0 0-1 0 0,0 0 0 0 0,0 0 0 0 0,0 0 1 0 0,0 0-1 0 0,0 0 0 0 0,-1 0 0 0 0,1 0 1 0 0,0 1-1 0 0,-1-1 0 0 0,1 0 0 0 0,0 1 1 0 0,-1-1-1 0 0,1 1 0 0 0,-1-1 0 0 0,-1 1 1 0 0,0 0-138 0 0,1 1 1 0 0,0 0 0 0 0,0-1 0 0 0,0 1 0 0 0,0 0-1 0 0,0 0 1 0 0,0 0 0 0 0,0 1 0 0 0,0-1-1 0 0,0 0 1 0 0,0 1 0 0 0,0-1 0 0 0,1 1-1 0 0,-1 0 1 0 0,1-1 0 0 0,-1 1 0 0 0,1 0 0 0 0,-3 4-1 0 0,-11 17 126 0 0,0 2 0 0 0,-17 42 0 0 0,31-64-216 0 0,1-2-5 0 0,0 1 1 0 0,0-1 0 0 0,0 1 0 0 0,0 0-1 0 0,1-1 1 0 0,-1 1 0 0 0,0-1 0 0 0,1 1 0 0 0,0-1-1 0 0,-1 1 1 0 0,1-1 0 0 0,0 0 0 0 0,1 3-1 0 0,10-7 11 0 0,-1-1-1 0 0,1 0 0 0 0,-1 0 0 0 0,0-1 0 0 0,14-9 0 0 0,48-21-76 0 0,-68 34 76 0 0,1 1 1 0 0,-1-1-1 0 0,1 1 1 0 0,-1 0 0 0 0,1 1-1 0 0,-1-1 1 0 0,0 1 0 0 0,1 0-1 0 0,-1 0 1 0 0,0 1-1 0 0,8 3 1 0 0,-6-3 19 0 0,0 0 1 0 0,0 0-1 0 0,0 0 1 0 0,1-1-1 0 0,-1 0 1 0 0,0-1-1 0 0,15 0 1 0 0,8 1 71 0 0,-19 1-52 0 0,43-4 26 0 0,-35 3-300 0 0,-14-1-2217 0 0</inkml:trace>
</inkml:ink>
</file>

<file path=ppt/ink/ink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5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59 80 0 0,'0'0'1164'0'0,"-2"-17"2853"0"0,5-4-1148 0 0,2 4-2933 0 0,1 13-4434 0 0</inkml:trace>
</inkml:ink>
</file>

<file path=ppt/ink/ink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7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48 80 0 0,'-15'-34'5648'0'0,"15"33"-5496"0"0,0 0 1 0 0,-1 1 0 0 0,1-1-1 0 0,-1 0 1 0 0,0 0-1 0 0,1 0 1 0 0,-1 1 0 0 0,0-1-1 0 0,1 0 1 0 0,-1 1-1 0 0,0-1 1 0 0,0 0 0 0 0,1 1-1 0 0,-1-1 1 0 0,0 1 0 0 0,0-1-1 0 0,0 1 1 0 0,0 0-1 0 0,0-1 1 0 0,0 1 0 0 0,0 0-1 0 0,0 0 1 0 0,0 0-1 0 0,0-1 1 0 0,0 1 0 0 0,0 0-1 0 0,0 0 1 0 0,-1 1-1 0 0,-21 25 1484 0 0,19-19-1799 0 0,-93 159 1354 0 0,7-11-397 0 0,89-154-783 0 0,1 0 0 0 0,-1 0 1 0 0,0 0-1 0 0,0 0 1 0 0,1 0-1 0 0,-1 0 0 0 0,1 1 1 0 0,-1-1-1 0 0,1 0 1 0 0,-1 0-1 0 0,1 0 1 0 0,0 1-1 0 0,0-1 0 0 0,-1 0 1 0 0,1 0-1 0 0,0 0 1 0 0,0 1-1 0 0,0 0 0 0 0,1-1-7 0 0,-1-1-1 0 0,1 1 0 0 0,-1-1 0 0 0,0 1 1 0 0,1-1-1 0 0,-1 0 0 0 0,1 1 0 0 0,-1-1 1 0 0,1 0-1 0 0,-1 1 0 0 0,1-1 0 0 0,0 0 0 0 0,-1 0 1 0 0,1 0-1 0 0,-1 1 0 0 0,1-1 0 0 0,0 0 1 0 0,-1 0-1 0 0,1 0 0 0 0,-1 0 0 0 0,1 0 1 0 0,0 0-1 0 0,-1 0 0 0 0,1 0 0 0 0,1-1 0 0 0,56-15 4 0 0,-36 9 24 0 0,-3 2-39 0 0,0 0-1 0 0,0 1 0 0 0,1 1 0 0 0,-1 1 0 0 0,24 0 1 0 0,-37 2-5 0 0,0 1 1 0 0,0-1-1 0 0,0 1 1 0 0,0 0-1 0 0,0 1 1 0 0,0 0-1 0 0,0-1 1 0 0,0 2-1 0 0,0-1 1 0 0,-1 1-1 0 0,1 0 1 0 0,-1 0-1 0 0,0 0 1 0 0,0 1-1 0 0,0 0 1 0 0,0 0 0 0 0,-1 0-1 0 0,0 0 1 0 0,1 1-1 0 0,4 7 1 0 0,-8-11 9 0 0,0 1 0 0 0,0 0 1 0 0,0 0-1 0 0,0 0 1 0 0,0 0-1 0 0,-1 0 0 0 0,1 0 1 0 0,0 0-1 0 0,-1 0 1 0 0,1 0-1 0 0,-1 0 1 0 0,0 0-1 0 0,0 1 0 0 0,0-1 1 0 0,0 0-1 0 0,0 0 1 0 0,0 0-1 0 0,-1 0 0 0 0,1 0 1 0 0,-2 4-1 0 0,0-2 5 0 0,0 0 0 0 0,0 0-1 0 0,0-1 1 0 0,-1 1-1 0 0,0-1 1 0 0,1 1 0 0 0,-1-1-1 0 0,0 0 1 0 0,-7 5 0 0 0,2-2 24 0 0,-1 0 1 0 0,0 0 0 0 0,0-1 0 0 0,-1 0-1 0 0,1-1 1 0 0,-1 0 0 0 0,-16 4 0 0 0,23-7-130 0 0,0 0 0 0 0,-1 0 0 0 0,1 0 1 0 0,0-1-1 0 0,0 1 0 0 0,0-1 0 0 0,0 0 1 0 0,-1 0-1 0 0,1 0 0 0 0,0 0 0 0 0,0-1 1 0 0,-1 1-1 0 0,1-1 0 0 0,0 1 1 0 0,0-1-1 0 0,0 0 0 0 0,0-1 0 0 0,0 1 1 0 0,0 0-1 0 0,0-1 0 0 0,-4-3 0 0 0,8-10-2133 0 0,2 6-1764 0 0,2-11 1010 0 0</inkml:trace>
</inkml:ink>
</file>

<file path=ppt/ink/ink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7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0 463 412 0 0,'17'0'884'0'0,"0"0"1"0"0,-1 0-1 0 0,1-2 1 0 0,-1 0-1 0 0,1-1 1 0 0,25-8-1 0 0,1-3 874 0 0,46-23 0 0 0,-87 36-1517 0 0,-5 4-54 0 0,0-1 0 0 0,1 1 0 0 0,-1 0 0 0 0,1 0 0 0 0,0 0 1 0 0,0 0-1 0 0,0 1 0 0 0,-2 4 0 0 0,3-7-201 0 0,1 1-1 0 0,-1-1 1 0 0,1 1 0 0 0,-1-1 0 0 0,1 1 0 0 0,-1-1 0 0 0,1 1 0 0 0,0-1 0 0 0,0 1 0 0 0,0 0-1 0 0,0-1 1 0 0,0 1 0 0 0,0-1 0 0 0,0 1 0 0 0,0 0 0 0 0,1-1 0 0 0,-1 1 0 0 0,1-1 0 0 0,-1 1 0 0 0,1-1-1 0 0,-1 1 1 0 0,1-1 0 0 0,0 0 0 0 0,0 1 0 0 0,0-1 0 0 0,0 0 0 0 0,0 1 0 0 0,0-1 0 0 0,0 0-1 0 0,0 0 1 0 0,0 0 0 0 0,1 0 0 0 0,-1 0 0 0 0,0 0 0 0 0,1 0 0 0 0,2 1 0 0 0,3 1-8 0 0,0-1 0 0 0,1 1 0 0 0,0-1 0 0 0,-1 0 0 0 0,1-1 0 0 0,0 0 0 0 0,0 0 1 0 0,0-1-1 0 0,0 0 0 0 0,0 0 0 0 0,-1-1 0 0 0,1 0 0 0 0,0 0 0 0 0,0-1 0 0 0,-1 0 0 0 0,1 0 0 0 0,-1-1 1 0 0,1 1-1 0 0,-1-2 0 0 0,0 1 0 0 0,0-1 0 0 0,7-5 0 0 0,1-2 19 0 0,1 0 1 0 0,-1-1-1 0 0,-1 0 0 0 0,0-1 0 0 0,-1-1 0 0 0,0 0 1 0 0,-2-1-1 0 0,12-18 0 0 0,-10 13 132 0 0,-1 0 1 0 0,-1-1-1 0 0,-1-1 1 0 0,-1 0-1 0 0,-1 0 0 0 0,-1-1 1 0 0,-1 0-1 0 0,-1 0 1 0 0,3-38-1 0 0,-5 1 1665 0 0,-6 54-532 0 0,-3 32-1045 0 0,2 10-108 0 0,2 0-1 0 0,1 0 1 0 0,2 0 0 0 0,8 54 0 0 0,-4-46-757 0 0,-1 89 0 0 0,-4-113-237 0 0,0 1-2049 0 0,-2-7-2382 0 0,1-6 2127 0 0</inkml:trace>
</inkml:ink>
</file>

<file path=ppt/ink/ink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8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53 848 0 0,'0'0'1917'0'0,"6"-8"121"0"0,11-9-654 0 0,1 11-1329 0 0,0 1 1 0 0,1 1-1 0 0,-1 0 1 0 0,1 1 0 0 0,0 1-1 0 0,0 1 1 0 0,29 2-1 0 0,14-2-2394 0 0,-49 0 714 0 0,-1 0 122 0 0</inkml:trace>
</inkml:ink>
</file>

<file path=ppt/ink/ink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8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59 160 0 0,'7'-1'9207'0'0,"-14"18"-9072"0"0,3-7 6 0 0,0-1 1 0 0,1 1-1 0 0,0 0 0 0 0,1 0 1 0 0,0 0-1 0 0,0 0 1 0 0,0 13-1 0 0,3-21-88 0 0,3 4 52 0 0,-4-5-99 0 0,0 0 1 0 0,0-1-1 0 0,1 1 0 0 0,-1 0 1 0 0,0-1-1 0 0,0 1 1 0 0,1 0-1 0 0,-1-1 0 0 0,0 1 1 0 0,1 0-1 0 0,-1-1 0 0 0,1 1 1 0 0,-1-1-1 0 0,1 1 0 0 0,-1-1 1 0 0,1 1-1 0 0,-1-1 1 0 0,1 1-1 0 0,-1-1 0 0 0,1 0 1 0 0,0 1-1 0 0,-1-1 0 0 0,1 0 1 0 0,-1 0-1 0 0,1 1 1 0 0,0-1-1 0 0,0 0 0 0 0,-1 0 1 0 0,1 0-1 0 0,0 0 0 0 0,-1 0 1 0 0,1 0-1 0 0,0 0 1 0 0,-1 0-1 0 0,1 0 0 0 0,0 0 1 0 0,0 0-1 0 0,28-8 86 0 0,-8 2-177 0 0,1 0 0 0 0,0 1-1 0 0,31-2 1 0 0,8 11-227 0 0,-48-2 314 0 0,1-1 1 0 0,-1 0 0 0 0,1 0-1 0 0,-1-2 1 0 0,1 0 0 0 0,-1 0-1 0 0,1-1 1 0 0,22-7 0 0 0,-35 9 59 0 0,1-1 0 0 0,-1 0 1 0 0,0 1-1 0 0,1-1 1 0 0,-1 0-1 0 0,0 0 0 0 0,0 0 1 0 0,1 0-1 0 0,-1 0 0 0 0,0-1 1 0 0,0 1-1 0 0,0 0 1 0 0,0 0-1 0 0,0-1 0 0 0,-1 1 1 0 0,1 0-1 0 0,0-1 0 0 0,-1 1 1 0 0,1-1-1 0 0,-1 1 1 0 0,1-1-1 0 0,-1 1 0 0 0,0-1 1 0 0,1 0-1 0 0,-1 1 0 0 0,0-1 1 0 0,0 1-1 0 0,0-1 1 0 0,0 1-1 0 0,-1-1 0 0 0,1 0 1 0 0,-1-2-1 0 0,-2-7 377 0 0,0 0 0 0 0,-1 0 0 0 0,-9-18 0 0 0,-1-4 485 0 0,14 31-906 0 0,-5-7-109 0 0</inkml:trace>
</inkml:ink>
</file>

<file path=ppt/ink/ink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9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 72 0 0,'58'2'3921'0'0,"-31"-6"-3116"0"0,1-2 1 0 0,-1 0-1 0 0,29-11 1 0 0,-51 15-593 0 0,-3 2-105 0 0,0-1 0 0 0,0 1 0 0 0,1 0 0 0 0,-1-1 0 0 0,0 0 0 0 0,0 1 0 0 0,0-1 0 0 0,0 0-1 0 0,-1 0 1 0 0,1 0 0 0 0,0 0 0 0 0,0 0 0 0 0,0-1 0 0 0,-1 1 0 0 0,1-1 0 0 0,-1 1 0 0 0,1-1 0 0 0,-1 1 0 0 0,1-1 0 0 0,-1 0 0 0 0,0 0 0 0 0,0 1 0 0 0,0-1 0 0 0,0 0 0 0 0,0 0-1 0 0,0 0 1 0 0,-1 0 0 0 0,2-4 0 0 0,-42 4 313 0 0,37 2-395 0 0,0 0-1 0 0,0 1 1 0 0,0-1 0 0 0,0 1-1 0 0,0 0 1 0 0,0 0 0 0 0,0 0-1 0 0,0 0 1 0 0,0 1-1 0 0,0-1 1 0 0,-4 4 0 0 0,6-4-19 0 0,0 0 0 0 0,0-1 0 0 0,0 1 0 0 0,1 0 0 0 0,-1 0 0 0 0,0 0 0 0 0,0 0 0 0 0,1 1 0 0 0,-1-1 0 0 0,1 0 0 0 0,-1 0 0 0 0,1 0 0 0 0,-1 0 0 0 0,1 1 0 0 0,0-1 0 0 0,0 0 0 0 0,0 0 0 0 0,-1 1 1 0 0,1-1-1 0 0,1 2 0 0 0,-1 0-16 0 0,1 0 1 0 0,0 0-1 0 0,0-1 1 0 0,0 1-1 0 0,1 0 0 0 0,-1-1 1 0 0,1 1-1 0 0,-1-1 1 0 0,1 1-1 0 0,0-1 1 0 0,0 0-1 0 0,0 0 1 0 0,0 1-1 0 0,0-2 1 0 0,0 1-1 0 0,1 0 1 0 0,-1 0-1 0 0,1-1 1 0 0,-1 1-1 0 0,6 1 1 0 0,10 3-189 0 0,0-1 1 0 0,0-1 0 0 0,0-1-1 0 0,1 0 1 0 0,-1-1-1 0 0,1-1 1 0 0,0-1 0 0 0,-1-1-1 0 0,1 0 1 0 0,-1-2 0 0 0,1 0-1 0 0,29-9 1 0 0,-40 9 139 0 0,0 1 0 0 0,-1-1 0 0 0,0-1 1 0 0,1 0-1 0 0,-1 0 0 0 0,0 0 0 0 0,-1-1 0 0 0,9-7 1 0 0,-12 9 112 0 0,0 1 1 0 0,-1-1 0 0 0,1 0-1 0 0,-1 0 1 0 0,0 0-1 0 0,0-1 1 0 0,0 1 0 0 0,0 0-1 0 0,-1-1 1 0 0,1 1 0 0 0,-1-1-1 0 0,0 0 1 0 0,0 1-1 0 0,0-1 1 0 0,-1 0 0 0 0,1 1-1 0 0,-1-1 1 0 0,0-7 0 0 0,0 8 53 0 0,-2 2-70 0 0,1 0 0 0 0,-1 0 1 0 0,1 0-1 0 0,-1 0 0 0 0,0 0 0 0 0,0 0 0 0 0,0 0 0 0 0,1 1 0 0 0,-1-1 0 0 0,0 1 0 0 0,-3-1 1 0 0,1 3-30 0 0,1 0 1 0 0,0 0 0 0 0,0 0 0 0 0,0 1 0 0 0,0-1-1 0 0,0 1 1 0 0,0 0 0 0 0,1 0 0 0 0,-1 0 0 0 0,1 0 0 0 0,0 0-1 0 0,0 1 1 0 0,0-1 0 0 0,0 1 0 0 0,1-1 0 0 0,-3 8 0 0 0,3-8-13 0 0,0 0 0 0 0,1-1 0 0 0,-1 1 0 0 0,1 0 0 0 0,0 0 0 0 0,0 0 0 0 0,0-1 0 0 0,0 1 0 0 0,0 0 0 0 0,0 0 0 0 0,1 0 0 0 0,-1-1 0 0 0,1 1 0 0 0,0 0 0 0 0,0 0 0 0 0,0-1 0 0 0,0 1 0 0 0,0-1 0 0 0,1 1 0 0 0,-1-1 0 0 0,1 0 0 0 0,0 1 0 0 0,-1-1 0 0 0,1 0 0 0 0,0 0 0 0 0,3 2 0 0 0,1 0-35 0 0,0 0 0 0 0,1-1 1 0 0,-1 1-1 0 0,1-1 0 0 0,-1-1 1 0 0,1 1-1 0 0,0-1 0 0 0,0-1 1 0 0,0 1-1 0 0,0-1 0 0 0,1 0 1 0 0,-1-1-1 0 0,0 1 0 0 0,0-2 1 0 0,1 1-1 0 0,-1-1 0 0 0,0 0 1 0 0,13-4-1 0 0,9-3 55 0 0,0-2 1 0 0,0-1 0 0 0,29-16-1 0 0,-50 23 57 0 0,1 1 96 0 0,-1 0-1 0 0,1 1 1 0 0,0 0-1 0 0,0 0 1 0 0,0 1-1 0 0,0 0 1 0 0,0 1-1 0 0,0 0 0 0 0,0 0 1 0 0,0 1-1 0 0,0 0 1 0 0,9 3-1 0 0,40 1 284 0 0,-11 4-4726 0 0</inkml:trace>
</inkml:ink>
</file>

<file path=ppt/ink/ink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2:59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74 616 0 0,'-1'-26'3118'0'0,"2"-21"11903"0"0,-1 82-14734 0 0,23 209 2263 0 0,0-87-3958 0 0,-23-153 1091 0 0,1 1-1 0 0,-1-1 1 0 0,0 1 0 0 0,-1-1 0 0 0,1 1 0 0 0,-1-1-1 0 0,0 0 1 0 0,0 1 0 0 0,0-1 0 0 0,-4 8-1 0 0,4-9-658 0 0,-1 0 0 0 0,1-1 0 0 0,-1 1 0 0 0,1-1 0 0 0,-1 1-1 0 0,0-1 1 0 0,0 0 0 0 0,0 1 0 0 0,-4 2 0 0 0,-2 0-2925 0 0</inkml:trace>
</inkml:ink>
</file>

<file path=ppt/ink/ink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0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0 188 640 0 0,'0'0'3002'0'0,"9"-1"-2416"0"0,215-17 1772 0 0,56-6-1087 0 0,-166 6-467 0 0,0-5 0 0 0,136-47 1 0 0,-228 65 955 0 0,-15 8-730 0 0,-22 22-350 0 0,-5 6-525 0 0,18-26-141 0 0,0 0 1 0 0,0 0 0 0 0,1 0-1 0 0,-1 1 1 0 0,1-1 0 0 0,1 1 0 0 0,-1-1-1 0 0,1 1 1 0 0,0-1 0 0 0,0 1-1 0 0,0-1 1 0 0,1 1 0 0 0,1 7 0 0 0,-1-12-23 0 0,-1-1-1 0 0,0 1 1 0 0,1 0 0 0 0,-1 0 0 0 0,1 0 0 0 0,-1 0 0 0 0,1 0 0 0 0,-1-1 0 0 0,1 1 0 0 0,0 0 0 0 0,-1 0-1 0 0,1-1 1 0 0,0 1 0 0 0,0 0 0 0 0,-1-1 0 0 0,1 1 0 0 0,0-1 0 0 0,0 1 0 0 0,0-1 0 0 0,0 0 0 0 0,0 1-1 0 0,0-1 1 0 0,-1 0 0 0 0,1 0 0 0 0,0 1 0 0 0,0-1 0 0 0,0 0 0 0 0,0 0 0 0 0,0 0 0 0 0,0 0 0 0 0,0 0-1 0 0,0 0 1 0 0,0 0 0 0 0,0-1 0 0 0,0 1 0 0 0,0 0 0 0 0,0-1 0 0 0,0 1 0 0 0,0 0 0 0 0,1-2 0 0 0,42-15-439 0 0,-41 15 372 0 0,14-7-167 0 0,-11 6 150 0 0,-1 0 1 0 0,1 0 0 0 0,0 0-1 0 0,0 1 1 0 0,0 0 0 0 0,1 0-1 0 0,-1 0 1 0 0,8 0-1 0 0,-12 2 28 0 0,27 8-96 0 0,1 6-2 0 0,-13-6 38 0 0,-1-1 0 0 0,1 0 0 0 0,0-1 1 0 0,34 7-1 0 0,-47-13 123 0 0,1 1 1 0 0,-1-1 0 0 0,0 0-1 0 0,0 0 1 0 0,0 0-1 0 0,0 0 1 0 0,0-1 0 0 0,0 0-1 0 0,0 0 1 0 0,0 0 0 0 0,0 0-1 0 0,0-1 1 0 0,0 1-1 0 0,0-1 1 0 0,-1 0 0 0 0,1 0-1 0 0,-1 0 1 0 0,1-1-1 0 0,-1 1 1 0 0,0-1 0 0 0,0 0-1 0 0,0 0 1 0 0,0 0 0 0 0,-1 0-1 0 0,1-1 1 0 0,3-6-1 0 0,13-32 381 0 0,-16 35-230 0 0,0-1-1 0 0,0 1 1 0 0,1 0 0 0 0,0-1 0 0 0,10-11-1 0 0,-14 18-62 0 0,28-21 333 0 0,-3 29-411 0 0,-1 1 1 0 0,-1 1-1 0 0,38 19 1 0 0,39 15-47 0 0,-83-36 126 0 0,0-2 0 0 0,1 1 1 0 0,0-2-1 0 0,0-1 0 0 0,0 0 1 0 0,0-1-1 0 0,1-1 0 0 0,-1 0 0 0 0,29-4 1 0 0,-46 2-48 0 0,0 1 0 0 0,0-1 0 0 0,0 1 0 0 0,1-1 0 0 0,-2 0 0 0 0,1 1 0 0 0,0-1 0 0 0,0 0 0 0 0,0 0 0 0 0,0 0 0 0 0,0 0 0 0 0,-1 0 0 0 0,1 0 0 0 0,0 0 0 0 0,-1 0 0 0 0,1 0 0 0 0,-1 0 0 0 0,1 0 0 0 0,-1 0 0 0 0,1-1 0 0 0,-1 1 0 0 0,0 0 0 0 0,0 0 0 0 0,0 0 0 0 0,1-1 0 0 0,-1 1 0 0 0,0 0 0 0 0,-1 0 0 0 0,1-1 0 0 0,0 1 0 0 0,0 0 0 0 0,0 0 0 0 0,-1 0 0 0 0,1 0 0 0 0,-1-1 0 0 0,1 1 0 0 0,-1-1 0 0 0,-19-43 686 0 0,17 40-690 0 0,0 0 0 0 0,-1 0 0 0 0,0 1 0 0 0,0-1 0 0 0,0 1 0 0 0,0 0 0 0 0,-1 0 0 0 0,0 0 0 0 0,0 1 0 0 0,0-1 0 0 0,0 1 0 0 0,0 1 0 0 0,-1-1 0 0 0,1 1 0 0 0,-8-3 0 0 0,8 4-503 0 0,0 0-1 0 0,0 1 1 0 0,-1-1 0 0 0,1 1-1 0 0,0 0 1 0 0,-1 1 0 0 0,1-1-1 0 0,0 1 1 0 0,0 0 0 0 0,0 0-1 0 0,-6 3 1 0 0,-2 0-3773 0 0</inkml:trace>
</inkml:ink>
</file>

<file path=ppt/ink/ink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1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1 198 268 0 0,'0'0'3891'0'0,"1"1"-3785"0"0,-1 0 0 0 0,1 0 0 0 0,0 0-1 0 0,0-1 1 0 0,0 1 0 0 0,0 0 0 0 0,0 0 0 0 0,0-1 0 0 0,0 1-1 0 0,0-1 1 0 0,0 1 0 0 0,0-1 0 0 0,1 1 0 0 0,1-1 0 0 0,11-2 301 0 0,11-2 150 0 0,-1-1 0 0 0,0-1 0 0 0,0-1 0 0 0,0-2 0 0 0,30-14 0 0 0,-42 16-329 0 0,0-1-1 0 0,-1 0 0 0 0,0 0 1 0 0,0-1-1 0 0,-1-1 0 0 0,-1 0 1 0 0,1 0-1 0 0,-1-1 0 0 0,12-19 1 0 0,-21 29-210 0 0,1 0 1 0 0,0 1 0 0 0,-1-1 0 0 0,1 0-1 0 0,-1 0 1 0 0,1 0 0 0 0,-1 1-1 0 0,1-1 1 0 0,-1 0 0 0 0,0 0-1 0 0,1 0 1 0 0,-1 0 0 0 0,0 0-1 0 0,0 0 1 0 0,0 0 0 0 0,0 0-1 0 0,0 0 1 0 0,0 0 0 0 0,0 0 0 0 0,0 0-1 0 0,0 0 1 0 0,0 0 0 0 0,0 1-1 0 0,0-1 1 0 0,-1 0 0 0 0,1 0-1 0 0,0 0 1 0 0,-1 0 0 0 0,1 0-1 0 0,-1 0 1 0 0,1 1 0 0 0,-1-1 0 0 0,1 0-1 0 0,-1 0 1 0 0,0 1 0 0 0,1-1-1 0 0,-1 0 1 0 0,0 1 0 0 0,-1-2-1 0 0,0 1 0 0 0,1 0 0 0 0,-1 1 0 0 0,0-1-1 0 0,0 0 1 0 0,0 1 0 0 0,0-1 0 0 0,0 1-1 0 0,0 0 1 0 0,0-1 0 0 0,0 1-1 0 0,0 0 1 0 0,0 0 0 0 0,0 1 0 0 0,0-1-1 0 0,-2 1 1 0 0,-2 1-5 0 0,0 1-1 0 0,1 0 1 0 0,-1 0 0 0 0,1 1-1 0 0,-1-1 1 0 0,1 1 0 0 0,0 1-1 0 0,1-1 1 0 0,-1 1-1 0 0,1-1 1 0 0,0 1 0 0 0,0 0-1 0 0,0 1 1 0 0,1-1 0 0 0,-1 1-1 0 0,1 0 1 0 0,1-1-1 0 0,-3 9 1 0 0,3-9-10 0 0,0-1 1 0 0,1 0-1 0 0,-1 1 0 0 0,1-1 1 0 0,1 1-1 0 0,-1 0 0 0 0,1-1 0 0 0,-1 1 1 0 0,1-1-1 0 0,0 1 0 0 0,1 0 1 0 0,-1-1-1 0 0,1 1 0 0 0,0-1 0 0 0,0 1 1 0 0,1-1-1 0 0,-1 1 0 0 0,1-1 1 0 0,0 0-1 0 0,0 0 0 0 0,0 0 0 0 0,1 0 1 0 0,0 0-1 0 0,-1 0 0 0 0,8 6 1 0 0,-6-7-10 0 0,0 0 1 0 0,1 0 0 0 0,0-1 0 0 0,0 0 0 0 0,0 0 0 0 0,0 0 0 0 0,0 0 0 0 0,0-1 0 0 0,0 0 0 0 0,1 0 0 0 0,-1 0 0 0 0,0-1 0 0 0,1 0 0 0 0,-1 0 0 0 0,0 0-1 0 0,10-2 1 0 0,8-2-103 0 0,-1-1 0 0 0,35-12-1 0 0,-14 0-131 0 0,0-2 0 0 0,70-44 0 0 0,16-7-267 0 0,-127 69 497 0 0,0 0 0 0 0,0 1 0 0 0,0-1 0 0 0,0 1 0 0 0,0 0 0 0 0,0-1 0 0 0,0 1 0 0 0,1 0 0 0 0,-1 0 0 0 0,0 0-1 0 0,0 1 1 0 0,0-1 0 0 0,0 0 0 0 0,0 1 0 0 0,0 0 0 0 0,0-1 0 0 0,0 1 0 0 0,0 0 0 0 0,0 0 0 0 0,0 0 0 0 0,0 0-1 0 0,-1 0 1 0 0,1 0 0 0 0,3 3 0 0 0,41 47-49 0 0,-15-16 32 0 0,-28-31 137 0 0,1-1 1 0 0,0-1 0 0 0,0 1 0 0 0,0 0-1 0 0,1-1 1 0 0,-1 0 0 0 0,0 0 0 0 0,1 0-1 0 0,0-1 1 0 0,8 3 0 0 0,-11-4 241 0 0,2-2-9 0 0,2-2-134 0 0,-1 0 1 0 0,1 0 0 0 0,0 0 0 0 0,-1-1 0 0 0,0 0 0 0 0,0 0 0 0 0,-1-1 0 0 0,1 1 0 0 0,-1-1 0 0 0,4-9 0 0 0,15-17-1859 0 0,7 3-6069 0 0,-19 20 4341 0 0</inkml:trace>
</inkml:ink>
</file>

<file path=ppt/ink/ink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2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1 400 708 0 0,'1'-1'143'0'0,"17"-10"1857"0"0,1-1 0 0 0,-2-1 0 0 0,0-1 1 0 0,27-27-1 0 0,-43 39-1522 0 0,-1 2-410 0 0,1-1 0 0 0,-1 1 1 0 0,0-1-1 0 0,0 1 1 0 0,0-1-1 0 0,0 1 0 0 0,0-1 1 0 0,0 1-1 0 0,0-1 1 0 0,0 1-1 0 0,0-1 0 0 0,0 1 1 0 0,0-1-1 0 0,0 1 1 0 0,-1 0-1 0 0,1-1 0 0 0,0 1 1 0 0,0-1-1 0 0,0 1 1 0 0,-1-1-1 0 0,1 1 0 0 0,0 0 1 0 0,0-1-1 0 0,-1 1 0 0 0,1-1 1 0 0,0 1-1 0 0,-1 0 1 0 0,1-1-1 0 0,-1 1 0 0 0,1 0 1 0 0,0 0-1 0 0,-1-1 1 0 0,1 1-1 0 0,-1 0 0 0 0,1 0 1 0 0,-1 0-1 0 0,1-1 1 0 0,0 1-1 0 0,-1 0 0 0 0,1 0 1 0 0,-1 0-1 0 0,1 0 1 0 0,-1 0-1 0 0,-3-1-318 0 0,0 0 417 0 0,-23 22 300 0 0,25-20-484 0 0,0 1-1 0 0,0-1 0 0 0,1 1 1 0 0,-1 0-1 0 0,0-1 0 0 0,1 1 1 0 0,0 0-1 0 0,-1 0 0 0 0,1 0 1 0 0,0 0-1 0 0,0 0 0 0 0,0 0 1 0 0,0 0-1 0 0,1 1 0 0 0,-1-1 1 0 0,1 0-1 0 0,-1 0 1 0 0,1 0-1 0 0,0 1 0 0 0,0-1 1 0 0,-1 0-1 0 0,2 1 0 0 0,-1-1 1 0 0,0 0-1 0 0,0 0 0 0 0,1 1 1 0 0,-1-1-1 0 0,1 0 0 0 0,0 0 1 0 0,0 0-1 0 0,0 1 0 0 0,0-1 1 0 0,0 0-1 0 0,0 0 0 0 0,0-1 1 0 0,1 1-1 0 0,-1 0 0 0 0,1 0 1 0 0,-1-1-1 0 0,1 1 0 0 0,3 2 1 0 0,-1-1-79 0 0,1 0 0 0 0,-1-1 1 0 0,1 1-1 0 0,0-1 0 0 0,0 0 0 0 0,0-1 1 0 0,0 1-1 0 0,0-1 0 0 0,0 0 0 0 0,0 0 1 0 0,0 0-1 0 0,1-1 0 0 0,-1 1 0 0 0,0-2 1 0 0,0 1-1 0 0,1 0 0 0 0,6-3 0 0 0,20-6-74 0 0,-1-2 0 0 0,0-1 0 0 0,-1-2-1 0 0,52-32 1 0 0,-81 45 308 0 0,0 0-108 0 0,1 1 0 0 0,-1 0 0 0 0,0-1 0 0 0,0 1 0 0 0,0 0 1 0 0,0-1-1 0 0,1 1 0 0 0,-1 0 0 0 0,0 0 0 0 0,0 0 0 0 0,0 0 0 0 0,1 0 0 0 0,-1 0 0 0 0,0 0 0 0 0,0 0 0 0 0,0 1 1 0 0,1-1-1 0 0,-1 1 0 0 0,0-1 0 0 0,0 0 0 0 0,0 1 0 0 0,0 0 0 0 0,0-1 0 0 0,0 1 0 0 0,0 0 0 0 0,0-1 0 0 0,0 1 0 0 0,0 0 1 0 0,1 1-1 0 0,17 14-93 0 0,-5-9-98 0 0,0-1-1 0 0,1 0 1 0 0,-1 0-1 0 0,1-2 1 0 0,0 0 0 0 0,0-1-1 0 0,1 0 1 0 0,-1-1-1 0 0,0-1 1 0 0,1 0-1 0 0,0-1 1 0 0,-1-1 0 0 0,1 0-1 0 0,-1-1 1 0 0,0-1-1 0 0,20-6 1 0 0,-25 6 120 0 0,0-1 0 0 0,0-1 0 0 0,0 0 0 0 0,-1 0 0 0 0,0-1 0 0 0,0 0 0 0 0,-1 0 0 0 0,0-1 0 0 0,0 0 0 0 0,0-1 0 0 0,-1 1 0 0 0,0-2 0 0 0,10-13 0 0 0,-9 9 113 0 0,-1 0 1 0 0,0 0-1 0 0,-1 0 0 0 0,0-1 1 0 0,-1 0-1 0 0,-1 0 0 0 0,0-1 1 0 0,-1 1-1 0 0,2-18 0 0 0,-3 12 184 0 0,0 8 224 0 0,-1-1 1 0 0,0 1 0 0 0,-1-1-1 0 0,-2-23 1 0 0,1 34-189 0 0,1 0 9 0 0,-1-4-297 0 0,-2 7 895 0 0,-1 11-822 0 0,0 1 1 0 0,0 1-1 0 0,1-1 0 0 0,1 0 0 0 0,1 1 0 0 0,0-1 1 0 0,0 1-1 0 0,1 0 0 0 0,1-1 0 0 0,4 25 0 0 0,5 9 118 0 0,29 80 0 0 0,-31-104-280 0 0,4 19-3610 0 0,-12-28-5189 0 0</inkml:trace>
</inkml:ink>
</file>

<file path=ppt/ink/ink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2.3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1288 0 0,'0'0'4693'0'0,"5"-7"-1341"0"0,7 4-3324 0 0,-2-1-2328 0 0</inkml:trace>
</inkml:ink>
</file>

<file path=ppt/ink/ink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4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35 104 0 0,'-2'-2'433'0'0,"1"0"1"0"0,-1 0-1 0 0,1 0 0 0 0,-1 0 0 0 0,0 1 1 0 0,0-1-1 0 0,0 0 0 0 0,0 1 0 0 0,0-1 1 0 0,-4-1-1 0 0,-13-10 5103 0 0,22 19-5329 0 0,8 22 18 0 0,-6-18-133 0 0,0 0 1 0 0,-1 0-1 0 0,-1 0 1 0 0,1 1-1 0 0,-2-1 1 0 0,1 1-1 0 0,-2-1 0 0 0,1 1 1 0 0,-1 0-1 0 0,-1 0 1 0 0,-1 14-1 0 0,0-23-78 0 0,0 0 0 0 0,0 1 1 0 0,0-1-1 0 0,0 0 0 0 0,0 0 0 0 0,0 0 0 0 0,-1 0 0 0 0,1 0 1 0 0,-1-1-1 0 0,1 1 0 0 0,-1 0 0 0 0,0-1 0 0 0,0 1 0 0 0,1-1 0 0 0,-1 1 1 0 0,0-1-1 0 0,-4 2 0 0 0,-36 13 184 0 0,40-16-330 0 0,0-19-6916 0 0,1 15 4112 0 0</inkml:trace>
</inkml:ink>
</file>

<file path=ppt/ink/ink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6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466 36 160 0 0,'0'-2'268'0'0,"0"1"-1"0"0,0-1 1 0 0,0 1-1 0 0,0-1 1 0 0,-1 0 0 0 0,1 1-1 0 0,0-1 1 0 0,-1 1-1 0 0,1 0 1 0 0,-1-1 0 0 0,1 1-1 0 0,-1-1 1 0 0,0 1-1 0 0,0 0 1 0 0,1-1 0 0 0,-1 1-1 0 0,0 0 1 0 0,0 0-1 0 0,0 0 1 0 0,0 0 0 0 0,-1 0-1 0 0,1 0 1 0 0,0 0-1 0 0,-2-1 1 0 0,1 2-170 0 0,0-1-1 0 0,0 1 0 0 0,0 0 1 0 0,0 0-1 0 0,0 0 1 0 0,0 0-1 0 0,0 0 0 0 0,0 0 1 0 0,0 1-1 0 0,0-1 1 0 0,0 1-1 0 0,0 0 0 0 0,0-1 1 0 0,0 1-1 0 0,0 0 1 0 0,-3 2-1 0 0,-13 7 101 0 0,1 1 0 0 0,0 1 0 0 0,1 1 0 0 0,0 0-1 0 0,0 1 1 0 0,-14 18 0 0 0,-75 101 397 0 0,84-104-439 0 0,1-1-27 0 0,1 0 1 0 0,2 2 0 0 0,1 0-1 0 0,1 1 1 0 0,2 0 0 0 0,0 1 0 0 0,3 0-1 0 0,1 1 1 0 0,-9 56 0 0 0,16-72-141 0 0,0 0 1 0 0,1 0-1 0 0,1 1 1 0 0,1-1-1 0 0,1 0 1 0 0,0 0 0 0 0,1 0-1 0 0,0 0 1 0 0,2-1-1 0 0,0 1 1 0 0,1-1-1 0 0,0 0 1 0 0,1 0-1 0 0,1-1 1 0 0,1 0-1 0 0,0-1 1 0 0,1 0-1 0 0,0 0 1 0 0,1-1 0 0 0,23 22-1 0 0,-24-27-383 0 0,0 0-1 0 0,1 0 1 0 0,0-1 0 0 0,19 9-1 0 0,25 3-4477 0 0,-29-13 2129 0 0</inkml:trace>
</inkml:ink>
</file>

<file path=ppt/ink/ink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7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34 368 0 0,'4'-21'3479'0'0,"-7"8"4415"0"0,3 13-7813 0 0,-23 31 190 0 0,1 0 0 0 0,2 1 0 0 0,0 1 0 0 0,3 1-1 0 0,1 1 1 0 0,1 1 0 0 0,-13 49 0 0 0,27-82-249 0 0,0 0 0 0 0,0 0 0 0 0,1 0 0 0 0,-1 0 1 0 0,1 0-1 0 0,0 0 0 0 0,0 0 0 0 0,0 0 1 0 0,0 0-1 0 0,0 0 0 0 0,1 1 0 0 0,-1-1 0 0 0,1 0 1 0 0,0 0-1 0 0,0-1 0 0 0,0 1 0 0 0,2 4 0 0 0,-2-6-13 0 0,1 0 0 0 0,0 0-1 0 0,0 0 1 0 0,0 0 0 0 0,-1 0-1 0 0,1 0 1 0 0,0 0-1 0 0,0-1 1 0 0,0 1 0 0 0,0-1-1 0 0,0 1 1 0 0,0-1 0 0 0,0 0-1 0 0,1 0 1 0 0,-1 0-1 0 0,0 0 1 0 0,0 0 0 0 0,0 0-1 0 0,0 0 1 0 0,0-1 0 0 0,0 1-1 0 0,0-1 1 0 0,0 0-1 0 0,0 1 1 0 0,3-3 0 0 0,16-6-46 0 0,1 0 1 0 0,-1-2-1 0 0,-1-1 0 0 0,22-16 1 0 0,13-7-161 0 0,-53 34 148 0 0,0 0-1 0 0,0-1 0 0 0,0 1 0 0 0,0 0 0 0 0,1 0 1 0 0,-1 0-1 0 0,0 1 0 0 0,1-1 0 0 0,-1 0 1 0 0,0 1-1 0 0,1 0 0 0 0,-1-1 0 0 0,1 1 1 0 0,-1 0-1 0 0,1 0 0 0 0,-1 1 0 0 0,4-1 1 0 0,-1 3-28 0 0,0-1 1 0 0,1 1 0 0 0,-2 0 0 0 0,1 0-1 0 0,0 0 1 0 0,6 6 0 0 0,-3-3 34 0 0,-1-1 1 0 0,1 0 0 0 0,0 0-1 0 0,0-1 1 0 0,0 0-1 0 0,1-1 1 0 0,-1 0 0 0 0,1 0-1 0 0,0-1 1 0 0,0 0 0 0 0,0 0-1 0 0,0-1 1 0 0,13 0-1 0 0,-18-1 100 0 0,0 0-1 0 0,0-1 1 0 0,0 1 0 0 0,0-1-1 0 0,0 0 1 0 0,0 0-1 0 0,0-1 1 0 0,0 1-1 0 0,-1-1 1 0 0,1 0-1 0 0,-1 0 1 0 0,1 0-1 0 0,-1 0 1 0 0,1-1-1 0 0,-1 1 1 0 0,0-1 0 0 0,0 0-1 0 0,-1 0 1 0 0,1 0-1 0 0,0 0 1 0 0,-1 0-1 0 0,0-1 1 0 0,0 1-1 0 0,0-1 1 0 0,0 0-1 0 0,0 1 1 0 0,-1-1 0 0 0,0 0-1 0 0,0 0 1 0 0,0 0-1 0 0,0 0 1 0 0,0-5-1 0 0,1-3 84 0 0,-1 1 0 0 0,-1-1 0 0 0,0 1 0 0 0,-1-1 0 0 0,0 0 0 0 0,0 1 0 0 0,-1 0 0 0 0,-1-1 0 0 0,0 1 0 0 0,0 0 0 0 0,-1 0 0 0 0,-11-20 0 0 0,14 30-614 0 0,-15 18-8918 0 0</inkml:trace>
</inkml:ink>
</file>

<file path=ppt/ink/ink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7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19 220 0 0,'-1'-2'164'0'0,"0"1"1"0"0,0-1-1 0 0,-1 1 1 0 0,1 0-1 0 0,0-1 1 0 0,-1 1-1 0 0,1 0 1 0 0,-1 0-1 0 0,1 0 0 0 0,-1 0 1 0 0,0 1-1 0 0,1-1 1 0 0,-1 0-1 0 0,0 1 1 0 0,0-1-1 0 0,1 1 0 0 0,-1-1 1 0 0,0 1-1 0 0,0 0 1 0 0,0 0-1 0 0,1 0 1 0 0,-1 0-1 0 0,0 0 1 0 0,0 0-1 0 0,0 0 0 0 0,0 1 1 0 0,1-1-1 0 0,-1 1 1 0 0,0-1-1 0 0,0 1 1 0 0,1 0-1 0 0,-1-1 0 0 0,0 1 1 0 0,1 0-1 0 0,-1 0 1 0 0,1 0-1 0 0,-1 0 1 0 0,1 1-1 0 0,-2 1 1 0 0,-2 0 13 0 0,1 1 1 0 0,-1 1 0 0 0,1-1 0 0 0,0 1 0 0 0,0 0 0 0 0,0 0 0 0 0,1 0 0 0 0,0 0 0 0 0,0 1 0 0 0,-5 10 0 0 0,7-11-108 0 0,0-1 0 0 0,0 0 0 0 0,0 1-1 0 0,1 0 1 0 0,-1-1 0 0 0,1 1 0 0 0,0-1-1 0 0,1 1 1 0 0,-1-1 0 0 0,1 1 0 0 0,0-1 0 0 0,0 1-1 0 0,0-1 1 0 0,0 1 0 0 0,1-1 0 0 0,0 0 0 0 0,0 0-1 0 0,2 4 1 0 0,1-1 35 0 0,0-1-1 0 0,0 0 1 0 0,0 0-1 0 0,1 0 1 0 0,0-1 0 0 0,0 0-1 0 0,0 0 1 0 0,1 0-1 0 0,10 5 1 0 0,-16-9-63 0 0,0 0 0 0 0,1-1 0 0 0,-1 1-1 0 0,0 0 1 0 0,1-1 0 0 0,-1 1 0 0 0,1-1 0 0 0,-1 0 0 0 0,1 1-1 0 0,-1-1 1 0 0,1 0 0 0 0,-1 0 0 0 0,1 0 0 0 0,-1 0 0 0 0,1 0 0 0 0,-1 0-1 0 0,1 0 1 0 0,-1-1 0 0 0,1 1 0 0 0,-1-1 0 0 0,1 1 0 0 0,-1-1-1 0 0,3 0 1 0 0,-2-1 37 0 0,1 0 1 0 0,-1 0-1 0 0,0 0 0 0 0,0 0 0 0 0,0-1 1 0 0,0 1-1 0 0,0-1 0 0 0,0 1 0 0 0,-1-1 0 0 0,1 1 1 0 0,0-5-1 0 0,2-3 169 0 0,0 0 0 0 0,-1 0-1 0 0,0 0 1 0 0,-1-1 0 0 0,1-14 0 0 0,-2 18-250 0 0,-1-1 1 0 0,0 0-1 0 0,0 0 1 0 0,0 0-1 0 0,-1 1 1 0 0,-1-1-1 0 0,1 0 1 0 0,-1 1-1 0 0,0-1 1 0 0,-1 1-1 0 0,0-1 1 0 0,0 1-1 0 0,-7-10 1 0 0,9 16-749 0 0,-15 2-10538 0 0</inkml:trace>
</inkml:ink>
</file>

<file path=ppt/ink/ink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7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15 200 0 0,'10'3'668'0'0,"-1"0"0"0"0,1 1 0 0 0,-1 1 1 0 0,-1-1-1 0 0,1 1 0 0 0,0 1 0 0 0,10 8 0 0 0,-12-7-372 0 0,1 0 1 0 0,-1 1-1 0 0,-1-1 0 0 0,1 1 0 0 0,-1 0 0 0 0,-1 1 1 0 0,0 0-1 0 0,0 0 0 0 0,0 0 0 0 0,-1 0 0 0 0,4 16 1 0 0,-7-23-132 0 0,0 3 4204 0 0,1-14-4266 0 0,1-1 1 0 0,1 1-1 0 0,-1 0 0 0 0,1 0 1 0 0,1 0-1 0 0,0 1 0 0 0,0 0 1 0 0,0 0-1 0 0,1 0 0 0 0,14-14 1 0 0,-13 15-386 0 0,1 1 0 0 0,0 0 1 0 0,0 0-1 0 0,1 0 0 0 0,0 1 1 0 0,0 0-1 0 0,0 1 0 0 0,1 0 1 0 0,-1 0-1 0 0,20-4 0 0 0,38-2-2327 0 0,-22 9-1946 0 0,-24 3 2019 0 0</inkml:trace>
</inkml:ink>
</file>

<file path=ppt/ink/ink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8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93 233 376 0 0,'0'0'3170'0'0,"-6"2"-2607"0"0,-5 2-429 0 0,3-1 260 0 0,-1 0-1 0 0,1 0 0 0 0,0 1 1 0 0,0 0-1 0 0,1 1 0 0 0,-1 0 1 0 0,-9 8-1 0 0,16-12-195 0 0,-1 15 457 0 0,3-14-628 0 0,0 0 0 0 0,0 0 0 0 0,0 0 0 0 0,1 0 0 0 0,-1 0 0 0 0,0 0 0 0 0,1-1-1 0 0,-1 1 1 0 0,1 0 0 0 0,-1-1 0 0 0,1 1 0 0 0,0-1 0 0 0,0 0 0 0 0,0 0 0 0 0,0 1-1 0 0,0-1 1 0 0,0 0 0 0 0,0-1 0 0 0,0 1 0 0 0,0 0 0 0 0,0-1 0 0 0,0 1-1 0 0,4 0 1 0 0,-2-1-1 0 0,0-1-1 0 0,0 1 1 0 0,0-1 0 0 0,0 0-1 0 0,0 0 1 0 0,0 0-1 0 0,0-1 1 0 0,0 1-1 0 0,0-1 1 0 0,0 0-1 0 0,6-4 1 0 0,1-2 3 0 0,0-1 0 0 0,0 0 0 0 0,-1 0 1 0 0,0-1-1 0 0,-1 0 0 0 0,0-1 0 0 0,7-12 0 0 0,-6 5 307 0 0,0-2-1 0 0,-2 1 1 0 0,-1-1 0 0 0,0 0-1 0 0,-2-1 1 0 0,0 0-1 0 0,-1 1 1 0 0,1-25-1 0 0,-6 28 1734 0 0,-7 31-1464 0 0,4-5-676 0 0,-5 9 154 0 0,2 0-1 0 0,0 0 0 0 0,1 1 1 0 0,1 0-1 0 0,1 0 0 0 0,1 0 1 0 0,0 0-1 0 0,2 0 0 0 0,0 26 1 0 0,-8 56-2074 0 0,10-72-416 0 0,2-18-4006 0 0,0-1 3565 0 0</inkml:trace>
</inkml:ink>
</file>

<file path=ppt/ink/ink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09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 24 272 0 0,'0'0'4886'0'0,"-5"-2"-4120"0"0,-9-3-246 0 0,1 1 1 0 0,0 1-1 0 0,-1 0 0 0 0,0 0 1 0 0,0 1-1 0 0,-14 1 1 0 0,18 0-307 0 0,0 1 1 0 0,0 1-1 0 0,0-1 1 0 0,0 2-1 0 0,0-1 1 0 0,0 2-1 0 0,0-1 1 0 0,0 1-1 0 0,-16 8 1 0 0,25-10-195 0 0,-1-1 1 0 0,1 1 0 0 0,0 0-1 0 0,0-1 1 0 0,0 1 0 0 0,0 0-1 0 0,0 0 1 0 0,0 0 0 0 0,0 0-1 0 0,0 0 1 0 0,0 0 0 0 0,1 1-1 0 0,-1-1 1 0 0,0 0 0 0 0,1 0-1 0 0,-1 0 1 0 0,1 1 0 0 0,-1-1-1 0 0,1 0 1 0 0,-1 1 0 0 0,1-1-1 0 0,0 0 1 0 0,0 2 0 0 0,0 0 6 0 0,0 1 1 0 0,1-1 0 0 0,-1 0-1 0 0,1 0 1 0 0,0 0 0 0 0,0 0 0 0 0,0-1-1 0 0,0 1 1 0 0,1 0 0 0 0,1 3 0 0 0,6 7 49 0 0,1 0 1 0 0,0 0 0 0 0,14 13 0 0 0,-16-18-30 0 0,56 65 283 0 0,-63-71-280 0 0,-2 1-18 0 0,2-3-31 0 0,-1 0-1 0 0,0 1 1 0 0,0-1 0 0 0,0 0-1 0 0,0 0 1 0 0,0 1-1 0 0,0-1 1 0 0,0 0 0 0 0,0 0-1 0 0,0 1 1 0 0,0-1-1 0 0,0 0 1 0 0,0 0 0 0 0,0 1-1 0 0,0-1 1 0 0,0 0-1 0 0,0 0 1 0 0,0 1 0 0 0,-1-1-1 0 0,1 0 1 0 0,0 0 0 0 0,0 1-1 0 0,0-1 1 0 0,0 0-1 0 0,0 0 1 0 0,-1 0 0 0 0,1 0-1 0 0,0 1 1 0 0,0-1-1 0 0,0 0 1 0 0,0 0 0 0 0,-1 0-1 0 0,1 0 1 0 0,0 1 0 0 0,0-1-1 0 0,-1 0 1 0 0,1 0-1 0 0,0 0 1 0 0,0 0 0 0 0,-1 0-1 0 0,-31 0-9 0 0,29 0-76 0 0,-17 2-2541 0 0</inkml:trace>
</inkml:ink>
</file>

<file path=ppt/ink/ink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0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1 704 0 0,'11'17'7369'0'0,"-15"-4"-6940"0"0,-1 0 0 0 0,-1 0 0 0 0,0-1 0 0 0,0 0 0 0 0,-1 0-1 0 0,-1 0 1 0 0,0-1 0 0 0,-1 0 0 0 0,0-1 0 0 0,0 0 0 0 0,-1-1 0 0 0,-12 10-1 0 0,-61 39-1797 0 0,-2-11-5291 0 0,61-36 3497 0 0</inkml:trace>
</inkml:ink>
</file>

<file path=ppt/ink/ink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2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2 688 0 0,'-3'-2'5466'0'0,"-3"11"-2260"0"0,-12 29-1271 0 0,-14 43-1518 0 0,30-73-422 0 0,-1-1 0 0 0,0 0-1 0 0,0 0 1 0 0,0-1 0 0 0,-1 1 0 0 0,0-1 0 0 0,0 0 0 0 0,-7 8 0 0 0,10-13-448 0 0</inkml:trace>
</inkml:ink>
</file>

<file path=ppt/ink/ink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2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49 140 0 0,'0'-2'244'0'0,"0"1"0"0"0,-1-1 0 0 0,1 1 0 0 0,0-1 0 0 0,0 0 0 0 0,0 1 0 0 0,0-1 0 0 0,0 1 0 0 0,1-1 0 0 0,-1 0 0 0 0,0 1 0 0 0,1-1 0 0 0,-1 1 0 0 0,1-1 0 0 0,-1 1 0 0 0,1-1 0 0 0,0 1 0 0 0,0-1 0 0 0,0 1 0 0 0,0 0 0 0 0,0 0 0 0 0,0-1 0 0 0,0 1 0 0 0,0 0 0 0 0,0 0 0 0 0,0 0 0 0 0,1 0 0 0 0,-1 0 0 0 0,0 0 0 0 0,1 0 0 0 0,2 0 0 0 0,-3 0-253 0 0,0 1-46 0 0,0-1 1 0 0,0 1 0 0 0,0-1 0 0 0,0 1-1 0 0,0 0 1 0 0,-1-1 0 0 0,1 1 0 0 0,0 0-1 0 0,0-1 1 0 0,0 1 0 0 0,0 0 0 0 0,0 0-1 0 0,0 0 1 0 0,0 0 0 0 0,0 0 0 0 0,0 0-1 0 0,0 0 1 0 0,0 0 0 0 0,0 1 0 0 0,0-1-1 0 0,0 0 1 0 0,0 0 0 0 0,0 1-1 0 0,0 0 1 0 0,23 5-3284 0 0,-15-4 1510 0 0</inkml:trace>
</inkml:ink>
</file>

<file path=ppt/ink/ink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3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1 488 0 0,'-22'42'4220'0'0,"21"-33"519"0"0,15-11-2373 0 0,35-22-1602 0 0,-8 4-66 0 0,-39 20-732 0 0,48 23-2601 0 0,-17-5-3466 0 0</inkml:trace>
</inkml:ink>
</file>

<file path=ppt/ink/ink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3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15 856 0 0,'15'-14'6418'0'0,"-15"14"-6338"0"0,0 0 0 0 0,0 0-1 0 0,0 0 1 0 0,1-1 0 0 0,-1 1-1 0 0,0 0 1 0 0,0 0-1 0 0,0 0 1 0 0,0 0 0 0 0,1 0-1 0 0,-1 0 1 0 0,0 0-1 0 0,0 0 1 0 0,0 0 0 0 0,0 0-1 0 0,0 0 1 0 0,1 0 0 0 0,-1 0-1 0 0,0 0 1 0 0,0 0-1 0 0,0 1 1 0 0,0-1 0 0 0,1 0-1 0 0,-1 0 1 0 0,0 0 0 0 0,0 0-1 0 0,0 0 1 0 0,0 0-1 0 0,0 0 1 0 0,1 0 0 0 0,-1 1-1 0 0,0-1 1 0 0,0 0 0 0 0,0 0-1 0 0,0 0 1 0 0,0 0-1 0 0,0 0 1 0 0,0 0 0 0 0,0 1-1 0 0,0-1 1 0 0,0 0-1 0 0,0 0 1 0 0,1 0 0 0 0,-1 0-1 0 0,0 1 1 0 0,0-1 0 0 0,0 0-1 0 0,0 0 1 0 0,-4 38 1982 0 0,3-31-2276 0 0,-38 206 2108 0 0,6-24-4743 0 0,31-180 1889 0 0,-1 0-723 0 0,3-3-3089 0 0</inkml:trace>
</inkml:ink>
</file>

<file path=ppt/ink/ink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3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78 380 260 0 0,'18'-11'557'0'0,"-2"-1"0"0"0,1 0 0 0 0,-2-1 0 0 0,0-1 0 0 0,0-1 0 0 0,-2 0 0 0 0,1-1 0 0 0,-2 0 0 0 0,0-1 1 0 0,-1 0-1 0 0,-1-1 0 0 0,-1 0 0 0 0,0 0 0 0 0,-1-1 0 0 0,-2-1 0 0 0,1 1 0 0 0,5-35 0 0 0,-12 52-467 0 0,0-1 0 0 0,0 1 0 0 0,0-1 1 0 0,-1 1-1 0 0,1 0 0 0 0,0-1 0 0 0,-1 1 0 0 0,0 0 1 0 0,1-1-1 0 0,-1 1 0 0 0,0 0 0 0 0,0 0 0 0 0,0 0 0 0 0,-1-1 1 0 0,1 1-1 0 0,0 0 0 0 0,-1 1 0 0 0,0-1 0 0 0,1 0 1 0 0,-1 0-1 0 0,0 1 0 0 0,0-1 0 0 0,0 1 0 0 0,0 0 0 0 0,0-1 1 0 0,-2 0-1 0 0,2 1 45 0 0,-19 16 88 0 0,-1-2-121 0 0,-2 17 9 0 0,0 0 1 0 0,3 2 0 0 0,0 0-1 0 0,2 1 1 0 0,2 1 0 0 0,0 1-1 0 0,3 0 1 0 0,1 1-1 0 0,2 1 1 0 0,1 0 0 0 0,2 0-1 0 0,1 1 1 0 0,2 0-1 0 0,0 48 1 0 0,4-68-28 0 0,0-16-45 0 0,1 0-1 0 0,-1 0 0 0 0,1 0 0 0 0,0 0 1 0 0,0 0-1 0 0,0 0 0 0 0,0 0 0 0 0,0 0 1 0 0,0 0-1 0 0,0 0 0 0 0,1 0 0 0 0,-1 0 1 0 0,1 0-1 0 0,-1 0 0 0 0,1 0 0 0 0,0 0 1 0 0,1 2-1 0 0,-1-3 567 0 0,14 1-243 0 0,28 0-363 0 0,64 12 0 0 0,-76-8-13 0 0,0-2-1 0 0,0-1 0 0 0,0-1 1 0 0,0-1-1 0 0,36-5 0 0 0,-61 3 65 0 0,1-1-1 0 0,-1 1 0 0 0,0-1 1 0 0,0-1-1 0 0,0 1 1 0 0,0-1-1 0 0,0 0 1 0 0,-1 0-1 0 0,0-1 1 0 0,1 0-1 0 0,-1 0 0 0 0,5-5 1 0 0,-9 8 63 0 0,-2-20 501 0 0,1 17-4080 0 0</inkml:trace>
</inkml:ink>
</file>

<file path=ppt/ink/ink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4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1220 0 0,'0'0'1784'0'0,"13"2"1369"0"0,-7 1-485 0 0,4 1 1764 0 0,-36-20-11984 0 0</inkml:trace>
</inkml:ink>
</file>

<file path=ppt/ink/ink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5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64 788 0 0,'-22'-30'5551'0'0,"20"27"-5277"0"0,-1 0-1 0 0,0 1 0 0 0,0-1 1 0 0,0 0-1 0 0,0 1 1 0 0,-1-1-1 0 0,1 1 0 0 0,-1 0 1 0 0,0 0-1 0 0,1 1 1 0 0,-1-1-1 0 0,0 1 0 0 0,0 0 1 0 0,0 0-1 0 0,0 0 1 0 0,0 0-1 0 0,0 1 0 0 0,-7-1 1 0 0,4 2-118 0 0,-1 0 1 0 0,1 0-1 0 0,-1 1 0 0 0,1 0 1 0 0,0 0-1 0 0,0 1 1 0 0,0 0-1 0 0,0 0 0 0 0,-10 6 1 0 0,-7 8-82 0 0,0 1-1 0 0,1 1 1 0 0,1 1 0 0 0,-22 25-1 0 0,-4 6 88 0 0,-63 85-1 0 0,99-118-131 0 0,0 0 1 0 0,1 1 0 0 0,1 1-1 0 0,0-1 1 0 0,2 2-1 0 0,0-1 1 0 0,2 1-1 0 0,0 0 1 0 0,-3 27-1 0 0,8-41-21 0 0,0 0-1 0 0,1 0 1 0 0,0 0-1 0 0,0-1 1 0 0,1 1-1 0 0,0 0 0 0 0,0 0 1 0 0,0 0-1 0 0,1-1 1 0 0,0 1-1 0 0,1-1 1 0 0,-1 0-1 0 0,1 1 1 0 0,6 8-1 0 0,-6-10-2 0 0,1-1 0 0 0,-1 0 0 0 0,1 0-1 0 0,0-1 1 0 0,0 1 0 0 0,1-1 0 0 0,-1 1 0 0 0,1-1 0 0 0,-1-1 0 0 0,1 1-1 0 0,0-1 1 0 0,0 0 0 0 0,0 0 0 0 0,1 0 0 0 0,-1-1 0 0 0,0 1 0 0 0,0-1-1 0 0,10 0 1 0 0,12 0 21 0 0,0-2-1 0 0,0-1 0 0 0,0-1 1 0 0,0-1-1 0 0,0-2 0 0 0,0 0 1 0 0,-1-2-1 0 0,0-1 1 0 0,-1-1-1 0 0,0-1 0 0 0,0-1 1 0 0,-2-2-1 0 0,1 0 0 0 0,-2-1 1 0 0,0-1-1 0 0,37-36 0 0 0,-59 52-23 0 0,0-1 0 0 0,1 0 0 0 0,-1 0-1 0 0,1 1 1 0 0,0-1 0 0 0,-1 0 0 0 0,1 1-1 0 0,0-1 1 0 0,-1 0 0 0 0,1 1 0 0 0,0-1-1 0 0,0 1 1 0 0,-1-1 0 0 0,1 1 0 0 0,0-1-1 0 0,0 1 1 0 0,0 0 0 0 0,0 0 0 0 0,-1-1-1 0 0,1 1 1 0 0,0 0 0 0 0,0 0 0 0 0,0 0-1 0 0,0 0 1 0 0,0 0 0 0 0,0 0 0 0 0,0 0-1 0 0,0 0 1 0 0,0 0 0 0 0,0 0 0 0 0,-1 1-1 0 0,1-1 1 0 0,0 0 0 0 0,0 1 0 0 0,0-1-1 0 0,0 0 1 0 0,-1 1 0 0 0,1-1 0 0 0,0 1-1 0 0,0-1 1 0 0,-1 1 0 0 0,1 0 0 0 0,0-1-1 0 0,-1 1 1 0 0,1 0 0 0 0,-1-1 0 0 0,1 1-1 0 0,-1 0 1 0 0,1 0 0 0 0,-1 0 0 0 0,1-1-1 0 0,-1 1 1 0 0,1 1 0 0 0,1 1-30 0 0,0 0 0 0 0,1 0 0 0 0,0 0 0 0 0,-1 0 0 0 0,1-1-1 0 0,0 0 1 0 0,7 5 0 0 0,0-2-2 0 0,1-1-1 0 0,1 0 0 0 0,-1-1 0 0 0,1 0 1 0 0,-1 0-1 0 0,1-2 0 0 0,0 1 0 0 0,0-1 1 0 0,12-1-1 0 0,-22 0 107 0 0,2-3 77 0 0,-3 3-145 0 0,-1 0 0 0 0,0 0 0 0 0,1 0 1 0 0,-1 0-1 0 0,0 0 0 0 0,0 0 0 0 0,1 0 0 0 0,-1 0 1 0 0,0 0-1 0 0,1 0 0 0 0,-1 0 0 0 0,0 0 0 0 0,0 0 1 0 0,1-1-1 0 0,-1 1 0 0 0,0 0 0 0 0,0 0 1 0 0,1 0-1 0 0,-1 0 0 0 0,0-1 0 0 0,0 1 0 0 0,0 0 1 0 0,1 0-1 0 0,-1-1 0 0 0,0 1 0 0 0,0 0 0 0 0,0 0 1 0 0,0-1-1 0 0,0 1 0 0 0,1 0 0 0 0,-1 0 0 0 0,0-1 1 0 0,0 1-1 0 0,0 0 0 0 0,0-1 0 0 0,0 1 0 0 0,0-1 1 0 0,-3-3 40 0 0,-1 0 1 0 0,1 0 0 0 0,-1 0 0 0 0,0 0-1 0 0,1 1 1 0 0,-2-1 0 0 0,1 1 0 0 0,0 0-1 0 0,-1 0 1 0 0,1 1 0 0 0,-1-1 0 0 0,0 1-1 0 0,0 0 1 0 0,0 1 0 0 0,0-1 0 0 0,0 1-1 0 0,-9-2 1 0 0,-44-5-1798 0 0,6 7-6629 0 0</inkml:trace>
</inkml:ink>
</file>

<file path=ppt/ink/ink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6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0 374 424 0 0,'23'22'4866'0'0,"-18"-15"-4479"0"0,-1 0 0 0 0,0 0 0 0 0,-1 0 0 0 0,0 0 0 0 0,0 1 0 0 0,-1-1 0 0 0,0 1 0 0 0,2 9 0 0 0,7 22 2134 0 0,-8-42-2459 0 0,0 1 0 0 0,0-1 0 0 0,-1-1 0 0 0,1 1 0 0 0,-1 0 1 0 0,0-1-1 0 0,0 1 0 0 0,0-1 0 0 0,-1 0 0 0 0,3-7 0 0 0,-3 9-25 0 0,12-39 337 0 0,-12 40-322 0 0,1-1-22 0 0,-2 1-27 0 0,0 0-1 0 0,0 0 1 0 0,1 0-1 0 0,-1 0 1 0 0,1 1-1 0 0,-1-1 1 0 0,1 0-1 0 0,-1 0 0 0 0,1 1 1 0 0,-1-1-1 0 0,1 0 1 0 0,0 1-1 0 0,-1-1 1 0 0,1 1-1 0 0,0-1 1 0 0,0 0-1 0 0,-1 1 1 0 0,1 0-1 0 0,0-1 1 0 0,0 1-1 0 0,0-1 1 0 0,-1 1-1 0 0,1 0 0 0 0,0 0 1 0 0,0-1-1 0 0,0 1 1 0 0,0 0-1 0 0,1 0 1 0 0,17 5 2 0 0,0-1 0 0 0,0 0 0 0 0,0-2 0 0 0,1 0 0 0 0,-1-1 0 0 0,1-1 0 0 0,-1-1 0 0 0,1-1 0 0 0,-1 0 0 0 0,0-2 0 0 0,0 0 0 0 0,0-1 0 0 0,0-1 0 0 0,-1-1 0 0 0,0 0 0 0 0,0-2 0 0 0,25-15 0 0 0,-30 15 12 0 0,1 0 0 0 0,-2-2-1 0 0,1 1 1 0 0,-1-2 0 0 0,-1 1 0 0 0,0-2 0 0 0,-1 1 0 0 0,0-1-1 0 0,11-21 1 0 0,-15 23 35 0 0,-1 1 1 0 0,0-1-1 0 0,-1 0 0 0 0,0-1 0 0 0,-1 1 0 0 0,0-1 0 0 0,-1 1 0 0 0,0-1 0 0 0,-1 0 0 0 0,0 0 1 0 0,-1 0-1 0 0,0 1 0 0 0,-3-19 0 0 0,-9 2 274 0 0,8 21-247 0 0,4 7-75 0 0,-1 0-1 0 0,1-1 1 0 0,-1 1 0 0 0,1 0 0 0 0,-1-1 0 0 0,0 1 0 0 0,1 0 0 0 0,-1 0 0 0 0,1-1 0 0 0,-1 1 0 0 0,0 0 0 0 0,1 0 0 0 0,-1 0 0 0 0,1 0 0 0 0,-1 0-1 0 0,0 0 1 0 0,1 0 0 0 0,-1 0 0 0 0,0 0 0 0 0,1 0 0 0 0,-1 0 0 0 0,0 0 0 0 0,1 1 0 0 0,-1-1 0 0 0,1 0 0 0 0,-1 0 0 0 0,1 1 0 0 0,-1-1 0 0 0,0 0 0 0 0,0 1-1 0 0,-15 9 24 0 0,16-10-28 0 0,-5 4 7 0 0,1 0-1 0 0,-1 1 1 0 0,1-1-1 0 0,0 1 1 0 0,1 0 0 0 0,-1 0-1 0 0,1 0 1 0 0,0 1-1 0 0,0-1 1 0 0,1 1-1 0 0,-1-1 1 0 0,1 1 0 0 0,-2 9-1 0 0,1 1-2 0 0,0 0-1 0 0,0 0 1 0 0,0 29-1 0 0,4-29 4 0 0,0 0 1 0 0,0-1-1 0 0,2 1 1 0 0,0-1-1 0 0,0 1 1 0 0,2-1-1 0 0,0 0 0 0 0,7 15 1 0 0,-7-20-45 0 0,0-1 0 0 0,0 0-1 0 0,1 0 1 0 0,0 0 0 0 0,1-1 0 0 0,0 0 0 0 0,0 0 0 0 0,0-1 0 0 0,1 0-1 0 0,1 0 1 0 0,-1-1 0 0 0,19 11 0 0 0,-25-16 28 0 0,1 1 1 0 0,0-1-1 0 0,1 0 1 0 0,-1 0-1 0 0,0 0 0 0 0,0 0 1 0 0,0 0-1 0 0,1-1 1 0 0,-1 0-1 0 0,0 1 0 0 0,0-1 1 0 0,1 0-1 0 0,-1-1 1 0 0,0 1-1 0 0,1-1 1 0 0,-1 1-1 0 0,0-1 0 0 0,0 0 1 0 0,0 0-1 0 0,0 0 1 0 0,0-1-1 0 0,0 1 0 0 0,0-1 1 0 0,0 0-1 0 0,0 1 1 0 0,-1-1-1 0 0,1 0 0 0 0,3-4 1 0 0,3-4-13 0 0,0 0 0 0 0,-1-1 0 0 0,0 0 1 0 0,0 0-1 0 0,6-14 0 0 0,-13 24 21 0 0,0-2-5 0 0,1-2 4 0 0,-3-11-12 0 0,1 14 0 0 0,-1 2 11 0 0,1-1 0 0 0,0 1 0 0 0,-1 0 0 0 0,1-1 0 0 0,-1 1 0 0 0,1 0 0 0 0,0-1 0 0 0,-1 1 0 0 0,1 0 0 0 0,-1 0 0 0 0,1-1 0 0 0,-1 1 0 0 0,1 0 1 0 0,-1 0-1 0 0,1 0 0 0 0,-1-1 0 0 0,1 1 0 0 0,-1 0 0 0 0,1 0 0 0 0,-1 0 0 0 0,0 0 0 0 0,1 0 0 0 0,-1 0 0 0 0,1 0 0 0 0,-1 0 0 0 0,1 1 0 0 0,-1-1 0 0 0,1 0 0 0 0,-2 0 0 0 0,-10 12-14 0 0,11-11 14 0 0,0 0 0 0 0,0 0 1 0 0,0 1-1 0 0,0-1 0 0 0,1 0 1 0 0,-1 0-1 0 0,0 0 0 0 0,1 1 1 0 0,-1-1-1 0 0,1 0 0 0 0,-1 1 0 0 0,1-1 1 0 0,-1 0-1 0 0,1 1 0 0 0,0-1 1 0 0,0 1-1 0 0,0-1 0 0 0,0 0 1 0 0,0 1-1 0 0,0 1 0 0 0,0-1-4 0 0,1 0 0 0 0,0 0-1 0 0,-1 0 1 0 0,1 0-1 0 0,0-1 1 0 0,0 1 0 0 0,0 0-1 0 0,0-1 1 0 0,0 1 0 0 0,0 0-1 0 0,0-1 1 0 0,1 0 0 0 0,-1 1-1 0 0,1-1 1 0 0,-1 0 0 0 0,1 0-1 0 0,-1 1 1 0 0,1-1 0 0 0,0 0-1 0 0,-1-1 1 0 0,1 1 0 0 0,0 0-1 0 0,0 0 1 0 0,0-1 0 0 0,-1 1-1 0 0,1-1 1 0 0,0 0-1 0 0,4 1 1 0 0,-1-2 1 0 0,0 1 0 0 0,-1-1 0 0 0,1 0 0 0 0,0-1 0 0 0,0 1 0 0 0,-1-1 0 0 0,1 0 0 0 0,-1 0 0 0 0,1 0 0 0 0,-1-1 0 0 0,5-3 0 0 0,37-26-51 0 0,-22 14-79 0 0,43-23-1 0 0,-65 40 107 0 0,1 2 22 0 0,1-1 0 0 0,-1 0 0 0 0,0 1 1 0 0,1 0-1 0 0,-1 0 0 0 0,0 0 0 0 0,1 0 0 0 0,-1 1 1 0 0,0-1-1 0 0,0 1 0 0 0,0-1 0 0 0,0 1 0 0 0,0 0 0 0 0,2 3 1 0 0,37 39-26 0 0,-36-36-82 0 0,1 0 0 0 0,1 0 0 0 0,14 12 0 0 0,-9-11-199 0 0,-9-5 92 0 0,0-1 1 0 0,1 0-1 0 0,0 0 0 0 0,-1 0 0 0 0,1-1 0 0 0,6 3 1 0 0,-10-5-3 0 0,20-7-180 0 0,-18 6 385 0 0,-1 0-1 0 0,0 0 1 0 0,0 0 0 0 0,0-1-1 0 0,0 1 1 0 0,0-1-1 0 0,0 1 1 0 0,0-1-1 0 0,0 0 1 0 0,-1 0 0 0 0,1 0-1 0 0,-1 0 1 0 0,1 0-1 0 0,-1 0 1 0 0,0 0-1 0 0,0 0 1 0 0,0 0 0 0 0,0-1-1 0 0,1-3 1 0 0,-1 0 164 0 0,1 1 0 0 0,-1-1 0 0 0,0 1 1 0 0,-1-1-1 0 0,0 0 0 0 0,0-7 0 0 0,0 11 123 0 0,-3-4 133 0 0,3 5-368 0 0,0 0-1 0 0,0 0 1 0 0,0 0 0 0 0,-1 0 0 0 0,1 1 0 0 0,0-1 0 0 0,-1 0 0 0 0,1 0 0 0 0,0 0 0 0 0,-1 1-1 0 0,1-1 1 0 0,-1 0 0 0 0,1 1 0 0 0,-1-1 0 0 0,0 0 0 0 0,1 1 0 0 0,-1-1 0 0 0,1 1 0 0 0,-1-1 0 0 0,0 1-1 0 0,0-1 1 0 0,1 1 0 0 0,-1-1 0 0 0,-1 1 0 0 0,-2 0 14 0 0,-1 0-1 0 0,0 1 1 0 0,1 0-1 0 0,-1 0 1 0 0,1 1 0 0 0,0-1-1 0 0,-1 1 1 0 0,1 0-1 0 0,0 0 1 0 0,0 0 0 0 0,0 0-1 0 0,0 1 1 0 0,0 0-1 0 0,1 0 1 0 0,-1 0 0 0 0,1 0-1 0 0,0 0 1 0 0,-4 5-1 0 0,-6 7-585 0 0,1 1-1 0 0,-21 32 0 0 0,20-23-5234 0 0</inkml:trace>
</inkml:ink>
</file>

<file path=ppt/ink/ink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7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1 628 0 0,'2'1'10318'0'0,"8"21"-10008"0"0,13 118 2153 0 0,1 4-1102 0 0,-17-117-1317 0 0,-2 0-1 0 0,3 56 1 0 0,-9-53-2219 0 0,1-21-4988 0 0</inkml:trace>
</inkml:ink>
</file>

<file path=ppt/ink/ink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7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842 71 448 0 0,'33'-18'3902'0'0,"-4"8"-1902"0"0,58-11-1 0 0,-8 13-3243 0 0,-74 9 900 0 0,0-1-2821 0 0</inkml:trace>
  <inkml:trace contextRef="#ctx0" brushRef="#br0" timeOffset="1">8 23 44 0 0,'0'0'1268'0'0,"-7"5"4937"0"0,44-13-6413 0 0,-24 3-344 0 0,-5 0-576 0 0,4 0-1221 0 0,-3 0 545 0 0</inkml:trace>
</inkml:ink>
</file>

<file path=ppt/ink/ink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19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147 233 216 0 0,'0'0'933'0'0,"-40"-8"5537"0"0,28 21-6069 0 0,-1 0 0 0 0,1 0-1 0 0,1 2 1 0 0,-13 20 0 0 0,19-27-315 0 0,1 0 0 0 0,0 0 1 0 0,0 1-1 0 0,0 0 0 0 0,1 0 0 0 0,0 0 0 0 0,1 0 0 0 0,0 0 0 0 0,1 1 0 0 0,-1 10 0 0 0,2-19-68 0 0,0 0-1 0 0,0 1 1 0 0,-1-1-1 0 0,1 0 1 0 0,0 0-1 0 0,1 0 1 0 0,-1 1 0 0 0,0-1-1 0 0,0 0 1 0 0,0 0-1 0 0,1 0 1 0 0,-1 0-1 0 0,1 1 1 0 0,-1-1-1 0 0,1 0 1 0 0,-1 0-1 0 0,1 0 1 0 0,0 0-1 0 0,-1 0 1 0 0,1 0-1 0 0,0 0 1 0 0,0-1-1 0 0,0 1 1 0 0,0 0 0 0 0,0 0-1 0 0,-1-1 1 0 0,2 1-1 0 0,0 0 1 0 0,0 0 7 0 0,0-1 0 0 0,0 0 0 0 0,0 0 0 0 0,1 0 0 0 0,-1 0 0 0 0,0 0 0 0 0,0 0 0 0 0,0-1 0 0 0,0 1 1 0 0,0-1-1 0 0,0 0 0 0 0,1 1 0 0 0,-1-1 0 0 0,2-1 0 0 0,8-5 73 0 0,0 0 1 0 0,-1 0 0 0 0,16-14-1 0 0,38-37 169 0 0,-42 36-230 0 0,1 1 0 0 0,1 1-1 0 0,28-18 1 0 0,43-16-16 0 0,-55 34-1 0 0,-1-3 0 0 0,-1-1 0 0 0,-2-2 0 0 0,48-42 0 0 0,-64 39 669 0 0,-20 28-468 0 0,-2 9-190 0 0,-8 78 67 0 0,-23 89 0 0 0,-5 38-14 0 0,29-130-34 0 0,-10 71 7 0 0,14-132-28 0 0,-1 0 0 0 0,-1 0 0 0 0,0 0 0 0 0,-16 32 0 0 0,22-53-17 0 0,-1 0 1 0 0,1-1-1 0 0,0 1 1 0 0,0 0-1 0 0,-1 0 1 0 0,1 0-1 0 0,0 0 0 0 0,-1 0 1 0 0,1 0-1 0 0,-1-1 1 0 0,1 1-1 0 0,-1 0 1 0 0,0 0-1 0 0,1-1 1 0 0,-1 1-1 0 0,0 0 1 0 0,0-1-1 0 0,1 1 1 0 0,-1-1-1 0 0,0 1 1 0 0,0-1-1 0 0,0 1 1 0 0,1-1-1 0 0,-1 0 1 0 0,0 1-1 0 0,0-1 1 0 0,0 0-1 0 0,0 0 1 0 0,0 1-1 0 0,0-1 1 0 0,0 0-1 0 0,0 0 1 0 0,0 0-1 0 0,0 0 0 0 0,0 0 1 0 0,0-1-1 0 0,0 1 1 0 0,0 0-1 0 0,1 0 1 0 0,-1-1-1 0 0,0 1 1 0 0,0 0-1 0 0,0-1 1 0 0,0 1-1 0 0,0-1 1 0 0,1 1-1 0 0,-1-1 1 0 0,0 1-1 0 0,0-1 1 0 0,1 0-1 0 0,-1 1 1 0 0,0-1-1 0 0,1 0 1 0 0,-1 0-1 0 0,1 1 1 0 0,-1-1-1 0 0,0-2 1 0 0,-3-2 22 0 0,1 0 0 0 0,0-1 1 0 0,0 0-1 0 0,0 0 0 0 0,0 1 1 0 0,1-2-1 0 0,-2-8 0 0 0,2 6-114 0 0,1 0 0 0 0,1-1 0 0 0,-1 1-1 0 0,2 0 1 0 0,-1 0 0 0 0,1 0 0 0 0,0 0-1 0 0,1 0 1 0 0,0 0 0 0 0,1 0 0 0 0,0 0 0 0 0,0 1-1 0 0,1-1 1 0 0,0 1 0 0 0,0 0 0 0 0,7-9-1 0 0,-1 3-988 0 0,1 1 0 0 0,1 0-1 0 0,0 0 1 0 0,1 1 0 0 0,0 1-1 0 0,0 0 1 0 0,30-16 0 0 0,-9 9-1730 0 0</inkml:trace>
</inkml:ink>
</file>

<file path=ppt/ink/ink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0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0 109 284 0 0,'30'-24'10089'0'0,"-31"51"-9403"0"0,-3 153 1258 0 0,1-125-1038 0 0,1-49 80 0 0,-1-30-693 0 0,0-11-184 0 0,2-1 0 0 0,4-38 1 0 0,-1 58-115 0 0,0-1 1 0 0,1 1 0 0 0,1 0-1 0 0,0 0 1 0 0,1 1 0 0 0,11-22-1 0 0,-16 36 2 0 0,1-1-1 0 0,0 1 1 0 0,-1 0-1 0 0,1 0 1 0 0,0 0-1 0 0,0 0 0 0 0,0 0 1 0 0,0 0-1 0 0,0 0 1 0 0,0 1-1 0 0,0-1 1 0 0,0 0-1 0 0,0 1 0 0 0,1-1 1 0 0,-1 0-1 0 0,0 1 1 0 0,0-1-1 0 0,0 1 1 0 0,1 0-1 0 0,-1-1 0 0 0,0 1 1 0 0,1 0-1 0 0,-1 0 1 0 0,0 0-1 0 0,1 0 1 0 0,-1 0-1 0 0,0 0 0 0 0,1 0 1 0 0,-1 0-1 0 0,0 1 1 0 0,1-1-1 0 0,-1 1 1 0 0,0-1-1 0 0,0 1 0 0 0,2 0 1 0 0,45 27-35 0 0,-39-21 25 0 0,155 112-8 0 0,-66-45 76 0 0,-73-54-43 0 0,-18-14 37 0 0,-1 0-1 0 0,1-1 1 0 0,0 0-1 0 0,0 0 1 0 0,1-1-1 0 0,-1 0 1 0 0,13 5-1 0 0,-19-9 907 0 0,0-1-908 0 0,0 0-1 0 0,0 0 1 0 0,1 0-1 0 0,-1 0 1 0 0,0-1 0 0 0,0 1-1 0 0,0 0 1 0 0,-1-1 0 0 0,1 1-1 0 0,0 0 1 0 0,0-1 0 0 0,-1 1-1 0 0,1-1 1 0 0,-1 1 0 0 0,1-1-1 0 0,-1 1 1 0 0,0-1 0 0 0,0 1-1 0 0,1-1 1 0 0,-1 0-1 0 0,0 1 1 0 0,0-1 0 0 0,-1 1-1 0 0,1-3 1 0 0,-8-46 373 0 0,4 33-172 0 0,-7-44 177 0 0,4 29-27 0 0,2 0-1 0 0,-2-46 1 0 0,7 76-350 0 0,-5-11 534 0 0,6 6-1773 0 0,15 15-7217 0 0,-5-5 3630 0 0,-2 0 1178 0 0</inkml:trace>
</inkml:ink>
</file>

<file path=ppt/ink/ink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1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1 840 0 0,'-1'2'11040'0'0,"-7"24"-10952"0"0,-77 283 1911 0 0,81-294-1922 0 0,3-11-28 0 0,-1 0-1 0 0,1 0 1 0 0,0 0-1 0 0,0 0 1 0 0,0 0 0 0 0,1 0-1 0 0,0 0 1 0 0,-1 0-1 0 0,1 1 1 0 0,1-1-1 0 0,-1 0 1 0 0,1 0 0 0 0,-1 0-1 0 0,1 0 1 0 0,2 5-1 0 0,-2-8 55 0 0,8 0 9 0 0,0 0 0 0 0,0-1 0 0 0,-1 0 0 0 0,18-3 0 0 0,25-8-412 0 0,73-24 0 0 0,-41 10-3454 0 0,-53 14-1761 0 0,-20 4 2356 0 0</inkml:trace>
</inkml:ink>
</file>

<file path=ppt/ink/ink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2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37 130 1172 0 0,'0'0'5308'0'0,"0"3"-4685"0"0,-1 18-6 0 0,1 0-1 0 0,1 0 0 0 0,1-1 0 0 0,1 1 0 0 0,8 30 0 0 0,-5-24-182 0 0,-1 1-1 0 0,3 46 0 0 0,-8-7 1215 0 0,-3-68-1578 0 0,0 0 0 0 0,1 0 0 0 0,-1 0 0 0 0,1-1-1 0 0,0 1 1 0 0,-1-1 0 0 0,1 1 0 0 0,0-1 0 0 0,0 0 0 0 0,0 0 0 0 0,0 0 0 0 0,0 0 0 0 0,0 0-1 0 0,1 0 1 0 0,-1 0 0 0 0,1-1 0 0 0,-1 1 0 0 0,1-1 0 0 0,0 1 0 0 0,0-1 0 0 0,0 1 0 0 0,0-1 0 0 0,1 0-1 0 0,-1-2 1 0 0,-19-76 163 0 0,20 77-192 0 0,-3-12-7 0 0,1 0 0 0 0,0-1 0 0 0,1 1-1 0 0,1-1 1 0 0,1 1 0 0 0,0-1 0 0 0,1 1 0 0 0,1-1 0 0 0,1 1 0 0 0,0 0 0 0 0,8-20 0 0 0,-8 28-33 0 0,0 0 1 0 0,1 0 0 0 0,-1 0 0 0 0,1 0-1 0 0,1 1 1 0 0,0 0 0 0 0,0 0-1 0 0,0 0 1 0 0,1 1 0 0 0,0 0 0 0 0,0 0-1 0 0,0 0 1 0 0,1 1 0 0 0,0 1-1 0 0,0-1 1 0 0,0 1 0 0 0,1 1 0 0 0,-1-1-1 0 0,1 1 1 0 0,0 1 0 0 0,17-3-1 0 0,-16 3-16 0 0,0 1-1 0 0,0 1 1 0 0,0 0-1 0 0,1 0 0 0 0,-1 1 1 0 0,0 0-1 0 0,0 1 1 0 0,15 4-1 0 0,-22-5 11 0 0,1 0 1 0 0,-1 0-1 0 0,0 1 1 0 0,0-1 0 0 0,0 1-1 0 0,0-1 1 0 0,0 1-1 0 0,0 0 1 0 0,0 0-1 0 0,0 0 1 0 0,-1 1-1 0 0,1-1 1 0 0,-1 1-1 0 0,1-1 1 0 0,-1 1-1 0 0,0 0 1 0 0,0 0 0 0 0,-1 0-1 0 0,1 0 1 0 0,0 0-1 0 0,-1 0 1 0 0,0 1-1 0 0,0-1 1 0 0,0 0-1 0 0,0 1 1 0 0,0-1-1 0 0,-1 1 1 0 0,1 4-1 0 0,-2-4 4 0 0,0 0-1 0 0,0 0 0 0 0,0 0 1 0 0,-1 0-1 0 0,1 0 0 0 0,-1 0 0 0 0,0-1 1 0 0,0 1-1 0 0,0-1 0 0 0,-1 1 1 0 0,1-1-1 0 0,-1 0 0 0 0,0 0 1 0 0,1 0-1 0 0,-2 0 0 0 0,1-1 0 0 0,0 1 1 0 0,0-1-1 0 0,-7 4 0 0 0,-6 4 11 0 0,-1-1 0 0 0,-31 13 0 0 0,39-18-413 0 0,-51 16 1049 0 0,30-16-3002 0 0,2-9-5520 0 0</inkml:trace>
</inkml:ink>
</file>

<file path=ppt/ink/ink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3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10 632 0 0,'2'-9'13977'0'0,"10"15"-13947"0"0,1 0-1 0 0,-1 1 0 0 0,-1 1 1 0 0,1 0-1 0 0,-1 1 1 0 0,-1 0-1 0 0,1 0 0 0 0,-2 1 1 0 0,17 21-1 0 0,9 17 1 0 0,29 52 0 0 0,-49-74-46 0 0,6 9 19 0 0,-2 0 0 0 0,-1 2 0 0 0,-2 0 0 0 0,-2 1 0 0 0,-1 0 0 0 0,13 72 0 0 0,-22-86 7 0 0,-2 0 0 0 0,0 0-1 0 0,-1 0 1 0 0,-1 0-1 0 0,-2 0 1 0 0,0 0-1 0 0,-2 0 1 0 0,0 0-1 0 0,-2-1 1 0 0,0 1 0 0 0,-2-1-1 0 0,-16 35 1 0 0,5-22 179 0 0,-1 0 0 0 0,-2-1 1 0 0,-1-2-1 0 0,-1 0 0 0 0,-2-1 0 0 0,-2-2 1 0 0,0-1-1 0 0,-53 42 0 0 0,65-58 141 0 0,-9 5 506 0 0,24-17-682 0 0,1 0-187 0 0,0-1 1 0 0,0 1 0 0 0,0-1-1 0 0,0 1 1 0 0,0-1 0 0 0,-1 0-1 0 0,1 1 1 0 0,0-1 0 0 0,0 1-1 0 0,0-1 1 0 0,-1 1 0 0 0,1-1-1 0 0,0 1 1 0 0,0-1 0 0 0,-1 0-1 0 0,1 1 1 0 0,0-1 0 0 0,-1 1-1 0 0,1-1 1 0 0,0 0 0 0 0,-1 1-1 0 0,1-1 1 0 0,-1 0 0 0 0,1 0-1 0 0,0 1 1 0 0,-1-1 0 0 0,1 0-1 0 0,-1 0 1 0 0,1 0 0 0 0,-1 1-1 0 0,1-1 1 0 0,-1 0 0 0 0,1 0-1 0 0,-1 0 1 0 0,1 0 0 0 0,-1 0-1 0 0,1 0 1 0 0,-1 0 0 0 0,1 0-1 0 0,-1 0 1 0 0,1 0 0 0 0,-1 0-1 0 0,1-1 1 0 0,-1 1 0 0 0,0 0-1 0 0,0-1-482 0 0,-1 1 0 0 0,1-1-1 0 0,0 1 1 0 0,0-1 0 0 0,-1 0-1 0 0,1 1 1 0 0,0-1-1 0 0,0 0 1 0 0,0 0 0 0 0,0 0-1 0 0,0 0 1 0 0,0 0 0 0 0,0 0-1 0 0,0 0 1 0 0,0 0 0 0 0,1 0-1 0 0,-1 0 1 0 0,0-1 0 0 0,-1-1-1 0 0,-1-10-3041 0 0</inkml:trace>
</inkml:ink>
</file>

<file path=ppt/ink/ink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5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12 440 68 0 0,'-12'1'5825'0'0,"14"-5"-2920"0"0,30-11-2042 0 0,17-9-114 0 0,7-12 246 0 0,71-60 0 0 0,-109 81-834 0 0,-2-1 0 0 0,0 0 1 0 0,-1-1-1 0 0,0 0 0 0 0,-1-1 0 0 0,-1-1 1 0 0,20-40-1 0 0,-30 51-72 0 0,0-1 0 0 0,-1 1 0 0 0,0-1 1 0 0,0 0-1 0 0,-1 1 0 0 0,0-17 0 0 0,-1 23-37 0 0,0 2-48 0 0,-1-1 0 0 0,1 0 0 0 0,0 1 0 0 0,-1-1 0 0 0,1 0 0 0 0,-1 1 0 0 0,1-1-1 0 0,-1 1 1 0 0,1-1 0 0 0,-1 1 0 0 0,0-1 0 0 0,1 1 0 0 0,-1-1 0 0 0,1 1 0 0 0,-1 0 0 0 0,0-1 0 0 0,0 1 0 0 0,1 0 0 0 0,-1-1 0 0 0,0 1 0 0 0,1 0 0 0 0,-1 0-1 0 0,0 0 1 0 0,0 0 0 0 0,0 0 0 0 0,1 0 0 0 0,-1 0 0 0 0,0 0 0 0 0,0 0 0 0 0,1 0 0 0 0,-1 0 0 0 0,0 0 0 0 0,0 0 0 0 0,1 1 0 0 0,-1-1 0 0 0,0 0 0 0 0,1 1 0 0 0,-1-1-1 0 0,0 0 1 0 0,0 2 0 0 0,-6 6-2 0 0,0 0 0 0 0,1 1 0 0 0,0 0 0 0 0,1 0 0 0 0,0 0 0 0 0,0 1 1 0 0,1 0-1 0 0,0 0 0 0 0,1 0 0 0 0,0 0 0 0 0,1 1 0 0 0,0-1 0 0 0,0 1 0 0 0,1 13 0 0 0,1-19-7 0 0,0 1 0 0 0,0 0 0 0 0,1 0 0 0 0,-1-1 1 0 0,1 1-1 0 0,1 0 0 0 0,-1-1 0 0 0,1 1 0 0 0,0-1 1 0 0,0 0-1 0 0,1 1 0 0 0,-1-1 0 0 0,1 0 0 0 0,0-1 0 0 0,1 1 1 0 0,-1 0-1 0 0,1-1 0 0 0,0 0 0 0 0,0 0 0 0 0,0 0 1 0 0,1 0-1 0 0,-1-1 0 0 0,1 1 0 0 0,0-1 0 0 0,0-1 0 0 0,0 1 1 0 0,0-1-1 0 0,8 3 0 0 0,-7-4 3 0 0,0 0 0 0 0,0 0 0 0 0,-1-1 0 0 0,1 0 0 0 0,0 0 0 0 0,0 0 0 0 0,0-1 0 0 0,0 0 0 0 0,0 0 0 0 0,-1-1 1 0 0,1 1-1 0 0,0-1 0 0 0,-1-1 0 0 0,0 1 0 0 0,9-6 0 0 0,9-5 1 0 0,-1 0-1 0 0,23-21 1 0 0,-8 8-5 0 0,42-22 0 0 0,-28 17-48 0 0,-48 29 45 0 0,0 0 0 0 0,1 0 1 0 0,0 0-1 0 0,-1 0 1 0 0,1 0-1 0 0,0 1 0 0 0,0 0 1 0 0,0 0-1 0 0,0 0 1 0 0,0 0-1 0 0,0 0 1 0 0,5 1-1 0 0,-2 1 4 0 0,0 0 1 0 0,-1 1-1 0 0,1 0 0 0 0,-1 0 1 0 0,1 1-1 0 0,-1-1 1 0 0,0 2-1 0 0,8 4 0 0 0,4 4 1 0 0,-15-10 13 0 0,-1 0 1 0 0,0 0-1 0 0,1 0 1 0 0,0-1 0 0 0,-1 1-1 0 0,1-1 1 0 0,0 1-1 0 0,-1-1 1 0 0,1 0-1 0 0,0 0 1 0 0,0 0-1 0 0,0-1 1 0 0,0 1-1 0 0,0-1 1 0 0,0 0 0 0 0,0 0-1 0 0,0 0 1 0 0,0 0-1 0 0,0 0 1 0 0,0 0-1 0 0,0-1 1 0 0,0 0-1 0 0,5-1 1 0 0,35-9 225 0 0,-22 7-181 0 0,-1-2 1 0 0,1 0 0 0 0,21-11 0 0 0,-41 17-304 0 0,22-3-1232 0 0</inkml:trace>
</inkml:ink>
</file>

<file path=ppt/ink/ink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5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29 200 0 0,'-15'-5'1299'0'0,"8"3"-163"0"0,0 0 1 0 0,0-1 0 0 0,1 1 0 0 0,-1-1 0 0 0,-11-8 1316 0 0,26 12-3362 0 0,22 5 271 0 0,20 3-3468 0 0,-22-4 1863 0 0</inkml:trace>
</inkml:ink>
</file>

<file path=ppt/ink/ink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5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355 90 876 0 0,'-13'-27'4066'0'0,"10"20"-3208"0"0,0 0 1 0 0,-1 0-1 0 0,0 0 1 0 0,0 0-1 0 0,-1 0 1 0 0,1 1-1 0 0,-8-7 1 0 0,10 12-454 0 0,-3 1-275 0 0,-1 1-1 0 0,1 0 1 0 0,-1 1-1 0 0,1-1 1 0 0,-1 1-1 0 0,1 0 1 0 0,0 0-1 0 0,0 1 1 0 0,0-1-1 0 0,0 1 1 0 0,-7 6 0 0 0,-51 43 265 0 0,47-37-232 0 0,-8 6 14 0 0,1 1 0 0 0,2 1 0 0 0,-24 31 0 0 0,39-47-134 0 0,1 1 0 0 0,1 0 0 0 0,-1 0 0 0 0,1 1 0 0 0,1-1 0 0 0,-5 18 0 0 0,7-22-25 0 0,0 1 0 0 0,0 0 0 0 0,1-1 0 0 0,0 1 0 0 0,0 0 0 0 0,0 0-1 0 0,0-1 1 0 0,1 1 0 0 0,0 0 0 0 0,0-1 0 0 0,0 1 0 0 0,1 0 0 0 0,-1-1 0 0 0,4 6-1 0 0,-2-6-21 0 0,0 0 0 0 0,0 0 0 0 0,0-1-1 0 0,0 1 1 0 0,1-1 0 0 0,0 0 0 0 0,-1 0-1 0 0,1 0 1 0 0,0-1 0 0 0,1 1 0 0 0,-1-1-1 0 0,0 0 1 0 0,1 0 0 0 0,-1 0 0 0 0,1-1-1 0 0,0 0 1 0 0,-1 0 0 0 0,1 0 0 0 0,0 0-1 0 0,0-1 1 0 0,0 1 0 0 0,4-2 0 0 0,15 2-112 0 0,0-3 1 0 0,46-7 0 0 0,-39 3 17 0 0,-1-1 0 0 0,0-2-1 0 0,0-1 1 0 0,52-26 0 0 0,-25 5-93 0 0,68-49 0 0 0,-72 41 1026 0 0,-49 40-827 0 0,1 1-1 0 0,-1-1 1 0 0,0 1-1 0 0,1 0 1 0 0,-1 1 0 0 0,0-1-1 0 0,0 1 1 0 0,-1 0-1 0 0,6 4 1 0 0,16 10-11 0 0,-17-13 65 0 0,1 0 1 0 0,1-1-1 0 0,-1 0 0 0 0,0-1 0 0 0,1 0 0 0 0,-1 0 0 0 0,1-1 0 0 0,11 0 0 0 0,-19-1 255 0 0,-2-1-291 0 0,0 0-1 0 0,0 0 1 0 0,1 0-1 0 0,-1 0 1 0 0,0 0-1 0 0,0 0 1 0 0,0 1-1 0 0,-1-1 0 0 0,1 0 1 0 0,0 0-1 0 0,0 0 1 0 0,0 0-1 0 0,-1 0 1 0 0,1 0-1 0 0,0 0 0 0 0,-1 1 1 0 0,1-1-1 0 0,-1 0 1 0 0,1 0-1 0 0,-1 1 1 0 0,1-1-1 0 0,-2-1 1 0 0,0-3-9 0 0,-2 1-5 0 0,0 0 0 0 0,-1 0 0 0 0,1 1 0 0 0,-1 0 0 0 0,1 0 0 0 0,-1 0 0 0 0,0 0 0 0 0,0 1 1 0 0,-1 0-1 0 0,1 0 0 0 0,0 0 0 0 0,-1 1 0 0 0,-6-2 0 0 0,-68-2-3175 0 0,79 5 3132 0 0,-26 6-7385 0 0</inkml:trace>
</inkml:ink>
</file>

<file path=ppt/ink/ink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6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0 648 0 0,'0'0'2862'0'0,"24"7"1234"0"0,-21-1-3932 0 0,0-1-1 0 0,-1 0 1 0 0,0 1 0 0 0,0 0 0 0 0,0-1-1 0 0,-1 1 1 0 0,0 0 0 0 0,0 0-1 0 0,0 0 1 0 0,-1 0 0 0 0,0 0 0 0 0,0-1-1 0 0,-1 1 1 0 0,1 0 0 0 0,-1 0-1 0 0,0 0 1 0 0,-1 0 0 0 0,1-1 0 0 0,-5 9-1 0 0,6-13-75 0 0,-15 24 1772 0 0,18-31-1855 0 0,0 0 0 0 0,0 0 0 0 0,1 1 0 0 0,0-1 0 0 0,0 1 0 0 0,1 0 0 0 0,-1 0 0 0 0,1 0 0 0 0,0 0 0 0 0,0 1 0 0 0,1 0 0 0 0,-1 0 1 0 0,1 1-1 0 0,0 0 0 0 0,0-1 0 0 0,0 2 0 0 0,0-1 0 0 0,14-3 0 0 0,-18 6-19 0 0,27 20-30 0 0,-24-17 47 0 0,-3-2-15 0 0,1 0-1 0 0,-1-1 1 0 0,0 1 0 0 0,1-1-1 0 0,-1 0 1 0 0,1 0 0 0 0,-1 0-1 0 0,0 0 1 0 0,1 0 0 0 0,-1 0-1 0 0,1-1 1 0 0,-1 1-1 0 0,0-1 1 0 0,0 0 0 0 0,5-1-1 0 0,2-1-84 0 0,30-2-827 0 0,0 2 0 0 0,42 1 0 0 0,-45 2 346 0 0,0-1-1 0 0,58-9 1 0 0,-85 8 767 0 0,0-1 0 0 0,0 1 1 0 0,0-2-1 0 0,-1 1 0 0 0,1-1 1 0 0,13-9-1 0 0,-21 13 129 0 0,0-1-178 0 0,1 0 0 0 0,-1 0 0 0 0,1 0 0 0 0,-1 0 0 0 0,1 0 0 0 0,0 1 0 0 0,-1-1 0 0 0,1 1-1 0 0,0-1 1 0 0,0 1 0 0 0,-1 0 0 0 0,1 0 0 0 0,3-1 0 0 0,-2 9-90 0 0,1-1 1 0 0,-1 1-1 0 0,0-1 0 0 0,-1 1 1 0 0,0 0-1 0 0,0 0 0 0 0,-1 0 1 0 0,0 0-1 0 0,0 0 0 0 0,-1 15 1 0 0,-9 91 127 0 0,4-81-122 0 0,-39 311 596 0 0,26-266 3930 0 0,15-84-4198 0 0,0-2-294 0 0,1 0 0 0 0,0 0 0 0 0,0 0 1 0 0,1-1-1 0 0,0 1 0 0 0,1-1 0 0 0,0 1 0 0 0,0-1 0 0 0,1 1 0 0 0,0 0 1 0 0,0-1-1 0 0,1 1 0 0 0,0 0 0 0 0,5-13 0 0 0,6-18 206 0 0,32-62 0 0 0,-27 62-168 0 0,3 1 0 0 0,1 1 0 0 0,49-61 0 0 0,-61 86-140 0 0,2 0-1 0 0,-1 1 1 0 0,2 0-1 0 0,-1 1 0 0 0,25-16 1 0 0,-29 22-36 0 0,1 0-1 0 0,-1 0 1 0 0,1 1 0 0 0,0-1 0 0 0,0 2 0 0 0,0-1 0 0 0,0 2-1 0 0,0-1 1 0 0,0 1 0 0 0,1 0 0 0 0,8 1 0 0 0,-12 0-19 0 0,-1 0 1 0 0,0 1-1 0 0,0-1 1 0 0,1 1-1 0 0,-1 0 1 0 0,0 0 0 0 0,0 1-1 0 0,0-1 1 0 0,0 1-1 0 0,0 0 1 0 0,-1 1-1 0 0,1-1 1 0 0,0 1-1 0 0,-1 0 1 0 0,0 0-1 0 0,0 0 1 0 0,0 1-1 0 0,0-1 1 0 0,0 1-1 0 0,-1 0 1 0 0,0 0-1 0 0,4 6 1 0 0,-6-9 52 0 0,-1 1 0 0 0,0-1-1 0 0,0 0 1 0 0,0 0 0 0 0,0 0 0 0 0,0 1 0 0 0,-1-1-1 0 0,1 0 1 0 0,0 0 0 0 0,0 0 0 0 0,-1 0 0 0 0,1 0 0 0 0,-1 0-1 0 0,1 1 1 0 0,-1-1 0 0 0,0 0 0 0 0,1 0 0 0 0,-1 0-1 0 0,0-1 1 0 0,1 1 0 0 0,-1 0 0 0 0,0 0 0 0 0,0 0-1 0 0,0 0 1 0 0,0-1 0 0 0,0 1 0 0 0,-2 1 0 0 0,-27 16-118 0 0,13-12 138 0 0,1 0 0 0 0,-1-2 0 0 0,1 0 0 0 0,-1 0 0 0 0,0-1 0 0 0,-1-2 1 0 0,1 1-1 0 0,-20-3 0 0 0,-8-2-1648 0 0,-82-17 0 0 0,119 13-1087 0 0</inkml:trace>
</inkml:ink>
</file>

<file path=ppt/ink/ink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7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78 680 0 0,'-2'-5'1851'0'0,"1"4"-1272"0"0,1 0-1 0 0,-1-1 1 0 0,1 1 0 0 0,-1 0-1 0 0,1-1 1 0 0,-1 1 0 0 0,0 0-1 0 0,0 0 1 0 0,0 0 0 0 0,0-1-1 0 0,0 1 1 0 0,0 0 0 0 0,0 0-1 0 0,0 0 1 0 0,0 1 0 0 0,0-1-1 0 0,-3-1 1 0 0,3 2-515 0 0,-1-1-1 0 0,1 1 0 0 0,-1 0 1 0 0,0 1-1 0 0,1-1 0 0 0,-1 0 1 0 0,1 0-1 0 0,-1 1 1 0 0,1-1-1 0 0,-1 1 0 0 0,1-1 1 0 0,-1 1-1 0 0,1 0 1 0 0,-2 0-1 0 0,-15 9 258 0 0,1 0 1 0 0,1 1-1 0 0,0 1 0 0 0,-18 17 1 0 0,31-28-300 0 0,-3 13 155 0 0,5-12-178 0 0,11 4-153 0 0,-10-5 144 0 0,1 0 1 0 0,0-1-1 0 0,0 1 1 0 0,-1-1-1 0 0,1 1 1 0 0,0-1-1 0 0,0 1 1 0 0,0-1-1 0 0,0 0 1 0 0,0 1 0 0 0,0-1-1 0 0,0 0 1 0 0,0 0-1 0 0,0 1 1 0 0,0-1-1 0 0,0 0 1 0 0,0 0-1 0 0,0 0 1 0 0,0-1-1 0 0,0 1 1 0 0,0 0-1 0 0,0 0 1 0 0,2-1-1 0 0,29-7-282 0 0,-22 5 132 0 0,0 0 0 0 0,1 1 0 0 0,-1 0 1 0 0,14 0-1 0 0,-22 2 83 0 0,51 23-299 0 0,-44-18 362 0 0,0-2 0 0 0,0 1 1 0 0,1-1-1 0 0,-1 0 1 0 0,1-1-1 0 0,-1 0 1 0 0,1-1-1 0 0,0 0 0 0 0,0-1 1 0 0,-1 0-1 0 0,1 0 1 0 0,0-1-1 0 0,0 0 1 0 0,0 0-1 0 0,-1-1 0 0 0,1-1 1 0 0,12-5-1 0 0,-7 4 28 0 0,-1-2-1 0 0,-1 0 0 0 0,1-1 1 0 0,-1 0-1 0 0,-1-1 0 0 0,1 0 0 0 0,-1-1 1 0 0,-1 0-1 0 0,1-1 0 0 0,16-19 1 0 0,10-34 652 0 0,-37 61-605 0 0,-1 6-58 0 0,1 0-1 0 0,-1-1 1 0 0,1 1 0 0 0,0-1-1 0 0,0 1 1 0 0,0-1 0 0 0,0 1-1 0 0,1-1 1 0 0,0 0 0 0 0,-1 0-1 0 0,1 0 1 0 0,0 0 0 0 0,1 0-1 0 0,-1 0 1 0 0,0 0 0 0 0,1-1-1 0 0,5 5 1 0 0,11 6-192 0 0,0-2 1 0 0,1 0-1 0 0,0-1 1 0 0,1-1-1 0 0,0-1 0 0 0,0-1 1 0 0,42 8-1 0 0,-55-14 240 0 0,1 1 0 0 0,-1-2 0 0 0,1 1 0 0 0,-1-1 0 0 0,1-1 0 0 0,-1 1 0 0 0,1-2-1 0 0,-1 1 1 0 0,1-1 0 0 0,-1 0 0 0 0,0-1 0 0 0,0 0 0 0 0,0 0 0 0 0,0-1 0 0 0,-1 0 0 0 0,1 0 0 0 0,-1 0 0 0 0,0-1 0 0 0,0-1 0 0 0,0 1 0 0 0,-1-1-1 0 0,0 0 1 0 0,6-8 0 0 0,8-27 3184 0 0,-15 72-4720 0 0,-2-11-7457 0 0,-1-13 5019 0 0</inkml:trace>
</inkml:ink>
</file>

<file path=ppt/ink/ink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8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92 904 0 0,'-14'-80'13769'0'0,"14"79"-12985"0"0,-2-9 187 0 0</inkml:trace>
</inkml:ink>
</file>

<file path=ppt/ink/ink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8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37 1136 0 0,'0'0'1264'0'0,"-3"-5"-46"0"0,-9-13-68 0 0,10 13-45 0 0,1 5-693 0 0,0-1-1 0 0,0 0 1 0 0,0 0-1 0 0,0 1 0 0 0,0-1 1 0 0,0 0-1 0 0,0 1 1 0 0,0-1-1 0 0,-1 1 1 0 0,1-1-1 0 0,0 1 1 0 0,0 0-1 0 0,0-1 0 0 0,-1 1 1 0 0,1 0-1 0 0,-2 0 1 0 0,1 5-282 0 0,-1 1 1 0 0,1-1-1 0 0,0 1 1 0 0,0-1-1 0 0,0 1 1 0 0,1 0-1 0 0,0 0 1 0 0,0 0-1 0 0,0 0 1 0 0,1 0-1 0 0,0 0 0 0 0,0 0 1 0 0,1 8-1 0 0,14 88 329 0 0,-14-93-451 0 0,5 19-94 0 0,-3-21-7 0 0,-2 1 0 0 0,1-1-1 0 0,-1 0 1 0 0,0 0 0 0 0,0 1 0 0 0,-1-1 0 0 0,0 1 0 0 0,-2 10 0 0 0,2-16 40 0 0,2-3-153 0 0,0-1 199 0 0,0 0 1 0 0,0 1-1 0 0,0-1 0 0 0,0 0 0 0 0,-1 0 1 0 0,1-1-1 0 0,-1 1 0 0 0,2-4 1 0 0,-2 6-1 0 0,18-22 5 0 0,2 1 1 0 0,0 1-1 0 0,2 1 1 0 0,0 1 0 0 0,0 1-1 0 0,2 1 1 0 0,0 1-1 0 0,1 1 1 0 0,30-11 0 0 0,-55 24 12 0 0,0 1 1 0 0,0-1-1 0 0,0 0 1 0 0,1 1-1 0 0,-1-1 1 0 0,0 1-1 0 0,0 0 1 0 0,1-1-1 0 0,-1 1 1 0 0,0 0-1 0 0,1 0 1 0 0,-1 0-1 0 0,0 0 1 0 0,1 0-1 0 0,-1 0 1 0 0,0 0-1 0 0,1 0 1 0 0,-1 0-1 0 0,0 1 1 0 0,1-1-1 0 0,-1 0 1 0 0,0 1-1 0 0,0-1 1 0 0,1 1-1 0 0,-1 0 1 0 0,0-1-1 0 0,0 1 1 0 0,0 0-1 0 0,0 0 1 0 0,0 0 0 0 0,0 0-1 0 0,0 0 1 0 0,0 0-1 0 0,0 0 1 0 0,1 2-1 0 0,-1-1-93 0 0,0 0 0 0 0,-1 0 0 0 0,1 0 0 0 0,-1 1 0 0 0,1-1 0 0 0,-1 0 0 0 0,0 0 0 0 0,0 0 0 0 0,0 1-1 0 0,0-1 1 0 0,0 0 0 0 0,0 0 0 0 0,0 1 0 0 0,-1-1 0 0 0,1 0 0 0 0,-1 0 0 0 0,0 0 0 0 0,0 0 0 0 0,-1 3 0 0 0,-13 18-6719 0 0</inkml:trace>
</inkml:ink>
</file>

<file path=ppt/ink/ink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8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 1004 0 0,'33'-80'12939'0'0,"-32"79"-12582"0"0,4-5-512 0 0,8 27-11646 0 0</inkml:trace>
</inkml:ink>
</file>

<file path=ppt/ink/ink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29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68 24 0 0,'1'-13'7170'0'0,"-3"9"-6779"0"0,0 0 1 0 0,0 1-1 0 0,0-1 1 0 0,-1 1-1 0 0,1 0 1 0 0,-1 0-1 0 0,0 0 1 0 0,0 0-1 0 0,0 0 1 0 0,0 1-1 0 0,0-1 1 0 0,-1 1-1 0 0,1 0 1 0 0,-1 0-1 0 0,1 0 1 0 0,-1 1-1 0 0,0-1 1 0 0,0 1-1 0 0,1 0 1 0 0,-1 0-1 0 0,0 0 1 0 0,-6 0-1 0 0,7 1-240 0 0,-30 15 200 0 0,25-11-329 0 0,1 1 1 0 0,-1-1-1 0 0,1 1 0 0 0,0 1 1 0 0,1-1-1 0 0,-1 1 0 0 0,1 0 0 0 0,0 1 1 0 0,1 0-1 0 0,0-1 0 0 0,0 2 0 0 0,0-1 1 0 0,1 0-1 0 0,-6 13 0 0 0,10-18-28 0 0,-2 1-49 0 0,1 0-1 0 0,0 1 1 0 0,0-1-1 0 0,1 0 1 0 0,-1 0 0 0 0,1 1-1 0 0,-1-1 1 0 0,1 0-1 0 0,0 1 1 0 0,0-1-1 0 0,0 0 1 0 0,1 1 0 0 0,-1-1-1 0 0,2 4 1 0 0,-1-5-84 0 0,1 2-95 0 0,-2-3 216 0 0,0 0-1 0 0,1-1 1 0 0,-1 1-1 0 0,0 0 1 0 0,0 0-1 0 0,1 0 0 0 0,-1-1 1 0 0,1 1-1 0 0,-1 0 1 0 0,1 0-1 0 0,-1-1 1 0 0,1 1-1 0 0,-1 0 0 0 0,1-1 1 0 0,0 1-1 0 0,-1 0 1 0 0,1-1-1 0 0,0 1 1 0 0,-1-1-1 0 0,1 0 0 0 0,0 1 1 0 0,0-1-1 0 0,-1 1 1 0 0,1-1-1 0 0,0 0 1 0 0,0 0-1 0 0,0 1 0 0 0,0-1 1 0 0,0 0-1 0 0,1 0 1 0 0,12-3-26 0 0,1-1 0 0 0,-1 0 0 0 0,1-1 0 0 0,-1-1 0 0 0,0 0 0 0 0,-1 0 0 0 0,22-16 0 0 0,-15 11 4 0 0,-1 0-1 0 0,35-13 0 0 0,-50 22 31 0 0,-3 1 7 0 0,0 0 0 0 0,0 0 0 0 0,1 0 0 0 0,-1 0-1 0 0,0 0 1 0 0,0 1 0 0 0,1-1 0 0 0,-1 0 0 0 0,0 1-1 0 0,1-1 1 0 0,-1 1 0 0 0,0 0 0 0 0,1-1 0 0 0,-1 1-1 0 0,1 0 1 0 0,-1 0 0 0 0,0 0 0 0 0,1 0 0 0 0,-1 0-1 0 0,1 0 1 0 0,-1 0 0 0 0,1 0 0 0 0,-1 1 0 0 0,2-1-1 0 0,1 3 2 0 0,0-1-1 0 0,0 0 0 0 0,0 1 0 0 0,-1 0 0 0 0,1 0 0 0 0,-1 0 0 0 0,0 0 1 0 0,0 1-1 0 0,0-1 0 0 0,3 5 0 0 0,16 15-6 0 0,-19-22 19 0 0,1 1-1 0 0,0-1 0 0 0,-1 0 0 0 0,1 0 1 0 0,0 0-1 0 0,0-1 0 0 0,-1 1 0 0 0,1-1 1 0 0,0 0-1 0 0,0 0 0 0 0,0 0 0 0 0,5-1 1 0 0,53-14 650 0 0,-14 4 714 0 0,15 15-407 0 0,-19 1-6588 0 0,-26-11-3221 0 0</inkml:trace>
</inkml:ink>
</file>

<file path=ppt/ink/ink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1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44 819 156 0 0,'-23'33'2063'0'0,"2"-2"2991"0"0,63-48-3607 0 0,42-46-687 0 0,-3-4 0 0 0,-3-4 0 0 0,94-110 0 0 0,-117 114-484 0 0,-3-2 0 0 0,58-102 0 0 0,-91 135-106 0 0,17-49-1 0 0,-23 53-6 0 0,-12 31-155 0 0,-1 1 1 0 0,1-1 0 0 0,-1 0-1 0 0,1 1 1 0 0,-1-1 0 0 0,1 0-1 0 0,-1 1 1 0 0,0-1-1 0 0,1 0 1 0 0,-1 0 0 0 0,0 0-1 0 0,0 0 1 0 0,1 1 0 0 0,-1-1-1 0 0,0 0 1 0 0,0 0-1 0 0,0 0 1 0 0,0 0 0 0 0,0 1-1 0 0,0-1 1 0 0,0 0 0 0 0,0 0-1 0 0,-1 0 1 0 0,1 0-1 0 0,0 0 1 0 0,0 1 0 0 0,-1-2-1 0 0,-18 17 56 0 0,-24 40-59 0 0,-3 13 24 0 0,3 3 1 0 0,-41 91 0 0 0,66-120-28 0 0,1 1 0 0 0,2 0 0 0 0,3 1 0 0 0,1 0 0 0 0,-8 71 0 0 0,18-104 0 0 0,1 0-1 0 0,0-1 1 0 0,0 1 0 0 0,1 0-1 0 0,1-1 1 0 0,0 1 0 0 0,0-1-1 0 0,1 1 1 0 0,0-1-1 0 0,1 0 1 0 0,5 11 0 0 0,-6-17-2 0 0,-1 0 1 0 0,1 0-1 0 0,-1 0 1 0 0,1 0 0 0 0,1 0-1 0 0,-1-1 1 0 0,0 1 0 0 0,1-1-1 0 0,-1 0 1 0 0,1 0-1 0 0,0 0 1 0 0,0-1 0 0 0,0 1-1 0 0,1-1 1 0 0,-1 0-1 0 0,0 0 1 0 0,1-1 0 0 0,0 1-1 0 0,-1-1 1 0 0,1 0 0 0 0,0 0-1 0 0,-1-1 1 0 0,1 1-1 0 0,0-1 1 0 0,0 0 0 0 0,7-1-1 0 0,6-2-5 0 0,0-1 0 0 0,-1-1 0 0 0,0 0 0 0 0,0-1 0 0 0,0-1 0 0 0,0 0 0 0 0,-1-2 0 0 0,-1 0 0 0 0,1 0 0 0 0,-1-2 0 0 0,-1 1 0 0 0,0-2 0 0 0,-1 0 0 0 0,0-1-1 0 0,0 0 1 0 0,-2-1 0 0 0,0 0 0 0 0,12-20 0 0 0,-13 20 16 0 0,1-5 52 0 0,-11 17-68 0 0,26 26-100 0 0,-19-20 105 0 0,0 0-1 0 0,1-1 1 0 0,-1 0 0 0 0,1 0-1 0 0,-1-1 1 0 0,1 1-1 0 0,0-2 1 0 0,0 1-1 0 0,0-1 1 0 0,12-1 0 0 0,-17 0 18 0 0,-4-1-76 0 0,0-1 1 0 0,1 0-1 0 0,-1 0 1 0 0,0 0-1 0 0,0 0 1 0 0,0 0-1 0 0,-1 1 1 0 0,1-1-1 0 0,0 0 1 0 0,-1 1-1 0 0,1-1 1 0 0,-1 1-1 0 0,1 0 1 0 0,-1-1 0 0 0,1 1-1 0 0,-1 0 1 0 0,0 0-1 0 0,-3-1 1 0 0,-51-27-2593 0 0,23 13-2005 0 0,16 7 1829 0 0</inkml:trace>
</inkml:ink>
</file>

<file path=ppt/ink/ink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1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1144 0 0,'0'0'4244'0'0,"18"-10"-3099"0"0,12 2-761 0 0,-9 6-192 0 0,7-1-236 0 0,21-2-220 0 0,-3 2-300 0 0,-5 0-481 0 0,2 1-1123 0 0,-3-4 504 0 0</inkml:trace>
</inkml:ink>
</file>

<file path=ppt/ink/ink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3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0 688 808 0 0,'8'19'8431'0'0,"-4"-19"-8230"0"0,0 0 0 0 0,-1-1 1 0 0,1 1-1 0 0,-1-1 0 0 0,1 0 0 0 0,-1 0 0 0 0,1 0 1 0 0,-1-1-1 0 0,0 1 0 0 0,0-1 0 0 0,4-2 1 0 0,42-29 598 0 0,-27 17-385 0 0,27-16-24 0 0,-2-2 0 0 0,-1-2 1 0 0,-2-2-1 0 0,-1-2 0 0 0,-3-1 1 0 0,44-58-1 0 0,-70 79-398 0 0,0 0 1 0 0,-2-1-1 0 0,0-1 0 0 0,-1 0 1 0 0,-2 0-1 0 0,0-1 0 0 0,-1 0 1 0 0,-2-1-1 0 0,0 1 0 0 0,-1-1 1 0 0,1-30-1 0 0,-6 53 0 0 0,0 0 0 0 0,1 0 0 0 0,-1 0-1 0 0,0 0 1 0 0,0 0 0 0 0,0 0 0 0 0,-1 0 0 0 0,1 0 0 0 0,0 0 0 0 0,0-1-1 0 0,0 1 1 0 0,-1 0 0 0 0,1 0 0 0 0,-1 0 0 0 0,1 0 0 0 0,-1 1-1 0 0,1-1 1 0 0,-1 0 0 0 0,1 0 0 0 0,-1 0 0 0 0,0 0 0 0 0,0 0-1 0 0,1 1 1 0 0,-2-2 0 0 0,1 2 4 0 0,0 0 0 0 0,0 0 0 0 0,-1 0 0 0 0,1 0-1 0 0,0 0 1 0 0,0 0 0 0 0,0 0 0 0 0,0 0 0 0 0,0 0 0 0 0,0 1-1 0 0,0-1 1 0 0,0 0 0 0 0,0 1 0 0 0,0-1 0 0 0,0 1 0 0 0,0-1 0 0 0,0 1-1 0 0,-2 1 1 0 0,-40 38-37 0 0,41-38 30 0 0,-24 29 2 0 0,1 0-1 0 0,1 1 1 0 0,2 1 0 0 0,1 1 0 0 0,2 1 0 0 0,-16 42 0 0 0,27-59-27 0 0,1 1 0 0 0,1 1 0 0 0,1-1 0 0 0,0 1 1 0 0,2 0-1 0 0,0 0 0 0 0,1 0 0 0 0,1 0 0 0 0,1 0 0 0 0,1 1 1 0 0,1-1-1 0 0,0 0 0 0 0,10 37 0 0 0,-10-51-12 0 0,0-1 1 0 0,0 1-1 0 0,1 0 0 0 0,-1 0 1 0 0,1-1-1 0 0,0 1 1 0 0,1-1-1 0 0,-1 0 0 0 0,1 0 1 0 0,0-1-1 0 0,1 1 0 0 0,-1-1 1 0 0,1 1-1 0 0,-1-1 0 0 0,1-1 1 0 0,1 1-1 0 0,-1-1 1 0 0,0 0-1 0 0,1 0 0 0 0,0 0 1 0 0,-1-1-1 0 0,1 0 0 0 0,0 0 1 0 0,0-1-1 0 0,0 1 0 0 0,0-1 1 0 0,8 0-1 0 0,-4-1 7 0 0,1-1 0 0 0,-1 0 0 0 0,0 0 0 0 0,0-1 0 0 0,0 0 0 0 0,0-1-1 0 0,0 0 1 0 0,-1-1 0 0 0,1 0 0 0 0,-1-1 0 0 0,0 1 0 0 0,0-2 0 0 0,0 1 0 0 0,-1-1 0 0 0,15-14-1 0 0,10-15 37 0 0,-2-1 0 0 0,-1-1-1 0 0,-2-2 1 0 0,-1-1 0 0 0,-3-1-1 0 0,-1-1 1 0 0,-2-1 0 0 0,18-52-1 0 0,-6-16 2281 0 0,-33 110-1552 0 0,-3 8-692 0 0,-43 99 174 0 0,-52 186-1 0 0,83-241-132 0 0,15-49-54 0 0,0-2-16 0 0,0 0 0 0 0,0 0 0 0 0,0 0 0 0 0,0 0 0 0 0,0 0 0 0 0,-1 1 0 0 0,1-1 0 0 0,0 0 0 0 0,0 0 0 0 0,0 0 0 0 0,0 0 0 0 0,0 0 0 0 0,0 0 0 0 0,0 1 0 0 0,0-1 0 0 0,0 0 0 0 0,0 0 0 0 0,0 0 0 0 0,0 0-1 0 0,0 0 1 0 0,0 1 0 0 0,0-1 0 0 0,0 0 0 0 0,0 0 0 0 0,0 0 0 0 0,0 0 0 0 0,0 1 0 0 0,0-1 0 0 0,0 0 0 0 0,0 0 0 0 0,0 0 0 0 0,0 0 0 0 0,0 0 0 0 0,0 1 0 0 0,0-1 0 0 0,0 0 0 0 0,0 0 0 0 0,0 0 0 0 0,0 0 0 0 0,0 0 0 0 0,1 0 0 0 0,-1 1 0 0 0,0-1 0 0 0,0 0 0 0 0,0 0 0 0 0,0 0 0 0 0,0 0 0 0 0,0 0-1 0 0,1 0 1 0 0,-1 0 0 0 0,0 0 0 0 0,0 0 0 0 0,0 0 0 0 0,0 0 0 0 0,1 0 0 0 0,-1 0 0 0 0,0 1 0 0 0,2-3-22 0 0,0 0-1 0 0,0 0 0 0 0,1 0 1 0 0,-1 0-1 0 0,0 1 1 0 0,1-1-1 0 0,-1 1 0 0 0,1 0 1 0 0,0 0-1 0 0,-1 0 0 0 0,1 0 1 0 0,0 0-1 0 0,-1 1 1 0 0,1-1-1 0 0,0 1 0 0 0,0 0 1 0 0,0-1-1 0 0,0 1 1 0 0,-1 1-1 0 0,1-1 0 0 0,0 0 1 0 0,0 1-1 0 0,0-1 1 0 0,-1 1-1 0 0,1 0 0 0 0,0 0 1 0 0,-1 0-1 0 0,4 2 0 0 0,13 3-134 0 0,0 0-1 0 0,1-1 0 0 0,-1-1 0 0 0,1 0 1 0 0,0-2-1 0 0,0 0 0 0 0,0-2 0 0 0,21-1 0 0 0,-34 1 135 0 0,0-1 0 0 0,0 0 0 0 0,0 0 0 0 0,0-1 0 0 0,0 0 0 0 0,-1 0 0 0 0,1-1 0 0 0,-1 1 0 0 0,1-1 0 0 0,-1-1-1 0 0,0 1 1 0 0,0-1 0 0 0,-1 0 0 0 0,1-1 0 0 0,-1 1 0 0 0,0-1 0 0 0,0 0 0 0 0,0 0 0 0 0,-1-1 0 0 0,0 0 0 0 0,0 1-1 0 0,0-1 1 0 0,-1 0 0 0 0,0-1 0 0 0,0 1 0 0 0,2-8 0 0 0,-4 10 84 0 0,0 0 1 0 0,0 0-1 0 0,0 0 0 0 0,-1 0 1 0 0,0 0-1 0 0,0 0 0 0 0,-1-7 1 0 0,1-7 453 0 0,-5 22-494 0 0,-2 3-13 0 0,1 1 0 0 0,0 0 0 0 0,0 0 0 0 0,0 0 0 0 0,1 1 0 0 0,0-1 0 0 0,1 1 1 0 0,0 0-1 0 0,0 1 0 0 0,1-1 0 0 0,-4 20 0 0 0,7-25-31 0 0,-1-1 0 0 0,1 1-1 0 0,-1-1 1 0 0,1 1 0 0 0,0 0 0 0 0,1-1 0 0 0,-1 1-1 0 0,1-1 1 0 0,-1 1 0 0 0,1-1 0 0 0,0 1-1 0 0,0-1 1 0 0,1 1 0 0 0,-1-1 0 0 0,1 0 0 0 0,-1 0-1 0 0,1 0 1 0 0,0 0 0 0 0,0 0 0 0 0,1 0 0 0 0,-1 0-1 0 0,0-1 1 0 0,1 1 0 0 0,5 3 0 0 0,-4-4 2 0 0,1-1 1 0 0,-1 0-1 0 0,1 0 1 0 0,-1 0-1 0 0,1 0 1 0 0,-1-1-1 0 0,1 0 1 0 0,-1 0-1 0 0,1 0 0 0 0,-1 0 1 0 0,1-1-1 0 0,-1 0 1 0 0,1 0-1 0 0,-1 0 1 0 0,0 0-1 0 0,1-1 1 0 0,-1 1-1 0 0,0-1 1 0 0,5-3-1 0 0,14-8-16 0 0,0 0-1 0 0,21-18 1 0 0,-33 24-4 0 0,133-97-180 0 0,-142 103 209 0 0,-2 0 4 0 0,0 1 0 0 0,0 0 0 0 0,0 0 0 0 0,0-1 0 0 0,0 1 0 0 0,0 0 0 0 0,1-1 0 0 0,-1 1 1 0 0,0 0-1 0 0,0 0 0 0 0,0-1 0 0 0,0 1 0 0 0,0 0 0 0 0,1 0 0 0 0,-1-1 0 0 0,0 1 0 0 0,0 0 0 0 0,1 0 0 0 0,-1 0 0 0 0,0-1 0 0 0,0 1 0 0 0,1 0 0 0 0,-1 0 0 0 0,0 0 1 0 0,0 0-1 0 0,1 0 0 0 0,-1 0 0 0 0,0-1 0 0 0,1 1 0 0 0,-1 0 0 0 0,0 0 0 0 0,1 0 0 0 0,-1 0 0 0 0,0 0 0 0 0,0 0 0 0 0,1 0 0 0 0,2 8 3 0 0,-1-1 0 0 0,0 0 0 0 0,0 1-1 0 0,-1-1 1 0 0,1 1 0 0 0,-1 10 0 0 0,-2-16 3 0 0,1 0 0 0 0,0 0 0 0 0,0 1 0 0 0,0-1 0 0 0,0 0 0 0 0,0 0 0 0 0,0 1 1 0 0,1-1-1 0 0,-1 0 0 0 0,1 0 0 0 0,0 1 0 0 0,-1-1 0 0 0,1 0 0 0 0,0 0 0 0 0,0 0 1 0 0,0 0-1 0 0,1 0 0 0 0,-1 0 0 0 0,0-1 0 0 0,1 1 0 0 0,-1 0 0 0 0,1 0 0 0 0,0-1 1 0 0,-1 1-1 0 0,1-1 0 0 0,0 0 0 0 0,0 0 0 0 0,0 1 0 0 0,0-1 0 0 0,0 0 0 0 0,0-1 0 0 0,3 2 1 0 0,6 0 56 0 0,0 0 0 0 0,1 0 0 0 0,-1-1 0 0 0,1-1 1 0 0,-1 0-1 0 0,1 0 0 0 0,-1-1 0 0 0,22-5 1 0 0,-31 5-250 0 0,19-8-1927 0 0,-7 3-4468 0 0,-6-1 3582 0 0</inkml:trace>
</inkml:ink>
</file>

<file path=ppt/ink/ink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3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1236 0 0,'0'0'8585'0'0</inkml:trace>
</inkml:ink>
</file>

<file path=ppt/ink/ink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4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11 176 816 0 0,'-10'5'9388'0'0,"44"-18"-7745"0"0,-23 5-1429 0 0,-1 0 0 0 0,0 0 1 0 0,-1-1-1 0 0,0-1 0 0 0,15-19 0 0 0,-17 20-182 0 0,0 0 0 0 0,0 0-1 0 0,0 1 1 0 0,1 0 0 0 0,1 1 0 0 0,-1 0 0 0 0,1 0-1 0 0,0 1 1 0 0,18-10 0 0 0,-23 14-33 0 0,1 1 0 0 0,-1-1 0 0 0,0 1 0 0 0,1 0 0 0 0,0 0 0 0 0,-1 0 0 0 0,1 1 0 0 0,-1 0 0 0 0,1 0 0 0 0,0 0 0 0 0,-1 0 0 0 0,1 1 0 0 0,-1 0 1 0 0,1-1-1 0 0,-1 2 0 0 0,1-1 0 0 0,-1 0 0 0 0,0 1 0 0 0,6 3 0 0 0,0 1 11 0 0,0 2-1 0 0,0-1 1 0 0,-1 2 0 0 0,0-1-1 0 0,11 14 1 0 0,-15-15-5 0 0,0-1 0 0 0,1 0 0 0 0,-1 0-1 0 0,1-1 1 0 0,0 0 0 0 0,0 0 0 0 0,1 0-1 0 0,0-1 1 0 0,-1 0 0 0 0,2 0 0 0 0,-1-1-1 0 0,10 4 1 0 0,-13-7-224 0 0,-1 0 1 0 0,0 0-1 0 0,1 0 0 0 0,-1 0 0 0 0,1-1 0 0 0,-1 0 0 0 0,1 1 1 0 0,-1-1-1 0 0,0 0 0 0 0,1-1 0 0 0,-1 1 0 0 0,5-4 0 0 0,9-5-5036 0 0,-8 3 2188 0 0</inkml:trace>
</inkml:ink>
</file>

<file path=ppt/ink/ink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4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23 1092 0 0,'-7'4'4381'0'0,"-5"1"527"0"0,60-12-5076 0 0,-22 5-356 0 0,15-3-380 0 0,-3-2-560 0 0,-7 3-1589 0 0,1-2 701 0 0</inkml:trace>
</inkml:ink>
</file>

<file path=ppt/ink/ink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6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9 188 0 0,'0'-1'277'0'0,"-1"0"0"0"0,1 1 0 0 0,-1-1 0 0 0,0 0 0 0 0,0 1 0 0 0,1-1 0 0 0,-1 1 0 0 0,0-1 1 0 0,0 1-1 0 0,1-1 0 0 0,-1 1 0 0 0,0 0 0 0 0,0-1 0 0 0,0 1 0 0 0,0 0 0 0 0,0 0 0 0 0,0 0 0 0 0,0 0 0 0 0,1 0 0 0 0,-1 0 0 0 0,0 0 0 0 0,0 0 0 0 0,0 0 0 0 0,0 0 0 0 0,0 0 1 0 0,0 0-1 0 0,0 1 0 0 0,0-1 0 0 0,1 0 0 0 0,-1 1 0 0 0,0-1 0 0 0,0 0 0 0 0,0 1 0 0 0,-1 0 0 0 0,-6 14 2688 0 0,1 5-3605 0 0,4-11 773 0 0,-7 30 242 0 0,-3-2-1 0 0,0 1 1 0 0,-37 67-1 0 0,38-82-1827 0 0</inkml:trace>
</inkml:ink>
</file>

<file path=ppt/ink/ink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7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36 168 0 0,'6'-32'5661'0'0,"-5"28"-5256"0"0,0 6-952 0 0,2 22-1609 0 0,-1-11 165 0 0</inkml:trace>
</inkml:ink>
</file>

<file path=ppt/ink/ink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7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1 404 0 0,'-13'44'2510'0'0,"9"-32"-1841"0"0,0-1-1 0 0,1 1 0 0 0,0 0 0 0 0,-2 21 0 0 0,5-32-410 0 0,0-1-207 0 0,1 0 0 0 0,-1 1-1 0 0,0-1 1 0 0,0 0-1 0 0,0 0 1 0 0,0 1 0 0 0,1-1-1 0 0,-1 0 1 0 0,0 0 0 0 0,0 1-1 0 0,0-1 1 0 0,1 0 0 0 0,-1 0-1 0 0,0 0 1 0 0,0 0-1 0 0,1 1 1 0 0,-1-1 0 0 0,0 0-1 0 0,1 0 1 0 0,-1 0 0 0 0,0 0-1 0 0,0 0 1 0 0,1 0 0 0 0,-1 0-1 0 0,0 0 1 0 0,1 0-1 0 0,-1 0 1 0 0,0 0 0 0 0,0 0-1 0 0,1 0 1 0 0,-1 0 0 0 0,0 0-1 0 0,1 0 1 0 0,-1 0-1 0 0,0 0 1 0 0,1 0 0 0 0,-1 0-1 0 0,0-1 1 0 0,0 1 0 0 0,1 0-1 0 0,-1 0 1 0 0,0 0 0 0 0,1-1-1 0 0,21-13 850 0 0,29-32-292 0 0,-36 32 342 0 0,-13 13-819 0 0,-2 1-124 0 0,0-1 0 0 0,0 1 0 0 0,0-1 0 0 0,1 1 0 0 0,-1 0 0 0 0,0-1 0 0 0,1 1 0 0 0,-1 0 0 0 0,0-1 0 0 0,0 1 0 0 0,1 0 0 0 0,-1-1 0 0 0,1 1-1 0 0,-1 0 1 0 0,0 0 0 0 0,1-1 0 0 0,-1 1 0 0 0,0 0 0 0 0,1 0 0 0 0,-1 0 0 0 0,1 0 0 0 0,-1 0 0 0 0,1-1 0 0 0,-1 1 0 0 0,1 0 0 0 0,-1 0 0 0 0,0 0 0 0 0,1 0 0 0 0,-1 0-1 0 0,1 0 1 0 0,-1 1 0 0 0,1-1 0 0 0,-1 0 0 0 0,1 0 0 0 0,-1 0 0 0 0,0 0 0 0 0,1 0 0 0 0,-1 1 0 0 0,1-1 0 0 0,-1 0 0 0 0,0 0 0 0 0,1 1 0 0 0,17 7-394 0 0,2 11-1084 0 0,3 1-3907 0 0,-14-15 2905 0 0</inkml:trace>
</inkml:ink>
</file>

<file path=ppt/ink/ink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7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157 372 844 0 0,'-13'7'678'0'0,"-8"7"600"0"0,1 0 0 0 0,-26 22 1 0 0,41-31-1089 0 0,0 0 1 0 0,1 0 0 0 0,-1 0 0 0 0,1 0-1 0 0,0 1 1 0 0,1-1 0 0 0,-1 1-1 0 0,1 0 1 0 0,0 0 0 0 0,0 0 0 0 0,1 1-1 0 0,0-1 1 0 0,-2 11 0 0 0,2-7 105 0 0,2-8-263 0 0,-1-1 1 0 0,1 0 0 0 0,-1 1 0 0 0,1-1 0 0 0,-1 0 0 0 0,1 1 0 0 0,0-1-1 0 0,0 1 1 0 0,0-1 0 0 0,0 0 0 0 0,0 1 0 0 0,0-1 0 0 0,0 1-1 0 0,0-1 1 0 0,0 0 0 0 0,1 1 0 0 0,-1-1 0 0 0,0 0 0 0 0,1 1 0 0 0,-1-1-1 0 0,1 0 1 0 0,0 1 0 0 0,-1-1 0 0 0,1 0 0 0 0,0 0 0 0 0,0 0 0 0 0,0 0-1 0 0,0 0 1 0 0,0 0 0 0 0,0 0 0 0 0,0 0 0 0 0,0 0 0 0 0,2 1 0 0 0,-2-2 114 0 0,3 0-89 0 0,-1 0 1 0 0,0 0-1 0 0,0 0 0 0 0,0-1 1 0 0,0 0-1 0 0,1 1 1 0 0,-1-1-1 0 0,5-3 1 0 0,8-9 130 0 0,0-2 0 0 0,0 0 0 0 0,-2-1 0 0 0,0 0 0 0 0,-1-1 0 0 0,0-1 0 0 0,18-37 0 0 0,-3 10 89 0 0,-9 13-124 0 0,-2 0 1 0 0,-1 0-1 0 0,-2-2 1 0 0,-1 0-1 0 0,-1 0 0 0 0,7-44 1 0 0,-18 74-122 0 0,0-1 1 0 0,0 1-1 0 0,-1-1 1 0 0,0 1 0 0 0,0-1-1 0 0,0 0 1 0 0,0 1-1 0 0,-1-1 1 0 0,1 1-1 0 0,-1-1 1 0 0,-1 1-1 0 0,1-1 1 0 0,-3-5-1 0 0,3 8-24 0 0,0 0 0 0 0,0 1-1 0 0,-1-1 1 0 0,1 0 0 0 0,0 1-1 0 0,-1-1 1 0 0,1 1 0 0 0,-1 0-1 0 0,0-1 1 0 0,1 1-1 0 0,-1 0 1 0 0,0 0 0 0 0,0 0-1 0 0,0 0 1 0 0,0 1 0 0 0,1-1-1 0 0,-1 0 1 0 0,0 1 0 0 0,0-1-1 0 0,-1 1 1 0 0,1 0 0 0 0,0-1-1 0 0,0 1 1 0 0,0 0-1 0 0,0 0 1 0 0,0 1 0 0 0,0-1-1 0 0,0 0 1 0 0,0 1 0 0 0,0-1-1 0 0,-2 2 1 0 0,-12 3 12 0 0,0 0 0 0 0,1 1 0 0 0,0 1 0 0 0,0 0 0 0 0,1 1 0 0 0,-22 16 0 0 0,27-18-17 0 0,1 1 0 0 0,0 0 0 0 0,0 0 0 0 0,1 0 0 0 0,0 1 0 0 0,0 0-1 0 0,1 1 1 0 0,0 0 0 0 0,0-1 0 0 0,1 2 0 0 0,-6 13 0 0 0,10-20-13 0 0,1-1 1 0 0,-1 1-1 0 0,0 0 1 0 0,1 0-1 0 0,-1 0 1 0 0,1 0-1 0 0,0 0 1 0 0,0 0-1 0 0,0 0 1 0 0,1 0 0 0 0,-1 0-1 0 0,1 0 1 0 0,-1 0-1 0 0,1 0 1 0 0,0 0-1 0 0,0 0 1 0 0,3 4-1 0 0,-1-2-7 0 0,0 0 0 0 0,1 0 0 0 0,0-1 0 0 0,0 1 0 0 0,0-1 0 0 0,0 0 0 0 0,1 0 0 0 0,7 4 0 0 0,9 4-47 0 0,-1-1 0 0 0,1 0 0 0 0,35 10 1 0 0,-49-18 44 0 0,-1-1 10 0 0,17 6-63 0 0,-1 1 0 0 0,40 21 0 0 0,-57-26 56 0 0,1-1 0 0 0,-1 1-1 0 0,0 0 1 0 0,0 0-1 0 0,-1 0 1 0 0,1 0-1 0 0,-1 1 1 0 0,0 0 0 0 0,0 0-1 0 0,-1 0 1 0 0,1 0-1 0 0,-1 1 1 0 0,0 0-1 0 0,-1-1 1 0 0,1 1 0 0 0,1 7-1 0 0,-4-10-27 0 0,0 0-1 0 0,-1 0 0 0 0,1 1 1 0 0,-1-1-1 0 0,0 0 0 0 0,1 0 1 0 0,-1 0-1 0 0,0 0 0 0 0,-1 0 1 0 0,1 0-1 0 0,-1 0 0 0 0,1 0 1 0 0,-1 0-1 0 0,0-1 0 0 0,-4 5 1 0 0,-10 10-6961 0 0,11-13 3983 0 0</inkml:trace>
</inkml:ink>
</file>

<file path=ppt/ink/ink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8.2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51 184 0 0,'-2'-13'2576'0'0,"2"0"597"0"0,0 0-809 0 0,3 2-1420 0 0</inkml:trace>
</inkml:ink>
</file>

<file path=ppt/ink/ink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8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11 368 0 0,'-6'71'3078'0'0,"3"-55"-2096"0"0,1 0 0 0 0,1 0 0 0 0,2 31-1 0 0,-1-45 103 0 0,2-3-866 0 0,0 1-1 0 0,0-1 0 0 0,0 0 0 0 0,0 0 0 0 0,-1 0 0 0 0,1 0 0 0 0,0 0 0 0 0,-1 0 0 0 0,1 0 0 0 0,-1-1 0 0 0,1 1 1 0 0,-1 0-1 0 0,0-1 0 0 0,1 1 0 0 0,-1-1 0 0 0,0 0 0 0 0,1-2 0 0 0,29-48 288 0 0,6-9-2330 0 0,-16 39-315 0 0,-7 8-2111 0 0,-7 9 1633 0 0</inkml:trace>
</inkml:ink>
</file>

<file path=ppt/ink/ink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8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18 278 856 0 0,'0'0'1758'0'0,"15"25"3406"0"0,-13-16-4788 0 0,-1 1 0 0 0,0-1 0 0 0,-1 1 0 0 0,0 0 0 0 0,0-1 0 0 0,-1 1 0 0 0,0-1 0 0 0,-1 1 0 0 0,-4 12 0 0 0,-6 13-1821 0 0,-3-1-3807 0 0</inkml:trace>
  <inkml:trace contextRef="#ctx0" brushRef="#br0" timeOffset="1">136 36 1140 0 0,'6'-14'2220'0'0,"-3"2"333"0"0,2 2-1201 0 0</inkml:trace>
</inkml:ink>
</file>

<file path=ppt/ink/ink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39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241 347 1024 0 0,'-25'14'1099'0'0,"-56"34"1727"0"0,76-44-2601 0 0,0 0 0 0 0,0 1 1 0 0,0-1-1 0 0,0 1 0 0 0,1 0 0 0 0,0 0 0 0 0,0 0 1 0 0,0 0-1 0 0,0 1 0 0 0,1 0 0 0 0,-4 8 0 0 0,6-13-171 0 0,0 1-1 0 0,1 0 1 0 0,-1 0-1 0 0,0 0 1 0 0,0 0-1 0 0,1-1 1 0 0,-1 1 0 0 0,1 0-1 0 0,0 0 1 0 0,0 0-1 0 0,0 0 1 0 0,0 0-1 0 0,0 0 1 0 0,0 0-1 0 0,0 0 1 0 0,0 0-1 0 0,1 0 1 0 0,-1 0-1 0 0,1 0 1 0 0,-1 0-1 0 0,1 0 1 0 0,0-1-1 0 0,0 1 1 0 0,0 0-1 0 0,0 0 1 0 0,0-1-1 0 0,0 1 1 0 0,0-1-1 0 0,1 1 1 0 0,-1-1-1 0 0,1 1 1 0 0,-1-1 0 0 0,1 0-1 0 0,-1 0 1 0 0,1 0-1 0 0,0 0 1 0 0,-1 0-1 0 0,1 0 1 0 0,3 1-1 0 0,1-1 0 0 0,-1 1 0 0 0,1-2 0 0 0,-1 1 0 0 0,1-1 0 0 0,0 1 0 0 0,-1-2 0 0 0,1 1 0 0 0,0-1 0 0 0,-1 1 0 0 0,1-1 0 0 0,-1-1 0 0 0,8-2 0 0 0,-1-1 76 0 0,-1-1-1 0 0,0 0 1 0 0,0-1 0 0 0,-1 0-1 0 0,0 0 1 0 0,0-1 0 0 0,-1-1 0 0 0,0 0-1 0 0,0 0 1 0 0,-1 0 0 0 0,0-1-1 0 0,-1-1 1 0 0,0 1 0 0 0,0-1-1 0 0,-1 0 1 0 0,-1-1 0 0 0,0 1 0 0 0,0-1-1 0 0,-1 0 1 0 0,-1 0 0 0 0,0-1-1 0 0,1-12 1 0 0,-2 13-16 0 0,0-1-1 0 0,-1 1 1 0 0,0 0 0 0 0,-1 0-1 0 0,0-1 1 0 0,-1 1 0 0 0,-1 0 0 0 0,0 0-1 0 0,0 0 1 0 0,-1 0 0 0 0,-1 0-1 0 0,0 1 1 0 0,-1-1 0 0 0,0 1-1 0 0,0 0 1 0 0,-1 0 0 0 0,-1 1-1 0 0,0 0 1 0 0,0 0 0 0 0,-1 1-1 0 0,0-1 1 0 0,-16-12 0 0 0,18 18-136 0 0,0 0-1 0 0,-1 0 1 0 0,0 0 0 0 0,0 1 0 0 0,0 0-1 0 0,0 0 1 0 0,0 1 0 0 0,0 0 0 0 0,-1 0-1 0 0,1 1 1 0 0,-1 0 0 0 0,1 0 0 0 0,-1 1-1 0 0,0 0 1 0 0,1 0 0 0 0,-1 1 0 0 0,1 0-1 0 0,-1 0 1 0 0,1 1 0 0 0,-1 0 0 0 0,1 0-1 0 0,-8 4 1 0 0,9-4-383 0 0,0 2-1 0 0,0-1 1 0 0,0 1-1 0 0,0 0 1 0 0,0 0 0 0 0,-7 9-1 0 0,8-9-388 0 0,0 2 0 0 0,1-1 0 0 0,0 0 0 0 0,0 1 0 0 0,1 0 0 0 0,0 0 0 0 0,-4 9 0 0 0,1 3-2746 0 0</inkml:trace>
</inkml:ink>
</file>

<file path=ppt/ink/ink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0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0 317 628 0 0,'0'0'2146'0'0,"4"11"2131"0"0,-3 1-3881 0 0,0 0 0 0 0,1-1 0 0 0,0 1 0 0 0,0-1 0 0 0,2 1 0 0 0,-1-1 0 0 0,1 0 0 0 0,1 0 0 0 0,0 0 0 0 0,12 17 0 0 0,-17-27-380 0 0,1-1 1 0 0,0 0-1 0 0,-1 1 1 0 0,1-1-1 0 0,0 0 1 0 0,0 1-1 0 0,-1-1 0 0 0,1 0 1 0 0,0 0-1 0 0,-1 0 1 0 0,1 0-1 0 0,0 1 1 0 0,0-1-1 0 0,0 0 0 0 0,-1 0 1 0 0,1-1-1 0 0,0 1 1 0 0,0 0-1 0 0,-1 0 0 0 0,1 0 1 0 0,0 0-1 0 0,0-1 1 0 0,-1 1-1 0 0,1 0 1 0 0,0-1-1 0 0,-1 1 0 0 0,1 0 1 0 0,0-1-1 0 0,-1 1 1 0 0,1-1-1 0 0,-1 1 1 0 0,1-1-1 0 0,-1 1 0 0 0,1-2 1 0 0,27-23 8 0 0,-22 20 29 0 0,2-1-77 0 0,0 1-1 0 0,1-1 1 0 0,0 1-1 0 0,0 1 1 0 0,0 0 0 0 0,0 0-1 0 0,1 0 1 0 0,0 2-1 0 0,-1-1 1 0 0,1 1-1 0 0,0 0 1 0 0,0 1 0 0 0,1 0-1 0 0,-1 1 1 0 0,15 1-1 0 0,9-2-154 0 0,-3-1 62 0 0,27-1-253 0 0,1-2 0 0 0,59-14 1 0 0,-106 14 989 0 0,-6 2 334 0 0,-1 3 1815 0 0,-8 3-2772 0 0,-9 13 9 0 0,8-11-5 0 0,-64 60 16 0 0,67-64-22 0 0,0 2-9 0 0,0 0 1 0 0,0 0 0 0 0,0 0-1 0 0,0-1 1 0 0,1 1 0 0 0,-1 0-1 0 0,1 0 1 0 0,0 0 0 0 0,0 4-1 0 0,1-6 12 0 0,0-1 0 0 0,-1 1 0 0 0,1 0 0 0 0,0 0 0 0 0,0 0 0 0 0,0-1-1 0 0,0 1 1 0 0,0 0 0 0 0,0-1 0 0 0,0 1 0 0 0,1-1 0 0 0,-1 0 0 0 0,0 1 0 0 0,0-1-1 0 0,0 0 1 0 0,0 1 0 0 0,1-1 0 0 0,-1 0 0 0 0,0 0 0 0 0,0 0 0 0 0,0 0 0 0 0,1 0-1 0 0,-1-1 1 0 0,0 1 0 0 0,0 0 0 0 0,0 0 0 0 0,1-1 0 0 0,-1 1 0 0 0,0-1 0 0 0,0 1-1 0 0,0-1 1 0 0,0 1 0 0 0,0-1 0 0 0,0 0 0 0 0,1 0 0 0 0,46-43-55 0 0,-23 18-15 0 0,-23 25 41 0 0,0 0-1 0 0,0 0 1 0 0,0 0-1 0 0,0 0 1 0 0,0 0-1 0 0,1 0 1 0 0,-1 0-1 0 0,0 1 1 0 0,1-1-1 0 0,-1 1 1 0 0,0-1-1 0 0,1 1 1 0 0,-1 0-1 0 0,0 0 1 0 0,1 0-1 0 0,4 1 1 0 0,48 10-897 0 0,-21-3 361 0 0,-4-4 325 0 0,-1-1-1 0 0,1-2 1 0 0,0-1 0 0 0,0-1-1 0 0,0-1 1 0 0,-1-2 0 0 0,30-7-1 0 0,-41 6 357 0 0,0-1-1 0 0,0 0 0 0 0,-1-2 1 0 0,0 1-1 0 0,0-2 0 0 0,-1 0 0 0 0,0-1 1 0 0,-1-1-1 0 0,0-1 0 0 0,-1 0 1 0 0,0 0-1 0 0,17-21 0 0 0,-20 20 204 0 0,0 0-1 0 0,-2 0 0 0 0,1-1 1 0 0,-2 0-1 0 0,1 0 0 0 0,-2-1 1 0 0,0 0-1 0 0,-1-1 0 0 0,-1 0 1 0 0,0 0-1 0 0,-1 0 0 0 0,-1 0 1 0 0,0 0-1 0 0,1-30 0 0 0,-4 45-294 0 0,0 1 0 0 0,0 0 0 0 0,0-1-1 0 0,0 1 1 0 0,0 0 0 0 0,0-1 0 0 0,0 1-1 0 0,1 0 1 0 0,-1-1 0 0 0,0 1 0 0 0,0 0 0 0 0,0-1-1 0 0,-1 1 1 0 0,1-1 0 0 0,0 1 0 0 0,0 0-1 0 0,0-1 1 0 0,0 1 0 0 0,0 0 0 0 0,0-1 0 0 0,0 1-1 0 0,-1 0 1 0 0,1-1 0 0 0,0 1 0 0 0,0 0-1 0 0,0 0 1 0 0,-1-1 0 0 0,1 1 0 0 0,0 0 0 0 0,0-1-1 0 0,-1 1 1 0 0,1 0 0 0 0,0 0 0 0 0,-1 0 0 0 0,1-1-1 0 0,0 1 1 0 0,-1 0 0 0 0,1 0 0 0 0,0 0-1 0 0,-1 0 1 0 0,1 0 0 0 0,0 0 0 0 0,-1 0 0 0 0,1 0-1 0 0,0 0 1 0 0,-1 0 0 0 0,1 0 0 0 0,0 0-1 0 0,-1 0 1 0 0,1 0 0 0 0,-1 0 0 0 0,1 0 0 0 0,-1 0-1 0 0,-11 10 52 0 0,0 0 0 0 0,1 0 0 0 0,0 1 0 0 0,1 1 0 0 0,0 0-1 0 0,1 0 1 0 0,0 1 0 0 0,1 0 0 0 0,0 0 0 0 0,-10 28 0 0 0,-6 20 118 0 0,-20 79 0 0 0,31-93-137 0 0,-7 53-742 0 0,3-12-2702 0 0,-3-31-4310 0 0,9-37 3550 0 0</inkml:trace>
</inkml:ink>
</file>

<file path=ppt/ink/ink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1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335 89 1104 0 0,'-6'-2'1049'0'0,"-24"-13"1030"0"0,27 12-1793 0 0,-1 1 0 0 0,1-1 0 0 0,-1 1 1 0 0,1 0-1 0 0,-1 1 0 0 0,0-1 0 0 0,0 1 0 0 0,0-1 0 0 0,0 1 1 0 0,0 0-1 0 0,0 1 0 0 0,0-1 0 0 0,-1 1 0 0 0,1 0 0 0 0,0 0 1 0 0,0 0-1 0 0,0 0 0 0 0,0 1 0 0 0,-1-1 0 0 0,1 1 0 0 0,0 0 0 0 0,-6 3 1 0 0,-2 3-148 0 0,0 1 0 0 0,0 0 0 0 0,1 0 0 0 0,0 2 1 0 0,1-1-1 0 0,0 1 0 0 0,-12 15 0 0 0,2 1 51 0 0,2 0 1 0 0,-18 32-1 0 0,31-50-141 0 0,1 1 0 0 0,1 1 0 0 0,-1-1 0 0 0,1 0 0 0 0,1 1 0 0 0,0-1 0 0 0,0 1 0 0 0,1 0 0 0 0,0 0 1 0 0,0 0-1 0 0,2 9 0 0 0,-1-15-38 0 0,0-1 0 0 0,1 1 0 0 0,-1-1 0 0 0,1 1 0 0 0,0-1 0 0 0,0 0 0 0 0,0 1 0 0 0,0-1 0 0 0,0 0 0 0 0,1 0 0 0 0,0 0 0 0 0,0 0 0 0 0,-1 0 0 0 0,2 0 0 0 0,-1-1-1 0 0,0 1 1 0 0,0-1 0 0 0,1 1 0 0 0,0-1 0 0 0,-1 0 0 0 0,1 0 0 0 0,0 0 0 0 0,0 0 0 0 0,0 0 0 0 0,0-1 0 0 0,0 1 0 0 0,1-1 0 0 0,-1 0 0 0 0,0 0 0 0 0,1 0 0 0 0,-1-1 0 0 0,0 1 0 0 0,1-1 0 0 0,3 0 0 0 0,3 0 12 0 0,-1-1-1 0 0,1 0 0 0 0,-1-1 1 0 0,0 0-1 0 0,0 0 0 0 0,0-1 1 0 0,0 0-1 0 0,0-1 0 0 0,0 0 1 0 0,-1 0-1 0 0,0-1 1 0 0,0 0-1 0 0,0 0 0 0 0,-1-1 1 0 0,1 0-1 0 0,6-8 0 0 0,3-3 128 0 0,0-1 0 0 0,-1 0 0 0 0,-1-1 0 0 0,-1-1 0 0 0,13-25 0 0 0,-22 35-57 0 0,-1 0 1 0 0,0 0 0 0 0,-1 0 0 0 0,0 0 0 0 0,0-1-1 0 0,-1 1 1 0 0,0-1 0 0 0,-1 0 0 0 0,0 0-1 0 0,-1 1 1 0 0,0-1 0 0 0,-1 0 0 0 0,-2-14-1 0 0,2 21-72 0 0,0-1-1 0 0,0 1 0 0 0,0 0 0 0 0,-1-1 0 0 0,0 1 0 0 0,0 0 0 0 0,0 0 0 0 0,0 0 0 0 0,0 0 0 0 0,-1 0 0 0 0,1 1 0 0 0,-1-1 0 0 0,0 1 0 0 0,0-1 0 0 0,-1 1 0 0 0,1 0 0 0 0,-1 1 0 0 0,1-1 0 0 0,-1 0 0 0 0,0 1 0 0 0,0 0 0 0 0,0 0 0 0 0,0 0 0 0 0,-1 0 0 0 0,1 1 1 0 0,0 0-1 0 0,-1 0 0 0 0,1 0 0 0 0,-1 0 0 0 0,1 1 0 0 0,-1 0 0 0 0,1-1 0 0 0,-1 2 0 0 0,-6 0 0 0 0,1 0-156 0 0,-1 0 0 0 0,1 1-1 0 0,0 0 1 0 0,0 1 0 0 0,0 0 0 0 0,0 1 0 0 0,-16 8 0 0 0,20-8-285 0 0,0-1 1 0 0,1 1 0 0 0,-1 0 0 0 0,1 1 0 0 0,-7 7-1 0 0,8-8-368 0 0,1 0 1 0 0,0 0-1 0 0,1 0 0 0 0,-1 1 0 0 0,0-1 0 0 0,1 1 0 0 0,0-1 0 0 0,-1 7 0 0 0,0 2-2617 0 0</inkml:trace>
</inkml:ink>
</file>

<file path=ppt/ink/ink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1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45 372 0 0,'1'0'267'0'0,"0"-1"1"0"0,0 0-1 0 0,0 1 0 0 0,0-1 1 0 0,0 0-1 0 0,0 0 0 0 0,-1 1 1 0 0,1-1-1 0 0,0 0 1 0 0,0 0-1 0 0,-1 0 0 0 0,1 0 1 0 0,-1 0-1 0 0,1 0 0 0 0,-1 0 1 0 0,1 0-1 0 0,-1 0 0 0 0,1-1 1 0 0,-1 1-1 0 0,0 0 0 0 0,0 0 1 0 0,1 0-1 0 0,-1 0 0 0 0,0-1 1 0 0,0 1-1 0 0,0 0 1 0 0,-1-2-1 0 0,-1-13 1681 0 0,-43 30-226 0 0,25-3-1429 0 0,0 1 1 0 0,1 0-1 0 0,0 1 1 0 0,-18 18-1 0 0,31-26-239 0 0,1 0-1 0 0,0 0 0 0 0,0 0 1 0 0,0 1-1 0 0,1 0 0 0 0,-1 0 1 0 0,2 0-1 0 0,-1 0 1 0 0,1 1-1 0 0,0 0 0 0 0,0-1 1 0 0,0 1-1 0 0,1 0 0 0 0,0 0 1 0 0,1 1-1 0 0,-2 11 1 0 0,3-16-100 0 0,0 0 0 0 0,1 0 0 0 0,-1 0 1 0 0,1 0-1 0 0,0 0 0 0 0,0 0 1 0 0,0 0-1 0 0,0 0 0 0 0,0-1 1 0 0,0 1-1 0 0,1 0 0 0 0,-1-1 0 0 0,1 1 1 0 0,0-1-1 0 0,0 1 0 0 0,0-1 1 0 0,0 0-1 0 0,0 0 0 0 0,1 0 1 0 0,-1 0-1 0 0,1 0 0 0 0,-1-1 0 0 0,1 1 1 0 0,-1-1-1 0 0,1 1 0 0 0,0-1 1 0 0,0 0-1 0 0,0 0 0 0 0,0 0 0 0 0,0-1 1 0 0,0 1-1 0 0,4 0 0 0 0,6 1-968 0 0,-1-1-1 0 0,0-1 1 0 0,1 1 0 0 0,-1-2-1 0 0,1 0 1 0 0,19-4-1 0 0,-7-1-1962 0 0</inkml:trace>
</inkml:ink>
</file>

<file path=ppt/ink/ink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2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227 19 328 0 0,'-4'-3'440'0'0,"0"1"0"0"0,0 0 1 0 0,0 0-1 0 0,-1 0 0 0 0,1 1 0 0 0,0-1 0 0 0,-1 1 0 0 0,1 0 0 0 0,-1 0 1 0 0,1 0-1 0 0,-1 1 0 0 0,0 0 0 0 0,1 0 0 0 0,-1 0 0 0 0,0 0 1 0 0,1 1-1 0 0,-1 0 0 0 0,1 0 0 0 0,-5 1 0 0 0,1 1-176 0 0,1 0-1 0 0,0 0 0 0 0,1 1 1 0 0,-1 0-1 0 0,1 0 1 0 0,-1 1-1 0 0,1 0 0 0 0,1 0 1 0 0,-1 0-1 0 0,1 1 1 0 0,-5 6-1 0 0,3-4-183 0 0,1 1 0 0 0,0 0 0 0 0,0 1 0 0 0,1-1 0 0 0,1 1 0 0 0,0 0 0 0 0,-6 20 0 0 0,8-24 4 0 0,1 0 1 0 0,0 1-1 0 0,0-1 1 0 0,0 1-1 0 0,1 0 1 0 0,0-1-1 0 0,0 1 1 0 0,1-1-1 0 0,0 1 1 0 0,0-1 0 0 0,1 1-1 0 0,3 10 1 0 0,-3-13-100 0 0,1 0 0 0 0,0 0 0 0 0,0 0 0 0 0,0 0-1 0 0,0-1 1 0 0,1 1 0 0 0,-1-1 0 0 0,1 0 0 0 0,0 0 0 0 0,0 0 0 0 0,0-1 0 0 0,0 0 0 0 0,1 1 0 0 0,-1-1 0 0 0,0-1 0 0 0,1 1 0 0 0,0-1 0 0 0,-1 1 0 0 0,1-1 0 0 0,0-1 0 0 0,-1 1 0 0 0,9-1 0 0 0,3 1-266 0 0,0-1 0 0 0,-1 0-1 0 0,1-1 1 0 0,-1-1 0 0 0,28-7 0 0 0,-18 2 41 0 0,1-1 0 0 0,-1-1 0 0 0,-1-1 0 0 0,0-2 0 0 0,0 0 0 0 0,-1-1 0 0 0,-1-2 0 0 0,0 0 0 0 0,-1-1 0 0 0,30-31 0 0 0,-45 41 767 0 0,-1 0 1 0 0,0-1-1 0 0,-1 0 0 0 0,0 1 1 0 0,0-1-1 0 0,0-1 0 0 0,-1 1 1 0 0,4-15 2389 0 0,-8 14-2828 0 0,1 8-51 0 0,0 0-1 0 0,-1 0 0 0 0,1 0 0 0 0,0 0 0 0 0,0 0 0 0 0,0 0 1 0 0,0 0-1 0 0,0 0 0 0 0,0 0 0 0 0,0 0 0 0 0,0 0 0 0 0,0 0 1 0 0,0 0-1 0 0,0 0 0 0 0,0 0 0 0 0,-1 0 0 0 0,1 0 0 0 0,0 0 0 0 0,0 0 1 0 0,0 0-1 0 0,0 0 0 0 0,0 0 0 0 0,0 0 0 0 0,0 0 0 0 0,0 0 1 0 0,0 0-1 0 0,0 0 0 0 0,0 0 0 0 0,-1 0 0 0 0,1 0 0 0 0,0 0 1 0 0,0 0-1 0 0,0 0 0 0 0,0 0 0 0 0,0 0 0 0 0,0 0 0 0 0,0 0 1 0 0,0 0-1 0 0,0 0 0 0 0,0 0 0 0 0,0 0 0 0 0,0 0 0 0 0,0 0 0 0 0,-1 0 1 0 0,1 0-1 0 0,0-1 0 0 0,0 1 0 0 0,0 0 0 0 0,0 0 0 0 0,0 0 1 0 0,0 0-1 0 0,0 0 0 0 0,0 0 0 0 0,0 0 0 0 0,0 0 0 0 0,-3 9 14 0 0,0 0 0 0 0,1 0 0 0 0,-1 0-1 0 0,0 13 1 0 0,3-18-61 0 0,0 0-1 0 0,0 0 0 0 0,0 0 1 0 0,0 0-1 0 0,0 0 0 0 0,1 0 1 0 0,0 0-1 0 0,0-1 1 0 0,0 1-1 0 0,0 0 0 0 0,1 0 1 0 0,-1-1-1 0 0,1 1 1 0 0,0 0-1 0 0,2 3 0 0 0,-1-4-37 0 0,0 1-1 0 0,0 0 1 0 0,0-1-1 0 0,1 0 0 0 0,-1 0 1 0 0,1 0-1 0 0,0 0 1 0 0,-1-1-1 0 0,1 1 1 0 0,0-1-1 0 0,1 0 0 0 0,-1 0 1 0 0,0 0-1 0 0,1-1 1 0 0,-1 1-1 0 0,1-1 0 0 0,-1 0 1 0 0,1-1-1 0 0,-1 1 1 0 0,1-1-1 0 0,0 0 1 0 0,-1 0-1 0 0,1 0 0 0 0,-1-1 1 0 0,1 1-1 0 0,0-1 1 0 0,-1 0-1 0 0,1-1 0 0 0,5-2 1 0 0,2-1-42 0 0,0-1 0 0 0,0-1 1 0 0,0 0-1 0 0,-1-1 0 0 0,0 0 0 0 0,-1-1 1 0 0,0 0-1 0 0,0 0 0 0 0,-1-1 0 0 0,10-13 0 0 0,-18 21 101 0 0,15-15-31 0 0,-6 19-170 0 0,6 6 78 0 0,-9-7 69 0 0,-1-1 0 0 0,1 1 0 0 0,-1-1 0 0 0,1-1-1 0 0,0 1 1 0 0,-1-1 0 0 0,1 0 0 0 0,-1-1 0 0 0,0 1 0 0 0,1-1-1 0 0,-1-1 1 0 0,9-3 0 0 0,-4 2-36 0 0,39-17-127 0 0,-40 15 142 0 0,1 1 0 0 0,0 0 1 0 0,0 1-1 0 0,0 0 0 0 0,0 1 0 0 0,1 0 0 0 0,-1 1 0 0 0,1 0 0 0 0,0 1 0 0 0,15 0 0 0 0,-23 2 21 0 0,-1 0 0 0 0,1 1-1 0 0,0-1 1 0 0,-1 1-1 0 0,1 0 1 0 0,-1 0 0 0 0,1 0-1 0 0,-1 0 1 0 0,0 1 0 0 0,0 0-1 0 0,0-1 1 0 0,0 1 0 0 0,3 4-1 0 0,20 16-8400 0 0</inkml:trace>
</inkml:ink>
</file>

<file path=ppt/ink/ink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4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1 333 460 0 0,'0'0'7522'0'0,"4"-1"-7087"0"0,2 0-204 0 0,0 0-1 0 0,-1-1 1 0 0,1 1-1 0 0,-1-1 1 0 0,1-1-1 0 0,-1 1 1 0 0,0-1 0 0 0,0 0-1 0 0,0 0 1 0 0,0 0-1 0 0,7-8 1 0 0,49-54 1065 0 0,-50 51-1150 0 0,1 0 0 0 0,1 1-1 0 0,0 0 1 0 0,15-11 0 0 0,-26 22-140 0 0,1 1 1 0 0,-1-1 0 0 0,0 0 0 0 0,1 1-1 0 0,-1-1 1 0 0,1 1 0 0 0,-1 0 0 0 0,1-1 0 0 0,0 1-1 0 0,0 1 1 0 0,-1-1 0 0 0,1 0 0 0 0,0 1-1 0 0,0-1 1 0 0,0 1 0 0 0,0 0 0 0 0,0 0 0 0 0,0 0-1 0 0,0 0 1 0 0,-1 1 0 0 0,1-1 0 0 0,0 1 0 0 0,0 0-1 0 0,0 0 1 0 0,-1 0 0 0 0,1 0 0 0 0,0 0-1 0 0,-1 0 1 0 0,1 1 0 0 0,-1-1 0 0 0,1 1 0 0 0,-1 0-1 0 0,0 0 1 0 0,0 0 0 0 0,0 0 0 0 0,0 0-1 0 0,0 0 1 0 0,0 0 0 0 0,0 1 0 0 0,1 2 0 0 0,19 25 41 0 0,-17-23-40 0 0,-1-1-1 0 0,1 1 1 0 0,0-1 0 0 0,0-1 0 0 0,0 1 0 0 0,9 6-1 0 0,-11-11-3 0 0,0 1 0 0 0,0 0 0 0 0,0-1 0 0 0,1 0-1 0 0,-1 0 1 0 0,0 0 0 0 0,1 0 0 0 0,-1 0 0 0 0,1-1-1 0 0,-1 1 1 0 0,1-1 0 0 0,-1 0 0 0 0,1 0 0 0 0,-1-1-1 0 0,0 1 1 0 0,1-1 0 0 0,6-1 0 0 0,7-3 0 0 0,0 0-1 0 0,-1-1 1 0 0,1-1-1 0 0,-1 0 1 0 0,-1-1-1 0 0,1-1 1 0 0,-1 0 0 0 0,-1-2-1 0 0,0 1 1 0 0,0-2-1 0 0,-1 1 1 0 0,11-15 0 0 0,-22 25 14 0 0,-1-1 1 0 0,0 1 0 0 0,0-1 0 0 0,0 1-1 0 0,-1-1 1 0 0,1 1 0 0 0,0-1 0 0 0,0 1-1 0 0,-1-1 1 0 0,1 0 0 0 0,-1 1 0 0 0,0-1-1 0 0,1 0 1 0 0,-1 1 0 0 0,0-1 0 0 0,0 0-1 0 0,0 0 1 0 0,0 1 0 0 0,0-1 0 0 0,-1 0-1 0 0,1 1 1 0 0,0-1 0 0 0,-1 0 0 0 0,1 1-1 0 0,-1-1 1 0 0,0 0 0 0 0,1 1 0 0 0,-1-1-1 0 0,0 1 1 0 0,0-1 0 0 0,0 1 0 0 0,0 0-1 0 0,0-1 1 0 0,0 1 0 0 0,-1 0 0 0 0,1 0-1 0 0,0 0 1 0 0,-1 0 0 0 0,1 0 0 0 0,-1 0-1 0 0,1 0 1 0 0,-1 0 0 0 0,1 0 0 0 0,-1 1-1 0 0,1-1 1 0 0,-1 1 0 0 0,0-1 0 0 0,-1 1-1 0 0,1-1 25 0 0,0 1-40 0 0,0 1 0 0 0,0-1 1 0 0,0 0-1 0 0,0 0 0 0 0,0 1 0 0 0,0-1 1 0 0,1 1-1 0 0,-1 0 0 0 0,0-1 0 0 0,0 1 0 0 0,1 0 1 0 0,-1 0-1 0 0,1 0 0 0 0,-1 0 0 0 0,1 1 0 0 0,-1-1 1 0 0,1 0-1 0 0,0 1 0 0 0,-1-1 0 0 0,1 0 0 0 0,0 1 1 0 0,0 0-1 0 0,0-1 0 0 0,0 1 0 0 0,0 0 1 0 0,0-1-1 0 0,1 1 0 0 0,-1 0 0 0 0,1 0 0 0 0,-1-1 1 0 0,1 1-1 0 0,0 0 0 0 0,-1 0 0 0 0,1 0 0 0 0,0 0 1 0 0,0 0-1 0 0,0 0 0 0 0,1 3 0 0 0,1 0-21 0 0,0-1 1 0 0,0 0-1 0 0,0 1 0 0 0,1-1 0 0 0,0 0 0 0 0,0 0 0 0 0,0 0 1 0 0,0-1-1 0 0,0 1 0 0 0,1-1 0 0 0,0 0 0 0 0,-1 0 0 0 0,1 0 0 0 0,1 0 1 0 0,6 4-1 0 0,-3-4-66 0 0,0 0 0 0 0,-1-1 0 0 0,1 0 1 0 0,1 0-1 0 0,-1 0 0 0 0,0-1 1 0 0,0-1-1 0 0,15 1 0 0 0,-3-3-132 0 0,0 0 0 0 0,-1-1 0 0 0,1-1 0 0 0,-1-1 0 0 0,0-1 0 0 0,0 0 0 0 0,22-12 0 0 0,-25 9 135 0 0,-1 0 0 0 0,-1-1-1 0 0,0-1 1 0 0,0 0-1 0 0,16-20 1 0 0,8-4 621 0 0,-12 6 749 0 0,-25 28-1107 0 0,-1 1-150 0 0,0-1 0 0 0,0 1 0 0 0,1 0 0 0 0,-1 0 0 0 0,0-1 0 0 0,0 1 0 0 0,1 0 0 0 0,-1 0 0 0 0,0-1 0 0 0,0 1 0 0 0,1 0 0 0 0,-1 0 0 0 0,0 0 0 0 0,0-1 0 0 0,1 1 0 0 0,-1 0 0 0 0,0 0 0 0 0,1 0 0 0 0,-1 0 0 0 0,0 0 0 0 0,1 0-1 0 0,-1-1 1 0 0,0 1 0 0 0,1 0 0 0 0,-1 0 0 0 0,0 0 0 0 0,1 0 0 0 0,-1 0 0 0 0,0 0 0 0 0,1 1 0 0 0,-1-1 0 0 0,0 0 0 0 0,1 0 0 0 0,0 0 0 0 0,21 23 89 0 0,-15-16-86 0 0,-1 0 1 0 0,1-1-1 0 0,1 1 1 0 0,10 6-1 0 0,-16-12-27 0 0,0 0 1 0 0,0-1-1 0 0,0 1 1 0 0,0-1-1 0 0,1 0 1 0 0,-1 0-1 0 0,0 0 1 0 0,0 0-1 0 0,0 0 1 0 0,1 0-1 0 0,-1 0 0 0 0,0-1 1 0 0,0 1-1 0 0,4-2 1 0 0,34-13 130 0 0,-27 10-106 0 0,-4 1 17 0 0,1 0-524 0 0,1 1-1 0 0,0 0 1 0 0,0 0-1 0 0,0 1 0 0 0,13-1 1 0 0,-13 2-146 0 0,40-4-5871 0 0,-33 2 3476 0 0</inkml:trace>
</inkml:ink>
</file>

<file path=ppt/ink/ink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4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1 360 0 0,'0'0'8003'0'0,"-6"2"-7415"0"0,-17 7-67 0 0,18-7-53 0 0,5 0-370 0 0,0 0 1 0 0,0 0 0 0 0,0-1-1 0 0,0 1 1 0 0,0 0 0 0 0,0 0-1 0 0,1 0 1 0 0,-1-1 0 0 0,1 1-1 0 0,-1 0 1 0 0,1-1 0 0 0,0 1-1 0 0,0 0 1 0 0,0-1 0 0 0,0 1-1 0 0,0-1 1 0 0,0 1 0 0 0,0-1-1 0 0,0 0 1 0 0,1 1 0 0 0,-1-1-1 0 0,0 0 1 0 0,1 0 0 0 0,-1 0-1 0 0,3 1 1 0 0,-1 0-32 0 0,1-1-1 0 0,0 0 1 0 0,0 0 0 0 0,0-1-1 0 0,-1 1 1 0 0,1-1 0 0 0,0 1-1 0 0,0-1 1 0 0,0 0-1 0 0,0-1 1 0 0,5 0 0 0 0,4-2 124 0 0,-1 0 0 0 0,-1 0 0 0 0,1-1 0 0 0,0 0 0 0 0,-1-1 0 0 0,0-1 0 0 0,11-7 0 0 0,-12 6 773 0 0,10-4 4257 0 0,-10 15-4538 0 0,2 11-3694 0 0,7 4-243 0 0,-1-7-4220 0 0,-5-5 2996 0 0</inkml:trace>
</inkml:ink>
</file>

<file path=ppt/ink/ink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6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1 484 0 0,'0'0'6505'0'0,"-8"0"-5843"0"0,-8 2-41 0 0,1-1 0 0 0,-1 2 1 0 0,1 0-1 0 0,0 1 0 0 0,0 1 1 0 0,0 0-1 0 0,1 1 0 0 0,-20 10 1 0 0,33-15-589 0 0,0 0 0 0 0,0 0 0 0 0,1 0 0 0 0,-1-1 0 0 0,1 1 1 0 0,-1 0-1 0 0,0 0 0 0 0,1 0 0 0 0,0 0 0 0 0,-1 0 0 0 0,1 0 0 0 0,0 0 1 0 0,-1 1-1 0 0,1-1 0 0 0,0 0 0 0 0,0 0 0 0 0,0 0 0 0 0,0 0 1 0 0,0 0-1 0 0,0 0 0 0 0,0 0 0 0 0,0 0 0 0 0,1 0 0 0 0,-1 0 1 0 0,0 0-1 0 0,1 0 0 0 0,-1 0 0 0 0,1 0 0 0 0,-1 0 0 0 0,1 0 1 0 0,-1 0-1 0 0,1 0 0 0 0,0 0 0 0 0,-1 0 0 0 0,1 0 0 0 0,1 1 0 0 0,28 28 348 0 0,87 70 502 0 0,-116-99-876 0 0,0 0-1 0 0,-1 0 0 0 0,1 0 0 0 0,0 0 0 0 0,-1 0 0 0 0,1 0 0 0 0,-1 0 0 0 0,1 0 0 0 0,-1 0 1 0 0,0 0-1 0 0,0 0 0 0 0,1 0 0 0 0,-1 0 0 0 0,0 0 0 0 0,0 0 0 0 0,0 0 0 0 0,0 0 0 0 0,0 0 0 0 0,0 1 1 0 0,0-1-1 0 0,-1 0 0 0 0,1 0 0 0 0,0 0 0 0 0,0 0 0 0 0,-1 0 0 0 0,1 0 0 0 0,-1 0 0 0 0,1 0 1 0 0,-1 0-1 0 0,1 0 0 0 0,-1 0 0 0 0,0-1 0 0 0,0 1 0 0 0,1 0 0 0 0,-1 0 0 0 0,0 0 0 0 0,-1 0 1 0 0,-31 26 55 0 0,1-11-1421 0 0,-39 14 0 0 0,69-29 1066 0 0,-1 1-317 0 0,0 1-698 0 0,-15 1-6903 0 0</inkml:trace>
</inkml:ink>
</file>

<file path=ppt/ink/ink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3:46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1856 0 0,'16'-1'5161'0'0,"-1"-3"1171"0"0,-5-1-2439 0 0</inkml:trace>
</inkml:ink>
</file>

<file path=ppt/ink/ink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0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92 916 0 0,'18'-6'6471'0'0,"-24"16"-2557"0"0,-30 17-2524 0 0,14-18-1211 0 0,-2 0 0 0 0,1-2 1 0 0,-1 0-1 0 0,-35 4 0 0 0,50-10-139 0 0,-1 0-1 0 0,0 0 1 0 0,0-1 0 0 0,0-1-1 0 0,1 0 1 0 0,-1 0 0 0 0,0-1 0 0 0,1 0-1 0 0,-1 0 1 0 0,1-1 0 0 0,0 0-1 0 0,0-1 1 0 0,0 0 0 0 0,-11-7 0 0 0,18 9-31 0 0,-1 1 0 0 0,1-1 0 0 0,0 1 0 0 0,0-1 0 0 0,-1 0 0 0 0,1 0 0 0 0,1 1 0 0 0,-1-2 0 0 0,0 1 0 0 0,0 0 0 0 0,1 0 0 0 0,-1 0 0 0 0,1-1 0 0 0,0 1 0 0 0,-1-1 0 0 0,1 1 0 0 0,0-1 0 0 0,1 0 0 0 0,-1 1 0 0 0,0-1 1 0 0,1 0-1 0 0,-1 0 0 0 0,1 1 0 0 0,0-1 0 0 0,0 0 0 0 0,0 0 0 0 0,1 1 0 0 0,-1-1 0 0 0,0 0 0 0 0,1 0 0 0 0,1-4 0 0 0,0 3-9 0 0,0 1-1 0 0,0-1 1 0 0,1 1 0 0 0,-1-1 0 0 0,1 1-1 0 0,-1 0 1 0 0,1 0 0 0 0,0 0-1 0 0,0 0 1 0 0,0 1 0 0 0,1-1 0 0 0,-1 1-1 0 0,1 0 1 0 0,-1 0 0 0 0,1 0-1 0 0,0 0 1 0 0,0 1 0 0 0,-1-1 0 0 0,1 1-1 0 0,5-1 1 0 0,-2 2 0 0 0,0-1 0 0 0,1 1-1 0 0,-1 0 1 0 0,0 1 0 0 0,0 0 0 0 0,0 0 0 0 0,0 0-1 0 0,0 1 1 0 0,0 0 0 0 0,0 1 0 0 0,0-1 0 0 0,0 1-1 0 0,-1 1 1 0 0,0-1 0 0 0,0 1 0 0 0,0 0-1 0 0,0 0 1 0 0,0 1 0 0 0,4 5 0 0 0,4 3-4 0 0,-1 1-1 0 0,0 0 1 0 0,-1 1-1 0 0,-1 0 1 0 0,0 1 0 0 0,9 18-1 0 0,-13-20 9 0 0,0 1-1 0 0,-1 1 0 0 0,-1-1 1 0 0,-1 1-1 0 0,0 0 0 0 0,-1 0 1 0 0,0 0-1 0 0,-1 0 1 0 0,-1 1-1 0 0,-1-1 0 0 0,0 1 1 0 0,-1-1-1 0 0,-1 0 0 0 0,-1 1 1 0 0,0-1-1 0 0,-1 0 0 0 0,-9 24 1 0 0,4-19-137 0 0,0-1 1 0 0,-1 0 0 0 0,-1-1-1 0 0,-1 0 1 0 0,-1-1 0 0 0,-1 0-1 0 0,0-1 1 0 0,-1 0 0 0 0,-1-1-1 0 0,0-1 1 0 0,-1-1 0 0 0,-30 20-1 0 0,45-33-312 0 0,-19 10-115 0 0,5-11-5631 0 0,2-6 3056 0 0</inkml:trace>
</inkml:ink>
</file>

<file path=ppt/ink/ink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0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84 0 0,'2'-2'286'0'0,"0"1"-1"0"0,0 0 1 0 0,0 1-1 0 0,0-1 1 0 0,0 0-1 0 0,0 1 1 0 0,1-1 0 0 0,-1 1-1 0 0,0-1 1 0 0,0 1-1 0 0,0 0 1 0 0,1 0 0 0 0,-1 0-1 0 0,0 0 1 0 0,0 0-1 0 0,1 1 1 0 0,-1-1-1 0 0,0 1 1 0 0,0 0 0 0 0,0-1-1 0 0,0 1 1 0 0,0 0-1 0 0,0 0 1 0 0,0 0 0 0 0,0 0-1 0 0,0 1 1 0 0,0-1-1 0 0,2 2 1 0 0,-1 3-118 0 0,0-1 1 0 0,1 0 0 0 0,-2 0-1 0 0,1 1 1 0 0,-1 0-1 0 0,0-1 1 0 0,0 1-1 0 0,0 0 1 0 0,1 9 0 0 0,13 90 1273 0 0,4 110-1 0 0,-15-138-1011 0 0,3 5-100 0 0,4 64-214 0 0,-16-52-3613 0 0,3-92 2958 0 0,0 2 59 0 0,-1 1-3615 0 0,-2 4 1171 0 0</inkml:trace>
</inkml:ink>
</file>

<file path=ppt/ink/ink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1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80 988 0 0,'0'0'3432'0'0,"13"-12"-2568"0"0,-4 9-91 0 0,10-1-69 0 0,5-1-124 0 0,6 1-160 0 0,1-3-184 0 0,11 3-204 0 0,3-2-188 0 0,5-1-208 0 0,0 0-288 0 0,0 1-492 0 0,-1-2-1237 0 0,3 1 545 0 0</inkml:trace>
</inkml:ink>
</file>

<file path=ppt/ink/ink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1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92 0 0,'0'0'4643'0'0,"-10"2"3631"0"0,34 23-7393 0 0,-23-24-768 0 0,0 0 270 0 0,8 12 3219 0 0,4-37-3482 0 0,-12 22-70 0 0,-1-6 20 0 0,0 5-124 0 0,0 7-272 0 0,1 0 320 0 0,-1 1 1 0 0,0-1 0 0 0,1 0-1 0 0,0 0 1 0 0,0 0 0 0 0,0 0 0 0 0,0-1-1 0 0,4 8 1 0 0,-4-10-1 0 0,0 0 1 0 0,-1 1-1 0 0,1-1 1 0 0,0 0-1 0 0,0 0 0 0 0,1 0 1 0 0,-1 0-1 0 0,0 0 1 0 0,0 0-1 0 0,1 0 1 0 0,-1-1-1 0 0,0 1 0 0 0,1 0 1 0 0,-1-1-1 0 0,0 1 1 0 0,1-1-1 0 0,-1 1 0 0 0,1-1 1 0 0,-1 1-1 0 0,1-1 1 0 0,-1 0-1 0 0,1 0 0 0 0,-1 0 1 0 0,1 0-1 0 0,0 0 1 0 0,-1 0-1 0 0,1-1 0 0 0,-1 1 1 0 0,3-1-1 0 0,25-5-48 0 0,1 1 1 0 0,56-2-1 0 0,-71 7 39 0 0,1 0 1 0 0,-1 1-1 0 0,0 1 1 0 0,0 1-1 0 0,0 0 0 0 0,0 1 1 0 0,19 7-1 0 0,-33-10-6 0 0,1-1 0 0 0,-1 0 0 0 0,0 1 0 0 0,1-1 0 0 0,-1 1 0 0 0,0-1-1 0 0,0 1 1 0 0,0 0 0 0 0,1-1 0 0 0,-1 1 0 0 0,0 0 0 0 0,0 0 0 0 0,0 0 0 0 0,0 0-1 0 0,0 0 1 0 0,0 0 0 0 0,-1 0 0 0 0,1 0 0 0 0,0 0 0 0 0,0 0 0 0 0,-1 1 0 0 0,1-1-1 0 0,-1 0 1 0 0,1 0 0 0 0,0 2 0 0 0,-2-1-22 0 0,1-1 0 0 0,-1 0-1 0 0,0 1 1 0 0,1-1 0 0 0,-1 0-1 0 0,0 0 1 0 0,0 1 0 0 0,1-1 0 0 0,-1 0-1 0 0,0 0 1 0 0,0 0 0 0 0,0 0 0 0 0,0 0-1 0 0,-1 0 1 0 0,1-1 0 0 0,0 1 0 0 0,0 0-1 0 0,0 0 1 0 0,-2 0 0 0 0,-37 15-2791 0 0,6-9-3622 0 0,15-8 2714 0 0</inkml:trace>
</inkml:ink>
</file>

<file path=ppt/ink/ink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1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57 1204 0 0,'0'0'1772'0'0,"-9"-10"1209"0"0,4 2-525 0 0,0 1 388 0 0,2-7-1420 0 0,8 0-2072 0 0,6 12-204 0 0,13 2-4897 0 0,-8-1 2757 0 0</inkml:trace>
</inkml:ink>
</file>

<file path=ppt/ink/ink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3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214 674 808 0 0,'-3'-57'8677'0'0,"3"56"-8567"0"0,0 0 0 0 0,-1-1 0 0 0,1 1-1 0 0,0 0 1 0 0,-1 0 0 0 0,0-1 0 0 0,1 1 0 0 0,-1 0 0 0 0,0 0 0 0 0,1 0 0 0 0,-1 0 0 0 0,0 0 0 0 0,0 0 0 0 0,0 0-1 0 0,0 0 1 0 0,0 0 0 0 0,0 0 0 0 0,0 0 0 0 0,0 0 0 0 0,0 1 0 0 0,-1-1 0 0 0,1 1 0 0 0,0-1 0 0 0,-2 0-1 0 0,-1 0-4 0 0,1 1-1 0 0,0 0 0 0 0,0 0 0 0 0,0 0 0 0 0,0 0 0 0 0,0 0 0 0 0,0 1 0 0 0,0-1 0 0 0,0 1 0 0 0,-5 1 0 0 0,-3 3 85 0 0,-1 0 0 0 0,1 0 0 0 0,0 1 1 0 0,-12 9-1 0 0,15-9-78 0 0,1-1 0 0 0,0 1 0 0 0,0 0 0 0 0,1 1-1 0 0,0 0 1 0 0,0 0 0 0 0,1 0 0 0 0,-1 1 0 0 0,2-1 0 0 0,-1 1 0 0 0,-3 10 0 0 0,6-15-91 0 0,1 0-1 0 0,0 0 0 0 0,1 1 0 0 0,-1-1 1 0 0,0 0-1 0 0,1 1 0 0 0,0-1 0 0 0,0 1 1 0 0,0-1-1 0 0,0 0 0 0 0,0 1 0 0 0,1-1 1 0 0,-1 1-1 0 0,1-1 0 0 0,0 0 1 0 0,0 0-1 0 0,0 1 0 0 0,1-1 0 0 0,-1 0 1 0 0,1 0-1 0 0,0 0 0 0 0,-1-1 0 0 0,1 1 1 0 0,1 0-1 0 0,-1-1 0 0 0,0 1 1 0 0,1-1-1 0 0,-1 1 0 0 0,1-1 0 0 0,-1 0 1 0 0,1 0-1 0 0,6 2 0 0 0,-6-1-9 0 0,1-1 0 0 0,-1 0 0 0 0,1 0 0 0 0,0-1 0 0 0,-1 1 0 0 0,1-1 1 0 0,0 0-1 0 0,0 0 0 0 0,0 0 0 0 0,0 0 0 0 0,1-1 0 0 0,-1 1 0 0 0,0-1 0 0 0,0 0 0 0 0,0-1 0 0 0,0 1 0 0 0,0-1 0 0 0,0 1 0 0 0,5-3 0 0 0,-4 1-13 0 0,1-1 1 0 0,-1 1-1 0 0,0-1 0 0 0,-1 0 0 0 0,1-1 1 0 0,0 1-1 0 0,-1-1 0 0 0,0 0 0 0 0,0 0 0 0 0,0-1 1 0 0,0 1-1 0 0,3-7 0 0 0,1-1-7 0 0,-1-1-1 0 0,-1 1 1 0 0,0-1 0 0 0,-1 0-1 0 0,0 0 1 0 0,-1-1-1 0 0,-1 0 1 0 0,0 1 0 0 0,-1-1-1 0 0,1-18 1 0 0,-3 27 18 0 0,-1 3-32 0 0,0 1 0 0 0,0-1 0 0 0,1 1-1 0 0,-1-1 1 0 0,1 0 0 0 0,-1 1 0 0 0,1-1-1 0 0,0 0 1 0 0,-1 0 0 0 0,1 1-1 0 0,0-1 1 0 0,0 0 0 0 0,0 0 0 0 0,0 1-1 0 0,1-1 1 0 0,-1 0 0 0 0,0 1-1 0 0,1-1 1 0 0,-1 0 0 0 0,1 1 0 0 0,0-1-1 0 0,0 1 1 0 0,-1-1 0 0 0,1 0 0 0 0,0 1-1 0 0,2-2 1 0 0,-1 2-45 0 0,1 0-1 0 0,-1 0 1 0 0,1 0 0 0 0,0 0 0 0 0,-1 1 0 0 0,1-1-1 0 0,0 1 1 0 0,0 0 0 0 0,-1 0 0 0 0,1 0-1 0 0,5 1 1 0 0,12-1-70 0 0,5-3-14 0 0,0 0 1 0 0,-1-2-1 0 0,1 0 1 0 0,-1-2-1 0 0,0 0 1 0 0,-1-2-1 0 0,0-1 1 0 0,0-1-1 0 0,-1 0 1 0 0,23-17-1 0 0,-35 21 184 0 0,0 0 0 0 0,0-1 0 0 0,0 0-1 0 0,-1-1 1 0 0,-1 0 0 0 0,1 0 0 0 0,-2-1 0 0 0,1 0-1 0 0,-1 0 1 0 0,-1-1 0 0 0,1 0 0 0 0,-2 0 0 0 0,0 0-1 0 0,0-1 1 0 0,-1 0 0 0 0,-1 1 0 0 0,1-2 0 0 0,-2 1-1 0 0,0 0 1 0 0,-1-1 0 0 0,0 1 0 0 0,-1-14 0 0 0,0 17 120 0 0,-2 0 0 0 0,1 0 0 0 0,-2 0 1 0 0,1 1-1 0 0,-1-1 0 0 0,0 1 1 0 0,0 0-1 0 0,-1 0 0 0 0,-1 0 1 0 0,1 0-1 0 0,-8-9 0 0 0,10 16-50 0 0,1 1-90 0 0,-1 0 0 0 0,1 1 1 0 0,-1-1-1 0 0,0 1 0 0 0,1-1 1 0 0,-1 1-1 0 0,1 0 0 0 0,0 0 1 0 0,-1-1-1 0 0,1 1 0 0 0,0 0 1 0 0,-1 0-1 0 0,1 1 0 0 0,0-1 1 0 0,0 0-1 0 0,0 0 0 0 0,0 1 1 0 0,0-1-1 0 0,0 0 0 0 0,-1 2 1 0 0,-16 34 94 0 0,15-29-83 0 0,-17 42 41 0 0,4 1 0 0 0,1 0-1 0 0,-10 68 1 0 0,16-73-26 0 0,-5 37 63 0 0,-7 137 0 0 0,18 86 41 0 0,0 7 23 0 0,2-300-161 0 0,0 0 0 0 0,0-1 0 0 0,-1 1 0 0 0,-1-1 0 0 0,-5 18 0 0 0,8-30-25 0 0,-1 0 0 0 0,1 1 0 0 0,0-1 1 0 0,0 0-1 0 0,0 1 0 0 0,0-1 0 0 0,-1 0 0 0 0,1 1 1 0 0,0-1-1 0 0,0 0 0 0 0,-1 1 0 0 0,1-1 1 0 0,0 0-1 0 0,-1 0 0 0 0,1 1 0 0 0,0-1 1 0 0,-1 0-1 0 0,1 0 0 0 0,0 0 0 0 0,-1 0 1 0 0,1 1-1 0 0,0-1 0 0 0,-1 0 0 0 0,1 0 1 0 0,-1 0-1 0 0,1 0 0 0 0,0 0 0 0 0,-1 0 1 0 0,1 0-1 0 0,-1 0 0 0 0,1 0 0 0 0,0 0 1 0 0,-1 0-1 0 0,1 0 0 0 0,-1 0 0 0 0,1 0 1 0 0,0-1-1 0 0,-1 1 0 0 0,1 0 0 0 0,0 0 1 0 0,-1 0-1 0 0,1 0 0 0 0,0-1 0 0 0,-1 1 0 0 0,1 0 1 0 0,0 0-1 0 0,-1-1 0 0 0,1 1 0 0 0,0 0 1 0 0,0-1-1 0 0,-1 1 0 0 0,1 0 0 0 0,0-1 1 0 0,0 1-1 0 0,0 0 0 0 0,0-1 0 0 0,-1 1 1 0 0,1-1-1 0 0,-12-25-441 0 0,10 10 278 0 0,2 1-1 0 0,-1-1 0 0 0,2 0 0 0 0,0 0 0 0 0,1 0 1 0 0,0 0-1 0 0,2 1 0 0 0,-1-1 0 0 0,2 1 0 0 0,9-21 0 0 0,10-19-321 0 0,44-71 1 0 0,-54 101 376 0 0,52-78-319 0 0,5 3 1 0 0,126-139-1 0 0,16-20 1856 0 0,-198 238-1119 0 0,-1 0-1 0 0,0-1 1 0 0,-2 0-1 0 0,0-1 1 0 0,10-33-1 0 0,-18 45-81 0 0,-1 0 0 0 0,0 0 0 0 0,-1 0 0 0 0,0-1 0 0 0,-1 1 0 0 0,0-1 0 0 0,-1 1 0 0 0,0-1 0 0 0,-1 1 0 0 0,0-1 0 0 0,-1 1 0 0 0,0 0 0 0 0,-1 0 0 0 0,-4-13 0 0 0,-8 3 564 0 0,15 21-749 0 0,-1-1 0 0 0,1 1 1 0 0,-1 0-1 0 0,0-1 0 0 0,1 1 1 0 0,-1 0-1 0 0,0 0 0 0 0,1 0 0 0 0,-1 0 1 0 0,1 0-1 0 0,-1-1 0 0 0,0 1 1 0 0,1 0-1 0 0,-1 0 0 0 0,0 1 1 0 0,1-1-1 0 0,-1 0 0 0 0,0 0 1 0 0,1 0-1 0 0,-1 0 0 0 0,1 0 1 0 0,-1 1-1 0 0,-1 0 0 0 0,-1 1 0 0 0,0 1 1 0 0,0 0-1 0 0,0 0 0 0 0,0 0 0 0 0,0 0 0 0 0,1 0 0 0 0,0 1 1 0 0,-1-1-1 0 0,1 1 0 0 0,-2 5 0 0 0,-12 25 11 0 0,2 2 0 0 0,2-1 0 0 0,1 2 0 0 0,1-1 0 0 0,3 1 0 0 0,0 1 0 0 0,3-1 0 0 0,1 1 0 0 0,2 0 1 0 0,1 0-1 0 0,2 0 0 0 0,2 0 0 0 0,10 44 0 0 0,-11-69-33 0 0,1 0 1 0 0,0 0-1 0 0,0-1 1 0 0,2 0-1 0 0,-1 0 1 0 0,1 0-1 0 0,1-1 1 0 0,0 0-1 0 0,13 16 0 0 0,-16-23-10 0 0,1 0 0 0 0,-1 0 0 0 0,1 0-1 0 0,0-1 1 0 0,0 0 0 0 0,0 0 0 0 0,0 0-1 0 0,0 0 1 0 0,1-1 0 0 0,-1 0 0 0 0,1 0-1 0 0,0 0 1 0 0,0-1 0 0 0,0 0 0 0 0,-1 0-1 0 0,1 0 1 0 0,0-1 0 0 0,0 0 0 0 0,0 0-1 0 0,0 0 1 0 0,0-1 0 0 0,0 0 0 0 0,6-2-1 0 0,1-1 15 0 0,1 0 0 0 0,-1-1-1 0 0,-1-1 1 0 0,1 0 0 0 0,-1-1-1 0 0,0 0 1 0 0,0-1 0 0 0,-1 0-1 0 0,0-1 1 0 0,0 0 0 0 0,-1-1-1 0 0,0 0 1 0 0,-1-1 0 0 0,0 1-1 0 0,-1-2 1 0 0,0 1 0 0 0,11-24-1 0 0,-11 9 246 0 0,-7 23-215 0 0,-3 7-39 0 0,-6 50-71 0 0,8-49 43 0 0,1 0-1 0 0,-1 0 1 0 0,0 0 0 0 0,1-1 0 0 0,0 1 0 0 0,0 0 0 0 0,1-1 0 0 0,-1 1 0 0 0,1 0-1 0 0,4 7 1 0 0,-4-10 14 0 0,-1 0-1 0 0,1 0 0 0 0,0-1 1 0 0,-1 1-1 0 0,1 0 0 0 0,0 0 1 0 0,0-1-1 0 0,0 1 0 0 0,0-1 1 0 0,1 0-1 0 0,-1 1 0 0 0,0-1 1 0 0,0 0-1 0 0,1-1 1 0 0,-1 1-1 0 0,1 0 0 0 0,-1-1 1 0 0,1 1-1 0 0,-1-1 0 0 0,1 0 1 0 0,-1 1-1 0 0,1-1 0 0 0,-1 0 1 0 0,1-1-1 0 0,3 0 0 0 0,115-21-103 0 0,-79 12 478 0 0,1 3 0 0 0,72-5 0 0 0,-101 10-25 0 0,5-3-9553 0 0,-16 4 6779 0 0</inkml:trace>
</inkml:ink>
</file>

<file path=ppt/ink/ink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3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1100 0 0,'0'0'1792'0'0,"-1"-13"3629"0"0,8 0-3485 0 0,6 2-1280 0 0,-5 8-268 0 0,6-2-344 0 0,2 3-396 0 0,2-3-472 0 0,6-1-872 0 0,1 1-1833 0 0,-3-1 809 0 0</inkml:trace>
</inkml:ink>
</file>

<file path=ppt/ink/ink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5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20 120 276 0 0,'-5'-18'2956'0'0,"1"1"0"0"0,1-1 0 0 0,1 0 1 0 0,-1-31-1 0 0,0 89-2648 0 0,4 60-1 0 0,0-87-244 0 0,0 1-1 0 0,1-1 1 0 0,0 0-1 0 0,1 0 1 0 0,1 0-1 0 0,0 0 1 0 0,1-1-1 0 0,0 0 1 0 0,8 13-1 0 0,-12-23-49 0 0,0 0 0 0 0,1 1-1 0 0,-1-1 1 0 0,1 0 0 0 0,0 0-1 0 0,0 0 1 0 0,-1 0-1 0 0,1 0 1 0 0,1 0 0 0 0,-1-1-1 0 0,0 1 1 0 0,0-1-1 0 0,1 0 1 0 0,-1 1 0 0 0,0-1-1 0 0,1 0 1 0 0,-1 0-1 0 0,1 0 1 0 0,0-1 0 0 0,-1 1-1 0 0,1-1 1 0 0,3 1-1 0 0,-2-2-2 0 0,0 1-1 0 0,0-1 0 0 0,0 0 1 0 0,-1 0-1 0 0,1 0 0 0 0,0-1 1 0 0,0 1-1 0 0,-1-1 0 0 0,1 0 1 0 0,-1 0-1 0 0,1 0 0 0 0,-1-1 1 0 0,4-3-1 0 0,6-5 2 0 0,-1-1 0 0 0,-1-1 0 0 0,0 0 0 0 0,-1-1 0 0 0,17-28 0 0 0,-23 33-11 0 0,10-10-242 0 0,-11 54 143 0 0,-3-27 81 0 0,1 1 1 0 0,0 0-1 0 0,0 0 1 0 0,1 0-1 0 0,0-1 1 0 0,5 13-1 0 0,-5-17-3 0 0,-1 0 0 0 0,1 0 0 0 0,0 0 1 0 0,0-1-1 0 0,1 1 0 0 0,-1 0 0 0 0,1-1 0 0 0,0 1 0 0 0,0-1 0 0 0,0 0 0 0 0,0 0 0 0 0,1 0 1 0 0,-1 0-1 0 0,6 2 0 0 0,-3-6 9 0 0,1 0 0 0 0,0-1 0 0 0,-1 0 0 0 0,0 0 0 0 0,1 0 0 0 0,-1-1 0 0 0,0 0 0 0 0,11-7 0 0 0,-15 8 5 0 0,56-34-180 0 0,-41 24-4 0 0,1 1 0 0 0,1 0 0 0 0,0 1 0 0 0,35-13-1 0 0,-52 23 94 0 0,3 1-50 0 0,0 1 88 0 0,1-1 0 0 0,-1 1 0 0 0,0 0 0 0 0,-1 1 0 0 0,1-1 0 0 0,5 5 0 0 0,37 15-246 0 0,-25-20 214 0 0,34-18-188 0 0,-48 23-1269 0 0,1 1-5695 0 0</inkml:trace>
</inkml:ink>
</file>

<file path=ppt/ink/ink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6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36 315 1064 0 0,'0'0'5851'0'0,"-6"2"-5419"0"0,-17 6-36 0 0,17-6 284 0 0,30 24 125 0 0,-17-24-730 0 0,1 0 0 0 0,-1 0-1 0 0,1 0 1 0 0,0-1 0 0 0,-1 0-1 0 0,1 0 1 0 0,0-1 0 0 0,0 0 0 0 0,0 0-1 0 0,0-1 1 0 0,-1 0 0 0 0,1-1-1 0 0,0 1 1 0 0,-1-2 0 0 0,1 1 0 0 0,-1-1-1 0 0,0 0 1 0 0,0 0 0 0 0,10-7-1 0 0,-9 5-45 0 0,0-1-1 0 0,0 1 1 0 0,-1-2-1 0 0,0 1 1 0 0,0-1-1 0 0,0 0 1 0 0,-1 0-1 0 0,0-1 1 0 0,-1 1-1 0 0,0-2 1 0 0,0 1-1 0 0,0 0 1 0 0,-1-1-1 0 0,0 0 1 0 0,3-13-1 0 0,-5 14 85 0 0,0-1 0 0 0,0 0 0 0 0,-1 1 0 0 0,0-1 0 0 0,0 0-1 0 0,-1 0 1 0 0,0 0 0 0 0,-1 0 0 0 0,0 1 0 0 0,0-1 0 0 0,-1 0 0 0 0,0 1-1 0 0,-1-1 1 0 0,0 1 0 0 0,0-1 0 0 0,-1 1 0 0 0,0 0 0 0 0,0 1 0 0 0,-1-1-1 0 0,0 1 1 0 0,0 0 0 0 0,-12-12 0 0 0,16 18 215 0 0,0 1-319 0 0,0 1-1 0 0,-1-1 1 0 0,1 1 0 0 0,0-1 0 0 0,0 1-1 0 0,-1-1 1 0 0,1 1 0 0 0,0 0 0 0 0,0 0-1 0 0,0 0 1 0 0,0 0 0 0 0,0 0 0 0 0,0 0-1 0 0,0 0 1 0 0,0 0 0 0 0,0 0-1 0 0,1 0 1 0 0,-1 0 0 0 0,0 1 0 0 0,1-1-1 0 0,-1 0 1 0 0,1 1 0 0 0,-1-1 0 0 0,1 0-1 0 0,0 1 1 0 0,-1-1 0 0 0,1 0 0 0 0,0 1-1 0 0,0-1 1 0 0,0 1 0 0 0,0-1-1 0 0,0 0 1 0 0,0 1 0 0 0,0-1 0 0 0,1 2-1 0 0,6 49-54 0 0,-3-38-198 0 0,0 0-1 0 0,1-1 1 0 0,0 1 0 0 0,2-1 0 0 0,-1 0-1 0 0,1-1 1 0 0,16 20 0 0 0,-13-19-1470 0 0,1 0 0 0 0,0-1 1 0 0,22 17-1 0 0,-10-13-1415 0 0</inkml:trace>
</inkml:ink>
</file>

<file path=ppt/ink/ink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6.6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8 1596 0 0,'-10'-8'12741'0'0,"9"45"-10000"0"0,10 60-2456 0 0,23 64 1022 0 0,-18-102-2441 0 0,-3 0 0 0 0,5 78 0 0 0,-15-131 410 0 0,-1 27-1029 0 0,-5-17-4947 0 0,-4-9 3273 0 0</inkml:trace>
</inkml:ink>
</file>

<file path=ppt/ink/ink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6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1 167 324 0 0,'0'0'1097'0'0,"2"-3"-90"0"0,2-1-733 0 0,1 0 1 0 0,-1 0-1 0 0,1 0 0 0 0,0 1 1 0 0,0 0-1 0 0,0 0 1 0 0,0 0-1 0 0,0 0 1 0 0,1 1-1 0 0,9-3 1 0 0,70-16 1068 0 0,-51 13-934 0 0,23-2 193 0 0,0 2-1 0 0,0 2 1 0 0,116 5 0 0 0,-152 3-417 0 0,0 1 0 0 0,0 1 0 0 0,0 1 0 0 0,36 13 0 0 0,-3-1 161 0 0,-54-17-284 0 0,1 1 0 0 0,-1-1-1 0 0,1 0 1 0 0,-1 0 0 0 0,1 0 0 0 0,-1 1 0 0 0,1-1-1 0 0,-1 0 1 0 0,1 0 0 0 0,-1 0 0 0 0,1 0 0 0 0,-1 0-1 0 0,1 0 1 0 0,-1 0 0 0 0,1 0 0 0 0,-1 0 0 0 0,1 0-1 0 0,-1 0 1 0 0,1 0 0 0 0,-1-1 0 0 0,1 1 0 0 0,-1 0-1 0 0,1 0 1 0 0,-1 0 0 0 0,1-1 0 0 0,-1 1 0 0 0,0 0-1 0 0,1 0 1 0 0,-1-1 0 0 0,1 1 0 0 0,-1 0 0 0 0,0-1-1 0 0,1 1 1 0 0,-1-1 0 0 0,1 0 0 0 0,-5-18 893 0 0,-18-18-101 0 0,14 29-862 0 0,1 0 0 0 0,-1 0-1 0 0,-1 1 1 0 0,1 0 0 0 0,-1 1 0 0 0,-15-9 0 0 0,22 14-917 0 0</inkml:trace>
</inkml:ink>
</file>

<file path=ppt/ink/ink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7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69 240 0 0,'-3'-66'11197'0'0,"3"64"-9644"0"0,1 11-1115 0 0,1 137 1033 0 0,4 61-155 0 0,-2-158-1093 0 0,6 92 713 0 0,-10-139-877 0 0,-2-10-328 0 0,-1-6 159 0 0,0 0-1 0 0,-1 1 1 0 0,-1 0-1 0 0,0 0 1 0 0,-1 0-1 0 0,0 1 1 0 0,-1 0-1 0 0,0 0 1 0 0,-1 0-1 0 0,-14-15 1 0 0,19 23 83 0 0,-1 0 1 0 0,0 0-1 0 0,0 1 1 0 0,0-1-1 0 0,0 1 0 0 0,-1 0 1 0 0,0 0-1 0 0,1 0 1 0 0,-1 1-1 0 0,0 0 1 0 0,0 0-1 0 0,-1 0 0 0 0,1 0 1 0 0,0 1-1 0 0,0 0 1 0 0,-1 0-1 0 0,1 1 1 0 0,-1-1-1 0 0,1 1 1 0 0,-1 0-1 0 0,1 0 0 0 0,0 1 1 0 0,-1 0-1 0 0,1 0 1 0 0,0 0-1 0 0,-1 1 1 0 0,1-1-1 0 0,0 1 0 0 0,0 1 1 0 0,0-1-1 0 0,-5 4 1 0 0,6-4 15 0 0,0 0 0 0 0,0 0 0 0 0,1 0 0 0 0,-1 1 0 0 0,1 0 0 0 0,0-1-1 0 0,0 1 1 0 0,0 0 0 0 0,0 1 0 0 0,0-1 0 0 0,1 0 0 0 0,-1 1 0 0 0,1 0 0 0 0,0-1 0 0 0,0 1 0 0 0,0 0 0 0 0,1 0 0 0 0,-3 8 0 0 0,4-9 6 0 0,1 0 0 0 0,-1-1 1 0 0,0 1-1 0 0,1 0 0 0 0,-1 0 0 0 0,1-1 1 0 0,0 1-1 0 0,0-1 0 0 0,0 1 0 0 0,0 0 0 0 0,0-1 1 0 0,1 0-1 0 0,-1 1 0 0 0,1-1 0 0 0,-1 0 0 0 0,1 0 1 0 0,0 0-1 0 0,0 0 0 0 0,0 0 0 0 0,0 0 0 0 0,0 0 1 0 0,1-1-1 0 0,-1 1 0 0 0,0-1 0 0 0,1 0 1 0 0,-1 1-1 0 0,1-1 0 0 0,0 0 0 0 0,4 1 0 0 0,9 3-18 0 0,0-1-1 0 0,0 0 1 0 0,1-1-1 0 0,-1-1 0 0 0,1-1 1 0 0,0 0-1 0 0,-1-1 1 0 0,1 0-1 0 0,0-2 0 0 0,24-5 1 0 0,19-6-94 0 0,84-31-1 0 0,-137 41 113 0 0,20-6 3 0 0,96-37 1587 0 0,-121 45-1261 0 0,6-1 160 0 0,-4 5-1131 0 0,-10 20-2838 0 0,0-7-2563 0 0,3-6 2415 0 0</inkml:trace>
</inkml:ink>
</file>

<file path=ppt/ink/ink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7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7 102 528 0 0,'-2'-22'3601'0'0,"-1"-31"2370"0"0,3 52-5967 0 0,-1 0-1 0 0,1 1 0 0 0,0-1 1 0 0,0 0-1 0 0,0 0 0 0 0,0 0 1 0 0,0 0-1 0 0,0 0 0 0 0,0 0 1 0 0,0 0-1 0 0,0 1 0 0 0,1-1 1 0 0,-1 0-1 0 0,0 0 1 0 0,0 0-1 0 0,1 0 0 0 0,-1 1 1 0 0,1-1-1 0 0,-1 0 0 0 0,1 0 1 0 0,-1 0-1 0 0,1 1 0 0 0,-1-1 1 0 0,1 0-1 0 0,-1 1 0 0 0,1-1 1 0 0,0 1-1 0 0,0-1 0 0 0,-1 1 1 0 0,1-1-1 0 0,0 1 1 0 0,0-1-1 0 0,0 1 0 0 0,-1 0 1 0 0,3-1-1 0 0,-1 1-876 0 0,14 1-3744 0 0,-13-1 1954 0 0</inkml:trace>
</inkml:ink>
</file>

<file path=ppt/ink/ink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8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259 1 776 0 0,'-51'0'1950'0'0,"49"0"-1764"0"0,0 0 0 0 0,1 0-1 0 0,-1 1 1 0 0,0-1 0 0 0,0 1 0 0 0,1-1-1 0 0,-1 1 1 0 0,0 0 0 0 0,0-1-1 0 0,1 1 1 0 0,-1 0 0 0 0,1 0 0 0 0,-1 0-1 0 0,1 0 1 0 0,-1 1 0 0 0,1-1-1 0 0,0 0 1 0 0,-1 0 0 0 0,1 1 0 0 0,0-1-1 0 0,0 1 1 0 0,0-1 0 0 0,0 1-1 0 0,0 0 1 0 0,1-1 0 0 0,-1 1 0 0 0,0 0-1 0 0,0 3 1 0 0,0 2 108 0 0,1 1 0 0 0,0-1 0 0 0,1 1 0 0 0,-1-1 0 0 0,1 0 0 0 0,3 9 0 0 0,-3-12-193 0 0,0 0 1 0 0,1 0 0 0 0,-2 0-1 0 0,1 1 1 0 0,0-1 0 0 0,-1 0-1 0 0,0 1 1 0 0,0-1 0 0 0,0 0-1 0 0,0 1 1 0 0,-1-1 0 0 0,0 0-1 0 0,0 0 1 0 0,0 0 0 0 0,0 1-1 0 0,-1-1 1 0 0,-3 7 0 0 0,-1-6 23 0 0,-1 1 1 0 0,0-1 0 0 0,0-1-1 0 0,0 1 1 0 0,0-1-1 0 0,-1 0 1 0 0,1-1 0 0 0,-1 0-1 0 0,0 0 1 0 0,0-1-1 0 0,-13 2 1 0 0,-22 9 40 0 0,42-12-481 0 0,-6-1-238 0 0,0 2-516 0 0,0-16-8243 0 0</inkml:trace>
</inkml:ink>
</file>

<file path=ppt/ink/ink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8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46 492 0 0,'0'-2'867'0'0,"1"1"0"0"0,0-1-1 0 0,-1 0 1 0 0,1 1 0 0 0,-1-1 0 0 0,0 1 0 0 0,1-1-1 0 0,-1 0 1 0 0,0 1 0 0 0,0-1 0 0 0,0 1 0 0 0,0-3-1 0 0,-2 2-702 0 0,1 1 0 0 0,-1-1-1 0 0,0 1 1 0 0,1 0-1 0 0,-1-1 1 0 0,0 1 0 0 0,0 0-1 0 0,0 0 1 0 0,1 0-1 0 0,-1 0 1 0 0,0 0-1 0 0,0 1 1 0 0,-1-1 0 0 0,1 1-1 0 0,0-1 1 0 0,0 1-1 0 0,0 0 1 0 0,0-1 0 0 0,0 1-1 0 0,0 0 1 0 0,-1 1-1 0 0,-2-1 1 0 0,0 2-18 0 0,-1-1 0 0 0,1 0 0 0 0,0 1 0 0 0,0 0 0 0 0,0 1 0 0 0,0-1 0 0 0,0 1-1 0 0,1 0 1 0 0,-7 4 0 0 0,7-4-103 0 0,-1 0-1 0 0,1 1 1 0 0,0-1-1 0 0,0 1 0 0 0,1 0 1 0 0,-1-1-1 0 0,1 2 0 0 0,0-1 1 0 0,0 0-1 0 0,0 1 1 0 0,1-1-1 0 0,-1 1 0 0 0,1 0 1 0 0,0 0-1 0 0,0 0 1 0 0,1 0-1 0 0,0 0 0 0 0,0 0 1 0 0,0 0-1 0 0,0 1 1 0 0,1 6-1 0 0,0-8-59 0 0,1 1 0 0 0,0-1 0 0 0,1 0 0 0 0,-1 0 0 0 0,1 0-1 0 0,-1 0 1 0 0,1 0 0 0 0,0 0 0 0 0,1 0 0 0 0,-1 0 0 0 0,1-1 0 0 0,0 1 0 0 0,-1-1 0 0 0,2 0 0 0 0,-1 0 0 0 0,7 5-1 0 0,-4-4-54 0 0,1-1 0 0 0,0 0 0 0 0,0-1-1 0 0,0 0 1 0 0,0 0 0 0 0,0 0-1 0 0,1-1 1 0 0,-1 0 0 0 0,11 0 0 0 0,6-1-46 0 0,0 0 1 0 0,0-2-1 0 0,0-1 1 0 0,-1 0-1 0 0,1-2 1 0 0,-1-1 0 0 0,0-1-1 0 0,0-1 1 0 0,-1 0-1 0 0,0-2 1 0 0,-1-1-1 0 0,0-1 1 0 0,0 0 0 0 0,-1-2-1 0 0,-1 0 1 0 0,35-33-1 0 0,-45 37 468 0 0,6-5 1221 0 0,-16 17-1626 0 0,0 1 0 0 0,0-1 0 0 0,1 1 0 0 0,0-1 0 0 0,-1 1 0 0 0,1 0 0 0 0,0-1 0 0 0,0 1 0 0 0,0-1 0 0 0,1 1 0 0 0,-1 0 0 0 0,1-1 0 0 0,-1 1 0 0 0,1-1 0 0 0,0 1 1 0 0,0-1-1 0 0,0 0 0 0 0,0 1 0 0 0,0-1 0 0 0,1 0 0 0 0,-1 0 0 0 0,1 1 0 0 0,-1-1 0 0 0,1 0 0 0 0,0-1 0 0 0,0 1 0 0 0,0 0 0 0 0,0-1 0 0 0,0 1 0 0 0,0-1 0 0 0,0 1 1 0 0,0-1-1 0 0,1 0 0 0 0,2 1 0 0 0,0 1-18 0 0,0-1 1 0 0,1 0 0 0 0,-1 0-1 0 0,0 0 1 0 0,1-1-1 0 0,0 0 1 0 0,6 1 0 0 0,-10-2 104 0 0,-1 1 0 0 0,1-1 0 0 0,-1 0 0 0 0,1 0 0 0 0,-1 0 1 0 0,1 0-1 0 0,0-1 0 0 0,-1 1 0 0 0,1 0 0 0 0,-1-1 0 0 0,1 1 1 0 0,-1 0-1 0 0,1-1 0 0 0,-1 0 0 0 0,0 1 0 0 0,1-1 0 0 0,-1 0 0 0 0,0 0 1 0 0,1 0-1 0 0,-1 0 0 0 0,0 0 0 0 0,0 0 0 0 0,0 0 0 0 0,0 0 1 0 0,0 0-1 0 0,0-1 0 0 0,0 1 0 0 0,0 0 0 0 0,0-1 0 0 0,-1 1 1 0 0,2-2-1 0 0,-2 0 67 0 0,0-1 0 0 0,0 1 0 0 0,-1 0 1 0 0,1 0-1 0 0,-1-1 0 0 0,1 1 0 0 0,-1 0 1 0 0,0 0-1 0 0,0 0 0 0 0,0 0 0 0 0,-1 0 1 0 0,1 0-1 0 0,-1 0 0 0 0,0 0 0 0 0,0 1 1 0 0,0-1-1 0 0,0 0 0 0 0,0 1 1 0 0,0 0-1 0 0,-4-3 0 0 0,-1-2-744 0 0,0 0-1 0 0,0 1 1 0 0,-1 0 0 0 0,0 0 0 0 0,-9-4-1 0 0</inkml:trace>
</inkml:ink>
</file>

<file path=ppt/ink/ink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8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8 432 0 0,'8'6'1044'0'0,"-1"0"-1"0"0,0 0 1 0 0,0 1 0 0 0,0 0-1 0 0,6 9 1 0 0,22 23 765 0 0,-24-29-1282 0 0,-8-7-268 0 0,0 0 0 0 0,-1 0-1 0 0,1 0 1 0 0,1 0 0 0 0,-1-1 0 0 0,0 1 0 0 0,1-1 0 0 0,-1 0 0 0 0,1 0-1 0 0,0 0 1 0 0,-1-1 0 0 0,1 1 0 0 0,0-1 0 0 0,7 1 0 0 0,-9-2-198 0 0,-1 0 1 0 0,1-1 0 0 0,0 1 0 0 0,0-1 0 0 0,-1 0 0 0 0,1 1 0 0 0,0-1 0 0 0,0 0 0 0 0,-1 0 0 0 0,1 0 0 0 0,-1 0 0 0 0,1 0 0 0 0,-1-1 0 0 0,0 1 0 0 0,1 0 0 0 0,-1-1 0 0 0,0 1 0 0 0,0-1 0 0 0,0 1-1 0 0,0-1 1 0 0,1-2 0 0 0,20-44-284 0 0,-13 26-1090 0 0,-2 5-225 0 0,0 0-3770 0 0,-2 7 1990 0 0</inkml:trace>
</inkml:ink>
</file>

<file path=ppt/ink/ink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09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58 424 0 0,'0'0'792'0'0,"15"-7"1485"0"0,65-43 3161 0 0,-79 50-4973 0 0,-8 17 2308 0 0,-15 39-2184 0 0,20-52-616 0 0,1 0 1 0 0,-1 0 0 0 0,1 1 0 0 0,0-1-1 0 0,1 0 1 0 0,-1 0 0 0 0,1 1 0 0 0,0-1 0 0 0,0 0-1 0 0,1 9 1 0 0,0-11-2 0 0,0 0-1 0 0,0 0 1 0 0,0 0-1 0 0,0-1 1 0 0,0 1-1 0 0,0 0 1 0 0,0 0-1 0 0,1 0 1 0 0,-1-1-1 0 0,1 1 1 0 0,-1-1-1 0 0,1 1 1 0 0,0-1-1 0 0,-1 0 1 0 0,1 1-1 0 0,0-1 1 0 0,0 0-1 0 0,0 0 1 0 0,0-1 0 0 0,0 1-1 0 0,4 1 1 0 0,0-1-61 0 0,0 0 0 0 0,0 0 0 0 0,1-1 1 0 0,-1 0-1 0 0,0 0 0 0 0,1 0 1 0 0,9-2-1 0 0,6-3-148 0 0,-1 0 0 0 0,0-2-1 0 0,32-13 1 0 0,-34 11 353 0 0,1 1 0 0 0,0 1-1 0 0,0 1 1 0 0,1 1-1 0 0,-1 1 1 0 0,29-3 0 0 0,-44 8-5 0 0,0 0 0 0 0,0 1 0 0 0,-1-1 0 0 0,1 1 0 0 0,0 0 0 0 0,-1 0 0 0 0,0 1 0 0 0,1-1 0 0 0,-1 1 0 0 0,0 0 0 0 0,6 6 0 0 0,10 6-720 0 0,12-3-5629 0 0,-18-11 3155 0 0</inkml:trace>
</inkml:ink>
</file>

<file path=ppt/ink/ink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2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1 187 36 0 0,'12'-55'7445'0'0,"-11"54"-7350"0"0,0 0 0 0 0,1 0 1 0 0,-1 0-1 0 0,1 0 1 0 0,-1 0-1 0 0,1 0 0 0 0,0 0 1 0 0,-1 0-1 0 0,1 0 1 0 0,0 1-1 0 0,-1-1 0 0 0,1 1 1 0 0,0-1-1 0 0,0 1 0 0 0,0 0 1 0 0,0 0-1 0 0,-1 0 1 0 0,1 0-1 0 0,0 0 0 0 0,0 0 1 0 0,3 1-1 0 0,-1 0-12 0 0,0 1 0 0 0,0-1 0 0 0,-1 1-1 0 0,1 0 1 0 0,-1 0 0 0 0,1 0 0 0 0,-1 1 0 0 0,0-1-1 0 0,6 6 1 0 0,-4-3-21 0 0,1 1 1 0 0,-1 0-1 0 0,-1 0 0 0 0,1 0 0 0 0,-1 1 1 0 0,0 0-1 0 0,0 0 0 0 0,-1 0 0 0 0,0 0 0 0 0,3 10 1 0 0,-5-7-15 0 0,0 0 0 0 0,-1-1 0 0 0,0 1 0 0 0,0-1 0 0 0,-1 1 1 0 0,0 0-1 0 0,-1-1 0 0 0,0 0 0 0 0,-1 1 0 0 0,0-1 0 0 0,0 0 0 0 0,-1 0 1 0 0,0-1-1 0 0,0 1 0 0 0,-1-1 0 0 0,0 0 0 0 0,-1 0 0 0 0,0 0 0 0 0,0-1 1 0 0,0 0-1 0 0,-1 0 0 0 0,0 0 0 0 0,-16 10 0 0 0,22-16-40 0 0,0-1 0 0 0,1 1 0 0 0,-1 0-1 0 0,0-1 1 0 0,0 1 0 0 0,1 0 0 0 0,-1-1 0 0 0,0 1 0 0 0,0-1-1 0 0,0 0 1 0 0,0 1 0 0 0,0-1 0 0 0,0 0 0 0 0,0 1-1 0 0,1-1 1 0 0,-1 0 0 0 0,0 0 0 0 0,0 0 0 0 0,0 0 0 0 0,0 0-1 0 0,0 0 1 0 0,0 0 0 0 0,0 0 0 0 0,0 0 0 0 0,0 0 0 0 0,0-1-1 0 0,0 1 1 0 0,0 0 0 0 0,0-1 0 0 0,0 1 0 0 0,0 0-1 0 0,0-1 1 0 0,1 1 0 0 0,-1-1 0 0 0,0 0 0 0 0,0 1 0 0 0,1-1-1 0 0,-1 0 1 0 0,0 1 0 0 0,1-1 0 0 0,-1 0 0 0 0,0 0 0 0 0,1 1-1 0 0,-1-1 1 0 0,1 0 0 0 0,0 0 0 0 0,-1 0 0 0 0,1 0-1 0 0,-1-1 1 0 0,0-3 3 0 0,0 1-1 0 0,-1 0 0 0 0,2-1 1 0 0,-1 1-1 0 0,1-1 0 0 0,-1 1 1 0 0,1 0-1 0 0,1-9 0 0 0,2 2-10 0 0,0 0 0 0 0,1 0 0 0 0,0 1-1 0 0,0-1 1 0 0,1 1 0 0 0,1 0 0 0 0,0 1-1 0 0,0-1 1 0 0,1 1 0 0 0,15-16 0 0 0,-5 8-14 0 0,0 1 1 0 0,2 0-1 0 0,0 2 1 0 0,23-15-1 0 0,-33 25 8 0 0,0-1 1 0 0,-1 2-1 0 0,1-1 0 0 0,1 1 0 0 0,-1 1 0 0 0,0-1 1 0 0,1 1-1 0 0,-1 1 0 0 0,1 0 0 0 0,-1 1 0 0 0,1-1 1 0 0,0 2-1 0 0,-1-1 0 0 0,17 4 0 0 0,-22-3 4 0 0,1 0-1 0 0,-1 1 1 0 0,1-1 0 0 0,-1 1-1 0 0,1 0 1 0 0,-1 0-1 0 0,0 1 1 0 0,0-1 0 0 0,0 1-1 0 0,0 0 1 0 0,0 0 0 0 0,-1 0-1 0 0,1 0 1 0 0,-1 1-1 0 0,0-1 1 0 0,0 1 0 0 0,0 0-1 0 0,-1 0 1 0 0,1 0-1 0 0,-1 0 1 0 0,0 0 0 0 0,0 1-1 0 0,0-1 1 0 0,-1 1 0 0 0,0-1-1 0 0,1 1 1 0 0,-2 0-1 0 0,1-1 1 0 0,0 1 0 0 0,-1 0-1 0 0,0 0 1 0 0,0-1 0 0 0,-1 8-1 0 0,8 31-64 0 0,-7-41 42 0 0,5-6-22 0 0,1 1 37 0 0,-1-1 0 0 0,0 0 0 0 0,0-1 0 0 0,0 1 0 0 0,6-9 0 0 0,4-2-20 0 0,-6 6-3 0 0,0 2 0 0 0,1-1 0 0 0,0 1 0 0 0,0 1 0 0 0,0 0 0 0 0,1 0 0 0 0,0 1 0 0 0,0 0 0 0 0,0 1 0 0 0,0 0 0 0 0,1 1 0 0 0,0 0 0 0 0,0 1 0 0 0,0 0 0 0 0,21 1 0 0 0,55-1-345 0 0,-52 3 264 0 0,-1-2-1 0 0,1-1 0 0 0,-1-2 0 0 0,0-1 0 0 0,39-12 1 0 0,-73 17 121 0 0,1 0 0 0 0,-1 0 0 0 0,0-1 1 0 0,1 1-1 0 0,-1 0 0 0 0,0-1 0 0 0,1 1 1 0 0,-1-1-1 0 0,0 0 0 0 0,1 1 0 0 0,-1-1 1 0 0,0 0-1 0 0,0 0 0 0 0,0 0 0 0 0,0 0 1 0 0,0 0-1 0 0,0 0 0 0 0,0 0 0 0 0,0 0 1 0 0,0 0-1 0 0,0 0 0 0 0,-1 0 0 0 0,1-1 1 0 0,0 1-1 0 0,-1 0 0 0 0,1-1 0 0 0,-1 1 1 0 0,0 0-1 0 0,1-1 0 0 0,-1 1 0 0 0,0-2 1 0 0,0 1 94 0 0,-25-23 396 0 0,20 24-463 0 0,-1 0 1 0 0,0 1-1 0 0,0 0 1 0 0,0 0-1 0 0,0 0 0 0 0,0 1 1 0 0,0 0-1 0 0,0 0 1 0 0,-5 2-1 0 0,9-3-30 0 0,0 1-1 0 0,0 0 0 0 0,1-1 0 0 0,-1 1 1 0 0,0 0-1 0 0,1 0 0 0 0,-1-1 1 0 0,1 1-1 0 0,-1 1 0 0 0,1-1 1 0 0,-1 0-1 0 0,1 0 0 0 0,0 0 1 0 0,-1 1-1 0 0,1-1 0 0 0,0 1 0 0 0,0-1 1 0 0,0 1-1 0 0,0-1 0 0 0,0 1 1 0 0,1 0-1 0 0,-1-1 0 0 0,0 1 1 0 0,1 0-1 0 0,-1 0 0 0 0,1-1 1 0 0,0 1-1 0 0,-1 0 0 0 0,1 0 1 0 0,0 0-1 0 0,0-1 0 0 0,0 1 0 0 0,0 0 1 0 0,1 2-1 0 0,0-1-10 0 0,1 0 0 0 0,-1 0 0 0 0,1-1 0 0 0,0 1 0 0 0,-1-1 0 0 0,1 1 0 0 0,0-1 0 0 0,1 0 1 0 0,-1 1-1 0 0,0-1 0 0 0,1 0 0 0 0,-1-1 0 0 0,1 1 0 0 0,-1 0 0 0 0,1-1 0 0 0,0 1 0 0 0,0-1 0 0 0,4 1 0 0 0,52 17-419 0 0,-26-13-23 0 0,1-2 0 0 0,0-1 0 0 0,0-2 0 0 0,0-1 0 0 0,0-2-1 0 0,0-1 1 0 0,0-2 0 0 0,-1-1 0 0 0,0-2 0 0 0,0-1 0 0 0,-1-1 0 0 0,51-24 0 0 0,-69 27 702 0 0,-1-1 0 0 0,0 0 0 0 0,0-1 0 0 0,0-1-1 0 0,-1 0 1 0 0,17-18 0 0 0,-21 12 1355 0 0,-19 13 62 0 0,7 4-1577 0 0,0 0 1 0 0,0 0-1 0 0,0 1 0 0 0,0-1 1 0 0,0 1-1 0 0,1 0 0 0 0,-6 4 1 0 0,0 0-33 0 0,1-1-25 0 0,0 1 0 0 0,0 0 0 0 0,0 0 0 0 0,1 1 0 0 0,0 0 0 0 0,0 0 0 0 0,1 1 0 0 0,0-1 0 0 0,0 2 0 0 0,1-1 0 0 0,0 0-1 0 0,-5 12 1 0 0,9-18-52 0 0,1-1-7 0 0,1-1 21 0 0,-1 1 0 0 0,0 0-1 0 0,1-1 1 0 0,-1 1 0 0 0,0-1 0 0 0,1 1-1 0 0,-1-1 1 0 0,1 1 0 0 0,-1-1 0 0 0,0 1 0 0 0,1-1-1 0 0,-1 1 1 0 0,1-1 0 0 0,0 0 0 0 0,-1 1-1 0 0,1-1 1 0 0,-1 0 0 0 0,1 1 0 0 0,0-1-1 0 0,-1 0 1 0 0,1 0 0 0 0,0 0 0 0 0,-1 1-1 0 0,1-1 1 0 0,0 0 0 0 0,-1 0 0 0 0,1 0-1 0 0,0 0 1 0 0,-1 0 0 0 0,1 0 0 0 0,0-1-1 0 0,-1 1 1 0 0,1 0 0 0 0,-1 0 0 0 0,1 0-1 0 0,0 0 1 0 0,0-1 0 0 0,25-6-51 0 0,13-5-445 0 0,-1 3 1 0 0,1 0 0 0 0,56-4-1 0 0,-21 4-292 0 0,-58 5 646 0 0,0 0-1 0 0,-1-1 1 0 0,1 0 0 0 0,-1-2 0 0 0,-1 1 0 0 0,1-2 0 0 0,-1 0-1 0 0,17-13 1 0 0,-11 8 60 0 0,-16 10 116 0 0,-1 1 0 0 0,1-1 0 0 0,0 0 1 0 0,-1 0-1 0 0,0-1 0 0 0,0 1 0 0 0,4-7 1 0 0,5-3 628 0 0,-11 12-268 0 0,-1 1-385 0 0,0 0-1 0 0,0 0 0 0 0,0 0 0 0 0,0 1 0 0 0,1-1 0 0 0,-1 0 0 0 0,0 0 1 0 0,0 0-1 0 0,0 0 0 0 0,0 0 0 0 0,0 1 0 0 0,0-1 0 0 0,0 0 0 0 0,1 0 1 0 0,-1 0-1 0 0,0 0 0 0 0,0 0 0 0 0,0 1 0 0 0,0-1 0 0 0,1 0 0 0 0,-1 0 0 0 0,0 0 1 0 0,0 0-1 0 0,0 0 0 0 0,0 0 0 0 0,1 0 0 0 0,-1 0 0 0 0,0 0 0 0 0,0 0 1 0 0,0 0-1 0 0,1 0 0 0 0,-1 0 0 0 0,0 0 0 0 0,0 0 0 0 0,0 0 0 0 0,1 0 0 0 0,-1 0 1 0 0,0 0-1 0 0,0 0 0 0 0,0 0 0 0 0,1 0 0 0 0,-1 0 0 0 0,0-1 0 0 0,0 1 1 0 0,0 0-1 0 0,0 0 0 0 0,0 0 0 0 0,1 0 0 0 0,-1 0 0 0 0,0 0 0 0 0,0-1 0 0 0,0 1 1 0 0,0 0-1 0 0,0 0 0 0 0,0 0 0 0 0,1 0 0 0 0,-1-1 0 0 0,0 1 0 0 0,0 0 1 0 0,0 0-1 0 0,0-1 0 0 0,11 19 131 0 0,-7-7-120 0 0,-1-4 0 0 0,0 0 1 0 0,0 1 0 0 0,1-1 0 0 0,0-1 0 0 0,0 1-1 0 0,7 7 1 0 0,-9-11-22 0 0,0-2 2 0 0,0 1 1 0 0,0-1 0 0 0,0 0-1 0 0,0 0 1 0 0,0 0 0 0 0,0 0-1 0 0,0 0 1 0 0,0 0-1 0 0,0 0 1 0 0,0-1 0 0 0,1 1-1 0 0,-1-1 1 0 0,0 1 0 0 0,0-1-1 0 0,1 0 1 0 0,-1 0 0 0 0,0 0-1 0 0,1 0 1 0 0,2-1 0 0 0,43-18 25 0 0,4-1-9 0 0,-50 20-2 0 0,11-3 636 0 0,-7 1-1498 0 0</inkml:trace>
</inkml:ink>
</file>

<file path=ppt/ink/ink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2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0 548 0 0,'0'0'3584'0'0,"-6"20"2650"0"0,11-3-5656 0 0,0-4-240 0 0,-1 1-1 0 0,0 0 1 0 0,-1 0 0 0 0,1 18 0 0 0,-4-30-757 0 0</inkml:trace>
</inkml:ink>
</file>

<file path=ppt/ink/ink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3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50 868 0 0,'-7'-22'3160'0'0,"6"20"-2169"0"0,0-18 2556 0 0,1 14-8179 0 0</inkml:trace>
</inkml:ink>
</file>

<file path=ppt/ink/ink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3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31 352 0 0,'40'9'4805'0'0,"-25"-11"-4200"0"0,-1 0 0 0 0,1-1 0 0 0,-1-1 0 0 0,0-1 0 0 0,0 0 0 0 0,18-8 0 0 0,-20 8 262 0 0,-11 4-586 0 0,0 2-251 0 0,0-1-1 0 0,0 0 0 0 0,0 0 0 0 0,-1 1 1 0 0,1-1-1 0 0,0 1 0 0 0,0-1 1 0 0,0 1-1 0 0,-1-1 0 0 0,1 1 1 0 0,0-1-1 0 0,-1 1 0 0 0,1 0 0 0 0,0-1 1 0 0,-1 1-1 0 0,1 0 0 0 0,-1 0 1 0 0,1-1-1 0 0,-1 1 0 0 0,1 0 0 0 0,-1 0 1 0 0,0 0-1 0 0,1 0 0 0 0,-1-1 1 0 0,0 1-1 0 0,0 0 0 0 0,0 0 1 0 0,0 0-1 0 0,1 0 0 0 0,-1 0 0 0 0,-1 1 1 0 0,2 34 202 0 0,-1-31-125 0 0,-4 37-24 0 0,-2-1-1 0 0,-2 1 1 0 0,-19 63-1 0 0,-10 48-3003 0 0,31-112-1636 0 0,4-22 1932 0 0</inkml:trace>
</inkml:ink>
</file>

<file path=ppt/ink/ink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4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8 84 0 0,'-1'-1'267'0'0,"0"0"0"0"0,0 1 1 0 0,0-1-1 0 0,0 0 0 0 0,0 1 0 0 0,-1-1 0 0 0,1 0 1 0 0,0 1-1 0 0,-1 0 0 0 0,1-1 0 0 0,0 1 1 0 0,-1 0-1 0 0,1 0 0 0 0,0-1 0 0 0,-1 1 0 0 0,1 0 1 0 0,0 0-1 0 0,-1 1 0 0 0,1-1 0 0 0,0 0 0 0 0,-1 0 1 0 0,-1 1-1 0 0,-13 20 694 0 0,7 0-549 0 0,1 0 1 0 0,1 1-1 0 0,1 0 0 0 0,1 0 0 0 0,-4 33 0 0 0,-3 123 917 0 0,7-71-706 0 0,-2-23-66 0 0,-2 0 0 0 0,-31 116 1 0 0,39-195-540 0 0,-27 76 351 0 0,27-77-356 0 0,-1 0-1 0 0,0 0 1 0 0,0 0 0 0 0,-1 0 0 0 0,1 0-1 0 0,-1 0 1 0 0,0-1 0 0 0,0 1 0 0 0,0-1-1 0 0,0 0 1 0 0,-1 0 0 0 0,1 0-1 0 0,-1-1 1 0 0,0 1 0 0 0,-7 3 0 0 0,9-5-42 0 0,1-1 0 0 0,-1 1 0 0 0,1-1 0 0 0,0 1 0 0 0,-1-1 0 0 0,1 0 0 0 0,-1 0 0 0 0,1 0 0 0 0,-1 0 0 0 0,1 0 0 0 0,-1 0 0 0 0,1 0 0 0 0,0-1 0 0 0,-1 1 0 0 0,1 0 0 0 0,-1-1 1 0 0,1 1-1 0 0,0-1 0 0 0,-1 0 0 0 0,1 1 0 0 0,0-1 0 0 0,-1 0 0 0 0,1 0 0 0 0,0 0 0 0 0,0 0 0 0 0,0 0 0 0 0,0 0 0 0 0,0 0 0 0 0,0 0 0 0 0,0 0 0 0 0,0 0 0 0 0,1-1 0 0 0,-1 1 0 0 0,0 0 0 0 0,1-1 1 0 0,-1 1-1 0 0,1 0 0 0 0,-1-1 0 0 0,1 1 0 0 0,0-1 0 0 0,-1 1 0 0 0,1 0 0 0 0,0-1 0 0 0,0 1 0 0 0,0-2 0 0 0,-1-4-65 0 0,1-1 0 0 0,0 1 1 0 0,0 0-1 0 0,0 0 0 0 0,1 0 0 0 0,0 0 0 0 0,4-13 0 0 0,0 8 26 0 0,1-1 0 0 0,1 1-1 0 0,0 0 1 0 0,0 0 0 0 0,2 1-1 0 0,-1 0 1 0 0,1 0 0 0 0,1 1-1 0 0,0 1 1 0 0,21-18 0 0 0,12-3-71 0 0,75-39 1 0 0,-37 22 193 0 0,-46 29 1489 0 0,-34 17-960 0 0,21-6 1382 0 0,-19 11-1938 0 0,0 0-1 0 0,0 0 0 0 0,0 0 0 0 0,0-1 1 0 0,1 1-1 0 0,0-1 0 0 0,-1 0 1 0 0,1 0-1 0 0,1-1 0 0 0,-1 1 0 0 0,0-1 1 0 0,1 0-1 0 0,-1 0 0 0 0,1 0 0 0 0,8 2 1 0 0,-4-3-7 0 0,0 0 1 0 0,0 0-1 0 0,0 0 1 0 0,0-1-1 0 0,1-1 1 0 0,-1 1-1 0 0,0-2 0 0 0,10-2 1 0 0,-1 0-12 0 0,-1-2 1 0 0,1 0 0 0 0,-2-1-1 0 0,1 0 1 0 0,-1-2-1 0 0,0 0 1 0 0,0 0 0 0 0,16-15-1 0 0,-13 6 54 0 0,-1 0 0 0 0,-1-1-1 0 0,-1-1 1 0 0,-1-1 0 0 0,0 0-1 0 0,-2-1 1 0 0,0 0 0 0 0,-2-1 0 0 0,0-1-1 0 0,-2 0 1 0 0,0 0 0 0 0,-2 0-1 0 0,8-48 1 0 0,-11 39 2960 0 0,-8 58-2896 0 0,2 0 1 0 0,0 0 0 0 0,2 0-1 0 0,1 0 1 0 0,1 1-1 0 0,1-1 1 0 0,11 43 0 0 0,-6-36-847 0 0,26 60 1 0 0,-23-68-1439 0 0,1 0 1 0 0,25 36-1 0 0,-22-43-2646 0 0,-2-2 367 0 0</inkml:trace>
</inkml:ink>
</file>

<file path=ppt/ink/ink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7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446 170 604 0 0,'2'-18'2944'0'0,"-1"0"-1"0"0,-1-32 1 0 0,-1 45-2551 0 0,0 0-1 0 0,0-1 1 0 0,0 1 0 0 0,0 0 0 0 0,-1 0-1 0 0,0 0 1 0 0,0 0 0 0 0,0 0 0 0 0,-1 0-1 0 0,1 0 1 0 0,-1 1 0 0 0,0-1 0 0 0,-4-3-1 0 0,4 6-296 0 0,0 1-1 0 0,0-1 0 0 0,0 1 0 0 0,0 0 0 0 0,0 0 1 0 0,0 0-1 0 0,0 1 0 0 0,-1-1 0 0 0,1 1 0 0 0,0-1 1 0 0,0 1-1 0 0,-1 0 0 0 0,1 0 0 0 0,-6 1 0 0 0,-8 3 13 0 0,1 0 0 0 0,0 1 0 0 0,0 1 0 0 0,0 0 0 0 0,1 1 0 0 0,-19 12 0 0 0,-2 3 48 0 0,-42 35 1 0 0,63-45-98 0 0,0 1 1 0 0,0 1-1 0 0,2 0 1 0 0,-24 30-1 0 0,34-40-55 0 0,1-1-1 0 0,-1 1 0 0 0,1 0 0 0 0,-1 0 0 0 0,1 1 1 0 0,0-1-1 0 0,0 0 0 0 0,1 1 0 0 0,0-1 0 0 0,-1 1 1 0 0,1-1-1 0 0,1 1 0 0 0,-1-1 0 0 0,1 1 0 0 0,0 0 0 0 0,0-1 1 0 0,0 1-1 0 0,0 0 0 0 0,1-1 0 0 0,0 1 0 0 0,0-1 1 0 0,0 1-1 0 0,1-1 0 0 0,-1 1 0 0 0,1-1 0 0 0,3 6 1 0 0,-2-7-10 0 0,0 0 0 0 0,0 0 1 0 0,1 0-1 0 0,-1 0 1 0 0,1 0-1 0 0,0-1 0 0 0,0 1 1 0 0,0-1-1 0 0,0 0 1 0 0,0 0-1 0 0,0-1 0 0 0,1 1 1 0 0,-1-1-1 0 0,1 0 0 0 0,-1 0 1 0 0,1 0-1 0 0,-1-1 1 0 0,1 1-1 0 0,-1-1 0 0 0,1 0 1 0 0,-1-1-1 0 0,1 1 1 0 0,-1-1-1 0 0,8-2 0 0 0,11-2-31 0 0,-1 0 0 0 0,0-2 1 0 0,30-13-1 0 0,-22 7-54 0 0,-1 0 0 0 0,0-2 0 0 0,-1-1 0 0 0,-1-2 0 0 0,0 0 0 0 0,29-28 0 0 0,-55 45 79 0 0,-1 0 0 0 0,1 0 1 0 0,-1 0-1 0 0,1 0 0 0 0,0 0 0 0 0,0 1 0 0 0,-1-1 1 0 0,1 0-1 0 0,0 0 0 0 0,0 1 0 0 0,0-1 1 0 0,0 0-1 0 0,0 1 0 0 0,0-1 0 0 0,0 1 1 0 0,0-1-1 0 0,0 1 0 0 0,0-1 0 0 0,0 1 0 0 0,0 0 1 0 0,0 0-1 0 0,0-1 0 0 0,1 1 0 0 0,-6 24-202 0 0,-4 18 144 0 0,8-35 42 0 0,1 0 0 0 0,0 0 0 0 0,0 0 0 0 0,0 0 0 0 0,4 11 0 0 0,-4-16 22 0 0,-1-1 1 0 0,1 1-1 0 0,-1-1 0 0 0,1 1 0 0 0,-1-1 1 0 0,1 1-1 0 0,0-1 0 0 0,0 1 0 0 0,0-1 1 0 0,0 0-1 0 0,0 0 0 0 0,0 1 0 0 0,0-1 1 0 0,0 0-1 0 0,0 0 0 0 0,1 0 0 0 0,-1 0 1 0 0,0 0-1 0 0,1-1 0 0 0,-1 1 0 0 0,1 0 1 0 0,-1-1-1 0 0,1 1 0 0 0,-1-1 0 0 0,1 1 1 0 0,-1-1-1 0 0,1 0 0 0 0,-1 1 0 0 0,1-1 1 0 0,0 0-1 0 0,-1 0 0 0 0,1 0 0 0 0,-1 0 1 0 0,1-1-1 0 0,0 1 0 0 0,1-1 0 0 0,38-14-1 0 0,-1-1 0 0 0,40-25-1 0 0,65-26-19 0 0,-129 61 14 0 0,-1 1 0 0 0,1 0-1 0 0,1 2 1 0 0,-1-1 0 0 0,0 2 0 0 0,1 1 0 0 0,20 0 0 0 0,-33 0 2 0 0,-1 1 0 0 0,0 1 0 0 0,0-1 1 0 0,0 0-1 0 0,0 1 0 0 0,1 0 0 0 0,-1-1 0 0 0,0 1 0 0 0,0 1 1 0 0,0-1-1 0 0,0 0 0 0 0,-1 1 0 0 0,1-1 0 0 0,0 1 1 0 0,-1 0-1 0 0,1 0 0 0 0,-1 0 0 0 0,1 0 0 0 0,-1 0 1 0 0,0 1-1 0 0,0-1 0 0 0,0 1 0 0 0,0-1 0 0 0,0 1 1 0 0,-1 0-1 0 0,1 0 0 0 0,-1-1 0 0 0,0 1 0 0 0,2 5 0 0 0,-3-3-4 0 0,1-1-1 0 0,-1 0 0 0 0,0 1 1 0 0,0-1-1 0 0,0 0 0 0 0,-1 1 0 0 0,0-1 1 0 0,0 0-1 0 0,0 0 0 0 0,0 1 1 0 0,0-1-1 0 0,-1 0 0 0 0,0 0 0 0 0,0 0 1 0 0,0-1-1 0 0,0 1 0 0 0,-1 0 1 0 0,1-1-1 0 0,-1 1 0 0 0,0-1 0 0 0,-4 4 1 0 0,-15 15-266 0 0,-21 17-3603 0 0</inkml:trace>
</inkml:ink>
</file>

<file path=ppt/ink/ink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8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22 144 0 0,'-1'-14'4146'0'0,"1"14"-4071"0"0,0-1 0 0 0,0 1 0 0 0,0 0 0 0 0,0-1 1 0 0,0 1-1 0 0,0 0 0 0 0,0-1 0 0 0,-1 1 0 0 0,1 0 0 0 0,0-1 0 0 0,0 1 1 0 0,0 0-1 0 0,-1 0 0 0 0,1-1 0 0 0,0 1 0 0 0,0 0 0 0 0,-1 0 0 0 0,1-1 1 0 0,0 1-1 0 0,0 0 0 0 0,-1 0 0 0 0,1 0 0 0 0,0-1 0 0 0,-1 1 0 0 0,1 0 0 0 0,0 0 1 0 0,-1 0-1 0 0,1 0 0 0 0,0 0 0 0 0,-1 0 0 0 0,1 0 0 0 0,-1 0 0 0 0,1 0 1 0 0,0 0-1 0 0,-1 0 0 0 0,1 0 0 0 0,0 0 0 0 0,-1 0 0 0 0,1 0 0 0 0,0 0 1 0 0,-1 0-1 0 0,1 0 0 0 0,0 0 0 0 0,-1 1 0 0 0,1-1 0 0 0,0 0 0 0 0,-1 0 0 0 0,1 0 1 0 0,-1 1-1 0 0,-4 2 51 0 0,0 0 0 0 0,0 0 0 0 0,0 1 0 0 0,1-1 0 0 0,-1 1 0 0 0,1 0 1 0 0,0 0-1 0 0,0 1 0 0 0,0-1 0 0 0,1 1 0 0 0,-1 0 0 0 0,1 0 0 0 0,0 0 0 0 0,1 0 0 0 0,-1 1 1 0 0,1-1-1 0 0,0 1 0 0 0,0 0 0 0 0,1-1 0 0 0,0 1 0 0 0,0 0 0 0 0,0 0 0 0 0,1 0 0 0 0,-1 0 0 0 0,1 0 1 0 0,2 9-1 0 0,11 44 359 0 0,-11-51-423 0 0,1 0-1 0 0,-1 0 1 0 0,0 0 0 0 0,-1 0 0 0 0,0 0 0 0 0,0 0 0 0 0,-1 0-1 0 0,0 1 1 0 0,-1 9 0 0 0,0-15-47 0 0,-1 0 0 0 0,1 0 0 0 0,0 0 0 0 0,-1 0 0 0 0,0 0 1 0 0,0 0-1 0 0,0 0 0 0 0,0-1 0 0 0,0 1 0 0 0,0-1 0 0 0,-1 1 0 0 0,1-1 0 0 0,-1 0 0 0 0,0 0 0 0 0,1 0 0 0 0,-1 0 0 0 0,0 0 0 0 0,0-1 0 0 0,0 0 0 0 0,-5 2 1 0 0,-3 1-31 0 0,-1 0 1 0 0,-1-1-1 0 0,-22 4 1 0 0,33-7-141 0 0,6-4-841 0 0,11-9 682 0 0,0 1 0 0 0,1 0 0 0 0,0 1 0 0 0,28-14 0 0 0,84-33-971 0 0,-40 18 854 0 0,-9 2 4425 0 0,-76 40-3936 0 0,-1 0-1 0 0,0 0 0 0 0,1 0 1 0 0,-1 0-1 0 0,0 0 0 0 0,0 1 1 0 0,0-1-1 0 0,-1 0 0 0 0,1 1 1 0 0,2 5-1 0 0,10 11 147 0 0,-7-13-174 0 0,1 0 0 0 0,-1-1 0 0 0,1 0 0 0 0,0 0 0 0 0,0-1 0 0 0,1 0 0 0 0,0-1 0 0 0,-1 1 0 0 0,1-2 0 0 0,0 1 0 0 0,0-1 0 0 0,0-1 0 0 0,1 0 0 0 0,11 0 0 0 0,1 0 33 0 0,-1-1-1 0 0,1-1 0 0 0,0-1 1 0 0,-1-1-1 0 0,23-6 1 0 0,-42 8 5 0 0,0 1 0 0 0,0-1 0 0 0,1 0 0 0 0,-1 0 0 0 0,0 0 0 0 0,0 0 1 0 0,0 0-1 0 0,-1 0 0 0 0,1 0 0 0 0,0-1 0 0 0,0 1 0 0 0,-1-1 0 0 0,1 1 0 0 0,-1-1 1 0 0,1 0-1 0 0,-1 0 0 0 0,0 1 0 0 0,1-1 0 0 0,-1 0 0 0 0,0 0 0 0 0,0 0 0 0 0,-1 0 1 0 0,1 0-1 0 0,0-1 0 0 0,-1 1 0 0 0,1 0 0 0 0,-1 0 0 0 0,0 0 0 0 0,1-1 0 0 0,-1 1 1 0 0,0 0-1 0 0,0 0 0 0 0,-1 0 0 0 0,1-1 0 0 0,0 1 0 0 0,-1 0 0 0 0,1 0 1 0 0,-2-3-1 0 0,0 1-46 0 0,1 1 1 0 0,0-1-1 0 0,-1 1 0 0 0,0 0 1 0 0,0 0-1 0 0,0-1 1 0 0,0 1-1 0 0,0 1 0 0 0,0-1 1 0 0,-1 0-1 0 0,0 1 1 0 0,1-1-1 0 0,-5-2 1 0 0,5 4-238 0 0,0-1 1 0 0,-1 1 0 0 0,1 0 0 0 0,0 0 0 0 0,-1 0 0 0 0,0 0 0 0 0,1 0 0 0 0,-1 1-1 0 0,1-1 1 0 0,-1 1 0 0 0,-5-1 0 0 0,-10 8-3197 0 0,12-1-1023 0 0</inkml:trace>
</inkml:ink>
</file>

<file path=ppt/ink/ink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8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25 492 0 0,'0'0'1343'0'0,"-27"-25"8194"0"0,24 25-9431 0 0,0 1 1 0 0,0-1-1 0 0,0 0 1 0 0,0 1-1 0 0,1-1 1 0 0,-1 1-1 0 0,0 0 1 0 0,0 0-1 0 0,1 0 0 0 0,-1 0 1 0 0,1 1-1 0 0,-1-1 1 0 0,1 1-1 0 0,-1-1 1 0 0,1 1-1 0 0,0 0 1 0 0,0 0-1 0 0,0 0 1 0 0,0 0-1 0 0,0 0 1 0 0,0 1-1 0 0,0-1 1 0 0,1 1-1 0 0,-1-1 1 0 0,1 1-1 0 0,0-1 1 0 0,0 1-1 0 0,0 0 1 0 0,0-1-1 0 0,0 1 1 0 0,0 3-1 0 0,1-2-76 0 0,-1-1-1 0 0,1 1 1 0 0,0 0 0 0 0,0-1 0 0 0,0 1-1 0 0,0 0 1 0 0,0-1 0 0 0,1 1 0 0 0,0-1-1 0 0,0 1 1 0 0,0-1 0 0 0,0 1 0 0 0,0-1-1 0 0,1 0 1 0 0,0 0 0 0 0,-1 1-1 0 0,1-1 1 0 0,0 0 0 0 0,1 0 0 0 0,-1-1-1 0 0,0 1 1 0 0,1 0 0 0 0,0-1 0 0 0,-1 0-1 0 0,6 4 1 0 0,-1-3-31 0 0,0 0 0 0 0,0 0-1 0 0,1 0 1 0 0,-1-1 0 0 0,1 0 0 0 0,0-1 0 0 0,0 0-1 0 0,-1 0 1 0 0,1 0 0 0 0,0-1 0 0 0,0 0-1 0 0,0-1 1 0 0,0 0 0 0 0,14-3 0 0 0,-1-1 110 0 0,0-1 0 0 0,-1 0 1 0 0,0-2-1 0 0,25-13 0 0 0,27-24 2540 0 0,-70 45-3549 0 0</inkml:trace>
</inkml:ink>
</file>

<file path=ppt/ink/ink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8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80 368 0 0,'-1'-4'1570'0'0,"-22"-61"8118"0"0,22 63-9044 0 0,0-6-13 0 0</inkml:trace>
</inkml:ink>
</file>

<file path=ppt/ink/ink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9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216 645 640 0 0,'0'0'4272'0'0,"-7"-1"-3349"0"0,1 1-909 0 0,1-1 366 0 0,-1 0 1 0 0,1 1-1 0 0,0 0 0 0 0,0 0 1 0 0,0 0-1 0 0,-1 1 0 0 0,1 0 1 0 0,0 0-1 0 0,0 0 0 0 0,0 0 1 0 0,0 1-1 0 0,0 0 0 0 0,-7 4 1 0 0,0 2-43 0 0,-2 0 15 0 0,0 1 0 0 0,0 1 1 0 0,0 0-1 0 0,2 1 0 0 0,-1 1 0 0 0,-15 19 1 0 0,27-30-180 0 0,1-1-170 0 0,-1 1 1 0 0,1-1 0 0 0,0 0 0 0 0,0 0 0 0 0,0 1-1 0 0,0-1 1 0 0,-1 0 0 0 0,1 1 0 0 0,0-1-1 0 0,0 0 1 0 0,0 1 0 0 0,0-1 0 0 0,0 0 0 0 0,0 1-1 0 0,0-1 1 0 0,0 0 0 0 0,0 1 0 0 0,0-1-1 0 0,0 0 1 0 0,0 1 0 0 0,0-1 0 0 0,0 0 0 0 0,0 1-1 0 0,1-1 1 0 0,-1 0 0 0 0,0 0 0 0 0,0 1-1 0 0,0-1 1 0 0,0 0 0 0 0,1 1 0 0 0,-1-1 0 0 0,0 0-1 0 0,0 0 1 0 0,0 1 0 0 0,1-1 0 0 0,-1 0-1 0 0,0 0 1 0 0,1 0 0 0 0,-1 1 0 0 0,0-1 0 0 0,1 0-1 0 0,16-4 37 0 0,-1 0-1 0 0,1-1 1 0 0,-1-1-1 0 0,21-11 1 0 0,-17 8-205 0 0,1 1-1 0 0,38-11 1 0 0,1 6-383 0 0,0-2-1 0 0,-1-3 1 0 0,59-26-1 0 0,-96 34 559 0 0,0-1 0 0 0,-1-1 0 0 0,0-1 1 0 0,-1-1-1 0 0,-1 0 0 0 0,0-2 0 0 0,-1 0 0 0 0,0-1 0 0 0,-2-1 0 0 0,26-35 0 0 0,-21 22 93 0 0,-1-1 0 0 0,-2-2 0 0 0,16-38 0 0 0,-29 61 38 0 0,-1 0 0 0 0,0 0 0 0 0,-1-1 0 0 0,-1 1 0 0 0,1-1 0 0 0,-2 1 0 0 0,0-1 0 0 0,0 0 0 0 0,-1 0 0 0 0,0 1 0 0 0,-1-1 0 0 0,-1 0 0 0 0,0 1 0 0 0,-4-16 0 0 0,-13-10 734 0 0,18 36-841 0 0,0-1-1 0 0,0 1 1 0 0,0 0 0 0 0,0 0-1 0 0,0-1 1 0 0,0 1 0 0 0,0 0-1 0 0,0 0 1 0 0,0 0-1 0 0,-1 1 1 0 0,1-1 0 0 0,0 0-1 0 0,-1 0 1 0 0,1 1 0 0 0,-1-1-1 0 0,1 1 1 0 0,0-1 0 0 0,-1 1-1 0 0,1-1 1 0 0,-1 1-1 0 0,1 0 1 0 0,-1 0 0 0 0,0 0-1 0 0,1 0 1 0 0,-1 0 0 0 0,1 0-1 0 0,-3 1 1 0 0,-7 3 3 0 0,0 1 0 0 0,0 1 0 0 0,1 0 0 0 0,0 0 1 0 0,1 1-1 0 0,-1 0 0 0 0,1 1 0 0 0,0 0 0 0 0,1 1 0 0 0,0-1 0 0 0,1 1 1 0 0,-1 1-1 0 0,2 0 0 0 0,-1 0 0 0 0,1 0 0 0 0,1 0 0 0 0,0 1 0 0 0,-6 18 1 0 0,3-5-3 0 0,1 1 1 0 0,1-1-1 0 0,1 1 1 0 0,1 0 0 0 0,2 1-1 0 0,0-1 1 0 0,3 47-1 0 0,1-52-61 0 0,1 1 1 0 0,0-1-1 0 0,2-1 0 0 0,0 1 0 0 0,1-1 1 0 0,1 1-1 0 0,1-2 0 0 0,1 1 0 0 0,0-1 0 0 0,21 29 1 0 0,-29-46 37 0 0,0 1 1 0 0,-1-1-1 0 0,1 1 0 0 0,0-1 1 0 0,0 0-1 0 0,0 1 1 0 0,0-1-1 0 0,0 0 1 0 0,1 0-1 0 0,-1 0 1 0 0,0 0-1 0 0,0 0 1 0 0,1 0-1 0 0,-1 0 1 0 0,0-1-1 0 0,1 1 1 0 0,-1 0-1 0 0,1-1 1 0 0,-1 1-1 0 0,1-1 1 0 0,-1 1-1 0 0,1-1 0 0 0,0 0 1 0 0,-1 0-1 0 0,1 0 1 0 0,-1 0-1 0 0,1 0 1 0 0,-1 0-1 0 0,1 0 1 0 0,0 0-1 0 0,-1 0 1 0 0,1-1-1 0 0,1 0 1 0 0,19-15-1974 0 0,-1-5-6513 0 0,-21 20 8026 0 0,7-5-3333 0 0</inkml:trace>
</inkml:ink>
</file>

<file path=ppt/ink/ink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9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27 896 0 0,'0'0'6905'0'0,"2"-19"-2779"0"0,1 13-7667 0 0,5 4 367 0 0</inkml:trace>
</inkml:ink>
</file>

<file path=ppt/ink/ink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19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17 840 0 0,'-2'-2'1174'0'0,"-1"0"0"0"0,1 0 0 0 0,-1 0 0 0 0,0 0 0 0 0,0 1 0 0 0,0 0-1 0 0,1-1 1 0 0,-2 1 0 0 0,-2-1 0 0 0,-4 8-1072 0 0,0 0-1 0 0,0 0 1 0 0,1 1-1 0 0,0 0 1 0 0,0 1-1 0 0,0-1 1 0 0,1 2-1 0 0,1-1 1 0 0,-10 15 0 0 0,16-23-98 0 0,0 1 1 0 0,1 0-1 0 0,-1 0 1 0 0,0 0-1 0 0,1 0 1 0 0,-1 0-1 0 0,1 0 1 0 0,-1 0-1 0 0,1 0 1 0 0,0 0-1 0 0,0 0 1 0 0,-1 0 0 0 0,1 0-1 0 0,0 0 1 0 0,0 0-1 0 0,0 0 1 0 0,0 0-1 0 0,0 0 1 0 0,0 0-1 0 0,0 0 1 0 0,0 0-1 0 0,1 0 1 0 0,-1 0-1 0 0,0 0 1 0 0,0 0 0 0 0,1 0-1 0 0,-1 0 1 0 0,1 0-1 0 0,-1 0 1 0 0,1 0-1 0 0,0 0 1 0 0,-1 0-1 0 0,1 0 1 0 0,1 0-1 0 0,-1 1 5 0 0,1-1-1 0 0,0 0 1 0 0,-1 0-1 0 0,1 0 0 0 0,0 0 1 0 0,0 0-1 0 0,0 0 1 0 0,0 0-1 0 0,0 0 1 0 0,0-1-1 0 0,0 1 0 0 0,0-1 1 0 0,0 0-1 0 0,0 0 1 0 0,0 1-1 0 0,0-1 0 0 0,0 0 1 0 0,3-1-1 0 0,141-25 448 0 0,-123 23-180 0 0,1 1 0 0 0,26 1 0 0 0,-30 2-800 0 0,0-2-1 0 0,30-4 1 0 0,-48 5 4 0 0,0-1 0 0 0,0 0 0 0 0,0-1-1 0 0,0 1 1 0 0,0 0 0 0 0,-1 0 0 0 0,1-1 0 0 0,-1 1 0 0 0,1-1 0 0 0,-1 1 0 0 0,1-1-1 0 0,-1 0 1 0 0,2-2 0 0 0</inkml:trace>
</inkml:ink>
</file>

<file path=ppt/ink/ink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0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20 608 0 0,'0'0'2880'0'0,"0"-10"-175"0"0,-5 0-7626 0 0</inkml:trace>
</inkml:ink>
</file>

<file path=ppt/ink/ink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1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92 420 0 0,'-6'-30'3566'0'0,"-6"-15"1620"0"0,11 42-4434 0 0,1 3-600 0 0,0-1 1 0 0,-1 0 0 0 0,1 1-1 0 0,0-1 1 0 0,0 0 0 0 0,0 1-1 0 0,-1-1 1 0 0,1 0-1 0 0,0 1 1 0 0,-1-1 0 0 0,1 0-1 0 0,-1 1 1 0 0,1-1 0 0 0,-1 1-1 0 0,1-1 1 0 0,-1 1 0 0 0,1-1-1 0 0,-1 1 1 0 0,1-1 0 0 0,-1 1-1 0 0,0 0 1 0 0,1-1 0 0 0,-1 1-1 0 0,0 0 1 0 0,1 0 0 0 0,-2-1-1 0 0,-44 104 775 0 0,-47 161-1 0 0,72-211-690 0 0,21-51-196 0 0,-1 12-12 0 0,3-13-35 0 0,1 0-1 0 0,-1-1 1 0 0,1 1 0 0 0,0-1-1 0 0,-1 1 1 0 0,1-1-1 0 0,0 0 1 0 0,-1 0 0 0 0,1 0-1 0 0,0-1 1 0 0,-1 1 0 0 0,1-1-1 0 0,-1 1 1 0 0,4-2-1 0 0,52-15-56 0 0,-36 10 22 0 0,51-6-222 0 0,-67 12 186 0 0,-1 1 1 0 0,1 0-1 0 0,0 0 1 0 0,0 0-1 0 0,-1 1 1 0 0,1-1-1 0 0,0 1 1 0 0,-1 1-1 0 0,1-1 1 0 0,7 4-1 0 0,-13-4 67 0 0,1-1 0 0 0,-1 1 0 0 0,1-1 0 0 0,-1 1 0 0 0,0-1 0 0 0,1 1 0 0 0,-1 0 0 0 0,0-1 0 0 0,0 1 0 0 0,1 0 0 0 0,-1-1 0 0 0,0 1 0 0 0,0 0 0 0 0,0-1 0 0 0,0 1 0 0 0,0 0 0 0 0,0-1 0 0 0,0 1 0 0 0,0 0 0 0 0,0-1 0 0 0,0 1 0 0 0,0 0 0 0 0,-1-1 0 0 0,1 1 0 0 0,0 0 0 0 0,0-1 0 0 0,-1 1 0 0 0,1 0 0 0 0,0-1 0 0 0,-1 2 0 0 0,-13 19-107 0 0,0-11 88 0 0,1 0 0 0 0,-1 0 1 0 0,-1-1-1 0 0,0-1 0 0 0,0-1 0 0 0,-24 9 1 0 0,-16-2-2982 0 0,53-14 1838 0 0</inkml:trace>
</inkml:ink>
</file>

<file path=ppt/ink/ink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2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1 449 584 0 0,'16'-1'3066'0'0,"81"-32"1131"0"0,-95 33-4005 0 0,1 0-103 0 0,-1 0 0 0 0,1 1 1 0 0,0 0-1 0 0,0 0 0 0 0,0 0 0 0 0,0 0 1 0 0,0 0-1 0 0,-1 1 0 0 0,1-1 1 0 0,-1 1-1 0 0,1-1 0 0 0,-1 1 0 0 0,5 4 1 0 0,-4-3-78 0 0,1 0 0 0 0,0 0 1 0 0,0 0-1 0 0,0-1 0 0 0,1 1 1 0 0,-1-1-1 0 0,1 0 0 0 0,5 2 1 0 0,-2-3-7 0 0,-1 1 1 0 0,1-1-1 0 0,-1-1 1 0 0,1 1-1 0 0,-1-1 1 0 0,1 0-1 0 0,-1-1 1 0 0,1 0-1 0 0,-1 0 1 0 0,1-1-1 0 0,-1 0 1 0 0,0 0 0 0 0,11-5-1 0 0,-8 2 18 0 0,0-1 0 0 0,0 0 1 0 0,-1 0-1 0 0,0-1 0 0 0,0 0 0 0 0,-1-1 0 0 0,1 0 0 0 0,8-12 1 0 0,-4 4 148 0 0,-1-1 1 0 0,-1-1 0 0 0,-1 0-1 0 0,-1 0 1 0 0,0-1 0 0 0,-1 0 0 0 0,-1 0-1 0 0,-1-1 1 0 0,6-31 0 0 0,-8 25 765 0 0,-1 1 1 0 0,-2-1 0 0 0,0 0-1 0 0,-4-30 1 0 0,3 54 12 0 0,-4 7-814 0 0,-2 4-72 0 0,1 0 0 0 0,-1 1 0 0 0,1 0 0 0 0,1 0 0 0 0,0 0 1 0 0,0 1-1 0 0,1 0 0 0 0,1-1 0 0 0,0 1 0 0 0,0 0 1 0 0,0 15-1 0 0,0 27-83 0 0,6 59-1 0 0,-1-56-625 0 0,-3-53 379 0 0,0 72-2573 0 0,-3-40-5539 0 0,2-26 5071 0 0</inkml:trace>
</inkml:ink>
</file>

<file path=ppt/ink/ink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3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0 102 136 0 0,'3'-2'371'0'0,"-1"-1"0"0"0,0 1 1 0 0,1 0-1 0 0,-1 0 0 0 0,1 1 0 0 0,0-1 0 0 0,0 0 1 0 0,-1 1-1 0 0,1 0 0 0 0,0 0 0 0 0,4-1 0 0 0,1 0 12 0 0,0 1 0 0 0,0 0 0 0 0,0 1 0 0 0,0 0 0 0 0,13 1-1 0 0,-11 0 40 0 0,-1 0 0 0 0,1-1 0 0 0,-1 0-1 0 0,15-3 1 0 0,23 4 3429 0 0,-49 41-3073 0 0,2-37-755 0 0,-1-1 0 0 0,1 1 0 0 0,0 0 0 0 0,1 0 0 0 0,-1 0 0 0 0,1 0 0 0 0,0-1 0 0 0,0 1 0 0 0,0 0 0 0 0,1-1 0 0 0,-1 1 0 0 0,1-1 0 0 0,0 1 0 0 0,1-1 0 0 0,-1 0 0 0 0,1 0 0 0 0,0 0-1 0 0,0 0 1 0 0,0 0 0 0 0,0-1 0 0 0,0 1 0 0 0,8 4 0 0 0,-6-7-12 0 0,1-1-1 0 0,-1 0 1 0 0,0 0-1 0 0,0-1 0 0 0,1 0 1 0 0,-1 0-1 0 0,0 0 1 0 0,0 0-1 0 0,0-1 1 0 0,6-2-1 0 0,1-2-18 0 0,-1 1 1 0 0,1-2-1 0 0,-1 1 1 0 0,0-2-1 0 0,0 1 0 0 0,-1-2 1 0 0,0 1-1 0 0,-1-1 0 0 0,0-1 1 0 0,0 0-1 0 0,11-17 1 0 0,-6 8 1386 0 0,-11 33-939 0 0,-3-9-442 0 0,0 0 1 0 0,0 0-1 0 0,0 0 0 0 0,1-1 0 0 0,0 1 1 0 0,0 0-1 0 0,0 0 0 0 0,1-1 0 0 0,0 1 1 0 0,0-1-1 0 0,0 1 0 0 0,4 5 0 0 0,-4-6 8 0 0,1-1-1 0 0,0 1 0 0 0,0-1 1 0 0,1 0-1 0 0,-1 0 0 0 0,1 0 0 0 0,-1 0 1 0 0,1-1-1 0 0,0 1 0 0 0,0-1 0 0 0,0 0 1 0 0,1 0-1 0 0,-1-1 0 0 0,0 1 1 0 0,1-1-1 0 0,-1 0 0 0 0,0 0 0 0 0,1 0 1 0 0,8 0-1 0 0,-10-2 14 0 0,0 1 1 0 0,0-1-1 0 0,0 1 1 0 0,0-1-1 0 0,0 0 0 0 0,0 0 1 0 0,0 0-1 0 0,-1-1 1 0 0,1 1-1 0 0,0-1 0 0 0,-1 1 1 0 0,1-1-1 0 0,-1 0 1 0 0,0 0-1 0 0,1 0 0 0 0,-1 0 1 0 0,0 0-1 0 0,0-1 1 0 0,0 1-1 0 0,-1-1 0 0 0,1 1 1 0 0,-1-1-1 0 0,1 0 1 0 0,-1 1-1 0 0,0-1 0 0 0,0 0 1 0 0,1-3-1 0 0,-1-1 35 0 0,0 1-1 0 0,0-1 0 0 0,0 0 1 0 0,-1 1-1 0 0,0-1 1 0 0,0 0-1 0 0,0 1 1 0 0,-1-1-1 0 0,0 0 0 0 0,-1 1 1 0 0,0-1-1 0 0,0 1 1 0 0,0-1-1 0 0,0 1 1 0 0,-1 0-1 0 0,0 0 0 0 0,-1 0 1 0 0,1 0-1 0 0,-1 1 1 0 0,0 0-1 0 0,-9-10 1 0 0,11 14-106 0 0,-3-5-379 0 0,-1 25-8228 0 0,6-15 5383 0 0</inkml:trace>
</inkml:ink>
</file>

<file path=ppt/ink/ink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4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30 712 0 0,'6'4'745'0'0,"0"-2"-1"0"0,0 1 1 0 0,0-1-1 0 0,1 0 1 0 0,-1 0 0 0 0,1-1-1 0 0,9 2 1 0 0,-1-3 47 0 0,-1 0-1 0 0,1 0 1 0 0,-1-2 0 0 0,21-3 0 0 0,-33 4-689 0 0,-1 1 1 0 0,0-1 0 0 0,1 0-1 0 0,-1 1 1 0 0,0-1 0 0 0,0 0-1 0 0,1 0 1 0 0,-1 1 0 0 0,0-1-1 0 0,0 0 1 0 0,0 0 0 0 0,0 0-1 0 0,0-1 1 0 0,0 1 0 0 0,-1 0-1 0 0,1 0 1 0 0,0 0 0 0 0,0-1-1 0 0,-1 1 1 0 0,1 0 0 0 0,-1-1-1 0 0,1 1 1 0 0,-1 0 0 0 0,0-1-1 0 0,0 1 1 0 0,1-1 0 0 0,-1 1-1 0 0,0-1 1 0 0,0 1 0 0 0,-1-3-1 0 0,1 2 160 0 0,-18 1 32 0 0,15 0-260 0 0,1 1-1 0 0,-1 0 1 0 0,1 0 0 0 0,-1 0-1 0 0,1 0 1 0 0,-1 0 0 0 0,0 0-1 0 0,1 1 1 0 0,0-1 0 0 0,-4 2-1 0 0,5-1-43 0 0,0 0-1 0 0,0-1 1 0 0,0 1-1 0 0,0 0 1 0 0,0 0-1 0 0,1 1 1 0 0,-1-1-1 0 0,0 0 1 0 0,0 0-1 0 0,1 0 1 0 0,-1 1-1 0 0,1-1 1 0 0,-1 0 0 0 0,1 0-1 0 0,-1 1 1 0 0,1-1-1 0 0,0 0 1 0 0,0 1-1 0 0,0-1 1 0 0,-1 1-1 0 0,1-1 1 0 0,1 0-1 0 0,-1 3 1 0 0,1-1-16 0 0,-1 0 0 0 0,1 0 0 0 0,0 0 0 0 0,0 0 0 0 0,0 0-1 0 0,0-1 1 0 0,1 1 0 0 0,-1 0 0 0 0,1-1 0 0 0,-1 1 0 0 0,1-1 0 0 0,0 0 0 0 0,0 1 0 0 0,0-1 0 0 0,0 0 0 0 0,1 0 0 0 0,-1 0 0 0 0,1-1 0 0 0,-1 1 0 0 0,1 0 0 0 0,-1-1 0 0 0,1 0 0 0 0,0 0 0 0 0,0 0 0 0 0,0 0 0 0 0,-1 0 0 0 0,5 1 0 0 0,3 0-40 0 0,0 1 1 0 0,-1-1-1 0 0,1-1 1 0 0,0 0-1 0 0,0 0 1 0 0,17-1 0 0 0,-16-1 56 0 0,0 0 0 0 0,0-1 0 0 0,0 0 0 0 0,0-1 0 0 0,0 0 0 0 0,-1 0 0 0 0,1-1 0 0 0,-1-1 0 0 0,0 0 0 0 0,0 0 1 0 0,-1-1-1 0 0,1 0 0 0 0,-1 0 0 0 0,9-9 0 0 0,-17 13 239 0 0,3-2 181 0 0,-4 4-404 0 0,0-1 0 0 0,1 1 1 0 0,-1 0-1 0 0,0-1 0 0 0,0 1 0 0 0,0-1 1 0 0,1 1-1 0 0,-1 0 0 0 0,0-1 1 0 0,0 1-1 0 0,1 0 0 0 0,-1 0 0 0 0,0-1 1 0 0,1 1-1 0 0,-1 0 0 0 0,0 0 1 0 0,1-1-1 0 0,-1 1 0 0 0,0 0 1 0 0,1 0-1 0 0,-1 0 0 0 0,1 0 0 0 0,-1 0 1 0 0,0-1-1 0 0,1 1 0 0 0,-1 0 1 0 0,1 0-1 0 0,-1 0 0 0 0,1 0 1 0 0,-1 0-1 0 0,0 0 0 0 0,1 0 0 0 0,-1 1 1 0 0,1-1-1 0 0,0 0 0 0 0,16 5 16 0 0,1 0 0 0 0,0-1 0 0 0,0-1-1 0 0,0-1 1 0 0,20 0 0 0 0,-9-1-14 0 0,-22 0-14 0 0,-1 0-1 0 0,0 0 1 0 0,0-1 0 0 0,1 0 0 0 0,-1-1 0 0 0,0 1-1 0 0,0-1 1 0 0,0 0 0 0 0,0-1 0 0 0,0 0 0 0 0,8-2-1 0 0,45-11-3510 0 0,-43 11 1663 0 0,-5 2 1166 0 0,2 3-3410 0 0,2 0 1748 0 0</inkml:trace>
</inkml:ink>
</file>

<file path=ppt/ink/ink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4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1268 0 0,'0'0'1180'0'0,"15"0"1620"0"0,-8-5-1955 0 0</inkml:trace>
</inkml:ink>
</file>

<file path=ppt/ink/ink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5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55 1280 0 0,'-17'-40'6657'0'0,"17"39"-6434"0"0,-1 0-1 0 0,-1 0 0 0 0,1 0 0 0 0,0-1 1 0 0,0 1-1 0 0,0 1 0 0 0,0-1 0 0 0,-1 0 1 0 0,1 0-1 0 0,-1 0 0 0 0,1 1 1 0 0,0-1-1 0 0,-1 0 0 0 0,1 1 0 0 0,-1 0 1 0 0,1-1-1 0 0,-1 1 0 0 0,1 0 0 0 0,-1 0 1 0 0,0 0-1 0 0,1 0 0 0 0,-3 0 0 0 0,2 1-127 0 0,-1 1 0 0 0,0-1-1 0 0,1 1 1 0 0,-1 0-1 0 0,1 0 1 0 0,0 0 0 0 0,0 0-1 0 0,-1 1 1 0 0,1-1-1 0 0,1 0 1 0 0,-1 1 0 0 0,-2 4-1 0 0,-28 39 615 0 0,-40 81 0 0 0,64-111-606 0 0,1 0-1 0 0,1 0 1 0 0,0 1-1 0 0,1 0 0 0 0,0 1 1 0 0,2-1-1 0 0,0 1 1 0 0,1 0-1 0 0,0 22 1 0 0,2-37-92 0 0,0 0 0 0 0,0-1 0 0 0,0 1 0 0 0,0-1 0 0 0,0 1-1 0 0,1-1 1 0 0,-1 1 0 0 0,1-1 0 0 0,0 1 0 0 0,-1-1 0 0 0,1 1 0 0 0,1-1 0 0 0,-1 0 0 0 0,0 1 0 0 0,0-1 0 0 0,1 0 0 0 0,-1 0 0 0 0,1 0 0 0 0,0 0 0 0 0,-1 0 0 0 0,1-1 0 0 0,0 1 0 0 0,0 0 0 0 0,0-1 0 0 0,1 1 0 0 0,-1-1 0 0 0,0 0 0 0 0,0 0 0 0 0,1 0 0 0 0,-1 0 0 0 0,1 0 0 0 0,-1 0 0 0 0,1-1 0 0 0,-1 1 0 0 0,1-1 0 0 0,-1 0 0 0 0,1 1 0 0 0,-1-1 0 0 0,1-1 0 0 0,0 1 0 0 0,-1 0 0 0 0,1 0 0 0 0,-1-1 0 0 0,1 0 0 0 0,-1 1 0 0 0,5-3 0 0 0,5-1 5 0 0,0-1-1 0 0,0 0 1 0 0,-1 0 0 0 0,1-1-1 0 0,-1-1 1 0 0,0 0 0 0 0,-1 0-1 0 0,12-11 1 0 0,58-72-52 0 0,-79 89 4 0 0,-1 1 24 0 0,0-1 1 0 0,0 1-1 0 0,0-1 0 0 0,1 1 1 0 0,-1 0-1 0 0,0-1 0 0 0,0 1 1 0 0,0 0-1 0 0,0-1 1 0 0,0 1-1 0 0,1 0 0 0 0,-1-1 1 0 0,0 1-1 0 0,0 0 0 0 0,1-1 1 0 0,-1 1-1 0 0,0 0 1 0 0,1 0-1 0 0,-1-1 0 0 0,0 1 1 0 0,1 0-1 0 0,-1 0 0 0 0,0 0 1 0 0,1-1-1 0 0,-1 1 0 0 0,0 0 1 0 0,1 0-1 0 0,-1 0 1 0 0,0 0-1 0 0,1 0 0 0 0,-1 0 1 0 0,1 0-1 0 0,-1 0 0 0 0,0 0 1 0 0,1 0-1 0 0,-1 0 1 0 0,1 0-1 0 0,-1 0 0 0 0,0 0 1 0 0,1 0-1 0 0,-1 0 0 0 0,0 0 1 0 0,1 1-1 0 0,-1-1 0 0 0,0 0 1 0 0,1 0-1 0 0,-1 0 1 0 0,1 1-1 0 0,15 4-123 0 0,4 2-5 0 0,-1 0 0 0 0,39 7 0 0 0,-49-13 114 0 0,-1 0-1 0 0,1-1 1 0 0,0 0-1 0 0,-1-1 1 0 0,1 0 0 0 0,-1 0-1 0 0,1-1 1 0 0,-1 0 0 0 0,10-3-1 0 0,-11 3 20 0 0,-1 0 1 0 0,0-1-1 0 0,0 1 0 0 0,0-1 1 0 0,0-1-1 0 0,0 1 0 0 0,0-1 1 0 0,-1 0-1 0 0,0 0 0 0 0,8-8 1 0 0,-11 9 6 0 0,0-1 1 0 0,0 1-1 0 0,0-1 0 0 0,0 0 1 0 0,0 0-1 0 0,-1 0 0 0 0,0 0 1 0 0,0 0-1 0 0,0 0 0 0 0,0 0 1 0 0,0 0-1 0 0,-1 0 0 0 0,0 0 1 0 0,0 0-1 0 0,0 0 0 0 0,0 0 1 0 0,-1-1-1 0 0,0 1 0 0 0,0 0 1 0 0,-2-6-1 0 0,1 4 4 0 0,0 0 0 0 0,0-1 0 0 0,-1 1 0 0 0,0 1 0 0 0,0-1 0 0 0,-1 0 0 0 0,0 1 0 0 0,0 0 0 0 0,0-1 0 0 0,0 2 0 0 0,-1-1 0 0 0,0 0 0 0 0,-10-6 0 0 0,14 10-23 0 0,3 7-273 0 0,17 10 223 0 0,26 15 91 0 0,-28-22-56 0 0,1 0 0 0 0,0-1-1 0 0,0-2 1 0 0,1 1 0 0 0,0-2-1 0 0,0-1 1 0 0,0 0 0 0 0,0-1 0 0 0,1-1-1 0 0,-1-1 1 0 0,1-1 0 0 0,0-1 0 0 0,-1 0-1 0 0,1-1 1 0 0,-1-2 0 0 0,37-10-1 0 0,-36 6 61 0 0,-20 5 142 0 0,-4 5-159 0 0,1-1-1 0 0,-1 0 0 0 0,0 1 0 0 0,1 0 1 0 0,-1 0-1 0 0,1 0 0 0 0,-1 0 0 0 0,-2 4 0 0 0,5-6-10 0 0,-1 1-1 0 0,1-1 0 0 0,0 1 0 0 0,0 0 0 0 0,0 0 0 0 0,0-1 0 0 0,0 1 0 0 0,0 0 0 0 0,0 0 0 0 0,1 0 0 0 0,-1 0 0 0 0,0 0 0 0 0,0 0 0 0 0,1 1 1 0 0,-1-1-1 0 0,1 0 0 0 0,-1 0 0 0 0,1 0 0 0 0,-1 1 0 0 0,1-1 0 0 0,0 0 0 0 0,-1 2 0 0 0,1 1-5 0 0,-1-2-9 0 0,21 19 20 0 0,-19-20 8 0 0,1-1 0 0 0,0 0 1 0 0,0 1-1 0 0,0-1 0 0 0,-1 0 0 0 0,1 0 0 0 0,0 0 0 0 0,0 0 1 0 0,0-1-1 0 0,-1 1 0 0 0,1 0 0 0 0,0-1 0 0 0,0 1 1 0 0,-1-1-1 0 0,1 0 0 0 0,0 1 0 0 0,-1-1 0 0 0,1 0 0 0 0,-1 0 1 0 0,1 0-1 0 0,-1 0 0 0 0,1 0 0 0 0,-1 0 0 0 0,0-1 0 0 0,1 1 1 0 0,-1 0-1 0 0,0-1 0 0 0,0 1 0 0 0,0-1 0 0 0,0 1 0 0 0,0-1 1 0 0,-1 0-1 0 0,1 1 0 0 0,0-1 0 0 0,-1 0 0 0 0,1 1 0 0 0,-1-1 1 0 0,0 0-1 0 0,1 0 0 0 0,-1 0 0 0 0,0 1 0 0 0,0-4 0 0 0,0-1-71 0 0,0 0-1 0 0,0 0 0 0 0,0 0 0 0 0,-1 0 0 0 0,0 0 0 0 0,0 0 0 0 0,-1 0 0 0 0,0 1 0 0 0,0-1 0 0 0,0 0 0 0 0,-5-8 0 0 0,-3-11-2319 0 0,6 13-5584 0 0</inkml:trace>
</inkml:ink>
</file>

<file path=ppt/ink/ink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6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0 150 112 0 0,'35'31'4998'0'0,"-31"-26"-4689"0"0,-1 1 0 0 0,0-1 0 0 0,0 1-1 0 0,-1 0 1 0 0,1 0 0 0 0,-1 0 0 0 0,0 1 0 0 0,-1-1 0 0 0,0 0 0 0 0,0 1 0 0 0,0-1 0 0 0,-1 13 0 0 0,0-18-69 0 0,0 0-235 0 0,1 13 730 0 0,-1-14-716 0 0,0 0-1 0 0,0 0 0 0 0,0 1 0 0 0,0-1 0 0 0,0 0 1 0 0,-1 0-1 0 0,1 1 0 0 0,0-1 0 0 0,0 0 1 0 0,1 0-1 0 0,-1 1 0 0 0,0-1 0 0 0,0 0 1 0 0,0 0-1 0 0,0 1 0 0 0,0-1 0 0 0,0 0 0 0 0,0 0 1 0 0,0 0-1 0 0,0 1 0 0 0,0-1 0 0 0,1 0 1 0 0,-1 0-1 0 0,0 0 0 0 0,0 1 0 0 0,0-1 0 0 0,0 0 1 0 0,1 0-1 0 0,-1 0 0 0 0,0 0 0 0 0,0 1 1 0 0,0-1-1 0 0,1 0 0 0 0,-1 0 0 0 0,0 0 1 0 0,0 0-1 0 0,1 0 0 0 0,-1 0 0 0 0,0 0 0 0 0,0 0 1 0 0,1 0-1 0 0,-1 0 0 0 0,0 0 0 0 0,0 0 1 0 0,1 0-1 0 0,-1 0 0 0 0,0 0 0 0 0,0 0 0 0 0,1 0 1 0 0,19-10-285 0 0,1 1 0 0 0,-1 2 0 0 0,2-1 0 0 0,-1 2 0 0 0,37-5 0 0 0,-22 4 577 0 0,44-15 0 0 0,-69 18-66 0 0,0 0-1 0 0,-1-1 0 0 0,1-1 1 0 0,-1 1-1 0 0,0-2 0 0 0,0 1 0 0 0,-1-1 1 0 0,10-9-1 0 0,-17 13-125 0 0,1 1 0 0 0,-1-1-1 0 0,0 1 1 0 0,0-1 0 0 0,0 0 0 0 0,0 0-1 0 0,-1 0 1 0 0,1 0 0 0 0,-1 0 0 0 0,1 0 0 0 0,-1 0-1 0 0,0 0 1 0 0,0-1 0 0 0,-1 1 0 0 0,1 0-1 0 0,-1-1 1 0 0,1 1 0 0 0,-1-1 0 0 0,0 1-1 0 0,-1 0 1 0 0,1-1 0 0 0,0 1 0 0 0,-1-1-1 0 0,0 1 1 0 0,-1-5 0 0 0,-1 2 39 0 0,1 0 0 0 0,-2 0 1 0 0,1 0-1 0 0,0 0 0 0 0,-1 1 0 0 0,0 0 1 0 0,0-1-1 0 0,-1 2 0 0 0,1-1 0 0 0,-11-8 1 0 0,14 12 147 0 0,0 1-300 0 0,0 0-1 0 0,0 0 1 0 0,1 1 0 0 0,-1-1 0 0 0,0 0 0 0 0,0 0 0 0 0,0 0 0 0 0,0 1 0 0 0,0-1 0 0 0,0 0 0 0 0,1 1 0 0 0,-1-1-1 0 0,0 0 1 0 0,0 1 0 0 0,1-1 0 0 0,-1 1 0 0 0,0 0 0 0 0,1-1 0 0 0,-1 1 0 0 0,0-1 0 0 0,1 1 0 0 0,-1 0 0 0 0,1 0-1 0 0,-1-1 1 0 0,1 1 0 0 0,-1 0 0 0 0,1 0 0 0 0,0 0 0 0 0,-1-1 0 0 0,1 2 0 0 0,-1 34 26 0 0,4-22-49 0 0,1 0 0 0 0,0-1 0 0 0,6 15-1 0 0,13 20-52 0 0,-10-23 48 0 0,-2 2 0 0 0,14 41 0 0 0,-24-61 53 0 0,0-1 1 0 0,-1 0-1 0 0,0 1 1 0 0,0-1-1 0 0,0 1 1 0 0,-1-1 0 0 0,0 0-1 0 0,0 1 1 0 0,0-1-1 0 0,-1 0 1 0 0,0 0 0 0 0,0 0-1 0 0,-1 0 1 0 0,0 0-1 0 0,0-1 1 0 0,-4 8-1 0 0,-30 36-1997 0 0,-3-11-7037 0 0</inkml:trace>
</inkml:ink>
</file>

<file path=ppt/ink/ink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8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4 720 0 0,'8'-3'12944'0'0,"-8"20"-12295"0"0,-1 0 0 0 0,-7 34 0 0 0,2-21-201 0 0,-10 12 56 0 0,4-20-2882 0 0,1-12-6304 0 0</inkml:trace>
</inkml:ink>
</file>

<file path=ppt/ink/ink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8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64 128 0 0,'0'-3'245'0'0,"-1"0"10"0"0,1 1 0 0 0,0-1 0 0 0,0 0-1 0 0,0 1 1 0 0,0-1 0 0 0,0 1 0 0 0,1-1 0 0 0,-1 1 0 0 0,1-1 0 0 0,0 1 0 0 0,-1-1 0 0 0,1 1 0 0 0,0 0-1 0 0,0-1 1 0 0,1 1 0 0 0,-1 0 0 0 0,0 0 0 0 0,1 0 0 0 0,-1 0 0 0 0,1 0 0 0 0,0 0 0 0 0,0 0-1 0 0,0 0 1 0 0,3-2 0 0 0,-2 3-767 0 0,17 11-4337 0 0</inkml:trace>
</inkml:ink>
</file>

<file path=ppt/ink/ink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8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28 268 0 0,'4'8'1079'0'0,"12"14"7965"0"0,12-44-7827 0 0,-25 19-1131 0 0,-1-1 0 0 0,1 2-1 0 0,0-1 1 0 0,0 0 0 0 0,0 1 0 0 0,1-1 0 0 0,-1 1 0 0 0,1 0 0 0 0,-1 0 0 0 0,1 0 0 0 0,0 1 0 0 0,-1-1 0 0 0,1 1-1 0 0,0 0 1 0 0,0 0 0 0 0,7-1 0 0 0,22 8-1956 0 0,5 11-4544 0 0</inkml:trace>
</inkml:ink>
</file>

<file path=ppt/ink/ink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9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33 448 0 0,'-1'-2'436'0'0,"1"1"-1"0"0,0-1 1 0 0,-1 0 0 0 0,1 0 0 0 0,-1 0-1 0 0,0 1 1 0 0,0-1 0 0 0,1 0-1 0 0,-1 1 1 0 0,0-1 0 0 0,0 1 0 0 0,-1-1-1 0 0,1 1 1 0 0,0 0 0 0 0,0-1-1 0 0,-1 1 1 0 0,1 0 0 0 0,-1 0-1 0 0,-1-1 1 0 0,1 1 524 0 0,-16 2 2014 0 0,14 0-2759 0 0,0 1 1 0 0,1 0-1 0 0,-1-1 0 0 0,1 2 1 0 0,0-1-1 0 0,-1 0 0 0 0,1 1 1 0 0,0-1-1 0 0,0 1 0 0 0,0 0 1 0 0,1 0-1 0 0,-4 5 0 0 0,5-7 21 0 0,10 30 943 0 0,-5-29-1187 0 0,0 1 1 0 0,1-1-1 0 0,-1 1 1 0 0,1-2-1 0 0,0 1 1 0 0,-1 0-1 0 0,1-1 1 0 0,0 0-1 0 0,0 0 1 0 0,0 0-1 0 0,0-1 1 0 0,7 1-1 0 0,28-3-2860 0 0,-5-3-4538 0 0,-20 1 3504 0 0</inkml:trace>
</inkml:ink>
</file>

<file path=ppt/ink/ink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29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188 120 14441 0 0,'-1'-20'528'0'0,"-1"1"-1"0"0,0 0 0 0 0,-2 0 0 0 0,-6-22 1 0 0,10 39 358 0 0,-6 7-786 0 0,-3 5-57 0 0,0 0 0 0 0,0 1 0 0 0,1 0 1 0 0,1 0-1 0 0,-1 1 0 0 0,-7 17 1 0 0,-33 87 161 0 0,37-86-167 0 0,1 0 1 0 0,2 2 0 0 0,1-1 0 0 0,2 1 0 0 0,-3 54-1 0 0,7-75-79 0 0,1 1 1 0 0,0-1-1 0 0,1 0 0 0 0,1 1 0 0 0,0-1 0 0 0,0 0 0 0 0,1 0 1 0 0,0 0-1 0 0,1 0 0 0 0,0 0 0 0 0,1-1 0 0 0,0 0 0 0 0,1 0 1 0 0,0 0-1 0 0,1-1 0 0 0,0 0 0 0 0,0 0 0 0 0,1 0 0 0 0,10 8 1 0 0,-13-13 10 0 0,0-1-1 0 0,0-1 1 0 0,1 1 0 0 0,-1-1 0 0 0,1 0 0 0 0,0 0 0 0 0,-1 0 0 0 0,1-1-1 0 0,0 0 1 0 0,0 0 0 0 0,0 0 0 0 0,0-1 0 0 0,0 0 0 0 0,0 0 0 0 0,0-1-1 0 0,0 1 1 0 0,0-1 0 0 0,0-1 0 0 0,0 1 0 0 0,-1-1 0 0 0,1 0 0 0 0,0 0-1 0 0,-1-1 1 0 0,1 1 0 0 0,8-7 0 0 0,-5 4-18 0 0,0-1 0 0 0,-1 0 0 0 0,1 0 0 0 0,-1-1 1 0 0,-1 0-1 0 0,1 0 0 0 0,-1-1 0 0 0,0 0 0 0 0,-1 0 0 0 0,0-1 0 0 0,0 0 0 0 0,-1 0 0 0 0,0 0 0 0 0,4-11 1 0 0,-8 19 62 0 0,0 0 0 0 0,-1-1 0 0 0,1 1 0 0 0,-1 0 0 0 0,1 0 0 0 0,-1-1 0 0 0,1 1 1 0 0,-1 0-1 0 0,0-1 0 0 0,0 1 0 0 0,0 0 0 0 0,1-1 0 0 0,-1 1 0 0 0,-1-1 1 0 0,1 1-1 0 0,0 0 0 0 0,0-1 0 0 0,0 1 0 0 0,-1 0 0 0 0,1-1 0 0 0,-1 1 1 0 0,1 0-1 0 0,-1-1 0 0 0,1 1 0 0 0,-1 0 0 0 0,0 0 0 0 0,0 0 0 0 0,1 0 1 0 0,-1 0-1 0 0,0 0 0 0 0,0 0 0 0 0,0 0 0 0 0,0 0 0 0 0,0 0 0 0 0,-1 0 0 0 0,1 0 1 0 0,0 1-1 0 0,0-1 0 0 0,-2 0 0 0 0,-4 0 65 0 0,1 0 1 0 0,0 0-1 0 0,0 1 0 0 0,0 0 1 0 0,0 0-1 0 0,0 1 0 0 0,-6 0 0 0 0,10 0-78 0 0,0-1 7 0 0,-2 8-6 0 0,-2 13-301 0 0,6-20 289 0 0,0-1-1 0 0,0 1 0 0 0,0 0 0 0 0,0-1 0 0 0,1 1 1 0 0,-1-1-1 0 0,0 1 0 0 0,0-1 0 0 0,1 1 0 0 0,-1-1 1 0 0,0 1-1 0 0,1-1 0 0 0,-1 1 0 0 0,1-1 0 0 0,-1 1 1 0 0,1-1-1 0 0,-1 1 0 0 0,0-1 0 0 0,1 0 0 0 0,0 1 0 0 0,-1-1 1 0 0,1 0-1 0 0,-1 0 0 0 0,1 1 0 0 0,-1-1 0 0 0,1 0 1 0 0,0 0-1 0 0,-1 0 0 0 0,1 0 0 0 0,-1 0 0 0 0,1 0 1 0 0,0 0-1 0 0,-1 0 0 0 0,1 0 0 0 0,-1 0 0 0 0,1 0 1 0 0,0 0-1 0 0,0 0 0 0 0,15-2-144 0 0,-1 0 0 0 0,1-1 0 0 0,-1-1 0 0 0,0 0 0 0 0,0-1 0 0 0,0-1 0 0 0,26-13 0 0 0,31-12-396 0 0,-70 31 540 0 0,1 0 0 0 0,0-1-1 0 0,-1 1 1 0 0,1 0 0 0 0,0 0 0 0 0,-1 0-1 0 0,1 1 1 0 0,0-1 0 0 0,-1 1-1 0 0,1-1 1 0 0,-1 1 0 0 0,1 0-1 0 0,-1 0 1 0 0,4 2 0 0 0,35 21-38 0 0,-33-19 33 0 0,3 3 164 0 0,2 0-559 0 0,0 0 1 0 0,0 0-1 0 0,0-1 0 0 0,1-1 1 0 0,16 6-1 0 0,-26-11 287 0 0,0 0 0 0 0,0-1-1 0 0,0 1 1 0 0,0-1 0 0 0,0 0-1 0 0,1 0 1 0 0,-1 0 0 0 0,0 0 0 0 0,0-1-1 0 0,0 1 1 0 0,0-1 0 0 0,0 0-1 0 0,0-1 1 0 0,0 1 0 0 0,0-1 0 0 0,-1 1-1 0 0,1-1 1 0 0,0 0 0 0 0,-1-1-1 0 0,1 1 1 0 0,-1-1 0 0 0,0 1 0 0 0,4-5-1 0 0,-6 6 183 0 0,1 0 0 0 0,-1 1 0 0 0,0-1 0 0 0,0 0-1 0 0,0 0 1 0 0,0 0 0 0 0,0 0 0 0 0,0-1 0 0 0,0 1 0 0 0,0 0 0 0 0,-1 0-1 0 0,1 0 1 0 0,0-1 0 0 0,-1 1 0 0 0,1 0 0 0 0,-1-1 0 0 0,1 1 0 0 0,-1-1-1 0 0,0 1 1 0 0,1-1 0 0 0,-1 1 0 0 0,0 0 0 0 0,0-1 0 0 0,0 1-1 0 0,0-1 1 0 0,0 1 0 0 0,0-1 0 0 0,-1 1 0 0 0,1-1 0 0 0,0 1 0 0 0,-1 0-1 0 0,1-1 1 0 0,-1 1 0 0 0,0 0 0 0 0,1-1 0 0 0,-1 1 0 0 0,-1-1 0 0 0,0 0 36 0 0,0 1 1 0 0,0 0-1 0 0,0 0 1 0 0,0 0 0 0 0,0 0-1 0 0,0 0 1 0 0,-1 1 0 0 0,1-1-1 0 0,0 1 1 0 0,-1-1-1 0 0,1 1 1 0 0,0 0 0 0 0,-1 0-1 0 0,1 0 1 0 0,0 0 0 0 0,-1 0-1 0 0,1 1 1 0 0,0-1 0 0 0,-1 1-1 0 0,1-1 1 0 0,0 1-1 0 0,0 0 1 0 0,0 0 0 0 0,-3 1-1 0 0,-1 1-71 0 0,0 0 1 0 0,0 1-1 0 0,1 0 0 0 0,-1-1 0 0 0,1 2 0 0 0,0-1 1 0 0,0 1-1 0 0,1 0 0 0 0,-1 0 0 0 0,-5 9 0 0 0,-10 15-3801 0 0,9-12-1328 0 0</inkml:trace>
</inkml:ink>
</file>

<file path=ppt/ink/ink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0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1028 0 0,'0'0'1554'0'0,"16"-10"9195"0"0,-5 46-8642 0 0,-3 0 0 0 0,5 37 1 0 0,-9-46-2125 0 0,-2 1-1 0 0,-1 0 1 0 0,-5 41 0 0 0,4-63-367 0 0,-2-1 1 0 0,1 1-1 0 0,-1 0 1 0 0,0-1-1 0 0,0 0 1 0 0,0 1-1 0 0,-4 4 1 0 0,-13 16-8862 0 0</inkml:trace>
</inkml:ink>
</file>

<file path=ppt/ink/ink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0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874 272 228 0 0,'14'-11'1609'0'0,"1"-1"-1"0"0,0 2 1 0 0,1 0 0 0 0,0 1-1 0 0,23-9 1 0 0,-10 7-1357 0 0,0 1 1 0 0,39-8-1 0 0,-48 10-5969 0 0</inkml:trace>
  <inkml:trace contextRef="#ctx0" brushRef="#br0" timeOffset="1">11 10 1472 0 0,'0'0'1760'0'0,"-10"3"6205"0"0,57-10-10521 0 0,-29 6-1045 0 0,-3-4 829 0 0</inkml:trace>
</inkml:ink>
</file>

<file path=ppt/ink/ink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2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428 93 1048 0 0,'3'-13'4028'0'0,"-3"9"-3531"0"0,0 0-1 0 0,0 0 0 0 0,0 0 0 0 0,-1 0 0 0 0,1-1 0 0 0,-1 2 1 0 0,0-1-1 0 0,0 0 0 0 0,-1 0 0 0 0,1 0 0 0 0,-1 0 0 0 0,0 1 0 0 0,0-1 1 0 0,-4-4-1 0 0,4 6-416 0 0,1 0-1 0 0,-1 1 1 0 0,-1-1 0 0 0,1 1 0 0 0,0 0 0 0 0,0 0-1 0 0,0 0 1 0 0,-1 0 0 0 0,1 0 0 0 0,0 0-1 0 0,-1 0 1 0 0,1 1 0 0 0,-1-1 0 0 0,1 1 0 0 0,-1 0-1 0 0,1 0 1 0 0,-1 0 0 0 0,1 0 0 0 0,-1 0 0 0 0,1 0-1 0 0,-1 1 1 0 0,1-1 0 0 0,0 1 0 0 0,-1 0 0 0 0,-3 1-1 0 0,-18 8 62 0 0,0 1-1 0 0,1 1 0 0 0,1 1 0 0 0,-1 2 0 0 0,2 0 0 0 0,0 1 1 0 0,-25 24-1 0 0,23-18-47 0 0,1 0 1 0 0,1 1-1 0 0,-18 27 1 0 0,34-44-76 0 0,1 0 1 0 0,0 0 0 0 0,0 1 0 0 0,1-1 0 0 0,-1 1 0 0 0,2 0 0 0 0,-1 0-1 0 0,1 0 1 0 0,0 0 0 0 0,0 0 0 0 0,1 0 0 0 0,0 0 0 0 0,0 1 0 0 0,1-1-1 0 0,0 1 1 0 0,0-1 0 0 0,0 0 0 0 0,4 14 0 0 0,-3-16-13 0 0,1 0 0 0 0,0-1 1 0 0,0 1-1 0 0,1-1 0 0 0,-1 0 0 0 0,1 0 0 0 0,0 0 1 0 0,0 0-1 0 0,0 0 0 0 0,1-1 0 0 0,-1 1 0 0 0,1-1 1 0 0,0 0-1 0 0,0 0 0 0 0,8 4 0 0 0,-4-3-5 0 0,1 0 0 0 0,1 0 0 0 0,-1-1 0 0 0,0-1 0 0 0,1 1 0 0 0,-1-2 0 0 0,16 2 0 0 0,6-2-53 0 0,0-2 0 0 0,0-1-1 0 0,62-11 1 0 0,-50 3-187 0 0,-1-2 1 0 0,0-2-1 0 0,0-1 0 0 0,-2-2 1 0 0,0-2-1 0 0,64-41 1 0 0,-89 49 271 0 0,-14 10-53 0 0,0 0-1 0 0,0 0 1 0 0,0 0-1 0 0,0 0 1 0 0,1 1 0 0 0,-1-1-1 0 0,0 0 1 0 0,1 0-1 0 0,-1 1 1 0 0,0-1-1 0 0,1 1 1 0 0,-1-1 0 0 0,1 1-1 0 0,-1 0 1 0 0,1 0-1 0 0,-1-1 1 0 0,1 1 0 0 0,-1 0-1 0 0,0 0 1 0 0,1 0-1 0 0,-1 1 1 0 0,1-1-1 0 0,2 1 1 0 0,0 0 5 0 0,-1 0-1 0 0,1-1 1 0 0,0 1-1 0 0,-1-1 1 0 0,1 0 0 0 0,0 0-1 0 0,0 0 1 0 0,-1 0 0 0 0,1-1-1 0 0,0 1 1 0 0,-1-1 0 0 0,1 0-1 0 0,-1 0 1 0 0,1-1-1 0 0,-1 1 1 0 0,1-1 0 0 0,4-2-1 0 0,-7 3 325 0 0,0-1-139 0 0,-1 2-160 0 0,1 0 0 0 0,-1 0 0 0 0,0 0 0 0 0,0 0 0 0 0,0 0 0 0 0,1 0-1 0 0,-1-1 1 0 0,0 1 0 0 0,0 0 0 0 0,0 0 0 0 0,0 0 0 0 0,1 0 0 0 0,-1-1 0 0 0,0 1 0 0 0,0 0 0 0 0,0 0 0 0 0,0 0 0 0 0,0-1 0 0 0,0 1 0 0 0,0 0 0 0 0,0 0-1 0 0,0-1 1 0 0,1 1 0 0 0,-1 0 0 0 0,0 0 0 0 0,0 0 0 0 0,0-1 0 0 0,0 1 0 0 0,0 0 0 0 0,-1 0 0 0 0,1-1 0 0 0,0 1 0 0 0,0 0 0 0 0,0 0 0 0 0,0-1-1 0 0,0 1 1 0 0,0 0 0 0 0,0 0 0 0 0,0 0 0 0 0,0-1 0 0 0,-1 1 0 0 0,1 0 0 0 0,0 0 0 0 0,0 0 0 0 0,0 0 0 0 0,-1-1 0 0 0,-3-2 1 0 0,0 1-1 0 0,-1 0 1 0 0,0 0 0 0 0,1 0 0 0 0,-1 0 0 0 0,0 0 0 0 0,0 1 0 0 0,0 0 0 0 0,0 0 0 0 0,0 1 0 0 0,0-1-1 0 0,-6 1 1 0 0,-14 5-2682 0 0,2 8-4055 0 0,16-8 3559 0 0</inkml:trace>
</inkml:ink>
</file>

<file path=ppt/ink/ink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2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3 560 0 0,'5'0'313'0'0,"-1"0"0"0"0,1 0-1 0 0,0 1 1 0 0,0 0 0 0 0,0 0 0 0 0,0 1-1 0 0,0-1 1 0 0,-1 1 0 0 0,1 0 0 0 0,-1 0-1 0 0,1 0 1 0 0,-1 1 0 0 0,0 0 0 0 0,0 0 0 0 0,0 0-1 0 0,0 0 1 0 0,-1 0 0 0 0,1 1 0 0 0,-1 0-1 0 0,0 0 1 0 0,0 0 0 0 0,0 0 0 0 0,-1 0-1 0 0,1 0 1 0 0,-1 1 0 0 0,0-1 0 0 0,2 7 0 0 0,-3-9 52 0 0,0 1 0 0 0,1-1 0 0 0,-1 0 0 0 0,1 1 0 0 0,-1-1 1 0 0,1 0-1 0 0,0 0 0 0 0,0 0 0 0 0,3 3 0 0 0,27-35-904 0 0,-24 22 31 0 0,1 0-1 0 0,0 1 0 0 0,1 0 1 0 0,-1 1-1 0 0,14-7 0 0 0,30-9-4841 0 0,-36 16 3086 0 0</inkml:trace>
</inkml:ink>
</file>

<file path=ppt/ink/ink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2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0 111 548 0 0,'39'-8'4365'0'0,"-37"8"-4235"0"0,-1 1 1 0 0,1-1-1 0 0,0 1 0 0 0,-1-1 0 0 0,1 1 1 0 0,-1-1-1 0 0,1 1 0 0 0,0 0 0 0 0,-1 0 1 0 0,0 0-1 0 0,1-1 0 0 0,-1 2 0 0 0,1-1 1 0 0,-1 0-1 0 0,0 0 0 0 0,0 0 0 0 0,0 1 1 0 0,0-1-1 0 0,0 0 0 0 0,0 1 0 0 0,0-1 0 0 0,0 1 1 0 0,0-1-1 0 0,-1 1 0 0 0,1 0 0 0 0,0-1 1 0 0,-1 1-1 0 0,0-1 0 0 0,1 1 0 0 0,-1 0 1 0 0,0 1-1 0 0,10 72 1028 0 0,-8-56-809 0 0,17 342 1692 0 0,-17-318-1558 0 0,-2-41 136 0 0,0-9-544 0 0,1-35-103 0 0,2 1 0 0 0,2-1 0 0 0,1 1 0 0 0,2 0 0 0 0,2 1 0 0 0,2 0 0 0 0,2 0-1 0 0,1 1 1 0 0,2 1 0 0 0,1 1 0 0 0,47-69 0 0 0,-58 97-3 0 0,1 1 1 0 0,0 0-1 0 0,0 0 0 0 0,1 1 0 0 0,0 0 0 0 0,1 0 0 0 0,0 1 0 0 0,0 1 1 0 0,11-5-1 0 0,-19 8 20 0 0,1 0 1 0 0,0 1-1 0 0,0 0 1 0 0,1 0-1 0 0,-1 0 1 0 0,0 0-1 0 0,0 0 1 0 0,0 1-1 0 0,1-1 1 0 0,-1 1-1 0 0,0 0 1 0 0,1 0-1 0 0,-1 0 1 0 0,0 0-1 0 0,1 1 1 0 0,-1-1-1 0 0,0 1 1 0 0,0 0-1 0 0,0 0 1 0 0,1 0-1 0 0,-1 0 1 0 0,0 1-1 0 0,0-1 1 0 0,-1 1-1 0 0,1 0 1 0 0,0 0-1 0 0,0 0 1 0 0,-1 0-1 0 0,0 0 1 0 0,1 1-1 0 0,-1-1 1 0 0,0 1-1 0 0,0-1 1 0 0,0 1-1 0 0,1 3 1 0 0,-1-4 4 0 0,-1 1 1 0 0,0 0-1 0 0,0 0 1 0 0,0-1-1 0 0,0 1 1 0 0,-1 0-1 0 0,1 0 1 0 0,-1 0-1 0 0,0 0 1 0 0,0 0-1 0 0,0 0 1 0 0,0 0-1 0 0,0 0 1 0 0,0 0-1 0 0,-1 0 1 0 0,0 0-1 0 0,-1 3 1 0 0,0 0 4 0 0,-1 0 1 0 0,0 0 0 0 0,0 0-1 0 0,0-1 1 0 0,-1 1 0 0 0,0-1-1 0 0,-7 8 1 0 0,0-2-15 0 0,0-1 0 0 0,-1-1 0 0 0,0 1 0 0 0,0-2 0 0 0,-1 0 0 0 0,-19 10 0 0 0,23-15-320 0 0,0 0 0 0 0,0 0 0 0 0,0-1 0 0 0,-12 2 0 0 0,-1-2-5474 0 0</inkml:trace>
</inkml:ink>
</file>

<file path=ppt/ink/ink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3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 1136 0 0,'0'0'10311'0'0,"-4"4"-9876"0"0,-8 15-41 0 0,11-15-242 0 0,1 1 1 0 0,0-1-1 0 0,1 1 1 0 0,-1 0 0 0 0,1-1-1 0 0,0 1 1 0 0,0-1-1 0 0,0 0 1 0 0,1 1-1 0 0,-1-1 1 0 0,1 0-1 0 0,0 0 1 0 0,1 0-1 0 0,2 4 1 0 0,-3-6-109 0 0,-1 0 0 0 0,1 0 1 0 0,0 0-1 0 0,0-1 0 0 0,0 1 0 0 0,1-1 0 0 0,-1 0 1 0 0,0 1-1 0 0,0-1 0 0 0,1 0 0 0 0,-1 0 0 0 0,1 0 1 0 0,2 0-1 0 0,-3-1 12 0 0,2-2-36 0 0,9-4-10 0 0,0-2-1 0 0,-1 0 0 0 0,0 0 1 0 0,0-1-1 0 0,-1 0 0 0 0,18-20 1 0 0,-29 29-7 0 0,0-1-7 0 0,0 1 1 0 0,1 0-1 0 0,-1 0 1 0 0,0-1-1 0 0,0 1 0 0 0,0 0 1 0 0,0 0-1 0 0,0 0 0 0 0,0-1 1 0 0,0 1-1 0 0,0 0 1 0 0,0 0-1 0 0,1 0 0 0 0,-1-1 1 0 0,0 1-1 0 0,0 0 0 0 0,0 0 1 0 0,0 0-1 0 0,1 0 1 0 0,-1 0-1 0 0,0-1 0 0 0,0 1 1 0 0,0 0-1 0 0,1 0 0 0 0,-1 0 1 0 0,0 0-1 0 0,0 0 1 0 0,0 0-1 0 0,1 0 0 0 0,-1 0 1 0 0,0 0-1 0 0,0 0 0 0 0,1 0 1 0 0,-1 0-1 0 0,0 0 1 0 0,0 0-1 0 0,1 0 0 0 0,-1 0 1 0 0,0 0-1 0 0,0 0 0 0 0,0 0 1 0 0,1 0-1 0 0,-1 0 0 0 0,0 0 1 0 0,0 0-1 0 0,0 1 1 0 0,1-1-1 0 0,-1 0 0 0 0,0 0 1 0 0,2 4-6 0 0,-1-1 0 0 0,1 0 0 0 0,-1 0 0 0 0,1 0 0 0 0,0 0 0 0 0,0 0 1 0 0,1 0-1 0 0,-1 0 0 0 0,1-1 0 0 0,-1 1 0 0 0,1-1 0 0 0,0 1 0 0 0,0-1 0 0 0,5 3 1 0 0,-4-4 2 0 0,0 0 0 0 0,0-1 0 0 0,0 1 0 0 0,0-1 0 0 0,0 0 0 0 0,0 0 0 0 0,0 0 0 0 0,0-1 0 0 0,0 1 0 0 0,0-1 0 0 0,0 0 0 0 0,0 0 1 0 0,-1-1-1 0 0,7-2 0 0 0,11-2-8 0 0,0 0 0 0 0,1 1 0 0 0,0 1 0 0 0,0 1 0 0 0,0 1 0 0 0,1 1 0 0 0,-1 1 0 0 0,30 4 0 0 0,-51-4 15 0 0,0 0-1 0 0,0 0 0 0 0,0 1 0 0 0,0-1 0 0 0,0 1 0 0 0,-1-1 1 0 0,1 0-1 0 0,0 1 0 0 0,0-1 0 0 0,0 1 0 0 0,0 0 0 0 0,-1-1 1 0 0,1 1-1 0 0,0 0 0 0 0,0-1 0 0 0,-1 1 0 0 0,1 0 0 0 0,-1 0 1 0 0,1 0-1 0 0,-1-1 0 0 0,1 1 0 0 0,-1 0 0 0 0,1 0 0 0 0,-1 0 1 0 0,0 0-1 0 0,0 0 0 0 0,1 0 0 0 0,-1 0 0 0 0,0 0 0 0 0,0 0 1 0 0,0 0-1 0 0,0 2 0 0 0,0-1 3 0 0,0 1 0 0 0,0 0 1 0 0,0 0-1 0 0,-1-1 0 0 0,1 1 0 0 0,-1 0 0 0 0,1 0 0 0 0,-1-1 1 0 0,0 1-1 0 0,-2 4 0 0 0,-4 4-493 0 0,-8 16-414 0 0,1-11-6639 0 0,8-11 4224 0 0</inkml:trace>
</inkml:ink>
</file>

<file path=ppt/ink/ink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3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32 856 0 0,'0'0'3332'0'0,"8"-9"1785"0"0,-4-1-3437 0 0,-2-3-2708 0 0</inkml:trace>
</inkml:ink>
</file>

<file path=ppt/ink/ink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7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103 138 716 0 0,'0'0'1259'0'0,"-12"-5"7290"0"0,10 8-8443 0 0,0 0 0 0 0,0-1 1 0 0,1 1-1 0 0,-1 0 1 0 0,1 0-1 0 0,0 0 0 0 0,-1 0 1 0 0,2 0-1 0 0,-1 0 1 0 0,0 0-1 0 0,1 1 0 0 0,-1-1 1 0 0,1 0-1 0 0,0 0 1 0 0,0 1-1 0 0,0 2 0 0 0,5 68 513 0 0,-3-54-408 0 0,13 121 550 0 0,3 70 298 0 0,-18-208-960 0 0,0-1 215 0 0,0-2-285 0 0,0 0 0 0 0,0 0 0 0 0,0 1 1 0 0,0-1-1 0 0,0 0 0 0 0,0 0 0 0 0,1 0 0 0 0,-1 1 1 0 0,0-1-1 0 0,0 0 0 0 0,0 0 0 0 0,0 0 1 0 0,0 1-1 0 0,0-1 0 0 0,0 0 0 0 0,0 0 1 0 0,0 1-1 0 0,0-1 0 0 0,0 0 0 0 0,0 0 1 0 0,0 0-1 0 0,0 1 0 0 0,-1-1 0 0 0,1 0 1 0 0,0 0-1 0 0,0 0 0 0 0,0 1 0 0 0,0-1 1 0 0,0 0-1 0 0,0 0 0 0 0,0 0 0 0 0,-1 0 1 0 0,1 1-1 0 0,0-1 0 0 0,0 0 0 0 0,0 0 1 0 0,0 0-1 0 0,-1 0 0 0 0,1 0 0 0 0,0 1 1 0 0,0-1-1 0 0,0 0 0 0 0,-1 0 0 0 0,1 0 0 0 0,0 0 1 0 0,0 0-1 0 0,0 0 0 0 0,-1 0 0 0 0,1 0 1 0 0,0 0-1 0 0,0 0 0 0 0,-1 0 0 0 0,1 0 1 0 0,0 0-1 0 0,0 0 0 0 0,0 0 0 0 0,-1 0 1 0 0,1 0-1 0 0,0 0 0 0 0,0 0 0 0 0,-1-1 1 0 0,-12-19 94 0 0,0 0 0 0 0,1-1 0 0 0,1-1 0 0 0,1 0 1 0 0,1-1-1 0 0,1 0 0 0 0,1 0 0 0 0,-7-39 1 0 0,10 39-118 0 0,1 0 1 0 0,1 1-1 0 0,1-1 1 0 0,1-1-1 0 0,1 1 1 0 0,0 0-1 0 0,2 1 1 0 0,1-1-1 0 0,10-31 1 0 0,-10 45-19 0 0,0-1 1 0 0,0 2-1 0 0,1-1 1 0 0,0 0-1 0 0,1 1 0 0 0,0 0 1 0 0,0 0-1 0 0,1 1 1 0 0,0 0-1 0 0,0 0 0 0 0,1 0 1 0 0,0 1-1 0 0,0 0 1 0 0,0 1-1 0 0,1 0 0 0 0,0 0 1 0 0,0 1-1 0 0,0 0 0 0 0,0 0 1 0 0,1 1-1 0 0,-1 0 1 0 0,1 1-1 0 0,0 0 0 0 0,0 1 1 0 0,11-1-1 0 0,-12 1-11 0 0,1 1 0 0 0,0 0 0 0 0,-1 1 0 0 0,1 0 0 0 0,-1 0 0 0 0,1 1 0 0 0,-1 0 0 0 0,1 1 0 0 0,-1 0 0 0 0,0 0 0 0 0,0 1-1 0 0,-1 0 1 0 0,1 1 0 0 0,-1 0 0 0 0,0 0 0 0 0,0 1 0 0 0,0-1 0 0 0,-1 2 0 0 0,0-1 0 0 0,0 1 0 0 0,-1 0 0 0 0,0 1 0 0 0,0 0 0 0 0,-1 0 0 0 0,9 16 0 0 0,-13-20 12 0 0,1 0 0 0 0,-1 0 0 0 0,0 0 0 0 0,0 0 0 0 0,-1 0 0 0 0,1 0 0 0 0,-1 0 0 0 0,0 1 0 0 0,0-1 0 0 0,-1 0 0 0 0,1 0 0 0 0,-1 0 0 0 0,0 0 0 0 0,0 0 0 0 0,0 0 0 0 0,0 0 0 0 0,-1 0 0 0 0,0 0 0 0 0,1 0 0 0 0,-1-1 0 0 0,-1 1 0 0 0,1 0 0 0 0,-1-1 0 0 0,1 0 0 0 0,-1 0 0 0 0,0 0 0 0 0,0 0 0 0 0,-5 3 0 0 0,-2 3 7 0 0,0-1 0 0 0,0-1 0 0 0,-1 1 0 0 0,-1-2 0 0 0,1 0 0 0 0,-1 0 0 0 0,-22 7 0 0 0,16-7-158 0 0,-70 16 74 0 0,80-20-612 0 0,0-2 0 0 0,0 1 1 0 0,-1-1-1 0 0,-14-1 1 0 0,15-2-1292 0 0</inkml:trace>
</inkml:ink>
</file>

<file path=ppt/ink/ink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7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73 564 0 0,'7'-3'12634'0'0,"-2"177"-10568"0"0,-5-147-1783 0 0,0 0 657 0 0,1-54-734 0 0,-1-63-122 0 0,-4-64-150 0 0,8 155 53 0 0,22 9-207 0 0,-1-1 1 0 0,2-1 0 0 0,53 8-1 0 0,-72-15 175 0 0,1 0-1 0 0,0 0 0 0 0,0-1 0 0 0,0-1 0 0 0,0 0 0 0 0,0 0 0 0 0,0 0 0 0 0,0-1 0 0 0,0-1 0 0 0,-1 1 0 0 0,1-2 1 0 0,-1 1-1 0 0,0-1 0 0 0,0 0 0 0 0,0-1 0 0 0,11-8 0 0 0,-15 10 155 0 0,-1 0 1 0 0,1 0-1 0 0,0 0 0 0 0,-1 1 0 0 0,1-1 1 0 0,0 1-1 0 0,1 0 0 0 0,-1 0 1 0 0,0 0-1 0 0,1 1 0 0 0,6-2 0 0 0,-10 7-92 0 0,1 1-1 0 0,-1-1 0 0 0,0 1 0 0 0,0-1 0 0 0,0 1 1 0 0,-1-1-1 0 0,1 9 0 0 0,-1-11-5 0 0,1 16-24 0 0,3 26-129 0 0,11 52-1 0 0,-12-82-557 0 0,1-1-1 0 0,0 0 0 0 0,1 0 0 0 0,10 19 0 0 0,2-10-1989 0 0,-2-12-2038 0 0,-7-6 1760 0 0</inkml:trace>
</inkml:ink>
</file>

<file path=ppt/ink/ink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8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5 928 0 0,'0'0'1231'0'0,"13"-4"5269"0"0,-4 16-6022 0 0,-1 0 0 0 0,-1 1 0 0 0,0 0 0 0 0,-1 0 0 0 0,0 1 0 0 0,-1-1 0 0 0,0 1 0 0 0,3 24 0 0 0,8 15 194 0 0,-8-3-856 0 0,-8-48-76 0 0,1 0 1 0 0,-1 0-1 0 0,-1 0 0 0 0,1 0 0 0 0,0 0 0 0 0,0 0 0 0 0,-1 0 0 0 0,1 0 0 0 0,-1-1 0 0 0,1 1 1 0 0,-1 0-1 0 0,0 0 0 0 0,-2 2 0 0 0</inkml:trace>
</inkml:ink>
</file>

<file path=ppt/ink/ink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8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6 141 564 0 0,'-1'-2'303'0'0,"0"-1"-1"0"0,0 1 1 0 0,0-1 0 0 0,1 1 0 0 0,-1-1-1 0 0,1 0 1 0 0,0 1 0 0 0,0-1-1 0 0,0 1 1 0 0,0-1 0 0 0,0 0-1 0 0,0 1 1 0 0,1-1 0 0 0,-1 1 0 0 0,1-1-1 0 0,0 1 1 0 0,-1-1 0 0 0,1 1-1 0 0,1-1 1 0 0,0-1 0 0 0,1 0-56 0 0,0 0-1 0 0,0 0 1 0 0,1 0 0 0 0,-1 1 0 0 0,1 0-1 0 0,0-1 1 0 0,0 2 0 0 0,0-1 0 0 0,0 0-1 0 0,5-2 1 0 0,11-4 42 0 0,0 1 0 0 0,1 1 0 0 0,38-8 0 0 0,-51 14-150 0 0,3-2-302 0 0,1 2 0 0 0,0-1 1 0 0,0 2-1 0 0,0 0 1 0 0,16 1-1 0 0,-20 0-931 0 0,0 0-1 0 0,0 1 0 0 0,0 0 1 0 0,14 5-1 0 0,-13-2-1426 0 0</inkml:trace>
  <inkml:trace contextRef="#ctx0" brushRef="#br0" timeOffset="1">126 448 304 0 0,'-5'7'2458'0'0,"5"-7"-2371"0"0,0 0 0 0 0,0 0 0 0 0,0 0 0 0 0,0 0 0 0 0,0 0 0 0 0,1 0 0 0 0,-1 0 0 0 0,0 0 0 0 0,0 0 0 0 0,0 0 0 0 0,0 0 0 0 0,0 0 0 0 0,1 0 0 0 0,-1 0-1 0 0,0 0 1 0 0,0 0 0 0 0,0 0 0 0 0,0 0 0 0 0,0 0 0 0 0,1 0 0 0 0,-1 0 0 0 0,0 1 0 0 0,0-1 0 0 0,0 0 0 0 0,0 0 0 0 0,0 0 0 0 0,0 0 0 0 0,0 0 0 0 0,1 0 0 0 0,-1 0 0 0 0,0 0 0 0 0,0 1 0 0 0,0-1 0 0 0,0 0-1 0 0,0 0 1 0 0,0 0 0 0 0,0 0 0 0 0,0 0 0 0 0,0 1 0 0 0,0-1 0 0 0,0 0 0 0 0,0 0 0 0 0,0 0 0 0 0,0 0 0 0 0,0 0 0 0 0,0 1 0 0 0,0-1 0 0 0,0 0 0 0 0,0 0 0 0 0,0 0 0 0 0,0 0 0 0 0,0 0 0 0 0,0 1 0 0 0,0-1-1 0 0,0 0 1 0 0,0 0 0 0 0,0 0 0 0 0,0 0 0 0 0,0 0 0 0 0,0 0 0 0 0,-1 1 0 0 0,1-1 0 0 0,0 0 0 0 0,0 0 0 0 0,0 0 0 0 0,0 0 0 0 0,0 0 0 0 0,74-17-114 0 0,-19 1-4724 0 0,-37 11 2558 0 0</inkml:trace>
</inkml:ink>
</file>

<file path=ppt/ink/ink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39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48 100 0 0,'0'0'1019'0'0,"18"-47"6110"0"0,-39 72-2099 0 0,-82 121-4571 0 0,66-93-271 0 0,3 2 0 0 0,1 1 1 0 0,4 2-1 0 0,-31 81 1 0 0,54-121-147 0 0,0 0 1 0 0,1 1-1 0 0,2 0 1 0 0,-1 0-1 0 0,2 0 1 0 0,1 0-1 0 0,0 0 1 0 0,1 0 0 0 0,1 0-1 0 0,1 0 1 0 0,1 0-1 0 0,0 0 1 0 0,2 0-1 0 0,0-1 1 0 0,1 1-1 0 0,1-1 1 0 0,0-1-1 0 0,2 1 1 0 0,11 18-1 0 0,-4-14 47 0 0,0 0 0 0 0,2 0 0 0 0,1-2 0 0 0,0 0 0 0 0,1-1 0 0 0,1-1-1 0 0,1-1 1 0 0,27 17 0 0 0,-27-22-532 0 0,-1 0-1 0 0,2-2 1 0 0,39 14-1 0 0,-42-19-1195 0 0,0 0-1 0 0,0-1 1 0 0,0-1-1 0 0,38 1 1 0 0,-31-4-1939 0 0</inkml:trace>
</inkml:ink>
</file>

<file path=ppt/ink/ink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0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31 332 220 0 0,'-11'-39'12703'0'0,"0"279"-11229"0"0,11-236-1450 0 0,0 0 1 0 0,0 0 0 0 0,0 0 0 0 0,-1 0-1 0 0,1-1 1 0 0,-1 1 0 0 0,0 0-1 0 0,0 0 1 0 0,0 0 0 0 0,-2 4 0 0 0,2-7 751 0 0,1-7-707 0 0,5-71 32 0 0,4 1-1 0 0,3 0 1 0 0,3 1-1 0 0,28-83 1 0 0,-38 143-5 0 0,1 0 0 0 0,0 1 0 0 0,1 0 1 0 0,1 0-1 0 0,18-26 0 0 0,-25 39-74 0 0,3 2-13 0 0,-1-1 1 0 0,1 1 0 0 0,-1 0-1 0 0,0 0 1 0 0,1 1 0 0 0,-1-1 0 0 0,0 1-1 0 0,1-1 1 0 0,-1 1 0 0 0,0 0 0 0 0,0 0-1 0 0,-1 0 1 0 0,1 1 0 0 0,0-1-1 0 0,3 5 1 0 0,38 48 28 0 0,-30-36-13 0 0,98 146 157 0 0,-66-93-42 0 0,-35-55-127 0 0,0-1 0 0 0,-2 2 1 0 0,0-1-1 0 0,8 22 0 0 0,-17-37-149 0 0,0-1-197 0 0,0 0 204 0 0,1-1 0 0 0,-1 1 0 0 0,0 0-1 0 0,0 0 1 0 0,0 0 0 0 0,0 0 0 0 0,0 0 0 0 0,0-1 0 0 0,0 1-1 0 0,0 0 1 0 0,-1 0 0 0 0,1 0 0 0 0,0 0 0 0 0,0 0 0 0 0,-1-1-1 0 0,1 1 1 0 0,-1 0 0 0 0,1 0 0 0 0,0-1 0 0 0,-1 1 0 0 0,0 0 0 0 0,1 0-1 0 0,-1-1 1 0 0,1 1 0 0 0,-1-1 0 0 0,0 1 0 0 0,0 0 0 0 0,-29 5-6986 0 0,19-6 3729 0 0</inkml:trace>
</inkml:ink>
</file>

<file path=ppt/ink/ink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0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47 376 0 0,'-4'-6'10040'0'0,"3"7"-9875"0"0,23-11 1881 0 0,36-7-1944 0 0,89 3-929 0 0,-49 13-5971 0 0,-73 2 3926 0 0</inkml:trace>
</inkml:ink>
</file>

<file path=ppt/ink/ink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0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1 844 0 0,'0'0'1029'0'0,"11"29"4065"0"0,-5 6-3292 0 0,-2 1 0 0 0,-1 41 0 0 0,-4-47-1630 0 0,-1-1 1 0 0,-11 58-1 0 0,11-78-702 0 0,-1 8-1010 0 0,-1-7-4380 0 0,0-4 3164 0 0</inkml:trace>
</inkml:ink>
</file>

<file path=ppt/ink/ink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1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1 236 120 0 0,'0'0'3352'0'0,"0"0"-3249"0"0,0-1 1 0 0,0 1 0 0 0,0 0 0 0 0,1 0 0 0 0,-1 0 0 0 0,0-1-1 0 0,0 1 1 0 0,0 0 0 0 0,1 0 0 0 0,-1 0 0 0 0,0-1-1 0 0,0 1 1 0 0,0 0 0 0 0,1 0 0 0 0,-1 0 0 0 0,0 0-1 0 0,0 0 1 0 0,1 0 0 0 0,-1 0 0 0 0,0 0 0 0 0,1 0 0 0 0,-1-1-1 0 0,0 1 1 0 0,0 0 0 0 0,1 0 0 0 0,-1 0 0 0 0,0 0-1 0 0,0 1 1 0 0,1-1 0 0 0,-1 0 0 0 0,0 0 0 0 0,1 0 0 0 0,-1 0-1 0 0,0 0 1 0 0,0 0 0 0 0,1 0 0 0 0,-1 0 0 0 0,0 1-1 0 0,0-1 1 0 0,1 0 0 0 0,12 42 1408 0 0,-1 0 0 0 0,9 62 0 0 0,-19-92 1018 0 0,-4-29-1611 0 0,-7-70-716 0 0,9 70-122 0 0,1 0 0 0 0,0 0 0 0 0,2 0 0 0 0,0 0 1 0 0,0 0-1 0 0,2 1 0 0 0,0 0 0 0 0,1 0 0 0 0,1 0 0 0 0,0 0 0 0 0,1 1 0 0 0,15-22 0 0 0,-20 32-29 0 0,4-5 51 0 0,1 1-1 0 0,-1-1 1 0 0,2 1-1 0 0,-1 0 1 0 0,13-9-1 0 0,-16 15-85 0 0,-1 0 1 0 0,1 0-1 0 0,1 0 0 0 0,-1 1 1 0 0,0 0-1 0 0,0 0 0 0 0,1 0 1 0 0,0 1-1 0 0,-1-1 0 0 0,1 1 1 0 0,0 1-1 0 0,-1-1 0 0 0,1 1 1 0 0,0 0-1 0 0,0 0 0 0 0,7 2 1 0 0,-10-2-18 0 0,0 1 0 0 0,1 0 0 0 0,-1-1 0 0 0,0 1 0 0 0,0 1-1 0 0,0-1 1 0 0,0 0 0 0 0,0 1 0 0 0,0-1 0 0 0,-1 1 0 0 0,1 0 0 0 0,0 0 0 0 0,-1 0 0 0 0,1 0 0 0 0,-1 0 0 0 0,0 1 0 0 0,0-1 0 0 0,3 5 0 0 0,0 3-4 0 0,0-1 1 0 0,-1 1-1 0 0,0-1 1 0 0,4 17-1 0 0,-7-19-21 0 0,1 1 0 0 0,1 0 0 0 0,-1-1 0 0 0,1 0 0 0 0,1 1 0 0 0,-1-1 0 0 0,1 0 0 0 0,1-1 0 0 0,-1 1 0 0 0,9 9 0 0 0,60 34-287 0 0,-54-38 119 0 0,0 0 1 0 0,18 17-1 0 0,-35-28 182 0 0,-1 0 0 0 0,0 0 0 0 0,1 0 0 0 0,-1 0 0 0 0,0 0 0 0 0,0 0 0 0 0,0 0 0 0 0,0 1 0 0 0,0-1 0 0 0,0 0 0 0 0,0 1 0 0 0,-1-1 0 0 0,1 0 0 0 0,0 1 0 0 0,-1-1 0 0 0,1 1 1 0 0,-1 0-1 0 0,0-1 0 0 0,1 1 0 0 0,-1-1 0 0 0,0 1 0 0 0,0 0 0 0 0,0-1 0 0 0,0 1 0 0 0,0-1 0 0 0,0 1 0 0 0,-1 0 0 0 0,1-1 0 0 0,-1 1 0 0 0,1-1 0 0 0,-1 1 0 0 0,1-1 0 0 0,-1 1 0 0 0,0-1 0 0 0,1 0 0 0 0,-1 1 0 0 0,0-1 0 0 0,0 0 0 0 0,0 1 0 0 0,0-1 0 0 0,-1 0 0 0 0,1 0 0 0 0,0 0 0 0 0,0 0 0 0 0,-1 0 0 0 0,1 0 0 0 0,0-1 0 0 0,-3 2 0 0 0,-8 5 0 0 0,-1 0-1 0 0,0-1 1 0 0,0 0 0 0 0,-16 4-1 0 0,20-7-8 0 0,-119 37-155 0 0,74-29-3440 0 0,38-19-6000 0 0</inkml:trace>
</inkml:ink>
</file>

<file path=ppt/ink/ink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1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11 10629 0 0,'6'-2'102'0'0,"0"0"1"0"0,-1 0-1 0 0,1 1 0 0 0,0 0 1 0 0,0 0-1 0 0,-1 0 0 0 0,1 1 1 0 0,0 0-1 0 0,0 0 0 0 0,0 1 0 0 0,0-1 1 0 0,0 1-1 0 0,10 3 0 0 0,-6 0 55 0 0,-1-1 0 0 0,0 2-1 0 0,0-1 1 0 0,0 1 0 0 0,0 1-1 0 0,-1 0 1 0 0,11 9 0 0 0,5 8 299 0 0,-2 0-1 0 0,0 2 1 0 0,34 53 0 0 0,-48-66-363 0 0,-2-1 1 0 0,1 2-1 0 0,-1-1 0 0 0,-1 1 1 0 0,0 0-1 0 0,-1 0 0 0 0,0 0 0 0 0,-1 1 1 0 0,-1-1-1 0 0,0 1 0 0 0,-1 0 1 0 0,0-1-1 0 0,-1 1 0 0 0,-1 0 1 0 0,0 0-1 0 0,-1-1 0 0 0,-5 21 1 0 0,3-19-51 0 0,-1 1 1 0 0,-1-1-1 0 0,0 0 1 0 0,-1-1 0 0 0,-1 1-1 0 0,0-1 1 0 0,-1-1-1 0 0,0 0 1 0 0,-1 0 0 0 0,-1-1-1 0 0,0 0 1 0 0,0-1-1 0 0,-1 0 1 0 0,-25 17 0 0 0,-3-2-879 0 0,-64 31 0 0 0,79-46-2236 0 0,-1-1 0 0 0,-27 7 0 0 0,33-12-638 0 0</inkml:trace>
</inkml:ink>
</file>

<file path=ppt/ink/ink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3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81 832 0 0,'0'0'3137'0'0,"-8"-8"3744"0"0,26-1-6461 0 0,-1 1 0 0 0,1 0 0 0 0,1 2 0 0 0,-1 0 0 0 0,22-4 0 0 0,103-13 436 0 0,-123 21-1111 0 0,0 1 0 0 0,38 3 1 0 0,6 10-7483 0 0,-57-10 4516 0 0</inkml:trace>
</inkml:ink>
</file>

<file path=ppt/ink/ink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3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30 128 0 0,'0'0'1016'0'0,"-3"8"3317"0"0,19 0-3821 0 0,-3-10-60 0 0,7-1-100 0 0,11 2-172 0 0,9-5-168 0 0,6 1-244 0 0,3 0-272 0 0,2 0-541 0 0,1-4-1127 0 0,0 0 500 0 0</inkml:trace>
</inkml:ink>
</file>

<file path=ppt/ink/ink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26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87 392 0 0,'0'0'828'0'0,"-7"-37"4829"0"0,-3 13-9494 0 0,0 0 2293 0 0,9 22 1674 0 0,1 7-166 0 0,-6 79 24 0 0,6-73-64 0 0,-1 0 1 0 0,0 0 0 0 0,0 0 0 0 0,-1 0-1 0 0,-1 0 1 0 0,0-1 0 0 0,-5 15-1 0 0,3-16-295 0 0,-1-2 27 0 0</inkml:trace>
</inkml:ink>
</file>

<file path=ppt/ink/ink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1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90 312 0 0,'0'0'6469'0'0,"-6"0"-6468"0"0,5 0-181 0 0,-5 0 655 0 0,0 0 1 0 0,-1 0 0 0 0,1 1 0 0 0,0 0 0 0 0,-10 3 0 0 0,15-4-279 0 0,-2 1-96 0 0,-2 1-142 0 0,9-1 718 0 0,633-35 421 0 0,238-7-508 0 0,-391 40-323 0 0,-195-10-96 0 0,-176 2 1219 0 0,-110 9-1244 0 0,-1-1 191 0 0,4 1-723 0 0,1-2-2954 0 0,-13 5 2779 0 0,-4 1-234 0 0,-3 1-3129 0 0,-3 0 896 0 0</inkml:trace>
</inkml:ink>
</file>

<file path=ppt/ink/ink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1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36 516 0 0,'-36'-29'10466'0'0,"41"28"-10398"0"0,-1-1 0 0 0,0 1 0 0 0,1 0 0 0 0,-1 1 0 0 0,0-1 0 0 0,1 1 0 0 0,-1 0 0 0 0,1 0 0 0 0,-1 0 0 0 0,7 2 0 0 0,51 10 394 0 0,-47-8-357 0 0,12 2 45 0 0,0 1-1 0 0,0 2 1 0 0,-1 1-1 0 0,28 14 1 0 0,-48-21-134 0 0,0 0 0 0 0,0 0 0 0 0,0 0-1 0 0,-1 1 1 0 0,1 0 0 0 0,-1 0 0 0 0,0 0 0 0 0,0 1 0 0 0,-1 0 0 0 0,1 0 0 0 0,-1 0 0 0 0,0 0 0 0 0,-1 1 0 0 0,1-1 0 0 0,-1 1 0 0 0,0 0 0 0 0,0 0 0 0 0,-1 0 0 0 0,0 1-1 0 0,0-1 1 0 0,0 1 0 0 0,-1-1 0 0 0,1 9 0 0 0,-3-9-5 0 0,0 0-1 0 0,0 1 0 0 0,-1-1 1 0 0,0 0-1 0 0,0 0 1 0 0,-1 0-1 0 0,1-1 0 0 0,-1 1 1 0 0,-1-1-1 0 0,1 1 0 0 0,-1-1 1 0 0,0 0-1 0 0,0 0 1 0 0,0-1-1 0 0,-1 1 0 0 0,-8 6 1 0 0,-1 1 6 0 0,0-1-1 0 0,-1-1 1 0 0,-1 0 0 0 0,-26 12-1 0 0,-86 44-153 0 0,78-34-4788 0 0,33-26-1356 0 0</inkml:trace>
</inkml:ink>
</file>

<file path=ppt/ink/ink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5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0 296 0 0,'0'0'948'0'0,"-15"9"4914"0"0,11-4-5834 0 0,-5 116 1682 0 0,18-48-42 0 0,-4-75-1523 0 0,50-30 158 0 0,22-10-50 0 0,-44 28-185 0 0,0 0 19 0 0,51-14 1 0 0,-75 26-71 0 0,0 0 0 0 0,1 0 0 0 0,-1 1 0 0 0,0 0 0 0 0,1 1 1 0 0,-1 0-1 0 0,1 0 0 0 0,-1 1 0 0 0,1 0 0 0 0,15 4 0 0 0,-23-4-15 0 0,0-1-1 0 0,0 1 1 0 0,-1-1-1 0 0,1 1 0 0 0,0 0 1 0 0,0-1-1 0 0,0 1 1 0 0,0 0-1 0 0,0 0 0 0 0,-1 1 1 0 0,1-1-1 0 0,0 0 1 0 0,-1 0-1 0 0,1 1 0 0 0,-1-1 1 0 0,0 1-1 0 0,1-1 1 0 0,-1 1-1 0 0,0 0 0 0 0,0 0 1 0 0,0-1-1 0 0,0 1 1 0 0,0 0-1 0 0,-1 0 0 0 0,2 3 1 0 0,-2-2 7 0 0,0 0 1 0 0,-1 0-1 0 0,1 0 1 0 0,-1 0-1 0 0,0 0 0 0 0,0-1 1 0 0,0 1-1 0 0,0 0 1 0 0,0 0-1 0 0,0-1 1 0 0,-1 1-1 0 0,0-1 1 0 0,1 1-1 0 0,-1-1 0 0 0,-3 3 1 0 0,-5 7-247 0 0,-2-1 0 0 0,1-1 0 0 0,-1 0 1 0 0,-1 0-1 0 0,-19 10 0 0 0,-5-3-5353 0 0,26-16 2877 0 0</inkml:trace>
</inkml:ink>
</file>

<file path=ppt/ink/ink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5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82 464 0 0,'0'0'1108'0'0,"-6"-23"-80"0"0,2 13 824 0 0,4-7-303 0 0,4 3 43 0 0,-4 2-1452 0 0,8 7-416 0 0,10 6-660 0 0,7 10-2421 0 0,-14-7 1613 0 0</inkml:trace>
</inkml:ink>
</file>

<file path=ppt/ink/ink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7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9 160 372 0 0,'0'0'6505'0'0,"-8"-9"-954"0"0,9 4-5626 0 0,0 2-9 0 0,0 0 0 0 0,0-1 1 0 0,-1 1-1 0 0,1 0 0 0 0,-1-1 0 0 0,0 1 0 0 0,0 0 1 0 0,0-1-1 0 0,-1-4 0 0 0,5-37-288 0 0,-6 0 684 0 0,1 27 1322 0 0,8 51-1195 0 0,14 153-427 0 0,-20-181-276 0 0,6 37 488 0 0,2 51 1 0 0,-12-35-9248 0 0</inkml:trace>
</inkml:ink>
</file>

<file path=ppt/ink/ink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7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1 409 628 0 0,'81'-24'2371'0'0,"-47"16"-1646"0"0,-1-2 0 0 0,-1-1 0 0 0,34-17 1 0 0,-57 24-560 0 0,-1 0 1 0 0,-1-1 0 0 0,1 0-1 0 0,-1 0 1 0 0,0-1 0 0 0,0 0-1 0 0,0 0 1 0 0,-1-1 0 0 0,0 1-1 0 0,-1-1 1 0 0,1-1 0 0 0,-1 1-1 0 0,0-1 1 0 0,-1 0-1 0 0,0 0 1 0 0,4-13 0 0 0,-5 11-51 0 0,-1 1 1 0 0,0-1-1 0 0,-1 1 0 0 0,0-1 1 0 0,-1 0-1 0 0,0 0 0 0 0,0 1 1 0 0,-1-1-1 0 0,0 0 1 0 0,-1 1-1 0 0,0-1 0 0 0,-1 1 1 0 0,0-1-1 0 0,0 1 1 0 0,-1 0-1 0 0,0 0 0 0 0,-6-9 1 0 0,9 15-72 0 0,0 1 1 0 0,-1 0 0 0 0,1 0-1 0 0,0 0 1 0 0,-1 0 0 0 0,1 1-1 0 0,-1-1 1 0 0,0 0 0 0 0,0 1-1 0 0,1-1 1 0 0,-1 1 0 0 0,0-1-1 0 0,-4-1 1 0 0,5 3-43 0 0,0 1 0 0 0,1-1 1 0 0,-1 0-1 0 0,0 0 0 0 0,0 1 0 0 0,0-1 0 0 0,0 1 0 0 0,0-1 0 0 0,0 0 0 0 0,1 1 1 0 0,-1 0-1 0 0,0-1 0 0 0,0 1 0 0 0,1-1 0 0 0,-1 1 0 0 0,0 0 0 0 0,1 0 1 0 0,-1-1-1 0 0,0 1 0 0 0,1 0 0 0 0,-1 0 0 0 0,1 0 0 0 0,0 0 0 0 0,-1-1 1 0 0,1 1-1 0 0,0 0 0 0 0,-1 0 0 0 0,1 0 0 0 0,0 0 0 0 0,0 0 0 0 0,0 0 0 0 0,0 0 1 0 0,0 1-1 0 0,-12 54 64 0 0,2-1 1 0 0,2 1-1 0 0,3 1 1 0 0,3-1-1 0 0,2 1 1 0 0,10 80-1 0 0,6-61 187 0 0,-16-74-139 0 0,1-1 93 0 0,-1 0-182 0 0,0-1-1 0 0,0 0 1 0 0,0 0-1 0 0,0 0 0 0 0,0 0 1 0 0,0 1-1 0 0,0-1 1 0 0,0 0-1 0 0,0 0 1 0 0,0 0-1 0 0,0 0 1 0 0,0 1-1 0 0,0-1 0 0 0,0 0 1 0 0,0 0-1 0 0,0 0 1 0 0,0 0-1 0 0,1 0 1 0 0,-1 1-1 0 0,0-1 0 0 0,0 0 1 0 0,0 0-1 0 0,0 0 1 0 0,0 0-1 0 0,0 0 1 0 0,1 0-1 0 0,-1 0 0 0 0,0 1 1 0 0,0-1-1 0 0,0 0 1 0 0,0 0-1 0 0,0 0 1 0 0,1 0-1 0 0,-1 0 1 0 0,0 0-1 0 0,0 0 0 0 0,0 0 1 0 0,0 0-1 0 0,1 0 1 0 0,-1 0-1 0 0,0 0 1 0 0,0 0-1 0 0,0 0 0 0 0,0 0 1 0 0,1 0-1 0 0,-1 0 1 0 0,0 0-1 0 0,0 0 1 0 0,0 0-1 0 0,0 0 0 0 0,1 0 1 0 0,-1 0-1 0 0,0-1 1 0 0,0 1-1 0 0,0 0 1 0 0,0 0-1 0 0,0 0 1 0 0,1 0-1 0 0,48-55 550 0 0,-48 54-557 0 0,2 0-15 0 0,0 0 0 0 0,0 0 0 0 0,-1 0 0 0 0,1 1 0 0 0,0-1 0 0 0,0 1 0 0 0,0 0 0 0 0,0-1 0 0 0,0 1 1 0 0,0 1-1 0 0,5-1 0 0 0,-7 1-3 0 0,70 7 22 0 0,-42-4-40 0 0,-1-1 1 0 0,35-1 0 0 0,-56-2 32 0 0,0-1 1 0 0,0 0-1 0 0,0 0 1 0 0,0 0-1 0 0,0-1 1 0 0,-1 0 0 0 0,1 0-1 0 0,-1 0 1 0 0,1-1-1 0 0,-1 0 1 0 0,0-1-1 0 0,0 1 1 0 0,0-1-1 0 0,5-5 1 0 0,-9 6 74 0 0,0 0 0 0 0,0 0 1 0 0,-1 0-1 0 0,1 0 0 0 0,-1 0 0 0 0,0 0 1 0 0,0-1-1 0 0,0 1 0 0 0,0 0 1 0 0,-1-1-1 0 0,1 1 0 0 0,-1-1 0 0 0,0 1 1 0 0,0-1-1 0 0,0 1 0 0 0,-1-6 1 0 0,0 7 71 0 0,21 22-4188 0 0,-16-16 3174 0 0,0 0 0 0 0,0 0 0 0 0,0-1 0 0 0,1 0 0 0 0,-1 0 0 0 0,1 0-1 0 0,5 3 1 0 0,6 1-2419 0 0</inkml:trace>
</inkml:ink>
</file>

<file path=ppt/ink/ink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8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32 199 528 0 0,'0'0'4345'0'0,"-1"7"-3713"0"0,0 5-359 0 0,-4 50 730 0 0,2 0 0 0 0,3 1 0 0 0,14 112 0 0 0,1-36 2952 0 0,-40-204-2737 0 0,15 10-885 0 0,2 0-1 0 0,3 0 0 0 0,2-93 1 0 0,5 123-300 0 0,0 1 1 0 0,1 0-1 0 0,2 0 1 0 0,0 0-1 0 0,2 1 1 0 0,1 0-1 0 0,0 0 1 0 0,2 1-1 0 0,0 0 1 0 0,26-39 0 0 0,-33 57-40 0 0,-1 1 1 0 0,1-1-1 0 0,0 1 1 0 0,0 0-1 0 0,0 0 1 0 0,1 0-1 0 0,-1 1 1 0 0,1-1-1 0 0,0 1 1 0 0,-1-1-1 0 0,1 1 1 0 0,0 1-1 0 0,0-1 1 0 0,0 0-1 0 0,1 1 1 0 0,-1 0-1 0 0,0 0 1 0 0,1 0-1 0 0,-1 1 1 0 0,0-1-1 0 0,1 1 1 0 0,-1 0-1 0 0,1 0 1 0 0,-1 1-1 0 0,0-1 1 0 0,1 1-1 0 0,-1 0 1 0 0,0 0-1 0 0,0 0 1 0 0,1 1-1 0 0,-1-1 1 0 0,0 1-1 0 0,-1 0 1 0 0,1 1-1 0 0,0-1 1 0 0,0 0-1 0 0,3 5 1 0 0,-1-3-8 0 0,0 0 0 0 0,-1 0 0 0 0,1 1-1 0 0,-1 0 1 0 0,0 0 0 0 0,-1 1 0 0 0,1-1 0 0 0,-1 1 0 0 0,0 0 0 0 0,-1 0 0 0 0,1 1 0 0 0,-1-1 0 0 0,0 1 0 0 0,-1-1 0 0 0,1 1 0 0 0,-2 0 0 0 0,1 0 0 0 0,-1 0 0 0 0,0 0 0 0 0,0 0 0 0 0,0 0 0 0 0,-2 10 0 0 0,-1-8 18 0 0,-1-1 0 0 0,1 1 0 0 0,-2-1 0 0 0,1 0 0 0 0,-1 0 0 0 0,-1-1 0 0 0,1 1 0 0 0,-1-1 0 0 0,-1 0 0 0 0,1 0 0 0 0,-1-1 0 0 0,0 1 0 0 0,-1-1 0 0 0,1-1 0 0 0,-1 1 0 0 0,0-1 0 0 0,-1 0 0 0 0,-7 3 0 0 0,-1 1-318 0 0,0-1 1 0 0,0-1-1 0 0,-19 5 1 0 0,-46 6-4749 0 0,75-19 1301 0 0,-10-4 283 0 0</inkml:trace>
</inkml:ink>
</file>

<file path=ppt/ink/ink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49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1 208 64 0 0,'30'16'5316'0'0,"-26"-9"-5091"0"0,-1-1 0 0 0,1 1-1 0 0,-1 0 1 0 0,0 0-1 0 0,-1 0 1 0 0,0 0 0 0 0,0 0-1 0 0,0 1 1 0 0,-1-1-1 0 0,0 1 1 0 0,0 11 0 0 0,-1-8-51 0 0,-1 0 1 0 0,1 0-1 0 0,-2 1 1 0 0,0-1-1 0 0,0 0 1 0 0,-1 0 0 0 0,-5 13-1 0 0,-13 7 1488 0 0,34-52-1616 0 0,2 1-1 0 0,0 1 0 0 0,1 0 1 0 0,1 1-1 0 0,0 1 0 0 0,28-20 1 0 0,39-41 98 0 0,-47 40 536 0 0,-36 37-336 0 0,-1 22-201 0 0,0-15-134 0 0,-1 0 0 0 0,1 0-1 0 0,0 0 1 0 0,0 0 0 0 0,1 0 0 0 0,0 0-1 0 0,0 0 1 0 0,0 0 0 0 0,0-1-1 0 0,1 1 1 0 0,0 0 0 0 0,5 7 0 0 0,5 25-4 0 0,-10-32 0 0 0,1-1-1 0 0,0 0 1 0 0,0 0 0 0 0,0 0 0 0 0,1-1 0 0 0,-1 1 0 0 0,1-1-1 0 0,5 5 1 0 0,-5-5 7 0 0,-3-3-2 0 0,17 8 587 0 0,0-12-586 0 0,-10 3 13 0 0,-1-1 1 0 0,1 0 0 0 0,-1-1-1 0 0,1 0 1 0 0,-1 0 0 0 0,0 0-1 0 0,0-1 1 0 0,9-5 0 0 0,-14 7 58 0 0,-2 1-70 0 0,1 0 0 0 0,-1 0 0 0 0,1-1 0 0 0,-1 1 0 0 0,0 0 0 0 0,1 0 0 0 0,-1 0 0 0 0,1 0 0 0 0,-1-1 0 0 0,0 1 0 0 0,1 0 0 0 0,-1 0 0 0 0,0-1 0 0 0,1 1 0 0 0,-1 0 0 0 0,0-1 0 0 0,0 1 0 0 0,1 0 0 0 0,-1-1 0 0 0,0 1 0 0 0,0 0 0 0 0,1-1 0 0 0,-1 1 0 0 0,0 0 0 0 0,0-1 0 0 0,0 1 0 0 0,0-1 0 0 0,0 1 0 0 0,0-1 0 0 0,0 1 0 0 0,0 0 0 0 0,0-1 0 0 0,0 1 0 0 0,0-1 0 0 0,0 1 0 0 0,0 0 0 0 0,0-1 0 0 0,0 1 0 0 0,0-1 0 0 0,0 1 0 0 0,0-1 0 0 0,-1 0 0 0 0,-3-24 392 0 0,-3 14-352 0 0,0 1 1 0 0,-1 0-1 0 0,0 0 1 0 0,-1 1-1 0 0,0 0 0 0 0,-17-12 1 0 0,13 10-41 0 0,12 10-10 0 0,1 1-18 0 0,0 0 1 0 0,0 0-1 0 0,0 0 1 0 0,1 0-1 0 0,-1 0 0 0 0,0 0 1 0 0,0 0-1 0 0,0 0 1 0 0,0-1-1 0 0,0 1 0 0 0,0 0 1 0 0,0 0-1 0 0,0 0 1 0 0,0 0-1 0 0,0 0 0 0 0,1 0 1 0 0,-1 0-1 0 0,0-1 1 0 0,0 1-1 0 0,0 0 0 0 0,0 0 1 0 0,0 0-1 0 0,0 0 1 0 0,0 0-1 0 0,0 0 0 0 0,0-1 1 0 0,0 1-1 0 0,0 0 0 0 0,0 0 1 0 0,0 0-1 0 0,0 0 1 0 0,0 0-1 0 0,0 0 0 0 0,0-1 1 0 0,0 1-1 0 0,-1 0 1 0 0,1 0-1 0 0,0 0 0 0 0,0 0 1 0 0,0 0-1 0 0,0 0 1 0 0,0-1-1 0 0,0 1 0 0 0,0 0 1 0 0,0 0-1 0 0,0 0 1 0 0,0 0-1 0 0,-1 0 0 0 0,1 0 1 0 0,0 0-1 0 0,0 0 1 0 0,0 0-1 0 0,0 0 0 0 0,0 0 1 0 0,0 0-1 0 0,-1 0 1 0 0,1 0-1 0 0,0-1 0 0 0,0 1 1 0 0,0 0-1 0 0,0 0 0 0 0,0 0 1 0 0,0 0-1 0 0,-1 1 1 0 0,9 2 6 0 0,-1 1 1 0 0,1-1-1 0 0,0 0 1 0 0,1-1-1 0 0,-1 0 1 0 0,0 0-1 0 0,0-1 1 0 0,1 0 0 0 0,-1 0-1 0 0,1-1 1 0 0,-1 0-1 0 0,1-1 1 0 0,-1 0-1 0 0,1 0 1 0 0,-1 0-1 0 0,0-1 1 0 0,0-1-1 0 0,0 1 1 0 0,0-1 0 0 0,0-1-1 0 0,0 0 1 0 0,-1 0-1 0 0,0 0 1 0 0,1-1-1 0 0,-2 0 1 0 0,1 0-1 0 0,0 0 1 0 0,-1-1-1 0 0,0 0 1 0 0,-1-1 0 0 0,1 1-1 0 0,6-12 1 0 0,-7 8 8 0 0,0-1 1 0 0,-1 0-1 0 0,0 0 1 0 0,0-1-1 0 0,-1 1 1 0 0,-1-1 0 0 0,0 1-1 0 0,0-1 1 0 0,-1 0-1 0 0,-1 0 1 0 0,-1-20-1 0 0,-16 149-29 0 0,17-90-3 0 0,2 0-1 0 0,5 27 0 0 0,-5-44-20 0 0,0 0 0 0 0,0-1 0 0 0,1 1 0 0 0,0-1-1 0 0,1 0 1 0 0,0 0 0 0 0,0 0 0 0 0,11 15 0 0 0,-11-20 33 0 0,-1-1 0 0 0,1 0 0 0 0,-1-1 0 0 0,1 1 0 0 0,0-1 1 0 0,0 1-1 0 0,1-1 0 0 0,-1 0 0 0 0,0-1 0 0 0,0 1 1 0 0,1-1-1 0 0,5 1 0 0 0,56 5-122 0 0,-65-7 125 0 0,-1 0 13 0 0,0 1 0 0 0,0-1 1 0 0,0 0-1 0 0,0 0 0 0 0,0 0 0 0 0,-1 1 0 0 0,1-1 0 0 0,0 0 0 0 0,0 0 1 0 0,0 1-1 0 0,0-1 0 0 0,0 0 0 0 0,0 0 0 0 0,0 1 0 0 0,0-1 0 0 0,0 0 1 0 0,0 0-1 0 0,0 1 0 0 0,0-1 0 0 0,0 0 0 0 0,0 0 0 0 0,0 1 0 0 0,0-1 0 0 0,0 0 1 0 0,1 0-1 0 0,-1 0 0 0 0,0 1 0 0 0,0-1 0 0 0,0 0 0 0 0,0 0 0 0 0,0 0 1 0 0,0 1-1 0 0,1-1 0 0 0,-1 0 0 0 0,0 0 0 0 0,0 0 0 0 0,0 0 0 0 0,1 1 0 0 0,-1-1 1 0 0,0 0-1 0 0,0 0 0 0 0,0 0 0 0 0,1 0 0 0 0,-1 0 0 0 0,0 0 0 0 0,0 0 1 0 0,1 0-1 0 0,-1 0 0 0 0,0 1 0 0 0,0-1 0 0 0,1 0 0 0 0,-1 0 0 0 0,0 0 1 0 0,0 0-1 0 0,1-1 0 0 0,-1 1 0 0 0,0 0 0 0 0,1 0 0 0 0,-20 19-46 0 0,5-12-235 0 0,0 0 0 0 0,-1-1 0 0 0,-19 6 1 0 0,33-12-363 0 0</inkml:trace>
</inkml:ink>
</file>

<file path=ppt/ink/ink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0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8 224 0 0,'12'-4'14407'0'0,"-9"1"-13417"0"0</inkml:trace>
</inkml:ink>
</file>

<file path=ppt/ink/ink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0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98 191 460 0 0,'0'0'753'0'0,"-33"-17"4617"0"0,30 15-5193 0 0,0 1 0 0 0,0 0 0 0 0,0 0 0 0 0,0 1 0 0 0,0-1 0 0 0,0 1 0 0 0,0-1 0 0 0,0 1 0 0 0,0 0 0 0 0,0 0 1 0 0,0 0-1 0 0,0 0 0 0 0,0 1 0 0 0,-5 1 0 0 0,7-2-38 0 0,0 1-123 0 0,0-1-1 0 0,1 0 0 0 0,-1 0 1 0 0,0 0-1 0 0,1 1 1 0 0,-1-1-1 0 0,1 0 1 0 0,-1 1-1 0 0,0-1 0 0 0,1 0 1 0 0,-1 1-1 0 0,1-1 1 0 0,-1 1-1 0 0,1-1 1 0 0,-1 1-1 0 0,1-1 0 0 0,-1 1 1 0 0,1 0-1 0 0,0-1 1 0 0,-1 1-1 0 0,1-1 1 0 0,0 1-1 0 0,-1 0 0 0 0,1-1 1 0 0,0 1-1 0 0,0 0 1 0 0,0-1-1 0 0,0 1 1 0 0,0 0-1 0 0,0 0 0 0 0,0-1 1 0 0,0 1-1 0 0,0 0 1 0 0,0-1-1 0 0,0 1 1 0 0,0 0-1 0 0,0-1 0 0 0,0 1 1 0 0,1 0-1 0 0,-1-1 1 0 0,0 1-1 0 0,0 0 1 0 0,1-1-1 0 0,-1 1 0 0 0,0-1 1 0 0,1 1-1 0 0,0 0 1 0 0,0 1 9 0 0,0 1 0 0 0,1-1 0 0 0,-1 0 1 0 0,1 0-1 0 0,-1 0 0 0 0,1-1 0 0 0,0 1 1 0 0,0 0-1 0 0,0-1 0 0 0,0 1 0 0 0,3 1 1 0 0,-1-2-7 0 0,0 0 0 0 0,-1-1 0 0 0,1 0 0 0 0,0 0 0 0 0,0 0 0 0 0,0 0 0 0 0,0 0 0 0 0,0-1 0 0 0,-1 0-1 0 0,1 0 1 0 0,0 0 0 0 0,0 0 0 0 0,-1 0 0 0 0,5-3 0 0 0,48-27 92 0 0,-55 30-106 0 0,17-12 85 0 0,-1 0 0 0 0,0-1-1 0 0,-1-1 1 0 0,-1-1 0 0 0,0 0 0 0 0,-1-1 0 0 0,-1 0 0 0 0,20-37 0 0 0,-33 54-88 0 0,1-1 1 0 0,-1 1-1 0 0,0 0 0 0 0,0 0 1 0 0,0-1-1 0 0,0 1 0 0 0,1 0 1 0 0,-1-1-1 0 0,0 1 0 0 0,0 0 1 0 0,1 0-1 0 0,-1-1 0 0 0,0 1 0 0 0,0 0 1 0 0,1 0-1 0 0,-1 0 0 0 0,0-1 1 0 0,1 1-1 0 0,-1 0 0 0 0,0 0 1 0 0,1 0-1 0 0,-1 0 0 0 0,0 0 1 0 0,1 0-1 0 0,-1-1 0 0 0,0 1 1 0 0,1 0-1 0 0,-1 0 0 0 0,0 0 0 0 0,1 0 1 0 0,-1 0-1 0 0,0 1 0 0 0,1-1 1 0 0,-1 0-1 0 0,0 0 0 0 0,1 0 1 0 0,-1 0-1 0 0,0 0 0 0 0,1 0 1 0 0,-1 0-1 0 0,0 1 0 0 0,1-1 1 0 0,-1 0-1 0 0,0 0 0 0 0,1 1 1 0 0,-1-1-1 0 0,0 0 0 0 0,0 0 0 0 0,0 1 1 0 0,1-1-1 0 0,-1 0 0 0 0,0 0 1 0 0,0 1-1 0 0,0-1 0 0 0,1 0 1 0 0,-1 1-1 0 0,0-1 0 0 0,0 0 1 0 0,0 1-1 0 0,0-1 0 0 0,0 0 1 0 0,0 1-1 0 0,10 29 2 0 0,-10 21 13 0 0,-2 1 0 0 0,-3-1 0 0 0,-16 77 0 0 0,5-30-22 0 0,2-11-47 0 0,-30 107 0 0 0,44-193 79 0 0,-1 1-1 0 0,1 0 0 0 0,-1-1 0 0 0,1 1 1 0 0,-1-1-1 0 0,0 1 0 0 0,1 0 1 0 0,-1-1-1 0 0,0 1 0 0 0,0-1 0 0 0,0 0 1 0 0,0 1-1 0 0,0-1 0 0 0,0 0 0 0 0,-1 0 1 0 0,1 0-1 0 0,0 1 0 0 0,-1-1 1 0 0,1-1-1 0 0,-1 1 0 0 0,1 0 0 0 0,-1 0 1 0 0,1 0-1 0 0,-1-1 0 0 0,0 1 0 0 0,1-1 1 0 0,-1 1-1 0 0,0-1 0 0 0,1 0 1 0 0,-1 0-1 0 0,0 0 0 0 0,1 0 0 0 0,-1 0 1 0 0,0 0-1 0 0,1 0 0 0 0,-1 0 0 0 0,0-1 1 0 0,0 1-1 0 0,1 0 0 0 0,-1-1 0 0 0,-2-1 1 0 0,-1 0 50 0 0,1 0 1 0 0,-1-1-1 0 0,1 1 1 0 0,0-1-1 0 0,0 0 1 0 0,0 0-1 0 0,0-1 1 0 0,1 1-1 0 0,0-1 1 0 0,-1 1-1 0 0,1-1 1 0 0,0 0-1 0 0,-3-7 1 0 0,3 6-133 0 0,1 1 0 0 0,-1-1 1 0 0,1 0-1 0 0,0 0 1 0 0,1 0-1 0 0,-1 0 1 0 0,1 0-1 0 0,0 0 0 0 0,1-1 1 0 0,-1 1-1 0 0,1 0 1 0 0,0-1-1 0 0,0 1 1 0 0,0 0-1 0 0,1 0 1 0 0,0-1-1 0 0,0 1 0 0 0,0 0 1 0 0,1 0-1 0 0,0 0 1 0 0,0 0-1 0 0,0 0 1 0 0,0 1-1 0 0,1-1 0 0 0,0 1 1 0 0,0-1-1 0 0,0 1 1 0 0,1 0-1 0 0,-1 0 1 0 0,1 0-1 0 0,0 1 0 0 0,0-1 1 0 0,0 1-1 0 0,0 0 1 0 0,1 0-1 0 0,-1 1 1 0 0,1-1-1 0 0,5-1 0 0 0,12-6-1571 0 0,0 1 1 0 0,28-7-1 0 0,-34 11-229 0 0,11-3-997 0 0</inkml:trace>
</inkml:ink>
</file>

<file path=ppt/ink/ink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1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69 836 0 0,'-3'-56'9049'0'0,"5"44"-6979"0"0,-5 18-1985 0 0,-18 62 148 0 0,2 1 0 0 0,3 1 0 0 0,-11 133-1 0 0,27-176 408 0 0,10-34 510 0 0,17-16-1150 0 0,54-27 312 0 0,-73 46-297 0 0,0 0-1 0 0,0 1 0 0 0,0 0 1 0 0,0 0-1 0 0,1 1 1 0 0,-1 0-1 0 0,1 1 0 0 0,13-1 1 0 0,-21 2-20 0 0,0-1 1 0 0,1 1 0 0 0,-1 0-1 0 0,0 0 1 0 0,0 0 0 0 0,0 0-1 0 0,1 0 1 0 0,-1 0 0 0 0,0 1-1 0 0,0-1 1 0 0,0 0 0 0 0,1 0-1 0 0,-1 1 1 0 0,0-1 0 0 0,0 1-1 0 0,0-1 1 0 0,0 1 0 0 0,0 0-1 0 0,0-1 1 0 0,0 1 0 0 0,0 0-1 0 0,0 0 1 0 0,0-1 0 0 0,0 1-1 0 0,-1 0 1 0 0,1 0 0 0 0,0 0-1 0 0,-1 0 1 0 0,1 0 0 0 0,0 0-1 0 0,-1 0 1 0 0,1 0-1 0 0,-1 1 1 0 0,0-1 0 0 0,1 0-1 0 0,-1 0 1 0 0,0 0 0 0 0,0 0-1 0 0,0 1 1 0 0,1-1 0 0 0,-1 0-1 0 0,-1 0 1 0 0,1 0 0 0 0,0 1-1 0 0,0-1 1 0 0,0 0 0 0 0,-1 0-1 0 0,1 0 1 0 0,0 1 0 0 0,-1-1-1 0 0,1 0 1 0 0,-1 0 0 0 0,0 1-1 0 0,-3 7-5 0 0,0-1 0 0 0,0 0 0 0 0,-1 0 0 0 0,0 0 0 0 0,-7 8 0 0 0,5-9-131 0 0,-1-1 0 0 0,0 0 0 0 0,0 0 0 0 0,-12 7-1 0 0,8-6-929 0 0,11-6 495 0 0</inkml:trace>
</inkml:ink>
</file>

<file path=ppt/ink/ink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1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0 358 640 0 0,'0'0'1243'0'0,"12"41"1806"0"0,-7-32-2728 0 0,1 0-1 0 0,0-1 0 0 0,0 0 0 0 0,0 0 0 0 0,1 0 0 0 0,0 0 0 0 0,1-1 0 0 0,0-1 1 0 0,0 1-1 0 0,0-1 0 0 0,1-1 0 0 0,14 8 0 0 0,-14-7 159 0 0,-8-6-435 0 0,-1 1 0 0 0,1-1 0 0 0,0 0 0 0 0,-1 1 0 0 0,1-1 0 0 0,0 0 0 0 0,-1 0 0 0 0,1 0 0 0 0,0 1 0 0 0,-1-1 0 0 0,1 0 0 0 0,0 0 0 0 0,-1 0 0 0 0,1 0 0 0 0,0 0 0 0 0,0 0 0 0 0,-1 0 0 0 0,1 0 0 0 0,0-1 0 0 0,-1 1 0 0 0,1 0 0 0 0,0 0 0 0 0,-1-1 0 0 0,1 1 0 0 0,0 0 0 0 0,-1-1 0 0 0,1 1 0 0 0,-1 0 0 0 0,1-1 0 0 0,-1 1 0 0 0,1-1 0 0 0,-1 1 0 0 0,1-1 0 0 0,-1 1 0 0 0,1-1 0 0 0,-1 0 0 0 0,1 1 0 0 0,-1-1 0 0 0,0 1 0 0 0,1-1 0 0 0,-1 0 0 0 0,0 1 0 0 0,0-1 0 0 0,0 0 0 0 0,1 1 0 0 0,-1-1 0 0 0,0 0 0 0 0,0 0 0 0 0,0 1 0 0 0,0-2 0 0 0,5-43 440 0 0,-5 37-218 0 0,2-12-88 0 0,2-35 323 0 0,16-72-1 0 0,-16 109-459 0 0,1 1 0 0 0,0 0 0 0 0,1 1 0 0 0,1-1 0 0 0,1 1 0 0 0,0 1 0 0 0,1-1 0 0 0,15-17 0 0 0,-18 25-7 0 0,0 0-30 0 0,0 0 1 0 0,1 0 0 0 0,0 1-1 0 0,0 0 1 0 0,16-12-1 0 0,-22 18-7 0 0,1 0 0 0 0,-1 0-1 0 0,0 1 1 0 0,1-1 0 0 0,-1 1-1 0 0,1-1 1 0 0,-1 1 0 0 0,1-1-1 0 0,-1 1 1 0 0,1 0 0 0 0,0 0 0 0 0,-1 0-1 0 0,1 0 1 0 0,-1 0 0 0 0,1 0-1 0 0,-1 0 1 0 0,1 0 0 0 0,2 1-1 0 0,-2 0 0 0 0,0 1 0 0 0,0-1 0 0 0,0 0 0 0 0,0 1 0 0 0,0-1 0 0 0,0 1 0 0 0,-1 0 0 0 0,1 0 0 0 0,0-1 0 0 0,-1 1 0 0 0,0 0 0 0 0,1 0 0 0 0,-1 1 0 0 0,0-1 0 0 0,2 4 0 0 0,4 14 2 0 0,0 1-1 0 0,-1 0 1 0 0,-2 0 0 0 0,0 0 0 0 0,-1 1 0 0 0,0 42 0 0 0,4 22 1 0 0,0-31-74 0 0,2-1-205 0 0,-3 0 1 0 0,-2 87-1 0 0,-10-121-1306 0 0,-4-26-1284 0 0,-5-25-1757 0 0,11 13 2355 0 0</inkml:trace>
</inkml:ink>
</file>

<file path=ppt/ink/ink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2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0 521 580 0 0,'3'-8'244'0'0,"0"1"-1"0"0,1-1 1 0 0,0 1 0 0 0,0-1-1 0 0,0 1 1 0 0,1 1 0 0 0,0-1 0 0 0,1 0-1 0 0,-1 1 1 0 0,11-8 0 0 0,5-3 626 0 0,45-27 1 0 0,-7 6 174 0 0,-39 23-573 0 0,-1 0 1 0 0,0-1-1 0 0,-1 0 0 0 0,22-27 1 0 0,-35 36-348 0 0,0 0 1 0 0,0 0 0 0 0,-1 0-1 0 0,0 0 1 0 0,0-1 0 0 0,0 0-1 0 0,-1 0 1 0 0,-1 0 0 0 0,1 0-1 0 0,-1 0 1 0 0,-1 0 0 0 0,1-1-1 0 0,-1 1 1 0 0,-1 0 0 0 0,0-1-1 0 0,-1-11 1 0 0,-5-46 1259 0 0,6 65-1253 0 0,-4-12 144 0 0,4 13-270 0 0,0 0 0 0 0,0 0 0 0 0,0-1 0 0 0,0 1 0 0 0,0 0 0 0 0,0 0 0 0 0,0-1 0 0 0,0 1 0 0 0,0 0 0 0 0,0 0 0 0 0,0-1 0 0 0,0 1 0 0 0,0 0 0 0 0,0 0 0 0 0,0-1 0 0 0,0 1 0 0 0,0 0 0 0 0,-1 0 0 0 0,1 0 0 0 0,0-1 0 0 0,0 1 0 0 0,0 0-1 0 0,0 0 1 0 0,-1 0 0 0 0,1 0 0 0 0,0-1 0 0 0,0 1 0 0 0,0 0 0 0 0,-1 0 0 0 0,1 0 0 0 0,0 0 0 0 0,0 0 0 0 0,0 0 0 0 0,-1 0 0 0 0,1-1 0 0 0,0 1 0 0 0,0 0 0 0 0,-1 0 0 0 0,1 0 0 0 0,0 0 0 0 0,0 0 0 0 0,-1 0 0 0 0,1 0 0 0 0,0 0 0 0 0,0 1 0 0 0,-1-1 0 0 0,1 0 0 0 0,0 0 0 0 0,0 0 0 0 0,-1 0 0 0 0,1 0 0 0 0,0 0 0 0 0,-17 22 21 0 0,2 1 0 0 0,1 0 0 0 0,1 1 0 0 0,1 1 0 0 0,1 0 0 0 0,-12 39 0 0 0,11-22 19 0 0,2 0 1 0 0,1 1-1 0 0,-4 62 1 0 0,12-96-10 0 0,0 0-1 0 0,1 1 1 0 0,0-1 0 0 0,1 0 0 0 0,0 0 0 0 0,0 0-1 0 0,1 0 1 0 0,0 0 0 0 0,6 15 0 0 0,-8-23 6 0 0,1 0 1 0 0,1 0-1 0 0,-1 0 0 0 0,0 0 1 0 0,0 0-1 0 0,0 0 0 0 0,0-1 1 0 0,1 1-1 0 0,-1 0 1 0 0,0-1-1 0 0,1 1 0 0 0,-1-1 1 0 0,0 1-1 0 0,1-1 0 0 0,-1 0 1 0 0,0 0-1 0 0,1 1 1 0 0,-1-1-1 0 0,1 0 0 0 0,-1 0 1 0 0,1 0-1 0 0,-1-1 0 0 0,0 1 1 0 0,1 0-1 0 0,1-1 0 0 0,42-12 373 0 0,-34 9-248 0 0,-2 1-206 0 0,6-2-27 0 0,-1 0-1 0 0,1 1 0 0 0,0 1 1 0 0,17-1-1 0 0,-15 19-6194 0 0</inkml:trace>
</inkml:ink>
</file>

<file path=ppt/ink/ink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4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133 171 720 0 0,'0'0'3707'0'0,"-2"6"-3344"0"0,-78 258 2220 0 0,58-187-2087 0 0,7-45 542 0 0,13-28 2223 0 0,-3-30-3054 0 0,2 0-1 0 0,0 0 1 0 0,2 0-1 0 0,1 0 1 0 0,1 0-1 0 0,6-34 1 0 0,-1 21-60 0 0,2 0 0 0 0,2 0 1 0 0,25-64-1 0 0,-30 91-142 0 0,1-4 24 0 0,1 0 0 0 0,1 1 1 0 0,0 0-1 0 0,19-25 0 0 0,-27 40-33 0 0,1-1 1 0 0,-1 1-1 0 0,1 0 1 0 0,0-1-1 0 0,-1 1 1 0 0,1 0-1 0 0,0 0 1 0 0,-1-1-1 0 0,1 1 0 0 0,0 0 1 0 0,-1 0-1 0 0,1 0 1 0 0,0 0-1 0 0,-1 0 1 0 0,1 0-1 0 0,0 0 0 0 0,-1 0 1 0 0,1 0-1 0 0,0 0 1 0 0,-1 1-1 0 0,1-1 1 0 0,0 0-1 0 0,-1 0 1 0 0,1 1-1 0 0,0-1 0 0 0,-1 0 1 0 0,1 1-1 0 0,-1-1 1 0 0,1 1-1 0 0,-1-1 1 0 0,1 0-1 0 0,-1 1 1 0 0,1-1-1 0 0,-1 1 0 0 0,1 0 1 0 0,-1-1-1 0 0,0 1 1 0 0,1-1-1 0 0,-1 1 1 0 0,1 0-1 0 0,19 27-3 0 0,-19-26-3 0 0,36 55-24 0 0,145 252 107 0 0,-176-299-298 0 0,-1 1 0 0 0,-1-1-1 0 0,1 1 1 0 0,-2 0 0 0 0,0 0 0 0 0,0 0 0 0 0,-1 1-1 0 0,1 11 1 0 0,-3-22 126 0 0,0 0 0 0 0,0-1 0 0 0,0 1 0 0 0,0 0 0 0 0,0-1 0 0 0,0 1 0 0 0,-1-1 0 0 0,1 1 0 0 0,0 0 0 0 0,0-1 0 0 0,-1 1 0 0 0,1-1 0 0 0,-1 1 0 0 0,1-1 0 0 0,0 1 0 0 0,-1-1 0 0 0,1 1 0 0 0,-1-1 0 0 0,1 1 0 0 0,-1-1 0 0 0,1 0 0 0 0,-1 1 0 0 0,1-1 0 0 0,-1 0 0 0 0,1 1 0 0 0,-1-1 0 0 0,0 0 0 0 0,1 0 0 0 0,-1 0 0 0 0,1 1 0 0 0,-1-1 0 0 0,0 0 0 0 0,1 0 0 0 0,-1 0 0 0 0,0 0 0 0 0,-10-1-3829 0 0,-3-2 1277 0 0</inkml:trace>
</inkml:ink>
</file>

<file path=ppt/ink/ink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4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75 288 0 0,'-12'-10'2639'0'0,"13"4"1110"0"0,9 0-3473 0 0,0 0 0 0 0,0 1 1 0 0,1 0-1 0 0,0 0 0 0 0,0 2 0 0 0,0-1 0 0 0,19-2 1 0 0,87-8 495 0 0,-82 11-688 0 0,3 2-998 0 0,-1 1 1 0 0,0 2 0 0 0,42 7 0 0 0,-52-5-1271 0 0,-2-2-13 0 0</inkml:trace>
</inkml:ink>
</file>

<file path=ppt/ink/ink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5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282 551 904 0 0,'0'5'9996'0'0,"-12"-36"-9480"0"0,-2 0 1 0 0,-1 0 0 0 0,-1 1 0 0 0,-24-33 0 0 0,6 8-185 0 0,-2 0-82 0 0,15 24-81 0 0,-18-37-1 0 0,34 58-146 0 0,1 0 0 0 0,0 0-1 0 0,1 0 1 0 0,0 0 0 0 0,0-1 0 0 0,1 1-1 0 0,0-1 1 0 0,0-15 0 0 0,2 24-32 0 0,1 0 0 0 0,-1-1 1 0 0,0 1-1 0 0,1 0 1 0 0,0 0-1 0 0,-1-1 0 0 0,1 1 1 0 0,0 0-1 0 0,0 0 0 0 0,0 0 1 0 0,1 0-1 0 0,-1 0 0 0 0,0 0 1 0 0,1 0-1 0 0,-1 1 1 0 0,1-1-1 0 0,0 0 0 0 0,-1 1 1 0 0,1-1-1 0 0,0 1 0 0 0,0 0 1 0 0,0-1-1 0 0,0 1 1 0 0,0 0-1 0 0,0 0 0 0 0,0 0 1 0 0,1 1-1 0 0,-1-1 0 0 0,0 0 1 0 0,0 1-1 0 0,1 0 1 0 0,2-1-1 0 0,-2 1-25 0 0,0-1 0 0 0,1 1 0 0 0,-1 0-1 0 0,1 0 1 0 0,-1 0 0 0 0,0 0 0 0 0,1 0 0 0 0,-1 1 0 0 0,0 0 0 0 0,1-1-1 0 0,-1 1 1 0 0,0 1 0 0 0,0-1 0 0 0,1 0 0 0 0,-1 1 0 0 0,0 0 0 0 0,-1-1-1 0 0,1 1 1 0 0,0 0 0 0 0,0 0 0 0 0,2 3 0 0 0,-2-1 1 0 0,-1 1 0 0 0,1-1 0 0 0,-1 1 0 0 0,1 0 0 0 0,-1-1 1 0 0,-1 1-1 0 0,1 0 0 0 0,-1 0 0 0 0,0 0 0 0 0,0 0 0 0 0,0 1 0 0 0,-1-1 0 0 0,0 9 0 0 0,0-3 5 0 0,-2 0 0 0 0,0 0 0 0 0,0 0 0 0 0,-1-1 0 0 0,0 1 0 0 0,-5 11 0 0 0,-5 5-21 0 0,-1 0-1 0 0,-1 0 1 0 0,-33 42-1 0 0,30-46 18 0 0,-26 39-115 0 0,44-61 150 0 0,0-1-1 0 0,0 1 1 0 0,0 0 0 0 0,0 0-1 0 0,0 0 1 0 0,0 0 0 0 0,0-1-1 0 0,0 1 1 0 0,0 0 0 0 0,0 0-1 0 0,0 0 1 0 0,1-1-1 0 0,-1 1 1 0 0,0 0 0 0 0,0 0-1 0 0,1-1 1 0 0,-1 1 0 0 0,1 0-1 0 0,-1 0 1 0 0,0-1 0 0 0,1 1-1 0 0,0-1 1 0 0,-1 1-1 0 0,1 0 1 0 0,-1-1 0 0 0,1 1-1 0 0,0-1 1 0 0,-1 1 0 0 0,1-1-1 0 0,0 0 1 0 0,-1 1 0 0 0,1-1-1 0 0,0 0 1 0 0,0 1 0 0 0,-1-1-1 0 0,1 0 1 0 0,0 0-1 0 0,0 0 1 0 0,0 1 0 0 0,0-1-1 0 0,-1 0 1 0 0,2 0 0 0 0,39 6 60 0 0,-39-6-62 0 0,180 9-834 0 0,-60-14-5865 0 0,-92 1 3860 0 0</inkml:trace>
</inkml:ink>
</file>

<file path=ppt/ink/ink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7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74 728 0 0,'0'0'764'0'0,"-19"-36"8586"0"0,17 35-9013 0 0,-7 23-158 0 0,-17 44 191 0 0,-34 137 1 0 0,53-175-322 0 0,-10 4 2181 0 0,17-70-2046 0 0,2 0-1 0 0,1 0 1 0 0,2 1 0 0 0,14-55 0 0 0,-16 83-177 0 0,0 1-1 0 0,0-1 1 0 0,1 1 0 0 0,1 0 0 0 0,-1 0 0 0 0,1 1 0 0 0,0-1 0 0 0,12-11 0 0 0,-6 6-26 0 0,-6 9 7 0 0,0-1-1 0 0,0 1 1 0 0,1-1 0 0 0,-1 1-1 0 0,1 1 1 0 0,0-1 0 0 0,0 1-1 0 0,0 0 1 0 0,1 1-1 0 0,-1 0 1 0 0,1 0 0 0 0,0 0-1 0 0,-1 0 1 0 0,1 1 0 0 0,0 0-1 0 0,0 1 1 0 0,0 0 0 0 0,0 0-1 0 0,-1 0 1 0 0,1 1-1 0 0,9 1 1 0 0,-14-1 6 0 0,-1 0 0 0 0,1-1 0 0 0,-1 1 0 0 0,1 0-1 0 0,-1 0 1 0 0,1 0 0 0 0,-1 0 0 0 0,0 0 0 0 0,0 0 0 0 0,1 0 0 0 0,-1 0 0 0 0,0 1-1 0 0,0-1 1 0 0,0 0 0 0 0,0 1 0 0 0,0-1 0 0 0,0 1 0 0 0,-1-1 0 0 0,1 1 0 0 0,-1 0-1 0 0,1-1 1 0 0,-1 1 0 0 0,1-1 0 0 0,-1 1 0 0 0,0 0 0 0 0,1-1 0 0 0,-1 1 0 0 0,0 0-1 0 0,0 0 1 0 0,-1-1 0 0 0,1 1 0 0 0,0 0 0 0 0,0-1 0 0 0,-1 1 0 0 0,1 0 0 0 0,-1-1 0 0 0,0 1-1 0 0,-1 2 1 0 0,-2 8-3 0 0,-1 0 0 0 0,0 0-1 0 0,-12 17 1 0 0,16-27 8 0 0,-6 9-18 0 0,0 1 0 0 0,1-1 0 0 0,1 2 1 0 0,0-1-1 0 0,0 1 0 0 0,-3 16 0 0 0,7-22-7 0 0,1 0 1 0 0,-1 0 0 0 0,1 0-1 0 0,0 0 1 0 0,1 0-1 0 0,-1 0 1 0 0,1-1 0 0 0,1 1-1 0 0,-1 0 1 0 0,1 0-1 0 0,0-1 1 0 0,1 1 0 0 0,5 9-1 0 0,10 16-55 0 0,-12-25 49 0 0,-2 1 0 0 0,1 0-1 0 0,-1 0 1 0 0,0 0 0 0 0,2 9 0 0 0,-5-15 16 0 0,-4 1 0 0 0,-2 1 43 0 0,1-1-1 0 0,-1 1 0 0 0,0-1 0 0 0,0 0 1 0 0,0 0-1 0 0,-1 0 0 0 0,1-1 0 0 0,-1 0 1 0 0,0 0-1 0 0,1 0 0 0 0,-9 1 0 0 0,-73 6-2819 0 0,57-7-2898 0 0</inkml:trace>
</inkml:ink>
</file>

<file path=ppt/ink/ink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8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239 138 628 0 0,'5'-14'1716'0'0,"0"1"1"0"0,-1-1-1 0 0,-1 1 1 0 0,2-17-1 0 0,-5 28-700 0 0,0 1-959 0 0,-1 0 0 0 0,1 0 0 0 0,0 1 0 0 0,-1-1 0 0 0,0 0 0 0 0,1 0 0 0 0,-1 0 0 0 0,1 0 0 0 0,-1 1 0 0 0,0-1 1 0 0,0 0-1 0 0,1 0 0 0 0,-1 1 0 0 0,0-1 0 0 0,-2 0 0 0 0,-11 2 19 0 0,-1 1-1 0 0,1 0 1 0 0,0 1 0 0 0,0 1 0 0 0,0 0-1 0 0,0 1 1 0 0,0 1 0 0 0,1 0 0 0 0,0 1-1 0 0,0 0 1 0 0,1 1 0 0 0,0 0 0 0 0,0 1-1 0 0,1 0 1 0 0,0 1 0 0 0,-14 17-1 0 0,23-26-69 0 0,1 1 0 0 0,0 0 0 0 0,-1 0-1 0 0,1 0 1 0 0,0 0 0 0 0,0 0-1 0 0,0 0 1 0 0,0 0 0 0 0,1 0-1 0 0,-1 0 1 0 0,1 0 0 0 0,-1 1 0 0 0,1-1-1 0 0,0 0 1 0 0,-1 0 0 0 0,1 0-1 0 0,0 1 1 0 0,1-1 0 0 0,-1 0-1 0 0,0 0 1 0 0,1 1 0 0 0,-1-1-1 0 0,1 0 1 0 0,0 0 0 0 0,-1 0 0 0 0,1 0-1 0 0,0 0 1 0 0,0 0 0 0 0,1 0-1 0 0,-1 0 1 0 0,0 0 0 0 0,1 0-1 0 0,-1-1 1 0 0,1 1 0 0 0,-1 0 0 0 0,1-1-1 0 0,0 0 1 0 0,0 1 0 0 0,3 1-1 0 0,1 0 7 0 0,-1 0 1 0 0,1 0-1 0 0,0 0 0 0 0,1-1 0 0 0,-1 0 0 0 0,0 0 0 0 0,1 0 1 0 0,-1-1-1 0 0,1 0 0 0 0,-1-1 0 0 0,1 1 0 0 0,10-2 1 0 0,-8 0-2 0 0,0-1 0 0 0,0 0 0 0 0,-1 0 0 0 0,1-1 1 0 0,-1 0-1 0 0,1-1 0 0 0,-1 1 0 0 0,0-2 1 0 0,-1 1-1 0 0,1-1 0 0 0,-1 0 0 0 0,0-1 1 0 0,0 0-1 0 0,0 0 0 0 0,-1 0 0 0 0,0-1 1 0 0,0 0-1 0 0,-1 0 0 0 0,0 0 0 0 0,0-1 1 0 0,-1 0-1 0 0,0 0 0 0 0,0 0 0 0 0,-1 0 0 0 0,0-1 1 0 0,0 1-1 0 0,2-16 0 0 0,-4 20-10 0 0,-1-1 0 0 0,0 1 0 0 0,0 0 0 0 0,0-1 0 0 0,0 1 0 0 0,-1 0 0 0 0,0-1 0 0 0,0 1 0 0 0,0 0 0 0 0,0 0 0 0 0,0 0-1 0 0,-1 0 1 0 0,0 0 0 0 0,0 0 0 0 0,0 0 0 0 0,-5-7 0 0 0,6 10-131 0 0,1 0 89 0 0,0 1 1 0 0,0 0-1 0 0,0 0 1 0 0,-1-1-1 0 0,1 1 1 0 0,0 0 0 0 0,0-1-1 0 0,0 1 1 0 0,0 0-1 0 0,0 0 1 0 0,0-1-1 0 0,0 1 1 0 0,-1 0 0 0 0,1 0-1 0 0,0-1 1 0 0,0 1-1 0 0,0 0 1 0 0,-1 0-1 0 0,1 0 1 0 0,0-1 0 0 0,0 1-1 0 0,-1 0 1 0 0,1 0-1 0 0,0 0 1 0 0,0 0-1 0 0,-1-1 1 0 0,1 1 0 0 0,0 0-1 0 0,-1 0 1 0 0,1 0-1 0 0,0 0 1 0 0,0 0 0 0 0,-1 0-1 0 0,1 0 1 0 0,0 0-1 0 0,-1 0 1 0 0,1 0-1 0 0,0 0 1 0 0,-1 0 0 0 0,1 0-1 0 0,0 0 1 0 0,0 0-1 0 0,-1 0 1 0 0,1 1-1 0 0,0-1 1 0 0,-1 0 0 0 0,1 0-1 0 0,0 0 1 0 0,0 0-1 0 0,-1 0 1 0 0,1 1-1 0 0,0-1 1 0 0,-1 0 0 0 0,1 1-182 0 0,-1-1 0 0 0,1 0 0 0 0,-1 1 0 0 0,1-1 0 0 0,-1 0 0 0 0,1 1 0 0 0,-1-1 0 0 0,1 1 0 0 0,-1-1 0 0 0,1 1 0 0 0,-1-1 0 0 0,1 1 0 0 0,0-1 0 0 0,-1 1 0 0 0,1-1 0 0 0,0 1 0 0 0,0 0 0 0 0,-1-1 1 0 0,1 1-1 0 0,0-1 0 0 0,0 1 0 0 0,0 0 0 0 0,0-1 0 0 0,0 1 0 0 0,0 0 0 0 0,0-1 0 0 0,0 1 0 0 0,0 0 0 0 0,0 0 0 0 0,7 19-2125 0 0</inkml:trace>
</inkml:ink>
</file>

<file path=ppt/ink/ink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8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26 696 0 0,'0'0'1585'0'0,"-29"-25"3261"0"0,25 25-4791 0 0,1 0 1 0 0,0 0 0 0 0,0 0 0 0 0,0 0 0 0 0,0 0-1 0 0,-1 1 1 0 0,1 0 0 0 0,0-1 0 0 0,0 1 0 0 0,0 0 0 0 0,0 1-1 0 0,0-1 1 0 0,1 0 0 0 0,-1 1 0 0 0,0-1 0 0 0,0 1-1 0 0,1 0 1 0 0,-1 0 0 0 0,1 0 0 0 0,0 0 0 0 0,0 1-1 0 0,0-1 1 0 0,0 1 0 0 0,0-1 0 0 0,0 1 0 0 0,0 0-1 0 0,1-1 1 0 0,0 1 0 0 0,-1 0 0 0 0,1 0 0 0 0,0 0-1 0 0,0 0 1 0 0,1 0 0 0 0,-1 0 0 0 0,1 1 0 0 0,-1-1-1 0 0,1 0 1 0 0,0 0 0 0 0,0 0 0 0 0,0 0 0 0 0,1 1-1 0 0,-1-1 1 0 0,1 0 0 0 0,0 0 0 0 0,0 0 0 0 0,0 0-1 0 0,0 0 1 0 0,0 0 0 0 0,3 5 0 0 0,1-2-365 0 0,-1 0-1 0 0,1 0 1 0 0,0-1 0 0 0,0 1 0 0 0,0-1 0 0 0,1 0-1 0 0,0 0 1 0 0,0-1 0 0 0,0 0 0 0 0,1 0-1 0 0,-1 0 1 0 0,1-1 0 0 0,0 0 0 0 0,0 0-1 0 0,0-1 1 0 0,0 1 0 0 0,0-2 0 0 0,1 1 0 0 0,8 0-1 0 0,-1-2-1790 0 0</inkml:trace>
</inkml:ink>
</file>

<file path=ppt/ink/ink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9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38 628 0 0,'0'-1'247'0'0,"0"0"0"0"0,-1 1 0 0 0,1-1 1 0 0,0 0-1 0 0,0 0 0 0 0,0 0 0 0 0,-1 0 0 0 0,1 0 0 0 0,0 0 0 0 0,-1 0 0 0 0,1 0 0 0 0,-1 0 1 0 0,1 0-1 0 0,-1 1 0 0 0,0-1 0 0 0,1 0 0 0 0,-1 0 0 0 0,0 1 0 0 0,1-1 0 0 0,-1 0 1 0 0,0 1-1 0 0,0-1 0 0 0,0 1 0 0 0,1-1 0 0 0,-1 1 0 0 0,0-1 0 0 0,0 1 0 0 0,-1-1 0 0 0,-1 1-67 0 0,0-1 0 0 0,1 1 0 0 0,-1 0-1 0 0,0 0 1 0 0,1 0 0 0 0,-1 1 0 0 0,0-1-1 0 0,1 1 1 0 0,-1-1 0 0 0,-4 3 0 0 0,0-1-115 0 0,1 1 0 0 0,0 0 0 0 0,0 0 0 0 0,0 0 0 0 0,0 1 0 0 0,1 0 0 0 0,-1 0 0 0 0,-8 9 0 0 0,12-12-51 0 0,1 1-1 0 0,-1 0 1 0 0,0 0 0 0 0,1-1-1 0 0,0 1 1 0 0,-1 1 0 0 0,1-1-1 0 0,0 0 1 0 0,0 0 0 0 0,0 0-1 0 0,0 1 1 0 0,0-1 0 0 0,1 0-1 0 0,-1 1 1 0 0,1-1 0 0 0,-1 1-1 0 0,1-1 1 0 0,0 0 0 0 0,0 1-1 0 0,0-1 1 0 0,0 1 0 0 0,0-1-1 0 0,1 1 1 0 0,-1-1 0 0 0,1 0-1 0 0,0 1 1 0 0,-1-1 0 0 0,1 0-1 0 0,0 1 1 0 0,1-1 0 0 0,-1 0-1 0 0,0 0 1 0 0,0 0 0 0 0,1 0-1 0 0,-1 0 1 0 0,1 0 0 0 0,0-1-1 0 0,0 1 1 0 0,-1 0 0 0 0,1-1-1 0 0,0 1 1 0 0,0-1 0 0 0,1 0-1 0 0,-1 0 1 0 0,0 0 0 0 0,4 2-1 0 0,4 1-78 0 0,0 0-1 0 0,0 0 0 0 0,1-1 0 0 0,-1-1 1 0 0,1 1-1 0 0,0-2 0 0 0,0 1 1 0 0,-1-2-1 0 0,16 0 0 0 0,-15-1 1 0 0,0-1-1 0 0,0 0 1 0 0,0-1-1 0 0,0 0 0 0 0,0 0 1 0 0,-1-1-1 0 0,1-1 1 0 0,-1 0-1 0 0,10-6 1 0 0,0-4 138 0 0,0 0 1 0 0,-1 0 0 0 0,18-20 0 0 0,-36 34 26 0 0,1-1 0 0 0,0 0 0 0 0,-1 0 1 0 0,1 0-1 0 0,-1 0 0 0 0,1 0 1 0 0,-1 0-1 0 0,0 0 0 0 0,0-1 1 0 0,0 1-1 0 0,0 0 0 0 0,-1 0 0 0 0,1-1 1 0 0,0 1-1 0 0,-1-3 0 0 0,1 3 602 0 0,-2 3-527 0 0,-1 11-114 0 0,0 0-1 0 0,0 1 0 0 0,1-1 1 0 0,1 0-1 0 0,1 17 0 0 0,-1-27-59 0 0,0 0 0 0 0,1 0 0 0 0,-1 0 0 0 0,1 0 0 0 0,0 0 0 0 0,0 0 0 0 0,0 0 0 0 0,0 0 0 0 0,0 0 0 0 0,0 0 0 0 0,0-1-1 0 0,0 1 1 0 0,1 0 0 0 0,-1-1 0 0 0,1 1 0 0 0,-1-1 0 0 0,1 1 0 0 0,0-1 0 0 0,-1 0 0 0 0,1 0 0 0 0,0 0 0 0 0,0 0 0 0 0,0 0 0 0 0,0 0 0 0 0,0 0 0 0 0,0-1 0 0 0,0 1 0 0 0,0-1 0 0 0,0 1-1 0 0,0-1 1 0 0,0 0 0 0 0,0 0 0 0 0,1 0 0 0 0,-1 0 0 0 0,0 0 0 0 0,0 0 0 0 0,0-1 0 0 0,0 1 0 0 0,4-2 0 0 0,5-2 4 0 0,0-1 0 0 0,0 0 1 0 0,-1 0-1 0 0,1-1 0 0 0,13-11 1 0 0,-22 15-11 0 0,0-4-1 0 0,-2 4-4 0 0,6 2-10 0 0,4 3-326 0 0,0 3 348 0 0,-2-2-18 0 0,1 0-1 0 0,0 0 0 0 0,-1-1 0 0 0,1 0 0 0 0,1-1 0 0 0,-1 0 0 0 0,0 0 0 0 0,0-1 0 0 0,1 0 0 0 0,-1-1 0 0 0,1 0 0 0 0,15-2 0 0 0,-19 2 20 0 0,-1-1 0 0 0,0-1 0 0 0,1 1 0 0 0,-1-1 0 0 0,0 0 0 0 0,0 0 0 0 0,0 0-1 0 0,0-1 1 0 0,0 0 0 0 0,-1 0 0 0 0,1 0 0 0 0,-1 0 0 0 0,0-1 0 0 0,0 1 0 0 0,0-1 0 0 0,0 0 0 0 0,0-1 0 0 0,-1 1 0 0 0,0-1 0 0 0,0 1-1 0 0,0-1 1 0 0,-1 0 0 0 0,0 0 0 0 0,3-6 0 0 0,5-34 103 0 0,-9 44-115 0 0,0 6-96 0 0,4 19 105 0 0,-1 1-1 0 0,-1 0 1 0 0,-1 0-1 0 0,-1 0 1 0 0,-5 44-1 0 0,2-67-133 0 0,1 0 0 0 0,-1 0 0 0 0,0 0 0 0 0,0 0 0 0 0,0 0-1 0 0,0 0 1 0 0,0-1 0 0 0,0 1 0 0 0,-1-1 0 0 0,1 1 0 0 0,0-1-1 0 0,-1 0 1 0 0,1 0 0 0 0,-1 0 0 0 0,0-1 0 0 0,-3 2 0 0 0,-12-2-7714 0 0</inkml:trace>
</inkml:ink>
</file>

<file path=ppt/ink/ink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59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36 788 0 0,'0'0'3388'0'0,"0"-19"1289"0"0,-9 2-4925 0 0</inkml:trace>
</inkml:ink>
</file>

<file path=ppt/ink/ink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02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74 44 0 0,'-1'-64'7348'0'0,"1"62"-6187"0"0,-1 0-389 0 0,-3-3 2406 0 0,-5 25-3081 0 0,1 0-1 0 0,1 1 1 0 0,0 0-1 0 0,2 0 1 0 0,0 1-1 0 0,-1 27 1 0 0,-13 51-410 0 0,16-89 85 0 0,3-10-35 0 0,0 0 1 0 0,0 0-1 0 0,0 0 0 0 0,0 0 0 0 0,0 0 0 0 0,0 0 0 0 0,-1 0 0 0 0,1 0 0 0 0,0 0 0 0 0,-1 0 0 0 0,1 0 1 0 0,0 0-1 0 0,-1 0 0 0 0,1-1 0 0 0,-1 1 0 0 0,0 0 0 0 0,1 0 0 0 0,-1 0 0 0 0,0-1 0 0 0,1 1 0 0 0,-1 0 1 0 0,0 0-1 0 0,0-1 0 0 0,0 1 0 0 0,1-1 0 0 0,-1 1 0 0 0,0-1 0 0 0,0 1 0 0 0,0-1 0 0 0,-1 1 0 0 0</inkml:trace>
</inkml:ink>
</file>

<file path=ppt/ink/ink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02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9 548 0 0,'-4'-6'1008'0'0,"11"4"4258"0"0,216 4-3606 0 0,-19 1-990 0 0,-67-3-180 0 0,-136 0-480 0 0,0 0 1 0 0,0 0 0 0 0,0 1-1 0 0,0-1 1 0 0,0 0 0 0 0,0 0-1 0 0,0 1 1 0 0,0-1 0 0 0,-1 0-1 0 0,1 1 1 0 0,0-1 0 0 0,0 1-1 0 0,0 0 1 0 0,0-1 0 0 0,0 1-1 0 0,-1 0 1 0 0,1-1 0 0 0,0 1-1 0 0,-1 0 1 0 0,1 0 0 0 0,0-1-1 0 0,-1 1 1 0 0,1 0 0 0 0,-1 0-1 0 0,1 0 1 0 0,-1 0-1 0 0,0 0 1 0 0,1 0 0 0 0,-1 0-1 0 0,0 0 1 0 0,0 0 0 0 0,1 0-1 0 0,-1 0 1 0 0,0 0 0 0 0,0 0-1 0 0,0 0 1 0 0,0 0 0 0 0,-1 1-1 0 0,10 33 36 0 0,-8-33 37 0 0,1 0 1 0 0,-1 0 0 0 0,0 0-1 0 0,1 0 1 0 0,-1 0-1 0 0,1-1 1 0 0,0 1-1 0 0,-1 0 1 0 0,1-1-1 0 0,0 1 1 0 0,0-1-1 0 0,0 0 1 0 0,0 0 0 0 0,0 1-1 0 0,1-1 1 0 0,-1-1-1 0 0,0 1 1 0 0,0 0-1 0 0,1 0 1 0 0,-1-1-1 0 0,0 0 1 0 0,5 1-1 0 0,-6-1-53 0 0,-1-1-1 0 0,1 0 0 0 0,-1 1 0 0 0,1-1 1 0 0,-1 1-1 0 0,1-1 0 0 0,-1 0 0 0 0,1 1 0 0 0,-1-1 1 0 0,0 0-1 0 0,1 1 0 0 0,-1-1 0 0 0,0 0 0 0 0,0 0 1 0 0,1 1-1 0 0,-1-1 0 0 0,0 0 0 0 0,0 0 1 0 0,0 0-1 0 0,0 1 0 0 0,0-1 0 0 0,0 0 0 0 0,0 0 1 0 0,0 1-1 0 0,0-1 0 0 0,-1 0 0 0 0,1 0 1 0 0,0 1-1 0 0,-1-2 0 0 0,-6-27 583 0 0,7 28-1232 0 0,-9-18 2053 0 0,4 13-4072 0 0</inkml:trace>
</inkml:ink>
</file>

<file path=ppt/ink/ink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02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229 22 504 0 0,'-55'-19'2770'0'0,"52"18"-2645"0"0,-1 0 1 0 0,1 1-1 0 0,0 0 0 0 0,-1-1 1 0 0,1 1-1 0 0,-1 1 0 0 0,1-1 1 0 0,0 0-1 0 0,-1 1 1 0 0,1-1-1 0 0,0 1 0 0 0,-1 0 1 0 0,1 0-1 0 0,-3 2 0 0 0,3-1-77 0 0,1 0 0 0 0,1 0-1 0 0,-1 0 1 0 0,0 0-1 0 0,0 0 1 0 0,1 1 0 0 0,-1-1-1 0 0,1 1 1 0 0,0-1 0 0 0,0 1-1 0 0,0-1 1 0 0,0 1-1 0 0,0-1 1 0 0,0 1 0 0 0,1 0-1 0 0,-1 0 1 0 0,1 5-1 0 0,0 49 302 0 0,13 11-73 0 0,-9-55-227 0 0,-1 1 1 0 0,0-1-1 0 0,-1 1 0 0 0,0-1 0 0 0,-1 1 0 0 0,-1 0 0 0 0,0 0 0 0 0,-1-1 0 0 0,-1 1 1 0 0,-2 14-1 0 0,2-25-24 0 0,1-1 0 0 0,0 0 0 0 0,-1 0 0 0 0,1 0 1 0 0,-1 0-1 0 0,1-1 0 0 0,-1 1 0 0 0,0 0 0 0 0,0-1 1 0 0,0 1-1 0 0,0-1 0 0 0,0 0 0 0 0,0 1 0 0 0,0-1 0 0 0,0 0 1 0 0,-1 0-1 0 0,1 0 0 0 0,0-1 0 0 0,-1 1 0 0 0,1-1 1 0 0,0 1-1 0 0,-1-1 0 0 0,1 0 0 0 0,-1 0 0 0 0,1 0 1 0 0,-4 0-1 0 0,3 0-32 0 0,0 0 1 0 0,0 0 0 0 0,0 0-1 0 0,0-1 1 0 0,0 1 0 0 0,0-1-1 0 0,0 0 1 0 0,0 0 0 0 0,0 0-1 0 0,1 0 1 0 0,-1-1 0 0 0,0 1-1 0 0,0-1 1 0 0,1 1-1 0 0,-1-1 1 0 0,1 0 0 0 0,0 0-1 0 0,-1 0 1 0 0,1 0 0 0 0,-3-4-1 0 0,5 4-155 0 0,0 0-1 0 0,0 0 0 0 0,-1 0 0 0 0,1 0 0 0 0,1 0 0 0 0,-1 0 1 0 0,0-1-1 0 0,0 1 0 0 0,1 0 0 0 0,-1 0 0 0 0,1 0 0 0 0,0 0 1 0 0,-1 1-1 0 0,1-1 0 0 0,0 0 0 0 0,0 0 0 0 0,0 0 1 0 0,1 1-1 0 0,-1-1 0 0 0,0 0 0 0 0,1 1 0 0 0,-1-1 0 0 0,1 1 1 0 0,-1 0-1 0 0,1-1 0 0 0,0 1 0 0 0,1-1 0 0 0,13-10-1617 0 0</inkml:trace>
</inkml:ink>
</file>

<file path=ppt/ink/ink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03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16 392 0 0,'0'0'177'0'0,"0"0"-1"0"0,1 0 0 0 0,-1-1 1 0 0,0 1-1 0 0,1 0 1 0 0,-1-1-1 0 0,0 1 1 0 0,1 0-1 0 0,-1-1 1 0 0,0 1-1 0 0,0 0 1 0 0,1-1-1 0 0,-1 1 1 0 0,0-1-1 0 0,0 1 1 0 0,0 0-1 0 0,0-1 1 0 0,0 1-1 0 0,0-1 0 0 0,1 1 1 0 0,-1-1-1 0 0,0 1 1 0 0,0-1-1 0 0,0 1 1 0 0,0 0-1 0 0,-1-1 1 0 0,1 1-1 0 0,0-1 1 0 0,0 1-1 0 0,0-1 1 0 0,0 1-1 0 0,0 0 1 0 0,0-1-1 0 0,-1 1 1 0 0,1-1-1 0 0,0 1 1 0 0,0 0-1 0 0,-1-1 0 0 0,1 1 1 0 0,0 0-1 0 0,-1-1 1 0 0,-13 7 2605 0 0,11-4-3498 0 0,-2 0 881 0 0,2 9 221 0 0,3-11-373 0 0,-1 1 0 0 0,1-1 0 0 0,0 0 0 0 0,0 1 1 0 0,0-1-1 0 0,-1 1 0 0 0,1-1 0 0 0,0 0 0 0 0,0 1 0 0 0,0-1 0 0 0,0 1 0 0 0,0-1 0 0 0,0 0 0 0 0,0 1 0 0 0,0-1 0 0 0,0 1 0 0 0,0-1 1 0 0,0 0-1 0 0,0 1 0 0 0,0-1 0 0 0,0 1 0 0 0,0-1 0 0 0,1 0 0 0 0,-1 1 0 0 0,0-1 0 0 0,0 0 0 0 0,0 1 0 0 0,1-1 0 0 0,-1 0 1 0 0,0 1-1 0 0,0-1 0 0 0,1 0 0 0 0,-1 1 0 0 0,0-1 0 0 0,0 0 0 0 0,1 0 0 0 0,-1 1 0 0 0,0-1 0 0 0,1 0 0 0 0,-1 0 0 0 0,1 0 1 0 0,-1 0-1 0 0,0 1 0 0 0,1-1 0 0 0,-1 0 0 0 0,0 0 0 0 0,2 0 0 0 0,0 1-51 0 0,67 4-6929 0 0,-56-6 4691 0 0</inkml:trace>
</inkml:ink>
</file>

<file path=ppt/ink/ink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03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15 676 0 0,'-8'-15'11230'0'0,"5"40"-10997"0"0,2 1 1 0 0,0-1 0 0 0,4 33 0 0 0,3 3-8558 0 0,-5-54 5779 0 0</inkml:trace>
</inkml:ink>
</file>

<file path=ppt/ink/ink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04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1 168 184 0 0,'7'-5'488'0'0,"-1"0"1"0"0,0-1-1 0 0,1 1 1 0 0,-2-2-1 0 0,1 1 0 0 0,-1-1 1 0 0,0 1-1 0 0,-1-1 1 0 0,1-1-1 0 0,-1 1 0 0 0,-1-1 1 0 0,1 1-1 0 0,-1-1 1 0 0,3-15-1 0 0,0 7 825 0 0,-5 15-1103 0 0,-1-1 1 0 0,1 0-1 0 0,0 0 0 0 0,0 0 0 0 0,-1 0 1 0 0,1 0-1 0 0,-1 0 0 0 0,1 0 0 0 0,-1 0 1 0 0,0 0-1 0 0,0 0 0 0 0,0 0 0 0 0,0 0 0 0 0,0 0 1 0 0,-1 0-1 0 0,0-3 0 0 0,-2 10-128 0 0,-4 9-38 0 0,0 0 0 0 0,1 0 0 0 0,0 0 0 0 0,1 1 0 0 0,1 0 0 0 0,0 0 0 0 0,1 0 0 0 0,1 1 0 0 0,0-1 0 0 0,2 1 0 0 0,0 25 0 0 0,1-37-73 0 0,-1 0 1 0 0,1-1-1 0 0,0 1 1 0 0,0 0-1 0 0,0-1 1 0 0,1 1-1 0 0,-1-1 1 0 0,1 1-1 0 0,0-1 1 0 0,0 0 0 0 0,0 0-1 0 0,0 0 1 0 0,1 0-1 0 0,-1 0 1 0 0,1 0-1 0 0,-1-1 1 0 0,1 1-1 0 0,0-1 1 0 0,0 0-1 0 0,1 1 1 0 0,3 1 0 0 0,0-2 2 0 0,-1 1 1 0 0,0-1 0 0 0,1-1 0 0 0,-1 1 0 0 0,1-1 0 0 0,0 0 0 0 0,-1-1 0 0 0,1 0 0 0 0,0 0 0 0 0,-1 0 0 0 0,1-1 0 0 0,7-1-1 0 0,43-4-103 0 0,27-4 9 0 0,-78 9-70 0 0,0 0 1 0 0,0 0-1 0 0,0 1 0 0 0,0 0 0 0 0,0 0 0 0 0,0 0 1 0 0,10 3-1 0 0,8 0-5449 0 0,-11-2 3023 0 0</inkml:trace>
</inkml:ink>
</file>

<file path=ppt/ink/ink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04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1056 0 0,'37'-5'12883'0'0,"-29"-7"-11220"0"0</inkml:trace>
</inkml:ink>
</file>

<file path=ppt/ink/ink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3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0 950 184 0 0,'2'-11'6915'0'0,"32"-53"-4454"0"0,-12 30-1705 0 0,0-2-1 0 0,-3 0 0 0 0,-1-1 1 0 0,25-78-1 0 0,-32 76-627 0 0,-2 0-1 0 0,-1 0 0 0 0,-3-1 1 0 0,-1 0-1 0 0,-2 0 1 0 0,-1 0-1 0 0,-2 0 1 0 0,-12-71-1 0 0,6 79-69 0 0,-20-58 0 0 0,8 33 40 0 0,14 48-167 0 0,-1 10 24 0 0,-4 26 10 0 0,-4 44 15 0 0,5 16 22 0 0,4 1 0 0 0,4 0 1 0 0,4 0-1 0 0,19 122 1 0 0,-19-189 4 0 0,1 0 0 0 0,1-1 1 0 0,0 1-1 0 0,2-1 0 0 0,0-1 1 0 0,1 1-1 0 0,1-1 0 0 0,21 32 1 0 0,-27-47-3 0 0,0 1 0 0 0,0-2 0 0 0,1 1 1 0 0,-1 0-1 0 0,1 0 0 0 0,0-1 0 0 0,0 0 1 0 0,0 0-1 0 0,0 0 0 0 0,0 0 0 0 0,1-1 1 0 0,-1 0-1 0 0,1 0 0 0 0,0 0 0 0 0,-1 0 1 0 0,1-1-1 0 0,0 1 0 0 0,0-1 0 0 0,0-1 1 0 0,0 1-1 0 0,0-1 0 0 0,0 0 0 0 0,0 0 1 0 0,1 0-1 0 0,-1-1 0 0 0,0 1 0 0 0,0-1 1 0 0,0 0-1 0 0,9-4 0 0 0,56-31 40 0 0,-69 35-61 0 0,7 1-18 0 0,0 0 19 0 0,-1 0 0 0 0,1 1 0 0 0,-1 0-1 0 0,1 1 1 0 0,-1 0 0 0 0,1 0 0 0 0,11 5 0 0 0,23 5 12 0 0,-28-9 31 0 0,1-2 0 0 0,-1 0-1 0 0,1 0 1 0 0,-1-2-1 0 0,16-1 1 0 0,-26 2 62 0 0,-1-1 0 0 0,1 1 0 0 0,0-1-1 0 0,0 0 1 0 0,-1 0 0 0 0,1 0 0 0 0,0-1-1 0 0,-1 1 1 0 0,1-1 0 0 0,-1 0 0 0 0,0 0 0 0 0,1 0-1 0 0,-1 0 1 0 0,0 0 0 0 0,0-1 0 0 0,0 1 0 0 0,-1-1-1 0 0,1 0 1 0 0,-1 0 0 0 0,1 0 0 0 0,-1 0 0 0 0,0-1-1 0 0,1-3 1 0 0,-2 5-34 0 0,0 0-1 0 0,-1-1 0 0 0,1 1 1 0 0,-1-1-1 0 0,1 1 1 0 0,-1-1-1 0 0,0 1 0 0 0,0-1 1 0 0,0 1-1 0 0,-1-1 1 0 0,1 1-1 0 0,-1-1 0 0 0,1 1 1 0 0,-1-1-1 0 0,0 1 1 0 0,0 0-1 0 0,0-1 0 0 0,0 1 1 0 0,0 0-1 0 0,0 0 1 0 0,-1 0-1 0 0,-2-4 1 0 0,-2 0-289 0 0,-1-1 0 0 0,1 1 0 0 0,-1 0 1 0 0,-12-7-1 0 0,17 12 118 0 0,1 0-631 0 0,-15 7-8900 0 0</inkml:trace>
</inkml:ink>
</file>

<file path=ppt/ink/ink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44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56 48 0 0,'0'-2'310'0'0,"-1"-1"1"0"0,1 0-1 0 0,-1 1 0 0 0,0-1 1 0 0,0 1-1 0 0,0-1 1 0 0,0 1-1 0 0,0-1 0 0 0,0 1 1 0 0,-1 0-1 0 0,1-1 0 0 0,-1 1 1 0 0,0 0-1 0 0,0 0 0 0 0,0 0 1 0 0,0 0-1 0 0,0 1 1 0 0,0-1-1 0 0,0 0 0 0 0,0 1 1 0 0,-1 0-1 0 0,1-1 0 0 0,-1 1 1 0 0,1 0-1 0 0,-5-1 0 0 0,1 1-121 0 0,1 0 0 0 0,-1 1 0 0 0,0 0 0 0 0,0 0 0 0 0,0 1 0 0 0,0-1-1 0 0,1 1 1 0 0,-1 0 0 0 0,0 1 0 0 0,1-1 0 0 0,-10 5 0 0 0,7-2-28 0 0,-1 0 0 0 0,1 1 1 0 0,0 0-1 0 0,0 1 1 0 0,1-1-1 0 0,0 1 0 0 0,0 1 1 0 0,-7 7-1 0 0,12-12-141 0 0,1-1-1 0 0,-1 1 1 0 0,1-1-1 0 0,-1 1 1 0 0,1 0-1 0 0,0-1 1 0 0,-1 1-1 0 0,1 0 1 0 0,0 0-1 0 0,0 0 1 0 0,1 0-1 0 0,-1 0 0 0 0,0 0 1 0 0,1 0-1 0 0,-1 0 1 0 0,1 0-1 0 0,-1 0 1 0 0,1 1-1 0 0,0-1 1 0 0,0 0-1 0 0,0 0 1 0 0,0 0-1 0 0,1 0 1 0 0,-1 0-1 0 0,1 1 1 0 0,-1-1-1 0 0,1 0 1 0 0,0 0-1 0 0,-1 0 1 0 0,1 0-1 0 0,0 0 1 0 0,0-1-1 0 0,0 1 1 0 0,1 0-1 0 0,-1 0 1 0 0,0-1-1 0 0,1 1 1 0 0,-1 0-1 0 0,1-1 1 0 0,0 0-1 0 0,2 3 0 0 0,0-2-23 0 0,0 0 0 0 0,0 0-1 0 0,0 0 1 0 0,0 0-1 0 0,0 0 1 0 0,0-1 0 0 0,1 0-1 0 0,-1 0 1 0 0,1 0-1 0 0,-1 0 1 0 0,0-1-1 0 0,1 1 1 0 0,0-1 0 0 0,-1-1-1 0 0,1 1 1 0 0,-1 0-1 0 0,0-1 1 0 0,1 0-1 0 0,4-2 1 0 0,9-3 36 0 0,0-1 1 0 0,-1-1-1 0 0,23-13 0 0 0,25-11 802 0 0,-63 32-819 0 0,1-1 1 0 0,-1 1 0 0 0,1 0-1 0 0,-1 0 1 0 0,1 0 0 0 0,-1 0-1 0 0,0 0 1 0 0,1 0 0 0 0,-1 1-1 0 0,1-1 1 0 0,-1 1 0 0 0,1 0-1 0 0,-1 0 1 0 0,0 0 0 0 0,0 0-1 0 0,1 0 1 0 0,-1 0 0 0 0,0 0-1 0 0,0 1 1 0 0,0-1 0 0 0,0 1-1 0 0,-1 0 1 0 0,4 3 0 0 0,35 49 87 0 0,-35-47-81 0 0,4 10-5 0 0,0 0 1 0 0,-1 1-1 0 0,-1 0 0 0 0,-1 0 1 0 0,0 0-1 0 0,-2 1 0 0 0,0 0 1 0 0,-1 0-1 0 0,0 0 0 0 0,-1 21 1 0 0,-2-16-8 0 0,-1-1 1 0 0,0 1 0 0 0,-2-1-1 0 0,-1 1 1 0 0,-1-1 0 0 0,-1-1-1 0 0,-16 44 1 0 0,17-56-8 0 0,-1-1 0 0 0,0 1 1 0 0,0-1-1 0 0,-1-1 0 0 0,0 1 0 0 0,0-1 0 0 0,-1 0 1 0 0,0-1-1 0 0,0 0 0 0 0,-1 0 0 0 0,0-1 0 0 0,-15 9 1 0 0,20-13 23 0 0,0 0 0 0 0,0 0 0 0 0,0 0 1 0 0,0 0-1 0 0,0-1 0 0 0,-1 1 0 0 0,1-1 1 0 0,-1 0-1 0 0,1-1 0 0 0,-1 1 0 0 0,1-1 1 0 0,-1 0-1 0 0,1 0 0 0 0,-1 0 0 0 0,1-1 1 0 0,-1 1-1 0 0,1-1 0 0 0,-1 0 0 0 0,1 0 1 0 0,0-1-1 0 0,-1 1 0 0 0,1-1 0 0 0,0 0 1 0 0,0 0-1 0 0,0-1 0 0 0,1 1 0 0 0,-1-1 1 0 0,0 0-1 0 0,1 0 0 0 0,0 0 0 0 0,-1 0 0 0 0,-2-5 1 0 0,3 4 20 0 0,1 0 1 0 0,0-1-1 0 0,0 1 1 0 0,0 0-1 0 0,0-1 1 0 0,1 1 0 0 0,0-1-1 0 0,0 1 1 0 0,0-1-1 0 0,0 0 1 0 0,1 0-1 0 0,0 1 1 0 0,0-1-1 0 0,0 0 1 0 0,1 1 0 0 0,-1-1-1 0 0,2-5 1 0 0,-1 4-117 0 0,1 0 0 0 0,-1 1 0 0 0,1-1 1 0 0,0 0-1 0 0,1 0 0 0 0,-1 1 0 0 0,1-1 0 0 0,1 1 1 0 0,-1 0-1 0 0,0 0 0 0 0,1 0 0 0 0,6-5 0 0 0,9-2-2291 0 0,-3 6-4130 0 0</inkml:trace>
</inkml:ink>
</file>

<file path=ppt/ink/ink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03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0 147 32 0 0,'0'0'11128'0'0,"6"-1"-11065"0"0,120-16 250 0 0,228-2-1 0 0,-179 19-305 0 0,311-4 22 0 0,23 0-106 0 0,-340 4 63 0 0,424-3-9 0 0,112-9 12 0 0,-297 0 46 0 0,-3 0-38 0 0,317-16 6 0 0,-552 13-12 0 0,107-2 40 0 0,-190 17 92 0 0,-85 0-77 0 0,46 3 2114 0 0,-47-3-1238 0 0,8-5-430 0 0</inkml:trace>
</inkml:ink>
</file>

<file path=ppt/ink/ink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05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38 202 1024 0 0,'-18'-16'10852'0'0,"16"20"-10592"0"0,-2 10-108 0 0,0 0-1 0 0,2 0 0 0 0,-1 1 0 0 0,2-1 1 0 0,0 1-1 0 0,1 18 0 0 0,10 98 384 0 0,-6-89-372 0 0,-3 28-68 0 0,-1-51 968 0 0,0 0 1 0 0,5 29-1 0 0,-13-90-826 0 0,1 1-1 0 0,3-1 1 0 0,1 0 0 0 0,6-83-1 0 0,-2 105-303 0 0,2 1-1 0 0,0-1 0 0 0,1 1 1 0 0,1 0-1 0 0,1 0 1 0 0,1 1-1 0 0,0 0 1 0 0,1 0-1 0 0,1 0 0 0 0,1 1 1 0 0,1 1-1 0 0,0-1 1 0 0,17-17-1 0 0,-20 26 3 0 0,1 1 0 0 0,-1 0 0 0 0,1 0-1 0 0,1 1 1 0 0,-1 0 0 0 0,1 1 0 0 0,0 0 0 0 0,1 0 0 0 0,-1 1 0 0 0,1 0-1 0 0,14-2 1 0 0,-21 5 35 0 0,0 0-1 0 0,1 0 1 0 0,-1 1-1 0 0,0-1 1 0 0,1 1-1 0 0,-1 0 1 0 0,1 0-1 0 0,-1 1 1 0 0,0-1-1 0 0,1 1 1 0 0,-1 0-1 0 0,0 0 1 0 0,1 0-1 0 0,-1 1 1 0 0,0 0-1 0 0,0-1 0 0 0,0 1 1 0 0,0 1-1 0 0,-1-1 1 0 0,1 1-1 0 0,-1-1 1 0 0,1 1-1 0 0,-1 0 1 0 0,0 0-1 0 0,0 0 1 0 0,0 1-1 0 0,0-1 1 0 0,-1 1-1 0 0,1 0 1 0 0,-1-1-1 0 0,2 5 1 0 0,-1 0-4 0 0,1-1 1 0 0,-1 0-1 0 0,-1 1 1 0 0,0 0-1 0 0,0-1 1 0 0,0 1-1 0 0,-1 0 1 0 0,0 0 0 0 0,0 0-1 0 0,-1 0 1 0 0,-1 10-1 0 0,0-14 26 0 0,0 1 0 0 0,-1-1 0 0 0,1 1 0 0 0,-1-1 0 0 0,0 0 0 0 0,0 0 0 0 0,-1 0 0 0 0,1 0 0 0 0,-1 0 0 0 0,0 0 0 0 0,0-1 0 0 0,0 1-1 0 0,0-1 1 0 0,-1 0 0 0 0,1 0 0 0 0,-1 0 0 0 0,0-1 0 0 0,0 1 0 0 0,0-1 0 0 0,-8 4 0 0 0,-2 0-52 0 0,-1 0 1 0 0,1 0-1 0 0,-1-2 0 0 0,0 0 1 0 0,0-1-1 0 0,0 0 1 0 0,-1-1-1 0 0,1-1 0 0 0,-1 0 1 0 0,-29-3-1 0 0,43 1-389 0 0,-13-1-535 0 0</inkml:trace>
</inkml:ink>
</file>

<file path=ppt/ink/ink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05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47 336 0 0,'0'-2'456'0'0,"0"-1"0"0"0,1 1 0 0 0,-1 0 0 0 0,0-1 0 0 0,0 1 0 0 0,-1 0 1 0 0,1-1-1 0 0,0 1 0 0 0,-1 0 0 0 0,1-1 0 0 0,-1 1 0 0 0,0 0 0 0 0,0 0 0 0 0,0-1 0 0 0,0 1 0 0 0,0 0 0 0 0,0 0 0 0 0,-4-4 1881 0 0,-15 23-1671 0 0,6-1-498 0 0,0 0 0 0 0,2 1 0 0 0,0 0 1 0 0,1 1-1 0 0,0 0 0 0 0,2 1 0 0 0,0 0 1 0 0,-10 35-1 0 0,14-36-78 0 0,0 0 1 0 0,1 0-1 0 0,2 0 1 0 0,-1 1-1 0 0,2-1 1 0 0,1 1-1 0 0,0-1 1 0 0,1 1-1 0 0,1-1 1 0 0,1 1-1 0 0,0-1 0 0 0,2 0 1 0 0,0 0-1 0 0,10 23 1 0 0,-11-30-265 0 0,2 1-1 0 0,-1-1 1 0 0,1 0-1 0 0,1-1 1 0 0,0 0 0 0 0,0 0-1 0 0,1 0 1 0 0,0-1 0 0 0,1 0-1 0 0,0 0 1 0 0,0-1-1 0 0,1-1 1 0 0,0 1 0 0 0,0-1-1 0 0,1-1 1 0 0,0 0 0 0 0,0-1-1 0 0,0 0 1 0 0,1 0-1 0 0,-1-1 1 0 0,1-1 0 0 0,17 3-1 0 0,10-6-4977 0 0,-21-5 2192 0 0</inkml:trace>
</inkml:ink>
</file>

<file path=ppt/ink/ink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06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36 241 204 0 0,'0'0'1249'0'0,"-5"-7"526"0"0,0 9 2351 0 0,2 2-3949 0 0,0 0-1 0 0,0 1 1 0 0,1-1 0 0 0,-1 1-1 0 0,1-1 1 0 0,0 1 0 0 0,1 0 0 0 0,-1 0-1 0 0,1 0 1 0 0,0 0 0 0 0,0 0-1 0 0,0 10 1 0 0,6 71 1023 0 0,-3-68-445 0 0,0 1 0 0 0,-2-1-1 0 0,-1 23 1 0 0,2-57-652 0 0,-1 0 1 0 0,-4-31-1 0 0,-1-10 8 0 0,5 17-76 0 0,4-109 75 0 0,-2 133-86 0 0,0 1-1 0 0,0-1 1 0 0,2 1-1 0 0,0 0 1 0 0,1 0-1 0 0,0 0 1 0 0,10-17-1 0 0,-15 31-26 0 0,1-1 1 0 0,0 1-1 0 0,-1-1 0 0 0,1 1 0 0 0,0 0 1 0 0,0-1-1 0 0,0 1 0 0 0,0 0 0 0 0,0-1 1 0 0,1 1-1 0 0,-1 0 0 0 0,0 0 0 0 0,0 0 1 0 0,1 0-1 0 0,-1 0 0 0 0,1 0 0 0 0,-1 1 1 0 0,1-1-1 0 0,-1 0 0 0 0,1 1 0 0 0,-1-1 1 0 0,1 1-1 0 0,0 0 0 0 0,-1-1 0 0 0,1 1 1 0 0,0 0-1 0 0,1 0 0 0 0,0 1 1 0 0,0 0-1 0 0,0 0 1 0 0,0 0 0 0 0,0 1-1 0 0,0-1 1 0 0,0 1-1 0 0,-1-1 1 0 0,1 1 0 0 0,-1 0-1 0 0,1 0 1 0 0,-1 0-1 0 0,0 1 1 0 0,3 2 0 0 0,7 10-3 0 0,-1 1-1 0 0,-1 0 1 0 0,14 26 0 0 0,27 56 29 0 0,53 111 194 0 0,-84-161-31 0 0,-20-47 56 0 0,-3-6-3908 0 0,0-1 3471 0 0,-10-15-1812 0 0,2 7-2452 0 0,4 6 1732 0 0</inkml:trace>
</inkml:ink>
</file>

<file path=ppt/ink/ink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0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54 160 0 0,'-3'5'13373'0'0,"71"-2"-11728"0"0,-66-3-1526 0 0,4 1 139 0 0,-1 1 0 0 0,1-1 1 0 0,0 0-1 0 0,0 0 1 0 0,12-1 1871 0 0,31-12-1521 0 0,10 2-413 0 0,-37 4-112 0 0,-21 5 378 0 0,12 0-388 0 0,-5-4 1085 0 0,-13 4-1283 0 0,-26-9-2433 0 0,19 4-2060 0 0,1-3-3621 0 0,3 3 4991 0 0</inkml:trace>
</inkml:ink>
</file>

<file path=ppt/ink/ink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08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3 768 0 0,'0'0'5461'0'0,"-6"-3"-1545"0"0,37 41-3594 0 0,-3 0 0 0 0,-1 2-1 0 0,-2 1 1 0 0,-2 1 0 0 0,-1 1 0 0 0,-3 1 0 0 0,-1 1 0 0 0,-3 0 0 0 0,-1 1-1 0 0,12 76 1 0 0,-25-104-170 0 0,-1-1 0 0 0,-1 0-1 0 0,-1 0 1 0 0,0 0-1 0 0,-1 0 1 0 0,0 0 0 0 0,-2 0-1 0 0,-7 19 1 0 0,7-24 323 0 0,1 0-1 0 0,-2-1 1 0 0,0 0 0 0 0,-13 20 0 0 0,18-30-157 0 0,-4 5-273 0 0,0-7 2917 0 0,-9-7-2909 0 0,11 6 166 0 0,-7-1-2640 0 0,5 2-1102 0 0,-22-2-5233 0 0</inkml:trace>
</inkml:ink>
</file>

<file path=ppt/ink/ink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10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80 676 0 0,'-3'-7'11482'0'0,"32"32"-10559"0"0,41 47 0 0 0,-3-2-248 0 0,-66-68-673 0 0,27 24 163 0 0,42 32-1 0 0,-69-57-323 0 0,0-1 18 0 0,1 0 1 0 0,-1 0 0 0 0,0 0-1 0 0,0-1 1 0 0,0 1 0 0 0,1 0-1 0 0,-1-1 1 0 0,0 1 0 0 0,0-1 0 0 0,0 1-1 0 0,0-1 1 0 0,0 1 0 0 0,0-1-1 0 0,0 0 1 0 0,0 0 0 0 0,0 1-1 0 0,0-1 1 0 0,0 0 0 0 0,-1 0-1 0 0,1 0 1 0 0,0 0 0 0 0,-1 0-1 0 0,1 0 1 0 0,0-2 0 0 0,9-38-1524 0 0,-12-44 898 0 0,0 64 1537 0 0,-1-1-1 0 0,-1 1 0 0 0,0 1 1 0 0,-2-1-1 0 0,0 1 0 0 0,-18-38 1364 0 0,1 128-1704 0 0,-25 193 187 0 0,39-235-698 0 0,0 14-3299 0 0,0-41 2073 0 0,-18-15-8357 0 0</inkml:trace>
</inkml:ink>
</file>

<file path=ppt/ink/ink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11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0 104 912 0 0,'0'0'964'0'0,"23"-25"2341"0"0,-8 16-2650 0 0,1 1-1 0 0,0 1 1 0 0,1 0-1 0 0,0 1 1 0 0,31-6-1 0 0,93-9-1640 0 0,-108 17-338 0 0,-5 1-1252 0 0,1 1 198 0 0</inkml:trace>
</inkml:ink>
</file>

<file path=ppt/ink/ink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11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83 224 0 0,'-1'-1'257'0'0,"0"1"0"0"0,0 0 1 0 0,0 0-1 0 0,0-1 0 0 0,0 1 0 0 0,1 0 0 0 0,-1 0 0 0 0,0 0 1 0 0,0 0-1 0 0,0 0 0 0 0,0 0 0 0 0,0 0 0 0 0,0 0 0 0 0,0 0 1 0 0,0 1-1 0 0,1-1 0 0 0,-1 0 0 0 0,0 1 0 0 0,0-1 0 0 0,0 0 1 0 0,1 1-1 0 0,-1-1 0 0 0,0 1 0 0 0,0-1 0 0 0,1 1 1 0 0,-1-1-1 0 0,-1 2 0 0 0,1 0-73 0 0,0 0 0 0 0,-1 0 1 0 0,1 1-1 0 0,0-1 0 0 0,0 0 1 0 0,1 0-1 0 0,-1 1 0 0 0,0-1 1 0 0,1 1-1 0 0,-1 2 0 0 0,1 63 599 0 0,19 161 1928 0 0,-16-170 1835 0 0,-5-64-4292 0 0,-9-33 4 0 0,1 0 1 0 0,2-1-1 0 0,2 0 0 0 0,2 0 0 0 0,0-43 0 0 0,3 70-234 0 0,1 0-1 0 0,1 0 0 0 0,0 0 1 0 0,0 1-1 0 0,1-1 1 0 0,1 0-1 0 0,0 1 0 0 0,0 0 1 0 0,10-21-1 0 0,-11 28-28 0 0,1 0-1 0 0,-1 1 1 0 0,0-1-1 0 0,1 1 1 0 0,0 0-1 0 0,0-1 1 0 0,0 1-1 0 0,0 1 1 0 0,1-1-1 0 0,-1 0 1 0 0,1 1 0 0 0,0 0-1 0 0,-1-1 1 0 0,1 1-1 0 0,0 1 1 0 0,0-1-1 0 0,0 1 1 0 0,0-1-1 0 0,1 1 1 0 0,-1 1-1 0 0,0-1 1 0 0,0 0-1 0 0,1 1 1 0 0,-1 0-1 0 0,0 0 1 0 0,1 0-1 0 0,-1 1 1 0 0,0-1 0 0 0,8 3-1 0 0,-3 0-34 0 0,0 0 0 0 0,0 0 0 0 0,0 1 0 0 0,-1 0 0 0 0,1 0 0 0 0,-1 1 0 0 0,0 0 0 0 0,11 10 0 0 0,-15-12 11 0 0,0 0 0 0 0,0 0 0 0 0,-1 1 0 0 0,1-1 0 0 0,-1 1 0 0 0,0 0 0 0 0,0 0 0 0 0,0 0 0 0 0,0 1 0 0 0,-1-1 0 0 0,1 0 0 0 0,-1 1-1 0 0,-1 0 1 0 0,1 0 0 0 0,0-1 0 0 0,-1 1 0 0 0,1 6 0 0 0,-3-7 0 0 0,1 0 0 0 0,-1 0 0 0 0,0 0 0 0 0,-1 0 0 0 0,1-1 0 0 0,0 1 0 0 0,-1 0 0 0 0,0-1 0 0 0,0 1 0 0 0,0-1 0 0 0,0 0-1 0 0,-1 0 1 0 0,1 0 0 0 0,-1 0 0 0 0,0 0 0 0 0,0 0 0 0 0,0-1 0 0 0,0 1 0 0 0,0-1 0 0 0,0 0 0 0 0,-1 0 0 0 0,1 0 0 0 0,-7 2 0 0 0,-4 2-1013 0 0,1 0 0 0 0,-1-2 0 0 0,0 1 1 0 0,-29 3-1 0 0,24-7-5183 0 0</inkml:trace>
</inkml:ink>
</file>

<file path=ppt/ink/ink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11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17 688 0 0,'6'-17'9335'0'0,"-19"54"-8541"0"0,4-13-389 0 0,1 0 0 0 0,1 1 0 0 0,1-1 0 0 0,1 1 0 0 0,2 1-1 0 0,-2 47 1 0 0,7-41-56 0 0,1 0-1 0 0,1 0 1 0 0,14 49-1 0 0,-14-68-489 0 0,0-1 1 0 0,1 0-1 0 0,0 0 0 0 0,1 0 1 0 0,1-1-1 0 0,0 0 0 0 0,0 0 0 0 0,1 0 1 0 0,0-1-1 0 0,1-1 0 0 0,18 17 1 0 0,-27-26-124 0 0,24 15-1266 0 0,-11-14-4307 0 0,0-4 2615 0 0</inkml:trace>
</inkml:ink>
</file>

<file path=ppt/ink/ink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12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62 262 592 0 0,'0'0'7118'0'0,"-1"6"-6581"0"0,-1 14 249 0 0,1 0-1 0 0,1 0 0 0 0,4 31 1 0 0,-1 10 545 0 0,-3-60-982 0 0,-2 7 1784 0 0,2-8-2048 0 0,-25-100 608 0 0,16 72-455 0 0,1 0 0 0 0,1 0 0 0 0,2 0 0 0 0,1-1 0 0 0,1 0 0 0 0,2-35 0 0 0,2 58-202 0 0,0 1 0 0 0,0 0 1 0 0,1-1-1 0 0,0 1 0 0 0,0 0 0 0 0,0 0 0 0 0,1 0 0 0 0,0 0 0 0 0,0 0 0 0 0,0 0 0 0 0,0 1 1 0 0,1-1-1 0 0,0 1 0 0 0,0 0 0 0 0,0 0 0 0 0,0 1 0 0 0,1-1 0 0 0,-1 1 0 0 0,1 0 0 0 0,0 0 1 0 0,0 1-1 0 0,0-1 0 0 0,0 1 0 0 0,0 0 0 0 0,1 0 0 0 0,10-1 0 0 0,-8 1-45 0 0,-1 0-1 0 0,0 1 1 0 0,1 0-1 0 0,-1 1 0 0 0,1 0 1 0 0,-1 0-1 0 0,1 0 1 0 0,0 1-1 0 0,-1 0 1 0 0,0 1-1 0 0,1-1 0 0 0,-1 1 1 0 0,0 1-1 0 0,0-1 1 0 0,0 2-1 0 0,0-1 1 0 0,-1 0-1 0 0,1 1 1 0 0,-1 1-1 0 0,7 4 0 0 0,-11-6 6 0 0,1-1-1 0 0,-1 1 1 0 0,0-1-1 0 0,0 1 1 0 0,-1 0-1 0 0,1-1 1 0 0,0 1-1 0 0,-1 0 0 0 0,0 0 1 0 0,1 0-1 0 0,-1 1 1 0 0,-1-1-1 0 0,1 0 1 0 0,0 0-1 0 0,-1 0 1 0 0,1 5-1 0 0,-9 54-91 0 0,-1 0-200 0 0,9-59 251 0 0,0 1 0 0 0,1 0 0 0 0,-1 0-1 0 0,1 0 1 0 0,0-1 0 0 0,0 1 0 0 0,0 0 0 0 0,0-1 0 0 0,1 1-1 0 0,0-1 1 0 0,-1 1 0 0 0,1-1 0 0 0,0 0 0 0 0,4 4 0 0 0,36 36-469 0 0,10 14-677 0 0,-52-56 1178 0 0,0-1 0 0 0,1 1 0 0 0,-1-1 0 0 0,1 1 0 0 0,-1-1 0 0 0,0 1 0 0 0,0-1 0 0 0,1 1 0 0 0,-1 0-1 0 0,0-1 1 0 0,0 1 0 0 0,0-1 0 0 0,0 1 0 0 0,0 0 0 0 0,0-1 0 0 0,0 1 0 0 0,0 0 0 0 0,0-1 0 0 0,0 1-1 0 0,0 0 1 0 0,0-1 0 0 0,0 1 0 0 0,0-1 0 0 0,-1 1 0 0 0,1 0 0 0 0,0-1 0 0 0,0 1 0 0 0,-1-1 0 0 0,1 1 0 0 0,0-1-1 0 0,-2 2 1 0 0,-20 11-169 0 0,-26-2 3 0 0,41-10 354 0 0,3 0-640 0 0,1-1 1 0 0,0 1 0 0 0,-1-1 0 0 0,1 0-1 0 0,0 0 1 0 0,0 0 0 0 0,-1 0-1 0 0,1 0 1 0 0,0-1 0 0 0,-1 0-1 0 0,1 0 1 0 0,0 0 0 0 0,-3-1-1 0 0</inkml:trace>
</inkml:ink>
</file>

<file path=ppt/ink/ink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13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1 172 0 0,'22'18'7440'0'0,"4"8"-3564"0"0,-11-8-3556 0 0,0 1 0 0 0,-1 0 0 0 0,-1 0 1 0 0,-1 2-1 0 0,-1-1 0 0 0,14 35 0 0 0,-23-46-264 0 0,1-1-1 0 0,-1 1 1 0 0,-1-1-1 0 0,0 1 0 0 0,0-1 1 0 0,-1 1-1 0 0,0 0 1 0 0,0 0-1 0 0,-1-1 1 0 0,0 1-1 0 0,-1 0 0 0 0,0-1 1 0 0,0 1-1 0 0,-1-1 1 0 0,-6 14-1 0 0,0-5 98 0 0,-1-1 0 0 0,0 0 1 0 0,-1-1-1 0 0,-1-1 0 0 0,-1 1 0 0 0,-17 14 0 0 0,25-24 51 0 0,1 0 1 0 0,-1-1-1 0 0,0 0 1 0 0,-1 0-1 0 0,1 0 0 0 0,0-1 1 0 0,-11 5-1 0 0,14-7 114 0 0,-8 10 1084 0 0</inkml:trace>
</inkml:ink>
</file>

<file path=ppt/ink/ink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0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40 324 820 0 0,'-6'-10'1897'0'0,"0"-1"-1"0"0,1-1 0 0 0,0 1 1 0 0,-4-17-1 0 0,9 26-1218 0 0,-1 0 141 0 0,-1-2 2086 0 0,-1 34-2661 0 0,1 0 1 0 0,2 0-1 0 0,5 57 0 0 0,1-8 35 0 0,4 96 449 0 0,-10-173-356 0 0,-2-31 2022 0 0,-6-20-2188 0 0,2 0 0 0 0,2 0-1 0 0,3-1 1 0 0,8-86 0 0 0,-4 112-237 0 0,1 1-1 0 0,1 0 0 0 0,1 0 0 0 0,1 0 1 0 0,1 0-1 0 0,0 1 0 0 0,14-22 1 0 0,-17 35-21 0 0,1 0 1 0 0,0 0-1 0 0,0 0 0 0 0,1 1 1 0 0,1 0-1 0 0,-1 0 1 0 0,17-12-1 0 0,-18 16-3 0 0,0 0 0 0 0,0 1 0 0 0,0 0-1 0 0,0 0 1 0 0,0 0 0 0 0,1 1-1 0 0,-1 0 1 0 0,1 0 0 0 0,0 1-1 0 0,-1 0 1 0 0,1 0 0 0 0,0 1-1 0 0,11 0 1 0 0,-14 0 20 0 0,1 1 1 0 0,-1-1-1 0 0,0 1 1 0 0,1 0-1 0 0,-1 1 0 0 0,0-1 1 0 0,0 1-1 0 0,0 0 0 0 0,0 0 1 0 0,0 0-1 0 0,0 0 0 0 0,-1 1 1 0 0,1-1-1 0 0,-1 1 0 0 0,1 0 1 0 0,-1 0-1 0 0,0 0 1 0 0,0 1-1 0 0,0-1 0 0 0,-1 1 1 0 0,1 0-1 0 0,-1-1 0 0 0,0 1 1 0 0,0 0-1 0 0,0 0 0 0 0,-1 1 1 0 0,2 6-1 0 0,-1-5 10 0 0,-1 0 1 0 0,1 0-1 0 0,-2 1 1 0 0,1-1-1 0 0,-1 0 0 0 0,0 0 1 0 0,0 1-1 0 0,-1-1 1 0 0,1 0-1 0 0,-1 0 0 0 0,-1 1 1 0 0,1-1-1 0 0,-1 0 1 0 0,0 0-1 0 0,-1-1 0 0 0,1 1 1 0 0,-1 0-1 0 0,0-1 1 0 0,-5 7-1 0 0,2-5-28 0 0,-1 1 0 0 0,0-1-1 0 0,0 0 1 0 0,-1 0 0 0 0,0-1 0 0 0,0 0 0 0 0,0-1-1 0 0,-1 0 1 0 0,1 0 0 0 0,-1 0 0 0 0,-1-1 0 0 0,1-1-1 0 0,0 0 1 0 0,-1 0 0 0 0,0 0 0 0 0,0-1 0 0 0,-9 0 0 0 0,18-2-133 0 0,0 0 1 0 0,-1 0 0 0 0,1 0-1 0 0,0 0 1 0 0,0-1 0 0 0,0 1 0 0 0,0 0-1 0 0,0-1 1 0 0,1 1 0 0 0,-1-1 0 0 0,0 1-1 0 0,0-1 1 0 0,0 1 0 0 0,0-1 0 0 0,0 0-1 0 0,1 1 1 0 0,-1-1 0 0 0,0 0-1 0 0,0-1 1 0 0</inkml:trace>
</inkml:ink>
</file>

<file path=ppt/ink/ink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0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0 664 0 0,'0'0'7394'0'0,"-3"6"-6829"0"0,-9 14-262 0 0,1 1 1 0 0,2 0-1 0 0,0 0 0 0 0,1 1 1 0 0,1 0-1 0 0,2 1 1 0 0,-4 23-1 0 0,5-22-145 0 0,1 1 0 0 0,1 0 0 0 0,2 0 0 0 0,0 0 0 0 0,2 0 0 0 0,0 0 0 0 0,2 0-1 0 0,1-1 1 0 0,1 1 0 0 0,0-1 0 0 0,12 24 0 0 0,-5-19-12 0 0,2 0-1 0 0,1-1 1 0 0,1-1-1 0 0,1-1 1 0 0,28 32-1 0 0,-35-47-460 0 0,0-1-1 0 0,0 0 0 0 0,1-1 0 0 0,0 0 0 0 0,21 12 0 0 0,-23-16-454 0 0,1-1-1 0 0,-1 0 0 0 0,0 0 0 0 0,1-1 0 0 0,0 0 0 0 0,0-1 0 0 0,0 0 0 0 0,15 0 0 0 0,0-3-2034 0 0</inkml:trace>
</inkml:ink>
</file>

<file path=ppt/ink/ink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0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8 290 564 0 0,'-1'-10'9539'0'0,"9"44"-8891"0"0,-1 0 0 0 0,-1 1 1 0 0,1 66-1 0 0,-7-100-544 0 0,1 6 373 0 0,-1-7-415 0 0,0 0 0 0 0,0 0 0 0 0,-1 0 0 0 0,1 0-1 0 0,0 0 1 0 0,0 0 0 0 0,0 0 0 0 0,0 0 0 0 0,0 0 0 0 0,0 0 0 0 0,0 0 0 0 0,0 0 0 0 0,0 0 0 0 0,0 0 0 0 0,-1 0 0 0 0,1 0 0 0 0,0 0 0 0 0,0 0 0 0 0,-1 0 619 0 0,1 0-619 0 0,-6-15 8 0 0,0-1 0 0 0,1 0 0 0 0,0 0 0 0 0,2-1 0 0 0,0 1 0 0 0,0-1 0 0 0,2 0 0 0 0,0 1 0 0 0,2-24 0 0 0,1 8-38 0 0,1 0 0 0 0,1 0 0 0 0,2 1 0 0 0,13-41 0 0 0,-13 56-21 0 0,1 0-1 0 0,1 1 0 0 0,14-21 1 0 0,-9 15-12 0 0,-11 20-2 0 0,0 0-1 0 0,0 1 0 0 0,0 0 1 0 0,0-1-1 0 0,0 1 1 0 0,0 0-1 0 0,0 0 1 0 0,0 0-1 0 0,0 0 0 0 0,0 1 1 0 0,1-1-1 0 0,-1 1 1 0 0,0-1-1 0 0,0 1 1 0 0,0 0-1 0 0,-1-1 0 0 0,1 1 1 0 0,0 0-1 0 0,2 2 1 0 0,8 7 1 0 0,-1 1 0 0 0,-1 0 0 0 0,0 1 1 0 0,-1 0-1 0 0,0 1 0 0 0,-1-1 0 0 0,0 2 0 0 0,-1-1 0 0 0,8 20 1 0 0,17 29 37 0 0,150 225 223 0 0,-181-286-333 0 0,-1-1 0 0 0,1 0-1 0 0,-1 1 1 0 0,1-1 0 0 0,-1 1-1 0 0,0-1 1 0 0,1 1 0 0 0,-1-1 0 0 0,0 1-1 0 0,1-1 1 0 0,-1 1 0 0 0,0-1-1 0 0,0 1 1 0 0,1-1 0 0 0,-1 1 0 0 0,0-1-1 0 0,0 1 1 0 0,0 0 0 0 0,0-1-1 0 0,0 1 1 0 0,0-1 0 0 0,0 1 0 0 0,0 0-1 0 0,0-1 1 0 0,0 1 0 0 0,0-1-1 0 0,0 1 1 0 0,0 0 0 0 0,-1-1 0 0 0,1 1-1 0 0,0-1 1 0 0,0 1 0 0 0,-1-1-1 0 0,1 1 1 0 0,0-1 0 0 0,0 1 0 0 0,-1-1-1 0 0,1 1 1 0 0,-1-1 0 0 0,1 1-1 0 0,-1-1 1 0 0,1 0 0 0 0,0 1 0 0 0,-2-1-1 0 0,-19 0-6799 0 0</inkml:trace>
</inkml:ink>
</file>

<file path=ppt/ink/ink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1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89 956 0 0,'0'0'4114'0'0,"2"-4"-3227"0"0,3-1-600 0 0,1 0 1 0 0,-1 0-1 0 0,1 1 1 0 0,0 0-1 0 0,0 0 1 0 0,0 0-1 0 0,0 1 1 0 0,1 0-1 0 0,-1 0 1 0 0,1 1 0 0 0,0-1-1 0 0,9-1 1 0 0,97-17 890 0 0,-96 18-1070 0 0,119-8-920 0 0,-45 11-4824 0 0,-62 1 3083 0 0</inkml:trace>
</inkml:ink>
</file>

<file path=ppt/ink/ink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1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57 1080 0 0,'0'0'9750'0'0,"3"3"-9456"0"0,1 2-190 0 0,0 0-1 0 0,-1 0 1 0 0,0 0-1 0 0,0 0 1 0 0,0 1-1 0 0,0-1 1 0 0,-1 1-1 0 0,0 0 1 0 0,0 0-1 0 0,0 0 1 0 0,-1 0 0 0 0,0 0-1 0 0,0 0 1 0 0,-1 0-1 0 0,0 8 1 0 0,0-1 27 0 0,-1 1-1 0 0,-1-1 1 0 0,0 0 0 0 0,-1 1 0 0 0,-1-1 0 0 0,-5 15 0 0 0,9-28-85 0 0,0 1 0 0 0,0-1 0 0 0,0 0 0 0 0,0 1 0 0 0,0-1 0 0 0,0 1 0 0 0,0-1 1 0 0,0 1-1 0 0,0-1 0 0 0,0 0 0 0 0,-1 1 0 0 0,1-1 0 0 0,0 1 0 0 0,0-1 0 0 0,0 0 0 0 0,-1 1 0 0 0,1-1 0 0 0,0 0 0 0 0,0 1 0 0 0,-1-1 0 0 0,1 0 0 0 0,0 1 0 0 0,-1-1 0 0 0,1 0 0 0 0,0 0 0 0 0,-1 1 0 0 0,1-1 0 0 0,-1 0 0 0 0,1 0 0 0 0,0 0 0 0 0,-1 1 0 0 0,1-1 0 0 0,-1 0 0 0 0,1 0 0 0 0,-1 0 0 0 0,1 0 0 0 0,0 0 0 0 0,-1 0 0 0 0,-6-17 393 0 0,0-35-281 0 0,6 39-143 0 0,1-1-1 0 0,1 0 0 0 0,0 1 0 0 0,0-1 0 0 0,1 1 0 0 0,1-1 0 0 0,0 1 0 0 0,1 0 0 0 0,1 0 1 0 0,0 1-1 0 0,0-1 0 0 0,13-19 0 0 0,-17 30-20 0 0,1 1-1 0 0,-1-1 1 0 0,1 1 0 0 0,-1 0 0 0 0,1 0-1 0 0,0 0 1 0 0,-1-1 0 0 0,1 2 0 0 0,0-1-1 0 0,0 0 1 0 0,0 0 0 0 0,0 0 0 0 0,0 1-1 0 0,0-1 1 0 0,0 1 0 0 0,0 0 0 0 0,0-1-1 0 0,0 1 1 0 0,0 0 0 0 0,0 0 0 0 0,0 0-1 0 0,0 1 1 0 0,0-1 0 0 0,0 0 0 0 0,0 1-1 0 0,0-1 1 0 0,-1 1 0 0 0,1 0 0 0 0,0 0-1 0 0,0 0 1 0 0,0 0 0 0 0,0 0 0 0 0,2 2-1 0 0,6 3-9 0 0,1 1 1 0 0,-2 1-1 0 0,18 15 0 0 0,-17-14 8 0 0,0 1 1 0 0,0-1 0 0 0,-1 2-1 0 0,0-1 1 0 0,-1 1-1 0 0,0 0 1 0 0,-1 1 0 0 0,0 0-1 0 0,7 17 1 0 0,-9-13 44 0 0,-5-15-333 0 0,1 0-1 0 0,-1 0 0 0 0,1 0 0 0 0,-1 0 0 0 0,0-1 1 0 0,1 1-1 0 0,-1 0 0 0 0,0 0 0 0 0,0 0 0 0 0,0 0 0 0 0,1 0 1 0 0,-1 0-1 0 0,0 0 0 0 0,-1 0 0 0 0,1 0 0 0 0,0 0 1 0 0,0 0-1 0 0,0 0 0 0 0,-1 0 0 0 0,1 0 0 0 0,0 0 1 0 0,-1 0-1 0 0,1 0 0 0 0,-2 1 0 0 0</inkml:trace>
</inkml:ink>
</file>

<file path=ppt/ink/ink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2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31 900 0 0,'-6'-3'8626'0'0,"23"-5"-6877"0"0,31-6-2567 0 0,9 9-5381 0 0</inkml:trace>
</inkml:ink>
</file>

<file path=ppt/ink/ink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3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55 192 0 0,'-1'-10'14362'0'0,"0"25"-14146"0"0,0 0 1 0 0,0 0-1 0 0,-2 0 1 0 0,-4 18-1 0 0,6-31-77 0 0,0-1-58 0 0,-3 6-77 0 0,-5-35 187 0 0,9 14-195 0 0,0 0 0 0 0,2 0 0 0 0,4-23 0 0 0,-4 30-8 0 0,-2 4 2 0 0,1 1 0 0 0,0-1 1 0 0,-1 1-1 0 0,1 0 1 0 0,0-1-1 0 0,0 1 0 0 0,0 0 1 0 0,1 0-1 0 0,-1-1 0 0 0,0 1 1 0 0,1 0-1 0 0,3-3 0 0 0,-4 4-9 0 0,7 3-40 0 0,1 0 0 0 0,0 0 0 0 0,-1 1 0 0 0,1 0 0 0 0,-1 1 0 0 0,0-1 1 0 0,0 2-1 0 0,0-1 0 0 0,-1 1 0 0 0,0 0 0 0 0,1 1 0 0 0,6 7 0 0 0,44 26-320 0 0,-53-36 381 0 0,73 31-412 0 0,-74-32 468 0 0,1 0 1 0 0,-1-1 0 0 0,1 0-1 0 0,0 0 1 0 0,-1 0 0 0 0,1-1-1 0 0,0 0 1 0 0,-1 1 0 0 0,1-2-1 0 0,0 1 1 0 0,-1 0 0 0 0,1-1-1 0 0,0 0 1 0 0,-1 0 0 0 0,7-2-1 0 0,-10 2 36 0 0,1-1-1 0 0,0 1 1 0 0,0 0-1 0 0,0-1 1 0 0,-1 1-1 0 0,1-1 1 0 0,-1 1-1 0 0,1-1 1 0 0,-1 0-1 0 0,0 0 1 0 0,1 0-1 0 0,-1 1 1 0 0,0-1-1 0 0,0 0 1 0 0,-1 0-1 0 0,1-1 1 0 0,0 1-1 0 0,-1 0 1 0 0,1-3-1 0 0,1-44 1072 0 0,-3 32-1209 0 0,-1 10-218 0 0,-1-8-3405 0 0</inkml:trace>
</inkml:ink>
</file>

<file path=ppt/ink/ink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3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52 600 0 0,'0'0'1955'0'0,"17"8"3406"0"0,-12 5-4581 0 0,2-1 0 0 0,0 0 0 0 0,0 0 0 0 0,15 17 1670 0 0,-24-29-2433 0 0,1-1 1 0 0,-1 1-1 0 0,0-1 1 0 0,1 1-1 0 0,-1-1 0 0 0,0 0 1 0 0,1 0-1 0 0,-1 0 1 0 0,1 0-1 0 0,0 0 0 0 0,-1 0 1 0 0,-1-3-1 0 0,0 3 18 0 0,2 0-18 0 0,0 0 0 0 0,-1 0-1 0 0,1-1 1 0 0,0 1-1 0 0,0 0 1 0 0,0 0 0 0 0,0 0-1 0 0,0-1 1 0 0,0 1 0 0 0,0-1-1 0 0,1 1 1 0 0,-1 0-1 0 0,0-1 1 0 0,1 1 0 0 0,-1-1-1 0 0,1 0 1 0 0,-1 1 0 0 0,1-1-1 0 0,0 1 1 0 0,0-1 0 0 0,0 0-1 0 0,0 1 1 0 0,0-1-1 0 0,0 0 1 0 0,0 1 0 0 0,1-1-1 0 0,-1 1 1 0 0,0-1 0 0 0,1 1-1 0 0,-1-1 1 0 0,2-2-1 0 0,0-1 10 0 0,0 0 0 0 0,1 0 0 0 0,-1 0-1 0 0,1 0 1 0 0,0 0 0 0 0,5-5-1 0 0,-3 6-17 0 0,-1 0-1 0 0,0 1 0 0 0,1 0 0 0 0,0 0 0 0 0,0 0 1 0 0,-1 1-1 0 0,2-1 0 0 0,-1 1 0 0 0,0 1 1 0 0,0-1-1 0 0,1 1 0 0 0,-1-1 0 0 0,1 1 0 0 0,-1 1 1 0 0,1-1-1 0 0,-1 1 0 0 0,1 0 0 0 0,-1 1 1 0 0,1-1-1 0 0,-1 1 0 0 0,10 2 0 0 0,2 1-7 0 0,-1 1-1 0 0,1 0 1 0 0,-1 1-1 0 0,0 1 1 0 0,25 15-1 0 0,-39-21 0 0 0,1 0-1 0 0,-1 0 1 0 0,1 0 0 0 0,-1 1-1 0 0,0-1 1 0 0,0 1-1 0 0,0 0 1 0 0,0 0-1 0 0,0 0 1 0 0,0-1 0 0 0,-1 2-1 0 0,1-1 1 0 0,0 0-1 0 0,-1 0 1 0 0,0 0-1 0 0,0 1 1 0 0,1-1 0 0 0,-1 1-1 0 0,-1-1 1 0 0,1 1-1 0 0,1 4 1 0 0,-2-4 4 0 0,-1-1 1 0 0,0 1-1 0 0,1-1 1 0 0,-1 1-1 0 0,0-1 0 0 0,0 1 1 0 0,0-1-1 0 0,0 0 1 0 0,-1 0-1 0 0,1 1 0 0 0,-1-1 1 0 0,1 0-1 0 0,-1 0 1 0 0,0 0-1 0 0,0-1 1 0 0,0 1-1 0 0,-4 3 0 0 0,-8 4-61 0 0,0 0 0 0 0,-1 0-1 0 0,0-2 1 0 0,-1 0 0 0 0,-19 6-1 0 0,31-11-279 0 0,-28 9-1205 0 0,20-9-4974 0 0</inkml:trace>
</inkml:ink>
</file>

<file path=ppt/ink/ink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4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0 287 268 0 0,'0'0'3721'0'0,"22"14"1458"0"0,-14 5-4442 0 0,-1-1 0 0 0,-1 1 0 0 0,-1 0 0 0 0,4 24 0 0 0,-9-28 1597 0 0,-5-29-1798 0 0,-3-38-319 0 0,11 25-75 0 0,1-1 0 0 0,1 1 0 0 0,1 0 0 0 0,1 1 0 0 0,17-40 0 0 0,-17 49 160 0 0,1-1 0 0 0,1 1 0 0 0,1 0 0 0 0,1 1 0 0 0,0 0 0 0 0,1 1 0 0 0,19-21 0 0 0,-29 35-277 0 0,0-1-1 0 0,-1 1 0 0 0,1 0 0 0 0,0 0 0 0 0,0-1 0 0 0,0 1 0 0 0,0 0 0 0 0,0 1 0 0 0,0-1 0 0 0,0 0 1 0 0,1 0-1 0 0,-1 1 0 0 0,0 0 0 0 0,0-1 0 0 0,0 1 0 0 0,1 0 0 0 0,-1 0 0 0 0,0 0 0 0 0,3 1 0 0 0,0 0-8 0 0,-3 0-14 0 0,0 0-1 0 0,-1 0 1 0 0,1 0 0 0 0,0 0-1 0 0,-1 1 1 0 0,1-1 0 0 0,0 1 0 0 0,-1-1-1 0 0,0 1 1 0 0,1-1 0 0 0,-1 1-1 0 0,0 0 1 0 0,0 0 0 0 0,0 0 0 0 0,0 0-1 0 0,0 0 1 0 0,0 0 0 0 0,-1 0-1 0 0,1 0 1 0 0,-1 0 0 0 0,1 0 0 0 0,-1 3-1 0 0,-5 45 1 0 0,1-27-29 0 0,4-16-24 0 0,1 0 0 0 0,-1 0 1 0 0,1-1-1 0 0,0 1 0 0 0,1 0 1 0 0,0-1-1 0 0,0 1 0 0 0,0-1 0 0 0,1 0 1 0 0,0 1-1 0 0,0-1 0 0 0,6 8 1 0 0,0-2-62 0 0,1-2 0 0 0,0 1 1 0 0,0-1-1 0 0,23 17 0 0 0,-6-8-53 0 0,38 31-343 0 0,-61-47 440 0 0,0 1 1 0 0,-1-1-1 0 0,1 1 1 0 0,-1 0-1 0 0,0 0 0 0 0,0 0 1 0 0,-1 0-1 0 0,1 0 1 0 0,-1 1-1 0 0,0 0 0 0 0,0-1 1 0 0,2 7-1 0 0,-4-10-26 0 0,-13 18-40 0 0,6-14 113 0 0,-1 0 1 0 0,0 0-1 0 0,0 0 1 0 0,0-1 0 0 0,-1 0-1 0 0,1-1 1 0 0,-1 0 0 0 0,0-1-1 0 0,0 1 1 0 0,-17 1-1 0 0,-12 5-36 0 0,-10 3-333 0 0,18-5-4987 0 0</inkml:trace>
</inkml:ink>
</file>

<file path=ppt/ink/ink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4:55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0 372 0 0,'0'0'6943'0'0,"5"3"-6371"0"0,8 3-331 0 0,0 1 0 0 0,-1 1 0 0 0,-1 0-1 0 0,1 1 1 0 0,-1 0 0 0 0,-1 1 0 0 0,0 0 0 0 0,0 0 0 0 0,-1 1 0 0 0,0 0 0 0 0,-1 1 0 0 0,0 0 0 0 0,-1 1 0 0 0,0-1 0 0 0,-1 1 0 0 0,0 0 0 0 0,-2 1 0 0 0,6 19-1 0 0,-4-8-81 0 0,0 0 0 0 0,-2 1 0 0 0,-1-1 0 0 0,-1 1 0 0 0,-1 0 0 0 0,-1 0 0 0 0,-1 0 0 0 0,-2 0 0 0 0,-8 39 0 0 0,5-43 29 0 0,-2 1 0 0 0,0-1 0 0 0,-1-1 0 0 0,-2 0 0 0 0,0 0-1 0 0,-1-1 1 0 0,-1 0 0 0 0,-1-1 0 0 0,0-1 0 0 0,-2 0 0 0 0,0-1 0 0 0,-1 0 0 0 0,0-2 0 0 0,-1 0 0 0 0,-1-1 0 0 0,-1-1 0 0 0,0 0-1 0 0,0-2 1 0 0,-33 13 0 0 0,32-15 894 0 0,12-5 1365 0 0,14-23-15476 0 0,-4 14 11601 0 0,0 0-2444 0 0</inkml:trace>
</inkml:ink>
</file>

<file path=ppt/ink/ink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31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617 18 20 0 0,'0'-11'11330'0'0,"-14"6"-11213"0"0,10 3-11 0 0,-17 5 167 0 0,-289 39 317 0 0,269-37-563 0 0,-2 1 15 0 0,-73 17 0 0 0,97-19-52 0 0,16-4 5 0 0,0 1 0 0 0,1-1 0 0 0,-1 1 0 0 0,0-1 0 0 0,1 1 0 0 0,-1 0 0 0 0,0 0 0 0 0,1 0 0 0 0,-1 1 0 0 0,1-1 0 0 0,-1 1 0 0 0,1-1 0 0 0,-3 3-1 0 0,4-2-6 0 0,-8 22-8 0 0,16 32 9 0 0,0 56 0 0 0,0 17-69 0 0,1 133 0 0 0,-4-46 28 0 0,24 236 705 0 0,-14-205-416 0 0,6 61-78 0 0,-10-210-93 0 0,25 148 21 0 0,-23-183-61 0 0,-2 0 0 0 0,1 120 1 0 0,-11-179-25 0 0,-1 23 11 0 0,2 1 0 0 0,0-1 0 0 0,12 54 0 0 0,-14-56-28 0 0,0-22 15 0 0,0 0-1 0 0,1 0 0 0 0,-1 0 1 0 0,1 0-1 0 0,0 0 0 0 0,0 0 1 0 0,0 0-1 0 0,1 0 1 0 0,0 4-1 0 0,0-4 2 0 0,1 0 0 0 0,0-1 1 0 0,0 1-1 0 0,0 0 0 0 0,0-1 0 0 0,0 1 0 0 0,0-1 1 0 0,1 0-1 0 0,-1 0 0 0 0,1 0 0 0 0,0 0 0 0 0,0 0 1 0 0,0 0-1 0 0,-1-1 0 0 0,1 1 0 0 0,1-1 0 0 0,-1 0 1 0 0,0 0-1 0 0,0 0 0 0 0,0 0 0 0 0,1-1 0 0 0,3 1 1 0 0,18 3 9 0 0,46 2 1 0 0,-47-5-1 0 0,48 5 2 0 0,382 36 123 0 0,-269-19-336 0 0,-184-23 29 0 0,42-7-4619 0 0,-31 0 1548 0 0,2-3 248 0 0</inkml:trace>
</inkml:ink>
</file>

<file path=ppt/ink/ink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5:32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401 68 332 0 0,'-22'-28'6002'0'0,"22"27"-5941"0"0,0 1 1 0 0,-1 0 0 0 0,1-1-1 0 0,0 1 1 0 0,0-1-1 0 0,0 1 1 0 0,0-1 0 0 0,0 1-1 0 0,0-1 1 0 0,0 1-1 0 0,0 0 1 0 0,0-1-1 0 0,0 1 1 0 0,0-1 0 0 0,0 1-1 0 0,0-1 1 0 0,0 1-1 0 0,0-1 1 0 0,0 1-1 0 0,1-1 1 0 0,-1 1 0 0 0,0 0-1 0 0,0-1 1 0 0,0 1-1 0 0,1-1 1 0 0,-1 1-1 0 0,0 0 1 0 0,1-1 0 0 0,-1 1-1 0 0,0 0 1 0 0,1-1-1 0 0,-1 1 1 0 0,0 0 0 0 0,1 0-1 0 0,-1-1 1 0 0,1 1-1 0 0,0 0 1 0 0,27-9 693 0 0,40 2-781 0 0,-60 7 231 0 0,208-8 366 0 0,327 30 1 0 0,-530-21-569 0 0,-4-1-2 0 0,1 0 0 0 0,-1 2 0 0 0,0-1 0 0 0,1 1 0 0 0,-1 0 0 0 0,0 1 1 0 0,0 0-1 0 0,-1 0 0 0 0,10 6 0 0 0,-16-7-2 0 0,1 0 0 0 0,0 1-1 0 0,-1 0 1 0 0,1-1 0 0 0,-1 1 0 0 0,0 0 0 0 0,0 0-1 0 0,0 1 1 0 0,0-1 0 0 0,-1 0 0 0 0,1 0-1 0 0,-1 1 1 0 0,2 5 0 0 0,9 53-23 0 0,-9-38 22 0 0,27 267 48 0 0,-15-100-32 0 0,6-51 22 0 0,6-2 1 0 0,6-1-1 0 0,5-2 0 0 0,60 137 0 0 0,-70-202-18 0 0,-4 0 1 0 0,-2 2-1 0 0,-4 0 0 0 0,-3 1 1 0 0,7 87-1 0 0,-20-74 161 0 0,-14 155-1 0 0,7-181-62 0 0,4-38-44 0 0,-1-1 0 0 0,-1 1-1 0 0,-8 31 1 0 0,-23 73 287 0 0,32-122-305 0 0,0 1 0 0 0,0-1 0 0 0,0 1-1 0 0,-1-1 1 0 0,1 0 0 0 0,-1 0 0 0 0,0 0 0 0 0,0 0 0 0 0,-1 0 0 0 0,1-1 0 0 0,-1 0 0 0 0,0 1 0 0 0,0-1 0 0 0,0-1 0 0 0,0 1 0 0 0,0-1-1 0 0,0 1 1 0 0,-1-1 0 0 0,-5 2 0 0 0,-11 3 53 0 0,0-1 0 0 0,-1-1 0 0 0,-24 3-1 0 0,5 0-50 0 0,-305 63 307 0 0,-443 100-2096 0 0,513-112-4378 0 0,179-45 2583 0 0</inkml:trace>
</inkml:ink>
</file>

<file path=ppt/ink/ink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6:08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10 152,'0'0'1192,"-3"-10"-1219</inkml:trace>
</inkml:ink>
</file>

<file path=ppt/ink/ink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6:08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1 180,'0'0'576</inkml:trace>
</inkml:ink>
</file>

<file path=ppt/ink/ink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15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50 146 228 0 0,'0'0'10244'0'0,"8"-54"-6752"0"0,-9 47-3478 0 0,2 4 117 0 0,-1 0 1 0 0,0 0-1 0 0,-1 0 0 0 0,1 0 1 0 0,0 0-1 0 0,-1 0 1 0 0,0 0-1 0 0,0 0 0 0 0,0 0 1 0 0,0 0-1 0 0,0 0 0 0 0,0 0 1 0 0,-1 0-1 0 0,1 1 1 0 0,-1-1-1 0 0,0 1 0 0 0,0-1 1 0 0,-2-1-1 0 0,2 2-129 0 0,1-25 1275 0 0,-1 34-824 0 0,-5 57-710 0 0,3-22 317 0 0,-9 81-32 0 0,5-1-1 0 0,11 170 1 0 0,-3-219-12 0 0,2 19 66 0 0,-3-74 660 0 0,1-14-4158 0 0</inkml:trace>
</inkml:ink>
</file>

<file path=ppt/ink/ink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6:15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0 120,'0'0'5821,"4"6"-5380,28 38 266,3-2 0,1-1 0,2-2 0,72 58 1,-83-76-591,-20-15-266,0 1 0,0-2 0,0 1 0,1-1 0,0 0 0,0-1 0,0 0 0,0 0 0,1-1 0,0 0 0,-1 0 0,14 2 0,-18-6-184,-1 1 0,1-1 0,0 0 0,0 0 0,0 0 0,-1 0 1,1-1-1,0 0 0,-1 1 0,1-1 0,-1 0 0,0-1 0,5-3 0,4-5-1600</inkml:trace>
</inkml:ink>
</file>

<file path=ppt/ink/ink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6:16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75 600,'5'-63'5579,"-4"61"-4859,-1 1-661,0 1-1,0 0 1,0 0 0,0 0-1,0-1 1,0 1-1,0 0 1,0 0 0,0-1-1,1 1 1,-1 0-1,0 0 1,0-1-1,0 1 1,0 0 0,-1 0-1,1-1 1,0 1-1,0 0 1,0 0-1,0-1 1,0 1 0,0 0-1,0 0 1,0-1-1,0 1 1,-1 0 0,1 0-1,0-1 1,0 1-1,0 0 1,0 0-1,-1 0 1,1 0 0,0-1-1,0 1 1,0 0-1,-1 0 1,1 0 0,0 0-1,0 0 1,-1 0-1,1 0 1,0 0-1,0-1 1,-1 1 0,1 0-1,0 0 1,0 0-1,-1 0 1,1 0-1,0 0 1,0 1 0,-1-1-1,1 0 1,0 0-1,-1 0 1,-11 11 185,1 1 0,1 1-1,-1 0 1,2 0 0,-12 21 0,-40 86-154,40-78-686,-32 66-5410,33-73 3054</inkml:trace>
</inkml:ink>
</file>

<file path=ppt/ink/ink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18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192 257 1028 0 0,'-13'-14'5700'0'0,"11"29"-2509"0"0,2-2-3815 0 0,0 245 2601 0 0,5-102-1148 0 0,-8-137-186 0 0,-5-17 272 0 0,-17-29-85 0 0,7 4-748 0 0,1-1-1 0 0,2-1 0 0 0,0 0 0 0 0,2-1 1 0 0,1 0-1 0 0,1-1 0 0 0,1-1 0 0 0,2 1 1 0 0,0-1-1 0 0,2-1 0 0 0,1 0 0 0 0,1 1 1 0 0,1-32-1 0 0,4 48-107 0 0,0-1 0 0 0,1 1 0 0 0,0 0 1 0 0,1 0-1 0 0,0 0 0 0 0,1 0 0 0 0,1 0 0 0 0,0 1 1 0 0,0 0-1 0 0,1 0 0 0 0,0 0 0 0 0,1 1 0 0 0,0 0 1 0 0,1 0-1 0 0,0 1 0 0 0,1 0 0 0 0,0 0 0 0 0,0 1 1 0 0,1 0-1 0 0,0 1 0 0 0,0 0 0 0 0,0 0 0 0 0,1 1 1 0 0,0 1-1 0 0,1-1 0 0 0,-1 2 0 0 0,1 0 0 0 0,0 0 1 0 0,0 1-1 0 0,0 1 0 0 0,0 0 0 0 0,1 0 0 0 0,-1 1 1 0 0,1 1-1 0 0,-1 0 0 0 0,0 1 0 0 0,1 0 1 0 0,-1 1-1 0 0,0 0 0 0 0,0 1 0 0 0,22 9 0 0 0,-21-7-3 0 0,-1 1 1 0 0,1 1-1 0 0,-2 1 0 0 0,1-1 0 0 0,-1 2 0 0 0,0 0 0 0 0,-1 0 1 0 0,0 1-1 0 0,0 0 0 0 0,13 19 0 0 0,-20-25 23 0 0,0 0 0 0 0,0 1-1 0 0,0-1 1 0 0,-1 1 0 0 0,0-1 0 0 0,0 1 0 0 0,0 0-1 0 0,-1 0 1 0 0,1 0 0 0 0,-1 0 0 0 0,0 0 0 0 0,0 0-1 0 0,-1 1 1 0 0,0-1 0 0 0,0 0 0 0 0,0 0-1 0 0,0 0 1 0 0,-1 0 0 0 0,0 0 0 0 0,0 1 0 0 0,0-1-1 0 0,-1 0 1 0 0,0-1 0 0 0,0 1 0 0 0,0 0 0 0 0,0-1-1 0 0,-1 1 1 0 0,0-1 0 0 0,0 1 0 0 0,0-1-1 0 0,-5 5 1 0 0,-3 2 15 0 0,-1-1-1 0 0,-1 0 1 0 0,0-1 0 0 0,0 0-1 0 0,-1-1 1 0 0,1 0-1 0 0,-2-2 1 0 0,-22 9 0 0 0,11-6-365 0 0,0-2 0 0 0,0 0 1 0 0,0-2-1 0 0,-34 2 0 0 0,42-7-1821 0 0,9-6-2765 0 0,4-3 2011 0 0</inkml:trace>
</inkml:ink>
</file>

<file path=ppt/ink/ink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18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0 143 868 0 0,'7'3'501'0'0,"0"0"0"0"0,0 1 1 0 0,-1-1-1 0 0,1 2 0 0 0,-1-1 0 0 0,0 1 0 0 0,0 0 0 0 0,0 0 0 0 0,6 8 1 0 0,-9-8-383 0 0,1 0 0 0 0,-1 0 0 0 0,0 0 0 0 0,0 0 0 0 0,0 1 1 0 0,-1-1-1 0 0,0 1 0 0 0,0-1 0 0 0,0 1 0 0 0,-1 0 1 0 0,1 0-1 0 0,-2 0 0 0 0,1 0 0 0 0,0 0 0 0 0,-1 0 1 0 0,0 0-1 0 0,-1 0 0 0 0,0 0 0 0 0,-2 10 0 0 0,1-4 78 0 0,-2 0-1 0 0,0 0 0 0 0,0 0 0 0 0,-1 0 0 0 0,0-1 1 0 0,-9 13-1 0 0,13-23 651 0 0,2-7-753 0 0,2-4-62 0 0,0-1 0 0 0,1 1 0 0 0,0 0 0 0 0,1 0 0 0 0,0 1 0 0 0,0-1 0 0 0,1 1 0 0 0,10-12 0 0 0,-2 5-6 0 0,0 0 0 0 0,2 0 0 0 0,26-21 0 0 0,-38 34-33 0 0,-2 1-1 0 0,1 0 0 0 0,-1 0 0 0 0,0 1 1 0 0,0-1-1 0 0,1 0 0 0 0,-1 1 0 0 0,1 0 0 0 0,-1-1 0 0 0,1 1 0 0 0,0 0 0 0 0,3 0 0 0 0,-2 3 4 0 0,0 1 0 0 0,-1 1 0 0 0,1-1 0 0 0,-1 0 0 0 0,0 1 0 0 0,0 0 0 0 0,0-1 0 0 0,-1 1 0 0 0,1 0 0 0 0,-1 1 0 0 0,4 7 0 0 0,14 22-15 0 0,-15-29 33 0 0,0 0 1 0 0,0-1-1 0 0,0 1 1 0 0,1-1-1 0 0,-1 0 1 0 0,1 0-1 0 0,7 2 0 0 0,-12-5-11 0 0,1-1 0 0 0,-1 1-1 0 0,0-1 1 0 0,0 1 0 0 0,1-1 0 0 0,-1 0-1 0 0,0 0 1 0 0,0 0 0 0 0,1 0-1 0 0,-1 0 1 0 0,0 0 0 0 0,1 0 0 0 0,-1 0-1 0 0,0 0 1 0 0,1 0 0 0 0,-1-1-1 0 0,0 1 1 0 0,0-1 0 0 0,0 1 0 0 0,1-1-1 0 0,-1 1 1 0 0,0-1 0 0 0,0 0-1 0 0,0 1 1 0 0,0-1 0 0 0,0 0-1 0 0,0 0 1 0 0,0 0 0 0 0,0 0 0 0 0,0 0-1 0 0,0 0 1 0 0,-1 0 0 0 0,1 0-1 0 0,0 0 1 0 0,-1 0 0 0 0,1-1 0 0 0,-1 1-1 0 0,1 0 1 0 0,-1 0 0 0 0,0 0-1 0 0,1-1 1 0 0,-1 1 0 0 0,0 0 0 0 0,0-1-1 0 0,0 1 1 0 0,0-2 0 0 0,-4-45 208 0 0,4 46-209 0 0,6-3-216 0 0,-5 5 206 0 0,-1-1 0 0 0,0 1 1 0 0,1-1-1 0 0,-1 1 0 0 0,1 0 0 0 0,-1-1 1 0 0,1 1-1 0 0,-1 0 0 0 0,1-1 0 0 0,-1 1 0 0 0,1 0 1 0 0,-1-1-1 0 0,1 1 0 0 0,-1 0 0 0 0,1 0 1 0 0,0 0-1 0 0,-1-1 0 0 0,1 1 0 0 0,-1 0 1 0 0,1 0-1 0 0,0 0 0 0 0,-1 0 0 0 0,1 0 0 0 0,-1 0 1 0 0,1 0-1 0 0,0 0 0 0 0,-1 1 0 0 0,1-1 1 0 0,-1 0-1 0 0,1 0 0 0 0,0 1 0 0 0,10 0-49 0 0,-1 1 0 0 0,1-1 0 0 0,-1-1 0 0 0,1 0 0 0 0,-1-1 0 0 0,1 0 0 0 0,-1 0 0 0 0,1-1 0 0 0,19-7 0 0 0,-26 8 60 0 0,1-1 1 0 0,-1 0 0 0 0,0 0-1 0 0,0 0 1 0 0,0 0 0 0 0,0-1-1 0 0,0 0 1 0 0,-1 0 0 0 0,1 0-1 0 0,-1 0 1 0 0,0 0-1 0 0,0-1 1 0 0,0 1 0 0 0,0-1-1 0 0,0 0 1 0 0,-1 0 0 0 0,0 0-1 0 0,0 0 1 0 0,0-1 0 0 0,0 1-1 0 0,-1 0 1 0 0,1-1 0 0 0,-1 1-1 0 0,1-9 1 0 0,-2 6 52 0 0,0 0 1 0 0,-1 0-1 0 0,1 1 0 0 0,-1-1 1 0 0,-1 0-1 0 0,1 1 1 0 0,-1-1-1 0 0,0 1 0 0 0,0 0 1 0 0,-1 0-1 0 0,0 0 0 0 0,0 0 1 0 0,-1 0-1 0 0,1 0 1 0 0,-1 1-1 0 0,-1-1 0 0 0,1 1 1 0 0,-1 0-1 0 0,-6-5 0 0 0,11 10-51 0 0,0-1-1 0 0,-1 1 0 0 0,1 0 1 0 0,0-1-1 0 0,-1 1 0 0 0,1 0 0 0 0,0-1 1 0 0,-1 1-1 0 0,1 0 0 0 0,-1-1 1 0 0,1 1-1 0 0,0 0 0 0 0,-1 0 1 0 0,1 0-1 0 0,-1-1 0 0 0,1 1 0 0 0,-1 0 1 0 0,1 0-1 0 0,-1 0 0 0 0,1 0 1 0 0,-1 0-1 0 0,1 0 0 0 0,-1 0 1 0 0,1 0-1 0 0,-1 0 0 0 0,1 0 0 0 0,-1 0 1 0 0,1 0-1 0 0,-1 0 0 0 0,1 0 1 0 0,0 0-1 0 0,-1 1 0 0 0,1-1 1 0 0,-1 0-1 0 0,1 0 0 0 0,-1 0 0 0 0,1 1 1 0 0,0-1-1 0 0,-1 0 0 0 0,1 1 1 0 0,-1-1-1 0 0,1 0 0 0 0,0 1 1 0 0,-1-1-1 0 0,1 1 0 0 0,0-1 0 0 0,0 0 1 0 0,-1 1-1 0 0,1-1 0 0 0,0 1 1 0 0,0-1-1 0 0,-1 1 0 0 0,-4 22 26 0 0,7-12-17 0 0,0 0-1 0 0,1 0 0 0 0,1-1 1 0 0,0 1-1 0 0,0-1 1 0 0,1 0-1 0 0,1 0 0 0 0,0-1 1 0 0,0 1-1 0 0,0-1 0 0 0,1-1 1 0 0,15 16-1 0 0,-11-13-8 0 0,-1 1-1 0 0,-1 0 1 0 0,0 1-1 0 0,-1 0 1 0 0,12 25-1 0 0,-19-35-1 0 0,0-1 0 0 0,0 1 0 0 0,-1 0 0 0 0,1-1-1 0 0,-1 1 1 0 0,0-1 0 0 0,0 1 0 0 0,0 0 0 0 0,0-1-1 0 0,0 1 1 0 0,-1-1 0 0 0,1 1 0 0 0,-1 0 0 0 0,0-1-1 0 0,1 1 1 0 0,-1-1 0 0 0,0 0 0 0 0,-1 1 0 0 0,1-1-1 0 0,0 0 1 0 0,-1 1 0 0 0,1-1 0 0 0,-1 0 0 0 0,0 0-1 0 0,1 0 1 0 0,-1 0 0 0 0,-2 1 0 0 0,-6 5-16 0 0,0-1 1 0 0,1-1-1 0 0,-2 0 1 0 0,-15 8-1 0 0,17-10-38 0 0,7-3-202 0 0</inkml:trace>
</inkml:ink>
</file>

<file path=ppt/ink/ink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19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45 820 0 0,'15'1'1894'0'0,"-14"-1"-1542"0"0,0 0-1 0 0,0 0 1 0 0,0 0-1 0 0,1 0 0 0 0,-1 0 1 0 0,0 0-1 0 0,0 0 1 0 0,0-1-1 0 0,0 1 1 0 0,1 0-1 0 0,-1-1 0 0 0,0 1 1 0 0,0 0-1 0 0,0-1 1 0 0,0 0-1 0 0,0 1 1 0 0,0-1-1 0 0,0 0 0 0 0,0 1 1 0 0,0-1-1 0 0,0 0 1 0 0,-1 0-1 0 0,1 0 1 0 0,0 0-1 0 0,0 1 1 0 0,-1-1-1 0 0,1 0 0 0 0,1-3 1619 0 0,2-13 240 0 0,-20 6-12401 0 0</inkml:trace>
</inkml:ink>
</file>

<file path=ppt/ink/ink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0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168 187 32 0 0,'0'0'2900'0'0,"-3"-2"-2278"0"0,-31-31 6878 0 0,33 32-6415 0 0,0 0-1024 0 0,0 0 0 0 0,1 0 0 0 0,-1 0 0 0 0,0 0 0 0 0,0 0 0 0 0,0 1 0 0 0,0-1 0 0 0,1 0 0 0 0,-1 0 0 0 0,0 1 0 0 0,-1-1 0 0 0,1 1 0 0 0,0-1 0 0 0,0 1 0 0 0,0-1 1 0 0,-2 0-1 0 0,-2 4-61 0 0,0 0 1 0 0,1 0 0 0 0,-1 0-1 0 0,1 0 1 0 0,0 1 0 0 0,0 0 0 0 0,0 0-1 0 0,1 0 1 0 0,-1 0 0 0 0,1 0 0 0 0,0 1-1 0 0,0 0 1 0 0,1-1 0 0 0,-1 1 0 0 0,1 0-1 0 0,0 0 1 0 0,1 1 0 0 0,-2 5 0 0 0,1 0 8 0 0,1 1 0 0 0,0-1 1 0 0,1 1-1 0 0,1 0 0 0 0,3 20 1 0 0,-4-29-3 0 0,0 0 12 0 0,0-1 0 0 0,1 1 0 0 0,-1-1 0 0 0,1 1 0 0 0,-1 0 0 0 0,1-1 0 0 0,0 0 0 0 0,0 1 0 0 0,0-1 0 0 0,0 1 0 0 0,0-1 0 0 0,1 0 0 0 0,-1 0 0 0 0,1 0 0 0 0,-1 0 0 0 0,1 0 0 0 0,0 0 0 0 0,0 0 0 0 0,0-1 0 0 0,0 1 0 0 0,0 0-1 0 0,0-1 1 0 0,0 0 0 0 0,1 1 0 0 0,-1-1 0 0 0,0 0 0 0 0,1 0 0 0 0,-1-1 0 0 0,1 1 0 0 0,-1 0 0 0 0,1-1 0 0 0,-1 1 0 0 0,1-1 0 0 0,-1 0 0 0 0,1 0 0 0 0,0 0 0 0 0,-1 0 0 0 0,1-1 0 0 0,-1 1 0 0 0,1-1 0 0 0,-1 1 0 0 0,1-1 0 0 0,-1 0 0 0 0,1 0 0 0 0,-1 0 0 0 0,0 0 0 0 0,1 0 0 0 0,-1-1 0 0 0,0 1 0 0 0,4-4 0 0 0,4-7 58 0 0,-1 1 0 0 0,0-2 1 0 0,-1 0-1 0 0,0 0 0 0 0,-1 0 0 0 0,-1-1 0 0 0,0 0 1 0 0,5-18-1 0 0,-5 16-161 0 0,0-1 0 0 0,1 1 1 0 0,1 0-1 0 0,0 0 0 0 0,1 1 0 0 0,13-16 1 0 0,73-65-405 0 0,-94 95 702 0 0,-40 125 444 0 0,-48 321-561 0 0,41-182-10 0 0,43-250-88 0 0,0 0 0 0 0,-1 1 1 0 0,-10 22-1 0 0,12-32 23 0 0,0 0 0 0 0,0-1-1 0 0,0 1 1 0 0,0-1 0 0 0,0 1 0 0 0,-1-1-1 0 0,1 0 1 0 0,-1 0 0 0 0,0 0 0 0 0,0-1-1 0 0,0 1 1 0 0,0-1 0 0 0,0 1 0 0 0,-1-1 0 0 0,1 0-1 0 0,-8 3 1 0 0,8-5 15 0 0,0 0 1 0 0,1 0-1 0 0,-1 0 1 0 0,0-1-1 0 0,1 1 0 0 0,-1-1 1 0 0,1 1-1 0 0,-1-1 1 0 0,1 0-1 0 0,-1 0 0 0 0,1 0 1 0 0,-1-1-1 0 0,1 1 1 0 0,0 0-1 0 0,-1-1 0 0 0,1 1 1 0 0,0-1-1 0 0,-2-2 1 0 0,-31-34 501 0 0,27 25-429 0 0,1 0 0 0 0,0 0 0 0 0,2-1 1 0 0,-1 1-1 0 0,2-1 0 0 0,-6-24 0 0 0,8 29-194 0 0,1 0 0 0 0,0 1 0 0 0,1-1 0 0 0,0 0 0 0 0,0 0 0 0 0,0 0 0 0 0,1 0 0 0 0,1 1 0 0 0,0-1 0 0 0,0 0 0 0 0,0 1 0 0 0,6-12 0 0 0,-6 17-113 0 0,0 0 0 0 0,0-1 1 0 0,0 1-1 0 0,0 0 0 0 0,1 0 0 0 0,0 1 1 0 0,-1-1-1 0 0,1 1 0 0 0,0-1 0 0 0,0 1 1 0 0,1 0-1 0 0,-1 0 0 0 0,0 0 0 0 0,5-1 1 0 0,51-14-7151 0 0,-39 14 4030 0 0</inkml:trace>
</inkml:ink>
</file>

<file path=ppt/ink/ink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1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0 207 776 0 0,'4'7'1242'0'0,"1"-5"1731"0"0,15-6-2445 0 0,0 0 0 0 0,0-1 0 0 0,0-1 0 0 0,-1-1 0 0 0,0-1 0 0 0,0 0 0 0 0,-1-2 0 0 0,0 0 0 0 0,0-1 0 0 0,-2 0 0 0 0,1-2-1 0 0,26-25 1 0 0,-40 34-426 0 0,0 0-1 0 0,0 0 1 0 0,0-1-1 0 0,0 1 0 0 0,-1 0 1 0 0,0-1-1 0 0,0 0 1 0 0,0 1-1 0 0,-1-1 0 0 0,1 0 1 0 0,-1 0-1 0 0,1-7 1 0 0,-2 10 75 0 0,-2 0-91 0 0,1 1-85 0 0,1 1 0 0 0,0-1 0 0 0,-1 0 0 0 0,1 1 0 0 0,-1-1 0 0 0,1 0 0 0 0,-1 1 0 0 0,1-1 0 0 0,-1 1 1 0 0,0-1-1 0 0,1 1 0 0 0,-1-1 0 0 0,0 1 0 0 0,1 0 0 0 0,-1-1 0 0 0,0 1 0 0 0,1 0 0 0 0,-1-1 0 0 0,0 1 0 0 0,0 0 0 0 0,1 0 1 0 0,-1 0-1 0 0,0-1 0 0 0,0 1 0 0 0,0 0 0 0 0,1 0 0 0 0,-1 0 0 0 0,0 1 0 0 0,0-1 0 0 0,1 0 0 0 0,-1 0 0 0 0,0 0 0 0 0,-1 1 1 0 0,-3 2-4 0 0,0 1 0 0 0,0-1 0 0 0,1 1 0 0 0,-1 0 0 0 0,1 0 0 0 0,0 1 0 0 0,0-1 0 0 0,1 1 0 0 0,-1 0 0 0 0,1 0 0 0 0,0 0 0 0 0,0 0 1 0 0,-3 9-1 0 0,5-11 3 0 0,0 0 1 0 0,0-1-1 0 0,0 1 1 0 0,1 0-1 0 0,-1 0 1 0 0,1 0-1 0 0,-1 0 1 0 0,1 0-1 0 0,0 0 1 0 0,0-1-1 0 0,0 1 1 0 0,1 0-1 0 0,-1 0 1 0 0,1 0-1 0 0,-1 0 1 0 0,1 0-1 0 0,0-1 1 0 0,0 1-1 0 0,0 0 1 0 0,1-1-1 0 0,-1 1 1 0 0,0-1-1 0 0,1 1 1 0 0,0-1-1 0 0,0 1 1 0 0,0-1-1 0 0,0 0 1 0 0,0 0-1 0 0,0 0 1 0 0,0 0-1 0 0,4 2 1 0 0,-1-2 1 0 0,0 0 0 0 0,0 0 0 0 0,0 0 1 0 0,1-1-1 0 0,-1 0 0 0 0,1 0 0 0 0,-1 0 0 0 0,1-1 0 0 0,-1 1 1 0 0,1-1-1 0 0,-1-1 0 0 0,1 1 0 0 0,-1-1 0 0 0,1 0 0 0 0,-1 0 0 0 0,0 0 1 0 0,1-1-1 0 0,-1 0 0 0 0,0 0 0 0 0,9-6 0 0 0,-3 4-5 0 0,137-57-144 0 0,-146 60 133 0 0,0 1 1 0 0,0 0-1 0 0,0 0 0 0 0,0-1 1 0 0,1 1-1 0 0,-1 1 1 0 0,0-1-1 0 0,0 0 0 0 0,0 0 1 0 0,0 1-1 0 0,0-1 1 0 0,0 1-1 0 0,0 0 0 0 0,-1-1 1 0 0,1 1-1 0 0,0 0 0 0 0,0 0 1 0 0,2 2-1 0 0,33 27-153 0 0,-8-7 215 0 0,-28-23 387 0 0,1 0-362 0 0,0-1 1 0 0,1 1-1 0 0,-1-1 1 0 0,0 0 0 0 0,0 0-1 0 0,0 0 1 0 0,0 0 0 0 0,0 0-1 0 0,-1 0 1 0 0,1-1-1 0 0,3-1 1 0 0,11-22 142 0 0,12-16-618 0 0,-5 21-7816 0 0</inkml:trace>
</inkml:ink>
</file>

<file path=ppt/ink/ink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1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0 300 448 0 0,'0'0'2999'0'0,"28"-34"1738"0"0,-18 17-3721 0 0,-6 10-597 0 0,0 1 0 0 0,-1-1 0 0 0,1 0 0 0 0,-1 0 0 0 0,2-9 0 0 0,-5 14-171 0 0,-4-15 726 0 0,3 14-341 0 0,-5 9-474 0 0,1 0-341 0 0,4-4 173 0 0,0 0 0 0 0,0 1 0 0 0,0-1 0 0 0,0 0 0 0 0,1 1 0 0 0,-1-1 0 0 0,1 1 0 0 0,-1-1 0 0 0,1 1 0 0 0,0 0 0 0 0,0-1 0 0 0,0 1 0 0 0,0-1 0 0 0,0 1 0 0 0,1-1 0 0 0,-1 1 0 0 0,1-1 0 0 0,0 1 0 0 0,0-1 0 0 0,-1 0 0 0 0,2 1 0 0 0,-1-1 0 0 0,0 0 0 0 0,2 3 0 0 0,0-2-11 0 0,0 0 0 0 0,0 0 0 0 0,1 0 0 0 0,-1-1 0 0 0,1 1 0 0 0,-1-1 0 0 0,1 0 0 0 0,0 0 0 0 0,0 0 0 0 0,0 0 0 0 0,0-1 0 0 0,0 0 0 0 0,0 0 0 0 0,0 0-1 0 0,0 0 1 0 0,1 0 0 0 0,-1-1 0 0 0,0 0 0 0 0,0 0 0 0 0,1 0 0 0 0,-1 0 0 0 0,0-1 0 0 0,0 0 0 0 0,1 0 0 0 0,3-1 0 0 0,3-1-2 0 0,0-1 0 0 0,0 1-1 0 0,-1-2 1 0 0,0 1 0 0 0,0-1 0 0 0,0-1 0 0 0,-1 0 0 0 0,17-13-1 0 0,-21 16 14 0 0,0 1 0 0 0,0 0 0 0 0,0 0-1 0 0,1 0 1 0 0,-1 0 0 0 0,1 1-1 0 0,-1 0 1 0 0,1 0 0 0 0,0 1-1 0 0,-1-1 1 0 0,1 1 0 0 0,0 0-1 0 0,0 1 1 0 0,8 1 0 0 0,16-1-87 0 0,-11-1-14 0 0,0-2-1 0 0,-1 0 1 0 0,1-1-1 0 0,0 0 1 0 0,-1-2-1 0 0,19-7 1 0 0,-33 10 122 0 0,1 0 0 0 0,0 0 0 0 0,-1-1 0 0 0,1 1 0 0 0,-1-1 1 0 0,0 0-1 0 0,0-1 0 0 0,0 1 0 0 0,0-1 0 0 0,-1 1 0 0 0,0-1 1 0 0,1 0-1 0 0,-1-1 0 0 0,-1 1 0 0 0,1 0 0 0 0,0-1 0 0 0,-1 1 0 0 0,0-1 1 0 0,0 0-1 0 0,-1 0 0 0 0,1 0 0 0 0,-1 0 0 0 0,0 0 0 0 0,-1 0 0 0 0,1 0 1 0 0,-1-10-1 0 0,0 8 204 0 0,-1 0 0 0 0,0 0 0 0 0,-1 0 0 0 0,0 0-1 0 0,0 0 1 0 0,0 0 0 0 0,-6-11 0 0 0,7 17 352 0 0,0 6-489 0 0,-2 9 24 0 0,1 0 0 0 0,0 1-1 0 0,2-1 1 0 0,0 0 0 0 0,0 1 0 0 0,1-1 0 0 0,1 0 0 0 0,4 18-1 0 0,13 43-955 0 0,5-5-4634 0 0</inkml:trace>
</inkml:ink>
</file>

<file path=ppt/ink/ink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2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29 452 0 0,'0'0'1089'0'0,"18"-23"5455"0"0,-13 21-6418 0 0,-1 1 1 0 0,1 0-1 0 0,-1 1 0 0 0,1-1 1 0 0,0 1-1 0 0,-1 0 0 0 0,6 0 1 0 0,36 9-5162 0 0,-36-6 2750 0 0</inkml:trace>
</inkml:ink>
</file>

<file path=ppt/ink/ink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2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0 181 104 0 0,'0'0'10122'0'0,"1"7"-9848"0"0,6 235 1702 0 0,-5-215-1435 0 0,-6-35 139 0 0,-1-48-252 0 0,9 22-393 0 0,2 1-1 0 0,1-1 0 0 0,1 2 1 0 0,19-46-1 0 0,-21 62-41 0 0,1 1 1 0 0,0 1-1 0 0,1-1 0 0 0,1 1 0 0 0,1 0 1 0 0,-1 1-1 0 0,2 0 0 0 0,0 1 0 0 0,1 0 1 0 0,0 1-1 0 0,17-13 0 0 0,-27 23 3 0 0,0 0 1 0 0,0 0-1 0 0,0 0 1 0 0,1 0-1 0 0,-1 0 1 0 0,1 0-1 0 0,-1 1 0 0 0,0-1 1 0 0,1 1-1 0 0,-1 0 1 0 0,1-1-1 0 0,-1 1 1 0 0,1 0-1 0 0,-1 1 0 0 0,1-1 1 0 0,-1 0-1 0 0,1 1 1 0 0,-1-1-1 0 0,1 1 1 0 0,-1 0-1 0 0,0 0 0 0 0,1 0 1 0 0,-1 0-1 0 0,0 0 1 0 0,0 0-1 0 0,0 1 1 0 0,0-1-1 0 0,0 1 0 0 0,0-1 1 0 0,0 1-1 0 0,0 0 1 0 0,-1 0-1 0 0,1 0 1 0 0,-1 0-1 0 0,3 3 0 0 0,7 11 15 0 0,-1 0 0 0 0,0 0 0 0 0,12 30 0 0 0,-15-30-7 0 0,34 66 25 0 0,47 105-247 0 0,-88-185-35 0 0,-2 0-1488 0 0,1-1 1449 0 0,0 0-1 0 0,0-1 1 0 0,0 1-1 0 0,0 0 1 0 0,0 0 0 0 0,-1-1-1 0 0,1 1 1 0 0,0 0-1 0 0,-1-1 1 0 0,1 1-1 0 0,0-1 1 0 0,-1 0-1 0 0,-1 1 1 0 0</inkml:trace>
</inkml:ink>
</file>

<file path=ppt/ink/ink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3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13 776 0 0,'0'0'4675'0'0,"5"-1"-3887"0"0,26-4 178 0 0,1 1-1 0 0,-1 2 1 0 0,47 2 0 0 0,44 7-2610 0 0,-67-3-2166 0 0,-27-3 1194 0 0</inkml:trace>
</inkml:ink>
</file>

<file path=ppt/ink/ink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3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59 632 0 0,'-1'-2'209'0'0,"0"1"0"0"0,0-1 0 0 0,0 1 1 0 0,0-1-1 0 0,0 0 0 0 0,0 1 0 0 0,-1 0 0 0 0,1-1 0 0 0,-1 1 0 0 0,1 0 0 0 0,-1 0 1 0 0,1 0-1 0 0,-1 0 0 0 0,0 0 0 0 0,1 0 0 0 0,-1 0 0 0 0,0 1 0 0 0,0-1 0 0 0,0 0 1 0 0,0 1-1 0 0,0 0 0 0 0,-2-1 0 0 0,-1 1 9 0 0,0 0-1 0 0,1 1 1 0 0,-1-1 0 0 0,0 1-1 0 0,0 0 1 0 0,1 0 0 0 0,-1 1-1 0 0,1-1 1 0 0,-5 3 0 0 0,-4 2 91 0 0,1 1 1 0 0,0 0 0 0 0,1 0-1 0 0,0 1 1 0 0,-17 16-1 0 0,25-21-269 0 0,0-1 0 0 0,1 1 0 0 0,-1 0 0 0 0,1 0 0 0 0,0 0 0 0 0,0 0 0 0 0,0 0 0 0 0,0 1-1 0 0,0-1 1 0 0,1 1 0 0 0,-1-1 0 0 0,1 1 0 0 0,0-1 0 0 0,0 1 0 0 0,0 0 0 0 0,1 0 0 0 0,0-1 0 0 0,-1 1 0 0 0,1 0 0 0 0,0 0 0 0 0,1 0-1 0 0,-1-1 1 0 0,1 1 0 0 0,-1 0 0 0 0,1-1 0 0 0,0 1 0 0 0,1 0 0 0 0,-1-1 0 0 0,1 1 0 0 0,-1-1 0 0 0,1 0 0 0 0,0 1 0 0 0,0-1 0 0 0,1 0-1 0 0,-1 0 1 0 0,0 0 0 0 0,1-1 0 0 0,0 1 0 0 0,0-1 0 0 0,0 1 0 0 0,0-1 0 0 0,0 0 0 0 0,0 0 0 0 0,1 0 0 0 0,-1 0 0 0 0,0-1-1 0 0,1 0 1 0 0,0 1 0 0 0,-1-1 0 0 0,1 0 0 0 0,0-1 0 0 0,-1 1 0 0 0,1-1 0 0 0,0 0 0 0 0,6 0 0 0 0,-2 0-12 0 0,0-1 0 0 0,0 0 0 0 0,0 0 0 0 0,1-1 0 0 0,-1 0 1 0 0,-1 0-1 0 0,1-1 0 0 0,0 0 0 0 0,-1 0 0 0 0,1-1 0 0 0,-1 0 0 0 0,0 0 1 0 0,0-1-1 0 0,-1 0 0 0 0,1 0 0 0 0,-1-1 0 0 0,0 1 0 0 0,-1-1 0 0 0,1-1 0 0 0,-1 1 1 0 0,0-1-1 0 0,-1 0 0 0 0,0 0 0 0 0,0 0 0 0 0,0 0 0 0 0,-1-1 0 0 0,0 0 1 0 0,0 0-1 0 0,1-9 0 0 0,-3 11 62 0 0,0 0 0 0 0,-1 0 0 0 0,1 0 0 0 0,-1 0 0 0 0,-1 0 0 0 0,1 0 0 0 0,-1 0 0 0 0,0 0 0 0 0,-3-8 0 0 0,3 12-73 0 0,1 0-1 0 0,-1 0 1 0 0,0 0 0 0 0,0 0 0 0 0,0 0-1 0 0,0 0 1 0 0,0 0 0 0 0,0 0 0 0 0,-1 1-1 0 0,1-1 1 0 0,0 0 0 0 0,-1 1 0 0 0,1 0-1 0 0,-1-1 1 0 0,0 1 0 0 0,0 0 0 0 0,1 0-1 0 0,-1-1 1 0 0,0 1 0 0 0,0 1-1 0 0,0-1 1 0 0,0 0 0 0 0,0 0 0 0 0,0 1-1 0 0,0-1 1 0 0,0 1 0 0 0,-5 0 0 0 0,5 0-171 0 0,-23 17-919 0 0,23-15 827 0 0,0 1 0 0 0,0 0 0 0 0,1 0-1 0 0,-1-1 1 0 0,1 1 0 0 0,0 0-1 0 0,0 0 1 0 0,0 1 0 0 0,0-1 0 0 0,0 3-1 0 0,-1 13-4871 0 0,2-4 2379 0 0</inkml:trace>
</inkml:ink>
</file>

<file path=ppt/ink/ink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4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58 304 0 0,'27'-34'7247'0'0,"-28"31"-6637"0"0,1 2-513 0 0,0 0-1 0 0,0 0 0 0 0,-1 0 0 0 0,1 0 1 0 0,0 0-1 0 0,0 0 0 0 0,-1 0 0 0 0,1 0 1 0 0,-1 1-1 0 0,1-1 0 0 0,-1 0 0 0 0,1 0 1 0 0,-1 0-1 0 0,1 0 0 0 0,-1 1 0 0 0,0-1 1 0 0,1 0-1 0 0,-1 0 0 0 0,0 1 0 0 0,0-1 1 0 0,0 1-1 0 0,1-1 0 0 0,-1 1 0 0 0,-2-1 1 0 0,-5 1 24 0 0,0 0-1 0 0,-1 1 1 0 0,1 0 0 0 0,0 1 0 0 0,0 0 0 0 0,0 0 0 0 0,0 1 0 0 0,0 0 0 0 0,0 1 0 0 0,1-1 0 0 0,0 1 0 0 0,-1 1 0 0 0,1-1 0 0 0,1 1-1 0 0,-1 0 1 0 0,1 1 0 0 0,0 0 0 0 0,0 0 0 0 0,1 0 0 0 0,-1 1 0 0 0,-4 7 0 0 0,9-11-98 0 0,0-1 0 0 0,0 1 0 0 0,0-1 0 0 0,0 1-1 0 0,0-1 1 0 0,1 1 0 0 0,-1 0 0 0 0,1-1 0 0 0,0 1 0 0 0,0 0 0 0 0,0-1 0 0 0,0 1 0 0 0,0 0 0 0 0,0-1 0 0 0,1 1 0 0 0,0-1-1 0 0,-1 1 1 0 0,1 0 0 0 0,0-1 0 0 0,2 5 0 0 0,0-3-48 0 0,0 0-1 0 0,0-1 0 0 0,0 1 1 0 0,0-1-1 0 0,1 0 1 0 0,-1 0-1 0 0,1 0 1 0 0,0 0-1 0 0,0-1 1 0 0,8 5-1 0 0,5 0-941 0 0,0 0-1 0 0,0-2 1 0 0,1 0 0 0 0,31 5-1 0 0,-28-7-2285 0 0,4-3 247 0 0</inkml:trace>
</inkml:ink>
</file>

<file path=ppt/ink/ink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4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22 224 0 0,'0'0'3256'0'0,"-3"-3"-2335"0"0,-1 0 0 0 0,1 0 1 0 0,-1 1-1 0 0,0-1 0 0 0,0 1 0 0 0,0 0 0 0 0,-4-1 0 0 0,3 3-775 0 0,-1 2 1 0 0,0-1 0 0 0,1 1-1 0 0,0-1 1 0 0,-1 2-1 0 0,1-1 1 0 0,0 0-1 0 0,0 1 1 0 0,0 0-1 0 0,1 0 1 0 0,-1 1-1 0 0,1-1 1 0 0,-6 7-1 0 0,8-8-135 0 0,0 0 1 0 0,0 0-1 0 0,1 1 0 0 0,-1-1 0 0 0,1 0 1 0 0,0 1-1 0 0,0-1 0 0 0,0 1 1 0 0,0-1-1 0 0,0 1 0 0 0,0 0 0 0 0,1-1 1 0 0,-1 1-1 0 0,1 0 0 0 0,0 0 1 0 0,0-1-1 0 0,0 1 0 0 0,0 0 0 0 0,0 0 1 0 0,1-1-1 0 0,-1 1 0 0 0,1 0 1 0 0,0 0-1 0 0,-1-1 0 0 0,1 1 0 0 0,0-1 1 0 0,1 1-1 0 0,-1-1 0 0 0,0 0 1 0 0,1 1-1 0 0,2 2 0 0 0,-1-1-281 0 0,0-1 0 0 0,0 1-1 0 0,0-1 1 0 0,0 0-1 0 0,0 0 1 0 0,1 0 0 0 0,0 0-1 0 0,7 4 1 0 0,20 3-5417 0 0,-20-8 2794 0 0</inkml:trace>
</inkml:ink>
</file>

<file path=ppt/ink/ink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22 932 0 0,'0'0'1044'0'0,"-5"-22"11103"0"0,4 25-12140 0 0,-18 40 340 0 0,18-40-329 0 0,0-1 0 0 0,1 1 1 0 0,-1-1-1 0 0,1 1 0 0 0,0 0 0 0 0,0-1 1 0 0,0 1-1 0 0,0-1 0 0 0,0 1 0 0 0,1-1 1 0 0,-1 1-1 0 0,1 0 0 0 0,-1-1 0 0 0,1 1 1 0 0,0-1-1 0 0,0 0 0 0 0,0 1 1 0 0,0-1-1 0 0,3 4 0 0 0,-2-4-31 0 0,-1 0-1 0 0,1-1 1 0 0,0 1-1 0 0,0-1 0 0 0,0 0 1 0 0,-1 1-1 0 0,1-1 1 0 0,0 0-1 0 0,1 0 1 0 0,-1 0-1 0 0,0 0 1 0 0,0-1-1 0 0,0 1 1 0 0,0 0-1 0 0,1-1 1 0 0,-1 0-1 0 0,0 0 1 0 0,1 1-1 0 0,-1-1 1 0 0,0 0-1 0 0,0-1 1 0 0,1 1-1 0 0,-1 0 1 0 0,0-1-1 0 0,0 1 1 0 0,1-1-1 0 0,-1 0 1 0 0,4-1-1 0 0,8-2-141 0 0,1 2 58 0 0,-12 1 54 0 0,-1 1 0 0 0,1-1 1 0 0,-1 1-1 0 0,0 0 1 0 0,1 0-1 0 0,-1 0 1 0 0,1 0-1 0 0,-1 0 1 0 0,1 0-1 0 0,-1 0 0 0 0,1 1 1 0 0,-1 0-1 0 0,0-1 1 0 0,1 1-1 0 0,-1 0 1 0 0,0 0-1 0 0,0 0 1 0 0,0 0-1 0 0,1 0 0 0 0,1 3 1 0 0,-2-3 32 0 0,1 1 0 0 0,-1-1 0 0 0,1 0 0 0 0,0 0-1 0 0,-1 0 1 0 0,1 0 0 0 0,0 0 0 0 0,0-1 0 0 0,0 1 0 0 0,0-1 0 0 0,0 1 0 0 0,-1-1 0 0 0,1 0 0 0 0,0 0 0 0 0,0-1 0 0 0,0 1-1 0 0,0-1 1 0 0,0 1 0 0 0,5-3 0 0 0,55-24 4 0 0,-51 21 6 0 0,5-2 7 0 0,-8 2-14 0 0,0 2 0 0 0,1-1 0 0 0,-1 1 0 0 0,1 1-1 0 0,0 0 1 0 0,0 0 0 0 0,0 1 0 0 0,0 0 0 0 0,1 0-1 0 0,-1 1 1 0 0,0 1 0 0 0,1 0 0 0 0,-1 0 0 0 0,0 1 0 0 0,0 1-1 0 0,18 3 1 0 0,-20-4 18 0 0,0-2-1 0 0,1 1 1 0 0,-1-1-1 0 0,0-1 1 0 0,0 1-1 0 0,0-1 1 0 0,0-1-1 0 0,0 1 1 0 0,0-1-1 0 0,0-1 1 0 0,-1 0-1 0 0,10-5 1 0 0,15-7 852 0 0,-30 15-622 0 0,-2 1-230 0 0,0 1 0 0 0,0-1 0 0 0,0 0 0 0 0,0 0 0 0 0,0 0 1 0 0,0 1-1 0 0,0-1 0 0 0,0 0 0 0 0,0 0 0 0 0,0 0 0 0 0,0 0 0 0 0,0 1 0 0 0,0-1 0 0 0,1 0 0 0 0,-1 0 0 0 0,0 0 1 0 0,0 0-1 0 0,0 1 0 0 0,0-1 0 0 0,0 0 0 0 0,1 0 0 0 0,-1 0 0 0 0,0 0 0 0 0,0 0 0 0 0,0 0 0 0 0,0 0 1 0 0,1 0-1 0 0,-1 1 0 0 0,0-1 0 0 0,0 0 0 0 0,0 0 0 0 0,0 0 0 0 0,1 0 0 0 0,-1 0 0 0 0,0 0 0 0 0,0 0 0 0 0,0 0 1 0 0,1 0-1 0 0,-1 0 0 0 0,0 0 0 0 0,0 0 0 0 0,0 0 0 0 0,1 0 0 0 0,-1 0 0 0 0,0-1 0 0 0,0 1 0 0 0,0 0 0 0 0,0 0 1 0 0,1 0-1 0 0,-1 0 0 0 0,0 0 0 0 0,0 0 0 0 0,0 0 0 0 0,0 0 0 0 0,1-1 0 0 0,-1 1 0 0 0,0 0 0 0 0,0 0 1 0 0,0 0-1 0 0,0 0 0 0 0,0-1 0 0 0,0 1 0 0 0,0 0 0 0 0,0 0 0 0 0,0 0 0 0 0,1 0 0 0 0,-1-1 0 0 0,0 1 0 0 0,0 0 1 0 0,9 11 196 0 0,-8 3-129 0 0,0-1 0 0 0,0 1 0 0 0,-1-1 1 0 0,-1 1-1 0 0,0-1 0 0 0,-1 1 0 0 0,-1-1 1 0 0,-7 25-1 0 0,6-25-36 0 0,-55 174-233 0 0,6-68-5083 0 0,40-96 1296 0 0,-2-1 306 0 0</inkml:trace>
</inkml:ink>
</file>

<file path=ppt/ink/ink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6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63 219 40 0 0,'-2'-10'1716'0'0,"-6"-39"4887"0"0,8 47-5144 0 0,-1 2-1144 0 0,1-8-153 0 0,1 11 1398 0 0,5 172-885 0 0,14 164-58 0 0,-16-283-506 0 0,4 27 176 0 0,-8-81-245 0 0,16-152-444 0 0,43-326-1705 0 0,-51 421 1954 0 0,13-62 863 0 0,-21 117-701 0 0,0 0 0 0 0,1-1 0 0 0,-1 1 0 0 0,0 0 0 0 0,0 0 0 0 0,0-1 0 0 0,0 1 0 0 0,0 0 1 0 0,0 0-1 0 0,0-1 0 0 0,0 1 0 0 0,0 0 0 0 0,0-1 0 0 0,0 1 0 0 0,0 0 0 0 0,0 0 0 0 0,0-1 0 0 0,0 1 0 0 0,0 0 0 0 0,0 0 0 0 0,0-1 0 0 0,-1 1 0 0 0,1 0 0 0 0,0 0 0 0 0,0-1 0 0 0,0 1 1 0 0,0 0-1 0 0,-1 0 0 0 0,1 0 0 0 0,0-1 0 0 0,0 1 0 0 0,0 0 0 0 0,-1 0 0 0 0,1 0 0 0 0,0-1 0 0 0,0 1 0 0 0,-1 0 0 0 0,1 0 0 0 0,0 0 0 0 0,0 0 0 0 0,-1 0 0 0 0,1 0 0 0 0,0 0 0 0 0,-14 7 74 0 0,-15 21-51 0 0,-3 7 57 0 0,2 3-1 0 0,2 0 0 0 0,-30 52 1 0 0,118-167 76 0 0,-56 72-177 0 0,1 0 1 0 0,0 1-1 0 0,0-1 0 0 0,0 1 0 0 0,0 0 0 0 0,1 0 0 0 0,-1 1 1 0 0,1 0-1 0 0,10-5 0 0 0,-13 8 5 0 0,1-1 0 0 0,-1 1 0 0 0,1 0 1 0 0,-1-1-1 0 0,1 1 0 0 0,-1 1 0 0 0,0-1 0 0 0,1 1 0 0 0,-1-1 0 0 0,1 1 1 0 0,-1 0-1 0 0,0 0 0 0 0,0 0 0 0 0,1 1 0 0 0,-1-1 0 0 0,0 1 1 0 0,0-1-1 0 0,0 1 0 0 0,-1 0 0 0 0,4 3 0 0 0,112 94-310 0 0,-7-6-6437 0 0,-87-74 3752 0 0</inkml:trace>
</inkml:ink>
</file>

<file path=ppt/ink/ink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7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104 286 976 0 0,'-6'1'7734'0'0,"0"353"-4769"0"0,6-349-2934 0 0,-7 47 2574 0 0,3-58-2359 0 0,-7-10-132 0 0,1-2 1 0 0,1 1 0 0 0,1-1-1 0 0,0-1 1 0 0,1 0-1 0 0,1 0 1 0 0,1 0 0 0 0,1 0-1 0 0,-3-35 1 0 0,3 18-57 0 0,3 0 0 0 0,0 0 0 0 0,3 0 0 0 0,9-61 0 0 0,-6 75-64 0 0,0 0 0 0 0,1 0 0 0 0,2 0 1 0 0,0 1-1 0 0,20-36 0 0 0,-25 52-16 0 0,1-1 1 0 0,-1 1 0 0 0,1 0-1 0 0,1 0 1 0 0,-1 0-1 0 0,1 0 1 0 0,0 1-1 0 0,0 0 1 0 0,0 0-1 0 0,0 0 1 0 0,7-2 0 0 0,-8 4 1 0 0,-1 1 0 0 0,1-1 1 0 0,0 1-1 0 0,0 0 0 0 0,0 1 1 0 0,1-1-1 0 0,-1 1 0 0 0,0-1 1 0 0,0 1-1 0 0,0 1 0 0 0,0-1 1 0 0,0 1-1 0 0,0-1 0 0 0,0 1 1 0 0,0 0-1 0 0,0 0 0 0 0,0 1 1 0 0,0-1-1 0 0,4 3 0 0 0,1 2-74 0 0,-1-1 1 0 0,0 1-1 0 0,0 1 0 0 0,0-1 0 0 0,-1 1 0 0 0,0 1 0 0 0,0-1 0 0 0,-1 1 0 0 0,0 1 0 0 0,0-1 0 0 0,-1 1 0 0 0,0 0 0 0 0,0 0 0 0 0,-1 0 0 0 0,0 1 0 0 0,-1-1 0 0 0,0 1 0 0 0,-1 0 0 0 0,0 0 0 0 0,0 0 0 0 0,-1 0 0 0 0,-1 20 1 0 0,0-24-136 0 0,-1-1 1 0 0,0 0 0 0 0,-1 1-1 0 0,1-1 1 0 0,-1 0 0 0 0,0 0 0 0 0,-5 9-1 0 0,-12 12-6081 0 0</inkml:trace>
</inkml:ink>
</file>

<file path=ppt/ink/ink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8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0 273 424 0 0,'27'18'3882'0'0,"38"84"-463"0"0,-61-95-3192 0 0,20 26 806 0 0,-23-32-807 0 0,1-3-203 0 0,0-1 0 0 0,0 1 1 0 0,0 0-1 0 0,1 0 0 0 0,-1 0 0 0 0,1 1 1 0 0,-1-1-1 0 0,1 1 0 0 0,4-3 1 0 0,17-12 116 0 0,-13 4-74 0 0,0-1 12 0 0,1 1 0 0 0,1 0 0 0 0,17-13 0 0 0,-13 4 84 0 0,-15 20-136 0 0,2 4-13 0 0,-2-2-13 0 0,-1-1 0 0 0,1 0 0 0 0,0 0 0 0 0,-1 1 0 0 0,1-1 0 0 0,-1 1 0 0 0,1-1 0 0 0,-1 1 0 0 0,0 0 0 0 0,1-1 0 0 0,-1 1 0 0 0,0 0 0 0 0,1 0 0 0 0,-1 0 0 0 0,0 0 0 0 0,2 2 0 0 0,17 14 3346 0 0,-23-15-3349 0 0,3-2 3 0 0,0 0 2 0 0,-2 1-4 0 0,1 0 0 0 0,-1 0 1 0 0,1 0-1 0 0,0 0 0 0 0,-1 0 0 0 0,1 0 1 0 0,0 1-1 0 0,0-1 0 0 0,0 0 1 0 0,0 1-1 0 0,0-1 0 0 0,0 1 0 0 0,0 0 1 0 0,1-1-1 0 0,-1 1 0 0 0,0 0 0 0 0,1-1 1 0 0,-1 1-1 0 0,1 0 0 0 0,0-1 1 0 0,-1 3-1 0 0,3 3 12 0 0,0 0-1 0 0,1 0 1 0 0,0 0-1 0 0,0 0 1 0 0,0-1 0 0 0,1 0-1 0 0,0 1 1 0 0,0-1-1 0 0,0-1 1 0 0,1 1 0 0 0,0-1-1 0 0,0 1 1 0 0,11 7 0 0 0,-15-12 9 0 0,-1-1-13 0 0,1 0 0 0 0,0 1 0 0 0,-1-1 0 0 0,1 0 0 0 0,-1 0 0 0 0,1 0 0 0 0,0 0 0 0 0,-1 0 0 0 0,1 0 0 0 0,0 0 1 0 0,-1 0-1 0 0,1 0 0 0 0,0 0 0 0 0,-1 0 0 0 0,1 0 0 0 0,-1 0 0 0 0,1 0 0 0 0,0-1 0 0 0,-1 1 0 0 0,1 0 0 0 0,-1 0 0 0 0,2-1 0 0 0,0-3 1 0 0,1 0 0 0 0,0-1 1 0 0,-1 1-1 0 0,0-1 0 0 0,0 1 0 0 0,0-1 0 0 0,-1 0 0 0 0,1 1 0 0 0,-1-1 0 0 0,0 0 0 0 0,-1 0 0 0 0,1 0 0 0 0,-1 0 0 0 0,0 0 1 0 0,0 0-1 0 0,-1 0 0 0 0,1 0 0 0 0,-1 0 0 0 0,0 0 0 0 0,-1 0 0 0 0,1 1 0 0 0,-1-1 0 0 0,0 0 0 0 0,0 1 0 0 0,0-1 1 0 0,-4-4-1 0 0,5 7-4 0 0,1 0-12 0 0,-2-6-1 0 0,1 6 1 0 0,2 1-4 0 0,-1 0-1 0 0,1 0 1 0 0,-1 0 0 0 0,1 1 0 0 0,-1-1-1 0 0,1 0 1 0 0,0 1 0 0 0,-1-1-1 0 0,1 1 1 0 0,0-1 0 0 0,-1 0 0 0 0,1 1-1 0 0,0-1 1 0 0,0 1 0 0 0,0 0-1 0 0,0-1 1 0 0,-1 1 0 0 0,1 0 0 0 0,0-1-1 0 0,0 1 1 0 0,0 0 0 0 0,0 0-1 0 0,0 0 1 0 0,0 0 0 0 0,0 0 0 0 0,1 0-1 0 0,44-3-40 0 0,-8 1 7 0 0,-23-1 35 0 0,0-1 1 0 0,0-1-1 0 0,0-1 0 0 0,0 0 1 0 0,-1 0-1 0 0,0-2 0 0 0,-1 0 1 0 0,0 0-1 0 0,23-20 0 0 0,-31 24 20 0 0,1-1 1 0 0,-1 0-1 0 0,-1 0 0 0 0,1 0 0 0 0,-1-1 0 0 0,0 1 0 0 0,0-1 0 0 0,-1 0 0 0 0,0 0 1 0 0,0-1-1 0 0,0 1 0 0 0,-1 0 0 0 0,0-1 0 0 0,0 0 0 0 0,0 0 0 0 0,-1 1 0 0 0,0-1 1 0 0,-1 0-1 0 0,1 0 0 0 0,-1 0 0 0 0,-1 0 0 0 0,1 0 0 0 0,-1 0 0 0 0,0 0 0 0 0,-3-8 1 0 0,-12-32 179 0 0,15 46-182 0 0,0 1-7 0 0,0 0 0 0 0,-1 0 0 0 0,1 0 1 0 0,0 1-1 0 0,-1-1 0 0 0,1 1 1 0 0,0-1-1 0 0,0 1 0 0 0,-1-1 0 0 0,1 1 1 0 0,0 0-1 0 0,0 0 0 0 0,0-1 1 0 0,0 1-1 0 0,0 0 0 0 0,0 0 0 0 0,0 0 1 0 0,0 0-1 0 0,0 0 0 0 0,0 0 1 0 0,1 0-1 0 0,-1 1 0 0 0,0-1 1 0 0,1 0-1 0 0,-1 2 0 0 0,-2 3 0 0 0,1 0-1 0 0,0 1 1 0 0,1-1-1 0 0,0 0 1 0 0,-2 13-1 0 0,3-3 3 0 0,-1 0-1 0 0,2 1 1 0 0,0-1-1 0 0,6 25 1 0 0,2-13-13 0 0,1 0 1 0 0,2-1-1 0 0,1 0 0 0 0,1 0 1 0 0,33 45-1 0 0,-32-49-91 0 0,-12-17 64 0 0,12 11-22 0 0,-13-16 130 0 0,-2 0-69 0 0,0-1 0 0 0,0 1 0 0 0,0 0-1 0 0,0-1 1 0 0,-1 1 0 0 0,1 0 0 0 0,0-1 0 0 0,0 1 0 0 0,0 0 0 0 0,-1-1 0 0 0,1 1 0 0 0,0-1 0 0 0,-1 1-1 0 0,1 0 1 0 0,0-1 0 0 0,-1 1 0 0 0,1-1 0 0 0,-1 1 0 0 0,1-1 0 0 0,-1 1 0 0 0,1-1 0 0 0,-1 0 0 0 0,1 1-1 0 0,-1-1 1 0 0,1 0 0 0 0,-1 1 0 0 0,0-1 0 0 0,1 0 0 0 0,-1 0 0 0 0,0 1 0 0 0,1-1 0 0 0,-1 0-1 0 0,0 0 1 0 0,1 0 0 0 0,-1 0 0 0 0,0 0 0 0 0,1 0 0 0 0,-1 0 0 0 0,-1 0 0 0 0,-22 8-8047 0 0,18-4 4964 0 0</inkml:trace>
</inkml:ink>
</file>

<file path=ppt/ink/ink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29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45 220 0 0,'30'-24'9518'0'0,"-29"23"-8630"0"0,16-15 2219 0 0,-7 13-11432 0 0,12 5 5285 0 0</inkml:trace>
</inkml:ink>
</file>

<file path=ppt/ink/ink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0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26 270 504 0 0,'0'0'1281'0'0,"-6"-19"3724"0"0,6 19-4791 0 0,0 0-1 0 0,0-1 1 0 0,0 1-1 0 0,0-1 1 0 0,0 1-1 0 0,0-1 1 0 0,0 1 0 0 0,0-1-1 0 0,-1 1 1 0 0,1-1-1 0 0,0 1 1 0 0,0 0 0 0 0,0-1-1 0 0,0 1 1 0 0,-1-1-1 0 0,1 1 1 0 0,0 0 0 0 0,0-1-1 0 0,-1 1 1 0 0,1 0-1 0 0,0-1 1 0 0,-1 1 0 0 0,1 0-1 0 0,0-1 1 0 0,-1 1-1 0 0,1 0 1 0 0,-1 0 0 0 0,1-1-1 0 0,0 1 1 0 0,-1 0-1 0 0,1 0 1 0 0,-1 0 0 0 0,1 0-1 0 0,-1 0 1 0 0,0-1-1 0 0,-8 27 178 0 0,8-25-390 0 0,1-1 1 0 0,0 1-1 0 0,0 0 1 0 0,0 0-1 0 0,0 0 1 0 0,0 0-1 0 0,0-1 1 0 0,0 1-1 0 0,0 0 1 0 0,1 0-1 0 0,-1 0 1 0 0,0 0-1 0 0,0-1 1 0 0,1 1-1 0 0,-1 0 1 0 0,1 0-1 0 0,-1-1 1 0 0,0 1-1 0 0,1 0 1 0 0,-1 0-1 0 0,1-1 1 0 0,0 1-1 0 0,-1-1 1 0 0,1 1-1 0 0,0 0 1 0 0,-1-1-1 0 0,1 1 1 0 0,0-1-1 0 0,-1 0 1 0 0,1 1-1 0 0,0-1 1 0 0,0 1-1 0 0,1-1 1 0 0,0 1-15 0 0,26 2 16 0 0,-2-7 13 0 0,-24 3 1 0 0,21-22 56 0 0,-22 16-69 0 0,0 0 0 0 0,-1 1 0 0 0,0-1 1 0 0,0 0-1 0 0,-1 0 0 0 0,1 0 0 0 0,-2 1 0 0 0,-3-14 1 0 0,5 18-10 0 0,-5-4-15 0 0,5 5 12 0 0,0 1 1 0 0,0 0-1 0 0,0-1 0 0 0,0 1 1 0 0,0 0-1 0 0,-1-1 0 0 0,1 1 1 0 0,0 0-1 0 0,0-1 0 0 0,0 1 1 0 0,0 0-1 0 0,-1-1 0 0 0,1 1 1 0 0,0 0-1 0 0,0-1 0 0 0,-1 1 1 0 0,1 0-1 0 0,0 0 0 0 0,0-1 1 0 0,-1 1-1 0 0,1 0 0 0 0,0 0 1 0 0,-1-1-1 0 0,1 1 0 0 0,0 0 1 0 0,-1 0-1 0 0,1 0 0 0 0,0 0 1 0 0,-1 0-1 0 0,1 0 0 0 0,0 0 1 0 0,-1 0-1 0 0,1-1 0 0 0,-1 1 1 0 0,1 0-1 0 0,0 0 0 0 0,-1 1 1 0 0,-1-1 7 0 0,0 1-4 0 0,0 0 0 0 0,1 0 0 0 0,-1 0 0 0 0,0 1 1 0 0,0-1-1 0 0,1 0 0 0 0,-1 1 0 0 0,1-1 1 0 0,-1 1-1 0 0,1-1 0 0 0,0 1 0 0 0,-1 0 1 0 0,1 0-1 0 0,0-1 0 0 0,0 1 0 0 0,-1 4 1 0 0,1-5-4 0 0,-1 12-62 0 0,2-11 66 0 0,1 0-1 0 0,-1 0 1 0 0,1-1-1 0 0,0 1 1 0 0,0 0-1 0 0,0-1 1 0 0,0 1-1 0 0,0-1 1 0 0,0 1-1 0 0,0-1 1 0 0,1 1-1 0 0,-1-1 1 0 0,0 0-1 0 0,1 0 1 0 0,-1 0-1 0 0,3 2 1 0 0,3-1 5 0 0,1 0 1 0 0,-1 0-1 0 0,0 0 0 0 0,1-1 1 0 0,8 0-1 0 0,-11-1 0 0 0,1 0 1 0 0,-1-1-1 0 0,0 1 1 0 0,1-1-1 0 0,-1 0 1 0 0,0-1-1 0 0,0 1 1 0 0,0-1-1 0 0,0 0 1 0 0,0-1-1 0 0,-1 1 1 0 0,1-1-1 0 0,6-5 1 0 0,2-1-31 0 0,-1-1-1 0 0,0 0 1 0 0,12-14 0 0 0,-18 16 8 0 0,0-1-1 0 0,0-1 1 0 0,-1 1-1 0 0,0-1 1 0 0,-1 1-1 0 0,0-1 1 0 0,0-1-1 0 0,-1 1 1 0 0,0 0-1 0 0,-1-1 1 0 0,1-20 0 0 0,-2 30 19 0 0,-8-35-319 0 0,5 68 309 0 0,1-1-1 0 0,2 1 1 0 0,1-1 0 0 0,2 1-1 0 0,0-1 1 0 0,14 44 0 0 0,-9-39 8 0 0,-2 1 1 0 0,-1 0-1 0 0,-1 0 1 0 0,-2 63 0 0 0,-3-94 11 0 0,-1 0-1 0 0,0 1 1 0 0,0-1 0 0 0,0 0 0 0 0,-1 0 0 0 0,0 0 0 0 0,0 0 0 0 0,0 0 0 0 0,-1 0 0 0 0,0 0 0 0 0,0-1 0 0 0,-1 0-1 0 0,1 1 1 0 0,-1-1 0 0 0,0 0 0 0 0,-1-1 0 0 0,1 1 0 0 0,-1-1 0 0 0,0 0 0 0 0,0 0 0 0 0,0 0 0 0 0,0-1 0 0 0,-1 0-1 0 0,1 0 1 0 0,-1 0 0 0 0,0-1 0 0 0,0 0 0 0 0,0 0 0 0 0,0 0 0 0 0,0-1 0 0 0,-1 1 0 0 0,-6-1 0 0 0,10-1 16 0 0,-10-4-175 0 0,12 4 22 0 0,1 0 1 0 0,-1 0-1 0 0,1 0 1 0 0,0 0-1 0 0,-1 0 1 0 0,1-1-1 0 0,0 1 1 0 0,-1 0-1 0 0,1 0 1 0 0,-1 0-1 0 0,1-1 1 0 0,0 1-1 0 0,-1 0 1 0 0,1 0-1 0 0,0-1 1 0 0,0 1 0 0 0,-1 0-1 0 0,1-1 1 0 0,0 1-1 0 0,0 0 1 0 0,-1-1-1 0 0,1 1 1 0 0,0-1-1 0 0,0 1 1 0 0,0 0-1 0 0,0-1 1 0 0,-1 1-1 0 0,1-1 1 0 0,0 1-1 0 0,0 0 1 0 0,0-1-1 0 0,0 1 1 0 0,0-1-1 0 0,0 1 1 0 0,0 0-1 0 0,0-1 1 0 0,0 1-1 0 0,1-1 1 0 0,-1 0-1 0 0,12-13-3236 0 0,-1 0 256 0 0</inkml:trace>
</inkml:ink>
</file>

<file path=ppt/ink/ink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0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1 262 280 0 0,'0'0'3375'0'0,"5"2"-2621"0"0,3 0-492 0 0,-1-1 1 0 0,1 0-1 0 0,0 0 0 0 0,0-1 1 0 0,0 0-1 0 0,0 0 0 0 0,-1-1 1 0 0,1 0-1 0 0,0-1 1 0 0,0 0-1 0 0,-1 0 0 0 0,12-4 1 0 0,19-9 486 0 0,39-18 0 0 0,-63 26-534 0 0,1-1-1 0 0,-1 0 1 0 0,-1-1 0 0 0,1-1 0 0 0,-2 0 0 0 0,14-13 0 0 0,-22 19-151 0 0,-1 1-1 0 0,1-1 1 0 0,-1 0 0 0 0,0 0-1 0 0,0 0 1 0 0,-1 0-1 0 0,1 0 1 0 0,-1-1-1 0 0,0 1 1 0 0,0-1 0 0 0,0 0-1 0 0,-1 1 1 0 0,0-1-1 0 0,0 0 1 0 0,0 0-1 0 0,0 0 1 0 0,-1 0-1 0 0,1 0 1 0 0,-1 0 0 0 0,-1 0-1 0 0,1 0 1 0 0,-1 0-1 0 0,-2-7 1 0 0,3 11-60 0 0,0 0 0 0 0,0 1 0 0 0,0-1 0 0 0,-1 0 0 0 0,1 0 1 0 0,0 1-1 0 0,-1-1 0 0 0,1 0 0 0 0,-1 0 0 0 0,1 1 0 0 0,-1-1 0 0 0,1 1 1 0 0,-1-1-1 0 0,0 1 0 0 0,1-1 0 0 0,-1 0 0 0 0,1 1 0 0 0,-1 0 0 0 0,0-1 0 0 0,0 1 1 0 0,1-1-1 0 0,-1 1 0 0 0,0 0 0 0 0,0 0 0 0 0,1-1 0 0 0,-1 1 0 0 0,0 0 0 0 0,0 0 1 0 0,0 0-1 0 0,1 0 0 0 0,-1 0 0 0 0,0 0 0 0 0,0 0 0 0 0,0 0 0 0 0,1 0 1 0 0,-1 0-1 0 0,0 1 0 0 0,0-1 0 0 0,0 0 0 0 0,1 1 0 0 0,-1-1 0 0 0,0 0 0 0 0,0 1 1 0 0,1-1-1 0 0,-1 1 0 0 0,0-1 0 0 0,1 1 0 0 0,-2 0 0 0 0,-27 28 51 0 0,26-24-49 0 0,1 0 1 0 0,0 0-1 0 0,1 0 0 0 0,-1 0 1 0 0,1 0-1 0 0,0 0 0 0 0,0 0 0 0 0,0 1 1 0 0,1-1-1 0 0,0 0 0 0 0,0 0 0 0 0,0 1 1 0 0,1-1-1 0 0,0 0 0 0 0,1 6 1 0 0,-1-7 0 0 0,0 0 0 0 0,0 0 0 0 0,0 0 0 0 0,0-1 0 0 0,1 1 1 0 0,0-1-1 0 0,-1 1 0 0 0,1-1 0 0 0,0 1 0 0 0,1-1 1 0 0,-1 0-1 0 0,1 0 0 0 0,-1 0 0 0 0,1 0 0 0 0,0-1 1 0 0,0 1-1 0 0,0-1 0 0 0,0 0 0 0 0,0 0 0 0 0,5 3 1 0 0,-3-4-4 0 0,0 0 0 0 0,0 0 0 0 0,0 0 0 0 0,0-1 1 0 0,0 0-1 0 0,1 0 0 0 0,-1 0 0 0 0,0 0 1 0 0,0-1-1 0 0,0 0 0 0 0,6-2 0 0 0,58-21 50 0 0,-27 8-38 0 0,-22 11-21 0 0,-1 1-1 0 0,0 2 1 0 0,1 0-1 0 0,0 0 1 0 0,32 4-1 0 0,-10-2 67 0 0,-40 0 27 0 0,-2 1-74 0 0,1-1 0 0 0,0 0-1 0 0,-1 0 1 0 0,1 0-1 0 0,-1 0 1 0 0,1 0 0 0 0,0 0-1 0 0,-1 0 1 0 0,1 0 0 0 0,0 0-1 0 0,-1 0 1 0 0,1 0 0 0 0,-1 0-1 0 0,1 0 1 0 0,0-1 0 0 0,-1 1-1 0 0,1 0 1 0 0,-1 0 0 0 0,1-1-1 0 0,-1 1 1 0 0,1 0 0 0 0,-1-1-1 0 0,1 1 1 0 0,-1-1 0 0 0,1 1-1 0 0,-1 0 1 0 0,1-1 0 0 0,-1 0-1 0 0,21-13 281 0 0,-21 14-284 0 0,36-38-40 0 0,-18 17-1876 0 0,3 3-4468 0 0</inkml:trace>
</inkml:ink>
</file>

<file path=ppt/ink/ink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1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0 376 536 0 0,'15'-7'861'0'0,"-1"0"0"0"0,0-1 0 0 0,0 0 0 0 0,-1-1-1 0 0,0 0 1 0 0,-1-1 0 0 0,0-1 0 0 0,0 0 0 0 0,-1 0 0 0 0,12-18 0 0 0,-16 10 702 0 0,-7 18-1524 0 0,0 0 0 0 0,0 1 0 0 0,-1-1 0 0 0,1 1 0 0 0,0-1 0 0 0,0 1 0 0 0,0-1 0 0 0,-1 1 0 0 0,1-1 0 0 0,0 0 0 0 0,-1 1 0 0 0,1 0 0 0 0,0-1 0 0 0,-1 1 0 0 0,1-1 0 0 0,-1 1 0 0 0,1-1 0 0 0,-1 1 0 0 0,1 0 0 0 0,-1-1 0 0 0,1 1 0 0 0,-1 0 0 0 0,1 0 0 0 0,-2-1 0 0 0,0 0 153 0 0,-2 3-114 0 0,1-1-63 0 0,1 0 0 0 0,-1 1 1 0 0,1-1-1 0 0,0 1 0 0 0,0 0 0 0 0,-1 0 1 0 0,1 0-1 0 0,0 0 0 0 0,1 0 0 0 0,-1 0 0 0 0,0 1 1 0 0,1-1-1 0 0,-1 0 0 0 0,1 1 0 0 0,-1 0 1 0 0,1-1-1 0 0,0 1 0 0 0,0 0 0 0 0,1-1 1 0 0,-1 1-1 0 0,0 0 0 0 0,1 0 0 0 0,0 0 1 0 0,-1-1-1 0 0,1 1 0 0 0,1 0 0 0 0,-1 5 1 0 0,2-6-10 0 0,0 1 0 0 0,0 0 0 0 0,0 0 0 0 0,0-1 0 0 0,1 1 0 0 0,-1-1 0 0 0,1 0 0 0 0,0 0 0 0 0,-1 0 0 0 0,1 0 0 0 0,0 0 0 0 0,5 2 0 0 0,-3-2-8 0 0,1 0 0 0 0,0 0 1 0 0,0-1-1 0 0,0 0 0 0 0,-1 0 1 0 0,1 0-1 0 0,0-1 0 0 0,0 0 1 0 0,0 0-1 0 0,0 0 0 0 0,0-1 1 0 0,0 0-1 0 0,0 0 0 0 0,6-2 1 0 0,5-3-11 0 0,-1 0 1 0 0,0-2 0 0 0,18-9-1 0 0,-9 3 10 0 0,-16 9-12 0 0,-1 0 0 0 0,1 1 1 0 0,1 0-1 0 0,-1 0 0 0 0,0 1 1 0 0,1 0-1 0 0,0 1 0 0 0,0 0 0 0 0,-1 0 1 0 0,1 1-1 0 0,0 1 0 0 0,0-1 1 0 0,20 3-1 0 0,-17 1-37 0 0,1-1 0 0 0,0-1 1 0 0,0 0-1 0 0,0-1 0 0 0,0-1 0 0 0,0 0 1 0 0,0 0-1 0 0,0-2 0 0 0,-1 0 0 0 0,1 0 1 0 0,-1-1-1 0 0,0-1 0 0 0,20-10 0 0 0,-26 12 80 0 0,-1-1 0 0 0,0 0-1 0 0,0 0 1 0 0,0 0 0 0 0,0-1-1 0 0,-1 0 1 0 0,0 0 0 0 0,0-1-1 0 0,0 1 1 0 0,-1-1 0 0 0,1 0 0 0 0,-1 0-1 0 0,-1-1 1 0 0,1 1 0 0 0,-1-1-1 0 0,-1 0 1 0 0,1 1 0 0 0,-1-1-1 0 0,0 0 1 0 0,0-1 0 0 0,-1 1-1 0 0,0 0 1 0 0,-1 0 0 0 0,1-1-1 0 0,-1 1 1 0 0,-1 0 0 0 0,-1-14 0 0 0,-3-14 1501 0 0,0 53-1467 0 0,0 0 0 0 0,1 0 1 0 0,2 0-1 0 0,0 0 1 0 0,0 1-1 0 0,2-1 0 0 0,0 1 1 0 0,5 32-1 0 0,-1 63-2116 0 0,-5-95 1053 0 0,-2 17-5143 0 0,-1-20 2740 0 0</inkml:trace>
</inkml:ink>
</file>

<file path=ppt/ink/ink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1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0 101 692 0 0,'0'0'1404'0'0,"8"-21"-92"0"0,-2 12-80 0 0,0 0-39 0 0,0 1-61 0 0,4-4-96 0 0,1 3-116 0 0,-3 2-108 0 0,6 0-60 0 0,-1 1-120 0 0,4-4-196 0 0,-1 7-248 0 0,4 3-272 0 0,-3 2-324 0 0,8-1-436 0 0,-11 6-892 0 0,2-1-1881 0 0,2-1 833 0 0</inkml:trace>
</inkml:ink>
</file>

<file path=ppt/ink/ink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2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0 215 560 0 0,'0'0'2082'0'0,"7"-4"3874"0"0,7 95-3694 0 0,-7-34-1400 0 0,-8-25-465 0 0,1-20 2495 0 0,-3-31-2829 0 0,1 1 1 0 0,1-1-1 0 0,1 0 1 0 0,0 0 0 0 0,1 0-1 0 0,2 1 1 0 0,0-1-1 0 0,0 0 1 0 0,2 1-1 0 0,0 0 1 0 0,1 0 0 0 0,1 1-1 0 0,1 0 1 0 0,0 0-1 0 0,1 0 1 0 0,1 1-1 0 0,1 0 1 0 0,0 1 0 0 0,18-19-1 0 0,-25 31-75 0 0,-1 0 1 0 0,1 0-1 0 0,0 0 0 0 0,0 0 0 0 0,0 0 0 0 0,0 1 0 0 0,0-1 1 0 0,1 1-1 0 0,-1 1 0 0 0,6-3 0 0 0,-8 4-10 0 0,3 3-45 0 0,5 0 29 0 0,-9-2 31 0 0,0 0 1 0 0,-1 1 0 0 0,1-1 0 0 0,-1 0-1 0 0,0 0 1 0 0,1 1 0 0 0,-1-1-1 0 0,0 0 1 0 0,0 1 0 0 0,0-1 0 0 0,0 0-1 0 0,0 1 1 0 0,0-1 0 0 0,0 0-1 0 0,-1 3 1 0 0,-1 9-14 0 0,-1-1 0 0 0,-1 1 0 0 0,-8 18 1 0 0,8-22 11 0 0,0 1 0 0 0,1-1 0 0 0,0 1 0 0 0,1 0 0 0 0,-2 15 0 0 0,4-20 8 0 0,0 0 0 0 0,0-1 0 0 0,1 1 0 0 0,0-1 0 0 0,0 1 0 0 0,0-1 0 0 0,0 1 0 0 0,1-1 0 0 0,-1 0 0 0 0,1 1 0 0 0,0-1 0 0 0,1 0 0 0 0,-1 0 0 0 0,1-1 0 0 0,0 1 0 0 0,4 5 0 0 0,6 3-3 0 0,1 1-1 0 0,0-2 1 0 0,1 0 0 0 0,17 10 0 0 0,38 30-65 0 0,-60-43 37 0 0,-7-6-18 0 0,-1 0 0 0 0,1-1 0 0 0,-1 1 0 0 0,0 0 0 0 0,0 0 0 0 0,0 0 0 0 0,0 1 0 0 0,0-1 0 0 0,-1 0 0 0 0,1 1 0 0 0,0-1 0 0 0,-1 1 0 0 0,0 0 0 0 0,0-1 0 0 0,0 1 0 0 0,2 6 0 0 0,-4-8 38 0 0,1 0 1 0 0,-1 0 0 0 0,1 0 0 0 0,-1 0-1 0 0,0-1 1 0 0,1 1 0 0 0,-1 0-1 0 0,0 0 1 0 0,0 0 0 0 0,1 0 0 0 0,-1-1-1 0 0,0 1 1 0 0,0 0 0 0 0,0-1 0 0 0,0 1-1 0 0,0 0 1 0 0,0-1 0 0 0,0 1-1 0 0,0-1 1 0 0,0 0 0 0 0,0 1 0 0 0,-2-1-1 0 0,-25 8-74 0 0,27-8 77 0 0,-129 23 163 0 0,42-10-2377 0 0,31 0-4233 0 0,42-10 3078 0 0</inkml:trace>
</inkml:ink>
</file>

<file path=ppt/ink/ink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3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257 99 348 0 0,'5'-40'5581'0'0,"-12"3"-2419"0"0,7 36-3099 0 0,-1 0-1 0 0,1-1 1 0 0,-1 1-1 0 0,0 0 0 0 0,1 0 1 0 0,-1 0-1 0 0,0-1 1 0 0,0 1-1 0 0,0 0 1 0 0,0 0-1 0 0,0 0 1 0 0,0 0-1 0 0,0 1 1 0 0,0-1-1 0 0,0 0 1 0 0,-1 0-1 0 0,1 1 1 0 0,0-1-1 0 0,0 1 1 0 0,-1-1-1 0 0,1 1 1 0 0,0-1-1 0 0,-1 1 1 0 0,1 0-1 0 0,-1 0 1 0 0,1 0-1 0 0,0-1 1 0 0,-1 1-1 0 0,-1 1 1 0 0,-14 1 55 0 0,1 2-1 0 0,0 0 1 0 0,0 0 0 0 0,0 2 0 0 0,0 0 0 0 0,-20 11 0 0 0,30-14-90 0 0,1 0 0 0 0,-1 0 1 0 0,0 0-1 0 0,1 1 0 0 0,0 0 1 0 0,0 0-1 0 0,0 1 0 0 0,0-1 1 0 0,1 1-1 0 0,0 0 0 0 0,0 0 1 0 0,0 1-1 0 0,0-1 0 0 0,1 1 1 0 0,0-1-1 0 0,0 1 0 0 0,0 0 0 0 0,1 0 1 0 0,-3 13-1 0 0,5-15-15 0 0,0 0 0 0 0,0 1 0 0 0,1-1 0 0 0,-1 0 0 0 0,1 0 0 0 0,0 0 0 0 0,0 0 0 0 0,0 0 0 0 0,1 0 0 0 0,-1 0 0 0 0,1-1 0 0 0,0 1 0 0 0,0 0 0 0 0,1-1 0 0 0,-1 1 0 0 0,1-1 0 0 0,-1 0 0 0 0,1 0 0 0 0,0 0 0 0 0,0 0 0 0 0,1-1 0 0 0,-1 1 0 0 0,0-1 0 0 0,1 0 0 0 0,-1 0 0 0 0,1 0 0 0 0,5 2 0 0 0,0 0 6 0 0,0-1 0 0 0,0 1 0 0 0,0-2 0 0 0,0 1 0 0 0,1-1 0 0 0,-1-1 0 0 0,1 0 0 0 0,-1 0 0 0 0,1-1 0 0 0,17-1 0 0 0,-16-1 1 0 0,-1 0 0 0 0,0-1-1 0 0,1 0 1 0 0,-1 0 0 0 0,-1-1 0 0 0,1 0 0 0 0,0-1 0 0 0,-1 0 0 0 0,0 0-1 0 0,9-8 1 0 0,-14 10 4 0 0,-1 0-1 0 0,1 0 1 0 0,-1-1-1 0 0,0 1 0 0 0,0-1 1 0 0,0 0-1 0 0,0 0 1 0 0,-1 0-1 0 0,0 0 0 0 0,0 0 1 0 0,0-1-1 0 0,0 1 1 0 0,0-1-1 0 0,-1 1 0 0 0,0-1 1 0 0,0 1-1 0 0,0-1 0 0 0,-1 0 1 0 0,1 0-1 0 0,-1 1 1 0 0,0-1-1 0 0,-1 0 0 0 0,1 0 1 0 0,-2-5-1 0 0,1 7-65 0 0,0 0-1 0 0,0 0 1 0 0,0 1-1 0 0,0-1 1 0 0,-1 0-1 0 0,1 1 1 0 0,-1-1-1 0 0,0 1 1 0 0,1 0-1 0 0,-1-1 1 0 0,0 1-1 0 0,-1 0 1 0 0,1 0-1 0 0,0 0 1 0 0,0 1-1 0 0,-1-1 1 0 0,1 1-1 0 0,-1-1 1 0 0,0 1 0 0 0,1 0-1 0 0,-1-1 1 0 0,0 2-1 0 0,0-1 1 0 0,0 0-1 0 0,1 0 1 0 0,-1 1-1 0 0,0 0 1 0 0,-4-1-1 0 0,7 2-67 0 0,-1-1-1 0 0,0 0 1 0 0,0 1 0 0 0,0-1-1 0 0,0 0 1 0 0,1 1-1 0 0,-1-1 1 0 0,0 1 0 0 0,0-1-1 0 0,1 1 1 0 0,-1 0-1 0 0,0-1 1 0 0,1 1 0 0 0,-1 0-1 0 0,1-1 1 0 0,-1 1-1 0 0,1 0 1 0 0,-1 0 0 0 0,1 0-1 0 0,0-1 1 0 0,-1 3-1 0 0,-2 6-4827 0 0,2 3 2048 0 0</inkml:trace>
</inkml:ink>
</file>

<file path=ppt/ink/ink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3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67 272 0 0,'2'-3'507'0'0,"0"0"0"0"0,0 0 0 0 0,0 0 0 0 0,-1-1 0 0 0,0 1 0 0 0,1 0 0 0 0,-1-1 0 0 0,-1 1 0 0 0,1 0 0 0 0,1-7 0 0 0,-2 8 230 0 0,0 1-637 0 0,0 0 1 0 0,0 0-1 0 0,-1 0 0 0 0,1 0 1 0 0,0 1-1 0 0,0-1 0 0 0,0 0 1 0 0,0 0-1 0 0,-1 0 1 0 0,1 0-1 0 0,0 0 0 0 0,-1 1 1 0 0,1-1-1 0 0,-1 0 0 0 0,1 0 1 0 0,-1 0-1 0 0,0 1 0 0 0,1-1 1 0 0,-1 0-1 0 0,1 1 1 0 0,-1-1-1 0 0,0 1 0 0 0,0-1 1 0 0,1 1-1 0 0,-1-1 0 0 0,0 1 1 0 0,0-1-1 0 0,0 1 0 0 0,1 0 1 0 0,-1-1-1 0 0,0 1 1 0 0,0 0-1 0 0,-1 0 0 0 0,-14 1 176 0 0,0 1-1 0 0,0 1 1 0 0,0 1-1 0 0,-21 8 1 0 0,30-10-208 0 0,1 0-1 0 0,0 1 1 0 0,0 0 0 0 0,0 0 0 0 0,0 1 0 0 0,1 0-1 0 0,-1 0 1 0 0,1 0 0 0 0,0 0 0 0 0,0 1 0 0 0,1 0 0 0 0,-1 0-1 0 0,-5 9 1 0 0,9-12-51 0 0,0 0-1 0 0,0-1 1 0 0,0 1-1 0 0,1 0 0 0 0,-1 0 1 0 0,1-1-1 0 0,-1 1 1 0 0,1 0-1 0 0,0 0 1 0 0,0 0-1 0 0,0 0 1 0 0,0 0-1 0 0,0 0 1 0 0,0 0-1 0 0,0-1 0 0 0,1 1 1 0 0,-1 0-1 0 0,1 0 1 0 0,-1 0-1 0 0,2 2 1 0 0,0 0-26 0 0,1 0 0 0 0,-1-1 0 0 0,1 1 0 0 0,-1-1 0 0 0,1 0 0 0 0,0 1 0 0 0,1-1 0 0 0,5 4 0 0 0,1 0-226 0 0,0-1 0 0 0,0 1 1 0 0,1-2-1 0 0,0 0 0 0 0,17 6 0 0 0,78 11-6128 0 0,-81-19 3653 0 0</inkml:trace>
</inkml:ink>
</file>

<file path=ppt/ink/ink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4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35 508 0 0,'-24'-27'6392'0'0,"20"26"-6234"0"0,0-1 0 0 0,0 1 0 0 0,0 0 1 0 0,0 0-1 0 0,-1 1 0 0 0,1-1 0 0 0,0 1 0 0 0,-1 0 1 0 0,1 0-1 0 0,0 0 0 0 0,-1 1 0 0 0,1 0 0 0 0,0-1 0 0 0,0 1 1 0 0,0 1-1 0 0,0-1 0 0 0,0 1 0 0 0,0 0 0 0 0,0-1 0 0 0,0 2 1 0 0,0-1-1 0 0,1 0 0 0 0,-1 1 0 0 0,1 0 0 0 0,0-1 0 0 0,0 1 1 0 0,0 1-1 0 0,0-1 0 0 0,0 0 0 0 0,1 1 0 0 0,-5 6 1 0 0,5-5-124 0 0,-1-1 1 0 0,1 1 0 0 0,-1 0 0 0 0,1-1 0 0 0,1 1 0 0 0,-1 0 0 0 0,1 0 0 0 0,0 1 0 0 0,0-1 0 0 0,0 0 0 0 0,0 0 0 0 0,1 0 0 0 0,0 1 0 0 0,0-1 0 0 0,1 0 0 0 0,0 0-1 0 0,-1 0 1 0 0,2 0 0 0 0,-1 0 0 0 0,1 0 0 0 0,-1 0 0 0 0,1 0 0 0 0,1 0 0 0 0,-1 0 0 0 0,1-1 0 0 0,4 8 0 0 0,-2-7-22 0 0,1-1 1 0 0,-1 1-1 0 0,1-1 1 0 0,0 0-1 0 0,0 0 1 0 0,0 0-1 0 0,1-1 1 0 0,-1 0 0 0 0,1-1-1 0 0,0 1 1 0 0,-1-1-1 0 0,1 0 1 0 0,0-1-1 0 0,0 0 1 0 0,1 0-1 0 0,-1 0 1 0 0,0-1-1 0 0,9-1 1 0 0,0 0-36 0 0,0 0 0 0 0,0-1 0 0 0,-1-1 0 0 0,1-1 0 0 0,-1 0 0 0 0,0-1 0 0 0,20-9 1 0 0,-20 6 32 0 0,0 0 1 0 0,0-1-1 0 0,-1-1 1 0 0,-1 0-1 0 0,1-1 1 0 0,-2 0-1 0 0,0-1 1 0 0,0-1-1 0 0,10-14 1 0 0,4-15 1602 0 0,-25 40-1419 0 0,-4 6-176 0 0,0 1-18 0 0,0-1 1 0 0,0 1-1 0 0,0 1 1 0 0,1-1-1 0 0,0 0 1 0 0,0 0-1 0 0,1 1 1 0 0,-1-1-1 0 0,1 1 1 0 0,1 0-1 0 0,-1-1 1 0 0,1 1-1 0 0,-1 0 1 0 0,2-1 0 0 0,-1 1-1 0 0,2 10 1 0 0,-1-13-7 0 0,0 1 1 0 0,0-1-1 0 0,0 1 1 0 0,1-1-1 0 0,-1 1 1 0 0,1-1-1 0 0,0 0 1 0 0,0 1-1 0 0,0-1 1 0 0,0 0-1 0 0,0 0 1 0 0,1-1-1 0 0,0 1 1 0 0,-1 0-1 0 0,1-1 1 0 0,0 0-1 0 0,0 1 1 0 0,0-1-1 0 0,0 0 1 0 0,1-1-1 0 0,-1 1 1 0 0,0 0-1 0 0,1-1 1 0 0,0 0-1 0 0,-1 0 1 0 0,1 0 0 0 0,7 1-1 0 0,-2-1-1 0 0,1 0 1 0 0,0 0-1 0 0,0-1 0 0 0,0-1 0 0 0,0 1 1 0 0,0-1-1 0 0,0-1 0 0 0,0 0 1 0 0,0-1-1 0 0,-1 1 0 0 0,1-2 0 0 0,-1 1 1 0 0,0-2-1 0 0,0 1 0 0 0,0-1 0 0 0,-1 0 1 0 0,1-1-1 0 0,-1 0 0 0 0,-1 0 1 0 0,1-1-1 0 0,-1 0 0 0 0,10-12 0 0 0,29-25-39 0 0,-44 43 22 0 0,7 3-24 0 0,-1 1 31 0 0,1 0 0 0 0,-1 1 0 0 0,1 0 1 0 0,-1 0-1 0 0,0 0 0 0 0,-1 1 0 0 0,1 1 1 0 0,-1-1-1 0 0,13 13 0 0 0,39 26 26 0 0,-52-41-5 0 0,-1 1 0 0 0,1-1 0 0 0,0-1 0 0 0,0 1-1 0 0,0-1 1 0 0,0-1 0 0 0,0 1 0 0 0,0-1 0 0 0,1 0 0 0 0,-1-1 0 0 0,0 0 0 0 0,14-1 0 0 0,-10-1 4 0 0,-1-1 0 0 0,1 0 0 0 0,-1 0 0 0 0,0-1 0 0 0,0-1 0 0 0,0 1 0 0 0,-1-2 0 0 0,9-5 0 0 0,52-30 645 0 0,-68 40-571 0 0,-2 1-82 0 0,0-1 1 0 0,1 1-1 0 0,-1 0 0 0 0,0 0 0 0 0,1-1 1 0 0,-1 1-1 0 0,1 0 0 0 0,-1 0 0 0 0,1-1 1 0 0,-1 1-1 0 0,0 0 0 0 0,1 0 0 0 0,-1 0 1 0 0,1 0-1 0 0,-1-1 0 0 0,1 1 0 0 0,-1 0 1 0 0,1 0-1 0 0,-1 0 0 0 0,1 0 0 0 0,-1 0 1 0 0,1 0-1 0 0,-1 1 0 0 0,1-1 0 0 0,-1 0 1 0 0,1 0-1 0 0,-1 0 0 0 0,0 0 0 0 0,1 0 1 0 0,-1 1-1 0 0,1-1 0 0 0,-1 0 0 0 0,1 0 1 0 0,-1 1-1 0 0,0-1 0 0 0,1 0 1 0 0,-1 1-1 0 0,0-1 0 0 0,1 0 0 0 0,-1 1 1 0 0,0-1-1 0 0,1 1 0 0 0,-1-1 0 0 0,0 0 1 0 0,0 1-1 0 0,0-1 0 0 0,1 1 0 0 0,-1-1 1 0 0,0 1-1 0 0,0-1 0 0 0,0 1 0 0 0,0-1 1 0 0,0 1-1 0 0,0 0 0 0 0,0 1-287 0 0,6 38-1266 0 0,4-14-6725 0 0,-5-19 5178 0 0</inkml:trace>
</inkml:ink>
</file>

<file path=ppt/ink/ink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5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0 101 732 0 0,'2'-14'1168'0'0,"-1"7"-315"0"0,0 0-1 0 0,0 0 0 0 0,1 0 1 0 0,0 0-1 0 0,0 0 0 0 0,0 0 0 0 0,6-10 1 0 0,-6 15-691 0 0,0 0 1 0 0,0 1-1 0 0,0-1 0 0 0,0 0 1 0 0,0 1-1 0 0,0-1 0 0 0,1 1 1 0 0,-1 0-1 0 0,0 0 0 0 0,1 0 1 0 0,-1 0-1 0 0,1 0 0 0 0,0 1 1 0 0,-1-1-1 0 0,1 1 1 0 0,0-1-1 0 0,-1 1 0 0 0,1 0 1 0 0,0 0-1 0 0,-1 0 0 0 0,4 1 1 0 0,62 9 468 0 0,-57-8-384 0 0,30 3 83 0 0,-32-4-266 0 0,0-1 0 0 0,0 1-1 0 0,0 1 1 0 0,0 0 0 0 0,0 0-1 0 0,0 0 1 0 0,0 1 0 0 0,0 1 0 0 0,-1 0-1 0 0,13 7 1 0 0,-19-8-41 0 0,0-1 1 0 0,0 1-1 0 0,0-1 1 0 0,0 1-1 0 0,-1 0 1 0 0,0 0-1 0 0,1 0 1 0 0,-1 0-1 0 0,0 0 0 0 0,0 0 1 0 0,-1 0-1 0 0,1 1 1 0 0,-1-1-1 0 0,1 6 1 0 0,-2 44 266 0 0,1-53-285 0 0,-64 608 429 0 0,58-565-2320 0 0,0-17-5036 0 0</inkml:trace>
</inkml:ink>
</file>

<file path=ppt/ink/ink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6:35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70 676 0 0,'5'-2'1198'0'0,"0"-1"-1"0"0,0-1 1 0 0,0 1-1 0 0,-1-1 1 0 0,1 1-1 0 0,-1-1 1 0 0,0-1 0 0 0,0 1-1 0 0,5-8 1 0 0,0-14-130 0 0,-15 26-3645 0 0,-21 0-1640 0 0,5 2 323 0 0</inkml:trace>
</inkml:ink>
</file>

<file path=ppt/ink/ink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11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52 254 704 0 0,'0'-1'174'0'0,"0"1"0"0"0,-1 0 0 0 0,1 0 0 0 0,-1-1 0 0 0,1 1 0 0 0,-1 0 0 0 0,1 0 0 0 0,-1 0 0 0 0,1-1 0 0 0,-1 1 0 0 0,1 0 0 0 0,-1 0 0 0 0,1 0 0 0 0,-1 0 0 0 0,1 0 0 0 0,-1 0 0 0 0,1 0-1 0 0,-1 0 1 0 0,1 0 0 0 0,-1 0 0 0 0,1 0 0 0 0,-1 1 0 0 0,1-1 0 0 0,0 0 0 0 0,-1 0 0 0 0,1 0 0 0 0,-1 1 0 0 0,1-1 0 0 0,-1 0 0 0 0,1 0 0 0 0,0 1 0 0 0,-1-1 0 0 0,1 0 0 0 0,-1 1 0 0 0,1-1 0 0 0,0 1 0 0 0,-1-1 0 0 0,1 0 0 0 0,0 1 0 0 0,0-1 0 0 0,-1 1 0 0 0,1 0 0 0 0,-1 31 1846 0 0,19 49-2648 0 0,-16-71 1246 0 0,19 64-250 0 0,38 172 431 0 0,-58-246-731 0 0,-1 1-1 0 0,0-1 1 0 0,0 0-1 0 0,1 0 1 0 0,-1 1-1 0 0,0-1 1 0 0,0 0 0 0 0,0 0-1 0 0,0 1 1 0 0,1-1-1 0 0,-1 0 1 0 0,0 1-1 0 0,0-1 1 0 0,0 0-1 0 0,0 0 1 0 0,0 1-1 0 0,0-1 1 0 0,0 0-1 0 0,0 1 1 0 0,0-1-1 0 0,0 0 1 0 0,0 1-1 0 0,0-1 1 0 0,0 0-1 0 0,0 1 1 0 0,0-1-1 0 0,0 0 1 0 0,0 1-1 0 0,-1-1 1 0 0,1 0 0 0 0,0 0-1 0 0,0 1 1 0 0,0-1-1 0 0,0 0 1 0 0,-1 1-1 0 0,1-1 1 0 0,0 0-1 0 0,0 0 1 0 0,0 0-1 0 0,-1 1 1 0 0,1-1-1 0 0,0 0 1 0 0,0 0-1 0 0,-1 0 1 0 0,1 1-1 0 0,0-1 1 0 0,-1 0-1 0 0,1 0 1 0 0,-14-15 623 0 0,-15-34-493 0 0,9-3 106 0 0,2 0 0 0 0,-13-66 0 0 0,24 86-250 0 0,2 0 0 0 0,2 0 0 0 0,0 0-1 0 0,3 0 1 0 0,3-40 0 0 0,-2 62-54 0 0,1 0 0 0 0,0 0-1 0 0,0 1 1 0 0,1-1 0 0 0,1 1 0 0 0,-1-1 0 0 0,2 1-1 0 0,-1 0 1 0 0,1 1 0 0 0,1-1 0 0 0,-1 1 0 0 0,1 0 0 0 0,1 0-1 0 0,-1 1 1 0 0,1 0 0 0 0,12-9 0 0 0,-12 11-18 0 0,0 0 1 0 0,0 1-1 0 0,0 0 1 0 0,1 0-1 0 0,-1 1 1 0 0,1 0-1 0 0,0 0 1 0 0,0 1 0 0 0,0 0-1 0 0,0 1 1 0 0,1-1-1 0 0,-1 2 1 0 0,0-1-1 0 0,1 1 1 0 0,-1 0-1 0 0,0 1 1 0 0,0 0-1 0 0,1 0 1 0 0,-1 1-1 0 0,9 3 1 0 0,-8-3-32 0 0,-1 1 0 0 0,1 1 0 0 0,-1 0 0 0 0,0 0 0 0 0,-1 0 0 0 0,1 1 0 0 0,-1 0 0 0 0,1 1 0 0 0,-2 0 0 0 0,1 0 0 0 0,-1 0 0 0 0,0 1 0 0 0,0 0 0 0 0,0 0 1 0 0,-1 0-1 0 0,6 13 0 0 0,-8-15 29 0 0,-1 0 1 0 0,0 1-1 0 0,0-1 1 0 0,-1 1-1 0 0,0 0 1 0 0,0 0-1 0 0,0-1 1 0 0,0 1-1 0 0,-1 0 1 0 0,0 0-1 0 0,0 0 1 0 0,-1-1-1 0 0,0 1 1 0 0,0 0-1 0 0,0 0 1 0 0,-1-1 0 0 0,1 1-1 0 0,-1-1 1 0 0,-1 1-1 0 0,1-1 1 0 0,-1 0-1 0 0,0 0 1 0 0,0 0-1 0 0,0 0 1 0 0,-1-1-1 0 0,-5 6 1 0 0,-3 3-4 0 0,0-1 1 0 0,-1-1 0 0 0,-1 0-1 0 0,1-1 1 0 0,-2-1 0 0 0,1 0-1 0 0,-26 11 1 0 0,10-7-42 0 0,-2-2 0 0 0,-63 14 1 0 0,91-24-114 0 0,0 0 0 0 0,0 0 0 0 0,0-1 0 0 0,-1 1 0 0 0,1-1 0 0 0,0-1 0 0 0,-8 0 0 0 0,-2-5-3953 0 0,14-8-2533 0 0</inkml:trace>
</inkml:ink>
</file>

<file path=ppt/ink/ink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12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45 652 0 0,'0'0'3020'0'0,"6"37"-327"0"0,-8-9-2090 0 0,1 0 0 0 0,2 1 0 0 0,4 31 0 0 0,0-44 1957 0 0,-1-25-1381 0 0,0-50-1044 0 0,-1 4 165 0 0,6-42-85 0 0,-9 95-260 0 0,5 5-97 0 0,32 31 62 0 0,-22-20 27 0 0,1 0 1 0 0,0-1 0 0 0,1 0 0 0 0,0-2 0 0 0,20 11 0 0 0,-31-19 44 0 0,0-1 0 0 0,0 0 0 0 0,1 0 0 0 0,-1 0 0 0 0,1-1 0 0 0,-1 0 0 0 0,1 0 1 0 0,0 0-1 0 0,-1-1 0 0 0,1 0 0 0 0,0-1 0 0 0,-1 1 0 0 0,1-1 0 0 0,-1 0 0 0 0,1-1 0 0 0,-1 0 0 0 0,1 0 0 0 0,-1 0 0 0 0,0-1 0 0 0,10-5 0 0 0,-7 3 51 0 0,0-1 1 0 0,0 0-1 0 0,0-1 0 0 0,-1 0 1 0 0,0 0-1 0 0,0-1 1 0 0,-1 0-1 0 0,0 0 0 0 0,-1-1 1 0 0,1 1-1 0 0,-1-1 0 0 0,-1-1 1 0 0,0 1-1 0 0,5-16 0 0 0,-9 24 27 0 0,-1 1-66 0 0,0 0 0 0 0,0-1 0 0 0,0 1 0 0 0,0 0 0 0 0,0 0 0 0 0,0-1-1 0 0,0 1 1 0 0,0 0 0 0 0,1 0 0 0 0,-1 0 0 0 0,0-1 0 0 0,0 1 0 0 0,0 0 0 0 0,0 0 0 0 0,0 0 0 0 0,1 0-1 0 0,-1-1 1 0 0,0 1 0 0 0,0 0 0 0 0,0 0 0 0 0,1 0 0 0 0,-1 0 0 0 0,0 0 0 0 0,0 0 0 0 0,1 0 0 0 0,-1 0-1 0 0,0-1 1 0 0,0 1 0 0 0,0 0 0 0 0,1 0 0 0 0,-1 0 0 0 0,0 0 0 0 0,0 0 0 0 0,1 0 0 0 0,-1 0 0 0 0,0 0-1 0 0,0 1 1 0 0,1-1 0 0 0,-1 0 0 0 0,0 0 0 0 0,0 0 0 0 0,0 0 0 0 0,1 0 0 0 0,-1 0 0 0 0,0 0 0 0 0,0 0-1 0 0,0 1 1 0 0,1-1 0 0 0,-1 0 0 0 0,0 0 0 0 0,0 0 0 0 0,0 0 0 0 0,0 1 0 0 0,1-1 0 0 0,-1 0 0 0 0,0 0-1 0 0,0 0 1 0 0,0 1 0 0 0,6 106 110 0 0,5 46-640 0 0,7-54-3960 0 0,-12-83 1280 0 0,1-1 245 0 0</inkml:trace>
</inkml:ink>
</file>

<file path=ppt/ink/ink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12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9 852 0 0,'1'-8'10646'0'0,"9"56"-9381"0"0,6 98-1 0 0,-12-98-984 0 0,-4-42-551 0 0,0-1-1 0 0,-1 0 1 0 0,1 1-1 0 0,-1-1 1 0 0,0 0-1 0 0,-1 0 0 0 0,1 1 1 0 0,-1-1-1 0 0,-4 8 1 0 0,5-12-785 0 0,-13-1-4153 0 0</inkml:trace>
</inkml:ink>
</file>

<file path=ppt/ink/ink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13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0 113 116 0 0,'24'-13'780'0'0,"0"0"0"0"0,1 1 0 0 0,1 2-1 0 0,0 1 1 0 0,0 0 0 0 0,27-4 0 0 0,17 0-360 0 0,78-5 0 0 0,-130 17-1634 0 0,1 0 1 0 0,30 2-1 0 0,-38 2-348 0 0</inkml:trace>
  <inkml:trace contextRef="#ctx0" brushRef="#br0" timeOffset="1">165 487 324 0 0,'-4'9'740'0'0,"1"-2"2276"0"0,13 5-2312 0 0,2-11-68 0 0,7-1-67 0 0,7-1-49 0 0,14-6-32 0 0,-1 2-80 0 0,2 0-136 0 0,4-3-204 0 0,-5 2-248 0 0,2-5-316 0 0,-3 1-684 0 0,-4-2-1277 0 0,4 2 565 0 0</inkml:trace>
</inkml:ink>
</file>

<file path=ppt/ink/ink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0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59 180 0 0,'0'0'4742'0'0,"0"-6"-4644"0"0,3-17-18 0 0,-2 17 1427 0 0,-17-7-917 0 0,15 11-36 0 0,1 0-983 0 0,-1-4 1212 0 0</inkml:trace>
</inkml:ink>
</file>

<file path=ppt/ink/ink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1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271 192 792 0 0,'0'-1'213'0'0,"0"1"0"0"0,1-1 0 0 0,-1 1 0 0 0,0-1 0 0 0,0 0 0 0 0,0 1 0 0 0,0-1 0 0 0,1 1 0 0 0,-1-1 0 0 0,0 1 0 0 0,0-1 0 0 0,1 1 0 0 0,-1 0 0 0 0,1-1 0 0 0,-1 1 0 0 0,0-1 0 0 0,1 1 0 0 0,-1 0 0 0 0,1-1 0 0 0,-1 1 0 0 0,1 0 0 0 0,-1-1 0 0 0,1 1 0 0 0,-1 0 0 0 0,1 0 0 0 0,-1-1 0 0 0,1 1 0 0 0,0 0 0 0 0,1 7-109 0 0,1 1 1 0 0,-1-1-1 0 0,0 1 1 0 0,-1 0-1 0 0,0 0 1 0 0,0-1 0 0 0,-1 1-1 0 0,0 0 1 0 0,-1 0-1 0 0,1 0 1 0 0,-1 0-1 0 0,-1-1 1 0 0,1 1 0 0 0,-1 0-1 0 0,-1-1 1 0 0,-6 14-1 0 0,4-9 65 0 0,0 1 0 0 0,-1-2-1 0 0,-1 1 1 0 0,0-1-1 0 0,0 0 1 0 0,-1 0 0 0 0,-1-1-1 0 0,0 0 1 0 0,-16 14-1 0 0,22-22-80 0 0,-1 1 0 0 0,1 0-1 0 0,-1-1 1 0 0,0 0 0 0 0,0 0-1 0 0,0 0 1 0 0,-1 0 0 0 0,1-1-1 0 0,0 1 1 0 0,0-1 0 0 0,-1 0-1 0 0,1-1 1 0 0,-1 1 0 0 0,1-1-1 0 0,-1 0 1 0 0,1 0 0 0 0,-1 0-1 0 0,1 0 1 0 0,-1-1 0 0 0,1 0-1 0 0,-1 0 1 0 0,1 0 0 0 0,0 0 0 0 0,-1-1-1 0 0,1 0 1 0 0,0 0 0 0 0,-5-3-1 0 0,4 1-49 0 0,0 0 0 0 0,0 0 0 0 0,0 0 0 0 0,1 0 0 0 0,0-1 0 0 0,0 0 0 0 0,0 0-1 0 0,0 0 1 0 0,1 0 0 0 0,0-1 0 0 0,0 1 0 0 0,1-1 0 0 0,-1 0 0 0 0,1 0 0 0 0,0 0 0 0 0,1 0 0 0 0,0 0-1 0 0,0 0 1 0 0,-1-8 0 0 0,2-2-55 0 0,0-1 0 0 0,1 1-1 0 0,1-1 1 0 0,0 1 0 0 0,1 0 0 0 0,1 0-1 0 0,1 0 1 0 0,0 0 0 0 0,1 1-1 0 0,15-29 1 0 0,-15 34-6 0 0,0 0-1 0 0,1 0 0 0 0,0 0 1 0 0,1 1-1 0 0,0-1 1 0 0,1 2-1 0 0,0 0 1 0 0,0 0-1 0 0,0 0 1 0 0,1 1-1 0 0,0 1 1 0 0,1-1-1 0 0,-1 2 1 0 0,1-1-1 0 0,17-4 1 0 0,-23 8 12 0 0,-1 1 1 0 0,1 0-1 0 0,-1 0 1 0 0,1 0-1 0 0,0 0 1 0 0,-1 1-1 0 0,1 0 1 0 0,0 0-1 0 0,-1 0 1 0 0,1 1-1 0 0,-1-1 1 0 0,1 1-1 0 0,0 0 1 0 0,-1 1-1 0 0,1-1 1 0 0,-1 1-1 0 0,0 0 1 0 0,6 3-1 0 0,-5-2 2 0 0,0 1-1 0 0,0 1 1 0 0,-1-1-1 0 0,1 1 1 0 0,-1-1-1 0 0,0 1 1 0 0,0 0 0 0 0,-1 1-1 0 0,0-1 1 0 0,0 1-1 0 0,0-1 1 0 0,2 7-1 0 0,1 6 4 0 0,-1-1 0 0 0,0 1 0 0 0,-1 0 0 0 0,-2 0 0 0 0,1 1 0 0 0,-2-1 0 0 0,-1 0 0 0 0,-1 22 0 0 0,-2-18 32 0 0,-1 0 0 0 0,-1 0 0 0 0,0-1 0 0 0,-2 0 1 0 0,0 0-1 0 0,-13 24 0 0 0,-71 109 468 0 0,55-98-275 0 0,31-42 55 0 0,3-9-2909 0 0</inkml:trace>
</inkml:ink>
</file>

<file path=ppt/ink/ink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2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100 343 476 0 0,'14'-19'940'0'0,"0"0"0"0"0,-1-1 0 0 0,0-1 0 0 0,-2 0 0 0 0,15-41 0 0 0,-22 53-683 0 0,-1-1-1 0 0,-1 1 0 0 0,1-1 0 0 0,-2 0 0 0 0,1 0 1 0 0,-1 0-1 0 0,-1 0 0 0 0,0 0 0 0 0,0 0 1 0 0,-1 0-1 0 0,0 0 0 0 0,-1 1 0 0 0,0-1 1 0 0,-1 0-1 0 0,0 1 0 0 0,-5-13 0 0 0,8 22-242 0 0,0 0 0 0 0,0-1 0 0 0,0 1 0 0 0,-1 0 0 0 0,1 0 1 0 0,0 0-1 0 0,0 0 0 0 0,0 0 0 0 0,0 0 0 0 0,0-1 0 0 0,0 1 0 0 0,0 0 0 0 0,-1 0 0 0 0,1 0 0 0 0,0 0 0 0 0,0 0 0 0 0,0 0 0 0 0,0 0 0 0 0,0 0 0 0 0,-1 0 0 0 0,1 0 0 0 0,0 0 0 0 0,0 0 0 0 0,0 0 0 0 0,0 0 0 0 0,0 0 0 0 0,-1 0 0 0 0,1 0 0 0 0,0 0 0 0 0,0 0 1 0 0,0 0-1 0 0,0 0 0 0 0,-1 0 0 0 0,1 0 0 0 0,0 0 0 0 0,0 0 0 0 0,0 0 0 0 0,0 0 0 0 0,0 0 0 0 0,-1 0 0 0 0,1 0 0 0 0,0 0 0 0 0,0 0 0 0 0,0 1 0 0 0,0-1 0 0 0,0 0 0 0 0,0 0 0 0 0,0 0 0 0 0,0 0 0 0 0,-1 0 0 0 0,1 0 0 0 0,0 1 0 0 0,-8 12 153 0 0,-5 19-116 0 0,1 17 49 0 0,3 1 1 0 0,1 0-1 0 0,3 1 0 0 0,2 85 1 0 0,8-27 54 0 0,22 115 0 0 0,6-52-4 0 0,8 78 53 0 0,-39-242-189 0 0,-1 0 1 0 0,-1 0-1 0 0,0 1 0 0 0,0-1 1 0 0,0 0-1 0 0,-1 0 0 0 0,-1 0 1 0 0,1 0-1 0 0,-1 0 1 0 0,-5 14-1 0 0,6-21-16 0 0,0 0 1 0 0,0 0-1 0 0,0 0 1 0 0,1 0-1 0 0,-1-1 1 0 0,0 1-1 0 0,0 0 0 0 0,0 0 1 0 0,0-1-1 0 0,-1 1 1 0 0,1-1-1 0 0,0 1 1 0 0,0-1-1 0 0,0 1 1 0 0,0-1-1 0 0,-1 0 0 0 0,1 0 1 0 0,0 1-1 0 0,0-1 1 0 0,0 0-1 0 0,-1 0 1 0 0,1 0-1 0 0,0 0 1 0 0,0 0-1 0 0,-1-1 0 0 0,1 1 1 0 0,0 0-1 0 0,0-1 1 0 0,-2 0-1 0 0,-32-19-166 0 0,21 8 116 0 0,0-1 1 0 0,1-1-1 0 0,1 0 0 0 0,0 0 1 0 0,1-1-1 0 0,0-1 0 0 0,-14-29 1 0 0,19 33 35 0 0,1 0 1 0 0,0 0-1 0 0,0 0 1 0 0,1-1-1 0 0,1 0 0 0 0,1 0 1 0 0,-1 0-1 0 0,2 0 1 0 0,0 0-1 0 0,0 0 1 0 0,3-24-1 0 0,0 29 10 0 0,1 1-1 0 0,-1 0 1 0 0,1 0 0 0 0,0 0-1 0 0,1 0 1 0 0,0 0-1 0 0,0 1 1 0 0,0-1-1 0 0,1 1 1 0 0,0 1-1 0 0,0-1 1 0 0,0 0-1 0 0,1 1 1 0 0,0 0-1 0 0,0 1 1 0 0,0-1-1 0 0,1 1 1 0 0,12-6-1 0 0,14-6-270 0 0,0 1 0 0 0,57-17 0 0 0,-79 29 135 0 0,163-41-5708 0 0,-119 34 2989 0 0</inkml:trace>
</inkml:ink>
</file>

<file path=ppt/ink/ink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17.8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1 152 996 0 0,'7'-19'3183'0'0,"-1"-1"-1"0"0,-1 0 1 0 0,0 0 0 0 0,2-33 0 0 0,-7 52-3225 0 0,0 0-1 0 0,0 1 1 0 0,0-1 0 0 0,0 0 0 0 0,0 1 0 0 0,0-1 0 0 0,0 0 0 0 0,0 1 0 0 0,0-1 0 0 0,0 0 0 0 0,0 1 0 0 0,0-1 0 0 0,1 0 0 0 0,-1 1 0 0 0,0-1 0 0 0,0 1 0 0 0,1-1 0 0 0,-1 0 0 0 0,0 1 0 0 0,1-1 0 0 0,-1 1 0 0 0,1-1 0 0 0,-1 1 0 0 0,1-1 0 0 0,-1 1 0 0 0,1-1 0 0 0,-1 1 0 0 0,1 0 0 0 0,-1-1 0 0 0,1 1 0 0 0,-1 0 0 0 0,1-1 0 0 0,0 1 0 0 0,-1 0 0 0 0,1 0 0 0 0,0 0 0 0 0,-1-1 0 0 0,1 1 0 0 0,-1 0 0 0 0,1 0 0 0 0,0 0-1 0 0,-1 0 1 0 0,1 0 0 0 0,0 0 0 0 0,-1 0 0 0 0,1 0 0 0 0,0 1 0 0 0,-1-1 0 0 0,1 0 0 0 0,1 1 0 0 0,24 18-7959 0 0,-19-12 4196 0 0</inkml:trace>
</inkml:ink>
</file>

<file path=ppt/ink/ink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18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0 1328 0 0,'0'1'464'0'0,"-1"1"0"0"0,1-1-1 0 0,0 0 1 0 0,0 0 0 0 0,0 0 0 0 0,0 0-1 0 0,0 0 1 0 0,0 1 0 0 0,0-1 0 0 0,0 0-1 0 0,1 0 1 0 0,-1 0 0 0 0,0 0 0 0 0,1 0-1 0 0,-1 0 1 0 0,1 1 0 0 0,-1-1 0 0 0,1 0-1 0 0,-1 0 1 0 0,1-1 0 0 0,0 1 0 0 0,1 1-1 0 0,15-11 5769 0 0,1-3-7975 0 0,2 8-7963 0 0,-5 7 5893 0 0</inkml:trace>
</inkml:ink>
</file>

<file path=ppt/ink/ink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5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222 128 540 0 0,'18'-40'5139'0'0,"-17"39"-4809"0"0,13-40 3423 0 0,-15 39-3656 0 0,1-1 1 0 0,0 1 0 0 0,-1-1-1 0 0,1 1 1 0 0,-1 0 0 0 0,0 0-1 0 0,0-1 1 0 0,0 1 0 0 0,0 0-1 0 0,0 0 1 0 0,0 0 0 0 0,-1 0 0 0 0,1 0-1 0 0,-1 0 1 0 0,1 0 0 0 0,-1 0-1 0 0,0 1 1 0 0,-2-2 0 0 0,3 1 27 0 0,-31 0 50 0 0,19 7-165 0 0,0 2 0 0 0,1-1-1 0 0,0 2 1 0 0,0 0 0 0 0,0 0 0 0 0,1 1 0 0 0,0 0 0 0 0,1 1 0 0 0,0 0-1 0 0,1 1 1 0 0,0 0 0 0 0,0 0 0 0 0,-11 22 0 0 0,14-23-6 0 0,1 0 0 0 0,1 0 1 0 0,0 0-1 0 0,0 1 0 0 0,1-1 0 0 0,0 1 0 0 0,0 0 0 0 0,0 14 1 0 0,3-19-3 0 0,0 1 0 0 0,0 0 0 0 0,0-1 0 0 0,1 1 0 0 0,0 0 0 0 0,0-1 0 0 0,1 1 0 0 0,0-1 0 0 0,0 1 0 0 0,0-1 0 0 0,1 0 0 0 0,0 0 0 0 0,0 0 0 0 0,6 7 0 0 0,-8-11-1 0 0,1 1 0 0 0,0 0 1 0 0,0-1-1 0 0,0 0 1 0 0,0 1-1 0 0,0-1 0 0 0,1 0 1 0 0,-1 0-1 0 0,1 0 0 0 0,-1 0 1 0 0,1-1-1 0 0,0 1 0 0 0,0-1 1 0 0,-1 0-1 0 0,1 1 0 0 0,0-1 1 0 0,0-1-1 0 0,0 1 1 0 0,1 0-1 0 0,-1-1 0 0 0,0 1 1 0 0,0-1-1 0 0,0 0 0 0 0,0 0 1 0 0,0 0-1 0 0,1-1 0 0 0,-1 1 1 0 0,0-1-1 0 0,0 1 0 0 0,0-1 1 0 0,0 0-1 0 0,0-1 0 0 0,0 1 1 0 0,-1 0-1 0 0,1-1 1 0 0,0 1-1 0 0,0-1 0 0 0,-1 0 1 0 0,1 0-1 0 0,3-4 0 0 0,2-1 8 0 0,0-1 1 0 0,-1 0-1 0 0,0 0 0 0 0,0 0 0 0 0,-1-1 0 0 0,0 0 1 0 0,0 0-1 0 0,-1-1 0 0 0,0 1 0 0 0,6-21 0 0 0,-6 12 239 0 0,-1 1 0 0 0,-1-1 0 0 0,2-22-1 0 0,-3 25 125 0 0,4 16-169 0 0,8 24-131 0 0,-8-14-126 0 0,-5-8-13 0 0,20 26-1196 0 0,37 41 1 0 0,-49-60-11 0 0,1-1 0 0 0,0-1 0 0 0,0 0 0 0 0,16 10 0 0 0,-8-9-1490 0 0</inkml:trace>
</inkml:ink>
</file>

<file path=ppt/ink/ink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6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29 730 11273 0 0,'-19'7'300'0'0,"9"-3"-487"0"0,11-4-49 0 0,22-7 258 0 0,-1-2 0 0 0,0 0 1 0 0,-1-1-1 0 0,0-1 1 0 0,-1-1-1 0 0,0 0 0 0 0,-1-2 1 0 0,25-23-1 0 0,-29 24 10 0 0,-1-1 0 0 0,0-1 0 0 0,-1 0 0 0 0,-1-1 0 0 0,0 0 0 0 0,-2-1 0 0 0,1 0 0 0 0,-2-1 0 0 0,0 0 0 0 0,9-31 0 0 0,-14 34-17 0 0,-2-1-1 0 0,0 1 1 0 0,-1-1-1 0 0,0 1 1 0 0,-1-1-1 0 0,-1 1 1 0 0,0-1-1 0 0,-1 1 1 0 0,-1-1-1 0 0,-1 1 1 0 0,0 0-1 0 0,-7-16 1 0 0,5 13 6 0 0,-1 2 0 0 0,-1-1 1 0 0,-1 1-1 0 0,-1 0 0 0 0,0 1 1 0 0,0 0-1 0 0,-2 0 0 0 0,0 1 1 0 0,-28-24-1 0 0,39 36-22 0 0,0 1-1 0 0,0 0 1 0 0,-1 0-1 0 0,1-1 0 0 0,-1 1 1 0 0,1 0-1 0 0,-1 0 1 0 0,1 1-1 0 0,-1-1 1 0 0,0 0-1 0 0,1 0 1 0 0,-1 1-1 0 0,0-1 1 0 0,1 1-1 0 0,-1 0 1 0 0,0-1-1 0 0,0 1 1 0 0,0 0-1 0 0,1 0 1 0 0,-1 0-1 0 0,0 0 1 0 0,0 0-1 0 0,0 1 1 0 0,1-1-1 0 0,-1 0 0 0 0,0 1 1 0 0,0-1-1 0 0,1 1 1 0 0,-1 0-1 0 0,0 0 1 0 0,1 0-1 0 0,-1 0 1 0 0,1 0-1 0 0,-3 2 1 0 0,0 2-4 0 0,0 0 0 0 0,0 0 0 0 0,0 0 0 0 0,1 1 0 0 0,0-1 0 0 0,0 1 0 0 0,0 0 0 0 0,-2 12 0 0 0,-3 11-16 0 0,1 0 0 0 0,2 0 0 0 0,1 1 1 0 0,1-1-1 0 0,2 1 0 0 0,4 56 0 0 0,37 178-41 0 0,-39-263 61 0 0,7 42 9 0 0,26 76 0 0 0,-29-105 18 0 0,1-1-1 0 0,0 0 1 0 0,0 0-1 0 0,1 0 1 0 0,1-1-1 0 0,0 0 1 0 0,1-1 0 0 0,0 0-1 0 0,16 15 1 0 0,-24-25-12 0 0,1 0 0 0 0,-1 0 0 0 0,1 0 0 0 0,0-1 0 0 0,-1 1 0 0 0,1 0 0 0 0,0-1 0 0 0,0 1 0 0 0,-1-1 0 0 0,1 0 0 0 0,0 1 0 0 0,0-1 0 0 0,0 0 0 0 0,-1 0 0 0 0,1 0 0 0 0,0-1 0 0 0,0 1 0 0 0,0 0 0 0 0,-1-1 0 0 0,1 1 0 0 0,0-1 0 0 0,2-1 0 0 0,40-20 201 0 0,-34 15-172 0 0,6-3 43 0 0,0-2 0 0 0,23-22-1 0 0,-24 21 48 0 0,0 0 0 0 0,22-14 1 0 0,23 3 354 0 0,-53 22-435 0 0,-5 1 0 0 0,2 2 8 0 0,5 1-35 0 0,1 1 0 0 0,-1-1-1 0 0,1 2 1 0 0,-1-1 0 0 0,12 7 0 0 0,24 19-4877 0 0,-35-22 1344 0 0,-2-1 268 0 0</inkml:trace>
</inkml:ink>
</file>

<file path=ppt/ink/ink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6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66 560 0 0,'-5'-17'3519'0'0,"0"-30"1749"0"0,6 45-5549 0 0,2 5-2269 0 0,10 10 83 0 0,-10-10 190 0 0</inkml:trace>
</inkml:ink>
</file>

<file path=ppt/ink/ink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6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160 207 652 0 0,'-2'-3'421'0'0,"1"0"0"0"0,-1 1 0 0 0,1-1-1 0 0,-1 1 1 0 0,0 0 0 0 0,0-1 0 0 0,0 1 0 0 0,0 0 0 0 0,0 0-1 0 0,-1 0 1 0 0,1 0 0 0 0,-1 1 0 0 0,1-1 0 0 0,-5-1 0 0 0,5 2-108 0 0,-35-1 861 0 0,31 4-1132 0 0,0 1 0 0 0,1 1 0 0 0,0-1 0 0 0,-1 1 0 0 0,1 0 1 0 0,1 0-1 0 0,-1 0 0 0 0,1 1 0 0 0,-1-1 0 0 0,1 1 0 0 0,1 0 0 0 0,-1 1 0 0 0,1-1 0 0 0,0 1 0 0 0,0-1 0 0 0,0 1 0 0 0,1 0 0 0 0,0 0 0 0 0,0 0 0 0 0,0 0 0 0 0,1 0 1 0 0,0 1-1 0 0,0-1 0 0 0,1 0 0 0 0,0 1 0 0 0,0-1 0 0 0,0 0 0 0 0,2 7 0 0 0,3 20 38 0 0,1 0 0 0 0,2 0 0 0 0,1-1 0 0 0,16 38 1 0 0,-6-15 56 0 0,-18-53-133 0 0,15 48 97 0 0,13 70 0 0 0,-26-105-73 0 0,-1 0 1 0 0,-1 1-1 0 0,0-1 1 0 0,-1 1-1 0 0,-1-1 1 0 0,0 1-1 0 0,-1-1 1 0 0,-1 1-1 0 0,-5 17 1 0 0,8-32-14 0 0,0-1 0 0 0,0 1 1 0 0,0-1-1 0 0,0 1 0 0 0,0-1 0 0 0,0 1 1 0 0,0-1-1 0 0,0 1 0 0 0,0-1 0 0 0,-1 0 1 0 0,1 1-1 0 0,0-1 0 0 0,0 1 0 0 0,-1-1 1 0 0,1 1-1 0 0,0-1 0 0 0,0 0 0 0 0,-1 1 1 0 0,1-1-1 0 0,0 0 0 0 0,-1 1 0 0 0,1-1 1 0 0,0 0-1 0 0,-1 0 0 0 0,1 1 0 0 0,-1-1 1 0 0,1 0-1 0 0,0 0 0 0 0,-1 0 0 0 0,1 1 1 0 0,-1-1-1 0 0,1 0 0 0 0,-1 0 0 0 0,1 0 1 0 0,-1 0-1 0 0,1 0 0 0 0,-1 0 0 0 0,1 0 1 0 0,0 0-1 0 0,-1 0 0 0 0,1 0 0 0 0,-1 0 1 0 0,1 0-1 0 0,-1 0 0 0 0,1-1 0 0 0,-1 1 1 0 0,1 0-1 0 0,0 0 0 0 0,-1 0 0 0 0,1-1 1 0 0,-1 1-1 0 0,1 0 0 0 0,0-1 0 0 0,-1 1 1 0 0,1 0-1 0 0,0 0 0 0 0,-1-1 0 0 0,1 1 1 0 0,0-1-1 0 0,0 1 0 0 0,-1-1 0 0 0,0-1-1 0 0,-1 1 1 0 0,1-1-1 0 0,0 0 0 0 0,0 0 0 0 0,0 0 0 0 0,0 0 1 0 0,1 0-1 0 0,-1 0 0 0 0,0 0 0 0 0,1 0 0 0 0,0 0 1 0 0,-1 0-1 0 0,1 0 0 0 0,0-3 0 0 0,6-27-93 0 0,2 1 0 0 0,1 0 0 0 0,1 0 0 0 0,1 1 0 0 0,2 1 0 0 0,19-32 0 0 0,-3 1-200 0 0,128-248-1570 0 0,-73 145 1448 0 0,-78 148 769 0 0,0 0 0 0 0,-1 0-1 0 0,-1 0 1 0 0,-1-1 0 0 0,2-18 0 0 0,-2 20 1297 0 0,-7 39-1584 0 0,2 1 0 0 0,1-1 0 0 0,1 0 0 0 0,2 1 0 0 0,6 38 0 0 0,-5-45-39 0 0,1 0-1 0 0,1-1 1 0 0,1 0 0 0 0,1 0-1 0 0,0 0 1 0 0,1-1-1 0 0,1 0 1 0 0,16 24-1 0 0,-23-39-4 0 0,0 0-1 0 0,-1 0 0 0 0,1 0 1 0 0,0 0-1 0 0,0 0 0 0 0,0-1 1 0 0,1 1-1 0 0,-1 0 0 0 0,0-1 1 0 0,1 0-1 0 0,-1 0 0 0 0,1 1 1 0 0,-1-1-1 0 0,1-1 1 0 0,-1 1-1 0 0,1 0 0 0 0,0-1 1 0 0,-1 1-1 0 0,1-1 0 0 0,0 0 1 0 0,0 0-1 0 0,-1 0 0 0 0,1 0 1 0 0,0 0-1 0 0,0-1 0 0 0,-1 1 1 0 0,1-1-1 0 0,4-1 0 0 0,5-3 226 0 0,-1 0-1 0 0,0-1 0 0 0,0 0 1 0 0,18-14-1 0 0,-27 19-227 0 0,2-1 43 0 0,1 0-288 0 0,0 1 0 0 0,1 0 1 0 0,-1 0-1 0 0,0 1 0 0 0,0-1 0 0 0,1 1 1 0 0,-1 0-1 0 0,0 0 0 0 0,1 1 0 0 0,-1 0 1 0 0,0 0-1 0 0,0 0 0 0 0,1 0 1 0 0,-1 1-1 0 0,0 0 0 0 0,5 3 0 0 0,25 7-6051 0 0,-18-7 2810 0 0</inkml:trace>
</inkml:ink>
</file>

<file path=ppt/ink/ink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7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34 968 0 0,'-40'-19'13059'0'0,"45"19"-12857"0"0,403-14 690 0 0,-387 16-1441 0 0,-15-2-1762 0 0</inkml:trace>
</inkml:ink>
</file>

<file path=ppt/ink/ink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1 112 0 0,'-7'-1'9414'0'0,"9"34"-8354"0"0,1-1 0 0 0,8 35 0 0 0,-3-30-414 0 0,2 52 1 0 0,-4 74-2284 0 0,-6-160 1013 0 0,3 16-266 0 0,3-8-4692 0 0,3-3 2620 0 0</inkml:trace>
</inkml:ink>
</file>

<file path=ppt/ink/ink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28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0 648 0 0,'0'0'5889'0'0,"13"52"-2801"0"0,0-4-1351 0 0,-9-31-1255 0 0,1 0 0 0 0,0-1 0 0 0,9 19 0 0 0,-14-34-453 0 0,0-1 0 0 0,1 1 0 0 0,-1-1 1 0 0,0 1-1 0 0,1-1 0 0 0,-1 1 0 0 0,1 0 0 0 0,-1-1 0 0 0,0 1 1 0 0,1-1-1 0 0,-1 0 0 0 0,1 1 0 0 0,-1-1 0 0 0,1 1 1 0 0,-1-1-1 0 0,1 0 0 0 0,0 1 0 0 0,-1-1 0 0 0,1 0 0 0 0,-1 0 1 0 0,1 1-1 0 0,0-1 0 0 0,-1 0 0 0 0,1 0 0 0 0,0 0 1 0 0,-1 0-1 0 0,1 0 0 0 0,-1 0 0 0 0,1 0 0 0 0,0 0 0 0 0,-1 0 1 0 0,1 0-1 0 0,0 0 0 0 0,22-16 242 0 0,12-30-93 0 0,-33 41-148 0 0,1 0 0 0 0,1 0 1 0 0,-1 0-1 0 0,1 0 0 0 0,0 1 1 0 0,0-1-1 0 0,5-4 0 0 0,-7 8-28 0 0,1-1 0 0 0,-1 1 0 0 0,1 0 0 0 0,-1 0 0 0 0,1 0 0 0 0,0 1-1 0 0,0-1 1 0 0,-1 0 0 0 0,1 1 0 0 0,0 0 0 0 0,0 0 0 0 0,-1 0-1 0 0,1 0 1 0 0,0 0 0 0 0,0 0 0 0 0,4 2 0 0 0,13 1-15 0 0,1 0 0 0 0,0-2 0 0 0,28-1 0 0 0,-44 0 47 0 0,1 0 1 0 0,-1-1-1 0 0,1 0 0 0 0,-1 0 0 0 0,0 0 0 0 0,0-1 0 0 0,1 0 0 0 0,-1 0 0 0 0,0 0 1 0 0,0 0-1 0 0,-1-1 0 0 0,1 0 0 0 0,-1 0 0 0 0,1 0 0 0 0,-1-1 0 0 0,0 0 0 0 0,5-5 0 0 0,-8 8 194 0 0,-5-21 1822 0 0,14 36-2461 0 0,17 24-1985 0 0,-7-19-5659 0 0</inkml:trace>
</inkml:ink>
</file>

<file path=ppt/ink/ink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1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1 932 0 0,'0'0'2072'0'0,"9"5"2975"0"0,-54 107-2161 0 0,-28 57-5838 0 0,57-137-72 0 0,6-6 231 0 0</inkml:trace>
</inkml:ink>
</file>

<file path=ppt/ink/ink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2.6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6 140 180 0 0,'0'0'2012'0'0,"-6"-7"-457"0"0,8 2 2670 0 0,10-3-3922 0 0,-1 0-1 0 0,1 1 1 0 0,0 0 0 0 0,1 1-1 0 0,-1 1 1 0 0,1 0 0 0 0,18-5 0 0 0,106-21 679 0 0,-104 24-714 0 0,-31 7-255 0 0,47-11 345 0 0,0 2 1 0 0,0 2-1 0 0,1 3 1 0 0,51 1-1 0 0,-96 3-582 0 0,0 1 0 0 0,0 0-1 0 0,0 0 1 0 0,0 0-1 0 0,0 1 1 0 0,-1-1 0 0 0,1 1-1 0 0,0 0 1 0 0,-1 0 0 0 0,1 1-1 0 0,7 5 1 0 0,-8 0-1082 0 0,-7-2-3599 0 0,-11 15 2347 0 0</inkml:trace>
</inkml:ink>
</file>

<file path=ppt/ink/ink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2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12 119 584 0 0,'0'1'182'0'0,"-1"-1"0"0"0,0 0 0 0 0,0 1 0 0 0,1-1 0 0 0,-1 1 1 0 0,0-1-1 0 0,1 0 0 0 0,-1 1 0 0 0,1-1 0 0 0,-1 1 0 0 0,1 0 0 0 0,-1-1 0 0 0,1 1 0 0 0,-1-1 0 0 0,1 1 0 0 0,-1 0 0 0 0,1-1 1 0 0,0 1-1 0 0,-1 0 0 0 0,1 0 0 0 0,0-1 0 0 0,0 1 0 0 0,-1 0 0 0 0,1 0 0 0 0,0-1 0 0 0,0 1 0 0 0,0 0 0 0 0,0 0 0 0 0,0 0 1 0 0,0-1-1 0 0,0 1 0 0 0,1 1 0 0 0,0-1-56 0 0,0 0-1 0 0,1-1 1 0 0,-1 1 0 0 0,1 0 0 0 0,-1-1-1 0 0,1 1 1 0 0,-1-1 0 0 0,1 1 0 0 0,0-1 0 0 0,-1 0-1 0 0,1 0 1 0 0,-1 0 0 0 0,1 0 0 0 0,2 0-1 0 0,72-7 6 0 0,-70 6 301 0 0,319-59 1431 0 0,45-6-762 0 0,-260 55-2206 0 0,-64 10-5122 0 0</inkml:trace>
</inkml:ink>
</file>

<file path=ppt/ink/ink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3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98 708 0 0,'5'-7'315'0'0,"-1"0"0"0"0,1 1 0 0 0,0 0-1 0 0,0 0 1 0 0,1 1 0 0 0,-1-1 0 0 0,1 1 0 0 0,1 0 0 0 0,-1 1-1 0 0,1-1 1 0 0,-1 1 0 0 0,1 1 0 0 0,1-1 0 0 0,-1 1 0 0 0,0 0-1 0 0,1 1 1 0 0,-1 0 0 0 0,13-2 0 0 0,8-1 147 0 0,-1 2 1 0 0,1 0-1 0 0,54 3 0 0 0,-60 2-276 0 0,0 1 0 0 0,1 0 0 0 0,-1 2 0 0 0,0 1 0 0 0,-1 0 0 0 0,0 1 0 0 0,0 2 0 0 0,0 0 0 0 0,-1 1 0 0 0,0 1 0 0 0,-1 1 0 0 0,-1 1 0 0 0,33 28 0 0 0,-41-32-125 0 0,0 1-1 0 0,-1 0 1 0 0,-1 0 0 0 0,0 1-1 0 0,0 0 1 0 0,-1 0-1 0 0,0 1 1 0 0,-1 0 0 0 0,0 0-1 0 0,-1 1 1 0 0,-1-1-1 0 0,0 1 1 0 0,0 0-1 0 0,-2 0 1 0 0,1 0 0 0 0,-2 1-1 0 0,0-1 1 0 0,0 1-1 0 0,-1-1 1 0 0,-1 0 0 0 0,0 1-1 0 0,-1-1 1 0 0,0 0-1 0 0,-7 20 1 0 0,1-12-2 0 0,0-1 0 0 0,-2-1 0 0 0,0 0 0 0 0,-1 0 0 0 0,-1-1 0 0 0,-1 0 0 0 0,-1-1 0 0 0,0 0 0 0 0,-1-2 0 0 0,0 1 0 0 0,-2-2 0 0 0,-32 23 0 0 0,4-7 339 0 0,-1-3-1 0 0,-1-1 1 0 0,-2-3 0 0 0,-54 19-1 0 0,35-17 800 0 0,66-25-1168 0 0,27-18-13948 0 0</inkml:trace>
</inkml:ink>
</file>

<file path=ppt/ink/ink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5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35 410 916 0 0,'-2'-2'265'0'0,"-1"0"0"0"0,0 0 1 0 0,1-1-1 0 0,0 1 0 0 0,-1 0 0 0 0,1-1 0 0 0,0 1 1 0 0,0-1-1 0 0,0 0 0 0 0,0 0 0 0 0,1 0 0 0 0,-1 0 1 0 0,1 0-1 0 0,0 0 0 0 0,0 0 0 0 0,0 0 0 0 0,0 0 1 0 0,0 0-1 0 0,1-1 0 0 0,-1 1 0 0 0,1 0 0 0 0,0-1 1 0 0,0 1-1 0 0,0 0 0 0 0,1-1 0 0 0,-1 1 0 0 0,1 0 1 0 0,0 0-1 0 0,0-1 0 0 0,0 1 0 0 0,3-5 0 0 0,1-6-49 0 0,0 1 0 0 0,1 0 0 0 0,1 1 0 0 0,0-1-1 0 0,1 1 1 0 0,11-12 0 0 0,0 2 7 0 0,1 1 1 0 0,1 1-1 0 0,1 2 1 0 0,1 0-1 0 0,43-27 0 0 0,-49 35-152 0 0,-1 2 0 0 0,1-1-1 0 0,1 2 1 0 0,-1 0-1 0 0,1 1 1 0 0,0 1-1 0 0,1 1 1 0 0,-1 0 0 0 0,36-1-1 0 0,-48 5-60 0 0,0 0-1 0 0,0 0 1 0 0,-1 1-1 0 0,1-1 1 0 0,0 2-1 0 0,0-1 1 0 0,0 1-1 0 0,-1-1 1 0 0,1 2-1 0 0,-1-1 1 0 0,1 1-1 0 0,-1-1 1 0 0,0 1-1 0 0,0 1 1 0 0,0-1-1 0 0,0 1 1 0 0,-1 0-1 0 0,1 0 1 0 0,-1 0-1 0 0,0 1 1 0 0,-1-1-1 0 0,1 1 1 0 0,-1 0-1 0 0,1 0 1 0 0,-2 0-1 0 0,1 0 1 0 0,0 1-1 0 0,-1-1 1 0 0,0 1-1 0 0,-1 0 1 0 0,1 0-1 0 0,-1-1 1 0 0,1 12-1 0 0,0-2-2 0 0,-1 0 0 0 0,-1 1 0 0 0,0-1 0 0 0,-1 0-1 0 0,-1 0 1 0 0,0 0 0 0 0,-1 0 0 0 0,-1-1-1 0 0,0 1 1 0 0,-1-1 0 0 0,-1 0 0 0 0,-9 18 0 0 0,15-32-7 0 0,-30 46-38 0 0,28-43 88 0 0,1-1 0 0 0,-1 0 0 0 0,0 1 1 0 0,0-1-1 0 0,0 0 0 0 0,0 0 0 0 0,-1 0 0 0 0,1-1 0 0 0,-1 1 0 0 0,1 0 0 0 0,-1-1 1 0 0,1 0-1 0 0,-1 1 0 0 0,0-1 0 0 0,0 0 0 0 0,-4 0 0 0 0,6-1-39 0 0,0 0 0 0 0,0 0 0 0 0,0 0 0 0 0,0-1 0 0 0,0 1 0 0 0,0 0 0 0 0,0-1 0 0 0,0 1 0 0 0,0-1 0 0 0,0 1 0 0 0,0-1 0 0 0,0 0-1 0 0,0 1 1 0 0,1-1 0 0 0,-1 0 0 0 0,0 0 0 0 0,0 1 0 0 0,1-1 0 0 0,-1 0 0 0 0,0 0 0 0 0,1 0 0 0 0,-1 0 0 0 0,1 0 0 0 0,-1 0 0 0 0,1 0 0 0 0,0 0 0 0 0,-1 0 0 0 0,1 0-1 0 0,0 0 1 0 0,0 0 0 0 0,0 0 0 0 0,0 0 0 0 0,0 0 0 0 0,0 0 0 0 0,0-1 0 0 0,0 1 0 0 0,1-2 0 0 0,7-38 79 0 0,-4 30-175 0 0,1 0 1 0 0,0 1-1 0 0,1 0 1 0 0,0 0 0 0 0,1 1-1 0 0,0-1 1 0 0,1 1-1 0 0,-1 1 1 0 0,2 0-1 0 0,-1 0 1 0 0,1 0 0 0 0,0 1-1 0 0,19-11 1 0 0,-19 13-324 0 0,0 1 0 0 0,1 0 0 0 0,0 0 0 0 0,0 1 0 0 0,0 0 0 0 0,0 0 0 0 0,0 2 0 0 0,1-1 0 0 0,17 0 1 0 0,18-1-4777 0 0,-29 5 2794 0 0</inkml:trace>
</inkml:ink>
</file>

<file path=ppt/ink/ink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5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1 160 464 0 0,'18'-67'3687'0'0,"8"-16"3070"0"0,-26 82-6178 0 0,3-2 133 0 0,-3 2-670 0 0,0 1 1 0 0,0 0 0 0 0,0 0-1 0 0,0-1 1 0 0,0 1-1 0 0,0 0 1 0 0,0 0-1 0 0,1-1 1 0 0,-1 1-1 0 0,0 0 1 0 0,0 0 0 0 0,0 0-1 0 0,0-1 1 0 0,0 1-1 0 0,1 0 1 0 0,-1 0-1 0 0,0 0 1 0 0,0 0-1 0 0,0-1 1 0 0,1 1 0 0 0,-1 0-1 0 0,0 0 1 0 0,0 0-1 0 0,1 0 1 0 0,-1 0-1 0 0,0 0 1 0 0,0 0-1 0 0,1-1 1 0 0,-1 1 0 0 0,0 0-1 0 0,0 0 1 0 0,1 0-1 0 0,-1 0 1 0 0,0 0-1 0 0,0 0 1 0 0,1 0-1 0 0,-1 0 1 0 0,0 1 0 0 0,0-1-1 0 0,1 0 1 0 0,-1 0-1 0 0,0 0 1 0 0,1 0-1 0 0,5 17 129 0 0,0 0 0 0 0,0 1-1 0 0,-2 0 1 0 0,0-1 0 0 0,-1 1-1 0 0,-1 1 1 0 0,0 26-1 0 0,1 1 23 0 0,2-6-267 0 0,3 74 647 0 0,-8-104-1142 0 0,0 1 1 0 0,-1-1-1 0 0,-1 1 1 0 0,1-1-1 0 0,-2 0 1 0 0,0 1-1 0 0,0-1 1 0 0,-6 13-1 0 0,2-17-1189 0 0</inkml:trace>
</inkml:ink>
</file>

<file path=ppt/ink/ink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6.2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3 285 656 0 0,'0'0'75'0'0,"-1"0"-1"0"0,1-1 1 0 0,0 1-1 0 0,0 0 1 0 0,0-1 0 0 0,-1 1-1 0 0,1 0 1 0 0,0-1 0 0 0,0 1-1 0 0,0 0 1 0 0,0-1-1 0 0,0 1 1 0 0,0 0 0 0 0,0-1-1 0 0,0 1 1 0 0,0-1-1 0 0,0 1 1 0 0,0 0 0 0 0,0-1-1 0 0,0 1 1 0 0,0-1-1 0 0,0 1 1 0 0,0 0 0 0 0,0-1-1 0 0,0 1 1 0 0,0 0-1 0 0,1-1 1 0 0,-1 1 0 0 0,0 0-1 0 0,0-1 1 0 0,0 1-1 0 0,1 0 1 0 0,-1-1 0 0 0,0 1-1 0 0,0 0 1 0 0,1 0-1 0 0,-1-1 1 0 0,0 1 0 0 0,1 0-1 0 0,-1 0 1 0 0,0 0 0 0 0,1-1-1 0 0,-1 1 1 0 0,0 0-1 0 0,1 0 1 0 0,-1 0 0 0 0,31-13 1221 0 0,34-2-479 0 0,150-34 1161 0 0,-143 31-1049 0 0,5 0 1883 0 0,-74 16-2818 0 0,8 10 273 0 0,-10-6-274 0 0,3 1 5 0 0,0 1 0 0 0,-1 1 1 0 0,0-1-1 0 0,0 0 0 0 0,0 1 0 0 0,0 0 0 0 0,-1-1 0 0 0,4 8 0 0 0,-2-5 1 0 0,-1 24-1 0 0,-2-31 2 0 0,-1 4 30 0 0,-1-1-1 0 0,1 1 1 0 0,0-1-1 0 0,-1 0 1 0 0,0 1-1 0 0,1-1 1 0 0,-1 1-1 0 0,-1-1 1 0 0,1 0-1 0 0,0 0 1 0 0,-1 0-1 0 0,1 0 1 0 0,-1 0-1 0 0,0 0 1 0 0,0 0-1 0 0,-4 4 1 0 0,4-5 1755 0 0,4-9-1651 0 0,1-3-86 0 0,1 0 0 0 0,1 1 0 0 0,-1 0-1 0 0,2 0 1 0 0,-1 1 0 0 0,1-1 0 0 0,1 1 0 0 0,-1 1 0 0 0,1-1-1 0 0,1 1 1 0 0,8-7 0 0 0,20-14 31 0 0,2 2 1 0 0,1 1-1 0 0,73-33 0 0 0,-57 34 14 0 0,-53 23-93 0 0,-4 5-30 0 0,0 0 6 0 0,0 0 0 0 0,0 0 0 0 0,0 1-1 0 0,1-1 1 0 0,0 0 0 0 0,0 1 0 0 0,0-1 0 0 0,0 1 0 0 0,1-1 0 0 0,0 1-1 0 0,0-1 1 0 0,0 1 0 0 0,1 6 0 0 0,-1 0 25 0 0,0 0 0 0 0,1 1 0 0 0,0-1 1 0 0,1 0-1 0 0,0 0 0 0 0,6 18 0 0 0,-7-26 5 0 0,1 0 0 0 0,-1-1 0 0 0,0 1 0 0 0,1-1 0 0 0,-1 1 0 0 0,1-1 0 0 0,0 0 0 0 0,0 0 0 0 0,-1 1 0 0 0,2-1 0 0 0,-1-1 0 0 0,0 1 0 0 0,0 0 0 0 0,1 0 0 0 0,-1-1 0 0 0,1 1 0 0 0,-1-1 0 0 0,1 0 0 0 0,-1 0 0 0 0,1 0-1 0 0,0 0 1 0 0,0-1 0 0 0,0 1 0 0 0,-1 0 0 0 0,1-1 0 0 0,0 0 0 0 0,0 0 0 0 0,0 0 0 0 0,0 0 0 0 0,0 0 0 0 0,-1-1 0 0 0,1 1 0 0 0,0-1 0 0 0,0 0 0 0 0,-1 0 0 0 0,1 0 0 0 0,0 0 0 0 0,-1 0 0 0 0,1 0 0 0 0,-1-1 0 0 0,1 0 0 0 0,-1 1 0 0 0,0-1 0 0 0,1 0 0 0 0,-1 0 0 0 0,2-3 0 0 0,2-2 72 0 0,0-1 0 0 0,-1 0 1 0 0,0 0-1 0 0,-1 0 1 0 0,0-1-1 0 0,0 0 0 0 0,-1 1 1 0 0,0-1-1 0 0,0 0 0 0 0,2-13 1 0 0,-4 15-81 0 0,-1 1 0 0 0,1-1 1 0 0,-1 0-1 0 0,0 1 0 0 0,0-1 0 0 0,-1 1 1 0 0,0-1-1 0 0,0 1 0 0 0,0-1 1 0 0,-1 1-1 0 0,0 0 0 0 0,0-1 1 0 0,-1 1-1 0 0,0 0 0 0 0,-4-7 0 0 0,6 12-108 0 0,0 0 0 0 0,0 1 0 0 0,1-1 0 0 0,-1 1-1 0 0,0-1 1 0 0,0 1 0 0 0,0-1 0 0 0,0 1 0 0 0,0 0-1 0 0,0 0 1 0 0,0-1 0 0 0,1 1 0 0 0,-1 0 0 0 0,0 0-1 0 0,0 0 1 0 0,0 0 0 0 0,0 0 0 0 0,0 0 0 0 0,0 0-1 0 0,0 0 1 0 0,0 0 0 0 0,0 1 0 0 0,0-1-1 0 0,0 0 1 0 0,0 0 0 0 0,-1 1 0 0 0,-14 8-7105 0 0,7 0 3728 0 0</inkml:trace>
</inkml:ink>
</file>

<file path=ppt/ink/ink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6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49 480 0 0,'0'0'2973'0'0,"10"-4"2199"0"0,13 31-3712 0 0,-20-24-1375 0 0,-1 1 1 0 0,1 0-1 0 0,-1-1 1 0 0,1 1-1 0 0,1-1 1 0 0,-1 0 0 0 0,0 0-1 0 0,1 0 1 0 0,-1 0-1 0 0,1-1 1 0 0,0 0 0 0 0,0 1-1 0 0,0-1 1 0 0,0-1-1 0 0,0 1 1 0 0,0-1-1 0 0,1 1 1 0 0,-1-1 0 0 0,0 0-1 0 0,9 0 1 0 0,-3-1-38 0 0,-1-1 1 0 0,1 0 0 0 0,-1-1 0 0 0,1 0-1 0 0,-1 0 1 0 0,0-1 0 0 0,0 0 0 0 0,0-1-1 0 0,10-4 1 0 0,5-6 150 0 0,39-30 1 0 0,-11 7 713 0 0,-51 36-595 0 0,0 2-304 0 0,0 0 0 0 0,0 1-1 0 0,-1-1 1 0 0,1 0 0 0 0,0 1-1 0 0,-1-1 1 0 0,0 1 0 0 0,1-1-1 0 0,-1 1 1 0 0,0-1 0 0 0,1 1-1 0 0,-1-1 1 0 0,0 1 0 0 0,0-1-1 0 0,0 1 1 0 0,0-1 0 0 0,-1 1-1 0 0,1-1 1 0 0,0 1 0 0 0,-1-1-1 0 0,0 4 1 0 0,-124 280 607 0 0,33-81-1150 0 0,45-99-348 0 0,-1 3-1504 0 0,19-33-2670 0 0,15-25 1632 0 0</inkml:trace>
</inkml:ink>
</file>

<file path=ppt/ink/ink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7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71 584 0 0,'0'-15'3416'0'0,"0"11"-3225"0"0,1-1 631 0 0,-1-1 1 0 0,-1 0 0 0 0,1 1-1 0 0,-1-1 1 0 0,0 1-1 0 0,-2-7 1 0 0,2 10-108 0 0,-17-3 101 0 0,-2 9-619 0 0,0 1 1 0 0,1 0 0 0 0,-1 1-1 0 0,1 1 1 0 0,-22 12 0 0 0,31-14-143 0 0,1 0 1 0 0,1 1-1 0 0,-1 0 0 0 0,1 0 1 0 0,0 1-1 0 0,0 0 0 0 0,1 0 1 0 0,0 1-1 0 0,0 0 0 0 0,1 0 1 0 0,0 1-1 0 0,-6 12 0 0 0,11-20-46 0 0,0 1 0 0 0,0-1 1 0 0,0 1-1 0 0,0 0 0 0 0,0 0 0 0 0,0-1 0 0 0,1 1 0 0 0,-1 0 0 0 0,1 0 0 0 0,-1 0 0 0 0,1 0 1 0 0,0 0-1 0 0,0 0 0 0 0,0 0 0 0 0,0 0 0 0 0,0-1 0 0 0,0 1 0 0 0,0 0 0 0 0,1 0 0 0 0,-1 0 1 0 0,1 0-1 0 0,-1 0 0 0 0,1 0 0 0 0,0-1 0 0 0,0 1 0 0 0,0 0 0 0 0,0-1 0 0 0,0 1 0 0 0,0 0 1 0 0,0-1-1 0 0,1 0 0 0 0,-1 1 0 0 0,0-1 0 0 0,1 0 0 0 0,-1 1 0 0 0,1-1 0 0 0,-1 0 0 0 0,1 0 1 0 0,0 0-1 0 0,-1 0 0 0 0,1-1 0 0 0,0 1 0 0 0,0 0 0 0 0,2 0 0 0 0,4 1 9 0 0,-1-1 0 0 0,0 1 0 0 0,1-1 0 0 0,-1-1 0 0 0,1 1 0 0 0,-1-1 0 0 0,1-1 0 0 0,-1 1 0 0 0,15-4 0 0 0,-5-2-10 0 0,1 0 1 0 0,-2-1-1 0 0,1-1 0 0 0,-1 0 0 0 0,0-2 0 0 0,20-14 0 0 0,20-13 51 0 0,-50 33-45 0 0,-6 4-15 0 0,0 0 0 0 0,0 1 0 0 0,0-1-1 0 0,0 0 1 0 0,0 0 0 0 0,0 0-1 0 0,0 1 1 0 0,0-1 0 0 0,0 0-1 0 0,0 0 1 0 0,0 1 0 0 0,0-1-1 0 0,0 0 1 0 0,0 0 0 0 0,0 0-1 0 0,0 1 1 0 0,0-1 0 0 0,1 0-1 0 0,-1 0 1 0 0,0 0 0 0 0,0 1-1 0 0,0-1 1 0 0,0 0 0 0 0,0 0-1 0 0,1 0 1 0 0,-1 0 0 0 0,0 1-1 0 0,0-1 1 0 0,0 0 0 0 0,0 0 0 0 0,1 0-1 0 0,-1 0 1 0 0,0 0 0 0 0,0 0-1 0 0,0 0 1 0 0,1 0 0 0 0,-1 1-1 0 0,0-1 1 0 0,0 0 0 0 0,1 0-1 0 0,-1 0 1 0 0,0 0 0 0 0,0 0-1 0 0,0 0 1 0 0,1 0 0 0 0,-1 0-1 0 0,0 0 1 0 0,0 0 0 0 0,1 0-1 0 0,-1-1 1 0 0,0 1 0 0 0,0 0-1 0 0,0 0 1 0 0,1 0 0 0 0,-1 0 0 0 0,0 0-1 0 0,0-1 1 0 0,1 15 15 0 0,0-11-15 0 0,-1 0 0 0 0,0-1-1 0 0,1 1 1 0 0,-1 0 0 0 0,1 0-1 0 0,0-1 1 0 0,0 1 0 0 0,0 0-1 0 0,0-1 1 0 0,1 1 0 0 0,-1-1-1 0 0,1 0 1 0 0,-1 1 0 0 0,1-1-1 0 0,4 4 1 0 0,-1-6 6 0 0,-1-1 0 0 0,1 0 0 0 0,0 1 0 0 0,-1-1-1 0 0,1-1 1 0 0,0 1 0 0 0,-1-1 0 0 0,8-4 0 0 0,-9 5 1 0 0,90-40 42 0 0,42-16-42 0 0,-117 51-19 0 0,1 0 0 0 0,0 2 0 0 0,0 0 0 0 0,0 1 0 0 0,30 0 0 0 0,-45 2 4 0 0,-1 1 0 0 0,0 0-1 0 0,0 1 1 0 0,0-1 0 0 0,0 0 0 0 0,0 1 0 0 0,0 0 0 0 0,0 0 0 0 0,0 0-1 0 0,-1 0 1 0 0,1 0 0 0 0,0 0 0 0 0,0 1 0 0 0,-1-1 0 0 0,1 1 0 0 0,-1 0-1 0 0,1 0 1 0 0,-1 0 0 0 0,0 0 0 0 0,0 0 0 0 0,0 0 0 0 0,4 5-1 0 0,-6-4 6 0 0,1-1-1 0 0,-1 0 0 0 0,1 0 0 0 0,-1 0 0 0 0,1 1 0 0 0,-1-1 0 0 0,0 0 0 0 0,0 0 1 0 0,0 0-1 0 0,-1 1 0 0 0,1-1 0 0 0,0 0 0 0 0,-1 0 0 0 0,0 0 0 0 0,1 1 0 0 0,-1-1 0 0 0,0 0 1 0 0,0 0-1 0 0,0 0 0 0 0,0 0 0 0 0,0-1 0 0 0,-1 1 0 0 0,1 0 0 0 0,-1 0 0 0 0,1-1 1 0 0,-1 1-1 0 0,1-1 0 0 0,-1 1 0 0 0,0-1 0 0 0,0 0 0 0 0,-3 2 0 0 0,-6 7-498 0 0,-17 10 925 0 0,9-14-8362 0 0</inkml:trace>
</inkml:ink>
</file>

<file path=ppt/ink/ink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8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37 464 0 0,'-11'-21'4565'0'0,"9"19"-4281"0"0,-1 0 1 0 0,1 1 0 0 0,-1-1 0 0 0,1 1-1 0 0,-1 0 1 0 0,1-1 0 0 0,-1 1 0 0 0,0 1 0 0 0,0-1-1 0 0,1 0 1 0 0,-1 1 0 0 0,0-1 0 0 0,0 1-1 0 0,0 0 1 0 0,-3 0 0 0 0,4 0 451 0 0,-2 23 116 0 0,43 64 169 0 0,-23-56-644 0 0,15 46 1 0 0,-31-76-372 0 0,0-1 0 0 0,1 1 1 0 0,-1 0-1 0 0,0-1 0 0 0,0 1 1 0 0,0 0-1 0 0,0 0 0 0 0,0-1 1 0 0,0 1-1 0 0,0 0 0 0 0,0-1 1 0 0,0 1-1 0 0,0 0 0 0 0,-1-1 1 0 0,1 1-1 0 0,0 0 0 0 0,0-1 1 0 0,-1 1-1 0 0,1 0 0 0 0,0-1 1 0 0,-1 1-1 0 0,1-1 1 0 0,0 1-1 0 0,-1-1 0 0 0,1 1 1 0 0,-1-1-1 0 0,1 1 0 0 0,-1-1 1 0 0,1 1-1 0 0,-1-1 0 0 0,0 1 1 0 0,1-1-1 0 0,-1 0 0 0 0,1 1 1 0 0,-1-1-1 0 0,0 0 0 0 0,1 0 1 0 0,-1 0-1 0 0,0 1 0 0 0,1-1 1 0 0,-1 0-1 0 0,0 0 0 0 0,1 0 1 0 0,-1 0-1 0 0,0 0 1 0 0,0 0-1 0 0,1 0 0 0 0,-1 0 1 0 0,0-1-1 0 0,0 1 0 0 0,-1 0-48 0 0,1 0 0 0 0,0 0-1 0 0,-1 0 1 0 0,1-1 0 0 0,0 1-1 0 0,-1 0 1 0 0,1-1 0 0 0,0 1-1 0 0,-1-1 1 0 0,1 1 0 0 0,0-1-1 0 0,0 0 1 0 0,0 1 0 0 0,0-1-1 0 0,-1 0 1 0 0,1 0-1 0 0,0 0 1 0 0,0 0 0 0 0,1 0-1 0 0,-1 0 1 0 0,0 0 0 0 0,0 0-1 0 0,0 0 1 0 0,1 0 0 0 0,-1 0-1 0 0,0-2 1 0 0,1 1-53 0 0,1-1-1 0 0,0 1 0 0 0,0 0 1 0 0,0 0-1 0 0,0 0 1 0 0,0 0-1 0 0,0 0 1 0 0,1 0-1 0 0,-1 0 1 0 0,1 0-1 0 0,-1 0 1 0 0,1 1-1 0 0,0-1 0 0 0,-1 1 1 0 0,1-1-1 0 0,0 1 1 0 0,0-1-1 0 0,0 1 1 0 0,0 0-1 0 0,1 0 1 0 0,-1 0-1 0 0,4-1 0 0 0,2-2-138 0 0,43-21-736 0 0,1 1-1 0 0,85-24 1 0 0,-136 48 1066 0 0,0-1 0 0 0,-1 1 0 0 0,1-1 0 0 0,0 1 0 0 0,0 0 0 0 0,0 0 0 0 0,0-1 0 0 0,0 1 0 0 0,0 0 0 0 0,0 0 0 0 0,0 0 0 0 0,0 0 0 0 0,0 0 0 0 0,0 0 0 0 0,0 0 0 0 0,0 1 0 0 0,0-1 0 0 0,0 0 0 0 0,1 1 0 0 0,-2 13 1853 0 0,0-12-1911 0 0,-1 0 1 0 0,1 1-1 0 0,0-1 1 0 0,-1 0-1 0 0,1 1 0 0 0,1-1 1 0 0,-1 1-1 0 0,0-1 1 0 0,0 0-1 0 0,1 1 0 0 0,1 3 1 0 0,-1-3 2 0 0,0-1-1 0 0,1 1 1 0 0,-1-1 0 0 0,1 0 0 0 0,0 0 0 0 0,-1 0 0 0 0,1 1 0 0 0,0-2 0 0 0,0 1-1 0 0,1 0 1 0 0,-1 0 0 0 0,0-1 0 0 0,0 1 0 0 0,1-1 0 0 0,-1 0 0 0 0,1 1-1 0 0,-1-1 1 0 0,1 0 0 0 0,0-1 0 0 0,-1 1 0 0 0,1 0 0 0 0,0-1 0 0 0,-1 0 0 0 0,1 1-1 0 0,0-1 1 0 0,0 0 0 0 0,0 0 0 0 0,-1-1 0 0 0,1 1 0 0 0,0-1 0 0 0,-1 1-1 0 0,1-1 1 0 0,0 0 0 0 0,-1 0 0 0 0,1 0 0 0 0,4-2 0 0 0,-6 1-20 0 0,0 1 0 0 0,0 0 1 0 0,0-1-1 0 0,0 1 0 0 0,0-1 1 0 0,0 1-1 0 0,0-1 0 0 0,-1 0 1 0 0,1 1-1 0 0,-1-1 0 0 0,1 1 1 0 0,-1-1-1 0 0,1 0 0 0 0,-1 0 1 0 0,0 1-1 0 0,0-1 0 0 0,0 0 1 0 0,0 0-1 0 0,0 1 0 0 0,0-1 0 0 0,0 0 1 0 0,-1 1-1 0 0,1-1 0 0 0,-1 0 1 0 0,1 0-1 0 0,-1 1 0 0 0,0-1 1 0 0,1 1-1 0 0,-1-1 0 0 0,0 1 1 0 0,0-1-1 0 0,0 1 0 0 0,0 0 1 0 0,-2-2-1 0 0,2 1-855 0 0,-7-1-5988 0 0</inkml:trace>
</inkml:ink>
</file>

<file path=ppt/ink/ink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8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39 592 0 0,'-2'-3'524'0'0,"0"0"0"0"0,1 1 0 0 0,-1-1-1 0 0,0 0 1 0 0,-1 1 0 0 0,1-1 0 0 0,0 1 0 0 0,-1 0-1 0 0,1 0 1 0 0,-1 0 0 0 0,0 0 0 0 0,0 0 0 0 0,0 1 0 0 0,0-1-1 0 0,0 1 1 0 0,0 0 0 0 0,-4-1 0 0 0,5 1 119 0 0,-26 16 1319 0 0,26-14-1903 0 0,1 1-1 0 0,-1-1 1 0 0,1 0-1 0 0,0 1 1 0 0,0-1-1 0 0,0 1 0 0 0,0 0 1 0 0,0-1-1 0 0,0 1 1 0 0,0 0-1 0 0,0 0 0 0 0,1 0 1 0 0,-1-1-1 0 0,1 1 1 0 0,-1 0-1 0 0,1 0 0 0 0,0 0 1 0 0,0 0-1 0 0,0 0 1 0 0,0 0-1 0 0,0 0 0 0 0,0 0 1 0 0,0 0-1 0 0,1-1 1 0 0,-1 1-1 0 0,1 0 0 0 0,-1 0 1 0 0,1 0-1 0 0,0 0 1 0 0,0-1-1 0 0,0 1 0 0 0,0 0 1 0 0,0-1-1 0 0,0 1 1 0 0,0-1-1 0 0,0 1 0 0 0,3 1 1 0 0,-1 0-28 0 0,1 0 0 0 0,-1 0 0 0 0,1 0 0 0 0,0-1 0 0 0,-1 1 0 0 0,1-1 0 0 0,1 0 0 0 0,-1 0 0 0 0,0-1 1 0 0,0 1-1 0 0,1-1 0 0 0,-1 0 0 0 0,1 0 0 0 0,-1-1 0 0 0,1 1 0 0 0,5-1 0 0 0,7-1 137 0 0,7 1 162 0 0,0-1 0 0 0,0-1 0 0 0,0-1 1 0 0,-1-1-1 0 0,1-1 0 0 0,44-17 0 0 0,-66 21-71 0 0,2-1 677 0 0,-2 1-2616 0 0</inkml:trace>
</inkml:ink>
</file>

<file path=ppt/ink/ink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9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41 424 0 0,'6'-34'9208'0'0,"-6"28"-9095"0"0</inkml:trace>
</inkml:ink>
</file>

<file path=ppt/ink/ink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9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97 545 720 0 0,'0'0'5045'0'0,"-34"20"-1188"0"0,-29 19-692 0 0,72-36-3055 0 0,-9-2-106 0 0,1-1-1 0 0,-1 0 1 0 0,1 1 0 0 0,-1-1 0 0 0,1 1 0 0 0,-1-1 0 0 0,1 0 0 0 0,-1 1 0 0 0,1-1-1 0 0,-1 0 1 0 0,1 0 0 0 0,0 1 0 0 0,-1-1 0 0 0,1 0 0 0 0,-1 0 0 0 0,1 0-1 0 0,0 0 1 0 0,-1 0 0 0 0,1 0 0 0 0,-1 0 0 0 0,1 0 0 0 0,0 0 0 0 0,-1 0-1 0 0,1 0 1 0 0,0 0 0 0 0,133-28 352 0 0,-65 16-350 0 0,-1-3-1 0 0,89-33 0 0 0,-140 40-8 0 0,-1 0-1 0 0,0-1 1 0 0,-1-1-1 0 0,0 0 1 0 0,-1-1 0 0 0,0-1-1 0 0,0 0 1 0 0,19-24-1 0 0,-16 16 86 0 0,-1-2 1 0 0,0 0-1 0 0,-2 0 0 0 0,-1-2 0 0 0,13-30 0 0 0,-19 37 100 0 0,-2 0 1 0 0,0 0-1 0 0,0 0 0 0 0,1-23 0 0 0,-5 33-55 0 0,0 0 0 0 0,-1 0 0 0 0,1 0 0 0 0,-2-1 1 0 0,1 1-1 0 0,-1 0 0 0 0,0 0 0 0 0,0 0 0 0 0,-1 0 0 0 0,0 0 0 0 0,-1 0 0 0 0,1 0 0 0 0,-7-11 1 0 0,9 17-117 0 0,-1 1 1 0 0,0-1 0 0 0,1 0-1 0 0,-1 0 1 0 0,1 1 0 0 0,-1-1 0 0 0,0 1-1 0 0,1-1 1 0 0,-1 1 0 0 0,0-1-1 0 0,0 1 1 0 0,1-1 0 0 0,-1 1 0 0 0,0-1-1 0 0,0 1 1 0 0,0 0 0 0 0,1 0-1 0 0,-1-1 1 0 0,0 1 0 0 0,0 0 0 0 0,0 0-1 0 0,0 0 1 0 0,0 0 0 0 0,0 0-1 0 0,0 0 1 0 0,1 0 0 0 0,-1 0 0 0 0,0 0-1 0 0,0 1 1 0 0,0-1 0 0 0,0 0-1 0 0,-1 1 1 0 0,-1 1 8 0 0,-1 0 0 0 0,1 0-1 0 0,-1 0 1 0 0,1 1 0 0 0,0 0 0 0 0,0-1-1 0 0,-6 7 1 0 0,0 2 24 0 0,0 0 0 0 0,1 1-1 0 0,-13 24 1 0 0,14-18-19 0 0,0-1 0 0 0,2 1 0 0 0,0 0 0 0 0,1 0 0 0 0,1 1 1 0 0,0-1-1 0 0,2 1 0 0 0,0-1 0 0 0,1 1 0 0 0,3 26 0 0 0,-1-31-6 0 0,0-1 0 0 0,1 1 0 0 0,0-1 0 0 0,1 0 0 0 0,0 0-1 0 0,1 0 1 0 0,1-1 0 0 0,0 1 0 0 0,0-1 0 0 0,2-1 0 0 0,-1 1 0 0 0,1-1 0 0 0,1 0-1 0 0,18 17 1 0 0,-4-11 678 0 0,-7-18-2899 0 0,-12-2 1898 0 0,4-1-2090 0 0,2-1-4758 0 0,-2 1 3527 0 0</inkml:trace>
</inkml:ink>
</file>

<file path=ppt/ink/ink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39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35 124 0 0,'27'-17'7325'0'0,"-23"15"-6725"0"0,0-1 1 0 0,0 1 0 0 0,0 0 0 0 0,0 0-1 0 0,1 0 1 0 0,-1 1 0 0 0,6-2-1 0 0,-4 3-885 0 0,1-1-1 0 0,-1 1 1 0 0,0 1-1 0 0,1-1 0 0 0,-1 1 1 0 0,0 0-1 0 0,0 1 0 0 0,8 2 1 0 0,22 4-1774 0 0,51 4 0 0 0,-24-4 2197 0 0,-1 5 3339 0 0,-45-10-2798 0 0,0-1-1 0 0,0 0 1 0 0,1-2-1 0 0,-1 0 1 0 0,22-3 0 0 0,-8 1-192 0 0,3 1-106 0 0,-11 1-643 0 0,-1-1-1 0 0,1-1 1 0 0,39-9 0 0 0,-46-1-6764 0 0</inkml:trace>
</inkml:ink>
</file>

<file path=ppt/ink/ink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0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39 292 0 0,'0'0'1464'0'0,"15"-8"-140"0"0,-4 3-128 0 0,-2 1-124 0 0,-2-1-103 0 0,3 0-77 0 0,0 0 544 0 0,7-2-888 0 0,-3 7-744 0 0,3 2-1776 0 0,-6 1-3213 0 0</inkml:trace>
  <inkml:trace contextRef="#ctx0" brushRef="#br0" timeOffset="1">377 197 244 0 0,'0'0'5269'0'0,"-13"-33"-6354"0"0,2 30-2183 0 0</inkml:trace>
</inkml:ink>
</file>

<file path=ppt/ink/ink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2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42 776 0 0,'-5'-42'8523'0'0,"-5"76"-4191"0"0,-2 33-3801 0 0,9-11 19 0 0,-2 0 1 0 0,-16 75-1 0 0,20-129-512 0 0,0 0-1 0 0,1-1 0 0 0,-1 1 1 0 0,1 0-1 0 0,0 0 0 0 0,0-1 1 0 0,0 1-1 0 0,0 0 0 0 0,0 0 1 0 0,0 0-1 0 0,0-1 0 0 0,0 1 1 0 0,1 0-1 0 0,-1-1 0 0 0,1 3 1 0 0,0-3-29 0 0,-1-1 1 0 0,1 1 0 0 0,0 0 0 0 0,-1-1 0 0 0,1 1 0 0 0,-1 0-1 0 0,1-1 1 0 0,0 1 0 0 0,-1-1 0 0 0,1 0 0 0 0,0 1-1 0 0,0-1 1 0 0,0 1 0 0 0,-1-1 0 0 0,1 0 0 0 0,0 0-1 0 0,0 0 1 0 0,0 1 0 0 0,-1-1 0 0 0,1 0 0 0 0,0 0-1 0 0,1 0 1 0 0,7-1-23 0 0,-1 0 0 0 0,0-1-1 0 0,1 0 1 0 0,-1-1-1 0 0,11-4 1 0 0,16-3 37 0 0,-33 9-46 0 0,1 1 0 0 0,-1-1 0 0 0,1 1 1 0 0,-1 0-1 0 0,1 0 0 0 0,-1 0 0 0 0,1 0 1 0 0,-1 0-1 0 0,1 1 0 0 0,-1-1 1 0 0,1 1-1 0 0,-1-1 0 0 0,0 1 0 0 0,1 0 1 0 0,-1 0-1 0 0,0 0 0 0 0,0 1 0 0 0,1-1 1 0 0,-1 0-1 0 0,2 3 0 0 0,-3-2 10 0 0,0-1-1 0 0,0 1 1 0 0,-1-1-1 0 0,1 1 1 0 0,-1 0-1 0 0,1-1 0 0 0,-1 1 1 0 0,0 0-1 0 0,0 0 1 0 0,0-1-1 0 0,0 1 1 0 0,0 0-1 0 0,0 0 1 0 0,0-1-1 0 0,0 1 0 0 0,-1 0 1 0 0,1-1-1 0 0,-1 1 1 0 0,1 0-1 0 0,-1-1 1 0 0,0 1-1 0 0,0-1 1 0 0,1 1-1 0 0,-1-1 1 0 0,0 1-1 0 0,0-1 0 0 0,-1 1 1 0 0,1-1-1 0 0,-2 1 1 0 0,-1 4 7 0 0,0-2 0 0 0,-1 1 0 0 0,0-1 1 0 0,0 1-1 0 0,0-1 0 0 0,-1-1 0 0 0,1 1 1 0 0,-1-1-1 0 0,0 0 0 0 0,-6 3 0 0 0,-65 17-622 0 0,47-16-857 0 0,28-6 624 0 0,-8-9-6010 0 0</inkml:trace>
</inkml:ink>
</file>

<file path=ppt/ink/ink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2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0 467 712 0 0,'9'0'577'0'0,"1"0"-1"0"0,-1 0 1 0 0,0-1 0 0 0,0 0-1 0 0,0 0 1 0 0,0-1 0 0 0,0-1-1 0 0,0 1 1 0 0,9-5 0 0 0,73-36 2493 0 0,-88 42-2942 0 0,-2 0 373 0 0,6 1-212 0 0,-1 2 49 0 0,-2 12-279 0 0,-3-11-46 0 0,0 1-1 0 0,0-1 0 0 0,0 0 0 0 0,0 0 1 0 0,1 0-1 0 0,-1 0 0 0 0,1 0 0 0 0,0 0 1 0 0,0 0-1 0 0,0 0 0 0 0,0-1 1 0 0,1 1-1 0 0,-1-1 0 0 0,0 0 0 0 0,1 1 1 0 0,0-1-1 0 0,4 3 0 0 0,-1-2 0 0 0,0-1-1 0 0,0 1 1 0 0,0-1 0 0 0,0 0-1 0 0,0-1 1 0 0,1 0 0 0 0,-1 1-1 0 0,0-2 1 0 0,8 1 0 0 0,-3-1 1 0 0,0 0 0 0 0,0-1 1 0 0,0 0-1 0 0,1-1 1 0 0,-1 0-1 0 0,-1-1 0 0 0,1 0 1 0 0,0-1-1 0 0,-1 0 1 0 0,17-9-1 0 0,-16 5 36 0 0,0 0 1 0 0,0-1-1 0 0,-1-1 1 0 0,0 0-1 0 0,-1 0 0 0 0,0-1 1 0 0,0 0-1 0 0,-1 0 0 0 0,-1-1 1 0 0,0 0-1 0 0,0-1 0 0 0,-2 0 1 0 0,1 1-1 0 0,-2-2 1 0 0,6-21-1 0 0,-4 4 390 0 0,-1 0 1 0 0,-1 0-1 0 0,-2-1 1 0 0,-2 0 0 0 0,-4-52-1 0 0,4 83-406 0 0,0 0 0 0 0,0 1-1 0 0,0-1 1 0 0,0 0 0 0 0,0 1 0 0 0,0-1-1 0 0,0 1 1 0 0,0-1 0 0 0,0 0 0 0 0,0 1-1 0 0,0-1 1 0 0,0 0 0 0 0,0 1 0 0 0,-1-1-1 0 0,1 1 1 0 0,0-1 0 0 0,0 0 0 0 0,-1 1 0 0 0,1-1-1 0 0,0 1 1 0 0,-1-1 0 0 0,1 1 0 0 0,-1-1-1 0 0,1 1 1 0 0,-1 0 0 0 0,1-1 0 0 0,-1 1-1 0 0,0-1 1 0 0,-9 15 217 0 0,-7 37-281 0 0,16-47 107 0 0,-6 26-17 0 0,2 1 1 0 0,1-1-1 0 0,2 1 0 0 0,1 0 1 0 0,1 0-1 0 0,5 34 0 0 0,-1 38 52 0 0,3-40-490 0 0,-3-33-1905 0 0,-2 1-5789 0 0</inkml:trace>
</inkml:ink>
</file>

<file path=ppt/ink/ink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3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0 149 388 0 0,'0'0'1778'0'0,"40"-17"1383"0"0,55 6-1091 0 0,-55 7-1351 0 0,0-1 0 0 0,-1-1 0 0 0,44-15 0 0 0,-39 7 1309 0 0,-42 14-1285 0 0,-2 0-722 0 0,0 0 1 0 0,0-1-1 0 0,0 1 1 0 0,1 0 0 0 0,-1 0-1 0 0,0 0 1 0 0,0 0-1 0 0,0-1 1 0 0,0 1-1 0 0,1 0 1 0 0,-1 0-1 0 0,0 0 1 0 0,0 0-1 0 0,0 0 1 0 0,1 0-1 0 0,-1-1 1 0 0,0 1-1 0 0,0 0 1 0 0,1 0-1 0 0,-1 0 1 0 0,0 0 0 0 0,0 0-1 0 0,0 0 1 0 0,1 0-1 0 0,-1 0 1 0 0,0 0-1 0 0,0 0 1 0 0,1 0-1 0 0,-1 0 1 0 0,0 0-1 0 0,0 1 1 0 0,0-1-1 0 0,1 0 1 0 0,-1 0-1 0 0,0 0 1 0 0,0 0 0 0 0,0 0-1 0 0,1 0 1 0 0,-1 0-1 0 0,0 1 1 0 0,0-1-1 0 0,0 0 1 0 0,0 0-1 0 0,1 0 1 0 0,-1 0-1 0 0,0 1 1 0 0,0-1-1 0 0,0 0 1 0 0,0 0-1 0 0,0 1 1 0 0,-2 8 5 0 0,0-3 20 0 0,0-1 0 0 0,1 1 0 0 0,0 0-1 0 0,0 0 1 0 0,0 0 0 0 0,1 0 0 0 0,0 0 0 0 0,0 0 0 0 0,0 0 0 0 0,1-1-1 0 0,1 8 1 0 0,-1-12-26 0 0,28 0 15 0 0,-23 0-66 0 0,0 0-1 0 0,1-1 0 0 0,-1 0 1 0 0,0-1-1 0 0,1 1 1 0 0,10-3-1 0 0,2-3-158 0 0,0 2 1 0 0,1 0-1 0 0,-1 1 0 0 0,23 0 1 0 0,40 7-184 0 0,-72-3 353 0 0,1-1-1 0 0,0 1 0 0 0,-1-2 1 0 0,1 1-1 0 0,0-2 0 0 0,13-2 1 0 0,-22 3 78 0 0,1 1 1 0 0,-1-1-1 0 0,1 0 1 0 0,0 0 0 0 0,-1 0-1 0 0,0 0 1 0 0,1-1-1 0 0,-1 1 1 0 0,0 0-1 0 0,1-1 1 0 0,-1 0 0 0 0,0 0-1 0 0,0 1 1 0 0,0-1-1 0 0,-1 0 1 0 0,1-1 0 0 0,0 1-1 0 0,-1 0 1 0 0,1 0-1 0 0,-1-1 1 0 0,0 1-1 0 0,0-1 1 0 0,0 1 0 0 0,0-1-1 0 0,0 1 1 0 0,0-1-1 0 0,-1 0 1 0 0,1 1 0 0 0,-1-1-1 0 0,0-4 1 0 0,0 0 106 0 0,-1 0 0 0 0,0 0 1 0 0,0-1-1 0 0,-1 1 0 0 0,0 0 1 0 0,-5-13-1 0 0,6 18-238 0 0,0-1-3 0 0,1-3-1062 0 0</inkml:trace>
</inkml:ink>
</file>

<file path=ppt/ink/ink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3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1 124 136 0 0,'0'0'1973'0'0,"19"-4"408"0"0,-6 2-1769 0 0,7-1 55 0 0,0 0 0 0 0,-1-1 0 0 0,1-1 0 0 0,-1-1 0 0 0,0-1 0 0 0,20-10 1 0 0,-37 16-554 0 0,0-1 0 0 0,0 1 0 0 0,0-1 0 0 0,0 1 0 0 0,0-1 0 0 0,0 0 0 0 0,0 1 0 0 0,-1-1 0 0 0,1 0 0 0 0,0 0 0 0 0,-1 0 0 0 0,0 0 0 0 0,0-1 0 0 0,1 1 0 0 0,-1 0 0 0 0,1-4 0 0 0,-2 4 99 0 0,1 2-194 0 0,-1-1-1 0 0,0 1 1 0 0,0-1 0 0 0,0 1-1 0 0,0-1 1 0 0,1 1 0 0 0,-1-1-1 0 0,0 1 1 0 0,0-1 0 0 0,0 1-1 0 0,0-1 1 0 0,0 1 0 0 0,0-1-1 0 0,0 1 1 0 0,0-1 0 0 0,0 1-1 0 0,0-1 1 0 0,-1 1-1 0 0,1-1 1 0 0,0 1 0 0 0,0-1-1 0 0,0 1 1 0 0,-1-1 0 0 0,1 1-1 0 0,0-1 1 0 0,0 1 0 0 0,-1-1-1 0 0,1 1 1 0 0,0 0 0 0 0,-1-1-1 0 0,1 1 1 0 0,-1 0 0 0 0,0-1-1 0 0,-16-15 341 0 0,13 15-330 0 0,1 0 0 0 0,0 1 1 0 0,-1-1-1 0 0,1 1 0 0 0,0 0 0 0 0,-1 0 0 0 0,1 0 1 0 0,0 0-1 0 0,-1 0 0 0 0,1 1 0 0 0,-1-1 1 0 0,1 1-1 0 0,-5 2 0 0 0,0-1 1 0 0,7-2-28 0 0,0 0 1 0 0,-1 0 0 0 0,1 1 0 0 0,0-1 0 0 0,0 1-1 0 0,-1-1 1 0 0,1 1 0 0 0,0-1 0 0 0,0 1 0 0 0,0-1 0 0 0,0 1-1 0 0,0 0 1 0 0,0 0 0 0 0,0 0 0 0 0,0 0 0 0 0,0 0-1 0 0,0 0 1 0 0,0 0 0 0 0,0 0 0 0 0,1 0 0 0 0,-1 0 0 0 0,0 0-1 0 0,1 0 1 0 0,-1 0 0 0 0,1 1 0 0 0,-1-1 0 0 0,1 0-1 0 0,0 0 1 0 0,-1 1 0 0 0,1-1 0 0 0,0 0 0 0 0,0 1 0 0 0,0-1-1 0 0,0 0 1 0 0,0 0 0 0 0,0 1 0 0 0,0-1 0 0 0,1 0-1 0 0,-1 1 1 0 0,0-1 0 0 0,1 0 0 0 0,-1 0 0 0 0,1 1 0 0 0,-1-1-1 0 0,1 0 1 0 0,0 0 0 0 0,0 1 0 0 0,2 3 1 0 0,0 0 0 0 0,0-1 0 0 0,0 1 0 0 0,0-1 0 0 0,1 0-1 0 0,0 0 1 0 0,0 0 0 0 0,0 0 0 0 0,9 6 0 0 0,0-5 13 0 0,0 0 0 0 0,1 0 0 0 0,-1-2 0 0 0,1 1 0 0 0,0-2 0 0 0,0 0 0 0 0,0 0 0 0 0,0-2 0 0 0,1 1 0 0 0,-1-2 0 0 0,0 0 0 0 0,0-1 0 0 0,0 0 0 0 0,0-1 0 0 0,0-1 0 0 0,-1 0 1 0 0,1 0-1 0 0,-1-2 0 0 0,0 0 0 0 0,-1 0 0 0 0,1-1 0 0 0,17-13 0 0 0,-29 19 71 0 0,30-8 366 0 0,49 21-244 0 0,-78-12-173 0 0,48-8 420 0 0,-48 8-417 0 0,18-8-48 0 0,-10 7-2659 0 0,9 5-7253 0 0</inkml:trace>
</inkml:ink>
</file>

<file path=ppt/ink/ink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4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86 225 392 0 0,'0'0'4326'0'0,"-9"-14"1972"0"0,17-38-2491 0 0,-7 50-3637 0 0,14-28 1040 0 0,-15 30-1173 0 0,0-1-28 0 0,0 1-1 0 0,-1-1 0 0 0,1 1 1 0 0,0 0-1 0 0,0-1 1 0 0,1 1-1 0 0,-1-1 0 0 0,0 1 1 0 0,0-1-1 0 0,0 1 0 0 0,0 0 1 0 0,0-1-1 0 0,0 1 1 0 0,1-1-1 0 0,-1 1 0 0 0,0 0 1 0 0,0-1-1 0 0,1 1 0 0 0,-1 0 1 0 0,0-1-1 0 0,0 1 1 0 0,1 0-1 0 0,-1-1 0 0 0,0 1 1 0 0,1 0-1 0 0,-1 0 1 0 0,0-1-1 0 0,1 1 0 0 0,-1 0 1 0 0,1 0-1 0 0,-1 0 0 0 0,0-1 1 0 0,1 1-1 0 0,-1 0 1 0 0,1 0-1 0 0,-1 0 0 0 0,1 0 1 0 0,-1 0-1 0 0,0 0 0 0 0,1 0 1 0 0,0 0-1 0 0,1-1 905 0 0,-10-8-700 0 0,8 9-193 0 0,-1-1 1 0 0,1 1-1 0 0,-1 0 0 0 0,0-1 1 0 0,1 1-1 0 0,-1-1 0 0 0,1 1 1 0 0,-1-1-1 0 0,1 0 0 0 0,0 1 1 0 0,-1-1-1 0 0,1 1 1 0 0,0-1-1 0 0,-1 0 0 0 0,1 1 1 0 0,0-1-1 0 0,-1 0 0 0 0,1 0 1 0 0,0 1-1 0 0,0-1 0 0 0,0 0 1 0 0,0 1-1 0 0,0-1 0 0 0,0 0 1 0 0,0 0-1 0 0,0 1 1 0 0,0-1-1 0 0,0 0 0 0 0,0 0 1 0 0,1-1-1 0 0,3-60 1163 0 0,-4 60-1061 0 0,0-17 550 0 0,-20 74-650 0 0,4 2 0 0 0,-11 59 0 0 0,2 57-432 0 0,23-154-918 0 0,-2 14-503 0 0,-4-10-8881 0 0</inkml:trace>
</inkml:ink>
</file>

<file path=ppt/ink/ink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5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24 0 0,'16'-3'7695'0'0,"72"-3"-6482"0"0,13 5-223 0 0,1-5 0 0 0,-1-4-1 0 0,112-26 1 0 0,-212 36-919 0 0,0-1-1 0 0,-1 1 0 0 0,1 0 1 0 0,0 0-1 0 0,-1-1 0 0 0,1 1 1 0 0,0 0-1 0 0,0 0 0 0 0,-1 0 1 0 0,1 0-1 0 0,0 0 1 0 0,-1 0-1 0 0,1 0 0 0 0,0 0 1 0 0,0 0-1 0 0,-1 0 0 0 0,1 0 1 0 0,0 0-1 0 0,-1 1 1 0 0,1-1-1 0 0,0 0 0 0 0,-1 0 1 0 0,1 1-1 0 0,0-1 0 0 0,0 1 1 0 0,-5 16 502 0 0,-5 5-552 0 0,8-20-13 0 0,0 1-1 0 0,0 0 0 0 0,1 0 0 0 0,-1 0 0 0 0,1 0 0 0 0,-1 1 0 0 0,1-1 0 0 0,0 0 0 0 0,0 0 0 0 0,0 0 1 0 0,1 0-1 0 0,-1 0 0 0 0,1 0 0 0 0,0 0 0 0 0,-1 0 0 0 0,1 0 0 0 0,1 0 0 0 0,-1 0 0 0 0,0 0 1 0 0,1-1-1 0 0,-1 1 0 0 0,1-1 0 0 0,0 1 0 0 0,0-1 0 0 0,0 1 0 0 0,0-1 0 0 0,0 0 0 0 0,4 3 1 0 0,-1-3-24 0 0,-1 0 1 0 0,0-1-1 0 0,1 1 1 0 0,-1-1 0 0 0,1 0-1 0 0,-1 0 1 0 0,1-1 0 0 0,-1 1-1 0 0,1-1 1 0 0,0 0-1 0 0,-1 0 1 0 0,1-1 0 0 0,0 1-1 0 0,-1-1 1 0 0,1 0 0 0 0,-1 0-1 0 0,1-1 1 0 0,4-1-1 0 0,48-28-219 0 0,-38 19 118 0 0,-18 11 92 0 0,6 3-5 0 0,-1 0 1 0 0,1 0-1 0 0,-1 1 0 0 0,1 0 0 0 0,-1 0 1 0 0,0 0-1 0 0,0 1 0 0 0,0 0 1 0 0,8 7-1 0 0,-9-7 30 0 0,-4-3 10 0 0,6-1 5 0 0,7-2 97 0 0,7-22-27 0 0,6-12 2 0 0,24-27-84 0 0,-51 63-3 0 0,12-7-64 0 0,20 12-18 0 0,-12 2 55 0 0,-1 1 1 0 0,0 1-1 0 0,31 20 1 0 0,30 14 44 0 0,-78-42 40 0 0,0 0-1 0 0,0 0 1 0 0,-1 0-1 0 0,1 0 0 0 0,0 0 1 0 0,0 0-1 0 0,0-1 1 0 0,0 1-1 0 0,0-1 0 0 0,0 0 1 0 0,0 1-1 0 0,0-1 1 0 0,0 0-1 0 0,0 0 1 0 0,1 0-1 0 0,-1 0 0 0 0,0-1 1 0 0,0 1-1 0 0,0-1 1 0 0,0 1-1 0 0,0-1 0 0 0,0 0 1 0 0,-1 1-1 0 0,1-1 1 0 0,0 0-1 0 0,0 0 1 0 0,0 0-1 0 0,-1-1 0 0 0,1 1 1 0 0,0 0-1 0 0,-1-1 1 0 0,2-1-1 0 0,-2 0 100 0 0,1 0 0 0 0,-1 0 0 0 0,0-1 0 0 0,0 1 0 0 0,-1-1 0 0 0,1 1 0 0 0,-1-1 0 0 0,0 1 0 0 0,0 0 0 0 0,0-1 0 0 0,0 1 0 0 0,0-1 0 0 0,-1 1 0 0 0,1-1 0 0 0,-1 1 0 0 0,0 0 0 0 0,-3-7 0 0 0,2 4-159 0 0,1 0 0 0 0,-2 1 1 0 0,1-1-1 0 0,-1 0 0 0 0,0 1 0 0 0,0-1 1 0 0,-1 1-1 0 0,1 0 0 0 0,-6-6 0 0 0,6 11-189 0 0,1 1-1 0 0,0-1 0 0 0,0 0 1 0 0,-1 1-1 0 0,1-1 0 0 0,0 1 0 0 0,0 0 1 0 0,-1 0-1 0 0,1 0 0 0 0,0 0 0 0 0,0 0 1 0 0,-3 2-1 0 0,-2 1-994 0 0,-27 12-6561 0 0,20-4 3300 0 0</inkml:trace>
</inkml:ink>
</file>

<file path=ppt/ink/ink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6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0 284 712 0 0,'0'0'5853'0'0,"16"0"-3707"0"0,4-2-1782 0 0,0-1 0 0 0,-1-1 0 0 0,1 0 0 0 0,-1-2 0 0 0,0 0 0 0 0,0-1 0 0 0,0-1 0 0 0,-1 0 0 0 0,0-2 0 0 0,-1 0 0 0 0,0-1 0 0 0,30-26 0 0 0,-38 28-250 0 0,-1 0 0 0 0,0 0 0 0 0,0-1 0 0 0,-1 1 0 0 0,0-2 0 0 0,-1 1 0 0 0,0-1 0 0 0,0 0 0 0 0,-2-1 0 0 0,8-22 0 0 0,-12 32-58 0 0,-1-3 17 0 0,1 4-70 0 0,0 1 0 0 0,0-1-1 0 0,1 1 1 0 0,-1-1 0 0 0,0 1-1 0 0,0-1 1 0 0,0 1 0 0 0,0-1-1 0 0,0 0 1 0 0,-1 1 0 0 0,1-1 0 0 0,0 1-1 0 0,0-1 1 0 0,0 1 0 0 0,0-1-1 0 0,-1 1 1 0 0,1-1 0 0 0,0 1 0 0 0,0-1-1 0 0,-1 1 1 0 0,1-1 0 0 0,0 1-1 0 0,-1 0 1 0 0,1-1 0 0 0,0 1 0 0 0,-1 0-1 0 0,1-1 1 0 0,-1 1 0 0 0,1 0-1 0 0,-1-1 1 0 0,1 1 0 0 0,-1 0-1 0 0,1 0 1 0 0,-1-1 0 0 0,1 1 0 0 0,-1 0-1 0 0,1 0 1 0 0,-1 0 0 0 0,1 0-1 0 0,-1 0 1 0 0,1 0 0 0 0,-1 0 0 0 0,1 0-1 0 0,-1 0 1 0 0,0 0 0 0 0,-6 1 1 0 0,0 1 1 0 0,1 0 0 0 0,-1 0-1 0 0,1 1 1 0 0,-1 0 0 0 0,1 0-1 0 0,0 0 1 0 0,0 1 0 0 0,0 0-1 0 0,1 0 1 0 0,-1 0 0 0 0,1 1-1 0 0,0 0 1 0 0,1 0 0 0 0,-1 0-1 0 0,1 1 1 0 0,0-1 0 0 0,0 1-1 0 0,0 0 1 0 0,1 0 0 0 0,0 0-1 0 0,-2 8 1 0 0,4-12-3 0 0,1 1-1 0 0,0-1 1 0 0,0 0-1 0 0,0 0 1 0 0,0 0 0 0 0,0 0-1 0 0,0 0 1 0 0,1 0-1 0 0,-1 0 1 0 0,1 0-1 0 0,0 0 1 0 0,-1 0 0 0 0,1 0-1 0 0,0 0 1 0 0,0 0-1 0 0,0-1 1 0 0,0 1-1 0 0,0 0 1 0 0,1-1 0 0 0,-1 1-1 0 0,0-1 1 0 0,1 1-1 0 0,-1-1 1 0 0,1 1 0 0 0,0-1-1 0 0,-1 0 1 0 0,1 0-1 0 0,0 0 1 0 0,3 2-1 0 0,4 1-3 0 0,0 0 0 0 0,0 0 0 0 0,0-1-1 0 0,16 4 1 0 0,-11-5-33 0 0,0 0 1 0 0,0-1-1 0 0,0-1 1 0 0,0 0-1 0 0,0-1 1 0 0,0 0-1 0 0,0-1 0 0 0,-1-1 1 0 0,15-4-1 0 0,22-9-185 0 0,51-25-1 0 0,-43 17 103 0 0,-43 18 94 0 0,-5 2-25 0 0,1-1 0 0 0,0 2 0 0 0,0-1 1 0 0,1 1-1 0 0,20-2 0 0 0,-28 5 36 0 0,0 0-1 0 0,0 1 1 0 0,0-1-1 0 0,0 1 1 0 0,0 0-1 0 0,0 0 1 0 0,0 0-1 0 0,0 1 1 0 0,0 0-1 0 0,0-1 1 0 0,-1 1 0 0 0,1 1-1 0 0,0-1 1 0 0,-1 0-1 0 0,0 1 1 0 0,0 0-1 0 0,0-1 1 0 0,0 1-1 0 0,5 6 1 0 0,-7-7 61 0 0,0 0 0 0 0,0-1 1 0 0,1 1-1 0 0,-1 0 1 0 0,1-1-1 0 0,0 1 0 0 0,-1-1 1 0 0,1 0-1 0 0,0 0 1 0 0,0 1-1 0 0,0-1 0 0 0,0 0 1 0 0,0-1-1 0 0,0 1 1 0 0,0 0-1 0 0,0 0 0 0 0,0-1 1 0 0,0 0-1 0 0,0 1 1 0 0,0-1-1 0 0,0 0 0 0 0,1 0 1 0 0,-1 0-1 0 0,0 0 1 0 0,0 0-1 0 0,0-1 0 0 0,0 1 1 0 0,1-1-1 0 0,-1 1 1 0 0,0-1-1 0 0,3-1 0 0 0,2-3 130 0 0,0 0-1 0 0,0 0 1 0 0,0 0-1 0 0,0-1 1 0 0,-1 0-1 0 0,0-1 0 0 0,5-6 1 0 0,-2 2-405 0 0,0 1 0 0 0,1 1 1 0 0,17-14-1 0 0,-6 11-2771 0 0,1 4-3425 0 0,-12 6 2908 0 0</inkml:trace>
</inkml:ink>
</file>

<file path=ppt/ink/ink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7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0 374 308 0 0,'0'0'2840'0'0,"5"-2"-1977"0"0,11-7 424 0 0,-1-1-1 0 0,-1 0 1 0 0,0-1 0 0 0,0-1-1 0 0,20-22 1 0 0,-33 33-388 0 0,-1-1-363 0 0,0 1-507 0 0,0 1 0 0 0,1 0 0 0 0,-1 0 0 0 0,0 0 0 0 0,0 0 0 0 0,0-1 0 0 0,0 1 1 0 0,0 0-1 0 0,0 0 0 0 0,0 0 0 0 0,0-1 0 0 0,0 1 0 0 0,0 0 0 0 0,0 0 0 0 0,0-1 0 0 0,0 1 0 0 0,0 0 0 0 0,0 0 0 0 0,0 0 0 0 0,0-1 0 0 0,0 1 0 0 0,0 0 1 0 0,0 0-1 0 0,0 0 0 0 0,0-1 0 0 0,0 1 0 0 0,0 0 0 0 0,0 0 0 0 0,0 0 0 0 0,-1-1 0 0 0,1 1 0 0 0,0 0 0 0 0,0 0 0 0 0,0 0 0 0 0,0 0 0 0 0,0-1 0 0 0,-1 1 1 0 0,1 0-1 0 0,0 0 0 0 0,0 0 0 0 0,0 0 0 0 0,-1 0 0 0 0,1 0 0 0 0,0 0 0 0 0,0 0 0 0 0,0-1 0 0 0,-1 1 0 0 0,1 0 0 0 0,0 0 0 0 0,0 0 0 0 0,0 0 0 0 0,-1 0 1 0 0,1 0-1 0 0,0 0 0 0 0,0 0 0 0 0,-1 0 0 0 0,1 0 0 0 0,0 0 0 0 0,-1 1 0 0 0,-33 15 171 0 0,32-15-185 0 0,1 0-1 0 0,-1 1 1 0 0,1-1-1 0 0,0 1 1 0 0,0-1-1 0 0,0 1 0 0 0,0 0 1 0 0,0-1-1 0 0,0 1 1 0 0,0 0-1 0 0,0 0 1 0 0,0-1-1 0 0,1 1 1 0 0,-1 0-1 0 0,1 0 1 0 0,-1 0-1 0 0,1 0 1 0 0,0 0-1 0 0,0 0 1 0 0,0 0-1 0 0,0 0 1 0 0,0 0-1 0 0,1 2 1 0 0,-1-1-10 0 0,0-1-12 0 0,0 0-1 0 0,1-1 0 0 0,-1 1 0 0 0,1 0 1 0 0,-1 0-1 0 0,1 0 0 0 0,0 0 0 0 0,0-1 1 0 0,-1 1-1 0 0,1 0 0 0 0,0-1 0 0 0,1 1 1 0 0,-1-1-1 0 0,0 1 0 0 0,0-1 0 0 0,1 0 1 0 0,-1 1-1 0 0,1-1 0 0 0,-1 0 0 0 0,1 0 0 0 0,-1 0 1 0 0,1 0-1 0 0,0 0 0 0 0,-1 0 0 0 0,1-1 1 0 0,0 1-1 0 0,0 0 0 0 0,0-1 0 0 0,2 1 1 0 0,5 1-71 0 0,0 0-1 0 0,1-1 1 0 0,-1 0 0 0 0,12-1 0 0 0,-7-1-24 0 0,1 0-1 0 0,0-2 1 0 0,-1 0 0 0 0,0-1-1 0 0,0 0 1 0 0,0-1 0 0 0,0 0-1 0 0,22-13 1 0 0,-6 4-51 0 0,-12 2 78 0 0,-15 10 66 0 0,0 0 0 0 0,0 0 0 0 0,0 0 0 0 0,0 0 0 0 0,0 1-1 0 0,1-1 1 0 0,-1 1 0 0 0,0 0 0 0 0,1 0 0 0 0,-1 0 0 0 0,1 0 0 0 0,-1 0 0 0 0,7 1 0 0 0,58-6-53 0 0,-33 4 50 0 0,0-1 0 0 0,48-12 0 0 0,-71 12 17 0 0,-1-1 0 0 0,1 0-1 0 0,0-1 1 0 0,-1-1 0 0 0,0 1-1 0 0,-1-2 1 0 0,1 1-1 0 0,-1-1 1 0 0,0-1 0 0 0,15-15-1 0 0,-19 17 122 0 0,0-1-1 0 0,0-1 0 0 0,0 1 1 0 0,-1-1-1 0 0,0 0 1 0 0,0 0-1 0 0,-1 0 0 0 0,0-1 1 0 0,0 1-1 0 0,-1-1 0 0 0,0 0 1 0 0,-1 0-1 0 0,0 0 1 0 0,-1-1-1 0 0,1 1 0 0 0,-2 0 1 0 0,1-1-1 0 0,-1 1 0 0 0,-2-11 1 0 0,2 18 113 0 0,-1 1 11 0 0,2 1-237 0 0,-1 0-1 0 0,0 0 1 0 0,0-1 0 0 0,0 1 0 0 0,0 0-1 0 0,0 0 1 0 0,0 0 0 0 0,0 0-1 0 0,0-1 1 0 0,0 1 0 0 0,0 0 0 0 0,0 0-1 0 0,0 0 1 0 0,0-1 0 0 0,0 1-1 0 0,0 0 1 0 0,0 0 0 0 0,0 0 0 0 0,0-1-1 0 0,0 1 1 0 0,0 0 0 0 0,0 0-1 0 0,0 0 1 0 0,0 0 0 0 0,0-1-1 0 0,0 1 1 0 0,0 0 0 0 0,0 0 0 0 0,0 0-1 0 0,0 0 1 0 0,-1-1 0 0 0,1 1-1 0 0,0 0 1 0 0,0 0 0 0 0,0 0 0 0 0,0 0-1 0 0,0 0 1 0 0,-1 0 0 0 0,1-1-1 0 0,0 1 1 0 0,0 0 0 0 0,0 0-1 0 0,0 0 1 0 0,-1 0 0 0 0,1 0 0 0 0,0 0-1 0 0,0 0 1 0 0,0 0 0 0 0,-1 0-1 0 0,1 0 1 0 0,0 0 0 0 0,0 0 0 0 0,0 0-1 0 0,-1 0 1 0 0,-8 11 101 0 0,0 1 0 0 0,1 0 0 0 0,0 0 0 0 0,1 0 1 0 0,1 1-1 0 0,-1 0 0 0 0,2 1 0 0 0,0-1 0 0 0,-5 27 0 0 0,3-7-264 0 0,3 1 0 0 0,0 0 0 0 0,2 39 0 0 0,1-50-1635 0 0,1 3-528 0 0,2-7-4865 0 0</inkml:trace>
</inkml:ink>
</file>

<file path=ppt/ink/ink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47.7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52 592 0 0,'0'0'1188'0'0,"10"-7"-96"0"0,1 3-80 0 0,1 1-12 0 0,-2-4 61 0 0,7 0-117 0 0,-3 2-52 0 0,2 0-92 0 0,0 1-100 0 0,0 1-64 0 0,4 0-232 0 0,-1-1-268 0 0,-1 4-344 0 0,6 2-344 0 0,1-2-396 0 0,2 2-512 0 0,-2-1-1581 0 0,0 1 701 0 0</inkml:trace>
  <inkml:trace contextRef="#ctx0" brushRef="#br0" timeOffset="1">678 69 144 0 0,'14'-5'3204'0'0,"-7"-3"-259"0"0,0-2-201 0 0,-4 2 1136 0 0,0-6-3568 0 0,-31 9-3680 0 0,15 5-744 0 0,-5 1 947 0 0</inkml:trace>
</inkml:ink>
</file>

<file path=ppt/ink/ink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2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0 752 0 0,'-18'1'5021'0'0,"22"0"-2928"0"0,40 2-2795 0 0,5 1-139 0 0,21 4-2288 0 0,-30-2 1331 0 0</inkml:trace>
</inkml:ink>
</file>

<file path=ppt/ink/ink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2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18 292 0 0,'10'2'832'0'0,"-1"-2"608"0"0,6 0-280 0 0,-2 0-240 0 0,4-2-628 0 0,-7 0-140 0 0,7 2-152 0 0,9-2-144 0 0,1-1-160 0 0,4 1-472 0 0,9-3-836 0 0,2 2 368 0 0</inkml:trace>
</inkml:ink>
</file>

<file path=ppt/ink/ink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2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37 548 0 0,'33'-5'2360'0'0,"189"-16"-441"0"0,-108 13-4580 0 0,-86 5 1439 0 0</inkml:trace>
  <inkml:trace contextRef="#ctx0" brushRef="#br0" timeOffset="1">776 23 396 0 0,'36'12'6097'0'0,"-26"-8"-9231"0"0</inkml:trace>
</inkml:ink>
</file>

<file path=ppt/ink/ink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3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37 916 0 0,'-15'2'4888'0'0,"2"-2"5024"0"0,52 0-9491 0 0,0-2 0 0 0,53-8 0 0 0,16-1-84 0 0,135-4-1057 0 0,-216 16-1087 0 0,-15-1-7536 0 0</inkml:trace>
</inkml:ink>
</file>

<file path=ppt/ink/ink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4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2 408 0 0,'-8'-2'11312'0'0,"7"17"-11083"0"0,0 0 1 0 0,1 0-1 0 0,1 0 1 0 0,1 0-1 0 0,0 0 1 0 0,1 0-1 0 0,0 0 1 0 0,1-1-1 0 0,1 0 1 0 0,0 0-1 0 0,1 0 0 0 0,0 0 1 0 0,2-1-1 0 0,-1 0 1 0 0,18 22-1 0 0,-23-33-203 0 0,0 1 0 0 0,0-1-1 0 0,0 0 1 0 0,0 0-1 0 0,0 0 1 0 0,0 0-1 0 0,1 0 1 0 0,-1 0-1 0 0,1-1 1 0 0,-1 1 0 0 0,1-1-1 0 0,0 1 1 0 0,0-1-1 0 0,-1 0 1 0 0,1 0-1 0 0,0-1 1 0 0,0 1 0 0 0,0 0-1 0 0,0-1 1 0 0,0 0-1 0 0,5 0 1 0 0,-3-1-6 0 0,-1 0-1 0 0,1 0 1 0 0,-1-1 0 0 0,1 1 0 0 0,-1-1-1 0 0,0 0 1 0 0,0 0 0 0 0,0-1 0 0 0,0 1-1 0 0,0-1 1 0 0,0 0 0 0 0,5-5 0 0 0,2-4 2 0 0,-1 1 1 0 0,0-2 0 0 0,0 1-1 0 0,-1-2 1 0 0,-1 1 0 0 0,0-1-1 0 0,5-15 1 0 0,-8 18 34 0 0,-1-1-1 0 0,-1 0 1 0 0,3-22-1 0 0,-5 32-30 0 0,-2 2-27 0 0,1 0 0 0 0,0 0 0 0 0,0-1 0 0 0,0 1 0 0 0,0 0 0 0 0,0 0 0 0 0,0 0 0 0 0,0-1 0 0 0,0 1 0 0 0,0 0 0 0 0,0 0 0 0 0,0 0 0 0 0,0-1 0 0 0,0 1 0 0 0,0 0 0 0 0,0 0 0 0 0,0-1 0 0 0,0 1 0 0 0,0 0 0 0 0,0 0 0 0 0,0 0 0 0 0,0-1 0 0 0,0 1 0 0 0,0 0 0 0 0,0 0 0 0 0,0-1 0 0 0,0 1 0 0 0,0 0 0 0 0,1 0 0 0 0,-1 0 0 0 0,0 0 0 0 0,0-1 0 0 0,0 1 0 0 0,0 0 0 0 0,0 0 0 0 0,1 0 0 0 0,-1 0 0 0 0,0 0 0 0 0,0-1 0 0 0,0 1 0 0 0,1 0 0 0 0,-1 0 0 0 0,0 0 0 0 0,0 0 0 0 0,0 0 0 0 0,1 0 0 0 0,-1 0 0 0 0,0 0 0 0 0,0 0 0 0 0,1 0 0 0 0,-1 0 0 0 0,0 0 0 0 0,0 0 0 0 0,0 0 0 0 0,1 0 0 0 0,-1 0 0 0 0,0 0 0 0 0,0 0 0 0 0,1 0 0 0 0,16 12-87 0 0,0 0-1 0 0,1-2 0 0 0,0 0 0 0 0,1-1 1 0 0,0-1-1 0 0,0-1 0 0 0,1 0 1 0 0,32 5-1 0 0,-26-8-104 0 0,0-2 0 0 0,31-2 0 0 0,-50 0 177 0 0,0 0 1 0 0,0-1 0 0 0,1 0 0 0 0,-1-1 0 0 0,0 0 0 0 0,0 0 0 0 0,0 0 0 0 0,0-1 0 0 0,-1 0 0 0 0,1 0 0 0 0,-1-1 0 0 0,7-5 0 0 0,-11 8 192 0 0,-2 0-130 0 0,1 1-1 0 0,-1-1 1 0 0,0 1-1 0 0,0-1 1 0 0,1 0 0 0 0,-1 1-1 0 0,0-1 1 0 0,0 0-1 0 0,0 1 1 0 0,0-1 0 0 0,0 0-1 0 0,0 1 1 0 0,0-1-1 0 0,0 0 1 0 0,0 1 0 0 0,0-1-1 0 0,0 1 1 0 0,-1-1-1 0 0,1 0 1 0 0,0 1 0 0 0,0-1-1 0 0,-1 0 1 0 0,1 1-1 0 0,0-1 1 0 0,-1 1 0 0 0,1-1-1 0 0,-1 1 1 0 0,1-1-1 0 0,0 1 1 0 0,-1-1 0 0 0,1 1-1 0 0,-1 0 1 0 0,0-1-1 0 0,1 1 1 0 0,-1-1-1 0 0,1 1 1 0 0,-1 0 0 0 0,1 0-1 0 0,-1-1 1 0 0,0 1-1 0 0,1 0 1 0 0,-1 0 0 0 0,-1 0-1 0 0,1 2-157 0 0,0 0-1 0 0,-1 0 1 0 0,1 0-1 0 0,0 0 1 0 0,0 0-1 0 0,0 0 0 0 0,0 1 1 0 0,1-1-1 0 0,-1 0 1 0 0,1 1-1 0 0,-1-1 1 0 0,1 0-1 0 0,0 1 1 0 0,0-1-1 0 0,0 1 1 0 0,0-1-1 0 0,0 0 0 0 0,1 1 1 0 0,-1-1-1 0 0,2 5 1 0 0,0-2-102 0 0,1 0 0 0 0,-1 0 0 0 0,1 0 0 0 0,0 0 0 0 0,1 0 0 0 0,-1 0 0 0 0,1-1 0 0 0,7 7 0 0 0,4 3-1220 0 0,2-1 1 0 0,0-1-1 0 0,0 0 0 0 0,22 10 1 0 0,5 1-1840 0 0</inkml:trace>
</inkml:ink>
</file>

<file path=ppt/ink/ink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4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86 141 436 0 0,'-8'0'1234'0'0,"1"1"-1"0"0,-1-1 1 0 0,1-1 0 0 0,-1 1 0 0 0,1-1-1 0 0,0-1 1 0 0,-1 1 0 0 0,1-1-1 0 0,-11-5 2438 0 0,23 4-3229 0 0,12-5-165 0 0,1 0-1 0 0,-1 2 1 0 0,1 0-1 0 0,0 0 1 0 0,20-2-1 0 0,108-12 414 0 0,-74 11-440 0 0,50-10-119 0 0,151-15-2129 0 0,-221 35-807 0 0,-32 2-4411 0 0</inkml:trace>
</inkml:ink>
</file>

<file path=ppt/ink/ink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5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86 228 0 0,'-24'7'4413'0'0,"42"-2"-1208"0"0,44-3-1455 0 0,0-5-1232 0 0,99-4-399 0 0,250-42-1 0 0,-391 44-1964 0 0,1-1 0 0 0,27-12-1 0 0,-24 6-861 0 0</inkml:trace>
</inkml:ink>
</file>

<file path=ppt/ink/ink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5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1 444 0 0,'0'0'965'0'0,"5"0"-81"0"0,7 0-573 0 0,0 0-1 0 0,0 2 1 0 0,0-1 0 0 0,0 2 0 0 0,0-1-1 0 0,-1 2 1 0 0,1-1 0 0 0,-1 2-1 0 0,0-1 1 0 0,0 2 0 0 0,-1-1 0 0 0,14 10-1 0 0,2 2 178 0 0,0 1 0 0 0,-2 2 0 0 0,39 38-1 0 0,-55-50-355 0 0,-1 0-1 0 0,-1 0 0 0 0,0 1 1 0 0,0 0-1 0 0,0 0 0 0 0,-1 1 0 0 0,0-1 1 0 0,-1 1-1 0 0,0 0 0 0 0,3 17 1 0 0,-5-20-70 0 0,-1-1 0 0 0,-1 0 0 0 0,1 1-1 0 0,-1-1 1 0 0,0 1 0 0 0,-1-1 0 0 0,1 1 0 0 0,-1-1 0 0 0,0 0 0 0 0,-1 1 0 0 0,0-1 0 0 0,0 0 0 0 0,0 0 0 0 0,-1 0 0 0 0,0 0 0 0 0,0-1 0 0 0,0 1 0 0 0,-8 9 0 0 0,-6 4 126 0 0,-2 0 1 0 0,0-1-1 0 0,0-2 0 0 0,-2 0 0 0 0,0-1 1 0 0,-32 18-1 0 0,-150 64-1766 0 0,117-60-3744 0 0,69-29 2327 0 0</inkml:trace>
</inkml:ink>
</file>

<file path=ppt/ink/ink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7:59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4 128 372 0 0,'-3'3'11170'0'0,"5"-5"-11083"0"0,0 0 0 0 0,0 0-1 0 0,-1 0 1 0 0,1 0-1 0 0,0 0 1 0 0,-1 0-1 0 0,1 0 1 0 0,-1-1 0 0 0,0 1-1 0 0,1 0 1 0 0,-1-1-1 0 0,-1 1 1 0 0,1-1-1 0 0,0 0 1 0 0,0 1 0 0 0,-1-1-1 0 0,0 0 1 0 0,1 1-1 0 0,-1-6 1 0 0,-3 7-67 0 0,-5-5-21 0 0,6 5 35 0 0,-4-24 152 0 0,5 24-133 0 0,0-1-1 0 0,1 1 0 0 0,-1-1 1 0 0,1 0-1 0 0,-1 1 1 0 0,1-1-1 0 0,0 0 0 0 0,-1 1 1 0 0,1-1-1 0 0,0 0 0 0 0,0 0 1 0 0,0 1-1 0 0,0-1 1 0 0,1 0-1 0 0,-1 1 0 0 0,0-1 1 0 0,1-2-1 0 0,0 2-28 0 0,11-10-9634 0 0</inkml:trace>
</inkml:ink>
</file>

<file path=ppt/ink/ink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00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1 658 200 0 0,'0'0'9412'0'0,"4"-5"-9128"0"0,1 0-185 0 0,28-29 231 0 0,-3 0 0 0 0,0-3 0 0 0,-3 0 1 0 0,-1-1-1 0 0,30-61 0 0 0,-41 64-194 0 0,20-73 1 0 0,-30 91-120 0 0,-1-1-1 0 0,-2 0 1 0 0,1 0 0 0 0,-2 0 0 0 0,0 0 0 0 0,-3-22-1 0 0,-4-22 90 0 0,6 60-105 0 0,-2-2-18 0 0,2 3 15 0 0,0 1 0 0 0,0-1 0 0 0,0 1 0 0 0,0 0 0 0 0,0-1 0 0 0,0 1 0 0 0,0-1 0 0 0,-1 1 0 0 0,1 0 0 0 0,0-1-1 0 0,0 1 1 0 0,0 0 0 0 0,0-1 0 0 0,0 1 0 0 0,-1 0 0 0 0,1-1 0 0 0,0 1 0 0 0,0 0 0 0 0,0-1 0 0 0,-1 1 0 0 0,1 0 0 0 0,0-1 0 0 0,-1 1 0 0 0,1 0 0 0 0,0 0 0 0 0,0-1 0 0 0,-1 1 0 0 0,1 0 0 0 0,0 0 0 0 0,-1 0 0 0 0,1 0 0 0 0,-1-1 0 0 0,1 1 0 0 0,0 0 0 0 0,-1 0 0 0 0,1 0 0 0 0,0 0 0 0 0,-1 0 0 0 0,1 0 0 0 0,-1 0 0 0 0,1 0 0 0 0,0 0 0 0 0,-1 0 0 0 0,1 0 0 0 0,-1 0 0 0 0,1 1-1 0 0,0-1 1 0 0,-1 0 0 0 0,-16 20 3 0 0,1 1-1 0 0,1 0 0 0 0,1 2 0 0 0,1-1 0 0 0,1 2 1 0 0,1-1-1 0 0,1 2 0 0 0,-13 47 0 0 0,16-43 1 0 0,1 1 0 0 0,1-1 0 0 0,1 1 0 0 0,2 0 0 0 0,1 0-1 0 0,1 0 1 0 0,8 51 0 0 0,-7-74 6 0 0,0 0 0 0 0,1 0 0 0 0,-1 0 0 0 0,2 0 0 0 0,-1 0 0 0 0,1 0 0 0 0,0 0-1 0 0,1-1 1 0 0,-1 1 0 0 0,1-1 0 0 0,0 0 0 0 0,1 0 0 0 0,0-1 0 0 0,0 1 0 0 0,0-1 0 0 0,0 0 0 0 0,1-1 0 0 0,0 1-1 0 0,0-1 1 0 0,0 0 0 0 0,0 0 0 0 0,1-1 0 0 0,0 0 0 0 0,-1 0 0 0 0,1-1 0 0 0,0 1 0 0 0,0-2 0 0 0,1 1 0 0 0,-1-1-1 0 0,0 0 1 0 0,0 0 0 0 0,1-1 0 0 0,-1 0 0 0 0,0 0 0 0 0,1-1 0 0 0,-1 0 0 0 0,0 0 0 0 0,0-1 0 0 0,0 0 0 0 0,13-5-1 0 0,-4 2 5 0 0,-1-2-1 0 0,0 0 0 0 0,0-1 0 0 0,0-1 0 0 0,-1 0 0 0 0,0 0 0 0 0,-1-2 0 0 0,0 0 0 0 0,-1 0 0 0 0,0-1 0 0 0,-1 0 0 0 0,0-1 0 0 0,-1-1 1 0 0,0 0-1 0 0,-2 0 0 0 0,1 0 0 0 0,11-30 0 0 0,-13 28 12 0 0,-5 13 15 0 0,0-1 1 0 0,-1 1-1 0 0,1-1 1 0 0,-1 0-1 0 0,0 0 0 0 0,0 0 1 0 0,0 0-1 0 0,0-5 1 0 0,-1 7 144 0 0,0 2-180 0 0,0-1 0 0 0,0 1 0 0 0,0-1 1 0 0,0 1-1 0 0,0 0 0 0 0,0-1 1 0 0,0 1-1 0 0,0 0 0 0 0,0-1 1 0 0,0 1-1 0 0,-1-1 0 0 0,1 1 1 0 0,0 0-1 0 0,0-1 0 0 0,0 1 0 0 0,-1 0 1 0 0,1 0-1 0 0,0-1 0 0 0,0 1 1 0 0,-1 0-1 0 0,1-1 0 0 0,0 1 1 0 0,-1 0-1 0 0,1 0 0 0 0,0 0 1 0 0,-1-1-1 0 0,1 1 0 0 0,0 0 0 0 0,-1 0 1 0 0,1 0-1 0 0,0 0 0 0 0,-1 0 1 0 0,1 0-1 0 0,-1 0 0 0 0,1 0 1 0 0,0 0-1 0 0,-1 0 0 0 0,1 0 0 0 0,-1 0 1 0 0,1 0-1 0 0,0 0 0 0 0,-1 0 1 0 0,1 0-1 0 0,0 0 0 0 0,-1 0 1 0 0,1 0-1 0 0,-1 1 0 0 0,-13 15 15 0 0,5-6-1 0 0,0 0 0 0 0,1 1 0 0 0,-9 15 0 0 0,15-21-11 0 0,-1 0 0 0 0,1-1 0 0 0,0 1 0 0 0,0 0 0 0 0,1 0 0 0 0,0 1 0 0 0,0-1 0 0 0,0 0 0 0 0,0 0 0 0 0,1 0 0 0 0,0 1 0 0 0,0-1 0 0 0,1 8 0 0 0,-1-12-2 0 0,1 0 0 0 0,-1-1 0 0 0,0 1 0 0 0,1 0 0 0 0,-1 0 1 0 0,1 0-1 0 0,-1-1 0 0 0,1 1 0 0 0,-1 0 0 0 0,1 0 0 0 0,-1-1 0 0 0,1 1 0 0 0,0-1 0 0 0,-1 1 0 0 0,1 0 1 0 0,0-1-1 0 0,0 0 0 0 0,-1 1 0 0 0,1-1 0 0 0,0 1 0 0 0,0-1 0 0 0,0 0 0 0 0,0 1 0 0 0,-1-1 0 0 0,1 0 1 0 0,0 0-1 0 0,0 0 0 0 0,0 0 0 0 0,0 0 0 0 0,0 0 0 0 0,0 0 0 0 0,0 0 0 0 0,0 0 0 0 0,-1 0 0 0 0,1 0 1 0 0,0-1-1 0 0,1 1 0 0 0,37-13 71 0 0,-36 12-69 0 0,59-23 50 0 0,-60 24-64 0 0,11 2 12 0 0,27 11-998 0 0,-3 13-1966 0 0,-20-12-1659 0 0,-5-7 1638 0 0</inkml:trace>
</inkml:ink>
</file>

<file path=ppt/ink/ink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01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198 323 748 0 0,'0'0'1641'0'0,"-14"-7"1119"0"0,7 5-2575 0 0,1 0 1 0 0,-1 1-1 0 0,0 0 0 0 0,0 1 0 0 0,0 0 0 0 0,1 0 1 0 0,-1 0-1 0 0,0 1 0 0 0,0 0 0 0 0,1 0 1 0 0,-1 0-1 0 0,0 1 0 0 0,1 0 0 0 0,-1 1 0 0 0,1-1 1 0 0,0 1-1 0 0,0 1 0 0 0,0-1 0 0 0,0 1 0 0 0,1 0 1 0 0,-1 0-1 0 0,1 0 0 0 0,0 1 0 0 0,0 0 1 0 0,1 0-1 0 0,-1 0 0 0 0,1 1 0 0 0,0-1 0 0 0,-4 9 1 0 0,8-12-169 0 0,-1-1 0 0 0,1 1 1 0 0,0 0-1 0 0,0 0 1 0 0,0-1-1 0 0,0 1 0 0 0,0 0 1 0 0,0 0-1 0 0,0-1 1 0 0,0 1-1 0 0,1 0 0 0 0,-1-1 1 0 0,1 1-1 0 0,-1 0 1 0 0,1-1-1 0 0,0 1 0 0 0,-1-1 1 0 0,1 1-1 0 0,0-1 0 0 0,0 1 1 0 0,0-1-1 0 0,0 0 1 0 0,1 1-1 0 0,-1-1 0 0 0,0 0 1 0 0,0 0-1 0 0,1 0 1 0 0,-1 0-1 0 0,1 0 0 0 0,1 1 1 0 0,4 2 26 0 0,0 0 1 0 0,0 0-1 0 0,1-1 1 0 0,14 4-1 0 0,-8-3-35 0 0,1-1 1 0 0,0 0-1 0 0,0-2 0 0 0,0 1 1 0 0,0-2-1 0 0,0 0 0 0 0,1-1 0 0 0,-1-1 1 0 0,0 0-1 0 0,0-1 0 0 0,-1 0 1 0 0,1-1-1 0 0,-1-1 0 0 0,0 0 1 0 0,0-1-1 0 0,0-1 0 0 0,-1 0 0 0 0,0-1 1 0 0,0 0-1 0 0,-1-1 0 0 0,0 0 1 0 0,0-1-1 0 0,-1-1 0 0 0,-1 0 1 0 0,0 0-1 0 0,0-1 0 0 0,-1 0 0 0 0,0 0 1 0 0,-1-1-1 0 0,-1 0 0 0 0,0-1 1 0 0,-1 0-1 0 0,0 0 0 0 0,-1 0 1 0 0,-1-1-1 0 0,0 1 0 0 0,-1-1 0 0 0,2-24 1 0 0,-3 8 375 0 0,-2 1 0 0 0,-5-53 0 0 0,5 81-304 0 0,0 2-77 0 0,0-1 0 0 0,0 1 0 0 0,1 0 0 0 0,-1 0 0 0 0,0 0 0 0 0,0 0 0 0 0,0-1-1 0 0,0 1 1 0 0,0 0 0 0 0,0 0 0 0 0,0 0 0 0 0,0-1 0 0 0,0 1 0 0 0,0 0 0 0 0,0 0 0 0 0,0 0 0 0 0,0 0 0 0 0,0-1 0 0 0,0 1 0 0 0,0 0 0 0 0,0 0 0 0 0,0 0 0 0 0,0-1 0 0 0,-1 1 0 0 0,1 0 0 0 0,0 0 0 0 0,0 0-1 0 0,0 0 1 0 0,0 0 0 0 0,0-1 0 0 0,0 1 0 0 0,0 0 0 0 0,-1 0 0 0 0,1 0 0 0 0,0 0 0 0 0,0 0 0 0 0,0 0 0 0 0,0 0 0 0 0,-1-1 0 0 0,1 1 0 0 0,0 0 0 0 0,0 0 0 0 0,0 0 0 0 0,0 0 0 0 0,-1 0 0 0 0,1 0 0 0 0,0 0 0 0 0,0 0-1 0 0,0 0 1 0 0,-1 0 0 0 0,1 0 0 0 0,0 0 0 0 0,0 0 0 0 0,0 0 0 0 0,0 0 0 0 0,-1 0 0 0 0,1 0 0 0 0,0 0 0 0 0,0 0 0 0 0,0 1 0 0 0,0-1 0 0 0,-1 0 0 0 0,1 0 0 0 0,0 0 0 0 0,0 0 0 0 0,0 0 0 0 0,-8 18 18 0 0,0-1 0 0 0,2 1 0 0 0,0 0 0 0 0,1 0 0 0 0,1 0 0 0 0,-2 23 0 0 0,-3 120 49 0 0,13-88-18 0 0,-4-69-49 0 0,1 0-1 0 0,-1-1 1 0 0,1 1-1 0 0,0 0 1 0 0,-1-1 0 0 0,2 1-1 0 0,-1-1 1 0 0,0 1-1 0 0,1-1 1 0 0,-1 0-1 0 0,1 1 1 0 0,0-1-1 0 0,0 0 1 0 0,1 0-1 0 0,-1 0 1 0 0,5 4-1 0 0,-4-6 3 0 0,0 0 0 0 0,0 0 0 0 0,-1 0 0 0 0,1-1 0 0 0,0 1 0 0 0,0-1 0 0 0,0 0 1 0 0,0 1-1 0 0,0-1 0 0 0,0-1 0 0 0,0 1 0 0 0,0 0 0 0 0,0-1 0 0 0,0 1 0 0 0,0-1 0 0 0,0 0 0 0 0,0 0 0 0 0,0 0 0 0 0,-1-1 0 0 0,1 1 0 0 0,4-4 0 0 0,8-4 18 0 0,-2-1 1 0 0,22-19-1 0 0,-22 18 16 0 0,9-5 418 0 0,-21 16-446 0 0,-1 0-1 0 0,1 1 1 0 0,-1-1 0 0 0,0 0-1 0 0,1 0 1 0 0,-1 1 0 0 0,0-1-1 0 0,1 0 1 0 0,-1 0 0 0 0,0 1-1 0 0,1-1 1 0 0,-1 0-1 0 0,0 1 1 0 0,1-1 0 0 0,-1 1-1 0 0,0-1 1 0 0,0 0 0 0 0,0 1-1 0 0,1-1 1 0 0,-1 1 0 0 0,0-1-1 0 0,0 0 1 0 0,0 1 0 0 0,0-1-1 0 0,0 1 1 0 0,0-1 0 0 0,0 1-1 0 0,0-1 1 0 0,0 1 0 0 0,13 31-783 0 0,-10-27 390 0 0,0 0-1 0 0,1-1 1 0 0,-1 1 0 0 0,1-1 0 0 0,0 0-1 0 0,0 0 1 0 0,6 4 0 0 0,20 10-5121 0 0,-13-12 2462 0 0</inkml:trace>
</inkml:ink>
</file>

<file path=ppt/ink/ink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01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174 255 260 0 0,'0'0'1882'0'0,"-31"-21"3953"0"0,20 20-5349 0 0,0 1 1 0 0,-1-1-1 0 0,1 2 1 0 0,0 0-1 0 0,-15 3 1 0 0,22-4-431 0 0,1 1 1 0 0,0 0-1 0 0,0 0 0 0 0,0 0 1 0 0,0 0-1 0 0,0 1 1 0 0,0-1-1 0 0,1 1 1 0 0,-1 0-1 0 0,0 0 1 0 0,1 0-1 0 0,0 0 1 0 0,-1 0-1 0 0,1 1 1 0 0,0-1-1 0 0,0 0 0 0 0,0 1 1 0 0,0 0-1 0 0,0 0 1 0 0,1-1-1 0 0,-1 1 1 0 0,1 0-1 0 0,0 0 1 0 0,-1 4-1 0 0,1-5-41 0 0,1 1 1 0 0,0-1-1 0 0,0 0 0 0 0,-1 1 1 0 0,1-1-1 0 0,1 0 0 0 0,-1 1 0 0 0,0-1 1 0 0,1 0-1 0 0,-1 0 0 0 0,1 1 0 0 0,-1-1 1 0 0,1 0-1 0 0,0 0 0 0 0,0 0 1 0 0,0 0-1 0 0,0 0 0 0 0,1 0 0 0 0,-1 0 1 0 0,0 0-1 0 0,1 0 0 0 0,0-1 1 0 0,-1 1-1 0 0,1 0 0 0 0,0-1 0 0 0,0 1 1 0 0,-1-1-1 0 0,1 0 0 0 0,0 0 1 0 0,0 0-1 0 0,3 1 0 0 0,2 1 7 0 0,-1 0-1 0 0,1-1 1 0 0,-1 0-1 0 0,1 0 1 0 0,0 0-1 0 0,-1-1 1 0 0,1 0-1 0 0,0-1 1 0 0,8 1-1 0 0,1-3-34 0 0,0-1 0 0 0,1 0-1 0 0,-1-1 1 0 0,0-1 0 0 0,-1 0 0 0 0,1-1-1 0 0,-1-1 1 0 0,0-1 0 0 0,-1 0 0 0 0,0 0-1 0 0,0-2 1 0 0,14-12 0 0 0,-12 9-5 0 0,0-1-1 0 0,-2-1 1 0 0,1 0 0 0 0,-2-1-1 0 0,0 0 1 0 0,-1-2 0 0 0,-1 1-1 0 0,0-1 1 0 0,10-26 0 0 0,5-48 566 0 0,-26 90-456 0 0,-1 12-67 0 0,-24 228 6 0 0,-33 218 54 0 0,53-431-86 0 0,-1-2 0 0 0,0 1 0 0 0,-14 31 0 0 0,17-49 35 0 0,1 0 1 0 0,-1 0-1 0 0,0-1 0 0 0,-1 1 1 0 0,1-1-1 0 0,-1 1 0 0 0,0-1 1 0 0,-1 0-1 0 0,1-1 1 0 0,-1 1-1 0 0,0-1 0 0 0,0 0 1 0 0,0 0-1 0 0,0-1 0 0 0,-1 1 1 0 0,0-1-1 0 0,-11 5 0 0 0,12-8 26 0 0,0 1 0 0 0,-1-1-1 0 0,1 0 1 0 0,0 0 0 0 0,0 0 0 0 0,0-1-1 0 0,-1 1 1 0 0,1-1 0 0 0,0-1-1 0 0,0 1 1 0 0,0-1 0 0 0,0 0 0 0 0,1 0-1 0 0,-1 0 1 0 0,0-1 0 0 0,1 1-1 0 0,0-1 1 0 0,-1 0 0 0 0,-4-6 0 0 0,1 3 35 0 0,0-1 1 0 0,1 0-1 0 0,0 0 1 0 0,1-1-1 0 0,-1 0 1 0 0,2 0-1 0 0,-1-1 1 0 0,1 0-1 0 0,-4-9 1 0 0,6 11-100 0 0,0 0 1 0 0,1-1-1 0 0,0 1 1 0 0,1-1-1 0 0,-1 0 1 0 0,2 0-1 0 0,-1 1 0 0 0,1-1 1 0 0,0 0-1 0 0,0 0 1 0 0,1 1-1 0 0,0-1 1 0 0,1 0-1 0 0,0 1 1 0 0,0-1-1 0 0,0 1 1 0 0,1 0-1 0 0,0-1 0 0 0,1 1 1 0 0,-1 1-1 0 0,1-1 1 0 0,1 0-1 0 0,-1 1 1 0 0,1 0-1 0 0,0 0 1 0 0,0 1-1 0 0,1-1 1 0 0,0 1-1 0 0,7-5 1 0 0,3-3-674 0 0,2 1 0 0 0,-1 0 0 0 0,39-18 1 0 0,-21 15-2691 0 0,43-13-1 0 0,-12 8-377 0 0</inkml:trace>
</inkml:ink>
</file>

<file path=ppt/ink/ink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04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55 696 0 0,'0'-3'263'0'0,"-1"0"0"0"0,1 1-1 0 0,-1-1 1 0 0,0 0 0 0 0,0 1-1 0 0,0-1 1 0 0,-1 1 0 0 0,1-1 0 0 0,-1 1-1 0 0,1 0 1 0 0,-1-1 0 0 0,0 1-1 0 0,0 0 1 0 0,0 0 0 0 0,0 0 0 0 0,0 0-1 0 0,0 1 1 0 0,0-1 0 0 0,-1 1 0 0 0,1-1-1 0 0,-1 1 1 0 0,1 0 0 0 0,-1 0-1 0 0,1 0 1 0 0,-1 0 0 0 0,-5-1 0 0 0,3 2-133 0 0,-1-1 0 0 0,1 2 1 0 0,-1-1-1 0 0,1 1 0 0 0,-1 0 1 0 0,1 0-1 0 0,-1 0 0 0 0,1 1 1 0 0,-1-1-1 0 0,1 1 1 0 0,0 1-1 0 0,-8 4 0 0 0,-2 3-41 0 0,0 0-1 0 0,1 1 0 0 0,1 0 1 0 0,0 1-1 0 0,0 1 0 0 0,1 0 1 0 0,1 1-1 0 0,0 0 0 0 0,1 1 1 0 0,1 0-1 0 0,0 0 0 0 0,1 1 1 0 0,0 0-1 0 0,2 1 0 0 0,-8 24 1 0 0,14-40-58 0 0,4 30 144 0 0,-1-31-167 0 0,-1 1 0 0 0,0 0 0 0 0,0-1 0 0 0,0 1 0 0 0,0-1 1 0 0,1 1-1 0 0,-1-1 0 0 0,0 0 0 0 0,0 0 0 0 0,0 0 0 0 0,1 0 0 0 0,-1-1 1 0 0,0 1-1 0 0,0-1 0 0 0,0 1 0 0 0,1-1 0 0 0,-1 0 0 0 0,0 0 0 0 0,0 1 1 0 0,0-2-1 0 0,0 1 0 0 0,0 0 0 0 0,-1 0 0 0 0,4-2 0 0 0,48-40 84 0 0,-47 38-72 0 0,5-5 160 0 0,0 0 1 0 0,-1-1-1 0 0,0 0 1 0 0,8-13-1 0 0,-17 23-27 0 0,0 5-135 0 0,3 13-2 0 0,-3-10-9 0 0,0-1 1 0 0,1 1 0 0 0,-1 0-1 0 0,1-1 1 0 0,1 1 0 0 0,-1-1-1 0 0,1 0 1 0 0,0 0 0 0 0,1 0-1 0 0,-1 0 1 0 0,1 0 0 0 0,0-1-1 0 0,1 1 1 0 0,-1-1 0 0 0,1-1-1 0 0,8 8 1 0 0,-11-12 0 0 0,1 1 1 0 0,0 0-1 0 0,0-1 0 0 0,-1 0 1 0 0,1 1-1 0 0,0-1 1 0 0,0 0-1 0 0,0-1 0 0 0,-1 1 1 0 0,1 0-1 0 0,0-1 1 0 0,0 1-1 0 0,-1-1 0 0 0,1 0 1 0 0,0 0-1 0 0,-1 0 1 0 0,1 0-1 0 0,-1-1 0 0 0,5-2 1 0 0,44-31 56 0 0,-42 27-54 0 0,39-29 45 0 0,33-20 24 0 0,-62 46-57 0 0,0 0-1 0 0,30-11 1 0 0,10 6 9 0 0,-56 16-33 0 0,0-1 0 0 0,0 1 0 0 0,0 0 0 0 0,0 0-1 0 0,0 0 1 0 0,0 0 0 0 0,0 1 0 0 0,-1-1 0 0 0,1 1 0 0 0,0 0 0 0 0,0-1 0 0 0,0 1 0 0 0,-1 1 0 0 0,1-1 0 0 0,0 0 0 0 0,-1 1-1 0 0,1-1 1 0 0,-1 1 0 0 0,0 0 0 0 0,1 0 0 0 0,-1 0 0 0 0,0 0 0 0 0,0 0 0 0 0,0 0 0 0 0,0 0 0 0 0,-1 1 0 0 0,3 3 0 0 0,5 27-13 0 0,-11-8 11 0 0,1-19 3 0 0,-9 31 40 0 0,0-12-19 0 0,5-17-77 0 0,0 1 0 0 0,0-1 1 0 0,-1 0-1 0 0,0-1 0 0 0,-13 13 0 0 0,-5 1-2733 0 0,22-20 1822 0 0</inkml:trace>
</inkml:ink>
</file>

<file path=ppt/ink/ink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8:05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21 776,'0'0'1739,"-1"-2"-1474,1 1-1,-1 0 1,0 0 0,1-1 0,-1 1 0,0 0-1,0 0 1,1 0 0,-1 0 0,0 0 0,0 0-1,0 0 1,0 0 0,0 1 0,-1-1 0,1 0-1,0 1 1,0-1 0,-2 0 0,0 4-185,1 0 0,0 1 1,0-1-1,0 0 1,0 1-1,0 0 0,1-1 1,-1 1-1,1 0 1,0 0-1,0 0 0,1 0 1,-1 0-1,1 0 1,0 7-1,6 75 565,-2-44-375,-3-31-194,0 1 0,-2-1-1,1 0 1,-4 15-1,4-23-60,0-1-1,-1 1 0,0-1 0,0 1 0,0-1 0,0 0 0,0 1 0,0-1 0,0 0 0,-1 0 0,1 0 0,-1 0 0,0 0 0,0 0 1,1 0-1,-1-1 0,0 1 0,-1 0 0,1-1 0,0 0 0,0 1 0,0-1 0,-1 0 0,1 0 0,-3 0 0,3-1-34,0 1 0,1-1 1,-1 0-1,0 0 0,0 0 0,0 0 0,1 0 0,-1 0 0,0 0 0,0-1 0,1 1 0,-1-1 0,0 1 0,1-1 0,-1 0 0,0 1 0,1-1 0,-1 0 0,1 0 1,-3-3-1,2 3-221,8-17-843,9 4 628,1 1-1,1 0 0,0 1 0,1 1 0,0 1 0,1 1 0,0 0 0,22-6 0,50-26 1238,-84 37-281,-3 1 113,1 1 1,-1-1-1,0 1 0,1 0 0,0 1 1,8-3-1,-1 39-1,-10-33-564,-1 1 1,1 0-1,0 0 1,0-1-1,0 1 0,0-1 1,0 1-1,1-1 0,-1 0 1,1 0-1,-1 0 1,1 0-1,0-1 0,0 1 1,0-1-1,0 0 0,0 0 1,0 0-1,0 0 1,0 0-1,0 0 0,1-1 1,-1 0-1,0 1 1,0-1-1,1 0 0,-1-1 1,0 1-1,0-1 0,0 1 1,1-1-1,-1 0 1,0 0-1,0 0 0,0-1 1,0 1-1,-1-1 1,1 0-1,0 1 0,-1-1 1,1 0-1,-1-1 0,1 1 1,-1 0-1,0-1 1,0 1-1,0-1 0,0 0 1,-1 1-1,1-1 0,-1 0 1,2-5-1,-2 5 24,0-1 0,0 1 0,0 0 0,-1 0 0,0 0 0,1-1 0,-1 1 0,0 0 0,-1 0 0,1-1 0,-2-4 0,2 6-132,-1 1 1,1-1-1,-1 1 1,1 0-1,-1-1 0,0 1 1,1-1-1,-1 1 0,0 0 1,0 0-1,0 0 1,0-1-1,0 1 0,0 0 1,-1 0-1,1 0 0,0 1 1,-1-1-1,1 0 1,0 0-1,-1 1 0,1-1 1,-1 1-1,1-1 0,-1 1 1,-1-1-1,0 1-769,-1 1-294,-1 1 488,-7 2-456,2 3-2600,3 0 575</inkml:trace>
</inkml:ink>
</file>

<file path=ppt/ink/ink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05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23 112 0 0,'0'0'1075'0'0,"-21"-22"6448"0"0,19 22-6564 0 0,-4 9-271 0 0,-4 4-205 0 0,10 0-9 0 0,1-8-450 0 0,0 0 0 0 0,1-1 0 0 0,-1 0 0 0 0,1 1 0 0 0,0-1 1 0 0,1 0-1 0 0,-1 0 0 0 0,1 0 0 0 0,-1 0 0 0 0,1 0 0 0 0,0-1 0 0 0,1 1 1 0 0,-1-1-1 0 0,1 0 0 0 0,-1 0 0 0 0,1 0 0 0 0,0 0 0 0 0,0-1 1 0 0,0 1-1 0 0,0-1 0 0 0,1 0 0 0 0,-1 0 0 0 0,1-1 0 0 0,-1 0 0 0 0,1 1 1 0 0,-1-1-1 0 0,1-1 0 0 0,0 1 0 0 0,0-1 0 0 0,-1 0 0 0 0,8 0 0 0 0,3-3 143 0 0,1 0-1 0 0,-1-1 1 0 0,0-1-1 0 0,0 0 1 0 0,0-1-1 0 0,-1-1 1 0 0,0 0-1 0 0,0-1 0 0 0,0 0 1 0 0,19-17-1 0 0,-25 19 821 0 0,-4 2-2991 0 0</inkml:trace>
</inkml:ink>
</file>

<file path=ppt/ink/ink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8:06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1008,'0'0'1232,"2"-17"-40,0 6 997,1-6-1233,-1 8 684,4-6-456,0 4-764,2 6-936,11 18-6889</inkml:trace>
</inkml:ink>
</file>

<file path=ppt/ink/ink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8:06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247 515 796,'-26'-16'7025,"9"14"-6043,15 2-739,-40 21 961,17-9-719,1 1 1,0 1-1,1 0 1,-30 26-1,53-40-462,-1 1-1,0-1 1,0 1-1,1-1 1,-1 1-1,0-1 0,1 1 1,-1 0-1,1-1 1,-1 1-1,1 0 1,-1 0-1,1-1 1,-1 1-1,1 0 1,0 0-1,-1 0 1,1-1-1,0 1 1,0 0-1,-1 0 1,1 0-1,0 1 1,15 4 106,24-9-123,77-35-458,-74 22-92,51-12-1,-55 21 3,-2-2-1,1-2 1,47-20-1,-73 25 503,1 0 0,-1-1 0,0 0 0,-1 0 1,0-2-1,0 1 0,-1-1 0,0 0 0,0-1 0,-1 0 0,0-1 0,-1 1 0,11-22 0,-7 9 172,-1-1-1,-1 0 1,-1 0 0,8-39-1,-14 51 55,0 0-1,-1-1 0,-1 1 0,0-1 1,0 1-1,-1-1 0,-1 1 1,0 0-1,-1-1 0,0 1 0,-8-18 1,11 28-152,0 1 1,-1-1-1,1 1 1,-1 0-1,0-1 0,1 1 1,-1 0-1,0-1 1,0 1-1,0 0 1,0 0-1,0 0 0,0 0 1,0 0-1,0 0 1,0 0-1,-1 0 1,1 0-1,0 1 0,-1-1 1,1 0-1,0 1 1,-1-1-1,1 1 1,-3-1-1,3 1-12,-1 1 0,0-1 1,0 1-1,0 0 0,1 0 0,-1-1 0,0 1 1,1 0-1,-1 0 0,1 0 0,-1 1 0,1-1 0,0 0 1,-1 1-1,1-1 0,0 1 0,-1 1 0,-5 7 41,0 1 0,0 1 0,2-1 0,-8 21 0,5-6-4,2 0 0,1 0 0,1 0 0,1 0-1,2 1 1,0-1 0,2 1 0,1-1 0,1 0 0,1 0-1,1 0 1,13 38 0,-17-62-95,0 1 0,-1-1 1,1 0-1,0 1 0,0-1 0,1 0 1,-1 0-1,0 0 0,1 0 0,-1 0 1,1 0-1,0 0 0,-1 0 0,1-1 0,0 1 1,4 2-1,-5-4-382,30-11-1951,-17 2-3033</inkml:trace>
</inkml:ink>
</file>

<file path=ppt/ink/ink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8:07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37 624,'0'0'1101,"18"-34"8338,-17 33-9458,46 0-3052,-42 2 2685,5 1-3224,10 0 1316</inkml:trace>
</inkml:ink>
</file>

<file path=ppt/ink/ink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28:07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0 230 312,'0'0'2168,"8"3"-1084,-1-3 3877,10-1-4221,1 0 0,0 2 0,33 4 0,-30-2-677,0-1 1,0-1-1,22-2 1,-36 0-625,0 0 0,1-1 1,-1 1-1,0-1 0,0-1 1,0 1-1,9-6 0,-13 6-2184,9-7 209</inkml:trace>
  <inkml:trace contextRef="#ctx0" brushRef="#br0" timeOffset="1">209 31 156,'0'0'4508,"12"-16"-2803,1 8-981,-4 5-164,7-1-276,-4 4-340,4 0-380,3 4-808,0-3-1345,0 3 597</inkml:trace>
</inkml:ink>
</file>

<file path=ppt/ink/ink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07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21 1000 0 0,'18'-5'3656'0'0,"-9"-1"1961"0"0,-4-4-3833 0 0,-46 14-8585 0 0,23 1 3905 0 0</inkml:trace>
</inkml:ink>
</file>

<file path=ppt/ink/ink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3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527 123 400 0 0,'0'0'2440'0'0,"5"-49"3361"0"0,-5 47-5386 0 0,1 0-329 0 0,0 0 0 0 0,-1-1 0 0 0,0 1 1 0 0,0-1-1 0 0,0 1 0 0 0,0-1 0 0 0,0 1 0 0 0,0-1 0 0 0,0 1 0 0 0,-1-1 0 0 0,1 1 0 0 0,-1 0 0 0 0,0-1 0 0 0,0 1 1 0 0,0 0-1 0 0,0-1 0 0 0,0 1 0 0 0,0 0 0 0 0,0 0 0 0 0,-1 0 0 0 0,1 0 0 0 0,-1 0 0 0 0,0 0 0 0 0,1 1 0 0 0,-1-1 1 0 0,0 0-1 0 0,0 1 0 0 0,0 0 0 0 0,0-1 0 0 0,0 1 0 0 0,-1 0 0 0 0,1 0 0 0 0,0 0 0 0 0,-1 0 0 0 0,1 0 0 0 0,0 1 0 0 0,-1-1 1 0 0,1 1-1 0 0,-1 0 0 0 0,-3-1 0 0 0,-3 1-66 0 0,0 0 0 0 0,1 1 0 0 0,-1 0 0 0 0,0 0 0 0 0,1 1 0 0 0,-1 0 0 0 0,1 0 0 0 0,0 1 0 0 0,-1 0 0 0 0,-11 7 0 0 0,-18 12 25 0 0,1 2 0 0 0,0 2 0 0 0,2 1 1 0 0,-33 33-1 0 0,51-43-30 0 0,1 0 1 0 0,0 1-1 0 0,2 1 0 0 0,0 0 1 0 0,0 1-1 0 0,2 1 1 0 0,1 0-1 0 0,1 0 0 0 0,-10 28 1 0 0,17-40 11 0 0,1-1 1 0 0,0 0-1 0 0,0 1 0 0 0,1 0 1 0 0,0-1-1 0 0,1 1 0 0 0,0-1 1 0 0,0 1-1 0 0,1 0 0 0 0,0-1 1 0 0,0 1-1 0 0,1-1 0 0 0,0 1 1 0 0,1-1-1 0 0,0 0 0 0 0,7 14 1 0 0,-5-14-11 0 0,1 0 1 0 0,-1 0 0 0 0,2-1 0 0 0,-1 0 0 0 0,1 0-1 0 0,0 0 1 0 0,1-1 0 0 0,-1 0 0 0 0,1-1-1 0 0,0 1 1 0 0,1-2 0 0 0,-1 1 0 0 0,1-1 0 0 0,16 5-1 0 0,-3-2 1 0 0,0-2 0 0 0,0 0 1 0 0,1-2-1 0 0,-1 0 0 0 0,1-2 0 0 0,-1 0 0 0 0,1-2 0 0 0,0 0 0 0 0,23-5 0 0 0,-15 0-56 0 0,-1-1 0 0 0,1-1 0 0 0,-2-2 0 0 0,1 0 0 0 0,-1-3 0 0 0,29-16 0 0 0,30-28-109 0 0,-86 56 139 0 0,-1 1-2 0 0,0-1 1 0 0,0 1-1 0 0,1 0 0 0 0,-1-1 1 0 0,0 1-1 0 0,1 0 1 0 0,-1 0-1 0 0,0 0 1 0 0,1 0-1 0 0,-1 0 1 0 0,0 0-1 0 0,1 1 1 0 0,-1-1-1 0 0,0 0 1 0 0,1 1-1 0 0,-1-1 1 0 0,0 1-1 0 0,0-1 0 0 0,2 2 1 0 0,12 5-33 0 0,1-2 0 0 0,-1 1 0 0 0,32 5-1 0 0,-41-10 66 0 0,0 0 0 0 0,1 0 0 0 0,-1-1 0 0 0,1 0 0 0 0,-1 0 0 0 0,0 0 0 0 0,1-1 0 0 0,-1 0 0 0 0,0 0 0 0 0,1-1 0 0 0,-1 0 0 0 0,0 0 0 0 0,7-4 0 0 0,-12 6 8 0 0,0-1 0 0 0,0 0 0 0 0,0 1 0 0 0,0-1-1 0 0,0 0 1 0 0,-1 0 0 0 0,1 0 0 0 0,0 0 0 0 0,-1 1-1 0 0,1-1 1 0 0,0 0 0 0 0,-1 0 0 0 0,1 0 0 0 0,-1 0 0 0 0,0 0-1 0 0,1 0 1 0 0,-1-1 0 0 0,0 1 0 0 0,1 0 0 0 0,-1 0-1 0 0,0 0 1 0 0,0 0 0 0 0,0 0 0 0 0,0 0 0 0 0,0 0 0 0 0,0-1-1 0 0,-1 1 1 0 0,1 0 0 0 0,0 0 0 0 0,0 0 0 0 0,-1 0-1 0 0,1 0 1 0 0,-1 0 0 0 0,1 0 0 0 0,-2-1 0 0 0,1-1-2 0 0,0 0 1 0 0,-1 0 0 0 0,0 1-1 0 0,0-1 1 0 0,0 1-1 0 0,0-1 1 0 0,0 1 0 0 0,0 0-1 0 0,-1 0 1 0 0,1 0-1 0 0,-5-3 1 0 0,-9-3 62 0 0,0 1 0 0 0,-1 1 0 0 0,0 0 1 0 0,-29-6-1 0 0,38 11-290 0 0,1-1-1 0 0,-1 1 1 0 0,0 1 0 0 0,0-1 0 0 0,1 1-1 0 0,-1 1 1 0 0,0 0 0 0 0,0 0 0 0 0,1 0 0 0 0,-1 1-1 0 0,1 0 1 0 0,-1 0 0 0 0,-7 4 0 0 0,2 4-1599 0 0,9-4-3310 0 0,0 4 1797 0 0</inkml:trace>
</inkml:ink>
</file>

<file path=ppt/ink/ink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4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1 528 0 0,'0'0'1935'0'0,"22"5"2688"0"0,75 86-2166 0 0,-43-39-1776 0 0,-54-51-670 0 0,1 0 1 0 0,0-1 0 0 0,0 1 0 0 0,0 0-1 0 0,-1-1 1 0 0,1 1 0 0 0,0-1 0 0 0,0 0-1 0 0,0 1 1 0 0,0-1 0 0 0,0 0 0 0 0,0 1-1 0 0,0-1 1 0 0,0 0 0 0 0,0 0 0 0 0,0 0-1 0 0,0 0 1 0 0,0 0 0 0 0,0 0 0 0 0,0 0-1 0 0,0 0 1 0 0,0 0 0 0 0,0-1 0 0 0,0 1-1 0 0,0 0 1 0 0,0-1 0 0 0,0 1 0 0 0,0 0-1 0 0,-1-1 1 0 0,1 1 0 0 0,0-1 0 0 0,0 0-1 0 0,0 1 1 0 0,-1-1 0 0 0,1 0-1 0 0,0 1 1 0 0,1-3 0 0 0,1 0 9 0 0,0-1 1 0 0,0 0-1 0 0,-1 0 0 0 0,1 0 1 0 0,-1 0-1 0 0,0 0 1 0 0,2-6-1 0 0,14-32 248 0 0,-17 41-208 0 0,-1 0-57 0 0,0 1 0 0 0,0 0 0 0 0,0-1 0 0 0,0 1 0 0 0,0 0 1 0 0,0 0-1 0 0,0-1 0 0 0,0 1 0 0 0,0 0 0 0 0,0 0 0 0 0,0-1 0 0 0,0 1 0 0 0,1 0 0 0 0,-1 0 0 0 0,0-1 0 0 0,0 1 0 0 0,0 0 1 0 0,0 0-1 0 0,1-1 0 0 0,-1 1 0 0 0,0 0 0 0 0,0 0 0 0 0,0 0 0 0 0,1 0 0 0 0,-1-1 0 0 0,0 1 0 0 0,0 0 0 0 0,1 0 0 0 0,-1 0 1 0 0,0 0-1 0 0,0 0 0 0 0,1 0 0 0 0,-1 0 0 0 0,0 0 0 0 0,1 0 0 0 0,-1 0 0 0 0,0 0 0 0 0,0 0 0 0 0,1 0 0 0 0,-1 0 0 0 0,0 0 1 0 0,1 0-1 0 0,-1 0 0 0 0,0 0 0 0 0,0 0 0 0 0,1 0 0 0 0,-1 0 0 0 0,14 14 3 0 0,-13-12-3 0 0,1 1 0 0 0,0-1 0 0 0,0 0 0 0 0,0 1 0 0 0,1-1 0 0 0,-1 0 0 0 0,1 0 0 0 0,-1-1 0 0 0,1 1 0 0 0,-1 0 0 0 0,1-1-1 0 0,0 1 1 0 0,0-1 0 0 0,0 0 0 0 0,0 0 0 0 0,0 0 0 0 0,0-1 0 0 0,0 1 0 0 0,0-1 0 0 0,0 1 0 0 0,0-1 0 0 0,4 0 0 0 0,15-7 21 0 0,1 0 0 0 0,29-14 0 0 0,13-5-20 0 0,-57 23-15 0 0,1 0 1 0 0,0 0-1 0 0,1 1 0 0 0,-1 0 1 0 0,0 1-1 0 0,19-1 0 0 0,-26 2 8 0 0,1 1-1 0 0,-1-1 0 0 0,0 1 0 0 0,0-1 0 0 0,1 1 0 0 0,-1 0 1 0 0,0 0-1 0 0,0 0 0 0 0,0 0 0 0 0,0 1 0 0 0,0-1 0 0 0,0 0 1 0 0,0 1-1 0 0,0-1 0 0 0,-1 1 0 0 0,1 0 0 0 0,0 0 0 0 0,-1-1 1 0 0,0 1-1 0 0,1 0 0 0 0,-1 0 0 0 0,0 1 0 0 0,0-1 0 0 0,0 0 1 0 0,0 0-1 0 0,0 0 0 0 0,-1 1 0 0 0,1-1 0 0 0,-1 0 1 0 0,1 1-1 0 0,-1-1 0 0 0,0 0 0 0 0,0 1 0 0 0,0 2 0 0 0,2 18 952 0 0,3-8-3682 0 0,-5-15 2536 0 0,1 0 0 0 0,0 0 0 0 0,-1 0-1 0 0,1 0 1 0 0,0 0 0 0 0,-1 0 0 0 0,1-1 0 0 0,0 1-1 0 0,-1 0 1 0 0,1 0 0 0 0,-1 0 0 0 0,1-1 0 0 0,0 1 0 0 0,-1 0-1 0 0,1-1 1 0 0,-1 1 0 0 0,1 0 0 0 0,-1-1 0 0 0,1 1-1 0 0,-1-1 1 0 0,1 1 0 0 0,-1-1 0 0 0,1 1 0 0 0,-1-1-1 0 0,0 1 1 0 0,1-1 0 0 0,-1 1 0 0 0,1-2 0 0 0,2-1-1987 0 0</inkml:trace>
</inkml:ink>
</file>

<file path=ppt/ink/ink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4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30 64 0 0,'0'0'2536'0'0,"-10"-10"-372"0"0,7 1 569 0 0,-3-2-1237 0 0</inkml:trace>
</inkml:ink>
</file>

<file path=ppt/ink/ink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4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136 161 504 0 0,'-37'18'5236'0'0,"36"-18"-5143"0"0,0 1 0 0 0,0-1 0 0 0,0 1 0 0 0,0 0 0 0 0,1 0 0 0 0,-1-1 0 0 0,0 1 0 0 0,1 0 0 0 0,-1 0 0 0 0,0 0 0 0 0,1 0 1 0 0,-1 0-1 0 0,1 0 0 0 0,0 0 0 0 0,-1 0 0 0 0,1 0 0 0 0,0 0 0 0 0,-1 0 0 0 0,1 0 0 0 0,0 0 0 0 0,0 0 0 0 0,0 0 0 0 0,0 0 0 0 0,0 0 0 0 0,0 0 0 0 0,0 0 0 0 0,0 0 0 0 0,1 0 0 0 0,-1 0 0 0 0,0 0 1 0 0,1 0-1 0 0,-1 0 0 0 0,0 0 0 0 0,1 0 0 0 0,-1 0 0 0 0,1 0 0 0 0,0 0 0 0 0,-1 0 0 0 0,1 0 0 0 0,0-1 0 0 0,-1 1 0 0 0,1 0 0 0 0,3 2 1532 0 0,4-11-1096 0 0,-7 8-503 0 0,-1 0-1 0 0,1-1 1 0 0,0 1-1 0 0,0 0 1 0 0,0-1-1 0 0,-1 1 0 0 0,1 0 1 0 0,0-1-1 0 0,-1 1 1 0 0,1-1-1 0 0,0 0 0 0 0,-1 1 1 0 0,1-1-1 0 0,-1 1 1 0 0,1-1-1 0 0,-1 0 1 0 0,1 0-1 0 0,-1 1 0 0 0,1-2 1 0 0,2-7 177 0 0,-1 1 0 0 0,-1-1 0 0 0,0 0 0 0 0,0 0 0 0 0,0 0 0 0 0,-1 0 0 0 0,-1 0 0 0 0,1 1 0 0 0,-1-1 0 0 0,-5-16 0 0 0,6 20-226 0 0,-2 0 0 0 0,1 0 0 0 0,0 0 1 0 0,-1 1-1 0 0,0-1 0 0 0,0 0 0 0 0,0 1 0 0 0,-1-1 1 0 0,0 1-1 0 0,0-1 0 0 0,0 1 0 0 0,0 0 0 0 0,0 1 1 0 0,-1-1-1 0 0,0 0 0 0 0,0 1 0 0 0,0 0 0 0 0,0 0 1 0 0,0 0-1 0 0,-7-3 0 0 0,7 6-624 0 0,1 0 0 0 0,-1 0 0 0 0,1 1-1 0 0,-1-1 1 0 0,1 1 0 0 0,-1 0 0 0 0,1-1 0 0 0,0 2 0 0 0,-1-1 0 0 0,1 0-1 0 0,0 1 1 0 0,-5 2 0 0 0,1 1-2586 0 0</inkml:trace>
</inkml:ink>
</file>

<file path=ppt/ink/ink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5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1 147 720 0 0,'21'-11'1352'0'0,"0"0"1"0"0,-1-1-1 0 0,0-1 1 0 0,-1-1-1 0 0,-1-1 1 0 0,0 0-1 0 0,-1-2 0 0 0,17-20 1 0 0,-33 35-886 0 0,-1 6-375 0 0,-1 0 1 0 0,1-1 0 0 0,0 1 0 0 0,0 0 0 0 0,0-1 0 0 0,0 1 0 0 0,1-1 0 0 0,0 1 0 0 0,-1-1 0 0 0,1 1 0 0 0,1-1 0 0 0,1 6 0 0 0,-1-5-93 0 0,-1-1 1 0 0,0 1-1 0 0,1-1 0 0 0,-1 0 1 0 0,1 0-1 0 0,0 0 1 0 0,0 0-1 0 0,0 0 1 0 0,0 0-1 0 0,1 0 0 0 0,-1-1 1 0 0,1 1-1 0 0,0-1 1 0 0,0 0-1 0 0,0 0 1 0 0,0 0-1 0 0,0 0 0 0 0,0 0 1 0 0,6 2-1 0 0,-1-3 19 0 0,0 0 1 0 0,0 0-1 0 0,0-1 0 0 0,0 0 0 0 0,0-1 0 0 0,0 1 0 0 0,14-5 0 0 0,23 0-894 0 0,-17 14-2530 0 0,-12-2-1535 0 0,-5-4 1844 0 0</inkml:trace>
</inkml:ink>
</file>

<file path=ppt/ink/ink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5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4 1124 0 0,'0'0'3577'0'0,"-5"-1"-2573"0"0,0 0-1012 0 0,-23 0 3108 0 0,27 1-2951 0 0,0 0 0 0 0,1 0 0 0 0,-1 0 0 0 0,0 0 0 0 0,0 0 0 0 0,0 1 0 0 0,0-1 0 0 0,0 0 0 0 0,0 0 1 0 0,1 1-1 0 0,-1-1 0 0 0,0 1 0 0 0,0-1 0 0 0,1 1 0 0 0,-1-1 0 0 0,0 1 0 0 0,1 0 0 0 0,-1-1 0 0 0,0 1 1 0 0,1 0-1 0 0,-1-1 0 0 0,1 1 0 0 0,-1 0 0 0 0,1 0 0 0 0,-1-1 0 0 0,1 1 0 0 0,0 0 0 0 0,-1 1 1 0 0,1 0 151 0 0,55 34 144 0 0,9-15-2960 0 0,-19-13-2902 0 0,-19-4 2078 0 0</inkml:trace>
</inkml:ink>
</file>

<file path=ppt/ink/ink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47 200 0 0,'-19'-41'6415'0'0,"19"40"-5703"0"0,0 1-661 0 0,0-1-1 0 0,-1 1 0 0 0,1 0 0 0 0,0 0 0 0 0,0-1 0 0 0,0 1 1 0 0,-1 0-1 0 0,1 0 0 0 0,0-1 0 0 0,0 1 0 0 0,0 0 1 0 0,-1 0-1 0 0,1 0 0 0 0,0-1 0 0 0,-1 1 0 0 0,1 0 1 0 0,0 0-1 0 0,0 0 0 0 0,-1 0 0 0 0,1 0 0 0 0,0 0 1 0 0,-1 0-1 0 0,1-1 0 0 0,0 1 0 0 0,-1 0 0 0 0,1 0 0 0 0,0 0 1 0 0,-1 0-1 0 0,1 0 0 0 0,0 1 0 0 0,0-1 0 0 0,-1 0 1 0 0,1 0-1 0 0,0 0 0 0 0,-1 0 0 0 0,1 0 0 0 0,0 0 1 0 0,-1 0-1 0 0,1 1 0 0 0,0-1 0 0 0,0 0 0 0 0,-1 0 1 0 0,-13 44 587 0 0,-50 179 1144 0 0,56-183-1568 0 0,0 0-1 0 0,3 1 0 0 0,0 70 1 0 0,5-90-130 0 0,1 0 1 0 0,1 1-1 0 0,1-1 1 0 0,1 0 0 0 0,13 38-1 0 0,-16-54-79 0 0,1 0 0 0 0,0 0 0 0 0,1 0 0 0 0,-1-1 0 0 0,1 1 0 0 0,0 0 0 0 0,0-1 0 0 0,0 0 0 0 0,1 0 1 0 0,-1 0-1 0 0,1 0 0 0 0,0 0 0 0 0,0-1 0 0 0,0 1 0 0 0,1-1 0 0 0,-1 0 0 0 0,1-1 0 0 0,0 1 0 0 0,0-1 0 0 0,0 0 0 0 0,0 0 0 0 0,0 0 0 0 0,0-1 0 0 0,0 0 0 0 0,1 0 0 0 0,-1 0 0 0 0,0-1 0 0 0,10 0 0 0 0,-6-1-10 0 0,0 0 0 0 0,0-1 0 0 0,0 0 0 0 0,0 0-1 0 0,-1-1 1 0 0,1 0 0 0 0,0-1 0 0 0,-1 0 0 0 0,0 0-1 0 0,0-1 1 0 0,14-11 0 0 0,-12 8 125 0 0,0-1 0 0 0,-1 1 0 0 0,0-2 0 0 0,-1 1 0 0 0,0-1 0 0 0,0-1 0 0 0,11-20 0 0 0,-18 29 87 0 0,-1 2-189 0 0,0 0 1 0 0,0-1-1 0 0,0 1 1 0 0,1 0-1 0 0,-1 0 0 0 0,0 0 1 0 0,0 0-1 0 0,0 0 1 0 0,0-1-1 0 0,0 1 0 0 0,0 0 1 0 0,0 0-1 0 0,1 0 1 0 0,-1 0-1 0 0,0-1 1 0 0,0 1-1 0 0,0 0 0 0 0,0 0 1 0 0,0 0-1 0 0,0-1 1 0 0,0 1-1 0 0,0 0 0 0 0,0 0 1 0 0,0 0-1 0 0,0 0 1 0 0,0-1-1 0 0,0 1 0 0 0,0 0 1 0 0,0 0-1 0 0,0 0 1 0 0,0-1-1 0 0,0 1 0 0 0,-1 0 1 0 0,1 0-1 0 0,0 0 1 0 0,0 0-1 0 0,0-1 0 0 0,0 1 1 0 0,0 0-1 0 0,0 0 1 0 0,0 0-1 0 0,-1 0 0 0 0,1 0 1 0 0,0-1-1 0 0,0 1 1 0 0,0 0-1 0 0,0 0 1 0 0,-1 0-1 0 0,1 0 0 0 0,0 0 1 0 0,-2 1-21 0 0,-1 1 1 0 0,1-1 0 0 0,0 1 0 0 0,1 0-1 0 0,-1-1 1 0 0,0 1 0 0 0,0 0 0 0 0,1 0-1 0 0,-1 0 1 0 0,1 1 0 0 0,0-1 0 0 0,-1 0-1 0 0,1 0 1 0 0,0 1 0 0 0,1-1 0 0 0,-1 1-1 0 0,0-1 1 0 0,1 1 0 0 0,-1-1-1 0 0,1 1 1 0 0,0-1 0 0 0,-1 1 0 0 0,1-1-1 0 0,1 1 1 0 0,-1-1 0 0 0,0 1 0 0 0,1 0-1 0 0,-1-1 1 0 0,1 1 0 0 0,-1-1 0 0 0,1 0-1 0 0,0 1 1 0 0,0-1 0 0 0,1 0 0 0 0,-1 1-1 0 0,0-1 1 0 0,3 3 0 0 0,-2-4-10 0 0,0 1 1 0 0,0-1-1 0 0,1 0 0 0 0,-1 0 1 0 0,0 0-1 0 0,0-1 1 0 0,0 1-1 0 0,1-1 0 0 0,-1 1 1 0 0,0-1-1 0 0,1 0 0 0 0,-1 1 1 0 0,0-1-1 0 0,1-1 1 0 0,-1 1-1 0 0,0 0 0 0 0,1 0 1 0 0,-1-1-1 0 0,0 1 1 0 0,1-1-1 0 0,-1 0 0 0 0,3-1 1 0 0,49-22-34 0 0,-26 7 33 0 0,-19 11-8 0 0,0 0 0 0 0,0 0 0 0 0,0 1 0 0 0,1 1 0 0 0,0 0 0 0 0,0 0 0 0 0,0 0 0 0 0,0 2 0 0 0,0-1 0 0 0,14-1 0 0 0,-15 6-46 0 0,0 0-1 0 0,0 1 0 0 0,0-1 0 0 0,0 2 0 0 0,0-1 0 0 0,0 1 0 0 0,-1 1 1 0 0,0-1-1 0 0,0 2 0 0 0,0-1 0 0 0,8 8 0 0 0,23 13-813 0 0,-34-23 771 0 0,-1-1 0 0 0,1 1 0 0 0,0-1-1 0 0,0 0 1 0 0,1 0 0 0 0,-1-1 0 0 0,0 1 0 0 0,0-1 0 0 0,1 0 0 0 0,-1-1 0 0 0,1 1 0 0 0,-1-1-1 0 0,1 0 1 0 0,-1-1 0 0 0,1 1 0 0 0,-1-1 0 0 0,0 0 0 0 0,1 0 0 0 0,-1-1 0 0 0,0 0 0 0 0,6-2 0 0 0,-5 0 282 0 0,0 1 1 0 0,-1-1 0 0 0,1 0-1 0 0,-1 0 1 0 0,0-1 0 0 0,0 0-1 0 0,-1 0 1 0 0,1 0 0 0 0,-1 0-1 0 0,0-1 1 0 0,4-8 0 0 0,-7 13-70 0 0,0 0 1 0 0,0 0-1 0 0,-1 0 1 0 0,1 0-1 0 0,0 0 0 0 0,-1 0 1 0 0,1 0-1 0 0,-1 0 1 0 0,1 0-1 0 0,-1 0 0 0 0,1 0 1 0 0,-1 0-1 0 0,0 0 1 0 0,1 0-1 0 0,-1-1 0 0 0,0 1 1 0 0,0 0-1 0 0,0 0 1 0 0,0 0-1 0 0,0 0 1 0 0,0-1-1 0 0,-1 1 0 0 0,1 0 1 0 0,0 0-1 0 0,-1-2 1 0 0,0 3-39 0 0,-1 0 0 0 0,1 0 0 0 0,0-1 0 0 0,0 1 1 0 0,-1 0-1 0 0,1 0 0 0 0,0 0 0 0 0,-1 0 0 0 0,1 1 1 0 0,0-1-1 0 0,-1 0 0 0 0,1 1 0 0 0,0-1 0 0 0,0 0 1 0 0,0 1-1 0 0,-1-1 0 0 0,-1 2 0 0 0,-62 37 494 0 0,50-28-483 0 0,1 1 1 0 0,0 0-1 0 0,0 1 1 0 0,1 0-1 0 0,1 2 1 0 0,-13 16-1 0 0,19-21-454 0 0,0-1-1 0 0,0 1 0 0 0,1 0 0 0 0,1 1 0 0 0,-1-1 1 0 0,-4 21-1 0 0,8-16-1106 0 0,5 4-5896 0 0</inkml:trace>
</inkml:ink>
</file>

<file path=ppt/ink/ink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6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 1228 0 0,'0'2'12011'0'0,"-5"26"-11683"0"0,-8 29 470 0 0,2 0-1 0 0,2 0 1 0 0,0 77-1 0 0,3-44-3517 0 0,3-78 844 0 0,1 0-4461 0 0</inkml:trace>
</inkml:ink>
</file>

<file path=ppt/ink/ink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6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974 415 944 0 0,'34'-17'2179'0'0,"0"1"-1"0"0,2 2 1 0 0,-1 2-1 0 0,75-16 1 0 0,-88 23-1753 0 0,0 2 0 0 0,1 0 0 0 0,-1 2 1 0 0,26 1-1 0 0,-3 3-2633 0 0,0 3-3886 0 0</inkml:trace>
  <inkml:trace contextRef="#ctx0" brushRef="#br0" timeOffset="1">161 154 17762 0 0,'-47'-7'136'0'0,"8"-2"56"0"0,12 3-48 0 0,2-1-60 0 0,10 0-36 0 0,8 1-116 0 0,8-4-428 0 0,33-11-224 0 0,3 6 108 0 0,10 3-341 0 0,6 3-451 0 0,20-3-948 0 0,7-7-2548 0 0,13 5 1123 0 0</inkml:trace>
</inkml:ink>
</file>

<file path=ppt/ink/ink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7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463 111 624 0 0,'1'-5'504'0'0,"-1"-1"1"0"0,0 1-1 0 0,0 0 0 0 0,-1 0 1 0 0,0-1-1 0 0,0 1 0 0 0,0 0 1 0 0,-1 0-1 0 0,1 0 0 0 0,-1 0 1 0 0,0 0-1 0 0,-1 1 0 0 0,1-1 1 0 0,-1 1-1 0 0,0-1 0 0 0,-6-7 1 0 0,5 10-394 0 0,1-1-1 0 0,-1 1 1 0 0,1 0 0 0 0,-1 1 0 0 0,0-1-1 0 0,1 1 1 0 0,-1-1 0 0 0,0 1 0 0 0,0 0 0 0 0,0 0-1 0 0,0 1 1 0 0,0-1 0 0 0,0 1 0 0 0,0 0 0 0 0,0 0-1 0 0,0 0 1 0 0,-1 1 0 0 0,1 0 0 0 0,0-1-1 0 0,1 1 1 0 0,-1 1 0 0 0,-5 1 0 0 0,-13 4 16 0 0,0 0 1 0 0,1 2 0 0 0,-1 0-1 0 0,2 1 1 0 0,0 2 0 0 0,0 0-1 0 0,1 1 1 0 0,1 0 0 0 0,0 2-1 0 0,0 0 1 0 0,2 1 0 0 0,0 1-1 0 0,1 0 1 0 0,1 1 0 0 0,0 1-1 0 0,-15 28 1 0 0,27-42-109 0 0,0 0 1 0 0,0 0-1 0 0,0 0 1 0 0,0 0-1 0 0,1 0 1 0 0,0 0-1 0 0,0 0 1 0 0,0 0-1 0 0,1 1 1 0 0,-1-1-1 0 0,1 0 1 0 0,1 1-1 0 0,-1-1 1 0 0,1 0-1 0 0,0 0 1 0 0,0 1-1 0 0,0-1 1 0 0,1 0-1 0 0,0 0 1 0 0,0 0-1 0 0,0 0 1 0 0,0-1-1 0 0,4 6 1 0 0,-1-4-6 0 0,-1-1 0 0 0,1 0 1 0 0,0 0-1 0 0,0 0 0 0 0,1 0 0 0 0,-1-1 0 0 0,1 0 1 0 0,0 0-1 0 0,0-1 0 0 0,0 0 0 0 0,0 0 1 0 0,1 0-1 0 0,0-1 0 0 0,-1 1 0 0 0,1-2 1 0 0,0 1-1 0 0,9 0 0 0 0,9 0-1 0 0,0-1 0 0 0,0-2-1 0 0,0 0 1 0 0,0-2 0 0 0,0 0 0 0 0,0-2-1 0 0,0-1 1 0 0,26-10 0 0 0,-6-1-142 0 0,-1-1 1 0 0,-1-3 0 0 0,57-36-1 0 0,-97 56 110 0 0,0 0-1 0 0,0-1 0 0 0,1 1 0 0 0,-1 0 0 0 0,0 1 1 0 0,0-1-1 0 0,0 1 0 0 0,1-1 0 0 0,-1 1 1 0 0,0 0-1 0 0,0 0 0 0 0,1 0 0 0 0,-1 1 0 0 0,0-1 1 0 0,0 1-1 0 0,0 0 0 0 0,0 0 0 0 0,1 0 1 0 0,-1 0-1 0 0,0 0 0 0 0,-1 1 0 0 0,1-1 0 0 0,0 1 1 0 0,0 0-1 0 0,3 3 0 0 0,-1-2 6 0 0,1 1 1 0 0,0-1-1 0 0,0-1 0 0 0,1 1 0 0 0,-1-1 1 0 0,0 0-1 0 0,8 1 0 0 0,-11-3-4 0 0,7 2 63 0 0,0-1 0 0 0,0-1 0 0 0,0 0 0 0 0,15-2 0 0 0,-23 2-16 0 0,-1 0 0 0 0,0 0 0 0 0,1 0 0 0 0,-1-1-1 0 0,1 1 1 0 0,-1 0 0 0 0,0-1 0 0 0,1 1 0 0 0,-1-1 0 0 0,0 1-1 0 0,1-1 1 0 0,-1 0 0 0 0,0 0 0 0 0,0 1 0 0 0,0-1 0 0 0,1 0-1 0 0,-1 0 1 0 0,0 0 0 0 0,0 0 0 0 0,-1 0 0 0 0,1 0 0 0 0,0-1-1 0 0,0 1 1 0 0,0 0 0 0 0,-1 0 0 0 0,1-1 0 0 0,-1 1-1 0 0,1 0 1 0 0,-1-1 0 0 0,1 1 0 0 0,-1 0 0 0 0,0-1 0 0 0,1 1-1 0 0,-1-1 1 0 0,0 1 0 0 0,0-1 0 0 0,0 1 0 0 0,0 0 0 0 0,-1-1-1 0 0,1 1 1 0 0,0-1 0 0 0,-1 1 0 0 0,0-3 0 0 0,-2-2 68 0 0,1-1 1 0 0,-1 1-1 0 0,-1 0 1 0 0,1 0-1 0 0,-1 0 1 0 0,0 1-1 0 0,-1-1 1 0 0,1 1-1 0 0,-1 0 1 0 0,0 0-1 0 0,-7-5 1 0 0,9 8-283 0 0,0 0 0 0 0,-1 0 0 0 0,1 0 0 0 0,-1 0 0 0 0,0 0 0 0 0,1 0 0 0 0,-1 1 0 0 0,0 0 0 0 0,-6-1 0 0 0,7 1-336 0 0,0 1 0 0 0,0 0 0 0 0,1 0 0 0 0,-1 0-1 0 0,0 1 1 0 0,0-1 0 0 0,1 0 0 0 0,-1 1 0 0 0,0 0 0 0 0,1 0-1 0 0,-1 0 1 0 0,1 0 0 0 0,-1 0 0 0 0,1 0 0 0 0,-4 3 0 0 0,-4 3-2898 0 0</inkml:trace>
</inkml:ink>
</file>

<file path=ppt/ink/ink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7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1 652 0 0,'10'0'592'0'0,"1"1"0"0"0,-1 1 0 0 0,0 0 0 0 0,0 0 0 0 0,0 1 0 0 0,0 0 1 0 0,0 1-1 0 0,0 0 0 0 0,12 7 0 0 0,-15-7-385 0 0,-1 0 0 0 0,0 0 1 0 0,1 0-1 0 0,-1 1 0 0 0,-1 0 1 0 0,1 0-1 0 0,-1 1 0 0 0,0 0 0 0 0,0-1 1 0 0,-1 2-1 0 0,1-1 0 0 0,-1 0 1 0 0,5 12-1 0 0,12 27 3323 0 0,-20-50-3289 0 0,0-5-208 0 0,1 0 1 0 0,0 1-1 0 0,1-1 1 0 0,0 1-1 0 0,1 0 1 0 0,-1-1-1 0 0,2 2 0 0 0,-1-1 1 0 0,8-10-1 0 0,14-9-2480 0 0,8 7-3286 0 0,-25 17 2693 0 0</inkml:trace>
</inkml:ink>
</file>

<file path=ppt/ink/ink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8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44 340 0 0,'0'0'6434'0'0,"0"4"-5950"0"0,-8 110 1247 0 0,4-27-1185 0 0,0 207 728 0 0,7-156 1728 0 0,-6-139-2892 0 0,1-1 1 0 0,-1 1 0 0 0,0-1 0 0 0,1 0 0 0 0,0 1-1 0 0,-1-1 1 0 0,1 0 0 0 0,0 0 0 0 0,0-1 0 0 0,0 1 0 0 0,0 0-1 0 0,0-1 1 0 0,1 1 0 0 0,-1-1 0 0 0,1 0 0 0 0,-1 1-1 0 0,1-1 1 0 0,0 0 0 0 0,0 0 0 0 0,1 0 0 0 0,-2-3 0 0 0,-18-71 307 0 0,16 48-385 0 0,2 0-1 0 0,0 0 1 0 0,2 0 0 0 0,1 1-1 0 0,2-1 1 0 0,0 0 0 0 0,11-41 0 0 0,-9 52-112 0 0,1-1 1 0 0,0 1-1 0 0,2 0 1 0 0,0 1-1 0 0,1-1 1 0 0,0 1-1 0 0,1 1 1 0 0,1 0-1 0 0,1 1 1 0 0,0 0-1 0 0,1 0 1 0 0,15-12-1 0 0,-19 21 2 0 0,0 0 0 0 0,0 1 1 0 0,0 0-1 0 0,1 0 0 0 0,-1 1 0 0 0,1 0 0 0 0,0 0 0 0 0,0 1 1 0 0,1 1-1 0 0,-1 0 0 0 0,1 0 0 0 0,-1 1 0 0 0,1 0 0 0 0,0 1 1 0 0,-1 0-1 0 0,1 1 0 0 0,-1 0 0 0 0,1 1 0 0 0,-1 0 0 0 0,1 1 1 0 0,-1 0-1 0 0,0 0 0 0 0,0 1 0 0 0,-1 0 0 0 0,1 1 0 0 0,-1 0 1 0 0,0 1-1 0 0,0-1 0 0 0,0 2 0 0 0,-1-1 0 0 0,0 1 0 0 0,0 1 1 0 0,-1-1-1 0 0,0 1 0 0 0,0 1 0 0 0,9 15 0 0 0,-14-22 60 0 0,-1 1-1 0 0,0-1 0 0 0,0 0 1 0 0,1 1-1 0 0,-2-1 0 0 0,1 1 1 0 0,0-1-1 0 0,0 1 0 0 0,-1 0 1 0 0,1-1-1 0 0,-1 1 0 0 0,0-1 1 0 0,0 1-1 0 0,0 0 0 0 0,0-1 1 0 0,0 1-1 0 0,-1 0 0 0 0,1-1 1 0 0,-1 1-1 0 0,0-1 0 0 0,0 1 1 0 0,0-1-1 0 0,-1 3 0 0 0,-1-1 7 0 0,0 0-1 0 0,0 0 1 0 0,0 0-1 0 0,-1-1 0 0 0,1 0 1 0 0,-1 0-1 0 0,0 0 1 0 0,0 0-1 0 0,0 0 1 0 0,0-1-1 0 0,-9 4 0 0 0,-2 0-85 0 0,0-1-1 0 0,-1 0 1 0 0,1-1-1 0 0,-1 0 1 0 0,0-2-1 0 0,-28 2 1 0 0,31-4-518 0 0,-19 0-229 0 0,11-6-4593 0 0,8-1 2665 0 0</inkml:trace>
</inkml:ink>
</file>

<file path=ppt/ink/ink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38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1 196 0 0,'0'0'4428'0'0,"5"35"976"0"0,-4-29-5293 0 0,0 0 0 0 0,0 0 1 0 0,1-1-1 0 0,0 1 1 0 0,0-1-1 0 0,1 1 1 0 0,0-1-1 0 0,0 0 0 0 0,0 0 1 0 0,0 0-1 0 0,1 0 1 0 0,0 0-1 0 0,0-1 1 0 0,0 0-1 0 0,0 0 0 0 0,1 0 1 0 0,-1 0-1 0 0,1-1 1 0 0,0 0-1 0 0,0 0 1 0 0,1 0-1 0 0,9 3 0 0 0,-11-5-87 0 0,-1-1-1 0 0,1 0 1 0 0,0-1-1 0 0,0 1 1 0 0,-1-1-1 0 0,1 0 1 0 0,-1 1-1 0 0,1-2 1 0 0,0 1-1 0 0,-1 0 1 0 0,0-1-1 0 0,1 1 1 0 0,-1-1-1 0 0,0 0 1 0 0,5-4-1 0 0,46-42 164 0 0,-44 38-116 0 0,6-2-52 0 0,-13 24-117 0 0,1 21 28 0 0,-4-31 57 0 0,1 0-1 0 0,0 0 1 0 0,-1 0-1 0 0,1 0 1 0 0,0-1-1 0 0,0 1 0 0 0,0 0 1 0 0,0 0-1 0 0,0 0 1 0 0,0-1-1 0 0,1 1 1 0 0,-1-1-1 0 0,1 1 1 0 0,-1-1-1 0 0,1 1 1 0 0,-1-1-1 0 0,1 0 1 0 0,0 0-1 0 0,0 0 0 0 0,-1 0 1 0 0,1 0-1 0 0,0 0 1 0 0,0 0-1 0 0,0-1 1 0 0,0 1-1 0 0,0-1 1 0 0,0 1-1 0 0,0-1 1 0 0,0 0-1 0 0,0 0 1 0 0,1 0-1 0 0,-1 0 0 0 0,3-1 1 0 0,8 0-17 0 0,0-2 0 0 0,0 0-1 0 0,0 0 1 0 0,18-8 0 0 0,-4 2-68 0 0,1 0 38 0 0,-10 2 13 0 0,0 1 1 0 0,1 1-1 0 0,-1 1 1 0 0,1 0 0 0 0,0 2-1 0 0,0 0 1 0 0,36 1-1 0 0,-53 1 31 0 0,1 0-1 0 0,-1 1 0 0 0,0-1 0 0 0,0 0 0 0 0,0 1 1 0 0,0-1-1 0 0,0 1 0 0 0,0 0 0 0 0,0 0 0 0 0,-1 0 1 0 0,1 0-1 0 0,0 0 0 0 0,0 0 0 0 0,-1 0 0 0 0,1 0 0 0 0,0 1 1 0 0,-1-1-1 0 0,1 1 0 0 0,-1-1 0 0 0,0 1 0 0 0,3 3 1 0 0,-4-3 34 0 0,0 0 1 0 0,1 0 0 0 0,-1-1 0 0 0,0 1-1 0 0,0 0 1 0 0,0 0 0 0 0,0 0 0 0 0,-1 0-1 0 0,1 0 1 0 0,0 0 0 0 0,-1 0 0 0 0,1 0-1 0 0,-1 0 1 0 0,0 0 0 0 0,0 0 0 0 0,0-1-1 0 0,1 1 1 0 0,-3 2 0 0 0,-29 35-1455 0 0,0-10-4310 0 0,27-25 3079 0 0</inkml:trace>
</inkml:ink>
</file>

<file path=ppt/ink/ink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1.5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68 119 828 0 0,'4'-30'5870'0'0,"1"-56"0"0"0,-5 83-4427 0 0,-4 8-1272 0 0,-4 6-85 0 0,-1 1 1 0 0,2 1 0 0 0,-1-1-1 0 0,2 1 1 0 0,0 0-1 0 0,0 1 1 0 0,1 0-1 0 0,1-1 1 0 0,-4 19-1 0 0,6-17-34 0 0,0 0 1 0 0,1 0-1 0 0,0 0 0 0 0,1 0 0 0 0,4 22 1 0 0,-4-36-53 0 0,0 1 1 0 0,1 0-1 0 0,-1-1 1 0 0,1 1-1 0 0,0 0 1 0 0,0-1-1 0 0,0 1 1 0 0,0-1-1 0 0,0 1 1 0 0,0-1-1 0 0,0 0 1 0 0,0 1-1 0 0,0-1 1 0 0,1 0-1 0 0,-1 0 1 0 0,0 0-1 0 0,1 0 1 0 0,-1 0-1 0 0,1 0 1 0 0,-1 0-1 0 0,1 0 1 0 0,0-1-1 0 0,-1 1 1 0 0,1-1-1 0 0,0 1 1 0 0,-1-1-1 0 0,1 1 0 0 0,0-1 1 0 0,0 0-1 0 0,-1 0 1 0 0,1 0-1 0 0,0 0 1 0 0,0 0-1 0 0,-1-1 1 0 0,1 1-1 0 0,2-1 1 0 0,4 0-16 0 0,1 0 0 0 0,-1-1 0 0 0,1-1 0 0 0,-1 1 0 0 0,14-7 0 0 0,71-51-467 0 0,-88 58 442 0 0,1 0 0 0 0,0 0-1 0 0,0 1 1 0 0,0 0-1 0 0,0 0 1 0 0,0 0 0 0 0,1 1-1 0 0,-1 0 1 0 0,0 0 0 0 0,0 0-1 0 0,11 3 1 0 0,16-1 43 0 0,-26-3 7 0 0,0 0 0 0 0,0-1 1 0 0,-1 0-1 0 0,1-1 0 0 0,0 1 0 0 0,-1-1 0 0 0,1 0 1 0 0,-1-1-1 0 0,0 0 0 0 0,0 0 0 0 0,-1 0 0 0 0,1 0 1 0 0,-1-1-1 0 0,0 0 0 0 0,0 0 0 0 0,7-10 0 0 0,21-17 73 0 0,-32 31-102 0 0,11 0-27 0 0,-10 1 41 0 0,0 0 1 0 0,-1 0-1 0 0,1 0 1 0 0,0 0-1 0 0,0 0 0 0 0,-1 0 1 0 0,1 0-1 0 0,0 1 0 0 0,0-1 1 0 0,-1 1-1 0 0,1-1 0 0 0,0 1 1 0 0,-1 0-1 0 0,1 0 0 0 0,-1-1 1 0 0,3 3-1 0 0,5 2-7 0 0,-1 1 0 0 0,0 0 0 0 0,0 0 1 0 0,0 1-1 0 0,-1 0 0 0 0,0 0 0 0 0,-1 1 0 0 0,0-1 0 0 0,0 2 1 0 0,0-1-1 0 0,4 10 0 0 0,-9-17-174 0 0,3 6-688 0 0</inkml:trace>
</inkml:ink>
</file>

<file path=ppt/ink/ink6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1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1116 0 0,'0'0'194'0'0,"1"-1"0"0"0,-1 0 0 0 0,1 1 1 0 0,-1-1-1 0 0,1 1 0 0 0,-1-1 0 0 0,1 1 0 0 0,-1-1 0 0 0,1 1 0 0 0,0 0 0 0 0,-1-1 1 0 0,1 1-1 0 0,0 0 0 0 0,0-1 0 0 0,-1 1 0 0 0,1 0 0 0 0,0 0 0 0 0,-1 0 0 0 0,1 0 0 0 0,0-1 1 0 0,0 1-1 0 0,-1 0 0 0 0,1 0 0 0 0,0 1 0 0 0,0-1 0 0 0,-1 0 0 0 0,1 0 0 0 0,0 0 1 0 0,1 1-1 0 0,-1 0-115 0 0,0 1 1 0 0,1-1-1 0 0,-1 1 1 0 0,0 0-1 0 0,0-1 1 0 0,-1 1-1 0 0,1 0 1 0 0,0 0 0 0 0,-1-1-1 0 0,1 1 1 0 0,-1 0-1 0 0,1 0 1 0 0,-1 0-1 0 0,1 3 1 0 0,8 45 997 0 0,20 58 0 0 0,-16-67-1675 0 0,-3 0 0 0 0,10 71 0 0 0,-26-93-4003 0 0</inkml:trace>
</inkml:ink>
</file>

<file path=ppt/ink/ink6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2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1 493 268 0 0,'40'-24'1077'0'0,"-1"-3"0"0"0,-1-1 0 0 0,64-61 0 0 0,-90 77-879 0 0,-1-1 0 0 0,-1 1-1 0 0,0-2 1 0 0,0 0 0 0 0,-2 0-1 0 0,0 0 1 0 0,0-1 0 0 0,-1 0 0 0 0,-1-1-1 0 0,-1 1 1 0 0,0-1 0 0 0,-1 0 0 0 0,-1-1-1 0 0,3-24 1 0 0,-6 36-80 0 0,0-1 0 0 0,-1 1 0 0 0,1-1 0 0 0,-1 1 0 0 0,0 0 0 0 0,0-1 0 0 0,-1 1 0 0 0,1 0 0 0 0,-1 0 0 0 0,0 0 0 0 0,-1 0 0 0 0,1 0 0 0 0,-4-5 0 0 0,5 10-104 0 0,-1-1 0 0 0,1 1 0 0 0,0 0 0 0 0,0-1 0 0 0,0 1-1 0 0,0 0 1 0 0,-1 0 0 0 0,1 0 0 0 0,0 0 0 0 0,0 0 0 0 0,0 0 0 0 0,-1 0 0 0 0,1 0 0 0 0,0 1-1 0 0,0-1 1 0 0,0 0 0 0 0,0 1 0 0 0,0-1 0 0 0,-1 1 0 0 0,1-1 0 0 0,0 1 0 0 0,0-1-1 0 0,0 1 1 0 0,0 0 0 0 0,1 0 0 0 0,-1-1 0 0 0,0 1 0 0 0,0 0 0 0 0,-1 2 0 0 0,1-2-9 0 0,-8 7 33 0 0,1 1-1 0 0,0 0 1 0 0,1 0-1 0 0,0 1 1 0 0,1 0-1 0 0,-1 0 0 0 0,2 1 1 0 0,0 0-1 0 0,-7 19 1 0 0,0 11 79 0 0,-11 55 0 0 0,19-78-73 0 0,-1 16 39 0 0,0 0 0 0 0,2 1 0 0 0,2-1 1 0 0,1 1-1 0 0,2-1 0 0 0,1 1 0 0 0,1-1 0 0 0,3 0 0 0 0,11 37 0 0 0,-18-68-5 0 0,1-1 0 0 0,0 1 0 0 0,0-1 0 0 0,0 0-1 0 0,0 0 1 0 0,0 1 0 0 0,1-1 0 0 0,-1 0 0 0 0,1 0 0 0 0,-1 0-1 0 0,1 0 1 0 0,0-1 0 0 0,0 1 0 0 0,0 0 0 0 0,0-1-1 0 0,0 1 1 0 0,0-1 0 0 0,0 0 0 0 0,0 1 0 0 0,5 0-1 0 0,-2 0 89 0 0,1-1 0 0 0,-1 0-1 0 0,0 0 1 0 0,0-1-1 0 0,1 1 1 0 0,-1-1-1 0 0,0-1 1 0 0,7 0 0 0 0,-10 1-44 0 0,31 1-215 0 0,17 5-1274 0 0,12 0-5901 0 0,-45-5 4105 0 0</inkml:trace>
</inkml:ink>
</file>

<file path=ppt/ink/ink6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2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43 436 0 0,'1'-34'5972'0'0,"0"26"106"0"0,-28 439-3346 0 0,26-388-3277 0 0,1 8-1105 0 0,1-16-6403 0 0</inkml:trace>
</inkml:ink>
</file>

<file path=ppt/ink/ink6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2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1 630 368 0 0,'18'-5'1379'0'0,"68"-15"406"0"0,-31 8-827 0 0,-1-1 0 0 0,87-36 0 0 0,-125 42-811 0 0,-1-1 0 0 0,1 0 0 0 0,-1-1 0 0 0,-1-1 0 0 0,1-1 0 0 0,-2 0 0 0 0,1 0 0 0 0,-2-2 0 0 0,0 1 0 0 0,0-2 0 0 0,-1 1 0 0 0,16-28 0 0 0,-20 27-62 0 0,0 0 1 0 0,0-1-1 0 0,-2 0 0 0 0,0-1 0 0 0,0 1 0 0 0,-2-1 0 0 0,0 0 0 0 0,0 0 0 0 0,-1-26 0 0 0,-1 30 50 0 0,-2 0 0 0 0,0 1 1 0 0,0-1-1 0 0,-1 0 0 0 0,-1 1 0 0 0,0 0 0 0 0,0-1 0 0 0,-1 1 1 0 0,0 0-1 0 0,-1 1 0 0 0,0-1 0 0 0,-1 1 0 0 0,-13-17 0 0 0,19 26-120 0 0,-1 0 0 0 0,1 1 0 0 0,-1-1 0 0 0,1 0 0 0 0,-1 1 0 0 0,1-1 0 0 0,-1 1 0 0 0,0-1 0 0 0,1 1 0 0 0,-1-1 0 0 0,0 1 0 0 0,1-1 0 0 0,-1 1 0 0 0,0-1 0 0 0,0 1 0 0 0,1 0 0 0 0,-1 0 0 0 0,0-1 0 0 0,0 1 0 0 0,0 0 0 0 0,1 0 0 0 0,-1 0 0 0 0,0 0 0 0 0,0 0 1 0 0,0 0-1 0 0,0 0 0 0 0,1 0 0 0 0,-1 0 0 0 0,0 1 0 0 0,0-1 0 0 0,0 0 0 0 0,1 0 0 0 0,-1 1 0 0 0,0-1 0 0 0,0 0 0 0 0,1 1 0 0 0,-1-1 0 0 0,0 1 0 0 0,1-1 0 0 0,-1 1 0 0 0,0 0 0 0 0,-22 32 105 0 0,8-2-57 0 0,1 0 1 0 0,1 2-1 0 0,2 0 0 0 0,-11 55 1 0 0,-9 142 197 0 0,29-203-213 0 0,1 1 0 0 0,1-1 0 0 0,2 0 0 0 0,0 0 0 0 0,2 0 0 0 0,11 38-1 0 0,-15-62-34 0 0,1 0-1 0 0,0 1 0 0 0,1-1 0 0 0,-1 0 1 0 0,0 0-1 0 0,1-1 0 0 0,0 1 0 0 0,0 0 0 0 0,0 0 1 0 0,0-1-1 0 0,0 1 0 0 0,0-1 0 0 0,0 0 1 0 0,5 3-1 0 0,-3-3 13 0 0,0 0 1 0 0,0 0-1 0 0,0-1 0 0 0,0 1 1 0 0,1-1-1 0 0,-1-1 1 0 0,1 1-1 0 0,-1 0 0 0 0,0-1 1 0 0,9 0-1 0 0,194-12 634 0 0,-204 12-543 0 0,23-8 285 0 0,23-25-3625 0 0,-29 18-1872 0 0,-5 3 1697 0 0</inkml:trace>
</inkml:ink>
</file>

<file path=ppt/ink/ink6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3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351 475 652 0 0,'2'-15'1064'0'0,"1"-1"-1"0"0,0 0 0 0 0,1 1 1 0 0,1 0-1 0 0,0 0 1 0 0,10-17-1 0 0,50-79 2447 0 0,-50 89-2988 0 0,-7 10-232 0 0,-2-1 0 0 0,1 1 1 0 0,-1-1-1 0 0,-1 0 0 0 0,0-1 1 0 0,4-18-1 0 0,-8 28-223 0 0,0 0 0 0 0,-1 1-1 0 0,1-1 1 0 0,-1 0 0 0 0,1 0 0 0 0,-1 0 0 0 0,0 0-1 0 0,-1 1 1 0 0,1-1 0 0 0,-1 0 0 0 0,1 0-1 0 0,-1 0 1 0 0,0 1 0 0 0,0-1 0 0 0,-1 0 0 0 0,1 1-1 0 0,-1-1 1 0 0,0 1 0 0 0,0 0 0 0 0,0 0 0 0 0,0-1-1 0 0,-1 1 1 0 0,1 0 0 0 0,-1 1 0 0 0,0-1 0 0 0,0 0-1 0 0,-6-3 1 0 0,5 4-50 0 0,1 1-1 0 0,-1 0 1 0 0,0 0-1 0 0,0 0 1 0 0,0 1 0 0 0,0-1-1 0 0,0 1 1 0 0,0 0-1 0 0,0 0 1 0 0,0 0-1 0 0,0 1 1 0 0,0-1 0 0 0,0 1-1 0 0,0 0 1 0 0,1 0-1 0 0,-1 0 1 0 0,0 1-1 0 0,0 0 1 0 0,1-1 0 0 0,-1 1-1 0 0,1 0 1 0 0,0 1-1 0 0,-1-1 1 0 0,-4 5-1 0 0,-7 5 11 0 0,1 0-1 0 0,0 2 0 0 0,-19 23 1 0 0,12-9-5 0 0,1 1 1 0 0,1 0 0 0 0,1 1 0 0 0,2 1-1 0 0,-13 37 1 0 0,-46 170 93 0 0,56-155-58 0 0,4 0 0 0 0,3 1 0 0 0,4 0 0 0 0,3 1 0 0 0,5-1 0 0 0,10 94 0 0 0,-9-169-51 0 0,9 85 168 0 0,-4 172-1 0 0,-7-266-191 0 0,1 0 0 0 0,0 0 0 0 0,0 1 0 0 0,0-1 0 0 0,0 0-1 0 0,0 1 1 0 0,-1-1 0 0 0,1 0 0 0 0,0 0 0 0 0,0 1 0 0 0,0-1 0 0 0,-1 0-1 0 0,1 0 1 0 0,0 1 0 0 0,0-1 0 0 0,-1 0 0 0 0,1 0 0 0 0,0 0 0 0 0,-1 0-1 0 0,1 1 1 0 0,0-1 0 0 0,0 0 0 0 0,-1 0 0 0 0,1 0 0 0 0,0 0 0 0 0,-1 0-1 0 0,1 0 1 0 0,0 0 0 0 0,-1 0 0 0 0,1 0 0 0 0,0 0 0 0 0,-1 0 0 0 0,1 0 0 0 0,0 0-1 0 0,-1 0 1 0 0,1 0 0 0 0,0 0 0 0 0,-1 0 0 0 0,1-1 0 0 0,0 1 0 0 0,0 0-1 0 0,-1 0 1 0 0,1 0 0 0 0,0 0 0 0 0,-1-1 0 0 0,1 1 0 0 0,0 0 0 0 0,0 0-1 0 0,0-1 1 0 0,-1 1 0 0 0,1 0 0 0 0,0 0 0 0 0,0-1 0 0 0,0 1 0 0 0,-1 0-1 0 0,1 0 1 0 0,0-1 0 0 0,-9-15-84 0 0,1 0-1 0 0,1 0 1 0 0,0-1-1 0 0,1 1 1 0 0,1-1 0 0 0,1-1-1 0 0,0 1 1 0 0,1-1-1 0 0,1 0 1 0 0,1 1 0 0 0,0-1-1 0 0,1 0 1 0 0,1 0-1 0 0,1 0 1 0 0,1 1-1 0 0,0-1 1 0 0,1 1 0 0 0,1 0-1 0 0,0 0 1 0 0,2 0-1 0 0,0 1 1 0 0,0 0-1 0 0,2 0 1 0 0,11-16 0 0 0,3-2 132 0 0,3 1 1 0 0,0 1-1 0 0,2 2 1 0 0,2 0-1 0 0,0 2 1 0 0,2 1-1 0 0,1 2 1 0 0,1 1-1 0 0,1 2 1 0 0,67-32-1 0 0,-84 45 49 0 0,-10 4-24 0 0,1 1 0 0 0,0 0 0 0 0,-1 0 1 0 0,1 1-1 0 0,1 0 0 0 0,-1 1 0 0 0,0 0 0 0 0,14-1 1 0 0,-21 3-48 0 0,0 0 1 0 0,-1 1-1 0 0,1-1 0 0 0,0 1 1 0 0,-1-1-1 0 0,1 1 1 0 0,-1 0-1 0 0,1 0 1 0 0,-1 0-1 0 0,1 0 1 0 0,-1 0-1 0 0,1 0 0 0 0,-1 0 1 0 0,0 0-1 0 0,0 0 1 0 0,0 1-1 0 0,0-1 1 0 0,0 0-1 0 0,2 3 1 0 0,17 33 64 0 0,-14-23-53 0 0,7 3 26 0 0,-11-14 14 0 0,1 0 0 0 0,0 1 1 0 0,-1-1-1 0 0,0 1 0 0 0,1 0 0 0 0,-1-1 0 0 0,-1 1 1 0 0,1 0-1 0 0,2 7 0 0 0,-4-10-21 0 0,0-1 0 0 0,0 0-1 0 0,0 0 1 0 0,0 0 0 0 0,0 0 0 0 0,0 1 0 0 0,0-1-1 0 0,0 0 1 0 0,1 0 0 0 0,-1 0 0 0 0,0 0-1 0 0,0 0 1 0 0,0 0 0 0 0,0 1 0 0 0,1-1 0 0 0,-1 0-1 0 0,0 0 1 0 0,0 0 0 0 0,0 0 0 0 0,0 0-1 0 0,1 0 1 0 0,-1 0 0 0 0,0 0 0 0 0,0 0-1 0 0,0 0 1 0 0,0 0 0 0 0,1 0 0 0 0,-1 0 0 0 0,0 0-1 0 0,0 0 1 0 0,0 0 0 0 0,1 0 0 0 0,-1 0-1 0 0,0 0 1 0 0,0 0 0 0 0,0 0 0 0 0,1 0 0 0 0,-1 0-1 0 0,0 0 1 0 0,0 0 0 0 0,0 0 0 0 0,0-1-1 0 0,1 1 1 0 0,-1 0 0 0 0,0 0 0 0 0,0 0 0 0 0,0 0-1 0 0,0 0 1 0 0,0-1 0 0 0,0 1 0 0 0,1 0-1 0 0,-1 0 1 0 0,0 0 0 0 0,0 0 0 0 0,0-1-1 0 0,0 1 1 0 0,0 0 0 0 0,-2-8 102 0 0,0 0 1 0 0,0 0-1 0 0,-1 0 1 0 0,0 1-1 0 0,-7-15 1 0 0,9 21-106 0 0,-7-13-869 0 0,5 8-2625 0 0</inkml:trace>
</inkml:ink>
</file>

<file path=ppt/ink/ink6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4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53 143 1228 0 0,'-1'-22'4530'0'0,"-1"10"-1937"0"0,2 12-2535 0 0,0 2 1266 0 0,0-2-1267 0 0,-1 0 1 0 0,1 0-1 0 0,0 0 1 0 0,0 0-1 0 0,0 0 1 0 0,0 0 0 0 0,0 0-1 0 0,0 0 1 0 0,0 0-1 0 0,0 0 1 0 0,0 0-1 0 0,0 0 1 0 0,0 0-1 0 0,-1 0 1 0 0,1 0 0 0 0,0 0-1 0 0,0 0 1 0 0,0 0-1 0 0,0 0 1 0 0,0 0-1 0 0,-1 0 519 0 0,1 0-519 0 0,-12 40 335 0 0,2 2 0 0 0,1-1 0 0 0,3 1 0 0 0,1 1 0 0 0,2-1 0 0 0,2 1 0 0 0,1-1-1 0 0,11 66 1 0 0,-9-96-362 0 0,0 0 0 0 0,2-1-1 0 0,-1 1 1 0 0,1-1 0 0 0,1 0 0 0 0,0 0-1 0 0,8 11 1 0 0,-12-19-32 0 0,1 0 0 0 0,0-1 0 0 0,0 1 0 0 0,0 0 0 0 0,0-1 0 0 0,1 1 0 0 0,-1-1 0 0 0,1 0 0 0 0,-1 1 0 0 0,1-1 0 0 0,0-1 0 0 0,0 1 0 0 0,0 0 0 0 0,0-1 1 0 0,0 1-1 0 0,0-1 0 0 0,1 0 0 0 0,-1 0 0 0 0,0 0 0 0 0,1 0 0 0 0,-1-1 0 0 0,0 0 0 0 0,1 1 0 0 0,-1-1 0 0 0,1 0 0 0 0,-1-1 0 0 0,0 1 0 0 0,5-2 0 0 0,7-3 4 0 0,0-1 0 0 0,-1 0 0 0 0,0-1 0 0 0,0-1 0 0 0,-1 0 0 0 0,0-1 0 0 0,0 0 0 0 0,-1-1-1 0 0,0-1 1 0 0,-1 0 0 0 0,19-23 0 0 0,0-6 0 0 0,-1-1 0 0 0,33-64 0 0 0,-38 60 34 0 0,36-94 1 0 0,-51 113 429 0 0,-2 0 0 0 0,-1 0 0 0 0,-1 0-1 0 0,-1 0 1 0 0,0-42 0 0 0,-4 66 19 0 0,-5 8-437 0 0,-7 8-16 0 0,0 1 0 0 0,1 1 1 0 0,1 0-1 0 0,0 0 1 0 0,2 1-1 0 0,0 0 0 0 0,0 1 1 0 0,-8 33-1 0 0,7-18 12 0 0,2 1 0 0 0,1 0 0 0 0,1 0 0 0 0,1 44 0 0 0,4-68-51 0 0,0 0 1 0 0,1 0-1 0 0,0 0 0 0 0,1 0 1 0 0,0 0-1 0 0,1-1 0 0 0,-1 1 1 0 0,2-1-1 0 0,-1 1 1 0 0,2-1-1 0 0,6 11 0 0 0,-9-16-4 0 0,1 0 0 0 0,0-1 0 0 0,0 1 0 0 0,1-1 0 0 0,-1 0 0 0 0,1 0 0 0 0,-1 0 0 0 0,1 0 0 0 0,0-1 0 0 0,0 1 0 0 0,0-1 0 0 0,0 0-1 0 0,1 0 1 0 0,-1 0 0 0 0,1-1 0 0 0,-1 0 0 0 0,1 0 0 0 0,-1 0 0 0 0,1 0 0 0 0,0-1 0 0 0,-1 0 0 0 0,1 0 0 0 0,0 0 0 0 0,-1 0 0 0 0,10-2 0 0 0,6-4-133 0 0,0 0 1 0 0,0-1-1 0 0,-1 0 0 0 0,32-19 1 0 0,-33 17-404 0 0,-10 6 284 0 0,1 1 1 0 0,0 1-1 0 0,0-1 0 0 0,0 1 1 0 0,0 1-1 0 0,0 0 0 0 0,0 0 1 0 0,9 2-1 0 0,10-1-287 0 0,-27-1 545 0 0,1 0 125 0 0,1 0 0 0 0,-1 0 0 0 0,1 0 0 0 0,0 0 0 0 0,-1-1 0 0 0,1 1 0 0 0,-1-1 0 0 0,1 1 0 0 0,-1-1 0 0 0,1 0 0 0 0,-1 0 0 0 0,0 0 0 0 0,1 0 0 0 0,2-3 0 0 0,-4 3 550 0 0,2-13 1114 0 0,-7-1-174 0 0,-1 12-929 0 0,-7 27-662 0 0,5-8 2 0 0,4-7-36 0 0,0 0 0 0 0,0 0-1 0 0,0 1 1 0 0,1-1 0 0 0,1 0-1 0 0,-1 15 1 0 0,1-19-21 0 0,1-1 0 0 0,0 0-1 0 0,1 0 1 0 0,-1 0 0 0 0,1 0-1 0 0,-1 0 1 0 0,1 1 0 0 0,1-1 0 0 0,-1 0-1 0 0,0-1 1 0 0,1 1 0 0 0,0 0 0 0 0,0 0-1 0 0,0-1 1 0 0,0 1 0 0 0,1-1-1 0 0,3 4 1 0 0,-5-6 33 0 0,0 1 0 0 0,0-1 0 0 0,1 0 0 0 0,-1 0 0 0 0,0 0 0 0 0,1 0 0 0 0,-1-1 0 0 0,1 1 0 0 0,-1 0 0 0 0,1 0 1 0 0,-1-1-1 0 0,1 1 0 0 0,0-1 0 0 0,-1 0 0 0 0,1 1 0 0 0,0-1 0 0 0,-1 0 0 0 0,1 0 0 0 0,0 0 0 0 0,-1 0 0 0 0,1 0 0 0 0,0-1 0 0 0,-1 1 0 0 0,1 0 0 0 0,-1-1 0 0 0,1 1 0 0 0,0-1 0 0 0,-1 0 0 0 0,1 1 0 0 0,-1-1 0 0 0,1 0 0 0 0,-1 0 0 0 0,0 0 0 0 0,1 0 0 0 0,-1 0 0 0 0,0 0 0 0 0,0 0 0 0 0,0-1 0 0 0,0 1 0 0 0,0 0 0 0 0,0-1 0 0 0,1-1 0 0 0,5-7 130 0 0,0 0-1 0 0,-2-1 1 0 0,1 0-1 0 0,5-15 1 0 0,-10 22-73 0 0,1-4-14 0 0,-1 1 0 0 0,1-1 0 0 0,-2 1 1 0 0,1-1-1 0 0,-1 1 0 0 0,-1-1 0 0 0,1 1 0 0 0,-1-1 0 0 0,0 1 0 0 0,-1-1 1 0 0,0 1-1 0 0,0 0 0 0 0,-1 0 0 0 0,1 0 0 0 0,-2 0 0 0 0,1 0 0 0 0,-9-12 1 0 0,12 19-134 0 0,-1-1 0 0 0,0 1 0 0 0,1-1 1 0 0,-1 1-1 0 0,0 0 0 0 0,1-1 0 0 0,-1 1 1 0 0,0 0-1 0 0,0-1 0 0 0,0 1 0 0 0,1 0 1 0 0,-1 0-1 0 0,0 0 0 0 0,0 0 0 0 0,0 0 1 0 0,0 0-1 0 0,1 0 0 0 0,-1 0 0 0 0,0 0 0 0 0,0 0 1 0 0,0 0-1 0 0,1 1 0 0 0,-1-1 0 0 0,0 0 1 0 0,0 0-1 0 0,1 1 0 0 0,-2 0 0 0 0,-19 12-2365 0 0,12-3-250 0 0,2 5-7991 0 0</inkml:trace>
</inkml:ink>
</file>

<file path=ppt/ink/ink6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5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31 112 0 0,'0'0'5288'0'0,"-4"-8"-4030"0"0,-2 8 3802 0 0,4 8-4879 0 0,-1 1 0 0 0,1-1-1 0 0,0 1 1 0 0,1 0 0 0 0,0-1 0 0 0,0 1-1 0 0,1 0 1 0 0,0 0 0 0 0,1 0-1 0 0,0-1 1 0 0,0 1 0 0 0,1 0-1 0 0,0-1 1 0 0,0 1 0 0 0,1-1-1 0 0,6 13 1 0 0,-8-19-158 0 0,1 0 0 0 0,-1 0 0 0 0,0 0 0 0 0,1 0 0 0 0,-1 0 0 0 0,1-1 0 0 0,0 1 0 0 0,-1-1 0 0 0,1 1 0 0 0,0-1 0 0 0,0 0 0 0 0,0 0 0 0 0,0 1 0 0 0,0-1 0 0 0,0-1 0 0 0,0 1 0 0 0,0 0 0 0 0,1 0 0 0 0,-1-1 0 0 0,0 1 0 0 0,0-1 0 0 0,1 0 0 0 0,-1 0 0 0 0,0 0 0 0 0,1 0 0 0 0,-1 0 0 0 0,0 0 0 0 0,1-1 0 0 0,-1 1 0 0 0,0-1 0 0 0,0 1 0 0 0,0-1 0 0 0,1 0 0 0 0,-1 0 0 0 0,2-1 0 0 0,10-6-38 0 0,0 1 1 0 0,-1-2 0 0 0,0 0 0 0 0,15-14-1 0 0,-10 8-23 0 0,10-4 3 0 0,1 1 0 0 0,1 1 0 0 0,0 1 0 0 0,1 2 0 0 0,47-15 0 0 0,-65 24 90 0 0,1 1 0 0 0,0 1 0 0 0,1 0 0 0 0,18-1 0 0 0,-32 5-47 0 0,0-1-1 0 0,0 0 0 0 0,0 1 0 0 0,1-1 0 0 0,-1 1 0 0 0,0-1 0 0 0,0 1 0 0 0,0-1 1 0 0,0 1-1 0 0,0 0 0 0 0,0-1 0 0 0,-1 1 0 0 0,1 0 0 0 0,0 0 0 0 0,0 0 1 0 0,0 0-1 0 0,-1 0 0 0 0,1 0 0 0 0,0 0 0 0 0,-1 0 0 0 0,1 0 0 0 0,-1 0 0 0 0,1 0 1 0 0,-1 0-1 0 0,0 0 0 0 0,1 0 0 0 0,-1 1 0 0 0,0-1 0 0 0,0 0 0 0 0,0 0 0 0 0,0 2 1 0 0,2 39 206 0 0,-2-39-188 0 0,-5 48 148 0 0,-3-1 1 0 0,-1 0-1 0 0,-22 67 0 0 0,9-36-39 0 0,9-38-878 0 0,-32 75 0 0 0,-4-15-4373 0 0,31-66 1597 0 0,-1 5-282 0 0</inkml:trace>
</inkml:ink>
</file>

<file path=ppt/ink/ink6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6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25 681 928 0 0,'-2'-2'259'0'0,"0"1"0"0"0,0 0 1 0 0,1-1-1 0 0,-1 0 0 0 0,0 1 0 0 0,1-1 0 0 0,-1 0 0 0 0,1 0 1 0 0,0 0-1 0 0,-1 0 0 0 0,1 0 0 0 0,0 0 0 0 0,0 0 1 0 0,0-1-1 0 0,1 1 0 0 0,-1 0 0 0 0,0-1 0 0 0,1 1 0 0 0,-1-3 1 0 0,1-1 5 0 0,0 0-1 0 0,0 1 1 0 0,1-1 0 0 0,0 0 0 0 0,0 1 0 0 0,0-1 0 0 0,0 1 0 0 0,3-6 0 0 0,1-2-10 0 0,1 1 0 0 0,0 0 1 0 0,0 0-1 0 0,2 1 0 0 0,-1-1 1 0 0,12-12-1 0 0,2 3-60 0 0,2 0-1 0 0,0 2 1 0 0,1 0-1 0 0,0 2 1 0 0,2 0-1 0 0,0 2 1 0 0,0 1-1 0 0,2 1 1 0 0,0 1 0 0 0,0 2-1 0 0,1 1 1 0 0,0 1-1 0 0,0 1 1 0 0,1 2-1 0 0,44-3 1 0 0,-67 7-170 0 0,0 1 0 0 0,0 0 0 0 0,0 0 0 0 0,-1 1 0 0 0,1 0 0 0 0,0 0 0 0 0,0 1 0 0 0,0-1 0 0 0,-1 2 0 0 0,1-1 0 0 0,-1 1 0 0 0,1 0 0 0 0,-1 0 0 0 0,0 0 0 0 0,0 1 0 0 0,-1 0 0 0 0,1 0 0 0 0,4 6 0 0 0,-5-4-5 0 0,0 0-1 0 0,-1 0 0 0 0,1 1 0 0 0,-1 0 0 0 0,-1 0 0 0 0,0 0 0 0 0,0 0 1 0 0,0 0-1 0 0,-1 1 0 0 0,0-1 0 0 0,0 1 0 0 0,-1 0 0 0 0,0 0 1 0 0,0-1-1 0 0,-1 14 0 0 0,0-11-7 0 0,-1 1 0 0 0,-1-1 0 0 0,1 0 0 0 0,-2 1 0 0 0,1-1 0 0 0,-1 0-1 0 0,-1 0 1 0 0,0-1 0 0 0,0 1 0 0 0,-1-1 0 0 0,0 0 0 0 0,-1 0 0 0 0,0 0 0 0 0,0-1 0 0 0,-1 0 0 0 0,-14 13 0 0 0,4-6 44 0 0,0-1 1 0 0,-2 0 0 0 0,1-2-1 0 0,-2 0 1 0 0,0-1 0 0 0,-35 14-1 0 0,52-24-31 0 0,25-22-591 0 0,-3 9 335 0 0,0 1 0 0 0,1 0 0 0 0,0 2 0 0 0,0 0 0 0 0,1 1 0 0 0,38-8 0 0 0,-58 15 220 0 0,118-29-894 0 0,-60 16 323 0 0,1-2 0 0 0,79-34-1 0 0,-133 48 593 0 0,0-1-1 0 0,0 0 0 0 0,0 0 1 0 0,-1 0-1 0 0,1-1 0 0 0,-1 0 1 0 0,0 0-1 0 0,0 0 0 0 0,-1-1 1 0 0,1 1-1 0 0,-1-1 0 0 0,0 0 1 0 0,0-1-1 0 0,-1 1 0 0 0,5-10 1 0 0,-8 13 12 0 0,0 1 0 0 0,0-1 0 0 0,0 1 0 0 0,0-1 0 0 0,0 0 0 0 0,-1 1 1 0 0,1-1-1 0 0,-1 0 0 0 0,1 1 0 0 0,-1-1 0 0 0,0 1 0 0 0,0-1 1 0 0,1 1-1 0 0,-1 0 0 0 0,0-1 0 0 0,0 1 0 0 0,-1 0 0 0 0,1-1 0 0 0,0 1 1 0 0,0 0-1 0 0,0 0 0 0 0,-1 0 0 0 0,1 0 0 0 0,-1 0 0 0 0,1 0 0 0 0,-1 1 1 0 0,1-1-1 0 0,-1 0 0 0 0,1 1 0 0 0,-1-1 0 0 0,-2 1 0 0 0,-4-1 7 0 0,0 1 0 0 0,1 0 0 0 0,-1 0 0 0 0,1 1-1 0 0,-1 0 1 0 0,1 1 0 0 0,-1 0 0 0 0,1 0 0 0 0,0 0-1 0 0,0 1 1 0 0,0 0 0 0 0,0 0 0 0 0,0 1 0 0 0,1 0 0 0 0,-1 0-1 0 0,1 1 1 0 0,0 0 0 0 0,0 0 0 0 0,1 0 0 0 0,0 0-1 0 0,0 1 1 0 0,-8 11 0 0 0,10-13-26 0 0,0 0-1 0 0,0 1 1 0 0,0 0 0 0 0,1 0-1 0 0,0-1 1 0 0,0 1-1 0 0,0 1 1 0 0,1-1 0 0 0,-1 0-1 0 0,1 0 1 0 0,0 0 0 0 0,1 1-1 0 0,-1-1 1 0 0,1 1-1 0 0,0-1 1 0 0,0 0 0 0 0,1 1-1 0 0,0-1 1 0 0,0 0 0 0 0,0 0-1 0 0,0 1 1 0 0,1-1-1 0 0,0 0 1 0 0,0 0 0 0 0,0 0-1 0 0,1-1 1 0 0,0 1 0 0 0,0-1-1 0 0,0 1 1 0 0,0-1-1 0 0,1 0 1 0 0,6 6 0 0 0,-4-5-75 0 0,0 0 0 0 0,1 0 1 0 0,-1-1-1 0 0,1 0 0 0 0,0 0 1 0 0,0 0-1 0 0,0-1 0 0 0,0 0 1 0 0,1-1-1 0 0,0 0 0 0 0,-1 0 0 0 0,1 0 1 0 0,0-1-1 0 0,0 0 0 0 0,-1-1 1 0 0,1 0-1 0 0,0 0 0 0 0,0 0 1 0 0,0-1-1 0 0,0 0 0 0 0,-1-1 1 0 0,1 0-1 0 0,10-4 0 0 0,-2 0-60 0 0,0 0 0 0 0,-1-2 1 0 0,0 0-1 0 0,-1 0 0 0 0,0-2 0 0 0,0 1 0 0 0,-1-2 0 0 0,0 0 0 0 0,0 0 1 0 0,11-16-1 0 0,17-16-38 0 0,-28 31 596 0 0,-1-1 0 0 0,0 0 0 0 0,17-27 0 0 0,-29 40-387 0 0,1-1 1 0 0,-1 1-1 0 0,0-1 1 0 0,0 1-1 0 0,0 0 1 0 0,0-1-1 0 0,1 1 0 0 0,-1 0 1 0 0,0-1-1 0 0,0 1 1 0 0,1 0-1 0 0,-1-1 1 0 0,0 1-1 0 0,0 0 0 0 0,1 0 1 0 0,-1-1-1 0 0,0 1 1 0 0,1 0-1 0 0,-1 0 1 0 0,1 0-1 0 0,-1-1 1 0 0,0 1-1 0 0,1 0 0 0 0,-1 0 1 0 0,0 0-1 0 0,1 0 1 0 0,-1 0-1 0 0,1 0 1 0 0,-1 0-1 0 0,0 0 1 0 0,1 0-1 0 0,-1 0 0 0 0,1 0 1 0 0,0 0-1 0 0,9 14 506 0 0,4 38-471 0 0,-9-33 309 0 0,-3-14-339 0 0,-2-4-38 0 0,0 0 0 0 0,0 1 0 0 0,0-1 0 0 0,1 0 0 0 0,-1 1 0 0 0,1-1 0 0 0,-1 0 0 0 0,1 0 0 0 0,-1 0 0 0 0,1 0 0 0 0,0 1 0 0 0,-1-1 0 0 0,1 0 0 0 0,0 0 0 0 0,0 0 0 0 0,0 0 0 0 0,0-1 0 0 0,0 1 0 0 0,0 0 0 0 0,0 0 0 0 0,0-1 0 0 0,0 1 0 0 0,0 0 0 0 0,1-1 0 0 0,-1 1 0 0 0,0-1 0 0 0,0 1 0 0 0,1-1 0 0 0,-1 0 0 0 0,0 0 0 0 0,1 1 0 0 0,-1-1 0 0 0,0 0 0 0 0,0 0 0 0 0,1 0 0 0 0,-1 0 0 0 0,0-1 0 0 0,1 1 0 0 0,-1 0 0 0 0,0 0 0 0 0,0-1 0 0 0,1 1 0 0 0,-1-1 0 0 0,0 1 0 0 0,1-2 0 0 0,40-8-152 0 0,123-25-1091 0 0,-127 29 1058 0 0,0-1 0 0 0,0-2 0 0 0,0-2 0 0 0,68-29 0 0 0,-93 34 212 0 0,-1-1-1 0 0,0 0 1 0 0,0-1 0 0 0,0 0-1 0 0,-1-1 1 0 0,0 0 0 0 0,-1-1 0 0 0,0 0-1 0 0,0-1 1 0 0,-1 0 0 0 0,-1 0-1 0 0,0-1 1 0 0,0 0 0 0 0,-1 0 0 0 0,-1-1-1 0 0,10-26 1 0 0,-10 21 103 0 0,-1-1 1 0 0,-1 0-1 0 0,3-31 0 0 0,-7 42-47 0 0,1 0 0 0 0,-1 0 0 0 0,-1 1-1 0 0,1-1 1 0 0,-1 0 0 0 0,-1 1-1 0 0,0-1 1 0 0,0 1 0 0 0,0 0 0 0 0,-1-1-1 0 0,0 1 1 0 0,-5-10 0 0 0,7 16-63 0 0,0-1 0 0 0,0 1-1 0 0,0-1 1 0 0,-1 1 0 0 0,1-1 0 0 0,0 1 0 0 0,-1 0 0 0 0,1-1 0 0 0,0 1 0 0 0,-1 0 0 0 0,0 0-1 0 0,1 0 1 0 0,-1 0 0 0 0,1 0 0 0 0,-1 1 0 0 0,0-1 0 0 0,0 0 0 0 0,0 1 0 0 0,1-1 0 0 0,-1 1-1 0 0,-4 0 1 0 0,3 0-8 0 0,0 0 0 0 0,-1 1 1 0 0,1-1-1 0 0,0 1 0 0 0,0 0 0 0 0,0 0 0 0 0,0 1 0 0 0,0-1 0 0 0,0 0 0 0 0,0 1 0 0 0,-4 3 0 0 0,-2 2 6 0 0,1 0 0 0 0,0 0 1 0 0,0 0-1 0 0,1 1 0 0 0,0 1 0 0 0,-10 15 0 0 0,7-5 0 0 0,1 0 0 0 0,1 0 0 0 0,0 1 0 0 0,2 0 0 0 0,0 0 0 0 0,1 1 0 0 0,1 0 0 0 0,1 0 0 0 0,1 0 0 0 0,1 0 0 0 0,1 0 0 0 0,1 0 0 0 0,0 0 0 0 0,2 0 0 0 0,0 0 0 0 0,2-1 0 0 0,0 1 0 0 0,8 19 0 0 0,-11-33-39 0 0,1-1 1 0 0,0 0 0 0 0,0 0 0 0 0,0 0-1 0 0,1 0 1 0 0,-1-1 0 0 0,1 1-1 0 0,1-1 1 0 0,-1 0 0 0 0,1 0 0 0 0,0-1-1 0 0,0 1 1 0 0,0-1 0 0 0,1 0 0 0 0,-1-1-1 0 0,1 1 1 0 0,0-1 0 0 0,9 4-1 0 0,-5-4-6 0 0,1-1 0 0 0,-1 0 0 0 0,1 0 1 0 0,-1-1-1 0 0,1 0 0 0 0,0-1 0 0 0,-1 0 0 0 0,1-1 0 0 0,0 0 0 0 0,20-5 0 0 0,-18 3-6 0 0,1-1 1 0 0,0-1 0 0 0,-1 0 0 0 0,0 0 0 0 0,22-13-1 0 0,-29 14 81 0 0,0 0-1 0 0,0 0 0 0 0,0-1 0 0 0,-1 0 1 0 0,0 0-1 0 0,0 0 0 0 0,0 0 1 0 0,0-1-1 0 0,-1 0 0 0 0,0 0 0 0 0,0 0 1 0 0,5-13-1 0 0,-9 17 40 0 0,1 1-81 0 0,-1 0 1 0 0,0 0-1 0 0,0 0 0 0 0,0 0 0 0 0,0 0 0 0 0,0 0 0 0 0,0 0 0 0 0,-1 0 0 0 0,1 0 0 0 0,0 0 0 0 0,0 0 1 0 0,-1 1-1 0 0,1-1 0 0 0,-1 0 0 0 0,1 0 0 0 0,-1 0 0 0 0,1 0 0 0 0,-1 0 0 0 0,1 0 0 0 0,-1 1 1 0 0,0-1-1 0 0,1 0 0 0 0,-1 0 0 0 0,0 1 0 0 0,0-1 0 0 0,0 1 0 0 0,1-1 0 0 0,-1 1 0 0 0,0-1 0 0 0,0 1 1 0 0,0-1-1 0 0,0 1 0 0 0,0 0 0 0 0,0-1 0 0 0,-2 1 0 0 0,2 0-8 0 0,-1 0 0 0 0,0 0 0 0 0,0 1-1 0 0,0-1 1 0 0,1 0 0 0 0,-1 1 0 0 0,0-1 0 0 0,1 1 0 0 0,-1 0 0 0 0,0 0-1 0 0,1-1 1 0 0,-1 1 0 0 0,1 0 0 0 0,0 0 0 0 0,-1 1 0 0 0,1-1-1 0 0,0 0 1 0 0,-1 0 0 0 0,-1 3 0 0 0,0 0-42 0 0,1 0 1 0 0,-1 0-1 0 0,1 0 0 0 0,0 0 0 0 0,0 0 1 0 0,0 0-1 0 0,1 1 0 0 0,-1-1 1 0 0,1 1-1 0 0,0-1 0 0 0,0 1 1 0 0,1 0-1 0 0,0-1 0 0 0,-1 1 0 0 0,1-1 1 0 0,1 1-1 0 0,-1 0 0 0 0,1-1 1 0 0,0 1-1 0 0,0 0 0 0 0,0-1 0 0 0,0 0 1 0 0,1 1-1 0 0,0-1 0 0 0,0 0 1 0 0,5 8-1 0 0,-5-11 11 0 0,0 1 0 0 0,0 0 0 0 0,0-1 0 0 0,1 1 0 0 0,-1-1 0 0 0,1 0 0 0 0,-1 0 0 0 0,1 0 0 0 0,-1 0 0 0 0,1 0 0 0 0,0-1 0 0 0,-1 1 0 0 0,1-1 0 0 0,0 0 0 0 0,0 1 0 0 0,-1-1 0 0 0,1-1 0 0 0,0 1 0 0 0,-1 0 0 0 0,6-2 0 0 0,58-17-217 0 0,-51 13 156 0 0,124-50-284 0 0,-138 55 375 0 0,15 1 74 0 0,-13-1-24 0 0,0 1 0 0 0,0 0 0 0 0,0 0 0 0 0,1 0 0 0 0,-1 0 0 0 0,0 1-1 0 0,0-1 1 0 0,0 1 0 0 0,0 0 0 0 0,0 0 0 0 0,-1 0 0 0 0,1 0-1 0 0,0 0 1 0 0,0 0 0 0 0,0 1 0 0 0,4 3 0 0 0,-2-2-32 0 0,1 0 0 0 0,0-1 0 0 0,0 0-1 0 0,0 0 1 0 0,0 0 0 0 0,10 0 0 0 0,17 3-4490 0 0,-24-5 1056 0 0</inkml:trace>
</inkml:ink>
</file>

<file path=ppt/ink/ink6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7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23 552 0 0,'-2'-16'8215'0'0,"2"16"-8138"0"0,0-1-1 0 0,-1 1 1 0 0,1-1 0 0 0,0 1-1 0 0,0 0 1 0 0,-1-1 0 0 0,1 1-1 0 0,0 0 1 0 0,-1-1 0 0 0,1 1-1 0 0,-1 0 1 0 0,1 0 0 0 0,0-1 0 0 0,-1 1-1 0 0,1 0 1 0 0,-1 0 0 0 0,1-1-1 0 0,-1 1 1 0 0,1 0 0 0 0,-1 0-1 0 0,1 0 1 0 0,-1 0 0 0 0,1 0 0 0 0,-1 0-1 0 0,1 0 1 0 0,-1 0 0 0 0,1 0-1 0 0,-1 0 1 0 0,1 0 0 0 0,0 0-1 0 0,-1 0 1 0 0,1 1 0 0 0,-1-1 0 0 0,1 0-1 0 0,-1 0 1 0 0,0 1 0 0 0,-19 17 842 0 0,17-15-860 0 0,1 0-1 0 0,-1 0 0 0 0,1 1 1 0 0,0-1-1 0 0,0 1 0 0 0,1 0 1 0 0,-1-1-1 0 0,1 1 1 0 0,0 0-1 0 0,-1 0 0 0 0,2 0 1 0 0,-1 0-1 0 0,0 0 1 0 0,1 5-1 0 0,1-7-51 0 0,-1 0 0 0 0,1-1 0 0 0,0 1-1 0 0,-1 0 1 0 0,1 0 0 0 0,0 0 0 0 0,0-1 0 0 0,0 1 0 0 0,1 0 0 0 0,-1-1 0 0 0,0 1 0 0 0,1-1-1 0 0,-1 0 1 0 0,1 1 0 0 0,-1-1 0 0 0,1 0 0 0 0,0 0 0 0 0,-1 0 0 0 0,1 0 0 0 0,0 0 0 0 0,0 0-1 0 0,0 0 1 0 0,0-1 0 0 0,0 1 0 0 0,0-1 0 0 0,-1 1 0 0 0,1-1 0 0 0,0 0 0 0 0,0 0-1 0 0,0 0 1 0 0,1 0 0 0 0,1-1 0 0 0,13 1 14 0 0,0-1 0 0 0,32-6 0 0 0,-31 3-10 0 0,37-6-12 0 0,-28 4 145 0 0,-1 1 1 0 0,48-2-1 0 0,-67 6-44 0 0,-1 1 1 0 0,1 1-1 0 0,-1-1 0 0 0,0 1 1 0 0,1 0-1 0 0,-1 1 0 0 0,0-1 0 0 0,0 1 1 0 0,0 1-1 0 0,0-1 0 0 0,0 1 1 0 0,0 0-1 0 0,0 0 0 0 0,-1 1 1 0 0,0-1-1 0 0,8 8 0 0 0,-12-10-86 0 0,0 0 1 0 0,0-1-1 0 0,0 1 1 0 0,0 0-1 0 0,0 0 0 0 0,0 0 1 0 0,0 0-1 0 0,0 0 0 0 0,0 0 1 0 0,-1 0-1 0 0,1 0 0 0 0,0 0 1 0 0,-1 1-1 0 0,1-1 0 0 0,-1 0 1 0 0,1 0-1 0 0,-1 0 0 0 0,0 1 1 0 0,1-1-1 0 0,-1 0 0 0 0,0 1 1 0 0,0-1-1 0 0,0 0 0 0 0,0 0 1 0 0,0 1-1 0 0,0-1 1 0 0,0 0-1 0 0,-1 1 0 0 0,1-1 1 0 0,0 0-1 0 0,-1 0 0 0 0,1 1 1 0 0,-1-1-1 0 0,1 0 0 0 0,-1 0 1 0 0,0 0-1 0 0,1 0 0 0 0,-1 0 1 0 0,0 0-1 0 0,0 0 0 0 0,0 0 1 0 0,0 0-1 0 0,0 0 0 0 0,0 0 1 0 0,0 0-1 0 0,0-1 1 0 0,0 1-1 0 0,0 0 0 0 0,-2 0 1 0 0,-3 2-537 0 0,1-1 0 0 0,-1 0 0 0 0,1 0 0 0 0,-1 0 0 0 0,0-1 0 0 0,0 0 1 0 0,0 0-1 0 0,1 0 0 0 0,-9-1 0 0 0,-4-1-3767 0 0,-2-4 325 0 0</inkml:trace>
</inkml:ink>
</file>

<file path=ppt/ink/ink6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7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1368 0 0,'0'0'3403'0'0,"13"-16"711"0"0,4 11-3118 0 0,0 1 0 0 0,1 1 1 0 0,-1 1-1 0 0,1 0 0 0 0,0 1 1 0 0,21 2-1 0 0,-6 2-1955 0 0,1 1 0 0 0,45 12 0 0 0,-37 0-5452 0 0,-18-9 2712 0 0</inkml:trace>
</inkml:ink>
</file>

<file path=ppt/ink/ink6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9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73 20150 0 0,'-17'-3'29'0'0,"1"-1"1"0"0,0 0-1 0 0,0-2 1 0 0,-31-13-1 0 0,1 0 1228 0 0,30 7 965 0 0,10 7-4254 0 0</inkml:trace>
</inkml:ink>
</file>

<file path=ppt/ink/ink6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49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 1304 0 0,'0'0'1448'0'0,"4"-14"3073"0"0,-4 2-2233 0 0,26 24-10041 0 0</inkml:trace>
</inkml:ink>
</file>

<file path=ppt/ink/ink6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0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65 960 0 0,'-4'-9'906'0'0,"1"0"884"0"0,0 1 0 0 0,-1 0 1 0 0,0 0-1 0 0,-11-14 3358 0 0,8 122-3576 0 0,14 149 148 0 0,-16-83-4084 0 0,8-160 1451 0 0,-1 18-25 0 0,5-11-5911 0 0,3-5 3246 0 0</inkml:trace>
</inkml:ink>
</file>

<file path=ppt/ink/ink6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0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1276 0 0,'22'1'18303'0'0,"-23"-12"-18070"0"0,2 7-3282 0 0</inkml:trace>
</inkml:ink>
</file>

<file path=ppt/ink/ink6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2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28 164 0 0,'-15'-18'5138'0'0,"3"8"4689"0"0,14 15-9969 0 0,0 0 0 0 0,0 0 1 0 0,1-1-1 0 0,-1 1 1 0 0,1-1-1 0 0,0 0 0 0 0,0 0 1 0 0,0 0-1 0 0,1 0 0 0 0,-1 0 1 0 0,1-1-1 0 0,0 0 0 0 0,0 0 1 0 0,0 0-1 0 0,1 0 0 0 0,-1 0 1 0 0,10 3-1 0 0,-12-6-89 0 0,2-1 21 0 0,42-34-292 0 0,-44 34 588 0 0,-2 0-58 0 0,1 0 0 0 0,-1 1 0 0 0,0-1-1 0 0,1 0 1 0 0,-1 1 0 0 0,0-1-1 0 0,1 1 1 0 0,-1-1 0 0 0,1 1 0 0 0,-1-1-1 0 0,1 1 1 0 0,0-1 0 0 0,-1 1 0 0 0,1-1-1 0 0,-1 1 1 0 0,1 0 0 0 0,0-1-1 0 0,-1 1 1 0 0,1 0 0 0 0,0-1 0 0 0,-1 1-1 0 0,1 0 1 0 0,1 0 0 0 0,55 90-4565 0 0,-47-78 1564 0 0,1 1 227 0 0</inkml:trace>
</inkml:ink>
</file>

<file path=ppt/ink/ink6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2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333 323 1044 0 0,'52'11'5245'0'0,"-50"-11"-4587"0"0,0 2 233 0 0,-2-2-858 0 0,1 0-1 0 0,-1 0 0 0 0,0 0 0 0 0,0 0 1 0 0,0 0-1 0 0,0 0 0 0 0,1 0 0 0 0,-1 0 0 0 0,0 0 1 0 0,0 0-1 0 0,0 0 0 0 0,0 0 0 0 0,1 0 1 0 0,-1 0-1 0 0,0 0 0 0 0,0 0 0 0 0,0 0 1 0 0,0 0-1 0 0,0 1 0 0 0,1-1 0 0 0,-1 0 1 0 0,0 0-1 0 0,0 0 0 0 0,0 0 0 0 0,0 0 0 0 0,0 0 1 0 0,0 0-1 0 0,0 1 0 0 0,0-1 0 0 0,1 0 1 0 0,-1 0-1 0 0,0 0 0 0 0,0 0 0 0 0,0 1 1 0 0,0-1-1 0 0,0 0 0 0 0,0 0 0 0 0,0 0 1 0 0,0 0-1 0 0,0 0 0 0 0,0 1 0 0 0,0-1 0 0 0,0 0 1 0 0,0 0-1 0 0,0 0 0 0 0,0 0 0 0 0,0 1 1 0 0,0-1-1 0 0,0 0 0 0 0,0 0 0 0 0,-1 0 1 0 0,1 0-1 0 0,0 1 0 0 0,0-1 0 0 0,0 0 0 0 0,0 0 1 0 0,0 0-1 0 0,0 0 0 0 0,0 0 0 0 0,0 0 1 0 0,-1 1-1 0 0,-12 1 239 0 0,0 1 0 0 0,-1-2 0 0 0,1 1 0 0 0,-1-2 0 0 0,1 0 0 0 0,-1-1 0 0 0,1 0 0 0 0,0-1 0 0 0,-1 0 0 0 0,1-1 0 0 0,0-1-1 0 0,0 0 1 0 0,-23-11 0 0 0,22 9-142 0 0,1 0 0 0 0,0-1 0 0 0,0-1 0 0 0,0 0 0 0 0,1 0-1 0 0,1-1 1 0 0,0-1 0 0 0,0 0 0 0 0,0-1 0 0 0,1 0 0 0 0,1 0 0 0 0,-16-25-1 0 0,23 32-120 0 0,-1-1 0 0 0,1 1 1 0 0,0-1-1 0 0,1 0 0 0 0,-1 0 0 0 0,1 0 0 0 0,0 0 0 0 0,0 0 0 0 0,0 0 0 0 0,1 0 0 0 0,0 0 0 0 0,0 0 0 0 0,0 0 0 0 0,0-1 0 0 0,1 1 0 0 0,0 0 0 0 0,0 0 0 0 0,1 0 0 0 0,-1 0 0 0 0,1 1 0 0 0,0-1 0 0 0,0 0 0 0 0,1 1 0 0 0,-1-1 0 0 0,1 1 0 0 0,0 0 0 0 0,0 0 0 0 0,0 0 0 0 0,1 0 0 0 0,0 1 0 0 0,-1-1 1 0 0,1 1-1 0 0,0 0 0 0 0,1 0 0 0 0,-1 0 0 0 0,0 1 0 0 0,1-1 0 0 0,0 1 0 0 0,-1 0 0 0 0,1 1 0 0 0,0-1 0 0 0,0 1 0 0 0,0 0 0 0 0,0 0 0 0 0,0 0 0 0 0,0 1 0 0 0,1 0 0 0 0,-1 0 0 0 0,0 0 0 0 0,0 0 0 0 0,0 1 0 0 0,0 0 0 0 0,0 0 0 0 0,0 1 0 0 0,0-1 0 0 0,0 1 0 0 0,-1 0 0 0 0,6 3 0 0 0,3 2-16 0 0,-1 1-1 0 0,0 0 1 0 0,0 0-1 0 0,-1 2 1 0 0,0-1-1 0 0,-1 1 1 0 0,0 1-1 0 0,-1 0 0 0 0,0 0 1 0 0,-1 1-1 0 0,0 0 1 0 0,0 0-1 0 0,-2 1 1 0 0,1 0-1 0 0,5 19 1 0 0,2 8 2 0 0,-2 1 0 0 0,-2 0 0 0 0,-1 0 0 0 0,2 45 0 0 0,-10-62 10 0 0,0 1 0 0 0,-2 0 1 0 0,0 0-1 0 0,-2 0 0 0 0,-1-1 0 0 0,-1 1 1 0 0,-1-1-1 0 0,-1 0 0 0 0,-1-1 0 0 0,-1 1 1 0 0,-1-2-1 0 0,-1 1 0 0 0,-1-2 1 0 0,-16 23-1 0 0,7-18 2 0 0,-45 45 1 0 0,14-16-3754 0 0</inkml:trace>
</inkml:ink>
</file>

<file path=ppt/ink/ink6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3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58 776 0 0,'13'-57'13280'0'0,"-14"66"-12856"0"0,-57 562 2979 0 0,45-475-3107 0 0,7-56-117 0 0,-2 64-1 0 0,1-53-679 0 0,21-81-1316 0 0,-10 22 1744 0 0,0 0 0 0 0,0 0 0 0 0,0 0 0 0 0,1 1 0 0 0,0-1 0 0 0,1 1 0 0 0,0 0 0 0 0,0 1 0 0 0,0 0 0 0 0,1 0 0 0 0,0 0 0 0 0,0 1 0 0 0,0 0 0 0 0,1 0 0 0 0,-1 0 0 0 0,1 1 0 0 0,0 1 0 0 0,1-1 0 0 0,12-3 0 0 0,174-47-136 0 0,-170 45 819 0 0,-16 2 687 0 0,-4 2 405 0 0,-5 4-1695 0 0,1 1-1 0 0,-1-1 0 0 0,0 0 0 0 0,0 0 1 0 0,0 0-1 0 0,-1 0 0 0 0,1 0 1 0 0,0 1-1 0 0,0-1 0 0 0,0 0 1 0 0,0 0-1 0 0,-1 0 0 0 0,1 0 0 0 0,0 1 1 0 0,-1-1-1 0 0,1 0 0 0 0,-1 0 1 0 0,1 1-1 0 0,-1-1 0 0 0,1 0 0 0 0,-1 1 1 0 0,0-1-1 0 0,1 0 0 0 0,-1 1 1 0 0,0-1-1 0 0,1 1 0 0 0,-1-1 0 0 0,0 1 1 0 0,1 0-1 0 0,-1-1 0 0 0,0 1 1 0 0,0 0-1 0 0,0-1 0 0 0,0 1 0 0 0,1 0 1 0 0,-1 0-1 0 0,0 0 0 0 0,0 0 1 0 0,0 0-1 0 0,0 0 0 0 0,0 0 0 0 0,1 0 1 0 0,-3 0-1 0 0,-4 3-12 0 0,1 1 0 0 0,-1 0 0 0 0,1 0 0 0 0,-1 0-1 0 0,1 1 1 0 0,0 0 0 0 0,1 0 0 0 0,-1 0 0 0 0,1 1 0 0 0,0 0 0 0 0,0 0 0 0 0,1 0-1 0 0,0 0 1 0 0,0 1 0 0 0,0 0 0 0 0,1 0 0 0 0,0 0 0 0 0,1 0 0 0 0,-1 0 0 0 0,1 1-1 0 0,1-1 1 0 0,-1 1 0 0 0,1-1 0 0 0,1 1 0 0 0,-1 0 0 0 0,1-1 0 0 0,0 1 0 0 0,1 0-1 0 0,0-1 1 0 0,0 1 0 0 0,3 8 0 0 0,-3-13 3 0 0,0-1-1 0 0,0 1 1 0 0,0 0 0 0 0,1 0-1 0 0,-1-1 1 0 0,1 1 0 0 0,-1-1 0 0 0,1 0-1 0 0,0 1 1 0 0,0-1 0 0 0,0 0-1 0 0,0 0 1 0 0,0 0 0 0 0,0 0-1 0 0,1 0 1 0 0,-1-1 0 0 0,1 1-1 0 0,-1-1 1 0 0,1 0 0 0 0,4 2-1 0 0,-2-2 6 0 0,-1 0-1 0 0,1 0 0 0 0,0 0 0 0 0,0-1 0 0 0,0 0 0 0 0,0 0 0 0 0,0 0 0 0 0,0-1 0 0 0,0 0 0 0 0,-1 0 0 0 0,8-2 0 0 0,-2 0 14 0 0,1-1-1 0 0,-1-1 1 0 0,0 0-1 0 0,0 0 1 0 0,-1 0-1 0 0,1-1 1 0 0,-1-1-1 0 0,-1 0 1 0 0,1 0-1 0 0,9-11 1 0 0,-15 15-11 0 0,0-1 1 0 0,0 1 0 0 0,0-1-1 0 0,0 0 1 0 0,-1 0 0 0 0,0 0 0 0 0,0 0-1 0 0,0 0 1 0 0,0-1 0 0 0,0 1-1 0 0,-1-1 1 0 0,0 1 0 0 0,0-1-1 0 0,0 1 1 0 0,-1-1 0 0 0,1 0 0 0 0,-1 1-1 0 0,0-1 1 0 0,0 0 0 0 0,-1 1-1 0 0,0-1 1 0 0,1 0 0 0 0,-1 1 0 0 0,-1-1-1 0 0,1 1 1 0 0,-1-1 0 0 0,0 1-1 0 0,0 0 1 0 0,0 0 0 0 0,0 0-1 0 0,-1 0 1 0 0,0 0 0 0 0,0 0 0 0 0,0 1-1 0 0,0-1 1 0 0,0 1 0 0 0,-1 0-1 0 0,-3-3 1 0 0,3 4-73 0 0,1 0 0 0 0,0 0 0 0 0,-1 0-1 0 0,1 0 1 0 0,-1 0 0 0 0,1 1 0 0 0,-1 0 0 0 0,0 0 0 0 0,-6-1 0 0 0,8 1-154 0 0,0 1 0 0 0,-1 0 1 0 0,1 0-1 0 0,0 0 1 0 0,0 0-1 0 0,0 0 0 0 0,0 0 1 0 0,0 1-1 0 0,0-1 1 0 0,0 1-1 0 0,0-1 0 0 0,0 1 1 0 0,0 0-1 0 0,0 0 1 0 0,0 0-1 0 0,1 0 0 0 0,-1 0 1 0 0,-3 2-1 0 0,4 10-7176 0 0</inkml:trace>
</inkml:ink>
</file>

<file path=ppt/ink/ink6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4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31 320 0 0,'0'0'2304'0'0,"24"11"2267"0"0,-10 4-3697 0 0,-2 1-1 0 0,18 28 1 0 0,-19-26-378 0 0,1 0 1 0 0,26 29-1 0 0,-11-23 3062 0 0,-14-50-2177 0 0,-3-32-337 0 0,3-16-790 0 0,1 41-3653 0 0,8 6-4135 0 0,-15 21 3817 0 0</inkml:trace>
</inkml:ink>
</file>

<file path=ppt/ink/ink6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4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68 244 0 0,'0'1'227'0'0,"1"-1"0"0"0,0 0 0 0 0,0 1-1 0 0,-1-1 1 0 0,1 0 0 0 0,0 0 0 0 0,-1 1 0 0 0,1-1 0 0 0,0 0 0 0 0,0 0 0 0 0,0 0-1 0 0,-1 0 1 0 0,1 0 0 0 0,0 0 0 0 0,0 0 0 0 0,-1 0 0 0 0,1 0 0 0 0,0 0 0 0 0,0 0-1 0 0,-1-1 1 0 0,1 1 0 0 0,0 0 0 0 0,0-1 0 0 0,-1 1 0 0 0,1 0 0 0 0,0-1-1 0 0,25-19 2549 0 0,12-28 880 0 0,-55 61 27 0 0,14-11-3678 0 0,0 1-1 0 0,1 0 1 0 0,-1 0 0 0 0,1 0-1 0 0,0 0 1 0 0,0 1-1 0 0,0-1 1 0 0,0 1-1 0 0,-2 6 1 0 0,2 0 59 0 0,1-8-93 0 0,0 1 0 0 0,0 0 0 0 0,0 0 0 0 0,0 0 0 0 0,0 0 0 0 0,1 0 0 0 0,-1 0 0 0 0,1 0 0 0 0,0 0 0 0 0,0 0 0 0 0,0 0 0 0 0,1 0 0 0 0,-1 0 0 0 0,1 0 0 0 0,-1 0 0 0 0,1 0 0 0 0,0 0 0 0 0,0 0 0 0 0,0 0 0 0 0,1 0-1 0 0,-1-1 1 0 0,4 6 0 0 0,-3-7-7 0 0,0 0-1 0 0,0 0 0 0 0,1 0 0 0 0,-1 0 0 0 0,0 0 0 0 0,0-1 0 0 0,1 1 0 0 0,-1-1 0 0 0,1 1 1 0 0,-1-1-1 0 0,0 0 0 0 0,1 0 0 0 0,-1 0 0 0 0,1 0 0 0 0,3-1 0 0 0,41-9-327 0 0,-36 8 231 0 0,109-29-864 0 0,54-10-284 0 0,-172 40 1240 0 0,-1 1 39 0 0,-1 1-1 0 0,1-1 0 0 0,-1 0 1 0 0,0 0-1 0 0,1 1 0 0 0,-1-1 0 0 0,1 0 1 0 0,-1 0-1 0 0,0 1 0 0 0,1-1 0 0 0,-1 0 1 0 0,1 1-1 0 0,-1-1 0 0 0,0 1 1 0 0,0-1-1 0 0,1 0 0 0 0,-1 1 0 0 0,0-1 1 0 0,0 1-1 0 0,1-1 0 0 0,-1 1 0 0 0,0-1 1 0 0,0 1-1 0 0,0-1 0 0 0,0 1 1 0 0,0-1-1 0 0,0 1 0 0 0,0-1 0 0 0,0 1 1 0 0,0-1-1 0 0,0 1 0 0 0,0-1 1 0 0,0 1-1 0 0,0-1 0 0 0,0 1 0 0 0,0-1 1 0 0,-1 1-1 0 0,1-1 0 0 0,0 0 0 0 0,0 1 1 0 0,-1-1-1 0 0,1 1 0 0 0,0-1 1 0 0,0 0-1 0 0,-1 1 0 0 0,1-1 0 0 0,0 1 1 0 0,-1-1-1 0 0,1 0 0 0 0,-1 1 0 0 0,-15 22-473 0 0,-10 0-1937 0 0,14-13-1845 0 0</inkml:trace>
</inkml:ink>
</file>

<file path=ppt/ink/ink6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5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84 336 312 0 0,'1'-2'575'0'0,"0"0"0"0"0,-1 0 0 0 0,1 0 1 0 0,0 0-1 0 0,-1 0 0 0 0,1 0 0 0 0,-1 0 0 0 0,0 0 0 0 0,0 0 0 0 0,0 0 1 0 0,0 0-1 0 0,0 0 0 0 0,0 0 0 0 0,0 0 0 0 0,-1 0 0 0 0,1 0 0 0 0,-1 0 1 0 0,0 0-1 0 0,1 0 0 0 0,-1 0 0 0 0,0 0 0 0 0,0 0 0 0 0,0 1 0 0 0,0-1 1 0 0,0 0-1 0 0,-2-1 0 0 0,1 2 506 0 0,-26 28-331 0 0,-16 16 392 0 0,43-41-1012 0 0,1-2-164 0 0,0 0 30 0 0,0 0 0 0 0,0 0 0 0 0,0 0 0 0 0,0 0 1 0 0,1 0-1 0 0,-1 0 0 0 0,0 0 0 0 0,0 0 0 0 0,0 0 0 0 0,0 1 1 0 0,0-1-1 0 0,0 0 0 0 0,0 0 0 0 0,0 0 0 0 0,0 0 0 0 0,0 0 0 0 0,0 0 1 0 0,0 0-1 0 0,0 1 0 0 0,0-1 0 0 0,0 0 0 0 0,0 0 0 0 0,0 0 0 0 0,0 0 1 0 0,0 0-1 0 0,0 0 0 0 0,0 1 0 0 0,0-1 0 0 0,0 0 0 0 0,0 0 1 0 0,0 0-1 0 0,0 0 0 0 0,0 0 0 0 0,0 0 0 0 0,0 1 0 0 0,0-1 0 0 0,0 0 1 0 0,0 0-1 0 0,0 0 0 0 0,0 0 0 0 0,0 0 0 0 0,0 0 0 0 0,-1 0 1 0 0,1 0-1 0 0,0 0 0 0 0,0 1 0 0 0,0-1 0 0 0,0 0 0 0 0,0 0 0 0 0,0 0 1 0 0,0 0-1 0 0,-1 0 0 0 0,1 0 0 0 0,0 0 0 0 0,0 0 0 0 0,0 0 0 0 0,0 0 1 0 0,0 0-1 0 0,0 0 0 0 0,-1 0 0 0 0,10-3 10 0 0,29-12-722 0 0,1 1-1 0 0,60-11 1 0 0,-34 14-130 0 0,-9 3-122 0 0,86-24-1 0 0,-127 27 864 0 0,0 0 0 0 0,0-1 0 0 0,0-1 0 0 0,-1 0 0 0 0,0-1 0 0 0,0 0 0 0 0,-1-1 0 0 0,0-1 0 0 0,0 0 0 0 0,12-15 0 0 0,-18 18 271 0 0,-1-1 0 0 0,-1 1-1 0 0,0-2 1 0 0,0 1 0 0 0,0 0-1 0 0,-1-1 1 0 0,0 0-1 0 0,-1 0 1 0 0,0 0 0 0 0,0-1-1 0 0,-1 1 1 0 0,0-1-1 0 0,-1 1 1 0 0,0-19 0 0 0,-29 145 1105 0 0,-2 223-865 0 0,28-260-302 0 0,4 0 1 0 0,15 101 0 0 0,-10-118 250 0 0,-7-61-74 0 0,1-10-249 0 0,1-43-85 0 0,2 0 0 0 0,3 1 0 0 0,2 0 0 0 0,24-77-1 0 0,-24 98-30 0 0,1 1 0 0 0,2 0 0 0 0,1 1-1 0 0,1 1 1 0 0,1 0 0 0 0,2 0-1 0 0,0 2 1 0 0,2 0 0 0 0,29-29 0 0 0,-40 47 27 0 0,0 0 0 0 0,0 0 0 0 0,1 0 0 0 0,0 1 0 0 0,0 0 0 0 0,0 1 0 0 0,1 0 0 0 0,-1 1 0 0 0,1 0 1 0 0,0 0-1 0 0,0 1 0 0 0,0 0 0 0 0,0 1 0 0 0,0 0 0 0 0,18 1 0 0 0,-22 0 36 0 0,1 0 0 0 0,-1 1 0 0 0,0-1 0 0 0,0 1 0 0 0,0 1 0 0 0,0 0-1 0 0,0-1 1 0 0,0 2 0 0 0,0-1 0 0 0,-1 1 0 0 0,1 0 0 0 0,-1 0 0 0 0,0 0 0 0 0,0 1 0 0 0,0 0 0 0 0,0 0-1 0 0,0 0 1 0 0,-1 0 0 0 0,0 1 0 0 0,0 0 0 0 0,0 0 0 0 0,0 0 0 0 0,-1 0 0 0 0,0 0 0 0 0,0 1-1 0 0,3 8 1 0 0,-6-12 16 0 0,1 0 1 0 0,-1 0-1 0 0,1 0 0 0 0,-1 0 0 0 0,0 1 0 0 0,1-1 0 0 0,-1 0 0 0 0,0 0 0 0 0,-1 0 0 0 0,1 0 0 0 0,0 0 0 0 0,-1 1 1 0 0,1-1-1 0 0,-1 0 0 0 0,1 0 0 0 0,-1 0 0 0 0,0 0 0 0 0,0 0 0 0 0,-2 2 0 0 0,0 0 4 0 0,0 0 0 0 0,0 0 0 0 0,-1 0 0 0 0,0-1 0 0 0,1 0 0 0 0,-1 0 0 0 0,0 0 1 0 0,-6 3-1 0 0,-5 2 4 0 0,-1 0 0 0 0,-1-1 0 0 0,-27 7 0 0 0,31-10-93 0 0,-1-1 0 0 0,0 0-1 0 0,0-1 1 0 0,0-1-1 0 0,-15 0 1 0 0,23-1-478 0 0,0-1 0 0 0,0 0 0 0 0,-1 1 0 0 0,1-2 0 0 0,0 1 0 0 0,0-1 0 0 0,0 0 0 0 0,-6-3 0 0 0,3-2-2992 0 0,4-1 275 0 0</inkml:trace>
</inkml:ink>
</file>

<file path=ppt/ink/ink6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6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15 816 0 0,'9'-15'15730'0'0,"-10"70"-15618"0"0,-2 0 0 0 0,-15 81 1 0 0,0-5-2 0 0,-14 145 279 0 0,32-274-354 0 0,0-1 228 0 0,-3 3 1452 0 0,1-18-1663 0 0,0 0-1 0 0,0 0 0 0 0,2 0 1 0 0,-1-1-1 0 0,2 1 0 0 0,0 0 1 0 0,1 0-1 0 0,0 0 0 0 0,1 0 1 0 0,1 0-1 0 0,9-25 0 0 0,0 8-130 0 0,0 1 0 0 0,2 1 0 0 0,1 0-1 0 0,26-34 1 0 0,-32 50 2 0 0,0 0-1 0 0,1 1 1 0 0,0 0-1 0 0,1 1 1 0 0,0 0-1 0 0,1 0 1 0 0,0 2-1 0 0,20-12 1 0 0,-29 19 46 0 0,1-1 0 0 0,0 1 1 0 0,0 0-1 0 0,0 0 1 0 0,0 1-1 0 0,0 0 0 0 0,0 0 1 0 0,0 0-1 0 0,0 0 1 0 0,1 1-1 0 0,-1 0 1 0 0,0 0-1 0 0,0 0 0 0 0,1 1 1 0 0,-1-1-1 0 0,0 1 1 0 0,0 1-1 0 0,0-1 0 0 0,0 1 1 0 0,0-1-1 0 0,0 2 1 0 0,0-1-1 0 0,-1 0 1 0 0,1 1-1 0 0,-1 0 0 0 0,0 0 1 0 0,1 0-1 0 0,-1 1 1 0 0,4 4-1 0 0,-6-6 15 0 0,0 0 1 0 0,0 0-1 0 0,0 0 0 0 0,0 0 1 0 0,0 0-1 0 0,-1 1 0 0 0,1-1 0 0 0,-1 1 1 0 0,1-1-1 0 0,-1 1 0 0 0,0 0 1 0 0,0-1-1 0 0,0 1 0 0 0,-1 0 1 0 0,1 0-1 0 0,0-1 0 0 0,-1 1 1 0 0,0 0-1 0 0,0 0 0 0 0,0 0 1 0 0,0 0-1 0 0,-1 4 0 0 0,0-3 18 0 0,-1 0 0 0 0,0 0 0 0 0,0 0-1 0 0,0 0 1 0 0,0-1 0 0 0,0 1 0 0 0,-1 0 0 0 0,0-1-1 0 0,0 0 1 0 0,0 0 0 0 0,0 0 0 0 0,0 0 0 0 0,-6 4-1 0 0,-2 0-348 0 0,1-1-1 0 0,-2 1 1 0 0,1-2-1 0 0,-1 1 0 0 0,0-2 1 0 0,0 1-1 0 0,0-2 0 0 0,0 0 1 0 0,-19 3-1 0 0,13-7-2284 0 0,6-4-3041 0 0,4-1 2299 0 0</inkml:trace>
</inkml:ink>
</file>

<file path=ppt/ink/ink6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7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0 425 68 0 0,'18'-1'808'0'0,"0"-1"1"0"0,0 0-1 0 0,-1-2 1 0 0,1 0-1 0 0,-1-1 1 0 0,1 0-1 0 0,-2-2 0 0 0,1 0 1 0 0,-1 0-1 0 0,18-12 1 0 0,-9 3-223 0 0,-1-1 1 0 0,-1-1-1 0 0,0 0 1 0 0,-1-2-1 0 0,26-31 1 0 0,-40 40-409 0 0,-1 1 0 0 0,0-1 0 0 0,0-1 0 0 0,-1 1 0 0 0,-1-1 0 0 0,0 0 0 0 0,-1 0 0 0 0,0-1 0 0 0,-1 1-1 0 0,0-1 1 0 0,-1 0 0 0 0,0 1 0 0 0,0-16 0 0 0,-2 26-124 0 0,0 1-1 0 0,0-1 1 0 0,1 0 0 0 0,-1 0-1 0 0,0 0 1 0 0,0 0-1 0 0,-1 0 1 0 0,1 0-1 0 0,0 1 1 0 0,-1-1-1 0 0,1 0 1 0 0,-1 0-1 0 0,1 0 1 0 0,-1 1-1 0 0,0-1 1 0 0,0 0-1 0 0,0 1 1 0 0,0-1 0 0 0,0 0-1 0 0,-2-1 1 0 0,2 3-35 0 0,0 0 1 0 0,-1 0-1 0 0,1 0 0 0 0,0 0 1 0 0,0 0-1 0 0,0 1 1 0 0,0-1-1 0 0,0 0 1 0 0,0 1-1 0 0,0-1 1 0 0,-1 1-1 0 0,1-1 0 0 0,0 1 1 0 0,0-1-1 0 0,1 1 1 0 0,-1 0-1 0 0,0 0 1 0 0,0-1-1 0 0,0 1 1 0 0,0 0-1 0 0,1 0 1 0 0,-1 0-1 0 0,-1 1 0 0 0,-8 12 25 0 0,0 0-1 0 0,1 0 1 0 0,-8 17-1 0 0,6-12-12 0 0,2 2 0 0 0,1 0 1 0 0,0 0-1 0 0,2 0 0 0 0,0 1 0 0 0,-3 33 0 0 0,7-47-51 0 0,2 0 1 0 0,-1 1-1 0 0,1-1 1 0 0,1 0-1 0 0,-1 0 0 0 0,1 0 1 0 0,1 0-1 0 0,0 0 1 0 0,0-1-1 0 0,0 1 0 0 0,1 0 1 0 0,0-1-1 0 0,0 0 1 0 0,1 1-1 0 0,0-1 0 0 0,0-1 1 0 0,1 1-1 0 0,0 0 1 0 0,0-1-1 0 0,1 0 0 0 0,7 7 1 0 0,-8-11 1 0 0,-1 1 0 0 0,0-1 0 0 0,1 0 0 0 0,-1-1 0 0 0,1 1 0 0 0,-1-1 1 0 0,1 0-1 0 0,0 0 0 0 0,0 0 0 0 0,-1 0 0 0 0,1-1 0 0 0,0 0 0 0 0,0 0 0 0 0,0 0 0 0 0,0-1 0 0 0,-1 0 1 0 0,1 0-1 0 0,0 0 0 0 0,8-3 0 0 0,9-4-19 0 0,0-1 0 0 0,33-18 1 0 0,-44 21 39 0 0,2 0 32 0 0,-1 0-1 0 0,0-1 1 0 0,-1-1-1 0 0,20-16 1 0 0,-32 25 585 0 0,-2 3-613 0 0,0 1 1 0 0,0 0-1 0 0,0-1 0 0 0,0 1 1 0 0,1 0-1 0 0,0 0 0 0 0,-3 11 1 0 0,4-14-92 0 0,2 3-72 0 0,-1-4 143 0 0,0 0-1 0 0,0 0 1 0 0,0 0-1 0 0,1 0 1 0 0,-1 1-1 0 0,0-1 1 0 0,0 0-1 0 0,0 0 1 0 0,1 0-1 0 0,-1 0 1 0 0,1-1-1 0 0,-1 1 1 0 0,1 0-1 0 0,-1 0 1 0 0,1 0-1 0 0,-1 0 1 0 0,1 0-1 0 0,0 0 1 0 0,0-1-1 0 0,0 2 1 0 0,5 0-33 0 0,1 0 0 0 0,0 0 0 0 0,-1-1 0 0 0,1 1 1 0 0,0-1-1 0 0,-1-1 0 0 0,1 1 0 0 0,0-1 0 0 0,0-1 0 0 0,11-1 1 0 0,78-18-269 0 0,-43 8 166 0 0,-18 6 67 0 0,66-10-171 0 0,-91 16 228 0 0,-1 0-1 0 0,1 0 0 0 0,0 0 1 0 0,0 2-1 0 0,0-1 1 0 0,-1 1-1 0 0,19 6 0 0 0,-28-8 24 0 0,1 0 0 0 0,-1 0 0 0 0,1 1 0 0 0,-1-1 0 0 0,1 0 0 0 0,0 0 0 0 0,-1 1 0 0 0,1-1 0 0 0,-1 0 0 0 0,0 1 0 0 0,1-1 0 0 0,-1 1 0 0 0,1-1 0 0 0,-1 0 0 0 0,1 1 0 0 0,-1-1 0 0 0,0 1 0 0 0,1-1 0 0 0,-1 1 0 0 0,0-1 0 0 0,0 1 0 0 0,1 0 0 0 0,-1-1 0 0 0,0 1 0 0 0,0-1 0 0 0,0 1 0 0 0,0-1 0 0 0,0 1 0 0 0,0 0 0 0 0,0-1 0 0 0,0 1 0 0 0,0 0 0 0 0,-11 21 151 0 0,-25 10-1980 0 0,29-29 1006 0 0,-6 3-5455 0 0</inkml:trace>
</inkml:ink>
</file>

<file path=ppt/ink/ink6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7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1040 0 0,'0'0'5046'0'0,"14"1"4075"0"0,-10 7-8931 0 0,-1 0 0 0 0,0 1 0 0 0,-1-1 0 0 0,0 1 0 0 0,1 10 0 0 0,0 24-6874 0 0</inkml:trace>
</inkml:ink>
</file>

<file path=ppt/ink/ink6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7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1 844 0 0,'0'0'5241'0'0,"12"0"-2557"0"0,-12 13-1688 0 0,-5 3-780 0 0,-2 3-932 0 0,-2-5-828 0 0,-3 0-1677 0 0,-1-2 745 0 0</inkml:trace>
</inkml:ink>
</file>

<file path=ppt/ink/ink6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8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74 368 0 0,'-3'11'991'0'0,"0"1"0"0"0,-1-1 1 0 0,-1 0-1 0 0,0 0 0 0 0,-10 18 0 0 0,12-25-823 0 0,0-1-1 0 0,0 0 0 0 0,0 1 1 0 0,-1-1-1 0 0,1 0 0 0 0,-1-1 1 0 0,1 1-1 0 0,-1-1 0 0 0,0 1 1 0 0,0-1-1 0 0,0 0 0 0 0,-1 0 1 0 0,1-1-1 0 0,0 1 0 0 0,-1-1 1 0 0,1 0-1 0 0,-9 0 1 0 0,9 0-89 0 0,0-1 0 0 0,1 0 0 0 0,-1-1 0 0 0,0 1 0 0 0,1-1 0 0 0,-1 1 0 0 0,0-1 0 0 0,1 0 0 0 0,-1 0 1 0 0,1-1-1 0 0,0 1 0 0 0,-1-1 0 0 0,1 0 0 0 0,0 1 0 0 0,0-1 0 0 0,0-1 0 0 0,0 1 0 0 0,0 0 1 0 0,1-1-1 0 0,-1 0 0 0 0,1 1 0 0 0,0-1 0 0 0,-1 0 0 0 0,1 0 0 0 0,0 0 0 0 0,1-1 0 0 0,-1 1 0 0 0,1 0 1 0 0,-1-1-1 0 0,-1-6 0 0 0,2 6-42 0 0,0 0 1 0 0,0 0-1 0 0,0 0 1 0 0,0 0 0 0 0,0 0-1 0 0,1 0 1 0 0,0-1-1 0 0,0 1 1 0 0,0 0-1 0 0,1 0 1 0 0,-1 0-1 0 0,1 0 1 0 0,0 0-1 0 0,0 0 1 0 0,0 0 0 0 0,1 0-1 0 0,-1 0 1 0 0,1 0-1 0 0,0 0 1 0 0,0 1-1 0 0,1-1 1 0 0,-1 1-1 0 0,1-1 1 0 0,-1 1 0 0 0,1 0-1 0 0,0 0 1 0 0,3-2-1 0 0,-2 2-34 0 0,0 0 0 0 0,1 0 1 0 0,-1 0-1 0 0,0 1 0 0 0,1 0 0 0 0,0 0 0 0 0,-1 0 0 0 0,1 1 0 0 0,0-1 1 0 0,0 1-1 0 0,0 0 0 0 0,0 0 0 0 0,0 1 0 0 0,0 0 0 0 0,0 0 0 0 0,0 0 1 0 0,0 0-1 0 0,0 1 0 0 0,0-1 0 0 0,0 2 0 0 0,0-1 0 0 0,0 0 0 0 0,-1 1 0 0 0,1 0 1 0 0,0 0-1 0 0,-1 0 0 0 0,1 1 0 0 0,-1-1 0 0 0,0 1 0 0 0,0 0 0 0 0,0 0 1 0 0,0 1-1 0 0,-1-1 0 0 0,1 1 0 0 0,-1 0 0 0 0,0 0 0 0 0,3 5 0 0 0,3 4-33 0 0,0 0 0 0 0,-1 1 0 0 0,-1 1 0 0 0,0-1 0 0 0,-1 1 0 0 0,-1 0 0 0 0,0 1 0 0 0,-1-1 0 0 0,-1 1 0 0 0,3 26 0 0 0,-6-24-46 0 0,-1 1 1 0 0,0-1 0 0 0,-1 0-1 0 0,-1 0 1 0 0,-1 0 0 0 0,0-1-1 0 0,-2 1 1 0 0,0-1-1 0 0,0 0 1 0 0,-2-1 0 0 0,0 1-1 0 0,-1-1 1 0 0,0-1 0 0 0,-2 0-1 0 0,0 0 1 0 0,-22 23-1 0 0,-1-8-52 0 0,24-22 165 0 0,-1-1 1 0 0,-1 0 0 0 0,-21 11-1 0 0,30-16-1 0 0,-1 0 0 0 0,1-1 0 0 0,-1 1 1 0 0,1-1-1 0 0,-1 0 0 0 0,1 0 0 0 0,-1 0 0 0 0,0 0 0 0 0,1-1 0 0 0,-1 1 0 0 0,0-1 0 0 0,0 0 0 0 0,1 0 1 0 0,-1-1-1 0 0,0 1 0 0 0,0-1 0 0 0,1 1 0 0 0,-1-1 0 0 0,0-1 0 0 0,1 1 0 0 0,-1 0 0 0 0,1-1 1 0 0,0 1-1 0 0,-1-1 0 0 0,1 0 0 0 0,0 0 0 0 0,0-1 0 0 0,-5-4 0 0 0,7 6-25 0 0,-1 0 1 0 0,1 0-1 0 0,0 0 1 0 0,0-1-1 0 0,0 1 0 0 0,0 0 1 0 0,0-1-1 0 0,0 1 0 0 0,0-1 1 0 0,0 1-1 0 0,0-1 0 0 0,1 1 1 0 0,-1-1-1 0 0,1 0 0 0 0,-1 1 1 0 0,1-1-1 0 0,0 0 0 0 0,-1 1 1 0 0,1-1-1 0 0,0 0 0 0 0,0 1 1 0 0,0-1-1 0 0,1 0 0 0 0,-1 1 1 0 0,0-1-1 0 0,0 0 0 0 0,1 1 1 0 0,-1-1-1 0 0,1 1 1 0 0,0-1-1 0 0,-1 0 0 0 0,1 1 1 0 0,0-1-1 0 0,0 1 0 0 0,0 0 1 0 0,0-1-1 0 0,0 1 0 0 0,0 0 1 0 0,0 0-1 0 0,1-1 0 0 0,-1 1 1 0 0,0 0-1 0 0,1 0 0 0 0,-1 1 1 0 0,1-1-1 0 0,-1 0 0 0 0,1 0 1 0 0,2 0-1 0 0,3-2-3 0 0,0 0 0 0 0,0 1 0 0 0,1 0 0 0 0,-1 0 0 0 0,1 1 1 0 0,0-1-1 0 0,-1 2 0 0 0,1-1 0 0 0,11 2 0 0 0,3 2-200 0 0,-1 1 0 0 0,-1 1-1 0 0,1 1 1 0 0,-1 1 0 0 0,0 1 0 0 0,0 1 0 0 0,-1 0 0 0 0,0 2-1 0 0,21 14 1 0 0,-11-7-5801 0 0,-19-14 3108 0 0</inkml:trace>
</inkml:ink>
</file>

<file path=ppt/ink/ink6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8:59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1528 0 0,'0'0'1748'0'0,"6"-6"2573"0"0,-2-4-557 0 0,-4-3-3404 0 0,0 0-6685 0 0</inkml:trace>
</inkml:ink>
</file>

<file path=ppt/ink/ink6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1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41 776 0 0,'-15'-32'4761'0'0,"14"30"-3789"0"0,-6-5 425 0 0,2 8 2271 0 0,1 3-3518 0 0,0 1 1 0 0,1 0-1 0 0,-1 0 0 0 0,1 0 0 0 0,0 0 0 0 0,1 1 0 0 0,-1-1 0 0 0,1 1 0 0 0,0-1 0 0 0,0 1 0 0 0,1 0 1 0 0,0 0-1 0 0,-1 9 0 0 0,1-12-190 0 0,0 0 1 0 0,1 0-1 0 0,0 1 1 0 0,-1-1-1 0 0,1 1 1 0 0,1-1-1 0 0,-1 0 1 0 0,0 1-1 0 0,1-1 1 0 0,0 0-1 0 0,-1 1 1 0 0,1-1-1 0 0,1 0 1 0 0,-1 0 0 0 0,0 0-1 0 0,1 0 1 0 0,0 0-1 0 0,-1 0 1 0 0,1 0-1 0 0,0-1 1 0 0,1 1-1 0 0,-1-1 1 0 0,0 1-1 0 0,1-1 1 0 0,5 4-1 0 0,-6-5-30 0 0,0-1-1 0 0,0 1 1 0 0,0-1-1 0 0,0 0 0 0 0,1 1 1 0 0,-1-1-1 0 0,0 0 1 0 0,0 0-1 0 0,0-1 1 0 0,1 1-1 0 0,-1 0 1 0 0,0-1-1 0 0,0 1 0 0 0,0-1 1 0 0,0 0-1 0 0,0 0 1 0 0,0 0-1 0 0,0 0 1 0 0,0 0-1 0 0,0 0 1 0 0,2-2-1 0 0,42-34-823 0 0,-32 24 755 0 0,24-23 2171 0 0,-37 35-1725 0 0,3 3-532 0 0,-1 0 80 0 0,1 0 1 0 0,-1 0 0 0 0,0 1-1 0 0,0 0 1 0 0,0-1 0 0 0,0 1 0 0 0,4 7-1 0 0,2-1-894 0 0,21 16-3902 0 0,-14-14 2102 0 0</inkml:trace>
</inkml:ink>
</file>

<file path=ppt/ink/ink6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2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1136 0 0,'0'0'5681'0'0,"15"-6"-4693"0"0,-4 1-732 0 0,5 0-384 0 0,-2 0-200 0 0,2 0-240 0 0,0 2-608 0 0,2-3-1269 0 0,-5 1 561 0 0</inkml:trace>
</inkml:ink>
</file>

<file path=ppt/ink/ink6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2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224 571 276 0 0,'-1'-2'13468'0'0,"-1"-15"-13401"0"0,0 6 151 0 0,1 0 0 0 0,0-1 0 0 0,1 0-1 0 0,1 1 1 0 0,3-22 0 0 0,0-7-65 0 0,2-190 43 0 0,-1 77-224 0 0,-6 150 43 0 0,-2-10 2 0 0,2 8-10 0 0,1-3 0 0 0,0 6 10 0 0,0 0-38 0 0,0 2 17 0 0,0 0 0 0 0,1 0 0 0 0,-1-1 1 0 0,0 1-1 0 0,0 0 0 0 0,0 0 0 0 0,0 0 0 0 0,0 0 1 0 0,0 0-1 0 0,0-1 0 0 0,0 1 0 0 0,0 0 0 0 0,0 0 1 0 0,0 0-1 0 0,0 0 0 0 0,0 0 0 0 0,0-1 0 0 0,0 1 1 0 0,0 0-1 0 0,0 0 0 0 0,0 0 0 0 0,0 0 0 0 0,0-1 1 0 0,0 1-1 0 0,0 0 0 0 0,0 0 0 0 0,0 0 0 0 0,0 0 1 0 0,0 0-1 0 0,-1 0 0 0 0,1-1 0 0 0,0 1 0 0 0,0 0 1 0 0,0 0-1 0 0,0 0 0 0 0,0 0 0 0 0,0 0 0 0 0,0 0 1 0 0,-1 0-1 0 0,1 0 0 0 0,0-1 0 0 0,0 1 0 0 0,0 0 1 0 0,0 0-1 0 0,0 0 0 0 0,-1 0 0 0 0,1 0 0 0 0,0 0 1 0 0,0 0-1 0 0,0 0 0 0 0,0 0 0 0 0,-1 0 0 0 0,1 0 1 0 0,0 0-1 0 0,0 0 0 0 0,0 0 0 0 0,0 0 0 0 0,0 0 0 0 0,-1 0 1 0 0,1 0-1 0 0,0 0 0 0 0,0 0 0 0 0,0 1 0 0 0,0-1 1 0 0,0 0-1 0 0,-1 0 0 0 0,-10 12-7 0 0,-1 0 0 0 0,2 1 0 0 0,0 0 1 0 0,0 0-1 0 0,-13 28 0 0 0,-38 87-31 0 0,38-75 17 0 0,11-26 35 0 0,1 1 0 0 0,1-1 0 0 0,1 1 0 0 0,2 1-1 0 0,1 0 1 0 0,1 0 0 0 0,1 0 0 0 0,2 0 0 0 0,1 1 0 0 0,1-1 0 0 0,2 0-1 0 0,1 1 1 0 0,1-1 0 0 0,11 41 0 0 0,-13-63 2 0 0,1 0 0 0 0,0-1 0 0 0,0 1 0 0 0,0-1 0 0 0,1 1 0 0 0,-1-1 0 0 0,2 0 0 0 0,-1-1 0 0 0,1 1 0 0 0,0-1 0 0 0,0 0 0 0 0,0 0-1 0 0,0 0 1 0 0,1-1 0 0 0,0 0 0 0 0,9 5 0 0 0,-11-6-150 0 0,1-1 1 0 0,-1 0-1 0 0,1-1 0 0 0,0 1 0 0 0,-1-1 0 0 0,1 0 1 0 0,0 0-1 0 0,0 0 0 0 0,0-1 0 0 0,0 0 0 0 0,0 0 0 0 0,0 0 1 0 0,0 0-1 0 0,0-1 0 0 0,0 0 0 0 0,0 0 0 0 0,0 0 1 0 0,0 0-1 0 0,-1-1 0 0 0,1 0 0 0 0,0 0 0 0 0,-1 0 0 0 0,0-1 1 0 0,5-3-1 0 0,29-22-6432 0 0,-26 17 3516 0 0</inkml:trace>
</inkml:ink>
</file>

<file path=ppt/ink/ink6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1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16 564 0 0,'-5'2'8246'0'0,"25"-14"-11581"0"0,-8 6 256 0 0</inkml:trace>
</inkml:ink>
</file>

<file path=ppt/ink/ink6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4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529 331 948 0 0,'-26'19'4978'0'0,"9"-14"-4385"0"0,0-1-1 0 0,-1 0 1 0 0,1-1 0 0 0,-1-1 0 0 0,0 0 0 0 0,1-1-1 0 0,-1-2 1 0 0,-27-2 0 0 0,26 0-414 0 0,0 0 0 0 0,1-1 0 0 0,-1-1 0 0 0,1-1 0 0 0,0 0 0 0 0,0-1 0 0 0,0-2 0 0 0,1 1 0 0 0,1-2 0 0 0,-1 0 0 0 0,1-1 0 0 0,-24-23 0 0 0,33 26-126 0 0,0 0 1 0 0,1 0 0 0 0,0 0-1 0 0,1-1 1 0 0,0 0-1 0 0,0 0 1 0 0,1-1-1 0 0,0 1 1 0 0,1-1-1 0 0,0 0 1 0 0,0 0 0 0 0,1 0-1 0 0,-1-11 1 0 0,2 17-46 0 0,1 0 1 0 0,0 0-1 0 0,0-1 1 0 0,0 1-1 0 0,0 0 0 0 0,1 0 1 0 0,-1 0-1 0 0,1 0 1 0 0,0 0-1 0 0,0 0 1 0 0,1 0-1 0 0,-1 0 1 0 0,1 0-1 0 0,0 0 1 0 0,0 1-1 0 0,0-1 1 0 0,0 1-1 0 0,1-1 1 0 0,-1 1-1 0 0,1 0 0 0 0,0 0 1 0 0,0 0-1 0 0,0 1 1 0 0,0-1-1 0 0,1 0 1 0 0,-1 1-1 0 0,1 0 1 0 0,-1 0-1 0 0,1 0 1 0 0,0 1-1 0 0,0-1 1 0 0,0 1-1 0 0,0 0 1 0 0,7-2-1 0 0,-4 3-8 0 0,-1-1 0 0 0,0 1 0 0 0,0 0 0 0 0,0 1 0 0 0,0-1 0 0 0,0 1 0 0 0,0 1 0 0 0,0-1 0 0 0,0 1 0 0 0,0 0 0 0 0,0 0 0 0 0,0 1 0 0 0,-1-1 0 0 0,0 1 0 0 0,1 1 0 0 0,-1-1 0 0 0,0 1 0 0 0,0 0 0 0 0,6 6 0 0 0,1 2 2 0 0,-1 0-1 0 0,-1 0 1 0 0,0 1 0 0 0,0 0 0 0 0,-1 1 0 0 0,9 19 0 0 0,-4-1 10 0 0,0 2 0 0 0,-2 0 0 0 0,-2 0 0 0 0,-1 1 0 0 0,-2 0 0 0 0,5 64 0 0 0,-10-69 2 0 0,-1-1 0 0 0,-2 1 0 0 0,-1-1 0 0 0,-1 1 0 0 0,-2-1 0 0 0,-1 0 0 0 0,-1-1 0 0 0,-18 46 0 0 0,10-44 28 0 0,-1 0 0 0 0,-2-2 0 0 0,-1 0-1 0 0,-1-1 1 0 0,-2-1 0 0 0,-41 40-1 0 0,50-53 764 0 0,3-6-3838 0 0,25-22-3875 0 0,4 0 3523 0 0</inkml:trace>
</inkml:ink>
</file>

<file path=ppt/ink/ink6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5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4 797 1052 0 0,'-3'10'1436'0'0,"10"-12"4195"0"0,15-12-5350 0 0,-1-1 1 0 0,-1 0 0 0 0,0-1 0 0 0,-1-2-1 0 0,-1 0 1 0 0,0 0 0 0 0,-2-2-1 0 0,0 0 1 0 0,-1-1 0 0 0,18-34-1 0 0,-17 24-100 0 0,-1 0-1 0 0,-1-1 1 0 0,-2 0-1 0 0,-1-1 1 0 0,-2-1-1 0 0,-1 0 1 0 0,5-51-1 0 0,-12 54 140 0 0,-1 1-1 0 0,-1-1 1 0 0,-2 0-1 0 0,-1 1 1 0 0,-1 0-1 0 0,-14-43 1 0 0,18 71-219 0 0,1 2-94 0 0,0 0 0 0 0,0 0 0 0 0,0 1-1 0 0,0-1 1 0 0,0 0 0 0 0,-1 0-1 0 0,1 0 1 0 0,0 0 0 0 0,0 0 0 0 0,0 0-1 0 0,0 0 1 0 0,-1 0 0 0 0,1 0 0 0 0,0 0-1 0 0,0 0 1 0 0,0 0 0 0 0,-1 0-1 0 0,1 0 1 0 0,0 0 0 0 0,0 0 0 0 0,0 0-1 0 0,0 0 1 0 0,-1 0 0 0 0,1 0-1 0 0,0 0 1 0 0,0 0 0 0 0,0 0 0 0 0,0 0-1 0 0,-1 0 1 0 0,1 0 0 0 0,0-1 0 0 0,0 1-1 0 0,0 0 1 0 0,0 0 0 0 0,0 0-1 0 0,-1 0 1 0 0,1 0 0 0 0,0 0 0 0 0,0-1-1 0 0,0 1 1 0 0,0 0 0 0 0,0 0-1 0 0,0 0 1 0 0,0 0 0 0 0,0-1 0 0 0,0 1-1 0 0,-1 0 1 0 0,1 0 0 0 0,0 0 0 0 0,0 0-1 0 0,0-1 1 0 0,0 1 0 0 0,0 0-1 0 0,0 0 1 0 0,0 0 0 0 0,0-1 0 0 0,0 1-1 0 0,1 0 1 0 0,-11 15 8 0 0,2 0-1 0 0,0 1 1 0 0,1 0 0 0 0,1 0-1 0 0,0 0 1 0 0,-4 24-1 0 0,-18 118 48 0 0,17-84-29 0 0,-15 127 59 0 0,24-164-74 0 0,1-1-1 0 0,1 1 0 0 0,9 53 0 0 0,-8-82-16 0 0,1 1 0 0 0,0 0 0 0 0,1 0 1 0 0,-1-1-1 0 0,2 0 0 0 0,-1 1 0 0 0,1-1 0 0 0,1 0 0 0 0,-1-1 0 0 0,1 1 0 0 0,0-1 1 0 0,9 9-1 0 0,-10-13-2 0 0,-1 0 0 0 0,1 0 0 0 0,0 0-1 0 0,0 0 1 0 0,0-1 0 0 0,0 0 0 0 0,0 0 0 0 0,1 0 0 0 0,-1-1 0 0 0,1 1 0 0 0,-1-1 0 0 0,1 0 0 0 0,0 0 0 0 0,-1 0 0 0 0,1-1 0 0 0,0 0 0 0 0,-1 0 0 0 0,1 0-1 0 0,0-1 1 0 0,-1 1 0 0 0,1-1 0 0 0,0 0 0 0 0,-1 0 0 0 0,9-4 0 0 0,1-1-23 0 0,-1-1-1 0 0,1 0 0 0 0,-1-1 1 0 0,-1 0-1 0 0,1-1 1 0 0,-2-1-1 0 0,1 0 0 0 0,-1 0 1 0 0,-1-1-1 0 0,16-21 1 0 0,-10 10-7 0 0,0 0 1 0 0,-2-2 0 0 0,-1 1-1 0 0,-1-2 1 0 0,11-29-1 0 0,-23 53 54 0 0,1 0-1 0 0,-1 0 0 0 0,1 0 0 0 0,-1 0 1 0 0,0 0-1 0 0,1 0 0 0 0,-1 0 0 0 0,0 0 1 0 0,0 0-1 0 0,0 0 0 0 0,0 0 1 0 0,0 0-1 0 0,0 0 0 0 0,0 0 0 0 0,0 0 1 0 0,0 0-1 0 0,-1 0 0 0 0,1 0 0 0 0,-1-2 1 0 0,1 3-16 0 0,0 0 0 0 0,-1 0 1 0 0,1 0-1 0 0,-1-1 0 0 0,1 1 1 0 0,-1 0-1 0 0,1 0 0 0 0,-1 0 1 0 0,1 0-1 0 0,-1 0 1 0 0,1 0-1 0 0,-1 0 0 0 0,1 0 1 0 0,-1 0-1 0 0,1 0 0 0 0,-1 0 1 0 0,1 0-1 0 0,-1 0 0 0 0,1 0 1 0 0,-1 1-1 0 0,1-1 1 0 0,-1 0-1 0 0,1 0 0 0 0,0 1 1 0 0,-1-1-1 0 0,1 0 0 0 0,-1 1 1 0 0,-2 1-6 0 0,0 0 1 0 0,0 0-1 0 0,1 0 0 0 0,-1 0 1 0 0,1 1-1 0 0,-1-1 0 0 0,1 1 1 0 0,0 0-1 0 0,0 0 0 0 0,0 0 1 0 0,0 0-1 0 0,-1 3 0 0 0,2-1-49 0 0,-1 0 0 0 0,1 0 0 0 0,1-1-1 0 0,-1 1 1 0 0,1 0 0 0 0,0 0 0 0 0,0 0-1 0 0,0 0 1 0 0,1-1 0 0 0,-1 1 0 0 0,1 0-1 0 0,0 0 1 0 0,1-1 0 0 0,-1 1 0 0 0,1-1-1 0 0,0 1 1 0 0,0-1 0 0 0,5 7 0 0 0,-5-7-13 0 0,0-1 1 0 0,1 0 0 0 0,-1 0 0 0 0,1 0 0 0 0,-1-1-1 0 0,1 1 1 0 0,0-1 0 0 0,0 1 0 0 0,0-1 0 0 0,0 0-1 0 0,1 0 1 0 0,-1 0 0 0 0,1-1 0 0 0,-1 1 0 0 0,1-1-1 0 0,-1 0 1 0 0,1 0 0 0 0,0 0 0 0 0,0 0 0 0 0,-1-1-1 0 0,1 1 1 0 0,8-1 0 0 0,-11-1 76 0 0,0 1 1 0 0,1 0-1 0 0,-1-1 1 0 0,1 1-1 0 0,-1-1 0 0 0,0 1 1 0 0,1-1-1 0 0,-1 0 1 0 0,0 0-1 0 0,0 0 0 0 0,1 1 1 0 0,-1-1-1 0 0,0 0 1 0 0,0 0-1 0 0,0-1 0 0 0,0 1 1 0 0,0 0-1 0 0,0 0 1 0 0,-1 0-1 0 0,1-1 0 0 0,0 1 1 0 0,-1 0-1 0 0,1-1 1 0 0,-1 1-1 0 0,1 0 1 0 0,-1-1-1 0 0,1 1 0 0 0,-1-1 1 0 0,0 1-1 0 0,0-1 1 0 0,0 1-1 0 0,0-1 0 0 0,0-1 1 0 0,-6-46 963 0 0,0 35-851 0 0,0 1 0 0 0,-1 0-1 0 0,0 0 1 0 0,-1 1-1 0 0,0-1 1 0 0,-1 2 0 0 0,-17-18-1 0 0,26 27-830 0 0</inkml:trace>
</inkml:ink>
</file>

<file path=ppt/ink/ink6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5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25 644 0 0,'0'0'7079'0'0,"1"4"-6533"0"0,3 43 689 0 0,-3-25-857 0 0,1 1 0 0 0,1-1 1 0 0,1 0-1 0 0,1-1 0 0 0,0 1 1 0 0,2-1-1 0 0,15 34 0 0 0,-21-53-357 0 0,0 0-1 0 0,0 0 0 0 0,0-1 1 0 0,1 1-1 0 0,-1 0 0 0 0,0-1 0 0 0,1 1 1 0 0,-1-1-1 0 0,1 0 0 0 0,-1 0 0 0 0,1 1 1 0 0,0-1-1 0 0,0 0 0 0 0,-1 0 0 0 0,1 0 1 0 0,0-1-1 0 0,0 1 0 0 0,0 0 0 0 0,0-1 1 0 0,0 1-1 0 0,0-1 0 0 0,0 0 1 0 0,0 0-1 0 0,0 0 0 0 0,0 0 0 0 0,0 0 1 0 0,0 0-1 0 0,0 0 0 0 0,0 0 0 0 0,0-1 1 0 0,0 1-1 0 0,0-1 0 0 0,0 0 0 0 0,0 0 1 0 0,0 1-1 0 0,0-1 0 0 0,-1 0 1 0 0,1 0-1 0 0,0-1 0 0 0,-1 1 0 0 0,1 0 1 0 0,1-2-1 0 0,8-6 31 0 0,-1 0 0 0 0,1-1 0 0 0,-2 0 0 0 0,14-18 0 0 0,-12 11 78 0 0,-1 0 0 0 0,0-1 1 0 0,-2 0-1 0 0,0-1 0 0 0,6-20 1 0 0,-4 11 780 0 0,-9 26-446 0 0,-1 4-496 0 0,1 1 5 0 0,0-1 0 0 0,0 0 0 0 0,0 0-1 0 0,0 0 1 0 0,0-1 0 0 0,1 1-1 0 0,-1 0 1 0 0,1 0 0 0 0,-1-1-1 0 0,1 1 1 0 0,0-1 0 0 0,-1 1-1 0 0,1-1 1 0 0,4 2 0 0 0,29 19-572 0 0,-27-19 522 0 0,0 0-1 0 0,1 0 0 0 0,-1-1 1 0 0,0 0-1 0 0,1-1 0 0 0,-1 0 0 0 0,1 0 1 0 0,-1-1-1 0 0,1 0 0 0 0,-1-1 1 0 0,1 1-1 0 0,-1-2 0 0 0,1 1 0 0 0,-1-1 1 0 0,9-3-1 0 0,-7 2 86 0 0,0-1 0 0 0,0 0 0 0 0,0 0 1 0 0,0-1-1 0 0,-1 0 0 0 0,0 0 0 0 0,0-1 0 0 0,0-1 0 0 0,-1 1 1 0 0,1-1-1 0 0,10-13 0 0 0,-18 19 87 0 0,0-1-1 0 0,0 1 1 0 0,0 0 0 0 0,0 0-1 0 0,0 0 1 0 0,0-1 0 0 0,0 1-1 0 0,-1 0 1 0 0,1-1 0 0 0,0 1 0 0 0,-1-1-1 0 0,1 1 1 0 0,-1-1 0 0 0,0 1-1 0 0,1-1 1 0 0,-1 1 0 0 0,0-1-1 0 0,0 1 1 0 0,0-1 0 0 0,0 1-1 0 0,0-1 1 0 0,0 1 0 0 0,-1-1 0 0 0,1 1-1 0 0,0-1 1 0 0,-1 1 0 0 0,1-1-1 0 0,-1 1 1 0 0,0-1 0 0 0,1 1-1 0 0,-1 0 1 0 0,0-1 0 0 0,0 1 0 0 0,-2-2-1 0 0,1 1 98 0 0,-2 3 50 0 0,-9 3 54 0 0,11-2-393 0 0,1 1 0 0 0,-1 0 1 0 0,1 0-1 0 0,0 0 1 0 0,0 0-1 0 0,0 0 0 0 0,0 0 1 0 0,0 0-1 0 0,1 0 0 0 0,0 0 1 0 0,-1 1-1 0 0,1-1 1 0 0,0 0-1 0 0,0 0 0 0 0,1 0 1 0 0,-1 0-1 0 0,1 1 0 0 0,0 2 1 0 0,0-3-509 0 0,0 0 1 0 0,1 0-1 0 0,-1-1 0 0 0,0 1 1 0 0,1 0-1 0 0,0-1 1 0 0,-1 1-1 0 0,1-1 0 0 0,0 1 1 0 0,0-1-1 0 0,0 0 1 0 0,1 0-1 0 0,2 3 0 0 0,12 5-3536 0 0</inkml:trace>
</inkml:ink>
</file>

<file path=ppt/ink/ink6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6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150 205 4 0 0,'-21'-63'3734'0'0,"-7"-32"2526"0"0,12 50-849 0 0,16 43-4428 0 0,-1 11-712 0 0,-36 466 1722 0 0,21-368-1453 0 0,16-105-442 0 0,0-2-98 0 0,1 1 0 0 0,-1-1 0 0 0,0 0 0 0 0,0 0-1 0 0,0 1 1 0 0,1-1 0 0 0,-1 0 0 0 0,0 0 0 0 0,0 1 0 0 0,1-1 0 0 0,-1 0 0 0 0,0 0 0 0 0,0 0 0 0 0,1 1 0 0 0,-1-1 0 0 0,0 0 0 0 0,1 0 0 0 0,-1 0 0 0 0,0 0-1 0 0,1 0 1 0 0,-1 0 0 0 0,0 1 0 0 0,1-1 0 0 0,-1 0 0 0 0,0 0 0 0 0,1 0 0 0 0,-1 0 0 0 0,0 0 0 0 0,1 0 0 0 0,-1-1 0 0 0,0 1 0 0 0,0 0 0 0 0,1 0 0 0 0,-1 0-1 0 0,0 0 1 0 0,1 0 0 0 0,-1 0 0 0 0,0 0 0 0 0,1-1 0 0 0,-1 1 0 0 0,0 0 0 0 0,0 0 0 0 0,1 0 0 0 0,-1-1 0 0 0,0 1 0 0 0,0 0 0 0 0,1 0 0 0 0,-1-1 0 0 0,0 1-1 0 0,23-20-93 0 0,0 2 0 0 0,2 1 1 0 0,0 1-1 0 0,28-13 0 0 0,-43 24 3 0 0,1 0 1 0 0,0 0 0 0 0,0 1 0 0 0,0 0 0 0 0,1 1 0 0 0,0 1-1 0 0,-1 0 1 0 0,1 0 0 0 0,0 1 0 0 0,0 1 0 0 0,-1 0 0 0 0,1 0-1 0 0,19 4 1 0 0,-28-3 60 0 0,1-1 0 0 0,-1 1 0 0 0,0 0 0 0 0,0 0 0 0 0,0 0 0 0 0,1 0 0 0 0,-1 1-1 0 0,0 0 1 0 0,-1-1 0 0 0,1 1 0 0 0,0 0 0 0 0,0 0 0 0 0,-1 0 0 0 0,1 1 0 0 0,-1-1 0 0 0,0 1-1 0 0,0-1 1 0 0,0 1 0 0 0,0 0 0 0 0,0 0 0 0 0,0 0 0 0 0,-1 0 0 0 0,1 0 0 0 0,-1 0 0 0 0,0 0-1 0 0,0 0 1 0 0,0 0 0 0 0,-1 1 0 0 0,1-1 0 0 0,-1 0 0 0 0,1 6 0 0 0,-2-3 10 0 0,0 0 1 0 0,0 0-1 0 0,0 0 1 0 0,-1 0-1 0 0,0-1 0 0 0,0 1 1 0 0,0-1-1 0 0,-1 1 1 0 0,0-1-1 0 0,0 0 1 0 0,0 0-1 0 0,-1 0 1 0 0,1-1-1 0 0,-1 1 0 0 0,0-1 1 0 0,-1 0-1 0 0,-4 4 1 0 0,-5 2 101 0 0,1-1 1 0 0,-1-1-1 0 0,-1 0 0 0 0,0-1 1 0 0,0 0-1 0 0,0-2 0 0 0,-1 0 1 0 0,0 0-1 0 0,0-1 0 0 0,0-1 1 0 0,0-1-1 0 0,0 0 0 0 0,-1-2 1 0 0,1 1-1 0 0,-1-2 1 0 0,1 0-1 0 0,0-1 0 0 0,0-1 1 0 0,-1 0-1 0 0,-17-7 0 0 0,32 9-105 0 0,-1 1-1 0 0,1-1 0 0 0,0 0 1 0 0,0 0-1 0 0,0 0 0 0 0,0 0 1 0 0,0 0-1 0 0,0 0 0 0 0,0 0 1 0 0,1-1-1 0 0,-1 1 0 0 0,0-1 1 0 0,1 1-1 0 0,-1-1 0 0 0,1 0 1 0 0,-1 0-1 0 0,1 0 0 0 0,0 1 1 0 0,0-1-1 0 0,0 0 0 0 0,0-1 1 0 0,0 1-1 0 0,0 0 0 0 0,0 0 0 0 0,1 0 1 0 0,-1 0-1 0 0,1-1 0 0 0,0 1 1 0 0,0 0-1 0 0,0 0 0 0 0,0-1 1 0 0,0-1-1 0 0,1 0-154 0 0,0 1 0 0 0,1 0-1 0 0,-1 0 1 0 0,1 0 0 0 0,0 0 0 0 0,0 0 0 0 0,0 0-1 0 0,0 0 1 0 0,0 1 0 0 0,1-1 0 0 0,-1 1 0 0 0,1-1-1 0 0,0 1 1 0 0,0 0 0 0 0,0 0 0 0 0,0 0-1 0 0,0 1 1 0 0,0-1 0 0 0,0 1 0 0 0,7-2 0 0 0,28-9-2339 0 0,-11 5-2230 0 0,-7 1 1270 0 0</inkml:trace>
</inkml:ink>
</file>

<file path=ppt/ink/ink6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7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68 120 0 0,'0'-15'3179'0'0,"-1"11"-2588"0"0,0 0-1 0 0,1 1 1 0 0,-1-1 0 0 0,-1 1 0 0 0,1-1-1 0 0,0 1 1 0 0,-1 0 0 0 0,0 0-1 0 0,1 0 1 0 0,-1 0 0 0 0,-1 0 0 0 0,1 0-1 0 0,-3-3 1 0 0,4 5 230 0 0,-37 11 322 0 0,24-2-1004 0 0,-1 2 0 0 0,2 0-1 0 0,-1 0 1 0 0,1 1 0 0 0,1 1-1 0 0,0 0 1 0 0,0 1 0 0 0,1 0-1 0 0,1 0 1 0 0,0 1 0 0 0,1 1-1 0 0,-9 19 1 0 0,18-33-129 0 0,-1 0 0 0 0,1 0 1 0 0,-1 1-1 0 0,1-1 0 0 0,-1 0 0 0 0,1 0 0 0 0,0 0 0 0 0,0 1 1 0 0,0-1-1 0 0,0 0 0 0 0,0 0 0 0 0,0 0 0 0 0,0 1 0 0 0,0-1 1 0 0,0 0-1 0 0,0 0 0 0 0,1 1 0 0 0,-1-1 0 0 0,0 0 0 0 0,2 2 1 0 0,-2-3-9 0 0,1 1 0 0 0,0-1 0 0 0,-1 1-1 0 0,1-1 1 0 0,0 1 0 0 0,0-1 0 0 0,-1 1 0 0 0,1-1 0 0 0,0 0 0 0 0,0 0 0 0 0,0 1 0 0 0,0-1 0 0 0,0 0 0 0 0,-1 0 0 0 0,1 0 0 0 0,0 0 0 0 0,0 0 0 0 0,0 0 0 0 0,0 0 0 0 0,1 0 0 0 0,5-1-24 0 0,-1-1 0 0 0,0 1 1 0 0,0-1-1 0 0,0-1 0 0 0,0 1 0 0 0,5-4 1 0 0,18-11-215 0 0,-19 10 49 0 0,0 1 1 0 0,0 1-1 0 0,0 0 1 0 0,23-8-1 0 0,-31 13 96 0 0,1 1-8 0 0,1 0 70 0 0,0 1-1 0 0,0 0 1 0 0,-1 0 0 0 0,1 0-1 0 0,-1 1 1 0 0,1-1-1 0 0,-1 1 1 0 0,0-1 0 0 0,0 1-1 0 0,0 0 1 0 0,-1 1 0 0 0,5 4-1 0 0,16 15-124 0 0,-19-20 139 0 0,1-1 1 0 0,-1 0-1 0 0,1 0 0 0 0,-1 0 0 0 0,1 0 1 0 0,0-1-1 0 0,0 0 0 0 0,0 0 1 0 0,0 0-1 0 0,0-1 0 0 0,0 1 1 0 0,0-1-1 0 0,0 0 0 0 0,0-1 0 0 0,0 1 1 0 0,0-1-1 0 0,-1 0 0 0 0,1 0 1 0 0,0-1-1 0 0,0 0 0 0 0,-1 1 1 0 0,1-1-1 0 0,-1-1 0 0 0,1 1 0 0 0,-1-1 1 0 0,7-5-1 0 0,10-8 18 0 0,-1-1 0 0 0,0-1-1 0 0,32-38 1 0 0,-20 21 47 0 0,20-19 887 0 0,-50 53-849 0 0,-2 0-86 0 0,0 1 1 0 0,0 0-1 0 0,0 0 0 0 0,0-1 0 0 0,0 1 0 0 0,0 0 1 0 0,0 0-1 0 0,1 0 0 0 0,-1-1 0 0 0,0 1 0 0 0,0 0 0 0 0,0 0 1 0 0,0 0-1 0 0,1 0 0 0 0,-1-1 0 0 0,0 1 0 0 0,0 0 1 0 0,0 0-1 0 0,1 0 0 0 0,-1 0 0 0 0,0 0 0 0 0,0 0 1 0 0,1 0-1 0 0,-1 0 0 0 0,0 0 0 0 0,0 0 0 0 0,1 0 0 0 0,-1-1 1 0 0,0 1-1 0 0,0 1 0 0 0,1-1 0 0 0,-1 0 0 0 0,0 0 1 0 0,0 0-1 0 0,0 0 0 0 0,1 0 0 0 0,-1 0 0 0 0,0 0 0 0 0,0 0 1 0 0,1 0-1 0 0,-1 0 0 0 0,0 0 0 0 0,0 1 0 0 0,0-1 1 0 0,1 0-1 0 0,-1 0 0 0 0,0 0 0 0 0,0 0 0 0 0,0 1 0 0 0,0-1 1 0 0,1 0-1 0 0,-1 0 0 0 0,0 0 0 0 0,0 1 0 0 0,0-1 1 0 0,0 0-1 0 0,0 0 0 0 0,0 0 0 0 0,0 1 0 0 0,0-1 0 0 0,0 0 1 0 0,0 1-1 0 0,15 17 73 0 0,-11-6-67 0 0,17 31 65 0 0,-20-42-69 0 0,0 0 0 0 0,0 0 0 0 0,0 0-1 0 0,0 0 1 0 0,0 0 0 0 0,0-1 0 0 0,0 1 0 0 0,0 0-1 0 0,0 0 1 0 0,0-1 0 0 0,1 1 0 0 0,-1 0 0 0 0,0-1-1 0 0,1 1 1 0 0,-1-1 0 0 0,0 0 0 0 0,1 1 0 0 0,-1-1-1 0 0,0 0 1 0 0,1 0 0 0 0,-1 0 0 0 0,0 0 0 0 0,1 0-1 0 0,-1 0 1 0 0,0 0 0 0 0,1-1 0 0 0,-1 1 0 0 0,0 0-1 0 0,1-1 1 0 0,-1 1 0 0 0,3-2 0 0 0,23-12 18 0 0,-10 5-21 0 0,1 1 1 0 0,31-11 0 0 0,-47 19-2 0 0,1-1-1 0 0,0 1 1 0 0,0 0-1 0 0,0 0 1 0 0,0 0 0 0 0,0 0-1 0 0,0 0 1 0 0,0 1-1 0 0,0-1 1 0 0,-1 1-1 0 0,1 0 1 0 0,0 0 0 0 0,0 0-1 0 0,-1 0 1 0 0,1 0-1 0 0,0 0 1 0 0,2 3-1 0 0,31 27-491 0 0,-10-3-599 0 0,-13-12-757 0 0,2 0-3865 0 0,-4-4 2605 0 0</inkml:trace>
</inkml:ink>
</file>

<file path=ppt/ink/ink6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7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6 944 0 0,'-2'-1'422'0'0,"1"0"0"0"0,-1 0 0 0 0,0 0 0 0 0,0 1 0 0 0,0-1 0 0 0,0 1 0 0 0,0 0 0 0 0,0-1 0 0 0,0 1 0 0 0,0 0 0 0 0,0 0 0 0 0,0 0 0 0 0,0 0 0 0 0,0 1 0 0 0,0-1 0 0 0,-2 1 0 0 0,-40 18 2035 0 0,28-10-1874 0 0,0 2 0 0 0,-26 23 0 0 0,29-17-55 0 0,-8 7 428 0 0,21-23-943 0 0,0 0 0 0 0,0 0-1 0 0,0 0 1 0 0,0-1 0 0 0,1 1 0 0 0,-1 0 0 0 0,0 0 0 0 0,1 0 0 0 0,-1 0-1 0 0,1-1 1 0 0,-1 1 0 0 0,1 0 0 0 0,-1 0 0 0 0,1-1 0 0 0,-1 1-1 0 0,1 0 1 0 0,0-1 0 0 0,-1 1 0 0 0,1 0 0 0 0,0-1 0 0 0,0 1 0 0 0,-1-1-1 0 0,1 0 1 0 0,0 1 0 0 0,0-1 0 0 0,0 0 0 0 0,0 1 0 0 0,0-1-1 0 0,1 0 1 0 0,36-2-550 0 0,77-15 0 0 0,-29 3-7095 0 0,-66 12 4545 0 0</inkml:trace>
</inkml:ink>
</file>

<file path=ppt/ink/ink6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8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1220 0 0,'1'0'7932'0'0,"9"8"-5180"0"0,12 19-2752 0 0,-10-5 452 0 0,-7-14-278 0 0,0 0 1 0 0,-1 0-1 0 0,0 0 0 0 0,0 0 0 0 0,-1 1 0 0 0,0-1 0 0 0,-1 1 0 0 0,3 17 0 0 0,-5-26-170 0 0,0-1 0 0 0,0 1-1 0 0,0 0 1 0 0,0 0-1 0 0,0 0 1 0 0,0-1 0 0 0,0 1-1 0 0,1 0 1 0 0,-1 0 0 0 0,0 0-1 0 0,0-1 1 0 0,0 1-1 0 0,0 0 1 0 0,0 0 0 0 0,0 0-1 0 0,0 0 1 0 0,0 0 0 0 0,1-1-1 0 0,-1 1 1 0 0,0 0 0 0 0,0 0-1 0 0,0 0 1 0 0,0 0-1 0 0,1 0 1 0 0,-1 0 0 0 0,0-1-1 0 0,0 1 1 0 0,0 0 0 0 0,0 0-1 0 0,1 0 1 0 0,-1 0-1 0 0,0 0 1 0 0,0 0 0 0 0,0 0-1 0 0,1 0 1 0 0,-1 0 0 0 0,0 0-1 0 0,0 0 1 0 0,0 0-1 0 0,1 0 1 0 0,-1 0 0 0 0,0 0-1 0 0,0 0 1 0 0,0 0 0 0 0,0 0-1 0 0,1 0 1 0 0,-1 1 0 0 0,0-1-1 0 0,0 0 1 0 0,0 0-1 0 0,0 0 1 0 0,1 0 0 0 0,-1 0-1 0 0,0 0 1 0 0,0 0 0 0 0,0 1-1 0 0,0-1 1 0 0,0 0-1 0 0,1 0 1 0 0,-1 0 0 0 0,0 0-1 0 0,0 1 1 0 0,0-1 0 0 0,0 0-1 0 0,0 0 1 0 0,0 0-1 0 0,0 1 1 0 0,0-1 0 0 0,10-12 65 0 0,-10 12-77 0 0,12-16 52 0 0,2 0 0 0 0,19-19 1 0 0,6-6-8 0 0,-35 39-51 0 0,0 0 0 0 0,1 0 0 0 0,-1 1 0 0 0,0-1 1 0 0,1 1-1 0 0,-1 0 0 0 0,1 0 0 0 0,-1 1 0 0 0,10-1 1 0 0,16 15-20 0 0,6 3-194 0 0,65 20 0 0 0,-87-33-222 0 0,0-1-1 0 0,1 0 1 0 0,-1-2 0 0 0,1 1 0 0 0,-1-2 0 0 0,1 0 0 0 0,-1 0 0 0 0,21-4 0 0 0,-23 2-226 0 0,1-1-478 0 0,-1 1-2367 0 0,8-1 1050 0 0</inkml:trace>
</inkml:ink>
</file>

<file path=ppt/ink/ink6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8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25 540 0 0,'0'0'3396'0'0,"-25"-24"5960"0"0,22 24-9213 0 0,0-1 0 0 0,-1 1 0 0 0,1 0 0 0 0,-1 0 0 0 0,1 0 0 0 0,0 1 0 0 0,-1-1 0 0 0,1 1 0 0 0,0 0 0 0 0,-1 0 0 0 0,1 0 0 0 0,0 0 0 0 0,0 0 0 0 0,0 1 0 0 0,0-1 1 0 0,0 1-1 0 0,0 0 0 0 0,0 0 0 0 0,1 0 0 0 0,-1 0 0 0 0,1 1 0 0 0,-1-1 0 0 0,1 1 0 0 0,0-1 0 0 0,-3 5 0 0 0,4-6-64 0 0,27 19-55 0 0,-16-17-170 0 0,1-2 1 0 0,0 1-1 0 0,0-2 0 0 0,0 1 0 0 0,0-2 0 0 0,15-1 0 0 0,15-2-3626 0 0,-18 2-2038 0 0,-9 0 2147 0 0</inkml:trace>
</inkml:ink>
</file>

<file path=ppt/ink/ink6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8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32 532 0 0,'0'0'616'0'0,"7"-7"-276"0"0,-2 1-280 0 0,3-5-860 0 0,-2 4 384 0 0</inkml:trace>
</inkml:ink>
</file>

<file path=ppt/ink/ink6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09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5 388 0 0,'0'-5'15999'0'0,"10"60"-16486"0"0,-9-52-48 0 0,0 1 0 0 0,0 0 0 0 0,1-1 0 0 0,-1 1 0 0 0,1-1 0 0 0,0 0 0 0 0,0 1 1 0 0,4 3-1 0 0,5-5-1714 0 0,-5-4-1583 0 0,8-4 1015 0 0</inkml:trace>
  <inkml:trace contextRef="#ctx0" brushRef="#br0" timeOffset="1">142 40 1048 0 0,'37'-22'2597'0'0,"-24"19"5126"0"0,-11 5-7614 0 0,-1-1 0 0 0,0 1 0 0 0,0-1 1 0 0,0 1-1 0 0,0-1 0 0 0,0 1 0 0 0,0-1 0 0 0,-1 1 0 0 0,1 0 0 0 0,0-1 0 0 0,-1 1 0 0 0,0 0 0 0 0,1 0 0 0 0,-1 0 0 0 0,0-1 0 0 0,0 1 0 0 0,0 0 0 0 0,0 0 0 0 0,0 0 0 0 0,0-1 0 0 0,0 1 0 0 0,-1 0 0 0 0,1 0 0 0 0,-1 1 0 0 0,-12 44-597 0 0,10-40-464 0 0,0-1 1 0 0,0 1-1 0 0,-1-1 0 0 0,0 1 1 0 0,-8 8-1 0 0,6-8-598 0 0,-6 8-2020 0 0</inkml:trace>
</inkml:ink>
</file>

<file path=ppt/ink/ink6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12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53 544 0 0,'-18'-31'7865'0'0,"16"29"-7500"0"0,-1-1-1 0 0,0 1 1 0 0,0 0-1 0 0,-1 0 0 0 0,1 0 1 0 0,0 0-1 0 0,-1 1 0 0 0,1-1 1 0 0,-5 0-1 0 0,2 1-237 0 0,1 0 1 0 0,0 1-1 0 0,-1 0 0 0 0,1 1 0 0 0,0-1 1 0 0,0 1-1 0 0,-1 0 0 0 0,1 0 1 0 0,-8 3-1 0 0,3-1 78 0 0,-1 0 0 0 0,0 1-1 0 0,-18 10 1 0 0,27-13-169 0 0,0 0 0 0 0,0 0 0 0 0,-1 1-1 0 0,1-1 1 0 0,0 1 0 0 0,0 0 0 0 0,0 0-1 0 0,1 0 1 0 0,-1 0 0 0 0,0 0 0 0 0,1 0-1 0 0,-1 0 1 0 0,1 0 0 0 0,0 1 0 0 0,-1-1-1 0 0,1 0 1 0 0,0 1 0 0 0,1-1 0 0 0,-1 1-1 0 0,0 4 1 0 0,1-6-24 0 0,0 1-1 0 0,0 0 1 0 0,1 0 0 0 0,0 0 0 0 0,-1-1-1 0 0,1 1 1 0 0,0 0 0 0 0,0-1-1 0 0,-1 1 1 0 0,1-1 0 0 0,1 1 0 0 0,-1-1-1 0 0,0 1 1 0 0,0-1 0 0 0,0 0-1 0 0,1 1 1 0 0,1 0 0 0 0,29 22 118 0 0,-26-19-92 0 0,13 7 24 0 0,-5-2-64 0 0,0 1 1 0 0,24 22-1 0 0,-37-33-13 0 0,-3 4-3 0 0,-3 2 26 0 0,0-1 0 0 0,0 0 0 0 0,-1 1 0 0 0,1-2 0 0 0,-1 1 0 0 0,0-1 0 0 0,0 0 0 0 0,0 0 0 0 0,-1 0 0 0 0,-13 4 0 0 0,-32 10-2027 0 0,6-11-5230 0 0,35-7 3806 0 0</inkml:trace>
</inkml:ink>
</file>

<file path=ppt/ink/ink6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14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3 102 596 0 0,'-2'-54'11720'0'0,"3"52"-11507"0"0,0 1-1 0 0,0-1 0 0 0,0 0 0 0 0,1 0 0 0 0,-1 1 0 0 0,1-1 0 0 0,-1 1 1 0 0,1-1-1 0 0,0 1 0 0 0,-1 0 0 0 0,1-1 0 0 0,0 1 0 0 0,0 0 1 0 0,0 0-1 0 0,3-1 0 0 0,36-15-91 0 0,-37 16-100 0 0,-3 0-14 0 0,1 0 0 0 0,0 0 0 0 0,0 1 0 0 0,0-1 1 0 0,0 0-1 0 0,0 1 0 0 0,0 0 0 0 0,0-1 0 0 0,0 1 0 0 0,0 0 0 0 0,0 0 0 0 0,0 0 1 0 0,1 0-1 0 0,-1 1 0 0 0,0-1 0 0 0,0 0 0 0 0,0 1 0 0 0,0-1 0 0 0,0 1 0 0 0,0 0 1 0 0,-1 0-1 0 0,1 0 0 0 0,0 0 0 0 0,0 0 0 0 0,0 0 0 0 0,-1 0 0 0 0,1 1 1 0 0,-1-1-1 0 0,3 3 0 0 0,-1 0 1 0 0,0 1-1 0 0,0 0 1 0 0,-1 0 0 0 0,1 0 0 0 0,-1 0 0 0 0,0 0 0 0 0,-1 0 0 0 0,1 1-1 0 0,-1-1 1 0 0,0 0 0 0 0,0 1 0 0 0,-1 8 0 0 0,0-9-8 0 0,0 0 0 0 0,1 0 1 0 0,-1 0-1 0 0,1-1 1 0 0,0 1-1 0 0,0 0 0 0 0,0-1 1 0 0,1 1-1 0 0,0 0 0 0 0,0-1 1 0 0,0 0-1 0 0,0 0 1 0 0,1 1-1 0 0,-1-1 0 0 0,1-1 1 0 0,0 1-1 0 0,7 6 0 0 0,41 20 21 0 0,-43-26-32 0 0,0-1 1 0 0,-1 1-1 0 0,1 1 1 0 0,-1 0 0 0 0,1 0-1 0 0,-1 0 1 0 0,-1 1-1 0 0,1 0 1 0 0,-1 0-1 0 0,0 1 1 0 0,0-1 0 0 0,6 12-1 0 0,-11-14 10 0 0,1-1 0 0 0,-2 1 0 0 0,1-1-1 0 0,0 1 1 0 0,-1-1 0 0 0,1 1 0 0 0,-1 0 0 0 0,0-1-1 0 0,0 1 1 0 0,-1 0 0 0 0,1-1 0 0 0,-1 1 0 0 0,0-1 0 0 0,0 1-1 0 0,0-1 1 0 0,0 1 0 0 0,0-1 0 0 0,-1 0 0 0 0,0 1-1 0 0,1-1 1 0 0,-1 0 0 0 0,-1 0 0 0 0,1 0 0 0 0,0-1-1 0 0,-1 1 1 0 0,-4 4 0 0 0,-2 2 18 0 0,-1-1 1 0 0,1-1-1 0 0,-1 0 0 0 0,0 0 0 0 0,-1-1 1 0 0,-16 8-1 0 0,25-13-269 0 0</inkml:trace>
</inkml:ink>
</file>

<file path=ppt/ink/ink6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15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1 100 0 0,'-11'11'12122'0'0,"16"-3"-13512"0"0,-10 6-6750 0 0</inkml:trace>
</inkml:ink>
</file>

<file path=ppt/ink/ink6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17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47 752 0 0,'-3'-46'17574'0'0,"12"62"-18621"0"0,-8-12 893 0 0,1 0 0 0 0,0 1-1 0 0,1-1 1 0 0,-1 0 0 0 0,0 0 0 0 0,1 0 0 0 0,0 0 0 0 0,0-1 0 0 0,0 1-1 0 0,1-1 1 0 0,-1 0 0 0 0,1 0 0 0 0,0 0 0 0 0,0 0 0 0 0,0-1 0 0 0,0 1-1 0 0,0-1 1 0 0,0 0 0 0 0,1 0 0 0 0,-1-1 0 0 0,0 1 0 0 0,1-1 0 0 0,0 0-1 0 0,6 0 1 0 0,-1-1-300 0 0,0 0 0 0 0,0-1-1 0 0,-1-1 1 0 0,1 0 0 0 0,0 0-1 0 0,0-1 1 0 0,-1 0 0 0 0,1 0-1 0 0,16-10 1 0 0,20-14 1293 0 0,-44 26-101 0 0,-2 1-728 0 0,0 0 0 0 0,0 1 0 0 0,0-1-1 0 0,0 0 1 0 0,0 0 0 0 0,0 0 0 0 0,0 1 0 0 0,1-1 0 0 0,-1 0-1 0 0,0 0 1 0 0,0 0 0 0 0,0 0 0 0 0,0 0 0 0 0,1 1 0 0 0,-1-1 0 0 0,0 0-1 0 0,0 0 1 0 0,0 0 0 0 0,0 0 0 0 0,1 0 0 0 0,-1 0 0 0 0,0 0-1 0 0,0 0 1 0 0,0 0 0 0 0,1 0 0 0 0,-1 0 0 0 0,0 0 0 0 0,0 0 0 0 0,0 0-1 0 0,1 0 1 0 0,-1 0 0 0 0,0 0 0 0 0,0 0 0 0 0,1 0 0 0 0,-1 0-1 0 0,0 0 1 0 0,0 0 0 0 0,0 0 0 0 0,0 0 0 0 0,1 0 0 0 0,-1 0 0 0 0,0 0-1 0 0,0 0 1 0 0,0-1 0 0 0,1 1 0 0 0,-1 0 0 0 0,0 0 0 0 0,0 0 0 0 0,0 0-1 0 0,0 0 1 0 0,0-1 0 0 0,0 1 0 0 0,1 0 0 0 0,-1 0 0 0 0,0 0-1 0 0,0-1 1 0 0,0 1 0 0 0,0 0 0 0 0,0 0 0 0 0,0 0 0 0 0,0-1 0 0 0,0 1-1 0 0,12 16-532 0 0,-10-11-233 0 0,1-1 0 0 0,-1 0 0 0 0,1 0 0 0 0,0-1 0 0 0,1 1 0 0 0,-1-1 0 0 0,6 6 0 0 0,2-1-1780 0 0</inkml:trace>
</inkml:ink>
</file>

<file path=ppt/ink/ink6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18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630 389 1072 0 0,'0'0'1110'0'0,"-4"3"-62"0"0,-6 2-527 0 0,0-1 1 0 0,-1 0-1 0 0,1-1 0 0 0,-1 0 1 0 0,0 0-1 0 0,0-1 1 0 0,0 0-1 0 0,0-1 1 0 0,0-1-1 0 0,0 0 1 0 0,0 0-1 0 0,0-1 0 0 0,-1 0 1 0 0,1-1-1 0 0,-18-5 1 0 0,9 1-29 0 0,0 0 0 0 0,1-1 0 0 0,0-1 0 0 0,-21-12 0 0 0,26 12-167 0 0,0-1-1 0 0,-22-19 1 0 0,29 23-255 0 0,1-1 0 0 0,-1 0 0 0 0,1 0 0 0 0,0-1 0 0 0,0 1 0 0 0,1-2 0 0 0,0 1 1 0 0,0 0-1 0 0,0-1 0 0 0,1 0 0 0 0,1 0 0 0 0,-1 0 0 0 0,1-1 0 0 0,1 1 0 0 0,-1-1 0 0 0,1 1 1 0 0,1-1-1 0 0,0 0 0 0 0,0 0 0 0 0,1 0 0 0 0,0 1 0 0 0,1-15 0 0 0,1 15-50 0 0,0-1-1 0 0,0 0 0 0 0,1 1 1 0 0,0 0-1 0 0,1-1 1 0 0,0 1-1 0 0,0 1 0 0 0,0-1 1 0 0,1 1-1 0 0,10-13 0 0 0,-13 18-26 0 0,-1 0-1 0 0,1 1 0 0 0,0-1 0 0 0,0 0 0 0 0,0 0 0 0 0,0 1 0 0 0,0-1 0 0 0,0 1 0 0 0,0 0 0 0 0,0 0 0 0 0,1 0 0 0 0,-1 0 0 0 0,0 0 0 0 0,1 0 0 0 0,-1 1 0 0 0,1-1 0 0 0,-1 1 0 0 0,0-1 0 0 0,1 1 0 0 0,0 0 0 0 0,-1 0 1 0 0,1 0-1 0 0,-1 0 0 0 0,1 1 0 0 0,-1-1 0 0 0,0 1 0 0 0,1-1 0 0 0,-1 1 0 0 0,1 0 0 0 0,-1 0 0 0 0,0 0 0 0 0,0 0 0 0 0,1 0 0 0 0,-1 1 0 0 0,0-1 0 0 0,0 1 0 0 0,0-1 0 0 0,0 1 0 0 0,-1 0 0 0 0,1 0 0 0 0,0 0 0 0 0,1 2 1 0 0,3 4-6 0 0,0 1 1 0 0,-1 0-1 0 0,0-1 1 0 0,0 2-1 0 0,-1-1 1 0 0,0 1-1 0 0,-1-1 1 0 0,0 1-1 0 0,-1 0 1 0 0,0 0-1 0 0,0 0 1 0 0,-1 0-1 0 0,0 18 1 0 0,-1 13-1 0 0,-12 81 0 0 0,6-85 5 0 0,-1 0 1 0 0,-2 0-1 0 0,-2-1 1 0 0,-2 0-1 0 0,-33 66 0 0 0,18-52 14 0 0,-2-1-1 0 0,-2-2 1 0 0,-48 54 0 0 0,-8 12-2294 0 0,87-102-290 0 0</inkml:trace>
</inkml:ink>
</file>

<file path=ppt/ink/ink6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19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30 225 256 0 0,'0'0'6332'0'0,"6"-1"-5958"0"0,6-1-109 0 0,1-1 0 0 0,-1 0 1 0 0,0-1-1 0 0,0 0 0 0 0,0 0 0 0 0,21-13 1 0 0,-25 12-108 0 0,1 0 0 0 0,-1-1 0 0 0,0 0 0 0 0,0 0 0 0 0,-1-1 0 0 0,0 0 0 0 0,0-1 0 0 0,0 1 0 0 0,-1-1 0 0 0,0-1 0 0 0,-1 1 0 0 0,0-1 0 0 0,0 0 1 0 0,-1 0-1 0 0,5-13 0 0 0,-9 20-135 0 0,1 1 0 0 0,0-1 0 0 0,-1 0 0 0 0,1 1 1 0 0,-1-1-1 0 0,0 1 0 0 0,1-1 0 0 0,-1 0 0 0 0,0 1 1 0 0,0-1-1 0 0,0 1 0 0 0,0-1 0 0 0,0 0 0 0 0,-1 1 1 0 0,1-1-1 0 0,0 1 0 0 0,-1-1 0 0 0,1 0 0 0 0,-1 1 1 0 0,0-1-1 0 0,1 1 0 0 0,-1-1 0 0 0,0 1 0 0 0,0 0 1 0 0,0-1-1 0 0,0 1 0 0 0,0 0 0 0 0,0 0 0 0 0,0 0 0 0 0,0 0 1 0 0,-1-1-1 0 0,1 2 0 0 0,0-1 0 0 0,-1 0 0 0 0,1 0 1 0 0,-1 0-1 0 0,1 1 0 0 0,-2-2 0 0 0,-1 2-9 0 0,1-1 0 0 0,0 1 0 0 0,0-1-1 0 0,0 1 1 0 0,-1 0 0 0 0,1 1 0 0 0,0-1 0 0 0,0 0-1 0 0,0 1 1 0 0,-1-1 0 0 0,1 1 0 0 0,0 0 0 0 0,0 0-1 0 0,0 1 1 0 0,0-1 0 0 0,1 0 0 0 0,-1 1 0 0 0,-5 3-1 0 0,-9 10 43 0 0,0 0-1 0 0,0 1 1 0 0,2 1-1 0 0,0 1 1 0 0,1 0-1 0 0,-13 21 1 0 0,21-30-16 0 0,1 1 0 0 0,0-1 0 0 0,0 1 0 0 0,1 0 1 0 0,0 0-1 0 0,1 0 0 0 0,0 0 0 0 0,1 1 0 0 0,0-1 1 0 0,0 1-1 0 0,1-1 0 0 0,1 1 0 0 0,0 0 1 0 0,0 0-1 0 0,3 11 0 0 0,-2-16-33 0 0,1-1-1 0 0,0 0 1 0 0,1 0 0 0 0,-1-1 0 0 0,1 1-1 0 0,0 0 1 0 0,1-1 0 0 0,-1 0 0 0 0,1 0-1 0 0,-1 0 1 0 0,1 0 0 0 0,0 0 0 0 0,1-1 0 0 0,-1 0-1 0 0,1 0 1 0 0,-1 0 0 0 0,1 0 0 0 0,0-1-1 0 0,0 0 1 0 0,0 0 0 0 0,0 0 0 0 0,6 1-1 0 0,8 2-347 0 0,1 0-1 0 0,-1-1 1 0 0,1-2-1 0 0,34 2 1 0 0,83-7-5575 0 0,-54-3 2494 0 0</inkml:trace>
</inkml:ink>
</file>

<file path=ppt/ink/ink6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19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0 260 92 0 0,'11'15'7255'0'0,"22"-20"-5076"0"0,-14 1-1491 0 0,-7 0-427 0 0,0-1 0 0 0,-1-1 0 0 0,1 0 0 0 0,-1 0 0 0 0,-1-1 0 0 0,1-1 0 0 0,-1 0-1 0 0,0 0 1 0 0,-1-1 0 0 0,0 0 0 0 0,0 0 0 0 0,12-20 0 0 0,-12 16-15 0 0,-1 0 0 0 0,-1-1 1 0 0,0 0-1 0 0,-1 0 0 0 0,9-28 0 0 0,-15 41-224 0 0,1 0-1 0 0,-1 0 0 0 0,0-1 1 0 0,1 1-1 0 0,-1 0 0 0 0,0 0 0 0 0,0-1 1 0 0,0 1-1 0 0,0 0 0 0 0,0 0 1 0 0,0-1-1 0 0,0 1 0 0 0,-1 0 0 0 0,1-1 1 0 0,0 1-1 0 0,-1 0 0 0 0,1 0 1 0 0,-1 0-1 0 0,1 0 0 0 0,-1-1 1 0 0,0 1-1 0 0,1 0 0 0 0,-1 0 0 0 0,0 0 1 0 0,0 0-1 0 0,1 0 0 0 0,-1 0 1 0 0,0 1-1 0 0,0-1 0 0 0,0 0 0 0 0,0 0 1 0 0,0 1-1 0 0,-1-1 0 0 0,1 0 1 0 0,-1 0-1 0 0,0 1-12 0 0,0-1-1 0 0,0 1 1 0 0,0-1-1 0 0,0 1 1 0 0,-1 0-1 0 0,1 0 1 0 0,0 0 0 0 0,0 0-1 0 0,0 0 1 0 0,0 0-1 0 0,0 1 1 0 0,0-1-1 0 0,0 0 1 0 0,0 1 0 0 0,0 0-1 0 0,0 0 1 0 0,0-1-1 0 0,0 1 1 0 0,-2 2-1 0 0,-8 6 11 0 0,1 1-1 0 0,0 0 0 0 0,1 0 0 0 0,0 1 0 0 0,1 0 0 0 0,0 1 0 0 0,1 0 0 0 0,0 0 1 0 0,1 0-1 0 0,-10 25 0 0 0,15-32-29 0 0,1-1 1 0 0,-1 1-1 0 0,1 0 0 0 0,0-1 1 0 0,0 1-1 0 0,0 0 1 0 0,1 0-1 0 0,-1 0 0 0 0,1 0 1 0 0,1 0-1 0 0,-1-1 1 0 0,1 1-1 0 0,-1 0 1 0 0,1 0-1 0 0,1 0 0 0 0,-1-1 1 0 0,1 1-1 0 0,0-1 1 0 0,0 1-1 0 0,0-1 0 0 0,0 1 1 0 0,1-1-1 0 0,0 0 1 0 0,0 0-1 0 0,0-1 0 0 0,0 1 1 0 0,1-1-1 0 0,-1 1 1 0 0,1-1-1 0 0,0 0 0 0 0,0 0 1 0 0,0-1-1 0 0,0 1 1 0 0,0-1-1 0 0,8 3 0 0 0,-2-1-72 0 0,0 0 0 0 0,0-1 0 0 0,0 0 0 0 0,0-1 0 0 0,0 0 0 0 0,1-1 0 0 0,-1 0 0 0 0,1 0 0 0 0,-1-1 0 0 0,1-1 0 0 0,-1 0 0 0 0,0 0 0 0 0,1-1 0 0 0,-1 0 0 0 0,0-1 0 0 0,14-5 0 0 0,-11 3 24 0 0,-1-1 0 0 0,0 0 0 0 0,0 0 0 0 0,-1-1-1 0 0,1-1 1 0 0,-2 0 0 0 0,1 0 0 0 0,-1-1-1 0 0,0 0 1 0 0,-1-1 0 0 0,0 0 0 0 0,10-16 0 0 0,23-59 1598 0 0,-41 84-1386 0 0,-1-6 6 0 0,0 7-149 0 0,0 0 0 0 0,0 1 0 0 0,0-1 0 0 0,0 0 0 0 0,0 0-1 0 0,0 0 1 0 0,0 0 0 0 0,0 0 0 0 0,0 0 0 0 0,0 0 0 0 0,0 0 0 0 0,0 0 0 0 0,0 0 0 0 0,1 0 0 0 0,-1 0 0 0 0,0 0 0 0 0,0 0 0 0 0,0 0 0 0 0,0 0 0 0 0,0 0-1 0 0,0 0 1 0 0,0 0 0 0 0,0 0 0 0 0,0 0 0 0 0,0 0 0 0 0,1 0 0 0 0,-1 0 0 0 0,0 0 0 0 0,0 0 0 0 0,0 0 0 0 0,0 0 0 0 0,0 0 0 0 0,0 0 0 0 0,0 0 0 0 0,0 0-1 0 0,0 0 1 0 0,0 0 0 0 0,1 0 0 0 0,-1 0 0 0 0,0 0 0 0 0,0 0 0 0 0,0 0 0 0 0,0 0 0 0 0,0 0 0 0 0,0 0 0 0 0,0 0 0 0 0,0-1 0 0 0,0 1 0 0 0,0 0 0 0 0,0 0 0 0 0,0 0-1 0 0,0 0 1 0 0,0 0 0 0 0,0 0 0 0 0,0 0 0 0 0,0 0 0 0 0,7 12 4 0 0,-1 1 0 0 0,0 0-1 0 0,-1 0 1 0 0,-1 1 0 0 0,0 0-1 0 0,-1 0 1 0 0,2 15 0 0 0,14 52 41 0 0,-10-35 1034 0 0,-9-47-1081 0 0,1 0 0 0 0,-1 0 1 0 0,1 1-1 0 0,-1-1 1 0 0,0 0-1 0 0,1 1 1 0 0,-1-1-1 0 0,1 0 0 0 0,-1 1 1 0 0,1-1-1 0 0,0 1 1 0 0,-1-1-1 0 0,1 1 1 0 0,0-1-1 0 0,-1 1 0 0 0,1-1 1 0 0,0 1-1 0 0,0 0 1 0 0,-1-1-1 0 0,2 1 0 0 0,-1-1 16 0 0,0 1-1 0 0,0 0 1 0 0,0-1-1 0 0,0 1 0 0 0,0-1 1 0 0,0 0-1 0 0,0 1 1 0 0,0-1-1 0 0,0 1 0 0 0,0-1 1 0 0,0 0-1 0 0,-1 0 0 0 0,1 0 1 0 0,0 1-1 0 0,-1-1 1 0 0,1 0-1 0 0,-1 0 0 0 0,1 0 1 0 0,-1 0-1 0 0,1 0 1 0 0,-1 0-1 0 0,1-2 0 0 0,32-28 230 0 0,-32 30-978 0 0,3-2 1705 0 0</inkml:trace>
</inkml:ink>
</file>

<file path=ppt/ink/ink6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1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0 118 744 0 0,'0'0'5547'0'0,"22"-38"-744"0"0,-20 32-4707 0 0,1 1 0 0 0,0-1 0 0 0,0 1 0 0 0,1-1 0 0 0,-1 1 0 0 0,1 0 0 0 0,0 0 0 0 0,1 1 0 0 0,-1-1 0 0 0,1 1 0 0 0,0 0 0 0 0,0 0 0 0 0,0 0 0 0 0,9-3 0 0 0,-13 6-61 0 0,0 1-34 0 0,0-1 1 0 0,-1 1-1 0 0,1 0 0 0 0,0-1 0 0 0,-1 1 0 0 0,1 0 0 0 0,0 0 1 0 0,-1-1-1 0 0,1 1 0 0 0,0 0 0 0 0,-1 0 0 0 0,1 0 1 0 0,0 0-1 0 0,0 0 0 0 0,-1 0 0 0 0,1 0 0 0 0,0 0 1 0 0,-1 0-1 0 0,1 0 0 0 0,0 1 0 0 0,-1-1 0 0 0,1 0 1 0 0,0 0-1 0 0,-1 1 0 0 0,1-1 0 0 0,0 0 0 0 0,-1 1 1 0 0,1-1-1 0 0,-1 1 0 0 0,1-1 0 0 0,-1 1 0 0 0,2 0 0 0 0,22 12 57 0 0,-23-12-55 0 0,4 3 15 0 0,0 0-1 0 0,0 0 1 0 0,0 1 0 0 0,-1 0-1 0 0,1 0 1 0 0,-1 0 0 0 0,4 8-1 0 0,20 21 69 0 0,-20-19-121 0 0,0-1-1720 0 0,2-11-4534 0 0,6-6 3580 0 0</inkml:trace>
</inkml:ink>
</file>

<file path=ppt/ink/ink6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1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1 1228 0 0,'1'2'7801'0'0,"2"5"-4592"0"0,17 42-2783 0 0,-6-10-237 0 0,-2 0 0 0 0,-2 1 0 0 0,-1 0 0 0 0,-2 1 0 0 0,-2 0 0 0 0,-1 0 0 0 0,-2 0 0 0 0,-3 0 0 0 0,0 0 0 0 0,-3 0 0 0 0,-2 0 0 0 0,-1 0 0 0 0,-21 65 0 0 0,24-95-146 0 0,-4 14 58 0 0,-1-1 0 0 0,-1 0 0 0 0,-22 37 1 0 0,29-56-5 0 0,0-1-1 0 0,0 1 1 0 0,0 0 0 0 0,-1-1 0 0 0,0 0 0 0 0,0 0 0 0 0,0 0 0 0 0,0 0 0 0 0,-1-1 0 0 0,1 1 0 0 0,-1-1 0 0 0,0 0 0 0 0,0-1-1 0 0,0 1 1 0 0,0-1 0 0 0,0 0 0 0 0,-1 0 0 0 0,1-1 0 0 0,-1 1 0 0 0,1-1 0 0 0,-1 0 0 0 0,0-1 0 0 0,-6 0 0 0 0,8 0-49 0 0,0-1 1 0 0,-1 0 0 0 0,1 0 0 0 0,0-1-1 0 0,-1 1 1 0 0,1-1 0 0 0,0 0 0 0 0,0 0-1 0 0,0 0 1 0 0,0-1 0 0 0,1 1 0 0 0,-1-1-1 0 0,1 0 1 0 0,0 0 0 0 0,-1 0 0 0 0,1-1-1 0 0,0 1 1 0 0,1-1 0 0 0,-1 1 0 0 0,1-1-1 0 0,0 0 1 0 0,0 0 0 0 0,0 0 0 0 0,0 0 0 0 0,0-1-1 0 0,1 1 1 0 0,0 0 0 0 0,-1-8 0 0 0,-2-5-313 0 0,2 0 1 0 0,0-1 0 0 0,0 1 0 0 0,2 0 0 0 0,3-36-1 0 0,2 16-1532 0 0,13-46 0 0 0,6 6-5260 0 0,-12 37 2966 0 0</inkml:trace>
</inkml:ink>
</file>

<file path=ppt/ink/ink6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2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66 112 0 0,'-2'-3'716'0'0,"0"0"-1"0"0,0 0 1 0 0,0-1 0 0 0,1 1-1 0 0,-1-1 1 0 0,1 1 0 0 0,0-1 0 0 0,0 1-1 0 0,1-1 1 0 0,-1 0 0 0 0,1 1-1 0 0,0-1 1 0 0,0 0 0 0 0,0 0-1 0 0,1-7 1 0 0,0 9-679 0 0,13 3-2115 0 0,-9 1 1505 0 0,16 11-3559 0 0,-14-6 1423 0 0</inkml:trace>
</inkml:ink>
</file>

<file path=ppt/ink/ink6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2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0 124 0 0,'0'0'1380'0'0,"-20"29"2968"0"0,15-18-3726 0 0,0-1 1 0 0,1 1-1 0 0,0 0 1 0 0,1 0-1 0 0,0 0 1 0 0,-1 16-1 0 0,3-24-526 0 0,1 1 0 0 0,0 0 0 0 0,0 0 0 0 0,1-1 0 0 0,-1 1 0 0 0,1-1 0 0 0,-1 1 0 0 0,1 0 0 0 0,0-1 0 0 0,1 1 0 0 0,-1-1 0 0 0,1 0 0 0 0,-1 1 0 0 0,1-1 0 0 0,0 0 0 0 0,0 0 0 0 0,0 0 0 0 0,1 0 0 0 0,-1-1 0 0 0,1 1 0 0 0,-1 0 0 0 0,1-1 0 0 0,6 4 0 0 0,-8-5-65 0 0,1 0 1 0 0,-1-1-1 0 0,0 1 0 0 0,1-1 0 0 0,-1 0 0 0 0,0 1 1 0 0,1-1-1 0 0,-1 0 0 0 0,0 0 0 0 0,1 0 0 0 0,-1 0 1 0 0,0 0-1 0 0,1 0 0 0 0,-1 0 0 0 0,1 0 1 0 0,-1-1-1 0 0,0 1 0 0 0,1-1 0 0 0,-1 1 0 0 0,0-1 1 0 0,0 1-1 0 0,1-1 0 0 0,-1 1 0 0 0,0-1 0 0 0,0 0 1 0 0,0 0-1 0 0,0 0 0 0 0,0 0 0 0 0,0 0 0 0 0,0 0 1 0 0,0 0-1 0 0,0 0 0 0 0,0 0 0 0 0,-1 0 0 0 0,1 0 1 0 0,0-1-1 0 0,0 0 0 0 0,1-2 118 0 0,1 0-1 0 0,-1 0 1 0 0,0 0 0 0 0,-1-1-1 0 0,1 1 1 0 0,-1 0 0 0 0,0-1-1 0 0,0 1 1 0 0,0 0-1 0 0,0-9 1 0 0,-2 0 55 0 0,-1 1 0 0 0,-1 0 0 0 0,0 0-1 0 0,0 0 1 0 0,-1 0 0 0 0,-8-16 0 0 0,10 26-630 0 0,-3-6-563 0 0</inkml:trace>
</inkml:ink>
</file>

<file path=ppt/ink/ink6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2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 1252 0 0,'2'5'1160'0'0,"1"0"-1"0"0,0 0 1 0 0,0 0 0 0 0,0 0-1 0 0,0 0 1 0 0,7 7-1 0 0,-7-10-920 0 0,-1 0 0 0 0,1 1-1 0 0,-1-1 1 0 0,1 0 0 0 0,0-1-1 0 0,0 1 1 0 0,0 0 0 0 0,0-1-1 0 0,0 1 1 0 0,5 0 0 0 0,-4-1-159 0 0,-1-1 0 0 0,1 0 1 0 0,0 1-1 0 0,0-1 1 0 0,-1-1-1 0 0,1 1 0 0 0,0-1 1 0 0,0 1-1 0 0,-1-1 1 0 0,1 0-1 0 0,0 0 0 0 0,-1-1 1 0 0,1 1-1 0 0,-1-1 1 0 0,0 0-1 0 0,1 1 0 0 0,-1-2 1 0 0,0 1-1 0 0,0 0 1 0 0,0 0-1 0 0,0-1 1 0 0,3-4-1 0 0,5-1 415 0 0,-9 7-382 0 0,0-1 0 0 0,0 1-1 0 0,0-1 1 0 0,0 1 0 0 0,0-1 0 0 0,0 0 0 0 0,0 0 0 0 0,0 1-1 0 0,-1-1 1 0 0,3-4 0 0 0,14 17 58 0 0,-15-8-153 0 0,-1 0 0 0 0,1 1 0 0 0,-1-1-1 0 0,0 1 1 0 0,-1-1 0 0 0,1 1 0 0 0,0 0-1 0 0,-1-1 1 0 0,0 1 0 0 0,0 0 0 0 0,0 5-1 0 0,4 6 22 0 0,2 11-2 0 0,-2 0 1 0 0,0 0-1 0 0,-2 1 1 0 0,0 0-1 0 0,-2 31 1 0 0,-15 135 61 0 0,12-174-88 0 0,-31 191 105 0 0,28-185-86 0 0,-2-1-1 0 0,0-1 0 0 0,-2 1 1 0 0,0-1-1 0 0,-2-1 0 0 0,-19 32 1 0 0,27-49 119 0 0,-1 0 1 0 0,1 0-1 0 0,-1 0 1 0 0,0-1 0 0 0,0 1-1 0 0,0-1 1 0 0,0 0-1 0 0,-1-1 1 0 0,0 1 0 0 0,0-1-1 0 0,0 0 1 0 0,0 0-1 0 0,0 0 1 0 0,0-1 0 0 0,-1 1-1 0 0,0-1 1 0 0,-6 1-1 0 0,10-3-86 0 0,0-1-1 0 0,0 1 0 0 0,1-1 0 0 0,-1 1 0 0 0,0-1 0 0 0,0 0 0 0 0,1 0 0 0 0,-1 0 0 0 0,0 0 0 0 0,1 0 1 0 0,-1 0-1 0 0,1 0 0 0 0,0 0 0 0 0,-1-1 0 0 0,1 1 0 0 0,0 0 0 0 0,-1-1 0 0 0,1 1 0 0 0,0-1 0 0 0,0 0 0 0 0,0 1 1 0 0,0-4-1 0 0,-14-40 748 0 0,15 31-732 0 0,0 0 0 0 0,0-1 0 0 0,2 1 0 0 0,0 0 0 0 0,0-1 0 0 0,1 1-1 0 0,1 0 1 0 0,1 1 0 0 0,0-1 0 0 0,0 1 0 0 0,1 0 0 0 0,1 0 0 0 0,0 0 0 0 0,11-13 0 0 0,5-5-515 0 0,2 0 1 0 0,1 1 0 0 0,1 2-1 0 0,36-30 1 0 0,-17 22-1809 0 0,52-32 1 0 0,5 5-5137 0 0,-37 23 2481 0 0</inkml:trace>
</inkml:ink>
</file>

<file path=ppt/ink/ink6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5.8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1 836 732 0 0,'0'0'6707'0'0,"37"-23"-4813"0"0,17-20-985 0 0,-20 17-334 0 0,61-59 1 0 0,-87 75-515 0 0,1 0 0 0 0,-1 0 0 0 0,-1-1 0 0 0,0 0-1 0 0,0 0 1 0 0,-1 0 0 0 0,0-1 0 0 0,-1 0 0 0 0,-1-1 0 0 0,6-23 0 0 0,-9 34-53 0 0,-1 1-1 0 0,0-1 1 0 0,0 0 0 0 0,0 0-1 0 0,0 1 1 0 0,0-1 0 0 0,-1 0-1 0 0,1 1 1 0 0,0-1-1 0 0,-1 0 1 0 0,1 0 0 0 0,-1 1-1 0 0,0-1 1 0 0,1 1 0 0 0,-1-1-1 0 0,0 1 1 0 0,0-1 0 0 0,0 1-1 0 0,0-1 1 0 0,0 1-1 0 0,-1 0 1 0 0,1-1 0 0 0,0 1-1 0 0,0 0 1 0 0,-1 0 0 0 0,1 0-1 0 0,-1 0 1 0 0,1 0 0 0 0,-1 0-1 0 0,-2 0 1 0 0,-1 0-8 0 0,0 0 0 0 0,0 1 0 0 0,0 0 0 0 0,1 0 0 0 0,-1 0 0 0 0,0 0 0 0 0,0 1 0 0 0,0 0 0 0 0,1 0 0 0 0,-1 0 0 0 0,0 1 0 0 0,1-1 0 0 0,-1 1 0 0 0,1 0 0 0 0,0 1 0 0 0,-1-1 0 0 0,1 1 0 0 0,0-1 0 0 0,1 1-1 0 0,-1 1 1 0 0,-4 4 0 0 0,-1-1-1 0 0,0 1 0 0 0,1 1 0 0 0,1 0-1 0 0,-1 0 1 0 0,1 0 0 0 0,1 1-1 0 0,-11 20 1 0 0,13-21 2 0 0,1 1 0 0 0,0-1 0 0 0,0 1 0 0 0,1 0-1 0 0,1-1 1 0 0,-1 1 0 0 0,2 0 0 0 0,-1 0 0 0 0,1 0 0 0 0,1 0-1 0 0,0 0 1 0 0,0 0 0 0 0,5 17 0 0 0,-4-21 0 0 0,1 0-1 0 0,-1 0 1 0 0,1 0-1 0 0,1 0 1 0 0,-1-1-1 0 0,1 1 1 0 0,0-1-1 0 0,0 0 1 0 0,0 0 0 0 0,1 0-1 0 0,0-1 1 0 0,0 0-1 0 0,0 0 1 0 0,0 0-1 0 0,1 0 1 0 0,-1-1-1 0 0,1 0 1 0 0,0 0 0 0 0,0 0-1 0 0,0-1 1 0 0,0 0-1 0 0,7 1 1 0 0,1 0-5 0 0,0-2 1 0 0,-1 1-1 0 0,1-2 1 0 0,0 1 0 0 0,0-2-1 0 0,0 0 1 0 0,0-1-1 0 0,-1 0 1 0 0,1-1-1 0 0,-1-1 1 0 0,15-5-1 0 0,5-4-55 0 0,-1-1 0 0 0,-1-1 0 0 0,38-25 0 0 0,-54 31 126 0 0,0-1 1 0 0,-1 0 0 0 0,0-2-1 0 0,-1 1 1 0 0,0-1 0 0 0,-1-1-1 0 0,0-1 1 0 0,-1 1 0 0 0,0-2-1 0 0,-2 1 1 0 0,11-20 0 0 0,-20 32 124 0 0,1 2-175 0 0,-1 0-1 0 0,0 0 1 0 0,0 0-1 0 0,0 0 1 0 0,0 0 0 0 0,0 0-1 0 0,1 0 1 0 0,-1 0 0 0 0,0 0-1 0 0,0 0 1 0 0,0 0 0 0 0,0 0-1 0 0,0-1 1 0 0,0 1 0 0 0,1 0-1 0 0,-1 0 1 0 0,0 0 0 0 0,0 0-1 0 0,0 0 1 0 0,0 0-1 0 0,0 0 1 0 0,0-1 0 0 0,0 1-1 0 0,0 0 1 0 0,0 0 0 0 0,0 0-1 0 0,0 0 1 0 0,1 0 0 0 0,-1-1-1 0 0,0 1 1 0 0,0 0 0 0 0,0 0-1 0 0,0 0 1 0 0,0 0 0 0 0,0 0-1 0 0,0-1 1 0 0,0 1 0 0 0,0 0-1 0 0,-1 0 1 0 0,1 0-1 0 0,0 0 1 0 0,0 0 0 0 0,0-1-1 0 0,0 1 1 0 0,0 0 0 0 0,0 0-1 0 0,0 0 1 0 0,0 0 0 0 0,0 0-1 0 0,0 0 1 0 0,0-1 0 0 0,-1 1-1 0 0,1 0 1 0 0,0 0 0 0 0,0 0-1 0 0,0 0 1 0 0,0 0-1 0 0,0 0 1 0 0,0 0 0 0 0,-1 0-1 0 0,1 0 1 0 0,0 0 0 0 0,0 0-1 0 0,0 0 1 0 0,0-1 0 0 0,0 1-1 0 0,-1 0 1 0 0,1 0 0 0 0,-33 30 137 0 0,32-28-128 0 0,-8 10-158 0 0,30-23 0 0 0,2 2 1 0 0,-1 0-1 0 0,1 1 0 0 0,0 2 0 0 0,1 0 0 0 0,0 1 0 0 0,-1 2 0 0 0,32-2 1 0 0,-39 3 149 0 0,0 0 1 0 0,-1-1-1 0 0,1-1 1 0 0,-1-1 0 0 0,0 0-1 0 0,0-1 1 0 0,-1-1-1 0 0,0 0 1 0 0,0-1 0 0 0,0 0-1 0 0,-1-1 1 0 0,0-1 0 0 0,-1 0-1 0 0,0-1 1 0 0,-1 0-1 0 0,0 0 1 0 0,-1-1 0 0 0,0-1-1 0 0,-1 0 1 0 0,0 0-1 0 0,-1-1 1 0 0,0 0 0 0 0,-1 0-1 0 0,-1-1 1 0 0,5-17 0 0 0,-4 7 155 0 0,-1-1 0 0 0,-1 0 0 0 0,2-47 0 0 0,-7 62-37 0 0,0 0 0 0 0,-1 0-1 0 0,0-1 1 0 0,-1 1 0 0 0,0 0 0 0 0,-1 1 0 0 0,0-1 0 0 0,-1 0 0 0 0,0 1 0 0 0,0 0 0 0 0,-9-15-1 0 0,12 24-74 0 0,-3 1 1 0 0,3 0-61 0 0,0 0 0 0 0,1 0 0 0 0,-1 0 0 0 0,0 0 0 0 0,0 0 0 0 0,1 0 0 0 0,-1 0 0 0 0,0 0 0 0 0,1 0 1 0 0,-1 1-1 0 0,0-1 0 0 0,1 0 0 0 0,-1 0 0 0 0,0 1 0 0 0,1-1 0 0 0,-1 0 0 0 0,1 0 0 0 0,-1 1 0 0 0,0-1 0 0 0,1 1 0 0 0,-2 0 0 0 0,-3 7 10 0 0,0 0-1 0 0,0 0 0 0 0,0 0 1 0 0,1 1-1 0 0,0 0 0 0 0,1 0 0 0 0,0 0 1 0 0,0 0-1 0 0,1 0 0 0 0,-2 18 0 0 0,3-10 11 0 0,1-1 0 0 0,0 1 0 0 0,1 0 0 0 0,1-1 0 0 0,7 32 0 0 0,-3-25-28 0 0,2-1 0 0 0,0 0 0 0 0,1-1 0 0 0,1 1 0 0 0,0-2 0 0 0,2 0 0 0 0,1 0 0 0 0,0-1 0 0 0,20 22 0 0 0,-27-36-4 0 0,-1 1 0 0 0,1-1-1 0 0,0 0 1 0 0,0 0 0 0 0,0-1 0 0 0,1 0 0 0 0,-1 0 0 0 0,1-1-1 0 0,0 1 1 0 0,0-1 0 0 0,1-1 0 0 0,8 3 0 0 0,-14-5 246 0 0,4-4-67 0 0,-5 4-187 0 0,0 0 1 0 0,-1 0 0 0 0,1 0 0 0 0,0 0 0 0 0,-1 0 0 0 0,1-1-1 0 0,0 1 1 0 0,-1 0 0 0 0,1 0 0 0 0,0-1 0 0 0,-1 1 0 0 0,1 0-1 0 0,-1-1 1 0 0,1 1 0 0 0,-1-1 0 0 0,1 1 0 0 0,-1-1 0 0 0,1 1-1 0 0,-1-1 1 0 0,1 1 0 0 0,-1-1 0 0 0,0 0 0 0 0,1 1-1 0 0,-1-1 1 0 0,0 1 0 0 0,0-1 0 0 0,1-1 0 0 0,0-4 68 0 0,0-10-5069 0 0,1 6 61 0 0</inkml:trace>
</inkml:ink>
</file>

<file path=ppt/ink/ink6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6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10 624 0 0,'0'0'3167'0'0,"35"-6"3731"0"0,-23 5-6419 0 0,-9 0-373 0 0,0 0 0 0 0,0 1 0 0 0,0 0 0 0 0,0 0 0 0 0,0 0 0 0 0,0 0 0 0 0,0 0 0 0 0,0 0 1 0 0,0 1-1 0 0,0 0 0 0 0,0-1 0 0 0,0 1 0 0 0,0 0 0 0 0,0 0 0 0 0,-1 1 0 0 0,1-1 0 0 0,0 1 0 0 0,-1-1 0 0 0,5 4 1 0 0,-5-2-62 0 0,0 0 1 0 0,0 0 0 0 0,0 1-1 0 0,0-1 1 0 0,0 0-1 0 0,-1 1 1 0 0,0 0 0 0 0,1-1-1 0 0,-1 1 1 0 0,-1 0 0 0 0,1 0-1 0 0,0-1 1 0 0,-1 1 0 0 0,0 0-1 0 0,0 7 1 0 0,-22 282 864 0 0,2-69-653 0 0,20-178-527 0 0,-2 28-873 0 0,-6-31-3335 0 0,11-28-2290 0 0</inkml:trace>
</inkml:ink>
</file>

<file path=ppt/ink/ink6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6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99 1080 0 0,'0'0'2836'0'0,"-6"-8"297"0"0,33-9-2313 0 0,-2 8-144 0 0,3 0-268 0 0,16-1-340 0 0,0 1-440 0 0,7 0-488 0 0,3 3-440 0 0,20-6-1409 0 0,-25 3 629 0 0</inkml:trace>
</inkml:ink>
</file>

<file path=ppt/ink/ink6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7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222 192 504 0 0,'-25'-34'7905'0'0,"23"33"-6823"0"0,-32 18 186 0 0,10 1-541 0 0,-42 44 0 0 0,56-52-557 0 0,1 0-1 0 0,1 1 0 0 0,0 0 1 0 0,0 1-1 0 0,1-1 1 0 0,-10 23-1 0 0,17-33-151 0 0,-1 0 1 0 0,0 0-1 0 0,1 0 0 0 0,0 0 1 0 0,-1 0-1 0 0,1 0 0 0 0,0 0 0 0 0,0 1 1 0 0,-1-1-1 0 0,1 0 0 0 0,0 0 0 0 0,0 0 1 0 0,0 0-1 0 0,0 0 0 0 0,0 0 0 0 0,1 1 1 0 0,-1-1-1 0 0,0 0 0 0 0,0 0 0 0 0,1 0 1 0 0,0 1-1 0 0,0-1-11 0 0,-1-1 1 0 0,1 0-1 0 0,0 1 0 0 0,-1-1 0 0 0,1 0 1 0 0,0 1-1 0 0,0-1 0 0 0,-1 0 1 0 0,1 0-1 0 0,0 0 0 0 0,0 0 0 0 0,-1 0 1 0 0,1 0-1 0 0,0 0 0 0 0,0 0 1 0 0,-1 0-1 0 0,1 0 0 0 0,0 0 1 0 0,0-1-1 0 0,-1 1 0 0 0,1 0 0 0 0,1-1 1 0 0,42-22 70 0 0,-6-6-46 0 0,-33 24-87 0 0,0 0 0 0 0,1 1 0 0 0,-1 0 0 0 0,1 0 0 0 0,0 0 0 0 0,0 0 0 0 0,0 1 0 0 0,0 0 0 0 0,1 1 0 0 0,-1-1 0 0 0,1 1 0 0 0,0 0 0 0 0,0 1 0 0 0,0 0 0 0 0,0 0 0 0 0,0 0 0 0 0,0 1 0 0 0,11 1 0 0 0,22 3-479 0 0,-21 0 322 0 0,0-2 0 0 0,1-1-1 0 0,-1 0 1 0 0,0-1 0 0 0,21-4 0 0 0,-34 3 236 0 0,0 0 1 0 0,0-1-1 0 0,0 0 1 0 0,0 0-1 0 0,0-1 1 0 0,-1 0-1 0 0,0 1 0 0 0,1-2 1 0 0,-1 1-1 0 0,0-1 1 0 0,0 0-1 0 0,-1 0 0 0 0,1 0 1 0 0,-1 0-1 0 0,0-1 1 0 0,0 0-1 0 0,-1 0 1 0 0,1 0-1 0 0,-1 0 0 0 0,4-9 1 0 0,5-10 589 0 0,-1-2 1 0 0,0 1-1 0 0,-2-1 0 0 0,-2-1 1 0 0,7-34-1 0 0,-12 46 1875 0 0,-5 40-1994 0 0,-8 50-524 0 0,-73 330 434 0 0,30-151-209 0 0,35-127-146 0 0,-6 23 129 0 0,17-129 1305 0 0,3-40-37 0 0,3 8-1808 0 0,0-7 430 0 0,0-1 1 0 0,2 1 0 0 0,0-1 0 0 0,1 1 0 0 0,0-1-1 0 0,9-34 1 0 0,2 6-95 0 0,24-60-1 0 0,-18 59-28 0 0,3 0-1 0 0,34-59 1 0 0,-47 92 28 0 0,2 1 0 0 0,-1 0 0 0 0,2 1 0 0 0,0 0 0 0 0,0 1 0 0 0,1 0 0 0 0,1 0 1 0 0,0 2-1 0 0,0-1 0 0 0,1 2 0 0 0,18-10 0 0 0,-26 16-1 0 0,0 1 0 0 0,-1 0 0 0 0,1 0 0 0 0,0 0 0 0 0,0 1 0 0 0,0 0 0 0 0,0 0 0 0 0,0 0 0 0 0,0 1 0 0 0,0 0 0 0 0,1 0 0 0 0,-1 1 0 0 0,0-1 0 0 0,0 1 0 0 0,9 3 0 0 0,-11-2 2 0 0,0-1 0 0 0,0 1-1 0 0,0 0 1 0 0,0 0 0 0 0,0 1 0 0 0,-1-1-1 0 0,1 1 1 0 0,-1-1 0 0 0,0 1-1 0 0,1 0 1 0 0,-1 1 0 0 0,-1-1 0 0 0,1 0-1 0 0,0 1 1 0 0,-1 0 0 0 0,0-1-1 0 0,0 1 1 0 0,0 0 0 0 0,0 0-1 0 0,0 0 1 0 0,0 5 0 0 0,-2-7 19 0 0,0 0 0 0 0,0 0 0 0 0,-1 0 0 0 0,1 0 0 0 0,-1 0 1 0 0,1 0-1 0 0,-1 0 0 0 0,0 0 0 0 0,0 0 0 0 0,0 0 0 0 0,0 0 0 0 0,0 0 0 0 0,0-1 0 0 0,-1 1 0 0 0,1 0 1 0 0,-3 2-1 0 0,-24 23-41 0 0,17-18-45 0 0,-1-1 1 0 0,1 0-1 0 0,-2-1 1 0 0,1 0-1 0 0,-20 6 1 0 0,26-10-549 0 0,-1-1 1 0 0,1-1 0 0 0,-1 1 0 0 0,1-1 0 0 0,-1 0-1 0 0,1-1 1 0 0,-1 1 0 0 0,-7-2 0 0 0,8-2-3676 0 0,1-3 2279 0 0</inkml:trace>
</inkml:ink>
</file>

<file path=ppt/ink/ink6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7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1 1148 0 0,'0'0'5960'0'0,"-2"6"-5244"0"0,-37 174 2030 0 0,-14 183 0 0 0,42-277-2263 0 0,2-9-109 0 0,6-34 189 0 0,-3-1 0 0 0,-12 47 1 0 0,18-87 707 0 0,-11-18-893 0 0,10 15-366 0 0,-1-1 1 0 0,1 1 0 0 0,0 0 0 0 0,0-1-1 0 0,0 1 1 0 0,0-1 0 0 0,0 1 0 0 0,0-1 0 0 0,0 0-1 0 0,0 1 1 0 0,1-1 0 0 0,-2-3 0 0 0,-1-14 0 0 0,1 0 1 0 0,1 0 0 0 0,1 0-1 0 0,1-1 1 0 0,0 1-1 0 0,1 0 1 0 0,1 0 0 0 0,1 0-1 0 0,11-30 1 0 0,-2 9-52 0 0,3 1 1 0 0,2 1-1 0 0,31-51 1 0 0,-36 67 2 0 0,1 1 1 0 0,28-32 0 0 0,-37 47 18 0 0,1 1-1 0 0,-1-1 1 0 0,1 1 0 0 0,1 0 0 0 0,-1 1 0 0 0,0-1 0 0 0,1 1 0 0 0,0 1-1 0 0,0-1 1 0 0,0 1 0 0 0,1 0 0 0 0,10-2 0 0 0,-16 4 12 0 0,0 1 0 0 0,-1 0-1 0 0,1-1 1 0 0,-1 1 0 0 0,1 0 0 0 0,0 0-1 0 0,-1 0 1 0 0,1 0 0 0 0,-1 0 0 0 0,1 1 0 0 0,0-1-1 0 0,-1 0 1 0 0,1 1 0 0 0,-1-1 0 0 0,1 1 0 0 0,-1-1-1 0 0,1 1 1 0 0,-1 0 0 0 0,0 0 0 0 0,1 0 0 0 0,-1 0-1 0 0,0 0 1 0 0,1 0 0 0 0,-1 0 0 0 0,0 0 0 0 0,0 0-1 0 0,0 0 1 0 0,0 1 0 0 0,0-1 0 0 0,0 0 0 0 0,-1 1-1 0 0,1-1 1 0 0,0 1 0 0 0,-1-1 0 0 0,2 4 0 0 0,-1-2-5 0 0,-1 1 1 0 0,1-1-1 0 0,-1 1 1 0 0,0-1-1 0 0,0 0 1 0 0,0 1-1 0 0,0-1 1 0 0,-1 1-1 0 0,1-1 1 0 0,-1 1 0 0 0,0-1-1 0 0,0 0 1 0 0,0 0-1 0 0,0 1 1 0 0,-3 2-1 0 0,-3 5-538 0 0,-2 0 1 0 0,1-1-1 0 0,-2-1 0 0 0,1 1 0 0 0,-1-1 0 0 0,-1-1 0 0 0,1 0 1 0 0,-1-1-1 0 0,-1 0 0 0 0,1 0 0 0 0,-1-1 0 0 0,-13 4 1 0 0</inkml:trace>
</inkml:ink>
</file>

<file path=ppt/ink/ink6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8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0 545 592 0 0,'1'0'203'0'0,"-1"0"0"0"0,0 1 0 0 0,1-1 0 0 0,-1 0 1 0 0,1 0-1 0 0,-1 0 0 0 0,0 0 0 0 0,1 0 0 0 0,-1 0 0 0 0,1 0 0 0 0,-1 0 0 0 0,0 1 0 0 0,1-1 0 0 0,-1-1 0 0 0,1 1 1 0 0,-1 0-1 0 0,1 0 0 0 0,-1 0 0 0 0,0 0 0 0 0,1 0 0 0 0,-1 0 0 0 0,1 0 0 0 0,-1-1 0 0 0,0 1 0 0 0,1 0 0 0 0,-1 0 0 0 0,0 0 1 0 0,1-1-1 0 0,-1 1 0 0 0,1-1 0 0 0,17-15 2131 0 0,18-26-1766 0 0,-30 36 154 0 0,21-28 40 0 0,0-2 0 0 0,-3 0 0 0 0,28-54-1 0 0,-40 65-471 0 0,-2 1 0 0 0,0-1 0 0 0,-2-1 0 0 0,-1 0-1 0 0,0 0 1 0 0,4-49 0 0 0,-11 69-82 0 0,1-1-1 0 0,-1 0 1 0 0,0 1 0 0 0,0-1-1 0 0,-1 1 1 0 0,-1-8 0 0 0,1 12 28 0 0,-3 6-190 0 0,-8 10-16 0 0,0 1 0 0 0,2 0 0 0 0,0 0 1 0 0,0 1-1 0 0,1 1 0 0 0,1-1 1 0 0,1 1-1 0 0,1 1 0 0 0,0-1 0 0 0,1 1 1 0 0,1 0-1 0 0,-4 33 0 0 0,6-31-43 0 0,1 0 0 0 0,0 0-1 0 0,2 0 1 0 0,0 0 0 0 0,1 0 0 0 0,1-1-1 0 0,1 1 1 0 0,1-1 0 0 0,0 0 0 0 0,2 0-1 0 0,0 0 1 0 0,11 19 0 0 0,-16-34-17 0 0,0 0-1 0 0,0-1 1 0 0,0 1 0 0 0,1 0 0 0 0,0-1-1 0 0,-1 0 1 0 0,1 0 0 0 0,1 0 0 0 0,-1 0-1 0 0,0 0 1 0 0,1 0 0 0 0,-1-1 0 0 0,1 0-1 0 0,0 0 1 0 0,0 0 0 0 0,0 0 0 0 0,0 0-1 0 0,0-1 1 0 0,0 0 0 0 0,0 0-1 0 0,1 0 1 0 0,-1 0 0 0 0,0-1 0 0 0,1 1-1 0 0,-1-1 1 0 0,0 0 0 0 0,1-1 0 0 0,-1 1-1 0 0,0-1 1 0 0,0 0 0 0 0,1 0 0 0 0,-1 0-1 0 0,0 0 1 0 0,0-1 0 0 0,0 0 0 0 0,0 0-1 0 0,4-2 1 0 0,5-4 6 0 0,-1 1 0 0 0,0-1 0 0 0,-1-1 0 0 0,0 0-1 0 0,0-1 1 0 0,-1 0 0 0 0,0 0 0 0 0,-1-1 0 0 0,0-1 0 0 0,8-13-1 0 0,-17 25 24 0 0,4-5 101 0 0,0-1-1 0 0,0 0 1 0 0,-1 0-1 0 0,1 0 0 0 0,-1-1 1 0 0,-1 1-1 0 0,0-1 1 0 0,1 1-1 0 0,-2-1 1 0 0,1 0-1 0 0,-1 0 0 0 0,0 0 1 0 0,-1 0-1 0 0,0-8 1 0 0,0 13 65 0 0,-2 1-156 0 0,1 1 0 0 0,-1 0-1 0 0,1 0 1 0 0,-1 0 0 0 0,0 0 0 0 0,1 0-1 0 0,-1 1 1 0 0,1-1 0 0 0,-1 0 0 0 0,0 1 0 0 0,1-1-1 0 0,-1 1 1 0 0,1-1 0 0 0,0 1 0 0 0,-1 0 0 0 0,1 0-1 0 0,-1 0 1 0 0,1 0 0 0 0,0 0 0 0 0,0 0 0 0 0,-1 0-1 0 0,1 0 1 0 0,0 0 0 0 0,0 0 0 0 0,0 1-1 0 0,0-1 1 0 0,1 0 0 0 0,-1 1 0 0 0,-1 1 0 0 0,-25 45 37 0 0,25-45-34 0 0,0 1-20 0 0,-1 1-1 0 0,1-1 1 0 0,0 1 0 0 0,0 0 0 0 0,0 0-1 0 0,1 0 1 0 0,0 0 0 0 0,0 0 0 0 0,0 0-1 0 0,0 1 1 0 0,1-1 0 0 0,0 0-1 0 0,0 0 1 0 0,0 0 0 0 0,1 1 0 0 0,0-1-1 0 0,0 0 1 0 0,0 0 0 0 0,1 0 0 0 0,-1 0-1 0 0,5 8 1 0 0,-5-12-4 0 0,0 0-1 0 0,0 0 1 0 0,0 1 0 0 0,1-1-1 0 0,-1 0 1 0 0,0 0 0 0 0,1 0 0 0 0,-1-1-1 0 0,1 1 1 0 0,-1 0 0 0 0,1 0-1 0 0,-1-1 1 0 0,1 1 0 0 0,-1-1-1 0 0,1 0 1 0 0,0 1 0 0 0,-1-1-1 0 0,1 0 1 0 0,0 0 0 0 0,-1 0 0 0 0,1 0-1 0 0,0 0 1 0 0,-1 0 0 0 0,1 0-1 0 0,0-1 1 0 0,-1 1 0 0 0,3-2-1 0 0,43-14-200 0 0,-46 16 206 0 0,89-48-362 0 0,11-5 112 0 0,-90 48 219 0 0,0 1 0 0 0,1 0 0 0 0,-1 1 0 0 0,0 0 0 0 0,1 1 0 0 0,0 1 0 0 0,14-1 0 0 0,-24 1 36 0 0,0 1 0 0 0,0 0 0 0 0,1 0-1 0 0,-1 0 1 0 0,0 0 0 0 0,0 0 0 0 0,1 1 0 0 0,-1-1-1 0 0,0 0 1 0 0,0 1 0 0 0,0 0 0 0 0,0 0 0 0 0,0 0-1 0 0,0 0 1 0 0,0 0 0 0 0,0 0 0 0 0,0 0 0 0 0,0 0-1 0 0,0 1 1 0 0,-1-1 0 0 0,1 1 0 0 0,0-1 0 0 0,-1 1-1 0 0,1 0 1 0 0,-1 0 0 0 0,0-1 0 0 0,0 1 0 0 0,0 0 0 0 0,0 0-1 0 0,0 0 1 0 0,0 1 0 0 0,0-1 0 0 0,-1 0 0 0 0,1 0-1 0 0,-1 0 1 0 0,1 0 0 0 0,-1 1 0 0 0,0-1 0 0 0,0 0-1 0 0,0 0 1 0 0,0 1 0 0 0,-1 2 0 0 0,0 3 6 0 0,0 0 0 0 0,-1-1 1 0 0,0 1-1 0 0,-1-1 0 0 0,1 1 0 0 0,-2-1 1 0 0,1 0-1 0 0,-1 0 0 0 0,0-1 1 0 0,-7 10-1 0 0,6-11-14 0 0,0 0-1 0 0,0 0 1 0 0,0-1 0 0 0,0 0-1 0 0,-1 0 1 0 0,0 0 0 0 0,0-1 0 0 0,-7 3-1 0 0,-28 6-2892 0 0,40-12 2664 0 0,1 0-1 0 0,-1 0 0 0 0,0 0 0 0 0,1 0 1 0 0,-1 0-1 0 0,0-1 0 0 0,1 1 0 0 0,-1 0 1 0 0,0 0-1 0 0,1-1 0 0 0,-1 1 1 0 0,0 0-1 0 0,1-1 0 0 0,-1 1 0 0 0,1-1 1 0 0,-1 1-1 0 0,1-1 0 0 0,-1 1 1 0 0,1-1-1 0 0,-1 1 0 0 0,1-1 0 0 0,-1 0 1 0 0,-8-9-4971 0 0</inkml:trace>
</inkml:ink>
</file>

<file path=ppt/ink/ink6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9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21 268 0 0,'6'-13'6161'0'0,"-6"12"-5977"0"0,0 1 0 0 0,0 0 0 0 0,0 0 0 0 0,0-1-1 0 0,0 1 1 0 0,0 0 0 0 0,0 0 0 0 0,0-1 0 0 0,0 1 0 0 0,0 0 0 0 0,0 0 0 0 0,2-3 2391 0 0,-1 2-2391 0 0,-1 1 0 0 0,0 0 0 0 0,0 0 0 0 0,1 0 0 0 0,-1 0 0 0 0,0 0 0 0 0,0 0 0 0 0,1 0-1 0 0,-1-1 1 0 0,0 1 0 0 0,0 0 0 0 0,1 0 0 0 0,-1 0 0 0 0,0 0 0 0 0,0 0 0 0 0,1 0 0 0 0,-1 0 0 0 0,0 0 0 0 0,0 0 0 0 0,1 1 0 0 0,-1-1 0 0 0,0 0 0 0 0,1 0-1 0 0,2 14 33 0 0,1 0-1 0 0,-2 0 1 0 0,0 0-1 0 0,0 16 0 0 0,-4 28-3229 0 0,2-34-4965 0 0</inkml:trace>
</inkml:ink>
</file>

<file path=ppt/ink/ink6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29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 1028 0 0,'0'0'146'0'0,"0"0"0"0"0,0 0 0 0 0,0 1 0 0 0,0-1 0 0 0,0 0 0 0 0,0 0 0 0 0,0 1 0 0 0,0-1 0 0 0,0 0 0 0 0,0 0 0 0 0,0 1 0 0 0,0-1 0 0 0,0 0 0 0 0,0 0-1 0 0,0 1 1 0 0,1-1 0 0 0,-1 0 0 0 0,0 0 0 0 0,0 1 0 0 0,0-1 0 0 0,0 0 0 0 0,0 0 0 0 0,0 0 0 0 0,1 1 0 0 0,-1-1 0 0 0,0 0 0 0 0,0 0 0 0 0,0 0 0 0 0,1 0 0 0 0,-1 1 0 0 0,0-1 0 0 0,0 0 0 0 0,0 0 0 0 0,1 0 0 0 0,-1 0 0 0 0,0 0 0 0 0,0 0 0 0 0,1 0 0 0 0,-1 0-1 0 0,0 0 1 0 0,0 0 0 0 0,1 0 0 0 0,-1 0 0 0 0,0 0 0 0 0,0 0 0 0 0,1 0 0 0 0,-1 0 0 0 0,0 0 0 0 0,0 0 0 0 0,1 0 0 0 0,-1 0 0 0 0,0 0 0 0 0,0 0 0 0 0,0 0 0 0 0,1 0 0 0 0,-1 0 0 0 0,0-1 0 0 0,0 1 0 0 0,0 0 0 0 0,1 0 0 0 0,-1 0 0 0 0,0 0 0 0 0,0-1-1 0 0,0 1 1 0 0,0 0 0 0 0,1 0 0 0 0,-1 0 0 0 0,0-1 0 0 0,0 1 0 0 0,-9 33 2054 0 0,-23 38-4558 0 0,9-35-3127 0 0,14-21 2331 0 0</inkml:trace>
</inkml:ink>
</file>

<file path=ppt/ink/ink6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0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26 1216 0 0,'-23'-19'7249'0'0,"14"12"495"0"0,7 9-7647 0 0,0 0 0 0 0,0-1 1 0 0,1 1-1 0 0,-1 0 0 0 0,1 0 1 0 0,-1 0-1 0 0,1 0 0 0 0,0 1 0 0 0,0-1 1 0 0,0 0-1 0 0,0 1 0 0 0,0-1 1 0 0,1 0-1 0 0,-2 6 0 0 0,-2 3 211 0 0,-120 258 2385 0 0,92-199-2294 0 0,31-69-514 0 0,5 4-391 0 0,-4-5 498 0 0,0 0-1 0 0,0 0 0 0 0,0 1 1 0 0,0-1-1 0 0,0 0 0 0 0,1 0 1 0 0,-1 1-1 0 0,0-1 0 0 0,0 0 1 0 0,0 0-1 0 0,0 1 0 0 0,0-1 1 0 0,1 0-1 0 0,-1 0 1 0 0,0 0-1 0 0,0 1 0 0 0,0-1 1 0 0,1 0-1 0 0,-1 0 0 0 0,0 0 1 0 0,0 0-1 0 0,1 1 0 0 0,-1-1 1 0 0,0 0-1 0 0,0 0 0 0 0,1 0 1 0 0,-1 0-1 0 0,0 0 0 0 0,0 0 1 0 0,1 0-1 0 0,-1 0 0 0 0,0 0 1 0 0,1 0-1 0 0,-1 0 0 0 0,0 0 1 0 0,0 0-1 0 0,1 0 0 0 0,-1 0 1 0 0,1 0-1 0 0,213-78-3342 0 0,-93 30 1976 0 0,-171 165 4480 0 0,41-90-2879 0 0,2 0 0 0 0,-8 53-1 0 0,14-65-979 0 0,-1 0 0 0 0,2 1 0 0 0,0-1 0 0 0,1 0 0 0 0,0 0 0 0 0,7 30 0 0 0,0-27-6113 0 0</inkml:trace>
</inkml:ink>
</file>

<file path=ppt/ink/ink6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0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1768 0 0,'1'-1'8362'0'0,"3"-15"423"0"0,-6 12-9009 0 0,0-3 840 0 0</inkml:trace>
</inkml:ink>
</file>

<file path=ppt/ink/ink6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3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69 368 0 0,'-9'-14'3720'0'0,"0"1"-1"0"0,-22-25 1283 0 0,31 38-4958 0 0,0-1 1 0 0,0 1 0 0 0,0 0 0 0 0,0 0-1 0 0,0 0 1 0 0,0 0 0 0 0,0-1 0 0 0,0 1-1 0 0,0 0 1 0 0,0 0 0 0 0,0 0 0 0 0,0 0-1 0 0,0 0 1 0 0,0 0 0 0 0,0-1 0 0 0,0 1 0 0 0,-1 0-1 0 0,1 0 1 0 0,0 0 0 0 0,0 0 0 0 0,0 0-1 0 0,0 0 1 0 0,0 0 0 0 0,0 0 0 0 0,0-1-1 0 0,-1 1 1 0 0,1 0 0 0 0,0 0 0 0 0,0 0 0 0 0,0 0-1 0 0,0 0 1 0 0,0 0 0 0 0,-1 0 0 0 0,1 0-1 0 0,0 0 1 0 0,0 0 0 0 0,0 0 0 0 0,0 0-1 0 0,0 0 1 0 0,-1 0 0 0 0,1 0 0 0 0,0 0-1 0 0,0 0 1 0 0,0 0 0 0 0,0 0 0 0 0,0 0 0 0 0,-1 0-1 0 0,1 0 1 0 0,0 1 0 0 0,0-1 0 0 0,0 0-1 0 0,0 0 1 0 0,0 0 0 0 0,0 0 0 0 0,-1 0-1 0 0,1 0 1 0 0,0 0 0 0 0,0 0 0 0 0,0 1 0 0 0,0-1-1 0 0,0 0 1 0 0,0 10-81 0 0,1-1 0 0 0,1 1 0 0 0,-1-1 0 0 0,2 0 0 0 0,-1 1 0 0 0,1-1 1 0 0,0 0-1 0 0,1 0 0 0 0,0-1 0 0 0,1 1 0 0 0,0-1 0 0 0,0 0 0 0 0,7 9 0 0 0,-9-14-117 0 0,-1 0 1 0 0,1-1-1 0 0,0 1 1 0 0,0 0-1 0 0,0-1 1 0 0,0 1-1 0 0,0-1 1 0 0,0 0-1 0 0,1 0 1 0 0,-1 0-1 0 0,1-1 1 0 0,-1 1-1 0 0,1-1 1 0 0,0 0-1 0 0,-1 0 1 0 0,1 0-1 0 0,0-1 1 0 0,0 1-1 0 0,0-1 0 0 0,0 0 1 0 0,0 0-1 0 0,0 0 1 0 0,-1 0-1 0 0,1-1 1 0 0,0 0-1 0 0,0 1 1 0 0,0-2-1 0 0,-1 1 1 0 0,1 0-1 0 0,-1-1 1 0 0,1 1-1 0 0,-1-1 1 0 0,1 0-1 0 0,-1 0 1 0 0,0 0-1 0 0,4-4 1 0 0,-1 1 38 0 0,0-1 1 0 0,0 0 0 0 0,0 0 0 0 0,-1 0 0 0 0,8-13 0 0 0,12-13 1892 0 0,-24 31-1498 0 0,0-1 29 0 0,-1 2-303 0 0,-1 0 0 0 0,1 0 1 0 0,0-1-1 0 0,0 1 0 0 0,0 0 0 0 0,0 0 0 0 0,0 0 0 0 0,0-1 1 0 0,0 1-1 0 0,0 0 0 0 0,0 0 0 0 0,0 0 0 0 0,0-1 1 0 0,0 1-1 0 0,0 0 0 0 0,0 0 0 0 0,0 0 0 0 0,0-1 1 0 0,1 1-1 0 0,-1 0 0 0 0,0 0 0 0 0,0 0 0 0 0,0 0 1 0 0,0-1-1 0 0,0 1 0 0 0,0 0 0 0 0,0 0 0 0 0,1 0 1 0 0,-1 0-1 0 0,0 0 0 0 0,0-1 0 0 0,0 1 0 0 0,0 0 0 0 0,1 0 1 0 0,-1 0-1 0 0,0 0 0 0 0,0 0 0 0 0,0 0 0 0 0,0 0 1 0 0,1 0-1 0 0,-1 0 0 0 0,0 0 0 0 0,0 0 0 0 0,0 0 1 0 0,1 0-1 0 0,-1 0 0 0 0,0 0 0 0 0,0 0 0 0 0,0 0 1 0 0,1 0-1 0 0,17 24-927 0 0,13 16-4888 0 0,-17-28 3128 0 0</inkml:trace>
</inkml:ink>
</file>

<file path=ppt/ink/ink6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3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479 588 1160 0 0,'0'0'2302'0'0,"-4"2"-1263"0"0,-6 1-557 0 0,1-1 0 0 0,-1 0 0 0 0,0 0 0 0 0,1-1 0 0 0,-1 0 0 0 0,0 0 0 0 0,0-1 0 0 0,0-1 0 0 0,0 0 0 0 0,0 0 0 0 0,1-1 0 0 0,-1 0 0 0 0,0 0 0 0 0,1-1 0 0 0,0-1 0 0 0,-17-7 0 0 0,2-1-182 0 0,-1-1 1 0 0,2-2-1 0 0,0 0 1 0 0,0-1-1 0 0,-20-20 0 0 0,30 23-246 0 0,1 0-1 0 0,0-1 1 0 0,0-1-1 0 0,2 0 0 0 0,-1 0 1 0 0,2-1-1 0 0,0-1 0 0 0,1 1 1 0 0,1-1-1 0 0,-5-19 1 0 0,8 22-73 0 0,0 0 1 0 0,1 0 0 0 0,0 0 0 0 0,1 0-1 0 0,1 0 1 0 0,1 0 0 0 0,0-1-1 0 0,0 1 1 0 0,1 0 0 0 0,1 0 0 0 0,1-1-1 0 0,0 2 1 0 0,8-23 0 0 0,-10 33 0 0 0,0-1 1 0 0,0 1 0 0 0,0 0 0 0 0,1 0-1 0 0,-1 0 1 0 0,1 0 0 0 0,0 0-1 0 0,0 0 1 0 0,0 0 0 0 0,0 0 0 0 0,1 1-1 0 0,-1-1 1 0 0,1 1 0 0 0,-1 0-1 0 0,1-1 1 0 0,0 1 0 0 0,0 1 0 0 0,0-1-1 0 0,0 0 1 0 0,0 1 0 0 0,1-1-1 0 0,-1 1 1 0 0,0 0 0 0 0,1 0 0 0 0,-1 0-1 0 0,0 1 1 0 0,1-1 0 0 0,-1 1 0 0 0,1 0-1 0 0,-1 0 1 0 0,1 0 0 0 0,-1 0-1 0 0,1 1 1 0 0,4 1 0 0 0,0 0-5 0 0,0 1 1 0 0,0 1-1 0 0,-1 0 0 0 0,0 0 1 0 0,0 0-1 0 0,0 1 1 0 0,0 0-1 0 0,-1 0 0 0 0,1 1 1 0 0,-1-1-1 0 0,-1 2 1 0 0,1-1-1 0 0,7 11 0 0 0,0 6 1 0 0,0 0-1 0 0,-2 1 1 0 0,-1 0-1 0 0,0 0 1 0 0,-2 1 0 0 0,-1 0-1 0 0,6 39 1 0 0,-3 3-13 0 0,1 116 1 0 0,-11-125 29 0 0,-3 0 0 0 0,-2-1-1 0 0,-16 76 1 0 0,12-98 34 0 0,-1 1-1 0 0,-1-2 1 0 0,-2 1 0 0 0,-2-2 0 0 0,-1 0-1 0 0,-28 43 1 0 0,4-20-553 0 0,-55 60 0 0 0,88-112-572 0 0</inkml:trace>
</inkml:ink>
</file>

<file path=ppt/ink/ink6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4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11 177 876 0 0,'0'0'807'0'0,"11"24"3429"0"0,-3-25-3952 0 0,0 0 0 0 0,-1-1 1 0 0,1 0-1 0 0,-1-1 0 0 0,0 1 1 0 0,1-1-1 0 0,-1-1 1 0 0,-1 1-1 0 0,1-1 0 0 0,0-1 1 0 0,-1 1-1 0 0,0-1 0 0 0,10-10 1 0 0,-7 7-97 0 0,-1 0 1 0 0,0 0 0 0 0,-1-1-1 0 0,0 0 1 0 0,0-1 0 0 0,-1 1-1 0 0,0-1 1 0 0,8-22 0 0 0,-13 30-109 0 0,0 1 0 0 0,-1-1 0 0 0,1 0 0 0 0,-1 0 0 0 0,0 0 0 0 0,0 0 0 0 0,0 0 0 0 0,0 0-1 0 0,0 0 1 0 0,0 0 0 0 0,0 0 0 0 0,-1 0 0 0 0,1 0 0 0 0,-1 0 0 0 0,0 0 0 0 0,1 0 0 0 0,-1 0 0 0 0,0 0 0 0 0,-2-3 0 0 0,1 4 42 0 0,-22 8 76 0 0,15-3-165 0 0,1 0 0 0 0,-1 1 0 0 0,1 0 0 0 0,0 1 0 0 0,0-1-1 0 0,0 2 1 0 0,1-1 0 0 0,0 1 0 0 0,0 0 0 0 0,-5 8 0 0 0,0 0 14 0 0,1 1-1 0 0,0 1 0 0 0,-16 33 1 0 0,24-41-35 0 0,0-1 0 0 0,0 0 0 0 0,0 1 0 0 0,1 0 0 0 0,1 0 0 0 0,-1 0 0 0 0,1-1 0 0 0,1 1 0 0 0,0 0 0 0 0,0 0 0 0 0,1 0 0 0 0,0 0 0 0 0,4 17 0 0 0,-3-21-16 0 0,-1 0 0 0 0,1-1 0 0 0,0 1 0 0 0,1-1 0 0 0,-1 1 0 0 0,1-1-1 0 0,-1 0 1 0 0,1 0 0 0 0,0 0 0 0 0,1-1 0 0 0,-1 1 0 0 0,1-1-1 0 0,0 1 1 0 0,0-1 0 0 0,0 0 0 0 0,0-1 0 0 0,0 1 0 0 0,0-1 0 0 0,1 0-1 0 0,-1 0 1 0 0,1 0 0 0 0,0 0 0 0 0,0-1 0 0 0,-1 0 0 0 0,1 0-1 0 0,7 0 1 0 0,-2-1-13 0 0,0 0-1 0 0,0-1 1 0 0,0 0-1 0 0,0-1 1 0 0,0 0-1 0 0,0-1 1 0 0,-1 0-1 0 0,1 0 1 0 0,-1-1-1 0 0,0 0 0 0 0,0-1 1 0 0,0 0-1 0 0,-1 0 1 0 0,14-11-1 0 0,12-12-44 0 0,-2-1-1 0 0,30-34 1 0 0,-50 50 54 0 0,3-4 55 0 0,-1-1 1 0 0,21-35 0 0 0,-17 24 1015 0 0,-17 27-821 0 0,0 26 1245 0 0,-1 86-1305 0 0,0-110-185 0 0,0 1 0 0 0,0 0 0 0 0,0 0 0 0 0,0 0-1 0 0,0 0 1 0 0,0 0 0 0 0,0 0 0 0 0,0 0 0 0 0,0 0 0 0 0,0 0-1 0 0,0-1 1 0 0,1 1 0 0 0,-1 0 0 0 0,0 0 0 0 0,1 0 0 0 0,-1 0-1 0 0,1 0 1 0 0,-1-1 0 0 0,1 1 0 0 0,-1 0 0 0 0,1 0 0 0 0,-1-1-1 0 0,1 1 1 0 0,1 1 0 0 0,-1-2-7 0 0,0 0 1 0 0,0 0-1 0 0,0 0 0 0 0,0 0 1 0 0,0-1-1 0 0,0 1 0 0 0,0 0 0 0 0,0 0 1 0 0,0-1-1 0 0,0 1 0 0 0,0 0 0 0 0,0-1 1 0 0,-1 1-1 0 0,1-1 0 0 0,0 1 1 0 0,0-1-1 0 0,0 1 0 0 0,1-2 0 0 0,40-44-361 0 0,-34 37 331 0 0,4-5-20 0 0,0 1 0 0 0,2 1 0 0 0,14-12 0 0 0,-26 23 28 0 0,12 0-79 0 0,15 18-52 0 0,-23-13-37 0 0,1 0 1 0 0,-1 0 0 0 0,1-1 0 0 0,0 1 0 0 0,0-1-1 0 0,0-1 1 0 0,0 0 0 0 0,1 0 0 0 0,-1 0-1 0 0,1-1 1 0 0,8 1 0 0 0,-8-2 78 0 0,0 0-1 0 0,1-1 1 0 0,-1 0 0 0 0,0 0-1 0 0,-1-1 1 0 0,1 0 0 0 0,0-1-1 0 0,0 0 1 0 0,-1 0-1 0 0,0 0 1 0 0,1-1 0 0 0,-1 0-1 0 0,11-9 1 0 0,-11 7 463 0 0,0 0 0 0 0,-1-1 0 0 0,1 0 1 0 0,-1 0-1 0 0,-1 0 0 0 0,1-1 0 0 0,4-9 0 0 0,-10 16 128 0 0,-2 93 2672 0 0,1-37-2989 0 0,0 55 42 0 0,-5 1 0 0 0,-35 189 0 0 0,35-273-139 0 0,-2 0-1 0 0,-1-1 0 0 0,-20 42 0 0 0,22-56-30 0 0,1 0 0 0 0,-1 0 0 0 0,-1-1 0 0 0,0 0 0 0 0,-1 0 0 0 0,0-1 1 0 0,-1 0-1 0 0,0-1 0 0 0,-15 11 0 0 0,22-17-12 0 0,0-1 0 0 0,0 0 0 0 0,0 0 0 0 0,-1 0 0 0 0,1 0 0 0 0,-1-1 0 0 0,0 0 0 0 0,1 1 0 0 0,-1-1 0 0 0,0-1 0 0 0,0 1 0 0 0,1 0 0 0 0,-1-1 0 0 0,0 0 0 0 0,0 0 0 0 0,0 0 0 0 0,0 0 0 0 0,0-1 0 0 0,1 1 0 0 0,-1-1 0 0 0,0 0 0 0 0,0 0 0 0 0,1 0 0 0 0,-1-1 0 0 0,0 0 0 0 0,1 1 0 0 0,0-1 0 0 0,-1 0 0 0 0,1 0 0 0 0,0-1 0 0 0,0 1 0 0 0,0-1 0 0 0,-3-4 0 0 0,0 1-123 0 0,1-1 0 0 0,0 0 0 0 0,1 0 0 0 0,-1 0-1 0 0,2-1 1 0 0,-1 1 0 0 0,1-1 0 0 0,0 0 0 0 0,0 0 0 0 0,1 0 0 0 0,0-1 0 0 0,1 1 0 0 0,-1 0-1 0 0,1-13 1 0 0,2-5-991 0 0,1 0 0 0 0,7-35-1 0 0,10-13-5981 0 0,-6 35 2904 0 0</inkml:trace>
</inkml:ink>
</file>

<file path=ppt/ink/ink6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5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74 824 0 0,'-6'-10'2672'0'0,"1"1"-1"0"0,0-1 1 0 0,1-1 0 0 0,-6-20 0 0 0,9 29-2862 0 0,5 4-2553 0 0,-2-1 2527 0 0,0 0 0 0 0,-1 1 0 0 0,1-1 0 0 0,0 0 0 0 0,-1 1 0 0 0,1-1 0 0 0,-1 1 0 0 0,0 0 0 0 0,2 1 0 0 0,-2-1-275 0 0,10 6-2764 0 0,-1-1 251 0 0</inkml:trace>
</inkml:ink>
</file>

<file path=ppt/ink/ink6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5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35 76 0 0,'-9'7'1196'0'0,"2"-2"-440"0"0,0-1-1 0 0,1 1 1 0 0,0 1-1 0 0,0-1 0 0 0,0 1 1 0 0,1 0-1 0 0,0 0 0 0 0,0 1 1 0 0,-6 10-1 0 0,11-16-694 0 0,0 1-1 0 0,-1-1 1 0 0,1 0 0 0 0,0 0-1 0 0,0 1 1 0 0,0-1 0 0 0,0 0-1 0 0,0 0 1 0 0,0 1 0 0 0,0-1-1 0 0,1 0 1 0 0,-1 0 0 0 0,0 0-1 0 0,1 1 1 0 0,-1-1 0 0 0,1 0-1 0 0,-1 0 1 0 0,1 0-1 0 0,-1 0 1 0 0,1 0 0 0 0,0 0-1 0 0,0 0 1 0 0,-1 0 0 0 0,1 0-1 0 0,0 0 1 0 0,0 0 0 0 0,0 0-1 0 0,0-1 1 0 0,2 2 0 0 0,27 13 1014 0 0,-28-15-586 0 0,1-2-221 0 0,-1 0-181 0 0,0 1 0 0 0,0-1 0 0 0,0 0 0 0 0,0 0 0 0 0,0 0 0 0 0,0 0 0 0 0,-1 0 0 0 0,1 0 0 0 0,-1 0 0 0 0,1 0-1 0 0,-1-1 1 0 0,0 1 0 0 0,0-1 0 0 0,0 1 0 0 0,0-1 0 0 0,0 1 0 0 0,-1-1 0 0 0,1-4 0 0 0,-1 1 124 0 0,0 0 0 0 0,-1 0 0 0 0,1 0-1 0 0,-2 0 1 0 0,1 0 0 0 0,-1 0 0 0 0,1 0 0 0 0,-5-8-1 0 0,-14-25-412 0 0,20 37-327 0 0,-3-1-1250 0 0,1 0-26 0 0</inkml:trace>
</inkml:ink>
</file>

<file path=ppt/ink/ink6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6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13 652 0 0,'-12'-7'11945'0'0,"11"7"-11824"0"0,1-1 1 0 0,0 1 0 0 0,0 0 0 0 0,0 0 0 0 0,0 0 0 0 0,0 0 0 0 0,-1 0 0 0 0,1 0 0 0 0,0 0 0 0 0,0 0 0 0 0,0 0 0 0 0,0 0 0 0 0,-1 0 0 0 0,1 0 0 0 0,0 0 0 0 0,0 0 0 0 0,-3 2 2195 0 0,3-2-2195 0 0,0 0 0 0 0,0 0 0 0 0,0 0 0 0 0,0 0 0 0 0,0 0 0 0 0,0 1 0 0 0,0-1 0 0 0,0 0 0 0 0,0 0 0 0 0,0 0 0 0 0,0 0 0 0 0,-1 1 0 0 0,1-1 0 0 0,0 0-1 0 0,1 0 1 0 0,-1 1 0 0 0,2 3-154 0 0,0 0-1 0 0,1 0 0 0 0,0-1 1 0 0,0 1-1 0 0,0 0 0 0 0,1-1 1 0 0,-1 0-1 0 0,1 0 0 0 0,0 0 1 0 0,0 0-1 0 0,0 0 0 0 0,0-1 0 0 0,0 0 1 0 0,0 0-1 0 0,1 0 0 0 0,4 1 1 0 0,2 1-68 0 0,0-1 0 0 0,0 0 1 0 0,1-1-1 0 0,-1 0 1 0 0,21 0-1 0 0,-30-3 88 0 0,1 1-1 0 0,0-1 1 0 0,-1 0-1 0 0,1 1 1 0 0,-1-1-1 0 0,1 0 1 0 0,0 0-1 0 0,-1-1 1 0 0,0 1-1 0 0,1 0 1 0 0,-1-1-1 0 0,0 0 1 0 0,0 1-1 0 0,0-1 1 0 0,0 0-1 0 0,0 0 1 0 0,0 0 0 0 0,0 0-1 0 0,-1-1 1 0 0,1 1-1 0 0,-1 0 1 0 0,0-1-1 0 0,1 1 1 0 0,-1-1-1 0 0,0 1 1 0 0,0-5-1 0 0,6-22 268 0 0,-10 49-147 0 0,-7 39-120 0 0,-10 155 37 0 0,-24 180-15 0 0,30-289 6 0 0,8-51 13 0 0,-3 0 0 0 0,-25 85 1 0 0,34-137-7 0 0,0-1 0 0 0,0 0 1 0 0,0 1-1 0 0,-1-1 0 0 0,1 0 0 0 0,0 0 1 0 0,-1 0-1 0 0,0 1 0 0 0,1-1 1 0 0,-1 0-1 0 0,1 0 0 0 0,-1 0 0 0 0,0 0 1 0 0,0 0-1 0 0,0 0 0 0 0,0 0 1 0 0,0 0-1 0 0,0 0 0 0 0,0-1 1 0 0,0 1-1 0 0,0 0 0 0 0,0-1 0 0 0,0 1 1 0 0,0-1-1 0 0,0 1 0 0 0,-1-1 1 0 0,1 1-1 0 0,0-1 0 0 0,0 0 1 0 0,-1 1-1 0 0,1-1 0 0 0,0 0 0 0 0,0 0 1 0 0,-1 0-1 0 0,1 0 0 0 0,0 0 1 0 0,-1 0-1 0 0,1-1 0 0 0,0 1 0 0 0,0 0 1 0 0,-1-1-1 0 0,1 1 0 0 0,0-1 1 0 0,0 1-1 0 0,0-1 0 0 0,0 1 1 0 0,0-1-1 0 0,0 0 0 0 0,-2-1 1 0 0,-1-1 36 0 0,-1-1 0 0 0,1 1 1 0 0,1-1-1 0 0,-1 0 1 0 0,0 0-1 0 0,1-1 0 0 0,0 1 1 0 0,0 0-1 0 0,0-1 1 0 0,-4-10-1 0 0,1-5-97 0 0,1-1 1 0 0,0 0-1 0 0,2 0 0 0 0,0 0 1 0 0,1 0-1 0 0,2-1 0 0 0,0 1 1 0 0,1 0-1 0 0,7-38 0 0 0,-3 32-1001 0 0,2 0 0 0 0,16-41-1 0 0,-12 42-1791 0 0,1 1 0 0 0,22-35-1 0 0,-7 17-1621 0 0</inkml:trace>
</inkml:ink>
</file>

<file path=ppt/ink/ink6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7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0 778 224 0 0,'0'0'4964'0'0,"2"11"-3828"0"0,4-10 2116 0 0,27-15-2733 0 0,-1-1 1 0 0,-1-2 0 0 0,0-1 0 0 0,-1-1 0 0 0,-1-2 0 0 0,-1-1 0 0 0,46-47 0 0 0,-68 64-362 0 0,-1-1 0 0 0,1 0 0 0 0,-1 0 0 0 0,-1-1 0 0 0,1 0 0 0 0,-1 0 1 0 0,-1 0-1 0 0,1 0 0 0 0,-1 0 0 0 0,0-1 0 0 0,-1 1 0 0 0,0-1 1 0 0,0 0-1 0 0,1-8 0 0 0,-3 14-6 0 0,0 1-137 0 0,0 0 0 0 0,0 0 0 0 0,0 0 0 0 0,0 0 0 0 0,0 0 0 0 0,0 0 0 0 0,0 0 0 0 0,-1 0 0 0 0,1 0 0 0 0,0 0 0 0 0,-1 0 0 0 0,1 0 0 0 0,0 0 0 0 0,-1 0 0 0 0,1 0 0 0 0,-1 0 0 0 0,0 0 0 0 0,1 1 0 0 0,-1-1 0 0 0,0 0 0 0 0,1 0 0 0 0,-1 1 0 0 0,0-1 0 0 0,0 0 0 0 0,0 1 0 0 0,1-1 0 0 0,-1 1 0 0 0,-2-2 1 0 0,1 2-3 0 0,-1-1 0 0 0,1 1 1 0 0,0 0-1 0 0,-1 0 0 0 0,1 0 1 0 0,-1 0-1 0 0,1 0 0 0 0,-1 0 1 0 0,1 1-1 0 0,-1-1 0 0 0,-3 2 1 0 0,-7 3 14 0 0,1 0 0 0 0,0 0 1 0 0,-15 10-1 0 0,11-6-10 0 0,0 1 0 0 0,1 0-1 0 0,0 2 1 0 0,0-1-1 0 0,2 2 1 0 0,-1 0 0 0 0,2 1-1 0 0,-1 0 1 0 0,2 1 0 0 0,0 0-1 0 0,1 1 1 0 0,-16 31 0 0 0,24-42-24 0 0,1-1 1 0 0,-1 1-1 0 0,1 0 1 0 0,0-1-1 0 0,0 1 0 0 0,0 0 1 0 0,1 0-1 0 0,-1 0 1 0 0,1 0-1 0 0,0 0 1 0 0,1 0-1 0 0,-1-1 1 0 0,1 1-1 0 0,0 0 1 0 0,0 0-1 0 0,1-1 1 0 0,-1 1-1 0 0,1 0 1 0 0,0-1-1 0 0,0 0 1 0 0,1 1-1 0 0,-1-1 1 0 0,1 0-1 0 0,0 0 1 0 0,0 0-1 0 0,0-1 1 0 0,1 1-1 0 0,-1-1 1 0 0,1 0-1 0 0,0 1 1 0 0,0-2-1 0 0,7 5 1 0 0,0 0-38 0 0,0-2 1 0 0,1 1 0 0 0,0-1 0 0 0,1-1 0 0 0,-1 0 0 0 0,0-1 0 0 0,1 0 0 0 0,0-1 0 0 0,0-1-1 0 0,0 0 1 0 0,17-1 0 0 0,22-3-95 0 0,0-2 1 0 0,0-3-1 0 0,-1-2 0 0 0,0-2 1 0 0,-1-3-1 0 0,-1-1 0 0 0,0-3 0 0 0,-1-2 1 0 0,-1-2-1 0 0,-1-2 0 0 0,46-34 0 0 0,-88 57 184 0 0,-1-1 0 0 0,-1 0-1 0 0,1 0 1 0 0,0 1 0 0 0,-1-2-1 0 0,1 1 1 0 0,-1 0 0 0 0,0 0-1 0 0,0-1 1 0 0,-1 1 0 0 0,3-6-1 0 0,-4 8 303 0 0,-5-7-83 0 0,5 7-254 0 0,0 1-1 0 0,0-1 1 0 0,0 0-1 0 0,0 0 0 0 0,0 1 1 0 0,-1-1-1 0 0,1 0 1 0 0,0 1-1 0 0,0-1 1 0 0,-1 0-1 0 0,1 1 0 0 0,-1-1 1 0 0,1 0-1 0 0,0 1 1 0 0,-1-1-1 0 0,1 1 0 0 0,-1-1 1 0 0,0 0-1 0 0,1 1 1 0 0,-2-1-1 0 0,-3-1 45 0 0,-1 1 0 0 0,1 0 0 0 0,-1 0 0 0 0,0 0 0 0 0,1 1 0 0 0,-1-1 0 0 0,0 1 0 0 0,1 1 0 0 0,-1-1 0 0 0,0 1 0 0 0,1 0 0 0 0,-1 0 0 0 0,1 1 0 0 0,-1-1 0 0 0,1 1 0 0 0,-8 4 0 0 0,-8 4 74 0 0,1 1-1 0 0,-34 24 1 0 0,49-31-4 0 0,8-3-53 0 0,21-7-69 0 0,-15 3-101 0 0,1 1 1 0 0,-1 0-1 0 0,0 0 0 0 0,16-1 1 0 0,60 21-849 0 0,-68-13 716 0 0,0-1 0 0 0,1 0 1 0 0,-1-2-1 0 0,1 0 0 0 0,18 0 0 0 0,-23-3 209 0 0,1 1-1 0 0,-1-2 0 0 0,0 0 0 0 0,0 0 0 0 0,0-1 0 0 0,0-1 1 0 0,0 0-1 0 0,-1-1 0 0 0,0 0 0 0 0,0-1 0 0 0,0-1 1 0 0,-1 0-1 0 0,0 0 0 0 0,0-1 0 0 0,0 0 0 0 0,-1-1 0 0 0,-1 0 1 0 0,1-1-1 0 0,-1 0 0 0 0,-1 0 0 0 0,0-1 0 0 0,-1 0 0 0 0,0 0 1 0 0,0-1-1 0 0,6-17 0 0 0,3-10 116 0 0,-3-2 0 0 0,-1 1 1 0 0,13-79-1 0 0,-22 92 132 0 0,-1-1 1 0 0,-1 1 0 0 0,-1 0-1 0 0,-2-1 1 0 0,0 1-1 0 0,-2 0 1 0 0,-8-28 0 0 0,12 53 111 0 0,-5 7-300 0 0,-2 5-28 0 0,-1 1 0 0 0,1 0 0 0 0,1 1 1 0 0,0 0-1 0 0,0 0 0 0 0,1 0 0 0 0,1 1 1 0 0,0-1-1 0 0,1 1 0 0 0,0 0 0 0 0,-1 22 1 0 0,-1 9 25 0 0,3 0 1 0 0,4 57 0 0 0,-1-81-76 0 0,2-1 0 0 0,0 0 1 0 0,1 1-1 0 0,1-2 1 0 0,9 24-1 0 0,-10-32 17 0 0,0 0 1 0 0,0-1-1 0 0,1 0 0 0 0,1 0 0 0 0,0 0 1 0 0,0-1-1 0 0,1 0 0 0 0,-1 0 0 0 0,2 0 0 0 0,-1-1 1 0 0,12 8-1 0 0,-14-12 39 0 0,-1-1 0 0 0,1 0-1 0 0,0 0 1 0 0,0 0 0 0 0,0-1 0 0 0,0 1 0 0 0,0-1-1 0 0,1-1 1 0 0,-1 1 0 0 0,10-1 0 0 0,-12 0 491 0 0,13-6 1753 0 0</inkml:trace>
</inkml:ink>
</file>

<file path=ppt/ink/ink6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8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50 864 0 0,'10'-34'7615'0'0,"-7"18"-6251"0"0</inkml:trace>
</inkml:ink>
</file>

<file path=ppt/ink/ink6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8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0 467 864 0 0,'52'-2'6277'0'0,"-39"-1"-5523"0"0,1-1-1 0 0,0-1 1 0 0,-1-1 0 0 0,0 1-1 0 0,23-15 1 0 0,-32 17-401 0 0,-3 3-299 0 0,-1-1 1 0 0,1 1-1 0 0,-1 0 0 0 0,1-1 1 0 0,-1 1-1 0 0,1 0 0 0 0,-1 0 1 0 0,1-1-1 0 0,0 1 1 0 0,-1 0-1 0 0,1 0 0 0 0,-1 0 1 0 0,1 0-1 0 0,0-1 0 0 0,-1 1 1 0 0,1 0-1 0 0,-1 0 1 0 0,1 0-1 0 0,0 1 0 0 0,-1-1 1 0 0,1 0-1 0 0,0 0 1 0 0,-1 0-1 0 0,1 0 0 0 0,-1 1 1 0 0,1-1-1 0 0,-1 0 0 0 0,1 0 1 0 0,-1 1-1 0 0,1-1 1 0 0,0 0-1 0 0,-1 1 0 0 0,1 0 1 0 0,6 23 536 0 0,-13 40-498 0 0,5-58 48 0 0,-50 255 517 0 0,37-200-750 0 0,-25 82 448 0 0,3-52-3873 0 0,26-77-2457 0 0</inkml:trace>
  <inkml:trace contextRef="#ctx0" brushRef="#br0" timeOffset="1">0 77 1460 0 0,'0'0'4937'0'0,"27"-21"-4353"0"0,-12 15-256 0 0,13-1-352 0 0,13-3-456 0 0,-5-1-656 0 0,11 1-1229 0 0,0-1 545 0 0</inkml:trace>
</inkml:ink>
</file>

<file path=ppt/ink/ink6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39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82 272 0 0,'-24'-81'14139'0'0,"25"87"-13833"0"0,16 200 1288 0 0,-14-160-1373 0 0,-1-29-123 0 0,-1-1-1 0 0,0 1 1 0 0,-1-1 0 0 0,-1 1 0 0 0,-1-1 0 0 0,0 1-1 0 0,-8 28 1 0 0,7-27 14 0 0,11-17-180 0 0,23-22-188 0 0,-23 15 248 0 0,4-2-94 0 0,0 1 0 0 0,0 0 0 0 0,0 0 0 0 0,1 2 0 0 0,0-1 0 0 0,21-5 0 0 0,-30 10 59 0 0,0 0 1 0 0,1 0-1 0 0,-1 0 1 0 0,1 0-1 0 0,-1 1 1 0 0,1-1-1 0 0,-1 1 1 0 0,1 0-1 0 0,0 1 1 0 0,-1-1-1 0 0,1 1 1 0 0,-1 0-1 0 0,1 0 1 0 0,-1 0-1 0 0,0 1 1 0 0,1 0-1 0 0,-1-1 1 0 0,0 2-1 0 0,0-1 0 0 0,0 0 1 0 0,0 1-1 0 0,-1-1 1 0 0,6 6-1 0 0,-8-7 29 0 0,0 0 0 0 0,0 1 0 0 0,0-1-1 0 0,1 1 1 0 0,-1 0 0 0 0,-1-1-1 0 0,1 1 1 0 0,0 0 0 0 0,0-1-1 0 0,-1 1 1 0 0,1 0 0 0 0,0 0 0 0 0,-1 0-1 0 0,0 0 1 0 0,0 0 0 0 0,1-1-1 0 0,-1 1 1 0 0,0 0 0 0 0,0 0-1 0 0,-1 0 1 0 0,1 0 0 0 0,0 0 0 0 0,-2 3-1 0 0,1-1-1 0 0,-1 0 0 0 0,0 0 0 0 0,-1-1 0 0 0,1 1 0 0 0,-1 0 0 0 0,1-1 0 0 0,-1 0 0 0 0,0 1 0 0 0,-7 4 0 0 0,-6 4 5 0 0,-1 0 1 0 0,0-2-1 0 0,-26 13 0 0 0,42-22 11 0 0,-8 3 91 0 0,-1-1 1 0 0,1 1-1 0 0,-1-2 0 0 0,-19 4 0 0 0,26-5-63 0 0,1-1 1 0 0,-1 1-1 0 0,1-1 0 0 0,0 1 0 0 0,-1-1 1 0 0,1 0-1 0 0,-1 0 0 0 0,1-1 0 0 0,-1 1 1 0 0,1 0-1 0 0,-1-1 0 0 0,1 1 0 0 0,0-1 1 0 0,-1 0-1 0 0,1 0 0 0 0,0 0 0 0 0,0 0 1 0 0,-1 0-1 0 0,1-1 0 0 0,0 1 0 0 0,0 0 1 0 0,0-1-1 0 0,1 0 0 0 0,-4-3 0 0 0,4 3-94 0 0,0 0 0 0 0,0-1 0 0 0,0 1 0 0 0,1-1 0 0 0,-1 0 0 0 0,1 1 0 0 0,0-1 0 0 0,-1 1 0 0 0,1-1 0 0 0,0 0 0 0 0,1 1 0 0 0,-1-1 0 0 0,0 1 0 0 0,1-1 0 0 0,-1 1 0 0 0,1-1-1 0 0,0 1 1 0 0,0-1 0 0 0,0 1 0 0 0,0-1 0 0 0,0 1 0 0 0,1 0 0 0 0,-1 0 0 0 0,1 0 0 0 0,-1-1 0 0 0,1 2 0 0 0,3-4 0 0 0,2-2-804 0 0,1-1 0 0 0,0 1 1 0 0,0 1-1 0 0,0 0 0 0 0,12-6 0 0 0,-7 5-2501 0 0,5 2 255 0 0</inkml:trace>
</inkml:ink>
</file>

<file path=ppt/ink/ink6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40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68 720 0 0,'-3'-10'13645'0'0,"-15"22"-13431"0"0,1 0 1 0 0,0 0-1 0 0,1 2 1 0 0,0 0-1 0 0,-21 25 0 0 0,36-38-185 0 0,7-1-48 0 0,0 0 15 0 0,0 0 1 0 0,0-1-1 0 0,-1 0 1 0 0,1 0-1 0 0,0-1 1 0 0,9-3-1 0 0,9-2 1 0 0,-15 5-28 0 0,-1 0 0 0 0,1 1 0 0 0,0 0 0 0 0,0 1 0 0 0,0 0 0 0 0,-1 0 0 0 0,15 3 0 0 0,-14-2 1 0 0,-1 0 0 0 0,1-1-1 0 0,0 0 1 0 0,0 0 0 0 0,0 0 0 0 0,13-4-1 0 0,-11 0 21 0 0,1-1 0 0 0,-1 0 0 0 0,0 0 0 0 0,-1-2-1 0 0,1 1 1 0 0,-1-1 0 0 0,-1-1 0 0 0,1 0 0 0 0,-1 0 0 0 0,-1 0-1 0 0,1-2 1 0 0,-1 1 0 0 0,-1-1 0 0 0,8-12 0 0 0,-15 22 43 0 0,11-17 119 0 0,-10 16-147 0 0,1 4-39 0 0,1-1 34 0 0,-1 0 0 0 0,0 1 0 0 0,1-1 0 0 0,-1 1 0 0 0,0 0 0 0 0,0-1 0 0 0,-1 1 0 0 0,1 0 0 0 0,-1 0 0 0 0,1 0 0 0 0,-1 1 0 0 0,2 5 0 0 0,8 25 15 0 0,-11-33-13 0 0,1 0-1 0 0,0-1 1 0 0,-1 1-1 0 0,1 0 1 0 0,0-1-1 0 0,-1 1 1 0 0,1-1 0 0 0,0 1-1 0 0,0-1 1 0 0,-1 1-1 0 0,1-1 1 0 0,0 0-1 0 0,0 1 1 0 0,0-1 0 0 0,0 0-1 0 0,-1 1 1 0 0,1-1-1 0 0,0 0 1 0 0,0 0-1 0 0,0 0 1 0 0,0 0 0 0 0,0 0-1 0 0,0 0 1 0 0,0 0-1 0 0,0 0 1 0 0,-1 0-1 0 0,1 0 1 0 0,0-1 0 0 0,2 0-1 0 0,22-8 33 0 0,-23 9-36 0 0,92-38 121 0 0,-93 37-114 0 0,7 2-228 0 0,-1 0-1 0 0,0 0 1 0 0,0 1 0 0 0,0 0-1 0 0,0 0 1 0 0,0 0-1 0 0,-1 1 1 0 0,9 4-1 0 0,11 5-2061 0 0,-2-5-3788 0 0</inkml:trace>
</inkml:ink>
</file>

<file path=ppt/ink/ink6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40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14 516 0 0,'0'0'3162'0'0,"-7"-12"-1622"0"0,2 10 1680 0 0,-9 6-2576 0 0,0 1-1 0 0,0 1 1 0 0,1 0 0 0 0,0 1-1 0 0,0 0 1 0 0,-15 12-1 0 0,13-10-111 0 0,14-8-416 0 0,1 0-92 0 0,1 1 0 0 0,-1-1 0 0 0,1 0 0 0 0,-1 0 0 0 0,1 0 0 0 0,0 0 0 0 0,-1 0 0 0 0,1 0 0 0 0,0 0 0 0 0,0 0 0 0 0,-1 0 0 0 0,1 0 0 0 0,0 0 0 0 0,0 0 0 0 0,0 0 0 0 0,0-1 0 0 0,1 1 0 0 0,-1 0 0 0 0,0-1 0 0 0,0 1 0 0 0,0-1 0 0 0,0 1 0 0 0,1-1 0 0 0,-1 0 0 0 0,0 1 0 0 0,0-1 0 0 0,1 0 0 0 0,-1 0 0 0 0,0 0 0 0 0,1 0 0 0 0,-1 0 1 0 0,3-1-1 0 0,57-1-733 0 0,-42 0 19 0 0,41-4-2740 0 0,-31 3-1003 0 0,-13 2 1551 0 0</inkml:trace>
</inkml:ink>
</file>

<file path=ppt/ink/ink6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41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64 0 0,'3'-7'10947'0'0,"1"20"-10749"0"0,1-1-1 0 0,-2 1 1 0 0,0 0 0 0 0,0 1-1 0 0,0 25 1 0 0,-3 10 310 0 0,0-47-414 0 0,-1 5-18 0 0,2-7-73 0 0,-1 0-1 0 0,0 0 1 0 0,0 0-1 0 0,0 0 1 0 0,0-1-1 0 0,0 1 0 0 0,0 0 1 0 0,0 0-1 0 0,0 0 1 0 0,0 0-1 0 0,0 0 1 0 0,0 0-1 0 0,0 0 0 0 0,1 0 1 0 0,-1 0-1 0 0,0 0 1 0 0,0 0-1 0 0,0 0 1 0 0,0 0-1 0 0,0 0 0 0 0,0 0 1 0 0,0 0-1 0 0,0 0 1 0 0,0 0-1 0 0,0 0 1 0 0,0 0-1 0 0,1 0 1 0 0,-1 0-1 0 0,0 0 0 0 0,0 0 1 0 0,0 0-1 0 0,0 0 1 0 0,0 0-1 0 0,0 1 1 0 0,0-1-1 0 0,0 0 0 0 0,0 0 1 0 0,0 0-1 0 0,0 0 1 0 0,1 0-1 0 0,9-18-55 0 0,1 1-1 0 0,1 0 0 0 0,1 1 1 0 0,1 0-1 0 0,30-27 0 0 0,-43 42 49 0 0,1 0 1 0 0,-1 0-1 0 0,1 0 0 0 0,0 1 0 0 0,-1-1 1 0 0,1 1-1 0 0,0-1 0 0 0,-1 1 0 0 0,1-1 1 0 0,0 1-1 0 0,0 0 0 0 0,-1 0 0 0 0,1 0 1 0 0,0 0-1 0 0,0 0 0 0 0,-1 0 0 0 0,1 0 1 0 0,0 1-1 0 0,0-1 0 0 0,-1 1 0 0 0,1-1 1 0 0,0 1-1 0 0,1 1 0 0 0,38 20-54 0 0,-33-17 41 0 0,6 3-250 0 0,1-1 0 0 0,1 0-1 0 0,-1-1 1 0 0,1 0 0 0 0,0-2-1 0 0,1 1 1 0 0,-1-2-1 0 0,1-1 1 0 0,0 0 0 0 0,21 0-1 0 0,-16-2-15 0 0,0-2 1 0 0,0 0-1 0 0,0-1 0 0 0,-1-2 0 0 0,1 0 1 0 0,-1-1-1 0 0,27-11 0 0 0,-45 15 495 0 0,0 1 0 0 0,0 0 1 0 0,0-1-1 0 0,0 0 0 0 0,0 0 0 0 0,0 0 0 0 0,-1 0 0 0 0,1 0 1 0 0,-1-1-1 0 0,5-5 0 0 0,-6 7 242 0 0,-1-1-233 0 0,-1 1 0 0 0,0-1 1 0 0,0 0-1 0 0,0 1 1 0 0,0-1-1 0 0,0 0 1 0 0,0 1-1 0 0,0-1 1 0 0,0 1-1 0 0,0 0 0 0 0,-1-1 1 0 0,1 1-1 0 0,-1 0 1 0 0,1 0-1 0 0,-4-2 1 0 0,4 2 189 0 0,-42 9 616 0 0,41-7-700 0 0,19 1-377 0 0,0 1 1 0 0,33 11 0 0 0,-13-4-1116 0 0,-9-2-800 0 0,2 1-4692 0 0,-18-7 3642 0 0</inkml:trace>
</inkml:ink>
</file>

<file path=ppt/ink/ink6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41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6 932 0 0,'-3'-6'10970'0'0,"15"34"-10414"0"0,3 8-1288 0 0,-3-12-5811 0 0,-7-16 3628 0 0</inkml:trace>
</inkml:ink>
</file>

<file path=ppt/ink/ink6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42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6 304 0 0,'0'0'2172'0'0,"9"-5"2837"0"0,-12 31-4545 0 0,-3-14-216 0 0,-4 4-332 0 0,0-2-508 0 0,-4 4-664 0 0,-3 1-1357 0 0,7-4 601 0 0</inkml:trace>
</inkml:ink>
</file>

<file path=ppt/ink/ink6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43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345 19 56 0 0,'0'0'15555'0'0,"-3"-3"-15183"0"0,-2 1-237 0 0,1 0 0 0 0,-1-1 0 0 0,0 2 1 0 0,0-1-1 0 0,0 0 0 0 0,0 1 0 0 0,0 0 0 0 0,0 0 0 0 0,0 1 0 0 0,0-1 0 0 0,0 1 0 0 0,-1 0 0 0 0,1 1 0 0 0,0-1 0 0 0,0 1 0 0 0,-7 2 0 0 0,-9 1-28 0 0,-1 2 0 0 0,-35 13 0 0 0,54-18-99 0 0,1 0 0 0 0,-1 1 0 0 0,0-1 0 0 0,1 0 0 0 0,-1 1 0 0 0,1 0 0 0 0,0-1 0 0 0,0 1 0 0 0,-1 0-1 0 0,1 0 1 0 0,-2 3 0 0 0,3-4-7 0 0,1 0 0 0 0,-1 0 0 0 0,1 0 0 0 0,-1 0-1 0 0,1 0 1 0 0,-1 1 0 0 0,1-1 0 0 0,0 0 0 0 0,-1 0-1 0 0,1 0 1 0 0,0 1 0 0 0,0-1 0 0 0,0 0 0 0 0,0 0-1 0 0,0 0 1 0 0,0 1 0 0 0,1-1 0 0 0,-1 0 0 0 0,0 1-1 0 0,3 3-35 0 0,-1 0-1 0 0,1 0 0 0 0,0-1 1 0 0,0 1-1 0 0,0-1 1 0 0,1 0-1 0 0,-1 0 0 0 0,1 0 1 0 0,8 6-1 0 0,-10-9-1 0 0,-1-1-1 0 0,0 1 1 0 0,1 0-1 0 0,-1 0 1 0 0,0 0-1 0 0,0 0 1 0 0,0 1 0 0 0,0-1-1 0 0,0 0 1 0 0,0 0-1 0 0,0 1 1 0 0,0-1 0 0 0,0 1-1 0 0,-1-1 1 0 0,1 1-1 0 0,-1-1 1 0 0,1 1-1 0 0,-1-1 1 0 0,1 1 0 0 0,-1-1-1 0 0,0 1 1 0 0,0-1-1 0 0,0 1 1 0 0,0 2-1 0 0,-1-2 21 0 0,0 0-1 0 0,0-1 0 0 0,-1 1 0 0 0,1 0 1 0 0,-1 0-1 0 0,0-1 0 0 0,0 1 0 0 0,1-1 1 0 0,-1 1-1 0 0,0-1 0 0 0,0 0 0 0 0,0 1 0 0 0,0-1 1 0 0,-1 0-1 0 0,1-1 0 0 0,0 1 0 0 0,-3 1 1 0 0,-71 19-1503 0 0,26-15-6703 0 0,37-7 4086 0 0</inkml:trace>
</inkml:ink>
</file>

<file path=ppt/ink/ink6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48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610 273 752 0 0,'0'0'6194'0'0,"-3"-4"-5286"0"0,-21-33 3611 0 0,23 35-3721 0 0,-2-1-269 0 0,3 2-490 0 0,-1 0 1 0 0,1 0-1 0 0,-1 0 0 0 0,1 1 0 0 0,-1-1 1 0 0,1 0-1 0 0,-1 1 0 0 0,0-1 0 0 0,1 0 0 0 0,-1 1 1 0 0,0-1-1 0 0,1 1 0 0 0,-1-1 0 0 0,0 1 1 0 0,0-1-1 0 0,1 1 0 0 0,-1-1 0 0 0,0 1 1 0 0,0 0-1 0 0,-1-1 0 0 0,-16-1 60 0 0,0 2 0 0 0,0 0 0 0 0,0 0 0 0 0,-1 2 0 0 0,1 0 0 0 0,0 1 0 0 0,1 1 0 0 0,-1 1 0 0 0,1 0 0 0 0,-29 14 0 0 0,1 2-12 0 0,0 2 0 0 0,-71 50-1 0 0,99-60-60 0 0,1 0-1 0 0,0 0 1 0 0,-21 25-1 0 0,32-33-24 0 0,0 1-1 0 0,1-1 1 0 0,0 1 0 0 0,0 0 0 0 0,0 0-1 0 0,1 1 1 0 0,0-1 0 0 0,0 1 0 0 0,0 0-1 0 0,1 0 1 0 0,0-1 0 0 0,0 2 0 0 0,-1 12-1 0 0,4-16 7 0 0,-1 1 0 0 0,1-1 0 0 0,0 1 0 0 0,0-1 0 0 0,0 0 0 0 0,0 1-1 0 0,1-1 1 0 0,0 0 0 0 0,0 0 0 0 0,0 0 0 0 0,0 0 0 0 0,0-1 0 0 0,1 1-1 0 0,0 0 1 0 0,0-1 0 0 0,0 0 0 0 0,0 0 0 0 0,0 0 0 0 0,1 0-1 0 0,-1 0 1 0 0,1-1 0 0 0,0 1 0 0 0,0-1 0 0 0,0 0 0 0 0,0 0 0 0 0,0-1-1 0 0,8 3 1 0 0,6 2-43 0 0,1-2 0 0 0,0 0 0 0 0,0 0 0 0 0,0-2 0 0 0,21 0 0 0 0,-1-2-132 0 0,0-2 0 0 0,0-2-1 0 0,61-13 1 0 0,113-40-778 0 0,-190 51 827 0 0,-1-2 0 0 0,0 0-1 0 0,0-1 1 0 0,-1-2 0 0 0,0 0 0 0 0,-1-1 0 0 0,0-1-1 0 0,-1-1 1 0 0,21-20 0 0 0,-2-6 1621 0 0,-37 39-1237 0 0,-1 0-234 0 0,0 1 1 0 0,0 0 0 0 0,0 0-1 0 0,0 0 1 0 0,0-1 0 0 0,0 1-1 0 0,0 0 1 0 0,0 0-1 0 0,0 0 1 0 0,-1 0 0 0 0,1-1-1 0 0,0 1 1 0 0,0 0 0 0 0,0 0-1 0 0,0 0 1 0 0,0 0-1 0 0,-1-1 1 0 0,1 1 0 0 0,0 0-1 0 0,0 0 1 0 0,0 0 0 0 0,-1 0-1 0 0,1 0 1 0 0,0 0 0 0 0,0 0-1 0 0,0 0 1 0 0,-1 0-1 0 0,1 0 1 0 0,0 0 0 0 0,0 0-1 0 0,0 0 1 0 0,-1 0 0 0 0,1 0-1 0 0,0 0 1 0 0,0 0 0 0 0,-1 0-1 0 0,1 0 1 0 0,0 0-1 0 0,0 0 1 0 0,0 0 0 0 0,-1 0-1 0 0,1 0 1 0 0,0 0 0 0 0,0 0-1 0 0,0 1 1 0 0,0-1 0 0 0,-1 0-1 0 0,1 0 1 0 0,0 0-1 0 0,0 0 1 0 0,-20 17-26 0 0,19-16 77 0 0,4-4-124 0 0,0 1 0 0 0,1-1 0 0 0,0 1 0 0 0,0 0 0 0 0,-1 0 0 0 0,1 0 0 0 0,0 1 0 0 0,0 0 1 0 0,1-1-1 0 0,-1 1 0 0 0,7 0 0 0 0,71-15-757 0 0,-51 13 570 0 0,20-2-218 0 0,73-16 0 0 0,-107 16 414 0 0,0 0 1 0 0,-1-1-1 0 0,0 0 1 0 0,0-1-1 0 0,0-1 0 0 0,-1-1 1 0 0,0 0-1 0 0,17-15 1 0 0,-25 18 130 0 0,1-2 1 0 0,-1 1-1 0 0,-1-1 0 0 0,0 0 0 0 0,0 0 1 0 0,0 0-1 0 0,-1-1 0 0 0,-1 0 1 0 0,1 0-1 0 0,-1 0 0 0 0,-1-1 0 0 0,0 0 1 0 0,0 1-1 0 0,-1-1 0 0 0,0 0 1 0 0,0 0-1 0 0,-1 0 0 0 0,-1 0 0 0 0,0 0 1 0 0,0-1-1 0 0,-1 1 0 0 0,0 0 1 0 0,-1 0-1 0 0,0 0 0 0 0,-5-14 1 0 0,5 21 25 0 0,1 0 1 0 0,0 0-1 0 0,-1 1 1 0 0,0-1-1 0 0,0 0 1 0 0,0 1-1 0 0,0-1 1 0 0,0 1-1 0 0,0-1 1 0 0,-1 1-1 0 0,-4-4 1 0 0,5 7-110 0 0,0-1 1 0 0,0 1-1 0 0,1 0 1 0 0,-1 0-1 0 0,0-1 1 0 0,0 1-1 0 0,1 0 1 0 0,-1 0-1 0 0,1 0 1 0 0,-1 1-1 0 0,1-1 1 0 0,-1 0-1 0 0,1 1 1 0 0,0-1-1 0 0,0 1 1 0 0,0-1-1 0 0,0 1 1 0 0,0-1-1 0 0,0 1 1 0 0,0 0-1 0 0,-1 2 1 0 0,-16 41 147 0 0,16-39-131 0 0,-2 7-10 0 0,1-1 0 0 0,1 1 0 0 0,0 0 1 0 0,1 0-1 0 0,0 0 0 0 0,1 0 0 0 0,1 0 1 0 0,0 0-1 0 0,0 0 0 0 0,5 18 0 0 0,5 12-1449 0 0,29 70-1 0 0,-15-62-1383 0 0,-5-19-3489 0 0,-11-18 2436 0 0</inkml:trace>
</inkml:ink>
</file>

<file path=ppt/ink/ink6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1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159 270 816 0 0,'0'0'4655'0'0,"-2"-3"-3996"0"0,1-1 0 0 0,-1 1 0 0 0,0-1 0 0 0,0 1 1 0 0,0 0-1 0 0,-1-1 0 0 0,1 1 0 0 0,-6-5 1 0 0,1 11-583 0 0,0-1 1 0 0,0 1-1 0 0,1-1 1 0 0,-1 2-1 0 0,1-1 1 0 0,0 1-1 0 0,0 0 1 0 0,0 0-1 0 0,0 1 1 0 0,1 0-1 0 0,-1 0 1 0 0,1 0-1 0 0,-5 8 0 0 0,-9 8 104 0 0,16-18-152 0 0,0 1 1 0 0,0-1-1 0 0,0 1 1 0 0,0-1-1 0 0,0 1 1 0 0,1 0 0 0 0,-3 5-1 0 0,4-6-1 0 0,19 29 68 0 0,-13-29-94 0 0,0 1 0 0 0,0-1 0 0 0,1-1 0 0 0,-1 1 0 0 0,1-1 0 0 0,0 0 1 0 0,-1 0-1 0 0,1 0 0 0 0,0-1 0 0 0,0 0 0 0 0,0 0 0 0 0,0-1 0 0 0,7 0 1 0 0,1 0-41 0 0,1-1 0 0 0,-1-1 0 0 0,0 0 0 0 0,21-7 0 0 0,-26 5 28 0 0,0 0 0 0 0,-1-1 1 0 0,0 0-1 0 0,0 0 1 0 0,0-1-1 0 0,0 0 1 0 0,6-7-1 0 0,14-10 257 0 0,-17 15 363 0 0,-11 8-591 0 0,1-1 0 0 0,-1 1 0 0 0,1-1 0 0 0,-1 0 0 0 0,1 1 1 0 0,-1 0-1 0 0,1-1 0 0 0,-1 1 0 0 0,1-1 0 0 0,0 1 0 0 0,-1 0 0 0 0,1-1 0 0 0,-1 1 0 0 0,1 0 0 0 0,0-1 1 0 0,-1 1-1 0 0,1 0 0 0 0,0 0 0 0 0,-1 0 0 0 0,1 0 0 0 0,0 0 0 0 0,0 0 0 0 0,-1 0 0 0 0,1 0 0 0 0,0 0 1 0 0,-1 0-1 0 0,1 0 0 0 0,0 0 0 0 0,-1 0 0 0 0,1 1 0 0 0,0-1 0 0 0,-1 0 0 0 0,1 0 0 0 0,0 1 0 0 0,-1-1 1 0 0,1 1-1 0 0,-1-1 0 0 0,1 0 0 0 0,-1 1 0 0 0,1-1 0 0 0,-1 1 0 0 0,1-1 0 0 0,0 2 0 0 0,4 0-14 0 0,-1-1 0 0 0,1 1 0 0 0,0-1 0 0 0,0 0 0 0 0,0 0-1 0 0,0-1 1 0 0,0 0 0 0 0,0 1 0 0 0,0-2 0 0 0,0 1 0 0 0,0 0-1 0 0,6-2 1 0 0,-8 1-2 0 0,11 0-32 0 0,-1-1-1 0 0,0-1 0 0 0,0 0 1 0 0,0-1-1 0 0,0 0 1 0 0,0-1-1 0 0,-1 0 0 0 0,0-1 1 0 0,0-1-1 0 0,-1 0 0 0 0,0 0 1 0 0,0-1-1 0 0,13-12 1 0 0,-19 14 61 0 0,1 0 0 0 0,-1 0 0 0 0,0-1 1 0 0,-1 0-1 0 0,0 1 0 0 0,0-1 0 0 0,0-1 1 0 0,-1 1-1 0 0,0 0 0 0 0,-1-1 0 0 0,1 0 1 0 0,-1 1-1 0 0,-1-1 0 0 0,0 0 0 0 0,0 0 1 0 0,0 0-1 0 0,-1 0 0 0 0,0 0 0 0 0,-1 0 1 0 0,1 0-1 0 0,-2 0 0 0 0,1 0 0 0 0,-5-12 1 0 0,-13-9 433 0 0,18 27-342 0 0,-25 31-21 0 0,24-23-103 0 0,-1 0 0 0 0,1 0 0 0 0,0 0 1 0 0,0 0-1 0 0,1 0 0 0 0,0 1 0 0 0,0-1 0 0 0,0 0 0 0 0,1 1 0 0 0,0-1 0 0 0,0 0 1 0 0,1 1-1 0 0,0-1 0 0 0,0 0 0 0 0,0 0 0 0 0,1 1 0 0 0,-1-1 0 0 0,2 0 0 0 0,-1 0 0 0 0,1-1 1 0 0,0 1-1 0 0,0-1 0 0 0,0 1 0 0 0,1-1 0 0 0,-1 0 0 0 0,2 0 0 0 0,7 8 0 0 0,-3-4-118 0 0,-1-1-1 0 0,2 0 0 0 0,-1 0 0 0 0,1-1 0 0 0,0 0 0 0 0,1-1 1 0 0,0 0-1 0 0,0 0 0 0 0,0-2 0 0 0,0 1 0 0 0,1-1 1 0 0,0-1-1 0 0,19 4 0 0 0,-22-6 43 0 0,1 0 1 0 0,-1 0-1 0 0,1-1 1 0 0,-1 0-1 0 0,1-1 1 0 0,-1 0-1 0 0,0 0 1 0 0,1-1 0 0 0,-1 0-1 0 0,0-1 1 0 0,0 0-1 0 0,16-7 1 0 0,-24 9 467 0 0,16-2 630 0 0,-16 3-979 0 0,0 0 0 0 0,1-1 0 0 0,-1 1 0 0 0,0 0 0 0 0,0 0 0 0 0,1-1 1 0 0,-1 1-1 0 0,0 0 0 0 0,0 0 0 0 0,1 1 0 0 0,-1-1 0 0 0,0 0 0 0 0,0 0 0 0 0,1 1 0 0 0,-1-1 0 0 0,0 0 0 0 0,0 1 0 0 0,0-1 0 0 0,0 1 0 0 0,1 0 0 0 0,0 0 0 0 0,2 1-31 0 0,0 0 0 0 0,0 0 0 0 0,1-1 0 0 0,-1 0 0 0 0,1 0 0 0 0,-1 0 0 0 0,1 0-1 0 0,-1 0 1 0 0,1-1 0 0 0,-1 0 0 0 0,1 0 0 0 0,-1-1 0 0 0,1 1 0 0 0,-1-1 0 0 0,1 0 0 0 0,6-2 0 0 0,4-2 9 0 0,0 0-1 0 0,0-1 1 0 0,17-10 0 0 0,-21 10-5 0 0,0-1 0 0 0,0-1 0 0 0,-1 0 0 0 0,0 0-1 0 0,0-1 1 0 0,-1 0 0 0 0,0 0 0 0 0,-1-1 0 0 0,0-1 0 0 0,9-14 0 0 0,-13 19 84 0 0,0-1 1 0 0,-1 0 0 0 0,0-1 0 0 0,0 1-1 0 0,0 0 1 0 0,-1-1 0 0 0,0 0-1 0 0,-1 1 1 0 0,0-1 0 0 0,0 0 0 0 0,0 0-1 0 0,-1 0 1 0 0,0 0 0 0 0,-1 0-1 0 0,0 1 1 0 0,0-1 0 0 0,-5-15 0 0 0,6 23-87 0 0,0 0 1 0 0,0 0-1 0 0,0-1 1 0 0,0 1-1 0 0,0 0 1 0 0,0 0-1 0 0,0 0 1 0 0,0-1-1 0 0,0 1 1 0 0,0 0-1 0 0,0 0 0 0 0,0 0 1 0 0,0-1-1 0 0,0 1 1 0 0,0 0-1 0 0,0 0 1 0 0,0 0-1 0 0,-1 0 1 0 0,1-1-1 0 0,0 1 1 0 0,0 0-1 0 0,0 0 1 0 0,0 0-1 0 0,0 0 1 0 0,-1 0-1 0 0,1-1 1 0 0,0 1-1 0 0,0 0 1 0 0,0 0-1 0 0,0 0 1 0 0,-1 0-1 0 0,1 0 1 0 0,0 0-1 0 0,0 0 1 0 0,0 0-1 0 0,-1 0 1 0 0,1 0-1 0 0,0 0 1 0 0,0 0-1 0 0,0 0 1 0 0,-1 0-1 0 0,1 0 1 0 0,0 0-1 0 0,0 0 1 0 0,0 0-1 0 0,-1 0 1 0 0,1 0-1 0 0,0 0 1 0 0,0 0-1 0 0,0 0 1 0 0,0 0-1 0 0,-1 0 1 0 0,1 1-1 0 0,0-1 1 0 0,0 0-1 0 0,0 0 1 0 0,0 0-1 0 0,-1 0 1 0 0,-7 18 163 0 0,6-13-174 0 0,1-1 1 0 0,0 1 0 0 0,0-1-1 0 0,0 1 1 0 0,1-1 0 0 0,0 1-1 0 0,0 0 1 0 0,0-1-1 0 0,1 8 1 0 0,2-2 12 0 0,0 0 1 0 0,1 0-1 0 0,0 0 0 0 0,1-1 0 0 0,0 0 1 0 0,1 1-1 0 0,0-2 0 0 0,0 1 0 0 0,1-1 1 0 0,8 9-1 0 0,-9-12-2 0 0,0 0 0 0 0,1 0 0 0 0,0 0 0 0 0,0-1 0 0 0,0 0 0 0 0,0-1 0 0 0,1 1 0 0 0,-1-2 0 0 0,1 1 0 0 0,0-1-1 0 0,0 0 1 0 0,0 0 0 0 0,15 0 0 0 0,39 3 1354 0 0,-59-4-653 0 0,14-6-1275 0 0,19-5-4378 0 0,-34 9 4191 0 0,9-4-63 0 0,3-14-10153 0 0</inkml:trace>
</inkml:ink>
</file>

<file path=ppt/ink/ink6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1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1312 0 0,'0'0'5821'0'0,"6"-8"-1809"0"0,4 5-3604 0 0,10 4-1352 0 0,-4-2-4513 0 0</inkml:trace>
</inkml:ink>
</file>

<file path=ppt/ink/ink6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3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57 253 348 0 0,'-16'-32'12773'0'0,"61"212"-10766"0"0,-22-80-1310 0 0,-18-36-148 0 0,-5-58-448 0 0,0-4 925 0 0,-3-3-1001 0 0,0 0 0 0 0,0 0 1 0 0,1 0-1 0 0,-1-1 0 0 0,0 1 0 0 0,1 0 0 0 0,-1-1 1 0 0,1 0-1 0 0,0 0 0 0 0,-1 1 0 0 0,1-1 0 0 0,0-1 1 0 0,0 1-1 0 0,0 0 0 0 0,1 0 0 0 0,-1-1 0 0 0,0 1 1 0 0,1-1-1 0 0,0 0 0 0 0,-2-4 0 0 0,-23-58 205 0 0,22 47-207 0 0,-1 1-1 0 0,2-1 1 0 0,0 0-1 0 0,2 0 1 0 0,0 0-1 0 0,1 0 1 0 0,0 0-1 0 0,1-1 1 0 0,2 1-1 0 0,4-21 1 0 0,-3 26-27 0 0,0 0 1 0 0,1 0-1 0 0,1 0 0 0 0,0 0 1 0 0,1 1-1 0 0,0 0 0 0 0,1 0 1 0 0,0 1-1 0 0,1 0 1 0 0,0 1-1 0 0,0 0 0 0 0,1 0 1 0 0,21-15-1 0 0,-19 17-13 0 0,0 0 0 0 0,1 0 0 0 0,0 1-1 0 0,0 1 1 0 0,1 0 0 0 0,0 1 0 0 0,0 0 0 0 0,0 1 0 0 0,0 1 0 0 0,1 0 0 0 0,20 0-1 0 0,-27 2-6 0 0,-1 1-1 0 0,1 0 0 0 0,0 1 0 0 0,-1 0 0 0 0,1 0 0 0 0,-1 1 0 0 0,1 0 0 0 0,-1 0 0 0 0,0 1 0 0 0,0 0 0 0 0,0 0 0 0 0,0 0 0 0 0,0 1 0 0 0,-1 0 0 0 0,0 0 0 0 0,0 1 1 0 0,0 0-1 0 0,0 0 0 0 0,-1 0 0 0 0,1 1 0 0 0,-1 0 0 0 0,-1 0 0 0 0,7 11 0 0 0,-8-13 3 0 0,-1 1 0 0 0,1-1 0 0 0,-1 1-1 0 0,-1-1 1 0 0,1 1 0 0 0,-1 0 0 0 0,0 0 0 0 0,0-1 0 0 0,0 1 0 0 0,0 0 0 0 0,-1 0 0 0 0,0 0-1 0 0,0 0 1 0 0,0 0 0 0 0,-1 0 0 0 0,-2 8 0 0 0,1-6 2 0 0,-1 1 0 0 0,0-1 1 0 0,0 0-1 0 0,-1-1 0 0 0,0 1 1 0 0,0 0-1 0 0,0-1 0 0 0,-1 0 0 0 0,-11 10 1 0 0,2-2-3 0 0,-2-1 1 0 0,0-1 0 0 0,-1-1 0 0 0,0 0 0 0 0,0-1 0 0 0,-1-1 0 0 0,-28 10 0 0 0,24-11-58 0 0,-1-1-1 0 0,0-1 1 0 0,0-1 0 0 0,0-1-1 0 0,-1-1 1 0 0,1-1 0 0 0,-1-1-1 0 0,0-1 1 0 0,1-1-1 0 0,-26-4 1 0 0,25-6-2478 0 0,20 2-4208 0 0</inkml:trace>
</inkml:ink>
</file>

<file path=ppt/ink/ink6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4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1048 0 0,'0'0'5174'0'0,"12"-1"-33"0"0,-10 22-4422 0 0,-1 0 0 0 0,0 0 1 0 0,-5 35-1 0 0,1-31-204 0 0,2 0-1 0 0,2 29 1 0 0,-1-52 863 0 0,1-7-1224 0 0,6-41 82 0 0,2 1 1 0 0,28-82-1 0 0,-32 92-169 0 0,-4 34-75 0 0,-1 1 0 0 0,0-1-1 0 0,1 1 1 0 0,-1 0 0 0 0,1-1-1 0 0,-1 1 1 0 0,1 0 0 0 0,-1-1-1 0 0,0 1 1 0 0,1 0 0 0 0,-1 0-1 0 0,1-1 1 0 0,-1 1 0 0 0,1 0-1 0 0,0 0 1 0 0,-1 0 0 0 0,1 0 0 0 0,-1 0-1 0 0,1 0 1 0 0,-1 0 0 0 0,1 0-1 0 0,-1 0 1 0 0,1 0 0 0 0,-1 0-1 0 0,1 0 1 0 0,-1 0 0 0 0,1 0-1 0 0,-1 0 1 0 0,1 0 0 0 0,-1 1-1 0 0,1-1 1 0 0,-1 0 0 0 0,1 0-1 0 0,-1 1 1 0 0,1-1 0 0 0,-1 0-1 0 0,1 1 1 0 0,0 0 0 0 0,28 15-186 0 0,-21-11 25 0 0,-2-2 81 0 0,1 0 1 0 0,0 0-1 0 0,0-1 1 0 0,0 0-1 0 0,0 0 1 0 0,0-1-1 0 0,0 0 1 0 0,1 0-1 0 0,-1 0 1 0 0,0-1-1 0 0,1 0 1 0 0,-1-1-1 0 0,0 1 1 0 0,1-1-1 0 0,10-4 1 0 0,-2 0 201 0 0,0 0 1 0 0,0-1-1 0 0,0-1 1 0 0,-1-1-1 0 0,21-13 1 0 0,-35 20 507 0 0,-1 0-609 0 0,1 1 1 0 0,-1 0 0 0 0,0 0 0 0 0,0 0-1 0 0,0-1 1 0 0,1 1 0 0 0,-1 0 0 0 0,0 0 0 0 0,0 0-1 0 0,1-1 1 0 0,-1 1 0 0 0,0 0 0 0 0,0 0-1 0 0,1 0 1 0 0,-1 0 0 0 0,0 0 0 0 0,1 0 0 0 0,-1-1-1 0 0,0 1 1 0 0,0 0 0 0 0,1 0 0 0 0,-1 0 0 0 0,0 0-1 0 0,1 0 1 0 0,-1 0 0 0 0,0 0 0 0 0,0 0-1 0 0,1 1 1 0 0,-1-1 0 0 0,0 0 0 0 0,1 0 0 0 0,-1 0-1 0 0,0 0 1 0 0,0 0 0 0 0,1 0 0 0 0,-1 0-1 0 0,0 1 1 0 0,1-1 0 0 0,7 104 241 0 0,-8-69-1950 0 0,8 45 1 0 0,5-45-1407 0 0,0-14-2366 0 0,-4-8 2010 0 0</inkml:trace>
</inkml:ink>
</file>

<file path=ppt/ink/ink6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4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3 1260 0 0,'0'0'5675'0'0,"1"0"-5594"0"0,-1 0-1 0 0,0 0 0 0 0,0-1 0 0 0,0 1 1 0 0,0 0-1 0 0,0 0 0 0 0,1 0 0 0 0,-1-1 1 0 0,0 1-1 0 0,0 0 0 0 0,0 0 1 0 0,1 0-1 0 0,-1 0 0 0 0,0 0 0 0 0,0 0 1 0 0,0-1-1 0 0,1 1 0 0 0,-1 0 0 0 0,0 0 1 0 0,0 0-1 0 0,0 0 0 0 0,1 0 0 0 0,-1 0 1 0 0,0 0-1 0 0,0 0 0 0 0,1 0 1 0 0,-1 0-1 0 0,0 0 0 0 0,0 0 0 0 0,1 0 1 0 0,-1 0-1 0 0,0 0 0 0 0,0 1 0 0 0,0-1 1 0 0,1 0-1 0 0,-1 0 0 0 0,0 0 0 0 0,0 0 1 0 0,0 0-1 0 0,1 0 0 0 0,-1 0 1 0 0,0 1-1 0 0,0-1 0 0 0,0 0 0 0 0,0 0 1 0 0,1 0-1 0 0,-1 1 0 0 0,0-1 0 0 0,0 0 1 0 0,0 0-1 0 0,0 0 0 0 0,0 1 0 0 0,0-1 1 0 0,22 289 5249 0 0,-22-287-5482 0 0,-1 1 0 0 0,1-1 1 0 0,0 1-1 0 0,-1-1 1 0 0,1 1-1 0 0,-1-1 1 0 0,0 1-1 0 0,1-1 1 0 0,-1 0-1 0 0,-1 0 1 0 0,1 1-1 0 0,0-1 0 0 0,0 0 1 0 0,-1 0-1 0 0,1 0 1 0 0,-1 0-1 0 0,0 0 1 0 0,-3 3-1 0 0,3-4-379 0 0,1 0-1 0 0,-1 0 1 0 0,0 0-1 0 0,1 0 1 0 0,-1 0-1 0 0,0 0 1 0 0,0-1 0 0 0,0 1-1 0 0,0 0 1 0 0,0-1-1 0 0,0 0 1 0 0,0 1-1 0 0,-3-1 1 0 0</inkml:trace>
</inkml:ink>
</file>

<file path=ppt/ink/ink6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4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0 148 1196 0 0,'3'-3'1214'0'0,"17"-13"-297"0"0,1 2 0 0 0,0 0 1 0 0,1 1-1 0 0,0 1 0 0 0,1 1 1 0 0,32-11-1 0 0,-24 12-817 0 0,0 1 0 0 0,0 2 1 0 0,1 0-1 0 0,53-2 0 0 0,-50 12-1544 0 0,-34-3 1247 0 0,0 1 0 0 0,0-1 0 0 0,0 0 0 0 0,0 1 1 0 0,-1-1-1 0 0,1 1 0 0 0,0-1 0 0 0,0 1 0 0 0,0 0 0 0 0,0-1 0 0 0,-1 1 0 0 0,1 0 0 0 0,0 0 0 0 0,-1 0 0 0 0,1-1 0 0 0,-1 1 0 0 0,1 0 1 0 0,-1 0-1 0 0,2 2 0 0 0,0 10-2025 0 0</inkml:trace>
  <inkml:trace contextRef="#ctx0" brushRef="#br0" timeOffset="1">113 514 760 0 0,'0'0'844'0'0,"-6"10"2780"0"0,20-1-2019 0 0,17-11-925 0 0,-4-3-152 0 0,4-3-244 0 0,11-1-284 0 0,0-3-328 0 0,8-2-444 0 0,-4-2-432 0 0,7 1-1309 0 0,15-10 581 0 0</inkml:trace>
</inkml:ink>
</file>

<file path=ppt/ink/ink6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5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59 1084 0 0,'-4'-8'2181'0'0,"-1"0"1"0"0,1 0-1 0 0,-2 0 0 0 0,-12-14 1641 0 0,16 17-2451 0 0,-4 11-267 0 0,-3 7-547 0 0,-6 24 64 0 0,2 1 1 0 0,-15 71-1 0 0,6-19-67 0 0,15-64-423 0 0,-21 63 578 0 0,27-87-683 0 0,1-2-29 0 0,0 0 1 0 0,0 1-1 0 0,0-1 0 0 0,0 0 0 0 0,0 1 1 0 0,0-1-1 0 0,0 1 0 0 0,1-1 0 0 0,-1 0 1 0 0,0 1-1 0 0,0-1 0 0 0,0 0 0 0 0,0 1 1 0 0,1-1-1 0 0,-1 0 0 0 0,0 0 0 0 0,0 1 0 0 0,0-1 1 0 0,1 0-1 0 0,-1 0 0 0 0,0 1 0 0 0,1-1 1 0 0,-1 0-1 0 0,0 0 0 0 0,1 1 0 0 0,-1-1 1 0 0,0 0-1 0 0,1 0 0 0 0,-1 0 0 0 0,0 0 1 0 0,1 0-1 0 0,-1 0 0 0 0,0 0 0 0 0,1 0 1 0 0,-1 1-1 0 0,0-1 0 0 0,1 0 0 0 0,-1 0 1 0 0,0-1-1 0 0,1 1 0 0 0,-1 0 0 0 0,1 0 0 0 0,41-16-111 0 0,-18 7-38 0 0,1 0 1 0 0,0 1-1 0 0,29-4 1 0 0,-47 10 86 0 0,-1 1 1 0 0,1 1 0 0 0,0-1 0 0 0,0 1 0 0 0,0 1 0 0 0,0-1 0 0 0,-1 1 0 0 0,1 0 0 0 0,0 1-1 0 0,-1-1 1 0 0,1 1 0 0 0,-1 1 0 0 0,1-1 0 0 0,-1 1 0 0 0,0 0 0 0 0,0 1 0 0 0,6 4 0 0 0,-11-7 50 0 0,1 0 1 0 0,-1 0 0 0 0,0 1 0 0 0,1-1 0 0 0,-1 0-1 0 0,0 1 1 0 0,0-1 0 0 0,0 1 0 0 0,0 0 0 0 0,-1-1-1 0 0,1 1 1 0 0,0 0 0 0 0,-1-1 0 0 0,1 1 0 0 0,-1 0-1 0 0,1 0 1 0 0,-1-1 0 0 0,0 1 0 0 0,0 0-1 0 0,0 0 1 0 0,0 0 0 0 0,0-1 0 0 0,0 1 0 0 0,-1 0-1 0 0,1 0 1 0 0,0 0 0 0 0,-1-1 0 0 0,0 1 0 0 0,1 0-1 0 0,-1-1 1 0 0,0 1 0 0 0,0 0 0 0 0,0-1 0 0 0,0 1-1 0 0,0-1 1 0 0,0 1 0 0 0,0-1 0 0 0,-2 2 0 0 0,-3 3-6 0 0,0 1 1 0 0,0-1 0 0 0,0 0 0 0 0,-1 0 0 0 0,0-1 0 0 0,-11 7 0 0 0,6-5-33 0 0,-1 0-1 0 0,-1 0 0 0 0,0-1 0 0 0,0-1 1 0 0,0 0-1 0 0,0-1 0 0 0,-1-1 0 0 0,1 0 1 0 0,-1-1-1 0 0,0 0 0 0 0,0-2 0 0 0,-29-1 1 0 0,42 1-62 0 0,1-1 0 0 0,-1 1 1 0 0,1 0-1 0 0,0-1 1 0 0,0 1-1 0 0,-1-1 1 0 0,1 1-1 0 0,0-1 1 0 0,0 0-1 0 0,-1 1 0 0 0,1-1 1 0 0,0 0-1 0 0,0 0 1 0 0,0 0-1 0 0,0 0 1 0 0,0 0-1 0 0,0 0 1 0 0,0 0-1 0 0,1 0 0 0 0,-1-1 1 0 0,0 1-1 0 0,1 0 1 0 0,-1 0-1 0 0,1-1 1 0 0,-2-2-1 0 0,3-16-7003 0 0,5-6 3407 0 0</inkml:trace>
</inkml:ink>
</file>

<file path=ppt/ink/ink6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6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0 639 908 0 0,'10'2'564'0'0,"-1"-1"0"0"0,1 0 0 0 0,-1-1 0 0 0,1 0 0 0 0,-1-1-1 0 0,1 0 1 0 0,-1 0 0 0 0,1-1 0 0 0,-1 0 0 0 0,0-1 0 0 0,0 0 0 0 0,9-4 0 0 0,10-5 273 0 0,-2-1 0 0 0,40-25 0 0 0,-42 20 683 0 0,-34 23-679 0 0,8-4-822 0 0,1 1 0 0 0,-1-1 0 0 0,0 1-1 0 0,0-1 1 0 0,1 1 0 0 0,-1 0-1 0 0,1-1 1 0 0,-1 1 0 0 0,1 0 0 0 0,0 0-1 0 0,0 0 1 0 0,0 0 0 0 0,0 0 0 0 0,0 0-1 0 0,0 1 1 0 0,1-1 0 0 0,-1 0 0 0 0,1 0-1 0 0,0 1 1 0 0,-1-1 0 0 0,1 0 0 0 0,0 1-1 0 0,0-1 1 0 0,0 0 0 0 0,1 3 0 0 0,0-1-18 0 0,0-1 1 0 0,1 1 0 0 0,-1-1-1 0 0,1 0 1 0 0,0 0 0 0 0,0 0 0 0 0,0 0-1 0 0,0 0 1 0 0,0 0 0 0 0,1 0 0 0 0,0-1-1 0 0,-1 1 1 0 0,1-1 0 0 0,0 0-1 0 0,0 0 1 0 0,0 0 0 0 0,0 0 0 0 0,6 2-1 0 0,-3-2-22 0 0,1 0 0 0 0,0 0 0 0 0,-1-1-1 0 0,1 0 1 0 0,0 0 0 0 0,0 0-1 0 0,0-1 1 0 0,0 0 0 0 0,10-2 0 0 0,-2 0-28 0 0,1-1 1 0 0,0-1 0 0 0,-1-1 0 0 0,0 0-1 0 0,0-1 1 0 0,0 0 0 0 0,-1-1 0 0 0,16-10 0 0 0,-14 4 25 0 0,0 0 1 0 0,-1 0 0 0 0,-1-2-1 0 0,0 0 1 0 0,-1 0 0 0 0,0-1 0 0 0,-2-1-1 0 0,0 0 1 0 0,0-1 0 0 0,-2 0 0 0 0,0 0-1 0 0,11-35 1 0 0,-12 27 143 0 0,-1-1 0 0 0,-1-1 0 0 0,-1 1-1 0 0,-2-1 1 0 0,0 0 0 0 0,-2 0 0 0 0,-1 1 0 0 0,-7-51 0 0 0,-2 8 3177 0 0,-4 97-3009 0 0,0-5-169 0 0,5 12 6 0 0,1 1 1 0 0,2-1-1 0 0,1 1 0 0 0,1 0 1 0 0,2 1-1 0 0,8 66 1 0 0,-5-70-57 0 0,7 52 130 0 0,-4-57-546 0 0,-2 1-1 0 0,-1 43 1 0 0,-7-34-3020 0 0,-2-15-4150 0 0</inkml:trace>
</inkml:ink>
</file>

<file path=ppt/ink/ink6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6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0 303 1356 0 0,'0'0'2444'0'0,"18"-13"419"0"0,15 0-1494 0 0,0 0 0 0 0,64-14 0 0 0,77-5-2261 0 0,-162 30 704 0 0,65-12 434 0 0,-74 13 456 0 0,-17 36 4198 0 0,-13 42-4821 0 0,27-75-37 0 0,2 3-43 0 0,-2-4-2 0 0,0-1 1 0 0,-1 0 0 0 0,1 1 0 0 0,0-1 0 0 0,0 1-1 0 0,0-1 1 0 0,0 1 0 0 0,0-1 0 0 0,0 0 0 0 0,0 1 0 0 0,0-1-1 0 0,0 1 1 0 0,0-1 0 0 0,1 1 0 0 0,-1-1 0 0 0,0 0-1 0 0,0 1 1 0 0,0-1 0 0 0,0 1 0 0 0,1-1 0 0 0,-1 0-1 0 0,0 1 1 0 0,0-1 0 0 0,1 0 0 0 0,-1 1 0 0 0,0-1-1 0 0,1 0 1 0 0,-1 1 0 0 0,0-1 0 0 0,1 0 0 0 0,-1 0-1 0 0,0 1 1 0 0,1-1 0 0 0,-1 0 0 0 0,0 0 0 0 0,1 0 0 0 0,-1 1-1 0 0,1-1 1 0 0,-1 0 0 0 0,1 0 0 0 0,-1 0 0 0 0,0 0-1 0 0,1 0 1 0 0,-1 0 0 0 0,1 0 0 0 0,-1 0 0 0 0,1 0-1 0 0,-1 0 1 0 0,1 0 0 0 0,-1 0 0 0 0,0-1 0 0 0,1 1-1 0 0,14-9-26 0 0,0-2-111 0 0,1 2 0 0 0,0 0-1 0 0,1 1 1 0 0,33-12 0 0 0,-24 15 27 0 0,-1 1 0 0 0,32-1 0 0 0,-42 4 97 0 0,1 1 0 0 0,0-2 0 0 0,-1 0-1 0 0,1-1 1 0 0,-1 0 0 0 0,0-2 0 0 0,0 1 0 0 0,0-2 0 0 0,16-8 0 0 0,-29 13 56 0 0,0-1-1 0 0,0 0 1 0 0,0 0-1 0 0,0 1 1 0 0,-1-1-1 0 0,1 0 0 0 0,-1-1 1 0 0,1 1-1 0 0,-1 0 1 0 0,0 0-1 0 0,0 0 1 0 0,1-1-1 0 0,-2 1 1 0 0,1-1-1 0 0,0 1 1 0 0,-1-1-1 0 0,1 1 0 0 0,-1-1 1 0 0,1 1-1 0 0,-1-1 1 0 0,0 1-1 0 0,0-1 1 0 0,-1 0-1 0 0,1 1 1 0 0,-1-5-1 0 0,-2-7 185 0 0,-1 0 0 0 0,0 0 1 0 0,-10-20-1 0 0,3 7 230 0 0,10 23-629 0 0,-1 0 1 0 0,0 1 0 0 0,0-1 0 0 0,0 1-1 0 0,0 0 1 0 0,0 0 0 0 0,-5-5 0 0 0,6 7-371 0 0</inkml:trace>
</inkml:ink>
</file>

<file path=ppt/ink/ink6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7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0 131 752 0 0,'0'0'5158'0'0,"4"1"-4569"0"0,20-1-123 0 0,0 0 0 0 0,0-1 0 0 0,0-1 0 0 0,0-2 0 0 0,0 0 0 0 0,-1-2 0 0 0,0 0-1 0 0,31-13 1 0 0,-51 18-423 0 0,1 0 0 0 0,-1-1 0 0 0,0 1 0 0 0,0-1 0 0 0,0 1 0 0 0,0-1 0 0 0,0 0 0 0 0,0 0 0 0 0,-1 0 0 0 0,1 0 0 0 0,-1-1 0 0 0,1 1 0 0 0,-1-1 0 0 0,0 0 0 0 0,0 1 0 0 0,0-1 0 0 0,0 0 0 0 0,-1 0 0 0 0,2-4 0 0 0,-2 5 36 0 0,-26-19 161 0 0,19 19-220 0 0,1 1 1 0 0,-1 0-1 0 0,1 1 0 0 0,-1 0 1 0 0,0-1-1 0 0,1 2 1 0 0,-1-1-1 0 0,1 1 0 0 0,-1 0 1 0 0,1 0-1 0 0,-1 0 0 0 0,1 1 1 0 0,-1 0-1 0 0,1 0 0 0 0,0 0 1 0 0,-6 4-1 0 0,7-4-12 0 0,0 0 0 0 0,0 0 0 0 0,0 1 0 0 0,1-1 0 0 0,-1 1 0 0 0,1 0 0 0 0,-1 0 0 0 0,1 1 0 0 0,0-1 0 0 0,0 1 0 0 0,1-1 0 0 0,-1 1 0 0 0,1 0 0 0 0,-1 0 0 0 0,1 0 0 0 0,1 0 0 0 0,-1 0 0 0 0,0 1 0 0 0,-1 6 0 0 0,3-10-8 0 0,0 0 1 0 0,0 0-1 0 0,-1 0 1 0 0,1 0-1 0 0,0 0 0 0 0,0 0 1 0 0,0 0-1 0 0,0 0 0 0 0,0 0 1 0 0,0 0-1 0 0,0 0 0 0 0,1 0 1 0 0,-1 0-1 0 0,0 0 1 0 0,1 0-1 0 0,-1 0 0 0 0,0 0 1 0 0,1 0-1 0 0,-1 0 0 0 0,1 0 1 0 0,-1 0-1 0 0,1-1 0 0 0,0 1 1 0 0,-1 0-1 0 0,1 0 1 0 0,0 0-1 0 0,1 0 0 0 0,0 1 0 0 0,2 3-42 0 0,-1-1 1 0 0,1 1-1 0 0,0-1 0 0 0,0 0 0 0 0,1 0 0 0 0,-1 0 1 0 0,1-1-1 0 0,0 0 0 0 0,0 0 0 0 0,0 0 0 0 0,0 0 1 0 0,0-1-1 0 0,1 0 0 0 0,-1 0 0 0 0,1 0 1 0 0,0-1-1 0 0,-1 1 0 0 0,1-1 0 0 0,0-1 0 0 0,6 1 1 0 0,11 0-218 0 0,0-2 0 0 0,0 0 0 0 0,38-7 0 0 0,-38 2 242 0 0,1-1 1 0 0,-1-1-1 0 0,0-1 0 0 0,0-1 0 0 0,-1 0 0 0 0,-1-2 0 0 0,37-26 1 0 0,-55 35 124 0 0,1 1 1 0 0,-1-1 0 0 0,0 0 0 0 0,0 0 0 0 0,0 0 0 0 0,0 0-1 0 0,-1 0 1 0 0,1-1 0 0 0,-1 1 0 0 0,0-1 0 0 0,0 0 0 0 0,0 1-1 0 0,0-1 1 0 0,-1 0 0 0 0,0 0 0 0 0,2-5 0 0 0,-3 7 51 0 0,-5-4 81 0 0,5 5-219 0 0,0 0 1 0 0,-1 0-1 0 0,1 0 1 0 0,-1 1-1 0 0,1-1 1 0 0,-1 0-1 0 0,1 0 1 0 0,-1 1 0 0 0,1-1-1 0 0,-1 0 1 0 0,0 1-1 0 0,1-1 1 0 0,-1 0-1 0 0,0 1 1 0 0,1-1 0 0 0,-1 1-1 0 0,0-1 1 0 0,-1 0-1 0 0,-2 1-5 0 0,1-1 1 0 0,0 1-1 0 0,0 0 0 0 0,-1 0 0 0 0,1 0 1 0 0,0 0-1 0 0,-1 1 0 0 0,1 0 0 0 0,0-1 1 0 0,0 1-1 0 0,0 0 0 0 0,0 0 0 0 0,0 1 0 0 0,0-1 1 0 0,0 1-1 0 0,0-1 0 0 0,0 1 0 0 0,0 0 1 0 0,1 0-1 0 0,-1 0 0 0 0,1 0 0 0 0,0 1 1 0 0,-1-1-1 0 0,-2 5 0 0 0,1-2-12 0 0,1 1 0 0 0,0-1 0 0 0,0 1 0 0 0,1-1 0 0 0,-1 1 0 0 0,1 0 1 0 0,0 0-1 0 0,1 0 0 0 0,-1 0 0 0 0,1 0 0 0 0,0 0 0 0 0,1 0 0 0 0,0 0 0 0 0,0 1 0 0 0,1 5 0 0 0,-1-9-23 0 0,0 0-1 0 0,1 0 0 0 0,-1 0 1 0 0,1 0-1 0 0,0 0 0 0 0,0 0 1 0 0,0 0-1 0 0,0 0 0 0 0,0 0 1 0 0,1-1-1 0 0,-1 1 0 0 0,1 0 1 0 0,0-1-1 0 0,0 0 0 0 0,0 1 1 0 0,0-1-1 0 0,0 0 0 0 0,1 0 1 0 0,2 2-1 0 0,-1-1-38 0 0,0-1-1 0 0,1 0 1 0 0,-1 0-1 0 0,1-1 1 0 0,0 1 0 0 0,0-1-1 0 0,0 0 1 0 0,-1 0-1 0 0,1 0 1 0 0,9-1-1 0 0,7-1-122 0 0,-1-1-1 0 0,1 0 0 0 0,-1-2 1 0 0,26-8-1 0 0,91-28 586 0 0,-121 36-4 0 0,-1 0-1 0 0,1 1 1 0 0,0 0 0 0 0,0 1 0 0 0,22 1-1 0 0,18-2 158 0 0,-52 2-573 0 0,1 0 0 0 0,-1 0 0 0 0,1 0 0 0 0,-1 0 0 0 0,1-1 0 0 0,7-4 0 0 0,-2-1-2450 0 0,-3-4-3453 0 0</inkml:trace>
</inkml:ink>
</file>

<file path=ppt/ink/ink6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9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75 1276 0 0,'-28'-68'7657'0'0,"28"67"-6879"0"0,0 1-733 0 0,0 0 1 0 0,0 0-1 0 0,0-1 0 0 0,0 1 1 0 0,0 0-1 0 0,0 0 0 0 0,0 0 1 0 0,0 0-1 0 0,0-1 0 0 0,0 1 1 0 0,0 0-1 0 0,0 0 1 0 0,0 0-1 0 0,0 0 0 0 0,0-1 1 0 0,0 1-1 0 0,0 0 0 0 0,0 0 1 0 0,0 0-1 0 0,0 0 0 0 0,0 0 1 0 0,0-1-1 0 0,0 1 0 0 0,-1 0 1 0 0,1 0-1 0 0,0 0 1 0 0,0 0-1 0 0,0 0 0 0 0,0 0 1 0 0,0-1-1 0 0,0 1 0 0 0,0 0 1 0 0,-1 0-1 0 0,1 0 0 0 0,0 0 1 0 0,0 0-1 0 0,0 0 0 0 0,0 0 1 0 0,-1 0-1 0 0,1 0 1 0 0,0 0-1 0 0,0 0 0 0 0,0 0 1 0 0,0 0-1 0 0,0 0 0 0 0,-1 0 1 0 0,1 0-1 0 0,0 0 0 0 0,0 0 1 0 0,0 0-1 0 0,0 0 0 0 0,-1 0 1 0 0,1 0-1 0 0,0 0 1 0 0,0 0-1 0 0,0 0 0 0 0,0 0 1 0 0,-1 0-1 0 0,1 0 0 0 0,0 0 1 0 0,0 0-1 0 0,0 0 0 0 0,0 0 1 0 0,0 1-1 0 0,0-1 0 0 0,-1 0 1 0 0,1 0-1 0 0,0 0 1 0 0,-5 61 641 0 0,2 0 0 0 0,3-1 0 0 0,12 93 1 0 0,1 54-920 0 0,-12-169-487 0 0,0-25-431 0 0,0 1 1 0 0,-1-1-1 0 0,-1 0 1 0 0,-3 22-1 0 0,-1-27-2216 0 0,-1-3 257 0 0</inkml:trace>
</inkml:ink>
</file>

<file path=ppt/ink/ink6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29:59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1 681 392 0 0,'54'-16'1408'0'0,"201"-64"1753"0"0,-90 15-1979 0 0,-146 57-1082 0 0,0-2 0 0 0,0-1 0 0 0,-1 0 0 0 0,-1-1 0 0 0,0-1 0 0 0,-1 0 0 0 0,0-1 0 0 0,-1-1 0 0 0,0-1 0 0 0,-1 0 0 0 0,-1-1 0 0 0,11-19 0 0 0,-18 27-12 0 0,-1-1 1 0 0,0 0-1 0 0,0 0 1 0 0,-1-1 0 0 0,-1 1-1 0 0,0-1 1 0 0,0 0 0 0 0,-1 0-1 0 0,0 0 1 0 0,-1 0-1 0 0,0 0 1 0 0,-1 0 0 0 0,0 0-1 0 0,-1 0 1 0 0,0 0 0 0 0,-1-1-1 0 0,0 2 1 0 0,-1-1-1 0 0,0 0 1 0 0,0 0 0 0 0,-1 1-1 0 0,-1 0 1 0 0,0 0 0 0 0,-7-12-1 0 0,10 19-14 0 0,0 0-1 0 0,0-1 0 0 0,0 1 0 0 0,0 0 1 0 0,-1 0-1 0 0,1 0 0 0 0,-1 0 1 0 0,0 1-1 0 0,0-1 0 0 0,0 1 1 0 0,0-1-1 0 0,0 1 0 0 0,0 0 1 0 0,0 0-1 0 0,-1 0 0 0 0,1 1 1 0 0,-1-1-1 0 0,0 1 0 0 0,1 0 1 0 0,-1 0-1 0 0,0 0 0 0 0,0 1 0 0 0,0-1 1 0 0,1 1-1 0 0,-1 0 0 0 0,0 0 1 0 0,0 0-1 0 0,-5 1 0 0 0,3 2-34 0 0,0-1 0 0 0,0 1 0 0 0,1 0 0 0 0,-1 0 0 0 0,1 0 0 0 0,-1 1 0 0 0,1 0 0 0 0,0 0 0 0 0,0 0-1 0 0,1 1 1 0 0,-1-1 0 0 0,1 1 0 0 0,0 0 0 0 0,0 1 0 0 0,1-1 0 0 0,-4 8 0 0 0,-7 14 27 0 0,2 0-1 0 0,2 0 1 0 0,0 1 0 0 0,2 1-1 0 0,1-1 1 0 0,1 1 0 0 0,-3 37-1 0 0,2 214 256 0 0,8-196-217 0 0,-3-31-38 0 0,1-25 50 0 0,3 48 1 0 0,4-60 858 0 0,5-22-268 0 0,-9 5-691 0 0,0-1 0 0 0,0 1 1 0 0,0-1-1 0 0,0 1 1 0 0,0 0-1 0 0,0 0 0 0 0,0 0 1 0 0,0 0-1 0 0,0 0 0 0 0,0 1 1 0 0,1-1-1 0 0,-1 0 0 0 0,0 1 1 0 0,3 0-1 0 0,63 0-19 0 0,97-1-39 0 0,-140-1 36 0 0,1-1 0 0 0,-1-1 0 0 0,0-1 0 0 0,34-12 0 0 0,-54 15 84 0 0,0 0 0 0 0,0-1-1 0 0,0 1 1 0 0,0-1 0 0 0,0-1 0 0 0,0 1 0 0 0,-1-1 0 0 0,0 1 0 0 0,1-1 0 0 0,-2-1 0 0 0,1 1 0 0 0,0 0 0 0 0,5-10 0 0 0,-8 12 54 0 0,-1 1-206 0 0,0 0 1 0 0,0 0-1 0 0,1 0 1 0 0,-1 1-1 0 0,1-1 1 0 0,-1 0-1 0 0,0 0 1 0 0,1 0 0 0 0,-1 0-1 0 0,1 0 1 0 0,0 1-1 0 0,-1-1 1 0 0,1 0-1 0 0,0 1 1 0 0,-1-1-1 0 0,1 0 1 0 0,0 1 0 0 0,1-2-1 0 0,6 8-750 0 0,0 0-1 0 0,1 0 1 0 0,-1-1-1 0 0,1 0 1 0 0,0-1 0 0 0,0 0-1 0 0,1 0 1 0 0,-1-1-1 0 0,14 2 1 0 0,-13-2-486 0 0,20 6-1962 0 0</inkml:trace>
</inkml:ink>
</file>

<file path=ppt/ink/ink6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0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12 404 0 0,'0'0'2794'0'0,"0"-12"-949"0"0,-6 14 3053 0 0,-12 14-4495 0 0,1 0 0 0 0,1 2 0 0 0,0 0 0 0 0,1 1 0 0 0,-19 33 0 0 0,24-37-216 0 0,1 2 0 0 0,0-1 0 0 0,2 1 0 0 0,0 0 0 0 0,1 1 0 0 0,0 0 0 0 0,2 0 0 0 0,-4 23 0 0 0,8-39-161 0 0,0 0 1 0 0,-1 0-1 0 0,1 0 0 0 0,0-1 1 0 0,0 1-1 0 0,0 0 1 0 0,0 0-1 0 0,0 0 0 0 0,1 0 1 0 0,-1-1-1 0 0,0 1 0 0 0,1 0 1 0 0,-1 0-1 0 0,1 0 1 0 0,0-1-1 0 0,0 1 0 0 0,0 0 1 0 0,-1-1-1 0 0,2 1 0 0 0,-1-1 1 0 0,0 1-1 0 0,0-1 1 0 0,0 0-1 0 0,3 3 0 0 0,-2-4-23 0 0,0 1 0 0 0,1 0 0 0 0,-1-1 0 0 0,0 0 0 0 0,1 1 0 0 0,-1-1 0 0 0,0 0 0 0 0,1 0 0 0 0,-1 0 0 0 0,0-1 0 0 0,0 1 1 0 0,1 0-1 0 0,-1-1 0 0 0,0 1 0 0 0,0-1 0 0 0,4-2 0 0 0,12-5-132 0 0,-1-1 0 0 0,-1 0 1 0 0,26-20-1 0 0,-37 26 107 0 0,6-6-33 0 0,-3 3-28 0 0,-1 0 0 0 0,1 1 0 0 0,0 0-1 0 0,1 0 1 0 0,-1 1 0 0 0,1 0-1 0 0,12-4 1 0 0,-19 7 33 0 0,33 11-100 0 0,-9-1 93 0 0,-1 0 0 0 0,1-2 1 0 0,1-1-1 0 0,27 2 1 0 0,-41-7 179 0 0,1 0 1 0 0,-1-1-1 0 0,0-1 1 0 0,1 0-1 0 0,-1-1 1 0 0,0-1-1 0 0,0 0 1 0 0,0 0-1 0 0,0-1 1 0 0,13-7-1 0 0,-23 9-15 0 0,0 1 0 0 0,0-1 0 0 0,-1 0 0 0 0,1 0 0 0 0,-1 0 0 0 0,1 0 0 0 0,-1 0 0 0 0,0 0 0 0 0,0-1 0 0 0,0 1 0 0 0,0-1 0 0 0,0 1 0 0 0,0-1 0 0 0,-1 0 0 0 0,1 0 0 0 0,-1 0 0 0 0,0 0 0 0 0,0 0 0 0 0,0 0 0 0 0,0 0 0 0 0,0 0 0 0 0,-1-1 0 0 0,1 1 0 0 0,-1 0 0 0 0,0 0 0 0 0,0 0 0 0 0,0-1 0 0 0,-1 1 0 0 0,1 0 0 0 0,-2-5 0 0 0,-1-4-11 0 0,0 1 1 0 0,0-1-1 0 0,-2 1 0 0 0,1 0 0 0 0,-1 0 1 0 0,-10-15-1 0 0,4 14-3383 0 0</inkml:trace>
</inkml:ink>
</file>

<file path=ppt/ink/ink6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0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85 408 0 0,'-3'1'293'0'0,"1"0"0"0"0,-1 0-1 0 0,1 0 1 0 0,-1 0 0 0 0,1 1 0 0 0,-1-1-1 0 0,1 1 1 0 0,0 0 0 0 0,-1 0 0 0 0,1 0 0 0 0,0 0-1 0 0,0 0 1 0 0,1 0 0 0 0,-1 1 0 0 0,0-1-1 0 0,1 0 1 0 0,-1 1 0 0 0,1 0 0 0 0,0-1 0 0 0,0 1-1 0 0,0 0 1 0 0,0-1 0 0 0,0 1 0 0 0,0 4-1 0 0,2-4-210 0 0,-1 0 0 0 0,0 0 0 0 0,1 0-1 0 0,0 0 1 0 0,0 0 0 0 0,0 0 0 0 0,0 0 0 0 0,0-1-1 0 0,1 1 1 0 0,-1-1 0 0 0,1 1 0 0 0,0-1-1 0 0,-1 1 1 0 0,1-1 0 0 0,0 0 0 0 0,1 0-1 0 0,-1 0 1 0 0,0 0 0 0 0,1 0 0 0 0,-1 0-1 0 0,1-1 1 0 0,-1 1 0 0 0,1-1 0 0 0,3 2 0 0 0,1 0 79 0 0,0 0 0 0 0,0-1 0 0 0,1 0 0 0 0,-1 0 0 0 0,1 0 0 0 0,0-1 0 0 0,-1 0 0 0 0,1-1 0 0 0,0 1 0 0 0,0-2 0 0 0,0 1 0 0 0,-1-1 0 0 0,1 0 0 0 0,12-4 0 0 0,-17 4-72 0 0,1 0 0 0 0,-1 0-1 0 0,0 0 1 0 0,0 0 0 0 0,-1-1 0 0 0,1 0 0 0 0,0 1-1 0 0,0-1 1 0 0,-1 0 0 0 0,1 0 0 0 0,-1 0-1 0 0,0-1 1 0 0,1 1 0 0 0,-1-1 0 0 0,0 1-1 0 0,-1-1 1 0 0,1 0 0 0 0,0 0 0 0 0,-1 1-1 0 0,1-1 1 0 0,-1 0 0 0 0,0 0 0 0 0,0-1-1 0 0,0 1 1 0 0,-1 0 0 0 0,1 0 0 0 0,-1 0-1 0 0,1 0 1 0 0,-1-1 0 0 0,0 1 0 0 0,0 0 0 0 0,-1 0-1 0 0,1-1 1 0 0,-1 1 0 0 0,1 0 0 0 0,-1 0-1 0 0,-2-4 1 0 0,0-4 150 0 0,0 1 0 0 0,-1-1-1 0 0,-1 1 1 0 0,-6-12 0 0 0,9 18-405 0 0,0 1 0 0 0,-1-1 0 0 0,1 1-1 0 0,-1-1 1 0 0,0 1 0 0 0,0 0 0 0 0,0 0 0 0 0,-1 0 0 0 0,1 1 0 0 0,-1-1-1 0 0,1 1 1 0 0,-1 0 0 0 0,-5-3 0 0 0,7 4-859 0 0,-15 8-6262 0 0</inkml:trace>
</inkml:ink>
</file>

<file path=ppt/ink/ink6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1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1 368 132 0 0,'23'20'3724'0'0,"-12"-10"-3115"0"0,0 1 1 0 0,-1 1 0 0 0,-1 0-1 0 0,0 0 1 0 0,0 1 0 0 0,-2 0-1 0 0,8 17 1 0 0,-14-30-511 0 0,-1 1 0 0 0,0-1 0 0 0,0 1 0 0 0,0-1-1 0 0,0 1 1 0 0,0-1 0 0 0,0 1 0 0 0,1-1 0 0 0,-1 1 0 0 0,0-1 0 0 0,0 0 0 0 0,1 1 0 0 0,-1-1 0 0 0,0 0 0 0 0,1 1 0 0 0,-1-1 0 0 0,0 1-1 0 0,1-1 1 0 0,-1 0 0 0 0,1 0 0 0 0,-1 1 0 0 0,0-1 0 0 0,1 0 0 0 0,-1 0 0 0 0,1 0 0 0 0,-1 1 0 0 0,1-1 0 0 0,-1 0 0 0 0,1 0 0 0 0,-1 0 0 0 0,1 0-1 0 0,-1 0 1 0 0,1 0 0 0 0,-1 0 0 0 0,1 0 0 0 0,-1 0 0 0 0,1 0 0 0 0,-1 0 0 0 0,1 0 0 0 0,-1 0 0 0 0,0-1 0 0 0,1 1 0 0 0,-1 0 0 0 0,1 0 0 0 0,-1 0-1 0 0,1-1 1 0 0,-1 1 0 0 0,0 0 0 0 0,1-1 0 0 0,-1 1 0 0 0,1 0 0 0 0,-1-1 0 0 0,1 1 0 0 0,24-32-56 0 0,-3 4-338 0 0,-15 23 107 0 0,0 0 0 0 0,1 0 0 0 0,0 1 0 0 0,0 0 1 0 0,0 1-1 0 0,0 0 0 0 0,1 0 0 0 0,-1 0 0 0 0,10 0 1 0 0,87-8-740 0 0,-77 9 849 0 0,45-7 0 0 0,-54 5 126 0 0,14-3 239 0 0,-1-1 0 0 0,0-1 0 0 0,56-25 0 0 0,-80 30-216 0 0,-1 0 0 0 0,0 0 1 0 0,0 0-1 0 0,0-1 0 0 0,0 0 0 0 0,-1 0 0 0 0,0 0 0 0 0,0-1 0 0 0,0 0 1 0 0,-1-1-1 0 0,0 1 0 0 0,0-1 0 0 0,-1 0 0 0 0,0 0 0 0 0,0 0 0 0 0,0-1 1 0 0,-1 1-1 0 0,0-1 0 0 0,-1 0 0 0 0,1 0 0 0 0,0-9 0 0 0,-3 9 5 0 0,0 0-1 0 0,0 0 1 0 0,-1 0 0 0 0,0 0-1 0 0,0 0 1 0 0,-1 0-1 0 0,0 0 1 0 0,0 1 0 0 0,-1-1-1 0 0,0 0 1 0 0,0 1-1 0 0,-1 0 1 0 0,0 0 0 0 0,0 0-1 0 0,-1 0 1 0 0,0 1-1 0 0,0 0 1 0 0,0 0 0 0 0,-1 0-1 0 0,0 0 1 0 0,0 1-1 0 0,-1 0 1 0 0,1 1 0 0 0,-1-1-1 0 0,-8-3 1 0 0,13 7-17 0 0,-2 3 8 0 0,1-1-60 0 0,0 1 0 0 0,0-1 1 0 0,0 1-1 0 0,0 0 0 0 0,1 0 0 0 0,-1 0 1 0 0,1 0-1 0 0,-1 0 0 0 0,1 0 1 0 0,0 1-1 0 0,0-1 0 0 0,0 1 0 0 0,0 0 1 0 0,0-1-1 0 0,1 1 0 0 0,-1 0 1 0 0,1 0-1 0 0,0 0 0 0 0,-1 0 0 0 0,2 0 1 0 0,-1 0-1 0 0,0 1 0 0 0,1-1 1 0 0,-1 4-1 0 0,-1 7 7 0 0,2 0 1 0 0,0 0 0 0 0,0 0-1 0 0,1 1 1 0 0,1-1 0 0 0,0 0-1 0 0,1-1 1 0 0,1 1 0 0 0,0 0-1 0 0,1-1 1 0 0,9 20 0 0 0,10 12 53 0 0,58 81-1 0 0,-4-7 36 0 0,-78-118-97 0 0,1-1 0 0 0,-1 1-1 0 0,1 0 1 0 0,-1 0-1 0 0,0 0 1 0 0,1-1-1 0 0,-1 1 1 0 0,0 0-1 0 0,0 0 1 0 0,1 0-1 0 0,-1 0 1 0 0,0 0-1 0 0,0 0 1 0 0,0-1-1 0 0,0 1 1 0 0,0 0-1 0 0,0 0 1 0 0,-1 0 0 0 0,1 0-1 0 0,0 0 1 0 0,0 0-1 0 0,-1-1 1 0 0,1 1-1 0 0,0 0 1 0 0,-1 0-1 0 0,1 0 1 0 0,-1-1-1 0 0,1 1 1 0 0,-1 0-1 0 0,0 1 1 0 0,-1-1-4 0 0,-1 1 1 0 0,1 0 0 0 0,-1-1-1 0 0,1 1 1 0 0,-1-1-1 0 0,0 0 1 0 0,1 0 0 0 0,-1 0-1 0 0,-5 1 1 0 0,-11 2-273 0 0,1-2-1 0 0,-27 1 1 0 0,36-2-58 0 0,-66 0-5442 0 0,60-1 3342 0 0,-12-1-1604 0 0</inkml:trace>
</inkml:ink>
</file>

<file path=ppt/ink/ink6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3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27 228 0 0,'0'-2'809'0'0,"-1"0"1"0"0,1 0-1 0 0,-1 0 1 0 0,0 0-1 0 0,0 1 0 0 0,0-1 1 0 0,0 0-1 0 0,0 0 1 0 0,0 1-1 0 0,0-1 1 0 0,0 1-1 0 0,-1-1 0 0 0,-2-1 1 0 0,2 6-750 0 0,0 0 1 0 0,-1 1-1 0 0,2 0 0 0 0,-1-1 1 0 0,0 1-1 0 0,1 0 0 0 0,-1 0 1 0 0,1 0-1 0 0,0 0 1 0 0,0 0-1 0 0,1 0 0 0 0,-1 1 1 0 0,1-1-1 0 0,0 0 1 0 0,0 0-1 0 0,0 0 0 0 0,1 0 1 0 0,0 1-1 0 0,1 4 1 0 0,-1-4-138 0 0,0 1 1 0 0,1-1-1 0 0,0 0 0 0 0,0 0 1 0 0,1 0-1 0 0,-1 0 1 0 0,1-1-1 0 0,0 1 1 0 0,0-1-1 0 0,0 1 1 0 0,1-1-1 0 0,0 0 1 0 0,0 0-1 0 0,0-1 1 0 0,4 4-1 0 0,-6-6 42 0 0,0 0-1 0 0,0 0 1 0 0,0-1 0 0 0,-1 1-1 0 0,1-1 1 0 0,0 1-1 0 0,0-1 1 0 0,0 0 0 0 0,0 1-1 0 0,0-1 1 0 0,0 0 0 0 0,0 0-1 0 0,0-1 1 0 0,0 1-1 0 0,0 0 1 0 0,0-1 0 0 0,-1 1-1 0 0,1-1 1 0 0,0 1 0 0 0,0-1-1 0 0,0 0 1 0 0,3-2 0 0 0,37-27-92 0 0,-40 28 159 0 0,34-32 3132 0 0,-35 33-2965 0 0,-1 6-187 0 0,1 81-2141 0 0,0-77 804 0 0,1 0 0 0 0,0-1 0 0 0,0 1 0 0 0,6 14 0 0 0,1-8-1635 0 0</inkml:trace>
</inkml:ink>
</file>

<file path=ppt/ink/ink6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3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1011 184 0 0,'0'0'150'0'0,"0"0"1"0"0,0 0-1 0 0,0 0 1 0 0,0 1-1 0 0,0-1 0 0 0,2 2 1956 0 0,-2-2-1956 0 0,0 1 1 0 0,0-1-1 0 0,0 0 1 0 0,1 0-1 0 0,-1 0 1 0 0,0 0-1 0 0,0 0 0 0 0,0 0 1 0 0,1 0-1 0 0,-1 0 1 0 0,0 0-1 0 0,0 0 0 0 0,1 0 1 0 0,-1 0-1 0 0,0 0 1 0 0,0 0-1 0 0,0 0 0 0 0,1 0 1 0 0,-1 0-1 0 0,0 0 1 0 0,0 0-1 0 0,3-2 1956 0 0,-3 2-1956 0 0,0 0 0 0 0,0 0 1 0 0,0 0-1 0 0,0-1 1 0 0,23-18 1903 0 0,19-30-1405 0 0,-11 7 40 0 0,-2-1 0 0 0,-2-2-1 0 0,-1-1 1 0 0,35-91 0 0 0,-39 66-365 0 0,22-114 0 0 0,-37 148-398 0 0,-3-1 1 0 0,-1 0-1 0 0,-2 0 0 0 0,-7-73 0 0 0,2 83-121 0 0,-17-54 0 0 0,20 80 147 0 0,1 4-26 0 0,-1 0 70 0 0,0-1 1 0 0,0 1-1 0 0,0 0 0 0 0,0 0 1 0 0,0-1-1 0 0,0 1 1 0 0,0-1-1 0 0,0 1 1 0 0,-1-1-1 0 0,-2 3 1 0 0,0 0-6 0 0,-7 13-8 0 0,0 0 0 0 0,1 1 0 0 0,2 0 0 0 0,-1 0 0 0 0,-9 36 0 0 0,-17 102-69 0 0,27-117 67 0 0,-10 54 24 0 0,3 1 0 0 0,5-1 1 0 0,2 162-1 0 0,8-244-4 0 0,1-1 1 0 0,-1 1-1 0 0,1-1 1 0 0,1 0-1 0 0,0 1 1 0 0,1-1-1 0 0,0 0 1 0 0,0 0-1 0 0,1 0 1 0 0,0-1-1 0 0,1 0 1 0 0,8 13-1 0 0,-12-21 1 0 0,1 0 0 0 0,-1 0-1 0 0,1 0 1 0 0,-1 0 0 0 0,1 0 0 0 0,0-1-1 0 0,0 1 1 0 0,-1-1 0 0 0,1 1 0 0 0,0-1 0 0 0,0 0-1 0 0,0 1 1 0 0,-1-1 0 0 0,1 0 0 0 0,0 0-1 0 0,0 0 1 0 0,0-1 0 0 0,-1 1 0 0 0,1 0 0 0 0,0-1-1 0 0,0 1 1 0 0,0-1 0 0 0,-1 1 0 0 0,1-1-1 0 0,2-1 1 0 0,41-24 45 0 0,-41 23-35 0 0,9-7 16 0 0,0 0 1 0 0,0 0-1 0 0,-1-1 0 0 0,-1-1 0 0 0,12-15 1 0 0,-23 27-25 0 0,1-1 1 0 0,-1 0-1 0 0,0 1 0 0 0,1-1 1 0 0,-1 1-1 0 0,1-1 0 0 0,-1 1 1 0 0,1-1-1 0 0,-1 1 1 0 0,1-1-1 0 0,-1 1 0 0 0,1 0 1 0 0,-1-1-1 0 0,1 1 1 0 0,-1 0-1 0 0,1-1 0 0 0,0 1 1 0 0,-1 0-1 0 0,1 0 1 0 0,0-1-1 0 0,-1 1 0 0 0,1 0 1 0 0,0 0-1 0 0,-1 0 0 0 0,1 0 1 0 0,0 0-1 0 0,-1 0 1 0 0,1 0-1 0 0,0 0 0 0 0,-1 0 1 0 0,1 1-1 0 0,0-1 1 0 0,-1 0-1 0 0,1 0 0 0 0,0 1 1 0 0,20 17-31 0 0,-9-6 0 0 0,-4-6 19 0 0,0 0 1 0 0,0 0-1 0 0,1-1 1 0 0,0 0-1 0 0,0-1 0 0 0,0 0 1 0 0,0 0-1 0 0,0-1 1 0 0,1 0-1 0 0,0-1 1 0 0,10 2-1 0 0,-19-4 16 0 0,-1 0 0 0 0,0 0 0 0 0,1 0 0 0 0,-1 0 0 0 0,0 0 0 0 0,1 0-1 0 0,-1 0 1 0 0,0 0 0 0 0,1-1 0 0 0,-1 1 0 0 0,0 0 0 0 0,0 0 0 0 0,1 0 0 0 0,-1 0 0 0 0,0 0 0 0 0,1 0 0 0 0,-1-1 0 0 0,0 1-1 0 0,0 0 1 0 0,1 0 0 0 0,-1 0 0 0 0,0-1 0 0 0,0 1 0 0 0,1 0 0 0 0,-1 0 0 0 0,0-1 0 0 0,0 1 0 0 0,0 0 0 0 0,0 0 0 0 0,1-1-1 0 0,-1 1 1 0 0,0 0 0 0 0,0-1 0 0 0,0 1 0 0 0,0 0 0 0 0,0-1 0 0 0,0 1 0 0 0,0-1 0 0 0,-5-15 270 0 0,-14-14 64 0 0,11 20-65 0 0,-1 1 1 0 0,-1 0 0 0 0,-17-14-1 0 0,-8 2-1209 0 0,4 12-5672 0 0,24 22-615 0 0</inkml:trace>
</inkml:ink>
</file>

<file path=ppt/ink/ink6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4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1344 0 0,'0'0'1224'0'0,"14"-1"5029"0"0,0 49-4510 0 0,-9-32-1437 0 0,-1 0 0 0 0,2 0 0 0 0,0 0 1 0 0,1-1-1 0 0,14 24 0 0 0,-10-22-66 0 0,-8-13-134 0 0,-1 0-1 0 0,1 0 1 0 0,0-1 0 0 0,-1 1-1 0 0,2 0 1 0 0,-1-1-1 0 0,8 6 1 0 0,-10-8 172 0 0,24-38 221 0 0,-19 19 7 0 0,-1 0 0 0 0,4-27-1 0 0,-8 44-339 0 0,1-2-100 0 0,-2 2-65 0 0,0 1 1 0 0,0 0 0 0 0,0 0-1 0 0,0 0 1 0 0,0-1 0 0 0,0 1 0 0 0,0 0-1 0 0,0 0 1 0 0,0 0 0 0 0,0-1-1 0 0,1 1 1 0 0,-1 0 0 0 0,0 0-1 0 0,0 0 1 0 0,0-1 0 0 0,0 1-1 0 0,0 0 1 0 0,0 0 0 0 0,1 0 0 0 0,-1 0-1 0 0,0 0 1 0 0,0 0 0 0 0,0-1-1 0 0,1 1 1 0 0,-1 0 0 0 0,0 0-1 0 0,0 0 1 0 0,0 0 0 0 0,1 0-1 0 0,-1 0 1 0 0,0 0 0 0 0,0 0-1 0 0,0 0 1 0 0,1 0 0 0 0,-1 0 0 0 0,0 0-1 0 0,0 0 1 0 0,0 0 0 0 0,1 0-1 0 0,-1 0 1 0 0,0 0 0 0 0,0 0-1 0 0,0 0 1 0 0,1 0 0 0 0,-1 0-1 0 0,2 1-6 0 0,121 20-477 0 0,-111-20 452 0 0,1 0-1 0 0,-1-1 1 0 0,1 0 0 0 0,0-1-1 0 0,-1-1 1 0 0,0 0-1 0 0,1 0 1 0 0,12-5 0 0 0,-23 6 99 0 0,0 0 0 0 0,1 0 0 0 0,-1 0 0 0 0,0-1 0 0 0,0 1 0 0 0,0 0 0 0 0,0-1 0 0 0,0 0 0 0 0,0 1 0 0 0,-1-1 0 0 0,1 0 0 0 0,-1 0 0 0 0,1 0 0 0 0,-1 0 0 0 0,1 0 0 0 0,-1 0 0 0 0,2-4 0 0 0,-3 4 845 0 0,-9-12-546 0 0,9 14-348 0 0,0 0-1 0 0,0-1 0 0 0,0 1 1 0 0,0 0-1 0 0,-1-1 1 0 0,1 1-1 0 0,0 0 0 0 0,0-1 1 0 0,0 1-1 0 0,-1 0 0 0 0,1 0 1 0 0,0-1-1 0 0,0 1 1 0 0,-1 0-1 0 0,1-1 0 0 0,0 1 1 0 0,-1 0-1 0 0,1 0 0 0 0,0 0 1 0 0,-1-1-1 0 0,1 1 1 0 0,0 0-1 0 0,-1 0 0 0 0,1 0 1 0 0,0 0-1 0 0,-1 0 0 0 0,1 0 1 0 0,0 0-1 0 0,-1 0 0 0 0,1 0 1 0 0,-1 0-1 0 0,1 0 1 0 0,0 0-1 0 0,-1 0 0 0 0,1 0 1 0 0,0 0-1 0 0,-1 0 0 0 0,1 0 1 0 0,0 0-1 0 0,-1 0 1 0 0,1 1-1 0 0,0-1 0 0 0,-1 0 1 0 0,1 0-1 0 0,-1 1 0 0 0,-7 15 29 0 0,6-12-78 0 0,4-1-62 0 0,1 2-141 0 0,0 1 1 0 0,0-1-1 0 0,0 0 0 0 0,1 0 1 0 0,0 0-1 0 0,0 0 1 0 0,0-1-1 0 0,1 1 0 0 0,0-1 1 0 0,0 0-1 0 0,5 3 1 0 0,-5-4-700 0 0,0-1 0 0 0,0 1 0 0 0,0-1 0 0 0,0-1 1 0 0,0 1-1 0 0,0 0 0 0 0,0-1 0 0 0,0 0 0 0 0,7 0 1 0 0,4-1-2758 0 0</inkml:trace>
</inkml:ink>
</file>

<file path=ppt/ink/ink6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4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7 1288 0 0,'-1'-6'12153'0'0,"6"10"-12096"0"0,0 0 0 0 0,0 1 0 0 0,-1-1 0 0 0,0 1 0 0 0,1 1 0 0 0,-2-1 0 0 0,1 0 0 0 0,0 1 0 0 0,2 6 1 0 0,-2-5-717 0 0,0 1 0 0 0,0-1 0 0 0,1-1 0 0 0,0 1 0 0 0,11 11 0 0 0,-14-17 254 0 0,0 0-1 0 0,0 0 1 0 0,0 0-1 0 0,0-1 1 0 0,0 1-1 0 0,1-1 1 0 0,-1 1 0 0 0,0-1-1 0 0,0 0 1 0 0,0 0-1 0 0,0 0 1 0 0,3 0-1 0 0,-3 0-210 0 0,0 0-1731 0 0</inkml:trace>
</inkml:ink>
</file>

<file path=ppt/ink/ink6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5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12 3720 0 0,'51'-11'8078'0'0,"-50"13"-7943"0"0,-1 1 0 0 0,1 0 0 0 0,-1 0 0 0 0,1 0 0 0 0,-1 0 0 0 0,0 0 0 0 0,0 0 0 0 0,0 0 0 0 0,-1 0 0 0 0,1 0 0 0 0,-1 0 0 0 0,-1 3 0 0 0,-5 26-170 0 0,-11 32-1527 0 0,-3-24-4595 0 0,10-26 2894 0 0</inkml:trace>
</inkml:ink>
</file>

<file path=ppt/ink/ink6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6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551 917 1300 0 0,'0'0'1220'0'0,"12"3"7376"0"0,-11-6-8483 0 0,0 1 1 0 0,0-1 0 0 0,0 1 0 0 0,-1-1 0 0 0,1 1-1 0 0,-1-1 1 0 0,0 1 0 0 0,0-1 0 0 0,0 0 0 0 0,0 1-1 0 0,-1-1 1 0 0,1 1 0 0 0,0-1 0 0 0,-1 0 0 0 0,0 1-1 0 0,0-1 1 0 0,0 1 0 0 0,0 0 0 0 0,0-1 0 0 0,0 1-1 0 0,0 0 1 0 0,-4-4 0 0 0,-39-60 541 0 0,40 61-567 0 0,-55-73 491 0 0,-62-110-1 0 0,107 163-537 0 0,1 0-1 0 0,1 0 0 0 0,2-1 1 0 0,0-1-1 0 0,2 0 1 0 0,1 0-1 0 0,1-1 1 0 0,1 0-1 0 0,-1-39 0 0 0,6 47-24 0 0,2-1-1 0 0,0 1 0 0 0,7-30 1 0 0,-8 43-42 0 0,1 0 0 0 0,0 0 0 0 0,0 0 0 0 0,1 1 0 0 0,0-1 0 0 0,0 1 0 0 0,1-1 0 0 0,0 1 1 0 0,0 0-1 0 0,0 0 0 0 0,1 1 0 0 0,-1 0 0 0 0,8-7 0 0 0,-11 11 4 0 0,0 0-1 0 0,0 0 1 0 0,0 0-1 0 0,0 0 0 0 0,0 0 1 0 0,0 1-1 0 0,1-1 1 0 0,-1 0-1 0 0,0 1 1 0 0,0-1-1 0 0,0 1 1 0 0,1-1-1 0 0,-1 1 1 0 0,0-1-1 0 0,1 1 1 0 0,-1 0-1 0 0,0 0 1 0 0,1 0-1 0 0,-1 0 1 0 0,0 0-1 0 0,1 0 1 0 0,-1 0-1 0 0,0 0 1 0 0,1 0-1 0 0,-1 1 1 0 0,0-1-1 0 0,1 0 0 0 0,-1 1 1 0 0,0-1-1 0 0,0 1 1 0 0,0 0-1 0 0,1-1 1 0 0,-1 1-1 0 0,0 0 1 0 0,0 0-1 0 0,0 0 1 0 0,0 0-1 0 0,0 0 1 0 0,0 0-1 0 0,-1 0 1 0 0,1 0-1 0 0,0 0 1 0 0,0 0-1 0 0,-1 0 1 0 0,2 2-1 0 0,0 2-17 0 0,0 1 0 0 0,0 0 0 0 0,0-1-1 0 0,-1 1 1 0 0,0 0 0 0 0,0 0 0 0 0,0 0 0 0 0,-1 11 0 0 0,-2 7-24 0 0,-1 0 0 0 0,-1 0 0 0 0,-2-1 0 0 0,0 1 0 0 0,-1-1 0 0 0,-15 31 0 0 0,-73 129-280 0 0,-61 46-142 0 0,109-163 330 0 0,30-36 66 0 0,17-29 89 0 0,0 0 0 0 0,0 0 0 0 0,0-1 0 0 0,0 1 0 0 0,0 0 0 0 0,0 0 0 0 0,0-1 0 0 0,0 1 0 0 0,0 0 0 0 0,1 0 0 0 0,-1-1 0 0 0,0 1 0 0 0,1 0 0 0 0,-1 0 0 0 0,0-1 0 0 0,1 1 0 0 0,-1 0 0 0 0,1-1 0 0 0,-1 1 0 0 0,1-1 0 0 0,-1 1 0 0 0,1-1 0 0 0,0 1 0 0 0,-1-1 0 0 0,1 1 0 0 0,0-1 0 0 0,-1 1 0 0 0,1-1 0 0 0,0 0 0 0 0,-1 1 0 0 0,1-1 0 0 0,0 0 0 0 0,0 0 0 0 0,-1 0 0 0 0,1 1 0 0 0,2-1 0 0 0,26 1-27 0 0,-27-1 18 0 0,266-18-2121 0 0,-88-9-3801 0 0,-127 15 3299 0 0</inkml:trace>
</inkml:ink>
</file>

<file path=ppt/ink/ink6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7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277 307 576 0 0,'-14'-34'6343'0'0,"13"33"-6157"0"0,-1 0-1 0 0,1 0 1 0 0,0 0-1 0 0,-1 0 1 0 0,1 0-1 0 0,-1 0 1 0 0,0 1-1 0 0,1-1 0 0 0,-1 0 1 0 0,0 1-1 0 0,1-1 1 0 0,-1 1-1 0 0,0 0 1 0 0,1 0-1 0 0,-1-1 1 0 0,0 1-1 0 0,0 0 1 0 0,1 0-1 0 0,-1 1 0 0 0,0-1 1 0 0,0 0-1 0 0,1 1 1 0 0,-1-1-1 0 0,0 0 1 0 0,1 1-1 0 0,-1 0 1 0 0,1 0-1 0 0,-1-1 1 0 0,1 1-1 0 0,-1 0 1 0 0,-1 1-1 0 0,-63 41-282 0 0,42-26 667 0 0,9-7-423 0 0,1 0 1 0 0,0 0 0 0 0,0 1 0 0 0,2 1 0 0 0,-1 1 0 0 0,2-1-1 0 0,-14 20 1 0 0,24-31 88 0 0,6-3-234 0 0,-1 1-1 0 0,1-2 1 0 0,-1 1 0 0 0,1 0 0 0 0,-1-1 0 0 0,0 0 0 0 0,0 0 0 0 0,0 0 0 0 0,5-7 0 0 0,7-3-33 0 0,15-10-94 0 0,1 2-1 0 0,36-19 1 0 0,-63 39 105 0 0,-1 0 1 0 0,1 0 0 0 0,0 1 0 0 0,0 0 0 0 0,0 0 0 0 0,0 0 0 0 0,0 0-1 0 0,0 1 1 0 0,0 0 0 0 0,-1 0 0 0 0,1 0 0 0 0,0 0 0 0 0,0 1-1 0 0,-1 0 1 0 0,1 0 0 0 0,4 3 0 0 0,18 5-84 0 0,-5-3 74 0 0,0-2 1 0 0,0 0-1 0 0,1-2 0 0 0,-1 0 1 0 0,1-2-1 0 0,0 0 0 0 0,0-2 1 0 0,0 0-1 0 0,41-9 0 0 0,-51 7 65 0 0,-1-1-1 0 0,0 0 0 0 0,0 0 1 0 0,-1-1-1 0 0,1-1 0 0 0,-1 0 1 0 0,-1-1-1 0 0,1 0 0 0 0,-1 0 1 0 0,0-1-1 0 0,-1 0 0 0 0,1-1 1 0 0,-2 0-1 0 0,1-1 0 0 0,-1 0 1 0 0,-1 0-1 0 0,0 0 0 0 0,0-1 1 0 0,7-17-1 0 0,-7 11 262 0 0,-1-1 0 0 0,-1 0 0 0 0,0-1 0 0 0,-1 1 1 0 0,-1-1-1 0 0,-1 1 0 0 0,0-37 0 0 0,-20 90 502 0 0,-6 30-798 0 0,2 34 101 0 0,3 0-1 0 0,-6 130 1 0 0,-3 15-63 0 0,11-145 250 0 0,17-97-46 0 0,-1-10-212 0 0,1-8-36 0 0,0 0 1 0 0,1 0 0 0 0,1 0-1 0 0,0 0 1 0 0,1 0 0 0 0,1 0-1 0 0,0 0 1 0 0,1 1 0 0 0,8-15-1 0 0,4-10-72 0 0,1 2 0 0 0,33-49-1 0 0,-44 76 61 0 0,73-103-123 0 0,-70 101 108 0 0,2 1-1 0 0,-1 0 0 0 0,1 0 1 0 0,1 1-1 0 0,0 0 0 0 0,15-8 0 0 0,-27 17 25 0 0,1 1-1 0 0,0 0 1 0 0,-1 0-1 0 0,1 0 1 0 0,0 0-1 0 0,0 0 1 0 0,-1 1-1 0 0,1-1 0 0 0,0 0 1 0 0,0 1-1 0 0,0-1 1 0 0,0 1-1 0 0,0 0 1 0 0,0 0-1 0 0,0 0 1 0 0,0 0-1 0 0,0 0 1 0 0,0 0-1 0 0,0 0 1 0 0,0 1-1 0 0,0-1 1 0 0,0 1-1 0 0,0-1 0 0 0,-1 1 1 0 0,1 0-1 0 0,0-1 1 0 0,0 1-1 0 0,0 0 1 0 0,-1 1-1 0 0,1-1 1 0 0,-1 0-1 0 0,1 0 1 0 0,-1 1-1 0 0,1-1 1 0 0,-1 0-1 0 0,0 1 1 0 0,1 0-1 0 0,-1-1 0 0 0,0 1 1 0 0,0 0-1 0 0,1 2 1 0 0,0 0 1 0 0,-1 0-1 0 0,0 0 1 0 0,1 0-1 0 0,-1 0 1 0 0,-1 0 0 0 0,1 0-1 0 0,-1 1 1 0 0,1-1 0 0 0,-1 0-1 0 0,0 0 1 0 0,-1 0 0 0 0,1 0-1 0 0,-1 1 1 0 0,0-1 0 0 0,0 0-1 0 0,0 0 1 0 0,0 0 0 0 0,-4 6-1 0 0,-3 3-58 0 0,-1-1 0 0 0,0 0 0 0 0,-1 0-1 0 0,0-1 1 0 0,-23 18 0 0 0,26-23-415 0 0,1-1 0 0 0,-1-1 0 0 0,0 1 0 0 0,0-1 1 0 0,-1-1-1 0 0,1 1 0 0 0,-12 2 0 0 0,13-5-1511 0 0,-1 1 1097 0 0</inkml:trace>
</inkml:ink>
</file>

<file path=ppt/ink/ink6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7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6 240 0 0,'14'-6'9362'0'0,"-23"55"-8632"0"0,-2-1 1 0 0,-20 55-1 0 0,-16 69 231 0 0,37-116-713 0 0,-54 235 945 0 0,43-238 801 0 0,17-57-1813 0 0,1 1-150 0 0,1 0 0 0 0,0 0 0 0 0,0 0 0 0 0,0 0 1 0 0,0-1-1 0 0,0 1 0 0 0,1-1 0 0 0,-1 1 1 0 0,1-1-1 0 0,0 0 0 0 0,0 1 0 0 0,0-1 1 0 0,1 0-1 0 0,-1-7 0 0 0,1 1 11 0 0,1-1 1 0 0,0 1-1 0 0,0 0 0 0 0,1 0 0 0 0,5-15 1 0 0,2 0-5 0 0,1 0 1 0 0,2 0 0 0 0,23-39-1 0 0,-33 62-36 0 0,18-31 16 0 0,3 0 0 0 0,26-29 0 0 0,-43 54-26 0 0,1 1 0 0 0,0 0 0 0 0,0 1 0 0 0,1-1 0 0 0,0 1 0 0 0,0 1 0 0 0,1-1-1 0 0,-1 1 1 0 0,1 1 0 0 0,0 0 0 0 0,0 0 0 0 0,1 1 0 0 0,14-4 0 0 0,-23 7 4 0 0,1-1 0 0 0,-1 1 0 0 0,1 0 0 0 0,0 0 0 0 0,-1 0 0 0 0,1-1 0 0 0,0 2 0 0 0,-1-1 0 0 0,1 0 0 0 0,-1 0 0 0 0,1 0 1 0 0,0 1-1 0 0,-1-1 0 0 0,1 1 0 0 0,-1-1 0 0 0,1 1 0 0 0,-1 0 0 0 0,1 0 0 0 0,-1-1 0 0 0,1 1 0 0 0,-1 0 0 0 0,0 0 0 0 0,1 0 0 0 0,-1 1 0 0 0,0-1 0 0 0,0 0 0 0 0,0 0 0 0 0,0 1 0 0 0,0-1 0 0 0,0 0 1 0 0,0 1-1 0 0,-1-1 0 0 0,1 1 0 0 0,0-1 0 0 0,-1 1 0 0 0,1 0 0 0 0,-1-1 0 0 0,0 1 0 0 0,1-1 0 0 0,-1 3 0 0 0,0 1 3 0 0,0-1-1 0 0,0 0 1 0 0,0 0-1 0 0,0 1 1 0 0,-1-1-1 0 0,0 0 1 0 0,0 0-1 0 0,0 0 1 0 0,0 0-1 0 0,-1 0 1 0 0,0 0-1 0 0,1 0 1 0 0,-1 0-1 0 0,-3 3 1 0 0,1-2-7 0 0,0-1 0 0 0,0 0 1 0 0,-1 0-1 0 0,1 0 0 0 0,-1 0 0 0 0,0-1 0 0 0,0 0 1 0 0,0 0-1 0 0,0 0 0 0 0,-1-1 0 0 0,-7 3 1 0 0,8-3-476 0 0,-1-1 0 0 0,1 1 1 0 0,0-2-1 0 0,-1 1 1 0 0,1 0-1 0 0,-1-1 1 0 0,-7-1-1 0 0,4-5-2117 0 0,10-14-5259 0 0</inkml:trace>
</inkml:ink>
</file>

<file path=ppt/ink/ink6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8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26 748 0 0,'-5'-15'3893'0'0,"5"15"-3744"0"0,0-1 0 0 0,0 1 0 0 0,0-1 0 0 0,0 1 0 0 0,0-1 0 0 0,0 1 0 0 0,0 0 0 0 0,0-1 0 0 0,-1 1 0 0 0,1-1 0 0 0,0 1 0 0 0,0 0-1 0 0,0-1 1 0 0,-1 1 0 0 0,1 0 0 0 0,0-1 0 0 0,0 1 0 0 0,-1 0 0 0 0,1-1 0 0 0,0 1 0 0 0,-1 0 0 0 0,1-1 0 0 0,0 1 0 0 0,-1 0 0 0 0,1 0-1 0 0,0 0 1 0 0,-1-1 0 0 0,1 1 0 0 0,0 0 0 0 0,-1 0 0 0 0,1 0 0 0 0,-1 0 0 0 0,1 0 0 0 0,-1 0 0 0 0,1-1 0 0 0,-1 1 0 0 0,-9 15 169 0 0,0-1 0 0 0,0 1 1 0 0,2 0-1 0 0,0 1 1 0 0,1 0-1 0 0,-11 33 0 0 0,-19 110 517 0 0,30-123-681 0 0,2 0 0 0 0,2 0 0 0 0,2 1 0 0 0,1-1 0 0 0,9 68 0 0 0,-9-102-147 0 0,0 0 0 0 0,0 0 0 0 0,0-1 0 0 0,1 1 0 0 0,-1 0 0 0 0,1 0 0 0 0,-1 0 0 0 0,1-1 0 0 0,0 1 0 0 0,0 0 0 0 0,0-1 0 0 0,0 1 0 0 0,0 0 0 0 0,0-1 0 0 0,0 0-1 0 0,0 1 1 0 0,0-1 0 0 0,1 1 0 0 0,-1-1 0 0 0,1 0 0 0 0,-1 0 0 0 0,1 0 0 0 0,-1 0 0 0 0,1 0 0 0 0,0 0 0 0 0,-1-1 0 0 0,1 1 0 0 0,0 0 0 0 0,0-1 0 0 0,-1 1 0 0 0,1-1 0 0 0,0 0 0 0 0,0 0 0 0 0,0 1 0 0 0,0-1-1 0 0,0 0 1 0 0,-1-1 0 0 0,1 1 0 0 0,0 0 0 0 0,0 0 0 0 0,0-1 0 0 0,0 1 0 0 0,-1-1 0 0 0,1 0 0 0 0,0 0 0 0 0,-1 1 0 0 0,3-2 0 0 0,6-3 22 0 0,-1 1 1 0 0,1-1-1 0 0,-1-1 0 0 0,-1 0 1 0 0,1 0-1 0 0,15-15 1 0 0,-10 5 179 0 0,-1-1-1 0 0,0 0 1 0 0,18-35 0 0 0,-30 50-116 0 0,-7 8-55 0 0,1 0 1 0 0,1 0-1 0 0,-1 0 0 0 0,1 1 0 0 0,1-1 0 0 0,-1 1 0 0 0,1 0 0 0 0,0 0 0 0 0,0 0 0 0 0,-3 14 0 0 0,6-19-40 0 0,-1-1-1 0 0,1 1 0 0 0,0-1 1 0 0,-1 1-1 0 0,1 0 1 0 0,0-1-1 0 0,0 1 1 0 0,0-1-1 0 0,0 1 0 0 0,0 0 1 0 0,1-1-1 0 0,-1 1 1 0 0,0-1-1 0 0,1 1 1 0 0,-1 0-1 0 0,1-1 0 0 0,0 1 1 0 0,-1-1-1 0 0,1 0 1 0 0,0 1-1 0 0,0-1 1 0 0,0 0-1 0 0,0 1 0 0 0,1 0 1 0 0,0 0-6 0 0,1-1 1 0 0,-1 0-1 0 0,0 1 1 0 0,1-1-1 0 0,-1 0 1 0 0,1 0-1 0 0,0-1 1 0 0,-1 1-1 0 0,1 0 1 0 0,0-1-1 0 0,-1 0 1 0 0,1 1-1 0 0,3-1 1 0 0,14-2-48 0 0,-1 0 0 0 0,0 0 0 0 0,28-9 1 0 0,-23 5 7 0 0,-8 2 1 0 0,0 1 0 0 0,0 1 0 0 0,1 0 0 0 0,-1 1 1 0 0,1 1-1 0 0,-1 0 0 0 0,28 5 0 0 0,-43-5 45 0 0,0 1 0 0 0,-1-1-1 0 0,1 0 1 0 0,-1 0 0 0 0,1 1 0 0 0,0-1 0 0 0,-1 1-1 0 0,1-1 1 0 0,-1 1 0 0 0,1-1 0 0 0,-1 1-1 0 0,1-1 1 0 0,-1 1 0 0 0,1-1 0 0 0,-1 1 0 0 0,0-1-1 0 0,1 1 1 0 0,-1 0 0 0 0,0-1 0 0 0,0 1-1 0 0,1 0 1 0 0,-1-1 0 0 0,0 1 0 0 0,0 0 0 0 0,0-1-1 0 0,0 1 1 0 0,0 0 0 0 0,0-1 0 0 0,0 1-1 0 0,0 0 1 0 0,0-1 0 0 0,0 1 0 0 0,0 0 0 0 0,0-1-1 0 0,0 1 1 0 0,-1 0 0 0 0,1-1 0 0 0,0 1-1 0 0,-1 0 1 0 0,1-1 0 0 0,0 1 0 0 0,-1-1 0 0 0,1 1-1 0 0,-1 0 1 0 0,1-1 0 0 0,0 1 0 0 0,-1-1-1 0 0,1 0 1 0 0,-1 1 0 0 0,0 0 0 0 0,-26 25 56 0 0,1-10-315 0 0,-20 9-761 0 0,14-15-7370 0 0</inkml:trace>
</inkml:ink>
</file>

<file path=ppt/ink/ink6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9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 1248 0 0,'0'0'11395'0'0,"0"4"-11146"0"0,0 16 24 0 0,0-14-688 0 0,-1 1 0 0 0,2 0 0 0 0,-1 0 1 0 0,1 0-1 0 0,-1 0 0 0 0,2-1 0 0 0,2 9 0 0 0,-4-14 310 0 0,0-1-1 0 0,1 1 1 0 0,0-1-1 0 0,-1 1 1 0 0,1-1-1 0 0,-1 1 1 0 0,1-1 0 0 0,0 0-1 0 0,-1 1 1 0 0,1-1-1 0 0,0 0 1 0 0,-1 0-1 0 0,1 1 1 0 0,0-1-1 0 0,-1 0 1 0 0,1 0-1 0 0,0 0 1 0 0,-1 0 0 0 0,1 0-1 0 0,0 0 1 0 0,0 0-1 0 0,-1 0 1 0 0,1 0-1 0 0,0 0 1 0 0,-1 0-1 0 0,1-1 1 0 0,0 1-1 0 0,-1 0 1 0 0,2-1 0 0 0,20-9-164 0 0,-19 8 11 0 0,27-12 757 0 0,-19 7 6419 0 0,-24 25-7328 0 0,-1 0 0 0 0,-1-2-1 0 0,-20 19 1 0 0,-30 15-6150 0 0,44-38 3536 0 0</inkml:trace>
</inkml:ink>
</file>

<file path=ppt/ink/ink6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09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16 480 0 0,'0'0'1059'0'0,"-2"-1"-316"0"0,1-1 1 0 0,-1 1-1 0 0,0-1 1 0 0,0 1-1 0 0,0 0 1 0 0,0-1-1 0 0,0 1 0 0 0,0 0 1 0 0,0 0-1 0 0,0 0 1 0 0,0 1-1 0 0,-4-2 1 0 0,6 2-740 0 0,-7 9 362 0 0,0 0 1 0 0,1 1-1 0 0,1 0 0 0 0,-8 17 1 0 0,12-25-395 0 0,0 2 0 0 0,0-1 0 0 0,0 0 1 0 0,0 0-1 0 0,1 0 0 0 0,-1 0 0 0 0,1 0 1 0 0,0 1-1 0 0,0-1 0 0 0,0 0 0 0 0,1 0 0 0 0,-1 0 1 0 0,1 0-1 0 0,-1 1 0 0 0,1-1 0 0 0,0 0 1 0 0,0 0-1 0 0,1 0 0 0 0,-1-1 0 0 0,1 1 1 0 0,-1 0-1 0 0,5 4 0 0 0,-5-5-87 0 0,0 0 1 0 0,1-1-1 0 0,-1 0 0 0 0,1 1 0 0 0,-1-1 0 0 0,1 0 1 0 0,0 0-1 0 0,0 0 0 0 0,0 0 0 0 0,-1 0 1 0 0,1 0-1 0 0,0 0 0 0 0,0 0 0 0 0,0-1 0 0 0,0 1 1 0 0,0-1-1 0 0,0 0 0 0 0,0 0 0 0 0,0 1 1 0 0,4-2-1 0 0,-1 1-127 0 0,0-1 1 0 0,0 0-1 0 0,0 0 0 0 0,-1-1 1 0 0,1 1-1 0 0,0-1 1 0 0,0 0-1 0 0,5-3 1 0 0,1-2 435 0 0,1-1 1 0 0,-1 0-1 0 0,-1 0 1 0 0,1-1-1 0 0,12-15 0 0 0,-23 24-83 0 0,0-1 0 0 0,1 1-1 0 0,-1-1 1 0 0,0 1 0 0 0,0-1-1 0 0,1 1 1 0 0,-1 0 0 0 0,1-1-1 0 0,-1 1 1 0 0,0 0-1 0 0,1-1 1 0 0,-1 1 0 0 0,1 0-1 0 0,-1-1 1 0 0,1 1 0 0 0,-1 0-1 0 0,0 0 1 0 0,1 0 0 0 0,-1-1-1 0 0,1 1 1 0 0,-1 0-1 0 0,1 0 1 0 0,0 0 0 0 0,-1 0-1 0 0,1 0 1 0 0,-1 0 0 0 0,1 0-1 0 0,-1 0 1 0 0,1 0-1 0 0,0 0 1 0 0,6 15 800 0 0,-3 33-2341 0 0,-4-42 1190 0 0,3 26-5495 0 0,2-17 2408 0 0</inkml:trace>
</inkml:ink>
</file>

<file path=ppt/ink/ink6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77 254 720 0 0,'-10'-34'8155'0'0,"7"30"-5459"0"0,0 10-1011 0 0,0 31-489 0 0,0 58-1472 0 0,3-84 655 0 0,1 98 33 0 0,-4 74 196 0 0,0-136 1867 0 0,3-49-2447 0 0,-1 0 0 0 0,1 0 0 0 0,-1 0 0 0 0,1 0 0 0 0,-1 0 0 0 0,0 0 0 0 0,0 0 0 0 0,0 0 0 0 0,0 1 0 0 0,0-1 0 0 0,0 0 0 0 0,-2-2 0 0 0,-2-3 36 0 0,-3-20 12 0 0,1-1 1 0 0,1 0 0 0 0,1 0 0 0 0,2 0-1 0 0,0-1 1 0 0,2 1 0 0 0,3-34 0 0 0,-1 41-63 0 0,0-2-35 0 0,0-1 1 0 0,2 1 0 0 0,1 0 0 0 0,1 0-1 0 0,1 1 1 0 0,1 0 0 0 0,1 0 0 0 0,1 0-1 0 0,1 1 1 0 0,19-31 0 0 0,-23 42-12 0 0,1 1 1 0 0,0 0-1 0 0,1 0 1 0 0,0 1 0 0 0,0 0-1 0 0,1 0 1 0 0,0 1-1 0 0,1 0 1 0 0,-1 1-1 0 0,12-6 1 0 0,-13 8-4 0 0,1 1-1 0 0,0 0 1 0 0,-1 0 0 0 0,1 1-1 0 0,0 0 1 0 0,0 1 0 0 0,1-1-1 0 0,-1 2 1 0 0,0 0 0 0 0,0 0-1 0 0,0 0 1 0 0,0 1 0 0 0,0 1-1 0 0,10 2 1 0 0,-12-2-23 0 0,0 0-1 0 0,0 0 1 0 0,0 1 0 0 0,0 0-1 0 0,-1 1 1 0 0,1 0 0 0 0,-1 0-1 0 0,0 0 1 0 0,0 0 0 0 0,0 1-1 0 0,-1 0 1 0 0,0 0 0 0 0,0 1-1 0 0,0-1 1 0 0,-1 1 0 0 0,1 0 0 0 0,-1 1-1 0 0,5 11 1 0 0,-7-13 24 0 0,0 0 0 0 0,0 0 0 0 0,0 1 1 0 0,-1-1-1 0 0,0 0 0 0 0,0 0 0 0 0,-1 1 0 0 0,1-1 1 0 0,-1 1-1 0 0,0-1 0 0 0,-1 0 0 0 0,1 1 0 0 0,-1-1 1 0 0,0 0-1 0 0,-1 0 0 0 0,1 1 0 0 0,-1-1 0 0 0,0 0 1 0 0,0 0-1 0 0,0 0 0 0 0,-1-1 0 0 0,0 1 0 0 0,0-1 1 0 0,0 1-1 0 0,0-1 0 0 0,-6 5 0 0 0,-3 2 39 0 0,-1 0 0 0 0,0-1 0 0 0,0 0 0 0 0,-1-1 0 0 0,0-1 0 0 0,-1 0 0 0 0,0-1 0 0 0,-16 5 0 0 0,17-7-483 0 0,1-1 0 0 0,-1-1-1 0 0,-28 3 1 0 0,32-5-696 0 0,1-1 1 0 0,0 0-1 0 0,0-1 0 0 0,-1 0 1 0 0,1 0-1 0 0,-15-5 1 0 0,15 2-2146 0 0</inkml:trace>
</inkml:ink>
</file>

<file path=ppt/ink/ink6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17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51 1044 0 0,'-6'-12'2706'0'0,"5"9"-2142"0"0,-1 0 1 0 0,1 0-1 0 0,0 0 0 0 0,0 0 1 0 0,0 0-1 0 0,0 0 1 0 0,0-1-1 0 0,1 1 1 0 0,-1-3-1 0 0,0 5-484 0 0,1 1 1 0 0,0-1-1 0 0,-1 1 0 0 0,1 0 0 0 0,-1-1 1 0 0,1 1-1 0 0,-1 0 0 0 0,1 0 0 0 0,0-1 1 0 0,-1 1-1 0 0,0 0 0 0 0,1 0 0 0 0,-1 0 1 0 0,1 0-1 0 0,-1 0 0 0 0,1 0 0 0 0,-1 0 0 0 0,1 0 1 0 0,-1 0-1 0 0,1 0 0 0 0,-1 0 0 0 0,1 0 1 0 0,-1 0-1 0 0,1 0 0 0 0,-1 0 0 0 0,1 0 1 0 0,-1 0-1 0 0,0 1 0 0 0,-10 9 130 0 0,1 0 0 0 0,1 1 0 0 0,0 0 0 0 0,0 0 0 0 0,1 1 0 0 0,-10 20 0 0 0,-37 83 427 0 0,50-103-579 0 0,-9 20 117 0 0,1 0 0 0 0,2 1 1 0 0,1 1-1 0 0,2 0 0 0 0,1 0 0 0 0,-4 63 1 0 0,11-74-99 0 0,0 0-1 0 0,2-1 1 0 0,1 1 0 0 0,0-1 0 0 0,2 0 0 0 0,0 0 0 0 0,1 0-1 0 0,2-1 1 0 0,0 0 0 0 0,1 0 0 0 0,19 30 0 0 0,-7-19-51 0 0,1-2 1 0 0,1 0-1 0 0,2-1 0 0 0,1-2 1 0 0,1-1-1 0 0,1-1 1 0 0,2-1-1 0 0,51 33 0 0 0,-54-42-1478 0 0,0 0-1 0 0,1-2 0 0 0,45 14 0 0 0,-54-22-2506 0 0,-3-3 301 0 0</inkml:trace>
</inkml:ink>
</file>

<file path=ppt/ink/ink6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18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11 44 0 0,'0'0'1008'0'0,"-13"-10"8272"0"0,13 10-9164 0 0,1 10-162 0 0,1 0-1 0 0,0 0 0 0 0,0 0 0 0 0,1 0 1 0 0,1-1-1 0 0,-1 1 0 0 0,2-1 0 0 0,-1 0 1 0 0,1 0-1 0 0,0 0 0 0 0,9 10 1 0 0,-13-19-58 0 0,0 1 0 0 0,0-1 0 0 0,0 1 0 0 0,0-1 0 0 0,0 0 0 0 0,0 1 0 0 0,0-1 0 0 0,0 0 1 0 0,0 0-1 0 0,0 0 0 0 0,1 0 0 0 0,-1 0 0 0 0,0 0 0 0 0,0 0 0 0 0,0 0 0 0 0,0 0 0 0 0,0 0 0 0 0,0-1 1 0 0,0 1-1 0 0,0 0 0 0 0,0-1 0 0 0,0 1 0 0 0,0-1 0 0 0,0 1 0 0 0,0-1 0 0 0,0 0 0 0 0,0 1 1 0 0,-1-1-1 0 0,1 0 0 0 0,0 1 0 0 0,1-3 0 0 0,27-25-3497 0 0,-28 27 3062 0 0,11-11 2692 0 0,-8 9-1924 0 0,-1-1 1 0 0,1 0-1 0 0,-1 0 1 0 0,0 0-1 0 0,0 0 0 0 0,4-7 1 0 0,-7 10 811 0 0,0 0-859 0 0,1 0 0 0 0,-1 0 0 0 0,0 0 0 0 0,0 1 0 0 0,1-1-1 0 0,-1 0 1 0 0,0 0 0 0 0,1 1 0 0 0,-1-1 0 0 0,1 0 0 0 0,-1 1-1 0 0,1-1 1 0 0,-1 0 0 0 0,1 1 0 0 0,0-1 0 0 0,-1 1 0 0 0,1-1 0 0 0,0 1-1 0 0,-1-1 1 0 0,1 1 0 0 0,0-1 0 0 0,1 1 0 0 0,12 41-244 0 0,-7-18-1592 0 0,2-1-3318 0 0</inkml:trace>
</inkml:ink>
</file>

<file path=ppt/ink/ink6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18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18 572 0 0,'0'0'1085'0'0,"-7"-18"9608"0"0,-24 100-9927 0 0,10-30-378 0 0,2 1 0 0 0,-23 109 0 0 0,40-150-356 0 0,-4 26 83 0 0,2 1 0 0 0,0 41 0 0 0,4-70-96 0 0,0-1 0 0 0,1 1 0 0 0,0 0 0 0 0,1 0 0 0 0,0 0 0 0 0,0-1 0 0 0,1 1 0 0 0,1-1 0 0 0,-1 0 0 0 0,1 0 0 0 0,1 0 0 0 0,0-1 0 0 0,9 13 0 0 0,-12-18-15 0 0,1-1 1 0 0,0 0-1 0 0,-1 0 0 0 0,1 0 1 0 0,0 0-1 0 0,0-1 1 0 0,0 1-1 0 0,0-1 0 0 0,0 0 1 0 0,0 0-1 0 0,1 0 1 0 0,-1 0-1 0 0,0 0 0 0 0,0-1 1 0 0,1 1-1 0 0,-1-1 1 0 0,1 0-1 0 0,-1 0 1 0 0,0-1-1 0 0,1 1 0 0 0,-1 0 1 0 0,0-1-1 0 0,1 0 1 0 0,-1 0-1 0 0,0 0 0 0 0,0 0 1 0 0,0-1-1 0 0,5-2 1 0 0,5-2-6 0 0,0-1 0 0 0,0-1 0 0 0,-1 0 0 0 0,0 0 0 0 0,13-13 0 0 0,-19 14 58 0 0,1 0-1 0 0,-2-1 0 0 0,1 1 0 0 0,-1-1 0 0 0,0 0 0 0 0,-1 0 0 0 0,0 0 0 0 0,0-1 1 0 0,0 0-1 0 0,2-11 0 0 0,-6 18 12 0 0,0 2-68 0 0,0 0 0 0 0,0 0 1 0 0,0 0-1 0 0,0-1 0 0 0,0 1 0 0 0,0 0 0 0 0,0 0 1 0 0,0 0-1 0 0,0 0 0 0 0,0-1 0 0 0,0 1 1 0 0,0 0-1 0 0,0 0 0 0 0,0 0 0 0 0,1 0 1 0 0,-1 0-1 0 0,0-1 0 0 0,0 1 0 0 0,0 0 1 0 0,0 0-1 0 0,0 0 0 0 0,0 0 0 0 0,0 0 1 0 0,0 0-1 0 0,0-1 0 0 0,1 1 0 0 0,-1 0 1 0 0,0 0-1 0 0,0 0 0 0 0,0 0 0 0 0,0 0 1 0 0,0 0-1 0 0,1 0 0 0 0,-1 0 0 0 0,0 0 1 0 0,0 0-1 0 0,0 0 0 0 0,0 0 0 0 0,0 0 1 0 0,1 0-1 0 0,-1 0 0 0 0,0 0 0 0 0,0 0 1 0 0,0 0-1 0 0,0 0 0 0 0,1 0 0 0 0,-1 0 0 0 0,0 0 1 0 0,0 0-1 0 0,0 0 0 0 0,0 0 0 0 0,0 0 1 0 0,1 0-1 0 0,-1 0 0 0 0,0 0 0 0 0,0 0 1 0 0,0 1-1 0 0,0-1 0 0 0,0 0 0 0 0,4 7-166 0 0,0 0-1 0 0,0 0 0 0 0,0 0 0 0 0,1 0 1 0 0,0-1-1 0 0,12 12 0 0 0,-15-15 111 0 0,1-1 0 0 0,-1 1 1 0 0,1-1-1 0 0,0 0 0 0 0,0 0 0 0 0,0 0 1 0 0,1-1-1 0 0,-1 1 0 0 0,0-1 0 0 0,1 1 1 0 0,-1-1-1 0 0,1 0 0 0 0,-1 0 0 0 0,1-1 0 0 0,-1 1 1 0 0,1-1-1 0 0,-1 0 0 0 0,1 0 0 0 0,4 0 1 0 0,-7 0 63 0 0,15-14 472 0 0,-15 12-193 0 0,-2-2-134 0 0,-4-5 81 0 0,0-1-1 0 0,0 1 1 0 0,-12-16 0 0 0,16 24-241 0 0,1 0-113 0 0,-6-4 408 0 0,2 3-2610 0 0</inkml:trace>
</inkml:ink>
</file>

<file path=ppt/ink/ink6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19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56 0 0,'0'0'7637'0'0,"0"4"-7145"0"0,2 9-161 0 0,0-1 0 0 0,1 0 0 0 0,0 0 1 0 0,1 0-1 0 0,0 0 0 0 0,1-1 0 0 0,1 1 1 0 0,0-1-1 0 0,9 13 0 0 0,-14-23-307 0 0,-1 0 0 0 0,0 0 1 0 0,1 0-1 0 0,-1 0 0 0 0,1 0 0 0 0,0-1 1 0 0,-1 1-1 0 0,1 0 0 0 0,0 0 0 0 0,-1-1 0 0 0,1 1 1 0 0,0-1-1 0 0,0 1 0 0 0,-1 0 0 0 0,1-1 0 0 0,0 1 1 0 0,0-1-1 0 0,0 0 0 0 0,0 1 0 0 0,0-1 1 0 0,0 0-1 0 0,0 1 0 0 0,0-1 0 0 0,-1 0 0 0 0,1 0 1 0 0,0 0-1 0 0,0 0 0 0 0,0 0 0 0 0,0 0 1 0 0,0 0-1 0 0,0 0 0 0 0,0-1 0 0 0,0 1 0 0 0,0 0 1 0 0,0 0-1 0 0,0-1 0 0 0,0 1 0 0 0,0-1 0 0 0,0 1 1 0 0,-1-1-1 0 0,1 1 0 0 0,0-1 0 0 0,0 1 1 0 0,0-1-1 0 0,-1 0 0 0 0,1 1 0 0 0,0-2 0 0 0,2-1 26 0 0,0 0 1 0 0,-1 0-1 0 0,1 0 0 0 0,-1 0 0 0 0,0-1 0 0 0,0 1 0 0 0,0-1 0 0 0,-1 0 0 0 0,1 1 0 0 0,-1-1 0 0 0,1-5 1 0 0,-1 8 115 0 0,1-15 519 0 0,-1 16-675 0 0,-1-1 0 0 0,0 1 1 0 0,0-1-1 0 0,0 1 0 0 0,0-1 0 0 0,0 1 0 0 0,1-1 0 0 0,-1 1 1 0 0,0-1-1 0 0,0 1 0 0 0,1 0 0 0 0,-1-1 0 0 0,0 1 0 0 0,1 0 1 0 0,-1-1-1 0 0,0 1 0 0 0,1 0 0 0 0,-1-1 0 0 0,1 1 1 0 0,-1 0-1 0 0,0-1 0 0 0,1 1 0 0 0,-1 0 0 0 0,1 0 0 0 0,-1 0 1 0 0,1 0-1 0 0,-1-1 0 0 0,1 1 0 0 0,-1 0 0 0 0,1 0 0 0 0,-1 0 1 0 0,1 0-1 0 0,-1 0 0 0 0,1 0 0 0 0,-1 0 0 0 0,1 0 0 0 0,0 0 1 0 0,14 7-176 0 0,0 0 0 0 0,1-2 0 0 0,0 0 0 0 0,0-1 0 0 0,19 3 1 0 0,-29-6 129 0 0,1 0 0 0 0,-1 0 0 0 0,1-1 0 0 0,-1 0 0 0 0,0 0 0 0 0,1-1 0 0 0,-1 0 0 0 0,1 0 1 0 0,-1 0-1 0 0,0-1 0 0 0,1 0 0 0 0,-1 0 0 0 0,0 0 0 0 0,0-1 0 0 0,-1 0 0 0 0,11-7 1 0 0,-15 10 86 0 0,0-1 1 0 0,0 0-1 0 0,0 0 1 0 0,0 1 0 0 0,0-1-1 0 0,0 0 1 0 0,0 0-1 0 0,0 0 1 0 0,0 0 0 0 0,0 0-1 0 0,-1 0 1 0 0,1-1 0 0 0,0 1-1 0 0,-1 0 1 0 0,1 0-1 0 0,-1 0 1 0 0,0-1 0 0 0,1 1-1 0 0,-1 0 1 0 0,0 0-1 0 0,1-1 1 0 0,-1 1 0 0 0,0 0-1 0 0,0-1 1 0 0,0 1 0 0 0,0 0-1 0 0,-1-1 1 0 0,1 1-1 0 0,0 0 1 0 0,0 0 0 0 0,-1-1-1 0 0,1 1 1 0 0,-1 0-1 0 0,1 0 1 0 0,-1-1 0 0 0,0 1-1 0 0,1 0 1 0 0,-1 0 0 0 0,0 0-1 0 0,0 0 1 0 0,0 0-1 0 0,1 0 1 0 0,-1 0 0 0 0,0 0-1 0 0,0 1 1 0 0,-1-1-1 0 0,0-1 1 0 0,0 1 348 0 0,-4 3-258 0 0,5-3-135 0 0,1 1 1 0 0,-1 0-1 0 0,1 0 0 0 0,-1 0 0 0 0,0 0 1 0 0,1 0-1 0 0,-1 0 0 0 0,1 0 0 0 0,-1 1 1 0 0,0-1-1 0 0,1 0 0 0 0,-1 0 0 0 0,1 0 1 0 0,-1 1-1 0 0,0-1 0 0 0,1 0 1 0 0,-1 0-1 0 0,1 1 0 0 0,-1-1 0 0 0,1 1 1 0 0,-1-1-1 0 0,1 1 0 0 0,-1 1 0 0 0,0 0-1 0 0,0 0 0 0 0,0 0 1 0 0,1 1-1 0 0,-1-1 0 0 0,1 0 1 0 0,0 0-1 0 0,0 0 1 0 0,0 1-1 0 0,0-1 0 0 0,0 0 1 0 0,0 0-1 0 0,0 1 0 0 0,1-1 1 0 0,-1 0-1 0 0,1 0 1 0 0,0 0-1 0 0,-1 1 0 0 0,1-1 1 0 0,0 0-1 0 0,0 0 1 0 0,0 0-1 0 0,1-1 0 0 0,-1 1 1 0 0,0 0-1 0 0,4 2 0 0 0,22 20-2511 0 0,6-9-5324 0 0,-18-10 4429 0 0</inkml:trace>
</inkml:ink>
</file>

<file path=ppt/ink/ink6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19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1140 0 0,'0'0'9384'0'0,"4"4"-9045"0"0,-1 0-243 0 0,0-1 0 0 0,0 1 0 0 0,-1 0 0 0 0,0 0 0 0 0,1 0 0 0 0,-1 0 0 0 0,-1 1 0 0 0,1-1 0 0 0,0 0 0 0 0,-1 1 0 0 0,1 7 0 0 0,1 20-2526 0 0,0-24-2301 0 0</inkml:trace>
</inkml:ink>
</file>

<file path=ppt/ink/ink6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20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2 224 0 0,'0'0'2084'0'0,"13"-1"6356"0"0,-12 3-8399 0 0,0 0 0 0 0,-1 0 1 0 0,1 1-1 0 0,-1-1 1 0 0,1 0-1 0 0,-1 1 0 0 0,0-1 1 0 0,0 0-1 0 0,0 1 1 0 0,0-1-1 0 0,0 0 0 0 0,0 1 1 0 0,-1-1-1 0 0,1 1 1 0 0,-1-1-1 0 0,-1 3 0 0 0,-10 26-3802 0 0,8-22 1183 0 0,1 1-298 0 0</inkml:trace>
</inkml:ink>
</file>

<file path=ppt/ink/ink6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21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41 212 0 0,'0'-3'642'0'0,"-1"1"0"0"0,1-1 0 0 0,0 0 0 0 0,-1 0 0 0 0,1 1 0 0 0,0-1-1 0 0,1 0 1 0 0,-1 0 0 0 0,0 1 0 0 0,1-1 0 0 0,1-4 0 0 0,7 4 3131 0 0,5 15-3738 0 0,8 19 210 0 0,-1 0-1 0 0,-3 2 1 0 0,0 0-1 0 0,-2 1 1 0 0,-1 0-1 0 0,-2 1 1 0 0,13 58-1 0 0,-14-42-88 0 0,-1 0 0 0 0,-4 1-1 0 0,-1 0 1 0 0,-3 0 0 0 0,-2 0 0 0 0,-9 91-1 0 0,4-113-100 0 0,-2-1-1 0 0,0 1 0 0 0,-2-2 0 0 0,-1 1 0 0 0,-1-1 1 0 0,-2-1-1 0 0,-1 0 0 0 0,-1 0 0 0 0,-1-2 0 0 0,-1 1 1 0 0,-1-2-1 0 0,-1-1 0 0 0,-28 29 0 0 0,7-18 521 0 0,0-2 0 0 0,-2-2-1 0 0,-84 47 1 0 0,123-76-562 0 0,-1 0 711 0 0</inkml:trace>
</inkml:ink>
</file>

<file path=ppt/ink/ink6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32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96 224 652 0 0,'0'0'773'0'0,"1"-8"563"0"0,0-21 9863 0 0,-4 25-11099 0 0,0 0 0 0 0,0-1 0 0 0,1 1 0 0 0,0-1 0 0 0,0 1 0 0 0,0-1 1 0 0,0 1-1 0 0,1-1 0 0 0,0 0 0 0 0,0 0 0 0 0,0 0 0 0 0,0 0 0 0 0,1 0 0 0 0,0 0 0 0 0,0-5 0 0 0,1 7-84 0 0,-1-1-1 0 0,1 1 0 0 0,0 0 0 0 0,0-1 0 0 0,1 1 1 0 0,-1 0-1 0 0,0 0 0 0 0,1 0 0 0 0,0 0 1 0 0,0 0-1 0 0,0 0 0 0 0,0 1 0 0 0,0-1 1 0 0,1 1-1 0 0,-1-1 0 0 0,1 1 0 0 0,0 0 0 0 0,-1 0 1 0 0,1 0-1 0 0,0 0 0 0 0,0 0 0 0 0,0 1 1 0 0,1 0-1 0 0,2-2 0 0 0,17-6-3 0 0,1 1 0 0 0,0 2 0 0 0,0 0 1 0 0,0 1-1 0 0,44-2 0 0 0,-59 6-17 0 0,0 2-1 0 0,-1-1 1 0 0,1 1 0 0 0,0 1-1 0 0,-1-1 1 0 0,1 2 0 0 0,-1-1-1 0 0,15 7 1 0 0,-18-7-1 0 0,0 1-1 0 0,-1 0 1 0 0,1 0-1 0 0,0 1 1 0 0,-1 0-1 0 0,0-1 1 0 0,0 1-1 0 0,0 1 1 0 0,0-1-1 0 0,-1 0 1 0 0,0 1 0 0 0,0 0-1 0 0,0 0 1 0 0,4 9-1 0 0,-5-7 3 0 0,0 0 1 0 0,0 0-1 0 0,-1 0 0 0 0,0 0 0 0 0,0 0 1 0 0,-1 1-1 0 0,0-1 0 0 0,0 0 0 0 0,-1 0 1 0 0,0 0-1 0 0,0 0 0 0 0,0 0 1 0 0,-1 0-1 0 0,0 0 0 0 0,-1 0 0 0 0,1 0 1 0 0,-1-1-1 0 0,-1 1 0 0 0,1-1 0 0 0,-1 0 1 0 0,-8 10-1 0 0,-7 8-3 0 0,0-1 0 0 0,-2 0 0 0 0,-40 32-1 0 0,13-16 69 0 0,-2-2 0 0 0,-1-2-1 0 0,-56 28 1 0 0,50-30 24 0 0,55-32-68 0 0,0 0-24 0 0,2-1 7 0 0,0 0 0 0 0,-1 0-1 0 0,1 0 1 0 0,0 0-1 0 0,0 0 1 0 0,0 0 0 0 0,0 0-1 0 0,0 0 1 0 0,0 0-1 0 0,-1 0 1 0 0,1 0 0 0 0,0 0-1 0 0,0 0 1 0 0,0 1-1 0 0,0-1 1 0 0,0 0 0 0 0,0 0-1 0 0,0 0 1 0 0,-1 0-1 0 0,1 0 1 0 0,0 0 0 0 0,0 0-1 0 0,0 0 1 0 0,0 0-1 0 0,0 0 1 0 0,0 0 0 0 0,0 1-1 0 0,0-1 1 0 0,0 0-1 0 0,0 0 1 0 0,0 0 0 0 0,-1 0-1 0 0,1 0 1 0 0,0 0-1 0 0,0 0 1 0 0,0 1 0 0 0,0-1-1 0 0,0 0 1 0 0,0 0 0 0 0,0 0-1 0 0,0 0 1 0 0,0 0-1 0 0,0 0 1 0 0,0 1 0 0 0,0-1-1 0 0,0 0 1 0 0,0 0-1 0 0,0 0 1 0 0,0 0 0 0 0,1 0-1 0 0,-1 0 1 0 0,0 1-1 0 0,0-1 1 0 0,0 0 0 0 0,0 0-1 0 0,0 0 1 0 0,0 0-1 0 0,0 0 1 0 0,0 0 0 0 0,0 0-1 0 0,0 0 1 0 0,9 3 2 0 0,0-1 0 0 0,0 0 0 0 0,-1 0 0 0 0,1-1 0 0 0,0-1 0 0 0,0 1 0 0 0,13-2 1 0 0,74-11-1 0 0,-32 3-7 0 0,244-29 112 0 0,-176 20-35 0 0,-80 13 238 0 0,-50 5-106 0 0,9 0 88 0 0</inkml:trace>
</inkml:ink>
</file>

<file path=ppt/ink/ink6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5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71 416 0 0,'-8'-26'2592'0'0,"8"24"-2033"0"0,-11-40 5683 0 0,36 221-6489 0 0,-19-157-1075 0 0,-4-12-3544 0 0</inkml:trace>
</inkml:ink>
</file>

<file path=ppt/ink/ink6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5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12 142 268 0 0,'-1'0'210'0'0,"0"-1"0"0"0,0 1 0 0 0,1-1 0 0 0,-1 1 0 0 0,0-1-1 0 0,1 1 1 0 0,-1-1 0 0 0,1 1 0 0 0,-1-1 0 0 0,1 1 0 0 0,-1-1 0 0 0,1 0 0 0 0,-1 1 0 0 0,1-1-1 0 0,0 0 1 0 0,-1 0 0 0 0,1 1 0 0 0,0-1 0 0 0,0 0 0 0 0,-1 0 0 0 0,1 1 0 0 0,0-1 0 0 0,0 0 0 0 0,0 0-1 0 0,0 0 1 0 0,0-1 0 0 0,8-5-53 0 0,0-1 0 0 0,1 1 0 0 0,0 0 0 0 0,1 0 0 0 0,-1 1 0 0 0,1 1 0 0 0,0 0-1 0 0,0 0 1 0 0,14-4 0 0 0,18-5 212 0 0,44-10-1 0 0,-60 18-402 0 0,-1 1-1 0 0,51-2 0 0 0,-69 6-288 0 0,1 1-1 0 0,-1 0 1 0 0,0 1 0 0 0,1 0-1 0 0,-1 0 1 0 0,0 0 0 0 0,0 1 0 0 0,0 0-1 0 0,0 0 1 0 0,0 1 0 0 0,0 0-1 0 0,0 0 1 0 0,-1 1 0 0 0,1 0 0 0 0,5 5-1 0 0,-2 2-1344 0 0</inkml:trace>
</inkml:ink>
</file>

<file path=ppt/ink/ink6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6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15 132 0 0,'0'0'396'0'0,"23"0"-36"0"0,-5 0 0 0 0,3 0-52 0 0,5-2-32 0 0,3 2-84 0 0,2-2-96 0 0,10 0-128 0 0,-13 0-316 0 0,2-1-380 0 0,9 0 168 0 0</inkml:trace>
</inkml:ink>
</file>

<file path=ppt/ink/ink6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1 572 0 0,'-6'7'7038'0'0,"-2"25"-5581"0"0,-8 38-2000 0 0,13-46 2 0 0,2-18-281 0 0,0 1 1 0 0,0-1-1 0 0,0 1 1 0 0,-1-1-1 0 0,-4 10 1 0 0,1-5-901 0 0</inkml:trace>
</inkml:ink>
</file>

<file path=ppt/ink/ink6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6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7 212 0 0,'0'0'1515'0'0,"-2"-7"3743"0"0,-11 43-5053 0 0,1 0 1 0 0,2 0-1 0 0,-7 48 0 0 0,14-66-159 0 0,1 1 0 0 0,1 0 0 0 0,0 0-1 0 0,2-1 1 0 0,0 1 0 0 0,1 0 0 0 0,0-1 0 0 0,11 35 0 0 0,-10-47-35 0 0,0 1 0 0 0,0-1-1 0 0,0 0 1 0 0,1 0 0 0 0,0 0 0 0 0,0 0 0 0 0,1-1 0 0 0,-1 1 0 0 0,1-1 0 0 0,0 0-1 0 0,1-1 1 0 0,-1 1 0 0 0,1-1 0 0 0,6 3 0 0 0,-8-5-7 0 0,-1 0-1 0 0,1 0 1 0 0,-1-1 0 0 0,1 1 0 0 0,-1-1 0 0 0,1 0-1 0 0,0 0 1 0 0,0-1 0 0 0,0 1 0 0 0,-1-1 0 0 0,1 0-1 0 0,0 0 1 0 0,0 0 0 0 0,0 0 0 0 0,0 0-1 0 0,-1-1 1 0 0,1 0 0 0 0,0 0 0 0 0,0 0 0 0 0,-1 0-1 0 0,1-1 1 0 0,-1 1 0 0 0,1-1 0 0 0,-1 0 0 0 0,0 0-1 0 0,6-5 1 0 0,9-7 10 0 0,-11 10-1 0 0,-2 0 0 0 0,1 0 0 0 0,0 0 0 0 0,-1-1 0 0 0,0 0 0 0 0,0 0 0 0 0,0-1 0 0 0,-1 1 0 0 0,0-1 0 0 0,0 0 0 0 0,4-7 0 0 0,13-13 929 0 0,22 86-1172 0 0,-42-59 223 0 0,-1-2-4 0 0,0 1-1 0 0,0 0 1 0 0,0 0 0 0 0,0 0 0 0 0,1 0-1 0 0,-1 0 1 0 0,0 0 0 0 0,0-1 0 0 0,0 1-1 0 0,0 0 1 0 0,0 0 0 0 0,0 0 0 0 0,0 0 0 0 0,0 0-1 0 0,0 0 1 0 0,0 0 0 0 0,0-1 0 0 0,0 1-1 0 0,0 0 1 0 0,1 0 0 0 0,-1 0 0 0 0,0 0-1 0 0,0 0 1 0 0,0 0 0 0 0,0 0 0 0 0,0 0-1 0 0,0 0 1 0 0,0 0 0 0 0,1 0 0 0 0,-1 0-1 0 0,0 0 1 0 0,0-1 0 0 0,0 1 0 0 0,0 0-1 0 0,0 0 1 0 0,1 0 0 0 0,-1 0 0 0 0,0 0 0 0 0,0 0-1 0 0,0 0 1 0 0,0 1 0 0 0,0-1 0 0 0,0 0-1 0 0,1 0 1 0 0,-1 0 0 0 0,0 0 0 0 0,0 0-1 0 0,0 0 1 0 0,0 0 0 0 0,0 0 0 0 0,0 0-1 0 0,1 0 1 0 0,-1 0 0 0 0,0 0 0 0 0,0 0-1 0 0,0 1 1 0 0,0-1 0 0 0,0 0 0 0 0,0 0 0 0 0,0 0-1 0 0,0 0 1 0 0,0 0 0 0 0,0 0 0 0 0,0 1-1 0 0,0-1 1 0 0,0 0 0 0 0,1 0 0 0 0,-1 0-1 0 0,0 0 1 0 0,-1 0 160 0 0,0-3-614 0 0,0 0-1 0 0,1-1 1 0 0,-1 1-1 0 0,1 0 1 0 0,-1 0-1 0 0,1 0 1 0 0,0 0-1 0 0,0 0 1 0 0,0 0-1 0 0,1-6 1 0 0,4 1-1560 0 0</inkml:trace>
</inkml:ink>
</file>

<file path=ppt/ink/ink6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7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48 0 0,'0'0'4332'0'0,"22"36"-2885"0"0,-19-32-1392 0 0,0-1 0 0 0,1 0-1 0 0,-1 0 1 0 0,1 0 0 0 0,0 0-1 0 0,-1-1 1 0 0,1 0 0 0 0,0 0 0 0 0,1 0-1 0 0,-1 0 1 0 0,0 0 0 0 0,0-1-1 0 0,1 0 1 0 0,-1 0 0 0 0,1 0 0 0 0,-1 0-1 0 0,1-1 1 0 0,4 1 0 0 0,8-2 30 0 0,0 0 1 0 0,0-2-1 0 0,26-5 1 0 0,9-2 187 0 0,-26 5 364 0 0,-24 4-638 0 0,0 1 1 0 0,0-1-1 0 0,0 1 1 0 0,0-1-1 0 0,1 1 1 0 0,-1 0-1 0 0,0 0 1 0 0,0 0-1 0 0,0 0 1 0 0,1 0-1 0 0,-1 1 1 0 0,0-1-1 0 0,0 1 1 0 0,4 1-1 0 0,36 16-4514 0 0,-33-12 2491 0 0</inkml:trace>
</inkml:ink>
</file>

<file path=ppt/ink/ink6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7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 1096 0 0,'0'0'7707'0'0,"-6"28"-6686"0"0,0 1-1746 0 0,-2-1 0 0 0,0 0 1 0 0,-18 36-1 0 0,16-38-2222 0 0,4-12 709 0 0</inkml:trace>
</inkml:ink>
</file>

<file path=ppt/ink/ink6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8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158 138 732 0 0,'0'0'3144'0'0,"0"-1"-3085"0"0,-1 1 0 0 0,1-1-1 0 0,0 1 1 0 0,0-1 0 0 0,0 1 0 0 0,-1-1-1 0 0,1 1 1 0 0,0-1 0 0 0,-1 1-1 0 0,1-1 1 0 0,0 1 0 0 0,-1-1-1 0 0,1 1 1 0 0,-1 0 0 0 0,1-1-1 0 0,-1 1 1 0 0,1 0 0 0 0,-1-1 0 0 0,1 1-1 0 0,-1 0 1 0 0,1 0 0 0 0,-1-1-1 0 0,1 1 1 0 0,-1 0 0 0 0,1 0-1 0 0,-1 0 1 0 0,1 0 0 0 0,-1 0-1 0 0,0 0 1 0 0,1-1 0 0 0,-1 2 0 0 0,-33 22 489 0 0,21-15-348 0 0,0 0 0 0 0,1 1 0 0 0,0 1 1 0 0,0 0-1 0 0,1 1 0 0 0,0 0 0 0 0,-14 19 0 0 0,24-28-153 0 0,2 4 18 0 0,-1-5-64 0 0,-1 0 1 0 0,1-1-1 0 0,0 1 1 0 0,0 0-1 0 0,0-1 1 0 0,0 1-1 0 0,0-1 1 0 0,0 1 0 0 0,0 0-1 0 0,0-1 1 0 0,0 1-1 0 0,0-1 1 0 0,1 1-1 0 0,-1 0 1 0 0,0-1-1 0 0,0 1 1 0 0,0-1-1 0 0,1 1 1 0 0,-1-1-1 0 0,0 1 1 0 0,1 0 0 0 0,-1-1-1 0 0,0 1 1 0 0,1-1-1 0 0,-1 0 1 0 0,1 1-1 0 0,-1-1 1 0 0,1 1-1 0 0,-1-1 1 0 0,1 0-1 0 0,-1 1 1 0 0,1-1 0 0 0,0 1-1 0 0,15 0-147 0 0,0-1-1 0 0,-1-1 1 0 0,1 0-1 0 0,-1-1 1 0 0,1-1 0 0 0,-1 0-1 0 0,0-1 1 0 0,0 0-1 0 0,-1-2 1 0 0,16-7 0 0 0,12-7-702 0 0,-1-2 1 0 0,43-32 0 0 0,-68 42 829 0 0,0-1 0 0 0,-1-1 1 0 0,25-29-1 0 0,-12 12 1554 0 0,-23 12 79 0 0,-6 8 204 0 0,-139 389-1234 0 0,115-296-477 0 0,4 2-1 0 0,-18 151 1 0 0,35-209 1402 0 0,2-46-602 0 0,3-46-382 0 0,5 38-442 0 0,0 0 0 0 0,2 0 1 0 0,1 1-1 0 0,1 0 0 0 0,2 0 0 0 0,20-34 0 0 0,-21 41-67 0 0,2 1-1 0 0,0 1 1 0 0,1 0-1 0 0,0 1 1 0 0,2 0-1 0 0,0 1 1 0 0,1 1 0 0 0,32-23-1 0 0,-42 34-37 0 0,0 0-1 0 0,0 0 0 0 0,0 1 1 0 0,0 0-1 0 0,1 0 0 0 0,0 1 1 0 0,-1 0-1 0 0,1 0 0 0 0,0 0 1 0 0,0 1-1 0 0,0 1 1 0 0,12-1-1 0 0,-17 2 1 0 0,1-1 0 0 0,-1 1 0 0 0,0-1 0 0 0,0 1 0 0 0,1 0 0 0 0,-1 1 0 0 0,0-1 0 0 0,0 0-1 0 0,0 1 1 0 0,0-1 0 0 0,0 1 0 0 0,-1 0 0 0 0,1 0 0 0 0,0 0 0 0 0,-1 1 0 0 0,0-1 0 0 0,1 0 0 0 0,-1 1 0 0 0,0 0 0 0 0,0-1 0 0 0,-1 1 0 0 0,1 0 0 0 0,0 0 0 0 0,-1 0 0 0 0,0 0 0 0 0,1 0 0 0 0,-1 1 0 0 0,-1-1 0 0 0,1 0 0 0 0,0 0 0 0 0,-1 5-1 0 0,1-3 2 0 0,-1-1-1 0 0,0 1 0 0 0,-1-1 1 0 0,1 1-1 0 0,-1-1 0 0 0,0 1 0 0 0,0-1 1 0 0,0 1-1 0 0,-1-1 0 0 0,1 0 1 0 0,-1 0-1 0 0,0 0 0 0 0,-1 0 0 0 0,1 0 1 0 0,0 0-1 0 0,-1-1 0 0 0,0 1 1 0 0,-5 5-1 0 0,0-1-801 0 0,-1-1 0 0 0,1 0 1 0 0,-1 0-1 0 0,0 0 0 0 0,0-1 0 0 0,-11 4 1 0 0</inkml:trace>
</inkml:ink>
</file>

<file path=ppt/ink/ink6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8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0 776 0 0,'0'3'4168'0'0,"1"24"-3897"0"0,-9 40 1127 0 0,-4-1 0 0 0,-37 122 1298 0 0,40-210-2401 0 0,5 17-243 0 0,4 2-32 0 0,0 0 0 0 0,0 0 0 0 0,0 0 0 0 0,0 0 0 0 0,0 0 0 0 0,1 0 1 0 0,-1 0-1 0 0,1 0 0 0 0,0 0 0 0 0,0 0 0 0 0,0 1 0 0 0,0-1 0 0 0,2-4 1 0 0,22-33 127 0 0,-19 32-114 0 0,2-5 2 0 0,1 0 0 0 0,1 0 0 0 0,0 1-1 0 0,1 0 1 0 0,0 1 0 0 0,0 1 0 0 0,2-1-1 0 0,-1 2 1 0 0,14-9 0 0 0,-16 14-31 0 0,-9 4-14 0 0,0-1-1 0 0,1 1 1 0 0,-1-1-1 0 0,0 1 1 0 0,0-1 0 0 0,0 1-1 0 0,0 0 1 0 0,1-1-1 0 0,-1 1 1 0 0,0 0-1 0 0,0 0 1 0 0,0 0 0 0 0,1 0-1 0 0,-1 0 1 0 0,0 0-1 0 0,0 1 1 0 0,0-1 0 0 0,1 0-1 0 0,-1 1 1 0 0,1-1-1 0 0,-1 1 4 0 0,-1 0 1 0 0,1-1-1 0 0,-1 1 0 0 0,1 0 0 0 0,-1-1 0 0 0,1 1 0 0 0,-1 0 0 0 0,0 0 0 0 0,1-1 0 0 0,-1 1 0 0 0,0 0 1 0 0,1 0-1 0 0,-1 0 0 0 0,0-1 0 0 0,0 1 0 0 0,0 0 0 0 0,0 0 0 0 0,0 0 0 0 0,0 0 0 0 0,0 0 1 0 0,0 0-1 0 0,-15 49-1075 0 0,13-46 752 0 0,1 0 561 0 0,-12 34-6711 0 0</inkml:trace>
</inkml:ink>
</file>

<file path=ppt/ink/ink6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19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1 324 168 0 0,'0'0'1217'0'0,"22"-14"681"0"0,-1-5-1146 0 0,-1-2-1 0 0,-1 0 1 0 0,0 0 0 0 0,-2-2 0 0 0,21-36-1 0 0,-30 45-386 0 0,-1 0-1 0 0,0-1 0 0 0,-2 1 1 0 0,1-1-1 0 0,-2-1 0 0 0,0 1 0 0 0,3-26 1 0 0,-7 40 461 0 0,-19 18-728 0 0,-2 2-48 0 0,12-5-26 0 0,1 0 0 0 0,0 0 0 0 0,0 1 0 0 0,-8 24 0 0 0,14-34-63 0 0,1 0 1 0 0,-1 0-1 0 0,1 0 0 0 0,0 0 1 0 0,0 0-1 0 0,1 0 1 0 0,-1 0-1 0 0,1 0 1 0 0,0 0-1 0 0,1 1 0 0 0,-1-1 1 0 0,1 0-1 0 0,0 0 1 0 0,0 0-1 0 0,0 0 1 0 0,1 0-1 0 0,0-1 0 0 0,0 1 1 0 0,3 5-1 0 0,-3-8 19 0 0,1 1 0 0 0,0-1-1 0 0,0 1 1 0 0,0-1 0 0 0,0 0-1 0 0,0 0 1 0 0,1 0 0 0 0,-1-1-1 0 0,0 1 1 0 0,1-1 0 0 0,0 0-1 0 0,-1 0 1 0 0,1 0 0 0 0,-1 0-1 0 0,1-1 1 0 0,0 0 0 0 0,0 1-1 0 0,4-2 1 0 0,79-5-125 0 0,-60 3 90 0 0,-1 0-4 0 0,-18 2 29 0 0,1 0 0 0 0,-1 0 0 0 0,1 0-1 0 0,0 2 1 0 0,-1-1 0 0 0,1 1 0 0 0,9 2 0 0 0,-15-3 6 0 0,-2 1 18 0 0,0-1 0 0 0,0 1 0 0 0,0-1 0 0 0,0 1 0 0 0,0 0 0 0 0,0-1 0 0 0,0 1 0 0 0,0 0-1 0 0,0 0 1 0 0,0 0 0 0 0,0 0 0 0 0,0 0 0 0 0,0 0 0 0 0,-1 0 0 0 0,1 0 0 0 0,0 0 0 0 0,-1 0-1 0 0,1 0 1 0 0,-1 0 0 0 0,1 0 0 0 0,-1 0 0 0 0,0 1 0 0 0,1-1 0 0 0,-1 0 0 0 0,0 2 0 0 0,0-2 6 0 0,0 0 1 0 0,0 0 0 0 0,0 1 0 0 0,0-1 0 0 0,0 0 0 0 0,0 0 0 0 0,-1 1 0 0 0,1-1 0 0 0,-1 0 0 0 0,1 0-1 0 0,-1 0 1 0 0,1 0 0 0 0,-1 1 0 0 0,1-1 0 0 0,-1 0 0 0 0,0 0 0 0 0,0 0 0 0 0,1 0 0 0 0,-1-1 0 0 0,0 1 0 0 0,0 0-1 0 0,-1 1 1 0 0,-28 23-109 0 0,20-17-287 0 0,-13 13-4612 0 0,15-14 2491 0 0</inkml:trace>
</inkml:ink>
</file>

<file path=ppt/ink/ink6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1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17 852 0 0,'0'-1'217'0'0,"0"1"0"0"0,1 0-1 0 0,-1 0 1 0 0,0-1 0 0 0,0 1 0 0 0,1 0 0 0 0,-1-1 0 0 0,0 1-1 0 0,0 0 1 0 0,0-1 0 0 0,1 1 0 0 0,-1 0 0 0 0,0-1-1 0 0,0 1 1 0 0,0-1 0 0 0,0 1 0 0 0,0 0 0 0 0,0-1-1 0 0,0 1 1 0 0,0 0 0 0 0,0-1 0 0 0,0 1 0 0 0,0-1-1 0 0,0 1 1 0 0,0 0 0 0 0,0-1 0 0 0,0 1 0 0 0,0-1-1 0 0,0 1 1 0 0,0 0 0 0 0,-1-1 0 0 0,1 1 0 0 0,0 0-1 0 0,0-1 1 0 0,0 1 0 0 0,-1 0 0 0 0,1-1 0 0 0,0 1 0 0 0,0 0-1 0 0,-1 0 1 0 0,1-1 0 0 0,0 1 0 0 0,-1 0 0 0 0,1 0-1 0 0,0-1 1 0 0,-1 1 0 0 0,-20 12 1568 0 0,-26 31-2190 0 0,38-34 470 0 0,1 1-1 0 0,0 1 0 0 0,0-1 1 0 0,-10 20-1 0 0,16-26-355 0 0,0 0 1 0 0,0 0-1 0 0,1 0 0 0 0,0 0 1 0 0,-1 0-1 0 0,1 0 1 0 0,1 0-1 0 0,-1 0 0 0 0,1 0 1 0 0,-1 0-1 0 0,1 1 0 0 0,0-1 1 0 0,1 0-1 0 0,-1 0 1 0 0,1 0-1 0 0,0 1 0 0 0,0-1 1 0 0,2 5-1 0 0,9 0-4967 0 0</inkml:trace>
</inkml:ink>
</file>

<file path=ppt/ink/ink6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2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64 145 440 0 0,'41'-135'9143'0'0,"-41"134"-8471"0"0,3-5-316 0 0,-2 4-227 0 0,-3 5 635 0 0,-32 79-239 0 0,-38 101 215 0 0,72-181-783 0 0,0-1-26 0 0,1 0 59 0 0,0 0 0 0 0,0 1-1 0 0,0-1 1 0 0,-1 0 0 0 0,1 0 0 0 0,0 0 0 0 0,0 0-1 0 0,1 0 1 0 0,-1 0 0 0 0,0 0 0 0 0,0 0 0 0 0,0 0-1 0 0,1-1 1 0 0,-1 1 0 0 0,0 0 0 0 0,1-1 0 0 0,-1 1-1 0 0,0-1 1 0 0,1 1 0 0 0,-1-1 0 0 0,1 0 0 0 0,-1 0-1 0 0,1 0 1 0 0,-1 0 0 0 0,3 0 0 0 0,47 3-69 0 0,-50-3 69 0 0,10 0-25 0 0,0 1 0 0 0,0 0-1 0 0,0 1 1 0 0,13 3 0 0 0,-21-4 17 0 0,0-1 0 0 0,0 1 0 0 0,0 0 1 0 0,-1 0-1 0 0,1 1 0 0 0,0-1 0 0 0,0 0 0 0 0,-1 1 0 0 0,1 0 1 0 0,-1 0-1 0 0,1 0 0 0 0,-1 0 0 0 0,0 0 0 0 0,0 0 1 0 0,0 0-1 0 0,0 1 0 0 0,0-1 0 0 0,0 1 0 0 0,1 3 0 0 0,-2-4 14 0 0,0 0-1 0 0,-1 1 1 0 0,1-1-1 0 0,-1 0 0 0 0,0 0 1 0 0,0 0-1 0 0,0 0 0 0 0,0 0 1 0 0,0 1-1 0 0,0-1 1 0 0,-1 0-1 0 0,1 0 0 0 0,0 0 1 0 0,-1 0-1 0 0,0 0 1 0 0,0 0-1 0 0,0 0 0 0 0,1 0 1 0 0,-2 0-1 0 0,1 0 0 0 0,0 0 1 0 0,0-1-1 0 0,-1 1 1 0 0,1 0-1 0 0,0-1 0 0 0,-1 1 1 0 0,0-1-1 0 0,1 1 0 0 0,-3 0 1 0 0,-6 5-2 0 0,-1-1 0 0 0,0 0 0 0 0,0-1 0 0 0,-14 5-1 0 0,-11 7-53 0 0,27-14-230 0 0,-3 2-431 0 0</inkml:trace>
</inkml:ink>
</file>

<file path=ppt/ink/ink6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2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0 212 0 0,'0'0'8396'0'0,"-6"3"-8161"0"0,-5 3-175 0 0,4-4 27 0 0,1 1-1 0 0,-1 0 1 0 0,1 1 0 0 0,-1-1-1 0 0,1 1 1 0 0,1 0-1 0 0,-1 1 1 0 0,0-1 0 0 0,1 1-1 0 0,0 0 1 0 0,0 1-1 0 0,1-1 1 0 0,-1 1 0 0 0,-5 10-1 0 0,10-15-9 0 0,10 22 185 0 0,1-21-226 0 0,1-1 1 0 0,0 0-1 0 0,0 0 0 0 0,-1-2 0 0 0,1 1 1 0 0,0-1-1 0 0,21-6 0 0 0,11 1 50 0 0,-27 6-79 0 0,1 1-1 0 0,0 1 1 0 0,19 5 0 0 0,-11-3 17 0 0,237 8-2994 0 0,-206-16-996 0 0,-33 2 1698 0 0</inkml:trace>
</inkml:ink>
</file>

<file path=ppt/ink/ink6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2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6 248 0 0,'0'0'861'0'0,"27"-4"5412"0"0,-20 2-9130 0 0</inkml:trace>
</inkml:ink>
</file>

<file path=ppt/ink/ink6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3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1 24 0 0,'0'0'3738'0'0,"-9"22"2122"0"0,6-12-5711 0 0,-3 7-50 0 0,-1-1-1 0 0,0 1 1 0 0,-1-1 0 0 0,-1 0-1 0 0,-13 17 1 0 0,-8 14-1349 0 0,-2 2-3670 0 0,23-37 2563 0 0</inkml:trace>
</inkml:ink>
</file>

<file path=ppt/ink/ink6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4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0 176 424 0 0,'0'0'6309'0'0,"2"-3"-5871"0"0,8-8 119 0 0,1 1-1 0 0,-1 0 0 0 0,17-11 1 0 0,-16 13-362 0 0,0 0 0 0 0,-1-1 1 0 0,0 0-1 0 0,0-1 1 0 0,8-12-1 0 0,-17 21-187 0 0,0 0 0 0 0,0 0 0 0 0,0 0 0 0 0,0 0 0 0 0,0 0 0 0 0,-1 0 0 0 0,1-1 0 0 0,0 1 0 0 0,-1 0 1 0 0,1 0-1 0 0,-1-1 0 0 0,0 1 0 0 0,1 0 0 0 0,-1 0 0 0 0,0-1 0 0 0,0 1 0 0 0,1-1 0 0 0,-1 1 0 0 0,0 0 0 0 0,-1-1 0 0 0,1 1 0 0 0,0 0 0 0 0,0-1 0 0 0,0 1 0 0 0,-1 0 0 0 0,1 0 1 0 0,-1-1-1 0 0,1 1 0 0 0,-1 0 0 0 0,1 0 0 0 0,-1-1 0 0 0,0 1 0 0 0,0 0 0 0 0,0 0 0 0 0,1 0 0 0 0,-1 0 0 0 0,0 0 0 0 0,0 0 0 0 0,0 0 0 0 0,0 1 0 0 0,-1-1 0 0 0,1 0 0 0 0,0 0 0 0 0,0 1 1 0 0,0-1-1 0 0,-1 1 0 0 0,1-1 0 0 0,0 1 0 0 0,0 0 0 0 0,-1-1 0 0 0,1 1 0 0 0,0 0 0 0 0,-1 0 0 0 0,1 0 0 0 0,-1 0 0 0 0,1 0 0 0 0,0 0 0 0 0,-3 1 0 0 0,2-1-18 0 0,-1 0 1 0 0,1 0-1 0 0,0 1 0 0 0,0-1 0 0 0,-1 1 0 0 0,1-1 0 0 0,0 1 0 0 0,0 0 0 0 0,0 0 0 0 0,0 0 0 0 0,0 0 0 0 0,0 0 0 0 0,0 0 0 0 0,0 1 1 0 0,1-1-1 0 0,-1 1 0 0 0,0-1 0 0 0,1 1 0 0 0,-1 0 0 0 0,1-1 0 0 0,0 1 0 0 0,-1 0 0 0 0,1 0 0 0 0,0 0 0 0 0,0 0 0 0 0,0 0 1 0 0,0 0-1 0 0,1 0 0 0 0,-1 0 0 0 0,1 1 0 0 0,-1-1 0 0 0,1 0 0 0 0,0 0 0 0 0,0 1 0 0 0,-1-1 0 0 0,2 0 0 0 0,-1 0 0 0 0,0 1 0 0 0,0-1 1 0 0,1 2-1 0 0,2 1-18 0 0,1 0 0 0 0,-1 0 0 0 0,1 0 0 0 0,-1-1 0 0 0,1 0 0 0 0,1 0 0 0 0,-1 0 0 0 0,1 0 0 0 0,-1-1 0 0 0,1 1 0 0 0,0-1 0 0 0,0-1 0 0 0,0 1 0 0 0,1-1 0 0 0,-1 1 0 0 0,1-2 0 0 0,-1 1 0 0 0,1 0 0 0 0,0-1 0 0 0,-1 0 0 0 0,1-1 0 0 0,0 1 0 0 0,7-1-1 0 0,-1 0-19 0 0,1 0 0 0 0,0-1 0 0 0,0 0-1 0 0,0-1 1 0 0,-1 0 0 0 0,1-1 0 0 0,-1-1-1 0 0,0 0 1 0 0,19-9 0 0 0,85-52 506 0 0,-115 64-332 0 0,-1 1-112 0 0,0-1 1 0 0,1 1-1 0 0,-1-1 1 0 0,0 0-1 0 0,1 1 1 0 0,-1-1-1 0 0,1 1 0 0 0,-1-1 1 0 0,0 1-1 0 0,1-1 1 0 0,-1 1-1 0 0,1 0 1 0 0,-1-1-1 0 0,1 1 1 0 0,-1 0-1 0 0,1-1 0 0 0,0 1 1 0 0,-1 0-1 0 0,1-1 1 0 0,-1 1-1 0 0,1 0 1 0 0,0 0-1 0 0,-1 0 1 0 0,1 0-1 0 0,0 0 0 0 0,-1 0 1 0 0,1 0-1 0 0,0 0 1 0 0,-1 0-1 0 0,2 0 1 0 0,24 2 18 0 0,-11 1-88 0 0,0-1 0 0 0,1 0 1 0 0,-1-1-1 0 0,1 0 0 0 0,-1-2 0 0 0,1 0 0 0 0,28-5 0 0 0,-30 4 86 0 0,-12 2 134 0 0,10 0 162 0 0,-12 8-315 0 0,0 0 0 0 0,0-1 0 0 0,-1 1 0 0 0,0-1 0 0 0,0 1 0 0 0,0-1 0 0 0,-1 0 0 0 0,-1 1 0 0 0,-3 7 0 0 0,-5 23 34 0 0,-89 330-1290 0 0,78-298-3880 0 0,17-54 2630 0 0</inkml:trace>
</inkml:ink>
</file>

<file path=ppt/ink/ink6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5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1 708 0 0,'-22'2'6123'0'0,"6"19"-5382"0"0,0 0 0 0 0,-22 45 0 0 0,10-19-6157 0 0,22-38 3370 0 0</inkml:trace>
</inkml:ink>
</file>

<file path=ppt/ink/ink6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6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1 374 80 0 0,'0'0'3769'0'0,"5"-2"-3324"0"0,40-14 542 0 0,45-17 237 0 0,-83 30-1127 0 0,-1 0-1 0 0,0 0 1 0 0,0-1-1 0 0,0 0 1 0 0,-1 0-1 0 0,1 0 1 0 0,-1 0 0 0 0,0-1-1 0 0,0 0 1 0 0,7-9-1 0 0,-12 13-77 0 0,1 0 0 0 0,0 0-1 0 0,0-1 1 0 0,-1 1-1 0 0,1 0 1 0 0,-1 0 0 0 0,1 0-1 0 0,-1 0 1 0 0,0 0-1 0 0,1-1 1 0 0,-1 1 0 0 0,0 0-1 0 0,0 0 1 0 0,1 0-1 0 0,-1-1 1 0 0,0 1 0 0 0,0 0-1 0 0,-1 0 1 0 0,1-1-1 0 0,0 1 1 0 0,0 0 0 0 0,-1 0-1 0 0,1 0 1 0 0,0-1 0 0 0,-1 1-1 0 0,1 0 1 0 0,-1 0-1 0 0,0 0 1 0 0,0-2 0 0 0,-1 2-5 0 0,0-1 1 0 0,-1 0 0 0 0,1 0 0 0 0,0 1 0 0 0,-1 0-1 0 0,1-1 1 0 0,-1 1 0 0 0,0 0 0 0 0,1 0 0 0 0,-1 0 0 0 0,0 1-1 0 0,-5-2 1 0 0,2 1-3 0 0,0 0-1 0 0,0 1 1 0 0,-1-1 0 0 0,1 1-1 0 0,0 1 1 0 0,0-1-1 0 0,-1 1 1 0 0,1 0 0 0 0,0 0-1 0 0,0 1 1 0 0,0 0 0 0 0,0 0-1 0 0,-5 3 1 0 0,9-4-18 0 0,1 0 1 0 0,-1-1 0 0 0,1 1-1 0 0,0 0 1 0 0,0 0-1 0 0,-1 0 1 0 0,1 0 0 0 0,0 0-1 0 0,0 0 1 0 0,0 1 0 0 0,0-1-1 0 0,0 0 1 0 0,1 1-1 0 0,-1-1 1 0 0,0 0 0 0 0,1 1-1 0 0,-1-1 1 0 0,0 1-1 0 0,1-1 1 0 0,0 1 0 0 0,-1-1-1 0 0,1 1 1 0 0,0-1 0 0 0,0 1-1 0 0,0-1 1 0 0,0 1-1 0 0,0 1 1 0 0,1 0-20 0 0,0-1 0 0 0,1 1-1 0 0,-1-1 1 0 0,0 0 0 0 0,1 0 0 0 0,0 0 0 0 0,0 0 0 0 0,-1 0-1 0 0,1 0 1 0 0,0 0 0 0 0,0 0 0 0 0,1-1 0 0 0,-1 1 0 0 0,3 1-1 0 0,9 4-112 0 0,0 0-1 0 0,0-1 0 0 0,1-1 0 0 0,21 6 0 0 0,-22-8 73 0 0,0-1 0 0 0,0 0 0 0 0,0-1 0 0 0,0-1 0 0 0,0 0 0 0 0,0-1 0 0 0,0 0 0 0 0,0-1 0 0 0,0-1 0 0 0,-1 0 0 0 0,16-6 0 0 0,-22 7 475 0 0,-1-1 0 0 0,0-1 0 0 0,1 1 0 0 0,-1-1 0 0 0,0 0 0 0 0,-1 0 0 0 0,8-7 0 0 0,-12 10 350 0 0,6 0-880 0 0,1 0-1 0 0,-1 1 1 0 0,1 0 0 0 0,-1 0 0 0 0,1 1-1 0 0,8 2 1 0 0,-6-2 47 0 0,0 1 0 0 0,0-2 0 0 0,0 1 0 0 0,0-1 0 0 0,13-2 0 0 0,-17 1 62 0 0,0 0-1 0 0,0-1 1 0 0,1 0 0 0 0,-1 0-1 0 0,0 0 1 0 0,-1-1 0 0 0,1 0-1 0 0,0 0 1 0 0,-1 0 0 0 0,0-1-1 0 0,0 0 1 0 0,0 0-1 0 0,0 0 1 0 0,0-1 0 0 0,-1 1-1 0 0,0-1 1 0 0,0 0 0 0 0,0 0-1 0 0,3-7 1 0 0,-1 0 153 0 0,0-2 1 0 0,-1 1-1 0 0,0-1 0 0 0,-1 1 1 0 0,-1-1-1 0 0,0 0 1 0 0,0-1-1 0 0,-2 1 0 0 0,0 0 1 0 0,-1 0-1 0 0,0-1 1 0 0,-2-15-1 0 0,-5 10 848 0 0,3 32-656 0 0,1 1-379 0 0,-1 0 57 0 0,1 0 1 0 0,1 0-1 0 0,0 0 0 0 0,1 0 0 0 0,0 1 1 0 0,1-1-1 0 0,0 0 0 0 0,5 26 0 0 0,-4-31-48 0 0,1 0 0 0 0,0 0 0 0 0,0 0 0 0 0,1 0 0 0 0,0-1 0 0 0,0 1 0 0 0,1-1 0 0 0,0 0 0 0 0,0 0 0 0 0,1-1 0 0 0,0 1 0 0 0,0-1 0 0 0,0 0 0 0 0,1 0 0 0 0,8 7 0 0 0,-10-11 26 0 0,0 1 1 0 0,0-1-1 0 0,1 0 0 0 0,-1-1 0 0 0,1 1 0 0 0,-1-1 0 0 0,1 0 0 0 0,0 0 0 0 0,-1 0 0 0 0,1-1 0 0 0,6 1 0 0 0,58-5 255 0 0,-23 0 1138 0 0,-43 4-1123 0 0,7 9 47 0 0,-17 47-65 0 0,-21 76 0 0 0,9-46-153 0 0,16-72-936 0 0,0-1-1 0 0,-1 0 1 0 0,0 0 0 0 0,-10 19-1 0 0</inkml:trace>
</inkml:ink>
</file>

<file path=ppt/ink/ink6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26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0 144 0 0,'0'0'1680'0'0,"19"16"-312"0"0,1-19-272 0 0,-4-2-640 0 0,-5 5-8 0 0,8-3-472 0 0,-4 1-652 0 0,-8 1-1640 0 0</inkml:trace>
</inkml:ink>
</file>

<file path=ppt/ink/ink6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39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120 264 316 0 0,'-46'-19'5822'0'0,"39"17"-5602"0"0,1 0 0 0 0,-1 1 0 0 0,1 0 0 0 0,-1 0 0 0 0,0 1 0 0 0,0 0 0 0 0,1 0-1 0 0,-13 2 1 0 0,17-2 277 0 0,24 3-444 0 0,-1-1 0 0 0,1-2 1 0 0,0 0-1 0 0,-1-1 0 0 0,36-6 0 0 0,-22 3-3 0 0,450-50 268 0 0,542-48 253 0 0,-757 77-333 0 0,48-3 930 0 0,-307 27-566 0 0,-1-1 0 0 0,0 0 0 0 0,1-1-1 0 0,14-5 1 0 0,-3 0-3701 0 0</inkml:trace>
</inkml:ink>
</file>

<file path=ppt/ink/ink6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23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66 552 0 0,'0'0'16318'0'0,"4"-21"-14652"0"0,-2 20-1478 0 0,43-12 488 0 0,3 0-721 0 0,23-4-1579 0 0,-65 17 46 0 0,-1 0-1 0 0,1 0 0 0 0,0 0 0 0 0,0 0 0 0 0,0 1 0 0 0,5 1 0 0 0</inkml:trace>
</inkml:ink>
</file>

<file path=ppt/ink/ink6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0:23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11 824 0 0,'-5'8'4004'0'0,"-1"1"2341"0"0,29-7-5897 0 0,0-9-584 0 0,-11 5-284 0 0,8-3-376 0 0,-3 0-920 0 0,-1 0-1853 0 0,-2 0 825 0 0</inkml:trace>
</inkml:ink>
</file>

<file path=ppt/ink/ink6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45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135 117 312 0 0,'-3'-17'1902'0'0,"-2"1"-1"0"0,0 1 1 0 0,-1-1 0 0 0,-1 1-1 0 0,-13-23 1642 0 0,12 63-3099 0 0,-12 49-39 0 0,3 2 0 0 0,4 0-1 0 0,-5 91 1 0 0,8-54-123 0 0,10-111-353 0 0,0-2-146 0 0,-1 1 130 0 0,1 0 0 0 0,0 0 1 0 0,0-1-1 0 0,-1 1 1 0 0,1 0-1 0 0,0-1 1 0 0,0 1-1 0 0,0 0 1 0 0,0 0-1 0 0,0 0 0 0 0,0-1 1 0 0,0 1-1 0 0,0 0 1 0 0,0 0-1 0 0,0-1 1 0 0,1 1-1 0 0,-1 0 1 0 0,0 0-1 0 0,0-1 0 0 0,1 1 1 0 0,-1 0-1 0 0,0-1 1 0 0,1 1-1 0 0,-1 0 1 0 0,1-1-1 0 0,-1 1 0 0 0,1-1 1 0 0,-1 1-1 0 0,1 0 1 0 0,0 0-227 0 0,0-1 0 0 0,0 1 0 0 0,0-1 0 0 0,0 1 1 0 0,0-1-1 0 0,0 1 0 0 0,0-1 0 0 0,1 0 0 0 0,-1 1 0 0 0,0-1 1 0 0,0 0-1 0 0,0 0 0 0 0,0 0 0 0 0,0 0 0 0 0,0 0 0 0 0,1 0 0 0 0,-1 0 1 0 0,0 0-1 0 0,0-1 0 0 0,0 1 0 0 0,0 0 0 0 0,0-1 0 0 0,1 0 0 0 0,14-5-2677 0 0</inkml:trace>
</inkml:ink>
</file>

<file path=ppt/ink/ink6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45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31 1032 0 0,'-6'-21'2749'0'0,"1"12"4587"0"0,6 38-7101 0 0,0 0 12 0 0,1 1 0 0 0,7 35 0 0 0,-8-56-212 0 0,1 0 1 0 0,1-1-1 0 0,0 0 0 0 0,0 1 0 0 0,0-1 1 0 0,1-1-1 0 0,0 1 0 0 0,1 0 1 0 0,0-1-1 0 0,0 0 0 0 0,1 0 1 0 0,8 9-1 0 0,-9-11-23 0 0,1-1 0 0 0,-1 1 0 0 0,1-1-1 0 0,0 0 1 0 0,0 0 0 0 0,0-1 0 0 0,0 0 0 0 0,0 0 0 0 0,10 3 0 0 0,-12-6-10 0 0,0 1 0 0 0,0-1 0 0 0,0 1 1 0 0,1-1-1 0 0,-1 0 0 0 0,0-1 0 0 0,0 1 0 0 0,0-1 1 0 0,0 0-1 0 0,0 0 0 0 0,0 0 0 0 0,0 0 0 0 0,0-1 1 0 0,0 0-1 0 0,-1 0 0 0 0,1 0 0 0 0,5-3 0 0 0,0-4 37 0 0,0 1 0 0 0,0-1 0 0 0,-1-1 0 0 0,0 1 0 0 0,-1-1 0 0 0,0-1 0 0 0,0 1 0 0 0,-1-1 0 0 0,-1 0 0 0 0,1-1 0 0 0,6-23 0 0 0,-4 14 342 0 0,0-20 1887 0 0,-46 295-2048 0 0,33-122-2622 0 0,6-96-1446 0 0,10 58-1 0 0,-6-69 501 0 0</inkml:trace>
</inkml:ink>
</file>

<file path=ppt/ink/ink6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47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3 8 0 0,'-17'-3'1839'0'0,"11"5"-1753"0"0,1 1 1 0 0,-1-1-1 0 0,1 1 0 0 0,0 0 1 0 0,0 0-1 0 0,1 1 1 0 0,-1 0-1 0 0,1 0 1 0 0,-1 0-1 0 0,1 0 0 0 0,1 0 1 0 0,-1 1-1 0 0,0 0 1 0 0,1 0-1 0 0,0 0 0 0 0,0 0 1 0 0,-3 10-1 0 0,-8 16 240 0 0,-17 61 0 0 0,26-75-234 0 0,-31 116 515 0 0,5 2 0 0 0,-24 255 0 0 0,51-292-307 0 0,11 115 0 0 0,-3-175-217 0 0,3 0 0 0 0,0 0 0 0 0,3-1 0 0 0,1 0 0 0 0,2-1 1 0 0,1 0-1 0 0,2-1 0 0 0,1-1 0 0 0,2 0 0 0 0,43 57 0 0 0,-26-46-53 0 0,2-1 0 0 0,3-2 0 0 0,1-1 0 0 0,1-3 0 0 0,3-1 0 0 0,70 43 0 0 0,-99-69-419 0 0,0-2-1 0 0,0 1 0 0 0,2-2 0 0 0,-1-1 0 0 0,1 0 0 0 0,0-1 0 0 0,0-1 0 0 0,0-1 1 0 0,1 0-1 0 0,0-2 0 0 0,22 1 0 0 0,-1-6-1307 0 0</inkml:trace>
</inkml:ink>
</file>

<file path=ppt/ink/ink6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47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352 3 112 0 0,'10'-1'222'0'0,"-1"0"0"0"0,1 0 0 0 0,0 1 0 0 0,-1 1 0 0 0,1 0 0 0 0,0 0 0 0 0,-1 0 0 0 0,1 1 0 0 0,-1 1 0 0 0,0 0 0 0 0,0 0 0 0 0,0 1 0 0 0,0 0 1 0 0,0 0-1 0 0,-1 1 0 0 0,11 8 0 0 0,7 5 154 0 0,-2 2 0 0 0,0 0 0 0 0,36 42 0 0 0,-35-34-167 0 0,-2 0-1 0 0,-1 2 1 0 0,-2 1-1 0 0,-1 0 1 0 0,-1 2-1 0 0,-2 0 1 0 0,-1 1 0 0 0,-1 0-1 0 0,-2 1 1 0 0,-2 0-1 0 0,-1 1 1 0 0,-2 0-1 0 0,-1 1 1 0 0,1 55-1 0 0,-6-30 3 0 0,-2 0-1 0 0,-3 1 1 0 0,-3-2-1 0 0,-2 1 0 0 0,-3-1 1 0 0,-3 0-1 0 0,-2-2 1 0 0,-3 0-1 0 0,-3-1 0 0 0,-39 73 1 0 0,29-72-442 0 0,-4-1 0 0 0,-2-2 0 0 0,-2-1 1 0 0,-2-2-1 0 0,-3-3 0 0 0,-2-1 0 0 0,-2-3 1 0 0,-3-1-1 0 0,-70 46 0 0 0,-4-13-3999 0 0,60-45 1814 0 0</inkml:trace>
</inkml:ink>
</file>

<file path=ppt/ink/ink6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56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91 388 328 0 0,'0'0'966'0'0,"-13"-2"4297"0"0,10 12-5062 0 0,0 1-1 0 0,1-1 1 0 0,0 0 0 0 0,0 1 0 0 0,1 0 0 0 0,0-1 0 0 0,1 1 0 0 0,2 19 0 0 0,-1 21 185 0 0,-1 112 578 0 0,1-147-875 0 0,-1-11 119 0 0,0-1 0 0 0,1 1 0 0 0,-1 0 0 0 0,-1 0 0 0 0,1 0 0 0 0,-1 0 1 0 0,0 0-1 0 0,0-1 0 0 0,-3 8 0 0 0,3-11 909 0 0,1-3-1080 0 0,0 0-1 0 0,-1 1 1 0 0,1-1 0 0 0,-1 0-1 0 0,0 0 1 0 0,0 0 0 0 0,1 0-1 0 0,-1 0 1 0 0,0 1 0 0 0,0-1 0 0 0,-1 0-1 0 0,-1-1 1 0 0,-1-4 48 0 0,-5-14 33 0 0,1-1 1 0 0,2 1 0 0 0,0-1-1 0 0,1-1 1 0 0,1 1-1 0 0,1-1 1 0 0,0-42-1 0 0,4 29-117 0 0,2 1 1 0 0,0-1-1 0 0,3 1 0 0 0,11-43 0 0 0,-9 53-14 0 0,1 1 1 0 0,0-1-1 0 0,2 2 1 0 0,1-1-1 0 0,0 1 1 0 0,25-31-1 0 0,-30 44-4 0 0,0 1 0 0 0,1 0 0 0 0,0 0 0 0 0,1 1 0 0 0,0 0 0 0 0,0 1 0 0 0,0-1 0 0 0,1 2 0 0 0,0 0 0 0 0,1 0 0 0 0,-1 1 0 0 0,1 0 0 0 0,0 0 0 0 0,0 2 0 0 0,1-1 0 0 0,17-2 0 0 0,-25 5-7 0 0,0 0 1 0 0,0 1 0 0 0,-1 0-1 0 0,1 0 1 0 0,0 0 0 0 0,0 0-1 0 0,-1 0 1 0 0,1 1 0 0 0,0 0-1 0 0,-1-1 1 0 0,1 1 0 0 0,0 1-1 0 0,-1-1 1 0 0,1 0 0 0 0,-1 1-1 0 0,0 0 1 0 0,0 0 0 0 0,1 0-1 0 0,-1 0 1 0 0,0 0 0 0 0,-1 1-1 0 0,1-1 1 0 0,0 1 0 0 0,-1 0-1 0 0,1 0 1 0 0,-1 0-1 0 0,0 0 1 0 0,0 0 0 0 0,0 1-1 0 0,-1-1 1 0 0,1 0 0 0 0,1 7-1 0 0,-1-4 2 0 0,-1 1-1 0 0,0 0 1 0 0,0-1-1 0 0,-1 1 1 0 0,0 0-1 0 0,0 0 0 0 0,-1-1 1 0 0,1 1-1 0 0,-1 0 1 0 0,-1-1-1 0 0,1 1 0 0 0,-1-1 1 0 0,-1 1-1 0 0,1-1 1 0 0,-1 0-1 0 0,0 0 0 0 0,-5 7 1 0 0,0-2 8 0 0,-1 0 0 0 0,-1-1 0 0 0,0 1 0 0 0,0-2 0 0 0,-1 0 0 0 0,0 0 1 0 0,-1-1-1 0 0,0 0 0 0 0,0-1 0 0 0,0-1 0 0 0,-19 8 0 0 0,10-6-46 0 0,1-1 1 0 0,-1-1-1 0 0,0-1 1 0 0,-1-1-1 0 0,1-1 1 0 0,-38 1-1 0 0,41-5-1314 0 0,8-5-4564 0 0</inkml:trace>
</inkml:ink>
</file>

<file path=ppt/ink/ink6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57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76 280 0 0,'0'0'2780'0'0,"-2"-16"-817"0"0,12-38 2387 0 0,-13 49-4010 0 0,-6 12-43 0 0,-6 13-85 0 0,14-19-252 0 0,-29 54 257 0 0,3 2-1 0 0,1 1 1 0 0,-18 64-1 0 0,35-90-120 0 0,2 0 1 0 0,0 0-1 0 0,2 0 0 0 0,2 1 1 0 0,1-1-1 0 0,1 1 0 0 0,6 52 0 0 0,0-57-33 0 0,1-1-1 0 0,1 0 0 0 0,2 0 0 0 0,1 0 0 0 0,0-1 1 0 0,2-1-1 0 0,1 0 0 0 0,1 0 0 0 0,2-2 0 0 0,0 0 1 0 0,1 0-1 0 0,1-2 0 0 0,1 0 0 0 0,1-1 0 0 0,1-1 1 0 0,34 24-1 0 0,-38-30-577 0 0,27 15-587 0 0,-13-21-5311 0 0</inkml:trace>
</inkml:ink>
</file>

<file path=ppt/ink/ink6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58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18 852 0 0,'0'0'982'0'0,"2"-14"6575"0"0,49 66-8435 0 0,-50-51 684 0 0,4-2 194 0 0,-1 1 1 0 0,1-1 0 0 0,0-1-1 0 0,0 1 1 0 0,-1-1 0 0 0,1 1-1 0 0,-1-1 1 0 0,1-1-1 0 0,-1 1 1 0 0,0 0 0 0 0,0-1-1 0 0,0 0 1 0 0,0 0 0 0 0,0 0-1 0 0,-1-1 1 0 0,1 1 0 0 0,-1-1-1 0 0,5-7 1 0 0,-7 10 519 0 0,0 0-160 0 0,-1 0-341 0 0,1 1 0 0 0,-1 0 0 0 0,0 0 0 0 0,0 0 0 0 0,0 0 0 0 0,0 0 0 0 0,0-1 0 0 0,0 1 0 0 0,0 0 0 0 0,0 0 0 0 0,0 0 0 0 0,0 0 0 0 0,0 0 0 0 0,0 0 0 0 0,0-1 0 0 0,1 1 0 0 0,-1 0 0 0 0,0 0 0 0 0,0 0 0 0 0,0 0 0 0 0,0 0 0 0 0,0 0 0 0 0,0 0 0 0 0,1 0 0 0 0,-1 0 0 0 0,0 0 0 0 0,0-1 0 0 0,0 1 0 0 0,0 0 0 0 0,1 0 0 0 0,-1 0 0 0 0,0 0 0 0 0,0 0 0 0 0,0 0 0 0 0,0 0 0 0 0,0 0 0 0 0,1 0 0 0 0,-1 0 0 0 0,0 0 0 0 0,0 1 0 0 0,0-1 0 0 0,0 0 0 0 0,0 0 0 0 0,1 0 0 0 0,-1 0 0 0 0,0 0 0 0 0,0 0 0 0 0,0 0 1 0 0,0 0-1 0 0,0 0 0 0 0,1 0 0 0 0,-1 0 0 0 0,0 1 0 0 0,0-1 0 0 0,0 0 0 0 0,0 0 0 0 0,0 0 0 0 0,0 0 0 0 0,0 1 0 0 0,6 49-1172 0 0,-1-6-3825 0 0,-3-27 2601 0 0</inkml:trace>
</inkml:ink>
</file>

<file path=ppt/ink/ink6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59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188 227 88 0 0,'0'0'2660'0'0,"-19"-49"5488"0"0,-4 60-7784 0 0,11-3-258 0 0,0 1-1 0 0,0 0 0 0 0,1 0 0 0 0,0 1 1 0 0,1 0-1 0 0,0 1 0 0 0,1 1 0 0 0,0-1 0 0 0,1 1 1 0 0,0 1-1 0 0,-10 23 0 0 0,4 5 78 0 0,14-39-178 0 0,-1-1 0 0 0,1 1 0 0 0,0-1 0 0 0,0 1 0 0 0,0-1 0 0 0,0 1 0 0 0,0-1 0 0 0,0 1 0 0 0,1-1 0 0 0,-1 1 0 0 0,0-1 1 0 0,1 1-1 0 0,-1-1 0 0 0,1 1 0 0 0,0-1 0 0 0,-1 1 0 0 0,1-1 0 0 0,0 0 0 0 0,0 1 0 0 0,0-1 0 0 0,0 0 0 0 0,0 0 0 0 0,2 2 0 0 0,-2-2 8 0 0,3-1-18 0 0,0-1-1 0 0,-1 0 1 0 0,1 0 0 0 0,-1 0-1 0 0,1 0 1 0 0,-1 0 0 0 0,1-1-1 0 0,-1 1 1 0 0,0-1 0 0 0,0 0-1 0 0,1 0 1 0 0,4-5 0 0 0,36-35-294 0 0,-28 25 141 0 0,61-69-818 0 0,-76 85 896 0 0,16 4-224 0 0,-6 9 183 0 0,-6-5 19 0 0,1 0 1 0 0,-1-1 0 0 0,1 0-1 0 0,0 0 1 0 0,1-1 0 0 0,0 0-1 0 0,0 0 1 0 0,0 0 0 0 0,0-1-1 0 0,1 0 1 0 0,-1-1 0 0 0,16 6 0 0 0,-20-10 92 0 0,0 1 0 0 0,0 0 0 0 0,0 0 0 0 0,0-1 0 0 0,0 0 0 0 0,-1 1 0 0 0,1-1 0 0 0,0 0 0 0 0,0-1 0 0 0,-1 1 0 0 0,1 0 0 0 0,-1-1 0 0 0,1 1 0 0 0,-1-1 0 0 0,1 0 0 0 0,1-2 0 0 0,33-34 88 0 0,-34 35-57 0 0,12-18 99 0 0,-1 0 0 0 0,-1 0-1 0 0,-1-1 1 0 0,11-27 0 0 0,-5 10 227 0 0,-10 24 251 0 0,-1-1 0 0 0,0 1 0 0 0,-1-1 0 0 0,5-23 0 0 0,-11 38 161 0 0,-2 7-662 0 0,-22 97 75 0 0,4 2 0 0 0,4 1 0 0 0,5 0 0 0 0,4 148 0 0 0,8-204-211 0 0,-1-23 979 0 0,4-60-452 0 0,1-4-501 0 0,1 0 0 0 0,2 0 0 0 0,1 1 0 0 0,2 0 0 0 0,29-63 0 0 0,-13 46-165 0 0,2 0 0 0 0,64-86-1 0 0,-89 133 150 0 0,0 1 0 0 0,0-1 0 0 0,1 1 0 0 0,0-1 0 0 0,0 1 0 0 0,1 1 0 0 0,-1-1 0 0 0,1 1 0 0 0,0 0 0 0 0,0 0 0 0 0,1 1 0 0 0,-1 0 0 0 0,1 0-1 0 0,12-4 1 0 0,-17 7 19 0 0,0 0 0 0 0,0 0 0 0 0,0 0 0 0 0,-1 0-1 0 0,1 0 1 0 0,0 0 0 0 0,0 1 0 0 0,0-1 0 0 0,-1 1-1 0 0,1-1 1 0 0,0 1 0 0 0,0 0 0 0 0,-1 0 0 0 0,1 0-1 0 0,-1 0 1 0 0,1 0 0 0 0,-1 0 0 0 0,1 0 0 0 0,-1 0-1 0 0,1 0 1 0 0,-1 1 0 0 0,0-1 0 0 0,0 1 0 0 0,0-1-1 0 0,0 1 1 0 0,0-1 0 0 0,0 1 0 0 0,0-1 0 0 0,1 4-1 0 0,0 0-5 0 0,0 1 0 0 0,0 0 0 0 0,-1-1 0 0 0,0 1 0 0 0,0 0-1 0 0,0 0 1 0 0,0 10 0 0 0,-2-4-7 0 0,-1 0-1 0 0,-1 0 1 0 0,0 0 0 0 0,0 0-1 0 0,-1-1 1 0 0,0 0-1 0 0,-1 1 1 0 0,0-2 0 0 0,-1 1-1 0 0,-1-1 1 0 0,1 1 0 0 0,-2-2-1 0 0,1 1 1 0 0,-14 12-1 0 0,14-15-451 0 0,-1 0 0 0 0,1-1 0 0 0,-1 0 0 0 0,-1-1 0 0 0,1 1 0 0 0,-13 5 0 0 0,1-21-8704 0 0</inkml:trace>
</inkml:ink>
</file>

<file path=ppt/ink/ink6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1:59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0 848 0 0,'0'0'2732'0'0,"0"5"-1871"0"0,-9 73 1996 0 0,1-21-1186 0 0,1 102 0 0 0,12-66-763 0 0,0-33-79 0 0,-8 121 0 0 0,-4-150 546 0 0,5-43-1364 0 0,0 1 0 0 0,0-1 0 0 0,1 0 0 0 0,1 0 0 0 0,0 0 0 0 0,0 0 0 0 0,2 0 0 0 0,-1 0 0 0 0,1 0 0 0 0,1 1 0 0 0,0-1 0 0 0,1 1 0 0 0,9-21-1 0 0,1 2-56 0 0,1 0-1 0 0,2 1 1 0 0,37-51-1 0 0,-7 24-42 0 0,-43 52 74 0 0,0 0 1 0 0,0 0 0 0 0,0 1-1 0 0,1-1 1 0 0,-1 1 0 0 0,1 0-1 0 0,0 0 1 0 0,0 1 0 0 0,0-1 0 0 0,7-2-1 0 0,-11 5 7 0 0,0-1 0 0 0,1 1-1 0 0,-1-1 1 0 0,0 1 0 0 0,0 0-1 0 0,1-1 1 0 0,-1 1 0 0 0,0 0-1 0 0,1 0 1 0 0,-1 0 0 0 0,0 0-1 0 0,1 0 1 0 0,-1 0-1 0 0,0 0 1 0 0,1 0 0 0 0,-1 1-1 0 0,0-1 1 0 0,1 0 0 0 0,-1 1-1 0 0,0-1 1 0 0,0 1 0 0 0,0 0-1 0 0,1-1 1 0 0,-1 1 0 0 0,0 0-1 0 0,0 0 1 0 0,0-1 0 0 0,0 1-1 0 0,0 0 1 0 0,0 0 0 0 0,-1 0-1 0 0,1 0 1 0 0,0 0 0 0 0,0 1-1 0 0,-1-1 1 0 0,1 0 0 0 0,0 0-1 0 0,-1 0 1 0 0,1 1 0 0 0,-1-1-1 0 0,0 0 1 0 0,1 0-1 0 0,-1 1 1 0 0,0-1 0 0 0,0 0-1 0 0,0 1 1 0 0,0-1 0 0 0,0 0-1 0 0,0 1 1 0 0,0-1 0 0 0,0 0-1 0 0,-1 1 1 0 0,1-1 0 0 0,-1 2-1 0 0,-1 6-58 0 0,0-1-1 0 0,-1 0 0 0 0,0 1 0 0 0,0-1 0 0 0,0 0 1 0 0,-9 13-1 0 0,7-13-475 0 0,-28 35-106 0 0,31-41 45 0 0,0-1-1 0 0,1 1 1 0 0,-1 0 0 0 0,0-1-1 0 0,0 1 1 0 0,0-1 0 0 0,0 0-1 0 0,-1 0 1 0 0,1 0-1 0 0,0 0 1 0 0,-3 1 0 0 0,-3-1-2168 0 0</inkml:trace>
</inkml:ink>
</file>

<file path=ppt/ink/ink6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00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0 340 128 0 0,'0'0'2956'0'0,"4"-2"-2354"0"0,12-12-9 0 0,0 1 1 0 0,-1-2-1 0 0,0 0 0 0 0,-1-1 1 0 0,-1 0-1 0 0,19-32 1 0 0,-15 21-66 0 0,-2-2 0 0 0,-1 0 1 0 0,19-57-1 0 0,-25 56 840 0 0,-14 38-1364 0 0,-1 1 0 0 0,1-1 0 0 0,1 1 0 0 0,0 0 0 0 0,0 1 0 0 0,1-1 0 0 0,0 1 0 0 0,0 0-1 0 0,1 0 1 0 0,0 0 0 0 0,1 0 0 0 0,1 1 0 0 0,-1-1 0 0 0,1 1 0 0 0,1-1 0 0 0,0 1 0 0 0,1-1 0 0 0,0 1 0 0 0,3 13 0 0 0,-3-21-23 0 0,0 0 0 0 0,1-1 0 0 0,-1 1 0 0 0,1-1 0 0 0,0 1 0 0 0,0-1 0 0 0,0 0 0 0 0,0 1 0 0 0,0-1 0 0 0,0 0 0 0 0,0 0 0 0 0,1-1 0 0 0,-1 1 0 0 0,1 0 0 0 0,-1-1 0 0 0,1 1 0 0 0,0-1 0 0 0,-1 0 0 0 0,1 0 0 0 0,0 0 0 0 0,0-1 0 0 0,0 1 1 0 0,0 0-1 0 0,0-1 0 0 0,4 0 0 0 0,11 1-97 0 0,0 0 1 0 0,0-2-1 0 0,20-2 1 0 0,-11 1-68 0 0,36 3-305 0 0,-63 0 481 0 0,1-1-1 0 0,0 1 1 0 0,-1 0-1 0 0,1-1 1 0 0,0 1 0 0 0,-1 0-1 0 0,1-1 1 0 0,-1 1-1 0 0,1 0 1 0 0,-1 0-1 0 0,1-1 1 0 0,-1 1-1 0 0,0 0 1 0 0,1 0-1 0 0,-1 0 1 0 0,0 0 0 0 0,0-1-1 0 0,0 1 1 0 0,1 0-1 0 0,-1 0 1 0 0,0 0-1 0 0,0 0 1 0 0,0 0-1 0 0,0 0 1 0 0,-1 0-1 0 0,1 0 1 0 0,0 1 0 0 0,-9 9-33 0 0,0-1 0 0 0,0 0 1 0 0,-15 11-1 0 0,-2-4-5277 0 0</inkml:trace>
</inkml:ink>
</file>

<file path=ppt/ink/ink6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00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1 376 0 0,'0'0'10368'0'0,"-2"6"-10308"0"0,-11 62-1780 0 0,13-66 1137 0 0,1 7-1123 0 0</inkml:trace>
</inkml:ink>
</file>

<file path=ppt/ink/ink6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00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246 191 56 0 0,'35'-28'6588'0'0,"-29"30"-5460"0"0,-5-2-1111 0 0,-1 0 0 0 0,1 0 0 0 0,-1 0-1 0 0,1 1 1 0 0,-1-1 0 0 0,1 0 0 0 0,-1 0 0 0 0,1 0 0 0 0,-1 1-1 0 0,1-1 1 0 0,-1 0 0 0 0,1 0 0 0 0,-1 1 0 0 0,1-1 0 0 0,-1 0 0 0 0,0 1-1 0 0,1-1 1 0 0,-1 1 0 0 0,0-1 0 0 0,1 1 0 0 0,-1-1 0 0 0,0 0-1 0 0,1 1 1 0 0,-1-1 0 0 0,0 1 0 0 0,0-1 0 0 0,0 1 0 0 0,0-1-1 0 0,1 1 1 0 0,-1-1 0 0 0,0 1 0 0 0,0 0 0 0 0,0-1 0 0 0,0 1-1 0 0,0-1 1 0 0,0 1 0 0 0,0-1 0 0 0,-1 2 0 0 0,4 10-1107 0 0,-1 0-2652 0 0,1 0 1717 0 0</inkml:trace>
  <inkml:trace contextRef="#ctx0" brushRef="#br0" timeOffset="1">568 1 780 0 0,'3'2'1046'0'0,"5"2"-734"0"0,-1 1 0 0 0,0 1 0 0 0,1-1 0 0 0,-2 1 0 0 0,1 0 0 0 0,-1 1 0 0 0,0-1 0 0 0,0 1 0 0 0,-1 1 0 0 0,0-1 0 0 0,0 1 0 0 0,-1 0 0 0 0,0 0 0 0 0,0 0 0 0 0,3 13 0 0 0,-1-2-14 0 0,0 1 0 0 0,-2 0-1 0 0,0 0 1 0 0,-2 0-1 0 0,0 0 1 0 0,-1 25-1 0 0,-4-3-34 0 0,-1-1 0 0 0,-2 0-1 0 0,-2 1 1 0 0,-2-2 0 0 0,-1 0-1 0 0,-2 0 1 0 0,-2-1-1 0 0,-30 57 1 0 0,22-55-203 0 0,-2-1 0 0 0,-1-1 1 0 0,-2-1-1 0 0,-2-2 0 0 0,-1-1 0 0 0,-2-1 0 0 0,-51 40 0 0 0,-67 33-1818 0 0,45-49-3495 0 0,67-39 2590 0 0</inkml:trace>
</inkml:ink>
</file>

<file path=ppt/ink/ink6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01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16 876 0 0,'0'0'10031'0'0,"7"-2"-9585"0"0,-6 2-418 0 0,62-12 124 0 0,-61 11-275 0 0,0 1 1 0 0,0 0-1 0 0,0 0 1 0 0,1 0-1 0 0,-1 0 1 0 0,0 0-1 0 0,0 0 1 0 0,0 1-1 0 0,0-1 1 0 0,1 1-1 0 0,-1-1 1 0 0,0 1-1 0 0,0 0 1 0 0,0 0-1 0 0,0 0 0 0 0,0 0 1 0 0,0 0-1 0 0,-1 1 1 0 0,1-1-1 0 0,0 0 1 0 0,0 1-1 0 0,-1-1 1 0 0,1 1-1 0 0,-1 0 1 0 0,0-1-1 0 0,1 1 1 0 0,1 4-1 0 0,-2-4 27 0 0,-1 0 0 0 0,1 1 0 0 0,-1-1 0 0 0,1 0 1 0 0,-1 1-1 0 0,0-1 0 0 0,0 0 0 0 0,0 1 0 0 0,0-1 0 0 0,-1 0 0 0 0,0 3 0 0 0,0 15 210 0 0,2-18 7 0 0,25 3 263 0 0,-10-7-1394 0 0,-1 0 0 0 0,1 0 0 0 0,21-8 0 0 0,-18 5-980 0 0</inkml:trace>
</inkml:ink>
</file>

<file path=ppt/ink/ink6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2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24 195 132 0 0,'-14'-13'783'0'0,"11"11"1371"0"0,-3-55 4173 0 0,6 55-6184 0 0,0-1 1 0 0,-1 0 0 0 0,1 0 0 0 0,0 0 0 0 0,1 0 0 0 0,-1 1 0 0 0,0-1 0 0 0,1 0 0 0 0,0 0-1 0 0,0 0 1 0 0,-1 1 0 0 0,1-1 0 0 0,1 1 0 0 0,-1-1 0 0 0,0 1 0 0 0,1-1 0 0 0,-1 1 0 0 0,1 0-1 0 0,2-3 1 0 0,1 0-52 0 0,0 0 0 0 0,0 1 1 0 0,1-1-1 0 0,0 1 0 0 0,-1 1 0 0 0,1-1 0 0 0,12-4 0 0 0,-4 2-80 0 0,1 1-1 0 0,0 0 1 0 0,0 1 0 0 0,0 1-1 0 0,1 0 1 0 0,23 0 0 0 0,-30 3-2 0 0,-1 1 0 0 0,0 0 0 0 0,0 0 0 0 0,0 1 0 0 0,0 0 0 0 0,0 1 0 0 0,8 4 0 0 0,-11-6-15 0 0,-1 1 1 0 0,0 0-1 0 0,0 1 1 0 0,0-1-1 0 0,0 1 1 0 0,0-1-1 0 0,-1 1 1 0 0,1 0-1 0 0,-1 1 1 0 0,0-1 0 0 0,0 1-1 0 0,0-1 1 0 0,3 6-1 0 0,-5-6 1 0 0,0 1-1 0 0,-1-1 0 0 0,1 1 1 0 0,0 0-1 0 0,-1 0 1 0 0,0-1-1 0 0,0 1 0 0 0,0 0 1 0 0,-1 0-1 0 0,1-1 0 0 0,-1 1 1 0 0,0 0-1 0 0,0-1 1 0 0,0 1-1 0 0,0-1 0 0 0,0 1 1 0 0,-1-1-1 0 0,0 0 1 0 0,0 1-1 0 0,0-1 0 0 0,0 0 1 0 0,-3 4-1 0 0,-7 8 5 0 0,-1 0 0 0 0,-25 22-1 0 0,37-35 1 0 0,-26 21-4 0 0,-1-1 0 0 0,-1-1 0 0 0,-47 25 1 0 0,75-45 4 0 0,-1 0-5 0 0,-5 2-5 0 0,5-2 5 0 0,47 11-68 0 0,20-15 2 0 0,115-21 0 0 0,-46 3-19 0 0,-85 17 63 0 0,-18 1 45 0 0,-1-1 1 0 0,35-8-1 0 0,-63 11 301 0 0,-1 1-314 0 0,-1 0-1 0 0,0-1 1 0 0,1 1 0 0 0,-1 0-1 0 0,1 0 1 0 0,-1 0 0 0 0,1 0-1 0 0,-1 0 1 0 0,0 0 0 0 0,1 0 0 0 0,-1 0-1 0 0,1 0 1 0 0,-1 0 0 0 0,1 0-1 0 0,-1 0 1 0 0,1 0 0 0 0,-1 0-1 0 0,0 0 1 0 0,1 0 0 0 0,-1 0-1 0 0,1 1 1 0 0,-1-1 0 0 0,0 0 0 0 0,1 0-1 0 0,-1 0 1 0 0,1 1 0 0 0,-1-1-1 0 0,0 0 1 0 0,1 1 0 0 0,7 4-6465 0 0</inkml:trace>
</inkml:ink>
</file>

<file path=ppt/ink/ink6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3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226 122 44 0 0,'-18'-5'1939'0'0,"-9"-2"-518"0"0,-1 1-1 0 0,0 1 1 0 0,0 1 0 0 0,-1 2-1 0 0,-38 1 1 0 0,186-8-1228 0 0,1163-64 567 0 0,-1078 64-2794 0 0,-289 19-2616 0 0,46-5 1962 0 0</inkml:trace>
</inkml:ink>
</file>

<file path=ppt/ink/ink6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4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646 49 628 0 0,'-1'-5'387'0'0,"0"1"32"0"0,0 0 0 0 0,-1 1 0 0 0,1-1 0 0 0,-1 1 0 0 0,1-1 0 0 0,-1 1 0 0 0,0 0 0 0 0,-3-4 0 0 0,4 6-343 0 0,-1 0-1 0 0,1 0 1 0 0,-1 0-1 0 0,1 0 1 0 0,-1 1-1 0 0,1-1 1 0 0,-1 0-1 0 0,1 1 1 0 0,-1-1-1 0 0,0 1 1 0 0,1 0-1 0 0,-1 0 1 0 0,0-1-1 0 0,1 1 1 0 0,-1 0-1 0 0,0 0 1 0 0,1 1-1 0 0,-1-1 1 0 0,1 0-1 0 0,-1 0 1 0 0,0 1-1 0 0,-2 0 1 0 0,-32 11 239 0 0,-1 2 0 0 0,1 1 0 0 0,-49 30 0 0 0,49-26-166 0 0,7-4-45 0 0,-127 72 507 0 0,132-72-470 0 0,0 2 0 0 0,1 0 0 0 0,1 2 1 0 0,-21 22-1 0 0,39-37-113 0 0,1 0 0 0 0,-1 0 0 0 0,1 0 0 0 0,0 0 0 0 0,0 0 1 0 0,0 1-1 0 0,1 0 0 0 0,0-1 0 0 0,0 1 0 0 0,0 0 0 0 0,0 0 0 0 0,1 0 0 0 0,0 1 0 0 0,0-1 1 0 0,0 0-1 0 0,1 0 0 0 0,-1 0 0 0 0,1 1 0 0 0,1-1 0 0 0,0 7 0 0 0,1-5-2 0 0,0 0-1 0 0,1-1 1 0 0,-1 1-1 0 0,1-1 1 0 0,1 1-1 0 0,-1-1 1 0 0,1 0-1 0 0,0-1 1 0 0,1 1-1 0 0,-1-1 1 0 0,1 1-1 0 0,0-1 1 0 0,0-1-1 0 0,10 7 1 0 0,6 4-17 0 0,2-1 0 0 0,0-1 0 0 0,1-1 0 0 0,0-1 0 0 0,0-1 1 0 0,1-1-1 0 0,31 6 0 0 0,185 26-1417 0 0,-222-38 1204 0 0,150 7-4132 0 0,-88-8 1829 0 0</inkml:trace>
</inkml:ink>
</file>

<file path=ppt/ink/ink6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4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257 73 368 0 0,'-36'-32'5367'0'0,"31"30"-5196"0"0,1 0 1 0 0,-1 0 0 0 0,1 1 0 0 0,-1-1 0 0 0,0 1 0 0 0,0 0-1 0 0,0 1 1 0 0,1-1 0 0 0,-1 1 0 0 0,0 0 0 0 0,0 0 0 0 0,0 0-1 0 0,0 1 1 0 0,1 0 0 0 0,-6 1 0 0 0,-2 1-19 0 0,1 1 1 0 0,1 0-1 0 0,-1 0 0 0 0,1 1 1 0 0,-13 8-1 0 0,18-11-109 0 0,1 1 0 0 0,0 0 0 0 0,0 0 0 0 0,0 0-1 0 0,0 0 1 0 0,0 0 0 0 0,1 1 0 0 0,0 0 0 0 0,-1 0-1 0 0,1 0 1 0 0,1 0 0 0 0,-1 0 0 0 0,1 0 0 0 0,-1 1 0 0 0,1-1-1 0 0,0 1 1 0 0,1 0 0 0 0,-1-1 0 0 0,1 1 0 0 0,0 0 0 0 0,0 0-1 0 0,1 0 1 0 0,-1 0 0 0 0,1 7 0 0 0,1-7-26 0 0,0 1 1 0 0,1-1-1 0 0,0 0 1 0 0,-1 0-1 0 0,2 0 1 0 0,-1 0-1 0 0,1 0 1 0 0,-1 0-1 0 0,1-1 0 0 0,0 1 1 0 0,1-1-1 0 0,-1 0 1 0 0,1 0-1 0 0,0 0 1 0 0,0 0-1 0 0,0-1 1 0 0,1 1-1 0 0,-1-1 1 0 0,1 0-1 0 0,0-1 0 0 0,-1 1 1 0 0,7 2-1 0 0,2-1-2 0 0,1 0-1 0 0,-1 0 0 0 0,1-1 0 0 0,0-1 1 0 0,-1-1-1 0 0,1 0 0 0 0,0 0 0 0 0,0-1 1 0 0,0-1-1 0 0,0-1 0 0 0,0 0 0 0 0,15-4 1 0 0,-22 4-6 0 0,0 0 1 0 0,-1 0 0 0 0,1-1 0 0 0,-1 1 0 0 0,1-2 0 0 0,-1 1 0 0 0,0-1-1 0 0,0 0 1 0 0,-1 0 0 0 0,1 0 0 0 0,7-9 0 0 0,-10 9 2 0 0,-1 1 0 0 0,1-1 0 0 0,-1 0 0 0 0,0 0 0 0 0,0 0 0 0 0,0 0 0 0 0,0-1 0 0 0,-1 1 0 0 0,0 0 0 0 0,0-1 0 0 0,0 1 0 0 0,0-1 0 0 0,-1 0 0 0 0,1 1-1 0 0,-1-1 1 0 0,0 1 0 0 0,-1-1 0 0 0,1 1 0 0 0,-2-6 0 0 0,0 1-6 0 0,0 1-1 0 0,-1-1 0 0 0,0 1 0 0 0,0 0 0 0 0,0 0 0 0 0,-1 1 0 0 0,0-1 0 0 0,-1 1 1 0 0,0 0-1 0 0,0 0 0 0 0,-1 0 0 0 0,1 1 0 0 0,-1-1 0 0 0,-1 2 0 0 0,1-1 1 0 0,-1 1-1 0 0,0 0 0 0 0,0 0 0 0 0,-11-5 0 0 0,16 10-91 0 0,1-1 1 0 0,-1 1-1 0 0,1 0 0 0 0,-1 0 1 0 0,0 0-1 0 0,1 0 1 0 0,-1 0-1 0 0,1 1 0 0 0,-1-1 1 0 0,1 0-1 0 0,-1 1 0 0 0,1-1 1 0 0,-1 1-1 0 0,1 0 0 0 0,-1-1 1 0 0,1 1-1 0 0,0 0 0 0 0,-1 0 1 0 0,1 0-1 0 0,0 0 1 0 0,0 0-1 0 0,-2 2 0 0 0,-7 12-5087 0 0,6-1 2628 0 0</inkml:trace>
</inkml:ink>
</file>

<file path=ppt/ink/ink6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5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40 696 0 0,'-22'-28'3703'0'0,"19"27"-3576"0"0,-1-1 0 0 0,1 0 0 0 0,0 1 1 0 0,-1 0-1 0 0,1 0 0 0 0,-1 0 0 0 0,1 0 0 0 0,-1 0 0 0 0,0 1 0 0 0,1 0 0 0 0,-1-1 1 0 0,0 1-1 0 0,1 1 0 0 0,-1-1 0 0 0,0 0 0 0 0,1 1 0 0 0,-1 0 0 0 0,-3 1 1 0 0,-1 0 8 0 0,0 1 1 0 0,0 0-1 0 0,0 0 1 0 0,0 1 0 0 0,1 0-1 0 0,-14 9 1 0 0,15-8-55 0 0,0 0 0 0 0,0 1 0 0 0,1-1 0 0 0,-1 1 0 0 0,1 0 0 0 0,1 1 0 0 0,-1-1 0 0 0,1 1 1 0 0,0 0-1 0 0,0 0 0 0 0,-3 12 0 0 0,6-16-63 0 0,0 1 1 0 0,0-1-1 0 0,0 1 1 0 0,1-1-1 0 0,-1 1 1 0 0,1-1-1 0 0,0 1 1 0 0,0-1-1 0 0,1 1 1 0 0,-1-1 0 0 0,1 1-1 0 0,-1-1 1 0 0,1 0-1 0 0,0 1 1 0 0,1-1-1 0 0,-1 0 1 0 0,0 1-1 0 0,1-1 1 0 0,0 0-1 0 0,0 0 1 0 0,0 0-1 0 0,0-1 1 0 0,0 1-1 0 0,0 0 1 0 0,1-1-1 0 0,-1 1 1 0 0,1-1-1 0 0,0 0 1 0 0,3 2 0 0 0,9 7-242 0 0,1-1 1 0 0,0-1 0 0 0,1 0 0 0 0,33 12 0 0 0,-35-17-927 0 0,0 0 1 0 0,0-1-1 0 0,27 2 1 0 0,-14-3-907 0 0</inkml:trace>
</inkml:ink>
</file>

<file path=ppt/ink/ink6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5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 6 40 0 0,'0'0'637'0'0,"-2"-1"675"0"0,-12-3 7275 0 0,6 3-9352 0 0,-15 7 922 0 0,-12 3 225 0 0,-66 24-1 0 0,93-29-331 0 0,-1-1 1 0 0,1 1 0 0 0,0 1-1 0 0,1 0 1 0 0,-1 0 0 0 0,1 0-1 0 0,0 1 1 0 0,0 0 0 0 0,0 0-1 0 0,1 1 1 0 0,0 0-1 0 0,1 0 1 0 0,-8 10 0 0 0,12-14-50 0 0,0-1 1 0 0,0 0-1 0 0,0 0 0 0 0,0 1 1 0 0,0-1-1 0 0,0 1 1 0 0,1-1-1 0 0,-1 1 1 0 0,1-1-1 0 0,-1 1 1 0 0,1-1-1 0 0,0 1 0 0 0,0 0 1 0 0,0-1-1 0 0,1 1 1 0 0,-1-1-1 0 0,0 1 1 0 0,1-1-1 0 0,0 1 1 0 0,0-1-1 0 0,-1 0 0 0 0,4 5 1 0 0,-2-3-31 0 0,1-1 0 0 0,0 1-1 0 0,0-1 1 0 0,1 0 0 0 0,-1 0 0 0 0,1 0 0 0 0,0 0 0 0 0,0 0-1 0 0,0-1 1 0 0,0 0 0 0 0,7 3 0 0 0,5 1-1077 0 0,0 0 0 0 0,1-2 1 0 0,-1 0-1 0 0,1-1 0 0 0,31 2 0 0 0,-22-5-1418 0 0</inkml:trace>
</inkml:ink>
</file>

<file path=ppt/ink/ink6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6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13 1064 0 0,'0'0'3086'0'0,"-6"-9"105"0"0,6 9-3094 0 0,0 0 0 0 0,0 0 1 0 0,0 0-1 0 0,0 0 0 0 0,0 0 0 0 0,0 1 1 0 0,-1-1-1 0 0,1 0 0 0 0,0 0 0 0 0,0 0 1 0 0,0 0-1 0 0,0 0 0 0 0,0 0 0 0 0,-1 0 1 0 0,1 0-1 0 0,0 0 0 0 0,0 0 0 0 0,0 0 1 0 0,0 0-1 0 0,-2-2 1459 0 0,2 2-1459 0 0,0 0 0 0 0,0 0 1 0 0,0 0-1 0 0,0 0 0 0 0,0 0 0 0 0,0 0 1 0 0,-1-1-1 0 0,1 1 0 0 0,0 0 0 0 0,0 0 1 0 0,0 0-1 0 0,0 0 0 0 0,0 0 0 0 0,0-1 1 0 0,0 1-1 0 0,0 0 0 0 0,0 4-74 0 0,-1 0-1 0 0,1 0 0 0 0,0 0 1 0 0,0-1-1 0 0,1 1 1 0 0,-1 0-1 0 0,1 0 0 0 0,0 0 1 0 0,0 0-1 0 0,0-1 1 0 0,0 1-1 0 0,0 0 0 0 0,1-1 1 0 0,0 1-1 0 0,0-1 1 0 0,0 0-1 0 0,0 1 0 0 0,0-1 1 0 0,1 0-1 0 0,-1 0 1 0 0,1 0-1 0 0,0-1 0 0 0,5 5 1 0 0,-3-4-62 0 0,-1-1 1 0 0,0 1-1 0 0,1-1 1 0 0,0 0-1 0 0,0 0 1 0 0,0-1-1 0 0,0 1 1 0 0,0-1-1 0 0,0 0 1 0 0,0 0-1 0 0,0-1 1 0 0,0 0 0 0 0,0 0-1 0 0,0 0 1 0 0,1 0-1 0 0,-1-1 1 0 0,0 0-1 0 0,0 0 1 0 0,6-2-1 0 0,52-22-623 0 0,-62 24 616 0 0,20 32-184 0 0,-19-30 229 0 0,0 1 1 0 0,0-1-1 0 0,1 0 1 0 0,-1 1-1 0 0,0-1 0 0 0,0-1 1 0 0,1 1-1 0 0,-1 0 0 0 0,1 0 1 0 0,-1-1-1 0 0,1 1 1 0 0,-1-1-1 0 0,1 0 0 0 0,-1 0 1 0 0,1 0-1 0 0,4-1 1 0 0,38-9-2 0 0,-34 7 7 0 0,21-7 5 0 0,57-27 0 0 0,3-1-24 0 0,-83 35 0 0 0,-7 2 4 0 0,0 0-1 0 0,0 0 1 0 0,0 0 0 0 0,0 1 0 0 0,0-1-1 0 0,1 1 1 0 0,-1-1 0 0 0,0 1-1 0 0,0 0 1 0 0,1 0 0 0 0,-1 0 0 0 0,3 1-1 0 0,-2 0 5 0 0,0 1 0 0 0,0-1 0 0 0,1 1 0 0 0,-2 0 0 0 0,1 0 0 0 0,0 0 0 0 0,0 0 0 0 0,-1 1 0 0 0,1-1 0 0 0,-1 1 0 0 0,0 0 0 0 0,2 3 0 0 0,32 23-498 0 0,-7-16-5429 0 0,-19-10 3308 0 0</inkml:trace>
</inkml:ink>
</file>

<file path=ppt/ink/ink6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7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1 147 324 0 0,'0'0'3368'0'0,"5"-3"-2948"0"0,75-53 1784 0 0,-53 35-1641 0 0,1 1 1 0 0,32-16 0 0 0,-58 35-553 0 0,0 0 1 0 0,-1 1 0 0 0,1-1 0 0 0,0 0-1 0 0,-1 1 1 0 0,1 0 0 0 0,0-1 0 0 0,0 1-1 0 0,-1 0 1 0 0,1 0 0 0 0,0 0 0 0 0,0 0-1 0 0,0 0 1 0 0,0 0 0 0 0,-1 0 0 0 0,1 1-1 0 0,0-1 1 0 0,0 1 0 0 0,-1-1 0 0 0,1 1-1 0 0,0 0 1 0 0,-1 0 0 0 0,1-1 0 0 0,-1 1-1 0 0,3 2 1 0 0,2 3 13 0 0,0 0 0 0 0,0 0 0 0 0,0 0 0 0 0,7 12 0 0 0,-10-12-7 0 0,0-1-1 0 0,1-1 1 0 0,0 1 0 0 0,0 0-1 0 0,0-1 1 0 0,0 0 0 0 0,1 0-1 0 0,-1 0 1 0 0,11 6-1 0 0,-8-9-5 0 0,0 0-1 0 0,1 0 1 0 0,-1 0-1 0 0,0-1 1 0 0,1 0-1 0 0,-1-1 1 0 0,0 1-1 0 0,1-2 0 0 0,-1 1 1 0 0,0-1-1 0 0,0 0 1 0 0,0 0-1 0 0,0-1 1 0 0,0 0-1 0 0,8-4 1 0 0,31-11 114 0 0,-44 18-82 0 0,22-4 277 0 0,-20 3-311 0 0,0 0 1 0 0,-1 1-1 0 0,1-1 1 0 0,0 1-1 0 0,0-1 0 0 0,0 1 1 0 0,-1 0-1 0 0,8 2 1 0 0,18 0 10 0 0,0-1 0 0 0,0-1 0 0 0,0-1 0 0 0,0-2 0 0 0,0 0 0 0 0,0-2 0 0 0,0-2 0 0 0,30-10 0 0 0,-9-7 1698 0 0,-48 23-1489 0 0,35-6 810 0 0,-31 9-1047 0 0,53 12-6971 0 0,-40-13 3843 0 0</inkml:trace>
</inkml:ink>
</file>

<file path=ppt/ink/ink6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7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87 105 224 0 0,'-2'0'883'0'0,"0"-1"1"0"0,0 0-1 0 0,1 0 0 0 0,-1 0 1 0 0,0 0-1 0 0,1 0 1 0 0,-1-1-1 0 0,0 1 0 0 0,1-1 1 0 0,0 1-1 0 0,-1-1 0 0 0,-1-2 1 0 0,70-7-264 0 0,-50 10-647 0 0,-1-1-1 0 0,0 0 1 0 0,23-8-1 0 0,-16 1-5 0 0,39-23 0 0 0,-30 15 9 0 0,-31 16 20 0 0,-1 1 0 0 0,1 0-1 0 0,-1 0 1 0 0,1-1-1 0 0,-1 1 1 0 0,1 0 0 0 0,-1 0-1 0 0,1 0 1 0 0,-1 0-1 0 0,1-1 1 0 0,-1 1-1 0 0,1 0 1 0 0,-1 0 0 0 0,1 0-1 0 0,-1 0 1 0 0,1 0-1 0 0,-1 0 1 0 0,1 0 0 0 0,0 1-1 0 0,-1-1 1 0 0,1 0-1 0 0,-1 0 1 0 0,1 0 0 0 0,-1 0-1 0 0,1 1 1 0 0,-1-1-1 0 0,1 0 1 0 0,-1 0-1 0 0,0 1 1 0 0,1-1 0 0 0,-1 1-1 0 0,1-1 1 0 0,-1 0-1 0 0,0 1 1 0 0,1-1 0 0 0,0 1-1 0 0,5 26-47 0 0,-9 26 31 0 0,-7-11 16 0 0,-1-1 0 0 0,-2-1 1 0 0,-2 0-1 0 0,-2-1 0 0 0,-26 45 1 0 0,27-52-8 0 0,7-13 43 0 0,-63 111-125 0 0,65-118 168 0 0,-1-1 0 0 0,0-1 0 0 0,-1 1 1 0 0,0-1-1 0 0,-1-1 0 0 0,0 0 0 0 0,0 0 0 0 0,-20 12 0 0 0,29-20 10 0 0,0 0 0 0 0,-1 0-1 0 0,1 0 1 0 0,-1-1 0 0 0,0 1-1 0 0,1 0 1 0 0,-1-1 0 0 0,0 1-1 0 0,1-1 1 0 0,-1 1 0 0 0,0-1-1 0 0,1 0 1 0 0,-1 0 0 0 0,0 1-1 0 0,0-1 1 0 0,1-1 0 0 0,-1 1-1 0 0,0 0 1 0 0,0 0 0 0 0,1-1-1 0 0,-3 0 1 0 0,3 1-41 0 0,0-1 0 0 0,0 0 0 0 0,0 0 1 0 0,0 0-1 0 0,0 0 0 0 0,0 0 0 0 0,1-1 0 0 0,-1 1 0 0 0,0 0 1 0 0,1 0-1 0 0,-1 0 0 0 0,1-1 0 0 0,-1 1 0 0 0,1 0 0 0 0,-1-1 0 0 0,1 1 1 0 0,0 0-1 0 0,0-1 0 0 0,0 1 0 0 0,0-3 0 0 0,0-3 32 0 0,0 1-1 0 0,1-1 0 0 0,0 0 1 0 0,0 0-1 0 0,1 0 0 0 0,0 1 1 0 0,0-1-1 0 0,0 1 0 0 0,5-10 1 0 0,4 0-124 0 0,1 1 0 0 0,0 0 0 0 0,0 0 0 0 0,2 2 0 0 0,0-1 0 0 0,0 2 0 0 0,1 0-1 0 0,1 1 1 0 0,0 0 0 0 0,1 1 0 0 0,19-8 0 0 0,3-1-1336 0 0,42-12-1 0 0,41-7-4748 0 0,-55 18 2505 0 0</inkml:trace>
</inkml:ink>
</file>

<file path=ppt/ink/ink6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19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1 555 120 0 0,'0'0'606'0'0,"1"6"4325"0"0,-1-6-4821 0 0,24-28 177 0 0,0-1 0 0 0,-2-1 0 0 0,-1-1 0 0 0,-2-1 0 0 0,-1-1 1 0 0,-1 0-1 0 0,-2-1 0 0 0,-1-1 0 0 0,-2 0 0 0 0,13-66 0 0 0,-24 89-197 0 0,0 1-1 0 0,-1-1 0 0 0,0 1 0 0 0,-1-1 0 0 0,0 1 0 0 0,-1-1 1 0 0,-1 1-1 0 0,1 0 0 0 0,-2 0 0 0 0,-4-11 0 0 0,7 21-85 0 0,0 1 0 0 0,1-1 0 0 0,-1 1 0 0 0,0 0 0 0 0,1-1 0 0 0,-1 1 0 0 0,0 0 0 0 0,0 0 0 0 0,0 0 0 0 0,1 0 0 0 0,-1-1 0 0 0,0 1 0 0 0,0 0 0 0 0,0 0 0 0 0,1 1 0 0 0,-1-1 0 0 0,0 0 0 0 0,0 0 0 0 0,1 0 0 0 0,-1 0 0 0 0,0 1 0 0 0,0-1 0 0 0,1 0 0 0 0,-1 1 0 0 0,0-1 0 0 0,0 1 0 0 0,1-1 0 0 0,-1 0 0 0 0,1 1 0 0 0,-1 0 0 0 0,0-1 0 0 0,1 1 0 0 0,-1-1 0 0 0,0 2 0 0 0,0-1-6 0 0,-9 7 8 0 0,0 1 1 0 0,1 1 0 0 0,0-1 0 0 0,0 2-1 0 0,1-1 1 0 0,0 1 0 0 0,1 0 0 0 0,-6 13-1 0 0,-1 6 1 0 0,-21 60 0 0 0,28-67-2 0 0,1 0 0 0 0,1 0 0 0 0,1 1 0 0 0,1 0 0 0 0,1 45 0 0 0,2-59 0 0 0,0 0 0 0 0,1 1-1 0 0,0-2 1 0 0,1 1 0 0 0,0 0-1 0 0,1 0 1 0 0,0 0-1 0 0,1-1 1 0 0,-1 0 0 0 0,2 0-1 0 0,-1 0 1 0 0,1 0-1 0 0,1-1 1 0 0,0 1 0 0 0,0-1-1 0 0,10 10 1 0 0,-12-15 1 0 0,-1 0 0 0 0,1-1-1 0 0,0 1 1 0 0,0-1 0 0 0,0 0 0 0 0,0 0 0 0 0,0 0-1 0 0,0 0 1 0 0,1-1 0 0 0,-1 1 0 0 0,1-1 0 0 0,-1-1-1 0 0,1 1 1 0 0,-1 0 0 0 0,1-1 0 0 0,-1 0 0 0 0,1 0-1 0 0,-1 0 1 0 0,8-2 0 0 0,4-2 12 0 0,-1-1-1 0 0,0 0 1 0 0,0-1-1 0 0,18-10 1 0 0,13-5 37 0 0,-28 13-149 0 0,-17 7 80 0 0,1 1 1 0 0,0-1-1 0 0,-1 0 1 0 0,1 1 0 0 0,0-1-1 0 0,-1 1 1 0 0,1 0-1 0 0,0-1 1 0 0,0 1-1 0 0,-1 0 1 0 0,1 0-1 0 0,0 0 1 0 0,0 0-1 0 0,-1 0 1 0 0,1 1-1 0 0,0-1 1 0 0,0 0-1 0 0,-1 1 1 0 0,1-1-1 0 0,0 1 1 0 0,-1 0-1 0 0,4 1 1 0 0,6 3-8 0 0,-5-3 23 0 0,-1 1 0 0 0,1-1 0 0 0,0-1 0 0 0,-1 1-1 0 0,1-1 1 0 0,0 0 0 0 0,0 0 0 0 0,10 0 0 0 0,-15-1 20 0 0,0 0 0 0 0,0 0 0 0 0,0 0 0 0 0,0-1 1 0 0,-1 1-1 0 0,1 0 0 0 0,0 0 0 0 0,0 0 0 0 0,0-1 1 0 0,0 1-1 0 0,-1-1 0 0 0,1 1 0 0 0,0 0 1 0 0,0-1-1 0 0,-1 1 0 0 0,1-1 0 0 0,0 0 0 0 0,-1 1 1 0 0,1-1-1 0 0,0 1 0 0 0,-1-1 0 0 0,1 0 0 0 0,-1 0 1 0 0,1 1-1 0 0,-1-1 0 0 0,0 0 0 0 0,1 0 0 0 0,-1 0 1 0 0,0 1-1 0 0,1-1 0 0 0,-1 0 0 0 0,0 0 0 0 0,0 0 1 0 0,0 0-1 0 0,0 0 0 0 0,0 1 0 0 0,0-1 1 0 0,0 0-1 0 0,0 0 0 0 0,0 0 0 0 0,0-1 0 0 0,0 0 152 0 0,-16-46 746 0 0,15 46-840 0 0,-1-7 105 0 0,31 11-10646 0 0</inkml:trace>
</inkml:ink>
</file>

<file path=ppt/ink/ink6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0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0 368 0 0,'0'0'3414'0'0,"3"40"-1643"0"0,-3-37-1712 0 0,0-1 1 0 0,1 1 0 0 0,-1-1-1 0 0,1 1 1 0 0,0 0 0 0 0,-1-1 0 0 0,1 1-1 0 0,0-1 1 0 0,0 0 0 0 0,1 1-1 0 0,-1-1 1 0 0,0 0 0 0 0,1 0 0 0 0,0 0-1 0 0,-1 0 1 0 0,1 0 0 0 0,0 0-1 0 0,0 0 1 0 0,0 0 0 0 0,3 1 0 0 0,-3-2 22 0 0,3-2-13 0 0,1 1-1 0 0,0-1 1 0 0,-1-1 0 0 0,1 1 0 0 0,10-5 0 0 0,8-3 74 0 0,-12 3-76 0 0,0 2 0 0 0,1 0 1 0 0,-1 0-1 0 0,1 1 0 0 0,20-1 0 0 0,35-5 987 0 0,8 0-160 0 0,-27 7-3789 0 0,-43 1 281 0 0,8-2 199 0 0</inkml:trace>
</inkml:ink>
</file>

<file path=ppt/ink/ink6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0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72 0 0,'0'0'228'0'0,"-13"10"-212"0"0,0-4-184 0 0</inkml:trace>
</inkml:ink>
</file>

<file path=ppt/ink/ink6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2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43 139 432 0 0,'-31'-26'3903'0'0,"31"26"-3796"0"0,-1-1-1 0 0,0 1 1 0 0,1 0 0 0 0,-1-1-1 0 0,0 1 1 0 0,1 0 0 0 0,-1-1-1 0 0,1 1 1 0 0,-1-1 0 0 0,0 1-1 0 0,1-1 1 0 0,-1 0 0 0 0,1 1-1 0 0,0-1 1 0 0,-1 1 0 0 0,1-1-1 0 0,-1 0 1 0 0,1 0 0 0 0,0 1-1 0 0,0-1 1 0 0,-1 0 0 0 0,1 1-1 0 0,0-1 1 0 0,0 0 0 0 0,0 0-1 0 0,0 1 1 0 0,0-1-1 0 0,0 0 1 0 0,0 0 0 0 0,0 1-1 0 0,0-2 1 0 0,24-3 1490 0 0,-3 4-1788 0 0,93-13 585 0 0,556-52 503 0 0,-632 65-854 0 0,-24 2-12 0 0,0-1-1 0 0,-1-1 1 0 0,17-3 0 0 0,-26 3-27 0 0,0 1 0 0 0,0 0 1 0 0,0 0-1 0 0,0 0 0 0 0,0 0 0 0 0,0 0 0 0 0,7 3 1 0 0,-2-2-143 0 0,-7 0-26 0 0,3 4-564 0 0,-23 3-5040 0 0,15-6 3605 0 0</inkml:trace>
</inkml:ink>
</file>

<file path=ppt/ink/ink6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2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1 544 0 0,'-4'0'945'0'0,"-5"2"-632"0"0,0 0-1 0 0,0 0 1 0 0,0 1 0 0 0,0 0 0 0 0,1 0-1 0 0,0 1 1 0 0,-1 0 0 0 0,1 1 0 0 0,1 0-1 0 0,-1 0 1 0 0,1 0 0 0 0,0 1-1 0 0,0 0 1 0 0,0 1 0 0 0,-10 13 0 0 0,12-13-197 0 0,0 0 0 0 0,1 0 0 0 0,-1 1 0 0 0,1-1 0 0 0,1 1 0 0 0,0 0 0 0 0,0 0 1 0 0,0 1-1 0 0,1-1 0 0 0,0 1 0 0 0,1-1 0 0 0,0 1 0 0 0,0-1 0 0 0,1 1 0 0 0,0 0 0 0 0,1-1 1 0 0,-1 1-1 0 0,2-1 0 0 0,-1 1 0 0 0,1-1 0 0 0,0 1 0 0 0,1-1 0 0 0,0 0 0 0 0,1 0 0 0 0,-1 0 0 0 0,8 10 1 0 0,1-1-11 0 0,2 0 0 0 0,0-1 1 0 0,1 0-1 0 0,0-1 0 0 0,1-1 1 0 0,1 0-1 0 0,0-1 1 0 0,21 11-1 0 0,17 7-2231 0 0,85 35 0 0 0,-122-59-276 0 0,0-4 187 0 0</inkml:trace>
</inkml:ink>
</file>

<file path=ppt/ink/ink6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5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30 640 0 0,'-6'-20'3457'0'0,"4"10"3006"0"0,12 51-6106 0 0,-1 0 1 0 0,5 59 0 0 0,-10-70-250 0 0</inkml:trace>
</inkml:ink>
</file>

<file path=ppt/ink/ink6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6T06:32:25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44,'65'-17'437,"88"-26"539,-148 41-693,0 1 1,0-1 0,0-1-1,-1 1 1,1-1 0,6-4-1,-9 6 85,2-8-2460</inkml:trace>
</inkml:ink>
</file>

<file path=ppt/ink/ink6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6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56 280 0 0,'-2'-3'455'0'0,"0"0"0"0"0,1-1 0 0 0,0 0 0 0 0,-1 1 0 0 0,1-1 0 0 0,1 0 0 0 0,-1 1 0 0 0,1-1 1 0 0,-1 0-1 0 0,1-6 0 0 0,4 1 1758 0 0,3 27-1716 0 0,3 36-351 0 0,-2 0 0 0 0,-3 0 0 0 0,-3 91-1 0 0,-2-114-97 0 0,-3 92-494 0 0,-3-119-225 0 0,0-6-3682 0 0,-17-13 2576 0 0</inkml:trace>
</inkml:ink>
</file>

<file path=ppt/ink/ink6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7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0 423 416 0 0,'2'-2'88'0'0,"-1"0"0"0"0,1 0 1 0 0,-1 0-1 0 0,1 0 0 0 0,0 0 0 0 0,0 1 0 0 0,0-1 0 0 0,0 0 1 0 0,1 1-1 0 0,-1 0 0 0 0,0-1 0 0 0,1 1 0 0 0,-1 0 1 0 0,0 0-1 0 0,1 1 0 0 0,2-2 0 0 0,50-9 340 0 0,-29 7-97 0 0,-16 2-245 0 0,102-23 930 0 0,175-15 0 0 0,-283 39-975 0 0,18 1 723 0 0,-23 8 96 0 0,-11 22-776 0 0,11-26-77 0 0,1-1 1 0 0,0 0-1 0 0,0 1 0 0 0,0-1 0 0 0,0 0 0 0 0,0 1 1 0 0,1-1-1 0 0,-1 0 0 0 0,1 1 0 0 0,0-1 0 0 0,0 0 0 0 0,0 0 1 0 0,1 0-1 0 0,-1 0 0 0 0,1 0 0 0 0,-1 0 0 0 0,1 0 1 0 0,0-1-1 0 0,0 1 0 0 0,0 0 0 0 0,1-1 0 0 0,-1 0 0 0 0,0 1 1 0 0,1-1-1 0 0,3 2 0 0 0,-1-1 3 0 0,-1-1-1 0 0,1 1 1 0 0,-1-1-1 0 0,1 0 1 0 0,0 0-1 0 0,0-1 1 0 0,0 1 0 0 0,0-1-1 0 0,0 0 1 0 0,0-1-1 0 0,0 1 1 0 0,0-1 0 0 0,0 0-1 0 0,0 0 1 0 0,6-1-1 0 0,-9 0-5 0 0,0 1 0 0 0,-1-1 0 0 0,1 0 0 0 0,0 0-1 0 0,-1 0 1 0 0,1 0 0 0 0,-1 0 0 0 0,1 0 0 0 0,-1 0 0 0 0,0-1-1 0 0,1 1 1 0 0,-1 0 0 0 0,0-1 0 0 0,0 1 0 0 0,0-1 0 0 0,0 1-1 0 0,0-1 1 0 0,0 1 0 0 0,0-1 0 0 0,-1 0 0 0 0,1 0 0 0 0,0 1-1 0 0,-1-1 1 0 0,0 0 0 0 0,1-3 0 0 0,2-50 4 0 0,-3 47-6 0 0,-3-64 19 0 0,1 32-12 0 0,4-57 0 0 0,-1 86-9 0 0,0 0 0 0 0,1 1 0 0 0,0 0 0 0 0,1-1 0 0 0,0 1 0 0 0,1 0 0 0 0,0 0 0 0 0,0 1 0 0 0,1-1 0 0 0,8-11 0 0 0,-12 20-3 0 0,0-1-1 0 0,0 1 1 0 0,0 0 0 0 0,0 0-1 0 0,1 0 1 0 0,-1 0 0 0 0,0 0 0 0 0,1 0-1 0 0,-1 0 1 0 0,1 0 0 0 0,-1 0-1 0 0,1 1 1 0 0,-1-1 0 0 0,1 0-1 0 0,-1 1 1 0 0,1 0 0 0 0,0-1 0 0 0,-1 1-1 0 0,1 0 1 0 0,-1 0 0 0 0,1 0-1 0 0,0 0 1 0 0,-1 0 0 0 0,1 0-1 0 0,0 0 1 0 0,-1 1 0 0 0,1-1-1 0 0,0 1 1 0 0,-1-1 0 0 0,1 1 0 0 0,-1-1-1 0 0,1 1 1 0 0,-1 0 0 0 0,1 0-1 0 0,-1 0 1 0 0,0 0 0 0 0,1 0-1 0 0,-1 0 1 0 0,0 0 0 0 0,1 1 0 0 0,5 4-3 0 0,-1 0 1 0 0,0 0 0 0 0,-1 1 0 0 0,1-1 0 0 0,-1 1 0 0 0,7 14 0 0 0,3 14 14 0 0,-2 0 0 0 0,-1 1 0 0 0,-2 1 1 0 0,-1 0-1 0 0,5 54 0 0 0,7 31 26 0 0,-15-46-413 0 0,-6-74 100 0 0,-2 4-114 0 0,1 0-2771 0 0</inkml:trace>
</inkml:ink>
</file>

<file path=ppt/ink/ink6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7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0 401 364 0 0,'37'-6'839'0'0,"0"1"-1"0"0,61 0 1 0 0,-52 4-321 0 0,49-8-1 0 0,-32 0 520 0 0,-62 9-867 0 0,35 1 1164 0 0,-23 4-1364 0 0,0-1-1 0 0,0-1 1 0 0,0 0-1 0 0,0-1 1 0 0,1 0 0 0 0,-1-1-1 0 0,1 0 1 0 0,-1-1 0 0 0,1-1-1 0 0,16-2 1 0 0,-21 2 18 0 0,0 0 1 0 0,0-1-1 0 0,-1 0 1 0 0,1-1-1 0 0,-1 0 0 0 0,1 0 1 0 0,-1-1-1 0 0,0 0 1 0 0,0 0-1 0 0,0-1 1 0 0,-1 0-1 0 0,0 0 0 0 0,0-1 1 0 0,0 0-1 0 0,-1 0 1 0 0,9-11-1 0 0,-9 8 76 0 0,-1-1 0 0 0,-1 0-1 0 0,0-1 1 0 0,0 1 0 0 0,-1-1-1 0 0,0 1 1 0 0,-1-1 0 0 0,0 0-1 0 0,0 0 1 0 0,-1 0 0 0 0,-1-12-1 0 0,0 10 207 0 0,-1-1-1 0 0,0 1 0 0 0,-1-1 0 0 0,0 1 0 0 0,-1 0 1 0 0,-1 0-1 0 0,0 0 0 0 0,-9-20 0 0 0,12 31-198 0 0,1 0 0 0 0,-1 0 0 0 0,0 1 0 0 0,0-1 0 0 0,0 0 0 0 0,0 1 0 0 0,-1-1 0 0 0,1 0 0 0 0,0 1 0 0 0,-1-1 0 0 0,1 1 1 0 0,-1 0-1 0 0,1 0 0 0 0,-1-1 0 0 0,0 1 0 0 0,0 0 0 0 0,1 0 0 0 0,-1 1 0 0 0,-3-2 0 0 0,3 2-38 0 0,1 0 0 0 0,0 0 0 0 0,-1 0 1 0 0,1 0-1 0 0,0 1 0 0 0,-1-1 0 0 0,1 1 1 0 0,0-1-1 0 0,-1 1 0 0 0,1-1 0 0 0,0 1 1 0 0,0 0-1 0 0,-1-1 0 0 0,1 1 0 0 0,0 0 1 0 0,0 0-1 0 0,0 0 0 0 0,0 0 0 0 0,0 0 1 0 0,0 0-1 0 0,-1 2 0 0 0,-2 3 12 0 0,0 0-1 0 0,1 1 0 0 0,-1-1 1 0 0,1 1-1 0 0,0 0 0 0 0,1 0 1 0 0,-1 0-1 0 0,2 0 0 0 0,-3 12 1 0 0,2 5-168 0 0,1 0 1 0 0,0 0 0 0 0,2 0 0 0 0,1 0-1 0 0,1 0 1 0 0,1 0 0 0 0,13 43-1 0 0,-9-45-1102 0 0,1 0 0 0 0,1-1 0 0 0,0 0 0 0 0,26 36 0 0 0,-12-26-1363 0 0</inkml:trace>
</inkml:ink>
</file>

<file path=ppt/ink/ink6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8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8 596 0 0,'-1'0'228'0'0,"0"-1"0"0"0,1 0 0 0 0,-1 1 0 0 0,0-1 1 0 0,0 0-1 0 0,0 1 0 0 0,0-1 0 0 0,1 1 0 0 0,-1 0 0 0 0,0-1 0 0 0,0 1 0 0 0,0 0 0 0 0,0-1 0 0 0,0 1 1 0 0,0 0-1 0 0,0 0 0 0 0,0 0 0 0 0,0 0 0 0 0,0 0 0 0 0,0 0 0 0 0,0 0 0 0 0,0 0 0 0 0,0 0 0 0 0,-1 1 1 0 0,0 0-149 0 0,0 1 1 0 0,0-1 0 0 0,0 1 0 0 0,0 0 0 0 0,1 0 0 0 0,-1 0 0 0 0,1 0-1 0 0,0 0 1 0 0,-1 0 0 0 0,-1 4 0 0 0,-9 16 316 0 0,1 1 0 0 0,-10 29 0 0 0,17-43-295 0 0,2 0-1 0 0,-1 0 0 0 0,1 1 0 0 0,1-1 0 0 0,-1 1 0 0 0,2 0 0 0 0,-1-1 0 0 0,3 19 1 0 0,-2-27-87 0 0,0 1 1 0 0,0-1 0 0 0,1 1 0 0 0,-1-1-1 0 0,0 1 1 0 0,1-1 0 0 0,0 1 0 0 0,-1-1-1 0 0,1 0 1 0 0,0 1 0 0 0,0-1 0 0 0,-1 0-1 0 0,1 0 1 0 0,0 1 0 0 0,0-1 0 0 0,1 0-1 0 0,-1 0 1 0 0,0 0 0 0 0,0 0 0 0 0,0 0-1 0 0,1-1 1 0 0,-1 1 0 0 0,0 0 0 0 0,1-1-1 0 0,-1 1 1 0 0,0 0 0 0 0,1-1 0 0 0,-1 0-1 0 0,1 1 1 0 0,-1-1 0 0 0,1 0 0 0 0,-1 0-1 0 0,1 0 1 0 0,0 0 0 0 0,-1 0 0 0 0,1 0-1 0 0,-1 0 1 0 0,1 0 0 0 0,-1-1 0 0 0,1 1-1 0 0,-1-1 1 0 0,0 1 0 0 0,1-1 0 0 0,1-1-1 0 0,11-3 21 0 0,0-1-1 0 0,0-1 1 0 0,21-14-1 0 0,-16 10 36 0 0,-15 9-85 0 0,-1 0 0 0 0,1 1 0 0 0,0-1 0 0 0,0 1 0 0 0,0 0 0 0 0,1 0 0 0 0,-1 1 0 0 0,0-1 0 0 0,0 1 0 0 0,0 0 0 0 0,1 0 0 0 0,-1 0 0 0 0,0 0 0 0 0,0 1 0 0 0,8 2 0 0 0,3 2-104 0 0,0 0-1 0 0,0 2 1 0 0,14 8 0 0 0,-17-9 37 0 0,-1 0 0 0 0,1-1 0 0 0,0 0 0 0 0,0 0 1 0 0,15 2-1 0 0,-15-5 6 0 0,-6-1 93 0 0,0 0 1 0 0,0 0-1 0 0,0 0 1 0 0,0-1-1 0 0,11-1 1 0 0,-15 1 11 0 0,0-1 1 0 0,0 1 0 0 0,0-1 0 0 0,0 0 0 0 0,0 1 0 0 0,0-1 0 0 0,-1 0 0 0 0,1 0 0 0 0,0-1 0 0 0,0 1 0 0 0,-1 0 0 0 0,1 0 0 0 0,-1-1-1 0 0,1 1 1 0 0,-1-1 0 0 0,0 0 0 0 0,1 1 0 0 0,-1-1 0 0 0,0 0 0 0 0,0 0 0 0 0,1-2 0 0 0,0-3 116 0 0,-1-1-1 0 0,0 1 1 0 0,0-1-1 0 0,0 1 1 0 0,-1-1 0 0 0,0 0-1 0 0,0 1 1 0 0,-1-1 0 0 0,-3-12-1 0 0,1-12 50 0 0,3 30-385 0 0,4-8-1085 0 0</inkml:trace>
</inkml:ink>
</file>

<file path=ppt/ink/ink6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8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19 272 540 0 0,'-19'23'4003'0'0,"20"-21"-3831"0"0,-1 1 1 0 0,1-1-1 0 0,-1 1 0 0 0,1-1 0 0 0,0 0 0 0 0,0 1 1 0 0,0-1-1 0 0,0 0 0 0 0,0 0 0 0 0,1 1 1 0 0,-1-1-1 0 0,1 0 0 0 0,-1-1 0 0 0,1 1 1 0 0,0 0-1 0 0,0 0 0 0 0,0-1 0 0 0,0 1 0 0 0,0-1 1 0 0,0 1-1 0 0,0-1 0 0 0,0 0 0 0 0,1 0 1 0 0,-1 0-1 0 0,0 0 0 0 0,1 0 0 0 0,3 0 1 0 0,-5-1-128 0 0,0-1 1 0 0,0 1-1 0 0,0-1 1 0 0,1 1-1 0 0,-1-1 1 0 0,0 0-1 0 0,0 1 1 0 0,0-1-1 0 0,0 0 1 0 0,0 0-1 0 0,0 1 1 0 0,0-1-1 0 0,-1 0 1 0 0,1 0-1 0 0,0 0 1 0 0,0 0-1 0 0,-1 0 1 0 0,1-1-1 0 0,-1 1 1 0 0,1 0 0 0 0,-1 0-1 0 0,1 0 1 0 0,-1 0-1 0 0,0-1 1 0 0,1 1-1 0 0,-1 0 1 0 0,0 0-1 0 0,0-3 1 0 0,4-39 840 0 0,-4 41-997 0 0,-1 0-1 0 0,1 1 0 0 0,0-1 0 0 0,0 0 0 0 0,0 0 1 0 0,1 0-1 0 0,-1 1 0 0 0,0-1 0 0 0,1 0 1 0 0,-1 0-1 0 0,1 1 0 0 0,0-1 0 0 0,-1 0 0 0 0,1 1 1 0 0,0-1-1 0 0,0 0 0 0 0,0 1 0 0 0,0-1 0 0 0,0 1 1 0 0,0 0-1 0 0,1-1 0 0 0,-1 1 0 0 0,0 0 0 0 0,3-2 1 0 0,1 1-405 0 0,1 1 0 0 0,-1-1 0 0 0,0 1 0 0 0,1 0 0 0 0,-1 0 1 0 0,1 1-1 0 0,7 0 0 0 0,-1-1 214 0 0,1 0 318 0 0,0 0-1 0 0,0 1 1 0 0,-1 0 0 0 0,1 1-1 0 0,0 0 1 0 0,-1 1 0 0 0,1 1-1 0 0,-1 0 1 0 0,0 1-1 0 0,15 6 1 0 0,-23-7 38 0 0,0 1 0 0 0,0 0 1 0 0,0 0-1 0 0,-1 0 0 0 0,1 0 0 0 0,-1 1 0 0 0,0-1 1 0 0,0 1-1 0 0,-1 0 0 0 0,1 0 0 0 0,1 7 0 0 0,13 20 115 0 0,-14-28-179 0 0,0 0 0 0 0,1 0-1 0 0,-1 0 1 0 0,1 0 0 0 0,0 0 0 0 0,0-1 0 0 0,0 1 0 0 0,0-1 0 0 0,1 0 0 0 0,-1 0 0 0 0,1-1-1 0 0,0 0 1 0 0,0 1 0 0 0,0-2 0 0 0,0 1 0 0 0,0 0 0 0 0,9 0 0 0 0,-6-1-15 0 0,-1-1-1 0 0,1 0 1 0 0,0-1 0 0 0,-1 1 0 0 0,1-1-1 0 0,0-1 1 0 0,-1 0 0 0 0,1 0 0 0 0,-1 0-1 0 0,0-1 1 0 0,9-5 0 0 0,-4 2 36 0 0,-1 0 1 0 0,0-1-1 0 0,-1 0 1 0 0,0-1-1 0 0,0 0 1 0 0,0-1-1 0 0,-1 0 1 0 0,0 0-1 0 0,-1-1 1 0 0,0 0-1 0 0,-1-1 1 0 0,0 0-1 0 0,0 0 1 0 0,7-19-1 0 0,-8 7 467 0 0,-1 0 0 0 0,-1 0 0 0 0,-1-1 0 0 0,-1 1 0 0 0,-2-44 1 0 0,0 36 1183 0 0,0 29-822 0 0,-2 7-676 0 0,-3 7-86 0 0,2 0-1 0 0,-1 0 0 0 0,2 0 1 0 0,0 0-1 0 0,0 1 0 0 0,1-1 1 0 0,0 1-1 0 0,2 12 0 0 0,14 110-1207 0 0,-8-82-901 0 0,-1-18-1032 0 0,2-6 233 0 0</inkml:trace>
</inkml:ink>
</file>

<file path=ppt/ink/ink6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29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14 204 0 0,'0'0'1229'0'0,"0"-1"-856"0"0,0 1 0 0 0,-1-1 0 0 0,1 0 0 0 0,0 0 0 0 0,-1 1-1 0 0,1-1 1 0 0,-1 0 0 0 0,0 1 0 0 0,1-1 0 0 0,-1 0 0 0 0,1 1-1 0 0,-1-1 1 0 0,0 1 0 0 0,1-1 0 0 0,-1 1 0 0 0,0-1 0 0 0,0 1-1 0 0,0-1 1 0 0,1 1 0 0 0,-1 0 0 0 0,0 0 0 0 0,0-1 0 0 0,0 1-1 0 0,-1 0 1 0 0,-16 12-286 0 0,2 0 0 0 0,0 1-1 0 0,0 1 1 0 0,1 1 0 0 0,1 0-1 0 0,0 1 1 0 0,1 0 0 0 0,1 1-1 0 0,1 1 1 0 0,0 0 0 0 0,1 0-1 0 0,1 1 1 0 0,1 0 0 0 0,-7 23-1 0 0,14-40-66 0 0,0 0 0 0 0,1 0 0 0 0,-1 0 0 0 0,1 1-1 0 0,-1-1 1 0 0,1 0 0 0 0,-1 0 0 0 0,1 1-1 0 0,0-1 1 0 0,0 0 0 0 0,0 1 0 0 0,1-1 0 0 0,-1 0-1 0 0,0 0 1 0 0,2 5 0 0 0,-1-7-12 0 0,0 1 0 0 0,1 0 1 0 0,-1 0-1 0 0,0-1 0 0 0,0 1 0 0 0,0-1 0 0 0,1 1 1 0 0,-1-1-1 0 0,0 0 0 0 0,0 1 0 0 0,1-1 1 0 0,-1 0-1 0 0,0 0 0 0 0,1 0 0 0 0,-1 0 0 0 0,0 0 1 0 0,1 0-1 0 0,-1 0 0 0 0,0 0 0 0 0,1-1 0 0 0,-1 1 1 0 0,0-1-1 0 0,1 1 0 0 0,-1-1 0 0 0,1 0 0 0 0,2 0 0 0 0,10 0-16 0 0,-9-2 9 0 0,-2 2-4 0 0,0 0-1 0 0,0 0 0 0 0,0 1 1 0 0,0-1-1 0 0,1 0 1 0 0,-1 1-1 0 0,0 0 0 0 0,0 0 1 0 0,1 0-1 0 0,-1 0 0 0 0,0 1 1 0 0,0-1-1 0 0,0 1 1 0 0,1 0-1 0 0,2 1 0 0 0,5 0-130 0 0,-9-1 43 0 0,-1-2-158 0 0,0 1 165 0 0,0-1 1 0 0,0 1-1 0 0,0 0 0 0 0,0 0 0 0 0,0-1 0 0 0,1 1 0 0 0,-1 0 0 0 0,0 0 1 0 0,0 0-1 0 0,0 0 0 0 0,0 1 0 0 0,0-1 0 0 0,1 0 0 0 0,-1 0 1 0 0,0 1-1 0 0,0-1 0 0 0,0 0 0 0 0,0 1 0 0 0,1 0 0 0 0,2 4-567 0 0,8 17-5276 0 0,-11-12 3789 0 0</inkml:trace>
</inkml:ink>
</file>

<file path=ppt/ink/ink6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30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391 57 728 0 0,'0'0'716'0'0,"-19"-32"3603"0"0,17 29-4219 0 0,0 1 0 0 0,-1 0 0 0 0,1 0 0 0 0,-1 0 0 0 0,0 0 0 0 0,1 0 0 0 0,-1 1 0 0 0,0-1 0 0 0,0 1 0 0 0,0 0 0 0 0,0 0 0 0 0,0 0 0 0 0,0 0 0 0 0,-1 0 0 0 0,1 1 0 0 0,0-1 0 0 0,0 1 0 0 0,-1 0 1 0 0,1 0-1 0 0,0 0 0 0 0,0 1 0 0 0,-1-1 0 0 0,1 1 0 0 0,-4 0 0 0 0,-9 3 38 0 0,-1-1 0 0 0,1 2 0 0 0,-22 8-1 0 0,19-4 13 0 0,0 0 0 0 0,1 1 0 0 0,0 0 0 0 0,1 2 0 0 0,0 0 0 0 0,-30 28 0 0 0,41-34-109 0 0,1 0 0 0 0,0 1 1 0 0,0 0-1 0 0,0-1 0 0 0,1 2 0 0 0,0-1 0 0 0,0 0 0 0 0,-5 16 0 0 0,8-18-24 0 0,-1 0-1 0 0,2 1 0 0 0,-1-1 1 0 0,0 0-1 0 0,1 0 0 0 0,0 0 1 0 0,0 0-1 0 0,1 1 0 0 0,0-1 0 0 0,0 0 1 0 0,0 0-1 0 0,0 0 0 0 0,1 0 1 0 0,-1 0-1 0 0,5 7 0 0 0,-1-4 0 0 0,0 0-1 0 0,0-1 1 0 0,1 1-1 0 0,0-1 1 0 0,0-1-1 0 0,1 1 1 0 0,0-1-1 0 0,0 0 1 0 0,1 0-1 0 0,-1-1 1 0 0,1 0-1 0 0,0 0 1 0 0,1-1-1 0 0,-1 0 1 0 0,1-1-1 0 0,0 0 1 0 0,0 0-1 0 0,0-1 1 0 0,0 0-1 0 0,0 0 1 0 0,0-1-1 0 0,19 0 1 0 0,-11-1-20 0 0,1 0 1 0 0,-1-1 0 0 0,0-1-1 0 0,0-1 1 0 0,0 0-1 0 0,0-1 1 0 0,0-1-1 0 0,-1-1 1 0 0,0 0 0 0 0,0-1-1 0 0,23-14 1 0 0,-27 14 29 0 0,0-2 1 0 0,-1 1-1 0 0,0-1 1 0 0,0-1-1 0 0,-1 0 1 0 0,-1 0 0 0 0,1-1-1 0 0,-2 0 1 0 0,1-1-1 0 0,-2 1 1 0 0,11-22-1 0 0,-18 32 48 0 0,-1 2-61 0 0,0 0 0 0 0,0 1 0 0 0,1-1 0 0 0,-1 1 0 0 0,0-1 0 0 0,0 1 0 0 0,1-1-1 0 0,-1 1 1 0 0,1 0 0 0 0,-1-1 0 0 0,1 1 0 0 0,0 0 0 0 0,0-1 0 0 0,0 1 0 0 0,0 0 0 0 0,0 0-1 0 0,0-1 1 0 0,0 1 0 0 0,0 0 0 0 0,1-1 0 0 0,0 3 0 0 0,-1 0-39 0 0,1 0-1 0 0,-1 0 1 0 0,1 1 0 0 0,0-1 0 0 0,1 0 0 0 0,-1 0-1 0 0,1-1 1 0 0,-1 1 0 0 0,1 0 0 0 0,0 0 0 0 0,1-1-1 0 0,-1 1 1 0 0,5 4 0 0 0,-6-7 29 0 0,0 1 0 0 0,0-1 1 0 0,1 0-1 0 0,-1 0 0 0 0,0 0 0 0 0,1 0 0 0 0,-1 0 1 0 0,1 0-1 0 0,-1 0 0 0 0,1-1 0 0 0,0 1 0 0 0,-1 0 1 0 0,1-1-1 0 0,0 0 0 0 0,-1 1 0 0 0,1-1 0 0 0,2 0 1 0 0,-3 0 16 0 0,0-1 1 0 0,0 1 0 0 0,0-1 0 0 0,1 0 0 0 0,-1 1-1 0 0,0-1 1 0 0,0 0 0 0 0,0 0 0 0 0,-1 0 0 0 0,1 0 0 0 0,0 0-1 0 0,0 0 1 0 0,0 0 0 0 0,-1 0 0 0 0,1 0 0 0 0,-1 0-1 0 0,1 0 1 0 0,-1-1 0 0 0,1 1 0 0 0,-1 0 0 0 0,1 0-1 0 0,-1-1 1 0 0,0 1 0 0 0,0 0 0 0 0,0 0 0 0 0,0-3-1 0 0,1 0 28 0 0,-1 0 0 0 0,0 0-1 0 0,-1-1 1 0 0,1 1-1 0 0,-1 0 1 0 0,1 0 0 0 0,-1 0-1 0 0,-1 0 1 0 0,1-1-1 0 0,0 2 1 0 0,-5-8 0 0 0,4 6-66 0 0,0 1 1 0 0,1-1-1 0 0,-1 0 1 0 0,1 1-1 0 0,-1-1 1 0 0,1 0-1 0 0,0-7 1 0 0,-5 6-563 0 0</inkml:trace>
</inkml:ink>
</file>

<file path=ppt/ink/ink6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31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1 277 708 0 0,'0'0'4330'0'0,"0"29"-3003"0"0,1-26-1256 0 0,0-1 1 0 0,0 1-1 0 0,1-1 0 0 0,-1 0 0 0 0,1 0 1 0 0,0 0-1 0 0,0 1 0 0 0,-1-2 0 0 0,2 1 1 0 0,-1 0-1 0 0,0 0 0 0 0,0-1 0 0 0,0 1 1 0 0,1-1-1 0 0,-1 1 0 0 0,1-1 0 0 0,-1 0 1 0 0,1 0-1 0 0,-1 0 0 0 0,1-1 0 0 0,0 1 1 0 0,3 0-1 0 0,3-1-7 0 0,0 0 0 0 0,0-1 0 0 0,0 0 0 0 0,-1 0 1 0 0,18-5-1 0 0,-9 3-104 0 0,0 1 1 0 0,0 1 0 0 0,0 0 0 0 0,0 2-1 0 0,0 0 1 0 0,0 0 0 0 0,29 8-1 0 0,-26-5-38 0 0,-1-1-1 0 0,1-1 1 0 0,0 0-1 0 0,0-2 1 0 0,27-2-1 0 0,-37 1 208 0 0,0-2-1 0 0,0 1 1 0 0,0-1-1 0 0,0-1 0 0 0,0 0 1 0 0,-1 0-1 0 0,0-1 0 0 0,0 0 1 0 0,0 0-1 0 0,0-1 1 0 0,-1-1-1 0 0,0 1 0 0 0,0-1 1 0 0,-1 0-1 0 0,0-1 1 0 0,0 0-1 0 0,-1 0 0 0 0,1-1 1 0 0,-2 1-1 0 0,0-1 0 0 0,0-1 1 0 0,0 1-1 0 0,-1-1 1 0 0,0 1-1 0 0,-1-1 0 0 0,-1 0 1 0 0,1 0-1 0 0,-1-1 0 0 0,-1 1 1 0 0,0 0-1 0 0,0-1 1 0 0,-1 1-1 0 0,-2-16 0 0 0,1 10 746 0 0,-1 0-1 0 0,-1 0 0 0 0,-5-17 0 0 0,7 31-309 0 0,0 4-546 0 0,0 0 0 0 0,0 0 0 0 0,0 0 0 0 0,0 0 0 0 0,0 0 0 0 0,0 1 0 0 0,1-1 0 0 0,-1 0 0 0 0,1 1 0 0 0,-1 3 0 0 0,1-5 6 0 0,-3 14 30 0 0,1 0 0 0 0,0 0 1 0 0,2 1-1 0 0,-1-1 0 0 0,2 0 0 0 0,0 0 0 0 0,1 0 0 0 0,0 0 0 0 0,1 0 0 0 0,6 17 0 0 0,8 53-1764 0 0,-9-43-929 0 0,-1-17-3808 0 0,-4-16 3045 0 0</inkml:trace>
</inkml:ink>
</file>

<file path=ppt/ink/ink6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31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61 120 0 0,'7'-5'1216'0'0,"2"-1"860"0"0,9-7-1200 0 0,-5 6-80 0 0,2 0-71 0 0,-1 1-81 0 0,-4 2-68 0 0,4-1-72 0 0,2 1-212 0 0,-1 2-256 0 0,-2 1-328 0 0,8 4-1524 0 0,-9-3-585 0 0</inkml:trace>
</inkml:ink>
</file>

<file path=ppt/ink/ink6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33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27 298 324 0 0,'0'0'543'0'0,"-17"-8"2560"0"0,7 2-782 0 0,11 3 291 0 0,117-9-2450 0 0,385-45 111 0 0,-5-37 26 0 0,-32-10 561 0 0,-417 93 51 0 0,-47 11-694 0 0,5-2 5 0 0,-7 2-239 0 0,-1 0 0 0 0,1 0 0 0 0,0 0 0 0 0,0 0 0 0 0,0 0 0 0 0,0 0 1 0 0,0 0-1 0 0,0 0 0 0 0,0 0 0 0 0,0 0 0 0 0,0 1 0 0 0,0-1 0 0 0,0 0 0 0 0,0 0 0 0 0,0 0 0 0 0,0 0 0 0 0,-1 0 1 0 0,1 0-1 0 0,0 0 0 0 0,0 0 0 0 0,0 1 0 0 0,0-1 0 0 0,0 0 0 0 0,0 0 0 0 0,0 0 0 0 0,0 0 0 0 0,0 0 0 0 0,0 0 0 0 0,0 0 1 0 0,0 1-1 0 0,1-1 0 0 0,-1 0 0 0 0,0 0 0 0 0,0 0 0 0 0,0 0 0 0 0,0 0 0 0 0,0 0 0 0 0,0 0 0 0 0,0 0 0 0 0,0 0 1 0 0,0 1-1 0 0,0-1 0 0 0,0 0 0 0 0,0 0 0 0 0,0 0 0 0 0,1 0 0 0 0,-1 0 0 0 0,0 0 0 0 0,0 0 0 0 0,0 0 0 0 0,0 0 1 0 0,0 0-1 0 0,0 0 0 0 0,0 0 0 0 0,0 0 0 0 0,1 0 0 0 0,-95 86-6432 0 0,71-69 3951 0 0</inkml:trace>
</inkml:ink>
</file>

<file path=ppt/ink/ink6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33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10 1000 0 0,'0'0'949'0'0,"-1"-1"-601"0"0,1 0 1 0 0,-1 0-1 0 0,0 1 0 0 0,0-1 1 0 0,1 0-1 0 0,-1 1 1 0 0,0-1-1 0 0,0 1 0 0 0,0-1 1 0 0,0 1-1 0 0,1-1 1 0 0,-1 1-1 0 0,0 0 0 0 0,0 0 1 0 0,0-1-1 0 0,0 1 1 0 0,0 0-1 0 0,0 0 0 0 0,0 0 1 0 0,0 0-1 0 0,-1 0 1 0 0,-1 40 231 0 0,1 1 0 0 0,6 50 0 0 0,-2-35-240 0 0,0 54 53 0 0,-2-63-8480 0 0</inkml:trace>
</inkml:ink>
</file>

<file path=ppt/ink/ink6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34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8 368 0 0,'7'-8'9004'0'0,"-1"31"-6791"0"0,4 42-3208 0 0,-9-59 1722 0 0,0 5-671 0 0,1 0-1 0 0,1 0 1 0 0,-1-1-1 0 0,2 1 1 0 0,-1-1 0 0 0,2 0-1 0 0,-1 0 1 0 0,1 0-1 0 0,1 0 1 0 0,0-1 0 0 0,0 0-1 0 0,9 9 1 0 0,-12-14-45 0 0,1-1 1 0 0,0 1 0 0 0,0-1-1 0 0,0 0 1 0 0,0-1 0 0 0,0 1-1 0 0,1-1 1 0 0,-1 0 0 0 0,1 0 0 0 0,-1 0-1 0 0,1 0 1 0 0,0-1 0 0 0,0 0-1 0 0,0 0 1 0 0,0 0 0 0 0,0-1-1 0 0,0 0 1 0 0,0 0 0 0 0,0 0-1 0 0,0 0 1 0 0,0-1 0 0 0,0 0-1 0 0,0 0 1 0 0,-1 0 0 0 0,1 0-1 0 0,0-1 1 0 0,0 0 0 0 0,7-4-1 0 0,6-3 132 0 0,0 0-1 0 0,0-2 1 0 0,-1 0-1 0 0,0-1 1 0 0,21-20-1 0 0,-38 32-129 0 0,1 0 0 0 0,-1 0-1 0 0,0 0 1 0 0,0-1-1 0 0,0 1 1 0 0,0 0 0 0 0,0 0-1 0 0,0 0 1 0 0,1-1 0 0 0,-1 1-1 0 0,0 0 1 0 0,0 0 0 0 0,0 0-1 0 0,0 0 1 0 0,1 0 0 0 0,-1-1-1 0 0,0 1 1 0 0,0 0 0 0 0,0 0-1 0 0,1 0 1 0 0,-1 0 0 0 0,0 0-1 0 0,0 0 1 0 0,0 0 0 0 0,1 0-1 0 0,-1 0 1 0 0,0 0 0 0 0,0 0-1 0 0,1 0 1 0 0,-1 0 0 0 0,0 0-1 0 0,0 0 1 0 0,0 0 0 0 0,1 0-1 0 0,-1 0 1 0 0,0 0-1 0 0,0 0 1 0 0,1 0 0 0 0,-1 0-1 0 0,0 0 1 0 0,0 0 0 0 0,0 1-1 0 0,1-1 1 0 0,-1 0 0 0 0,0 0-1 0 0,0 0 1 0 0,0 1 0 0 0,3 13 106 0 0,-5 16-121 0 0,-7 43 47 0 0,-15 78-1173 0 0,19-129-137 0 0,-2-2 0 0 0,-15 37 0 0 0,7-24-2172 0 0,1-4 262 0 0</inkml:trace>
</inkml:ink>
</file>

<file path=ppt/ink/ink6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0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192 425 472 0 0,'-9'-28'3492'0'0,"-6"-20"3668"0"0,14 55-6958 0 0,0 57 277 0 0,11 96 0 0 0,-4-93-233 0 0,-3 96 1 0 0,-3-161-229 0 0,0 0 0 0 0,0-1 1 0 0,0 1-1 0 0,0 0 1 0 0,0-1-1 0 0,-1 1 0 0 0,1 0 1 0 0,-1-1-1 0 0,1 1 1 0 0,-1-1-1 0 0,0 1 1 0 0,0-1-1 0 0,-1 3 0 0 0,2-4-8 0 0,0 0 0 0 0,-1 1 0 0 0,1-1-1 0 0,-1 0 1 0 0,1 0 0 0 0,-1 1-1 0 0,1-1 1 0 0,-1 0 0 0 0,1 0 0 0 0,0 0-1 0 0,-1 0 1 0 0,1 0 0 0 0,-1 1 0 0 0,1-1-1 0 0,-1 0 1 0 0,1 0 0 0 0,-1 0-1 0 0,1 0 1 0 0,-1-1 0 0 0,1 1 0 0 0,-1 0-1 0 0,1 0 1 0 0,-1 0 0 0 0,1 0-1 0 0,-1 0 1 0 0,1-1 0 0 0,-1 1 0 0 0,0-1-1 0 0,-4-2 23 0 0,1-1-1 0 0,-1 0 0 0 0,1 0 1 0 0,0 0-1 0 0,0-1 1 0 0,-4-5-1 0 0,-9-14-18 0 0,1-1 0 0 0,2-1 0 0 0,0 0 0 0 0,2 0 0 0 0,1-2 0 0 0,1 1 0 0 0,1-1 0 0 0,2-1 0 0 0,0 1 0 0 0,2-1 0 0 0,2 0 0 0 0,0-1 0 0 0,2 1 0 0 0,1 0 0 0 0,1-1 0 0 0,2 1 0 0 0,1 0 0 0 0,1 0 0 0 0,11-33 0 0 0,-11 48-20 0 0,1 1 0 0 0,1-1 0 0 0,0 1 0 0 0,1 1 0 0 0,0-1 0 0 0,1 1 0 0 0,0 1 0 0 0,1 0 0 0 0,1 0 0 0 0,-1 1 0 0 0,2 0 0 0 0,15-11 0 0 0,-20 16-16 0 0,0 0 1 0 0,0 0 0 0 0,0 1 0 0 0,1 0-1 0 0,0 0 1 0 0,0 1 0 0 0,0 0-1 0 0,0 0 1 0 0,0 1 0 0 0,1 0-1 0 0,-1 1 1 0 0,1-1 0 0 0,-1 2 0 0 0,1-1-1 0 0,-1 1 1 0 0,1 0 0 0 0,0 1-1 0 0,-1 0 1 0 0,1 1 0 0 0,-1 0-1 0 0,0 0 1 0 0,13 5 0 0 0,-16-5 5 0 0,0 1 0 0 0,-1-1-1 0 0,1 1 1 0 0,-1 1 0 0 0,1-1 0 0 0,-1 0 0 0 0,0 1 0 0 0,-1 0 0 0 0,1 0-1 0 0,0 0 1 0 0,-1 1 0 0 0,0-1 0 0 0,0 1 0 0 0,0 0 0 0 0,-1-1-1 0 0,0 1 1 0 0,0 0 0 0 0,0 1 0 0 0,0-1 0 0 0,-1 0 0 0 0,0 0 0 0 0,0 1-1 0 0,0 10 1 0 0,-1-8 3 0 0,0 1-1 0 0,-1-1 1 0 0,0 1-1 0 0,-1-1 0 0 0,0 0 1 0 0,0 0-1 0 0,-1 0 1 0 0,0 0-1 0 0,0 0 1 0 0,-1 0-1 0 0,0-1 1 0 0,0 1-1 0 0,-1-1 0 0 0,-9 11 1 0 0,0-3 1 0 0,0 0 1 0 0,-1-1 0 0 0,0-1-1 0 0,-1 0 1 0 0,-1-1-1 0 0,0-1 1 0 0,-1-1 0 0 0,0 0-1 0 0,0-2 1 0 0,-1 0-1 0 0,0 0 1 0 0,-28 5-1 0 0,-8-3-250 0 0,28-8-6896 0 0</inkml:trace>
</inkml:ink>
</file>

<file path=ppt/ink/ink6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1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37 200 0 0,'-26'-35'5991'0'0,"25"33"-5607"0"0,-1 4-331 0 0,0-1-1 0 0,1 1 1 0 0,-1 0 0 0 0,0 0 0 0 0,1 0 0 0 0,-1 0 0 0 0,1 0 0 0 0,-1 0 0 0 0,1 0 0 0 0,-1 3 0 0 0,1-3 21 0 0,-14 23 142 0 0,1 1-1 0 0,1 0 1 0 0,1 1 0 0 0,-8 31 0 0 0,-25 113 299 0 0,36-131-408 0 0,2 0 0 0 0,2 1-1 0 0,2-1 1 0 0,2 1 0 0 0,1 0-1 0 0,7 46 1 0 0,-3-58-54 0 0,1 0-1 0 0,1-1 1 0 0,2 1 0 0 0,1-2 0 0 0,1 1 0 0 0,1-1-1 0 0,2-1 1 0 0,0 0 0 0 0,25 34 0 0 0,-19-36-13 0 0,1 0 1 0 0,0-2 0 0 0,44 37 0 0 0,-51-49-453 0 0,-1 0 0 0 0,2-1 0 0 0,-1 0 0 0 0,1-1 0 0 0,1-1 0 0 0,-1 0 0 0 0,1-1 0 0 0,31 8 0 0 0,-24-12-2070 0 0,-2-3 189 0 0</inkml:trace>
</inkml:ink>
</file>

<file path=ppt/ink/ink6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2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1 228 0 0,'0'1'7375'0'0,"5"14"-7392"0"0,5 11 278 0 0,-6-16-399 0 0,0 0 0 0 0,0-1 1 0 0,1 1-1 0 0,0-1 0 0 0,0 1 0 0 0,8 8 1 0 0,-12-17 65 0 0,1-1 1 0 0,-1 1-1 0 0,0 0 1 0 0,0-1 0 0 0,1 1-1 0 0,-1-1 1 0 0,0 0-1 0 0,1 1 1 0 0,-1-1 0 0 0,0 0-1 0 0,1 0 1 0 0,-1 0-1 0 0,0 0 1 0 0,1 0-1 0 0,-1 0 1 0 0,1 0 0 0 0,-1 0-1 0 0,0-1 1 0 0,1 1-1 0 0,-1-1 1 0 0,0 1 0 0 0,0-1-1 0 0,1 1 1 0 0,-1-1-1 0 0,0 1 1 0 0,0-1-1 0 0,0 0 1 0 0,0 0 0 0 0,0 0-1 0 0,0 0 1 0 0,0 0-1 0 0,0 0 1 0 0,0 0 0 0 0,1-2-1 0 0,33-33-840 0 0,-35 35 925 0 0,22-33 3802 0 0,-20 38-3718 0 0,13 36-193 0 0,5 15-3990 0 0,-13-42 2276 0 0</inkml:trace>
</inkml:ink>
</file>

<file path=ppt/ink/ink6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2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77 624 0 0,'-8'-23'2163'0'0,"5"18"-1221"0"0,1-1 1 0 0,0 1 0 0 0,1-1-1 0 0,-1 1 1 0 0,1-1 0 0 0,-1-9 0 0 0,2 15-925 0 0,0 0 0 0 0,0-1 0 0 0,0 1 0 0 0,0 0 1 0 0,0 0-1 0 0,0 0 0 0 0,0 0 0 0 0,0-1 0 0 0,0 1 1 0 0,0 0-1 0 0,0 0 0 0 0,0 0 0 0 0,0 0 0 0 0,0-1 1 0 0,0 1-1 0 0,0 0 0 0 0,0 0 0 0 0,0 0 1 0 0,0 0-1 0 0,-1-1 0 0 0,1 1 0 0 0,0 0 0 0 0,0 0 1 0 0,0 0-1 0 0,0 0 0 0 0,0 0 0 0 0,0 0 0 0 0,-1 0 1 0 0,1-1-1 0 0,0 1 0 0 0,0 0 0 0 0,0 0 1 0 0,0 0-1 0 0,-1 0 0 0 0,1 0 0 0 0,0 0 0 0 0,0 0 1 0 0,0 0-1 0 0,0 0 0 0 0,-1 0 0 0 0,1 0 0 0 0,0 0 1 0 0,0 0-1 0 0,0 0 0 0 0,-1 0 0 0 0,1 0 0 0 0,0 0 1 0 0,0 0-1 0 0,0 0 0 0 0,0 0 0 0 0,-1 0 1 0 0,1 0-1 0 0,0 1 0 0 0,0-1 0 0 0,0 0 0 0 0,0 0 1 0 0,0 0-1 0 0,-1 0 0 0 0,1 0 0 0 0,0 0 0 0 0,0 1 1 0 0,0-1-1 0 0,0 0 0 0 0,0 0 0 0 0,0 0 0 0 0,0 0 1 0 0,0 0-1 0 0,-1 1 0 0 0,1-1 0 0 0,-24 99 527 0 0,11-53-379 0 0,1 2 0 0 0,3-1-1 0 0,2 1 1 0 0,-2 94-1 0 0,10-106-103 0 0,-1-16-27 0 0,1 0 0 0 0,0-1 0 0 0,1 1 0 0 0,1-1 0 0 0,1 1 0 0 0,1-1 0 0 0,8 20-1 0 0,-11-34-24 0 0,0-1-1 0 0,1 0 0 0 0,-1 0 1 0 0,1 0-1 0 0,0-1 1 0 0,0 1-1 0 0,0-1 0 0 0,0 1 1 0 0,1-1-1 0 0,-1 0 0 0 0,1 0 1 0 0,0-1-1 0 0,0 1 0 0 0,0-1 1 0 0,5 2-1 0 0,-6-2-4 0 0,0-1 1 0 0,1-1-1 0 0,-1 1 0 0 0,1 0 1 0 0,-1-1-1 0 0,1 0 0 0 0,-1 0 1 0 0,1 0-1 0 0,-1 0 1 0 0,1 0-1 0 0,-1-1 0 0 0,1 0 1 0 0,-1 1-1 0 0,1-1 0 0 0,-1-1 1 0 0,0 1-1 0 0,0 0 0 0 0,1-1 1 0 0,-1 1-1 0 0,5-5 0 0 0,3 0-40 0 0,0-2 0 0 0,-1 0-1 0 0,0 0 1 0 0,0-1-1 0 0,0 0 1 0 0,-1-1 0 0 0,-1 1-1 0 0,0-2 1 0 0,9-14-1 0 0,9-19-80 0 0,-26 43 78 0 0,8 4-456 0 0,0 0 391 0 0,0 1-1 0 0,0 0 0 0 0,0 0 0 0 0,13 10 0 0 0,-3-2-139 0 0,-16-11 241 0 0,-1 0-1 0 0,1 0 1 0 0,-1 0 0 0 0,1 0 0 0 0,0 0 0 0 0,-1-1 0 0 0,1 1 0 0 0,0-1-1 0 0,0 1 1 0 0,0-1 0 0 0,0 0 0 0 0,-1 0 0 0 0,4 1 0 0 0,-4-2 22 0 0,-1 1 1 0 0,0 0 0 0 0,1 0-1 0 0,-1 0 1 0 0,1-1 0 0 0,-1 1-1 0 0,0 0 1 0 0,0-1-1 0 0,1 1 1 0 0,-1 0 0 0 0,0-1-1 0 0,1 1 1 0 0,-1 0 0 0 0,0-1-1 0 0,0 1 1 0 0,1 0-1 0 0,-1-1 1 0 0,0 1 0 0 0,0-1-1 0 0,0 1 1 0 0,0 0 0 0 0,0-1-1 0 0,0 1 1 0 0,0-1 0 0 0,0 1-1 0 0,0-1 1 0 0,0 1-1 0 0,0 0 1 0 0,0-1 0 0 0,0 1-1 0 0,0-1 1 0 0,0 1 0 0 0,0-1-1 0 0,-1-3 84 0 0,-1-1-1 0 0,1 1 1 0 0,-1 0-1 0 0,0 0 1 0 0,0 0-1 0 0,0 0 0 0 0,0 1 1 0 0,-1-1-1 0 0,-3-4 1 0 0,-25-25 43 0 0,29 32-433 0 0,-6-2-1256 0 0</inkml:trace>
</inkml:ink>
</file>

<file path=ppt/ink/ink6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3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7 360 0 0,'0'0'4603'0'0,"1"-6"-3969"0"0,-1 6-599 0 0,0 0 0 0 0,0 0 0 0 0,0 0-1 0 0,0 0 1 0 0,0 0 0 0 0,0 0-1 0 0,0 1 1 0 0,1-1 0 0 0,-1 0 0 0 0,0 0-1 0 0,0 0 1 0 0,0 0 0 0 0,0 0-1 0 0,0 0 1 0 0,0 0 0 0 0,0 0 0 0 0,0 0-1 0 0,0 0 1 0 0,0 0 0 0 0,0 0-1 0 0,0 0 1 0 0,0 0 0 0 0,1 0 0 0 0,-1 0-1 0 0,0 0 1 0 0,0 0 0 0 0,0 1-1 0 0,0-1 1 0 0,0 0 0 0 0,0 0 0 0 0,0 0-1 0 0,0 0 1 0 0,0 0 0 0 0,1-1-1 0 0,-1 1 1 0 0,0 0 0 0 0,0 0-1 0 0,0 0 1 0 0,0 0 0 0 0,0 0 0 0 0,0 0-1 0 0,0 0 1 0 0,0 0 0 0 0,0 0-1 0 0,0 0 1 0 0,1 0 0 0 0,-1 0 0 0 0,0 0-1 0 0,0 0 1 0 0,0 0 0 0 0,0 0-1 0 0,0 0 1 0 0,0 0 0 0 0,0 0 0 0 0,0-1-1 0 0,0 1 1 0 0,6 14 204 0 0,1 0 0 0 0,0 0 0 0 0,1-1 0 0 0,0 0 0 0 0,1 0 0 0 0,1-1 0 0 0,0 0 1 0 0,20 18-1 0 0,-28-29-85 0 0,1 0-35 0 0,-3-1-113 0 0,1 1-1 0 0,-1-1 1 0 0,0 0-1 0 0,1 0 1 0 0,-1 1 0 0 0,0-1-1 0 0,1 0 1 0 0,-1 0-1 0 0,1 0 1 0 0,-1 1 0 0 0,0-1-1 0 0,1 0 1 0 0,-1 0-1 0 0,1 0 1 0 0,-1 0 0 0 0,0 0-1 0 0,1 0 1 0 0,-1 0-1 0 0,1 0 1 0 0,-1 0 0 0 0,0 0-1 0 0,1 0 1 0 0,-1 0-1 0 0,1 0 1 0 0,-1 0 0 0 0,0-1-1 0 0,1 1 1 0 0,-1 0-1 0 0,1 0 1 0 0,5-7 77 0 0,1 1 0 0 0,-2-1 1 0 0,1-1-1 0 0,-1 1 0 0 0,0-1 0 0 0,6-13 1 0 0,-10 20 3 0 0,18-13-37 0 0,35 16-445 0 0,-41 0 347 0 0,-1-1 1 0 0,1 0 0 0 0,0-1-1 0 0,-1 0 1 0 0,1-1 0 0 0,-1-1-1 0 0,1 0 1 0 0,22-7 0 0 0,-34 8 548 0 0,12 1 1353 0 0,-11-1-1956 0 0,-1 1 1 0 0,1 0-1 0 0,0 0 1 0 0,0 0 0 0 0,-1 0-1 0 0,1 0 1 0 0,0 1-1 0 0,-1-1 1 0 0,1 0-1 0 0,0 1 1 0 0,-1 0 0 0 0,1-1-1 0 0,-1 1 1 0 0,1 0-1 0 0,-1-1 1 0 0,1 1-1 0 0,-1 0 1 0 0,1 0-1 0 0,-1 0 1 0 0,0 1 0 0 0,0-1-1 0 0,1 0 1 0 0,1 3-1 0 0,11 8-4835 0 0,-6-7 2094 0 0</inkml:trace>
</inkml:ink>
</file>

<file path=ppt/ink/ink6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3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33 540 0 0,'0'-1'130'0'0,"1"-1"335"0"0,-1 0-1 0 0,0 1 1 0 0,1-1-1 0 0,0 0 1 0 0,-1 0-1 0 0,1 1 1 0 0,0-1-1 0 0,0 0 1 0 0,0 1-1 0 0,0-1 1 0 0,0 1-1 0 0,0-1 1 0 0,0 1-1 0 0,0-1 1 0 0,1 1-1 0 0,-1 0 1 0 0,1 0-1 0 0,2-2 1 0 0,-3 2 365 0 0,2 3-473 0 0,2 3-227 0 0,0-1 0 0 0,-1 1 0 0 0,1 0 0 0 0,-1 0-1 0 0,7 11 1 0 0,-8-10-611 0 0,0 0 0 0 0,1-1-1 0 0,0 0 1 0 0,1 0-1 0 0,-1 0 1 0 0,1 0 0 0 0,6 5-1 0 0,-9-10-88 0 0,0 0 496 0 0,1 0-1 0 0,-1 0 1 0 0,0-1-1 0 0,1 1 0 0 0,-1-1 1 0 0,0 1-1 0 0,1-1 1 0 0,-1 0-1 0 0,0 0 1 0 0,0 0-1 0 0,0 0 0 0 0,0-1 1 0 0,0 1-1 0 0,0-1 1 0 0,0 1-1 0 0,0-1 1 0 0,0 1-1 0 0,1-4 1 0 0,-2 4 488 0 0,3-1-184 0 0,-4 2-158 0 0,0 0 1 0 0,0-1 0 0 0,0 1-1 0 0,1 0 1 0 0,-1 0 0 0 0,0-1-1 0 0,0 1 1 0 0,0 0 0 0 0,0 0-1 0 0,1 0 1 0 0,-1-1 0 0 0,0 1-1 0 0,0 0 1 0 0,1 0 0 0 0,-1 0-1 0 0,0 0 1 0 0,0-1 0 0 0,1 1-1 0 0,-1 0 1 0 0,0 0 0 0 0,0 0-1 0 0,1 0 1 0 0,-1 0 0 0 0,0 0-1 0 0,1 0 1 0 0,-1 0-1 0 0,0 0 1 0 0,1 0 0 0 0,-1 0-1 0 0,0 0 1 0 0,0 0 0 0 0,1 0-1 0 0,-1 0 1 0 0,0 0 0 0 0,1 0-1 0 0,-1 0 1 0 0,0 0 0 0 0,0 1-1 0 0,1-1 1 0 0,-1 0 0 0 0,0 0-1 0 0,0 0 1 0 0,1 0 0 0 0,-1 1-1 0 0,0-1 1 0 0,0 0 0 0 0,0 0-1 0 0,1 1 1 0 0,-11 32-1177 0 0,0-4-3153 0 0,5-18 1741 0 0</inkml:trace>
</inkml:ink>
</file>

<file path=ppt/ink/ink6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4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18 396 0 0,'0'-17'10689'0'0,"-22"65"-10135"0"0,2 0 0 0 0,-16 64 0 0 0,14-41-1583 0 0,9-15-776 0 0,7-19-3411 0 0,6-26 2571 0 0</inkml:trace>
</inkml:ink>
</file>

<file path=ppt/ink/ink6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4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19 312 0 0,'0'0'1192'0'0,"-13"-10"7068"0"0,13 10-8259 0 0,2 3-128 0 0,0-1-1 0 0,1 1 1 0 0,-1-1 0 0 0,1 0-1 0 0,-1 0 1 0 0,1 0 0 0 0,0 0-1 0 0,0 0 1 0 0,0 0-1 0 0,0-1 1 0 0,0 1 0 0 0,5 1-1 0 0,-6-3-108 0 0,34-13-380 0 0,-32 9 890 0 0,-2 2-17 0 0,-1 0 0 0 0,1 0 0 0 0,0 1 0 0 0,0-1 0 0 0,0 0 0 0 0,0 1 0 0 0,0 0 0 0 0,1-1 0 0 0,-1 1 0 0 0,0 0 0 0 0,3-1 0 0 0,9 41-1428 0 0,1 0-3880 0 0,-8-27 2578 0 0</inkml:trace>
</inkml:ink>
</file>

<file path=ppt/ink/ink6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6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168 129 568 0 0,'-4'-4'954'0'0,"0"-1"0"0"0,0 1 0 0 0,0-1 0 0 0,-1 1 0 0 0,0 1 0 0 0,1-1 0 0 0,-11-5 0 0 0,13 8-440 0 0,-19 6 734 0 0,14-1-1082 0 0,-1 0 1 0 0,1 1-1 0 0,-1 0 0 0 0,1 1 0 0 0,1-1 0 0 0,-1 1 0 0 0,1 0 0 0 0,0 1 0 0 0,-8 10 1 0 0,11-13-129 0 0,1 0 0 0 0,-1 0 0 0 0,1 1 1 0 0,0-1-1 0 0,0 0 0 0 0,0 1 0 0 0,0 0 1 0 0,1-1-1 0 0,0 1 0 0 0,0 0 0 0 0,0 0 1 0 0,0-1-1 0 0,1 1 0 0 0,0 0 0 0 0,0 0 0 0 0,0 0 1 0 0,0 0-1 0 0,1 0 0 0 0,1 5 0 0 0,-1-9-45 0 0,0 1-1 0 0,0-1 1 0 0,0 0-1 0 0,0 0 1 0 0,0 1-1 0 0,0-1 1 0 0,0 0-1 0 0,0 0 1 0 0,0 0-1 0 0,1 0 1 0 0,-1 0-1 0 0,0 0 1 0 0,1 0-1 0 0,-1-1 1 0 0,1 1-1 0 0,-1 0 1 0 0,1-1-1 0 0,-1 1 1 0 0,1-1-1 0 0,-1 1 1 0 0,1-1-1 0 0,-1 0 1 0 0,1 0-1 0 0,0 0 1 0 0,-1 0-1 0 0,1 0 1 0 0,0 0-1 0 0,-1 0 1 0 0,1 0-1 0 0,-1-1 1 0 0,4 0-1 0 0,48-16-380 0 0,-27 4 117 0 0,-2-2-1 0 0,29-21 1 0 0,17-9-294 0 0,-60 40 512 0 0,1 1-1 0 0,-1 0 1 0 0,1 0-1 0 0,13-2 1 0 0,-15 4 49 0 0,0 0 1 0 0,0-1-1 0 0,-1 0 1 0 0,1 0-1 0 0,14-8 1 0 0,-17 6 209 0 0,0 1 1 0 0,-1-1-1 0 0,1 0 1 0 0,-1 0-1 0 0,-1 0 1 0 0,1-1-1 0 0,7-11 0 0 0,-11 16 474 0 0,3 28-547 0 0,-2 1-58 0 0,-1 0 1 0 0,-5 41-1 0 0,0-15-21 0 0,-12 135 87 0 0,0 42 49 0 0,15-211 19 0 0,-2-27 48 0 0,0-27-136 0 0,6-5-127 0 0,2 0 0 0 0,1 0 0 0 0,2 1 1 0 0,2-1-1 0 0,1 2 0 0 0,2 0 0 0 0,2 0 0 0 0,1 2 0 0 0,38-62 0 0 0,-42 77-25 0 0,2-1 0 0 0,1 2 0 0 0,32-35 0 0 0,-43 50 14 0 0,0-1 1 0 0,1 1-1 0 0,0 0 1 0 0,-1 0-1 0 0,1 1 1 0 0,1-1 0 0 0,-1 1-1 0 0,0 0 1 0 0,1 1-1 0 0,-1-1 1 0 0,1 1-1 0 0,0 0 1 0 0,0 0-1 0 0,0 1 1 0 0,0 0 0 0 0,0 0-1 0 0,0 0 1 0 0,0 1-1 0 0,0 0 1 0 0,1 0-1 0 0,5 1 1 0 0,-9 0 6 0 0,0 0 0 0 0,0 0 0 0 0,-1 0 0 0 0,1 0 0 0 0,-1 0 1 0 0,1 1-1 0 0,-1-1 0 0 0,0 1 0 0 0,1 0 0 0 0,-1 0 0 0 0,0 0 0 0 0,0 0 0 0 0,0 0 1 0 0,0 0-1 0 0,-1 0 0 0 0,1 0 0 0 0,-1 1 0 0 0,1-1 0 0 0,-1 1 0 0 0,0-1 0 0 0,0 1 1 0 0,0 0-1 0 0,0-1 0 0 0,0 1 0 0 0,-1 0 0 0 0,1 0 0 0 0,-1-1 0 0 0,0 1 0 0 0,1 0 1 0 0,-1 0-1 0 0,-1 4 0 0 0,0 1 2 0 0,0-1 0 0 0,0 1 0 0 0,0 0 0 0 0,-1-1 0 0 0,-1 0-1 0 0,1 1 1 0 0,-1-1 0 0 0,0 0 0 0 0,-1 0 0 0 0,0-1 0 0 0,-8 12 0 0 0,9-11 26 0 0,-4 1 8 0 0,6-7-49 0 0,4-7-349 0 0,15-19 225 0 0,1 1 0 0 0,24-22 0 0 0,-17 18 320 0 0,24-33 0 0 0,-50 60-167 0 0,0 1 1 0 0,0 0-1 0 0,0 0 0 0 0,0 0 1 0 0,0 0-1 0 0,0-1 0 0 0,0 1 0 0 0,0 0 1 0 0,0 0-1 0 0,0 0 0 0 0,0 0 1 0 0,0-1-1 0 0,0 1 0 0 0,0 0 0 0 0,0 0 1 0 0,1 0-1 0 0,-1 0 0 0 0,0-1 1 0 0,0 1-1 0 0,0 0 0 0 0,0 0 0 0 0,0 0 1 0 0,0 0-1 0 0,1 0 0 0 0,-1 0 1 0 0,0 0-1 0 0,0-1 0 0 0,0 1 0 0 0,0 0 1 0 0,1 0-1 0 0,-1 0 0 0 0,0 0 1 0 0,0 0-1 0 0,0 0 0 0 0,0 0 0 0 0,1 0 1 0 0,-1 0-1 0 0,0 0 0 0 0,0 0 1 0 0,0 0-1 0 0,0 0 0 0 0,1 0 0 0 0,-1 0 1 0 0,0 0-1 0 0,0 0 0 0 0,0 0 1 0 0,0 0-1 0 0,1 0 0 0 0,-1 0 0 0 0,0 1 1 0 0,0-1-1 0 0,0 0 0 0 0,0 0 1 0 0,1 0-1 0 0,-1 0 0 0 0,0 0 0 0 0,0 0 1 0 0,0 0-1 0 0,0 1 0 0 0,0-1 1 0 0,0 0-1 0 0,1 0 0 0 0,0 20 146 0 0,-7 45-167 0 0,3-39 69 0 0,1 225 71 0 0,10-165-106 0 0,2 28 318 0 0,-7-140-320 0 0,1 1 0 0 0,1-1 0 0 0,1 0 0 0 0,2 1-1 0 0,0 0 1 0 0,19-36 0 0 0,-25 57-13 0 0,10-21-22 0 0,0 0-1 0 0,2 1 0 0 0,1 1 0 0 0,0 0 1 0 0,2 1-1 0 0,1 1 0 0 0,0 1 0 0 0,2 0 1 0 0,0 2-1 0 0,25-19 0 0 0,-17 25-261 0 0,-28 12 265 0 0,1 0 1 0 0,0 0-1 0 0,-1 0 0 0 0,1 0 1 0 0,0 0-1 0 0,0 0 1 0 0,-1 1-1 0 0,1-1 1 0 0,0 0-1 0 0,-1 0 0 0 0,1 1 1 0 0,-1-1-1 0 0,1 0 1 0 0,0 0-1 0 0,-1 1 0 0 0,1-1 1 0 0,-1 1-1 0 0,1-1 1 0 0,-1 1-1 0 0,1-1 1 0 0,-1 1-1 0 0,1-1 0 0 0,0 2 1 0 0,0 0-8 0 0,0 0 1 0 0,-1 1 0 0 0,1-1 0 0 0,-1 1-1 0 0,1-1 1 0 0,-1 0 0 0 0,0 1 0 0 0,0-1-1 0 0,0 1 1 0 0,0-1 0 0 0,0 1-1 0 0,-1-1 1 0 0,1 1 0 0 0,-1-1 0 0 0,1 1-1 0 0,-3 3 1 0 0,-3 9-22 0 0,-2-1-1 0 0,0 0 1 0 0,0 0-1 0 0,-16 19 1 0 0,12-18-135 0 0,1 1 0 0 0,-13 24 0 0 0,24-38 74 0 0,3-2 4 0 0,0 1 75 0 0,1-1 0 0 0,-1 0 0 0 0,0 0-1 0 0,1 0 1 0 0,-1-1 0 0 0,0 1-1 0 0,1-1 1 0 0,-1 1 0 0 0,0-1-1 0 0,5-2 1 0 0,-7 3 22 0 0,24-11-54 0 0,1-1 0 0 0,-2 0 0 0 0,1-2 0 0 0,-2-1 0 0 0,0-1 0 0 0,-1-1 0 0 0,-1-1 0 0 0,0-1 0 0 0,-1-1 0 0 0,-1 0 0 0 0,22-33 0 0 0,-37 48 191 0 0,-1 1 0 0 0,1-1 0 0 0,-1-1 0 0 0,0 1 0 0 0,-1 0 0 0 0,1-1-1 0 0,-1 1 1 0 0,0-1 0 0 0,-1 0 0 0 0,1 0 0 0 0,-1 0 0 0 0,0 0 0 0 0,-1 0 0 0 0,0 0 0 0 0,0-7 0 0 0,0 11 45 0 0,0 1-169 0 0,0 1 0 0 0,0 0 0 0 0,0 0 1 0 0,0 0-1 0 0,0-1 0 0 0,0 1 1 0 0,0 0-1 0 0,0 0 0 0 0,0-1 1 0 0,0 1-1 0 0,0 0 0 0 0,0 0 0 0 0,0-1 1 0 0,0 1-1 0 0,0 0 0 0 0,0 0 1 0 0,0 0-1 0 0,0-1 0 0 0,0 1 1 0 0,0 0-1 0 0,0 0 0 0 0,0 0 0 0 0,0-1 1 0 0,-1 1-1 0 0,1 0 0 0 0,0 0 1 0 0,0 0-1 0 0,0-1 0 0 0,0 1 1 0 0,0 0-1 0 0,-1 0 0 0 0,1 0 0 0 0,0 0 1 0 0,0 0-1 0 0,0-1 0 0 0,-1 1 1 0 0,1 0-1 0 0,0 0 0 0 0,0 0 1 0 0,0 0-1 0 0,-1 0 0 0 0,1 0 0 0 0,0 0 1 0 0,0 0-1 0 0,-1 0 0 0 0,1 0 1 0 0,0 0-1 0 0,0 0 0 0 0,-1 0 1 0 0,1 0-1 0 0,0 0 0 0 0,0 0 0 0 0,0 0 1 0 0,-1 0-1 0 0,1 0 0 0 0,0 0 1 0 0,0 0-1 0 0,-1 0 0 0 0,1 1 1 0 0,-6 6 11 0 0,1 1 0 0 0,0 0 1 0 0,0 0-1 0 0,1 0 1 0 0,0 0-1 0 0,0 1 1 0 0,1 0-1 0 0,0 0 1 0 0,1 0-1 0 0,0 0 0 0 0,0 0 1 0 0,1 0-1 0 0,0 1 1 0 0,1-1-1 0 0,0 0 1 0 0,0 1-1 0 0,1-1 1 0 0,0 0-1 0 0,1 0 0 0 0,0 0 1 0 0,0 0-1 0 0,1 0 1 0 0,0 0-1 0 0,0 0 1 0 0,1-1-1 0 0,1 0 1 0 0,-1 1-1 0 0,1-2 1 0 0,8 10-1 0 0,-11-15 36 0 0,-1-1 0 0 0,1 1-1 0 0,0-1 1 0 0,0 0 0 0 0,0 0 0 0 0,0 0 0 0 0,0 0-1 0 0,0 0 1 0 0,1 0 0 0 0,-1 0 0 0 0,0-1 0 0 0,0 1-1 0 0,1-1 1 0 0,-1 0 0 0 0,0 0 0 0 0,0 0 0 0 0,1 0 0 0 0,-1 0-1 0 0,0 0 1 0 0,1 0 0 0 0,-1-1 0 0 0,0 1 0 0 0,0-1-1 0 0,0 0 1 0 0,1 0 0 0 0,-1 0 0 0 0,0 0 0 0 0,0 0-1 0 0,0 0 1 0 0,2-2 0 0 0,4 0 1072 0 0,-7 2-822 0 0,1 34-5892 0 0,-1-12-191 0 0</inkml:trace>
</inkml:ink>
</file>

<file path=ppt/ink/ink6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6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18 892 0 0,'4'-17'6515'0'0,"-1"31"-2964"0"0,3 22-5476 0 0,-2-24 817 0 0</inkml:trace>
  <inkml:trace contextRef="#ctx0" brushRef="#br0" timeOffset="1">129 35 784 0 0,'9'0'6933'0'0,"-7"7"-5193"0"0,-8 17-6068 0 0,4-18 3099 0 0,-3 11-967 0 0</inkml:trace>
</inkml:ink>
</file>

<file path=ppt/ink/ink6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6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527 0 460 0 0,'0'0'3140'0'0,"5"5"-2288"0"0,3 3-571 0 0,-1 0 0 0 0,1 0 1 0 0,-2 1-1 0 0,0 0 0 0 0,0 0 1 0 0,0 0-1 0 0,-1 1 0 0 0,-1 0 1 0 0,1 0-1 0 0,2 11 0 0 0,-2-2-9 0 0,-1 1-1 0 0,0-1 0 0 0,-2 1 1 0 0,0-1-1 0 0,-1 23 0 0 0,-3-1 44 0 0,-2 0 0 0 0,-2-1 0 0 0,-2 1 0 0 0,-23 72-1 0 0,9-51 38 0 0,-2 0-1 0 0,-3-2 1 0 0,-62 101-1 0 0,64-123-213 0 0,-2-2-1 0 0,-1-1 0 0 0,-2-1 1 0 0,-2-1-1 0 0,0-2 0 0 0,-54 40 1 0 0,59-51-580 0 0,-43 29-186 0 0,22-25-6268 0 0</inkml:trace>
</inkml:ink>
</file>

<file path=ppt/ink/ink6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7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73 792 0 0,'0'0'12646'0'0,"-2"-4"-12211"0"0,2 3-396 0 0,0 1 0 0 0,-1-1-1 0 0,1 0 1 0 0,0 1 0 0 0,0-1 0 0 0,-1 0-1 0 0,1 0 1 0 0,0 1 0 0 0,0-1 0 0 0,0 0-1 0 0,0 0 1 0 0,0 1 0 0 0,0-1 0 0 0,0 0-1 0 0,0 0 1 0 0,0 1 0 0 0,1-1 0 0 0,-1 0-1 0 0,0 1 1 0 0,0-1 0 0 0,1 0 0 0 0,-1 1-1 0 0,0-1 1 0 0,1 0 0 0 0,-1 1-1 0 0,1-1 1 0 0,-1 0 0 0 0,1 1 0 0 0,-1-1-1 0 0,1 0 1 0 0,26-8 1269 0 0,-16 7-1495 0 0,47-12 94 0 0,73-7 0 0 0,-54 20-9536 0 0</inkml:trace>
</inkml:ink>
</file>

<file path=ppt/ink/ink6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47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30 52 0 0,'-5'10'4582'0'0,"4"-10"-4496"0"0,1 0 0 0 0,0 0 0 0 0,0 0 0 0 0,0 0 0 0 0,0 0 0 0 0,0 1 0 0 0,0-1 0 0 0,-1 0 0 0 0,1 0 0 0 0,0 0 0 0 0,0 0 0 0 0,0 0 0 0 0,0 1 0 0 0,0-1 0 0 0,0 0 0 0 0,0 0 0 0 0,0 0 0 0 0,0 0 0 0 0,0 1 0 0 0,0-1 0 0 0,0 0 0 0 0,0 0 0 0 0,0 0 0 0 0,0 0 0 0 0,0 1 0 0 0,0-1 0 0 0,0 0 0 0 0,0 0 0 0 0,0 0 0 0 0,0 0 0 0 0,0 1 0 0 0,0-1 0 0 0,0 0 0 0 0,0 0 0 0 0,0 0 0 0 0,0 0 0 0 0,1 0 0 0 0,-1 1 0 0 0,0-1 0 0 0,0 0 0 0 0,0 0-1 0 0,0 0 1 0 0,0 0 0 0 0,0 0 0 0 0,1 0 0 0 0,-1 1 0 0 0,0-1 0 0 0,0 0 0 0 0,0 0 0 0 0,0 0 0 0 0,0 0 0 0 0,1 0 0 0 0,-1 0 0 0 0,0 0 0 0 0,0 0 0 0 0,0 0 0 0 0,0 0 0 0 0,1 0 0 0 0,-1 0 0 0 0,0 0 0 0 0,0 0 0 0 0,0 0 0 0 0,1 0 0 0 0,-1 0 0 0 0,0 0 0 0 0,0 0 0 0 0,0 0 0 0 0,0 0 0 0 0,1-1 0 0 0,47-10 451 0 0,20-4-1958 0 0,-29 1-3843 0 0,-28 9 2731 0 0</inkml:trace>
</inkml:ink>
</file>

<file path=ppt/ink/ink6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58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51 156 0 0,'-6'-51'13342'0'0,"4"112"-13172"0"0,37 184 88 0 0,-23-179-105 0 0,-12-64-70 0 0,1 6-407 0 0</inkml:trace>
</inkml:ink>
</file>

<file path=ppt/ink/ink6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2:59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13 349 468 0 0,'0'0'5506'0'0,"-9"-1"-5173"0"0,6 2 178 0 0,7-1 2683 0 0,43 0-3046 0 0,0-2 0 0 0,0-2 0 0 0,0-2-1 0 0,50-14 1 0 0,-23 6-45 0 0,417-77 589 0 0,23 12 67 0 0,133-22 397 0 0,-622 97-1081 0 0,4-1 1264 0 0,51-15 0 0 0,-78 20-543 0 0,6-3-331 0 0,-26 16-12070 0 0,13-11 8303 0 0</inkml:trace>
</inkml:ink>
</file>

<file path=ppt/ink/ink6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02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3 120 392 0 0,'-1'-117'10592'0'0,"1"114"-8754"0"0,-2 32-355 0 0,9 302-2595 0 0,-4-307-1539 0 0,2-14-3279 0 0</inkml:trace>
</inkml:ink>
</file>

<file path=ppt/ink/ink6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03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32 1016 0 0,'3'-32'12415'0'0,"-8"55"-12253"0"0,-18 85 580 0 0,21-95-703 0 0,0 1-1 0 0,1 0 1 0 0,1 0 0 0 0,0 0-1 0 0,3 23 1 0 0,-2-35-70 0 0,0 0 0 0 0,0 0 0 0 0,0 0 1 0 0,0 0-1 0 0,0 0 0 0 0,1 0 0 0 0,-1-1 1 0 0,0 1-1 0 0,1 0 0 0 0,-1-1 0 0 0,1 1 1 0 0,0-1-1 0 0,0 1 0 0 0,-1-1 0 0 0,1 0 1 0 0,0 0-1 0 0,0 0 0 0 0,0 0 0 0 0,0 0 1 0 0,0 0-1 0 0,1 0 0 0 0,3 0 0 0 0,42 5-606 0 0,-40-7 567 0 0,-1 0 0 0 0,1 0 0 0 0,-1-1 0 0 0,0 0 0 0 0,0-1 0 0 0,0 0 0 0 0,0 0 0 0 0,0 0 0 0 0,-1-1 0 0 0,1 0 0 0 0,-1 0 0 0 0,0 0 0 0 0,0-1 0 0 0,0 0 0 0 0,-1 0 0 0 0,9-11 0 0 0,3-1 198 0 0,-2-6 2635 0 0,-89 307-5078 0 0,68-266 1088 0 0,-1 0 0 0 0,-13 23 0 0 0,5-10-1895 0 0,-1 3-143 0 0</inkml:trace>
</inkml:ink>
</file>

<file path=ppt/ink/ink6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1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140 271 124 0 0,'0'-1'80'0'0,"0"1"1"0"0,0-1-1 0 0,0 1 1 0 0,-1-1-1 0 0,1 1 0 0 0,0-1 1 0 0,-1 1-1 0 0,1-1 1 0 0,0 1-1 0 0,-1 0 1 0 0,1-1-1 0 0,-1 1 0 0 0,1-1 1 0 0,0 1-1 0 0,-1 0 1 0 0,1-1-1 0 0,-1 1 0 0 0,1 0 1 0 0,-1 0-1 0 0,1 0 1 0 0,-1-1-1 0 0,0 1 0 0 0,1 0 1 0 0,-1 0-1 0 0,1 0 1 0 0,-1 0-1 0 0,1 0 1 0 0,-1 0-1 0 0,1 0 0 0 0,-1 0 1 0 0,0 0-1 0 0,1 0 1 0 0,-1 0-1 0 0,1 0 0 0 0,-1 0 1 0 0,1 0-1 0 0,-1 1 1 0 0,1-1-1 0 0,-1 0 0 0 0,1 0 1 0 0,-1 1-1 0 0,1-1 1 0 0,-1 0-1 0 0,1 1 1 0 0,-1-1-1 0 0,1 0 0 0 0,0 1 1 0 0,-1-1-1 0 0,1 1 1 0 0,-1-1-1 0 0,1 1 0 0 0,0-1 1 0 0,0 1-1 0 0,-1-1 1 0 0,1 2-1 0 0,-17 32 1051 0 0,8-3-782 0 0,3 0 1 0 0,0 1 0 0 0,2-1-1 0 0,2 1 1 0 0,1 0 0 0 0,1 1-1 0 0,8 57 1 0 0,5-23 32 0 0,-6-34 184 0 0,-1 0 1 0 0,1 35-1 0 0,-56-218 2370 0 0,33 98-2696 0 0,2 0-1 0 0,-14-102 1 0 0,25 124-187 0 0,2 0-1 0 0,0 1 1 0 0,2-1 0 0 0,2 1 0 0 0,0-1 0 0 0,15-52 0 0 0,-15 73-49 0 0,0 0 1 0 0,0 1 0 0 0,1 0-1 0 0,0 0 1 0 0,1 0 0 0 0,0 0-1 0 0,0 1 1 0 0,1-1-1 0 0,0 2 1 0 0,0-1 0 0 0,0 0-1 0 0,1 1 1 0 0,0 0 0 0 0,0 1-1 0 0,1 0 1 0 0,-1 0 0 0 0,1 0-1 0 0,0 1 1 0 0,1 0-1 0 0,12-4 1 0 0,-13 6-9 0 0,-1 0 0 0 0,1 1 0 0 0,-1-1-1 0 0,1 1 1 0 0,0 1 0 0 0,-1-1 0 0 0,1 1 0 0 0,0 1-1 0 0,-1 0 1 0 0,1 0 0 0 0,-1 0 0 0 0,1 1 0 0 0,-1 0-1 0 0,1 0 1 0 0,-1 1 0 0 0,0 0 0 0 0,0 0 0 0 0,0 1-1 0 0,-1 0 1 0 0,1 0 0 0 0,-1 0 0 0 0,0 1 0 0 0,0 0 0 0 0,7 8-1 0 0,-11-11 1 0 0,1 0-1 0 0,-1 1 1 0 0,0-1-1 0 0,0 1 1 0 0,-1-1-1 0 0,1 1 1 0 0,0 0-1 0 0,-1 0 1 0 0,0-1-1 0 0,0 1 1 0 0,0 0-1 0 0,0 0 1 0 0,0 0-1 0 0,0 0 1 0 0,-1 1-1 0 0,1-1 1 0 0,-1 0 0 0 0,0 0-1 0 0,0 0 1 0 0,0 0-1 0 0,-1 5 1 0 0,-1-3 0 0 0,0 0 1 0 0,0-1 0 0 0,0 1 0 0 0,0-1 0 0 0,-1 0 0 0 0,0 0 0 0 0,0 0 0 0 0,0 0 0 0 0,0 0 0 0 0,0 0-1 0 0,-1-1 1 0 0,-5 5 0 0 0,-6 2 5 0 0,1 0 0 0 0,-2-1 0 0 0,1 0 0 0 0,-1-1 0 0 0,0-1-1 0 0,-30 9 1 0 0,-54 14-2389 0 0,97-29 1279 0 0,-5 0-4343 0 0</inkml:trace>
</inkml:ink>
</file>

<file path=ppt/ink/ink6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2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0 772 0 0,'0'0'9458'0'0,"0"6"-9309"0"0,-14 246 1129 0 0,15-190-857 0 0,-1-60 1013 0 0,2-8-1300 0 0,9-26-46 0 0,-2 5 51 0 0,1 1 0 0 0,1 0 0 0 0,1 0 0 0 0,1 2 0 0 0,24-36 0 0 0,-33 58-142 0 0,-1-1 2 0 0,1 2 0 0 0,0-1 0 0 0,0 0 0 0 0,1 1 0 0 0,-1 0 0 0 0,0 0 0 0 0,0 0 0 0 0,1 0 0 0 0,-1 1 0 0 0,0 0 0 0 0,1 0 0 0 0,-1 0 0 0 0,1 0-1 0 0,-1 0 1 0 0,0 1 0 0 0,0 0 0 0 0,1 0 0 0 0,5 3 0 0 0,17 1-25 0 0,-13-3-12 0 0,1-1-1 0 0,0 0 1 0 0,0-1 0 0 0,0 0 0 0 0,0-2 0 0 0,-1 1 0 0 0,1-2 0 0 0,-1 0 0 0 0,1-1-1 0 0,27-10 1 0 0,-27 4 13 0 0,-12 8 103 0 0,0-1-1 0 0,0 1 1 0 0,1 0-1 0 0,-1 0 0 0 0,1 1 1 0 0,-1-1-1 0 0,8-1 0 0 0,-11 4-75 0 0,1-1-1 0 0,0 1 0 0 0,0-1 1 0 0,0 1-1 0 0,0-1 0 0 0,0 1 1 0 0,-1 0-1 0 0,1 0 0 0 0,0-1 0 0 0,-1 1 1 0 0,1 0-1 0 0,0 0 0 0 0,-1 0 1 0 0,1 0-1 0 0,-1 0 0 0 0,1 0 1 0 0,-1 0-1 0 0,0 0 0 0 0,1 0 1 0 0,-1 0-1 0 0,0 0 0 0 0,0 0 0 0 0,0 0 1 0 0,0 0-1 0 0,0 0 0 0 0,0 0 1 0 0,0 2-1 0 0,2 27 40 0 0,-2-30-40 0 0,8 100-360 0 0,3-35-3840 0 0,-8-52 2268 0 0,-2-9-1203 0 0,4 7 237 0 0</inkml:trace>
</inkml:ink>
</file>

<file path=ppt/ink/ink6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2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11 736 0 0,'0'0'3211'0'0,"1"-8"-2142"0"0,0 5-440 0 0,0 8 3197 0 0,23 277-709 0 0,-24-275-3397 0 0,0 1 1 0 0,0-1-1 0 0,0 1 1 0 0,-1-1 0 0 0,0 1-1 0 0,-1-1 1 0 0,-2 9-1 0 0,3-14-436 0 0,-12-1-4546 0 0</inkml:trace>
</inkml:ink>
</file>

<file path=ppt/ink/ink6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2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64 708 0 0,'0'0'2228'0'0,"23"-15"-1616"0"0,-13 9-36 0 0,5 1-60 0 0,5-2-56 0 0,2 0-51 0 0,5 2-33 0 0,-4 0-76 0 0,5-2-108 0 0,-8 4-128 0 0,1 1-188 0 0,-2 0-172 0 0,1 2-220 0 0,-5 0-405 0 0,-4 2-991 0 0,1 0 440 0 0</inkml:trace>
</inkml:ink>
</file>

<file path=ppt/ink/ink6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3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1 701 144 0 0,'0'0'2996'0'0,"21"4"-2384"0"0,-6-8-60 0 0,4 1-88 0 0,6-5-132 0 0,11-5-200 0 0,-6 5-200 0 0,10-6-200 0 0,6-3-548 0 0,-4 3-884 0 0,0-2 388 0 0</inkml:trace>
  <inkml:trace contextRef="#ctx0" brushRef="#br0" timeOffset="1">903 5 404 0 0,'-1'-1'157'0'0,"1"1"-1"0"0,-1 0 1 0 0,1-1-1 0 0,-1 1 1 0 0,1 0 0 0 0,-1-1-1 0 0,0 1 1 0 0,1 0-1 0 0,-1 0 1 0 0,1-1-1 0 0,-1 1 1 0 0,0 0 0 0 0,1 0-1 0 0,-1 0 1 0 0,0 0-1 0 0,1 0 1 0 0,-1 0 0 0 0,1 0-1 0 0,-1 0 1 0 0,0 0-1 0 0,1 0 1 0 0,-1 0 0 0 0,0 1-1 0 0,1-1 1 0 0,-1 0-1 0 0,1 0 1 0 0,-2 1-1 0 0,-4 5 57 0 0,-1 0-1 0 0,1 1 0 0 0,0 0 0 0 0,0 0 0 0 0,1 1 1 0 0,0 0-1 0 0,0 0 0 0 0,1 0 0 0 0,0 0 0 0 0,0 1 0 0 0,-4 15 1 0 0,-26 108 842 0 0,32-119-957 0 0,-9 38 193 0 0,3 0-1 0 0,2 1 1 0 0,2 0-1 0 0,4 69 1 0 0,3-89-176 0 0,1-1 0 0 0,1 0 1 0 0,2 0-1 0 0,1 0 1 0 0,1-1-1 0 0,2 0 0 0 0,0-1 1 0 0,24 40-1 0 0,-15-35-45 0 0,2-1 0 0 0,0-1 0 0 0,3-1 0 0 0,0-1 0 0 0,33 29 0 0 0,-39-41-469 0 0,2-2 0 0 0,1 0 1 0 0,27 15-1 0 0,-31-21-656 0 0,0-1 0 0 0,1-1 0 0 0,0-1 0 0 0,35 9 0 0 0,-24-10-1494 0 0</inkml:trace>
</inkml:ink>
</file>

<file path=ppt/ink/ink6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3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10 416 0 0,'-3'-9'10147'0'0,"21"49"-9864"0"0,-17-39-328 0 0,0 1 1 0 0,0-1 0 0 0,0 1 0 0 0,0-1 0 0 0,0 0 0 0 0,0 1 0 0 0,1-1-1 0 0,-1 0 1 0 0,0 0 0 0 0,1 0 0 0 0,-1 0 0 0 0,1 0 0 0 0,-1 0 0 0 0,1 0 0 0 0,-1-1-1 0 0,1 1 1 0 0,0-1 0 0 0,0 1 0 0 0,-1-1 0 0 0,1 1 0 0 0,0-1 0 0 0,0 0-1 0 0,-1 0 1 0 0,1 0 0 0 0,0 0 0 0 0,0 0 0 0 0,-1 0 0 0 0,3-1 0 0 0,43-17-548 0 0,-45 18 639 0 0,20-1 426 0 0,-17 35-5807 0 0</inkml:trace>
</inkml:ink>
</file>

<file path=ppt/ink/ink6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4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24 852 0 0,'-4'-23'11130'0'0,"-6"51"-8804"0"0,-11 66-3106 0 0,20-90 1245 0 0,-9 49-151 0 0,3 0-1 0 0,-2 66 0 0 0,9-97-254 0 0,0 0 0 0 0,2-1 0 0 0,0 1-1 0 0,2-1 1 0 0,0 1 0 0 0,1-1 0 0 0,1-1 0 0 0,13 30 0 0 0,-18-48-68 0 0,0 1 0 0 0,0-1 0 0 0,1 1 1 0 0,-1-1-1 0 0,1 0 0 0 0,-1 0 0 0 0,1 0 0 0 0,0 0 1 0 0,0 0-1 0 0,0 0 0 0 0,0 0 0 0 0,0 0 0 0 0,0-1 1 0 0,0 1-1 0 0,1-1 0 0 0,-1 1 0 0 0,0-1 0 0 0,1 0 1 0 0,-1 0-1 0 0,1 0 0 0 0,0-1 0 0 0,-1 1 0 0 0,4 0 1 0 0,-1-1-25 0 0,-1 0 1 0 0,1-1-1 0 0,0 0 1 0 0,0 1-1 0 0,0-2 1 0 0,-1 1-1 0 0,1 0 1 0 0,0-1-1 0 0,-1 0 1 0 0,0 0-1 0 0,9-5 1 0 0,4-5-134 0 0,0-1 1 0 0,-1 0 0 0 0,0-1 0 0 0,25-29-1 0 0,-37 37 118 0 0,7-6-79 0 0,-1-1 0 0 0,0 1 0 0 0,14-26 0 0 0,-24 37 89 0 0,3-1-42 0 0,-3 2 77 0 0,0 0 1 0 0,0 0-1 0 0,0-1 0 0 0,0 1 1 0 0,0 0-1 0 0,1 0 0 0 0,-1 0 1 0 0,0-1-1 0 0,0 1 0 0 0,0 0 1 0 0,0 0-1 0 0,1 0 1 0 0,-1 0-1 0 0,0-1 0 0 0,0 1 1 0 0,1 0-1 0 0,-1 0 0 0 0,0 0 1 0 0,0 0-1 0 0,1 0 0 0 0,-1 0 1 0 0,0 0-1 0 0,0 0 1 0 0,1 0-1 0 0,-1 0 0 0 0,0 0 1 0 0,0 0-1 0 0,1 0 0 0 0,-1 0 1 0 0,0 0-1 0 0,0 0 0 0 0,1 0 1 0 0,-1 0-1 0 0,0 0 0 0 0,0 0 1 0 0,1 0-1 0 0,-1 0 1 0 0,0 0-1 0 0,9 7-11 0 0,0-1-1 0 0,0-1 1 0 0,0 0 0 0 0,14 6 0 0 0,-21-10 287 0 0,-4-6-2475 0 0,-1 1 1678 0 0,-3-7 408 0 0,4 1-5372 0 0</inkml:trace>
</inkml:ink>
</file>

<file path=ppt/ink/ink6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4.7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1 484 0 0,'0'0'3269'0'0,"31"32"-368"0"0,-27-29-2766 0 0,0 1 1 0 0,0-1-1 0 0,1 0 0 0 0,-1 0 0 0 0,1 0 1 0 0,0-1-1 0 0,0 1 0 0 0,0-1 1 0 0,0 0-1 0 0,0-1 0 0 0,1 1 1 0 0,-1-1-1 0 0,0 0 0 0 0,6 0 1 0 0,4-1 122 0 0,0-1 1 0 0,0 0 0 0 0,23-5-1 0 0,28-2 982 0 0,-64 8-890 0 0,-2 0-351 0 0,0 0 1 0 0,0 0-1 0 0,0-1 1 0 0,0 1-1 0 0,1 0 1 0 0,-1 0-1 0 0,0 0 1 0 0,0-1-1 0 0,0 1 1 0 0,0 0-1 0 0,1 0 0 0 0,-1 0 1 0 0,0 0-1 0 0,0-1 1 0 0,0 1-1 0 0,1 0 1 0 0,-1 0-1 0 0,0 0 1 0 0,0 0-1 0 0,1 0 1 0 0,-1 0-1 0 0,0 0 1 0 0,0 0-1 0 0,1 0 1 0 0,-1 0-1 0 0,0 0 1 0 0,0 0-1 0 0,1 0 1 0 0,-1 0-1 0 0,0 0 1 0 0,0 0-1 0 0,1 0 1 0 0,-1 0-1 0 0,0 0 1 0 0,0 0-1 0 0,1 0 1 0 0,-1 0-1 0 0,0 0 0 0 0,0 1 1 0 0,0-1-1 0 0,1 0 1 0 0,-1 0-1 0 0,0 0 1 0 0,0 0-1 0 0,0 1 1 0 0,1-1-1 0 0,-1 0 1 0 0,0 0-1 0 0,16 10-3569 0 0</inkml:trace>
</inkml:ink>
</file>

<file path=ppt/ink/ink6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5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10 572 0 0,'0'0'6391'0'0,"0"-10"-1415"0"0,0 10-4868 0 0,4 6-85 0 0,-3-4-136 0 0,0 0 1 0 0,0 0-1 0 0,0-1 0 0 0,1 1 1 0 0,-1 0-1 0 0,1 0 0 0 0,-1-1 1 0 0,1 1-1 0 0,0-1 0 0 0,-1 1 1 0 0,1-1-1 0 0,0 0 0 0 0,0 0 1 0 0,0 0-1 0 0,0 0 1 0 0,0 0-1 0 0,0 0 0 0 0,0 0 1 0 0,0-1-1 0 0,4 1 0 0 0,-4-1-188 0 0,46-9-367 0 0,-48 9 662 0 0,1-1-1 0 0,-1 1 1 0 0,1 0-1 0 0,-1-1 0 0 0,1 1 1 0 0,-1 0-1 0 0,1-1 0 0 0,0 1 1 0 0,-1 0-1 0 0,1-1 1 0 0,-1 1-1 0 0,1 0 0 0 0,0 0 1 0 0,-1 0-1 0 0,1 0 1 0 0,-1 0-1 0 0,1-1 0 0 0,0 1 1 0 0,-1 0-1 0 0,1 0 0 0 0,0 1 1 0 0,-1-1-1 0 0,1 0 1 0 0,-1 0-1 0 0,1 0 0 0 0,0 0 1 0 0,-1 0-1 0 0,1 1 0 0 0,-1-1 1 0 0,1 0-1 0 0,0 1 1 0 0,-1-1-1 0 0,1 0 0 0 0,-1 1 1 0 0,1-1-1 0 0,-1 0 0 0 0,0 1 1 0 0,1-1-1 0 0,-1 1 1 0 0,1-1-1 0 0,-1 1 0 0 0,0-1 1 0 0,1 2-1 0 0,1 0-1593 0 0</inkml:trace>
</inkml:ink>
</file>

<file path=ppt/ink/ink6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5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0 1288 0 0,'0'0'6645'0'0,"-21"10"-5024"0"0,13 6-1180 0 0,1 1 1 0 0,0 0 0 0 0,-7 29 0 0 0,1 23-4549 0 0,14-65 1374 0 0,4 9 212 0 0</inkml:trace>
</inkml:ink>
</file>

<file path=ppt/ink/ink6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6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29 190 424 0 0,'7'-25'11342'0'0,"-11"28"-11221"0"0,1 1 0 0 0,0 0 0 0 0,-1 1 0 0 0,1-1 1 0 0,1 0-1 0 0,-1 1 0 0 0,1 0 0 0 0,0-1 0 0 0,0 1 0 0 0,0 0 0 0 0,0 0 1 0 0,1 0-1 0 0,-1 8 0 0 0,2-10-4 0 0,3 4 6 0 0,5 5-164 0 0,16-16-259 0 0,25-17-404 0 0,0-3 0 0 0,-2-2 1 0 0,45-33-1 0 0,-74 47 952 0 0,-1-2 1 0 0,0 0 0 0 0,-1 0-1 0 0,-1-2 1 0 0,0 0 0 0 0,14-20-1 0 0,-28 34 271 0 0,-1 8-422 0 0,-1 52 87 0 0,-4 0 1 0 0,-21 110 0 0 0,10-78-81 0 0,1 9-47 0 0,-22 114 375 0 0,35-208-2 0 0,2-12-177 0 0,1-30-116 0 0,9-54-165 0 0,-2 50-3 0 0,1 0 1 0 0,29-77-1 0 0,-31 102 20 0 0,0 0 0 0 0,1 1-1 0 0,0 0 1 0 0,1 1 0 0 0,1 0-1 0 0,0 0 1 0 0,1 1 0 0 0,0 0-1 0 0,1 1 1 0 0,16-13 0 0 0,-24 22-5 0 0,0 0 1 0 0,1 0 0 0 0,-1 0-1 0 0,0 1 1 0 0,1-1-1 0 0,-1 1 1 0 0,1 0 0 0 0,0 0-1 0 0,-1 1 1 0 0,1-1-1 0 0,0 1 1 0 0,0 0 0 0 0,0 1-1 0 0,0-1 1 0 0,0 1-1 0 0,1 0 1 0 0,-1 0 0 0 0,0 0-1 0 0,0 1 1 0 0,0 0 0 0 0,0 0-1 0 0,0 0 1 0 0,-1 1-1 0 0,1-1 1 0 0,7 5 0 0 0,-11-6 10 0 0,0 1 1 0 0,0 0-1 0 0,0 0 1 0 0,-1-1 0 0 0,1 1-1 0 0,0 0 1 0 0,0 0 0 0 0,-1 0-1 0 0,1 0 1 0 0,0 0-1 0 0,-1 0 1 0 0,1 0 0 0 0,-1 0-1 0 0,1 0 1 0 0,-1 1-1 0 0,0-1 1 0 0,1 0 0 0 0,-1 0-1 0 0,0 0 1 0 0,0 0 0 0 0,0 1-1 0 0,0-1 1 0 0,0 0-1 0 0,0 0 1 0 0,0 0 0 0 0,0 1-1 0 0,-1-1 1 0 0,1 0 0 0 0,0 0-1 0 0,-1 0 1 0 0,1 0-1 0 0,-1 0 1 0 0,1 0 0 0 0,-1 0-1 0 0,0 0 1 0 0,1 0-1 0 0,-2 1 1 0 0,-27 33-59 0 0,-17-2-3203 0 0</inkml:trace>
</inkml:ink>
</file>

<file path=ppt/ink/ink6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7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73 196 0 0,'0'0'3355'0'0,"13"13"-911"0"0,-18 133 1283 0 0,-7 87-1401 0 0,10-224-1722 0 0,1-3 112 0 0,2-9-321 0 0,4-24-294 0 0,11-40 0 0 0,-9 51-89 0 0,0 1-1 0 0,0-1 1 0 0,2 1 0 0 0,0 1-1 0 0,0 0 1 0 0,1 0-1 0 0,1 1 1 0 0,1 0-1 0 0,0 1 1 0 0,0 0-1 0 0,17-12 1 0 0,-26 22-32 0 0,0 1-1 0 0,0-1 1 0 0,1 0 0 0 0,-1 1 0 0 0,1-1-1 0 0,-1 1 1 0 0,1 0 0 0 0,-1 0 0 0 0,1 1-1 0 0,4-1 1 0 0,-7 1 5 0 0,0 0 0 0 0,1 0 0 0 0,-1 0 0 0 0,0 0 0 0 0,1 1 0 0 0,-1-1 0 0 0,0 0 1 0 0,0 1-1 0 0,1-1 0 0 0,-1 1 0 0 0,0-1 0 0 0,0 1 0 0 0,0 0 0 0 0,0-1 0 0 0,0 1 0 0 0,0 0 0 0 0,0 0 0 0 0,0 0 0 0 0,0 0 0 0 0,1 1 0 0 0,0 1-19 0 0,-1 1 0 0 0,1-1-1 0 0,-1 1 1 0 0,0 0-1 0 0,0 0 1 0 0,0-1 0 0 0,0 1-1 0 0,-1 0 1 0 0,0 0 0 0 0,1 0-1 0 0,-1 0 1 0 0,-1 0 0 0 0,1 0-1 0 0,-1 0 1 0 0,1 0 0 0 0,-3 6-1 0 0,-2 9-249 0 0,2 1-1 0 0,-3 26 1 0 0,6-44 150 0 0,4 2-75 0 0,-4-4 199 0 0,0 1-1 0 0,0-1 1 0 0,0 1 0 0 0,0-1 0 0 0,1 1 0 0 0,-1-1 0 0 0,0 1-1 0 0,1-1 1 0 0,-1 1 0 0 0,0-1 0 0 0,1 0 0 0 0,-1 1-1 0 0,0-1 1 0 0,1 1 0 0 0,-1-1 0 0 0,1 0 0 0 0,-1 0-1 0 0,1 1 1 0 0,-1-1 0 0 0,1 0 0 0 0,-1 0 0 0 0,1 1-1 0 0,-1-1 1 0 0,1 0 0 0 0,-1 0 0 0 0,1 0 0 0 0,-1 0 0 0 0,1 0-1 0 0,0 0 1 0 0,-1 0 0 0 0,1 0 0 0 0,-1 0 0 0 0,1 0-1 0 0,-1 0 1 0 0,1 0 0 0 0,-1 0 0 0 0,1 0 0 0 0,-1-1-1 0 0,1 1 1 0 0,0 0 0 0 0,11-5-59 0 0,0 0 0 0 0,0 0 0 0 0,-1-1 0 0 0,0 0 0 0 0,0-1 0 0 0,0 0 0 0 0,-1-1 0 0 0,0-1 0 0 0,0 1 0 0 0,-1-1 0 0 0,10-14 0 0 0,8-9 86 0 0,-1-2 1 0 0,24-43-1 0 0,-44 69 266 0 0,-1-1 0 0 0,-1 0 0 0 0,1 0 0 0 0,-1 0 0 0 0,-1 0 0 0 0,0 0 0 0 0,0-1 0 0 0,-1 0 0 0 0,0 0 0 0 0,-1 1 0 0 0,1-20 0 0 0,-3 27 652 0 0,-2 7-832 0 0,-1 1-89 0 0,0 1-1 0 0,0 0 0 0 0,1 0 0 0 0,0 0 0 0 0,1 0 0 0 0,0 1 0 0 0,0-1 0 0 0,0 1 1 0 0,1-1-1 0 0,0 1 0 0 0,0 0 0 0 0,1-1 0 0 0,0 1 0 0 0,0 0 0 0 0,1-1 0 0 0,0 1 1 0 0,1 0-1 0 0,-1-1 0 0 0,4 8 0 0 0,-3-6-79 0 0,1-1 0 0 0,0 0-1 0 0,1 1 1 0 0,0-1 0 0 0,0 0 0 0 0,1-1-1 0 0,0 1 1 0 0,0-1 0 0 0,0 0 0 0 0,1 0-1 0 0,0-1 1 0 0,1 1 0 0 0,0-1 0 0 0,0-1-1 0 0,0 1 1 0 0,14 7 0 0 0,25 8 453 0 0,-44-20-121 0 0,8 14-1784 0 0,-10-13 360 0 0,-3 10-4842 0 0</inkml:trace>
</inkml:ink>
</file>

<file path=ppt/ink/ink6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7.9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 1008 0 0,'0'0'914'0'0,"-1"-2"344"0"0,-5 4 3811 0 0,6 3-5068 0 0,0-1 1 0 0,1 1-1 0 0,0 0 0 0 0,0-1 0 0 0,0 1 0 0 0,0-1 0 0 0,1 1 0 0 0,0-1 0 0 0,0 1 0 0 0,0-1 0 0 0,1 0 0 0 0,-1 0 0 0 0,1 0 0 0 0,0 0 0 0 0,0-1 0 0 0,0 1 0 0 0,1-1 0 0 0,-1 0 0 0 0,1 0 1 0 0,-1 0-1 0 0,1 0 0 0 0,0 0 0 0 0,8 3 0 0 0,-10-6-77 0 0,1 0 1 0 0,-1 0-1 0 0,0 0 1 0 0,0 0 0 0 0,1 0-1 0 0,-1 0 1 0 0,0-1-1 0 0,1 1 1 0 0,-1-1-1 0 0,0 1 1 0 0,0-1-1 0 0,1 0 1 0 0,-1 0-1 0 0,0 0 1 0 0,0 0 0 0 0,0-1-1 0 0,0 1 1 0 0,0 0-1 0 0,-1-1 1 0 0,4-3-1 0 0,29-32 706 0 0,-33 35-258 0 0,-1 2-360 0 0,0 0-1 0 0,0-1 1 0 0,1 1-1 0 0,-1 0 1 0 0,0-1-1 0 0,0 1 1 0 0,1 0 0 0 0,-1-1-1 0 0,0 1 1 0 0,1 0-1 0 0,-1 0 1 0 0,0-1 0 0 0,1 1-1 0 0,-1 0 1 0 0,0 0-1 0 0,1 0 1 0 0,-1-1-1 0 0,1 1 1 0 0,-1 0 0 0 0,0 0-1 0 0,1 0 1 0 0,-1 0-1 0 0,1 0 1 0 0,-1 0-1 0 0,1 0 1 0 0,-1 0 0 0 0,0 0-1 0 0,1 0 1 0 0,-1 0-1 0 0,1 0 1 0 0,-1 0-1 0 0,1 1 1 0 0,33 41-4510 0 0,-22-34 2486 0 0</inkml:trace>
</inkml:ink>
</file>

<file path=ppt/ink/ink6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8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42 452 0 0,'0'0'1635'0'0,"8"-5"4446"0"0,3 28-5909 0 0,-11-21-365 0 0,20-8-2029 0 0,34-36 1491 0 0,-53 41 1043 0 0,13-11 3620 0 0,-11 31-4310 0 0,-6 12-4462 0 0,2-28 2464 0 0</inkml:trace>
</inkml:ink>
</file>

<file path=ppt/ink/ink6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8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565 0 912 0 0,'11'6'432'0'0,"0"1"0"0"0,-1-1 0 0 0,0 1 0 0 0,0 1 0 0 0,-1 0 0 0 0,1 0 1 0 0,-2 1-1 0 0,1 0 0 0 0,-2 1 0 0 0,1 0 0 0 0,-1 0 0 0 0,0 0 0 0 0,-1 1 0 0 0,-1 0 0 0 0,0 1 0 0 0,0-1 0 0 0,5 21 0 0 0,-1 0-180 0 0,-2 0 0 0 0,-1 0-1 0 0,-2 0 1 0 0,-1 1-1 0 0,-2 50 1 0 0,-4-31-5 0 0,-3-1 1 0 0,-2 1-1 0 0,-2-1 1 0 0,-28 85-1 0 0,2-40 143 0 0,-63 121-1 0 0,73-167-514 0 0,-3-1-1 0 0,-2-2 1 0 0,-3-1 0 0 0,-1-1-1 0 0,-68 67 1 0 0,56-69-2050 0 0,-2-2-1 0 0,-78 51 0 0 0,66-55-600 0 0</inkml:trace>
</inkml:ink>
</file>

<file path=ppt/ink/ink6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48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45 412 0 0,'-14'-19'16310'0'0,"10"15"-14437"0"0,1 2-3908 0 0,-16-17 3441 0 0,-3 74-1413 0 0,13-27 18 0 0,-2-1 0 0 0,-2 0 0 0 0,-27 45 0 0 0,35-65-15 0 0,1 0 1 0 0,0 0-1 0 0,0 1 1 0 0,-5 13-1 0 0,-3 5 31 0 0,11-25-11 0 0,-1 1-38 0 0,-1 1 28 0 0,11 12-98 0 0,-5-13 90 0 0,1 0 1 0 0,-1 0-1 0 0,0 0 1 0 0,0-1-1 0 0,1 1 0 0 0,-1-1 1 0 0,1 0-1 0 0,-1 0 1 0 0,1 0-1 0 0,0 0 1 0 0,-1-1-1 0 0,8 1 1 0 0,-2 0 23 0 0,10 2-24 0 0,0-2 1 0 0,0 0-1 0 0,1-1 0 0 0,-1-1 0 0 0,32-5 0 0 0,-14 1-8 0 0,6-1-30 0 0,44-3-853 0 0,-86 8 884 0 0,-1 1 1 0 0,1 0 0 0 0,-1 0 0 0 0,0 0 0 0 0,1 0 0 0 0,-1-1 0 0 0,0 1 0 0 0,1 0-1 0 0,-1 0 1 0 0,0-1 0 0 0,0 1 0 0 0,1 0 0 0 0,-1-1 0 0 0,0 1 0 0 0,0 0 0 0 0,1-1-1 0 0,-1 1 1 0 0,0 0 0 0 0,0-1 0 0 0,0 1 0 0 0,0 0 0 0 0,0-1 0 0 0,1 1 0 0 0,-1-1-1 0 0,0 1 1 0 0,0 0 0 0 0,0-1 0 0 0,0 1 0 0 0,0-1 0 0 0,0 1 0 0 0,0 0 0 0 0,0-1-1 0 0,0 1 1 0 0,-1 0 0 0 0,1-1 0 0 0,0 1 0 0 0,0-1 0 0 0,0 1 0 0 0,-1-1 0 0 0,-5-22-372 0 0,4 18 380 0 0,-15-61 254 0 0,17 65-91 0 0,-1-1 30 0 0,1 2-176 0 0,0 0 0 0 0,0 0 0 0 0,-1 0 1 0 0,1 0-1 0 0,0 0 0 0 0,0 0 0 0 0,0 0 0 0 0,0 0 0 0 0,0 1 0 0 0,0-1 0 0 0,0 0 1 0 0,-1 0-1 0 0,1 0 0 0 0,0 0 0 0 0,0 0 0 0 0,0 0 0 0 0,0 0 0 0 0,0 0 1 0 0,-1 0-1 0 0,1 0 0 0 0,0 0 0 0 0,0 0 0 0 0,0 0 0 0 0,0 0 0 0 0,0 0 0 0 0,0 0 1 0 0,-1 0-1 0 0,1 0 0 0 0,0 0 0 0 0,0 0 0 0 0,0 0 0 0 0,0-1 0 0 0,0 1 1 0 0,-1 0-1 0 0,1 0 0 0 0,0 0 0 0 0,0 0 0 0 0,0 0 0 0 0,0 0 0 0 0,0 0 0 0 0,0 0 1 0 0,0 0-1 0 0,0-1 0 0 0,0 1 0 0 0,-1 0 0 0 0,1 0 0 0 0,0 0 0 0 0,0 0 1 0 0,0 0-1 0 0,0-1 0 0 0,0 1 0 0 0,0 0 0 0 0,0 0 0 0 0,0 0 0 0 0,0 0 1 0 0,0 0-1 0 0,0 0 0 0 0,0-1 0 0 0,0 1 0 0 0,0 0 0 0 0,0 0 0 0 0,0 0 0 0 0,0 0 1 0 0,0 0-1 0 0,0-1 0 0 0,0 1 0 0 0,1 0 0 0 0,-1 0 0 0 0,0 0 0 0 0,-37 164 74 0 0,26-104-866 0 0,-30 97 0 0 0,14-93-1749 0 0,-5-1-3805 0 0,12-23 1965 0 0</inkml:trace>
</inkml:ink>
</file>

<file path=ppt/ink/ink6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9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71 968 0 0,'-12'-8'4320'0'0,"37"-15"-3703"0"0,-7 16-61 0 0,6-3-56 0 0,5 3-56 0 0,1 0-140 0 0,9 2-128 0 0,-8 2-196 0 0,-2 3-192 0 0,-2 5-232 0 0,-8 0-272 0 0,-4 0-369 0 0,-5 4-1171 0 0,-4-1 520 0 0</inkml:trace>
</inkml:ink>
</file>

<file path=ppt/ink/ink6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19.7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54 928 0 0,'-4'5'1616'0'0,"-2"5"1272"0"0,26-6-2227 0 0,25-15-641 0 0,2-1-272 0 0,0 0-729 0 0,4-2-1055 0 0,18-10 468 0 0</inkml:trace>
</inkml:ink>
</file>

<file path=ppt/ink/ink6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0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30 364 0 0,'2'-16'4128'0'0,"-5"3"2388"0"0,5 35-5252 0 0,4 21-2014 0 0,-2-20 1525 0 0,34 141 252 0 0,-19-60-662 0 0,-19-102-343 0 0,2 21-600 0 0,0-9-7076 0 0,3-8 4571 0 0</inkml:trace>
</inkml:ink>
</file>

<file path=ppt/ink/ink6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1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10 341 632 0 0,'0'0'1762'0'0,"-9"-6"4781"0"0,37-5-6196 0 0,0 1 0 0 0,1 1 0 0 0,55-9 0 0 0,-43 10-194 0 0,1187-218 2013 0 0,-930 175-930 0 0,-282 50-1788 0 0,-13 6 86 0 0,-20 15-651 0 0,-44 23-4955 0 0,35-27 2883 0 0</inkml:trace>
</inkml:ink>
</file>

<file path=ppt/ink/ink6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1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12 564 0 0,'-1'-12'12186'0'0,"6"33"-9952"0"0,4 46-2410 0 0,-7-5 1134 0 0,-1-3-4027 0 0,1-54 2105 0 0,-1-3-791 0 0</inkml:trace>
</inkml:ink>
</file>

<file path=ppt/ink/ink6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1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30 744 0 0,'15'-30'8557'0'0,"-14"31"-8449"0"0,0-1 0 0 0,0 1 0 0 0,0 0 0 0 0,0-1 0 0 0,0 1 0 0 0,-1 0 0 0 0,1 0 1 0 0,0 0-1 0 0,0 0 0 0 0,-1-1 0 0 0,1 1 0 0 0,0 0 0 0 0,-1 0 0 0 0,1 1 0 0 0,-1-1 0 0 0,1 0 0 0 0,-1 0 1 0 0,0 0-1 0 0,1 2 0 0 0,15 41 552 0 0,-3-9-189 0 0,-10-28-417 0 0,1 0-1 0 0,0 0 0 0 0,0 0 1 0 0,0-1-1 0 0,1 1 0 0 0,0-1 1 0 0,0 0-1 0 0,1-1 0 0 0,-1 1 1 0 0,1-1-1 0 0,11 7 0 0 0,-12-10-44 0 0,0 1 0 0 0,0-1-1 0 0,0-1 1 0 0,0 1 0 0 0,1-1-1 0 0,-1 1 1 0 0,0-2 0 0 0,1 1-1 0 0,-1 0 1 0 0,0-1-1 0 0,1 0 1 0 0,-1-1 0 0 0,1 1-1 0 0,-1-1 1 0 0,0 0 0 0 0,1 0-1 0 0,9-4 1 0 0,-3 1 366 0 0,12-2 1835 0 0,-23 6-2190 0 0,-1 1 0 0 0,1-1 0 0 0,0 1 1 0 0,-1-1-1 0 0,1 1 0 0 0,-1-1 0 0 0,0 1 0 0 0,1 0 0 0 0,-1-1 1 0 0,1 1-1 0 0,-1 0 0 0 0,0-1 0 0 0,0 1 0 0 0,1 0 0 0 0,-1-1 1 0 0,0 1-1 0 0,0 0 0 0 0,0 0 0 0 0,0-1 0 0 0,0 1 0 0 0,0 0 1 0 0,0 0-1 0 0,0-1 0 0 0,0 1 0 0 0,0 0 0 0 0,0 0 0 0 0,0-1 1 0 0,0 1-1 0 0,-1 0 0 0 0,1 0 0 0 0,0-1 0 0 0,-1 1 1 0 0,1 0-1 0 0,-1 0 0 0 0,-31 109-2804 0 0,26-95 153 0 0,-1 0 0 0 0,-15 26 1 0 0,10-23-747 0 0</inkml:trace>
</inkml:ink>
</file>

<file path=ppt/ink/ink6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2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8 345 180 0 0,'0'0'6771'0'0,"-7"1"-5854"0"0,7-1-856 0 0,0 0 1 0 0,0 0-1 0 0,0 0 1 0 0,0 1-1 0 0,0-1 1 0 0,0 0 0 0 0,0 0-1 0 0,0 0 1 0 0,0 0-1 0 0,0 0 1 0 0,1 0-1 0 0,-1 0 1 0 0,0 0-1 0 0,0 0 1 0 0,0 0 0 0 0,0 1-1 0 0,0-1 1 0 0,-1 0-1 0 0,1 0 1 0 0,0 0-1 0 0,0 0 1 0 0,0 0-1 0 0,0 0 1 0 0,0 0-1 0 0,0 1 370 0 0,0-1-369 0 0,17 5 60 0 0,0 0 0 0 0,1-1 1 0 0,-1-1-1 0 0,1-1 0 0 0,0-1 1 0 0,23 0-1 0 0,118-12 187 0 0,-122 7-233 0 0,496-54 729 0 0,235-20 169 0 0,-240 44-345 0 0,202-15 284 0 0,-599 37-517 0 0,697-95 3918 0 0,-803 100-2768 0 0,-10 2 675 0 0,-4 2-3688 0 0,-2 1-2988 0 0</inkml:trace>
</inkml:ink>
</file>

<file path=ppt/ink/ink6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2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15 1148 0 0,'0'0'2508'0'0,"-27"-13"-2564"0"0,3 12-736 0 0,8 1-380 0 0,-11 0 268 0 0</inkml:trace>
</inkml:ink>
</file>

<file path=ppt/ink/ink6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4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16 115 980 0 0,'-1'0'390'0'0,"-1"-1"0"0"0,1 0 0 0 0,0 0 0 0 0,0 0 0 0 0,0 0 0 0 0,0 0 0 0 0,0 0 0 0 0,0 0 0 0 0,1 0 0 0 0,-1 0 0 0 0,0 0 0 0 0,1-1 0 0 0,-1 1 0 0 0,0 0 0 0 0,1 0 0 0 0,-1-1 0 0 0,1 1-1 0 0,0 0 1 0 0,-1-1 0 0 0,1 1 0 0 0,0-1 0 0 0,0 1 0 0 0,0 0 0 0 0,0-1 0 0 0,0 1 0 0 0,0 0 0 0 0,1-1 0 0 0,-1 1 0 0 0,0-1 0 0 0,1 1 0 0 0,-1 0 0 0 0,1-1 0 0 0,-1 1 0 0 0,1 0 0 0 0,-1 0 0 0 0,1 0 0 0 0,3-3 2299 0 0,-3 1-2660 0 0,0 1-1 0 0,0 0 0 0 0,0-1 1 0 0,0 1-1 0 0,1 0 0 0 0,-1 0 1 0 0,1 0-1 0 0,0 0 0 0 0,0 0 1 0 0,0 0-1 0 0,-1 0 0 0 0,2 1 1 0 0,-1-1-1 0 0,0 1 1 0 0,0-1-1 0 0,0 1 0 0 0,1 0 1 0 0,-1 0-1 0 0,0 0 0 0 0,4-1 1 0 0,59-19-26 0 0,-48 17 36 0 0,-11 3-50 0 0,0 0 1 0 0,0 0-1 0 0,0 1 1 0 0,0 0-1 0 0,0 0 1 0 0,0 0 0 0 0,0 1-1 0 0,0 0 1 0 0,0 0-1 0 0,0 0 1 0 0,0 1-1 0 0,-1 0 1 0 0,1 0-1 0 0,6 4 1 0 0,-11-4 2 0 0,0 0 1 0 0,0 0-1 0 0,1 0 0 0 0,-2 0 0 0 0,1 0 1 0 0,0 0-1 0 0,0 0 0 0 0,-1 0 0 0 0,1 1 1 0 0,-1-1-1 0 0,1 0 0 0 0,-1 1 0 0 0,0-1 1 0 0,0 0-1 0 0,0 0 0 0 0,0 1 0 0 0,-1 3 1 0 0,-1 0-5 0 0,0 0 1 0 0,0 0-1 0 0,0 0 1 0 0,-1 0-1 0 0,1-1 1 0 0,-6 8-1 0 0,-5 7 0 0 0,-2-1-1 0 0,-24 25 0 0 0,34-38 16 0 0,-8 7 0 0 0,-1-1 1 0 0,1-1 0 0 0,-27 17-1 0 0,38-26 18 0 0,-1 0-1 0 0,1 1 0 0 0,0-1 0 0 0,0 1 1 0 0,0 0-1 0 0,0-1 0 0 0,0 1 0 0 0,0 0 1 0 0,-1 4-1 0 0,292-67-1259 0 0,-272 57-93 0 0,10-3-864 0 0,-12-4-6186 0 0,-9 3 5350 0 0</inkml:trace>
</inkml:ink>
</file>

<file path=ppt/ink/ink6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4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518 19 472 0 0,'0'0'3616'0'0,"-2"-3"-2535"0"0,-6-10-100 0 0,6 10 1406 0 0,-3 6-1754 0 0,-21 14 103 0 0,1 1 0 0 0,1 2 0 0 0,-30 30 0 0 0,-67 80 490 0 0,104-111-1066 0 0,-171 218 1039 0 0,179-226-1387 0 0,-20 36 396 0 0,21-15-4733 0 0,28-34-528 0 0,-16 1 2160 0 0</inkml:trace>
</inkml:ink>
</file>

<file path=ppt/ink/ink6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4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1 184 0 0,'-3'7'4864'0'0,"-9"18"-80"0"0,-8 32-3031 0 0,18-53-1721 0 0,1 0-1 0 0,-1 0 1 0 0,1 1-1 0 0,0-1 0 0 0,0 1 1 0 0,1-1-1 0 0,-1 1 1 0 0,1-1-1 0 0,0 1 1 0 0,1-1-1 0 0,-1 1 0 0 0,1-1 1 0 0,-1 0-1 0 0,1 1 1 0 0,1-1-1 0 0,-1 0 1 0 0,0 1-1 0 0,4 4 0 0 0,-4-7-33 0 0,0-1 0 0 0,0 0 0 0 0,1 0 0 0 0,-1 0-1 0 0,0 0 1 0 0,1-1 0 0 0,-1 1 0 0 0,1 0 0 0 0,-1 0-1 0 0,1-1 1 0 0,-1 1 0 0 0,1-1 0 0 0,-1 0 0 0 0,1 1-1 0 0,-1-1 1 0 0,1 0 0 0 0,0 0 0 0 0,-1 0 0 0 0,1 0-1 0 0,0 0 1 0 0,-1 0 0 0 0,1 0 0 0 0,2-1 0 0 0,40-16 272 0 0,-25 9 833 0 0,-17 7 84 0 0,13 28-698 0 0,-15-13-721 0 0,2 59-852 0 0,4-26-6668 0 0,-2-36 4313 0 0</inkml:trace>
</inkml:ink>
</file>

<file path=ppt/ink/ink6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5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1064 0 0,'0'0'7408'0'0,"3"3"-6914"0"0,26 27 544 0 0,52 62 1297 0 0,-74-83-2701 0 0,0 0 1 0 0,-1 1-1 0 0,-1 0 0 0 0,8 18 1 0 0,-11-22-570 0 0,3 4-4248 0 0</inkml:trace>
</inkml:ink>
</file>

<file path=ppt/ink/ink6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5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26 360 0 0,'-1'-2'620'0'0,"1"0"0"0"0,-1 1 0 0 0,0-1 0 0 0,0 1 1 0 0,0-1-1 0 0,0 0 0 0 0,0 1 0 0 0,0-1 0 0 0,0 1 0 0 0,0 0 0 0 0,-1 0 0 0 0,1-1 0 0 0,0 1 0 0 0,-1 0 0 0 0,1 0 1 0 0,-4-1-1 0 0,-18 16-55 0 0,0 2 1 0 0,2 1-1 0 0,-1 1 0 0 0,-22 25 1 0 0,5 0-2613 0 0,3 4-4276 0 0,30-40 3308 0 0</inkml:trace>
</inkml:ink>
</file>

<file path=ppt/ink/ink6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5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78 912 0 0,'0'0'3292'0'0,"-11"-17"117"0"0,34 0-3205 0 0,-7 14-224 0 0,2-7-312 0 0,10 2-336 0 0,-1 0-468 0 0,1 2-1229 0 0,-2-3 549 0 0</inkml:trace>
</inkml:ink>
</file>

<file path=ppt/ink/ink6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6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49 300 0 0,'0'0'1227'0'0,"-1"-9"680"0"0,1 4 1800 0 0,-1 3-3554 0 0,1 1 0 0 0,1 0 0 0 0,-1-1 0 0 0,0 1 1 0 0,0-1-1 0 0,0 1 0 0 0,1 0 0 0 0,-1-1 0 0 0,1 1 1 0 0,-1 0-1 0 0,1-1 0 0 0,-1 1 0 0 0,1 0 0 0 0,0 0 1 0 0,0 0-1 0 0,0-1 0 0 0,-1 1 0 0 0,1 0 0 0 0,0 0 1 0 0,0 0-1 0 0,0 0 0 0 0,1 1 0 0 0,-1-1 0 0 0,0 0 1 0 0,0 0-1 0 0,0 1 0 0 0,1-1 0 0 0,-1 1 0 0 0,0-1 1 0 0,1 1-1 0 0,-1-1 0 0 0,0 1 0 0 0,1 0 1 0 0,-1 0-1 0 0,0-1 0 0 0,1 1 0 0 0,-1 0 0 0 0,1 0 1 0 0,-1 0-1 0 0,3 1 0 0 0,-2-1 105 0 0,3 6 64 0 0,-5-6-315 0 0,1 0 1 0 0,-1 0-1 0 0,0 0 1 0 0,1 0-1 0 0,-1 0 1 0 0,0 1-1 0 0,1-1 1 0 0,-1 0-1 0 0,0 0 1 0 0,1 0-1 0 0,-1 1 0 0 0,0-1 1 0 0,0 0-1 0 0,1 0 1 0 0,-1 1-1 0 0,0-1 1 0 0,0 0-1 0 0,0 1 1 0 0,1-1-1 0 0,-1 0 1 0 0,0 1-1 0 0,0-1 1 0 0,0 0-1 0 0,0 1 1 0 0,0-1-1 0 0,1 0 1 0 0,-1 1-1 0 0,0-1 1 0 0,0 0-1 0 0,0 1 1 0 0,0-1-1 0 0,0 1 1 0 0,-1 10 87 0 0,-1 0 0 0 0,0-1 0 0 0,0 1 0 0 0,-1-1 0 0 0,0 0 0 0 0,-1 1 0 0 0,-6 10 0 0 0,-38 68 311 0 0,48-88-405 0 0,-1-1-1 0 0,1 1 1 0 0,0 0-1 0 0,0-1 1 0 0,-1 1-1 0 0,1 0 1 0 0,0 0-1 0 0,0-1 1 0 0,0 1-1 0 0,0 0 1 0 0,0 0-1 0 0,0-1 1 0 0,0 1-1 0 0,0 0 1 0 0,0 0-1 0 0,0-1 1 0 0,1 1-1 0 0,-1 0 1 0 0,0-1-1 0 0,0 1 1 0 0,1 0-1 0 0,-1-1 1 0 0,0 1-1 0 0,1 0 1 0 0,-1-1-1 0 0,1 1 0 0 0,-1 0 1 0 0,1-1-1 0 0,-1 1 1 0 0,1-1-1 0 0,-1 1 1 0 0,1-1-1 0 0,-1 1 1 0 0,1-1-1 0 0,0 0 1 0 0,-1 1-1 0 0,1-1 1 0 0,0 0-1 0 0,-1 1 1 0 0,1-1-1 0 0,0 0 1 0 0,0 0-1 0 0,-1 0 1 0 0,1 0-1 0 0,0 0 1 0 0,0 1-1 0 0,37 4-665 0 0,-28-6 234 0 0,62-5-2635 0 0,-25-6-2925 0 0,-31 6 3018 0 0</inkml:trace>
</inkml:ink>
</file>

<file path=ppt/ink/ink6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6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373 0 760 0 0,'-2'2'10466'0'0,"-16"20"-10250"0"0,-35 42 1055 0 0,-47 75 0 0 0,48-63-693 0 0,8-9-677 0 0,-37 82-1 0 0,79-145-7 0 0,-11 27-1761 0 0,8-16-4643 0 0,2-6 3206 0 0</inkml:trace>
</inkml:ink>
</file>

<file path=ppt/ink/ink6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6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31 576 0 0,'20'-30'12739'0'0,"-20"36"-11136"0"0,-15 54-844 0 0,8-36-28 0 0,2-11-557 0 0,4-11-144 0 0,0 1 0 0 0,-1 0 0 0 0,1 0 0 0 0,1 0 0 0 0,-1 0 0 0 0,0 0 0 0 0,1 0 0 0 0,-1 0 0 0 0,1 0 0 0 0,0 0 1 0 0,0 0-1 0 0,0 0 0 0 0,0 0 0 0 0,2 4 0 0 0,-2-5-74 0 0,-1 0 0 0 0,1 0 0 0 0,1-1 0 0 0,-1 1 0 0 0,0 0 0 0 0,0 0 0 0 0,1 0 0 0 0,-1 0 0 0 0,1-1 0 0 0,-1 1 0 0 0,1 0 1 0 0,0 0-1 0 0,0-1 0 0 0,0 1 0 0 0,0-1 0 0 0,0 1 0 0 0,0-1 0 0 0,0 1 0 0 0,1-1 0 0 0,-1 0 0 0 0,0 1 0 0 0,1-1 0 0 0,-1 0 0 0 0,1 0 0 0 0,-1 0 0 0 0,1 0 0 0 0,0 0 0 0 0,-1 0 0 0 0,1-1 1 0 0,0 1-1 0 0,0 0 0 0 0,-1-1 0 0 0,1 0 0 0 0,0 1 0 0 0,0-1 0 0 0,0 0 0 0 0,0 0 0 0 0,-1 0 0 0 0,4 0 0 0 0,6-2-110 0 0,0 0 0 0 0,0-1 0 0 0,0 0 0 0 0,0-1 1 0 0,15-7-1 0 0,1 0 668 0 0,-14 2 999 0 0,-1 2 445 0 0,-11 7-1928 0 0,-1 1 1 0 0,1 0-1 0 0,-1-1 1 0 0,1 1-1 0 0,-1 0 1 0 0,0 0-1 0 0,1-1 1 0 0,-1 1-1 0 0,0 0 1 0 0,0 0-1 0 0,1-1 1 0 0,-1 1-1 0 0,0 0 1 0 0,0 0-1 0 0,0 0 1 0 0,0-1-1 0 0,0 1 1 0 0,0 0-1 0 0,0 0 1 0 0,0 0 0 0 0,-1-1-1 0 0,1 1 1 0 0,0 1-1 0 0,-2 30-457 0 0,-2 39-2134 0 0,-4-25-6143 0 0,6-33 4555 0 0</inkml:trace>
</inkml:ink>
</file>

<file path=ppt/ink/ink6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9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1 856 0 0,'0'0'6017'0'0,"-1"6"-5697"0"0,-1 36 514 0 0,3 48 1 0 0,0-24-1131 0 0,3-1-4488 0 0,-4-50 2658 0 0</inkml:trace>
</inkml:ink>
</file>

<file path=ppt/ink/ink6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29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1 432 0 0,'1'1'10429'0'0,"1"19"-10399"0"0,1 224 1170 0 0,-4-214-1706 0 0,1 35-1152 0 0,10-26-3921 0 0,-5-30 3131 0 0</inkml:trace>
</inkml:ink>
</file>

<file path=ppt/ink/ink6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07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1384 584 0 0,'0'0'3664'0'0,"-2"-3"-2900"0"0,1-2-493 0 0,0 1 1 0 0,0-1 0 0 0,1 0-1 0 0,-1 0 1 0 0,1 1 0 0 0,0-1-1 0 0,0 0 1 0 0,1 1-1 0 0,-1-1 1 0 0,1 0 0 0 0,0 1-1 0 0,0-1 1 0 0,1 1 0 0 0,1-5-1 0 0,34-73 533 0 0,-21 49-398 0 0,26-69-125 0 0,-5-2 0 0 0,-4-2 0 0 0,-5-1 1 0 0,26-206-1 0 0,-45 238-132 0 0,-4 0 0 0 0,-3-1 0 0 0,-12-123 0 0 0,10 196-118 0 0,0 1 0 0 0,0-1 0 0 0,-1 1 0 0 0,1-1 0 0 0,-1 0 0 0 0,1 1 0 0 0,-1-1 0 0 0,0 1 0 0 0,0 0 0 0 0,0-1 0 0 0,-3-3 0 0 0,4 6-27 0 0,-1 0 0 0 0,1-1 0 0 0,-1 1-1 0 0,1 0 1 0 0,-1 1 0 0 0,1-1 0 0 0,-1 0 0 0 0,1 0-1 0 0,0 0 1 0 0,-1 0 0 0 0,1 0 0 0 0,-1 0 0 0 0,1 0-1 0 0,-1 1 1 0 0,1-1 0 0 0,0 0 0 0 0,-1 0-1 0 0,1 1 1 0 0,-1-1 0 0 0,1 0 0 0 0,0 1 0 0 0,-1-1-1 0 0,1 0 1 0 0,0 1 0 0 0,-1-1 0 0 0,1 0 0 0 0,0 1-1 0 0,0-1 1 0 0,-1 1 0 0 0,1-1 0 0 0,0 0 0 0 0,0 1-1 0 0,0-1 1 0 0,0 1 0 0 0,0-1 0 0 0,-1 1-1 0 0,-23 70-10 0 0,18-53 33 0 0,-19 67 19 0 0,-30 175 0 0 0,14 94 66 0 0,31-253-75 0 0,6-7-5 0 0,4-85-25 0 0,1 0 1 0 0,0-1-1 0 0,0 1 1 0 0,1-1-1 0 0,0 0 1 0 0,0 1-1 0 0,1-1 1 0 0,6 13-1 0 0,-8-21-3 0 0,-1 1-1 0 0,0-1 0 0 0,1 1 1 0 0,-1-1-1 0 0,0 1 0 0 0,1-1 1 0 0,-1 1-1 0 0,1-1 0 0 0,-1 0 1 0 0,1 1-1 0 0,-1-1 1 0 0,1 0-1 0 0,-1 1 0 0 0,1-1 1 0 0,-1 0-1 0 0,1 0 0 0 0,-1 1 1 0 0,1-1-1 0 0,-1 0 0 0 0,1 0 1 0 0,0 0-1 0 0,-1 0 1 0 0,1 0-1 0 0,-1 0 0 0 0,1 0 1 0 0,-1 0-1 0 0,1 0 0 0 0,0 0 1 0 0,-1 0-1 0 0,2 0 0 0 0,18-13 23 0 0,10-20-54 0 0,-30 32 29 0 0,19-28-9 0 0,-15 22 1 0 0,0 0 0 0 0,0 1-1 0 0,1-1 1 0 0,0 1 0 0 0,7-7-1 0 0,-11 13-5 0 0,2-2-103 0 0,5 9 64 0 0,14 18 39 0 0,-11-13-8 0 0,43 29 44 0 0,-53-40 353 0 0,14-31 180 0 0,-14 26-532 0 0,-2 0-1 0 0,1 0 1 0 0,0 0-1 0 0,-1 0 1 0 0,0 0-1 0 0,0 0 1 0 0,0 0-1 0 0,0 0 1 0 0,0 0-1 0 0,-1 0 1 0 0,-2-4-1 0 0,3 7-333 0 0</inkml:trace>
</inkml:ink>
</file>

<file path=ppt/ink/ink6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08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5 916 0 0,'-4'0'607'0'0,"-38"-5"3888"0"0,41 5-4291 0 0,-1 0 1 0 0,0 0-1 0 0,0 0 0 0 0,1 1 0 0 0,-1-1 0 0 0,0 0 0 0 0,0 1 0 0 0,1-1 1 0 0,-1 1-1 0 0,1-1 0 0 0,-1 1 0 0 0,0 0 0 0 0,1 0 0 0 0,0 0 0 0 0,-1 0 1 0 0,1 0-1 0 0,-1 0 0 0 0,0 2 0 0 0,0-2 481 0 0,30 20 27 0 0,-18-17-550 0 0,0-1-27 0 0,0 1 0 0 0,-1 0 0 0 0,1 0 0 0 0,15 11 0 0 0,-22-13-123 0 0,0 0-1 0 0,-1 0 1 0 0,1 1-1 0 0,-1 0 1 0 0,0-1-1 0 0,0 1 0 0 0,0 0 1 0 0,0 0-1 0 0,0 0 1 0 0,0 0-1 0 0,-1 0 1 0 0,1 1-1 0 0,-1-1 0 0 0,0 0 1 0 0,0 1-1 0 0,-1-1 1 0 0,1 1-1 0 0,0 4 0 0 0,0 7-3 0 0,-1 1-1 0 0,-1 0 0 0 0,0 0 0 0 0,0 0 0 0 0,-2-1 1 0 0,0 1-1 0 0,-1-1 0 0 0,-1 0 0 0 0,0 0 0 0 0,-1 0 1 0 0,0 0-1 0 0,-1-1 0 0 0,-12 17 0 0 0,-7 6 406 0 0,-2-1-1 0 0,-1-1 1 0 0,-45 40-1 0 0,73-74-296 0 0,2-6-1925 0 0,-1-1 1285 0 0,1 0 0 0 0,1 1-1 0 0,-1-1 1 0 0,1 0 0 0 0,0 1-1 0 0,0 0 1 0 0,1-1 0 0 0,4-6-1 0 0,-1 0-1547 0 0,3-8-1087 0 0</inkml:trace>
</inkml:ink>
</file>

<file path=ppt/ink/ink6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08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338 48 392 0 0,'0'-1'201'0'0,"1"-1"80"0"0,-1 0-1 0 0,1 0 0 0 0,-1 0 1 0 0,1 0-1 0 0,-1-1 0 0 0,0 1 0 0 0,0 0 1 0 0,0 0-1 0 0,0 0 0 0 0,0-1 0 0 0,-1 1 1 0 0,1 0-1 0 0,-1 0 0 0 0,1 0 1 0 0,-1 0-1 0 0,0 0 0 0 0,0 0 0 0 0,0 0 1 0 0,0 0-1 0 0,-1-3 0 0 0,-2 11 507 0 0,-214 736 4473 0 0,180-562-4619 0 0,8 2 1 0 0,-9 222-1 0 0,37-344-487 0 0,1 0 0 0 0,16 116-1 0 0,-7-117-375 0 0,3-1 0 0 0,2 0 0 0 0,2-1 0 0 0,4 0-1 0 0,1-2 1 0 0,38 73 0 0 0,-38-95-364 0 0,2-1 0 0 0,1 0 0 0 0,46 48 0 0 0,42 21-4667 0 0,-45-50 2014 0 0</inkml:trace>
</inkml:ink>
</file>

<file path=ppt/ink/ink6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09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560 7 228 0 0,'0'0'819'0'0,"0"0"-773"0"0,0 0 0 0 0,0 0-1 0 0,0 0 1 0 0,0-1 0 0 0,0 1-1 0 0,0 0 1 0 0,0 0-1 0 0,0-1 1 0 0,0 1 0 0 0,0 0-1 0 0,0 0 1 0 0,0 0-1 0 0,0-1 1 0 0,0 1 0 0 0,0 0-1 0 0,0 0 1 0 0,0-1 0 0 0,1 1-1 0 0,-1 0 1 0 0,0 0-1 0 0,0 0 1 0 0,0 0 0 0 0,0-1-1 0 0,0 1 1 0 0,1 0 0 0 0,-1 0-1 0 0,0 0 1 0 0,0 0-1 0 0,0 0 1 0 0,1-1 0 0 0,-1 1-1 0 0,0 0 1 0 0,0 0-1 0 0,0 0 1 0 0,1 0 0 0 0,-1 0-1 0 0,0 0 1 0 0,0 0 0 0 0,0 0-1 0 0,1 0 1 0 0,-1 0-1 0 0,0 0 1 0 0,0 0 0 0 0,1 0-1 0 0,-1 0 1 0 0,0 0-1 0 0,0 0 1 0 0,0 0 0 0 0,1 0-1 0 0,-1 0 1 0 0,0 0 0 0 0,0 0-1 0 0,1 1 1 0 0,-1-1-1 0 0,0 0 1 0 0,0 0 0 0 0,13 13 174 0 0,-2 1 1 0 0,0 0 0 0 0,0 0-1 0 0,-1 1 1 0 0,-1 1-1 0 0,-1 0 1 0 0,0 0 0 0 0,-1 0-1 0 0,0 1 1 0 0,6 27 0 0 0,4 28 196 0 0,10 81 1 0 0,-26-148-396 0 0,10 90 282 0 0,-4 1 0 0 0,-5 0-1 0 0,-9 101 1 0 0,-56 284 565 0 0,-70 110 214 0 0,104-498-910 0 0,-4-2 0 0 0,-5-2 0 0 0,-3-1 0 0 0,-62 98 0 0 0,81-152-440 0 0,-97 144 1008 0 0,52-96-2260 0 0,-7-10-3812 0 0,62-62 2751 0 0</inkml:trace>
</inkml:ink>
</file>

<file path=ppt/ink/ink6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30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20 0 0,'0'0'10244'0'0,"5"1"-10404"0"0,-1 0-57 0 0,26 5-444 0 0,-10 6-4345 0 0,-15-4 2630 0 0</inkml:trace>
</inkml:ink>
</file>

<file path=ppt/ink/ink6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30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0 160 0 0,'13'9'480'0'0,"-2"-9"252"0"0,16-2-596 0 0,-12 0-392 0 0,3 1-268 0 0,-5-3 120 0 0</inkml:trace>
</inkml:ink>
</file>

<file path=ppt/ink/ink6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37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80 900 0 0,'0'0'4466'0'0,"-5"-7"-3153"0"0,10 3 2386 0 0,39-11-2987 0 0,78-24 814 0 0,-105 34-1562 0 0,0 2 1 0 0,1 0-1 0 0,-1 1 0 0 0,1 0 0 0 0,20 2 0 0 0,2 7-2811 0 0,-32 1-1881 0 0,-3-2 2010 0 0</inkml:trace>
</inkml:ink>
</file>

<file path=ppt/ink/ink6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38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72 928 0 0,'0'0'95'0'0,"0"0"0"0"0,0 1 0 0 0,-1-1-1 0 0,1 0 1 0 0,0 0 0 0 0,0 0 0 0 0,0 1 0 0 0,0-1 0 0 0,0 0 0 0 0,0 0-1 0 0,0 1 1 0 0,0-1 0 0 0,0 0 0 0 0,0 0 0 0 0,0 0 0 0 0,-1 1-1 0 0,1-1 1 0 0,1 0 0 0 0,-1 0 0 0 0,0 1 0 0 0,0-1 0 0 0,0 0 0 0 0,0 0-1 0 0,0 0 1 0 0,0 1 0 0 0,0-1 0 0 0,0 0 0 0 0,0 0 0 0 0,0 1-1 0 0,0-1 1 0 0,0 0 0 0 0,1 0 0 0 0,-1 0 0 0 0,0 0 0 0 0,0 1 0 0 0,0-1-1 0 0,0 0 1 0 0,1 0 0 0 0,-1 0 0 0 0,0 0 0 0 0,0 0 0 0 0,0 1-1 0 0,1-1 1 0 0,-1 0 0 0 0,0 0 0 0 0,0 0 0 0 0,1 0 0 0 0,17-1 1798 0 0,33-12-1588 0 0,-36 8 207 0 0,12-1-473 0 0,80-22-452 0 0,-35 8-3672 0 0,-47 12 1985 0 0</inkml:trace>
</inkml:ink>
</file>

<file path=ppt/ink/ink6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43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51 32 0 0,'12'-40'6666'0'0,"-9"30"-551"0"0,-15 193-5638 0 0,3 21-76 0 0,4-181 281 0 0,2-10-2363 0 0,2-1-6292 0 0</inkml:trace>
</inkml:ink>
</file>

<file path=ppt/ink/ink6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43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37 200 0 0,'1'-8'1751'0'0,"2"-13"4732"0"0,-3 14-3407 0 0,1 13-2962 0 0,0 46 204 0 0,-2-31-242 0 0,1 0 1 0 0,1-1-1 0 0,1 1 0 0 0,1-1 0 0 0,1 1 1 0 0,7 20-1 0 0,-9-36-72 0 0,1 0 1 0 0,0-1-1 0 0,1 1 0 0 0,-1-1 1 0 0,1 0-1 0 0,0 0 0 0 0,0 0 1 0 0,0 0-1 0 0,1-1 0 0 0,-1 0 1 0 0,1 0-1 0 0,0 0 0 0 0,0 0 1 0 0,0-1-1 0 0,0 0 0 0 0,0 0 1 0 0,0 0-1 0 0,10 2 0 0 0,-14-4-8 0 0,3-1 5 0 0,0 0 2 0 0,-1 0 0 0 0,1 0 1 0 0,-1 0-1 0 0,1 0 0 0 0,-1-1 0 0 0,1 1 0 0 0,-1-1 0 0 0,0 0 0 0 0,0 0 1 0 0,0 0-1 0 0,0-1 0 0 0,0 1 0 0 0,-1-1 0 0 0,1 1 0 0 0,-1-1 0 0 0,1 0 0 0 0,-1 0 1 0 0,0 0-1 0 0,2-4 0 0 0,3-4 233 0 0,6-2 908 0 0,-6 14-709 0 0,-5 33-365 0 0,-2-25-20 0 0,0 15-504 0 0,-1 1-1 0 0,-8 38 0 0 0,7-50-1579 0 0,-2 0-1 0 0,0 0 1 0 0,-10 22-1 0 0,8-26-808 0 0</inkml:trace>
</inkml:ink>
</file>

<file path=ppt/ink/ink6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44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93 28 0 0,'0'0'782'0'0,"-13"2"3364"0"0,8 0-1820 0 0,10-2 232 0 0,360-27-1305 0 0,256-14-677 0 0,-284 22 610 0 0,-285 10 2342 0 0,-49 9-4805 0 0,-7 1 468 0 0,-16 1-327 0 0,-34 4-5375 0 0,29-3 2769 0 0</inkml:trace>
</inkml:ink>
</file>

<file path=ppt/ink/ink6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0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0 784 584 0 0,'0'0'8321'0'0,"3"-5"-7994"0"0,5-10-85 0 0,12-20 301 0 0,-2-1 0 0 0,21-57 0 0 0,53-227 284 0 0,-34 97-399 0 0,-55 179-72 0 0,-2 42-294 0 0,-1-7-39 0 0,0 9-23 0 0,0 0 1 0 0,0 0 0 0 0,0 1-1 0 0,0-1 1 0 0,0 0 0 0 0,0 0-1 0 0,0 0 1 0 0,-1 0 0 0 0,1 0-1 0 0,0 0 1 0 0,0 0 0 0 0,0 0-1 0 0,0 0 1 0 0,0 0 0 0 0,0 0-1 0 0,0 0 1 0 0,0 0 0 0 0,-1 0-1 0 0,1 0 1 0 0,0 0 0 0 0,0 0-1 0 0,0 0 1 0 0,0 0 0 0 0,0 0-1 0 0,0 0 1 0 0,0 0 0 0 0,0-1-1 0 0,-1 1 1 0 0,1 0 0 0 0,0 0-1 0 0,0 0 1 0 0,0 0 0 0 0,0 0-1 0 0,0 0 1 0 0,0 0 0 0 0,0 0-1 0 0,0 0 1 0 0,0 0 0 0 0,0 0-1 0 0,0 0 1 0 0,0-1 0 0 0,0 1-1 0 0,0 0 1 0 0,0 0 0 0 0,0 0-1 0 0,0 0 1 0 0,-1 0 0 0 0,1 0-1 0 0,0-1 1 0 0,-18 33 9 0 0,1-1-1 0 0,2 2 1 0 0,1 0 0 0 0,1 1 0 0 0,-13 60 0 0 0,11-22-14 0 0,-11 139 0 0 0,26-202 6 0 0,1 0-1 0 0,0 0 1 0 0,0 0-1 0 0,5 14 1 0 0,0 6 27 0 0,-6-29-27 0 0,0 1 1 0 0,0-1-1 0 0,0 1 0 0 0,0-1 1 0 0,0 1-1 0 0,0 0 0 0 0,0-1 1 0 0,0 1-1 0 0,0-1 0 0 0,0 1 1 0 0,0-1-1 0 0,1 1 0 0 0,-1-1 1 0 0,0 1-1 0 0,0-1 0 0 0,1 1 1 0 0,-1-1-1 0 0,0 0 0 0 0,1 1 1 0 0,-1-1-1 0 0,0 1 0 0 0,1-1 1 0 0,-1 0-1 0 0,1 1 0 0 0,-1-1 1 0 0,1 0-1 0 0,-1 1 0 0 0,1-1 1 0 0,-1 0-1 0 0,1 0 0 0 0,-1 1 1 0 0,1-1-1 0 0,-1 0 0 0 0,1 0 1 0 0,-1 0-1 0 0,1 0 0 0 0,-1 0 1 0 0,1 0-1 0 0,-1 0 0 0 0,1 0 1 0 0,0 0-1 0 0,3-1 3 0 0,0-1 1 0 0,-1 0-1 0 0,1 0 1 0 0,-1 0-1 0 0,1 0 0 0 0,-1-1 1 0 0,0 1-1 0 0,5-6 1 0 0,1 0-5 0 0,2-3 7 0 0,0 6-59 0 0,-9 4 41 0 0,0 0-37 0 0,-1 0-4 0 0,0 1 43 0 0,0-1-1 0 0,-1 1 1 0 0,1 0 0 0 0,0-1-1 0 0,0 1 1 0 0,0 0-1 0 0,0-1 1 0 0,0 1 0 0 0,0 0-1 0 0,0 0 1 0 0,0 0 0 0 0,0 0-1 0 0,0 0 1 0 0,0 0 0 0 0,0 0-1 0 0,0 1 1 0 0,0-1 0 0 0,0 0-1 0 0,0 0 1 0 0,1 1 0 0 0,10 1-49 0 0,-1-3-307 0 0,-10 1 408 0 0,1 0-1 0 0,0 0 1 0 0,0 0-1 0 0,-1 0 1 0 0,1 0-1 0 0,0-1 1 0 0,0 1-1 0 0,-1-1 1 0 0,1 1-1 0 0,0-1 1 0 0,-1 1-1 0 0,3-3 1 0 0,-3 3-263 0 0,0-1 0 0 0,-1 0 1 0 0,1 1-1 0 0,-1-1 1 0 0,1 0-1 0 0,-1 0 1 0 0,1 0-1 0 0,-1 0 0 0 0,0 1 1 0 0,1-1-1 0 0,-1 0 1 0 0,0 0-1 0 0,0 0 0 0 0,1 0 1 0 0,-1 0-1 0 0,0 0 1 0 0,0 0-1 0 0,0-1 0 0 0,15-2-4522 0 0,-3 2 2493 0 0</inkml:trace>
</inkml:ink>
</file>

<file path=ppt/ink/ink6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0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336 16 332 0 0,'0'0'2833'0'0,"-2"-3"-2110"0"0,2 2-610 0 0,-1 0 1 0 0,1 1 0 0 0,0-1 0 0 0,-1 0 0 0 0,1 1-1 0 0,-1-1 1 0 0,1 0 0 0 0,0 1 0 0 0,-1-1 0 0 0,0 1 0 0 0,1-1-1 0 0,-1 1 1 0 0,1-1 0 0 0,-1 1 0 0 0,0-1 0 0 0,1 1-1 0 0,-1 0 1 0 0,0-1 0 0 0,1 1 0 0 0,-1 0 0 0 0,0-1-1 0 0,0 1 1 0 0,1 0 0 0 0,-1 0 0 0 0,0 0 0 0 0,0 0-1 0 0,1 0 1 0 0,-1 0 0 0 0,0 0 0 0 0,0 0 0 0 0,1 0-1 0 0,-2 0 1 0 0,0 2-24 0 0,0-1 0 0 0,1 0-1 0 0,0 1 1 0 0,-1-1 0 0 0,1 1 0 0 0,0 0-1 0 0,0-1 1 0 0,0 1 0 0 0,0 0 0 0 0,0 0-1 0 0,0 0 1 0 0,0 0 0 0 0,1 0 0 0 0,-1 0-1 0 0,1 0 1 0 0,-1 3 0 0 0,-24 136 868 0 0,14-76-600 0 0,-27 99 0 0 0,29-138-301 0 0,0 0 0 0 0,-2 0 0 0 0,-1-1 1 0 0,-1-1-1 0 0,0 0 0 0 0,-2-1 0 0 0,-34 41 0 0 0,34-49-724 0 0,-1 0-1 0 0,0 0 1 0 0,-26 16-1 0 0</inkml:trace>
</inkml:ink>
</file>

<file path=ppt/ink/ink6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1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629 29 352 0 0,'0'0'489'0'0,"-23"-23"2651"0"0,18 21-3057 0 0,0 1-1 0 0,0 0 1 0 0,0 0-1 0 0,0 1 0 0 0,0-1 1 0 0,-1 1-1 0 0,1 0 1 0 0,0 1-1 0 0,0-1 1 0 0,0 1-1 0 0,0 0 1 0 0,0 0-1 0 0,0 1 1 0 0,0-1-1 0 0,0 1 1 0 0,0 0-1 0 0,0 1 1 0 0,1-1-1 0 0,-1 1 1 0 0,1 0-1 0 0,0 0 1 0 0,-6 5-1 0 0,-6 6 46 0 0,1 0-1 0 0,0 1 1 0 0,1 0-1 0 0,-17 25 1 0 0,-12 24 186 0 0,4 1 1 0 0,-34 75-1 0 0,-46 137 286 0 0,94-214-442 0 0,3 1 0 0 0,3 1 0 0 0,2 0 0 0 0,-15 131 0 0 0,27-139-7 0 0,3 1-1 0 0,2-1 0 0 0,2 1 0 0 0,3-1 0 0 0,3 1 0 0 0,23 88 0 0 0,-23-120-353 0 0,1 1-1 0 0,1-1 1 0 0,1-1-1 0 0,1 0 1 0 0,1 0-1 0 0,1-2 1 0 0,2 0-1 0 0,0 0 0 0 0,1-1 1 0 0,1-1-1 0 0,2-1 1 0 0,0-1-1 0 0,0 0 1 0 0,2-2-1 0 0,46 29 1 0 0,-42-34-2314 0 0,1-2 194 0 0</inkml:trace>
</inkml:ink>
</file>

<file path=ppt/ink/ink6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6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346 101 656 0 0,'0'-4'717'0'0,"5"-76"4581"0"0,-5 78-4710 0 0,-1 1-490 0 0,1 1 0 0 0,0-1 0 0 0,0 1 1 0 0,0-1-1 0 0,0 1 0 0 0,0-1 0 0 0,0 1 1 0 0,0-1-1 0 0,0 1 0 0 0,0-1 0 0 0,0 1 1 0 0,0-1-1 0 0,0 1 0 0 0,0-1 0 0 0,0 1 1 0 0,0-1-1 0 0,0 1 0 0 0,1 0 0 0 0,-1-1 1 0 0,0 1-1 0 0,0-1 0 0 0,0 1 0 0 0,1 0 1 0 0,-1-1-1 0 0,0 1 0 0 0,1-1 1 0 0,-1 1-1 0 0,0 0 0 0 0,1-1 0 0 0,8 11-5 0 0,0 1-1 0 0,-1 0 1 0 0,0 1-1 0 0,-1 0 1 0 0,-1 0-1 0 0,0 0 1 0 0,6 19-1 0 0,29 101 273 0 0,-37-118-327 0 0,19 75 218 0 0,-3 0 0 0 0,11 144 0 0 0,-28-175-153 0 0,-2-1-1 0 0,-3 0 1 0 0,-2 0-1 0 0,-3 0 0 0 0,-17 69 1 0 0,12-77-2 0 0,-2-1 0 0 0,-2 0 0 0 0,-3-1 0 0 0,-45 83 1 0 0,50-108 43 0 0,-1 0 1 0 0,0-1 0 0 0,-2-1 0 0 0,-1 0 0 0 0,0-2 0 0 0,-1 0 0 0 0,-1 0 0 0 0,-1-2 0 0 0,0-1 0 0 0,-46 25 0 0 0,39-26 208 0 0,-1-1 1 0 0,-39 12 0 0 0,66-24-345 0 0,2-1-51 0 0,0 0-1 0 0,0 0 0 0 0,0 0 1 0 0,0 0-1 0 0,0 0 0 0 0,-1 0 1 0 0,1 1-1 0 0,0-1 0 0 0,0 0 1 0 0,0 0-1 0 0,-1 0 0 0 0,1 0 1 0 0,0 0-1 0 0,0 0 0 0 0,0 0 1 0 0,0 0-1 0 0,-1 0 0 0 0,1 0 1 0 0,0 0-1 0 0,0 0 1 0 0,0 0-1 0 0,-1 0 0 0 0,1 0 1 0 0,0 0-1 0 0,0 0 0 0 0,0 0 1 0 0,0 0-1 0 0,-1 0 0 0 0,1 0 1 0 0,0 0-1 0 0,0-1 0 0 0,0 1 1 0 0,0 0-1 0 0,-1 0 0 0 0,1 0 1 0 0,0 0-1 0 0,0 0 0 0 0,0 0 1 0 0,0-1-1 0 0,0 1 0 0 0,-1 0 1 0 0,1 0-1 0 0,0 0 0 0 0,0 0 1 0 0,0-1-1 0 0,0 1 0 0 0,0 0 1 0 0,0 0-1 0 0,0 0 0 0 0,0 0 1 0 0,0-1-1 0 0,0 1 0 0 0,0 0 1 0 0,0 0-1 0 0,30-46-3875 0 0,-18 32 143 0 0,-1-1 435 0 0</inkml:trace>
</inkml:ink>
</file>

<file path=ppt/ink/ink6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49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29 580 0 0,'-4'-4'10555'0'0,"38"-2"-10072"0"0,0 1 1 0 0,63 1-1 0 0,-87 4-395 0 0,51 0 154 0 0,72-10 0 0 0,-131 10-237 0 0,7 3 151 0 0</inkml:trace>
</inkml:ink>
</file>

<file path=ppt/ink/ink6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3:50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4 168 0 0,'0'0'4140'0'0,"17"10"-3480"0"0,-6-10 457 0 0,12-1-669 0 0,-7-3-156 0 0,-1 2-192 0 0,-3 2-224 0 0,0-2-232 0 0,9-1-2961 0 0,-14 1 1593 0 0</inkml:trace>
</inkml:ink>
</file>

<file path=ppt/ink/ink6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7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25 696 0 0,'0'0'4513'0'0,"0"0"-4442"0"0,0 1 0 0 0,-1-1 1 0 0,1 0-1 0 0,0 0 0 0 0,0 0 0 0 0,0 0 0 0 0,0 1 0 0 0,-1-1 0 0 0,1 0 0 0 0,0 0 1 0 0,0 0-1 0 0,0 0 0 0 0,0 1 0 0 0,0-1 0 0 0,0 0 0 0 0,0 0 0 0 0,0 1 0 0 0,-1-1 1 0 0,1 0-1 0 0,0 0 0 0 0,0 0 0 0 0,0 1 0 0 0,0-1 0 0 0,0 0 0 0 0,0 0 1 0 0,0 1-1 0 0,0-1 0 0 0,1 0 0 0 0,-1 0 0 0 0,0 1 0 0 0,0-1 0 0 0,0 0 0 0 0,0 0 1 0 0,0 0-1 0 0,0 1 0 0 0,0-1 0 0 0,0 0 0 0 0,1 0 0 0 0,-1 0 0 0 0,0 1 1 0 0,0-1-1 0 0,0 0 0 0 0,0 0 0 0 0,1 0 0 0 0,-1 0 0 0 0,0 0 0 0 0,0 1 0 0 0,0-1 1 0 0,1 0-1 0 0,-1 0 0 0 0,83-14 1381 0 0,53-5-1666 0 0,-116 18-1852 0 0,0 0-1 0 0,29 4 1 0 0,-39-1-118 0 0</inkml:trace>
</inkml:ink>
</file>

<file path=ppt/ink/ink6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8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0 488 0 0,'0'0'822'0'0,"-4"8"356"0"0,5-3 2852 0 0,1-3-3936 0 0,0 0-1 0 0,0 0 1 0 0,0-1-1 0 0,1 1 1 0 0,-1 0 0 0 0,0-1-1 0 0,1 0 1 0 0,0 0-1 0 0,-1 0 1 0 0,1 0 0 0 0,0 0-1 0 0,-1 0 1 0 0,1 0-1 0 0,0-1 1 0 0,0 0 0 0 0,0 1-1 0 0,-1-1 1 0 0,1 0-1 0 0,4-1 1 0 0,69-3-52 0 0,-66 4-161 0 0,104-13-4606 0 0,-86 8 2705 0 0</inkml:trace>
</inkml:ink>
</file>

<file path=ppt/ink/ink6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8.4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10 584 884 0 0,'-9'-12'2923'0'0,"9"7"-2628"0"0,1 0 1 0 0,0 1-1 0 0,0-1 1 0 0,1 0-1 0 0,-1 0 1 0 0,1 1-1 0 0,0-1 1 0 0,0 1-1 0 0,0-1 0 0 0,4-3 1 0 0,35-49 1167 0 0,-14 22-562 0 0,-6 2-324 0 0,-1-1 1 0 0,-2 0-1 0 0,23-64 0 0 0,-33 77-354 0 0,-2-1-1 0 0,0 1 0 0 0,-1-1 1 0 0,-2-1-1 0 0,0 1 0 0 0,-1 0 1 0 0,-3-40-1 0 0,1 62-218 0 0,1 0 0 0 0,-1-1 0 0 0,0 1 0 0 0,0-1 0 0 0,0 1 0 0 0,0 0 0 0 0,0-1 0 0 0,0 1 0 0 0,-1 0 0 0 0,1-1 0 0 0,0 1 0 0 0,0-1 0 0 0,0 1 0 0 0,0 0 0 0 0,0-1 1 0 0,0 1-1 0 0,-1 0 0 0 0,1-1 0 0 0,0 1 0 0 0,0 0 0 0 0,-1-1 0 0 0,1 1 0 0 0,0 0 0 0 0,0 0 0 0 0,-1-1 0 0 0,1 1 0 0 0,0 0 0 0 0,-1 0 0 0 0,1-1 0 0 0,0 1 0 0 0,-1 0 0 0 0,1 0 0 0 0,0 0 0 0 0,-1 0 0 0 0,1 0 0 0 0,0 0 0 0 0,-1-1 0 0 0,1 1 0 0 0,-1 0 0 0 0,1 0 0 0 0,0 0 0 0 0,-1 0 0 0 0,1 0 0 0 0,-1 0 0 0 0,1 1 0 0 0,0-1 0 0 0,-1 0 0 0 0,1 0 0 0 0,0 0 0 0 0,-1 0 0 0 0,1 0 0 0 0,-1 0 0 0 0,1 1 0 0 0,-15 10 39 0 0,6-1-34 0 0,0 0 0 0 0,1 1 0 0 0,0 0 0 0 0,1 0 0 0 0,0 1 0 0 0,1 0 0 0 0,0 0 0 0 0,-7 25 0 0 0,2-1 22 0 0,-10 69-1 0 0,18-84-19 0 0,1-1 0 0 0,1 1 0 0 0,0 0-1 0 0,2-1 1 0 0,4 26 0 0 0,-3-34-8 0 0,0 0 0 0 0,1 0 0 0 0,1 0 0 0 0,0-1 0 0 0,1 1 0 0 0,0-1 0 0 0,0 0 1 0 0,1-1-1 0 0,15 21 0 0 0,-19-29-8 0 0,0 0 1 0 0,0 0-1 0 0,0 0 1 0 0,0-1-1 0 0,1 1 1 0 0,-1 0-1 0 0,1-1 1 0 0,-1 0-1 0 0,1 1 1 0 0,-1-1 0 0 0,1 0-1 0 0,0 0 1 0 0,-1-1-1 0 0,1 1 1 0 0,0 0-1 0 0,0-1 1 0 0,0 0-1 0 0,0 0 1 0 0,-1 0-1 0 0,1 0 1 0 0,0 0-1 0 0,0 0 1 0 0,0-1-1 0 0,0 1 1 0 0,-1-1 0 0 0,6-2-1 0 0,8-3-37 0 0,-1 0-1 0 0,0-1 0 0 0,24-16 1 0 0,2 0 73 0 0,-39 22-32 0 0,-1 4 25 0 0,1 2-6 0 0,-1 0 0 0 0,0 0 1 0 0,0 0-1 0 0,0 0 0 0 0,-1 1 1 0 0,0-1-1 0 0,0 0 0 0 0,0 0 0 0 0,0 0 1 0 0,-1 0-1 0 0,0 0 0 0 0,0 0 0 0 0,-3 7 1 0 0,-26 71 109 0 0,29-81-125 0 0,-268 600-709 0 0,254-549-1140 0 0,11-17-4215 0 0,4-27 2941 0 0</inkml:trace>
</inkml:ink>
</file>

<file path=ppt/ink/ink6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8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353 27 764 0 0,'-5'-27'4911'0'0,"-5"43"-2334"0"0,5-4-3069 0 0,-108 302 2954 0 0,66-173-1789 0 0,-77 290 995 0 0,80-137-667 0 0,41-263-824 0 0,1 34-555 0 0,10-26-2630 0 0,-1-36-617 0 0,-3-3 2131 0 0</inkml:trace>
</inkml:ink>
</file>

<file path=ppt/ink/ink6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9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44 131 684 0 0,'0'0'933'0'0,"-4"-17"3283"0"0,15 2-2621 0 0,-6 7-909 0 0,0 1 0 0 0,0 0 1 0 0,1 0-1 0 0,0 0 1 0 0,0 0-1 0 0,13-9 0 0 0,-13 11-502 0 0,0 1 0 0 0,1 0 1 0 0,-1 0-1 0 0,1 0 0 0 0,0 1 0 0 0,0 0 0 0 0,0 0 0 0 0,1 1 0 0 0,-1 0 0 0 0,1 0 0 0 0,-1 1 0 0 0,16-1 0 0 0,-21 2-116 0 0,-1 1-50 0 0,0 0 1 0 0,0 0 0 0 0,0 0-1 0 0,0 1 1 0 0,0-1 0 0 0,0 0-1 0 0,-1 0 1 0 0,1 1 0 0 0,0-1-1 0 0,-1 0 1 0 0,1 1 0 0 0,-1-1-1 0 0,1 3 1 0 0,-5 9 11 0 0,-1-1 1 0 0,-1 0-1 0 0,0-1 1 0 0,-7 12-1 0 0,5-12-7 0 0,2 0-1 0 0,0 1 1 0 0,0 0 0 0 0,-6 20-1 0 0,11-27-19 0 0,-1 0 0 0 0,2 0 0 0 0,-1 0 0 0 0,0 0 0 0 0,1 0 0 0 0,0 0 1 0 0,0 0-1 0 0,1 0 0 0 0,0 0 0 0 0,-1 0 0 0 0,2 0 0 0 0,-1 0 0 0 0,0 0 0 0 0,1-1 0 0 0,4 9 0 0 0,12 44 11 0 0,-17-55-14 0 0,-1 1 1 0 0,-1-1-1 0 0,1 1 1 0 0,0 0-1 0 0,-1-1 1 0 0,1 1-1 0 0,-1-1 1 0 0,0 1-1 0 0,0-1 0 0 0,0 1 1 0 0,0-1-1 0 0,0 0 1 0 0,-1 1-1 0 0,1-1 1 0 0,0 0-1 0 0,-1 0 0 0 0,0 0 1 0 0,0 0-1 0 0,0 0 1 0 0,1 0-1 0 0,-1-1 1 0 0,-1 1-1 0 0,1-1 0 0 0,0 1 1 0 0,0-1-1 0 0,-1 0 1 0 0,1 0-1 0 0,-4 1 1 0 0,-7 5 18 0 0,-1-2 0 0 0,0 1 0 0 0,-23 4 0 0 0,-12-2-921 0 0,48-7 360 0 0,-6-16-10709 0 0</inkml:trace>
</inkml:ink>
</file>

<file path=ppt/ink/ink6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19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76 560 0 0,'7'-7'2443'0'0,"0"1"0"0"0,-1-1 0 0 0,1-1 0 0 0,-1 1 0 0 0,-1-1 0 0 0,1 0 0 0 0,3-9 0 0 0,-7 9-1602 0 0</inkml:trace>
</inkml:ink>
</file>

<file path=ppt/ink/ink6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23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1 4 0 0,'0'0'9996'0'0,"-1"5"-9977"0"0,-14 50 75 0 0,14-53-53 0 0,-7 33 62 0 0,9-34-83 0 0,-1 0 0 0 0,0 1 0 0 0,1-1 0 0 0,-1 1 1 0 0,0-1-1 0 0,1 0 0 0 0,-1 1 0 0 0,1-1 0 0 0,0 0 0 0 0,0 0 0 0 0,-1 0 0 0 0,1 1 1 0 0,0-1-1 0 0,0 0 0 0 0,0 0 0 0 0,0 0 0 0 0,0 0 0 0 0,0 0 0 0 0,0-1 0 0 0,1 1 1 0 0,-1 0-1 0 0,0 0 0 0 0,0-1 0 0 0,1 1 0 0 0,-1-1 0 0 0,0 1 0 0 0,3 0 0 0 0,52 10 215 0 0,-4 1-111 0 0,-50-11-120 0 0,0 0 1 0 0,0 0-1 0 0,0 0 0 0 0,0 0 1 0 0,-1 1-1 0 0,1-1 0 0 0,0 1 1 0 0,-1-1-1 0 0,1 1 0 0 0,-1-1 1 0 0,1 1-1 0 0,-1 0 0 0 0,0 0 1 0 0,0 0-1 0 0,0-1 0 0 0,0 1 1 0 0,0 0-1 0 0,0 1 0 0 0,0-1 1 0 0,-1 0-1 0 0,1 0 1 0 0,-1 0-1 0 0,0 0 0 0 0,1 0 1 0 0,-1 1-1 0 0,0-1 0 0 0,0 0 1 0 0,0 0-1 0 0,-1 0 0 0 0,1 0 1 0 0,-1 1-1 0 0,1-1 0 0 0,-1 0 1 0 0,1 0-1 0 0,-1 0 0 0 0,0 0 1 0 0,0 0-1 0 0,0 0 0 0 0,0 0 1 0 0,-2 1-1 0 0,-2 6 100 0 0,0-1 0 0 0,-1-1-1 0 0,0 1 1 0 0,-1-1 0 0 0,1 0 0 0 0,-15 11 0 0 0,11-10 194 0 0,0 0 1 0 0,-1-1 0 0 0,0 0-1 0 0,0-1 1 0 0,-21 9-1 0 0,30-15-184 0 0,1 1-110 0 0,0 0 0 0 0,-1-1 0 0 0,1 1 1 0 0,0-1-1 0 0,0 0 0 0 0,-1 1 1 0 0,1-1-1 0 0,0 0 0 0 0,-1 0 0 0 0,1 0 1 0 0,-1 0-1 0 0,1 0 0 0 0,0 0 0 0 0,-1 0 1 0 0,1 0-1 0 0,0-1 0 0 0,-1 1 1 0 0,1-1-1 0 0,-3 0 0 0 0,-7-4-5621 0 0,7-1 2416 0 0</inkml:trace>
</inkml:ink>
</file>

<file path=ppt/ink/ink6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23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60 984 0 0,'0'0'4483'0'0,"3"-4"-3737"0"0,1 0-501 0 0,1 1 0 0 0,0-1-1 0 0,0 1 1 0 0,0 0 0 0 0,0 1 0 0 0,1-1 0 0 0,-1 1 0 0 0,1 0 0 0 0,0 0 0 0 0,-1 0 0 0 0,10 0 0 0 0,82-9 1394 0 0,-33 4-573 0 0,-8 2 124 0 0,-53 5-1035 0 0,14 1 171 0 0</inkml:trace>
</inkml:ink>
</file>

<file path=ppt/ink/ink6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6T06:34:24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543 8 368 0 0,'0'0'3258'0'0,"-2"-8"-2457"0"0,6 10 2885 0 0,20 20-3455 0 0,-2 2 0 0 0,-1 0 0 0 0,-1 1-1 0 0,-1 1 1 0 0,-1 1 0 0 0,-1 1-1 0 0,-1 0 1 0 0,-2 1 0 0 0,-1 1-1 0 0,-1 0 1 0 0,12 51 0 0 0,-18-58-153 0 0,-2 0 0 0 0,0 0-1 0 0,-1 0 1 0 0,-2 0 0 0 0,0 0 0 0 0,-2 0 0 0 0,0 0 0 0 0,-1 0-1 0 0,-2 0 1 0 0,0 0 0 0 0,-2 0 0 0 0,0-1 0 0 0,-1 0 0 0 0,-2 0 0 0 0,0-1-1 0 0,-1 0 1 0 0,-15 22 0 0 0,-10 4 169 0 0,-2-2 1 0 0,-2-2-1 0 0,-1-2 0 0 0,-3-1 0 0 0,-1-2 1 0 0,-2-2-1 0 0,-91 55 0 0 0,52-36 157 0 0,38-23-571 0 0,-74 38 0 0 0,119-69-915 0 0,-5 1 1708 0 0,-9-13-11953 0 0</inkml:trace>
</inkml:ink>
</file>

<file path=ppt/ink/ink6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1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497 51 96 0 0,'-16'-34'4552'0'0,"14"32"-4426"0"0,1 0 0 0 0,-1 1 0 0 0,0-1 0 0 0,0 1 0 0 0,-1 0 0 0 0,1-1 0 0 0,0 1 0 0 0,0 0 0 0 0,-1 1 0 0 0,1-1 0 0 0,0 0 0 0 0,-1 0 1 0 0,1 1-1 0 0,-1 0 0 0 0,1-1 0 0 0,-4 1 0 0 0,-2 0-1 0 0,0 0 1 0 0,-1 1 0 0 0,1 0-1 0 0,-14 4 1 0 0,-5 3-8 0 0,2 1-1 0 0,-26 12 1 0 0,10-3 88 0 0,-87 44 377 0 0,117-55-517 0 0,0-1 0 0 0,1 2-1 0 0,0-1 1 0 0,0 1 0 0 0,0 1 0 0 0,1 0-1 0 0,1 0 1 0 0,-14 19 0 0 0,21-26-59 0 0,-1 0 0 0 0,1-1 0 0 0,0 1 0 0 0,0 0 0 0 0,0 0 0 0 0,0 0 0 0 0,0 0 0 0 0,1 1 0 0 0,-1-1 0 0 0,1 0 0 0 0,-1 0 0 0 0,1 0 0 0 0,0 1 0 0 0,0-1 0 0 0,-1 0 0 0 0,2 0 0 0 0,-1 1 0 0 0,0-1 0 0 0,0 0 0 0 0,1 0 0 0 0,-1 0 0 0 0,1 1 0 0 0,0-1 0 0 0,0 0 0 0 0,0 0 0 0 0,0 0 0 0 0,0 0 0 0 0,0 0 0 0 0,0-1 0 0 0,0 1 0 0 0,1 0 0 0 0,-1 0 0 0 0,1-1 0 0 0,0 1 0 0 0,-1-1 0 0 0,1 1 0 0 0,0-1 0 0 0,0 0 0 0 0,0 0 0 0 0,0 0 0 0 0,0 0 0 0 0,0 0 0 0 0,0 0 0 0 0,4 1 1 0 0,7 2 10 0 0,0 1 1 0 0,0-2 0 0 0,1 0 0 0 0,-1-1 0 0 0,1 0 0 0 0,14 0 0 0 0,-8-2-28 0 0,1-2 0 0 0,-1 0 1 0 0,1-1-1 0 0,-1 0 0 0 0,0-2 0 0 0,0-1 0 0 0,-1 0 1 0 0,28-13-1 0 0,-35 13-4 0 0,-1 1 0 0 0,1-2 1 0 0,-1 0-1 0 0,0 0 1 0 0,-1-1-1 0 0,1 0 0 0 0,-2-1 1 0 0,1 0-1 0 0,-1 0 0 0 0,-1-1 1 0 0,0-1-1 0 0,0 1 0 0 0,-1-1 1 0 0,8-15-1 0 0,-12-24-5 0 0,-21 62 18 0 0,16-10-2 0 0,0 0 1 0 0,0 0 0 0 0,1 0 0 0 0,-1 0 0 0 0,1 0-1 0 0,-1 0 1 0 0,1 0 0 0 0,0 0 0 0 0,0 1 0 0 0,0-1 0 0 0,0 1-1 0 0,0-1 1 0 0,1 1 0 0 0,-1-1 0 0 0,1 1 0 0 0,-1-1 0 0 0,1 1-1 0 0,0-1 1 0 0,0 1 0 0 0,0-1 0 0 0,0 1 0 0 0,1-1 0 0 0,0 5-1 0 0,0-1-2 0 0,-1 1-6 0 0,1 0 0 0 0,0 0 0 0 0,0 0 0 0 0,1 0 0 0 0,0 0 0 0 0,0 0 0 0 0,1 0 0 0 0,0 0 0 0 0,0-1 0 0 0,0 1 0 0 0,1-1 0 0 0,0 0 0 0 0,0 0 0 0 0,1-1 0 0 0,-1 1 0 0 0,1-1 0 0 0,7 6 1 0 0,-4-5-24 0 0</inkml:trace>
</inkml:ink>
</file>

<file path=ppt/ink/ink6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1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0 1 9049 0 0</inkml:trace>
</inkml:ink>
</file>

<file path=ppt/ink/ink6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2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0 196 356 0 0,'0'0'1791'0'0,"5"-2"-1560"0"0,-2 2-140 0 0,-1-1 1 0 0,0 1-1 0 0,0-1 1 0 0,1 1 0 0 0,-1 0-1 0 0,0 0 1 0 0,1 0-1 0 0,-1 0 1 0 0,0 0 0 0 0,0 0-1 0 0,1 1 1 0 0,-1-1-1 0 0,0 1 1 0 0,0 0 0 0 0,0 0-1 0 0,1 0 1 0 0,-1 0-1 0 0,0 0 1 0 0,0 0 0 0 0,0 0-1 0 0,-1 0 1 0 0,1 1-1 0 0,0-1 1 0 0,0 1 0 0 0,-1 0-1 0 0,1-1 1 0 0,2 5-1 0 0,-2-5-62 0 0,-1 0-1 0 0,1 1 1 0 0,0-1-1 0 0,1 0 1 0 0,-1 0-1 0 0,0 0 1 0 0,0 0-1 0 0,0-1 1 0 0,0 1-1 0 0,1-1 1 0 0,-1 1-1 0 0,0-1 1 0 0,1 0-1 0 0,-1 0 1 0 0,0 0-1 0 0,1 0 1 0 0,-1 0-1 0 0,0 0 1 0 0,1-1-1 0 0,-1 1 1 0 0,0-1-1 0 0,0 1 1 0 0,1-1-1 0 0,-1 0 1 0 0,2-1-1 0 0,2-1 36 0 0,1 0-1 0 0,-1 0 0 0 0,-1-1 1 0 0,1 1-1 0 0,0-1 0 0 0,-1-1 1 0 0,6-4-1 0 0,-3-2 22 0 0,-1 0 0 0 0,0-1 0 0 0,0 1 0 0 0,-2-1 0 0 0,1-1 0 0 0,5-18 0 0 0,4-9-13 0 0,-14 37-76 0 0,0 1 0 0 0,0-1 0 0 0,1 1 0 0 0,-1-1 0 0 0,1 1 0 0 0,-1-1 0 0 0,1 1 0 0 0,0 0 0 0 0,-1 0 0 0 0,1 0 0 0 0,1 0 0 0 0,-1 0 0 0 0,0 0 0 0 0,0 0 0 0 0,1 1 0 0 0,-1-1 0 0 0,1 1 0 0 0,-1 0 0 0 0,1 0 0 0 0,-1 0 0 0 0,1 0 0 0 0,0 0 0 0 0,0 0-1 0 0,-1 1 1 0 0,1-1 0 0 0,0 1 0 0 0,0 0 0 0 0,0 0 0 0 0,0 0 0 0 0,-1 0 0 0 0,1 0 0 0 0,0 1 0 0 0,0-1 0 0 0,0 1 0 0 0,-1 0 0 0 0,1 0 0 0 0,0 0 0 0 0,-1 0 0 0 0,1 0 0 0 0,3 3 0 0 0,0 0 11 0 0,-1 0 0 0 0,0 0 0 0 0,0 1 0 0 0,0-1 0 0 0,0 1-1 0 0,-1 1 1 0 0,0-1 0 0 0,0 0 0 0 0,0 1 0 0 0,3 8 0 0 0,19 23 23 0 0,-21-31-25 0 0,0-1 1 0 0,0 0-1 0 0,1-1 1 0 0,-1 1-1 0 0,1-1 1 0 0,0 0-1 0 0,0 0 0 0 0,1-1 1 0 0,-1 0-1 0 0,1 0 1 0 0,-1 0-1 0 0,1-1 1 0 0,0 0-1 0 0,0 0 0 0 0,0-1 1 0 0,0 0-1 0 0,0 0 1 0 0,0-1-1 0 0,1 1 1 0 0,-1-2-1 0 0,0 1 0 0 0,0-1 1 0 0,0 0-1 0 0,0 0 1 0 0,0-1-1 0 0,0 0 1 0 0,0-1-1 0 0,0 1 0 0 0,-1-1 1 0 0,1 0-1 0 0,-1-1 1 0 0,0 0-1 0 0,0 0 1 0 0,6-5-1 0 0,-7 5 56 0 0,1 0 1 0 0,-1 0-1 0 0,0-1 0 0 0,-1 0 1 0 0,1 0-1 0 0,-1 0 0 0 0,0-1 1 0 0,0 1-1 0 0,0-1 0 0 0,-1 0 1 0 0,0 0-1 0 0,0 0 0 0 0,0-1 1 0 0,-1 1-1 0 0,3-14 0 0 0,-5 18 183 0 0,-5-2-84 0 0,4 4-153 0 0,1-1 1 0 0,0 1-1 0 0,0 0 1 0 0,0-1-1 0 0,0 1 0 0 0,0 0 1 0 0,-1-1-1 0 0,1 1 1 0 0,0 0-1 0 0,0 0 1 0 0,-1-1-1 0 0,1 1 1 0 0,0 0-1 0 0,0 0 0 0 0,-1-1 1 0 0,1 1-1 0 0,0 0 1 0 0,-1 0-1 0 0,1 0 1 0 0,0-1-1 0 0,-1 1 1 0 0,1 0-1 0 0,0 0 0 0 0,-1 0 1 0 0,1 0-1 0 0,-1 0 1 0 0,1 0-1 0 0,0 0 1 0 0,-1 0-1 0 0,1 0 1 0 0,0 0-1 0 0,-1 0 0 0 0,1 0 1 0 0,-1 0-1 0 0,0 0 1 0 0,-2 1 28 0 0,0 0 0 0 0,0 0 1 0 0,-1 0-1 0 0,1 1 1 0 0,0-1-1 0 0,0 1 0 0 0,0 0 1 0 0,0 0-1 0 0,1 0 0 0 0,-1 0 1 0 0,0 0-1 0 0,1 0 0 0 0,0 1 1 0 0,-1-1-1 0 0,1 1 0 0 0,0 0 1 0 0,0-1-1 0 0,0 1 0 0 0,1 0 1 0 0,-1 0-1 0 0,1 1 0 0 0,0-1 1 0 0,-2 6-1 0 0,2-6-57 0 0,1 0-1 0 0,0 0 1 0 0,0-1-1 0 0,0 1 1 0 0,1 0 0 0 0,-1 0-1 0 0,1 0 1 0 0,-1 0-1 0 0,1 0 1 0 0,0 0-1 0 0,0 0 1 0 0,0 0-1 0 0,0-1 1 0 0,1 1 0 0 0,-1-1-1 0 0,1 1 1 0 0,0-1-1 0 0,0 1 1 0 0,-1-1-1 0 0,1 0 1 0 0,1 0 0 0 0,-1 0-1 0 0,0 0 1 0 0,1 0-1 0 0,-1 0 1 0 0,0-1-1 0 0,1 1 1 0 0,5 1-1 0 0,-2 0-570 0 0,0-1 0 0 0,0 0-1 0 0,0 0 1 0 0,0-1-1 0 0,0 0 1 0 0,0 0-1 0 0,11 0 1 0 0,11-1-1744 0 0</inkml:trace>
</inkml:ink>
</file>

<file path=ppt/ink/ink6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3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32 0 0,'1'-2'258'0'0,"-1"0"0"0"0,0 0-1 0 0,0 0 1 0 0,1 0 0 0 0,0 0 0 0 0,-1 0 0 0 0,1 0-1 0 0,0 0 1 0 0,0 0 0 0 0,0 0 0 0 0,0 0-1 0 0,0 1 1 0 0,0-1 0 0 0,0 0 0 0 0,1 1 0 0 0,-1-1-1 0 0,0 1 1 0 0,1 0 0 0 0,1-2 0 0 0,-1 2 239 0 0,-2 1-446 0 0,0 0 1 0 0,0-1 0 0 0,1 1 0 0 0,-1 0-1 0 0,0-1 1 0 0,1 1 0 0 0,-1 0 0 0 0,0 0-1 0 0,1-1 1 0 0,-1 1 0 0 0,1 0 0 0 0,-1 0-1 0 0,0 0 1 0 0,1 0 0 0 0,-1 0 0 0 0,1-1-1 0 0,-1 1 1 0 0,0 0 0 0 0,1 0 0 0 0,-1 0-1 0 0,1 0 1 0 0,-1 0 0 0 0,1 0 0 0 0,-1 0 0 0 0,0 1-1 0 0,1-1 1 0 0,-1 0 0 0 0,1 0 0 0 0,0 0-1 0 0,3 3 89 0 0,1 1-1 0 0,0 0 0 0 0,-1-1 0 0 0,0 1 0 0 0,0 1 0 0 0,0-1 1 0 0,0 1-1 0 0,-1-1 0 0 0,0 1 0 0 0,0 0 0 0 0,5 9 1 0 0,19 68 742 0 0,-24-69-742 0 0,1 0-1 0 0,0 0 0 0 0,1 0 1 0 0,0-1-1 0 0,0 0 0 0 0,2 0 1 0 0,10 16-1 0 0,-16-28-96 0 0,-1 1-1 0 0,1 0 1 0 0,0 0-1 0 0,0 0 1 0 0,0 0-1 0 0,0-1 1 0 0,0 1-1 0 0,0-1 1 0 0,1 1-1 0 0,-1-1 1 0 0,0 1-1 0 0,0-1 1 0 0,0 1-1 0 0,0-1 1 0 0,1 0-1 0 0,-1 0 1 0 0,0 1-1 0 0,0-1 1 0 0,1 0 0 0 0,-1 0-1 0 0,0 0 1 0 0,0-1-1 0 0,1 1 1 0 0,-1 0-1 0 0,0 0 1 0 0,2-1-1 0 0,2-1 15 0 0,0 0 0 0 0,-1-1 0 0 0,1 1 0 0 0,-1-1 0 0 0,0 0 0 0 0,0 0 0 0 0,4-3 0 0 0,7-8 67 0 0,-2 0 1 0 0,21-27 0 0 0,-1-5 38 0 0,36-68 0 0 0,-34 42-4130 0 0,-34 70 2232 0 0,6-3-3732 0 0</inkml:trace>
</inkml:ink>
</file>

<file path=ppt/ink/ink6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3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56 68 0 0,'26'-26'3360'0'0,"-26"25"-3274"0"0,1 0 0 0 0,-1 1 0 0 0,0-1 0 0 0,1 0 0 0 0,-1 0 0 0 0,0 1 0 0 0,0-1 0 0 0,1 0 0 0 0,-1 0 0 0 0,0 1 0 0 0,0-1 0 0 0,0 0 0 0 0,0 0 0 0 0,0 1 0 0 0,0-1 0 0 0,0 0 0 0 0,0 0 0 0 0,-1 1 0 0 0,1-1 0 0 0,0 0 1 0 0,0 0-1 0 0,0 1 0 0 0,-1-1 0 0 0,1 0 0 0 0,-1 1 0 0 0,1-1 0 0 0,0 0 0 0 0,-1 1 0 0 0,1-1 0 0 0,-1 0 0 0 0,-1 0 12 0 0,0 0 1 0 0,1 0-1 0 0,-1 0 1 0 0,0 1-1 0 0,1-1 1 0 0,-1 1-1 0 0,0-1 1 0 0,0 1-1 0 0,0 0 1 0 0,1 0-1 0 0,-1-1 1 0 0,-3 2-1 0 0,-4-1 125 0 0,0 1 1 0 0,-1 0-1 0 0,1 1 0 0 0,-14 4 0 0 0,13-3-48 0 0,1 1 0 0 0,0 1 0 0 0,-1 0 0 0 0,1 0 0 0 0,1 0 0 0 0,-1 1 0 0 0,1 1 0 0 0,0-1 0 0 0,1 1 0 0 0,-1 1 0 0 0,1-1 0 0 0,-6 11 0 0 0,11-15-149 0 0,0 0 1 0 0,0 0-1 0 0,0 0 0 0 0,1 0 1 0 0,-1 0-1 0 0,1 1 1 0 0,0-1-1 0 0,0 1 1 0 0,0-1-1 0 0,0 1 0 0 0,1-1 1 0 0,-1 1-1 0 0,1-1 1 0 0,0 1-1 0 0,0 0 0 0 0,1-1 1 0 0,-1 1-1 0 0,1-1 1 0 0,-1 1-1 0 0,1-1 1 0 0,0 1-1 0 0,0-1 0 0 0,1 0 1 0 0,-1 1-1 0 0,1-1 1 0 0,0 0-1 0 0,0 0 1 0 0,0 0-1 0 0,0 0 0 0 0,0 0 1 0 0,0-1-1 0 0,1 1 1 0 0,-1-1-1 0 0,1 1 0 0 0,0-1 1 0 0,0 0-1 0 0,6 3 1 0 0,1 2-209 0 0,0-2 1 0 0,0 0 0 0 0,1 0 0 0 0,-1-1-1 0 0,1 0 1 0 0,0 0 0 0 0,1-1 0 0 0,-1-1-1 0 0,0 0 1 0 0,16 0 0 0 0,-7-1-1567 0 0,0-1 1 0 0,36-4-1 0 0,-18-2-805 0 0</inkml:trace>
</inkml:ink>
</file>

<file path=ppt/ink/ink6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4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95 439 804 0 0,'0'0'885'0'0,"-6"-13"1531"0"0,5 12-2274 0 0,-1 0-1 0 0,1 0 1 0 0,-1 0 0 0 0,0 0-1 0 0,1 1 1 0 0,-1-1 0 0 0,0 0-1 0 0,1 1 1 0 0,-1-1 0 0 0,0 1 0 0 0,0 0-1 0 0,0-1 1 0 0,0 1 0 0 0,1 0-1 0 0,-1 0 1 0 0,0 0 0 0 0,0 0-1 0 0,0 1 1 0 0,0-1 0 0 0,1 0-1 0 0,-1 1 1 0 0,0-1 0 0 0,0 1-1 0 0,1 0 1 0 0,-1-1 0 0 0,0 1-1 0 0,1 0 1 0 0,-1 0 0 0 0,1 0-1 0 0,-3 2 1 0 0,1 0-40 0 0,0-1 0 0 0,1 1 0 0 0,-1 0 0 0 0,0-1 0 0 0,1 1 1 0 0,0 1-1 0 0,-1-1 0 0 0,1 0 0 0 0,1 0 0 0 0,-1 1 0 0 0,0-1 0 0 0,1 1 0 0 0,0 0 0 0 0,-1 3 0 0 0,1-4-77 0 0,1 0 0 0 0,0 0 0 0 0,0 0 0 0 0,0 0 1 0 0,0 0-1 0 0,0 0 0 0 0,1 0 0 0 0,0 0 0 0 0,-1 0 0 0 0,1 0 0 0 0,0 0 0 0 0,0-1 0 0 0,1 1 0 0 0,-1 0 0 0 0,1-1 0 0 0,-1 1 0 0 0,1-1 0 0 0,0 1 0 0 0,0-1 0 0 0,0 0 0 0 0,0 0 0 0 0,0 0 1 0 0,0 0-1 0 0,0 0 0 0 0,1 0 0 0 0,-1-1 0 0 0,1 1 0 0 0,0-1 0 0 0,-1 0 0 0 0,1 1 0 0 0,0-1 0 0 0,0 0 0 0 0,4 0 0 0 0,2 2-122 0 0,1-1 0 0 0,-1 0 0 0 0,1 0 0 0 0,0-1 0 0 0,-1 0 0 0 0,1-1 0 0 0,0 0 0 0 0,18-3 0 0 0,-12 0-26 0 0,0-2 1 0 0,0 0 0 0 0,0-1-1 0 0,0 0 1 0 0,-1-1-1 0 0,0-1 1 0 0,-1-1-1 0 0,1 0 1 0 0,-2 0 0 0 0,1-2-1 0 0,15-15 1 0 0,-14 10 88 0 0,0 0 0 0 0,-1-2 0 0 0,0 1 0 0 0,-2-2 1 0 0,0 0-1 0 0,-1 0 0 0 0,-1-1 0 0 0,8-25 0 0 0,-11 26 337 0 0,-1 0 0 0 0,-1 0-1 0 0,-1 0 1 0 0,-1 0-1 0 0,-1-1 1 0 0,0 0-1 0 0,-2 0 1 0 0,-3-36-1 0 0,2 51-49 0 0,-1-1-1 0 0,0 0 0 0 0,0 1 0 0 0,0 0 1 0 0,-1 0-1 0 0,0 0 0 0 0,0 0 1 0 0,0 0-1 0 0,-8-9 0 0 0,-7 30 44 0 0,12-9-234 0 0,1 0 0 0 0,0 0-1 0 0,0 1 1 0 0,1 0 0 0 0,0 0-1 0 0,0 0 1 0 0,-5 16 0 0 0,-13 65 199 0 0,18-70-200 0 0,-1 15-88 0 0,1 1-1 0 0,2-1 0 0 0,2 0 0 0 0,1 1 1 0 0,1-1-1 0 0,9 41 0 0 0,-3-13-2209 0 0,-6-55 1517 0 0</inkml:trace>
</inkml:ink>
</file>

<file path=ppt/ink/ink6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4.7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0 146 688 0 0,'129'-10'3387'0'0,"-35"1"-2476"0"0,-48 5-367 0 0,0-2 0 0 0,46-14 0 0 0,-1 1 713 0 0,-91 19-1211 0 0,2 0 58 0 0,0 0 0 0 0,0 0 0 0 0,-1 0 0 0 0,1 0 0 0 0,0-1 0 0 0,0 1 0 0 0,0-1 0 0 0,-1 1 0 0 0,1-1 0 0 0,0 0 1 0 0,-1 1-1 0 0,1-1 0 0 0,-1 0 0 0 0,1 0 0 0 0,-1 0 0 0 0,1 0 0 0 0,-1 0 0 0 0,1-1 0 0 0,-1 1 0 0 0,0 0 0 0 0,0-1 0 0 0,0 1 0 0 0,0-1 0 0 0,2-2 0 0 0,-4 3-85 0 0,1 0 0 0 0,-1 0 0 0 0,1 0-1 0 0,-1 0 1 0 0,0 0 0 0 0,1 0 0 0 0,-1 0-1 0 0,0 0 1 0 0,0 0 0 0 0,0 0 0 0 0,1 0-1 0 0,-1 0 1 0 0,0 1 0 0 0,0-1-1 0 0,0 0 1 0 0,0 1 0 0 0,-1-1 0 0 0,1 1-1 0 0,0-1 1 0 0,0 1 0 0 0,0-1 0 0 0,0 1-1 0 0,-1 0 1 0 0,1 0 0 0 0,0 0 0 0 0,0-1-1 0 0,0 1 1 0 0,-1 0 0 0 0,1 1 0 0 0,0-1-1 0 0,-2 0 1 0 0,-42 3 314 0 0,41-3-317 0 0,0 1 0 0 0,0 0 0 0 0,0-1-1 0 0,-1 1 1 0 0,1 1 0 0 0,0-1 0 0 0,0 0 0 0 0,1 1 0 0 0,-1 0-1 0 0,0 0 1 0 0,0 0 0 0 0,1 1 0 0 0,0-1 0 0 0,-1 1 0 0 0,1-1-1 0 0,0 1 1 0 0,0 0 0 0 0,0 1 0 0 0,1-1 0 0 0,-1 0 0 0 0,1 1-1 0 0,0-1 1 0 0,0 1 0 0 0,0 0 0 0 0,0 0 0 0 0,0 0 0 0 0,1 0-1 0 0,0 0 1 0 0,0 0 0 0 0,0 0 0 0 0,0 5 0 0 0,1-7-22 0 0,0-1 1 0 0,0 1 0 0 0,1-1-1 0 0,-1 1 1 0 0,1-1 0 0 0,-1 1 0 0 0,1-1-1 0 0,0 1 1 0 0,-1-1 0 0 0,1 1-1 0 0,0-1 1 0 0,0 0 0 0 0,0 1-1 0 0,0-1 1 0 0,0 0 0 0 0,0 0-1 0 0,1 0 1 0 0,-1 0 0 0 0,0 0-1 0 0,0 0 1 0 0,1 0 0 0 0,-1 0-1 0 0,1 0 1 0 0,-1-1 0 0 0,1 1-1 0 0,-1-1 1 0 0,1 1 0 0 0,-1-1-1 0 0,1 1 1 0 0,3-1 0 0 0,0 1-31 0 0,1 0 0 0 0,0 0 0 0 0,0-1 0 0 0,0 0 0 0 0,-1 0 1 0 0,11-2-1 0 0,-9 0 20 0 0,-1 0 0 0 0,0-1 1 0 0,1 0-1 0 0,-1 0 1 0 0,0 0-1 0 0,0-1 0 0 0,-1 0 1 0 0,1 0-1 0 0,-1 0 1 0 0,0-1-1 0 0,0 0 0 0 0,0 0 1 0 0,-1 0-1 0 0,0 0 0 0 0,0-1 1 0 0,0 0-1 0 0,-1 1 1 0 0,6-14-1 0 0,-8 16 25 0 0,0 1 0 0 0,-1-1 1 0 0,0 0-1 0 0,0 1 0 0 0,1-1 0 0 0,-1 0 0 0 0,-1 1 0 0 0,1-1 1 0 0,0 0-1 0 0,-1 1 0 0 0,1-1 0 0 0,-1 0 0 0 0,0 1 0 0 0,0-1 1 0 0,0 1-1 0 0,0 0 0 0 0,0-1 0 0 0,-1 1 0 0 0,1 0 1 0 0,-1-1-1 0 0,0 1 0 0 0,1 0 0 0 0,-1 0 0 0 0,0 0 0 0 0,0 1 1 0 0,0-1-1 0 0,0 0 0 0 0,-4-1 0 0 0,4 2-210 0 0,-1 2-1594 0 0,1 0 1297 0 0,-7 0 5 0 0,2 4-3214 0 0,0 1 994 0 0</inkml:trace>
</inkml:ink>
</file>

<file path=ppt/ink/ink6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5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44 0 0,'4'-2'284'0'0,"0"1"1"0"0,0 0-1 0 0,0 0 1 0 0,0 1-1 0 0,1-1 1 0 0,-1 1-1 0 0,0 0 1 0 0,0 0-1 0 0,1 0 1 0 0,-1 1-1 0 0,0 0 1 0 0,0-1-1 0 0,0 1 1 0 0,1 1-1 0 0,-1-1 1 0 0,0 1-1 0 0,-1-1 1 0 0,8 5-1 0 0,-7-2-113 0 0,1 0 0 0 0,-1 0 1 0 0,0 0-1 0 0,0 0 0 0 0,-1 1 0 0 0,1 0 0 0 0,-1-1 0 0 0,0 1 1 0 0,0 1-1 0 0,-1-1 0 0 0,1 0 0 0 0,-1 1 0 0 0,2 7 0 0 0,-2-5-66 0 0,-1-4 4 0 0,0 1 0 0 0,1 0 0 0 0,-1-1 0 0 0,1 1 0 0 0,0-1 0 0 0,1 0 0 0 0,-1 1 0 0 0,4 3 0 0 0,-5-7-93 0 0,0 0 0 0 0,0 0 1 0 0,1-1-1 0 0,-1 1 0 0 0,0 0 0 0 0,1-1 0 0 0,-1 1 0 0 0,0-1 0 0 0,1 1 0 0 0,-1-1 0 0 0,1 0 0 0 0,-1 0 1 0 0,0 0-1 0 0,1 1 0 0 0,-1-1 0 0 0,1-1 0 0 0,-1 1 0 0 0,1 0 0 0 0,-1 0 0 0 0,0 0 0 0 0,1-1 1 0 0,-1 1-1 0 0,1-1 0 0 0,-1 1 0 0 0,0-1 0 0 0,0 1 0 0 0,1-1 0 0 0,-1 0 0 0 0,0 0 0 0 0,0 0 1 0 0,0 0-1 0 0,0 0 0 0 0,2-1 0 0 0,4-3 32 0 0,-1-1 1 0 0,0 1-1 0 0,0-1 1 0 0,-1 0-1 0 0,1 0 1 0 0,-1-1-1 0 0,0 1 1 0 0,-1-1-1 0 0,0 0 1 0 0,0-1-1 0 0,4-11 1 0 0,0-2 422 0 0,-2-1 1 0 0,7-39 0 0 0,-13 60-454 0 0,0 1 1 0 0,0-1-1 0 0,0 0 1 0 0,0 0 0 0 0,0 1-1 0 0,0-1 1 0 0,0 0-1 0 0,0 1 1 0 0,0-1-1 0 0,1 0 1 0 0,-1 1-1 0 0,0-1 1 0 0,0 0 0 0 0,1 1-1 0 0,-1-1 1 0 0,1 0-1 0 0,-1 1 1 0 0,0-1-1 0 0,1 1 1 0 0,-1-1 0 0 0,1 1-1 0 0,-1-1 1 0 0,1 1-1 0 0,-1-1 1 0 0,1 1-1 0 0,0 0 1 0 0,-1-1 0 0 0,1 1-1 0 0,0 0 1 0 0,-1-1-1 0 0,1 1 1 0 0,0 0-1 0 0,0-1 1 0 0,1 2-8 0 0,-1 0 0 0 0,1-1 0 0 0,0 1-1 0 0,-1 0 1 0 0,0-1 0 0 0,1 1 0 0 0,-1 0 0 0 0,1 0 0 0 0,-1 0 0 0 0,0 0 0 0 0,0 0 0 0 0,0 1-1 0 0,2 1 1 0 0,30 46 96 0 0,-27-37-68 0 0,0 0-1 0 0,-1 0 1 0 0,-1 0 0 0 0,0 0 0 0 0,4 23 0 0 0,-7-32-30 0 0,-1 0 0 0 0,1 1 0 0 0,-1-1 0 0 0,0 0 1 0 0,0 1-1 0 0,-1-1 0 0 0,1 1 0 0 0,-1-1 0 0 0,0 0 1 0 0,0 0-1 0 0,0 1 0 0 0,0-1 0 0 0,0 0 0 0 0,-1 0 1 0 0,1 0-1 0 0,-1 0 0 0 0,0-1 0 0 0,0 1 0 0 0,0 0 1 0 0,0-1-1 0 0,0 1 0 0 0,-1-1 0 0 0,1 0 1 0 0,-1 0-1 0 0,0 0 0 0 0,-4 3 0 0 0,-6 2-61 0 0,1-1-1 0 0,0 0 1 0 0,-18 4 0 0 0,-15 1-4026 0 0,40-11 840 0 0,-11-5 244 0 0</inkml:trace>
</inkml:ink>
</file>

<file path=ppt/ink/ink6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5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20 0 0,'0'0'3676'0'0,"6"7"881"0"0</inkml:trace>
</inkml:ink>
</file>

<file path=ppt/ink/ink6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9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0 727 536 0 0,'0'0'4238'0'0,"31"-17"-795"0"0,1 4-3232 0 0,-1-1 0 0 0,0-2 1 0 0,-1-1-1 0 0,-1-1 0 0 0,-1-1 0 0 0,38-34 1 0 0,-47 36-185 0 0,-1-1 1 0 0,0 0 0 0 0,-1-2 0 0 0,-1 0-1 0 0,-1 0 1 0 0,-1-2 0 0 0,-1 0-1 0 0,-1 0 1 0 0,13-34 0 0 0,-21 41 54 0 0,-1 1-1 0 0,0 0 1 0 0,-1-1 0 0 0,0 1 0 0 0,-2-1 0 0 0,1 1-1 0 0,-2-1 1 0 0,-2-18 0 0 0,2 31-43 0 0,2 1-36 0 0,-1 1 0 0 0,0-1 1 0 0,0 1-1 0 0,0-1 0 0 0,0 1 1 0 0,0-1-1 0 0,1 1 0 0 0,-1-1 1 0 0,0 0-1 0 0,0 1 0 0 0,0-1 1 0 0,-1 1-1 0 0,1-1 0 0 0,0 1 1 0 0,0-1-1 0 0,0 1 0 0 0,0-1 1 0 0,0 1-1 0 0,-1-1 1 0 0,1 1-1 0 0,0-1 0 0 0,0 1 1 0 0,-1 0-1 0 0,1-1 0 0 0,0 1 1 0 0,-1-1-1 0 0,1 1 0 0 0,0 0 1 0 0,-1-1-1 0 0,1 1 0 0 0,-1 0 1 0 0,1-1-1 0 0,-1 1 0 0 0,1 0 1 0 0,-1-1-1 0 0,-1-1-6 0 0,0 1 12 0 0,-34 16 19 0 0,29-10-29 0 0,1 0 0 0 0,0 1 0 0 0,0 0-1 0 0,1 0 1 0 0,0 0 0 0 0,0 1 0 0 0,0-1-1 0 0,1 1 1 0 0,0 1 0 0 0,0-1 0 0 0,1 0-1 0 0,0 1 1 0 0,0 0 0 0 0,1 0 0 0 0,0 0-1 0 0,-1 8 1 0 0,3-9 0 0 0,0 0 1 0 0,0 0-1 0 0,0 0 0 0 0,1 0 1 0 0,0-1-1 0 0,0 1 0 0 0,1 0 1 0 0,0 0-1 0 0,0-1 0 0 0,1 1 1 0 0,-1-1-1 0 0,2 0 0 0 0,-1 1 1 0 0,0-1-1 0 0,1-1 0 0 0,0 1 1 0 0,1-1-1 0 0,-1 1 0 0 0,10 7 1 0 0,-1-2-16 0 0,0 0 1 0 0,1-2-1 0 0,0 1 1 0 0,0-1 0 0 0,1-1-1 0 0,0-1 1 0 0,0 0-1 0 0,1-1 1 0 0,0-1-1 0 0,0 0 1 0 0,1-1 0 0 0,-1-1-1 0 0,1 0 1 0 0,0-2-1 0 0,-1 1 1 0 0,1-2 0 0 0,0-1-1 0 0,0 0 1 0 0,0-1-1 0 0,-1 0 1 0 0,1-1-1 0 0,-1-1 1 0 0,17-7 0 0 0,-22 7 1 0 0,0-1 1 0 0,0 0 0 0 0,-1-1 0 0 0,0 0 0 0 0,0-1 0 0 0,0 0 0 0 0,-1-1-1 0 0,0 1 1 0 0,0-2 0 0 0,-1 1 0 0 0,0-1 0 0 0,-1-1 0 0 0,0 1-1 0 0,0-1 1 0 0,-1-1 0 0 0,0 1 0 0 0,-1-1 0 0 0,0 0 0 0 0,-1 0 0 0 0,0 0-1 0 0,4-19 1 0 0,-10 0 77 0 0,2 29-65 0 0,0 0 0 0 0,0 0 0 0 0,0 1 0 0 0,0-1 1 0 0,-1 0-1 0 0,1 0 0 0 0,0 0 0 0 0,-1 0 0 0 0,1 0 0 0 0,0 0 0 0 0,-1 1 1 0 0,1-1-1 0 0,-1 0 0 0 0,1 0 0 0 0,-1 1 0 0 0,0-1 0 0 0,1 0 1 0 0,-1 1-1 0 0,0-1 0 0 0,1 1 0 0 0,-1-1 0 0 0,0 1 0 0 0,0-1 0 0 0,0 1 1 0 0,1-1-1 0 0,-1 1 0 0 0,0 0 0 0 0,0-1 0 0 0,-1 1 0 0 0,-1 0 1 0 0,1 1-1 0 0,0 0 0 0 0,-1 0 1 0 0,1 0-1 0 0,0 1 0 0 0,0-1 1 0 0,0 0-1 0 0,0 1 0 0 0,0-1 1 0 0,0 1-1 0 0,0 0 0 0 0,1 0 1 0 0,-1-1-1 0 0,1 1 0 0 0,-1 0 1 0 0,1 0-1 0 0,0 1 0 0 0,-1-1 1 0 0,1 0-1 0 0,0 0 0 0 0,1 1 1 0 0,-2 3-1 0 0,-1 2-3 0 0,0 0 0 0 0,1 0 0 0 0,0 0 0 0 0,0 0-1 0 0,-1 13 1 0 0,3-14 4 0 0,0 0 0 0 0,1 0 0 0 0,0-1 0 0 0,0 1-1 0 0,0 0 1 0 0,1-1 0 0 0,0 1 0 0 0,1-1 0 0 0,-1 0 0 0 0,1 1 0 0 0,0-1-1 0 0,1 0 1 0 0,-1-1 0 0 0,1 1 0 0 0,0-1 0 0 0,1 1 0 0 0,-1-1-1 0 0,1-1 1 0 0,0 1 0 0 0,0-1 0 0 0,1 0 0 0 0,-1 0 0 0 0,1 0-1 0 0,0-1 1 0 0,0 1 0 0 0,0-1 0 0 0,0-1 0 0 0,1 0 0 0 0,-1 1 0 0 0,10 0-1 0 0,-2 0-29 0 0,0 0 0 0 0,0-1 0 0 0,1-1-1 0 0,-1 0 1 0 0,0-1 0 0 0,0-1-1 0 0,1 0 1 0 0,-1-1 0 0 0,0-1 0 0 0,0 0-1 0 0,0 0 1 0 0,-1-2 0 0 0,23-9 0 0 0,-21 6 1 0 0,0-1 0 0 0,0 0 0 0 0,-1-1 0 0 0,-1-1 1 0 0,1 0-1 0 0,-2-1 0 0 0,1 0 0 0 0,-2-1 0 0 0,0 0 1 0 0,16-26-1 0 0,-16 20 74 0 0,0-2 0 0 0,-2 1 0 0 0,0-1 0 0 0,-2-1 0 0 0,0 1 0 0 0,-1-1 0 0 0,4-39 1 0 0,-6 40 346 0 0,-2-1 1 0 0,-1 0 0 0 0,-2-37 0 0 0,1 57-292 0 0,0 0-1 0 0,0 2-97 0 0,0 0 0 0 0,0 0 0 0 0,0 0 1 0 0,0 0-1 0 0,0-1 0 0 0,0 1 1 0 0,0 0-1 0 0,0 0 0 0 0,0 0 1 0 0,0 0-1 0 0,0 0 0 0 0,0 0 0 0 0,0-1 1 0 0,0 1-1 0 0,0 0 0 0 0,0 0 1 0 0,0 0-1 0 0,0 0 0 0 0,0 0 1 0 0,0-1-1 0 0,0 1 0 0 0,0 0 0 0 0,0 0 1 0 0,0 0-1 0 0,0 0 0 0 0,0 0 1 0 0,0 0-1 0 0,0-1 0 0 0,0 1 1 0 0,0 0-1 0 0,0 0 0 0 0,0 0 0 0 0,0 0 1 0 0,-1 0-1 0 0,1 0 0 0 0,0 0 1 0 0,0 0-1 0 0,0-1 0 0 0,0 1 1 0 0,0 0-1 0 0,0 0 0 0 0,0 0 0 0 0,-1 0 1 0 0,1 0-1 0 0,0 0 0 0 0,0 0 1 0 0,0 0-1 0 0,0 0 0 0 0,0 0 0 0 0,-1 0 1 0 0,1 0-1 0 0,0 0 0 0 0,0 0 1 0 0,0 0-1 0 0,0 0 0 0 0,0 0 1 0 0,0 0-1 0 0,-1 0 0 0 0,1 0 0 0 0,0 0 1 0 0,0 0-1 0 0,0 0 0 0 0,0 0 1 0 0,0 0-1 0 0,0 0 0 0 0,-1 1 1 0 0,1-1-1 0 0,0 0 0 0 0,0 0 0 0 0,-17 40 87 0 0,2 1-1 0 0,2 1 1 0 0,2 1-1 0 0,-9 58 1 0 0,1-7 6 0 0,16-79-86 0 0,-61 296 223 0 0,50-223-124 0 0,-3 140 0 0 0,16-173-85 0 0,-1 1 76 0 0,8 84 0 0 0,0-124 94 0 0,0-31-114 0 0,6-60-111 0 0,-5 29-12 0 0,8-34-152 0 0,2-1 0 0 0,5 2 0 0 0,3 1-1 0 0,41-89 1 0 0,-54 144 144 0 0,1 1 0 0 0,0 1 0 0 0,32-37 1 0 0,-38 49 30 0 0,1 1 0 0 0,0 0 0 0 0,0 0 1 0 0,1 1-1 0 0,0 0 0 0 0,0 1 0 0 0,0 0 0 0 0,1 0 1 0 0,0 1-1 0 0,0 1 0 0 0,14-5 0 0 0,-22 8 15 0 0,1 0-1 0 0,0 1 1 0 0,0-1-1 0 0,0 1 1 0 0,0 0 0 0 0,0 0-1 0 0,0 0 1 0 0,0 0-1 0 0,-1 0 1 0 0,1 1-1 0 0,0 0 1 0 0,0-1-1 0 0,0 1 1 0 0,0 0-1 0 0,-1 0 1 0 0,1 0-1 0 0,-1 1 1 0 0,1-1-1 0 0,-1 0 1 0 0,1 1-1 0 0,-1 0 1 0 0,0 0-1 0 0,1 0 1 0 0,-1 0-1 0 0,0 0 1 0 0,0 0-1 0 0,-1 0 1 0 0,1 1-1 0 0,0-1 1 0 0,-1 0 0 0 0,1 1-1 0 0,-1 0 1 0 0,0-1-1 0 0,0 1 1 0 0,0 0-1 0 0,0 0 1 0 0,0 4-1 0 0,1-1 5 0 0,0 1-1 0 0,-1 0 1 0 0,0 1 0 0 0,-1-1-1 0 0,1 0 1 0 0,-1 0 0 0 0,-1 0-1 0 0,0 0 1 0 0,1 0 0 0 0,-2 0-1 0 0,1 0 1 0 0,-1 0-1 0 0,0 0 1 0 0,-5 10 0 0 0,4-13-17 0 0,1 1 1 0 0,-1 0 0 0 0,0-1-1 0 0,-1 0 1 0 0,1 0-1 0 0,-1 0 1 0 0,0 0-1 0 0,0 0 1 0 0,0-1 0 0 0,0 1-1 0 0,-1-1 1 0 0,1 0-1 0 0,-1-1 1 0 0,0 1 0 0 0,1-1-1 0 0,-1 0 1 0 0,-1 0-1 0 0,1 0 1 0 0,0-1 0 0 0,0 0-1 0 0,0 0 1 0 0,-1 0-1 0 0,1-1 1 0 0,-1 1 0 0 0,1-1-1 0 0,-10-2 1 0 0,13 2-247 0 0,0-1 0 0 0,1-1 0 0 0,-1 1 0 0 0,1 0 0 0 0,-1 0 0 0 0,1 0 0 0 0,-1-1-1 0 0,1 1 1 0 0,0-1 0 0 0,0 1 0 0 0,0-1 0 0 0,0 0 0 0 0,0 1 0 0 0,0-1 0 0 0,0 0 0 0 0,0 0 0 0 0,1 1 0 0 0,-1-1 0 0 0,0 0 0 0 0,1 0 0 0 0,0 0 0 0 0,-1 0 0 0 0,1 0 0 0 0,0-3 0 0 0,0-10-2289 0 0</inkml:trace>
</inkml:ink>
</file>

<file path=ppt/ink/ink6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39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0 112 400 0 0,'11'11'1057'0'0,"-2"1"0"0"0,1 0 0 0 0,-2 1 0 0 0,9 15 0 0 0,-4-6-13 0 0,-8-8 2281 0 0,-5-24-3261 0 0,-1 0 0 0 0,1-1 1 0 0,1 1-1 0 0,0-1 0 0 0,0 1 1 0 0,1 0-1 0 0,0 0 0 0 0,1 0 1 0 0,0 0-1 0 0,1 0 0 0 0,7-14 1 0 0,-5 12-380 0 0,19-32-155 0 0,-1 18-5486 0 0,-18 20 3655 0 0</inkml:trace>
</inkml:ink>
</file>

<file path=ppt/ink/ink6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40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0 630 376 0 0,'16'-6'624'0'0,"-1"0"-1"0"0,0-2 1 0 0,0 0-1 0 0,-1 0 1 0 0,0-1-1 0 0,0-1 1 0 0,-1-1 0 0 0,0 1-1 0 0,-1-2 1 0 0,13-15-1 0 0,-24 25-259 0 0,-1-2 93 0 0,0 3-431 0 0,0 1 1 0 0,0 0-1 0 0,1 0 0 0 0,-1 0 1 0 0,0-1-1 0 0,0 1 0 0 0,0 0 1 0 0,0 0-1 0 0,0-1 0 0 0,0 1 1 0 0,0 0-1 0 0,0 0 0 0 0,0-1 1 0 0,0 1-1 0 0,0 0 0 0 0,0 0 1 0 0,0 0-1 0 0,0-1 0 0 0,0 1 1 0 0,0 0-1 0 0,0 0 1 0 0,0-1-1 0 0,0 1 0 0 0,0 0 1 0 0,-1 0-1 0 0,1 0 0 0 0,0-1 1 0 0,0 1-1 0 0,0 0 0 0 0,0 0 1 0 0,0 0-1 0 0,-1-1 0 0 0,1 1 1 0 0,0 0-1 0 0,0 0 0 0 0,0 0 1 0 0,-1 0-1 0 0,1 0 0 0 0,0-1 1 0 0,-1 1-1 0 0,-2 0 10 0 0,0-1 0 0 0,0 1 1 0 0,0 0-1 0 0,0 0 0 0 0,0 0 0 0 0,0 0 0 0 0,0 0 0 0 0,0 1 1 0 0,0-1-1 0 0,0 1 0 0 0,0 0 0 0 0,0 0 0 0 0,0 0 0 0 0,0 0 1 0 0,1 0-1 0 0,-1 1 0 0 0,0-1 0 0 0,1 1 0 0 0,-1 0 0 0 0,1 0 0 0 0,0 0 1 0 0,-1 0-1 0 0,1 0 0 0 0,0 1 0 0 0,0-1 0 0 0,-2 4 0 0 0,1-2-12 0 0,0 0 0 0 0,0 0 0 0 0,0 0 0 0 0,0 1 0 0 0,1-1 0 0 0,0 1 0 0 0,0 0 0 0 0,0 0 0 0 0,0 0 0 0 0,1 0 0 0 0,0 0 0 0 0,0 0 0 0 0,0 0 0 0 0,1 0 0 0 0,0 7 0 0 0,0-10-20 0 0,0-1 0 0 0,1 0 0 0 0,-1 0 0 0 0,1 0 0 0 0,0 1 0 0 0,-1-1 0 0 0,1 0 0 0 0,0 0 0 0 0,-1 0 0 0 0,1 0 0 0 0,0 0 0 0 0,0 0 1 0 0,0-1-1 0 0,0 1 0 0 0,0 0 0 0 0,0 0 0 0 0,0-1 0 0 0,0 1 0 0 0,0 0 0 0 0,0-1 0 0 0,1 1 0 0 0,-1-1 0 0 0,0 0 0 0 0,0 1 0 0 0,0-1 0 0 0,1 0 0 0 0,-1 0 1 0 0,0 0-1 0 0,0 0 0 0 0,1 0 0 0 0,-1 0 0 0 0,0 0 0 0 0,1 0 0 0 0,-1 0 0 0 0,0 0 0 0 0,2-1 0 0 0,45-12-69 0 0,56-39-183 0 0,-61 28 148 0 0,51-19 0 0 0,-83 39 82 0 0,1-1-1 0 0,0 2 0 0 0,1 0 1 0 0,-1 0-1 0 0,0 1 0 0 0,1 1 0 0 0,-1 0 1 0 0,1 1-1 0 0,16 1 0 0 0,-27-1 16 0 0,0 0-1 0 0,1 0 1 0 0,-1 1-1 0 0,0-1 1 0 0,0 0-1 0 0,0 1 1 0 0,1 0-1 0 0,-1-1 1 0 0,0 1-1 0 0,0 0 1 0 0,0 0-1 0 0,0 0 1 0 0,0 1-1 0 0,-1-1 1 0 0,1 0-1 0 0,0 1 1 0 0,0-1-1 0 0,-1 1 0 0 0,1-1 1 0 0,-1 1-1 0 0,0 0 1 0 0,1 0-1 0 0,-1 0 1 0 0,0 0-1 0 0,0 0 1 0 0,1 3-1 0 0,0 2-4 0 0,-2-1 0 0 0,1 1-1 0 0,-1 0 1 0 0,0-1-1 0 0,-1 1 1 0 0,1 0 0 0 0,-3 8-1 0 0,-2 30-243 0 0,13-31-46 0 0,3-12 212 0 0,-1 1 0 0 0,1-2 0 0 0,-1 0 0 0 0,1 0 0 0 0,-1 0 0 0 0,1-2-1 0 0,0 1 1 0 0,-1-1 0 0 0,1-1 0 0 0,15-4 0 0 0,-1 0-36 0 0,-1-2-1 0 0,0 0 1 0 0,32-17-1 0 0,-50 23 149 0 0,0-1-1 0 0,-1-1 0 0 0,1 1 0 0 0,-1-1 1 0 0,1 0-1 0 0,-1 0 0 0 0,0-1 0 0 0,-1 0 1 0 0,1 1-1 0 0,-1-2 0 0 0,0 1 1 0 0,0 0-1 0 0,0-1 0 0 0,-1 0 0 0 0,0 0 1 0 0,0 0-1 0 0,2-8 0 0 0,-4 13-14 0 0,-1-1 0 0 0,1 1 0 0 0,-1-1 0 0 0,0 0 1 0 0,1 1-1 0 0,-1-1 0 0 0,0 1 0 0 0,0-1 0 0 0,0 0 0 0 0,0 1 0 0 0,-1-1 0 0 0,1 1 0 0 0,0-1 0 0 0,-1 0 1 0 0,1 1-1 0 0,-1-1 0 0 0,0 1 0 0 0,1 0 0 0 0,-1-1 0 0 0,0 1 0 0 0,0-1 0 0 0,0 1 0 0 0,0 0 0 0 0,0 0 1 0 0,0-1-1 0 0,0 1 0 0 0,0 0 0 0 0,0 0 0 0 0,-1 0 0 0 0,1 0 0 0 0,0 0 0 0 0,-1 1 0 0 0,1-1 0 0 0,-1 0 0 0 0,1 1 1 0 0,-1-1-1 0 0,1 1 0 0 0,-1-1 0 0 0,1 1 0 0 0,-1 0 0 0 0,1 0 0 0 0,-1-1 0 0 0,0 1 0 0 0,-1 0 0 0 0,0 0 11 0 0,0 2 0 0 0,-3 1-15 0 0,1 0 0 0 0,-1 0 0 0 0,1 1 0 0 0,0-1 0 0 0,0 1 0 0 0,0 1 0 0 0,1-1 0 0 0,-1 1 0 0 0,1-1 0 0 0,0 1 0 0 0,0 0 0 0 0,1 1 0 0 0,0-1 0 0 0,-5 10 0 0 0,7-13-8 0 0,0 0 0 0 0,0 1 0 0 0,0-1 0 0 0,1 1 0 0 0,-1-1 0 0 0,1 1 0 0 0,-1-1 0 0 0,1 1 0 0 0,0-1-1 0 0,0 1 1 0 0,0-1 0 0 0,0 1 0 0 0,1-1 0 0 0,-1 1 0 0 0,1-1 0 0 0,-1 1 0 0 0,1-1 0 0 0,0 1 0 0 0,0-1 0 0 0,0 0 0 0 0,0 0 0 0 0,0 1 0 0 0,1-1 0 0 0,-1 0 0 0 0,1 0 0 0 0,-1 0 0 0 0,1 0 0 0 0,0-1-1 0 0,0 1 1 0 0,0 0 0 0 0,0-1 0 0 0,0 1 0 0 0,0-1 0 0 0,0 1 0 0 0,0-1 0 0 0,0 0 0 0 0,1 0 0 0 0,-1 0 0 0 0,1-1 0 0 0,3 2 0 0 0,-1 0-21 0 0,1-1 0 0 0,0 0 0 0 0,0 0 0 0 0,1 0 1 0 0,-1-1-1 0 0,0 0 0 0 0,0 0 0 0 0,0 0 0 0 0,0-1 0 0 0,0 0 1 0 0,0 0-1 0 0,0-1 0 0 0,0 1 0 0 0,0-1 0 0 0,0 0 0 0 0,-1-1 1 0 0,10-5-1 0 0,6-5 29 0 0,0-1 0 0 0,38-34 0 0 0,-28 22 197 0 0,-16 10 86 0 0,-12 14-210 0 0,-1-1 0 0 0,1 0 0 0 0,-1 1 0 0 0,1-1 0 0 0,0 1 0 0 0,0 0 0 0 0,0 0 0 0 0,6-3 0 0 0,-8 4 93 0 0,13 43 173 0 0,-13-37-320 0 0,0-1 0 0 0,-1 1 0 0 0,2 0 0 0 0,-1-1-1 0 0,0 0 1 0 0,1 1 0 0 0,0-1 0 0 0,0 0 0 0 0,0 0-1 0 0,1 0 1 0 0,-1 0 0 0 0,1 0 0 0 0,5 5 0 0 0,-5-7-10 0 0,0 0 1 0 0,0-1-1 0 0,0 1 1 0 0,1-1-1 0 0,-1 1 1 0 0,1-1 0 0 0,-1 0-1 0 0,1-1 1 0 0,-1 1-1 0 0,1 0 1 0 0,0-1-1 0 0,-1 0 1 0 0,1 0 0 0 0,0 0-1 0 0,-1 0 1 0 0,1-1-1 0 0,0 1 1 0 0,5-3-1 0 0,135-26 114 0 0,-130 28-125 0 0,0-2 1 0 0,0 0-1 0 0,0 0 1 0 0,0-1-1 0 0,-1-1 1 0 0,1 0-1 0 0,-1-1 0 0 0,13-7 1 0 0,-18 7-2 0 0,0 0 0 0 0,0 0 0 0 0,-1-1 0 0 0,0 0 0 0 0,0 0 0 0 0,-1-1 0 0 0,0 0 0 0 0,0 0 0 0 0,-1 0 1 0 0,0 0-1 0 0,0-1 0 0 0,6-16 0 0 0,-5 5 68 0 0,0 0 0 0 0,-1-1 1 0 0,-1 1-1 0 0,-1-1 0 0 0,-1 0 1 0 0,0-34-1 0 0,-16-126 2190 0 0,14 181-2212 0 0,1-1 0 0 0,-1 0 0 0 0,0 0 1 0 0,0 0-1 0 0,0 1 0 0 0,0-1 0 0 0,0 0 0 0 0,0 0 1 0 0,0 0-1 0 0,0 0 0 0 0,0 1 0 0 0,-1-1 0 0 0,1 0 0 0 0,0 0 1 0 0,0 0-1 0 0,-1 1 0 0 0,1-1 0 0 0,0 0 0 0 0,-1 1 1 0 0,1-1-1 0 0,-1 0 0 0 0,1 1 0 0 0,-1-1 0 0 0,1 0 0 0 0,-1 1 1 0 0,0-1-1 0 0,0 0 0 0 0,-9 22 234 0 0,-3 48-267 0 0,10-2 129 0 0,8 107 0 0 0,1-62-24 0 0,1-56-22 0 0,-1-3-3093 0 0,-6-51 2140 0 0</inkml:trace>
</inkml:ink>
</file>

<file path=ppt/ink/ink6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41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79 828 0 0,'2'-3'965'0'0,"3"-1"-582"0"0,-1 0 0 0 0,1 0 0 0 0,0 0 0 0 0,1 1 0 0 0,-1 0 0 0 0,0 0 0 0 0,1 0 0 0 0,0 1 0 0 0,-1 0 0 0 0,12-3 0 0 0,70-9 1256 0 0,-65 11-3121 0 0,0 0-1 0 0,30-9 1 0 0,-35 6-320 0 0</inkml:trace>
</inkml:ink>
</file>

<file path=ppt/ink/ink6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42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183 456 188 0 0,'0'0'10613'0'0,"-4"-4"-10430"0"0,-10-11-13 0 0,11 12-20 0 0,-1 3-23 0 0,-7 4-65 0 0,0 0 0 0 0,0 1 0 0 0,0 0-1 0 0,1 0 1 0 0,0 1 0 0 0,0 1 0 0 0,0-1 0 0 0,1 2 0 0 0,0-1-1 0 0,0 1 1 0 0,1 1 0 0 0,0-1 0 0 0,1 1 0 0 0,-9 13-1 0 0,16-21-57 0 0,-1-1-1 0 0,0 1 0 0 0,1-1 1 0 0,-1 1-1 0 0,1-1 0 0 0,-1 1 0 0 0,1 0 1 0 0,-1-1-1 0 0,1 1 0 0 0,0 0 0 0 0,-1-1 1 0 0,1 1-1 0 0,0 0 0 0 0,-1 0 1 0 0,1 0-1 0 0,0-1 0 0 0,0 1 0 0 0,0 0 1 0 0,0 0-1 0 0,0-1 0 0 0,0 1 0 0 0,0 0 1 0 0,0 0-1 0 0,0 0 0 0 0,0 0 1 0 0,0-1-1 0 0,0 1 0 0 0,1 0 0 0 0,-1 0 1 0 0,0-1-1 0 0,1 1 0 0 0,-1 0 0 0 0,0-1 1 0 0,1 1-1 0 0,-1 0 0 0 0,1-1 1 0 0,-1 1-1 0 0,1 0 0 0 0,-1-1 0 0 0,1 1 1 0 0,-1-1-1 0 0,1 1 0 0 0,0-1 0 0 0,-1 1 1 0 0,1-1-1 0 0,0 1 0 0 0,0-1 0 0 0,-1 0 1 0 0,1 0-1 0 0,0 1 0 0 0,0-1 1 0 0,-1 0-1 0 0,1 0 0 0 0,0 0 0 0 0,0 0 1 0 0,0 0-1 0 0,-1 0 0 0 0,2 0 0 0 0,4 1 23 0 0,0-1 0 0 0,0 0-1 0 0,0 0 1 0 0,0-1-1 0 0,0 0 1 0 0,7-2-1 0 0,8-4-44 0 0,-1-1 0 0 0,-1 0-1 0 0,0-2 1 0 0,0 0 0 0 0,0-2-1 0 0,22-18 1 0 0,-40 30 1 0 0,-1-1-43 0 0,0 1 57 0 0,1 0-1 0 0,-1 0 1 0 0,0 0 0 0 0,0-1 0 0 0,0 1 0 0 0,1 0 0 0 0,-1 0 0 0 0,0 0 0 0 0,0 0-1 0 0,1 0 1 0 0,-1-1 0 0 0,0 1 0 0 0,0 0 0 0 0,1 0 0 0 0,-1 0 0 0 0,0 0 0 0 0,0 0-1 0 0,1 0 1 0 0,-1 0 0 0 0,0 0 0 0 0,1 0 0 0 0,-1 0 0 0 0,0 0 0 0 0,0 0-1 0 0,1 0 1 0 0,-1 0 0 0 0,0 0 0 0 0,0 0 0 0 0,1 0 0 0 0,-1 1 0 0 0,0-1 0 0 0,0 0-1 0 0,1 0 1 0 0,-1 0 0 0 0,0 0 0 0 0,0 0 0 0 0,1 1 0 0 0,-1-1 0 0 0,0 0 0 0 0,0 1-1 0 0,0 2-2 0 0,1 1-1 0 0,-1-1 0 0 0,1 1 0 0 0,-1-1 0 0 0,1 1 0 0 0,0-1 0 0 0,1 1 1 0 0,-1-1-1 0 0,0 1 0 0 0,1-1 0 0 0,0 0 0 0 0,0 0 0 0 0,2 4 0 0 0,-3-7 1 0 0,4 0 4 0 0,-1-1 0 0 0,1 1 0 0 0,-1-2-1 0 0,1 1 1 0 0,-1 0 0 0 0,0-1 0 0 0,0 1 0 0 0,7-5-1 0 0,4-5-6 0 0,0-1 0 0 0,0 0 0 0 0,-2-1 0 0 0,1-1-1 0 0,16-22 1 0 0,51-82-29 0 0,-74 108 35 0 0,11-22 5 0 0,-2-1 0 0 0,-1 0-1 0 0,-1-1 1 0 0,9-39-1 0 0,1 3 301 0 0,-24 69-286 0 0,1 0 0 0 0,-1 0 0 0 0,1 0 0 0 0,-1 0 0 0 0,0 0 0 0 0,1 0 0 0 0,-1 0 0 0 0,0 0 0 0 0,0 0 0 0 0,0 0 0 0 0,0 0 0 0 0,0-1 0 0 0,0 1-1 0 0,0 0 1 0 0,0 0 0 0 0,0 0 0 0 0,0 0 0 0 0,-1 0 0 0 0,1 0 0 0 0,0 0 0 0 0,-1-1 0 0 0,0 1-9 0 0,1 1 0 0 0,-1 0 0 0 0,0-1 1 0 0,1 1-1 0 0,-1 0 0 0 0,0 0 0 0 0,1 0 0 0 0,-1-1 0 0 0,0 1 0 0 0,0 0 0 0 0,1 0 0 0 0,-1 0 0 0 0,0 0 0 0 0,1 0 0 0 0,-1 0 0 0 0,0 0 0 0 0,1 1 0 0 0,-1-1 0 0 0,0 0 0 0 0,0 0 0 0 0,1 1 0 0 0,-1-1 0 0 0,0 1 1 0 0,-4 1-2 0 0,0 1 0 0 0,0-1 0 0 0,0 1 1 0 0,1 0-1 0 0,-1 1 0 0 0,1-1 0 0 0,-5 6 1 0 0,-3 6 2 0 0,1 1 1 0 0,0 0 0 0 0,1 0-1 0 0,1 1 1 0 0,1 1 0 0 0,0 0-1 0 0,1 0 1 0 0,1 0 0 0 0,1 1 0 0 0,0 0-1 0 0,-3 34 1 0 0,7-39 1 0 0,0 0 0 0 0,1 1 0 0 0,1-1 0 0 0,0 1-1 0 0,1-1 1 0 0,0 1 0 0 0,2-1 0 0 0,-1 0 0 0 0,2 0 0 0 0,0-1 0 0 0,0 1 0 0 0,1-1 0 0 0,1 0 0 0 0,0-1-1 0 0,1 0 1 0 0,13 16 0 0 0,-16-23 21 0 0,0 1-1 0 0,1-2 0 0 0,0 1 1 0 0,0 0-1 0 0,0-1 0 0 0,1-1 1 0 0,-1 1-1 0 0,1-1 0 0 0,0 0 1 0 0,0 0-1 0 0,0-1 1 0 0,1 0-1 0 0,-1 0 0 0 0,10 1 1 0 0,-14-4 165 0 0,-1 0 1 0 0,0 1-1 0 0,1-1 1 0 0,-1 0 0 0 0,0 0-1 0 0,1 0 1 0 0,-1-1-1 0 0,0 1 1 0 0,0 0-1 0 0,0-1 1 0 0,0 0 0 0 0,0 1-1 0 0,0-1 1 0 0,-1 0-1 0 0,1 0 1 0 0,0 0 0 0 0,-1 0-1 0 0,0 0 1 0 0,2-3-1 0 0,0 1 2393 0 0,-4-4-2942 0 0,0 2-2564 0 0</inkml:trace>
</inkml:ink>
</file>

<file path=ppt/ink/ink6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42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48 172 0 0,'0'0'955'0'0,"4"-45"5779"0"0,-4 43-6760 0 0</inkml:trace>
</inkml:ink>
</file>

<file path=ppt/ink/ink6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43.1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33 232 0 0,'6'-16'5877'0'0,"-7"6"-2401"0"0,-4 8-2854 0 0,4 1-571 0 0,1 1-1 0 0,-1 0 1 0 0,0-1 0 0 0,1 1-1 0 0,-1-1 1 0 0,0 1 0 0 0,0 0 0 0 0,1 0-1 0 0,-1-1 1 0 0,0 1 0 0 0,0 0-1 0 0,1 0 1 0 0,-1 0 0 0 0,0 0-1 0 0,0 0 1 0 0,0 0 0 0 0,1 0 0 0 0,-1 0-1 0 0,0 0 1 0 0,0 0 0 0 0,-1 1-1 0 0,-10 5 45 0 0,0 1 0 0 0,1 0 0 0 0,0 1 0 0 0,0 0 0 0 0,1 0 0 0 0,0 1 0 0 0,0 1 0 0 0,1 0 0 0 0,0 0 0 0 0,1 0 0 0 0,0 1 0 0 0,0 1 0 0 0,2-1 0 0 0,-10 21 0 0 0,16-31-79 0 0,1 6 38 0 0,-1-6-48 0 0,0-1 0 0 0,0 1 1 0 0,0 0-1 0 0,0-1 0 0 0,0 1 0 0 0,0 0 0 0 0,0-1 0 0 0,0 1 0 0 0,0 0 1 0 0,0-1-1 0 0,0 1 0 0 0,0 0 0 0 0,0-1 0 0 0,1 1 0 0 0,-1 0 0 0 0,0-1 0 0 0,0 1 1 0 0,1 0-1 0 0,-1-1 0 0 0,0 1 0 0 0,1-1 0 0 0,-1 1 0 0 0,1-1 0 0 0,-1 1 0 0 0,1-1 1 0 0,-1 1-1 0 0,1-1 0 0 0,-1 1 0 0 0,1-1 0 0 0,-1 0 0 0 0,1 1 0 0 0,0-1 1 0 0,-1 0-1 0 0,1 0 0 0 0,0 1 0 0 0,-1-1 0 0 0,1 0 0 0 0,0 0 0 0 0,-1 0 0 0 0,1 0 1 0 0,0 0-1 0 0,-1 0 0 0 0,1 0 0 0 0,0 0 0 0 0,0 0 0 0 0,28-11 43 0 0,-1-1-1 0 0,0-1 1 0 0,37-24-1 0 0,19-11-30 0 0,-79 46-28 0 0,2 0-1 0 0,-5 2 3 0 0,34 12 69 0 0,-35-11-25 0 0,37 12 396 0 0,-23-11-427 0 0,1-1 0 0 0,0-1 0 0 0,0 0-1 0 0,26-5 1 0 0,-39 5-403 0 0,6-16-7906 0 0</inkml:trace>
</inkml:ink>
</file>

<file path=ppt/ink/ink6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43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92 9617 0 0,'0'0'164'0'0,"-2"-10"744"0"0,16-13-728 0 0,-8 17-48 0 0,7-1-24 0 0,0-1-32 0 0,5 1 0 0 0,-1 3-20 0 0,3 0-156 0 0,-1 1-272 0 0,7-3-392 0 0,-6 3-916 0 0,6-3-1821 0 0,0 1 805 0 0</inkml:trace>
</inkml:ink>
</file>

<file path=ppt/ink/ink6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0.7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362 230 372 0 0,'0'0'871'0'0,"-2"-22"3390"0"0,2 22-4159 0 0,0-1-1 0 0,1 0 0 0 0,-1 1 0 0 0,0-1 0 0 0,0 1 1 0 0,0-1-1 0 0,0 1 0 0 0,0-1 0 0 0,0 1 0 0 0,0-1 1 0 0,0 1-1 0 0,0-1 0 0 0,0 1 0 0 0,-1-1 1 0 0,1 1-1 0 0,0-1 0 0 0,0 1 0 0 0,0-1 0 0 0,-1 1 1 0 0,1-1-1 0 0,0 1 0 0 0,0 0 0 0 0,-1-1 0 0 0,1 1 1 0 0,0-1-1 0 0,-1 1 0 0 0,1 0 0 0 0,-1-1 1 0 0,1 1-1 0 0,0 0 0 0 0,-1-1 0 0 0,1 1 0 0 0,-1 0 1 0 0,1 0-1 0 0,-1-1 0 0 0,1 1 0 0 0,-1 0 0 0 0,1 0 1 0 0,-2 0-1 0 0,-80 62 538 0 0,73-54-564 0 0,1 0-1 0 0,0 0 0 0 0,0 1 0 0 0,0 0 1 0 0,2 0-1 0 0,-1 1 0 0 0,-8 17 0 0 0,14-26-58 0 0,0 1-1 0 0,0-1 0 0 0,0 1 1 0 0,1 0-1 0 0,-1-1 0 0 0,1 1 1 0 0,-1 0-1 0 0,1-1 0 0 0,-1 1 1 0 0,1 0-1 0 0,0 0 0 0 0,0 0 1 0 0,0-1-1 0 0,0 1 0 0 0,0 0 1 0 0,0 0-1 0 0,1-1 0 0 0,0 3 1 0 0,0-3-7 0 0,0 0 0 0 0,0-1 0 0 0,1 1 1 0 0,-1 0-1 0 0,0-1 0 0 0,1 1 1 0 0,-1-1-1 0 0,1 1 0 0 0,-1-1 0 0 0,1 0 1 0 0,-1 1-1 0 0,1-1 0 0 0,-1 0 1 0 0,1 0-1 0 0,-1 0 0 0 0,1 0 0 0 0,-1 0 1 0 0,1-1-1 0 0,-1 1 0 0 0,0 0 1 0 0,1-1-1 0 0,-1 1 0 0 0,3-2 0 0 0,59-15 120 0 0,120-49-1 0 0,-72 23-120 0 0,-94 37-4 0 0,0-1 1 0 0,-1-1-1 0 0,1-1 1 0 0,-2 0-1 0 0,1 0 1 0 0,22-21-1 0 0,-30 23 17 0 0,0 0 1 0 0,-1 0-1 0 0,-1-1 1 0 0,1 0-1 0 0,-1-1 0 0 0,-1 1 1 0 0,1-1-1 0 0,-2 0 1 0 0,1-1-1 0 0,-1 1 1 0 0,0-1-1 0 0,-1 0 0 0 0,2-12 1 0 0,-4 21-11 0 0,-1-2 6 0 0,1 1 1 0 0,-1 0-1 0 0,1 0 1 0 0,-1-1-1 0 0,1 1 1 0 0,-1 0-1 0 0,0 0 1 0 0,0-1-1 0 0,-1 1 0 0 0,1 0 1 0 0,0-1-1 0 0,-1 1 1 0 0,1 0-1 0 0,-1 0 1 0 0,-1-5-1 0 0,1 7-16 0 0,0 0-1 0 0,0 0 0 0 0,0 0 1 0 0,0 0-1 0 0,0 1 1 0 0,0-1-1 0 0,0 0 0 0 0,1 0 1 0 0,-1 0-1 0 0,0 1 0 0 0,0-1 1 0 0,0 1-1 0 0,0-1 0 0 0,1 0 1 0 0,-1 1-1 0 0,0 0 0 0 0,1-1 1 0 0,-1 1-1 0 0,0-1 0 0 0,1 1 1 0 0,-1 0-1 0 0,0-1 0 0 0,1 1 1 0 0,-1 0-1 0 0,1 0 0 0 0,0-1 1 0 0,-1 1-1 0 0,1 0 0 0 0,-1 0 1 0 0,1 1-1 0 0,0-1 0 0 0,-33 53 13 0 0,3 2 0 0 0,-27 69 1 0 0,8-17 5 0 0,16-39-3 0 0,-37 82 57 0 0,-159 247-1 0 0,218-380-53 0 0,-2-1 0 0 0,0 0 0 0 0,-1-1 0 0 0,0 0 0 0 0,-1-1-1 0 0,-1-1 1 0 0,-1 0 0 0 0,-23 15 0 0 0,38-28-13 0 0,-1 0-1 0 0,1 1 0 0 0,-1-1 1 0 0,1 0-1 0 0,0-1 1 0 0,-1 1-1 0 0,0 0 1 0 0,1-1-1 0 0,-1 1 0 0 0,1-1 1 0 0,-1 0-1 0 0,0 0 1 0 0,1 0-1 0 0,-1 0 1 0 0,1 0-1 0 0,-1-1 0 0 0,0 1 1 0 0,1-1-1 0 0,-1 0 1 0 0,1 0-1 0 0,-1 0 1 0 0,-1-1-1 0 0,0 0 0 0 0,1-1 0 0 0,-1 0-1 0 0,1 0 1 0 0,0 0 0 0 0,0 0 0 0 0,0-1 0 0 0,0 1-1 0 0,0-1 1 0 0,1 1 0 0 0,0-1 0 0 0,0 0 0 0 0,-2-4-1 0 0,-1-5 1 0 0,1 1 0 0 0,0-1 0 0 0,1 1-1 0 0,0-1 1 0 0,1 0 0 0 0,0 0 0 0 0,1-25 0 0 0,2 18-3 0 0,2 0 1 0 0,0-1 0 0 0,1 1 0 0 0,1 1 0 0 0,0-1 0 0 0,2 1 0 0 0,0 0 0 0 0,15-27 0 0 0,-14 33-168 0 0,-1 2 1 0 0,2-1-1 0 0,-1 1 0 0 0,2 0 1 0 0,-1 1-1 0 0,1 0 0 0 0,1 1 1 0 0,0 0-1 0 0,0 0 0 0 0,1 1 1 0 0,0 1-1 0 0,0 0 0 0 0,15-6 1 0 0,-6 5-1271 0 0,0 1 1 0 0,0 1 0 0 0,42-7 0 0 0,-17 8-1267 0 0</inkml:trace>
</inkml:ink>
</file>

<file path=ppt/ink/ink6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1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22 976 0 0,'0'0'2837'0'0,"2"-7"-1736"0"0,-2 7-1047 0 0,0 0 1 0 0,0 0-1 0 0,0 0 0 0 0,0 1 0 0 0,-1-1 0 0 0,1 0 0 0 0,0 0 0 0 0,0 0 0 0 0,0 0 1 0 0,0 0-1 0 0,0 0 0 0 0,0 0 0 0 0,0 0 0 0 0,0 0 0 0 0,0 0 0 0 0,0 0 0 0 0,0 0 0 0 0,-1 0 1 0 0,1 0-1 0 0,0 0 0 0 0,0 0 0 0 0,0 0 0 0 0,0 0 0 0 0,0 1 0 0 0,0-1 0 0 0,0 0 1 0 0,0 0-1 0 0,-1 0 0 0 0,1-1 0 0 0,0 1 0 0 0,0 0 0 0 0,0 0 0 0 0,0 0 0 0 0,0 0 0 0 0,0 0 1 0 0,0 0-1 0 0,0 0 0 0 0,-1 0 0 0 0,1 0 0 0 0,0 0 0 0 0,0 0 0 0 0,-78 101 1997 0 0,-20 29-468 0 0,87-113-1322 0 0,2 1 0 0 0,-1 1 0 0 0,-8 25 0 0 0,17-41-231 0 0,-1 2 60 0 0,0 0-1 0 0,1 0 0 0 0,-1 0 0 0 0,1 0 0 0 0,0 0 0 0 0,1 0 1 0 0,-1 1-1 0 0,1-1 0 0 0,0 9 0 0 0,1-13-76 0 0,-1-1 0 0 0,0 1-1 0 0,1-1 1 0 0,-1 1 0 0 0,0-1-1 0 0,1 0 1 0 0,-1 1 0 0 0,0-1-1 0 0,1 1 1 0 0,-1-1 0 0 0,1 0-1 0 0,-1 0 1 0 0,1 1 0 0 0,-1-1-1 0 0,1 0 1 0 0,-1 0 0 0 0,1 1-1 0 0,-1-1 1 0 0,1 0 0 0 0,-1 0 0 0 0,1 0-1 0 0,-1 0 1 0 0,1 0 0 0 0,-1 0-1 0 0,1 0 1 0 0,0 0 0 0 0,-1 0-1 0 0,1 0 1 0 0,-1 0 0 0 0,1 0-1 0 0,-1 0 1 0 0,1-1 0 0 0,0 1-1 0 0,18-5 113 0 0,-18 5-120 0 0,26-12 50 0 0,0 0 1 0 0,-1-2-1 0 0,0-1 0 0 0,-1-1 1 0 0,0-1-1 0 0,33-32 1 0 0,-38 33-45 0 0,56-48-95 0 0,-74 62 60 0 0,-1 3-38 0 0,0 0 59 0 0,1-1 1 0 0,-1 1-1 0 0,0 0 0 0 0,1 0 0 0 0,-1 0 1 0 0,0-1-1 0 0,0 1 0 0 0,0 0 0 0 0,0 1 1 0 0,0-1-1 0 0,0 0 0 0 0,0 0 0 0 0,0 0 1 0 0,0 1-1 0 0,0-1 0 0 0,-1 0 1 0 0,2 3-1 0 0,16 36-58 0 0,-11-22 46 0 0,-5-14 18 0 0,0 0 1 0 0,0 0-1 0 0,0 0 0 0 0,1 0 1 0 0,-1 0-1 0 0,1-1 0 0 0,0 1 0 0 0,0-1 1 0 0,0 0-1 0 0,0 0 0 0 0,1 0 1 0 0,-1 0-1 0 0,1-1 0 0 0,0 0 1 0 0,0 1-1 0 0,0-1 0 0 0,0 0 1 0 0,0-1-1 0 0,0 1 0 0 0,0-1 1 0 0,1 0-1 0 0,-1 0 0 0 0,1 0 1 0 0,-1 0-1 0 0,0-1 0 0 0,1 0 1 0 0,-1 0-1 0 0,1 0 0 0 0,-1 0 1 0 0,1-1-1 0 0,-1 0 0 0 0,1 0 1 0 0,5-2-1 0 0,-4 1 2 0 0,0-1 1 0 0,0 0-1 0 0,0-1 1 0 0,0 1-1 0 0,-1-1 0 0 0,1 0 1 0 0,-1 0-1 0 0,0-1 1 0 0,0 0-1 0 0,0 0 0 0 0,-1 0 1 0 0,0 0-1 0 0,0-1 1 0 0,0 1-1 0 0,-1-1 0 0 0,1 0 1 0 0,-2 0-1 0 0,1 0 1 0 0,0-1-1 0 0,-1 1 1 0 0,2-10-1 0 0,-2 4 15 0 0,1 0 0 0 0,-2 0-1 0 0,1 0 1 0 0,-2 0 0 0 0,0 0 0 0 0,0 0 0 0 0,-1-1-1 0 0,0 1 1 0 0,-1 0 0 0 0,-1 1 0 0 0,0-1 0 0 0,0 0-1 0 0,-6-11 1 0 0,-7-2 24 0 0,15 24-44 0 0,1 0-1 0 0,-1 0 1 0 0,0 1-1 0 0,0-1 1 0 0,0 0-1 0 0,1 0 1 0 0,-1 1-1 0 0,0-1 0 0 0,0 1 1 0 0,0-1-1 0 0,0 1 1 0 0,0-1-1 0 0,0 1 1 0 0,-1-1-1 0 0,1 1 1 0 0,0 0-1 0 0,0 0 1 0 0,0 0-1 0 0,0-1 1 0 0,0 1-1 0 0,0 0 1 0 0,-1 0-1 0 0,1 1 0 0 0,0-1 1 0 0,0 0-1 0 0,0 0 1 0 0,0 0-1 0 0,0 1 1 0 0,-1 0-1 0 0,-2 0-2 0 0,1 1 1 0 0,-1 0-1 0 0,1 1 0 0 0,0-1 0 0 0,0 1 0 0 0,0-1 0 0 0,0 1 1 0 0,0 0-1 0 0,0 0 0 0 0,1 0 0 0 0,0 0 0 0 0,-1 1 0 0 0,1-1 1 0 0,0 0-1 0 0,1 1 0 0 0,-1 0 0 0 0,1-1 0 0 0,-1 1 0 0 0,1 0 1 0 0,0 0-1 0 0,0 4 0 0 0,1-5 4 0 0,0 0 0 0 0,0 1 0 0 0,0-1 0 0 0,0 0 0 0 0,1 0-1 0 0,-1 0 1 0 0,1 0 0 0 0,0 1 0 0 0,0-1 0 0 0,0 0 0 0 0,0 0 0 0 0,1-1 0 0 0,-1 1 0 0 0,1 0 0 0 0,0 0 0 0 0,0-1 0 0 0,0 1-1 0 0,0-1 1 0 0,0 0 0 0 0,0 1 0 0 0,1-1 0 0 0,-1 0 0 0 0,1 0 0 0 0,0-1 0 0 0,-1 1 0 0 0,1 0 0 0 0,6 2 0 0 0,4 1 10 0 0,1-1 1 0 0,0 0 0 0 0,1 0-1 0 0,-1-1 1 0 0,0-1 0 0 0,1-1 0 0 0,0 0-1 0 0,19-2 1 0 0,119-16 35 0 0,-144 16-45 0 0,8-2-8 0 0,0 0 0 0 0,-1 0 1 0 0,1-2-1 0 0,-1 0 1 0 0,0-1-1 0 0,26-13 0 0 0,-41 18-7 0 0,-4 1-8 0 0,-1 1 18 0 0,1 0 0 0 0,0 0-1 0 0,-1 0 1 0 0,1 0 0 0 0,0 1 0 0 0,0-1-1 0 0,0 1 1 0 0,0 0 0 0 0,0 0-1 0 0,0 0 1 0 0,0 0 0 0 0,1 1 0 0 0,-1-1-1 0 0,1 1 1 0 0,0-1 0 0 0,-3 5-1 0 0,-1-1-4 0 0,1 0-1 0 0,1 1 0 0 0,-1-1 0 0 0,1 1 0 0 0,0 0 0 0 0,-5 14 0 0 0,8-18 9 0 0,1 0-1 0 0,-1 1 1 0 0,0-1 0 0 0,1 1-1 0 0,0-1 1 0 0,0 0-1 0 0,0 1 1 0 0,0-1-1 0 0,0 1 1 0 0,1-1 0 0 0,0 1-1 0 0,0-1 1 0 0,0 0-1 0 0,0 1 1 0 0,0-1-1 0 0,0 0 1 0 0,1 0 0 0 0,0 0-1 0 0,-1 0 1 0 0,4 3-1 0 0,-2-2 0 0 0,1 0-1 0 0,0 0 1 0 0,1-1-1 0 0,-1 1 1 0 0,1-1-1 0 0,-1 0 1 0 0,1 0-1 0 0,0-1 1 0 0,0 1-1 0 0,0-1 1 0 0,10 3-1 0 0,-6-3 1 0 0,-1 0-1 0 0,1 0 1 0 0,0-1-1 0 0,0 0 1 0 0,0 0 0 0 0,0-1-1 0 0,0 0 1 0 0,0-1-1 0 0,-1 0 1 0 0,1 0-1 0 0,0-1 1 0 0,0 0 0 0 0,-1 0-1 0 0,1-1 1 0 0,13-7-1 0 0,-18 8 15 0 0,-1 0 0 0 0,1-1 0 0 0,-1 0-1 0 0,0 0 1 0 0,0 0 0 0 0,0 0 0 0 0,0 0 0 0 0,-1-1-1 0 0,1 1 1 0 0,-1-1 0 0 0,0 0 0 0 0,0 0 0 0 0,0 0-1 0 0,0 0 1 0 0,-1 0 0 0 0,1 0 0 0 0,-1 0-1 0 0,0 0 1 0 0,0-1 0 0 0,-1 1 0 0 0,1 0 0 0 0,-1-1-1 0 0,0 1 1 0 0,0 0 0 0 0,-1-1 0 0 0,1 1 0 0 0,-1 0-1 0 0,0-1 1 0 0,0 1 0 0 0,-1 0 0 0 0,-2-6-1 0 0,1 2-22 0 0,-1 1 0 0 0,0-1 0 0 0,0 1-1 0 0,-1 0 1 0 0,0 0 0 0 0,0 1 0 0 0,0 0-1 0 0,-1-1 1 0 0,0 2 0 0 0,-1-1 0 0 0,1 1-1 0 0,-1 0 1 0 0,0 0 0 0 0,0 1-1 0 0,0 0 1 0 0,-16-7 0 0 0,21 11-339 0 0,0 0 0 0 0,1 0 0 0 0,-1 0-1 0 0,0 0 1 0 0,1 0 0 0 0,-1 0 0 0 0,0 1 0 0 0,1-1 0 0 0,-1 0 0 0 0,0 1 0 0 0,1-1-1 0 0,-1 1 1 0 0,1 0 0 0 0,-1-1 0 0 0,1 1 0 0 0,-1 0 0 0 0,1 0 0 0 0,0 0 0 0 0,-1 0-1 0 0,1 0 1 0 0,0 1 0 0 0,0-1 0 0 0,0 0 0 0 0,-2 3 0 0 0</inkml:trace>
</inkml:ink>
</file>

<file path=ppt/ink/ink6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2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9 672 0 0,'9'10'494'0'0,"-1"0"-1"0"0,0 1 1 0 0,0 0 0 0 0,-1 0 0 0 0,0 1-1 0 0,-1 0 1 0 0,0 0 0 0 0,-1 0-1 0 0,0 1 1 0 0,-1-1 0 0 0,-1 1-1 0 0,0 0 1 0 0,-1 1 0 0 0,0-1-1 0 0,-1 0 1 0 0,0 15 0 0 0,-1-27-251 0 0,-6 11 367 0 0,6-12-574 0 0,0 1 1 0 0,0-1 0 0 0,0 0-1 0 0,0 0 1 0 0,0 1 0 0 0,0-1-1 0 0,0 0 1 0 0,0 0 0 0 0,0 1-1 0 0,0-1 1 0 0,0 0 0 0 0,0 0 0 0 0,-1 1-1 0 0,1-1 1 0 0,0 0 0 0 0,0 0-1 0 0,0 0 1 0 0,0 1 0 0 0,-1-1-1 0 0,1 0 1 0 0,0 0 0 0 0,0 0-1 0 0,0 0 1 0 0,-1 1 0 0 0,1-1-1 0 0,0 0 1 0 0,0 0 0 0 0,0 0-1 0 0,-1 0 1 0 0,1 0 0 0 0,0 0-1 0 0,0 0 1 0 0,-1 0 0 0 0,1 0-1 0 0,0 0 1 0 0,0 0 0 0 0,-1 0 0 0 0,1 0-1 0 0,0 0 1 0 0,0 0 0 0 0,-1 0-1 0 0,1 0 1 0 0,0 0 0 0 0,0 0-1 0 0,-1 0 1 0 0,1 0 0 0 0,0 0-1 0 0,0-1 1 0 0,-1 1 0 0 0,1 0-1 0 0,0 0 1 0 0,0 0 0 0 0,-1-1-1 0 0,-1-6 84 0 0,1 0 0 0 0,0 0-1 0 0,0 0 1 0 0,0-1 0 0 0,1 1-1 0 0,0-1 1 0 0,0 1-1 0 0,1 0 1 0 0,0 0 0 0 0,0-1-1 0 0,1 1 1 0 0,0 0 0 0 0,0 0-1 0 0,1 0 1 0 0,0 0 0 0 0,0 1-1 0 0,5-8 1 0 0,-4 5-228 0 0,1 0 0 0 0,1 1 0 0 0,0 0 0 0 0,0 0 1 0 0,0 0-1 0 0,1 0 0 0 0,1 1 0 0 0,-1 1 0 0 0,1-1 0 0 0,0 1 1 0 0,0 0-1 0 0,15-7 0 0 0,-19 12-394 0 0,0-1 0 0 0,1 1 1 0 0,-1 0-1 0 0,1 0 0 0 0,0 1 1 0 0,-1-1-1 0 0,1 1 0 0 0,6 1 1 0 0,7-2-2932 0 0,-5 0 787 0 0</inkml:trace>
</inkml:ink>
</file>

<file path=ppt/ink/ink6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2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151 520 764 0 0,'0'0'8714'0'0,"-4"4"-8374"0"0,-21 15 308 0 0,-32 32-1 0 0,49-43-538 0 0,1 0-1 0 0,0 0 1 0 0,1 1-1 0 0,-1 0 1 0 0,2 0-1 0 0,-1 0 1 0 0,2 1-1 0 0,-7 15 1 0 0,11-24-95 0 0,-1 0 0 0 0,1 0 1 0 0,-1 0-1 0 0,1 0 0 0 0,0 1 0 0 0,-1-1 1 0 0,1 0-1 0 0,0 0 0 0 0,0 1 0 0 0,0-1 1 0 0,0 0-1 0 0,0 0 0 0 0,0 1 0 0 0,0-1 1 0 0,0 0-1 0 0,1 0 0 0 0,-1 1 0 0 0,0-1 1 0 0,1 0-1 0 0,-1 0 0 0 0,1 0 0 0 0,-1 0 1 0 0,1 1-1 0 0,0-1 0 0 0,-1 0 0 0 0,2 1 1 0 0,0-1-5 0 0,0 0 0 0 0,0 0 1 0 0,-1 0-1 0 0,1-1 0 0 0,0 1 1 0 0,0-1-1 0 0,0 1 1 0 0,0-1-1 0 0,0 0 0 0 0,-1 1 1 0 0,1-1-1 0 0,0 0 0 0 0,0 0 1 0 0,0-1-1 0 0,2 1 0 0 0,6-2 4 0 0,0 0 0 0 0,-1 0 0 0 0,1-1 0 0 0,-1 0 0 0 0,13-6 0 0 0,4-7-8 0 0,0 0-1 0 0,-1-2 1 0 0,0-1-1 0 0,-2-1 1 0 0,0 0-1 0 0,-1-2 1 0 0,-2-1-1 0 0,0 0 1 0 0,-1-2-1 0 0,30-52 0 0 0,-28 37-13 0 0,-1-1 0 0 0,-3 0-1 0 0,-1-1 1 0 0,-2-1 0 0 0,-2-1-1 0 0,13-83 1 0 0,-26 107 190 0 0,1 18-162 0 0,-1 0 1 0 0,1-1-1 0 0,0 1 1 0 0,0 0-1 0 0,0 0 1 0 0,0-1-1 0 0,1 1 0 0 0,-1 0 1 0 0,0 0-1 0 0,1-1 1 0 0,1-2-1 0 0,-7 9-8 0 0,-11 12-2 0 0,1 0 1 0 0,0 0-1 0 0,2 1 0 0 0,0 1 0 0 0,0 0 0 0 0,2 1 0 0 0,0 1 1 0 0,1-1-1 0 0,1 1 0 0 0,-9 31 0 0 0,8-18 6 0 0,1 0 0 0 0,2 1 0 0 0,-5 47 0 0 0,11-71-22 0 0,1 0 1 0 0,0 0-1 0 0,0 0 0 0 0,1 1 1 0 0,0-1-1 0 0,1 0 0 0 0,0 0 1 0 0,1 0-1 0 0,0-1 1 0 0,0 1-1 0 0,1-1 0 0 0,0 1 1 0 0,1-1-1 0 0,0-1 0 0 0,0 1 1 0 0,8 8-1 0 0,-10-13-12 0 0,1 0-1 0 0,0-1 0 0 0,0 1 0 0 0,0-1 1 0 0,0 0-1 0 0,1 0 0 0 0,-1 0 1 0 0,1-1-1 0 0,0 1 0 0 0,0-1 1 0 0,0 0-1 0 0,0-1 0 0 0,0 1 1 0 0,0-1-1 0 0,7 1 0 0 0,-3-1 1 0 0,-1-1 1 0 0,1 0-1 0 0,0-1 0 0 0,-1 0 0 0 0,1 0 0 0 0,-1-1 0 0 0,1 0 0 0 0,14-5 0 0 0,-9 1 5 0 0,-1 0-1 0 0,0 0 0 0 0,-1-2 1 0 0,0 1-1 0 0,0-1 0 0 0,0-1 0 0 0,-1 0 1 0 0,0-1-1 0 0,-1 0 0 0 0,18-23 0 0 0,-21 22 157 0 0,0-1-1 0 0,-1-1 0 0 0,9-25 0 0 0,-10 24 60 0 0,-4 13-40 0 0,-3 6-136 0 0,-7 28 63 0 0,2 1-1 0 0,-7 63 0 0 0,-7 41 111 0 0,19-132-169 0 0,0-1 0 0 0,-1 0 0 0 0,0 0-1 0 0,1 0 1 0 0,-2 0 0 0 0,1-1 0 0 0,-1 1 0 0 0,1-1-1 0 0,-1 0 1 0 0,0 0 0 0 0,-1 0 0 0 0,1-1 0 0 0,-1 1-1 0 0,1-1 1 0 0,-1 0 0 0 0,0 0 0 0 0,0-1 0 0 0,-1 1-1 0 0,1-1 1 0 0,0-1 0 0 0,-1 1 0 0 0,1-1 0 0 0,-7 2-1 0 0,-1-1-411 0 0,0 0-1 0 0,1 0 0 0 0,-27 0 0 0 0,29-3-1028 0 0,0 1 0 0 0,1-2 0 0 0,-1 1-1 0 0,-17-6 1 0 0,4-1-2066 0 0</inkml:trace>
</inkml:ink>
</file>

<file path=ppt/ink/ink6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4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0 684 0 0,'-10'8'8517'0'0,"-14"22"-6499"0"0,-22 35-1445 0 0,-47 82 1746 0 0,83-133-3041 0 0,11-24-1917 0 0,14-31-3011 0 0,-7 20 2782 0 0</inkml:trace>
</inkml:ink>
</file>

<file path=ppt/ink/ink6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5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34 280 0 0,'3'-10'1432'0'0,"0"1"-288"0"0,5 1-208 0 0,-1 2 36 0 0,11 6-836 0 0,-7 0-356 0 0,2 6-848 0 0,-1-1-1600 0 0</inkml:trace>
</inkml:ink>
</file>

<file path=ppt/ink/ink6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5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96 752 0 0,'-8'18'1329'0'0,"5"-11"-670"0"0,0 0 0 0 0,-1-1 0 0 0,1 1 1 0 0,-1-1-1 0 0,0 1 0 0 0,-11 11 1728 0 0,40-35-1899 0 0,54-38 137 0 0,58-37 103 0 0,-136 91-720 0 0,1 0 0 0 0,-1 1 1 0 0,0-1-1 0 0,0 0 0 0 0,0 1 1 0 0,0-1-1 0 0,0 1 1 0 0,1-1-1 0 0,-1 1 0 0 0,0 0 1 0 0,0-1-1 0 0,1 1 0 0 0,-1 0 1 0 0,0 0-1 0 0,1 0 0 0 0,-1 0 1 0 0,0 0-1 0 0,1 0 1 0 0,-1 0-1 0 0,0 0 0 0 0,0 1 1 0 0,1-1-1 0 0,-1 0 0 0 0,0 1 1 0 0,0-1-1 0 0,1 1 1 0 0,-1-1-1 0 0,0 1 0 0 0,1 1 1 0 0,0 0 5 0 0,-1 0 1 0 0,1 0 0 0 0,-1 1-1 0 0,1-1 1 0 0,-1 1 0 0 0,0-1 0 0 0,0 1-1 0 0,-1-1 1 0 0,1 1 0 0 0,0-1-1 0 0,-1 1 1 0 0,1 0 0 0 0,-1 3-1 0 0,1 13 52 0 0,-2 0 0 0 0,0 0 0 0 0,-4 19 0 0 0,5-36-58 0 0,-6 77-208 0 0,9-46-3023 0 0,3-24-2290 0 0</inkml:trace>
</inkml:ink>
</file>

<file path=ppt/ink/ink6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6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31 896 0 0,'-3'-10'1551'0'0,"0"5"1885"0"0,0 3-3275 0 0,0 0-1 0 0,0 0 1 0 0,0 0-1 0 0,-1 1 1 0 0,1 0-1 0 0,0 0 1 0 0,-1 0-1 0 0,1 0 1 0 0,-1 0-1 0 0,1 0 1 0 0,-1 1-1 0 0,0 0 1 0 0,1 0-1 0 0,-1 0 1 0 0,0 0-1 0 0,1 1 1 0 0,-1-1-1 0 0,1 1 1 0 0,-1 0-1 0 0,-3 1 1 0 0,-17 5 290 0 0,-43 20 1 0 0,37-15 111 0 0,24-9-437 0 0,-1 0 0 0 0,0 0 0 0 0,1 1-1 0 0,0 0 1 0 0,0 0 0 0 0,0 0 0 0 0,0 1-1 0 0,1 0 1 0 0,-7 7 0 0 0,11-11 86 0 0,35 11 310 0 0,34-25-238 0 0,-52 9-389 0 0,0 0 0 0 0,0 1 1 0 0,0 1-1 0 0,0 0 0 0 0,1 1 1 0 0,-1 1-1 0 0,1 1 0 0 0,22 3 1 0 0,-10 5-1227 0 0,6 1-4180 0 0,-19-8 2579 0 0</inkml:trace>
</inkml:ink>
</file>

<file path=ppt/ink/ink6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6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33 380 0 0,'29'-33'7283'0'0,"-34"53"-1675"0"0,-29 90-4831 0 0,-16 7-83 0 0,-51 135 364 0 0,97-242-1185 0 0,0 2 142 0 0,23-32-13387 0 0</inkml:trace>
</inkml:ink>
</file>

<file path=ppt/ink/ink6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7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4 732 0 0,'3'-4'7929'0'0,"-133"306"-3460"0"0,83-204-4063 0 0,47-97-655 0 0,-13 17-1476 0 0</inkml:trace>
</inkml:ink>
</file>

<file path=ppt/ink/ink6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7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92 144 0 0,'4'-2'647'0'0,"25"-13"72"0"0,0 2-1 0 0,1 0 0 0 0,0 2 0 0 0,1 2 0 0 0,0 1 1 0 0,0 1-1 0 0,1 1 0 0 0,62-2 0 0 0,-89 8-608 0 0,-1 1 0 0 0,0 0 0 0 0,0-1 1 0 0,0 1-1 0 0,0 1 0 0 0,0-1 0 0 0,0 0 0 0 0,0 1 0 0 0,0 0 0 0 0,0 0 0 0 0,0 0 0 0 0,-1 1 0 0 0,1-1 0 0 0,-1 1 0 0 0,0-1 0 0 0,0 1 0 0 0,0 0 0 0 0,0 1 0 0 0,0-1 0 0 0,-1 0 0 0 0,1 1 0 0 0,-1 0 0 0 0,0-1 0 0 0,0 1 1 0 0,0 0-1 0 0,-1 0 0 0 0,1 0 0 0 0,-1 0 0 0 0,1 8 0 0 0,-1-8-192 0 0,0 0-1 0 0,-1 1 1 0 0,1-1 0 0 0,-1 0 0 0 0,0 0-1 0 0,-1 1 1 0 0,1-1 0 0 0,-1 0 0 0 0,0 0-1 0 0,0 0 1 0 0,0 0 0 0 0,0 0 0 0 0,-1 0 0 0 0,1 0-1 0 0,-1 0 1 0 0,0 0 0 0 0,0-1 0 0 0,-1 1-1 0 0,-2 3 1 0 0</inkml:trace>
</inkml:ink>
</file>

<file path=ppt/ink/ink6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7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76 0 0,'0'0'748'0'0,"2"-14"1896"0"0</inkml:trace>
</inkml:ink>
</file>

<file path=ppt/ink/ink6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8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207 198 852 0 0,'0'0'833'0'0,"1"-8"422"0"0,-2 3 1990 0 0,0 2-3057 0 0,0 1-1 0 0,0 0 1 0 0,0-1-1 0 0,-1 1 1 0 0,1 0-1 0 0,-1 0 1 0 0,0 0-1 0 0,0 0 1 0 0,1 0-1 0 0,-1 0 1 0 0,0 1-1 0 0,-1-1 1 0 0,1 1-1 0 0,0-1 1 0 0,-4-1 0 0 0,5 3-55 0 0,-50 10 416 0 0,-12 22-172 0 0,58-29-353 0 0,1 0 1 0 0,-1 0-1 0 0,1 1 0 0 0,-1 0 1 0 0,1-1-1 0 0,0 2 0 0 0,0-1 0 0 0,1 0 1 0 0,-1 1-1 0 0,-2 5 0 0 0,5-8-15 0 0,0 0 0 0 0,1 0-1 0 0,-1 0 1 0 0,1 0 0 0 0,-1 0 0 0 0,1 0-1 0 0,0 1 1 0 0,0-1 0 0 0,0 0 0 0 0,0 0-1 0 0,0 0 1 0 0,1 0 0 0 0,-1 0-1 0 0,0 1 1 0 0,1-1 0 0 0,0 0 0 0 0,-1 0-1 0 0,1 0 1 0 0,0 0 0 0 0,0 0 0 0 0,0-1-1 0 0,2 3 1 0 0,36 36 156 0 0,-11-13-107 0 0,-10-4-41 0 0,-7-12-7 0 0,-1 1 0 0 0,-1 0 0 0 0,0 1 0 0 0,-1 0 1 0 0,0 1-1 0 0,0 0 0 0 0,-2 0 0 0 0,0 1 0 0 0,4 14 0 0 0,-6-12 0 0 0,-1 0-1 0 0,-1 0 1 0 0,-1 0-1 0 0,0 1 0 0 0,-2-1 1 0 0,1 0-1 0 0,-2 0 0 0 0,-1 0 1 0 0,-5 23-1 0 0,4-27 6 0 0,0 0 1 0 0,0-1-1 0 0,-1 0 0 0 0,-1 0 0 0 0,0 0 0 0 0,-1-1 0 0 0,0 1 0 0 0,0-2 0 0 0,-2 1 1 0 0,1-1-1 0 0,-1 0 0 0 0,-16 13 0 0 0,22-20-11 0 0,0-1 1 0 0,0 0-1 0 0,0 0 1 0 0,0 0-1 0 0,0-1 0 0 0,0 1 1 0 0,-1-1-1 0 0,1 1 1 0 0,-1-1-1 0 0,1 0 0 0 0,-7 0 1 0 0,9 0-2 0 0,-1-1 0 0 0,1 0 1 0 0,-1-1-1 0 0,1 1 1 0 0,0 0-1 0 0,-1 0 0 0 0,1-1 1 0 0,-1 1-1 0 0,1 0 1 0 0,-1-1-1 0 0,1 0 0 0 0,0 1 1 0 0,-1-1-1 0 0,1 0 0 0 0,0 1 1 0 0,0-1-1 0 0,0 0 1 0 0,-1 0-1 0 0,1 0 0 0 0,-1-2 1 0 0,1 1-1 0 0,-1-1 0 0 0,1 0 0 0 0,0 0 0 0 0,-1 0 1 0 0,1 0-1 0 0,1 0 0 0 0,-1 0 0 0 0,0 0 0 0 0,1 0 0 0 0,0 0 0 0 0,-1 0 1 0 0,1 0-1 0 0,1 0 0 0 0,-1 0 0 0 0,0-1 0 0 0,1 1 0 0 0,-1 0 0 0 0,1 0 1 0 0,0 0-1 0 0,0 0 0 0 0,0 0 0 0 0,0 1 0 0 0,4-6 0 0 0,17-31-38 0 0,1 2 0 0 0,2 1 0 0 0,31-35 0 0 0,97-95-236 0 0,-53 62 128 0 0,-31 27 159 0 0,92-131 0 0 0,-143 184 223 0 0,-14 19-37 0 0,0 0-1 0 0,0 0 1 0 0,0-1-1 0 0,-1 1 1 0 0,0-1-1 0 0,4-9 1 0 0,-7 15-189 0 0,0 0-1 0 0,0 0 1 0 0,0-1 0 0 0,0 1-1 0 0,0 0 1 0 0,0 0 0 0 0,0 0-1 0 0,0-1 1 0 0,0 1 0 0 0,0 0-1 0 0,0 0 1 0 0,0 0 0 0 0,0-1-1 0 0,0 1 1 0 0,0 0 0 0 0,1 0 0 0 0,-1 0-1 0 0,0-1 1 0 0,0 1 0 0 0,0 0-1 0 0,0 0 1 0 0,0 0 0 0 0,0 0-1 0 0,1-1 1 0 0,-1 1 0 0 0,0 0-1 0 0,0 0 1 0 0,0 0 0 0 0,0 0 0 0 0,1 0-1 0 0,-1 0 1 0 0,0 0 0 0 0,0-1-1 0 0,0 1 1 0 0,1 0 0 0 0,-1 0-1 0 0,0 0 1 0 0,0 0 0 0 0,1 0-1 0 0,-1 0 1 0 0,0 0 0 0 0,0 0 0 0 0,0 0-1 0 0,1 0 1 0 0,-1 0 0 0 0,0 0-1 0 0,0 0 1 0 0,0 0 0 0 0,1 1-1 0 0,-1-1 1 0 0,0 0 0 0 0,0 0-1 0 0,0 0 1 0 0,1 0 0 0 0,-1 0 0 0 0,0 0-1 0 0,0 1 1 0 0,-15 20 106 0 0,1 1 1 0 0,1 0-1 0 0,-19 44 1 0 0,28-55-98 0 0,1-1 1 0 0,-1 0-1 0 0,2 1 1 0 0,-1 0 0 0 0,2-1-1 0 0,-1 1 1 0 0,1 0-1 0 0,1 0 1 0 0,0 0 0 0 0,1 0-1 0 0,0 0 1 0 0,3 11-1 0 0,-4-20-14 0 0,1 0-1 0 0,0-1 0 0 0,0 1 0 0 0,-1-1 1 0 0,1 0-1 0 0,0 1 0 0 0,1-1 0 0 0,-1 0 1 0 0,0 0-1 0 0,0 1 0 0 0,0-1 0 0 0,1 0 1 0 0,-1 0-1 0 0,1 0 0 0 0,-1-1 0 0 0,1 1 1 0 0,-1 0-1 0 0,1 0 0 0 0,-1-1 0 0 0,1 1 1 0 0,0-1-1 0 0,-1 0 0 0 0,1 1 0 0 0,0-1 1 0 0,-1 0-1 0 0,1 0 0 0 0,0 0 0 0 0,-1 0 1 0 0,1 0-1 0 0,2-1 0 0 0,60-9 179 0 0,-44 5-24 0 0,-19 5-174 0 0,31 0 363 0 0,-30 1-465 0 0,-1 0 0 0 0,0 0-1 0 0,0 0 1 0 0,1-1-1 0 0,-1 1 1 0 0,0 1 0 0 0,0-1-1 0 0,0 0 1 0 0,0 0 0 0 0,0 0-1 0 0,-1 0 1 0 0,1 1 0 0 0,0-1-1 0 0,0 0 1 0 0,-1 1 0 0 0,1-1-1 0 0,-1 1 1 0 0,1-1 0 0 0,-1 0-1 0 0,0 1 1 0 0,0-1-1 0 0,1 3 1 0 0,2 17-3131 0 0</inkml:trace>
</inkml:ink>
</file>

<file path=ppt/ink/ink6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8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1080 0 0,'14'-6'1401'0'0,"0"0"-1"0"0,0 1 1 0 0,1 0-1 0 0,28-4 1 0 0,58 0 38 0 0,-70 8-1867 0 0,0-4-4524 0 0,-21 2 2622 0 0</inkml:trace>
</inkml:ink>
</file>

<file path=ppt/ink/ink6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4 200 0 0,'0'0'1028'0'0,"-8"-4"5101"0"0,-73 181-3075 0 0,-30 62-702 0 0,104-227-2431 0 0,0 1 1 0 0,0-1 0 0 0,-1 0 0 0 0,-1 0 0 0 0,0-1 0 0 0,-1 0 0 0 0,-16 14 0 0 0,24-24-544 0 0,-21-29-5991 0 0,20 13 3854 0 0</inkml:trace>
</inkml:ink>
</file>

<file path=ppt/ink/ink6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9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365 8 524 0 0,'6'-2'190'0'0,"0"0"0"0"0,1 1-1 0 0,-1 0 1 0 0,1 0 0 0 0,-1 1 0 0 0,1-1 0 0 0,-1 2 0 0 0,1-1-1 0 0,-1 1 1 0 0,1 0 0 0 0,-1 0 0 0 0,0 0 0 0 0,1 1-1 0 0,-1 0 1 0 0,0 1 0 0 0,0-1 0 0 0,7 5 0 0 0,-8-4-71 0 0,-1 0 1 0 0,0 1-1 0 0,0-1 1 0 0,0 1-1 0 0,0 0 1 0 0,-1 0-1 0 0,1 0 1 0 0,-1 1-1 0 0,0-1 1 0 0,0 1-1 0 0,-1 0 1 0 0,1 0-1 0 0,-1 0 1 0 0,0 0-1 0 0,0 0 1 0 0,-1 0-1 0 0,0 1 1 0 0,0-1-1 0 0,0 0 1 0 0,0 1-1 0 0,-1 5 1 0 0,0 6 30 0 0,0 1-1 0 0,-1 0 1 0 0,-1-1-1 0 0,0 1 1 0 0,-2-1-1 0 0,0 0 1 0 0,-1 0 0 0 0,-1 0-1 0 0,0-1 1 0 0,-1 0-1 0 0,-1 0 1 0 0,0 0-1 0 0,-1-1 1 0 0,-1 0 0 0 0,-13 15-1 0 0,7-14-49 0 0,0 1-1 0 0,-1-2 0 0 0,0 0 0 0 0,-1-1 1 0 0,-1-1-1 0 0,0-1 0 0 0,-1-1 1 0 0,-1 0-1 0 0,1-2 0 0 0,-2 0 1 0 0,-28 8-1 0 0,28-11-130 0 0,-2 0 1 0 0,1-2-1 0 0,0 0 1 0 0,-38 0-1 0 0,59-5-320 0 0,-1 1-1 0 0,1 0 1 0 0,-1-1-1 0 0,1 1 1 0 0,-1-1-1 0 0,1 0 1 0 0,-1 0-1 0 0,1 0 0 0 0,-1 0 1 0 0,1-1-1 0 0,0 1 1 0 0,0 0-1 0 0,0-1 1 0 0,0 0-1 0 0,-2-1 1 0 0</inkml:trace>
  <inkml:trace contextRef="#ctx0" brushRef="#br0" timeOffset="1">643 354 436 0 0,'1'4'320'0'0,"1"0"0"0"0,-1 1 0 0 0,0-1 0 0 0,0 0 0 0 0,-1 0 0 0 0,0 1 0 0 0,1-1 0 0 0,-1 0 0 0 0,-1 1 0 0 0,1-1 0 0 0,0 0 0 0 0,-1 1 0 0 0,0-1 0 0 0,0 0 0 0 0,-1 0 0 0 0,1 0 0 0 0,-1 0 0 0 0,0 0 0 0 0,0 0 0 0 0,0 0 0 0 0,-4 5 0 0 0,-1 2-172 0 0,-1 0 1 0 0,0-1-1 0 0,-1 0 1 0 0,1-1 0 0 0,-21 17-1 0 0,15-21-2787 0 0</inkml:trace>
</inkml:ink>
</file>

<file path=ppt/ink/ink6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6:59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45 828 0 0,'41'-43'7485'0'0,"-39"41"-7020"0"0,1 23-5618 0 0,-2-17 3112 0 0</inkml:trace>
</inkml:ink>
</file>

<file path=ppt/ink/ink6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0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1 32 0 0,'-2'6'430'0'0,"0"1"0"0"0,0 0 0 0 0,-1-1 0 0 0,0 1-1 0 0,0-1 1 0 0,-1 0 0 0 0,1 0 0 0 0,-1 0 0 0 0,-1-1 0 0 0,1 1 0 0 0,-1-1 0 0 0,-6 6 0 0 0,-3 2 53 0 0,0-1 1 0 0,-1 0 0 0 0,-21 12-1 0 0,34-23-369 0 0,-8 5 26 0 0,10-6-107 0 0,0-1-1 0 0,0 1 0 0 0,0 0 1 0 0,0 0-1 0 0,0 0 1 0 0,0 0-1 0 0,0 0 0 0 0,0-1 1 0 0,0 1-1 0 0,0 0 1 0 0,0 0-1 0 0,0 0 1 0 0,0 0-1 0 0,0 0 0 0 0,0-1 1 0 0,-1 1-1 0 0,1 0 1 0 0,0 0-1 0 0,0 0 0 0 0,0 0 1 0 0,0 0-1 0 0,0 0 1 0 0,0 0-1 0 0,0 0 1 0 0,0-1-1 0 0,0 1 0 0 0,-1 0 1 0 0,1 0-1 0 0,0 0 1 0 0,0 0-1 0 0,0 0 1 0 0,0 0-1 0 0,0 0 0 0 0,0 0 1 0 0,-1 0-1 0 0,1 0 1 0 0,0 0-1 0 0,0 0 0 0 0,0 0 1 0 0,0 0-1 0 0,0 0 1 0 0,-1 0-1 0 0,1 0 1 0 0,0 0-1 0 0,0 0 0 0 0,0 0 1 0 0,0 0-1 0 0,0 0 1 0 0,-1 0-1 0 0,1 0 0 0 0,0 0 1 0 0,0 0-1 0 0,0 0 1 0 0,0 0-1 0 0,0 0 1 0 0,0 1-1 0 0,0-1 0 0 0,-1 0 1 0 0,1 0-1 0 0,6-10 39 0 0,-1 1 0 0 0,2 0 0 0 0,-1 0 0 0 0,13-11-1 0 0,-17 17-55 0 0,0 0-1 0 0,1 1 0 0 0,0-1 0 0 0,-1 1 0 0 0,1-1 1 0 0,0 1-1 0 0,0 0 0 0 0,0 1 0 0 0,1-1 1 0 0,-1 0-1 0 0,0 1 0 0 0,1 0 0 0 0,-1 0 0 0 0,1 0 1 0 0,-1 0-1 0 0,1 0 0 0 0,-1 1 0 0 0,1-1 1 0 0,0 1-1 0 0,5 0 0 0 0,-7 1-15 0 0,0 0 1 0 0,0-1 0 0 0,0 1-1 0 0,0 0 1 0 0,0 0-1 0 0,0 0 1 0 0,0 0-1 0 0,0 0 1 0 0,-1 1-1 0 0,1-1 1 0 0,0 1-1 0 0,-1-1 1 0 0,1 1-1 0 0,-1-1 1 0 0,1 1-1 0 0,-1 0 1 0 0,0 0-1 0 0,0 0 1 0 0,0 0-1 0 0,0 0 1 0 0,1 4-1 0 0,9 32 69 0 0,-10-37 785 0 0,19-8-540 0 0,48-36-28 0 0,-67 42-295 0 0,37 12-69 0 0,-27-4 68 0 0,0 0 1 0 0,1 0 0 0 0,0-1-1 0 0,0-1 1 0 0,0 0 0 0 0,1-1 0 0 0,0 0-1 0 0,0-1 1 0 0,0 0 0 0 0,0-1-1 0 0,0 0 1 0 0,16-1 0 0 0,-18-1-19 0 0,0 0 0 0 0,0-1 1 0 0,0-1-1 0 0,0 0 0 0 0,0 0 0 0 0,-1-1 1 0 0,1 0-1 0 0,-1-1 0 0 0,0 0 1 0 0,0-1-1 0 0,0 0 0 0 0,0-1 0 0 0,-1 0 1 0 0,0 0-1 0 0,10-9 0 0 0,-17 13 2 0 0,0 0-1 0 0,-1 1 1 0 0,1-1-1 0 0,0 0 1 0 0,-1 0-1 0 0,1 0 0 0 0,-1-1 1 0 0,1 1-1 0 0,-1 0 1 0 0,0-1-1 0 0,0 1 1 0 0,0 0-1 0 0,0-1 0 0 0,-1 1 1 0 0,1-1-1 0 0,-1 1 1 0 0,1-1-1 0 0,-1 0 1 0 0,0-3-1 0 0,0 5 24 0 0,-1 1 0 0 0,1-1 0 0 0,0 0 0 0 0,-1 1 0 0 0,1-1 0 0 0,-1 0 0 0 0,1 1 0 0 0,-1-1 1 0 0,1 1-1 0 0,-1-1 0 0 0,0 1 0 0 0,1-1 0 0 0,-1 1 0 0 0,0-1 0 0 0,1 1 0 0 0,-1 0 0 0 0,0-1 0 0 0,1 1 0 0 0,-1 0 0 0 0,0 0 0 0 0,0-1 0 0 0,1 1 0 0 0,-1 0 0 0 0,0 0 0 0 0,0 0 1 0 0,0 0-1 0 0,1 0 0 0 0,-1 0 0 0 0,0 0 0 0 0,0 0 0 0 0,0 0 0 0 0,1 1 0 0 0,-1-1 0 0 0,0 0 0 0 0,0 0 0 0 0,1 1 0 0 0,-1-1 0 0 0,-1 1 0 0 0,-32 10-121 0 0,31-10 116 0 0,1 1 0 0 0,-1-1 0 0 0,0 1 0 0 0,1 0 0 0 0,-1 0 0 0 0,1 0 0 0 0,0 1 0 0 0,-1-1 0 0 0,1 0 0 0 0,0 1 0 0 0,0 0 0 0 0,1-1 0 0 0,-1 1 0 0 0,1 0 0 0 0,-1 0 1 0 0,1 0-1 0 0,0 0 0 0 0,-2 5 0 0 0,3-5 12 0 0,-1-1 1 0 0,1 0 0 0 0,0 1 0 0 0,-1-1 0 0 0,1 0-1 0 0,0 0 1 0 0,0 1 0 0 0,1-1 0 0 0,-1 0 0 0 0,0 1-1 0 0,1-1 1 0 0,-1 0 0 0 0,1 0 0 0 0,0 0 0 0 0,0 1 0 0 0,0-1-1 0 0,0 0 1 0 0,0 0 0 0 0,0 0 0 0 0,0 0 0 0 0,1-1-1 0 0,-1 1 1 0 0,1 0 0 0 0,0-1 0 0 0,-1 1 0 0 0,1 0-1 0 0,2 1 1 0 0,6 2 17 0 0,0-1 0 0 0,-1 0 0 0 0,1 0 0 0 0,1-1 1 0 0,-1 0-1 0 0,0-1 0 0 0,1 0 0 0 0,-1-1 0 0 0,1 0 0 0 0,-1-1 0 0 0,1 0 0 0 0,0 0 0 0 0,-1-1 0 0 0,1-1 0 0 0,-1 1 0 0 0,1-2 0 0 0,-1 1 0 0 0,0-2 0 0 0,0 1 0 0 0,0-1 0 0 0,0-1 0 0 0,-1 0 1 0 0,0 0-1 0 0,0-1 0 0 0,15-12 0 0 0,20-12 1367 0 0,-43 29-885 0 0,-5 30-361 0 0,-17 51 95 0 0,20-78-192 0 0,4 3-14 0 0,-3-4-27 0 0,0-1-1 0 0,0 1 0 0 0,0-1 1 0 0,0 1-1 0 0,0-1 0 0 0,0 1 1 0 0,0-1-1 0 0,0 1 0 0 0,0-1 0 0 0,0 1 1 0 0,0-1-1 0 0,1 1 0 0 0,-1-1 1 0 0,0 1-1 0 0,0-1 0 0 0,0 0 1 0 0,1 1-1 0 0,-1-1 0 0 0,0 1 0 0 0,1-1 1 0 0,-1 0-1 0 0,0 1 0 0 0,1-1 1 0 0,-1 0-1 0 0,1 1 0 0 0,-1-1 1 0 0,0 0-1 0 0,1 0 0 0 0,-1 0 1 0 0,1 1-1 0 0,-1-1 0 0 0,1 0 0 0 0,-1 0 1 0 0,1 0-1 0 0,-1 0 0 0 0,1 0 1 0 0,-1 0-1 0 0,2 0 0 0 0,8-2 21 0 0,1-2 0 0 0,0 1-1 0 0,-1-1 1 0 0,0-1 0 0 0,0 0 0 0 0,13-8-1 0 0,-23 12-26 0 0,1 0-1 0 0,0 0 1 0 0,-1 0-1 0 0,1 1 1 0 0,0-1-1 0 0,0 0 1 0 0,0 1-1 0 0,-1-1 1 0 0,1 0-1 0 0,0 1 1 0 0,0-1-1 0 0,0 1 0 0 0,0 0 1 0 0,0-1-1 0 0,0 1 1 0 0,0 0-1 0 0,0-1 1 0 0,0 1-1 0 0,0 0 1 0 0,0 0-1 0 0,0 0 1 0 0,1 0-1 0 0,-1 0 1 0 0,0 0-1 0 0,0 0 1 0 0,0 0-1 0 0,0 1 1 0 0,0-1-1 0 0,0 0 1 0 0,0 1-1 0 0,0-1 1 0 0,0 0-1 0 0,0 1 1 0 0,0-1-1 0 0,0 1 0 0 0,0 0 1 0 0,-1-1-1 0 0,2 2 1 0 0,0 0-6 0 0,8 0 220 0 0,5-2 115 0 0,10-10-216 0 0,-8 3-65 0 0,0 0-1 0 0,1 1 0 0 0,0 0 1 0 0,-1 2-1 0 0,2 0 0 0 0,20-1 1 0 0,-38 4-46 0 0,0 1-1 0 0,0 0 1 0 0,0 0 0 0 0,0 0 0 0 0,0 0 0 0 0,0 0 0 0 0,0 0 0 0 0,0 1-1 0 0,0-1 1 0 0,0 0 0 0 0,0 0 0 0 0,0 1 0 0 0,0-1 0 0 0,0 0 0 0 0,0 1-1 0 0,-1-1 1 0 0,1 1 0 0 0,0-1 0 0 0,0 1 0 0 0,0 0 0 0 0,-1-1 0 0 0,1 1-1 0 0,0 0 1 0 0,0-1 0 0 0,-1 1 0 0 0,1 0 0 0 0,-1 0 0 0 0,1 0 0 0 0,-1 0-1 0 0,1 0 1 0 0,-1-1 0 0 0,0 1 0 0 0,1 0 0 0 0,-1 0 0 0 0,0 0 0 0 0,1 1-1 0 0,-8 35 36 0 0,4-23-17 0 0,-4 0 13 0 0,6-10-108 0 0,11 0 19 0 0,-7-3 22 0 0,-2 11-973 0 0,-14 10-790 0 0,12-20 1006 0 0,-10-4-1313 0 0</inkml:trace>
</inkml:ink>
</file>

<file path=ppt/ink/ink6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1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20 0 0,'30'-34'7309'0'0,"-3"13"-3846"0"0,-20 12-8999 0 0</inkml:trace>
</inkml:ink>
</file>

<file path=ppt/ink/ink6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1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1 520 0 0,'-4'2'550'0'0,"0"1"0"0"0,1 0 0 0 0,0 0-1 0 0,0 0 1 0 0,0 1 0 0 0,0-1 0 0 0,0 1 0 0 0,-4 7 1354 0 0,30 11-325 0 0,-12-20-1278 0 0,1 1 1 0 0,0-2-1 0 0,0 0 0 0 0,0 0 0 0 0,22-2 1 0 0,24 1 445 0 0,-45-1-268 0 0,-1-2-1087 0 0,-5 5-5379 0 0,0 2 3262 0 0</inkml:trace>
</inkml:ink>
</file>

<file path=ppt/ink/ink6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1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16 728 0 0,'3'1'634'0'0,"0"-1"0"0"0,-1 0 0 0 0,1 0 0 0 0,0 0 0 0 0,0 0 0 0 0,-1-1 0 0 0,1 1 0 0 0,0-1 0 0 0,-1 0 0 0 0,1 1 0 0 0,0-1 0 0 0,-1 0 0 0 0,1-1-1 0 0,-1 1 1 0 0,3-2 0 0 0,-3 2-201 0 0,-1 0 453 0 0,5-2 503 0 0</inkml:trace>
</inkml:ink>
</file>

<file path=ppt/ink/ink6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1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223 553 608 0 0,'0'0'793'0'0,"-1"-2"-545"0"0,0 1 0 0 0,0 0 0 0 0,0 0-1 0 0,0 0 1 0 0,0 0 0 0 0,-1 0-1 0 0,1 0 1 0 0,0 0 0 0 0,-1 0-1 0 0,1 1 1 0 0,-1-1 0 0 0,1 0-1 0 0,-1 1 1 0 0,1-1 0 0 0,-3 0-1 0 0,-6 6-77 0 0,1 1 0 0 0,0-1-1 0 0,0 1 1 0 0,1 1 0 0 0,0 0-1 0 0,0 0 1 0 0,0 0 0 0 0,1 1-1 0 0,0 0 1 0 0,1 1-1 0 0,0-1 1 0 0,-9 17 0 0 0,-9 20 354 0 0,-24 59 1 0 0,46-100-486 0 0,-1 5 31 0 0,0 1 0 0 0,0-1 1 0 0,1 1-1 0 0,0 0 0 0 0,1 0 0 0 0,-1 14 0 0 0,2-21-47 0 0,0-1 0 0 0,0 1-1 0 0,1-1 1 0 0,-1 1-1 0 0,1-1 1 0 0,-1 1-1 0 0,1-1 1 0 0,0 1-1 0 0,0-1 1 0 0,0 0 0 0 0,0 1-1 0 0,0-1 1 0 0,3 4-1 0 0,-3-5-3 0 0,0 0 0 0 0,1 0 0 0 0,-1 0 0 0 0,0 0 0 0 0,1-1 0 0 0,-1 1 0 0 0,1 0 0 0 0,-1-1 0 0 0,1 1 0 0 0,-1-1-1 0 0,1 1 1 0 0,-1-1 0 0 0,1 1 0 0 0,0-1 0 0 0,-1 0 0 0 0,1 0 0 0 0,0 0 0 0 0,-1 0 0 0 0,1 0 0 0 0,-1 0 0 0 0,1-1 0 0 0,0 1 0 0 0,2-1 0 0 0,15-6 64 0 0,0 0 1 0 0,-1-2 0 0 0,1 0 0 0 0,-2-1 0 0 0,0 0-1 0 0,24-19 1 0 0,35-22 166 0 0,-74 50-247 0 0,0 0 0 0 0,0 0 0 0 0,0 0 1 0 0,0 0-1 0 0,0 0 0 0 0,0 0 1 0 0,0 1-1 0 0,0-1 0 0 0,1 1 0 0 0,-1 0 1 0 0,0-1-1 0 0,0 1 0 0 0,0 0 0 0 0,1 0 1 0 0,-1 0-1 0 0,0 1 0 0 0,0-1 0 0 0,0 0 1 0 0,3 2-1 0 0,-1 0 5 0 0,1 0-1 0 0,-1 1 1 0 0,-1-1-1 0 0,1 1 1 0 0,0 0-1 0 0,6 7 1 0 0,16 12-12 0 0,-20-19 7 0 0,0 1 0 0 0,0-2 1 0 0,-1 1-1 0 0,2-1 0 0 0,-1 0 0 0 0,0 0 0 0 0,0 0 0 0 0,1-1 0 0 0,-1 0 0 0 0,1 0 0 0 0,-1-1 0 0 0,1 0 0 0 0,-1 0 0 0 0,1 0 0 0 0,-1-1 0 0 0,1 0 1 0 0,-1 0-1 0 0,0-1 0 0 0,1 1 0 0 0,-1-2 0 0 0,10-4 0 0 0,-8 3-11 0 0,0 0 0 0 0,-1 0 0 0 0,1-1 0 0 0,-1-1 0 0 0,0 1 0 0 0,-1-1 0 0 0,0 0 0 0 0,1 0 0 0 0,-2-1 0 0 0,1 0 0 0 0,-1 0 0 0 0,0 0 0 0 0,-1-1 0 0 0,1 0 0 0 0,4-14 0 0 0,-8 20 5 0 0,0-1 0 0 0,0 1 1 0 0,0-1-1 0 0,-1 1 0 0 0,1-1 1 0 0,-1 1-1 0 0,0-1 0 0 0,0 0 1 0 0,0 1-1 0 0,0-1 0 0 0,0 0 1 0 0,-1 1-1 0 0,1-1 0 0 0,-1 1 1 0 0,1-1-1 0 0,-1 1 0 0 0,0-1 1 0 0,0 1-1 0 0,0-1 0 0 0,-1 1 1 0 0,1 0-1 0 0,0 0 0 0 0,-1-1 1 0 0,0 1-1 0 0,-3-3 0 0 0,4 4-1 0 0,0 1 3 0 0,1 0-1 0 0,-1-1 0 0 0,1 1 0 0 0,-1 0 0 0 0,1 0 1 0 0,-1 0-1 0 0,1 0 0 0 0,-1 0 0 0 0,1-1 1 0 0,-1 1-1 0 0,1 0 0 0 0,-1 0 0 0 0,1 0 0 0 0,-1 1 1 0 0,1-1-1 0 0,-1 0 0 0 0,1 0 0 0 0,-1 0 1 0 0,1 0-1 0 0,-1 0 0 0 0,1 0 0 0 0,-1 1 0 0 0,1-1 1 0 0,0 0-1 0 0,-1 0 0 0 0,1 1 0 0 0,-1-1 0 0 0,1 1 1 0 0,-1-1 0 0 0,1 0 1 0 0,0 0-1 0 0,-1 0 0 0 0,1 0 1 0 0,0 0-1 0 0,-1 0 1 0 0,1 0-1 0 0,0 1 1 0 0,-1-1-1 0 0,1 0 0 0 0,0 0 1 0 0,-1 0-1 0 0,1 1 1 0 0,0-1-1 0 0,0 0 1 0 0,-1 0-1 0 0,1 1 0 0 0,0-1 1 0 0,0 0-1 0 0,0 0 1 0 0,-1 1-1 0 0,1-1 1 0 0,0 0-1 0 0,0 1 0 0 0,0-1 1 0 0,0 0-1 0 0,0 1 1 0 0,0-1-1 0 0,0 0 1 0 0,-1 1-1 0 0,1-1 0 0 0,0 0 1 0 0,0 1-1 0 0,0-1 1 0 0,0 0-1 0 0,0 1 1 0 0,1-1-1 0 0,-1 0 0 0 0,0 1 1 0 0,0-1-1 0 0,0 0 1 0 0,0 1-1 0 0,0-1 1 0 0,0 0-1 0 0,0 1 0 0 0,1-1 1 0 0,-1 0-1 0 0,0 0 1 0 0,0 1-1 0 0,1-1 1 0 0,4 4 10 0 0,1-2 0 0 0,0 1 0 0 0,0 0 0 0 0,-1-1 0 0 0,2 0 1 0 0,-1-1-1 0 0,0 1 0 0 0,0-1 0 0 0,0 0 0 0 0,1-1 0 0 0,-1 0 1 0 0,0 0-1 0 0,1 0 0 0 0,-1 0 0 0 0,0-1 0 0 0,0 0 0 0 0,9-3 1 0 0,19-5 36 0 0,62-23 1 0 0,-79 25-38 0 0,194-80 36 0 0,-173 69-36 0 0,-1-2-1 0 0,-1-2 0 0 0,47-35 0 0 0,-72 47-7 0 0,0 0-1 0 0,0 0 1 0 0,-1-1 0 0 0,0 0-1 0 0,-1-1 1 0 0,0 0 0 0 0,-1-1-1 0 0,0 0 1 0 0,-1 0 0 0 0,-1 0-1 0 0,10-28 1 0 0,-13 29-4 0 0,0 1 0 0 0,-1-1 1 0 0,-1 1-1 0 0,0-1 0 0 0,0 0 0 0 0,-2 1 0 0 0,1-1 1 0 0,-1 0-1 0 0,-1 1 0 0 0,0-1 0 0 0,0 1 0 0 0,-1 0 1 0 0,-1 0-1 0 0,0 0 0 0 0,-9-19 0 0 0,8 22 8 0 0,4 4-5 0 0,0 0 0 0 0,-1 1 1 0 0,0-1-1 0 0,0 0 0 0 0,0 1 0 0 0,0-1 0 0 0,0 1 1 0 0,-1 0-1 0 0,1 0 0 0 0,-1 0 0 0 0,0 0 0 0 0,0 0 0 0 0,0 1 1 0 0,0-1-1 0 0,-1 1 0 0 0,1 0 0 0 0,-1 0 0 0 0,1 0 1 0 0,-1 0-1 0 0,-4 0 0 0 0,6 1-9 0 0,-2 3 0 0 0,-4 1 6 0 0,1 1 0 0 0,0 0 0 0 0,0 1 0 0 0,0 0 0 0 0,1 0 0 0 0,-1 1-1 0 0,1-1 1 0 0,1 1 0 0 0,-1 0 0 0 0,1 1 0 0 0,0 0 0 0 0,-7 12 0 0 0,-6 12 43 0 0,-23 54 0 0 0,2 18 79 0 0,4 2 0 0 0,5 2 0 0 0,-29 188 0 0 0,53-241-77 0 0,4-31-16 0 0,-1-1 0 0 0,-7 28 0 0 0,9-48 2 0 0,0-1 0 0 0,1 1 0 0 0,-1 0 0 0 0,1 0 1 0 0,-1 0-1 0 0,1 0 0 0 0,-1 0 0 0 0,1 0 0 0 0,0 0 1 0 0,0 0-1 0 0,0 0 0 0 0,0 0 0 0 0,1 0 0 0 0,0 3 1 0 0,-1-5-9 0 0,1 0 0 0 0,0 0 0 0 0,-1 0 0 0 0,1-1 0 0 0,0 1 0 0 0,-1 0 0 0 0,1 0 0 0 0,0-1 0 0 0,-1 1 0 0 0,1 0 0 0 0,0-1 0 0 0,-1 1 0 0 0,1 0 0 0 0,-1-1 0 0 0,1 1 0 0 0,-1-1 0 0 0,1 1 1 0 0,-1-1-1 0 0,1 0 0 0 0,-1 1 0 0 0,0-1 0 0 0,1 1 0 0 0,-1-1 0 0 0,0 0 0 0 0,1 1 0 0 0,-1-1 0 0 0,0 0 0 0 0,0 1 0 0 0,1-2 0 0 0,23-44 101 0 0,-13 23-125 0 0,2 1 1 0 0,0 1-1 0 0,17-22 1 0 0,-27 39-8 0 0,0 1 1 0 0,1-1 0 0 0,-1 0-1 0 0,1 1 1 0 0,-1 0 0 0 0,1 0 0 0 0,0 0-1 0 0,1 0 1 0 0,4-2 0 0 0,-7 5 6 0 0,-1-1 0 0 0,1 1 0 0 0,0-1 0 0 0,-1 1 0 0 0,1 0 0 0 0,0 0 0 0 0,-1 0 1 0 0,1 0-1 0 0,0 0 0 0 0,0 0 0 0 0,-1 0 0 0 0,1 1 0 0 0,0-1 0 0 0,-1 1 0 0 0,1-1 0 0 0,0 1 1 0 0,-1 0-1 0 0,1-1 0 0 0,-1 1 0 0 0,1 0 0 0 0,-1 0 0 0 0,0 0 0 0 0,1 0 0 0 0,-1 0 0 0 0,0 0 0 0 0,0 1 1 0 0,1-1-1 0 0,0 3 0 0 0,8 6-8 0 0,0 0 1 0 0,1-1-1 0 0,0 0 1 0 0,0 0-1 0 0,1-1 1 0 0,0-1-1 0 0,1 0 0 0 0,0-1 1 0 0,-1 0-1 0 0,2-1 1 0 0,-1 0-1 0 0,1-1 1 0 0,0-1-1 0 0,0 0 1 0 0,0-1-1 0 0,0 0 0 0 0,0-1 1 0 0,0-1-1 0 0,0 0 1 0 0,0-1-1 0 0,1-1 1 0 0,-1 0-1 0 0,0 0 1 0 0,-1-2-1 0 0,1 0 0 0 0,0 0 1 0 0,-1-1-1 0 0,0-1 1 0 0,0 0-1 0 0,-1-1 1 0 0,0 0-1 0 0,0-1 1 0 0,0-1-1 0 0,12-11 0 0 0,-19 16-4 0 0,0-1 0 0 0,-1 1-1 0 0,1-1 1 0 0,-1 0 0 0 0,-1 0-1 0 0,1 0 1 0 0,-1 0-1 0 0,0 0 1 0 0,0-1 0 0 0,0 0-1 0 0,-1 1 1 0 0,1-1-1 0 0,1-10 1 0 0,-4 14 14 0 0,1 0 0 0 0,-1 0 0 0 0,0 0 0 0 0,0 0 0 0 0,0 1 0 0 0,-1-1 0 0 0,1 0 0 0 0,0 0 1 0 0,-1 0-1 0 0,1 1 0 0 0,-1-1 0 0 0,1 0 0 0 0,-1 0 0 0 0,0 1 0 0 0,0-1 0 0 0,0 1 0 0 0,0-1 0 0 0,0 1 0 0 0,0-1 0 0 0,0 1 0 0 0,-1-1 0 0 0,-1-1 0 0 0,0 1-1 0 0,-1 0 3 0 0,2 2-1 0 0,-1 0 0 0 0,1 0 0 0 0,-1 0 0 0 0,1 0 0 0 0,0 0 0 0 0,-1 0 0 0 0,1 1 0 0 0,0-1 0 0 0,-1 1 0 0 0,1 0 0 0 0,0-1 0 0 0,0 1 0 0 0,-1 0 0 0 0,1 0 0 0 0,0 1-1 0 0,0-1 1 0 0,0 0 0 0 0,0 1 0 0 0,1-1 0 0 0,-1 1 0 0 0,0 0 0 0 0,1-1 0 0 0,-1 1 0 0 0,1 0 0 0 0,-1 0 0 0 0,-1 3 0 0 0,0 1 0 0 0,0 1 0 0 0,1-1 0 0 0,0 1 0 0 0,0 0-1 0 0,0 0 1 0 0,0 7 0 0 0,1-11 0 0 0,1 0 4 0 0,0-1 0 0 0,-1 0 0 0 0,1 1 0 0 0,1-1 0 0 0,-1 1 0 0 0,0-1 0 0 0,0 1-1 0 0,1-1 1 0 0,0 0 0 0 0,-1 1 0 0 0,1-1 0 0 0,0 0 0 0 0,0 1 0 0 0,0-1 0 0 0,0 0 0 0 0,1 0 0 0 0,-1 0 0 0 0,1 0 0 0 0,-1 0 0 0 0,1 0 0 0 0,-1 0 0 0 0,1-1 0 0 0,0 1 0 0 0,0-1 0 0 0,0 1 0 0 0,0-1 0 0 0,0 0 0 0 0,0 1 0 0 0,1-1 0 0 0,-1 0 0 0 0,0-1 0 0 0,0 1 0 0 0,1 0 0 0 0,-1-1-1 0 0,5 1 1 0 0,19-5-32 0 0,-1-2 0 0 0,0 0 0 0 0,0-2 0 0 0,-1-1 0 0 0,0-1 0 0 0,0-1 0 0 0,30-19 0 0 0,-53 29 22 0 0,0 0 1 0 0,0 1 0 0 0,0-1 0 0 0,0 1-1 0 0,1-1 1 0 0,-1 1 0 0 0,0 0-1 0 0,0-1 1 0 0,0 1 0 0 0,0 0-1 0 0,0 0 1 0 0,1 0 0 0 0,-1 0 0 0 0,0 0-1 0 0,0 0 1 0 0,0 0 0 0 0,0 0-1 0 0,1 1 1 0 0,-1-1 0 0 0,0 0-1 0 0,0 1 1 0 0,0-1 0 0 0,0 1 0 0 0,0-1-1 0 0,0 1 1 0 0,0-1 0 0 0,0 1-1 0 0,0 0 1 0 0,0-1 0 0 0,0 1 0 0 0,1 1-1 0 0,21 36-9 0 0,-5-10-18 0 0,-14-23 21 0 0,2-1 0 0 0,-1 0 1 0 0,0 0-1 0 0,1-1 0 0 0,0 0 1 0 0,0 0-1 0 0,0 0 0 0 0,0-1 1 0 0,0 0-1 0 0,0 0 0 0 0,1 0 1 0 0,-1-1-1 0 0,1 0 0 0 0,-1 0 1 0 0,1 0-1 0 0,-1-1 0 0 0,1 0 1 0 0,0-1-1 0 0,-1 1 0 0 0,1-1 1 0 0,-1-1-1 0 0,1 1 0 0 0,8-4 1 0 0,-1 0-25 0 0,-1 0 1 0 0,0-1-1 0 0,0-1 1 0 0,0 0-1 0 0,-1-1 1 0 0,0 0-1 0 0,-1-1 1 0 0,1 0-1 0 0,15-18 1 0 0,-23 22 159 0 0,0-1 0 0 0,-1 0 0 0 0,0 0 0 0 0,0 0-1 0 0,3-9 1 0 0,-6 13-58 0 0,1 1 398 0 0,1-6-235 0 0,-2 7-184 0 0,0 0 0 0 0,0 0-1 0 0,0 0 1 0 0,0 0 0 0 0,0 0 0 0 0,0 0 0 0 0,0 0 0 0 0,0 0 0 0 0,-1 0 0 0 0,1 0 0 0 0,0 0 0 0 0,0 0 0 0 0,0 0-1 0 0,0 0 1 0 0,0 0 0 0 0,0 0 0 0 0,0 0 0 0 0,0 0 0 0 0,0 0 0 0 0,0 0 0 0 0,-1 0 0 0 0,1 0 0 0 0,0 0 0 0 0,0 0-1 0 0,0 0 1 0 0,0 0 0 0 0,-1 2-67 0 0,-1 0-1 0 0,1 0 1 0 0,0 0-1 0 0,0 0 1 0 0,0 0-1 0 0,0 0 1 0 0,0 1-1 0 0,1-1 1 0 0,-1 0-1 0 0,1 1 1 0 0,0-1-1 0 0,-1 0 1 0 0,1 1-1 0 0,0-1 1 0 0,0 0-1 0 0,0 1 1 0 0,1-1 0 0 0,-1 0-1 0 0,1 1 1 0 0,-1-1-1 0 0,1 0 1 0 0,0 0-1 0 0,-1 0 1 0 0,1 1-1 0 0,0-1 1 0 0,1 0-1 0 0,-1 0 1 0 0,0 0-1 0 0,1 0 1 0 0,-1-1-1 0 0,1 1 1 0 0,2 2-1 0 0,6 5-742 0 0,0 0-1 0 0,0-1 0 0 0,1-1 1 0 0,-1 0-1 0 0,2 0 1 0 0,-1-1-1 0 0,1-1 0 0 0,0 0 1 0 0,14 4-1 0 0,15 2-2309 0 0</inkml:trace>
</inkml:ink>
</file>

<file path=ppt/ink/ink6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2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468 150 664 0 0,'0'-4'974'0'0,"12"-112"6917"0"0,-12 115-7815 0 0,0 0 0 0 0,0 0-1 0 0,0 0 1 0 0,0 0 0 0 0,0 0 0 0 0,0 0 0 0 0,0 0 0 0 0,0 0 0 0 0,0 0-1 0 0,-1 0 1 0 0,1 0 0 0 0,0 0 0 0 0,-1 0 0 0 0,1 0 0 0 0,-1 0 0 0 0,1 0-1 0 0,-1 0 1 0 0,1 0 0 0 0,-1 1 0 0 0,1-1 0 0 0,-1 0 0 0 0,0 0 0 0 0,0 1-1 0 0,1-1 1 0 0,-1 0 0 0 0,0 1 0 0 0,-1-1 0 0 0,-1 0-7 0 0,1 0 0 0 0,0 0 0 0 0,-1 1 0 0 0,1-1 0 0 0,-1 1-1 0 0,1-1 1 0 0,-1 1 0 0 0,1 0 0 0 0,-1 0 0 0 0,-4 1 0 0 0,-4 1 56 0 0,0 0 1 0 0,0 1-1 0 0,-18 7 1 0 0,19-6-69 0 0,0 0 1 0 0,0 1 0 0 0,0-1 0 0 0,1 2 0 0 0,0 0 0 0 0,0 0 0 0 0,0 0 0 0 0,1 1 0 0 0,0 1 0 0 0,0-1 0 0 0,1 1 0 0 0,0 0 0 0 0,0 1 0 0 0,1 0 0 0 0,0 0 0 0 0,1 0 0 0 0,-1 1 0 0 0,2 0 0 0 0,0 0 0 0 0,0 0 0 0 0,1 0 0 0 0,-4 20 0 0 0,3-6 6 0 0,2-1 0 0 0,1 1 1 0 0,2 28-1 0 0,-3 45 120 0 0,2-94-172 0 0,0-1 0 0 0,-1 1-1 0 0,1-1 1 0 0,-1 1 0 0 0,1 0-1 0 0,-1-1 1 0 0,0 1 0 0 0,0-1 0 0 0,0 0-1 0 0,0 1 1 0 0,0-1 0 0 0,-1 0-1 0 0,1 1 1 0 0,-1-1 0 0 0,1 0-1 0 0,-1 0 1 0 0,0 0 0 0 0,0-1-1 0 0,0 1 1 0 0,0 0 0 0 0,-3 1 0 0 0,1-1 0 0 0,0-1 0 0 0,0 0 0 0 0,0 0 0 0 0,-1 0 0 0 0,1-1 0 0 0,0 1 0 0 0,0-1 0 0 0,0 0 0 0 0,0 0 0 0 0,-1-1 0 0 0,1 1 0 0 0,-8-3 0 0 0,4 1 19 0 0,0-1 0 0 0,0 0-1 0 0,0 0 1 0 0,0-1-1 0 0,0 0 1 0 0,1 0-1 0 0,0 0 1 0 0,0-1 0 0 0,-10-9-1 0 0,15 12-185 0 0,0 0 0 0 0,0 0 0 0 0,0-1 0 0 0,0 1 0 0 0,0-1 0 0 0,0 1 0 0 0,1-1 0 0 0,-1 0 0 0 0,1 0 0 0 0,0 1 0 0 0,0-1 0 0 0,-2-5 0 0 0,3 5-185 0 0,0 1 0 0 0,0 0 0 0 0,0 0 0 0 0,0 0-1 0 0,1 0 1 0 0,-1 0 0 0 0,0 0 0 0 0,1 1 0 0 0,0-1 0 0 0,-1 0 0 0 0,1 0 0 0 0,0 0 0 0 0,0 0 0 0 0,0 0 0 0 0,0 1-1 0 0,0-1 1 0 0,0 0 0 0 0,0 1 0 0 0,1-1 0 0 0,-1 1 0 0 0,3-2 0 0 0,7-6-2986 0 0</inkml:trace>
</inkml:ink>
</file>

<file path=ppt/ink/ink6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2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0 198 392 0 0,'28'-14'2781'0'0,"22"-20"-536"0"0,-11 9-131 0 0,63-54 0 0 0,-98 75-1835 0 0,0 1-1 0 0,-1 0 0 0 0,0-1 1 0 0,0 0-1 0 0,0 0 1 0 0,0 0-1 0 0,0 0 0 0 0,1-6 1 0 0,-3 9 784 0 0,-18-2-390 0 0,16 3-651 0 0,0 0 0 0 0,0-1-1 0 0,-1 1 1 0 0,1 0 0 0 0,0 0-1 0 0,0 0 1 0 0,-1 0 0 0 0,1 0-1 0 0,0 0 1 0 0,0 0-1 0 0,-1 0 1 0 0,1 1 0 0 0,0-1-1 0 0,0 0 1 0 0,0 1 0 0 0,0-1-1 0 0,-2 1 1 0 0,-6 5 100 0 0,-1-1 1 0 0,2 1-1 0 0,-1 0 0 0 0,1 1 1 0 0,0 0-1 0 0,0 0 0 0 0,1 1 1 0 0,0 0-1 0 0,0 0 0 0 0,1 1 1 0 0,0 0-1 0 0,0 0 0 0 0,1 0 1 0 0,-7 17-1 0 0,11-23-149 0 0,-1 1-1 0 0,1-1 1 0 0,0 1 0 0 0,0 0 0 0 0,0 0-1 0 0,1 0 1 0 0,-1 0 0 0 0,1 0-1 0 0,0 0 1 0 0,0-1 0 0 0,0 1 0 0 0,1 0-1 0 0,-1 0 1 0 0,1 0 0 0 0,0 0 0 0 0,0 0-1 0 0,0-1 1 0 0,1 1 0 0 0,-1 0-1 0 0,1-1 1 0 0,0 1 0 0 0,0-1 0 0 0,0 0-1 0 0,1 0 1 0 0,-1 0 0 0 0,1 0 0 0 0,-1 0-1 0 0,1 0 1 0 0,0-1 0 0 0,0 1-1 0 0,0-1 1 0 0,1 0 0 0 0,-1 0 0 0 0,0 0-1 0 0,1 0 1 0 0,0 0 0 0 0,-1-1 0 0 0,1 0-1 0 0,0 0 1 0 0,7 2 0 0 0,0 0-363 0 0,0-1 0 0 0,0 0 0 0 0,1-1 0 0 0,-1 0 0 0 0,0-1 0 0 0,0 0 0 0 0,14-2 0 0 0,43-13-6158 0 0,-45 7 3553 0 0</inkml:trace>
</inkml:ink>
</file>

<file path=ppt/ink/ink6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3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62 260 0 0,'2'-3'481'0'0,"1"-1"0"0"0,-1 1 1 0 0,1 0-1 0 0,0 0 0 0 0,0 0 0 0 0,0 1 1 0 0,0-1-1 0 0,5-3 0 0 0,-8 6-474 0 0,1-1 441 0 0,16 1 956 0 0,-15 1-1316 0 0,0 0-1 0 0,0 0 1 0 0,0 1 0 0 0,0 0 0 0 0,0-1-1 0 0,-1 1 1 0 0,1 0 0 0 0,-1 0 0 0 0,1 0-1 0 0,-1 0 1 0 0,1 0 0 0 0,-1 0 0 0 0,0 0-1 0 0,0 0 1 0 0,0 0 0 0 0,0 1 0 0 0,-1-1-1 0 0,1 0 1 0 0,0 1 0 0 0,-1-1 0 0 0,0 1-1 0 0,0-1 1 0 0,1 0 0 0 0,-2 5 0 0 0,1-2 8 0 0,0-1 0 0 0,0 1 1 0 0,-1-1-1 0 0,1 0 1 0 0,-1 1-1 0 0,0-1 0 0 0,0 0 1 0 0,-1 0-1 0 0,0 0 1 0 0,1 0-1 0 0,-1 0 0 0 0,0 0 1 0 0,-1 0-1 0 0,-4 5 1 0 0,-9 2 291 0 0,15-23-223 0 0,18-28-236 0 0,-8 29 37 0 0,1-1 1 0 0,0 2-1 0 0,1 0 1 0 0,0 0-1 0 0,0 1 1 0 0,1 0-1 0 0,0 1 0 0 0,1 0 1 0 0,-1 1-1 0 0,28-11 1 0 0,-37 19 43 0 0,-1-1 0 0 0,1 1 0 0 0,-1 0-1 0 0,0 0 1 0 0,1 0 0 0 0,-1 0 0 0 0,0 1 0 0 0,1-1 0 0 0,-1 0 0 0 0,0 1 0 0 0,0 0-1 0 0,0 0 1 0 0,-1-1 0 0 0,1 1 0 0 0,0 0 0 0 0,-1 0 0 0 0,1 0 0 0 0,-1 1-1 0 0,0-1 1 0 0,1 0 0 0 0,-1 1 0 0 0,0-1 0 0 0,0 0 0 0 0,-1 1 0 0 0,2 3 0 0 0,-1 3 44 0 0,0 1 1 0 0,0-1 0 0 0,-1 1-1 0 0,-1-1 1 0 0,-1 13 0 0 0,2-16-28 0 0,0-5-13 0 0,-1-1 0 0 0,1 1 0 0 0,0-1 0 0 0,0 1-1 0 0,0 0 1 0 0,0-1 0 0 0,0 1 0 0 0,1 0 0 0 0,-1-1 0 0 0,0 1 0 0 0,0 0 0 0 0,0-1-1 0 0,1 1 1 0 0,-1 0 0 0 0,0-1 0 0 0,0 1 0 0 0,1-1 0 0 0,-1 1 0 0 0,1-1 0 0 0,-1 1 0 0 0,0-1-1 0 0,1 1 1 0 0,-1-1 0 0 0,1 1 0 0 0,-1-1 0 0 0,1 0 0 0 0,-1 1 0 0 0,1-1 0 0 0,0 0 0 0 0,-1 1-1 0 0,1-1 1 0 0,-1 0 0 0 0,1 0 0 0 0,0 1 0 0 0,-1-1 0 0 0,1 0 0 0 0,0 0 0 0 0,-1 0-1 0 0,1 0 1 0 0,0 0 0 0 0,-1 0 0 0 0,1 0 0 0 0,0 0 0 0 0,-1 0 0 0 0,1 0 0 0 0,-1 0 0 0 0,1-1-1 0 0,0 1 1 0 0,-1 0 0 0 0,1 0 0 0 0,0-1 0 0 0,-1 1 0 0 0,1 0 0 0 0,-1-1 0 0 0,1 0 0 0 0,44-21 34 0 0,-37 18 40 0 0,1-2-41 0 0,1 1-1 0 0,0 0 1 0 0,0 0 0 0 0,1 1-1 0 0,-1 0 1 0 0,1 1 0 0 0,0 1-1 0 0,0-1 1 0 0,0 2 0 0 0,0-1-1 0 0,0 2 1 0 0,13 0 0 0 0,-22 0-22 0 0,-1 1 1 0 0,1-1 0 0 0,0 1-1 0 0,-1-1 1 0 0,1 1 0 0 0,-1 0-1 0 0,1 0 1 0 0,-1 0 0 0 0,0 0-1 0 0,1 0 1 0 0,-1 0 0 0 0,0 0-1 0 0,1 0 1 0 0,-1 0 0 0 0,0 1-1 0 0,0-1 1 0 0,0 0 0 0 0,0 1-1 0 0,0-1 1 0 0,-1 1 0 0 0,1-1-1 0 0,0 1 1 0 0,-1 0 0 0 0,1-1-1 0 0,-1 1 1 0 0,1-1 0 0 0,-1 1-1 0 0,0 0 1 0 0,0 0 0 0 0,0 2-1 0 0,0 7-329 0 0,0-1 0 0 0,-1 1 0 0 0,-1-1 0 0 0,-2 11 0 0 0,-1 7-6366 0 0</inkml:trace>
</inkml:ink>
</file>

<file path=ppt/ink/ink6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4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194 537 56 0 0,'0'0'894'0'0,"0"-10"455"0"0,-1 4 1711 0 0,1 5-2818 0 0,-1 0 0 0 0,1 0-1 0 0,-1 0 1 0 0,1 0 0 0 0,-1 0-1 0 0,1 0 1 0 0,-1 0 0 0 0,0 0 0 0 0,1 0-1 0 0,-1 0 1 0 0,0 0 0 0 0,0 0-1 0 0,0 0 1 0 0,0 0 0 0 0,0 1 0 0 0,0-1-1 0 0,0 0 1 0 0,0 1 0 0 0,0-1-1 0 0,0 1 1 0 0,0-1 0 0 0,0 1 0 0 0,-2-1-1 0 0,1 1 93 0 0,-47 12 943 0 0,19 4-783 0 0,21-12-373 0 0,0 0-1 0 0,0 1 0 0 0,1 0 0 0 0,0 0 0 0 0,0 1 1 0 0,0 0-1 0 0,1 0 0 0 0,-1 1 0 0 0,-7 9 0 0 0,14-15-58 0 0,1 5 17 0 0,0-6-73 0 0,0 1 0 0 0,0-1 0 0 0,-1 0 0 0 0,1 1 1 0 0,0-1-1 0 0,0 1 0 0 0,0-1 0 0 0,0 1 0 0 0,0-1 0 0 0,0 0 0 0 0,0 1 1 0 0,0-1-1 0 0,0 1 0 0 0,1-1 0 0 0,-1 1 0 0 0,0-1 0 0 0,0 0 1 0 0,0 1-1 0 0,0-1 0 0 0,1 0 0 0 0,-1 1 0 0 0,0-1 0 0 0,0 1 1 0 0,1-1-1 0 0,-1 0 0 0 0,0 0 0 0 0,1 1 0 0 0,31 1 47 0 0,23-9-144 0 0,-52 7 72 0 0,31 38-32 0 0,-31-35 8 0 0,0 0 0 0 0,0-1 0 0 0,0 0-1 0 0,0 1 1 0 0,0-1 0 0 0,0 0 0 0 0,0 0 0 0 0,1-1 0 0 0,-1 1-1 0 0,1-1 1 0 0,-1 1 0 0 0,1-1 0 0 0,0 0 0 0 0,-1-1 0 0 0,1 1 0 0 0,0-1-1 0 0,0 1 1 0 0,-1-1 0 0 0,1 0 0 0 0,0 0 0 0 0,0-1 0 0 0,-1 1 0 0 0,1-1-1 0 0,0 0 1 0 0,0 0 0 0 0,-1 0 0 0 0,1-1 0 0 0,-1 1 0 0 0,1-1-1 0 0,5-3 1 0 0,9-7-130 0 0,0 0-1 0 0,0-1 0 0 0,-2-1 0 0 0,20-20 1 0 0,-9 9 33 0 0,38-35 64 0 0,-64 59 104 0 0,0 0-16 0 0,3-4-6 0 0,-3 4 60 0 0,0 2-62 0 0,0 0 0 0 0,0 1 0 0 0,-1-1 0 0 0,1 1 0 0 0,0-1-1 0 0,0 1 1 0 0,-1-1 0 0 0,1 1 0 0 0,-1-1 0 0 0,1 1-1 0 0,-1-1 1 0 0,0 1 0 0 0,0 0 0 0 0,0-1 0 0 0,0 1-1 0 0,0 0 1 0 0,0 2 0 0 0,0 36 71 0 0,-1-36-66 0 0,1-2 0 0 0,1 1 6 0 0,-1-1-1 0 0,0 1 0 0 0,1-1 0 0 0,0 1 0 0 0,-1-1 0 0 0,1 0 0 0 0,0 1 0 0 0,0-1 0 0 0,0 0 0 0 0,2 3 0 0 0,2-6-12 0 0,0 0-1 0 0,0-1 1 0 0,0 1 0 0 0,0-1-1 0 0,-1 0 1 0 0,8-5 0 0 0,-9 5-8 0 0,0 0 0 0 0,1 0 1 0 0,-1 0-1 0 0,0 1 0 0 0,1-1 1 0 0,-1 1-1 0 0,1 0 0 0 0,-1 0 1 0 0,1 0-1 0 0,0 1 0 0 0,-1-1 1 0 0,1 1-1 0 0,0 0 0 0 0,-1 0 1 0 0,1 0-1 0 0,0 0 0 0 0,-1 1 1 0 0,5 0-1 0 0,-2 1-18 0 0,-1-1 0 0 0,1 1-1 0 0,0-1 1 0 0,0 0 0 0 0,-1-1-1 0 0,1 0 1 0 0,0 0 0 0 0,0 0-1 0 0,0 0 1 0 0,0-1 0 0 0,-1 0-1 0 0,1 0 1 0 0,8-4 0 0 0,-3 1-4 0 0,-1 0 1 0 0,0-1 0 0 0,-1 0 0 0 0,1-1 0 0 0,-1 0-1 0 0,15-13 1 0 0,-4 0 4 0 0,-1-1 0 0 0,0-1-1 0 0,-2-1 1 0 0,-1 0 0 0 0,16-27-1 0 0,-17 23 31 0 0,-1 0 0 0 0,-1 0 0 0 0,-2-1 0 0 0,-1 0 0 0 0,0-1 0 0 0,-3-1-1 0 0,0 1 1 0 0,-1-1 0 0 0,1-31 0 0 0,-7 53 117 0 0,1 6-96 0 0,-1-1 0 0 0,0 0 0 0 0,0 1-1 0 0,0-1 1 0 0,1 0 0 0 0,-1 1 0 0 0,-1-1-1 0 0,1 1 1 0 0,0-1 0 0 0,0 0 0 0 0,-1 1 0 0 0,1-1-1 0 0,-1 1 1 0 0,1-1 0 0 0,-1 0 0 0 0,0 1-1 0 0,1 0 1 0 0,-1-1 0 0 0,0 1 0 0 0,0-1 0 0 0,0 1-1 0 0,0 0 1 0 0,-2-2 0 0 0,2 2 115 0 0,-5 4-65 0 0,-6 5-22 0 0,0 0 1 0 0,1 1 0 0 0,0 0 0 0 0,1 0 0 0 0,0 2 0 0 0,0-1 0 0 0,1 1 0 0 0,0 0 0 0 0,1 1 0 0 0,0 0 0 0 0,-8 19 0 0 0,4-7 56 0 0,1 1 0 0 0,2 0 0 0 0,0 1 0 0 0,2-1 0 0 0,-6 41 0 0 0,11-52-64 0 0,1 0 0 0 0,1 0 0 0 0,0-1 1 0 0,0 1-1 0 0,2 0 0 0 0,0 0 0 0 0,5 19 0 0 0,-5-27-13 0 0,0 1 0 0 0,0-1 0 0 0,0 1 0 0 0,1-1 0 0 0,0 0 0 0 0,1 0 0 0 0,-1 0 0 0 0,1-1 0 0 0,0 1-1 0 0,1-1 1 0 0,-1 0 0 0 0,1 0 0 0 0,0-1 0 0 0,0 1 0 0 0,1-1 0 0 0,10 7 0 0 0,-8-7-949 0 0,26 13 3213 0 0,-22-14-5282 0 0,-2-2-4554 0 0</inkml:trace>
</inkml:ink>
</file>

<file path=ppt/ink/ink6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4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45 320 0 0,'-6'-16'6007'0'0,"0"-3"3703"0"0,6 16-9446 0 0,0-3-1044 0 0</inkml:trace>
</inkml:ink>
</file>

<file path=ppt/ink/ink6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6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167 414 620 0 0,'0'0'2566'0'0,"11"-34"5646"0"0,-11 32-8094 0 0,-1-1 0 0 0,0 1 0 0 0,0 0 0 0 0,0 0 0 0 0,0 0 0 0 0,0-1 0 0 0,0 1 0 0 0,-1 1 0 0 0,1-1 0 0 0,-1 0 0 0 0,1 0 0 0 0,-1 0 0 0 0,1 1-1 0 0,-1-1 1 0 0,0 1 0 0 0,0-1 0 0 0,-4-1 0 0 0,4 2 100 0 0,-35 9 92 0 0,28-5-256 0 0,1 0 0 0 0,0 1 0 0 0,0 0 0 0 0,0 0 0 0 0,1 1 0 0 0,0 0 0 0 0,-10 8 0 0 0,14-10-39 0 0,0 0-1 0 0,-1 0 1 0 0,1 0 0 0 0,0 0-1 0 0,1 1 1 0 0,-1-1-1 0 0,1 1 1 0 0,-1 0 0 0 0,1 0-1 0 0,0 0 1 0 0,0 0-1 0 0,1 0 1 0 0,-1 0 0 0 0,1 0-1 0 0,0 1 1 0 0,0-1-1 0 0,0 5 1 0 0,1-7-14 0 0,0 0-1 0 0,0 1 1 0 0,0-1 0 0 0,1 0-1 0 0,-1 0 1 0 0,1 0 0 0 0,-1 0-1 0 0,1 1 1 0 0,0-1 0 0 0,0 0-1 0 0,-1 0 1 0 0,2 0 0 0 0,-1-1-1 0 0,0 1 1 0 0,0 0 0 0 0,0 0-1 0 0,1 0 1 0 0,-1-1 0 0 0,1 1-1 0 0,0-1 1 0 0,-1 1 0 0 0,1-1 0 0 0,2 2-1 0 0,1-1-19 0 0,0 0-1 0 0,0 0 0 0 0,0 0 0 0 0,0-1 1 0 0,0 0-1 0 0,0 0 0 0 0,0 0 1 0 0,0-1-1 0 0,9 1 0 0 0,4-2-35 0 0,-1-1-1 0 0,0 0 1 0 0,0-1 0 0 0,-1-1-1 0 0,20-6 1 0 0,13-8 23 0 0,-2-2 0 0 0,-1-2 0 0 0,58-37 0 0 0,-97 56 297 0 0,-1-1 0 0 0,0-1 0 0 0,0 1 0 0 0,-1-1 0 0 0,0 0 0 0 0,7-7 0 0 0,-11 10 192 0 0,-5 6-382 0 0,-36 40 144 0 0,39-42-216 0 0,1-1-61 0 0,1 1 1 0 0,-1 0 0 0 0,0-1 0 0 0,1 1 0 0 0,-1 0-1 0 0,1-1 1 0 0,-1 1 0 0 0,1 0 0 0 0,0-1 0 0 0,0 1-1 0 0,-1-1 1 0 0,3 2 0 0 0,11-4-64 0 0,0 0-1 0 0,-1-1 1 0 0,1-1 0 0 0,-1 0 0 0 0,1-1-1 0 0,-1-1 1 0 0,0 0 0 0 0,-1-1-1 0 0,1 0 1 0 0,-1 0 0 0 0,18-14-1 0 0,-17 10 110 0 0,0 0 0 0 0,-1 0 0 0 0,0-1 0 0 0,-1 0 0 0 0,0-1 0 0 0,-1-1 0 0 0,0 1 0 0 0,-1-2-1 0 0,14-26 1 0 0,-12 16 75 0 0,-2 7 417 0 0,-1-1 0 0 0,0 1 0 0 0,-1-2 1 0 0,-2 1-1 0 0,1-1 0 0 0,-2 1 0 0 0,4-39 1 0 0,-8 55-43 0 0,-4 6-309 0 0,-13 19-105 0 0,1 2 0 0 0,2 0 0 0 0,0 0 0 0 0,1 2 0 0 0,2-1 0 0 0,1 1 0 0 0,1 1 0 0 0,1 0 0 0 0,1 0 0 0 0,2 1 0 0 0,-2 30 0 0 0,6-52-162 0 0,1 0-1 0 0,0 0 1 0 0,1 0 0 0 0,-1 0-1 0 0,1 1 1 0 0,1-1 0 0 0,-1 0-1 0 0,1 0 1 0 0,4 8 0 0 0,-5-12 81 0 0,0-1 0 0 0,1 0 0 0 0,-1 1 0 0 0,1-1 0 0 0,-1 0-1 0 0,1 0 1 0 0,0 0 0 0 0,0 0 0 0 0,0 0 0 0 0,0-1 0 0 0,0 1 0 0 0,0 0 0 0 0,0-1 0 0 0,0 0 0 0 0,1 1 0 0 0,-1-1 0 0 0,1 0 0 0 0,-1 0 0 0 0,1 0 0 0 0,-1-1 0 0 0,1 1 0 0 0,-1-1 0 0 0,1 1 0 0 0,0-1 0 0 0,-1 0 0 0 0,1 0 0 0 0,0 0 0 0 0,-1 0 0 0 0,6-1 0 0 0,5-2-10 0 0,-1-1-1 0 0,1 0 1 0 0,-1 0 0 0 0,0-1 0 0 0,0-1-1 0 0,0 0 1 0 0,-1 0 0 0 0,0-1 0 0 0,0-1 0 0 0,-1 0-1 0 0,0 0 1 0 0,17-18 0 0 0,-10 7 63 0 0,-1-1-1 0 0,-1 0 1 0 0,0-1-1 0 0,-2 0 1 0 0,21-46 0 0 0,-27 48 156 0 0,-1 0-1 0 0,5-27 1 0 0,-1 6 359 0 0,-7-13 227 0 0,-3 51-683 0 0,-2 8-24 0 0,-10 21 12 0 0,0 2 0 0 0,3-1 0 0 0,-12 55 1 0 0,18-69-66 0 0,0 0 0 0 0,2 0 0 0 0,0 1 1 0 0,0-1-1 0 0,2 0 0 0 0,0 1 0 0 0,0-1 1 0 0,1 0-1 0 0,1 0 0 0 0,8 24 0 0 0,-10-35 8 0 0,0-1-1 0 0,0 1 0 0 0,1-1 1 0 0,-1 1-1 0 0,1-1 0 0 0,0 0 1 0 0,0 0-1 0 0,0 1 1 0 0,0-1-1 0 0,0 0 0 0 0,0-1 1 0 0,1 1-1 0 0,-1 0 0 0 0,0-1 1 0 0,1 1-1 0 0,-1-1 1 0 0,1 0-1 0 0,0 0 0 0 0,0 0 1 0 0,-1 0-1 0 0,1 0 0 0 0,0-1 1 0 0,0 1-1 0 0,0-1 1 0 0,0 0-1 0 0,0 1 0 0 0,-1-1 1 0 0,1-1-1 0 0,0 1 0 0 0,0 0 1 0 0,0-1-1 0 0,5-1 1 0 0,1-1 40 0 0,1 1 0 0 0,-1-2 0 0 0,0 1 0 0 0,0-2 0 0 0,0 1 0 0 0,-1-1 0 0 0,1 0 0 0 0,9-8 0 0 0,-6 1 344 0 0,-9 9-112 0 0,0 0-1 0 0,0-1 1 0 0,0 1-1 0 0,1 1 0 0 0,0-1 1 0 0,-1 0-1 0 0,1 1 1 0 0,7-4-1 0 0,-9 8-212 0 0,-1 1 0 0 0,0-1 0 0 0,0 1-1 0 0,0-1 1 0 0,-1 1 0 0 0,1 0 0 0 0,-1-1 0 0 0,1 1 0 0 0,-1-1-1 0 0,0 1 1 0 0,0 0 0 0 0,0 3 0 0 0,-5 46 244 0 0,-3 1 0 0 0,-2-1 0 0 0,-28 86 0 0 0,-1 8 26 0 0,32-118-366 0 0,2 0-198 0 0,-1 0 0 0 0,-2-1 0 0 0,-1 0 0 0 0,-24 50 0 0 0,32-75 43 0 0,0-1-1 0 0,0 1 1 0 0,0-1-1 0 0,0 1 0 0 0,0-1 1 0 0,-1 0-1 0 0,1 0 1 0 0,-1 1-1 0 0,1-1 1 0 0,-1 0-1 0 0,1 0 1 0 0,-1 0-1 0 0,-3 1 1 0 0,-22 2-9069 0 0</inkml:trace>
</inkml:ink>
</file>

<file path=ppt/ink/ink6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7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75 15489 0 0,'-5'-2'-15'0'0,"-32"-18"245"0"0,35 19-197 0 0,0 0 0 0 0,0 0 0 0 0,0 0 0 0 0,1 0 0 0 0,-1 0 0 0 0,1-1 0 0 0,-1 1 0 0 0,1 0 0 0 0,-1-1 0 0 0,1 1 1 0 0,0-1-1 0 0,-1 0 0 0 0,1 1 0 0 0,0-1 0 0 0,-1-3 0 0 0,2 4-27 0 0,1 0 0 0 0,0 0-1 0 0,-1 0 1 0 0,1 0 0 0 0,0 0 0 0 0,0 0 0 0 0,0 0 0 0 0,0 0 0 0 0,-1 0-1 0 0,1 0 1 0 0,0 0 0 0 0,1 1 0 0 0,-1-1 0 0 0,0 0 0 0 0,0 1 0 0 0,0-1-1 0 0,0 1 1 0 0,0-1 0 0 0,1 1 0 0 0,1-1 0 0 0,27-7-284 0 0,-12 6-803 0 0,-1 2 1 0 0,30 1-1 0 0,12 1-4907 0 0,-19-5 2136 0 0</inkml:trace>
</inkml:ink>
</file>

<file path=ppt/ink/ink6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9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1007 528 0 0,'0'0'653'0'0,"16"-8"4510"0"0,68-33-4104 0 0,17-21-357 0 0,-3-4 0 0 0,-2-4-1 0 0,-4-4 1 0 0,161-167 0 0 0,-217 202-526 0 0,-3-1 0 0 0,48-73 0 0 0,-65 87-20 0 0,-2-1 0 0 0,-1-1-1 0 0,-1 0 1 0 0,-1 0 0 0 0,13-57-1 0 0,-24 85-143 0 0,1-1-1 0 0,-1 0 0 0 0,0 0 0 0 0,0 0 1 0 0,1 0-1 0 0,-1 0 0 0 0,0 1 0 0 0,0-1 1 0 0,0 0-1 0 0,0 0 0 0 0,0 0 0 0 0,0 0 0 0 0,0 0 1 0 0,0 0-1 0 0,0 0 0 0 0,0 0 0 0 0,-1 0 1 0 0,1 1-1 0 0,0-1 0 0 0,-1 0 0 0 0,1 0 1 0 0,0 0-1 0 0,-1 0 0 0 0,1 1 0 0 0,-1-1 0 0 0,1 0 1 0 0,-1 0-1 0 0,0 1 0 0 0,1-1 0 0 0,-1 0 1 0 0,0 1-1 0 0,1-1 0 0 0,-1 1 0 0 0,0-1 1 0 0,0 1-1 0 0,0-1 0 0 0,1 1 0 0 0,-1 0 0 0 0,0-1 1 0 0,0 1-1 0 0,0 0 0 0 0,0 0 0 0 0,0 0 1 0 0,-1-1-1 0 0,-1 1-1 0 0,1 1 1 0 0,-1-1 0 0 0,0 0-1 0 0,0 1 1 0 0,1 0 0 0 0,-1 0-1 0 0,0 0 1 0 0,1 0-1 0 0,-1 0 1 0 0,0 0 0 0 0,1 0-1 0 0,0 1 1 0 0,-5 3 0 0 0,2 0-2 0 0,0 0 0 0 0,1 0 0 0 0,0 1 1 0 0,0 0-1 0 0,0 0 0 0 0,0 0 1 0 0,1 0-1 0 0,0 0 0 0 0,0 1 1 0 0,1 0-1 0 0,0-1 0 0 0,0 1 0 0 0,0 0 1 0 0,1 0-1 0 0,0 0 0 0 0,0 0 1 0 0,1 0-1 0 0,1 11 0 0 0,1 16 11 0 0,1 0-1 0 0,14 55 1 0 0,-4-26-7 0 0,-1 1-29 0 0,5 38-92 0 0,-17-93 89 0 0,1 1-1 0 0,-2-1 1 0 0,1 1 0 0 0,-1-1 0 0 0,0 1 0 0 0,-1-1 0 0 0,0 0 0 0 0,-6 14 0 0 0,6-19 17 0 0,1-1 0 0 0,-1 0 1 0 0,-1 1-1 0 0,1-1 1 0 0,0 0-1 0 0,-1 0 1 0 0,0-1-1 0 0,1 1 1 0 0,-1 0-1 0 0,0-1 1 0 0,-1 0-1 0 0,1 1 1 0 0,0-1-1 0 0,-1 0 1 0 0,1-1-1 0 0,-1 1 1 0 0,1-1-1 0 0,-7 2 1 0 0,1-1-6 0 0,0 0-1 0 0,0 0 1 0 0,0-1 0 0 0,0 0 0 0 0,0-1 0 0 0,0 0 0 0 0,-17-2 0 0 0,24 2-62 0 0,1 0 1 0 0,0 0-1 0 0,0 0 1 0 0,-1 0 0 0 0,1 0-1 0 0,0 0 1 0 0,-1 0-1 0 0,1-1 1 0 0,0 1 0 0 0,0 0-1 0 0,-1-1 1 0 0,1 1-1 0 0,0-1 1 0 0,0 1 0 0 0,0-1-1 0 0,-1 1 1 0 0,1-1-1 0 0,0 0 1 0 0,0 0 0 0 0,0 0-1 0 0,0 1 1 0 0,0-1-1 0 0,1 0 1 0 0,-1 0 0 0 0,0 0-1 0 0,0 0 1 0 0,1-1-1 0 0,-1 1 1 0 0,0-1 0 0 0,1 0-277 0 0,1 0 1 0 0,0 0-1 0 0,0 0 0 0 0,0 0 1 0 0,0 0-1 0 0,0 0 1 0 0,0 1-1 0 0,1-1 1 0 0,-1 0-1 0 0,0 1 0 0 0,1-1 1 0 0,-1 1-1 0 0,1-1 1 0 0,0 1-1 0 0,-1 0 1 0 0,3-1-1 0 0,11-9-2460 0 0</inkml:trace>
</inkml:ink>
</file>

<file path=ppt/ink/ink6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9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0 616 0 0,'0'0'3066'0'0,"14"3"1743"0"0,-15 5-4505 0 0,-1 0 0 0 0,0 0 1 0 0,0 0-1 0 0,0 0 0 0 0,-1 0 0 0 0,-5 9 1 0 0,3-7-1110 0 0,5-8 95 0 0,-3 5-1114 0 0</inkml:trace>
</inkml:ink>
</file>

<file path=ppt/ink/ink6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49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24 672 0 0,'0'0'716'0'0,"-2"-12"1020"0"0,-1 0-740 0 0</inkml:trace>
</inkml:ink>
</file>

<file path=ppt/ink/ink6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0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1 196 0 0,'-19'40'3144'0'0,"-25"58"433"0"0,43-96-3423 0 0,1-3-92 0 0,0 1 0 0 0,0 0 0 0 0,-1-1 0 0 0,1 1 0 0 0,0 0 0 0 0,0-1 0 0 0,0 1 0 0 0,0 0 0 0 0,0-1 0 0 0,0 1 0 0 0,0 0 0 0 0,0-1 0 0 0,0 1 0 0 0,0 0 0 0 0,0-1 0 0 0,0 1 0 0 0,0 0 0 0 0,0-1 0 0 0,0 1 0 0 0,0 0 0 0 0,0-1 0 0 0,0 1 0 0 0,0 0 0 0 0,1-1 0 0 0,-1 1 0 0 0,0 0 0 0 0,0-1 0 0 0,0 1 0 0 0,1 0 0 0 0,-1 0 0 0 0,0-1 0 0 0,0 1 0 0 0,0 0 0 0 0,1 0 0 0 0,-1-1 0 0 0,0 1 0 0 0,1 0 0 0 0,-1 0 0 0 0,22-28 482 0 0,30-24-476 0 0,-44 46-24 0 0,-5 3-37 0 0,0 0-1 0 0,0 0 0 0 0,0 0 1 0 0,1 0-1 0 0,-1 1 0 0 0,1 0 1 0 0,-1-1-1 0 0,1 1 1 0 0,0 1-1 0 0,0-1 0 0 0,0 1 1 0 0,0-1-1 0 0,0 1 0 0 0,1 0 1 0 0,-1 0-1 0 0,0 1 1 0 0,0 0-1 0 0,1-1 0 0 0,-1 1 1 0 0,0 1-1 0 0,0-1 0 0 0,1 0 1 0 0,-1 1-1 0 0,0 0 0 0 0,0 0 1 0 0,0 1-1 0 0,6 2 1 0 0,-6-1 3 0 0,0 0 0 0 0,-1 1 0 0 0,1-1 0 0 0,-1 1 0 0 0,0 0 0 0 0,0 0 1 0 0,-1 0-1 0 0,1 1 0 0 0,-1-1 0 0 0,0 1 0 0 0,0-1 0 0 0,0 1 0 0 0,-1 0 0 0 0,1 5 1 0 0,-1-9 9 0 0,1 2 18 0 0,-2-3-30 0 0,0 0 0 0 0,0 0 0 0 0,0 0 0 0 0,0 1 0 0 0,0-1 0 0 0,0 0 0 0 0,0 0 0 0 0,0 0 0 0 0,0 0 0 0 0,0 1 0 0 0,0-1 0 0 0,0 0 0 0 0,0 0 0 0 0,0 0 0 0 0,1 0 0 0 0,-1 0 0 0 0,0 1 0 0 0,0-1 0 0 0,0 0 0 0 0,0 0 0 0 0,0 0 0 0 0,0 0 0 0 0,1 0 0 0 0,-1 0 0 0 0,0 0 0 0 0,0 1 0 0 0,0-1 0 0 0,0 0 0 0 0,1 0 0 0 0,-1 0 0 0 0,0 0 0 0 0,0 0 0 0 0,0 0 0 0 0,0 0 0 0 0,1 0 0 0 0,-1 0 0 0 0,0 0 0 0 0,0 0 0 0 0,0 0 0 0 0,1 0 0 0 0,-1 0 0 0 0,0 0 0 0 0,0 0 0 0 0,0 0 0 0 0,0 0 0 0 0,1-1 0 0 0,-1 1 0 0 0,0 0 0 0 0,0 0 0 0 0,0 0 0 0 0,0 0 0 0 0,44-24 141 0 0,-40 20-146 0 0,1 1 0 0 0,0 0 0 0 0,0 0 0 0 0,0 0 0 0 0,0 0 0 0 0,0 1 0 0 0,1 0 0 0 0,-1 0 0 0 0,1 1 0 0 0,-1-1 0 0 0,1 1 0 0 0,0 0 0 0 0,-1 1 0 0 0,1-1 0 0 0,0 1 0 0 0,0 0 0 0 0,-1 1 0 0 0,1-1 0 0 0,8 3 0 0 0,17 6-8 0 0,-12-3 24 0 0,0-1 0 0 0,1 0 1 0 0,0-2-1 0 0,25 2 0 0 0,-42-5-89 0 0,10-6-1306 0 0,-3-10-3890 0 0</inkml:trace>
</inkml:ink>
</file>

<file path=ppt/ink/ink6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0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44 520 0 0,'0'0'676'0'0,"-1"-19"1308"0"0,-2 7-1768 0 0,3-1-2108 0 0</inkml:trace>
</inkml:ink>
</file>

<file path=ppt/ink/ink6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0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25 1028 0 0,'2'-24'7537'0'0,"-2"30"-6960"0"0,1 48 496 0 0,-3-1 0 0 0,-11 73 0 0 0,-2 16-91 0 0,14-123-888 0 0,0-1 0 0 0,2 0 1 0 0,0 1-1 0 0,1-1 0 0 0,0 0 0 0 0,2 0 0 0 0,7 24 0 0 0,-8-35-259 0 0,0 0 0 0 0,0 0-1 0 0,1 0 1 0 0,0-1 0 0 0,0 1-1 0 0,1-1 1 0 0,0 0 0 0 0,8 8-1 0 0,-8-9-333 0 0,1 0 1 0 0,0-1-1 0 0,1 0 0 0 0,-1 0 0 0 0,1 0 0 0 0,0-1 0 0 0,-1 0 0 0 0,1 0 0 0 0,14 3 0 0 0,-3-2-2385 0 0,-3-1 221 0 0</inkml:trace>
</inkml:ink>
</file>

<file path=ppt/ink/ink6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1.1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1 100 0 0,'-3'-1'13711'0'0,"-21"5"-13669"0"0,17-1 86 0 0,1 0 0 0 0,-1 1-1 0 0,1-1 1 0 0,0 1-1 0 0,0 1 1 0 0,1-1 0 0 0,-1 1-1 0 0,1 0 1 0 0,0 1-1 0 0,1-1 1 0 0,-8 11 0 0 0,11-14-183 0 0,10-3-358 0 0,-1 0 304 0 0,1-1 0 0 0,0 1-1 0 0,-1-2 1 0 0,1 1-1 0 0,-1-1 1 0 0,15-8 0 0 0,23-7-438 0 0,-44 18 479 0 0,-1 0 53 0 0,0 0 1 0 0,0 0 0 0 0,0 0 0 0 0,0 1-1 0 0,0-1 1 0 0,1 0 0 0 0,-1 1 0 0 0,0-1-1 0 0,0 1 1 0 0,0-1 0 0 0,0 1 0 0 0,0-1-1 0 0,0 1 1 0 0,0 0 0 0 0,-1-1 0 0 0,1 1-1 0 0,0 0 1 0 0,0 0 0 0 0,0 0 0 0 0,-1 0-1 0 0,1 0 1 0 0,0 0 0 0 0,-1 0 0 0 0,1 0-1 0 0,-1 0 1 0 0,1 0 0 0 0,-1 0 0 0 0,0 0-1 0 0,1 0 1 0 0,-1 0 0 0 0,0 0 0 0 0,0 0-1 0 0,0 0 1 0 0,0 1 0 0 0,0-1 0 0 0,0 0-1 0 0,0 0 1 0 0,0 0 0 0 0,-1 2 0 0 0,1-1 10 0 0,0 0 1 0 0,0 0 0 0 0,0 0 0 0 0,0-1-1 0 0,0 1 1 0 0,0 0 0 0 0,1-1 0 0 0,-1 1-1 0 0,1 0 1 0 0,-1 0 0 0 0,1-1 0 0 0,-1 1-1 0 0,1-1 1 0 0,0 1 0 0 0,0 0 0 0 0,0-1 0 0 0,0 0-1 0 0,0 1 1 0 0,0-1 0 0 0,0 0 0 0 0,1 1-1 0 0,-1-1 1 0 0,0 0 0 0 0,1 0 0 0 0,-1 0-1 0 0,3 1 1 0 0,-1-1-11 0 0,0 0 0 0 0,0-1 0 0 0,0 0 0 0 0,0 1 0 0 0,0-1 0 0 0,1 0 0 0 0,-1-1 0 0 0,0 1 0 0 0,0-1 0 0 0,0 1 0 0 0,0-1 0 0 0,0 0 0 0 0,-1 0 0 0 0,6-2 0 0 0,43-25-148 0 0,-27 14 74 0 0,51-20-41 0 0,-74 33 167 0 0,3 2-42 0 0,0 0 0 0 0,-1 0 0 0 0,1 0 1 0 0,0 1-1 0 0,-1-1 0 0 0,1 1 0 0 0,-1 0 1 0 0,1 0-1 0 0,-1 0 0 0 0,0 0 0 0 0,5 5 0 0 0,-4-4-762 0 0,-1 0 0 0 0,2 0-1 0 0,-1 0 1 0 0,0-1-1 0 0,1 1 1 0 0,-1-1-1 0 0,1 0 1 0 0,8 2-1 0 0,6-1-2261 0 0</inkml:trace>
</inkml:ink>
</file>

<file path=ppt/ink/ink6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2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35 820 0 0,'11'-21'5268'0'0,"-12"33"-1208"0"0,-18 39-1868 0 0,6-28-1387 0 0,-17 43 0 0 0,27-59-697 0 0,1 0 0 0 0,-1 0 0 0 0,2 0-1 0 0,-1 0 1 0 0,1 0 0 0 0,0 1 0 0 0,1-1-1 0 0,-1 0 1 0 0,2 1 0 0 0,-1-1 0 0 0,2 9-1 0 0,-2-14-90 0 0,21-3 33 0 0,3-9-103 0 0,1-1 0 0 0,-2-1 0 0 0,25-17-1 0 0,-46 28 22 0 0,14-1-34 0 0,-11 3 64 0 0,10 3-35 0 0,-1 0-1 0 0,1-1 1 0 0,0 0-1 0 0,28 0 0 0 0,-39-3 31 0 0,1 0 0 0 0,-1-1 0 0 0,1 1 0 0 0,-1-1 0 0 0,0 0 0 0 0,1 0 0 0 0,-1-1 0 0 0,0 0 0 0 0,0 1 0 0 0,0-1 0 0 0,0-1 0 0 0,0 1 0 0 0,0 0-1 0 0,-1-1 1 0 0,1 0 0 0 0,-1 0 0 0 0,0 0 0 0 0,0 0 0 0 0,0-1 0 0 0,0 1 0 0 0,3-6 0 0 0,-1 1 7 0 0,-1 1 0 0 0,0-1 1 0 0,0 0-1 0 0,-1 0 0 0 0,3-14 0 0 0,19-46 5 0 0,-23 64 5 0 0,2-3-9 0 0,-3 5 8 0 0,1 0 0 0 0,-1 1 0 0 0,0-1 0 0 0,1 0 0 0 0,-1 1-1 0 0,1-1 1 0 0,-1 1 0 0 0,1-1 0 0 0,0 1 0 0 0,0 0 0 0 0,0 0 0 0 0,0 0-1 0 0,0 0 1 0 0,0 0 0 0 0,0 0 0 0 0,0 0 0 0 0,0 1 0 0 0,0-1 0 0 0,0 1-1 0 0,0-1 1 0 0,0 1 0 0 0,1 0 0 0 0,-1 0 0 0 0,0 0 0 0 0,0 0 0 0 0,0 0-1 0 0,1 1 1 0 0,-1-1 0 0 0,0 1 0 0 0,0-1 0 0 0,0 1 0 0 0,0 0-1 0 0,0 0 1 0 0,0 0 0 0 0,0 0 0 0 0,0 0 0 0 0,0 0 0 0 0,2 2 0 0 0,0 0-1 0 0,1 0 1 0 0,-1 1 0 0 0,1-1 0 0 0,-1 1 0 0 0,0 0 0 0 0,0 0 0 0 0,-1 0-1 0 0,1 1 1 0 0,-1-1 0 0 0,0 1 0 0 0,0 0 0 0 0,0-1 0 0 0,-1 1 0 0 0,3 8-1 0 0,-3-1-23 0 0,1-1 1 0 0,1 0-1 0 0,0 0 0 0 0,0 0 0 0 0,1-1 0 0 0,0 0 0 0 0,1 0 0 0 0,0 0 0 0 0,8 9 0 0 0,-12-16 0 0 0,1 0-1 0 0,0 0 1 0 0,-1-1 0 0 0,1 1-1 0 0,0-1 1 0 0,1 0 0 0 0,-1 0-1 0 0,0 0 1 0 0,0 0-1 0 0,1-1 1 0 0,-1 1 0 0 0,1-1-1 0 0,0 0 1 0 0,-1 0-1 0 0,1 0 1 0 0,0-1 0 0 0,-1 1-1 0 0,1-1 1 0 0,0 0 0 0 0,0 0-1 0 0,-1 0 1 0 0,1 0-1 0 0,0-1 1 0 0,0 1 0 0 0,-1-1-1 0 0,1 0 1 0 0,0 0 0 0 0,-1-1-1 0 0,1 1 1 0 0,-1-1-1 0 0,6-3 1 0 0,-6 4 37 0 0,0-1 1 0 0,0 1-1 0 0,0-1 1 0 0,0 0-1 0 0,0 0 1 0 0,-1 0-1 0 0,1 0 1 0 0,0-1-1 0 0,-1 1 1 0 0,0-1-1 0 0,1 1 1 0 0,-1-1-1 0 0,0 0 1 0 0,-1 0-1 0 0,1 0 1 0 0,0 0-1 0 0,-1 0 1 0 0,1 0-1 0 0,-1-1 1 0 0,0 1-1 0 0,0 0 1 0 0,-1-1-1 0 0,1 1 1 0 0,-1-1-1 0 0,1 1 1 0 0,-1-6-1 0 0,-2 0 179 0 0,0 0-1 0 0,0 1 1 0 0,0-1-1 0 0,-1 1 1 0 0,0-1-1 0 0,-1 1 1 0 0,0 0-1 0 0,0 0 1 0 0,-7-7-1 0 0,11 13-280 0 0,-5 2-466 0 0,-4 3-6167 0 0,5 2 7192 0 0,2-2-2398 0 0</inkml:trace>
</inkml:ink>
</file>

<file path=ppt/ink/ink6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2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0 512 0 0,'4'3'431'0'0,"-1"0"0"0"0,0 1-1 0 0,1-1 1 0 0,-1 1 0 0 0,0 0 0 0 0,-1-1 0 0 0,1 1 0 0 0,-1 1-1 0 0,0-1 1 0 0,0 0 0 0 0,0 0 0 0 0,2 9 0 0 0,5 9 927 0 0,-9-20-614 0 0,0-2-435 0 0,0 0-278 0 0,0 0 0 0 0,0 0 0 0 0,0 1 0 0 0,0-1 0 0 0,0 0 0 0 0,-1 0 0 0 0,1 0 0 0 0,0 0 0 0 0,0 0 0 0 0,0 0 0 0 0,0 1 0 0 0,0-1 0 0 0,0 0 0 0 0,0 0-1 0 0,0 0 1 0 0,0 0 0 0 0,0 1 0 0 0,0-1 0 0 0,0 0 0 0 0,0 0 0 0 0,0 0 0 0 0,0 0 0 0 0,0 1 0 0 0,0-1 0 0 0,0 0 0 0 0,0 0 0 0 0,0 0 0 0 0,0 0 0 0 0,0 1 0 0 0,0-1-1 0 0,0 0 1 0 0,0 0 0 0 0,0 0 0 0 0,0 0 0 0 0,0 0 0 0 0,0 1 0 0 0,0-1 0 0 0,1 0 0 0 0,-1 0 0 0 0,0 0 0 0 0,0 0 0 0 0,0 0 0 0 0,0 0 0 0 0,0 0 0 0 0,0 1 0 0 0,1-1-1 0 0,-1 0 1 0 0,0 0 0 0 0,0 0 0 0 0,0 0 0 0 0,0 0 0 0 0,1 0 0 0 0,-1 0 0 0 0,0 0 0 0 0,0 0 0 0 0,0 0 0 0 0,0 0 0 0 0,1 0 0 0 0,-1 0 0 0 0,0 0 0 0 0,0 0 0 0 0,0 0-1 0 0,0 0 1 0 0,1 0 0 0 0,-1 0 0 0 0,45-47-677 0 0,-41 43-241 0 0,1 0 0 0 0,0 1 0 0 0,0 0 1 0 0,0-1-1 0 0,1 2 0 0 0,6-4 0 0 0,5 0-1205 0 0</inkml:trace>
</inkml:ink>
</file>

<file path=ppt/ink/ink6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2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10 168 0 0,'0'0'9384'0'0,"0"-10"-8796"0"0</inkml:trace>
</inkml:ink>
</file>

<file path=ppt/ink/ink6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3.3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111 398 88 0 0,'0'0'2671'0'0,"8"5"2758"0"0,-18-1-5232 0 0,2 1-1 0 0,-1 0 0 0 0,0 1 1 0 0,1 0-1 0 0,0 0 1 0 0,1 1-1 0 0,-1-1 1 0 0,1 2-1 0 0,0-1 1 0 0,1 1-1 0 0,0 0 1 0 0,0 0-1 0 0,1 1 1 0 0,-9 17-1 0 0,14-24-91 0 0,17 18 291 0 0,-9-20-378 0 0,0-1 0 0 0,0 0 0 0 0,0 0 1 0 0,0-1-1 0 0,0 0 0 0 0,0 0 0 0 0,-1-1 0 0 0,1 0 1 0 0,13-8-1 0 0,3-2 15 0 0,38-28 0 0 0,-43 26 9 0 0,-1 0 0 0 0,0-2 0 0 0,-1 0 0 0 0,-1-1 0 0 0,-1 0 0 0 0,0-2 0 0 0,-1 0 0 0 0,-2 0 0 0 0,0-1 0 0 0,-1 0 0 0 0,-1-1 0 0 0,0-1 0 0 0,9-38 0 0 0,-17 52 21 0 0,-1 1-1 0 0,0 0 0 0 0,0 0 0 0 0,0-1 0 0 0,-1 1 0 0 0,-1 0 0 0 0,1-1 1 0 0,-1 1-1 0 0,-3-10 0 0 0,3 15-13 0 0,0-1 1 0 0,0 0-1 0 0,-1 1 0 0 0,1-1 0 0 0,-1 1 1 0 0,0 0-1 0 0,0-1 0 0 0,0 1 1 0 0,-1 0-1 0 0,1 0 0 0 0,-1 1 1 0 0,1-1-1 0 0,-1 0 0 0 0,0 1 1 0 0,0 0-1 0 0,0-1 0 0 0,0 1 0 0 0,-1 1 1 0 0,1-1-1 0 0,0 0 0 0 0,-7-1 1 0 0,7 3-30 0 0,0 0 0 0 0,0 0 0 0 0,0 1 0 0 0,0-1 0 0 0,0 1 0 0 0,0 0 0 0 0,0 0 0 0 0,0 0 0 0 0,0 0 0 0 0,1 0 0 0 0,-1 1 0 0 0,0-1 0 0 0,1 1 0 0 0,-1 0 0 0 0,1 0 0 0 0,0 0 0 0 0,-1 0 0 0 0,1 0 0 0 0,0 0 0 0 0,0 0 0 0 0,-2 4 0 0 0,1 0 3 0 0,0-1 0 0 0,1 1 0 0 0,-1 0 0 0 0,1 0 0 0 0,0 0 0 0 0,1 0-1 0 0,0 1 1 0 0,0-1 0 0 0,0 0 0 0 0,0 1 0 0 0,1-1 0 0 0,0 1 0 0 0,1-1-1 0 0,-1 0 1 0 0,1 1 0 0 0,0-1 0 0 0,1 0 0 0 0,0 0 0 0 0,0 0 0 0 0,4 11 0 0 0,7 11 33 0 0,1 0 1 0 0,33 50-1 0 0,-36-62-78 0 0,-1 1 8 0 0,0-5 5 0 0,-2 1 0 0 0,1 1 0 0 0,-2-1 0 0 0,0 2 1 0 0,0-1-1 0 0,-2 1 0 0 0,1-1 0 0 0,3 23 0 0 0,-9-34 11 0 0,1-1-1 0 0,-1 0 1 0 0,-1 1 0 0 0,1-1-1 0 0,0 0 1 0 0,0 1-1 0 0,-1-1 1 0 0,0 0-1 0 0,1 1 1 0 0,-1-1-1 0 0,0 0 1 0 0,0 0 0 0 0,0 0-1 0 0,0 0 1 0 0,0 0-1 0 0,-1 0 1 0 0,1 0-1 0 0,-1 0 1 0 0,1-1-1 0 0,-1 1 1 0 0,-2 2 0 0 0,-2 0 16 0 0,0 0 1 0 0,1-1 0 0 0,-1 0 0 0 0,0 0 0 0 0,-9 3 0 0 0,3-1 29 0 0,-1 0-54 0 0,0-1-1 0 0,1 0 0 0 0,-2 0 0 0 0,1-1 0 0 0,-19 1 1 0 0,-2-3-2715 0 0,3-7-3861 0 0,22 2 3204 0 0</inkml:trace>
</inkml:ink>
</file>

<file path=ppt/ink/ink6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5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57 188 0 0,'-13'-47'6542'0'0,"12"45"-5999"0"0,1 2-450 0 0,-1-1 1 0 0,0 0 0 0 0,0 1 0 0 0,1-1-1 0 0,-1 0 1 0 0,0 1 0 0 0,0-1 0 0 0,1 1-1 0 0,-1 0 1 0 0,0-1 0 0 0,0 1 0 0 0,0-1-1 0 0,0 1 1 0 0,0 0 0 0 0,0 0 0 0 0,0 0-1 0 0,0 0 1 0 0,0-1 0 0 0,0 1 0 0 0,0 0-1 0 0,1 1 1 0 0,-1-1 0 0 0,0 0 0 0 0,0 0-1 0 0,-2 1 1 0 0,-17 11 355 0 0,0 1-1 0 0,0 0 0 0 0,2 2 0 0 0,-24 22 1 0 0,34-29-365 0 0,1 0 1 0 0,0 0-1 0 0,0 0 1 0 0,1 1-1 0 0,0 0 1 0 0,1 0-1 0 0,0 0 1 0 0,0 1-1 0 0,1-1 1 0 0,0 1-1 0 0,1 1 1 0 0,-3 14 0 0 0,5-24-70 0 0,1 1 1 0 0,0 0 0 0 0,-1 0 0 0 0,1 0 0 0 0,0 0 0 0 0,0-1 0 0 0,0 1-1 0 0,0 0 1 0 0,0 0 0 0 0,1 0 0 0 0,-1-1 0 0 0,0 1 0 0 0,1 0 0 0 0,0 0-1 0 0,-1-1 1 0 0,1 1 0 0 0,0 0 0 0 0,0-1 0 0 0,0 1 0 0 0,0-1 0 0 0,0 1-1 0 0,0-1 1 0 0,0 1 0 0 0,0-1 0 0 0,3 2 0 0 0,-1-2-3 0 0,-1 1 0 0 0,1-2 0 0 0,0 1 0 0 0,-1 0 0 0 0,1-1 0 0 0,0 1 0 0 0,0-1 0 0 0,0 0-1 0 0,0 0 1 0 0,0 0 0 0 0,-1 0 0 0 0,1 0 0 0 0,0-1 0 0 0,4 0 0 0 0,10-4 11 0 0,-1 0-1 0 0,0-1 1 0 0,0-1-1 0 0,19-11 1 0 0,27-16 48 0 0,-61 33-53 0 0,-1 1-18 0 0,0 0 0 0 0,1 0 0 0 0,-1-1 0 0 0,0 1 0 0 0,0 0-1 0 0,0 0 1 0 0,1 0 0 0 0,-1-1 0 0 0,0 1 0 0 0,0 0 0 0 0,1 0 0 0 0,-1 0 0 0 0,0 0 0 0 0,1 0 0 0 0,-1-1 0 0 0,0 1-1 0 0,0 0 1 0 0,1 0 0 0 0,-1 0 0 0 0,0 0 0 0 0,1 0 0 0 0,-1 0 0 0 0,0 0 0 0 0,1 0 0 0 0,-1 0 0 0 0,0 0 0 0 0,0 0 0 0 0,1 0-1 0 0,-1 0 1 0 0,0 0 0 0 0,1 1 0 0 0,-1-1 0 0 0,0 0 0 0 0,1 0 0 0 0,2 12 10 0 0,-3-10 11 0 0,0 0-1 0 0,0 1 0 0 0,1-1 1 0 0,-1 0-1 0 0,1 0 0 0 0,-1 1 1 0 0,1-1-1 0 0,0 0 1 0 0,0 0-1 0 0,0 0 0 0 0,0 0 1 0 0,0 0-1 0 0,1 0 0 0 0,-1 0 1 0 0,0 0-1 0 0,1 0 1 0 0,0-1-1 0 0,-1 1 0 0 0,4 1 1 0 0,2-3 21 0 0,0 0 1 0 0,1-1 0 0 0,-1 0-1 0 0,0-1 1 0 0,0 1 0 0 0,0-1-1 0 0,0-1 1 0 0,0 1 0 0 0,0-1-1 0 0,0-1 1 0 0,9-6 0 0 0,-8 6-47 0 0,0-1 1 0 0,-1 1-1 0 0,2 1 1 0 0,-1-1 0 0 0,0 1-1 0 0,1 1 1 0 0,-1 0-1 0 0,1 0 1 0 0,0 0-1 0 0,16 0 1 0 0,24 9 1 0 0,-38-4 15 0 0,0-1 0 0 0,0 0 0 0 0,0-1 0 0 0,1 0 1 0 0,-1 0-1 0 0,0-2 0 0 0,1 1 0 0 0,-1-2 1 0 0,0 1-1 0 0,0-1 0 0 0,0-1 0 0 0,13-4 0 0 0,-5-12 1110 0 0,-18 18-954 0 0,0-1 0 0 0,0 1 0 0 0,0 0 0 0 0,-1 0 0 0 0,1 0 0 0 0,0 0 0 0 0,1 0 0 0 0,-1 0 0 0 0,0 0 0 0 0,0 0 0 0 0,0 0 0 0 0,1 0 0 0 0,-1 1 0 0 0,0-1-1 0 0,1 0 1 0 0,0 0 0 0 0,34 29-2770 0 0,-30-24 1127 0 0,0-1 1 0 0,0 0 0 0 0,1 0 0 0 0,-1 0-1 0 0,9 1 1 0 0,10 0-2800 0 0</inkml:trace>
</inkml:ink>
</file>

<file path=ppt/ink/ink6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6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176 473 272 0 0,'-4'-2'454'0'0,"0"0"1"0"0,1 1-1 0 0,-1-1 0 0 0,0 1 0 0 0,0 0 1 0 0,-1 0-1 0 0,1 1 0 0 0,0-1 0 0 0,0 1 1 0 0,0-1-1 0 0,-1 2 0 0 0,1-1 0 0 0,0 0 1 0 0,0 1-1 0 0,-6 1 0 0 0,4-1-116 0 0,0 1 0 0 0,0 1 0 0 0,0-1 0 0 0,0 1 1 0 0,1 0-1 0 0,-1 0 0 0 0,1 1 0 0 0,0-1 0 0 0,-9 9 0 0 0,10-9-256 0 0,1 0 0 0 0,0 0-1 0 0,0 0 1 0 0,0 0 0 0 0,0 1 0 0 0,1-1 0 0 0,-1 1-1 0 0,1 0 1 0 0,0 0 0 0 0,0 0 0 0 0,0 0 0 0 0,1 0-1 0 0,-1 0 1 0 0,1 0 0 0 0,0 0 0 0 0,0 1 0 0 0,1-1-1 0 0,-1 1 1 0 0,1-1 0 0 0,0 0 0 0 0,0 1 0 0 0,0-1-1 0 0,1 0 1 0 0,-1 1 0 0 0,1-1 0 0 0,0 0 0 0 0,1 1-1 0 0,-1-1 1 0 0,1 0 0 0 0,-1 0 0 0 0,5 6 0 0 0,-3-7-77 0 0,0 1 1 0 0,1-1-1 0 0,-1 0 1 0 0,1-1 0 0 0,-1 1-1 0 0,1 0 1 0 0,0-1-1 0 0,0 0 1 0 0,0 0 0 0 0,0 0-1 0 0,1-1 1 0 0,-1 1 0 0 0,0-1-1 0 0,1 0 1 0 0,-1 0-1 0 0,1-1 1 0 0,-1 1 0 0 0,1-1-1 0 0,-1 0 1 0 0,1 0-1 0 0,-1 0 1 0 0,1-1 0 0 0,-1 0-1 0 0,1 0 1 0 0,6-2-1 0 0,7-2-23 0 0,-1 0-1 0 0,1-1 1 0 0,-1-1-1 0 0,30-16 1 0 0,-12 1 19 0 0,-1-2 1 0 0,-1 0-1 0 0,-1-3 1 0 0,-2 0-1 0 0,0-2 1 0 0,-2-1-1 0 0,-1-1 1 0 0,-2-2-1 0 0,-1 0 1 0 0,-1-2-1 0 0,-2 0 1 0 0,-2-2-1 0 0,19-47 1 0 0,-32 67 305 0 0,-1 0 0 0 0,0 0 0 0 0,-2 0 1 0 0,0-1-1 0 0,0 1 0 0 0,-1-24 0 0 0,-2 38 733 0 0,-5 6-848 0 0,-7 5-129 0 0,1 1 1 0 0,0 0-1 0 0,0 1 1 0 0,1 0-1 0 0,0 1 1 0 0,1 0-1 0 0,0 1 1 0 0,1 0-1 0 0,0 0 1 0 0,-10 23-1 0 0,-7 19 129 0 0,-22 68 0 0 0,41-103-172 0 0,0-1 0 0 0,1 1 0 0 0,0 0 0 0 0,2 1 0 0 0,0-1 0 0 0,1 1 0 0 0,1-1 0 0 0,1 1 0 0 0,1 0 0 0 0,7 37 0 0 0,-7-52-45 0 0,0 0 0 0 0,0-1-1 0 0,1 1 1 0 0,-1-1 0 0 0,1 0 0 0 0,0 1 0 0 0,1-1 0 0 0,-1 0-1 0 0,1 0 1 0 0,-1 0 0 0 0,1-1 0 0 0,1 1 0 0 0,-1-1-1 0 0,0 1 1 0 0,1-1 0 0 0,-1 0 0 0 0,1-1 0 0 0,0 1 0 0 0,0 0-1 0 0,0-1 1 0 0,1 0 0 0 0,-1 0 0 0 0,0 0 0 0 0,1-1-1 0 0,-1 0 1 0 0,1 1 0 0 0,0-2 0 0 0,-1 1 0 0 0,1 0 0 0 0,0-1-1 0 0,0 0 1 0 0,6-1 0 0 0,7 0-32 0 0,-1-2-1 0 0,0 0 1 0 0,0-2-1 0 0,0 1 1 0 0,0-2 0 0 0,-1 0-1 0 0,23-13 1 0 0,22-15 324 0 0,-60 33-177 0 0,2-3 66 0 0,3 10-32 0 0,6 11-74 0 0,-11-15-88 0 0,1 1 14 0 0,1 0-1 0 0,-1 0 1 0 0,1 0 0 0 0,0 0-1 0 0,0 0 1 0 0,0-1-1 0 0,0 1 1 0 0,1-1 0 0 0,-1 0-1 0 0,1 0 1 0 0,-1 0-1 0 0,1 0 1 0 0,0-1 0 0 0,-1 0-1 0 0,1 1 1 0 0,0-1-1 0 0,7 1 1 0 0,4-26 473 0 0,-15 20-394 0 0,0 1 1 0 0,-1-1 0 0 0,1 0 0 0 0,-1 1 0 0 0,0-1 0 0 0,0 0-1 0 0,0 1 1 0 0,0-1 0 0 0,-1 1 0 0 0,0-1 0 0 0,-2-3 0 0 0,3 5-68 0 0,-3-6-248 0 0,33-4-11367 0 0,-14 10 8006 0 0</inkml:trace>
</inkml:ink>
</file>

<file path=ppt/ink/ink6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7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1 680 0 0,'0'0'11355'0'0,"-3"5"-10928"0"0,-1 4-131 0 0,1 1-1 0 0,0 0 1 0 0,0 1 0 0 0,1-1-1 0 0,1 0 1 0 0,-1 1 0 0 0,2-1-1 0 0,-1 1 1 0 0,3 15 0 0 0,-1-7-17 0 0,2-2-559 0 0,13-23-209 0 0,2-2 513 0 0,44-19-434 0 0,122-60 565 0 0,-183 86 527 0 0,-4 2-543 0 0,-1 1 0 0 0,1 0 0 0 0,-1 0 0 0 0,1 0 0 0 0,0 0 0 0 0,0 0 0 0 0,0 0 0 0 0,0 1 0 0 0,0 0 0 0 0,0-1 0 0 0,1 1 0 0 0,-1 0-1 0 0,1 1 1 0 0,0-1 0 0 0,0 0 0 0 0,0 0 0 0 0,0 1 0 0 0,1-1 0 0 0,-1 1 0 0 0,1 0 0 0 0,-1 4 0 0 0,2-6-169 0 0,2 2 6 0 0,-1-3 22 0 0,-1 0-1 0 0,1 0 1 0 0,-1 0 0 0 0,1 0 0 0 0,-1 0 0 0 0,1 0-1 0 0,0 0 1 0 0,0-1 0 0 0,-1 1 0 0 0,1 0 0 0 0,0 0-1 0 0,0 0 1 0 0,0-1 0 0 0,0 1 0 0 0,0 0 0 0 0,0-1-1 0 0,0 1 1 0 0,0-1 0 0 0,0 1 0 0 0,0-1 0 0 0,0 0 0 0 0,1 1-1 0 0,10-1 27 0 0,-1-1 0 0 0,1 0-1 0 0,-1-1 1 0 0,1 0 0 0 0,-1 0 0 0 0,0-2-1 0 0,0 1 1 0 0,0-1 0 0 0,14-8 0 0 0,-10 5 14 0 0,0 1 1 0 0,1 0 0 0 0,0 2 0 0 0,21-5 0 0 0,-35 9 9 0 0,-1 1 0 0 0,1-1 1 0 0,-1 0-1 0 0,1 1 0 0 0,-1-1 1 0 0,0 1-1 0 0,1 0 0 0 0,-1-1 1 0 0,0 1-1 0 0,0 0 0 0 0,0 0 1 0 0,1 0-1 0 0,-1 0 0 0 0,0 0 1 0 0,0 0-1 0 0,0 0 0 0 0,0 0 0 0 0,-1 0 1 0 0,1 1-1 0 0,0-1 0 0 0,0 0 1 0 0,-1 1-1 0 0,1-1 0 0 0,-1 0 1 0 0,1 3-1 0 0,11 15-2131 0 0,-12-19 1640 0 0,0 1-1 0 0,1-1 1 0 0,-1 1-1 0 0,1-1 1 0 0,0 1-1 0 0,-1-1 0 0 0,1 1 1 0 0,-1-1-1 0 0,1 0 1 0 0,0 1-1 0 0,-1-1 1 0 0,1 0-1 0 0,0 1 1 0 0,-1-1-1 0 0,1 0 1 0 0,0 0-1 0 0,0 0 1 0 0,-1 0-1 0 0,1 1 1 0 0,0-1-1 0 0,1 0 0 0 0,9-2-4155 0 0</inkml:trace>
</inkml:ink>
</file>

<file path=ppt/ink/ink6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5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1099 12 0 0,'0'0'2208'0'0,"9"-7"3981"0"0,44-34-5384 0 0,218-162 500 0 0,84-68-356 0 0,-262 193-684 0 0,-5-4-1 0 0,-2-4 0 0 0,103-136 1 0 0,-184 216-160 0 0,0-1 1 0 0,0-1-1 0 0,-1 1 0 0 0,0-1 1 0 0,0 0-1 0 0,-1 0 0 0 0,0 0 1 0 0,0 0-1 0 0,-1 0 0 0 0,0-1 1 0 0,1-12-1 0 0,-3 18 6 0 0,-5 4-92 0 0,0 0 0 0 0,0 0-1 0 0,0 1 1 0 0,0 0-1 0 0,0 0 1 0 0,0 0 0 0 0,0 0-1 0 0,0 1 1 0 0,1-1 0 0 0,-1 1-1 0 0,1 0 1 0 0,0 1 0 0 0,0-1-1 0 0,0 1 1 0 0,0 0-1 0 0,0 0 1 0 0,1 0 0 0 0,0 0-1 0 0,0 1 1 0 0,-3 5 0 0 0,-5 8 3 0 0,2 0 0 0 0,0 0 0 0 0,0 1 1 0 0,-5 21-1 0 0,8-18-5 0 0,1 0-1 0 0,0 1 1 0 0,2 0-1 0 0,1 0 1 0 0,0 0-1 0 0,2 0 1 0 0,4 37-1 0 0,6 6 32 0 0,24 83 1 0 0,-12-64 5 0 0,-21-81-50 0 0,0 0 0 0 0,0-1 0 0 0,-1 1-1 0 0,1 0 1 0 0,-1 0 0 0 0,0 0 0 0 0,0 0 0 0 0,0 0-1 0 0,0-1 1 0 0,-1 1 0 0 0,1 0 0 0 0,-1 0 0 0 0,0 0-1 0 0,0-1 1 0 0,-1 1 0 0 0,1 0 0 0 0,-1-1-1 0 0,0 1 1 0 0,0-1 0 0 0,0 0 0 0 0,0 1 0 0 0,0-1-1 0 0,-1 0 1 0 0,1-1 0 0 0,-5 4 0 0 0,3-3 2 0 0,-1 0 0 0 0,0 0 0 0 0,0-1 0 0 0,0 0-1 0 0,0 0 1 0 0,0 0 0 0 0,0-1 0 0 0,-1 0 0 0 0,1 0 0 0 0,0 0 0 0 0,-1 0 0 0 0,1-1 0 0 0,-1 0 0 0 0,1 0 0 0 0,-1-1 0 0 0,1 1 0 0 0,-9-3 0 0 0,-2 0 13 0 0,-1-2 0 0 0,1 1 0 0 0,-31-15 0 0 0,29 10-1111 0 0,16 5-818 0 0,26 3-2901 0 0,-8 1 2698 0 0</inkml:trace>
</inkml:ink>
</file>

<file path=ppt/ink/ink6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6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19 188 0 0,'0'0'3761'0'0,"-5"-14"-2196"0"0,-2 9 3451 0 0,-39 165-4312 0 0,11-42-287 0 0,-31 187-1 0 0,59-254-351 0 0,-19 117 255 0 0,26-167-294 0 0,4-23-1839 0 0,21-138-2169 0 0,-20 109 670 0 0,-4 25 1417 0 0</inkml:trace>
</inkml:ink>
</file>

<file path=ppt/ink/ink6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6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15 247 96 0 0,'4'-19'305'0'0,"2"1"0"0"0,-1-1 0 0 0,2 1 1 0 0,1 1-1 0 0,0-1 0 0 0,1 1 0 0 0,22-31 0 0 0,-26 42-192 0 0,0 0-1 0 0,0 0 1 0 0,0 1 0 0 0,1 0-1 0 0,-1 0 1 0 0,1 0-1 0 0,0 1 1 0 0,1 0 0 0 0,-1 0-1 0 0,1 0 1 0 0,0 1-1 0 0,0 0 1 0 0,0 0 0 0 0,0 1-1 0 0,1 0 1 0 0,-1 0 0 0 0,0 0-1 0 0,1 1 1 0 0,0 1-1 0 0,-1-1 1 0 0,1 1 0 0 0,-1 0-1 0 0,10 2 1 0 0,-13-2-71 0 0,0 1-1 0 0,0-1 1 0 0,-1 1 0 0 0,1 0 0 0 0,0 0 0 0 0,-1 0-1 0 0,1 1 1 0 0,-1-1 0 0 0,1 1 0 0 0,-1 0 0 0 0,0 0-1 0 0,0 0 1 0 0,0 0 0 0 0,0 1 0 0 0,0-1 0 0 0,0 1 0 0 0,0 0-1 0 0,-1 0 1 0 0,0 0 0 0 0,1 0 0 0 0,-1 0 0 0 0,0 0-1 0 0,-1 1 1 0 0,1-1 0 0 0,0 0 0 0 0,-1 1 0 0 0,0 0-1 0 0,0-1 1 0 0,0 1 0 0 0,0 0 0 0 0,-1 0 0 0 0,1-1-1 0 0,-1 1 1 0 0,0 0 0 0 0,0 0 0 0 0,0 0 0 0 0,-1-1-1 0 0,0 1 1 0 0,1 0 0 0 0,-1 0 0 0 0,0-1 0 0 0,-1 1 0 0 0,-2 6-1 0 0,-3 0 4 0 0,0 0-1 0 0,0 0 0 0 0,-1 0 1 0 0,0-1-1 0 0,0-1 0 0 0,-1 0 0 0 0,0 0 1 0 0,-1 0-1 0 0,0-1 0 0 0,0-1 1 0 0,0 1-1 0 0,-18 6 0 0 0,20-9-18 0 0,-1-1 0 0 0,1 0 0 0 0,-1 0 0 0 0,1-1 0 0 0,-1 0 0 0 0,0-1 0 0 0,0 0-1 0 0,0 0 1 0 0,0-1 0 0 0,0 0 0 0 0,1 0 0 0 0,-1-1 0 0 0,0 0 0 0 0,0-1 0 0 0,0 0 0 0 0,1 0 0 0 0,-17-8-1 0 0,23 10-52 0 0,0-1-1 0 0,1 0 1 0 0,-1 1-1 0 0,0-1 1 0 0,1 0-1 0 0,-1 0 1 0 0,1 0-1 0 0,-1-1 1 0 0,1 1-1 0 0,-1 0 1 0 0,1-1-1 0 0,0 1 1 0 0,0 0-1 0 0,0-1 1 0 0,0 0-1 0 0,0 1 1 0 0,0-1-1 0 0,0 1 1 0 0,0-1-1 0 0,1 0 0 0 0,-1 0 1 0 0,0 0-1 0 0,1 1 1 0 0,0-1-1 0 0,-1 0 1 0 0,1 0-1 0 0,0 0 1 0 0,0-3-1 0 0,1 3-234 0 0,-1 0 0 0 0,1 0 0 0 0,0 0 0 0 0,0 0-1 0 0,0 0 1 0 0,0 0 0 0 0,1 0 0 0 0,-1 0 0 0 0,0 0-1 0 0,1 0 1 0 0,-1 1 0 0 0,1-1 0 0 0,0 1 0 0 0,-1-1-1 0 0,4-1 1 0 0,8-5-1498 0 0</inkml:trace>
</inkml:ink>
</file>

<file path=ppt/ink/ink6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6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9 144 0 0,'1'-8'1048'0'0,"-7"7"3764"0"0,-9 22-4061 0 0,1 0 0 0 0,1 1 0 0 0,0 1 0 0 0,-16 46 1 0 0,28-66-696 0 0,0-1-1 0 0,0 1 1 0 0,1-1 0 0 0,-1 0 0 0 0,1 1 0 0 0,0-1 0 0 0,-1 1 0 0 0,1 0 0 0 0,1-1 0 0 0,-1 1 0 0 0,1 3 0 0 0,-1-5-25 0 0,0 0 0 0 0,1-1 1 0 0,-1 1-1 0 0,0 0 0 0 0,1-1 0 0 0,-1 1 1 0 0,1-1-1 0 0,-1 1 0 0 0,1-1 0 0 0,-1 1 1 0 0,1-1-1 0 0,-1 1 0 0 0,1-1 0 0 0,-1 1 0 0 0,1-1 1 0 0,0 1-1 0 0,-1-1 0 0 0,1 0 0 0 0,0 0 1 0 0,-1 1-1 0 0,1-1 0 0 0,0 0 0 0 0,-1 0 1 0 0,1 0-1 0 0,1 1 0 0 0,3-2 33 0 0,-1 1 1 0 0,1-1-1 0 0,0 0 0 0 0,-1 0 1 0 0,1 0-1 0 0,-1-1 0 0 0,0 0 0 0 0,1 0 1 0 0,-1 0-1 0 0,6-4 0 0 0,74-49 480 0 0,-82 54-536 0 0,1 2-27 0 0,0-1-1 0 0,0 1 1 0 0,0 0-1 0 0,0 0 1 0 0,0 0-1 0 0,0 0 1 0 0,0 0-1 0 0,0 1 0 0 0,-1-1 1 0 0,1 1-1 0 0,4 3 1 0 0,15 9-1943 0 0,4-8-3753 0 0,-13-6 3132 0 0</inkml:trace>
</inkml:ink>
</file>

<file path=ppt/ink/ink6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07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5 540 0 0,'0'0'2416'0'0,"-5"1"-1646"0"0,1 0-604 0 0,0 0 1 0 0,0 0-1 0 0,-1 1 0 0 0,2 0 0 0 0,-1 0 0 0 0,0 0 0 0 0,0 0 0 0 0,1 0 0 0 0,-1 1 0 0 0,1 0 0 0 0,-1-1 0 0 0,1 1 0 0 0,0 1 1 0 0,0-1-1 0 0,1 0 0 0 0,-1 1 0 0 0,1-1 0 0 0,-1 1 0 0 0,1 0 0 0 0,0-1 0 0 0,1 1 0 0 0,-1 0 0 0 0,1 1 0 0 0,-1-1 0 0 0,1 0 1 0 0,1 0-1 0 0,-1 0 0 0 0,0 7 0 0 0,0-6-82 0 0,1 1 0 0 0,-1-1 1 0 0,1 1-1 0 0,0-1 1 0 0,0 0-1 0 0,1 1 0 0 0,0-1 1 0 0,0 0-1 0 0,0 0 0 0 0,0 1 1 0 0,1-1-1 0 0,0 0 0 0 0,0 0 1 0 0,0-1-1 0 0,1 1 0 0 0,0 0 1 0 0,0-1-1 0 0,0 1 1 0 0,0-1-1 0 0,1 0 0 0 0,-1 0 1 0 0,1 0-1 0 0,0-1 0 0 0,5 4 1 0 0,-1-3-45 0 0,0-1 1 0 0,0 0-1 0 0,0 0 0 0 0,1-1 1 0 0,-1 0-1 0 0,1-1 1 0 0,-1 1-1 0 0,1-2 1 0 0,0 1-1 0 0,-1-1 0 0 0,1-1 1 0 0,0 1-1 0 0,-1-1 1 0 0,1-1-1 0 0,-1 0 1 0 0,1 0-1 0 0,11-5 1 0 0,6-3-7 0 0,0 0 0 0 0,-1-2 0 0 0,0-1 0 0 0,26-19 0 0 0,-35 20 120 0 0,1 0 1 0 0,-1-2-1 0 0,-1 0 1 0 0,-1-1-1 0 0,0 0 1 0 0,-1-1-1 0 0,12-19 1 0 0,-24 35-110 0 0,-1-1 0 0 0,0 1 0 0 0,0-1 0 0 0,0 0 0 0 0,0 1 0 0 0,1-1 0 0 0,-1 1 0 0 0,0-1 0 0 0,0 1 0 0 0,0-1 1 0 0,0 1-1 0 0,0-1 0 0 0,0 1 0 0 0,0-1 0 0 0,0 0 0 0 0,-1 1 0 0 0,1-1 0 0 0,0 1 0 0 0,0-1 0 0 0,0 1 0 0 0,-1-1 0 0 0,1 1 0 0 0,0-1 0 0 0,0 1 0 0 0,-1-1 0 0 0,1 1 1 0 0,0 0-1 0 0,-1-1 0 0 0,1 1 0 0 0,-1-1 0 0 0,1 1 0 0 0,0 0 0 0 0,-1-1 0 0 0,1 1 0 0 0,-1 0 0 0 0,1 0 0 0 0,-1-1 0 0 0,1 1 0 0 0,-1 0 0 0 0,1 0 0 0 0,-1 0 0 0 0,1 0 1 0 0,-1-1-1 0 0,0 1 0 0 0,1 0 0 0 0,-1 0 0 0 0,1 0 0 0 0,-1 0 0 0 0,1 0 0 0 0,-1 0 0 0 0,1 1 0 0 0,-1-1 0 0 0,1 0 0 0 0,-1 0 0 0 0,1 0 0 0 0,-1 0 0 0 0,1 1 0 0 0,-1-1 1 0 0,1 0-1 0 0,-1 1 0 0 0,1-1 0 0 0,-1 1 0 0 0,-4 2 36 0 0,1 1-1 0 0,0 0 1 0 0,0 0 0 0 0,0 0 0 0 0,0 0 0 0 0,1 1 0 0 0,0 0-1 0 0,0-1 1 0 0,0 1 0 0 0,0 0 0 0 0,1 1 0 0 0,0-1 0 0 0,-2 7 0 0 0,3-8-91 0 0,1 0-1 0 0,-1-1 1 0 0,1 1 0 0 0,0 0 0 0 0,0-1 0 0 0,1 1 0 0 0,-1 0 0 0 0,1-1 0 0 0,-1 1 0 0 0,1 0 0 0 0,0-1 0 0 0,1 1 0 0 0,-1-1 0 0 0,0 1 0 0 0,1-1 0 0 0,0 0 0 0 0,0 0 0 0 0,0 0 0 0 0,0 0 0 0 0,0 0 0 0 0,1 0 0 0 0,3 3 0 0 0,-2-2-361 0 0,0-1-1 0 0,1 1 1 0 0,-1-1-1 0 0,0 0 1 0 0,1-1-1 0 0,0 1 1 0 0,9 3-1 0 0,20 2-6145 0 0,-16-6 2560 0 0</inkml:trace>
</inkml:ink>
</file>

<file path=ppt/ink/ink6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7:59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56 819 240 0 0,'-5'3'364'0'0,"0"0"0"0"0,1 1 0 0 0,0 0 0 0 0,0 0 0 0 0,0 0 0 0 0,0 0 0 0 0,1 1 0 0 0,0-1 0 0 0,0 1 0 0 0,0 0 0 0 0,0 0 0 0 0,1 0 0 0 0,0 0 0 0 0,0 0 1 0 0,-3 11-1 0 0,6-15-323 0 0,-1-1-1 0 0,1 1 1 0 0,-1-1 0 0 0,1 1 0 0 0,0-1 0 0 0,-1 1 0 0 0,1-1 0 0 0,-1 1 0 0 0,1-1 0 0 0,0 0 0 0 0,-1 1 0 0 0,1-1 0 0 0,0 0 0 0 0,-1 1 0 0 0,1-1 0 0 0,0 0 0 0 0,0 0 0 0 0,-1 0 0 0 0,1 0 0 0 0,0 0 0 0 0,0 0-1 0 0,-1 0 1 0 0,1 0 0 0 0,0 0 0 0 0,0 0 0 0 0,-1 0 0 0 0,1 0 0 0 0,0 0 0 0 0,0-1 0 0 0,1 1 0 0 0,25-7 460 0 0,10-11-341 0 0,0-2 0 0 0,-2-1 0 0 0,0-2 0 0 0,-2-1 0 0 0,0-2 0 0 0,-2-2-1 0 0,-1 0 1 0 0,-1-2 0 0 0,-2-1 0 0 0,-1-1 0 0 0,-1-2 0 0 0,24-44 0 0 0,-29 41-91 0 0,-3 0 1 0 0,0 0 0 0 0,-3-2 0 0 0,-1 0-1 0 0,-2-1 1 0 0,-2 0 0 0 0,-1 0-1 0 0,-3-1 1 0 0,2-63 0 0 0,-14 52 617 0 0,6 56-680 0 0,1-1 0 0 0,-1 0 0 0 0,-1 1 0 0 0,1-1 0 0 0,0 0 0 0 0,-1 0 0 0 0,1 0 0 0 0,-1 0 0 0 0,-3 4 0 0 0,-5 11 23 0 0,-23 57 115 0 0,4 2 0 0 0,3 1 0 0 0,3 1 0 0 0,4 1 0 0 0,-14 136 0 0 0,31-202-100 0 0,1 1-1 0 0,1-1 1 0 0,1 1 0 0 0,0-1 0 0 0,1 0 0 0 0,0 0-1 0 0,1 0 1 0 0,1 0 0 0 0,0 0 0 0 0,11 24 0 0 0,-14-36-21 0 0,0 0 0 0 0,0-1 0 0 0,0 1 1 0 0,0 0-1 0 0,1-1 0 0 0,-1 1 0 0 0,0-1 1 0 0,1 0-1 0 0,-1 1 0 0 0,1-1 0 0 0,0 0 1 0 0,-1 0-1 0 0,1 0 0 0 0,0 0 1 0 0,0 0-1 0 0,0 0 0 0 0,-1-1 0 0 0,1 1 1 0 0,0-1-1 0 0,0 1 0 0 0,0-1 0 0 0,0 0 1 0 0,0 0-1 0 0,2 1 0 0 0,1-2 3 0 0,-1 0 1 0 0,1 0-1 0 0,-1 0 0 0 0,1 0 1 0 0,-1-1-1 0 0,0 0 0 0 0,0 0 0 0 0,0 0 1 0 0,0 0-1 0 0,5-4 0 0 0,8-7 37 0 0,0-1-1 0 0,-1 0 1 0 0,19-24-1 0 0,-33 37-55 0 0,49-78 204 0 0,-50 78-237 0 0,16 32-12 0 0,-8-20 37 0 0,-7-8 1 0 0,0 0-1 0 0,0-1 1 0 0,0 1-1 0 0,0-1 1 0 0,0 0-1 0 0,1 1 1 0 0,-1-1-1 0 0,1 0 1 0 0,0-1-1 0 0,-1 1 0 0 0,1 0 1 0 0,0-1-1 0 0,0 1 1 0 0,0-1-1 0 0,0 0 1 0 0,0 0-1 0 0,0 0 1 0 0,1 0-1 0 0,2 0 1 0 0,-3-1 26 0 0,-3 0-23 0 0,1 0-1 0 0,0 0 1 0 0,-1 0 0 0 0,1 0 0 0 0,-1 0-1 0 0,1 0 1 0 0,0 0 0 0 0,-1 0 0 0 0,1 0-1 0 0,-1 0 1 0 0,1-1 0 0 0,0 1 0 0 0,-1 0-1 0 0,1 0 1 0 0,-1 0 0 0 0,1-1 0 0 0,-1 1-1 0 0,1 0 1 0 0,-1-1 0 0 0,1 1-1 0 0,-1-1 1 0 0,1 1 0 0 0,-1-3-10 0 0,0 0-1 0 0,-1 0 1 0 0,1 1-1 0 0,-1-1 1 0 0,0 0-1 0 0,0 1 1 0 0,0-1 0 0 0,0 1-1 0 0,0-1 1 0 0,-1 1-1 0 0,1 0 1 0 0,-1-1 0 0 0,0 1-1 0 0,1 0 1 0 0,-1 0-1 0 0,0 0 1 0 0,0 0-1 0 0,0 1 1 0 0,0-1 0 0 0,-1 0-1 0 0,1 1 1 0 0,0-1-1 0 0,-1 1 1 0 0,1 0-1 0 0,-1 0 1 0 0,1 0 0 0 0,-6-1-1 0 0,-37-9-2089 0 0,3 7-3936 0 0,41 4 5883 0 0,-17-1-3084 0 0</inkml:trace>
</inkml:ink>
</file>

<file path=ppt/ink/ink6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00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0 124 816 0 0,'0'0'1008'0'0,"0"-15"760"0"0,8 1-992 0 0,-1 5-92 0 0,2-2-79 0 0,7 3-65 0 0,5-4-56 0 0,4 3-108 0 0,16-3-160 0 0,-12 4-200 0 0,11 0-216 0 0,7 2-244 0 0,-1-1-668 0 0,0 4-1197 0 0,-3 1 533 0 0</inkml:trace>
</inkml:ink>
</file>

<file path=ppt/ink/ink6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00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1 192 928 0 0,'1'1'208'0'0,"0"0"1"0"0,0 0-1 0 0,0 0 0 0 0,0 0 0 0 0,0 0 1 0 0,0 0-1 0 0,0 0 0 0 0,1 0 0 0 0,-1 0 1 0 0,0 0-1 0 0,1-1 0 0 0,-1 1 0 0 0,0 0 1 0 0,1-1-1 0 0,-1 0 0 0 0,1 1 1 0 0,-1-1-1 0 0,1 0 0 0 0,-1 0 0 0 0,1 1 1 0 0,-1-1-1 0 0,1 0 0 0 0,-1-1 0 0 0,1 1 1 0 0,1 0-1 0 0,43-15 1243 0 0,-26 7-746 0 0,-3 2-373 0 0,116-44 1499 0 0,-121 44-1664 0 0,-1 0-1 0 0,1 0 0 0 0,-1-1 1 0 0,0-1-1 0 0,-1 1 1 0 0,1-2-1 0 0,-2 0 0 0 0,14-14 1 0 0,-22 22-120 0 0,0 0-1 0 0,0 0 1 0 0,0 0 0 0 0,0 0 0 0 0,-1 0-1 0 0,1-1 1 0 0,0 1 0 0 0,-1 0 0 0 0,1 0 0 0 0,-1 0-1 0 0,1-1 1 0 0,-1 1 0 0 0,1 0 0 0 0,-1-1 0 0 0,0 1-1 0 0,0 0 1 0 0,0-1 0 0 0,0 1 0 0 0,0 0-1 0 0,0-1 1 0 0,0 0 0 0 0,-1 1-31 0 0,1 0 1 0 0,-1 0-1 0 0,1 0 0 0 0,-1 1 1 0 0,0-1-1 0 0,0 0 0 0 0,1 1 1 0 0,-1-1-1 0 0,0 0 0 0 0,0 1 1 0 0,0-1-1 0 0,1 1 0 0 0,-1 0 1 0 0,0-1-1 0 0,0 1 0 0 0,0 0 1 0 0,0-1-1 0 0,0 1 0 0 0,0 0 1 0 0,0 0-1 0 0,-1 0 0 0 0,-5-1 26 0 0,1 1 0 0 0,0 0 0 0 0,0 0 0 0 0,0 1 0 0 0,0 0 1 0 0,0 0-1 0 0,-11 4 0 0 0,4 0 24 0 0,0 1 1 0 0,1 0 0 0 0,-1 1 0 0 0,2 1-1 0 0,-18 12 1 0 0,25-17-55 0 0,1 1-1 0 0,-1-1 1 0 0,0 0-1 0 0,1 1 1 0 0,0 0-1 0 0,0-1 1 0 0,0 1 0 0 0,0 1-1 0 0,1-1 1 0 0,-1 0-1 0 0,1 1 1 0 0,0-1-1 0 0,1 1 1 0 0,-1 0-1 0 0,1-1 1 0 0,0 1 0 0 0,0 0-1 0 0,-1 9 1 0 0,3-12-8 0 0,-1 0 0 0 0,1 1-1 0 0,0-1 1 0 0,0 0 0 0 0,0 1 0 0 0,0-1 0 0 0,0 0 0 0 0,0 0 0 0 0,0 0 0 0 0,1 0 0 0 0,-1 0 0 0 0,1 0 0 0 0,0 0 0 0 0,-1 0 0 0 0,1-1 0 0 0,0 1 0 0 0,0-1 0 0 0,0 1 0 0 0,0-1-1 0 0,0 0 1 0 0,1 0 0 0 0,-1 0 0 0 0,0 0 0 0 0,0 0 0 0 0,1 0 0 0 0,-1-1 0 0 0,1 1 0 0 0,-1-1 0 0 0,0 1 0 0 0,1-1 0 0 0,2 0 0 0 0,9 1-25 0 0,0 0 1 0 0,0-1 0 0 0,0 0-1 0 0,14-3 1 0 0,28-4-43 0 0,1-3 1 0 0,-1-2-1 0 0,-1-3 0 0 0,0-2 1 0 0,-1-3-1 0 0,100-52 1 0 0,-146 68 248 0 0,0-1 1 0 0,0-1-1 0 0,0 0 1 0 0,-1 0-1 0 0,14-14 1587 0 0,-24 21-1745 0 0,1 0 1 0 0,-1-1 0 0 0,1 1 0 0 0,0 0-1 0 0,-1 0 1 0 0,1 0 0 0 0,0 1 0 0 0,0-1 0 0 0,0 1-1 0 0,0-1 1 0 0,0 1 0 0 0,0 0 0 0 0,-3 3 0 0 0,-7 5 148 0 0,6-6-89 0 0,0 0-1 0 0,0 1 0 0 0,1 0 1 0 0,-1 0-1 0 0,1 0 0 0 0,1 1 1 0 0,-1-1-1 0 0,1 1 0 0 0,0 0 1 0 0,0 0-1 0 0,0 1 0 0 0,-2 7 1 0 0,5-12 172 0 0,2 1-113 0 0,-1-2-132 0 0,0-1 0 0 0,0 1 0 0 0,0 0 0 0 0,0 0 0 0 0,0 0 0 0 0,0 0 0 0 0,0 0 1 0 0,1 0-1 0 0,-1 0 0 0 0,0-1 0 0 0,1 1 0 0 0,-1 0 0 0 0,0 0 0 0 0,1 0 0 0 0,-1-1 0 0 0,1 1 1 0 0,-1 0-1 0 0,1-1 0 0 0,0 1 0 0 0,-1 0 0 0 0,1-1 0 0 0,0 1 0 0 0,-1-1 0 0 0,2 2 0 0 0,15 0-779 0 0,-1-1 0 0 0,0-1-1 0 0,1 0 1 0 0,-1-1-1 0 0,0-1 1 0 0,0-1 0 0 0,0 0-1 0 0,0-1 1 0 0,15-6 0 0 0,36-6-6187 0 0,-55 15 4305 0 0</inkml:trace>
</inkml:ink>
</file>

<file path=ppt/ink/ink6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01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1 411 4660 0 0,'32'-7'7918'0'0,"-37"8"-7783"0"0,3 0-96 0 0,1-1-1 0 0,0 0 1 0 0,-1 1-1 0 0,1-1 1 0 0,0 1-1 0 0,-1-1 1 0 0,1 1-1 0 0,0 0 1 0 0,0-1-1 0 0,0 1 1 0 0,0 0-1 0 0,-1 0 1 0 0,1 0-1 0 0,0 0 1 0 0,0 0-1 0 0,1 0 1 0 0,-1 0-1 0 0,-2 3 1 0 0,3-3 175 0 0,9 33 476 0 0,-4-31-704 0 0,1-1 1 0 0,-1 1 0 0 0,0-1-1 0 0,1 1 1 0 0,-1-2 0 0 0,1 1-1 0 0,0-1 1 0 0,0 1 0 0 0,0-2-1 0 0,0 1 1 0 0,-1-1-1 0 0,1 1 1 0 0,0-2 0 0 0,0 1-1 0 0,0-1 1 0 0,0 0 0 0 0,7-2-1 0 0,4 0-168 0 0,-1-1 0 0 0,1-1 0 0 0,-1 0-1 0 0,30-16 1 0 0,-32 13 82 0 0,-1-1-1 0 0,0-1 0 0 0,0 0 1 0 0,-1 0-1 0 0,-1-2 1 0 0,0 1-1 0 0,0-1 0 0 0,-1-1 1 0 0,-1 0-1 0 0,0 0 1 0 0,-1-1-1 0 0,0 0 0 0 0,7-19 1 0 0,-8 15 230 0 0,0 0-1 0 0,-1-1 1 0 0,-1 0 0 0 0,-1 0 0 0 0,-1 0 0 0 0,0-1 0 0 0,-2 1 0 0 0,0-1-1 0 0,-1 1 1 0 0,-4-28 0 0 0,5 47-82 0 0,-1-1 0 0 0,0 1 0 0 0,0 0 0 0 0,0-1 0 0 0,0 1 0 0 0,0-1 0 0 0,0 1 0 0 0,0-1 0 0 0,0 1 0 0 0,0-1 0 0 0,0 1 0 0 0,0-1 0 0 0,0 1 0 0 0,0-1 0 0 0,0 1 0 0 0,0 0 0 0 0,0-1 0 0 0,-1 1 0 0 0,1-1 0 0 0,0 1-1 0 0,0-1 1 0 0,0 1 0 0 0,-1 0 0 0 0,1-1 0 0 0,0 1 0 0 0,-1 0 0 0 0,1-1 0 0 0,0 1 0 0 0,-1 0 0 0 0,1-1 0 0 0,0 1 0 0 0,-1 0 0 0 0,1 0 0 0 0,-1-1 0 0 0,1 1 0 0 0,-1 0 0 0 0,1 0 0 0 0,0 0 0 0 0,-1 0 0 0 0,-9 19 439 0 0,-3 41-196 0 0,12-46-219 0 0,1-1-1 0 0,1 1 1 0 0,0-1-1 0 0,0 1 1 0 0,1-1-1 0 0,1 0 1 0 0,6 17-1 0 0,-7-22 2 0 0,1 0-1 0 0,1-1 0 0 0,-1 1 1 0 0,1-1-1 0 0,1 0 1 0 0,-1 0-1 0 0,1-1 0 0 0,1 1 1 0 0,-1-1-1 0 0,1 0 0 0 0,0 0 1 0 0,0-1-1 0 0,8 6 1 0 0,-5-6-209 0 0,0 0 0 0 0,1-1 1 0 0,-1 0-1 0 0,1 0 0 0 0,0-1 1 0 0,0-1-1 0 0,0 1 1 0 0,16 1-1 0 0,46-2-9440 0 0,-49-3 5805 0 0</inkml:trace>
</inkml:ink>
</file>

<file path=ppt/ink/ink6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01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103 590 948 0 0,'1'-3'432'0'0,"0"0"-1"0"0,-1 0 1 0 0,0 0 0 0 0,1 0 0 0 0,-1 0-1 0 0,0 0 1 0 0,0 0 0 0 0,-1 0-1 0 0,1 0 1 0 0,-1 0 0 0 0,1 0 0 0 0,-1 0-1 0 0,0 0 1 0 0,0 0 0 0 0,0 0-1 0 0,-1 0 1 0 0,1 1 0 0 0,-1-1-1 0 0,1 1 1 0 0,-1-1 0 0 0,0 1 0 0 0,0-1-1 0 0,0 1 1 0 0,0 0 0 0 0,-3-2-1 0 0,2 2-214 0 0,1 1-1 0 0,-1-1 1 0 0,1 1-1 0 0,-1 0 0 0 0,0 0 1 0 0,1 0-1 0 0,-1 0 1 0 0,0 1-1 0 0,0-1 1 0 0,0 1-1 0 0,1 0 0 0 0,-1-1 1 0 0,0 1-1 0 0,0 1 1 0 0,0-1-1 0 0,-5 1 0 0 0,7-1-171 0 0,0 1-1 0 0,-1-1 0 0 0,1 0 1 0 0,0 1-1 0 0,-1-1 0 0 0,1 1 0 0 0,0 0 1 0 0,0-1-1 0 0,0 1 0 0 0,-1 0 0 0 0,1 0 1 0 0,0 0-1 0 0,0-1 0 0 0,0 1 0 0 0,0 0 1 0 0,0 0-1 0 0,1 1 0 0 0,-1-1 0 0 0,0 0 1 0 0,0 0-1 0 0,1 0 0 0 0,-1 1 1 0 0,0-1-1 0 0,1 0 0 0 0,0 0 0 0 0,-1 1 1 0 0,1-1-1 0 0,0 0 0 0 0,-1 1 0 0 0,1-1 1 0 0,0 1-1 0 0,0-1 0 0 0,0 0 0 0 0,0 1 1 0 0,1-1-1 0 0,-1 0 0 0 0,1 3 0 0 0,0 1-20 0 0,0-1-1 0 0,0 0 0 0 0,0 0 1 0 0,1 0-1 0 0,0 0 0 0 0,0 0 0 0 0,0 0 1 0 0,0 0-1 0 0,5 5 0 0 0,-4-5-51 0 0,0-1 0 0 0,0 1 0 0 0,0-1 0 0 0,1 0 0 0 0,-1 0 0 0 0,1 0 0 0 0,0-1-1 0 0,0 0 1 0 0,0 1 0 0 0,0-1 0 0 0,0 0 0 0 0,1-1 0 0 0,-1 1 0 0 0,1-1 0 0 0,-1 0 0 0 0,1 0-1 0 0,-1 0 1 0 0,1-1 0 0 0,0 1 0 0 0,-1-1 0 0 0,1 0 0 0 0,-1-1 0 0 0,1 1 0 0 0,0-1 0 0 0,-1 0-1 0 0,1 0 1 0 0,-1 0 0 0 0,0-1 0 0 0,1 1 0 0 0,-1-1 0 0 0,0 0 0 0 0,5-4 0 0 0,0 0 9 0 0,0 0 1 0 0,0-1 0 0 0,-1-1 0 0 0,0 1-1 0 0,-1-1 1 0 0,0-1 0 0 0,0 1 0 0 0,0-1-1 0 0,-1 0 1 0 0,-1-1 0 0 0,1 1 0 0 0,5-17 0 0 0,0-10 16 0 0,-1-1 1 0 0,-2 1-1 0 0,6-76 1 0 0,-10 70 144 0 0,2-1 0 0 0,20-71 0 0 0,-25 108-124 0 0,1 1 0 0 0,0 0 0 0 0,0 0 0 0 0,1 0 1 0 0,-1 0-1 0 0,1 0 0 0 0,0 1 0 0 0,1-1 0 0 0,-1 1 0 0 0,1 0 0 0 0,0 0 0 0 0,6-5 0 0 0,-8 7-11 0 0,0 1-1 0 0,0 0 0 0 0,0 0 0 0 0,0 1 0 0 0,1-1 0 0 0,-1 0 0 0 0,0 1 0 0 0,0-1 0 0 0,1 1 0 0 0,-1 0 0 0 0,0-1 0 0 0,1 1 0 0 0,-1 0 0 0 0,1 1 0 0 0,-1-1 0 0 0,0 0 0 0 0,1 1 0 0 0,-1-1 0 0 0,0 1 0 0 0,0 0 0 0 0,1 0 1 0 0,-1 0-1 0 0,0 0 0 0 0,0 0 0 0 0,0 0 0 0 0,0 0 0 0 0,0 1 0 0 0,0-1 0 0 0,-1 1 0 0 0,1 0 0 0 0,1 1 0 0 0,4 4 26 0 0,-1 0-1 0 0,1 0 1 0 0,-2 0 0 0 0,1 1 0 0 0,-1 0-1 0 0,0 0 1 0 0,-1 0 0 0 0,0 0-1 0 0,0 1 1 0 0,2 10 0 0 0,3 11 125 0 0,6 53-1 0 0,-6-30-55 0 0,0 6 12 0 0,-4 1 0 0 0,-2 0 0 0 0,-8 102 0 0 0,4-140-139 0 0,1-16-252 0 0,0 1 0 0 0,0 0 1 0 0,-1 0-1 0 0,1 0 0 0 0,-1-1 1 0 0,-1 1-1 0 0,0 0 0 0 0,0-1 1 0 0,0 1-1 0 0,0-1 0 0 0,-6 10 1 0 0,7-15-600 0 0,-4-4-2200 0 0,3 1 2552 0 0,0 0 1 0 0,-1 0-1 0 0,1-1 1 0 0,0 1-1 0 0,1 0 1 0 0,-1-1-1 0 0,0 1 0 0 0,1-1 1 0 0,-1 0-1 0 0,0-3 1 0 0,-2-8-2669 0 0</inkml:trace>
</inkml:ink>
</file>

<file path=ppt/ink/ink6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02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1 643 16 0 0,'3'-8'287'0'0,"1"1"1"0"0,0-1-1 0 0,1 1 1 0 0,0-1-1 0 0,0 1 1 0 0,0 1-1 0 0,1-1 1 0 0,0 1-1 0 0,0 0 1 0 0,1 0-1 0 0,-1 1 1 0 0,1-1-1 0 0,1 2 1 0 0,9-6-1 0 0,13-5 113 0 0,1 2-1 0 0,47-15 0 0 0,28-11 215 0 0,-90 31-544 0 0,-1 0 0 0 0,0-1 0 0 0,0 0 0 0 0,-1-1 0 0 0,0-1 0 0 0,0 0 0 0 0,17-20 0 0 0,-25 22-13 0 0,1 1 0 0 0,-1-1 0 0 0,-1-1 0 0 0,1 1 0 0 0,-2-1 0 0 0,1 0 0 0 0,-1 0 1 0 0,-1 0-1 0 0,0 0 0 0 0,0-1 0 0 0,-1 1 0 0 0,0-1 0 0 0,0-13 0 0 0,-2 13 124 0 0,0 0 0 0 0,-1 0 0 0 0,0 0 0 0 0,0-1 0 0 0,-1 2 1 0 0,-1-1-1 0 0,0 0 0 0 0,-7-17 0 0 0,8 22 37 0 0,-1 0 0 0 0,0 0-1 0 0,-1 0 1 0 0,0 0 0 0 0,0 1 0 0 0,0 0 0 0 0,0-1-1 0 0,-1 1 1 0 0,0 1 0 0 0,0-1 0 0 0,0 1-1 0 0,0 0 1 0 0,-1 0 0 0 0,-11-6 0 0 0,15 10-187 0 0,1 0 0 0 0,-1 0 0 0 0,0-1-1 0 0,1 1 1 0 0,-1 0 0 0 0,0 0 0 0 0,0 1 0 0 0,1-1 0 0 0,-1 0 0 0 0,0 1 0 0 0,1-1 0 0 0,-1 1 0 0 0,1-1 0 0 0,-1 1 0 0 0,0 0 0 0 0,1-1-1 0 0,-1 1 1 0 0,1 0 0 0 0,0 0 0 0 0,-1 0 0 0 0,1 0 0 0 0,0 1 0 0 0,-1-1 0 0 0,1 0 0 0 0,0 0 0 0 0,0 1 0 0 0,-1 1 0 0 0,-27 41 390 0 0,28-41-388 0 0,-9 19 120 0 0,2-1-1 0 0,1 1 1 0 0,1 1 0 0 0,1-1-1 0 0,0 1 1 0 0,2 0 0 0 0,1 0 0 0 0,1 34-1 0 0,-5 25 242 0 0,4-55-272 0 0,1 1-1 0 0,1-1 1 0 0,1 1 0 0 0,2-1-1 0 0,6 33 1 0 0,-8-56-121 0 0,4 12 6 0 0,-4-15-6 0 0,0 1-6 0 0,29-19-25 0 0,0-7 24 0 0,-29 24-18 0 0,42 13-116 0 0,-32-9 121 0 0,0-1 1 0 0,0 1-1 0 0,0-2 1 0 0,1 0-1 0 0,-1 0 0 0 0,1-1 1 0 0,-1 0-1 0 0,1-1 0 0 0,0 0 1 0 0,-1-1-1 0 0,1 0 0 0 0,0-1 1 0 0,-1 0-1 0 0,0-1 1 0 0,0-1-1 0 0,0 1 0 0 0,0-2 1 0 0,0 1-1 0 0,-1-2 0 0 0,1 1 1 0 0,-2-1-1 0 0,1-1 0 0 0,17-15 1 0 0,-9 0 1222 0 0,-23 25-1179 0 0,0 0 0 0 0,0 0 1 0 0,0 0-1 0 0,1 0 0 0 0,-1 1 1 0 0,1-1-1 0 0,0 1 0 0 0,0 0 1 0 0,0 1-1 0 0,1-1 0 0 0,0 1 0 0 0,0 0 1 0 0,0-1-1 0 0,0 1 0 0 0,0 0 1 0 0,-2 10-1 0 0,4-14-21 0 0,0 1 0 0 0,1-1-1 0 0,-1 1 1 0 0,1-1 0 0 0,-1 1 0 0 0,1-1 0 0 0,0 1 0 0 0,0-1 0 0 0,0 1-1 0 0,-1-1 1 0 0,1 1 0 0 0,0-1 0 0 0,1 1 0 0 0,-1-1 0 0 0,0 1-1 0 0,0-1 1 0 0,1 1 0 0 0,-1-1 0 0 0,1 1 0 0 0,-1-1 0 0 0,1 1-1 0 0,0-1 1 0 0,-1 0 0 0 0,1 1 0 0 0,0-1 0 0 0,2 2 0 0 0,-1-2-9 0 0,0 0 0 0 0,0 0 0 0 0,0-1 0 0 0,0 1 0 0 0,0 0 0 0 0,0-1 0 0 0,0 1 0 0 0,0-1 0 0 0,1 0 0 0 0,-1 0 1 0 0,0 0-1 0 0,0 0 0 0 0,0 0 0 0 0,0 0 0 0 0,1-1 0 0 0,-1 1 0 0 0,0-1 0 0 0,0 1 0 0 0,3-2 0 0 0,95-39-300 0 0,-27 10 66 0 0,-72 30 245 0 0,0 1 1 0 0,-1 0-1 0 0,1 0 1 0 0,0-1 0 0 0,0 1-1 0 0,0 0 1 0 0,0 0-1 0 0,0 0 1 0 0,0 0 0 0 0,0 0-1 0 0,0 0 1 0 0,0 0-1 0 0,0 1 1 0 0,0-1 0 0 0,0 0-1 0 0,-1 0 1 0 0,1 1 0 0 0,0-1-1 0 0,0 0 1 0 0,0 1-1 0 0,0-1 1 0 0,0 1 0 0 0,-1-1-1 0 0,1 1 1 0 0,0 0-1 0 0,-1-1 1 0 0,1 1 0 0 0,0 0-1 0 0,-1-1 1 0 0,1 1-1 0 0,0 1 1 0 0,15 34 517 0 0,-15-32-693 0 0,1 0 0 0 0,-1 0 1 0 0,0 0-1 0 0,1 0 0 0 0,0-1 0 0 0,0 1 1 0 0,0-1-1 0 0,1 1 0 0 0,-1-1 0 0 0,3 3 1 0 0,-3-5-358 0 0,0 0 1 0 0,0 0-1 0 0,0 0 0 0 0,0-1 1 0 0,1 1-1 0 0,-1-1 1 0 0,0 1-1 0 0,0-1 0 0 0,0 0 1 0 0,0 0-1 0 0,0 0 1 0 0,1 0-1 0 0,-1 0 0 0 0,0 0 1 0 0,3-1-1 0 0,-1 0 54 0 0,16 0-3275 0 0</inkml:trace>
</inkml:ink>
</file>

<file path=ppt/ink/ink6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02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42 512 0 0,'14'0'5073'0'0,"-3"-7"-777"0"0,-8-5 412 0 0,-12-8-4356 0 0,-12 17-3760 0 0,7 3-1400 0 0</inkml:trace>
</inkml:ink>
</file>

<file path=ppt/ink/ink6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48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44 144 0 0,'-6'-5'536'0'0,"0"0"0"0"0,0 1 0 0 0,-1 0 0 0 0,0 0 0 0 0,0 0 0 0 0,0 1 0 0 0,0 0-1 0 0,-1 0 1 0 0,1 1 0 0 0,-1 0 0 0 0,0 0 0 0 0,-10 0 0 0 0,6 1-344 0 0,1 1-1 0 0,-1 1 1 0 0,1 0-1 0 0,-1 0 1 0 0,0 1-1 0 0,1 1 1 0 0,0 0-1 0 0,-12 5 1 0 0,-13 5 368 0 0,0 3 0 0 0,-53 30 0 0 0,74-37-393 0 0,0 1-1 0 0,1 1 0 0 0,1 0 0 0 0,-16 17 0 0 0,23-21-52 0 0,0 0-1 0 0,0 1 1 0 0,0 0-1 0 0,-8 18 1 0 0,12-21-85 0 0,0 0 0 0 0,1 0 1 0 0,0 0-1 0 0,-1 1 0 0 0,2-1 1 0 0,-1 0-1 0 0,1 1 0 0 0,0-1 0 0 0,0 0 1 0 0,0 1-1 0 0,1-1 0 0 0,-1 0 1 0 0,2 1-1 0 0,-1-1 0 0 0,0 0 1 0 0,1 0-1 0 0,0 0 0 0 0,0 0 1 0 0,1 0-1 0 0,3 7 0 0 0,9 10 41 0 0,0-1-1 0 0,1 0 0 0 0,21 21 1 0 0,8 10 39 0 0,-39-44-93 0 0,-1-1 1 0 0,0 2-1 0 0,0-1 1 0 0,0 0-1 0 0,-1 1 1 0 0,0 0 0 0 0,-1 0-1 0 0,0 0 1 0 0,-1 0-1 0 0,1 1 1 0 0,-2-1-1 0 0,1 0 1 0 0,-1 18-1 0 0,-2-19-7 0 0,0-1 1 0 0,0 0-1 0 0,-1 0 0 0 0,0 0 1 0 0,0 0-1 0 0,-1-1 0 0 0,0 1 0 0 0,0 0 1 0 0,0-1-1 0 0,-1 0 0 0 0,0 0 0 0 0,0 0 1 0 0,-1 0-1 0 0,0-1 0 0 0,0 0 0 0 0,0 0 1 0 0,0 0-1 0 0,-1 0 0 0 0,-7 3 1 0 0,-2 3 35 0 0,-1-1 0 0 0,-1-1 0 0 0,0-1 0 0 0,0-1-1 0 0,-1 0 1 0 0,1-1 0 0 0,-1-1 0 0 0,-1 0 0 0 0,1-2 0 0 0,-1 0 0 0 0,-21 0 0 0 0,26-2 3 0 0,-1-1-1 0 0,1-1 0 0 0,0 0 0 0 0,0-1 1 0 0,0 0-1 0 0,0-2 0 0 0,0 1 0 0 0,0-2 0 0 0,1 1 1 0 0,0-2-1 0 0,0 0 0 0 0,0-1 0 0 0,1 0 1 0 0,0 0-1 0 0,-17-15 0 0 0,27 20-61 0 0,-1 0 0 0 0,1-1 0 0 0,-1 1 0 0 0,1-1 0 0 0,0 0 0 0 0,0 1-1 0 0,0-1 1 0 0,0 0 0 0 0,1 0 0 0 0,-1 0 0 0 0,1 0 0 0 0,0 0 0 0 0,0-1 0 0 0,0 1 0 0 0,-1-6 0 0 0,2 7-47 0 0,0 0 1 0 0,0 0-1 0 0,1 0 0 0 0,-1 1 1 0 0,1-1-1 0 0,-1 0 0 0 0,1 0 1 0 0,0 0-1 0 0,0 0 0 0 0,0 1 1 0 0,0-1-1 0 0,0 0 1 0 0,0 1-1 0 0,0-1 0 0 0,0 1 1 0 0,1-1-1 0 0,-1 1 0 0 0,1 0 1 0 0,-1-1-1 0 0,1 1 1 0 0,-1 0-1 0 0,1 0 0 0 0,0 0 1 0 0,-1 0-1 0 0,1 0 0 0 0,0 1 1 0 0,0-1-1 0 0,0 0 0 0 0,2 0 1 0 0,15-4-1289 0 0,0 0 1 0 0,1 1 0 0 0,32-3-1 0 0,-34 5-790 0 0,13-3-704 0 0</inkml:trace>
</inkml:ink>
</file>

<file path=ppt/ink/ink6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49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41 708 0 0,'-3'-2'183'0'0,"1"1"0"0"0,-1-1-1 0 0,1 1 1 0 0,-1 0 0 0 0,1-1 0 0 0,-1 1-1 0 0,0 1 1 0 0,0-1 0 0 0,0 0 0 0 0,1 1-1 0 0,-1-1 1 0 0,0 1 0 0 0,0 0-1 0 0,0 0 1 0 0,0 0 0 0 0,0 0 0 0 0,0 0-1 0 0,1 1 1 0 0,-1 0 0 0 0,0-1 0 0 0,0 1-1 0 0,0 0 1 0 0,-4 2 0 0 0,2-1 72 0 0,0 1-1 0 0,-1-1 1 0 0,1 1 0 0 0,0 0-1 0 0,0 0 1 0 0,1 0 0 0 0,-1 1-1 0 0,1 0 1 0 0,0 0 0 0 0,0 0-1 0 0,-6 7 1 0 0,9-10-201 0 0,1 0-1 0 0,-1 0 0 0 0,0 0 1 0 0,1 0-1 0 0,-1 0 1 0 0,1 0-1 0 0,0 0 1 0 0,-1 0-1 0 0,1 0 1 0 0,0 0-1 0 0,-1 0 0 0 0,1 0 1 0 0,0 0-1 0 0,0 0 1 0 0,0 0-1 0 0,0 0 1 0 0,0 0-1 0 0,0 0 0 0 0,0 0 1 0 0,0 0-1 0 0,1 1 1 0 0,-1-1-1 0 0,0 0 1 0 0,0 0-1 0 0,1 0 1 0 0,-1 0-1 0 0,2 1 0 0 0,-1 0-2 0 0,1-1-1 0 0,-1 1 0 0 0,1-1 0 0 0,0 0 0 0 0,0 1 0 0 0,0-1 0 0 0,0 0 0 0 0,0 0 0 0 0,0 0 0 0 0,0-1 1 0 0,0 1-1 0 0,3 1 0 0 0,5 0 66 0 0,0 0 0 0 0,0-1 0 0 0,1 0 0 0 0,13-1 0 0 0,-18 0-34 0 0,1-1 0 0 0,0 1 0 0 0,0-1 0 0 0,-1-1 0 0 0,1 0 0 0 0,-1 0 0 0 0,1 0 0 0 0,-1 0 0 0 0,0-1 0 0 0,0 0 0 0 0,0-1 0 0 0,0 1 0 0 0,0-1 0 0 0,-1 0-1 0 0,0-1 1 0 0,0 1 0 0 0,0-1 0 0 0,0 0 0 0 0,-1 0 0 0 0,8-11 0 0 0,-12 15-43 0 0,1-1 0 0 0,0 1 0 0 0,-1 0 0 0 0,1-1 0 0 0,-1 1-1 0 0,0 0 1 0 0,1-1 0 0 0,-1 1 0 0 0,0 0 0 0 0,0-1 0 0 0,0 1 0 0 0,0 0 0 0 0,0-1-1 0 0,0 1 1 0 0,0-1 0 0 0,0 1 0 0 0,-1 0 0 0 0,1-1 0 0 0,0 1 0 0 0,-1 0 0 0 0,1 0 0 0 0,-1-1-1 0 0,0 1 1 0 0,1 0 0 0 0,-1 0 0 0 0,0 0 0 0 0,0-1 0 0 0,0 1 0 0 0,1 0 0 0 0,-1 0-1 0 0,0 0 1 0 0,-1 1 0 0 0,0-2 0 0 0,0 0-34 0 0,-1 0-1 0 0,0 0 1 0 0,1 1-1 0 0,-1-1 1 0 0,0 1 0 0 0,0 0-1 0 0,0 0 1 0 0,0 0-1 0 0,0 0 1 0 0,0 0-1 0 0,-5 0 1 0 0,5 1-277 0 0,-1 1-131 0 0,-28 12-1642 0 0,11 2-4061 0 0</inkml:trace>
</inkml:ink>
</file>

<file path=ppt/ink/ink6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0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46 652 0 0,'0'0'772'0'0,"25"10"2359"0"0,-23-7-2992 0 0,-1 0 0 0 0,1 0 1 0 0,-1 0-1 0 0,0 0 0 0 0,0 0 0 0 0,0 0 0 0 0,0 0 0 0 0,-1 1 1 0 0,1-1-1 0 0,-1 0 0 0 0,0 0 0 0 0,0 1 0 0 0,0-1 0 0 0,0 0 1 0 0,-1 1-1 0 0,1-1 0 0 0,-1 0 0 0 0,0 0 0 0 0,0 0 0 0 0,0 0 1 0 0,0 0-1 0 0,-3 4 0 0 0,1-1-30 0 0,0-1 1 0 0,0 0-1 0 0,-1 0 1 0 0,0 0-1 0 0,0 0 1 0 0,0-1 0 0 0,0 1-1 0 0,-1-1 1 0 0,0 0-1 0 0,0-1 1 0 0,-7 5-1 0 0,11-7 271 0 0,-3-7-297 0 0,3 6-80 0 0,1 0 0 0 0,0 0 0 0 0,-1-1 0 0 0,1 1 0 0 0,-1 0 0 0 0,1 0 0 0 0,0-1-1 0 0,-1 1 1 0 0,1-1 0 0 0,0 1 0 0 0,0 0 0 0 0,-1-1 0 0 0,1 1 0 0 0,0 0 0 0 0,0-1 0 0 0,-1 1 0 0 0,1-1 0 0 0,0 1-1 0 0,0-1 1 0 0,0 1 0 0 0,0-1 0 0 0,0 1 0 0 0,0-1 0 0 0,0 1 0 0 0,0 0 0 0 0,0-1 0 0 0,0 1 0 0 0,0-1 0 0 0,0 1 0 0 0,0-1-1 0 0,0 1 1 0 0,0-1 0 0 0,1 1 0 0 0,-1-1 0 0 0,0 1 0 0 0,0-1 0 0 0,10-11 30 0 0,1 1 1 0 0,-1 0-1 0 0,2 1 1 0 0,-1 0-1 0 0,2 1 1 0 0,-1 0-1 0 0,1 0 1 0 0,0 2 0 0 0,1 0-1 0 0,0 0 1 0 0,0 1-1 0 0,0 1 1 0 0,1 0-1 0 0,25-4 1 0 0,-36 9-13 0 0,0 0 1 0 0,1 0 0 0 0,-1 1 0 0 0,0 0 0 0 0,0-1 0 0 0,0 1 0 0 0,0 1 0 0 0,0-1 0 0 0,0 0 0 0 0,0 1-1 0 0,0 0 1 0 0,0 0 0 0 0,0 0 0 0 0,-1 1 0 0 0,1-1 0 0 0,-1 1 0 0 0,0 0 0 0 0,0 0 0 0 0,0 0-1 0 0,0 0 1 0 0,0 0 0 0 0,-1 1 0 0 0,1-1 0 0 0,-1 1 0 0 0,0 0 0 0 0,0-1 0 0 0,-1 1 0 0 0,1 0-1 0 0,1 5 1 0 0,-3-7 20 0 0,3 7 84 0 0,-1 1-47 0 0,15-22 300 0 0,38-42-368 0 0,-54 53-17 0 0,7 2-10 0 0,1-1 14 0 0,-1 1-1 0 0,1 1 0 0 0,-1-1 1 0 0,1 2-1 0 0,11 3 1 0 0,-10-2 1 0 0,1-1 1 0 0,0 0 0 0 0,-1-1 0 0 0,13 1-1 0 0,6-2-16 0 0,0-1-1 0 0,45-6 1 0 0,-60 3-2 0 0,0 1 1 0 0,-1-1-1 0 0,0-1 1 0 0,0-1-1 0 0,0 0 1 0 0,0 0-1 0 0,19-12 1 0 0,-31 16 43 0 0,1 0 1 0 0,-1 1 0 0 0,0-1 0 0 0,0 0-1 0 0,1 0 1 0 0,-1 0 0 0 0,0 0-1 0 0,0-1 1 0 0,0 1 0 0 0,0 0 0 0 0,0 0-1 0 0,0-1 1 0 0,0 1 0 0 0,-1 0-1 0 0,1-1 1 0 0,0 1 0 0 0,-1-1 0 0 0,1 1-1 0 0,0-3 1 0 0,-2 4 13 0 0,1-1 0 0 0,0 0 1 0 0,0 0-1 0 0,0 0 0 0 0,0 0 1 0 0,-1 0-1 0 0,1 0 0 0 0,0 0 0 0 0,-1 1 1 0 0,1-1-1 0 0,-1 0 0 0 0,1 0 0 0 0,-1 1 1 0 0,1-1-1 0 0,-1 0 0 0 0,1 0 0 0 0,-1 1 1 0 0,0-1-1 0 0,1 1 0 0 0,-1-1 0 0 0,0 0 1 0 0,0 1-1 0 0,-1-1 0 0 0,0 0 10 0 0,0 0 0 0 0,-1 0 0 0 0,1 0 0 0 0,0 0 0 0 0,-1 1 0 0 0,1-1 0 0 0,0 1 0 0 0,-1 0 0 0 0,1 0 0 0 0,-1 0 1 0 0,1 0-1 0 0,0 0 0 0 0,-1 0 0 0 0,1 0 0 0 0,-1 1 0 0 0,1-1 0 0 0,0 1 0 0 0,-1 0 0 0 0,1 0 0 0 0,0 0 0 0 0,0 0 0 0 0,0 0 0 0 0,0 0 0 0 0,-3 3 0 0 0,3-3-67 0 0,1 0 1 0 0,0 0 0 0 0,0 0-1 0 0,0 0 1 0 0,-1 0-1 0 0,1 0 1 0 0,0 0-1 0 0,0 1 1 0 0,1-1-1 0 0,-1 0 1 0 0,0 1-1 0 0,0-1 1 0 0,1 1-1 0 0,-1-1 1 0 0,1 1-1 0 0,-1-1 1 0 0,1 1 0 0 0,-1-1-1 0 0,1 1 1 0 0,0-1-1 0 0,0 1 1 0 0,0 0-1 0 0,0-1 1 0 0,0 3-1 0 0,1-1-110 0 0,0-1 0 0 0,0 0-1 0 0,1 0 1 0 0,-1 1 0 0 0,0-1-1 0 0,1 0 1 0 0,-1 0 0 0 0,1 0-1 0 0,0 0 1 0 0,-1-1 0 0 0,1 1-1 0 0,0 0 1 0 0,4 2 0 0 0,5 3-1242 0 0,1-1 0 0 0,0 1 0 0 0,0-2 0 0 0,17 6 0 0 0,-1-2-1331 0 0</inkml:trace>
</inkml:ink>
</file>

<file path=ppt/ink/ink6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0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398 65 1084 0 0,'-5'-12'1778'0'0,"-15"-26"2495"0"0,19 37-4149 0 0,0 0-1 0 0,-1-1 0 0 0,1 1 0 0 0,-1 0 1 0 0,1 0-1 0 0,-1 0 0 0 0,1 0 0 0 0,-1 0 1 0 0,0 1-1 0 0,1-1 0 0 0,-1 0 0 0 0,0 1 1 0 0,0-1-1 0 0,0 1 0 0 0,1-1 0 0 0,-1 1 1 0 0,0 0-1 0 0,0 0 0 0 0,0 0 1 0 0,0 0-1 0 0,0 0 0 0 0,1 0 0 0 0,-4 2 1 0 0,-17 3 249 0 0,1 1 1 0 0,-1 2 0 0 0,2 0 0 0 0,-1 1 0 0 0,1 1 0 0 0,1 1 0 0 0,-28 19 0 0 0,35-21-225 0 0,0 0 1 0 0,0 1-1 0 0,1 0 1 0 0,0 1-1 0 0,1 0 1 0 0,0 1 0 0 0,1 0-1 0 0,0 0 1 0 0,1 1-1 0 0,1 0 1 0 0,0 1-1 0 0,-8 19 1 0 0,14-30-115 0 0,0 1 1 0 0,0-1 0 0 0,1 1-1 0 0,-1-1 1 0 0,0 1 0 0 0,1 0-1 0 0,0-1 1 0 0,0 1 0 0 0,0-1-1 0 0,1 1 1 0 0,-1 0 0 0 0,1-1-1 0 0,-1 1 1 0 0,1-1 0 0 0,1 1-1 0 0,-1-1 1 0 0,0 0 0 0 0,1 1-1 0 0,3 4 1 0 0,-2-4-10 0 0,1 0 0 0 0,-1 0 0 0 0,1 0 0 0 0,0-1 1 0 0,1 1-1 0 0,-1-1 0 0 0,1 0 0 0 0,-1 0 0 0 0,1-1 0 0 0,0 1 1 0 0,10 2-1 0 0,0 0-32 0 0,1-1 1 0 0,0-1 0 0 0,0 0-1 0 0,0-1 1 0 0,1-1 0 0 0,-1 0-1 0 0,28-4 1 0 0,-8-1-59 0 0,0-3 1 0 0,-1-1-1 0 0,0-1 1 0 0,0-2-1 0 0,-1-2 1 0 0,0-1-1 0 0,-1-1 1 0 0,33-22-1 0 0,-26-1 45 0 0,-38 36 42 0 0,-3 2-22 0 0,-1 1-1 0 0,1-1 0 0 0,0 1 1 0 0,0 0-1 0 0,0-1 1 0 0,0 1-1 0 0,0 0 0 0 0,-1 0 1 0 0,2 0-1 0 0,-1-1 0 0 0,0 1 1 0 0,0 0-1 0 0,0 0 0 0 0,0 0 1 0 0,0 1-1 0 0,1-1 1 0 0,-1 0-1 0 0,1 0 0 0 0,-1 0 1 0 0,0 0-1 0 0,1 1 0 0 0,0-1 1 0 0,-1 2-1 0 0,1-1-39 0 0,14 17-107 0 0,-13-17 120 0 0,0 0 1 0 0,1 1-1 0 0,-1-1 0 0 0,1 0 0 0 0,-1 0 1 0 0,1 0-1 0 0,0 0 0 0 0,0-1 0 0 0,0 1 1 0 0,0 0-1 0 0,0-1 0 0 0,0 1 0 0 0,0-1 1 0 0,0 0-1 0 0,1 0 0 0 0,-1 0 0 0 0,0 0 1 0 0,1 0-1 0 0,-1 0 0 0 0,1-1 0 0 0,-1 1 0 0 0,5-1 1 0 0,-3 1 24 0 0,-1 0 0 0 0,1-1 0 0 0,0 1 0 0 0,0-1 0 0 0,-1 0 0 0 0,1 0 1 0 0,0 0-1 0 0,0-1 0 0 0,-1 0 0 0 0,1 1 0 0 0,0-1 0 0 0,-1 0 0 0 0,1-1 1 0 0,-1 1-1 0 0,1-1 0 0 0,-1 0 0 0 0,0 1 0 0 0,0-1 0 0 0,1-1 0 0 0,-1 1 0 0 0,-1 0 1 0 0,6-6-1 0 0,-7 6 135 0 0,-25-22 71 0 0,17 22-284 0 0,0-1 0 0 0,0 1 0 0 0,0 0 1 0 0,0 0-1 0 0,-1 1 0 0 0,1 0 0 0 0,-1 0 0 0 0,-10 1 0 0 0,-8 3-2597 0 0,3 2-3550 0 0</inkml:trace>
</inkml:ink>
</file>

<file path=ppt/ink/ink6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1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76 864 0 0,'0'0'853'0'0,"4"1"-42"0"0,-1-1-594 0 0,0 1 1 0 0,0 0 0 0 0,0 0 0 0 0,-1 0 0 0 0,1 0 0 0 0,0 0-1 0 0,0 0 1 0 0,-1 1 0 0 0,1 0 0 0 0,-1-1 0 0 0,1 1 0 0 0,-1 0 0 0 0,1 0-1 0 0,-1 0 1 0 0,0 0 0 0 0,0 1 0 0 0,0-1 0 0 0,-1 1 0 0 0,1-1-1 0 0,0 1 1 0 0,-1 0 0 0 0,0-1 0 0 0,1 1 0 0 0,-1 0 0 0 0,0 0-1 0 0,-1 0 1 0 0,1 0 0 0 0,0 0 0 0 0,-1 6 0 0 0,1-7 347 0 0,-3 2-321 0 0,0 1-221 0 0,2-8 1038 0 0,2-3-1031 0 0,0 0 0 0 0,0 0 0 0 0,1 0 0 0 0,0 0 0 0 0,0 0 0 0 0,1 0 0 0 0,-1 1 0 0 0,1 0 0 0 0,0 0 0 0 0,1 0-1 0 0,-1 0 1 0 0,1 0 0 0 0,0 1 0 0 0,0 0 0 0 0,9-5 0 0 0,9-7 80 0 0,-13 8-59 0 0,1 1 0 0 0,0 0 0 0 0,0 1 0 0 0,13-6 0 0 0,-20 11-42 0 0,-1 0 1 0 0,1 0-1 0 0,-1 0 1 0 0,1 0-1 0 0,0 0 1 0 0,0 1-1 0 0,-1 0 1 0 0,1 0-1 0 0,0 0 0 0 0,0 0 1 0 0,-1 0-1 0 0,1 1 1 0 0,0 0-1 0 0,-1 0 1 0 0,1 0-1 0 0,0 0 1 0 0,-1 0-1 0 0,7 4 1 0 0,-8-3-3 0 0,0-1 0 0 0,0 1-1 0 0,0 0 1 0 0,0 0 0 0 0,0-1 0 0 0,-1 2 0 0 0,1-1 0 0 0,0 0 0 0 0,-1 0 0 0 0,0 0 0 0 0,1 1 0 0 0,-1-1-1 0 0,0 1 1 0 0,0-1 0 0 0,-1 1 0 0 0,1-1 0 0 0,0 1 0 0 0,-1-1 0 0 0,1 5 0 0 0,-1-4 9 0 0,0 10 15 0 0,0-13-35 0 0,0 1 1 0 0,0-1 0 0 0,-1 0-1 0 0,1 1 1 0 0,0-1 0 0 0,0 1-1 0 0,0-1 1 0 0,0 0 0 0 0,0 1-1 0 0,0-1 1 0 0,0 0 0 0 0,1 1-1 0 0,-1-1 1 0 0,0 0 0 0 0,0 1-1 0 0,0-1 1 0 0,0 0 0 0 0,0 1-1 0 0,0-1 1 0 0,1 0 0 0 0,-1 1 0 0 0,0-1-1 0 0,0 0 1 0 0,0 1 0 0 0,1-1-1 0 0,-1 0 1 0 0,0 0 0 0 0,1 1-1 0 0,-1-1 1 0 0,0 0 0 0 0,0 0-1 0 0,1 0 1 0 0,-1 1 0 0 0,0-1-1 0 0,1 0 1 0 0,-1 0 0 0 0,1 0-1 0 0,57-19-140 0 0,94-17 0 0 0,-151 35 150 0 0,0 1 0 0 0,1-1 0 0 0,-1 1 0 0 0,0-1-1 0 0,1 1 1 0 0,-1 0 0 0 0,0 0 0 0 0,1 0-1 0 0,-1 0 1 0 0,0 0 0 0 0,1 0 0 0 0,-1 0 0 0 0,1 0-1 0 0,-1 0 1 0 0,0 1 0 0 0,1-1 0 0 0,-1 0-1 0 0,0 1 1 0 0,0-1 0 0 0,1 1 0 0 0,-1 0 0 0 0,0-1-1 0 0,0 1 1 0 0,0 0 0 0 0,0 0 0 0 0,0 0 0 0 0,0-1-1 0 0,0 1 1 0 0,0 0 0 0 0,0 1 0 0 0,0-1-1 0 0,0 0 1 0 0,-1 0 0 0 0,1 0 0 0 0,0 0 0 0 0,-1 1-1 0 0,1-1 1 0 0,-1 0 0 0 0,1 0 0 0 0,-1 1-1 0 0,0-1 1 0 0,0 0 0 0 0,1 2 0 0 0,-1 5-540 0 0,0 0 0 0 0,-1 0 1 0 0,0 0-1 0 0,0 0 0 0 0,-4 13 1 0 0,3-10-1792 0 0</inkml:trace>
</inkml:ink>
</file>

<file path=ppt/ink/ink6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1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26 628 0 0,'0'0'820'0'0,"14"35"4094"0"0,-19 3 866 0 0,9-54-5313 0 0,-1 12-444 0 0,-1 0-1 0 0,0 0 1 0 0,1 0-1 0 0,0 1 1 0 0,0 0-1 0 0,0-1 1 0 0,0 1-1 0 0,0 0 1 0 0,1 0-1 0 0,-1 1 0 0 0,1-1 1 0 0,6-2-1 0 0,47-22 171 0 0,-50 25-173 0 0,0 0 1 0 0,0 0-1 0 0,1 0 0 0 0,-1 1 1 0 0,14 0-1 0 0,-18 1-13 0 0,-1 0-1 0 0,1 1 0 0 0,0-1 1 0 0,-1 1-1 0 0,1 0 0 0 0,0-1 1 0 0,-1 1-1 0 0,0 1 0 0 0,1-1 1 0 0,-1 0-1 0 0,0 1 1 0 0,1-1-1 0 0,-1 1 0 0 0,0-1 1 0 0,0 1-1 0 0,0 0 0 0 0,0 0 1 0 0,2 4-1 0 0,19 32 96 0 0,-22-37-73 0 0,8 0 25 0 0,0-2 0 0 0,0 1 0 0 0,0-1 0 0 0,14-4 0 0 0,8-3-9 0 0,-16 4-28 0 0,1 0 1 0 0,0 1-1 0 0,32-3 1 0 0,-48 6-22 0 0,1 0 0 0 0,0 1 0 0 0,-1-1 0 0 0,1 0 0 0 0,-1 0 1 0 0,1 0-1 0 0,-1 0 0 0 0,1 0 0 0 0,-1 1 0 0 0,1-1 0 0 0,-1 0 1 0 0,1 0-1 0 0,-1 1 0 0 0,0-1 0 0 0,1 0 0 0 0,-1 1 0 0 0,1-1 0 0 0,-1 0 1 0 0,0 1-1 0 0,1-1 0 0 0,-1 1 0 0 0,0-1 0 0 0,1 1 0 0 0,-1-1 1 0 0,0 1-1 0 0,0-1 0 0 0,1 1 0 0 0,-1-1 0 0 0,0 1 0 0 0,0-1 1 0 0,0 1-1 0 0,0-1 0 0 0,0 1 0 0 0,0-1 0 0 0,0 1 0 0 0,0 0 0 0 0,-2 27-2724 0 0,1-12-3071 0 0,4-4 2884 0 0</inkml:trace>
</inkml:ink>
</file>

<file path=ppt/ink/ink6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2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52 52 0 0,'-16'-46'9312'0'0,"13"45"-9149"0"0,1 0 0 0 0,-1 0 0 0 0,1 0-1 0 0,-1 0 1 0 0,0 1 0 0 0,1 0 0 0 0,-1-1-1 0 0,1 1 1 0 0,-1 0 0 0 0,0 0 0 0 0,1 0 0 0 0,-1 1-1 0 0,0-1 1 0 0,1 0 0 0 0,-1 1 0 0 0,1 0 0 0 0,-1 0-1 0 0,-2 1 1 0 0,-43 21 597 0 0,37-17-593 0 0,1 0 1 0 0,1 1 0 0 0,-1 1 0 0 0,-13 14 0 0 0,20-19-146 0 0,0 0 0 0 0,0 1 0 0 0,0 0 0 0 0,0-1 0 0 0,1 1 0 0 0,0 0 0 0 0,0 0 0 0 0,0 0 0 0 0,0 0 0 0 0,1 1 0 0 0,0-1 1 0 0,-1 0-1 0 0,1 1 0 0 0,0 8 0 0 0,1-11-37 0 0,5 4-55 0 0,-4-6 67 0 0,-1 1 1 0 0,0-1-1 0 0,0 1 1 0 0,0-1-1 0 0,1 1 1 0 0,-1-1-1 0 0,0 0 1 0 0,0 1-1 0 0,1-1 1 0 0,-1 1-1 0 0,1-1 1 0 0,-1 1-1 0 0,0-1 1 0 0,1 0-1 0 0,-1 1 1 0 0,1-1-1 0 0,-1 0 1 0 0,1 1-1 0 0,-1-1 1 0 0,1 0-1 0 0,-1 0 1 0 0,1 0-1 0 0,-1 1 1 0 0,1-1-1 0 0,-1 0 1 0 0,1 0-1 0 0,-1 0 1 0 0,1 0-1 0 0,-1 0 1 0 0,1 0-1 0 0,-1 0 1 0 0,1 0-1 0 0,0 0 1 0 0,-1 0-1 0 0,1-1 1 0 0,26-8-111 0 0,0-1 0 0 0,-1-2 0 0 0,32-18 0 0 0,40-18-57 0 0,-80 40 159 0 0,-11 4 18 0 0,1 1-1 0 0,-1 0 1 0 0,1 0 0 0 0,-1 1 0 0 0,1-1 0 0 0,0 2-1 0 0,14-2 1 0 0,-19 3-3 0 0,1 2-2 0 0,-3-2 1 0 0,0 0-1 0 0,0 0 1 0 0,0 0 0 0 0,0 0 0 0 0,0 1 0 0 0,0-1 0 0 0,0 0-1 0 0,0 1 1 0 0,0-1 0 0 0,-1 0 0 0 0,1 1 0 0 0,0 0 0 0 0,0-1-1 0 0,0 1 1 0 0,-1-1 0 0 0,1 1 0 0 0,0 0 0 0 0,-1-1 0 0 0,1 1-1 0 0,-1 0 1 0 0,1 0 0 0 0,0 1 0 0 0,0 6 28 0 0,-1-4-18 0 0,1 0-1 0 0,-1 0 1 0 0,0 1-1 0 0,1-1 1 0 0,0 0 0 0 0,0 0-1 0 0,1 0 1 0 0,-1 0 0 0 0,1 0-1 0 0,-1 0 1 0 0,1 0 0 0 0,1-1-1 0 0,-1 1 1 0 0,4 4 0 0 0,0-7 15 0 0,1 0 1 0 0,0 0 0 0 0,0 0-1 0 0,-1-1 1 0 0,1 0-1 0 0,0-1 1 0 0,0 1 0 0 0,-1-1-1 0 0,1-1 1 0 0,8-2 0 0 0,0 1 61 0 0,10-3-352 0 0,35-5 2184 0 0,-34 15-2886 0 0,-24-3 627 0 0,0-1 0 0 0,-1 1 0 0 0,1 0 0 0 0,-1 0 0 0 0,1 0 0 0 0,-1 0 0 0 0,1 0 1 0 0,-1 0-1 0 0,0 0 0 0 0,1 1 0 0 0,-1-1 0 0 0,1 3 0 0 0</inkml:trace>
</inkml:ink>
</file>

<file path=ppt/ink/ink6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3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686 181 752 0 0,'-20'-21'1172'0'0,"0"0"0"0"0,-2 1 1 0 0,0 2-1 0 0,-1 0 0 0 0,-26-14 0 0 0,37 25-903 0 0,0 0 0 0 0,0 1-1 0 0,-1 0 1 0 0,0 1 0 0 0,0 0-1 0 0,0 1 1 0 0,0 1 0 0 0,-1 0 0 0 0,1 1-1 0 0,-1 1 1 0 0,0 0 0 0 0,-21 1-1 0 0,32 0-214 0 0,-1 0 0 0 0,1 1-1 0 0,0 0 1 0 0,0-1-1 0 0,1 1 1 0 0,-1 0 0 0 0,0 0-1 0 0,0 1 1 0 0,0-1 0 0 0,1 0-1 0 0,-1 1 1 0 0,0 0-1 0 0,1 0 1 0 0,0 0 0 0 0,-1 0-1 0 0,1 0 1 0 0,0 0 0 0 0,0 0-1 0 0,-2 4 1 0 0,1-1-6 0 0,1-1 0 0 0,0 1 0 0 0,0 0-1 0 0,1-1 1 0 0,-1 1 0 0 0,1 0 0 0 0,0 0 0 0 0,0 0 0 0 0,1 0 0 0 0,0 9 0 0 0,1 7 39 0 0,1 0 0 0 0,1-1 1 0 0,1 0-1 0 0,10 29 1 0 0,-5-22-22 0 0,-2 0 0 0 0,-1 0 1 0 0,-1 1-1 0 0,-1 0 1 0 0,0 43-1 0 0,-4-63-51 0 0,0-1 0 0 0,-1 1 0 0 0,0 0 0 0 0,0 0-1 0 0,-1 0 1 0 0,0-1 0 0 0,-1 1 0 0 0,1-1 0 0 0,-1 0 0 0 0,-1 1 0 0 0,1-1 0 0 0,-1-1 0 0 0,0 1-1 0 0,-1-1 1 0 0,0 1 0 0 0,0-1 0 0 0,0 0 0 0 0,-1-1 0 0 0,0 0 0 0 0,0 1 0 0 0,0-2 0 0 0,0 1-1 0 0,-1-1 1 0 0,-8 4 0 0 0,6-4 51 0 0,0 0 1 0 0,0-1-1 0 0,-1-1 0 0 0,1 1 0 0 0,-1-2 0 0 0,1 1 0 0 0,-1-1 0 0 0,0-1 0 0 0,0 1 1 0 0,1-2-1 0 0,-1 1 0 0 0,0-1 0 0 0,-15-4 0 0 0,21 4-77 0 0,0 0 1 0 0,0 0-1 0 0,0-1 1 0 0,0 1-1 0 0,1-1 0 0 0,-1 0 1 0 0,0 0-1 0 0,1 0 0 0 0,-1-1 1 0 0,1 1-1 0 0,0-1 1 0 0,0 0-1 0 0,0 1 0 0 0,0-1 1 0 0,0-1-1 0 0,1 1 1 0 0,0 0-1 0 0,-1-1 0 0 0,1 1 1 0 0,0-1-1 0 0,1 0 0 0 0,-1 1 1 0 0,0-1-1 0 0,1 0 1 0 0,0 0-1 0 0,0 0 0 0 0,0 0 1 0 0,1 0-1 0 0,-1-1 0 0 0,1 1 1 0 0,0 0-1 0 0,0 0 1 0 0,1 0-1 0 0,0-5 0 0 0,0 5-135 0 0,0 0 0 0 0,0 0-1 0 0,0 0 1 0 0,1 1 0 0 0,-1-1-1 0 0,1 0 1 0 0,0 1-1 0 0,0-1 1 0 0,1 1 0 0 0,-1-1-1 0 0,0 1 1 0 0,1 0 0 0 0,0 0-1 0 0,4-3 1 0 0,48-31-6428 0 0,-32 25 3272 0 0</inkml:trace>
</inkml:ink>
</file>

<file path=ppt/ink/ink6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3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1 236 392 0 0,'30'-11'1030'0'0,"1"-1"0"0"0,-2-1 0 0 0,0-2 0 0 0,0-1 0 0 0,-2-1 0 0 0,0-1 0 0 0,48-44-1 0 0,-72 60-871 0 0,-1 0-1 0 0,1-1 1 0 0,-1 1-1 0 0,1-1 0 0 0,-1 1 1 0 0,0-1-1 0 0,0 0 0 0 0,-1 0 1 0 0,1 1-1 0 0,0-1 0 0 0,-1-1 1 0 0,0 1-1 0 0,0 0 0 0 0,0 0 1 0 0,0 0-1 0 0,1-7 0 0 0,-2 8 307 0 0,-13-7 492 0 0,12 8-934 0 0,1 0-1 0 0,-1 1 1 0 0,0-1 0 0 0,1 1 0 0 0,-1-1-1 0 0,0 1 1 0 0,0-1 0 0 0,1 1 0 0 0,-1 0-1 0 0,0-1 1 0 0,0 1 0 0 0,0 0 0 0 0,1 0-1 0 0,-1-1 1 0 0,0 1 0 0 0,0 0 0 0 0,0 0-1 0 0,0 0 1 0 0,0 0 0 0 0,1 0 0 0 0,-1 0-1 0 0,0 0 1 0 0,-1 1 0 0 0,-6 0 85 0 0,1 0 0 0 0,0 0-1 0 0,-1 1 1 0 0,1 0 0 0 0,0 0 0 0 0,0 1 0 0 0,0 0 0 0 0,1 0 0 0 0,-1 1-1 0 0,1 0 1 0 0,-1 0 0 0 0,1 0 0 0 0,1 1 0 0 0,-1 0 0 0 0,1 0 0 0 0,-1 0 0 0 0,-4 7-1 0 0,8-9-75 0 0,0 1 1 0 0,0-1-1 0 0,0 0 0 0 0,1 0 0 0 0,-1 1 0 0 0,1-1 0 0 0,0 1 0 0 0,0 0 0 0 0,0-1 0 0 0,0 1 0 0 0,1 0 0 0 0,-1-1 0 0 0,1 1 0 0 0,0 0 1 0 0,0 0-1 0 0,1-1 0 0 0,-1 1 0 0 0,1 0 0 0 0,-1 0 0 0 0,1-1 0 0 0,0 1 0 0 0,1-1 0 0 0,-1 1 0 0 0,1-1 0 0 0,-1 0 0 0 0,1 1 0 0 0,0-1 1 0 0,0 0-1 0 0,1 0 0 0 0,-1 0 0 0 0,1 0 0 0 0,-1-1 0 0 0,1 1 0 0 0,0-1 0 0 0,3 3 0 0 0,2 1-141 0 0,0 0-1 0 0,1-1 0 0 0,-1 0 1 0 0,1-1-1 0 0,0 0 1 0 0,0 0-1 0 0,1-1 1 0 0,-1 0-1 0 0,1 0 0 0 0,-1-1 1 0 0,1-1-1 0 0,16 1 1 0 0,-7-1-445 0 0,0-1 0 0 0,0-1 0 0 0,0-1 1 0 0,0 0-1 0 0,29-9 0 0 0,22-16-1638 0 0,-25 1-2267 0 0,-20 11 1721 0 0</inkml:trace>
</inkml:ink>
</file>

<file path=ppt/ink/ink6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3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4120 0 0,'19'-16'585'0'0,"0"0"1"0"0,22-25-1 0 0,-14 13 2084 0 0,-24 30-2562 0 0,0-1-1 0 0,0 1 0 0 0,0-1 0 0 0,0 1 0 0 0,-1 0 0 0 0,1 0 0 0 0,0 0 0 0 0,-1 0 0 0 0,1 1 0 0 0,-1-1 0 0 0,0 1 0 0 0,0-1 1 0 0,0 1-1 0 0,0 0 0 0 0,0 0 0 0 0,-1 0 0 0 0,2 3 0 0 0,-2 55 963 0 0,-1-58-768 0 0,1-6-343 0 0,1 1 37 0 0,-1 0 0 0 0,0 0 0 0 0,1 1 0 0 0,-1-1 0 0 0,1 0 1 0 0,-1 0-1 0 0,1 1 0 0 0,0-1 0 0 0,0 1 0 0 0,2-3 0 0 0,-1 3-3 0 0,11-12-15 0 0,1 0 0 0 0,1 1 0 0 0,1 1 0 0 0,-1 1 0 0 0,2 0-1 0 0,-1 1 1 0 0,1 1 0 0 0,0 1 0 0 0,1 0 0 0 0,0 2 0 0 0,35-7 0 0 0,-49 12 27 0 0,0-1 0 0 0,0 0-1 0 0,1 0 1 0 0,-1 1-1 0 0,0 0 0 0 0,1 0 1 0 0,-1 0-1 0 0,0 1 0 0 0,0 0 1 0 0,1 0-1 0 0,-1 0 0 0 0,0 1 1 0 0,0-1-1 0 0,0 1 1 0 0,0 1-1 0 0,0-1 0 0 0,-1 1 1 0 0,7 3-1 0 0,-9-4 2 0 0,-1-1 0 0 0,1 1 0 0 0,-1 0 0 0 0,1-1 0 0 0,-1 1 0 0 0,1 0 0 0 0,-1 0 1 0 0,0 0-1 0 0,0 0 0 0 0,2 4 0 0 0,2 4 38 0 0,-4-8-19 0 0,1 1-6 0 0,-2-2-13 0 0,1-1-1 0 0,-1 1 1 0 0,0-1 0 0 0,0 1-1 0 0,0-1 1 0 0,0 0-1 0 0,1 1 1 0 0,-1-1 0 0 0,0 1-1 0 0,0-1 1 0 0,1 0 0 0 0,-1 1-1 0 0,0-1 1 0 0,0 0-1 0 0,1 1 1 0 0,-1-1 0 0 0,1 0-1 0 0,-1 0 1 0 0,0 1-1 0 0,1-1 1 0 0,-1 0 0 0 0,0 0-1 0 0,1 0 1 0 0,-1 1 0 0 0,1-1-1 0 0,-1 0 1 0 0,1 0-1 0 0,-1 0 1 0 0,1 0 0 0 0,-1 0-1 0 0,0 0 1 0 0,1 0 0 0 0,-1 0-1 0 0,1 0 1 0 0,-1 0-1 0 0,1 0 1 0 0,-1 0 0 0 0,1 0-1 0 0,-1 0 1 0 0,0-1-1 0 0,1 1 1 0 0,-1 0 0 0 0,1 0-1 0 0,-1 0 1 0 0,0-1 0 0 0,1 1-1 0 0,-1 0 1 0 0,1-1-1 0 0,12-5 55 0 0,1 1-1 0 0,0 0 0 0 0,0 0 0 0 0,24-3 1 0 0,-31 7-8 0 0,0 0 0 0 0,-1 0 1 0 0,1 1-1 0 0,0-1 0 0 0,0 2 0 0 0,0-1 1 0 0,0 1-1 0 0,-1 0 0 0 0,1 1 1 0 0,0-1-1 0 0,-1 1 0 0 0,12 5 1 0 0,-14-4-94 0 0,-1 0 0 0 0,0-1 0 0 0,0 1 0 0 0,0 0 0 0 0,0 0 1 0 0,0 1-1 0 0,-1-1 0 0 0,0 0 0 0 0,1 1 0 0 0,-1 0 0 0 0,0-1 1 0 0,-1 1-1 0 0,3 7 0 0 0,-2-6-977 0 0,0 0-1 0 0,0 1 1 0 0,1-1 0 0 0,0-1-1 0 0,0 1 1 0 0,4 4 0 0 0,-1-3-1859 0 0</inkml:trace>
</inkml:ink>
</file>

<file path=ppt/ink/ink6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4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221 643 336 0 0,'-2'-3'925'0'0,"1"1"-1"0"0,-1 0 1 0 0,0-1 0 0 0,0 1-1 0 0,0 0 1 0 0,0 0 0 0 0,0 0 0 0 0,0 0-1 0 0,-4-2 1 0 0,-6 8-545 0 0,0 1-1 0 0,1 0 1 0 0,-1 0 0 0 0,1 1 0 0 0,0 1 0 0 0,1 0-1 0 0,0 0 1 0 0,0 1 0 0 0,-16 17 0 0 0,-34 22 839 0 0,47-33-652 0 0,17-4-184 0 0,-3-10-375 0 0,1 1 0 0 0,-1 0 0 0 0,0-1 0 0 0,1 1 1 0 0,-1 0-1 0 0,0-1 0 0 0,1 0 0 0 0,-1 1 0 0 0,1-1 0 0 0,-1 0 0 0 0,1 0 0 0 0,-1 0 0 0 0,1 0 0 0 0,-1 0 0 0 0,1 0 0 0 0,1 0 0 0 0,146-49-586 0 0,-143 48 550 0 0,1 0-1 0 0,-1 1 1 0 0,0 0-1 0 0,0 0 1 0 0,0 1-1 0 0,0-1 1 0 0,7 3-1 0 0,24 1-33 0 0,-23-6 42 0 0,1 0 1 0 0,-2 0 0 0 0,1-2 0 0 0,0 0-1 0 0,-1 0 1 0 0,1-1 0 0 0,-1-1-1 0 0,0 0 1 0 0,-1-1 0 0 0,0 0 0 0 0,0-1-1 0 0,12-10 1 0 0,-14 7 8 0 0,-9 10 9 0 0,0-1 1 0 0,0 1-1 0 0,0 0 0 0 0,-1 0 0 0 0,2 0 1 0 0,-1 0-1 0 0,0 0 0 0 0,0 0 1 0 0,0 0-1 0 0,0 0 0 0 0,1 1 0 0 0,-1-1 1 0 0,0 0-1 0 0,1 1 0 0 0,-1-1 0 0 0,0 1 1 0 0,3-1-1 0 0,0 37 59 0 0,-4-33-52 0 0,0 0-1 0 0,1-1 1 0 0,-1 1-1 0 0,1 0 1 0 0,0 0-1 0 0,0-1 0 0 0,0 1 1 0 0,0 0-1 0 0,0-1 1 0 0,0 1-1 0 0,1-1 1 0 0,0 0-1 0 0,-1 1 0 0 0,1-1 1 0 0,0 0-1 0 0,0 0 1 0 0,0 0-1 0 0,0 0 1 0 0,0 0-1 0 0,1-1 1 0 0,-1 1-1 0 0,0-1 0 0 0,1 1 1 0 0,0-1-1 0 0,-1 0 1 0 0,1 0-1 0 0,-1 0 1 0 0,1 0-1 0 0,0-1 1 0 0,0 1-1 0 0,0-1 0 0 0,-1 1 1 0 0,1-1-1 0 0,0 0 1 0 0,0 0-1 0 0,0-1 1 0 0,0 1-1 0 0,-1 0 0 0 0,1-1 1 0 0,4-1-1 0 0,108-8-59 0 0,-94 10 3 0 0,1-1 1 0 0,-1-1 0 0 0,0-1 0 0 0,0 0-1 0 0,0-2 1 0 0,36-13 0 0 0,-41 10 37 0 0,0-1 0 0 0,-1 0 0 0 0,0-1 0 0 0,-1-1 0 0 0,0 0 0 0 0,-1-1 0 0 0,0-1 0 0 0,-1 0 0 0 0,0 0 0 0 0,-1-2 0 0 0,0 1 0 0 0,-2-1 0 0 0,1 0 0 0 0,-2-1 0 0 0,7-17 0 0 0,0-3 12 0 0,-2-1-1 0 0,-2 0 1 0 0,-1-1 0 0 0,-2 1 0 0 0,6-74-1 0 0,-13 96 158 0 0,0 0-1 0 0,-1 0 1 0 0,0-1-1 0 0,-1 1 1 0 0,-1 0-1 0 0,0 0 1 0 0,-1 0 0 0 0,-9-26-1 0 0,12 40-145 0 0,0 1-1 0 0,-1 0 1 0 0,1-1-1 0 0,0 1 1 0 0,0 0-1 0 0,-1 0 1 0 0,1-1-1 0 0,0 1 1 0 0,0 0-1 0 0,-1 0 1 0 0,1-1-1 0 0,0 1 1 0 0,-1 0-1 0 0,1 0 1 0 0,0 0-1 0 0,-1-1 1 0 0,1 1-1 0 0,0 0 1 0 0,-1 0-1 0 0,1 0 1 0 0,0 0-1 0 0,-1 0 1 0 0,1 0-1 0 0,-1 0 1 0 0,1 0-1 0 0,0 0 1 0 0,-1 0-1 0 0,1 0 1 0 0,-1 0-1 0 0,1 0 1 0 0,0 0-1 0 0,-1 0 1 0 0,1 0-1 0 0,0 0 1 0 0,-1 1-1 0 0,1-1 1 0 0,0 0-1 0 0,-1 0 1 0 0,1 0-1 0 0,0 1 1 0 0,-1-1-1 0 0,1 1 1 0 0,-12 8 79 0 0,12-8-86 0 0,-9 9 54 0 0,1 0 0 0 0,0 1-1 0 0,1 1 1 0 0,0-1 0 0 0,1 1-1 0 0,0 0 1 0 0,1 1 0 0 0,1-1-1 0 0,-1 1 1 0 0,-3 26 0 0 0,4-15 16 0 0,1 1 1 0 0,1 0-1 0 0,1 0 1 0 0,4 49 0 0 0,1-47-4 0 0,0 1 0 0 0,2 0 0 0 0,18 50 0 0 0,-20-67-16 0 0,1 0 1 0 0,0-1 0 0 0,0 0 0 0 0,1 0-1 0 0,0 0 1 0 0,1-1 0 0 0,0 0 0 0 0,1 0-1 0 0,0-1 1 0 0,0 0 0 0 0,1 0 0 0 0,12 8-1 0 0,-19-14-2 0 0,-1-1-1 0 0,1-1 0 0 0,0 1 1 0 0,-1 0-1 0 0,1 0 0 0 0,0 0 0 0 0,-1-1 1 0 0,1 1-1 0 0,0-1 0 0 0,0 1 1 0 0,0-1-1 0 0,-1 0 0 0 0,1 0 1 0 0,0 0-1 0 0,0 0 0 0 0,0 0 0 0 0,0 0 1 0 0,-1 0-1 0 0,1-1 0 0 0,0 1 1 0 0,0-1-1 0 0,0 1 0 0 0,-1-1 1 0 0,1 0-1 0 0,0 1 0 0 0,-1-1 1 0 0,1 0-1 0 0,-1 0 0 0 0,1 0 0 0 0,1-2 1 0 0,-2 2-374 0 0,3 0-614 0 0,5-4-4737 0 0</inkml:trace>
</inkml:ink>
</file>

<file path=ppt/ink/ink6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5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30 156 0 0,'0'-8'2193'0'0,"-1"2"2209"0"0,0 5-4212 0 0,0 0 0 0 0,0 0 0 0 0,0 0 0 0 0,0 0-1 0 0,0 0 1 0 0,0 0 0 0 0,0 0 0 0 0,0 0 0 0 0,0 0-1 0 0,0 1 1 0 0,0-1 0 0 0,0 0 0 0 0,-1 1 0 0 0,1-1 0 0 0,0 1-1 0 0,-1-1 1 0 0,1 1 0 0 0,0-1 0 0 0,-1 1 0 0 0,1 0-1 0 0,0 0 1 0 0,-1 0 0 0 0,1 0 0 0 0,-1 0 0 0 0,1 0-1 0 0,0 0 1 0 0,-1 0 0 0 0,1 1 0 0 0,0-1 0 0 0,-1 0 0 0 0,1 1-1 0 0,0-1 1 0 0,-1 1 0 0 0,-1 1 0 0 0,1-2-51 0 0,0 1 1 0 0,1 0 0 0 0,-1 0-1 0 0,0 0 1 0 0,1 0-1 0 0,-1 0 1 0 0,1 1-1 0 0,-1-1 1 0 0,1 0 0 0 0,0 1-1 0 0,-1-1 1 0 0,1 1-1 0 0,0-1 1 0 0,0 1 0 0 0,0 0-1 0 0,0-1 1 0 0,0 1-1 0 0,0 0 1 0 0,1 0-1 0 0,-1-1 1 0 0,1 1 0 0 0,-1 0-1 0 0,1 0 1 0 0,0 0-1 0 0,-1 0 1 0 0,1 0 0 0 0,0 0-1 0 0,0 0 1 0 0,1 2-1 0 0,-1-1-67 0 0,1 0 0 0 0,0 0 1 0 0,0 0-1 0 0,0 0 0 0 0,0 0 0 0 0,1-1 0 0 0,-1 1 0 0 0,1 0 0 0 0,0-1 0 0 0,-1 1 0 0 0,1-1 0 0 0,0 0 1 0 0,1 1-1 0 0,-1-1 0 0 0,0 0 0 0 0,5 3 0 0 0,-1-2-88 0 0,0 1 0 0 0,0-1 0 0 0,1 0 0 0 0,0 0 0 0 0,-1-1 1 0 0,15 3-1 0 0,3-1-694 0 0,1-1 0 0 0,0-2 1 0 0,29-1-1 0 0,-37-1-437 0 0,0-1-1 0 0,31-7 1 0 0,3-6-4496 0 0,-21 4 1834 0 0</inkml:trace>
</inkml:ink>
</file>

<file path=ppt/ink/ink6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5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4 100 444 0 0,'-3'-11'3540'0'0,"19"-8"-2592"0"0,-4 11-71 0 0,3-1-121 0 0,2 2-48 0 0,6-1-168 0 0,3 0-164 0 0,-1 1-288 0 0,-3 4-304 0 0,9 0-380 0 0,-8-2-648 0 0,5 1-1353 0 0,-5-3 601 0 0</inkml:trace>
</inkml:ink>
</file>

<file path=ppt/ink/ink6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7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80 371 616 0 0,'-10'-17'3428'0'0,"0"3"1982"0"0,9 14-5355 0 0,1 1-1 0 0,-1 0 1 0 0,0-1-1 0 0,1 1 0 0 0,-1 0 1 0 0,1 0-1 0 0,0-1 1 0 0,-1 1-1 0 0,1 0 0 0 0,0 0 1 0 0,-1 0-1 0 0,1-1 1 0 0,0 1-1 0 0,0 0 0 0 0,0 0 1 0 0,-1 0-1 0 0,1 0 1 0 0,0-1-1 0 0,0 1 0 0 0,0 0 1 0 0,1 0-1 0 0,-1 1 1 0 0,-14 351 3392 0 0,4-269-2824 0 0,9-82-496 0 0,1-2-110 0 0,0-1-1 0 0,0 1 0 0 0,0 0 1 0 0,0 0-1 0 0,-1 0 1 0 0,1 0-1 0 0,0 0 0 0 0,0 0 1 0 0,0 0-1 0 0,0 0 0 0 0,-1 0 1 0 0,1 0-1 0 0,0 0 0 0 0,0 0 1 0 0,0 0-1 0 0,0 0 0 0 0,0 0 1 0 0,-1 0-1 0 0,1 0 1 0 0,0 0-1 0 0,0 0 0 0 0,0 0 1 0 0,0 0-1 0 0,-1 0 0 0 0,1 0 1 0 0,0 0-1 0 0,0 1 0 0 0,0-1 1 0 0,0 0-1 0 0,0 0 0 0 0,0 0 1 0 0,-1 0-1 0 0,1 0 1 0 0,0 0-1 0 0,0 0 0 0 0,0 1 1 0 0,0-1-1 0 0,0 0 0 0 0,0 0 1 0 0,0 0-1 0 0,0 0 0 0 0,0 0 1 0 0,0 1-1 0 0,-1-1 0 0 0,1 0 1 0 0,0 0-1 0 0,0 0 1 0 0,0 0-1 0 0,0 0 0 0 0,0 1 1 0 0,0-1-1 0 0,0 0 0 0 0,0 0 1 0 0,0 0-1 0 0,0 0 0 0 0,0 1 1 0 0,1-1-1 0 0,-1 0 0 0 0,0 0 1 0 0,0 0-1 0 0,0 0 1 0 0,0 0-1 0 0,0 1 0 0 0,0-1 1 0 0,0 0-1 0 0,0 0 0 0 0,0 0 1 0 0,1 0-1 0 0,-8-17 264 0 0,-2-32-161 0 0,6 4-10 0 0,-2-41 65 0 0,7-119-1 0 0,0 180-155 0 0,1 1 0 0 0,1-1 1 0 0,1 1-1 0 0,1 0 0 0 0,1 1 0 0 0,2-1 0 0 0,0 2 0 0 0,1-1 0 0 0,21-33 0 0 0,-23 45-15 0 0,1 0-1 0 0,0 1 1 0 0,0 0 0 0 0,1 1-1 0 0,1 0 1 0 0,-1 0-1 0 0,1 1 1 0 0,1 1-1 0 0,-1 0 1 0 0,1 0-1 0 0,1 1 1 0 0,-1 1 0 0 0,1 0-1 0 0,0 1 1 0 0,14-3-1 0 0,-20 5 0 0 0,0 1-1 0 0,0 0 0 0 0,0 0 1 0 0,0 0-1 0 0,0 1 0 0 0,0 0 1 0 0,1 1-1 0 0,-1 0 0 0 0,0 0 0 0 0,0 0 1 0 0,0 1-1 0 0,-1 0 0 0 0,1 0 1 0 0,0 1-1 0 0,-1 0 0 0 0,1 0 1 0 0,-1 1-1 0 0,0-1 0 0 0,0 1 1 0 0,0 1-1 0 0,-1-1 0 0 0,1 1 1 0 0,-1 0-1 0 0,0 0 0 0 0,-1 0 1 0 0,1 1-1 0 0,-1 0 0 0 0,0 0 1 0 0,6 12-1 0 0,-8-14-2 0 0,0-1 0 0 0,-1 1-1 0 0,1 0 1 0 0,-1 0 0 0 0,0 0 0 0 0,0 1 0 0 0,-1-1 0 0 0,1 0 0 0 0,-1 0-1 0 0,0 0 1 0 0,0 1 0 0 0,0-1 0 0 0,0 0 0 0 0,-1 0 0 0 0,0 1-1 0 0,1-1 1 0 0,-4 6 0 0 0,2-4 2 0 0,-2 1-1 0 0,1-1 1 0 0,-1 0-1 0 0,0 0 1 0 0,0 0 0 0 0,-1 0-1 0 0,0-1 1 0 0,0 1-1 0 0,-8 6 1 0 0,-1-1-5 0 0,0-1 1 0 0,-1-1-1 0 0,1 0 0 0 0,-2-1 1 0 0,1 0-1 0 0,-1-2 1 0 0,-31 10-1 0 0,35-13-185 0 0,0-1 0 0 0,-1 0-1 0 0,1 0 1 0 0,-19-1 0 0 0,25-2-268 0 0,1 1 0 0 0,-1-1 0 0 0,0 0 0 0 0,1 0 1 0 0,-1-1-1 0 0,1 1 0 0 0,-6-4 0 0 0,2-4-2049 0 0,8 3-1831 0 0,2-7 1152 0 0</inkml:trace>
</inkml:ink>
</file>

<file path=ppt/ink/ink6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0 342 232 0 0,'19'-1'869'0'0,"0"1"1"0"0,0 0-1 0 0,0 2 0 0 0,-1 0 1 0 0,23 6-1 0 0,-34-7-660 0 0,-1 1 0 0 0,0 0 0 0 0,1 0 0 0 0,-1 0 0 0 0,0 1 1 0 0,0 0-1 0 0,0 0 0 0 0,-1 1 0 0 0,1 0 0 0 0,-1 0 0 0 0,0 0 0 0 0,0 1 0 0 0,0-1 0 0 0,-1 1 0 0 0,1 0 1 0 0,-1 1-1 0 0,0-1 0 0 0,3 8 0 0 0,-5-11-138 0 0,-1 0 1 0 0,-1 1-1 0 0,1-1 0 0 0,0 0 1 0 0,0 1-1 0 0,-1-1 1 0 0,0 1-1 0 0,1-1 0 0 0,-1 1 1 0 0,0-1-1 0 0,0 1 0 0 0,0-1 1 0 0,-1 1-1 0 0,1-1 1 0 0,-1 3-1 0 0,0-3-38 0 0,1-1 0 0 0,-1 0 0 0 0,1 0 0 0 0,-1 0 0 0 0,0 0 0 0 0,1 1 0 0 0,-1-1 0 0 0,0 0 0 0 0,0 0 0 0 0,0 0 0 0 0,0 0 0 0 0,0-1 0 0 0,0 1-1 0 0,0 0 1 0 0,0 0 0 0 0,0-1 0 0 0,-1 1 0 0 0,1 0 0 0 0,0-1 0 0 0,0 0 0 0 0,-1 1 0 0 0,1-1 0 0 0,0 1 0 0 0,-1-1 0 0 0,1 0 0 0 0,0 0 0 0 0,-1 0 0 0 0,-1 0 0 0 0,2 0-31 0 0,0 0 1 0 0,0 0-1 0 0,0 0 0 0 0,0-1 1 0 0,0 1-1 0 0,0 0 0 0 0,1 0 0 0 0,-1-1 1 0 0,0 1-1 0 0,0 0 0 0 0,0-1 1 0 0,0 1-1 0 0,1-1 0 0 0,-1 1 0 0 0,0-1 1 0 0,1 0-1 0 0,-1 1 0 0 0,0-1 1 0 0,1 0-1 0 0,-1 1 0 0 0,1-1 1 0 0,-1 0-1 0 0,1 1 0 0 0,-1-1 0 0 0,1 0 1 0 0,-1 0-1 0 0,1 0 0 0 0,0 0 1 0 0,-1 0-1 0 0,1 1 0 0 0,0-1 0 0 0,0 0 1 0 0,0 0-1 0 0,0 0 0 0 0,0 0 1 0 0,0 0-1 0 0,0 0 0 0 0,0 0 1 0 0,0 0-1 0 0,0 0 0 0 0,0 1 0 0 0,1-1 1 0 0,-1 0-1 0 0,0 0 0 0 0,1 0 1 0 0,0-1-1 0 0,0-3-7 0 0,1 0-1 0 0,0 0 1 0 0,0 0 0 0 0,0 0 0 0 0,1 0 0 0 0,4-7-1 0 0,2 1-6 0 0,1 0-1 0 0,-1 1 1 0 0,2 1-1 0 0,-1-1 1 0 0,1 2-1 0 0,1-1 1 0 0,0 2-1 0 0,0-1 0 0 0,0 2 1 0 0,22-9-1 0 0,-32 14 11 0 0,-1 1-1 0 0,1 0 0 0 0,0 0 1 0 0,-1 0-1 0 0,1 0 0 0 0,0 0 0 0 0,-1 0 1 0 0,1 0-1 0 0,-1 1 0 0 0,1-1 1 0 0,0 1-1 0 0,-1-1 0 0 0,1 1 1 0 0,-1-1-1 0 0,1 1 0 0 0,-1 0 0 0 0,0 0 1 0 0,1 0-1 0 0,-1 0 0 0 0,0 0 1 0 0,2 1-1 0 0,29 32-4 0 0,-11-11 17 0 0,-12-16-3 0 0,0 0 0 0 0,1-1-1 0 0,0 0 1 0 0,0 0 0 0 0,0-1-1 0 0,17 5 1 0 0,-24-9-9 0 0,1 0 1 0 0,0 0 0 0 0,0-1-1 0 0,0 1 1 0 0,0-1 0 0 0,0 0-1 0 0,0 0 1 0 0,0-1 0 0 0,0 1 0 0 0,0-1-1 0 0,0 0 1 0 0,0 1 0 0 0,-1-2-1 0 0,1 1 1 0 0,0 0 0 0 0,-1-1-1 0 0,1 0 1 0 0,-1 0 0 0 0,1 0-1 0 0,-1 0 1 0 0,0 0 0 0 0,0-1-1 0 0,4-3 1 0 0,-5 4 0 0 0,-1 0 0 0 0,1 1 0 0 0,0-1 0 0 0,-1 0 0 0 0,1 0 0 0 0,-1 0 0 0 0,0-1 0 0 0,0 1 0 0 0,0 0 0 0 0,0 0 0 0 0,0-1 0 0 0,0 1 0 0 0,0-1 0 0 0,-1 1 0 0 0,0-1 0 0 0,1 1 0 0 0,-1-4 0 0 0,-10-45 417 0 0,9 49-373 0 0,1 1-34 0 0,0 1 1 0 0,-1-1-1 0 0,1 1 1 0 0,0-1-1 0 0,-1 0 1 0 0,1 1-1 0 0,0-1 1 0 0,0 0-1 0 0,-1 1 1 0 0,1-1-1 0 0,0 0 1 0 0,0 0-1 0 0,0 1 1 0 0,0-1-1 0 0,0 0 1 0 0,0 1-1 0 0,0-1 1 0 0,0 0-1 0 0,1-1 1 0 0,7-2-24 0 0,0 0 0 0 0,0 1 0 0 0,0 0 0 0 0,1 0 0 0 0,0 1 0 0 0,-1 0 0 0 0,15-2 0 0 0,22-5-106 0 0,-19 1-3 0 0,1 0 0 0 0,41-21 0 0 0,-60 24 103 0 0,1 0 1 0 0,-1 0-1 0 0,1-1 0 0 0,-2 0 0 0 0,1-1 0 0 0,-1 0 1 0 0,0 0-1 0 0,0 0 0 0 0,-1-1 0 0 0,0 0 0 0 0,5-9 1 0 0,-5 7 137 0 0,0 0 1 0 0,-1 0 0 0 0,-1-1 0 0 0,0 1 0 0 0,0-1 0 0 0,-1 0-1 0 0,0-1 1 0 0,-1 1 0 0 0,1-17 0 0 0,-4 26 535 0 0,-2 7-271 0 0,-7 20-166 0 0,-10 39-167 0 0,-82 425 496 0 0,84-383-446 0 0,10-56-24 0 0,-23 80 0 0 0,27-109-54 0 0,4-18 56 0 0,-1 0 0 0 0,1 0 0 0 0,-1 0 1 0 0,0-1-1 0 0,0 1 0 0 0,0 0 0 0 0,0 0 0 0 0,0-1 0 0 0,0 1 1 0 0,-1-1-1 0 0,1 1 0 0 0,-3 2 0 0 0,-5-31 243 0 0,9 14-268 0 0,0 0 0 0 0,1 0-1 0 0,0 0 1 0 0,0 0 0 0 0,2 0 0 0 0,-1 0 0 0 0,2 1 0 0 0,-1-1 0 0 0,9-17-1 0 0,-3 6 13 0 0,6-16-25 0 0,1 0 1 0 0,2 1 0 0 0,2 1-1 0 0,31-44 1 0 0,-34 58-57 0 0,1 0-1 0 0,1 0 1 0 0,1 2-1 0 0,1 1 1 0 0,1 0-1 0 0,46-32 1 0 0,-60 48 1 0 0,1-1 0 0 0,-1 1 1 0 0,1 0-1 0 0,0 1 1 0 0,10-4-1 0 0,-16 7-2 0 0,0-1-1 0 0,0 0 0 0 0,0 1 1 0 0,0-1-1 0 0,0 1 0 0 0,0 0 1 0 0,1 0-1 0 0,-1 0 1 0 0,0 0-1 0 0,0 1 0 0 0,0-1 1 0 0,0 1-1 0 0,0 0 0 0 0,0 0 1 0 0,0 0-1 0 0,0 0 0 0 0,4 3 1 0 0,-6-3-1 0 0,-1-1 0 0 0,1 1 0 0 0,-1 0 0 0 0,1 0 0 0 0,-1 0 0 0 0,1-1 0 0 0,-1 1 0 0 0,0 0 0 0 0,0 0 0 0 0,1 0 0 0 0,-1 0 0 0 0,0 0 0 0 0,0 0 0 0 0,0 0 0 0 0,0 0-1 0 0,0 0 1 0 0,0 0 0 0 0,0 0 0 0 0,0 0 0 0 0,0 0 0 0 0,-1-1 0 0 0,1 1 0 0 0,0 0 0 0 0,-1 0 0 0 0,1 0 0 0 0,0 0 0 0 0,-1 0 0 0 0,1 0 0 0 0,-1-1 0 0 0,1 1 0 0 0,-1 0 0 0 0,0 0 0 0 0,1-1 0 0 0,-2 2 0 0 0,-20 23-453 0 0,-24 6-2003 0 0,15-19-4526 0 0</inkml:trace>
</inkml:ink>
</file>

<file path=ppt/ink/ink6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9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1 671 788 0 0,'0'0'3498'0'0,"3"-2"-2814"0"0,10-5-66 0 0,-1 0 0 0 0,-1-1 0 0 0,1 0 0 0 0,-1-1 0 0 0,-1-1 0 0 0,0 0 0 0 0,0 0 0 0 0,16-23 0 0 0,-24 29 2689 0 0,-11 13-3632 0 0,4-4 495 0 0,4-3-155 0 0,0 0-1 0 0,1 1 1 0 0,-1-1 0 0 0,0 0 0 0 0,0 0 0 0 0,1 1-1 0 0,0-1 1 0 0,-1 0 0 0 0,1 1 0 0 0,0-1 0 0 0,0 0-1 0 0,0 1 1 0 0,1-1 0 0 0,-1 1 0 0 0,0-1-1 0 0,1 0 1 0 0,0 0 0 0 0,-1 1 0 0 0,1-1 0 0 0,0 0-1 0 0,0 0 1 0 0,2 3 0 0 0,-2-3-28 0 0,1-1 1 0 0,-1 0 0 0 0,0 0-1 0 0,1 0 1 0 0,-1 0-1 0 0,1 0 1 0 0,-1 0-1 0 0,1 0 1 0 0,-1 0-1 0 0,1-1 1 0 0,0 1 0 0 0,-1-1-1 0 0,1 1 1 0 0,0-1-1 0 0,-1 1 1 0 0,1-1-1 0 0,0 0 1 0 0,0 0-1 0 0,-1 0 1 0 0,1 0-1 0 0,0 0 1 0 0,0 0 0 0 0,-1-1-1 0 0,4 0 1 0 0,47-15-241 0 0,-38 10 150 0 0,64-30-329 0 0,-60 27 286 0 0,0 0 1 0 0,1 1 0 0 0,27-9-1 0 0,-40 17 131 0 0,-1 0-1 0 0,1 0 1 0 0,-1 1 0 0 0,0 0-1 0 0,1 0 1 0 0,-1 0-1 0 0,0 0 1 0 0,1 1 0 0 0,5 3-1 0 0,29 6-23 0 0,-20-9 29 0 0,1-2 1 0 0,-1 1 0 0 0,1-2 0 0 0,-1-1-1 0 0,1-1 1 0 0,-1 0 0 0 0,0-2-1 0 0,0 0 1 0 0,0-1 0 0 0,-1-1-1 0 0,0-1 1 0 0,0-1 0 0 0,30-19 0 0 0,-34 18 0 0 0,-1 0 0 0 0,-1-1 0 0 0,0-1 0 0 0,0 0 0 0 0,-1-1 0 0 0,-1 0 1 0 0,0-1-1 0 0,-1 0 0 0 0,-1-1 0 0 0,0 0 0 0 0,0-1 0 0 0,-2 1 0 0 0,0-1 1 0 0,-1-1-1 0 0,-1 1 0 0 0,6-26 0 0 0,-7 17 92 0 0,0 1 0 0 0,1-46 0 0 0,-5 62 4 0 0,0 1 0 0 0,-1 0 0 0 0,0 0 0 0 0,0 0 0 0 0,0 0 1 0 0,-1 0-1 0 0,0 0 0 0 0,-1 0 0 0 0,1 1 0 0 0,-1-1 1 0 0,-1 1-1 0 0,1 0 0 0 0,-1-1 0 0 0,-5-5 0 0 0,8 11-72 0 0,0 1 0 0 0,0-1 0 0 0,0 1 0 0 0,0 0 0 0 0,0-1 0 0 0,0 1 0 0 0,0 0 0 0 0,0 0 0 0 0,0 0 0 0 0,0 0 0 0 0,0 0 0 0 0,0 0 0 0 0,0 0 0 0 0,0 0 0 0 0,0 0 0 0 0,0 0 0 0 0,0 0 0 0 0,0 1 0 0 0,0-1 0 0 0,0 0 0 0 0,0 1 0 0 0,1-1 0 0 0,-1 1 0 0 0,-1 0 0 0 0,-20 12 244 0 0,14-7-190 0 0,2 0-1 0 0,-1 1 0 0 0,1 0 0 0 0,0 0 0 0 0,0 0 1 0 0,1 1-1 0 0,0-1 0 0 0,0 1 0 0 0,1 0 1 0 0,0 1-1 0 0,0-1 0 0 0,-3 14 0 0 0,4-8 23 0 0,0-1-1 0 0,1 1 1 0 0,1 0-1 0 0,0-1 1 0 0,1 1-1 0 0,0 0 0 0 0,4 24 1 0 0,1-13 42 0 0,1 0-1 0 0,1-1 1 0 0,2 0-1 0 0,0 0 1 0 0,1-1 0 0 0,1 0-1 0 0,2 0 1 0 0,25 35 0 0 0,-33-52-188 0 0,0 1 0 0 0,0 0 0 0 0,1-1 1 0 0,0 0-1 0 0,0-1 0 0 0,1 1 0 0 0,-1-1 1 0 0,1 0-1 0 0,10 5 0 0 0,-15-10-322 0 0,0 4-373 0 0</inkml:trace>
</inkml:ink>
</file>

<file path=ppt/ink/ink6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9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0 151 764 0 0,'0'0'1067'0'0,"3"-53"6064"0"0,17-31-3008 0 0,-10 75-4698 0 0,-4 5-1066 0 0</inkml:trace>
</inkml:ink>
</file>

<file path=ppt/ink/ink6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8:59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21 128 0 0,'0'0'809'0'0,"16"-4"3146"0"0,2-13-307 0 0,-25 34-43 0 0,5-13-3493 0 0,0 21 480 0 0,4-24-586 0 0,1 0 0 0 0,-1 0 0 0 0,1 0 1 0 0,-1 0-1 0 0,1 0 0 0 0,0-1 1 0 0,-1 1-1 0 0,1-1 0 0 0,-1 0 1 0 0,1 0-1 0 0,0 0 0 0 0,-1 0 0 0 0,1 0 1 0 0,3-1-1 0 0,46-10 92 0 0,-31 6-79 0 0,1 0 28 0 0,1 2-1 0 0,40-1 1 0 0,-56 4-33 0 0,0 0-1 0 0,-1 0 0 0 0,1 1 0 0 0,-1 0 1 0 0,1 1-1 0 0,-1 0 0 0 0,0 0 1 0 0,0 0-1 0 0,1 0 0 0 0,-1 1 1 0 0,-1 0-1 0 0,1 0 0 0 0,9 8 1 0 0,-14-10-1 0 0,-1-1 1 0 0,1 1 0 0 0,-1-1 0 0 0,1 1 0 0 0,-1 0 0 0 0,1-1 0 0 0,-1 1 0 0 0,0 0 0 0 0,0-1-1 0 0,1 1 1 0 0,-1 0 0 0 0,0-1 0 0 0,0 1 0 0 0,0 0 0 0 0,0 0 0 0 0,0-1 0 0 0,0 1 0 0 0,0 0-1 0 0,0 0 1 0 0,0-1 0 0 0,0 1 0 0 0,0 0 0 0 0,0-1 0 0 0,0 1 0 0 0,-1 0 0 0 0,1 0 0 0 0,0-1-1 0 0,-1 1 1 0 0,1 0 0 0 0,0-1 0 0 0,-1 1 0 0 0,1-1 0 0 0,-1 1 0 0 0,1 0 0 0 0,-1-1 0 0 0,1 1-1 0 0,-1-1 1 0 0,0 1 0 0 0,-19 15-146 0 0,18-14-397 0 0,-1-1-1 0 0,0 0 1 0 0,0 0 0 0 0,0 0-1 0 0,0 0 1 0 0,0 0 0 0 0,-1-1 0 0 0,1 0-1 0 0,0 1 1 0 0,0-1 0 0 0,0 0-1 0 0,0 0 1 0 0,0-1 0 0 0,-1 1-1 0 0,-4-2 1 0 0,-4-2-2466 0 0</inkml:trace>
</inkml:ink>
</file>

<file path=ppt/ink/ink6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0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52 884 0 0,'0'0'1217'0'0,"10"-28"2876"0"0,-7 25-3914 0 0,-1 1 1 0 0,1 0-1 0 0,0 0 1 0 0,1 0-1 0 0,-1 0 1 0 0,0 0-1 0 0,0 0 0 0 0,1 1 1 0 0,-1 0-1 0 0,1 0 1 0 0,0 0-1 0 0,-1 0 1 0 0,1 0-1 0 0,0 1 1 0 0,4-1-1 0 0,56 1 143 0 0,12 8-2235 0 0,78 19 1 0 0,-131-22 497 0 0,22 4-920 0 0</inkml:trace>
</inkml:ink>
</file>

<file path=ppt/ink/ink6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0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218 186 572 0 0,'-22'-21'7848'0'0,"20"20"-7718"0"0,0 1 1 0 0,0 0-1 0 0,0 0 0 0 0,0-1 0 0 0,0 1 1 0 0,0 1-1 0 0,0-1 0 0 0,0 0 1 0 0,0 0-1 0 0,0 1 0 0 0,0-1 0 0 0,0 1 1 0 0,1 0-1 0 0,-1-1 0 0 0,0 1 0 0 0,0 0 1 0 0,0 0-1 0 0,1 0 0 0 0,-1 0 0 0 0,1 1 1 0 0,-1-1-1 0 0,1 0 0 0 0,-1 1 1 0 0,1-1-1 0 0,0 1 0 0 0,0-1 0 0 0,-2 3 1 0 0,0 0 32 0 0,0-1-1 0 0,1 1 1 0 0,-1 0 0 0 0,1 0 0 0 0,0-1 0 0 0,0 2 0 0 0,0-1 0 0 0,0 0 0 0 0,1 0 0 0 0,0 0 0 0 0,0 1-1 0 0,-1 4 1 0 0,2-8 1 0 0,2 2 28 0 0,-1-3-175 0 0,0 1 0 0 0,-1 0 0 0 0,1 0 1 0 0,0 0-1 0 0,0 0 0 0 0,-1 0 0 0 0,1-1 0 0 0,0 1 1 0 0,0 0-1 0 0,0-1 0 0 0,0 1 0 0 0,0-1 0 0 0,0 1 1 0 0,0-1-1 0 0,2 1 0 0 0,9-1-3 0 0,0-1 0 0 0,0 0 1 0 0,0-1-1 0 0,0-1 0 0 0,-1 0 0 0 0,1 0 1 0 0,-1-1-1 0 0,0-1 0 0 0,16-8 0 0 0,-7 2-43 0 0,0-1 0 0 0,-1 0 0 0 0,0-1-1 0 0,18-18 1 0 0,-5 3-18 0 0,-19 18 47 0 0,-1-1-1 0 0,1 0 1 0 0,-2-1-1 0 0,0-1 0 0 0,0 1 1 0 0,-1-2-1 0 0,10-17 1 0 0,-18 29 86 0 0,-2 8-37 0 0,-3 19-25 0 0,-10 38-33 0 0,-103 269 74 0 0,83-250 6 0 0,-86 153-1 0 0,118-233-68 0 0,-14 23 14 0 0,-1-1 1 0 0,-20 23-1 0 0,32-42 17 0 0,0-1 0 0 0,0 0 0 0 0,0 1-1 0 0,0-2 1 0 0,0 1 0 0 0,-1 0 0 0 0,0-1-1 0 0,0 0 1 0 0,0 0 0 0 0,0 0 0 0 0,0-1-1 0 0,-1 0 1 0 0,1 0 0 0 0,-1 0 0 0 0,1 0 0 0 0,-1-1-1 0 0,-6 1 1 0 0,10-3-15 0 0,-1 1 0 0 0,0-1 0 0 0,0 1 0 0 0,1-1 0 0 0,-1 0 0 0 0,0 0 0 0 0,1 0 0 0 0,-1 0 0 0 0,1-1 0 0 0,-1 1 0 0 0,1-1 0 0 0,0 1 0 0 0,0-1 0 0 0,0 0 0 0 0,0 0-1 0 0,0 0 1 0 0,0 0 0 0 0,0 0 0 0 0,0 0 0 0 0,1-1 0 0 0,-1 1 0 0 0,1 0 0 0 0,0-1 0 0 0,-2-3 0 0 0,0-2 21 0 0,-1-1-1 0 0,1 0 1 0 0,1 1 0 0 0,0-1-1 0 0,-2-17 1 0 0,3 15-136 0 0,1-1-1 0 0,1 1 1 0 0,0-1 0 0 0,0 1 0 0 0,1-1-1 0 0,1 1 1 0 0,0 0 0 0 0,0 0 0 0 0,1 0-1 0 0,0 1 1 0 0,1-1 0 0 0,1 1 0 0 0,-1 0-1 0 0,2 1 1 0 0,8-13 0 0 0,-6 12-864 0 0,-1 0 0 0 0,2 1 1 0 0,-1 0-1 0 0,1 0 0 0 0,1 1 0 0 0,0 0 0 0 0,0 1 1 0 0,13-7-1 0 0,14-3-2547 0 0</inkml:trace>
</inkml:ink>
</file>

<file path=ppt/ink/ink6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1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46 624 0 0,'14'-34'5344'0'0,"-10"23"2042"0"0,-39 69-5906 0 0,-15 28 122 0 0,46-77-1451 0 0,0-1 1 0 0,1 1-1 0 0,0 0 1 0 0,0 0-1 0 0,1 0 1 0 0,0 1-1 0 0,1-1 0 0 0,-1 10 1 0 0,2-18-141 0 0,0 0-1 0 0,0 0 1 0 0,1 0-1 0 0,-1 0 1 0 0,0 1-1 0 0,0-1 1 0 0,1 0 0 0 0,-1 0-1 0 0,1-1 1 0 0,-1 1-1 0 0,1 0 1 0 0,-1 0 0 0 0,1 0-1 0 0,0 0 1 0 0,-1 0-1 0 0,1 0 1 0 0,0-1 0 0 0,-1 1-1 0 0,1 0 1 0 0,0-1-1 0 0,0 1 1 0 0,0-1 0 0 0,0 1-1 0 0,0-1 1 0 0,0 1-1 0 0,0-1 1 0 0,0 1-1 0 0,0-1 1 0 0,0 0 0 0 0,0 1-1 0 0,0-1 1 0 0,0 0-1 0 0,0 0 1 0 0,0 0 0 0 0,0 0-1 0 0,0 0 1 0 0,0 0-1 0 0,0 0 1 0 0,0 0 0 0 0,0-1-1 0 0,0 1 1 0 0,0 0-1 0 0,0-1 1 0 0,1 0-1 0 0,50-16-197 0 0,-48 16 184 0 0,113-57-916 0 0,-115 57 800 0 0,-2 1 112 0 0,0 0 1 0 0,0 0 0 0 0,1 0-1 0 0,-1-1 1 0 0,0 1-1 0 0,0 0 1 0 0,0 0-1 0 0,0 0 1 0 0,1-1-1 0 0,-1 1 1 0 0,0 0-1 0 0,0 0 1 0 0,1 0-1 0 0,-1 0 1 0 0,0 0 0 0 0,0 0-1 0 0,1 0 1 0 0,-1 0-1 0 0,0 0 1 0 0,0-1-1 0 0,1 1 1 0 0,-1 0-1 0 0,0 0 1 0 0,0 0-1 0 0,1 0 1 0 0,-1 0 0 0 0,0 0-1 0 0,0 1 1 0 0,1-1-1 0 0,-1 0 1 0 0,0 0-1 0 0,0 0 1 0 0,1 0-1 0 0,-1 0 1 0 0,0 0-1 0 0,0 0 1 0 0,0 0 0 0 0,1 1-1 0 0,-1-1 1 0 0,0 0-1 0 0,0 0 1 0 0,0 0-1 0 0,1 0 1 0 0,-1 1-1 0 0,0-1 1 0 0,0 0-1 0 0,0 0 1 0 0,0 1 0 0 0,0-1-1 0 0,1 0 1 0 0,-1 0-1 0 0,0 1 1 0 0,17 14-243 0 0,-13-12 209 0 0,25 30-269 0 0,-25-30 290 0 0,0 0 0 0 0,-1-1 0 0 0,1 0-1 0 0,0 0 1 0 0,0 0 0 0 0,1 0 0 0 0,-1-1 0 0 0,0 1 0 0 0,0-1 0 0 0,1 0 0 0 0,5 0-1 0 0,-5 0 13 0 0,0-1-1 0 0,1-1 1 0 0,-1 1-1 0 0,0-1 0 0 0,0 1 1 0 0,1-1-1 0 0,-1-1 1 0 0,0 1-1 0 0,7-4 0 0 0,26-18-28 0 0,-20 6 28 0 0,-1 0 1 0 0,0-1-1 0 0,-1-1 0 0 0,-1-1 1 0 0,-1 0-1 0 0,15-28 0 0 0,-28 46 4 0 0,-1 1 0 0 0,1-1 0 0 0,0 1 0 0 0,0 0 0 0 0,0-1 0 0 0,0 1 0 0 0,1 0 0 0 0,-1 0 0 0 0,0 0 0 0 0,0 0 0 0 0,1 0 0 0 0,-1 0 0 0 0,1 1 0 0 0,-1-1 0 0 0,1 0 0 0 0,-1 1 0 0 0,1-1 0 0 0,-1 1 0 0 0,1-1 0 0 0,-1 1 0 0 0,1 0 0 0 0,0-1 0 0 0,-1 1 0 0 0,1 0 0 0 0,0 0 0 0 0,-1 0 0 0 0,1 0 0 0 0,-1 1 0 0 0,1-1 0 0 0,0 0 0 0 0,-1 1 0 0 0,1-1 0 0 0,-1 1 0 0 0,1 0 0 0 0,-1-1 0 0 0,1 1 0 0 0,-1 0 0 0 0,1 0 0 0 0,1 1 0 0 0,2 2 0 0 0,0 0 0 0 0,0 0 1 0 0,0 0-1 0 0,0 1 1 0 0,-1-1-1 0 0,0 1 0 0 0,0 0 1 0 0,5 8-1 0 0,0 4 16 0 0,1-1 1 0 0,0-1-1 0 0,1 0 0 0 0,20 21 0 0 0,-26-31-5 0 0,0 0 0 0 0,1 0 0 0 0,0-1 0 0 0,0 0 0 0 0,0 0 0 0 0,0 0 0 0 0,0 0 0 0 0,1-1 0 0 0,-1-1 0 0 0,1 1 0 0 0,0-1 0 0 0,0 0 0 0 0,0 0 0 0 0,12 1 0 0 0,-15-3 11 0 0,0 1-1 0 0,0-1 1 0 0,0 0-1 0 0,0 0 1 0 0,0-1 0 0 0,0 1-1 0 0,0-1 1 0 0,-1 0-1 0 0,1 0 1 0 0,0 0 0 0 0,0 0-1 0 0,-1-1 1 0 0,1 1-1 0 0,0-1 1 0 0,5-4 0 0 0,-7 4 20 0 0,0 0 1 0 0,-1 0 0 0 0,1 0-1 0 0,-1 0 1 0 0,1 0-1 0 0,-1 0 1 0 0,0 0 0 0 0,0 0-1 0 0,0 0 1 0 0,0-1 0 0 0,0 1-1 0 0,-1 0 1 0 0,1-1 0 0 0,0 1-1 0 0,-1-1 1 0 0,0 1 0 0 0,0-1-1 0 0,0-4 1 0 0,0 1 38 0 0,-1 0 1 0 0,0 0-1 0 0,-1 0 1 0 0,1 0-1 0 0,-1 1 0 0 0,-1-1 1 0 0,1 0-1 0 0,-1 1 1 0 0,1-1-1 0 0,-2 1 1 0 0,1 0-1 0 0,-1 0 1 0 0,1 0-1 0 0,-1 0 0 0 0,-1 1 1 0 0,-5-6-1 0 0,8 9-210 0 0,0-1-1 0 0,0 0 0 0 0,-1 1 1 0 0,1 0-1 0 0,0 0 0 0 0,-1-1 1 0 0,1 1-1 0 0,-1 1 1 0 0,0-1-1 0 0,1 0 0 0 0,-6 0 1 0 0,7 1-89 0 0,0 0 0 0 0,0 0 0 0 0,-1 0 0 0 0,1 1 1 0 0,0-1-1 0 0,0 0 0 0 0,0 1 0 0 0,0-1 1 0 0,-1 1-1 0 0,1-1 0 0 0,0 1 0 0 0,0-1 1 0 0,0 1-1 0 0,0 0 0 0 0,0 0 0 0 0,0-1 0 0 0,0 1 1 0 0,0 0-1 0 0,1 0 0 0 0,-1 0 0 0 0,0 0 1 0 0,0 0-1 0 0,1 0 0 0 0,-1 0 0 0 0,1 0 0 0 0,-1 1 1 0 0,0 1-1 0 0</inkml:trace>
</inkml:ink>
</file>

<file path=ppt/ink/ink6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1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2 868 0 0,'5'-1'368'0'0,"1"1"1"0"0,-1 0-1 0 0,1 0 1 0 0,-1 1-1 0 0,1-1 1 0 0,-1 1-1 0 0,0 0 0 0 0,1 1 1 0 0,-1 0-1 0 0,0-1 1 0 0,0 2-1 0 0,0-1 0 0 0,0 0 1 0 0,0 1-1 0 0,-1 0 1 0 0,1 0-1 0 0,-1 1 1 0 0,0-1-1 0 0,0 1 0 0 0,0 0 1 0 0,0 0-1 0 0,-1 0 1 0 0,1 0-1 0 0,-1 1 0 0 0,0 0 1 0 0,0-1-1 0 0,3 11 1 0 0,-5-13-111 0 0,1 8 857 0 0,3-10-414 0 0,9-16-313 0 0,0 0-935 0 0,40-15-2042 0 0,-14 16-3109 0 0,-23 11 2990 0 0</inkml:trace>
</inkml:ink>
</file>

<file path=ppt/ink/ink6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1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52 270 684 0 0,'0'0'1869'0'0,"-3"3"-974"0"0,-2 0-883 0 0,0 0 725 0 0,0 0 0 0 0,0 1 0 0 0,0-1-1 0 0,1 1 1 0 0,0 0 0 0 0,0 0-1 0 0,-7 9 1 0 0,10-11-272 0 0,2 0-267 0 0,0 0 0 0 0,0 0 1 0 0,0-1-1 0 0,0 1 0 0 0,0 0 0 0 0,0 0 1 0 0,1 0-1 0 0,-1-1 0 0 0,0 1 1 0 0,4 2-1 0 0,1-5-128 0 0,1 0-1 0 0,0 0 1 0 0,-1 0 0 0 0,0-1 0 0 0,1 0-1 0 0,-1 0 1 0 0,0 0 0 0 0,0-1-1 0 0,0 0 1 0 0,0 0 0 0 0,0-1 0 0 0,-1 0-1 0 0,1 0 1 0 0,-1 0 0 0 0,0 0 0 0 0,-1-1-1 0 0,1 0 1 0 0,-1 0 0 0 0,5-7 0 0 0,8-9 2 0 0,-2-1 0 0 0,0-1 0 0 0,17-35 0 0 0,-24 44 345 0 0,-2 0 1 0 0,1 0-1 0 0,-2-1 1 0 0,1 0-1 0 0,-2 0 1 0 0,0 0-1 0 0,2-28 1514 0 0,-11 46-1709 0 0,-2 4-132 0 0,0-1 0 0 0,0 1 0 0 0,0 0-1 0 0,1 1 1 0 0,0 0 0 0 0,0 0 0 0 0,1 0-1 0 0,0 0 1 0 0,1 1 0 0 0,0 0 0 0 0,0 0-1 0 0,0 0 1 0 0,2 0 0 0 0,-3 12 0 0 0,-4 23-1259 0 0,-6 84 1 0 0,8-53-5102 0 0,6-66 1919 0 0</inkml:trace>
</inkml:ink>
</file>

<file path=ppt/ink/ink6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5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5 294 544 0 0,'-4'15'2061'0'0,"4"-14"-1948"0"0,0 0 0 0 0,0 0-1 0 0,0 1 1 0 0,0-1 0 0 0,0 0 0 0 0,1 0 0 0 0,-1 0-1 0 0,0 0 1 0 0,1 1 0 0 0,-1-1 0 0 0,1 0 0 0 0,-1 0 0 0 0,1 0-1 0 0,0 0 1 0 0,-1 0 0 0 0,1 0 0 0 0,0 0 0 0 0,0 0 0 0 0,-1 0-1 0 0,1-1 1 0 0,0 1 0 0 0,0 0 0 0 0,0 0 0 0 0,0-1-1 0 0,0 1 1 0 0,2 0 0 0 0,1 0 22 0 0,-1 0 0 0 0,1 0-1 0 0,0 0 1 0 0,-1 0 0 0 0,1-1-1 0 0,0 0 1 0 0,0 0 0 0 0,-1 0 0 0 0,5 0-1 0 0,12-3 151 0 0,-1-1 0 0 0,31-10 0 0 0,-45 12-143 0 0,46-15 157 0 0,-2-4 1 0 0,0-1-1 0 0,-1-2 1 0 0,52-36-1 0 0,-90 53-242 0 0,0-1-1 0 0,0 0 1 0 0,-1 0 0 0 0,0-1-1 0 0,-1 0 1 0 0,9-12-1 0 0,-15 19-37 0 0,0 0-1 0 0,0-1 0 0 0,-1 1 0 0 0,1 0 1 0 0,-1-1-1 0 0,1 0 0 0 0,-1 1 0 0 0,0-1 0 0 0,0 0 1 0 0,0 1-1 0 0,0-1 0 0 0,0 0 0 0 0,-1 0 1 0 0,0 0-1 0 0,1 0 0 0 0,-1 0 0 0 0,0 1 0 0 0,0-1 1 0 0,0 0-1 0 0,-1 0 0 0 0,1 0 0 0 0,-1 0 1 0 0,0 0-1 0 0,1 1 0 0 0,-1-1 0 0 0,0 0 0 0 0,-1 0 1 0 0,1 1-1 0 0,0-1 0 0 0,-1 1 0 0 0,-2-4 1 0 0,1 4-8 0 0,0 0 1 0 0,0 1 0 0 0,1-1 0 0 0,-1 1 0 0 0,0-1-1 0 0,0 1 1 0 0,0 0 0 0 0,0 1 0 0 0,-1-1 0 0 0,1 0-1 0 0,0 1 1 0 0,0 0 0 0 0,0-1 0 0 0,0 1 0 0 0,-1 0-1 0 0,1 1 1 0 0,0-1 0 0 0,0 1 0 0 0,0-1 0 0 0,0 1-1 0 0,0 0 1 0 0,-5 2 0 0 0,-6 2 33 0 0,1 0-1 0 0,-1 1 1 0 0,-18 11 0 0 0,19-9 8 0 0,1 1 1 0 0,-1 0 0 0 0,2 1 0 0 0,-1 0-1 0 0,1 1 1 0 0,1 0 0 0 0,0 0-1 0 0,-13 21 1 0 0,20-27-38 0 0,-1 1 0 0 0,1-1 0 0 0,0 1-1 0 0,1-1 1 0 0,-1 1 0 0 0,1 0 0 0 0,0 0 0 0 0,1 0 0 0 0,-1 0-1 0 0,1 1 1 0 0,1-1 0 0 0,-1 0 0 0 0,1 0 0 0 0,0 1 0 0 0,0-1-1 0 0,1 0 1 0 0,0 0 0 0 0,0 1 0 0 0,0-1 0 0 0,1 0 0 0 0,0 0-1 0 0,0 0 1 0 0,4 7 0 0 0,0-5-20 0 0,0 0 1 0 0,0 0-1 0 0,1-1 1 0 0,0 0-1 0 0,0 0 0 0 0,0-1 1 0 0,1 0-1 0 0,0 0 0 0 0,0-1 1 0 0,1 0-1 0 0,-1 0 0 0 0,1-1 1 0 0,0 0-1 0 0,16 4 1 0 0,-5-2-422 0 0,-1-1 0 0 0,1-1 0 0 0,21 1 1 0 0,19-3-2263 0 0,-38-4-92 0 0,3-2 209 0 0</inkml:trace>
</inkml:ink>
</file>

<file path=ppt/ink/ink6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6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1 279 72 0 0,'0'0'1345'0'0,"17"4"870"0"0,-14-1-2051 0 0,0-1-1 0 0,-1 1 0 0 0,1 0 1 0 0,-1 0-1 0 0,0 0 1 0 0,0 0-1 0 0,0 0 0 0 0,0 0 1 0 0,-1 1-1 0 0,1-1 0 0 0,-1 0 1 0 0,0 1-1 0 0,0 0 1 0 0,0-1-1 0 0,0 1 0 0 0,-1-1 1 0 0,1 1-1 0 0,-1 0 0 0 0,0 4 1 0 0,-1-1 5 0 0,-1 1 0 0 0,0-1 0 0 0,0 1 0 0 0,-1-1 0 0 0,0 0 0 0 0,0 0 0 0 0,0 0 1 0 0,-1 0-1 0 0,-5 6 0 0 0,1-5 248 0 0,9-19-94 0 0,16-26-163 0 0,14 1-82 0 0,-12 13-20 0 0,42-40 0 0 0,-55 57-46 0 0,1 1 0 0 0,-1 0-1 0 0,1 1 1 0 0,0-1 0 0 0,0 1-1 0 0,1 1 1 0 0,-1 0 0 0 0,1 0-1 0 0,0 0 1 0 0,0 1 0 0 0,14-3 0 0 0,-19 5 2 0 0,1-1 0 0 0,-1 1 0 0 0,1 0 0 0 0,0 1 1 0 0,-1-1-1 0 0,0 1 0 0 0,1-1 0 0 0,-1 1 0 0 0,1 0 1 0 0,-1 0-1 0 0,0 1 0 0 0,0-1 0 0 0,1 1 0 0 0,-1-1 1 0 0,0 1-1 0 0,0 0 0 0 0,-1 0 0 0 0,1 1 0 0 0,4 3 0 0 0,0 3 74 0 0,0-1-1 0 0,0 1 0 0 0,-1 1 0 0 0,7 14 0 0 0,-8-16-42 0 0,-5-7-7 0 0,2 2 19 0 0,-2-3-51 0 0,0 0 0 0 0,0 0-1 0 0,0 0 1 0 0,0 0 0 0 0,0 1 0 0 0,0-1-1 0 0,0 0 1 0 0,0 0 0 0 0,0 0 0 0 0,0 0-1 0 0,0 1 1 0 0,0-1 0 0 0,0 0-1 0 0,0 0 1 0 0,0 0 0 0 0,0 0 0 0 0,1 0-1 0 0,-1 1 1 0 0,0-1 0 0 0,0 0 0 0 0,0 0-1 0 0,0 0 1 0 0,0 0 0 0 0,0 0-1 0 0,1 0 1 0 0,-1 1 0 0 0,0-1 0 0 0,0 0-1 0 0,0 0 1 0 0,0 0 0 0 0,1 0 0 0 0,-1 0-1 0 0,0 0 1 0 0,0 0 0 0 0,0 0-1 0 0,0 0 1 0 0,1 0 0 0 0,-1 0 0 0 0,0 0-1 0 0,0 0 1 0 0,0 0 0 0 0,0 0 0 0 0,1 0-1 0 0,-1 0 1 0 0,0 0 0 0 0,0 0 0 0 0,0 0-1 0 0,0 0 1 0 0,1 0 0 0 0,-1 0-1 0 0,0-1 1 0 0,0 1 0 0 0,0 0 0 0 0,0 0-1 0 0,16-26 11 0 0,-11 16-32 0 0,0 0 0 0 0,0 0 0 0 0,1 1 0 0 0,1 0 0 0 0,-1 0-1 0 0,2 1 1 0 0,-1 0 0 0 0,13-10 0 0 0,-18 17 10 0 0,0 1 0 0 0,0 0-1 0 0,0-1 1 0 0,0 1 0 0 0,0 0 0 0 0,0 0 0 0 0,0 0-1 0 0,0 1 1 0 0,0-1 0 0 0,1 0 0 0 0,-1 1-1 0 0,0 0 1 0 0,0-1 0 0 0,0 1 0 0 0,-1 0 0 0 0,1 0-1 0 0,3 2 1 0 0,44 26-55 0 0,-22-13-47 0 0,-22-13 86 0 0,1-1 1 0 0,0 1-1 0 0,0-1 1 0 0,1-1-1 0 0,-1 1 1 0 0,0-1-1 0 0,1 0 1 0 0,-1 0-1 0 0,0-1 1 0 0,1 0 0 0 0,-1 0-1 0 0,1 0 1 0 0,-1-1-1 0 0,0 0 1 0 0,1-1-1 0 0,-1 1 1 0 0,0-1-1 0 0,0 0 1 0 0,0 0-1 0 0,0-1 1 0 0,0 0-1 0 0,-1 0 1 0 0,1-1 0 0 0,-1 1-1 0 0,0-1 1 0 0,0 0-1 0 0,0 0 1 0 0,0-1-1 0 0,-1 0 1 0 0,0 1-1 0 0,0-1 1 0 0,0-1-1 0 0,0 1 1 0 0,-1-1-1 0 0,0 1 1 0 0,0-1 0 0 0,-1 0-1 0 0,1 0 1 0 0,-1 0-1 0 0,-1 0 1 0 0,2-9-1 0 0,0 6 108 0 0,-1-1 0 0 0,0 0 1 0 0,-1 0-1 0 0,0 0 0 0 0,-1 0 0 0 0,0 1 0 0 0,-1-1 0 0 0,0 0 0 0 0,0 0 0 0 0,-1 0 0 0 0,0 0 1 0 0,-5-13-1 0 0,6 22 14 0 0,1 1-91 0 0,0-1-1 0 0,0 1 0 0 0,-1 0 0 0 0,1-1 0 0 0,0 1 1 0 0,0 0-1 0 0,0 0 0 0 0,-1-1 0 0 0,1 1 0 0 0,0 0 1 0 0,0 0-1 0 0,-1 0 0 0 0,1-1 0 0 0,0 1 1 0 0,0 0-1 0 0,-1 0 0 0 0,1 0 0 0 0,0 0 0 0 0,-1 0 1 0 0,1-1-1 0 0,0 1 0 0 0,-1 0 0 0 0,1 0 0 0 0,0 0 1 0 0,-1 0-1 0 0,1 0 0 0 0,0 0 0 0 0,-1 0 1 0 0,1 0-1 0 0,0 0 0 0 0,-1 0 0 0 0,1 0 0 0 0,0 1 1 0 0,-1-1-1 0 0,1 0 0 0 0,0 0 0 0 0,0 0 0 0 0,-1 0 1 0 0,1 0-1 0 0,0 1 0 0 0,-1-1 0 0 0,1 0 0 0 0,0 0 1 0 0,-5 5 13 0 0,0 0 1 0 0,1 0-1 0 0,0 1 1 0 0,0-1-1 0 0,0 1 1 0 0,1 0-1 0 0,-1 0 1 0 0,1 0-1 0 0,1 0 1 0 0,-1 1-1 0 0,-2 11 1 0 0,5-13-15 0 0,-1-1 0 0 0,1 1 1 0 0,0-1-1 0 0,0 1 0 0 0,0-1 0 0 0,0 1 1 0 0,1-1-1 0 0,0 0 0 0 0,0 1 0 0 0,0-1 1 0 0,1 0-1 0 0,-1 0 0 0 0,1 0 0 0 0,0 0 1 0 0,0 0-1 0 0,0 0 0 0 0,1 0 0 0 0,-1 0 1 0 0,1-1-1 0 0,5 6 0 0 0,8 5 11 0 0,0-1 0 0 0,1 0 0 0 0,1-1 1 0 0,29 15-1 0 0,16 12 6 0 0,-59-37-22 0 0,5 3 1 0 0,-1 0 0 0 0,1 1 0 0 0,-1 0 0 0 0,0 1-1 0 0,0 0 1 0 0,-1 0 0 0 0,0 0 0 0 0,0 1 0 0 0,-1 0-1 0 0,0 1 1 0 0,6 9 0 0 0,-12-17-4 0 0,0 0 1 0 0,0 0-1 0 0,0 0 0 0 0,0 0 1 0 0,0 0-1 0 0,0-1 0 0 0,0 1 1 0 0,0 0-1 0 0,0 0 0 0 0,0 0 1 0 0,-1-1-1 0 0,1 1 0 0 0,0 0 1 0 0,-1 0-1 0 0,1 0 0 0 0,0-1 1 0 0,-1 1-1 0 0,1 0 0 0 0,-1-1 0 0 0,1 1 1 0 0,-1 0-1 0 0,1-1 0 0 0,-1 1 1 0 0,0 0-1 0 0,1-1 0 0 0,-1 1 1 0 0,0-1-1 0 0,1 1 0 0 0,-1-1 1 0 0,0 0-1 0 0,0 1 0 0 0,1-1 1 0 0,-1 0-1 0 0,0 0 0 0 0,0 1 1 0 0,-1-1-1 0 0,-27 7 33 0 0,23-6-38 0 0,0-1 0 0 0,0 0 0 0 0,-1-1 0 0 0,1 1 0 0 0,0-1 0 0 0,0 0 0 0 0,0-1 0 0 0,0 1 0 0 0,0-1 0 0 0,0-1 0 0 0,1 1 0 0 0,-1-1 0 0 0,1 0 0 0 0,-1 0 0 0 0,-8-7 0 0 0,10 7-318 0 0,1-1 1 0 0,-1 1-1 0 0,1-1 0 0 0,0 0 0 0 0,0 1 1 0 0,0-1-1 0 0,-2-6 0 0 0,4 8-606 0 0,6-14-3204 0 0,-4 13 1765 0 0</inkml:trace>
</inkml:ink>
</file>

<file path=ppt/ink/ink6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6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1 117 712 0 0,'11'-1'496'0'0,"0"-1"0"0"0,0-1 0 0 0,0 0-1 0 0,-1-1 1 0 0,1 0 0 0 0,-1 0 0 0 0,0-1 0 0 0,0 0 0 0 0,0-1-1 0 0,-1 0 1 0 0,0-1 0 0 0,0 0 0 0 0,-1 0 0 0 0,0-1 0 0 0,13-15-1 0 0,-20 22-129 0 0,-3-4 330 0 0,2 5-668 0 0,0-1 0 0 0,0 0 0 0 0,0 1 0 0 0,0-1 1 0 0,0 0-1 0 0,0 1 0 0 0,0-1 0 0 0,-1 1 0 0 0,1-1 0 0 0,0 1 1 0 0,0-1-1 0 0,0 0 0 0 0,-1 1 0 0 0,1-1 0 0 0,0 1 1 0 0,-1-1-1 0 0,1 1 0 0 0,0-1 0 0 0,-1 1 0 0 0,1-1 0 0 0,-1 1 1 0 0,1 0-1 0 0,-1-1 0 0 0,1 1 0 0 0,-1 0 0 0 0,1-1 1 0 0,-1 1-1 0 0,1 0 0 0 0,-1-1 0 0 0,0 1 0 0 0,1 0 1 0 0,-1 0-1 0 0,1 0 0 0 0,-1 0 0 0 0,0 0 0 0 0,1-1 0 0 0,-1 1 1 0 0,1 0-1 0 0,-1 0 0 0 0,0 1 0 0 0,0-1 0 0 0,-4 1 53 0 0,1 0 0 0 0,0 1-1 0 0,0-1 1 0 0,0 1-1 0 0,0 0 1 0 0,0 0 0 0 0,0 1-1 0 0,0-1 1 0 0,0 1 0 0 0,1 0-1 0 0,0 0 1 0 0,-1 0-1 0 0,1 0 1 0 0,0 1 0 0 0,1-1-1 0 0,-1 1 1 0 0,-2 4 0 0 0,4-6-69 0 0,1-1 1 0 0,-1 1-1 0 0,0 0 1 0 0,1-1 0 0 0,-1 1-1 0 0,1 0 1 0 0,0 0-1 0 0,-1 0 1 0 0,1-1 0 0 0,0 1-1 0 0,0 0 1 0 0,0 0 0 0 0,0 0-1 0 0,1-1 1 0 0,-1 1-1 0 0,0 0 1 0 0,1 0 0 0 0,0 2-1 0 0,1-2-54 0 0,-1 1 0 0 0,1-1-1 0 0,-1 0 1 0 0,1 0 0 0 0,0 0-1 0 0,0 0 1 0 0,0 0 0 0 0,0 0 0 0 0,1 0-1 0 0,-1-1 1 0 0,0 1 0 0 0,1-1-1 0 0,-1 1 1 0 0,1-1 0 0 0,3 1-1 0 0,2 1-317 0 0,0 0-1 0 0,-1-1 0 0 0,1 0 0 0 0,0-1 0 0 0,0 1 0 0 0,0-2 0 0 0,0 1 0 0 0,15-2 0 0 0,15-2-3999 0 0,-25 1 1944 0 0</inkml:trace>
</inkml:ink>
</file>

<file path=ppt/ink/ink6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6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74 288 420 0 0,'1'-5'5664'0'0,"-1"5"-5579"0"0,-5 2 114 0 0,0 0-1 0 0,0 0 0 0 0,1 1 0 0 0,-1-1 1 0 0,1 1-1 0 0,0 0 0 0 0,-1 0 1 0 0,1 1-1 0 0,1-1 0 0 0,-1 1 0 0 0,0 0 1 0 0,1 0-1 0 0,0 0 0 0 0,0 0 1 0 0,0 1-1 0 0,-3 6 0 0 0,5-10-156 0 0,1 1 0 0 0,-1 0-1 0 0,0-1 1 0 0,1 1 0 0 0,0-1 0 0 0,-1 1-1 0 0,1 0 1 0 0,0-1 0 0 0,0 1 0 0 0,-1 0-1 0 0,1-1 1 0 0,1 1 0 0 0,-1 0 0 0 0,0-1-1 0 0,0 1 1 0 0,1 0 0 0 0,-1-1 0 0 0,1 1-1 0 0,-1 0 1 0 0,1-1 0 0 0,-1 1 0 0 0,1-1-1 0 0,0 1 1 0 0,0-1 0 0 0,0 0 0 0 0,0 1-1 0 0,0-1 1 0 0,0 0 0 0 0,0 0 0 0 0,1 1-1 0 0,-1-1 1 0 0,0 0 0 0 0,1 0 0 0 0,-1 0-1 0 0,1-1 1 0 0,2 2 0 0 0,-1-1-28 0 0,-1 0-1 0 0,1 0 1 0 0,0-1 0 0 0,0 1 0 0 0,-1-1-1 0 0,1 0 1 0 0,0 0 0 0 0,0 0 0 0 0,-1 0-1 0 0,1 0 1 0 0,0-1 0 0 0,0 1-1 0 0,-1-1 1 0 0,1 0 0 0 0,0 0 0 0 0,-1 0-1 0 0,1 0 1 0 0,-1 0 0 0 0,1-1 0 0 0,-1 1-1 0 0,3-3 1 0 0,3-2-14 0 0,2-2-17 0 0,0 0 0 0 0,0-1 0 0 0,-1 0 0 0 0,0 0 1 0 0,0-1-1 0 0,9-16 0 0 0,-8 10-18 0 0,-2 0 0 0 0,0-1 0 0 0,0 0 0 0 0,-2-1 1 0 0,8-31-1 0 0,-12 38 63 0 0,0 0 0 0 0,0 1 1 0 0,-1-1-1 0 0,-1 0 1 0 0,0 0-1 0 0,0 0 0 0 0,-1 0 1 0 0,0 1-1 0 0,-1-1 1 0 0,0 0-1 0 0,-5-12 0 0 0,6 21 10 0 0,1 0-1 0 0,-1 1 1 0 0,1-1 0 0 0,-1 0-1 0 0,0 1 1 0 0,0-1-1 0 0,1 1 1 0 0,-1-1-1 0 0,0 1 1 0 0,0 0-1 0 0,-1-1 1 0 0,1 1-1 0 0,0 0 1 0 0,0 0 0 0 0,-1 0-1 0 0,1 0 1 0 0,0 0-1 0 0,-1 0 1 0 0,1 0-1 0 0,-1 0 1 0 0,-2 0-1 0 0,3 1-17 0 0,-1 0 0 0 0,1 0 0 0 0,-1 0 0 0 0,1 0 0 0 0,-1 0 0 0 0,1 1 0 0 0,0-1 0 0 0,-1 1 0 0 0,1-1 0 0 0,0 1 0 0 0,-1 0 0 0 0,1-1 0 0 0,0 1 0 0 0,0 0 0 0 0,0 0 0 0 0,-1 0 0 0 0,1 0 0 0 0,0 0 0 0 0,-1 2-1 0 0,-3 3 26 0 0,1 0 0 0 0,0 0 0 0 0,0 0 0 0 0,0 1-1 0 0,1-1 1 0 0,0 1 0 0 0,0 0 0 0 0,-3 12 0 0 0,4-5-39 0 0,0 0 0 0 0,1 0 1 0 0,1-1-1 0 0,0 1 0 0 0,0 0 1 0 0,2 0-1 0 0,0 0 0 0 0,0-1 1 0 0,1 1-1 0 0,1-1 0 0 0,8 20 1 0 0,-8-23-331 0 0,2 0 1 0 0,-1 0-1 0 0,1 0 1 0 0,0-1 0 0 0,1 0-1 0 0,10 11 1 0 0,-10-13-466 0 0,0-1 0 0 0,1 0 0 0 0,0 0 0 0 0,0 0 0 0 0,0-1 0 0 0,0 0 0 0 0,18 7 0 0 0,-2-4-1760 0 0</inkml:trace>
</inkml:ink>
</file>

<file path=ppt/ink/ink6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7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59 425 932 0 0,'0'0'1026'0'0,"-22"3"2483"0"0,19-1-3347 0 0,0 0 0 0 0,1 0 0 0 0,-1 0 0 0 0,1 0 0 0 0,-1 1 0 0 0,1-1 0 0 0,0 1 0 0 0,0-1 1 0 0,0 1-1 0 0,0 0 0 0 0,1 0 0 0 0,-1-1 0 0 0,1 1 0 0 0,-1 1 0 0 0,1-1 0 0 0,0 0 1 0 0,0 0-1 0 0,1 0 0 0 0,-1 0 0 0 0,1 1 0 0 0,-1-1 0 0 0,1 0 0 0 0,0 1 0 0 0,0-1 0 0 0,1 0 1 0 0,-1 0-1 0 0,1 1 0 0 0,-1-1 0 0 0,1 0 0 0 0,0 0 0 0 0,0 0 0 0 0,1 0 0 0 0,-1 0 0 0 0,0 0 1 0 0,1 0-1 0 0,0 0 0 0 0,0 0 0 0 0,2 2 0 0 0,-1-5-119 0 0,0 0-1 0 0,0 0 1 0 0,0-1-1 0 0,0 1 1 0 0,0-1 0 0 0,0 1-1 0 0,-1-1 1 0 0,1 0-1 0 0,0 0 1 0 0,0-1-1 0 0,-1 1 1 0 0,1-1 0 0 0,4-3-1 0 0,19-14 35 0 0,0-2 1 0 0,-2-2-1 0 0,-1 0 0 0 0,0-1 0 0 0,-2-1 0 0 0,20-31 1 0 0,-30 40-56 0 0,0-2 0 0 0,-2 1 0 0 0,0-1 0 0 0,-1 0 0 0 0,-1-1 0 0 0,0 0 0 0 0,-2 0 0 0 0,0-1 0 0 0,-1 1 0 0 0,-1-1 0 0 0,1-25 1 0 0,-4 41 5 0 0,0 1 1 0 0,0-1 0 0 0,0 1 0 0 0,0 0 0 0 0,-1-1 0 0 0,1 1 0 0 0,-1-1 0 0 0,0 1 0 0 0,0 0 0 0 0,0-1 0 0 0,-1 1 0 0 0,1 0 0 0 0,-1 0-1 0 0,0 0 1 0 0,1 0 0 0 0,-1 0 0 0 0,-1 0 0 0 0,1 1 0 0 0,0-1 0 0 0,-1 1 0 0 0,1-1 0 0 0,-1 1 0 0 0,0 0 0 0 0,1 0 0 0 0,-7-3 0 0 0,3 3 3 0 0,1 0 1 0 0,-1 1-1 0 0,0 0 1 0 0,0 0-1 0 0,0 0 1 0 0,0 1-1 0 0,1-1 1 0 0,-1 2-1 0 0,0-1 1 0 0,0 1-1 0 0,0-1 1 0 0,0 2-1 0 0,0-1 0 0 0,-8 3 1 0 0,4 0 16 0 0,-1 0 0 0 0,1 0 0 0 0,0 1-1 0 0,-11 6 1 0 0,19-10-38 0 0,0 1-1 0 0,0-1 1 0 0,0 0-1 0 0,0 1 1 0 0,0 0-1 0 0,0-1 1 0 0,1 1-1 0 0,-1 0 1 0 0,0 0-1 0 0,1 0 1 0 0,-1 0-1 0 0,1 0 1 0 0,0 0-1 0 0,0 1 1 0 0,0-1-1 0 0,0 0 1 0 0,0 1-1 0 0,0-1 1 0 0,1 1-1 0 0,-1-1 1 0 0,1 1-1 0 0,0-1 1 0 0,-1 5-1 0 0,2-4 10 0 0,0 0 0 0 0,0 0 0 0 0,0 0-1 0 0,0-1 1 0 0,0 1 0 0 0,1 0 0 0 0,-1-1 0 0 0,1 1 0 0 0,0-1 0 0 0,-1 0-1 0 0,1 1 1 0 0,0-1 0 0 0,1 0 0 0 0,-1 0 0 0 0,4 3 0 0 0,40 24 130 0 0,-35-23-118 0 0,21 13 52 0 0,-2-3 16 0 0,0 2 0 0 0,51 42 1 0 0,-74-55-91 0 0,-1 0 0 0 0,0 1 0 0 0,-1 0 1 0 0,1 0-1 0 0,-1 1 0 0 0,0-1 0 0 0,-1 1 1 0 0,0 0-1 0 0,0 1 0 0 0,0-1 0 0 0,-1 1 0 0 0,0-1 1 0 0,-1 1-1 0 0,0 0 0 0 0,0 0 0 0 0,0 0 1 0 0,0 14-1 0 0,-3-13-381 0 0,0 0 0 0 0,-1 0 1 0 0,0 0-1 0 0,0 0 0 0 0,-1-1 1 0 0,-4 10-1 0 0,6-15-70 0 0,-14 0-9906 0 0</inkml:trace>
</inkml:ink>
</file>

<file path=ppt/ink/ink6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7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77 116 0 0,'-1'-9'1863'0'0,"0"-1"-1"0"0,1 1 1 0 0,0 0-1 0 0,2-18 1 0 0,-2 25-1498 0 0,10-9-136 0 0</inkml:trace>
</inkml:ink>
</file>

<file path=ppt/ink/ink6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08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0 215 460 0 0,'2'84'6340'0'0,"-1"-56"-1874"0"0,0-30-4441 0 0,0 0 0 0 0,0 1 0 0 0,0-1 0 0 0,0 0-1 0 0,0 0 1 0 0,0 1 0 0 0,1-1 0 0 0,-1 1 0 0 0,1-1 0 0 0,-1 1-1 0 0,4-3 1 0 0,-3 2 20 0 0,3-4 26 0 0,-1 0 1 0 0,0 1-1 0 0,1 0 1 0 0,0 0-1 0 0,0 0 1 0 0,1 1-1 0 0,-1-1 1 0 0,1 1-1 0 0,0 1 0 0 0,0-1 1 0 0,12-4-1 0 0,-9 6-67 0 0,-1 0 0 0 0,1 1 0 0 0,0 0-1 0 0,0 0 1 0 0,0 1 0 0 0,0 0 0 0 0,0 1 0 0 0,11 2-1 0 0,70 5-524 0 0,164-8-1 0 0,-244-1 425 0 0,0 1-1 0 0,1-2 1 0 0,-1 1-1 0 0,0-1 1 0 0,13-5-1 0 0,-21 7 102 0 0,0-1 1 0 0,0 0-1 0 0,0 0 0 0 0,0 0 1 0 0,0 0-1 0 0,0 0 0 0 0,0 0 0 0 0,-1 0 1 0 0,1-1-1 0 0,0 1 0 0 0,-1 0 0 0 0,1-1 1 0 0,-1 1-1 0 0,0-1 0 0 0,1 0 1 0 0,-1 0-1 0 0,0 1 0 0 0,0-1 0 0 0,0 0 1 0 0,0 0-1 0 0,0 0 0 0 0,-1 0 1 0 0,1 0-1 0 0,-1 0 0 0 0,1 0 0 0 0,-1 0 1 0 0,0 0-1 0 0,1-1 0 0 0,-1 1 0 0 0,0 0 1 0 0,-1-2-1 0 0,1 2 41 0 0,0 0 0 0 0,-1 0 1 0 0,1 0-1 0 0,-1 1 0 0 0,0-1 0 0 0,0 0 0 0 0,1 0 1 0 0,-1 1-1 0 0,0-1 0 0 0,0 1 0 0 0,-1-1 1 0 0,1 1-1 0 0,0-1 0 0 0,0 1 0 0 0,-1 0 0 0 0,1-1 1 0 0,-1 1-1 0 0,1 0 0 0 0,-1 0 0 0 0,1 0 0 0 0,-1 0 1 0 0,0 0-1 0 0,-2 0 0 0 0,-37-7 618 0 0,38 8-559 0 0,-34 13 333 0 0,36-12-396 0 0,1 0-38 0 0,0 0 1 0 0,0 0 0 0 0,0 0 0 0 0,0 0 0 0 0,0 0-1 0 0,0 0 1 0 0,0 0 0 0 0,0 0 0 0 0,1 0 0 0 0,-1 0 0 0 0,0 0-1 0 0,1 0 1 0 0,-1 0 0 0 0,1-1 0 0 0,-1 1 0 0 0,1 0-1 0 0,-1 0 1 0 0,1 0 0 0 0,0-1 0 0 0,-1 1 0 0 0,1 0-1 0 0,0-1 1 0 0,0 1 0 0 0,0-1 0 0 0,-1 1 0 0 0,1-1 0 0 0,0 1-1 0 0,0-1 1 0 0,1 1 0 0 0,1 0-17 0 0,0-1 1 0 0,-1 1-1 0 0,1-1 1 0 0,0 0-1 0 0,0 0 1 0 0,0 0-1 0 0,0 0 1 0 0,0-1-1 0 0,0 1 1 0 0,3-2-1 0 0,3 0-24 0 0,-1-1 0 0 0,0 0 1 0 0,1 0-1 0 0,-1-1 0 0 0,0 0 0 0 0,11-8 0 0 0,2-1 661 0 0,-24 31 356 0 0,-4 13-857 0 0,0 339 1331 0 0,9-151-1102 0 0,-4-191-234 0 0,-10 45 0 0 0,7-42 48 0 0,5-31-164 0 0,0 1 0 0 0,0-1 0 0 0,0 0 1 0 0,0 0-1 0 0,0 0 0 0 0,0 1 1 0 0,0-1-1 0 0,0 0 0 0 0,0 0 1 0 0,0 1-1 0 0,0-1 0 0 0,0 0 0 0 0,-1 0 1 0 0,1 1-1 0 0,0-1 0 0 0,0 0 1 0 0,0 0-1 0 0,0 0 0 0 0,0 1 1 0 0,0-1-1 0 0,-1 0 0 0 0,1 0 0 0 0,0 0 1 0 0,0 0-1 0 0,0 1 0 0 0,0-1 1 0 0,-1 0-1 0 0,1 0 0 0 0,0 0 1 0 0,0 0-1 0 0,0 0 0 0 0,-1 0 0 0 0,1 0 1 0 0,0 1-1 0 0,0-1 0 0 0,-1 0 1 0 0,1 0-1 0 0,0 0 0 0 0,0 0 1 0 0,0 0-1 0 0,-1 0 0 0 0,1 0 1 0 0,0 0-1 0 0,0 0 0 0 0,-1 0 0 0 0,1 0 1 0 0,0 0-1 0 0,0-1 0 0 0,-1 1 1 0 0,1 0-1 0 0,0 0 0 0 0,0 0 1 0 0,0 0-1 0 0,-1 0 0 0 0,1 0 0 0 0,0 0 1 0 0,0-1-1 0 0,0 1 0 0 0,-1 0 1 0 0,-1-4-10 0 0,0 0 0 0 0,0 0 0 0 0,0 1 1 0 0,1-1-1 0 0,-1-1 0 0 0,1 1 0 0 0,0 0 1 0 0,0 0-1 0 0,1 0 0 0 0,-1-1 0 0 0,1 1 1 0 0,0 0-1 0 0,0-1 0 0 0,0 1 0 0 0,1 0 1 0 0,-1 0-1 0 0,1-1 0 0 0,0 1 0 0 0,0 0 1 0 0,4-7-1 0 0,5-18-153 0 0,24-49-1 0 0,-24 59 88 0 0,205-376-1607 0 0,-115 221 873 0 0,-68 124 600 0 0,7-16 327 0 0,-38 65 367 0 0,3 24-188 0 0,-3-2-98 0 0,0 0-1 0 0,-2 0 1 0 0,-4 29 0 0 0,-1 19 210 0 0,5-58-334 0 0,2 1 16 0 0,-1 0-1 0 0,-1 0 1 0 0,0-1 0 0 0,-1 1 0 0 0,0 0-1 0 0,0-1 1 0 0,-1 1 0 0 0,-6 12 0 0 0,8-22-169 0 0,-1 0 1 0 0,1 0 0 0 0,-1-1 0 0 0,0 1 0 0 0,1 0 0 0 0,-1-1-1 0 0,0 1 1 0 0,0-1 0 0 0,0 0 0 0 0,0 1 0 0 0,-1-1 0 0 0,1 0-1 0 0,0 0 1 0 0,0-1 0 0 0,-1 1 0 0 0,1 0 0 0 0,0-1 0 0 0,-1 1 0 0 0,1-1-1 0 0,-3 0 1 0 0,-34-3-8747 0 0,21-1 5147 0 0</inkml:trace>
</inkml:ink>
</file>

<file path=ppt/ink/ink6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1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154 105 324 0 0,'21'-40'6865'0'0,"-19"38"-6662"0"0,-1 0 0 0 0,0 1 0 0 0,0-1 0 0 0,0 0 0 0 0,0 0 0 0 0,0 0 0 0 0,-1-1-1 0 0,1 1 1 0 0,0 0 0 0 0,-1 0 0 0 0,0 0 0 0 0,1 0 0 0 0,-1-1 0 0 0,0 1 0 0 0,0 0 0 0 0,0 0-1 0 0,-1 0 1 0 0,1-1 0 0 0,0 1 0 0 0,-1 0 0 0 0,0 0 0 0 0,-1-4 0 0 0,2 4 43 0 0,-10-2 498 0 0,9 3-710 0 0,0 0 1 0 0,0 1 0 0 0,0-1 0 0 0,0 0-1 0 0,0 1 1 0 0,0-1 0 0 0,0 1-1 0 0,0-1 1 0 0,0 1 0 0 0,0 0-1 0 0,0 0 1 0 0,0-1 0 0 0,-1 1 0 0 0,1 0-1 0 0,0 0 1 0 0,0 0 0 0 0,0 0-1 0 0,0 0 1 0 0,0 0 0 0 0,0 0-1 0 0,-1 1 1 0 0,1-1 0 0 0,0 0 0 0 0,0 1-1 0 0,-1 0 1 0 0,-10 4 13 0 0,1 0 1 0 0,0 2-1 0 0,0-1 0 0 0,1 1 1 0 0,-1 1-1 0 0,1 0 0 0 0,1 0 1 0 0,0 1-1 0 0,0 0 1 0 0,1 1-1 0 0,0 0 0 0 0,-8 14 1 0 0,15-23-38 0 0,0 0 1 0 0,0 1 0 0 0,0-1 0 0 0,1 1-1 0 0,-1-1 1 0 0,1 1 0 0 0,-1 0-1 0 0,1-1 1 0 0,0 1 0 0 0,0-1 0 0 0,-1 1-1 0 0,1 0 1 0 0,0-1 0 0 0,0 1-1 0 0,1 0 1 0 0,-1-1 0 0 0,0 1 0 0 0,0-1-1 0 0,1 1 1 0 0,0 2 0 0 0,0-3 1 0 0,0 0 0 0 0,0-1 0 0 0,0 1 0 0 0,0 0 0 0 0,0-1 0 0 0,0 1 0 0 0,0 0 1 0 0,0-1-1 0 0,0 0 0 0 0,0 1 0 0 0,1-1 0 0 0,-1 0 0 0 0,0 1 0 0 0,0-1 0 0 0,0 0 0 0 0,0 0 1 0 0,0 0-1 0 0,1 0 0 0 0,-1 0 0 0 0,0 0 0 0 0,2-1 0 0 0,7-1 42 0 0,0 0 1 0 0,0-1-1 0 0,1 0 0 0 0,13-7 0 0 0,45-24 124 0 0,-67 34-175 0 0,24-6-4 0 0,-5 6-3 0 0,1-1 0 0 0,-1-1-1 0 0,0-2 1 0 0,0 0 0 0 0,26-8 0 0 0,-45 11 35 0 0,18 3 131 0 0,-13-2-619 0 0,-1 1 0 0 0,1 0-1 0 0,-1 0 1 0 0,1 0 0 0 0,11 4 0 0 0,-14-3 71 0 0,0-2 1 0 0,0 1 0 0 0,0 0 0 0 0,0-1 0 0 0,0 0 0 0 0,0 0 0 0 0,0 0 0 0 0,0 0 0 0 0,5-1 0 0 0,6-1-3125 0 0,1 2 438 0 0</inkml:trace>
</inkml:ink>
</file>

<file path=ppt/ink/ink6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1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2 468 0 0,'26'-2'5314'0'0</inkml:trace>
</inkml:ink>
</file>

<file path=ppt/ink/ink6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1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87 176 0 0,'-36'-85'14229'0'0,"35"83"-13734"0"0,26 19-12723 0 0</inkml:trace>
</inkml:ink>
</file>

<file path=ppt/ink/ink6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4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17 544 0 0,'-3'-12'3412'0'0,"3"12"-3349"0"0,0 0 0 0 0,0 0 0 0 0,0 0 0 0 0,0 1 0 0 0,0-1 0 0 0,0 0-1 0 0,-1 0 1 0 0,1 0 0 0 0,0 0 0 0 0,0 0 0 0 0,0 0 0 0 0,0 0-1 0 0,0 0 1 0 0,-1 0 0 0 0,1 0 0 0 0,0 0 0 0 0,0 0 0 0 0,0 0-1 0 0,0 0 1 0 0,0 0 0 0 0,-1 0 0 0 0,1 0 0 0 0,0 0 0 0 0,0 0 0 0 0,0 0-1 0 0,0 0 1 0 0,-1 0 0 0 0,1 0 0 0 0,0 0 0 0 0,0 0 0 0 0,0 0-1 0 0,0 0 1 0 0,-1 0 0 0 0,1 0 0 0 0,0 0 0 0 0,0 0 0 0 0,0 0-1 0 0,0-1 1 0 0,0 1 0 0 0,0 0 0 0 0,0 0 0 0 0,-1 0 0 0 0,1 0 0 0 0,0 0-1 0 0,0 0 1 0 0,0-1 0 0 0,0 1 0 0 0,0 0 0 0 0,0 0 0 0 0,0 0-1 0 0,0 0 1 0 0,0-1 0 0 0,0 1 0 0 0,0 0 0 0 0,0 0 0 0 0,0 0-1 0 0,0 0 1 0 0,0 0 0 0 0,0-1 0 0 0,0 1 0 0 0,0 0 0 0 0,0 0 0 0 0,0 0-1 0 0,0 0 1 0 0,0-1 0 0 0,0 1 0 0 0,0 0 0 0 0,0 0 0 0 0,0 0-1 0 0,-15 41 1075 0 0,1 2-1 0 0,-13 69 1 0 0,-6 98 334 0 0,28-172-1168 0 0,1-11-300 0 0,-1 4-1323 0 0,3-11-6278 0 0</inkml:trace>
</inkml:ink>
</file>

<file path=ppt/ink/ink6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4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501 135 408 0 0,'-9'-4'375'0'0,"0"-1"0"0"0,-1 1 1 0 0,1 1-1 0 0,-1 0 0 0 0,0 0 0 0 0,0 1 0 0 0,0 0 1 0 0,0 0-1 0 0,0 2 0 0 0,0-1 0 0 0,-1 1 0 0 0,1 0 0 0 0,-12 3 1 0 0,10-1-166 0 0,0 2-1 0 0,0-1 1 0 0,1 1 0 0 0,0 1 0 0 0,0 0 0 0 0,0 1 0 0 0,0 0 0 0 0,1 0 0 0 0,0 1 0 0 0,-16 15-1 0 0,6-3 23 0 0,2 1 0 0 0,0 1 0 0 0,1 1 0 0 0,2 0-1 0 0,0 2 1 0 0,1-1 0 0 0,1 2 0 0 0,2-1 0 0 0,0 2-1 0 0,-13 49 1 0 0,13-33-48 0 0,2 1 1 0 0,2 0-1 0 0,1 0 0 0 0,3 1 0 0 0,1-1 0 0 0,5 51 0 0 0,0-70-109 0 0,0 1 0 0 0,2-1 0 0 0,0 0 0 0 0,2 0 0 0 0,1-1-1 0 0,0 0 1 0 0,2 0 0 0 0,1-1 0 0 0,0 0 0 0 0,18 23 0 0 0,-19-31-52 0 0,1 0-1 0 0,1 0 1 0 0,1-1 0 0 0,0 0 0 0 0,0-1 0 0 0,1-1 0 0 0,1 0 0 0 0,0-1 0 0 0,0-1 0 0 0,1 0 0 0 0,0-1-1 0 0,0 0 1 0 0,1-2 0 0 0,29 8 0 0 0,-12-7-48 0 0,1-2-1 0 0,-1-1 1 0 0,1-2 0 0 0,0-1-1 0 0,0-2 1 0 0,0-1 0 0 0,0-2-1 0 0,0-1 1 0 0,-1-2-1 0 0,0-1 1 0 0,47-18 0 0 0,-37 8-11 0 0,-2-1 0 0 0,0-2 0 0 0,-2-1 0 0 0,0-3 0 0 0,-1-1 0 0 0,-2-1 1 0 0,-1-3-1 0 0,37-38 0 0 0,-57 50 39 0 0,0 0 0 0 0,-1-1 0 0 0,-2 0 0 0 0,1-2 1 0 0,-2 1-1 0 0,-1-2 0 0 0,-1 1 0 0 0,0-2 0 0 0,-2 1 1 0 0,-1-1-1 0 0,0 0 0 0 0,-2-1 0 0 0,-1 1 0 0 0,0-1 0 0 0,-2 0 1 0 0,-1 0-1 0 0,-1 0 0 0 0,-1 0 0 0 0,-1 0 0 0 0,-1 0 0 0 0,-1 0 1 0 0,-1 1-1 0 0,-1 0 0 0 0,-1 0 0 0 0,-1 0 0 0 0,-1 1 0 0 0,-1 0 1 0 0,-1 1-1 0 0,-1 0 0 0 0,-1 0 0 0 0,0 2 0 0 0,-23-26 0 0 0,13 21 45 0 0,0 1-1 0 0,-2 1 1 0 0,0 1-1 0 0,-2 2 1 0 0,0 0-1 0 0,-1 2 0 0 0,0 1 1 0 0,-52-21-1 0 0,61 30-37 0 0,-1 0 0 0 0,0 1-1 0 0,0 1 1 0 0,0 0 0 0 0,0 2 0 0 0,-1 1-1 0 0,0 0 1 0 0,1 1 0 0 0,-1 2 0 0 0,0 0-1 0 0,1 1 1 0 0,-1 1 0 0 0,1 1-1 0 0,-39 12 1 0 0,52-13-141 0 0,0 0 1 0 0,0 0-1 0 0,0 1 0 0 0,0 0 0 0 0,1 0 1 0 0,0 1-1 0 0,0 0 0 0 0,0 0 0 0 0,0 0 1 0 0,1 1-1 0 0,0 0 0 0 0,0 0 0 0 0,0 0 0 0 0,1 1 1 0 0,0-1-1 0 0,0 1 0 0 0,-3 8 0 0 0,3-5-589 0 0,1 1-1 0 0,0-1 1 0 0,0 1-1 0 0,1 0 1 0 0,1 0-1 0 0,0 0 1 0 0,0 11-1 0 0,2 14-2042 0 0</inkml:trace>
</inkml:ink>
</file>

<file path=ppt/ink/ink6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5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57 140 0 0,'-3'-4'620'0'0,"0"1"0"0"0,1-1 0 0 0,-1 1 0 0 0,0 0 0 0 0,-1 0 0 0 0,1 0 0 0 0,-1 0 0 0 0,1 1 0 0 0,-1-1 0 0 0,0 1 0 0 0,0 0 0 0 0,-6-2 0 0 0,8 4-450 0 0,-1 0 1 0 0,0-1-1 0 0,0 2 1 0 0,0-1 0 0 0,0 0-1 0 0,0 1 1 0 0,0-1-1 0 0,0 1 1 0 0,0 0-1 0 0,1 0 1 0 0,-1 0-1 0 0,0 0 1 0 0,1 1-1 0 0,-1-1 1 0 0,1 1-1 0 0,-1-1 1 0 0,1 1-1 0 0,0 0 1 0 0,-4 3-1 0 0,-10 10 125 0 0,0 2 0 0 0,1 0-1 0 0,1 0 1 0 0,0 1 0 0 0,1 1 0 0 0,1 0-1 0 0,1 1 1 0 0,1 0 0 0 0,1 1-1 0 0,1 0 1 0 0,0 0 0 0 0,-8 43-1 0 0,13-9 63 0 0,3-53-340 0 0,0 0 0 0 0,0 0 0 0 0,1 0 0 0 0,-1 0 0 0 0,0 0 0 0 0,1 0 0 0 0,0 0 0 0 0,-1-1 0 0 0,1 1 0 0 0,0 0 0 0 0,0 0 0 0 0,0 0 0 0 0,0-1-1 0 0,0 1 1 0 0,1 0 0 0 0,-1-1 0 0 0,0 1 0 0 0,1-1 0 0 0,-1 0 0 0 0,1 1 0 0 0,0-1 0 0 0,-1 0 0 0 0,4 2 0 0 0,-2-3-14 0 0,-1 0-1 0 0,1 0 1 0 0,-1 0 0 0 0,1 0-1 0 0,-1 0 1 0 0,1 0 0 0 0,-1-1-1 0 0,1 1 1 0 0,-1-1 0 0 0,1 0-1 0 0,-1 0 1 0 0,0 0 0 0 0,1 0-1 0 0,-1 0 1 0 0,0 0 0 0 0,3-3-1 0 0,39-27-66 0 0,-34 23 43 0 0,12-8-59 0 0,-1-1 0 0 0,0-2 0 0 0,35-40 0 0 0,-56 58 72 0 0,1 1 1 0 0,-1-1-1 0 0,1 0 1 0 0,-1 1 0 0 0,1-1-1 0 0,-1 0 1 0 0,1 1-1 0 0,0-1 1 0 0,-1 1-1 0 0,1-1 1 0 0,0 1 0 0 0,-1 0-1 0 0,1-1 1 0 0,0 1-1 0 0,0-1 1 0 0,0 1-1 0 0,-1 0 1 0 0,1 0 0 0 0,0 0-1 0 0,0-1 1 0 0,0 1-1 0 0,-1 0 1 0 0,1 0-1 0 0,0 0 1 0 0,0 0 0 0 0,0 0-1 0 0,0 1 1 0 0,-1-1-1 0 0,1 0 1 0 0,0 0-1 0 0,0 0 1 0 0,0 1-1 0 0,-1-1 1 0 0,1 0 0 0 0,0 1-1 0 0,0-1 1 0 0,0 1-1 0 0,30 30-125 0 0,-28-27 110 0 0,0 0-1 0 0,0 0 1 0 0,1 0-1 0 0,0 0 0 0 0,0-1 1 0 0,0 1-1 0 0,8 4 1 0 0,-6-6 27 0 0,0 0 1 0 0,0 0-1 0 0,0 0 1 0 0,0-1 0 0 0,0 0-1 0 0,0 0 1 0 0,1-1-1 0 0,-1 0 1 0 0,0 0-1 0 0,1 0 1 0 0,-1-1 0 0 0,0 0-1 0 0,0 0 1 0 0,0-1-1 0 0,0 1 1 0 0,0-1-1 0 0,0-1 1 0 0,0 1 0 0 0,0-1-1 0 0,-1 0 1 0 0,1 0-1 0 0,-1-1 1 0 0,0 1-1 0 0,0-1 1 0 0,0 0 0 0 0,-1-1-1 0 0,1 1 1 0 0,-1-1-1 0 0,0 0 1 0 0,-1 0-1 0 0,1 0 1 0 0,-1-1 0 0 0,0 1-1 0 0,0-1 1 0 0,0 1-1 0 0,-1-1 1 0 0,0 0-1 0 0,0 0 1 0 0,-1 0 0 0 0,1-1-1 0 0,-1 1 1 0 0,-1 0-1 0 0,1 0 1 0 0,-1-1-1 0 0,0 1 1 0 0,-1 0 0 0 0,1-1-1 0 0,-1 1 1 0 0,0 0-1 0 0,-1 0 1 0 0,0 0-1 0 0,0 0 1 0 0,0 0 0 0 0,-5-9-1 0 0,3 7 60 0 0,-1 0-1 0 0,0 0 1 0 0,0 0-1 0 0,-1 1 1 0 0,0-1-1 0 0,0 2 1 0 0,-1-1-1 0 0,0 0 1 0 0,0 1 0 0 0,0 1-1 0 0,-1-1 1 0 0,0 1-1 0 0,0 0 1 0 0,0 1-1 0 0,-1 0 1 0 0,1 0-1 0 0,-1 1 1 0 0,0 0 0 0 0,0 1-1 0 0,0-1 1 0 0,-14 0-1 0 0,22 3-182 0 0,0 1 0 0 0,1-1-1 0 0,-1 0 1 0 0,0 1 0 0 0,1-1 0 0 0,-1 1-1 0 0,0-1 1 0 0,1 1 0 0 0,-1-1 0 0 0,1 1-1 0 0,-1 0 1 0 0,1-1 0 0 0,-1 1 0 0 0,1-1-1 0 0,-1 1 1 0 0,1 0 0 0 0,0 0 0 0 0,-1-1-1 0 0,1 1 1 0 0,0 0 0 0 0,0 0 0 0 0,-1-1-1 0 0,1 1 1 0 0,0 0 0 0 0,0 0-1 0 0,0 0 1 0 0,0-1 0 0 0,0 1 0 0 0,0 0-1 0 0,0 0 1 0 0,0 0 0 0 0,0-1 0 0 0,1 1-1 0 0,-1 0 1 0 0,0 0 0 0 0,0-1 0 0 0,1 1-1 0 0,0 1 1 0 0,14 13-2065 0 0,1-6-2290 0 0,-4-5 1333 0 0</inkml:trace>
</inkml:ink>
</file>

<file path=ppt/ink/ink6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5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30 840 0 0,'0'0'3660'0'0,"-4"2"-2916"0"0,1 0-624 0 0,1-1-1 0 0,0 0 0 0 0,0 0 0 0 0,0 1 0 0 0,0-1 0 0 0,0 1 0 0 0,0 0 0 0 0,1 0 0 0 0,-1-1 0 0 0,0 1 0 0 0,1 0 0 0 0,0 0 0 0 0,-1 1 0 0 0,1-1 0 0 0,0 0 0 0 0,0 0 0 0 0,0 1 0 0 0,0-1 0 0 0,0 0 0 0 0,1 1 0 0 0,-1-1 0 0 0,1 1 0 0 0,0-1 0 0 0,0 1 0 0 0,0-1 0 0 0,0 1 0 0 0,0-1 0 0 0,0 1 0 0 0,0-1 0 0 0,1 0 0 0 0,-1 1 0 0 0,1-1 0 0 0,0 1 0 0 0,0-1 0 0 0,0 0 0 0 0,2 5 0 0 0,-1-4-32 0 0,1 0 0 0 0,-1 1 0 0 0,1-1 0 0 0,-1 0 0 0 0,1 0 0 0 0,0-1 0 0 0,0 1 0 0 0,1-1 0 0 0,-1 1 0 0 0,0-1 1 0 0,1 0-1 0 0,-1 0 0 0 0,1 0 0 0 0,0-1 0 0 0,0 0 0 0 0,0 1 0 0 0,-1-1 0 0 0,1 0 0 0 0,0-1 0 0 0,0 1 0 0 0,0-1 0 0 0,0 0 0 0 0,0 0 0 0 0,1 0 0 0 0,-1 0 0 0 0,0-1 0 0 0,0 1 0 0 0,0-1 0 0 0,-1 0 0 0 0,1 0 0 0 0,0-1 0 0 0,0 1 0 0 0,0-1 0 0 0,-1 0 0 0 0,4-2 0 0 0,-5 2-39 0 0,0 1 0 0 0,0-1 1 0 0,-1 0-1 0 0,1 0 0 0 0,-1 0 0 0 0,1 0 0 0 0,-1 0 0 0 0,0-1 0 0 0,0 1 0 0 0,0 0 1 0 0,0 0-1 0 0,0-1 0 0 0,-1 1 0 0 0,1-1 0 0 0,-1 1 0 0 0,1-1 0 0 0,-1 1 1 0 0,0-1-1 0 0,0 1 0 0 0,0-1 0 0 0,0 1 0 0 0,0-1 0 0 0,-1 1 0 0 0,1 0 0 0 0,-1-1 1 0 0,0 1-1 0 0,-1-3 0 0 0,0-2 70 0 0,0 0 0 0 0,-1 0 1 0 0,0 1-1 0 0,0-1 0 0 0,-1 1 1 0 0,0 0-1 0 0,0 0 0 0 0,-5-6 0 0 0,-6-1-556 0 0</inkml:trace>
</inkml:ink>
</file>

<file path=ppt/ink/ink6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6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0 740 0 0,'11'7'599'0'0,"-1"-1"0"0"0,-1 2 0 0 0,1 0-1 0 0,-1 0 1 0 0,0 0 0 0 0,-1 1 0 0 0,0 0 0 0 0,-1 1 0 0 0,0 0 0 0 0,0 0-1 0 0,-1 1 1 0 0,0 0 0 0 0,-1 0 0 0 0,5 14 0 0 0,-6-12 674 0 0,-7-17 293 0 0,2 2-1497 0 0,1 0-1 0 0,-1 0 1 0 0,0 0-1 0 0,1-1 1 0 0,0 1-1 0 0,-1 0 1 0 0,1 0-1 0 0,0-1 1 0 0,0 1-1 0 0,0 0 1 0 0,1-1-1 0 0,0-2 1 0 0,0-1-197 0 0,1 0 1 0 0,0 0 0 0 0,0 1 0 0 0,1-1-1 0 0,-1 1 1 0 0,1-1 0 0 0,0 1 0 0 0,1 0 0 0 0,-1 0-1 0 0,1 1 1 0 0,0-1 0 0 0,0 1 0 0 0,1 0-1 0 0,-1 0 1 0 0,1 0 0 0 0,0 0 0 0 0,0 1-1 0 0,0 0 1 0 0,1 0 0 0 0,-1 0 0 0 0,1 1 0 0 0,7-3-1 0 0,-8 4-504 0 0,0-1-1 0 0,0 1 1 0 0,0 0-1 0 0,0 0 1 0 0,0 0-1 0 0,0 0 1 0 0,0 1-1 0 0,6 1 1 0 0,6-1-2086 0 0</inkml:trace>
</inkml:ink>
</file>

<file path=ppt/ink/ink6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16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69 273 112 0 0,'0'0'898'0'0,"0"0"-839"0"0,1 0-1 0 0,-1 0 1 0 0,0 0-1 0 0,0 0 1 0 0,0 0-1 0 0,0 0 1 0 0,0 0-1 0 0,1 0 1 0 0,-1 0 0 0 0,0 0-1 0 0,0 0 1 0 0,0 0-1 0 0,0 0 1 0 0,0 0-1 0 0,1 0 1 0 0,-1 0-1 0 0,0 0 1 0 0,0 0-1 0 0,0 1 1 0 0,0-1 0 0 0,0 0-1 0 0,0 0 1 0 0,1 0-1 0 0,-1 0 1 0 0,0 0-1 0 0,0 0 1 0 0,0 0-1 0 0,0 0 1 0 0,0 0-1 0 0,0 1 1 0 0,0-1 0 0 0,0 0-1 0 0,0 0 1 0 0,0 0-1 0 0,1 0 1 0 0,-1 0-1 0 0,0 0 1 0 0,0 1-1 0 0,0-1 1 0 0,0 0-1 0 0,0 0 1 0 0,0 0 0 0 0,0 0-1 0 0,0 0 1 0 0,0 1-1 0 0,0-1 1 0 0,0 0-1 0 0,0 0 1 0 0,0 0-1 0 0,0 0 1 0 0,0 0 0 0 0,0 1-1 0 0,0-1 1 0 0,-1 0-1 0 0,1 0 1 0 0,0 0-1 0 0,0 0 1 0 0,0 0-1 0 0,0 0 1 0 0,0 1-1 0 0,0-1 1 0 0,0 0 0 0 0,0 0-1 0 0,0 0 1 0 0,-1 0-1 0 0,1 0 1 0 0,0 0-1 0 0,0 0 1 0 0,-13 10 691 0 0,9-7-456 0 0,-1 0 1 0 0,1-1-1 0 0,0 1 0 0 0,0 1 0 0 0,1-1 0 0 0,-1 0 1 0 0,1 1-1 0 0,0 0 0 0 0,-1 0 0 0 0,2 0 0 0 0,-1 0 0 0 0,0 0 1 0 0,1 1-1 0 0,0-1 0 0 0,0 1 0 0 0,0 0 0 0 0,1-1 1 0 0,-2 8-1 0 0,3-12-273 0 0,0 1 1 0 0,0-1 0 0 0,0 1-1 0 0,0-1 1 0 0,0 1 0 0 0,0-1-1 0 0,0 1 1 0 0,0-1-1 0 0,0 1 1 0 0,0-1 0 0 0,0 1-1 0 0,1-1 1 0 0,-1 1 0 0 0,0-1-1 0 0,0 1 1 0 0,1-1-1 0 0,-1 0 1 0 0,0 1 0 0 0,0-1-1 0 0,1 1 1 0 0,-1-1 0 0 0,0 0-1 0 0,1 1 1 0 0,-1-1 0 0 0,1 0-1 0 0,-1 0 1 0 0,1 1-1 0 0,-1-1 1 0 0,0 0 0 0 0,1 0-1 0 0,-1 0 1 0 0,1 1 0 0 0,-1-1-1 0 0,1 0 1 0 0,21-4 367 0 0,15-16-72 0 0,-27 11-230 0 0,-1-1 1 0 0,-1-1 0 0 0,0 1 0 0 0,0-1 0 0 0,-1 0-1 0 0,-1-1 1 0 0,0 0 0 0 0,0 0 0 0 0,-1 0 0 0 0,0 0-1 0 0,-2-1 1 0 0,1 0 0 0 0,-1 0 0 0 0,-1 0 0 0 0,0 0 0 0 0,-1 0-1 0 0,-1-1 1 0 0,0 1 0 0 0,-1 0 0 0 0,0 0 0 0 0,-1 0-1 0 0,0-1 1 0 0,-7-20 0 0 0,4 19 519 0 0,-9-12 1012 0 0,13 25-1359 0 0,-31 41 581 0 0,27-27-758 0 0,0 1 1 0 0,1-1-1 0 0,0 1 0 0 0,1 0 0 0 0,1 0 1 0 0,0 0-1 0 0,-1 25 0 0 0,11 96-1076 0 0,0-45-1465 0 0,-8-87 2333 0 0,3 57-2585 0 0,2-20-3772 0 0,0-23 3005 0 0</inkml:trace>
</inkml:ink>
</file>

<file path=ppt/ink/ink6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0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565 118 200 0 0,'1'-57'7231'0'0,"0"54"-6998"0"0,-1 0 0 0 0,0 0 0 0 0,0 1 0 0 0,0-1 0 0 0,-1 0-1 0 0,1 0 1 0 0,-1 1 0 0 0,0-1 0 0 0,1 0 0 0 0,-1 1 0 0 0,0-1 0 0 0,0 1-1 0 0,-1-1 1 0 0,1 1 0 0 0,-1-1 0 0 0,-1-1 0 0 0,1 2-161 0 0,-1 1 0 0 0,1-1 0 0 0,0 1 0 0 0,-1-1 0 0 0,0 1 0 0 0,1 0 0 0 0,-1 0 0 0 0,0 1 0 0 0,1-1-1 0 0,-1 0 1 0 0,0 1 0 0 0,0 0 0 0 0,0 0 0 0 0,1-1 0 0 0,-1 2 0 0 0,-5-1 0 0 0,-19 3 80 0 0,-1 0 0 0 0,1 2 0 0 0,0 1 0 0 0,1 1 1 0 0,0 1-1 0 0,-37 16 0 0 0,39-12-45 0 0,0 0 1 0 0,0 2-1 0 0,-35 27 0 0 0,55-39-100 0 0,1 0 0 0 0,0 0 0 0 0,0 0 0 0 0,0 1-1 0 0,1-1 1 0 0,-1 1 0 0 0,1 0 0 0 0,-1 0 0 0 0,1 0-1 0 0,0 0 1 0 0,0 0 0 0 0,0 1 0 0 0,1-1 0 0 0,-1 0-1 0 0,1 1 1 0 0,0-1 0 0 0,0 1 0 0 0,0 0 0 0 0,0-1-1 0 0,0 1 1 0 0,1 0 0 0 0,0 0 0 0 0,0-1 0 0 0,0 1 0 0 0,0 0-1 0 0,0 0 1 0 0,1-1 0 0 0,0 1 0 0 0,0 0 0 0 0,0-1-1 0 0,0 1 1 0 0,0-1 0 0 0,1 1 0 0 0,-1-1 0 0 0,1 0-1 0 0,0 1 1 0 0,4 3 0 0 0,6 8 14 0 0,1-1 0 0 0,0 0 0 0 0,1-1 0 0 0,0 0 0 0 0,29 18 0 0 0,5 1-4 0 0,-16-11-2 0 0,43 36 0 0 0,-68-51-40 0 0,0 0 0 0 0,0 1 0 0 0,-1 0 0 0 0,0 0 0 0 0,-1 0 0 0 0,1 1-1 0 0,-1 0 1 0 0,-1 0 0 0 0,0 0 0 0 0,0 1 0 0 0,4 11 0 0 0,-7-16 8 0 0,0 0 0 0 0,0 0 0 0 0,-1 0 1 0 0,1 0-1 0 0,-1 0 0 0 0,0 0 0 0 0,0 0 0 0 0,-1 0 1 0 0,1 0-1 0 0,-1 1 0 0 0,0-1 0 0 0,0-1 0 0 0,0 1 0 0 0,0 0 1 0 0,-1 0-1 0 0,0 0 0 0 0,-2 3 0 0 0,1-2 3 0 0,-1 1 0 0 0,0-1-1 0 0,-1-1 1 0 0,1 1 0 0 0,-1-1-1 0 0,0 1 1 0 0,0-1 0 0 0,0-1 0 0 0,-12 7-1 0 0,2-3 9 0 0,1-1-1 0 0,-2 0 1 0 0,1-1-1 0 0,-1-1 1 0 0,1 0-1 0 0,-1-1 0 0 0,-30 2 1 0 0,30-5 23 0 0,-1 0 1 0 0,1-2-1 0 0,0 1 1 0 0,0-2-1 0 0,0 0 1 0 0,0-1-1 0 0,1-1 1 0 0,-1 0-1 0 0,1-1 1 0 0,0-1-1 0 0,1 0 1 0 0,0-1-1 0 0,-15-10 1 0 0,28 17-62 0 0,1 1 0 0 0,-1 0 0 0 0,1-1 0 0 0,0 1 0 0 0,-1-1 0 0 0,1 1 0 0 0,0 0 0 0 0,-1-1 0 0 0,1 1 0 0 0,0-1 0 0 0,-1 1-1 0 0,1-1 1 0 0,0 1 0 0 0,0-1 0 0 0,0 1 0 0 0,0-1 0 0 0,-1 1 0 0 0,1-1 0 0 0,0 1 0 0 0,0-1 0 0 0,0 1 0 0 0,0-1 0 0 0,0 1 0 0 0,0-1 0 0 0,0 1 0 0 0,0-1 0 0 0,1 1 0 0 0,-1-1 0 0 0,0 1 0 0 0,0-1 0 0 0,0 1 0 0 0,0-1 0 0 0,1 1 0 0 0,-1-1 0 0 0,0 1 0 0 0,1-1 0 0 0,-1 1 0 0 0,0 0 0 0 0,1-1 0 0 0,-1 1 0 0 0,0 0 0 0 0,1-1 0 0 0,-1 1 0 0 0,1 0 0 0 0,-1-1 0 0 0,0 1 0 0 0,1 0 0 0 0,-1 0 0 0 0,2-1 0 0 0,17-8-1699 0 0,-7 6-3062 0 0,8 0 1857 0 0</inkml:trace>
</inkml:ink>
</file>

<file path=ppt/ink/ink6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1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2 664 0 0,'9'-2'7633'0'0,"-8"21"-7145"0"0,-1 0 0 0 0,-1 0 0 0 0,-1 0 0 0 0,0-1 0 0 0,-2 1 0 0 0,0-1 0 0 0,-9 27 0 0 0,-19 44 146 0 0,31-88-1019 0 0,-1 4 19 0 0,1-2-1314 0 0</inkml:trace>
</inkml:ink>
</file>

<file path=ppt/ink/ink6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1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49 480 0 0,'-2'-5'775'0'0,"0"-1"-1"0"0,1 1 1 0 0,-1 0 0 0 0,1-1-1 0 0,0 1 1 0 0,0-1 0 0 0,1-5-1 0 0,21 13-2019 0 0,-8 10-1441 0 0,-7-3 1140 0 0</inkml:trace>
</inkml:ink>
</file>

<file path=ppt/ink/ink6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1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26 464 0 0,'1'14'1824'0'0,"1"-7"-1297"0"0,3 13 933 0 0,-2 1 1 0 0,3 38-1 0 0,-6-58-1233 0 0,2 17 2605 0 0,3-31-2783 0 0,1 0 1 0 0,0 0-1 0 0,1 0 1 0 0,1 1-1 0 0,0 0 0 0 0,0 1 1 0 0,1-1-1 0 0,1 2 1 0 0,14-14-1 0 0,-15 19-32 0 0,0 1 0 0 0,0-1 1 0 0,0 2-1 0 0,12-4 0 0 0,-19 7-8 0 0,1 1 8 0 0,0 0 0 0 0,-1 0 0 0 0,1 0 1 0 0,0 1-1 0 0,-1-1 0 0 0,1 1 1 0 0,-1 0-1 0 0,0 0 0 0 0,1 0 0 0 0,2 3 1 0 0,20 47 219 0 0,-24-50-222 0 0,-1-2-3 0 0,0 1-1 0 0,0-1 1 0 0,0 1-1 0 0,0-1 0 0 0,0 1 1 0 0,0-1-1 0 0,0 1 1 0 0,1-1-1 0 0,-1 1 1 0 0,0-1-1 0 0,0 1 0 0 0,0-1 1 0 0,1 1-1 0 0,-1-1 1 0 0,0 0-1 0 0,1 1 0 0 0,-1-1 1 0 0,0 1-1 0 0,1-1 1 0 0,-1 0-1 0 0,0 1 1 0 0,1-1-1 0 0,-1 0 0 0 0,1 1 1 0 0,-1-1-1 0 0,1 0 1 0 0,-1 0-1 0 0,1 1 0 0 0,-1-1 1 0 0,1 0-1 0 0,-1 0 1 0 0,1 0-1 0 0,-1 0 1 0 0,1 0-1 0 0,-1 0 0 0 0,1 0 1 0 0,-1 0-1 0 0,1 0 1 0 0,0 0-1 0 0,19-21 38 0 0,-11 10-24 0 0,1 1 1 0 0,0 0-1 0 0,1 1 1 0 0,15-12-1 0 0,-23 20-27 0 0,-2 0 1 0 0,0 0 0 0 0,-1 0 0 0 0,1 0 0 0 0,0 0 0 0 0,0 0 1 0 0,0 1-1 0 0,0-1 0 0 0,0 0 0 0 0,0 1 0 0 0,1-1 0 0 0,-1 1 0 0 0,0-1 0 0 0,0 1 0 0 0,0 0 0 0 0,0-1 1 0 0,1 1-1 0 0,-1 0 0 0 0,0 0 0 0 0,0 0 0 0 0,1 0 0 0 0,-1 0 0 0 0,0 0 0 0 0,0 0 0 0 0,1 0 0 0 0,-1 0 0 0 0,0 1 1 0 0,0-1-1 0 0,0 0 0 0 0,1 1 0 0 0,-1-1 0 0 0,0 1 0 0 0,0-1 0 0 0,0 1 0 0 0,0 0 0 0 0,1 0 0 0 0,3 5 22 0 0,1-1 0 0 0,-1 0 0 0 0,1-1 0 0 0,0 1 0 0 0,1-1 0 0 0,-1 0 0 0 0,1-1 0 0 0,-1 0 0 0 0,1 0 0 0 0,0 0 0 0 0,0-1 0 0 0,0 0 0 0 0,1 0 0 0 0,-1 0 0 0 0,0-1 0 0 0,1-1 0 0 0,-1 1 0 0 0,1-1 0 0 0,14-2 0 0 0,-20 2 337 0 0,18 2 513 0 0</inkml:trace>
</inkml:ink>
</file>

<file path=ppt/ink/ink6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2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83 184 0 0,'-3'-8'1660'0'0,"-1"-7"-948"0"0,-1 9 516 0 0,0-10-716 0 0,2 9 284 0 0,-4-3-616 0 0,-2-1-1304 0 0,6 1-1940 0 0</inkml:trace>
</inkml:ink>
</file>

<file path=ppt/ink/ink6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2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27 388 0 0,'4'-14'4072'0'0,"-4"13"-3965"0"0,0 1-1 0 0,0 0 0 0 0,0-1 1 0 0,0 1-1 0 0,0 0 0 0 0,0-1 0 0 0,0 1 1 0 0,0-1-1 0 0,0 1 0 0 0,0 0 0 0 0,0-1 1 0 0,0 1-1 0 0,0 0 0 0 0,0-1 1 0 0,0 1-1 0 0,0 0 0 0 0,0-1 0 0 0,1 1 1 0 0,-1-1-1 0 0,0 1 0 0 0,0 0 1 0 0,0-1-1 0 0,1 1 0 0 0,-1 0 0 0 0,0 0 1 0 0,0-1-1 0 0,1 1 0 0 0,-1 0 1 0 0,0 0-1 0 0,0-1 0 0 0,1 1 0 0 0,-1 0 1 0 0,0 0-1 0 0,1 0 0 0 0,-1-1 0 0 0,0 1 1 0 0,1 0-1 0 0,-1 0 0 0 0,1 0 1 0 0,-1 0-1 0 0,1 0 0 0 0,5 19 1370 0 0,-2 33-360 0 0,-34 224 1809 0 0,22-214-2577 0 0,3-35-186 0 0,2 0 0 0 0,1 0 0 0 0,1 1 0 0 0,1-1 0 0 0,4 28 0 0 0,-4-52-249 0 0,0 0 1 0 0,0 0 0 0 0,1 0-1 0 0,-1 0 1 0 0,1 0 0 0 0,0 0-1 0 0,0-1 1 0 0,0 1-1 0 0,1 0 1 0 0,-1-1 0 0 0,0 1-1 0 0,1 0 1 0 0,0-1 0 0 0,-1 0-1 0 0,1 1 1 0 0,0-1-1 0 0,0 0 1 0 0,1 0 0 0 0,-1 0-1 0 0,0 0 1 0 0,1-1 0 0 0,-1 1-1 0 0,1-1 1 0 0,-1 1-1 0 0,1-1 1 0 0,0 0 0 0 0,0 0-1 0 0,-1 0 1 0 0,1 0 0 0 0,0-1-1 0 0,0 1 1 0 0,0-1-1 0 0,0 1 1 0 0,4-1 0 0 0,6-2-1049 0 0,0 0 0 0 0,0 0 0 0 0,-1-1 0 0 0,1-1-1 0 0,-1 0 1 0 0,16-8 0 0 0,-11 4-1561 0 0</inkml:trace>
</inkml:ink>
</file>

<file path=ppt/ink/ink6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3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40 135 592 0 0,'3'-9'1145'0'0,"0"0"0"0"0,0-1 1 0 0,-1 1-1 0 0,1-12 0 0 0,-2 19-33 0 0,2-4-496 0 0,-4 3 57 0 0,-3 4 1456 0 0,-6 6-1624 0 0,1 0-1 0 0,0 0 1 0 0,-15 16 0 0 0,23-22-346 0 0,1 1-126 0 0,0 0 1 0 0,1-1 0 0 0,-1 1-1 0 0,0-1 1 0 0,1 1 0 0 0,-1 0-1 0 0,1-1 1 0 0,-1 1-1 0 0,1-1 1 0 0,0 0 0 0 0,0 1-1 0 0,0-1 1 0 0,1 2 0 0 0,2-3-35 0 0,0 0-8 0 0,-1-1 1 0 0,1 1-1 0 0,-1 0 0 0 0,1 0 1 0 0,-1 1-1 0 0,1-1 1 0 0,-1 1-1 0 0,0 0 0 0 0,6 2 1 0 0,-7-3-6 0 0,14 2-13 0 0,-10 1 18 0 0,-4-3 11 0 0,6 3 4 0 0,0-1 1 0 0,1 0-1 0 0,-1 0 1 0 0,16 0 0 0 0,3-6 29 0 0,-7 2-50 0 0,0-1 0 0 0,-1 0 0 0 0,1-2 0 0 0,-1-1 1 0 0,0 0-1 0 0,0-1 0 0 0,30-16 0 0 0,-48 22 20 0 0,31-22 669 0 0,-31 22-556 0 0,-1 0-137 0 0,-1 0 22 0 0,1 0 1 0 0,-1 0-1 0 0,1 0 1 0 0,0-1 0 0 0,0 1-1 0 0,0 0 1 0 0,-1 0-1 0 0,1 0 1 0 0,0 0-1 0 0,0 0 1 0 0,0 0-1 0 0,1 0 1 0 0,-1 0-1 0 0,0-1 1 0 0,3 1-1 0 0,-1 0-9 0 0,1 0 0 0 0,0 0 0 0 0,-1 1 0 0 0,1-1 1 0 0,0 1-1 0 0,0 0 0 0 0,0 0 0 0 0,-1 0 1 0 0,1 0-1 0 0,0 0 0 0 0,0 1 0 0 0,-1-1 0 0 0,1 1 1 0 0,0 0-1 0 0,-1 0 0 0 0,1 0 0 0 0,0 0 1 0 0,-1 0-1 0 0,5 3 0 0 0,26 31-16 0 0,7-24 70 0 0,-38-11-31 0 0,28-12 28 0 0,72-75 85 0 0,-101 86-127 0 0,-1 1 1 0 0,1-1 0 0 0,-1 1 0 0 0,0 0 0 0 0,1-1 0 0 0,-1 1-1 0 0,1-1 1 0 0,-1 1 0 0 0,1 0 0 0 0,-1-1 0 0 0,1 1 0 0 0,0 0-1 0 0,-1 0 1 0 0,1 0 0 0 0,-1-1 0 0 0,1 1 0 0 0,-1 0-1 0 0,1 0 1 0 0,0 0 0 0 0,-1 0 0 0 0,1 0 0 0 0,0 0 0 0 0,-1 0-1 0 0,1 0 1 0 0,-1 0 0 0 0,1 0 0 0 0,0 0 0 0 0,-1 1 0 0 0,1-1-1 0 0,-1 0 1 0 0,1 0 0 0 0,-1 0 0 0 0,1 1 0 0 0,-1-1-1 0 0,1 0 1 0 0,-1 1 0 0 0,1-1 0 0 0,-1 1 0 0 0,1-1 0 0 0,-1 0-1 0 0,1 1 1 0 0,-1-1 0 0 0,0 1 0 0 0,1-1 0 0 0,-1 1 0 0 0,0-1-1 0 0,1 1 1 0 0,-1 0 0 0 0,0-1 0 0 0,0 1 0 0 0,0-1-1 0 0,1 2 1 0 0,8 27 174 0 0,-11 30-281 0 0,-2 0 0 0 0,-2-1 1 0 0,-3 0-1 0 0,-3 0 0 0 0,-31 93 1 0 0,13-71-2004 0 0,3-5-4494 0 0,20-52 3546 0 0</inkml:trace>
</inkml:ink>
</file>

<file path=ppt/ink/ink6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4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42 160 280 0 0,'0'0'7552'0'0,"-4"-3"-6211"0"0,0 1-701 0 0,0-1 1 0 0,1 0 0 0 0,0 0-1 0 0,-1 0 1 0 0,1 0-1 0 0,0-1 1 0 0,-4-6-1 0 0,6 9 125 0 0,1 0-687 0 0,-1 1-1 0 0,1-1 1 0 0,-1 1-1 0 0,1 0 1 0 0,0-1 0 0 0,-1 1-1 0 0,1-1 1 0 0,-1 0-1 0 0,1 1 1 0 0,0-1-1 0 0,0 1 1 0 0,-1-1 0 0 0,1 1-1 0 0,0-1 1 0 0,0 0-1 0 0,0 1 1 0 0,-1-1 0 0 0,1 0-1 0 0,0 1 1 0 0,0-1-1 0 0,0 1 1 0 0,0-1-1 0 0,0 0 1 0 0,0 1 0 0 0,1-1-1 0 0,-1 0 1 0 0,0 1-1 0 0,0-1 1 0 0,1-1-1 0 0,4-23-342 0 0,12-9-2885 0 0,-4 9-1977 0 0,-10 19 2897 0 0,5-9-1491 0 0</inkml:trace>
</inkml:ink>
</file>

<file path=ppt/ink/ink6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49:34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42 139 12617 0 0,'-2'-3'231'0'0,"-4"-8"20"0"0,0-1 0 0 0,1 0 0 0 0,0 0 0 0 0,1 0 0 0 0,0-1-1 0 0,1 1 1 0 0,-3-25 0 0 0,7 36-444 0 0,-1 0 0 0 0,2 0-1 0 0,-1 0 1 0 0,0-1-1 0 0,0 1 1 0 0,0 1 0 0 0,0-1-1 0 0,1 0 1 0 0,-1 0 0 0 0,1 0-1 0 0,-1 1 1 0 0,0-1-1 0 0,1 0 1 0 0,-1 1 0 0 0,1 0-1 0 0,-1-1 1 0 0,1 1-1 0 0,-1 0 1 0 0,1 0 0 0 0,2-1-1 0 0</inkml:trace>
</inkml:ink>
</file>

<file path=ppt/ink/ink6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28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0 934 180 0 0,'0'0'5960'0'0,"4"-5"-5191"0"0,34-34 897 0 0,56-45 1 0 0,4-4-766 0 0,-32 21-310 0 0,71-91 0 0 0,-107 118-447 0 0,-2-1 0 0 0,-2-1 1 0 0,-1-1-1 0 0,19-50 0 0 0,4-36 279 0 0,-47 126-402 0 0,0-1 1 0 0,0 1 0 0 0,0-1-1 0 0,0 0 1 0 0,-1 1 0 0 0,1-1-1 0 0,-1 0 1 0 0,0 1-1 0 0,0-1 1 0 0,-1 0 0 0 0,1 1-1 0 0,-1-1 1 0 0,0 1 0 0 0,0-1-1 0 0,0 1 1 0 0,0-1 0 0 0,0 1-1 0 0,-1-1 1 0 0,0 1 0 0 0,1 0-1 0 0,-4-3 1 0 0,3 3-10 0 0,0 1 0 0 0,-1 0-1 0 0,1 0 1 0 0,-1 0 0 0 0,1 0 0 0 0,-1 1 0 0 0,0-1 0 0 0,0 1-1 0 0,0-1 1 0 0,0 1 0 0 0,0 0 0 0 0,0 0 0 0 0,0 0-1 0 0,0 1 1 0 0,0-1 0 0 0,-1 1 0 0 0,1 0 0 0 0,0 0 0 0 0,0 0-1 0 0,0 0 1 0 0,-1 0 0 0 0,1 1 0 0 0,-4 0 0 0 0,-1 1-9 0 0,1 0 0 0 0,0 0 1 0 0,-1 0-1 0 0,1 1 1 0 0,0 0-1 0 0,1 0 0 0 0,-1 1 1 0 0,0 0-1 0 0,1 0 0 0 0,0 0 1 0 0,0 1-1 0 0,0 0 0 0 0,1 0 1 0 0,0 1-1 0 0,0 0 1 0 0,0-1-1 0 0,1 1 0 0 0,-1 1 1 0 0,1-1-1 0 0,1 1 0 0 0,-1 0 1 0 0,1 0-1 0 0,1 0 1 0 0,-1 0-1 0 0,1 0 0 0 0,0 0 1 0 0,1 1-1 0 0,0-1 0 0 0,0 1 1 0 0,0-1-1 0 0,1 1 1 0 0,1 8-1 0 0,2 41 12 0 0,3 0-1 0 0,22 97 1 0 0,-14-85 7 0 0,7 76-1 0 0,-20-139-11 0 0,-1-1-1 0 0,0 1 0 0 0,0 0 0 0 0,0-1 1 0 0,-1 1-1 0 0,0 0 0 0 0,0-1 1 0 0,0 1-1 0 0,0-1 0 0 0,-1 0 1 0 0,0 1-1 0 0,0-1 0 0 0,-1 0 0 0 0,-3 6 1 0 0,4-11-5 0 0,1 1 0 0 0,-1-1 1 0 0,0 1-1 0 0,0-1 0 0 0,0 0 1 0 0,1 0-1 0 0,-1 0 1 0 0,0 0-1 0 0,0 0 0 0 0,0 0 1 0 0,1 0-1 0 0,-1-1 0 0 0,0 1 1 0 0,0-1-1 0 0,1 1 0 0 0,-1-1 1 0 0,0 0-1 0 0,1 1 0 0 0,-1-1 1 0 0,1 0-1 0 0,-1 0 1 0 0,1 0-1 0 0,-1 0 0 0 0,1-1 1 0 0,0 1-1 0 0,-2-2 0 0 0,-3-3-294 0 0,1 0-1 0 0,0 0 1 0 0,0-1-1 0 0,1 1 1 0 0,0-1-1 0 0,-5-10 0 0 0,8 13-394 0 0,-1 1 0 0 0,1 0 0 0 0,1-1-1 0 0,-1 1 1 0 0,0-1 0 0 0,1 1 0 0 0,-1-1 0 0 0,1 1-1 0 0,0-1 1 0 0,1-4 0 0 0,3-4-2218 0 0</inkml:trace>
</inkml:ink>
</file>

<file path=ppt/ink/ink6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29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95 792 0 0,'13'-4'7961'0'0,"-10"10"-7709"0"0,-1 1 1 0 0,-1-1 0 0 0,1 1-1 0 0,-1-1 1 0 0,-1 1-1 0 0,1 0 1 0 0,-1-1 0 0 0,0 1-1 0 0,0 0 1 0 0,-3 12-1 0 0,1 17-220 0 0,-1-24-463 0 0</inkml:trace>
  <inkml:trace contextRef="#ctx0" brushRef="#br0" timeOffset="1">68 36 440 0 0,'0'-18'2096'0'0,"3"7"-1280"0"0,3 4-948 0 0</inkml:trace>
</inkml:ink>
</file>

<file path=ppt/ink/ink6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29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1 700 0 0,'5'11'2614'0'0,"-5"4"-1866"0"0,-1 0 0 0 0,0 0 1 0 0,-1 1-1 0 0,0-1 0 0 0,-7 22 3028 0 0,16-56-3741 0 0,-4 13 0 0 0,1 0-1 0 0,-1 0 0 0 0,1 1 1 0 0,0-1-1 0 0,1 1 0 0 0,-1 0 1 0 0,1 0-1 0 0,0 1 1 0 0,0-1-1 0 0,1 1 0 0 0,-1 0 1 0 0,1 1-1 0 0,0-1 0 0 0,0 1 1 0 0,0 0-1 0 0,0 1 0 0 0,1-1 1 0 0,7-1-1 0 0,-4 1-28 0 0,-9 3-4 0 0,1 0 0 0 0,-1 0-1 0 0,1 0 1 0 0,-1 0 0 0 0,1 0 0 0 0,-1 0 0 0 0,1 0-1 0 0,-1 1 1 0 0,0-1 0 0 0,1 0 0 0 0,-1 1-1 0 0,1-1 1 0 0,-1 1 0 0 0,1 0 0 0 0,-1-1 0 0 0,0 1-1 0 0,0 0 1 0 0,1 0 0 0 0,-1 0 0 0 0,0 0 0 0 0,0 0-1 0 0,0 0 1 0 0,0 0 0 0 0,1 2 0 0 0,23 34 31 0 0,-16-21-12 0 0,-1-5-7 0 0,-8-10-11 0 0,0 0 0 0 0,0-1 1 0 0,1 1-1 0 0,-1-1 0 0 0,0 1 0 0 0,1-1 0 0 0,-1 1 0 0 0,0 0 1 0 0,1-1-1 0 0,-1 1 0 0 0,0-1 0 0 0,1 0 0 0 0,-1 1 0 0 0,1-1 1 0 0,-1 1-1 0 0,1-1 0 0 0,-1 0 0 0 0,1 1 0 0 0,-1-1 1 0 0,1 0-1 0 0,-1 1 0 0 0,1-1 0 0 0,0 0 0 0 0,-1 0 0 0 0,1 0 1 0 0,-1 0-1 0 0,1 1 0 0 0,0-1 0 0 0,-1 0 0 0 0,1 0 0 0 0,0 0 1 0 0,-1 0-1 0 0,1 0 0 0 0,-1-1 0 0 0,1 1 0 0 0,1 0 0 0 0,-1 0-2 0 0,1-1 20 0 0,41-21-98 0 0,-35 21 60 0 0,0 0 0 0 0,-1 1 0 0 0,1 0-1 0 0,0 0 1 0 0,-1 1 0 0 0,1 0 0 0 0,0 1-1 0 0,14 4 1 0 0,-20-6 2 0 0,9 9-1188 0 0</inkml:trace>
</inkml:ink>
</file>

<file path=ppt/ink/ink6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30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94 560 0 0,'-1'-33'3996'0'0,"2"7"-1417"0"0,0 4-1793 0 0,0 10-5205 0 0</inkml:trace>
</inkml:ink>
</file>

<file path=ppt/ink/ink6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30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0 744 0 0,'2'14'7119'0'0,"5"64"-5452"0"0,-8-48-1507 0 0,1 0 0 0 0,1-1 1 0 0,2 1-1 0 0,1-1 0 0 0,1 0 0 0 0,2 0 0 0 0,1 0 0 0 0,1-1 0 0 0,1 0 1 0 0,21 38-1 0 0,-29-62-334 0 0,0-1 0 0 0,1 1 0 0 0,-1-1 0 0 0,1 0 0 0 0,0 0 0 0 0,0 0 0 0 0,0-1 0 0 0,0 1-1 0 0,0-1 1 0 0,1 1 0 0 0,-1-1 0 0 0,1 0 0 0 0,3 1 0 0 0,32 7-4776 0 0</inkml:trace>
</inkml:ink>
</file>

<file path=ppt/ink/ink6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30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67 292 0 0,'29'-47'4719'0'0,"-28"46"-4081"0"0,3-18 4693 0 0,-10 28-5267 0 0,2-6 17 0 0,1 1 0 0 0,-1 1 0 0 0,1-1 0 0 0,0 0 0 0 0,1 1 0 0 0,-1 0 0 0 0,1 0 0 0 0,0-1 0 0 0,0 1 0 0 0,0 1 0 0 0,1-1 0 0 0,0 0-1 0 0,0 0 1 0 0,0 0 0 0 0,0 1 0 0 0,1 6 0 0 0,0-11-74 0 0,0 0-1 0 0,0 0 0 0 0,1 0 0 0 0,-1 0 0 0 0,0 0 0 0 0,1 0 0 0 0,-1 0 1 0 0,1 0-1 0 0,-1 0 0 0 0,1 0 0 0 0,-1 0 0 0 0,1 0 0 0 0,0 0 0 0 0,-1-1 1 0 0,1 1-1 0 0,0 0 0 0 0,0 0 0 0 0,-1-1 0 0 0,1 1 0 0 0,0 0 0 0 0,0-1 1 0 0,0 1-1 0 0,0-1 0 0 0,1 1 0 0 0,32 2-44 0 0,-17-5-37 0 0,-1-1 0 0 0,26-9 1 0 0,-30 9 64 0 0,-10 2-6 0 0,-1 1 5 0 0,0-1 11 0 0,0 1-1 0 0,0 0 1 0 0,0-1-1 0 0,0 1 0 0 0,0 0 1 0 0,0 0-1 0 0,0 0 1 0 0,0 0-1 0 0,0 0 1 0 0,0 0-1 0 0,0 0 1 0 0,0 0-1 0 0,0 1 0 0 0,0-1 1 0 0,0 0-1 0 0,0 1 1 0 0,0-1-1 0 0,0 0 1 0 0,-1 1-1 0 0,1-1 0 0 0,0 1 1 0 0,0-1-1 0 0,0 1 1 0 0,0 1-1 0 0,27 11 177 0 0,-28-12-162 0 0,1-1 35 0 0,8 3-123 0 0,0-1-1 0 0,0-1 1 0 0,0 0 0 0 0,13 1 0 0 0,17-9-6753 0 0,-26 4 3845 0 0</inkml:trace>
</inkml:ink>
</file>

<file path=ppt/ink/ink6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32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0 125 404 0 0,'2'-2'150'0'0,"0"0"0"0"0,-1 0 0 0 0,1 1 0 0 0,0-1-1 0 0,0 1 1 0 0,0-1 0 0 0,0 1 0 0 0,1 0 0 0 0,-1 0 0 0 0,0-1 0 0 0,0 2-1 0 0,1-1 1 0 0,-1 0 0 0 0,1 0 0 0 0,-1 1 0 0 0,0-1 0 0 0,1 1 0 0 0,-1 0 0 0 0,1 0-1 0 0,-1 0 1 0 0,1 0 0 0 0,-1 0 0 0 0,1 1 0 0 0,-1-1 0 0 0,1 1 0 0 0,-1-1-1 0 0,1 1 1 0 0,-1 0 0 0 0,0 0 0 0 0,0 0 0 0 0,1 0 0 0 0,-1 1 0 0 0,0-1 0 0 0,0 0-1 0 0,0 1 1 0 0,0 0 0 0 0,0-1 0 0 0,-1 1 0 0 0,1 0 0 0 0,0 0 0 0 0,-1 0 0 0 0,0 0-1 0 0,1 0 1 0 0,-1 0 0 0 0,1 3 0 0 0,0-1 2 0 0,0 0-1 0 0,-1 0 1 0 0,0 0-1 0 0,0 1 1 0 0,0-1-1 0 0,0 1 1 0 0,-1-1-1 0 0,1 0 1 0 0,-1 1-1 0 0,0-1 1 0 0,-1 1 0 0 0,1-1-1 0 0,-2 7 1 0 0,1-8-93 0 0,0-1 1 0 0,1 1 0 0 0,-1-1 0 0 0,0 0-1 0 0,-1 0 1 0 0,1 1 0 0 0,0-1 0 0 0,-1 0-1 0 0,1 0 1 0 0,-1 0 0 0 0,1 0 0 0 0,-1-1-1 0 0,0 1 1 0 0,0 0 0 0 0,0-1 0 0 0,0 1-1 0 0,0-1 1 0 0,0 0 0 0 0,0 1 0 0 0,0-1-1 0 0,-1 0 1 0 0,1 0 0 0 0,-3 0 0 0 0,2 0 55 0 0,-5-5 45 0 0,8 4-154 0 0,-1 0-1 0 0,1 0 1 0 0,-1 0 0 0 0,0 0 0 0 0,1 0-1 0 0,-1-1 1 0 0,0 1 0 0 0,1 0 0 0 0,-1 0 0 0 0,1 0-1 0 0,-1-1 1 0 0,0 1 0 0 0,1 0 0 0 0,-1-1-1 0 0,1 1 1 0 0,-1 0 0 0 0,1-1 0 0 0,-1 1 0 0 0,1-1-1 0 0,0 1 1 0 0,-1-1 0 0 0,0 0 0 0 0,0-4 4 0 0,0 0 1 0 0,1 0 0 0 0,-1 0-1 0 0,1 0 1 0 0,0 0-1 0 0,0 0 1 0 0,1 0 0 0 0,0 0-1 0 0,-1 0 1 0 0,2 0-1 0 0,-1 0 1 0 0,0 0 0 0 0,1 1-1 0 0,0-1 1 0 0,0 0-1 0 0,1 1 1 0 0,-1 0 0 0 0,6-8-1 0 0,-1 2-13 0 0,1 0 0 0 0,-1 1 1 0 0,2-1-1 0 0,-1 1 0 0 0,1 1 0 0 0,20-14 0 0 0,-26 19 4 0 0,0 1 0 0 0,0 0 0 0 0,1 0 0 0 0,-1 0 0 0 0,1 0 0 0 0,-1 1 0 0 0,1 0 1 0 0,-1 0-1 0 0,1-1 0 0 0,0 2 0 0 0,0-1 0 0 0,-1 0 0 0 0,1 1 0 0 0,0 0 0 0 0,0 0 0 0 0,0 0 0 0 0,7 1 0 0 0,-8 1 4 0 0,1-1 0 0 0,-1 1 0 0 0,0 0 0 0 0,0 0 0 0 0,-1 0 0 0 0,1 0 0 0 0,0 0 0 0 0,-1 1 0 0 0,1-1 0 0 0,-1 1 0 0 0,0 0 0 0 0,1 0 0 0 0,-1 0 0 0 0,-1 0 0 0 0,1 0 0 0 0,0 0 0 0 0,-1 0 0 0 0,0 0 0 0 0,2 6 0 0 0,27 81 197 0 0,-30-88-128 0 0,0-2-47 0 0,0 1 1 0 0,1-1-1 0 0,-1 0 1 0 0,0 0-1 0 0,0 1 1 0 0,0-1-1 0 0,0 0 1 0 0,0 1-1 0 0,0-1 1 0 0,1 0-1 0 0,-1 0 1 0 0,0 0-1 0 0,0 1 1 0 0,0-1-1 0 0,1 0 1 0 0,-1 0-1 0 0,0 0 1 0 0,0 1-1 0 0,1-1 1 0 0,-1 0-1 0 0,0 0 1 0 0,0 0-1 0 0,1 0 1 0 0,-1 0-1 0 0,0 0 1 0 0,1 1-1 0 0,-1-1 1 0 0,0 0-1 0 0,0 0 1 0 0,1 0-1 0 0,-1 0 1 0 0,0 0-1 0 0,1 0 1 0 0,-1 0-1 0 0,0 0 1 0 0,1 0-1 0 0,-1 0 1 0 0,0-1-1 0 0,0 1 1 0 0,1 0-1 0 0,13-8 98 0 0,0 0 0 0 0,-1 0 0 0 0,0-2 0 0 0,14-13 0 0 0,18-12 74 0 0,-44 34-211 0 0,2 2 7 0 0,0-1 4 0 0,-1 0 0 0 0,1 1 0 0 0,0-1 0 0 0,-1 1-1 0 0,0-1 1 0 0,1 1 0 0 0,-1 0 0 0 0,1 0 0 0 0,-1 1 0 0 0,0-1 0 0 0,0 0 0 0 0,0 1 0 0 0,3 2-1 0 0,4 2 15 0 0,4 1-9 0 0,0-1 0 0 0,0-1 0 0 0,1 0 0 0 0,0-1-1 0 0,0 0 1 0 0,0-1 0 0 0,1-1 0 0 0,-1 0 0 0 0,1-1-1 0 0,-1 0 1 0 0,1-1 0 0 0,-1-1 0 0 0,1-1 0 0 0,-1 0-1 0 0,1 0 1 0 0,-1-2 0 0 0,18-6 0 0 0,-26 7 1 0 0,0 0-1 0 0,-1-1 1 0 0,1 1 0 0 0,-1-1 0 0 0,0-1 0 0 0,-1 1-1 0 0,1-1 1 0 0,-1 1 0 0 0,0-1 0 0 0,0-1-1 0 0,0 1 1 0 0,0 0 0 0 0,3-10 0 0 0,-6 13 1 0 0,-1 1 0 0 0,0-1 0 0 0,1 1 0 0 0,-1-1 0 0 0,0 1 0 0 0,0-1 0 0 0,0 1 0 0 0,0-1 0 0 0,0 1 1 0 0,-1-1-1 0 0,1 1 0 0 0,0-1 0 0 0,-1 1 0 0 0,1 0 0 0 0,-1-1 0 0 0,1 1 0 0 0,-1 0 0 0 0,0-1 0 0 0,0 1 1 0 0,-1-2-1 0 0,0 2-6 0 0,-1 1 1 0 0,0-1 0 0 0,0 1-1 0 0,0 0 1 0 0,0 0-1 0 0,0 0 1 0 0,0 0 0 0 0,0 0-1 0 0,0 1 1 0 0,0-1 0 0 0,0 1-1 0 0,0 0 1 0 0,0 0-1 0 0,0 0 1 0 0,0 0 0 0 0,1 0-1 0 0,-1 1 1 0 0,1-1 0 0 0,-1 1-1 0 0,1-1 1 0 0,-1 1 0 0 0,1 0-1 0 0,0 0 1 0 0,0 0-1 0 0,0 1 1 0 0,0-1 0 0 0,0 0-1 0 0,0 1 1 0 0,1-1 0 0 0,-1 1-1 0 0,1 0 1 0 0,0-1-1 0 0,-1 1 1 0 0,1 0 0 0 0,1 0-1 0 0,-1 0 1 0 0,-1 5 0 0 0,2-5-2 0 0,0 0 0 0 0,1 0 0 0 0,-1 0 0 0 0,1 0 1 0 0,-1 0-1 0 0,1 0 0 0 0,0-1 0 0 0,0 1 1 0 0,0 0-1 0 0,0-1 0 0 0,1 1 0 0 0,-1 0 0 0 0,1-1 1 0 0,-1 0-1 0 0,1 1 0 0 0,0-1 0 0 0,0 0 0 0 0,0 0 1 0 0,0 0-1 0 0,4 3 0 0 0,0-1-35 0 0,1 0-1 0 0,-1-1 1 0 0,1 0 0 0 0,0 0 0 0 0,10 2-1 0 0,-15-4 17 0 0,18 4-155 0 0,-1-1 0 0 0,1 0 0 0 0,0-2 0 0 0,0 0 0 0 0,0-2 1 0 0,0 0-1 0 0,0-1 0 0 0,29-5 0 0 0,-8-2-155 0 0,-1-1 1 0 0,0-3 0 0 0,41-16-1 0 0,-71 24 388 0 0,0 0-1 0 0,0 0 0 0 0,-1-1 1 0 0,1 0-1 0 0,-1-1 1 0 0,0 0-1 0 0,0 0 0 0 0,-1-1 1 0 0,0 0-1 0 0,0 0 1 0 0,-1-1-1 0 0,0 0 0 0 0,10-14 1 0 0,-17 21 7 0 0,1 0 0 0 0,0-1-1 0 0,-1 1 1 0 0,1 0 0 0 0,0 0 0 0 0,-1-1 0 0 0,0 1 0 0 0,1 0 0 0 0,-1 0 0 0 0,0-1 0 0 0,0 1 0 0 0,1 0 0 0 0,-1-1 0 0 0,0 1-1 0 0,0-1 1 0 0,-1 1 0 0 0,1 0 0 0 0,0-1 0 0 0,-1 0 0 0 0,1 1-49 0 0,-1 1 0 0 0,1-1 0 0 0,-1 1 0 0 0,1-1 0 0 0,-1 1 0 0 0,1 0 0 0 0,-1-1 0 0 0,0 1 0 0 0,1-1-1 0 0,-1 1 1 0 0,0 0 0 0 0,1 0 0 0 0,-1-1 0 0 0,0 1 0 0 0,1 0 0 0 0,-1 0 0 0 0,0 0 0 0 0,0 0 0 0 0,1 0 0 0 0,-1 0 0 0 0,0 0 0 0 0,1 0 0 0 0,-1 0 0 0 0,-1 1 0 0 0,-3 0 1 0 0,0 0 0 0 0,0 0-1 0 0,0 1 1 0 0,1 0 0 0 0,-1 0 0 0 0,0 0 0 0 0,1 1 0 0 0,-7 3 0 0 0,6-1 2 0 0,0-1-1 0 0,0 0 0 0 0,1 1 0 0 0,-1 0 1 0 0,-6 11-1 0 0,10-14-17 0 0,-1-1 1 0 0,1 1-1 0 0,0 0 0 0 0,0 0 1 0 0,1 0-1 0 0,-1 0 1 0 0,0 0-1 0 0,1 0 0 0 0,-1 0 1 0 0,1 0-1 0 0,0 0 0 0 0,-1 0 1 0 0,1 0-1 0 0,0 0 1 0 0,0 0-1 0 0,0 0 0 0 0,1 1 1 0 0,-1-1-1 0 0,2 4 1 0 0,-2-5-40 0 0,11 3-74 0 0,-10-3 105 0 0,0 0 0 0 0,0 0 0 0 0,0-1 0 0 0,0 1 0 0 0,1-1 0 0 0,-1 1 0 0 0,0-1 0 0 0,0 0 0 0 0,0 1 0 0 0,1-1 0 0 0,-1 0 0 0 0,0 0 0 0 0,0 0 0 0 0,1 0 0 0 0,1 0 0 0 0,16-2-133 0 0,0-2 0 0 0,28-8 0 0 0,-46 11 100 0 0,0 1 34 0 0,-1-1 0 0 0,1 1 0 0 0,-1-1 0 0 0,1 1-1 0 0,0 0 1 0 0,-1-1 0 0 0,1 1 0 0 0,0-1 0 0 0,-1 1 0 0 0,1 0 0 0 0,0 0 0 0 0,0-1-1 0 0,-1 1 1 0 0,1 0 0 0 0,0 0 0 0 0,0 0 0 0 0,-1 0 0 0 0,1 0 0 0 0,0 0-1 0 0,0 0 1 0 0,-1 0 0 0 0,1 0 0 0 0,0 0 0 0 0,0 0 0 0 0,-1 1 0 0 0,1-1-1 0 0,1 1 1 0 0,26 9-172 0 0,-25-7 173 0 0,1 0 0 0 0,-1 0 0 0 0,1 0 0 0 0,0-1-1 0 0,-1 0 1 0 0,1 0 0 0 0,0 0 0 0 0,0 0 0 0 0,1-1 0 0 0,-1 1-1 0 0,0-1 1 0 0,0 0 0 0 0,1-1 0 0 0,-1 1 0 0 0,1-1 0 0 0,-1 1-1 0 0,0-1 1 0 0,1-1 0 0 0,-1 1 0 0 0,1-1 0 0 0,-1 1 0 0 0,0-1 0 0 0,1-1-1 0 0,4-1 1 0 0,17-2-17 0 0,-13 1 23 0 0,-1 0-1 0 0,1-1 0 0 0,-1 0 1 0 0,0-1-1 0 0,-1 0 0 0 0,12-9 0 0 0,30-10 20 0 0,-51 25-26 0 0,-1-1 9 0 0,7-3-7 0 0,-1 5 8 0 0,-1 0-1 0 0,1 1 1 0 0,-1 0-1 0 0,0 0 1 0 0,0 1-1 0 0,0 0 1 0 0,0 0 0 0 0,10 7-1 0 0,-8-5 2 0 0,3 1-19 0 0,-8-4-30 0 0,0 0 0 0 0,-1-1 0 0 0,1 1-1 0 0,0-1 1 0 0,0 1 0 0 0,0-1 0 0 0,0 0 0 0 0,0 0 0 0 0,0-1 0 0 0,4 1-1 0 0,1-5-555 0 0,-5 1-915 0 0</inkml:trace>
</inkml:ink>
</file>

<file path=ppt/ink/ink6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32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2 648 0 0,'9'-2'9749'0'0,"2"16"-6137"0"0,-1 13-3364 0 0,-10-25-78 0 0,6 13-1511 0 0</inkml:trace>
</inkml:ink>
</file>

<file path=ppt/ink/ink6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33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21 156 0 0,'-6'-12'1760'0'0,"5"3"1396"0"0</inkml:trace>
  <inkml:trace contextRef="#ctx0" brushRef="#br0" timeOffset="1">201 255 800 0 0,'13'26'4673'0'0,"-4"-1"-3494"0"0,-2 1 1 0 0,-1 0-1 0 0,-1 0 0 0 0,3 48 0 0 0,-9-13-2690 0 0,-8-2-3555 0 0,2-42 2370 0 0</inkml:trace>
</inkml:ink>
</file>

<file path=ppt/ink/ink6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39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10 644 0 0,'-7'-10'10410'0'0,"-14"90"-9092"0"0,13-49-615 0 0,-21 59 1 0 0,19-73-101 0 0,16-45-497 0 0,21-53-168 0 0,-21 66 65 0 0,-5 10 12 0 0,1 0-1 0 0,0 1 1 0 0,0-1 0 0 0,1 0 0 0 0,-1 1 0 0 0,1-1 0 0 0,0 1-1 0 0,0 0 1 0 0,0 0 0 0 0,1 0 0 0 0,4-4 0 0 0,-6 7-12 0 0,0 1 0 0 0,-1-1-1 0 0,1 1 1 0 0,0 0 0 0 0,0 0 0 0 0,-1-1 0 0 0,1 1 0 0 0,0 0 0 0 0,0 1 0 0 0,0-1 0 0 0,-1 0 0 0 0,1 0 0 0 0,0 1 0 0 0,0-1 0 0 0,-1 1-1 0 0,1 0 1 0 0,0-1 0 0 0,-1 1 0 0 0,1 0 0 0 0,-1 0 0 0 0,1 0 0 0 0,-1 0 0 0 0,1 0 0 0 0,1 2 0 0 0,45 37-71 0 0,-36-29-289 0 0,19 5-2001 0 0,-18-15-3734 0 0,2-5 2827 0 0</inkml:trace>
</inkml:ink>
</file>

<file path=ppt/ink/ink6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0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1 900 0 0,'1'3'7719'0'0,"0"21"-7391"0"0,-22 72 1666 0 0,16-83-1840 0 0,1 0 0 0 0,1 0 1 0 0,0 0-1 0 0,1 1 0 0 0,0-1 0 0 0,1 1 1 0 0,0 0-1 0 0,1-1 0 0 0,1 1 1 0 0,2 14-1 0 0,2 10 611 0 0,30-52-483 0 0,-6-12-146 0 0,-24 22-123 0 0,-1 0 1 0 0,0 0-1 0 0,1 0 1 0 0,0 0-1 0 0,0 1 1 0 0,0-1-1 0 0,0 1 0 0 0,8-3 1 0 0,-12 6-13 0 0,31 21-7 0 0,-23-9 41 0 0,2 0 0 0 0,22 20 0 0 0,-32-31 10 0 0,15-4-3 0 0,-11-2-36 0 0,0 0 0 0 0,0 0 0 0 0,-1-1 0 0 0,0 1 0 0 0,1-1 0 0 0,-2 0 0 0 0,1 0-1 0 0,-1 0 1 0 0,0-1 0 0 0,0 1 0 0 0,2-12 0 0 0,6-11-9 0 0,-1 7-13 0 0,-9 17 5 0 0,1 0-1 0 0,-1 1 1 0 0,1 0 0 0 0,1-1-1 0 0,-1 1 1 0 0,0 0-1 0 0,1 0 1 0 0,6-6 0 0 0,-8 8-1 0 0,1 2 6 0 0,1 0-1 0 0,-1 1 1 0 0,0-1 0 0 0,0 1-1 0 0,0-1 1 0 0,0 1-1 0 0,0 0 1 0 0,0 0-1 0 0,0 0 1 0 0,0 0-1 0 0,0 0 1 0 0,0 0-1 0 0,0 0 1 0 0,-1 1 0 0 0,1-1-1 0 0,-1 1 1 0 0,1-1-1 0 0,-1 1 1 0 0,1-1-1 0 0,-1 1 1 0 0,2 3-1 0 0,23 52-17 0 0,-23-49 26 0 0,0 0 0 0 0,0 0-1 0 0,1 0 1 0 0,0-1 0 0 0,0 1 0 0 0,10 11 0 0 0,-4-8 11 0 0,-9-10-9 0 0,0 1-1 0 0,1 0 1 0 0,-1 0-1 0 0,1-1 1 0 0,-1 1-1 0 0,1-1 1 0 0,0 1-1 0 0,0-1 1 0 0,0 0-1 0 0,0 0 1 0 0,0 0-1 0 0,0 0 1 0 0,0 0-1 0 0,0 0 1 0 0,0 0-1 0 0,0-1 0 0 0,1 1 1 0 0,-1-1-1 0 0,0 0 1 0 0,0 0-1 0 0,0 1 1 0 0,1-1-1 0 0,-1-1 1 0 0,0 1-1 0 0,0 0 1 0 0,5-1-1 0 0,-5 0 4 0 0,-1 1-1 0 0,1 0 1 0 0,0-1-1 0 0,0 1 1 0 0,-1-1-1 0 0,1 1 1 0 0,0-1-1 0 0,-1 0 1 0 0,1 0 0 0 0,-1 0-1 0 0,1 0 1 0 0,-1 0-1 0 0,1 0 1 0 0,-1 0-1 0 0,0 0 1 0 0,0 0-1 0 0,1-1 1 0 0,-1 1-1 0 0,0-1 1 0 0,0 1-1 0 0,0-1 1 0 0,0 1-1 0 0,-1-1 1 0 0,1 1-1 0 0,0-1 1 0 0,-1 0-1 0 0,1 1 1 0 0,-1-1-1 0 0,1 0 1 0 0,-1 0 0 0 0,0 1-1 0 0,0-1 1 0 0,0 0-1 0 0,0 0 1 0 0,0-3-1 0 0,0 1 25 0 0,-1-1 1 0 0,1 0-1 0 0,-1 1 0 0 0,0-1 0 0 0,0 1 0 0 0,-1 0 1 0 0,1-1-1 0 0,-1 1 0 0 0,0 0 0 0 0,0 0 1 0 0,0 0-1 0 0,-4-4 0 0 0,5 5-113 0 0,-1 1 0 0 0,0-1 0 0 0,0 1 0 0 0,0 0 0 0 0,0-1 0 0 0,-1 1-1 0 0,1 1 1 0 0,-1-1 0 0 0,1 0 0 0 0,-1 0 0 0 0,1 1 0 0 0,-1-1 0 0 0,0 1 0 0 0,0 0 0 0 0,0 0 0 0 0,0 0 0 0 0,0 0-1 0 0,0 1 1 0 0,0-1 0 0 0,0 1 0 0 0,0 0 0 0 0,0 0 0 0 0,0 0 0 0 0,0 0 0 0 0,-4 1 0 0 0,5 0-780 0 0,-2 5-1051 0 0,1-1-2496 0 0,-1 2 1405 0 0</inkml:trace>
</inkml:ink>
</file>

<file path=ppt/ink/ink6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1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1 276 624 0 0,'25'17'5207'0'0,"-21"-12"-4830"0"0,1-1 8 0 0,-1 1 1 0 0,-1-1-1 0 0,1 1 0 0 0,-1 0 1 0 0,1 0-1 0 0,-1 0 1 0 0,-1 1-1 0 0,4 8 1 0 0,-5-12-201 0 0,9 7 467 0 0,4-13-1274 0 0,1 0 0 0 0,-1-1 0 0 0,0-1 0 0 0,0 0-1 0 0,20-13 1 0 0,24-9-880 0 0,-52 25 1325 0 0,17-4 1313 0 0,-23 7-1089 0 0,1 1 0 0 0,0-1 0 0 0,-1 0 0 0 0,1 0 0 0 0,-1 0-1 0 0,1 1 1 0 0,0-1 0 0 0,-1 0 0 0 0,1 1 0 0 0,-1-1 0 0 0,1 1 0 0 0,-1-1-1 0 0,1 0 1 0 0,-1 1 0 0 0,0-1 0 0 0,1 1 0 0 0,-1-1 0 0 0,1 1-1 0 0,-1-1 1 0 0,0 1 0 0 0,1 0 0 0 0,-1-1 0 0 0,0 1 0 0 0,0-1-1 0 0,0 1 1 0 0,1 0 0 0 0,-1-1 0 0 0,0 1 0 0 0,0 0 0 0 0,0-1 0 0 0,0 2-1 0 0,0 0 166 0 0,1-2-191 0 0,-1 0 1 0 0,0 1 0 0 0,1-1 0 0 0,-1 0-1 0 0,0 0 1 0 0,1 1 0 0 0,-1-1-1 0 0,1 0 1 0 0,-1 0 0 0 0,1 0 0 0 0,-1 0-1 0 0,0 1 1 0 0,1-1 0 0 0,-1 0-1 0 0,1 0 1 0 0,-1 0 0 0 0,1 0 0 0 0,-1 0-1 0 0,1 0 1 0 0,-1 0 0 0 0,1 0-1 0 0,-1 0 1 0 0,0-1 0 0 0,1 1 0 0 0,-1 0-1 0 0,1 0 1 0 0,0-1 0 0 0,5-5 47 0 0,-1-1-1 0 0,0 0 1 0 0,0 0 0 0 0,0 0-1 0 0,-1-1 1 0 0,0 0 0 0 0,-1 1 0 0 0,0-1-1 0 0,0-1 1 0 0,0 1 0 0 0,-1 0 0 0 0,-1-1-1 0 0,1 1 1 0 0,-1-1 0 0 0,0-16-1 0 0,-1 9 265 0 0,0-1 0 0 0,-1 1-1 0 0,-1 0 1 0 0,0 0 0 0 0,-1 0-1 0 0,-1 0 1 0 0,-10-27 0 0 0,13 41-18 0 0,-2 6-135 0 0,-3 3-113 0 0,1 0 1 0 0,0 0 0 0 0,1 1 0 0 0,-1 0 0 0 0,2 0 0 0 0,-1 0 0 0 0,1 0 0 0 0,0 0 0 0 0,1 1 0 0 0,0-1 0 0 0,0 1 0 0 0,1 0 0 0 0,0 0 0 0 0,0-1 0 0 0,2 18 0 0 0,1-1-337 0 0,1-1 1 0 0,1 0 0 0 0,1 0-1 0 0,15 40 1 0 0,2-19-2278 0 0,-9-24-1987 0 0,-5-8 1450 0 0</inkml:trace>
</inkml:ink>
</file>

<file path=ppt/ink/ink6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2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49 332 0 0,'-7'-11'10508'0'0,"3"16"-10417"0"0,0-1-1 0 0,1 1 1 0 0,-1 0-1 0 0,1 0 0 0 0,0 0 1 0 0,0 0-1 0 0,1 1 1 0 0,-1-1-1 0 0,1 1 1 0 0,0 0-1 0 0,1-1 0 0 0,0 1 1 0 0,0 0-1 0 0,0 0 1 0 0,0 0-1 0 0,1 0 1 0 0,0 0-1 0 0,1 10 0 0 0,0-14-70 0 0,-1 1-1 0 0,1-1 1 0 0,0 1-1 0 0,0-1 1 0 0,0 0-1 0 0,0 1 0 0 0,0-1 1 0 0,0 0-1 0 0,1 0 1 0 0,-1 0-1 0 0,1 0 1 0 0,0 0-1 0 0,-1 0 1 0 0,1 0-1 0 0,0 0 0 0 0,0-1 1 0 0,0 1-1 0 0,0-1 1 0 0,1 0-1 0 0,1 2 1 0 0,-2-2-14 0 0,1-2 1 0 0,8 0 9 0 0,3-1-3 0 0,-11 2-20 0 0,0-1 0 0 0,-1 1 0 0 0,1 0 0 0 0,0 0-1 0 0,-1 0 1 0 0,1 0 0 0 0,0 0 0 0 0,-1 0 0 0 0,1 1-1 0 0,0-1 1 0 0,-1 1 0 0 0,4 1 0 0 0,-4-1 4 0 0,7 4 45 0 0,-8-4-38 0 0,0 0 0 0 0,0-1-1 0 0,0 1 1 0 0,0 0 0 0 0,0-1-1 0 0,-1 1 1 0 0,1 0 0 0 0,1-1 0 0 0,-1 1-1 0 0,0-1 1 0 0,0 0 0 0 0,0 1-1 0 0,0-1 1 0 0,0 0 0 0 0,0 0-1 0 0,0 1 1 0 0,2-1 0 0 0,5-2 4 0 0,-1-1 0 0 0,0 1 0 0 0,0-1 0 0 0,0-1 1 0 0,0 1-1 0 0,0-1 0 0 0,-1 0 0 0 0,1-1 0 0 0,-1 0 0 0 0,0 0 1 0 0,0 0-1 0 0,-1-1 0 0 0,0 1 0 0 0,5-8 0 0 0,29-26 11 0 0,-26 30-70 0 0,-5 17-87 0 0,8 14 149 0 0,-11-17-7 0 0,1-1 1 0 0,0 1 0 0 0,0-1-1 0 0,1 0 1 0 0,-1-1 0 0 0,1 1-1 0 0,-1-1 1 0 0,1-1 0 0 0,10 4-1 0 0,-12-5 6 0 0,-3 0 0 0 0,50-6 70 0 0,-48 4-70 0 0,1-1 1 0 0,-1 0-1 0 0,0 0 0 0 0,1-1 0 0 0,-1 1 1 0 0,0-1-1 0 0,-1 0 0 0 0,1 0 0 0 0,0 0 1 0 0,-1-1-1 0 0,0 1 0 0 0,0-1 0 0 0,0 0 1 0 0,0 0-1 0 0,0 0 0 0 0,-1 0 1 0 0,0 0-1 0 0,0-1 0 0 0,0 1 0 0 0,0-1 1 0 0,-1 1-1 0 0,1-1 0 0 0,-1 0 0 0 0,0 1 1 0 0,-1-1-1 0 0,1 0 0 0 0,-1 0 0 0 0,-1-9 1 0 0,2 12 18 0 0,-1-1 1 0 0,0 1 0 0 0,-1-1 0 0 0,1 1-1 0 0,0-1 1 0 0,-1 1 0 0 0,0-1 0 0 0,1 1-1 0 0,-1-1 1 0 0,0 1 0 0 0,0-1 0 0 0,0 1-1 0 0,-1 0 1 0 0,1 0 0 0 0,-3-4 0 0 0,3 5-38 0 0</inkml:trace>
</inkml:ink>
</file>

<file path=ppt/ink/ink6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2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0 532 0 0,'0'0'2427'0'0,"3"23"1253"0"0,-2-15-3178 0 0,1 0 1 0 0,-1 0 0 0 0,-1 0 0 0 0,0 0 0 0 0,0 0-1 0 0,0 0 1 0 0,-3 11 0 0 0,2-9-120 0 0,0 1 1 0 0,0-1-1 0 0,1 0 1 0 0,0 0-1 0 0,3 20 1 0 0,1-8 161 0 0,-4-12-8688 0 0</inkml:trace>
</inkml:ink>
</file>

<file path=ppt/ink/ink6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3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0 976 0 0,'0'0'2853'0'0,"-3"4"-2012"0"0,0 0-581 0 0,0 0 1 0 0,1 0-1 0 0,-1 1 1 0 0,1-1-1 0 0,0 1 0 0 0,1-1 1 0 0,-1 1-1 0 0,1 0 1 0 0,0 0-1 0 0,0-1 1 0 0,0 1-1 0 0,1 0 0 0 0,0 0 1 0 0,-1 0-1 0 0,2 8 1 0 0,2 12 1036 0 0,11 47-1 0 0,-2-14-1164 0 0,-15-36-1958 0 0</inkml:trace>
</inkml:ink>
</file>

<file path=ppt/ink/ink6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3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0 402 632 0 0,'0'0'1952'0'0,"7"-1"-1398"0"0,15-2-186 0 0,1-2 1 0 0,-1 0-1 0 0,1-2 1 0 0,-1 0-1 0 0,-1-2 1 0 0,0 0-1 0 0,0-1 1 0 0,-1-1-1 0 0,24-17 1 0 0,-32 19-221 0 0,0-1-1 0 0,-1 0 1 0 0,0 0 0 0 0,0-1 0 0 0,-1 0 0 0 0,-1-1-1 0 0,0-1 1 0 0,0 1 0 0 0,-1-1 0 0 0,-1 0 0 0 0,0-1-1 0 0,-1 0 1 0 0,0 0 0 0 0,-1 0 0 0 0,4-22 0 0 0,-1-48 2050 0 0,-8 82-2021 0 0,-3 0 39 0 0,3 2-206 0 0,-1-1-1 0 0,1 1 0 0 0,0 0 0 0 0,0 0 0 0 0,-1 0 0 0 0,1-1 0 0 0,0 1 0 0 0,0 0 0 0 0,-1 0 0 0 0,1 0 0 0 0,0 0 0 0 0,0 0 0 0 0,-1-1 0 0 0,1 1 0 0 0,0 0 1 0 0,-1 0-1 0 0,1 0 0 0 0,0 0 0 0 0,-1 0 0 0 0,1 0 0 0 0,0 0 0 0 0,-1 0 0 0 0,1 0 0 0 0,0 0 0 0 0,0 0 0 0 0,-1 0 0 0 0,1 0 0 0 0,0 1 0 0 0,-1-1 1 0 0,1 0-1 0 0,0 0 0 0 0,-1 0 0 0 0,1 0 0 0 0,0 0 0 0 0,0 1 0 0 0,-1-1 0 0 0,1 0 0 0 0,0 0 0 0 0,0 0 0 0 0,0 1 0 0 0,-1-1 0 0 0,1 0 0 0 0,0 1 0 0 0,-14 19 117 0 0,1 0 0 0 0,1 1-1 0 0,1 0 1 0 0,1 1-1 0 0,0 0 1 0 0,2 0-1 0 0,1 1 1 0 0,1 0-1 0 0,0 1 1 0 0,2-1 0 0 0,1 1-1 0 0,1 0 1 0 0,1 0-1 0 0,1 0 1 0 0,5 44-1 0 0,-4-65-93 0 0,-1 1 0 0 0,1-1-1 0 0,0 1 1 0 0,0-1 0 0 0,0 0-1 0 0,0 1 1 0 0,1-1 0 0 0,-1 0 0 0 0,1 0-1 0 0,0 0 1 0 0,0 0 0 0 0,0 0-1 0 0,1 0 1 0 0,-1 0 0 0 0,0-1-1 0 0,1 1 1 0 0,0-1 0 0 0,0 0-1 0 0,0 1 1 0 0,0-2 0 0 0,0 1 0 0 0,0 0-1 0 0,4 1 1 0 0,3 0 59 0 0,0-1 1 0 0,0 0-1 0 0,0-1 1 0 0,0 0 0 0 0,0-1-1 0 0,0 0 1 0 0,12-1-1 0 0,-9-1 41 0 0,1 1 0 0 0,-1-2 0 0 0,0 0 1 0 0,0 0-1 0 0,19-9 0 0 0,-30 12-290 0 0</inkml:trace>
</inkml:ink>
</file>

<file path=ppt/ink/ink6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3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75 316 0 0,'-6'-8'1404'0'0,"1"-1"-108"0"0,2-1 992 0 0,-3-6-1287 0 0,5 7 703 0 0,-3-1-4 0 0,2-2-1520 0 0</inkml:trace>
</inkml:ink>
</file>

<file path=ppt/ink/ink6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7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10 997 236 0 0,'0'-1'264'0'0,"-1"1"-1"0"0,0-1 1 0 0,0 0 0 0 0,0 0-1 0 0,1 1 1 0 0,-1-1 0 0 0,1 0-1 0 0,-1 0 1 0 0,0 0-1 0 0,1 0 1 0 0,-1 0 0 0 0,1 0-1 0 0,0 0 1 0 0,-1 0 0 0 0,1 0-1 0 0,0 0 1 0 0,0 0 0 0 0,-1 0-1 0 0,1 0 1 0 0,0 0 0 0 0,0 0-1 0 0,0-1 1 0 0,46-30 945 0 0,97-52 0 0 0,29-19-547 0 0,-131 74-535 0 0,-1-3 0 0 0,-1-1 0 0 0,-2-2 0 0 0,-1-2 0 0 0,34-46 0 0 0,-56 65-97 0 0,-1-1-1 0 0,-1 0 0 0 0,0-1 0 0 0,-2 0 1 0 0,0-1-1 0 0,-2 0 0 0 0,0 0 0 0 0,-1-1 1 0 0,-1 0-1 0 0,-1 0 0 0 0,-1-1 0 0 0,-2 1 1 0 0,0-1-1 0 0,-1-23 0 0 0,-2 33-13 0 0,0 1 0 0 0,-1 0-1 0 0,0 0 1 0 0,-1 0 0 0 0,-8-21 0 0 0,9 27-12 0 0,-1 1 0 0 0,0-1 0 0 0,0 1 0 0 0,0 0 0 0 0,-1 0 1 0 0,1 0-1 0 0,-1 0 0 0 0,0 1 0 0 0,-1-1 0 0 0,1 1 0 0 0,-1 0 0 0 0,0 1 1 0 0,-6-5-1 0 0,9 7-4 0 0,-1 1 0 0 0,1-1 0 0 0,-1 0 0 0 0,1 1 0 0 0,-1-1 0 0 0,1 1-1 0 0,-1 0 1 0 0,0 0 0 0 0,1 0 0 0 0,-1 0 0 0 0,1 1 0 0 0,-1-1 0 0 0,0 1 0 0 0,1-1 0 0 0,-1 1 0 0 0,1 0 0 0 0,0 0 0 0 0,-1 0 0 0 0,1 0 0 0 0,0 1 0 0 0,-4 2 0 0 0,-2 1 2 0 0,0 0 0 0 0,0 1 0 0 0,1 1-1 0 0,-9 8 1 0 0,-2 7 25 0 0,1 1 0 0 0,0 0-1 0 0,2 2 1 0 0,1 0-1 0 0,1 0 1 0 0,1 1 0 0 0,1 1-1 0 0,-8 33 1 0 0,-6 34 70 0 0,-12 100-1 0 0,29-143-71 0 0,-7 69 169 0 0,3 237 0 0 0,12-301-68 0 0,1-55-111 0 0,-1-1 0 0 0,0 0-1 0 0,0 0 1 0 0,0 1 0 0 0,0-1 0 0 0,0 0 0 0 0,0 0 0 0 0,0 1 0 0 0,1-1 0 0 0,-1 0-1 0 0,0 0 1 0 0,0 1 0 0 0,0-1 0 0 0,0 0 0 0 0,1 0 0 0 0,-1 0 0 0 0,0 1 0 0 0,0-1 0 0 0,1 0-1 0 0,-1 0 1 0 0,0 0 0 0 0,0 0 0 0 0,1 0 0 0 0,-1 0 0 0 0,0 0 0 0 0,0 1 0 0 0,1-1-1 0 0,-1 0 1 0 0,0 0 0 0 0,0 0 0 0 0,1 0 0 0 0,-1 0 0 0 0,0 0 0 0 0,1 0 0 0 0,-1 0 0 0 0,0 0-1 0 0,0 0 1 0 0,1-1 0 0 0,-1 1 0 0 0,0 0 0 0 0,0 0 0 0 0,1 0 0 0 0,-1 0 0 0 0,0 0-1 0 0,0 0 1 0 0,1-1 0 0 0,-1 1 0 0 0,0 0 0 0 0,0 0 0 0 0,1 0 0 0 0,-1-1 0 0 0,0 1 0 0 0,0 0-1 0 0,0 0 1 0 0,0 0 0 0 0,0-1 0 0 0,1 1 0 0 0,-1 0 0 0 0,0 0 0 0 0,0-1 0 0 0,0 1-1 0 0,0-1 1 0 0,15-13-57 0 0,-15 14 67 0 0,22-26 193 0 0,34-55 1 0 0,-7 9-84 0 0,-43 66-134 0 0,2 1-5 0 0,1 1 5 0 0,-6 4 10 0 0,8 1-15 0 0,-10 0 4 0 0,1-1 0 0 0,-1 0 0 0 0,0 1 0 0 0,0-1 0 0 0,1 1 0 0 0,-1 0 0 0 0,0-1 0 0 0,0 1 0 0 0,0 0 0 0 0,0 0 0 0 0,0 0 0 0 0,0-1 1 0 0,0 1-1 0 0,0 0 0 0 0,0 0 0 0 0,0 1 0 0 0,0-1 0 0 0,0 0 0 0 0,0 1 0 0 0,3 4 7 0 0,9 6-397 0 0,0-1 1 0 0,0-1 0 0 0,27 16-1 0 0,-34-23-156 0 0,0-1-1 0 0,0 1 0 0 0,0-1 0 0 0,0-1 1 0 0,0 1-1 0 0,0-1 0 0 0,1 0 0 0 0,-1 0 1 0 0,0-1-1 0 0,1 0 0 0 0,-1 0 1 0 0,0 0-1 0 0,11-3 0 0 0,-2 0-1708 0 0</inkml:trace>
</inkml:ink>
</file>

<file path=ppt/ink/ink6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90 648 0 0,'1'-9'1184'0'0,"-8"9"3924"0"0,-11 11-4668 0 0,1 1 1 0 0,1 1-1 0 0,0 0 0 0 0,0 1 1 0 0,1 0-1 0 0,1 2 1 0 0,-24 33-1 0 0,36-48-395 0 0,1 1 1 0 0,0-1-1 0 0,-1 1 1 0 0,1 0-1 0 0,0 0 0 0 0,0 0 1 0 0,0 0-1 0 0,1 0 0 0 0,-1 0 1 0 0,0 0-1 0 0,1 0 1 0 0,-2 3-1 0 0,3-4-24 0 0,-1 0-1 0 0,0-1 1 0 0,0 1-1 0 0,0-1 1 0 0,0 1 0 0 0,0-1-1 0 0,0 0 1 0 0,1 1-1 0 0,-1-1 1 0 0,0 1-1 0 0,1-1 1 0 0,-1 1 0 0 0,0-1-1 0 0,0 1 1 0 0,1-1-1 0 0,-1 0 1 0 0,1 1 0 0 0,-1-1-1 0 0,0 0 1 0 0,1 1-1 0 0,-1-1 1 0 0,1 0-1 0 0,-1 0 1 0 0,1 1 0 0 0,-1-1-1 0 0,1 0 1 0 0,-1 0-1 0 0,1 0 1 0 0,-1 0 0 0 0,1 1-1 0 0,3-1 28 0 0,0 0-1 0 0,0 0 0 0 0,0 0 1 0 0,0 0-1 0 0,0-1 1 0 0,0 0-1 0 0,0 1 0 0 0,0-2 1 0 0,5-1-1 0 0,140-71 297 0 0,-148 73-355 0 0,4 2 4 0 0,-1 1 12 0 0,1-1-1 0 0,-1 1 1 0 0,1 0 0 0 0,-1 1-1 0 0,0-1 1 0 0,0 1 0 0 0,0-1-1 0 0,5 6 1 0 0,-4-4 3 0 0,0 0-1 0 0,0 0 1 0 0,1-1 0 0 0,-1 0-1 0 0,1 0 1 0 0,10 4-1 0 0,-11-6-1 0 0,-1-1-1 0 0,1 0 1 0 0,0 0-1 0 0,-1 0 1 0 0,1-1 0 0 0,-1 0-1 0 0,1 1 1 0 0,0-2-1 0 0,-1 1 1 0 0,0 0-1 0 0,1-1 1 0 0,-1 0-1 0 0,0 0 1 0 0,0 0-1 0 0,0-1 1 0 0,6-4-1 0 0,5-4-3 0 0,-2-1-1 0 0,23-25 1 0 0,-20 20 9 0 0,-6 5-4 0 0,0 0-1 0 0,-1-1 1 0 0,12-22-1 0 0,19-25 150 0 0,-39 59-49 0 0,-3 6-97 0 0,0 5-5 0 0,-1 0 0 0 0,2 0-1 0 0,-1 0 1 0 0,1 0 0 0 0,1 11-1 0 0,0-16 1 0 0,0-1-1 0 0,0 0 0 0 0,0 0 1 0 0,1 0-1 0 0,0 1 0 0 0,0-1 1 0 0,0 0-1 0 0,1 0 1 0 0,-1 0-1 0 0,1-1 0 0 0,0 1 1 0 0,0 0-1 0 0,0 0 0 0 0,0-1 1 0 0,1 0-1 0 0,4 5 0 0 0,-4-6 10 0 0,0 0 0 0 0,0 1 0 0 0,1-2-1 0 0,-1 1 1 0 0,1 0 0 0 0,0-1 0 0 0,-1 0-1 0 0,1 0 1 0 0,0 0 0 0 0,0 0 0 0 0,0 0-1 0 0,0-1 1 0 0,0 0 0 0 0,0 0 0 0 0,0 0-1 0 0,0 0 1 0 0,-1-1 0 0 0,1 1 0 0 0,0-1 0 0 0,0 0-1 0 0,0 0 1 0 0,-1 0 0 0 0,1-1 0 0 0,0 1-1 0 0,-1-1 1 0 0,1 0 0 0 0,5-4 0 0 0,10-6 52 0 0,-1-1 0 0 0,-1 0 0 0 0,24-24 0 0 0,-37 34-43 0 0,9-10 75 0 0,-12 12-76 0 0,-1 0-1 0 0,0 1 1 0 0,1-1 0 0 0,-1 0-1 0 0,1 1 1 0 0,-1-1-1 0 0,1 1 1 0 0,-1-1 0 0 0,1 1-1 0 0,0-1 1 0 0,-1 1 0 0 0,1-1-1 0 0,0 1 1 0 0,-1-1 0 0 0,1 1-1 0 0,0 0 1 0 0,-1 0 0 0 0,1-1-1 0 0,0 1 1 0 0,0 0-1 0 0,1 0 1 0 0,13 24 151 0 0,-14-21-168 0 0,2 1 1 0 0,-1-1 0 0 0,0 0 0 0 0,1 0 0 0 0,-1 1-1 0 0,1-2 1 0 0,0 1 0 0 0,0 0 0 0 0,0-1-1 0 0,0 1 1 0 0,0-1 0 0 0,1 0 0 0 0,-1 0-1 0 0,1 0 1 0 0,-1 0 0 0 0,1-1 0 0 0,0 1 0 0 0,0-1-1 0 0,0 0 1 0 0,7 1 0 0 0,-4-1 1 0 0,1-1-1 0 0,0 1 1 0 0,-1-1 0 0 0,1-1-1 0 0,0 1 1 0 0,-1-1 0 0 0,1-1-1 0 0,-1 1 1 0 0,1-1 0 0 0,7-3-1 0 0,-11 3 28 0 0,-1-1-1 0 0,1 1 1 0 0,0-1-1 0 0,-1 0 0 0 0,0 0 1 0 0,0 0-1 0 0,0 0 0 0 0,0-1 1 0 0,0 1-1 0 0,0-1 1 0 0,-1 0-1 0 0,0 1 0 0 0,4-9 1 0 0,-6 11 59 0 0,-2-15 268 0 0,-3 9-254 0 0,1 9-248 0 0,3 1 2 0 0,1 1 1 0 0,0-1-1 0 0,-1 1 1 0 0,1-1-1 0 0,1 1 1 0 0,-1-1-1 0 0,1 1 1 0 0,-1-1-1 0 0,1 0 1 0 0,0 1-1 0 0,0-1 1 0 0,0 0-1 0 0,1 0 1 0 0,-1 1-1 0 0,1-1 1 0 0,0 0-1 0 0,-1 0 1 0 0,1-1-1 0 0,1 1 1 0 0,-1 0-1 0 0,0-1 0 0 0,1 1 1 0 0,4 3-1 0 0,37 27-6484 0 0,-24-21 3444 0 0</inkml:trace>
</inkml:ink>
</file>

<file path=ppt/ink/ink6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49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93 808 0 0,'0'0'861'0'0,"6"-37"6368"0"0,-6 37-7194 0 0,-1 0 0 0 0,1-1 0 0 0,0 1 0 0 0,0 0 0 0 0,0 0 1 0 0,0 0-1 0 0,0 0 0 0 0,0 0 0 0 0,0 0 0 0 0,0 0 0 0 0,0 0 0 0 0,0-1 0 0 0,0 1 0 0 0,0 0 0 0 0,0 0 0 0 0,0 0 0 0 0,0 0 0 0 0,0 0 0 0 0,0 0 0 0 0,0 0 1 0 0,0-1-1 0 0,0 1 0 0 0,0 0 0 0 0,0 0 0 0 0,0 0 0 0 0,0 0 0 0 0,0 0 0 0 0,0 0 0 0 0,0 0 0 0 0,0-1 0 0 0,0 1 0 0 0,0 0 0 0 0,0 0 0 0 0,0 0 0 0 0,0 0 1 0 0,0 0-1 0 0,0 0 0 0 0,0 0 0 0 0,1 0 0 0 0,-1 0 0 0 0,0-1 0 0 0,0 1 0 0 0,0 0 0 0 0,0 0 0 0 0,0 0 0 0 0,0 0 0 0 0,0 0 0 0 0,0 0 0 0 0,1 0 0 0 0,-1 0 0 0 0,0 0 1 0 0,0 0-1 0 0,0 0 0 0 0,0 0 0 0 0,0 0 0 0 0,0 0 0 0 0,0 0 0 0 0,1 0 0 0 0,-1 0 0 0 0,0 0 0 0 0,0 0 0 0 0,0 0 0 0 0,0 0 0 0 0,0 0 0 0 0,0 0 0 0 0,0 0 1 0 0,1 0-1 0 0,6 11 472 0 0,6 21-160 0 0,6 44 459 0 0,-15-55-608 0 0,1 1-1 0 0,1-1 1 0 0,0 1 0 0 0,2-2 0 0 0,17 33 0 0 0,-25-52-157 0 0,0-1 0 0 0,1 1-1 0 0,-1 0 1 0 0,0-1 0 0 0,1 1 0 0 0,-1 0 0 0 0,1-1 0 0 0,0 1 0 0 0,-1-1-1 0 0,1 1 1 0 0,-1-1 0 0 0,1 1 0 0 0,0-1 0 0 0,-1 1 0 0 0,1-1-1 0 0,0 0 1 0 0,0 1 0 0 0,-1-1 0 0 0,1 0 0 0 0,0 0 0 0 0,0 1-1 0 0,-1-1 1 0 0,1 0 0 0 0,0 0 0 0 0,0 0 0 0 0,0 0 0 0 0,-1 0 0 0 0,1 0-1 0 0,0 0 1 0 0,0 0 0 0 0,-1-1 0 0 0,1 1 0 0 0,0 0 0 0 0,0 0-1 0 0,0-1 1 0 0,24-18 399 0 0,-20 15-395 0 0,16-19 106 0 0,-1-1 0 0 0,-1-1 0 0 0,-2 0 0 0 0,0-1 0 0 0,-2-1 0 0 0,21-49 0 0 0,-2 8-239 0 0,-27 56 1155 0 0,2 4-5418 0 0,-8 8 4053 0 0,-1 0 1 0 0,1 0-1 0 0,0 0 1 0 0,-1 0-1 0 0,1 0 1 0 0,0 0-1 0 0,-1 1 0 0 0,1-1 1 0 0,0 0-1 0 0,-1 0 1 0 0,1 1-1 0 0,-1-1 1 0 0,1 0-1 0 0,0 1 0 0 0,-1-1 1 0 0,1 1-1 0 0,-1-1 1 0 0,1 1-1 0 0,-1-1 0 0 0,0 1 1 0 0,1-1-1 0 0,-1 1 1 0 0,1-1-1 0 0,-1 1 1 0 0,0-1-1 0 0,1 1 0 0 0,-1 1 1 0 0,4 8-2765 0 0</inkml:trace>
</inkml:ink>
</file>

<file path=ppt/ink/ink6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0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20 531 344 0 0,'33'-24'3830'0'0,"-22"16"-3045"0"0,-2 3-233 0 0,-1-1-1 0 0,-1 0 1 0 0,1 0-1 0 0,-1-1 1 0 0,0 0-1 0 0,0 0 1 0 0,-1 0-1 0 0,0-1 1 0 0,0 0-1 0 0,9-17 1 0 0,-14 23 46 0 0,-2 1-570 0 0,1 0 1 0 0,0 0-1 0 0,0 1 1 0 0,-1-1-1 0 0,1 0 1 0 0,-1 0-1 0 0,1 1 1 0 0,-1-1-1 0 0,1 0 1 0 0,-1 1 0 0 0,1-1-1 0 0,-1 1 1 0 0,0-1-1 0 0,1 0 1 0 0,-1 1-1 0 0,0-1 1 0 0,1 1-1 0 0,-1 0 1 0 0,0-1-1 0 0,0 1 1 0 0,0 0-1 0 0,1-1 1 0 0,-1 1-1 0 0,0 0 1 0 0,0 0-1 0 0,0 0 1 0 0,0 0 0 0 0,1-1-1 0 0,-1 1 1 0 0,0 0-1 0 0,0 1 1 0 0,0-1-1 0 0,0 0 1 0 0,0 0-1 0 0,1 0 1 0 0,-1 0-1 0 0,-1 1 1 0 0,-26 5 292 0 0,28-6-335 0 0,-6 2 71 0 0,0 0 1 0 0,0 1-1 0 0,0-1 1 0 0,1 1 0 0 0,-1 1-1 0 0,1-1 1 0 0,0 1-1 0 0,0 0 1 0 0,0 0 0 0 0,0 1-1 0 0,1-1 1 0 0,-1 1-1 0 0,1 0 1 0 0,1 0 0 0 0,-1 0-1 0 0,1 1 1 0 0,0-1-1 0 0,0 1 1 0 0,-3 7 0 0 0,6-11-60 0 0,0 0 1 0 0,0 0 0 0 0,0-1 0 0 0,0 1-1 0 0,0 0 1 0 0,0 0 0 0 0,1-1 0 0 0,-1 1-1 0 0,1 0 1 0 0,-1-1 0 0 0,1 1-1 0 0,-1 0 1 0 0,1-1 0 0 0,0 1 0 0 0,0-1-1 0 0,0 1 1 0 0,0-1 0 0 0,0 1 0 0 0,0-1-1 0 0,0 0 1 0 0,0 0 0 0 0,1 1 0 0 0,-1-1-1 0 0,3 1 1 0 0,34 27-760 0 0,-38-29 760 0 0,11 6-394 0 0,0-1 0 0 0,1 0 0 0 0,-1 0 1 0 0,1-1-1 0 0,1-1 0 0 0,-1 0 0 0 0,0-1 1 0 0,1 0-1 0 0,-1-1 0 0 0,1 0 1 0 0,14-1-1 0 0,-11-1 41 0 0,-1 0-1 0 0,0 0 1 0 0,0-2 0 0 0,0 0-1 0 0,-1-1 1 0 0,1 0 0 0 0,-1-1-1 0 0,27-13 1 0 0,-37 16 520 0 0,0 0-1 0 0,-1 0 1 0 0,1-1-1 0 0,-1 1 1 0 0,0-1-1 0 0,0 0 1 0 0,1 0-1 0 0,-2 0 1 0 0,1 0-1 0 0,0 0 1 0 0,-1-1-1 0 0,1 1 1 0 0,-1-1-1 0 0,0 0 1 0 0,0 0-1 0 0,-1 0 1 0 0,3-6-1 0 0,-4 11-23 0 0,0 1 0 0 0,0 0 0 0 0,0 0 0 0 0,0-1-1 0 0,1 1 1 0 0,-1 0 0 0 0,0-1 0 0 0,1 1 0 0 0,-1 0 0 0 0,1-1 0 0 0,0 1-1 0 0,0-1 1 0 0,0 1 0 0 0,-1-1 0 0 0,1 1 0 0 0,0-1 0 0 0,1 0 0 0 0,-1 0-1 0 0,0 1 1 0 0,0-1 0 0 0,1 0 0 0 0,-1 0 0 0 0,0 0 0 0 0,1 0 0 0 0,1 1 0 0 0,3 1-80 0 0,0 0 0 0 0,1-1 1 0 0,-1 0-1 0 0,1 0 1 0 0,-1 0-1 0 0,1 0 0 0 0,7 0 1 0 0,0-1-131 0 0,-1 0-1 0 0,1 0 1 0 0,-1-2 0 0 0,1 1 0 0 0,-1-2 0 0 0,0 0 0 0 0,23-6-1 0 0,-23 3 63 0 0,-1-1 0 0 0,0 0 0 0 0,0-1 0 0 0,-1-1 0 0 0,0 1-1 0 0,0-2 1 0 0,-1 1 0 0 0,0-2 0 0 0,-1 1 0 0 0,0-1-1 0 0,0 0 1 0 0,-1-1 0 0 0,0 0 0 0 0,-1-1 0 0 0,0 1 0 0 0,-1-1-1 0 0,8-21 1 0 0,-6 7 134 0 0,0 1 0 0 0,-2-1 0 0 0,-1 0 0 0 0,0 0 0 0 0,-2-1 0 0 0,-2 1 0 0 0,0-1 0 0 0,-3-28 0 0 0,1 49-114 0 0,0-74 1475 0 0,1 78-908 0 0,-3 8-442 0 0,-10 18 7 0 0,2 1 0 0 0,0 1 0 0 0,2-1-1 0 0,1 2 1 0 0,-7 36 0 0 0,-14 148 340 0 0,20-129-571 0 0,-1-24-4471 0 0,10-55 3630 0 0</inkml:trace>
</inkml:ink>
</file>

<file path=ppt/ink/ink6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1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1 119 328 0 0,'17'-4'2236'0'0,"312"-42"3523"0"0,-312 43-5087 0 0,-1-1-1 0 0,0-1 1 0 0,0 0-1 0 0,0-1 1 0 0,26-15-1 0 0,-47 18 1796 0 0,4 3-2462 0 0,-1 0 1 0 0,1 0-1 0 0,-1-1 1 0 0,1 1-1 0 0,-1 0 1 0 0,1 0-1 0 0,-1 0 0 0 0,0 1 1 0 0,1-1-1 0 0,-1 0 1 0 0,1 0-1 0 0,-1 1 1 0 0,1-1-1 0 0,-1 1 1 0 0,1 0-1 0 0,0-1 0 0 0,-1 1 1 0 0,1 0-1 0 0,0 0 1 0 0,-1 0-1 0 0,1 0 1 0 0,0 0-1 0 0,0 0 0 0 0,0 0 1 0 0,0 0-1 0 0,0 0 1 0 0,0 0-1 0 0,-1 2 1 0 0,-2 3 46 0 0,0 1 1 0 0,0-1-1 0 0,0 1 1 0 0,1 0-1 0 0,0 0 1 0 0,-3 12 0 0 0,5-18-52 0 0,1 1 1 0 0,0 0 0 0 0,0-1-1 0 0,-1 1 1 0 0,1 0 0 0 0,1-1 0 0 0,-1 1-1 0 0,0 0 1 0 0,0-1 0 0 0,0 1 0 0 0,1 0-1 0 0,-1-1 1 0 0,1 1 0 0 0,0-1-1 0 0,-1 1 1 0 0,1-1 0 0 0,0 1 0 0 0,0-1-1 0 0,0 1 1 0 0,0-1 0 0 0,0 0-1 0 0,0 1 1 0 0,0-1 0 0 0,0 0 0 0 0,1 0-1 0 0,-1 0 1 0 0,0 0 0 0 0,1 0 0 0 0,-1 0-1 0 0,1 0 1 0 0,-1-1 0 0 0,4 2-1 0 0,-3-1-2 0 0,0-1-1 0 0,0 0 1 0 0,0 0-1 0 0,-1 0 1 0 0,1 0 0 0 0,0 0-1 0 0,0 0 1 0 0,0 0-1 0 0,0-1 1 0 0,0 1-1 0 0,0-1 1 0 0,0 1-1 0 0,-1-1 1 0 0,1 0-1 0 0,0 0 1 0 0,0 0-1 0 0,-1 0 1 0 0,1 0-1 0 0,-1 0 1 0 0,1 0-1 0 0,-1 0 1 0 0,1-1-1 0 0,-1 1 1 0 0,0 0-1 0 0,1-1 1 0 0,1-2-1 0 0,-1 1 1 0 0,1-1 0 0 0,-1 1 0 0 0,0 0-1 0 0,0-1 1 0 0,0 1 0 0 0,0-1 0 0 0,0 0 0 0 0,-1 1-1 0 0,1-1 1 0 0,-1 0 0 0 0,1-5 0 0 0,-3-4-13 0 0,-1-2 12 0 0,-13-24 584 0 0,6 31-2439 0 0,-11 24-9871 0 0</inkml:trace>
</inkml:ink>
</file>

<file path=ppt/ink/ink6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1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73 528 0 0,'0'0'1877'0'0,"27"-23"3851"0"0,-21 22-5462 0 0,0-1 1 0 0,0 1-1 0 0,0 1 1 0 0,1-1-1 0 0,-1 1 1 0 0,0 0-1 0 0,0 0 1 0 0,0 1-1 0 0,1 0 1 0 0,-1 0-1 0 0,0 0 1 0 0,8 4-1 0 0,-10-4-208 0 0,-1 1 0 0 0,0 0-1 0 0,0 0 1 0 0,0 0 0 0 0,0 0-1 0 0,-1 0 1 0 0,1 1 0 0 0,0-1 0 0 0,-1 1-1 0 0,0 0 1 0 0,0 0 0 0 0,0 0-1 0 0,0 0 1 0 0,0 0 0 0 0,0 0 0 0 0,-1 0-1 0 0,1 1 1 0 0,-1-1 0 0 0,0 1-1 0 0,0-1 1 0 0,-1 1 0 0 0,1-1-1 0 0,-1 1 1 0 0,1 5 0 0 0,5 31 298 0 0,-6-38-267 0 0,5 4-7 0 0,-5-6-81 0 0,0 1 0 0 0,1-1 0 0 0,-1 1-1 0 0,0-1 1 0 0,0 0 0 0 0,1 1 0 0 0,-1-1-1 0 0,1 0 1 0 0,-1 1 0 0 0,0-1 0 0 0,1 0-1 0 0,-1 1 1 0 0,1-1 0 0 0,-1 0 0 0 0,1 0-1 0 0,-1 0 1 0 0,0 1 0 0 0,1-1 0 0 0,-1 0-1 0 0,1 0 1 0 0,-1 0 0 0 0,1 0 0 0 0,-1 0-1 0 0,1 0 1 0 0,-1 0 0 0 0,1 0 0 0 0,-1 0-1 0 0,1 0 1 0 0,-1 0 0 0 0,1 0 0 0 0,-1 0-1 0 0,1-1 1 0 0,-1 1 0 0 0,1 0 0 0 0,-1 0-1 0 0,1 0 1 0 0,-1-1 0 0 0,1 1 0 0 0,-1-1-1 0 0,15-4 2 0 0,-1-1 0 0 0,0-1-1 0 0,-1 0 1 0 0,0 0 0 0 0,0-2-1 0 0,0 0 1 0 0,-1 0 0 0 0,-1-1-1 0 0,1-1 1 0 0,-2 1 0 0 0,1-2 0 0 0,-2 0-1 0 0,1 0 1 0 0,11-21 0 0 0,-21 33 1 0 0,11-22 254 0 0,-13 28 19 0 0,-15 51 94 0 0,20 26-27 0 0,-1-64-192 0 0,0 1-1 0 0,-3 33 1 0 0,0-49-152 0 0,-1 1-1 0 0,1-1 1 0 0,-1 1-1 0 0,0-1 1 0 0,0 0 0 0 0,-1 0-1 0 0,1 0 1 0 0,-1 0 0 0 0,0 0-1 0 0,0 0 1 0 0,0-1-1 0 0,-1 1 1 0 0,1-1 0 0 0,-1 0-1 0 0,0 0 1 0 0,0-1-1 0 0,0 1 1 0 0,0-1 0 0 0,0 1-1 0 0,-1-1 1 0 0,1-1-1 0 0,0 1 1 0 0,-6 1 0 0 0,-15 5-1630 0 0,-1-1 1 0 0,-44 8-1 0 0,68-15 1431 0 0,-25 4-3661 0 0,0-2 295 0 0</inkml:trace>
</inkml:ink>
</file>

<file path=ppt/ink/ink6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5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44 148 0 0,'-6'-43'6711'0'0,"2"44"-6611"0"0,0 1 0 0 0,1 0 0 0 0,-1 0 0 0 0,0 0 1 0 0,1 1-1 0 0,0-1 0 0 0,0 1 0 0 0,0 0 0 0 0,0 0 0 0 0,0 0 0 0 0,0 0 0 0 0,-3 7 0 0 0,4-8-17 0 0,-40 50 945 0 0,-68 112-1 0 0,98-142-870 0 0,0 1 0 0 0,2 1 0 0 0,0 0 0 0 0,2 0 0 0 0,1 0 0 0 0,0 1 0 0 0,2 0-1 0 0,-2 34 1 0 0,7-58-155 0 0,-1 9 66 0 0,0 0-1 0 0,1 0 1 0 0,0 0 0 0 0,1 0-1 0 0,4 18 1 0 0,-5-26-48 0 0,1 0 1 0 0,0 0-1 0 0,0 1 1 0 0,0-1-1 0 0,0 0 0 0 0,0 0 1 0 0,1 0-1 0 0,-1 0 1 0 0,1 0-1 0 0,-1 0 0 0 0,1 0 1 0 0,0-1-1 0 0,-1 1 1 0 0,1-1-1 0 0,0 1 0 0 0,0-1 1 0 0,0 0-1 0 0,0 1 1 0 0,1-1-1 0 0,-1 0 0 0 0,0 0 1 0 0,0-1-1 0 0,1 1 1 0 0,-1 0-1 0 0,0-1 0 0 0,1 1 1 0 0,-1-1-1 0 0,0 0 1 0 0,1 0-1 0 0,3 0 1 0 0,7-1-6 0 0,1-1 0 0 0,-1 0 1 0 0,0 0-1 0 0,0-1 0 0 0,0-1 1 0 0,-1-1-1 0 0,1 1 0 0 0,-1-2 1 0 0,0 0-1 0 0,0 0 0 0 0,17-13 1 0 0,0-3-72 0 0,-1-1 1 0 0,-1-1-1 0 0,25-29 0 0 0,-20 13-16 0 0,-3-1-1 0 0,-1-1 1 0 0,-2-2-1 0 0,38-88 1 0 0,-37 75 14 0 0,15-30 220 0 0,-41 85-121 0 0,-45 75 489 0 0,-83 152-46 0 0,55-93-204 0 0,70-125 117 0 0,11-11-144 0 0,29-23-48 0 0,-25 17-183 0 0,0 0 1 0 0,1 0-1 0 0,24-11 1 0 0,-29 21-19 0 0,-1 1 1 0 0,1 1-1 0 0,-1-1 0 0 0,0 1 1 0 0,16 6-1 0 0,-23-8 2 0 0,20 7-90 0 0,0-1 0 0 0,1 0 0 0 0,-1-2 0 0 0,1-1 1 0 0,35 1-1 0 0,-49-4 58 0 0,0 0 1 0 0,-1 0-1 0 0,1-1 1 0 0,0 0 0 0 0,0-1-1 0 0,-1 1 1 0 0,1-1-1 0 0,-1-1 1 0 0,1 0 0 0 0,-1 0-1 0 0,0 0 1 0 0,0-1-1 0 0,0 0 1 0 0,-1 0 0 0 0,0 0-1 0 0,1-1 1 0 0,-1 0-1 0 0,-1-1 1 0 0,6-5 0 0 0,-8 6 83 0 0,0 1 0 0 0,-1-1 1 0 0,0 0-1 0 0,0 0 0 0 0,0-1 1 0 0,0 1-1 0 0,-1 0 1 0 0,2-9-1 0 0,-3 13 89 0 0,-1-13 160 0 0,2 13-295 0 0,-1 1 0 0 0,0-1-1 0 0,0 1 1 0 0,0 0 0 0 0,0-1 0 0 0,-1 1 0 0 0,1 0-1 0 0,0-1 1 0 0,0 1 0 0 0,0 0 0 0 0,0-1 0 0 0,0 1-1 0 0,0 0 1 0 0,0-1 0 0 0,-1 1 0 0 0,1 0 0 0 0,0-1-1 0 0,0 1 1 0 0,-1 0 0 0 0,1-1 0 0 0,0 1 0 0 0,0 0-1 0 0,-1 0 1 0 0,1-1 0 0 0,0 1 0 0 0,-1 0 0 0 0,1 0 0 0 0,0 0-1 0 0,-1 0 1 0 0,1-1 0 0 0,0 1 0 0 0,-1 0 0 0 0,1 0-1 0 0,0 0 1 0 0,-1 0 0 0 0,1 0 0 0 0,0 0 0 0 0,-1 0-1 0 0,1 0 1 0 0,0 0 0 0 0,-1 0 0 0 0,1 0 0 0 0,-1 0-1 0 0,-5 4-2 0 0,0-1-1 0 0,0 1 0 0 0,1 1 1 0 0,0-1-1 0 0,0 1 0 0 0,0 0 1 0 0,0 0-1 0 0,1 0 0 0 0,-1 1 1 0 0,1-1-1 0 0,1 1 0 0 0,-1 0 1 0 0,1 0-1 0 0,0 0 0 0 0,0 1 1 0 0,1-1-1 0 0,0 1 0 0 0,0 0 1 0 0,-1 9-1 0 0,3-14-2 0 0,0-1 1 0 0,-1 0 0 0 0,1 0 1 0 0,0 0-1 0 0,0 0 0 0 0,0 0 0 0 0,0 0 0 0 0,0 0 0 0 0,0 0 0 0 0,0 0 1 0 0,0 0-1 0 0,1 0 0 0 0,-1 0 0 0 0,0 0 0 0 0,1 0 0 0 0,-1 0 0 0 0,1 0 1 0 0,-1 0-1 0 0,1 0 0 0 0,-1-1 0 0 0,2 3 0 0 0,16-11 136 0 0,-5 0-163 0 0,24-20 36 0 0,-36 27-26 0 0,1 0 6 0 0,-1 1 0 0 0,1-1-1 0 0,-1 1 1 0 0,1 0-1 0 0,0 0 1 0 0,-1-1-1 0 0,1 1 1 0 0,0 1 0 0 0,-1-1-1 0 0,1 0 1 0 0,-1 0-1 0 0,1 0 1 0 0,-1 1-1 0 0,1-1 1 0 0,0 1 0 0 0,-1-1-1 0 0,1 1 1 0 0,-1 0-1 0 0,2 1 1 0 0,9 3-94 0 0,0 0 1 0 0,0-1 0 0 0,0-1-1 0 0,0 0 1 0 0,1 0-1 0 0,0-1 1 0 0,-1-1 0 0 0,1 0-1 0 0,0-1 1 0 0,-1 0 0 0 0,1-1-1 0 0,0 0 1 0 0,-1-1-1 0 0,1 0 1 0 0,-1-1 0 0 0,0-1-1 0 0,0 0 1 0 0,0-1-1 0 0,17-8 1 0 0,-20 8 106 0 0,0 0 0 0 0,0 0 0 0 0,-1 0 1 0 0,1-1-1 0 0,-1 0 0 0 0,0-1 0 0 0,-1 0 0 0 0,0 0 0 0 0,0-1 0 0 0,-1 0 1 0 0,1 0-1 0 0,-2 0 0 0 0,1-1 0 0 0,-1 0 0 0 0,0 0 0 0 0,-1 0 0 0 0,0 0 1 0 0,-1-1-1 0 0,0 0 0 0 0,0 0 0 0 0,-1 0 0 0 0,-1 0 0 0 0,1 0 0 0 0,-2 0 0 0 0,1-12 1 0 0,-16-43 1215 0 0,15 63-1087 0 0,-3 3-103 0 0,0-1 0 0 0,0 1-1 0 0,0 0 1 0 0,0 0 0 0 0,0 1 0 0 0,0-1-1 0 0,0 1 1 0 0,1-1 0 0 0,-1 1-1 0 0,1 0 1 0 0,-1 0 0 0 0,1 0 0 0 0,0 0-1 0 0,-1 0 1 0 0,1 0 0 0 0,0 1 0 0 0,1-1-1 0 0,-1 1 1 0 0,0 0 0 0 0,1-1 0 0 0,-1 1-1 0 0,1 0 1 0 0,0 0 0 0 0,0 0 0 0 0,0 0-1 0 0,-1 6 1 0 0,-4 13 19 0 0,1 0-1 0 0,-3 35 1 0 0,6-45-6 0 0,-1 12-108 0 0,1-1 0 0 0,2 38-1 0 0,0-53-459 0 0,1 0 0 0 0,1 0 0 0 0,-1 0 0 0 0,6 13 0 0 0,-6-16-264 0 0,1-1 0 0 0,0-1 0 0 0,0 1 0 0 0,1 0 0 0 0,-1 0 0 0 0,1-1 0 0 0,-1 1-1 0 0,1-1 1 0 0,6 6 0 0 0,-1-5-2475 0 0</inkml:trace>
</inkml:ink>
</file>

<file path=ppt/ink/ink6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5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 1160 0 0,'17'-24'3120'0'0,"-11"18"-2671"0"0,0 0 0 0 0,0 0-1 0 0,1 1 1 0 0,0-1-1 0 0,0 2 1 0 0,0-1 0 0 0,1 1-1 0 0,-1 0 1 0 0,1 1 0 0 0,14-5-1 0 0,4 1-348 0 0,-1 1 0 0 0,29-2 0 0 0,-32 5-970 0 0,-19 2-11 0 0,6 0-2970 0 0</inkml:trace>
</inkml:ink>
</file>

<file path=ppt/ink/ink6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6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34 864 0 0,'-17'-3'1092'0'0,"7"3"612"0"0,-7 0 1089 0 0,69-10-2557 0 0,-21 10-164 0 0,11-6-184 0 0,9 5-180 0 0,-1-3-108 0 0,8 4-129 0 0,20-3-379 0 0,-4-2-980 0 0,4 3 436 0 0</inkml:trace>
</inkml:ink>
</file>

<file path=ppt/ink/ink6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6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49 788 0 0,'0'0'1736'0'0,"6"-28"5954"0"0,-7 26-7590 0 0,0 1-1 0 0,0-1 1 0 0,0 1-1 0 0,0 0 1 0 0,0-1 0 0 0,-1 1-1 0 0,1 0 1 0 0,0 0-1 0 0,-1 0 1 0 0,1 0-1 0 0,-1 0 1 0 0,1 0-1 0 0,-1 0 1 0 0,1 0 0 0 0,-1 1-1 0 0,0-1 1 0 0,1 1-1 0 0,-1-1 1 0 0,0 1-1 0 0,0-1 1 0 0,1 1-1 0 0,-4 0 1 0 0,-2 0 38 0 0,0 1-1 0 0,1-1 1 0 0,0 1 0 0 0,-1 0 0 0 0,1 1 0 0 0,-10 3-1 0 0,-5 4 157 0 0,0 0 0 0 0,-36 23-1 0 0,46-25-175 0 0,0 1 0 0 0,1 0 0 0 0,0 1 0 0 0,0 0 0 0 0,-9 11 0 0 0,17-17-91 0 0,0-1 1 0 0,0 0-1 0 0,0 1 1 0 0,0-1-1 0 0,0 1 1 0 0,1 0-1 0 0,-1-1 1 0 0,1 1-1 0 0,-1 0 1 0 0,1 0-1 0 0,0 0 1 0 0,0 0 0 0 0,1 0-1 0 0,-1 0 1 0 0,1 0-1 0 0,-1 0 1 0 0,1 1-1 0 0,0-1 1 0 0,0 0-1 0 0,0 0 1 0 0,1 0-1 0 0,-1 0 1 0 0,1 0-1 0 0,0 0 1 0 0,-1 1 0 0 0,3 3-1 0 0,-1-6-17 0 0,-1 1 1 0 0,0-1-1 0 0,1 0 0 0 0,0 0 0 0 0,-1 0 1 0 0,1 0-1 0 0,0 0 0 0 0,-1 0 0 0 0,1 0 1 0 0,0 0-1 0 0,0-1 0 0 0,0 1 0 0 0,-1 0 1 0 0,1-1-1 0 0,0 0 0 0 0,0 0 0 0 0,0 1 1 0 0,0-1-1 0 0,0 0 0 0 0,0 0 1 0 0,0-1-1 0 0,4 0 0 0 0,42-9-32 0 0,-46 10 20 0 0,18-8-85 0 0,-1 0-1 0 0,1-1 0 0 0,-2-1 1 0 0,35-23-1 0 0,3-2 0 0 0,-55 34 174 0 0,1 0-22 0 0,2-3-74 0 0,-2 31 247 0 0,-2-26-236 0 0,0 1 0 0 0,0-1-1 0 0,0 0 1 0 0,0 0-1 0 0,0 0 1 0 0,0 0-1 0 0,0 0 1 0 0,1 0-1 0 0,-1 0 1 0 0,0 1 0 0 0,1-1-1 0 0,-1 0 1 0 0,1 0-1 0 0,-1 0 1 0 0,1 0-1 0 0,-1-1 1 0 0,1 1-1 0 0,0 0 1 0 0,0 0 0 0 0,-1 0-1 0 0,1 0 1 0 0,0-1-1 0 0,0 1 1 0 0,0 0-1 0 0,1 0 1 0 0,0 0-5 0 0,0-1-1 0 0,0 1 1 0 0,1 0 0 0 0,-1-1 0 0 0,0 0 0 0 0,0 0 0 0 0,1 1-1 0 0,-1-1 1 0 0,0-1 0 0 0,1 1 0 0 0,-1 0 0 0 0,3-1-1 0 0,9-3-68 0 0,1 0-1 0 0,-1-2 0 0 0,17-7 0 0 0,-16 7-53 0 0,25-15-106 0 0,-32 17 163 0 0,0-1 1 0 0,0 1 0 0 0,0 0 0 0 0,0 1 0 0 0,1 0 0 0 0,-1 0-1 0 0,1 1 1 0 0,0 0 0 0 0,8 0 0 0 0,18 46-99 0 0,-31-40 160 0 0,1-1 0 0 0,-1 0 1 0 0,1-1-1 0 0,0 1 0 0 0,0-1 0 0 0,0 0 0 0 0,1 0 1 0 0,-1 0-1 0 0,0-1 0 0 0,1 1 0 0 0,-1-2 1 0 0,1 1-1 0 0,-1 0 0 0 0,1-1 0 0 0,-1 0 0 0 0,1 0 1 0 0,0-1-1 0 0,-1 0 0 0 0,1 0 0 0 0,-1 0 0 0 0,0 0 1 0 0,1-1-1 0 0,-1 0 0 0 0,0 0 0 0 0,0-1 1 0 0,0 1-1 0 0,0-1 0 0 0,-1 0 0 0 0,1 0 0 0 0,7-7 1 0 0,-11 9 171 0 0,1-4 36 0 0,-1 3-139 0 0,-2 4 266 0 0,0-1-469 0 0,0 1 1 0 0,0 0 0 0 0,1 0-1 0 0,-1 0 1 0 0,1 0 0 0 0,-1 1 0 0 0,1-1-1 0 0,0 0 1 0 0,0 0 0 0 0,-1 0-1 0 0,2 0 1 0 0,-1 0 0 0 0,0 0-1 0 0,0 1 1 0 0,1 2 0 0 0,0-3-320 0 0,0 0 0 0 0,0-1 1 0 0,0 1-1 0 0,0 0 0 0 0,0 0 1 0 0,1-1-1 0 0,-1 1 0 0 0,0-1 0 0 0,1 1 1 0 0,-1-1-1 0 0,1 0 0 0 0,-1 1 1 0 0,1-1-1 0 0,2 1 0 0 0,8 5-2718 0 0</inkml:trace>
</inkml:ink>
</file>

<file path=ppt/ink/ink6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7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133 413 512 0 0,'-20'-14'4064'0'0,"17"13"-3890"0"0,0 0-1 0 0,-1 0 0 0 0,1 1 0 0 0,0-1 0 0 0,-1 1 0 0 0,1 0 0 0 0,-1 0 1 0 0,1 0-1 0 0,0 0 0 0 0,-1 1 0 0 0,1-1 0 0 0,0 1 0 0 0,-1 0 0 0 0,1 0 1 0 0,0 0-1 0 0,0 0 0 0 0,0 1 0 0 0,0-1 0 0 0,0 1 0 0 0,0 0 0 0 0,0 0 1 0 0,0 0-1 0 0,1 0 0 0 0,-1 0 0 0 0,1 1 0 0 0,0-1 0 0 0,0 1 0 0 0,-1 0 1 0 0,2-1-1 0 0,-1 1 0 0 0,-2 3 0 0 0,2-2-84 0 0,-1 1 0 0 0,1-1 0 0 0,0 0-1 0 0,1 0 1 0 0,-1 1 0 0 0,1-1 0 0 0,-1 1 0 0 0,1-1 0 0 0,1 1 0 0 0,-1 0 0 0 0,0-1-1 0 0,1 1 1 0 0,0 0 0 0 0,1 0 0 0 0,-1-1 0 0 0,1 1 0 0 0,-1 0 0 0 0,1-1 0 0 0,1 1-1 0 0,-1-1 1 0 0,1 1 0 0 0,3 6 0 0 0,-3-7-75 0 0,1-1 0 0 0,-1 0-1 0 0,1 0 1 0 0,-1 0 0 0 0,1 0-1 0 0,0-1 1 0 0,0 1 0 0 0,0-1-1 0 0,1 1 1 0 0,-1-1 0 0 0,0 0-1 0 0,1 0 1 0 0,0-1 0 0 0,-1 1 0 0 0,1-1-1 0 0,5 1 1 0 0,-2 0-17 0 0,1-1 0 0 0,0-1 0 0 0,-1 1 0 0 0,1-1 0 0 0,-1-1 0 0 0,1 1 0 0 0,14-4 0 0 0,3-3-27 0 0,-1-1-1 0 0,0 0 1 0 0,0-2 0 0 0,22-14-1 0 0,-21 11 10 0 0,-1-1 0 0 0,0-1-1 0 0,-1-2 1 0 0,-1 0 0 0 0,-1-1-1 0 0,0-1 1 0 0,19-24 0 0 0,-26 26 66 0 0,-2-1 1 0 0,0 0 0 0 0,-1 0 0 0 0,-1-1 0 0 0,0 0 0 0 0,-2-1-1 0 0,0 0 1 0 0,-1-1 0 0 0,7-37 0 0 0,-13 54-8 0 0,7-69 835 0 0,-7 69-800 0 0,-1 1 1 0 0,0-1-1 0 0,-1 1 1 0 0,1-1-1 0 0,0 1 1 0 0,-1 0-1 0 0,0-1 1 0 0,0 1-1 0 0,0 0 1 0 0,0-1-1 0 0,-1 1 1 0 0,1 0-1 0 0,-1 0 0 0 0,0 0 1 0 0,1 0-1 0 0,-1 0 1 0 0,-5-4-1 0 0,6 6-50 0 0,-1 0 1 0 0,1 0-1 0 0,-1 0 0 0 0,0 0 0 0 0,1 1 0 0 0,-1-1 0 0 0,0 1 0 0 0,0-1 0 0 0,1 1 0 0 0,-1-1 0 0 0,0 1 0 0 0,0 0 0 0 0,0 0 0 0 0,1 0 1 0 0,-1 0-1 0 0,0 0 0 0 0,0 1 0 0 0,0-1 0 0 0,0 0 0 0 0,1 1 0 0 0,-1-1 0 0 0,0 1 0 0 0,1 0 0 0 0,-1 0 0 0 0,0-1 0 0 0,1 1 0 0 0,-1 0 1 0 0,1 1-1 0 0,-1-1 0 0 0,1 0 0 0 0,0 0 0 0 0,-2 2 0 0 0,-4 3 23 0 0,0 1 0 0 0,1 0-1 0 0,0 0 1 0 0,-9 15 0 0 0,-1 4 43 0 0,2 0-1 0 0,1 1 1 0 0,1 0 0 0 0,-9 31-1 0 0,17-45-74 0 0,1 0 0 0 0,0 0 1 0 0,1 0-1 0 0,1 1 0 0 0,0-1 0 0 0,0 0 0 0 0,1 1 0 0 0,1-1 0 0 0,0 0 0 0 0,1 0 0 0 0,5 20 0 0 0,-5-27-19 0 0,0 0 1 0 0,1 1-1 0 0,-1-2 0 0 0,1 1 0 0 0,0 0 1 0 0,0 0-1 0 0,1-1 0 0 0,0 0 1 0 0,0 0-1 0 0,0 0 0 0 0,0 0 0 0 0,1-1 1 0 0,0 1-1 0 0,0-1 0 0 0,0 0 0 0 0,0-1 1 0 0,1 1-1 0 0,-1-1 0 0 0,1 0 0 0 0,12 4 1 0 0,-10-5-8 0 0,1 0 1 0 0,-1-1-1 0 0,1 0 1 0 0,-1-1-1 0 0,1 0 1 0 0,0 0-1 0 0,-1-1 1 0 0,1 0-1 0 0,0 0 1 0 0,-1-1-1 0 0,1 0 1 0 0,-1-1-1 0 0,0 1 1 0 0,0-2-1 0 0,9-4 1 0 0,-13 7 102 0 0,0-1-1 0 0,0-1 1 0 0,0 1 0 0 0,0 0 0 0 0,-1-1 0 0 0,1 0 0 0 0,6-6 0 0 0,-9 10-88 0 0,-1 0 1 0 0,1 0 0 0 0,-1 0-1 0 0,1 0 1 0 0,0 0 0 0 0,0 0-1 0 0,-1 0 1 0 0,1 0 0 0 0,0-1-1 0 0,0 1 1 0 0,0 0 0 0 0,0-1-1 0 0,0 1 1 0 0,0 0 0 0 0,0-1-1 0 0,0 1 1 0 0,0-1 0 0 0,0 0-1 0 0,1 1 1 0 0,0-1 0 0 0,22 7 55 0 0,-22-7 15 0 0,11-8 133 0 0,-12 6-174 0 0,-1 1 1 0 0,1-1 0 0 0,-1 1-1 0 0,1 0 1 0 0,-1-1-1 0 0,0 1 1 0 0,0-1-1 0 0,1 1 1 0 0,-1-1-1 0 0,0 1 1 0 0,0-1-1 0 0,0 1 1 0 0,-1-1-1 0 0,1 1 1 0 0,0-1 0 0 0,-1 1-1 0 0,1-1 1 0 0,-1 1-1 0 0,1-1 1 0 0,-1 1-1 0 0,1 0 1 0 0,-1-1-1 0 0,0 1 1 0 0,0 0-1 0 0,0 0 1 0 0,0-1-1 0 0,0 1 1 0 0,0 0 0 0 0,0 0-1 0 0,0 0 1 0 0,0 0-1 0 0,-2-1 1 0 0,2 1 23 0 0,-14-3-96 0 0,13 3-271 0 0,0 1 1 0 0,0-1-1 0 0,0 1 0 0 0,0 0 0 0 0,0 0 0 0 0,0-1 0 0 0,-1 2 0 0 0,1-1 1 0 0,0 0-1 0 0,0 0 0 0 0,0 1 0 0 0,0-1 0 0 0,0 1 0 0 0,1-1 0 0 0,-1 1 0 0 0,-3 1 1 0 0,3-1-992 0 0</inkml:trace>
</inkml:ink>
</file>

<file path=ppt/ink/ink6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0:58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32 0 0,'6'-6'7130'0'0,"-4"17"-6594"0"0,-1 0 0 0 0,0 0-1 0 0,0 1 1 0 0,-1-1 0 0 0,-2 11 0 0 0,2-19-382 0 0,1 33 810 0 0,5-35-926 0 0,0 0 0 0 0,1 0 1 0 0,-1-1-1 0 0,0 1 0 0 0,0-1 0 0 0,0-1 0 0 0,0 0 1 0 0,0 1-1 0 0,1-2 0 0 0,6-1 0 0 0,67-25 82 0 0,-40 13-39 0 0,-26 10 80 0 0,1 0 1 0 0,-1-1-1 0 0,-1-1 0 0 0,1 0 1 0 0,-1-1-1 0 0,-1-1 1 0 0,19-14-1 0 0,-31 22-106 0 0,1 1 0 0 0,0 0 0 0 0,-1 0 0 0 0,1-1 0 0 0,-1 1 0 0 0,1-1 0 0 0,-1 1 0 0 0,1 0-1 0 0,-1-1 1 0 0,0 1 0 0 0,1-1 0 0 0,-1 1 0 0 0,1-1 0 0 0,-1 1 0 0 0,0-1 0 0 0,0 1 0 0 0,1-1 0 0 0,-1 0 0 0 0,0 1-1 0 0,0-1 1 0 0,1 1 0 0 0,-1-1 0 0 0,0 0 0 0 0,0 1 0 0 0,0-1 0 0 0,0 1 0 0 0,0-1 0 0 0,0 0 0 0 0,0 1 0 0 0,0-1 0 0 0,0 0-1 0 0,-1 1 1 0 0,1-1 0 0 0,0 1 0 0 0,0-1 0 0 0,0 0 0 0 0,-1 1 0 0 0,1-1 0 0 0,0 1 0 0 0,-1-1 0 0 0,1 1 0 0 0,0-1-1 0 0,-1 1 1 0 0,1-1 0 0 0,-1 1 0 0 0,1-1 0 0 0,-1 1 0 0 0,1 0 0 0 0,-1-1 0 0 0,1 1 0 0 0,-1 0 0 0 0,1-1 0 0 0,-1 1-1 0 0,1 0 1 0 0,-1 0 0 0 0,0 0 0 0 0,1-1 0 0 0,-1 1 0 0 0,1 0 0 0 0,-2 0 0 0 0,-1-1 852 0 0,-2 3-653 0 0,3-1-271 0 0,0 0 0 0 0,-1 0 0 0 0,1 0 0 0 0,0 1 0 0 0,-1-1 0 0 0,1 1 0 0 0,0-1 0 0 0,0 1 0 0 0,0 0 0 0 0,1 0 0 0 0,-1 0 0 0 0,0 0 0 0 0,1 0 0 0 0,-1 0 0 0 0,1 1 0 0 0,0-1 0 0 0,-1 0 0 0 0,1 1 0 0 0,0-1-1 0 0,1 1 1 0 0,-1-1 0 0 0,0 1 0 0 0,1-1 0 0 0,-1 1 0 0 0,1-1 0 0 0,0 1 0 0 0,0 0 0 0 0,0-1 0 0 0,0 1 0 0 0,0 0 0 0 0,1-1 0 0 0,-1 1 0 0 0,2 3 0 0 0,-1-3-800 0 0,-1-1 0 0 0,1 0 1 0 0,0 1-1 0 0,0-1 0 0 0,0 0 0 0 0,0 1 1 0 0,0-1-1 0 0,1 0 0 0 0,-1 0 1 0 0,0 0-1 0 0,4 3 0 0 0,2 1-3425 0 0</inkml:trace>
</inkml:ink>
</file>

<file path=ppt/ink/ink6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0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19 932 224 0 0,'-1'0'110'0'0,"-1"1"-1"0"0,1-1 1 0 0,0 1-1 0 0,0 0 1 0 0,0-1-1 0 0,0 1 1 0 0,0 0-1 0 0,0 0 1 0 0,1 0-1 0 0,-1 0 1 0 0,0 0-1 0 0,0 0 1 0 0,1 0-1 0 0,-1 0 1 0 0,0 0-1 0 0,1 0 1 0 0,-1 0-1 0 0,1 0 1 0 0,-1 0-1 0 0,1 0 1 0 0,0 1-1 0 0,-1-1 1 0 0,1 0-1 0 0,0 0 1 0 0,0 0-1 0 0,0 1 1 0 0,0-1-1 0 0,0 0 1 0 0,0 0-1 0 0,0 1 1 0 0,0-1-1 0 0,1 0 1 0 0,-1 0-1 0 0,0 0 1 0 0,1 0-1 0 0,-1 1 1 0 0,1-1-1 0 0,-1 0 1 0 0,1 0-1 0 0,0 0 1 0 0,-1 0-1 0 0,1 0 1 0 0,0 0-1 0 0,0 0 1 0 0,0 0-1 0 0,-1-1 1 0 0,2 2-1 0 0,2 0 73 0 0,0 1 0 0 0,-1-1 0 0 0,1 0-1 0 0,0-1 1 0 0,0 1 0 0 0,0-1-1 0 0,1 1 1 0 0,-1-1 0 0 0,0-1 0 0 0,0 1-1 0 0,0 0 1 0 0,9-1 0 0 0,1-2-10 0 0,1 0 1 0 0,-1-1-1 0 0,0 0 0 0 0,0-1 1 0 0,0-1-1 0 0,13-6 1 0 0,79-43 391 0 0,4-11-165 0 0,-4-5 0 0 0,-2-5-1 0 0,-4-4 1 0 0,149-152 0 0 0,-224 204-343 0 0,0-1 0 0 0,-2-1 1 0 0,-1-1-1 0 0,-2-1 1 0 0,0-1-1 0 0,-3-1 0 0 0,0 0 1 0 0,14-44-1 0 0,-27 65 118 0 0,-1 0-1 0 0,0 0 1 0 0,-1 0 0 0 0,1-15-1 0 0,-8 30-157 0 0,-3 3-6 0 0,0 0 0 0 0,0 1 0 0 0,0 0 1 0 0,1 1-1 0 0,0-1 0 0 0,0 1 1 0 0,1 1-1 0 0,-6 9 0 0 0,-45 83 28 0 0,47-82-31 0 0,-11 23 15 0 0,1 0 1 0 0,-19 67-1 0 0,32-89-15 0 0,2 1 1 0 0,0 0-1 0 0,2 0 0 0 0,0 0 1 0 0,2 1-1 0 0,0-1 1 0 0,3 35-1 0 0,-1-47 0 0 0,0-1 0 0 0,1 0 0 0 0,0 0 0 0 0,0 0 0 0 0,1-1 0 0 0,0 1 0 0 0,0-1 0 0 0,1 1 0 0 0,0-1 0 0 0,8 12 0 0 0,-9-16 2 0 0,0 0-1 0 0,-1-1 1 0 0,1 1 0 0 0,0-1-1 0 0,1 0 1 0 0,-1 0-1 0 0,0 0 1 0 0,1-1-1 0 0,-1 1 1 0 0,1-1 0 0 0,-1 1-1 0 0,1-1 1 0 0,-1 0-1 0 0,1-1 1 0 0,0 1 0 0 0,0-1-1 0 0,0 1 1 0 0,-1-1-1 0 0,1 0 1 0 0,0-1 0 0 0,0 1-1 0 0,-1 0 1 0 0,1-1-1 0 0,7-2 1 0 0,1 0 4 0 0,-1-1 1 0 0,1 0-1 0 0,-1 0 1 0 0,0-1-1 0 0,0 0 1 0 0,0-1-1 0 0,-1 0 0 0 0,0-1 1 0 0,0 0-1 0 0,-1-1 1 0 0,0 0-1 0 0,11-12 1 0 0,-19 19-29 0 0,8 0-79 0 0,-8 0 90 0 0,0 1 1 0 0,0 0-1 0 0,0 0 0 0 0,0 0 0 0 0,0 0 0 0 0,0 0 0 0 0,0 0 1 0 0,-1 0-1 0 0,1 0 0 0 0,0 0 0 0 0,0 0 0 0 0,0 1 1 0 0,0-1-1 0 0,0 0 0 0 0,0 1 0 0 0,0-1 0 0 0,0 1 1 0 0,-1-1-1 0 0,2 2 0 0 0,24 11-15 0 0,-25-12 27 0 0,1 0 0 0 0,0 0 1 0 0,0 0-1 0 0,0 0 0 0 0,-1 0 0 0 0,1-1 1 0 0,0 1-1 0 0,0-1 0 0 0,0 1 1 0 0,0-1-1 0 0,0 0 0 0 0,0 0 1 0 0,1 1-1 0 0,2-2 0 0 0,-4 1-3 0 0,-1 0 0 0 0,0-1 0 0 0,1 1 0 0 0,-1-1 0 0 0,0 1 0 0 0,1 0 0 0 0,-1-1 0 0 0,0 1 0 0 0,0-1 0 0 0,1 1 0 0 0,-1 0 0 0 0,0-1 0 0 0,0 1 0 0 0,0-1 0 0 0,0 1 0 0 0,1-1 0 0 0,-1 1 0 0 0,0-1 0 0 0,0 1 0 0 0,0-1 0 0 0,0 1 0 0 0,0-1 0 0 0,0 1 0 0 0,0-1 0 0 0,-1 1 0 0 0,1-1 0 0 0,0 1 0 0 0,0-1 0 0 0,0 1 0 0 0,0-1 0 0 0,-1 1 0 0 0,1-1 0 0 0,0 1 0 0 0,0 0 0 0 0,-1-1 0 0 0,1 1 0 0 0,0 0 0 0 0,-1-1-1 0 0,1 1 1 0 0,0-1 0 0 0,-1 1 0 0 0,1 0 0 0 0,-1 0 0 0 0,1-1 0 0 0,0 1 0 0 0,-1 0 0 0 0,1 0 0 0 0,-1 0 0 0 0,0-1 0 0 0,-4 0 18 0 0,1-1 0 0 0,-1 1 1 0 0,0 0-1 0 0,1 0 0 0 0,-1 1 0 0 0,0-1 0 0 0,0 1 0 0 0,0 0 0 0 0,-8 2 0 0 0,12-2-48 0 0,-26 5-1827 0 0,26-5 1790 0 0,0 0 0 0 0,0 0 0 0 0,0 1 1 0 0,0-1-1 0 0,0 0 0 0 0,1 1 0 0 0,-1-1 0 0 0,0 1 1 0 0,0-1-1 0 0,0 1 0 0 0,1 0 0 0 0,-1-1 1 0 0,0 1-1 0 0,1 0 0 0 0,-1 0 0 0 0,0-1 0 0 0,1 1 1 0 0,-1 0-1 0 0,1 0 0 0 0,-1 0 0 0 0,1-1 0 0 0,0 1 1 0 0,-1 0-1 0 0,1 0 0 0 0,0 0 0 0 0,0 0 0 0 0,-1 2 1 0 0,15 3-837 0 0,-3-2-2795 0 0</inkml:trace>
</inkml:ink>
</file>

<file path=ppt/ink/ink6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1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75 568 0 0,'0'0'1872'0'0,"-7"-8"904"0"0,29-9-2263 0 0,-10 13-105 0 0,5-1-148 0 0,0-2-252 0 0,10 0-236 0 0,-2 0-276 0 0,2 0-445 0 0,1 2-1023 0 0,-1-2 456 0 0</inkml:trace>
</inkml:ink>
</file>

<file path=ppt/ink/ink6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2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0 215 420 0 0,'28'3'4072'0'0,"-13"-6"-3829"0"0,-1 0 0 0 0,0 0 1 0 0,0-1-1 0 0,0-1 0 0 0,0-1 1 0 0,-1 0-1 0 0,0 0 0 0 0,0-1 1 0 0,0-1-1 0 0,-1 0 0 0 0,0-1 1 0 0,-1 0-1 0 0,0-1 0 0 0,-1 0 1 0 0,0-1-1 0 0,0 0 0 0 0,-1-1 1 0 0,0 0-1 0 0,-1 0 0 0 0,7-14 1 0 0,-15 25-224 0 0,1 0 0 0 0,-1 0 0 0 0,1 0 0 0 0,-1 0 0 0 0,1 0 0 0 0,-1 1 0 0 0,0-1 0 0 0,0 0 1 0 0,1 0-1 0 0,-1 0 0 0 0,0 0 0 0 0,0 0 0 0 0,0 0 0 0 0,0 0 0 0 0,0 0 0 0 0,0 0 0 0 0,0 0 1 0 0,0 0-1 0 0,-1 0 0 0 0,1 0 0 0 0,0 0 0 0 0,-1 0 0 0 0,1 0 0 0 0,0 0 0 0 0,-1 0 0 0 0,1 1 1 0 0,-1-1-1 0 0,1 0 0 0 0,-1 0 0 0 0,0 0 0 0 0,1 1 0 0 0,-1-1 0 0 0,0 0 0 0 0,0 1 0 0 0,1-1 1 0 0,-1 0-1 0 0,0 1 0 0 0,0-1 0 0 0,0 1 0 0 0,0 0 0 0 0,0-1 0 0 0,1 1 0 0 0,-1 0 0 0 0,0-1 1 0 0,0 1-1 0 0,0 0 0 0 0,0 0 0 0 0,0 0 0 0 0,-2 0 0 0 0,-2-1 36 0 0,-1 1 1 0 0,1 0-1 0 0,0 1 1 0 0,-1-1-1 0 0,1 1 0 0 0,-10 2 1 0 0,8 0-23 0 0,1 0 1 0 0,0 0 0 0 0,1 1 0 0 0,-1 0 0 0 0,0 0-1 0 0,1 0 1 0 0,0 0 0 0 0,0 1 0 0 0,0 0 0 0 0,1 0-1 0 0,0 0 1 0 0,-1 1 0 0 0,2-1 0 0 0,-1 1 0 0 0,1 0 0 0 0,0 0-1 0 0,0 0 1 0 0,-3 10 0 0 0,5-12-24 0 0,-1 0 0 0 0,1 0 1 0 0,0-1-1 0 0,0 1 0 0 0,1 0 0 0 0,-1 0 0 0 0,1 0 1 0 0,0 0-1 0 0,0 1 0 0 0,0-1 0 0 0,1 0 0 0 0,-1 0 1 0 0,1 0-1 0 0,0-1 0 0 0,0 1 0 0 0,0 0 1 0 0,1 0-1 0 0,-1 0 0 0 0,1-1 0 0 0,0 1 0 0 0,0-1 1 0 0,0 1-1 0 0,1-1 0 0 0,-1 0 0 0 0,1 0 0 0 0,-1 0 1 0 0,1 0-1 0 0,0 0 0 0 0,0-1 0 0 0,1 1 1 0 0,3 2-1 0 0,7 0-103 0 0,0 1 0 0 0,-1-2 0 0 0,1 0 0 0 0,1 0 0 0 0,-1-1 0 0 0,0-1 1 0 0,1-1-1 0 0,0 0 0 0 0,-1-1 0 0 0,1 0 0 0 0,-1-1 0 0 0,1-1 0 0 0,-1 0 0 0 0,20-6 1 0 0,2-1-662 0 0,-2-2 0 0 0,1-2 0 0 0,-2 0 0 0 0,55-32 0 0 0,20-27-796 0 0,-63 39 7235 0 0,-47 35-5653 0 0,0 0 1 0 0,0 1 0 0 0,1-1-1 0 0,-1 1 1 0 0,1-1 0 0 0,0 1-1 0 0,-1-1 1 0 0,1 1-1 0 0,0 0 1 0 0,0 0 0 0 0,1 0-1 0 0,-1 3 1 0 0,3-4-147 0 0,0 0-1 0 0,0 0 1 0 0,1-1-1 0 0,-1 1 1 0 0,1 0 0 0 0,0-1-1 0 0,-1 1 1 0 0,1-1-1 0 0,0 0 1 0 0,0 0-1 0 0,0 0 1 0 0,0-1 0 0 0,0 1-1 0 0,0-1 1 0 0,0 1-1 0 0,0-1 1 0 0,4 0-1 0 0,60-6-3624 0 0,-51 3 1789 0 0,1 0-147 0 0</inkml:trace>
</inkml:ink>
</file>

<file path=ppt/ink/ink6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2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1 308 156 0 0,'8'1'1662'0'0,"-8"-1"-1568"0"0,1 0 1 0 0,-1-1-1 0 0,1 1 1 0 0,-1 0-1 0 0,0 0 1 0 0,1 0-1 0 0,-1 0 1 0 0,1 0-1 0 0,-1 0 1 0 0,0 0-1 0 0,1 0 1 0 0,-1 0-1 0 0,1 0 1 0 0,-1 0 0 0 0,1 0-1 0 0,-1 0 1 0 0,0 0-1 0 0,1 0 1 0 0,-1 1-1 0 0,0-1 1 0 0,1 0-1 0 0,-1 0 1 0 0,1 0-1 0 0,-1 1 1 0 0,0-1-1 0 0,1 0 1 0 0,-1 0-1 0 0,0 1 1 0 0,0-1-1 0 0,1 0 1 0 0,-1 1-1 0 0,0-1 1 0 0,0 0 0 0 0,1 1-1 0 0,-1-1 1 0 0,0 0-1 0 0,0 1 1 0 0,0-1-1 0 0,1 0 1 0 0,-1 1-1 0 0,0-1 1 0 0,0 1-1 0 0,0-1 1 0 0,0 0-1 0 0,0 1 1 0 0,0-1-1 0 0,0 1 1 0 0,0-1-1 0 0,0 1 1 0 0,0-1-1 0 0,0 0 1 0 0,0 1 0 0 0,0-1-1 0 0,-1 1 1 0 0,1-1-1 0 0,0 0 1 0 0,0 1-1 0 0,0-1 1 0 0,-1 0-1 0 0,1 1 1 0 0,0-1-1 0 0,0 0 1 0 0,-1 1-1 0 0,1-1 1 0 0,0 0-1 0 0,0 1 1 0 0,-1-1-1 0 0,1 1-65 0 0,0 0-1 0 0,0 0 1 0 0,0 0-1 0 0,0 0 0 0 0,1-1 1 0 0,-1 1-1 0 0,0 0 0 0 0,1 0 1 0 0,-1 0-1 0 0,0-1 0 0 0,1 1 1 0 0,-1 0-1 0 0,1 0 1 0 0,0-1-1 0 0,-1 1 0 0 0,1-1 1 0 0,-1 1-1 0 0,1 0 0 0 0,0-1 1 0 0,-1 1-1 0 0,1-1 1 0 0,0 1-1 0 0,0-1 0 0 0,-1 0 1 0 0,1 1-1 0 0,0-1 0 0 0,0 0 1 0 0,0 0-1 0 0,0 1 1 0 0,-1-1-1 0 0,1 0 0 0 0,1 0 1 0 0,27 7 290 0 0,-17-6-347 0 0,-1-1 0 0 0,1 0 0 0 0,-1 0 0 0 0,1-2 0 0 0,-1 1-1 0 0,1-1 1 0 0,-1-1 0 0 0,0 0 0 0 0,0-1 0 0 0,0 0 0 0 0,0 0 0 0 0,-1-1 0 0 0,1-1 0 0 0,-2 1 0 0 0,1-2 0 0 0,0 1 0 0 0,-1-2 0 0 0,0 1 0 0 0,-1-1 0 0 0,0 0 0 0 0,0-1-1 0 0,-1 0 1 0 0,0 0 0 0 0,0-1 0 0 0,-1 1 0 0 0,0-2 0 0 0,-1 1 0 0 0,0 0 0 0 0,-1-1 0 0 0,0 0 0 0 0,3-15 0 0 0,-4 8 502 0 0,-1 1 1 0 0,0-1-1 0 0,-1-1 0 0 0,-2 1 1 0 0,-3-34-1 0 0,3 51 133 0 0,-3 5-493 0 0,1 1-87 0 0,0 0 1 0 0,1 0 0 0 0,-1 0 0 0 0,1 0-1 0 0,0 0 1 0 0,0 1 0 0 0,0-1-1 0 0,1 1 1 0 0,0-1 0 0 0,0 1 0 0 0,0 0-1 0 0,1-1 1 0 0,0 1 0 0 0,0 0-1 0 0,0-1 1 0 0,1 1 0 0 0,2 9-1 0 0,-1-3 16 0 0,1 1-1 0 0,0-1 0 0 0,1 0 0 0 0,0 0 0 0 0,1 0 0 0 0,0 0 1 0 0,1-1-1 0 0,0 0 0 0 0,1 0 0 0 0,0 0 0 0 0,1-1 0 0 0,10 10 1 0 0,-16-18-79 0 0,1-1 1 0 0,-1 1 0 0 0,1-1 0 0 0,0 1-1 0 0,0-1 1 0 0,0 0 0 0 0,0 0 0 0 0,0-1 0 0 0,0 1-1 0 0,0 0 1 0 0,0-1 0 0 0,0 0 0 0 0,0 0-1 0 0,0 0 1 0 0,0 0 0 0 0,0 0 0 0 0,5-1 0 0 0,45-13-7337 0 0,-53 14 7339 0 0</inkml:trace>
</inkml:ink>
</file>

<file path=ppt/ink/ink6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3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22 399 1060 0 0,'1'0'-64'0'0,"18"0"11466"0"0,-17 6-12276 0 0,-1-3 1047 0 0,27 15 671 0 0,-25-18-825 0 0,-1 0 0 0 0,0 0-1 0 0,0 0 1 0 0,0 0 0 0 0,1-1-1 0 0,-1 1 1 0 0,0 0 0 0 0,0-1 0 0 0,0 0-1 0 0,0 1 1 0 0,0-1 0 0 0,0 0-1 0 0,0 0 1 0 0,0 0 0 0 0,0-1-1 0 0,0 1 1 0 0,0 0 0 0 0,-1-1 0 0 0,1 1-1 0 0,-1-1 1 0 0,1 1 0 0 0,-1-1-1 0 0,1 0 1 0 0,-1 1 0 0 0,0-1 0 0 0,0 0-1 0 0,0 0 1 0 0,2-4 0 0 0,0 0 61 0 0,-1-1 0 0 0,0 0 1 0 0,0 0-1 0 0,0 0 1 0 0,0 0-1 0 0,-1 0 0 0 0,0-14 1 0 0,-1 20 24 0 0,-1-3-47 0 0,-1 0 0 0 0,1 0 1 0 0,-1 0-1 0 0,0 0 0 0 0,0 0 0 0 0,0 1 0 0 0,-4-5 1 0 0,5 7-2 0 0,1 0-50 0 0,0 0 0 0 0,-1 0 0 0 0,1 0 0 0 0,0 1 1 0 0,0-1-1 0 0,-1 0 0 0 0,1 0 0 0 0,0 1 1 0 0,-1-1-1 0 0,1 0 0 0 0,-1 1 0 0 0,1-1 0 0 0,-1 0 1 0 0,1 1-1 0 0,-1-1 0 0 0,1 1 0 0 0,-1-1 0 0 0,0 1 1 0 0,1-1-1 0 0,-1 1 0 0 0,0 0 0 0 0,0-1 0 0 0,1 1 1 0 0,-1 0-1 0 0,0-1 0 0 0,0 1 0 0 0,1 0 0 0 0,-1 0 1 0 0,0 0-1 0 0,0-1 0 0 0,0 1 0 0 0,1 0 0 0 0,-1 0 1 0 0,0 0-1 0 0,-1 1 0 0 0,-15 24-40 0 0,-3 5 35 0 0,12-18 10 0 0,0 0 1 0 0,1 0 0 0 0,0 0 0 0 0,0 1-1 0 0,2 0 1 0 0,-8 24 0 0 0,11-31-10 0 0,0-1 0 0 0,1 1 0 0 0,0-1 0 0 0,0 1 0 0 0,0-1 0 0 0,0 1 0 0 0,1 0 0 0 0,0-1 0 0 0,0 1 0 0 0,1 0 0 0 0,0-1 0 0 0,0 1 0 0 0,0-1 0 0 0,0 1 0 0 0,1-1 0 0 0,0 1 0 0 0,0-1 0 0 0,1 0 0 0 0,-1 0 0 0 0,7 8 0 0 0,-8-11-2 0 0,1-1 0 0 0,0 0 0 0 0,0 0 0 0 0,0 0 0 0 0,0 0 0 0 0,0 0 0 0 0,0 0 0 0 0,0 0 0 0 0,0-1 0 0 0,0 1 0 0 0,0-1 0 0 0,0 1-1 0 0,0-1 1 0 0,0 0 0 0 0,1 0 0 0 0,-1 0 0 0 0,0 0 0 0 0,0 0 0 0 0,0 0 0 0 0,0-1 0 0 0,1 1 0 0 0,-1-1 0 0 0,0 0 0 0 0,0 1 0 0 0,0-1 0 0 0,0 0 0 0 0,0 0-1 0 0,-1 0 1 0 0,1 0 0 0 0,0-1 0 0 0,0 1 0 0 0,-1-1 0 0 0,1 1 0 0 0,2-3 0 0 0,3-6-2 0 0,0 1 1 0 0,-1-1-1 0 0,0 0 0 0 0,-1 0 0 0 0,0-1 1 0 0,0 0-1 0 0,-1 0 0 0 0,5-20 1 0 0,-2-7-8 0 0,3-53 1 0 0,-8 66 1 0 0,0-1-1 0 0,2 0 0 0 0,1 0 1 0 0,15-46-1 0 0,-15 59-5 0 0,1 0 0 0 0,0 0 0 0 0,1 1 0 0 0,9-13 0 0 0,-12 20 4 0 0,1 0 1 0 0,-1 1-1 0 0,1-1 1 0 0,0 1-1 0 0,0 0 0 0 0,1 1 1 0 0,-1-1-1 0 0,1 1 0 0 0,0 0 1 0 0,-1 1-1 0 0,9-3 1 0 0,-8 2 5 0 0,1 1 1 0 0,-1 0-1 0 0,1 0 0 0 0,-1 1 1 0 0,1 0-1 0 0,0 0 1 0 0,-1 0-1 0 0,1 1 1 0 0,0 0-1 0 0,0 0 1 0 0,-1 1-1 0 0,1 0 0 0 0,0 0 1 0 0,-1 1-1 0 0,1 0 1 0 0,-1 0-1 0 0,1 0 1 0 0,-1 1-1 0 0,0 0 1 0 0,0 0-1 0 0,0 0 0 0 0,-1 1 1 0 0,1 0-1 0 0,-1 0 1 0 0,0 0-1 0 0,0 1 1 0 0,0 0-1 0 0,0 0 1 0 0,-1 0-1 0 0,0 0 1 0 0,5 9-1 0 0,-1 0 27 0 0,-1 0 0 0 0,0 0 1 0 0,-1 1-1 0 0,0 0 0 0 0,-1 0 0 0 0,-1 0 0 0 0,-1 0 1 0 0,0 1-1 0 0,-1 0 0 0 0,0-1 0 0 0,-1 1 0 0 0,-3 25 1 0 0,0-13 102 0 0,-11 43 0 0 0,11-62-292 0 0,0 0 0 0 0,-1-1 0 0 0,-1 1-1 0 0,1-1 1 0 0,-1 0 0 0 0,-1 0 0 0 0,1 0-1 0 0,-12 13 1 0 0,16-21-80 0 0,-1 1-1 0 0,0-1 1 0 0,1 0 0 0 0,-1 1-1 0 0,0-1 1 0 0,1 0-1 0 0,-1 0 1 0 0,0 1 0 0 0,0-1-1 0 0,1 0 1 0 0,-1 0-1 0 0,0 0 1 0 0,0 0 0 0 0,1 0-1 0 0,-1 0 1 0 0,0 0-1 0 0,1 0 1 0 0,-1 0 0 0 0,0 0-1 0 0,0-1 1 0 0,1 1-1 0 0,-1 0 1 0 0,0 0 0 0 0,1-1-1 0 0,-1 1 1 0 0,0 0-1 0 0,1-1 1 0 0,-1 1 0 0 0,1-1-1 0 0,-1 1 1 0 0,0-1-1 0 0,1 1 1 0 0,-1-1 0 0 0,0 0-1 0 0,0 0 395 0 0</inkml:trace>
</inkml:ink>
</file>

<file path=ppt/ink/ink6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4.2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0 405 144 0 0,'68'-18'2417'0'0,"122"-50"0"0"0,-175 61-2227 0 0,0-1 0 0 0,-1 0-1 0 0,0-1 1 0 0,0 0 0 0 0,-1-1 0 0 0,0 0 0 0 0,0-1 0 0 0,20-26 0 0 0,-26 30 21 0 0,-1-2 0 0 0,-1 1 0 0 0,0 0 0 0 0,0-1 0 0 0,0 0 0 0 0,-1 0 0 0 0,-1 0 0 0 0,1-1 1 0 0,-1 1-1 0 0,-1-1 0 0 0,0 0 0 0 0,-1 0 0 0 0,1 0 0 0 0,-2 0 0 0 0,0-17 0 0 0,0 24-117 0 0,-1 1 0 0 0,1-1 0 0 0,-1 1 0 0 0,1-1 0 0 0,-1 1 0 0 0,0 0 0 0 0,0-1 0 0 0,0 1 0 0 0,0 0 0 0 0,-1 0 0 0 0,1 0 0 0 0,0 0 0 0 0,-1 0 0 0 0,-2-3 0 0 0,-2-2 182 0 0,5 6-106 0 0,-2 2-72 0 0,0 0-1 0 0,-1 1 1 0 0,1-1-1 0 0,0 1 1 0 0,0 0-1 0 0,0 0 1 0 0,0 0-1 0 0,1 0 1 0 0,-4 4-1 0 0,-4 16 198 0 0,1 2 0 0 0,0-1-1 0 0,2 1 1 0 0,-7 36 0 0 0,-6 102 600 0 0,17-126-741 0 0,2-28-100 0 0,0 1 0 0 0,1-1 0 0 0,0 0 0 0 0,0 1 0 0 0,1-1 0 0 0,0 1 0 0 0,1-1 0 0 0,4 14-1 0 0,-6-22-47 0 0,1 1 0 0 0,-1-1 0 0 0,1 0 0 0 0,-1 1-1 0 0,1-1 1 0 0,-1 1 0 0 0,1-1 0 0 0,-1 0 0 0 0,1 1-1 0 0,0-1 1 0 0,-1 0 0 0 0,1 1 0 0 0,-1-1 0 0 0,1 0-1 0 0,0 0 1 0 0,-1 0 0 0 0,1 0 0 0 0,0 0 0 0 0,-1 0-1 0 0,1 0 1 0 0,0 0 0 0 0,-1 0 0 0 0,1 0 0 0 0,-1 0-1 0 0,1 0 1 0 0,0 0 0 0 0,-1 0 0 0 0,1 0 0 0 0,0-1-1 0 0,-1 1 1 0 0,1 0 0 0 0,0-1 0 0 0,23-10 31 0 0,-22 10-20 0 0,3-2-7 0 0,3-1-6 0 0,-1 0-1 0 0,1 0 0 0 0,0 0 0 0 0,0 1 1 0 0,0 0-1 0 0,0 1 0 0 0,1 0 1 0 0,-1 0-1 0 0,0 1 0 0 0,1 0 1 0 0,0 0-1 0 0,-1 1 0 0 0,1 0 1 0 0,-1 0-1 0 0,15 4 0 0 0,-22-4-3 0 0,13 2 10 0 0,0 0 0 0 0,0-1 1 0 0,0 0-1 0 0,14-1 0 0 0,-25-1-5 0 0,1 1 0 0 0,-1 0-1 0 0,0-1 1 0 0,0 0-1 0 0,1 0 1 0 0,-1 0-1 0 0,0 0 1 0 0,0 0 0 0 0,0-1-1 0 0,0 1 1 0 0,0-1-1 0 0,0 0 1 0 0,-1 0 0 0 0,1 0-1 0 0,0 0 1 0 0,-1-1-1 0 0,0 1 1 0 0,1 0 0 0 0,-1-1-1 0 0,0 0 1 0 0,0 0-1 0 0,2-3 1 0 0,9-15 275 0 0,-2 31 25 0 0,8 13-295 0 0,-16-21-10 0 0,0 0 1 0 0,0-1-1 0 0,0 1 1 0 0,1-1-1 0 0,-1 0 1 0 0,0 0-1 0 0,1 0 1 0 0,-1 0-1 0 0,1 0 1 0 0,-1-1-1 0 0,1 1 1 0 0,6-1-1 0 0,16 3-70 0 0,-19-1-341 0 0,0 0 1 0 0,1 0-1 0 0,-1 1 1 0 0,0 0 0 0 0,13 8-1 0 0,-19-10-390 0 0</inkml:trace>
</inkml:ink>
</file>

<file path=ppt/ink/ink6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6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19 612 0 0,'2'-3'87'0'0,"15"-13"7403"0"0,-14 23-2771 0 0,-2 4-4628 0 0,-1-4 69 0 0,-1-1 1 0 0,0 0 0 0 0,-1 0 0 0 0,1 0 0 0 0,-1 0 0 0 0,0 0 0 0 0,-1 0 0 0 0,0 0-1 0 0,0-1 1 0 0,0 1 0 0 0,-4 4 0 0 0,-4 9 154 0 0,-39 64-549 0 0,42-78-489 0 0,5-31-11116 0 0</inkml:trace>
</inkml:ink>
</file>

<file path=ppt/ink/ink6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7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55 400 0 0,'0'0'782'0'0,"3"-43"5239"0"0,-2 32-10133 0 0</inkml:trace>
</inkml:ink>
</file>

<file path=ppt/ink/ink6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7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44 740 0 0,'0'0'2848'0'0,"0"0"-2781"0"0,0 0 0 0 0,0 0 0 0 0,0 0 0 0 0,0 0 1 0 0,0 0-1 0 0,0 0 0 0 0,-1 1 0 0 0,1-1 0 0 0,0 0 0 0 0,0 0 1 0 0,0 0-1 0 0,0 0 0 0 0,0 0 0 0 0,0 1 0 0 0,0-1 1 0 0,0 0-1 0 0,0 0 0 0 0,0 0 0 0 0,0 0 0 0 0,0 1 0 0 0,0-1 1 0 0,0 0-1 0 0,0 0 0 0 0,0 0 0 0 0,0 0 0 0 0,0 1 0 0 0,0-1 1 0 0,0 0-1 0 0,0 0 0 0 0,0 0 0 0 0,0 0 0 0 0,0 1 1 0 0,0-1-1 0 0,0 0 0 0 0,0 0 0 0 0,0 0 0 0 0,0 0 0 0 0,0 1 1 0 0,1-1-1 0 0,-1 0 0 0 0,0 0 0 0 0,0 0 0 0 0,0 0 0 0 0,0 0 1 0 0,0 0-1 0 0,1 0 0 0 0,-1 0 0 0 0,0 1 0 0 0,0-1 1 0 0,0 0-1 0 0,0 0 0 0 0,0 0 0 0 0,1 0 0 0 0,-1 0 0 0 0,0 0 1 0 0,0 0-1 0 0,0 0 0 0 0,0 0 0 0 0,1 0 0 0 0,-1 0 0 0 0,0 0 1 0 0,0 0-1 0 0,0 0 0 0 0,0 0 0 0 0,1 0 0 0 0,59-50 3708 0 0,-59 49-2937 0 0,3 1-596 0 0,7 3 103 0 0,12 45-858 0 0,-21-45-305 0 0,0 0 1 0 0,0 0-1 0 0,0 0 1 0 0,0-1-1 0 0,1 1 1 0 0,-1-1-1 0 0,1 0 1 0 0,5 4-1 0 0,2-1-2192 0 0</inkml:trace>
</inkml:ink>
</file>

<file path=ppt/ink/ink6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8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21 364 0 0,'2'-21'10126'0'0,"-29"142"-8231"0"0,-14 166-1 0 0,31-198-2538 0 0,10-87 207 0 0</inkml:trace>
</inkml:ink>
</file>

<file path=ppt/ink/ink6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8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1 466 588 0 0,'16'-6'746'0'0,"1"0"1"0"0,0 2-1 0 0,0 0 0 0 0,32-3 0 0 0,22-4-96 0 0,-50 5-476 0 0,46-10 497 0 0,87-33 0 0 0,-136 41-543 0 0,0 0 0 0 0,0-1 0 0 0,-1 0 0 0 0,0-2 0 0 0,0 0 0 0 0,-1 0 0 0 0,-1-2 0 0 0,0 0 0 0 0,19-22 0 0 0,-26 26 54 0 0,-1-1 0 0 0,-1-1-1 0 0,1 1 1 0 0,-2-1-1 0 0,1 0 1 0 0,-2 0-1 0 0,1-1 1 0 0,4-19-1 0 0,-8 27-108 0 0,0 0 0 0 0,-1-1 0 0 0,1 1 0 0 0,-1 0-1 0 0,1-1 1 0 0,-1 1 0 0 0,-1-1 0 0 0,1 1-1 0 0,-1 0 1 0 0,1-1 0 0 0,-1 1 0 0 0,0 0 0 0 0,-1 0-1 0 0,1 0 1 0 0,-1 0 0 0 0,0 0 0 0 0,0 0-1 0 0,0 0 1 0 0,0 0 0 0 0,-1 1 0 0 0,1-1-1 0 0,-1 1 1 0 0,0 0 0 0 0,0-1 0 0 0,-1 2 0 0 0,-6-6-1 0 0,7 7-36 0 0,0 1-1 0 0,0-1 1 0 0,0 1 0 0 0,0 0-1 0 0,-1 0 1 0 0,1 0-1 0 0,0 1 1 0 0,0-1-1 0 0,0 1 1 0 0,0 0 0 0 0,0 0-1 0 0,0 0 1 0 0,0 0-1 0 0,0 0 1 0 0,0 0-1 0 0,0 1 1 0 0,-5 3-1 0 0,-1 2 30 0 0,1 0 1 0 0,-1 1-1 0 0,1 0 0 0 0,0 0 0 0 0,1 0 0 0 0,0 1 0 0 0,0 1 0 0 0,1-1 0 0 0,0 1 0 0 0,-9 20 0 0 0,3-2 87 0 0,1 1 0 0 0,-13 53 0 0 0,22-75-127 0 0,-4 17 43 0 0,0 0-1 0 0,1 1 1 0 0,2 0-1 0 0,0 0 1 0 0,2 0 0 0 0,0 0-1 0 0,5 32 1 0 0,-2-39-38 0 0,-2-14 5 0 0,1 1 0 0 0,-1 0 0 0 0,1 0 0 0 0,0-1 0 0 0,1 1-1 0 0,-1 0 1 0 0,4 7 0 0 0,-4-11-25 0 0,0 0-1 0 0,0 0 1 0 0,0 0-1 0 0,1 0 1 0 0,-1 0-1 0 0,0 0 1 0 0,0 0-1 0 0,0 0 1 0 0,1 0-1 0 0,-1-1 1 0 0,0 1-1 0 0,1-1 1 0 0,-1 1-1 0 0,1-1 1 0 0,-1 1-1 0 0,0-1 1 0 0,1 0 0 0 0,-1 0-1 0 0,1 0 1 0 0,-1 0-1 0 0,1 0 1 0 0,-1 0-1 0 0,1 0 1 0 0,-1 0-1 0 0,1 0 1 0 0,-1-1-1 0 0,1 1 1 0 0,-1-1-1 0 0,0 1 1 0 0,1-1-1 0 0,1-1 1 0 0,78-33 185 0 0,-79 34-160 0 0,23-4 462 0 0,-16 10-888 0 0,-1 1-1 0 0,1-2 1 0 0,0 1 0 0 0,0-1 0 0 0,19 5 0 0 0,28 0-6262 0 0,-28-7 3234 0 0</inkml:trace>
</inkml:ink>
</file>

<file path=ppt/ink/ink6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8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8 944 0 0,'0'0'158'0'0,"0"-1"-1"0"0,0 1 0 0 0,1-1 1 0 0,-1 1-1 0 0,0-1 1 0 0,0 1-1 0 0,1 0 1 0 0,-1-1-1 0 0,0 1 0 0 0,1 0 1 0 0,-1-1-1 0 0,1 1 1 0 0,-1 0-1 0 0,0-1 1 0 0,1 1-1 0 0,-1 0 1 0 0,1 0-1 0 0,-1-1 0 0 0,0 1 1 0 0,1 0-1 0 0,-1 0 1 0 0,1 0-1 0 0,-1 0 1 0 0,1 0-1 0 0,-1 0 0 0 0,1 0 1 0 0,-1 0-1 0 0,1 0 1 0 0,0 0-1 0 0,7 6 204 0 0,0 0-1 0 0,-1 1 0 0 0,0 0 1 0 0,0 1-1 0 0,-1-1 1 0 0,0 1-1 0 0,0 1 0 0 0,-1-1 1 0 0,1 1-1 0 0,3 11 0 0 0,-2-7-81 0 0,1 0-1 0 0,0 0 1 0 0,1 0-1 0 0,13 14 1 0 0,-20-25-271 0 0,1 2 155 0 0,1 0-1 0 0,0 0 1 0 0,0-1-1 0 0,0 1 1 0 0,0-1-1 0 0,1 0 1 0 0,-1-1-1 0 0,5 3 1 0 0,-7-4-112 0 0,1-1 1 0 0,-1 0-1 0 0,0 0 1 0 0,0 0-1 0 0,0 0 1 0 0,0 0-1 0 0,0 0 0 0 0,0 0 1 0 0,0-1-1 0 0,0 1 1 0 0,0-1-1 0 0,0 0 1 0 0,0 1-1 0 0,0-1 0 0 0,0 0 1 0 0,0 0-1 0 0,0 0 1 0 0,-1-1-1 0 0,1 1 1 0 0,0 0-1 0 0,-1-1 0 0 0,1 1 1 0 0,1-2-1 0 0,4-6 79 0 0,1 1 1 0 0,-1-1-1 0 0,-1 0 0 0 0,0 0 0 0 0,0-1 0 0 0,0 0 0 0 0,5-17 0 0 0,-6 17-289 0 0,-1-1 0 0 0,2 1 1 0 0,-1 0-1 0 0,1 1 0 0 0,1-1 0 0 0,0 1 0 0 0,8-9 0 0 0,-8 13-511 0 0,-1 1-1351 0 0</inkml:trace>
</inkml:ink>
</file>

<file path=ppt/ink/ink6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9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1 160 76 0 0,'10'-3'593'0'0,"1"1"0"0"0,-1-2 0 0 0,0 1 0 0 0,0-2 0 0 0,0 1 0 0 0,0-1 0 0 0,-1-1-1 0 0,0 1 1 0 0,0-2 0 0 0,-1 1 0 0 0,1-1 0 0 0,-1-1 0 0 0,-1 1 0 0 0,1-1 0 0 0,-2 0 0 0 0,1-1 0 0 0,-1 0 0 0 0,8-14 0 0 0,-14 22-525 0 0,0 0 0 0 0,0 0 0 0 0,0 0 0 0 0,0 0 1 0 0,0 0-1 0 0,0 0 0 0 0,0-1 0 0 0,-1 1 0 0 0,1 0 0 0 0,0 0 1 0 0,-1 0-1 0 0,1 0 0 0 0,0 0 0 0 0,-1 0 0 0 0,1 0 1 0 0,-1 0-1 0 0,0 0 0 0 0,1 0 0 0 0,-1 0 0 0 0,0 0 0 0 0,0 1 1 0 0,1-1-1 0 0,-1 0 0 0 0,0 0 0 0 0,0 1 0 0 0,0-1 1 0 0,0 0-1 0 0,0 1 0 0 0,0-1 0 0 0,0 1 0 0 0,0 0 0 0 0,0-1 1 0 0,0 1-1 0 0,-2-1 0 0 0,1 1 154 0 0,-3 1-21 0 0,0 1-137 0 0,-1 1 1 0 0,1-1-1 0 0,0 1 1 0 0,0 0-1 0 0,0 0 1 0 0,0 0-1 0 0,0 0 1 0 0,0 1-1 0 0,1 0 1 0 0,0 0-1 0 0,0 1 0 0 0,0-1 1 0 0,0 1-1 0 0,1-1 1 0 0,-1 1-1 0 0,1 0 1 0 0,-2 6-1 0 0,4-9-128 0 0,0-1 0 0 0,1 1-1 0 0,-1-1 1 0 0,0 1-1 0 0,1-1 1 0 0,-1 1 0 0 0,1-1-1 0 0,0 1 1 0 0,-1 0-1 0 0,1-1 1 0 0,0 1 0 0 0,0 0-1 0 0,0-1 1 0 0,0 1-1 0 0,1 0 1 0 0,-1-1 0 0 0,0 1-1 0 0,1 0 1 0 0,-1-1-1 0 0,1 1 1 0 0,-1-1 0 0 0,1 1-1 0 0,0-1 1 0 0,1 2-1 0 0,0 0-63 0 0,0-1 0 0 0,0 0 0 0 0,1 0 0 0 0,-1 0-1 0 0,1 0 1 0 0,0 0 0 0 0,0 0 0 0 0,-1-1-1 0 0,1 1 1 0 0,0-1 0 0 0,6 2 0 0 0,2 0-1111 0 0,1 0 1 0 0,0 0-1 0 0,1-2 0 0 0,-1 1 1 0 0,20-2-1 0 0,-12-2-1424 0 0</inkml:trace>
</inkml:ink>
</file>

<file path=ppt/ink/ink6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09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0 530 1000 0 0,'53'-18'7885'0'0,"-47"63"-5859"0"0,-5-43-1983 0 0,0 0 1 0 0,0 0-1 0 0,0 0 0 0 0,0 0 1 0 0,0 0-1 0 0,0-1 0 0 0,1 1 1 0 0,-1 0-1 0 0,1-1 0 0 0,-1 1 1 0 0,1-1-1 0 0,-1 1 0 0 0,1-1 1 0 0,0 0-1 0 0,0 0 0 0 0,0 0 1 0 0,0 0-1 0 0,0 0 0 0 0,0 0 1 0 0,0 0-1 0 0,0-1 0 0 0,4 2 1 0 0,-1-2 0 0 0,0 0 1 0 0,0 0 0 0 0,0 0 0 0 0,1 0-1 0 0,-1-1 1 0 0,0 0 0 0 0,0 0-1 0 0,0-1 1 0 0,7-2 0 0 0,3-2 4 0 0,0-1 1 0 0,-1-1-1 0 0,0 0 1 0 0,0-1-1 0 0,16-14 1 0 0,-16 9-23 0 0,0-1 1 0 0,0-1-1 0 0,-2 0 1 0 0,0-1 0 0 0,0 0-1 0 0,-2-1 1 0 0,0 0-1 0 0,12-34 1 0 0,-4 3 112 0 0,-3 0 0 0 0,12-65 1 0 0,-12 2 1998 0 0,-15 110-1936 0 0,-2-2 71 0 0,2 4-262 0 0,0-1 0 0 0,0 1-1 0 0,0 0 1 0 0,0 0 0 0 0,0-1-1 0 0,0 1 1 0 0,0 0 0 0 0,0 0-1 0 0,0 0 1 0 0,0-1 0 0 0,0 1-1 0 0,0 0 1 0 0,0 0 0 0 0,-1-1-1 0 0,1 1 1 0 0,0 0 0 0 0,0 0-1 0 0,0 0 1 0 0,0-1 0 0 0,-1 1-1 0 0,1 0 1 0 0,0 0 0 0 0,0 0-1 0 0,0 0 1 0 0,0-1 0 0 0,-1 1-1 0 0,1 0 1 0 0,0 0 0 0 0,0 0-1 0 0,-1 0 1 0 0,1 0 0 0 0,0 0-1 0 0,0 0 1 0 0,-1 0 0 0 0,1 0-1 0 0,0 0 1 0 0,0 0 0 0 0,-1 0-1 0 0,1 0 1 0 0,0 0 0 0 0,0 0-1 0 0,-1 0 1 0 0,1 0 0 0 0,0 0-1 0 0,0 0 1 0 0,-1 0 0 0 0,1 0-1 0 0,0 0 1 0 0,0 0 0 0 0,0 0-1 0 0,-1 0 1 0 0,1 1 0 0 0,0-1-1 0 0,0 0 1 0 0,-9 7 60 0 0,1 1 0 0 0,0 0 0 0 0,0 0 0 0 0,1 1 0 0 0,0-1-1 0 0,0 2 1 0 0,1-1 0 0 0,1 1 0 0 0,-1 0 0 0 0,2 0 0 0 0,-1 0 0 0 0,-5 20 0 0 0,-3 20 61 0 0,-12 77 0 0 0,20-95-158 0 0,-21 129-4093 0 0,18-117-3256 0 0,4-28 3851 0 0</inkml:trace>
</inkml:ink>
</file>

<file path=ppt/ink/ink6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0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40 0 0,'107'-39'4371'0'0,"-66"26"-2103"0"0,65-31 0 0 0,-84 28 288 0 0,-38 17-1117 0 0,13-1-1391 0 0,0 1 0 0 0,1 0-1 0 0,-1 0 1 0 0,0 0-1 0 0,1 0 1 0 0,-1 0 0 0 0,1 1-1 0 0,-1-1 1 0 0,1 1-1 0 0,0-1 1 0 0,0 1 0 0 0,-1 0-1 0 0,1 0 1 0 0,0 0 0 0 0,1 0-1 0 0,-1 0 1 0 0,0 1-1 0 0,1-1 1 0 0,-3 5 0 0 0,3-4-29 0 0,1-1 0 0 0,-1 0 0 0 0,1 0 0 0 0,0 1 0 0 0,0-1 0 0 0,0 0 0 0 0,0 1 1 0 0,0-1-1 0 0,1 0 0 0 0,-1 0 0 0 0,1 1 0 0 0,-1-1 0 0 0,1 0 0 0 0,0 0 0 0 0,0 0 1 0 0,0 0-1 0 0,2 4 0 0 0,0-3 14 0 0,0 0 1 0 0,1 0 0 0 0,-1 0-1 0 0,1-1 1 0 0,0 1 0 0 0,0-1-1 0 0,-1 0 1 0 0,7 2-1 0 0,-9-3 4 0 0,0 0-21 0 0,-1 0-1 0 0,1-1 1 0 0,-1 1-1 0 0,1 0 1 0 0,0 0-1 0 0,-1 0 1 0 0,1 0-1 0 0,0-1 1 0 0,-1 1-1 0 0,1 0 1 0 0,0-1 0 0 0,0 1-1 0 0,0-1 1 0 0,0 1-1 0 0,0-1 1 0 0,0 1-1 0 0,0-1 1 0 0,-1 0-1 0 0,1 1 1 0 0,0-1-1 0 0,0 0 1 0 0,0 0 0 0 0,1 1-1 0 0,-1-1 1 0 0,0 0-1 0 0,0 0 1 0 0,0 0-1 0 0,0 0 1 0 0,0-1-1 0 0,2 1 1 0 0,32-4 419 0 0,-16-3-420 0 0,0 0 1 0 0,0-1 0 0 0,0-1-1 0 0,30-20 1 0 0,-6-8-8820 0 0</inkml:trace>
</inkml:ink>
</file>

<file path=ppt/ink/ink6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1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61 296 0 0,'1'-3'268'0'0,"-1"1"-1"0"0,0 0 1 0 0,0-1 0 0 0,0 1 0 0 0,0-1-1 0 0,0 1 1 0 0,-1-1 0 0 0,1 1 0 0 0,-1-1-1 0 0,1 1 1 0 0,-1 0 0 0 0,0-1 0 0 0,0 1-1 0 0,0 0 1 0 0,0 0 0 0 0,-1-1-1 0 0,1 1 1 0 0,0 0 0 0 0,-1 0 0 0 0,0 1-1 0 0,1-1 1 0 0,-4-2 0 0 0,4 3-179 0 0,0 0 0 0 0,-1 0 1 0 0,1 1-1 0 0,0-1 0 0 0,0 1 1 0 0,-1-1-1 0 0,1 1 0 0 0,0 0 1 0 0,-1-1-1 0 0,1 1 0 0 0,0 0 1 0 0,-1 0-1 0 0,1 0 0 0 0,-1 0 0 0 0,1 0 1 0 0,0 0-1 0 0,-1 0 0 0 0,1 0 1 0 0,0 1-1 0 0,-1-1 0 0 0,1 1 1 0 0,0-1-1 0 0,-1 1 0 0 0,1-1 1 0 0,0 1-1 0 0,0 0 0 0 0,-1-1 0 0 0,1 1 1 0 0,0 0-1 0 0,0 0 0 0 0,0 0 1 0 0,0 0-1 0 0,0 0 0 0 0,0 0 1 0 0,1 0-1 0 0,-1 0 0 0 0,-1 3 1 0 0,1-2-27 0 0,-1 1 1 0 0,1 0-1 0 0,0 0 1 0 0,0 0 0 0 0,0 0-1 0 0,1 0 1 0 0,-1 0 0 0 0,1 0-1 0 0,0 0 1 0 0,0 0-1 0 0,0 0 1 0 0,0 0 0 0 0,0 0-1 0 0,0 0 1 0 0,1 0 0 0 0,0 0-1 0 0,0 0 1 0 0,-1 0 0 0 0,2-1-1 0 0,-1 1 1 0 0,0 0-1 0 0,3 3 1 0 0,4 10 94 0 0,1-1-1 0 0,18 23 1 0 0,-14-21-6 0 0,-3-4-75 0 0,-1 2-1 0 0,-1-1 0 0 0,0 1 0 0 0,-1 0 0 0 0,7 21 0 0 0,-12-33-61 0 0,-1 1 0 0 0,0-1 0 0 0,0 0 0 0 0,0 1 0 0 0,-1-1 0 0 0,1 1 0 0 0,-1-1 0 0 0,0 1 0 0 0,0-1 0 0 0,0 1 0 0 0,-1-1 0 0 0,1 1 0 0 0,-1-1 0 0 0,0 1 0 0 0,0-1 1 0 0,0 1-1 0 0,0-1 0 0 0,0 0 0 0 0,-1 0 0 0 0,1 1 0 0 0,-1-1 0 0 0,0 0 0 0 0,0-1 0 0 0,0 1 0 0 0,-1 0 0 0 0,1-1 0 0 0,-1 1 0 0 0,1-1 0 0 0,-1 1 0 0 0,0-1 0 0 0,-5 3 0 0 0,-17 3-54 0 0,25-8 24 0 0,-1 0 1 0 0,0 0-1 0 0,1 0 1 0 0,-1-1 0 0 0,1 1-1 0 0,-1 0 1 0 0,1 0 0 0 0,-1-1-1 0 0,1 1 1 0 0,-1 0 0 0 0,1-1-1 0 0,0 1 1 0 0,-1-1 0 0 0,1 1-1 0 0,-1-1 1 0 0,1 1 0 0 0,0-1-1 0 0,-1 1 1 0 0,1-1 0 0 0,0 1-1 0 0,0-1 1 0 0,-1 1 0 0 0,1-1-1 0 0,0 1 1 0 0,0-1 0 0 0,0 1-1 0 0,0-1 1 0 0,0 0 0 0 0,0 1-1 0 0,0-2 1 0 0,1 0-14 0 0,-1 0 1 0 0,2-1 0 0 0,-1 1-1 0 0,0 0 1 0 0,0 0-1 0 0,1-1 1 0 0,-1 1 0 0 0,1 0-1 0 0,0 0 1 0 0,-1 1-1 0 0,1-1 1 0 0,0 0 0 0 0,0 1-1 0 0,3-2 1 0 0,-1-1-44 0 0,22-15-81 0 0,1 1 1 0 0,1 1-1 0 0,0 1 1 0 0,1 1-1 0 0,45-15 1 0 0,27-14-102 0 0,-91 39 510 0 0,1-1 0 0 0,-1 0 0 0 0,0 0-1 0 0,13-12 1 0 0,-22 17 393 0 0,-7 27-336 0 0,-97 253 600 0 0,80-197-678 0 0,-16 101 1 0 0,31-135-191 0 0,5-33-23 0 0,3-11 4 0 0,-1 1 1 0 0,0-1 0 0 0,0 1-1 0 0,0-1 1 0 0,0 0-1 0 0,-1 1 1 0 0,-3 7 0 0 0,4-11 98 0 0,6-39-72 0 0,-5 29-48 0 0,1 0 0 0 0,0 0 1 0 0,1 0-1 0 0,3-13 0 0 0,25-66-12 0 0,72-186-157 0 0,-86 241 127 0 0,1 1 0 0 0,1 0 0 0 0,1 1 0 0 0,2 1 0 0 0,48-53 0 0 0,-62 77 23 0 0,0 0 1 0 0,0 0-1 0 0,0 1 1 0 0,1 0-1 0 0,0 1 0 0 0,0-1 1 0 0,0 1-1 0 0,0 1 1 0 0,1-1-1 0 0,-1 2 1 0 0,1-1-1 0 0,10-1 1 0 0,-16 4 8 0 0,0-1 0 0 0,0 1 1 0 0,-1 0-1 0 0,1 0 0 0 0,0 0 1 0 0,0 0-1 0 0,0 0 0 0 0,-1 1 1 0 0,1-1-1 0 0,0 1 0 0 0,0 0 1 0 0,-1 0-1 0 0,1 0 0 0 0,-1 0 1 0 0,1 0-1 0 0,-1 1 0 0 0,1-1 1 0 0,-1 1-1 0 0,0-1 0 0 0,1 1 1 0 0,-1 0-1 0 0,0 0 0 0 0,0 0 0 0 0,-1 0 1 0 0,1 1-1 0 0,0-1 0 0 0,-1 0 1 0 0,1 1-1 0 0,-1-1 0 0 0,0 1 1 0 0,0-1-1 0 0,0 1 0 0 0,0 0 1 0 0,0-1-1 0 0,0 1 0 0 0,-1 0 1 0 0,1 0-1 0 0,-1-1 0 0 0,0 1 1 0 0,0 0-1 0 0,0 4 0 0 0,-1-2 7 0 0,1-1-1 0 0,0 1 1 0 0,-1-1-1 0 0,0 0 1 0 0,0 0 0 0 0,0 1-1 0 0,-1-1 1 0 0,1 0-1 0 0,-1 0 1 0 0,0 0-1 0 0,0 0 1 0 0,-1-1-1 0 0,1 1 1 0 0,-1-1-1 0 0,1 1 1 0 0,-1-1-1 0 0,0 0 1 0 0,-1 0 0 0 0,-3 4-1 0 0,0-2 3 0 0,1-1-1 0 0,0 0 1 0 0,-1 0-1 0 0,0 0 1 0 0,0 0 0 0 0,0-1-1 0 0,0-1 1 0 0,-1 1-1 0 0,1-1 1 0 0,-10 2 0 0 0,13-4-100 0 0,0 1 1 0 0,0 0-1 0 0,0-1 1 0 0,0 0-1 0 0,0 1 1 0 0,-1-2-1 0 0,1 1 1 0 0,0 0-1 0 0,0-1 1 0 0,0 0-1 0 0,0 0 1 0 0,0 0-1 0 0,0 0 1 0 0,0-1-1 0 0,0 0 1 0 0,1 0-1 0 0,-1 0 1 0 0,1 0-1 0 0,-1 0 1 0 0,-3-4-1 0 0,-3-1-981 0 0,5-3 83 0 0</inkml:trace>
</inkml:ink>
</file>

<file path=ppt/ink/ink6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2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0 404 0 0,'8'2'6387'0'0,"-22"25"-5468"0"0,-15 32 1893 0 0,29-59-2779 0 0,-1 1 0 0 0,1-1 1 0 0,0 1-1 0 0,0-1 1 0 0,0 1-1 0 0,0-1 1 0 0,0 1-1 0 0,0-1 1 0 0,0 1-1 0 0,0-1 0 0 0,0 1 1 0 0,0-1-1 0 0,0 1 1 0 0,0-1-1 0 0,0 1 1 0 0,0-1-1 0 0,0 1 0 0 0,0-1 1 0 0,0 1-1 0 0,1-1 1 0 0,-1 0-1 0 0,0 1 1 0 0,0-1-1 0 0,1 1 1 0 0,-1-1-1 0 0,0 1 0 0 0,1-1 1 0 0,-1 0-1 0 0,0 1 1 0 0,1-1-1 0 0,-1 0 1 0 0,1 1-1 0 0,-1-1 0 0 0,0 0 1 0 0,1 0-1 0 0,-1 0 1 0 0,1 1-1 0 0,-1-1 1 0 0,2 0-1 0 0,26-3 365 0 0,28-21-109 0 0,-3 3 84 0 0,-52 20-350 0 0,44 4-2422 0 0,-6 3-3734 0 0,-29-5 3651 0 0</inkml:trace>
</inkml:ink>
</file>

<file path=ppt/ink/ink6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2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60 308 0 0,'-1'-1'241'0'0,"1"0"0"0"0,0 0 1 0 0,0 1-1 0 0,0-1 0 0 0,0 0 0 0 0,-1 1 0 0 0,1-1 1 0 0,0 0-1 0 0,-1 1 0 0 0,1-1 0 0 0,0 0 0 0 0,-1 1 1 0 0,1-1-1 0 0,-1 1 0 0 0,1-1 0 0 0,-1 1 0 0 0,1-1 1 0 0,-1 1-1 0 0,0-1 0 0 0,1 1 0 0 0,-1-1 0 0 0,0 1 1 0 0,1 0-1 0 0,-1 0 0 0 0,0-1 0 0 0,1 1 0 0 0,-1 0 0 0 0,0 0 1 0 0,1-1-1 0 0,-2 1 0 0 0,-1-1-1117 0 0,-1 0 2946 0 0,2 4-1689 0 0,1-2-308 0 0,0 1-1 0 0,0-1 1 0 0,0 0 0 0 0,0 0-1 0 0,0 1 1 0 0,0-1 0 0 0,0 1-1 0 0,1-1 1 0 0,-1 1 0 0 0,1-1-1 0 0,-1 1 1 0 0,1 0 0 0 0,-1-1-1 0 0,1 1 1 0 0,0 2 0 0 0,0-2-9 0 0,1-1 1 0 0,0 1 0 0 0,0 0 0 0 0,-1 0 0 0 0,1-1 0 0 0,0 1 0 0 0,1 0 0 0 0,-1-1 0 0 0,0 1-1 0 0,0-1 1 0 0,1 0 0 0 0,-1 1 0 0 0,0-1 0 0 0,1 0 0 0 0,0 0 0 0 0,1 1 0 0 0,1 1-14 0 0,0-1 0 0 0,1 0 1 0 0,-1 0-1 0 0,0-1 0 0 0,1 1 0 0 0,-1-1 1 0 0,1 0-1 0 0,0 0 0 0 0,-1 0 0 0 0,1-1 1 0 0,0 0-1 0 0,-1 0 0 0 0,1 0 0 0 0,0 0 1 0 0,-1-1-1 0 0,1 0 0 0 0,0 0 0 0 0,-1 0 1 0 0,1 0-1 0 0,-1-1 0 0 0,0 0 0 0 0,1 0 1 0 0,6-4-1 0 0,9-5 465 0 0,-1-1 0 0 0,0-1 1 0 0,25-22-1 0 0,-25 11 3105 0 0,-22 28-3609 0 0,0 1 0 0 0,1 0 0 0 0,-1 0 0 0 0,1 0 0 0 0,0 0-1 0 0,1 0 1 0 0,-1 0 0 0 0,1 0 0 0 0,0 1 0 0 0,-1 9 0 0 0,2-12-245 0 0,0 0 1 0 0,0-1 0 0 0,1 1 0 0 0,-1-1 0 0 0,1 1 0 0 0,0-1 0 0 0,-1 1 0 0 0,1-1 0 0 0,0 1 0 0 0,0-1 0 0 0,3 3 0 0 0,-3-2-489 0 0,1-1 0 0 0,1 1 0 0 0,-1-1 1 0 0,0 0-1 0 0,0 0 0 0 0,1 0 0 0 0,0 0 0 0 0,-1 0 0 0 0,1-1 1 0 0,0 1-1 0 0,4 1 0 0 0,7 3-3349 0 0</inkml:trace>
</inkml:ink>
</file>

<file path=ppt/ink/ink6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2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90 1624 0 0,'18'-21'6011'0'0,"-11"-28"223"0"0,-7 47-5694 0 0,0 1-593 0 0,-4-11-610 0 0,-11 8-7045 0 0,-6 5 4343 0 0</inkml:trace>
</inkml:ink>
</file>

<file path=ppt/ink/ink6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7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1 384 716 0 0,'0'0'1618'0'0,"6"-2"-847"0"0,60-30 552 0 0,-1-2-1 0 0,-3-3 1 0 0,89-67-1 0 0,-142 98-1164 0 0,-1-1 0 0 0,0 0-1 0 0,0 0 1 0 0,0-1-1 0 0,-1 1 1 0 0,0-2-1 0 0,-1 1 1 0 0,1-1 0 0 0,-2 0-1 0 0,1 0 1 0 0,-1-1-1 0 0,-1 1 1 0 0,0-1-1 0 0,6-19 1 0 0,-10 28-145 0 0,0 0 0 0 0,0 0 1 0 0,1 0-1 0 0,-1 0 0 0 0,0 0 0 0 0,0 0 1 0 0,0 0-1 0 0,0 0 0 0 0,0 0 0 0 0,0 0 1 0 0,0 0-1 0 0,-1 0 0 0 0,1 0 0 0 0,0 0 1 0 0,0 0-1 0 0,-1 0 0 0 0,1 0 0 0 0,-1 0 1 0 0,1 0-1 0 0,-1 0 0 0 0,1 1 0 0 0,-1-1 1 0 0,0 0-1 0 0,1 0 0 0 0,-1 1 0 0 0,0-1 1 0 0,1 0-1 0 0,-1 1 0 0 0,0-1 0 0 0,0 1 1 0 0,0-1-1 0 0,0 1 0 0 0,1-1 0 0 0,-1 1 1 0 0,0-1-1 0 0,0 1 0 0 0,0 0 0 0 0,0 0 1 0 0,0-1-1 0 0,0 1 0 0 0,0 0 0 0 0,0 0 1 0 0,0 0-1 0 0,0 0 0 0 0,-2 1 0 0 0,-39 7 143 0 0,31-3-128 0 0,0 0-1 0 0,0 1 1 0 0,0 0 0 0 0,1 0 0 0 0,0 1 0 0 0,1 0-1 0 0,-1 1 1 0 0,2 0 0 0 0,-1 1 0 0 0,1 0 0 0 0,-14 18-1 0 0,20-23-22 0 0,-1-1 0 0 0,1 1 0 0 0,0 0 0 0 0,0 0 0 0 0,0 0 0 0 0,0 0 0 0 0,1 0 0 0 0,-1 0 0 0 0,1 1 0 0 0,1-1 0 0 0,-1 0 0 0 0,0 1 0 0 0,1-1 0 0 0,0 1 0 0 0,0-1 0 0 0,0 0 0 0 0,1 1 0 0 0,-1-1 0 0 0,1 0 0 0 0,0 1 0 0 0,0-1 0 0 0,1 0 0 0 0,-1 0 0 0 0,1 0 0 0 0,0 0 0 0 0,0 0 0 0 0,0 0 0 0 0,1 0 0 0 0,-1-1 0 0 0,1 1 0 0 0,0-1 0 0 0,0 0 0 0 0,0 0 0 0 0,7 5 0 0 0,5 4 3 0 0,2-2 0 0 0,-1 0-1 0 0,1-1 1 0 0,1-1 0 0 0,0 0 0 0 0,0-2 0 0 0,0 0 0 0 0,1 0 0 0 0,32 3 0 0 0,-18-4 4 0 0,0-2 0 0 0,1-1 0 0 0,-1-2-1 0 0,61-7 1 0 0,-63 2-4 0 0,-1-1 0 0 0,0-1 0 0 0,0-2 0 0 0,53-23-1 0 0,-73 28-4 0 0,-1 0 0 0 0,0-1 0 0 0,0 0 0 0 0,-1-1 0 0 0,0 0 0 0 0,0 0 0 0 0,0-1 0 0 0,0 1 0 0 0,-1-2 0 0 0,0 1 0 0 0,-1-1 0 0 0,0 0 0 0 0,0-1-1 0 0,0 1 1 0 0,-1-1 0 0 0,-1 0 0 0 0,1-1 0 0 0,4-15 0 0 0,-9 22-1 0 0,1 0 1 0 0,-1-1-1 0 0,1 1 0 0 0,-1-1 1 0 0,0 1-1 0 0,0 0 0 0 0,-1-1 1 0 0,1 1-1 0 0,-1-1 0 0 0,0 1 0 0 0,1 0 1 0 0,-2 0-1 0 0,1-1 0 0 0,0 1 1 0 0,-1 0-1 0 0,1 0 0 0 0,-1 0 1 0 0,0 0-1 0 0,-4-5 0 0 0,5 7 0 0 0,1 1 0 0 0,-1-1 0 0 0,0 0 0 0 0,0 1 0 0 0,0-1 0 0 0,1 1 0 0 0,-1-1 0 0 0,0 1 0 0 0,0-1 0 0 0,0 1 0 0 0,0 0 0 0 0,0-1 0 0 0,0 1 0 0 0,0 0 0 0 0,0 0 0 0 0,0 0 0 0 0,0 0 0 0 0,0 0 0 0 0,0 0 0 0 0,0 0 0 0 0,0 0 0 0 0,0 0 0 0 0,0 0 0 0 0,0 0 0 0 0,0 1 0 0 0,0-1 0 0 0,0 0 0 0 0,0 1 0 0 0,-1 0 0 0 0,-22 15 71 0 0,18-9-62 0 0,1 0 1 0 0,1 0-1 0 0,-1 0 1 0 0,1 1-1 0 0,1 0 0 0 0,-1 0 1 0 0,1 0-1 0 0,0 0 1 0 0,-2 13-1 0 0,-9 82 78 0 0,10-73-47 0 0,-6 121 41 0 0,9-99-51 0 0,-3 0 0 0 0,-2 0 0 0 0,-17 68 1 0 0,21-114-27 0 0,-1 1 0 0 0,0-1 1 0 0,0 0-1 0 0,0 0 0 0 0,-1 0 1 0 0,0 0-1 0 0,0 0 1 0 0,-1-1-1 0 0,1 0 0 0 0,-1 0 1 0 0,0 0-1 0 0,-1-1 1 0 0,1 1-1 0 0,-1-1 0 0 0,0-1 1 0 0,1 1-1 0 0,-2-1 1 0 0,1 0-1 0 0,0 0 0 0 0,-1-1 1 0 0,1 0-1 0 0,-1 0 1 0 0,0 0-1 0 0,0-1 0 0 0,0 0 1 0 0,0 0-1 0 0,1-1 0 0 0,-1 0 1 0 0,0 0-1 0 0,0-1 1 0 0,0 1-1 0 0,0-2 0 0 0,0 1 1 0 0,0-1-1 0 0,1 0 1 0 0,-1 0-1 0 0,1-1 0 0 0,0 0 1 0 0,-1 0-1 0 0,1 0 1 0 0,0-1-1 0 0,1 0 0 0 0,-1 0 1 0 0,1 0-1 0 0,-9-10 1 0 0,13 14-74 0 0,0-1 1 0 0,1 0-1 0 0,-1 0 1 0 0,0 0 0 0 0,0 0-1 0 0,1 0 1 0 0,-1 0 0 0 0,1 0-1 0 0,-1 0 1 0 0,1-1-1 0 0,-1 1 1 0 0,1 0 0 0 0,0 0-1 0 0,-1 0 1 0 0,1 0 0 0 0,0-1-1 0 0,0 1 1 0 0,0 0-1 0 0,0 0 1 0 0,0-1 0 0 0,0 1-1 0 0,0 0 1 0 0,1 0 0 0 0,-1 0-1 0 0,0 0 1 0 0,1-1-1 0 0,-1 1 1 0 0,1 0 0 0 0,-1 0-1 0 0,1 0 1 0 0,-1 0 0 0 0,1 0-1 0 0,0-1 1 0 0,33-22-4970 0 0,-32 22 4324 0 0,15-8-2210 0 0</inkml:trace>
</inkml:ink>
</file>

<file path=ppt/ink/ink6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7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5 172 0 0,'0'0'7942'0'0,"24"5"-6446"0"0,40-5 139 0 0,71-8 1 0 0,-117 7-1434 0 0,-21 1-264 0 0,-34 5-1588 0 0,14 6-4407 0 0</inkml:trace>
</inkml:ink>
</file>

<file path=ppt/ink/ink6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8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61 1260 0 0,'-14'-36'7649'0'0,"12"21"-6146"0"0,0 5-295 0 0,6 18-2594 0 0,8 15-3800 0 0,-6-14 2346 0 0</inkml:trace>
</inkml:ink>
</file>

<file path=ppt/ink/ink6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9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276 267 148 0 0,'16'-36'3252'0'0,"-13"31"-2854"0"0,-1 0 0 0 0,1 0 0 0 0,-1 0-1 0 0,0-1 1 0 0,0 1 0 0 0,-1 0 0 0 0,1-1 0 0 0,-1 1 0 0 0,-1-1 0 0 0,1 0 0 0 0,-1 1-1 0 0,1-1 1 0 0,-3-10 0 0 0,2 15-352 0 0,0-1 0 0 0,-1 1 0 0 0,1-1-1 0 0,-1 1 1 0 0,0-1 0 0 0,0 1 0 0 0,1 0 0 0 0,-1 0-1 0 0,0-1 1 0 0,0 1 0 0 0,0 0 0 0 0,0 0 0 0 0,0 0-1 0 0,0 0 1 0 0,-1 0 0 0 0,1 0 0 0 0,0 0 0 0 0,-1 0-1 0 0,1 0 1 0 0,0 1 0 0 0,-1-1 0 0 0,1 1 0 0 0,-1-1-1 0 0,1 1 1 0 0,-1-1 0 0 0,1 1 0 0 0,-1 0 0 0 0,-1-1-1 0 0,-42 3 617 0 0,21 2-307 0 0,0 1 0 0 0,0 1 0 0 0,-34 13 0 0 0,51-16-291 0 0,0 0 1 0 0,1 0-1 0 0,-1 1 0 0 0,1 0 1 0 0,-1 0-1 0 0,1 1 0 0 0,0-1 1 0 0,1 1-1 0 0,-1 0 0 0 0,1 1 0 0 0,0-1 1 0 0,1 1-1 0 0,-1 0 0 0 0,1 1 1 0 0,0-1-1 0 0,-3 8 0 0 0,6-12-49 0 0,0 0 0 0 0,0 1 0 0 0,1-1 0 0 0,-1 0 0 0 0,1 1-1 0 0,-1-1 1 0 0,1 1 0 0 0,0-1 0 0 0,0 1 0 0 0,0-1 0 0 0,0 1 0 0 0,1-1-1 0 0,-1 1 1 0 0,1-1 0 0 0,-1 0 0 0 0,1 1 0 0 0,0-1 0 0 0,0 0 0 0 0,2 5-1 0 0,0-3 5 0 0,0 1 0 0 0,0-1-1 0 0,1-1 1 0 0,-1 1-1 0 0,1 0 1 0 0,0-1-1 0 0,0 1 1 0 0,1-1 0 0 0,4 3-1 0 0,6 2 17 0 0,1-1-1 0 0,0 0 1 0 0,0-1 0 0 0,31 8-1 0 0,-21-9-68 0 0,0-1-1 0 0,0-2 1 0 0,0 0 0 0 0,0-2-1 0 0,1 0 1 0 0,-1-2-1 0 0,0-1 1 0 0,0-1 0 0 0,-1-2-1 0 0,1 0 1 0 0,-1-2-1 0 0,39-17 1 0 0,-56 22 80 0 0,-1-1-1 0 0,1 0 1 0 0,-1 0 0 0 0,-1-1-1 0 0,1 0 1 0 0,-1 0 0 0 0,9-9-1 0 0,-14 13 225 0 0,-57 2-73 0 0,54 0-194 0 0,9 1 4 0 0,37 9-192 0 0,1-2 0 0 0,0-2-1 0 0,57 1 1 0 0,-89-7 138 0 0,1-2 0 0 0,-1 1 0 0 0,0-1 0 0 0,0-1 0 0 0,0-1 0 0 0,-1 0 0 0 0,1 0 0 0 0,0-1 0 0 0,-1-1 0 0 0,0 0 0 0 0,0 0 0 0 0,21-15 0 0 0,-26 15 44 0 0,0 0 0 0 0,-1-1 0 0 0,0 0 0 0 0,0 0 0 0 0,0 0 0 0 0,-1-1 0 0 0,0 0 0 0 0,0 0 0 0 0,-1 0 0 0 0,0-1 0 0 0,0 1 0 0 0,-1-1 0 0 0,1 0 0 0 0,-2 0 0 0 0,1-1 0 0 0,-1 1 0 0 0,-1 0 0 0 0,1-1 0 0 0,-2 1 0 0 0,1-13 0 0 0,-1 9 189 0 0,0 1 0 0 0,-1-1 0 0 0,0 1 0 0 0,-1 0 0 0 0,-1 0-1 0 0,1 0 1 0 0,-2 0 0 0 0,-4-12 0 0 0,7 21 91 0 0,-1 2-240 0 0,1 0 0 0 0,0 1 1 0 0,-1-1-1 0 0,1 0 1 0 0,0 1-1 0 0,-1-1 0 0 0,1 0 1 0 0,0 1-1 0 0,0 0 1 0 0,-1-1-1 0 0,1 1 0 0 0,0 0 1 0 0,0-1-1 0 0,0 1 1 0 0,0 0-1 0 0,0 0 0 0 0,0 0 1 0 0,0 0-1 0 0,0 0 1 0 0,0 0-1 0 0,1 0 0 0 0,-1 1 1 0 0,-1 1-1 0 0,0 1 30 0 0,0 1 0 0 0,0 0 1 0 0,1 0-1 0 0,-1 0 0 0 0,1 0 0 0 0,-1 8 0 0 0,1 1 24 0 0,0-1 0 0 0,1 1 0 0 0,0-1 0 0 0,5 23 0 0 0,0-17-39 0 0,1 1 1 0 0,1-1-1 0 0,1 0 1 0 0,0-1-1 0 0,15 24 0 0 0,11 10-3318 0 0,-31-48 1250 0 0,-2-2 1259 0 0,9 5-7611 0 0</inkml:trace>
</inkml:ink>
</file>

<file path=ppt/ink/ink6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9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83 824 0 0,'8'-28'5084'0'0,"-5"25"-4779"0"0,1 0 1 0 0,0-1-1 0 0,-1 1 0 0 0,1 0 0 0 0,0 1 1 0 0,0-1-1 0 0,1 1 0 0 0,-1 0 1 0 0,1 0-1 0 0,-1 0 0 0 0,1 0 1 0 0,-1 1-1 0 0,9-1 0 0 0,39-6-657 0 0,3 0-5093 0 0,-42 3 2976 0 0</inkml:trace>
</inkml:ink>
</file>

<file path=ppt/ink/ink6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19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1 932 0 0,'0'3'6610'0'0,"6"17"-5393"0"0,-5-16-1575 0 0,0-1 1 0 0,1 1 0 0 0,-1 0-1 0 0,1-1 1 0 0,0 1 0 0 0,0-1-1 0 0,0 0 1 0 0,0 1 0 0 0,0-1-1 0 0,5 4 1 0 0</inkml:trace>
  <inkml:trace contextRef="#ctx0" brushRef="#br0" timeOffset="1">62 56 680 0 0,'55'-40'6824'0'0,"-53"39"-5995"0"0,-2 1-787 0 0,0 1 1 0 0,0-1 0 0 0,0 0-1 0 0,0 0 1 0 0,0 0-1 0 0,0 0 1 0 0,0 0-1 0 0,0 1 1 0 0,0-1 0 0 0,0 0-1 0 0,0 0 1 0 0,0 0-1 0 0,0 0 1 0 0,0 0-1 0 0,0 0 1 0 0,0 1 0 0 0,1-1-1 0 0,-1 0 1 0 0,0 0-1 0 0,0 0 1 0 0,0 0 0 0 0,0 0-1 0 0,0 0 1 0 0,0 0-1 0 0,0 0 1 0 0,1 0-1 0 0,-1 0 1 0 0,0 1 0 0 0,0-1-1 0 0,0 0 1 0 0,0 0-1 0 0,0 0 1 0 0,0 0-1 0 0,1 0 1 0 0,-1 0 0 0 0,0 0-1 0 0,0 0 1 0 0,0 0-1 0 0,0 0 1 0 0,0 0-1 0 0,1 0 1 0 0,-1 0 0 0 0,0 0-1 0 0,0 0 1 0 0,0 0-1 0 0,0 0 1 0 0,0-1-1 0 0,1 1 1 0 0,-1 0 0 0 0,0 0-1 0 0,0 0 1 0 0,0 0-1 0 0,0 0 1 0 0,0 0-1 0 0,0 0 1 0 0,0 0 0 0 0,1 0-1 0 0,-1 0 1 0 0,0-1-1 0 0,0 1 1 0 0,0 0 0 0 0,0 0-1 0 0,0 0 1 0 0,-7 16-260 0 0,-2 1 0 0 0,-18 27 0 0 0,-15 6-5200 0 0,20-32 2607 0 0</inkml:trace>
</inkml:ink>
</file>

<file path=ppt/ink/ink6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0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1 876 0 0,'0'0'7120'0'0,"3"4"-6885"0"0,0-1-172 0 0,0 0-1 0 0,0 0 0 0 0,0 0 1 0 0,0 0-1 0 0,0-1 0 0 0,1 1 0 0 0,-1-1 1 0 0,1 0-1 0 0,-1 0 0 0 0,1 0 1 0 0,0-1-1 0 0,0 1 0 0 0,0-1 0 0 0,0 0 1 0 0,0 0-1 0 0,8 1 0 0 0,-2-1-23 0 0,-1-1 1 0 0,1 0-1 0 0,-1 0 0 0 0,1-1 0 0 0,-1 0 1 0 0,17-5-1 0 0,-24 5-2 0 0,1 1-22 0 0,0 0-37 0 0,1 0 0 0 0,0-1 1 0 0,0 1-1 0 0,0 0 0 0 0,0 1 0 0 0,0-1 0 0 0,0 1 0 0 0,0-1 0 0 0,0 1 0 0 0,-1 1 0 0 0,1-1 0 0 0,0 0 0 0 0,-1 1 0 0 0,1 0 0 0 0,-1 0 0 0 0,1 0 0 0 0,-1 0 0 0 0,0 0 0 0 0,0 1 0 0 0,0-1 0 0 0,0 1 0 0 0,2 3 0 0 0,29 30-4886 0 0,-19-24 2540 0 0</inkml:trace>
</inkml:ink>
</file>

<file path=ppt/ink/ink6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0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1 663 692 0 0,'2'0'380'0'0,"0"0"-1"0"0,1-1 1 0 0,-1 1-1 0 0,1-1 1 0 0,-1 1-1 0 0,0-1 1 0 0,1 0 0 0 0,-1 0-1 0 0,0 0 1 0 0,1 0-1 0 0,-1 0 1 0 0,0 0-1 0 0,0-1 1 0 0,0 1-1 0 0,0-1 1 0 0,0 1 0 0 0,-1-1-1 0 0,1 0 1 0 0,0 0-1 0 0,-1 1 1 0 0,1-1-1 0 0,-1 0 1 0 0,0-1 0 0 0,2-3-1 0 0,-1 0 32 0 0,0-1-1 0 0,-1 0 1 0 0,1 0 0 0 0,-2 0-1 0 0,1 0 1 0 0,-1 0-1 0 0,0-9 1 0 0,-3-16 29 0 0,0 1 0 0 0,-10-33 0 0 0,7 36-252 0 0,2 1-1 0 0,-3-50 1 0 0,7 62-157 0 0,1 0-1 0 0,1-1 1 0 0,1 1 0 0 0,0 0 0 0 0,1 0-1 0 0,1 0 1 0 0,0 1 0 0 0,1 0 0 0 0,0 0-1 0 0,1 0 1 0 0,13-18 0 0 0,-14 23-27 0 0,0 1-1 0 0,0 0 1 0 0,1 0 0 0 0,0 0-1 0 0,1 1 1 0 0,-1 0 0 0 0,1 1 0 0 0,1 0-1 0 0,-1 0 1 0 0,1 0 0 0 0,0 1-1 0 0,1 1 1 0 0,-1-1 0 0 0,1 2 0 0 0,0-1-1 0 0,0 1 1 0 0,19-3 0 0 0,-27 6-6 0 0,0-1 0 0 0,0 1 0 0 0,0 0 1 0 0,0 0-1 0 0,-1 0 0 0 0,1 0 0 0 0,0 0 1 0 0,0 0-1 0 0,0 0 0 0 0,0 0 0 0 0,0 1 1 0 0,0-1-1 0 0,-1 1 0 0 0,1 0 0 0 0,0-1 1 0 0,0 1-1 0 0,-1 0 0 0 0,1 0 0 0 0,0 0 1 0 0,-1 0-1 0 0,1 0 0 0 0,-1 1 0 0 0,3 1 1 0 0,-3-1 2 0 0,-1 0 0 0 0,1 0 1 0 0,0 1-1 0 0,0-1 1 0 0,-1 0-1 0 0,1 0 1 0 0,-1 1-1 0 0,0-1 1 0 0,0 0-1 0 0,0 1 1 0 0,0-1-1 0 0,0 0 1 0 0,0 1-1 0 0,-1-1 1 0 0,1 0-1 0 0,-1 3 0 0 0,-4 8 8 0 0,1-1-1 0 0,-1 1 0 0 0,-1-1 1 0 0,0 0-1 0 0,-10 13 0 0 0,-8 6-5 0 0,-1-2-1 0 0,-2 0 0 0 0,-1-2 1 0 0,-1-1-1 0 0,-2-1 0 0 0,-39 24 0 0 0,70-49-7 0 0,-1 0-1 0 0,1 1 0 0 0,0-1 0 0 0,-1 0 0 0 0,1 0 0 0 0,0 0 0 0 0,-1 1 0 0 0,1-1 1 0 0,0 0-1 0 0,-1 0 0 0 0,1 1 0 0 0,0-1 0 0 0,0 0 0 0 0,-1 0 0 0 0,1 1 0 0 0,0-1 0 0 0,0 0 1 0 0,0 1-1 0 0,0-1 0 0 0,-1 0 0 0 0,1 1 0 0 0,0-1 0 0 0,0 1 0 0 0,0-1 0 0 0,0 0 1 0 0,0 1-1 0 0,0-1 0 0 0,0 0 0 0 0,0 1 0 0 0,0-1 0 0 0,0 1 0 0 0,0-1 0 0 0,0 0 0 0 0,0 1 1 0 0,0-1-1 0 0,0 0 0 0 0,1 1 0 0 0,13 9-191 0 0,20-1-427 0 0,78 2-2647 0 0,-39-8-2715 0 0,-44-5 2874 0 0</inkml:trace>
</inkml:ink>
</file>

<file path=ppt/ink/ink6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1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38 1068 0 0,'18'-37'8841'0'0,"-17"40"-8320"0"0,1 10-254 0 0,0-1 0 0 0,-2 0 0 0 0,1 0 0 0 0,-1 1 0 0 0,-1-1 0 0 0,0 0 0 0 0,-1 0 0 0 0,0 1 0 0 0,-5 11 0 0 0,-5 53 550 0 0,-8 127 701 0 0,17-164-571 0 0,2-47-943 0 0,0-1 1 0 0,-1 1 0 0 0,1-1 0 0 0,-1 1 0 0 0,-1 0-1 0 0,1 0 1 0 0,-1 0 0 0 0,-1 0 0 0 0,1 0 0 0 0,-1 1-1 0 0,-9-12 1 0 0,11 15-8 0 0,-1 0 1 0 0,0 0-1 0 0,-1 1 0 0 0,1-1 0 0 0,0 1 0 0 0,-1 0 0 0 0,1 0 1 0 0,-1 0-1 0 0,0 0 0 0 0,0 0 0 0 0,0 1 0 0 0,0 0 0 0 0,0 0 0 0 0,0 0 1 0 0,0 0-1 0 0,0 1 0 0 0,0-1 0 0 0,0 1 0 0 0,0 0 0 0 0,0 0 1 0 0,0 1-1 0 0,0-1 0 0 0,-1 1 0 0 0,-6 2 0 0 0,6-1 0 0 0,0-1 0 0 0,0 1-1 0 0,1 0 1 0 0,-1 0 0 0 0,0 1 0 0 0,1 0 0 0 0,0-1-1 0 0,0 1 1 0 0,0 0 0 0 0,0 1 0 0 0,0-1-1 0 0,1 1 1 0 0,-1 0 0 0 0,1 0 0 0 0,-3 4-1 0 0,5-6-2 0 0,0-1 0 0 0,0 1 0 0 0,1 0 0 0 0,-1-1-1 0 0,1 1 1 0 0,-1 0 0 0 0,1-1 0 0 0,-1 1-1 0 0,1 0 1 0 0,0 0 0 0 0,0-1 0 0 0,0 1 0 0 0,0 0-1 0 0,0 0 1 0 0,0-1 0 0 0,1 1 0 0 0,-1 0 0 0 0,1 2-1 0 0,1-1-14 0 0,-1-1-1 0 0,0 0 1 0 0,1 0-1 0 0,0 1 0 0 0,-1-1 1 0 0,1 0-1 0 0,0 0 1 0 0,0-1-1 0 0,0 1 0 0 0,1 0 1 0 0,-1-1-1 0 0,0 1 1 0 0,0-1-1 0 0,1 0 0 0 0,4 2 1 0 0,8 3-91 0 0,0-1 1 0 0,1-1 0 0 0,0 0 0 0 0,0-1-1 0 0,0-1 1 0 0,0 0 0 0 0,0-1-1 0 0,0-1 1 0 0,28-4 0 0 0,15-4-231 0 0,72-19 0 0 0,-118 24 289 0 0,9-4-60 0 0,-1-1 0 0 0,36-16 1 0 0,10-5 292 0 0,-56 25-26 0 0,-11 4-142 0 0,0-1 1 0 0,1 1-1 0 0,-1 0 1 0 0,0 0-1 0 0,0 0 0 0 0,1-1 1 0 0,-1 1-1 0 0,0 0 1 0 0,0 0-1 0 0,1 0 0 0 0,-1 0 1 0 0,0 0-1 0 0,0 0 1 0 0,1 0-1 0 0,-1-1 0 0 0,0 1 1 0 0,1 0-1 0 0,-1 0 1 0 0,0 0-1 0 0,1 0 0 0 0,-1 0 1 0 0,0 0-1 0 0,1 0 1 0 0,-1 0-1 0 0,0 1 1 0 0,0-1-1 0 0,1 0 0 0 0,-1 0 1 0 0,0 0-1 0 0,1 0 1 0 0,-1 0-1 0 0,0 0 0 0 0,0 1 1 0 0,1-1-1 0 0,-1 0 1 0 0,0 0-1 0 0,0 0 0 0 0,1 0 1 0 0,-1 1-1 0 0,0-1 1 0 0,0 0-1 0 0,0 0 0 0 0,0 1 1 0 0,1-1-1 0 0,-1 1 1 0 0,12 13 2 0 0,-11-13 2 0 0,1 1-1 0 0,-1-1 1 0 0,1 1-1 0 0,-1-1 0 0 0,1 0 1 0 0,0 0-1 0 0,-1 1 1 0 0,1-1-1 0 0,0 0 0 0 0,0-1 1 0 0,0 1-1 0 0,0 0 1 0 0,0 0-1 0 0,-1-1 0 0 0,1 1 1 0 0,1-1-1 0 0,-1 0 1 0 0,0 0-1 0 0,0 0 0 0 0,0 0 1 0 0,0 0-1 0 0,0 0 1 0 0,0 0-1 0 0,0 0 1 0 0,0-1-1 0 0,0 1 0 0 0,0-1 1 0 0,0 0-1 0 0,0 0 1 0 0,0 1-1 0 0,-1-1 0 0 0,1 0 1 0 0,0 0-1 0 0,2-2 1 0 0,-2 1 13 0 0,-1 0 1 0 0,1 0-1 0 0,0 0 1 0 0,-1 0-1 0 0,1-1 1 0 0,-1 1-1 0 0,0 0 1 0 0,0 0-1 0 0,0-1 1 0 0,0 1-1 0 0,0-1 1 0 0,0 1-1 0 0,-1-1 1 0 0,1 0-1 0 0,-1 1 1 0 0,0-1-1 0 0,1 1 1 0 0,-1-1-1 0 0,0 0 1 0 0,-1 1-1 0 0,1-1 0 0 0,0 1 1 0 0,-1-1-1 0 0,0 0 1 0 0,1 1-1 0 0,-1-1 1 0 0,-2-2-1 0 0,1 2-100 0 0,0 0 0 0 0,0 0-1 0 0,0 0 1 0 0,0 0-1 0 0,0 0 1 0 0,-1 1-1 0 0,0 0 1 0 0,1-1-1 0 0,-1 1 1 0 0,0 0 0 0 0,0 0-1 0 0,0 0 1 0 0,0 1-1 0 0,0-1 1 0 0,-1 1-1 0 0,1 0 1 0 0,0-1 0 0 0,-1 2-1 0 0,1-1 1 0 0,-1 0-1 0 0,1 1 1 0 0,-7-1-1 0 0,8 1-723 0 0,-18 15-6994 0 0</inkml:trace>
</inkml:ink>
</file>

<file path=ppt/ink/ink6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1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12 152 0 0,'0'0'2934'0'0,"-5"-2"-1986"0"0,1 0-672 0 0,0 0 0 0 0,-1 1 0 0 0,1 0 0 0 0,-1 0 0 0 0,1 0 0 0 0,-1 0 0 0 0,0 1 0 0 0,1 0-1 0 0,-1 0 1 0 0,0 0 0 0 0,1 0 0 0 0,-1 1 0 0 0,1 0 0 0 0,-1 0 0 0 0,0 0 0 0 0,1 1 0 0 0,0-1-1 0 0,-1 1 1 0 0,1 0 0 0 0,0 0 0 0 0,0 0 0 0 0,0 1 0 0 0,0 0 0 0 0,-3 3 0 0 0,6-5 60 0 0,3 1-256 0 0,0 0-1 0 0,1 0 1 0 0,-1 0 0 0 0,1 0 0 0 0,0 0 0 0 0,-1 0 0 0 0,1-1 0 0 0,0 1 0 0 0,0-1 0 0 0,0 0-1 0 0,0 0 1 0 0,0 0 0 0 0,0 0 0 0 0,6 0 0 0 0,36 16 69 0 0,-39-12-134 0 0,-1 0 0 0 0,0 0 0 0 0,0 1 0 0 0,0 0-1 0 0,-1-1 1 0 0,0 1 0 0 0,0 1 0 0 0,0-1 0 0 0,-1 1 0 0 0,0-1 0 0 0,0 1 0 0 0,2 11-1 0 0,0 1 31 0 0,0-1-1 0 0,-2 1 0 0 0,2 31 1 0 0,-4-33 19 0 0,-2-1 0 0 0,0 1 0 0 0,-2 0 0 0 0,1-1-1 0 0,-2 1 1 0 0,0-1 0 0 0,-1 0 0 0 0,-1 0 0 0 0,-8 17 0 0 0,8-21 15 0 0,-1 1 0 0 0,0-1 0 0 0,0-1 0 0 0,-1 1 0 0 0,-1-1 0 0 0,0-1-1 0 0,0 0 1 0 0,-1 0 0 0 0,0-1 0 0 0,-1 0 0 0 0,-17 11 0 0 0,25-18-52 0 0,1-1 0 0 0,-1 1 1 0 0,1-1-1 0 0,-1 0 0 0 0,0 0 0 0 0,0 0 0 0 0,1 0 0 0 0,-1-1 1 0 0,0 1-1 0 0,0-1 0 0 0,0 1 0 0 0,0-1 0 0 0,0 0 0 0 0,0 0 1 0 0,1-1-1 0 0,-1 1 0 0 0,0-1 0 0 0,0 1 0 0 0,0-1 0 0 0,0 0 1 0 0,1 0-1 0 0,-1 0 0 0 0,0 0 0 0 0,1-1 0 0 0,-1 1 0 0 0,1-1 1 0 0,-1 1-1 0 0,-1-3 0 0 0,0 0-29 0 0,0 1 1 0 0,1-1-1 0 0,0 0 1 0 0,0 0-1 0 0,0-1 0 0 0,0 1 1 0 0,1-1-1 0 0,-1 1 1 0 0,1-1-1 0 0,1 0 1 0 0,-1 1-1 0 0,1-1 0 0 0,-1 0 1 0 0,1 0-1 0 0,0-6 1 0 0,0 3-410 0 0,-4-55-1893 0 0,4 21-4389 0 0,1 27 3358 0 0</inkml:trace>
</inkml:ink>
</file>

<file path=ppt/ink/ink6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2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2 256 0 0,'-6'-1'10386'0'0,"32"22"-10312"0"0,-18-20-48 0 0,0-1-1 0 0,0 0 0 0 0,0 0 1 0 0,0-1-1 0 0,0 0 0 0 0,8-3 1 0 0,-15 5 19 0 0,1-1 1 0 0,-1 1-1 0 0,0-1 1 0 0,0 1-1 0 0,0-1 1 0 0,0 1-1 0 0,0-1 1 0 0,0 1-1 0 0,0 0 1 0 0,0-1-1 0 0,0 1 1 0 0,0 0-1 0 0,-1 0 1 0 0,1 0-1 0 0,0 0 1 0 0,0 0-1 0 0,-1 0 1 0 0,1 0-1 0 0,-1 0 1 0 0,1 0-1 0 0,-1 0 1 0 0,1 0-1 0 0,-1 0 1 0 0,0 1-1 0 0,1 1 1 0 0,16 46-232 0 0,-10-26-891 0 0,12 11-4747 0 0,-13-25 3014 0 0</inkml:trace>
</inkml:ink>
</file>

<file path=ppt/ink/ink6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2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 1112 0 0,'0'0'8251'0'0,"-6"21"-7339"0"0,3-11-996 0 0,-1 0 0 0 0,0 0 0 0 0,0-1 0 0 0,0 1 0 0 0,-10 13 0 0 0,-19 20-5479 0 0,24-33 3195 0 0</inkml:trace>
</inkml:ink>
</file>

<file path=ppt/ink/ink6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3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1 540 0 0,'0'0'3836'0'0,"11"2"-1287"0"0,-15 15-1729 0 0,-5 11-804 0 0,-2-13-344 0 0,-2 6-912 0 0,0-2-1341 0 0,-6 2 589 0 0</inkml:trace>
</inkml:ink>
</file>

<file path=ppt/ink/ink6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6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259 122 312 0 0,'7'-94'6995'0'0,"-8"92"-6511"0"0,2-13 550 0 0,-1 15-996 0 0,0-1 1 0 0,0 1-1 0 0,0 0 0 0 0,0-1 0 0 0,0 1 1 0 0,0 0-1 0 0,0-1 0 0 0,0 1 0 0 0,0 0 1 0 0,0-1-1 0 0,0 1 0 0 0,0 0 0 0 0,0-1 1 0 0,0 1-1 0 0,0 0 0 0 0,-1-1 0 0 0,1 1 1 0 0,0 0-1 0 0,0-1 0 0 0,0 1 0 0 0,-1 0 1 0 0,1-1-1 0 0,0 1 0 0 0,0 0 0 0 0,-1 0 0 0 0,1 0 1 0 0,0-1-1 0 0,0 1 0 0 0,-1 0 0 0 0,1 0 1 0 0,0 0-1 0 0,-1-1 0 0 0,1 1 0 0 0,0 0 1 0 0,-1 0-1 0 0,1 0 0 0 0,0 0 0 0 0,-1 0 1 0 0,1 0-1 0 0,-1 0 0 0 0,1 0 0 0 0,-1 0 1 0 0,-35 25 387 0 0,1 1 1 0 0,-39 38 0 0 0,61-52-330 0 0,1 1 0 0 0,1 0 0 0 0,0 0 0 0 0,0 1-1 0 0,2 1 1 0 0,0 0 0 0 0,0 0 0 0 0,2 1 0 0 0,-7 16 0 0 0,13-30-78 0 0,0 0 1 0 0,1 0-1 0 0,-1 0 0 0 0,0 0 1 0 0,1 1-1 0 0,-1-1 0 0 0,1 0 1 0 0,0 0-1 0 0,-1 0 0 0 0,1 0 1 0 0,0 1-1 0 0,0-1 0 0 0,1 0 1 0 0,-1 0-1 0 0,0 0 0 0 0,1 0 1 0 0,-1 0-1 0 0,1 1 0 0 0,0-1 1 0 0,0 0-1 0 0,0 0 0 0 0,0 0 1 0 0,0-1-1 0 0,0 1 0 0 0,0 0 1 0 0,1 0-1 0 0,-1-1 0 0 0,1 1 1 0 0,-1 0-1 0 0,1-1 0 0 0,-1 0 1 0 0,1 1-1 0 0,0-1 0 0 0,0 0 1 0 0,0 0-1 0 0,0 0 0 0 0,0 0 1 0 0,0 0-1 0 0,0 0 0 0 0,0-1 1 0 0,0 1-1 0 0,0-1 0 0 0,0 1 1 0 0,0-1-1 0 0,1 0 0 0 0,1 0 1 0 0,6 1 9 0 0,-1-1 0 0 0,0 0 0 0 0,1-1 1 0 0,-1 1-1 0 0,0-2 0 0 0,0 0 0 0 0,0 0 1 0 0,0 0-1 0 0,15-7 0 0 0,-12 2-19 0 0,0 0 0 0 0,0-1 0 0 0,-1 0 0 0 0,0-1 0 0 0,0 0 0 0 0,-1-1 0 0 0,0 0 0 0 0,10-14 0 0 0,28-28 68 0 0,-47 51-65 0 0,1 0-79 0 0,-2 1 63 0 0,0-1 1 0 0,0 1 0 0 0,0 0-1 0 0,0 0 1 0 0,0 0 0 0 0,0 0-1 0 0,0 0 1 0 0,0-1 0 0 0,0 1 0 0 0,0 0-1 0 0,0 0 1 0 0,0 0 0 0 0,1 0-1 0 0,-1 0 1 0 0,0-1 0 0 0,0 1-1 0 0,0 0 1 0 0,0 0 0 0 0,0 0-1 0 0,0 0 1 0 0,1 0 0 0 0,-1 0-1 0 0,0 0 1 0 0,0 0 0 0 0,0 0-1 0 0,0 0 1 0 0,0-1 0 0 0,1 1-1 0 0,-1 0 1 0 0,0 0 0 0 0,0 0 0 0 0,0 0-1 0 0,0 0 1 0 0,1 0 0 0 0,-1 0-1 0 0,0 0 1 0 0,0 0 0 0 0,0 0-1 0 0,0 0 1 0 0,1 1 0 0 0,-1-1-1 0 0,0 0 1 0 0,0 0 0 0 0,0 0-1 0 0,0 0 1 0 0,1 0 0 0 0,-1 0-1 0 0,0 0 1 0 0,0 0 0 0 0,0 0-1 0 0,0 1 1 0 0,0-1 0 0 0,0 0 0 0 0,1 0-1 0 0,-1 0 1 0 0,0 0 0 0 0,0 0-1 0 0,0 1 1 0 0,-1 4 1 0 0,1 0 0 0 0,0 0 0 0 0,0 0 0 0 0,1-1 0 0 0,-1 1 1 0 0,1 0-1 0 0,0 0 0 0 0,0 0 0 0 0,1 0 0 0 0,-1-1 0 0 0,1 1 0 0 0,0-1 0 0 0,0 1 0 0 0,4 5 1 0 0,-4-9 14 0 0,-1-2 15 0 0,0 2-27 0 0,-1-1-1 0 0,1 1 0 0 0,0-1 1 0 0,0 1-1 0 0,-1-1 0 0 0,1 1 1 0 0,0-1-1 0 0,0 0 1 0 0,0 0-1 0 0,-1 1 0 0 0,1-1 1 0 0,0 0-1 0 0,0 0 1 0 0,0 0-1 0 0,0 0 0 0 0,0 0 1 0 0,-1 0-1 0 0,1 0 1 0 0,0 0-1 0 0,0 0 0 0 0,0 0 1 0 0,0-1-1 0 0,-1 1 0 0 0,1 0 1 0 0,0-1-1 0 0,0 1 1 0 0,0 0-1 0 0,-1-1 0 0 0,1 1 1 0 0,0-1-1 0 0,1 0 1 0 0,22-10 1 0 0,44-26 0 0 0,-45 23-67 0 0,42-19 0 0 0,-60 33 56 0 0,0-1 0 0 0,1 1 1 0 0,-1 0-1 0 0,1 1 1 0 0,-1-1-1 0 0,0 1 1 0 0,1 0-1 0 0,-1 0 1 0 0,0 1-1 0 0,0-1 0 0 0,0 1 1 0 0,0 1-1 0 0,5 2 1 0 0,24 6 9 0 0,-22-8 5 0 0,0 0 1 0 0,0-1-1 0 0,1 0 1 0 0,-1-2 0 0 0,0 1-1 0 0,1-1 1 0 0,-1-1 0 0 0,1 0-1 0 0,-1-1 1 0 0,0 0-1 0 0,0-1 1 0 0,0 0 0 0 0,0-1-1 0 0,0-1 1 0 0,14-6 0 0 0,-24 8 58 0 0,0 1 0 0 0,0 0 1 0 0,0-1-1 0 0,0 1 0 0 0,0-1 1 0 0,-1 0-1 0 0,1 0 0 0 0,-1 0 1 0 0,0 1-1 0 0,0-1 0 0 0,2-6 1 0 0,-3 9-60 0 0,0-2 350 0 0,1 1-308 0 0,-2 1-49 0 0,1 0 0 0 0,0 0 0 0 0,0 0 0 0 0,0 0-1 0 0,0-1 1 0 0,0 1 0 0 0,0 0 0 0 0,0 0 0 0 0,0 0 0 0 0,0 0 0 0 0,0 0-1 0 0,0-1 1 0 0,0 1 0 0 0,0 0 0 0 0,0 0 0 0 0,0 0 0 0 0,0 0 0 0 0,0 0-1 0 0,0-1 1 0 0,0 1 0 0 0,0 0 0 0 0,0 0 0 0 0,0 0 0 0 0,0 0 0 0 0,0 0 0 0 0,0-1-1 0 0,0 1 1 0 0,0 0 0 0 0,0 0 0 0 0,0 0 0 0 0,0 0 0 0 0,0 0 0 0 0,1 0-1 0 0,-1-1 1 0 0,0 1 0 0 0,0 0 0 0 0,0 0 0 0 0,0 0 0 0 0,0 0 0 0 0,0 0-1 0 0,1 0 1 0 0,-1 0 0 0 0,0 0 0 0 0,0 0 0 0 0,0 0 0 0 0,0 0 0 0 0,0 0-1 0 0,1 0 1 0 0,-1-1 0 0 0,0 1 0 0 0,0 0 0 0 0,0 0 0 0 0,0 0 0 0 0,0 0-1 0 0,1 1 1 0 0,-1-1 0 0 0,0 0 0 0 0,4 6-322 0 0,0 0 0 0 0,0-1 0 0 0,0 1-1 0 0,1-1 1 0 0,0 1 0 0 0,0-2 0 0 0,0 1 0 0 0,1 0-1 0 0,11 6 1 0 0,38 14-5961 0 0,-28-16 3150 0 0</inkml:trace>
</inkml:ink>
</file>

<file path=ppt/ink/ink6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7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180 513 556 0 0,'0'0'110'0'0,"0"0"-1"0"0,0-1 0 0 0,0 1 1 0 0,0 0-1 0 0,0-1 1 0 0,0 1-1 0 0,0 0 1 0 0,0 0-1 0 0,0-1 1 0 0,0 1-1 0 0,0 0 1 0 0,0 0-1 0 0,0-1 1 0 0,0 1-1 0 0,-1 0 1 0 0,1-1-1 0 0,0 1 1 0 0,0 0-1 0 0,0 0 1 0 0,0-1-1 0 0,0 1 0 0 0,-1 0 1 0 0,1 0-1 0 0,0 0 1 0 0,0-1-1 0 0,0 1 1 0 0,-1 0-1 0 0,1 0 1 0 0,0 0-1 0 0,0 0 1 0 0,-1-1-1 0 0,1 1 1 0 0,0 0-1 0 0,0 0 1 0 0,-1 0-1 0 0,1 0 1 0 0,0 0-1 0 0,0 0 1 0 0,-1 0-1 0 0,1 0 0 0 0,0 0 1 0 0,0 0-1 0 0,-1 0 1 0 0,1 0-1 0 0,0 0 1 0 0,-1 0-1 0 0,1 0 1 0 0,0 0-1 0 0,0 0 1 0 0,-1 0-1 0 0,1 0 1 0 0,0 0-1 0 0,0 0 1 0 0,-1 1-1 0 0,1-1 1 0 0,0 0-1 0 0,0 0 1 0 0,-1 0-1 0 0,1 0 0 0 0,0 1 1 0 0,-30 17 1490 0 0,-32 35-921 0 0,52-42-445 0 0,0 0 0 0 0,0 1-1 0 0,2 0 1 0 0,-10 16 0 0 0,15-22-118 0 0,0-1 0 0 0,1 0 0 0 0,-1 1 0 0 0,1-1 0 0 0,0 1 0 0 0,1 0 0 0 0,-1 0 0 0 0,1 0 0 0 0,1 0 0 0 0,-1 0 0 0 0,1 0 0 0 0,0 0 0 0 0,1 7 0 0 0,-1-12-86 0 0,0 1-1 0 0,0-1 0 0 0,1 1 0 0 0,-1-1 0 0 0,1 1 0 0 0,-1-1 0 0 0,1 0 1 0 0,0 1-1 0 0,0-1 0 0 0,-1 0 0 0 0,1 1 0 0 0,0-1 0 0 0,0 0 0 0 0,0 0 1 0 0,0 0-1 0 0,0 0 0 0 0,1 0 0 0 0,-1 0 0 0 0,0 0 0 0 0,0 0 0 0 0,1 0 1 0 0,-1-1-1 0 0,1 1 0 0 0,1 0 0 0 0,0 0 8 0 0,1 0-1 0 0,-1-1 1 0 0,1 1 0 0 0,0-1-1 0 0,-1 0 1 0 0,1 0 0 0 0,0 0 0 0 0,0-1-1 0 0,6-1 1 0 0,3-1 16 0 0,0-1 0 0 0,0-1 1 0 0,-1 0-1 0 0,19-11 0 0 0,-18 7-28 0 0,0 0 1 0 0,-1-1-1 0 0,0-1 0 0 0,-1 0 1 0 0,0-1-1 0 0,0 0 0 0 0,-2 0 1 0 0,1-1-1 0 0,9-18 0 0 0,32-41-19 0 0,-48 69-16 0 0,1 0 0 0 0,-1 0 0 0 0,1 0 0 0 0,0 0 0 0 0,0 0 0 0 0,0 1 0 0 0,1 0 0 0 0,-1 0 0 0 0,1 0 0 0 0,-1 0 0 0 0,1 1 0 0 0,6-2 0 0 0,66-8-291 0 0,-33 6 204 0 0,-26 2 69 0 0,-1-1-1 0 0,0-1 1 0 0,0 0-1 0 0,0-1 1 0 0,-1-1-1 0 0,0 0 1 0 0,0-1-1 0 0,18-13 1 0 0,-27 16 21 0 0,-1 0 0 0 0,0-1 1 0 0,0 1-1 0 0,0-1 0 0 0,0-1 1 0 0,-1 1-1 0 0,0-1 0 0 0,0 0 1 0 0,-1 0-1 0 0,0 0 0 0 0,0-1 1 0 0,-1 1-1 0 0,0-1 0 0 0,0 0 1 0 0,-1 0-1 0 0,0 0 0 0 0,0 0 1 0 0,-1-1-1 0 0,1-13 0 0 0,-6-83 91 0 0,3 107-83 0 0,0 1-1 0 0,1 0 0 0 0,-1-1 1 0 0,-1 1-1 0 0,1-1 0 0 0,0 1 1 0 0,0-1-1 0 0,-1 1 0 0 0,-3 3 1 0 0,-7 14 15 0 0,-2 24 43 0 0,2 0 1 0 0,-9 62-1 0 0,2-8 16 0 0,-128 397 242 0 0,59-220-126 0 0,87-272-181 0 0,0 0 0 0 0,0 0 0 0 0,-1 0 0 0 0,1 0 0 0 0,-1 0 0 0 0,1 0 0 0 0,-1 0 0 0 0,0-1-1 0 0,0 1 1 0 0,0-1 0 0 0,-4 4 0 0 0,5-5-6 0 0,-1-23-184 0 0,1 18 158 0 0,0 1-1 0 0,1 0 0 0 0,0 0 0 0 0,0-1 0 0 0,0 1 0 0 0,0 0 0 0 0,0-1 0 0 0,1 1 0 0 0,-1 0 0 0 0,2-6 0 0 0,6-11-122 0 0,1 0-1 0 0,0 1 0 0 0,1 0 1 0 0,2 0-1 0 0,-1 1 0 0 0,21-22 1 0 0,95-97-825 0 0,-89 99 692 0 0,109-107-523 0 0,77-81 25 0 0,-182 177 621 0 0,-1-1 1 0 0,64-107 0 0 0,-78 108 562 0 0,-2-2 1 0 0,-3 0 0 0 0,20-68-1 0 0,-42 118-401 0 0,0 0 0 0 0,0 1 0 0 0,0-1 0 0 0,0 1 0 0 0,0-1-1 0 0,0 0 1 0 0,0 1 0 0 0,0-1 0 0 0,0 1 0 0 0,0-1 0 0 0,0 0 0 0 0,0 1 0 0 0,0-1-1 0 0,-1 1 1 0 0,1-1 0 0 0,0 0 0 0 0,0 1 0 0 0,-1-1 0 0 0,1 1 0 0 0,0-1-1 0 0,-1 1 1 0 0,1-1 0 0 0,0 1 0 0 0,-1-1 0 0 0,1 1 0 0 0,-1 0 0 0 0,1-1-1 0 0,-1 1 1 0 0,1-1 0 0 0,-1 1 0 0 0,1 0 0 0 0,-1 0 0 0 0,0-1 0 0 0,1 1-1 0 0,-1 0 1 0 0,1 0 0 0 0,-1 0 0 0 0,0 0 0 0 0,1-1 0 0 0,-1 1 0 0 0,1 0-1 0 0,-1 0 1 0 0,0 0 0 0 0,1 0 0 0 0,-1 1 0 0 0,0-1 0 0 0,1 0 0 0 0,-1 0 0 0 0,1 0-1 0 0,-1 0 1 0 0,0 1 0 0 0,1-1 0 0 0,-1 0 0 0 0,1 0 0 0 0,-1 1 0 0 0,1-1-1 0 0,-1 0 1 0 0,1 1 0 0 0,-1-1 0 0 0,1 1 0 0 0,-1 0 0 0 0,-13 15 62 0 0,0 0-1 0 0,1 1 1 0 0,1 0 0 0 0,0 1 0 0 0,-14 32 0 0 0,-41 106 258 0 0,46-104-245 0 0,6-18-35 0 0,1 1-1 0 0,2 0 0 0 0,1 0 0 0 0,2 1 0 0 0,1 0 1 0 0,-2 40-1 0 0,10-73-47 0 0,2 49 106 0 0,-1-49-93 0 0,-1-1-1 0 0,1 0 1 0 0,0 0 0 0 0,0 0 0 0 0,0 0 0 0 0,0 0-1 0 0,0 0 1 0 0,0 0 0 0 0,0 0 0 0 0,1 0 0 0 0,-1 0 0 0 0,1-1-1 0 0,-1 1 1 0 0,1-1 0 0 0,0 1 0 0 0,-1-1 0 0 0,1 1-1 0 0,0-1 1 0 0,0 0 0 0 0,3 1 0 0 0,-1-1 0 0 0,-1-1 1 0 0,1 0 0 0 0,0-1-1 0 0,-1 1 1 0 0,1-1-1 0 0,0 1 1 0 0,-1-1-1 0 0,1 0 1 0 0,-1-1 0 0 0,1 1-1 0 0,-1 0 1 0 0,0-1-1 0 0,5-3 1 0 0,-2 1 8 0 0,1 0 0 0 0,-1-1 0 0 0,-1 0 0 0 0,1 0 0 0 0,-1 0 0 0 0,0 0-1 0 0,0-1 1 0 0,0 0 0 0 0,-1 0 0 0 0,0-1 0 0 0,6-12 0 0 0,-10 18 6 0 0,7-3-98 0 0,-11 12 72 0 0,2-5-3 0 0,0 0 0 0 0,1 0 0 0 0,-1 0 0 0 0,1 0 1 0 0,-1 0-1 0 0,1 1 0 0 0,0-1 0 0 0,1 0 0 0 0,-1 1 1 0 0,1-1-1 0 0,-1 1 0 0 0,1-1 0 0 0,0 1 0 0 0,0-1 0 0 0,0 1 1 0 0,1-1-1 0 0,-1 0 0 0 0,1 1 0 0 0,1 4 0 0 0,-1-6 6 0 0,-1 0 1 0 0,1 0-1 0 0,0 0 0 0 0,0 0 0 0 0,0 0 1 0 0,0 0-1 0 0,0 0 0 0 0,0 0 0 0 0,0 0 0 0 0,0 0 1 0 0,1-1-1 0 0,-1 1 0 0 0,1 0 0 0 0,0-1 1 0 0,-1 1-1 0 0,1-1 0 0 0,0 0 0 0 0,0 0 1 0 0,0 0-1 0 0,0 0 0 0 0,0 0 0 0 0,0 0 0 0 0,0 0 1 0 0,0 0-1 0 0,0-1 0 0 0,0 1 0 0 0,0-1 1 0 0,4 1-1 0 0,2-2 6 0 0,0 1 0 0 0,0-1 1 0 0,0 0-1 0 0,0-1 0 0 0,0 0 1 0 0,8-3-1 0 0,8-1 60 0 0,34 5 311 0 0,-55 1-358 0 0,43-2 148 0 0,-43-1-1102 0 0,1 1 0 0 0,0-1 1 0 0,-1 0-1 0 0,0 0 0 0 0,1 0 1 0 0,-1 0-1 0 0,-1 0 0 0 0,4-5 1 0 0,1-1-2237 0 0</inkml:trace>
</inkml:ink>
</file>

<file path=ppt/ink/ink6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7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45 592 0 0,'0'0'1108'0'0,"6"-13"-96"0"0,-1 5 736 0 0,12 0-996 0 0,-5 5-83 0 0,3-2-53 0 0,0 1-68 0 0,4 2-76 0 0,7 0-116 0 0,-1 4-212 0 0,0 0-212 0 0,-1 2-224 0 0,2-1-260 0 0,-1 2-632 0 0,-6-2-1285 0 0,6 2 565 0 0</inkml:trace>
</inkml:ink>
</file>

<file path=ppt/ink/ink6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29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173 414 112 0 0,'1'-4'743'0'0,"1"2"-281"0"0,-1 0 1 0 0,0 0 0 0 0,0-1 0 0 0,0 1 0 0 0,0 0-1 0 0,0-1 1 0 0,0 1 0 0 0,-1-1 0 0 0,1 1 0 0 0,-1 0-1 0 0,0-1 1 0 0,0 1 0 0 0,0-1 0 0 0,0 1 0 0 0,0-1-1 0 0,0 1 1 0 0,-1-1 0 0 0,1 1 0 0 0,-1-1 0 0 0,0 1-1 0 0,1-1 1 0 0,-1 1 0 0 0,0 0 0 0 0,-2-3-1 0 0,1 3-89 0 0,-5 3-315 0 0,-1 1-1 0 0,1-1 0 0 0,-1 1 1 0 0,1 0-1 0 0,0 1 1 0 0,0-1-1 0 0,0 1 0 0 0,0 1 1 0 0,0 0-1 0 0,0 0 0 0 0,1 0 1 0 0,0 0-1 0 0,0 1 1 0 0,0 0-1 0 0,1 1 0 0 0,-1-1 1 0 0,1 1-1 0 0,1 0 1 0 0,-6 8-1 0 0,5-7-25 0 0,0 0-1 0 0,1 0 1 0 0,0 0 0 0 0,0 1-1 0 0,1-1 1 0 0,-1 1 0 0 0,2 0-1 0 0,-1 0 1 0 0,1 0-1 0 0,0 0 1 0 0,1 1 0 0 0,0-1-1 0 0,1 0 1 0 0,-1 1 0 0 0,1-1-1 0 0,1 0 1 0 0,2 14 0 0 0,-2-18-16 0 0,0 0 1 0 0,1-1-1 0 0,0 1 1 0 0,-1-1 0 0 0,1 1-1 0 0,0-1 1 0 0,1 0-1 0 0,-1 0 1 0 0,1 0-1 0 0,-1 0 1 0 0,1 0 0 0 0,0 0-1 0 0,0-1 1 0 0,0 1-1 0 0,5 2 1 0 0,-1-1-8 0 0,0-1 0 0 0,1 0 0 0 0,-1 0 1 0 0,1 0-1 0 0,0-1 0 0 0,-1 0 0 0 0,11 1 0 0 0,2-1-22 0 0,1-1 0 0 0,-1-1-1 0 0,0-1 1 0 0,1 0-1 0 0,25-6 1 0 0,-19 1-42 0 0,-1-2 0 0 0,-1-1 0 0 0,0 0 0 0 0,0-2 0 0 0,0-1 0 0 0,-2-1 0 0 0,0-1 0 0 0,0-1 0 0 0,-1-1 0 0 0,36-35 0 0 0,-33 27-2 0 0,-2-2 1 0 0,0-1-1 0 0,-2 0 0 0 0,-1-2 0 0 0,-1 0 0 0 0,-2-1 0 0 0,-1-1 0 0 0,13-34 1 0 0,-23 48 22 0 0,0 0 0 0 0,-2 0 0 0 0,0-1 1 0 0,0 0-1 0 0,-2 0 0 0 0,-1 0 0 0 0,0 0 1 0 0,-1 0-1 0 0,-3-22 0 0 0,3 38 49 0 0,-15 2-36 0 0,2 11 26 0 0,0 0 0 0 0,1 1 0 0 0,1 0 1 0 0,0 1-1 0 0,0 0 0 0 0,2 1 0 0 0,-1 0 1 0 0,2 1-1 0 0,0-1 0 0 0,1 2 0 0 0,-9 23 1 0 0,12-27 10 0 0,1-1 0 0 0,-1 0 0 0 0,2 1 1 0 0,0 0-1 0 0,0-1 0 0 0,1 1 0 0 0,1 0 1 0 0,0 0-1 0 0,0 0 0 0 0,2-1 0 0 0,-1 1 0 0 0,1 0 1 0 0,1-1-1 0 0,0 1 0 0 0,0-1 0 0 0,2 0 1 0 0,8 18-1 0 0,-11-25-10 0 0,1-1 0 0 0,0 1 0 0 0,0-1 1 0 0,0 0-1 0 0,0 0 0 0 0,1 0 0 0 0,-1 0 0 0 0,1-1 0 0 0,0 1 0 0 0,-1-1 1 0 0,1 0-1 0 0,0 0 0 0 0,0 0 0 0 0,1-1 0 0 0,-1 1 0 0 0,0-1 1 0 0,0 0-1 0 0,1 0 0 0 0,-1-1 0 0 0,1 1 0 0 0,-1-1 0 0 0,1 0 0 0 0,-1 0 1 0 0,1-1-1 0 0,-1 1 0 0 0,0-1 0 0 0,7-1 0 0 0,11-4-36 0 0,1 0-1 0 0,-1-2 0 0 0,38-18 1 0 0,-53 23 32 0 0,-6 3-6 0 0,0-1 0 0 0,-1 0 0 0 0,1 1 0 0 0,0-1-1 0 0,0 1 1 0 0,-1-1 0 0 0,1 1 0 0 0,0 0 0 0 0,0-1 0 0 0,0 1 0 0 0,0 0 0 0 0,-1 0 0 0 0,1-1 0 0 0,0 1-1 0 0,0 0 1 0 0,0 0 0 0 0,0 0 0 0 0,0 0 0 0 0,0 0 0 0 0,0 0 0 0 0,-1 0 0 0 0,1 1 0 0 0,0-1 0 0 0,0 0-1 0 0,0 0 1 0 0,0 1 0 0 0,0-1 0 0 0,-1 0 0 0 0,1 1 0 0 0,0-1 0 0 0,0 1 0 0 0,-1-1 0 0 0,1 1 0 0 0,0-1-1 0 0,-1 1 1 0 0,1 0 0 0 0,0-1 0 0 0,-1 1 0 0 0,1 0 0 0 0,-1-1 0 0 0,1 3 0 0 0,0-2 2 0 0,1 1 1 0 0,-1 0-1 0 0,0-1 0 0 0,0 1 1 0 0,1-1-1 0 0,-1 0 1 0 0,1 1-1 0 0,0-1 1 0 0,-1 0-1 0 0,1 0 0 0 0,0 0 1 0 0,3 2-1 0 0,1-1 13 0 0,0 0-1 0 0,1 0 1 0 0,-1 0 0 0 0,1-1-1 0 0,0 0 1 0 0,-1 0-1 0 0,13-1 1 0 0,-17 0 9 0 0,0 0 1 0 0,-1 0 0 0 0,1 0-1 0 0,0 0 1 0 0,-1-1-1 0 0,1 1 1 0 0,0-1 0 0 0,-1 1-1 0 0,1-1 1 0 0,0 0 0 0 0,-1 1-1 0 0,1-1 1 0 0,-1 0-1 0 0,1 0 1 0 0,-1 0 0 0 0,0 0-1 0 0,1 0 1 0 0,-1-1 0 0 0,0 1-1 0 0,0 0 1 0 0,0-1-1 0 0,0 1 1 0 0,0-1 0 0 0,0 1-1 0 0,0-1 1 0 0,0 1-1 0 0,-1-1 1 0 0,1 1 0 0 0,-1-1-1 0 0,1 0 1 0 0,-1 1 0 0 0,1-1-1 0 0,-1 0 1 0 0,0 0-1 0 0,0 1 1 0 0,0-4 0 0 0,0 1 14 0 0,-1 0 1 0 0,1 0 0 0 0,-1 1 0 0 0,0-1 0 0 0,0 0 0 0 0,0 1 0 0 0,0-1-1 0 0,-3-5 1 0 0,1 3-127 0 0,2 4-207 0 0</inkml:trace>
</inkml:ink>
</file>

<file path=ppt/ink/ink6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0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29 524 0 0,'0'0'1043'0'0,"7"-2"3916"0"0,0 9-4596 0 0,0 0 0 0 0,-1 1 1 0 0,0 0-1 0 0,0 0 0 0 0,0 0 0 0 0,-1 1 0 0 0,0 0 1 0 0,-1 0-1 0 0,0 0 0 0 0,-1 1 0 0 0,5 18 0 0 0,-7-24-277 0 0,0 0 0 0 0,-1 0 0 0 0,0 0-1 0 0,0-1 1 0 0,0 1 0 0 0,0 0 0 0 0,-1 7-1 0 0,-1 1 130 0 0,2-11-40 0 0,0 2-99 0 0,1 6-36 0 0,-1-7-76 0 0,5-4-206 0 0,55-28 48 0 0,-18 11-82 0 0,41-28 0 0 0,-72 41 378 0 0,-1-1 0 0 0,0-1 0 0 0,-1 1 0 0 0,0-2 0 0 0,0 1 0 0 0,-1-1 0 0 0,0-1-1 0 0,0 1 1 0 0,7-13 0 0 0,-14 20 20 0 0,8-14 2467 0 0,-12 19-229 0 0,-5 8-2818 0 0,8-8 489 0 0,0 1 0 0 0,0 0 0 0 0,0 0 1 0 0,0-1-1 0 0,1 1 0 0 0,-1 0 1 0 0,1-1-1 0 0,0 1 0 0 0,0 0 0 0 0,1-1 1 0 0,-1 0-1 0 0,1 1 0 0 0,3 5 1 0 0,-4-8-42 0 0,1 3-234 0 0,0 0 0 0 0,1 0 1 0 0,0-1-1 0 0,0 1 1 0 0,0-1-1 0 0,0 1 1 0 0,1-1-1 0 0,-1 0 1 0 0,1 0-1 0 0,0-1 1 0 0,7 5-1 0 0,-7-5-657 0 0,-1-1 0 0 0,1 1-1 0 0,0-1 1 0 0,-1 0 0 0 0,1 0 0 0 0,0 0-1 0 0,0 0 1 0 0,7-1 0 0 0,4 0-2521 0 0</inkml:trace>
</inkml:ink>
</file>

<file path=ppt/ink/ink6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0.7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15 696 0 0,'0'0'4044'0'0,"5"2"-3454"0"0,1 2-336 0 0,0 0 0 0 0,0 0 0 0 0,-1 0 1 0 0,0 1-1 0 0,0 0 0 0 0,0 0 0 0 0,0 0 1 0 0,-1 1-1 0 0,1 0 0 0 0,-2-1 0 0 0,1 1 0 0 0,0 1 1 0 0,2 7-1 0 0,-2-6-563 0 0,7 10 2404 0 0,-10-18-2054 0 0,-1 0 0 0 0,1 0 1 0 0,-1 0-1 0 0,1 0 1 0 0,-1 0-1 0 0,1 0 0 0 0,0 0 1 0 0,-1 0-1 0 0,1 0 1 0 0,-1 0-1 0 0,1 0 0 0 0,-1 0 1 0 0,1 0-1 0 0,0-1 0 0 0,-1 1 1 0 0,1 0-1 0 0,-1 0 1 0 0,1-1-1 0 0,-1 1 0 0 0,1 0 1 0 0,-1-1-1 0 0,0 1 1 0 0,1 0-1 0 0,-1-1 0 0 0,1 1 1 0 0,-1-1-1 0 0,0 1 0 0 0,1-1 1 0 0,-1 1-1 0 0,0-1 1 0 0,1 1-1 0 0,-1-1 0 0 0,0 1 1 0 0,0-2-1 0 0,14-18 135 0 0,-6 8-274 0 0,0 0-1 0 0,1 1 1 0 0,14-14-1 0 0,-19 21-893 0 0,1 0-1 0 0,-1 1 0 0 0,1-1 1 0 0,0 1-1 0 0,0 1 0 0 0,10-5 0 0 0,0 1-1795 0 0</inkml:trace>
</inkml:ink>
</file>

<file path=ppt/ink/ink6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1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9 844 0 0,'0'-1'173'0'0,"0"1"1"0"0,0 0-1 0 0,0-1 0 0 0,0 1 0 0 0,0 0 1 0 0,0-1-1 0 0,0 1 0 0 0,0 0 0 0 0,0 0 1 0 0,0-1-1 0 0,0 1 0 0 0,0 0 0 0 0,0-1 1 0 0,0 1-1 0 0,0 0 0 0 0,1 0 0 0 0,-1-1 1 0 0,0 1-1 0 0,0 0 0 0 0,0 0 0 0 0,0-1 1 0 0,1 1-1 0 0,-1 0 0 0 0,0 0 0 0 0,0 0 1 0 0,1-1-1 0 0,-1 1 0 0 0,0 0 1 0 0,0 0-1 0 0,1 0 0 0 0,-1 0 0 0 0,0 0 1 0 0,1 0-1 0 0,-1-1 0 0 0,0 1 0 0 0,0 0 1 0 0,1 0-1 0 0,-1 0 0 0 0,0 0 0 0 0,1 0 1 0 0,-1 0-1 0 0,0 0 0 0 0,1 0 0 0 0,-1 0 1 0 0,0 0-1 0 0,0 0 0 0 0,1 1 0 0 0,-1-1 1 0 0,11 19 2905 0 0,7 46-3229 0 0,-14-46 1316 0 0,5 12-936 0 0,-2 1 0 0 0,-1 0 0 0 0,-1 0 0 0 0,-2 1 1 0 0,-1-1-1 0 0,-5 59 0 0 0,-4-66-1043 0 0,3-15-1053 0 0,2 2-5127 0 0</inkml:trace>
</inkml:ink>
</file>

<file path=ppt/ink/ink6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1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82 784 0 0,'13'-6'2392'0'0,"18"0"-863"0"0,-12 1-743 0 0,-1 2 0 0 0,1 0 0 0 0,27 0 0 0 0,-41 3-699 0 0,0 0 0 0 0,-1 0-1 0 0,1 1 1 0 0,0 0-1 0 0,0 0 1 0 0,-1 0 0 0 0,1 0-1 0 0,0 1 1 0 0,-1 0-1 0 0,0 0 1 0 0,1 0 0 0 0,-1 0-1 0 0,0 1 1 0 0,0 0-1 0 0,0 0 1 0 0,0 0 0 0 0,-1 0-1 0 0,6 6 1 0 0,-7-6-30 0 0,0 0 0 0 0,0-1 0 0 0,1 1 0 0 0,0-1 0 0 0,-1 1-1 0 0,1-1 1 0 0,0 0 0 0 0,0 0 0 0 0,0 0 0 0 0,0-1 0 0 0,0 1 0 0 0,0-1 0 0 0,1 1 0 0 0,-1-1 0 0 0,0 0 0 0 0,1 0 0 0 0,-1-1 0 0 0,1 1-1 0 0,-1-1 1 0 0,5 0 0 0 0,-6 0 28 0 0,0 0 1 0 0,0-1-1 0 0,0 0 0 0 0,0 0 0 0 0,0 1 0 0 0,0-1 0 0 0,0 0 0 0 0,0 0 0 0 0,-1-1 0 0 0,1 1 1 0 0,0 0-1 0 0,-1-1 0 0 0,1 1 0 0 0,-1-1 0 0 0,0 1 0 0 0,1-1 0 0 0,-1 0 0 0 0,0 1 0 0 0,0-1 1 0 0,0 0-1 0 0,0 0 0 0 0,0 0 0 0 0,-1 0 0 0 0,1 0 0 0 0,0 0 0 0 0,-1 0 0 0 0,1 0 0 0 0,-1 0 1 0 0,0 0-1 0 0,0 0 0 0 0,0 0 0 0 0,0 0 0 0 0,0 0 0 0 0,-1-3 0 0 0,2 1 0 0 0,-1 1-1 0 0,0-1 1 0 0,-1 0-1 0 0,1 0 1 0 0,-1 0-1 0 0,0 0 1 0 0,1 0-1 0 0,-2 0 1 0 0,1 1-1 0 0,0-1 1 0 0,-1 0 0 0 0,0 1-1 0 0,1-1 1 0 0,-4-3-1 0 0,-17-5-2244 0 0,-9 13-3930 0 0,12 2 2327 0 0</inkml:trace>
</inkml:ink>
</file>

<file path=ppt/ink/ink6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3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5 387 628 0 0,'0'0'158'0'0,"-1"0"1"0"0,1 0-1 0 0,0 0 0 0 0,0-1 1 0 0,-1 1-1 0 0,1 0 0 0 0,0 0 0 0 0,0 0 1 0 0,-1-1-1 0 0,1 1 0 0 0,0 0 1 0 0,0-1-1 0 0,0 1 0 0 0,-1 0 0 0 0,1 0 1 0 0,0-1-1 0 0,0 1 0 0 0,0 0 1 0 0,0-1-1 0 0,0 1 0 0 0,0 0 1 0 0,0-1-1 0 0,-1 1 0 0 0,1 0 0 0 0,0-1 1 0 0,0 1-1 0 0,0 0 0 0 0,0-1 1 0 0,1 1-1 0 0,-1 0 0 0 0,0-1 0 0 0,0 1 1 0 0,0 0-1 0 0,0-1 0 0 0,0 1 1 0 0,0 0-1 0 0,0-1 0 0 0,1 1 0 0 0,-1 0 1 0 0,0 0-1 0 0,0-1 0 0 0,0 1 1 0 0,1 0-1 0 0,-1 0 0 0 0,0-1 1 0 0,0 1-1 0 0,1 0 0 0 0,24-13 2502 0 0,53-8-3092 0 0,-55 15 1346 0 0,-11 3-796 0 0,32-9 389 0 0,47-20-1 0 0,-81 28-420 0 0,0 0 1 0 0,0-1-1 0 0,-1 0 0 0 0,1-1 0 0 0,-1 0 0 0 0,0-1 0 0 0,-1 0 0 0 0,1 0 0 0 0,-1-1 0 0 0,9-11 0 0 0,-16 18-79 0 0,-1 1 1 0 0,1-1-1 0 0,0 0 0 0 0,0 0 1 0 0,0 0-1 0 0,-1 0 0 0 0,1 0 1 0 0,-1 0-1 0 0,1 0 1 0 0,-1 0-1 0 0,1 0 0 0 0,-1 0 1 0 0,1 0-1 0 0,-1 0 0 0 0,0 0 1 0 0,1 0-1 0 0,-1-1 0 0 0,0 1 1 0 0,0 0-1 0 0,0 0 1 0 0,0 0-1 0 0,0 0 0 0 0,0-1 1 0 0,-1 1-1 0 0,1 0 0 0 0,0 0 1 0 0,0 0-1 0 0,-1 0 1 0 0,1 0-1 0 0,-1 0 0 0 0,1 0 1 0 0,-1 0-1 0 0,1 0 0 0 0,-1 0 1 0 0,0 0-1 0 0,1 0 0 0 0,-1 0 1 0 0,0 0-1 0 0,0 0 1 0 0,-2-1-1 0 0,1 0 6 0 0,-4 4-1 0 0,-11 5 4 0 0,1 0 0 0 0,0 1 0 0 0,0 0 0 0 0,0 1 0 0 0,-27 22 0 0 0,37-26-12 0 0,0-1 0 0 0,0 1 0 0 0,1 0 0 0 0,0 1 0 0 0,0-1 0 0 0,0 1-1 0 0,1 0 1 0 0,0 0 0 0 0,0 1 0 0 0,0-1 0 0 0,1 1 0 0 0,0 0 0 0 0,0 0 0 0 0,1 0 0 0 0,0 0-1 0 0,0 0 1 0 0,-1 13 0 0 0,3-16-1 0 0,1 0-1 0 0,0-1 0 0 0,0 1 1 0 0,0 0-1 0 0,0-1 1 0 0,1 1-1 0 0,-1-1 0 0 0,1 0 1 0 0,0 1-1 0 0,0-1 0 0 0,0 0 1 0 0,1 0-1 0 0,-1 0 0 0 0,1 0 1 0 0,0-1-1 0 0,-1 1 1 0 0,1-1-1 0 0,0 1 0 0 0,1-1 1 0 0,-1 0-1 0 0,0 0 0 0 0,0-1 1 0 0,1 1-1 0 0,-1-1 1 0 0,1 1-1 0 0,5 0 0 0 0,4 2-19 0 0,1 0 1 0 0,0 0-1 0 0,0-2 0 0 0,0 1 0 0 0,25-1 0 0 0,-11-3-17 0 0,0-2 0 0 0,-1 0-1 0 0,1-2 1 0 0,-1-1 0 0 0,0-2 0 0 0,0 0 0 0 0,-1-2 0 0 0,0 0 0 0 0,-1-2-1 0 0,0-1 1 0 0,-1-1 0 0 0,36-28 0 0 0,-39 18 81 0 0,-17 15 94 0 0,-17 14 254 0 0,4 0-382 0 0,1 0-1 0 0,-1 1 0 0 0,1 0 1 0 0,-12 12-1 0 0,18-15-4 0 0,0-1 0 0 0,0 1 0 0 0,0 0-1 0 0,0 0 1 0 0,0 0 0 0 0,1 0 0 0 0,-1 0 0 0 0,1 1 0 0 0,0-1 0 0 0,0 0-1 0 0,0 1 1 0 0,0-1 0 0 0,0 0 0 0 0,1 1 0 0 0,0 4 0 0 0,9 4 218 0 0,5-9-463 0 0,-1-2-1 0 0,1 0 0 0 0,-1 0 1 0 0,1-1-1 0 0,0-1 0 0 0,-1 0 1 0 0,1-1-1 0 0,-1-1 0 0 0,14-4 0 0 0,-6 2-1269 0 0,0 2-1 0 0,31-3 0 0 0,22-3-500 0 0,-35 3 3489 0 0,-37 6-155 0 0,20 29-188 0 0,-14-25-1065 0 0,0 0 0 0 0,1-1 0 0 0,0 1-1 0 0,0-2 1 0 0,0 1 0 0 0,0-1 0 0 0,0-1 0 0 0,1 0-1 0 0,-1 0 1 0 0,0-1 0 0 0,14-1 0 0 0,3 0-15 0 0,0-2 0 0 0,-1 0 1 0 0,27-9-1 0 0,-40 10-43 0 0,-1-2 0 0 0,0 1 1 0 0,0-2-1 0 0,0 1 0 0 0,0-2 0 0 0,-1 1 0 0 0,0-1 0 0 0,0-1 1 0 0,0 0-1 0 0,-1 0 0 0 0,0-1 0 0 0,0 0 0 0 0,-1-1 1 0 0,0 0-1 0 0,-1 0 0 0 0,0-1 0 0 0,0 0 0 0 0,-1 0 1 0 0,0 0-1 0 0,-1-1 0 0 0,0 0 0 0 0,-1 0 0 0 0,0 0 0 0 0,-1 0 1 0 0,0-1-1 0 0,-1 1 0 0 0,0-1 0 0 0,-1 0 0 0 0,0 0 1 0 0,0 0-1 0 0,-2 1 0 0 0,1-1 0 0 0,-2 0 0 0 0,1 0 0 0 0,-5-11 1 0 0,6 20 8 0 0,-11-32 224 0 0,11 34-233 0 0,-1 0 0 0 0,1 0 0 0 0,-1-1-1 0 0,1 1 1 0 0,-1 0 0 0 0,0 0 0 0 0,1 0-1 0 0,-1 0 1 0 0,0 0 0 0 0,0 0 0 0 0,0 0-1 0 0,0 0 1 0 0,0 1 0 0 0,0-1 0 0 0,0 0-1 0 0,0 0 1 0 0,0 1 0 0 0,0-1 0 0 0,0 1-1 0 0,-1-1 1 0 0,1 1 0 0 0,0-1 0 0 0,0 1-1 0 0,-2-1 1 0 0,-21 19 128 0 0,20-12-121 0 0,1 0 0 0 0,0 0 0 0 0,1 0 0 0 0,-1 1 0 0 0,1-1 0 0 0,1 1 0 0 0,-1-1 0 0 0,1 1 0 0 0,0-1 0 0 0,0 1-1 0 0,1 0 1 0 0,0 0 0 0 0,0-1 0 0 0,1 1 0 0 0,0 0 0 0 0,0-1 0 0 0,1 1 0 0 0,-1 0 0 0 0,1-1 0 0 0,1 0 0 0 0,-1 1 0 0 0,4 5 0 0 0,3 3 92 0 0,0 0 0 0 0,0-1 0 0 0,2 0 0 0 0,0 0 0 0 0,0-1 0 0 0,1-1 0 0 0,18 15 0 0 0,-25-24-150 0 0,-1-1 0 0 0,0 1 1 0 0,1-1-1 0 0,0 0 1 0 0,0 0-1 0 0,-1-1 1 0 0,1 0-1 0 0,8 2 1 0 0,24 3-3610 0 0,-22-4-415 0 0,-4-1 1066 0 0</inkml:trace>
</inkml:ink>
</file>

<file path=ppt/ink/ink6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3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1 351 180 0 0,'0'0'8103'0'0,"1"5"-7669"0"0,0 0-352 0 0,1-1 1 0 0,0 1 0 0 0,0-1-1 0 0,0 0 1 0 0,1 0-1 0 0,0 0 1 0 0,0 0-1 0 0,0 0 1 0 0,0-1 0 0 0,0 1-1 0 0,1-1 1 0 0,-1 0-1 0 0,1 0 1 0 0,0 0 0 0 0,0 0-1 0 0,0-1 1 0 0,0 0-1 0 0,1 0 1 0 0,-1 0-1 0 0,1 0 1 0 0,7 2 0 0 0,0-1 16 0 0,0 1 1 0 0,0-1 0 0 0,0-1-1 0 0,1-1 1 0 0,-1 1 0 0 0,0-2 0 0 0,1 0-1 0 0,13-1 1 0 0,-23 0-85 0 0,-1 1 0 0 0,1-1 0 0 0,0 0 0 0 0,-1 0 0 0 0,1 0 0 0 0,-1 0 0 0 0,1 0 0 0 0,-1-1 0 0 0,1 1 0 0 0,-1-1 0 0 0,0 1 0 0 0,1-1 0 0 0,-1 0 0 0 0,0 0 0 0 0,0 0-1 0 0,-1 0 1 0 0,1 0 0 0 0,0-1 0 0 0,-1 1 0 0 0,1 0 0 0 0,-1-1 0 0 0,0 1 0 0 0,0-1 0 0 0,0 0 0 0 0,0 1 0 0 0,0-1 0 0 0,0 0 0 0 0,-1 1 0 0 0,0-1 0 0 0,1-4 0 0 0,0-11 25 0 0,-1-1-1 0 0,0 1 1 0 0,-5-34 0 0 0,0 2 24 0 0,5 37-56 0 0,1-1 1 0 0,1 1 0 0 0,0 0-1 0 0,1-1 1 0 0,0 1 0 0 0,1 0 0 0 0,1 0-1 0 0,0 1 1 0 0,0 0 0 0 0,14-23-1 0 0,-16 31-7 0 0,0-1-1 0 0,0 1 1 0 0,0 0-1 0 0,0 1 1 0 0,1-1-1 0 0,-1 0 1 0 0,1 1 0 0 0,0 0-1 0 0,0 0 1 0 0,0 0-1 0 0,1 0 1 0 0,-1 1-1 0 0,1-1 1 0 0,-1 1-1 0 0,1 1 1 0 0,0-1-1 0 0,0 0 1 0 0,0 1 0 0 0,0 0-1 0 0,0 0 1 0 0,0 1-1 0 0,0-1 1 0 0,0 1-1 0 0,0 0 1 0 0,0 1-1 0 0,0-1 1 0 0,0 1-1 0 0,0 0 1 0 0,0 0-1 0 0,0 0 1 0 0,0 1 0 0 0,5 2-1 0 0,-5-1 20 0 0,1 1-1 0 0,-1-1 1 0 0,0 1 0 0 0,0 0-1 0 0,0 0 1 0 0,-1 1 0 0 0,0 0-1 0 0,1-1 1 0 0,-2 1 0 0 0,1 1-1 0 0,0-1 1 0 0,-1 0 0 0 0,0 1-1 0 0,-1 0 1 0 0,5 11 0 0 0,3 12 158 0 0,12 59 0 0 0,-19-73-155 0 0,4 13 46 0 0,-1 0 0 0 0,-1 1 1 0 0,-2-1-1 0 0,-1 1 0 0 0,-3 50 0 0 0,1-78-69 0 0,-2 17-568 0 0,0 0 0 0 0,-1 0 1 0 0,-1-1-1 0 0,-1 1 0 0 0,-13 31 1 0 0,18-47 320 0 0,-1-1 0 0 0,1 0 1 0 0,-1 1-1 0 0,0-1 1 0 0,1 0-1 0 0,-1 0 0 0 0,0 0 1 0 0,0 0-1 0 0,0 0 1 0 0,0 0-1 0 0,0 0 0 0 0,0 0 1 0 0,0 0-1 0 0,0 0 1 0 0,0-1-1 0 0,-1 1 0 0 0,1 0 1 0 0,0-1-1 0 0,0 1 1 0 0,-3 0-1 0 0,2 0-366 0 0</inkml:trace>
</inkml:ink>
</file>

<file path=ppt/ink/ink6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4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0 362 120 0 0,'19'-16'666'0'0,"-1"-1"-1"0"0,-1 0 1 0 0,0-1 0 0 0,-1-1-1 0 0,-1 0 1 0 0,-1-1-1 0 0,-1 0 1 0 0,-1-2 0 0 0,-1 1-1 0 0,0-1 1 0 0,-2-1 0 0 0,0 0-1 0 0,6-33 1 0 0,-14 54-547 0 0,0 0 1 0 0,0 0 0 0 0,-1 0-1 0 0,1 0 1 0 0,-1 0-1 0 0,0 0 1 0 0,0 0-1 0 0,1-1 1 0 0,-1 1 0 0 0,-1 0-1 0 0,1 0 1 0 0,0 0-1 0 0,0 0 1 0 0,-1 0-1 0 0,1 0 1 0 0,-1 0-1 0 0,0 0 1 0 0,0 0 0 0 0,0 0-1 0 0,-1-3 1 0 0,0 3 112 0 0,1 4-209 0 0,0 0-1 0 0,-1 0 0 0 0,1 0 1 0 0,-1 0-1 0 0,1 0 0 0 0,-1-1 0 0 0,0 1 1 0 0,1 0-1 0 0,-1-1 0 0 0,-3 3 0 0 0,3-3 16 0 0,-3 6 38 0 0,1-1 0 0 0,0 1 0 0 0,0 0 0 0 0,0 0 0 0 0,1 0 0 0 0,0 1 0 0 0,1-1 0 0 0,-4 15 0 0 0,-5 63 452 0 0,10-72-441 0 0,0 12 77 0 0,1 0 0 0 0,2 0-1 0 0,0-1 1 0 0,2 1 0 0 0,0 0 0 0 0,15 41 0 0 0,-19-65-159 0 0,0 0 1 0 0,1-1 0 0 0,-1 1 0 0 0,0-1 0 0 0,1 1-1 0 0,-1 0 1 0 0,1-1 0 0 0,-1 1 0 0 0,1-1-1 0 0,-1 1 1 0 0,1-1 0 0 0,-1 0 0 0 0,1 1 0 0 0,0-1-1 0 0,-1 1 1 0 0,1-1 0 0 0,0 0 0 0 0,-1 0-1 0 0,1 1 1 0 0,0-1 0 0 0,-1 0 0 0 0,1 0 0 0 0,0 0-1 0 0,-1 0 1 0 0,1 0 0 0 0,0 1 0 0 0,1-2-1 0 0,27-1 27 0 0,0 0-15 0 0,32 13 11 0 0,-39-6-39 0 0,0-1 1 0 0,1-1-1 0 0,0-1 0 0 0,27-1 1 0 0,-42-1 6 0 0,0-1 0 0 0,0 0-1 0 0,0-1 1 0 0,0 0 0 0 0,-1 0 0 0 0,1-1 0 0 0,-1 0 0 0 0,0 0 0 0 0,0-1-1 0 0,0 0 1 0 0,0 0 0 0 0,0 0 0 0 0,-1-1 0 0 0,0 0 0 0 0,0 0 0 0 0,9-11-1 0 0,-5 2-27 0 0,-13 10-87 0 0,-15 10 45 0 0,17-5 83 0 0,-4 1 6 0 0,5-1-15 0 0,0 1 0 0 0,0-1 1 0 0,0 1-1 0 0,0-1 0 0 0,0 1 0 0 0,1-1 0 0 0,-1 0 1 0 0,0 1-1 0 0,1-1 0 0 0,-1 0 0 0 0,1 1 1 0 0,0-1-1 0 0,-1 0 0 0 0,1 0 0 0 0,0 0 0 0 0,0 1 1 0 0,0-1-1 0 0,0 0 0 0 0,0 0 0 0 0,0 0 0 0 0,0 0 1 0 0,0-1-1 0 0,0 1 0 0 0,0 0 0 0 0,0 0 0 0 0,2 0 1 0 0,1 0 0 0 0,0 1 1 0 0,0-1 0 0 0,0 0 0 0 0,0-1 0 0 0,0 1 0 0 0,1-1-1 0 0,-1 0 1 0 0,0 0 0 0 0,5 0 0 0 0,11-3 1 0 0,1-1 0 0 0,35-10 0 0 0,-56 14-3 0 0,26-9 5 0 0,1 2 0 0 0,1 1 0 0 0,52-5 0 0 0,-78 11 3 0 0,-1 0 1 0 0,1 0-1 0 0,-1 1 0 0 0,1-1 1 0 0,-1 0-1 0 0,0 1 1 0 0,1-1-1 0 0,-1 1 1 0 0,1-1-1 0 0,-1 1 0 0 0,0-1 1 0 0,1 1-1 0 0,-1 0 1 0 0,0 0-1 0 0,0 0 1 0 0,1 0-1 0 0,-1 0 0 0 0,0 0 1 0 0,0 0-1 0 0,0 0 1 0 0,0 0-1 0 0,0 1 1 0 0,1 1-1 0 0,10 35-1093 0 0,-4-13-6805 0 0</inkml:trace>
</inkml:ink>
</file>

<file path=ppt/ink/ink6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4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59 160 0 0,'11'-6'1560'0'0,"-1"-3"-100"0"0,-4 1-100 0 0,2 3-63 0 0,-4-4 1003 0 0,3-3-1320 0 0,-2 6 652 0 0,-43 3-4720 0 0,25 7-109 0 0,-6-1 741 0 0</inkml:trace>
</inkml:ink>
</file>

<file path=ppt/ink/ink6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37.7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581 778 636 0 0,'-14'-27'1535'0'0,"10"21"-1014"0"0,0 0 0 0 0,1-1 0 0 0,0 0 0 0 0,0 1 0 0 0,1-1 0 0 0,-1 0 1 0 0,2 0-1 0 0,-1-1 0 0 0,1 1 0 0 0,0 0 0 0 0,0-8 0 0 0,1 12-413 0 0,1 0-1 0 0,0 1 1 0 0,0-1-1 0 0,0 0 1 0 0,1 0-1 0 0,-1 1 1 0 0,0-1-1 0 0,1 1 1 0 0,0-1 0 0 0,0 1-1 0 0,0 0 1 0 0,0-1-1 0 0,0 1 1 0 0,0 0-1 0 0,0 1 1 0 0,1-1-1 0 0,-1 0 1 0 0,1 0-1 0 0,4-1 1 0 0,51-21 1033 0 0,-53 22-1043 0 0,1 1 0 0 0,-1-1 0 0 0,1 1 0 0 0,-1 0 0 0 0,1 1-1 0 0,-1-1 1 0 0,1 1 0 0 0,0 0 0 0 0,-1 1 0 0 0,12 1 0 0 0,-15-1-76 0 0,-1-1 0 0 0,1 1 0 0 0,0 0 0 0 0,-1 0 0 0 0,1 0 0 0 0,0 0 0 0 0,-1 0 0 0 0,1 0 0 0 0,-1 0 0 0 0,0 1 0 0 0,1-1 0 0 0,-1 1 0 0 0,0-1 0 0 0,0 0 0 0 0,0 1 0 0 0,0 0 0 0 0,0-1 0 0 0,0 1 0 0 0,0 0 0 0 0,-1 0 0 0 0,1-1 0 0 0,0 1 0 0 0,-1 0 0 0 0,0 0 0 0 0,1 0 0 0 0,-1 0 0 0 0,0-1 0 0 0,0 1 0 0 0,0 0 0 0 0,0 0 0 0 0,0 0 0 0 0,-1 0 0 0 0,1 0 0 0 0,0-1 0 0 0,-1 1 0 0 0,0 2 0 0 0,-5 15 38 0 0,0-1 1 0 0,-1 0 0 0 0,-1 0-1 0 0,0-1 1 0 0,-19 28 0 0 0,17-29-22 0 0,0-1 0 0 0,2 1 0 0 0,0 1 0 0 0,0 0 0 0 0,2 0 0 0 0,-9 33 0 0 0,15-48-35 0 0,-1 0-1 0 0,1 0 1 0 0,0 0 0 0 0,-1 0-1 0 0,1-1 1 0 0,0 1 0 0 0,0 0-1 0 0,1 0 1 0 0,-1 0 0 0 0,0 0-1 0 0,0 0 1 0 0,1 0 0 0 0,-1 0-1 0 0,1-1 1 0 0,0 1 0 0 0,0 0-1 0 0,-1 0 1 0 0,1-1 0 0 0,0 1-1 0 0,0-1 1 0 0,1 1 0 0 0,-1-1-1 0 0,0 1 1 0 0,0-1 0 0 0,3 2-1 0 0,-1-1-3 0 0,0-1 0 0 0,0 1-1 0 0,0-1 1 0 0,1 0-1 0 0,-1-1 1 0 0,0 1-1 0 0,1 0 1 0 0,-1-1-1 0 0,0 0 1 0 0,1 0 0 0 0,-1 0-1 0 0,0 0 1 0 0,5-1-1 0 0,9-2-13 0 0,1-1 0 0 0,-1-1 0 0 0,0 0-1 0 0,19-9 1 0 0,-5-1-20 0 0,-2-1 0 0 0,0-1 0 0 0,-1-1 0 0 0,0-2 0 0 0,-2-1-1 0 0,-1-1 1 0 0,0-1 0 0 0,-2-1 0 0 0,0-1 0 0 0,30-44 0 0 0,-38 47 12 0 0,-1-1 0 0 0,0 0 0 0 0,-2 0 0 0 0,-1-1 0 0 0,-1-1 0 0 0,-1 0 0 0 0,-1 0 1 0 0,-1-1-1 0 0,-2 0 0 0 0,0 0 0 0 0,-2 0 0 0 0,0-1 0 0 0,-3-50 0 0 0,-2 65 14 0 0,0-1-1 0 0,0 1 1 0 0,-1 0-1 0 0,0-1 1 0 0,-1 2 0 0 0,-1-1-1 0 0,0 0 1 0 0,0 1-1 0 0,-1 0 1 0 0,-1 0-1 0 0,1 1 1 0 0,-2-1 0 0 0,0 1-1 0 0,0 1 1 0 0,0 0-1 0 0,-1 0 1 0 0,-1 1 0 0 0,0 0-1 0 0,-12-8 1 0 0,6 7-3 0 0,0 0 0 0 0,0 2 0 0 0,-1 0 0 0 0,0 1 1 0 0,0 0-1 0 0,0 2 0 0 0,-1 0 0 0 0,0 1 0 0 0,0 0 0 0 0,0 2 0 0 0,0 0 1 0 0,0 1-1 0 0,-19 2 0 0 0,8 3 18 0 0,0 0 0 0 0,0 2 0 0 0,0 1 0 0 0,1 2 0 0 0,1 0 1 0 0,-1 2-1 0 0,2 1 0 0 0,0 1 0 0 0,0 1 0 0 0,-40 32 0 0 0,18-7 12 0 0,2 1 1 0 0,1 3-1 0 0,2 1 1 0 0,-44 63-1 0 0,60-72 0 0 0,2 1 0 0 0,1 1 0 0 0,2 2-1 0 0,1 0 1 0 0,3 1 0 0 0,1 1 0 0 0,2 0 0 0 0,-10 48 0 0 0,20-68-13 0 0,2 1 1 0 0,0-1 0 0 0,1 1 0 0 0,1 0 0 0 0,2 0 0 0 0,0-1 0 0 0,1 1 0 0 0,1-1 0 0 0,1 1 0 0 0,2-1 0 0 0,0 0 0 0 0,1 0-1 0 0,1-1 1 0 0,1 0 0 0 0,0-1 0 0 0,2 0 0 0 0,1 0 0 0 0,15 20 0 0 0,-9-19 5 0 0,1 0 0 0 0,1-1 1 0 0,0-2-1 0 0,2 0 0 0 0,0-1 1 0 0,1-1-1 0 0,1-1 0 0 0,0-1 0 0 0,1-1 1 0 0,0-1-1 0 0,1-1 0 0 0,1-2 0 0 0,-1-1 1 0 0,1 0-1 0 0,54 6 0 0 0,-38-9-11 0 0,1-2 0 0 0,0-2 0 0 0,1-2 0 0 0,-1-2 0 0 0,-1-1 0 0 0,1-3 0 0 0,-1-1 1 0 0,0-3-1 0 0,59-21 0 0 0,-51 11 2 0 0,-1-1 1 0 0,-1-3 0 0 0,82-55-1 0 0,-65 32 48 0 0,116-109 0 0 0,-152 128 7 0 0,-1-2 0 0 0,-2-2-1 0 0,-1 0 1 0 0,-1-2-1 0 0,-3 0 1 0 0,0-2 0 0 0,17-41-1 0 0,-32 59-18 0 0,0-1 0 0 0,-1 1-1 0 0,-1-1 1 0 0,0 0 0 0 0,-2-1-1 0 0,-1 1 1 0 0,0 0 0 0 0,-1-1 0 0 0,-2 0-1 0 0,0 1 1 0 0,-1 0 0 0 0,-1-1-1 0 0,0 1 1 0 0,-2 0 0 0 0,-1 0-1 0 0,-9-23 1 0 0,8 26-18 0 0,-2-1-1 0 0,0 1 1 0 0,-1 1 0 0 0,0-1-1 0 0,-2 2 1 0 0,1 0-1 0 0,-2 0 1 0 0,0 1 0 0 0,-1 0-1 0 0,0 1 1 0 0,-1 1 0 0 0,-1 1-1 0 0,0 0 1 0 0,0 0 0 0 0,-33-13-1 0 0,18 11-11 0 0,-1 2 0 0 0,0 2-1 0 0,-1 0 1 0 0,1 3-1 0 0,-2 0 1 0 0,1 2 0 0 0,-1 2-1 0 0,-41 2 1 0 0,10 4-219 0 0,1 2 0 0 0,0 4 0 0 0,1 2 0 0 0,0 3 0 0 0,-84 31 0 0 0,40-3-2463 0 0,1 4 1 0 0,-111 69 0 0 0,108-52-877 0 0</inkml:trace>
</inkml:ink>
</file>

<file path=ppt/ink/ink6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71 872 0 0,'17'-71'8680'0'0,"-19"77"-8338"0"0,-52 150 1266 0 0,37-114-1325 0 0,1 1 1 0 0,2 1-1 0 0,-8 49 0 0 0,21-85-235 0 0,-2 4 25 0 0,1 1 0 0 0,0-1 0 0 0,1 1 0 0 0,0-1 0 0 0,1 1 0 0 0,1 0 0 0 0,0-1 0 0 0,0 1 0 0 0,5 15 0 0 0,-5-27-56 0 0,-1-1 0 0 0,1 1 0 0 0,0-1 0 0 0,-1 1 0 0 0,1-1 0 0 0,0 1 1 0 0,-1-1-1 0 0,1 0 0 0 0,0 1 0 0 0,0-1 0 0 0,-1 0 0 0 0,1 0 0 0 0,0 0 0 0 0,0 0 0 0 0,0 1 0 0 0,-1-1 0 0 0,1 0 0 0 0,0 0 0 0 0,0 0 0 0 0,0-1 0 0 0,-1 1 0 0 0,1 0 0 0 0,0 0 0 0 0,0 0 0 0 0,0-1 0 0 0,-1 1 0 0 0,2-1 0 0 0,22-8 169 0 0,-5-3-91 0 0,-1 0 0 0 0,-1-1 1 0 0,0-1-1 0 0,-1-1 0 0 0,23-27 1 0 0,16-14 41 0 0,-52 54-153 0 0,3 1 10 0 0,0 3 3 0 0,-1 0-1 0 0,1 0 1 0 0,0 0-1 0 0,-1 1 1 0 0,0-1-1 0 0,1 1 1 0 0,8 7-1 0 0,0-1-2 0 0,-2-3-23 0 0,0-1-1 0 0,0 0 0 0 0,1-1 0 0 0,-1 0 0 0 0,1-1 0 0 0,0 0 1 0 0,0-1-1 0 0,0-1 0 0 0,0 0 0 0 0,0-1 0 0 0,0 0 0 0 0,1-1 1 0 0,-1 0-1 0 0,0-1 0 0 0,0-1 0 0 0,15-5 0 0 0,-21 6 30 0 0,-1 0-1 0 0,1-1 1 0 0,0 0-1 0 0,-1-1 0 0 0,0 0 1 0 0,1 1-1 0 0,-2-2 1 0 0,1 1-1 0 0,0-1 0 0 0,-1 0 1 0 0,0 0-1 0 0,0-1 1 0 0,0 1-1 0 0,-1-1 0 0 0,0 0 1 0 0,0 0-1 0 0,0-1 1 0 0,-1 1-1 0 0,0-1 1 0 0,0 1-1 0 0,-1-1 0 0 0,0 0 1 0 0,0 0-1 0 0,-1 0 1 0 0,1-1-1 0 0,-1 1 0 0 0,-1 0 1 0 0,0 0-1 0 0,0-1 1 0 0,-1-11-1 0 0,0 11 4 0 0,0 0 0 0 0,0 0 0 0 0,-1 0 1 0 0,0 0-1 0 0,0 0 0 0 0,-1 0 0 0 0,0 1 0 0 0,0-1 0 0 0,-1 1 0 0 0,0 0 1 0 0,0 0-1 0 0,-1 0 0 0 0,-10-11 0 0 0,14 17-25 0 0,-2 4-1092 0 0,2-2 996 0 0,-1 0 1 0 0,1 0-1 0 0,0 0 0 0 0,0 0 1 0 0,0 0-1 0 0,0 0 1 0 0,0 1-1 0 0,0-1 1 0 0,0 0-1 0 0,0 1 0 0 0,0-1 1 0 0,1 1-1 0 0,-1-1 1 0 0,0 1-1 0 0,1-1 0 0 0,-1 1 1 0 0,1 0-1 0 0,0 1 1 0 0,6 25-6042 0 0,-2-20 3504 0 0</inkml:trace>
</inkml:ink>
</file>

<file path=ppt/ink/ink6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0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14 176 0 0,'-4'-1'259'0'0,"-1"1"-1"0"0,1 0 1 0 0,0 0 0 0 0,-1 1-1 0 0,1-1 1 0 0,0 1 0 0 0,-1 0-1 0 0,1 0 1 0 0,0 0 0 0 0,0 1-1 0 0,0-1 1 0 0,-5 4 0 0 0,7-4-118 0 0,0 1 0 0 0,0-1 1 0 0,0 1-1 0 0,0-1 0 0 0,0 1 0 0 0,1 0 1 0 0,-1 0-1 0 0,1 0 0 0 0,-1 0 1 0 0,1 0-1 0 0,0 0 0 0 0,0 0 1 0 0,0 0-1 0 0,0 0 0 0 0,0 1 1 0 0,0-1-1 0 0,1 0 0 0 0,-1 1 0 0 0,1-1 1 0 0,-1 0-1 0 0,1 1 0 0 0,0-1 1 0 0,0 1-1 0 0,1 3 0 0 0,-1 0 0 0 0,1-1-1 0 0,0 1 1 0 0,0-1-1 0 0,0 0 1 0 0,1 1-1 0 0,0-1 1 0 0,0 0-1 0 0,0 0 1 0 0,1 0-1 0 0,-1 0 1 0 0,1-1-1 0 0,0 1 1 0 0,1-1-1 0 0,-1 1 1 0 0,1-1-1 0 0,0 0 1 0 0,0-1-1 0 0,0 1 1 0 0,0-1-1 0 0,7 4 1 0 0,-9-6-91 0 0,0-1 0 0 0,0 1 0 0 0,0-1 0 0 0,0 0 0 0 0,0 1 0 0 0,0-1 0 0 0,1 0 0 0 0,-1-1 0 0 0,0 1 0 0 0,0 0 0 0 0,0-1 0 0 0,0 1 0 0 0,0-1 0 0 0,0 1 0 0 0,0-1 0 0 0,0 0 0 0 0,0 0 0 0 0,0 0 0 0 0,0 0 0 0 0,-1 0 0 0 0,1 0 0 0 0,0-1 0 0 0,-1 1 0 0 0,1-1 0 0 0,-1 1 0 0 0,1-1 0 0 0,-1 1 0 0 0,1-3 0 0 0,1 1 6 0 0,0 0 1 0 0,-1 0-1 0 0,0-1 0 0 0,0 1 1 0 0,0-1-1 0 0,0 1 0 0 0,0-1 1 0 0,-1 0-1 0 0,1 1 0 0 0,-1-1 1 0 0,0 0-1 0 0,-1 0 0 0 0,1 0 1 0 0,0-8-1 0 0,-1 7-38 0 0,-1-1 0 0 0,0 1 0 0 0,0 0 0 0 0,0 0 0 0 0,-1 0 1 0 0,1 0-1 0 0,-1 0 0 0 0,0 0 0 0 0,-1 0 0 0 0,1 0 0 0 0,-1 1 0 0 0,0 0 0 0 0,0-1 0 0 0,0 1 0 0 0,-1 0 0 0 0,0 0 0 0 0,1 1 0 0 0,-1-1 0 0 0,-1 1 0 0 0,-5-4 0 0 0,8 6-281 0 0,-27 14-2506 0 0,20-9-2193 0 0</inkml:trace>
</inkml:ink>
</file>

<file path=ppt/ink/ink6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0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7 356 0 0,'10'4'410'0'0,"1"1"0"0"0,-1 0 0 0 0,-1 0 0 0 0,1 1 0 0 0,-1 0 0 0 0,0 1 1 0 0,0 0-1 0 0,0 0 0 0 0,-1 1 0 0 0,-1 0 0 0 0,1 0 0 0 0,-1 1 0 0 0,0 0 0 0 0,-1 0 0 0 0,0 1 0 0 0,-1 0 0 0 0,8 18 0 0 0,-10-14 812 0 0,-8-14-177 0 0,4-1-1014 0 0,0 0 0 0 0,0-1 0 0 0,1 1 0 0 0,-1 0 0 0 0,0-1 0 0 0,1 1 0 0 0,-1 0 1 0 0,1-1-1 0 0,-1 1 0 0 0,1-1 0 0 0,0 1 0 0 0,-1 0 0 0 0,1-1 0 0 0,0 1 0 0 0,0-1 0 0 0,0 1 0 0 0,0-3 0 0 0,2-10 158 0 0,1 0-1 0 0,0 0 1 0 0,8-22 0 0 0,9 0-1486 0 0,-17 33 570 0 0,-1 0 1 0 0,1 0-1 0 0,0 0 1 0 0,0 0-1 0 0,1 0 1 0 0,-1 1 0 0 0,8-4-1 0 0,-3 2-1642 0 0</inkml:trace>
</inkml:ink>
</file>

<file path=ppt/ink/ink6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1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103 302 676 0 0,'0'0'3142'0'0,"-7"1"-2459"0"0,2 1-515 0 0,0 0 0 0 0,0 0 1 0 0,-1 0-1 0 0,1 1 0 0 0,1-1 0 0 0,-1 1 0 0 0,0 1 1 0 0,1-1-1 0 0,-1 1 0 0 0,1-1 0 0 0,0 1 0 0 0,0 0 1 0 0,1 1-1 0 0,-1-1 0 0 0,1 1 0 0 0,0-1 0 0 0,0 1 1 0 0,-3 8-1 0 0,4-8-42 0 0,0 0 1 0 0,0 0-1 0 0,0 0 1 0 0,1 0-1 0 0,0 1 1 0 0,0-1 0 0 0,0 0-1 0 0,1 1 1 0 0,0-1-1 0 0,0 1 1 0 0,2 9-1 0 0,-2-13-97 0 0,0-1-1 0 0,0 1 0 0 0,1 0 0 0 0,-1-1 0 0 0,0 1 1 0 0,1-1-1 0 0,0 1 0 0 0,-1-1 0 0 0,1 1 0 0 0,0-1 1 0 0,0 0-1 0 0,0 1 0 0 0,0-1 0 0 0,0 0 0 0 0,0 0 1 0 0,0 0-1 0 0,0 1 0 0 0,0-1 0 0 0,1 0 0 0 0,-1-1 1 0 0,0 1-1 0 0,1 0 0 0 0,-1 0 0 0 0,1 0 0 0 0,-1-1 1 0 0,1 1-1 0 0,-1-1 0 0 0,1 1 0 0 0,-1-1 0 0 0,1 0 1 0 0,0 0-1 0 0,-1 1 0 0 0,1-1 0 0 0,-1 0 0 0 0,1-1 1 0 0,0 1-1 0 0,-1 0 0 0 0,1 0 0 0 0,-1-1 0 0 0,1 1 1 0 0,0 0-1 0 0,-1-1 0 0 0,3-1 0 0 0,7-2 11 0 0,1-1 0 0 0,-1-1-1 0 0,0 0 1 0 0,0-1-1 0 0,-1 0 1 0 0,0 0 0 0 0,0-1-1 0 0,-1-1 1 0 0,0 1-1 0 0,0-2 1 0 0,-1 1 0 0 0,-1-1-1 0 0,1 0 1 0 0,-1 0-1 0 0,-1-1 1 0 0,0 0 0 0 0,-1-1-1 0 0,7-16 1 0 0,-5 8 57 0 0,0-1 0 0 0,-2 0 0 0 0,0-1 0 0 0,-1 1 0 0 0,-1-1 0 0 0,-1 0 0 0 0,-1 0 0 0 0,-1 0 0 0 0,-5-38 0 0 0,-4 22 759 0 0,9 37-707 0 0,0 1-134 0 0,0-1 0 0 0,0 1 0 0 0,0 0 0 0 0,0-1 0 0 0,0 1 0 0 0,0 0 0 0 0,0-1 0 0 0,0 1 0 0 0,-1 0 0 0 0,1-1 0 0 0,0 1 0 0 0,0-1 0 0 0,0 1 0 0 0,0 0 0 0 0,0-1 0 0 0,0 1 0 0 0,-1 0 0 0 0,1 0 0 0 0,0-1 0 0 0,0 1 0 0 0,-1 0 0 0 0,1-1 0 0 0,0 1 0 0 0,0 0 0 0 0,-1 0 0 0 0,1 0 0 0 0,0-1 0 0 0,-1 1 0 0 0,1 0 0 0 0,0 0 0 0 0,-1 0 0 0 0,1 0 0 0 0,0 0 0 0 0,-1-1 0 0 0,1 1 0 0 0,0 0 0 0 0,-1 0 0 0 0,1 0 0 0 0,0 0 0 0 0,-1 0 0 0 0,-4 7 4 0 0,0 0-1 0 0,1-1 0 0 0,-1 2 0 0 0,2-1 1 0 0,-1 0-1 0 0,1 1 0 0 0,0 0 1 0 0,1 0-1 0 0,0 0 0 0 0,0 0 1 0 0,0 0-1 0 0,1 0 0 0 0,1 0 1 0 0,-1 0-1 0 0,1 1 0 0 0,1-1 0 0 0,0 0 1 0 0,0 0-1 0 0,0 0 0 0 0,1 0 1 0 0,0 0-1 0 0,5 11 0 0 0,-1 1-303 0 0,2-1-1 0 0,1-1 1 0 0,0 1-1 0 0,1-1 1 0 0,1-1-1 0 0,0 0 1 0 0,2 0 0 0 0,14 15-1 0 0,-13-18-1271 0 0,0 0-1 0 0,1-1 1 0 0,26 17 0 0 0,-8-10-1432 0 0</inkml:trace>
</inkml:ink>
</file>

<file path=ppt/ink/ink6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2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0 294 748 0 0,'7'-19'4819'0'0,"-7"19"-4750"0"0,0 0 0 0 0,1 0 0 0 0,-1 0 0 0 0,0 0-1 0 0,0 0 1 0 0,0 0 0 0 0,0 0 0 0 0,0 0 0 0 0,1-1 0 0 0,-1 1 0 0 0,0 0 0 0 0,0 0-1 0 0,0 0 1 0 0,0 0 0 0 0,0 0 0 0 0,1 0 0 0 0,-1 0 0 0 0,0 0 0 0 0,0 0-1 0 0,0 0 1 0 0,0 1 0 0 0,1-1 0 0 0,-1 0 0 0 0,0 0 0 0 0,0 0 0 0 0,0 0 0 0 0,0 0-1 0 0,0 0 1 0 0,1 0 0 0 0,-1 0 0 0 0,0 0 0 0 0,0 0 0 0 0,0 1 0 0 0,0-1-1 0 0,0 0 1 0 0,0 0 0 0 0,0 0 0 0 0,0 0 0 0 0,1 0 0 0 0,-1 0 0 0 0,0 1 0 0 0,0-1-1 0 0,0 0 1 0 0,0 0 0 0 0,0 0 0 0 0,0 0 0 0 0,0 0 0 0 0,0 1 0 0 0,0-1 0 0 0,0 0-1 0 0,10 39 1715 0 0,-7-13-1377 0 0,-1 0 0 0 0,-2 0 0 0 0,-3 40 0 0 0,1 1 95 0 0,1-34 48 0 0,1-45 90 0 0,3-56-237 0 0,7 6-292 0 0,37-117-1 0 0,-36 148-120 0 0,1 0-1 0 0,2 1 1 0 0,1 0 0 0 0,1 1-1 0 0,29-38 1 0 0,-44 65 7 0 0,0 1 1 0 0,0 0-1 0 0,-1-1 0 0 0,2 1 1 0 0,-1 0-1 0 0,0 0 0 0 0,0-1 1 0 0,0 1-1 0 0,0 0 0 0 0,1 0 0 0 0,-1 0 1 0 0,0 0-1 0 0,1 1 0 0 0,-1-1 1 0 0,1 0-1 0 0,-1 0 0 0 0,1 1 1 0 0,-1-1-1 0 0,1 1 0 0 0,0 0 1 0 0,-1-1-1 0 0,1 1 0 0 0,0 0 1 0 0,-1 0-1 0 0,1 0 0 0 0,-1 0 0 0 0,1 0 1 0 0,0 0-1 0 0,-1 1 0 0 0,1-1 1 0 0,0 1-1 0 0,-1-1 0 0 0,1 1 1 0 0,-1-1-1 0 0,1 1 0 0 0,-1 0 1 0 0,1 0-1 0 0,-1-1 0 0 0,0 1 1 0 0,1 0-1 0 0,-1 0 0 0 0,0 1 1 0 0,0-1-1 0 0,0 0 0 0 0,2 2 0 0 0,6 8 26 0 0,0 1-1 0 0,-1 0 0 0 0,-1 0 0 0 0,10 19 0 0 0,-6-9-24 0 0,27 47 53 0 0,30 48 87 0 0,-44-82-94 0 0,34 65 1 0 0,-58-98-241 0 0,-11 14-3068 0 0,11-16 3231 0 0,-14 5-1115 0 0,-4-4-4237 0 0,5-1 2626 0 0</inkml:trace>
</inkml:ink>
</file>

<file path=ppt/ink/ink6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2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78 764 0 0,'0'0'1722'0'0,"14"-18"452"0"0,6 9-1415 0 0,1 1 1 0 0,1 1-1 0 0,-1 1 0 0 0,36-6 1 0 0,21 2-1410 0 0,-4 4-3779 0 0,-59 5 2527 0 0</inkml:trace>
</inkml:ink>
</file>

<file path=ppt/ink/ink6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2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0 832 0 0,'5'17'1428'0'0,"0"1"0"0"0,-1-1-1 0 0,2 21 1 0 0,11 40 940 0 0,-17-77-2127 0 0,0 0-216 0 0,0-1 0 0 0,0 0 0 0 0,0 1 0 0 0,0-1 0 0 0,0 0 0 0 0,0 1 0 0 0,1-1 0 0 0,-1 0 0 0 0,0 0 0 0 0,0 1 0 0 0,0-1 0 0 0,0 0 0 0 0,0 1 0 0 0,0-1 0 0 0,1 0 0 0 0,-1 0 0 0 0,0 1 0 0 0,0-1 0 0 0,0 0 0 0 0,1 0 0 0 0,-1 1 0 0 0,0-1 0 0 0,0 0 0 0 0,0 0 1 0 0,1 0-1 0 0,-1 0 0 0 0,0 1 0 0 0,1-1 0 0 0,-1 0 0 0 0,0 0 0 0 0,0 0 0 0 0,1 0 0 0 0,-1 0 0 0 0,0 0 0 0 0,1 0 0 0 0,-1 0 0 0 0,0 0 0 0 0,1 0 0 0 0,-1 0 0 0 0,0 0 0 0 0,0 0 0 0 0,1 0 0 0 0,-1 0 0 0 0,0 0 0 0 0,1 0 0 0 0,-1 0 0 0 0,0 0 0 0 0,1 0 0 0 0,-1-1 1 0 0,0 1-1 0 0,0 0 0 0 0,1 0 0 0 0,-1 0 0 0 0,0 0 0 0 0,0-1 0 0 0,1 1 0 0 0,-1 0 0 0 0,17-12 608 0 0,-17 11-763 0 0,33-25 499 0 0,-23 18-252 0 0,0 0-1 0 0,0 0 1 0 0,1 1-1 0 0,-1 0 1 0 0,2 0-1 0 0,-1 1 0 0 0,24-8 1 0 0,-31 14-131 0 0,0 0 1 0 0,0 1-1 0 0,0-1 1 0 0,0 1 0 0 0,0 0-1 0 0,0 0 1 0 0,0 0-1 0 0,0 0 1 0 0,0 1-1 0 0,-1-1 1 0 0,1 1 0 0 0,0 0-1 0 0,-1 0 1 0 0,0 1-1 0 0,1-1 1 0 0,-1 1-1 0 0,0 0 1 0 0,0-1-1 0 0,-1 1 1 0 0,5 6 0 0 0,20 15-2697 0 0,-24-22 2239 0 0,0 0-326 0 0,2 0-2588 0 0,10 0 702 0 0</inkml:trace>
</inkml:ink>
</file>

<file path=ppt/ink/ink6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3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195 456 708 0 0,'-4'-6'9086'0'0,"4"6"-8924"0"0,-18 2 1436 0 0,13-1-1650 0 0,0 1 1 0 0,0 0-1 0 0,0 0 0 0 0,1 0 0 0 0,-1 0 1 0 0,1 1-1 0 0,-5 3 0 0 0,-18 15 395 0 0,-37 36 256 0 0,60-54-573 0 0,1 0 0 0 0,0 1 0 0 0,0 0-1 0 0,1-1 1 0 0,-1 1 0 0 0,1 1 0 0 0,-1-1 0 0 0,1 0 0 0 0,0 0 0 0 0,1 1-1 0 0,-1-1 1 0 0,1 1 0 0 0,0-1 0 0 0,-1 9 0 0 0,2-12-10 0 0,-1 1-6 0 0,1-1-1 0 0,-1 0 0 0 0,0 1 0 0 0,1-1 0 0 0,-1 1 0 0 0,1-1 0 0 0,-1 1 0 0 0,1-1 0 0 0,0 1 0 0 0,0-1 0 0 0,-1 1 0 0 0,1-1 1 0 0,0 1-1 0 0,1-1 0 0 0,-1 1 0 0 0,0-1 0 0 0,0 1 0 0 0,0-1 0 0 0,1 1 0 0 0,-1-1 0 0 0,1 0 0 0 0,-1 1 0 0 0,1-1 1 0 0,0 1-1 0 0,0-1 0 0 0,-1 0 0 0 0,1 0 0 0 0,0 1 0 0 0,0-1 0 0 0,0 0 0 0 0,2 1 0 0 0,-1-1 19 0 0,2-1-17 0 0,-1-1 1 0 0,1 0 0 0 0,0 1-1 0 0,-1-1 1 0 0,1-1 0 0 0,-1 1-1 0 0,1-1 1 0 0,-1 1 0 0 0,1-1-1 0 0,3-3 1 0 0,2-2-4 0 0,-1 0-1 0 0,0-1 0 0 0,13-17 1 0 0,-7 8 8 0 0,-1-1-70 0 0,-13 18 51 0 0,0 1-1 0 0,0-1 1 0 0,0 0-1 0 0,0 0 1 0 0,0 0-1 0 0,0 1 1 0 0,0-1 0 0 0,0 0-1 0 0,0 0 1 0 0,0 0-1 0 0,1 1 1 0 0,-1-1-1 0 0,0 0 1 0 0,0 0 0 0 0,0 0-1 0 0,0 0 1 0 0,0 0-1 0 0,0 1 1 0 0,0-1-1 0 0,1 0 1 0 0,-1 0 0 0 0,0 0-1 0 0,0 0 1 0 0,0 0-1 0 0,0 0 1 0 0,1 0-1 0 0,-1 1 1 0 0,0-1-1 0 0,0 0 1 0 0,0 0 0 0 0,0 0-1 0 0,1 0 1 0 0,-1 0-1 0 0,0 0 1 0 0,0 0-1 0 0,0 0 1 0 0,1 0 0 0 0,-1 0-1 0 0,0 0 1 0 0,0 0-1 0 0,0 0 1 0 0,1 0-1 0 0,-1 0 1 0 0,0 0 0 0 0,0-1-1 0 0,0 1 1 0 0,0 0-1 0 0,1 0 1 0 0,-1 0-1 0 0,0 0 1 0 0,0 0 0 0 0,0 0-1 0 0,0 0 1 0 0,1 0-1 0 0,-1-1 1 0 0,0 1-1 0 0,0 0 1 0 0,0 0-1 0 0,0 0 1 0 0,0 0 0 0 0,0-1-1 0 0,0 1 1 0 0,0 0-1 0 0,1 0 1 0 0,12 17-18 0 0,-10-15-16 0 0,0 0-1 0 0,0 0 0 0 0,1 0 1 0 0,-1 0-1 0 0,0 0 0 0 0,1-1 1 0 0,-1 1-1 0 0,0-1 0 0 0,1 0 1 0 0,0 0-1 0 0,-1 0 1 0 0,1-1-1 0 0,0 1 0 0 0,-1-1 1 0 0,1 0-1 0 0,0 0 0 0 0,-1 0 1 0 0,1 0-1 0 0,0-1 1 0 0,0 0-1 0 0,-1 1 0 0 0,1-1 1 0 0,-1-1-1 0 0,1 1 0 0 0,4-3 1 0 0,7-2-25 0 0,0-1-1 0 0,-1 0 1 0 0,0-1 0 0 0,23-17 0 0 0,-23 14 56 0 0,-1 0 0 0 0,-1-1 0 0 0,0-1 0 0 0,-1 0 1 0 0,0 0-1 0 0,-1-1 0 0 0,0 0 0 0 0,-1-1 0 0 0,-1 0 1 0 0,0-1-1 0 0,-1 0 0 0 0,-1 0 0 0 0,8-32 0 0 0,-8 19 146 0 0,-2-1-1 0 0,0 0 1 0 0,-3 1-1 0 0,0-1 0 0 0,-2 0 1 0 0,-1 0-1 0 0,-7-37 1 0 0,0 24 337 0 0,-2 94-400 0 0,-4 15 46 0 0,-13 129-1 0 0,26-177-101 0 0,2 1-1 0 0,0-1 0 0 0,1 1 0 0 0,1-1 0 0 0,0 1 0 0 0,2-1 0 0 0,0 0 0 0 0,1 0 0 0 0,1 0 0 0 0,0-1 0 0 0,2 0 0 0 0,10 19 1 0 0,-17-34-21 0 0,1 0 0 0 0,-1-1 1 0 0,1 1-1 0 0,0 0 1 0 0,-1-1-1 0 0,1 1 1 0 0,0-1-1 0 0,0 0 0 0 0,0 1 1 0 0,0-1-1 0 0,0 0 1 0 0,1 0-1 0 0,-1 0 1 0 0,0-1-1 0 0,0 1 0 0 0,1 0 1 0 0,-1-1-1 0 0,1 0 1 0 0,-1 1-1 0 0,0-1 1 0 0,1 0-1 0 0,2 0 0 0 0,1-1 2 0 0,0 1 0 0 0,0-1 0 0 0,0-1 0 0 0,1 1 0 0 0,-1-1 1 0 0,-1 0-1 0 0,1 0 0 0 0,7-4 0 0 0,15-16-8 0 0,-26 19 43 0 0,1 0 0 0 0,0 1 1 0 0,0-1-1 0 0,0 1 0 0 0,0 0 0 0 0,0 0 0 0 0,0 0 0 0 0,6-2 0 0 0,-8 2 57 0 0,-1 2-89 0 0,0 0 0 0 0,0 0 0 0 0,0 0-1 0 0,0-1 1 0 0,0 1 0 0 0,0 0 0 0 0,0 0 0 0 0,0 0-1 0 0,0 0 1 0 0,0 0 0 0 0,0-1 0 0 0,0 1 0 0 0,0 0-1 0 0,0 0 1 0 0,0 0 0 0 0,0 0 0 0 0,0 0 0 0 0,0 0-1 0 0,0 0 1 0 0,1-1 0 0 0,-1 1 0 0 0,0 0 0 0 0,0 0-1 0 0,0 0 1 0 0,0 0 0 0 0,0 0 0 0 0,0 0 0 0 0,0 0-1 0 0,1 0 1 0 0,-1 0 0 0 0,0 0 0 0 0,0 0 0 0 0,0 0 0 0 0,0-1-1 0 0,0 1 1 0 0,0 0 0 0 0,1 0 0 0 0,-1 0 0 0 0,0 0-1 0 0,0 0 1 0 0,0 0 0 0 0,0 0 0 0 0,0 0 0 0 0,0 0-1 0 0,1 0 1 0 0,-1 0 0 0 0,0 1 0 0 0,0-1 0 0 0,0 0-1 0 0,0 0 1 0 0,0 0 0 0 0,0 0 0 0 0,1 0 0 0 0,-1 0-1 0 0,0 0 1 0 0,0 0 0 0 0,0 0 0 0 0,0 0 0 0 0,3 6 11 0 0,-1-1 6 0 0,1-1 0 0 0,-1 1 0 0 0,1 0 0 0 0,0-1 0 0 0,1 1 0 0 0,-1-1 0 0 0,1 0 0 0 0,5 5-1 0 0,-6-7-9 0 0,0-1-1 0 0,-1 0 1 0 0,1 0-1 0 0,0 0 0 0 0,0 0 1 0 0,0 0-1 0 0,0-1 1 0 0,0 1-1 0 0,-1-1 1 0 0,1 0-1 0 0,0 0 0 0 0,0 0 1 0 0,0 0-1 0 0,0 0 1 0 0,0-1-1 0 0,0 0 0 0 0,0 1 1 0 0,0-1-1 0 0,0 0 1 0 0,3-2-1 0 0,-2 1 39 0 0,0 0-1 0 0,0-1 1 0 0,0 1-1 0 0,0-1 1 0 0,0 0-1 0 0,-1 0 1 0 0,1 0-1 0 0,-1 0 1 0 0,0-1-1 0 0,0 1 1 0 0,0-1-1 0 0,-1 0 1 0 0,1 0 0 0 0,-1 0-1 0 0,0 0 1 0 0,0-1-1 0 0,0 1 1 0 0,-1 0-1 0 0,2-9 1 0 0,-2 10 33 0 0,-3-1-176 0 0,0 0 0 0 0,1 1 0 0 0,-1-1 0 0 0,-1 1 0 0 0,1-1 0 0 0,-5-5 0 0 0,-24 15-2337 0 0,9 6-4767 0 0,15-4 4119 0 0</inkml:trace>
</inkml:ink>
</file>

<file path=ppt/ink/ink6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4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29 56 0 0,'0'0'3140'0'0,"-1"-14"419"0"0,-2 12-3382 0 0,-1 0-1 0 0,1 0 0 0 0,-1 1 1 0 0,1-1-1 0 0,-1 1 0 0 0,0 0 0 0 0,0 0 1 0 0,0 0-1 0 0,1 0 0 0 0,-1 1 1 0 0,0-1-1 0 0,0 1 0 0 0,0 0 1 0 0,0 0-1 0 0,0 1 0 0 0,0-1 0 0 0,0 1 1 0 0,0 0-1 0 0,0 0 0 0 0,1 0 1 0 0,-1 0-1 0 0,-6 4 0 0 0,-1 1 195 0 0,7-5-282 0 0,0 1-1 0 0,1 0 0 0 0,-1 0 1 0 0,1 0-1 0 0,0 1 1 0 0,-1-1-1 0 0,-4 5 0 0 0,7-5 200 0 0,1-2-276 0 0,0 0 0 0 0,0 0 0 0 0,0 1 0 0 0,-1-1 0 0 0,1 0 0 0 0,0 1 0 0 0,0-1 0 0 0,0 0 0 0 0,0 1-1 0 0,0-1 1 0 0,0 0 0 0 0,0 0 0 0 0,0 1 0 0 0,0-1 0 0 0,0 0 0 0 0,0 1 0 0 0,0-1 0 0 0,0 0 0 0 0,0 1 0 0 0,0-1 0 0 0,0 0 0 0 0,0 1 0 0 0,0-1 0 0 0,0 0 0 0 0,0 1 0 0 0,0-1 0 0 0,1 0 0 0 0,-1 0 0 0 0,0 1 0 0 0,0-1 0 0 0,0 0 0 0 0,1 0 0 0 0,-1 1 0 0 0,0-1 0 0 0,0 0 0 0 0,0 0 0 0 0,1 0 0 0 0,-1 1 0 0 0,0-1 0 0 0,1 0 0 0 0,-1 0 0 0 0,1 0-1 0 0,39-2 209 0 0,-32 0-193 0 0,0 1-1 0 0,0 0 1 0 0,0 1 0 0 0,0 0-1 0 0,0 0 1 0 0,1 0-1 0 0,-1 1 1 0 0,0 1-1 0 0,14 3 1 0 0,-17-1-3 0 0,0-1 1 0 0,0 1-1 0 0,0 1 0 0 0,0-1 1 0 0,-1 1-1 0 0,0-1 0 0 0,0 1 1 0 0,0 0-1 0 0,0 1 0 0 0,-1-1 1 0 0,0 1-1 0 0,0-1 0 0 0,0 1 1 0 0,-1 0-1 0 0,0 0 0 0 0,0 0 1 0 0,-1 1-1 0 0,1-1 0 0 0,-1 0 1 0 0,-1 0-1 0 0,1 1 0 0 0,-1 11 1 0 0,-1 10 66 0 0,-1 0 1 0 0,-1-1 0 0 0,-12 52 0 0 0,2-36 6 0 0,-28 67 0 0 0,7-23 251 0 0,34-87-339 0 0,0-1 0 0 0,0 1-1 0 0,0 0 1 0 0,0 0 0 0 0,0 0 0 0 0,0 0-1 0 0,0-1 1 0 0,0 1 0 0 0,0 0 0 0 0,-1 0 0 0 0,1 0-1 0 0,0 0 1 0 0,0-1 0 0 0,0 1 0 0 0,0 0-1 0 0,0 0 1 0 0,0 0 0 0 0,0 0 0 0 0,-1 0 0 0 0,1-1-1 0 0,0 1 1 0 0,0 0 0 0 0,0 0 0 0 0,0 0-1 0 0,0 0 1 0 0,-1 0 0 0 0,1 0 0 0 0,0 0 0 0 0,0 0-1 0 0,0 0 1 0 0,0 0 0 0 0,-1-1 0 0 0,1 1-1 0 0,0 0 1 0 0,0 0 0 0 0,0 0 0 0 0,-1 0 0 0 0,1 0-1 0 0,0 0 1 0 0,0 0 0 0 0,0 1 0 0 0,0-1-1 0 0,-1 0 1 0 0,1 0 0 0 0,0 0 0 0 0,0 0 0 0 0,0 0-1 0 0,0 0 1 0 0,-1 0 0 0 0,1 0 0 0 0,0 0-1 0 0,0 0 1 0 0,0 1 0 0 0,0-1 0 0 0,0 0 0 0 0,-1 0-1 0 0,1 0 1 0 0,0 0 0 0 0,0 0 0 0 0,0 1-1 0 0,-4-16-20 0 0,4 7 27 0 0,1 0 0 0 0,0 0 0 0 0,0 0 0 0 0,1 0 0 0 0,0 0 0 0 0,1 1 0 0 0,-1-1 0 0 0,1 1 1 0 0,1-1-1 0 0,0 1 0 0 0,6-9 0 0 0,4-10 44 0 0,17-33-102 0 0,3 2 1 0 0,2 1-1 0 0,3 2 0 0 0,2 1 0 0 0,78-76 0 0 0,-115 125 41 0 0,0 0-1 0 0,0 0 1 0 0,1 0-1 0 0,-1 1 1 0 0,1 0 0 0 0,0 0-1 0 0,0 0 1 0 0,9-4-1 0 0,-11 7 0 0 0,5 6 41 0 0,-7-6-36 0 0,0 1 1 0 0,1-1 0 0 0,-1 1 0 0 0,0 0-1 0 0,1-1 1 0 0,-1 1 0 0 0,0 0 0 0 0,0 0 0 0 0,0 0-1 0 0,1 0 1 0 0,-1 0 0 0 0,0 0 0 0 0,-1 1 0 0 0,1-1-1 0 0,0 0 1 0 0,0 0 0 0 0,1 3 0 0 0,7 34 93 0 0,-5-23-321 0 0,-1-1 1 0 0,0 1-1 0 0,1 23 0 0 0,-4-36-286 0 0,-2 4-570 0 0,2-1-809 0 0</inkml:trace>
</inkml:ink>
</file>

<file path=ppt/ink/ink6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5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97 292 0 0,'1'-10'1160'0'0,"0"0"0"0"0,1 0-1 0 0,0 0 1 0 0,6-18 0 0 0,0 1 877 0 0,-8 25-1927 0 0</inkml:trace>
</inkml:ink>
</file>

<file path=ppt/ink/ink6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5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44 0 0,'26'2'5755'0'0,"-18"-6"-5289"0"0,-1-1 1 0 0,1 0 0 0 0,-1 0 0 0 0,0 0 0 0 0,0-1 0 0 0,-1-1 0 0 0,1 1 0 0 0,-1-1 0 0 0,-1 0-1 0 0,1 0 1 0 0,-1 0 0 0 0,-1-1 0 0 0,1 0 0 0 0,3-9 1441 0 0,-13 21-1832 0 0,0 0-49 0 0,0 1 0 0 0,0 1 1 0 0,0-1-1 0 0,0 1 0 0 0,1-1 0 0 0,0 1 1 0 0,0 0-1 0 0,1 1 0 0 0,0-1 1 0 0,0 1-1 0 0,0-1 0 0 0,1 1 0 0 0,0 0 1 0 0,0 0-1 0 0,-1 9 0 0 0,3-14 26 0 0,0-1-19 0 0,0 0-29 0 0,0 0 0 0 0,0 0 0 0 0,0 0 0 0 0,0-1 0 0 0,0 1 0 0 0,0 0 0 0 0,0 0 0 0 0,1-1 0 0 0,-1 1 0 0 0,0 0 0 0 0,0 0 0 0 0,1-1 0 0 0,-1 1 0 0 0,0 0 0 0 0,1-1 0 0 0,-1 1 0 0 0,0 0 0 0 0,1-1 0 0 0,-1 1 0 0 0,1 0 0 0 0,-1-1 0 0 0,1 1 0 0 0,0-1 0 0 0,-1 1 0 0 0,1-1-1 0 0,-1 1 1 0 0,1-1 0 0 0,0 0 0 0 0,0 1 0 0 0,9 0 21 0 0,0-1-1 0 0,0-1 0 0 0,-1 1 1 0 0,16-4-1 0 0,-17 2-24 0 0,1 1 1 0 0,0 0-1 0 0,0 0 1 0 0,0 1-1 0 0,-1 0 0 0 0,1 0 1 0 0,0 1-1 0 0,0 0 1 0 0,0 1-1 0 0,-1 0 0 0 0,13 4 1 0 0,-18-5 8 0 0,0 1 0 0 0,0-1 1 0 0,0 1-1 0 0,-1 0 0 0 0,1 0 1 0 0,0 0-1 0 0,-1 0 1 0 0,1 0-1 0 0,-1 0 0 0 0,0 1 1 0 0,0-1-1 0 0,0 1 0 0 0,0 0 1 0 0,0 0-1 0 0,0 0 0 0 0,-1-1 1 0 0,0 1-1 0 0,1 1 0 0 0,-1-1 1 0 0,1 4-1 0 0,-2-6-12 0 0,0 1 1 0 0,0 0-1 0 0,0 0 0 0 0,0 0 1 0 0,0 0-1 0 0,-1-1 0 0 0,1 1 1 0 0,0 0-1 0 0,-1 0 0 0 0,1 0 0 0 0,-1-1 1 0 0,0 1-1 0 0,0 0 0 0 0,0-1 1 0 0,0 1-1 0 0,0-1 0 0 0,0 1 1 0 0,0-1-1 0 0,-2 3 0 0 0,-14 9-3689 0 0</inkml:trace>
</inkml:ink>
</file>

<file path=ppt/ink/ink6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5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0 133 1484 0 0,'0'0'6129'0'0,"22"-18"-642"0"0,10-22-984 0 0,-15 20-3765 0 0,-2 0-3412 0 0,-18 6-790 0 0,1 8-1571 0 0,-4-9 1003 0 0</inkml:trace>
</inkml:ink>
</file>

<file path=ppt/ink/ink6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1:46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24 131 13401 0 0,'1'-32'832'0'0,"9"-38"2916"0"0,-9 42-6512 0 0,-6 34-83 0 0,-15 18-1834 0 0,9-12 356 0 0</inkml:trace>
</inkml:ink>
</file>

<file path=ppt/ink/ink6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21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4 261 280 0 0,'-3'-6'7203'0'0,"90"-19"-5749"0"0,-49 15-1054 0 0,-1-1 0 0 0,38-17 0 0 0,-66 24-347 0 0,0 0-1 0 0,0-1 1 0 0,-1 0 0 0 0,1 0 0 0 0,-2-1-1 0 0,1 0 1 0 0,0-1 0 0 0,-1 1-1 0 0,0-1 1 0 0,-1-1 0 0 0,1 1 0 0 0,-2-1-1 0 0,8-11 1 0 0,-12 17-45 0 0,0 0-1 0 0,1 0 1 0 0,-1-1 0 0 0,0 1-1 0 0,0 0 1 0 0,-1-1 0 0 0,1 1-1 0 0,0-1 1 0 0,-1 1 0 0 0,1-1-1 0 0,-1 1 1 0 0,0-1 0 0 0,0 1-1 0 0,0-1 1 0 0,0 1 0 0 0,0-1-1 0 0,-1 1 1 0 0,1-1 0 0 0,-1 1-1 0 0,1-1 1 0 0,-1 1 0 0 0,0-1-1 0 0,0 1 1 0 0,0 0 0 0 0,-1 0-1 0 0,1-1 1 0 0,0 1 0 0 0,-1 0-1 0 0,1 0 1 0 0,-1 0 0 0 0,-3-2-1 0 0,3 2-5 0 0,-1 1 0 0 0,1 0-1 0 0,-1 1 1 0 0,1-1-1 0 0,-1 0 1 0 0,1 1 0 0 0,-1 0-1 0 0,0-1 1 0 0,1 1 0 0 0,-1 0-1 0 0,0 0 1 0 0,1 0-1 0 0,-1 1 1 0 0,0-1 0 0 0,-3 2-1 0 0,-36 11-4 0 0,38-12 2 0 0,0 1-1 0 0,1 0 1 0 0,-1-1-1 0 0,1 1 1 0 0,-1 0-1 0 0,1 1 1 0 0,0-1 0 0 0,0 1-1 0 0,0-1 1 0 0,0 1-1 0 0,1 0 1 0 0,-1 0-1 0 0,1 0 1 0 0,-1 0 0 0 0,1 0-1 0 0,0 1 1 0 0,0-1-1 0 0,1 1 1 0 0,-1 0-1 0 0,1-1 1 0 0,0 1 0 0 0,0 0-1 0 0,0 0 1 0 0,0-1-1 0 0,1 1 1 0 0,-1 0-1 0 0,1 0 1 0 0,0 0-1 0 0,0 0 1 0 0,0 0 0 0 0,1 0-1 0 0,0 0 1 0 0,-1 0-1 0 0,1-1 1 0 0,1 1-1 0 0,-1 0 1 0 0,3 5 0 0 0,1 2 9 0 0,1-1 0 0 0,0 0 0 0 0,0 0 0 0 0,1-1 0 0 0,0 1 0 0 0,1-2 0 0 0,0 1 0 0 0,1-1 0 0 0,-1 0 0 0 0,2-1 0 0 0,13 9 0 0 0,-14-10-5 0 0,1-1 0 0 0,-1-1 1 0 0,1 0-1 0 0,0-1 0 0 0,1 1 0 0 0,-1-2 1 0 0,0 0-1 0 0,1 0 0 0 0,-1 0 0 0 0,1-2 0 0 0,0 1 1 0 0,-1-1-1 0 0,1-1 0 0 0,-1 0 0 0 0,1 0 1 0 0,-1-1-1 0 0,1-1 0 0 0,-1 0 0 0 0,17-6 0 0 0,-14 3-2 0 0,-1 0-1 0 0,1-1 0 0 0,-1-1 0 0 0,0 1 0 0 0,-1-2 0 0 0,0 0 0 0 0,0 0 0 0 0,-1-1 0 0 0,0 0 1 0 0,-1-1-1 0 0,0 0 0 0 0,0 0 0 0 0,-2-1 0 0 0,9-16 0 0 0,-11 18-13 0 0,0 0-1 0 0,0 0 1 0 0,1 0 0 0 0,0 1-1 0 0,1 0 1 0 0,0 0 0 0 0,13-12-1 0 0,-17 20 10 0 0,-1-1 0 0 0,1 1-1 0 0,0 0 1 0 0,0 0 0 0 0,0 0 0 0 0,1 1-1 0 0,-1-1 1 0 0,0 1 0 0 0,0-1-1 0 0,0 1 1 0 0,0 0 0 0 0,0 0-1 0 0,1 1 1 0 0,-1-1 0 0 0,0 1-1 0 0,0-1 1 0 0,0 1 0 0 0,0 0-1 0 0,0 0 1 0 0,0 0 0 0 0,0 1 0 0 0,0-1-1 0 0,3 3 1 0 0,5 1 1 0 0,15 12 33 0 0,-24-16 5 0 0,-13-16 54 0 0,8 11-95 0 0,2 3 6 0 0,-5-4 17 0 0,3 3-17 0 0,0 0 0 0 0,0-1 0 0 0,0 1 0 0 0,-1 0 0 0 0,1 1 0 0 0,0-1 0 0 0,-1 0 0 0 0,0 1 0 0 0,1 0 0 0 0,-1 0 0 0 0,0 0 0 0 0,1 1 0 0 0,-1-1 0 0 0,0 1 0 0 0,0-1 0 0 0,-4 2 0 0 0,-2 0-8 0 0,0 2 1 0 0,1-1-1 0 0,-1 2 1 0 0,0-1-1 0 0,1 1 1 0 0,-12 7-1 0 0,17-9 4 0 0,0 1-1 0 0,1-1 1 0 0,-1 1-1 0 0,1 0 1 0 0,0 0 0 0 0,-1 0-1 0 0,2 0 1 0 0,-1 1 0 0 0,0-1-1 0 0,1 1 1 0 0,-1-1-1 0 0,1 1 1 0 0,0 0 0 0 0,0 0-1 0 0,0 0 1 0 0,1 1-1 0 0,-2 4 1 0 0,3-7 11 0 0,12 23-34 0 0,-9-23 26 0 0,-1-1 0 0 0,1 0-1 0 0,-1 1 1 0 0,1-1 0 0 0,0-1 0 0 0,-1 1 0 0 0,1 0-1 0 0,0-1 1 0 0,0 1 0 0 0,0-1 0 0 0,-1 0 0 0 0,1 0-1 0 0,0 0 1 0 0,0 0 0 0 0,0 0 0 0 0,0-1 0 0 0,-1 1-1 0 0,1-1 1 0 0,0 0 0 0 0,-1 0 0 0 0,1 0 0 0 0,2-1-1 0 0,52-29-67 0 0,-55 29 62 0 0,0 1 0 0 0,1-1 1 0 0,-1 1-1 0 0,0 0 0 0 0,0 0 1 0 0,0 0-1 0 0,1 0 0 0 0,-1 0 1 0 0,1 0-1 0 0,-1 0 0 0 0,1 1 0 0 0,-1 0 1 0 0,1-1-1 0 0,-1 1 0 0 0,1 0 1 0 0,-1 0-1 0 0,1 0 0 0 0,-1 0 1 0 0,1 1-1 0 0,-1-1 0 0 0,1 1 1 0 0,-1 0-1 0 0,1-1 0 0 0,-1 1 1 0 0,0 0-1 0 0,1 0 0 0 0,-1 1 0 0 0,4 1 1 0 0,-1 2 0 0 0,0 0 1 0 0,-1 0-1 0 0,1 0 0 0 0,-1 1 1 0 0,0-1-1 0 0,-1 1 0 0 0,1 0 1 0 0,-1 0-1 0 0,5 12 1 0 0,0 6 7 0 0,-1 1 0 0 0,-2 1 0 0 0,0-1 0 0 0,-1 1 1 0 0,-2-1-1 0 0,0 1 0 0 0,-2 0 0 0 0,-1 0 0 0 0,-1 0 1 0 0,-1 0-1 0 0,-1-1 0 0 0,-2 1 0 0 0,-10 29 0 0 0,12-43 2 0 0,-1 0 0 0 0,0-1 0 0 0,-1 1-1 0 0,0-1 1 0 0,-1 0 0 0 0,0-1-1 0 0,-1 0 1 0 0,0 0 0 0 0,-11 10 0 0 0,15-16 24 0 0,0 0-1 0 0,0 0 1 0 0,-1 0 0 0 0,1-1 0 0 0,-1 0 0 0 0,0 0-1 0 0,0 0 1 0 0,0 0 0 0 0,0-1 0 0 0,-1 0 0 0 0,1 0 0 0 0,-1 0-1 0 0,1-1 1 0 0,-1 1 0 0 0,0-1 0 0 0,1-1 0 0 0,-1 1 0 0 0,0-1-1 0 0,0 0 1 0 0,1-1 0 0 0,-1 1 0 0 0,-6-2 0 0 0,9 1-12 0 0,1 0 0 0 0,-1 1 0 0 0,1-1-1 0 0,-1 0 1 0 0,1-1 0 0 0,-1 1 0 0 0,1 0 0 0 0,0-1 0 0 0,-1 1 0 0 0,1-1 0 0 0,0 0 0 0 0,0 0 0 0 0,0 0 0 0 0,1 0 0 0 0,-1 0 0 0 0,0 0 0 0 0,1 0 0 0 0,-1-1-1 0 0,1 1 1 0 0,-2-5 0 0 0,1 2-1 0 0,1 0 1 0 0,0 0-1 0 0,1 0 0 0 0,-1 0 0 0 0,1 0 0 0 0,0 0 0 0 0,0 0 0 0 0,1 0 1 0 0,-1 1-1 0 0,3-10 0 0 0,1-1 5 0 0,1 0 0 0 0,0 1 0 0 0,1-1 0 0 0,1 1 1 0 0,0 1-1 0 0,13-18 0 0 0,-13 21-130 0 0,1 0 0 0 0,1 0 1 0 0,-1 0-1 0 0,2 1 0 0 0,-1 1 1 0 0,1-1-1 0 0,1 2 1 0 0,19-12-1 0 0,-18 13-1229 0 0,1 0 1 0 0,0 1-1 0 0,0 1 0 0 0,23-6 1 0 0,-17 6-1124 0 0</inkml:trace>
</inkml:ink>
</file>

<file path=ppt/ink/ink6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21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94 812 0 0,'0'0'6197'0'0,"2"-4"-5430"0"0,2-3-53 0 0,1 0 1 0 0,-1 1-1 0 0,1 0 1 0 0,0 0-1 0 0,1 0 1 0 0,5-4-1 0 0,-9 8-630 0 0,0-2-416 0 0,10-20-6829 0 0,-7 13 4141 0 0</inkml:trace>
</inkml:ink>
</file>

<file path=ppt/ink/ink6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22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55 600 0 0,'0'0'1008'0'0,"0"-16"944"0"0,0 1-320 0 0,2 4 761 0 0,1-1-1689 0 0,-14 53-7357 0 0</inkml:trace>
</inkml:ink>
</file>

<file path=ppt/ink/ink6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28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52 216 0 0,'0'0'488'0'0,"-16"0"1414"0"0,15 1-1767 0 0,0-1 0 0 0,-1 0 0 0 0,1 0 0 0 0,0 0 0 0 0,-1 0 0 0 0,1 0 1 0 0,0-1-1 0 0,-1 1 0 0 0,1 0 0 0 0,0 0 0 0 0,-1-1 0 0 0,1 1 0 0 0,0-1 1 0 0,0 1-1 0 0,0-1 0 0 0,0 0 0 0 0,-1 0 0 0 0,1 1 0 0 0,0-1 0 0 0,0 0 1 0 0,0 0-1 0 0,0 0 0 0 0,1 0 0 0 0,-1 0 0 0 0,0 0 0 0 0,0 0 0 0 0,0 0 1 0 0,1 0-1 0 0,-1-1 0 0 0,1 1 0 0 0,-1 0 0 0 0,0-2 0 0 0,1 1 978 0 0,-1 1-1070 0 0,0 0 0 0 0,0 0-1 0 0,0 1 1 0 0,0-1 0 0 0,0 0 0 0 0,0 0 0 0 0,0-1-1 0 0,0 1 1 0 0,0 0 0 0 0,1 0 0 0 0,-1 0 0 0 0,1 0-1 0 0,-1-1 1 0 0,1 1 0 0 0,-1 0 0 0 0,1-1 0 0 0,-1 1-1 0 0,1 0 1 0 0,0-1 0 0 0,0-1 0 0 0,-1 1 54 0 0,-24 13 1042 0 0</inkml:trace>
</inkml:ink>
</file>

<file path=ppt/ink/ink6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1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7 240 0 0,'0'0'1172'0'0,"-3"-6"671"0"0,3 6-1763 0 0,0 0-1 0 0,-1 0 1 0 0,1 0 0 0 0,0 0 0 0 0,0 0 0 0 0,0 0 0 0 0,0 0 0 0 0,0 0 0 0 0,0 0 0 0 0,0 0 0 0 0,0 0 0 0 0,-1 0 0 0 0,1 0 0 0 0,0 0 0 0 0,0 0 0 0 0,0 0 0 0 0,0 0 0 0 0,0 0 0 0 0,0 0 0 0 0,0 0 0 0 0,-1 0 320 0 0,1 0-320 0 0,-21 161 1502 0 0,6-30-276 0 0,15-129-1257 0 0,-3 11-33 0 0,1-6 356 0 0,5-8 1113 0 0,43-73-1081 0 0,33-45-329 0 0,-71 108-81 0 0,0 1-1 0 0,1 1 0 0 0,0 0 0 0 0,0 0 0 0 0,1 0 0 0 0,1 1 0 0 0,-1 1 0 0 0,19-10 1 0 0,-23 14 0 0 0,15-5-114 0 0,-25 23 55 0 0,2-9 87 0 0,-3 3-21 0 0,1-1 1 0 0,-1 0-1 0 0,-1-1 1 0 0,0 1-1 0 0,0-1 1 0 0,0 0-1 0 0,-14 12 1 0 0,-2 2 8 0 0,-30 35 3 0 0,51-56-1 0 0,1 1 1 0 0,0 0 0 0 0,-1-1 0 0 0,1 1-1 0 0,0 0 1 0 0,-1-1 0 0 0,1 1 0 0 0,0 0 0 0 0,0-1-1 0 0,-1 1 1 0 0,1 0 0 0 0,0 0 0 0 0,0-1-1 0 0,0 1 1 0 0,0 0 0 0 0,0 0 0 0 0,0-1-1 0 0,0 1 1 0 0,0 0 0 0 0,1 0 0 0 0,-1-1-1 0 0,0 1 1 0 0,0 0 0 0 0,1-1 0 0 0,-1 1 0 0 0,0 0-1 0 0,1-1 1 0 0,-1 1 0 0 0,1 0 0 0 0,-1-1-1 0 0,0 1 1 0 0,1-1 0 0 0,0 1 0 0 0,-1-1-1 0 0,1 1 1 0 0,-1-1 0 0 0,1 1 0 0 0,0-1-1 0 0,-1 1 1 0 0,1-1 0 0 0,0 0 0 0 0,-1 0 0 0 0,1 1-1 0 0,0-1 1 0 0,-1 0 0 0 0,1 0 0 0 0,0 0-1 0 0,1 1 1 0 0,31 7 134 0 0,-3-7-135 0 0,-1-2 1 0 0,1 0-1 0 0,0-2 1 0 0,-1-1-1 0 0,1-2 1 0 0,-1-1-1 0 0,-1-1 1 0 0,49-20-1 0 0,-74 27-11 0 0,1 0-1 0 0,-1-1 1 0 0,0 0-1 0 0,0 1 1 0 0,0-1-1 0 0,0 0 0 0 0,0 0 1 0 0,0-1-1 0 0,0 1 1 0 0,3-4-1 0 0,1-2 19 0 0,-6 7-1 0 0,0-1 12 0 0,4-3-17 0 0,-4 3-8 0 0,-1 7-17 0 0,-14 107 17 0 0,14-109-111 0 0,-3 6-177 0 0</inkml:trace>
</inkml:ink>
</file>

<file path=ppt/ink/ink6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2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8 392 0 0,'0'0'1016'0'0,"6"-7"908"0"0,13 12-1956 0 0,-9 2-2600 0 0</inkml:trace>
</inkml:ink>
</file>

<file path=ppt/ink/ink6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3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68 0 0,'0'0'632'0'0,"6"-14"955"0"0,-6 14-1493 0 0,0-1 0 0 0,1 1 1 0 0,-1 0-1 0 0,0-1 0 0 0,0 1 0 0 0,0-1 1 0 0,0 1-1 0 0,0 0 0 0 0,0-1 0 0 0,1 1 1 0 0,-1 0-1 0 0,0-1 0 0 0,0 1 0 0 0,0 0 1 0 0,1-1-1 0 0,-1 1 0 0 0,0 0 0 0 0,1-1 1 0 0,-1 1-1 0 0,0 0 0 0 0,0 0 0 0 0,1-1 1 0 0,-1 1-1 0 0,1 0 0 0 0,-1 0 0 0 0,0 0 1 0 0,1 0-1 0 0,-1 0 0 0 0,0-1 0 0 0,1 1 1 0 0,-1 0-1 0 0,1 0 0 0 0,-1 0 0 0 0,0 0 1 0 0,1 0-1 0 0,3 9 109 0 0,0 0 0 0 0,0 0 0 0 0,-1 0 0 0 0,0 0 0 0 0,-1 1 0 0 0,0-1 0 0 0,-1 1 0 0 0,0-1 0 0 0,0 1-1 0 0,-1 0 1 0 0,0-1 0 0 0,-2 11 0 0 0,2 2 140 0 0,0-20-241 0 0,-3 5-17 0 0,3-8-70 0 0,0 1 0 0 0,0 0 0 0 0,1 0 1 0 0,-1 0-1 0 0,0 0 0 0 0,0 0 1 0 0,0 0-1 0 0,0 0 0 0 0,0 0 1 0 0,0 0-1 0 0,0 0 0 0 0,0 0 1 0 0,1 0-1 0 0,-1 0 0 0 0,0-1 1 0 0,0 1-1 0 0,0 0 0 0 0,0 0 1 0 0,0 0-1 0 0,0 0 0 0 0,0 0 1 0 0,1 0-1 0 0,-1 0 0 0 0,0 0 1 0 0,0 0-1 0 0,0 0 0 0 0,0 0 1 0 0,0 1-1 0 0,0-1 0 0 0,0 0 1 0 0,1 0-1 0 0,-1 0 0 0 0,0 0 1 0 0,0 0-1 0 0,0 0 0 0 0,0 0 0 0 0,0 0 1 0 0,0 0-1 0 0,0 0 0 0 0,0 0 1 0 0,0 0-1 0 0,1 0 0 0 0,-1 1 1 0 0,0-1-1 0 0,0 0 0 0 0,0 0 1 0 0,0 0-1 0 0,0 0 0 0 0,0 0 1 0 0,0 0-1 0 0,0 0 0 0 0,0 0 1 0 0,0 1-1 0 0,0-1 0 0 0,0 0 1 0 0,0 0-1 0 0,0 0 0 0 0,0 0 1 0 0,0 0-1 0 0,0 0 0 0 0,0 1 1 0 0,37-38 211 0 0,-30 29-187 0 0,0 0 0 0 0,1 0-1 0 0,0 1 1 0 0,11-8 0 0 0,-16 14-42 0 0,9-1 5 0 0,0 0 0 0 0,0 1-1 0 0,0 0 1 0 0,0 1 0 0 0,0 1 0 0 0,0 0-1 0 0,0 0 1 0 0,12 4 0 0 0,38 2-4 0 0,-57-7 0 0 0,38 0 1 0 0,-1-2 0 0 0,45-7-1 0 0,-76 8 4 0 0,-1-1-1 0 0,1-1 1 0 0,-1 1-1 0 0,0-2 0 0 0,0 1 1 0 0,0-1-1 0 0,-1-1 1 0 0,1 0-1 0 0,-1 0 0 0 0,0-1 1 0 0,0 0-1 0 0,-1-1 1 0 0,0 1-1 0 0,9-11 0 0 0,-16 16 9 0 0,0 0-1 0 0,0 0 1 0 0,0 0-1 0 0,0-1 0 0 0,0 1 1 0 0,0 0-1 0 0,0-1 1 0 0,-1 1-1 0 0,1-1 1 0 0,0 1-1 0 0,-1-1 0 0 0,1 1 1 0 0,-1-1-1 0 0,0 0 1 0 0,1 1-1 0 0,-1-1 0 0 0,0 1 1 0 0,0-1-1 0 0,0 0 1 0 0,0 1-1 0 0,0-1 1 0 0,-1 0-1 0 0,1 1 0 0 0,0-1 1 0 0,-1 1-1 0 0,1-1 1 0 0,-1 1-1 0 0,0-1 1 0 0,1 1-1 0 0,-1-1 0 0 0,0 1 1 0 0,0-1-1 0 0,0 1 1 0 0,0 0-1 0 0,0 0 0 0 0,0-1 1 0 0,0 1-1 0 0,0 0 1 0 0,-1 0-1 0 0,1 0 1 0 0,0 0-1 0 0,-1 0 0 0 0,1 1 1 0 0,-1-1-1 0 0,1 0 1 0 0,-3 0-1 0 0,1-1-1 0 0,-1 1 0 0 0,1 0 0 0 0,-1 0 0 0 0,0 0 0 0 0,1 0 0 0 0,-1 0 0 0 0,0 1 0 0 0,0 0-1 0 0,0 0 1 0 0,1 0 0 0 0,-1 0 0 0 0,0 0 0 0 0,0 1 0 0 0,0-1 0 0 0,1 1 0 0 0,-1 0 0 0 0,0 1 0 0 0,1-1 0 0 0,-1 0 0 0 0,-5 5 0 0 0,7-5-11 0 0,0 1 0 0 0,0 0 0 0 0,0 0 0 0 0,0-1 1 0 0,1 1-1 0 0,-1 1 0 0 0,1-1 0 0 0,-1 0 0 0 0,1 0 1 0 0,0 0-1 0 0,-2 5 0 0 0,3-6 1 0 0,0-1-1 0 0,0 1 1 0 0,0 0-1 0 0,0-1 1 0 0,0 1-1 0 0,0 0 1 0 0,0-1 0 0 0,0 1-1 0 0,0 0 1 0 0,0-1-1 0 0,0 1 1 0 0,1 0-1 0 0,-1-1 1 0 0,0 1 0 0 0,0-1-1 0 0,1 1 1 0 0,-1 0-1 0 0,0-1 1 0 0,1 1-1 0 0,-1-1 1 0 0,0 1 0 0 0,1-1-1 0 0,-1 1 1 0 0,1-1-1 0 0,-1 1 1 0 0,1 0-1 0 0,2 0 2 0 0,0 0-1 0 0,-1 0 0 0 0,1 0 1 0 0,-1 0-1 0 0,1 0 1 0 0,0 0-1 0 0,0-1 0 0 0,0 1 1 0 0,-1-1-1 0 0,7 0 0 0 0,-4 1 1 0 0,0-1-1 0 0,0 0 1 0 0,0-1-1 0 0,0 1 0 0 0,-1-1 1 0 0,1 0-1 0 0,0 0 1 0 0,9-4-1 0 0,20-2 39 0 0,-30 7-28 0 0,0 1 1 0 0,-1 0-1 0 0,1 0 1 0 0,-1 1-1 0 0,1-1 1 0 0,-1 1-1 0 0,1 0 1 0 0,-1 0-1 0 0,0 0 0 0 0,0 0 1 0 0,0 0-1 0 0,0 0 1 0 0,0 1-1 0 0,-1 0 1 0 0,1 0-1 0 0,-1-1 1 0 0,1 1-1 0 0,-1 1 1 0 0,0-1-1 0 0,0 0 0 0 0,-1 0 1 0 0,3 6-1 0 0,6 13 66 0 0,0 1-1 0 0,8 30 0 0 0,-15-43-67 0 0,7 25 36 0 0,-1 0 1 0 0,-1 1-1 0 0,-3 1 1 0 0,0-1-1 0 0,-3 1 0 0 0,-1 0 1 0 0,-2 0-1 0 0,-1-1 0 0 0,-2 1 1 0 0,-13 57-1 0 0,15-87-9 0 0,-1 1-1 0 0,1-1 1 0 0,-1 0 0 0 0,-1-1-1 0 0,1 1 1 0 0,-1 0-1 0 0,-1-1 1 0 0,1 0 0 0 0,-1 0-1 0 0,0 0 1 0 0,0-1-1 0 0,-1 0 1 0 0,1 0 0 0 0,-1 0-1 0 0,-1 0 1 0 0,1-1-1 0 0,-7 4 1 0 0,9-6-3 0 0,-1-1 1 0 0,1 1-1 0 0,0-1 0 0 0,0 0 1 0 0,-1 0-1 0 0,1 0 0 0 0,-1-1 1 0 0,1 1-1 0 0,-1-1 1 0 0,1 0-1 0 0,-1 0 0 0 0,1-1 1 0 0,-1 1-1 0 0,1-1 0 0 0,-1 0 1 0 0,1 0-1 0 0,0-1 0 0 0,0 1 1 0 0,-1-1-1 0 0,1 0 0 0 0,0 0 1 0 0,0-1-1 0 0,1 1 0 0 0,-1-1 1 0 0,0 1-1 0 0,1-1 1 0 0,0 0-1 0 0,-1-1 0 0 0,-3-5 1 0 0,1 2 17 0 0,0 0 0 0 0,1 0 1 0 0,0-1-1 0 0,1 1 0 0 0,-1-1 1 0 0,1-1-1 0 0,1 1 0 0 0,0 0 1 0 0,0-1-1 0 0,0 0 0 0 0,1 0 1 0 0,1 0-1 0 0,-1 0 1 0 0,1 0-1 0 0,1-11 0 0 0,0 15-125 0 0,1 0-1 0 0,-1 1 0 0 0,1-1 1 0 0,0 0-1 0 0,1 0 0 0 0,-1 1 1 0 0,1-1-1 0 0,0 1 0 0 0,0-1 1 0 0,0 1-1 0 0,1 0 1 0 0,-1 0-1 0 0,1 0 0 0 0,0 0 1 0 0,0 0-1 0 0,1 1 0 0 0,-1-1 1 0 0,1 1-1 0 0,-1 0 0 0 0,1 0 1 0 0,0 0-1 0 0,1 1 1 0 0,-1-1-1 0 0,0 1 0 0 0,1 0 1 0 0,-1 0-1 0 0,1 1 0 0 0,-1-1 1 0 0,8 0-1 0 0,66-10-6781 0 0,-54 11 3955 0 0</inkml:trace>
</inkml:ink>
</file>

<file path=ppt/ink/ink6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3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59 700 0 0,'0'0'4860'0'0,"3"-3"-4103"0"0,0 1-587 0 0,0-1 1 0 0,1 0 0 0 0,-1 1 0 0 0,1 0 0 0 0,-1 0-1 0 0,1 0 1 0 0,0 0 0 0 0,0 1 0 0 0,0 0 0 0 0,0-1 0 0 0,0 2-1 0 0,5-2 1 0 0,63-7 994 0 0,-32 5-629 0 0,22-3-575 0 0,83-1 0 0 0,-114 4-5452 0 0</inkml:trace>
</inkml:ink>
</file>

<file path=ppt/ink/ink6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4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53 684 0 0,'25'12'2449'0'0,"-21"-7"-2213"0"0,0 0 0 0 0,0 0 1 0 0,0 1-1 0 0,-1-1 0 0 0,1 1 0 0 0,-2 0 1 0 0,1-1-1 0 0,0 1 0 0 0,-1 1 0 0 0,0-1 1 0 0,-1 0-1 0 0,0 0 0 0 0,0 1 0 0 0,0-1 1 0 0,0 1-1 0 0,-1-1 0 0 0,0 0 0 0 0,-1 1 1 0 0,1-1-1 0 0,-1 1 0 0 0,0-1 0 0 0,-1 0 1 0 0,0 1-1 0 0,0-1 0 0 0,0 0 0 0 0,-4 7 1 0 0,5-12 528 0 0,-1-5-642 0 0,1 2-111 0 0,0 0 0 0 0,0-1 0 0 0,0 1 1 0 0,1 0-1 0 0,-1-1 0 0 0,1 1 1 0 0,-1-1-1 0 0,1 1 0 0 0,0 0 0 0 0,0-1 1 0 0,0 1-1 0 0,0-1 0 0 0,0 1 0 0 0,1-1 1 0 0,-1 1-1 0 0,1 0 0 0 0,-1-1 1 0 0,1 1-1 0 0,0 0 0 0 0,0 0 0 0 0,0-1 1 0 0,0 1-1 0 0,1 0 0 0 0,-1 0 0 0 0,0 0 1 0 0,3-2-1 0 0,6-11 9 0 0,1 0-1 0 0,0 0 1 0 0,1 1-1 0 0,1 1 1 0 0,0 0-1 0 0,1 0 1 0 0,0 1-1 0 0,1 1 1 0 0,0 1-1 0 0,32-17 1 0 0,-44 26-23 0 0,0-1 0 0 0,1 1-1 0 0,-1 0 1 0 0,0-1 0 0 0,1 2 0 0 0,-1-1 0 0 0,0 0 0 0 0,1 1-1 0 0,-1-1 1 0 0,1 1 0 0 0,-1 0 0 0 0,1 0 0 0 0,-1 1 0 0 0,1-1-1 0 0,-1 1 1 0 0,0-1 0 0 0,1 1 0 0 0,-1 0 0 0 0,0 0-1 0 0,1 1 1 0 0,-1-1 0 0 0,0 1 0 0 0,0-1 0 0 0,0 1 0 0 0,0 0-1 0 0,0 0 1 0 0,-1 1 0 0 0,1-1 0 0 0,-1 0 0 0 0,1 1-1 0 0,2 4 1 0 0,3 5 11 0 0,-2-1-1 0 0,0 1 0 0 0,0 0 0 0 0,-1 1 1 0 0,0-1-1 0 0,2 15 0 0 0,-5-20 4 0 0,-2-7-1 0 0,0 1 0 0 0,0 0 0 0 0,0 0 0 0 0,1-1 0 0 0,-1 1 0 0 0,0 0 0 0 0,0-1 0 0 0,0 1 0 0 0,1 0 0 0 0,-1-1 0 0 0,0 1 0 0 0,1 0 0 0 0,-1-1 0 0 0,0 1 0 0 0,1-1 0 0 0,-1 1 0 0 0,1-1 0 0 0,-1 1 1 0 0,1-1-1 0 0,-1 1 0 0 0,1-1 0 0 0,0 1 0 0 0,-1-1 0 0 0,1 0 0 0 0,-1 1 0 0 0,2 0 0 0 0,15-13 294 0 0,2-4-323 0 0,14-9 65 0 0,-17 12-28 0 0,0 1 0 0 0,26-15 0 0 0,-37 25-21 0 0,0-1-1 0 0,1 1 1 0 0,-1 0 0 0 0,1 0-1 0 0,-1 0 1 0 0,1 1-1 0 0,0 0 1 0 0,0 0-1 0 0,0 1 1 0 0,-1-1 0 0 0,1 1-1 0 0,0 0 1 0 0,6 2-1 0 0,-9-1 3 0 0,0 0 0 0 0,0 1-1 0 0,0-1 1 0 0,-1 1 0 0 0,1 0-1 0 0,-1 0 1 0 0,1 0 0 0 0,-1 0-1 0 0,1 0 1 0 0,-1 1 0 0 0,0-1-1 0 0,0 1 1 0 0,0-1 0 0 0,0 1-1 0 0,-1 0 1 0 0,2 3 0 0 0,19 46 35 0 0,-18-26-268 0 0,0 5-1433 0 0,3-13-3519 0 0,-1-12 2619 0 0</inkml:trace>
</inkml:ink>
</file>

<file path=ppt/ink/ink6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5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37 540 0 0,'0'0'777'0'0,"-20"-31"3995"0"0,11 30-4540 0 0,1-1 0 0 0,0 1 1 0 0,-1 0-1 0 0,1 1 1 0 0,-1 0-1 0 0,1 0 0 0 0,0 1 1 0 0,-1 0-1 0 0,1 1 1 0 0,0 0-1 0 0,0 0 0 0 0,-15 6 1 0 0,14-5-52 0 0,1 0 0 0 0,0 1-1 0 0,0 0 1 0 0,0 0 0 0 0,1 1 0 0 0,-1 0 0 0 0,1 0 0 0 0,0 0 0 0 0,1 1-1 0 0,-1 0 1 0 0,1 1 0 0 0,-9 11 0 0 0,14-17-136 0 0,0 0 0 0 0,0 1 0 0 0,1-1 0 0 0,-1 0 1 0 0,0 0-1 0 0,1 1 0 0 0,-1-1 0 0 0,0 1 0 0 0,1-1 0 0 0,0 0 0 0 0,-1 1 0 0 0,1-1 0 0 0,0 1 1 0 0,-1-1-1 0 0,1 1 0 0 0,0-1 0 0 0,0 1 0 0 0,0-1 0 0 0,1 1 0 0 0,-1-1 0 0 0,0 1 0 0 0,1-1 1 0 0,-1 0-1 0 0,0 1 0 0 0,1-1 0 0 0,0 1 0 0 0,-1-1 0 0 0,2 2 0 0 0,0-1-11 0 0,0-1 0 0 0,1 1-1 0 0,-1-1 1 0 0,0 0 0 0 0,0 0-1 0 0,1 0 1 0 0,-1 0 0 0 0,1 0-1 0 0,-1 0 1 0 0,1-1 0 0 0,0 1-1 0 0,-1-1 1 0 0,1 0 0 0 0,4 0 0 0 0,5 0-44 0 0,1 0 1 0 0,-1-1 0 0 0,0-1 0 0 0,0 0-1 0 0,0 0 1 0 0,14-6 0 0 0,-14 3-39 0 0,-4 1-3 0 0,0 1 0 0 0,-1 0 0 0 0,1 0-1 0 0,0 1 1 0 0,0 0 0 0 0,1 0 0 0 0,10 0 0 0 0,-18 3 46 0 0,0 0 1 0 0,0 0 0 0 0,0 0 0 0 0,-1 1 0 0 0,1-1 0 0 0,0 0 0 0 0,-1 0 0 0 0,1 0 0 0 0,-1 1 0 0 0,1-1 0 0 0,-1 0 0 0 0,0 1 0 0 0,0-1 0 0 0,1 0 0 0 0,-1 1 0 0 0,0-1 0 0 0,0 3 0 0 0,5 20-37 0 0,-4-22 43 0 0,0-1-1 0 0,0 0 1 0 0,-1 1 0 0 0,1-1-1 0 0,0 0 1 0 0,0 0-1 0 0,0 0 1 0 0,0 0 0 0 0,1 0-1 0 0,-1 0 1 0 0,0 0-1 0 0,0 0 1 0 0,0 0-1 0 0,1-1 1 0 0,-1 1 0 0 0,1 0-1 0 0,-1-1 1 0 0,0 1-1 0 0,1-1 1 0 0,-1 0 0 0 0,1 1-1 0 0,-1-1 1 0 0,1 0-1 0 0,-1 0 1 0 0,1 0 0 0 0,-1 0-1 0 0,1 0 1 0 0,-1 0-1 0 0,1 0 1 0 0,-1-1 0 0 0,2 0-1 0 0,41-18 41 0 0,-40 17-37 0 0,44-23 11 0 0,-15 8-25 0 0,37-24 0 0 0,-69 40-4 0 0,1 1 12 0 0,0 0-1 0 0,-1 1 0 0 0,1 0 0 0 0,-1-1 0 0 0,1 1 0 0 0,-1 0 0 0 0,1 0 0 0 0,-1 0 0 0 0,0 0 0 0 0,1 0 0 0 0,-1 0 0 0 0,0 0 0 0 0,0 0 0 0 0,0 0 0 0 0,0 1 0 0 0,0-1 0 0 0,0 1 0 0 0,0-1 0 0 0,0 0 0 0 0,0 1 0 0 0,-1-1 0 0 0,1 1 0 0 0,0 0 0 0 0,0 3 0 0 0,0-3 0 0 0,0 1-1 0 0,0 0 1 0 0,0 0-1 0 0,1 0 1 0 0,-1-1-1 0 0,1 1 0 0 0,0-1 1 0 0,0 1-1 0 0,4 3 1 0 0,-4-5 7 0 0,1 1-1 0 0,0-1 1 0 0,0 0 0 0 0,-1 0 0 0 0,1 0-1 0 0,0 0 1 0 0,0 0 0 0 0,0-1 0 0 0,0 1-1 0 0,0-1 1 0 0,0 0 0 0 0,0 0 0 0 0,6 0 0 0 0,43-8 273 0 0,-42 6-168 0 0,57-4 350 0 0,-65 6-436 0 0,23 16-4449 0 0</inkml:trace>
</inkml:ink>
</file>

<file path=ppt/ink/ink6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5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13 540 0 0,'0'0'521'0'0,"-39"5"6785"0"0,70 1-2754 0 0,28 0-4556 0 0,394-27 874 0 0,-451 21-821 0 0,0 0-658 0 0,4-1 2007 0 0,-43-6-13833 0 0</inkml:trace>
</inkml:ink>
</file>

<file path=ppt/ink/ink6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6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15 400 0 0,'7'-15'9424'0'0,"-7"61"-9033"0"0,-1 0 1 0 0,-3 0-1 0 0,-1 0 1 0 0,-21 82-1 0 0,-7 52 910 0 0,22-68-216 0 0,11-110-957 0 0,-1 6 414 0 0,2-5-1308 0 0,14-34-7600 0 0,-7 18 5157 0 0</inkml:trace>
</inkml:ink>
</file>

<file path=ppt/ink/ink6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7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43 104 584 0 0,'-1'-19'8394'0'0,"-9"48"-7868"0"0,1 1-1 0 0,2 0 0 0 0,1 0 1 0 0,2 0-1 0 0,-1 41 0 0 0,5-70-508 0 0,0-1-1 0 0,0 1 1 0 0,1 0-1 0 0,-1-1 0 0 0,1 1 1 0 0,-1 0-1 0 0,1-1 1 0 0,-1 1-1 0 0,1-1 0 0 0,-1 1 1 0 0,1-1-1 0 0,-1 1 1 0 0,1-1-1 0 0,0 1 0 0 0,-1-1 1 0 0,1 0-1 0 0,0 1 1 0 0,-1-1-1 0 0,1 0 0 0 0,0 1 1 0 0,-1-1-1 0 0,1 0 1 0 0,0 0-1 0 0,0 0 0 0 0,-1 0 1 0 0,1 0-1 0 0,0 0 1 0 0,0 0-1 0 0,-1 0 0 0 0,1 0 1 0 0,0 0-1 0 0,0 0 1 0 0,-1 0-1 0 0,1 0 0 0 0,0-1 1 0 0,0 1-1 0 0,-1 0 1 0 0,1-1-1 0 0,1 0 0 0 0,29-9 116 0 0,35-27 46 0 0,-52 28-194 0 0,0 0 1 0 0,1 1-1 0 0,0 0 0 0 0,28-8 1 0 0,-37 15-2 0 0,0 1 1 0 0,-1-1 0 0 0,1 2-1 0 0,0-1 1 0 0,0 0 0 0 0,-1 1-1 0 0,1 0 1 0 0,-1 1 0 0 0,1-1-1 0 0,-1 1 1 0 0,1 0-1 0 0,9 5 1 0 0,27 8-60 0 0,-29-13 54 0 0,1 0 0 0 0,0 0 0 0 0,0-2 0 0 0,0 1 0 0 0,0-2 0 0 0,22-3 0 0 0,-31 3 27 0 0,0 0-1 0 0,-1-1 1 0 0,1 1 0 0 0,-1-1-1 0 0,1 0 1 0 0,-1 0 0 0 0,0-1-1 0 0,0 1 1 0 0,0-1 0 0 0,0 0-1 0 0,-1 0 1 0 0,1 0-1 0 0,-1-1 1 0 0,1 1 0 0 0,-1-1-1 0 0,0 0 1 0 0,-1 0 0 0 0,1 0-1 0 0,-1 0 1 0 0,1 0 0 0 0,-1-1-1 0 0,-1 1 1 0 0,3-5-1 0 0,-1-2 15 0 0,1 1 0 0 0,-2 0-1 0 0,1 0 1 0 0,-1-1 0 0 0,-1 0 0 0 0,0 1-1 0 0,0-1 1 0 0,-1 0 0 0 0,-1 1-1 0 0,0-1 1 0 0,0 0 0 0 0,-1 1-1 0 0,0-1 1 0 0,-4-10 0 0 0,5 20-103 0 0,-4 14-3600 0 0,4-13 3481 0 0,1 1 0 0 0,-1 0 0 0 0,0-1 0 0 0,1 1 0 0 0,-1 0 0 0 0,1-1 0 0 0,0 1 0 0 0,-1 0 0 0 0,1 0 0 0 0,0-1 0 0 0,-1 1 0 0 0,1 0 0 0 0,0 0 0 0 0,0 0 0 0 0,-1-1 0 0 0,1 1 0 0 0,0 0 0 0 0,0 0 0 0 0,0 0 0 0 0,0 1 0 0 0,0 13-2573 0 0</inkml:trace>
</inkml:ink>
</file>

<file path=ppt/ink/ink6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8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58 248 0 0,'-22'-13'880'0'0,"18"10"1603"0"0,1 6-1770 0 0,2-1-580 0 0,0-1-1 0 0,-1 1 1 0 0,1 0 0 0 0,0 0 0 0 0,0 0 0 0 0,1 0-1 0 0,-1 0 1 0 0,0 0 0 0 0,1 0 0 0 0,-1 1 0 0 0,1-1-1 0 0,0 0 1 0 0,-1 0 0 0 0,1 0 0 0 0,0 0 0 0 0,0 1-1 0 0,1-1 1 0 0,-1 0 0 0 0,0 0 0 0 0,1 0 0 0 0,-1 0 0 0 0,1 0-1 0 0,0 0 1 0 0,0 0 0 0 0,1 2 0 0 0,-1 0 41 0 0,1 0 0 0 0,0-1 0 0 0,0 1 0 0 0,1-1 0 0 0,-1 0 0 0 0,1 1 0 0 0,-1-1 0 0 0,1 0 0 0 0,0-1 0 0 0,0 1 0 0 0,0-1 0 0 0,1 1 1 0 0,5 3-1 0 0,-8-6-141 0 0,1 0 1 0 0,-1 1 0 0 0,0-1-1 0 0,1 0 1 0 0,-1 0-1 0 0,0 0 1 0 0,1 0 0 0 0,-1 0-1 0 0,1 0 1 0 0,-1 0 0 0 0,0 0-1 0 0,1 0 1 0 0,-1-1 0 0 0,0 1-1 0 0,1 0 1 0 0,-1-1-1 0 0,0 1 1 0 0,0-1 0 0 0,0 0-1 0 0,1 1 1 0 0,-1-1 0 0 0,0 0-1 0 0,0 0 1 0 0,0 0 0 0 0,0 0-1 0 0,0 0 1 0 0,0 0-1 0 0,0 0 1 0 0,-1 0 0 0 0,1 0-1 0 0,0 0 1 0 0,0 0 0 0 0,-1-1-1 0 0,2-1 1 0 0,-1 0 12 0 0,0 0 0 0 0,1 0-1 0 0,-1 1 1 0 0,0-1 0 0 0,-1 0 0 0 0,1 0 0 0 0,0 0-1 0 0,-1 0 1 0 0,0 0 0 0 0,1 0 0 0 0,-1 0 0 0 0,0 0 0 0 0,-1 0-1 0 0,1 0 1 0 0,0 0 0 0 0,-2-4 0 0 0,1 4-46 0 0,-23-42 552 0 0,22 43-571 0 0,1 0 0 0 0,-1 0 0 0 0,1 0 0 0 0,-1 0 0 0 0,0 1 0 0 0,0-1 0 0 0,0 1 0 0 0,0-1 0 0 0,0 1 0 0 0,0 0 0 0 0,0 0 0 0 0,-1 0 0 0 0,1 0 0 0 0,0 0 0 0 0,-1 0 0 0 0,1 1 0 0 0,0-1 0 0 0,-1 1 0 0 0,-4-1 0 0 0,-18 12-2207 0 0,15 2-3266 0 0,8-4 2892 0 0</inkml:trace>
</inkml:ink>
</file>

<file path=ppt/ink/ink6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8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35 860 0 0,'25'-3'5600'0'0,"-23"5"-5463"0"0,1 1-1 0 0,-1 0 1 0 0,0 0 0 0 0,0 1 0 0 0,0-1-1 0 0,0 0 1 0 0,0 1 0 0 0,-1-1 0 0 0,0 1-1 0 0,1-1 1 0 0,-1 1 0 0 0,-1 0 0 0 0,1 0-1 0 0,0-1 1 0 0,-1 1 0 0 0,0 0 0 0 0,0 0-1 0 0,0 4 1 0 0,0-6 0 0 0,-5 10 97 0 0,1-6 11 0 0,4-8 414 0 0,1-6-644 0 0,1 0 0 0 0,1 0 0 0 0,0 0 0 0 0,0 1 0 0 0,8-15 0 0 0,-8 17-10 0 0,-1 1 0 0 0,1 0 1 0 0,0 0-1 0 0,0 0 0 0 0,0 0 0 0 0,1 1 0 0 0,-1-1 0 0 0,1 1 0 0 0,0 0 1 0 0,0 0-1 0 0,0 0 0 0 0,0 0 0 0 0,1 1 0 0 0,5-3 0 0 0,-9 4-4 0 0,0 1-1 0 0,1-1 0 0 0,-1 0 0 0 0,0 1 0 0 0,1 0 1 0 0,-1-1-1 0 0,0 1 0 0 0,1 0 0 0 0,-1 0 0 0 0,1-1 1 0 0,-1 1-1 0 0,1 0 0 0 0,-1 0 0 0 0,1 1 0 0 0,-1-1 1 0 0,0 0-1 0 0,1 0 0 0 0,-1 1 0 0 0,1-1 0 0 0,-1 1 1 0 0,0-1-1 0 0,1 1 0 0 0,-1 0 0 0 0,0-1 0 0 0,0 1 1 0 0,0 0-1 0 0,1 0 0 0 0,-1 0 0 0 0,1 2 1 0 0,1 2 6 0 0,-1 0 1 0 0,0 0-1 0 0,0 1 1 0 0,0-1-1 0 0,-1 1 1 0 0,1 0-1 0 0,-1 6 1 0 0,0-10-5 0 0,2 33 8 0 0,-2-33 39 0 0,-1-2-43 0 0,0 1 1 0 0,0-1-1 0 0,0 1 1 0 0,-1-1-1 0 0,1 0 1 0 0,0 1-1 0 0,1-1 1 0 0,-1 0-1 0 0,0 1 0 0 0,0-1 1 0 0,0 1-1 0 0,0-1 1 0 0,0 0-1 0 0,0 1 1 0 0,0-1-1 0 0,0 0 1 0 0,1 1-1 0 0,-1-1 0 0 0,0 0 1 0 0,0 1-1 0 0,1-1 1 0 0,-1 0-1 0 0,0 0 1 0 0,0 1-1 0 0,1-1 1 0 0,-1 0-1 0 0,0 0 0 0 0,1 1 1 0 0,-1-1-1 0 0,14-3 31 0 0,-1 0 0 0 0,0-1-1 0 0,0 0 1 0 0,0-1-1 0 0,16-9 1 0 0,-15 7-5 0 0,1 1-1 0 0,-1 0 1 0 0,1 1 0 0 0,19-4 0 0 0,-21 5-4 0 0,-11 3-25 0 0,0 0 0 0 0,0 1 0 0 0,0-1 0 0 0,0 0 0 0 0,0 1 0 0 0,1-1 0 0 0,-1 1 0 0 0,0 0 0 0 0,0 0 0 0 0,0 0 0 0 0,0 0 0 0 0,1 0 0 0 0,-1 0 0 0 0,0 1 0 0 0,0-1 0 0 0,0 1 0 0 0,0-1 0 0 0,0 1 0 0 0,0 0 0 0 0,0 0 0 0 0,0 0 0 0 0,0 0 0 0 0,4 3 0 0 0,-3-1-50 0 0,0 0-1 0 0,-1 0 1 0 0,1 1 0 0 0,0 0-1 0 0,-1-1 1 0 0,0 1 0 0 0,0 0 0 0 0,0 0-1 0 0,0 0 1 0 0,1 8 0 0 0,-1-7-644 0 0,-1-1 0 0 0,1 0 1 0 0,-1 1-1 0 0,1-1 0 0 0,0 0 1 0 0,1 0-1 0 0,-1-1 0 0 0,1 1 1 0 0,4 5-1 0 0,2-3-1541 0 0</inkml:trace>
</inkml:ink>
</file>

<file path=ppt/ink/ink6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39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24 492 0 0,'0'0'1740'0'0,"-11"-23"3886"0"0,7 22-5440 0 0,-1 1 0 0 0,1 0 1 0 0,0 0-1 0 0,0 1 0 0 0,-1-1 0 0 0,1 1 1 0 0,0 0-1 0 0,0 0 0 0 0,0 0 0 0 0,0 0 1 0 0,0 1-1 0 0,0 0 0 0 0,0 0 0 0 0,0 0 0 0 0,-3 3 1 0 0,-1-1 72 0 0,1 1 0 0 0,1 0 0 0 0,-1 0 1 0 0,1 1-1 0 0,0 0 0 0 0,0 0 1 0 0,-5 8-1 0 0,10-13-106 0 0,0 0-137 0 0,1-1 1 0 0,0 1 0 0 0,0 0-1 0 0,-1-1 1 0 0,1 1 0 0 0,0 0-1 0 0,0-1 1 0 0,0 1 0 0 0,0 0-1 0 0,0-1 1 0 0,0 1 0 0 0,0 0-1 0 0,0-1 1 0 0,1 1 0 0 0,-1 0-1 0 0,0-1 1 0 0,0 1 0 0 0,0 0 0 0 0,1-1-1 0 0,-1 1 1 0 0,0 0 0 0 0,1-1-1 0 0,-1 1 1 0 0,0-1 0 0 0,1 1-1 0 0,-1-1 1 0 0,1 1 0 0 0,-1-1-1 0 0,1 1 1 0 0,-1-1 0 0 0,1 1-1 0 0,0-1 1 0 0,-1 0 0 0 0,1 1-1 0 0,-1-1 1 0 0,1 0 0 0 0,0 0-1 0 0,-1 1 1 0 0,1-1 0 0 0,0 0 0 0 0,-1 0-1 0 0,1 0 1 0 0,0 0 0 0 0,0 0-1 0 0,35 0 18 0 0,-18-2-91 0 0,0 2 0 0 0,-1 0 0 0 0,1 2-1 0 0,-1-1 1 0 0,22 6 0 0 0,-36-6 50 0 0,19-1-20 0 0,-17 1 27 0 0,0-1 0 0 0,0 1 0 0 0,0-2 0 0 0,-1 1 0 0 0,1 0 1 0 0,0-1-1 0 0,0 0 0 0 0,0 0 0 0 0,-1 0 0 0 0,1-1 0 0 0,0 1 0 0 0,-1-1 0 0 0,0 0 1 0 0,1 0-1 0 0,-1-1 0 0 0,5-3 0 0 0,-1 0-2 0 0,37-22-6 0 0,-44 28 10 0 0,2-4 2 0 0,7-2-75 0 0,-8 7 64 0 0,0 0 0 0 0,0-1 1 0 0,0 1-1 0 0,0 0 0 0 0,0 0 0 0 0,0 0 0 0 0,-1 0 0 0 0,1 1 0 0 0,-1-1 1 0 0,1 0-1 0 0,-1 1 0 0 0,1-1 0 0 0,1 3 0 0 0,1-1 16 0 0,0-1-1 0 0,0 1 1 0 0,0-1 0 0 0,1 0-1 0 0,-1 0 1 0 0,0-1-1 0 0,1 1 1 0 0,0-1-1 0 0,-1 0 1 0 0,1 0 0 0 0,0-1-1 0 0,-1 1 1 0 0,1-1-1 0 0,0 0 1 0 0,0 0-1 0 0,5-2 1 0 0,3 2 22 0 0,-11 0-16 0 0,3 0-71 0 0,1 1 1 0 0,-1-1 0 0 0,1 1-1 0 0,-1 0 1 0 0,0 0 0 0 0,10 4-1 0 0,-8 3-1176 0 0,0 1-5140 0 0,0-4 3273 0 0</inkml:trace>
</inkml:ink>
</file>

<file path=ppt/ink/ink6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0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42 167 436 0 0,'0'0'940'0'0,"-41"-24"10589"0"0,64 15-11245 0 0,1 2 0 0 0,0 0 0 0 0,0 2 0 0 0,1 0 0 0 0,0 2 0 0 0,-1 0 0 0 0,34 2 0 0 0,7-2-53 0 0,736-25 894 0 0,-639 25-906 0 0,157-11 441 0 0,-285 9-281 0 0,-50-5-208 0 0,16 10-185 0 0,-13-5-609 0 0,0 2 1 0 0,0-1-1 0 0,0 2 1 0 0,-1 0-1 0 0,1 0 1 0 0,-24 1-1 0 0,-22-4-2447 0 0,16-5-2681 0 0,29 5 3070 0 0</inkml:trace>
</inkml:ink>
</file>

<file path=ppt/ink/ink6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0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11 752 0 0,'-1'0'88'0'0,"1"-1"1"0"0,0 1-1 0 0,0 0 0 0 0,0 0 1 0 0,0-1-1 0 0,0 1 0 0 0,0 0 1 0 0,0-1-1 0 0,-1 1 0 0 0,1 0 1 0 0,0 0-1 0 0,0-1 0 0 0,0 1 0 0 0,0 0 1 0 0,0-1-1 0 0,0 1 0 0 0,1 0 1 0 0,-1 0-1 0 0,0-1 0 0 0,0 1 1 0 0,0 0-1 0 0,0-1 0 0 0,0 1 1 0 0,0 0-1 0 0,0 0 0 0 0,1-1 1 0 0,-1 1-1 0 0,0 0 0 0 0,0 0 1 0 0,0-1-1 0 0,0 1 0 0 0,1 0 0 0 0,-1 0 1 0 0,0 0-1 0 0,0 0 0 0 0,1-1 1 0 0,-1 1-1 0 0,0 0 0 0 0,0 0 1 0 0,1 0-1 0 0,-1 0 0 0 0,0 0 1 0 0,0 0-1 0 0,1 0 0 0 0,-1-1 1 0 0,0 1-1 0 0,1 0 0 0 0,-1 0 1 0 0,0 0-1 0 0,1 0 0 0 0,-1 0 0 0 0,0 0 1 0 0,1 1-1 0 0,25 6 1704 0 0,25 19-366 0 0,-40-19-1136 0 0,-2 0-1 0 0,1 0 0 0 0,-1 1 0 0 0,0 1 0 0 0,0-1 0 0 0,-1 1 0 0 0,-1 1 1 0 0,1-1-1 0 0,9 19 0 0 0,-15-25-231 0 0,0 1 0 0 0,0 0 0 0 0,-1-1 0 0 0,1 1 0 0 0,-1 0 1 0 0,0 0-1 0 0,0 0 0 0 0,0 0 0 0 0,-1 0 0 0 0,0 0 0 0 0,1 0 0 0 0,-1 0 1 0 0,-1 1-1 0 0,1-1 0 0 0,0 0 0 0 0,-1 0 0 0 0,0 0 0 0 0,0 0 0 0 0,0 0 1 0 0,-1 0-1 0 0,1-1 0 0 0,-1 1 0 0 0,0 0 0 0 0,0-1 0 0 0,0 1 0 0 0,-1-1 1 0 0,1 0-1 0 0,-1 0 0 0 0,0 1 0 0 0,1-2 0 0 0,-7 6 0 0 0,-10 7-94 0 0,-2-1 1 0 0,1-1-1 0 0,-2-1 0 0 0,0 0 0 0 0,0-2 0 0 0,-26 9 1 0 0,-145 35-6004 0 0,170-48 4603 0 0,-29 6-1810 0 0</inkml:trace>
</inkml:ink>
</file>

<file path=ppt/ink/ink6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3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56 312 0 0,'-2'-3'213'0'0,"1"-1"-1"0"0,-1 1 1 0 0,0 0-1 0 0,0 0 1 0 0,0-1-1 0 0,0 1 1 0 0,0 1-1 0 0,-1-1 1 0 0,0 0 0 0 0,1 0-1 0 0,-1 1 1 0 0,0 0-1 0 0,0-1 1 0 0,0 1-1 0 0,-1 0 1 0 0,1 1 0 0 0,0-1-1 0 0,-1 1 1 0 0,1-1-1 0 0,-1 1 1 0 0,1 0-1 0 0,-1 0 1 0 0,0 1-1 0 0,0-1 1 0 0,1 1 0 0 0,-1-1-1 0 0,0 1 1 0 0,-4 1-1 0 0,1 0-66 0 0,0 0 1 0 0,0 1-1 0 0,1-1 0 0 0,-1 1 0 0 0,1 1 0 0 0,0-1 0 0 0,-1 1 1 0 0,1 1-1 0 0,1-1 0 0 0,-1 1 0 0 0,0 0 0 0 0,1 0 0 0 0,0 0 1 0 0,-8 8-1 0 0,4-1-4 0 0,1 0 0 0 0,0 1 0 0 0,1-1 0 0 0,0 1 0 0 0,0 1 1 0 0,1-1-1 0 0,1 1 0 0 0,-5 16 0 0 0,9-23-90 0 0,-1-1 0 0 0,1 0 1 0 0,-1 1-1 0 0,1 0 0 0 0,1-1 0 0 0,-1 1 1 0 0,1-1-1 0 0,0 1 0 0 0,1-1 0 0 0,-1 1 1 0 0,1 0-1 0 0,0-1 0 0 0,0 1 0 0 0,1-1 1 0 0,-1 0-1 0 0,1 1 0 0 0,1-1 0 0 0,-1 0 1 0 0,1 0-1 0 0,0 0 0 0 0,0-1 0 0 0,6 8 1 0 0,-6-10-35 0 0,0 0 1 0 0,0 0-1 0 0,1 0 1 0 0,-1-1-1 0 0,1 1 0 0 0,-1-1 1 0 0,1 0-1 0 0,0 0 1 0 0,-1-1-1 0 0,1 1 1 0 0,0-1-1 0 0,-1 0 1 0 0,1 0-1 0 0,0 0 1 0 0,0 0-1 0 0,-1 0 0 0 0,1-1 1 0 0,0 0-1 0 0,-1 0 1 0 0,1 0-1 0 0,-1 0 1 0 0,7-3-1 0 0,8-4 29 0 0,0 0 0 0 0,30-19 0 0 0,-39 21-41 0 0,0-1-1 0 0,0 0 0 0 0,-1 0 1 0 0,0-1-1 0 0,0 0 1 0 0,-1 0-1 0 0,0-1 1 0 0,-1 0-1 0 0,0 0 0 0 0,0-1 1 0 0,-1 1-1 0 0,0-1 1 0 0,-1-1-1 0 0,0 1 1 0 0,0 0-1 0 0,-1-1 0 0 0,-1 0 1 0 0,1 0-1 0 0,-2 0 1 0 0,1-11-1 0 0,-2 20 10 0 0,-1-2-4 0 0,-1-11-10 0 0,2 15-1 0 0,-1-1 0 0 0,1 1 0 0 0,0-1-1 0 0,0 1 1 0 0,0-1 0 0 0,0 1-1 0 0,0-1 1 0 0,-1 1 0 0 0,1-1-1 0 0,0 1 1 0 0,0-1 0 0 0,-1 1-1 0 0,1-1 1 0 0,0 1 0 0 0,-1-1 0 0 0,1 1-1 0 0,-1 0 1 0 0,1-1 0 0 0,0 1-1 0 0,-1 0 1 0 0,1-1 0 0 0,-1 1-1 0 0,1 0 1 0 0,-1-1 0 0 0,1 1 0 0 0,-1 0-1 0 0,1 0 1 0 0,-1 0 0 0 0,1 0-1 0 0,-2-1 1 0 0,0 2-4 0 0,-1-1 0 0 0,1 0 1 0 0,-1 1-1 0 0,1-1 0 0 0,-1 1 0 0 0,1 0 1 0 0,0 0-1 0 0,-1 0 0 0 0,1 0 0 0 0,0 0 1 0 0,-4 3-1 0 0,5-4 4 0 0,-1 1 0 0 0,1 0 0 0 0,-1 0 0 0 0,1 0 0 0 0,0 0 1 0 0,-1 0-1 0 0,1 0 0 0 0,0 0 0 0 0,0 0 0 0 0,0 0 0 0 0,0 0 1 0 0,0 1-1 0 0,0-1 0 0 0,0 0 0 0 0,0 1 0 0 0,0-1 0 0 0,1 1 0 0 0,-1-1 1 0 0,0 1-1 0 0,1-1 0 0 0,-1 4 0 0 0,-19 44 9 0 0,19-47 8 0 0,-5 32 307 0 0,-19 145 504 0 0,7-66-294 0 0,-4 162 1 0 0,22-272-528 0 0,0 17 146 0 0,1 0 0 0 0,4 31 0 0 0,-5-50-98 0 0,2 10 156 0 0,-2-11-242 0 0,0 0 0 0 0,0 0 1 0 0,0 1-1 0 0,0-1 0 0 0,0 0 0 0 0,0 1 0 0 0,0-1 0 0 0,0 0 0 0 0,0 0 0 0 0,0 1 0 0 0,0-1 0 0 0,1 0 0 0 0,-1 0 0 0 0,0 1 1 0 0,0-1-1 0 0,0 0 0 0 0,0 0 0 0 0,0 1 0 0 0,1-1 0 0 0,-1 0 0 0 0,0 0 0 0 0,0 0 0 0 0,0 0 0 0 0,1 1 0 0 0,-1-1 0 0 0,0 0 1 0 0,0 0-1 0 0,1 0 0 0 0,-1 0 0 0 0,0 0 0 0 0,0 0 0 0 0,1 1 0 0 0,-1-1 0 0 0,0 0 0 0 0,0 0 0 0 0,1 0 0 0 0,-1 0 0 0 0,0 0 0 0 0,0 0 1 0 0,1 0-1 0 0,-1 0 0 0 0,0 0 0 0 0,1 0 0 0 0,54-51-6311 0 0,-49 44 4598 0 0,12-10-1262 0 0</inkml:trace>
</inkml:ink>
</file>

<file path=ppt/ink/ink6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4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0 584 0 0,'0'0'3282'0'0,"-2"5"-2702"0"0,-7 19 125 0 0,2 1 1 0 0,0 0-1 0 0,2 0 0 0 0,0 0 1 0 0,2 0-1 0 0,1 1 1 0 0,2 38-1 0 0,0-63-685 0 0,0-1 0 0 0,0 1 0 0 0,0 0 0 0 0,0-1 0 0 0,1 1 0 0 0,-1-1 0 0 0,0 1 1 0 0,1 0-1 0 0,-1-1 0 0 0,0 1 0 0 0,1-1 0 0 0,-1 1 0 0 0,1-1 0 0 0,-1 1 0 0 0,1-1 0 0 0,-1 1 0 0 0,1-1 0 0 0,-1 0 0 0 0,1 1 0 0 0,-1-1 1 0 0,1 0-1 0 0,-1 1 0 0 0,1-1 0 0 0,0 0 0 0 0,-1 0 0 0 0,1 1 0 0 0,0-1 0 0 0,-1 0 0 0 0,1 0 0 0 0,0 0 0 0 0,-1 0 0 0 0,1 0 1 0 0,0 0-1 0 0,-1 0 0 0 0,1 0 0 0 0,0 0 0 0 0,-1 0 0 0 0,1-1 0 0 0,0 1 0 0 0,-1 0 0 0 0,1 0 0 0 0,-1 0 0 0 0,1-1 0 0 0,0 1 0 0 0,-1 0 1 0 0,1-1-1 0 0,0 0 0 0 0,31-15 185 0 0,-21 7-124 0 0,0-1 0 0 0,-1 0 0 0 0,0-1 0 0 0,-1 0 0 0 0,0 0 0 0 0,0-1 0 0 0,-1 0 0 0 0,-1 0-1 0 0,0-1 1 0 0,7-21 0 0 0,5-9 111 0 0,-19 42-218 0 0,3-8-31 0 0</inkml:trace>
</inkml:ink>
</file>

<file path=ppt/ink/ink6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5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0 133 448 0 0,'14'-1'632'0'0,"0"0"-1"0"0,0-1 1 0 0,0 0 0 0 0,-1-1-1 0 0,1 0 1 0 0,16-8 0 0 0,-23 9-391 0 0,0-1 0 0 0,0-1-1 0 0,0 1 1 0 0,0-1 0 0 0,-1 0 0 0 0,0 0 0 0 0,0-1 0 0 0,0 0 0 0 0,0 0 0 0 0,-1 0 0 0 0,0-1 0 0 0,9-11 0 0 0,-13 16-180 0 0,-1 0-1 0 0,1-1 1 0 0,0 1 0 0 0,0 0-1 0 0,0-1 1 0 0,-1 1 0 0 0,1 0-1 0 0,-1-1 1 0 0,1 1 0 0 0,-1-1-1 0 0,1 1 1 0 0,-1-1-1 0 0,0 1 1 0 0,0-1 0 0 0,0 1-1 0 0,0-1 1 0 0,0 1 0 0 0,0-1-1 0 0,0 1 1 0 0,0-1 0 0 0,-1 1-1 0 0,0-2 1 0 0,1 2-38 0 0,-1 0 0 0 0,0 0 0 0 0,0 1 0 0 0,0-1 0 0 0,0 0 0 0 0,0 1 0 0 0,0-1 0 0 0,-1 1 0 0 0,1-1 0 0 0,0 1 0 0 0,0 0 0 0 0,0-1-1 0 0,0 1 1 0 0,0 0 0 0 0,-1 0 0 0 0,1 0 0 0 0,0 0 0 0 0,0 0 0 0 0,0 0 0 0 0,-1 0 0 0 0,0 0 0 0 0,-7 2 23 0 0,0 0 1 0 0,0 0-1 0 0,0 0 0 0 0,0 1 0 0 0,-11 6 1 0 0,16-8-20 0 0,0 1 1 0 0,0 1-1 0 0,0-1 1 0 0,1 0 0 0 0,-1 1-1 0 0,1 0 1 0 0,0 0-1 0 0,-1 0 1 0 0,1 0 0 0 0,1 0-1 0 0,-1 1 1 0 0,0 0-1 0 0,1-1 1 0 0,0 1 0 0 0,0 0-1 0 0,0 0 1 0 0,0 0-1 0 0,0 0 1 0 0,1 0 0 0 0,0 0-1 0 0,-1 6 1 0 0,2-6-4 0 0,0 0 1 0 0,0-1-1 0 0,0 1 1 0 0,1 0-1 0 0,0-1 1 0 0,-1 1-1 0 0,1-1 1 0 0,1 1-1 0 0,-1-1 1 0 0,0 1-1 0 0,1-1 1 0 0,0 0-1 0 0,0 1 1 0 0,0-1-1 0 0,0 0 1 0 0,0 0-1 0 0,0-1 1 0 0,1 1-1 0 0,0 0 1 0 0,-1-1-1 0 0,1 0 1 0 0,0 1-1 0 0,0-1 1 0 0,0 0-1 0 0,5 2 1 0 0,5 1-6 0 0,-1 1 1 0 0,1-2-1 0 0,0 1 1 0 0,0-2-1 0 0,1 0 0 0 0,-1 0 1 0 0,1-2-1 0 0,0 1 1 0 0,-1-2-1 0 0,1 0 1 0 0,0 0-1 0 0,24-5 1 0 0,-16 1-12 0 0,0 0 0 0 0,-1-2 0 0 0,1 0 0 0 0,-1-2 0 0 0,-1 0-1 0 0,0-2 1 0 0,24-13 0 0 0,-39 19 19 0 0,0 1-1 0 0,0-1 0 0 0,-1 0 0 0 0,1 0 0 0 0,-1 0 1 0 0,0 0-1 0 0,0-1 0 0 0,0 0 0 0 0,-1 0 1 0 0,1 0-1 0 0,-1 0 0 0 0,0 0 0 0 0,-1-1 0 0 0,0 1 1 0 0,1-1-1 0 0,-2 0 0 0 0,1 0 0 0 0,1-7 0 0 0,-22 5 48 0 0,15 9-70 0 0,0 0 0 0 0,0-1 0 0 0,0 1 0 0 0,1 1 0 0 0,-1-1 0 0 0,0 1 0 0 0,1-1 0 0 0,-1 1 0 0 0,1 0 0 0 0,-1 0 0 0 0,1 1 0 0 0,0-1 0 0 0,0 1 0 0 0,0-1 0 0 0,0 1 0 0 0,0 0 1 0 0,-3 4-1 0 0,5-4-7 0 0,-1-2 14 0 0,0 1-1 0 0,1 0 0 0 0,-1 0 1 0 0,1 0-1 0 0,-1 0 0 0 0,1 0 1 0 0,0 0-1 0 0,0 0 0 0 0,0 1 1 0 0,0-1-1 0 0,1 0 0 0 0,-1 1 1 0 0,1-1-1 0 0,-1 0 0 0 0,1 1 0 0 0,0-1 1 0 0,0 1-1 0 0,0-1 0 0 0,0 0 1 0 0,0 1-1 0 0,0-1 0 0 0,1 1 1 0 0,-1-1-1 0 0,1 0 0 0 0,0 1 1 0 0,-1-1-1 0 0,1 0 0 0 0,0 0 0 0 0,1 0 1 0 0,-1 1-1 0 0,0-1 0 0 0,0 0 1 0 0,1-1-1 0 0,0 1 0 0 0,-1 0 1 0 0,1 0-1 0 0,0-1 0 0 0,0 1 1 0 0,-1-1-1 0 0,1 1 0 0 0,1-1 1 0 0,2 2-1 0 0,3 2-4 0 0,1-1 0 0 0,-1 1 0 0 0,1-1 1 0 0,0-1-1 0 0,1 0 0 0 0,-1 0 0 0 0,1-1 0 0 0,-1 0 1 0 0,11 0-1 0 0,-11-1 9 0 0,1 0 0 0 0,-1-1 0 0 0,1 0 1 0 0,-1-1-1 0 0,1 0 0 0 0,-1-1 0 0 0,0 1 0 0 0,1-2 1 0 0,-1 1-1 0 0,0-2 0 0 0,-1 1 0 0 0,1-1 0 0 0,0 0 1 0 0,-1-1-1 0 0,0 0 0 0 0,0 0 0 0 0,-1-1 0 0 0,1 0 1 0 0,-1 0-1 0 0,0-1 0 0 0,-1 1 0 0 0,0-2 0 0 0,0 1 1 0 0,0-1-1 0 0,-1 0 0 0 0,0 0 0 0 0,-1 0 0 0 0,5-10 1 0 0,8-28 407 0 0,-16 45-356 0 0,1-2-51 0 0,-2 3-16 0 0,0 0-1 0 0,0-1 1 0 0,0 1 0 0 0,0 0-1 0 0,0 0 1 0 0,0 0 0 0 0,0-1 0 0 0,0 1-1 0 0,0 0 1 0 0,0 0 0 0 0,0 0-1 0 0,1-1 1 0 0,-1 1 0 0 0,0 0-1 0 0,0 0 1 0 0,0 0 0 0 0,0-1 0 0 0,0 1-1 0 0,1 0 1 0 0,-1 0 0 0 0,0 0-1 0 0,0 0 1 0 0,0-1 0 0 0,0 1-1 0 0,1 0 1 0 0,-1 0 0 0 0,0 0 0 0 0,0 0-1 0 0,0 0 1 0 0,1 0 0 0 0,-1 0-1 0 0,0 0 1 0 0,0 0 0 0 0,1 0-1 0 0,-1 0 1 0 0,0 0 0 0 0,0 0 0 0 0,0 0-1 0 0,1 0 1 0 0,-1 0 0 0 0,0 0-1 0 0,0 0 1 0 0,1 0 0 0 0,-1 0-1 0 0,0 0 1 0 0,0 0 0 0 0,1 0 0 0 0,23 35 5 0 0,-22-31 2 0 0,1 1 0 0 0,-1-1 1 0 0,1 0-1 0 0,0 0 1 0 0,0 0-1 0 0,1 0 1 0 0,-1 0-1 0 0,1-1 0 0 0,0 1 1 0 0,0-1-1 0 0,0 0 1 0 0,0 0-1 0 0,0 0 0 0 0,1-1 1 0 0,-1 0-1 0 0,1 1 1 0 0,0-2-1 0 0,0 1 1 0 0,7 1-1 0 0,8-1 140 0 0,0 0 1 0 0,-1-2 0 0 0,1-1-1 0 0,0 0 1 0 0,-1-1-1 0 0,1-2 1 0 0,-1 0-1 0 0,0 0 1 0 0,0-2-1 0 0,24-10 1 0 0,-41 15 29 0 0,-2 1-225 0 0,0-1 0 0 0,1 1 0 0 0,-1 0 1 0 0,0-1-1 0 0,0 1 0 0 0,1 0 0 0 0,-1 0 0 0 0,0-1 0 0 0,1 1 0 0 0,-1 0 0 0 0,0 0 1 0 0,1-1-1 0 0,-1 1 0 0 0,0 0 0 0 0,1 0 0 0 0,-1 0 0 0 0,1 0 0 0 0,-1 0 0 0 0,0 0 0 0 0,1 0 1 0 0,-1 0-1 0 0,1 0 0 0 0,-1 0 0 0 0,0 0 0 0 0,1 0 0 0 0,-1 0 0 0 0,1 0 0 0 0,-1 0 1 0 0,0 0-1 0 0,1 0 0 0 0,-1 0 0 0 0,1 0 0 0 0,-1 0 0 0 0,0 1 0 0 0,1-1 0 0 0,-1 0 1 0 0,0 0-1 0 0,1 1 0 0 0,-1-1 0 0 0,0 0 0 0 0,1 0 0 0 0,-1 1 0 0 0,19 9-3186 0 0,-19-10 3310 0 0,3 2-638 0 0,0 0-118 0 0,3-1-3301 0 0,11 2 979 0 0</inkml:trace>
</inkml:ink>
</file>

<file path=ppt/ink/ink6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5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17 584 0 0,'12'0'1852'0'0,"-3"-5"-164"0"0,2-1-307 0 0,-4 1 95 0 0,-61 9-5401 0 0,27-7 2241 0 0</inkml:trace>
</inkml:ink>
</file>

<file path=ppt/ink/ink6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7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1 672 0 0,'-17'0'1790'0'0,"-1"7"-1403"0"0,0 2 1 0 0,1 0 0 0 0,0 1 0 0 0,1 1 0 0 0,0 1 0 0 0,0 0 0 0 0,1 1 0 0 0,1 0-1 0 0,0 2 1 0 0,1-1 0 0 0,1 2 0 0 0,-21 32 0 0 0,28-39-277 0 0,1-1-1 0 0,0 1 0 0 0,1 0 1 0 0,0 0-1 0 0,0 0 1 0 0,1 1-1 0 0,0-1 1 0 0,1 0-1 0 0,0 1 1 0 0,1-1-1 0 0,-1 1 1 0 0,2-1-1 0 0,-1 1 1 0 0,2-1-1 0 0,-1 1 1 0 0,1-1-1 0 0,0 0 1 0 0,8 18-1 0 0,-7-20-204 0 0,1 1 1 0 0,0-1-1 0 0,0 0 0 0 0,1-1 1 0 0,0 1-1 0 0,0-1 0 0 0,1 0 1 0 0,-1 0-1 0 0,12 8 0 0 0,-10-9-364 0 0,0 0 0 0 0,1-1 0 0 0,-1 0 0 0 0,1-1 1 0 0,-1 1-1 0 0,1-1 0 0 0,0-1 0 0 0,0 0 0 0 0,0 0 0 0 0,12 1 0 0 0,0-2-1587 0 0</inkml:trace>
</inkml:ink>
</file>

<file path=ppt/ink/ink6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7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1 208 0 0,'8'0'326'0'0,"-1"1"0"0"0,1 0-1 0 0,0 0 1 0 0,-1 1 0 0 0,1 0 0 0 0,-1 0 0 0 0,1 1-1 0 0,-1 0 1 0 0,0 0 0 0 0,0 1 0 0 0,0-1 0 0 0,-1 2-1 0 0,1-1 1 0 0,8 9 0 0 0,-12-10-207 0 0,1 1 1 0 0,-2 0-1 0 0,1 0 1 0 0,0 0-1 0 0,-1 0 1 0 0,0 1-1 0 0,0-1 1 0 0,0 0-1 0 0,-1 1 1 0 0,1 0-1 0 0,-1-1 1 0 0,0 1-1 0 0,0 0 1 0 0,-1 0-1 0 0,1-1 1 0 0,-1 1-1 0 0,0 0 1 0 0,-1 0-1 0 0,1 0 1 0 0,-1-1-1 0 0,0 1 1 0 0,0 0-1 0 0,0 0 1 0 0,-3 6-1 0 0,-6 15 113 0 0,-1-1 0 0 0,-1-1 0 0 0,-1 0 1 0 0,-1 0-1 0 0,-30 38 0 0 0,25-38-2060 0 0,-2-1 0 0 0,-36 31 1 0 0,41-41-421 0 0</inkml:trace>
</inkml:ink>
</file>

<file path=ppt/ink/ink6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7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4 788 0 0,'-18'-4'2817'0'0,"6"7"-2305"0"0,0 0 1 0 0,0 0-1 0 0,1 1 0 0 0,-1 1 1 0 0,1 0-1 0 0,0 0 0 0 0,0 2 1 0 0,0-1-1 0 0,-16 14 0 0 0,24-17-420 0 0,0-1-1 0 0,0 1 0 0 0,0 0 1 0 0,1 0-1 0 0,-1 0 1 0 0,1 0-1 0 0,0 1 0 0 0,0-1 1 0 0,0 1-1 0 0,0-1 1 0 0,1 1-1 0 0,-1 0 0 0 0,1-1 1 0 0,0 1-1 0 0,0 0 1 0 0,1 0-1 0 0,-1 0 0 0 0,1 0 1 0 0,0 0-1 0 0,0 0 1 0 0,0 0-1 0 0,0 0 0 0 0,0 0 1 0 0,1-1-1 0 0,0 1 1 0 0,0 0-1 0 0,0 0 0 0 0,1 0 1 0 0,-1-1-1 0 0,1 1 1 0 0,-1-1-1 0 0,1 1 0 0 0,1-1 1 0 0,3 6-1 0 0,3 4-120 0 0,1-1-1 0 0,0 0 0 0 0,1-1 1 0 0,0 0-1 0 0,0-1 1 0 0,1 0-1 0 0,0-1 1 0 0,1 0-1 0 0,26 12 0 0 0,-27-15-944 0 0,1-1 0 0 0,0 0 0 0 0,0-1 0 0 0,1-1 0 0 0,-1 0 0 0 0,26 2-1 0 0,-8-4-1733 0 0</inkml:trace>
</inkml:ink>
</file>

<file path=ppt/ink/ink6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8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1 384 0 0,'2'0'73'0'0,"0"0"0"0"0,1 0 0 0 0,-1 0 0 0 0,0 1 0 0 0,0-1 0 0 0,0 1 0 0 0,0-1-1 0 0,0 1 1 0 0,0 0 0 0 0,0 0 0 0 0,0 0 0 0 0,0 0 0 0 0,0 0 0 0 0,-1 0 0 0 0,1 0 0 0 0,0 1 0 0 0,-1-1 0 0 0,1 1 0 0 0,-1-1 0 0 0,1 1-1 0 0,-1 0 1 0 0,0-1 0 0 0,2 5 0 0 0,-2-3 150 0 0,0 0 1 0 0,0 1-1 0 0,0-1 0 0 0,-1 1 0 0 0,1 0 0 0 0,-1-1 1 0 0,0 1-1 0 0,-1-1 0 0 0,1 1 0 0 0,0-1 1 0 0,-1 1-1 0 0,0 0 0 0 0,-1 3 0 0 0,-3 7 510 0 0,0 0 0 0 0,-2 1-1 0 0,1-2 1 0 0,-2 1 0 0 0,-14 19 0 0 0,1-6-2437 0 0,-2-1 1 0 0,-49 43-1 0 0,43-43-853 0 0</inkml:trace>
</inkml:ink>
</file>

<file path=ppt/ink/ink6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8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58 528 0 0,'2'-17'3170'0'0,"-2"15"-2985"0"0,0 1-1 0 0,0-1 0 0 0,1 1 0 0 0,-1-1 1 0 0,0 1-1 0 0,-1-1 0 0 0,1 1 0 0 0,0-1 1 0 0,0 1-1 0 0,-1 0 0 0 0,1-1 0 0 0,-1 1 1 0 0,1-1-1 0 0,-1 1 0 0 0,1 0 0 0 0,-1-1 1 0 0,0 1-1 0 0,0 0 0 0 0,1 0 1 0 0,-1 0-1 0 0,0-1 0 0 0,0 1 0 0 0,0 0 1 0 0,-1 0-1 0 0,1 0 0 0 0,0 1 0 0 0,0-1 1 0 0,0 0-1 0 0,-1 0 0 0 0,1 1 0 0 0,0-1 1 0 0,-3 0-1 0 0,2 1 277 0 0,-24 9 211 0 0,23-9-577 0 0,-2 2-20 0 0,0 0 0 0 0,1 0 0 0 0,-1 1 0 0 0,1-1 1 0 0,0 1-1 0 0,0 0 0 0 0,0 0 0 0 0,0 1 0 0 0,0-1 0 0 0,0 1 0 0 0,1 0 0 0 0,0 0 0 0 0,0 0 0 0 0,0 0 1 0 0,0 1-1 0 0,1-1 0 0 0,-1 1 0 0 0,1 0 0 0 0,1-1 0 0 0,-1 1 0 0 0,0 0 0 0 0,1 0 0 0 0,0 0 0 0 0,0 0 1 0 0,1 0-1 0 0,0 1 0 0 0,-1-1 0 0 0,2 0 0 0 0,-1 0 0 0 0,2 9 0 0 0,-1-9-239 0 0,0 1 0 0 0,0-1 1 0 0,0 0-1 0 0,1 1 0 0 0,0-1 0 0 0,0 0 0 0 0,0 0 0 0 0,1 0 0 0 0,0-1 1 0 0,0 1-1 0 0,0 0 0 0 0,0-1 0 0 0,1 0 0 0 0,0 0 0 0 0,-1 0 1 0 0,1 0-1 0 0,1-1 0 0 0,-1 1 0 0 0,1-1 0 0 0,-1 0 0 0 0,1-1 0 0 0,0 1 1 0 0,0-1-1 0 0,0 0 0 0 0,0 0 0 0 0,0 0 0 0 0,1-1 0 0 0,5 1 0 0 0,14-1-3085 0 0,4-3 247 0 0</inkml:trace>
</inkml:ink>
</file>

<file path=ppt/ink/ink6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32 9561 0 0,'22'-8'86'0'0,"0"2"-1"0"0,1 0 1 0 0,29-3 0 0 0,-44 8 30 0 0,0 0 1 0 0,-1 1-1 0 0,1 0 1 0 0,0 0-1 0 0,-1 0 1 0 0,1 1-1 0 0,0 1 0 0 0,-1-1 1 0 0,0 1-1 0 0,1 1 1 0 0,-1-1-1 0 0,0 1 1 0 0,0 0-1 0 0,7 5 0 0 0,-12-7-77 0 0,-1 1-1 0 0,1 0 0 0 0,-1 0 0 0 0,1 0 0 0 0,-1 0 0 0 0,0 0 0 0 0,1 0 1 0 0,-1 0-1 0 0,0 0 0 0 0,-1 1 0 0 0,1-1 0 0 0,0 0 0 0 0,-1 1 1 0 0,1-1-1 0 0,-1 0 0 0 0,1 1 0 0 0,-1-1 0 0 0,0 1 0 0 0,0-1 1 0 0,0 0-1 0 0,-1 1 0 0 0,1-1 0 0 0,-1 1 0 0 0,1-1 0 0 0,-1 0 0 0 0,0 1 1 0 0,1-1-1 0 0,-1 0 0 0 0,-1 0 0 0 0,-1 4 0 0 0,-5 10 84 0 0,0-1 0 0 0,-21 29-1 0 0,25-39-84 0 0,-25 31-208 0 0,-1 0 0 0 0,-2-2-1 0 0,-1-1 1 0 0,-41 31 0 0 0,-77 46-6532 0 0,109-82 3511 0 0</inkml:trace>
</inkml:ink>
</file>

<file path=ppt/ink/ink6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49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16 976 0 0,'0'0'2244'0'0,"0"-1"-2050"0"0,0 0 0 0 0,0 0 0 0 0,-1 0 0 0 0,1 0 0 0 0,0 1 0 0 0,-1-1 0 0 0,1 0 0 0 0,-1 0 0 0 0,1 0 0 0 0,-1 1 0 0 0,1-1 0 0 0,-1 0 0 0 0,1 1 0 0 0,-1-1 0 0 0,0 0 0 0 0,1 1 0 0 0,-1-1 0 0 0,-1 0 0 0 0,-12 4 90 0 0,1 0 1 0 0,1 1-1 0 0,-1 1 1 0 0,0 0-1 0 0,1 1 1 0 0,0 0-1 0 0,1 1 1 0 0,-1 0-1 0 0,1 1 1 0 0,1 0-1 0 0,-1 0 1 0 0,1 1-1 0 0,1 1 1 0 0,0 0-1 0 0,0 0 0 0 0,1 1 1 0 0,0 0-1 0 0,1 0 1 0 0,0 1-1 0 0,1 0 1 0 0,0 0-1 0 0,1 0 1 0 0,-6 24-1 0 0,10-30-282 0 0,0-1 0 0 0,1 1 0 0 0,0-1 0 0 0,1 1 0 0 0,-1-1 0 0 0,1 1-1 0 0,0-1 1 0 0,0 1 0 0 0,0-1 0 0 0,1 1 0 0 0,0-1 0 0 0,0 0 0 0 0,1 0 0 0 0,-1 0-1 0 0,1 0 1 0 0,0-1 0 0 0,0 1 0 0 0,1-1 0 0 0,-1 0 0 0 0,1 1 0 0 0,5 3 0 0 0,-3-3-329 0 0,0 0 1 0 0,0 0-1 0 0,1-1 1 0 0,0 1-1 0 0,0-1 1 0 0,8 3-1 0 0,-8-4-517 0 0,-1-1 1 0 0,1 0-1 0 0,0 0 0 0 0,0-1 0 0 0,0 0 0 0 0,14 1 0 0 0,5-2-2298 0 0</inkml:trace>
</inkml:ink>
</file>

<file path=ppt/ink/ink6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50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369 0 348 0 0,'14'4'812'0'0,"0"0"0"0"0,0 1 1 0 0,-1 0-1 0 0,1 1 0 0 0,-1 1 0 0 0,0 0 0 0 0,21 16 0 0 0,-31-21-699 0 0,0 1 0 0 0,0 0 0 0 0,0 0-1 0 0,0 0 1 0 0,0 0 0 0 0,-1 0 0 0 0,1 0 0 0 0,-1 1-1 0 0,0-1 1 0 0,0 1 0 0 0,0-1 0 0 0,-1 1-1 0 0,1 0 1 0 0,-1 0 0 0 0,0 0 0 0 0,0 0 0 0 0,0 0-1 0 0,-1 0 1 0 0,1 0 0 0 0,-1 0 0 0 0,0 0-1 0 0,0 0 1 0 0,0 0 0 0 0,-1 0 0 0 0,1 0 0 0 0,-1 0-1 0 0,0 0 1 0 0,-1 0 0 0 0,1 0 0 0 0,0 0-1 0 0,-1-1 1 0 0,-2 5 0 0 0,-2 2-36 0 0,-1 0 1 0 0,0 0-1 0 0,-1-1 1 0 0,1 0-1 0 0,-2-1 0 0 0,1 0 1 0 0,-1 0-1 0 0,0-1 1 0 0,-1 0-1 0 0,-16 9 1 0 0,-13 5-335 0 0,-58 22 1 0 0,79-35 124 0 0,-33 12-2736 0 0,-94 26 1 0 0,77-30 32 0 0</inkml:trace>
</inkml:ink>
</file>

<file path=ppt/ink/ink6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56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98 232 0 0,'-7'-2'1208'0'0,"1"0"-1"0"0,0-1 1 0 0,0 0 0 0 0,0 0 0 0 0,0 0-1 0 0,-8-7 1361 0 0,14 8-2417 0 0,0 1 0 0 0,1 0 0 0 0,-1-1 1 0 0,1 1-1 0 0,-1-1 0 0 0,1 1 0 0 0,-1 0 0 0 0,1-1 0 0 0,0 1 0 0 0,0 0 0 0 0,0-1 0 0 0,0 1 0 0 0,0 0 0 0 0,0 0 0 0 0,0 0 0 0 0,0 0 1 0 0,0 0-1 0 0,0 0 0 0 0,3-1 0 0 0,38-18 714 0 0,47-2-449 0 0,-87 21-400 0 0,0 0 1 0 0,1 1 0 0 0,-1-1-1 0 0,1 1 1 0 0,-1 0 0 0 0,1 0-1 0 0,-1 0 1 0 0,1 0 0 0 0,-1 0-1 0 0,1 0 1 0 0,-1 1 0 0 0,1-1-1 0 0,-1 1 1 0 0,1 0 0 0 0,-1-1-1 0 0,0 1 1 0 0,1 1-1 0 0,-1-1 1 0 0,0 0 0 0 0,0 0-1 0 0,0 1 1 0 0,0-1 0 0 0,0 1-1 0 0,0 0 1 0 0,0-1 0 0 0,0 1-1 0 0,2 4 1 0 0,-3-2 2 0 0,1 1 0 0 0,-1-1 0 0 0,1 1 0 0 0,-1 0-1 0 0,-1 0 1 0 0,1 0 0 0 0,-1 0 0 0 0,0-1 0 0 0,0 1 0 0 0,0 0 0 0 0,0 0 0 0 0,-1 0 0 0 0,-2 8-1 0 0,-6 24 34 0 0,5-23-32 0 0,0 0 0 0 0,2 1 0 0 0,-1-1 0 0 0,1 30 0 0 0,2-40-38 0 0,0 0 0 0 0,1 0 0 0 0,0 0 0 0 0,0 0 0 0 0,0 0 0 0 0,0 0 0 0 0,0 0 0 0 0,1-1 0 0 0,0 1 0 0 0,0 0-1 0 0,0-1 1 0 0,0 1 0 0 0,0-1 0 0 0,1 0 0 0 0,-1 0 0 0 0,1 0 0 0 0,0 0 0 0 0,0 0 0 0 0,0-1 0 0 0,0 1 0 0 0,1-1 0 0 0,6 4 0 0 0,5 1-89 0 0,-10-5 43 0 0,-1 0 0 0 0,1 0 0 0 0,-1 1 1 0 0,0-1-1 0 0,0 1 0 0 0,0 0 0 0 0,0 0 1 0 0,0 1-1 0 0,3 3 0 0 0,-6-6-1 0 0,-10 7 34 0 0,-1 0 0 0 0,-1-1 0 0 0,1-1 1 0 0,-1 0-1 0 0,0 0 0 0 0,0-1 0 0 0,-1 0 0 0 0,1-1 0 0 0,-25 5 0 0 0,-40 17-567 0 0,42-12-1917 0 0,12-4-3145 0 0</inkml:trace>
</inkml:ink>
</file>

<file path=ppt/ink/ink6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2:56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419 107 548 0 0,'-14'2'308'0'0,"0"0"0"0"0,0 0 0 0 0,0 1 0 0 0,1 1 0 0 0,0 0 0 0 0,0 1 0 0 0,0 0 0 0 0,0 1 0 0 0,1 1 0 0 0,0 0 0 0 0,0 0 0 0 0,-14 13 0 0 0,11-7-3 0 0,1 1-1 0 0,1 0 0 0 0,0 1 0 0 0,1 1 1 0 0,0 0-1 0 0,2 1 0 0 0,-18 35 0 0 0,12-14 18 0 0,2 1 0 0 0,1 1-1 0 0,3 1 1 0 0,1-1-1 0 0,2 2 1 0 0,1-1-1 0 0,1 71 1 0 0,5-81-198 0 0,1 0-1 0 0,2 0 1 0 0,1 0 0 0 0,1 0 0 0 0,2-1-1 0 0,1 1 1 0 0,15 34 0 0 0,-15-46-94 0 0,1-1 1 0 0,1 0-1 0 0,1 0 1 0 0,0-1-1 0 0,2 0 1 0 0,0-1-1 0 0,0-1 0 0 0,2 0 1 0 0,-1-1-1 0 0,2-1 1 0 0,33 23-1 0 0,-26-21-68 0 0,2-1 0 0 0,0-2 0 0 0,0 0 0 0 0,1-1 0 0 0,0-2 0 0 0,1-1 0 0 0,0-1 0 0 0,0-1 0 0 0,1-1 0 0 0,0-2 0 0 0,-1 0 0 0 0,1-2 0 0 0,0-1 0 0 0,0-2 0 0 0,0 0 0 0 0,0-2 0 0 0,-1-1 0 0 0,1-1 0 0 0,-2-2 0 0 0,1 0 0 0 0,-1-2 0 0 0,49-25 0 0 0,-39 13 43 0 0,-1-1-1 0 0,-2-2 1 0 0,0-1 0 0 0,-1-1-1 0 0,-2-2 1 0 0,-1-1-1 0 0,43-60 1 0 0,-51 61 101 0 0,-1-2-1 0 0,-2-1 1 0 0,-1 0 0 0 0,-2-1-1 0 0,-1-1 1 0 0,-1 0 0 0 0,-2-1-1 0 0,-2 0 1 0 0,6-41 0 0 0,-12 52-23 0 0,-2 0 1 0 0,0-1 0 0 0,-2 1 0 0 0,-1 0-1 0 0,-1 0 1 0 0,-1 0 0 0 0,-1 0 0 0 0,-1 0 0 0 0,-1 1-1 0 0,-1 0 1 0 0,-1 1 0 0 0,-23-43 0 0 0,21 47-37 0 0,-1-1 0 0 0,0 1 0 0 0,-2 1 0 0 0,0 1 0 0 0,-1 0 0 0 0,0 0 0 0 0,-1 1 0 0 0,-1 2 0 0 0,-1-1 0 0 0,1 2 0 0 0,-2 0 0 0 0,0 1 0 0 0,0 1 0 0 0,-32-11 1 0 0,20 12-49 0 0,-1 2 0 0 0,1 1 1 0 0,-1 1-1 0 0,-1 2 1 0 0,1 1-1 0 0,0 1 1 0 0,0 2-1 0 0,-1 2 1 0 0,1 0-1 0 0,0 2 1 0 0,1 2-1 0 0,-1 1 1 0 0,-35 14-1 0 0,5 2-705 0 0,1 3 0 0 0,1 3-1 0 0,1 2 1 0 0,2 3 0 0 0,-69 56-1 0 0,52-30-2580 0 0,8-4 251 0 0</inkml:trace>
</inkml:ink>
</file>

<file path=ppt/ink/ink6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4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410 217 876 0 0,'7'-23'1626'0'0,"2"0"-1"0"0,12-25 1 0 0,-7 18-430 0 0,-12 25-1001 0 0,0 1 0 0 0,-1-1 0 0 0,0 1 0 0 0,0-1 0 0 0,0 0 0 0 0,-1 1 0 0 0,1-1 0 0 0,-1 0 0 0 0,0 0 0 0 0,0 1-1 0 0,-1-1 1 0 0,0 0 0 0 0,1 0 0 0 0,-2 1 0 0 0,1-1 0 0 0,-3-7 0 0 0,0 11-138 0 0,1 0 0 0 0,0 0 0 0 0,-1 0 0 0 0,1 1 0 0 0,-1-1 0 0 0,1 1 0 0 0,-1 0 0 0 0,1 0 0 0 0,-1 0 0 0 0,-6 1 0 0 0,-8 3 13 0 0,1 1 0 0 0,-1 1 0 0 0,1 0 0 0 0,1 1-1 0 0,-1 1 1 0 0,1 0 0 0 0,0 1 0 0 0,1 1 0 0 0,0 1-1 0 0,1 0 1 0 0,0 1 0 0 0,-17 18 0 0 0,26-24-59 0 0,1-1 0 0 0,0 1 0 0 0,1 0 0 0 0,0 0 0 0 0,0 0 0 0 0,0 1 0 0 0,0-1 0 0 0,1 1 0 0 0,0-1 0 0 0,1 1 0 0 0,0 0-1 0 0,0 0 1 0 0,0-1 0 0 0,0 1 0 0 0,1 0 0 0 0,1 0 0 0 0,-1 0 0 0 0,1 0 0 0 0,0 0 0 0 0,0-1 0 0 0,1 1 0 0 0,4 9 0 0 0,5 13 16 0 0,1-1 0 0 0,2 0-1 0 0,32 47 1 0 0,-13-22 19 0 0,-28-44-35 0 0,1 1 0 0 0,-1 0 1 0 0,-1 0-1 0 0,0 1 0 0 0,0-1 0 0 0,-1 1 0 0 0,0 0 0 0 0,1 19 0 0 0,-3-26-6 0 0,-2 0 0 0 0,1 0-1 0 0,0 1 1 0 0,-1-1 0 0 0,0 0-1 0 0,0 0 1 0 0,0 0 0 0 0,0 0-1 0 0,-1 0 1 0 0,0 0 0 0 0,1-1-1 0 0,-1 1 1 0 0,-1 0 0 0 0,1-1-1 0 0,0 1 1 0 0,-1-1 0 0 0,0 0-1 0 0,0 0 1 0 0,0 0 0 0 0,0 0-1 0 0,0-1 1 0 0,-1 1-1 0 0,1-1 1 0 0,-1 0 0 0 0,1 0-1 0 0,-6 2 1 0 0,-1 1-27 0 0,0-1 0 0 0,0 0 0 0 0,0-1 1 0 0,-1 0-1 0 0,1-1 0 0 0,-1 0 0 0 0,0-1 0 0 0,0 0 0 0 0,0-1 0 0 0,0 0 0 0 0,0 0 0 0 0,1-1 1 0 0,-1-1-1 0 0,0 1 0 0 0,0-2 0 0 0,1 0 0 0 0,0 0 0 0 0,-1-1 0 0 0,1 0 0 0 0,0-1 0 0 0,1 0 1 0 0,-1 0-1 0 0,-9-8 0 0 0,17 11-418 0 0,27-11-9080 0 0</inkml:trace>
</inkml:ink>
</file>

<file path=ppt/ink/ink6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5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5 136 0 0,'0'0'3824'0'0,"7"-4"1059"0"0,-4 18-4618 0 0,0-1-159 0 0,0 0-1 0 0,1 0 1 0 0,7 16-1 0 0,-9-25-88 0 0,0 0-1 0 0,1-1 0 0 0,-1 1 0 0 0,1 0 1 0 0,0-1-1 0 0,-1 1 0 0 0,2-1 0 0 0,-1 0 1 0 0,0 0-1 0 0,1 0 0 0 0,-1 0 0 0 0,1-1 1 0 0,0 0-1 0 0,6 4 0 0 0,-7-5-7 0 0,0 0 0 0 0,0 0 1 0 0,0 0-1 0 0,1 0 0 0 0,-1 0 0 0 0,0-1 0 0 0,1 1 0 0 0,-1-1 0 0 0,1 0 1 0 0,-1 0-1 0 0,0 0 0 0 0,1 0 0 0 0,-1-1 0 0 0,0 0 0 0 0,1 1 0 0 0,-1-1 0 0 0,0 0 1 0 0,0-1-1 0 0,1 1 0 0 0,-1 0 0 0 0,0-1 0 0 0,0 0 0 0 0,-1 0 0 0 0,1 0 1 0 0,0 0-1 0 0,-1 0 0 0 0,1 0 0 0 0,2-4 0 0 0,2-3 9 0 0,0 0 0 0 0,0 0 0 0 0,-1-1-1 0 0,0 0 1 0 0,-1 0 0 0 0,0 0 0 0 0,5-16 0 0 0,-10 27-20 0 0,0-1 1 0 0,0 1 0 0 0,0-1-1 0 0,0 0 1 0 0,0 1 0 0 0,0-1 0 0 0,0 1-1 0 0,1-1 1 0 0,-1 0 0 0 0,0 1-1 0 0,0-1 1 0 0,1 0 0 0 0,-1 1 0 0 0,0-1-1 0 0,0 0 1 0 0,1 1 0 0 0,-1-1-1 0 0,0 0 1 0 0,1 0 0 0 0,-1 1 0 0 0,0-1-1 0 0,1 0 1 0 0,-1 0 0 0 0,0 1-1 0 0,1-1 1 0 0,-1 0 0 0 0,1 0 0 0 0,-1 0-1 0 0,0 0 1 0 0,1 0 0 0 0,-1 0 0 0 0,1 0-1 0 0,-1 0 1 0 0,0 0 0 0 0,1 0-1 0 0,-1 0 1 0 0,1 0 0 0 0,-1 0 0 0 0,1 0-1 0 0,-1 0 1 0 0,0 0 0 0 0,1 0-1 0 0,-1 0 1 0 0,1-1 0 0 0,-1 1 0 0 0,0 0-1 0 0,1 0 1 0 0,-1 0 0 0 0,0-1-1 0 0,1 1 1 0 0,-1 0 0 0 0,0 0 0 0 0,1-1-1 0 0,-1 1 1 0 0,0 0 0 0 0,0-1-1 0 0,1 1 1 0 0,-1 0 0 0 0,0-1 0 0 0,0 1-1 0 0,0-1 1 0 0,0 1 0 0 0,1 0-1 0 0,-1-1 1 0 0,0 1 0 0 0,0-1 0 0 0,0 1-1 0 0,0-1 1 0 0,12 34 185 0 0,-7 23 24 0 0,-2 0 0 0 0,-3 0 0 0 0,-2 0-1 0 0,-13 75 1 0 0,6-83-73 0 0,-3-1 1 0 0,-28 77-1 0 0,39-122-100 0 0,1 0 0 0 0,-1 0 0 0 0,0 0 0 0 0,0 0 0 0 0,0 0 0 0 0,0 0 0 0 0,0 0 0 0 0,0-1 0 0 0,-1 1 0 0 0,1 0 0 0 0,-1-1 0 0 0,-2 3 0 0 0,4-4-20 0 0,-1 1-1 0 0,1-1 1 0 0,-1 0-1 0 0,0 0 1 0 0,1 0-1 0 0,-1 0 0 0 0,0 0 1 0 0,1 0-1 0 0,-1 0 1 0 0,0 0-1 0 0,1-1 1 0 0,-1 1-1 0 0,0 0 0 0 0,1 0 1 0 0,-1 0-1 0 0,0-1 1 0 0,1 1-1 0 0,-1 0 0 0 0,1-1 1 0 0,-1 1-1 0 0,1 0 1 0 0,-1-1-1 0 0,1 1 1 0 0,-1-1-1 0 0,1 1 0 0 0,-1-1 1 0 0,1 1-1 0 0,-1-1 1 0 0,1 1-1 0 0,0-1 1 0 0,-1 1-1 0 0,1-1 0 0 0,0 0 1 0 0,0 1-1 0 0,-1-1 1 0 0,1 0-1 0 0,-2-7 11 0 0,0-1 1 0 0,1 1-1 0 0,0 0 0 0 0,0-1 1 0 0,1 1-1 0 0,0-1 0 0 0,1 1 0 0 0,0-1 1 0 0,2-11-1 0 0,4-13-53 0 0,1 0 0 0 0,1 0-1 0 0,2 1 1 0 0,1 0 0 0 0,1 1 0 0 0,2 1 0 0 0,1 0 0 0 0,2 1-1 0 0,0 1 1 0 0,2 1 0 0 0,32-34 0 0 0,-44 52 10 0 0,1 0 1 0 0,1 1 0 0 0,-1 0-1 0 0,1 1 1 0 0,0 0-1 0 0,1 1 1 0 0,0 0 0 0 0,0 0-1 0 0,13-4 1 0 0,-22 10 11 0 0,1-1 1 0 0,-1 1 0 0 0,1-1-1 0 0,-1 1 1 0 0,1 0 0 0 0,-1 0-1 0 0,0 0 1 0 0,1 0 0 0 0,-1 0-1 0 0,1 1 1 0 0,-1-1 0 0 0,1 1-1 0 0,-1 0 1 0 0,0 0-1 0 0,0-1 1 0 0,1 1 0 0 0,-1 1-1 0 0,0-1 1 0 0,0 0 0 0 0,0 1-1 0 0,0-1 1 0 0,0 1 0 0 0,0-1-1 0 0,0 1 1 0 0,-1 0 0 0 0,1 0-1 0 0,2 3 1 0 0,-1 0 3 0 0,-1-1-1 0 0,1 0 1 0 0,-1 1 0 0 0,0 0 0 0 0,0-1-1 0 0,0 1 1 0 0,-1 0 0 0 0,0 0 0 0 0,0 0 0 0 0,0 0-1 0 0,0 8 1 0 0,-1-11-9 0 0,0 10 26 0 0,0-12-14 0 0,0 0 1 0 0,0 1-1 0 0,0-1 1 0 0,0 0-1 0 0,0 0 1 0 0,0 1-1 0 0,0-1 1 0 0,0 0-1 0 0,0 0 1 0 0,0 1 0 0 0,0-1-1 0 0,0 0 1 0 0,0 0-1 0 0,0 1 1 0 0,0-1-1 0 0,0 0 1 0 0,0 0-1 0 0,0 1 1 0 0,0-1-1 0 0,1 0 1 0 0,-1 0 0 0 0,0 0-1 0 0,0 1 1 0 0,0-1-1 0 0,0 0 1 0 0,0 0-1 0 0,1 0 1 0 0,-1 1-1 0 0,0-1 1 0 0,0 0-1 0 0,0 0 1 0 0,1 0 0 0 0,-1 0-1 0 0,0 0 1 0 0,0 1-1 0 0,1-1 1 0 0,-1 0-1 0 0,0 0 1 0 0,0 0-1 0 0,1 0 1 0 0,-1 0-1 0 0,0 0 1 0 0,0 0-1 0 0,1 0 1 0 0,-1 0 0 0 0,1 0-1 0 0,17-14 13 0 0,53-33-35 0 0,-66 44 12 0 0,0 0 0 0 0,1 0 0 0 0,-1 1 0 0 0,0 0 0 0 0,1 0 0 0 0,0 0 0 0 0,-1 1 0 0 0,1 0 0 0 0,0 0 0 0 0,0 0 0 0 0,10 1 0 0 0,-12 1 15 0 0,-1 0 0 0 0,1 0-1 0 0,-1 0 1 0 0,1 0 0 0 0,-1 1 0 0 0,0-1-1 0 0,1 1 1 0 0,-1 0 0 0 0,0 0-1 0 0,0 0 1 0 0,0 0 0 0 0,0 1-1 0 0,-1-1 1 0 0,1 1 0 0 0,-1 0-1 0 0,1 0 1 0 0,-1 0 0 0 0,0 0-1 0 0,0 0 1 0 0,0 0 0 0 0,-1 0-1 0 0,1 1 1 0 0,-1-1 0 0 0,0 1-1 0 0,0-1 1 0 0,1 6 0 0 0,14 40-1406 0 0,-15-47 699 0 0,1 5-1257 0 0</inkml:trace>
</inkml:ink>
</file>

<file path=ppt/ink/ink6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5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80 0 0,'0'0'114'0'0,"0"0"-1"0"0,0-1 1 0 0,0 1-1 0 0,0 0 1 0 0,0-1-1 0 0,0 1 1 0 0,0-1-1 0 0,0 1 1 0 0,0 0-1 0 0,0-1 1 0 0,0 1 0 0 0,1 0-1 0 0,-1-1 1 0 0,0 1-1 0 0,0-1 1 0 0,0 1-1 0 0,0 0 1 0 0,1 0-1 0 0,-1-1 1 0 0,0 1-1 0 0,0 0 1 0 0,1-1 0 0 0,-1 1-1 0 0,0 0 1 0 0,1 0-1 0 0,-1-1 1 0 0,0 1-1 0 0,1 0 1 0 0,-1 0-1 0 0,0 0 1 0 0,1 0-1 0 0,-1-1 1 0 0,0 1 0 0 0,1 0-1 0 0,-1 0 1 0 0,0 0-1 0 0,1 0 1 0 0,-1 0-1 0 0,1 0 1 0 0,-1 0-1 0 0,0 0 1 0 0,1 0-1 0 0,-1 0 1 0 0,0 0 0 0 0,1 0-1 0 0,-1 0 1 0 0,1 1-1 0 0,-1-1 1 0 0,0 0-1 0 0,1 0 1 0 0,-1 0-1 0 0,0 0 1 0 0,1 1-1 0 0,16 26 1839 0 0,8 43-489 0 0,-15-32-876 0 0,-1 0 0 0 0,-2 1 0 0 0,-2 1 1 0 0,0 60-1 0 0,-11-45 500 0 0,2-17-2463 0 0,2-13-5611 0 0</inkml:trace>
</inkml:ink>
</file>

<file path=ppt/ink/ink6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6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64 388 0 0,'2'0'124'0'0,"64"-19"2460"0"0,132-20-1 0 0,-138 34-6034 0 0,-58 5 2195 0 0</inkml:trace>
</inkml:ink>
</file>

<file path=ppt/ink/ink6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6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13 536 0 0,'0'0'2097'0'0,"-2"-13"4070"0"0,-2 13-6078 0 0,0 1 0 0 0,0-1-1 0 0,0 1 1 0 0,0 0 0 0 0,0 0-1 0 0,0 0 1 0 0,0 0 0 0 0,0 1-1 0 0,0-1 1 0 0,1 1 0 0 0,-1 0-1 0 0,1 0 1 0 0,-1 1 0 0 0,1-1 0 0 0,0 1-1 0 0,0-1 1 0 0,0 1 0 0 0,0 0-1 0 0,0 0 1 0 0,-2 4 0 0 0,-7 7 120 0 0,0 1 0 0 0,1 0-1 0 0,-12 22 1 0 0,21-34-158 0 0,1 0 1 0 0,-1 0-1 0 0,1 0 0 0 0,0 0 0 0 0,0 0 0 0 0,0 0 0 0 0,0 1 0 0 0,0-1 0 0 0,1 0 0 0 0,-1 1 0 0 0,1-1 0 0 0,0 0 1 0 0,0 1-1 0 0,1-1 0 0 0,0 6 0 0 0,0-8-38 0 0,-1-1 0 0 0,1 1 0 0 0,-1 0 0 0 0,1-1 0 0 0,0 1 0 0 0,0 0 1 0 0,-1-1-1 0 0,1 1 0 0 0,0-1 0 0 0,0 1 0 0 0,0-1 0 0 0,-1 0 0 0 0,1 1 0 0 0,0-1 0 0 0,0 0 1 0 0,0 0-1 0 0,0 1 0 0 0,0-1 0 0 0,0 0 0 0 0,0 0 0 0 0,0 0 0 0 0,-1 0 0 0 0,1 0 0 0 0,0 0 1 0 0,0 0-1 0 0,0 0 0 0 0,0-1 0 0 0,0 1 0 0 0,0 0 0 0 0,0-1 0 0 0,0 1 0 0 0,-1 0 0 0 0,2-1 0 0 0,29-11 132 0 0,-18 6-25 0 0,0-2 0 0 0,0 0 0 0 0,20-16 0 0 0,-32 23-103 0 0,30 18-1865 0 0,-5 4-4807 0 0,-16-16 3899 0 0</inkml:trace>
</inkml:ink>
</file>

<file path=ppt/ink/ink6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7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139 463 88 0 0,'0'0'611'0'0,"-14"-19"5205"0"0,10 18-5686 0 0,0 1-1 0 0,0 0 0 0 0,0 0 1 0 0,0 0-1 0 0,0 0 0 0 0,0 1 1 0 0,0-1-1 0 0,0 1 0 0 0,1 0 1 0 0,-1 0-1 0 0,0 1 0 0 0,0-1 1 0 0,1 1-1 0 0,-1 0 0 0 0,1 0 0 0 0,-1 0 1 0 0,1 0-1 0 0,0 1 0 0 0,0-1 1 0 0,0 1-1 0 0,-5 5 0 0 0,4-3-21 0 0,0-1 0 0 0,0 1-1 0 0,1-1 1 0 0,0 1 0 0 0,0 0 0 0 0,0 0-1 0 0,0 1 1 0 0,1-1 0 0 0,0 0-1 0 0,0 1 1 0 0,0 0 0 0 0,1-1-1 0 0,0 1 1 0 0,-1 8 0 0 0,2-11-73 0 0,1-1 1 0 0,-1 1-1 0 0,1-1 1 0 0,-1 0-1 0 0,1 0 1 0 0,0 1-1 0 0,0-1 1 0 0,0 0-1 0 0,1 0 1 0 0,-1 0-1 0 0,0 0 0 0 0,1 0 1 0 0,-1 0-1 0 0,1 0 1 0 0,0 0-1 0 0,0-1 1 0 0,-1 1-1 0 0,1-1 1 0 0,0 1-1 0 0,0-1 1 0 0,1 0-1 0 0,-1 0 1 0 0,0 0-1 0 0,0 0 1 0 0,0 0-1 0 0,1 0 1 0 0,3 0-1 0 0,3 2-9 0 0,0-1 0 0 0,0 0-1 0 0,1-1 1 0 0,-1 0 0 0 0,16 0 0 0 0,-11-3-65 0 0,-1 0 0 0 0,1-1 0 0 0,0 0 0 0 0,-1-1 0 0 0,0 0 0 0 0,0-1 0 0 0,0 0 0 0 0,-1-2 0 0 0,0 1 0 0 0,0-1 0 0 0,0-1 0 0 0,-1 0 0 0 0,0-1 0 0 0,-1 0 0 0 0,0 0 0 0 0,12-15 0 0 0,-8 7 13 0 0,-1 0-1 0 0,0-1 1 0 0,-1-1-1 0 0,-1 0 1 0 0,-1 0-1 0 0,-1-1 1 0 0,0 0-1 0 0,-2-1 1 0 0,8-33-1 0 0,-9 30 119 0 0,-1 0 1 0 0,-1 0-1 0 0,-2 0 0 0 0,0-1 0 0 0,-1 1 0 0 0,-2 0 0 0 0,0-1 0 0 0,-2 1 0 0 0,-8-38 0 0 0,10 61 13 0 0,-4 5-85 0 0,-4 6 3 0 0,1 1 0 0 0,0 0 0 0 0,0 0 0 0 0,1 1 0 0 0,0 0 1 0 0,1 0-1 0 0,0 1 0 0 0,1 0 0 0 0,1-1 0 0 0,0 2 0 0 0,1-1 0 0 0,0 0 0 0 0,-2 28 1 0 0,2-2 24 0 0,2 1 0 0 0,1-1 1 0 0,11 72-1 0 0,-10-103-32 0 0,0-1-1 0 0,1 0 1 0 0,0 1 0 0 0,1-1-1 0 0,-1 0 1 0 0,1 0 0 0 0,0-1-1 0 0,1 1 1 0 0,0-1-1 0 0,0 1 1 0 0,0-1 0 0 0,1 0-1 0 0,0-1 1 0 0,0 1 0 0 0,1-1-1 0 0,10 9 1 0 0,-11-12 41 0 0,-1 1 1 0 0,1-1-1 0 0,-1 0 0 0 0,1 0 1 0 0,0 0-1 0 0,0-1 0 0 0,0 1 1 0 0,0-1-1 0 0,0-1 1 0 0,0 1-1 0 0,0-1 0 0 0,0 0 1 0 0,0 0-1 0 0,0 0 0 0 0,0 0 1 0 0,0-1-1 0 0,0 0 1 0 0,0 0-1 0 0,0-1 0 0 0,0 1 1 0 0,0-1-1 0 0,-1 0 0 0 0,1 0 1 0 0,-1-1-1 0 0,1 0 1 0 0,4-3-1 0 0,16-9 1209 0 0,-20 11-4198 0 0</inkml:trace>
</inkml:ink>
</file>

<file path=ppt/ink/ink6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7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4 1112 0 0,'-2'-1'240'0'0,"-1"0"0"0"0,1 1 0 0 0,0-1 1 0 0,0 1-1 0 0,0-1 0 0 0,-1 1 0 0 0,1 0 0 0 0,0 0 0 0 0,0 0 0 0 0,-1 0 0 0 0,1 1 0 0 0,0-1 1 0 0,0 0-1 0 0,-1 1 0 0 0,1 0 0 0 0,0-1 0 0 0,0 1 0 0 0,0 0 0 0 0,0 0 0 0 0,0 0 0 0 0,0 0 1 0 0,0 1-1 0 0,0-1 0 0 0,1 1 0 0 0,-1-1 0 0 0,0 1 0 0 0,1-1 0 0 0,-1 1 0 0 0,1 0 0 0 0,0 0 1 0 0,-1-1-1 0 0,1 1 0 0 0,-2 4 0 0 0,2-3-125 0 0,0-1 1 0 0,0 1 0 0 0,0 0-1 0 0,0 0 1 0 0,0 0-1 0 0,1 0 1 0 0,-1 0-1 0 0,1-1 1 0 0,-1 1-1 0 0,1 0 1 0 0,0 0 0 0 0,0 0-1 0 0,1 0 1 0 0,-1 0-1 0 0,1 0 1 0 0,-1 0-1 0 0,1 0 1 0 0,0 0-1 0 0,0-1 1 0 0,0 1-1 0 0,0 0 1 0 0,1 0 0 0 0,-1-1-1 0 0,1 1 1 0 0,0-1-1 0 0,3 4 1 0 0,0-1-96 0 0,0-1 0 0 0,1 0 0 0 0,-1 0 1 0 0,1 0-1 0 0,0-1 0 0 0,0 1 0 0 0,0-2 0 0 0,0 1 1 0 0,1-1-1 0 0,-1 0 0 0 0,1 0 0 0 0,-1 0 0 0 0,1-1 1 0 0,0 0-1 0 0,0-1 0 0 0,10 0 0 0 0,-11 0-642 0 0,1-1 0 0 0,-1 1 1 0 0,1-2-1 0 0,-1 1 0 0 0,0-1 0 0 0,0 0 0 0 0,0 0 0 0 0,0-1 1 0 0,0 1-1 0 0,0-2 0 0 0,6-3 0 0 0,3-4-2347 0 0</inkml:trace>
</inkml:ink>
</file>

<file path=ppt/ink/ink6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08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27 139 11161 0 0,'-2'-1'23'0'0,"0"0"0"0"0,1 0 0 0 0,-1 0 0 0 0,1 0 0 0 0,-1 0 0 0 0,1 0 1 0 0,-1 0-1 0 0,1-1 0 0 0,0 1 0 0 0,-1 0 0 0 0,1-1 0 0 0,0 1 0 0 0,0-1 0 0 0,0 0 0 0 0,0 1 0 0 0,0-1 0 0 0,1 0 0 0 0,-1 1 0 0 0,0-1 0 0 0,1 0 0 0 0,0 0 1 0 0,-1 0-1 0 0,1 1 0 0 0,0-1 0 0 0,0 0 0 0 0,0 0 0 0 0,0 0 0 0 0,0 0 0 0 0,0 0 0 0 0,0 1 0 0 0,1-1 0 0 0,0-2 0 0 0,1 0 3 0 0,1 0-1 0 0,-1 1 0 0 0,1 0 0 0 0,0-1 1 0 0,0 1-1 0 0,0 0 0 0 0,0 0 0 0 0,1 1 1 0 0,-1-1-1 0 0,1 1 0 0 0,0-1 0 0 0,-1 1 1 0 0,6-2-1 0 0,8-3-226 0 0,-1 1-1 0 0,1 0 1 0 0,0 2 0 0 0,0-1 0 0 0,20-1-1 0 0,47-2-5946 0 0,-63 8 3380 0 0</inkml:trace>
</inkml:ink>
</file>

<file path=ppt/ink/ink6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0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46 681 784 0 0,'2'2'4371'0'0,"6"19"-4070"0"0,0 17 221 0 0,-2 0 0 0 0,-1 0 0 0 0,-2 1 0 0 0,-2 0-1 0 0,-1 0 1 0 0,-6 40 0 0 0,6-78-458 0 0,0 0 0 0 0,0 0 0 0 0,0 0 0 0 0,0 0 0 0 0,0 0 1 0 0,0 0-1 0 0,0 1 0 0 0,-1-1 0 0 0,1 0 0 0 0,0 0 0 0 0,-1 0 0 0 0,1 0 0 0 0,-1 0 0 0 0,1 0 1 0 0,-1 0-1 0 0,0 0 0 0 0,1 0 0 0 0,-1 0 0 0 0,0-1 0 0 0,1 1 0 0 0,-3 1 0 0 0,2-2-39 0 0,1 0-1 0 0,-1 0 1 0 0,0 0 0 0 0,0 0-1 0 0,0-1 1 0 0,1 1-1 0 0,-1 0 1 0 0,0 0-1 0 0,1-1 1 0 0,-1 1-1 0 0,0-1 1 0 0,1 1 0 0 0,-1-1-1 0 0,0 1 1 0 0,1-1-1 0 0,-1 1 1 0 0,1-1-1 0 0,-1 1 1 0 0,1-1 0 0 0,-1 0-1 0 0,1 1 1 0 0,-1-2-1 0 0,-3-4 40 0 0,-1-1 0 0 0,2 0 0 0 0,-1 0 0 0 0,-4-14 0 0 0,-1-29 43 0 0,2-1 1 0 0,2 1-1 0 0,3-1 1 0 0,6-91 0 0 0,-1 49-38 0 0,1 30-47 0 0,1 1-1 0 0,4 0 0 0 0,2 0 0 0 0,21-63 0 0 0,-28 112-32 0 0,0 1 0 0 0,1 0 0 0 0,1 0 0 0 0,0 0 0 0 0,1 0 0 0 0,0 1 0 0 0,1 1 0 0 0,0-1 0 0 0,1 1 0 0 0,0 0 0 0 0,0 1 0 0 0,16-12 0 0 0,-24 20 6 0 0,0 0 0 0 0,0 0 0 0 0,1 0 0 0 0,-1 0-1 0 0,0 0 1 0 0,1 0 0 0 0,-1 0 0 0 0,1 0 0 0 0,-1 1 0 0 0,1-1 0 0 0,0 0 0 0 0,-1 1-1 0 0,1 0 1 0 0,-1-1 0 0 0,1 1 0 0 0,0 0 0 0 0,0 0 0 0 0,-1 0 0 0 0,1 0-1 0 0,0 0 1 0 0,-1 0 0 0 0,1 0 0 0 0,0 1 0 0 0,-1-1 0 0 0,1 0 0 0 0,-1 1 0 0 0,1 0-1 0 0,0-1 1 0 0,-1 1 0 0 0,1 0 0 0 0,-1 0 0 0 0,0 0 0 0 0,1 0 0 0 0,-1 0 0 0 0,0 0-1 0 0,1 0 1 0 0,-1 0 0 0 0,0 0 0 0 0,0 1 0 0 0,0-1 0 0 0,0 1 0 0 0,0-1-1 0 0,0 0 1 0 0,-1 1 0 0 0,1 0 0 0 0,0-1 0 0 0,-1 1 0 0 0,1-1 0 0 0,0 4 0 0 0,2 5-7 0 0,-1-1 1 0 0,0 1 0 0 0,0 0-1 0 0,-1 0 1 0 0,-1 1-1 0 0,1-1 1 0 0,-2 11 0 0 0,-11 83-13 0 0,4-45 3 0 0,2 1 1 0 0,3 0-1 0 0,2 0 0 0 0,9 70 0 0 0,-5-103 25 0 0,2 0-1 0 0,1-1 1 0 0,1 0-1 0 0,14 31 1 0 0,-19-49-13 0 0,2-1 0 0 0,-1 0 0 0 0,1-1 0 0 0,0 1 1 0 0,0-1-1 0 0,1 1 0 0 0,0-1 0 0 0,0-1 0 0 0,0 1 0 0 0,1-1 0 0 0,0 0 1 0 0,0 0-1 0 0,0-1 0 0 0,0 1 0 0 0,1-1 0 0 0,0-1 0 0 0,0 1 0 0 0,0-1 1 0 0,13 4-1 0 0,-16-7 6 0 0,1 1 1 0 0,-1-1-1 0 0,1 0 1 0 0,-1 0-1 0 0,1 0 1 0 0,-1 0-1 0 0,1-1 1 0 0,-1 0-1 0 0,1 0 1 0 0,-1 0-1 0 0,1 0 1 0 0,-1-1-1 0 0,0 1 1 0 0,0-1-1 0 0,0-1 1 0 0,0 1-1 0 0,0 0 1 0 0,0-1-1 0 0,-1 0 0 0 0,1 0 1 0 0,-1 0-1 0 0,0 0 1 0 0,0 0-1 0 0,0-1 1 0 0,4-5-1 0 0,-4 4 2 0 0,0 1 0 0 0,0-1 1 0 0,0 0-1 0 0,0 0 0 0 0,-1-1 0 0 0,0 1 0 0 0,0 0 0 0 0,-1-1 0 0 0,1 1 0 0 0,-1-1 0 0 0,0 0 0 0 0,0 1 0 0 0,-1-1 0 0 0,0 0 0 0 0,0 0 0 0 0,0 1 0 0 0,-1-1 0 0 0,0 0 0 0 0,-2-8 0 0 0,2 12-1 0 0,1 0 0 0 0,-1 1 0 0 0,0-1 0 0 0,1 0 0 0 0,-1 1 0 0 0,0-1 0 0 0,0 1 0 0 0,0-1 0 0 0,0 1 0 0 0,0-1 0 0 0,-1 1 0 0 0,1 0 0 0 0,0-1 0 0 0,-1 1 0 0 0,1 0 0 0 0,-1 0 0 0 0,1 0 0 0 0,-1 0 1 0 0,1 0-1 0 0,-1 1 0 0 0,0-1 0 0 0,0 0 0 0 0,1 1 0 0 0,-1-1 0 0 0,0 1 0 0 0,0 0 0 0 0,1-1 0 0 0,-1 1 0 0 0,0 0 0 0 0,0 0 0 0 0,0 0 0 0 0,0 0 0 0 0,1 1 0 0 0,-3-1 0 0 0,1 1-3 0 0,1 0 0 0 0,-1 0 0 0 0,0-1 0 0 0,1 2 0 0 0,0-1 1 0 0,-1 0-1 0 0,1 0 0 0 0,0 1 0 0 0,-1-1 0 0 0,1 1 0 0 0,0 0 0 0 0,0 0 0 0 0,0 0 0 0 0,1 0 0 0 0,-1 0 1 0 0,0 0-1 0 0,1 0 0 0 0,-1 0 0 0 0,-1 4 0 0 0,2-2 3 0 0,0-1 1 0 0,0 1-1 0 0,0-1 1 0 0,0 1-1 0 0,1-1 0 0 0,-1 1 1 0 0,1 0-1 0 0,0-1 1 0 0,0 1-1 0 0,0 0 0 0 0,1-1 1 0 0,-1 1-1 0 0,1 0 0 0 0,0-1 1 0 0,0 1-1 0 0,0-1 1 0 0,1 1-1 0 0,-1-1 0 0 0,4 7 1 0 0,-1-5-6 0 0,1 0 0 0 0,-1 0 0 0 0,1-1 0 0 0,-1 1 0 0 0,1-1-1 0 0,1 0 1 0 0,-1 0 0 0 0,1-1 0 0 0,-1 1 0 0 0,10 3 0 0 0,2 0-54 0 0,0-1 0 0 0,0-1-1 0 0,0-1 1 0 0,0 0 0 0 0,1-1-1 0 0,-1-1 1 0 0,30 0 0 0 0,-27-3-21 0 0,1-1 0 0 0,-1-2-1 0 0,1 0 1 0 0,-1-1 0 0 0,-1-1 0 0 0,1 0 0 0 0,-1-2 0 0 0,24-12 0 0 0,-35 15 63 0 0,-1 1-1 0 0,0-1 1 0 0,0 0 0 0 0,0-1-1 0 0,0 0 1 0 0,-1 0-1 0 0,0 0 1 0 0,0-1 0 0 0,9-13-1 0 0,-13 15 28 0 0,0 0-1 0 0,1 0 1 0 0,-1 0 0 0 0,-1 0-1 0 0,1 0 1 0 0,-1 0-1 0 0,0 0 1 0 0,0-1-1 0 0,-1 1 1 0 0,1 0-1 0 0,-1-1 1 0 0,0 1 0 0 0,-1 0-1 0 0,1-1 1 0 0,-1 1-1 0 0,0 0 1 0 0,-2-7-1 0 0,2 10-3 0 0,0 1 0 0 0,1-1 0 0 0,-1 0 0 0 0,0 1 0 0 0,0-1 0 0 0,0 1-1 0 0,0-1 1 0 0,-1 1 0 0 0,1 0 0 0 0,0-1 0 0 0,0 1 0 0 0,-1 0 0 0 0,1 0 0 0 0,-1 0-1 0 0,1 0 1 0 0,-1 0 0 0 0,0 0 0 0 0,1 1 0 0 0,-1-1 0 0 0,0 0 0 0 0,1 1 0 0 0,-1-1 0 0 0,0 1-1 0 0,0 0 1 0 0,1 0 0 0 0,-1-1 0 0 0,0 1 0 0 0,0 0 0 0 0,0 0 0 0 0,0 1 0 0 0,1-1-1 0 0,-1 0 1 0 0,-3 2 0 0 0,1-2-1 0 0,0 1 0 0 0,-1 1 0 0 0,1-1 0 0 0,0 0 0 0 0,0 1-1 0 0,1 0 1 0 0,-1 0 0 0 0,0 0 0 0 0,1 0 0 0 0,-1 1 0 0 0,1-1 0 0 0,-1 1-1 0 0,-3 4 1 0 0,5-4-8 0 0,0-1 0 0 0,0 1 0 0 0,1 0 0 0 0,-1-1 0 0 0,1 1 0 0 0,0 0 0 0 0,0 0 0 0 0,0 0 0 0 0,0 0-1 0 0,0 0 1 0 0,0 0 0 0 0,1 0 0 0 0,0 0 0 0 0,-1 0 0 0 0,1 0 0 0 0,0 0 0 0 0,1 0 0 0 0,-1 0 0 0 0,0 0 0 0 0,1 0 0 0 0,0 0 0 0 0,0 0-1 0 0,0 0 1 0 0,0 0 0 0 0,0 0 0 0 0,0 0 0 0 0,1-1 0 0 0,-1 1 0 0 0,1-1 0 0 0,0 1 0 0 0,0-1 0 0 0,0 1 0 0 0,0-1 0 0 0,0 0 0 0 0,1 0-1 0 0,-1 0 1 0 0,1 0 0 0 0,-1-1 0 0 0,1 1 0 0 0,-1 0 0 0 0,1-1 0 0 0,3 1 0 0 0,-4-1 1 0 0,0-1 0 0 0,0 0-1 0 0,-1 1 1 0 0,1-1 0 0 0,0 0 0 0 0,-1 0 0 0 0,1-1 0 0 0,0 1-1 0 0,-1 0 1 0 0,1 0 0 0 0,0-1 0 0 0,-1 1 0 0 0,1-1 0 0 0,0 0-1 0 0,-1 1 1 0 0,1-1 0 0 0,-1 0 0 0 0,1 0 0 0 0,-1 0 0 0 0,0 0-1 0 0,1 0 1 0 0,-1 0 0 0 0,0 0 0 0 0,0-1 0 0 0,2 0 0 0 0,21-42 13 0 0,-11 20 111 0 0,-12 23-38 0 0,9 26-55 0 0,7 36 52 0 0,-3 1-1 0 0,8 79 1 0 0,-12-74 27 0 0,-3 11 12 0 0,-3 1 0 0 0,-4 0 0 0 0,-15 133 0 0 0,14-205-104 0 0,0 0 0 0 0,-1 0-1 0 0,1 0 1 0 0,-1 0 0 0 0,-1 0 0 0 0,1-1 0 0 0,-1 1-1 0 0,0 0 1 0 0,-1-1 0 0 0,0 0 0 0 0,0 0 0 0 0,0 0-1 0 0,-1-1 1 0 0,1 1 0 0 0,-1-1 0 0 0,-1 0 0 0 0,-8 7-1 0 0,10-9 12 0 0,-1-1-1 0 0,0 1 1 0 0,0-1-1 0 0,0 0 1 0 0,0 0-1 0 0,0 0 0 0 0,0 0 1 0 0,0-1-1 0 0,-1 0 1 0 0,1 0-1 0 0,0-1 1 0 0,-1 1-1 0 0,1-1 0 0 0,-1 0 1 0 0,1-1-1 0 0,-1 1 1 0 0,1-1-1 0 0,0 0 1 0 0,-1-1-1 0 0,1 1 0 0 0,0-1 1 0 0,0 0-1 0 0,-6-3 1 0 0,-3-3 8 0 0,-1-1-1 0 0,1-1 1 0 0,1 0 0 0 0,0 0 0 0 0,0-2 0 0 0,1 1-1 0 0,1-2 1 0 0,0 0 0 0 0,0 0 0 0 0,2 0 0 0 0,-1-2-1 0 0,2 1 1 0 0,0-1 0 0 0,0 0 0 0 0,-9-30 0 0 0,12 30-37 0 0,1-1 0 0 0,0 0 0 0 0,1 0 1 0 0,0-1-1 0 0,1 1 0 0 0,1-1 0 0 0,1 1 0 0 0,0 0 1 0 0,2-1-1 0 0,-1 1 0 0 0,2-1 0 0 0,0 1 0 0 0,1 0 1 0 0,1 1-1 0 0,0-1 0 0 0,8-16 0 0 0,-8 24-96 0 0,1-1-1 0 0,0 1 0 0 0,0 0 1 0 0,1 0-1 0 0,0 0 0 0 0,0 1 1 0 0,1 0-1 0 0,0 1 1 0 0,0 0-1 0 0,1 0 0 0 0,-1 0 1 0 0,16-6-1 0 0,7-1-2324 0 0,0 1 0 0 0,49-12 0 0 0,-66 20 282 0 0</inkml:trace>
</inkml:ink>
</file>

<file path=ppt/ink/ink6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1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1 378 184 0 0,'0'0'5002'0'0,"0"5"-4644"0"0,0 2-111 0 0,1 0 0 0 0,0 0 1 0 0,0 0-1 0 0,0 0 0 0 0,6 12 1 0 0,-7-17-160 0 0,1 0-1 0 0,-1 1 1 0 0,1-1 0 0 0,0 0 0 0 0,0 0 0 0 0,0 0-1 0 0,0 0 1 0 0,1-1 0 0 0,-1 1 0 0 0,0 0 0 0 0,1 0-1 0 0,-1-1 1 0 0,1 1 0 0 0,0-1 0 0 0,-1 1 0 0 0,1-1 0 0 0,0 0-1 0 0,0 0 1 0 0,0 1 0 0 0,0-1 0 0 0,0-1 0 0 0,0 1-1 0 0,0 0 1 0 0,0 0 0 0 0,4 0 0 0 0,-4-1 33 0 0,1-1-78 0 0,0 0 0 0 0,0 0 0 0 0,0-1 0 0 0,-1 1 0 0 0,1 0 0 0 0,0-1 0 0 0,-1 0 0 0 0,5-3 0 0 0,6-7 53 0 0,14-8 215 0 0,-26 20-308 0 0,0-1 1 0 0,0 1-1 0 0,0 0 0 0 0,0-1 1 0 0,0 1-1 0 0,0 0 0 0 0,0 0 0 0 0,0 0 1 0 0,0 0-1 0 0,0 0 0 0 0,0 0 1 0 0,0 0-1 0 0,0 0 0 0 0,0 0 0 0 0,0 0 1 0 0,0 1-1 0 0,0-1 0 0 0,0 0 1 0 0,0 1-1 0 0,0-1 0 0 0,0 1 1 0 0,0-1-1 0 0,0 1 0 0 0,0 0 0 0 0,0-1 1 0 0,-1 1-1 0 0,1 0 0 0 0,1 1 1 0 0,2 2-12 0 0,0 1 1 0 0,1-1 0 0 0,0 0-1 0 0,-1 0 1 0 0,1 0 0 0 0,1-1-1 0 0,-1 0 1 0 0,0 0 0 0 0,1 0-1 0 0,-1-1 1 0 0,1 0 0 0 0,0 0-1 0 0,0 0 1 0 0,0 0 0 0 0,0-1-1 0 0,7 0 1 0 0,-9-1 0 0 0,1-1 1 0 0,-1 1-1 0 0,0-1 1 0 0,0 0-1 0 0,0 0 0 0 0,0-1 1 0 0,0 0-1 0 0,0 1 1 0 0,0-1-1 0 0,0 0 0 0 0,-1-1 1 0 0,1 1-1 0 0,-1-1 1 0 0,1 1-1 0 0,-1-1 1 0 0,0 0-1 0 0,0 0 0 0 0,0-1 1 0 0,-1 1-1 0 0,1-1 1 0 0,-1 1-1 0 0,0-1 0 0 0,0 0 1 0 0,2-5-1 0 0,9-19 24 0 0,-2-1-1 0 0,-1 0 0 0 0,-1-1 0 0 0,-2 0 1 0 0,-1-1-1 0 0,-1 0 0 0 0,-2 1 0 0 0,-1-1 1 0 0,-1-1-1 0 0,-2 1 0 0 0,-5-35 1 0 0,6 64 69 0 0,-2-12 35 0 0,2 14-116 0 0,0 0 1 0 0,0-1-1 0 0,0 1 0 0 0,0 0 0 0 0,0 0 0 0 0,0-1 1 0 0,0 1-1 0 0,0 0 0 0 0,0 0 0 0 0,0-1 1 0 0,0 1-1 0 0,0 0 0 0 0,0 0 0 0 0,0-1 1 0 0,0 1-1 0 0,0 0 0 0 0,0 0 0 0 0,0 0 1 0 0,-1-1-1 0 0,1 1 0 0 0,0 0 0 0 0,0 0 1 0 0,0 0-1 0 0,0-1 0 0 0,-1 1 0 0 0,1 0 1 0 0,0 0-1 0 0,0 0 0 0 0,0 0 0 0 0,-1-1 0 0 0,1 1 1 0 0,0 0-1 0 0,0 0 0 0 0,0 0 0 0 0,-1 0 1 0 0,1 0-1 0 0,0 0 0 0 0,0 0 0 0 0,-1 0 1 0 0,1 0-1 0 0,0 0 0 0 0,0 0 0 0 0,-1 0 1 0 0,1 0-1 0 0,0 0 0 0 0,0 0 0 0 0,-1 0 1 0 0,1 0-1 0 0,0 0 0 0 0,-7 11 12 0 0,0 0 0 0 0,2 1 0 0 0,-1-1 0 0 0,1 1 0 0 0,1 0 0 0 0,0 0 0 0 0,1 1 0 0 0,0-1-1 0 0,1 1 1 0 0,0 0 0 0 0,1 0 0 0 0,1-1 0 0 0,0 1 0 0 0,0 0 0 0 0,1 0 0 0 0,1 0 0 0 0,0-1 0 0 0,5 13 0 0 0,-1-1-97 0 0,2 0 0 0 0,1-1 0 0 0,1 0 0 0 0,0-1 0 0 0,2 0-1 0 0,1 0 1 0 0,1-2 0 0 0,28 35 0 0 0,-35-48-168 0 0,1 1-1 0 0,-1-1 0 0 0,2 0 0 0 0,-1 0 1 0 0,1-1-1 0 0,0 0 0 0 0,0-1 0 0 0,1 0 1 0 0,-1-1-1 0 0,15 5 0 0 0,-17-6-176 0 0,0-2 1 0 0,1 1-1 0 0,-1-1 0 0 0,0 0 0 0 0,0-1 0 0 0,1 1 1 0 0,-1-2-1 0 0,0 1 0 0 0,1-1 0 0 0,6-1 1 0 0,4-2-1206 0 0</inkml:trace>
</inkml:ink>
</file>

<file path=ppt/ink/ink6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2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25 254 2520 0 0,'6'-4'158'0'0,"1"-1"1"0"0,0-1-1 0 0,-1 1 0 0 0,0-1 1 0 0,-1 0-1 0 0,1 0 0 0 0,-1 0 0 0 0,0-1 1 0 0,-1 0-1 0 0,1 0 0 0 0,-1 0 0 0 0,-1-1 1 0 0,1 1-1 0 0,-1-1 0 0 0,-1 0 0 0 0,0 0 1 0 0,0 0-1 0 0,2-14 0 0 0,-4 20-52 0 0,1 1 0 0 0,-1-1 0 0 0,1 1 0 0 0,-1-1 0 0 0,0 0 0 0 0,1 0 0 0 0,-1 1 0 0 0,0-1 0 0 0,0 0 0 0 0,0 1 0 0 0,-1-1 0 0 0,1 0 0 0 0,0 1 0 0 0,-1-1 0 0 0,1 0 0 0 0,-1 1 0 0 0,1-1 0 0 0,-1 0 0 0 0,0 1 0 0 0,0-1 0 0 0,0 1 0 0 0,0 0 0 0 0,0-1 0 0 0,0 1 0 0 0,0 0 0 0 0,0-1 0 0 0,0 1 0 0 0,-2-1 0 0 0,1 1 86 0 0,-33 15 447 0 0,30-11-571 0 0,-1 1 1 0 0,1 0-1 0 0,1 0 1 0 0,-1 0 0 0 0,0 0-1 0 0,1 1 1 0 0,0 0 0 0 0,0-1-1 0 0,0 2 1 0 0,1-1-1 0 0,0 0 1 0 0,0 1 0 0 0,-2 5-1 0 0,4-10-63 0 0,1 0-1 0 0,0-1 1 0 0,0 1-1 0 0,0 0 1 0 0,0 0-1 0 0,0-1 1 0 0,0 1-1 0 0,1 0 1 0 0,-1-1-1 0 0,0 1 1 0 0,0 0-1 0 0,0-1 1 0 0,1 1-1 0 0,-1 0 1 0 0,0-1 0 0 0,0 1-1 0 0,1 0 1 0 0,-1-1-1 0 0,1 1 1 0 0,-1-1-1 0 0,1 1 1 0 0,-1-1-1 0 0,1 1 1 0 0,-1-1-1 0 0,1 1 1 0 0,-1-1-1 0 0,1 1 1 0 0,-1-1-1 0 0,1 0 1 0 0,0 1-1 0 0,-1-1 1 0 0,1 0-1 0 0,1 1 1 0 0,26-4 281 0 0,-26 2-273 0 0,0 0 0 0 0,0 1 0 0 0,0-1 0 0 0,-1 0 0 0 0,1 1 0 0 0,0 0 0 0 0,0-1 0 0 0,0 1 0 0 0,0 0 0 0 0,0 0 1 0 0,0 0-1 0 0,0 0 0 0 0,0 0 0 0 0,0 1 0 0 0,-1-1 0 0 0,1 1 0 0 0,0-1 0 0 0,0 1 0 0 0,0-1 0 0 0,-1 1 0 0 0,1 0 0 0 0,0 0 0 0 0,0 0 0 0 0,-1 0 0 0 0,1 0 0 0 0,-1 0 0 0 0,3 3 0 0 0,0 3-5 0 0,1 1 2 0 0,-4-6-9 0 0,1 0 0 0 0,-1 0 0 0 0,0 0 1 0 0,1 0-1 0 0,-1 0 0 0 0,1-1 1 0 0,-1 1-1 0 0,1 0 0 0 0,0-1 1 0 0,-1 1-1 0 0,1-1 0 0 0,0 0 1 0 0,3 2-1 0 0,18 0 1 0 0,-21-3-16 0 0,2-1 0 0 0,6-3-4 0 0,0 0 1 0 0,-1 0-1 0 0,1-1 0 0 0,-1 0 1 0 0,0 0-1 0 0,-1-1 1 0 0,16-13-1 0 0,54-60-148 0 0,-34 33 105 0 0,-43 44 53 0 0,0 0 0 0 0,1 0 0 0 0,-1 0 0 0 0,1 0 0 0 0,0 0 0 0 0,0 1 0 0 0,0-1 0 0 0,-1 0 0 0 0,2 1 1 0 0,-1 0-1 0 0,0-1 0 0 0,0 1 0 0 0,0 0 0 0 0,0 0 0 0 0,1 0 0 0 0,-1 1 0 0 0,0-1 0 0 0,1 1 0 0 0,-1-1 0 0 0,1 1 0 0 0,-1 0 0 0 0,1-1 0 0 0,3 2 0 0 0,-3 1 4 0 0,0 0-1 0 0,0 0 0 0 0,-1 0 0 0 0,1 1 0 0 0,-1-1 1 0 0,0 1-1 0 0,0 0 0 0 0,0-1 0 0 0,0 1 0 0 0,0 0 1 0 0,-1 0-1 0 0,1 0 0 0 0,-1 0 0 0 0,0 1 0 0 0,1 4 0 0 0,0-4 2 0 0,3 8 7 0 0,1-1 0 0 0,1-1-1 0 0,-1 1 1 0 0,1-1 0 0 0,1 0 0 0 0,14 14-1 0 0,-22-24-3 0 0,2 2 4 0 0,1 0 1 0 0,0 0-1 0 0,-1 0 0 0 0,1 0 0 0 0,0-1 0 0 0,0 1 0 0 0,0-1 1 0 0,0 0-1 0 0,0 0 0 0 0,0 0 0 0 0,0 0 0 0 0,0 0 0 0 0,1-1 0 0 0,-1 0 1 0 0,0 1-1 0 0,4-1 0 0 0,-1 0-88 0 0,0 0-1 0 0,-1-1 1 0 0,1 0-1 0 0,0 0 1 0 0,0 0-1 0 0,-1 0 1 0 0,1-1-1 0 0,-1 0 1 0 0,0 0-1 0 0,1-1 1 0 0,-1 1-1 0 0,0-1 1 0 0,0 0-1 0 0,0-1 1 0 0,-1 1 0 0 0,1-1-1 0 0,-1 0 1 0 0,5-6-1 0 0,-4 5 100 0 0,0 0-1 0 0,-1-1 1 0 0,0 1 0 0 0,0-1-1 0 0,0 0 1 0 0,-1 0 0 0 0,0 0-1 0 0,0 0 1 0 0,-1-1-1 0 0,0 1 1 0 0,0-1 0 0 0,0 1-1 0 0,-1-1 1 0 0,1-9 0 0 0,-2 13 91 0 0,0-12 166 0 0,0 7 142 0 0,0 10 562 0 0,-1 30-842 0 0,1-5-134 0 0,-2 0-1 0 0,-6 39 1 0 0,7-64-440 0 0</inkml:trace>
</inkml:ink>
</file>

<file path=ppt/ink/ink6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2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47 364 0 0,'0'0'888'0'0,"2"-12"812"0"0,-1 0-284 0 0,2-1 37 0 0,-2 4-1101 0 0</inkml:trace>
</inkml:ink>
</file>

<file path=ppt/ink/ink6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2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17 948 0 0,'2'-17'8748'0'0,"-20"484"-6528"0"0,24-326-1972 0 0,-4-123-201 0 0,1 0 0 0 0,0 0 1 0 0,1-1-1 0 0,1 1 0 0 0,12 28 1 0 0,-16-44-22 0 0,0 0 0 0 0,-1 0 0 0 0,1 0 1 0 0,0 0-1 0 0,0-1 0 0 0,1 1 0 0 0,-1 0 1 0 0,0 0-1 0 0,0-1 0 0 0,1 1 0 0 0,-1-1 0 0 0,1 1 1 0 0,0-1-1 0 0,-1 0 0 0 0,1 1 0 0 0,0-1 0 0 0,0 0 1 0 0,0 0-1 0 0,0 0 0 0 0,0 0 0 0 0,0-1 1 0 0,0 1-1 0 0,0-1 0 0 0,0 1 0 0 0,0-1 0 0 0,0 1 1 0 0,0-1-1 0 0,5 0 0 0 0,-1-2 50 0 0,1 0 0 0 0,0 0-1 0 0,-1-1 1 0 0,1 0 0 0 0,-1 0-1 0 0,0 0 1 0 0,11-8 0 0 0,22-26 1423 0 0,-32 29-1050 0 0,-6 7-286 0 0,-1 2-322 0 0,0 0 1 0 0,0 0-1 0 0,0-1 1 0 0,0 1-1 0 0,0 0 1 0 0,0 0-1 0 0,0 0 1 0 0,0 0-1 0 0,0 0 1 0 0,-1 0-1 0 0,1 0 1 0 0,0 0-1 0 0,-1 0 1 0 0,1-1-1 0 0,0 1 1 0 0,-1 0-1 0 0,1 0 1 0 0,-1 0-1 0 0,1-1 1 0 0,-1 1-1 0 0,0 0 1 0 0,1-1-1 0 0,-2 2 1 0 0,-9 14-6493 0 0</inkml:trace>
</inkml:ink>
</file>

<file path=ppt/ink/ink6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3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1 118 892 0 0,'9'-116'7375'0'0,"-9"114"-7380"0"0</inkml:trace>
</inkml:ink>
</file>

<file path=ppt/ink/ink6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3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32 105 120 0 0,'0'0'4052'0'0,"2"-5"-3420"0"0,7-14 957 0 0,0-2 0 0 0,8-29 0 0 0,-17 48-1277 0 0,0 2-278 0 0,0 0-1 0 0,1 0 1 0 0,-1 0 0 0 0,0-1 0 0 0,0 1-1 0 0,0 0 1 0 0,0 0 0 0 0,0 0 0 0 0,1 0-1 0 0,-1 0 1 0 0,0 0 0 0 0,0-1 0 0 0,0 1-1 0 0,0 0 1 0 0,0 0 0 0 0,0 0 0 0 0,0 0-1 0 0,0-1 1 0 0,0 1 0 0 0,0 0 0 0 0,0 0 0 0 0,0 0-1 0 0,0 0 1 0 0,1-1 0 0 0,-1 1 0 0 0,0 0-1 0 0,0 0 1 0 0,-1 0 0 0 0,1 0 0 0 0,0-1-1 0 0,0 1 1 0 0,0 0 0 0 0,0 0 0 0 0,0 0-1 0 0,0 0 1 0 0,0-1 0 0 0,0 1 0 0 0,0 0-1 0 0,0 0 1 0 0,0 0 0 0 0,0 0 0 0 0,0-1-1 0 0,-1 1 1 0 0,1 0 0 0 0,0 0 0 0 0,0 0-1 0 0,0 0 1 0 0,0 0 0 0 0,0 0 0 0 0,-1 0-1 0 0,1-1 1 0 0,0 1 0 0 0,0 0 0 0 0,0 0-1 0 0,0 0 1 0 0,-1 0 0 0 0,1 0 0 0 0,0 0-1 0 0,-7 7 20 0 0,0 1 0 0 0,0 0-1 0 0,1 0 1 0 0,1 1 0 0 0,-1-1-1 0 0,1 1 1 0 0,1 1-1 0 0,0-1 1 0 0,0 0 0 0 0,0 1-1 0 0,1 0 1 0 0,-2 17-1 0 0,5-26-42 0 0,0 0 0 0 0,0-1 0 0 0,0 1 0 0 0,0 0 0 0 0,0 0 0 0 0,0-1 0 0 0,0 1 0 0 0,0 0 0 0 0,0-1 0 0 0,0 1 0 0 0,1 0 0 0 0,-1-1 0 0 0,0 1 0 0 0,1 0 0 0 0,-1-1 0 0 0,0 1 0 0 0,1-1 0 0 0,-1 1 0 0 0,1 0 0 0 0,-1-1 0 0 0,1 1 0 0 0,-1-1-1 0 0,1 1 1 0 0,-1-1 0 0 0,1 0 0 0 0,0 1 0 0 0,-1-1 0 0 0,1 0 0 0 0,0 1 0 0 0,-1-1 0 0 0,1 0 0 0 0,0 1 0 0 0,-1-1 0 0 0,1 0 0 0 0,0 0 0 0 0,-1 0 0 0 0,1 0 0 0 0,0 0 0 0 0,0 0 0 0 0,-1 0 0 0 0,1 0 0 0 0,0 0 0 0 0,-1 0 0 0 0,1 0-1 0 0,0-1 1 0 0,1 1 0 0 0,38-12 74 0 0,-32 9-65 0 0,53-22 71 0 0,-49 19-81 0 0,0 1 0 0 0,0 0 0 0 0,1 0-1 0 0,0 1 1 0 0,22-3 0 0 0,-32 6-26 0 0,28 11-5 0 0,-29-7 34 0 0,0 0 1 0 0,-1 0-1 0 0,1 0 1 0 0,-1 0 0 0 0,0 0-1 0 0,0 1 1 0 0,0-1-1 0 0,-1 0 1 0 0,1 0 0 0 0,-1 1-1 0 0,0-1 1 0 0,0 0-1 0 0,0 1 1 0 0,0-1 0 0 0,0 0-1 0 0,-1 0 1 0 0,1 1-1 0 0,-1-1 1 0 0,0 0 0 0 0,0 0-1 0 0,0 0 1 0 0,0 0 0 0 0,-1 0-1 0 0,0 0 1 0 0,1 0-1 0 0,-1 0 1 0 0,0 0 0 0 0,0-1-1 0 0,0 1 1 0 0,-1-1-1 0 0,1 0 1 0 0,-4 3 0 0 0,5-3-129 0 0,-1-1 0 0 0,0 0 1 0 0,0 1-1 0 0,0-1 0 0 0,0 0 0 0 0,0 0 1 0 0,0 0-1 0 0,0-1 0 0 0,0 1 1 0 0,0 0-1 0 0,0-1 0 0 0,0 1 1 0 0,0-1-1 0 0,-1 0 0 0 0,-2 0 0 0 0,-35-8-6675 0 0,29 5 3973 0 0</inkml:trace>
</inkml:ink>
</file>

<file path=ppt/ink/ink6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4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80 736 0 0,'12'-11'1064'0'0,"3"1"-20"0"0,-1 0-108 0 0,10-1-84 0 0,-2-1-84 0 0,2 4-75 0 0,-4 0-53 0 0,2 3-88 0 0,-3 2-144 0 0,-1 1-196 0 0,-2 2-224 0 0,10 2-276 0 0,-1 0-280 0 0,-10 1-608 0 0,12 0-1269 0 0,-8 1 561 0 0</inkml:trace>
</inkml:ink>
</file>

<file path=ppt/ink/ink6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4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7 80 0 0,'0'0'1784'0'0,"4"-6"164"0"0,-48 12-2848 0 0,26 1-316 0 0,-2 1 280 0 0</inkml:trace>
</inkml:ink>
</file>

<file path=ppt/ink/ink6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5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18 156 360 0 0,'-13'-49'10198'0'0,"11"29"-8577"0"0,0 1 1 0 0,2 0 0 0 0,2-27-1 0 0,-2 44-2151 0 0</inkml:trace>
</inkml:ink>
</file>

<file path=ppt/ink/ink6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5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25 904 0 0,'0'0'988'0'0,"0"-12"1476"0"0,3 0 245 0 0,-20 40-6646 0 0,9-16 2213 0 0</inkml:trace>
</inkml:ink>
</file>

<file path=ppt/ink/ink6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15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36 840 0 0,'13'2'794'0'0,"-1"-1"-1"0"0,1 0 0 0 0,-1-1 1 0 0,0-1-1 0 0,1 0 1 0 0,-1 0-1 0 0,0-1 1 0 0,1-1-1 0 0,14-5 0 0 0,42-6 609 0 0,-40 10-1221 0 0,33-1 753 0 0,-21 13-7189 0 0,-31-4 3423 0 0</inkml:trace>
</inkml:ink>
</file>

<file path=ppt/ink/ink6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1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0 255 724 0 0,'0'0'6173'0'0,"6"-3"-5817"0"0,48-17 593 0 0,-24 9-592 0 0,0-1 0 0 0,-1-1 0 0 0,50-31 0 0 0,-65 34-277 0 0,-5 5 6 0 0,1-1-1 0 0,-1-1 0 0 0,0 1 1 0 0,-1-1-1 0 0,1-1 0 0 0,-1 0 1 0 0,-1 0-1 0 0,1-1 0 0 0,-2 1 1 0 0,1-2-1 0 0,-1 1 0 0 0,8-18 1 0 0,-13 26-78 0 0,-1 1 1 0 0,0-1 0 0 0,1 1 0 0 0,-1-1 0 0 0,0 0-1 0 0,0 1 1 0 0,0-1 0 0 0,0 0 0 0 0,0 1-1 0 0,1-1 1 0 0,-1 0 0 0 0,0 0 0 0 0,0 1 0 0 0,-1-1-1 0 0,1 0 1 0 0,0 1 0 0 0,0-1 0 0 0,0 0 0 0 0,0 1-1 0 0,-1-1 1 0 0,1 0 0 0 0,0 1 0 0 0,0-1-1 0 0,-1 1 1 0 0,1-1 0 0 0,-1 0 0 0 0,1 1 0 0 0,0-1-1 0 0,-1 1 1 0 0,1-1 0 0 0,-1 1 0 0 0,1-1-1 0 0,-1 1 1 0 0,1 0 0 0 0,-1-1 0 0 0,0 1 0 0 0,1 0-1 0 0,-1-1 1 0 0,0 1 0 0 0,1 0 0 0 0,-1 0 0 0 0,0-1-1 0 0,1 1 1 0 0,-1 0 0 0 0,0 0 0 0 0,1 0-1 0 0,-1 0 1 0 0,0 0 0 0 0,1 0 0 0 0,-1 0 0 0 0,0 0-1 0 0,1 0 1 0 0,-1 0 0 0 0,0 1 0 0 0,0-1-1 0 0,-35 8 82 0 0,29-5-82 0 0,1 0 0 0 0,-1 0 0 0 0,1 0 0 0 0,0 1 1 0 0,0 0-1 0 0,0 0 0 0 0,0 0 0 0 0,1 1 0 0 0,-1 0 0 0 0,1 0 0 0 0,0 0 0 0 0,1 0 0 0 0,0 1 1 0 0,-1 0-1 0 0,2 0 0 0 0,-7 12 0 0 0,9-15-5 0 0,0 1 0 0 0,-1 0 0 0 0,1-1 0 0 0,1 1 0 0 0,-1 0 0 0 0,0 0 0 0 0,1 0 0 0 0,0 0 0 0 0,0-1 0 0 0,0 1 0 0 0,0 0 0 0 0,1 0 0 0 0,0 0 0 0 0,-1-1 0 0 0,1 1 0 0 0,1 0 0 0 0,-1 0 0 0 0,0-1 0 0 0,1 1 0 0 0,0-1 0 0 0,0 0 0 0 0,0 1 0 0 0,0-1 0 0 0,0 0 0 0 0,1 0 0 0 0,-1 0 0 0 0,1-1 0 0 0,0 1 0 0 0,0-1 0 0 0,0 1 0 0 0,5 2 0 0 0,-1-1 5 0 0,1 0 0 0 0,-1 0 0 0 0,1-1 0 0 0,0 0 0 0 0,0-1 0 0 0,0 1 0 0 0,0-2 0 0 0,0 1 0 0 0,1-1 0 0 0,-1 0 0 0 0,1-1 0 0 0,-1 0 0 0 0,1 0 1 0 0,-1-1-1 0 0,0 0 0 0 0,1 0 0 0 0,-1-1 0 0 0,0 0 0 0 0,0-1 0 0 0,12-4 0 0 0,-13 4-5 0 0,0 0 1 0 0,0-1 0 0 0,0 1 0 0 0,0-1-1 0 0,-1-1 1 0 0,1 1 0 0 0,-1-1 0 0 0,0 0-1 0 0,-1-1 1 0 0,1 1 0 0 0,-1-1 0 0 0,0 0-1 0 0,-1 0 1 0 0,1-1 0 0 0,-1 1 0 0 0,0-1-1 0 0,-1 0 1 0 0,0 0 0 0 0,0 0 0 0 0,0-1-1 0 0,-1 1 1 0 0,1-9 0 0 0,-2 11 8 0 0,0-19 17 0 0,-1 22-22 0 0,0-5 6 0 0,0 7-14 0 0,0 0 0 0 0,0 0 0 0 0,0 0 0 0 0,0 0-1 0 0,0 0 1 0 0,-1 0 0 0 0,1 1 0 0 0,0-1 0 0 0,0 0-1 0 0,0 0 1 0 0,0 0 0 0 0,0 0 0 0 0,0 0 0 0 0,0 0-1 0 0,0 0 1 0 0,0 0 0 0 0,0 0 0 0 0,-1 0 0 0 0,1 1-1 0 0,0-1 1 0 0,0 0 0 0 0,0 0 0 0 0,0 0 0 0 0,0 0-1 0 0,0 0 1 0 0,0 0 0 0 0,-1 0 0 0 0,1 0 0 0 0,0 0-1 0 0,0 0 1 0 0,0 0 0 0 0,0 0 0 0 0,0 0 0 0 0,0 0-1 0 0,-1 0 1 0 0,1 0 0 0 0,0 0 0 0 0,0 0 0 0 0,0 0-1 0 0,0 0 1 0 0,0 0 0 0 0,0-1 0 0 0,0 1 0 0 0,-1 0-1 0 0,1 0 1 0 0,0 0 0 0 0,0 0 0 0 0,0 0 0 0 0,0 0-1 0 0,0 0 1 0 0,0 0 0 0 0,0 0 0 0 0,0 0 0 0 0,0-1-1 0 0,0 1 1 0 0,0 0 0 0 0,-1 0 0 0 0,1 0 0 0 0,0 0-1 0 0,0 0 1 0 0,0 0 0 0 0,0 0 0 0 0,0-1 0 0 0,0 1-1 0 0,0 0 1 0 0,0 0 0 0 0,0 0 0 0 0,-3 5-1 0 0,0 0 0 0 0,0 1 0 0 0,1-1 0 0 0,-1 1 0 0 0,1-1 0 0 0,0 1 0 0 0,1 0 0 0 0,-1 0 0 0 0,0 11 0 0 0,-1 63 28 0 0,3-20 6 0 0,-15 75 94 0 0,-41 165 0 0 0,51-280-109 0 0,0-1 0 0 0,-2 1-1 0 0,-16 31 1 0 0,18-41 51 0 0,0 0 1 0 0,-1 0-1 0 0,0 0 1 0 0,-1-1-1 0 0,0 0 1 0 0,-1-1-1 0 0,0 0 1 0 0,-13 11-1 0 0,18-16-22 0 0,-1-1-1 0 0,1 1 1 0 0,-1-1-1 0 0,0 0 1 0 0,0 0-1 0 0,1-1 1 0 0,-1 1 0 0 0,-1-1-1 0 0,1 0 1 0 0,0 0-1 0 0,0 0 1 0 0,0 0-1 0 0,-1-1 1 0 0,1 0-1 0 0,0 0 1 0 0,0 0 0 0 0,-1 0-1 0 0,1-1 1 0 0,0 1-1 0 0,0-1 1 0 0,0 0-1 0 0,-1 0 1 0 0,1-1-1 0 0,0 1 1 0 0,1-1-1 0 0,-1 0 1 0 0,0 0 0 0 0,0 0-1 0 0,1-1 1 0 0,-1 1-1 0 0,1-1 1 0 0,0 0-1 0 0,0 0 1 0 0,0 0-1 0 0,0 0 1 0 0,-4-7 0 0 0,1 2-17 0 0,1 1 0 0 0,0-1 0 0 0,1 0 0 0 0,0-1-1 0 0,0 1 1 0 0,0-1 0 0 0,1 1 0 0 0,1-1 0 0 0,-1 0 0 0 0,1 0 0 0 0,1-1 0 0 0,0 1 0 0 0,0 0 0 0 0,1 0 0 0 0,0-1 0 0 0,2-12 0 0 0,-1 16-164 0 0,0 1 0 0 0,0-1-1 0 0,1 1 1 0 0,-1 0 0 0 0,1 0-1 0 0,0-1 1 0 0,1 1 0 0 0,0 0-1 0 0,-1 1 1 0 0,1-1 0 0 0,1 0-1 0 0,-1 1 1 0 0,1 0 0 0 0,0 0-1 0 0,6-6 1 0 0,-5 7-388 0 0,1 0 0 0 0,-1 0-1 0 0,1 0 1 0 0,-1 1 0 0 0,1-1 0 0 0,0 2 0 0 0,0-1 0 0 0,12-1-1 0 0,-2 0-2559 0 0,3-1 235 0 0</inkml:trace>
</inkml:ink>
</file>

<file path=ppt/ink/ink6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1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38 392 0 0,'-12'-5'2712'0'0,"14"-1"-953"0"0,33-5-37 0 0,60-3-183 0 0,-43 12-360 0 0,1 2-1 0 0,94 14 1 0 0,-145-14-821 0 0,5 2 80 0 0</inkml:trace>
</inkml:ink>
</file>

<file path=ppt/ink/ink6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3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33 560 0 0,'0'0'3147'0'0,"3"-20"-1195"0"0,-3 7 4224 0 0,-12 37-5840 0 0,0 1 1 0 0,2-1-1 0 0,2 2 0 0 0,-10 38 1 0 0,15-49-189 0 0,1 0-1 0 0,0-1 1 0 0,0 1 0 0 0,2 0 0 0 0,0 0 0 0 0,1 0-1 0 0,0 0 1 0 0,1 0 0 0 0,1-1 0 0 0,4 17 0 0 0,-6-30-117 0 0,0 1 1 0 0,0 0 0 0 0,0 0-1 0 0,0-1 1 0 0,0 1-1 0 0,0-1 1 0 0,0 1 0 0 0,1-1-1 0 0,-1 1 1 0 0,1-1-1 0 0,-1 0 1 0 0,1 1 0 0 0,-1-1-1 0 0,1 0 1 0 0,0 0-1 0 0,0 0 1 0 0,-1-1 0 0 0,1 1-1 0 0,0 0 1 0 0,0-1-1 0 0,0 1 1 0 0,0-1 0 0 0,0 1-1 0 0,0-1 1 0 0,0 0-1 0 0,0 0 1 0 0,0 0 0 0 0,0 0-1 0 0,0 0 1 0 0,0 0-1 0 0,0-1 1 0 0,-1 1 0 0 0,1-1-1 0 0,3-1 1 0 0,9-2 24 0 0,0 0 0 0 0,0-2 0 0 0,20-10 0 0 0,-22 10 14 0 0,12-6-2 0 0,-1-2 1 0 0,-1-1-1 0 0,25-20 1 0 0,16-12 2 0 0,-62 46-75 0 0,1 0 1 0 0,-1 0 0 0 0,1 0-1 0 0,-1 0 1 0 0,1 1 0 0 0,-1-1-1 0 0,1 0 1 0 0,0 1 0 0 0,0-1-1 0 0,-1 1 1 0 0,1 0 0 0 0,0-1-1 0 0,0 1 1 0 0,-1 0 0 0 0,1 0-1 0 0,0 0 1 0 0,0 0 0 0 0,-1 1-1 0 0,1-1 1 0 0,0 0 0 0 0,0 1-1 0 0,-1-1 1 0 0,3 2 0 0 0,34 25-64 0 0,-33-22 42 0 0,0 0-1 0 0,0-1 1 0 0,1 0 0 0 0,-1 0-1 0 0,11 4 1 0 0,-8-4 1 0 0,-1-1 0 0 0,1-1 0 0 0,0 0 1 0 0,0 0-1 0 0,0 0 0 0 0,0-1 0 0 0,1 0 0 0 0,-1-1 1 0 0,0 0-1 0 0,17-1 0 0 0,-21 0 22 0 0,0-1 1 0 0,0 1-1 0 0,0 0 0 0 0,0-1 1 0 0,0 0-1 0 0,0 0 0 0 0,-1 0 1 0 0,1-1-1 0 0,-1 1 0 0 0,1-1 1 0 0,-1 0-1 0 0,0 0 0 0 0,0 0 1 0 0,0 0-1 0 0,0-1 0 0 0,-1 1 1 0 0,1-1-1 0 0,-1 1 0 0 0,0-1 1 0 0,0 0-1 0 0,0 0 0 0 0,2-8 1 0 0,-2 3-5 0 0,0-1 1 0 0,-1 0-1 0 0,0 0 1 0 0,-1 1-1 0 0,1-1 0 0 0,-2 0 1 0 0,0 0-1 0 0,0 0 1 0 0,0 0-1 0 0,-1 1 1 0 0,-1-1-1 0 0,0 1 0 0 0,-7-18 1 0 0,10 26-68 0 0,0 1 1 0 0,0-1-1 0 0,0 1 0 0 0,-1-1 1 0 0,1 1-1 0 0,0-1 1 0 0,0 1-1 0 0,0-1 0 0 0,0 1 1 0 0,0 0-1 0 0,-1-1 1 0 0,1 1-1 0 0,0-1 0 0 0,0 1 1 0 0,0-1-1 0 0,-1 1 1 0 0,1 0-1 0 0,0-1 0 0 0,-1 1 1 0 0,1 0-1 0 0,0-1 1 0 0,-1 1-1 0 0,1 0 0 0 0,-1-1 1 0 0,1 1-1 0 0,-1 0 1 0 0,1 0-1 0 0,0-1 0 0 0,-1 1 1 0 0,1 0-1 0 0,-1 0 1 0 0,1 0-1 0 0,-2 0 0 0 0,-5 12-1447 0 0,6-8 658 0 0,2 10-1311 0 0,-1-7-1808 0 0,0 4 1051 0 0</inkml:trace>
</inkml:ink>
</file>

<file path=ppt/ink/ink6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5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142 326 208 0 0,'0'0'701'0'0,"-1"-1"-337"0"0,0 0 0 0 0,-1 0 0 0 0,1 0-1 0 0,-1 0 1 0 0,1 0 0 0 0,0 1-1 0 0,-1-1 1 0 0,1 0 0 0 0,-1 1-1 0 0,1 0 1 0 0,-1-1 0 0 0,1 1 0 0 0,-4-1-1 0 0,-5 6 6 0 0,0 0 1 0 0,0 1-1 0 0,1-1 0 0 0,0 2 0 0 0,0 0 0 0 0,0 0 0 0 0,1 0 1 0 0,0 1-1 0 0,0 0 0 0 0,1 1 0 0 0,0-1 0 0 0,-5 11 0 0 0,11-17-163 0 0,1-2-171 0 0,-1 1 0 0 0,1 0 0 0 0,0-1-1 0 0,0 1 1 0 0,0 0 0 0 0,0-1-1 0 0,-1 1 1 0 0,1 0 0 0 0,0-1 0 0 0,0 1-1 0 0,0 0 1 0 0,1-1 0 0 0,-1 1-1 0 0,0 0 1 0 0,0 0 0 0 0,0-1 0 0 0,0 1-1 0 0,1-1 1 0 0,-1 1 0 0 0,0 0 0 0 0,0-1-1 0 0,1 1 1 0 0,-1 0 0 0 0,1-1-1 0 0,-1 1 1 0 0,1-1 0 0 0,-1 1 0 0 0,1-1-1 0 0,-1 1 1 0 0,1-1 0 0 0,-1 0-1 0 0,1 1 1 0 0,-1-1 0 0 0,1 1 0 0 0,0-1-1 0 0,0 1 1 0 0,48-21 336 0 0,-47 19-280 0 0,0 1-79 0 0,5-2-6 0 0,-5 1-8 0 0,2 5 6 0 0,0-1 0 0 0,0 0 0 0 0,0 0 0 0 0,1 0 1 0 0,-1-1-1 0 0,1 1 0 0 0,-1-1 0 0 0,1 0 1 0 0,0 0-1 0 0,5 1 0 0 0,-3-1-15 0 0,0 0-1 0 0,0 0 1 0 0,0-1-1 0 0,1 0 1 0 0,-1 0-1 0 0,0-1 1 0 0,1 0-1 0 0,-1 0 1 0 0,0 0-1 0 0,1-1 1 0 0,-1 0-1 0 0,0-1 1 0 0,0 0-1 0 0,12-4 1 0 0,-9 1 1 0 0,0 0 1 0 0,0-1 0 0 0,0 1 0 0 0,-1-2 0 0 0,0 0 0 0 0,-1 0 0 0 0,1 0 0 0 0,-1-1 0 0 0,7-9-1 0 0,-3 1 4 0 0,-1 1 0 0 0,0-1 0 0 0,-1-1 0 0 0,-1 0 0 0 0,-1 0 0 0 0,0-1 0 0 0,-1 0 0 0 0,-1 0 0 0 0,-1-1 0 0 0,0 0 0 0 0,2-22-1 0 0,-7 34 3 0 0,3-11-34 0 0,-2-1 1 0 0,-1 1 0 0 0,-2-30-1 0 0,1 46 21 0 0,-3 4 1 0 0,-4 5 20 0 0,0-1 0 0 0,0 1 0 0 0,0 0 1 0 0,1 1-1 0 0,0 0 0 0 0,0 0 0 0 0,1 0 0 0 0,0 1 0 0 0,1 0 0 0 0,-1 0 0 0 0,2 1 1 0 0,-1 0-1 0 0,2-1 0 0 0,-1 1 0 0 0,1 0 0 0 0,1 1 0 0 0,0-1 0 0 0,0 0 0 0 0,0 13 1 0 0,0 0 31 0 0,2-1 1 0 0,0 0-1 0 0,1 1 1 0 0,1-1 0 0 0,1 0-1 0 0,1 0 1 0 0,1 0 0 0 0,11 28-1 0 0,-15-46-35 0 0,0-1-1 0 0,0 0 1 0 0,0-1 0 0 0,1 1-1 0 0,-1 0 1 0 0,1 0 0 0 0,-1 0-1 0 0,1-1 1 0 0,0 1 0 0 0,0-1-1 0 0,0 0 1 0 0,0 1-1 0 0,1-1 1 0 0,-1 0 0 0 0,1 0-1 0 0,-1 0 1 0 0,1-1 0 0 0,0 1-1 0 0,-1-1 1 0 0,1 1 0 0 0,0-1-1 0 0,0 0 1 0 0,0 0-1 0 0,0 0 1 0 0,0-1 0 0 0,5 2-1 0 0,-3-3 0 0 0,1 1 1 0 0,0-1-1 0 0,-1 0 0 0 0,1-1 0 0 0,-1 1 0 0 0,1-1 0 0 0,-1 0 1 0 0,0 0-1 0 0,0-1 0 0 0,0 1 0 0 0,0-1 0 0 0,0 0 0 0 0,7-7 1 0 0,6-5-16 0 0,-1-1 0 0 0,-1-1 1 0 0,0-1-1 0 0,-1 0 1 0 0,-1-1-1 0 0,-1 0 0 0 0,21-42 1 0 0,-15 21-17 0 0,-2 0-1 0 0,-2-2 1 0 0,13-55 0 0 0,-17 41-40 0 0,-11 54 60 0 0,0-5-14 0 0,0 7 21 0 0,0 0 0 0 0,0 0 1 0 0,0 0-1 0 0,0 0 0 0 0,0 0 0 0 0,-1 0 1 0 0,1 0-1 0 0,0 0 0 0 0,0 0 0 0 0,0 0 0 0 0,0 0 1 0 0,0 0-1 0 0,0 0 0 0 0,0 0 0 0 0,0 0 1 0 0,0 0-1 0 0,0 0 0 0 0,-1 0 0 0 0,1 0 1 0 0,0 0-1 0 0,0 0 0 0 0,0 0 0 0 0,0 0 1 0 0,0 0-1 0 0,0 0 0 0 0,0 0 0 0 0,0 0 1 0 0,0 0-1 0 0,0 0 0 0 0,0 0 0 0 0,0 0 1 0 0,0 0-1 0 0,0 0 0 0 0,-1 0 0 0 0,1 0 1 0 0,0-1-1 0 0,0 1 0 0 0,0 0 0 0 0,0 0 1 0 0,0 0-1 0 0,0 0 0 0 0,0 0 0 0 0,0 0 0 0 0,0 0 1 0 0,0 0-1 0 0,0 0 0 0 0,0 0 0 0 0,0 0 1 0 0,0-1-1 0 0,0 1 0 0 0,0 0 0 0 0,-11 22-4 0 0,2 1 0 0 0,0 0 0 0 0,1 1 0 0 0,-8 41 0 0 0,7-13 28 0 0,-3 67 0 0 0,12-103-15 0 0,-2-2 21 0 0,2 1 0 0 0,0-1 0 0 0,0 1 1 0 0,4 16-1 0 0,-4-30-23 0 0,1 0 0 0 0,-1-1 0 0 0,1 1 1 0 0,-1 0-1 0 0,0-1 0 0 0,1 1 0 0 0,-1 0 1 0 0,1-1-1 0 0,-1 1 0 0 0,1 0 0 0 0,0-1 0 0 0,-1 1 1 0 0,1-1-1 0 0,0 1 0 0 0,-1-1 0 0 0,1 1 0 0 0,0-1 1 0 0,0 0-1 0 0,-1 1 0 0 0,1-1 0 0 0,0 0 1 0 0,0 0-1 0 0,-1 1 0 0 0,1-1 0 0 0,0 0 0 0 0,0 0 1 0 0,0 0-1 0 0,0 0 0 0 0,-1 0 0 0 0,1 0 0 0 0,0 0 1 0 0,0 0-1 0 0,1-1 0 0 0,30-6 29 0 0,-28 5-28 0 0,21-7 9 0 0,1-1-1 0 0,-2-2 0 0 0,0 0 1 0 0,0-2-1 0 0,-1 0 1 0 0,-1-2-1 0 0,37-33 0 0 0,-28 21-1 0 0,-30 27-22 0 0,-6 2-3 0 0,0 0 15 0 0,1 1 0 0 0,0-1 0 0 0,0 1 0 0 0,0 0 0 0 0,0 0 0 0 0,0 0 0 0 0,1 1 0 0 0,-1-1 0 0 0,1 1 0 0 0,-1 0 0 0 0,1 0 0 0 0,-4 4 0 0 0,6-5 15 0 0,-1 1-1 0 0,1 0 1 0 0,-1 0 0 0 0,1-1 0 0 0,0 1-1 0 0,0 0 1 0 0,0 0 0 0 0,0 0 0 0 0,0 6-1 0 0,-2 4 58 0 0,3-11-65 0 0,0 0 0 0 0,-1-1-1 0 0,1 1 1 0 0,0 0 0 0 0,0 0 0 0 0,0 0-1 0 0,0 0 1 0 0,1 0 0 0 0,-1 0 0 0 0,0 0-1 0 0,1-1 1 0 0,-1 1 0 0 0,1 0 0 0 0,0 0-1 0 0,0 0 1 0 0,-1-1 0 0 0,1 1 0 0 0,0 0-1 0 0,1-1 1 0 0,-1 1 0 0 0,0-1 0 0 0,0 1-1 0 0,0-1 1 0 0,1 0 0 0 0,-1 0-1 0 0,1 1 1 0 0,-1-1 0 0 0,1 0 0 0 0,0 0-1 0 0,-1 0 1 0 0,1-1 0 0 0,0 1 0 0 0,2 1-1 0 0,2 0-9 0 0,-1 0-1 0 0,1 0 1 0 0,0 0 0 0 0,0-1-1 0 0,-1 0 1 0 0,1 0-1 0 0,0 0 1 0 0,0-1-1 0 0,0 0 1 0 0,7-1-1 0 0,-5 0 38 0 0,1-1-1 0 0,-1-1 0 0 0,1 1 1 0 0,-1-2-1 0 0,0 1 0 0 0,0-1 1 0 0,0 0-1 0 0,-1-1 0 0 0,1 1 1 0 0,10-11-1 0 0,-17 15 124 0 0,0 0-389 0 0,1 1-1567 0 0,-3-1 1735 0 0,1 1 0 0 0,-1-1 0 0 0,0 1 0 0 0,1-1-1 0 0,-1 1 1 0 0,0-1 0 0 0,1 1 0 0 0,-1 0 0 0 0,1-1 0 0 0,-1 1 0 0 0,1 0-1 0 0,-1 0 1 0 0,1-1 0 0 0,-1 1 0 0 0,1 0 0 0 0,0 0 0 0 0,-1 0 0 0 0,1-1-1 0 0,0 1 1 0 0,0 0 0 0 0,0 0 0 0 0,0 0 0 0 0,-1 0 0 0 0,2 1 0 0 0,-9 5-4855 0 0</inkml:trace>
</inkml:ink>
</file>

<file path=ppt/ink/ink6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5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58 592 0 0,'-12'-45'5191'0'0,"9"33"-7998"0"0</inkml:trace>
</inkml:ink>
</file>

<file path=ppt/ink/ink6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6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97 8 0 0,'-2'25'3670'0'0,"4"-7"913"0"0,23-28-3847 0 0,31-35 605 0 0,-54 44-1283 0 0,20 0 70 0 0,47 18 11 0 0,-44-10-88 0 0,1 0-1 0 0,45 4 1 0 0,-64-10-44 0 0,-1-1 0 0 0,0 0 0 0 0,0 0 0 0 0,0 0 1 0 0,1-1-1 0 0,-1 0 0 0 0,0 0 0 0 0,0-1 0 0 0,0 1 0 0 0,0-1 0 0 0,-1-1 1 0 0,1 1-1 0 0,0-1 0 0 0,-1 0 0 0 0,0 0 0 0 0,9-8 0 0 0,-12 10-5 0 0,0-1 0 0 0,0 1 0 0 0,0-1 0 0 0,-1 0 0 0 0,1 1 0 0 0,-1-1 0 0 0,0 0-1 0 0,1 0 1 0 0,-1 0 0 0 0,0 0 0 0 0,0-1 0 0 0,0 1 0 0 0,0 0 0 0 0,-1 0 0 0 0,1 0-1 0 0,-1-1 1 0 0,1 1 0 0 0,-1 0 0 0 0,0-1 0 0 0,0 1 0 0 0,0-1 0 0 0,0 1 0 0 0,0 0 0 0 0,0-1-1 0 0,-1 1 1 0 0,1 0 0 0 0,-1 0 0 0 0,0-1 0 0 0,1 1 0 0 0,-1 0 0 0 0,0 0 0 0 0,0 0 0 0 0,-1 0-1 0 0,1 0 1 0 0,0 0 0 0 0,-1 0 0 0 0,1 0 0 0 0,-1 0 0 0 0,0 1 0 0 0,1-1 0 0 0,-1 1-1 0 0,0-1 1 0 0,0 1 0 0 0,0 0 0 0 0,-3-2 0 0 0,4 3-8 0 0,-15 1 7 0 0,6 7-8 0 0,9-7 8 0 0,0 1 0 0 0,0 0 1 0 0,1 0-1 0 0,-1 0 0 0 0,0-1 0 0 0,1 1 0 0 0,0 0 1 0 0,-1 0-1 0 0,1 0 0 0 0,0 0 0 0 0,0 0 0 0 0,0 0 1 0 0,0 0-1 0 0,0 0 0 0 0,0 0 0 0 0,1 0 0 0 0,-1 0 1 0 0,0-1-1 0 0,2 3 0 0 0,-1 1 25 0 0,1-1 0 0 0,0 1 0 0 0,1-1 0 0 0,-1 0 0 0 0,1 0 0 0 0,0 0 0 0 0,0 0 0 0 0,0 0-1 0 0,0-1 1 0 0,5 5 0 0 0,-7-7 134 0 0,1-1-323 0 0,-1 0 213 0 0,-1 0 0 0 0,1 0 0 0 0,-1 0 0 0 0,1 0 1 0 0,-1 0-1 0 0,1 0 0 0 0,-1 0 0 0 0,1 0 0 0 0,-1 0 1 0 0,1 0-1 0 0,-1 0 0 0 0,0 0 0 0 0,1 1 0 0 0,-1-1 0 0 0,1 0 1 0 0,-1 0-1 0 0,1 1 0 0 0,-1-1 0 0 0,0 0 0 0 0,1 0 0 0 0,-1 1 1 0 0,1-1-1 0 0,-1 0 0 0 0,0 1 0 0 0,0-1 0 0 0,1 0 1 0 0,-1 1-1 0 0,0-1 0 0 0,0 1 0 0 0,1-1 0 0 0,-1 1 0 0 0,0-1 1 0 0,0 1-1 0 0,0-1 0 0 0,0 0 0 0 0,1 1 0 0 0,-1-1 1 0 0,0 1-1 0 0,0 0 0 0 0,-2 7-35 0 0,-78 353 364 0 0,63-302-336 0 0,-2 0 0 0 0,-3-2 0 0 0,-3 0-1 0 0,-32 53 1 0 0,50-97 34 0 0,-2-1 1 0 0,0 0-1 0 0,0 0 1 0 0,-1-1-1 0 0,0-1 1 0 0,-1 1-1 0 0,-1-2 1 0 0,-12 10-1 0 0,21-17-13 0 0,0 0 1 0 0,0 0-1 0 0,0 0 0 0 0,0 0 1 0 0,0-1-1 0 0,-1 1 0 0 0,1-1 1 0 0,-1 0-1 0 0,1 0 0 0 0,-1 0 0 0 0,0 0 1 0 0,1 0-1 0 0,-1-1 0 0 0,0 0 1 0 0,1 0-1 0 0,-1 0 0 0 0,0 0 1 0 0,1 0-1 0 0,-1-1 0 0 0,0 0 0 0 0,1 0 1 0 0,-1 0-1 0 0,1 0 0 0 0,-1 0 1 0 0,1-1-1 0 0,0 1 0 0 0,-1-1 1 0 0,1 0-1 0 0,0 0 0 0 0,0 0 0 0 0,0-1 1 0 0,0 1-1 0 0,1-1 0 0 0,-1 1 1 0 0,1-1-1 0 0,-3-4 0 0 0,1 0 10 0 0,0 1 0 0 0,1-1-1 0 0,-1 0 1 0 0,2 0 0 0 0,-1 0-1 0 0,1 0 1 0 0,0-1 0 0 0,1 1-1 0 0,-1 0 1 0 0,2-1 0 0 0,-1 1-1 0 0,1-1 1 0 0,0 0 0 0 0,0 1-1 0 0,1-1 1 0 0,0 1 0 0 0,1 0-1 0 0,-1-1 1 0 0,4-7 0 0 0,-1 1-164 0 0,1 0-1 0 0,1 0 1 0 0,0 0 0 0 0,1 1 0 0 0,0 0-1 0 0,1 0 1 0 0,1 1 0 0 0,15-19 0 0 0,-17 24-277 0 0,1-1 1 0 0,0 1-1 0 0,0 0 1 0 0,1 1-1 0 0,-1 0 1 0 0,19-9 0 0 0,-21 12-864 0 0,1 0 1 0 0,0 1 0 0 0,0 0 0 0 0,0 0 0 0 0,1 1 0 0 0,12-1 0 0 0,-2 2-2428 0 0</inkml:trace>
</inkml:ink>
</file>

<file path=ppt/ink/ink6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9.0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11 576 0 0,'0'0'4776'0'0,"-12"-4"-1779"0"0,6 1-1394 0 0,9 3 457 0 0,72 6-1502 0 0,122-7-1 0 0,-72-2-324 0 0,5 0 8 0 0,-127 3-230 0 0,22 0 240 0 0,-1-3-4024 0 0,-17 4-1232 0 0,5-1 2144 0 0</inkml:trace>
</inkml:ink>
</file>

<file path=ppt/ink/ink6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39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1 256 0 0,'0'0'5722'0'0,"-3"6"-5206"0"0,-41 62 1095 0 0,32-52-1135 0 0,0 1-1 0 0,1 1 0 0 0,1 0 1 0 0,0 0-1 0 0,2 1 1 0 0,-8 23-1 0 0,16-41-401 0 0,-1 1-1 0 0,1-1 1 0 0,0 1-1 0 0,-1 0 1 0 0,1-1 0 0 0,0 1-1 0 0,0 0 1 0 0,0-1-1 0 0,0 1 1 0 0,0 0 0 0 0,1-1-1 0 0,-1 1 1 0 0,0 0-1 0 0,2 2 1 0 0,-1-3-57 0 0,-1-1 0 0 0,1 1 0 0 0,0-1 0 0 0,-1 1 0 0 0,1-1 0 0 0,0 1 0 0 0,0-1 0 0 0,-1 0 0 0 0,1 1 0 0 0,0-1 0 0 0,0 0 0 0 0,0 0 1 0 0,0 1-1 0 0,0-1 0 0 0,-1 0 0 0 0,1 0 0 0 0,0 0 0 0 0,0 0 0 0 0,0 0 0 0 0,0 0 0 0 0,0 0 0 0 0,0-1 0 0 0,-1 1 0 0 0,1 0 0 0 0,0 0 0 0 0,0-1 0 0 0,0 1 0 0 0,0 0 0 0 0,-1-1 0 0 0,1 1 0 0 0,0-1 0 0 0,-1 1 0 0 0,1-1 0 0 0,0 1 1 0 0,0-2-1 0 0,72-43 397 0 0,-69 43-398 0 0,3 0-6 0 0,-5 1-8 0 0,1 2 8 0 0,0-1-14 0 0,1 0 1 0 0,-1 1-1 0 0,1-1 0 0 0,-1 1 0 0 0,0 0 0 0 0,1 0 0 0 0,-1 1 0 0 0,0-1 0 0 0,0 1 1 0 0,0-1-1 0 0,0 1 0 0 0,0 0 0 0 0,0 0 0 0 0,0 0 0 0 0,0 1 0 0 0,-1-1 1 0 0,1 1-1 0 0,-1-1 0 0 0,2 4 0 0 0,17 13-176 0 0,-16-15 166 0 0,1 0-1 0 0,0-1 1 0 0,0 0 0 0 0,0-1 0 0 0,1 1-1 0 0,-1-1 1 0 0,0-1 0 0 0,1 1 0 0 0,0-1-1 0 0,-1 0 1 0 0,1 0 0 0 0,0-1 0 0 0,-1 0-1 0 0,1 0 1 0 0,0 0 0 0 0,0-1-1 0 0,-1 0 1 0 0,1-1 0 0 0,-1 1 0 0 0,1-1-1 0 0,-1-1 1 0 0,0 1 0 0 0,1-1 0 0 0,-1 0-1 0 0,8-6 1 0 0,-7 4 13 0 0,0 0 0 0 0,-1-1 1 0 0,1 0-1 0 0,-1 0 0 0 0,0-1 0 0 0,-1 1 0 0 0,0-1 0 0 0,0-1 1 0 0,0 1-1 0 0,-1-1 0 0 0,0 0 0 0 0,0 0 0 0 0,-1 0 1 0 0,0 0-1 0 0,0 0 0 0 0,-1-1 0 0 0,0 0 0 0 0,-1 1 0 0 0,1-14 1 0 0,-2 15 42 0 0,0-1 1 0 0,0 0 0 0 0,-1 1-1 0 0,0-1 1 0 0,0 0 0 0 0,-1 1 0 0 0,0-1-1 0 0,-3-8 1 0 0,4 15-35 0 0,1 0-395 0 0,-1-6 887 0 0,-9 22-5903 0 0,8-4 1925 0 0,2 2 899 0 0</inkml:trace>
</inkml:ink>
</file>

<file path=ppt/ink/ink6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41.3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225 280 520 0 0,'0'0'771'0'0,"-20"-39"6005"0"0,19 37-6356 0 0,-9 3-121 0 0,0 0-1 0 0,0 1 1 0 0,0 0 0 0 0,0 0 0 0 0,0 1-1 0 0,0 1 1 0 0,0 0 0 0 0,1 0-1 0 0,0 0 1 0 0,-17 12 0 0 0,20-12-179 0 0,-1 1-1 0 0,1-1 1 0 0,0 1 0 0 0,0 0 0 0 0,1 1-1 0 0,-1 0 1 0 0,1 0 0 0 0,1 0 0 0 0,-1 0-1 0 0,1 1 1 0 0,0-1 0 0 0,0 1 0 0 0,1 0-1 0 0,-5 14 1 0 0,8-18-22 0 0,18 13 86 0 0,-11-13-175 0 0,-5-3-11 0 0,0 0-1 0 0,0 0 1 0 0,0 0 0 0 0,0 0-1 0 0,0-1 1 0 0,0 1 0 0 0,0-1-1 0 0,0 1 1 0 0,0-1 0 0 0,0 1-1 0 0,0-1 1 0 0,0 0 0 0 0,3-2-1 0 0,5-1-15 0 0,74-37-124 0 0,-83 40 112 0 0,41 25-158 0 0,-37-21 159 0 0,0 0 0 0 0,0 0 0 0 0,0-1 0 0 0,1 0 0 0 0,-1 0 1 0 0,1 0-1 0 0,-1-1 0 0 0,1 1 0 0 0,0-1 0 0 0,-1-1 0 0 0,1 1 0 0 0,0-1 0 0 0,0 0 0 0 0,-1 0 0 0 0,1-1 0 0 0,0 1 0 0 0,0-1 0 0 0,-1-1 0 0 0,1 1 0 0 0,-1-1 0 0 0,1 0 0 0 0,-1 0 0 0 0,1 0 0 0 0,-1-1 0 0 0,0 0 0 0 0,0 0 1 0 0,-1 0-1 0 0,9-8 0 0 0,0 1 22 0 0,-1-1 0 0 0,-1-1 0 0 0,1 0 0 0 0,-2 0 0 0 0,0-1 0 0 0,0-1 0 0 0,-1 0-1 0 0,14-29 1 0 0,-14 18 33 0 0,-1-1 0 0 0,-1 1 0 0 0,6-47 0 0 0,-8 44-4 0 0,-5 26-16 0 0,1 0-1 0 0,-1 0 1 0 0,1 0-1 0 0,-1 1 0 0 0,0-1 1 0 0,0 0-1 0 0,0 0 0 0 0,0 0 1 0 0,0 0-1 0 0,0 0 0 0 0,0 0 1 0 0,-1 0-1 0 0,1 0 0 0 0,-1 0 1 0 0,-1-3-1 0 0,2 5-5 0 0,-1-1 0 0 0,1 1 1 0 0,-1 0-1 0 0,0 0 0 0 0,1 0 0 0 0,-1 0 0 0 0,1 0 1 0 0,-1 0-1 0 0,0 0 0 0 0,1 0 0 0 0,-1 0 1 0 0,1 0-1 0 0,-1 0 0 0 0,0 0 0 0 0,1 0 0 0 0,-1 0 1 0 0,1 1-1 0 0,-1-1 0 0 0,1 0 0 0 0,-1 0 0 0 0,1 1 1 0 0,-1-1-1 0 0,1 0 0 0 0,-1 1 0 0 0,1-1 0 0 0,-1 0 1 0 0,1 1-1 0 0,-1-1 0 0 0,1 1 0 0 0,-1 0 1 0 0,-4 4-3 0 0,0 1 0 0 0,1-1 0 0 0,0 1 0 0 0,0-1 0 0 0,0 1 1 0 0,0 0-1 0 0,-2 8 0 0 0,-6 21 64 0 0,-12 59 1 0 0,22-82-47 0 0,0 1 0 0 0,1 0 1 0 0,1-1-1 0 0,0 1 0 0 0,1 0 1 0 0,0 0-1 0 0,1-1 1 0 0,4 18-1 0 0,-5-27-8 0 0,2 8 4 0 0,0 0 0 0 0,0 0 0 0 0,1-1 0 0 0,1 1 0 0 0,10 16 0 0 0,-13-24-21 0 0,-1-1 1 0 0,1 0-1 0 0,0 0 1 0 0,0 0 0 0 0,0-1-1 0 0,0 1 1 0 0,0 0-1 0 0,0-1 1 0 0,0 1-1 0 0,1-1 1 0 0,-1 0-1 0 0,0 0 1 0 0,1 0 0 0 0,-1 0-1 0 0,1 0 1 0 0,0-1-1 0 0,-1 1 1 0 0,1-1-1 0 0,-1 1 1 0 0,1-1 0 0 0,0 0-1 0 0,-1 0 1 0 0,1 0-1 0 0,0 0 1 0 0,-1-1-1 0 0,1 1 1 0 0,0-1-1 0 0,-1 0 1 0 0,5-1 0 0 0,6-3-29 0 0,-1 0 1 0 0,1-1-1 0 0,-2-1 1 0 0,1 0 0 0 0,-1 0-1 0 0,0-1 1 0 0,20-18 0 0 0,-12 7 0 0 0,-1-1 1 0 0,31-43-1 0 0,-32 37 28 0 0,-1-1 0 0 0,-2-1 0 0 0,-1 0 0 0 0,-1-1 0 0 0,10-36-1 0 0,-8 15 231 0 0,-13 48-183 0 0,-2 2-37 0 0,1 0 0 0 0,0 0 0 0 0,0 0 0 0 0,0 0-1 0 0,0 0 1 0 0,0 0 0 0 0,0-1 0 0 0,0 1 0 0 0,-1 0 0 0 0,1 0-1 0 0,0 0 1 0 0,0 0 0 0 0,0 0 0 0 0,0 0 0 0 0,0 0 0 0 0,0 0-1 0 0,0 0 1 0 0,0 0 0 0 0,-1 0 0 0 0,1 0 0 0 0,0 0 0 0 0,0-1-1 0 0,0 1 1 0 0,0 0 0 0 0,0 0 0 0 0,0 0 0 0 0,0 0 0 0 0,0 0-1 0 0,0 0 1 0 0,0 0 0 0 0,0 0 0 0 0,0-1 0 0 0,0 1 0 0 0,0 0 0 0 0,0 0-1 0 0,0 0 1 0 0,0 0 0 0 0,0 0 0 0 0,0 0 0 0 0,0-1 0 0 0,0 1-1 0 0,0 0 1 0 0,0 0 0 0 0,0 0 0 0 0,0 0 0 0 0,0 0 0 0 0,0 0-1 0 0,0 0 1 0 0,0-1 0 0 0,0 1 0 0 0,0 0 0 0 0,0 0 0 0 0,0 0-1 0 0,1 0 1 0 0,-1 0 0 0 0,0 0 0 0 0,0 0 0 0 0,0 0 0 0 0,0 0-1 0 0,0 0 1 0 0,0 0 0 0 0,0-1 0 0 0,0 1 0 0 0,1 0 0 0 0,-1 0 0 0 0,-18 38 18 0 0,2 1 1 0 0,2 0 0 0 0,2 1-1 0 0,1 1 1 0 0,2 0 0 0 0,-6 63-1 0 0,11-77 3 0 0,3-21-12 0 0,-1 0 0 0 0,1 0 0 0 0,0 0 0 0 0,1 0 0 0 0,-1 1 0 0 0,1-1 0 0 0,0 0 0 0 0,1 0 0 0 0,-1 1-1 0 0,1-1 1 0 0,1 0 0 0 0,-1 0 0 0 0,4 7 0 0 0,-4-11 21 0 0,5-2-25 0 0,0 0 1 0 0,0-1-1 0 0,0 0 1 0 0,0 0-1 0 0,0 0 1 0 0,0-1 0 0 0,0 1-1 0 0,0-2 1 0 0,0 1-1 0 0,-1 0 1 0 0,1-1 0 0 0,-1 0-1 0 0,0-1 1 0 0,0 1-1 0 0,9-9 1 0 0,125-86-56 0 0,-5 11-79 0 0,-132 86 108 0 0,4-3 6 0 0,-2 8 4 0 0,-8 13-46 0 0,-2-7 75 0 0,-1 0 0 0 0,-1-1 0 0 0,1 0 0 0 0,-1-1 0 0 0,-1 0 1 0 0,0 0-1 0 0,-11 8 0 0 0,-4 3 108 0 0,12-8-49 0 0,8-9-32 0 0,1 0-1 0 0,0 1 1 0 0,-1 0-1 0 0,1 0 1 0 0,0 0 0 0 0,0 0-1 0 0,1 0 1 0 0,-1 1-1 0 0,1-1 1 0 0,-1 1-1 0 0,1 0 1 0 0,0 0-1 0 0,1 0 1 0 0,-1 0 0 0 0,1 0-1 0 0,-2 4 1 0 0,5-1 2 0 0,-1-1 0 0 0,1 0 0 0 0,0 0 0 0 0,1 0 0 0 0,-1 0 1 0 0,1 0-1 0 0,0-1 0 0 0,1 1 0 0 0,-1-1 0 0 0,1 0 0 0 0,8 8 1 0 0,-6-5-18 0 0,98 119 304 0 0,-83-106-80 0 0,-15-18-3331 0 0</inkml:trace>
</inkml:ink>
</file>

<file path=ppt/ink/ink6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56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41 173 400 0 0,'0'0'480'0'0,"-8"3"175"0"0,3-4 3132 0 0,2-3-3548 0 0,1 1 0 0 0,-1 0 0 0 0,0-1 0 0 0,1 0-1 0 0,0 0 1 0 0,0 0 0 0 0,0 0 0 0 0,0 0-1 0 0,1 0 1 0 0,-1 0 0 0 0,1-1 0 0 0,0 1-1 0 0,0 0 1 0 0,1-1 0 0 0,0 1 0 0 0,-1-8 0 0 0,1 10-175 0 0,20-29 172 0 0,-12 23-248 0 0,0 1 0 0 0,1 0 0 0 0,0 0 0 0 0,0 1 0 0 0,0 0 0 0 0,16-7 0 0 0,-21 11 5 0 0,-1 0 0 0 0,0 1 0 0 0,0 0 0 0 0,1 0 1 0 0,-1 0-1 0 0,0 0 0 0 0,1 0 0 0 0,-1 1 0 0 0,1 0 0 0 0,0-1 0 0 0,-1 1 0 0 0,1 1 0 0 0,-1-1 0 0 0,1 0 1 0 0,-1 1-1 0 0,1 0 0 0 0,-1-1 0 0 0,0 2 0 0 0,1-1 0 0 0,-1 0 0 0 0,0 0 0 0 0,0 1 0 0 0,0 0 0 0 0,6 4 1 0 0,-1 1-9 0 0,3 4 20 0 0,1-1 1 0 0,0 0-1 0 0,1-1 1 0 0,21 12-1 0 0,-30-19 7 0 0,0-1 1 0 0,-1 1-1 0 0,1-1 0 0 0,0 1 1 0 0,0-1-1 0 0,1-1 0 0 0,-1 1 1 0 0,0 0-1 0 0,0-1 0 0 0,0 0 1 0 0,0 0-1 0 0,1 0 0 0 0,-1-1 1 0 0,0 1-1 0 0,0-1 0 0 0,0 0 1 0 0,0 0-1 0 0,0 0 0 0 0,0-1 1 0 0,0 0-1 0 0,0 1 0 0 0,4-4 1 0 0,5-3-43 0 0,21-13-177 0 0,37-31-1 0 0,-70 52-88 0 0,5-1-477 0 0,-1 1 93 0 0,8 11-5288 0 0</inkml:trace>
</inkml:ink>
</file>

<file path=ppt/ink/ink6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3:56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1 148 208 0 0,'0'-2'6310'0'0,"7"-16"-6131"0"0,1 7-13 0 0,1 1 1 0 0,0 0 0 0 0,0 0 0 0 0,1 1 0 0 0,0 0 0 0 0,1 1 0 0 0,-1 0 0 0 0,2 0 0 0 0,12-6-1 0 0,-1 0 93 0 0,-22 13-244 0 0,1 0 0 0 0,0 1-1 0 0,-1-1 1 0 0,1 0 0 0 0,0 1-1 0 0,0-1 1 0 0,-1 1 0 0 0,1-1 0 0 0,0 1-1 0 0,0 0 1 0 0,0 0 0 0 0,0 0 0 0 0,0 0-1 0 0,0 0 1 0 0,0 0 0 0 0,-1 0-1 0 0,1 1 1 0 0,0-1 0 0 0,0 1 0 0 0,3 1-1 0 0,37 23 86 0 0,-38-22-86 0 0,1 0-1 0 0,-1 1 0 0 0,1-1 0 0 0,0-1 0 0 0,0 1 1 0 0,0-1-1 0 0,0 0 0 0 0,0 0 0 0 0,8 1 1 0 0,-1-3-12 0 0,0 0 1 0 0,0-1 0 0 0,0-1 0 0 0,0 0 0 0 0,0-1 0 0 0,0 0 0 0 0,-1 0 0 0 0,1-2 0 0 0,-1 1 0 0 0,13-8 0 0 0,36-14-5543 0 0,-44 21 3482 0 0</inkml:trace>
</inkml:ink>
</file>

<file path=ppt/ink/ink6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1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91 8 0 0,'-1'-1'179'0'0,"1"0"0"0"0,-1 0 0 0 0,0-1 0 0 0,1 1 0 0 0,-1 0-1 0 0,1-1 1 0 0,-1 1 0 0 0,1 0 0 0 0,0-1 0 0 0,-1 1 0 0 0,1-1 0 0 0,0 1 0 0 0,0-1 0 0 0,0 1 0 0 0,0-1-1 0 0,0 1 1 0 0,1 0 0 0 0,-1-1 0 0 0,0 1 0 0 0,1-1 0 0 0,-1 1 0 0 0,1 0 0 0 0,0-2 0 0 0,1 0 13 0 0,-1 0 0 0 0,1 0 0 0 0,0 1 0 0 0,1-1 0 0 0,-1 0 0 0 0,1 1 0 0 0,-1 0 0 0 0,1-1 0 0 0,5-2 0 0 0,-2 1-23 0 0,0 0-1 0 0,1 1 1 0 0,0 0 0 0 0,0 0 0 0 0,-1 0 0 0 0,2 1 0 0 0,-1 0-1 0 0,0 1 1 0 0,14-2 0 0 0,-17 3-116 0 0,0 0-1 0 0,1 1 1 0 0,-1 0-1 0 0,1-1 1 0 0,-1 1-1 0 0,0 1 1 0 0,1-1 0 0 0,-1 1-1 0 0,0-1 1 0 0,0 1-1 0 0,0 0 1 0 0,0 1-1 0 0,-1-1 1 0 0,1 1-1 0 0,0-1 1 0 0,4 6 0 0 0,-2-2 5 0 0,-1 1-1 0 0,0 0 1 0 0,0 0 0 0 0,0 1 0 0 0,-1-1 0 0 0,0 1 0 0 0,0 0 0 0 0,2 9 0 0 0,1 6 32 0 0,-1 1-1 0 0,-1-1 1 0 0,-1 1 0 0 0,-1 0 0 0 0,0 35 0 0 0,-3-53-4 0 0,0 1 0 0 0,0 0 0 0 0,0-1 0 0 0,-1 1 1 0 0,0 0-1 0 0,-1-1 0 0 0,1 1 0 0 0,-1-1 0 0 0,0 0 1 0 0,-1 0-1 0 0,1 0 0 0 0,-5 6 0 0 0,6-10 55 0 0,0-2-116 0 0,-1-1-1 0 0,1 1 1 0 0,-1 0-1 0 0,1 0 1 0 0,-1-1-1 0 0,1 1 1 0 0,-1 0 0 0 0,1-1-1 0 0,0 0 1 0 0,-1 1-1 0 0,1-1 1 0 0,0 0-1 0 0,-1 0 1 0 0,1 1 0 0 0,0-1-1 0 0,0 0 1 0 0,0 0-1 0 0,0-1 1 0 0,0 1-1 0 0,0 0 1 0 0,0 0 0 0 0,-1-2-1 0 0,0-1 7 0 0,0-1 0 0 0,0 1 1 0 0,0 0-1 0 0,1-1 0 0 0,0 1 0 0 0,0 0 0 0 0,-1-9 0 0 0,1 0 3 0 0,0-1 0 0 0,2 0 0 0 0,-1 0 0 0 0,4-17 0 0 0,0 16-27 0 0,0 1 0 0 0,0 0 1 0 0,1 0-1 0 0,1 0 0 0 0,0 0 0 0 0,1 1 0 0 0,12-18 1 0 0,-14 25-17 0 0,-1-1 1 0 0,1 1 0 0 0,1 0 0 0 0,-1 0-1 0 0,1 1 1 0 0,0-1 0 0 0,0 1 0 0 0,1 1 0 0 0,-1-1-1 0 0,1 1 1 0 0,0 0 0 0 0,0 0 0 0 0,0 1 0 0 0,1 0-1 0 0,9-2 1 0 0,-13 4 1 0 0,0 0 0 0 0,0 1 0 0 0,0 0 0 0 0,0 0-1 0 0,0 0 1 0 0,0 0 0 0 0,0 0 0 0 0,0 1 0 0 0,0 0 0 0 0,0 0 0 0 0,0 0 0 0 0,0 0-1 0 0,0 1 1 0 0,-1-1 0 0 0,1 1 0 0 0,6 4 0 0 0,-5-2 3 0 0,0 1 0 0 0,1-1 0 0 0,-2 1 1 0 0,1 1-1 0 0,-1-1 0 0 0,1 0 0 0 0,-2 1 0 0 0,1 0 1 0 0,3 8-1 0 0,0 1 7 0 0,-1 0 1 0 0,-1 0 0 0 0,0 0-1 0 0,-1 1 1 0 0,-1 0 0 0 0,0 0-1 0 0,1 31 1 0 0,-4-39 14 0 0,97-124-13 0 0,-92 111-12 0 0,1-4-24 0 0,1 1 0 0 0,1 1 0 0 0,-1-1-1 0 0,1 1 1 0 0,12-8 0 0 0,-17 13 22 0 0,0 1 0 0 0,0-1 1 0 0,0 1-1 0 0,0 0 0 0 0,1 0 0 0 0,-1 0 1 0 0,0 0-1 0 0,0 1 0 0 0,1-1 0 0 0,-1 1 1 0 0,1 0-1 0 0,-1 0 0 0 0,0 0 1 0 0,1 0-1 0 0,-1 1 0 0 0,0-1 0 0 0,1 1 1 0 0,-1 0-1 0 0,0 0 0 0 0,0 0 0 0 0,4 2 1 0 0,42 26-24 0 0,-41-24 32 0 0,0 1 0 0 0,0-2 0 0 0,0 1 0 0 0,1-1-1 0 0,0 0 1 0 0,11 3 0 0 0,-2-3-2 0 0,0 0-1 0 0,1-1 1 0 0,-1-1 0 0 0,1-1 0 0 0,-1-1-1 0 0,32-3 1 0 0,-39 2 60 0 0,0-1-1 0 0,-1-1 1 0 0,1 0 0 0 0,-1 0-1 0 0,0-1 1 0 0,0-1 0 0 0,0 1-1 0 0,0-2 1 0 0,-1 1 0 0 0,0-1-1 0 0,0-1 1 0 0,12-11-1 0 0,-4 4 616 0 0,-23 25-639 0 0,-13 27-1788 0 0,11-1-4751 0 0</inkml:trace>
</inkml:ink>
</file>

<file path=ppt/ink/ink6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2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20 107 536 0 0,'-19'-104'7883'0'0,"19"104"-7919"0"0,1 0-1 0 0,-1-1 1 0 0,1 1-1 0 0,0 0 0 0 0,-1 0 1 0 0,1-1-1 0 0,0 1 0 0 0,-1 0 1 0 0,1 0-1 0 0,0 0 0 0 0,-1 0 1 0 0,1-1-1 0 0,0 1 0 0 0,-1 0 1 0 0,1 1-1 0 0,0-1 0 0 0,0 0 1 0 0,-1 0-1 0 0,1 0 1 0 0,0 0-1 0 0,-1 0 0 0 0,1 1 1 0 0,0-1-1 0 0,-1 0 0 0 0,1 0 1 0 0,-1 1-1 0 0,1-1 0 0 0,0 1 1 0 0,-1-1-1 0 0,1 0 0 0 0,-1 1 1 0 0,1-1-1 0 0,-1 1 1 0 0,1 1-1 0 0,22 14-3357 0 0,-16-9 1127 0 0</inkml:trace>
</inkml:ink>
</file>

<file path=ppt/ink/ink6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2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72 295 508 0 0,'-14'-6'2101'0'0,"12"5"-1988"0"0,1 0 1 0 0,0 0-1 0 0,0 1 1 0 0,-1-1-1 0 0,1 0 1 0 0,0 1-1 0 0,-1-1 1 0 0,1 1-1 0 0,-1 0 1 0 0,1-1-1 0 0,0 1 1 0 0,-1 0-1 0 0,1 0 1 0 0,-1 0-1 0 0,1 0 1 0 0,-1 0-1 0 0,1 0 1 0 0,-1 1-1 0 0,1-1 1 0 0,0 0-1 0 0,-1 1 1 0 0,1-1-1 0 0,-1 1 1 0 0,1-1-1 0 0,0 1 1 0 0,0 0-1 0 0,-1-1 1 0 0,1 1-1 0 0,-2 1 1 0 0,1 1 10 0 0,1 0 0 0 0,-1 0 0 0 0,0 0 0 0 0,1 0 0 0 0,0 0 0 0 0,0 0 0 0 0,0 0 0 0 0,0 0 0 0 0,0 1 0 0 0,1-1 0 0 0,-1 0 0 0 0,1 6 0 0 0,-1 11 149 0 0,2 0-1 0 0,1 0 0 0 0,5 27 0 0 0,41 414 1741 0 0,-47-450-1961 0 0,5-21 16 0 0,0 1 0 0 0,0-1 0 0 0,-1-1 0 0 0,5-13 0 0 0,157-388-604 0 0,-109 276 198 0 0,-44 102 243 0 0,1 1 0 0 0,1 0 0 0 0,3 2 0 0 0,41-57 1 0 0,-58 86 93 0 0,1 2 82 0 0,-3 0-76 0 0,1 0 1 0 0,-1 0-1 0 0,0 0 0 0 0,1 0 1 0 0,-1 0-1 0 0,0 0 0 0 0,1-1 1 0 0,-1 1-1 0 0,0 0 1 0 0,1 0-1 0 0,-1 0 0 0 0,0 0 1 0 0,1 0-1 0 0,-1 1 0 0 0,0-1 1 0 0,1 0-1 0 0,-1 0 0 0 0,0 0 1 0 0,1 0-1 0 0,-1 0 0 0 0,0 0 1 0 0,1 0-1 0 0,-1 1 0 0 0,0-1 1 0 0,0 0-1 0 0,1 0 0 0 0,-1 0 1 0 0,0 1-1 0 0,0-1 0 0 0,1 0 1 0 0,-1 1-1 0 0,0-1 0 0 0,2 20 66 0 0,1-1 0 0 0,0 0-1 0 0,1 0 1 0 0,1 0 0 0 0,1 0 0 0 0,12 26-1 0 0,-15-40-60 0 0,-1 0 0 0 0,1 0 0 0 0,0 0 0 0 0,0-1-1 0 0,0 1 1 0 0,1-1 0 0 0,0 0 0 0 0,0 0 0 0 0,0 0-1 0 0,0 0 1 0 0,0-1 0 0 0,1 0 0 0 0,0 0 0 0 0,0 0-1 0 0,0 0 1 0 0,0-1 0 0 0,0 0 0 0 0,0 0-1 0 0,0 0 1 0 0,1-1 0 0 0,-1 0 0 0 0,1 0 0 0 0,-1 0-1 0 0,1 0 1 0 0,-1-1 0 0 0,1 0 0 0 0,8-1 0 0 0,4-1-18 0 0,1-1 0 0 0,-1-1 0 0 0,0 0 0 0 0,0-2 0 0 0,0 0 0 0 0,-1-1 0 0 0,0 0 0 0 0,0-1 0 0 0,-1-1 0 0 0,0-1 0 0 0,18-15 0 0 0,-25 18 78 0 0,0-1 1 0 0,-1 0-1 0 0,0-1 1 0 0,0 0 0 0 0,-1 0-1 0 0,-1 0 1 0 0,1-1-1 0 0,-1 0 1 0 0,-1-1-1 0 0,0 1 1 0 0,0-1 0 0 0,-1 0-1 0 0,-1 0 1 0 0,1 0-1 0 0,-2-1 1 0 0,0 1-1 0 0,0-1 1 0 0,0-19-1 0 0,-2 30-2 0 0,0 0-1 0 0,0 1 1 0 0,0-1-1 0 0,1 0 1 0 0,-1 0-1 0 0,0 0 0 0 0,0 0 1 0 0,0 0-1 0 0,-1 0 1 0 0,1 1-1 0 0,0-1 0 0 0,0 0 1 0 0,0 0-1 0 0,-1 0 1 0 0,1 0-1 0 0,0 1 1 0 0,-1-1-1 0 0,1 0 0 0 0,-1 0 1 0 0,1 1-1 0 0,-1-1 1 0 0,0-1-1 0 0,-10 15 268 0 0,8-7-312 0 0,1 0 0 0 0,-1 0 0 0 0,1 0 0 0 0,0 1 0 0 0,1-1 0 0 0,-2 9 0 0 0,5 2 79 0 0,-1 0 0 0 0,2 0 0 0 0,0-1 0 0 0,1 1-1 0 0,1-1 1 0 0,8 19 0 0 0,47 96-2374 0 0,-48-108 476 0 0,-5-16-3528 0 0</inkml:trace>
</inkml:ink>
</file>

<file path=ppt/ink/ink6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3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68 176 0 0,'-1'-15'4257'0'0,"2"12"-4060"0"0,0 0-1 0 0,0 1 0 0 0,0-1 1 0 0,1 0-1 0 0,-1 1 1 0 0,1-1-1 0 0,-1 1 1 0 0,1 0-1 0 0,0-1 1 0 0,0 1-1 0 0,0 0 1 0 0,0 0-1 0 0,0 0 1 0 0,0 0-1 0 0,1 1 1 0 0,-1-1-1 0 0,1 1 0 0 0,-1-1 1 0 0,1 1-1 0 0,-1 0 1 0 0,1 0-1 0 0,0 0 1 0 0,0 0-1 0 0,-1 0 1 0 0,4 0-1 0 0,9-1-1098 0 0,0 1-1 0 0,0 0 1 0 0,28 2-1 0 0,-28 0-979 0 0,8-1-395 0 0</inkml:trace>
</inkml:ink>
</file>

<file path=ppt/ink/ink6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3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35 952 0 0,'0'-3'596'0'0,"-1"1"-1"0"0,0-1 1 0 0,0 0-1 0 0,0 1 1 0 0,-1-1 0 0 0,1 1-1 0 0,0-1 1 0 0,-1 1-1 0 0,0 0 1 0 0,0 0 0 0 0,1 0-1 0 0,-5-3 1 0 0,5 8-413 0 0,0 0 1 0 0,-1 0 0 0 0,1 0-1 0 0,0 0 1 0 0,0 1-1 0 0,1-1 1 0 0,-1 0 0 0 0,1 1-1 0 0,0 5 1 0 0,5 162 2574 0 0,-3 88-600 0 0,-2-258-2136 0 0,0-1 1 0 0,0 1 0 0 0,-1 0-1 0 0,1-1 1 0 0,0 1 0 0 0,0 0-1 0 0,0-1 1 0 0,0 1 0 0 0,-1 0-1 0 0,1-1 1 0 0,0 1-1 0 0,1 0 1 0 0,-1 0 0 0 0,0-1-1 0 0,0 1 1 0 0,0 0 0 0 0,0-1-1 0 0,0 1 1 0 0,1 0 0 0 0,-1-1-1 0 0,0 1 1 0 0,1 0 0 0 0,-1-1-1 0 0,0 1 1 0 0,1-1 0 0 0,-1 1-1 0 0,1 0 1 0 0,-1-1-1 0 0,1 1 1 0 0,-1-1 0 0 0,1 0-1 0 0,-1 1 1 0 0,1-1 0 0 0,-1 1-1 0 0,1-1 1 0 0,0 0 0 0 0,-1 1-1 0 0,1-1 1 0 0,0 0 0 0 0,-1 0-1 0 0,1 1 1 0 0,0-1 0 0 0,-1 0-1 0 0,1 0 1 0 0,0 0-1 0 0,0 0 1 0 0,-1 0 0 0 0,1 0-1 0 0,0 0 1 0 0,-1 0 0 0 0,1 0-1 0 0,0-1 1 0 0,0 1 0 0 0,42-23 174 0 0,-24 11-85 0 0,9-2-47 0 0,53-21-59 0 0,-75 33-21 0 0,-1 0 0 0 0,1 1-1 0 0,0 0 1 0 0,-1 0 0 0 0,1 0 0 0 0,0 0 0 0 0,0 1-1 0 0,0 0 1 0 0,0 1 0 0 0,0-1 0 0 0,0 1-1 0 0,5 1 1 0 0,-9-1 6 0 0,-1 0 0 0 0,1-1 0 0 0,-1 1 0 0 0,0 0 0 0 0,0 0 0 0 0,1 0-1 0 0,-1 0 1 0 0,0 0 0 0 0,0 0 0 0 0,0 1 0 0 0,0-1 0 0 0,0 0 0 0 0,0 0 0 0 0,0 1 0 0 0,-1-1-1 0 0,1 0 1 0 0,0 1 0 0 0,-1-1 0 0 0,1 1 0 0 0,-1-1 0 0 0,0 1 0 0 0,1-1 0 0 0,-1 1 0 0 0,0-1-1 0 0,0 1 1 0 0,0-1 0 0 0,0 1 0 0 0,0 0 0 0 0,0-1 0 0 0,0 1 0 0 0,-1-1 0 0 0,1 1 0 0 0,-1-1 0 0 0,1 1-1 0 0,-1-1 1 0 0,0 2 0 0 0,-25 58-702 0 0,21-53 216 0 0,5-7 482 0 0,0-1 0 0 0,1 1 0 0 0,-1-1 0 0 0,0 0 0 0 0,0 1-1 0 0,0-1 1 0 0,1 0 0 0 0,-1 1 0 0 0,0-1 0 0 0,1 0 0 0 0,-1 0-1 0 0,0 1 1 0 0,0-1 0 0 0,1 0 0 0 0,-1 0 0 0 0,0 1 0 0 0,1-1-1 0 0,-1 0 1 0 0,1 0 0 0 0,-1 0 0 0 0,0 1 0 0 0,1-1-1 0 0,-1 0 1 0 0,1 0 0 0 0,-1 0 0 0 0,0 0 0 0 0,1 0 0 0 0,-1 0-1 0 0,1 0 1 0 0,-1 0 0 0 0,0 0 0 0 0,1 0 0 0 0,-1 0 0 0 0,1 0-1 0 0,-1-1 1 0 0,0 1 0 0 0,1 0 0 0 0,-1 0 0 0 0,1 0 0 0 0,0-1-1 0 0,21-2-158 0 0,-21 3 164 0 0,18-4-11 0 0,-1-1 0 0 0,1-1 0 0 0,-1-1 0 0 0,0-1 0 0 0,-1 0 0 0 0,0-1 0 0 0,0-1 0 0 0,-1 0-1 0 0,0-2 1 0 0,0 0 0 0 0,-2 0 0 0 0,0-1 0 0 0,14-17 0 0 0,-27 29 118 0 0,0-1 0 0 0,0 1 0 0 0,0-1 0 0 0,0 0 0 0 0,0 1 0 0 0,-1-1 0 0 0,1 0 0 0 0,-1 1 0 0 0,1-1-1 0 0,-1 0 1 0 0,1 1 0 0 0,-1-1 0 0 0,0 0 0 0 0,0 0 0 0 0,0 0 0 0 0,0 1 0 0 0,0-1 0 0 0,-1 0 0 0 0,1 0 0 0 0,0 1 0 0 0,-2-4 0 0 0,1 3 136 0 0,1 1-197 0 0,0 1 0 0 0,0-1 0 0 0,-1 1 1 0 0,1 0-1 0 0,0-1 0 0 0,-1 1 0 0 0,1 0 0 0 0,0 0 0 0 0,-1-1 0 0 0,1 1 0 0 0,0 0 0 0 0,-1 0 0 0 0,1 0 0 0 0,-1-1 0 0 0,1 1 1 0 0,0 0-1 0 0,-1 0 0 0 0,1 0 0 0 0,-1 0 0 0 0,1 0 0 0 0,-1 0 0 0 0,1 0 0 0 0,-1 0 0 0 0,1 0 0 0 0,0 0 0 0 0,-1 0 0 0 0,1 0 1 0 0,-1 0-1 0 0,1 0 0 0 0,-1 0 0 0 0,1 0 0 0 0,-1 1 0 0 0,0 0-27 0 0,0 0 0 0 0,0 0-1 0 0,0 0 1 0 0,0 1 0 0 0,0-1 0 0 0,1 0 0 0 0,-1 0 0 0 0,0 1-1 0 0,1-1 1 0 0,-1 0 0 0 0,1 1 0 0 0,0-1 0 0 0,-1 1 0 0 0,1-1-1 0 0,0 1 1 0 0,0-1 0 0 0,0 1 0 0 0,0-1 0 0 0,0 1 0 0 0,0-1-1 0 0,0 1 1 0 0,0-1 0 0 0,1 0 0 0 0,-1 1 0 0 0,0-1 0 0 0,1 1-1 0 0,0 1 1 0 0,2 1-128 0 0,-1 0-1 0 0,1 1 0 0 0,0-1 0 0 0,0 0 1 0 0,1-1-1 0 0,-1 1 0 0 0,1-1 0 0 0,6 5 1 0 0,3 3-984 0 0,2-2 0 0 0,-1 0 0 0 0,1-1 0 0 0,23 9 0 0 0,6-2-3338 0 0,1-5 336 0 0</inkml:trace>
</inkml:ink>
</file>

<file path=ppt/ink/ink6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4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1007 336 0 0,'-16'2'2560'0'0,"2"-3"2072"0"0,13-5-1910 0 0,24-18-1213 0 0,50-28-1649 0 0,-72 51 268 0 0,335-252 1411 0 0,-259 192-1322 0 0,-29 22 0 0 0,-2-2 0 0 0,76-87-1 0 0,-103 104-162 0 0,0-1-1 0 0,-2 0 0 0 0,-1-1 0 0 0,-1 0 0 0 0,-2-2 0 0 0,0 0 1 0 0,15-50-1 0 0,-26 71-43 0 0,0-1 0 0 0,-1 1 0 0 0,1-1 0 0 0,-1 1 0 0 0,-1-1 0 0 0,0 0 0 0 0,0 1 0 0 0,0-1 0 0 0,-1 1 0 0 0,0-1 0 0 0,0 1 0 0 0,-1-1 0 0 0,0 1 0 0 0,0-1 0 0 0,-1 1 0 0 0,-5-10 0 0 0,8 16-10 0 0,-1 1-1 0 0,1 0 1 0 0,0-1-1 0 0,0 1 0 0 0,0 0 1 0 0,-1 0-1 0 0,1-1 0 0 0,0 1 1 0 0,0 0-1 0 0,-1 0 1 0 0,1-1-1 0 0,0 1 0 0 0,-1 0 1 0 0,1 0-1 0 0,0 0 0 0 0,-1-1 1 0 0,1 1-1 0 0,0 0 1 0 0,-1 0-1 0 0,1 0 0 0 0,-1 0 1 0 0,1 0-1 0 0,0 0 1 0 0,-1 0-1 0 0,1 0 0 0 0,0 0 1 0 0,-1 0-1 0 0,1 0 0 0 0,0 0 1 0 0,-1 0-1 0 0,1 0 1 0 0,-1 0-1 0 0,1 0 0 0 0,0 1 1 0 0,-1-1-1 0 0,1 0 1 0 0,0 0-1 0 0,-1 0 0 0 0,1 1 1 0 0,0-1-1 0 0,0 0 0 0 0,-1 0 1 0 0,1 1-1 0 0,0-1 1 0 0,0 0-1 0 0,-1 0 0 0 0,1 1 1 0 0,0-1-1 0 0,0 0 1 0 0,0 1-1 0 0,-1-1 0 0 0,1 0 1 0 0,0 1-1 0 0,-9 18-24 0 0,9-18 23 0 0,-6 20-16 0 0,1 1 0 0 0,1-1 0 0 0,1 1 0 0 0,1-1 0 0 0,1 1 0 0 0,1 0 0 0 0,5 41 0 0 0,-2 36-25 0 0,-4-31 16 0 0,-6 85 11 0 0,5-134 6 0 0,-1-1 0 0 0,-2 1-1 0 0,1 0 1 0 0,-2-1 0 0 0,-16 35-1 0 0,20-50-10 0 0,0 0-1 0 0,0 0 1 0 0,-1 0-1 0 0,0 0 1 0 0,1-1 0 0 0,-1 1-1 0 0,0-1 1 0 0,0 0-1 0 0,-1 1 1 0 0,1-1-1 0 0,0-1 1 0 0,-1 1-1 0 0,1 0 1 0 0,-1-1-1 0 0,1 0 1 0 0,-1 0-1 0 0,0 0 1 0 0,1 0 0 0 0,-1 0-1 0 0,-5-1 1 0 0,7 0-355 0 0,-1 2 86 0 0,-12 5-7657 0 0</inkml:trace>
</inkml:ink>
</file>

<file path=ppt/ink/ink6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5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5 912 0 0,'1'-5'7755'0'0,"-22"75"-6580"0"0,-8 21 141 0 0,22-79-1481 0 0,1 0-422 0 0,5-4-5668 0 0</inkml:trace>
</inkml:ink>
</file>

<file path=ppt/ink/ink6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5.3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55 772 0 0,'-4'-9'921'0'0,"-6"-17"3562"0"0,7 7-6820 0 0</inkml:trace>
</inkml:ink>
</file>

<file path=ppt/ink/ink6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5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52 376 0 0,'-1'14'2009'0'0,"-8"61"1407"0"0,9-73-3196 0 0,-2 5-25 0 0,1-5 17 0 0,1-7 1091 0 0,0-4-1249 0 0,0 0 0 0 0,0 0 1 0 0,1 1-1 0 0,1-1 0 0 0,-1 0 0 0 0,2 1 1 0 0,-1-1-1 0 0,5-9 0 0 0,-5 14-36 0 0,-1 0-1 0 0,1 1 0 0 0,1-1 0 0 0,-1 1 1 0 0,0-1-1 0 0,1 1 0 0 0,0 0 0 0 0,-1 0 1 0 0,1 0-1 0 0,1 0 0 0 0,-1 1 0 0 0,0-1 1 0 0,0 1-1 0 0,1 0 0 0 0,0 0 0 0 0,-1 0 1 0 0,1 1-1 0 0,0-1 0 0 0,0 1 0 0 0,0 0 1 0 0,0 0-1 0 0,6-1 0 0 0,53 18 26 0 0,-8 23 13 0 0,-53-38-42 0 0,13 3 48 0 0,-3 0-21 0 0,29-14-20 0 0,-36 10-26 0 0,41-3-10 0 0,-21 13-5 0 0,-6-1 22 0 0,12 7-2 0 0,36 13-136 0 0,-65-28-183 0 0</inkml:trace>
</inkml:ink>
</file>

<file path=ppt/ink/ink6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6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83 496 0 0,'0'0'956'0'0,"0"-21"8"0"0,3 13-60 0 0,2-1-84 0 0,-2-2 585 0 0,3-2-813 0 0,-1 6 276 0 0,7-2-696 0 0,-4 7-228 0 0,1-1-256 0 0,13 3-1305 0 0,-7 0-2215 0 0</inkml:trace>
</inkml:ink>
</file>

<file path=ppt/ink/ink6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6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1 832 0 0,'0'0'5554'0'0,"-1"7"-4972"0"0,-16 62 599 0 0,4-23-615 0 0,3 1 0 0 0,1 0-1 0 0,3 0 1 0 0,-1 81 0 0 0,8-100-524 0 0,1 0-1 0 0,2-1 0 0 0,1 1 0 0 0,1-1 1 0 0,15 39-1 0 0,-17-57-213 0 0,0 0 1 0 0,0 0-1 0 0,1-1 0 0 0,0 0 1 0 0,0 0-1 0 0,1 0 1 0 0,0-1-1 0 0,13 13 0 0 0,-14-16-36 0 0,-1-1 1 0 0,1 0-1 0 0,0 0 0 0 0,0 0 0 0 0,0 0 0 0 0,0-1 1 0 0,1 0-1 0 0,-1 0 0 0 0,1 0 0 0 0,-1-1 0 0 0,1 0 1 0 0,-1 0-1 0 0,1 0 0 0 0,0-1 0 0 0,0 0 0 0 0,5 0 1 0 0,22-7-2842 0 0,-15 1 1301 0 0</inkml:trace>
</inkml:ink>
</file>

<file path=ppt/ink/ink6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6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21 231 2216 0 0,'6'-6'94'0'0,"1"-1"0"0"0,-1 0-1 0 0,-1 0 1 0 0,0-1 0 0 0,0 0-1 0 0,0 0 1 0 0,-1 0 0 0 0,0 0 0 0 0,-1-1-1 0 0,1 1 1 0 0,-2-1 0 0 0,1 0-1 0 0,0-10 1 0 0,-2 10 397 0 0,0 1 1 0 0,-1-1-1 0 0,-1 0 0 0 0,1 1 0 0 0,-1-1 1 0 0,-1 1-1 0 0,0-1 0 0 0,-4-13 0 0 0,5 21-429 0 0,1 0 0 0 0,0 0 0 0 0,-1 0-1 0 0,1 0 1 0 0,-1 0 0 0 0,1 0 0 0 0,-1 0-1 0 0,1 0 1 0 0,-1 1 0 0 0,0-1 0 0 0,1 0-1 0 0,-1 0 1 0 0,0 1 0 0 0,0-1-1 0 0,0 0 1 0 0,1 1 0 0 0,-1-1 0 0 0,0 1-1 0 0,0-1 1 0 0,0 1 0 0 0,0-1 0 0 0,0 1-1 0 0,0 0 1 0 0,0-1 0 0 0,0 1 0 0 0,0 0-1 0 0,0 0 1 0 0,0 0 0 0 0,0 0 0 0 0,0 0-1 0 0,0 0 1 0 0,0 0 0 0 0,0 0-1 0 0,0 0 1 0 0,0 0 0 0 0,-1 1 0 0 0,1-1-1 0 0,1 0 1 0 0,-1 1 0 0 0,0-1 0 0 0,0 1-1 0 0,0-1 1 0 0,0 1 0 0 0,0-1 0 0 0,0 1-1 0 0,0 0 1 0 0,1-1 0 0 0,-1 1 0 0 0,0 0-1 0 0,-1 1 1 0 0,0 0-11 0 0,-1 0 0 0 0,1 1 0 0 0,0-1 0 0 0,0 1-1 0 0,0-1 1 0 0,0 1 0 0 0,0 0 0 0 0,0-1 0 0 0,1 1 0 0 0,-1 0 0 0 0,1 0 0 0 0,0 0 0 0 0,0 0-1 0 0,0 1 1 0 0,0-1 0 0 0,0 6 0 0 0,1-8-46 0 0,0 3 51 0 0,0 1 0 0 0,1-1-1 0 0,-1 1 1 0 0,1-1 0 0 0,0 0-1 0 0,1 1 1 0 0,1 5 0 0 0,-2-8-48 0 0,1-1 0 0 0,-1 1 1 0 0,0-1-1 0 0,0 1 0 0 0,0-1 1 0 0,1 1-1 0 0,-1-1 1 0 0,1 0-1 0 0,-1 0 0 0 0,1 1 1 0 0,0-1-1 0 0,-1 0 0 0 0,1 0 1 0 0,0-1-1 0 0,0 1 0 0 0,-1 0 1 0 0,1-1-1 0 0,0 1 0 0 0,0-1 1 0 0,0 1-1 0 0,0-1 0 0 0,0 0 1 0 0,0 0-1 0 0,3 0 0 0 0,-2 0-12 0 0,1-1-4 0 0,0 1-1 0 0,0-1 1 0 0,0 1 0 0 0,1 0-1 0 0,-1 1 1 0 0,0-1 0 0 0,0 1-1 0 0,0-1 1 0 0,0 1 0 0 0,7 3-1 0 0,16 12-11 0 0,-24-14 27 0 0,-1 1-1 0 0,1-1 1 0 0,0 0-1 0 0,0 0 0 0 0,1 0 1 0 0,-1 0-1 0 0,0-1 0 0 0,1 1 1 0 0,-1-1-1 0 0,1 0 1 0 0,-1 0-1 0 0,1 0 0 0 0,-1 0 1 0 0,1-1-1 0 0,0 0 0 0 0,-1 1 1 0 0,1-1-1 0 0,0-1 1 0 0,0 1-1 0 0,-1 0 0 0 0,1-1 1 0 0,-1 0-1 0 0,1 0 0 0 0,0 0 1 0 0,-1 0-1 0 0,4-2 0 0 0,2-3 38 0 0,0 0 0 0 0,-1 0-1 0 0,0-1 1 0 0,0 0-1 0 0,0-1 1 0 0,-1 0-1 0 0,0 0 1 0 0,6-10-1 0 0,35-36-1801 0 0,-26 44-4683 0 0</inkml:trace>
</inkml:ink>
</file>

<file path=ppt/ink/ink6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07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8 122 464 0 0,'0'0'2697'0'0,"21"-40"2256"0"0,-20 39-4555 0 0,23-29 445 0 0,-23 29-769 0 0,1-1-9 0 0,-1 1 0 0 0,0-1 1 0 0,1 0-1 0 0,-1 1 0 0 0,1-1 0 0 0,-1 1 0 0 0,1-1 1 0 0,0 1-1 0 0,0 0 0 0 0,-1 0 0 0 0,1 0 1 0 0,0 0-1 0 0,0 0 0 0 0,0 0 0 0 0,0 1 0 0 0,1-1 1 0 0,2 0-1 0 0,3-2 241 0 0,-6 2-135 0 0,4-4 274 0 0,-5 5-422 0 0,-1-1 0 0 0,1 1 1 0 0,-1 0-1 0 0,0 0 0 0 0,1 0 1 0 0,-1 0-1 0 0,1-1 1 0 0,-1 1-1 0 0,1 0 0 0 0,-1 0 1 0 0,0-1-1 0 0,1 1 1 0 0,-1 0-1 0 0,0-1 0 0 0,1 1 1 0 0,-1-1-1 0 0,0 1 0 0 0,0 0 1 0 0,1-1-1 0 0,-1 1 1 0 0,0-1-1 0 0,0 1 0 0 0,0 0 1 0 0,0-1-1 0 0,1 1 0 0 0,-1-2 1 0 0,0 2-23 0 0,0 0 0 0 0,0 0 0 0 0,0-1 1 0 0,0 1-1 0 0,0 0 0 0 0,0-1 0 0 0,0 1 1 0 0,0 0-1 0 0,0-1 0 0 0,0 1 0 0 0,0 0 0 0 0,0-1 1 0 0,0 1-1 0 0,-1 0 0 0 0,1 0 0 0 0,0-1 1 0 0,0 1-1 0 0,0 0 0 0 0,0 0 0 0 0,-1-1 0 0 0,1 1 1 0 0,0 0-1 0 0,0 0 0 0 0,0-1 0 0 0,-1 1 0 0 0,1 0 1 0 0,0 0-1 0 0,0 0 0 0 0,-1 0 0 0 0,1-1 1 0 0,0 1-1 0 0,-1 0 0 0 0,1 0 0 0 0,0 0 0 0 0,0 0 1 0 0,-1 0-1 0 0,1 0 0 0 0,0 0 0 0 0,-1 0 1 0 0,1 0-1 0 0,0 0 0 0 0,-1 0 0 0 0,1 0 0 0 0,0 0 1 0 0,-1 0-1 0 0,1 0 0 0 0,-16 13 134 0 0,11-8-89 0 0,1 1 1 0 0,1-1 0 0 0,-1 1-1 0 0,1-1 1 0 0,-5 11-1 0 0,-3 27 205 0 0,2 0-1 0 0,2 1 0 0 0,2 0 1 0 0,0 64-1 0 0,20 176 262 0 0,-14-271-493 0 0,5 49 147 0 0,-5 123 1 0 0,-7-157 43 0 0,-1 3-3650 0 0,2-35 2351 0 0,2 1 694 0 0,1 2 29 0 0,0-1-1 0 0,0 0 1 0 0,0 1 0 0 0,0-1-1 0 0,0 0 1 0 0,0 0-1 0 0,0 0 1 0 0,1 0-1 0 0,-1 0 1 0 0,1-1 0 0 0,0 1-1 0 0,-2-5 1 0 0,-1-8-2596 0 0</inkml:trace>
</inkml:ink>
</file>

<file path=ppt/ink/ink6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1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0 105 356 0 0,'0'0'2825'0'0,"25"8"861"0"0,57-6-2918 0 0,0-3 0 0 0,102-14 0 0 0,-21 1-409 0 0,133 7 245 0 0,-251 3-290 0 0,-50 9-299 0 0,-2 3-21 0 0,1-3 24 0 0,0 1 0 0 0,0 0 1 0 0,1 0-1 0 0,0 1 1 0 0,-6 11-1 0 0,10-16-6 0 0,0 0 0 0 0,0-1 1 0 0,0 1-1 0 0,1 0 0 0 0,-1 0 0 0 0,1 0 0 0 0,-1 0 0 0 0,1-1 0 0 0,0 1 0 0 0,0 0 0 0 0,0 0 0 0 0,0 0 0 0 0,0 0 0 0 0,0 0 0 0 0,1 0 0 0 0,-1 0 1 0 0,0 0-1 0 0,1-1 0 0 0,0 1 0 0 0,-1 0 0 0 0,1 0 0 0 0,0-1 0 0 0,0 1 0 0 0,0 0 0 0 0,0-1 0 0 0,0 1 0 0 0,0-1 0 0 0,1 1 0 0 0,-1-1 0 0 0,0 1 1 0 0,1-1-1 0 0,1 1 0 0 0,3 2 0 0 0,-1 0 0 0 0,1-1 0 0 0,1 0 0 0 0,-1 0 0 0 0,0-1 0 0 0,1 1 0 0 0,-1-1 0 0 0,1-1 0 0 0,-1 1 0 0 0,1-1 0 0 0,0 0 0 0 0,0-1 1 0 0,0 0-1 0 0,-1 0 0 0 0,1 0 0 0 0,0-1 0 0 0,0 0 0 0 0,-1 0 0 0 0,10-3 0 0 0,-13 3 8 0 0,0 0 0 0 0,0 0 0 0 0,0 0 0 0 0,0-1 0 0 0,0 1 0 0 0,0-1 0 0 0,0 1 0 0 0,0-1 0 0 0,0 0 0 0 0,-1 0 0 0 0,1 0 0 0 0,-1-1 0 0 0,0 1 1 0 0,1-1-1 0 0,-1 1 0 0 0,0-1 0 0 0,-1 0 0 0 0,1 0 0 0 0,0 0 0 0 0,-1 0 0 0 0,1 0 0 0 0,-1 0 0 0 0,0 0 0 0 0,0 0 0 0 0,0 0 0 0 0,-1-1 0 0 0,1 1 0 0 0,-1 0 0 0 0,0 0 0 0 0,0-1 0 0 0,0 1 0 0 0,0 0 0 0 0,0-1 0 0 0,-1 1 0 0 0,1 0 0 0 0,-1-1 0 0 0,0 1 0 0 0,0 0 0 0 0,-1 0 0 0 0,-1-4 0 0 0,0-1 48 0 0,0 1-1 0 0,-1 0 1 0 0,0 0-1 0 0,0 0 1 0 0,-1 1-1 0 0,0-1 1 0 0,0 1-1 0 0,0 0 1 0 0,-1 1-1 0 0,0-1 1 0 0,0 1 0 0 0,0 0-1 0 0,0 1 1 0 0,-1-1-1 0 0,-13-5 1 0 0,20 10-110 0 0,-1-1 1 0 0,0 1-1 0 0,0 0 1 0 0,1-1-1 0 0,-1 1 1 0 0,0 0 0 0 0,0 0-1 0 0,0 0 1 0 0,0 0-1 0 0,1 0 1 0 0,-1 0-1 0 0,0 0 1 0 0,0 0 0 0 0,0 0-1 0 0,0 0 1 0 0,1 1-1 0 0,-1-1 1 0 0,0 0-1 0 0,0 0 1 0 0,1 1 0 0 0,-1-1-1 0 0,0 1 1 0 0,0-1-1 0 0,1 0 1 0 0,-1 1-1 0 0,0-1 1 0 0,1 1 0 0 0,-1 0-1 0 0,1-1 1 0 0,-1 1-1 0 0,0-1 1 0 0,1 1-1 0 0,0 0 1 0 0,-1 0 0 0 0,1-1-1 0 0,-1 1 1 0 0,1 0-1 0 0,0 0 1 0 0,-1-1-1 0 0,1 1 1 0 0,0 0 0 0 0,0 0-1 0 0,0 0 1 0 0,0 0-1 0 0,0-1 1 0 0,0 1-1 0 0,0 1 1 0 0,-1 2-634 0 0,1 0 1 0 0,0-1-1 0 0,0 1 0 0 0,0 0 0 0 0,0 0 0 0 0,0-1 1 0 0,1 1-1 0 0,1 6 0 0 0,4-1-2164 0 0</inkml:trace>
</inkml:ink>
</file>

<file path=ppt/ink/ink6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2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1 261 10609 0 0,'2'-10'164'0'0,"0"0"0"0"0,0 0 0 0 0,-1 0 0 0 0,0 0 0 0 0,0 0 0 0 0,-2-18 0 0 0,0-3 2150 0 0,2 99-1690 0 0,17 119 0 0 0,0-16-360 0 0,-18-134-396 0 0,0-26-2625 0 0,-3-38-7797 0 0</inkml:trace>
  <inkml:trace contextRef="#ctx0" brushRef="#br0" timeOffset="1">75 390 44 0 0,'32'-12'1066'0'0,"46"-14"403"0"0,-47 17-1049 0 0,-1-1-1 0 0,0-2 0 0 0,38-20 0 0 0,-60 27-297 0 0,0 1-1 0 0,-1-2 1 0 0,0 1-1 0 0,0-1 0 0 0,0 0 1 0 0,0 0-1 0 0,-1-1 0 0 0,0 0 1 0 0,-1 0-1 0 0,0 0 1 0 0,0-1-1 0 0,0 0 0 0 0,-1 0 1 0 0,0 0-1 0 0,-1 0 1 0 0,5-15-1 0 0,-4 7 335 0 0,-1 0 1 0 0,3-33 0 0 0,-6 44-301 0 0,0 0 0 0 0,0 1 0 0 0,0-1 0 0 0,0 0 0 0 0,-1 1 0 0 0,0-1 0 0 0,0 1 0 0 0,0-1 0 0 0,-1 1 0 0 0,1-1 1 0 0,-1 1-1 0 0,0 0 0 0 0,0 0 0 0 0,0 0 0 0 0,-4-5 0 0 0,5 9-127 0 0,0-1 1 0 0,0 1 0 0 0,0-1-1 0 0,-1 1 1 0 0,1 0-1 0 0,0 0 1 0 0,0-1-1 0 0,0 1 1 0 0,0 0-1 0 0,-1 0 1 0 0,1 0-1 0 0,0 0 1 0 0,0 1-1 0 0,0-1 1 0 0,-1 0-1 0 0,1 0 1 0 0,0 1 0 0 0,0-1-1 0 0,0 0 1 0 0,0 1-1 0 0,0-1 1 0 0,0 1-1 0 0,0 0 1 0 0,0-1-1 0 0,0 1 1 0 0,0 0-1 0 0,-1 1 1 0 0,2-2-34 0 0,-6 5 75 0 0,0 0 0 0 0,1 1 0 0 0,0 0 0 0 0,0 0 0 0 0,1 0 0 0 0,-1 0 0 0 0,1 1 0 0 0,1-1 0 0 0,-1 1 0 0 0,1 0 0 0 0,-3 10 0 0 0,-1 5 195 0 0,1 0 1 0 0,-4 31 0 0 0,6-30-79 0 0,1 1 0 0 0,1 0 0 0 0,1 0 0 0 0,2 0 0 0 0,0 0 0 0 0,1-1 0 0 0,2 1 0 0 0,0 0 0 0 0,2-1 1 0 0,0 0-1 0 0,11 25 0 0 0,-15-45-174 0 0,-1 0-1 0 0,1 0 1 0 0,0 1 0 0 0,0-1 0 0 0,0-1 0 0 0,0 1-1 0 0,0 0 1 0 0,1 0 0 0 0,-1-1 0 0 0,1 1 0 0 0,0-1-1 0 0,0 0 1 0 0,0 0 0 0 0,0 0 0 0 0,0 0 0 0 0,0-1-1 0 0,0 1 1 0 0,0-1 0 0 0,1 0 0 0 0,-1 0 0 0 0,1 0-1 0 0,-1 0 1 0 0,6 0 0 0 0,-7-1 3 0 0,-1 0-14 0 0,0 0 0 0 0,1 0 0 0 0,-1 0 0 0 0,1 0 0 0 0,-1 0 0 0 0,1 0 0 0 0,-1-1 0 0 0,0 1 1 0 0,1 0-1 0 0,-1-1 0 0 0,0 0 0 0 0,1 1 0 0 0,-1-1 0 0 0,0 0 0 0 0,0 1 0 0 0,1-1 0 0 0,0-1 0 0 0,0 0 4 0 0,-1 1 0 0 0,1 0-1 0 0,-1 0 1 0 0,1 0 0 0 0,-1 0 0 0 0,1 0-1 0 0,0 1 1 0 0,-1-1 0 0 0,1 0 0 0 0,0 1-1 0 0,-1-1 1 0 0,1 1 0 0 0,0 0-1 0 0,0 0 1 0 0,0-1 0 0 0,0 1 0 0 0,-1 0-1 0 0,1 1 1 0 0,3-1 0 0 0,-3 0 11 0 0,6 2-199 0 0,-1-1 1 0 0,1 1-1 0 0,-1 0 1 0 0,1 1-1 0 0,-1-1 1 0 0,0 2-1 0 0,8 4 1 0 0,11 4-2382 0 0,-5-5-3108 0 0,-6-5 2407 0 0</inkml:trace>
  <inkml:trace contextRef="#ctx0" brushRef="#br0" timeOffset="2">1291 322 200 0 0,'2'-11'2496'0'0,"-2"11"-2433"0"0,-1 0 0 0 0,1 0 0 0 0,0-1 0 0 0,0 1 0 0 0,0 0 0 0 0,0 0 0 0 0,0 0 0 0 0,0 0 0 0 0,0 0 0 0 0,0-1 0 0 0,0 1 0 0 0,0 0 0 0 0,0 0 0 0 0,0 0 0 0 0,0 0 0 0 0,0-1 0 0 0,0 1 0 0 0,0 0 0 0 0,0 0 0 0 0,0 0 0 0 0,0 0 0 0 0,0-1 0 0 0,1 1 0 0 0,-1 0 0 0 0,0 0 0 0 0,0 0 0 0 0,0 0 0 0 0,0 0 0 0 0,0-1-1 0 0,0 1 1 0 0,0 0 0 0 0,1 0 0 0 0,-1 0 0 0 0,0 0 0 0 0,0 0 0 0 0,0 0 0 0 0,0 0 0 0 0,0 0 0 0 0,1 0 0 0 0,-1-1 0 0 0,0 1 0 0 0,0 0 0 0 0,0 0 0 0 0,0 0 0 0 0,1 0 0 0 0,-1 0 0 0 0,0 0 0 0 0,0 0 0 0 0,0 0 0 0 0,0 0 0 0 0,1 0 0 0 0,-1 0 0 0 0,0 0 0 0 0,0 0 0 0 0,0 1 0 0 0,0-1 0 0 0,0 0 0 0 0,1 0 0 0 0,-1 0 0 0 0,0 0 0 0 0,0 0 0 0 0,0 0 0 0 0,17 26 614 0 0,-2 1-1 0 0,19 43 1 0 0,-24-46-387 0 0,1-1 0 0 0,0-1 0 0 0,2 0-1 0 0,1 0 1 0 0,25 30 0 0 0,-38-51-243 0 0,0 0 0 0 0,0 0 0 0 0,-1 0 0 0 0,1-1 0 0 0,0 1 0 0 0,0 0 0 0 0,0 0 1 0 0,0-1-1 0 0,0 1 0 0 0,0-1 0 0 0,1 1 0 0 0,-1-1 0 0 0,0 1 0 0 0,0-1 0 0 0,0 0 0 0 0,0 0 0 0 0,1 1 0 0 0,-1-1 0 0 0,0 0 0 0 0,0 0 0 0 0,0 0 0 0 0,1 0 1 0 0,-1-1-1 0 0,0 1 0 0 0,2 0 0 0 0,0-2 26 0 0,-1 1 1 0 0,1 0-1 0 0,-1-1 1 0 0,1 0-1 0 0,-1 1 1 0 0,1-1-1 0 0,-1 0 1 0 0,0 0-1 0 0,0 0 1 0 0,3-4-1 0 0,5-8 250 0 0,-1-1-1 0 0,16-31 1 0 0,-18 33-98 0 0,3-7-409 0 0,27-44-164 0 0,-35 61-451 0 0,1 0 0 0 0,-1 0-1 0 0,1 0 1 0 0,0 0 0 0 0,0 1 0 0 0,0-1-1 0 0,1 1 1 0 0,-1 0 0 0 0,5-2 0 0 0</inkml:trace>
</inkml:ink>
</file>

<file path=ppt/ink/ink6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2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96 0 0,'12'-6'863'0'0,"0"0"1"0"0,-1 0-1 0 0,0-1 0 0 0,0 0 1 0 0,-1-1-1 0 0,0 0 0 0 0,0-1 1 0 0,13-15-1 0 0,-23 24-793 0 0,0 0 0 0 0,1-1-1 0 0,-1 1 1 0 0,0 0 0 0 0,1-1-1 0 0,-1 1 1 0 0,0-1 0 0 0,0 1 0 0 0,0-1-1 0 0,1 1 1 0 0,-1-1 0 0 0,0 1 0 0 0,0-1-1 0 0,0 1 1 0 0,0-1 0 0 0,0 1-1 0 0,0-1 1 0 0,0 1 0 0 0,0-1 0 0 0,0 1-1 0 0,0 0 1 0 0,0-1 0 0 0,0 1 0 0 0,0-1-1 0 0,0 1 1 0 0,0-1 0 0 0,-1 1 0 0 0,1-1-1 0 0,0 1 1 0 0,0-1 0 0 0,-1 1-1 0 0,1-1 1 0 0,0 1 0 0 0,0 0 0 0 0,-1-1-1 0 0,1 1 1 0 0,0 0 0 0 0,-1-1 0 0 0,1 1-1 0 0,-1 0 1 0 0,1-1 0 0 0,0 1-1 0 0,-1 0 1 0 0,1 0 0 0 0,-1 0 0 0 0,0-1-1 0 0,0 0-33 0 0,-1 1 0 0 0,1-1-1 0 0,-1 1 1 0 0,1-1-1 0 0,-1 1 1 0 0,0 0-1 0 0,1-1 1 0 0,-1 1-1 0 0,1 0 1 0 0,-1 0-1 0 0,0 0 1 0 0,1 0 0 0 0,-3 1-1 0 0,1-1-15 0 0,0 1 0 0 0,1-1 0 0 0,-1 1 0 0 0,1 0 0 0 0,-1 0 1 0 0,1 0-1 0 0,-1 0 0 0 0,1 0 0 0 0,0 0 0 0 0,-1 1 0 0 0,1-1 0 0 0,0 1 0 0 0,0 0 0 0 0,0 0 0 0 0,0-1 0 0 0,0 1 0 0 0,1 0 1 0 0,-1 1-1 0 0,1-1 0 0 0,-1 0 0 0 0,1 0 0 0 0,0 1 0 0 0,0-1 0 0 0,0 1 0 0 0,0-1 0 0 0,0 1 0 0 0,0-1 0 0 0,1 1 0 0 0,-1-1 1 0 0,1 1-1 0 0,0 0 0 0 0,0-1 0 0 0,0 1 0 0 0,0 0 0 0 0,0-1 0 0 0,0 1 0 0 0,1 0 0 0 0,0-1 0 0 0,0 4 0 0 0,1-1-228 0 0,0 0-1 0 0,0-1 1 0 0,1 1 0 0 0,-1-1-1 0 0,1 0 1 0 0,0 0-1 0 0,0 0 1 0 0,1 0-1 0 0,3 4 1 0 0,-2-4-436 0 0,-1 0 0 0 0,1-1 1 0 0,0 1-1 0 0,0-1 0 0 0,0 0 1 0 0,1 0-1 0 0,-1-1 0 0 0,8 3 0 0 0,3-1-1926 0 0</inkml:trace>
</inkml:ink>
</file>

<file path=ppt/ink/ink6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2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1 450 864 0 0,'8'1'7926'0'0,"9"5"-5599"0"0,-8-2-2359 0 0,1 0 0 0 0,-1-1 0 0 0,0 0 1 0 0,16 2-1 0 0,-19-5 48 0 0,1 0-1 0 0,-1 0 1 0 0,0-1 0 0 0,1 1 0 0 0,-1-1 0 0 0,0-1 0 0 0,1 1 0 0 0,-1-1 0 0 0,0 0 0 0 0,0-1 0 0 0,0 0 0 0 0,-1 1 0 0 0,1-2-1 0 0,6-4 1 0 0,-3 1 0 0 0,0-1-1 0 0,0 0 0 0 0,-1 0 0 0 0,-1-1 1 0 0,1 0-1 0 0,-2-1 0 0 0,9-14 1 0 0,0-3 92 0 0,-2-2 1 0 0,-1 0-1 0 0,-1-1 1 0 0,-2 0 0 0 0,6-33-1 0 0,-12 48 219 0 0,-1-1 0 0 0,-1 0-1 0 0,0 0 1 0 0,-1 1-1 0 0,-1-1 1 0 0,-4-24 0 0 0,5 40-259 0 0,0-1 0 0 0,1 0 1 0 0,-1 0-1 0 0,0 1 0 0 0,0-1 1 0 0,0 0-1 0 0,0 0 0 0 0,0 0 1 0 0,-1 1-1 0 0,1-1 0 0 0,0 0 1 0 0,0 0-1 0 0,0 1 0 0 0,-1-1 1 0 0,1 0-1 0 0,0 0 0 0 0,-1 1 1 0 0,1-1-1 0 0,-1 0 0 0 0,1 1 1 0 0,-1-1-1 0 0,1 1 0 0 0,-1-1 1 0 0,1 0-1 0 0,-1 1 0 0 0,1-1 1 0 0,-1 1-1 0 0,0 0 1 0 0,1-1-1 0 0,-1 1 0 0 0,0-1 1 0 0,0 1-1 0 0,-12 22 490 0 0,-4 49-319 0 0,11-12-534 0 0,2 1 0 0 0,4-1 0 0 0,6 60 0 0 0,-1-40-3311 0 0,-4-55-3212 0 0</inkml:trace>
</inkml:ink>
</file>

<file path=ppt/ink/ink6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3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77 544 0 0,'79'-21'2574'0'0,"-47"14"-1332"0"0,1-1 0 0 0,-2-2 1 0 0,43-20-1 0 0,-83 30 1537 0 0,5 0-2755 0 0,1 1 0 0 0,-1-1 0 0 0,1 1-1 0 0,0 0 1 0 0,-1 0 0 0 0,1 0 0 0 0,0 0 0 0 0,0 1-1 0 0,-1-1 1 0 0,1 1 0 0 0,0 0 0 0 0,1 0-1 0 0,-1 0 1 0 0,0 0 0 0 0,0 0 0 0 0,1 1 0 0 0,-3 2-1 0 0,3-3 6 0 0,0 1-1 0 0,0-1 0 0 0,1 1 0 0 0,-1-1 0 0 0,1 1 1 0 0,-1 0-1 0 0,1-1 0 0 0,0 1 0 0 0,0 0 1 0 0,0 0-1 0 0,0 0 0 0 0,1 0 0 0 0,-1 0 0 0 0,1 0 1 0 0,0 0-1 0 0,0 0 0 0 0,0 0 0 0 0,0 0 0 0 0,0 0 1 0 0,1 0-1 0 0,-1 0 0 0 0,1 0 0 0 0,0 0 1 0 0,1 3-1 0 0,0-4-29 0 0,-1 0 1 0 0,1 0 0 0 0,0 0-1 0 0,0 0 1 0 0,0 0 0 0 0,1 0-1 0 0,-1 0 1 0 0,0-1 0 0 0,1 1-1 0 0,-1-1 1 0 0,1 1 0 0 0,-1-1-1 0 0,1 0 1 0 0,-1 0 0 0 0,1 0-1 0 0,0-1 1 0 0,0 1 0 0 0,-1-1-1 0 0,1 1 1 0 0,0-1 0 0 0,0 0-1 0 0,0 0 1 0 0,0 0 0 0 0,-1 0-1 0 0,5-2 1 0 0,140-22-383 0 0,-142 24 397 0 0,0 1 0 0 0,0-1 0 0 0,0 1-1 0 0,0 0 1 0 0,0 0 0 0 0,-1 1 0 0 0,1-1 0 0 0,8 5 0 0 0,-12-5 107 0 0,20 3 371 0 0,-19-5-599 0 0,21-6 878 0 0,-2 0 0 0 0,32-15 0 0 0,-11-8-1537 0 0,-38 26-76 0 0,-1 0-1 0 0,0 1 0 0 0,0-1 1 0 0,0 0-1 0 0,0-1 0 0 0,-1 1 0 0 0,1 0 1 0 0,1-6-1 0 0</inkml:trace>
</inkml:ink>
</file>

<file path=ppt/ink/ink6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4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1 460 768 0 0,'0'0'2472'0'0,"3"-5"-1793"0"0,1 1-508 0 0,0-1 0 0 0,0 1 1 0 0,0 0-1 0 0,1 0 0 0 0,0 0 0 0 0,-1 1 0 0 0,1 0 1 0 0,1 0-1 0 0,-1 0 0 0 0,7-2 0 0 0,71-26 877 0 0,-41 17-692 0 0,-24 7-205 0 0,146-59 994 0 0,-142 55-934 0 0,-1 0 0 0 0,0-1 1 0 0,-1-2-1 0 0,0 0 1 0 0,22-20-1 0 0,-35 26-84 0 0,0 0-1 0 0,-1 0 1 0 0,0-1 0 0 0,0 0-1 0 0,-1 0 1 0 0,0 0 0 0 0,0-1-1 0 0,-1 0 1 0 0,-1 0 0 0 0,1 0-1 0 0,-2 0 1 0 0,1 0-1 0 0,-1 0 1 0 0,0-21 0 0 0,-1 30-107 0 0,-1-1 0 0 0,0 1 0 0 0,0 0 0 0 0,0-1 0 0 0,0 1-1 0 0,-1 0 1 0 0,1-1 0 0 0,0 1 0 0 0,0 0 0 0 0,-1-1 0 0 0,1 1 0 0 0,-1 0 0 0 0,1-1 0 0 0,-1 1 0 0 0,0 0 0 0 0,1 0 0 0 0,-1 0 0 0 0,0 0 0 0 0,0 0 0 0 0,0 0 0 0 0,0 0 0 0 0,0 0 0 0 0,0 0 0 0 0,0 0 0 0 0,0 0 0 0 0,0 0-1 0 0,0 1 1 0 0,-1-1 0 0 0,1 0 0 0 0,0 1 0 0 0,0-1 0 0 0,-1 1 0 0 0,1 0 0 0 0,0-1 0 0 0,-1 1 0 0 0,-1 0 0 0 0,0-1-1 0 0,-1 1 1 0 0,1 0-1 0 0,-1 0 1 0 0,1 0-1 0 0,-1 0 1 0 0,1 0-1 0 0,0 1 0 0 0,-1 0 1 0 0,1-1-1 0 0,0 1 1 0 0,0 1-1 0 0,-1-1 0 0 0,-3 2 1 0 0,-2 4 0 0 0,0 0-1 0 0,1 1 1 0 0,0 0 0 0 0,0 1 0 0 0,1 0 0 0 0,0 0-1 0 0,0 0 1 0 0,1 1 0 0 0,0 0 0 0 0,1 0 0 0 0,-7 18-1 0 0,-1 8 15 0 0,1 1 0 0 0,-8 42 0 0 0,8-3 72 0 0,-5 139 1 0 0,13-131-541 0 0,-17 96 0 0 0,20-170 30 0 0,-2 1 0 0 0,0-2-1 0 0,-7 20 1 0 0,9-26-157 0 0,-1 0 0 0 0,1-1 0 0 0,-1 1-1 0 0,0-1 1 0 0,0 1 0 0 0,0-1 0 0 0,0 0 0 0 0,0 0 0 0 0,0 1 0 0 0,-4 1 0 0 0</inkml:trace>
</inkml:ink>
</file>

<file path=ppt/ink/ink6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5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0 241 604 0 0,'3'-2'625'0'0,"3"-3"-398"0"0,0 1 1 0 0,0 0-1 0 0,0 0 0 0 0,0 1 1 0 0,1 0-1 0 0,0 0 0 0 0,0 0 1 0 0,0 1-1 0 0,0 0 0 0 0,8-1 1 0 0,86-9 753 0 0,-41 6-504 0 0,225-48 917 0 0,-241 42-805 0 0,-1-2 1 0 0,-1-1-1 0 0,0-2 0 0 0,56-32 1 0 0,-74 29 690 0 0,-25 20-1257 0 0,1 0 0 0 0,0-1 0 0 0,-1 1 0 0 0,1 0 0 0 0,-1-1 0 0 0,1 1 0 0 0,-1 0 0 0 0,1 0 0 0 0,-1-1 1 0 0,1 1-1 0 0,-1 0 0 0 0,1 0 0 0 0,-1 0 0 0 0,1 0 0 0 0,-1 0 0 0 0,1-1 0 0 0,-1 1 0 0 0,1 0 0 0 0,-1 0 0 0 0,1 0 1 0 0,-1 1-1 0 0,1-1 0 0 0,-1 0 0 0 0,1 0 0 0 0,-1 0 0 0 0,1 0 0 0 0,-1 0 0 0 0,1 1 0 0 0,-1-1 0 0 0,-7 1 39 0 0,1 1-1 0 0,0 0 0 0 0,0 0 1 0 0,0 1-1 0 0,0 0 0 0 0,-10 6 0 0 0,14-7-43 0 0,-1 0 0 0 0,1 1-1 0 0,0-1 1 0 0,0 1-1 0 0,0 0 1 0 0,0 0-1 0 0,0 1 1 0 0,0-1-1 0 0,1 0 1 0 0,0 1-1 0 0,-1 0 1 0 0,1-1 0 0 0,1 1-1 0 0,-1 0 1 0 0,1 0-1 0 0,-1 0 1 0 0,1 0-1 0 0,-1 6 1 0 0,2-8 14 0 0,3 4 28 0 0,-3-5-58 0 0,0-1 1 0 0,0 1-1 0 0,0-1 1 0 0,1 0-1 0 0,-1 1 1 0 0,0-1-1 0 0,0 1 1 0 0,0-1-1 0 0,0 1 0 0 0,0-1 1 0 0,0 0-1 0 0,1 1 1 0 0,-1-1-1 0 0,0 1 1 0 0,0-1-1 0 0,1 0 1 0 0,-1 1-1 0 0,0-1 1 0 0,0 0-1 0 0,1 1 0 0 0,-1-1 1 0 0,0 0-1 0 0,1 0 1 0 0,-1 1-1 0 0,0-1 1 0 0,1 0-1 0 0,-1 0 1 0 0,1 1-1 0 0,12 0 23 0 0,0 0-1 0 0,0 0 0 0 0,0-1 1 0 0,0-1-1 0 0,0 0 1 0 0,0-1-1 0 0,0 0 1 0 0,24-8-1 0 0,-19 5-17 0 0,-1 1-1 0 0,1 1 1 0 0,28-2-1 0 0,-41 5-10 0 0,-1 1-1 0 0,0 0 1 0 0,1-1-1 0 0,-1 2 1 0 0,0-1 0 0 0,0 0-1 0 0,0 1 1 0 0,0 0-1 0 0,0 0 1 0 0,0 0-1 0 0,0 1 1 0 0,0-1-1 0 0,5 6 1 0 0,-7-6 7 0 0,0 0-1 0 0,0 0 1 0 0,0 0 0 0 0,0-1-1 0 0,1 1 1 0 0,-1 0-1 0 0,1-1 1 0 0,-1 0 0 0 0,1 1-1 0 0,0-1 1 0 0,0 0-1 0 0,-1 0 1 0 0,1-1 0 0 0,0 1-1 0 0,0-1 1 0 0,0 1 0 0 0,0-1-1 0 0,0 0 1 0 0,0 0-1 0 0,-1 0 1 0 0,1 0 0 0 0,0-1-1 0 0,0 1 1 0 0,0-1 0 0 0,0 0-1 0 0,2-1 1 0 0,10-6 119 0 0,0 0 0 0 0,0-1 0 0 0,23-20 0 0 0,17-11-2028 0 0,-15 21-4195 0 0,-30 17 3198 0 0</inkml:trace>
</inkml:ink>
</file>

<file path=ppt/ink/ink6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6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44 304 0 0,'0'0'1345'0'0,"16"-43"3969"0"0,-15 42-5078 0 0,14 2-90 0 0,-1 1-1 0 0,1 0 1 0 0,-1 1 0 0 0,1 1 0 0 0,-1 0 0 0 0,0 1 0 0 0,-1 0 0 0 0,1 1-1 0 0,-1 1 1 0 0,0 0 0 0 0,18 14 0 0 0,-5-2-100 0 0,-1 2 1 0 0,-1 0-1 0 0,-1 1 0 0 0,27 34 1 0 0,-35-38 20 0 0,0 1 1 0 0,-2 1-1 0 0,-1 0 1 0 0,0 0-1 0 0,-1 2 1 0 0,-2-1-1 0 0,0 1 1 0 0,11 44-1 0 0,-19-63-24 0 0,-1 0-1 0 0,0 0 0 0 0,1 0 0 0 0,-1 0 1 0 0,0 0-1 0 0,-1 0 0 0 0,1 0 1 0 0,0 0-1 0 0,-1 0 0 0 0,-2 5 1 0 0,3-7-12 0 0,0 1 0 0 0,-1-1-1 0 0,0 0 1 0 0,1 0 0 0 0,-1 0 0 0 0,1 0 0 0 0,-1 0 0 0 0,0 0 0 0 0,0 0 0 0 0,0 0 0 0 0,0-1 0 0 0,1 1 0 0 0,-1 0 0 0 0,0 0 0 0 0,0-1 0 0 0,-1 1 0 0 0,1 0 0 0 0,0-1-1 0 0,0 1 1 0 0,0-1 0 0 0,0 0 0 0 0,0 1 0 0 0,0-1 0 0 0,-1 0 0 0 0,1 0 0 0 0,-2 1 0 0 0,0-1 166 0 0,-16-16 212 0 0,15 11-337 0 0,1 0 0 0 0,0-1 1 0 0,0 1-1 0 0,1-1 0 0 0,-1 1 0 0 0,1-1 0 0 0,1 0 0 0 0,-1 0 0 0 0,1 0 1 0 0,0 0-1 0 0,0 0 0 0 0,1 0 0 0 0,-1 0 0 0 0,2 0 0 0 0,-1 0 0 0 0,0 0 1 0 0,3-8-1 0 0,1-11 132 0 0,2 0 1 0 0,13-36-1 0 0,-15 48-146 0 0,2-1-1 0 0,0 1 0 0 0,0 1 0 0 0,1-1 1 0 0,14-18-1 0 0,-16 26-177 0 0,-1-1 1 0 0,1 1-1 0 0,-1 0 1 0 0,1 0-1 0 0,1 1 1 0 0,-1 0-1 0 0,1 0 0 0 0,-1 0 1 0 0,1 0-1 0 0,1 1 1 0 0,-1 0-1 0 0,0 1 1 0 0,8-3-1 0 0,-9 4-196 0 0,0 0-1 0 0,0 0 1 0 0,0 1-1 0 0,0 0 0 0 0,0 0 1 0 0,0 1-1 0 0,0-1 1 0 0,0 1-1 0 0,9 2 1 0 0,9 5-3906 0 0,-7-3 1472 0 0</inkml:trace>
</inkml:ink>
</file>

<file path=ppt/ink/ink6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7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0 440 0 0,'0'0'4902'0'0,"-2"7"-4379"0"0,-1 8-229 0 0,0 0 0 0 0,1 0-1 0 0,0 0 1 0 0,2 0 0 0 0,0 0-1 0 0,0 0 1 0 0,2 0-1 0 0,0 1 1 0 0,5 19 0 0 0,-5-27-201 0 0,0 0 0 0 0,0-1 0 0 0,1 1 0 0 0,0-1 0 0 0,1 1 0 0 0,-1-1 0 0 0,1 0 0 0 0,1 0 0 0 0,-1-1 0 0 0,1 1 0 0 0,0-1 0 0 0,1 0 0 0 0,0-1 0 0 0,0 1 0 0 0,0-1 0 0 0,0 0 0 0 0,1-1 0 0 0,0 1 0 0 0,0-1 0 0 0,11 4 0 0 0,-13-6-66 0 0,-1 0-1 0 0,1-1 1 0 0,0 0-1 0 0,0 0 1 0 0,0 0 0 0 0,-1-1-1 0 0,1 1 1 0 0,0-1 0 0 0,0 0-1 0 0,0-1 1 0 0,0 1-1 0 0,0-1 1 0 0,0 0 0 0 0,0 0-1 0 0,-1-1 1 0 0,1 1 0 0 0,-1-1-1 0 0,1 0 1 0 0,-1 0-1 0 0,1-1 1 0 0,-1 1 0 0 0,0-1-1 0 0,0 0 1 0 0,0 0 0 0 0,-1 0-1 0 0,1-1 1 0 0,-1 1-1 0 0,1-1 1 0 0,-1 0 0 0 0,-1 0-1 0 0,1 0 1 0 0,0 0 0 0 0,3-9-1 0 0,1-2 51 0 0,0 0 0 0 0,-1-1 0 0 0,-1 1 0 0 0,0-1 0 0 0,-2-1 0 0 0,1 1 0 0 0,-2 0 0 0 0,1-31-1 0 0,-7-18 493 0 0,3 64-529 0 0,3 31-4698 0 0,-2-22 4220 0 0,3 4-3247 0 0,3 2 1333 0 0</inkml:trace>
</inkml:ink>
</file>

<file path=ppt/ink/ink6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7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0 608 0 0,'0'0'3101'0'0,"3"4"-2644"0"0,8 18 29 0 0,-1 0-1 0 0,-1 0 0 0 0,-1 1 0 0 0,-1 1 1 0 0,-1-1-1 0 0,3 26 0 0 0,-7-36-280 0 0,-2-12-166 0 0,0-1 0 0 0,1 1 0 0 0,-1-1 0 0 0,0 1 0 0 0,0-1 0 0 0,0 1 0 0 0,0-1 0 0 0,0 1 0 0 0,1 0 0 0 0,-1-1 0 0 0,0 1 0 0 0,0-1 0 0 0,1 1 0 0 0,-1-1 0 0 0,0 0 0 0 0,1 1 0 0 0,-1-1 0 0 0,0 1 0 0 0,1-1 0 0 0,-1 0 0 0 0,1 1 0 0 0,-1-1 0 0 0,1 0 0 0 0,-1 1 0 0 0,1-1 0 0 0,-1 0 0 0 0,1 0 0 0 0,-1 1 0 0 0,1-1 0 0 0,0 0 0 0 0,17-9 475 0 0,24-36-404 0 0,-26 26 115 0 0,14-12-81 0 0,-20 20-107 0 0,1 0 0 0 0,0 0-1 0 0,0 1 1 0 0,1 1 0 0 0,19-12-1 0 0,-29 21-29 0 0,0 0 0 0 0,0-1-1 0 0,0 1 1 0 0,0 0 0 0 0,0 0 0 0 0,0 1-1 0 0,0-1 1 0 0,0 0 0 0 0,0 1 0 0 0,0-1-1 0 0,0 1 1 0 0,0 0 0 0 0,0-1-1 0 0,0 1 1 0 0,0 0 0 0 0,0 0 0 0 0,0 1-1 0 0,-1-1 1 0 0,1 0 0 0 0,0 0 0 0 0,-1 1-1 0 0,1-1 1 0 0,-1 1 0 0 0,0 0-1 0 0,2 1 1 0 0,32 43 92 0 0,-22-24-263 0 0,12 19 284 0 0,-19-13-5937 0 0</inkml:trace>
</inkml:ink>
</file>

<file path=ppt/ink/ink6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9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1 292 0 0,'0'0'2990'0'0,"2"3"-2500"0"0,5 7-154 0 0,0 1-1 0 0,-1-1 1 0 0,0 1 0 0 0,-1 1 0 0 0,0-1 0 0 0,-1 1-1 0 0,5 18 1 0 0,18 44 825 0 0,-26-73-1069 0 0,-1 7 127 0 0</inkml:trace>
</inkml:ink>
</file>

<file path=ppt/ink/ink6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19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86 188 0 0,'0'0'637'0'0,"7"-19"1768"0"0,0 11-1936 0 0,1 0 1 0 0,0 1-1 0 0,0 0 1 0 0,1 1-1 0 0,0-1 0 0 0,16-7 1 0 0,-22 12-436 0 0,1 1 1 0 0,0-1-1 0 0,0 1 1 0 0,0 0-1 0 0,0 0 1 0 0,0 0-1 0 0,0 1 0 0 0,0-1 1 0 0,0 1-1 0 0,0 0 1 0 0,0 0-1 0 0,0 1 1 0 0,0-1-1 0 0,0 1 0 0 0,0 0 1 0 0,0 0-1 0 0,0 0 1 0 0,0 1-1 0 0,0-1 1 0 0,0 1-1 0 0,-1 0 1 0 0,4 2-1 0 0,1 3-5 0 0,-1-1 0 0 0,0 1-1 0 0,0 0 1 0 0,-1 1 0 0 0,0 0 0 0 0,-1 0 0 0 0,1 0-1 0 0,-1 1 1 0 0,-1-1 0 0 0,0 1 0 0 0,3 10 0 0 0,17 28 55 0 0,-22-40-200 0 0,2 3 266 0 0,18-25-6546 0 0</inkml:trace>
</inkml:ink>
</file>

<file path=ppt/ink/ink6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0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7 272 0 0,'6'-6'5548'0'0,"-2"8"-5331"0"0,0 1-1 0 0,-1 0 1 0 0,1 0-1 0 0,-1 0 1 0 0,1 0 0 0 0,-1 0-1 0 0,0 1 1 0 0,0 0 0 0 0,-1-1-1 0 0,1 1 1 0 0,-1 0 0 0 0,0 0-1 0 0,0 1 1 0 0,0-1 0 0 0,0 0-1 0 0,1 6 1 0 0,-3 19-1442 0 0,-8 4-3564 0 0</inkml:trace>
</inkml:ink>
</file>

<file path=ppt/ink/ink6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0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61 380 0 0,'0'-7'779'0'0,"3"-27"2084"0"0,-3 34-2814 0 0,0-1 0 0 0,0 0 0 0 0,1 0 0 0 0,-1 0 0 0 0,0 0 0 0 0,0 0 0 0 0,0 1 0 0 0,1-1 0 0 0,-1 0 0 0 0,0 0 0 0 0,1 0 0 0 0,-1 0 0 0 0,0 1 0 0 0,1-1 0 0 0,-1 0 0 0 0,1 1 0 0 0,0-1 0 0 0,-1 0 0 0 0,1 1 0 0 0,-1-1 0 0 0,1 0 0 0 0,0 1 0 0 0,-1-1 0 0 0,1 1 0 0 0,0 0 0 0 0,1-1 0 0 0,8 20-2697 0 0,-8-16 1131 0 0</inkml:trace>
</inkml:ink>
</file>

<file path=ppt/ink/ink6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0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0 114 360 0 0,'1'3'335'0'0,"-1"1"0"0"0,1-1-1 0 0,0 1 1 0 0,0-1 0 0 0,0 1 0 0 0,1-1 0 0 0,-1 0 0 0 0,1 1-1 0 0,0-1 1 0 0,-1 0 0 0 0,2 0 0 0 0,-1 0 0 0 0,0 0-1 0 0,0-1 1 0 0,1 1 0 0 0,4 3 0 0 0,-5-5-105 0 0,44 2 1006 0 0,-25-6-1152 0 0,1 0 1 0 0,-1 1-1 0 0,1 1 1 0 0,0 1-1 0 0,39 5 1 0 0,-35-3-175 0 0,1 0 0 0 0,0-2 1 0 0,45-5-1 0 0,-52 2 50 0 0,0-1 0 0 0,0-1-1 0 0,32-12 1 0 0,-47 15 74 0 0,0-1 0 0 0,0 1 0 0 0,0-1 0 0 0,0 0 0 0 0,-1 0-1 0 0,1 0 1 0 0,-1 0 0 0 0,0-1 0 0 0,0 0 0 0 0,0 0 0 0 0,-1 0 0 0 0,1-1 0 0 0,-1 1-1 0 0,0-1 1 0 0,0 1 0 0 0,-1-1 0 0 0,1 0 0 0 0,2-9 0 0 0,-4 12 41 0 0,0-1 1 0 0,-1 1-1 0 0,1-1 1 0 0,-1 1-1 0 0,0-1 1 0 0,1 1 0 0 0,-1-1-1 0 0,0 1 1 0 0,-1 0-1 0 0,1-1 1 0 0,0 1-1 0 0,-1-1 1 0 0,1 1-1 0 0,-1-1 1 0 0,0 1-1 0 0,-1-4 1 0 0,1 5-48 0 0,0-1 1 0 0,0 1-1 0 0,0 0 1 0 0,-1 0-1 0 0,1 0 0 0 0,0 0 1 0 0,0 0-1 0 0,-1 0 1 0 0,1 0-1 0 0,0 0 0 0 0,-1 1 1 0 0,1-1-1 0 0,-1 0 1 0 0,1 1-1 0 0,-1-1 0 0 0,1 1 1 0 0,-1 0-1 0 0,1-1 1 0 0,-1 1-1 0 0,0 0 0 0 0,1 0 1 0 0,-1 0-1 0 0,1 0 1 0 0,-4 1-1 0 0,2-1 35 0 0,-23 13 169 0 0,23-11-204 0 0,1 1-1 0 0,-1 0 0 0 0,1-1 0 0 0,0 1 1 0 0,0 0-1 0 0,0 0 0 0 0,1 0 1 0 0,-1 1-1 0 0,1-1 0 0 0,-1 0 1 0 0,1 1-1 0 0,0-1 0 0 0,1 1 0 0 0,-1-1 1 0 0,0 1-1 0 0,1-1 0 0 0,0 7 1 0 0,0-8 137 0 0,0-1-133 0 0,0 0 0 0 0,0 0 1 0 0,0 0-1 0 0,0 0 0 0 0,0 0 0 0 0,0 0 1 0 0,0 0-1 0 0,0 0 0 0 0,0-1 0 0 0,1 1 0 0 0,-1 0 1 0 0,0 0-1 0 0,0 0 0 0 0,1 0 0 0 0,-1 0 1 0 0,1-1-1 0 0,-1 1 0 0 0,1 0 0 0 0,-1 0 1 0 0,1-1-1 0 0,0 1 0 0 0,-1 0 0 0 0,2 0 0 0 0,1 0 41 0 0,0 1 0 0 0,1-1 0 0 0,-1 0-1 0 0,0 1 1 0 0,0 0 0 0 0,0 0-1 0 0,0 0 1 0 0,0 0 0 0 0,-1 0-1 0 0,1 1 1 0 0,0-1 0 0 0,2 4 0 0 0,32 42 734 0 0,-24-31-730 0 0,0 2 3 0 0,0 1 1 0 0,-2 1-1 0 0,0 0 0 0 0,-1 1 0 0 0,9 27 1 0 0,-2 5 11 0 0,9 58 0 0 0,-22-85-63 0 0,-1-1 1 0 0,-2 0-1 0 0,0 1 0 0 0,-2-1 1 0 0,-7 48-1 0 0,-37 126 76 0 0,40-185-49 0 0,0 1 0 0 0,-1-1 0 0 0,-11 20 0 0 0,14-28-3 0 0,-1-1 1 0 0,0 0-1 0 0,0-1 1 0 0,0 1-1 0 0,-1-1 1 0 0,1 0-1 0 0,-1 0 1 0 0,-1 0-1 0 0,1 0 1 0 0,-7 3-1 0 0,9-7-27 0 0,0 0-1 0 0,1 0 0 0 0,-1-1 0 0 0,0 1 0 0 0,0-1 0 0 0,0 0 0 0 0,0 0 1 0 0,1 0-1 0 0,-1 0 0 0 0,0-1 0 0 0,0 1 0 0 0,0-1 0 0 0,1 1 0 0 0,-1-1 1 0 0,0 0-1 0 0,1 0 0 0 0,-1 0 0 0 0,1-1 0 0 0,-1 1 0 0 0,1 0 0 0 0,-1-1 1 0 0,1 0-1 0 0,0 0 0 0 0,0 1 0 0 0,0-1 0 0 0,0 0 0 0 0,-2-4 1 0 0,-7-4 49 0 0,1-1 0 0 0,1-1 0 0 0,-14-21 0 0 0,14 16 67 0 0,1 1 1 0 0,1-1 0 0 0,0-1 0 0 0,2 1 0 0 0,0-1-1 0 0,0 0 1 0 0,2-1 0 0 0,-2-21 0 0 0,4 24-41 0 0,0 0 1 0 0,1 1 0 0 0,1-1 0 0 0,0 0 0 0 0,1 1-1 0 0,1 0 1 0 0,0-1 0 0 0,1 1 0 0 0,12-28-1 0 0,-13 37-134 0 0,0 0 0 0 0,1 0-1 0 0,0 0 1 0 0,0 1-1 0 0,1 0 1 0 0,0 0-1 0 0,-1 0 1 0 0,2 0 0 0 0,-1 1-1 0 0,0 0 1 0 0,8-4-1 0 0,-9 5-369 0 0,-1 1 0 0 0,1 1 0 0 0,-1-1 0 0 0,1 1-1 0 0,0-1 1 0 0,0 1 0 0 0,0 0 0 0 0,0 0 0 0 0,0 1-1 0 0,0-1 1 0 0,0 1 0 0 0,0 0 0 0 0,0 0 0 0 0,0 0 0 0 0,0 0-1 0 0,0 1 1 0 0,0 0 0 0 0,0 0 0 0 0,5 2 0 0 0,6-1-7128 0 0</inkml:trace>
</inkml:ink>
</file>

<file path=ppt/ink/ink6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2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0 536 0 0,'0'0'4983'0'0,"0"4"-4596"0"0,1 44 1263 0 0,0-40-1509 0 0,0 0 1 0 0,-1 0 0 0 0,0 0 0 0 0,0 1 0 0 0,0-1 0 0 0,-1 0 0 0 0,-1 0-1 0 0,1 0 1 0 0,-6 13 0 0 0,6-13 108 0 0,0-5-1453 0 0</inkml:trace>
</inkml:ink>
</file>

<file path=ppt/ink/ink6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2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0 608 0 0,'0'0'2656'0'0,"-4"24"-325"0"0,-30 39 425 0 0,-25 48-1418 0 0,43-83-4136 0 0,-38 47 1 0 0,36-54 495 0 0</inkml:trace>
</inkml:ink>
</file>

<file path=ppt/ink/ink6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3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8 140 0 0,'-11'-7'5285'0'0,"2"19"-4956"0"0,7-9-23 0 0,5 47 1283 0 0,-1-41-1430 0 0,-1 0 0 0 0,2 0 0 0 0,-1 0-1 0 0,1 0 1 0 0,0 0 0 0 0,9 16 0 0 0,-11-24-213 0 0,0 0-34 0 0,1-1-1 0 0,0 1 0 0 0,-1-1 0 0 0,1 1 0 0 0,0-1 0 0 0,-1 0 0 0 0,1 0 1 0 0,0 0-1 0 0,-1 0 0 0 0,1 0 0 0 0,0 0 0 0 0,0 0 0 0 0,1-1 0 0 0,8-7-75 0 0,-1-2-1 0 0,-1 1 0 0 0,0-1 1 0 0,0-1-1 0 0,0 0 0 0 0,-2 0 1 0 0,1 0-1 0 0,6-15 0 0 0,-13 24 726 0 0,14 22-328 0 0,-9-11-202 0 0,-1 1 0 0 0,0 0 1 0 0,0 0-1 0 0,4 15 0 0 0,-6-16-706 0 0,0 0 0 0 0,1 0 0 0 0,0-1 0 0 0,0 1 1 0 0,10 12-1 0 0,3-3-947 0 0</inkml:trace>
</inkml:ink>
</file>

<file path=ppt/ink/ink6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4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72 976 0 0,'-5'-7'9125'0'0,"10"4"-8993"0"0,0 0 0 0 0,0 1 0 0 0,-1-1 0 0 0,1 1 1 0 0,1 0-1 0 0,-1 1 0 0 0,0-1 0 0 0,0 1 0 0 0,7 0 0 0 0,59-6 496 0 0,-35 5-365 0 0,372-33 2265 0 0,-442 40-2167 0 0,-128 14-235 0 0,74-13 73 0 0,86-5-48 0 0,25-5 801 0 0,18-1-2746 0 0,-21 8-3722 0 0</inkml:trace>
</inkml:ink>
</file>

<file path=ppt/ink/ink6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5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1 236 0 0,'0'0'957'0'0,"-35"11"7331"0"0,29-4-7883 0 0,1 0 1 0 0,0 0-1 0 0,0 0 0 0 0,0 1 1 0 0,1-1-1 0 0,0 1 0 0 0,1 0 1 0 0,-1 0-1 0 0,2 0 0 0 0,-4 16 1 0 0,-7 16-48 0 0,12-38-540 0 0,0 1 1 0 0,1-1-1 0 0,-1 1 1 0 0,1-1-1 0 0,0 1 1 0 0,-1-1-1 0 0,1 1 1 0 0,1-1-1 0 0,-1 1 1 0 0,0-1-1 0 0,0 1 1 0 0,1-1-1 0 0,0 1 1 0 0,-1-1-1 0 0,1 1 1 0 0,0-1 0 0 0,2 4-1 0 0,4-2-1152 0 0,-2-4-3694 0 0,15-5 2403 0 0</inkml:trace>
</inkml:ink>
</file>

<file path=ppt/ink/ink6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5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22 936 0 0,'0'0'1005'0'0,"-9"-17"2330"0"0,4 12 470 0 0,4 5-3718 0 0,0 0 0 0 0,-1 0 0 0 0,1 0 0 0 0,-1 1 0 0 0,1-1 0 0 0,0 0 0 0 0,-1 0 0 0 0,1 1 0 0 0,0-1 0 0 0,0 1 0 0 0,-1-1 0 0 0,1 1 0 0 0,0 0 0 0 0,0-1 0 0 0,0 1 0 0 0,0 0 0 0 0,-1 0 0 0 0,1 0 0 0 0,1 0 0 0 0,-1 0 0 0 0,-2 2 0 0 0,-16 34 991 0 0,15-24-1095 0 0,0 1 1 0 0,1-1-1 0 0,1 0 1 0 0,-1 15-1 0 0,6 23-2096 0 0,4-18-2680 0 0,-4-19 1933 0 0</inkml:trace>
</inkml:ink>
</file>

<file path=ppt/ink/ink6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6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74 356 0 0,'1'-9'1164'0'0,"0"0"-1"0"0,0 1 1 0 0,1-1 0 0 0,1 1-1 0 0,-1-1 1 0 0,6-11-1 0 0,-7 19-600 0 0,-7 26 4156 0 0,-17 68-6942 0 0,26-83 1239 0 0,18-13-7540 0 0</inkml:trace>
</inkml:ink>
</file>

<file path=ppt/ink/ink6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6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 20 0 0,'0'0'8316'0'0,"-2"4"-7859"0"0,-23 44 700 0 0,-5 11-1724 0 0,14-18-4324 0 0,12-26 2363 0 0</inkml:trace>
</inkml:ink>
</file>

<file path=ppt/ink/ink6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6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1 740 0 0,'0'2'10419'0'0,"-5"16"-10343"0"0,3-13 43 0 0,-3 8 130 0 0,0 0-1 0 0,1 0 0 0 0,1 1 0 0 0,-2 15 1 0 0,2-8-596 0 0,0 14-1297 0 0,6-13-4116 0 0</inkml:trace>
</inkml:ink>
</file>

<file path=ppt/ink/ink6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7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4 732 0 0,'-3'-4'10114'0'0,"24"35"-9972"0"0,8 12-1557 0 0,-7-19-3526 0 0,-11-15 2333 0 0</inkml:trace>
</inkml:ink>
</file>

<file path=ppt/ink/ink6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7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1 116 932 0 0,'2'-3'282'0'0,"7"-10"1067"0"0,0-1 1 0 0,1 2 0 0 0,1-1 0 0 0,0 2 0 0 0,18-15 0 0 0,-24 20-208 0 0,7-8 282 0 0,-7 11-324 0 0,-4 5 530 0 0,-16 35-1841 0 0,-32 63 0 0 0,29-65-2150 0 0,16-21 979 0 0,0-5-174 0 0</inkml:trace>
</inkml:ink>
</file>

<file path=ppt/ink/ink6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8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0 424 0 0,'0'0'1914'0'0,"24"9"4115"0"0,-23-6-5881 0 0,0 0-1 0 0,-1 0 0 0 0,0 0 0 0 0,0 1 0 0 0,0-1 0 0 0,0 0 0 0 0,0 0 1 0 0,0 0-1 0 0,-1 1 0 0 0,0-1 0 0 0,0 0 0 0 0,-2 6 0 0 0,-18 40-13 0 0,12-33-1098 0 0,-1-1 0 0 0,0 0 1 0 0,-1 0-1 0 0,0-1 0 0 0,-21 19 1 0 0,3-8-1645 0 0</inkml:trace>
</inkml:ink>
</file>

<file path=ppt/ink/ink6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9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0 116 1024 0 0,'0'-3'268'0'0,"1"0"0"0"0,-1 1-1 0 0,0-1 1 0 0,1 1 0 0 0,0-1-1 0 0,0 0 1 0 0,0 1 0 0 0,0-1 0 0 0,0 1-1 0 0,0 0 1 0 0,0-1 0 0 0,1 1 0 0 0,0 0-1 0 0,-1 0 1 0 0,1 0 0 0 0,0 0-1 0 0,0 0 1 0 0,0 0 0 0 0,0 1 0 0 0,0-1-1 0 0,4-2 1 0 0,-1 2-64 0 0,-1 0 1 0 0,1 1-1 0 0,0-1 0 0 0,0 1 0 0 0,-1 0 1 0 0,1 1-1 0 0,0-1 0 0 0,0 1 0 0 0,0 0 0 0 0,0 0 1 0 0,6 1-1 0 0,-1 0-73 0 0,0 1 0 0 0,0 0-1 0 0,0 0 1 0 0,-1 1 0 0 0,1 1 0 0 0,-1-1 0 0 0,0 2 0 0 0,0-1-1 0 0,0 1 1 0 0,0 1 0 0 0,10 8 0 0 0,-10-5 0 0 0,-1 1 1 0 0,0 1-1 0 0,-1-1 1 0 0,0 1-1 0 0,-1 0 0 0 0,0 1 1 0 0,0-1-1 0 0,-2 1 0 0 0,8 24 1 0 0,-10-28-74 0 0,0-1 1 0 0,-1 1-1 0 0,0-1 1 0 0,0 1-1 0 0,0-1 0 0 0,-1 1 1 0 0,0-1-1 0 0,-1 1 1 0 0,1-1-1 0 0,-1 1 1 0 0,-1-1-1 0 0,0 1 1 0 0,0-1-1 0 0,0 0 0 0 0,-1 0 1 0 0,0 0-1 0 0,0 0 1 0 0,-5 7-1 0 0,8-14-50 0 0,0 0 0 0 0,-1 1-1 0 0,1-1 1 0 0,0 1 0 0 0,0-1 0 0 0,-1 0-1 0 0,1 1 1 0 0,0-1 0 0 0,-1 0-1 0 0,1 1 1 0 0,-1-1 0 0 0,1 0 0 0 0,0 1-1 0 0,-1-1 1 0 0,1 0 0 0 0,-1 0 0 0 0,1 0-1 0 0,-1 1 1 0 0,1-1 0 0 0,-1 0-1 0 0,1 0 1 0 0,-1 0 0 0 0,1 0 0 0 0,0 0-1 0 0,-1 0 1 0 0,1 0 0 0 0,-1 0 0 0 0,1 0-1 0 0,-1 0 1 0 0,1 0 0 0 0,-1 0-1 0 0,1 0 1 0 0,-1-1 0 0 0,1 1 0 0 0,-1 0-1 0 0,1 0 1 0 0,0 0 0 0 0,-1-1-1 0 0,1 1 1 0 0,-1 0 0 0 0,1-1 0 0 0,0 1-1 0 0,-1 0 1 0 0,1-1 0 0 0,0 1 0 0 0,-1 0-1 0 0,1-1 1 0 0,0 1 0 0 0,-1 0-1 0 0,1-1 1 0 0,0 1 0 0 0,0-1 0 0 0,0 1-1 0 0,-1-1 1 0 0,1 1 0 0 0,0-1 0 0 0,0 1-1 0 0,0-1 1 0 0,0 1 0 0 0,0-1-1 0 0,0 1 1 0 0,0-1 0 0 0,0 1 0 0 0,0-1-1 0 0,-5-37 53 0 0,7 24-39 0 0,1 1-1 0 0,0-1 1 0 0,1 1-1 0 0,1-1 0 0 0,0 1 1 0 0,1 1-1 0 0,0-1 1 0 0,1 1-1 0 0,9-13 1 0 0,5-5 5 0 0,1 2 0 0 0,36-37 0 0 0,-48 54-43 0 0,0 1 0 0 0,1 1 0 0 0,1-1 1 0 0,13-7-1 0 0,17 1-1899 0 0,-38 15 1153 0 0,0 1 0 0 0,1 0 0 0 0,-1-1 0 0 0,1 2 1 0 0,-1-1-1 0 0,1 0 0 0 0,-1 1 0 0 0,8 2 0 0 0,6 2-2243 0 0</inkml:trace>
</inkml:ink>
</file>

<file path=ppt/ink/ink6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9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65 188 0 0,'0'0'3562'0'0,"-4"2"-2846"0"0,2 0-603 0 0,0 0-1 0 0,0-1 0 0 0,0 1 0 0 0,0 0 0 0 0,1 0 1 0 0,-1 0-1 0 0,1 0 0 0 0,-1 0 0 0 0,1 0 0 0 0,0 0 1 0 0,0 1-1 0 0,0-1 0 0 0,0 0 0 0 0,0 1 0 0 0,1-1 1 0 0,-1 1-1 0 0,1-1 0 0 0,-1 0 0 0 0,1 1 0 0 0,0-1 1 0 0,0 1-1 0 0,0 0 0 0 0,0-1 0 0 0,0 1 0 0 0,1-1 1 0 0,-1 0-1 0 0,1 1 0 0 0,0-1 0 0 0,0 1 0 0 0,0-1 1 0 0,0 0-1 0 0,0 1 0 0 0,0-1 0 0 0,0 0 1 0 0,1 0-1 0 0,-1 0 0 0 0,1 0 0 0 0,0 0 0 0 0,2 2 1 0 0,0 1-11 0 0,-1-1 0 0 0,1 0 0 0 0,1 0 0 0 0,-1 0 0 0 0,0-1 0 0 0,1 1 0 0 0,0-1 0 0 0,0 0 0 0 0,0 0 1 0 0,0-1-1 0 0,0 0 0 0 0,1 1 0 0 0,-1-2 0 0 0,1 1 0 0 0,-1-1 0 0 0,1 0 0 0 0,9 1 0 0 0,-8-2-19 0 0,-1-1 0 0 0,1 0 0 0 0,-1 0 0 0 0,0-1 0 0 0,0 1 0 0 0,0-1 0 0 0,0-1 0 0 0,0 1 0 0 0,0-1 0 0 0,0 0 0 0 0,-1-1-1 0 0,1 1 1 0 0,-1-1 0 0 0,0 0 0 0 0,0 0 0 0 0,-1-1 0 0 0,1 1 0 0 0,-1-1 0 0 0,5-7 0 0 0,-3 4 22 0 0,-1-1 0 0 0,-1 0 0 0 0,0 0 1 0 0,0 0-1 0 0,0 0 0 0 0,-1-1 0 0 0,-1 1 0 0 0,0-1 1 0 0,0 0-1 0 0,-1 1 0 0 0,1-20 0 0 0,-2 27-52 0 0,-2-10 154 0 0</inkml:trace>
</inkml:ink>
</file>

<file path=ppt/ink/ink6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29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20 0 0,'0'0'2610'0'0,"13"35"615"0"0,-3 41-113 0 0,-10-75-3091 0 0,1 0 1 0 0,-1-1-1 0 0,0 1 0 0 0,1 0 1 0 0,-1-1-1 0 0,1 1 0 0 0,-1-1 1 0 0,0 1-1 0 0,1 0 0 0 0,0-1 1 0 0,-1 1-1 0 0,1-1 1 0 0,-1 0-1 0 0,1 1 0 0 0,-1-1 1 0 0,1 1-1 0 0,0-1 0 0 0,-1 0 1 0 0,1 0-1 0 0,0 1 0 0 0,-1-1 1 0 0,1 0-1 0 0,0 0 1 0 0,0 0-1 0 0,-1 0 0 0 0,1 0 1 0 0,0 0-1 0 0,0 0 0 0 0,-1 0 1 0 0,1 0-1 0 0,0 0 0 0 0,-1 0 1 0 0,1 0-1 0 0,0 0 0 0 0,0-1 1 0 0,-1 1-1 0 0,1 0 1 0 0,0-1-1 0 0,-1 1 0 0 0,1 0 1 0 0,-1-1-1 0 0,1 1 0 0 0,0-1 1 0 0,0 0-1 0 0,32-17 213 0 0,-8 2 420 0 0,1 1 0 0 0,1 2 0 0 0,35-13 0 0 0,-60 25-573 0 0,2 1-137 0 0,-1 1 1 0 0,1 0 0 0 0,-1 0 0 0 0,1 0 0 0 0,-1 1 0 0 0,1-1 0 0 0,-1 1-1 0 0,0 0 1 0 0,1 0 0 0 0,-1 0 0 0 0,0 0 0 0 0,0 0 0 0 0,-1 1 0 0 0,1-1-1 0 0,0 1 1 0 0,-1 0 0 0 0,0 0 0 0 0,1 0 0 0 0,-1 0 0 0 0,2 5 0 0 0,11 11-3980 0 0,-3-12-1551 0 0</inkml:trace>
</inkml:ink>
</file>

<file path=ppt/ink/ink6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30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0 192 0 0,'0'0'10042'0'0,"-1"7"-9722"0"0,-9 59 33 0 0,2-35-4173 0 0,6-28 1135 0 0,-1 2 207 0 0</inkml:trace>
</inkml:ink>
</file>

<file path=ppt/ink/ink6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30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0 552 0 0,'0'0'7478'0'0,"-1"4"-6981"0"0,-24 78 1529 0 0,-3-30-7899 0 0,18-39 3237 0 0</inkml:trace>
</inkml:ink>
</file>

<file path=ppt/ink/ink6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4:31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8 476 0 0,'0'-1'366'0'0,"-1"0"0"0"0,0 1-1 0 0,0-1 1 0 0,1 1 0 0 0,-1-1 0 0 0,0 0-1 0 0,0 1 1 0 0,0-1 0 0 0,0 1 0 0 0,0 0-1 0 0,0-1 1 0 0,0 1 0 0 0,0 0 0 0 0,0 0-1 0 0,0-1 1 0 0,0 1 0 0 0,0 0 0 0 0,0 0-1 0 0,0 0 1 0 0,-1 0 0 0 0,-1 3-225 0 0,1-1 1 0 0,-1 1-1 0 0,1 0 1 0 0,-1 0-1 0 0,1 0 1 0 0,0 0-1 0 0,0 0 1 0 0,0 0-1 0 0,1 1 1 0 0,-1-1-1 0 0,1 1 1 0 0,-1-1 0 0 0,1 1-1 0 0,1-1 1 0 0,-1 1-1 0 0,0 0 1 0 0,1-1-1 0 0,0 1 1 0 0,-1 0-1 0 0,2 0 1 0 0,-1-1-1 0 0,1 8 1 0 0,0-5-182 0 0,0-1-1 0 0,0 0 1 0 0,1 0 0 0 0,-1 0 0 0 0,1 0 0 0 0,0 0 0 0 0,1 0-1 0 0,2 5 1 0 0,-3-9-49 0 0,-1 0-1 0 0,0 0 1 0 0,1 0 0 0 0,-1 0-1 0 0,1 0 1 0 0,0 0 0 0 0,-1 0-1 0 0,1 0 1 0 0,0-1 0 0 0,-1 1-1 0 0,1-1 1 0 0,0 1 0 0 0,0-1-1 0 0,-1 0 1 0 0,1 0 0 0 0,0 0-1 0 0,0 0 1 0 0,0 0 0 0 0,-1 0-1 0 0,1 0 1 0 0,0 0 0 0 0,0-1-1 0 0,0 1 1 0 0,-1-1 0 0 0,1 1-1 0 0,0-1 1 0 0,1-1 0 0 0,10-3-112 0 0,-1 0 0 0 0,0-1 1 0 0,0-1-1 0 0,-1 0 0 0 0,1 0 1 0 0,11-11-1 0 0,-21 16 454 0 0,1 1 78 0 0,-3 1-295 0 0,0-1-1 0 0,0 1 1 0 0,0 0-1 0 0,0 0 1 0 0,0 0-1 0 0,0 0 1 0 0,0 0-1 0 0,0-1 1 0 0,1 1 0 0 0,-1 0-1 0 0,0 0 1 0 0,0 0-1 0 0,0 0 1 0 0,0 0-1 0 0,0 0 1 0 0,1 0-1 0 0,-1-1 1 0 0,0 1-1 0 0,0 0 1 0 0,0 0-1 0 0,0 0 1 0 0,1 0 0 0 0,-1 0-1 0 0,0 0 1 0 0,0 0-1 0 0,0 0 1 0 0,0 0-1 0 0,1 0 1 0 0,-1 0-1 0 0,0 0 1 0 0,0 0-1 0 0,0 0 1 0 0,1 0-1 0 0,-1 0 1 0 0,0 0-1 0 0,0 1 1 0 0,0-1 0 0 0,0 0-1 0 0,0 0 1 0 0,1 0-1 0 0,-1 0 1 0 0,0 0-1 0 0,0 0 1 0 0,0 0-1 0 0,1 1 1 0 0,2 7 68 0 0,0 0 0 0 0,0 1 0 0 0,0-1-1 0 0,-1 1 1 0 0,0 0 0 0 0,-1 0 0 0 0,0 0 0 0 0,0 0 0 0 0,-1 13 0 0 0,0-9-1521 0 0,0 0 0 0 0,2 1 1 0 0,4 22-1 0 0,1-18-1246 0 0</inkml:trace>
</inkml:ink>
</file>

<file path=ppt/ink/ink6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05.0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95 148 0 0,'-10'-43'5228'0'0,"8"35"-4340"0"0,-6-19 1779 0 0,6 10 2267 0 0,1 19-4905 0 0,0 0-1 0 0,0 0 1 0 0,0 0-1 0 0,0 0 1 0 0,0 0-1 0 0,0-1 1 0 0,0 1-1 0 0,-1 0 1 0 0,1-1-1 0 0,0 1 1 0 0,-1-1 0 0 0,-1 2-1 0 0,-1 1 36 0 0,-42 75 624 0 0,1-3-267 0 0,13-24-186 0 0,-24 31 200 0 0,56-83-434 0 0,0 0 0 0 0,-1 1 0 0 0,1-1 0 0 0,0 0 0 0 0,0 0 1 0 0,-1 1-1 0 0,1-1 0 0 0,0 1 0 0 0,0-1 0 0 0,0 0 0 0 0,0 1 0 0 0,0-1 1 0 0,-1 0-1 0 0,1 1 0 0 0,0-1 0 0 0,0 1 0 0 0,0-1 0 0 0,0 0 0 0 0,0 1 0 0 0,0-1 1 0 0,0 1-1 0 0,0-1 0 0 0,0 1 0 0 0,0-1 0 0 0,1 0 0 0 0,-1 1 0 0 0,0-1 0 0 0,0 0 1 0 0,0 1-1 0 0,0-1 0 0 0,1 1 0 0 0,-1-1 0 0 0,0 0 0 0 0,0 1 0 0 0,1-1 1 0 0,-1 0-1 0 0,0 0 0 0 0,0 1 0 0 0,1-1 0 0 0,-1 0 0 0 0,0 0 0 0 0,1 1 0 0 0,-1-1 1 0 0,0 0-1 0 0,1 0 0 0 0,-1 0 0 0 0,1 0 0 0 0,-1 1 0 0 0,0-1 0 0 0,1 0 1 0 0,-1 0-1 0 0,1 0 0 0 0,-1 0 0 0 0,1 0 0 0 0,20 3 1 0 0,37-8-201 0 0,-1-2 0 0 0,0-3 0 0 0,91-27 0 0 0,-140 34 203 0 0,0 0 1 0 0,0-1-1 0 0,-1 1 1 0 0,1-1 0 0 0,9-8-1 0 0,-16 12 649 0 0,-3 1-634 0 0,0 1-1 0 0,0-1 1 0 0,1 1-1 0 0,-1 0 0 0 0,0 0 1 0 0,1 0-1 0 0,-1 0 1 0 0,1 0-1 0 0,0 0 1 0 0,-2 3-1 0 0,3-4-10 0 0,-7 12 72 0 0,0 0-1 0 0,1 1 1 0 0,0 0 0 0 0,1 1-1 0 0,0-1 1 0 0,2 1-1 0 0,0 0 1 0 0,-2 16-1 0 0,1 18-288 0 0,3 56 0 0 0,2-58-800 0 0,2-19-1529 0 0,4-11-4100 0 0</inkml:trace>
</inkml:ink>
</file>

<file path=ppt/ink/ink6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05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83 416 0 0,'19'-64'9404'0'0,"-19"63"-8993"0"0,28-10-1557 0 0,-12 4-3237 0 0</inkml:trace>
</inkml:ink>
</file>

<file path=ppt/ink/ink6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06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35 128 0 0,'0'0'813'0'0,"1"-3"-24"0"0,-1 1 1 0 0,1-1-1 0 0,-1 0 1 0 0,0 1-1 0 0,0-1 1 0 0,0 0-1 0 0,0 0 1 0 0,0 1-1 0 0,0-1 1 0 0,-2-4 0 0 0,-2 7-661 0 0,-1 1 0 0 0,1 0 0 0 0,0 1 0 0 0,0-1 0 0 0,0 1 0 0 0,0 0 1 0 0,0 0-1 0 0,1 0 0 0 0,-1 0 0 0 0,0 0 0 0 0,1 1 0 0 0,-4 3 1 0 0,-47 45 672 0 0,33-30-420 0 0,9-11-219 0 0,0 2-1 0 0,1-1 1 0 0,0 2-1 0 0,1-1 1 0 0,1 1-1 0 0,0 1 1 0 0,0 0-1 0 0,1 0 1 0 0,1 1-1 0 0,1-1 1 0 0,0 2-1 0 0,1-1 1 0 0,-5 22-1 0 0,10-35-151 0 0,0 0-1 0 0,0-1 1 0 0,-1 1-1 0 0,1 0 1 0 0,0 0 0 0 0,1 0-1 0 0,-1-1 1 0 0,0 1-1 0 0,0 0 1 0 0,1 0 0 0 0,-1 0-1 0 0,1-1 1 0 0,0 1-1 0 0,0 0 1 0 0,-1-1 0 0 0,1 1-1 0 0,0-1 1 0 0,0 1-1 0 0,0-1 1 0 0,0 1 0 0 0,1-1-1 0 0,-1 0 1 0 0,0 1-1 0 0,1-1 1 0 0,-1 0 0 0 0,1 0-1 0 0,-1 0 1 0 0,1 0-1 0 0,-1 0 1 0 0,1-1 0 0 0,0 1-1 0 0,-1 0 1 0 0,1-1-1 0 0,0 1 1 0 0,-1-1 0 0 0,1 1-1 0 0,0-1 1 0 0,0 0-1 0 0,0 0 1 0 0,-1 0 0 0 0,1 0-1 0 0,0 0 1 0 0,0 0-1 0 0,2-1 1 0 0,7 0 18 0 0,0 0 1 0 0,0-1-1 0 0,0-1 1 0 0,0 1-1 0 0,18-9 0 0 0,75-43 99 0 0,-59 28-74 0 0,-26 15-44 0 0,8 1 0 0 0,-15 16-8 0 0,1 1 1 0 0,-1-2 0 0 0,1 0-1 0 0,0 0 1 0 0,1-1-1 0 0,-1-1 1 0 0,1 0 0 0 0,-1-1-1 0 0,1 0 1 0 0,0-2-1 0 0,16 0 1 0 0,-14 0 4 0 0,-1-1 1 0 0,0 0-1 0 0,1-1 1 0 0,-1-1-1 0 0,0-1 0 0 0,0 0 1 0 0,-1-1-1 0 0,0 0 1 0 0,1-1-1 0 0,12-9 0 0 0,-22 12 29 0 0,0-1 0 0 0,0 0 0 0 0,-1 0 0 0 0,1-1 0 0 0,-1 1 0 0 0,0-1 0 0 0,-1 0 0 0 0,1 0 0 0 0,-1-1 0 0 0,0 1 0 0 0,0 0 0 0 0,0-1 0 0 0,-1 0 0 0 0,0 0 0 0 0,0 0 0 0 0,-1 0 0 0 0,1 0 0 0 0,-1 0 0 0 0,-1 0 0 0 0,1 0 0 0 0,-1 0-1 0 0,0-1 1 0 0,0 1 0 0 0,-1 0 0 0 0,0 0 0 0 0,0 0 0 0 0,0 0 0 0 0,-1 0 0 0 0,0 0 0 0 0,0 0 0 0 0,-1 0 0 0 0,1 1 0 0 0,-1-1 0 0 0,0 1 0 0 0,-1 0 0 0 0,1 0 0 0 0,-1 0 0 0 0,0 0 0 0 0,-1 1 0 0 0,1-1 0 0 0,-7-4 0 0 0,10 8-62 0 0,0 1-129 0 0,-1 0 76 0 0,1 1 1 0 0,0-1-1 0 0,0 0 0 0 0,-1 0 0 0 0,1 1 0 0 0,0-1 0 0 0,0 1 0 0 0,-1-1 0 0 0,1 1 1 0 0,0 0-1 0 0,0-1 0 0 0,0 1 0 0 0,0 0 0 0 0,0 0 0 0 0,0 0 0 0 0,0 0 0 0 0,0 0 1 0 0,0 0-1 0 0,0 0 0 0 0,1 0 0 0 0,-1 0 0 0 0,0 0 0 0 0,1 0 0 0 0,-1 0 0 0 0,1 0 1 0 0,-1 1-1 0 0,1-1 0 0 0,-1 0 0 0 0,1 1 0 0 0,0-1 0 0 0,0 0 0 0 0,0 0 0 0 0,0 1 1 0 0,0 2-1 0 0,0-1-595 0 0,0 1 0 0 0,1-1 1 0 0,0 0-1 0 0,0 1 1 0 0,0-1-1 0 0,0 0 0 0 0,0 1 1 0 0,1-1-1 0 0,-1 0 1 0 0,1 0-1 0 0,0 0 0 0 0,3 4 1 0 0,3 1-2447 0 0</inkml:trace>
</inkml:ink>
</file>

<file path=ppt/ink/ink6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06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50 256 0 0,'-3'0'7062'0'0,"-8"10"-5384"0"0,-10 17-1131 0 0,19-24-478 0 0,1-1 0 0 0,0 1 0 0 0,1 0 0 0 0,-1 0 0 0 0,0 0 0 0 0,1 0 0 0 0,0 0 0 0 0,-1 0 0 0 0,1 0 0 0 0,0-1 0 0 0,0 1 0 0 0,1 0 0 0 0,-1 0 0 0 0,1 0 1 0 0,0 0-1 0 0,-1 0 0 0 0,1 0 0 0 0,0-1 0 0 0,1 1 0 0 0,-1 0 0 0 0,0-1 0 0 0,1 1 0 0 0,-1-1 0 0 0,1 1 0 0 0,0-1 0 0 0,0 0 0 0 0,0 0 0 0 0,0 0 0 0 0,0 0 0 0 0,1 0 0 0 0,2 2 0 0 0,-1-2-9 0 0,0 1 0 0 0,-1-2-1 0 0,1 1 1 0 0,0 0-1 0 0,0-1 1 0 0,0 1 0 0 0,0-1-1 0 0,0 0 1 0 0,0-1 0 0 0,0 1-1 0 0,1-1 1 0 0,-1 0-1 0 0,0 0 1 0 0,0 0 0 0 0,1 0-1 0 0,-1-1 1 0 0,0 1 0 0 0,0-1-1 0 0,0 0 1 0 0,6-3 0 0 0,-7 3-4 0 0,0-1 0 0 0,-1 0 1 0 0,0 1-1 0 0,1-1 0 0 0,-1 0 1 0 0,0 0-1 0 0,0 0 1 0 0,0 0-1 0 0,0-1 0 0 0,0 1 1 0 0,0-1-1 0 0,-1 1 1 0 0,1-1-1 0 0,-1 1 0 0 0,0-1 1 0 0,0 0-1 0 0,0 0 1 0 0,0 1-1 0 0,0-1 0 0 0,-1 0 1 0 0,1 0-1 0 0,-1 0 0 0 0,0 0 1 0 0,1 0-1 0 0,-2 0 1 0 0,1 0-1 0 0,0 0 0 0 0,0 0 1 0 0,-1 0-1 0 0,0 0 1 0 0,-1-3-1 0 0,1-1 13 0 0,-1 1 0 0 0,-1-1-1 0 0,1 1 1 0 0,-1 0 0 0 0,0 0 0 0 0,0 0 0 0 0,-1 0-1 0 0,1 1 1 0 0,-1-1 0 0 0,-1 1 0 0 0,1 0 0 0 0,-8-7-1 0 0,9 10-255 0 0,1 1-1 0 0,-1-1 0 0 0,0 1 0 0 0,1-1 0 0 0,-1 1 0 0 0,0 0 1 0 0,0 0-1 0 0,0 0 0 0 0,0 0 0 0 0,0 1 0 0 0,0-1 1 0 0,0 1-1 0 0,0 0 0 0 0,0-1 0 0 0,0 2 0 0 0,0-1 0 0 0,0 0 1 0 0,0 0-1 0 0,0 1 0 0 0,-4 1 0 0 0,5-2-740 0 0</inkml:trace>
</inkml:ink>
</file>

<file path=ppt/ink/ink6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07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1 251 120 0 0,'4'0'620'0'0,"2"-1"-358"0"0,-1 0-1 0 0,1 1 1 0 0,0 0-1 0 0,0 1 1 0 0,-1-1-1 0 0,1 1 1 0 0,0 0-1 0 0,-1 1 1 0 0,1-1-1 0 0,-1 1 1 0 0,1 0 0 0 0,-1 0-1 0 0,0 1 1 0 0,0 0-1 0 0,0 0 1 0 0,0 0-1 0 0,8 7 1 0 0,-7-4 51 0 0,0 1 0 0 0,0 0-1 0 0,0 0 1 0 0,-1 0 0 0 0,0 1 0 0 0,-1 0 0 0 0,0 0 0 0 0,0 0 0 0 0,0 1-1 0 0,-1-1 1 0 0,3 15 0 0 0,-6-21-203 0 0,1 1-1 0 0,-1-1 1 0 0,1 0-1 0 0,-1 1 0 0 0,0-1 1 0 0,0 1-1 0 0,0-1 1 0 0,-1 0-1 0 0,1 1 1 0 0,0-1-1 0 0,-1 1 1 0 0,0-1-1 0 0,1 0 1 0 0,-1 0-1 0 0,0 1 1 0 0,-2 2-1 0 0,2-4 236 0 0,2-4-69 0 0,0-1 1 0 0,-1 0-1 0 0,1 0 1 0 0,1 1 0 0 0,-1-1-1 0 0,1 1 1 0 0,-1-1-1 0 0,1 1 1 0 0,2-3 0 0 0,1-2-394 0 0,1 0 1 0 0,0 0 0 0 0,0 1 0 0 0,0 0 0 0 0,1 0-1 0 0,0 1 1 0 0,14-10 0 0 0,-9 9-605 0 0,0 1 0 0 0,0 0 0 0 0,1 1 0 0 0,0 0 0 0 0,0 1 0 0 0,0 0 1 0 0,25-3-1 0 0,-9 4 92 0 0,0 1-1 0 0,49 3 1 0 0,-78-1 686 0 0,0 0-1 0 0,1 0 0 0 0,-1 0 1 0 0,1 0-1 0 0,-1 0 0 0 0,0 0 1 0 0,1 1-1 0 0,-1-1 0 0 0,1 0 1 0 0,-1 0-1 0 0,0 0 1 0 0,1 0-1 0 0,-1 0 0 0 0,0 1 1 0 0,1-1-1 0 0,-1 0 0 0 0,0 0 1 0 0,1 1-1 0 0,-1-1 0 0 0,0 0 1 0 0,1 0-1 0 0,-1 1 1 0 0,0-1-1 0 0,0 0 0 0 0,1 1 1 0 0,-1-1-1 0 0,0 0 0 0 0,0 1 1 0 0,0-1-1 0 0,0 1 1 0 0,1-1-1 0 0,-1 0 0 0 0,0 1 1 0 0,0-1-1 0 0,0 1 0 0 0,0-1 1 0 0,0 0-1 0 0,0 1 0 0 0,0-1 1 0 0,0 1-1 0 0,0-1 1 0 0,0 0-1 0 0,0 1 0 0 0,-1 0 1 0 0,1-1-133 0 0,0 2 875 0 0,-11 28 998 0 0,13-28-1751 0 0,-1 0 1 0 0,1 0 0 0 0,0-1 0 0 0,-1 1 0 0 0,1 0 0 0 0,0 0-1 0 0,0-1 1 0 0,0 1 0 0 0,1-1 0 0 0,-1 0 0 0 0,0 0-1 0 0,0 0 1 0 0,1 0 0 0 0,-1 0 0 0 0,1 0 0 0 0,-1-1-1 0 0,1 1 1 0 0,4 0 0 0 0,-2-1-12 0 0,0 0-1 0 0,1-1 1 0 0,-1 1 0 0 0,0-1 0 0 0,0 0-1 0 0,1 0 1 0 0,-1-1 0 0 0,0 1-1 0 0,5-4 1 0 0,-4 3-24 0 0,1-2 0 0 0,-1 1 0 0 0,1-1 0 0 0,-1 0 0 0 0,0 0 0 0 0,0-1 0 0 0,-1 1 0 0 0,0-1 0 0 0,1-1 0 0 0,-2 1 0 0 0,1-1 0 0 0,-1 1 0 0 0,8-14 0 0 0,-7 5 28 0 0,-1 0-1 0 0,0 0 0 0 0,-1-1 0 0 0,0 0 0 0 0,-1 1 0 0 0,-1-1 0 0 0,0 0 0 0 0,-2 0 0 0 0,1 0 0 0 0,-5-21 0 0 0,3 21 723 0 0,-2 0 0 0 0,0 1 0 0 0,-7-17 0 0 0,11 31-725 0 0,0 0-1 0 0,0 0 1 0 0,0-1-1 0 0,0 1 1 0 0,-1 0-1 0 0,1 0 1 0 0,0-1 0 0 0,0 1-1 0 0,0 0 1 0 0,0 0-1 0 0,-1-1 1 0 0,1 1-1 0 0,0 0 1 0 0,0 0-1 0 0,-1 0 1 0 0,1 0-1 0 0,0-1 1 0 0,0 1-1 0 0,-1 0 1 0 0,1 0-1 0 0,0 0 1 0 0,0 0-1 0 0,-1 0 1 0 0,1 0-1 0 0,0 0 1 0 0,-1 0-1 0 0,1 0 1 0 0,0-1-1 0 0,-1 1 1 0 0,1 0-1 0 0,0 1 1 0 0,0-1-1 0 0,-1 0 1 0 0,1 0-1 0 0,0 0 1 0 0,-1 0-1 0 0,1 0 1 0 0,0 0-1 0 0,0 0 1 0 0,-1 0-1 0 0,1 0 1 0 0,0 1-1 0 0,0-1 1 0 0,-1 0-1 0 0,1 0 1 0 0,0 0-1 0 0,0 1 1 0 0,-1-1 0 0 0,1 0-1 0 0,0 0 1 0 0,0 0-1 0 0,0 1 1 0 0,0-1-1 0 0,-1 0 1 0 0,1 1-1 0 0,0-1 1 0 0,0 1-1 0 0,-10 15-113 0 0,9-16 213 0 0,-2 8-25 0 0,-1 0 0 0 0,1 0 0 0 0,1 0 0 0 0,0 0 0 0 0,0 0 0 0 0,0 0 0 0 0,1 1 0 0 0,1-1 0 0 0,-1 0 0 0 0,1 1 0 0 0,1 8 0 0 0,3 16 37 0 0,10 46 0 0 0,-8-50-372 0 0,1 12-805 0 0,6 29-2342 0 0,-1-25-3710 0 0,-7-27 2853 0 0</inkml:trace>
</inkml:ink>
</file>

<file path=ppt/ink/ink6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09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160 465 664 0 0,'20'-47'6291'0'0,"-8"2"-1452"0"0,-12 43-4114 0 0,-13-3-22 0 0,12 5-674 0 0,0-1 1 0 0,0 1 0 0 0,-1-1 0 0 0,1 1 0 0 0,0-1 0 0 0,0 1-1 0 0,0 0 1 0 0,0-1 0 0 0,0 1 0 0 0,-1 0 0 0 0,1 0-1 0 0,0 0 1 0 0,0 0 0 0 0,-1 0 0 0 0,1 0 0 0 0,0 0-1 0 0,0 1 1 0 0,0-1 0 0 0,-3 1 0 0 0,-6 2 96 0 0,0 1 1 0 0,0 1-1 0 0,0 0 1 0 0,0 0-1 0 0,1 1 0 0 0,0 0 1 0 0,0 1-1 0 0,0 0 1 0 0,1 0-1 0 0,0 0 0 0 0,0 1 1 0 0,-10 14-1 0 0,15-18-97 0 0,1 0 0 0 0,-1-1 1 0 0,1 1-1 0 0,-1 0 0 0 0,1 1 0 0 0,0-1 0 0 0,1 0 0 0 0,-1 1 0 0 0,1-1 1 0 0,0 0-1 0 0,0 1 0 0 0,0 0 0 0 0,1-1 0 0 0,-1 1 0 0 0,1-1 0 0 0,0 1 1 0 0,0 0-1 0 0,1-1 0 0 0,0 1 0 0 0,0-1 0 0 0,0 1 0 0 0,0-1 1 0 0,0 1-1 0 0,1-1 0 0 0,0 0 0 0 0,0 1 0 0 0,0-1 0 0 0,0 0 0 0 0,1-1 1 0 0,0 1-1 0 0,0 0 0 0 0,0-1 0 0 0,4 5 0 0 0,1-2-5 0 0,0 0 0 0 0,0 0 0 0 0,0-1 0 0 0,1 0 0 0 0,0 0-1 0 0,0-1 1 0 0,0 0 0 0 0,0-1 0 0 0,1 0 0 0 0,-1 0 0 0 0,1-1 0 0 0,0 0 0 0 0,0-1-1 0 0,-1 0 1 0 0,17-1 0 0 0,-5 0-47 0 0,1-2 0 0 0,0 0 0 0 0,-1-1-1 0 0,1-2 1 0 0,-1 0 0 0 0,21-8 0 0 0,-24 6-1 0 0,1-1 0 0 0,-1 0 0 0 0,-1-2 0 0 0,0 1 0 0 0,0-2 0 0 0,-1-1 0 0 0,-1 0 0 0 0,0 0 0 0 0,0-2 0 0 0,-1 0 0 0 0,-1-1 0 0 0,0 0 1 0 0,-1 0-1 0 0,-1-2 0 0 0,-1 1 0 0 0,0-2 0 0 0,-1 1 0 0 0,-1-1 0 0 0,0 0 0 0 0,-1-1 0 0 0,-2 0 0 0 0,0 0 0 0 0,0 0 0 0 0,1-28 0 0 0,-4 5 2 0 0,-2-1 0 0 0,-8-69 0 0 0,8 109 25 0 0,0-1 1 0 0,-1 1 0 0 0,0-1-1 0 0,1 1 1 0 0,-1-1 0 0 0,-1 1-1 0 0,1-1 1 0 0,0 1 0 0 0,-1 0-1 0 0,-3-5 1 0 0,5 7-10 0 0,-4 6-6 0 0,-6 13 38 0 0,0 0 1 0 0,1 1 0 0 0,1 0-1 0 0,1 1 1 0 0,1-1-1 0 0,0 1 1 0 0,2 1 0 0 0,0-1-1 0 0,1 1 1 0 0,0 34 0 0 0,3-39-15 0 0,0 0 0 0 0,1 0 1 0 0,1-1-1 0 0,0 1 0 0 0,1-1 1 0 0,1 1-1 0 0,0-1 1 0 0,1 0-1 0 0,1-1 0 0 0,0 1 1 0 0,1-1-1 0 0,1 0 0 0 0,0-1 1 0 0,1 0-1 0 0,11 14 1 0 0,-14-22-14 0 0,-1-1 0 0 0,1 1 0 0 0,0-1 1 0 0,0 0-1 0 0,0-1 0 0 0,0 1 1 0 0,1-1-1 0 0,-1-1 0 0 0,1 1 1 0 0,0-1-1 0 0,0 0 0 0 0,0-1 1 0 0,0 1-1 0 0,0-1 0 0 0,0-1 1 0 0,0 1-1 0 0,0-1 0 0 0,1-1 1 0 0,-1 1-1 0 0,0-1 0 0 0,13-4 1 0 0,-10 3 2 0 0,-1 0 1 0 0,0-1 0 0 0,0 0 0 0 0,0-1-1 0 0,0 0 1 0 0,0-1 0 0 0,-1 0 0 0 0,1 0-1 0 0,-1 0 1 0 0,-1-1 0 0 0,1-1 0 0 0,-1 1 0 0 0,0-1-1 0 0,-1 0 1 0 0,12-16 0 0 0,-16 19 10 0 0,1-1 1 0 0,0 1 0 0 0,-1-1-1 0 0,0 0 1 0 0,0 0 0 0 0,-1 0-1 0 0,1 0 1 0 0,0-8 0 0 0,-2 11 1 0 0,-2-12 41 0 0,2 13-57 0 0,0 1-1 0 0,1 0 1 0 0,-1 0 0 0 0,0-1 0 0 0,0 1-1 0 0,0 0 1 0 0,0-1 0 0 0,0 1 0 0 0,0 0 0 0 0,0-1-1 0 0,0 1 1 0 0,-1 0 0 0 0,1-1 0 0 0,0 1-1 0 0,0 0 1 0 0,0-1 0 0 0,0 1 0 0 0,0 0-1 0 0,0-1 1 0 0,-1 1 0 0 0,1 0 0 0 0,0 0 0 0 0,0-1-1 0 0,0 1 1 0 0,-1 0 0 0 0,1 0 0 0 0,0 0-1 0 0,0-1 1 0 0,-1 1 0 0 0,1 0 0 0 0,0 0 0 0 0,0 0-1 0 0,-1 0 1 0 0,1-1 0 0 0,0 1 0 0 0,-1 0-1 0 0,1 0 1 0 0,0 0 0 0 0,-1 0 0 0 0,1 0-1 0 0,0 0 1 0 0,-1 0 0 0 0,1 0 0 0 0,-1 0 0 0 0,-2 3-3 0 0,0 0 1 0 0,0 0 0 0 0,0 0 0 0 0,0 0 0 0 0,0 0 0 0 0,1 1 0 0 0,-1-1 0 0 0,1 1 0 0 0,0 0 0 0 0,0 0 0 0 0,1 0 0 0 0,-1 0 0 0 0,1 0 0 0 0,0 0-1 0 0,0 0 1 0 0,-1 7 0 0 0,2-8 3 0 0,0-1 0 0 0,0 1 0 0 0,0 0 0 0 0,1 0-1 0 0,-1-1 1 0 0,1 1 0 0 0,0 0 0 0 0,-1-1 0 0 0,1 1-1 0 0,0 0 1 0 0,0-1 0 0 0,1 1 0 0 0,-1-1 0 0 0,1 0-1 0 0,-1 1 1 0 0,1-1 0 0 0,0 0 0 0 0,-1 0 0 0 0,1 0-1 0 0,0 0 1 0 0,0 0 0 0 0,1-1 0 0 0,-1 1 0 0 0,0-1-1 0 0,1 1 1 0 0,-1-1 0 0 0,1 0 0 0 0,-1 0 0 0 0,3 1 0 0 0,0 0 0 0 0,0-1 0 0 0,-1 0 0 0 0,1 0 0 0 0,0 0 0 0 0,0-1 0 0 0,0 1 0 0 0,0-1 0 0 0,0 0 0 0 0,-1-1 0 0 0,1 1 0 0 0,0-1 0 0 0,0 0 0 0 0,0 0 0 0 0,-1-1 0 0 0,1 1 0 0 0,-1-1 0 0 0,1 0 1 0 0,-1 0-1 0 0,7-5 0 0 0,-2 2 15 0 0,-1-1 1 0 0,0-1-1 0 0,0 0 1 0 0,-1 0-1 0 0,0 0 1 0 0,0-1-1 0 0,-1 0 1 0 0,8-12-1 0 0,-13 19 11 0 0,1-9-64 0 0,-5 15 39 0 0,1-3-6 0 0,1 1 1 0 0,-1 0 0 0 0,1 0 0 0 0,-1 0 0 0 0,1 0 0 0 0,0 1 0 0 0,0-1 0 0 0,0 0-1 0 0,1 0 1 0 0,-1 1 0 0 0,1-1 0 0 0,0 0 0 0 0,0 7 0 0 0,-1-4 3 0 0,1-2-1 0 0,0-1 0 0 0,0 1 0 0 0,0-1 0 0 0,1 0 0 0 0,-1 1 0 0 0,1-1 1 0 0,0 0-1 0 0,0 0 0 0 0,0 1 0 0 0,0-1 0 0 0,0 0 0 0 0,1 0 0 0 0,0 0 0 0 0,1 3 1 0 0,-2-5 1 0 0,0 0 0 0 0,-1 0 0 0 0,1-1 1 0 0,0 1-1 0 0,-1 0 0 0 0,1 0 0 0 0,0-1 1 0 0,0 1-1 0 0,0 0 0 0 0,0-1 1 0 0,-1 1-1 0 0,1-1 0 0 0,0 1 0 0 0,0-1 1 0 0,0 1-1 0 0,0-1 0 0 0,0 0 1 0 0,0 0-1 0 0,0 1 0 0 0,0-1 0 0 0,0 0 1 0 0,0 0-1 0 0,1 0 0 0 0,-1 0 0 0 0,0 0 1 0 0,0 0-1 0 0,0 0 0 0 0,0-1 1 0 0,0 1-1 0 0,1-1 0 0 0,34-12 12 0 0,-32 11-12 0 0,33-16 0 0 0,3-2-3 0 0,0 2 0 0 0,1 1 0 0 0,82-20 0 0 0,-122 37 2 0 0,0 0 1 0 0,1 0 0 0 0,-1 0 0 0 0,0 0 0 0 0,0 0-1 0 0,1 0 1 0 0,-1 1 0 0 0,0-1 0 0 0,0 0 0 0 0,0 1-1 0 0,0-1 1 0 0,0 1 0 0 0,1-1 0 0 0,-1 1 0 0 0,0 0-1 0 0,0 0 1 0 0,0-1 0 0 0,-1 1 0 0 0,1 0 0 0 0,0 0-1 0 0,0 0 1 0 0,0 0 0 0 0,0 0 0 0 0,-1 0-1 0 0,1 0 1 0 0,-1 0 0 0 0,1 0 0 0 0,0 0 0 0 0,-1 0-1 0 0,0 0 1 0 0,1 1 0 0 0,-1-1 0 0 0,0 0 0 0 0,0 0-1 0 0,1 0 1 0 0,-1 1 0 0 0,0-1 0 0 0,0 0 0 0 0,0 0-1 0 0,-1 0 1 0 0,1 1 0 0 0,0 0 0 0 0,-1 1 0 0 0,0 0 0 0 0,0 0-1 0 0,0 0 1 0 0,0 0 0 0 0,0 0 0 0 0,0-1 0 0 0,-1 1 0 0 0,1-1-1 0 0,-3 4 1 0 0,-7 13 21 0 0,11-17-29 0 0,-1-1 6 0 0,1-1 0 0 0,0 1 0 0 0,0 0 0 0 0,0 0 0 0 0,-1-1 0 0 0,1 1 0 0 0,0 0 0 0 0,0 0 0 0 0,0 0 0 0 0,0-1 0 0 0,0 1 0 0 0,1 0 0 0 0,-1 0 0 0 0,0-1 0 0 0,0 1 0 0 0,0 0 0 0 0,1 0 0 0 0,-1-1 0 0 0,0 1 0 0 0,1 0 0 0 0,-1-1 0 0 0,1 1 0 0 0,-1 0 0 0 0,0-1 0 0 0,1 1 0 0 0,0-1 0 0 0,-1 1 0 0 0,1-1 0 0 0,-1 1 0 0 0,1-1 0 0 0,0 1 0 0 0,-1-1 0 0 0,1 0 0 0 0,0 1 0 0 0,-1-1 1 0 0,1 0-1 0 0,0 1 0 0 0,-1-1 0 0 0,1 0 0 0 0,0 0 0 0 0,0 0 0 0 0,0 0 0 0 0,-1 0 0 0 0,1 0 0 0 0,0 0 0 0 0,0 0 0 0 0,0 0 0 0 0,17-2-103 0 0,-1-2 0 0 0,0 0 0 0 0,0-1 0 0 0,0-1 0 0 0,-1 0 0 0 0,1-1 0 0 0,-2-1 0 0 0,1 0 0 0 0,-1-1 0 0 0,0-1 0 0 0,-1 0 0 0 0,14-14 0 0 0,-7 6 39 0 0,-2-2-1 0 0,0 0 0 0 0,-1-1 1 0 0,-1-1-1 0 0,-1 0 0 0 0,0-1 0 0 0,12-28 1 0 0,-22 37 61 0 0,-1 0 0 0 0,0 0 0 0 0,-1-1 0 0 0,0 1 0 0 0,-1-1 0 0 0,-1 0 0 0 0,0 0 0 0 0,-1-17 0 0 0,-2 28 35 0 0,0 1 1 0 0,0-1-1 0 0,0 1 1 0 0,0-1-1 0 0,-1 1 1 0 0,1-1-1 0 0,-1 1 1 0 0,0 0-1 0 0,0-1 1 0 0,0 1-1 0 0,-1 0 1 0 0,1 1-1 0 0,-4-4 1 0 0,5 4 5 0 0,-18 5 29 0 0,13 1-43 0 0,1 0 0 0 0,0 0 0 0 0,1 0 0 0 0,-1 1 0 0 0,1-1 0 0 0,0 1 0 0 0,0 0 0 0 0,0 0-1 0 0,1 1 1 0 0,0-1 0 0 0,0 1 0 0 0,0 0 0 0 0,0 0 0 0 0,1-1 0 0 0,-2 10 0 0 0,-3 12 66 0 0,0 0 0 0 0,-2 31 0 0 0,9-45-70 0 0,0 0 1 0 0,1 0 0 0 0,1 0-1 0 0,0 0 1 0 0,0 0 0 0 0,1 0-1 0 0,1 0 1 0 0,0-1-1 0 0,1 0 1 0 0,0 1 0 0 0,1-2-1 0 0,0 1 1 0 0,1-1 0 0 0,11 15-1 0 0,-13-21-16 0 0,-1 0 0 0 0,1 0-1 0 0,-1 0 1 0 0,1 0 0 0 0,1-1-1 0 0,-1 1 1 0 0,1-1 0 0 0,0-1-1 0 0,-1 1 1 0 0,2-1 0 0 0,-1 0-1 0 0,0 0 1 0 0,1-1 0 0 0,-1 0-1 0 0,1 0 1 0 0,-1-1 0 0 0,1 1-1 0 0,7-1 1 0 0,-4 0 4 0 0,-1-1 1 0 0,0-1-1 0 0,1 0 1 0 0,-1 0-1 0 0,0 0 1 0 0,0-1-1 0 0,0-1 0 0 0,0 0 1 0 0,0 0-1 0 0,0 0 1 0 0,-1-1-1 0 0,14-8 0 0 0,-20 11 10 0 0,0 0-1 0 0,0-1 0 0 0,0 1 0 0 0,-1 0 0 0 0,1 0 0 0 0,0-1 0 0 0,-1 1 0 0 0,1-1 0 0 0,-1 0 0 0 0,1 1 1 0 0,-1-1-1 0 0,0 0 0 0 0,1 0 0 0 0,-1 0 0 0 0,0 0 0 0 0,0 0 0 0 0,-1 0 0 0 0,1 0 0 0 0,0 0 0 0 0,-1 0 1 0 0,1 0-1 0 0,-1 0 0 0 0,0-1 0 0 0,0 1 0 0 0,1 0 0 0 0,-2 0 0 0 0,1 0 0 0 0,0-1 0 0 0,0 1 1 0 0,-1 0-1 0 0,1 0 0 0 0,-1 0 0 0 0,1 0 0 0 0,-1 0 0 0 0,0 0 0 0 0,-2-4 0 0 0,2 4 86 0 0,-1 2-70 0 0,-1 0 0 0 0,1 0-1 0 0,-1 0 1 0 0,1 1 0 0 0,0-1 0 0 0,-1 1 0 0 0,1-1-1 0 0,0 1 1 0 0,-1 0 0 0 0,1 0 0 0 0,0 0 0 0 0,0 0-1 0 0,0 0 1 0 0,0 0 0 0 0,0 1 0 0 0,0-1 0 0 0,0 1-1 0 0,0-1 1 0 0,-2 4 0 0 0,-1 1 8 0 0,1 1 0 0 0,0 0-1 0 0,1 0 1 0 0,-1 0 0 0 0,-1 9-1 0 0,2-10-3 0 0,2-4-25 0 0,1 1 0 0 0,-1-1 0 0 0,0 1 1 0 0,1 0-1 0 0,-1-1 0 0 0,1 1 1 0 0,0 0-1 0 0,0-1 0 0 0,0 1 0 0 0,0 0 1 0 0,0-1-1 0 0,1 1 0 0 0,-1 0 1 0 0,2 2-1 0 0,-1-3-5 0 0,-1-1 0 0 0,1 0 0 0 0,0 0 0 0 0,0 1 0 0 0,0-1 0 0 0,-1 0 0 0 0,1 0 0 0 0,0 0 0 0 0,1 0 0 0 0,-1 0 0 0 0,0 0 1 0 0,0 0-1 0 0,0-1 0 0 0,0 1 0 0 0,1 0 0 0 0,-1-1 0 0 0,0 1 0 0 0,1-1 0 0 0,-1 1 0 0 0,0-1 0 0 0,1 1 0 0 0,-1-1 0 0 0,1 0 0 0 0,-1 0 0 0 0,1 0 0 0 0,-1 0 0 0 0,0 0 0 0 0,1 0 0 0 0,-1 0 0 0 0,1 0 0 0 0,-1-1 1 0 0,1 1-1 0 0,0-1 0 0 0,17-4 4 0 0,0-1 0 0 0,-1-1 0 0 0,30-15 1 0 0,-32 13-30 0 0,1 2 0 0 0,0 0 0 0 0,0 0 0 0 0,35-7 1 0 0,-51 14 17 0 0,0 0 0 0 0,0 1 0 0 0,0-1 0 0 0,0 0 0 0 0,-1 0 0 0 0,1 0 0 0 0,0 1 0 0 0,0-1 0 0 0,0 0 0 0 0,0 1 0 0 0,-1-1 1 0 0,1 1-1 0 0,0-1 0 0 0,0 1 0 0 0,-1-1 0 0 0,1 1 0 0 0,-1 0 0 0 0,1-1 0 0 0,0 1 0 0 0,-1 0 0 0 0,1-1 0 0 0,-1 1 0 0 0,1 0 0 0 0,-1 0 0 0 0,0-1 1 0 0,1 2-1 0 0,10 27-15 0 0,-6-17-16 0 0,-1-6-34 0 0,0 0 0 0 0,0-1-1 0 0,1 1 1 0 0,0-1-1 0 0,0 0 1 0 0,0-1 0 0 0,1 1-1 0 0,-1-1 1 0 0,1 0-1 0 0,0 0 1 0 0,0-1 0 0 0,1 0-1 0 0,-1 0 1 0 0,1 0 0 0 0,-1-1-1 0 0,1 0 1 0 0,0 0-1 0 0,0-1 1 0 0,0 0 0 0 0,0 0-1 0 0,0-1 1 0 0,0 0-1 0 0,0 0 1 0 0,0 0 0 0 0,0-1-1 0 0,0 0 1 0 0,0 0 0 0 0,12-5-1 0 0,8-14-3564 0 0,-20 6-2547 0 0,-5 0 2734 0 0</inkml:trace>
</inkml:ink>
</file>

<file path=ppt/ink/ink6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10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1 139 468 0 0,'0'-3'273'0'0,"-1"0"1"0"0,1 0-1 0 0,0 0 0 0 0,0 0 0 0 0,0 0 1 0 0,0 1-1 0 0,1-1 0 0 0,-1 0 0 0 0,1 0 1 0 0,0 0-1 0 0,0 0 0 0 0,0 0 0 0 0,0 1 1 0 0,0-1-1 0 0,0 0 0 0 0,1 1 0 0 0,-1-1 1 0 0,1 1-1 0 0,0 0 0 0 0,0-1 0 0 0,0 1 1 0 0,0 0-1 0 0,0 0 0 0 0,0 0 0 0 0,0 0 1 0 0,5-2-1 0 0,3-4 183 0 0,1 1 0 0 0,0 0 0 0 0,0 0 0 0 0,22-8 0 0 0,17 0-1308 0 0,-15 9-3797 0 0,-17 4 2048 0 0</inkml:trace>
</inkml:ink>
</file>

<file path=ppt/ink/ink6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10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48 684 0 0,'-6'-12'821'0'0,"-3"-9"3955"0"0,6 7-7354 0 0</inkml:trace>
</inkml:ink>
</file>

<file path=ppt/ink/ink6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10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54 476 0 0,'-20'-5'6855'0'0,"18"1"-6583"0"0,-8-19 9239 0 0,8 17-11893 0 0,13-9-9514 0 0</inkml:trace>
</inkml:ink>
</file>

<file path=ppt/ink/ink6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11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18 1056 0 0,'0'0'1892'0'0,"-8"-7"2397"0"0,58 0-3757 0 0,-26 7-56 0 0,7 0-152 0 0,-3 0-336 0 0,16 0-424 0 0,-11 2-920 0 0,7-4-1469 0 0,-8-1 657 0 0</inkml:trace>
</inkml:ink>
</file>

<file path=ppt/ink/ink6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5:32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33 328 720,'-25'-5'2321,"17"5"3113,15 3-5299,0 0 0,0-1 0,0 1 1,0-1-1,1-1 0,-1 0 0,1 0 0,-1 0 1,1-1-1,-1 0 0,1 0 0,-1-1 0,12-2 1,7-1 98,0-1 0,0-2 0,0 0 0,-1-2 0,35-17 0,-49 21-161,0-1-1,0-1 0,-1 1 0,0-1 0,0-1 0,-1 0 0,0-1 1,0 1-1,-1-1 0,0-1 0,0 0 0,-1 0 0,-1-1 0,6-11 1,-10 19-52,0-1 1,-1 1-1,1-1 1,-1 0 0,0 1-1,0-1 1,-1 0 0,1 0-1,-1 0 1,1 0 0,-1 0-1,0 0 1,-1 0-1,1 0 1,-1 0 0,0 1-1,0-1 1,0 0 0,0 0-1,-1 1 1,1-1-1,-1 1 1,0-1 0,0 1-1,0 0 1,-1-1 0,1 1-1,-1 0 1,1 1 0,-1-1-1,0 0 1,0 1-1,-4-3 1,0 2 3,1 0 1,0 0-1,-1 1 0,1 0 1,-1 0-1,0 0 0,1 1 1,-1 0-1,0 0 0,0 1 1,0 0-1,0 0 0,0 1 1,1-1-1,-1 2 0,0-1 1,0 1-1,-7 3 0,7-3-1,0 1-1,0 0 0,0 0 1,0 1-1,1 0 0,0 0 1,0 1-1,0-1 1,0 1-1,1 1 0,-1-1 1,1 1-1,-5 8 0,8-10-14,0 0 0,0 1 0,0-1 0,1 1 0,0-1 0,0 1 0,0 0 0,0-1 0,1 1 0,0 0 0,0 0 0,0-1 0,0 1 0,1 0 0,0 0 0,0-1 0,0 1 0,0-1 0,1 1 0,0-1 0,0 1 0,4 5 0,14 24 31,2-1 1,43 49 0,-41-53-20,-1 0 0,-1 2-1,27 51 1,-39-61-5,0 1-1,-2-1 1,-1 2-1,-1-1 1,0 1-1,-2 0 1,-1 0 0,1 40-1,-4-48-7,-1 0 0,-1 0 0,-1 0 1,0 0-1,-1-1 0,0 1 0,-1-1 0,-1 0 0,0-1 0,-1 1 1,-1-1-1,0 0 0,0-1 0,-17 18 0,11-14 49,-1-1 0,0-1 1,-2 0-1,-24 16 0,35-26-237,-1 0 1,1 0-1,-1-1 1,0 0-1,0 0 0,0-1 1,0 0-1,0 0 1,0 0-1,-1-1 1,1 0-1,0-1 0,-1 0 1,1 0-1,-1 0 1,-8-2-1,13 1-287,1 0 0,0 1-1,0-1 1,1 0 0,-1 0 0,0 0 0,0 0-1,0 0 1,1-1 0,-1 1 0,0 0-1,-1-3 1,-5-8-3036</inkml:trace>
</inkml:ink>
</file>

<file path=ppt/ink/ink6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5:33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1 197 188,'0'0'6709,"5"-3"-6279,-2 1-341,31-18 817,33-24-1,-57 36-704,-1 1 0,0-1 0,0-1 0,-1 1 0,0-1-1,-1-1 1,0 0 0,8-13 0,-15 22-178,1 0-1,-1 1 1,1-1-1,-1 0 1,1 1 0,-1-1-1,1 0 1,-1 0 0,1 1-1,-1-1 1,0 0-1,0 0 1,1 0 0,-1 0-1,0 0 1,0 1-1,0-1 1,0 0 0,0 0-1,0 0 1,0 0-1,0 0 1,0 0 0,0 1-1,-1-1 1,1 0 0,0 0-1,-1 0 1,1 0-1,0 1 1,-1-1 0,1 0-1,-1 0 1,0 1-1,1-1 1,-1 0 0,1 1-1,-1-1 1,0 1-1,1-1 1,-1 1 0,0-1-1,0 1 1,1-1 0,-1 1-1,0 0 1,0-1-1,0 1 1,0 0 0,1 0-1,-1 0 1,0 0-1,-1-1 1,-3 1 13,1 0 0,-1 0 0,0 1 0,1-1 0,-1 1-1,0 0 1,1 0 0,-9 4 0,6-2-9,0 1 0,0-1 0,0 2 0,1-1-1,0 1 1,-1 0 0,1 0 0,1 1 0,-1-1 0,1 1-1,0 1 1,1-1 0,-7 12 0,9-14-21,0-1-1,1 1 1,-1 0-1,1 0 1,0 1 0,1-1-1,-1 0 1,0 0 0,1 0-1,0 0 1,0 1-1,1-1 1,-1 0 0,1 0-1,0 0 1,0 0 0,0 0-1,0 0 1,1 0 0,0 0-1,0 0 1,0 0-1,0-1 1,0 1 0,1-1-1,-1 0 1,4 4 0,4 2-185,-1-1 0,1 0 0,0 0 0,1-1 0,-1 0 0,1-1 0,1 0 0,-1-1 0,16 5 0,-9-4-1924,1-1 1,36 5-1,-26-7-716</inkml:trace>
</inkml:ink>
</file>

<file path=ppt/ink/ink6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33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116 104 68 0 0,'0'-15'2391'0'0,"2"2"-1124"0"0,0 0 1 0 0,0 0-1 0 0,1 1 0 0 0,8-24 0 0 0,-10 35-818 0 0,-3 1-280 0 0,1 1 0 0 0,-1 1 0 0 0,0-1-1 0 0,1 0 1 0 0,-1 0 0 0 0,1 1 0 0 0,-1-1 0 0 0,1 1-1 0 0,0-1 1 0 0,-1 1 0 0 0,1-1 0 0 0,0 1 0 0 0,0 0 0 0 0,0 0-1 0 0,-1 3 1 0 0,-26 51 59 0 0,2-4 84 0 0,16-34-201 0 0,0 1-1 0 0,1-1 1 0 0,1 2 0 0 0,-6 24-1 0 0,12-39-83 0 0,0 1 0 0 0,1-1 0 0 0,0 1 0 0 0,0 0 0 0 0,0-1 0 0 0,1 1-1 0 0,0 0 1 0 0,0 0 0 0 0,0-1 0 0 0,1 1 0 0 0,-1 0 0 0 0,2 0 0 0 0,-1-1 0 0 0,1 1 0 0 0,-1-1 0 0 0,2 1 0 0 0,-1-1 0 0 0,0 0-1 0 0,1 0 1 0 0,3 5 0 0 0,-3-7 8 0 0,-1-1 0 0 0,0 0 0 0 0,1 0 0 0 0,-1 1 0 0 0,1-1-1 0 0,0-1 1 0 0,-1 1 0 0 0,1 0 0 0 0,0-1 0 0 0,0 0 0 0 0,0 1-1 0 0,0-1 1 0 0,0 0 0 0 0,1-1 0 0 0,-1 1 0 0 0,0 0 0 0 0,6-1 0 0 0,-2 0-1 0 0,0 0 1 0 0,-1-1-1 0 0,1 0 1 0 0,0-1 0 0 0,-1 1-1 0 0,1-1 1 0 0,-1 0-1 0 0,8-4 1 0 0,5-4 24 0 0,0-1 0 0 0,-1 0 0 0 0,0-1 0 0 0,22-20 0 0 0,-32 24-40 0 0,-4 4-11 0 0,-1 1-1 0 0,1-1 0 0 0,0 1 1 0 0,0 0-1 0 0,0 0 1 0 0,1 0-1 0 0,-1 0 0 0 0,1 1 1 0 0,5-3-1 0 0,-5 6-12 0 0,0 0-1 0 0,0 1 1 0 0,0-1-1 0 0,0 1 1 0 0,0 0-1 0 0,0 0 1 0 0,-1 0-1 0 0,5 4 1 0 0,34 13 72 0 0,-26-16-60 0 0,-1-1 0 0 0,1 0 0 0 0,0-1 0 0 0,0-1 0 0 0,21-2 0 0 0,-33 2-2 0 0,1-1 1 0 0,-1 0-1 0 0,0 0 1 0 0,0 0 0 0 0,1 0-1 0 0,-1-1 1 0 0,0 0 0 0 0,0 0-1 0 0,-1-1 1 0 0,1 1 0 0 0,0-1-1 0 0,-1 0 1 0 0,0 0 0 0 0,0-1-1 0 0,0 1 1 0 0,0-1-1 0 0,0 0 1 0 0,0 0 0 0 0,-1 0-1 0 0,4-7 1 0 0,-5 6 30 0 0,0 0 1 0 0,-1 0-1 0 0,0 0 0 0 0,0 0 0 0 0,-1 0 1 0 0,1 0-1 0 0,-1 0 0 0 0,0 0 1 0 0,0 0-1 0 0,-1 0 0 0 0,1 0 0 0 0,-1 0 1 0 0,-2-6-1 0 0,1 4-165 0 0,1 1 1 0 0,-2-1-1 0 0,1 0 1 0 0,-1 0-1 0 0,0 1 0 0 0,0 0 1 0 0,-1-1-1 0 0,-4-5 1 0 0,6 11-305 0 0,0 1-1 0 0,1-1 1 0 0,-1 1 0 0 0,0-1 0 0 0,0 1 0 0 0,1 0 0 0 0,-1-1 0 0 0,0 1 0 0 0,0 0 0 0 0,1 0-1 0 0,-1 0 1 0 0,0 0 0 0 0,0 1 0 0 0,1-1 0 0 0,-1 0 0 0 0,0 1 0 0 0,0-1 0 0 0,1 1 0 0 0,-3 1-1 0 0,2-2 380 0 0,-14 5-3176 0 0</inkml:trace>
</inkml:ink>
</file>

<file path=ppt/ink/ink6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34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63 228 0 0,'0'0'2155'0'0,"-5"-4"-1481"0"0,-23-11 1352 0 0,28 15-1949 0 0,-1 0-1 0 0,0 0 0 0 0,1 0 0 0 0,-1 0 1 0 0,1 0-1 0 0,-1 0 0 0 0,1 0 0 0 0,-1 0 1 0 0,0 0-1 0 0,1 0 0 0 0,-1 0 0 0 0,1 0 1 0 0,-1 0-1 0 0,1 0 0 0 0,-1 1 0 0 0,0-1 1 0 0,1 0-1 0 0,-1 0 0 0 0,1 1 0 0 0,0-1 1 0 0,-1 0-1 0 0,1 1 0 0 0,-2 0 0 0 0,2 0-22 0 0,-1 1-1 0 0,0-1 1 0 0,1 0-1 0 0,-1 1 0 0 0,1-1 1 0 0,0 0-1 0 0,-1 1 1 0 0,1-1-1 0 0,0 1 1 0 0,0-1-1 0 0,0 1 0 0 0,0-1 1 0 0,0 1-1 0 0,0 2 1 0 0,1-1-8 0 0,-1-1 0 0 0,1 1 1 0 0,-1 0-1 0 0,1-1 0 0 0,0 1 1 0 0,0 0-1 0 0,0-1 0 0 0,0 1 0 0 0,1-1 1 0 0,-1 0-1 0 0,1 1 0 0 0,-1-1 1 0 0,1 0-1 0 0,0 0 0 0 0,0 0 1 0 0,0 0-1 0 0,0 0 0 0 0,0 0 1 0 0,0-1-1 0 0,4 3 0 0 0,4 1 108 0 0,0 0 0 0 0,1 0 0 0 0,18 5 0 0 0,10 4 142 0 0,-36-14-250 0 0,-1 0-1 0 0,0 0 1 0 0,0 0 0 0 0,1 0-1 0 0,-1 0 1 0 0,0-1 0 0 0,0 1-1 0 0,1-1 1 0 0,-1 1 0 0 0,0-1-1 0 0,0 0 1 0 0,0 0 0 0 0,0 0-1 0 0,0 0 1 0 0,0 0 0 0 0,0-1-1 0 0,0 1 1 0 0,0-1 0 0 0,-1 1-1 0 0,1-1 1 0 0,0 1 0 0 0,-1-1-1 0 0,0 0 1 0 0,1 0 0 0 0,-1 0-1 0 0,0 0 1 0 0,0 0 0 0 0,0 0-1 0 0,0 0 1 0 0,0 0 0 0 0,0 0-1 0 0,-1 0 1 0 0,2-5 0 0 0,-3 3 18 0 0,1-1 1 0 0,-1 1-1 0 0,0-1 1 0 0,0 1-1 0 0,-1-1 1 0 0,1 1-1 0 0,-1 0 1 0 0,0 0-1 0 0,0 0 1 0 0,0 0-1 0 0,0 0 1 0 0,-1 0-1 0 0,0 1 1 0 0,-3-4-1 0 0,-1-1 36 0 0,0 0-1 0 0,-1 1 1 0 0,0 1-1 0 0,-1-1 0 0 0,-10-5 1 0 0,18 11-108 0 0,-9 11-1633 0 0,0 0-4404 0 0</inkml:trace>
</inkml:ink>
</file>

<file path=ppt/ink/ink6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35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76 0 0,'4'0'275'0'0,"1"0"1"0"0,-1 1-1 0 0,0-1 0 0 0,0 1 1 0 0,0 0-1 0 0,0 0 0 0 0,0 0 1 0 0,0 1-1 0 0,0 0 0 0 0,0-1 1 0 0,-1 1-1 0 0,1 1 0 0 0,-1-1 1 0 0,1 0-1 0 0,4 5 0 0 0,1 2 371 0 0,-1 1 0 0 0,0-1 0 0 0,11 20 0 0 0,-9-15-196 0 0,-9-12-284 0 0,2 7 2689 0 0,0-17-2723 0 0,1-6 92 0 0,2 1 0 0 0,-1 0 0 0 0,2 0 0 0 0,11-17 0 0 0,-16 26-425 0 0,2 0 0 0 0,-1 1 0 0 0,0-1 0 0 0,1 1 0 0 0,0 0 0 0 0,0 0 1 0 0,0 0-1 0 0,0 0 0 0 0,0 0 0 0 0,0 1 0 0 0,1 0 0 0 0,-1 0 0 0 0,1 0 1 0 0,0 1-1 0 0,-1 0 0 0 0,1-1 0 0 0,8 0 0 0 0,18-2-3849 0 0,-15 2 1728 0 0</inkml:trace>
</inkml:ink>
</file>

<file path=ppt/ink/ink6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35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14 269 560 0 0,'-13'19'4864'0'0,"13"-18"-4796"0"0,0-1-1 0 0,0 1 0 0 0,0 0 0 0 0,0 0 1 0 0,0-1-1 0 0,0 1 0 0 0,0 0 0 0 0,0 0 0 0 0,0 0 1 0 0,0-1-1 0 0,1 1 0 0 0,-1 0 0 0 0,0 0 0 0 0,1-1 1 0 0,-1 1-1 0 0,0 0 0 0 0,1-1 0 0 0,-1 1 0 0 0,1 0 1 0 0,-1-1-1 0 0,1 1 0 0 0,-1-1 0 0 0,1 1 0 0 0,-1-1 1 0 0,1 1-1 0 0,-1-1 0 0 0,1 1 0 0 0,0-1 1 0 0,-1 1-1 0 0,1-1 0 0 0,0 0 0 0 0,0 1 0 0 0,-1-1 1 0 0,2 0-1 0 0,1 0 41 0 0,0 0 1 0 0,-1 0 0 0 0,1 0-1 0 0,0-1 1 0 0,-1 0 0 0 0,1 1-1 0 0,-1-1 1 0 0,1 0 0 0 0,-1 0-1 0 0,5-2 1 0 0,2-3 52 0 0,1 1 1 0 0,-1-1-1 0 0,-1-1 1 0 0,15-12 0 0 0,-12 5 67 0 0,-1-1 1 0 0,0 0 0 0 0,-1 0 0 0 0,-1-1 0 0 0,0 0-1 0 0,-2 0 1 0 0,1 0 0 0 0,-2-1 0 0 0,0 0 0 0 0,-1-1 0 0 0,-1 1-1 0 0,2-33 1 0 0,-7 34 2161 0 0,-7 33-1853 0 0,-11 42-272 0 0,16-34-174 0 0,2 1 1 0 0,0 0-1 0 0,1 0 1 0 0,2 0-1 0 0,6 43 0 0 0,11 14-5227 0 0,-7-78-3734 0 0</inkml:trace>
</inkml:ink>
</file>

<file path=ppt/ink/ink6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43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35 600 0 0,'-37'-20'5570'0'0,"29"16"-4588"0"0,-17-6 3173 0 0,18 14-2773 0 0,12 13-1549 0 0,5 10-1458 0 0,11 54 0 0 0,-12-46-2937 0 0,-6-16 1912 0 0</inkml:trace>
</inkml:ink>
</file>

<file path=ppt/ink/ink6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43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1 211 288 0 0,'16'34'4739'0'0,"-5"-16"-2639"0"0,-10-21-4797 0 0,8-13 203 0 0</inkml:trace>
  <inkml:trace contextRef="#ctx0" brushRef="#br0" timeOffset="1">130 99 160 0 0,'14'-7'1884'0'0,"-4"1"-356"0"0,3-2-868 0 0,-5 3-56 0 0,5-4-80 0 0,2 2-67 0 0,1 1-209 0 0,1 1-248 0 0,7-6-308 0 0,-8 2-657 0 0,11-2-1035 0 0,2-4 460 0 0</inkml:trace>
</inkml:ink>
</file>

<file path=ppt/ink/ink6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5:42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1 865 720,'0'0'9414,"24"-2"-8080,-12-1-1147,0 1 0,0-2 0,-1 0-1,1 0 1,-1-1 0,0 0 0,0-1-1,-1 0 1,1-1 0,-2 0 0,1-1-1,16-17 1,0-1-34,-1-1-1,-2-2 1,22-35 0,-26 33-97,-2-1 1,-1 0 0,-2-2-1,-1 1 1,-2-2 0,-1 0-1,-1 0 1,-3 0 0,0-1-1,-3 0 1,-1 0 0,-4-61-1,2 92-48,-1-8 7,0 0 0,-1 0 0,0 1 0,-1-1 0,-1 0 0,-6-15 0,10 27-16,-1 0 0,1 0-1,-1 0 1,1 1 0,-1-1 0,1 0-1,-1 1 1,1-1 0,-1 0 0,1 1-1,-1-1 1,0 1 0,1-1 0,-1 1-1,0-1 1,0 1 0,0-1 0,1 1-1,-1 0 1,0-1 0,0 1 0,0 0-1,0 0 1,1-1 0,-1 1 0,0 0-1,0 0 1,0 0 0,0 0 0,0 0-1,0 1 1,1-1 0,-1 0 0,0 0-1,-1 1 1,-18 12-9,20-13 10,-8 7-2,0-1 0,1 1 0,0 0 0,0 1 0,1 0-1,0 0 1,0 0 0,1 1 0,0 0 0,-5 12 0,-4 13-9,-12 49 1,26-82 10,-12 41 14,2 0 0,2 1 0,2 0 0,2 1-1,2 43 1,2-63-6,2-1-1,1 0 1,0-1-1,2 1 1,1-1-1,0 1 1,2-2 0,0 1-1,2-1 1,0 0-1,15 21 1,-21-36-1,0 0 1,1 0 0,-1 0 0,1-1-1,1 0 1,-1 0 0,0 0 0,1-1-1,0 0 1,0 0 0,1 0-1,-1-1 1,11 5 0,-11-7 4,-1 0 0,0 0-1,0-1 1,1 0 0,-1 0 0,0 0 0,1 0 0,-1-1-1,0 0 1,1 0 0,-1 0 0,0-1 0,0 1-1,0-1 1,0-1 0,-1 1 0,1-1 0,0 1 0,5-6-1,41-27 1450,-50 34-1230,0 0-189,-1 1-69,0-1 0,0 1 0,0 0 0,0 0-1,0 0 1,0 0 0,0 0 0,0 0 0,0-1 0,0 1 0,0 0-1,0 0 1,0 0 0,0 0 0,0 0 0,0 0 0,0-1 0,0 1-1,1 0 1,-1 0 0,0 0 0,0 0 0,0 0 0,0 0 0,0 0-1,0 0 1,0 0 0,0 0 0,0-1 0,1 1 0,-1 0 0,0 0-1,0 0 1,0 0 0,0 0 0,0 0 0,0 0 0,1 0 0,-1 0-1,0 0 1,0 0 0,0 0 0,0 0 0,0 0 0,0 0 0,0 0 0,1 0-1,-1 0 1,0 0 0,0 0 0,0 0 0,0 1 0,0-1 0,0 0-1,0 0 1,1 0 0,-1 0 0,0 0 0,0 0 0,0 0 0,0 0-1,0 0 1,0 1 0,3 15-873,-2-8-1705,-1-1-3455</inkml:trace>
</inkml:ink>
</file>

<file path=ppt/ink/ink6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5:42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46 139 1128,'1'-11'1136,"1"-3"-104,2 2-112,-4-2-80,5 0-87,-5 4 543,1-9-732,-1 9 80,-6-4-900,-11 0-1616,1 12-709,-3-3 597</inkml:trace>
</inkml:ink>
</file>

<file path=ppt/ink/ink6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45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95 368 0 0,'27'-35'3470'0'0,"9"-15"1054"0"0,-35 48-4087 0 0,4-1 212 0 0,6-2 2954 0 0,-13 25-3502 0 0,0-1 0 0 0,-1 1 1 0 0,-1-1-1 0 0,-1 0 0 0 0,-9 22 0 0 0,-8 35 67 0 0,-48 169 208 0 0,54-193-262 0 0,13-37 123 0 0,7-11-20 0 0,16-16 59 0 0,-3 1-283 0 0,8-7 63 0 0,0 0 0 0 0,26-25 0 0 0,14-12 17 0 0,38-25-53 0 0,-101 79-29 0 0,-4 3-30 0 0,1 0 39 0 0,-1 0 0 0 0,1 0 0 0 0,-1 0 0 0 0,0-1 0 0 0,0 1 0 0 0,1 0-1 0 0,-1-1 1 0 0,-4 3 0 0 0,5-4 0 0 0,-1 3-4 0 0,-1 0 1 0 0,0-1-1 0 0,1 2 1 0 0,-1-1 0 0 0,1 0-1 0 0,0 0 1 0 0,0 1-1 0 0,0 0 1 0 0,1-1 0 0 0,-1 1-1 0 0,1 0 1 0 0,0-1-1 0 0,0 1 1 0 0,0 0 0 0 0,0 0-1 0 0,1 0 1 0 0,0 0-1 0 0,0 7 1 0 0,0-9-1 0 0,0 1 1 0 0,1-1-1 0 0,-1 1 1 0 0,1 0 0 0 0,0-1-1 0 0,0 1 1 0 0,0-1-1 0 0,0 0 1 0 0,0 1-1 0 0,0-1 1 0 0,1 0-1 0 0,-1 0 1 0 0,1 1-1 0 0,-1-1 1 0 0,1 0-1 0 0,0-1 1 0 0,0 1-1 0 0,0 0 1 0 0,0 0-1 0 0,0-1 1 0 0,1 1-1 0 0,-1-1 1 0 0,0 0-1 0 0,1 0 1 0 0,-1 0 0 0 0,3 1-1 0 0,5 0-17 0 0,0 0 0 0 0,0-1 0 0 0,0 0 0 0 0,1 0 0 0 0,-1-1 0 0 0,0-1 0 0 0,0 0-1 0 0,0 0 1 0 0,0-1 0 0 0,0 0 0 0 0,0 0 0 0 0,17-8 0 0 0,-13 4 20 0 0,0 0 0 0 0,0-1 0 0 0,0-1 0 0 0,-1 0 0 0 0,0 0 0 0 0,0-2 0 0 0,17-16 0 0 0,-23 18 112 0 0,3-1 250 0 0,-10 13-12 0 0,0-2-343 0 0,0 0 1 0 0,0-1 0 0 0,0 1 0 0 0,0 0 0 0 0,0 0 0 0 0,0 0 0 0 0,1-1-1 0 0,-1 1 1 0 0,1 0 0 0 0,-1 0 0 0 0,1-1 0 0 0,0 1 0 0 0,-1 0 0 0 0,1-1-1 0 0,0 1 1 0 0,0-1 0 0 0,0 1 0 0 0,2 1 0 0 0,37 35-2271 0 0,-7-21-4718 0 0,-18-13 3319 0 0</inkml:trace>
</inkml:ink>
</file>

<file path=ppt/ink/ink6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47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33 180 0 0,'-5'-19'3397'0'0,"6"19"-3203"0"0,-1-1 1 0 0,0 1-1 0 0,0-1 0 0 0,0 1 0 0 0,0-1 0 0 0,0 1 1 0 0,0-1-1 0 0,0 1 0 0 0,0-1 0 0 0,-1 1 1 0 0,1-1-1 0 0,0 1 0 0 0,0 0 0 0 0,0-1 0 0 0,0 1 1 0 0,-1-1-1 0 0,1 1 0 0 0,0-1 0 0 0,0 1 0 0 0,-1 0 1 0 0,1-1-1 0 0,0 1 0 0 0,0 0 0 0 0,-1-1 1 0 0,1 1-1 0 0,-1 0 0 0 0,1-1 0 0 0,0 1 0 0 0,-1 0 1 0 0,1 0-1 0 0,-1 0 0 0 0,1-1 0 0 0,0 1 1 0 0,-1 0-1 0 0,0 0 0 0 0,0 2-150 0 0,-1 0 1 0 0,1 0-1 0 0,0 0 1 0 0,0 1-1 0 0,0-1 0 0 0,0 0 1 0 0,0 1-1 0 0,0-1 1 0 0,1 0-1 0 0,-1 1 0 0 0,1-1 1 0 0,-1 1-1 0 0,1-1 1 0 0,0 1-1 0 0,0-1 0 0 0,0 1 1 0 0,1-1-1 0 0,-1 1 0 0 0,1-1 1 0 0,0 4-1 0 0,1-2-76 0 0,0 1-1 0 0,0 0 1 0 0,0-1 0 0 0,1 1-1 0 0,0-1 1 0 0,0 0-1 0 0,0 0 1 0 0,0 0-1 0 0,5 4 1 0 0,-6-6-35 0 0,1-1 0 0 0,-1 0 0 0 0,0 0 1 0 0,1 0-1 0 0,-1 0 0 0 0,1 0 0 0 0,-1 0 0 0 0,1-1 0 0 0,-1 1 0 0 0,1-1 1 0 0,-1 0-1 0 0,1 0 0 0 0,0 0 0 0 0,-1 0 0 0 0,4-1 0 0 0,37-6-657 0 0,-38 6 694 0 0,-1-1 0 0 0,1 0 0 0 0,-1 0 0 0 0,1 0 0 0 0,-1-1 0 0 0,0 0 0 0 0,0 1 0 0 0,0-1 0 0 0,6-7 0 0 0,-8 9 381 0 0,-2 0-322 0 0,0 0 1 0 0,0 1-1 0 0,0-1 1 0 0,1 0-1 0 0,-1 1 1 0 0,0-1-1 0 0,1 1 1 0 0,-1-1-1 0 0,0 1 1 0 0,1-1-1 0 0,-1 1 1 0 0,1-1-1 0 0,-1 1 1 0 0,1-1-1 0 0,-1 1 1 0 0,1 0-1 0 0,-1-1 1 0 0,1 1-1 0 0,-1 0 1 0 0,1-1-1 0 0,0 1 1 0 0,-1 0-1 0 0,1 0 1 0 0,0-1-1 0 0,-1 1 1 0 0,1 0-1 0 0,-1 0 1 0 0,1 0-1 0 0,1 0 1 0 0,1 38-1608 0 0,3-10-3200 0 0,-2-19 2547 0 0</inkml:trace>
</inkml:ink>
</file>

<file path=ppt/ink/ink6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57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7 107 628 0 0,'0'0'837'0'0,"-6"-14"7467"0"0,16 29-8129 0 0,0 1 0 0 0,0 1 0 0 0,-2 0 0 0 0,0 0 0 0 0,6 20 0 0 0,21 46 275 0 0,-20-56-16 0 0,29 43 0 0 0,-44-70-418 0 0,0 0 0 0 0,0 0 0 0 0,0 1 1 0 0,0-1-1 0 0,1 0 0 0 0,-1 0 0 0 0,0 1 0 0 0,0-1 0 0 0,0 0 0 0 0,1 0 0 0 0,-1 0 1 0 0,0 0-1 0 0,1 1 0 0 0,-1-1 0 0 0,0 0 0 0 0,0 0 0 0 0,1 0 0 0 0,-1 0 0 0 0,0 0 1 0 0,0 0-1 0 0,1 0 0 0 0,-1 0 0 0 0,0 0 0 0 0,1 0 0 0 0,-1 0 0 0 0,0 0 0 0 0,1 0 1 0 0,-1 0-1 0 0,0 0 0 0 0,0 0 0 0 0,1 0 0 0 0,-1 0 0 0 0,0 0 0 0 0,1 0 0 0 0,-1-1 0 0 0,0 1 1 0 0,0 0-1 0 0,1 0 0 0 0,-1 0 0 0 0,0 0 0 0 0,0-1 0 0 0,0 1 0 0 0,1 0 0 0 0,-1 0 1 0 0,0-1-1 0 0,0 1 0 0 0,0 0 0 0 0,1 0 0 0 0,-1-1 0 0 0,13-16 88 0 0,-1 0-1 0 0,-1-1 1 0 0,-1 0-1 0 0,0 0 1 0 0,11-34-1 0 0,30-109 192 0 0,-37 111-199 0 0,-12 42-424 0 0,4-16 266 0 0,1 16-4896 0 0,4 25 699 0 0,-9-14 1811 0 0</inkml:trace>
</inkml:ink>
</file>

<file path=ppt/ink/ink6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58.8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0 207 328 0 0,'0'0'1309'0'0,"20"-1"694"0"0,0-7-1249 0 0,0-1 0 0 0,0 0 1 0 0,-1-2-1 0 0,-1 0 0 0 0,33-26 0 0 0,-44 31-483 0 0,-1-1-1 0 0,0 1 1 0 0,-1-1 0 0 0,0 0 0 0 0,0-1 0 0 0,0 1 0 0 0,-1-1-1 0 0,0 0 1 0 0,5-14 0 0 0,-8 20-94 0 0,-2 0-127 0 0,1 1 0 0 0,0-1 1 0 0,0 0-1 0 0,-1 0 0 0 0,1 1 1 0 0,-1-1-1 0 0,1 0 0 0 0,-1 1 1 0 0,0-1-1 0 0,0 1 0 0 0,0-1 1 0 0,0 1-1 0 0,0-1 0 0 0,0 1 1 0 0,0-1-1 0 0,0 1 0 0 0,-1 0 0 0 0,1 0 1 0 0,0 0-1 0 0,-3-2 0 0 0,0 3-28 0 0,-1 1 0 0 0,1-1-1 0 0,-1 1 1 0 0,1 0-1 0 0,0 0 1 0 0,-1 1-1 0 0,1-1 1 0 0,0 1-1 0 0,0 0 1 0 0,0 0-1 0 0,0 0 1 0 0,1 0 0 0 0,-1 1-1 0 0,1 0 1 0 0,-7 5-1 0 0,-4 5 79 0 0,0-1 0 0 0,-19 24-1 0 0,26-26 6 0 0,-1 0-1 0 0,1 1 0 0 0,1 0 0 0 0,0 0 0 0 0,0 0 0 0 0,1 1 0 0 0,0-1 0 0 0,1 1 0 0 0,-3 16 1 0 0,7-25-61 0 0,-1 1 1 0 0,1-1 0 0 0,-1 1 0 0 0,1 0 0 0 0,0-1 0 0 0,1 1 0 0 0,-1-1 0 0 0,0 1 0 0 0,1-1 0 0 0,0 1-1 0 0,0-1 1 0 0,0 0 0 0 0,0 1 0 0 0,1-1 0 0 0,-1 0 0 0 0,1 0 0 0 0,0 0 0 0 0,0 0 0 0 0,0 0 0 0 0,0 0-1 0 0,0 0 1 0 0,1-1 0 0 0,-1 1 0 0 0,1-1 0 0 0,0 0 0 0 0,-1 0 0 0 0,1 0 0 0 0,0 0 0 0 0,0 0-1 0 0,1-1 1 0 0,-1 1 0 0 0,0-1 0 0 0,0 0 0 0 0,1 0 0 0 0,-1 0 0 0 0,7 1 0 0 0,6 2 32 0 0,-3-1-49 0 0,0 0 1 0 0,0 0-1 0 0,0-2 0 0 0,1 1 0 0 0,-1-2 0 0 0,0 0 0 0 0,18-2 0 0 0,-28 2-40 0 0,22 2 168 0 0,-24-2-213 0 0,0 0 0 0 0,-1 0 0 0 0,1 0 0 0 0,0 0 1 0 0,0 0-1 0 0,-1-1 0 0 0,1 1 0 0 0,0 0 0 0 0,-1 0 0 0 0,1-1 0 0 0,0 1 0 0 0,-1-1 0 0 0,1 1 0 0 0,-1 0 0 0 0,1-1 0 0 0,0 1 1 0 0,-1-1-1 0 0,1 0 0 0 0,-1 1 0 0 0,1-1 0 0 0,-1 1 0 0 0,0-1 0 0 0,1 0 0 0 0,-1 1 0 0 0,0-1 0 0 0,1 0 0 0 0,-1 1 0 0 0,0-1 0 0 0,0 0 1 0 0,1 0-1 0 0,5-11-3732 0 0,0 3-1489 0 0,-2 0 2426 0 0</inkml:trace>
</inkml:ink>
</file>

<file path=ppt/ink/ink6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5:59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36 420 0 0,'0'0'5364'0'0,"7"-23"-2029"0"0,-2 10-1053 0 0,-5 13-2257 0 0,0 0 0 0 0,0 0-1 0 0,0 0 1 0 0,0 0 0 0 0,0 1 0 0 0,0-1-1 0 0,0 0 1 0 0,0 0 0 0 0,0 0-1 0 0,0 0 1 0 0,0 0 0 0 0,0 0 0 0 0,0 0-1 0 0,0 0 1 0 0,1 0 0 0 0,-1 0 0 0 0,0 0-1 0 0,0 0 1 0 0,-39 175 996 0 0,3-22-37 0 0,33-134-797 0 0,-1 0 0 0 0,-9 23 0 0 0,12-40 247 0 0,4-6-402 0 0,24-27-129 0 0,0 2-1 0 0,2 0 1 0 0,45-33 0 0 0,-73 61 87 0 0,0 0 1 0 0,0 0-1 0 0,0 0 1 0 0,0 0-1 0 0,1 0 1 0 0,-1 1-1 0 0,0-1 1 0 0,1 0-1 0 0,-1 1 1 0 0,0-1-1 0 0,1 1 1 0 0,-1 0-1 0 0,0-1 1 0 0,1 1-1 0 0,-1 0 0 0 0,1 0 1 0 0,-1 0-1 0 0,1 0 1 0 0,-1 0-1 0 0,1 0 1 0 0,-1 0-1 0 0,0 0 1 0 0,1 1-1 0 0,-1-1 1 0 0,1 1-1 0 0,-1-1 1 0 0,0 1-1 0 0,1-1 1 0 0,-1 1-1 0 0,0 0 0 0 0,0-1 1 0 0,2 3-1 0 0,1 1 6 0 0,0 2-1 0 0,0-1 1 0 0,0 0-1 0 0,-1 1 1 0 0,0-1-1 0 0,4 10 1 0 0,-5-9 9 0 0,1 0-1 0 0,0-1 1 0 0,0 1 0 0 0,1 0-1 0 0,0-1 1 0 0,6 8 0 0 0,3-2-650 0 0,8 7-599 0 0,-4-5-5811 0 0,-11-9 4094 0 0</inkml:trace>
</inkml:ink>
</file>

<file path=ppt/ink/ink6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0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1 100 0 0,'0'0'4592'0'0,"2"4"-4071"0"0,2 8 4 0 0,-1 1 0 0 0,0 0 0 0 0,-1 0 0 0 0,0 0 0 0 0,-1 0 0 0 0,0 0 0 0 0,-1 1 0 0 0,-2 13 0 0 0,-3-15-917 0 0</inkml:trace>
</inkml:ink>
</file>

<file path=ppt/ink/ink6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0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84 0 0,'0'0'4668'0'0,"3"-16"-3399"0"0</inkml:trace>
</inkml:ink>
</file>

<file path=ppt/ink/ink6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1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130 416 464 0 0,'2'-22'2534'0'0,"-1"20"-1571"0"0,-1-2-864 0 0,0 3 81 0 0,0 0 1 0 0,0 0 0 0 0,0 0 0 0 0,0 0 0 0 0,0 0 0 0 0,0 0 0 0 0,0 0 0 0 0,0 0-1 0 0,0 0 1 0 0,0 0 0 0 0,0 0 0 0 0,-1 0 0 0 0,1 0 0 0 0,0 0 0 0 0,-1 0 0 0 0,1 0-1 0 0,-1 0 1 0 0,1 0 0 0 0,-1 1 0 0 0,1-1 0 0 0,-1 0 0 0 0,0 0 0 0 0,1 0 0 0 0,-1 1 0 0 0,0-1-1 0 0,0 0 1 0 0,-1 0 0 0 0,0 0 247 0 0,-24 12 68 0 0,-31 29 119 0 0,54-38-553 0 0,0 1 1 0 0,-1 1 0 0 0,1-1-1 0 0,0 0 1 0 0,1 1 0 0 0,-1-1-1 0 0,0 1 1 0 0,1 0 0 0 0,0 0-1 0 0,0 0 1 0 0,0 0-1 0 0,1 0 1 0 0,-3 8 0 0 0,4-9-47 0 0,0 0 0 0 0,1 0 1 0 0,-1 0-1 0 0,0-1 0 0 0,1 1 1 0 0,0 0-1 0 0,-1 0 0 0 0,1 0 1 0 0,0 0-1 0 0,1-1 0 0 0,-1 1 0 0 0,0 0 1 0 0,1-1-1 0 0,-1 1 0 0 0,1-1 1 0 0,0 0-1 0 0,0 0 0 0 0,0 1 1 0 0,0-1-1 0 0,0 0 0 0 0,1-1 1 0 0,-1 1-1 0 0,1 0 0 0 0,-1-1 1 0 0,1 1-1 0 0,-1-1 0 0 0,1 0 1 0 0,0 0-1 0 0,0 0 0 0 0,-1 0 0 0 0,1 0 1 0 0,5 0-1 0 0,6 3-84 0 0,1-2-1 0 0,-1 1 1 0 0,1-2 0 0 0,28 0-1 0 0,-21-3 22 0 0,0-1 0 0 0,-1 0 0 0 0,1-2 0 0 0,0-1 0 0 0,-1 0 0 0 0,-1-2 0 0 0,1 0 0 0 0,-1-2 0 0 0,0 0 0 0 0,-1-1 0 0 0,0-1 0 0 0,-1 0 0 0 0,-1-2 0 0 0,0 0 0 0 0,0-1 0 0 0,-1 0 0 0 0,-1-2 0 0 0,-1 0 0 0 0,-1 0 0 0 0,0-1 0 0 0,-1-1 0 0 0,-1 0 0 0 0,-1-1 0 0 0,0 0 0 0 0,-2 0 0 0 0,0-1 0 0 0,-1 0 0 0 0,-1-1 0 0 0,3-27 0 0 0,-8 36 173 0 0,-1 0-1 0 0,0 0 1 0 0,-1-1 0 0 0,-1 1 0 0 0,-4-18 0 0 0,4 21 72 0 0,2 8-121 0 0,0 2-31 0 0,0 0-41 0 0,0 0 0 0 0,0-1 0 0 0,0 1-1 0 0,0 0 1 0 0,0 0 0 0 0,0 0 0 0 0,0-1 0 0 0,0 1 0 0 0,0 0 0 0 0,0 0 0 0 0,0-1 0 0 0,0 1-1 0 0,0 0 1 0 0,0 0 0 0 0,0-1 0 0 0,0 1 0 0 0,0 0 0 0 0,0 0 0 0 0,-1 0 0 0 0,1-1-1 0 0,0 1 1 0 0,0 0 0 0 0,0 0 0 0 0,0 0 0 0 0,0 0 0 0 0,-1-1 0 0 0,1 1 0 0 0,0 0 0 0 0,0 0-1 0 0,0 0 1 0 0,-1 0 0 0 0,1 0 0 0 0,0-1 0 0 0,0 1 0 0 0,0 0 0 0 0,-1 0 0 0 0,1 0 0 0 0,0 0-1 0 0,0 0 1 0 0,0 0 0 0 0,-1 0 0 0 0,1 0 0 0 0,0 0 0 0 0,0 0 0 0 0,-1 0 0 0 0,1 0 0 0 0,0 0-1 0 0,0 0 1 0 0,-1 0 0 0 0,1 0 0 0 0,0 0 0 0 0,0 0 0 0 0,-1 1 0 0 0,-11 8 30 0 0,0 1 1 0 0,1 1-1 0 0,0 0 1 0 0,1 1-1 0 0,0 0 1 0 0,1 0 0 0 0,0 1-1 0 0,1 0 1 0 0,0 1-1 0 0,1 0 1 0 0,1 0-1 0 0,0 0 1 0 0,-4 17-1 0 0,3-8 10 0 0,2 0 0 0 0,0 1 0 0 0,2-1 0 0 0,0 1 0 0 0,1-1 0 0 0,2 1-1 0 0,0 0 1 0 0,5 25 0 0 0,-4-42-67 0 0,1 0 1 0 0,0 0-1 0 0,1-1 0 0 0,-1 1 1 0 0,1 0-1 0 0,0-1 0 0 0,1 0 1 0 0,0 1-1 0 0,0-1 0 0 0,0-1 1 0 0,1 1-1 0 0,0-1 0 0 0,0 0 0 0 0,10 9 1 0 0,-14-14 16 0 0,0 1 0 0 0,0 0 0 0 0,0-1 0 0 0,0 1 1 0 0,1-1-1 0 0,-1 1 0 0 0,0-1 0 0 0,0 0 0 0 0,0 0 0 0 0,1 1 0 0 0,-1-1 1 0 0,0 0-1 0 0,0 0 0 0 0,0 0 0 0 0,1 0 0 0 0,-1 0 0 0 0,0-1 1 0 0,0 1-1 0 0,1 0 0 0 0,-1 0 0 0 0,0-1 0 0 0,0 1 0 0 0,2-2 0 0 0,27-15-52 0 0,-21 11 53 0 0,-6 4 81 0 0,0 0 1 0 0,0 0-1 0 0,0-1 0 0 0,0 1 1 0 0,-1-1-1 0 0,1 1 1 0 0,-1-1-1 0 0,0 0 0 0 0,0 0 1 0 0,0 0-1 0 0,3-6 1 0 0,-5 8 190 0 0,2-2 201 0 0,-2 3-433 0 0,0 0-1 0 0,0 0 0 0 0,0 0 0 0 0,0 0 0 0 0,0 0 1 0 0,0-1-1 0 0,0 1 0 0 0,0 0 0 0 0,0 0 0 0 0,0 0 1 0 0,0 0-1 0 0,0 0 0 0 0,0 0 0 0 0,0-1 0 0 0,0 1 1 0 0,0 0-1 0 0,0 0 0 0 0,0 0 0 0 0,0 0 0 0 0,0 0 1 0 0,0 0-1 0 0,0-1 0 0 0,0 1 0 0 0,0 0 0 0 0,0 0 0 0 0,0 0 1 0 0,0 0-1 0 0,0 0 0 0 0,1 0 0 0 0,-1 0 0 0 0,0 0 1 0 0,0-1-1 0 0,0 1 0 0 0,0 0 0 0 0,0 0 0 0 0,0 0 1 0 0,0 0-1 0 0,0 0 0 0 0,1 0 0 0 0,-1 0 0 0 0,0 0 1 0 0,0 0-1 0 0,0 0 0 0 0,0 0 0 0 0,0 0 0 0 0,0 0 1 0 0,1 0-1 0 0,-1 0 0 0 0,0 0 0 0 0,0 0 0 0 0,0 0 1 0 0,0 0-1 0 0,0 0 0 0 0,0 0 0 0 0,1 0 0 0 0,-1 0 1 0 0,0 0-1 0 0,0 0 0 0 0,0 0 0 0 0,0 0 0 0 0,0 0 1 0 0,0 0-1 0 0,0 0 0 0 0,1 1 0 0 0,-1-1 0 0 0,0 0 1 0 0,0 0-1 0 0,0 0 0 0 0,0 0 0 0 0,2 8-3 0 0,-1 0 0 0 0,1-1 0 0 0,1 1 0 0 0,0-1 0 0 0,0 0 0 0 0,5 9 0 0 0,14 10-2450 0 0,-19-25 1788 0 0,-1 1 1 0 0,0-1-1 0 0,0 1 1 0 0,1-1-1 0 0,-1 0 0 0 0,0 0 1 0 0,1-1-1 0 0,-1 1 1 0 0,1 0-1 0 0,0-1 1 0 0,3 1-1 0 0,7-1-2995 0 0</inkml:trace>
</inkml:ink>
</file>

<file path=ppt/ink/ink6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2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12 572 0 0,'0'0'2108'0'0,"-9"-4"4977"0"0,-1 14-6965 0 0,8-7 82 0 0,-22 10 2930 0 0,32-20-2452 0 0,-2-1-2622 0 0,-11-11-7551 0 0</inkml:trace>
</inkml:ink>
</file>

<file path=ppt/ink/ink6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4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1 764 0 0,'0'0'8636'0'0,"-2"4"-8456"0"0,-8 21 146 0 0,4-10-425 0 0,0-1 0 0 0,1 1 1 0 0,-6 27-1 0 0,11-40-457 0 0,4 10-4623 0 0</inkml:trace>
</inkml:ink>
</file>

<file path=ppt/ink/ink6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5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0 24 0 0,'0'0'5617'0'0,"-12"31"-5233"0"0,9-20-108 0 0,-1 3-152 0 0,1 2-124 0 0,0 1-268 0 0,1 3-156 0 0,1 6-537 0 0,-1-8-1031 0 0,-1 6 460 0 0</inkml:trace>
</inkml:ink>
</file>

<file path=ppt/ink/ink6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5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0 652 0 0,'0'0'7285'0'0,"-2"4"-6788"0"0,-7 15 312 0 0,-2-1 1 0 0,-20 30-1 0 0,-11 8-2891 0 0,18-26-2198 0 0,16-18 1748 0 0</inkml:trace>
</inkml:ink>
</file>

<file path=ppt/ink/ink6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5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360 169 784 0 0,'0'-9'634'0'0,"1"-4"315"0"0,-1-1-1 0 0,-1 0 0 0 0,0 1 0 0 0,-1-1 0 0 0,0 1 0 0 0,-6-17 0 0 0,7 27-837 0 0,0 0-1 0 0,-1 0 1 0 0,1 0 0 0 0,-1 0 0 0 0,0 0-1 0 0,0 1 1 0 0,0-1 0 0 0,0 1 0 0 0,0 0-1 0 0,0-1 1 0 0,-1 1 0 0 0,1 0 0 0 0,-1 0-1 0 0,0 0 1 0 0,0 1 0 0 0,0-1 0 0 0,1 1-1 0 0,-1 0 1 0 0,0-1 0 0 0,-1 1 0 0 0,1 1-1 0 0,0-1 1 0 0,0 0 0 0 0,0 1 0 0 0,-1-1-1 0 0,1 1 1 0 0,0 0 0 0 0,0 0 0 0 0,-1 0-1 0 0,1 1 1 0 0,0-1 0 0 0,-6 3 0 0 0,-6 0 42 0 0,1 1 1 0 0,-1 0-1 0 0,1 1 0 0 0,0 1 1 0 0,1 0-1 0 0,0 1 1 0 0,0 1-1 0 0,0 0 0 0 0,-21 18 1 0 0,23-17-47 0 0,2 0 0 0 0,-1 1 0 0 0,1 0 0 0 0,0 0 0 0 0,1 1 0 0 0,-7 13 0 0 0,11-17-15 0 0,0 1 0 0 0,0 1 1 0 0,1-1-1 0 0,0 0 0 0 0,-3 16 1 0 0,6-21-86 0 0,-1 1 0 0 0,1-1 0 0 0,-1 1 0 0 0,1-1 0 0 0,0 1 0 0 0,1-1 0 0 0,-1 1 0 0 0,1-1 0 0 0,-1 1 0 0 0,1-1 0 0 0,0 1 0 0 0,0-1 0 0 0,1 0 0 0 0,-1 1 0 0 0,1-1 0 0 0,-1 0 0 0 0,1 0 0 0 0,4 4 0 0 0,-2-2-57 0 0,1 0 0 0 0,-1-1-1 0 0,1 0 1 0 0,1 0-1 0 0,-1 0 1 0 0,1-1 0 0 0,-1 1-1 0 0,1-1 1 0 0,9 3-1 0 0,4 0-378 0 0,1 0 0 0 0,-1-1 0 0 0,1-1-1 0 0,0-1 1 0 0,30 0 0 0 0,-20-3-587 0 0,-1-1 0 0 0,55-10 0 0 0,9-11-3862 0 0,-67 16 2807 0 0</inkml:trace>
</inkml:ink>
</file>

<file path=ppt/ink/ink6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6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41 190 1492 0 0,'11'-6'358'0'0,"0"0"0"0"0,0-1 0 0 0,0 0 0 0 0,-1-1 0 0 0,0 0 0 0 0,-1-1 0 0 0,1 0 0 0 0,-2 0 0 0 0,1-1 0 0 0,-1 0 0 0 0,-1 0-1 0 0,0-1 1 0 0,0 0 0 0 0,9-23 0 0 0,-16 33-211 0 0,1 0-1 0 0,0 0 1 0 0,-1-1 0 0 0,1 1-1 0 0,-1 0 1 0 0,0 0-1 0 0,1-1 1 0 0,-1 1-1 0 0,0 0 1 0 0,0-1 0 0 0,0 1-1 0 0,0-1 1 0 0,0 1-1 0 0,0 0 1 0 0,0-1-1 0 0,-1 1 1 0 0,1 0 0 0 0,0 0-1 0 0,-1-1 1 0 0,0-1-1 0 0,0 3-103 0 0,0-1 0 0 0,0 0-1 0 0,0 1 1 0 0,0-1 0 0 0,0 1-1 0 0,0-1 1 0 0,0 1 0 0 0,0 0-1 0 0,0-1 1 0 0,0 1 0 0 0,0 0-1 0 0,0 0 1 0 0,-1 0-1 0 0,1 0 1 0 0,0-1 0 0 0,0 2-1 0 0,0-1 1 0 0,0 0 0 0 0,0 0-1 0 0,0 0 1 0 0,-1 0 0 0 0,1 1-1 0 0,0-1 1 0 0,0 1 0 0 0,-1 0-1 0 0,-14 4 187 0 0,1 0 0 0 0,0 1 0 0 0,0 1 0 0 0,0 1 0 0 0,1 0-1 0 0,0 1 1 0 0,0 0 0 0 0,-20 19 0 0 0,34-27-226 0 0,-1-1 0 0 0,1 0-1 0 0,-1 0 1 0 0,1 1 0 0 0,0-1 0 0 0,-1 0 0 0 0,1 1 0 0 0,0-1-1 0 0,0 1 1 0 0,-1-1 0 0 0,1 0 0 0 0,0 1 0 0 0,0-1 0 0 0,-1 1-1 0 0,1-1 1 0 0,0 0 0 0 0,0 1 0 0 0,0-1 0 0 0,0 1 0 0 0,0-1-1 0 0,0 1 1 0 0,0-1 0 0 0,0 1 0 0 0,0-1 0 0 0,0 1-1 0 0,0-1 1 0 0,0 0 0 0 0,0 1 0 0 0,0-1 0 0 0,0 1 0 0 0,0-1-1 0 0,0 1 1 0 0,1-1 0 0 0,-1 1 0 0 0,0-1 0 0 0,0 0 0 0 0,0 1-1 0 0,1-1 1 0 0,-1 0 0 0 0,0 1 0 0 0,1-1 0 0 0,-1 0 0 0 0,0 1-1 0 0,1-1 1 0 0,-1 0 0 0 0,0 1 0 0 0,1-1 0 0 0,1 1-1 0 0,-1 0-1 0 0,1 0 1 0 0,-1-1 0 0 0,1 1 0 0 0,-1-1-1 0 0,1 1 1 0 0,-1-1 0 0 0,1 0 0 0 0,-1 1-1 0 0,1-1 1 0 0,0 0 0 0 0,-1 0 0 0 0,4 0 0 0 0,34-5 8 0 0,-11 3-28 0 0,-26 2-8 0 0,23 8-71 0 0,-23-1 94 0 0,0 0 0 0 0,-1 0-1 0 0,0 1 1 0 0,0-1 0 0 0,-1 14 0 0 0,0-16-6 0 0,0 0 0 0 0,-1-1 0 0 0,2 1 0 0 0,-1 0 0 0 0,0 0-1 0 0,1-1 1 0 0,0 1 0 0 0,0 0 0 0 0,0-1 0 0 0,1 1 0 0 0,0-1 0 0 0,0 1 0 0 0,0-1 0 0 0,0 0 0 0 0,5 7 0 0 0,-5-10-7 0 0,-1 1 0 0 0,1-1 1 0 0,0 1-1 0 0,0-1 0 0 0,0 0 1 0 0,0 0-1 0 0,0 0 0 0 0,1 0 1 0 0,-1 0-1 0 0,0-1 0 0 0,0 1 0 0 0,1 0 1 0 0,-1-1-1 0 0,0 0 0 0 0,1 0 1 0 0,-1 0-1 0 0,0 0 0 0 0,1 0 1 0 0,-1 0-1 0 0,4-1 0 0 0,1-1-55 0 0,0-1 0 0 0,0 1-1 0 0,0-2 1 0 0,-1 1 0 0 0,8-6 0 0 0,-5 4-2 0 0,24-16-471 0 0,45-38 0 0 0,-2 1-148 0 0,-19 13 375 0 0,-56 44 704 0 0,12 26 322 0 0,-13-21-646 0 0,0 1 1 0 0,0-1-1 0 0,0 0 0 0 0,0 1 0 0 0,1-1 1 0 0,0 0-1 0 0,0 0 0 0 0,0 0 0 0 0,0 0 1 0 0,1 0-1 0 0,-1 0 0 0 0,1 0 0 0 0,0 0 1 0 0,0 0-1 0 0,4 4 0 0 0,-2-5-160 0 0,-1-1-1 0 0,1 1 1 0 0,-1-1 0 0 0,1 1-1 0 0,0-1 1 0 0,0-1 0 0 0,0 1-1 0 0,0 0 1 0 0,1-1-1 0 0,-1 0 1 0 0,0 0 0 0 0,0 0-1 0 0,1-1 1 0 0,-1 1-1 0 0,8-1 1 0 0,-3 0-784 0 0,0-1-1 0 0,0 0 1 0 0,0 0-1 0 0,0-1 1 0 0,11-3-1 0 0,-16 4 119 0 0,14-4-1794 0 0</inkml:trace>
</inkml:ink>
</file>

<file path=ppt/ink/ink6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7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1 708 0 0,'0'0'7421'0'0,"18"26"-6208"0"0,-17-23-1285 0 0,-1 0 0 0 0,1-1 1 0 0,-1 1-1 0 0,1 0 1 0 0,0-1-1 0 0,0 1 1 0 0,0-1-1 0 0,0 1 1 0 0,0-1-1 0 0,1 0 1 0 0,-1 1-1 0 0,1-1 1 0 0,-1 0-1 0 0,1 0 1 0 0,0 0-1 0 0,0 0 1 0 0,0 0-1 0 0,0 0 1 0 0,0-1-1 0 0,0 1 1 0 0,1-1-1 0 0,-1 0 0 0 0,4 2 1 0 0,-2-2-99 0 0,-1-1 0 0 0,1 0 0 0 0,-1 1 0 0 0,1-2 0 0 0,-1 1 0 0 0,1 0 0 0 0,0-1 0 0 0,-1 1 0 0 0,1-1 0 0 0,-1 0 0 0 0,0 0 0 0 0,1-1 0 0 0,-1 1 1 0 0,0-1-1 0 0,0 0 0 0 0,1 1 0 0 0,-1-1 0 0 0,3-3 0 0 0,39-31 1687 0 0,-43 35-673 0 0,1-5-413 0 0,-3 6-394 0 0,0 0 1 0 0,0 0-1 0 0,0 0 0 0 0,0 0 0 0 0,0 0 0 0 0,0 0 0 0 0,0 0 0 0 0,0 1 0 0 0,0-1 0 0 0,0 0 0 0 0,0 0 0 0 0,0 0 0 0 0,1 0 0 0 0,-1 0 0 0 0,0 0 0 0 0,0 0 0 0 0,0 0 0 0 0,0 0 0 0 0,0 1 0 0 0,0-1 0 0 0,0 0 0 0 0,0 0 0 0 0,0 0 0 0 0,0 0 0 0 0,0 0 0 0 0,1 0 0 0 0,-1 0 0 0 0,0 0 0 0 0,0 0 0 0 0,0 0 0 0 0,0 0 1 0 0,0 0-1 0 0,0 0 0 0 0,0 0 0 0 0,0 0 0 0 0,1 0 0 0 0,-1 0 0 0 0,0 0 0 0 0,0 0 0 0 0,0 0 0 0 0,0 0 0 0 0,0 0 0 0 0,0 0 0 0 0,0 0 0 0 0,1 0 0 0 0,-1 0 0 0 0,0 0 0 0 0,0 0 0 0 0,0 0 0 0 0,0 0 0 0 0,0 0 0 0 0,0 0 0 0 0,0 0 0 0 0,0-1 0 0 0,0 1 0 0 0,0 0 0 0 0,0 0 0 0 0,1 0 0 0 0,-1 0 0 0 0,0 0 0 0 0,0 0 1 0 0,0 0-1 0 0,1 19-75 0 0,4 25-1218 0 0,3-18-2887 0 0,-2-16 1842 0 0</inkml:trace>
</inkml:ink>
</file>

<file path=ppt/ink/ink6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7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17 180 0 0,'0'0'1061'0'0,"4"-10"1364"0"0,-4 9-2273 0 0,0 1-1 0 0,0 0 0 0 0,0 0 0 0 0,0-1 1 0 0,0 1-1 0 0,0 0 0 0 0,0 0 0 0 0,0 0 0 0 0,0-1 1 0 0,0 1-1 0 0,0 0 0 0 0,0 0 0 0 0,0-1 0 0 0,0 1 1 0 0,0 0-1 0 0,1 0 0 0 0,-1 0 0 0 0,0-1 454 0 0,1 1-454 0 0,-1 0 1 0 0,0 0-1 0 0,0-1 0 0 0,0 1 0 0 0,0 0 1 0 0,1 0-1 0 0,-1 0 0 0 0,0 0 0 0 0,0 0 0 0 0,1 0 1 0 0,-1 0-1 0 0,0 0 0 0 0,0 0 0 0 0,0 0 0 0 0,1 0 1 0 0,-1 0-1 0 0,0 0 0 0 0,0 0 0 0 0,1 0 1 0 0,-1 0-1 0 0,0 0 0 0 0,0 0 0 0 0,1 0 0 0 0,-1 0 1 0 0,2 4-61 0 0,-1 0 1 0 0,0 0 0 0 0,0 0-1 0 0,0 0 1 0 0,0 1 0 0 0,-1-1-1 0 0,1 0 1 0 0,-1 0 0 0 0,0 1-1 0 0,0-1 1 0 0,-1 0 0 0 0,1 0 0 0 0,-1 1-1 0 0,-2 4 1 0 0,2-2-783 0 0,0-1 1 0 0,0 1-1 0 0,0 0 0 0 0,1-1 1 0 0,0 1-1 0 0,1 11 1 0 0</inkml:trace>
</inkml:ink>
</file>

<file path=ppt/ink/ink6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7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0 484 0 0,'0'0'4830'0'0,"4"38"-1863"0"0,-9-15-3117 0 0,-7 14-4414 0 0,6-28 2557 0 0</inkml:trace>
</inkml:ink>
</file>

<file path=ppt/ink/ink6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09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345 693 600 0 0,'-29'-30'2173'0'0,"23"20"-1717"0"0,0 0 0 0 0,1-1 0 0 0,0 1 0 0 0,-4-14 0 0 0,-1-13 529 0 0,-8-44 0 0 0,15 65-799 0 0,-10-47 400 0 0,4 29-362 0 0,1-2 0 0 0,3 1 1 0 0,0-1-1 0 0,3 1 0 0 0,0-1 1 0 0,5-39-1 0 0,-2 66-174 0 0,1 1 1 0 0,0 0-1 0 0,0 1 0 0 0,1-1 1 0 0,0 0-1 0 0,0 1 1 0 0,9-14-1 0 0,-11 18-38 0 0,1 0 1 0 0,0 1-1 0 0,0-1 1 0 0,1 1-1 0 0,-1-1 0 0 0,0 1 1 0 0,1 0-1 0 0,-1 0 1 0 0,1 0-1 0 0,0 0 0 0 0,0 0 1 0 0,0 1-1 0 0,0-1 1 0 0,0 1-1 0 0,0 0 0 0 0,0 0 1 0 0,0 0-1 0 0,0 0 1 0 0,1 0-1 0 0,-1 1 1 0 0,4-1-1 0 0,-6 2-10 0 0,0-1-1 0 0,0 0 1 0 0,0 1-1 0 0,0-1 1 0 0,-1 1 0 0 0,1-1-1 0 0,0 1 1 0 0,0 0 0 0 0,-1-1-1 0 0,1 1 1 0 0,0 0-1 0 0,-1-1 1 0 0,1 1 0 0 0,0 0-1 0 0,-1 0 1 0 0,1 0-1 0 0,-1-1 1 0 0,1 1 0 0 0,-1 0-1 0 0,0 0 1 0 0,1 0 0 0 0,-1 0-1 0 0,0 0 1 0 0,0 0-1 0 0,0 0 1 0 0,1 0 0 0 0,-1 0-1 0 0,0 2 1 0 0,1 28 38 0 0,-4-11-29 0 0,-1-1 0 0 0,-1 0 0 0 0,0 0 1 0 0,-1-1-1 0 0,-1 1 0 0 0,-1-2 1 0 0,-14 25-1 0 0,-82 117 40 0 0,90-140-40 0 0,-24 37 20 0 0,-60 75 122 0 0,98-130-142 0 0,-1-1-1 0 0,1 0 1 0 0,-1 1-1 0 0,1-1 0 0 0,0 1 1 0 0,-1-1-1 0 0,1 1 1 0 0,-1-1-1 0 0,1 1 0 0 0,0-1 1 0 0,-1 1-1 0 0,1-1 1 0 0,0 1-1 0 0,0-1 0 0 0,0 1 1 0 0,-1-1-1 0 0,1 1 1 0 0,0 0-1 0 0,0-1 0 0 0,0 1 1 0 0,0-1-1 0 0,0 1 1 0 0,0 0-1 0 0,0-1 0 0 0,0 1 1 0 0,0-1-1 0 0,0 1 1 0 0,0 0-1 0 0,0-1 0 0 0,1 1 1 0 0,-1-1-1 0 0,0 2 1 0 0,21 5 50 0 0,32-9-380 0 0,-50 2 259 0 0,28-3-917 0 0,48-12 0 0 0,-8-7-3128 0 0,-32 7 1610 0 0</inkml:trace>
</inkml:ink>
</file>

<file path=ppt/ink/ink6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0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10 740 0 0,'0'0'2508'0'0,"0"-1"-2161"0"0,-1 1 0 0 0,0-1 1 0 0,0 0-1 0 0,0 0 0 0 0,0 1 1 0 0,0-1-1 0 0,0 0 1 0 0,0 1-1 0 0,0-1 0 0 0,0 1 1 0 0,0-1-1 0 0,0 1 0 0 0,0 0 1 0 0,0-1-1 0 0,0 1 0 0 0,0 0 1 0 0,0 0-1 0 0,-2-1 1 0 0,-4 10-78 0 0,1 0 0 0 0,0 0 0 0 0,0 0 0 0 0,1 0 0 0 0,0 1 0 0 0,1 0 0 0 0,0 0 0 0 0,1 0 0 0 0,0 0 0 0 0,-2 13 1 0 0,3-9-868 0 0,0 0 1 0 0,1 0 0 0 0,0 1 0 0 0,2 15 0 0 0,-1-29 314 0 0,0 0 1 0 0,0 0-1 0 0,1 0 0 0 0,-1-1 0 0 0,0 1 0 0 0,1 0 1 0 0,-1 0-1 0 0,1 0 0 0 0,-1 0 0 0 0,1 0 0 0 0,-1 0 0 0 0,1-1 1 0 0,-1 1-1 0 0,1 0 0 0 0,0 0 0 0 0,-1-1 0 0 0,1 1 1 0 0,2 1-1 0 0,-3-2-117 0 0</inkml:trace>
</inkml:ink>
</file>

<file path=ppt/ink/ink6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0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9 120 0 0,'-3'-8'7657'0'0,"-2"19"-7401"0"0,0 1-1 0 0,1 1 1 0 0,0-1-1 0 0,1 0 1 0 0,1 1-1 0 0,0 0 1 0 0,0 19-1 0 0,1-21-895 0 0,1-1 0 0 0,1 1 0 0 0,0 0 0 0 0,0 0 0 0 0,6 17 0 0 0,-6-24-1625 0 0,4 6 173 0 0</inkml:trace>
</inkml:ink>
</file>

<file path=ppt/ink/ink6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0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71 8945 0 0,'0'-5'167'0'0,"-1"0"0"0"0,1 0 0 0 0,-1 1-1 0 0,0-1 1 0 0,-1 0 0 0 0,1 0 0 0 0,-1 0 0 0 0,0 1 0 0 0,0-1 0 0 0,0 1 0 0 0,0 0 0 0 0,-1-1 0 0 0,-4-4 0 0 0,6 8 568 0 0,-11 44 61 0 0,-32 185 688 0 0,-21 83-317 0 0,48-270-1552 0 0,5-13-3326 0 0,12-26 2654 0 0</inkml:trace>
</inkml:ink>
</file>

<file path=ppt/ink/ink6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1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0 113 572 0 0,'8'-8'520'0'0,"1"1"1"0"0,-1 0-1 0 0,1 0 1 0 0,0 1-1 0 0,1 0 0 0 0,-1 1 1 0 0,1 0-1 0 0,1 1 1 0 0,17-6-1 0 0,14-2-260 0 0,46-7 0 0 0,-74 16-392 0 0,33-7-3212 0 0,-32 7 1756 0 0</inkml:trace>
</inkml:ink>
</file>

<file path=ppt/ink/ink6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1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94 436 0 0,'3'-1'161'0'0,"-1"0"-1"0"0,1 1 1 0 0,0-1-1 0 0,0 1 1 0 0,0 0 0 0 0,0-1-1 0 0,0 1 1 0 0,0 0 0 0 0,0 1-1 0 0,-1-1 1 0 0,1 1-1 0 0,0-1 1 0 0,0 1 0 0 0,0 0-1 0 0,0 0 1 0 0,-1 0-1 0 0,1 0 1 0 0,0 0 0 0 0,-1 1-1 0 0,1-1 1 0 0,-1 1 0 0 0,0 0-1 0 0,1 0 1 0 0,-1 0-1 0 0,0 0 1 0 0,0 0 0 0 0,0 0-1 0 0,0 0 1 0 0,-1 1-1 0 0,1-1 1 0 0,2 5 0 0 0,-3-4-74 0 0,1 1-1 0 0,-1 0 1 0 0,1 0 0 0 0,-1 0 0 0 0,0 0 0 0 0,-1 1 0 0 0,1-1 0 0 0,-1 0 0 0 0,0 0 0 0 0,0 0 0 0 0,0 0-1 0 0,0 1 1 0 0,-1-1 0 0 0,0 0 0 0 0,1 0 0 0 0,-2 0 0 0 0,1 0 0 0 0,0 0 0 0 0,-1 0 0 0 0,0 0-1 0 0,-2 4 1 0 0,-1 0 155 0 0,4-7-186 0 0,0 1 1 0 0,0 0-1 0 0,0-1 0 0 0,0 1 1 0 0,0-1-1 0 0,0 1 0 0 0,-1-1 1 0 0,1 0-1 0 0,0 1 0 0 0,-1-1 1 0 0,1 0-1 0 0,-1 0 0 0 0,1 0 1 0 0,-3 1-1 0 0,3-2 948 0 0,0 0-983 0 0,0-1-1 0 0,0 0 1 0 0,0 0-1 0 0,1 0 1 0 0,-1 0-1 0 0,0 0 1 0 0,1 0-1 0 0,-1 0 1 0 0,1 0-1 0 0,-1 0 1 0 0,1 0-1 0 0,-1 0 1 0 0,1 0-1 0 0,0 0 1 0 0,0 0-1 0 0,-1 0 1 0 0,1 0-1 0 0,0-1 1 0 0,0 0-1 0 0,8-9 33 0 0,0-1 0 0 0,0 2 0 0 0,1-1-1 0 0,0 1 1 0 0,1 1 0 0 0,0-1 0 0 0,17-10 0 0 0,85-51 92 0 0,-77 48 327 0 0,-34 22 797 0 0,5-2-1205 0 0,-6 3-50 0 0,0 0 0 0 0,0 0 0 0 0,0 0-1 0 0,0 0 1 0 0,0 0 0 0 0,0 0 0 0 0,0 0 0 0 0,0 0 0 0 0,0 0-1 0 0,0 0 1 0 0,0 1 0 0 0,0-1 0 0 0,0 0 0 0 0,0 0 0 0 0,0 0 0 0 0,0 0-1 0 0,0 0 1 0 0,0 0 0 0 0,0 0 0 0 0,0 0 0 0 0,0 0 0 0 0,0 0-1 0 0,0 0 1 0 0,0 0 0 0 0,0 1 0 0 0,0-1 0 0 0,1 0 0 0 0,-1 0-1 0 0,0 0 1 0 0,0 0 0 0 0,0 0 0 0 0,0 0 0 0 0,0 0 0 0 0,0 0-1 0 0,0 0 1 0 0,0 0 0 0 0,0 0 0 0 0,0 0 0 0 0,0 0 0 0 0,0 0-1 0 0,1 0 1 0 0,-1 0 0 0 0,0 0 0 0 0,0 0 0 0 0,-11 19-22 0 0,9-14 12 0 0,1 0 1 0 0,0 0-1 0 0,0 1 1 0 0,0-1-1 0 0,1 1 1 0 0,0-1-1 0 0,0 0 1 0 0,0 1-1 0 0,1-1 0 0 0,0 1 1 0 0,0-1-1 0 0,3 11 1 0 0,-3-13 6 0 0,1 1 0 0 0,-1-1 0 0 0,1 0 0 0 0,0 1 1 0 0,0-1-1 0 0,0 0 0 0 0,0 0 0 0 0,1-1 0 0 0,-1 1 0 0 0,1 0 0 0 0,-1-1 1 0 0,1 1-1 0 0,0-1 0 0 0,0 0 0 0 0,0 0 0 0 0,1 0 0 0 0,-1 0 0 0 0,0-1 0 0 0,1 1 1 0 0,-1-1-1 0 0,1 0 0 0 0,-1 0 0 0 0,1 0 0 0 0,0 0 0 0 0,-1-1 0 0 0,1 0 1 0 0,0 1-1 0 0,-1-1 0 0 0,1 0 0 0 0,0-1 0 0 0,-1 1 0 0 0,1-1 0 0 0,0 0 1 0 0,-1 0-1 0 0,1 0 0 0 0,-1 0 0 0 0,1 0 0 0 0,-1-1 0 0 0,0 0 0 0 0,1 1 1 0 0,-1-1-1 0 0,0-1 0 0 0,0 1 0 0 0,0 0 0 0 0,-1-1 0 0 0,1 1 0 0 0,0-1 1 0 0,-1 0-1 0 0,0 0 0 0 0,3-4 0 0 0,-3 0 46 0 0,1 0 0 0 0,-2-1 0 0 0,1 1 0 0 0,-1-1 0 0 0,0 1 0 0 0,0-1 0 0 0,-1 0-1 0 0,0 1 1 0 0,-1-1 0 0 0,0 0 0 0 0,0 1 0 0 0,0-1 0 0 0,-1 1 0 0 0,0 0 0 0 0,0-1 0 0 0,-6-9 0 0 0,8 16-21 0 0,-2-16-193 0 0,19 27-5867 0 0,-7 0 2071 0 0</inkml:trace>
</inkml:ink>
</file>

<file path=ppt/ink/ink6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2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0 668 0 0,'0'0'6905'0'0,"-5"1"-6381"0"0,-4 1-177 0 0,0 1 0 0 0,0 0 1 0 0,1 1-1 0 0,-1 0 0 0 0,1 0 0 0 0,-12 8 0 0 0,16-9-177 0 0,0-1 0 0 0,0 1 0 0 0,0 0 0 0 0,0 0 0 0 0,1 0 0 0 0,-1 1 0 0 0,1-1 0 0 0,0 1 0 0 0,0 0 0 0 0,1 0 0 0 0,-1 0 1 0 0,1 0-1 0 0,0 0 0 0 0,0 1 0 0 0,-3 7 0 0 0,5-11-150 0 0,0 1 0 0 0,0-1 0 0 0,0 1 0 0 0,0-1 0 0 0,0 1 0 0 0,0-1 0 0 0,0 1 0 0 0,0-1 0 0 0,1 1 0 0 0,-1-1 0 0 0,1 0 0 0 0,-1 1 0 0 0,1-1 1 0 0,0 0-1 0 0,-1 1 0 0 0,1-1 0 0 0,0 0 0 0 0,0 0 0 0 0,0 1 0 0 0,0-1 0 0 0,2 2 0 0 0,0-1-98 0 0,0 1-1 0 0,1-1 1 0 0,0 1 0 0 0,0-1 0 0 0,-1 0 0 0 0,1-1-1 0 0,7 3 1 0 0,4 0-1007 0 0,0 0 0 0 0,32 3 0 0 0,-17-8-3767 0 0,-13 1 2064 0 0</inkml:trace>
</inkml:ink>
</file>

<file path=ppt/ink/ink6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2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28 496 0 0,'0'0'977'0'0,"-5"-18"3654"0"0,1 8-1080 0 0,1 10-1150 0 0,-20 82-1655 0 0,-16 111 0 0 0,37-156-609 0 0,3-36-136 0 0,-1 0-1 0 0,0-1 1 0 0,0 1 0 0 0,1-1 0 0 0,-1 1 0 0 0,0 0 0 0 0,1-1 0 0 0,-1 1 0 0 0,0-1 0 0 0,1 1 0 0 0,-1-1 0 0 0,1 1 0 0 0,-1-1 0 0 0,1 1 0 0 0,-1-1 0 0 0,1 0 0 0 0,-1 1 0 0 0,1-1 0 0 0,0 0 0 0 0,-1 1 0 0 0,1-1 0 0 0,-1 0 0 0 0,1 0 0 0 0,0 1-1 0 0,-1-1 1 0 0,1 0 0 0 0,0 0 0 0 0,-1 0 0 0 0,1 0 0 0 0,0 0 0 0 0,-1 0 0 0 0,1 0 0 0 0,0 0 0 0 0,-1 0 0 0 0,1 0 0 0 0,0-1 0 0 0,-1 1 0 0 0,1 0 0 0 0,0 0 0 0 0,-1-1 0 0 0,1 1 0 0 0,-1 0 0 0 0,1-1 0 0 0,0 0 0 0 0,36-13-40 0 0,-34 12 36 0 0,40-21-2 0 0,-1-2 0 0 0,56-45 0 0 0,-92 65 17 0 0,22-11 162 0 0,-28 16-168 0 0,0 0 0 0 0,1 0 1 0 0,-1 0-1 0 0,1 1 1 0 0,-1-1-1 0 0,0 0 1 0 0,1 0-1 0 0,-1 0 1 0 0,0 1-1 0 0,1-1 0 0 0,-1 0 1 0 0,0 1-1 0 0,1-1 1 0 0,-1 0-1 0 0,0 1 1 0 0,0-1-1 0 0,1 0 1 0 0,-1 1-1 0 0,0-1 0 0 0,0 0 1 0 0,0 1-1 0 0,1-1 1 0 0,-1 0-1 0 0,0 1 1 0 0,0-1-1 0 0,0 1 0 0 0,0-1 1 0 0,0 1-1 0 0,0-1 1 0 0,0 0-1 0 0,0 1 1 0 0,0-1-1 0 0,0 1 1 0 0,0-1-1 0 0,0 0 0 0 0,0 1 1 0 0,0-1-1 0 0,0 1 1 0 0,-1-1-1 0 0,1 0 1 0 0,0 1-1 0 0,0-1 1 0 0,0 1-1 0 0,-1-1 0 0 0,1 0 1 0 0,0 1-1 0 0,-1 3 56 0 0,-13 41 180 0 0,14-42-296 0 0,0-1 1 0 0,0 1 0 0 0,0-1-1 0 0,0 1 1 0 0,0-1-1 0 0,1 1 1 0 0,-1-1 0 0 0,1 0-1 0 0,-1 1 1 0 0,1-1 0 0 0,0 0-1 0 0,0 1 1 0 0,0-1 0 0 0,0 0-1 0 0,1 0 1 0 0,-1 0 0 0 0,1 0-1 0 0,-1 0 1 0 0,1 0-1 0 0,0 0 1 0 0,-1 0 0 0 0,1-1-1 0 0,0 1 1 0 0,0-1 0 0 0,4 3-1 0 0,-3-3-530 0 0,1 1 0 0 0,-1-1 0 0 0,0 0 0 0 0,0 0 0 0 0,1 0 0 0 0,-1-1 0 0 0,0 1 0 0 0,1-1 0 0 0,-1 0 0 0 0,1 0 0 0 0,-1 0 0 0 0,4-1 0 0 0,7-2-2503 0 0</inkml:trace>
</inkml:ink>
</file>

<file path=ppt/ink/ink6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3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4 448 0 0,'0'0'967'0'0,"-9"-4"5211"0"0,-22 77-3523 0 0,23-40-4444 0 0,8-31 999 0 0</inkml:trace>
</inkml:ink>
</file>

<file path=ppt/ink/ink6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3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1 568 0 0,'0'0'5184'0'0,"-2"4"-4507"0"0,-4 13-5 0 0,-2 0-1 0 0,0 0 0 0 0,-1-1 1 0 0,-13 19-1 0 0,-28 27-6379 0 0,40-54 3414 0 0</inkml:trace>
</inkml:ink>
</file>

<file path=ppt/ink/ink6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8.6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94 420 0 0,'-4'-8'1162'0'0,"-1"-1"0"0"0,2 1 1 0 0,-1-1-1 0 0,1 0 0 0 0,0 0 0 0 0,-1-11 0 0 0,3 17-557 0 0,2 0 271 0 0,-1 3-838 0 0,0-1 0 0 0,0 1 1 0 0,-1-1-1 0 0,1 1 0 0 0,0-1 0 0 0,0 1 0 0 0,0-1 0 0 0,0 1 0 0 0,1-1 0 0 0,-1 1 0 0 0,0-1 0 0 0,0 1 0 0 0,0-1 0 0 0,0 1 0 0 0,0-1 0 0 0,1 1 0 0 0,-1-1 1 0 0,0 1-1 0 0,0-1 0 0 0,1 1 0 0 0,-1-1 0 0 0,0 1 0 0 0,1 0 0 0 0,-1-1 0 0 0,1 1 0 0 0,-1-1 0 0 0,0 1 0 0 0,1 0 0 0 0,-1 0 0 0 0,1-1 0 0 0,-1 1 1 0 0,1 0-1 0 0,-1 0 0 0 0,1-1 0 0 0,-1 1 0 0 0,1 0 0 0 0,-1 0 0 0 0,1 0 0 0 0,-1 0 0 0 0,1 0 0 0 0,-1 0 0 0 0,1 0 0 0 0,-1 0 0 0 0,1 0 0 0 0,-1 0 0 0 0,1 0 1 0 0,-1 0-1 0 0,1 0 0 0 0,-1 0 0 0 0,2 1 0 0 0,3 2 37 0 0,1 0 1 0 0,-1 0-1 0 0,1 1 1 0 0,-1-1-1 0 0,0 1 1 0 0,0 1-1 0 0,-1-1 1 0 0,1 1-1 0 0,-1-1 1 0 0,0 1 0 0 0,0 0-1 0 0,-1 1 1 0 0,0-1-1 0 0,1 1 1 0 0,-2 0-1 0 0,1-1 1 0 0,-1 1-1 0 0,0 0 1 0 0,0 0-1 0 0,0 1 1 0 0,-1-1-1 0 0,1 13 1 0 0,-1-8-25 0 0,0 0 1 0 0,-1 1-1 0 0,0-1 1 0 0,-1 0-1 0 0,0 1 1 0 0,-1-1-1 0 0,0 0 1 0 0,-1 0 0 0 0,0 0-1 0 0,0 0 1 0 0,-1-1-1 0 0,-9 16 1 0 0,12-23-35 0 0,-1 0 0 0 0,0 0 0 0 0,0 0 0 0 0,0-1 0 0 0,0 1 0 0 0,0-1-1 0 0,0 0 1 0 0,0 1 0 0 0,-1-1 0 0 0,1 0 0 0 0,-1 0 0 0 0,-5 2 0 0 0,7-3 39 0 0,-6-6-75 0 0,6 5 16 0 0,1 0 1 0 0,-1 0-1 0 0,1 0 1 0 0,-1 0-1 0 0,0 0 0 0 0,1-1 1 0 0,-1 1-1 0 0,0 0 1 0 0,1 0-1 0 0,-1-1 1 0 0,1 1-1 0 0,-1 0 0 0 0,1-1 1 0 0,-1 1-1 0 0,1-1 1 0 0,-1 1-1 0 0,1-1 1 0 0,-1 1-1 0 0,1-1 0 0 0,0 1 1 0 0,-1-2-1 0 0,0-4-19 0 0,0 0-1 0 0,1-1 1 0 0,0 1-1 0 0,0-1 1 0 0,1 1-1 0 0,-1 0 0 0 0,2 0 1 0 0,-1-1-1 0 0,1 1 1 0 0,-1 0-1 0 0,2 0 1 0 0,-1 0-1 0 0,1 1 1 0 0,0-1-1 0 0,6-10 1 0 0,-4 8-1 0 0,0 0 0 0 0,0 0 1 0 0,1 0-1 0 0,0 1 1 0 0,1 0-1 0 0,-1 0 0 0 0,1 1 1 0 0,0-1-1 0 0,1 1 1 0 0,14-8-1 0 0,-15 10 14 0 0,1 1-1 0 0,1-1 1 0 0,-1 2 0 0 0,0-1 0 0 0,1 1-1 0 0,-1 1 1 0 0,1-1 0 0 0,-1 1-1 0 0,1 1 1 0 0,0 0 0 0 0,0 0 0 0 0,-1 0-1 0 0,1 1 1 0 0,0 1 0 0 0,-1-1 0 0 0,0 1-1 0 0,1 1 1 0 0,-1 0 0 0 0,0 0-1 0 0,0 0 1 0 0,0 1 0 0 0,0 1 0 0 0,-1-1-1 0 0,0 1 1 0 0,0 0 0 0 0,0 1-1 0 0,0-1 1 0 0,-1 1 0 0 0,0 1 0 0 0,0-1-1 0 0,-1 1 1 0 0,0 0 0 0 0,0 0 0 0 0,4 9-1 0 0,-8-13 5 0 0,0 0 0 0 0,0 0 1 0 0,0 0-1 0 0,0 0 0 0 0,-1 0 0 0 0,1 0 0 0 0,-1 0 0 0 0,0 0 0 0 0,0 0 0 0 0,0 0 0 0 0,0 0 0 0 0,-1 0 0 0 0,1 0 1 0 0,-1 0-1 0 0,-1 3 0 0 0,0 10 41 0 0,1-14-58 0 0,6-6-300 0 0,0 0 280 0 0,-1-1-1 0 0,1 0 1 0 0,-1 1-1 0 0,0-1 0 0 0,3-7 1 0 0,9-9-107 0 0,-8 12 92 0 0,0 0 0 0 0,1 1 0 0 0,0 0 0 0 0,0 0 1 0 0,1 1-1 0 0,10-7 0 0 0,-15 12 45 0 0,0 1 0 0 0,-1-1 1 0 0,1 1-1 0 0,0-1 1 0 0,0 1-1 0 0,0 1 0 0 0,0-1 1 0 0,0 1-1 0 0,1 0 0 0 0,-1 0 1 0 0,0 0-1 0 0,0 1 1 0 0,0 0-1 0 0,0 0 0 0 0,0 0 1 0 0,8 4-1 0 0,94 40 177 0 0,-105-45-23 0 0,4 0-41 0 0,0-1-1 0 0,-1 0 1 0 0,1 0-1 0 0,0-1 1 0 0,8-3-1 0 0,22-9 234 0 0,-35 14-292 0 0,15-15 812 0 0,-20-38-642 0 0,4 51-204 0 0,-4-16 107 0 0,-3 8-60 0 0,2 12-105 0 0,1 8-5 0 0,2 0-1 0 0,-1 0 0 0 0,1 1 0 0 0,1-1 1 0 0,0 0-1 0 0,1 1 0 0 0,0 14 0 0 0,3 0-2633 0 0,-2-13-3724 0 0</inkml:trace>
</inkml:ink>
</file>

<file path=ppt/ink/ink6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9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35 740 0 0,'-3'-9'2276'0'0,"1"-3"413"0"0,7-2-2525 0 0,17 20-845 0 0,0 1-3375 0 0</inkml:trace>
</inkml:ink>
</file>

<file path=ppt/ink/ink6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19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116 125 744 0 0,'0'0'6985'0'0,"-3"-4"-6555"0"0,-11-8-41 0 0,11 9-45 0 0,-1 3-30 0 0,0 1-228 0 0,-1 1 0 0 0,1-1 0 0 0,0 1 0 0 0,0-1 0 0 0,-1 1 0 0 0,1 0 1 0 0,0 1-1 0 0,1-1 0 0 0,-1 1 0 0 0,0 0 0 0 0,1 0 0 0 0,-1 0 0 0 0,1 0 1 0 0,0 0-1 0 0,-4 7 0 0 0,3-4-2 0 0,0 1 1 0 0,1-1-1 0 0,0 1 1 0 0,1 0-1 0 0,0 0 1 0 0,0 0-1 0 0,0 0 0 0 0,1 0 1 0 0,-1 8-1 0 0,1 15 125 0 0,1 1-1 0 0,2-1 1 0 0,10 56-1 0 0,-9-63-106 0 0,4 14 66 0 0,-2 1 1 0 0,-2 0-1 0 0,-1 0 1 0 0,-6 70 0 0 0,-4-97-54 0 0,8-11-120 0 0,0 1 1 0 0,0-1 0 0 0,0 0 0 0 0,0 0 0 0 0,0 0 0 0 0,0 0-1 0 0,0 0 1 0 0,0 0 0 0 0,-1 1 0 0 0,1-1 0 0 0,0 0-1 0 0,0 0 1 0 0,0 0 0 0 0,0 0 0 0 0,0 0 0 0 0,0 0-1 0 0,-1 0 1 0 0,1 0 0 0 0,0 0 0 0 0,0 0 0 0 0,0 1-1 0 0,0-1 1 0 0,-1 0 0 0 0,1 0 0 0 0,0 0 0 0 0,0 0 0 0 0,0 0-1 0 0,0 0 1 0 0,0 0 0 0 0,-1 0 0 0 0,1 0 0 0 0,0 0-1 0 0,0 0 1 0 0,0-1 0 0 0,0 1 0 0 0,-1 0 0 0 0,1 0-1 0 0,0 0 1 0 0,0 0 0 0 0,0 0 0 0 0,0 0 0 0 0,0 0-1 0 0,0 0 1 0 0,-1 0 0 0 0,1 0 0 0 0,0 0 0 0 0,0-1 0 0 0,0 1-1 0 0,0 0 1 0 0,0 0 0 0 0,0 0 0 0 0,0 0 0 0 0,0 0-1 0 0,-1-1 1 0 0,1 1 0 0 0,0 0 0 0 0,0 0 0 0 0,0 0-1 0 0,0 0 1 0 0,0 0 0 0 0,0-1 0 0 0,0-12-69 0 0,1 0 1 0 0,0 0-1 0 0,1 1 1 0 0,0-1-1 0 0,1 0 1 0 0,0 1-1 0 0,1-1 0 0 0,0 1 1 0 0,10-19-1 0 0,70-113-718 0 0,-38 68 442 0 0,48-108-239 0 0,-52 97 766 0 0,-30 71 553 0 0,-11 16-722 0 0,-1 0 0 0 0,0 0 0 0 0,0 0 0 0 0,1 0 0 0 0,-1 0 1 0 0,0 0-1 0 0,0 0 0 0 0,1 0 0 0 0,-1 0 0 0 0,0 0 0 0 0,0 0 0 0 0,1 0 1 0 0,-1 1-1 0 0,0-1 0 0 0,0 0 0 0 0,1 0 0 0 0,-1 0 0 0 0,0 0 1 0 0,0 1-1 0 0,0-1 0 0 0,0 0 0 0 0,1 0 0 0 0,-1 0 0 0 0,0 1 0 0 0,0-1 1 0 0,0 0-1 0 0,0 0 0 0 0,0 0 0 0 0,1 1 0 0 0,-1-1 0 0 0,0 0 1 0 0,0 0-1 0 0,0 1 0 0 0,0-1 0 0 0,0 0 0 0 0,0 0 0 0 0,0 1 0 0 0,0-1 1 0 0,4 51 124 0 0,-1-9 54 0 0,-2-36-158 0 0,1 0 0 0 0,-1 1-1 0 0,1-1 1 0 0,1 0-1 0 0,-1 0 1 0 0,1 0 0 0 0,0 0-1 0 0,1-1 1 0 0,-1 1-1 0 0,9 8 1 0 0,-10-12-20 0 0,0 0 0 0 0,0-1 0 0 0,1 1 0 0 0,-1-1 0 0 0,1 0 0 0 0,-1 0 0 0 0,1 1 0 0 0,-1-2 0 0 0,1 1 0 0 0,0 0 0 0 0,0 0 1 0 0,-1-1-1 0 0,1 0 0 0 0,0 1 0 0 0,0-1 0 0 0,-1 0 0 0 0,1-1 0 0 0,0 1 0 0 0,0 0 0 0 0,-1-1 0 0 0,1 1 0 0 0,0-1 0 0 0,0 0 0 0 0,-1 0 0 0 0,1 0 0 0 0,-1 0 0 0 0,1-1 0 0 0,3-2 0 0 0,7-1-12 0 0,1 0 0 0 0,-1 0 0 0 0,1 1 0 0 0,0 1 0 0 0,0 1 0 0 0,0 0 0 0 0,1 0 0 0 0,-1 2 0 0 0,24 1 0 0 0,-24-1 1 0 0,-7 0-9 0 0,0 0 1 0 0,0 0 0 0 0,1-1-1 0 0,-1 0 1 0 0,0-1 0 0 0,0 1-1 0 0,-1-1 1 0 0,1 0 0 0 0,0-1-1 0 0,-1 0 1 0 0,1 0-1 0 0,-1 0 1 0 0,0-1 0 0 0,0 0-1 0 0,0 0 1 0 0,-1-1 0 0 0,1 1-1 0 0,8-11 1 0 0,-7 6 122 0 0,-1 0 0 0 0,-1 0 0 0 0,0-1 0 0 0,0 1-1 0 0,-1-1 1 0 0,0 0 0 0 0,-1 0 0 0 0,0 0 0 0 0,0-1 0 0 0,-1 1 0 0 0,1-17 0 0 0,-3 30 1042 0 0,2 21-841 0 0,1-1 0 0 0,8 30-1 0 0,-1-4 162 0 0,-4-15-3264 0 0,1-10-5196 0 0,-5-17 4739 0 0</inkml:trace>
</inkml:ink>
</file>

<file path=ppt/ink/ink6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0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59 652 0 0,'0'0'944'0'0,"0"-11"2176"0"0,8-2-2091 0 0,3 5-693 0 0,1 2-200 0 0,0 2-220 0 0,4 1-288 0 0,1 0-589 0 0,-1-2-1039 0 0,2 0 460 0 0</inkml:trace>
</inkml:ink>
</file>

<file path=ppt/ink/ink6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0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1 417 80 0 0,'0'0'2572'0'0,"4"0"-1792"0"0,14-2-181 0 0,0 0 1 0 0,1-1 0 0 0,-1 0-1 0 0,-1-2 1 0 0,1 0-1 0 0,31-14 1 0 0,-9 0 352 0 0,68-42 0 0 0,-93 51-781 0 0,-1-1 0 0 0,1 0 0 0 0,-2-1 1 0 0,0-1-1 0 0,0 0 0 0 0,-1 0 0 0 0,14-22 0 0 0,-22 29-32 0 0,0 0 0 0 0,0 0-1 0 0,-1 0 1 0 0,0 0 0 0 0,0-1-1 0 0,-1 0 1 0 0,1 1 0 0 0,-1-1-1 0 0,-1 0 1 0 0,1 0 0 0 0,-1 0-1 0 0,-1 0 1 0 0,1 0-1 0 0,-1 0 1 0 0,0-1 0 0 0,-1 1-1 0 0,0 0 1 0 0,0 0 0 0 0,0 0-1 0 0,-1 0 1 0 0,-3-8 0 0 0,4 13-107 0 0,1 1 0 0 0,-1 0 0 0 0,1 0 1 0 0,-1 0-1 0 0,1-1 0 0 0,-1 1 0 0 0,0 0 1 0 0,1 0-1 0 0,-1 0 0 0 0,0 0 1 0 0,0 0-1 0 0,0 0 0 0 0,0 0 0 0 0,1 1 1 0 0,-1-1-1 0 0,-1 0 0 0 0,1 0 0 0 0,0 1 1 0 0,0-1-1 0 0,0 1 0 0 0,0-1 1 0 0,0 1-1 0 0,-1-1 0 0 0,1 1 0 0 0,0 0 1 0 0,0-1-1 0 0,-1 1 0 0 0,1 0 0 0 0,0 0 1 0 0,0 0-1 0 0,-1 0 0 0 0,1 0 1 0 0,0 0-1 0 0,0 1 0 0 0,-1-1 0 0 0,1 0 1 0 0,0 1-1 0 0,0-1 0 0 0,0 1 0 0 0,-1-1 1 0 0,1 1-1 0 0,0-1 0 0 0,0 1 0 0 0,0 0 1 0 0,0-1-1 0 0,0 1 0 0 0,0 0 1 0 0,-1 1-1 0 0,-4 3 36 0 0,0 1 0 0 0,0 0 0 0 0,1 0 0 0 0,0 0 0 0 0,0 1 0 0 0,-6 8-1 0 0,-5 15 159 0 0,1 1 0 0 0,2 1 0 0 0,1 0 0 0 0,-13 54 0 0 0,-17 139 541 0 0,31-159-575 0 0,-27 253 624 0 0,37-295-756 0 0,-3 35-1366 0 0,-1-54 549 0 0,-13-33-13186 0 0</inkml:trace>
</inkml:ink>
</file>

<file path=ppt/ink/ink6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0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1 125 180 0 0,'0'0'2255'0'0,"5"-17"427"0"0,6 9-2268 0 0,0 1 1 0 0,1 1-1 0 0,0 0 0 0 0,0 1 0 0 0,0 0 1 0 0,0 0-1 0 0,18-2 0 0 0,99-17-183 0 0,-83 17-482 0 0,71-13-4450 0 0,-90 13 2611 0 0</inkml:trace>
</inkml:ink>
</file>

<file path=ppt/ink/ink6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1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122 7 452 0 0,'2'-7'6725'0'0,"-22"17"-5251"0"0,-29 26-761 0 0,44-30-512 0 0,-1 0-1 0 0,1 0 0 0 0,0 1 1 0 0,0 0-1 0 0,0 0 1 0 0,1 0-1 0 0,0 0 0 0 0,1 1 1 0 0,-4 10-1 0 0,6-15-136 0 0,0 0-1 0 0,0 1 1 0 0,0-1-1 0 0,0 1 1 0 0,1-1-1 0 0,0 0 1 0 0,0 1-1 0 0,-1-1 1 0 0,2 1 0 0 0,-1-1-1 0 0,0 1 1 0 0,1-1-1 0 0,0 0 1 0 0,0 1-1 0 0,0-1 1 0 0,0 0-1 0 0,0 0 1 0 0,0 1-1 0 0,1-1 1 0 0,0 0 0 0 0,0 0-1 0 0,0-1 1 0 0,3 5-1 0 0,-3-5-45 0 0,0-1 0 0 0,0 1-1 0 0,1-1 1 0 0,-1 0 0 0 0,0 0-1 0 0,0 0 1 0 0,1 0 0 0 0,-1 0-1 0 0,1-1 1 0 0,-1 1 0 0 0,1-1 0 0 0,-1 1-1 0 0,1-1 1 0 0,-1 0 0 0 0,1 0-1 0 0,0 0 1 0 0,-1 0 0 0 0,1-1-1 0 0,-1 1 1 0 0,1-1 0 0 0,-1 1 0 0 0,1-1-1 0 0,-1 0 1 0 0,4-2 0 0 0,1 0 10 0 0,-1 0-1 0 0,1 0 1 0 0,-1-1 0 0 0,0 1 0 0 0,0-2 0 0 0,0 1 0 0 0,7-8 0 0 0,-9 7 6 0 0,0 0 0 0 0,0 0 0 0 0,0 0 0 0 0,-1-1 0 0 0,1 0 1 0 0,-1 1-1 0 0,-1-1 0 0 0,1-1 0 0 0,-1 1 0 0 0,0 0 0 0 0,2-12 0 0 0,-4 14-1 0 0,1 0-1 0 0,-1 0 0 0 0,0 0 1 0 0,0-1-1 0 0,0 1 1 0 0,-1 0-1 0 0,1 0 0 0 0,-1 0 1 0 0,0 0-1 0 0,0 0 0 0 0,0 0 1 0 0,-1 0-1 0 0,0 0 0 0 0,1 0 1 0 0,-1 1-1 0 0,-1-1 0 0 0,1 1 1 0 0,0-1-1 0 0,-5-3 0 0 0,7 6-126 0 0,-1 0 1 0 0,0 1-1 0 0,0-1 0 0 0,-1 0 0 0 0,1 0 0 0 0,0 1 0 0 0,0-1 0 0 0,0 1 1 0 0,0-1-1 0 0,-1 1 0 0 0,1-1 0 0 0,0 1 0 0 0,0 0 0 0 0,-1 0 0 0 0,1-1 0 0 0,0 1 1 0 0,0 0-1 0 0,-1 0 0 0 0,1 0 0 0 0,0 1 0 0 0,-1-1 0 0 0,1 0 0 0 0,0 0 0 0 0,0 1 1 0 0,-1-1-1 0 0,1 1 0 0 0,0-1 0 0 0,0 1 0 0 0,0-1 0 0 0,0 1 0 0 0,0 0 1 0 0,-2 0-1 0 0,-8 11-6274 0 0,7-6 3470 0 0</inkml:trace>
</inkml:ink>
</file>

<file path=ppt/ink/ink6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1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47 400 0 0,'29'8'3772'0'0,"-25"-3"-3235"0"0,-1 1 1 0 0,1 0-1 0 0,-1 0 1 0 0,0 0-1 0 0,0 0 1 0 0,-1 0-1 0 0,0 1 1 0 0,3 12 0 0 0,-2-8 430 0 0,-3-9 300 0 0,13-27-832 0 0,-6 11-353 0 0,0 1 0 0 0,1 0-1 0 0,1 1 1 0 0,11-13-1 0 0,-16 21-1023 0 0,0 0 0 0 0,0 0 0 0 0,1 0 0 0 0,-1 1-1 0 0,1 0 1 0 0,0 0 0 0 0,9-4 0 0 0</inkml:trace>
</inkml:ink>
</file>

<file path=ppt/ink/ink6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1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0 144 0 0,'6'20'2128'0'0,"-5"-16"-1898"0"0,1-1 0 0 0,-1 1 0 0 0,0 0 0 0 0,-1-1 0 0 0,1 1 0 0 0,0 0 0 0 0,-1 0 0 0 0,0-1 0 0 0,0 1 1 0 0,0 0-1 0 0,-1 0 0 0 0,1 0 0 0 0,-1-1 0 0 0,0 1 0 0 0,-1 4 0 0 0,-2 1 106 0 0,1 0-1 0 0,-2 0 1 0 0,1-1 0 0 0,-10 14-1 0 0,13-21 280 0 0,5-5-582 0 0,3-3-9 0 0,0 0 0 0 0,1 1 0 0 0,-1 0 1 0 0,2 0-1 0 0,-1 0 0 0 0,0 1 0 0 0,1 1 1 0 0,0-1-1 0 0,0 1 0 0 0,0 1 0 0 0,1 0 1 0 0,-1 0-1 0 0,16-2 0 0 0,-23 5 15 0 0,32 18 413 0 0,-23-8-578 0 0,-5-3 305 0 0,1-1 1 0 0,0 0 0 0 0,0 0-1 0 0,11 6 1 0 0,-15-10-734 0 0,0-1-1 0 0,0 1 1 0 0,0-1-1 0 0,1 0 1 0 0,-1 0-1 0 0,0 0 1 0 0,1-1-1 0 0,-1 1 1 0 0,6-1-1 0 0,7 0-1885 0 0</inkml:trace>
</inkml:ink>
</file>

<file path=ppt/ink/ink6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2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77 188 0 0,'-3'-30'5775'0'0,"2"26"-5014"0"0,0-1 0 0 0,-1 1 0 0 0,1-1 0 0 0,-1 1 0 0 0,0 0 0 0 0,0 0 0 0 0,-3-5 0 0 0,4 8-392 0 0,0 0-328 0 0,0 1 0 0 0,0-1 0 0 0,0 0 1 0 0,0 1-1 0 0,0-1 0 0 0,0 1 0 0 0,0-1 0 0 0,0 1 0 0 0,0 0 1 0 0,0-1-1 0 0,0 1 0 0 0,0 0 0 0 0,0 0 0 0 0,0-1 1 0 0,-1 1-1 0 0,1 0 0 0 0,0 0 0 0 0,0 1 0 0 0,0-1 0 0 0,0 0 1 0 0,0 0-1 0 0,0 0 0 0 0,0 1 0 0 0,-1-1 0 0 0,0 1 1 0 0,-17 12 16 0 0,0 1 0 0 0,1 0 0 0 0,1 2 0 0 0,1 0 0 0 0,0 0 0 0 0,1 2 0 0 0,1 0 0 0 0,0 0 0 0 0,-12 24 0 0 0,25-41-42 0 0,0 0-1 0 0,1 1 1 0 0,-1-1-1 0 0,0 0 0 0 0,0 1 1 0 0,1-1-1 0 0,-1 1 1 0 0,1-1-1 0 0,-1 1 0 0 0,1 0 1 0 0,0-1-1 0 0,0 1 1 0 0,-1-1-1 0 0,1 1 0 0 0,0-1 1 0 0,1 1-1 0 0,-1 0 1 0 0,0-1-1 0 0,0 1 0 0 0,1-1 1 0 0,0 3-1 0 0,0-3-7 0 0,-1 0 0 0 0,1 0 0 0 0,0 0 0 0 0,0 0 0 0 0,1 0 0 0 0,-1 0 0 0 0,0 0 0 0 0,0 0 0 0 0,0-1 0 0 0,1 1 0 0 0,-1 0 0 0 0,0-1 0 0 0,0 1 0 0 0,1-1 0 0 0,-1 0 0 0 0,1 1 0 0 0,-1-1 0 0 0,3 0 0 0 0,3 1-8 0 0,0-1 1 0 0,1 0-1 0 0,-1 0 1 0 0,0-1-1 0 0,0 0 1 0 0,0 0-1 0 0,9-3 1 0 0,-2-1-7 0 0,-2 0 1 0 0,1-1-1 0 0,-1 0 1 0 0,1-1-1 0 0,-2-1 1 0 0,22-16-1 0 0,-32 22 40 0 0,15-1 194 0 0,-11 7-133 0 0,2 7-72 0 0,-2-3-121 0 0,-1-1-1 0 0,1 0 0 0 0,1-1 1 0 0,0 1-1 0 0,11 10 0 0 0,24 5-8482 0 0</inkml:trace>
</inkml:ink>
</file>

<file path=ppt/ink/ink6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5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278 395 520 0 0,'7'-26'2091'0'0,"-6"22"-1798"0"0,1-1 1 0 0,-1 1 0 0 0,1-1-1 0 0,-1 1 1 0 0,-1-1 0 0 0,1 1-1 0 0,-1-1 1 0 0,1 1-1 0 0,-1-1 1 0 0,-1 0 0 0 0,1 1-1 0 0,0-1 1 0 0,-1 1 0 0 0,0-1-1 0 0,0 1 1 0 0,-1-1 0 0 0,1 1-1 0 0,-1 0 1 0 0,-3-7-1 0 0,2 10-229 0 0,1 0 0 0 0,-1 0 0 0 0,0 0 0 0 0,1 1-1 0 0,-1-1 1 0 0,0 1 0 0 0,0-1 0 0 0,1 1-1 0 0,-1 0 1 0 0,0 0 0 0 0,0 0 0 0 0,1 0 0 0 0,-1 1-1 0 0,0-1 1 0 0,-4 2 0 0 0,6-2-42 0 0,-14 4 82 0 0,1-1 0 0 0,0 2 0 0 0,0 0-1 0 0,0 1 1 0 0,0 0 0 0 0,1 1 0 0 0,0 1 0 0 0,1 0-1 0 0,-1 0 1 0 0,-16 17 0 0 0,23-21-43 0 0,1 1 1 0 0,-1 1-1 0 0,1-1 1 0 0,0 1-1 0 0,0 0 0 0 0,1 0 1 0 0,0 0-1 0 0,0 1 0 0 0,1-1 1 0 0,-1 1-1 0 0,1 0 1 0 0,1 0-1 0 0,-1 0 0 0 0,1 1 1 0 0,1-1-1 0 0,-1 0 0 0 0,1 1 1 0 0,1-1-1 0 0,-1 1 1 0 0,1-1-1 0 0,0 1 0 0 0,3 11 1 0 0,-2-14-26 0 0,1 0 0 0 0,1 0 0 0 0,-1 0 1 0 0,1 0-1 0 0,0 0 0 0 0,0-1 0 0 0,0 0 1 0 0,0 1-1 0 0,1-1 0 0 0,0 0 0 0 0,0-1 1 0 0,0 1-1 0 0,0-1 0 0 0,0 1 0 0 0,1-1 1 0 0,0 0-1 0 0,0-1 0 0 0,-1 1 0 0 0,1-1 0 0 0,1 0 1 0 0,-1-1-1 0 0,10 3 0 0 0,5 1-10 0 0,0-1 0 0 0,0-1-1 0 0,0-1 1 0 0,36-1 0 0 0,-26-4-89 0 0,0-1 0 0 0,0-2 1 0 0,-1-1-1 0 0,0-1 0 0 0,-1-1 0 0 0,1-2 1 0 0,-2-1-1 0 0,0-1 0 0 0,0-1 1 0 0,-1-1-1 0 0,42-33 0 0 0,-47 31 20 0 0,-1-1 0 0 0,0-1 0 0 0,-1 0 0 0 0,-1-2-1 0 0,-1 0 1 0 0,-1-1 0 0 0,0 0 0 0 0,-2-1 0 0 0,-1-1 0 0 0,11-27-1 0 0,-19 36 48 0 0,-1-1-1 0 0,-1 1 1 0 0,0-1-1 0 0,-1 0 0 0 0,1-24 1 0 0,2-23 153 0 0,-5 39 17 0 0,0 24-170 0 0,-1-1 0 0 0,1 1 0 0 0,0 0 0 0 0,0-1 0 0 0,0 1 0 0 0,-1 0 0 0 0,1-1 0 0 0,0 1 0 0 0,0 0 0 0 0,-1-1 0 0 0,1 1 0 0 0,0 0 1 0 0,-1-1-1 0 0,1 1 0 0 0,0 0 0 0 0,-1 0 0 0 0,1 0 0 0 0,0-1 0 0 0,-1 1 0 0 0,1 0 0 0 0,-1 0 0 0 0,1 0 0 0 0,0 0 0 0 0,-1 0 1 0 0,1 0-1 0 0,-1-1 0 0 0,1 1 0 0 0,-1 0 0 0 0,-1 1 2 0 0,1-1 1 0 0,-1 1 0 0 0,0 0-1 0 0,1-1 1 0 0,-1 1-1 0 0,1 0 1 0 0,-1 0-1 0 0,1 0 1 0 0,-1 0-1 0 0,1 0 1 0 0,0 0 0 0 0,-1 1-1 0 0,1-1 1 0 0,0 0-1 0 0,0 1 1 0 0,0-1-1 0 0,0 0 1 0 0,-1 3-1 0 0,-10 17 37 0 0,0 0-1 0 0,2 2 1 0 0,0-1-1 0 0,2 1 1 0 0,0 1-1 0 0,2-1 1 0 0,-5 30-1 0 0,9-41-3 0 0,1 1-1 0 0,0-1 1 0 0,0 1-1 0 0,2 0 1 0 0,-1 0-1 0 0,2-1 1 0 0,-1 1-1 0 0,2-1 1 0 0,0 1-1 0 0,0-1 1 0 0,1 0-1 0 0,1 0 0 0 0,0-1 1 0 0,0 1-1 0 0,12 16 1 0 0,-14-24-38 0 0,0 0 0 0 0,1 0 0 0 0,-1-1 0 0 0,1 0 0 0 0,0 1 0 0 0,0-2 1 0 0,0 1-1 0 0,0 0 0 0 0,1-1 0 0 0,-1 1 0 0 0,1-1 0 0 0,-1-1 0 0 0,1 1 0 0 0,0 0 0 0 0,0-1 0 0 0,0 0 0 0 0,-1 0 0 0 0,1-1 1 0 0,0 1-1 0 0,0-1 0 0 0,0 0 0 0 0,0-1 0 0 0,0 1 0 0 0,0-1 0 0 0,0 0 0 0 0,0 0 0 0 0,6-3 0 0 0,0 1-4 0 0,0-1 0 0 0,0 0 0 0 0,-1-1-1 0 0,0 0 1 0 0,0-1 0 0 0,0 0 0 0 0,-1-1-1 0 0,0 0 1 0 0,0 0 0 0 0,14-16 0 0 0,4-27 879 0 0,-26 48-515 0 0,-3 8-334 0 0,1-1-19 0 0,0 0-1 0 0,0 0 0 0 0,0-1 1 0 0,1 1-1 0 0,0 0 0 0 0,-1 0 1 0 0,2 0-1 0 0,-1 0 0 0 0,1 0 1 0 0,-1 0-1 0 0,2 0 0 0 0,-1-1 1 0 0,0 1-1 0 0,1 0 0 0 0,0-1 1 0 0,0 1-1 0 0,0-1 0 0 0,0 0 1 0 0,1 1-1 0 0,0-1 0 0 0,0 0 1 0 0,0-1-1 0 0,0 1 0 0 0,5 3 1 0 0,-5-5-21 0 0,0 0 0 0 0,0 0 0 0 0,1 0 1 0 0,-1-1-1 0 0,1 1 0 0 0,-1-1 0 0 0,1 0 1 0 0,0 0-1 0 0,-1-1 0 0 0,1 1 0 0 0,0-1 1 0 0,-1 1-1 0 0,1-1 0 0 0,0 0 0 0 0,0-1 1 0 0,-1 1-1 0 0,1-1 0 0 0,0 0 0 0 0,-1 1 1 0 0,1-2-1 0 0,0 1 0 0 0,-1 0 0 0 0,1-1 1 0 0,-1 1-1 0 0,0-1 0 0 0,6-4 0 0 0,4-3-30 0 0,-2 0-1 0 0,1 0 1 0 0,-1-1-1 0 0,-1-1 0 0 0,13-15 1 0 0,-22 25 39 0 0,0-1-4 0 0,3-6-2 0 0,-3 7 2 0 0,-5 14-19 0 0,0 0-1 0 0,1 0 1 0 0,0 0 0 0 0,2 0-1 0 0,-2 27 1 0 0,3-38-11 0 0,1-1 19 0 0,0 0-1 0 0,-1 0 0 0 0,1 0 1 0 0,0 0-1 0 0,-1 0 1 0 0,1 0-1 0 0,0 0 0 0 0,0-1 1 0 0,0 1-1 0 0,0 0 0 0 0,0 0 1 0 0,0-1-1 0 0,0 1 1 0 0,0 0-1 0 0,1 0 0 0 0,20-7-125 0 0,-1-2-1 0 0,-1 0 0 0 0,1 0 1 0 0,29-19-1 0 0,41-17-178 0 0,-90 43 298 0 0,1 1 21 0 0,-1 0-1 0 0,1-1 1 0 0,-1 1-1 0 0,1 0 1 0 0,-1 0-1 0 0,0 0 1 0 0,1 0-1 0 0,-1 1 0 0 0,1-1 1 0 0,-1 0-1 0 0,1 1 1 0 0,-1-1-1 0 0,0 1 1 0 0,1-1-1 0 0,-1 1 1 0 0,0 0-1 0 0,1-1 1 0 0,-1 1-1 0 0,0 0 1 0 0,0 0-1 0 0,0 0 1 0 0,0 0-1 0 0,1 0 1 0 0,-2 0-1 0 0,1 0 1 0 0,0 0-1 0 0,0 0 1 0 0,1 3-1 0 0,-1 3 5 0 0,-1 0 0 0 0,0-1-1 0 0,-1 1 1 0 0,1 0 0 0 0,-1-1-1 0 0,-1 1 1 0 0,1 0 0 0 0,-1-1 0 0 0,0 0-1 0 0,-1 1 1 0 0,1-1 0 0 0,-1 0-1 0 0,-7 11 1 0 0,9-16-10 0 0,1 1-58 0 0,0-2 63 0 0,0 0 0 0 0,0 0 0 0 0,0 0 0 0 0,0 0 0 0 0,0 0 0 0 0,1 0 0 0 0,-1 0 0 0 0,0 0 0 0 0,0 0 0 0 0,0 0 0 0 0,0 0 0 0 0,1-1 0 0 0,-1 1 0 0 0,0 0 0 0 0,0 0 0 0 0,0 0 0 0 0,0 0 0 0 0,1 0 0 0 0,-1 0 0 0 0,0 1 0 0 0,0-1 0 0 0,0 0 0 0 0,0 0 0 0 0,0 0 0 0 0,1 0 0 0 0,-1 0 0 0 0,0 0 0 0 0,0 0 0 0 0,0 0 0 0 0,0 0 0 0 0,0 0 0 0 0,1 0 0 0 0,-1 0 0 0 0,0 1 0 0 0,0-1 0 0 0,0 0 0 0 0,0 0 0 0 0,0 0 0 0 0,0 0 0 0 0,0 0 0 0 0,1 1 0 0 0,-1-1 0 0 0,0 0 0 0 0,0 0 0 0 0,0 0 0 0 0,0 0 0 0 0,0 0 0 0 0,0 1 0 0 0,0-1-1 0 0,0 0 1 0 0,0 0 0 0 0,0 0 0 0 0,0 0 0 0 0,0 1 0 0 0,0-1 0 0 0,0 0 0 0 0,0 0 0 0 0,0 0 0 0 0,0 0 0 0 0,0 1 0 0 0,0-1 0 0 0,0 0 0 0 0,-1 0 0 0 0,1 0 0 0 0,0 0 0 0 0,0 0 0 0 0,0 1 0 0 0,0-1 0 0 0,21-9-61 0 0,-1-2 0 0 0,1 0-1 0 0,-2-1 1 0 0,0-1 0 0 0,0 0 0 0 0,-1-2-1 0 0,-1 0 1 0 0,0-1 0 0 0,-2-1-1 0 0,18-22 1 0 0,-12 11 91 0 0,-2-1-1 0 0,-1 0 1 0 0,-1-1-1 0 0,-2-1 1 0 0,-1 0-1 0 0,15-48 1 0 0,-28 70 141 0 0,1 0 0 0 0,-1 0 0 0 0,-1 0 0 0 0,0-1-1 0 0,0 1 1 0 0,0 0 0 0 0,-2 0 0 0 0,1 0 0 0 0,-5-16 0 0 0,5 23 90 0 0,-3 6-209 0 0,-3 5-27 0 0,0 0-1 0 0,0 0 0 0 0,0 0 1 0 0,1 1-1 0 0,1 0 1 0 0,-1 0-1 0 0,2 0 1 0 0,0 1-1 0 0,0 0 0 0 0,0 0 1 0 0,-3 21-1 0 0,5-16 1 0 0,1-1 1 0 0,0 1-1 0 0,0-1 0 0 0,2 0 0 0 0,0 1 1 0 0,1-1-1 0 0,0 0 0 0 0,8 28 0 0 0,-7-37-26 0 0,-1 0 0 0 0,1 0-1 0 0,0 0 1 0 0,0-1-1 0 0,0 1 1 0 0,1-1 0 0 0,0 0-1 0 0,0 1 1 0 0,0-2 0 0 0,1 1-1 0 0,-1-1 1 0 0,8 6 0 0 0,-9-8-9 0 0,0 0 1 0 0,0 0-1 0 0,0 0 1 0 0,0-1-1 0 0,0 1 1 0 0,0-1-1 0 0,1 0 1 0 0,-1 0 0 0 0,1 0-1 0 0,-1 0 1 0 0,1 0-1 0 0,-1-1 1 0 0,1 0-1 0 0,-1 0 1 0 0,1 0-1 0 0,-1 0 1 0 0,1 0-1 0 0,-1-1 1 0 0,1 1-1 0 0,-1-1 1 0 0,1 0-1 0 0,-1 0 1 0 0,4-2 0 0 0,1-1 19 0 0,0-1 1 0 0,-1 1-1 0 0,0-2 1 0 0,0 1 0 0 0,0-1-1 0 0,-1 0 1 0 0,0 0 0 0 0,0-1-1 0 0,-1 1 1 0 0,1-1-1 0 0,-1-1 1 0 0,-1 1 0 0 0,0-1-1 0 0,0 0 1 0 0,0 0 0 0 0,3-11-1 0 0,-7 19 51 0 0,1-1 1 0 0,-1 0-1 0 0,0 1 0 0 0,1-1 0 0 0,-1 0 0 0 0,0 1 1 0 0,0-1-1 0 0,0 0 0 0 0,0 1 0 0 0,0-1 0 0 0,1 0 1 0 0,-1 1-1 0 0,0-1 0 0 0,-1 0 0 0 0,1 1 0 0 0,0-1 1 0 0,0 0-1 0 0,0 0 0 0 0,0 1 0 0 0,0-1 0 0 0,-1 0 1 0 0,1 1-1 0 0,0-1 0 0 0,-1 1 0 0 0,1-1 0 0 0,-1-1 1 0 0,-14 9 230 0 0,11-3-277 0 0,0-1-1 0 0,0 1 1 0 0,1 0-1 0 0,0 0 1 0 0,0 0 0 0 0,0 1-1 0 0,0-1 1 0 0,-2 7-1 0 0,3-5 16 0 0,0 1 0 0 0,0 0 0 0 0,1 0 0 0 0,0 0 0 0 0,1 0 0 0 0,-1 0 0 0 0,2 12 0 0 0,-1-17-29 0 0,0 0-1 0 0,0 0 1 0 0,1 0-1 0 0,-1 0 1 0 0,1 0-1 0 0,-1 0 1 0 0,1 0-1 0 0,0 0 1 0 0,0 0-1 0 0,0 0 1 0 0,0 0 0 0 0,0 0-1 0 0,0-1 1 0 0,1 1-1 0 0,-1 0 1 0 0,1-1-1 0 0,-1 1 1 0 0,1-1-1 0 0,-1 0 1 0 0,1 1-1 0 0,0-1 1 0 0,-1 0-1 0 0,1 0 1 0 0,0 0-1 0 0,0 0 1 0 0,0 0-1 0 0,0-1 1 0 0,0 1-1 0 0,0 0 1 0 0,3-1-1 0 0,2 1-38 0 0,0-1 0 0 0,1 0-1 0 0,-1 0 1 0 0,0 0 0 0 0,1-1-1 0 0,-1-1 1 0 0,0 1-1 0 0,0-1 1 0 0,0 0 0 0 0,0-1-1 0 0,0 1 1 0 0,11-7 0 0 0,6-6-45 0 0,-1 0 1 0 0,23-19 0 0 0,-6 3-118 0 0,-39 31 180 0 0,2 1-5 0 0,1 0 22 0 0,-1 0 1 0 0,0 1-1 0 0,0-1 1 0 0,0 1-1 0 0,0 0 1 0 0,0 0-1 0 0,0 0 1 0 0,0 1-1 0 0,0-1 1 0 0,4 6-1 0 0,-3-4 16 0 0,0 0 0 0 0,1 0-1 0 0,0 0 1 0 0,0 0 0 0 0,0-1-1 0 0,9 5 1 0 0,-1-5-200 0 0,0 0 1 0 0,0-1-1 0 0,0 0 0 0 0,1-1 1 0 0,-1-1-1 0 0,0 0 1 0 0,0 0-1 0 0,1-1 0 0 0,-1-1 1 0 0,0-1-1 0 0,18-5 0 0 0,-30 8 61 0 0,14-9-1477 0 0,-8 0-3251 0 0,1-4 1995 0 0</inkml:trace>
</inkml:ink>
</file>

<file path=ppt/ink/ink6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6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64 784 0 0,'0'0'944'0'0,"2"-16"756"0"0,10 8-236 0 0,2-2-819 0 0,-1 5-97 0 0,0-1-48 0 0,5 3-148 0 0,1 1-160 0 0,2 0-272 0 0,4-1-272 0 0,-4 1-764 0 0,5-1-1213 0 0,-9-1 537 0 0</inkml:trace>
</inkml:ink>
</file>

<file path=ppt/ink/ink6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31 140 0 0,'3'-9'4688'0'0,"-9"-9"-3739"0"0,-7 14-1045 0 0,-8 4-2997 0 0,6 4 1665 0 0</inkml:trace>
</inkml:ink>
</file>

<file path=ppt/ink/ink6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6:26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12 161 628 0 0,'0'0'1640'0'0,"-8"0"-668"0"0,5 0-523 0 0,7 1 2205 0 0,67 3-1714 0 0,1-2-1 0 0,109-13 0 0 0,-121 6-704 0 0,414-31 746 0 0,692-38 844 0 0,-579 63-244 0 0,-520 8 395 0 0,-65 3-1531 0 0,9-4 940 0 0,-11 4-1427 0 0,0 0 0 0 0,0 0 0 0 0,1 0 0 0 0,-1 0 0 0 0,0 0-1 0 0,0-1 1 0 0,1 1 0 0 0,-1 0 0 0 0,0 0 0 0 0,0 0 0 0 0,1 0-1 0 0,-1 0 1 0 0,0 0 0 0 0,0 0 0 0 0,0 0 0 0 0,1-1 0 0 0,-1 1 0 0 0,0 0-1 0 0,0 0 1 0 0,0 0 0 0 0,0-1 0 0 0,1 1 0 0 0,-1 0 0 0 0,0 0 0 0 0,0 0-1 0 0,0-1 1 0 0,0 1 0 0 0,0 0 0 0 0,0 0 0 0 0,0 0 0 0 0,0-1 0 0 0,0 1-1 0 0,1 0 1 0 0,-1 0 0 0 0,0-1 0 0 0,0 1 0 0 0,0 0 0 0 0,0 0 0 0 0,0-1-1 0 0,-1 1 1 0 0,1 0 0 0 0,0 0 0 0 0,0-1 0 0 0,0 1 0 0 0,0 0 0 0 0,0 0-1 0 0,0-1 1 0 0,0 1 0 0 0,-1-1-649 0 0,-8-9 55 0 0,-3 6-5699 0 0,-5 4 1913 0 0</inkml:trace>
</inkml:ink>
</file>

<file path=ppt/ink/ink6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00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66 876 0 0,'-6'-29'1294'0'0,"5"23"-122"0"0,0-6 1983 0 0,-3-4 1058 0 0,-4 14-1099 0 0,-4 9-1286 0 0,5 0-2027 0 0,5-6-75 0 0,-21 24 655 0 0,1 0 0 0 0,1 2 0 0 0,1 0 0 0 0,-31 59 0 0 0,50-85-371 0 0,0 1 1 0 0,0-1 0 0 0,0 1 0 0 0,0 0 0 0 0,0-1 0 0 0,0 1-1 0 0,1 0 1 0 0,-1 0 0 0 0,0 0 0 0 0,1 0 0 0 0,0 0 0 0 0,-1 0 0 0 0,1-1-1 0 0,0 1 1 0 0,0 0 0 0 0,0 0 0 0 0,0 0 0 0 0,0 0 0 0 0,1 0-1 0 0,-1 0 1 0 0,1 0 0 0 0,-1 0 0 0 0,1 0 0 0 0,-1-1 0 0 0,1 1 0 0 0,0 0-1 0 0,0 0 1 0 0,0-1 0 0 0,0 1 0 0 0,0-1 0 0 0,1 1 0 0 0,1 2-1 0 0,3 0 7 0 0,1 0 0 0 0,0 0 0 0 0,0 0-1 0 0,0-1 1 0 0,0 0 0 0 0,14 4-1 0 0,-1-1 10 0 0,-4 0-15 0 0,-4-2 7 0 0,0 1 0 0 0,-1 0 0 0 0,16 9 0 0 0,-23-12-12 0 0,-1 1-1 0 0,0-1 1 0 0,0 1 0 0 0,0 0 0 0 0,0-1 0 0 0,0 2 0 0 0,-1-1 0 0 0,1 0 0 0 0,-1 0 0 0 0,0 1-1 0 0,0-1 1 0 0,0 1 0 0 0,-1 0 0 0 0,3 5 0 0 0,-4-7-2 0 0,0 0 0 0 0,0 0 0 0 0,0 1 0 0 0,-1-1 0 0 0,1 0 0 0 0,0 0 0 0 0,-1 0 0 0 0,0 1 0 0 0,1-1 0 0 0,-1 0 0 0 0,0 0 0 0 0,0 0 0 0 0,0 0 0 0 0,0 0 0 0 0,0 0 0 0 0,-1-1 0 0 0,-2 4 0 0 0,-25 27 29 0 0,24-28-300 0 0,-7 7 434 0 0,0-1 1 0 0,-1 0 0 0 0,-27 16 0 0 0,36-24-390 0 0,1-1-1 0 0,-1 1 1 0 0,1-1 0 0 0,-1 0-1 0 0,1 0 1 0 0,-1 0 0 0 0,0 0-1 0 0,0-1 1 0 0,1 1-1 0 0,-5-1 1 0 0,6 0-239 0 0,0-1-1 0 0,0 1 1 0 0,0-1-1 0 0,-1 1 1 0 0,1-1-1 0 0,0 0 1 0 0,0 0-1 0 0,0 0 1 0 0,1 0-1 0 0,-1 0 0 0 0,0 0 1 0 0,0 0-1 0 0,1 0 1 0 0,-1-1-1 0 0,0 1 1 0 0,1-1-1 0 0,-1 1 1 0 0,-1-4-1 0 0,-3-7-3503 0 0</inkml:trace>
</inkml:ink>
</file>

<file path=ppt/ink/ink6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00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0 159 572 0 0,'19'-19'1738'0'0,"1"0"-1"0"0,1 2 1 0 0,0 0-1 0 0,44-25 1 0 0,-50 34-1354 0 0,0 1 1 0 0,0 0-1 0 0,28-7 1 0 0,-33 12-821 0 0,0 0-1 0 0,0 0 1 0 0,0 1 0 0 0,1 0-1 0 0,-1 1 1 0 0,18 1-1 0 0,-15 3-2494 0 0,-4 0 223 0 0</inkml:trace>
  <inkml:trace contextRef="#ctx0" brushRef="#br0" timeOffset="1">551 342 1204 0 0,'0'0'7281'0'0,"18"-17"-5973"0"0,-14 7-808 0 0,-3-1-684 0 0,7 1-1076 0 0,-3-3-3293 0 0</inkml:trace>
</inkml:ink>
</file>

<file path=ppt/ink/ink6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05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115 339 728 0 0,'-7'-24'2044'0'0,"6"18"-1289"0"0,-1 0 0 0 0,1 1-1 0 0,-1-1 1 0 0,-1 1 0 0 0,1-1-1 0 0,-1 1 1 0 0,0-1 0 0 0,-5-6-1 0 0,7 10-161 0 0,1 2-542 0 0,0 0-1 0 0,0 0 1 0 0,0 0 0 0 0,0-1 0 0 0,0 1-1 0 0,0 0 1 0 0,0 0 0 0 0,0 0 0 0 0,0-1-1 0 0,0 1 1 0 0,0 0 0 0 0,0 0 0 0 0,0 0-1 0 0,0-1 1 0 0,0 1 0 0 0,0 0-1 0 0,0 0 1 0 0,0 0 0 0 0,0-1 0 0 0,0 1-1 0 0,0 0 1 0 0,0 0 0 0 0,-1 0 0 0 0,1 0-1 0 0,0-1 1 0 0,0 1 0 0 0,0 0 0 0 0,0 0-1 0 0,0 0 1 0 0,-1 0 0 0 0,1 0 0 0 0,0-1-1 0 0,0 1 1 0 0,0 0 0 0 0,0 0 0 0 0,-1 0-1 0 0,1 0 1 0 0,0 0 0 0 0,0 0-1 0 0,0 0 1 0 0,-1 0 0 0 0,1 0 0 0 0,0 0-1 0 0,0 0 1 0 0,0 0 0 0 0,-1 0 0 0 0,1 0-1 0 0,0 0 1 0 0,0 0 0 0 0,-1 0 0 0 0,1 0-1 0 0,0 0 1 0 0,0 0 0 0 0,0 0 0 0 0,0 0-1 0 0,-1 0 1 0 0,1 0 0 0 0,0 1 0 0 0,-9 15 183 0 0,1 1 1 0 0,1 1 0 0 0,1-1 0 0 0,1 1 0 0 0,0 0 0 0 0,-4 36 0 0 0,-3 123 585 0 0,8-73-379 0 0,2-90-362 0 0,1 0 1 0 0,1 0-1 0 0,1 0 0 0 0,3 23 0 0 0,-4-35-25 0 0,0 0 8 0 0,-2 5 98 0 0,0-11-70 0 0,-3-58-93 0 0,3-1 1 0 0,2 1-1 0 0,4-1 1 0 0,2 1-1 0 0,28-122 1 0 0,-25 148-7 0 0,2 1 1 0 0,21-51 0 0 0,-27 75-3 0 0,0 0 0 0 0,1 1 1 0 0,0 0-1 0 0,0 0 0 0 0,1 1 1 0 0,1-1-1 0 0,-1 2 0 0 0,1-1 1 0 0,1 1-1 0 0,0 0 0 0 0,19-13 1 0 0,-26 20 10 0 0,0-1 1 0 0,0 1 0 0 0,1 0 0 0 0,-1 0-1 0 0,0 0 1 0 0,1 0 0 0 0,-1 0 0 0 0,1 0-1 0 0,0 1 1 0 0,-1-1 0 0 0,1 1 0 0 0,-1 0 0 0 0,1 0-1 0 0,-1 0 1 0 0,1 0 0 0 0,0 0 0 0 0,-1 0-1 0 0,1 1 1 0 0,-1-1 0 0 0,1 1 0 0 0,-1 0 0 0 0,1 0-1 0 0,-1 0 1 0 0,1 0 0 0 0,-1 0 0 0 0,0 0-1 0 0,0 1 1 0 0,1-1 0 0 0,-1 1 0 0 0,3 3 0 0 0,-2-1 1 0 0,0 0 0 0 0,0-1 0 0 0,-1 2 0 0 0,1-1 0 0 0,-1 0 0 0 0,0 0 0 0 0,0 1 1 0 0,-1-1-1 0 0,1 1 0 0 0,-1-1 0 0 0,0 1 0 0 0,0 0 0 0 0,-1-1 0 0 0,0 1 0 0 0,0 8 1 0 0,0-3-3 0 0,-1 0 1 0 0,0 0-1 0 0,-1 1 1 0 0,0-1 0 0 0,-1 0-1 0 0,0 0 1 0 0,0-1-1 0 0,-1 1 1 0 0,0-1 0 0 0,-1 0-1 0 0,0 0 1 0 0,-1 0-1 0 0,0 0 1 0 0,0-1 0 0 0,0 0-1 0 0,-1-1 1 0 0,-1 1-1 0 0,1-1 1 0 0,-1-1 0 0 0,0 1-1 0 0,-17 9 1 0 0,20-13 2 0 0,0 0 0 0 0,0 0 0 0 0,0-1 0 0 0,0 1 0 0 0,0-1 0 0 0,0 0 0 0 0,-1-1-1 0 0,1 1 1 0 0,-1-1 0 0 0,1 0 0 0 0,-1-1 0 0 0,-7 1 0 0 0,-11 1-20 0 0,20-2-335 0 0,-1 0 1 0 0,0-1 0 0 0,1 1-1 0 0,-1-1 1 0 0,1 0 0 0 0,-1 0 0 0 0,-7-4-1 0 0,10 4-266 0 0</inkml:trace>
</inkml:ink>
</file>

<file path=ppt/ink/ink6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05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75 296 0 0,'0'0'680'0'0,"12"-30"5253"0"0,-24-4-1602 0 0,11 33-4277 0 0,0 0 0 0 0,0 0 0 0 0,-1 0 0 0 0,1 0 0 0 0,0 0 0 0 0,0 1 0 0 0,-1-1 0 0 0,1 0 0 0 0,-1 1 0 0 0,1-1 0 0 0,-1 1 0 0 0,1-1 0 0 0,-1 1 0 0 0,1 0 0 0 0,-1-1 0 0 0,1 1-1 0 0,-1 0 1 0 0,1 0 0 0 0,-1 0 0 0 0,1 0 0 0 0,-1 1 0 0 0,-2-1 0 0 0,-1 6-28 0 0,0-1 1 0 0,0 0-1 0 0,1 1 0 0 0,0 0 1 0 0,0 0-1 0 0,1 0 0 0 0,-1 1 0 0 0,1-1 1 0 0,0 1-1 0 0,1 0 0 0 0,0 0 1 0 0,0 0-1 0 0,0 0 0 0 0,1 0 0 0 0,0 0 1 0 0,1 0-1 0 0,-1 0 0 0 0,1 0 0 0 0,1 1 1 0 0,-1-1-1 0 0,1 0 0 0 0,1 0 1 0 0,-1 0-1 0 0,1 0 0 0 0,0 0 0 0 0,1 0 1 0 0,-1-1-1 0 0,1 1 0 0 0,1-1 1 0 0,-1 1-1 0 0,1-1 0 0 0,0-1 0 0 0,1 1 1 0 0,-1 0-1 0 0,9 7 0 0 0,-6-8-14 0 0,0 0 0 0 0,1-1 0 0 0,-1 0 0 0 0,1 0 0 0 0,0 0 0 0 0,0-1 0 0 0,0 0 0 0 0,0-1 0 0 0,13 2 0 0 0,-18-3-7 0 0,0 0 1 0 0,0-1 0 0 0,0 1-1 0 0,0-1 1 0 0,0 0 0 0 0,0 0 0 0 0,0 0-1 0 0,0 0 1 0 0,0-1 0 0 0,0 1-1 0 0,0-1 1 0 0,0 0 0 0 0,0 0-1 0 0,0 0 1 0 0,-1 0 0 0 0,1-1 0 0 0,0 1-1 0 0,-1-1 1 0 0,1 1 0 0 0,-1-1-1 0 0,1 0 1 0 0,-1 0 0 0 0,0 0-1 0 0,1 0 1 0 0,-1 0 0 0 0,-1-1-1 0 0,1 1 1 0 0,0-1 0 0 0,0 1 0 0 0,1-4-1 0 0,-2 3 19 0 0,0-1 0 0 0,0 1 0 0 0,0 0 0 0 0,0-1 0 0 0,-1 1 1 0 0,1-1-1 0 0,-1 1 0 0 0,0-1 0 0 0,0 1 0 0 0,0-1 0 0 0,-1 1 0 0 0,1 0 0 0 0,-1-1 0 0 0,0 1 0 0 0,0-1 0 0 0,0 1 0 0 0,-2-5 0 0 0,-1 2 8 0 0,1-1-1 0 0,-1 1 1 0 0,-1 0 0 0 0,1 1-1 0 0,-1-1 1 0 0,0 1-1 0 0,0 0 1 0 0,-1 0 0 0 0,1 0-1 0 0,-8-4 1 0 0,8 6-866 0 0,-14-11 2170 0 0,12 11-4457 0 0</inkml:trace>
</inkml:ink>
</file>

<file path=ppt/ink/ink6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07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76 572 0 0,'0'-6'675'0'0,"1"1"1"0"0,-1-1-1 0 0,1 1 1 0 0,0-1-1 0 0,1 1 0 0 0,-1-1 1 0 0,1 1-1 0 0,3-7 1 0 0,-4 11-334 0 0,7-12 1111 0 0,1 7 1361 0 0,-17 61-2086 0 0,-1 6-118 0 0,2 0 0 0 0,2 66 1 0 0,5-100-519 0 0,2-1 1 0 0,0 1 0 0 0,2-1 0 0 0,1 0-1 0 0,1 0 1 0 0,10 25 0 0 0,-15-48-84 0 0,1 0 1 0 0,0 0-1 0 0,0 0 1 0 0,0 0-1 0 0,0 0 1 0 0,0-1-1 0 0,1 1 1 0 0,-1-1-1 0 0,1 1 1 0 0,0-1-1 0 0,-1 0 1 0 0,1 0-1 0 0,0 0 1 0 0,0-1-1 0 0,1 1 1 0 0,-1-1-1 0 0,0 1 1 0 0,0-1-1 0 0,1 0 1 0 0,3 0-1 0 0,-3 0-3 0 0,1 0 0 0 0,-1 0 0 0 0,1-1-1 0 0,0 1 1 0 0,-1-1 0 0 0,1-1 0 0 0,-1 1 0 0 0,1-1 0 0 0,-1 1-1 0 0,1-1 1 0 0,-1-1 0 0 0,0 1 0 0 0,1 0 0 0 0,-1-1-1 0 0,0 0 1 0 0,5-3 0 0 0,10-7 8 0 0,-13 10-15 0 0,-1-2 0 0 0,1 1 1 0 0,-1 0-1 0 0,0-1 0 0 0,0 0 1 0 0,0 0-1 0 0,0-1 1 0 0,-1 0-1 0 0,0 1 0 0 0,0-1 1 0 0,0-1-1 0 0,0 1 0 0 0,-1 0 1 0 0,6-12-1 0 0,-9 12-4 0 0,6-28-16 0 0,-5 31 23 0 0,-5-11 15 0 0,2 6-30 0 0,2 9-58 0 0,0 1 71 0 0,0-1 0 0 0,1 1 0 0 0,-1 0 0 0 0,1-1 0 0 0,0 1 0 0 0,0 0 0 0 0,0-1 0 0 0,0 1 0 0 0,0-1 1 0 0,1 1-1 0 0,-1-1 0 0 0,1 0 0 0 0,-1 1 0 0 0,1-1 0 0 0,0 0 0 0 0,0 0 0 0 0,0 0 0 0 0,0 0 0 0 0,0-1 0 0 0,0 1 1 0 0,1 0-1 0 0,2 1 0 0 0,-3-3 10 0 0,7-4 7 0 0,-8 4-15 0 0,0 0 0 0 0,1 0-1 0 0,-1-1 1 0 0,1 1-1 0 0,-1-1 1 0 0,0 0-1 0 0,1 1 1 0 0,-1-1 0 0 0,0 0-1 0 0,0 0 1 0 0,0 0-1 0 0,1 1 1 0 0,-1-1-1 0 0,0 0 1 0 0,0-1 0 0 0,0 1-1 0 0,-1 0 1 0 0,1 0-1 0 0,0 0 1 0 0,1-3-1 0 0,6-7 3 0 0,-7 10-5 0 0,-1 0 0 0 0,1 0 1 0 0,-1 0-1 0 0,1 0 1 0 0,-1 0-1 0 0,1 0 0 0 0,0 0 1 0 0,-1 0-1 0 0,1 1 0 0 0,0-1 1 0 0,0 0-1 0 0,0 0 0 0 0,-1 1 1 0 0,1-1-1 0 0,0 1 1 0 0,0-1-1 0 0,0 1 0 0 0,0-1 1 0 0,2 0-1 0 0,-2 3 0 0 0,1 1 0 0 0,-1-1 0 0 0,0 1 0 0 0,0-1 0 0 0,0 1 0 0 0,-1-1 0 0 0,1 1 0 0 0,0 0 0 0 0,-1-1-1 0 0,0 1 1 0 0,1 4 0 0 0,4 40 8 0 0,-2 0-1 0 0,-2 1 0 0 0,-2 0 0 0 0,-2-1 1 0 0,-17 84-1 0 0,-6-17 17 0 0,-48 131 1 0 0,64-213 21 0 0,-36 93-71 0 0,39-110 112 0 0,-1 0 1 0 0,0 0-1 0 0,-1 0 1 0 0,0-1 0 0 0,-19 21-1 0 0,28-34-47 0 0,-1 0 0 0 0,0 0 0 0 0,0 0 0 0 0,0 0 0 0 0,1 0 0 0 0,-1 0 0 0 0,0 0 0 0 0,0 0 0 0 0,0-1 0 0 0,-1 1 0 0 0,1 0 0 0 0,0-1-1 0 0,0 1 1 0 0,0 0 0 0 0,0-1 0 0 0,-1 0 0 0 0,1 1 0 0 0,0-1 0 0 0,0 0 0 0 0,-1 1 0 0 0,1-1 0 0 0,0 0 0 0 0,-1 0 0 0 0,1 0 0 0 0,0 0 0 0 0,-1 0 0 0 0,1-1 0 0 0,-2 1 0 0 0,1-2-12 0 0,0 1 1 0 0,1-1-1 0 0,-1 1 1 0 0,1-1-1 0 0,-1 0 1 0 0,1 1-1 0 0,-1-1 1 0 0,1 0-1 0 0,0 0 1 0 0,0 0 0 0 0,0 0-1 0 0,0 0 1 0 0,0 0-1 0 0,0-4 1 0 0,-3-8 18 0 0,1 1 0 0 0,1-1 0 0 0,0 1 0 0 0,0-17 0 0 0,3-1-106 0 0,2 1 0 0 0,1 0 0 0 0,1 1 0 0 0,1-1 0 0 0,2 1 0 0 0,0 0 0 0 0,3 1 0 0 0,0 0 0 0 0,2 0 0 0 0,0 2 0 0 0,32-46 1 0 0,-32 54-762 0 0,0 2 1 0 0,1 0 0 0 0,23-20 0 0 0,1 5-6118 0 0,-23 23 3461 0 0</inkml:trace>
</inkml:ink>
</file>

<file path=ppt/ink/ink6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08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42 752 0 0,'0'0'1602'0'0,"-41"-37"5533"0"0,39 36-6808 0 0,-1 0-243 0 0,1 0 1 0 0,-1 1-1 0 0,1-1 0 0 0,0 1 0 0 0,-1 0 0 0 0,1 0 0 0 0,-1 0 1 0 0,1 0-1 0 0,-1 0 0 0 0,1 0 0 0 0,-1 1 0 0 0,1-1 0 0 0,0 1 1 0 0,-5 1-1 0 0,-38 13 996 0 0,40-13-995 0 0,1 0 0 0 0,-1 0-1 0 0,1 1 1 0 0,0-1 0 0 0,0 1-1 0 0,0 0 1 0 0,0 0 0 0 0,0 0-1 0 0,1 1 1 0 0,0-1 0 0 0,-6 8-1 0 0,8-9-54 0 0,0 1 0 0 0,-1 0 0 0 0,1 0-1 0 0,0-1 1 0 0,1 1 0 0 0,-1 0 0 0 0,0 0 0 0 0,1 0-1 0 0,0 0 1 0 0,-1 0 0 0 0,1 0 0 0 0,0 0-1 0 0,1 0 1 0 0,-1 0 0 0 0,1 0 0 0 0,-1 0-1 0 0,1 0 1 0 0,0 0 0 0 0,2 5 0 0 0,3 5 19 0 0,1 0 1 0 0,0-1 0 0 0,1 0 0 0 0,0 0 0 0 0,1 0 0 0 0,21 19-1 0 0,-21-21-20 0 0,0 0-1 0 0,0 0 0 0 0,-1 0 0 0 0,0 1 1 0 0,-1 1-1 0 0,0-1 0 0 0,7 16 0 0 0,-14-25-24 0 0,0-1-1 0 0,1 0 0 0 0,-1 0 1 0 0,0 1-1 0 0,0-1 1 0 0,0 0-1 0 0,-1 1 0 0 0,1-1 1 0 0,0 0-1 0 0,0 0 1 0 0,-1 1-1 0 0,1-1 0 0 0,0 0 1 0 0,-1 0-1 0 0,1 0 0 0 0,-1 0 1 0 0,0 0-1 0 0,1 0 1 0 0,-1 1-1 0 0,0-1 0 0 0,0-1 1 0 0,0 1-1 0 0,0 0 0 0 0,1 0 1 0 0,-1 0-1 0 0,0 0 1 0 0,-1-1-1 0 0,1 1 0 0 0,0 0 1 0 0,0-1-1 0 0,0 1 1 0 0,0-1-1 0 0,0 1 0 0 0,-1-1 1 0 0,1 0-1 0 0,-2 1 0 0 0,-46 8 2 0 0,40-9 0 0 0,-1 0 1 0 0,0-1-1 0 0,0 0 1 0 0,0-1-1 0 0,0 0 1 0 0,1-1-1 0 0,-1 0 1 0 0,-14-6-1 0 0,24 9-6 0 0,-1 0 0 0 0,1 0 0 0 0,0 0 0 0 0,0 0 0 0 0,-1 0 0 0 0,1 0-1 0 0,0 0 1 0 0,0 0 0 0 0,0 0 0 0 0,-1 0 0 0 0,1 0 0 0 0,0-1 0 0 0,0 1 0 0 0,-1 0 0 0 0,1 0 0 0 0,0 0 0 0 0,0 0 0 0 0,0 0 0 0 0,-1 0-1 0 0,1-1 1 0 0,0 1 0 0 0,0 0 0 0 0,0 0 0 0 0,0 0 0 0 0,-1 0 0 0 0,1-1 0 0 0,0 1 0 0 0,0 0 0 0 0,0 0 0 0 0,0 0 0 0 0,0-1 0 0 0,0 1 0 0 0,0 0-1 0 0,-1 0 1 0 0,1-1 0 0 0,0 1 0 0 0,0 0 0 0 0,0 0 0 0 0,0-1 0 0 0,0 1 0 0 0,0 0 0 0 0,0 0 0 0 0,0-1 0 0 0,0 1 0 0 0,0 0 0 0 0,1 0-1 0 0,-1-1 1 0 0,13-6-97 0 0,21 0-138 0 0,9 6-96 0 0,1-1 0 0 0,-1-3 0 0 0,1-1 0 0 0,64-18 0 0 0,-89 18 310 0 0,0 0 1 0 0,0-1-1 0 0,0-1 0 0 0,-1-1 1 0 0,-1 0-1 0 0,0-1 0 0 0,0-1 0 0 0,0-1 1 0 0,-2 0-1 0 0,1-1 0 0 0,-2-1 1 0 0,15-18-1 0 0,-27 31 42 0 0,-1 0 0 0 0,0 0 0 0 0,0 0 0 0 0,0 0 0 0 0,0 0 0 0 0,0 0 0 0 0,0-1 0 0 0,0 1 0 0 0,-1 0 0 0 0,1-1 0 0 0,0 1 0 0 0,-1 0 0 0 0,1-1 0 0 0,-1 1 0 0 0,0-1 1 0 0,1 1-1 0 0,-1-1 0 0 0,0 1 0 0 0,0-1 0 0 0,0 1 0 0 0,0-1 0 0 0,0 1 0 0 0,0-1 0 0 0,-1-2 0 0 0,0 3 1 0 0,0 1 0 0 0,0-1 1 0 0,0 0-1 0 0,-1 0 0 0 0,1 1 0 0 0,0-1 1 0 0,-1 1-1 0 0,1-1 0 0 0,0 1 0 0 0,-1 0 0 0 0,1-1 1 0 0,0 1-1 0 0,-1 0 0 0 0,1 0 0 0 0,-1 0 1 0 0,1 0-1 0 0,0 0 0 0 0,-1 0 0 0 0,1 1 0 0 0,-3-1 1 0 0,-5 2 122 0 0,0 0 1 0 0,-1 1 0 0 0,1-1-1 0 0,0 2 1 0 0,0-1 0 0 0,-16 10-1 0 0,21-10-80 0 0,0 0 0 0 0,0 0 0 0 0,0 1 0 0 0,0-1 0 0 0,0 1 0 0 0,1 0 0 0 0,0 0 0 0 0,0 0-1 0 0,0 1 1 0 0,0-1 0 0 0,1 0 0 0 0,-1 1 0 0 0,1 0 0 0 0,1 0 0 0 0,-1 0 0 0 0,1 0 0 0 0,-2 8 0 0 0,3-10-59 0 0,0 1-1 0 0,0-1 1 0 0,1 1 0 0 0,-1-1 0 0 0,1 0 0 0 0,0 1 0 0 0,0-1-1 0 0,1 0 1 0 0,-1 0 0 0 0,0 0 0 0 0,1 0 0 0 0,0 0 0 0 0,0 0 0 0 0,0 0-1 0 0,0 0 1 0 0,0-1 0 0 0,0 1 0 0 0,1-1 0 0 0,-1 0 0 0 0,1 1 0 0 0,0-1-1 0 0,0 0 1 0 0,-1-1 0 0 0,1 1 0 0 0,1 0 0 0 0,-1-1 0 0 0,4 2-1 0 0,7 3-775 0 0,1-1 0 0 0,29 8 0 0 0,8-6-6443 0 0,-35-7 3884 0 0</inkml:trace>
</inkml:ink>
</file>

<file path=ppt/ink/ink6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1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64 40 0 0,'-3'-16'1686'0'0,"-2"-14"6949"0"0,10 14-7471 0 0,-4 15-881 0 0,1 3-269 0 0,0 0 0 0 0,0 1 0 0 0,0-1 0 0 0,0 0 1 0 0,-1 1-1 0 0,1 0 0 0 0,-1-1 0 0 0,0 1 0 0 0,0 0 0 0 0,0-1 0 0 0,0 1 1 0 0,0 3-1 0 0,1 3 12 0 0,0 0 1 0 0,-1 1 0 0 0,-1-1-1 0 0,1 0 1 0 0,-1 0 0 0 0,-1 0-1 0 0,0 1 1 0 0,0-1-1 0 0,-1 0 1 0 0,0 0 0 0 0,0 0-1 0 0,-1-1 1 0 0,0 1 0 0 0,-1-1-1 0 0,0 1 1 0 0,0-1 0 0 0,-1 0-1 0 0,-7 9 1 0 0,11-16-2 0 0,1-1-23 0 0,0 0 0 0 0,-1 0-1 0 0,1 0 1 0 0,0-1 0 0 0,0 1-1 0 0,0 0 1 0 0,0 0 0 0 0,0 0 0 0 0,0 0-1 0 0,0 0 1 0 0,0 0 0 0 0,-1 0-1 0 0,1 0 1 0 0,0 0 0 0 0,0 0 0 0 0,0-1-1 0 0,0 1 1 0 0,0 0 0 0 0,-1 0-1 0 0,1 0 1 0 0,0 0 0 0 0,0 0 0 0 0,0 0-1 0 0,0 0 1 0 0,0 0 0 0 0,-1 0-1 0 0,1 0 1 0 0,0 0 0 0 0,0 0 0 0 0,0 0-1 0 0,0 0 1 0 0,0 0 0 0 0,-1 1-1 0 0,1-1 1 0 0,0 0 0 0 0,0 0-1 0 0,0 0 1 0 0,0 0 0 0 0,0 0 0 0 0,0 0-1 0 0,-1 0 1 0 0,1 0 0 0 0,0 0-1 0 0,0 0 1 0 0,0 1 0 0 0,0-1 0 0 0,0 0-1 0 0,0 0 1 0 0,0 0 0 0 0,0 0-1 0 0,0 0 1 0 0,0 0 0 0 0,0 1 0 0 0,0-1-1 0 0,-1 0 1 0 0,1 0 0 0 0,0 0-1 0 0,0 0 1 0 0,0 0 0 0 0,0 1 0 0 0,0-1-1 0 0,0 0 1 0 0,0 0 0 0 0,0 0-1 0 0,0 0 1 0 0,1 1 0 0 0,1-11-6 0 0,1 1 1 0 0,0-1-1 0 0,1 1 1 0 0,0 0-1 0 0,1 1 1 0 0,-1-1-1 0 0,2 1 1 0 0,-1 0-1 0 0,1 0 1 0 0,0 0-1 0 0,1 1 1 0 0,0 0-1 0 0,0 0 1 0 0,1 1-1 0 0,-1 0 1 0 0,1 0-1 0 0,1 1 1 0 0,-1 0-1 0 0,1 0 1 0 0,0 1-1 0 0,15-5 0 0 0,-22 8-6 0 0,27 14 2 0 0,-27-9 9 0 0,0-1 0 0 0,0 0 0 0 0,0 1 0 0 0,-1-1 0 0 0,1 1 0 0 0,-1 0 0 0 0,0-1 0 0 0,0 1 0 0 0,0 0 0 0 0,0 0 0 0 0,-1 0 0 0 0,1-1 0 0 0,-1 1 0 0 0,0 0 0 0 0,-1 0 0 0 0,0 4 0 0 0,1 2 28 0 0,1-9-22 0 0,0-1-7 0 0,0 0 0 0 0,0 1 0 0 0,0-1 0 0 0,0 0 0 0 0,0 0 1 0 0,-1 1-1 0 0,1-1 0 0 0,0 0 0 0 0,0 0 0 0 0,0 0 0 0 0,0 0 0 0 0,0 0 0 0 0,0-1 0 0 0,0 1 0 0 0,0 0 0 0 0,0 0 0 0 0,-1-1 0 0 0,1 1 0 0 0,0 0 0 0 0,0-1 1 0 0,0 1-1 0 0,0-1 0 0 0,-1 1 0 0 0,1-1 0 0 0,0 1 0 0 0,-1-1 0 0 0,1 1 0 0 0,1-2 0 0 0,3-2 2 0 0,-3 3-4 0 0,5-4 2 0 0,-1 1-1 0 0,1 0 1 0 0,0 0 0 0 0,0 1-1 0 0,1 0 1 0 0,-1 0-1 0 0,0 1 1 0 0,1 0 0 0 0,0 0-1 0 0,-1 1 1 0 0,11-1-1 0 0,-17 2 2 0 0,1 0 0 0 0,0-1-1 0 0,-1 2 1 0 0,1-1-1 0 0,0 0 1 0 0,-1 0 0 0 0,1 1-1 0 0,0-1 1 0 0,-1 0-1 0 0,1 1 1 0 0,-1 0 0 0 0,1-1-1 0 0,-1 1 1 0 0,1 0-1 0 0,-1 0 1 0 0,1 0 0 0 0,-1 0-1 0 0,0 0 1 0 0,0 0-1 0 0,1 0 1 0 0,-1 0-1 0 0,0 1 1 0 0,0-1 0 0 0,0 0-1 0 0,0 1 1 0 0,0-1-1 0 0,-1 1 1 0 0,1-1 0 0 0,0 1-1 0 0,-1-1 1 0 0,1 1-1 0 0,-1-1 1 0 0,1 1 0 0 0,-1 2-1 0 0,-2 33-32 0 0,0-32-219 0 0,-4 16-1078 0 0</inkml:trace>
</inkml:ink>
</file>

<file path=ppt/ink/ink6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2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36 113 256 0 0,'17'22'3756'0'0,"-14"-20"-3621"0"0,1 0-1 0 0,0 0 1 0 0,0 0-1 0 0,0-1 0 0 0,0 1 1 0 0,0-1-1 0 0,0 0 1 0 0,0 0-1 0 0,0 0 0 0 0,1 0 1 0 0,-1-1-1 0 0,0 0 1 0 0,0 0-1 0 0,1 0 0 0 0,-1 0 1 0 0,0-1-1 0 0,0 0 1 0 0,0 1-1 0 0,1-2 0 0 0,-1 1 1 0 0,0 0-1 0 0,0-1 1 0 0,0 0-1 0 0,6-4 0 0 0,-1 1 70 0 0,0-1-1 0 0,0-1 0 0 0,0 0 0 0 0,-1 0 1 0 0,0-1-1 0 0,0 0 0 0 0,-1 0 0 0 0,10-15 1 0 0,15-31 1624 0 0,-31 53-1240 0 0,0 6-510 0 0,3 11-40 0 0,-2 0 0 0 0,0 0 0 0 0,0 0 0 0 0,-2 0 0 0 0,0 0 0 0 0,-1 0 0 0 0,0 0 1 0 0,-5 20-1 0 0,-37 132 117 0 0,42-164-150 0 0,-52 198 608 0 0,30-103-162 0 0,-66 172-1 0 0,87-264-378 0 0,-2 0-1 0 0,1 0 1 0 0,-1 0 0 0 0,0 0-1 0 0,0-1 1 0 0,0 0 0 0 0,-1 0-1 0 0,0 0 1 0 0,-8 7-1 0 0,12-13 173 0 0,-9-17-68 0 0,9 16-170 0 0,0 0 0 0 0,0 0 0 0 0,0 0 1 0 0,0 0-1 0 0,0-1 0 0 0,0 1 0 0 0,0 0 0 0 0,0-1 1 0 0,1 1-1 0 0,-1-1 0 0 0,1 1 0 0 0,-1-1 0 0 0,1 1 1 0 0,-1-1-1 0 0,1-3 0 0 0,0-12 17 0 0,2-1-1 0 0,0 0 1 0 0,1 1-1 0 0,0-1 1 0 0,10-25-1 0 0,39-83-587 0 0,-40 100 57 0 0,2 1-1 0 0,1 0 1 0 0,31-39 0 0 0,-31 47-1783 0 0,1 0-1 0 0,34-27 1 0 0,-18 20-864 0 0</inkml:trace>
</inkml:ink>
</file>

<file path=ppt/ink/ink6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2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570 648 144 0 0,'-5'-4'603'0'0,"0"0"0"0"0,0-1 0 0 0,0 1 0 0 0,0-1-1 0 0,1 0 1 0 0,0 0 0 0 0,0-1 0 0 0,0 1 0 0 0,0-1 0 0 0,1 0 0 0 0,0 0 0 0 0,-2-7-1 0 0,-4-13 430 0 0,-10-47-1 0 0,-1 0 52 0 0,2 24-660 0 0,-27-88 341 0 0,42 123-703 0 0,0-1-1 0 0,1 1 1 0 0,0 0 0 0 0,1-1-1 0 0,0 1 1 0 0,2 0 0 0 0,2-25-1 0 0,-2 35-53 0 0,1 0 0 0 0,-1 0 0 0 0,1 1 0 0 0,-1-1 0 0 0,1 0 0 0 0,0 1 0 0 0,0-1 0 0 0,1 1 0 0 0,-1 0 0 0 0,1 0 0 0 0,0 0 0 0 0,0 0 0 0 0,0 0 0 0 0,0 0 0 0 0,0 1 0 0 0,0 0 0 0 0,1-1 0 0 0,-1 1 0 0 0,1 0 0 0 0,-1 1-1 0 0,1-1 1 0 0,5-1 0 0 0,-4 1-4 0 0,1 1-1 0 0,0-1 0 0 0,0 1 0 0 0,0 0 1 0 0,1 0-1 0 0,-1 1 0 0 0,0 0 1 0 0,0 0-1 0 0,0 0 0 0 0,0 1 0 0 0,0 0 1 0 0,0 0-1 0 0,11 3 0 0 0,-15-2-1 0 0,1-1-1 0 0,-1 1 0 0 0,1 0 1 0 0,-1 0-1 0 0,0-1 0 0 0,0 1 1 0 0,0 1-1 0 0,0-1 0 0 0,0 0 0 0 0,0 0 1 0 0,0 1-1 0 0,-1-1 0 0 0,1 1 1 0 0,-1 0-1 0 0,0-1 0 0 0,0 1 1 0 0,0 0-1 0 0,0 0 0 0 0,0 0 1 0 0,-1 0-1 0 0,1-1 0 0 0,-1 1 1 0 0,0 0-1 0 0,1 0 0 0 0,-2 0 1 0 0,1 6-1 0 0,-1 2 3 0 0,0 0 1 0 0,-1 0-1 0 0,0 0 0 0 0,-1 0 1 0 0,-7 17-1 0 0,-2 0-1 0 0,-2-1 0 0 0,-1-1 0 0 0,-1 0 0 0 0,-1-1 0 0 0,-2-1 1 0 0,0-1-1 0 0,-1 0 0 0 0,-24 19 0 0 0,-12 6 111 0 0,-1-2 0 0 0,-75 44 1 0 0,81-62 263 0 0,37-21-161 0 0,1 0 0 0 0,0 1 1 0 0,0 0-1 0 0,0 1 1 0 0,-20 19-1 0 0,32-27 25 0 0,33-3-161 0 0,0-2 1 0 0,-1-1-1 0 0,1-2 0 0 0,42-14 1 0 0,54-11-10 0 0,-18 11 132 0 0,-51 9-1230 0 0,1 2-3814 0 0,-51 8 1018 0 0</inkml:trace>
</inkml:ink>
</file>

<file path=ppt/ink/ink6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5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7 496 0 0,'2'-6'9784'0'0,"-14"70"-8362"0"0,-6 123 1 0 0,-5 38-131 0 0,20-206-1252 0 0,0 1-57 0 0,-1 0 0 0 0,0 0 0 0 0,-1-1 0 0 0,-1 0 0 0 0,-1 0 0 0 0,-17 34 0 0 0,22-52-452 0 0,10-44-11132 0 0</inkml:trace>
</inkml:ink>
</file>

<file path=ppt/ink/ink6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5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1 716 0 0,'1'3'7539'0'0,"0"24"-7082"0"0,-8 50 1645 0 0,1 3-845 0 0,-4-1-1 0 0,-3 1 1 0 0,-30 94-1 0 0,43-174-1348 0 0,-15 40-46 0 0,11-34-3363 0 0</inkml:trace>
</inkml:ink>
</file>

<file path=ppt/ink/ink6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6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1 168 100 0 0,'0'0'5795'0'0,"4"-2"-5339"0"0,45-17 580 0 0,0 3-1 0 0,70-14 1 0 0,-52 14-598 0 0,192-34 712 0 0,-236 46-1033 0 0,1 2 1 0 0,-1 0 0 0 0,44 3-1 0 0,-63-1-109 0 0,0 0 0 0 0,0 0 0 0 0,0 0 0 0 0,0-1 0 0 0,0 0 0 0 0,0 1 0 0 0,7-4 0 0 0,17-1 316 0 0,-26 5 292 0 0,4-11 546 0 0,-4 5-459 0 0,-6 7-135 0 0,-6 8-528 0 0,1 0 0 0 0,0 1 0 0 0,0 0 1 0 0,1 1-1 0 0,1 0 0 0 0,-1 0 0 0 0,2 0 0 0 0,0 1 1 0 0,0 0-1 0 0,1 1 0 0 0,-5 15 0 0 0,9-24-28 0 0,0 1 0 0 0,0 0-1 0 0,1-1 1 0 0,-1 1 0 0 0,1 0 0 0 0,0 0 0 0 0,0-1-1 0 0,0 1 1 0 0,1 0 0 0 0,0-1 0 0 0,0 1-1 0 0,0-1 1 0 0,0 1 0 0 0,1-1 0 0 0,2 5-1 0 0,-1-5-5 0 0,-1 0 0 0 0,1 0-1 0 0,1-1 1 0 0,-1 1-1 0 0,0-1 1 0 0,1 0-1 0 0,0 0 1 0 0,-1 0 0 0 0,1-1-1 0 0,1 1 1 0 0,-1-1-1 0 0,0 0 1 0 0,0 0 0 0 0,1 0-1 0 0,-1-1 1 0 0,1 0-1 0 0,-1 0 1 0 0,6 1-1 0 0,1 0 4 0 0,-1-1 0 0 0,1-1 0 0 0,0 0-1 0 0,0 0 1 0 0,-1-1 0 0 0,1 0-1 0 0,0-1 1 0 0,-1 0 0 0 0,1-1-1 0 0,-1 0 1 0 0,0 0 0 0 0,16-9-1 0 0,-22 11-4 0 0,0-1 0 0 0,-1 0-1 0 0,1 0 1 0 0,-1 0 0 0 0,1-1-1 0 0,-1 1 1 0 0,0-1 0 0 0,0 1-1 0 0,0-1 1 0 0,0 0 0 0 0,-1 0-1 0 0,1 0 1 0 0,-1-1-1 0 0,0 1 1 0 0,0-1 0 0 0,0 1-1 0 0,0-1 1 0 0,-1 1 0 0 0,1-1-1 0 0,-1 0 1 0 0,0 0 0 0 0,0 0-1 0 0,0 0 1 0 0,-1 0-1 0 0,1 0 1 0 0,-1 0 0 0 0,0 0-1 0 0,0 0 1 0 0,-1 0 0 0 0,1 0-1 0 0,-1 0 1 0 0,0 0 0 0 0,0 0-1 0 0,0 0 1 0 0,-3-7-1 0 0,0 3-11 0 0,-1 0 0 0 0,1 1 0 0 0,-1-1 0 0 0,-1 1 0 0 0,1 0 0 0 0,-1 0 0 0 0,0 1 0 0 0,-1-1 0 0 0,0 2 0 0 0,0-1-1 0 0,0 1 1 0 0,0 0 0 0 0,-1 0 0 0 0,0 1 0 0 0,0 0 0 0 0,0 0 0 0 0,-1 1 0 0 0,1 0 0 0 0,-1 0 0 0 0,0 1 0 0 0,-15-2-1 0 0,21 4-145 0 0,1 0-1 0 0,0 0 0 0 0,-1 1 0 0 0,1-1 1 0 0,0 1-1 0 0,0-1 0 0 0,-1 1 0 0 0,1 0 1 0 0,0 0-1 0 0,0 0 0 0 0,0 0 1 0 0,0 0-1 0 0,0 0 0 0 0,0 1 0 0 0,-3 2 1 0 0,-10 12-6959 0 0</inkml:trace>
</inkml:ink>
</file>

<file path=ppt/ink/ink6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6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59 656 0 0,'5'-5'1194'0'0,"-2"2"-694"0"0,1 0 0 0 0,-1 0 0 0 0,1 0 0 0 0,0 1 1 0 0,-1-1-1 0 0,1 1 0 0 0,1 0 0 0 0,-1 0 0 0 0,0 0 0 0 0,0 0 0 0 0,1 1 0 0 0,7-2 0 0 0,-11 3-30 0 0,3 0-46 0 0,-2 0-352 0 0,1 0 0 0 0,-1 0 0 0 0,0 0 0 0 0,1 0 0 0 0,-1 0 1 0 0,0 1-1 0 0,0-1 0 0 0,1 1 0 0 0,-1 0 0 0 0,0 0 0 0 0,0-1 0 0 0,0 1 0 0 0,0 1 1 0 0,0-1-1 0 0,0 0 0 0 0,0 0 0 0 0,0 1 0 0 0,0-1 0 0 0,-1 1 0 0 0,1 0 0 0 0,-1-1 0 0 0,1 1 1 0 0,-1 0-1 0 0,1 0 0 0 0,-1 0 0 0 0,0 0 0 0 0,2 4 0 0 0,-2 0 48 0 0,1 0 0 0 0,-1 0 0 0 0,0 0 1 0 0,0 1-1 0 0,-1-1 0 0 0,0 0 0 0 0,0 0 0 0 0,0 1 0 0 0,-1-1 0 0 0,-1 7 0 0 0,1-7-54 0 0,0 0 0 0 0,0 1 0 0 0,-1-1 0 0 0,0 0 0 0 0,0 1 0 0 0,0-1 0 0 0,-1 0 0 0 0,0 0 0 0 0,0-1 0 0 0,0 1 0 0 0,-1-1 0 0 0,0 1 0 0 0,0-1 0 0 0,0 0 0 0 0,0-1 0 0 0,-6 5 0 0 0,9-8 40 0 0,-1 0-53 0 0,2-1-51 0 0,0 0 1 0 0,0 0-1 0 0,0 0 0 0 0,0 0 0 0 0,0 1 1 0 0,0-1-1 0 0,-1 0 0 0 0,1 0 0 0 0,0 0 1 0 0,0 0-1 0 0,0 0 0 0 0,0 1 0 0 0,0-1 0 0 0,0 0 1 0 0,-1 0-1 0 0,1 0 0 0 0,0 0 0 0 0,0 0 1 0 0,0 0-1 0 0,0 0 0 0 0,-1 0 0 0 0,1 0 0 0 0,0 0 1 0 0,0 0-1 0 0,0 0 0 0 0,-1 0 0 0 0,1 0 1 0 0,0 0-1 0 0,0 0 0 0 0,0 0 0 0 0,0 0 1 0 0,-1 0-1 0 0,1 0 0 0 0,0 0 0 0 0,0 0 0 0 0,0 0 1 0 0,0 0-1 0 0,-1 0 0 0 0,1 0 0 0 0,0 0 1 0 0,0 0-1 0 0,0-1 0 0 0,0 1 0 0 0,0 0 1 0 0,-1 0-1 0 0,1 0 0 0 0,0 0 0 0 0,0 0 0 0 0,0 0 1 0 0,0-1-1 0 0,0 1 0 0 0,0 0 0 0 0,0 0 1 0 0,-1 0-1 0 0,1 0 0 0 0,0-1 0 0 0,1-7 3 0 0,0-1 0 0 0,0 1 0 0 0,1 0 0 0 0,-1 0 0 0 0,2 0 0 0 0,-1 0 0 0 0,1 0-1 0 0,1 0 1 0 0,-1 1 0 0 0,1-1 0 0 0,1 1 0 0 0,-1 0 0 0 0,1 0 0 0 0,8-8 0 0 0,-2 1-8 0 0,1 1-1 0 0,1 0 1 0 0,0 0 0 0 0,0 2 0 0 0,31-21 0 0 0,-41 30 3 0 0,-1 0 0 0 0,1 1 0 0 0,-1 0-1 0 0,1-1 1 0 0,0 1 0 0 0,0 0 0 0 0,0 0 0 0 0,0 1 0 0 0,-1-1 0 0 0,1 0 0 0 0,0 1-1 0 0,0 0 1 0 0,0 0 0 0 0,0 0 0 0 0,0 0 0 0 0,0 0 0 0 0,6 2 0 0 0,-7-1 0 0 0,0 0 0 0 0,0 0 0 0 0,1 0 0 0 0,-1 1 0 0 0,0-1 1 0 0,0 1-1 0 0,0-1 0 0 0,0 1 0 0 0,0 0 0 0 0,-1 0 0 0 0,1 0 0 0 0,0 0 1 0 0,-1 0-1 0 0,0 0 0 0 0,1 1 0 0 0,0 2 0 0 0,2 4 1 0 0,-1 1 0 0 0,0 0 0 0 0,0 1-1 0 0,-1-1 1 0 0,0 0 0 0 0,-1 1 0 0 0,0 15 0 0 0,-3-21 10 0 0,-1 8 25 0 0,3-13-36 0 0,0 0 1 0 0,0 0-1 0 0,0 0 1 0 0,0 0-1 0 0,1 0 1 0 0,-1 1-1 0 0,0-1 1 0 0,0 0-1 0 0,0 0 1 0 0,0 0-1 0 0,0 0 1 0 0,0 0-1 0 0,0 0 1 0 0,0 0-1 0 0,0 0 1 0 0,0 0-1 0 0,0 0 1 0 0,0 0-1 0 0,0 0 1 0 0,0 0-1 0 0,1 0 1 0 0,-1 0-1 0 0,0 1 1 0 0,0-1-1 0 0,0 0 1 0 0,0 0-1 0 0,0 0 1 0 0,0 0-1 0 0,0 0 1 0 0,0 0-1 0 0,0 0 1 0 0,0 0-1 0 0,0 0 1 0 0,0 0-1 0 0,0 0 1 0 0,0 1-1 0 0,0-1 1 0 0,0 0-1 0 0,0 0 1 0 0,0 0-1 0 0,0 0 1 0 0,0 0-1 0 0,15-19-4 0 0,1 0-1 0 0,23-23 1 0 0,-32 36 1 0 0,1-1 0 0 0,-1 1-1 0 0,1 0 1 0 0,0 0 0 0 0,1 1 0 0 0,-1 0 0 0 0,1 1-1 0 0,0 0 1 0 0,14-4 0 0 0,-21 7 7 0 0,0 1 1 0 0,-1-1-1 0 0,1 1 1 0 0,0 0-1 0 0,0 0 0 0 0,0 0 1 0 0,0 0-1 0 0,-1 0 1 0 0,1 0-1 0 0,0 0 0 0 0,0 0 1 0 0,0 1-1 0 0,-1-1 1 0 0,1 1-1 0 0,0-1 1 0 0,0 1-1 0 0,-1 0 0 0 0,1 0 1 0 0,-1 0-1 0 0,1 0 1 0 0,-1 0-1 0 0,1 0 0 0 0,-1 0 1 0 0,1 0-1 0 0,-1 0 1 0 0,0 1-1 0 0,0-1 0 0 0,0 1 1 0 0,0-1-1 0 0,0 1 1 0 0,0-1-1 0 0,0 1 0 0 0,0 0 1 0 0,0-1-1 0 0,0 4 1 0 0,2 4 57 0 0,-2 0 1 0 0,1 0 0 0 0,-1 0 0 0 0,0 0-1 0 0,-1 13 1 0 0,0-16-51 0 0,-5 68-1708 0 0,5-72 1003 0 0,11-2-2260 0 0</inkml:trace>
</inkml:ink>
</file>

<file path=ppt/ink/ink6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7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11 280 0 0,'0'0'4659'0'0,"-5"2"-3945"0"0,-2 3-357 0 0,1 0 1 0 0,-1 0 0 0 0,1 1 0 0 0,-1 0 0 0 0,2 0-1 0 0,-1 0 1 0 0,1 1 0 0 0,0 0 0 0 0,0 0 0 0 0,1 0-1 0 0,-5 11 1 0 0,7-16-303 0 0,1 0 1 0 0,0 1-1 0 0,0-1 0 0 0,1 1 0 0 0,-1-1 1 0 0,0 1-1 0 0,1 0 0 0 0,0-1 0 0 0,-1 1 1 0 0,1-1-1 0 0,0 1 0 0 0,0 0 1 0 0,1-1-1 0 0,-1 1 0 0 0,1 0 0 0 0,-1-1 1 0 0,1 1-1 0 0,0-1 0 0 0,0 1 0 0 0,0-1 1 0 0,0 1-1 0 0,0-1 0 0 0,0 0 0 0 0,1 0 1 0 0,-1 1-1 0 0,1-1 0 0 0,0 0 0 0 0,-1 0 1 0 0,1-1-1 0 0,0 1 0 0 0,0 0 0 0 0,0 0 1 0 0,0-1-1 0 0,1 0 0 0 0,-1 1 1 0 0,0-1-1 0 0,1 0 0 0 0,-1 0 0 0 0,1 0 1 0 0,-1 0-1 0 0,5 0 0 0 0,-2 1-21 0 0,1-1 1 0 0,0-1-1 0 0,-1 1 1 0 0,1-1-1 0 0,0 0 0 0 0,-1 0 1 0 0,1 0-1 0 0,0-1 0 0 0,-1 0 1 0 0,1 0-1 0 0,-1-1 0 0 0,1 1 1 0 0,-1-1-1 0 0,1 0 1 0 0,5-4-1 0 0,-9 5-16 0 0,1 0 0 0 0,0-1 1 0 0,-1 1-1 0 0,1-1 0 0 0,-1 1 0 0 0,0-1 1 0 0,0 0-1 0 0,0 0 0 0 0,1 0 0 0 0,-2 0 1 0 0,1 0-1 0 0,0 0 0 0 0,0-1 1 0 0,-1 1-1 0 0,1-1 0 0 0,-1 1 0 0 0,0-1 1 0 0,0 1-1 0 0,0-1 0 0 0,0 0 0 0 0,0 0 1 0 0,0 1-1 0 0,-1-1 0 0 0,0 0 0 0 0,1 0 1 0 0,-1 0-1 0 0,0 0 0 0 0,0 0 0 0 0,-1 0 1 0 0,1 1-1 0 0,-2-6 0 0 0,0 2 4 0 0,0 0-1 0 0,0 1 1 0 0,-1-1-1 0 0,1 1 1 0 0,-2 0-1 0 0,1 0 1 0 0,0 0-1 0 0,-1 0 1 0 0,0 1-1 0 0,0-1 1 0 0,0 1-1 0 0,-1 0 1 0 0,1 0-1 0 0,-1 1 1 0 0,0-1-1 0 0,0 1 1 0 0,0 0-1 0 0,-1 0 1 0 0,1 1-1 0 0,-1 0 1 0 0,1 0-1 0 0,-8-2 1 0 0,-9 4-1374 0 0,-3 7-5429 0 0</inkml:trace>
</inkml:ink>
</file>

<file path=ppt/ink/ink6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8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22 176 0 0,'0'-1'272'0'0,"0"0"1"0"0,0 0-1 0 0,0 0 0 0 0,-1 1 1 0 0,1-1-1 0 0,0 0 0 0 0,0 0 1 0 0,0 0-1 0 0,0 1 0 0 0,0-1 0 0 0,1 0 1 0 0,-1 0-1 0 0,0 1 0 0 0,0-1 1 0 0,0 0-1 0 0,1 0 0 0 0,-1 1 1 0 0,0-1-1 0 0,1 0 0 0 0,-1 0 1 0 0,1 1-1 0 0,-1-1 0 0 0,1 1 1 0 0,-1-1-1 0 0,1 0 0 0 0,-1 1 0 0 0,2-1 1 0 0,12 14 1441 0 0,11 38-866 0 0,-22-40-628 0 0,-1 0 1 0 0,0 1-1 0 0,0 0 1 0 0,-1-1-1 0 0,0 1 0 0 0,-1 0 1 0 0,-1 0-1 0 0,0-1 1 0 0,0 1-1 0 0,-1 0 0 0 0,-5 15 1 0 0,7-25-78 0 0,3-13-115 0 0,0 0-1 0 0,1 0 0 0 0,0 0 1 0 0,1 1-1 0 0,1 0 1 0 0,-1 0-1 0 0,1 0 1 0 0,1 1-1 0 0,0 0 0 0 0,0 0 1 0 0,1 1-1 0 0,0 0 1 0 0,0 0-1 0 0,18-12 1 0 0,-25 19-16 0 0,1 0 0 0 0,0 0 0 0 0,0 0-1 0 0,0 0 1 0 0,0 0 0 0 0,0 1 0 0 0,0-1 0 0 0,0 0 0 0 0,0 1 0 0 0,0 0 0 0 0,0 0 0 0 0,0-1 0 0 0,1 1 0 0 0,-1 0 0 0 0,0 1 0 0 0,0-1 0 0 0,0 0 0 0 0,0 1 0 0 0,0-1 0 0 0,0 1 0 0 0,0-1 0 0 0,0 1 0 0 0,0 0 0 0 0,0 0 0 0 0,0 0 0 0 0,0 0 0 0 0,-1 0 0 0 0,1 1 0 0 0,0-1 0 0 0,-1 0 0 0 0,1 1 0 0 0,1 2 0 0 0,2 2 88 0 0,0 0 0 0 0,-1 0 0 0 0,0 1 0 0 0,-1 0 0 0 0,0 0 0 0 0,3 8 0 0 0,-5-14-83 0 0,16 60-589 0 0,-17-60 24 0 0,3 4-899 0 0,-2-2-260 0 0</inkml:trace>
</inkml:ink>
</file>

<file path=ppt/ink/ink6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8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14 272 0 0,'0'0'2834'0'0,"1"5"-1996"0"0,0-1-649 0 0,-1 0 0 0 0,1 0 0 0 0,0 0 1 0 0,0-1-1 0 0,1 1 0 0 0,-1 0 0 0 0,1-1 0 0 0,0 1 1 0 0,0 0-1 0 0,0-1 0 0 0,1 0 0 0 0,-1 0 0 0 0,1 0 1 0 0,-1 0-1 0 0,1 0 0 0 0,0 0 0 0 0,0-1 0 0 0,1 1 1 0 0,-1-1-1 0 0,0 0 0 0 0,1 0 0 0 0,0 0 0 0 0,-1 0 1 0 0,1-1-1 0 0,0 1 0 0 0,0-1 0 0 0,-1 0 0 0 0,1 0 1 0 0,0-1-1 0 0,0 1 0 0 0,5-1 0 0 0,-3 1-109 0 0,-1 0 1 0 0,1-1-1 0 0,-1 0 0 0 0,1 0 0 0 0,-1 0 1 0 0,1-1-1 0 0,-1 0 0 0 0,1 0 0 0 0,-1 0 1 0 0,0 0-1 0 0,1-1 0 0 0,8-5 0 0 0,-3 1 71 0 0,0-1 0 0 0,0-1-1 0 0,17-16 1 0 0,9-7 539 0 0,-18 20 46 0 0,-19 11-715 0 0,0 0 0 0 0,0 0 0 0 0,1 0 0 0 0,-1 0-1 0 0,0 0 1 0 0,0 0 0 0 0,1 0 0 0 0,-1 0-1 0 0,0 0 1 0 0,0 0 0 0 0,0 0 0 0 0,1 0-1 0 0,-1 0 1 0 0,0 0 0 0 0,0 0 0 0 0,1 0 0 0 0,-1 0-1 0 0,0 0 1 0 0,0 0 0 0 0,0 0 0 0 0,1 0-1 0 0,-1 0 1 0 0,0 1 0 0 0,0-1 0 0 0,0 0-1 0 0,1 0 1 0 0,-1 0 0 0 0,0 0 0 0 0,0 1 0 0 0,0-1-1 0 0,0 0 1 0 0,1 0 0 0 0,-1 0 0 0 0,0 1-1 0 0,0-1 1 0 0,0 0 0 0 0,0 0 0 0 0,0 1-1 0 0,0-1 1 0 0,-7 43 641 0 0,-185 628 1675 0 0,188-656-2288 0 0,-1 0 0 0 0,-1 0 0 0 0,0 0 0 0 0,-11 16 0 0 0,16-27-38 0 0,-1-1-1 0 0,0 0 1 0 0,-1 1 0 0 0,1-1-1 0 0,-1 0 1 0 0,1 0 0 0 0,-1 0-1 0 0,0-1 1 0 0,0 1 0 0 0,0-1-1 0 0,0 1 1 0 0,-1-1 0 0 0,1 0-1 0 0,0-1 1 0 0,-1 1 0 0 0,0 0-1 0 0,1-1 1 0 0,-1 0 0 0 0,0 0-1 0 0,0 0 1 0 0,-6 1 0 0 0,7-2-8 0 0,0-1 1 0 0,0 1-1 0 0,-1 0 1 0 0,1-1-1 0 0,0 1 1 0 0,0-1-1 0 0,0 0 1 0 0,0 0-1 0 0,0-1 1 0 0,0 1-1 0 0,0 0 1 0 0,1-1-1 0 0,-1 0 1 0 0,0 1 0 0 0,1-1-1 0 0,0 0 1 0 0,-1-1-1 0 0,1 1 1 0 0,0 0-1 0 0,0-1 1 0 0,0 1-1 0 0,0-1 1 0 0,0 1-1 0 0,1-1 1 0 0,-1 0-1 0 0,1 0 1 0 0,0 0-1 0 0,0 0 1 0 0,0 0-1 0 0,0 0 1 0 0,0 0-1 0 0,1 0 1 0 0,-1 0 0 0 0,1 0-1 0 0,0-5 1 0 0,-1-5-3 0 0,1-1 1 0 0,1 1-1 0 0,0 0 1 0 0,0-1 0 0 0,1 1-1 0 0,1 0 1 0 0,5-14 0 0 0,-1 9-67 0 0,0-1 1 0 0,2 1 0 0 0,0 1-1 0 0,1 0 1 0 0,1 0 0 0 0,1 1 0 0 0,0 0-1 0 0,18-18 1 0 0,47-35-2644 0 0,7 9-5348 0 0,-69 49 4579 0 0</inkml:trace>
</inkml:ink>
</file>

<file path=ppt/ink/ink6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9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5 740 0 0,'0'0'1992'0'0,"2"-5"-543"0"0,2 5 1643 0 0,-2 2-2973 0 0,1-1-1 0 0,-1 0 0 0 0,0 0 1 0 0,0 1-1 0 0,0-1 0 0 0,0 1 0 0 0,0 0 1 0 0,-1-1-1 0 0,1 1 0 0 0,0 0 1 0 0,-1 0-1 0 0,1 0 0 0 0,-1 1 0 0 0,0-1 1 0 0,0 0-1 0 0,1 0 0 0 0,-1 1 1 0 0,-1-1-1 0 0,1 0 0 0 0,0 1 1 0 0,-1-1-1 0 0,1 1 0 0 0,-1-1 0 0 0,0 1 1 0 0,0 4-1 0 0,-1 5 207 0 0,0 0 1 0 0,-1-1 0 0 0,-1 1-1 0 0,-6 16 1 0 0,-2 12 334 0 0,10-37-585 0 0,0 0 0 0 0,0 0 0 0 0,0 0 0 0 0,-1 0 0 0 0,1 0 0 0 0,-1-1 0 0 0,0 1 0 0 0,0-1 0 0 0,0 1 0 0 0,0-1 1 0 0,0 1-1 0 0,-3 1 0 0 0,4-3 249 0 0,1-6-315 0 0,0 0 1 0 0,0 1 0 0 0,1-1 0 0 0,-1 1 0 0 0,1-1-1 0 0,0 1 1 0 0,1-1 0 0 0,-1 1 0 0 0,1 0 0 0 0,0-1-1 0 0,0 1 1 0 0,0 0 0 0 0,0 0 0 0 0,5-5 0 0 0,3-4 15 0 0,1 2 0 0 0,23-20 0 0 0,3-4-10 0 0,-37 34-15 0 0,1 0 1 0 0,0 0-1 0 0,0 0 0 0 0,0 0 1 0 0,0 0-1 0 0,0 0 1 0 0,0 1-1 0 0,0-1 0 0 0,0 0 1 0 0,0 1-1 0 0,0-1 1 0 0,0 1-1 0 0,1-1 0 0 0,-1 1 1 0 0,0 0-1 0 0,0-1 0 0 0,0 1 1 0 0,1 0-1 0 0,-1 0 1 0 0,0 0-1 0 0,0 0 0 0 0,1 0 1 0 0,-1 0-1 0 0,0 0 0 0 0,0 0 1 0 0,1 1-1 0 0,-1-1 1 0 0,0 0-1 0 0,0 1 0 0 0,0-1 1 0 0,0 1-1 0 0,1-1 0 0 0,-1 1 1 0 0,0 0-1 0 0,1 1 1 0 0,20 22 12 0 0,-20-18-15 0 0,-1 0 1 0 0,0 0-1 0 0,0 0 1 0 0,-1 0-1 0 0,1 0 1 0 0,-1 0-1 0 0,0 0 1 0 0,-1 0-1 0 0,0 0 1 0 0,0 0-1 0 0,0 0 1 0 0,-3 7-1 0 0,4-11 147 0 0,7-4-144 0 0,0 0 0 0 0,1-1-1 0 0,-1 1 1 0 0,0-1 0 0 0,0-1 0 0 0,0 1 0 0 0,-1-1 0 0 0,1 0-1 0 0,-1-1 1 0 0,0 0 0 0 0,6-6 0 0 0,10-6-1 0 0,39-15-61 0 0,-60 31 113 0 0,6 4 31 0 0,-6-3-80 0 0,-1-1 0 0 0,1 1 0 0 0,-1 0 0 0 0,1 0 0 0 0,-1 0 0 0 0,1 0 1 0 0,-1 0-1 0 0,1 0 0 0 0,-1 0 0 0 0,1 1 0 0 0,-1-1 0 0 0,1 0 0 0 0,-1 0 0 0 0,0 0 0 0 0,1 0 0 0 0,-1 1 0 0 0,1-1 0 0 0,-1 0 0 0 0,1 0 1 0 0,-1 1-1 0 0,0-1 0 0 0,1 0 0 0 0,-1 1 0 0 0,0-1 0 0 0,1 1 0 0 0,0 8-22 0 0,-2-1-1 0 0,1 0 1 0 0,-1 0-1 0 0,0 1 1 0 0,-1-1-1 0 0,0 0 1 0 0,0 0-1 0 0,0 0 1 0 0,-1 0-1 0 0,-6 9 1 0 0,9-15-437 0 0,0 9-819 0 0,2 5-5565 0 0</inkml:trace>
</inkml:ink>
</file>

<file path=ppt/ink/ink6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19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10 752 0 0,'0'0'6611'0'0,"2"4"-6065"0"0,1 2-357 0 0,1-1 0 0 0,-1-1 0 0 0,1 1 1 0 0,0 0-1 0 0,0-1 0 0 0,0 0 0 0 0,1 0 0 0 0,0 0 1 0 0,-1 0-1 0 0,1-1 0 0 0,1 0 0 0 0,-1 0 0 0 0,0 0 1 0 0,1-1-1 0 0,-1 1 0 0 0,1-1 0 0 0,9 2 0 0 0,-11-3-129 0 0,1 0 0 0 0,-1-1 0 0 0,1 1 0 0 0,-1-1-1 0 0,0 0 1 0 0,1 0 0 0 0,-1 0 0 0 0,1 0 0 0 0,-1-1-1 0 0,1 0 1 0 0,-1 0 0 0 0,0 0 0 0 0,0 0 0 0 0,1-1-1 0 0,6-3 1 0 0,-4-1 28 0 0,0 1 0 0 0,0-1 0 0 0,0 0-1 0 0,-1-1 1 0 0,11-13 0 0 0,1-2 318 0 0,-17 21-303 0 0,-72 114 1466 0 0,51-74-1262 0 0,3 1 0 0 0,1 2 0 0 0,-13 54 0 0 0,-16 132 387 0 0,33-135-445 0 0,6-39-97 0 0,-2-1-1 0 0,-22 80 1 0 0,28-125-130 0 0,-1 0 0 0 0,0 0 1 0 0,-1-1-1 0 0,1 1 0 0 0,-2-1 0 0 0,1 0 0 0 0,-7 9 0 0 0,8-13-8 0 0,-1 0 0 0 0,1 0 1 0 0,0 0-1 0 0,-1 0 0 0 0,1-1 1 0 0,-1 0-1 0 0,0 1 0 0 0,0-1 0 0 0,0 0 1 0 0,0-1-1 0 0,0 1 0 0 0,0-1 0 0 0,0 0 1 0 0,-8 2-1 0 0,9-3-9 0 0,1-1 0 0 0,0 1 0 0 0,0 0 0 0 0,0-1-1 0 0,0 1 1 0 0,0-1 0 0 0,0 0 0 0 0,1 1 0 0 0,-1-1 0 0 0,0 0 0 0 0,0 0 0 0 0,0 0 0 0 0,1 0-1 0 0,-1-1 1 0 0,0 1 0 0 0,1 0 0 0 0,-1-1 0 0 0,1 1 0 0 0,0-1 0 0 0,-1 0 0 0 0,0-2 0 0 0,-2 0 3 0 0,1-1 0 0 0,1 1 0 0 0,-1-1 0 0 0,0 0 0 0 0,1 0 1 0 0,-3-8-1 0 0,3-3 2 0 0,0 0 0 0 0,1 0 1 0 0,0 0-1 0 0,1 0 0 0 0,1 0 1 0 0,1 0-1 0 0,0 0 0 0 0,1 1 1 0 0,1-1-1 0 0,0 1 1 0 0,1 0-1 0 0,1 0 0 0 0,12-24 1 0 0,-10 23-152 0 0,1 0 1 0 0,1 0-1 0 0,0 1 1 0 0,1 0-1 0 0,1 1 1 0 0,0 1 0 0 0,1-1-1 0 0,0 2 1 0 0,1 0-1 0 0,1 1 1 0 0,24-16 0 0 0,-30 23-309 0 0,0 0 1 0 0,0 0-1 0 0,0 1 1 0 0,0 1-1 0 0,11-3 1 0 0,24 1-7444 0 0</inkml:trace>
</inkml:ink>
</file>

<file path=ppt/ink/ink6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20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1 138 1064 0 0,'0'0'7866'0'0,"1"-4"-6591"0"0,12-68 5807 0 0,-13 70-6639 0 0,4-19-517 0 0,0-2-3785 0 0,-2 11-1543 0 0,-1 9 3969 0 0</inkml:trace>
</inkml:ink>
</file>

<file path=ppt/ink/ink6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20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60 596 0 0,'-1'-8'2048'0'0,"-11"-44"6222"0"0,0 72-13672 0 0,10-16 2302 0 0</inkml:trace>
</inkml:ink>
</file>

<file path=ppt/ink/ink6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0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56 103 9357 0 0,'0'-102'3787'0'0,"-15"244"480"0"0,-4 58-3141 0 0,19-33-315 0 0,0-151-871 0 0,0 3-284 0 0,-4-33-6630 0 0,-9-38 721 0 0,9 30 3036 0 0</inkml:trace>
</inkml:ink>
</file>

<file path=ppt/ink/ink6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0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5 187 552 0 0,'-1'-3'131'0'0,"0"-1"0"0"0,0 0 0 0 0,0 0 0 0 0,1 0 0 0 0,0 0 0 0 0,0 0 0 0 0,0 0 1 0 0,0 0-1 0 0,1 0 0 0 0,-1 0 0 0 0,1 1 0 0 0,0-1 0 0 0,0 0 0 0 0,1 0 0 0 0,-1 1 0 0 0,1-1 0 0 0,0 1 0 0 0,0-1 0 0 0,0 1 0 0 0,0 0 0 0 0,0-1 0 0 0,1 1 1 0 0,-1 0-1 0 0,1 1 0 0 0,0-1 0 0 0,0 0 0 0 0,0 1 0 0 0,0 0 0 0 0,1 0 0 0 0,5-3 0 0 0,6-4 51 0 0,1 1 1 0 0,0 1-1 0 0,1 0 1 0 0,-1 1-1 0 0,29-6 1 0 0,13 1 200 0 0,0 2 1 0 0,0 2-1 0 0,0 3 1 0 0,118 8-1 0 0,-135 0-142 0 0,0 1 0 0 0,-1 3 0 0 0,0 1 0 0 0,0 2 0 0 0,-1 1-1 0 0,-1 2 1 0 0,69 36 0 0 0,-97-44-177 0 0,1 1-1 0 0,-1 0 1 0 0,0 0 0 0 0,-1 1-1 0 0,0 0 1 0 0,0 1-1 0 0,0-1 1 0 0,-1 2 0 0 0,-1-1-1 0 0,0 1 1 0 0,0 1-1 0 0,-1-1 1 0 0,0 1-1 0 0,0 0 1 0 0,-2 0 0 0 0,1 1-1 0 0,-1 0 1 0 0,-1-1-1 0 0,3 22 1 0 0,-5-19-19 0 0,0 0 0 0 0,-1 0 0 0 0,-1 0 1 0 0,-1 0-1 0 0,0 0 0 0 0,0 0 0 0 0,-1 0 0 0 0,-1 0 0 0 0,-1-1 1 0 0,0 0-1 0 0,0 0 0 0 0,-1 0 0 0 0,-1 0 0 0 0,0-1 0 0 0,-1 0 1 0 0,-16 18-1 0 0,0-3 44 0 0,0-2 0 0 0,-2-1 0 0 0,-1-2 0 0 0,0 0 0 0 0,-2-2 0 0 0,0 0 0 0 0,-2-3 1 0 0,-42 20-1 0 0,30-19 107 0 0,0-2 1 0 0,-2-2 0 0 0,1-2 0 0 0,-1-1 0 0 0,-90 7 0 0 0,128-17-212 0 0,-65 1 374 0 0,68-2-391 0 0,0-1 0 0 0,0 1 0 0 0,1 0 0 0 0,-1-1 1 0 0,0 0-1 0 0,1 0 0 0 0,-1 0 0 0 0,1 0 0 0 0,-1-1 1 0 0,1 1-1 0 0,-1-1 0 0 0,1 0 0 0 0,0 0 0 0 0,0 0 1 0 0,-4-3-1 0 0,7 4-36 0 0,-1 0-1 0 0,1 0 1 0 0,0 0 0 0 0,0 0 0 0 0,-1 0-1 0 0,1 0 1 0 0,0 0 0 0 0,0 0 0 0 0,0 0-1 0 0,0 0 1 0 0,0 0 0 0 0,0 0-1 0 0,0 0 1 0 0,0 0 0 0 0,1 0 0 0 0,-1 0-1 0 0,0 0 1 0 0,0 0 0 0 0,1 1 0 0 0,-1-1-1 0 0,1 0 1 0 0,-1 0 0 0 0,1 0 0 0 0,-1 0-1 0 0,1 1 1 0 0,-1-1 0 0 0,2-1 0 0 0,20-21-1479 0 0,16-1-3373 0 0,-17 10 2090 0 0</inkml:trace>
</inkml:ink>
</file>

<file path=ppt/ink/ink6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0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0 112 0 0,'26'6'5083'0'0,"-19"4"-4364"0"0,-1 0 1 0 0,0 0-1 0 0,0 0 0 0 0,-1 0 1 0 0,0 1-1 0 0,-1 0 0 0 0,0 0 0 0 0,-1 0 1 0 0,3 18-1 0 0,5 14 274 0 0,-11-41-1057 0 0,1 1 0 0 0,-1-1 1 0 0,1 0-1 0 0,-1 0 1 0 0,0 0-1 0 0,0 0 0 0 0,0 0 1 0 0,0 0-1 0 0,-1 0 1 0 0,1 0-1 0 0,0 0 0 0 0,-2 4 1 0 0,-7 12-3900 0 0,-3-14-2296 0 0</inkml:trace>
</inkml:ink>
</file>

<file path=ppt/ink/ink6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1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84 688 0 0,'7'-30'2971'0'0,"9"-21"2029"0"0,-15 49-4782 0 0,2 5-1756 0 0,0-2 1156 0 0,-2-1 212 0 0,0 1-1 0 0,0-1 0 0 0,0 1 0 0 0,0-1 0 0 0,0 1 0 0 0,0 0 1 0 0,0-1-1 0 0,0 1 0 0 0,0 0 0 0 0,-1 0 0 0 0,1-1 0 0 0,0 1 1 0 0,0 0-1 0 0,-1 0 0 0 0,1 0 0 0 0,0 0 0 0 0,-1 0 1 0 0,1 1-1 0 0,5 13-1921 0 0</inkml:trace>
</inkml:ink>
</file>

<file path=ppt/ink/ink6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1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5 864 0 0,'-7'-1'741'0'0,"1"0"-1"0"0,-1 0 1 0 0,0 0-1 0 0,0 0 1 0 0,0 1-1 0 0,0 1 1 0 0,0-1 0 0 0,-6 2-1 0 0,11-2-662 0 0,1 1 1 0 0,-1 0-1 0 0,1-1 0 0 0,-1 1 0 0 0,1 0 1 0 0,0 0-1 0 0,-1-1 0 0 0,1 1 0 0 0,0 0 1 0 0,0 0-1 0 0,0 0 0 0 0,0 1 0 0 0,0-1 1 0 0,0 0-1 0 0,0 0 0 0 0,0 1 0 0 0,0-1 1 0 0,0 0-1 0 0,1 1 0 0 0,-1-1 0 0 0,0 1 1 0 0,1-1-1 0 0,0 1 0 0 0,-1-1 0 0 0,1 1 1 0 0,0-1-1 0 0,0 1 0 0 0,-1-1 0 0 0,1 1 1 0 0,0-1-1 0 0,1 1 0 0 0,-1 0 0 0 0,0-1 1 0 0,0 1-1 0 0,1-1 0 0 0,-1 1 0 0 0,1-1 1 0 0,-1 1-1 0 0,2 2 0 0 0,3 9 148 0 0,1 1 0 0 0,1-1-1 0 0,-1 0 1 0 0,2 0 0 0 0,11 15 0 0 0,-12-19-119 0 0,0 0 0 0 0,-1 1 0 0 0,0 0 0 0 0,0 0 0 0 0,-1 0 0 0 0,-1 1 1 0 0,0 0-1 0 0,5 21 0 0 0,-8-30-92 0 0,-1 0 0 0 0,0 0 0 0 0,0 1 0 0 0,0-1 0 0 0,0 0 0 0 0,-1 0 0 0 0,1 0 0 0 0,0 0 0 0 0,-1 0 1 0 0,1 0-1 0 0,-1 1 0 0 0,0-1 0 0 0,0-1 0 0 0,0 1 0 0 0,0 0 0 0 0,0 0 0 0 0,0 0 0 0 0,0 0 0 0 0,-1-1 0 0 0,1 1 0 0 0,-1 0 0 0 0,1-1 0 0 0,-4 3 0 0 0,1-2 19 0 0,0 0 0 0 0,0 1-1 0 0,0-1 1 0 0,-1-1 0 0 0,1 1-1 0 0,-1-1 1 0 0,0 1-1 0 0,1-1 1 0 0,-1-1 0 0 0,-8 1-1 0 0,6 0-79 0 0,0-1-1 0 0,0 0 0 0 0,0 0 0 0 0,-1-1 0 0 0,1 0 0 0 0,0 0 1 0 0,0 0-1 0 0,0-1 0 0 0,0 0 0 0 0,1-1 0 0 0,-1 0 1 0 0,1 0-1 0 0,-1 0 0 0 0,-11-9 0 0 0,16 10-378 0 0,0-1 0 0 0,1 0 0 0 0,-1 0 0 0 0,0 0 0 0 0,1 0 0 0 0,0 0-1 0 0,0 0 1 0 0,0 0 0 0 0,0-1 0 0 0,0 1 0 0 0,1 0 0 0 0,-1-1 0 0 0,1 1 0 0 0,0 0-1 0 0,0-1 1 0 0,0 1 0 0 0,2-6 0 0 0,2-6-2590 0 0</inkml:trace>
</inkml:ink>
</file>

<file path=ppt/ink/ink6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1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60 200 0 0,'19'-50'6664'0'0,"-18"48"-5923"0"0,-1 2-675 0 0,-1-1 0 0 0,1 1-1 0 0,0 0 1 0 0,0 0 0 0 0,0-1-1 0 0,0 1 1 0 0,0 0 0 0 0,0 0-1 0 0,1-1 1 0 0,-1 1 0 0 0,0 0-1 0 0,0 0 1 0 0,0-1 0 0 0,0 1-1 0 0,0 0 1 0 0,0 0 0 0 0,0-1-1 0 0,0 1 1 0 0,1 0 0 0 0,-1 0-1 0 0,0 0 1 0 0,0-1 0 0 0,0 1 0 0 0,1 0-1 0 0,-1 0 1 0 0,0 0 0 0 0,0-1-1 0 0,0 1 1 0 0,1 0 0 0 0,-1 0-1 0 0,0 0 1 0 0,0 0 0 0 0,1 0-1 0 0,-1 0 1 0 0,0 0 0 0 0,0 0-1 0 0,1 0 1 0 0,-1-1 0 0 0,0 1-1 0 0,0 0 1 0 0,1 0 0 0 0,-1 0-1 0 0,0 0 1 0 0,1 1 0 0 0,-1-1-1 0 0,0 0 1 0 0,1 0 0 0 0,2 7 104 0 0,0 0 1 0 0,-1 0-1 0 0,1 0 1 0 0,-2 1-1 0 0,1-1 1 0 0,-1 1-1 0 0,0 0 1 0 0,0-1 0 0 0,-1 12-1 0 0,-7 83 511 0 0,4-62-402 0 0,-3 189 664 0 0,7-203-844 0 0,2 1-1 0 0,0-1 1 0 0,2-1 0 0 0,1 1 0 0 0,1-1 0 0 0,17 41-1 0 0,-23-63-103 0 0,0 0 0 0 0,0-1 0 0 0,0 1 0 0 0,1 0-1 0 0,-1-1 1 0 0,1 1 0 0 0,0-1 0 0 0,0 0 0 0 0,0 1-1 0 0,0-1 1 0 0,0 0 0 0 0,0 0 0 0 0,0 0 0 0 0,1 0-1 0 0,-1-1 1 0 0,1 1 0 0 0,0-1 0 0 0,-1 0 0 0 0,1 1-1 0 0,0-1 1 0 0,0 0 0 0 0,3 1 0 0 0,-2-3 0 0 0,-1 1 1 0 0,0 0 0 0 0,0-1 0 0 0,1 0-1 0 0,-1 1 1 0 0,0-1 0 0 0,0 0 0 0 0,0-1-1 0 0,0 1 1 0 0,0-1 0 0 0,0 1 0 0 0,0-1-1 0 0,-1 0 1 0 0,1 0 0 0 0,0 0 0 0 0,-1 0-1 0 0,0 0 1 0 0,1-1 0 0 0,2-4 0 0 0,11-12 143 0 0,-2 1 1 0 0,0-2 0 0 0,-1 0 0 0 0,18-38-1 0 0,-16 32 2026 0 0,-13 19-1866 0 0,-1 4-150 0 0,-1 8 764 0 0,-4 71-1175 0 0,1-46-3203 0 0,-3-7-4771 0 0</inkml:trace>
</inkml:ink>
</file>

<file path=ppt/ink/ink6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2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69 1128 0 0,'-3'-6'1074'0'0,"1"0"0"0"0,0 0 0 0 0,1 0 0 0 0,-1-1 1 0 0,1 1-1 0 0,0 0 0 0 0,1-1 0 0 0,0-9 0 0 0,0 14-1039 0 0</inkml:trace>
</inkml:ink>
</file>

<file path=ppt/ink/ink6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2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371 424 840 0 0,'1'4'471'0'0,"0"-1"0"0"0,0 1 1 0 0,0 0-1 0 0,-1-1 0 0 0,1 1 0 0 0,-1 0 0 0 0,0 0 1 0 0,0-1-1 0 0,0 1 0 0 0,-1 6 0 0 0,1 21 1877 0 0,0-28-1837 0 0,-1 11 66 0 0,1-14-529 0 0,0 0-1 0 0,0 1 1 0 0,0-1-1 0 0,0 0 1 0 0,0 0-1 0 0,0 0 1 0 0,0 0-1 0 0,0 1 1 0 0,0-1-1 0 0,0 0 1 0 0,0 0-1 0 0,0 0 1 0 0,0 0-1 0 0,0 1 1 0 0,0-1-1 0 0,0 0 1 0 0,0 0-1 0 0,0 0 1 0 0,0 0-1 0 0,0 0 1 0 0,0 1-1 0 0,0-1 1 0 0,0 0-1 0 0,0 0 1 0 0,1 0 0 0 0,-1 0-1 0 0,0 0 1 0 0,0 0-1 0 0,0 1 1 0 0,0-1-1 0 0,0 0 1 0 0,0 0-1 0 0,1 0 1 0 0,-1 0-1 0 0,0 0 1 0 0,0 0-1 0 0,0 0 1 0 0,0 0-1 0 0,1 0 1 0 0,-1 0-1 0 0,0 0 1 0 0,0 0-1 0 0,0 0 1 0 0,0 0-1 0 0,1 0 1 0 0,-1 0-1 0 0,0 0 1 0 0,0 0 0 0 0,0 0-1 0 0,0 0 1 0 0,1 0-1 0 0,-1 0 1 0 0,0 0-1 0 0,0 0 1 0 0,0 0-1 0 0,0 0 1 0 0,0 0-1 0 0,1 0 1 0 0,-1 0-1 0 0,0-1 1 0 0,31-22 315 0 0,-11 8 142 0 0,44-27 0 0 0,-61 41-525 0 0,-1 0 1 0 0,0 0-1 0 0,1 0 1 0 0,-1 0-1 0 0,1 0 1 0 0,0 0-1 0 0,-1 1 1 0 0,1-1-1 0 0,0 1 1 0 0,-1 0 0 0 0,1 0-1 0 0,0 0 1 0 0,-1 0-1 0 0,1 0 1 0 0,0 0-1 0 0,-1 1 1 0 0,1 0-1 0 0,0-1 1 0 0,-1 1-1 0 0,1 0 1 0 0,-1 0-1 0 0,1 0 1 0 0,-1 1-1 0 0,0-1 1 0 0,0 0 0 0 0,1 1-1 0 0,-1 0 1 0 0,0-1-1 0 0,0 1 1 0 0,0 0-1 0 0,-1 0 1 0 0,1 0-1 0 0,0 0 1 0 0,-1 1-1 0 0,1-1 1 0 0,-1 0-1 0 0,0 1 1 0 0,0-1 0 0 0,0 1-1 0 0,0-1 1 0 0,0 1-1 0 0,0-1 1 0 0,-1 1-1 0 0,1 0 1 0 0,-1-1-1 0 0,0 4 1 0 0,2 8-1222 0 0,-1-4-4781 0 0</inkml:trace>
  <inkml:trace contextRef="#ctx0" brushRef="#br0" timeOffset="1">2 101 11929 0 0,'0'0'-4'0'0,"-2"-18"36"0"0,6 0-112 0 0,0 10-8 0 0,6-3-12 0 0,0 1-24 0 0,4 1 12 0 0,5 4-12 0 0,-1-2-12 0 0,9 4-88 0 0,0-3-76 0 0,1 3-140 0 0,4 1-204 0 0,-4 4-192 0 0,-1 1-624 0 0,2 1-1581 0 0,0-1 701 0 0</inkml:trace>
</inkml:ink>
</file>

<file path=ppt/ink/ink6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3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57 696 0 0,'-1'-5'604'0'0,"1"1"1"0"0,-1 0-1 0 0,0 0 0 0 0,0-1 0 0 0,0 1 1 0 0,0 0-1 0 0,-1 0 0 0 0,0 0 0 0 0,-4-7 1 0 0,5 10-99 0 0,-14-6 771 0 0,8 8-1059 0 0,0 1-1 0 0,1 0 1 0 0,-1 0 0 0 0,1 0-1 0 0,0 1 1 0 0,-1 0 0 0 0,1 0-1 0 0,1 1 1 0 0,-1 0 0 0 0,-8 7-1 0 0,10-9-129 0 0,1 1-1 0 0,0 0 0 0 0,0 1 0 0 0,0-1 0 0 0,0 0 1 0 0,0 1-1 0 0,1-1 0 0 0,-1 1 0 0 0,1 0 0 0 0,0 0 1 0 0,1 0-1 0 0,-1 0 0 0 0,0 0 0 0 0,1 0 0 0 0,0 1 0 0 0,0-1 1 0 0,0 7-1 0 0,1-9-64 0 0,0 0 0 0 0,0 0 0 0 0,1 0 0 0 0,-1-1 1 0 0,1 1-1 0 0,-1 0 0 0 0,1 0 0 0 0,0 0 0 0 0,-1 0 1 0 0,1-1-1 0 0,0 1 0 0 0,0 0 0 0 0,0-1 0 0 0,1 1 0 0 0,-1-1 1 0 0,0 1-1 0 0,0-1 0 0 0,1 0 0 0 0,2 3 0 0 0,37 18 185 0 0,-8-5-132 0 0,-26-10-54 0 0,0 0-1 0 0,0 1 0 0 0,-1 0 0 0 0,1 0 1 0 0,-2 0-1 0 0,0 1 0 0 0,0-1 1 0 0,0 1-1 0 0,-1 1 0 0 0,0-1 1 0 0,-1 1-1 0 0,0-1 0 0 0,-1 1 1 0 0,2 12-1 0 0,0 2 42 0 0,-1-1 1 0 0,-2 1-1 0 0,0 0 1 0 0,-6 46 0 0 0,-1-22-7 0 0,-2 0 0 0 0,-2 0 0 0 0,-3-1 0 0 0,-1-1 0 0 0,-2 0 0 0 0,-26 49 1 0 0,38-87-44 0 0,-1 0-1 0 0,0 0 1 0 0,-1 0 0 0 0,0 0 0 0 0,0-1 0 0 0,-1 0 0 0 0,1 0 0 0 0,-2-1-1 0 0,1 0 1 0 0,-1 0 0 0 0,1-1 0 0 0,-11 6 0 0 0,14-10-10 0 0,1 1 0 0 0,-1-1 1 0 0,1 0-1 0 0,-1 0 0 0 0,1 0 0 0 0,-1-1 1 0 0,0 1-1 0 0,1-1 0 0 0,-1 0 0 0 0,0 0 1 0 0,0 0-1 0 0,1 0 0 0 0,-1-1 0 0 0,0 0 1 0 0,1 0-1 0 0,-1 0 0 0 0,1 0 0 0 0,-1 0 1 0 0,1 0-1 0 0,0-1 0 0 0,-1 0 1 0 0,1 0-1 0 0,0 0 0 0 0,0 0 0 0 0,0 0 1 0 0,0-1-1 0 0,1 1 0 0 0,-1-1 0 0 0,1 1 1 0 0,-1-1-1 0 0,1 0 0 0 0,-3-6 0 0 0,0 1-6 0 0,1 0 0 0 0,1-1 0 0 0,-1 0 0 0 0,1 1 0 0 0,1-1 0 0 0,0-1-1 0 0,0 1 1 0 0,0 0 0 0 0,1 0 0 0 0,1-1 0 0 0,0 1 0 0 0,0 0 0 0 0,1-1 0 0 0,0 1-1 0 0,4-17 1 0 0,1-2-67 0 0,2-1 0 0 0,1 1 0 0 0,21-47 0 0 0,-12 40-1 0 0,2 0 0 0 0,1 2-1 0 0,40-48 1 0 0,87-81-167 0 0,-68 91 110 0 0,-53 49 371 0 0,37-39-1 0 0,-63 60-133 0 0,13-16 1310 0 0,-6 59-1247 0 0,9 26 0 0 0,-16-64-164 0 0,1 0 1 0 0,-1-1-1 0 0,1 1 1 0 0,0-1-1 0 0,0 1 0 0 0,0-1 1 0 0,1 0-1 0 0,-1 0 1 0 0,1 0-1 0 0,0 0 0 0 0,0-1 1 0 0,0 1-1 0 0,0-1 1 0 0,0 0-1 0 0,6 4 0 0 0,-5-4-1 0 0,0 0 0 0 0,1 0 0 0 0,-1 0 0 0 0,1-1 0 0 0,0 0 0 0 0,0 1 0 0 0,-1-2 0 0 0,1 1 0 0 0,0 0 0 0 0,0-1 0 0 0,0 0 0 0 0,0 0 0 0 0,-1 0 0 0 0,1-1 0 0 0,0 0 0 0 0,0 0 0 0 0,8-3 0 0 0,-7 1-6 0 0,0 0 0 0 0,0-1 0 0 0,0 0 0 0 0,0 0 0 0 0,0-1 0 0 0,-1 0 0 0 0,0 0 0 0 0,0 0 0 0 0,0 0 0 0 0,-1-1 0 0 0,7-10 0 0 0,-3 5 39 0 0,-1-1 0 0 0,0 0 0 0 0,-1-1-1 0 0,0 0 1 0 0,5-16 0 0 0,-11 27 30 0 0,2-1-30 0 0,-2 3-39 0 0,0 0 0 0 0,0 0 1 0 0,0 0-1 0 0,0 0 0 0 0,0 0 1 0 0,0 1-1 0 0,0-1 0 0 0,0 0 0 0 0,1 0 1 0 0,-1 0-1 0 0,0 0 0 0 0,0 0 0 0 0,0 0 1 0 0,0 0-1 0 0,0 0 0 0 0,0 0 0 0 0,0 0 1 0 0,1 0-1 0 0,-1 0 0 0 0,0 0 1 0 0,0 0-1 0 0,0 0 0 0 0,0 0 0 0 0,0 0 1 0 0,0-1-1 0 0,0 1 0 0 0,1 0 0 0 0,-1 0 1 0 0,0 0-1 0 0,0 0 0 0 0,0 0 0 0 0,0 0 1 0 0,0 0-1 0 0,0 0 0 0 0,0 0 0 0 0,0 0 1 0 0,0 0-1 0 0,0 0 0 0 0,1-1 1 0 0,-1 1-1 0 0,0 0 0 0 0,0 0 0 0 0,0 0 1 0 0,0 0-1 0 0,0 0 0 0 0,0 0 0 0 0,0 0 1 0 0,0-1-1 0 0,0 1 0 0 0,0 0 0 0 0,0 0 1 0 0,0 0-1 0 0,0 0 0 0 0,0 0 0 0 0,0 0 1 0 0,0 0-1 0 0,0-1 0 0 0,0 1 1 0 0,0 0-1 0 0,0 0 0 0 0,0 0 0 0 0,0 0 1 0 0,-1 0-1 0 0,2 1-5 0 0,0 9 9 0 0,1 0-1 0 0,0 0 1 0 0,0-1-1 0 0,1 1 1 0 0,6 11-1 0 0,-8-19-4 0 0,-1 0-1 0 0,1 0 1 0 0,1 0-1 0 0,-1 0 1 0 0,0 0-1 0 0,0-1 1 0 0,1 1-1 0 0,-1 0 1 0 0,1-1-1 0 0,0 1 1 0 0,-1-1 0 0 0,1 1-1 0 0,0-1 1 0 0,0 0-1 0 0,0 0 1 0 0,0 1-1 0 0,0-2 1 0 0,0 1-1 0 0,0 0 1 0 0,0 0-1 0 0,0-1 1 0 0,0 1 0 0 0,1-1-1 0 0,-1 1 1 0 0,0-1-1 0 0,0 0 1 0 0,0 0-1 0 0,1 0 1 0 0,-1 0-1 0 0,0-1 1 0 0,0 1-1 0 0,1 0 1 0 0,2-2 0 0 0,6-2 12 0 0,-1 0 0 0 0,1-1 1 0 0,18-11-1 0 0,-25 14-7 0 0,0-1 0 0 0,0 0 0 0 0,0 0-1 0 0,-1 0 1 0 0,1 0 0 0 0,-1 0 0 0 0,1-1-1 0 0,-1 1 1 0 0,0-1 0 0 0,-1 0 0 0 0,1 0-1 0 0,3-6 1 0 0,-4 7 138 0 0,0 0 0 0 0,1 0 0 0 0,-1 0 0 0 0,1 0 0 0 0,0 1-1 0 0,0 0 1 0 0,0-1 0 0 0,6-2 0 0 0,-16 43-458 0 0,-6 37 296 0 0,10-50-3840 0 0,2 0-3671 0 0</inkml:trace>
</inkml:ink>
</file>

<file path=ppt/ink/ink6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3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56 788 0 0,'-2'-32'5792'0'0,"1"9"-5933"0"0,6 25-2298 0 0,17 7 187 0 0</inkml:trace>
</inkml:ink>
</file>

<file path=ppt/ink/ink6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4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103 259 84 0 0,'0'0'5530'0'0,"-6"-1"-4700"0"0,3 0-689 0 0,-1 1 1 0 0,1-1-1 0 0,-1 1 1 0 0,1 0-1 0 0,0 0 1 0 0,-1 0-1 0 0,1 0 1 0 0,-1 1-1 0 0,1 0 1 0 0,0-1-1 0 0,-1 1 1 0 0,1 0-1 0 0,0 1 0 0 0,0-1 1 0 0,0 1-1 0 0,0-1 1 0 0,0 1-1 0 0,0 0 1 0 0,0 0-1 0 0,1 0 1 0 0,-1 0-1 0 0,0 1 1 0 0,1-1-1 0 0,0 1 1 0 0,0-1-1 0 0,0 1 1 0 0,0 0-1 0 0,0 0 0 0 0,0 0 1 0 0,1 0-1 0 0,-1 0 1 0 0,0 4-1 0 0,0 5 60 0 0,0 1 0 0 0,2-1 0 0 0,-1 0 0 0 0,2 0 0 0 0,-1 0 0 0 0,2 0 0 0 0,2 14 0 0 0,5 7 182 0 0,16 41-1 0 0,-23-69-350 0 0,-2-5-24 0 0,0 1 1 0 0,0 0-1 0 0,0-1 1 0 0,0 1-1 0 0,1-1 1 0 0,-1 0-1 0 0,0 1 0 0 0,0-1 1 0 0,0 1-1 0 0,1-1 1 0 0,-1 1-1 0 0,0-1 1 0 0,0 1-1 0 0,1-1 1 0 0,-1 0-1 0 0,0 1 1 0 0,1-1-1 0 0,-1 1 1 0 0,1-1-1 0 0,-1 0 1 0 0,0 0-1 0 0,1 1 1 0 0,-1-1-1 0 0,1 0 1 0 0,-1 0-1 0 0,1 1 1 0 0,-1-1-1 0 0,1 0 1 0 0,-1 0-1 0 0,1 0 1 0 0,-1 0-1 0 0,1 0 1 0 0,0 0-1 0 0,13-15 65 0 0,16-52-228 0 0,-16 32 101 0 0,13-21-34 0 0,105-230-236 0 0,-101 200 2691 0 0,-32 94-2122 0 0,-2 10-113 0 0,1 0 0 0 0,0 0 0 0 0,2 0 0 0 0,0 0 0 0 0,1 0 0 0 0,1 0 0 0 0,0 0 1 0 0,2 0-1 0 0,0-1 0 0 0,1 1 0 0 0,1-1 0 0 0,0 0 0 0 0,1-1 0 0 0,1 1 0 0 0,18 26 0 0 0,-17-30-5 0 0,0-1-1 0 0,1-1 0 0 0,1 0 1 0 0,21 18-1 0 0,-27-25-55 0 0,0 0 0 0 0,1-1 0 0 0,0 0-1 0 0,0 0 1 0 0,0 0 0 0 0,0-1 0 0 0,0 1 0 0 0,0-1 0 0 0,1-1-1 0 0,-1 0 1 0 0,1 1 0 0 0,-1-2 0 0 0,7 1 0 0 0,-8-2-127 0 0,0 0 0 0 0,-1-1 0 0 0,1 1 0 0 0,-1-1 0 0 0,1 0 1 0 0,-1 0-1 0 0,0-1 0 0 0,0 1 0 0 0,0-1 0 0 0,0 0 0 0 0,0 0 0 0 0,-1 0 0 0 0,1-1 1 0 0,3-4-1 0 0,-2 3-888 0 0,-4 4-171 0 0,2-3-1398 0 0,-1 2 670 0 0</inkml:trace>
</inkml:ink>
</file>

<file path=ppt/ink/ink6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6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67 172 0 0,'-12'-67'11246'0'0,"11"73"-10861"0"0,-39 184 1568 0 0,7-20-1114 0 0,-8-35-121 0 0,40-133-494 0 0,2-5-221 0 0,-1 1 0 0 0,1 0-1 0 0,-1 0 1 0 0,1 0-1 0 0,0 0 1 0 0,0 0-1 0 0,0 0 1 0 0,0 0-1 0 0,0 0 1 0 0,0 0 0 0 0,1 0-1 0 0,1-2 1 0 0,1-1 3 0 0,3-4-9 0 0,-1 0 0 0 0,1 0 0 0 0,1 1-1 0 0,0 0 1 0 0,0 1 0 0 0,0 0-1 0 0,1 0 1 0 0,0 1 0 0 0,1 0-1 0 0,-1 1 1 0 0,1 0 0 0 0,0 0 0 0 0,0 1-1 0 0,1 0 1 0 0,-1 1 0 0 0,1 0-1 0 0,0 1 1 0 0,14-2 0 0 0,-22 4 3 0 0,-1-1 0 0 0,1 1 1 0 0,0 0-1 0 0,0 0 0 0 0,-1 1 1 0 0,1-1-1 0 0,0 0 1 0 0,-1 1-1 0 0,1 0 0 0 0,0 0 1 0 0,-1 0-1 0 0,1 0 0 0 0,-1 0 1 0 0,1 0-1 0 0,-1 0 0 0 0,0 1 1 0 0,1-1-1 0 0,-1 1 0 0 0,0 0 1 0 0,0 0-1 0 0,0 0 0 0 0,0 0 1 0 0,-1 0-1 0 0,1 0 0 0 0,0 0 1 0 0,-1 1-1 0 0,0-1 0 0 0,1 0 1 0 0,-1 1-1 0 0,0-1 1 0 0,0 1-1 0 0,0 0 0 0 0,-1-1 1 0 0,2 6-1 0 0,-2-3 2 0 0,0 0 1 0 0,0 1-1 0 0,-1-1 0 0 0,1 1 1 0 0,-1-1-1 0 0,0 0 0 0 0,-1 0 1 0 0,1 1-1 0 0,-1-1 0 0 0,0 0 1 0 0,-1 0-1 0 0,1-1 0 0 0,-1 1 1 0 0,0 0-1 0 0,0-1 0 0 0,-5 7 1 0 0,-5 2-26 0 0,1-1-1 0 0,-2 0 1 0 0,0 0 0 0 0,0-2 0 0 0,-1 0 0 0 0,-1 0-1 0 0,1-1 1 0 0,-2-1 0 0 0,1-1 0 0 0,-1 0 0 0 0,0-1-1 0 0,0-1 1 0 0,-27 4 0 0 0,42-8-308 0 0,-19-8-724 0 0,20 6 789 0 0,0 0 0 0 0,-1 0 0 0 0,1 0 0 0 0,0 0 0 0 0,0-1 0 0 0,0 1-1 0 0,0 0 1 0 0,0-1 0 0 0,0 1 0 0 0,0-1 0 0 0,0 1 0 0 0,1-1 0 0 0,-1 1 0 0 0,1-1 0 0 0,-1 0 0 0 0,1 1 0 0 0,-1-1 0 0 0,1 1 0 0 0,0-1 0 0 0,0 0 0 0 0,0 0 0 0 0,0 1-1 0 0,0-1 1 0 0,0 0 0 0 0,1 1 0 0 0,-1-1 0 0 0,0 0 0 0 0,1 1 0 0 0,-1-1 0 0 0,1 1 0 0 0,0-1 0 0 0,1-2 0 0 0,5-9-2590 0 0</inkml:trace>
</inkml:ink>
</file>

<file path=ppt/ink/ink6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6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0 585 244 0 0,'27'-14'2100'0'0,"-13"6"-1443"0"0,-2-2 0 0 0,1 1 0 0 0,-1-2 0 0 0,-1 0 1 0 0,0 0-1 0 0,0-1 0 0 0,-1 0 0 0 0,-1-1 0 0 0,13-22 1556 0 0,-25 40-2063 0 0,-1 1-115 0 0,1-1-1 0 0,0 1 1 0 0,1 0 0 0 0,-1 0 0 0 0,1 0-1 0 0,0 1 1 0 0,0-1 0 0 0,1 0 0 0 0,0 1-1 0 0,0-1 1 0 0,1 1 0 0 0,0-1 0 0 0,0 1-1 0 0,1 10 1 0 0,0-13-18 0 0,0 0 1 0 0,0 1-1 0 0,1-1 0 0 0,0-1 1 0 0,-1 1-1 0 0,1 0 0 0 0,0 0 1 0 0,1-1-1 0 0,-1 1 0 0 0,1-1 1 0 0,0 0-1 0 0,-1 0 1 0 0,1 0-1 0 0,1 0 0 0 0,-1 0 1 0 0,0 0-1 0 0,1-1 0 0 0,-1 0 1 0 0,1 0-1 0 0,0 0 0 0 0,0 0 1 0 0,-1 0-1 0 0,1-1 0 0 0,0 0 1 0 0,7 2-1 0 0,-3-1-20 0 0,0-1 0 0 0,1 1 0 0 0,-1-2-1 0 0,1 1 1 0 0,-1-1 0 0 0,1 0 0 0 0,-1-1 0 0 0,1 0 0 0 0,-1 0-1 0 0,0-1 1 0 0,1 0 0 0 0,10-5 0 0 0,-7 2-8 0 0,0-1 0 0 0,-1 0 0 0 0,1 0-1 0 0,-2-2 1 0 0,1 1 0 0 0,-1-2 0 0 0,14-13 0 0 0,-7 4-4 0 0,-1-2 0 0 0,0 0 0 0 0,-2 0 0 0 0,0-2 0 0 0,-1 1-1 0 0,-2-2 1 0 0,17-44 0 0 0,-19 40 85 0 0,-2 0 0 0 0,-1 0-1 0 0,-1-1 1 0 0,-1 0 0 0 0,-2 0-1 0 0,-1 0 1 0 0,-1-1-1 0 0,-6-45 1 0 0,6 72-7 0 0,-4-22 164 0 0,4 24-206 0 0,0-1 0 0 0,0 0 0 0 0,-1 0 1 0 0,1 1-1 0 0,0-1 0 0 0,0 0 0 0 0,-1 1 0 0 0,1-1 1 0 0,0 0-1 0 0,-1 1 0 0 0,1-1 0 0 0,-1 0 1 0 0,1 1-1 0 0,0-1 0 0 0,-1 1 0 0 0,0-1 0 0 0,1 1 1 0 0,-1-1-1 0 0,1 1 0 0 0,-1-1 0 0 0,1 1 1 0 0,-1 0-1 0 0,0-1 0 0 0,1 1 0 0 0,-3-1 1 0 0,2 2 1 0 0,-1-1 1 0 0,0 1 0 0 0,0 0 0 0 0,0 0 0 0 0,1 0 0 0 0,-1 0 0 0 0,0 0 0 0 0,1 0-1 0 0,-1 0 1 0 0,1 1 0 0 0,0-1 0 0 0,-1 1 0 0 0,1-1 0 0 0,0 1 0 0 0,0-1 0 0 0,0 1-1 0 0,0 0 1 0 0,0-1 0 0 0,0 1 0 0 0,-1 3 0 0 0,-14 40 469 0 0,9-10-332 0 0,2 1 1 0 0,2-1-1 0 0,1 1 1 0 0,2 0-1 0 0,1 0 1 0 0,8 43-1 0 0,5 16 123 0 0,1 14-3086 0 0,-10-84-4349 0 0</inkml:trace>
</inkml:ink>
</file>

<file path=ppt/ink/ink6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7.3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90 664 0 0,'0'0'1863'0'0,"15"-18"496"0"0,14 7-1493 0 0,-1 2 0 0 0,1 0 1 0 0,32-3-1 0 0,41-4-1806 0 0,-22 4-3236 0 0,-68 9 2353 0 0</inkml:trace>
</inkml:ink>
</file>

<file path=ppt/ink/ink6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7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80 208 0 0,'0'0'1517'0'0,"8"-1"3658"0"0,-7 45-3747 0 0,-2-39-1311 0 0,0 1 0 0 0,1-1 0 0 0,-1 1 0 0 0,1-1 0 0 0,1 1 0 0 0,-1 0 0 0 0,1-1 0 0 0,0 1 0 0 0,0-1 0 0 0,1 0 0 0 0,-1 1 0 0 0,1-1 0 0 0,1 0 0 0 0,-1 0 0 0 0,5 8 0 0 0,-6-12-102 0 0,0 0 0 0 0,1-1 0 0 0,-1 1-1 0 0,0 0 1 0 0,0 0 0 0 0,1-1 0 0 0,-1 1-1 0 0,1 0 1 0 0,-1-1 0 0 0,1 0 0 0 0,-1 1 0 0 0,1-1-1 0 0,-1 0 1 0 0,1 1 0 0 0,-1-1 0 0 0,1 0-1 0 0,-1 0 1 0 0,1-1 0 0 0,-1 1 0 0 0,1 0-1 0 0,2-1 1 0 0,37-13 197 0 0,-37 12-185 0 0,27-12 26 0 0,-19 8-40 0 0,1 1-1 0 0,-1-1 1 0 0,1 2 0 0 0,1 0-1 0 0,-1 1 1 0 0,1 0 0 0 0,18-1-1 0 0,-27 3 30 0 0,-1 1 0 0 0,1-1-1 0 0,0-1 1 0 0,-1 1 0 0 0,1-1-1 0 0,0 1 1 0 0,4-4 0 0 0,-8 3 18 0 0,1 1 1 0 0,-1-1-1 0 0,0 0 1 0 0,0 0 0 0 0,0 0-1 0 0,0 0 1 0 0,0 0-1 0 0,0 0 1 0 0,-1 0 0 0 0,1 0-1 0 0,-1 0 1 0 0,1-1-1 0 0,-1 1 1 0 0,0 0 0 0 0,0 0-1 0 0,0 0 1 0 0,0-1-1 0 0,0 1 1 0 0,-1 0 0 0 0,1 0-1 0 0,0 0 1 0 0,-1 0-1 0 0,-1-4 1 0 0,0-12 278 0 0,-15-55-278 0 0,16 71-635 0 0</inkml:trace>
</inkml:ink>
</file>

<file path=ppt/ink/ink6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8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1 148 260 0 0,'2'0'361'0'0,"-1"1"0"0"0,1 0 0 0 0,0-1 0 0 0,0 0 0 0 0,-1 1 0 0 0,1-1 0 0 0,0 0 0 0 0,0 0 0 0 0,0 0 0 0 0,-1 0 0 0 0,1-1 0 0 0,0 1 0 0 0,0 0 0 0 0,0-1 0 0 0,-1 1 0 0 0,1-1 0 0 0,0 1 0 0 0,1-2 0 0 0,51-16 424 0 0,-36 12 22 0 0,-3 1-418 0 0,-1 0-1 0 0,0 0 0 0 0,20-13 0 0 0,-30 17-243 0 0,-1-2 1 0 0,0 1-1 0 0,1 0 0 0 0,-1-1 1 0 0,0 1-1 0 0,0-1 0 0 0,0 0 1 0 0,-1 0-1 0 0,1 0 0 0 0,-1-1 1 0 0,1 1-1 0 0,-1-1 0 0 0,0 1 1 0 0,0-1-1 0 0,-1 1 0 0 0,1-1 1 0 0,1-6-1 0 0,-3 8 213 0 0,-2 0-277 0 0,-1 0 0 0 0,1 0-1 0 0,-1 0 1 0 0,0 1 0 0 0,1-1 0 0 0,-1 1 0 0 0,0-1-1 0 0,-5 0 1 0 0,1 4-31 0 0,0 1 0 0 0,0 0 0 0 0,0 0 1 0 0,0 1-1 0 0,1 0 0 0 0,-1 0 0 0 0,-10 10 0 0 0,16-13-47 0 0,-1 0 0 0 0,1 0 1 0 0,0 0-1 0 0,0 0 0 0 0,0 0 0 0 0,0 0 1 0 0,0 0-1 0 0,0 0 0 0 0,0 0 1 0 0,0 0-1 0 0,0 1 0 0 0,0-1 0 0 0,0 1 1 0 0,1-1-1 0 0,-1 0 0 0 0,1 1 1 0 0,-1-1-1 0 0,1 1 0 0 0,-1-1 0 0 0,1 1 1 0 0,0-1-1 0 0,0 1 0 0 0,0-1 1 0 0,0 1-1 0 0,0 0 0 0 0,0-1 0 0 0,0 1 1 0 0,1-1-1 0 0,-1 1 0 0 0,0-1 1 0 0,1 1-1 0 0,-1-1 0 0 0,1 1 0 0 0,0-1 1 0 0,-1 0-1 0 0,1 1 0 0 0,0-1 1 0 0,0 0-1 0 0,0 0 0 0 0,0 1 0 0 0,0-1 1 0 0,0 0-1 0 0,0 0 0 0 0,0 0 1 0 0,0 0-1 0 0,1 0 0 0 0,-1 0 0 0 0,0-1 1 0 0,3 2-1 0 0,7 4-53 0 0,0-1 0 0 0,1-1 0 0 0,-1 1 0 0 0,1-2-1 0 0,0 0 1 0 0,0 0 0 0 0,0-1 0 0 0,1-1 0 0 0,-1 0 0 0 0,0 0 0 0 0,1-1 0 0 0,-1-1 0 0 0,0 0 0 0 0,18-4 0 0 0,-6 0-30 0 0,0-1 0 0 0,0-1 0 0 0,-1-1 0 0 0,0-1 0 0 0,0-1 1 0 0,25-16-1 0 0,-45 24 108 0 0,0 1 0 0 0,0-1 1 0 0,0 0-1 0 0,0 0 0 0 0,-1 0 0 0 0,1-1 1 0 0,-1 1-1 0 0,1-1 0 0 0,-1 1 1 0 0,0-1-1 0 0,0 0 0 0 0,0 0 0 0 0,0 0 1 0 0,-1 0-1 0 0,1 0 0 0 0,-1 0 0 0 0,0 0 1 0 0,0 0-1 0 0,1-6 0 0 0,-2 8-22 0 0,-1 1 0 0 0,0-1 0 0 0,0 0 0 0 0,0 0 0 0 0,1 1 0 0 0,-1-1 0 0 0,0 0 0 0 0,0 1 0 0 0,0-1 0 0 0,0 0 0 0 0,0 1 0 0 0,0 0 0 0 0,0-1 0 0 0,-1 1 0 0 0,1 0 0 0 0,0-1 0 0 0,0 1 0 0 0,0 0 0 0 0,0 0 0 0 0,0 0 0 0 0,0 0 0 0 0,-1 0 0 0 0,0 0 0 0 0,-1 0 16 0 0,-1 1 2 0 0,4-1-24 0 0,-26 11 48 0 0,24-10-46 0 0,1-1 0 0 0,-1 1 0 0 0,1 0 0 0 0,-1 0 0 0 0,1 0 0 0 0,0 0 0 0 0,-1 0 0 0 0,1 1 0 0 0,0-1 0 0 0,0 0 0 0 0,-1 0 0 0 0,1 1 0 0 0,0-1 0 0 0,1 1 0 0 0,-1-1 0 0 0,0 1 0 0 0,0 0 0 0 0,1-1 0 0 0,-1 1 0 0 0,0 1 0 0 0,1 1 1 0 0,0 0 0 0 0,0 0 1 0 0,0-1-1 0 0,0 1 0 0 0,0 0 1 0 0,1-1-1 0 0,0 1 0 0 0,0-1 1 0 0,0 1-1 0 0,0-1 0 0 0,1 1 1 0 0,-1-1-1 0 0,1 1 0 0 0,0-1 1 0 0,0 0-1 0 0,0 0 0 0 0,0 0 1 0 0,4 4-1 0 0,-1-3 0 0 0,0-1 0 0 0,-1 1 0 0 0,1-1 1 0 0,0 0-1 0 0,1 0 0 0 0,-1 0 0 0 0,0-1 0 0 0,1 0 0 0 0,-1 0 1 0 0,12 2-1 0 0,-7-2 1 0 0,1 0 1 0 0,-1-1-1 0 0,0-1 1 0 0,0 1-1 0 0,0-2 1 0 0,1 1-1 0 0,-1-2 1 0 0,0 1-1 0 0,0-1 1 0 0,0-1-1 0 0,0 0 1 0 0,-1 0-1 0 0,16-8 1 0 0,-10 2 23 0 0,-6 2-38 0 0,0 1 0 0 0,0 1 0 0 0,1 0 0 0 0,0 0 0 0 0,0 0 0 0 0,0 1 0 0 0,0 1 0 0 0,0 0 1 0 0,1 0-1 0 0,17-1 0 0 0,-25 4 2 0 0,48 17-24 0 0,-49-15 85 0 0,0 0 0 0 0,0 0 0 0 0,0 0 0 0 0,0 0 0 0 0,0 0 0 0 0,1-1 0 0 0,-1 1 0 0 0,1 0 0 0 0,-1-1 0 0 0,1 0 0 0 0,-1 0-1 0 0,1 0 1 0 0,0 0 0 0 0,-1 0 0 0 0,1 0 0 0 0,0-1 0 0 0,0 1 0 0 0,0-1 0 0 0,-1 0 0 0 0,1 0 0 0 0,0 0 0 0 0,5-1 0 0 0,31-6-1386 0 0,-6-8-6760 0 0,-21 8 4776 0 0</inkml:trace>
</inkml:ink>
</file>

<file path=ppt/ink/ink6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9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152 169 14053 0 0,'2'-23'-55'0'0,"2"0"0"0"0,6-24 0 0 0,-9 42 134 0 0,0 0 0 0 0,1-1-1 0 0,-1 1 1 0 0,1 0 0 0 0,0 1-1 0 0,1-1 1 0 0,-1 0-1 0 0,1 1 1 0 0,0-1 0 0 0,0 1-1 0 0,1 0 1 0 0,-1 0 0 0 0,1 0-1 0 0,7-6 1 0 0,-9 9 36 0 0,25 17 241 0 0,-22-7-253 0 0,1 0 0 0 0,-1 0 0 0 0,0 0 0 0 0,-1 1 0 0 0,0 0 0 0 0,-1-1 0 0 0,0 1 0 0 0,0 1 0 0 0,1 19 0 0 0,0 10 111 0 0,-2 47 0 0 0,-2-73-162 0 0,-9 129 334 0 0,4-111-283 0 0,3-27-76 0 0,1 0 1 0 0,0 0-1 0 0,0 0 1 0 0,1 0-1 0 0,-1 0 1 0 0,1 0-1 0 0,0 0 0 0 0,2 7 1 0 0,-5-28 273 0 0,2 2-333 0 0,0 1 0 0 0,-2-1-1 0 0,1 1 1 0 0,-2 0 0 0 0,0 0 0 0 0,-9-22-1 0 0,10 31 19 0 0,0 1 1 0 0,-1-1-1 0 0,1 1 0 0 0,-1 0 0 0 0,0 0 0 0 0,0 0 1 0 0,0 0-1 0 0,0 1 0 0 0,0 0 0 0 0,-1-1 0 0 0,1 1 1 0 0,-1 1-1 0 0,1-1 0 0 0,-1 1 0 0 0,0 0 0 0 0,0 0 1 0 0,1 0-1 0 0,-1 1 0 0 0,0-1 0 0 0,0 1 0 0 0,0 0 1 0 0,0 1-1 0 0,1-1 0 0 0,-1 1 0 0 0,0 0 0 0 0,0 0 1 0 0,1 1-1 0 0,-8 2 0 0 0,5-1 4 0 0,0-1-1 0 0,1 1 1 0 0,-1 0 0 0 0,1 1 0 0 0,0-1-1 0 0,0 1 1 0 0,0 0 0 0 0,0 1 0 0 0,1 0-1 0 0,0 0 1 0 0,0 0 0 0 0,0 0 0 0 0,1 1-1 0 0,-1-1 1 0 0,1 1 0 0 0,1 1 0 0 0,-1-1-1 0 0,1 0 1 0 0,-3 9 0 0 0,6-13 3 0 0,-1 0-1 0 0,1 0 1 0 0,1 0 0 0 0,-1 0 0 0 0,0 0 0 0 0,0 0-1 0 0,1 0 1 0 0,-1-1 0 0 0,1 1 0 0 0,-1 0-1 0 0,1 0 1 0 0,0 0 0 0 0,0-1 0 0 0,0 1-1 0 0,0 0 1 0 0,0-1 0 0 0,0 1 0 0 0,0-1 0 0 0,1 1-1 0 0,-1-1 1 0 0,0 1 0 0 0,1-1 0 0 0,-1 0-1 0 0,1 0 1 0 0,0 0 0 0 0,-1 0 0 0 0,1 0 0 0 0,0 0-1 0 0,3 1 1 0 0,3 2-81 0 0,0-1 0 0 0,0 0 0 0 0,0 0 0 0 0,17 3 0 0 0,5-4-141 0 0,0-1-1 0 0,1-2 0 0 0,-1 0 1 0 0,0-2-1 0 0,49-12 1 0 0,30-2 357 0 0,-98 15-85 0 0,-10 2-13 0 0,0-1 0 0 0,0 1 1 0 0,1 0-1 0 0,-1-1 1 0 0,0 1-1 0 0,0 0 0 0 0,0 0 1 0 0,0 0-1 0 0,0 0 1 0 0,0 0-1 0 0,0 0 0 0 0,0 0 1 0 0,1 0-1 0 0,-1 0 1 0 0,0 0-1 0 0,0 1 0 0 0,0-1 1 0 0,0 0-1 0 0,0 1 1 0 0,0-1-1 0 0,0 1 0 0 0,0-1 1 0 0,0 1-1 0 0,0-1 1 0 0,0 1-1 0 0,0 0 0 0 0,-1 0 1 0 0,1-1-1 0 0,0 1 1 0 0,0 0-1 0 0,-1 0 0 0 0,2 1 1 0 0,-1 0 40 0 0,-4 1-458 0 0,-16 15-661 0 0,8-12-1868 0 0,1 1-2668 0 0</inkml:trace>
</inkml:ink>
</file>

<file path=ppt/ink/ink6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49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0 301 292 0 0,'9'-4'632'0'0,"0"0"0"0"0,0 1 0 0 0,0-1-1 0 0,0 2 1 0 0,0-1 0 0 0,1 2 0 0 0,-1-1 0 0 0,1 1 0 0 0,17 0 0 0 0,18-3 173 0 0,-31 2-580 0 0,0 0-1 0 0,0-2 1 0 0,-1 1 0 0 0,1-2 0 0 0,-1 0-1 0 0,0 0 1 0 0,0-1 0 0 0,15-10-1 0 0,-23 12-129 0 0,1 0 0 0 0,-1-1 0 0 0,0 0 0 0 0,-1 1 0 0 0,1-1 0 0 0,-1-1 0 0 0,0 1 0 0 0,-1-1 0 0 0,1 0 0 0 0,-1 1 0 0 0,0-1 0 0 0,0-1 0 0 0,-1 1 0 0 0,0 0 0 0 0,0-1 0 0 0,-1 1 0 0 0,1-1 0 0 0,-1 1 0 0 0,0-12 0 0 0,0 2 346 0 0,-1 0 0 0 0,-1 1-1 0 0,0-1 1 0 0,-5-19 0 0 0,6 34 242 0 0,-7 8-618 0 0,0 1 0 0 0,1 0 1 0 0,1 1-1 0 0,0-1 0 0 0,0 1 0 0 0,0 0 0 0 0,-5 18 0 0 0,-20 77 177 0 0,13-36-74 0 0,-92 349 1294 0 0,103-390-1385 0 0,-13 59 146 0 0,6-24 13 0 0,-24 70 0 0 0,35-125-233 0 0,1-5-38 0 0,1 0 0 0 0,-1 0 1 0 0,1 0-1 0 0,-1 0 0 0 0,0 0 1 0 0,0 0-1 0 0,0 0 0 0 0,0 0 1 0 0,0 0-1 0 0,0 0 0 0 0,0 0 1 0 0,-1 0-1 0 0,1-1 0 0 0,-1 1 1 0 0,1-1-1 0 0,-1 1 1 0 0,0-1-1 0 0,0 0 0 0 0,-3 2 1 0 0,3-2-305 0 0,-18-22-907 0 0,19 16 1082 0 0,0-1-1 0 0,0 1 1 0 0,0-1-1 0 0,1 1 1 0 0,0-1-1 0 0,0 1 1 0 0,1-1-1 0 0,-1 1 0 0 0,1-1 1 0 0,0 1-1 0 0,1 0 1 0 0,-1-1-1 0 0,1 1 1 0 0,0 0-1 0 0,1 0 1 0 0,2-5-1 0 0,5-7-188 0 0,0 0-1 0 0,1 0 1 0 0,13-15-1 0 0,160-164-1998 0 0,0 0 1198 0 0,-160 166 1271 0 0,-2 0 0 0 0,-1-2 0 0 0,-1 0 0 0 0,-2-1-1 0 0,15-37 1 0 0,-27 55 264 0 0,-1-1-1 0 0,-1 1 0 0 0,0-1 1 0 0,-1 0-1 0 0,-1 0 0 0 0,-1 0 0 0 0,0 0 1 0 0,-1 0-1 0 0,0 0 0 0 0,-5-25 0 0 0,0 48-47 0 0,-1 1 0 0 0,1-1 0 0 0,0 1 0 0 0,1 0-1 0 0,-6 14 1 0 0,-36 123 1633 0 0,-45 255-1 0 0,77-302-1618 0 0,12-69-410 0 0,-2 1-1 0 0,-1-1 1 0 0,-1 0-1 0 0,-2-1 1 0 0,-21 55-1 0 0,27-80-226 0 0,0 1 0 0 0,0-1 0 0 0,-1 0-1 0 0,1 1 1 0 0,-1-1 0 0 0,0 0 0 0 0,1-1 0 0 0,-7 6-1 0 0,-10 0-8031 0 0,4-5 4248 0 0</inkml:trace>
</inkml:ink>
</file>

<file path=ppt/ink/ink6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1.0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1 249 860 0 0,'27'-14'1529'0'0,"0"2"0"0"0,45-14 0 0 0,-24 13-1950 0 0,1 3 1 0 0,52-5-1 0 0,-76 12-124 0 0,-10 2 1017 0 0,0-1-1 0 0,0 0 1 0 0,24-8-1 0 0,-34 8-225 0 0,0 0 0 0 0,0 0-1 0 0,-1-1 1 0 0,1 1 0 0 0,-1-1-1 0 0,0 0 1 0 0,0 0 0 0 0,0 0-1 0 0,0-1 1 0 0,0 1 0 0 0,-1-1-1 0 0,0 0 1 0 0,1 0 0 0 0,-2-1-1 0 0,4-4 1 0 0,7-19 1326 0 0,-13 26-1254 0 0,-2-13 691 0 0,1 14-969 0 0,0 0-1 0 0,0-1 0 0 0,0 1 0 0 0,0 0 0 0 0,0 1 1 0 0,0-1-1 0 0,0 0 0 0 0,-1 0 0 0 0,1 0 0 0 0,0 1 1 0 0,-1-1-1 0 0,1 0 0 0 0,0 1 0 0 0,-1 0 0 0 0,1-1 1 0 0,-1 1-1 0 0,1 0 0 0 0,-1-1 0 0 0,1 1 0 0 0,0 0 1 0 0,-1 0-1 0 0,1 0 0 0 0,-1 0 0 0 0,1 1 0 0 0,-3-1 1 0 0,0 2 23 0 0,-1-1 0 0 0,1 1 1 0 0,-1 0-1 0 0,1 0 0 0 0,-1 0 0 0 0,1 0 1 0 0,0 1-1 0 0,-5 4 0 0 0,4-4-23 0 0,-1 1 0 0 0,1 1 1 0 0,1-1-1 0 0,-1 1 0 0 0,1 0 0 0 0,0 0 0 0 0,0 0 0 0 0,0 1 0 0 0,1-1 0 0 0,-1 1 0 0 0,2 0 0 0 0,-1 0 0 0 0,-2 7 0 0 0,4-11-26 0 0,1 1-1 0 0,-1 0 1 0 0,1 0-1 0 0,0 0 1 0 0,0 0 0 0 0,0 0-1 0 0,0 0 1 0 0,0 0 0 0 0,1 0-1 0 0,-1 0 1 0 0,1 0-1 0 0,0 0 1 0 0,0-1 0 0 0,0 1-1 0 0,0 0 1 0 0,0 0-1 0 0,1-1 1 0 0,-1 1 0 0 0,1-1-1 0 0,0 1 1 0 0,0-1 0 0 0,0 0-1 0 0,0 0 1 0 0,0 0-1 0 0,0 0 1 0 0,0 0 0 0 0,1 0-1 0 0,-1 0 1 0 0,1-1 0 0 0,3 2-1 0 0,0-1-9 0 0,0 0-1 0 0,0-1 0 0 0,1 0 1 0 0,-1 0-1 0 0,1 0 1 0 0,-1-1-1 0 0,1 0 1 0 0,-1-1-1 0 0,1 1 0 0 0,-1-1 1 0 0,1 0-1 0 0,11-4 1 0 0,32-13-143 0 0,-1-1 1 0 0,58-33 0 0 0,16-6-119 0 0,-121 57 247 0 0,1 1 1 0 0,-1-1 0 0 0,1 0 0 0 0,-1 1-1 0 0,1 0 1 0 0,0 0 0 0 0,-1 0 0 0 0,1 0-1 0 0,-1 0 1 0 0,1 0 0 0 0,-1 1 0 0 0,1-1-1 0 0,-1 1 1 0 0,1 0 0 0 0,-1-1 0 0 0,1 1-1 0 0,2 2 1 0 0,46 28-42 0 0,-45-26 54 0 0,1 0-1 0 0,0 0 1 0 0,0-1 0 0 0,1 0-1 0 0,-1 0 1 0 0,1-1 0 0 0,11 4 0 0 0,-8-6 9 0 0,0 1 0 0 0,0-1 1 0 0,0-1-1 0 0,0 0 0 0 0,0 0 1 0 0,0-1-1 0 0,18-4 1 0 0,-24 4-17 0 0,0-1 0 0 0,0 0 1 0 0,-1 0-1 0 0,1 0 0 0 0,-1 0 1 0 0,0-1-1 0 0,1 0 1 0 0,-1 0-1 0 0,0 0 0 0 0,-1 0 1 0 0,1 0-1 0 0,0-1 0 0 0,-1 0 1 0 0,0 0-1 0 0,0 0 1 0 0,0 0-1 0 0,-1 0 0 0 0,4-7 1 0 0,13-31-275 0 0,-18 41 252 0 0,0-1-32 0 0,-1 2 55 0 0,0 0 1 0 0,-1 0-1 0 0,1 0 0 0 0,0 0 0 0 0,0-1 1 0 0,0 1-1 0 0,0 0 0 0 0,0 0 0 0 0,0 0 1 0 0,0 0-1 0 0,0 0 0 0 0,0 0 0 0 0,0-1 1 0 0,0 1-1 0 0,0 0 0 0 0,0 0 0 0 0,0 0 1 0 0,0 0-1 0 0,0 0 0 0 0,1 0 0 0 0,-1 0 1 0 0,0-1-1 0 0,0 1 0 0 0,0 0 0 0 0,0 0 1 0 0,0 0-1 0 0,0 0 0 0 0,0 0 1 0 0,0 0-1 0 0,0 0 0 0 0,0 0 0 0 0,0 0 1 0 0,1-1-1 0 0,-1 1 0 0 0,0 0 0 0 0,0 0 1 0 0,0 0-1 0 0,0 0 0 0 0,0 0 0 0 0,0 0 1 0 0,0 0-1 0 0,1 0 0 0 0,-1 0 0 0 0,0 0 1 0 0,0 0-1 0 0,0 0 0 0 0,0 0 0 0 0,0 0 1 0 0,0 0-1 0 0,1 0 0 0 0,-1 0 0 0 0,0 0 1 0 0,0 0-1 0 0,0 0 0 0 0,0 0 0 0 0,0 0 1 0 0,0 0-1 0 0,0 0 0 0 0,1 0 0 0 0,-1 0 1 0 0,0 0-1 0 0,0 1 0 0 0,0-1 0 0 0,0 0 1 0 0,2 3 0 0 0,-2-1 3 0 0,1-1 0 0 0,0 0 0 0 0,0 1 0 0 0,0-1 0 0 0,0 0 0 0 0,0 1 0 0 0,0-1 0 0 0,0 0 0 0 0,0 0-1 0 0,0 0 1 0 0,0 0 0 0 0,1 0 0 0 0,-1 0 0 0 0,1 0 0 0 0,-1 0 0 0 0,0-1 0 0 0,1 1 0 0 0,-1 0 0 0 0,1-1 0 0 0,0 1 0 0 0,-1-1-1 0 0,1 0 1 0 0,2 1 0 0 0,36 3 31 0 0,-26-5-16 0 0,-11 1-7 0 0,-1-1 1 0 0,0 0 0 0 0,0 1-1 0 0,1-1 1 0 0,-1 0 0 0 0,0 0-1 0 0,0 0 1 0 0,0-1 0 0 0,0 1-1 0 0,0 0 1 0 0,0-1 0 0 0,-1 1 0 0 0,1-1-1 0 0,0 0 1 0 0,-1 1 0 0 0,3-4-1 0 0,-3 4 35 0 0,0-2 80 0 0,1 1 2 0 0,0-1 1 0 0,-1 1-1 0 0,1 0 1 0 0,0 0-1 0 0,1 0 0 0 0,-1 0 1 0 0,4-2-1 0 0,0 6-116 0 0,5 2-686 0 0</inkml:trace>
</inkml:ink>
</file>

<file path=ppt/ink/ink6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1 640 0 0,'-4'2'368'0'0,"1"0"1"0"0,-1 1-1 0 0,1-1 0 0 0,0 1 0 0 0,-1-1 0 0 0,1 1 1 0 0,1 0-1 0 0,-1 1 0 0 0,0-1 0 0 0,1 0 1 0 0,0 1-1 0 0,0-1 0 0 0,0 1 0 0 0,0 0 1 0 0,0 0-1 0 0,1-1 0 0 0,-3 9 0 0 0,-1 9 563 0 0,0 0 0 0 0,-2 25 0 0 0,4-24-355 0 0,0-1-39 0 0,1 0 0 0 0,1 1 0 0 0,1 0 0 0 0,6 42 0 0 0,27 82 206 0 0,-32-126-4707 0 0,-1-14-572 0 0</inkml:trace>
</inkml:ink>
</file>

<file path=ppt/ink/ink6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1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80 620 0 0,'27'-18'1244'0'0,"-13"15"-104"0"0,4-1-24 0 0,11 1-88 0 0,2-3-107 0 0,9 0-97 0 0,3 1-84 0 0,-14 1-244 0 0,3 1-336 0 0,-2-1-512 0 0,1-3-972 0 0,11-1-1433 0 0,2-1 633 0 0</inkml:trace>
</inkml:ink>
</file>

<file path=ppt/ink/ink6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4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0 762 372 0 0,'4'5'1794'0'0,"3"-7"2227"0"0,65-42-2514 0 0,-3-4 0 0 0,102-90 0 0 0,-70 53-881 0 0,-57 50-331 0 0,-2-3 0 0 0,40-47 1 0 0,-66 67-195 0 0,-1-1-1 0 0,0 0 1 0 0,-2-1 0 0 0,-1-1 0 0 0,0 0-1 0 0,-2-1 1 0 0,11-30 0 0 0,-19 47-51 0 0,0-1-1 0 0,-1 1 1 0 0,0 0 0 0 0,0-1 0 0 0,0 1 0 0 0,-1-1-1 0 0,0 1 1 0 0,0-1 0 0 0,0 1 0 0 0,-1-1-1 0 0,-2-7 1 0 0,3 11-39 0 0,-1 0-1 0 0,0 1 1 0 0,1-1-1 0 0,-1 1 1 0 0,0-1-1 0 0,0 1 1 0 0,0 0-1 0 0,0-1 1 0 0,-1 1-1 0 0,1 0 1 0 0,0 0-1 0 0,0 0 1 0 0,-1 0-1 0 0,1 0 1 0 0,-1 0-1 0 0,1 0 1 0 0,-1 0-1 0 0,1 1 1 0 0,-1-1-1 0 0,1 1 1 0 0,-1-1-1 0 0,0 1 1 0 0,1-1-1 0 0,-1 1 1 0 0,0 0-1 0 0,1 0 1 0 0,-1 0-1 0 0,0 0 1 0 0,0 0-1 0 0,1 0 1 0 0,-1 0-1 0 0,0 1 1 0 0,1-1-1 0 0,-1 0 1 0 0,1 1-1 0 0,-1 0 1 0 0,0-1-1 0 0,-1 2 1 0 0,-3 1-1 0 0,0-1-1 0 0,0 1 1 0 0,0 0 0 0 0,0 1 0 0 0,1-1 0 0 0,-1 1 0 0 0,1 0 0 0 0,0 1 0 0 0,0-1 0 0 0,1 1 0 0 0,-1 0 0 0 0,1 0 0 0 0,0 0 0 0 0,1 1 0 0 0,-1-1 0 0 0,1 1 0 0 0,0 0 0 0 0,0 0-1 0 0,1 0 1 0 0,0 0 0 0 0,-2 10 0 0 0,-3 13 12 0 0,2 0-1 0 0,1 0 1 0 0,0 44-1 0 0,3-41-12 0 0,0 12 17 0 0,1-17-14 0 0,-2 0 0 0 0,0 0-1 0 0,-2-1 1 0 0,-8 36 0 0 0,10-55-7 0 0,0-1 0 0 0,0 0 0 0 0,-1 0 0 0 0,0 0 0 0 0,0-1 0 0 0,0 1 0 0 0,-1-1 0 0 0,1 1 0 0 0,-1-1 0 0 0,-1 0-1 0 0,1-1 1 0 0,-1 1 0 0 0,1-1 0 0 0,-1 0 0 0 0,0 0 0 0 0,-1 0 0 0 0,1-1 0 0 0,-1 1 0 0 0,0-2 0 0 0,0 1 0 0 0,0 0 0 0 0,0-1 0 0 0,-9 2 0 0 0,13-3-47 0 0,-1-1-1 0 0,1 1 1 0 0,0-1 0 0 0,0 0-1 0 0,0 1 1 0 0,0-1 0 0 0,-1 0-1 0 0,1 0 1 0 0,0 0 0 0 0,0-1-1 0 0,0 1 1 0 0,-1 0 0 0 0,1-1-1 0 0,0 0 1 0 0,0 1 0 0 0,0-1-1 0 0,0 0 1 0 0,0 0 0 0 0,0 0-1 0 0,0 0 1 0 0,0-1 0 0 0,1 1-1 0 0,-1 0 1 0 0,-1-2 0 0 0,1 0-365 0 0,1 1 0 0 0,-1-1 0 0 0,1 1 0 0 0,0-1 1 0 0,0 0-1 0 0,1 1 0 0 0,-1-1 0 0 0,0 0 0 0 0,1 1 0 0 0,-1-1 1 0 0,1 0-1 0 0,0 0 0 0 0,0 0 0 0 0,0 1 0 0 0,1-1 0 0 0,-1 0 1 0 0,1 0-1 0 0,-1 1 0 0 0,2-5 0 0 0,4-12-2608 0 0</inkml:trace>
</inkml:ink>
</file>

<file path=ppt/ink/ink6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5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0 174 840 0 0,'78'-23'4435'0'0,"-60"16"-3923"0"0,1 0 1 0 0,-1-2-1 0 0,-1 0 0 0 0,0-1 1 0 0,0-1-1 0 0,-1 0 1 0 0,27-26-1 0 0,-41 36-401 0 0,0-1 1 0 0,0 0-1 0 0,-1 0 0 0 0,1 0 1 0 0,0 0-1 0 0,-1 0 0 0 0,1 0 1 0 0,-1 0-1 0 0,0-1 0 0 0,0 1 1 0 0,0 0-1 0 0,0-1 0 0 0,0 1 0 0 0,0-1 1 0 0,-1 1-1 0 0,1-4 0 0 0,-1 4 113 0 0,-5 0 77 0 0,5 2-287 0 0,0-1-1 0 0,-1 1 1 0 0,1-1-1 0 0,0 1 1 0 0,0 0 0 0 0,-1-1-1 0 0,1 1 1 0 0,-1 0-1 0 0,1 0 1 0 0,0-1-1 0 0,-1 1 1 0 0,1 0-1 0 0,0 0 1 0 0,-1-1-1 0 0,1 1 1 0 0,-1 0-1 0 0,1 0 1 0 0,-1 0-1 0 0,1 0 1 0 0,-1 0-1 0 0,1-1 1 0 0,-1 1-1 0 0,1 0 1 0 0,0 0-1 0 0,-1 0 1 0 0,1 0-1 0 0,-1 1 1 0 0,1-1-1 0 0,-1 0 1 0 0,1 0-1 0 0,-1 0 1 0 0,-7 2 47 0 0,0 1 0 0 0,0-1 0 0 0,1 1 0 0 0,-1 1 0 0 0,1-1 1 0 0,0 1-1 0 0,0 1 0 0 0,0-1 0 0 0,1 1 0 0 0,0 0 0 0 0,-1 1 0 0 0,2 0 1 0 0,-7 6-1 0 0,10-9-42 0 0,-1 1 1 0 0,1-1 0 0 0,0 0-1 0 0,0 1 1 0 0,0-1-1 0 0,1 1 1 0 0,-1 0 0 0 0,1 0-1 0 0,0-1 1 0 0,0 1-1 0 0,0 0 1 0 0,0 0 0 0 0,1 0-1 0 0,0 0 1 0 0,-1 0-1 0 0,2 0 1 0 0,-1 0 0 0 0,0 0-1 0 0,1 0 1 0 0,0 0-1 0 0,-1 0 1 0 0,2 0 0 0 0,-1 0-1 0 0,0 0 1 0 0,1-1-1 0 0,0 1 1 0 0,-1-1 0 0 0,2 1-1 0 0,3 5 1 0 0,-3-5-19 0 0,0 0-1 0 0,0 0 1 0 0,0 0 0 0 0,1 0 0 0 0,0-1 0 0 0,-1 0-1 0 0,1 1 1 0 0,0-1 0 0 0,1-1 0 0 0,-1 1-1 0 0,0-1 1 0 0,1 1 0 0 0,-1-1 0 0 0,1-1 0 0 0,0 1-1 0 0,0 0 1 0 0,0-1 0 0 0,0 0 0 0 0,0-1-1 0 0,0 1 1 0 0,0-1 0 0 0,0 0 0 0 0,0 0 0 0 0,0 0-1 0 0,0-1 1 0 0,0 1 0 0 0,0-1 0 0 0,0-1-1 0 0,-1 1 1 0 0,8-3 0 0 0,6-4-49 0 0,-1-1 1 0 0,-1 0-1 0 0,0-1 0 0 0,0 0 1 0 0,-1-1-1 0 0,26-25 1 0 0,56-67-163 0 0,-96 101 206 0 0,0 2 24 0 0,0 0 1 0 0,0 1-1 0 0,0-1 1 0 0,0 0 0 0 0,-1 0-1 0 0,1 0 1 0 0,0 0-1 0 0,0 1 1 0 0,0-1 0 0 0,0 0-1 0 0,-1 1 1 0 0,1-1-1 0 0,0 1 1 0 0,0-1 0 0 0,-1 1-1 0 0,1-1 1 0 0,0 1-1 0 0,-1 0 1 0 0,1-1 0 0 0,-1 1-1 0 0,1 0 1 0 0,0-1-1 0 0,-1 1 1 0 0,0 0 0 0 0,1 0-1 0 0,-1-1 1 0 0,1 3-1 0 0,3 31 301 0 0,-18 43-85 0 0,11-64-188 0 0,2-10-23 0 0,1-3-17 0 0,0 1-1 0 0,0 0 1 0 0,0-1-1 0 0,0 1 1 0 0,0 0-1 0 0,0-1 1 0 0,0 1-1 0 0,0 0 1 0 0,0-1-1 0 0,0 1 1 0 0,0 0 0 0 0,0-1-1 0 0,0 1 1 0 0,1-1-1 0 0,-1 1 1 0 0,0 0-1 0 0,1-1 1 0 0,-1 1-1 0 0,0-1 1 0 0,1 1-1 0 0,-1-1 1 0 0,1 1-1 0 0,-1-1 1 0 0,0 1-1 0 0,1-1 1 0 0,-1 1-1 0 0,1-1 1 0 0,0 0-1 0 0,-1 1 1 0 0,1-1-1 0 0,-1 0 1 0 0,2 1-1 0 0,9-9-10 0 0,75-50-94 0 0,-83 57 90 0 0,0 1 0 0 0,0-1 0 0 0,-1 1 1 0 0,1-1-1 0 0,0 1 0 0 0,0 0 0 0 0,0 0 1 0 0,0 0-1 0 0,0 0 0 0 0,0 1 0 0 0,0-1 1 0 0,0 1-1 0 0,0 0 0 0 0,0 0 1 0 0,4 2-1 0 0,30 5-1 0 0,-26-8 17 0 0,-2 1-4 0 0,-1-1 0 0 0,0 0 1 0 0,1-1-1 0 0,-1 0 0 0 0,0 0 0 0 0,0-1 0 0 0,1 0 1 0 0,-1 0-1 0 0,0-1 0 0 0,-1 0 0 0 0,10-4 1 0 0,82-36-50 0 0,-97 43 41 0 0,0-1 0 0 0,0 1 1 0 0,0 0-1 0 0,0 0 0 0 0,1 0 0 0 0,-1 0 1 0 0,0 0-1 0 0,0 0 0 0 0,0 0 1 0 0,0 1-1 0 0,0-1 0 0 0,0 1 1 0 0,0 0-1 0 0,0-1 0 0 0,0 1 1 0 0,0 0-1 0 0,0 0 0 0 0,0 0 0 0 0,-1 0 1 0 0,1 1-1 0 0,0-1 0 0 0,-1 0 1 0 0,1 1-1 0 0,1 1 0 0 0,-2-1 7 0 0,1-1 0 0 0,-1 1-1 0 0,0 0 1 0 0,0-1 0 0 0,0 1-1 0 0,0 0 1 0 0,0 0 0 0 0,0-1-1 0 0,-1 1 1 0 0,1 0 0 0 0,-1 0-1 0 0,1 0 1 0 0,-1 0 0 0 0,1 0-1 0 0,-1 0 1 0 0,0 0-1 0 0,0 0 1 0 0,0 0 0 0 0,0 0-1 0 0,-1 0 1 0 0,1 0 0 0 0,-1 0-1 0 0,1 0 1 0 0,-1 0 0 0 0,1-1-1 0 0,-1 1 1 0 0,0 0 0 0 0,0 0-1 0 0,0 0 1 0 0,0-1 0 0 0,0 1-1 0 0,-3 2 1 0 0,1 0-49 0 0,-1-1 1 0 0,1 1-1 0 0,-1-1 1 0 0,0 0-1 0 0,0 0 0 0 0,-1-1 1 0 0,1 1-1 0 0,-9 2 1 0 0,290-122-1119 0 0,-276 116 1189 0 0,0 1-1 0 0,1 0 1 0 0,-1 0 0 0 0,0-1 0 0 0,0 1-1 0 0,0-1 1 0 0,0 1 0 0 0,0-1 0 0 0,0 1 0 0 0,0-1-1 0 0,0 0 1 0 0,0 0 0 0 0,0 1 0 0 0,0-1-1 0 0,0 0 1 0 0,0 0 0 0 0,0 0 0 0 0,-1 0-1 0 0,1 0 1 0 0,0 0 0 0 0,0-2 0 0 0,-22 0 422 0 0,15 3-422 0 0,-20 38 57 0 0,26-34-71 0 0,1 5 22 0 0,-1-8-35 0 0,1 1 1 0 0,0-1-1 0 0,-1 0 1 0 0,1 1-1 0 0,0-1 1 0 0,-1 0-1 0 0,1 0 1 0 0,0 1-1 0 0,0-1 1 0 0,0 0-1 0 0,0 0 1 0 0,0 0-1 0 0,1 0 1 0 0,-1-1-1 0 0,0 1 1 0 0,0 0-1 0 0,1 0 1 0 0,-1-1-1 0 0,0 1 1 0 0,1 0-1 0 0,-1-1 1 0 0,0 0-1 0 0,1 1 1 0 0,-1-1-1 0 0,1 0 1 0 0,-1 0-1 0 0,1 0 1 0 0,-1 1-1 0 0,1-2 1 0 0,-1 1-1 0 0,1 0 1 0 0,2-1-1 0 0,43-5-155 0 0,8-8-178 0 0,46-9-79 0 0,-91 21 376 0 0,0 1 0 0 0,0 0 0 0 0,1 1 0 0 0,-1 0-1 0 0,1 1 1 0 0,-1 0 0 0 0,14 4 0 0 0,-6 3-11 0 0,-17-7 48 0 0,0 0 1 0 0,0 0-1 0 0,0 0 0 0 0,0 0 0 0 0,0 1 0 0 0,0-1 1 0 0,-1 0-1 0 0,1 0 0 0 0,0 1 0 0 0,-1-1 0 0 0,1 1 1 0 0,-1-1-1 0 0,1 1 0 0 0,-1-1 0 0 0,0 1 0 0 0,0-1 1 0 0,1 1-1 0 0,-1-1 0 0 0,0 1 0 0 0,-1-1 0 0 0,1 1 1 0 0,0-1-1 0 0,0 1 0 0 0,0-1 0 0 0,-1 1 0 0 0,1-1 0 0 0,-1 0 1 0 0,1 1-1 0 0,-1-1 0 0 0,0 0 0 0 0,0 1 0 0 0,1-1 1 0 0,-2 2-1 0 0,1-1 5 0 0,-4 6-67 0 0,-1 1 0 0 0,0-1 0 0 0,0 0 1 0 0,0-1-1 0 0,-1 1 0 0 0,0-1 1 0 0,-9 6-1 0 0,15-12-457 0 0,-8 2-2290 0 0</inkml:trace>
</inkml:ink>
</file>

<file path=ppt/ink/ink6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6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62 135 472 0 0,'41'-32'11656'0'0,"-47"32"-11534"0"0,1 1 0 0 0,-1 0 0 0 0,1 0-1 0 0,-1 1 1 0 0,1-1 0 0 0,-1 1-1 0 0,1 1 1 0 0,0-1 0 0 0,-8 5-1 0 0,10-5-57 0 0,0 0-1 0 0,0 0 1 0 0,0 0-1 0 0,0 0 1 0 0,1 0-1 0 0,-1 0 0 0 0,1 1 1 0 0,-1 0-1 0 0,1-1 1 0 0,0 1-1 0 0,0 0 1 0 0,0 0-1 0 0,0 0 1 0 0,1 0-1 0 0,-1 1 1 0 0,-1 3-1 0 0,3-5 8 0 0,7 4 56 0 0,-6-4-117 0 0,0-1 1 0 0,1 1 0 0 0,-1-1 0 0 0,0 0 0 0 0,1 1 0 0 0,-1-1-1 0 0,1 0 1 0 0,-1 0 0 0 0,1 0 0 0 0,-1 0 0 0 0,1 0 0 0 0,0-1 0 0 0,2 2-1 0 0,9-1-32 0 0,0 0-1 0 0,-1-1 1 0 0,1-1-1 0 0,0 0 1 0 0,-1 0-1 0 0,1-1 0 0 0,0-1 1 0 0,-1 0-1 0 0,0-1 1 0 0,0-1-1 0 0,0 1 1 0 0,14-9-1 0 0,-6 2-2 0 0,0-1 1 0 0,-1-1-1 0 0,0 0 0 0 0,-1-2 1 0 0,0 0-1 0 0,16-18 0 0 0,-2-9 139 0 0,-31 40-88 0 0,-1 2-24 0 0,0 0-1 0 0,1 0 1 0 0,-1-1-1 0 0,0 1 0 0 0,0 0 1 0 0,0 0-1 0 0,0-1 0 0 0,0 1 1 0 0,0 0-1 0 0,1 0 1 0 0,-1 0-1 0 0,0-1 0 0 0,0 1 1 0 0,0 0-1 0 0,0 0 1 0 0,1 0-1 0 0,-1 0 0 0 0,0 0 1 0 0,0-1-1 0 0,1 1 1 0 0,-1 0-1 0 0,0 0 0 0 0,0 0 1 0 0,0 0-1 0 0,1 0 1 0 0,-1 0-1 0 0,0 0 0 0 0,0 0 1 0 0,1 0-1 0 0,-1 0 1 0 0,0 0-1 0 0,1 0 0 0 0,-1 0 1 0 0,0 0-1 0 0,0 0 1 0 0,1 0-1 0 0,-1 0 0 0 0,0 0 1 0 0,0 0-1 0 0,0 0 0 0 0,1 0 1 0 0,-1 0-1 0 0,0 1 1 0 0,2 2 2 0 0,-1 0 1 0 0,1 0 0 0 0,-1 0 0 0 0,0 0 0 0 0,0 0 0 0 0,-1 0-1 0 0,1 0 1 0 0,-1 0 0 0 0,1 1 0 0 0,-1-1 0 0 0,0 0 0 0 0,0 0-1 0 0,-1 5 1 0 0,-10 52 16 0 0,3-20 39 0 0,6-29-49 0 0,-3 48 29 0 0,-4-1 0 0 0,-2 0 1 0 0,-2 0-1 0 0,-40 103 0 0 0,-32 9 46 0 0,76-153-64 0 0,-2-1 0 0 0,0-1 0 0 0,0 0 1 0 0,-2 0-1 0 0,0-1 0 0 0,0-1 0 0 0,-30 22 1 0 0,42-34-8 0 0,0 0 1 0 0,0 0 0 0 0,0 0-1 0 0,-1 0 1 0 0,1 0-1 0 0,0-1 1 0 0,-1 1 0 0 0,1 0-1 0 0,0-1 1 0 0,-1 1 0 0 0,1-1-1 0 0,-1 1 1 0 0,1-1 0 0 0,-1 0-1 0 0,1 0 1 0 0,-1 0-1 0 0,1 0 1 0 0,-1 0 0 0 0,0 0-1 0 0,1 0 1 0 0,-3-1 0 0 0,3 0-8 0 0,0 1 0 0 0,0-1 1 0 0,0 0-1 0 0,1 0 0 0 0,-1 0 1 0 0,0 0-1 0 0,1 0 0 0 0,-1 0 1 0 0,0 0-1 0 0,1 0 0 0 0,-1 0 1 0 0,1 0-1 0 0,0 0 0 0 0,-1 0 1 0 0,1 0-1 0 0,0-1 0 0 0,0 1 1 0 0,0 0-1 0 0,0 0 0 0 0,0-3 1 0 0,0-4 12 0 0,0-1 0 0 0,1 1 0 0 0,1-1 0 0 0,-1 1 1 0 0,7-16-1 0 0,7-10-122 0 0,1 1 0 0 0,1 1 1 0 0,2 1-1 0 0,2 1 0 0 0,0 1 1 0 0,44-45-1 0 0,-40 48-888 0 0,0 2 0 0 0,2 1 0 0 0,55-36 0 0 0,-34 35-4514 0 0,-23 12 2344 0 0</inkml:trace>
</inkml:ink>
</file>

<file path=ppt/ink/ink6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7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14 476 0 0,'4'-14'10996'0'0,"-20"31"-10458"0"0,0 0 1 0 0,-17 25-1 0 0,28-34-364 0 0,-1 0 0 0 0,1 0-1 0 0,1 1 1 0 0,0 0 0 0 0,0 0-1 0 0,0 0 1 0 0,1 1 0 0 0,-3 18 0 0 0,3-11 83 0 0,3-14-164 0 0,-1 0 0 0 0,0 0 0 0 0,1-1 0 0 0,0 1 0 0 0,0 0 0 0 0,0 0 0 0 0,0 0 0 0 0,0 0 0 0 0,0 0 0 0 0,1 0 0 0 0,0 0-1 0 0,-1-1 1 0 0,1 1 0 0 0,2 5 0 0 0,24-15 257 0 0,-14 1-275 0 0,0 0 0 0 0,1 2 0 0 0,27-7 0 0 0,-35 11-56 0 0,0-1-1 0 0,0 1 0 0 0,-1 0 0 0 0,1 0 0 0 0,0 1 0 0 0,0 0 0 0 0,0 0 1 0 0,-1 0-1 0 0,1 1 0 0 0,0-1 0 0 0,-1 1 0 0 0,9 4 0 0 0,-8-2-8 0 0,1 0 0 0 0,-1-1 0 0 0,1-1 0 0 0,0 1 0 0 0,0-1 0 0 0,1 0 0 0 0,-1 0 0 0 0,15 0 0 0 0,-19-2-5 0 0,1-1-1 0 0,0 1 1 0 0,0-1-1 0 0,-1 0 1 0 0,1 0-1 0 0,0-1 1 0 0,-1 1-1 0 0,0-1 1 0 0,1 0 0 0 0,-1 0-1 0 0,0 0 1 0 0,0 0-1 0 0,0 0 1 0 0,0-1-1 0 0,0 1 1 0 0,0-1-1 0 0,-1 0 1 0 0,1 0-1 0 0,1-3 1 0 0,6-8 9 0 0,-2 1 0 0 0,1-2-1 0 0,7-19 1 0 0,8-12-24 0 0,-21 40-9 0 0,1 0 1 0 0,0 0-1 0 0,0 1 0 0 0,1-1 0 0 0,0 1 0 0 0,0 0 0 0 0,6-4 1 0 0,-10 8 7 0 0,0 0 9 0 0,-1 1 0 0 0,1 0 0 0 0,-1-1 1 0 0,1 1-1 0 0,-1 0 0 0 0,1 0 0 0 0,-1-1 0 0 0,1 1 0 0 0,-1 0 1 0 0,1 0-1 0 0,-1 0 0 0 0,1-1 0 0 0,0 1 0 0 0,-1 0 0 0 0,1 0 1 0 0,-1 0-1 0 0,1 0 0 0 0,-1 0 0 0 0,1 0 0 0 0,0 0 1 0 0,-1 0-1 0 0,1 0 0 0 0,-1 1 0 0 0,1-1 0 0 0,-1 0 0 0 0,1 0 1 0 0,-1 0-1 0 0,1 1 0 0 0,-1-1 0 0 0,1 0 0 0 0,-1 1 0 0 0,1-1 1 0 0,0 1-1 0 0,23 10-56 0 0,-22-11 62 0 0,2 5-11 0 0,0 1-1 0 0,0-1 1 0 0,-1 0 0 0 0,0 1-1 0 0,0 0 1 0 0,0 0 0 0 0,-1 0-1 0 0,0 0 1 0 0,0 0 0 0 0,0 0-1 0 0,-1 1 1 0 0,1 7 0 0 0,-1-6 2 0 0,1 0 0 0 0,0 1 1 0 0,0-1-1 0 0,1 0 0 0 0,6 12 0 0 0,-7-17 9 0 0,-1-1-1 0 0,1 0 0 0 0,0 1 1 0 0,0-1-1 0 0,0 0 0 0 0,0 0 1 0 0,0 0-1 0 0,1-1 0 0 0,-1 1 1 0 0,0 0-1 0 0,1-1 1 0 0,-1 0-1 0 0,1 1 0 0 0,0-1 1 0 0,-1 0-1 0 0,1-1 0 0 0,0 1 1 0 0,0 0-1 0 0,0-1 0 0 0,5 1 1 0 0,-6 0 0 0 0,1-1 0 0 0,-1 0 0 0 0,1 1 1 0 0,-1-1-1 0 0,1 0 0 0 0,-1 0 1 0 0,1-1-1 0 0,-1 1 0 0 0,1-1 0 0 0,-1 1 1 0 0,1-1-1 0 0,-1 1 0 0 0,1-1 1 0 0,-1 0-1 0 0,0 0 0 0 0,0-1 0 0 0,1 1 1 0 0,-1 0-1 0 0,0-1 0 0 0,0 1 1 0 0,0-1-1 0 0,-1 0 0 0 0,1 1 0 0 0,0-1 1 0 0,-1 0-1 0 0,1 0 0 0 0,-1 0 1 0 0,1 0-1 0 0,-1-1 0 0 0,0 1 0 0 0,1-3 1 0 0,-1 1-10 0 0,-1 0 1 0 0,1 1-1 0 0,-1-1 1 0 0,0 0-1 0 0,-1 0 1 0 0,1 0-1 0 0,-1 0 1 0 0,1 1-1 0 0,-1-1 1 0 0,0 0-1 0 0,-1 0 1 0 0,1 1-1 0 0,0-1 1 0 0,-1 1-1 0 0,0-1 1 0 0,0 1-1 0 0,0 0 0 0 0,0 0 1 0 0,-1 0-1 0 0,1 0 1 0 0,-1 0-1 0 0,-4-3 1 0 0,5 4 10 0 0,0 1 0 0 0,1-1 1 0 0,-1 0-1 0 0,0 1 0 0 0,0 0 0 0 0,0 0 1 0 0,0-1-1 0 0,-1 1 0 0 0,1 0 0 0 0,0 1 1 0 0,0-1-1 0 0,-1 0 0 0 0,1 1 0 0 0,0-1 1 0 0,-5 1-1 0 0,-13-1-6415 0 0,12 1 1118 0 0</inkml:trace>
</inkml:ink>
</file>

<file path=ppt/ink/ink6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7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1 816 0 0,'5'6'702'0'0,"-1"1"-1"0"0,-1 0 1 0 0,1-1 0 0 0,-1 2-1 0 0,0-1 1 0 0,-1 0 0 0 0,0 0-1 0 0,0 1 1 0 0,0-1 0 0 0,-1 1-1 0 0,0-1 1 0 0,-1 15 0 0 0,3-5 624 0 0,6-18-1122 0 0,19-24-1565 0 0,-17 13 532 0 0,31-13-4524 0 0,-29 19 3144 0 0</inkml:trace>
</inkml:ink>
</file>

<file path=ppt/ink/ink6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7:58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16 214 1104 0 0,'0'0'439'0'0,"14"2"2324"0"0,-14 0-2552 0 0,-1 1-1 0 0,0-1 1 0 0,1 0-1 0 0,-1 0 0 0 0,0 1 1 0 0,0-1-1 0 0,-1 0 0 0 0,1 0 1 0 0,0 0-1 0 0,-4 3 1 0 0,-10 22 1564 0 0,15-26-1716 0 0,0 0 0 0 0,0 0 0 0 0,0 0 0 0 0,0 0 0 0 0,0 0 0 0 0,0 0 0 0 0,0 0 0 0 0,0 0 0 0 0,0 0 0 0 0,1 0 0 0 0,-1 0 0 0 0,0 0 0 0 0,1 0 0 0 0,-1 0 0 0 0,0 0 1 0 0,1 0-1 0 0,0 0 0 0 0,-1-1 0 0 0,1 1 0 0 0,-1 0 0 0 0,1 0 0 0 0,0-1 0 0 0,0 1 0 0 0,-1 0 0 0 0,1-1 0 0 0,0 1 0 0 0,0 0 0 0 0,1 0 0 0 0,1-1-4 0 0,-1 1 0 0 0,0-1 0 0 0,1 1 0 0 0,-1-1 1 0 0,0 0-1 0 0,1 0 0 0 0,-1 0 0 0 0,1-1 0 0 0,-1 1 0 0 0,0 0 0 0 0,0-1 0 0 0,1 0 0 0 0,-1 1 0 0 0,0-1 0 0 0,0 0 0 0 0,1 0 0 0 0,-1 0 0 0 0,0 0 0 0 0,0-1 0 0 0,0 1 0 0 0,-1-1 0 0 0,5-2 0 0 0,38-38 356 0 0,-34 27-247 0 0,0-1-1 0 0,-1 1 1 0 0,-1-2 0 0 0,-1 1-1 0 0,0-1 1 0 0,-1 0 0 0 0,-1-1-1 0 0,0 1 1 0 0,-2-1 0 0 0,3-32-1 0 0,-5 31 474 0 0,-4 15 407 0 0,-14 22-271 0 0,16-16-881 0 0,-2 4 171 0 0,0 1 0 0 0,0 0 0 0 0,0 0 0 0 0,1 0 0 0 0,0 0 0 0 0,1 0 0 0 0,0 1 0 0 0,0-1 0 0 0,0 0 0 0 0,1 1 0 0 0,0-1 0 0 0,1 1 0 0 0,2 13 0 0 0,-2-14-18 0 0,12 90 340 0 0,-5-41-1674 0 0,-2-1-3830 0 0,-5-43 1017 0 0,1 1 313 0 0</inkml:trace>
</inkml:ink>
</file>

<file path=ppt/ink/ink6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00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29 456 0 0,'0'0'4711'0'0,"-19"-28"-751"0"0,14 28-3835 0 0,-1 0-1 0 0,0 0 1 0 0,0 0 0 0 0,0 1-1 0 0,1 0 1 0 0,-1 0 0 0 0,0 0 0 0 0,1 1-1 0 0,-1 0 1 0 0,1 0 0 0 0,0 1 0 0 0,-6 3-1 0 0,3-2-18 0 0,1 0 0 0 0,-1 0 0 0 0,1 1-1 0 0,1 0 1 0 0,-1 1 0 0 0,1 0 0 0 0,-11 12-1 0 0,16-17 385 0 0,1 0-481 0 0,1 0 0 0 0,0 0-1 0 0,-1 0 1 0 0,1 0-1 0 0,-1-1 1 0 0,1 1-1 0 0,0 0 1 0 0,0-1-1 0 0,0 1 1 0 0,-1 0-1 0 0,1-1 1 0 0,0 1 0 0 0,0-1-1 0 0,0 1 1 0 0,0-1-1 0 0,0 1 1 0 0,0-1-1 0 0,0 0 1 0 0,0 0-1 0 0,0 1 1 0 0,0-1 0 0 0,0 0-1 0 0,0 0 1 0 0,0 0-1 0 0,0 0 1 0 0,0 0-1 0 0,0 0 1 0 0,0 0-1 0 0,2-1 1 0 0,32-2 197 0 0,-34 3-203 0 0,3-1-25 0 0,-3 1 2 0 0,0 0 0 0 0,0-1 0 0 0,0 1 1 0 0,0 0-1 0 0,0-1 0 0 0,0 1 0 0 0,0 0 0 0 0,1 0 0 0 0,-1 0 0 0 0,0 0 0 0 0,0 0 0 0 0,0 0 0 0 0,0 0 0 0 0,0 0 0 0 0,0 1 0 0 0,0-1 0 0 0,0 0 0 0 0,0 1 1 0 0,0-1-1 0 0,0 1 0 0 0,0-1 0 0 0,0 1 0 0 0,0-1 0 0 0,0 1 0 0 0,0 0 0 0 0,0-1 0 0 0,0 1 0 0 0,-1 0 0 0 0,1 0 0 0 0,0 0 0 0 0,0-1 0 0 0,0 2 0 0 0,23 23-7262 0 0,-18-17 4702 0 0</inkml:trace>
</inkml:ink>
</file>

<file path=ppt/ink/ink6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01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18 508 0 0,'0'0'10550'0'0,"8"-7"-8794"0"0,-6 2-2660 0 0,-33 0-8378 0 0</inkml:trace>
</inkml:ink>
</file>

<file path=ppt/ink/ink6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04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225 321 12085 0 0,'-42'10'215'0'0,"-67"20"-175"0"0,41-1 400 0 0,63-25 218 0 0,9-4-267 0 0,27-9-157 0 0,44-19-178 0 0,-67 24-46 0 0,179-85 181 0 0,-168 78-175 0 0,0 0 0 0 0,-1-2 1 0 0,-1 0-1 0 0,0-1 0 0 0,0 0 1 0 0,-2-2-1 0 0,19-22 1 0 0,-31 34-17 0 0,0 0 1 0 0,-1 0 0 0 0,0 0-1 0 0,1 0 1 0 0,-1 0 0 0 0,-1-1-1 0 0,1 1 1 0 0,-1-1 0 0 0,0 1-1 0 0,0-1 1 0 0,0 0 0 0 0,0 1-1 0 0,-1-1 1 0 0,0 0 0 0 0,0 0-1 0 0,0 1 1 0 0,-1-1 0 0 0,-1-7-1 0 0,1 10-4 0 0,0-1 0 0 0,0 1 0 0 0,0 0-1 0 0,0-1 1 0 0,-1 1 0 0 0,1 0-1 0 0,-1 0 1 0 0,1 0 0 0 0,-1 0-1 0 0,0 0 1 0 0,0 0 0 0 0,0 0-1 0 0,0 1 1 0 0,0-1 0 0 0,-1 1-1 0 0,1 0 1 0 0,0-1 0 0 0,-1 1 0 0 0,1 0-1 0 0,-1 0 1 0 0,1 0 0 0 0,-1 1-1 0 0,1-1 1 0 0,-1 1 0 0 0,1-1-1 0 0,-1 1 1 0 0,0 0 0 0 0,1 0-1 0 0,-1 0 1 0 0,0 0 0 0 0,1 1 0 0 0,-1-1-1 0 0,0 1 1 0 0,-3 0 0 0 0,-1 1 9 0 0,0 0 0 0 0,0 0 0 0 0,0 0 1 0 0,0 1-1 0 0,0 0 0 0 0,1 1 1 0 0,-1-1-1 0 0,1 1 0 0 0,0 0 0 0 0,0 1 1 0 0,0-1-1 0 0,1 1 0 0 0,0 0 0 0 0,0 1 1 0 0,0-1-1 0 0,0 1 0 0 0,1 0 1 0 0,0 0-1 0 0,0 1 0 0 0,1-1 0 0 0,-4 9 1 0 0,5-10-4 0 0,0 1 0 0 0,0-1 0 0 0,1 1 0 0 0,-1 0 0 0 0,1 0 0 0 0,1 0 0 0 0,-1-1 0 0 0,1 1 0 0 0,0 0 0 0 0,0 0 0 0 0,1 0 0 0 0,0 0 0 0 0,0 0 0 0 0,0-1 0 0 0,1 1 0 0 0,0 0 0 0 0,0-1 0 0 0,0 1 0 0 0,1-1 0 0 0,-1 0 0 0 0,1 0 0 0 0,1 0 0 0 0,-1 0 0 0 0,1 0 0 0 0,0-1 0 0 0,7 7 0 0 0,-2-4-30 0 0,1 0 0 0 0,0 0 1 0 0,0-1-1 0 0,1-1 0 0 0,0 0 0 0 0,0 0 1 0 0,0-1-1 0 0,1 0 0 0 0,-1-1 1 0 0,1 0-1 0 0,0-1 0 0 0,0-1 1 0 0,0 0-1 0 0,0 0 0 0 0,0-1 0 0 0,-1-1 1 0 0,1 0-1 0 0,0 0 0 0 0,0-1 1 0 0,0-1-1 0 0,20-7 0 0 0,-17 6-9 0 0,-1-1-1 0 0,1-1 1 0 0,-1-1-1 0 0,0 0 1 0 0,-1 0 0 0 0,1-1-1 0 0,-1-1 1 0 0,-1 0-1 0 0,0-1 1 0 0,0-1-1 0 0,-1 0 1 0 0,0 0-1 0 0,-1-1 1 0 0,-1 0-1 0 0,1-1 1 0 0,9-19 0 0 0,-17 28 75 0 0,-1 1 0 0 0,0-1 0 0 0,0 0 0 0 0,0 1 0 0 0,0-1 0 0 0,-1 0 0 0 0,1 0 0 0 0,-1 0 1 0 0,0-5-1 0 0,0 7-14 0 0,0 0 263 0 0,-3 9-243 0 0,-73 225 308 0 0,-28 74 358 0 0,88-266-612 0 0,-3 0 0 0 0,-1-1 0 0 0,-2-1 1 0 0,-2-2-1 0 0,-35 44 0 0 0,-1-21 93 0 0,55-54-159 0 0,-1-1-1 0 0,-1 1 0 0 0,1-1 0 0 0,-1 0 0 0 0,1 0 1 0 0,-1-1-1 0 0,0 0 0 0 0,-14 4 0 0 0,20-7-68 0 0,0 0 0 0 0,0 1 0 0 0,0-1 0 0 0,0 0 0 0 0,0 0 0 0 0,0 0 0 0 0,-1 0 0 0 0,1 0 0 0 0,0 0 0 0 0,0-1 0 0 0,0 1 0 0 0,0 0 0 0 0,0 0 0 0 0,0-1 0 0 0,0 1 0 0 0,0-1 0 0 0,0 1 0 0 0,0-1 0 0 0,0 1 0 0 0,0-1 0 0 0,0 0 0 0 0,0 0 0 0 0,0 1 0 0 0,0-1 0 0 0,-1-2 0 0 0,1 1-115 0 0,-1-1 0 0 0,1 1 0 0 0,0-1 0 0 0,0 1 0 0 0,1-1 0 0 0,-1 1 0 0 0,0-1 0 0 0,1 0 0 0 0,-1 1 0 0 0,1-6 1 0 0,0 0-1062 0 0,0-1 1 0 0,1 1 0 0 0,0-1 0 0 0,0 0 0 0 0,6-15 0 0 0,4-1-2270 0 0</inkml:trace>
</inkml:ink>
</file>

<file path=ppt/ink/ink6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04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1608 0 0,'0'0'2943'0'0,"19"1"575"0"0,153-31 1779 0 0,-54 18-9000 0 0,-103 11 45 0 0,-2-2 281 0 0</inkml:trace>
</inkml:ink>
</file>

<file path=ppt/ink/ink6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07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0 296 0 0,'-4'28'8161'0'0,"-3"15"-5777"0"0,-10 67-1931 0 0,14-57 28 0 0,2-15-158 0 0,-1 1 1 0 0,-2-1-1 0 0,-2 0 0 0 0,-1 0 1 0 0,-20 60-1 0 0,20-85 203 0 0,10-25-441 0 0,17-33-140 0 0,-9 31 47 0 0,0 2 0 0 0,1-1 0 0 0,1 1 0 0 0,0 1 0 0 0,1 0 0 0 0,25-15 0 0 0,-33 22-1 0 0,0 1-1 0 0,1 0 0 0 0,0 0 0 0 0,-1 0 0 0 0,1 1 0 0 0,0 0 1 0 0,0 0-1 0 0,0 0 0 0 0,0 1 0 0 0,0 0 0 0 0,0 1 0 0 0,1 0 1 0 0,-1 0-1 0 0,0 0 0 0 0,0 1 0 0 0,0 0 0 0 0,0 0 0 0 0,0 1 0 0 0,8 2 1 0 0,-12-3 4 0 0,-1 0 1 0 0,0 0-1 0 0,0 0 1 0 0,0 0 0 0 0,0 0-1 0 0,0 0 1 0 0,0 0-1 0 0,0 0 1 0 0,-1 1-1 0 0,1-1 1 0 0,0 1 0 0 0,-1-1-1 0 0,1 1 1 0 0,-1 0-1 0 0,0 0 1 0 0,1 0 0 0 0,-1-1-1 0 0,0 1 1 0 0,0 0-1 0 0,0 1 1 0 0,0-1-1 0 0,-1 0 1 0 0,1 0 0 0 0,0 0-1 0 0,-1 0 1 0 0,0 1-1 0 0,1-1 1 0 0,-1 0 0 0 0,0 0-1 0 0,0 1 1 0 0,0-1-1 0 0,-1 0 1 0 0,1 0-1 0 0,0 1 1 0 0,-1-1 0 0 0,1 0-1 0 0,-1 0 1 0 0,0 0-1 0 0,0 0 1 0 0,0 0 0 0 0,0 0-1 0 0,0 0 1 0 0,0 0-1 0 0,-3 3 1 0 0,-3 4-5 0 0,1 0-1 0 0,-2 0 1 0 0,1-1 0 0 0,-1 1 0 0 0,0-2-1 0 0,-1 1 1 0 0,-17 10 0 0 0,-2 0 8 0 0,0-2 1 0 0,-2-1-1 0 0,1-2 1 0 0,-2 0-1 0 0,0-3 0 0 0,0 0 1 0 0,0-2-1 0 0,-66 8 1 0 0,94-16-9 0 0,-60 0 76 0 0,59 0-89 0 0,0 0-1 0 0,0-1 0 0 0,0 0 0 0 0,0 0 0 0 0,1 0 0 0 0,-1 0 1 0 0,0 0-1 0 0,1-1 0 0 0,-1 1 0 0 0,1-1 0 0 0,-1 0 1 0 0,1 0-1 0 0,-5-4 0 0 0,8 5-28 0 0,-1 0 0 0 0,0 1-1 0 0,1-1 1 0 0,-1 0 0 0 0,1 0 0 0 0,-1 0 0 0 0,1 0 0 0 0,-1 0 0 0 0,1 0 0 0 0,0 0-1 0 0,0 0 1 0 0,-1-1 0 0 0,1 1 0 0 0,0 0 0 0 0,0 0 0 0 0,0 0 0 0 0,0 0-1 0 0,0 0 1 0 0,1 0 0 0 0,-1 0 0 0 0,0 0 0 0 0,0 0 0 0 0,1 0 0 0 0,-1 0 0 0 0,0 0-1 0 0,1 0 1 0 0,-1 0 0 0 0,1 0 0 0 0,0 0 0 0 0,-1 0 0 0 0,1 0 0 0 0,0 0-1 0 0,-1 1 1 0 0,1-1 0 0 0,0 0 0 0 0,0 0 0 0 0,0 1 0 0 0,0-2 0 0 0,37-22-6507 0 0,-26 17 3782 0 0</inkml:trace>
</inkml:ink>
</file>

<file path=ppt/ink/ink6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08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144 317 180 0 0,'8'-17'4370'0'0,"-5"4"1385"0"0,-3 12-5710 0 0,-1 0 0 0 0,1 0-1 0 0,-1 1 1 0 0,1-1 0 0 0,-1 0 0 0 0,1 0 0 0 0,-1 1 0 0 0,1-1 0 0 0,-1 0-1 0 0,0 0 1 0 0,0 1 0 0 0,1-1 0 0 0,-1 1 0 0 0,0-1 0 0 0,0 1-1 0 0,0-1 1 0 0,1 1 0 0 0,-1 0 0 0 0,0-1 0 0 0,0 1 0 0 0,0 0-1 0 0,0-1 1 0 0,0 1 0 0 0,0 0 0 0 0,0 0 0 0 0,0 0 0 0 0,-1 0 0 0 0,-1 1 3 0 0,0-1 1 0 0,1 1 0 0 0,-1 0 0 0 0,0-1 0 0 0,0 2 0 0 0,1-1 0 0 0,-1 0 0 0 0,0 0 0 0 0,-2 3 0 0 0,-50 43 404 0 0,51-43-320 0 0,-3 3-29 0 0,-24 28 310 0 0,31-34-402 0 0,-1 0-1 0 0,0 0 0 0 0,1 1 0 0 0,-1-1 1 0 0,1 0-1 0 0,-1 0 0 0 0,1 1 0 0 0,0-1 1 0 0,-1 0-1 0 0,1 1 0 0 0,0-1 0 0 0,0 0 1 0 0,0 1-1 0 0,0-1 0 0 0,0 0 0 0 0,0 1 1 0 0,0-1-1 0 0,1 0 0 0 0,-1 0 0 0 0,0 1 1 0 0,1-1-1 0 0,-1 0 0 0 0,1 0 0 0 0,0 1 1 0 0,-1-1-1 0 0,1 0 0 0 0,0 0 0 0 0,-1 0 1 0 0,2 1-1 0 0,-1 0 30 0 0,18-4 45 0 0,-9-3-115 0 0,-1-1 0 0 0,1 0 0 0 0,-1 0 1 0 0,12-11-1 0 0,22-15-68 0 0,-42 31 76 0 0,2 1-73 0 0,8 1 64 0 0,-8 0 25 0 0,12 9-16 0 0,-8-7-10 0 0,-1-1 1 0 0,1 0-1 0 0,0-1 0 0 0,0 0 1 0 0,0 0-1 0 0,0-1 0 0 0,0 1 0 0 0,13-3 1 0 0,-14 1-5 0 0,0-2 0 0 0,0 1 1 0 0,0-1-1 0 0,0 0 0 0 0,-1 0 1 0 0,1-1-1 0 0,-1 1 0 0 0,7-7 0 0 0,-1-1-18 0 0,0-1 0 0 0,0 0 0 0 0,11-17 0 0 0,-2 3 42 0 0,-19 25 22 0 0,1-1 28 0 0,-2 2-29 0 0,0 0-1 0 0,0 0 1 0 0,0 0 0 0 0,0-1 0 0 0,0 1 0 0 0,0 0 0 0 0,0 0 0 0 0,0 0 0 0 0,0 0 0 0 0,0 0 0 0 0,0-1-1 0 0,0 1 1 0 0,0 0 0 0 0,0 0 0 0 0,0 0 0 0 0,0 0 0 0 0,1 0 0 0 0,-1-1 0 0 0,0 1 0 0 0,0 0 0 0 0,0 0-1 0 0,0 0 1 0 0,0 0 0 0 0,0 0 0 0 0,1 0 0 0 0,-1 0 0 0 0,0 0 0 0 0,0 0 0 0 0,0-1 0 0 0,0 1 0 0 0,0 0-1 0 0,1 0 1 0 0,-1 0 0 0 0,0 0 0 0 0,0 0 0 0 0,0 0 0 0 0,0 0 0 0 0,0 0 0 0 0,1 0 0 0 0,-1 0 0 0 0,0 0-1 0 0,0 0 1 0 0,0 0 0 0 0,0 0 0 0 0,1 0 0 0 0,-1 0 0 0 0,0 1 0 0 0,0-1 0 0 0,0 0 0 0 0,0 0 0 0 0,0 0-1 0 0,0 0 1 0 0,1 0 0 0 0,10 67 288 0 0,-9-55-236 0 0,-2-10-52 0 0,0-1-1 0 0,0 1 1 0 0,0-1 0 0 0,0 1-1 0 0,0-1 1 0 0,0 1-1 0 0,0-1 1 0 0,1 1 0 0 0,-1-1-1 0 0,1 1 1 0 0,-1-1 0 0 0,1 1-1 0 0,-1-1 1 0 0,1 0-1 0 0,0 1 1 0 0,0-1 0 0 0,0 0-1 0 0,0 0 1 0 0,0 0-1 0 0,0 1 1 0 0,1 0 0 0 0,1-3 1 0 0,0 0 1 0 0,1 0-1 0 0,-1-1 1 0 0,0 1-1 0 0,0-1 1 0 0,0 1-1 0 0,-1-1 1 0 0,1 0 0 0 0,0 0-1 0 0,-1 0 1 0 0,1-1-1 0 0,-1 1 1 0 0,1-1-1 0 0,-1 1 1 0 0,0-1-1 0 0,0 0 1 0 0,0 1-1 0 0,1-4 1 0 0,12-14-15 0 0,-14 19-11 0 0,1 1 9 0 0,0 0 0 0 0,0 1 0 0 0,0-1-1 0 0,0 1 1 0 0,0 0 0 0 0,0-1 0 0 0,0 1-1 0 0,-1 0 1 0 0,1 0 0 0 0,0 0 0 0 0,0 1-1 0 0,-1-1 1 0 0,1 0 0 0 0,-1 0 0 0 0,1 1-1 0 0,-1-1 1 0 0,0 1 0 0 0,0 0 0 0 0,1-1-1 0 0,-1 1 1 0 0,0 0 0 0 0,0-1 0 0 0,-1 1-1 0 0,2 2 1 0 0,18 23 27 0 0,-18-25-21 0 0,-1 0 0 0 0,1 0-1 0 0,0-1 1 0 0,0 1 0 0 0,0-1 0 0 0,0 0 0 0 0,0 0-1 0 0,0 1 1 0 0,0-1 0 0 0,0 0 0 0 0,0-1-1 0 0,1 1 1 0 0,-1 0 0 0 0,0-1 0 0 0,1 1 0 0 0,-1-1-1 0 0,0 0 1 0 0,1 1 0 0 0,-1-1 0 0 0,0 0 0 0 0,1-1-1 0 0,-1 1 1 0 0,0 0 0 0 0,1-1 0 0 0,-1 1 0 0 0,0-1-1 0 0,1 0 1 0 0,-1 0 0 0 0,0 0 0 0 0,0 0 0 0 0,0 0-1 0 0,0 0 1 0 0,0 0 0 0 0,0-1 0 0 0,0 1 0 0 0,0-1-1 0 0,-1 0 1 0 0,1 1 0 0 0,0-1 0 0 0,-1 0 0 0 0,0 0-1 0 0,1 0 1 0 0,-1 0 0 0 0,1-2 0 0 0,6-10-8 0 0,-1 1 0 0 0,0-2 0 0 0,-1 1 1 0 0,8-28-1 0 0,34-128 0 0 0,-24 109 237 0 0,-23 60-14 0 0,0 6-178 0 0,0 38 87 0 0,-2-1 0 0 0,-7 46-1 0 0,1-8-30 0 0,6-68-66 0 0,5 39-1 0 0,-3-50-28 0 0,-1 0 0 0 0,0 1 0 0 0,0-1 0 0 0,1 0 0 0 0,-1 0 0 0 0,1 0 0 0 0,-1 0 0 0 0,1 0 0 0 0,-1 1 0 0 0,1-1 0 0 0,0 0 0 0 0,0 0 0 0 0,-1-1 0 0 0,1 1 0 0 0,0 0 0 0 0,0 0 0 0 0,0 0 0 0 0,0 0 0 0 0,0-1 0 0 0,0 1 0 0 0,0-1 0 0 0,0 1 0 0 0,0 0 0 0 0,1-1 0 0 0,-1 0 0 0 0,0 1 0 0 0,0-1-1 0 0,0 0 1 0 0,1 0 0 0 0,-1 1 0 0 0,0-1 0 0 0,0 0 0 0 0,1 0 0 0 0,-1 0 0 0 0,0 0 0 0 0,0-1 0 0 0,0 1 0 0 0,1 0 0 0 0,-1-1 0 0 0,0 1 0 0 0,0 0 0 0 0,0-1 0 0 0,0 1 0 0 0,2-2 0 0 0,8-2-23 0 0,0-1 1 0 0,0 0-1 0 0,14-10 0 0 0,-18 11 13 0 0,14-9 60 0 0,0 0 0 0 0,-1-2 1 0 0,0 0-1 0 0,27-27 0 0 0,-46 41 258 0 0,-1 1-290 0 0,0 0 0 0 0,0 0-1 0 0,0 0 1 0 0,0-1 0 0 0,0 1-1 0 0,0 0 1 0 0,0 0 0 0 0,0 0-1 0 0,0 0 1 0 0,0 0 0 0 0,0-1 0 0 0,0 1-1 0 0,0 0 1 0 0,0 0 0 0 0,1 0-1 0 0,-1 0 1 0 0,0 0 0 0 0,0 0-1 0 0,0 0 1 0 0,0-1 0 0 0,0 1-1 0 0,0 0 1 0 0,1 0 0 0 0,-1 0-1 0 0,0 0 1 0 0,0 0 0 0 0,0 0-1 0 0,0 0 1 0 0,0 0 0 0 0,1 0-1 0 0,-1 0 1 0 0,0 0 0 0 0,0 0-1 0 0,0 0 1 0 0,0 0 0 0 0,1 0 0 0 0,-1 0-1 0 0,0 0 1 0 0,0 0 0 0 0,0 0-1 0 0,0 0 1 0 0,0 0 0 0 0,1 0-1 0 0,-1 0 1 0 0,0 0 0 0 0,0 0-1 0 0,0 0 1 0 0,0 1 0 0 0,0-1-1 0 0,1 0 1 0 0,-1 0 0 0 0,0 0-1 0 0,0 0 1 0 0,0 0 0 0 0,0 0-1 0 0,0 0 1 0 0,0 1 0 0 0,0-1-1 0 0,0 0 1 0 0,0 0 0 0 0,1 0-1 0 0,-1 1 1 0 0,-8 9 107 0 0,1 0 1 0 0,1 1-1 0 0,0 0 0 0 0,-7 15 1 0 0,12-24-107 0 0,0 1 0 0 0,0-1 0 0 0,0 0 0 0 0,1 0 0 0 0,-1 0 0 0 0,0 1 0 0 0,1-1 0 0 0,-1 0 0 0 0,1 1 0 0 0,0-1 0 0 0,0 0 0 0 0,0 1 0 0 0,0-1 0 0 0,0 1 0 0 0,1-1 0 0 0,-1 0 1 0 0,1 0-1 0 0,0 1 0 0 0,-1-1 0 0 0,1 0 0 0 0,0 0 0 0 0,0 0 0 0 0,0 0 0 0 0,0 0 0 0 0,1 0 0 0 0,-1 0 0 0 0,1 0 0 0 0,-1 0 0 0 0,1 0 0 0 0,0-1 0 0 0,-1 1 0 0 0,1-1 1 0 0,2 2-1 0 0,3 0-207 0 0,0 1 0 0 0,1-2 0 0 0,-1 1 0 0 0,1-1 0 0 0,-1 0 0 0 0,1-1 0 0 0,15 1 0 0 0,26-3-5091 0 0,-34-4 48 0 0,-7-1 2246 0 0</inkml:trace>
</inkml:ink>
</file>

<file path=ppt/ink/ink6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2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91 776 0 0,'0'-3'1037'0'0,"0"0"-922"0"0,-3-14 2435 0 0,0 0-1 0 0,-9-32 1 0 0,11 47-1237 0 0,-4 5-863 0 0,-4 4-286 0 0,0 1 0 0 0,0-1-1 0 0,1 2 1 0 0,1-1 0 0 0,-1 1 0 0 0,1 0 0 0 0,1 0 0 0 0,-10 18 0 0 0,-45 98 815 0 0,39-78-645 0 0,-1 4 114 0 0,1 2 1 0 0,3 0-1 0 0,-23 100 0 0 0,36-123-292 0 0,2 1 1 0 0,1 0-1 0 0,1 0 0 0 0,1 0 0 0 0,2 0 0 0 0,1 0 1 0 0,2 0-1 0 0,11 45 0 0 0,-13-68-186 0 0,0-1 0 0 0,1 1 0 0 0,0-1-1 0 0,0 1 1 0 0,1-1 0 0 0,0 0 0 0 0,0 0 0 0 0,0-1 0 0 0,1 1 0 0 0,0-1-1 0 0,1 0 1 0 0,-1 0 0 0 0,1-1 0 0 0,0 0 0 0 0,0 0 0 0 0,1 0 0 0 0,0-1 0 0 0,-1 1-1 0 0,1-2 1 0 0,1 1 0 0 0,-1-1 0 0 0,15 4 0 0 0,-13-5-375 0 0,1 0 1 0 0,-1 0 0 0 0,1-1-1 0 0,0-1 1 0 0,-1 0-1 0 0,1 0 1 0 0,18-4-1 0 0,-16 2-605 0 0,-1-1 1 0 0,0 0-1 0 0,0-1 0 0 0,0 0 0 0 0,0-1 0 0 0,17-11 0 0 0,6-6-2547 0 0</inkml:trace>
</inkml:ink>
</file>

<file path=ppt/ink/ink6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2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0 641 256 0 0,'0'0'719'0'0,"25"-1"1206"0"0,27-27-817 0 0,-1-2 0 0 0,59-45 0 0 0,-89 58-952 0 0,-1 0 1 0 0,0-2 0 0 0,-1 0 0 0 0,-2-1 0 0 0,0 0-1 0 0,-1-2 1 0 0,21-36 0 0 0,-26 38 31 0 0,-1-1 0 0 0,-1 0 0 0 0,10-35 0 0 0,-17 47-84 0 0,0-1-1 0 0,0 0 1 0 0,-1 0 0 0 0,-1 1-1 0 0,0-1 1 0 0,0 0-1 0 0,0 0 1 0 0,-1 0-1 0 0,-1 1 1 0 0,-5-19 0 0 0,1 1 253 0 0,5 22-232 0 0,0 0 1 0 0,0-1 0 0 0,-1 1-1 0 0,1 0 1 0 0,-1 0 0 0 0,-4-7-1 0 0,5 11 13 0 0,-1 1-97 0 0,-1 1-1 0 0,1 0 1 0 0,-1 0-1 0 0,1 0 1 0 0,0 0-1 0 0,0 0 1 0 0,0 0-1 0 0,-1 1 1 0 0,1-1-1 0 0,0 1 1 0 0,0-1-1 0 0,1 1 1 0 0,-1 0-1 0 0,0 0 1 0 0,1 0-1 0 0,-1 0 0 0 0,1 0 1 0 0,-1 0-1 0 0,1 0 1 0 0,0 0-1 0 0,0 1 1 0 0,0-1-1 0 0,-1 4 1 0 0,-21 66 442 0 0,21-62-392 0 0,-95 416 1440 0 0,-40 143-392 0 0,130-543-1093 0 0,4-13-4 0 0,0 1-1 0 0,-2-1 0 0 0,1 0 1 0 0,-1-1-1 0 0,-1 1 1 0 0,0-1-1 0 0,-1 0 0 0 0,-14 18 1 0 0,21-29-52 0 0,-1-1 0 0 0,1 0 1 0 0,-1 1-1 0 0,1-1 0 0 0,-1 0 1 0 0,0 0-1 0 0,1 1 0 0 0,-1-1 1 0 0,1 0-1 0 0,-1 0 1 0 0,0 0-1 0 0,1 0 0 0 0,-1 0 1 0 0,0 0-1 0 0,1 0 0 0 0,-1 0 1 0 0,1 0-1 0 0,-1 0 0 0 0,0 0 1 0 0,1 0-1 0 0,-1 0 0 0 0,0 0 1 0 0,1-1-1 0 0,-1 1 0 0 0,1 0 1 0 0,-1 0-1 0 0,1-1 0 0 0,-1 1 1 0 0,1 0-1 0 0,-1-1 0 0 0,1 1 1 0 0,-1-1-1 0 0,0 0 0 0 0,-15-17-442 0 0,13 8 311 0 0,-1 0-1 0 0,2 1 1 0 0,-1-1-1 0 0,1 0 1 0 0,1 0-1 0 0,0-1 1 0 0,0 1-1 0 0,1 0 1 0 0,0 0-1 0 0,1 0 1 0 0,0 0-1 0 0,1 0 1 0 0,0 0-1 0 0,0 0 1 0 0,1 0-1 0 0,0 0 1 0 0,1 1-1 0 0,0-1 1 0 0,1 1-1 0 0,8-13 1 0 0,0 1 12 0 0,1 1 0 0 0,1 0-1 0 0,1 1 1 0 0,1 1 0 0 0,0 0 0 0 0,2 1 0 0 0,26-19 0 0 0,-33 28 175 0 0,-1 0 1 0 0,1 1-1 0 0,1 0 1 0 0,0 1-1 0 0,0 1 1 0 0,0 0-1 0 0,15-4 1 0 0,-22 8 52 0 0,-1-1 0 0 0,1 2 0 0 0,0-1 1 0 0,-1 1-1 0 0,1-1 0 0 0,-1 2 0 0 0,1-1 0 0 0,0 0 1 0 0,-1 1-1 0 0,1 0 0 0 0,-1 1 0 0 0,0-1 0 0 0,1 1 1 0 0,-1 0-1 0 0,0 0 0 0 0,0 1 0 0 0,0-1 1 0 0,0 1-1 0 0,0 1 0 0 0,4 2 0 0 0,-8-5-89 0 0,0 0 0 0 0,-1 0 1 0 0,1 0-1 0 0,0 0 0 0 0,0 0 0 0 0,0 0 0 0 0,-1 0 0 0 0,1 0 0 0 0,-1 1 0 0 0,1-1 0 0 0,-1 0 1 0 0,1 0-1 0 0,-1 0 0 0 0,1 1 0 0 0,-1-1 0 0 0,0 0 0 0 0,0 0 0 0 0,0 1 0 0 0,0-1 0 0 0,0 0 1 0 0,0 1-1 0 0,0 1 0 0 0,-5 4-2343 0 0,-5-4-3368 0 0</inkml:trace>
</inkml:ink>
</file>

<file path=ppt/ink/ink6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3.3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87 1068 0 0,'-1'-12'1287'0'0,"-1"5"-222"0"0,2 0 0 0 0,-1-1 0 0 0,1 0 0 0 0,0 1 1 0 0,1-1-1 0 0,1-10 0 0 0,-1 15-638 0 0,7-6 230 0 0</inkml:trace>
</inkml:ink>
</file>

<file path=ppt/ink/ink6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3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0 464 0 0,'2'7'1115'0'0,"0"4"44"0"0,2 1 1 0 0,-1-1 0 0 0,2 0 0 0 0,5 12-1 0 0,-8-18-822 0 0,-1-1-1 0 0,1 1 0 0 0,-1 0 0 0 0,0-1 1 0 0,-1 1-1 0 0,1 0 0 0 0,-1 5 0 0 0,3 8 1786 0 0,7-32-1709 0 0,-8 11-367 0 0,-1 0 0 0 0,0 0-1 0 0,1 0 1 0 0,0 0-1 0 0,0 0 1 0 0,0 0 0 0 0,0 0-1 0 0,1 1 1 0 0,-1-1-1 0 0,0 1 1 0 0,1 0 0 0 0,0-1-1 0 0,0 1 1 0 0,0 1-1 0 0,0-1 1 0 0,0 0-1 0 0,0 1 1 0 0,0-1 0 0 0,0 1-1 0 0,0 0 1 0 0,1 0-1 0 0,-1 0 1 0 0,1 1 0 0 0,-1-1-1 0 0,0 1 1 0 0,1 0-1 0 0,-1 0 1 0 0,1 0 0 0 0,-1 0-1 0 0,1 0 1 0 0,-1 1-1 0 0,1 0 1 0 0,-1-1-1 0 0,0 1 1 0 0,0 1 0 0 0,1-1-1 0 0,-1 0 1 0 0,0 1-1 0 0,0 0 1 0 0,0-1 0 0 0,0 1-1 0 0,0 0 1 0 0,-1 1-1 0 0,1-1 1 0 0,-1 0-1 0 0,1 1 1 0 0,-1-1 0 0 0,0 1-1 0 0,0 0 1 0 0,0 0-1 0 0,0 0 1 0 0,-1 0 0 0 0,1 0-1 0 0,-1 0 1 0 0,0 1-1 0 0,1-1 1 0 0,-2 0 0 0 0,2 6-1 0 0,-1-5 24 0 0,0 1 0 0 0,0-1 0 0 0,0 0-1 0 0,-1 1 1 0 0,0-1 0 0 0,0 0 0 0 0,0 1 0 0 0,0-1-1 0 0,-1 0 1 0 0,0 1 0 0 0,0-1 0 0 0,0 0 0 0 0,-3 8-1 0 0,3-11 363 0 0</inkml:trace>
</inkml:ink>
</file>

<file path=ppt/ink/ink6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5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56 404 0 0,'0'0'819'0'0,"14"-27"9033"0"0,-15 26-9662 0 0,1-1 0 0 0,0 1 0 0 0,-1-1 0 0 0,1 1 0 0 0,-1-1 0 0 0,1 1 0 0 0,-1-1 0 0 0,1 1 0 0 0,-1 0 1 0 0,0-1-1 0 0,0 1 0 0 0,0 0 0 0 0,0 0 0 0 0,0 0 0 0 0,0-1 0 0 0,0 1 0 0 0,0 0 0 0 0,-1 0 0 0 0,1 1 0 0 0,-2-2 0 0 0,1 1-40 0 0,-6 1-95 0 0,0 1-1 0 0,-1-1 1 0 0,1 2-1 0 0,0-1 1 0 0,0 2 0 0 0,0-1-1 0 0,0 1 1 0 0,1 0-1 0 0,-1 0 1 0 0,1 1 0 0 0,-1 0-1 0 0,1 0 1 0 0,0 1-1 0 0,1 0 1 0 0,-1 0 0 0 0,1 1-1 0 0,0-1 1 0 0,-5 8-1 0 0,8-10-31 0 0,-4 4 33 0 0,1-1 1 0 0,1 1 0 0 0,-1 0-1 0 0,1 0 1 0 0,1 1 0 0 0,-1-1-1 0 0,-5 15 1 0 0,9-21-32 0 0,2 1-21 0 0,0 0 0 0 0,0-1 0 0 0,0 1 0 0 0,1-1 0 0 0,-1 1 0 0 0,0-1 0 0 0,1 0 0 0 0,-1 0 0 0 0,1 1 0 0 0,-1-1 0 0 0,1 0 0 0 0,-1 0 0 0 0,4 1 0 0 0,3-2-33 0 0,0 0 0 0 0,0-1 1 0 0,0 0-1 0 0,0 0 0 0 0,0-1 0 0 0,-1 0 1 0 0,1 0-1 0 0,-1-1 0 0 0,1 0 1 0 0,-1 0-1 0 0,0 0 0 0 0,0-1 1 0 0,9-7-1 0 0,28-13-187 0 0,-26 18 125 0 0,-10 13 53 0 0,1 4 32 0 0,-8-10 1 0 0,6 3-28 0 0,13 6-143 0 0,-13-10 98 0 0,0-1 0 0 0,0 0 0 0 0,0 0 0 0 0,0-1 0 0 0,0 0 0 0 0,0 0 0 0 0,0 0 0 0 0,0-1 0 0 0,-1 0 0 0 0,10-6 0 0 0,56-46-339 0 0,-70 54 408 0 0,-1 0 48 0 0,0 0-22 0 0,4-3 16 0 0,-4 3 121 0 0,10 7-49 0 0,-10-6-95 0 0,0 1 0 0 0,1-1 1 0 0,-1 0-1 0 0,0 1 0 0 0,0 0 0 0 0,1-1 0 0 0,-1 1 1 0 0,0 0-1 0 0,0-1 0 0 0,0 1 0 0 0,0 0 0 0 0,0 0 1 0 0,0 0-1 0 0,1 2 0 0 0,-1-1 19 0 0,0 1 0 0 0,1-1 0 0 0,-1 0 0 0 0,0 0 0 0 0,1 0 0 0 0,0 0 0 0 0,-1 0 0 0 0,1 0 0 0 0,0 0 0 0 0,0 0 0 0 0,0-1 0 0 0,0 1 0 0 0,0-1 0 0 0,0 1-1 0 0,5 1 1 0 0,-5-2 49 0 0,14-2 300 0 0,14-9-137 0 0,37-10 62 0 0,-25 18-3389 0 0,-40 2 1899 0 0,11 1-4864 0 0</inkml:trace>
</inkml:ink>
</file>

<file path=ppt/ink/ink6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5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13 140 0 0,'9'-12'13778'0'0,"-12"17"-13590"0"0,-1-1 0 0 0,0 1-1 0 0,1 0 1 0 0,0 1 0 0 0,0-1 0 0 0,1 0 0 0 0,0 1 0 0 0,0 0-1 0 0,0-1 1 0 0,-2 12 0 0 0,4-15-139 0 0,0-1 0 0 0,0 1 0 0 0,0 0 0 0 0,0 0 0 0 0,0-1 0 0 0,0 1 1 0 0,1 0-1 0 0,-1 0 0 0 0,0-1 0 0 0,1 1 0 0 0,0 0 0 0 0,-1-1 0 0 0,1 1 0 0 0,0-1 0 0 0,0 1 0 0 0,0-1 0 0 0,2 3 0 0 0,-1-2-37 0 0,0 0 0 0 0,1 0-1 0 0,-1-1 1 0 0,1 1 0 0 0,-1-1-1 0 0,1 0 1 0 0,-1 0 0 0 0,1 0-1 0 0,0 0 1 0 0,0 0 0 0 0,-1-1-1 0 0,1 1 1 0 0,0-1 0 0 0,5 1-1 0 0,13-1 70 0 0,0 0 1 0 0,0-1-1 0 0,0-1 0 0 0,-1-1 1 0 0,1-1-1 0 0,-1-1 0 0 0,25-9 0 0 0,-43 13 77 0 0,10-1 1843 0 0,-7 0-3540 0 0</inkml:trace>
</inkml:ink>
</file>

<file path=ppt/ink/ink6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5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71 756 0 0,'-5'-46'10313'0'0,"5"45"-10239"0"0,0 0 0 0 0,1 0 1 0 0,-1 0-1 0 0,0 0 0 0 0,0 0 0 0 0,0 0 1 0 0,1 0-1 0 0,-1 0 0 0 0,1 0 0 0 0,-1 0 1 0 0,0 0-1 0 0,1 0 0 0 0,0 0 0 0 0,-1 1 1 0 0,1-1-1 0 0,-1 0 0 0 0,1 0 0 0 0,0 0 0 0 0,0 1 1 0 0,0-1-1 0 0,-1 0 0 0 0,1 1 0 0 0,2-2 1 0 0,16-1-7160 0 0</inkml:trace>
</inkml:ink>
</file>

<file path=ppt/ink/ink6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6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114 305 1012 0 0,'-34'4'4914'0'0,"28"-2"-4571"0"0,1 0-1 0 0,0 1 1 0 0,0-1 0 0 0,1 1 0 0 0,-1 0-1 0 0,1 0 1 0 0,-1 0 0 0 0,1 1 0 0 0,0-1 0 0 0,0 1-1 0 0,0 0 1 0 0,1 1 0 0 0,0-1 0 0 0,-1 0-1 0 0,1 1 1 0 0,1 0 0 0 0,-1 0 0 0 0,-3 9-1 0 0,6-13-114 0 0,18 24 425 0 0,-14-24-669 0 0,-1 0-1 0 0,1 0 0 0 0,0 0 1 0 0,0 0-1 0 0,0-1 1 0 0,0 0-1 0 0,0 0 0 0 0,0 0 1 0 0,0 0-1 0 0,0 0 1 0 0,0-1-1 0 0,0 0 0 0 0,5-1 1 0 0,54-18-735 0 0,-56 18 649 0 0,11-5-108 0 0,-1-1-1 0 0,1 0 0 0 0,-1-2 0 0 0,0 0 0 0 0,-1 0 1 0 0,-1-2-1 0 0,1 0 0 0 0,-2 0 0 0 0,0-2 0 0 0,18-21 0 0 0,-22 23 525 0 0,-1-1 0 0 0,-1 0-1 0 0,0 0 1 0 0,0 0-1 0 0,-2-1 1 0 0,0-1 0 0 0,0 1-1 0 0,-1-1 1 0 0,-1 1 0 0 0,-1-1-1 0 0,0-1 1 0 0,-1 1-1 0 0,1-25 1 0 0,-3 39-233 0 0,1 0 0 0 0,-1-1 1 0 0,0 1-1 0 0,0 0 0 0 0,0 0 0 0 0,0-1 1 0 0,0 1-1 0 0,0 0 0 0 0,0 0 0 0 0,0 0 0 0 0,0-1 1 0 0,-1 1-1 0 0,1 0 0 0 0,0 0 0 0 0,-1 0 1 0 0,1 0-1 0 0,-1-1 0 0 0,1 1 0 0 0,-1 0 0 0 0,0 0 1 0 0,0 0-1 0 0,1 0 0 0 0,-1 0 0 0 0,0 1 0 0 0,0-1 1 0 0,0 0-1 0 0,-1-1 0 0 0,0 2-28 0 0,1 1-1 0 0,-1-1 1 0 0,1 0 0 0 0,-1 1-1 0 0,1-1 1 0 0,-1 1 0 0 0,1 0-1 0 0,-1-1 1 0 0,1 1-1 0 0,0 0 1 0 0,-1 0 0 0 0,1 0-1 0 0,0 0 1 0 0,0 0 0 0 0,0 0-1 0 0,0 0 1 0 0,-2 2-1 0 0,-40 55 525 0 0,29-32-516 0 0,1-1 1 0 0,1 2 0 0 0,1 0-1 0 0,1 0 1 0 0,1 1 0 0 0,2 0-1 0 0,1 0 1 0 0,1 1 0 0 0,-2 47-1 0 0,7-46-836 0 0,1-1-1 0 0,0 1 1 0 0,12 52-1 0 0,-8-59-710 0 0,2-1 1 0 0,0 0-1 0 0,1 0 0 0 0,1-1 1 0 0,15 24-1 0 0,-5-13-2286 0 0</inkml:trace>
</inkml:ink>
</file>

<file path=ppt/ink/ink6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6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266 524 956 0 0,'0'0'1072'0'0,"11"-2"7515"0"0,-16 4-7954 0 0,1-1-439 0 0,-1 1 0 0 0,1-2 0 0 0,-1 1 0 0 0,1 0 0 0 0,0-1 0 0 0,-1 0 0 0 0,1 0 0 0 0,-1 0 0 0 0,1 0 0 0 0,-1-1 0 0 0,1 0 0 0 0,-1 0 0 0 0,1 0 0 0 0,0 0 0 0 0,0-1 0 0 0,-1 1 0 0 0,1-1 0 0 0,0 0 0 0 0,1 0 0 0 0,-1-1 0 0 0,0 1 0 0 0,-4-5 0 0 0,1-1-78 0 0,1 0 0 0 0,0 0 0 0 0,0 0 1 0 0,1-1-1 0 0,0 0 0 0 0,0 0 0 0 0,1-1 0 0 0,1 1 0 0 0,-1-1 0 0 0,1 0 0 0 0,1 0 1 0 0,-2-14-1 0 0,1 6-29 0 0,2 1 0 0 0,0-1 1 0 0,0 1-1 0 0,2-1 0 0 0,0 1 1 0 0,6-26-1 0 0,0 13 3 0 0,2 1 0 0 0,12-31 0 0 0,-18 52-73 0 0,1 0 0 0 0,-1 1 0 0 0,1-1 0 0 0,0 1 1 0 0,1 0-1 0 0,0 0 0 0 0,0 0 0 0 0,1 1 0 0 0,-1 0 0 0 0,1 0 0 0 0,1 0 0 0 0,10-7 0 0 0,-16 12-18 0 0,0 1-1 0 0,1-1 1 0 0,-1 0 0 0 0,0 0-1 0 0,1 1 1 0 0,-1-1 0 0 0,1 1-1 0 0,-1-1 1 0 0,1 1 0 0 0,-1 0-1 0 0,1-1 1 0 0,-1 1 0 0 0,1 0-1 0 0,-1 0 1 0 0,1 0 0 0 0,-1 0-1 0 0,1 0 1 0 0,-1 1 0 0 0,1-1-1 0 0,-1 0 1 0 0,1 1 0 0 0,-1-1-1 0 0,1 1 1 0 0,-1-1 0 0 0,1 1-1 0 0,-1 0 1 0 0,0-1 0 0 0,2 3-1 0 0,-1-1 4 0 0,0 1 0 0 0,0 0 0 0 0,0 0 0 0 0,0-1 0 0 0,0 1 0 0 0,-1 1 0 0 0,0-1 0 0 0,0 0 0 0 0,0 0 0 0 0,0 0 0 0 0,0 1-1 0 0,0 4 1 0 0,1 10 9 0 0,0 1 1 0 0,-2 0-1 0 0,-3 30 0 0 0,-11 38-8 0 0,-5 0 1 0 0,-3-1 0 0 0,-48 118-1 0 0,-85 178-1567 0 0,148-369 818 0 0</inkml:trace>
</inkml:ink>
</file>

<file path=ppt/ink/ink6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7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0 342 652 0 0,'0'0'1019'0'0,"15"28"5557"0"0,-6 17-3722 0 0,-9-44-2579 0 0,1 1-145 0 0,-1 0 0 0 0,0-1 0 0 0,1 1 0 0 0,0 0 0 0 0,-1-1 0 0 0,1 1 0 0 0,0-1 0 0 0,0 1 0 0 0,0-1 0 0 0,0 1 0 0 0,0-1 0 0 0,0 1 0 0 0,0-1 0 0 0,0 0 0 0 0,2 2 0 0 0,52-52 279 0 0,-53 48-377 0 0,-2 0-23 0 0,0 1 1 0 0,0 0-1 0 0,0 0 0 0 0,0 0 0 0 0,0 0 0 0 0,0-1 0 0 0,1 1 1 0 0,-1 0-1 0 0,0 0 0 0 0,0 0 0 0 0,0 0 0 0 0,0-1 1 0 0,0 1-1 0 0,1 0 0 0 0,-1 0 0 0 0,0 0 0 0 0,0 0 0 0 0,0 0 1 0 0,0 0-1 0 0,1 0 0 0 0,-1-1 0 0 0,0 1 0 0 0,0 0 0 0 0,0 0 1 0 0,1 0-1 0 0,-1 0 0 0 0,0 0 0 0 0,0 0 0 0 0,1 0 1 0 0,-1 0-1 0 0,0 0 0 0 0,0 0 0 0 0,0 0 0 0 0,1 0 0 0 0,-1 0 1 0 0,0 0-1 0 0,0 1 0 0 0,0-1 0 0 0,1 0 0 0 0,-1 0 0 0 0,0 0 1 0 0,0 0-1 0 0,0 0 0 0 0,0 0 0 0 0,1 0 0 0 0,-1 1 0 0 0,0-1 1 0 0,0 0-1 0 0,0 0 0 0 0,13 83 579 0 0,-13-81-551 0 0,8-4-86 0 0,1 0 23 0 0,-1 0 0 0 0,1-1 0 0 0,-1 0 1 0 0,0 0-1 0 0,0-1 0 0 0,-1 0 0 0 0,10-6 1 0 0,10-5-69 0 0,-14 9 41 0 0,-1 0 0 0 0,1 1 1 0 0,0 0-1 0 0,1 1 0 0 0,-1 1 0 0 0,1 0 0 0 0,-1 1 0 0 0,15-1 1 0 0,-26 3 36 0 0,-1 1 1 0 0,1-1 0 0 0,0 1 0 0 0,-1-1 0 0 0,1 1 0 0 0,-1-1-1 0 0,1 1 1 0 0,-1 0 0 0 0,1 0 0 0 0,-1 0 0 0 0,1 0 0 0 0,-1 0-1 0 0,0 0 1 0 0,0 0 0 0 0,0 0 0 0 0,1 1 0 0 0,-1-1-1 0 0,0 0 1 0 0,0 1 0 0 0,-1-1 0 0 0,1 1 0 0 0,0-1 0 0 0,0 1-1 0 0,0 2 1 0 0,0-3-17 0 0,-2 3-2 0 0,1 0-1 0 0,-1 0 1 0 0,1 0-1 0 0,0-1 1 0 0,1 1-1 0 0,-1 0 1 0 0,1 0-1 0 0,-1 0 1 0 0,1-1-1 0 0,0 1 1 0 0,2 3-1 0 0,-2-5-37 0 0,21-9-130 0 0,-3-8 153 0 0,0 0 0 0 0,-1-2 0 0 0,0 0 1 0 0,-2 0-1 0 0,0-2 0 0 0,-1 0 0 0 0,16-26 1 0 0,-7 5 68 0 0,-2-2 1 0 0,31-79 0 0 0,-25 27 1727 0 0,-27 92-336 0 0,-4 9-1242 0 0,-4 12-45 0 0,0 0 1 0 0,2 0-1 0 0,0 1 1 0 0,1 0-1 0 0,1 0 1 0 0,1 0-1 0 0,1 23 1 0 0,0-34-124 0 0,1-1 1 0 0,1 0-1 0 0,0 0 0 0 0,0 0 1 0 0,0 0-1 0 0,1 0 1 0 0,0 0-1 0 0,1-1 1 0 0,0 1-1 0 0,0-1 1 0 0,0 1-1 0 0,1-1 0 0 0,0 0 1 0 0,1 0-1 0 0,0-1 1 0 0,0 1-1 0 0,0-1 1 0 0,0 0-1 0 0,1 0 0 0 0,0-1 1 0 0,11 8-1 0 0,-5-8 116 0 0,0-1 0 0 0,0-1 0 0 0,0 0 0 0 0,0-1 0 0 0,1 0-1 0 0,-1 0 1 0 0,1-1 0 0 0,13-2 0 0 0,-23 2 66 0 0,2-4-1 0 0</inkml:trace>
</inkml:ink>
</file>

<file path=ppt/ink/ink6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8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1088 0 0,'23'-38'8165'0'0,"-4"20"-6636"0"0,-17 17-1885 0 0,-1 1 0 0 0,0-1 0 0 0,0 0 0 0 0,0 0 0 0 0,1 0 0 0 0,-1 0 0 0 0,0 0 0 0 0,0 0 0 0 0,0 0 0 0 0,-1-1 0 0 0,1 1 0 0 0,0 0-1 0 0,0 0 1 0 0,-1-1 0 0 0,1 1 0 0 0,0-1 0 0 0,0-1 0 0 0</inkml:trace>
</inkml:ink>
</file>

<file path=ppt/ink/ink6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8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74 988 0 0,'-7'-9'8431'0'0,"12"4"-8122"0"0,1 0 0 0 0,-1 1 1 0 0,1 0-1 0 0,0 0 0 0 0,0 1 0 0 0,0-1 1 0 0,0 1-1 0 0,1 0 0 0 0,-1 1 1 0 0,1 0-1 0 0,0 0 0 0 0,0 0 0 0 0,7 0 1 0 0,23-4-393 0 0,48 0 1 0 0,-32 3-1414 0 0,31-1-5093 0 0,-55 4 3494 0 0</inkml:trace>
</inkml:ink>
</file>

<file path=ppt/ink/ink6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9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91 648 0 0,'0'0'16856'0'0,"-1"-4"-16647"0"0,-5-9 593 0 0,6 34 945 0 0,-3 24-1342 0 0,-29 45-262 0 0,26-76-145 0 0,0 1 1 0 0,0-1-1 0 0,1 1 0 0 0,1 0 1 0 0,1 0-1 0 0,0 1 0 0 0,1-1 1 0 0,0 1-1 0 0,1 17 0 0 0,1-32-15 0 0,1 0 1 0 0,-1 0-1 0 0,0 0 0 0 0,1 0 0 0 0,-1 0 0 0 0,0 0 1 0 0,1 0-1 0 0,-1 0 0 0 0,1 0 0 0 0,0 0 1 0 0,-1 0-1 0 0,1 0 0 0 0,0 0 0 0 0,-1-1 0 0 0,1 1 1 0 0,0 0-1 0 0,0 0 0 0 0,0-1 0 0 0,0 1 0 0 0,0-1 1 0 0,0 1-1 0 0,0-1 0 0 0,0 1 0 0 0,0-1 0 0 0,0 1 1 0 0,0-1-1 0 0,0 0 0 0 0,0 0 0 0 0,0 0 0 0 0,0 1 1 0 0,0-1-1 0 0,0 0 0 0 0,0 0 0 0 0,0 0 1 0 0,0-1-1 0 0,1 1 0 0 0,-1 0 0 0 0,0 0 0 0 0,0-1 1 0 0,0 1-1 0 0,0 0 0 0 0,2-2 0 0 0,44-17-394 0 0,-46 18 403 0 0,16-9-82 0 0,0-1 0 0 0,-1 0 1 0 0,-1-1-1 0 0,21-22 0 0 0,15-11 308 0 0,-51 45-77 0 0,6-6 52 0 0,-6 6-157 0 0,0 0 0 0 0,0 0 1 0 0,0 0-1 0 0,0 0 0 0 0,0 0 0 0 0,0 0 0 0 0,0 1 0 0 0,0-1 0 0 0,1 0 0 0 0,-1 0 1 0 0,0 0-1 0 0,0 0 0 0 0,0 0 0 0 0,0 0 0 0 0,0 0 0 0 0,0 0 0 0 0,0 0 0 0 0,0 0 1 0 0,0 0-1 0 0,0 0 0 0 0,0 0 0 0 0,0 0 0 0 0,0 0 0 0 0,1 0 0 0 0,-1 0 0 0 0,0 0 1 0 0,0 0-1 0 0,0 0 0 0 0,0 0 0 0 0,0 0 0 0 0,0 0 0 0 0,0 0 0 0 0,0 0 1 0 0,0 0-1 0 0,0 0 0 0 0,1 0 0 0 0,-24 52 125 0 0,23-50-151 0 0,3 11-157 0 0,-3-13 137 0 0,0 1 0 0 0,0-1 0 0 0,0 1 0 0 0,0-1 0 0 0,0 1 0 0 0,0-1 0 0 0,0 0 0 0 0,0 1 0 0 0,0-1 0 0 0,0 1 0 0 0,0-1 0 0 0,0 0 0 0 0,0 1 0 0 0,0-1 0 0 0,0 1 0 0 0,1-1 0 0 0,-1 0 0 0 0,0 1 0 0 0,0-1 0 0 0,0 0 0 0 0,1 1 0 0 0,-1-1 1 0 0,0 0-1 0 0,0 1 0 0 0,1-1 0 0 0,-1 0 0 0 0,0 1 0 0 0,1-1 0 0 0,-1 0 0 0 0,0 0 0 0 0,1 0 0 0 0,-1 1 0 0 0,1-1 0 0 0,-1 0 0 0 0,0 0 0 0 0,1 0 0 0 0,-1 0 0 0 0,1 0 0 0 0,-1 1 0 0 0,0-1 0 0 0,1 0 0 0 0,0 0 0 0 0,0 0-88 0 0,34-11-464 0 0,-25 9 464 0 0,0 0-1 0 0,0 1 1 0 0,1 0 0 0 0,14 0-1 0 0,16-1-114 0 0,-31 0 172 0 0,0 0 1 0 0,0 0-1 0 0,0-1 0 0 0,-1-1 0 0 0,1 1 0 0 0,-1-2 0 0 0,0 1 0 0 0,0-1 0 0 0,0-1 0 0 0,-1 1 0 0 0,0-1 0 0 0,0-1 0 0 0,0 0 0 0 0,-1 0 0 0 0,0 0 0 0 0,0-1 1 0 0,-1 0-1 0 0,0 0 0 0 0,7-14 0 0 0,0-2 240 0 0,-1 0 1 0 0,-1-2 0 0 0,-1 1-1 0 0,-2-1 1 0 0,10-50 0 0 0,-18 75-185 0 0,0 1 1 0 0,0 0-1 0 0,1 0 1 0 0,-1 0-1 0 0,0 0 0 0 0,0 0 1 0 0,0 0-1 0 0,0-1 1 0 0,0 1-1 0 0,0 0 1 0 0,0 0-1 0 0,0 0 1 0 0,0 0-1 0 0,0 0 0 0 0,0-1 1 0 0,0 1-1 0 0,0 0 1 0 0,0 0-1 0 0,0 0 1 0 0,0 0-1 0 0,0 0 1 0 0,0-1-1 0 0,0 1 0 0 0,0 0 1 0 0,0 0-1 0 0,0 0 1 0 0,0 0-1 0 0,-1 0 1 0 0,1 0-1 0 0,0-1 1 0 0,0 1-1 0 0,0 0 0 0 0,0 0 1 0 0,0 0-1 0 0,0 0 1 0 0,0 0-1 0 0,0 0 1 0 0,-1 0-1 0 0,1 0 1 0 0,0-1-1 0 0,0 1 0 0 0,0 0 1 0 0,0 0-1 0 0,0 0 1 0 0,0 0-1 0 0,-1 0 1 0 0,1 0-1 0 0,0 0 1 0 0,0 0-1 0 0,0 0 0 0 0,0 0 1 0 0,0 0-1 0 0,-1 0 1 0 0,1 0-1 0 0,0 0 1 0 0,0 0-1 0 0,0 0 0 0 0,0 0 1 0 0,0 0-1 0 0,-1 0 1 0 0,1 0-1 0 0,0 0 1 0 0,0 1-1 0 0,0-1 1 0 0,0 0-1 0 0,0 0 0 0 0,0 0 1 0 0,-1 0-1 0 0,1 0 1 0 0,-15 13 195 0 0,11-9-208 0 0,1 0 0 0 0,-1 0-1 0 0,1 0 1 0 0,0 0 0 0 0,1 1 0 0 0,-1-1 0 0 0,1 1-1 0 0,-3 5 1 0 0,3-3-16 0 0,0 1 0 0 0,1 0 0 0 0,0 0 0 0 0,0 0 0 0 0,1 0 0 0 0,-1 0 0 0 0,2 0 0 0 0,-1 0 0 0 0,1 0 0 0 0,1 0 0 0 0,-1 0 0 0 0,1-1 0 0 0,1 1 0 0 0,-1 0 0 0 0,1-1 0 0 0,0 0 0 0 0,1 0 0 0 0,0 0 0 0 0,0 0 0 0 0,1 0 0 0 0,-1-1 0 0 0,2 0 0 0 0,-1 0 0 0 0,0 0 0 0 0,1 0 0 0 0,0-1 0 0 0,1 0 0 0 0,-1-1 0 0 0,1 1 0 0 0,0-1 0 0 0,0 0 0 0 0,0-1 0 0 0,0 0 0 0 0,1 0 0 0 0,-1-1 0 0 0,11 3 0 0 0,31 2 301 0 0,-47-7-267 0 0,57-4-4798 0 0,-56 3 3888 0 0,0 0 0 0 0,-1 0 0 0 0,1-1 0 0 0,-1 1 0 0 0,0-1 0 0 0,1 1 0 0 0,-1-1-1 0 0,0 0 1 0 0,0 0 0 0 0,0 0 0 0 0,3-3 0 0 0</inkml:trace>
</inkml:ink>
</file>

<file path=ppt/ink/ink6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19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48 36 0 0,'0'0'289'0'0,"-1"-1"-1"0"0,1 1 1 0 0,-1-1-1 0 0,1 0 1 0 0,0 1 0 0 0,-1-1-1 0 0,1 1 1 0 0,0-1 0 0 0,-1 0-1 0 0,1 1 1 0 0,0-1-1 0 0,0 0 1 0 0,0 0 0 0 0,0 1-1 0 0,-1-1 1 0 0,1 0 0 0 0,0 1-1 0 0,0-1 1 0 0,0 0-1 0 0,1 0 1 0 0,-1 1 0 0 0,0-1-1 0 0,0 0 1 0 0,0 1 0 0 0,0-1-1 0 0,1 0 1 0 0,-1 1-1 0 0,0-1 1 0 0,1 0 0 0 0,-1 1-1 0 0,0-1 1 0 0,1 0 0 0 0,-1 1-1 0 0,1-1 1 0 0,-1 1-1 0 0,1-1 1 0 0,-1 1 0 0 0,1-1-1 0 0,13-6 1632 0 0,-11 7-1092 0 0,35-13 3495 0 0,-31 11-7707 0 0</inkml:trace>
</inkml:ink>
</file>

<file path=ppt/ink/ink6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0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14 1012 0 0,'-5'-3'-388'0'0,"2"2"939"0"0,1-1 0 0 0,-1 1 0 0 0,0 0 0 0 0,0 0 0 0 0,0 0 0 0 0,0 0 0 0 0,0 0 0 0 0,0 1 0 0 0,0-1 0 0 0,0 1 0 0 0,0 0 0 0 0,0 0 0 0 0,0 0 0 0 0,0 0 0 0 0,-5 1 0 0 0,5 0 53 0 0,-4 16 1385 0 0,6-17-1953 0 0,1 0-1 0 0,-1 1 1 0 0,1-1-1 0 0,0 1 1 0 0,-1-1-1 0 0,1 1 0 0 0,-1-1 1 0 0,1 1-1 0 0,0-1 1 0 0,0 1-1 0 0,-1-1 1 0 0,1 1-1 0 0,0-1 1 0 0,0 1-1 0 0,0 0 0 0 0,-1-1 1 0 0,1 1-1 0 0,0-1 1 0 0,0 1-1 0 0,0 0 1 0 0,0-1-1 0 0,0 1 1 0 0,0-1-1 0 0,0 1 0 0 0,1 0 1 0 0,-1-1-1 0 0,0 1 1 0 0,0-1-1 0 0,0 1 1 0 0,1-1-1 0 0,-1 1 1 0 0,0 0-1 0 0,0-1 0 0 0,1 1 1 0 0,-1-1-1 0 0,0 1 1 0 0,1-1-1 0 0,-1 0 1 0 0,1 1-1 0 0,-1-1 1 0 0,1 1-1 0 0,-1-1 0 0 0,1 0 1 0 0,-1 1-1 0 0,1-1 1 0 0,-1 0-1 0 0,1 0 1 0 0,-1 1-1 0 0,1-1 1 0 0,0 0-1 0 0,-1 0 0 0 0,1 0 1 0 0,0 1-1 0 0,10 3 121 0 0,-1 0 0 0 0,1-1 0 0 0,0 0 0 0 0,0 0-1 0 0,0-1 1 0 0,1-1 0 0 0,-1 0 0 0 0,0 0 0 0 0,12-2-1 0 0,8 0-5 0 0,-1-1-1 0 0,37-8 0 0 0,-53 7-479 0 0,12-4 484 0 0,-17-5-6499 0 0</inkml:trace>
</inkml:ink>
</file>

<file path=ppt/ink/ink6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0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44 0 0,'0'0'176'0'0</inkml:trace>
</inkml:ink>
</file>

<file path=ppt/ink/ink6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0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20 456 0 0,'-36'-2'9010'0'0,"42"1"-5527"0"0,12-2-2291 0 0,13-2-772 0 0,0 2-1 0 0,0 2 1 0 0,41 2-1 0 0,-14 0-710 0 0,-28-1-139 0 0,88 0-1989 0 0,-40-3-3601 0 0,-33-1 2277 0 0</inkml:trace>
</inkml:ink>
</file>

<file path=ppt/ink/ink6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1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1104 1 924 0 0,'4'0'1342'0'0,"5"-1"-935"0"0,1 2 0 0 0,-1-1-1 0 0,0 1 1 0 0,0 1 0 0 0,0-1 0 0 0,0 2-1 0 0,0-1 1 0 0,0 1 0 0 0,-1 0 0 0 0,1 1-1 0 0,-1 0 1 0 0,0 1 0 0 0,0-1 0 0 0,0 2-1 0 0,-1-1 1 0 0,0 1 0 0 0,0 0 0 0 0,0 0-1 0 0,-1 1 1 0 0,1 0 0 0 0,-2 0 0 0 0,1 1-1 0 0,-1-1 1 0 0,0 1 0 0 0,7 16 0 0 0,-6-10-168 0 0,0 0 1 0 0,0 0 0 0 0,-1 1-1 0 0,-1 0 1 0 0,0-1 0 0 0,-1 2-1 0 0,-1-1 1 0 0,0 0 0 0 0,-1 0-1 0 0,-1 1 1 0 0,0-1 0 0 0,-1 0-1 0 0,-1 1 1 0 0,0-1 0 0 0,-7 21-1 0 0,-3-4-22 0 0,-2 0 0 0 0,-1-2-1 0 0,-2 1 1 0 0,-1-2 0 0 0,-1-1 0 0 0,-44 51-1 0 0,-4-8-66 0 0,-90 75-1 0 0,-238 155-1681 0 0,187-164-1306 0 0,-2-5-3408 0 0,67-44 1818 0 0</inkml:trace>
</inkml:ink>
</file>

<file path=ppt/ink/ink6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3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291 977 992 0 0,'0'0'5197'0'0,"-4"-4"-4269"0"0,-1-2-523 0 0,1 0-1 0 0,-1 0 1 0 0,1 0 0 0 0,0-1-1 0 0,1 1 1 0 0,-1-1-1 0 0,1 0 1 0 0,1 0-1 0 0,-1 0 1 0 0,1-1-1 0 0,1 1 1 0 0,-2-13-1 0 0,-28-243 1641 0 0,20 197-1923 0 0,2 0 1 0 0,3 0 0 0 0,6-126-1 0 0,2 176-112 0 0,1 0-1 0 0,0 0 0 0 0,1 0 1 0 0,1 0-1 0 0,13-28 0 0 0,-15 37-10 0 0,0 0 0 0 0,1 1-1 0 0,0-1 1 0 0,0 1-1 0 0,1 0 1 0 0,0 0 0 0 0,0 0-1 0 0,0 1 1 0 0,1 0 0 0 0,-1 0-1 0 0,1 0 1 0 0,1 1-1 0 0,-1-1 1 0 0,14-5 0 0 0,-19 9 0 0 0,0 0 1 0 0,1 1 0 0 0,-1-1-1 0 0,1 1 1 0 0,-1-1 0 0 0,1 1-1 0 0,-1-1 1 0 0,1 1 0 0 0,-1 0-1 0 0,1 0 1 0 0,-1 0 0 0 0,1 0-1 0 0,0 0 1 0 0,-1 0 0 0 0,1 0-1 0 0,-1 0 1 0 0,1 1 0 0 0,-1-1-1 0 0,1 1 1 0 0,-1-1 0 0 0,1 1-1 0 0,-1-1 1 0 0,0 1 0 0 0,1 0-1 0 0,-1 0 1 0 0,0 0 0 0 0,1 0-1 0 0,-1 0 1 0 0,0 0 0 0 0,0 0-1 0 0,0 0 1 0 0,0 0 0 0 0,0 0-1 0 0,0 1 1 0 0,0-1 0 0 0,0 0-1 0 0,-1 1 1 0 0,1-1 0 0 0,0 1-1 0 0,0 2 1 0 0,1 2 6 0 0,-1 0-1 0 0,0 1 0 0 0,0-1 1 0 0,0 0-1 0 0,-1 1 1 0 0,0-1-1 0 0,-1 10 1 0 0,-2 4-1 0 0,-1-1 0 0 0,-1 1 1 0 0,-1-1-1 0 0,0 1 0 0 0,-18 33 0 0 0,-57 90 24 0 0,67-120-29 0 0,-23 37 9 0 0,-4-1-1 0 0,-1-2 0 0 0,-54 55 0 0 0,95-112-8 0 0,1 0-1 0 0,-1 0 1 0 0,1 0 0 0 0,-1 1-1 0 0,1-1 1 0 0,-1 0 0 0 0,1 1-1 0 0,-1-1 1 0 0,1 0 0 0 0,0 1-1 0 0,-1-1 1 0 0,1 0 0 0 0,0 1-1 0 0,-1-1 1 0 0,1 1 0 0 0,0-1-1 0 0,-1 1 1 0 0,1-1 0 0 0,0 1-1 0 0,0-1 1 0 0,0 1 0 0 0,-1-1-1 0 0,1 1 1 0 0,0-1 0 0 0,0 1-1 0 0,0-1 1 0 0,0 1 0 0 0,0-1-1 0 0,0 1 1 0 0,0-1 0 0 0,0 1-1 0 0,0-1 1 0 0,0 1 0 0 0,0-1-1 0 0,1 1 1 0 0,-1-1 0 0 0,0 1-1 0 0,0-1 1 0 0,0 1 0 0 0,1-1-1 0 0,-1 1 1 0 0,0-1 0 0 0,1 1-1 0 0,-1-1 1 0 0,0 0 0 0 0,1 1-1 0 0,-1-1 1 0 0,0 1 0 0 0,1-1-1 0 0,-1 0 1 0 0,1 1 0 0 0,-1-1 0 0 0,1 0-1 0 0,-1 0 1 0 0,1 0 0 0 0,-1 1-1 0 0,1-1 1 0 0,-1 0 0 0 0,1 0-1 0 0,-1 0 1 0 0,1 0 0 0 0,-1 0-1 0 0,1 0 1 0 0,-1 0 0 0 0,1 0-1 0 0,-1 0 1 0 0,1 0 0 0 0,0 0-1 0 0,39-1-134 0 0,32-15-2404 0 0,91-33 1 0 0,-98 28-1469 0 0,3 0 727 0 0</inkml:trace>
</inkml:ink>
</file>

<file path=ppt/ink/ink6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4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360 119 952 0 0,'-7'-116'10920'0'0,"7"113"-8881"0"0,-4 11-1530 0 0,-47 114 882 0 0,6 2-1 0 0,-35 151 1 0 0,45-166-905 0 0,20-68-115 0 0,20-47-344 0 0,0 0 0 0 0,0 1 0 0 0,1 0 0 0 0,0 0 0 0 0,0 0 0 0 0,0 1 0 0 0,1 0 0 0 0,-1 0 0 0 0,15-5 0 0 0,1-2-70 0 0,1 1 0 0 0,42-13 0 0 0,-60 22 36 0 0,-1 0 0 0 0,0 0 0 0 0,1 1 0 0 0,-1-1 0 0 0,1 1-1 0 0,-1 0 1 0 0,1 0 0 0 0,-1 1 0 0 0,1-1 0 0 0,-1 1 0 0 0,1 0-1 0 0,-1 0 1 0 0,0 1 0 0 0,0-1 0 0 0,1 1 0 0 0,-1 0 0 0 0,0 0 0 0 0,6 4-1 0 0,-8-4 10 0 0,0 0-1 0 0,-1 0 0 0 0,1 0 0 0 0,-1 0 0 0 0,1 1 0 0 0,-1-1 0 0 0,0 0 1 0 0,0 1-1 0 0,0-1 0 0 0,0 1 0 0 0,0-1 0 0 0,0 1 0 0 0,-1-1 1 0 0,1 1-1 0 0,-1-1 0 0 0,0 1 0 0 0,0 0 0 0 0,0-1 0 0 0,0 1 1 0 0,0-1-1 0 0,0 1 0 0 0,-1 0 0 0 0,1-1 0 0 0,-1 1 0 0 0,0-1 1 0 0,0 1-1 0 0,0-1 0 0 0,0 1 0 0 0,0-1 0 0 0,0 0 0 0 0,-1 0 0 0 0,1 1 1 0 0,-3 1-1 0 0,-4 7 4 0 0,0 0 1 0 0,-1-1-1 0 0,-1 0 0 0 0,0 0 1 0 0,0-1-1 0 0,-1 0 1 0 0,0-1-1 0 0,0 0 0 0 0,-1-1 1 0 0,0 0-1 0 0,0-1 1 0 0,-15 6-1 0 0,12-6 5 0 0,0-1 1 0 0,0 0 0 0 0,-1-1-1 0 0,1-1 1 0 0,-1 0-1 0 0,0-1 1 0 0,0-1-1 0 0,0-1 1 0 0,0 0-1 0 0,-20-3 1 0 0,34 3-74 0 0,-1 0 0 0 0,1-1 0 0 0,-1 1 1 0 0,1-1-1 0 0,-1 0 0 0 0,1 1 0 0 0,-1-1 0 0 0,1 0 0 0 0,0-1 1 0 0,0 1-1 0 0,0 0 0 0 0,-1-1 0 0 0,1 1 0 0 0,0-1 0 0 0,1 1 1 0 0,-1-1-1 0 0,0 0 0 0 0,0 0 0 0 0,1 0 0 0 0,-1 0 0 0 0,1 0 1 0 0,0 0-1 0 0,-1-1 0 0 0,1 1 0 0 0,0 0 0 0 0,1-1 1 0 0,-1 1-1 0 0,0-1 0 0 0,0 1 0 0 0,1 0 0 0 0,0-1 0 0 0,-1 0 1 0 0,1 1-1 0 0,0-1 0 0 0,0 1 0 0 0,1-1 0 0 0,-1 1 0 0 0,0-1 1 0 0,1 1-1 0 0,-1-1 0 0 0,1 1 0 0 0,0 0 0 0 0,0-1 0 0 0,0 1 1 0 0,0 0-1 0 0,0-1 0 0 0,3-2 0 0 0,-2 2-308 0 0,0 1-1 0 0,0 0 1 0 0,0-1-1 0 0,0 1 1 0 0,1 0-1 0 0,-1 0 1 0 0,0 0-1 0 0,1 0 1 0 0,0 1-1 0 0,-1-1 1 0 0,1 1-1 0 0,0 0 1 0 0,4-2-1 0 0,11-2-5720 0 0</inkml:trace>
</inkml:ink>
</file>

<file path=ppt/ink/ink6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5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247 343 4 0 0,'0'0'1015'0'0,"3"-8"523"0"0,-4 2 2140 0 0,0 4-3453 0 0,0 1 0 0 0,0-1 0 0 0,0 0 0 0 0,0 1 0 0 0,-1-1 0 0 0,1 1 0 0 0,0-1-1 0 0,-1 1 1 0 0,1 0 0 0 0,-1-1 0 0 0,1 1 0 0 0,-1 0 0 0 0,0 0 0 0 0,1 0 0 0 0,-1 0 0 0 0,0 0 0 0 0,0 1 0 0 0,0-1 0 0 0,0 0 0 0 0,-2 0 0 0 0,0 1 13 0 0,0 0 0 0 0,0 0 0 0 0,0 0 0 0 0,0 0 0 0 0,0 1 0 0 0,0 0 0 0 0,0 0-1 0 0,0 0 1 0 0,-7 2 0 0 0,-7 6 250 0 0,0 0-1 0 0,0 1 1 0 0,-22 16-1 0 0,24-15 157 0 0,10-6-455 0 0,0-1-1 0 0,0 2 1 0 0,1-1-1 0 0,0 0 1 0 0,-7 11-1 0 0,-5 5 278 0 0,16-21-375 0 0,2 3 9 0 0,-2-2-89 0 0,1-1 0 0 0,0 1 0 0 0,0 0 0 0 0,0 0 0 0 0,0 0 0 0 0,0-1 0 0 0,1 1 0 0 0,-1 0 0 0 0,0 0 0 0 0,0-1 0 0 0,0 1 0 0 0,1 0 0 0 0,-1-1 0 0 0,0 1 0 0 0,1 0 0 0 0,-1 0 0 0 0,1-1 0 0 0,-1 1 0 0 0,1-1-1 0 0,-1 1 1 0 0,1-1 0 0 0,-1 1 0 0 0,1 0 0 0 0,-1-1 0 0 0,1 0 0 0 0,0 1 0 0 0,-1-1 0 0 0,1 1 0 0 0,0-1 0 0 0,-1 0 0 0 0,1 1 0 0 0,0-1 0 0 0,1 0 0 0 0,5 0 29 0 0,0-1 0 0 0,-1 1 0 0 0,1-1 0 0 0,0-1 0 0 0,0 0 0 0 0,-1 0 0 0 0,8-3 0 0 0,62-16 87 0 0,-74 21-129 0 0,1 1 29 0 0,-1-1-27 0 0,1 1-1 0 0,0 0 1 0 0,0 0-1 0 0,-1 0 1 0 0,1 0 0 0 0,0 1-1 0 0,-1-1 1 0 0,0 1 0 0 0,1 0-1 0 0,-1-1 1 0 0,0 1-1 0 0,0 0 1 0 0,0 0 0 0 0,0 1-1 0 0,4 4 1 0 0,5 4-28 0 0,-6-9-1 0 0,1 1-1 0 0,-1-1 1 0 0,1 0-1 0 0,0 0 1 0 0,-1-1-1 0 0,1 0 1 0 0,0 0-1 0 0,0 0 1 0 0,0-1-1 0 0,0 0 1 0 0,0 0 0 0 0,-1 0-1 0 0,1-1 1 0 0,0 0-1 0 0,0 0 1 0 0,0 0-1 0 0,-1-1 1 0 0,1 0-1 0 0,0 0 1 0 0,-1 0-1 0 0,11-6 1 0 0,6-7-152 0 0,-1 0-1 0 0,0-1 1 0 0,0 0-1 0 0,-2-2 1 0 0,0-1-1 0 0,29-36 1 0 0,-41 46 126 0 0,-4 5 56 0 0,0 0 1 0 0,1 0 0 0 0,-1 0 0 0 0,1 1 0 0 0,0-1-1 0 0,8-4 1 0 0,-10 7 230 0 0,-2 4-168 0 0,1 38 190 0 0,-2-35-228 0 0,0 0 0 0 0,1 1-1 0 0,0-1 1 0 0,1 0-1 0 0,-1 1 1 0 0,1-1-1 0 0,0 0 1 0 0,1 0-1 0 0,0 0 1 0 0,0 0-1 0 0,5 12 1 0 0,-5-17-19 0 0,0 0 0 0 0,1-1 0 0 0,-1 1 1 0 0,0 0-1 0 0,0-1 0 0 0,1 1 0 0 0,-1-1 0 0 0,0 0 1 0 0,1 0-1 0 0,-1 0 0 0 0,1 0 0 0 0,-1 0 0 0 0,0-1 0 0 0,1 1 1 0 0,-1-1-1 0 0,4-1 0 0 0,14-11 7 0 0,-1-1 1 0 0,20-19-1 0 0,-38 32-49 0 0,2 1 31 0 0,0 1 0 0 0,0-1 0 0 0,0 1 0 0 0,1 0 1 0 0,-1 0-1 0 0,0 0 0 0 0,0 1 0 0 0,0-1 0 0 0,-1 1 0 0 0,1-1 0 0 0,0 1 1 0 0,-1 0-1 0 0,1 0 0 0 0,4 5 0 0 0,-4-5-7 0 0,1 1 0 0 0,0-1 0 0 0,-1 0 0 0 0,1-1-1 0 0,0 1 1 0 0,0-1 0 0 0,0 1 0 0 0,1-1 0 0 0,-1 0 0 0 0,0-1 0 0 0,0 1 0 0 0,1-1 0 0 0,-1 1 0 0 0,0-2 0 0 0,0 1-1 0 0,1 0 1 0 0,-1-1 0 0 0,0 1 0 0 0,0-1 0 0 0,0-1 0 0 0,5-1 0 0 0,0-1-11 0 0,-1-1 0 0 0,-1 0 1 0 0,1-1-1 0 0,-1 0 0 0 0,0 0 0 0 0,0 0 1 0 0,-1-1-1 0 0,1 0 0 0 0,-2 0 0 0 0,11-16 0 0 0,1-7-2 0 0,21-54-1 0 0,-19 41-16 0 0,-7 15 139 0 0,-2-1 0 0 0,8-39 0 0 0,-17 62-3 0 0,0 4-24 0 0,-2 14 126 0 0,0-1 0 0 0,-1 1 0 0 0,0-1 0 0 0,-6 18 0 0 0,-11 62 43 0 0,18-89-237 0 0,-12 213 236 0 0,13-214-237 0 0,1 0-1 0 0,-1 0 0 0 0,0 0 0 0 0,0 0 0 0 0,0 0 0 0 0,0 0 0 0 0,1 0 1 0 0,-1 0-1 0 0,0 0 0 0 0,1-1 0 0 0,-1 1 0 0 0,1 0 0 0 0,-1 0 1 0 0,1 0-1 0 0,-1-1 0 0 0,1 1 0 0 0,0 0 0 0 0,-1 0 0 0 0,1-1 0 0 0,0 1 1 0 0,0-1-1 0 0,-1 1 0 0 0,1-1 0 0 0,0 1 0 0 0,0-1 0 0 0,0 1 0 0 0,0-1 1 0 0,0 0-1 0 0,0 1 0 0 0,0-1 0 0 0,-1 0 0 0 0,1 0 0 0 0,0 0 1 0 0,0 1-1 0 0,0-1 0 0 0,0 0 0 0 0,0-1 0 0 0,0 1 0 0 0,0 0 0 0 0,0 0 1 0 0,0 0-1 0 0,0 0 0 0 0,0-1 0 0 0,0 1 0 0 0,0 0 0 0 0,0-1 0 0 0,1 0 1 0 0,43-18 31 0 0,-44 18-33 0 0,252-144-22 0 0,-244 141 568 0 0,-9 8-201 0 0,-20 19-7 0 0,-16 17 147 0 0,34-37-483 0 0,0-1-1 0 0,0 1 1 0 0,0-1-1 0 0,1 1 1 0 0,-1 0-1 0 0,1 0 1 0 0,0 0-1 0 0,-1 0 1 0 0,1 0-1 0 0,1 0 1 0 0,-1 0-1 0 0,0 0 1 0 0,1 0-1 0 0,-1 0 1 0 0,1 0-1 0 0,0 1 1 0 0,0-1-1 0 0,0 0 1 0 0,1 0-1 0 0,-1 0 1 0 0,1 0-1 0 0,0 0 1 0 0,0 0-1 0 0,0 0 1 0 0,0 0-1 0 0,0 0 1 0 0,0 0-1 0 0,1 0 1 0 0,0 0 0 0 0,-1-1-1 0 0,1 1 1 0 0,0-1-1 0 0,0 1 1 0 0,0-1-1 0 0,1 0 1 0 0,2 2-1 0 0,1 1-546 0 0,0-1-1 0 0,0 0 0 0 0,0-1 1 0 0,1 0-1 0 0,-1 0 1 0 0,11 4-1 0 0,44 4-9391 0 0,-45-11 6036 0 0</inkml:trace>
</inkml:ink>
</file>

<file path=ppt/ink/ink6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7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18 584 0 0,'4'-18'11843'0'0,"-3"37"-10457"0"0,1 52-1470 0 0,3-50-1554 0 0,6-16-1146 0 0,-8-6 2320 0 0,1-1-1 0 0,-1 0 0 0 0,1 0 1 0 0,-1 0-1 0 0,0 0 0 0 0,1 0 1 0 0,4-5-1 0 0,0 0 754 0 0,62-49 1572 0 0,-69 55-1495 0 0,0 1-295 0 0,-1-1 1 0 0,0 1-1 0 0,0 0 0 0 0,0-1 0 0 0,0 1 1 0 0,1 0-1 0 0,-1 0 0 0 0,0-1 0 0 0,0 1 1 0 0,1 0-1 0 0,-1 0 0 0 0,0-1 0 0 0,1 1 1 0 0,-1 0-1 0 0,0 0 0 0 0,1 0 0 0 0,-1-1 1 0 0,0 1-1 0 0,1 0 0 0 0,-1 0 1 0 0,0 0-1 0 0,1 0 0 0 0,-1 0 0 0 0,0 0 1 0 0,1 0-1 0 0,-1 0 0 0 0,0 0 0 0 0,1 0 1 0 0,-1 0-1 0 0,0 0 0 0 0,1 0 0 0 0,0 0 1 0 0,0 3-21 0 0,0 0 0 0 0,0 0 0 0 0,0 0 0 0 0,0 1 0 0 0,-1-1 0 0 0,1 0 0 0 0,-1 0 0 0 0,0 1 0 0 0,0-1 0 0 0,0 0 0 0 0,0 0 0 0 0,0 1 0 0 0,-1-1 0 0 0,0 0 0 0 0,0 0 0 0 0,0 0 0 0 0,0 1 0 0 0,-2 2 1 0 0,0 3-1140 0 0,-1-1 0 0 0,0 0 0 0 0,-1 0 0 0 0,0 0 0 0 0,-10 11 0 0 0,2-5-1668 0 0</inkml:trace>
</inkml:ink>
</file>

<file path=ppt/ink/ink6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29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30 128 0 0,'-4'-10'1196'0'0,"-4"-10"8825"0"0,3 48-9732 0 0,3-14-190 0 0,-1-1 0 0 0,2 1 0 0 0,0-1 1 0 0,0 1-1 0 0,1 0 0 0 0,1-1 0 0 0,0 1 0 0 0,5 20 0 0 0,-6-34-192 0 0,1 1 0 0 0,0 0 0 0 0,-1-1-1 0 0,1 1 1 0 0,-1-1 0 0 0,1 1 0 0 0,0-1 0 0 0,-1 1 0 0 0,1-1 0 0 0,0 0 0 0 0,-1 1 0 0 0,1-1 0 0 0,0 0 0 0 0,0 1 0 0 0,0-1-1 0 0,-1 0 1 0 0,1 0 0 0 0,0 0 0 0 0,0 0 0 0 0,0 1 0 0 0,-1-1 0 0 0,1 0 0 0 0,0-1 0 0 0,0 1 0 0 0,0 0 0 0 0,-1 0 0 0 0,1 0-1 0 0,0 0 1 0 0,0-1 0 0 0,0 1 0 0 0,-1 0 0 0 0,1-1 0 0 0,0 1 0 0 0,-1 0 0 0 0,1-1 0 0 0,0 1 0 0 0,-1-1 0 0 0,1 1-1 0 0,0-1 1 0 0,0-1 0 0 0,29-20-1302 0 0,8-19 36 0 0,11-8 2613 0 0,-49 49-1206 0 0,0 0-1 0 0,1-1 0 0 0,-1 1 1 0 0,1 0-1 0 0,-1 0 1 0 0,1-1-1 0 0,-1 1 0 0 0,1 0 1 0 0,-1 0-1 0 0,1 0 0 0 0,-1-1 1 0 0,1 1-1 0 0,-1 0 1 0 0,1 0-1 0 0,-1 0 0 0 0,1 0 1 0 0,-1 0-1 0 0,1 0 0 0 0,-1 0 1 0 0,1 0-1 0 0,0 1 1 0 0,-1-1-1 0 0,1 0 0 0 0,-1 0 1 0 0,1 0-1 0 0,-1 1 0 0 0,1-1 1 0 0,-1 0-1 0 0,0 0 1 0 0,2 1-1 0 0,10 17 730 0 0,2 31-396 0 0,-13-42-366 0 0,4 23-1399 0 0,-8-8-2591 0 0,-1-9 1447 0 0</inkml:trace>
</inkml:ink>
</file>

<file path=ppt/ink/ink6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0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43 664 0 0,'16'-42'10172'0'0,"-14"46"-9696"0"0,4 11 142 0 0,-1 0 0 0 0,-1 1 0 0 0,-1 0-1 0 0,0-1 1 0 0,0 19 0 0 0,4 15-27 0 0,-7-48-735 0 0,-1 8-187 0 0</inkml:trace>
</inkml:ink>
</file>

<file path=ppt/ink/ink6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0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0 776 0 0,'0'0'6409'0'0,"-2"6"-5807"0"0,-6 17 210 0 0,1-1 1 0 0,-5 27-1 0 0,-13 46-715 0 0,21-84-1532 0 0,-1-1-1 0 0,0 0 0 0 0,-11 18 0 0 0,7-14-1142 0 0</inkml:trace>
</inkml:ink>
</file>

<file path=ppt/ink/ink6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1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17 480 0 0,'0'0'1084'0'0,"7"-16"8290"0"0,-2 35-8955 0 0,20 56 1605 0 0,-23-69-2139 0 0,0-1 1 0 0,1 1 0 0 0,-1-1-1 0 0,1 0 1 0 0,1 0 0 0 0,-1 0-1 0 0,1 0 1 0 0,0 0 0 0 0,0-1-1 0 0,7 6 1 0 0,-9-9-36 0 0,0-1-1 0 0,-1 0 1 0 0,1 0-1 0 0,0 0 1 0 0,0 0-1 0 0,0 0 1 0 0,0 0-1 0 0,0 0 1 0 0,-1-1-1 0 0,1 1 1 0 0,0 0-1 0 0,0-1 1 0 0,0 0-1 0 0,-1 1 1 0 0,1-1-1 0 0,0 0 1 0 0,-1 0-1 0 0,1 0 1 0 0,-1 0-1 0 0,1 0 0 0 0,-1-1 1 0 0,1 1-1 0 0,1-3 1 0 0,0 2-392 0 0,8-9 289 0 0,0-1 1 0 0,-1 0 0 0 0,-1 0 0 0 0,0-1-1 0 0,7-15 1 0 0,-6 12 1367 0 0,-9 15-800 0 0,1 1-198 0 0,1 0 0 0 0,-1 0 0 0 0,0 0 0 0 0,1 1 0 0 0,-1-1 0 0 0,0 1 0 0 0,1-1 0 0 0,-1 1 1 0 0,0 0-1 0 0,0 0 0 0 0,0 0 0 0 0,1 0 0 0 0,-1 0 0 0 0,-1 1 0 0 0,1-1 0 0 0,0 1 0 0 0,0-1 0 0 0,0 1 0 0 0,2 3 1 0 0,34 47 297 0 0,-33-44-1424 0 0,-1-1 0 0 0,2 1 0 0 0,-1-1 0 0 0,1 0 0 0 0,12 11 0 0 0,-4-7-1571 0 0</inkml:trace>
</inkml:ink>
</file>

<file path=ppt/ink/ink6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8:32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511 124 12297,'0'-17'48,"0"7"-51,1 0 0,-2-1 0,1 1 0,-2 0 0,-3-17 0,5 25 20,-1 1 0,0-1-1,1 1 1,-1-1 0,0 1-1,0-1 1,0 1-1,0 0 1,0-1 0,0 1-1,0 0 1,-1 0 0,1 0-1,0-1 1,-1 1 0,1 1-1,0-1 1,-1 0 0,1 0-1,-1 1 1,0-1 0,1 0-1,-1 1 1,0 0-1,1-1 1,-1 1 0,0 0-1,1 0 1,-1 0 0,0 0-1,1 0 1,-1 0 0,0 1-1,1-1 1,-1 0 0,0 1-1,1 0 1,-1-1 0,1 1-1,-4 1 1,-8 4 59,0 1 1,0 0-1,1 1 0,0 0 1,0 1-1,1 0 1,0 1-1,-16 18 0,-6 11 162,-29 45 1,58-78-221,-32 47 212,3 1 1,-41 90-1,58-106-135,2 1 0,1 0-1,2 1 1,2 0 0,-5 42-1,13-69-104,0 1-1,1-1 1,1 0-1,0 0 1,0 0-1,1 0 1,1 0-1,0 0 1,1-1-1,0 1 1,1-1-1,1 0 1,0 0-1,0-1 1,1 1-1,0-2 1,1 1-1,1-1 1,0 0-1,0-1 1,11 9-1,-10-10-316,1 0 1,0-1-1,1 0 0,-1-1 0,1-1 0,0 0 0,1 0 0,-1-2 0,1 1 0,0-1 0,0-1 0,0 0 1,22-1-1,25-5-4949,-27-3 2256</inkml:trace>
</inkml:ink>
</file>

<file path=ppt/ink/ink6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8:32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34 696,'13'-21'3770,"-8"18"-3539,0 1 0,0 1 0,0-1 0,1 1 0,-1-1 0,0 2 0,0-1 0,1 0 0,-1 1 0,0 0 0,1 1 0,-1-1 0,1 1 0,-1 0 0,0 0 0,0 0 0,0 1 0,0 0 0,0 0-1,0 0 1,0 1 0,0 0 0,5 4 0,4 2 39,0 0-1,-1 1 1,-1 0-1,1 2 1,-1-1-1,14 20 1,-21-25-180,0 1 1,-1 0 0,0 0 0,-1 0-1,1 1 1,-2-1 0,1 1-1,-1 0 1,0 0 0,0 0-1,-1 0 1,1 11 0,-2-15-60,0 1 1,-1-1-1,1 1 1,-1-1 0,0 0-1,0 1 1,0-1 0,-1 0-1,0 0 1,0 0-1,0 0 1,0 0 0,0 0-1,-1 0 1,1-1-1,-1 1 1,0-1 0,0 0-1,-1 0 1,1 0-1,-1 0 1,1 0 0,-6 2-1,-5 4 56,12-7-64,0 0-1,-1-1 1,1 1-1,-1-1 1,1 0-1,-1 0 1,1 0-1,-1 0 1,1 0-1,-1 0 1,0 0-1,-4 0 1,6-2-21,1 1 0,-1 0 0,0 0 0,1-1 0,-1 1 0,1 0 0,0-1 0,-1 1 0,1 0 0,-1-1 0,1 1 0,-1-1 0,1 1 1,0-1-1,-1 1 0,1-1 0,0 1 0,0-1 0,-1 1 0,1-1 0,0 1 0,0-1 0,0 1 0,0-1 0,-1 1 0,1-1 0,0 0 0,0 1 1,0-1-1,0 1 0,0-1 0,1 1 0,-1-1 0,0 0 0,0 1 0,0-1 0,0 1 0,1-1 0,-1 1 0,0-1 0,0 1 0,1-1 0,8-22 7,-9 23-14,16-29-495,1 1 1,1 1-1,2 1 0,1 1 0,1 0 0,25-22 0,7-8-5652,-43 44 3534</inkml:trace>
</inkml:ink>
</file>

<file path=ppt/ink/ink6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2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1 376 0 0,'-12'32'4120'0'0,"8"-19"-3323"0"0,1 0 0 0 0,0 0 0 0 0,1 1 0 0 0,0-1 0 0 0,1 0 1 0 0,2 27-1 0 0,0-26-427 0 0,-1-1-1 0 0,0 1 1 0 0,-1-1 0 0 0,-1 0 0 0 0,0 1 0 0 0,-1-1 0 0 0,-7 21 0 0 0,-1-16-118 0 0,4-11-1809 0 0,-11-25-8005 0 0</inkml:trace>
</inkml:ink>
</file>

<file path=ppt/ink/ink6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3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82 440 0 0,'0'-29'4246'0'0,"3"-22"1487"0"0,-3 50-4524 0 0</inkml:trace>
</inkml:ink>
</file>

<file path=ppt/ink/ink6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8:33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66 20,'-2'7'922,"0"0"0,0 0-1,0 0 1,1 0 0,0 0 0,1 0-1,0 14 1,0-19-790,1-1-1,-1 1 1,1 0-1,-1 0 1,1 0-1,0-1 1,0 1-1,-1 0 1,1-1-1,0 1 1,1-1-1,-1 1 1,0-1-1,0 0 1,1 1-1,-1-1 0,0 0 1,1 0-1,-1 0 1,1 0-1,0 0 1,-1 0-1,1 0 1,0-1-1,0 1 1,-1-1-1,1 1 1,0-1-1,0 0 1,0 1-1,-1-1 1,1 0-1,0 0 1,0 0-1,0-1 1,3 0-1,4 0 85,1 0 0,-1-1 0,0 0-1,0-1 1,0 0 0,0-1 0,0 1 0,-1-2 0,0 1 0,0-1-1,0 0 1,9-8 0,32-37-1604,-12-9-6868,-32 49 5203</inkml:trace>
</inkml:ink>
</file>

<file path=ppt/ink/ink6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3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85 708 0 0,'20'-19'3323'0'0,"32"-46"6291"0"0,-55 65-9564 0 0,0 1 0 0 0,1 0 0 0 0,-1 0 0 0 0,1 1-1 0 0,-1-1 1 0 0,1 1 0 0 0,0-1 0 0 0,-1 1 0 0 0,1 0 0 0 0,0 0-1 0 0,0-1 1 0 0,0 2 0 0 0,-2 1 0 0 0,-26 32 462 0 0,29-34-459 0 0,-3 3 19 0 0,1 0 0 0 0,0 0-1 0 0,0 1 1 0 0,0-1 0 0 0,0 1-1 0 0,1 0 1 0 0,-3 11 0 0 0,4-15-54 0 0,1 1 1 0 0,-1-1-1 0 0,1 1 1 0 0,0 0-1 0 0,0-1 1 0 0,0 1 0 0 0,0-1-1 0 0,0 1 1 0 0,0 0-1 0 0,1-1 1 0 0,-1 1-1 0 0,1-1 1 0 0,0 1-1 0 0,0-1 1 0 0,0 1-1 0 0,0-1 1 0 0,0 0-1 0 0,1 1 1 0 0,-1-1-1 0 0,3 3 1 0 0,-2-4-28 0 0,0 1 0 0 0,-1-1 0 0 0,1 0 0 0 0,0 0 1 0 0,0 0-1 0 0,0 0 0 0 0,0 0 0 0 0,0-1 0 0 0,0 1 0 0 0,0-1 1 0 0,0 1-1 0 0,1-1 0 0 0,-1 0 0 0 0,0 0 0 0 0,0 0 0 0 0,0 0 1 0 0,0 0-1 0 0,1 0 0 0 0,-1-1 0 0 0,3 0 0 0 0,46-14-150 0 0,-40 11 127 0 0,51-20-154 0 0,-38 14 82 0 0,1 1 0 0 0,50-12-1 0 0,-73 20 145 0 0,0 1 0 0 0,0 0 0 0 0,1-1 0 0 0,-1 1 0 0 0,0 0 0 0 0,0 0 0 0 0,1 0 0 0 0,-1 0 0 0 0,0 1 0 0 0,0-1 0 0 0,1 0 0 0 0,-1 1 0 0 0,0 0 0 0 0,0 0 0 0 0,0-1 0 0 0,0 1 0 0 0,0 0 0 0 0,0 1 0 0 0,0-1-1 0 0,0 0 1 0 0,0 0 0 0 0,-1 1 0 0 0,4 3 0 0 0,-1 0 58 0 0,-1 0-1 0 0,0 1 0 0 0,-1 0 1 0 0,1 0-1 0 0,-1-1 0 0 0,3 13 0 0 0,7 17-2977 0 0,7-6-4545 0 0,-9-21 3867 0 0</inkml:trace>
</inkml:ink>
</file>

<file path=ppt/ink/ink6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2:58:34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18 380,'0'-17'10636,"-18"101"-8925,-4-1-1,-42 102 0,63-184-1690,1 0 0,-1-1-1,1 1 1,-1 0-1,1-1 1,0 1-1,-1 0 1,1-1-1,0 1 1,-1 0 0,1 0-1,0-1 1,0 1-1,-1 0 1,1 0-1,0 0 1,0-1-1,0 1 1,0 0-1,0 0 1,0 0 0,1-1-1,-1 1 1,0 0-1,0 0 1,0 0-1,1-1 1,-1 1-1,0 0 1,1-1-1,-1 1 1,1 0 0,-1-1-1,1 1 1,-1 0-1,2 0 1,32-2 298,-11-2-309,-17 3 0,-1 0 0,1 1 0,-1-1-1,1 1 1,-1 0 0,0 0 0,1 1 0,-1-1 0,0 1-1,0 0 1,5 4 0,-7-5-14,-1 0 0,1 1-1,-1 0 1,1 0 0,-1-1 0,0 1 0,0 1 0,0-1-1,0 0 1,0 0 0,0 1 0,-1-1 0,1 1-1,-1 0 1,0-1 0,0 1 0,0 0 0,0 0 0,0-1-1,0 1 1,-1 0 0,1 5 0,-1-6 3,-1 0 1,0 0-1,1-1 1,-1 1-1,0-1 1,0 1-1,1-1 1,-1 1-1,-1-1 1,1 1-1,0-1 1,0 0-1,0 0 0,-1 1 1,1-1-1,0 0 1,-1 0-1,1 0 1,-1-1-1,-2 2 1,-35 15 7,36-16-4,-7 4 3,7-4 0,0 1-1,-1-1 0,1 0 0,-1-1 0,1 1 0,-1 0 0,1-1 0,-1 0 0,1 0 0,-1 0 0,1 0 0,-1-1 1,-3 0-1,3 1-73,0 0 0,0-1 0,0 0 0,0 1 0,1-1 0,-1 0 0,0-1 0,1 1 0,-1-1 0,-5-2 0,-5-11-2858,10-6-4224</inkml:trace>
</inkml:ink>
</file>

<file path=ppt/ink/ink6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5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175 277 244 0 0,'0'0'919'0'0,"14"-13"4256"0"0,-4 4 1163 0 0,-23 12-2969 0 0,-67 27-2342 0 0,63-21-799 0 0,1 0 0 0 0,0 2 0 0 0,1 0 0 0 0,-22 20 0 0 0,37-31-230 0 0,0 0-1 0 0,-1 0 1 0 0,1 0-1 0 0,0 1 1 0 0,-1-1-1 0 0,1 0 1 0 0,0 0-1 0 0,0 0 0 0 0,-1 1 1 0 0,1-1-1 0 0,0 0 1 0 0,0 1-1 0 0,-1-1 1 0 0,1 0-1 0 0,0 0 1 0 0,0 1-1 0 0,0-1 0 0 0,0 0 1 0 0,0 1-1 0 0,-1-1 1 0 0,1 1-1 0 0,0-1 1 0 0,0 0-1 0 0,0 1 1 0 0,0-1-1 0 0,0 0 1 0 0,0 1-1 0 0,0-1 0 0 0,0 0 1 0 0,0 1-1 0 0,0-1 1 0 0,0 0-1 0 0,0 1 1 0 0,0-1-1 0 0,1 0 1 0 0,-1 1-1 0 0,0-1 1 0 0,14 5-193 0 0,20-7-242 0 0,-30 0 383 0 0,1 1 0 0 0,-1-1 0 0 0,1 1 0 0 0,0 0 0 0 0,0 0 0 0 0,0 0 0 0 0,-1 1 0 0 0,1 0 0 0 0,0 0 0 0 0,0 0-1 0 0,0 0 1 0 0,0 1 0 0 0,0 0 0 0 0,-1 0 0 0 0,1 0 0 0 0,0 1 0 0 0,-1-1 0 0 0,1 1 0 0 0,5 3 0 0 0,-4-2-40 0 0,1 0-1 0 0,0-1 1 0 0,-1 0 0 0 0,1 0 0 0 0,0-1-1 0 0,1 1 1 0 0,-1-2 0 0 0,0 1 0 0 0,0-1-1 0 0,0 0 1 0 0,0 0 0 0 0,1-1 0 0 0,-1 0-1 0 0,0-1 1 0 0,0 1 0 0 0,0-1 0 0 0,-1 0-1 0 0,11-6 1 0 0,2 0-15 0 0,-1-1-1 0 0,0-1 1 0 0,-1 0-1 0 0,0-2 1 0 0,29-25-1 0 0,-45 35 179 0 0,0 2-27 0 0,-1-1 0 0 0,1 0 0 0 0,-1 1-1 0 0,1-1 1 0 0,0 1 0 0 0,-1-1 0 0 0,1 1 0 0 0,0-1 0 0 0,-1 1 0 0 0,1 0-1 0 0,0-1 1 0 0,-1 1 0 0 0,1 0 0 0 0,0-1 0 0 0,0 1 0 0 0,0 0 0 0 0,-1 0 0 0 0,1 0-1 0 0,0 0 1 0 0,0 0 0 0 0,0 0 0 0 0,-1 0 0 0 0,1 0 0 0 0,0 0 0 0 0,0 0 0 0 0,0 0-1 0 0,0 0 1 0 0,-1 0 0 0 0,1 1 0 0 0,0-1 0 0 0,0 0 0 0 0,-1 1 0 0 0,1-1-1 0 0,0 1 1 0 0,-1-1 0 0 0,1 0 0 0 0,0 1 0 0 0,-1 0 0 0 0,1-1 0 0 0,-1 1 0 0 0,1-1-1 0 0,0 1 1 0 0,0 1 0 0 0,14 70 788 0 0,-15-70-822 0 0,1-1-1 0 0,-1 0 1 0 0,0 0-1 0 0,0 0 1 0 0,1 0-1 0 0,-1 0 0 0 0,0 1 1 0 0,1-1-1 0 0,-1 0 1 0 0,1 0-1 0 0,-1 0 1 0 0,1 0-1 0 0,0 0 1 0 0,0 0-1 0 0,-1-1 1 0 0,1 1-1 0 0,0 0 0 0 0,0 0 1 0 0,0 0-1 0 0,0-1 1 0 0,0 1-1 0 0,0 0 1 0 0,0-1-1 0 0,0 1 1 0 0,0-1-1 0 0,0 1 1 0 0,0-1-1 0 0,0 0 1 0 0,0 1-1 0 0,0-1 0 0 0,0 0 1 0 0,1 0-1 0 0,-1 0 1 0 0,0 0-1 0 0,0 0 1 0 0,2 0-1 0 0,46-12 79 0 0,-29 5-92 0 0,132-16-173 0 0,-148 21 173 0 0,0 0-1 0 0,0 0 1 0 0,0 0 0 0 0,0-1 0 0 0,-1 0 0 0 0,1 1-1 0 0,-1-1 1 0 0,0 0 0 0 0,1-1 0 0 0,-1 1 0 0 0,-1 0-1 0 0,1-1 1 0 0,2-5 0 0 0,33-57 13 0 0,-29 50-7 0 0,103-202 1714 0 0,-111 217-969 0 0,-16 24-543 0 0,-4 10-3 0 0,2 2 0 0 0,2 0 0 0 0,-21 70-1 0 0,34-100-237 0 0,0 1 0 0 0,0 0 0 0 0,1-1 0 0 0,0 1 0 0 0,1 0 0 0 0,-1 0 0 0 0,1 0 0 0 0,0 7 0 0 0,1-12 24 0 0,-1-1 1 0 0,1 1-1 0 0,-1-1 1 0 0,0 1-1 0 0,1 0 0 0 0,-1-1 1 0 0,1 1-1 0 0,0-1 1 0 0,-1 1-1 0 0,1-1 0 0 0,-1 1 1 0 0,1-1-1 0 0,0 0 1 0 0,-1 1-1 0 0,1-1 1 0 0,0 0-1 0 0,-1 1 0 0 0,1-1 1 0 0,0 0-1 0 0,0 0 1 0 0,-1 0-1 0 0,1 0 1 0 0,0 0-1 0 0,-1 1 0 0 0,1-1 1 0 0,0-1-1 0 0,0 1 1 0 0,-1 0-1 0 0,2 0 1 0 0,23-2-166 0 0,-24 2 182 0 0,23-5-110 0 0,0-2 0 0 0,35-13 0 0 0,23-6 133 0 0,-86 30 262 0 0,1 1 1 0 0,0 0 0 0 0,0 0-1 0 0,1 0 1 0 0,-1 1-1 0 0,-2 7 1 0 0,4-11-334 0 0,0 1 1 0 0,0 0-1 0 0,0-1 0 0 0,1 1 0 0 0,-1 0 0 0 0,0 0 1 0 0,1 0-1 0 0,0 0 0 0 0,0 0 0 0 0,0 0 1 0 0,0-1-1 0 0,0 1 0 0 0,0 0 0 0 0,1 0 1 0 0,0 0-1 0 0,-1 0 0 0 0,1 0 0 0 0,0-1 1 0 0,0 1-1 0 0,1 0 0 0 0,-1-1 0 0 0,4 5 0 0 0,-3-4-302 0 0,0-1 0 0 0,1 0 0 0 0,-1 0 0 0 0,1 0 0 0 0,0 0 0 0 0,0 0 0 0 0,0-1 0 0 0,0 1-1 0 0,0-1 1 0 0,6 2 0 0 0,19 3-7818 0 0,-26-6 7562 0 0</inkml:trace>
</inkml:ink>
</file>

<file path=ppt/ink/ink6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6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565 4 608 0 0,'15'-3'3576'0'0,"-6"5"-3110"0"0,0 1-1 0 0,0 0 1 0 0,-1 1 0 0 0,1 0-1 0 0,-1 0 1 0 0,0 1-1 0 0,-1 0 1 0 0,1 0-1 0 0,-1 1 1 0 0,0 0-1 0 0,0 0 1 0 0,-1 1-1 0 0,1 0 1 0 0,-2 0-1 0 0,1 0 1 0 0,-1 1 0 0 0,0 0-1 0 0,0 0 1 0 0,6 15-1 0 0,-1 1 59 0 0,0 0-1 0 0,-2 0 1 0 0,-1 1 0 0 0,0 1-1 0 0,5 50 1 0 0,-12-59-368 0 0,0 0 0 0 0,-2 0-1 0 0,1-1 1 0 0,-2 1 0 0 0,0 0 0 0 0,-1-1 0 0 0,-1 0 0 0 0,-1 0 0 0 0,0 0-1 0 0,0-1 1 0 0,-2 0 0 0 0,0 0 0 0 0,-15 20 0 0 0,1-4 97 0 0,-1-1 0 0 0,-34 34 0 0 0,-16 6 196 0 0,39-42-136 0 0,-1-1 0 0 0,-1-1 0 0 0,-1-3 0 0 0,-55 27 0 0 0,61-36-1048 0 0,0-2 1 0 0,-41 11-1 0 0,49-17-2054 0 0,0-1 0 0 0,-1-2 0 0 0,-42 2 0 0 0,40-6-1843 0 0</inkml:trace>
</inkml:ink>
</file>

<file path=ppt/ink/ink6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9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1 764 0 0,'0'0'3983'0'0,"-4"2"-3101"0"0,-4 1-572 0 0,0 1 0 0 0,1 1 0 0 0,0-1-1 0 0,0 1 1 0 0,0 1 0 0 0,1-1 0 0 0,0 1 0 0 0,0 0-1 0 0,0 0 1 0 0,1 1 0 0 0,-1 0 0 0 0,2 0-1 0 0,-6 9 1 0 0,-6 15 504 0 0,2 0-1 0 0,-11 34 0 0 0,0-3 384 0 0,25-61-1157 0 0,-1 0 0 0 0,1 0 0 0 0,-1 0 0 0 0,1 0 0 0 0,-1 0 0 0 0,1 1 1 0 0,-1-1-1 0 0,1 0 0 0 0,0 0 0 0 0,0 0 0 0 0,0 0 0 0 0,-1 0 0 0 0,1 0 0 0 0,0 1 1 0 0,1-1-1 0 0,-1 0 0 0 0,0 0 0 0 0,0 0 0 0 0,0 0 0 0 0,1 2 0 0 0,0-2-11 0 0,0-1-1 0 0,-1 0 0 0 0,1 1 1 0 0,-1-1-1 0 0,1 0 0 0 0,0 1 1 0 0,0-1-1 0 0,-1 0 1 0 0,1 0-1 0 0,0 0 0 0 0,-1 0 1 0 0,1 0-1 0 0,0 0 0 0 0,-1 0 1 0 0,1 0-1 0 0,0 0 0 0 0,0 0 1 0 0,-1 0-1 0 0,1-1 0 0 0,0 1 1 0 0,-1 0-1 0 0,1 0 0 0 0,1-1 1 0 0,3-2 46 0 0,1 1 0 0 0,0-1 0 0 0,-1 0 0 0 0,1-1 1 0 0,8-7-1 0 0,79-85 376 0 0,-92 96-444 0 0,0 0 0 0 0,-1 0 0 0 0,1 0 0 0 0,0 0 0 0 0,0 0 0 0 0,0 0 1 0 0,-1 0-1 0 0,1 0 0 0 0,0 0 0 0 0,0 0 0 0 0,-1 0 0 0 0,1 0 0 0 0,0 1 0 0 0,0-1 0 0 0,-1 0 0 0 0,1 0 0 0 0,0 1 0 0 0,-1-1 0 0 0,1 1 0 0 0,0-1 0 0 0,-1 1 0 0 0,1-1 1 0 0,-1 1-1 0 0,1-1 0 0 0,-1 1 0 0 0,1-1 0 0 0,-1 1 0 0 0,1-1 0 0 0,-1 1 0 0 0,1 0 0 0 0,-1-1 0 0 0,0 1 0 0 0,1 0 0 0 0,-1 0 0 0 0,0 0 0 0 0,23 39 122 0 0,-14-25-61 0 0,-7-12-68 0 0,0 0-1 0 0,0 0 1 0 0,0 0 0 0 0,1-1-1 0 0,-1 1 1 0 0,1-1 0 0 0,0 1-1 0 0,0-1 1 0 0,0 0 0 0 0,0 0 0 0 0,0-1-1 0 0,0 1 1 0 0,0 0 0 0 0,1-1-1 0 0,-1 0 1 0 0,0 0 0 0 0,1 0 0 0 0,-1 0-1 0 0,1-1 1 0 0,0 1 0 0 0,-1-1-1 0 0,1 0 1 0 0,-1 0 0 0 0,1 0-1 0 0,3-1 1 0 0,0 0-25 0 0,0-1 0 0 0,0 0 1 0 0,0-1-1 0 0,-1 0 0 0 0,1 0 0 0 0,-1 0 0 0 0,0-1 0 0 0,0 1 0 0 0,0-1 1 0 0,0-1-1 0 0,7-7 0 0 0,7-8-19 0 0,2 0 0 0 0,-1 1 0 0 0,2 1 0 0 0,1 2 0 0 0,0 0 0 0 0,51-24 0 0 0,-74 39 62 0 0,0 1 0 0 0,1-1 0 0 0,-1 1 0 0 0,0-1 0 0 0,1 1 0 0 0,-1 0 0 0 0,0-1 0 0 0,1 1 0 0 0,-1 0 0 0 0,1 0-1 0 0,-1 0 1 0 0,0 0 0 0 0,1 0 0 0 0,-1 0 0 0 0,1 1 0 0 0,-1-1 0 0 0,0 0 0 0 0,1 1 0 0 0,-1-1 0 0 0,0 1-1 0 0,0-1 1 0 0,1 1 0 0 0,-1 0 0 0 0,0 0 0 0 0,0-1 0 0 0,0 1 0 0 0,0 0 0 0 0,0 0 0 0 0,0 0 0 0 0,0 0 0 0 0,0 0-1 0 0,0 0 1 0 0,0 0 0 0 0,0 1 0 0 0,-1-1 0 0 0,1 0 0 0 0,0 0 0 0 0,-1 1 0 0 0,1-1 0 0 0,-1 0 0 0 0,0 1-1 0 0,1-1 1 0 0,-1 0 0 0 0,0 1 0 0 0,0 1 0 0 0,1 3 61 0 0,0 1 0 0 0,-1 0 1 0 0,0 0-1 0 0,0-1 0 0 0,0 1 0 0 0,-1 0 0 0 0,-2 8 0 0 0,2-9-488 0 0,-7 28-52 0 0,4-27-2946 0 0</inkml:trace>
</inkml:ink>
</file>

<file path=ppt/ink/ink6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9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78 732 0 0,'0'0'876'0'0,"-4"-14"604"0"0,4-2-380 0 0,4 2-640 0 0,4-1-552 0 0,-4 10-672 0 0,3-9-2036 0 0</inkml:trace>
</inkml:ink>
</file>

<file path=ppt/ink/ink6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39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0 268 200 0 0,'0'0'2425'0'0,"1"1"-2133"0"0,-1-1 0 0 0,1 1 1 0 0,-1 0-1 0 0,1 0 0 0 0,-1-1 1 0 0,1 1-1 0 0,0-1 0 0 0,-1 1 0 0 0,1 0 1 0 0,0-1-1 0 0,0 1 0 0 0,-1-1 1 0 0,1 0-1 0 0,0 1 0 0 0,0-1 1 0 0,0 0-1 0 0,-1 1 0 0 0,1-1 0 0 0,0 0 1 0 0,0 0-1 0 0,0 0 0 0 0,1 0 1 0 0,72-46 1932 0 0,-47 31-1484 0 0,42-33 1 0 0,-48 31-289 0 0,37-39 0 0 0,-53 49-225 0 0,1 1 0 0 0,-1-1 0 0 0,-1 0 0 0 0,1 0 0 0 0,-1-1 0 0 0,-1 1-1 0 0,1-1 1 0 0,-1 0 0 0 0,0 0 0 0 0,2-13 0 0 0,-5 19 995 0 0,-6 7-1013 0 0,-3 2-142 0 0,0 0-1 0 0,1 1 1 0 0,0 0-1 0 0,0 1 1 0 0,1 0-1 0 0,0 0 1 0 0,1 1-1 0 0,0-1 1 0 0,1 1 0 0 0,-8 19-1 0 0,6-13 1 0 0,2 1 0 0 0,-1-1 0 0 0,2 1 0 0 0,1 0-1 0 0,-3 26 1 0 0,5-36-102 0 0,0-1 0 0 0,1 1 0 0 0,0-1-1 0 0,0 1 1 0 0,1-1 0 0 0,0 1 0 0 0,0-1-1 0 0,1 1 1 0 0,-1-1 0 0 0,1 0-1 0 0,0 0 1 0 0,1 0 0 0 0,0 0 0 0 0,0 0-1 0 0,0 0 1 0 0,1-1 0 0 0,6 9 0 0 0,-7-12-2 0 0,-1-1 0 0 0,1 0 0 0 0,-1 1 0 0 0,1-1 0 0 0,0-1 1 0 0,0 1-1 0 0,-1 0 0 0 0,1 0 0 0 0,0-1 0 0 0,0 0 0 0 0,0 1 1 0 0,0-1-1 0 0,0 0 0 0 0,0-1 0 0 0,-1 1 0 0 0,1 0 0 0 0,0-1 1 0 0,0 0-1 0 0,0 1 0 0 0,0-1 0 0 0,-1 0 0 0 0,1-1 0 0 0,0 1 1 0 0,-1 0-1 0 0,1-1 0 0 0,4-3 0 0 0,7-4-65 0 0,1-1-1 0 0,-1 0 1 0 0,14-14-1 0 0,-11 8 145 0 0,-2-1 0 0 0,0 0-1 0 0,0-1 1 0 0,-2-1 0 0 0,0 0 0 0 0,-2-1-1 0 0,0 0 1 0 0,-1-1 0 0 0,-1 0-1 0 0,0-1 1 0 0,5-24 0 0 0,-10 29 1263 0 0,-5 23-439 0 0,-6 32-403 0 0,-1-5-661 0 0,-23 82-1524 0 0,5-41-8892 0 0,19-57 6292 0 0</inkml:trace>
</inkml:ink>
</file>

<file path=ppt/ink/ink6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45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6 899 516 0 0,'-6'25'3745'0'0,"7"-23"-3640"0"0,-1-1 1 0 0,1 1-1 0 0,0-1 0 0 0,0 1 0 0 0,-1-1 1 0 0,1 1-1 0 0,0-1 0 0 0,1 0 0 0 0,-1 1 1 0 0,0-1-1 0 0,0 0 0 0 0,0 0 1 0 0,1 0-1 0 0,-1 0 0 0 0,0 0 0 0 0,1 0 1 0 0,-1 0-1 0 0,1 0 0 0 0,-1-1 0 0 0,1 1 1 0 0,0 0-1 0 0,1-1 0 0 0,2 1 54 0 0,0 0 0 0 0,-1-1 0 0 0,1 1 0 0 0,0-1 0 0 0,0-1 0 0 0,0 1 0 0 0,9-2 0 0 0,6-4 157 0 0,0 0-1 0 0,33-15 1 0 0,-50 20-280 0 0,53-25 249 0 0,-2-1 0 0 0,-1-4 0 0 0,-1-1 0 0 0,-1-3 0 0 0,-2-2 0 0 0,84-83 0 0 0,-119 105-268 0 0,0-1 1 0 0,-2-1-1 0 0,0 0 0 0 0,-1 0 0 0 0,-1-1 0 0 0,-1-1 0 0 0,0 0 0 0 0,-1 0 0 0 0,-1 0 0 0 0,-1-1 1 0 0,-1 0-1 0 0,0-1 0 0 0,-2 1 0 0 0,0-1 0 0 0,-2 1 0 0 0,0-1 0 0 0,-1 0 0 0 0,-1 1 0 0 0,-1-1 1 0 0,-1 1-1 0 0,-1-1 0 0 0,0 1 0 0 0,-2 0 0 0 0,0 0 0 0 0,-1 1 0 0 0,-18-34 0 0 0,18 40 5 0 0,6 11-15 0 0,0-1 0 0 0,0 0 0 0 0,-1 1 1 0 0,1-1-1 0 0,-1 0 0 0 0,1 1 0 0 0,-1 0 0 0 0,0-1 0 0 0,0 1 0 0 0,0 0 0 0 0,0 0 0 0 0,-1 0 0 0 0,1 0 0 0 0,0 1 0 0 0,-1-1 1 0 0,1 1-1 0 0,-5-3 0 0 0,6 4-6 0 0,0 2 2 0 0,0 0 0 0 0,0 0 0 0 0,-1 0 0 0 0,1 0 0 0 0,0 0 0 0 0,-1 0 0 0 0,1 0-1 0 0,-1-1 1 0 0,1 1 0 0 0,-4 2 0 0 0,-8 9 7 0 0,2 7 41 0 0,0 0 0 0 0,2 1 0 0 0,0 0 0 0 0,1 1-1 0 0,1-1 1 0 0,-5 27 0 0 0,-16 144 418 0 0,16-95-307 0 0,-9 76 128 0 0,-9 63 1 0 0,3-125-60 0 0,28-115 210 0 0,6-59 250 0 0,-6 58-674 0 0,0-1 0 0 0,0 1-1 0 0,0-1 1 0 0,1 1-1 0 0,0 0 1 0 0,0 0 0 0 0,0 0-1 0 0,1 0 1 0 0,0 0 0 0 0,0 0-1 0 0,4-5 1 0 0,-6 9 26 0 0,2 2-37 0 0,0-1 0 0 0,-1 1 1 0 0,0 0-1 0 0,1 0 0 0 0,-1 0 1 0 0,1 0-1 0 0,-1 0 0 0 0,0 1 1 0 0,0-1-1 0 0,0 1 0 0 0,0 0 1 0 0,0-1-1 0 0,3 5 0 0 0,27 32 66 0 0,-17-17-62 0 0,-8-13-76 0 0,1 0-1 0 0,0 0 1 0 0,0 0 0 0 0,1-1-1 0 0,13 9 1 0 0,-19-14-178 0 0,1-1 0 0 0,0 1 0 0 0,0 0 0 0 0,-1-1 0 0 0,1 0 0 0 0,0 0-1 0 0,0 0 1 0 0,0 0 0 0 0,0-1 0 0 0,0 0 0 0 0,1 0 0 0 0,-1 0 0 0 0,0 0 0 0 0,0 0 0 0 0,0-1 0 0 0,0 0 0 0 0,7-2 0 0 0,17-7-4767 0 0,-12 3 2126 0 0</inkml:trace>
</inkml:ink>
</file>

<file path=ppt/ink/ink6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46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12 728 0 0,'0'0'4917'0'0,"-2"-11"-3929"0"0,-4 11 1941 0 0,-2 6-2675 0 0,0 1 1 0 0,1 0-1 0 0,0 0 1 0 0,0 0-1 0 0,0 1 1 0 0,1 0-1 0 0,-7 12 1 0 0,-33 70 1290 0 0,36-68-1280 0 0,-2 25 404 0 0,11-45-595 0 0,2-2-63 0 0,-1 1 0 0 0,1-1 1 0 0,-1 1-1 0 0,1-1 1 0 0,0 0-1 0 0,-1 1 1 0 0,1-1-1 0 0,-1 1 0 0 0,1-1 1 0 0,0 0-1 0 0,-1 0 1 0 0,1 1-1 0 0,0-1 1 0 0,-1 0-1 0 0,1 0 0 0 0,0 0 1 0 0,-1 0-1 0 0,1 0 1 0 0,0 0-1 0 0,0 0 1 0 0,11-5 5 0 0,-1-1 0 0 0,0 0 0 0 0,0 0 1 0 0,13-12-1 0 0,21-12-8 0 0,-43 29-22 0 0,5 2 2 0 0,0 0 0 0 0,0 1 0 0 0,0-1 0 0 0,0 1 0 0 0,-1 0 0 0 0,1 1 0 0 0,6 3 0 0 0,-5-3-10 0 0,-1 1 0 0 0,1-1 0 0 0,0-1 0 0 0,0 0 0 0 0,10 2 0 0 0,-15-4 5 0 0,0 0 1 0 0,0 0 0 0 0,0 0-1 0 0,0-1 1 0 0,0 1 0 0 0,0-1-1 0 0,0 1 1 0 0,0-1 0 0 0,0 0-1 0 0,0 0 1 0 0,0-1 0 0 0,0 1-1 0 0,0-1 1 0 0,-1 1 0 0 0,1-1-1 0 0,-1 0 1 0 0,1 0 0 0 0,2-3-1 0 0,9-9-22 0 0,-2-1 1 0 0,18-26-1 0 0,10-14-45 0 0,-39 54 385 0 0,0 2-295 0 0,0-1 0 0 0,0 0 1 0 0,0 1-1 0 0,0-1 0 0 0,-1 1 1 0 0,1-1-1 0 0,0 1 0 0 0,-1 0 0 0 0,1-1 1 0 0,0 1-1 0 0,-1-1 0 0 0,1 1 1 0 0,0 0-1 0 0,-1 0 0 0 0,1-1 1 0 0,-1 1-1 0 0,0 0 0 0 0,1 0 1 0 0,-1 0-1 0 0,1 0 0 0 0,-1 0 1 0 0,0-1-1 0 0,0 1 0 0 0,0 0 1 0 0,1 0-1 0 0,-1 1 0 0 0,5 37 145 0 0,-2-17-53 0 0,1-9-65 0 0,0 0 1 0 0,1 0-1 0 0,0 0 0 0 0,1-1 0 0 0,8 12 0 0 0,3-14 17 0 0,-16-9-48 0 0,0-1-1 0 0,0 1 1 0 0,-1-1-1 0 0,1 0 1 0 0,0 0 0 0 0,0 1-1 0 0,0-1 1 0 0,0 0-1 0 0,0 0 1 0 0,0 0-1 0 0,0 0 1 0 0,-1 0-1 0 0,1 0 1 0 0,0 0-1 0 0,0-1 1 0 0,0 1-1 0 0,0 0 1 0 0,0 0-1 0 0,0-1 1 0 0,-1 1 0 0 0,1 0-1 0 0,0-1 1 0 0,0 1-1 0 0,-1-1 1 0 0,1 1-1 0 0,0-1 1 0 0,0 1-1 0 0,-1-1 1 0 0,1 0-1 0 0,-1 1 1 0 0,2-2-1 0 0,19-27 35 0 0,-14 18-11 0 0,1 1 3 0 0,-1-1-1 0 0,-1 1 0 0 0,0-1 0 0 0,8-21 1 0 0,-14 30 2 0 0,10-16 298 0 0,-5 33-321 0 0,-4-13-8 0 0,0-1 0 0 0,0 1 1 0 0,0-1-1 0 0,0 1 0 0 0,0-1 0 0 0,0 0 0 0 0,0 0 0 0 0,0 0 1 0 0,1 0-1 0 0,-1 0 0 0 0,0 0 0 0 0,1 0 0 0 0,-1 0 0 0 0,1 0 1 0 0,-1 0-1 0 0,1-1 0 0 0,-1 1 0 0 0,1-1 0 0 0,0 1 0 0 0,-1-1 1 0 0,3 1-1 0 0,9-3-11 0 0,1 0 0 0 0,-1-1 0 0 0,0 0 1 0 0,0-1-1 0 0,0-1 0 0 0,0 0 0 0 0,-1-1 1 0 0,0 0-1 0 0,0 0 0 0 0,0-2 0 0 0,-1 1 1 0 0,14-14-1 0 0,-19 16 208 0 0,-1-1-1 0 0,0 0 1 0 0,-1 0 0 0 0,8-14 0 0 0,-11 19 726 0 0,-3 0-897 0 0,-1 1-1 0 0,1 0 1 0 0,-1 1 0 0 0,1-1-1 0 0,-1 0 1 0 0,1 1 0 0 0,0-1-1 0 0,-1 1 1 0 0,1 0-1 0 0,0 0 1 0 0,-1 0 0 0 0,1 0-1 0 0,0 0 1 0 0,0 0 0 0 0,0 1-1 0 0,0-1 1 0 0,0 1-1 0 0,0-1 1 0 0,0 1 0 0 0,0 0-1 0 0,1 0 1 0 0,-1 0-1 0 0,1 0 1 0 0,-1 0 0 0 0,1 0-1 0 0,0 0 1 0 0,0 0 0 0 0,0 1-1 0 0,0-1 1 0 0,0 0-1 0 0,0 1 1 0 0,1-1 0 0 0,-1 0-1 0 0,1 1 1 0 0,0-1 0 0 0,0 1-1 0 0,0-1 1 0 0,0 1-1 0 0,0-1 1 0 0,0 1 0 0 0,0-1-1 0 0,1 1 1 0 0,0-1-1 0 0,-1 0 1 0 0,1 1 0 0 0,0-1-1 0 0,0 0 1 0 0,0 1 0 0 0,0-1-1 0 0,1 0 1 0 0,1 3-1 0 0,0-2-319 0 0,0 1-1 0 0,0-1 1 0 0,0 0-1 0 0,1 0 0 0 0,-1-1 1 0 0,1 1-1 0 0,0-1 0 0 0,-1 0 1 0 0,1 0-1 0 0,6 3 1 0 0,42 6-7664 0 0,-26-7 3834 0 0</inkml:trace>
</inkml:ink>
</file>

<file path=ppt/ink/ink6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1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433 140 780 0 0,'2'-15'1446'0'0,"-1"-1"0"0"0,-1 1 0 0 0,-2-28 0 0 0,-1-8 1988 0 0,-23 147 548 0 0,6-15-3587 0 0,17-69-341 0 0,-25 92 493 0 0,-21 150 0 0 0,49-253-530 0 0,0 1-1 0 0,0 0 1 0 0,0 0 0 0 0,0-1 0 0 0,0 1 0 0 0,-1 0-1 0 0,1-1 1 0 0,-1 1 0 0 0,1 0 0 0 0,-1-1 0 0 0,0 1-1 0 0,0-1 1 0 0,1 1 0 0 0,-1-1 0 0 0,0 1 0 0 0,0-1-1 0 0,0 0 1 0 0,-1 1 0 0 0,1-1 0 0 0,0 0 0 0 0,0 0-1 0 0,-1 0 1 0 0,1 0 0 0 0,-4 1 0 0 0,3-1 3 0 0,1-6-21 0 0,-7-36 16 0 0,6 24-9 0 0,-1 1 0 0 0,0-1 1 0 0,-1 1-1 0 0,-9-22 0 0 0,11 31-7 0 0,2 4 1 0 0,-1 1 0 0 0,1-1-1 0 0,-1 1 1 0 0,0 0 0 0 0,0-1-1 0 0,0 1 1 0 0,0 0 0 0 0,0 0-1 0 0,0-1 1 0 0,-1 1-1 0 0,1 0 1 0 0,-1 0 0 0 0,1 1-1 0 0,-5-4 1 0 0,5 3-3 0 0,-1 1 1 0 0,0-1-1 0 0,0 1 1 0 0,0 0-1 0 0,0 0 0 0 0,0 0 1 0 0,0 0-1 0 0,0 0 0 0 0,0 0 1 0 0,-1 0-1 0 0,1 1 1 0 0,0-1-1 0 0,0 1 0 0 0,-1 0 1 0 0,1 0-1 0 0,0-1 0 0 0,-1 1 1 0 0,1 1-1 0 0,0-1 0 0 0,-1 0 1 0 0,1 1-1 0 0,0-1 1 0 0,0 1-1 0 0,0-1 0 0 0,-1 1 1 0 0,-2 2-1 0 0,1-2 9 0 0,-7 3-6 0 0,0 0-1 0 0,0 0 1 0 0,0 1 0 0 0,1 1 0 0 0,0 0 0 0 0,0 0-1 0 0,1 1 1 0 0,-12 10 0 0 0,16-13-5 0 0,0 0 0 0 0,1 0-1 0 0,0 1 1 0 0,0-1 0 0 0,0 1 0 0 0,0 0 0 0 0,1 0-1 0 0,-1 1 1 0 0,1-1 0 0 0,1 1 0 0 0,-1 0 0 0 0,1-1 0 0 0,0 1-1 0 0,0 0 1 0 0,1 0 0 0 0,-2 9 0 0 0,3-12 3 0 0,0-1 1 0 0,0 1-1 0 0,0-1 0 0 0,1 1 1 0 0,-1-1-1 0 0,1 1 1 0 0,-1-1-1 0 0,1 0 0 0 0,0 1 1 0 0,0-1-1 0 0,0 0 0 0 0,0 0 1 0 0,0 1-1 0 0,1-1 1 0 0,-1 0-1 0 0,1 0 0 0 0,-1 0 1 0 0,1 0-1 0 0,0-1 1 0 0,2 3-1 0 0,0-1 1 0 0,0-1 0 0 0,0 0 1 0 0,0 0-1 0 0,0-1 0 0 0,0 1 0 0 0,0-1 1 0 0,1 0-1 0 0,-1 0 0 0 0,0 0 0 0 0,8 0 1 0 0,7-1-13 0 0,0-1 0 0 0,0-1 0 0 0,0-1 0 0 0,19-4-1 0 0,-36 6 11 0 0,50-12-116 0 0,0-3 1 0 0,-1-1-1 0 0,58-30 0 0 0,-108 46 116 0 0,0 0-1 0 0,0 0 1 0 0,1 1-1 0 0,-1-1 1 0 0,0 0 0 0 0,1 1-1 0 0,-1 0 1 0 0,0-1-1 0 0,1 1 1 0 0,-1 0-1 0 0,1 0 1 0 0,-1-1-1 0 0,0 1 1 0 0,1 0-1 0 0,-1 0 1 0 0,1 1-1 0 0,-1-1 1 0 0,0 0-1 0 0,1 0 1 0 0,-1 1-1 0 0,1-1 1 0 0,-1 1-1 0 0,0-1 1 0 0,1 1-1 0 0,-1-1 1 0 0,0 1-1 0 0,0 0 1 0 0,0 0-1 0 0,0 0 1 0 0,1-1 0 0 0,0 3-1 0 0,-1-2 0 0 0,1 41 44 0 0,-43 21-981 0 0,40-61 369 0 0,-4 1-3 0 0,2-2-1242 0 0</inkml:trace>
</inkml:ink>
</file>

<file path=ppt/ink/ink6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1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0 114 584 0 0,'0'0'824'0'0,"3"-17"-84"0"0,2 9-52 0 0,-4-3-80 0 0,4 1-48 0 0,1 1-76 0 0,0 1-120 0 0,2 0-120 0 0,0 0-116 0 0,3 3-148 0 0,-1-4-148 0 0,2 4-96 0 0,1 0-116 0 0,-2 1-352 0 0,4-2-1972 0 0</inkml:trace>
</inkml:ink>
</file>

<file path=ppt/ink/ink6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2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185 298 548 0 0,'10'-12'521'0'0,"-1"0"1"0"0,0-1-1 0 0,-1 1 1 0 0,0-2-1 0 0,-1 1 1 0 0,-1-1-1 0 0,0 0 0 0 0,-1 0 1 0 0,0-1-1 0 0,-1 1 1 0 0,-1-1-1 0 0,0 0 1 0 0,-1 0-1 0 0,-1 0 0 0 0,0-16 1 0 0,-9-26 2412 0 0,7 55-2540 0 0,-2 7-192 0 0,-7 13-6 0 0,0 0 0 0 0,1 1 1 0 0,1 0-1 0 0,1 1 0 0 0,-8 35 0 0 0,-15 116 787 0 0,18-94-579 0 0,-29 217 646 0 0,-2 15-252 0 0,1 1-261 0 0,35-247-737 0 0,3-56-4113 0 0,-2-17 3309 0 0,-1-25-23 0 0,0-45-4924 0 0,5 43 3208 0 0</inkml:trace>
</inkml:ink>
</file>

<file path=ppt/ink/ink6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2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0 796 540 0 0,'14'-14'629'0'0,"1"0"1"0"0,0 1-1 0 0,0 1 1 0 0,1 1-1 0 0,1 0 0 0 0,31-14 1 0 0,-36 18-464 0 0,227-136 1801 0 0,-207 121-1706 0 0,-2-2 0 0 0,0 0 0 0 0,-1-2 0 0 0,-2-1 0 0 0,29-37 0 0 0,-41 44-13 0 0,-1-1 0 0 0,-1 0 0 0 0,-1 0 0 0 0,-1-2 0 0 0,-1 1 1 0 0,-1-1-1 0 0,0-1 0 0 0,-2 1 0 0 0,-1-1 0 0 0,-1-1 0 0 0,-1 1 0 0 0,2-43 0 0 0,-6 67-234 0 0,0-1 0 0 0,0 0-1 0 0,0 1 1 0 0,1-1 0 0 0,-1 1-1 0 0,0-1 1 0 0,0 0 0 0 0,0 1-1 0 0,0-1 1 0 0,0 1 0 0 0,0-1-1 0 0,0 0 1 0 0,0 1 0 0 0,-1-1-1 0 0,1 0 1 0 0,0 1 0 0 0,0-1-1 0 0,0 1 1 0 0,-1-1 0 0 0,1 0-1 0 0,0 1 1 0 0,0-1 0 0 0,-1 1-1 0 0,1-1 1 0 0,-1 1 0 0 0,1-1-1 0 0,0 1 1 0 0,-1 0 0 0 0,1-1-1 0 0,-1 1 1 0 0,1-1 0 0 0,-1 1-1 0 0,1 0 1 0 0,-1-1 0 0 0,0 1-1 0 0,1 0 1 0 0,-1 0 0 0 0,1-1-1 0 0,-1 1 1 0 0,0 0 0 0 0,1 0-1 0 0,-1 0 1 0 0,1 0 0 0 0,-1 0 0 0 0,0 0-1 0 0,1 0 1 0 0,-1 0 0 0 0,0 0-1 0 0,1 0 1 0 0,-1 0 0 0 0,1 0-1 0 0,-1 1 1 0 0,0-1 0 0 0,1 0-1 0 0,-1 0 1 0 0,1 0 0 0 0,-1 1-1 0 0,1-1 1 0 0,-2 1 0 0 0,-1 1 27 0 0,-1 1 1 0 0,0-1 0 0 0,0 1-1 0 0,1 0 1 0 0,0 0 0 0 0,-1 1-1 0 0,-2 3 1 0 0,-7 12 193 0 0,0 2 1 0 0,1 0 0 0 0,1 0-1 0 0,2 1 1 0 0,-15 45-1 0 0,8-8 267 0 0,-9 69 0 0 0,2 47 40 0 0,-14 77-34 0 0,27-202-435 0 0,4-21-32 0 0,0 1 1 0 0,-2-1-1 0 0,-21 49 0 0 0,26-72 578 0 0,-11 19-4541 0 0,14-25 3629 0 0,-1 1-1 0 0,1-1 1 0 0,-1 1 0 0 0,0-1 0 0 0,1 1 0 0 0,-1-1 0 0 0,0 1-1 0 0,0-1 1 0 0,1 0 0 0 0,-1 1 0 0 0,0-1 0 0 0,0 0-1 0 0,0 1 1 0 0,1-1 0 0 0,-1 0 0 0 0,0 0 0 0 0,0 0 0 0 0,0 0-1 0 0,0 0 1 0 0,0 0 0 0 0,1 0 0 0 0,-1 0 0 0 0,0 0 0 0 0,0 0-1 0 0,-1-1 1 0 0</inkml:trace>
</inkml:ink>
</file>

<file path=ppt/ink/ink6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2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1 246 88 0 0,'0'0'979'0'0,"3"-2"-74"0"0,146-74 4378 0 0,8 12-3697 0 0,36-17-3271 0 0,-164 66-1853 0 0,-15 8 1504 0 0</inkml:trace>
</inkml:ink>
</file>

<file path=ppt/ink/ink6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4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21 461 100 0 0,'-3'15'2977'0'0,"3"-14"-2852"0"0,0 1 0 0 0,1-1-1 0 0,-1 0 1 0 0,0 1 0 0 0,0-1 0 0 0,1 0 0 0 0,-1 0 0 0 0,1 1-1 0 0,-1-1 1 0 0,1 0 0 0 0,-1 0 0 0 0,1 1 0 0 0,0-1-1 0 0,-1 0 1 0 0,1 0 0 0 0,0 0 0 0 0,0 0 0 0 0,0 0 0 0 0,0 0-1 0 0,0-1 1 0 0,0 1 0 0 0,0 0 0 0 0,0 0 0 0 0,0-1-1 0 0,1 1 1 0 0,-1 0 0 0 0,0-1 0 0 0,0 1 0 0 0,2-1 0 0 0,1 1 43 0 0,0-1 0 0 0,0 0 1 0 0,-1 0-1 0 0,1 0 0 0 0,0-1 0 0 0,0 0 1 0 0,-1 1-1 0 0,1-1 0 0 0,0 0 1 0 0,5-3-1 0 0,2-1 61 0 0,-1 0 1 0 0,0 0-1 0 0,-1-1 0 0 0,1 0 1 0 0,-1-1-1 0 0,16-15 0 0 0,-21 17-154 0 0,0 0 1 0 0,-1 0-1 0 0,0 0 0 0 0,0 0 0 0 0,0 0 0 0 0,-1-1 0 0 0,1 1 0 0 0,1-9 1 0 0,-3 12-53 0 0,-1-1 1 0 0,1 1 0 0 0,-1-1 0 0 0,1 1-1 0 0,-1-1 1 0 0,0 1 0 0 0,0-1 0 0 0,-1 1 0 0 0,1-1-1 0 0,0 1 1 0 0,-1 0 0 0 0,1-1 0 0 0,-1 1-1 0 0,0-1 1 0 0,0 1 0 0 0,0 0 0 0 0,0-1 0 0 0,0 1-1 0 0,0 0 1 0 0,-1 0 0 0 0,-2-3 0 0 0,1 4 1 0 0,-1 0 0 0 0,1 0 0 0 0,0 0 0 0 0,-1 0 0 0 0,1 1 1 0 0,-1 0-1 0 0,1-1 0 0 0,-1 1 0 0 0,1 1 0 0 0,-1-1 0 0 0,1 0 0 0 0,-1 1 1 0 0,1 0-1 0 0,-1 0 0 0 0,-5 2 0 0 0,6-2-18 0 0,-4 1 26 0 0,0 1 0 0 0,-1 0 0 0 0,1 0 0 0 0,1 1-1 0 0,-1-1 1 0 0,0 2 0 0 0,1-1 0 0 0,0 1 0 0 0,0 0 0 0 0,0 0 0 0 0,1 1 0 0 0,-1-1 0 0 0,1 1-1 0 0,1 0 1 0 0,-1 1 0 0 0,1-1 0 0 0,0 1 0 0 0,1 0 0 0 0,-1 0 0 0 0,1 0 0 0 0,-2 9-1 0 0,4-14-25 0 0,0 1-1 0 0,1-1 0 0 0,-1 1 0 0 0,1-1 0 0 0,-1 1 0 0 0,1 0 0 0 0,0-1 0 0 0,0 1 0 0 0,0-1 0 0 0,0 1 0 0 0,0 0 0 0 0,1-1 0 0 0,-1 1 0 0 0,1-1 0 0 0,0 1 0 0 0,0-1 0 0 0,0 1 0 0 0,0-1 0 0 0,0 0 0 0 0,0 1 0 0 0,1-1 0 0 0,-1 0 0 0 0,1 0 0 0 0,-1 0 0 0 0,1 0 0 0 0,0 0 0 0 0,0 0 0 0 0,0 0 0 0 0,0-1 0 0 0,0 1 0 0 0,0-1 0 0 0,0 0 0 0 0,1 1 1 0 0,-1-1-1 0 0,1 0 0 0 0,-1 0 0 0 0,0 0 0 0 0,1-1 0 0 0,3 1 0 0 0,5 3 11 0 0,0-2 1 0 0,-1 0 0 0 0,1 0-1 0 0,0-1 1 0 0,0 0-1 0 0,0-1 1 0 0,20-2 0 0 0,-14-2-12 0 0,-1 0 0 0 0,0-2 0 0 0,-1 0 0 0 0,1 0 0 0 0,-1-2 0 0 0,0 0 0 0 0,-1 0 0 0 0,0-2 0 0 0,0 1 0 0 0,16-17 0 0 0,-11 11-1 0 0,1 0-1 0 0,0 1 1 0 0,40-20-1 0 0,-5 18-46 0 0,-53 16 42 0 0,-1 1-1 0 0,1 1 0 0 0,-1-1 0 0 0,1 0 0 0 0,-1 0 0 0 0,0 1 1 0 0,0-1-1 0 0,1 1 0 0 0,-1-1 0 0 0,0 1 0 0 0,0 0 1 0 0,-1-1-1 0 0,1 1 0 0 0,1 2 0 0 0,-1 3 1 0 0,0 0 0 0 0,1-1 0 0 0,0 1 0 0 0,0 0 0 0 0,0-1 1 0 0,1 1-1 0 0,0-1 0 0 0,1 0 0 0 0,-1 1 0 0 0,1-2 0 0 0,0 1 0 0 0,1 0 0 0 0,6 6 0 0 0,-7-9 0 0 0,0 0 1 0 0,1 0-1 0 0,-1 0 1 0 0,0-1-1 0 0,1 1 1 0 0,0-1 0 0 0,-1 0-1 0 0,1-1 1 0 0,0 1-1 0 0,0-1 1 0 0,0 0-1 0 0,0 0 1 0 0,0-1-1 0 0,0 1 1 0 0,0-1-1 0 0,0 0 1 0 0,0-1-1 0 0,0 1 1 0 0,0-1-1 0 0,7-1 1 0 0,4-2 11 0 0,0 0 0 0 0,0-1 0 0 0,0-1 1 0 0,0 0-1 0 0,26-16 0 0 0,-36 19-7 0 0,-1-1-1 0 0,1 1 1 0 0,-1-1-1 0 0,0-1 1 0 0,0 1-1 0 0,-1-1 1 0 0,1 0 0 0 0,-1 0-1 0 0,0 0 1 0 0,0 0-1 0 0,-1-1 1 0 0,0 0-1 0 0,0 0 1 0 0,0 0-1 0 0,0 0 1 0 0,-1 0-1 0 0,0 0 1 0 0,2-11 0 0 0,-4 16 0 0 0,0 0 0 0 0,0 0 1 0 0,0 0-1 0 0,0 0 1 0 0,0 0-1 0 0,0 0 0 0 0,0 0 1 0 0,0 0-1 0 0,0 0 1 0 0,-1 0-1 0 0,1 0 0 0 0,0 1 1 0 0,-1-1-1 0 0,1 0 1 0 0,0 0-1 0 0,-1 0 1 0 0,1 0-1 0 0,-1 1 0 0 0,1-1 1 0 0,-1 0-1 0 0,0 0 1 0 0,1 1-1 0 0,-1-1 0 0 0,0 0 1 0 0,1 1-1 0 0,-1-1 1 0 0,0 1-1 0 0,0-1 0 0 0,0 1 1 0 0,0-1-1 0 0,1 1 1 0 0,-1 0-1 0 0,0-1 1 0 0,0 1-1 0 0,0 0 0 0 0,0 0 1 0 0,0 0-1 0 0,0 0 1 0 0,0-1-1 0 0,0 1 0 0 0,0 0 1 0 0,0 1-1 0 0,0-1 1 0 0,1 0-1 0 0,-1 0 0 0 0,0 0 1 0 0,-2 1-1 0 0,0-1 7 0 0,1 1 1 0 0,-1-1-1 0 0,0 1 0 0 0,0 0 0 0 0,1 0 0 0 0,-1 0 0 0 0,1 0 0 0 0,-1 0 0 0 0,1 1 0 0 0,-1-1 0 0 0,1 1 1 0 0,0-1-1 0 0,-1 1 0 0 0,-2 4 0 0 0,2-2 3 0 0,1 0 0 0 0,0 1 0 0 0,1-1 0 0 0,-1 1 0 0 0,1 0 0 0 0,0-1-1 0 0,0 1 1 0 0,1 0 0 0 0,-1-1 0 0 0,1 1 0 0 0,0 0 0 0 0,0 0 0 0 0,1 5 0 0 0,0-7-10 0 0,-1-1 0 0 0,1 0 0 0 0,0 0 1 0 0,-1-1-1 0 0,1 1 0 0 0,0 0 0 0 0,0 0 0 0 0,1 0 0 0 0,-1 0 0 0 0,0-1 1 0 0,0 1-1 0 0,1-1 0 0 0,-1 1 0 0 0,1-1 0 0 0,0 1 0 0 0,-1-1 0 0 0,1 0 1 0 0,2 1-1 0 0,0 0 0 0 0,0 0 0 0 0,1-1 0 0 0,0 1 0 0 0,-1-1 0 0 0,1 0 0 0 0,0-1 0 0 0,-1 1 0 0 0,1-1 0 0 0,0 0 0 0 0,-1 0 0 0 0,1-1 1 0 0,5 0-1 0 0,-1 0-5 0 0,-1-1 0 0 0,1 0 1 0 0,0 0-1 0 0,-1-1 1 0 0,0 0-1 0 0,1 0 1 0 0,-1-1-1 0 0,9-6 0 0 0,63-52 1 0 0,-73 57-1 0 0,25-26-24 0 0,-31 30 16 0 0,24 21-18 0 0,-22-15 29 0 0,0 0-1 0 0,0 0 1 0 0,1 0-1 0 0,0-1 1 0 0,0 1-1 0 0,0-1 0 0 0,1 0 1 0 0,-1-1-1 0 0,1 1 1 0 0,0-1-1 0 0,0 0 1 0 0,0 0-1 0 0,0 0 1 0 0,1-1-1 0 0,-1 1 1 0 0,1-1-1 0 0,-1-1 0 0 0,9 3 1 0 0,-1-3 0 0 0,0 0 1 0 0,0-1-1 0 0,0-1 1 0 0,0 0-1 0 0,0 0 1 0 0,-1-1-1 0 0,18-5 1 0 0,-15 3-27 0 0,-1-1 0 0 0,0 0 0 0 0,0-1 0 0 0,0-1 0 0 0,-1 0 0 0 0,0-1-1 0 0,-1 0 1 0 0,1 0 0 0 0,-2-2 0 0 0,1 0 0 0 0,-1 0 0 0 0,-1 0 0 0 0,0-2 0 0 0,15-20 0 0 0,-15 17 139 0 0,-1-1 0 0 0,0-1 0 0 0,-1 0 0 0 0,-1 0 0 0 0,0 0 1 0 0,-1-1-1 0 0,-1 0 0 0 0,-1 0 0 0 0,-1 0 0 0 0,0-1 0 0 0,0-33 0 0 0,-3 52-7 0 0,0-1-1 0 0,1 0 0 0 0,-1 0 0 0 0,0 0 0 0 0,0 1 0 0 0,0-1 1 0 0,0 0-1 0 0,0 0 0 0 0,0 0 0 0 0,0 1 0 0 0,0-1 0 0 0,-1 0 1 0 0,1 0-1 0 0,0 1 0 0 0,0-1 0 0 0,-1 0 0 0 0,1 0 0 0 0,0 1 1 0 0,-1-1-1 0 0,1 0 0 0 0,-1 1 0 0 0,1-1 0 0 0,-1 0 0 0 0,-9 14 536 0 0,-6 45-145 0 0,16-35-325 0 0,0 0 0 0 0,1-1-1 0 0,2 1 1 0 0,0 0 0 0 0,1-1 0 0 0,14 42-1 0 0,-4-15-555 0 0,-8-14-1290 0 0,-3-13-1216 0 0,1-3-5461 0 0</inkml:trace>
</inkml:ink>
</file>

<file path=ppt/ink/ink6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4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10 127 1108 0 0,'-1'-1'284'0'0,"0"0"-1"0"0,0 0 1 0 0,0-1 0 0 0,1 1-1 0 0,-1 0 1 0 0,0-1 0 0 0,0 1-1 0 0,1 0 1 0 0,-1-1-1 0 0,1 1 1 0 0,-1-1 0 0 0,1 1-1 0 0,0-1 1 0 0,-1 1 0 0 0,1-1-1 0 0,0 1 1 0 0,0-1-1 0 0,0 1 1 0 0,0-1 0 0 0,0 1-1 0 0,0-1 1 0 0,1 1 0 0 0,-1-1-1 0 0,1 1 1 0 0,0-3 0 0 0,1 1 9 0 0,0 0 1 0 0,0 0 0 0 0,0 0-1 0 0,0 1 1 0 0,1-1 0 0 0,-1 1-1 0 0,1-1 1 0 0,0 1 0 0 0,0 0-1 0 0,5-3 1 0 0,7-3 139 0 0,0 1-1 0 0,0 0 1 0 0,27-7-1 0 0,-19 9-936 0 0,0 0-1 0 0,1 1 1 0 0,24-1-1 0 0,33 3-5720 0 0,-51 2 3301 0 0</inkml:trace>
</inkml:ink>
</file>

<file path=ppt/ink/ink6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4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50 624 0 0,'9'66'6369'0'0,"-8"-60"-6060"0"0,1-1-1 0 0,-1 0 0 0 0,1 1 1 0 0,0-1-1 0 0,0 0 0 0 0,0 0 1 0 0,1-1-1 0 0,0 1 0 0 0,0 0 1 0 0,0-1-1 0 0,1 0 0 0 0,-1 0 1 0 0,1 0-1 0 0,0 0 0 0 0,0 0 1 0 0,0-1-1 0 0,1 0 1 0 0,8 5-1 0 0,-10-8-235 0 0,0 0 1 0 0,0 0-1 0 0,0-1 1 0 0,0 1-1 0 0,0-1 1 0 0,0 0-1 0 0,0 0 1 0 0,0 0-1 0 0,0 0 0 0 0,0 0 1 0 0,-1-1-1 0 0,1 1 1 0 0,-1-1-1 0 0,1 0 1 0 0,-1 0-1 0 0,3-2 1 0 0,34-30 479 0 0,51-59 1 0 0,-75 78-656 0 0,3-10-1503 0 0,-10 7-5965 0 0</inkml:trace>
</inkml:ink>
</file>

<file path=ppt/ink/ink6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5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84 664 0 0,'15'-6'1173'0'0,"0"0"0"0"0,-1-1-1 0 0,0 0 1 0 0,0-1 0 0 0,-1-1 0 0 0,13-11-1 0 0,-25 20-1074 0 0,0-1 0 0 0,-1 1 0 0 0,1-1 0 0 0,0 1 0 0 0,-1-1 0 0 0,1 1 0 0 0,0-1 0 0 0,-1 0 0 0 0,1 1 0 0 0,-1-1 0 0 0,1 0 0 0 0,-1 1 0 0 0,1-1 0 0 0,-1 0 0 0 0,0 0 0 0 0,1 0 0 0 0,-1 1 0 0 0,0-1 0 0 0,0 0 0 0 0,1-1 0 0 0,-13-3 1430 0 0,-22 8-555 0 0,28-1-845 0 0,-1 0 0 0 0,0 0 0 0 0,0 1-1 0 0,1 0 1 0 0,0 0 0 0 0,-1 1 0 0 0,1-1 0 0 0,0 1 0 0 0,1 1 0 0 0,-1-1 0 0 0,1 1 0 0 0,0 0-1 0 0,0 0 1 0 0,0 1 0 0 0,1-1 0 0 0,0 1 0 0 0,0 0 0 0 0,0 0 0 0 0,1 0 0 0 0,-4 10-1 0 0,6-13-164 0 0,1-1 0 0 0,0 0 0 0 0,-1 1-1 0 0,1-1 1 0 0,0 1 0 0 0,1-1 0 0 0,-1 1-1 0 0,0-1 1 0 0,1 1 0 0 0,-1-1 0 0 0,1 1-1 0 0,0-1 1 0 0,-1 0 0 0 0,1 1 0 0 0,0-1-1 0 0,1 0 1 0 0,-1 0 0 0 0,0 0 0 0 0,1 0-1 0 0,-1 0 1 0 0,1 0 0 0 0,-1 0 0 0 0,1 0-1 0 0,0 0 1 0 0,0-1 0 0 0,0 1 0 0 0,0-1-1 0 0,0 0 1 0 0,0 1 0 0 0,1-1 0 0 0,3 1-1 0 0,2 2-744 0 0,0 0-1 0 0,1-1 0 0 0,-1 0 1 0 0,1 0-1 0 0,0-1 0 0 0,0 0 1 0 0,11 1-1 0 0,-2-3-2497 0 0,1-2 252 0 0</inkml:trace>
</inkml:ink>
</file>

<file path=ppt/ink/ink6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5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12 532 100 0 0,'3'-6'8382'0'0,"-5"8"-8303"0"0,1 0 1 0 0,-1 0-1 0 0,1 0 1 0 0,0 0-1 0 0,0 0 0 0 0,0 0 1 0 0,0 0-1 0 0,0 1 0 0 0,0-1 1 0 0,0 0-1 0 0,1 1 0 0 0,-1-1 1 0 0,1 0-1 0 0,0 1 1 0 0,-1-1-1 0 0,1 1 0 0 0,1-1 1 0 0,-1 1-1 0 0,0-1 0 0 0,0 0 1 0 0,1 1-1 0 0,-1-1 0 0 0,1 1 1 0 0,0-1-1 0 0,0 0 0 0 0,0 0 1 0 0,0 1-1 0 0,0-1 1 0 0,0 0-1 0 0,1 0 0 0 0,-1 0 1 0 0,1 0-1 0 0,2 2 0 0 0,2 2-101 0 0,0-1 0 0 0,0-1 0 0 0,1 1 0 0 0,-1-1 0 0 0,1 0 0 0 0,0-1 0 0 0,0 0 0 0 0,0 0 0 0 0,1 0 0 0 0,-1-1 0 0 0,1 0 0 0 0,0 0 0 0 0,-1-1 0 0 0,1 0 0 0 0,0-1 0 0 0,0 1 0 0 0,-1-1 0 0 0,1-1 0 0 0,0 0 0 0 0,0 0 0 0 0,-1 0 0 0 0,1-1 0 0 0,0 0 0 0 0,-1 0 0 0 0,0-1 0 0 0,10-5 0 0 0,-1 1-9 0 0,-1-1 0 0 0,0-1 0 0 0,0 0 0 0 0,-1-1-1 0 0,-1 0 1 0 0,1-1 0 0 0,-2-1 0 0 0,1 0 0 0 0,-2 0 0 0 0,0-2-1 0 0,11-16 1 0 0,-7 4 236 0 0,-1-1-1 0 0,-1 0 0 0 0,-2-1 1 0 0,-1 0-1 0 0,-1-1 0 0 0,-1 0 0 0 0,-2-1 1 0 0,5-56-1 0 0,-11 62 502 0 0,-1-1 0 0 0,0 1 0 0 0,-6-25-1 0 0,-1-5 2350 0 0,8 52-2146 0 0,-4 6-644 0 0,-4 6-151 0 0,-1 1-1 0 0,2 0 1 0 0,-1 1 0 0 0,1 0-1 0 0,1 0 1 0 0,0 0-1 0 0,1 1 1 0 0,1-1 0 0 0,-6 23-1 0 0,-20 136 383 0 0,20-96-280 0 0,6-51-347 0 0,-21 114 541 0 0,2-48-4015 0 0,15-79 1848 0 0,2-4-1114 0 0</inkml:trace>
</inkml:ink>
</file>

<file path=ppt/ink/ink6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6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1 149 776 0 0,'81'-9'2565'0'0,"-11"3"-1385"0"0,-1-3 0 0 0,-1-3 0 0 0,129-41 0 0 0,-193 52-1062 0 0,-1 0 1 0 0,0 0-1 0 0,0 0 1 0 0,0 0-1 0 0,0-1 0 0 0,0 1 1 0 0,0-1-1 0 0,0 0 1 0 0,0 0-1 0 0,-1 0 1 0 0,1 0-1 0 0,-1-1 1 0 0,1 1-1 0 0,-1 0 0 0 0,0-1 1 0 0,0 0-1 0 0,0 0 1 0 0,0 0-1 0 0,-1 1 1 0 0,1-1-1 0 0,-1-1 1 0 0,2-2-1 0 0,-3 4 89 0 0,-35-3 881 0 0,28 6-1012 0 0,0 1 1 0 0,0 0-1 0 0,1 0 1 0 0,-1 1-1 0 0,1 0 1 0 0,0 0-1 0 0,0 0 1 0 0,0 1-1 0 0,0 0 1 0 0,0 0-1 0 0,1 0 1 0 0,0 1-1 0 0,0 0 1 0 0,0 0-1 0 0,0 0 1 0 0,1 1-1 0 0,0-1 1 0 0,0 1-1 0 0,1 0 1 0 0,-1 0-1 0 0,-3 12 1 0 0,6-16-66 0 0,1 0 1 0 0,-1 0 0 0 0,1 0-1 0 0,0 0 1 0 0,0 0-1 0 0,0 0 1 0 0,0 0 0 0 0,0 0-1 0 0,0 0 1 0 0,1-1 0 0 0,-1 1-1 0 0,1 0 1 0 0,-1 0 0 0 0,1 0-1 0 0,0 0 1 0 0,-1-1 0 0 0,1 1-1 0 0,0 0 1 0 0,0-1-1 0 0,0 1 1 0 0,1-1 0 0 0,-1 1-1 0 0,2 1 1 0 0,-1-1-27 0 0,1 0 0 0 0,0 0 1 0 0,1 0-1 0 0,-1 0 0 0 0,0 0 0 0 0,0-1 1 0 0,1 1-1 0 0,-1-1 0 0 0,1 0 0 0 0,-1 0 0 0 0,8 0 1 0 0,-7 0-1 0 0,1 0 0 0 0,-1-1 1 0 0,1 1-1 0 0,-1-1 0 0 0,1-1 0 0 0,0 1 1 0 0,-1 0-1 0 0,1-1 0 0 0,-1 0 1 0 0,1 0-1 0 0,-1-1 0 0 0,0 1 1 0 0,1-1-1 0 0,-1 0 0 0 0,0 0 0 0 0,0 0 1 0 0,0 0-1 0 0,0-1 0 0 0,-1 0 1 0 0,6-4-1 0 0,-7 4 61 0 0,1-1-1 0 0,-1 1 1 0 0,0 0-1 0 0,0-1 1 0 0,0 0 0 0 0,-1 1-1 0 0,1-1 1 0 0,-1 0 0 0 0,0 0-1 0 0,0 0 1 0 0,0 0-1 0 0,-1 0 1 0 0,1 0 0 0 0,-1 0-1 0 0,0 0 1 0 0,0 0 0 0 0,0 0-1 0 0,-1 0 1 0 0,1 0-1 0 0,-1 0 1 0 0,0 0 0 0 0,-3-7-1 0 0,3 8-89 0 0,0 1-1 0 0,-1-1 0 0 0,0 1 0 0 0,1 0 1 0 0,-1 0-1 0 0,0-1 0 0 0,0 1 1 0 0,0 0-1 0 0,0 1 0 0 0,0-1 0 0 0,-1 0 1 0 0,1 1-1 0 0,-1-1 0 0 0,1 1 0 0 0,-1-1 1 0 0,1 1-1 0 0,-1 0 0 0 0,0 0 1 0 0,1 1-1 0 0,-1-1 0 0 0,0 0 0 0 0,0 1 1 0 0,0 0-1 0 0,-4-1 0 0 0,4 2-717 0 0,-9 1-2487 0 0</inkml:trace>
</inkml:ink>
</file>

<file path=ppt/ink/ink6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7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0 102 436 0 0,'0'0'886'0'0,"33"10"2207"0"0,-28-7-2873 0 0,-1-1 0 0 0,0 1 0 0 0,0 0 0 0 0,0 0 0 0 0,0 0 0 0 0,0 1 0 0 0,-1-1 0 0 0,1 1 0 0 0,-1 0 0 0 0,0 0 0 0 0,0 0 0 0 0,-1 1 0 0 0,1-1 0 0 0,-1 0 0 0 0,0 1 0 0 0,0 0 0 0 0,-1-1 0 0 0,1 1 0 0 0,-1 0 0 0 0,0 0 0 0 0,0 0 0 0 0,-1 0 0 0 0,1 6 0 0 0,-1-9-75 0 0,0-1-132 0 0,-1-1 0 0 0,1 1 0 0 0,0-1 0 0 0,0 0 0 0 0,0 1 0 0 0,0-1 0 0 0,-1 1 0 0 0,1-1 0 0 0,0 0 0 0 0,0 1 0 0 0,0-1 1 0 0,0 1-1 0 0,0-1 0 0 0,0 1 0 0 0,0-1 0 0 0,0 0 0 0 0,0 1 0 0 0,0-1 0 0 0,0 1 0 0 0,1-1 0 0 0,-1 1 0 0 0,0-1 0 0 0,0 0 1 0 0,0 1-1 0 0,0-1 0 0 0,1 1 0 0 0,-1-1 0 0 0,0 0 0 0 0,0 1 0 0 0,1-1 0 0 0,-1 0 0 0 0,0 1 0 0 0,1-1 0 0 0,-1 0 0 0 0,0 0 1 0 0,1 1-1 0 0,-1-1 0 0 0,1 0 0 0 0,-1 0 0 0 0,0 0 0 0 0,1 1 0 0 0,-1-1 0 0 0,1 0 0 0 0,-1 0 0 0 0,0 0 0 0 0,1 0 0 0 0,-1 0 1 0 0,1 0-1 0 0,-1 0 0 0 0,1 0 0 0 0,-1 0 0 0 0,0 0 0 0 0,1 0 0 0 0,-1 0 0 0 0,1 0 0 0 0,-1 0 0 0 0,1 0 0 0 0,-1-1 0 0 0,0 1 1 0 0,1 0-1 0 0,-1 0 0 0 0,1 0 0 0 0,-1-1 0 0 0,0 1 0 0 0,1 0 0 0 0,-1 0 0 0 0,0-1 0 0 0,1 0 0 0 0,212-124 518 0 0,-153 77 1424 0 0,-59 47-1466 0 0,29-26 2745 0 0,-28 26-3191 0 0,-1 0 0 0 0,0 0 1 0 0,0-1 0 0 0,0 1 0 0 0,0 0 0 0 0,0-1 0 0 0,0 1 0 0 0,-1-1 0 0 0,1 1-1 0 0,0-1 1 0 0,-1 1 0 0 0,1-1 0 0 0,-1 0 0 0 0,1 1 0 0 0,-1-4 0 0 0,-2 5-31 0 0,0-1 1 0 0,0 1 0 0 0,0 0 0 0 0,0 0 0 0 0,0 0-1 0 0,0 0 1 0 0,0 0 0 0 0,0 0 0 0 0,0 0 0 0 0,0 1-1 0 0,0-1 1 0 0,0 1 0 0 0,0-1 0 0 0,0 1 0 0 0,1 0-1 0 0,-1 0 1 0 0,0 0 0 0 0,0 0 0 0 0,1 0-1 0 0,-1 0 1 0 0,0 1 0 0 0,1-1 0 0 0,-1 0 0 0 0,1 1-1 0 0,0-1 1 0 0,-1 1 0 0 0,1 0 0 0 0,0-1 0 0 0,0 1-1 0 0,0 0 1 0 0,0 0 0 0 0,0-1 0 0 0,1 1 0 0 0,-2 4-1 0 0,0-2 13 0 0,1 0 0 0 0,0 0 0 0 0,-1 1 0 0 0,2-1 0 0 0,-1 1 0 0 0,0-1 0 0 0,1 0 0 0 0,0 1 0 0 0,0-1 0 0 0,0 1 0 0 0,0-1 0 0 0,1 1 0 0 0,0-1 0 0 0,0 0 0 0 0,0 1 0 0 0,3 5 0 0 0,6 7 44 0 0,1 0 0 0 0,23 26 0 0 0,-25-32-41 0 0,1 0 1 0 0,-1 0 0 0 0,-1 1 0 0 0,0 1-1 0 0,-1-1 1 0 0,-1 1 0 0 0,10 24 0 0 0,-16-36-28 0 0,1 1 1 0 0,-1-1-1 0 0,0 1 0 0 0,0-1 1 0 0,0 1-1 0 0,0-1 1 0 0,0 1-1 0 0,0-1 1 0 0,0 0-1 0 0,0 1 0 0 0,-1-1 1 0 0,1 1-1 0 0,-1-1 1 0 0,1 0-1 0 0,-1 1 1 0 0,1-1-1 0 0,-1 0 0 0 0,0 1 1 0 0,1-1-1 0 0,-1 0 1 0 0,0 0-1 0 0,0 0 0 0 0,0 0 1 0 0,0 0-1 0 0,-1 1 1 0 0,-2 1 11 0 0,-1 0 0 0 0,1 0-1 0 0,0 0 1 0 0,-1-1 0 0 0,1 1 0 0 0,-1-1 0 0 0,-8 2 0 0 0,0 0 11 0 0,0-1 1 0 0,0-1 0 0 0,0 0-1 0 0,0-1 1 0 0,-20 0-1 0 0,-13-1-2034 0 0,35 0 742 0 0,-1 0 0 0 0,1 0 0 0 0,0-1 0 0 0,0 0 0 0 0,0-1 0 0 0,0 0-1 0 0,-19-7 1 0 0</inkml:trace>
</inkml:ink>
</file>

<file path=ppt/ink/ink6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8:57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50 1708 0 0,'13'-5'3516'0'0,"-6"-4"-347"0"0,-6-3-585 0 0,1 0 296 0 0,-15 3-2540 0 0,2 6-556 0 0,-32 3-2852 0 0,15 0-1480 0 0,1 3 1043 0 0</inkml:trace>
</inkml:ink>
</file>

<file path=ppt/ink/ink6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9:23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304 184 124 0 0,'24'-36'3830'0'0,"30"-45"2020"0"0,-54 78-5675 0 0,1-1 0 0 0,-1 1 0 0 0,0-1 0 0 0,0 1 0 0 0,0-1 0 0 0,-1 1 0 0 0,1-1 0 0 0,-1 1 0 0 0,0-1 0 0 0,0 1 0 0 0,0 0 0 0 0,0-1 0 0 0,0 1 0 0 0,-1 0 0 0 0,-3-6 0 0 0,4 8-38 0 0,-11-5 267 0 0,-4 11-333 0 0,1 1-1 0 0,0 0 0 0 0,0 1 1 0 0,1 0-1 0 0,-26 19 0 0 0,10-5 80 0 0,-43 42 0 0 0,58-49-68 0 0,1 1 0 0 0,1 0 1 0 0,1 1-1 0 0,0 0 1 0 0,1 1-1 0 0,1 0 1 0 0,0 1-1 0 0,1 0 1 0 0,1 1-1 0 0,-6 23 0 0 0,11-33-56 0 0,1 0-1 0 0,0 0 0 0 0,1 0 0 0 0,0 0 1 0 0,1 0-1 0 0,-1 0 0 0 0,2 1 0 0 0,-1-1 0 0 0,2 0 1 0 0,-1 0-1 0 0,1 0 0 0 0,0-1 0 0 0,1 1 1 0 0,0 0-1 0 0,0-1 0 0 0,1 1 0 0 0,0-1 1 0 0,0 0-1 0 0,1-1 0 0 0,0 1 0 0 0,1-1 0 0 0,0 0 1 0 0,0 0-1 0 0,10 9 0 0 0,-6-8-6 0 0,0-1 0 0 0,0 0 0 0 0,0 0 0 0 0,1-1 0 0 0,0 0 1 0 0,0-1-1 0 0,0 0 0 0 0,1-1 0 0 0,0 0 0 0 0,0-1 0 0 0,0-1 0 0 0,0 0 0 0 0,0 0 0 0 0,0-1 0 0 0,1 0 0 0 0,-1-1 0 0 0,16-3 0 0 0,-25 3-17 0 0,-1 0 0 0 0,-1 0 0 0 0,1-1-1 0 0,0 0 1 0 0,0 1 0 0 0,0-1 0 0 0,0 0-1 0 0,0 0 1 0 0,0 0 0 0 0,-1 0 0 0 0,1 0-1 0 0,0 0 1 0 0,-1 0 0 0 0,1-1 0 0 0,-1 1-1 0 0,1 0 1 0 0,-1-1 0 0 0,0 1 0 0 0,2-4-1 0 0,-2 4 3 0 0,-1-1 0 0 0,0 1 0 0 0,0-1 0 0 0,1 1-1 0 0,-1-1 1 0 0,0 1 0 0 0,0-1 0 0 0,-1 1 0 0 0,1-1-1 0 0,0 1 1 0 0,0-1 0 0 0,-1 1 0 0 0,1-1 0 0 0,-1 1-1 0 0,1 0 1 0 0,-1-1 0 0 0,0 1 0 0 0,1 0 0 0 0,-3-3-1 0 0,-3-4 15 0 0,0 1-1 0 0,-1-1 1 0 0,0 1-1 0 0,0 0 0 0 0,-17-11 1 0 0,14 10-5 0 0,6 6-10 0 0,1-1 1 0 0,-1 1-1 0 0,0 0 0 0 0,0 0 0 0 0,0 0 1 0 0,0 1-1 0 0,0-1 0 0 0,-1 1 0 0 0,1 0 1 0 0,0 0-1 0 0,-1 1 0 0 0,1-1 0 0 0,0 1 1 0 0,-6 0-1 0 0,9 0-123 0 0,-1 0-1 0 0,1 0 1 0 0,0 0 0 0 0,-1 1 0 0 0,1-1-1 0 0,0 0 1 0 0,-1 1 0 0 0,1-1 0 0 0,0 1-1 0 0,-1-1 1 0 0,1 1 0 0 0,0 0 0 0 0,0 0-1 0 0,0-1 1 0 0,0 1 0 0 0,0 0 0 0 0,0 0-1 0 0,0 0 1 0 0,0 0 0 0 0,0 0-1 0 0,-1 2 1 0 0,0-1-1209 0 0,25 17-8065 0 0</inkml:trace>
</inkml:ink>
</file>

<file path=ppt/ink/ink6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2:59:24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0 120 12509 0 0,'5'-3'170'0'0,"0"-1"0"0"0,-1 1 0 0 0,1-1 0 0 0,-1 0-1 0 0,0 0 1 0 0,-1 0 0 0 0,1 0 0 0 0,-1-1 0 0 0,1 0 0 0 0,-1 1-1 0 0,-1-1 1 0 0,1-1 0 0 0,-1 1 0 0 0,0 0 0 0 0,0 0 0 0 0,0-1-1 0 0,-1 1 1 0 0,0-1 0 0 0,0 1 0 0 0,0-1 0 0 0,-1 0 0 0 0,0-8 0 0 0,0 12-527 0 0</inkml:trace>
</inkml:ink>
</file>

<file path=ppt/ink/ink6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0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939 89 416 0 0,'-7'-8'291'0'0,"0"1"1"0"0,-1-1-1 0 0,0 1 1 0 0,0 1-1 0 0,0 0 0 0 0,-1 0 1 0 0,0 0-1 0 0,0 1 1 0 0,0 1-1 0 0,-1-1 0 0 0,1 2 1 0 0,-1-1-1 0 0,0 1 1 0 0,0 1-1 0 0,-1 0 1 0 0,-14-2-1 0 0,-14 2-30 0 0,-1 1 1 0 0,1 2-1 0 0,-40 6 1 0 0,39-3-29 0 0,-26 3-2 0 0,1 3 0 0 0,0 3 0 0 0,-72 25 0 0 0,133-37-209 0 0,-1 0-1 0 0,1 1 1 0 0,-1 0-1 0 0,1 0 0 0 0,0 0 1 0 0,0 1-1 0 0,0-1 1 0 0,0 1-1 0 0,0 0 0 0 0,1 0 1 0 0,-1 0-1 0 0,1 1 1 0 0,0-1-1 0 0,0 1 0 0 0,-4 5 1 0 0,6-7-14 0 0,0 1 1 0 0,1-1-1 0 0,-1 1 1 0 0,0-1 0 0 0,1 1-1 0 0,0 0 1 0 0,-1-1-1 0 0,1 1 1 0 0,0-1-1 0 0,0 1 1 0 0,1 0-1 0 0,-1-1 1 0 0,0 1-1 0 0,1-1 1 0 0,0 1-1 0 0,0-1 1 0 0,-1 1 0 0 0,1-1-1 0 0,1 1 1 0 0,-1-1-1 0 0,0 0 1 0 0,0 0-1 0 0,1 1 1 0 0,0-1-1 0 0,-1 0 1 0 0,1 0-1 0 0,0-1 1 0 0,4 4-1 0 0,35 32 64 0 0,60 42-1 0 0,43 37 31 0 0,-130-104-88 0 0,-2 2 0 0 0,0-1 0 0 0,0 2 0 0 0,-1-1-1 0 0,-1 2 1 0 0,-1-1 0 0 0,14 31 0 0 0,-20-41-11 0 0,-1 1 0 0 0,0-1 0 0 0,-1 0 1 0 0,1 1-1 0 0,-1-1 0 0 0,0 1 0 0 0,-1-1 0 0 0,1 1 1 0 0,-1-1-1 0 0,0 1 0 0 0,-1-1 0 0 0,1 1 0 0 0,-1-1 1 0 0,0 1-1 0 0,0-1 0 0 0,-1 1 0 0 0,0-1 0 0 0,0 0 1 0 0,0 0-1 0 0,0 0 0 0 0,-1 0 0 0 0,-5 7 0 0 0,0-2 9 0 0,0-2 0 0 0,0 0 0 0 0,-1 0-1 0 0,0 0 1 0 0,-1-1 0 0 0,0 0-1 0 0,0-1 1 0 0,0 0 0 0 0,-18 7-1 0 0,4-3 139 0 0,0-1 0 0 0,0-1-1 0 0,-1-1 1 0 0,0-2-1 0 0,-46 6 1 0 0,57-10-82 0 0,0 0-1 0 0,0-1 1 0 0,0-1 0 0 0,-1 0-1 0 0,1-1 1 0 0,0-1 0 0 0,0 0 0 0 0,1 0-1 0 0,-1-1 1 0 0,1-1 0 0 0,-25-13 0 0 0,35 17-60 0 0,1-1 1 0 0,-1 1 0 0 0,1-1 0 0 0,-1 0-1 0 0,1 1 1 0 0,-1-1 0 0 0,1 0-1 0 0,0-1 1 0 0,0 1 0 0 0,0 0 0 0 0,1-1-1 0 0,-1 1 1 0 0,0-1 0 0 0,1 1 0 0 0,0-1-1 0 0,-1 0 1 0 0,1 1 0 0 0,0-1 0 0 0,0 0-1 0 0,1 0 1 0 0,-1 0 0 0 0,1 0-1 0 0,-1 0 1 0 0,1 0 0 0 0,0-4 0 0 0,1 4-198 0 0,0 0 0 0 0,0-1 0 0 0,0 1 0 0 0,0 0 1 0 0,0 0-1 0 0,1 0 0 0 0,-1 0 0 0 0,1 0 0 0 0,0 0 1 0 0,0 0-1 0 0,0 1 0 0 0,0-1 0 0 0,1 1 1 0 0,-1-1-1 0 0,1 1 0 0 0,-1 0 0 0 0,1 0 0 0 0,0 0 1 0 0,0 0-1 0 0,5-2 0 0 0,7-4-2341 0 0,3 0 194 0 0</inkml:trace>
</inkml:ink>
</file>

<file path=ppt/ink/ink6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1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1 195 580 0 0,'28'-9'1844'0'0,"-3"1"-1133"0"0,0-1-1 0 0,-1-2 1 0 0,25-13 0 0 0,-43 20-621 0 0,1 1-1 0 0,-1-2 0 0 0,0 1 0 0 0,0-1 0 0 0,0 0 0 0 0,-1 0 1 0 0,0 0-1 0 0,0-1 0 0 0,0 0 0 0 0,-1 0 0 0 0,1 0 0 0 0,-1-1 0 0 0,-1 1 1 0 0,1-1-1 0 0,2-9 0 0 0,-5 15-72 0 0,-1 0-1 0 0,0 0 1 0 0,1 0 0 0 0,-1 0 0 0 0,0-1 0 0 0,0 1-1 0 0,1 0 1 0 0,-1 0 0 0 0,0 0 0 0 0,0 0-1 0 0,0-1 1 0 0,-1 1 0 0 0,1 0 0 0 0,0 0-1 0 0,0 0 1 0 0,-1 0 0 0 0,1 0 0 0 0,-1 0-1 0 0,1-1 1 0 0,-1 1 0 0 0,1 0 0 0 0,-1 0-1 0 0,1 0 1 0 0,-1 0 0 0 0,0 1 0 0 0,0-1-1 0 0,1 0 1 0 0,-1 0 0 0 0,0 0 0 0 0,0 1-1 0 0,0-1 1 0 0,0 0 0 0 0,0 1 0 0 0,0-1 0 0 0,0 1-1 0 0,0-1 1 0 0,0 1 0 0 0,0-1 0 0 0,-1 1-1 0 0,1 0 1 0 0,0 0 0 0 0,0-1 0 0 0,0 1-1 0 0,0 0 1 0 0,0 0 0 0 0,-1 0 0 0 0,1 0-1 0 0,0 0 1 0 0,0 1 0 0 0,0-1 0 0 0,-2 1-1 0 0,-4-1 80 0 0,0 1 0 0 0,1 0 0 0 0,-1 1-1 0 0,0-1 1 0 0,1 1 0 0 0,-1 1 0 0 0,-9 4-1 0 0,11-4-57 0 0,0 0 0 0 0,1 0 0 0 0,-1 0 0 0 0,1 1 0 0 0,0 0 0 0 0,-1 0 0 0 0,2 0 0 0 0,-1 0 0 0 0,0 1 0 0 0,1 0 0 0 0,0-1 0 0 0,0 1 0 0 0,0 0 0 0 0,1 1 0 0 0,0-1 0 0 0,0 0 0 0 0,0 1 0 0 0,-1 7 0 0 0,2-6 64 0 0,0 0-1 0 0,1 1 1 0 0,0-1-1 0 0,1 0 0 0 0,-1 0 1 0 0,2 0-1 0 0,-1 0 1 0 0,1 0-1 0 0,0 0 1 0 0,0 0-1 0 0,0-1 0 0 0,1 1 1 0 0,5 8-1 0 0,-3-7-166 0 0,0 0 1 0 0,1 0-1 0 0,-1-1 0 0 0,2 1 0 0 0,-1-1 1 0 0,1-1-1 0 0,0 1 0 0 0,0-1 0 0 0,1 0 0 0 0,9 5 1 0 0,-10-7-315 0 0,-1-1 1 0 0,0 0 0 0 0,1 0-1 0 0,-1-1 1 0 0,1 0 0 0 0,0 0-1 0 0,0 0 1 0 0,0-1 0 0 0,0 0-1 0 0,0-1 1 0 0,0 1 0 0 0,0-1-1 0 0,0-1 1 0 0,9 0 0 0 0,3-3-1924 0 0</inkml:trace>
</inkml:ink>
</file>

<file path=ppt/ink/ink6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1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4 508 0 0,'2'-1'318'0'0,"-1"1"-1"0"0,1-1 1 0 0,-1 1-1 0 0,1-1 1 0 0,-1 1-1 0 0,1 0 1 0 0,-1-1-1 0 0,1 1 1 0 0,0 0-1 0 0,-1 0 1 0 0,1 0-1 0 0,-1 1 1 0 0,4 0-1 0 0,-3 5-176 0 0,-1 0 0 0 0,1 0 0 0 0,-1 1-1 0 0,0-1 1 0 0,-1 0 0 0 0,0 1 0 0 0,0-1 0 0 0,0 1 0 0 0,-1-1-1 0 0,0 0 1 0 0,0 1 0 0 0,0-1 0 0 0,-1 0 0 0 0,-4 10 0 0 0,2-4 49 0 0,-1 0-1 0 0,-1 0 1 0 0,0 0 0 0 0,0-1 0 0 0,-1 0 0 0 0,-12 14 0 0 0,18-24-146 0 0,0 0-1 0 0,1 0 1 0 0,-1 0 0 0 0,0 0-1 0 0,0-1 1 0 0,0 1 0 0 0,0 0 0 0 0,1 0-1 0 0,-1-1 1 0 0,0 1 0 0 0,0-1 0 0 0,0 1-1 0 0,-1-1 1 0 0,1 1 0 0 0,0-1 0 0 0,0 0-1 0 0,0 1 1 0 0,-2-1 0 0 0,2 0-6 0 0,0 0 1 0 0,1 0-1 0 0,-1-1 1 0 0,0 1 0 0 0,1 0-1 0 0,-1-1 1 0 0,0 1-1 0 0,1-1 1 0 0,-1 1-1 0 0,0-1 1 0 0,1 1-1 0 0,-1-1 1 0 0,1 1-1 0 0,-1-1 1 0 0,1 0-1 0 0,-1 1 1 0 0,1-1-1 0 0,0 0 1 0 0,-1 1-1 0 0,1-2 1 0 0,0 0-24 0 0,0-1 0 0 0,1 1 0 0 0,-1 0 1 0 0,1 0-1 0 0,0-1 0 0 0,-1 1 0 0 0,1 0 0 0 0,0 0 1 0 0,0 0-1 0 0,1 0 0 0 0,-1 0 0 0 0,0 0 0 0 0,4-3 1 0 0,-2 1 25 0 0,8-13 38 0 0,1 1 0 0 0,1 0 0 0 0,20-19 0 0 0,-26 28-62 0 0,0 0 0 0 0,1 1 1 0 0,0-1-1 0 0,0 2 0 0 0,1-1 0 0 0,0 1 1 0 0,0 1-1 0 0,14-6 0 0 0,-21 9-15 0 0,1 0-1 0 0,-1 1 0 0 0,1-1 0 0 0,0 1 1 0 0,-1 0-1 0 0,1 0 0 0 0,0 0 0 0 0,-1 0 1 0 0,1 0-1 0 0,-1 1 0 0 0,1-1 1 0 0,0 1-1 0 0,-1 0 0 0 0,1 0 0 0 0,-1-1 1 0 0,1 2-1 0 0,-1-1 0 0 0,0 0 0 0 0,1 0 1 0 0,-1 1-1 0 0,0-1 0 0 0,0 1 1 0 0,0 0-1 0 0,0 0 0 0 0,0 0 0 0 0,0 0 1 0 0,-1 0-1 0 0,1 0 0 0 0,-1 0 0 0 0,1 0 1 0 0,-1 1-1 0 0,0-1 0 0 0,0 0 0 0 0,0 1 1 0 0,1 4-1 0 0,1 2 3 0 0,-1-1-1 0 0,0 1 1 0 0,0 0 0 0 0,-1-1-1 0 0,0 1 1 0 0,-1 0 0 0 0,0 0-1 0 0,0 0 1 0 0,-1 0 0 0 0,-4 16-1 0 0,5-23 5 0 0,0 0 14 0 0,0-1-20 0 0,0-1-1 0 0,-1 0 1 0 0,1 0-1 0 0,0 1 1 0 0,0-1 0 0 0,0 0-1 0 0,0 0 1 0 0,0 1-1 0 0,0-1 1 0 0,0 0-1 0 0,0 1 1 0 0,0-1-1 0 0,0 0 1 0 0,0 0-1 0 0,0 1 1 0 0,0-1-1 0 0,0 0 1 0 0,0 0-1 0 0,0 1 1 0 0,0-1-1 0 0,1 0 1 0 0,-1 1-1 0 0,0-1 1 0 0,0 0-1 0 0,0 0 1 0 0,0 1-1 0 0,0-1 1 0 0,1 0-1 0 0,-1 0 1 0 0,0 0 0 0 0,0 1-1 0 0,0-1 1 0 0,1 0-1 0 0,-1 0 1 0 0,0 0-1 0 0,0 0 1 0 0,1 0-1 0 0,-1 1 1 0 0,23-8 12 0 0,0-2 0 0 0,-1 0 0 0 0,26-15 0 0 0,-26 13 66 0 0,0 0-1 0 0,1 2 1 0 0,34-10 0 0 0,-56 18-75 0 0,0 1 0 0 0,1-1-1 0 0,-1 1 1 0 0,0 0 0 0 0,1 0 0 0 0,-1 0-1 0 0,0 0 1 0 0,1 0 0 0 0,-1 0-1 0 0,0 0 1 0 0,1 0 0 0 0,-1 0 0 0 0,0 1-1 0 0,0-1 1 0 0,1 0 0 0 0,-1 1 0 0 0,0-1-1 0 0,0 1 1 0 0,0 0 0 0 0,1-1 0 0 0,-1 1-1 0 0,0 0 1 0 0,0-1 0 0 0,0 1 0 0 0,0 0-1 0 0,0 0 1 0 0,0 0 0 0 0,-1 0 0 0 0,1 0-1 0 0,0 0 1 0 0,1 2 0 0 0,6 36 157 0 0,-7-30-139 0 0,-1-7 6 0 0,0 1 0 0 0,-4 23-228 0 0,4-25-92 0 0,-1 0 0 0 0,1 0 0 0 0,0 1 0 0 0,-1-1 0 0 0,1 0 1 0 0,0 0-1 0 0,0 1 0 0 0,0-1 0 0 0,0 0 0 0 0,0 0 0 0 0,0 1 0 0 0,0-1 0 0 0,0 0 0 0 0,0 1 0 0 0,1-1 0 0 0,-1 0 0 0 0,0 0 1 0 0,1 0-1 0 0,-1 1 0 0 0,1-1 0 0 0,0 0 0 0 0,-1 0 0 0 0,2 1 0 0 0,4 4-2254 0 0</inkml:trace>
</inkml:ink>
</file>

<file path=ppt/ink/ink6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3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269 628 172 0 0,'2'-12'1537'0'0,"-1"10"-1346"0"0,0 1 0 0 0,-1-1-1 0 0,0 1 1 0 0,1-1 0 0 0,-1 1-1 0 0,0-1 1 0 0,0 1 0 0 0,0-1-1 0 0,0 1 1 0 0,0-1 0 0 0,0 1 0 0 0,0-1-1 0 0,0 1 1 0 0,-1-1 0 0 0,1 1-1 0 0,-1-1 1 0 0,1 1 0 0 0,-1-1-1 0 0,1 1 1 0 0,-1-1 0 0 0,0 1-1 0 0,0 0 1 0 0,0 0 0 0 0,0-1 0 0 0,0 1-1 0 0,-1-1 1 0 0,1 0 140 0 0,-5 1-73 0 0,1 0 0 0 0,0 1 0 0 0,-1-1 0 0 0,1 1 0 0 0,-1 0-1 0 0,1 0 1 0 0,-9 2 0 0 0,-1 1 25 0 0,-1 0-1 0 0,1 1 1 0 0,1 0-1 0 0,-1 1 1 0 0,-23 12-1 0 0,30-13-193 0 0,1 0-1 0 0,0 0 1 0 0,0 0-1 0 0,1 1 1 0 0,0 0-1 0 0,-1 0 1 0 0,2 1-1 0 0,-1 0 1 0 0,1 0-1 0 0,-1 0 1 0 0,2 1-1 0 0,-1-1 1 0 0,-3 9-1 0 0,6-13-71 0 0,1 0-1 0 0,0 0 0 0 0,0 1 1 0 0,0-1-1 0 0,0 0 0 0 0,1 0 1 0 0,-1 1-1 0 0,1-1 0 0 0,-1 0 1 0 0,1 1-1 0 0,0-1 0 0 0,0 0 1 0 0,0 1-1 0 0,0-1 0 0 0,0 0 1 0 0,0 1-1 0 0,1-1 0 0 0,-1 0 1 0 0,1 1-1 0 0,1 3 0 0 0,0-5-4 0 0,-1 1 0 0 0,0-1 0 0 0,1 0 0 0 0,-1 1-1 0 0,1-1 1 0 0,0 0 0 0 0,-1 0 0 0 0,1 0 0 0 0,0 0 0 0 0,0-1 0 0 0,-1 1-1 0 0,1 0 1 0 0,0-1 0 0 0,0 1 0 0 0,0-1 0 0 0,0 0 0 0 0,0 0 0 0 0,0 1 0 0 0,3-2-1 0 0,5 1 16 0 0,1-1 0 0 0,0 0 0 0 0,0-1 0 0 0,0-1 0 0 0,-1 1 0 0 0,1-2 0 0 0,12-5 0 0 0,24-13-19 0 0,-46 21-11 0 0,28 15-29 0 0,-21-12 39 0 0,0 1 0 0 0,0-1 1 0 0,0-1-1 0 0,0 1 0 0 0,0-1 0 0 0,1-1 0 0 0,-1 0 0 0 0,0 0 0 0 0,0 0 0 0 0,0-1 1 0 0,1 0-1 0 0,-1-1 0 0 0,0 0 0 0 0,0 0 0 0 0,-1-1 0 0 0,1 0 0 0 0,0 0 0 0 0,-1-1 0 0 0,0 0 1 0 0,0 0-1 0 0,0-1 0 0 0,0 1 0 0 0,-1-2 0 0 0,1 1 0 0 0,-1-1 0 0 0,-1 0 0 0 0,9-11 1 0 0,47-52-15 0 0,-60 68 8 0 0,-1 0-5 0 0,0 1 1 0 0,0 0 0 0 0,1-1-1 0 0,-1 1 1 0 0,0 0 0 0 0,0-1-1 0 0,0 1 1 0 0,0 0 0 0 0,0 0-1 0 0,0-1 1 0 0,1 1 0 0 0,-1 0-1 0 0,0 0 1 0 0,0-1 0 0 0,0 1-1 0 0,1 0 1 0 0,-1 0 0 0 0,0-1-1 0 0,0 1 1 0 0,1 0 0 0 0,-1 0-1 0 0,0 0 1 0 0,0 0 0 0 0,1-1-1 0 0,-1 1 1 0 0,0 0 0 0 0,1 0-1 0 0,-1 0 1 0 0,0 0 0 0 0,1 0-1 0 0,-1 0 1 0 0,0 0 0 0 0,0 0-1 0 0,1 0 1 0 0,-1 0 0 0 0,0 0-1 0 0,1 0 1 0 0,-1 0 0 0 0,0 0-1 0 0,1 0 1 0 0,1 2 1 0 0,-1 0 0 0 0,1 0-1 0 0,-1 0 1 0 0,1 0 0 0 0,-1 0 0 0 0,0 1 0 0 0,0-1 0 0 0,0 0 0 0 0,0 1-1 0 0,0-1 1 0 0,-1 0 0 0 0,1 1 0 0 0,-1-1 0 0 0,0 1 0 0 0,1-1 0 0 0,-1 1-1 0 0,0-1 1 0 0,0 1 0 0 0,-1 2 0 0 0,0 3-4 0 0,8 48-3 0 0,-6-54 17 0 0,7 8 35 0 0,-2-11-35 0 0,0 0 0 0 0,0 0 1 0 0,0-1-1 0 0,0 0 1 0 0,-1 0-1 0 0,1-1 1 0 0,-1 0-1 0 0,1 0 0 0 0,-1 0 1 0 0,0 0-1 0 0,0-1 1 0 0,5-4-1 0 0,-4 3-17 0 0,0 0 1 0 0,0 1-1 0 0,1-1 0 0 0,-1 2 1 0 0,1-1-1 0 0,0 1 0 0 0,1 0 1 0 0,-1 0-1 0 0,12-2 0 0 0,-5 4 3 0 0,1 1 0 0 0,-1 1-1 0 0,29 5 1 0 0,28 2 66 0 0,-62-8-55 0 0,-1 0-1 0 0,1-1 1 0 0,-1-1 0 0 0,1 1 0 0 0,-1-1-1 0 0,0 0 1 0 0,0-1 0 0 0,0 0 0 0 0,0-1 0 0 0,0 1-1 0 0,-1-1 1 0 0,13-10 0 0 0,-9 6-2 0 0,-1-1 0 0 0,0-1 0 0 0,0 0 1 0 0,-1 0-1 0 0,-1-1 0 0 0,1 0 0 0 0,7-16 0 0 0,2-9-6 0 0,-1-1 0 0 0,-2 0 0 0 0,-1-1-1 0 0,11-58 1 0 0,-14 55 1 0 0,-2-1-1 0 0,-3 0 0 0 0,3-46 1 0 0,-9 84-1 0 0,0 1-1 0 0,0-1 1 0 0,0 0 0 0 0,-1 0 0 0 0,0 1 0 0 0,1-1 0 0 0,-1 1 0 0 0,0-1 0 0 0,0 1 0 0 0,-1-1 0 0 0,1 1 0 0 0,-5-6 0 0 0,5 7-12 0 0,0 2 13 0 0,-1 0-1 0 0,0 0 1 0 0,1 0 0 0 0,-1 0-1 0 0,1 0 1 0 0,-1 0 0 0 0,1 1 0 0 0,-1-1-1 0 0,1 0 1 0 0,0 1 0 0 0,-1 0 0 0 0,1-1-1 0 0,-1 1 1 0 0,1 0 0 0 0,0-1-1 0 0,0 1 1 0 0,-1 0 0 0 0,1 0 0 0 0,0 0-1 0 0,0 0 1 0 0,0 0 0 0 0,0 0-1 0 0,0 0 1 0 0,0 1 0 0 0,0-1 0 0 0,0 0-1 0 0,0 2 1 0 0,-29 36 1 0 0,22-22-4 0 0,0 0 0 0 0,1 0-1 0 0,0 1 1 0 0,2 0 0 0 0,0 0 0 0 0,1 0-1 0 0,1 0 1 0 0,0 1 0 0 0,2 0-1 0 0,0-1 1 0 0,2 20 0 0 0,1-11 7 0 0,1 0 0 0 0,1 0 1 0 0,2-1-1 0 0,1 0 0 0 0,0 0 0 0 0,2 0 1 0 0,13 24-1 0 0,4-5-51 0 0,-24-43 82 0 0,-1 0 0 0 0,1-1 0 0 0,0 1 0 0 0,-1-1 0 0 0,1 1 0 0 0,0-1 0 0 0,0 0 0 0 0,0 1-1 0 0,0-1 1 0 0,0 0 0 0 0,0 0 0 0 0,1-1 0 0 0,-1 1 0 0 0,0 0 0 0 0,0-1 0 0 0,1 1 0 0 0,-1-1 0 0 0,4 0 0 0 0,-4 0 155 0 0,41-23 1485 0 0,-42 22-1870 0 0,17-9-9197 0 0,-4 8 6129 0 0</inkml:trace>
</inkml:ink>
</file>

<file path=ppt/ink/ink6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3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21 888 0 0,'0'0'1128'0'0,"0"-10"657"0"0,-2 5 1373 0 0,2 5-3001 0 0,0-1 0 0 0,-1 1-1 0 0,1-1 1 0 0,-1 1-1 0 0,1-1 1 0 0,-1 1 0 0 0,1 0-1 0 0,-1-1 1 0 0,0 1 0 0 0,1 0-1 0 0,-1 0 1 0 0,1-1 0 0 0,-1 1-1 0 0,0 0 1 0 0,1 0 0 0 0,-1 0-1 0 0,0 0 1 0 0,1 0-1 0 0,-1 0 1 0 0,1 0 0 0 0,-1 0-1 0 0,0 0 1 0 0,1 0 0 0 0,-1 0-1 0 0,0 0 1 0 0,1 0 0 0 0,-1 0-1 0 0,0 1 1 0 0,1-1-1 0 0,-1 0 1 0 0,1 0 0 0 0,-1 1-1 0 0,1-1 1 0 0,-1 0 0 0 0,0 1-1 0 0,1-1 1 0 0,-1 1 0 0 0,0 0-1 0 0,-1 1-902 0 0,-2 0 1042 0 0,4 0-217 0 0,0 1 0 0 0,0 0 0 0 0,0-1 0 0 0,1 1 0 0 0,0-1 0 0 0,-1 1 0 0 0,1-1 0 0 0,0 1 0 0 0,0-1 0 0 0,0 1 0 0 0,1-1 0 0 0,-1 0 0 0 0,0 0 0 0 0,1 0 0 0 0,0 0 0 0 0,-1 0 0 0 0,1 0 0 0 0,4 3 0 0 0,-1-1-63 0 0,1 0 0 0 0,-1-1-1 0 0,1 0 1 0 0,0 0 0 0 0,0 0 0 0 0,0-1 0 0 0,10 3-1 0 0,5-1-774 0 0,1 0-1 0 0,0-1 0 0 0,38-1 0 0 0,-45-2-775 0 0,-1-1 1 0 0,1-1-1 0 0,16-4 1 0 0,-4-1-1318 0 0</inkml:trace>
</inkml:ink>
</file>

<file path=ppt/ink/ink6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4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65 188 0 0,'0'0'3380'0'0,"16"-21"-2436"0"0,-3 15-84 0 0,0-2-91 0 0,-1 1-81 0 0,3 1-60 0 0,-3 1-68 0 0,0 1-52 0 0,2 0-48 0 0,0 2-132 0 0,3 4-260 0 0,-3-4-272 0 0,1 1-300 0 0,3 1-944 0 0,-3 0-1565 0 0,0 0 693 0 0</inkml:trace>
</inkml:ink>
</file>

<file path=ppt/ink/ink6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4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41 752 0 0,'0'0'749'0'0,"-1"-1"-456"0"0,0 1 1 0 0,0-1-1 0 0,0 0 1 0 0,1 0-1 0 0,-1 0 1 0 0,0 0-1 0 0,1 1 1 0 0,-1-1-1 0 0,1 0 0 0 0,-1 0 1 0 0,1 0-1 0 0,-1 0 1 0 0,1 0-1 0 0,0-1 1 0 0,0 1-1 0 0,-1 0 1 0 0,1 0-1 0 0,0-2 1 0 0,13-6-581 0 0,3-3-3420 0 0</inkml:trace>
</inkml:ink>
</file>

<file path=ppt/ink/ink6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7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136 502 436 0 0,'10'-12'8016'0'0,"-15"40"-6276"0"0,-19 48-1197 0 0,10-48-158 0 0,13-24-302 0 0,-1 0-1 0 0,1 0 0 0 0,-1 0 1 0 0,0 0-1 0 0,0 0 0 0 0,0-1 1 0 0,-1 1-1 0 0,0 0 0 0 0,1-1 1 0 0,-1 0-1 0 0,0 0 0 0 0,0 0 1 0 0,-1 0-1 0 0,1 0 0 0 0,-1 0 1 0 0,1-1-1 0 0,-1 0 0 0 0,-5 3 0 0 0,7-5 86 0 0,-11-19 157 0 0,11 16-293 0 0,-1 0-1 0 0,1-1 1 0 0,0 1-1 0 0,0 0 0 0 0,1-1 1 0 0,-1 1-1 0 0,1-1 0 0 0,-1 0 1 0 0,0-4-1 0 0,-3-24 41 0 0,1 0 0 0 0,2-1-1 0 0,1 1 1 0 0,1 0 0 0 0,2-1-1 0 0,6-34 1 0 0,1 18-35 0 0,2 1 0 0 0,2 0 1 0 0,26-59-1 0 0,-36 98-37 0 0,1 1 0 0 0,0-1 0 0 0,1 1 0 0 0,0 1 0 0 0,0-1 0 0 0,1 1 1 0 0,0-1-1 0 0,0 2 0 0 0,0-1 0 0 0,1 1 0 0 0,0 0 0 0 0,13-9 0 0 0,-17 14-3 0 0,0-1 1 0 0,1 0-1 0 0,-1 1 0 0 0,1 0 1 0 0,-1 0-1 0 0,1 0 1 0 0,-1 0-1 0 0,1 0 0 0 0,0 1 1 0 0,-1 0-1 0 0,1-1 0 0 0,0 1 1 0 0,-1 1-1 0 0,1-1 0 0 0,0 0 1 0 0,-1 1-1 0 0,1 0 1 0 0,-1 0-1 0 0,1 0 0 0 0,-1 0 1 0 0,1 1-1 0 0,-1-1 0 0 0,0 1 1 0 0,0 0-1 0 0,1 0 0 0 0,-1 0 1 0 0,0 0-1 0 0,-1 1 0 0 0,1-1 1 0 0,0 1-1 0 0,-1-1 1 0 0,0 1-1 0 0,4 4 0 0 0,11 20 0 0 0,0 0-1 0 0,-1 0 0 0 0,-2 2 0 0 0,-1 0 0 0 0,17 57 1 0 0,-7-21-7 0 0,-7-22 25 0 0,12 52-1 0 0,-24-79-4 0 0,-1 1 0 0 0,-1-1 0 0 0,0 0 0 0 0,-2 0 0 0 0,1 1-1 0 0,-5 27 1 0 0,3-38-5 0 0,1-3-83 0 0,0 0-1 0 0,0 0 0 0 0,-1 0 0 0 0,0 0 0 0 0,1-1 0 0 0,-1 1 0 0 0,0 0 0 0 0,0 0 0 0 0,-1-1 0 0 0,1 1 0 0 0,0-1 0 0 0,-1 1 0 0 0,0-1 0 0 0,-2 3 1 0 0,3-3-423 0 0,-6 0-259 0 0,1 1 47 0 0,0-6-2789 0 0,-9-6 677 0 0,6 3 213 0 0</inkml:trace>
</inkml:ink>
</file>

<file path=ppt/ink/ink6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8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0 101 748 0 0,'1'-3'224'0'0,"1"1"0"0"0,-1-1 1 0 0,0 1-1 0 0,1-1 0 0 0,0 1 0 0 0,0 0 0 0 0,0 0 1 0 0,0-1-1 0 0,0 1 0 0 0,0 1 0 0 0,0-1 0 0 0,0 0 1 0 0,1 0-1 0 0,-1 1 0 0 0,1 0 0 0 0,-1-1 0 0 0,1 1 0 0 0,0 0 1 0 0,0 0-1 0 0,-1 0 0 0 0,1 1 0 0 0,3-1 0 0 0,71-15 1364 0 0,-74 16-1507 0 0,179-21 1855 0 0,-87 11-2863 0 0,-2-2-4174 0 0,-82 10 3140 0 0</inkml:trace>
</inkml:ink>
</file>

<file path=ppt/ink/ink6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8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1 484 0 0,'0'0'1622'0'0,"3"37"537"0"0,-5 16-510 0 0,-8 53-1 0 0,9-104-1235 0 0,1-2-391 0 0,0 0 1 0 0,0 0 0 0 0,0 1 0 0 0,0-1 0 0 0,-1 0-1 0 0,1 0 1 0 0,0 0 0 0 0,0 0 0 0 0,0 1-1 0 0,0-1 1 0 0,0 0 0 0 0,0 0 0 0 0,0 0-1 0 0,0 1 1 0 0,0-1 0 0 0,0 0 0 0 0,0 0-1 0 0,0 1 1 0 0,0-1 0 0 0,0 0 0 0 0,0 0-1 0 0,0 0 1 0 0,0 1 0 0 0,0-1 0 0 0,0 0-1 0 0,0 0 1 0 0,0 0 0 0 0,0 0 0 0 0,1 1-1 0 0,-1-1 1 0 0,0 0 0 0 0,0 0 0 0 0,0 0 0 0 0,0 0-1 0 0,0 1 1 0 0,0-1 0 0 0,1 0 0 0 0,-1 0-1 0 0,0 0 1 0 0,0 0 0 0 0,0 0 0 0 0,0 0-1 0 0,1 1 1 0 0,-1-1 0 0 0,0 0 0 0 0,0 0-1 0 0,0 0 1 0 0,1 0 0 0 0,-1 0 0 0 0,0 0-1 0 0,0 0 1 0 0,0 0 0 0 0,1 0 0 0 0,-1 0-1 0 0,0 0 1 0 0,0 0 0 0 0,0 0 0 0 0,1 0-1 0 0,-1 0 1 0 0,0 0 0 0 0,0 0 0 0 0,0 0-1 0 0,1 0 1 0 0,-1-1 0 0 0,0 1 0 0 0,0 0 0 0 0,38-36 399 0 0,-25 22-172 0 0,1 0 0 0 0,1 1 0 0 0,20-14 0 0 0,-33 26-226 0 0,2 1-34 0 0,-1 1-1 0 0,1 0 1 0 0,0 0 0 0 0,0 0 0 0 0,-1 1 0 0 0,1-1 0 0 0,-1 1 0 0 0,1 0 0 0 0,-1 0 0 0 0,0 0 0 0 0,1 0 0 0 0,-1 1 0 0 0,0-1-1 0 0,-1 1 1 0 0,5 4 0 0 0,-3-3-247 0 0,1 0 1 0 0,-1 0-1 0 0,1 0 0 0 0,0-1 0 0 0,0 1 0 0 0,0-1 0 0 0,7 3 0 0 0,-1-1-308 0 0,13 4-3932 0 0,-8-6 2434 0 0</inkml:trace>
</inkml:ink>
</file>

<file path=ppt/ink/ink6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9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89 468 276 0 0,'0'0'1874'0'0,"-5"4"-1264"0"0,-63 48 2815 0 0,67-51-3300 0 0,0 0-1 0 0,-1 0 0 0 0,1 0 1 0 0,0 0-1 0 0,0 1 0 0 0,0-1 1 0 0,0 0-1 0 0,0 1 1 0 0,0-1-1 0 0,0 1 0 0 0,1-1 1 0 0,-1 1-1 0 0,0-1 0 0 0,1 1 1 0 0,-1 0-1 0 0,1-1 1 0 0,-1 3-1 0 0,2-3-97 0 0,0 0 1 0 0,0 0-1 0 0,0 0 1 0 0,0 0-1 0 0,0 0 0 0 0,0 0 1 0 0,0 0-1 0 0,0 0 1 0 0,0-1-1 0 0,1 1 0 0 0,-1 0 1 0 0,0-1-1 0 0,0 1 1 0 0,1-1-1 0 0,-1 1 0 0 0,0-1 1 0 0,1 0-1 0 0,-1 1 1 0 0,0-1-1 0 0,1 0 0 0 0,-1 0 1 0 0,1 0-1 0 0,1 0 1 0 0,20 4 93 0 0,-16-2-116 0 0,1-1 0 0 0,-1 1 0 0 0,0-1 0 0 0,1-1 0 0 0,-1 1 0 0 0,1-1 0 0 0,-1 0 0 0 0,1-1 0 0 0,-1 0 0 0 0,1 0 0 0 0,7-3 0 0 0,6-6-15 0 0,-1-1 1 0 0,0-1 0 0 0,-1 0-1 0 0,0-2 1 0 0,-1 0 0 0 0,0-1-1 0 0,-2-1 1 0 0,0-1 0 0 0,0 0-1 0 0,-2-1 1 0 0,0 0-1 0 0,-1-1 1 0 0,-1-1 0 0 0,-1 0-1 0 0,0-1 1 0 0,-2 0 0 0 0,0 0-1 0 0,-2-1 1 0 0,0 0 0 0 0,-1-1-1 0 0,-2 1 1 0 0,4-43-1 0 0,-11 2 220 0 0,-1 16 177 0 0,4 46-384 0 0,0 1 0 0 0,0 0 0 0 0,0-1 0 0 0,0 1 0 0 0,-1 0 0 0 0,1-1 0 0 0,0 1 0 0 0,0 0 0 0 0,0-1 0 0 0,0 1 0 0 0,-1 0 0 0 0,1-1 0 0 0,0 1 0 0 0,0 0 0 0 0,0-1 1 0 0,-1 1-1 0 0,1 0 0 0 0,0 0 0 0 0,-1 0 0 0 0,1-1 0 0 0,0 1 0 0 0,0 0 0 0 0,-1 0 0 0 0,1 0 0 0 0,0 0 0 0 0,-1-1 0 0 0,1 1 0 0 0,0 0 0 0 0,-1 0 0 0 0,1 0 0 0 0,-1 0 1 0 0,1 0-1 0 0,0 0 0 0 0,-1 0 0 0 0,1 0 0 0 0,0 0 0 0 0,-1 0 0 0 0,1 0 0 0 0,0 0 0 0 0,-1 0 0 0 0,1 0 0 0 0,0 1 0 0 0,-1-1 0 0 0,1 0 0 0 0,0 0 0 0 0,-1 0 0 0 0,1 0 1 0 0,0 1-1 0 0,-1-1 0 0 0,1 0 0 0 0,0 0 0 0 0,0 1 0 0 0,-1-1 0 0 0,1 0 0 0 0,0 0 0 0 0,0 1 0 0 0,-1-1 0 0 0,-19 18 58 0 0,12-5-34 0 0,0 0 0 0 0,1 1 0 0 0,1 0 0 0 0,1 0 0 0 0,0 1 0 0 0,0-1 0 0 0,2 1 0 0 0,0 0-1 0 0,-3 29 1 0 0,5-8 13 0 0,0 0-1 0 0,3-1 1 0 0,6 42 0 0 0,-6-66-29 0 0,0-1 0 0 0,1 1 0 0 0,1-1 0 0 0,-1 1 0 0 0,2-1 0 0 0,0-1-1 0 0,0 1 1 0 0,0 0 0 0 0,1-1 0 0 0,1 0 0 0 0,0-1 0 0 0,0 0 0 0 0,0 0 0 0 0,1 0 0 0 0,0-1 0 0 0,1 0 0 0 0,10 7 0 0 0,-13-11-5 0 0,0 1 1 0 0,0-1-1 0 0,0 0 0 0 0,0 0 0 0 0,0 0 0 0 0,1-1 1 0 0,0 0-1 0 0,-1 0 0 0 0,1-1 0 0 0,0 0 0 0 0,0 0 0 0 0,0-1 1 0 0,-1 0-1 0 0,1 0 0 0 0,0 0 0 0 0,0-1 0 0 0,0 0 0 0 0,0 0 1 0 0,-1-1-1 0 0,1 0 0 0 0,-1 0 0 0 0,1-1 0 0 0,-1 1 0 0 0,0-1 1 0 0,0-1-1 0 0,0 1 0 0 0,0-1 0 0 0,6-6 0 0 0,26-23 140 0 0,-37 32-121 0 0,-1 1-23 0 0,0 0-1 0 0,0-1 1 0 0,0 1 0 0 0,0 0-1 0 0,0 0 1 0 0,0 0 0 0 0,0-1 0 0 0,0 1-1 0 0,1 0 1 0 0,-1 0 0 0 0,0 0-1 0 0,0-1 1 0 0,0 1 0 0 0,0 0-1 0 0,0 0 1 0 0,0 0 0 0 0,1 0 0 0 0,-1-1-1 0 0,0 1 1 0 0,0 0 0 0 0,0 0-1 0 0,0 0 1 0 0,1 0 0 0 0,-1 0-1 0 0,0 0 1 0 0,0 0 0 0 0,0-1 0 0 0,1 1-1 0 0,-1 0 1 0 0,0 0 0 0 0,0 0-1 0 0,0 0 1 0 0,1 0 0 0 0,-1 0-1 0 0,0 0 1 0 0,0 0 0 0 0,1 0 0 0 0,-1 0-1 0 0,0 0 1 0 0,0 0 0 0 0,0 0-1 0 0,1 0 1 0 0,-1 1 0 0 0,0-1-1 0 0,0 0 1 0 0,0 0 0 0 0,1 0 0 0 0,-1 0-1 0 0,0 0 1 0 0,0 1 0 0 0,6 4 9 0 0,0 0 1 0 0,0-1 0 0 0,1 0-1 0 0,-1 0 1 0 0,1 0 0 0 0,0 0-1 0 0,0-1 1 0 0,0 0 0 0 0,0-1-1 0 0,0 0 1 0 0,1 0-1 0 0,-1 0 1 0 0,1-1 0 0 0,0 0-1 0 0,-1 0 1 0 0,1-1 0 0 0,0 0-1 0 0,11-2 1 0 0,-17 1 31 0 0,0 0-1 0 0,0 0 1 0 0,0-1 0 0 0,0 1-1 0 0,-1-1 1 0 0,1 1 0 0 0,0-1 0 0 0,-1 1-1 0 0,1-1 1 0 0,-1 0 0 0 0,1 0-1 0 0,-1 0 1 0 0,0 0 0 0 0,0 0-1 0 0,0 0 1 0 0,0 0 0 0 0,0 0-1 0 0,0-3 1 0 0,0 4-35 0 0,-1 0 80 0 0,-1-2-9 0 0,-26-44 295 0 0,11 34-3199 0 0</inkml:trace>
</inkml:ink>
</file>

<file path=ppt/ink/ink6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19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29 520 0 0,'-13'-7'1332'0'0,"9"4"-999"0"0,0 1 1 0 0,0-1-1 0 0,-1 1 0 0 0,1 0 1 0 0,-1 0-1 0 0,0 0 0 0 0,1 1 0 0 0,-1 0 1 0 0,0-1-1 0 0,0 2 0 0 0,0-1 1 0 0,0 1-1 0 0,0-1 0 0 0,0 1 1 0 0,0 1-1 0 0,0-1 0 0 0,0 1 1 0 0,0 0-1 0 0,-7 2 0 0 0,9-2-255 0 0,-1-1 0 0 0,1 1 0 0 0,0 1 1 0 0,-1-1-1 0 0,1 0 0 0 0,0 1 0 0 0,0 0 0 0 0,0 0 0 0 0,0 0 0 0 0,0 0 0 0 0,1 0 0 0 0,-1 0 1 0 0,1 1-1 0 0,-1-1 0 0 0,1 1 0 0 0,0 0 0 0 0,0 0 0 0 0,0 0 0 0 0,0 0 0 0 0,-1 3 1 0 0,2-2-44 0 0,0-1 1 0 0,1 1 0 0 0,-1 0 0 0 0,1-1 0 0 0,0 1-1 0 0,0 0 1 0 0,0-1 0 0 0,0 1 0 0 0,1 0 0 0 0,0-1-1 0 0,-1 1 1 0 0,1-1 0 0 0,1 1 0 0 0,-1-1 0 0 0,0 1-1 0 0,1-1 1 0 0,0 0 0 0 0,-1 0 0 0 0,1 1 0 0 0,4 3-1 0 0,45 57 178 0 0,-38-49-194 0 0,1 1 1 0 0,-2 0-1 0 0,0 1 1 0 0,-1 0-1 0 0,-1 1 0 0 0,0 0 1 0 0,-2 1-1 0 0,0 0 1 0 0,7 26-1 0 0,-11-25 3 0 0,-1 1 0 0 0,-1-1 0 0 0,-1 0-1 0 0,0 1 1 0 0,-2-1 0 0 0,-4 29 0 0 0,3-36-6 0 0,-1-1 0 0 0,0 1-1 0 0,-1-1 1 0 0,-1 0 0 0 0,1 0 0 0 0,-2 0-1 0 0,0 0 1 0 0,0-1 0 0 0,-1 0 0 0 0,0 0-1 0 0,-12 11 1 0 0,19-21-13 0 0,-1 0 0 0 0,1 0 0 0 0,-1 0-1 0 0,0 0 1 0 0,1 0 0 0 0,-1 0 0 0 0,0 0 0 0 0,0 0-1 0 0,0 0 1 0 0,0-1 0 0 0,0 1 0 0 0,0 0 0 0 0,0-1 0 0 0,0 1-1 0 0,0 0 1 0 0,0-1 0 0 0,0 1 0 0 0,0-1 0 0 0,0 0-1 0 0,0 1 1 0 0,-1-1 0 0 0,1 0 0 0 0,0 0 0 0 0,0 0 0 0 0,0 0-1 0 0,-1 0 1 0 0,1 0 0 0 0,0 0 0 0 0,0 0 0 0 0,0 0-1 0 0,-1-1 1 0 0,1 1 0 0 0,0 0 0 0 0,0-1 0 0 0,0 1 0 0 0,0-1-1 0 0,0 1 1 0 0,0-1 0 0 0,0 0 0 0 0,0 1 0 0 0,0-1-1 0 0,0 0 1 0 0,0 0 0 0 0,0 0 0 0 0,0 0 0 0 0,0 0 0 0 0,-2-3 1 0 0,1 0 1 0 0,0-1 0 0 0,0 1-1 0 0,0 0 1 0 0,1 0 0 0 0,0-1-1 0 0,-1 1 1 0 0,1-1 0 0 0,1 1-1 0 0,-1-10 1 0 0,1-3-4 0 0,2 0 0 0 0,0-1 0 0 0,1 1 0 0 0,1 0 0 0 0,1 1 0 0 0,0-1 0 0 0,1 1 0 0 0,0 0 0 0 0,10-16 0 0 0,11-16-3 0 0,49-69 0 0 0,-56 89 24 0 0,-2 2 11 0 0,0 0 0 0 0,1 1 0 0 0,2 1 0 0 0,0 1 0 0 0,1 0 0 0 0,39-28 0 0 0,-59 50-17 0 0,-1 0-1 0 0,1 0 1 0 0,0 0-1 0 0,0 0 1 0 0,0 0-1 0 0,0 0 0 0 0,0 1 1 0 0,0-1-1 0 0,0 1 1 0 0,0-1-1 0 0,0 1 1 0 0,0 0-1 0 0,0 0 0 0 0,0 0 1 0 0,0 0-1 0 0,0 0 1 0 0,1 0-1 0 0,-1 0 1 0 0,0 1-1 0 0,0-1 0 0 0,3 2 1 0 0,-1 0 6 0 0,-1 0 0 0 0,0 0-1 0 0,0 0 1 0 0,0 0 0 0 0,-1 1 0 0 0,1-1 0 0 0,0 1 0 0 0,-1 0 0 0 0,1 0-1 0 0,-1-1 1 0 0,3 6 0 0 0,-1-1-5 0 0,0 1 0 0 0,-1-1-1 0 0,0 0 1 0 0,0 1 0 0 0,0 0-1 0 0,-1 0 1 0 0,0-1 0 0 0,-1 1-1 0 0,0 0 1 0 0,1 11 0 0 0,-3-17-155 0 0,0 0 0 0 0,1 0 1 0 0,-1 0-1 0 0,0-1 0 0 0,0 1 0 0 0,0 0 0 0 0,0-1 1 0 0,0 1-1 0 0,0-1 0 0 0,0 1 0 0 0,-3 1 1 0 0,-2 5-6310 0 0</inkml:trace>
</inkml:ink>
</file>

<file path=ppt/ink/ink6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20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62 232 0 0,'0'0'952'0'0,"3"-18"844"0"0,0 2-988 0 0,-1 9 568 0 0,0-3 489 0 0,1-1-1685 0 0,19 26-4177 0 0</inkml:trace>
</inkml:ink>
</file>

<file path=ppt/ink/ink6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20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1 100 236 0 0,'0'0'4442'0'0,"3"-2"-3770"0"0,19-10 595 0 0,-2-1 0 0 0,0-1 0 0 0,23-21 0 0 0,-42 34-1191 0 0,0 0-1 0 0,0 1 1 0 0,0-1 0 0 0,0 0-1 0 0,0 0 1 0 0,0 0-1 0 0,0 0 1 0 0,0 0-1 0 0,0 0 1 0 0,-1 0 0 0 0,1 0-1 0 0,0 0 1 0 0,-1 0-1 0 0,1-1 1 0 0,-1 1-1 0 0,1-2 1 0 0,-1 2-55 0 0,0 1 0 0 0,-1 0 0 0 0,1 0 1 0 0,0-1-1 0 0,-1 1 0 0 0,1 0 0 0 0,0-1 0 0 0,-1 1 0 0 0,1 0 0 0 0,0 0 0 0 0,-1 0 1 0 0,1 0-1 0 0,-1-1 0 0 0,1 1 0 0 0,0 0 0 0 0,-1 0 0 0 0,1 0 0 0 0,-1 0 1 0 0,1 0-1 0 0,0 0 0 0 0,-1 0 0 0 0,1 0 0 0 0,-1 0 0 0 0,1 0 0 0 0,0 0 1 0 0,-1 0-1 0 0,1 0 0 0 0,-1 0 0 0 0,1 1 0 0 0,0-1 0 0 0,-1 0 0 0 0,-2 1-7 0 0,0 0 0 0 0,0 0-1 0 0,0 0 1 0 0,1 0-1 0 0,-1 0 1 0 0,0 1 0 0 0,1-1-1 0 0,0 1 1 0 0,-1 0-1 0 0,1 0 1 0 0,0 0 0 0 0,0 0-1 0 0,0 0 1 0 0,0 0-1 0 0,0 1 1 0 0,-2 2-1 0 0,1 2 3 0 0,0 0 0 0 0,0-1 0 0 0,0 1 0 0 0,1 0 0 0 0,0 0 0 0 0,1 1 0 0 0,0-1 0 0 0,0 0 0 0 0,0 13 0 0 0,2-18-8 0 0,1-1 0 0 0,-1 0 0 0 0,1 0 0 0 0,0 0-1 0 0,-1 0 1 0 0,1 0 0 0 0,0-1 0 0 0,0 1 0 0 0,-1-1 0 0 0,1 1 0 0 0,0-1 0 0 0,0 1 0 0 0,0-1 0 0 0,0 0 0 0 0,0 0 0 0 0,2 0 0 0 0,12-2 16 0 0,0 0 1 0 0,0-1 0 0 0,0-1 0 0 0,27-10 0 0 0,14-3 9 0 0,-37 12-44 0 0,0 1 1 0 0,0 1-1 0 0,28-1 0 0 0,-38 5 28 0 0,1 0-1 0 0,-1 0 0 0 0,0 0 1 0 0,0 1-1 0 0,0 1 0 0 0,0 0 1 0 0,0 0-1 0 0,11 6 1 0 0,-17-7 15 0 0,0 4-14 0 0,0 2 31 0 0,-4-7-55 0 0,0 0 1 0 0,1 0-1 0 0,-1 0 1 0 0,0 1-1 0 0,0-1 1 0 0,0 0 0 0 0,0 0-1 0 0,0 0 1 0 0,0 1-1 0 0,-1-1 1 0 0,1 0-1 0 0,0 0 1 0 0,0 0 0 0 0,-1 1-1 0 0,1-1 1 0 0,-1 0-1 0 0,1 0 1 0 0,-1 0-1 0 0,0 0 1 0 0,1 0 0 0 0,-1 0-1 0 0,0 0 1 0 0,1 0-1 0 0,-2 1 1 0 0,-24 20-4133 0 0,21-17 769 0 0</inkml:trace>
</inkml:ink>
</file>

<file path=ppt/ink/ink6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20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1056 0 0,'9'-12'2004'0'0,"-3"4"-384"0"0,-2 0-11 0 0</inkml:trace>
</inkml:ink>
</file>

<file path=ppt/ink/ink6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22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22 239 14877 0 0,'0'0'-159'0'0,"-1"-4"98"0"0,-4-13-160 0 0,1 5 859 0 0,1-1 0 0 0,0 1-1 0 0,-2-25 1 0 0,5 33-516 0 0,0 0 0 0 0,0 1 0 0 0,0-1 0 0 0,1 0 0 0 0,-1 0 0 0 0,1 1-1 0 0,0-1 1 0 0,0 0 0 0 0,1 1 0 0 0,-1-1 0 0 0,1 1 0 0 0,-1 0 0 0 0,1-1 0 0 0,0 1 0 0 0,1 0-1 0 0,-1 0 1 0 0,0 0 0 0 0,4-3 0 0 0,7-4-85 0 0,19-19-2962 0 0,-31 28 2313 0 0,0 0 0 0 0,0-1 0 0 0,-1 1-1 0 0,1 0 1 0 0,0 0 0 0 0,-1 0 0 0 0,1 0 0 0 0,0-1 0 0 0,-1 1 0 0 0,0 0 0 0 0,1 0 0 0 0,-1-1 0 0 0,0 1-1 0 0,0 0 1 0 0,0-3 0 0 0,-1-9-3113 0 0</inkml:trace>
</inkml:ink>
</file>

<file path=ppt/ink/ink6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22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1 142 11241 0 0,'4'-30'1212'0'0,"1"0"0"0"0,14-41 0 0 0,-19 69-1018 0 0,8-2 73 0 0,-8 4-289 0 0,1 0-1 0 0,-1-1 1 0 0,0 1 0 0 0,1-1 0 0 0,-1 1 0 0 0,1 0 0 0 0,-1 0 0 0 0,0-1-1 0 0,1 1 1 0 0,-1 0 0 0 0,1 0 0 0 0,-1-1 0 0 0,1 1 0 0 0,-1 0 0 0 0,1 0 0 0 0,-1 0-1 0 0,1 0 1 0 0,-1 0 0 0 0,1 0 0 0 0,-1 0 0 0 0,1 0 0 0 0,-1 0 0 0 0,1 0 0 0 0,-1 0-1 0 0,1 0 1 0 0,-1 0 0 0 0,1 0 0 0 0,-1 0 0 0 0,1 1 0 0 0,-1-1 0 0 0,0 0-1 0 0,1 0 1 0 0,-1 1 0 0 0,1-1 0 0 0,-1 0 0 0 0,1 0 0 0 0,-1 1 0 0 0,0-1 0 0 0,1 0-1 0 0,-1 1 1 0 0,0-1 0 0 0,1 1 0 0 0,11 19-2660 0 0,-5-4-2820 0 0,-2-7 2012 0 0</inkml:trace>
</inkml:ink>
</file>

<file path=ppt/ink/ink6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22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18 160 0 0,'0'0'1024'0'0,"22"-2"-112"0"0,-10 1-64 0 0,3-4-68 0 0,-1 3-92 0 0,2-1-80 0 0,-3 0-47 0 0,-2 1 183 0 0,13 4-720 0 0,-13-2-212 0 0,11 0-1181 0 0,-11 0-631 0 0</inkml:trace>
</inkml:ink>
</file>

<file path=ppt/ink/ink6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3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4 392 0 0,'0'0'105'0'0,"0"-1"-1"0"0,0 1 1 0 0,0 0 0 0 0,0 0-1 0 0,0 0 1 0 0,1 0 0 0 0,-1-1-1 0 0,0 1 1 0 0,0 0 0 0 0,0 0 0 0 0,0 0-1 0 0,0 0 1 0 0,0-1 0 0 0,1 1-1 0 0,-1 0 1 0 0,0 0 0 0 0,0 0-1 0 0,0 0 1 0 0,1 0 0 0 0,-1 0-1 0 0,0 0 1 0 0,0 0 0 0 0,0 0-1 0 0,1 0 1 0 0,-1-1 0 0 0,0 1-1 0 0,0 0 1 0 0,0 0 0 0 0,1 0 0 0 0,-1 0-1 0 0,0 0 1 0 0,0 0 0 0 0,0 1-1 0 0,1-1 1 0 0,-1 0 0 0 0,0 0-1 0 0,0 0 1 0 0,0 0 0 0 0,0 0-1 0 0,1 0 1 0 0,-1 0 0 0 0,0 0-1 0 0,0 0 1 0 0,1 1 0 0 0,7 10 1479 0 0,5 22-2065 0 0,-12-29 556 0 0,-1-2-362 0 0,9 16-2813 0 0,-1-11 1470 0 0</inkml:trace>
</inkml:ink>
</file>

<file path=ppt/ink/ink6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3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9 1080 0 0,'0'-1'254'0'0,"1"0"0"0"0,0 1-1 0 0,0-1 1 0 0,-1 0 0 0 0,1 1 0 0 0,0-1 0 0 0,0 1-1 0 0,0-1 1 0 0,0 1 0 0 0,0-1 0 0 0,-1 1-1 0 0,1 0 1 0 0,0-1 0 0 0,0 1 0 0 0,0 0 0 0 0,0 0-1 0 0,0 0 1 0 0,0 0 0 0 0,0 0 0 0 0,0 0-1 0 0,0 0 1 0 0,0 0 0 0 0,0 0 0 0 0,0 0 0 0 0,0 0-1 0 0,0 1 1 0 0,0-1 0 0 0,2 1 0 0 0,-3 0-108 0 0,1 1 0 0 0,0-1 0 0 0,-1 1 0 0 0,1-1 0 0 0,-1 0 0 0 0,0 1 0 0 0,1-1 0 0 0,-1 1 0 0 0,0-1 0 0 0,0 1 0 0 0,0-1 0 0 0,0 1 0 0 0,0-1 0 0 0,0 1 0 0 0,-1-1 0 0 0,0 3 0 0 0,-20 62 698 0 0,14-53-1058 0 0,-1 0-1 0 0,1-1 0 0 0,-2-1 0 0 0,0 1 1 0 0,0-1-1 0 0,-1-1 0 0 0,-14 12 0 0 0,-43 34-4979 0 0,37-34 2464 0 0</inkml:trace>
</inkml:ink>
</file>

<file path=ppt/ink/ink6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1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411 152 524 0 0,'18'-26'1890'0'0,"-8"13"-994"0"0,-1 0 1 0 0,0-1 0 0 0,-1 0-1 0 0,-1-1 1 0 0,6-15-1 0 0,-13 28-666 0 0,1 1-196 0 0,-1 1-1 0 0,0-1 0 0 0,1 0 0 0 0,-1 0 1 0 0,0 0-1 0 0,0 1 0 0 0,0-1 0 0 0,0 0 1 0 0,0 0-1 0 0,0 0 0 0 0,0 1 0 0 0,0-1 1 0 0,0 0-1 0 0,0 0 0 0 0,0 0 0 0 0,-1 1 1 0 0,1-1-1 0 0,0 0 0 0 0,0 0 1 0 0,-1 0-1 0 0,1 1 0 0 0,-1-1 0 0 0,1 0 1 0 0,0 1-1 0 0,-1-1 0 0 0,0 0 0 0 0,1 1 1 0 0,-1-1-1 0 0,1 1 0 0 0,-1-1 0 0 0,0 1 1 0 0,0-1-1 0 0,-16 0 62 0 0,-1 2 1 0 0,1 0-1 0 0,0 0 1 0 0,0 2-1 0 0,0 0 1 0 0,0 1-1 0 0,0 1 1 0 0,-31 13-1 0 0,-2 5 245 0 0,-73 46 0 0 0,111-62-286 0 0,0 1 0 0 0,1 1 0 0 0,0 0 0 0 0,0 0 0 0 0,1 1 0 0 0,0 1 0 0 0,-14 18 0 0 0,22-26-45 0 0,0 0 1 0 0,0 1 0 0 0,0-1-1 0 0,0 0 1 0 0,1 0 0 0 0,-1 1-1 0 0,1-1 1 0 0,0 1 0 0 0,0-1-1 0 0,0 1 1 0 0,0 0 0 0 0,1-1 0 0 0,-1 1-1 0 0,1 0 1 0 0,0-1 0 0 0,0 1-1 0 0,0 0 1 0 0,1 0 0 0 0,-1-1-1 0 0,1 1 1 0 0,0-1 0 0 0,0 1-1 0 0,0 0 1 0 0,1-1 0 0 0,-1 0-1 0 0,1 1 1 0 0,0-1 0 0 0,0 0 0 0 0,0 0-1 0 0,0 0 1 0 0,1 0 0 0 0,-1 0-1 0 0,1-1 1 0 0,-1 1 0 0 0,5 2-1 0 0,5 4 5 0 0,1 0 0 0 0,1-1 0 0 0,-1-1 0 0 0,1 0 0 0 0,1-1-1 0 0,-1-1 1 0 0,1 0 0 0 0,0-1 0 0 0,0 0 0 0 0,0-1 0 0 0,0-1 0 0 0,24 0-1 0 0,18-1-3 0 0,113-13-1 0 0,-88 3-174 0 0,115-30 0 0 0,-165 30 135 0 0,0-1-1 0 0,0-1 0 0 0,-1-2 0 0 0,0-1 0 0 0,-1-2 1 0 0,37-26-1 0 0,-60 38 25 0 0,0-1 1 0 0,0 0-1 0 0,-1-1 1 0 0,0 1-1 0 0,0-1 1 0 0,0 0-1 0 0,-1-1 1 0 0,0 0 0 0 0,0 1-1 0 0,0-2 1 0 0,-1 1-1 0 0,0 0 1 0 0,-1-1-1 0 0,0 0 1 0 0,4-13-1 0 0,-7 20 16 0 0,0-2-2 0 0,0 2 1 0 0,0 0-1 0 0,0 0 1 0 0,0 0 0 0 0,0 0 0 0 0,0 0-1 0 0,0 0 1 0 0,0 0 0 0 0,-1 0 0 0 0,1 0-1 0 0,0 0 1 0 0,-1 0 0 0 0,1 0-1 0 0,-1 0 1 0 0,1 0 0 0 0,-1 0 0 0 0,1 0-1 0 0,-1 0 1 0 0,0 0 0 0 0,1 0 0 0 0,-1 1-1 0 0,0-1 1 0 0,0 0 0 0 0,1 0 0 0 0,-1 1-1 0 0,-1-2 1 0 0,-3 2 15 0 0,0 1 0 0 0,0-1 1 0 0,0 1-1 0 0,0 0 0 0 0,0 0 0 0 0,0 1 0 0 0,1-1 0 0 0,-1 1 1 0 0,0 0-1 0 0,1 0 0 0 0,0 0 0 0 0,-1 1 0 0 0,1 0 0 0 0,0 0 1 0 0,0 0-1 0 0,-4 4 0 0 0,-10 10 83 0 0,-29 34 0 0 0,45-48-99 0 0,1-1 2 0 0,-1 0 0 0 0,1 1 0 0 0,0-1 0 0 0,0 1 0 0 0,0-1 0 0 0,0 1 0 0 0,1-1 0 0 0,-1 1 0 0 0,1-1 0 0 0,-1 1 0 0 0,1-1 0 0 0,0 5 0 0 0,0-6 16 0 0,9 2 24 0 0,-8-2-48 0 0,0-1 0 0 0,-1 1 0 0 0,1-1 0 0 0,0 1 0 0 0,0-1 0 0 0,-1 0 0 0 0,1 1 0 0 0,0-1 0 0 0,0 0 0 0 0,0 0 0 0 0,0 1 0 0 0,-1-1 0 0 0,1 0 0 0 0,0 0 0 0 0,0 0 0 0 0,0 0 0 0 0,0 0 0 0 0,0 0 0 0 0,1-1 0 0 0,125-38 79 0 0,-123 39-82 0 0,1 0 0 0 0,0 1 0 0 0,-1-1 0 0 0,1 1 0 0 0,-1 0 0 0 0,1 0 0 0 0,5 3 0 0 0,5 0 14 0 0,5 0-4 0 0,-1 0-1 0 0,1-2 1 0 0,0 0 0 0 0,0-1 0 0 0,0-1 0 0 0,22-3 0 0 0,-31 1-2 0 0,0-1 1 0 0,-1 1-1 0 0,1-2 1 0 0,-1 1 0 0 0,0-1-1 0 0,0-1 1 0 0,0 0-1 0 0,0-1 1 0 0,-1 1 0 0 0,0-2-1 0 0,0 1 1 0 0,14-15-1 0 0,-16 13-3 0 0,-1 1 0 0 0,1-1 0 0 0,-1-1 0 0 0,8-13 0 0 0,10-17-5 0 0,-23 37-12 0 0,2-5 10 0 0,-2 5-13 0 0,-1 7-81 0 0,-5 40 275 0 0,-24 86 0 0 0,16-85-88 0 0,3 0 1 0 0,-5 55-1 0 0,13-56 12 0 0,2 0-1 0 0,7 64 0 0 0,-6-107 953 0 0,1-8-968 0 0,22-57 95 0 0,81-183 165 0 0,-91 218-335 0 0,2 0 0 0 0,1 1 0 0 0,1 1 0 0 0,2 1 0 0 0,0 0 0 0 0,32-29 0 0 0,-49 50-16 0 0,0 1 0 0 0,1 0 1 0 0,0 0-1 0 0,-1 0 0 0 0,1 0 1 0 0,0 0-1 0 0,1 1 0 0 0,-1 0 1 0 0,0 0-1 0 0,1 0 0 0 0,-1 0 1 0 0,1 1-1 0 0,-1-1 0 0 0,1 1 1 0 0,0 1-1 0 0,0-1 0 0 0,-1 1 1 0 0,1-1-1 0 0,0 1 0 0 0,0 1 1 0 0,7 0-1 0 0,-10 0 5 0 0,-1-1-1 0 0,1 1 1 0 0,-1 0-1 0 0,1 0 1 0 0,-1 0-1 0 0,1 0 1 0 0,-1 0-1 0 0,0 0 1 0 0,0 0-1 0 0,1 1 1 0 0,-1-1 0 0 0,0 0-1 0 0,0 1 1 0 0,0-1-1 0 0,-1 1 1 0 0,1-1-1 0 0,0 1 1 0 0,0-1-1 0 0,-1 1 1 0 0,1 0-1 0 0,-1-1 1 0 0,1 1-1 0 0,-1 0 1 0 0,0-1 0 0 0,0 1-1 0 0,0 0 1 0 0,0-1-1 0 0,0 4 1 0 0,-8 34 30 0 0,8-37-28 0 0,-3 5-97 0 0,0 0 1 0 0,-1 1-1 0 0,0-1 0 0 0,0-1 1 0 0,0 1-1 0 0,-1-1 1 0 0,0 1-1 0 0,0-1 0 0 0,-1-1 1 0 0,0 1-1 0 0,0-1 1 0 0,0 0-1 0 0,-1 0 0 0 0,1-1 1 0 0,-1 0-1 0 0,-13 6 1 0 0,19-9-579 0 0</inkml:trace>
</inkml:ink>
</file>

<file path=ppt/ink/ink6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2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32 0 0,'0'0'773'0'0,"22"11"2934"0"0,-20-7-3430 0 0,0 0 0 0 0,0 0 0 0 0,0 0-1 0 0,-1 0 1 0 0,1 0 0 0 0,-1 1 0 0 0,0-1-1 0 0,0 0 1 0 0,-1 1 0 0 0,1-1 0 0 0,-1 0-1 0 0,0 1 1 0 0,0 4 0 0 0,-10 62 1320 0 0,4-43-1075 0 0,-4-2-750 0 0,1-11-2955 0 0</inkml:trace>
</inkml:ink>
</file>

<file path=ppt/ink/ink6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2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73 228 0 0,'34'-72'10254'0'0,"-29"97"-9272"0"0,-4-8-612 0 0,-2 0 0 0 0,0-1 0 0 0,0 1-1 0 0,-2 0 1 0 0,-5 19 0 0 0,-4 30 239 0 0,1 21-83 0 0,3-34-410 0 0,3 1 0 0 0,2 0 0 0 0,5 84-1 0 0,-1-122-1159 0 0,5 10-1721 0 0,-5-24 1876 0 0</inkml:trace>
</inkml:ink>
</file>

<file path=ppt/ink/ink6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2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1 445 324 0 0,'99'-14'1391'0'0,"-69"12"-773"0"0,-1-1 1 0 0,1-1-1 0 0,-1-2 0 0 0,-1-1 0 0 0,1-1 0 0 0,-1-2 0 0 0,37-18 0 0 0,-29-4 1628 0 0,-20 16 300 0 0,-21 19-2457 0 0,-46 31 184 0 0,47-31-249 0 0,1 0 1 0 0,-1 1 0 0 0,1-1-1 0 0,0 1 1 0 0,0 0 0 0 0,0 0-1 0 0,1 0 1 0 0,-1 0 0 0 0,1 0-1 0 0,0 1 1 0 0,0-1 0 0 0,1 1-1 0 0,-3 8 1 0 0,4-10-2 0 0,4 3 15 0 0,-4-5-36 0 0,0-1 1 0 0,0 1-1 0 0,0-1 0 0 0,1 1 1 0 0,-1 0-1 0 0,0-1 1 0 0,0 1-1 0 0,1-1 1 0 0,-1 1-1 0 0,0-1 1 0 0,0 1-1 0 0,1-1 1 0 0,-1 1-1 0 0,1-1 1 0 0,-1 1-1 0 0,0-1 1 0 0,1 1-1 0 0,-1-1 1 0 0,1 1-1 0 0,-1-1 1 0 0,1 0-1 0 0,-1 1 0 0 0,1-1 1 0 0,-1 0-1 0 0,1 0 1 0 0,0 1-1 0 0,-1-1 1 0 0,1 0-1 0 0,1 0 1 0 0,36 3 5 0 0,1-2 0 0 0,-1-2 0 0 0,1-1 0 0 0,51-11 0 0 0,-70 9-36 0 0,-1 0 0 0 0,1-2 0 0 0,-1 0 0 0 0,0-1 0 0 0,-1-1 0 0 0,1-1 0 0 0,-2 0 0 0 0,1-2 0 0 0,-1 0 0 0 0,19-17 0 0 0,-26 18 14 0 0,0-1 0 0 0,-1 0 0 0 0,0 0 0 0 0,-1-1 0 0 0,0 0 0 0 0,-1-1 0 0 0,0 0 0 0 0,-1 0 0 0 0,-1 0 1 0 0,5-17-1 0 0,-7 19 56 0 0,0 0 1 0 0,0 0 0 0 0,-1-1 0 0 0,-1 1 0 0 0,0 0 0 0 0,-1-1 0 0 0,0 1 0 0 0,-1-1 0 0 0,0 1 0 0 0,0 0-1 0 0,-1-1 1 0 0,-1 1 0 0 0,-4-11 0 0 0,7 22-32 0 0,0 0 0 0 0,0-1 0 0 0,0 1 1 0 0,0 0-1 0 0,0 0 0 0 0,0 0 0 0 0,0 0 0 0 0,0-1 0 0 0,0 1 0 0 0,-1 0 0 0 0,1 0 0 0 0,0 0 1 0 0,0 0-1 0 0,0-1 0 0 0,0 1 0 0 0,0 0 0 0 0,0 0 0 0 0,-1 0 0 0 0,1 0 0 0 0,0 0 0 0 0,0-1 1 0 0,0 1-1 0 0,-1 0 0 0 0,1 0 0 0 0,0 0 0 0 0,0 0 0 0 0,0 0 0 0 0,-1 0 0 0 0,1 0 0 0 0,0 0 1 0 0,0 0-1 0 0,0 0 0 0 0,-1 0 0 0 0,1 0 0 0 0,0 0 0 0 0,0 0 0 0 0,0 0 0 0 0,-1 0 1 0 0,1 0-1 0 0,0 0 0 0 0,0 0 0 0 0,0 0 0 0 0,-1 0 0 0 0,1 1 0 0 0,0-1 0 0 0,0 0 0 0 0,0 0 1 0 0,0 0-1 0 0,-1 0 0 0 0,1 0 0 0 0,-10 14 128 0 0,-5 20-51 0 0,10-13-20 0 0,2 0-1 0 0,0 0 0 0 0,1 0 1 0 0,1 0-1 0 0,3 34 0 0 0,22 104-572 0 0,-4-40-4475 0 0,-16-102 1879 0 0,2-1 240 0 0</inkml:trace>
</inkml:ink>
</file>

<file path=ppt/ink/ink6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4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9 484 0 0,'0'0'1658'0'0,"-3"-8"-548"0"0,-3 9 2077 0 0,3 2-3084 0 0,0 0 0 0 0,-1 0 0 0 0,2 0 0 0 0,-1 0 0 0 0,0 0 0 0 0,1 1 0 0 0,-1-1 0 0 0,1 1 0 0 0,0-1 0 0 0,0 1 0 0 0,0 0 0 0 0,1 0 0 0 0,-2 4 1 0 0,3-5-65 0 0,-1-1 1 0 0,1 0 0 0 0,0 0 0 0 0,-1 1 0 0 0,1-1-1 0 0,1 0 1 0 0,-1 0 0 0 0,0 1 0 0 0,0-1 0 0 0,1 0-1 0 0,-1 0 1 0 0,1 0 0 0 0,0 0 0 0 0,0 1 0 0 0,0-1-1 0 0,0 0 1 0 0,0 0 0 0 0,0-1 0 0 0,0 1 0 0 0,1 0-1 0 0,-1 0 1 0 0,0 0 0 0 0,1-1 0 0 0,0 1 0 0 0,-1-1-1 0 0,1 1 1 0 0,0-1 0 0 0,0 0 0 0 0,0 0 0 0 0,2 1-1 0 0,2 1-36 0 0,1-1 0 0 0,-1 0 0 0 0,1 0 0 0 0,-1 0 0 0 0,1-1 0 0 0,0 0 0 0 0,-1-1 0 0 0,1 1 0 0 0,0-1 0 0 0,0 0 0 0 0,-1-1 0 0 0,1 0 0 0 0,0 0 0 0 0,-1 0 0 0 0,7-3-1 0 0,0 0-50 0 0,-1 0 0 0 0,-1 0 0 0 0,1-1 0 0 0,-1 0 0 0 0,0-1 0 0 0,0-1 0 0 0,11-8-1 0 0,-21 14 31 0 0,2 3-62 0 0,-2 0 76 0 0,1-1 0 0 0,0 1 0 0 0,0-1 0 0 0,-1 1 0 0 0,1 0 0 0 0,-1 0-1 0 0,0 0 1 0 0,0 0 0 0 0,1 0 0 0 0,-1 0 0 0 0,0 0 0 0 0,-1 0-1 0 0,1 1 1 0 0,0-1 0 0 0,-1 0 0 0 0,1 1 0 0 0,-1-1 0 0 0,1 5-1 0 0,1 5-184 0 0,31 56-4518 0 0,-20-47 2623 0 0</inkml:trace>
</inkml:ink>
</file>

<file path=ppt/ink/ink6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5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17 516 0 0,'-56'-6'7181'0'0,"213"1"-2451"0"0,31 0-4057 0 0,-136 5-268 0 0,-50 0-237 0 0,-8 0-147 0 0,-38 2 21 0 0,-114 1 85 0 0,135-4 586 0 0,9 1-2476 0 0</inkml:trace>
</inkml:ink>
</file>

<file path=ppt/ink/ink6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6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10 484 0 0,'0'0'1902'0'0,"8"-7"1371"0"0,-8 7-3228 0 0,0 0-1 0 0,0 0 1 0 0,0-1-1 0 0,0 1 1 0 0,0 0 0 0 0,0 0-1 0 0,0 0 1 0 0,0 0 0 0 0,0 0-1 0 0,0 0 1 0 0,1-1 0 0 0,-1 1-1 0 0,0 0 1 0 0,0 0 0 0 0,0 0-1 0 0,0 0 1 0 0,0 0 0 0 0,0 0-1 0 0,0 0 1 0 0,1-1-1 0 0,-1 1 1 0 0,0 0 0 0 0,0 0-1 0 0,0 0 1 0 0,0 0 0 0 0,0 0-1 0 0,1 0 1 0 0,-1 0 0 0 0,0 0-1 0 0,0 0 1 0 0,0 0 0 0 0,0 0-1 0 0,0 0 1 0 0,1 0 0 0 0,-1 0-1 0 0,0 0 1 0 0,0 0-1 0 0,0 0 1 0 0,0 0 0 0 0,0 0-1 0 0,1 0 1 0 0,-1 0 0 0 0,0 0-1 0 0,0 1 1 0 0,0-1 0 0 0,0 0-1 0 0,0 0 1 0 0,1 0 0 0 0,-1 0-1 0 0,0 0 1 0 0,0 0-1 0 0,0 0 1 0 0,0 0 0 0 0,0 1-1 0 0,0-1 1 0 0,0 0 0 0 0,0 0-1 0 0,0 0 1 0 0,1 0 0 0 0,-1 0-1 0 0,0 1 1 0 0,0-1 0 0 0,0 0-1 0 0,0 0 1 0 0,0 0 0 0 0,0 0-1 0 0,0 0 1 0 0,0 1-1 0 0,-1 89 1461 0 0,1-88-1505 0 0,0 1-1 0 0,0-1 1 0 0,0 1-1 0 0,0-1 1 0 0,0 0-1 0 0,0 1 1 0 0,1-1 0 0 0,-1 0-1 0 0,1 1 1 0 0,0-1-1 0 0,-1 0 1 0 0,1 1-1 0 0,0-1 1 0 0,1 0-1 0 0,-1 0 1 0 0,2 3-1 0 0,-2-4-86 0 0,0 0 0 0 0,0 0-1 0 0,1-1 1 0 0,-1 1 0 0 0,0 0 0 0 0,1 0-1 0 0,-1-1 1 0 0,1 1 0 0 0,-1 0 0 0 0,1-1-1 0 0,-1 0 1 0 0,1 1 0 0 0,-1-1-1 0 0,1 0 1 0 0,-1 0 0 0 0,1 0 0 0 0,-1 0-1 0 0,1 0 1 0 0,1 0 0 0 0,3-1-161 0 0,0 0 0 0 0,0-1 0 0 0,0 0 0 0 0,-1 0 0 0 0,1-1 0 0 0,-1 1 0 0 0,1-1 0 0 0,-1 0 1 0 0,0 0-1 0 0,0-1 0 0 0,5-5 0 0 0,44-51 1640 0 0,-53 59-643 0 0,0 1-729 0 0,-1 0 0 0 0,0 0-1 0 0,0 0 1 0 0,0 0 0 0 0,0 0-1 0 0,0 1 1 0 0,0-1 0 0 0,0 0-1 0 0,0 0 1 0 0,1 0 0 0 0,-1 0-1 0 0,0 0 1 0 0,0 0 0 0 0,0 0-1 0 0,0 0 1 0 0,0 0-1 0 0,1 0 1 0 0,-1 1 0 0 0,0-1-1 0 0,0 0 1 0 0,0 0 0 0 0,0 0-1 0 0,0 0 1 0 0,1 0 0 0 0,-1 0-1 0 0,0 0 1 0 0,0 0 0 0 0,0 0-1 0 0,0 0 1 0 0,1 0 0 0 0,-1-1-1 0 0,0 1 1 0 0,0 0 0 0 0,0 0-1 0 0,0 0 1 0 0,0 0 0 0 0,1 0-1 0 0,-1 0 1 0 0,0 0 0 0 0,0 0-1 0 0,0 0 1 0 0,0 0-1 0 0,0-1 1 0 0,0 1 0 0 0,1 0-1 0 0,-1 0 1 0 0,0 0 0 0 0,0 0-1 0 0,0 0 1 0 0,0 0 0 0 0,0-1-1 0 0,0 1 1 0 0,0 0 0 0 0,0 0-1 0 0,8 13 506 0 0,-7-12-649 0 0,13 55-2669 0 0,-10-38 122 0 0,0-5 600 0 0</inkml:trace>
</inkml:ink>
</file>

<file path=ppt/ink/ink6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7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51 84 0 0,'0'0'931'0'0,"-1"-18"2333"0"0,1 16-3105 0 0,0 1-1 0 0,0-1 1 0 0,0 1-1 0 0,-1 0 1 0 0,1-1-1 0 0,-1 1 1 0 0,1-1-1 0 0,-1 1 1 0 0,0-1-1 0 0,1 1 1 0 0,-1 0-1 0 0,0 0 1 0 0,0-1-1 0 0,0 1 1 0 0,0 0-1 0 0,0 0 1 0 0,0 0-1 0 0,0 0 1 0 0,0 0-1 0 0,0 0 1 0 0,-1 0-1 0 0,1 1 1 0 0,0-1-1 0 0,-1 0 1 0 0,1 1-1 0 0,0-1 1 0 0,-3 0-1 0 0,0 1-22 0 0,1 0 1 0 0,-1 0-1 0 0,1 0 0 0 0,0 0 0 0 0,-1 1 0 0 0,1-1 1 0 0,-1 1-1 0 0,1 0 0 0 0,0 0 0 0 0,-1 0 0 0 0,-4 3 1 0 0,-5 3 28 0 0,1 0 1 0 0,0 1-1 0 0,0 0 0 0 0,1 0 1 0 0,-15 16-1 0 0,21-18-105 0 0,-1 0 1 0 0,1 0-1 0 0,0 1 0 0 0,1 0 0 0 0,0 0 0 0 0,0 0 0 0 0,0 0 0 0 0,1 1 0 0 0,0-1 0 0 0,1 1 0 0 0,0 0 0 0 0,-3 13 1 0 0,5-17-40 0 0,0 1 0 0 0,-1 0 0 0 0,2-1 1 0 0,-1 1-1 0 0,0-1 0 0 0,1 1 1 0 0,0 0-1 0 0,0-1 0 0 0,0 1 0 0 0,1-1 1 0 0,-1 0-1 0 0,1 1 0 0 0,0-1 1 0 0,0 0-1 0 0,1 0 0 0 0,-1 0 0 0 0,1-1 1 0 0,0 1-1 0 0,0 0 0 0 0,0-1 1 0 0,1 0-1 0 0,-1 0 0 0 0,7 5 0 0 0,0-2-10 0 0,0 0-1 0 0,0 0 0 0 0,0-1 0 0 0,1-1 0 0 0,0 0 0 0 0,0 0 0 0 0,0-1 0 0 0,1 0 0 0 0,-1-1 0 0 0,1 0 0 0 0,-1-1 0 0 0,1 0 0 0 0,0-1 0 0 0,-1 0 0 0 0,1-1 0 0 0,0-1 0 0 0,16-3 0 0 0,-13 1 35 0 0,1-1 0 0 0,-1 0-1 0 0,-1-1 1 0 0,1-1-1 0 0,-1 0 1 0 0,0-1 0 0 0,-1 0-1 0 0,0-1 1 0 0,0-1-1 0 0,-1 0 1 0 0,0-1 0 0 0,15-16-1 0 0,6-7 2781 0 0,-33 34-2791 0 0,0-1 1 0 0,0 1-1 0 0,1 0 0 0 0,-1 0 0 0 0,0 0 0 0 0,0-1 0 0 0,0 1 1 0 0,0 0-1 0 0,1 0 0 0 0,-1 0 0 0 0,0-1 0 0 0,0 1 1 0 0,0 0-1 0 0,1 0 0 0 0,-1 0 0 0 0,0 0 0 0 0,0 0 0 0 0,1 0 1 0 0,-1 0-1 0 0,0 0 0 0 0,0 0 0 0 0,1-1 0 0 0,-1 1 1 0 0,0 0-1 0 0,0 0 0 0 0,1 0 0 0 0,-1 0 0 0 0,0 0 0 0 0,0 0 1 0 0,1 1-1 0 0,-1-1 0 0 0,0 0 0 0 0,0 0 0 0 0,0 0 1 0 0,1 0-1 0 0,-1 0 0 0 0,0 0 0 0 0,0 0 0 0 0,1 0 0 0 0,-1 1 1 0 0,0-1-1 0 0,0 0 0 0 0,-6 24-232 0 0,3-16-469 0 0,-11 27-1195 0 0,6-6-6810 0 0,5-17 5131 0 0</inkml:trace>
</inkml:ink>
</file>

<file path=ppt/ink/ink6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7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0 157 8929 0 0,'2'-67'925'0'0,"2"-18"671"0"0,-4 83-1732 0 0,9-1-685 0 0,-3 5-2499 0 0,9 6 606 0 0,-6-2 207 0 0</inkml:trace>
</inkml:ink>
</file>

<file path=ppt/ink/ink6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8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1 579 912 0 0,'0'0'4280'0'0,"4"-3"-3600"0"0,11-7-274 0 0,0-1-1 0 0,0-1 1 0 0,-1 0-1 0 0,-1-1 1 0 0,0-1 0 0 0,-1 0-1 0 0,-1-1 1 0 0,0 0 0 0 0,0-1-1 0 0,-2 0 1 0 0,0 0 0 0 0,12-33-1 0 0,0-7 206 0 0,-3 0 0 0 0,21-107 0 0 0,-33 87-188 0 0,-6 74-393 0 0,1 1 18 0 0,-1 1-47 0 0,0 0 1 0 0,0 0-1 0 0,0 0 0 0 0,0-1 1 0 0,0 1-1 0 0,0 0 1 0 0,0 0-1 0 0,1 0 0 0 0,-1-1 1 0 0,0 1-1 0 0,0 0 1 0 0,0 0-1 0 0,0 0 0 0 0,0-1 1 0 0,0 1-1 0 0,0 0 1 0 0,0 0-1 0 0,0-1 1 0 0,0 1-1 0 0,0 0 0 0 0,0 0 1 0 0,0 0-1 0 0,0-1 1 0 0,0 1-1 0 0,0 0 0 0 0,-1 0 1 0 0,1 0-1 0 0,0-1 1 0 0,0 1-1 0 0,0 0 1 0 0,0 0-1 0 0,0 0 0 0 0,0 0 1 0 0,0-1-1 0 0,-1 1 1 0 0,1 0-1 0 0,0 0 0 0 0,0 0 1 0 0,0 0-1 0 0,0 0 1 0 0,-1 0-1 0 0,1-1 1 0 0,0 1-1 0 0,0 0 0 0 0,0 0 1 0 0,-1 0-1 0 0,1 0 1 0 0,0 0-1 0 0,0 0 0 0 0,0 0 1 0 0,-1 0-1 0 0,1 0 1 0 0,0 0-1 0 0,0 0 1 0 0,-1 0-1 0 0,-6 7 11 0 0,1 1 1 0 0,-1-1-1 0 0,1 1 0 0 0,1 1 1 0 0,-1-1-1 0 0,1 1 1 0 0,1 0-1 0 0,0 0 0 0 0,0 0 1 0 0,1 1-1 0 0,0-1 1 0 0,0 1-1 0 0,1 0 0 0 0,-1 11 1 0 0,-3 30 54 0 0,-2 69 0 0 0,8-118-66 0 0,0 22 15 0 0,2 0 1 0 0,0 0-1 0 0,1-1 1 0 0,2 1-1 0 0,0-1 1 0 0,2 0-1 0 0,0 0 1 0 0,2-1-1 0 0,0 0 1 0 0,1 0-1 0 0,26 39 1 0 0,-34-59-8 0 0,1 1 1 0 0,-1 0-1 0 0,1-1 1 0 0,-1 0-1 0 0,1 1 1 0 0,0-1-1 0 0,0 0 1 0 0,0 0-1 0 0,0-1 1 0 0,1 1-1 0 0,-1-1 1 0 0,0 1-1 0 0,0-1 1 0 0,1 0-1 0 0,-1 0 1 0 0,1-1-1 0 0,-1 1 1 0 0,1-1-1 0 0,0 0 1 0 0,-1 1-1 0 0,8-2 1 0 0,-8 1-7 0 0,0-1 1 0 0,0 1-1 0 0,-1-1 1 0 0,1 1 0 0 0,0-1-1 0 0,0 0 1 0 0,0 0 0 0 0,0-1-1 0 0,-1 1 1 0 0,1 0-1 0 0,-1-1 1 0 0,1 1 0 0 0,-1-1-1 0 0,1 0 1 0 0,-1 0-1 0 0,0 0 1 0 0,0 0 0 0 0,0-1-1 0 0,0 1 1 0 0,0 0 0 0 0,-1-1-1 0 0,1 1 1 0 0,-1-1-1 0 0,1 0 1 0 0,-1 1 0 0 0,1-5-1 0 0,22-28 99 0 0,-23 33-86 0 0,-1 2-87 0 0,0 0 72 0 0,1 0-1 0 0,-1 0 1 0 0,0 1-1 0 0,0-1 0 0 0,1 0 1 0 0,-1 0-1 0 0,0 0 1 0 0,1 0-1 0 0,-1 0 0 0 0,0 1 1 0 0,0-1-1 0 0,1 0 1 0 0,-1 0-1 0 0,0 1 0 0 0,0-1 1 0 0,1 0-1 0 0,-1 0 1 0 0,0 1-1 0 0,0-1 0 0 0,0 0 1 0 0,0 0-1 0 0,1 1 1 0 0,-1-1-1 0 0,0 0 1 0 0,0 1-1 0 0,0-1 0 0 0,0 0 1 0 0,0 1-1 0 0,0-1 1 0 0,0 0-1 0 0,0 1 0 0 0,0 0 2 0 0,0 0 1 0 0,1 1-1 0 0,-1-1 0 0 0,0 0 0 0 0,1 0 0 0 0,-1 0 0 0 0,1 0 0 0 0,-1 0 0 0 0,1 0 0 0 0,0-1 0 0 0,-1 1 1 0 0,1 0-1 0 0,0 0 0 0 0,0 0 0 0 0,-1 0 0 0 0,1-1 0 0 0,0 1 0 0 0,0 0 0 0 0,0-1 0 0 0,0 1 0 0 0,0-1 1 0 0,0 1-1 0 0,0-1 0 0 0,0 0 0 0 0,0 1 0 0 0,0-1 0 0 0,0 0 0 0 0,0 1 0 0 0,0-1 0 0 0,0 0 0 0 0,1 0 1 0 0,0 0-1 0 0,2 0 8 0 0,0-1-1 0 0,1 1 1 0 0,-1-1 0 0 0,0 0 0 0 0,0 0 0 0 0,0 0 0 0 0,0 0-1 0 0,0-1 1 0 0,0 0 0 0 0,0 0 0 0 0,0 0 0 0 0,-1 0 0 0 0,1 0 0 0 0,3-4-1 0 0,30-13 67 0 0,-35 18-74 0 0,1 2-21 0 0,0 0 21 0 0,0 0 1 0 0,0 1-1 0 0,0-1 0 0 0,0 1 1 0 0,-1 0-1 0 0,1-1 1 0 0,-1 1-1 0 0,1 0 1 0 0,-1 1-1 0 0,0-1 1 0 0,0 0-1 0 0,0 1 1 0 0,0-1-1 0 0,0 1 0 0 0,2 4 1 0 0,0 1 2 0 0,-1-1 0 0 0,0 1-1 0 0,0 0 1 0 0,-1 0 0 0 0,3 15 0 0 0,-2 7 105 0 0,-1 1-1 0 0,-4 41 1 0 0,2-66-65 0 0,-3 43 108 0 0,-2-1-1 0 0,-2 0 1 0 0,-3-1-1 0 0,-1 0 0 0 0,-3 0 1 0 0,-22 53-1 0 0,29-85-94 0 0,0 0 1 0 0,-1 0-1 0 0,-17 22 0 0 0,23-33-18 0 0,-1-1 0 0 0,1 0 0 0 0,-1 1-1 0 0,0-1 1 0 0,0-1 0 0 0,-1 1 0 0 0,1 0 0 0 0,-1-1-1 0 0,1 1 1 0 0,-1-1 0 0 0,0 0 0 0 0,1 0 0 0 0,-1-1 0 0 0,0 1-1 0 0,0-1 1 0 0,0 0 0 0 0,-1 0 0 0 0,-7 1 0 0 0,9-3-20 0 0,0 1 0 0 0,0-1 0 0 0,0 0 0 0 0,0 1 0 0 0,0-1 0 0 0,1-1 0 0 0,-1 1 0 0 0,0 0 0 0 0,1-1 0 0 0,-1 1 0 0 0,1-1 0 0 0,-1 0 1 0 0,1 0-1 0 0,0 0 0 0 0,0 0 0 0 0,-1 0 0 0 0,2-1 0 0 0,-1 1 0 0 0,0 0 0 0 0,0-1 0 0 0,1 0 0 0 0,-1 1 0 0 0,1-1 0 0 0,0 0 0 0 0,-2-5 0 0 0,-1-3 19 0 0,1-1 0 0 0,0 1 0 0 0,0-1 0 0 0,-1-23 0 0 0,3 22-59 0 0,1 1 0 0 0,0-1 1 0 0,1 1-1 0 0,1 0 1 0 0,-1-1-1 0 0,2 1 1 0 0,0 0-1 0 0,0 0 0 0 0,1 1 1 0 0,1-1-1 0 0,0 1 1 0 0,1 0-1 0 0,8-14 1 0 0,-6 13-1165 0 0,1 1 1 0 0,1 0 0 0 0,0 0 0 0 0,0 1 0 0 0,1 1 0 0 0,22-16 0 0 0,-22 17-2367 0 0,0-1 270 0 0</inkml:trace>
</inkml:ink>
</file>

<file path=ppt/ink/ink6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8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40 180 0 0,'6'-4'373'0'0,"0"1"1"0"0,0-1-1 0 0,1 1 0 0 0,-1 0 1 0 0,1 0-1 0 0,0 1 0 0 0,0 0 1 0 0,0 0-1 0 0,0 0 0 0 0,0 1 1 0 0,0 0-1 0 0,0 1 0 0 0,13 0 1 0 0,1-2 6 0 0,71-2-49 0 0,-32 2-3716 0 0,-46 0 1848 0 0</inkml:trace>
</inkml:ink>
</file>

<file path=ppt/ink/ink6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8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1 452 0 0,'0'0'2861'0'0,"10"0"3408"0"0,-8 12-5976 0 0,0 0 1 0 0,-1 1 0 0 0,-1 16-1 0 0,0-27-835 0 0,4 15-5718 0 0</inkml:trace>
</inkml:ink>
</file>

<file path=ppt/ink/ink6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39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23 240 0 0,'5'-3'771'0'0,"0"0"0"0"0,0 0 1 0 0,0 1-1 0 0,0-1 0 0 0,1 1 0 0 0,-1 1 0 0 0,1-1 1 0 0,-1 1-1 0 0,8-1 0 0 0,-10 2-120 0 0,14 32 1726 0 0,-16-26-2321 0 0,0 1 0 0 0,-1-1 0 0 0,0 1 0 0 0,0 0 0 0 0,0-1 0 0 0,-1 1 0 0 0,1-1 0 0 0,-2 1 0 0 0,1-1 0 0 0,-1 0 0 0 0,0 1 0 0 0,0-1 0 0 0,-4 6 0 0 0,0 2-1368 0 0,-2-1 1 0 0,1 0-1 0 0,-2 0 1 0 0,-15 17-1 0 0,4-10-1618 0 0</inkml:trace>
</inkml:ink>
</file>

<file path=ppt/ink/ink6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3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2 844 0 0,'4'-1'12696'0'0,"30"0"-12697"0"0,373 22 1173 0 0,-406-21-1172 0 0,38 0-1105 0 0,-37 0 754 0 0,-1 0 0 0 0,1 0 1 0 0,0 0-1 0 0,-1 0 0 0 0,1-1 0 0 0,0 1 0 0 0,-1 0 1 0 0,1-1-1 0 0,0 0 0 0 0,-1 1 0 0 0,1-1 0 0 0,-1 0 1 0 0,1 0-1 0 0,-1 0 0 0 0,0 0 0 0 0,1 0 0 0 0,-1 0 0 0 0,2-2 1 0 0</inkml:trace>
</inkml:ink>
</file>

<file path=ppt/ink/ink6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3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7 468 0 0,'0'-1'177'0'0,"-1"1"-1"0"0,1-1 1 0 0,0 1 0 0 0,0 0-1 0 0,-1-1 1 0 0,1 1 0 0 0,0-1-1 0 0,-1 1 1 0 0,1 0 0 0 0,0-1-1 0 0,-1 1 1 0 0,1 0 0 0 0,-1 0-1 0 0,1-1 1 0 0,0 1 0 0 0,-1 0-1 0 0,1 0 1 0 0,-1 0 0 0 0,1-1-1 0 0,-1 1 1 0 0,1 0 0 0 0,-1 0-1 0 0,1 0 1 0 0,-1 0 0 0 0,1 0-1 0 0,-1 0 1 0 0,1 0 0 0 0,-1 0-1 0 0,1 0 1 0 0,-1 0 0 0 0,1 0-1 0 0,0 1 1 0 0,-1-1 0 0 0,1 0-1 0 0,-1 0 1 0 0,1 0 0 0 0,-1 1-1 0 0,1-1 1 0 0,-1 0 0 0 0,1 1-1 0 0,-21 23 2782 0 0,-19 50-2075 0 0,32-55 74 0 0,-72 168 1389 0 0,37-59-8406 0 0,41-121 2732 0 0</inkml:trace>
</inkml:ink>
</file>

<file path=ppt/ink/ink6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3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17 424 0 0,'-7'-16'11111'0'0,"2"53"-10780"0"0,-3 21-295 0 0,-4-23-3300 0 0</inkml:trace>
</inkml:ink>
</file>

<file path=ppt/ink/ink6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4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11 236 0 0,'8'-10'4959'0'0,"-8"10"-4832"0"0,1 0 0 0 0,-1 0 0 0 0,0 0 0 0 0,0 0 0 0 0,0 0 0 0 0,0 0 1 0 0,0 0-1 0 0,1 0 0 0 0,-1 0 0 0 0,0 0 0 0 0,0 0 0 0 0,4 1 2797 0 0,-4 0-2796 0 0,1 6-167 0 0,0-1 0 0 0,-1 1 1 0 0,0 0-1 0 0,0 0 1 0 0,-2 11-1 0 0,2 30-5589 0 0</inkml:trace>
</inkml:ink>
</file>

<file path=ppt/ink/ink6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4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213 140 352 0 0,'17'-17'1708'0'0,"-7"8"-364"0"0,-1-1 0 0 0,1 0 0 0 0,-2-1 0 0 0,0 0 0 0 0,8-14 0 0 0,-15 24-878 0 0,-1-1-355 0 0,1 0 0 0 0,-1 0 0 0 0,0 1 1 0 0,0-1-1 0 0,0 0 0 0 0,0 0 1 0 0,0 1-1 0 0,0-1 0 0 0,0 0 0 0 0,-1 0 1 0 0,1 1-1 0 0,-1-1 0 0 0,1 0 1 0 0,-1 1-1 0 0,0-1 0 0 0,0 0 0 0 0,1 1 1 0 0,-1-1-1 0 0,0 1 0 0 0,-3-3 1 0 0,0 2-44 0 0,0 1 0 0 0,0 0 0 0 0,0 0 0 0 0,0 0 1 0 0,0 0-1 0 0,-1 1 0 0 0,1 0 0 0 0,0 0 1 0 0,-8 0-1 0 0,4 2 8 0 0,0-1 0 0 0,0 1 0 0 0,0 1 1 0 0,0 0-1 0 0,1 0 0 0 0,-1 0 0 0 0,-13 9 0 0 0,5-1 39 0 0,1 0-1 0 0,0 1 1 0 0,1 1-1 0 0,0 0 0 0 0,-14 18 1 0 0,21-22-74 0 0,1 1 1 0 0,0 0 0 0 0,0 0-1 0 0,1 1 1 0 0,1-1 0 0 0,-1 1 0 0 0,2 0-1 0 0,0 1 1 0 0,0-1 0 0 0,1 0-1 0 0,0 1 1 0 0,1-1 0 0 0,0 15-1 0 0,1-21-40 0 0,0 1 0 0 0,0-1 0 0 0,0 0-1 0 0,1 0 1 0 0,0 0 0 0 0,0 0-1 0 0,0 0 1 0 0,1 0 0 0 0,-1 0 0 0 0,1-1-1 0 0,0 1 1 0 0,1 0 0 0 0,-1-1-1 0 0,1 1 1 0 0,0-1 0 0 0,0 0 0 0 0,0 0-1 0 0,1 0 1 0 0,-1-1 0 0 0,1 1-1 0 0,0-1 1 0 0,0 0 0 0 0,0 0 0 0 0,1 0-1 0 0,-1 0 1 0 0,1-1 0 0 0,-1 0 0 0 0,1 0-1 0 0,0 0 1 0 0,0 0 0 0 0,0-1-1 0 0,7 1 1 0 0,-2 0-18 0 0,0-1 0 0 0,0-1 0 0 0,1 1 0 0 0,-1-2 0 0 0,0 1 0 0 0,1-2 0 0 0,-1 1 0 0 0,0-1 0 0 0,18-6 0 0 0,1-4-44 0 0,56-32-1 0 0,-35 17 5 0 0,-48 27 53 0 0,0 0 0 0 0,0 0 0 0 0,0 0 0 0 0,0 0 0 0 0,-1 1 0 0 0,1-1 0 0 0,0 1 0 0 0,0-1-1 0 0,0 1 1 0 0,0 0 0 0 0,-1 0 0 0 0,1 0 0 0 0,0 0 0 0 0,-1 0 0 0 0,1 0 0 0 0,-1 0 0 0 0,1 0 0 0 0,1 2 0 0 0,32 17-49 0 0,-27-18 120 0 0,-1-1-1 0 0,1 0 1 0 0,0 0-1 0 0,0 0 1 0 0,0-1 0 0 0,0 0-1 0 0,0-1 1 0 0,8-1-1 0 0,-13 1-44 0 0,-1 1 0 0 0,1-1 0 0 0,-1 0 1 0 0,0 0-1 0 0,1 0 0 0 0,-1 0 0 0 0,0 0 0 0 0,0 0 0 0 0,0-1 0 0 0,0 1 0 0 0,0-1 0 0 0,0 1 0 0 0,0-1 0 0 0,0 0 0 0 0,0 0 0 0 0,-1 0 1 0 0,1 0-1 0 0,-1 0 0 0 0,1 0 0 0 0,-1 0 0 0 0,0 0 0 0 0,0-1 0 0 0,0 1 0 0 0,0 0 0 0 0,-1-1 0 0 0,1 1 0 0 0,0-1 0 0 0,-1-3 0 0 0,1 3 54 0 0,-20-39 209 0 0,18 41-396 0 0,-1-1 0 0 0,1 1 0 0 0,0 0 1 0 0,0 0-1 0 0,-1 0 0 0 0,1 1 1 0 0,-1-1-1 0 0,1 0 0 0 0,0 0 1 0 0,-1 1-1 0 0,0-1 0 0 0,1 1 1 0 0,-1-1-1 0 0,1 1 0 0 0,-1 0 1 0 0,1 0-1 0 0,-1-1 0 0 0,0 1 1 0 0,1 0-1 0 0,-1 0 0 0 0,0 1 1 0 0,1-1-1 0 0,-1 0 0 0 0,1 1 1 0 0,-1-1-1 0 0,1 0 0 0 0,-1 1 1 0 0,1 0-1 0 0,-1-1 0 0 0,-2 3 1 0 0,2-2-863 0 0,-4 6-1447 0 0</inkml:trace>
</inkml:ink>
</file>

<file path=ppt/ink/ink6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6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3 351 524 0 0,'-1'7'7962'0'0,"-1"21"-5019"0"0,2-25-2928 0 0,0 0-1 0 0,0 0 1 0 0,1 0 0 0 0,-1 0 0 0 0,1-1 0 0 0,-1 1 0 0 0,1 0 0 0 0,0 0 0 0 0,0 0 0 0 0,0-1-1 0 0,0 1 1 0 0,0-1 0 0 0,1 1 0 0 0,-1-1 0 0 0,1 1 0 0 0,3 2 0 0 0,-3-3 9 0 0,0-1 1 0 0,0 0-1 0 0,0 1 1 0 0,0-1-1 0 0,0 0 1 0 0,1 0-1 0 0,-1-1 1 0 0,0 1-1 0 0,1 0 0 0 0,-1-1 1 0 0,0 1-1 0 0,1-1 1 0 0,-1 0-1 0 0,1 0 1 0 0,-1 0-1 0 0,3 0 1 0 0,-4 0-15 0 0,1 0 35 0 0,3-1 4 0 0,-2-1-35 0 0,1 1 1 0 0,-1 0-1 0 0,1 0 0 0 0,-1 1 0 0 0,1-1 0 0 0,0 1 0 0 0,-1 0 0 0 0,8 0 0 0 0,-1 7-14 0 0,-2-1 11 0 0,1 0 0 0 0,0-1-1 0 0,0 0 1 0 0,0-1 0 0 0,0 0 0 0 0,1 0 0 0 0,0-1-1 0 0,10 2 1 0 0,-15-4-6 0 0,1-1 0 0 0,0 0 0 0 0,0-1 0 0 0,0 1 0 0 0,0-1 0 0 0,0 0 0 0 0,0-1 0 0 0,-1 0 0 0 0,1 1 0 0 0,-1-2 0 0 0,1 1 0 0 0,-1-1 0 0 0,0 0 0 0 0,0 0 0 0 0,0 0 0 0 0,0-1 0 0 0,0 1 0 0 0,-1-1 0 0 0,8-9 0 0 0,30-32 107 0 0,-41 44-4 0 0,24 30-73 0 0,-23-26-27 0 0,0 0 0 0 0,0-1 0 0 0,0 1 0 0 0,0-1-1 0 0,0 1 1 0 0,1-1 0 0 0,-1 0 0 0 0,1 0 0 0 0,-1 0 0 0 0,1 0-1 0 0,0 0 1 0 0,0-1 0 0 0,0 1 0 0 0,0-1 0 0 0,0 0 0 0 0,0 0-1 0 0,1 0 1 0 0,-1 0 0 0 0,0-1 0 0 0,0 1 0 0 0,1-1 0 0 0,-1 0 0 0 0,0 0-1 0 0,1 0 1 0 0,-1 0 0 0 0,0 0 0 0 0,1-1 0 0 0,3-1 0 0 0,0 1-1 0 0,1-2 0 0 0,-1 1 0 0 0,1-1 0 0 0,-1 0 0 0 0,0 0 1 0 0,0-1-1 0 0,-1 0 0 0 0,1 0 0 0 0,-1 0 0 0 0,0-1 0 0 0,7-7 1 0 0,1-3-4 0 0,-2 0 0 0 0,0-2 0 0 0,0 1 0 0 0,-2-1 0 0 0,15-31 1 0 0,29-96 69 0 0,-10 24 730 0 0,-38 102-331 0 0,-17 33-379 0 0,-16 37-92 0 0,17-26 14 0 0,2 1 0 0 0,1 0 1 0 0,1 0-1 0 0,1 0 0 0 0,2 1 1 0 0,0 0-1 0 0,2 0 0 0 0,1-1 1 0 0,6 48-1 0 0,-5-70-6 0 0,0 0 0 0 0,0 0 0 0 0,0-1 0 0 0,1 1 0 0 0,-1 0-1 0 0,1-1 1 0 0,0 1 0 0 0,1-1 0 0 0,-1 0 0 0 0,1 1 0 0 0,0-1 0 0 0,0 0 0 0 0,0-1 0 0 0,0 1 0 0 0,1-1-1 0 0,0 1 1 0 0,-1-1 0 0 0,1 0 0 0 0,0 0 0 0 0,1-1 0 0 0,-1 1 0 0 0,0-1 0 0 0,1 0 0 0 0,-1 0 0 0 0,7 1 0 0 0,-4-1 4 0 0,1-1 1 0 0,-1 0-1 0 0,1 0 1 0 0,0-1-1 0 0,-1 0 1 0 0,1-1 0 0 0,0 1-1 0 0,-1-2 1 0 0,1 1-1 0 0,-1-1 1 0 0,1 0-1 0 0,-1 0 1 0 0,0-1 0 0 0,0 0-1 0 0,9-5 1 0 0,-7 3-3 0 0,1-1 1 0 0,-1 0 0 0 0,-1-1-1 0 0,13-11 1 0 0,-20 17-16 0 0,13-14 26 0 0,-4 10-250 0 0,10 23 250 0 0,-18-18-10 0 0,13 1 29 0 0,38-11-17 0 0,-52 11-17 0 0,0-1 0 0 0,0 1 1 0 0,0-1-1 0 0,0 1 0 0 0,0 0 0 0 0,0-1 0 0 0,0 1 1 0 0,0 0-1 0 0,0 0 0 0 0,0 0 0 0 0,0-1 0 0 0,-1 1 1 0 0,1 0-1 0 0,0 0 0 0 0,-1 0 0 0 0,1 1 0 0 0,-1-1 1 0 0,1 0-1 0 0,-1 0 0 0 0,1 0 0 0 0,-1 0 0 0 0,0 0 1 0 0,0 1-1 0 0,1-1 0 0 0,-1 0 0 0 0,0 0 0 0 0,0 0 1 0 0,0 1-1 0 0,0-1 0 0 0,-1 0 0 0 0,1 2 0 0 0,-5 41 228 0 0,-15 47 124 0 0,13-53-191 0 0,-19 58-1 0 0,-8 10-2284 0 0,18-95-760 0 0</inkml:trace>
</inkml:ink>
</file>

<file path=ppt/ink/ink6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6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9957 0 0,'4'-8'65'0'0,"0"1"1"0"0,0 0-1 0 0,0 1 1 0 0,1-1-1 0 0,0 1 0 0 0,1 0 1 0 0,-1 0-1 0 0,1 1 1 0 0,0-1-1 0 0,1 1 0 0 0,-1 1 1 0 0,1-1-1 0 0,0 1 1 0 0,0 0-1 0 0,0 1 0 0 0,0-1 1 0 0,1 1-1 0 0,0 1 1 0 0,-1 0-1 0 0,14-3 0 0 0,-8 3-80 0 0,1 0 0 0 0,-1 0 0 0 0,1 1 0 0 0,0 1 0 0 0,17 2 0 0 0,35 12-6543 0 0,-55-10 3920 0 0</inkml:trace>
</inkml:ink>
</file>

<file path=ppt/ink/ink6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6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15 372 0 0,'0'-1'274'0'0,"0"0"1"0"0,0 1-1 0 0,1-1 0 0 0,-1 0 0 0 0,0 0 1 0 0,1 1-1 0 0,-1-1 0 0 0,1 0 1 0 0,-1 1-1 0 0,1-1 0 0 0,-1 1 0 0 0,1-1 1 0 0,-1 0-1 0 0,1 1 0 0 0,-1-1 1 0 0,1 1-1 0 0,0 0 0 0 0,0-1 1 0 0,-1 1-1 0 0,1-1 0 0 0,0 1 0 0 0,-1 0 1 0 0,1 0-1 0 0,0-1 0 0 0,0 1 1 0 0,0 0-1 0 0,-1 0 0 0 0,2 0 0 0 0,-1 0-140 0 0,0 1-1 0 0,1-1 0 0 0,-1 1 0 0 0,0-1 0 0 0,0 1 0 0 0,0 0 1 0 0,0 0-1 0 0,0-1 0 0 0,0 1 0 0 0,0 0 0 0 0,-1 0 0 0 0,1 0 0 0 0,0 0 1 0 0,0 0-1 0 0,0 2 0 0 0,19 44 914 0 0,-19-18-722 0 0,-1-9-2406 0 0,4-9-3380 0 0</inkml:trace>
</inkml:ink>
</file>

<file path=ppt/ink/ink6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47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3 896 0 0,'0'0'839'0'0,"15"-2"3231"0"0,-14 2-3954 0 0,0 0 1 0 0,0 1-1 0 0,0-1 1 0 0,0 1-1 0 0,0 0 1 0 0,0-1-1 0 0,0 1 1 0 0,0 0 0 0 0,0-1-1 0 0,0 1 1 0 0,0 0-1 0 0,0 0 1 0 0,-1 0-1 0 0,1 0 1 0 0,0 0 0 0 0,-1 0-1 0 0,1 0 1 0 0,0 0-1 0 0,-1 0 1 0 0,1 0-1 0 0,-1 0 1 0 0,0 0-1 0 0,1 0 1 0 0,-1 2 0 0 0,-1 37 1776 0 0,-2-24-1446 0 0,-1 0 0 0 0,-13 30 0 0 0,12-34-699 0 0,-1-1-1 0 0,0 0 1 0 0,-1 0 0 0 0,0-1-1 0 0,-12 14 1 0 0,-27 18-5066 0 0,23-26 2437 0 0</inkml:trace>
</inkml:ink>
</file>

<file path=ppt/ink/ink6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59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14 254 244 0 0,'0'0'10349'0'0,"-2"-4"-9961"0"0,0 1 0 0 0,0-1 0 0 0,0 0 0 0 0,1 0 0 0 0,0 1 0 0 0,-1-1 0 0 0,1-5 0 0 0,8-6-312 0 0,1 0 0 0 0,0 0 1 0 0,1 1-1 0 0,1 0 1 0 0,0 1-1 0 0,1 0 1 0 0,1 0-1 0 0,0 2 0 0 0,0-1 1 0 0,1 1-1 0 0,1 1 1 0 0,0 0-1 0 0,0 1 1 0 0,1 1-1 0 0,0 0 0 0 0,0 1 1 0 0,1 1-1 0 0,16-5 1 0 0,-26 10-75 0 0,0 0 1 0 0,-1 0-1 0 0,1 1 0 0 0,0 0 1 0 0,0 0-1 0 0,0 0 1 0 0,-1 1-1 0 0,1 0 0 0 0,0 0 1 0 0,-1 0-1 0 0,1 1 1 0 0,-1 0-1 0 0,11 5 0 0 0,-1 1 1 0 0,0 2-1 0 0,0 0 0 0 0,15 14 0 0 0,-16-12 12 0 0,2 0 1 0 0,25 14-1 0 0,-36-23-3 0 0,1 0-1 0 0,-1-1 0 0 0,1 0 1 0 0,0 0-1 0 0,0 0 0 0 0,-1-1 1 0 0,1 0-1 0 0,0 0 0 0 0,1 0 1 0 0,-1-1-1 0 0,0 0 0 0 0,7-1 1 0 0,109-25-31 0 0,-120 26-217 0 0,6 6-3033 0 0,-24 19-6244 0 0</inkml:trace>
</inkml:ink>
</file>

<file path=ppt/ink/ink6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0:59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33 292 0 0,'-27'8'3226'0'0,"16"-4"5750"0"0,23-11-8824 0 0,0 0 261 0 0,0 0-1 0 0,0 1 1 0 0,19-6-1 0 0,-27 10-343 0 0,0 1 0 0 0,0 0 0 0 0,1 1-1 0 0,-1-1 1 0 0,0 1 0 0 0,0-1 0 0 0,0 1-1 0 0,1 0 1 0 0,-1 1 0 0 0,0-1 0 0 0,0 1 0 0 0,0 0-1 0 0,0 0 1 0 0,0 0 0 0 0,0 0 0 0 0,8 5-1 0 0,1 1-37 0 0,0 0 0 0 0,1-1 0 0 0,0-1 0 0 0,0 0 0 0 0,1-1 0 0 0,0 0 0 0 0,-1-1 0 0 0,1-1 0 0 0,0 0 0 0 0,0-1 0 0 0,0-1 0 0 0,1 0 0 0 0,22-4 0 0 0,-26 2-1368 0 0,0-1 1 0 0,-1 0-1 0 0,1-1 1 0 0,-1-1-1 0 0,0 1 1 0 0,17-11-1 0 0,-13 5-2342 0 0</inkml:trace>
</inkml:ink>
</file>

<file path=ppt/ink/ink6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3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51 224 0 0,'25'-40'5856'0'0,"-24"39"-4681"0"0,0-6-645 0 0,-1 4-117 0 0,-1 8 2128 0 0,-30 111-2410 0 0,31-114-565 0 0,1 3-256 0 0,3 6-961 0 0,21-10-2760 0 0,-23-1 2339 0 0</inkml:trace>
</inkml:ink>
</file>

<file path=ppt/ink/ink6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4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12 252 0 0,'11'-9'3597'0'0,"-2"6"2855"0"0,-20 27-6679 0 0,-12 36-5959 0 0</inkml:trace>
</inkml:ink>
</file>

<file path=ppt/ink/ink6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5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135 143 652 0 0,'27'-40'5087'0'0,"-22"30"-4564"0"0,-2 6-190 0 0,0 0 0 0 0,0-1 0 0 0,-1 1 0 0 0,1-1 1 0 0,-1 0-1 0 0,0 0 0 0 0,0 0 0 0 0,-1 0 0 0 0,0 0 1 0 0,0-1-1 0 0,0 1 0 0 0,0 0 0 0 0,-1-7 0 0 0,0 10 265 0 0,0 2-582 0 0,0-1 0 0 0,0 1 0 0 0,0 0-1 0 0,0-1 1 0 0,0 1 0 0 0,0-1 0 0 0,0 1-1 0 0,0-1 1 0 0,0 1 0 0 0,0-1-1 0 0,0 1 1 0 0,0-1 0 0 0,0 1 0 0 0,-1-1-1 0 0,1 1 1 0 0,0 0 0 0 0,0-1 0 0 0,0 1-1 0 0,-1-1 1 0 0,1 1 0 0 0,0 0-1 0 0,-1-1 1 0 0,1 1 0 0 0,0 0 0 0 0,-1-1-1 0 0,1 1 1 0 0,0 0 0 0 0,-1-1 0 0 0,1 1-1 0 0,0 0 1 0 0,-1 0 0 0 0,1 0 0 0 0,-1-1-1 0 0,1 1 1 0 0,-1 0 0 0 0,1 0-1 0 0,-1 0 1 0 0,1 0 0 0 0,0 0 0 0 0,-2 0-1 0 0,1-1 11 0 0,-1 1 0 0 0,0 0 0 0 0,1-1-1 0 0,-1 1 1 0 0,1 0 0 0 0,-1 0 0 0 0,0 0-1 0 0,1 0 1 0 0,-1 0 0 0 0,1 1 0 0 0,-1-1-1 0 0,0 0 1 0 0,-1 1 0 0 0,-9 6 55 0 0,0 0 0 0 0,1 1 0 0 0,0 0 0 0 0,0 0 1 0 0,1 1-1 0 0,0 1 0 0 0,1 0 0 0 0,0 0 0 0 0,1 1 0 0 0,-15 22 1 0 0,19-25-39 0 0,-1 1 1 0 0,1-1-1 0 0,1 1 1 0 0,0 0-1 0 0,0 0 1 0 0,0 0-1 0 0,1 0 1 0 0,1 0-1 0 0,0 0 0 0 0,0 1 1 0 0,0-1-1 0 0,1 0 1 0 0,1 1-1 0 0,0-1 1 0 0,0 0-1 0 0,0 1 1 0 0,4 8-1 0 0,-4-16-38 0 0,-1 1-1 0 0,1-1 1 0 0,0 0-1 0 0,0 0 1 0 0,0 0-1 0 0,1-1 1 0 0,-1 1-1 0 0,0 0 1 0 0,1 0-1 0 0,-1-1 1 0 0,1 1-1 0 0,-1 0 1 0 0,1-1-1 0 0,0 0 1 0 0,-1 1-1 0 0,1-1 1 0 0,0 0-1 0 0,0 0 1 0 0,0 0-1 0 0,3 1 1 0 0,0-1 0 0 0,0 0 1 0 0,0 0 0 0 0,0 0-1 0 0,0-1 1 0 0,0 0 0 0 0,-1 0-1 0 0,1 0 1 0 0,0 0 0 0 0,5-2-1 0 0,6-1-5 0 0,0-2 0 0 0,-1 0 0 0 0,1 0 0 0 0,22-13 0 0 0,1-1 7 0 0,-2-3 1 0 0,-1-1-1 0 0,-1-1 0 0 0,-1-2 1 0 0,55-54-1 0 0,-73 61 44 0 0,-26 28 34 0 0,-27 32 28 0 0,31-30-107 0 0,-1-1-1 0 0,2 1 0 0 0,-9 21 0 0 0,13-28-4 0 0,0 0 0 0 0,0 0 0 0 0,0 0 0 0 0,0 0 0 0 0,1 0 0 0 0,-1 0 0 0 0,1 0 0 0 0,0 0 0 0 0,1 0 0 0 0,-1 0 0 0 0,0 0 0 0 0,1 0 0 0 0,0 0 0 0 0,2 5 0 0 0,-2-7-6 0 0,0-1-1 0 0,1 1 0 0 0,-1-1 0 0 0,1 1 0 0 0,-1-1 0 0 0,1 0 1 0 0,-1 1-1 0 0,1-1 0 0 0,0 0 0 0 0,-1 0 0 0 0,1 0 0 0 0,0-1 1 0 0,0 1-1 0 0,0 0 0 0 0,0-1 0 0 0,0 1 0 0 0,0-1 1 0 0,0 1-1 0 0,0-1 0 0 0,0 0 0 0 0,0 0 0 0 0,0 0 0 0 0,0 0 1 0 0,0-1-1 0 0,0 1 0 0 0,0 0 0 0 0,0-1 0 0 0,0 1 0 0 0,2-2 1 0 0,5 0-7 0 0,-1 0 0 0 0,1-1 0 0 0,-1 0 0 0 0,0 0 0 0 0,9-6 0 0 0,0-1-9 0 0,-1-1 0 0 0,-1-1 0 0 0,0-1 0 0 0,-1 0 0 0 0,0-1 0 0 0,14-18 0 0 0,-28 31-3 0 0,6-5 3 0 0,-18 31-121 0 0,10-21 61 0 0,-1 0 0 0 0,1 0 0 0 0,0 0 0 0 0,0 1 0 0 0,0-1 0 0 0,1 1 0 0 0,-1-1 0 0 0,1 1 0 0 0,0 0 0 0 0,1 0 0 0 0,-1-1 0 0 0,1 1 0 0 0,0 0 0 0 0,0 0 0 0 0,0-1 0 0 0,1 1 0 0 0,-1 0 0 0 0,1 0 0 0 0,0-1 0 0 0,1 1 0 0 0,-1-1 0 0 0,1 1 0 0 0,0-1 0 0 0,0 1 0 0 0,0-1 0 0 0,1 0 0 0 0,0 0 0 0 0,4 6 0 0 0,-4-9-440 0 0,0 0 0 0 0,-1 0 0 0 0,1 0 0 0 0,-1 0 0 0 0,1-1 0 0 0,0 1 0 0 0,0-1 0 0 0,-1 0 0 0 0,1 1 1 0 0,0-1-1 0 0,4-1 0 0 0,-4 1-311 0 0,0 0-1797 0 0</inkml:trace>
</inkml:ink>
</file>

<file path=ppt/ink/ink6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5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14 436 0 0,'0'0'753'0'0,"30"-13"4153"0"0,-28 13-4358 0 0,20 17 420 0 0,-18-9-815 0 0,-2 0 1 0 0,1 0-1 0 0,-1 0 1 0 0,0 0-1 0 0,-1 1 1 0 0,1-1-1 0 0,-2 1 1 0 0,1-1 0 0 0,-1 1-1 0 0,-1 0 1 0 0,0-1-1 0 0,0 1 1 0 0,0-1-1 0 0,-1 0 1 0 0,-6 16-1 0 0,4-5 70 0 0,-11 13 1977 0 0,19-43-2131 0 0,0 0 0 0 0,1 0-1 0 0,0 1 1 0 0,0-1-1 0 0,1 1 1 0 0,1 1-1 0 0,-1-1 1 0 0,2 1-1 0 0,10-11 1 0 0,-5 5-327 0 0,-1 0 1 0 0,16-25 0 0 0,-28 39-165 0 0,3-1 57 0 0,12-6-7072 0 0</inkml:trace>
</inkml:ink>
</file>

<file path=ppt/ink/ink6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5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10 368 0 0,'41'-9'4945'0'0,"-39"9"-4834"0"0,1 1-1 0 0,-1 0 1 0 0,0-1 0 0 0,0 1-1 0 0,1 0 1 0 0,-1 0-1 0 0,0 1 1 0 0,0-1 0 0 0,0 0-1 0 0,0 1 1 0 0,-1-1-1 0 0,1 1 1 0 0,0-1-1 0 0,0 1 1 0 0,-1 0 0 0 0,1 0-1 0 0,-1 0 1 0 0,0 0-1 0 0,0 0 1 0 0,1 0 0 0 0,-1 0-1 0 0,-1 0 1 0 0,1 0-1 0 0,0 1 1 0 0,0-1 0 0 0,-1 0-1 0 0,1 1 1 0 0,-1-1-1 0 0,0 0 1 0 0,0 1 0 0 0,0-1-1 0 0,0 0 1 0 0,0 4-1 0 0,-1 13 292 0 0,0 0-1 0 0,-1-1 0 0 0,-6 23 0 0 0,5-25-198 0 0,2-14-112 0 0,0 5-44 0 0,2-5 90 0 0,2-6 717 0 0,14-23-1150 0 0,2 1-1 0 0,1 1 0 0 0,1 1 0 0 0,44-40 0 0 0,-64 63-281 0 0,5 0 62 0 0,-3 0-878 0 0</inkml:trace>
</inkml:ink>
</file>

<file path=ppt/ink/ink6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6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84 0 0,'36'5'3048'0'0,"-26"-8"-2593"0"0,-1 0 0 0 0,1 0 0 0 0,-1-1 1 0 0,0-1-1 0 0,9-4 0 0 0,-14 6-245 0 0,-1 1 1 0 0,1-1-1 0 0,0 1 1 0 0,-1-1-1 0 0,0 0 1 0 0,0 0-1 0 0,0-1 1 0 0,0 1-1 0 0,0-1 1 0 0,0 1-1 0 0,-1-1 1 0 0,0 0-1 0 0,4-7 0 0 0,-6 9 187 0 0,1-5-205 0 0,-1 7-178 0 0,0 0 1 0 0,0 0-1 0 0,0 0 0 0 0,0 1 0 0 0,0-1 0 0 0,0 0 0 0 0,0 0 1 0 0,-1 0-1 0 0,1 0 0 0 0,0 0 0 0 0,0 0 0 0 0,0 0 1 0 0,0 0-1 0 0,0 0 0 0 0,0 0 0 0 0,0 0 0 0 0,0 0 0 0 0,0 0 1 0 0,-1 0-1 0 0,1 0 0 0 0,0 0 0 0 0,0 0 0 0 0,0 0 0 0 0,0 0 1 0 0,0 0-1 0 0,0 0 0 0 0,0 0 0 0 0,0 0 0 0 0,0 0 1 0 0,-1-1-1 0 0,1 1 0 0 0,0 0 0 0 0,0 0 0 0 0,0 0 0 0 0,0 0 1 0 0,0 0-1 0 0,0 0 0 0 0,0 0 0 0 0,0 0 0 0 0,0 0 1 0 0,0 0-1 0 0,0 0 0 0 0,0 0 0 0 0,0-1 0 0 0,0 1 0 0 0,0 0 1 0 0,0 0-1 0 0,0 0 0 0 0,0 0 0 0 0,0 0 0 0 0,0 0 0 0 0,0 0 1 0 0,0 0-1 0 0,0 0 0 0 0,0-1 0 0 0,0 1 0 0 0,0 0 1 0 0,0 0-1 0 0,0 0 0 0 0,0 0 0 0 0,0 0 0 0 0,0 0 0 0 0,0 0 1 0 0,-3 3 3 0 0,0 0 0 0 0,0 0 0 0 0,1 0 1 0 0,0 0-1 0 0,-1 1 0 0 0,1-1 1 0 0,0 1-1 0 0,1 0 0 0 0,-1-1 0 0 0,0 1 1 0 0,1 0-1 0 0,0 0 0 0 0,0 0 0 0 0,0 0 1 0 0,1 0-1 0 0,-1 6 0 0 0,2-7-14 0 0,-1 0 0 0 0,1 0 1 0 0,-1 0-1 0 0,1 0 0 0 0,0-1 0 0 0,0 1 0 0 0,1 0 0 0 0,-1-1 0 0 0,0 1 0 0 0,1-1 0 0 0,-1 1 0 0 0,1-1 1 0 0,0 0-1 0 0,0 1 0 0 0,0-1 0 0 0,0 0 0 0 0,0 0 0 0 0,1-1 0 0 0,-1 1 0 0 0,0 0 0 0 0,1-1 0 0 0,0 1 1 0 0,-1-1-1 0 0,1 0 0 0 0,0 0 0 0 0,4 1 0 0 0,-1 1-6 0 0,26-2 8 0 0,-20-3 21 0 0,-1 0 1 0 0,1-1-1 0 0,-1-1 1 0 0,0 0-1 0 0,0 0 1 0 0,-1-1-1 0 0,1 0 0 0 0,-1-1 1 0 0,13-9-1 0 0,33-17 294 0 0,-55 31-221 0 0,6-6 23 0 0,-7 7-121 0 0,0 0 0 0 0,0-1 1 0 0,0 1-1 0 0,0 0 0 0 0,0 0 0 0 0,0 0 0 0 0,0 0 0 0 0,1 0 1 0 0,-1-1-1 0 0,0 1 0 0 0,0 0 0 0 0,0 0 0 0 0,0 0 1 0 0,0 0-1 0 0,0 0 0 0 0,1-1 0 0 0,-1 1 0 0 0,0 0 0 0 0,0 0 1 0 0,0 0-1 0 0,0 0 0 0 0,0 0 0 0 0,1 0 0 0 0,-1 0 1 0 0,0 0-1 0 0,0 0 0 0 0,0 0 0 0 0,0 0 0 0 0,1 0 0 0 0,-1 0 1 0 0,0 0-1 0 0,0 0 0 0 0,0 0 0 0 0,1 0 0 0 0,-1 0 0 0 0,0 0 1 0 0,0 0-1 0 0,0 0 0 0 0,0 0 0 0 0,1 0 0 0 0,-1 0 1 0 0,0 0-1 0 0,0 0 0 0 0,0 0 0 0 0,0 0 0 0 0,1 0 0 0 0,-1 1 1 0 0,0-1-1 0 0,0 0 0 0 0,0 0 0 0 0,0 0 0 0 0,0 0 1 0 0,0 0-1 0 0,0 0 0 0 0,1 1 0 0 0,0 7 4 0 0,0-4-5 0 0,0 1 1 0 0,-1-1 0 0 0,1 1-1 0 0,-1-1 1 0 0,0 1-1 0 0,0 0 1 0 0,-1-1-1 0 0,0 7 1 0 0,0-9-2 0 0,1 3 10 0 0,0-3 3 0 0,0-1-1 0 0,-1 1 1 0 0,1 0-1 0 0,0-1 1 0 0,0 1-1 0 0,0 0 1 0 0,0-1-1 0 0,1 1 1 0 0,-1 0-1 0 0,0 0 1 0 0,1-1-1 0 0,-1 1 1 0 0,1-1-1 0 0,-1 1 1 0 0,1 0-1 0 0,2 2 1 0 0,5-5 6 0 0,-1 0-13 0 0,0 0-1 0 0,0-1 0 0 0,0 1 1 0 0,0-2-1 0 0,-1 1 0 0 0,1-1 0 0 0,0 0 1 0 0,11-7-1 0 0,40 1-4 0 0,-56 9-1 0 0,24 15-1748 0 0,-24-14 1509 0 0,13 10-1323 0 0,-1-7-3377 0 0,-2-2 2973 0 0</inkml:trace>
</inkml:ink>
</file>

<file path=ppt/ink/ink6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7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57 336 0 0,'-13'-7'1313'0'0,"12"7"-933"0"0,-1-1-1 0 0,1 1 1 0 0,0 0 0 0 0,0 0 0 0 0,-1 0 0 0 0,1 0 0 0 0,0 0 0 0 0,0 0 0 0 0,-1 0-1 0 0,1 0 1 0 0,0 0 0 0 0,0 1 0 0 0,0-1 0 0 0,-1 0 0 0 0,1 1 0 0 0,0-1 0 0 0,0 1 0 0 0,0-1-1 0 0,0 1 1 0 0,0 0 0 0 0,-2 1 0 0 0,-9 15-621 0 0,12-16 426 0 0,-1 3-88 0 0,1 0 1 0 0,1 0-1 0 0,-1-1 1 0 0,0 1-1 0 0,1 0 1 0 0,0 0-1 0 0,0-1 1 0 0,2 7-1 0 0,0-6-86 0 0,0-1 1 0 0,0 0-1 0 0,0 0 1 0 0,0-1-1 0 0,0 1 1 0 0,1-1-1 0 0,-1 1 1 0 0,1-1-1 0 0,0 0 1 0 0,-1-1-1 0 0,1 1 0 0 0,0 0 1 0 0,0-1-1 0 0,0 0 1 0 0,0 0-1 0 0,0 0 1 0 0,1-1-1 0 0,-1 1 1 0 0,0-1-1 0 0,0 0 1 0 0,0 0-1 0 0,0-1 0 0 0,1 1 1 0 0,-1-1-1 0 0,0 0 1 0 0,0 0-1 0 0,0 0 1 0 0,0 0-1 0 0,0-1 1 0 0,5-3-1 0 0,6-3 92 0 0,-1-2 0 0 0,0 0 0 0 0,-1 0 0 0 0,0-1 0 0 0,23-25 0 0 0,-15-4 367 0 0,-20 38-367 0 0,6-8 60 0 0,-8 12-156 0 0,0 0-1 0 0,0 1 0 0 0,0-1 1 0 0,0 1-1 0 0,0-1 0 0 0,0 1 1 0 0,1-1-1 0 0,-1 1 0 0 0,1-1 0 0 0,-1 1 1 0 0,1-1-1 0 0,0 1 0 0 0,0 0 1 0 0,0-1-1 0 0,1 1 0 0 0,-1-1 1 0 0,1 4-1 0 0,0-3 22 0 0,5 1 97 0 0,-5-3-111 0 0,0 0 0 0 0,-1 0-1 0 0,1 0 1 0 0,0-1 0 0 0,0 1-1 0 0,-1 0 1 0 0,1-1 0 0 0,0 1 0 0 0,0-1-1 0 0,0 1 1 0 0,0-1 0 0 0,0 1-1 0 0,0-1 1 0 0,0 0 0 0 0,0 1 0 0 0,0-1-1 0 0,0 0 1 0 0,0 0 0 0 0,0 0-1 0 0,1 1 1 0 0,8-3 40 0 0,0 0 0 0 0,0-1 0 0 0,-1 0 0 0 0,1-1 0 0 0,14-7 0 0 0,14-5 114 0 0,-36 16-147 0 0,-1 0-22 0 0,-1 0 0 0 0,1 0 0 0 0,0 0 0 0 0,0 0 1 0 0,0 1-1 0 0,0-1 0 0 0,0 0 0 0 0,-1 1 0 0 0,1-1 0 0 0,0 1 0 0 0,0-1 1 0 0,-1 1-1 0 0,1-1 0 0 0,0 1 0 0 0,-1-1 0 0 0,1 1 0 0 0,0 0 0 0 0,-1-1 0 0 0,1 1 1 0 0,-1 0-1 0 0,1-1 0 0 0,-1 1 0 0 0,1 0 0 0 0,-1 0 0 0 0,0 0 0 0 0,1 0 1 0 0,-1-1-1 0 0,0 1 0 0 0,0 0 0 0 0,0 0 0 0 0,1 1 0 0 0,-3 40 224 0 0,-23 38 459 0 0,7-44-483 0 0,-1-2 1 0 0,-1 0 0 0 0,-2-1 0 0 0,-38 43-1 0 0,0 3 89 0 0,4-13-103 0 0,52-62-154 0 0,0 1-1 0 0,-1-1 1 0 0,0-1-1 0 0,1 1 1 0 0,-1-1-1 0 0,0 0 0 0 0,-1 0 1 0 0,1 0-1 0 0,0-1 1 0 0,-1 0-1 0 0,-11 3 1 0 0,15-4 61 0 0,-4-5 85 0 0,5 4-161 0 0,0 0 0 0 0,0 0 0 0 0,0 0 1 0 0,-1 0-1 0 0,1-1 0 0 0,0 1 1 0 0,0 0-1 0 0,0-1 0 0 0,1 1 1 0 0,-1-1-1 0 0,0 1 0 0 0,0-1 0 0 0,0 0 1 0 0,0 1-1 0 0,0-1 0 0 0,1 0 1 0 0,-1 1-1 0 0,0-1 0 0 0,1 0 0 0 0,-1 0 1 0 0,0 0-1 0 0,1 0 0 0 0,-1 0 1 0 0,1 0-1 0 0,-1-1 0 0 0,1-7 41 0 0,0 1-1 0 0,0-1 0 0 0,1 1 1 0 0,1-1-1 0 0,-1 1 0 0 0,1 0 1 0 0,1-1-1 0 0,-1 1 1 0 0,1 0-1 0 0,1 1 0 0 0,0-1 1 0 0,0 0-1 0 0,0 1 0 0 0,1 0 1 0 0,7-9-1 0 0,14-16-797 0 0,59-54-1 0 0,-62 64-290 0 0,-11 12-236 0 0,0 1 1 0 0,0 1-1 0 0,0 0 0 0 0,22-9 1 0 0,-14 6-2428 0 0,-5 2 679 0 0</inkml:trace>
</inkml:ink>
</file>

<file path=ppt/ink/ink6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8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12 836 0 0,'7'-7'3210'0'0,"-7"6"-3098"0"0,0 1 0 0 0,0 0 0 0 0,0 0 1 0 0,0 0-1 0 0,0 0 0 0 0,0 0 0 0 0,0-1 0 0 0,0 1 0 0 0,1-1 1234 0 0,0 1-1234 0 0,-1-1 0 0 0,0 1 0 0 0,0 0 0 0 0,0 0 0 0 0,0 0 0 0 0,0 0 1 0 0,1 0-1 0 0,-1 0 0 0 0,0 0 0 0 0,0 0 0 0 0,0 0 0 0 0,0 0 0 0 0,1 0 0 0 0,-1 0 1 0 0,0 0-1 0 0,0 0 0 0 0,0 0 0 0 0,0 0 0 0 0,0 0 0 0 0,1 0 0 0 0,-1 0 0 0 0,0 0 1 0 0,0 0-1 0 0,2 1 1233 0 0,-2-1-1233 0 0,0 1 1 0 0,0-1-1 0 0,0 6-11 0 0,-1 0 1 0 0,1 0-1 0 0,-1-1 0 0 0,-1 1 1 0 0,1 0-1 0 0,-1-1 1 0 0,0 1-1 0 0,0-1 1 0 0,-6 10-1 0 0,-10 32-3147 0 0,30-33-1725 0 0</inkml:trace>
</inkml:ink>
</file>

<file path=ppt/ink/ink6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18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0 808 0 0,'-2'4'979'0'0,"1"-2"-900"0"0,-35 54 3844 0 0,-44 54 0 0 0,63-91-5284 0 0,0 0-1 0 0,-2 0 1 0 0,-28 21-1 0 0,28-27-1040 0 0</inkml:trace>
</inkml:ink>
</file>

<file path=ppt/ink/ink6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23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 20 0 0,'-1'-44'6350'0'0,"1"42"-6193"0"0,1 1-1 0 0,-1-1 1 0 0,1 0 0 0 0,-1 1-1 0 0,1-1 1 0 0,-1 0 0 0 0,1 1-1 0 0,0-1 1 0 0,0 1-1 0 0,0 0 1 0 0,0-1 0 0 0,0 1-1 0 0,0 0 1 0 0,0-1 0 0 0,1 1-1 0 0,-1 0 1 0 0,0 0 0 0 0,1 0-1 0 0,-1 0 1 0 0,1 0 0 0 0,-1 0-1 0 0,1 0 1 0 0,1 0 0 0 0,10-2 85 0 0,-1 1 1 0 0,1 1 0 0 0,0 0-1 0 0,0 0 1 0 0,-1 1 0 0 0,1 1-1 0 0,19 3 1 0 0,2 0-22 0 0,257 26 927 0 0,-288-30-1135 0 0,-1 0-1 0 0,0 1 1 0 0,1-1 0 0 0,-1 1-1 0 0,0-1 1 0 0,0 1 0 0 0,1 0 0 0 0,-1 0-1 0 0,0 0 1 0 0,0 0 0 0 0,0 1 0 0 0,0-1-1 0 0,3 3 1 0 0,-4-3-3 0 0,-1 0-1 0 0,1 0 1 0 0,0 0-1 0 0,-1 0 1 0 0,1 1 0 0 0,-1-1-1 0 0,1 0 1 0 0,-1 0-1 0 0,0 0 1 0 0,1 0 0 0 0,-1 0-1 0 0,0 1 1 0 0,0-1-1 0 0,0 0 1 0 0,0 0-1 0 0,0 1 1 0 0,0-1 0 0 0,0 0-1 0 0,-1 2 1 0 0,-2 5 32 0 0,0 0 1 0 0,-1 0-1 0 0,0 0 0 0 0,0-1 1 0 0,0 0-1 0 0,-8 9 1 0 0,3-3-15 0 0,-31 45 191 0 0,2 3-1 0 0,-43 91 0 0 0,60-114-263 0 0,1 0-2036 0 0,10-12-4936 0 0,8-15 3838 0 0</inkml:trace>
</inkml:ink>
</file>

<file path=ppt/ink/ink6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01:24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10609,'13'-5'635,"-1"0"-1,0 0 1,0-1-1,0-1 1,-1 0 0,1-1-1,-2 0 1,1 0-1,-1-1 1,-1 0 0,10-12-1,-5 13-1061</inkml:trace>
</inkml:ink>
</file>

<file path=ppt/ink/ink6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26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48 692 0 0,'5'-29'4054'0'0,"-6"13"-1822"0"0,-5 14 427 0 0,-12 19 486 0 0,11-9-3889 0 0,-15 20 1188 0 0,0 1 0 0 0,2 1-1 0 0,-27 54 1 0 0,18-32-124 0 0,-29 61 391 0 0,52-100-581 0 0,2-1 0 0 0,-1 1 0 0 0,2 0 0 0 0,-1 1 0 0 0,2-1 0 0 0,-2 27-1 0 0,4-39-113 0 0,0 0-1 0 0,0 0 1 0 0,0 0-1 0 0,0 0 0 0 0,0 0 1 0 0,1 0-1 0 0,-1 0 0 0 0,0 0 1 0 0,1 0-1 0 0,-1 0 1 0 0,1 0-1 0 0,-1 0 0 0 0,1 0 1 0 0,-1 0-1 0 0,1 0 0 0 0,0 0 1 0 0,-1 0-1 0 0,1-1 0 0 0,0 1 1 0 0,0 0-1 0 0,-1-1 1 0 0,1 1-1 0 0,0 0 0 0 0,0-1 1 0 0,0 1-1 0 0,0-1 0 0 0,0 1 1 0 0,0-1-1 0 0,0 0 1 0 0,0 1-1 0 0,0-1 0 0 0,0 0 1 0 0,0 0-1 0 0,0 0 0 0 0,0 1 1 0 0,0-1-1 0 0,0 0 0 0 0,0 0 1 0 0,1-1-1 0 0,-1 1 1 0 0,0 0-1 0 0,0 0 0 0 0,0-1 1 0 0,0 1-1 0 0,0 0 0 0 0,0-1 1 0 0,0 1-1 0 0,1-2 1 0 0,56-23 86 0 0,-53 22-66 0 0,22-14-6 0 0,-1 0 0 0 0,39-33-1 0 0,0-1-85 0 0,-62 49 26 0 0,2 1 7 0 0,-3 2 19 0 0,1 0 1 0 0,-1 0-1 0 0,0 0 1 0 0,0 1-1 0 0,0-1 1 0 0,0 0-1 0 0,0 1 1 0 0,0 0-1 0 0,-1-1 0 0 0,1 1 1 0 0,0 0-1 0 0,-1 0 1 0 0,1 0-1 0 0,-1 0 1 0 0,2 3-1 0 0,3 3 4 0 0,-1-1-15 0 0,1 0 0 0 0,0-1 1 0 0,0 0-1 0 0,0-1 0 0 0,1 1 0 0 0,0-1 0 0 0,0-1 0 0 0,0 1 1 0 0,1-1-1 0 0,-1 0 0 0 0,1-1 0 0 0,0 0 0 0 0,0 0 0 0 0,0-1 0 0 0,1 0 1 0 0,-1 0-1 0 0,10 1 0 0 0,-5-3 1 0 0,-1 1-1 0 0,0-1 1 0 0,0-1 0 0 0,0 0 0 0 0,0-1-1 0 0,0 0 1 0 0,0-1 0 0 0,-1-1 0 0 0,1 1-1 0 0,-1-2 1 0 0,0 0 0 0 0,0 0 0 0 0,0-1 0 0 0,13-9-1 0 0,-18 11 12 0 0,-1 0-1 0 0,-1-1 0 0 0,1 1 0 0 0,-1-1 0 0 0,1 0 1 0 0,-1 0-1 0 0,-1-1 0 0 0,1 1 0 0 0,-1-1 1 0 0,0 1-1 0 0,0-1 0 0 0,-1 0 0 0 0,0 0 1 0 0,0-1-1 0 0,0 1 0 0 0,0 0 0 0 0,-1-1 1 0 0,0 1-1 0 0,-1-1 0 0 0,0 1 0 0 0,0-1 0 0 0,0 1 1 0 0,0 0-1 0 0,-1-1 0 0 0,0 1 0 0 0,-1-1 1 0 0,1 1-1 0 0,-4-6 0 0 0,2 2-11 0 0,-1 1 0 0 0,0-1 0 0 0,0 1 0 0 0,-1 0 0 0 0,0 1 0 0 0,-1-1 0 0 0,0 1 0 0 0,0 0 0 0 0,-15-13 0 0 0,21 20-25 0 0,0 1-1 0 0,-1 0 0 0 0,1-1 1 0 0,0 1-1 0 0,-1 0 1 0 0,1 0-1 0 0,0-1 0 0 0,-1 1 1 0 0,1 0-1 0 0,0 0 1 0 0,-1-1-1 0 0,1 1 0 0 0,0 0 1 0 0,-1 0-1 0 0,1 0 1 0 0,-1 0-1 0 0,1 0 0 0 0,0-1 1 0 0,-1 1-1 0 0,1 0 1 0 0,-1 0-1 0 0,1 0 1 0 0,0 0-1 0 0,-1 0 0 0 0,1 0 1 0 0,-1 0-1 0 0,1 0 1 0 0,0 1-1 0 0,-1-1 0 0 0,1 0 1 0 0,-1 0-1 0 0,1 0 1 0 0,0 0-1 0 0,-1 1 0 0 0,1-1 1 0 0,0 0-1 0 0,-1 0 1 0 0,1 0-1 0 0,0 1 0 0 0,-1-1 1 0 0,1 0-1 0 0,0 1 1 0 0,-1-1-1 0 0,1 0 1 0 0,0 1-1 0 0,0-1 0 0 0,0 0 1 0 0,-1 1-1 0 0,1-1 1 0 0,0 0-1 0 0,0 1 0 0 0,0-1 1 0 0,0 1-1 0 0,0-1 1 0 0,-1 1-1 0 0,-1 25-5069 0 0,4-17 1913 0 0</inkml:trace>
</inkml:ink>
</file>

<file path=ppt/ink/ink6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26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39 316 0 0,'0'0'2958'0'0,"-4"-1"-2048"0"0,1 1-768 0 0,1 0 0 0 0,0 0-1 0 0,-1 1 1 0 0,1-1 0 0 0,0 1-1 0 0,-1-1 1 0 0,1 1 0 0 0,0 0-1 0 0,0 0 1 0 0,-1 0 0 0 0,1 0-1 0 0,0 0 1 0 0,0 0 0 0 0,0 0-1 0 0,0 1 1 0 0,1-1 0 0 0,-1 1-1 0 0,0-1 1 0 0,1 1 0 0 0,-1 0-1 0 0,1 0 1 0 0,-1 0 0 0 0,1 0-1 0 0,0 0 1 0 0,0 0 0 0 0,0 0-1 0 0,0 0 1 0 0,0 0-1 0 0,0 1 1 0 0,0-1 0 0 0,0 4-1 0 0,0-2-21 0 0,0-1 0 0 0,0 0 0 0 0,0 0 0 0 0,0 0 0 0 0,0 1-1 0 0,1-1 1 0 0,0 0 0 0 0,-1 1 0 0 0,1-1 0 0 0,0 1 0 0 0,1-1-1 0 0,-1 0 1 0 0,1 1 0 0 0,-1-1 0 0 0,1 0 0 0 0,0 0 0 0 0,0 1-1 0 0,1-1 1 0 0,-1 0 0 0 0,1 0 0 0 0,-1 0 0 0 0,1 0 0 0 0,0-1-1 0 0,0 1 1 0 0,0 0 0 0 0,0-1 0 0 0,1 1 0 0 0,-1-1 0 0 0,1 0-1 0 0,-1 0 1 0 0,1 0 0 0 0,0 0 0 0 0,5 2 0 0 0,-7-4-94 0 0,1 1-1 0 0,0-1 1 0 0,0 0 0 0 0,0 0 0 0 0,-1 0-1 0 0,1 0 1 0 0,0-1 0 0 0,0 1 0 0 0,0 0-1 0 0,-1-1 1 0 0,1 1 0 0 0,0-1 0 0 0,-1 0 0 0 0,1 1-1 0 0,0-1 1 0 0,-1 0 0 0 0,1 0 0 0 0,-1 0-1 0 0,1 0 1 0 0,-1 0 0 0 0,0-1 0 0 0,1 1-1 0 0,-1 0 1 0 0,0-1 0 0 0,0 1 0 0 0,0-1-1 0 0,0 1 1 0 0,0-1 0 0 0,0 1 0 0 0,0-1 0 0 0,0-1-1 0 0,3-4 21 0 0,-1 0-1 0 0,0 0 0 0 0,0 0 1 0 0,-1 0-1 0 0,0 0 1 0 0,2-9-1 0 0,-4 8-119 0 0,0 0 0 0 0,-1-1-1 0 0,0 1 1 0 0,0 0 0 0 0,-1 0 0 0 0,0 0 0 0 0,-1 1-1 0 0,1-1 1 0 0,-1 0 0 0 0,-9-13 0 0 0,-8 31-8149 0 0,16-8 5468 0 0</inkml:trace>
</inkml:ink>
</file>

<file path=ppt/ink/ink6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27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1 256 0 0,'4'0'709'0'0,"8"1"-177"0"0,0 1-1 0 0,0 0 0 0 0,0 1 0 0 0,-1 0 0 0 0,1 1 0 0 0,-1 1 0 0 0,0-1 0 0 0,0 2 0 0 0,11 7 1 0 0,-16-10-321 0 0,0 1 1 0 0,-1 0-1 0 0,0 0 1 0 0,0 1 0 0 0,0-1-1 0 0,-1 1 1 0 0,1 0-1 0 0,-1 0 1 0 0,0 1 0 0 0,-1-1-1 0 0,1 1 1 0 0,-1 0-1 0 0,0 0 1 0 0,0 0 0 0 0,-1 0-1 0 0,0 0 1 0 0,0 1-1 0 0,1 8 1 0 0,-3-13-149 0 0,1-1 0 0 0,-1 0 0 0 0,0 0 0 0 0,0 1 0 0 0,0-1 0 0 0,0 0 0 0 0,0 0 0 0 0,0 1 0 0 0,0-1 0 0 0,0 0-1 0 0,-1 1 1 0 0,1-1 0 0 0,-1 0 0 0 0,1 0 0 0 0,-1 0 0 0 0,1 1 0 0 0,-1-1 0 0 0,1 0 0 0 0,-1 0 0 0 0,0 0 0 0 0,0 0 0 0 0,1 0 0 0 0,-1 0 0 0 0,0 0 0 0 0,0 0 0 0 0,0-1 0 0 0,-2 2 0 0 0,2-1 503 0 0,-3-17-271 0 0,3 14-266 0 0,0 0-1 0 0,1 0 1 0 0,-1 0 0 0 0,1 0-1 0 0,-1 0 1 0 0,1 0 0 0 0,0 0 0 0 0,-1 0-1 0 0,1 0 1 0 0,0 0 0 0 0,1 0-1 0 0,-1 0 1 0 0,0 0 0 0 0,1-2-1 0 0,2-9 60 0 0,-1 3-66 0 0,1-1 0 0 0,0 1 1 0 0,1 0-1 0 0,0 1 0 0 0,8-16 0 0 0,-10 23-194 0 0,-1-1 0 0 0,1 1 0 0 0,0 0 0 0 0,0 0 0 0 0,0 0 0 0 0,0 0 0 0 0,0 0 0 0 0,0 1 0 0 0,0-1 0 0 0,1 1 0 0 0,-1-1 0 0 0,0 1 0 0 0,1 0 0 0 0,0 0 0 0 0,-1 0 0 0 0,1 0 0 0 0,-1 0 0 0 0,1 1 0 0 0,0-1 0 0 0,0 1 0 0 0,-1 0 0 0 0,1 0 0 0 0,0 0 0 0 0,0 0 0 0 0,0 0 0 0 0,-1 0 0 0 0,4 2 0 0 0,27 3-4174 0 0,-14-4 1864 0 0</inkml:trace>
</inkml:ink>
</file>

<file path=ppt/ink/ink6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27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45 341 652 0 0,'-29'29'4122'0'0,"28"-28"-3986"0"0,-1 0 1 0 0,1 1-1 0 0,0-1 1 0 0,0 0-1 0 0,0 1 1 0 0,0-1-1 0 0,0 1 1 0 0,0 0-1 0 0,0-1 1 0 0,0 1-1 0 0,0-1 1 0 0,1 1-1 0 0,-1 0 1 0 0,0 0-1 0 0,1 0 1 0 0,0-1-1 0 0,-1 1 1 0 0,1 0-1 0 0,0 0 1 0 0,0 0-1 0 0,0-1 1 0 0,0 1-1 0 0,1 0 1 0 0,-1 0-1 0 0,0 0 1 0 0,1 0-1 0 0,-1-1 1 0 0,1 1-1 0 0,1 2 1 0 0,-1-2-73 0 0,0-1 1 0 0,0 0 0 0 0,1 1 0 0 0,-1-1 0 0 0,0 0 0 0 0,1 0-1 0 0,-1 0 1 0 0,1 0 0 0 0,0 0 0 0 0,-1 0 0 0 0,1 0-1 0 0,0 0 1 0 0,-1-1 0 0 0,1 1 0 0 0,0-1 0 0 0,0 1-1 0 0,0-1 1 0 0,-1 0 0 0 0,1 1 0 0 0,0-1 0 0 0,0 0 0 0 0,0 0-1 0 0,0-1 1 0 0,0 1 0 0 0,-1 0 0 0 0,1-1 0 0 0,0 1-1 0 0,0-1 1 0 0,0 1 0 0 0,-1-1 0 0 0,1 0 0 0 0,0 0 0 0 0,2-1-1 0 0,4-3-11 0 0,1-1 0 0 0,-1 1-1 0 0,0-2 1 0 0,0 1 0 0 0,0-1-1 0 0,-1 0 1 0 0,0-1 0 0 0,0 1-1 0 0,-1-2 1 0 0,0 1 0 0 0,-1 0-1 0 0,0-1 1 0 0,0 0 0 0 0,-1-1-1 0 0,0 1 1 0 0,0-1 0 0 0,-1 1-1 0 0,3-18 1 0 0,0-3 91 0 0,-1 0 0 0 0,-1-1 0 0 0,-1 1 0 0 0,-2-1 0 0 0,-4-34 0 0 0,3 56 148 0 0,0 5-192 0 0,0 1 1 0 0,-1-1-1 0 0,1 1 0 0 0,-1-1 1 0 0,0 1-1 0 0,0-1 1 0 0,0 1-1 0 0,0 0 0 0 0,-2-4 1 0 0,2 5 137 0 0,-2 8-160 0 0,-3 11-98 0 0,0-1-1 0 0,0 2 1 0 0,2-1-1 0 0,0 0 0 0 0,1 1 1 0 0,1 0-1 0 0,1 0 1 0 0,0 0-1 0 0,1 0 0 0 0,1 0 1 0 0,1-1-1 0 0,6 28 1 0 0,-5-30-840 0 0,1 0-1 0 0,1 0 1 0 0,0 0 0 0 0,1 0 0 0 0,1-1 0 0 0,0 0 0 0 0,1 0 0 0 0,0-1 0 0 0,14 16 0 0 0,-2-7-2337 0 0</inkml:trace>
</inkml:ink>
</file>

<file path=ppt/ink/ink6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27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405 128 488 0 0,'1'-5'346'0'0,"-1"-1"-1"0"0,0 1 0 0 0,0 0 1 0 0,0-1-1 0 0,-1 1 1 0 0,1-1-1 0 0,-1 1 1 0 0,-1 0-1 0 0,1 0 1 0 0,-1 0-1 0 0,0 0 1 0 0,0 0-1 0 0,0 0 0 0 0,-1 0 1 0 0,1 0-1 0 0,-1 1 1 0 0,-1-1-1 0 0,1 1 1 0 0,-7-7-1 0 0,7 9-220 0 0,-1-1 0 0 0,1 1-1 0 0,0 0 1 0 0,0 0 0 0 0,-1 1-1 0 0,1-1 1 0 0,-1 1 0 0 0,1 0-1 0 0,-1-1 1 0 0,0 2 0 0 0,0-1-1 0 0,1 0 1 0 0,-1 1 0 0 0,0 0-1 0 0,0-1 1 0 0,0 2 0 0 0,1-1 0 0 0,-1 0-1 0 0,0 1 1 0 0,0 0 0 0 0,1-1-1 0 0,-1 2 1 0 0,0-1 0 0 0,1 0-1 0 0,-1 1 1 0 0,1-1 0 0 0,0 1-1 0 0,-1 0 1 0 0,-2 3 0 0 0,-1-1-16 0 0,1 0 1 0 0,0 1-1 0 0,0-1 1 0 0,0 1 0 0 0,1 1-1 0 0,0-1 1 0 0,0 1-1 0 0,0 0 1 0 0,1 0 0 0 0,0 0-1 0 0,0 0 1 0 0,0 1-1 0 0,1 0 1 0 0,0 0 0 0 0,0 0-1 0 0,1 0 1 0 0,0 0-1 0 0,0 0 1 0 0,1 1 0 0 0,0-1-1 0 0,0 1 1 0 0,0 9-1 0 0,3 10 155 0 0,1 0 0 0 0,1 0 0 0 0,2 0-1 0 0,15 47 1 0 0,3 17 270 0 0,-23-89-517 0 0,0 0 0 0 0,0 0-1 0 0,-1 0 1 0 0,1 0-1 0 0,-1 0 1 0 0,0 1 0 0 0,1-1-1 0 0,-1 0 1 0 0,0 0 0 0 0,0 0-1 0 0,-1 0 1 0 0,1 1-1 0 0,0-1 1 0 0,-1 0 0 0 0,1 0-1 0 0,-1 0 1 0 0,0 0-1 0 0,1 0 1 0 0,-1 0 0 0 0,0 0-1 0 0,0 0 1 0 0,0 0-1 0 0,-1 0 1 0 0,1-1 0 0 0,0 1-1 0 0,-1 0 1 0 0,1-1 0 0 0,-1 1-1 0 0,0-1 1 0 0,-2 2-1 0 0,-1-1-2 0 0,1-1 0 0 0,-1 0-1 0 0,1-1 1 0 0,-1 1-1 0 0,0-1 1 0 0,1 0 0 0 0,-1 0-1 0 0,0 0 1 0 0,1 0-1 0 0,-1-1 1 0 0,0 0 0 0 0,1 0-1 0 0,-5-2 1 0 0,-4-1-102 0 0,1-1 1 0 0,0-1-1 0 0,0 0 0 0 0,0-1 1 0 0,1 0-1 0 0,0 0 0 0 0,-13-13 1 0 0,-9-5-2177 0 0,29 17 1119 0 0,3 6-214 0 0</inkml:trace>
</inkml:ink>
</file>

<file path=ppt/ink/ink6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29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1 125 540 0 0,'39'-20'2390'0'0,"-26"14"-1702"0"0,-1 0 0 0 0,0 0 0 0 0,0-1 0 0 0,-1-1-1 0 0,1 0 1 0 0,-2-1 0 0 0,1 0 0 0 0,15-17 0 0 0,-25 25-596 0 0,-1 1 0 0 0,1-1 1 0 0,-1 1-1 0 0,1-1 0 0 0,-1 1 1 0 0,0-1-1 0 0,1 1 0 0 0,-1-1 1 0 0,1 1-1 0 0,-1-1 0 0 0,0 1 1 0 0,1-1-1 0 0,-1 0 0 0 0,0 1 1 0 0,0-1-1 0 0,0 0 0 0 0,1 1 0 0 0,-1-1 1 0 0,0 0-1 0 0,0 1 0 0 0,0-1 1 0 0,0 0-1 0 0,0 1 0 0 0,0-1 1 0 0,0 0-1 0 0,0 1 0 0 0,-1-1 1 0 0,1 0-1 0 0,0 0 0 0 0,-19 2 500 0 0,-29 22-442 0 0,41-18-75 0 0,0 0 0 0 0,1 0 1 0 0,0 0-1 0 0,0 1 0 0 0,0 0 0 0 0,1 0 1 0 0,0 1-1 0 0,0-1 0 0 0,1 1 0 0 0,-1 0 1 0 0,1 0-1 0 0,1 1 0 0 0,0-1 0 0 0,0 1 1 0 0,0 0-1 0 0,-1 10 0 0 0,3-16-73 0 0,1 1 0 0 0,0-1 0 0 0,0 0-1 0 0,0 0 1 0 0,1 0 0 0 0,-1 1 0 0 0,0-1 0 0 0,1 0-1 0 0,0 0 1 0 0,-1 0 0 0 0,1 0 0 0 0,0 0 0 0 0,0 0-1 0 0,0 0 1 0 0,0 0 0 0 0,0 0 0 0 0,1-1-1 0 0,-1 1 1 0 0,0 0 0 0 0,1-1 0 0 0,0 1 0 0 0,-1-1-1 0 0,1 1 1 0 0,0-1 0 0 0,0 0 0 0 0,-1 0 0 0 0,1 0-1 0 0,0 0 1 0 0,0 0 0 0 0,0 0 0 0 0,0 0-1 0 0,1-1 1 0 0,-1 1 0 0 0,0-1 0 0 0,4 1 0 0 0,1 0-33 0 0,1 1 0 0 0,0-1 0 0 0,0-1 0 0 0,-1 0 0 0 0,1 0 0 0 0,0 0 0 0 0,0-1 0 0 0,11-2 0 0 0,-3-3-8 0 0,0-1 1 0 0,-1-1-1 0 0,0 0 1 0 0,0 0-1 0 0,0-2 1 0 0,-1 0-1 0 0,-1 0 1 0 0,0-2-1 0 0,0 1 1 0 0,15-20-1 0 0,1 2 17 0 0,5-10 316 0 0,-33 38-212 0 0,4 9-91 0 0,-3-8 10 0 0,-1 1 0 0 0,0 0 0 0 0,0 0-1 0 0,0 0 1 0 0,0 0 0 0 0,0 0 0 0 0,-1 0 0 0 0,1 0 0 0 0,0 0 0 0 0,0 0 0 0 0,-1 0 0 0 0,1 1 0 0 0,-1-1-1 0 0,1 0 1 0 0,-1 0 0 0 0,1 1 0 0 0,-1-1 0 0 0,0 0 0 0 0,0 1 0 0 0,1-1 0 0 0,-1 0 0 0 0,0 1 0 0 0,0-1-1 0 0,0 0 1 0 0,-1 3 0 0 0,3 13 32 0 0,0 0 0 0 0,8 28 1 0 0,-10-43-14 0 0,4 1 10 0 0,-4-2-27 0 0,0-1-1 0 0,0 1 1 0 0,0-1 0 0 0,0 0-1 0 0,1 1 1 0 0,-1-1-1 0 0,0 1 1 0 0,0-1-1 0 0,1 0 1 0 0,-1 1 0 0 0,0-1-1 0 0,1 0 1 0 0,-1 1-1 0 0,0-1 1 0 0,1 0-1 0 0,-1 1 1 0 0,1-1 0 0 0,-1 0-1 0 0,0 0 1 0 0,1 0-1 0 0,-1 1 1 0 0,1-1 0 0 0,-1 0-1 0 0,1 0 1 0 0,-1 0-1 0 0,0 0 1 0 0,1 0-1 0 0,-1 0 1 0 0,1 0 0 0 0,-1 0-1 0 0,1 0 1 0 0,-1 0-1 0 0,1 0 1 0 0,-1 0-1 0 0,1 0 1 0 0,4 0 6 0 0,21-10 48 0 0,-13 4-54 0 0,-1-1 0 0 0,1-1 1 0 0,-1 0-1 0 0,-1 0 0 0 0,0-2 0 0 0,19-18 1 0 0,-29 27-6 0 0,13-7-64 0 0,-4 13 12 0 0,-6 19 20 0 0,-4-17 23 0 0,0-2 9 0 0,-1 0 0 0 0,2 0 0 0 0,-1 0 0 0 0,0 0 1 0 0,1 0-1 0 0,0 0 0 0 0,0 0 0 0 0,3 7 0 0 0,-3-11 7 0 0,1 3 9 0 0,-2-3-13 0 0,0-1 0 0 0,0 1 0 0 0,0-1 0 0 0,0 1 0 0 0,0 0 0 0 0,1-1 0 0 0,-1 1 0 0 0,0-1 0 0 0,0 1 0 0 0,1-1 0 0 0,-1 1 0 0 0,0-1 0 0 0,1 0 0 0 0,-1 1 0 0 0,0-1 0 0 0,1 1 0 0 0,-1-1 0 0 0,1 0 0 0 0,-1 1 0 0 0,1-1 0 0 0,-1 0 0 0 0,1 1 0 0 0,-1-1 0 0 0,1 0 0 0 0,-1 0 0 0 0,1 0 0 0 0,-1 1 0 0 0,1-1 0 0 0,-1 0 0 0 0,1 0 0 0 0,-1 0 0 0 0,2 0 0 0 0,22-5 26 0 0,0 0 0 0 0,0-2-1 0 0,27-11 1 0 0,-30 9-32 0 0,1 2 0 0 0,0 0 0 0 0,0 2 0 0 0,33-5 0 0 0,-52 10 2 0 0,-1-1 0 0 0,0 1 0 0 0,1-1 0 0 0,-1 1 0 0 0,0 0 0 0 0,1 0 0 0 0,-1 0 0 0 0,0 1 0 0 0,1-1 0 0 0,-1 0 0 0 0,0 1 0 0 0,1 0 0 0 0,-1-1 0 0 0,0 1 0 0 0,0 0 0 0 0,0 0 0 0 0,1 0 0 0 0,-1 0 0 0 0,0 1 0 0 0,-1-1 0 0 0,1 1 0 0 0,0-1 0 0 0,0 1 0 0 0,0-1 0 0 0,-1 1 0 0 0,1 0 0 0 0,-1 0 0 0 0,0 0 0 0 0,1 0 0 0 0,-1 0 0 0 0,1 4 0 0 0,-2-1-5 0 0,-3 7 11 0 0,-2-1 41 0 0,0 3-173 0 0,5-13 127 0 0,0-1 0 0 0,1 0 0 0 0,-1 1 0 0 0,0-1 0 0 0,0 0 0 0 0,1 1 0 0 0,-1-1 0 0 0,0 0 0 0 0,1 1 0 0 0,-1-1 0 0 0,0 0 0 0 0,1 0 0 0 0,-1 1 1 0 0,0-1-1 0 0,1 0 0 0 0,-1 0 0 0 0,1 0 0 0 0,-1 1 0 0 0,0-1 0 0 0,1 0 0 0 0,-1 0 0 0 0,1 0 0 0 0,-1 0 0 0 0,1 0 0 0 0,-1 0 0 0 0,0 0 0 0 0,1 0 0 0 0,-1 0 0 0 0,1 0 0 0 0,-1 0 0 0 0,1 0 0 0 0,-1 0 0 0 0,0-1 0 0 0,1 1 0 0 0,-1 0 1 0 0,1 0-1 0 0,-1-1 0 0 0,19-4 64 0 0,0 0 1 0 0,0-2 0 0 0,-1 0 0 0 0,0-1-1 0 0,-1-1 1 0 0,0-1 0 0 0,0 0-1 0 0,-1-1 1 0 0,0-1 0 0 0,24-23 1461 0 0,-40 37-1474 0 0,0 0-1 0 0,-1 1 1 0 0,1-1-1 0 0,-1 0 1 0 0,0 0-1 0 0,1 1 1 0 0,-1-1-1 0 0,0 0 1 0 0,-1 0-1 0 0,-1 3 1 0 0,2-3-26 0 0,0-1 0 0 0,0 1 1 0 0,0-1-1 0 0,0 1 1 0 0,0 0-1 0 0,1-1 0 0 0,-1 1 1 0 0,0 0-1 0 0,1-1 0 0 0,-1 1 1 0 0,1 0-1 0 0,0 0 1 0 0,0 0-1 0 0,-1 0 0 0 0,1-1 1 0 0,0 1-1 0 0,1 0 0 0 0,-1 0 1 0 0,0 0-1 0 0,0 0 1 0 0,1-1-1 0 0,-1 1 0 0 0,1 0 1 0 0,0 0-1 0 0,-1-1 1 0 0,2 2-1 0 0,0 1-218 0 0,0-1-1 0 0,0 0 1 0 0,1 0-1 0 0,-1 0 1 0 0,1 0 0 0 0,-1 0-1 0 0,1-1 1 0 0,0 1-1 0 0,0-1 1 0 0,0 0 0 0 0,0 0-1 0 0,1 0 1 0 0,6 3 0 0 0,32 7-7325 0 0,-23-9 3706 0 0</inkml:trace>
</inkml:ink>
</file>

<file path=ppt/ink/ink6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1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95 24 0 0,'1'-32'3988'0'0,"-2"-19"707"0"0,1 49-3530 0 0,1-5-565 0 0,-1 4-323 0 0,-2 7 1387 0 0,-17 38-1240 0 0,3 1-1 0 0,2 1 1 0 0,1 0-1 0 0,3 1 0 0 0,1 0 1 0 0,-3 63-1 0 0,2 49-330 0 0,10-155-378 0 0,0 10-156 0 0</inkml:trace>
</inkml:ink>
</file>

<file path=ppt/ink/ink6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1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81 740 0 0,'-1'-2'128'0'0,"0"1"0"0"0,1-1 1 0 0,-1 1-1 0 0,0-1 0 0 0,1 0 0 0 0,-1 1 0 0 0,1-1 0 0 0,-1 0 1 0 0,1 1-1 0 0,0-1 0 0 0,0 0 0 0 0,0 1 0 0 0,0-1 0 0 0,0 0 1 0 0,0 1-1 0 0,0-1 0 0 0,1 0 0 0 0,-1 1 0 0 0,1-1 1 0 0,-1 0-1 0 0,1 1 0 0 0,-1-1 0 0 0,1 1 0 0 0,1-3 0 0 0,1 2-12 0 0,-1-1-1 0 0,0 1 0 0 0,1 0 1 0 0,-1 0-1 0 0,1 0 0 0 0,0 0 0 0 0,0 1 1 0 0,0-1-1 0 0,0 1 0 0 0,0-1 1 0 0,0 1-1 0 0,3-1 0 0 0,12-2 133 0 0,1 1 0 0 0,-1 0 0 0 0,30-1 0 0 0,-43 4-152 0 0,22 0 54 0 0,1 1 1 0 0,0 1-1 0 0,0 2 1 0 0,-1 1-1 0 0,0 0 1 0 0,0 2 0 0 0,-1 2-1 0 0,1 0 1 0 0,-2 2-1 0 0,1 0 1 0 0,-2 2-1 0 0,0 1 1 0 0,36 26-1 0 0,-44-27-61 0 0,-1-1 0 0 0,-1 2 1 0 0,-1 0-1 0 0,0 0 0 0 0,0 1 0 0 0,-2 1 0 0 0,0 0 0 0 0,17 33 0 0 0,-22-35-17 0 0,0 1 1 0 0,-2-1-1 0 0,1 1 0 0 0,-2 0 1 0 0,0 0-1 0 0,0 0 1 0 0,-2 0-1 0 0,0 0 0 0 0,-1 1 1 0 0,0-1-1 0 0,-1 0 1 0 0,-4 19-1 0 0,2-20 28 0 0,-1 0-1 0 0,0-1 1 0 0,-1 0-1 0 0,-1 0 1 0 0,0-1-1 0 0,-1 1 1 0 0,0-1-1 0 0,-1-1 1 0 0,0 0-1 0 0,-1 0 1 0 0,0 0 0 0 0,-1-1-1 0 0,0 0 1 0 0,0-1-1 0 0,-1 0 1 0 0,0-1-1 0 0,-1 0 1 0 0,0-1-1 0 0,0 0 1 0 0,-25 10 0 0 0,13-8 65 0 0,1-1 0 0 0,-1 0 0 0 0,-1-2 0 0 0,1-1 0 0 0,-1-1 0 0 0,0-1 0 0 0,0-1 1 0 0,0-1-1 0 0,0-1 0 0 0,-48-7 0 0 0,35-5-188 0 0,36 12-137 0 0,0 0 0 0 0,1-1 0 0 0,-1 1 1 0 0,0-1-1 0 0,1 1 0 0 0,-1-1 0 0 0,0 0 1 0 0,1 0-1 0 0,-1 0 0 0 0,1 0 1 0 0,-1 0-1 0 0,1 0 0 0 0,0 0 0 0 0,0-1 1 0 0,-1 1-1 0 0,1 0 0 0 0,0-1 0 0 0,-1-1 1 0 0,3 1-70 0 0,0-1 0 0 0,1 1 0 0 0,-1 0 0 0 0,1 0 1 0 0,-1 0-1 0 0,1 0 0 0 0,0 0 0 0 0,0 0 0 0 0,0 1 1 0 0,0-1-1 0 0,0 1 0 0 0,0-1 0 0 0,0 1 0 0 0,0 0 1 0 0,3-2-1 0 0,10-4-2638 0 0,6-3 221 0 0</inkml:trace>
</inkml:ink>
</file>

<file path=ppt/ink/ink6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1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0 828 0 0,'16'14'4482'0'0,"-15"-4"-3829"0"0,-1 0 0 0 0,0 0 0 0 0,-1 0 0 0 0,0-1 1 0 0,0 1-1 0 0,-4 12 0 0 0,0 9 259 0 0,4-18-587 0 0,1-9-330 0 0,0-1 0 0 0,0 1 0 0 0,-1-1 0 0 0,1 0 0 0 0,-1 1 0 0 0,0-1 0 0 0,0 0 0 0 0,0 1 0 0 0,0-1 0 0 0,-1 0 0 0 0,-2 5 0 0 0,3-7-346 0 0</inkml:trace>
</inkml:ink>
</file>

<file path=ppt/ink/ink6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2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77 720 0 0,'9'-26'2591'0'0,"-9"22"-2233"0"0,1 0 0 0 0,1 0 0 0 0,-1 0 0 0 0,0 1 0 0 0,1-1 0 0 0,0 1 0 0 0,0-1 0 0 0,0 1 0 0 0,0 0 0 0 0,0-1 0 0 0,5-3 0 0 0,-6 6-140 0 0,15-1-782 0 0,0 17-3339 0 0</inkml:trace>
</inkml:ink>
</file>

<file path=ppt/ink/ink6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2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35 444 0 0,'0'0'3150'0'0,"-2"-5"-2436"0"0,1 3-589 0 0,0 0 1 0 0,0 0-1 0 0,-1 0 0 0 0,1 1 1 0 0,0-1-1 0 0,-1 0 1 0 0,1 1-1 0 0,-1-1 1 0 0,0 1-1 0 0,1-1 1 0 0,-1 1-1 0 0,0 0 0 0 0,0 0 1 0 0,0 0-1 0 0,0 0 1 0 0,0 0-1 0 0,0 0 1 0 0,0 0-1 0 0,0 1 0 0 0,0-1 1 0 0,-1 1-1 0 0,1-1 1 0 0,0 1-1 0 0,0 0 1 0 0,0 0-1 0 0,-1 0 0 0 0,1 0 1 0 0,0 0-1 0 0,0 1 1 0 0,0-1-1 0 0,-1 1 1 0 0,1-1-1 0 0,0 1 1 0 0,0 0-1 0 0,0 0 0 0 0,-4 2 1 0 0,4-2-52 0 0,0 0 0 0 0,-1 0 0 0 0,1 0 1 0 0,0 1-1 0 0,0-1 0 0 0,0 1 0 0 0,0-1 0 0 0,0 1 1 0 0,0 0-1 0 0,0 0 0 0 0,1 0 0 0 0,-1 0 0 0 0,0 0 0 0 0,1 0 1 0 0,0 0-1 0 0,0 1 0 0 0,-1-1 0 0 0,1 0 0 0 0,1 1 1 0 0,-1-1-1 0 0,0 1 0 0 0,1-1 0 0 0,-1 1 0 0 0,1-1 0 0 0,0 1 1 0 0,-1-1-1 0 0,1 1 0 0 0,0 0 0 0 0,1-1 0 0 0,-1 1 1 0 0,1 3-1 0 0,3 10 50 0 0,-1-1 1 0 0,2 1 0 0 0,0-1-1 0 0,8 16 1 0 0,-1-1 114 0 0,-12-30-236 0 0,0 1-1 0 0,1 0 1 0 0,-1 0 0 0 0,0 0 0 0 0,0 0-1 0 0,1 0 1 0 0,-1 0 0 0 0,0 0-1 0 0,0 0 1 0 0,0 0 0 0 0,0 0-1 0 0,0 0 1 0 0,0 0 0 0 0,-1 0-1 0 0,1-1 1 0 0,0 1 0 0 0,0 0-1 0 0,-1 0 1 0 0,1 0 0 0 0,-1 0 0 0 0,1 0-1 0 0,0 0 1 0 0,-1-1 0 0 0,0 1-1 0 0,1 0 1 0 0,-1 0 0 0 0,1-1-1 0 0,-1 1 1 0 0,0 0 0 0 0,0-1-1 0 0,1 1 1 0 0,-1-1 0 0 0,0 1-1 0 0,0-1 1 0 0,0 1 0 0 0,1-1 0 0 0,-1 0-1 0 0,0 1 1 0 0,0-1 0 0 0,0 0-1 0 0,0 0 1 0 0,0 1 0 0 0,0-1-1 0 0,0 0 1 0 0,0 0 0 0 0,0 0-1 0 0,0 0 1 0 0,0 0 0 0 0,-1-1-1 0 0,-5 1 13 0 0,1 0 0 0 0,-1-1-1 0 0,0 0 1 0 0,1 0-1 0 0,-1-1 1 0 0,1 0-1 0 0,-11-4 1 0 0,13 4-231 0 0,0 0 1 0 0,-1 0-1 0 0,1 0 0 0 0,0 0 1 0 0,0-1-1 0 0,0 0 0 0 0,1 0 1 0 0,-1 0-1 0 0,1 0 0 0 0,-1 0 1 0 0,-4-7-1 0 0,10-2-4642 0 0</inkml:trace>
</inkml:ink>
</file>

<file path=ppt/ink/ink6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3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92 180 0 0,'18'-67'7349'0'0,"-18"65"-5876"0"0,-1 0-1279 0 0,1 1 0 0 0,-1-1-1 0 0,1 0 1 0 0,-1 0 0 0 0,0 1-1 0 0,0-1 1 0 0,1 1 0 0 0,-1-1 0 0 0,0 1-1 0 0,-1-1 1 0 0,1 1 0 0 0,-3-3-1 0 0,-4 5-31 0 0,0-1-1 0 0,0 2 1 0 0,0-1-1 0 0,0 1 1 0 0,0 0-1 0 0,0 1 1 0 0,0 0-1 0 0,0 0 1 0 0,1 1-1 0 0,0-1 1 0 0,0 2-1 0 0,-14 9 1 0 0,15-10-69 0 0,1 0 0 0 0,-1 1 0 0 0,1 0 0 0 0,-1 0 0 0 0,1 0 0 0 0,1 0 0 0 0,-1 1 0 0 0,1 0 0 0 0,0 0 0 0 0,0 0 0 0 0,1 1 1 0 0,0-1-1 0 0,0 1 0 0 0,0-1 0 0 0,-2 12 0 0 0,5-16-92 0 0,-1 0 1 0 0,1 0-1 0 0,0 0 1 0 0,0 0-1 0 0,0 0 0 0 0,0 0 1 0 0,0 0-1 0 0,0 0 1 0 0,0-1-1 0 0,1 1 1 0 0,-1 0-1 0 0,1 0 1 0 0,-1 0-1 0 0,1 0 0 0 0,0-1 1 0 0,0 1-1 0 0,0 0 1 0 0,0-1-1 0 0,0 1 1 0 0,0-1-1 0 0,0 1 1 0 0,0-1-1 0 0,1 1 0 0 0,2 1 1 0 0,-2-1-20 0 0,1-1 1 0 0,0 0-1 0 0,0 0 1 0 0,-1 0-1 0 0,1-1 1 0 0,0 1-1 0 0,0-1 1 0 0,0 1-1 0 0,0-1 1 0 0,0 0-1 0 0,0 0 0 0 0,0-1 1 0 0,0 1-1 0 0,4-1 1 0 0,2-1-40 0 0,0 0-1 0 0,0-1 1 0 0,-1 0 0 0 0,1-1 0 0 0,-1 1 0 0 0,0-1-1 0 0,0-1 1 0 0,0 0 0 0 0,-1 0 0 0 0,9-7 0 0 0,-15 10 46 0 0,22-20-83 0 0,-22 22 90 0 0,-1 0-1 0 0,1-1 0 0 0,0 1 0 0 0,0 0 1 0 0,0-1-1 0 0,0 1 0 0 0,0 0 1 0 0,0 0-1 0 0,0 0 0 0 0,0 0 0 0 0,0 0 1 0 0,0 0-1 0 0,0 0 0 0 0,0 0 1 0 0,0 0-1 0 0,0 1 0 0 0,0-1 1 0 0,-1 0-1 0 0,1 0 0 0 0,0 1 0 0 0,0-1 1 0 0,0 1-1 0 0,0-1 0 0 0,0 1 1 0 0,-1-1-1 0 0,1 1 0 0 0,0-1 0 0 0,0 1 1 0 0,-1 0-1 0 0,1 0 0 0 0,0-1 1 0 0,-1 1-1 0 0,1 0 0 0 0,-1 0 1 0 0,1-1-1 0 0,-1 1 0 0 0,1 0 0 0 0,-1 0 1 0 0,0 0-1 0 0,0 0 0 0 0,1 2 1 0 0,3 5-349 0 0,10 25-1457 0 0,0-17-5095 0 0,-4-9 4158 0 0</inkml:trace>
</inkml:ink>
</file>

<file path=ppt/ink/ink6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4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0 296 516 0 0,'0'0'1426'0'0,"17"-2"1540"0"0,-15 4-2850 0 0,1-1-1 0 0,-1 1 1 0 0,0-1-1 0 0,0 1 0 0 0,0 0 1 0 0,0 0-1 0 0,0 0 1 0 0,-1 0-1 0 0,1 0 0 0 0,-1 1 1 0 0,1-1-1 0 0,-1 0 1 0 0,0 1-1 0 0,0-1 1 0 0,0 1-1 0 0,0-1 0 0 0,0 1 1 0 0,0 0-1 0 0,-1-1 1 0 0,1 1-1 0 0,-1 0 0 0 0,0-1 1 0 0,0 1-1 0 0,0 4 1 0 0,0-1 94 0 0,-1 1 0 0 0,1-1 0 0 0,-1 0 1 0 0,0 0-1 0 0,-1 1 0 0 0,1-1 1 0 0,-1 0-1 0 0,-1 0 0 0 0,1 0 1 0 0,-5 6-1 0 0,-3-2 668 0 0,5-16-370 0 0,2-10-339 0 0,3 15-175 0 0,0-3 59 0 0,18-36 179 0 0,-16 37-229 0 0,0 0 0 0 0,0 0 0 0 0,0 1 0 0 0,0-1 0 0 0,1 1 0 0 0,-1-1 0 0 0,1 1 1 0 0,-1 0-1 0 0,1 0 0 0 0,0 0 0 0 0,0 1 0 0 0,0-1 0 0 0,0 1 0 0 0,0-1 0 0 0,0 1 0 0 0,0 0 0 0 0,1 0 0 0 0,5-1 0 0 0,-7 2-5 0 0,23 14-25 0 0,-24-13 27 0 0,1 0 0 0 0,-1 1 0 0 0,1-1 1 0 0,-1 1-1 0 0,0 0 0 0 0,1-1 0 0 0,-1 1 1 0 0,0 0-1 0 0,0 0 0 0 0,0 0 0 0 0,-1 0 1 0 0,1 0-1 0 0,0 3 0 0 0,20 39 45 0 0,-21-43-27 0 0,0-1-17 0 0,0 1 1 0 0,0-1 0 0 0,1 0-1 0 0,-1 1 1 0 0,0-1-1 0 0,0 0 1 0 0,0 1 0 0 0,0-1-1 0 0,0 0 1 0 0,1 0 0 0 0,-1 1-1 0 0,0-1 1 0 0,0 0-1 0 0,0 0 1 0 0,1 1 0 0 0,-1-1-1 0 0,0 0 1 0 0,0 0-1 0 0,1 0 1 0 0,-1 0 0 0 0,0 1-1 0 0,0-1 1 0 0,1 0-1 0 0,-1 0 1 0 0,0 0 0 0 0,1 0-1 0 0,-1 0 1 0 0,0 0 0 0 0,1 0-1 0 0,-1 0 1 0 0,0 0-1 0 0,0 0 1 0 0,1 0 0 0 0,-1 0-1 0 0,0 0 1 0 0,1 0-1 0 0,-1 0 1 0 0,0 0 0 0 0,1 0-1 0 0,-1 0 1 0 0,0 0-1 0 0,1 0 1 0 0,-1 0 0 0 0,0 0-1 0 0,0-1 1 0 0,1 1 0 0 0,-1 0-1 0 0,0 0 1 0 0,19-10-3 0 0,92-63-643 0 0,-110 72 599 0 0,15 4-82 0 0,5 36 24 0 0,-18-31 67 0 0,1 0 0 0 0,0 0 1 0 0,0 0-1 0 0,10 12 0 0 0,-12-18 24 0 0,0 0 1 0 0,0 0-1 0 0,0-1 0 0 0,0 1 0 0 0,0 0 0 0 0,0-1 1 0 0,0 1-1 0 0,1-1 0 0 0,-1 0 0 0 0,0 0 0 0 0,1 0 1 0 0,-1 0-1 0 0,1 0 0 0 0,0 0 0 0 0,-1-1 0 0 0,1 0 1 0 0,0 1-1 0 0,-1-1 0 0 0,1 0 0 0 0,4 0 0 0 0,1-1 2 0 0,1 0 0 0 0,-1-1 0 0 0,1 0 0 0 0,-1 0 0 0 0,0-1 0 0 0,0 0-1 0 0,0-1 1 0 0,0 0 0 0 0,0 0 0 0 0,-1 0 0 0 0,12-10 0 0 0,-8 5-6 0 0,0-2 1 0 0,0 1-1 0 0,-1-1 1 0 0,-1-1-1 0 0,0 0 1 0 0,9-16-1 0 0,1-7 87 0 0,-2-1-1 0 0,-1-1 0 0 0,-2-1 1 0 0,11-45-1 0 0,-21 68 337 0 0,0 0 0 0 0,-1 0 0 0 0,2-28 0 0 0,-5 41 332 0 0,-3 9-674 0 0,-9 31 14 0 0,2 1 0 0 0,1 0 1 0 0,3 0-1 0 0,-4 51 0 0 0,-4 28 68 0 0,13-108-124 0 0,0-1-1 0 0,0 0 0 0 0,1 1 0 0 0,2 12 1 0 0,-2-20-2 0 0,10-1-39 0 0,1 0-1 0 0,-1 0 1 0 0,1-1 0 0 0,12-1-1 0 0,44 3-141 0 0,-64-1 152 0 0,0-1-1 0 0,1 1 0 0 0,-1 0 1 0 0,0 0-1 0 0,0 1 1 0 0,0-1-1 0 0,0 1 1 0 0,0-1-1 0 0,0 1 1 0 0,0 0-1 0 0,-1 0 1 0 0,1 0-1 0 0,-1 0 1 0 0,1 1-1 0 0,-1-1 1 0 0,4 5-1 0 0,-6-5 8 0 0,1-1-1 0 0,0 1 0 0 0,-1 0 0 0 0,1-1 1 0 0,-1 1-1 0 0,1 0 0 0 0,-1-1 0 0 0,0 1 1 0 0,0 0-1 0 0,0 0 0 0 0,0-1 0 0 0,0 1 1 0 0,0 0-1 0 0,0-1 0 0 0,-1 1 0 0 0,1 0 1 0 0,0-1-1 0 0,-1 1 0 0 0,0 0 0 0 0,1-1 1 0 0,-1 1-1 0 0,0-1 0 0 0,0 1 0 0 0,0-1 1 0 0,0 1-1 0 0,0-1 0 0 0,0 0 0 0 0,0 1 1 0 0,0-1-1 0 0,-1 0 0 0 0,1 0 0 0 0,-2 1 1 0 0,1 0 13 0 0,0 0 1 0 0,-1 0 0 0 0,1 0-1 0 0,-1-1 1 0 0,1 1 0 0 0,-1-1 0 0 0,1 0-1 0 0,-1 0 1 0 0,0 0 0 0 0,0 0-1 0 0,1 0 1 0 0,-1 0 0 0 0,0-1 0 0 0,0 1-1 0 0,0-1 1 0 0,0 0 0 0 0,0 0-1 0 0,0 0 1 0 0,-5-1 0 0 0,7 1-29 0 0,-1-1 0 0 0,1 1 0 0 0,-1-1 0 0 0,1 1 0 0 0,0-1 0 0 0,-1 1 0 0 0,1-1 0 0 0,0 0 0 0 0,-1 0 0 0 0,1 0 0 0 0,0 1 0 0 0,0-1-1 0 0,-1-1 1 0 0,1 1 0 0 0,0 0 0 0 0,0 0 0 0 0,0 0 0 0 0,1 0 0 0 0,-1-1 0 0 0,-1-1 0 0 0,1 1-252 0 0,1 0 0 0 0,0 0-1 0 0,1 0 0 0 0,-1 0 1 0 0,0-1-1 0 0,1 1 0 0 0,0 0 1 0 0,-1 0-1 0 0,1 0 0 0 0,0 0 1 0 0,0 0-1 0 0,0 0 1 0 0,2-2-1 0 0,20-14-4541 0 0,-8 12 2059 0 0</inkml:trace>
</inkml:ink>
</file>

<file path=ppt/ink/ink6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4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1 532 0 0,'0'0'1083'0'0,"-11"42"4546"0"0,10-37-5382 0 0,-14 53 2888 0 0,13-55-3429 0 0,1 0-1 0 0,-1 1 1 0 0,0-1 0 0 0,0 0 0 0 0,0 0 0 0 0,0 0-1 0 0,0 0 1 0 0,-5 4 0 0 0</inkml:trace>
</inkml:ink>
</file>

<file path=ppt/ink/ink6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5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76 540 0 0,'0'-4'586'0'0,"0"-1"-1"0"0,0 0 1 0 0,0 1 0 0 0,1-1-1 0 0,-1 1 1 0 0,1-1 0 0 0,0 1-1 0 0,1-1 1 0 0,-1 1 0 0 0,1 0 0 0 0,0 0-1 0 0,0-1 1 0 0,0 1 0 0 0,0 1-1 0 0,5-7 1 0 0,-6 9-531 0 0</inkml:trace>
</inkml:ink>
</file>

<file path=ppt/ink/ink6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6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322 78 192 0 0,'-13'-50'7037'0'0,"12"48"-6902"0"0,-1 0 0 0 0,1 0 0 0 0,-1 0 0 0 0,1 0 1 0 0,-1 0-1 0 0,0 1 0 0 0,0-1 0 0 0,1 1 0 0 0,-1-1 1 0 0,-1 1-1 0 0,1 0 0 0 0,0 0 0 0 0,0 0 0 0 0,0 0 1 0 0,0 0-1 0 0,-1 0 0 0 0,1 1 0 0 0,-1-1 0 0 0,1 1 1 0 0,-3-1-1 0 0,-2 1 4 0 0,1 0 0 0 0,0 0-1 0 0,-1 1 1 0 0,1 0 0 0 0,0 0 0 0 0,0 0 0 0 0,0 1 0 0 0,-6 2-1 0 0,2-1 25 0 0,1 1-1 0 0,0 0 0 0 0,0 1 0 0 0,0 0 0 0 0,1 1 0 0 0,0-1 1 0 0,0 1-1 0 0,0 1 0 0 0,1 0 0 0 0,-10 10 0 0 0,16-16-138 0 0,1 0 1 0 0,-1 0-1 0 0,0 0 0 0 0,0-1 0 0 0,1 1 0 0 0,-1 0 0 0 0,0 0 0 0 0,1 1 1 0 0,-1-1-1 0 0,1 0 0 0 0,0 0 0 0 0,-1 0 0 0 0,1 0 0 0 0,0 0 0 0 0,-1 0 1 0 0,1 1-1 0 0,0-1 0 0 0,0 0 0 0 0,0 0 0 0 0,0 0 0 0 0,0 1 1 0 0,0-1-1 0 0,1 0 0 0 0,-1 0 0 0 0,0 0 0 0 0,1 0 0 0 0,-1 0 0 0 0,0 1 1 0 0,2 0-1 0 0,0 0-11 0 0,-1-1 0 0 0,1 0 1 0 0,0 0-1 0 0,0 0 0 0 0,0 0 1 0 0,0 0-1 0 0,0 0 0 0 0,0-1 1 0 0,0 1-1 0 0,0-1 0 0 0,1 1 1 0 0,-1-1-1 0 0,0 0 0 0 0,4 0 1 0 0,13 0-61 0 0,0-1 0 0 0,33-6 0 0 0,-45 6 63 0 0,-4 1-22 0 0,-1-1 0 0 0,1 1 1 0 0,0 0-1 0 0,0 0 1 0 0,-1 0-1 0 0,1 0 1 0 0,0 0-1 0 0,0 1 0 0 0,-1-1 1 0 0,1 1-1 0 0,0 0 1 0 0,-1 0-1 0 0,1 0 1 0 0,0 0-1 0 0,-1 0 0 0 0,1 0 1 0 0,-1 1-1 0 0,0-1 1 0 0,0 1-1 0 0,4 3 1 0 0,-3-1 0 0 0,0 0 0 0 0,0 0 0 0 0,0 0 0 0 0,0 1 0 0 0,-1-1 0 0 0,1 1 0 0 0,-1 0 0 0 0,-1-1 1 0 0,1 1-1 0 0,1 7 0 0 0,0 7 2 0 0,0 0-1 0 0,-1 0 1 0 0,-1 0 0 0 0,-3 32 0 0 0,-2 0 9 0 0,-2-1-1 0 0,-20 79 1 0 0,21-111 34 0 0,0 0 0 0 0,-2-1-1 0 0,0 0 1 0 0,-1 0 0 0 0,0-1-1 0 0,-2 0 1 0 0,0 0 0 0 0,0-1 0 0 0,-2 0-1 0 0,-18 19 1 0 0,28-32 1 0 0,0 0 0 0 0,0 0-1 0 0,-1-1 1 0 0,1 1 0 0 0,0 0 0 0 0,-1-1 0 0 0,1 0 0 0 0,-1 1 0 0 0,1-1-1 0 0,-1 0 1 0 0,1 0 0 0 0,-1 0 0 0 0,0-1 0 0 0,0 1 0 0 0,1-1-1 0 0,-1 1 1 0 0,0-1 0 0 0,0 0 0 0 0,0 0 0 0 0,1 0 0 0 0,-7-1-1 0 0,5-1 4 0 0,0 1 0 0 0,0-1-1 0 0,0 0 1 0 0,0 0 0 0 0,0-1-1 0 0,1 1 1 0 0,-1-1 0 0 0,1 0-1 0 0,-1 0 1 0 0,1 0 0 0 0,0 0 0 0 0,-5-6-1 0 0,1-2 14 0 0,0 1 0 0 0,1-1 1 0 0,0 0-1 0 0,0 0 0 0 0,1-1 0 0 0,1 1 0 0 0,0-1 0 0 0,0 0 0 0 0,-1-16 0 0 0,3 10-101 0 0,0 1 0 0 0,2-1 0 0 0,0 0 0 0 0,1 1 0 0 0,1-1 0 0 0,1 1-1 0 0,7-25 1 0 0,-8 33-252 0 0,1 1 1 0 0,1 0-1 0 0,-1 0 0 0 0,1 0 0 0 0,1 1 0 0 0,-1 0 0 0 0,1-1 0 0 0,1 1 0 0 0,-1 1 0 0 0,1-1 1 0 0,0 1-1 0 0,1 0 0 0 0,-1 1 0 0 0,1-1 0 0 0,0 1 0 0 0,15-7 0 0 0,12-3-5051 0 0,-17 9 2268 0 0</inkml:trace>
</inkml:ink>
</file>

<file path=ppt/ink/ink6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7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4 100 0 0,'0'0'8919'0'0,"0"7"-8599"0"0,0 4-101 0 0,0 0 1 0 0,1 0-1 0 0,1-1 1 0 0,0 1-1 0 0,0 0 1 0 0,1-1-1 0 0,0 0 1 0 0,1 1-1 0 0,7 11 1 0 0,-11-21-202 0 0,1 1 0 0 0,0-1-1 0 0,0 0 1 0 0,0 0 0 0 0,1 1 0 0 0,-1-1 0 0 0,0 0 0 0 0,0 0 0 0 0,1 0 0 0 0,-1 0 0 0 0,0-1 0 0 0,1 1 0 0 0,-1 0-1 0 0,1-1 1 0 0,-1 1 0 0 0,1-1 0 0 0,0 1 0 0 0,-1-1 0 0 0,1 1 0 0 0,-1-1 0 0 0,1 0 0 0 0,0 0 0 0 0,-1 0 0 0 0,1 0-1 0 0,-1 0 1 0 0,1 0 0 0 0,0-1 0 0 0,-1 1 0 0 0,1-1 0 0 0,-1 1 0 0 0,1-1 0 0 0,-1 1 0 0 0,1-1 0 0 0,-1 0 0 0 0,1 1-1 0 0,-1-1 1 0 0,1 0 0 0 0,1-2 0 0 0,3-1 20 0 0,0-1-1 0 0,0 1 0 0 0,0-1 1 0 0,-1-1-1 0 0,1 1 0 0 0,-1-1 1 0 0,4-6-1 0 0,-6 7 22 0 0,0 0 0 0 0,0 0-1 0 0,0 0 1 0 0,-1 0 0 0 0,1-1 0 0 0,-1 1-1 0 0,-1-1 1 0 0,1 0 0 0 0,-1 1-1 0 0,0-1 1 0 0,0-11 0 0 0,-1 15 22 0 0,1-4 779 0 0,-1 1-3088 0 0</inkml:trace>
</inkml:ink>
</file>

<file path=ppt/ink/ink7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7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48 421 304 0 0,'0'0'5385'0'0,"-2"4"-4847"0"0,-43 64 3480 0 0,44-67-3692 0 0,1-1-310 0 0,0 0 0 0 0,1 0-1 0 0,-1 1 1 0 0,0-1 0 0 0,0 0 0 0 0,0 0-1 0 0,0 0 1 0 0,0 0 0 0 0,1 0 0 0 0,-1 0-1 0 0,0 0 1 0 0,0 0 0 0 0,0 1 0 0 0,0-1 0 0 0,0 0-1 0 0,0 0 1 0 0,0 0 0 0 0,0 0 0 0 0,0 0-1 0 0,1 0 1 0 0,-1 1 0 0 0,0-1 0 0 0,0 0-1 0 0,0 0 1 0 0,0 0 0 0 0,0 0 0 0 0,0 1 0 0 0,0-1-1 0 0,0 0 1 0 0,0 0 0 0 0,0 0 0 0 0,0 0-1 0 0,0 1 1 0 0,0-1 0 0 0,0 0 0 0 0,0 0-1 0 0,0 0 1 0 0,-1 0 0 0 0,1 0 0 0 0,0 1 0 0 0,0-1-1 0 0,0 0 1 0 0,0 0 0 0 0,0 0 0 0 0,0 0-1 0 0,0 0 1 0 0,0 0 0 0 0,0 1 0 0 0,-1-1 0 0 0,1 0-1 0 0,0 0 1 0 0,0 0 0 0 0,0 0 0 0 0,0 0-1 0 0,63-31 4 0 0,-59 29-18 0 0,1-1-7 0 0,-1 1-1 0 0,1-1 1 0 0,-1 1-1 0 0,1 0 0 0 0,0 1 1 0 0,0-1-1 0 0,0 1 1 0 0,0 0-1 0 0,0 0 1 0 0,0 1-1 0 0,0-1 1 0 0,10 1-1 0 0,-3 3-25 0 0,0-1 0 0 0,0-1 0 0 0,1 0 1 0 0,-1-1-1 0 0,0 0 0 0 0,1-1 0 0 0,-1 0 0 0 0,0-1 0 0 0,0 0 0 0 0,0-1 0 0 0,0-1 1 0 0,0 0-1 0 0,12-6 0 0 0,-11 3 29 0 0,-1 0 0 0 0,1-2 1 0 0,-1 1-1 0 0,-1-1 0 0 0,0-1 1 0 0,0 0-1 0 0,-1-1 0 0 0,0 0 0 0 0,-1-1 1 0 0,14-20-1 0 0,-15 18 53 0 0,-1 0 0 0 0,0 0 0 0 0,0-1 0 0 0,-1 1 0 0 0,-1-1 0 0 0,-1 0 0 0 0,5-29 0 0 0,-8 34 61 0 0,0-1 1 0 0,0 1 0 0 0,-1 0 0 0 0,0-1 0 0 0,-1 1 0 0 0,0 0 0 0 0,-1 0 0 0 0,0 0 0 0 0,-1 0 0 0 0,0 0 0 0 0,0 0 0 0 0,-10-17 0 0 0,13 26-102 0 0,-1 1 0 0 0,1-1 0 0 0,-1 0 0 0 0,1 1 0 0 0,-1-1 0 0 0,1 1 0 0 0,-1-1 0 0 0,0 1 1 0 0,1-1-1 0 0,-1 1 0 0 0,0-1 0 0 0,1 1 0 0 0,-1 0 0 0 0,0-1 0 0 0,0 1 0 0 0,1 0 0 0 0,-1 0 0 0 0,0-1 0 0 0,0 1 0 0 0,0 0 0 0 0,1 0 1 0 0,-1 0-1 0 0,0 0 0 0 0,0 0 0 0 0,0 0 0 0 0,1 0 0 0 0,-1 1 0 0 0,0-1 0 0 0,0 0 0 0 0,0 0 0 0 0,1 1 0 0 0,-1-1 0 0 0,0 0 0 0 0,1 1 1 0 0,-1-1-1 0 0,0 0 0 0 0,0 1 0 0 0,1-1 0 0 0,-1 1 0 0 0,1 0 0 0 0,-1-1 0 0 0,1 1 0 0 0,-1-1 0 0 0,1 1 0 0 0,-1 0 0 0 0,1-1 0 0 0,-1 2 1 0 0,-22 30 249 0 0,16-16-213 0 0,1 0 1 0 0,1 1-1 0 0,0 0 0 0 0,2 0 1 0 0,0 0-1 0 0,1 1 0 0 0,0-1 1 0 0,2 1-1 0 0,0-1 0 0 0,0 0 1 0 0,2 1-1 0 0,0-1 0 0 0,2 0 1 0 0,-1 0-1 0 0,2 0 0 0 0,0 0 1 0 0,2-1-1 0 0,-1 0 0 0 0,2 0 1 0 0,9 16-1 0 0,-14-27 13 0 0,1 0 0 0 0,-1 0 0 0 0,1-1 0 0 0,0 1 0 0 0,0-1 0 0 0,0 0 0 0 0,1 0 0 0 0,-1 0 0 0 0,1-1 0 0 0,0 1-1 0 0,0-1 1 0 0,9 4 0 0 0,-12-7 325 0 0,4 1 663 0 0,-2-1-2513 0 0</inkml:trace>
</inkml:ink>
</file>

<file path=ppt/ink/ink7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8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56 1236 0 0,'-2'-40'8122'0'0,"1"39"-8091"0"0,1 1 1 0 0,0-1 0 0 0,0 1 0 0 0,0-1 0 0 0,0 1 0 0 0,0 0 0 0 0,0-1 0 0 0,0 1 0 0 0,0-1-1 0 0,0 1 1 0 0,0-1 0 0 0,0 1 0 0 0,0-1 0 0 0,0 1 0 0 0,0-1 0 0 0,0 1 0 0 0,0-1 0 0 0,1 1 0 0 0,-1 0-1 0 0,0-1 1 0 0,0 1 0 0 0,0-1 0 0 0,1 1 0 0 0,-1-1 0 0 0,0 1 0 0 0,1 0 0 0 0,-1-1 0 0 0,0 1 0 0 0,1 0-1 0 0,-1 0 1 0 0,0-1 0 0 0,1 1 0 0 0,-1 0 0 0 0,1 0 0 0 0,-1-1 0 0 0,1 1 0 0 0,-1 0 0 0 0,0 0-1 0 0,1 0 1 0 0,-1 0 0 0 0,1 0 0 0 0,-1-1 0 0 0,1 1 0 0 0,-1 0 0 0 0,1 0 0 0 0,-1 0 0 0 0,1 0 0 0 0,-1 1-1 0 0,1-1 1 0 0,-1 0 0 0 0,1 0 0 0 0,-1 0 0 0 0,0 0 0 0 0,1 0 0 0 0,-1 0 0 0 0,1 1 0 0 0,-1-1 0 0 0,1 0-1 0 0,-1 0 1 0 0,0 1 0 0 0,1 0 0 0 0,27 22-6693 0 0,-21-17 4031 0 0</inkml:trace>
</inkml:ink>
</file>

<file path=ppt/ink/ink7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8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45 404 0 0,'-18'-43'9302'0'0,"13"42"-9149"0"0,0 1 1 0 0,0-1 0 0 0,0 1 0 0 0,-1 0 0 0 0,1 1 0 0 0,0-1-1 0 0,0 1 1 0 0,0 0 0 0 0,0 1 0 0 0,0-1 0 0 0,0 1 0 0 0,0 0-1 0 0,0 0 1 0 0,0 0 0 0 0,1 1 0 0 0,-1-1 0 0 0,1 1 0 0 0,-5 4-1 0 0,0 1-2 0 0,0 0 0 0 0,0 0 0 0 0,1 0 0 0 0,0 1-1 0 0,1 0 1 0 0,-13 20 0 0 0,19-25-119 0 0,-1 0 1 0 0,1 0-1 0 0,0 0 0 0 0,0 0 1 0 0,0 0-1 0 0,1 0 0 0 0,-1 0 1 0 0,1 0-1 0 0,0 0 0 0 0,0 0 1 0 0,1 7-1 0 0,0-9 35 0 0,-1-1-62 0 0,1 0 1 0 0,0 0-1 0 0,0 0 0 0 0,0 0 0 0 0,0 0 0 0 0,0 0 1 0 0,1 0-1 0 0,-1 0 0 0 0,0 0 0 0 0,0-1 0 0 0,0 1 0 0 0,1-1 1 0 0,-1 1-1 0 0,0-1 0 0 0,1 1 0 0 0,-1-1 0 0 0,0 0 0 0 0,1 1 1 0 0,-1-1-1 0 0,1 0 0 0 0,-1 0 0 0 0,0 0 0 0 0,1 0 0 0 0,2-1 1 0 0,160-76-405 0 0,-161 76 400 0 0,1 0 0 0 0,0 0 0 0 0,-1 1-1 0 0,1 0 1 0 0,0-1 0 0 0,0 1 0 0 0,-1 1 0 0 0,1-1 0 0 0,0 0 0 0 0,0 1-1 0 0,-1 0 1 0 0,1 0 0 0 0,-1 0 0 0 0,1 0 0 0 0,-1 0 0 0 0,1 1 0 0 0,-1 0-1 0 0,0 0 1 0 0,1-1 0 0 0,-1 2 0 0 0,0-1 0 0 0,0 0 0 0 0,-1 1 0 0 0,1-1-1 0 0,0 1 1 0 0,-1 0 0 0 0,0 0 0 0 0,1 0 0 0 0,-1 0 0 0 0,2 6 0 0 0,-2-8 21 0 0,-1 0 0 0 0,1 0 0 0 0,-1 1 1 0 0,1-1-1 0 0,-1-1 0 0 0,1 1 0 0 0,0 0 1 0 0,0 0-1 0 0,-1-1 0 0 0,1 1 0 0 0,0 0 1 0 0,0-1-1 0 0,0 0 0 0 0,0 0 0 0 0,0 1 1 0 0,0-1-1 0 0,-1 0 0 0 0,5-1 0 0 0,38-5 236 0 0,-33 4-430 0 0,31-10 458 0 0,-15-3-3487 0 0</inkml:trace>
</inkml:ink>
</file>

<file path=ppt/ink/ink7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9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3 129 14177 0 0,'-1'-4'9'0'0,"0"0"0"0"0,1 0 0 0 0,0-1 1 0 0,0 1-1 0 0,0 0 0 0 0,0 0 0 0 0,1 0 0 0 0,-1 0 0 0 0,1 0 0 0 0,0 0 0 0 0,1 0 0 0 0,-1 0 0 0 0,1 0 0 0 0,-1 0 0 0 0,1 0 0 0 0,0 1 0 0 0,0-1 0 0 0,1 1 0 0 0,-1-1 0 0 0,1 1 0 0 0,0 0 0 0 0,0 0 1 0 0,0 0-1 0 0,0 1 0 0 0,0-1 0 0 0,1 1 0 0 0,-1-1 0 0 0,1 1 0 0 0,-1 0 0 0 0,6-1 0 0 0,-4-1-31 0 0,1 2 1 0 0,0-1-1 0 0,-1 1 1 0 0,1 0-1 0 0,1 0 1 0 0,-1 0-1 0 0,0 1 0 0 0,0 0 1 0 0,1 0-1 0 0,-1 1 1 0 0,12 0-1 0 0,-9 1-1347 0 0,-1 0 0 0 0,0 1 0 0 0,-1 0-1 0 0,1 0 1 0 0,11 6 0 0 0,-7-3-1995 0 0</inkml:trace>
</inkml:ink>
</file>

<file path=ppt/ink/ink7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39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21 132 0 0,'-3'-11'6933'0'0,"36"2"-5650"0"0,-30 9-928 0 0,22 12 742 0 0,-23-11-1042 0 0,0 1 0 0 0,0-1 0 0 0,0 1 0 0 0,0 0-1 0 0,-1 0 1 0 0,1-1 0 0 0,0 1 0 0 0,-1 0 0 0 0,1 1 0 0 0,-1-1-1 0 0,0 0 1 0 0,1 0 0 0 0,-1 1 0 0 0,0-1 0 0 0,-1 0 0 0 0,1 1-1 0 0,0 2 1 0 0,2 46 662 0 0,-3-36-535 0 0,0-13-119 0 0,-1 1 73 0 0,1-3-117 0 0,0 0 0 0 0,1 0 0 0 0,-1 0 0 0 0,0 0 0 0 0,0 0 0 0 0,0 0 0 0 0,0 0 0 0 0,0 0 0 0 0,1 0 0 0 0,-1 0 0 0 0,0 0 0 0 0,0 0 0 0 0,0 0 0 0 0,0 0 0 0 0,0 0 0 0 0,0 0 0 0 0,1 0 0 0 0,-1 1 0 0 0,0-1 0 0 0,0 0 0 0 0,0 0 0 0 0,0 0 0 0 0,0 0 0 0 0,0 0 0 0 0,0 0 0 0 0,0 0 0 0 0,0 1 0 0 0,0-1 0 0 0,0 0 0 0 0,1 0 0 0 0,-1 0 0 0 0,0 0 0 0 0,0 0 0 0 0,0 1 0 0 0,0-1 0 0 0,0 0 0 0 0,0 0 0 0 0,0 0 0 0 0,0 0 0 0 0,0 0 0 0 0,0 1 0 0 0,0-1 0 0 0,0 0 0 0 0,-1 0 0 0 0,1 0 0 0 0,0 0 0 0 0,0 0 0 0 0,0 1 0 0 0,0-1 0 0 0,0 0 0 0 0,0 0 0 0 0,0 0 0 0 0,0 0 0 0 0,0 0 0 0 0,0 0 0 0 0,17-10 43 0 0,1 0 52 0 0,0 0 1 0 0,37-14 0 0 0,-50 22-104 0 0,0 0 1 0 0,0 1-1 0 0,1 0 1 0 0,-1 0-1 0 0,0 0 1 0 0,0 0-1 0 0,0 1 1 0 0,1 0 0 0 0,-1 0-1 0 0,0 1 1 0 0,0-1-1 0 0,1 1 1 0 0,-1 0-1 0 0,0 1 1 0 0,0-1-1 0 0,0 1 1 0 0,6 3 0 0 0,-9-3 12 0 0,0-1-146 0 0,-1 1 1 0 0,1-1-1 0 0,-1 1 0 0 0,0 0 0 0 0,1 0 1 0 0,-1-1-1 0 0,0 1 0 0 0,0 0 0 0 0,0 0 1 0 0,0 0-1 0 0,0 1 0 0 0,-1-1 0 0 0,1 0 0 0 0,0 3 1 0 0,4 11-6362 0 0,1-6 3513 0 0</inkml:trace>
</inkml:ink>
</file>

<file path=ppt/ink/ink7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40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1292 0 0,'82'-33'16136'0'0,"-75"31"-15865"0"0</inkml:trace>
</inkml:ink>
</file>

<file path=ppt/ink/ink7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1:40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10 165 13865 0 0,'-3'-16'312'0'0,"0"1"0"0"0,1-1 0 0 0,1-16 0 0 0,1 28-161 0 0,0-1-1 0 0,0 0 1 0 0,1 1 0 0 0,0-1-1 0 0,0 1 1 0 0,0-1 0 0 0,0 1-1 0 0,1-1 1 0 0,-1 1 0 0 0,1 0-1 0 0,0 0 1 0 0,1-1 0 0 0,-1 2-1 0 0,5-7 1 0 0,-6 9-243 0 0,1-1 1 0 0,0 1-1 0 0,0 0 1 0 0,0-1-1 0 0,0 1 0 0 0,0 0 1 0 0,0 0-1 0 0,0 0 1 0 0,0 1-1 0 0,0-1 1 0 0,0 0-1 0 0,0 1 0 0 0,0 0 1 0 0,0-1-1 0 0,4 1 1 0 0,-5 0-428 0 0,1 0 0 0 0,-1 0 1 0 0,0 0-1 0 0,0 0 0 0 0,0 0 1 0 0,1 1-1 0 0,-1-1 0 0 0,0 0 1 0 0,0 1-1 0 0,0-1 0 0 0,0 1 0 0 0,0-1 1 0 0,0 1-1 0 0,0-1 0 0 0,0 1 1 0 0,2 1-1 0 0,2 4-3467 0 0</inkml:trace>
</inkml:ink>
</file>

<file path=ppt/ink/ink7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0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33 251 580 0 0,'-16'-2'1922'0'0,"-1"1"4454"0"0,32 15-4106 0 0,-13-13-2224 0 0,0 1 1 0 0,0-1-1 0 0,1 0 1 0 0,-1 0-1 0 0,0 0 1 0 0,1-1-1 0 0,-1 1 1 0 0,1-1-1 0 0,-1 1 1 0 0,5 0-1 0 0,41-6 398 0 0,-15-4-208 0 0,12-11 58 0 0,-4-9-60 0 0,-20 8-117 0 0,5-16 34 0 0,-15 9-58 0 0,-10 27-93 0 0,-1 0 1 0 0,0 1 0 0 0,1-1 0 0 0,-1 1 0 0 0,0-1 0 0 0,0 0 0 0 0,0 1 0 0 0,0-1 0 0 0,1 1-1 0 0,-1-1 1 0 0,0 0 0 0 0,0 1 0 0 0,0-1 0 0 0,0 0 0 0 0,0 1 0 0 0,-1-1 0 0 0,1 0 0 0 0,0 1-1 0 0,0-1 1 0 0,0 0 0 0 0,0 1 0 0 0,-1-1 0 0 0,1 1 0 0 0,0-1 0 0 0,-1 1 0 0 0,1-1-1 0 0,0 0 1 0 0,-1 1 0 0 0,1-1 0 0 0,-1 1 0 0 0,1 0 0 0 0,-1-1 0 0 0,1 1 0 0 0,-1-1 0 0 0,1 1-1 0 0,-1 0 1 0 0,1-1 0 0 0,-1 1 0 0 0,1 0 0 0 0,-1-1 0 0 0,0 1 0 0 0,1 0 0 0 0,-1 0 0 0 0,0 0-1 0 0,1 0 1 0 0,-2 0 0 0 0,0 0-1 0 0,0 0-1 0 0,0 1 0 0 0,0 0 1 0 0,0-1-1 0 0,0 1 0 0 0,0 0 1 0 0,0 0-1 0 0,1 0 1 0 0,-1 0-1 0 0,0 1 0 0 0,1-1 1 0 0,-1 0-1 0 0,1 1 1 0 0,-1-1-1 0 0,1 1 0 0 0,-1-1 1 0 0,1 1-1 0 0,0 0 0 0 0,0 0 1 0 0,0 0-1 0 0,0-1 1 0 0,0 1-1 0 0,0 0 0 0 0,1 0 1 0 0,-1 0-1 0 0,1 0 0 0 0,-1 0 1 0 0,1 0-1 0 0,0 3 1 0 0,-1 0-2 0 0,0-1 0 0 0,0 1 0 0 0,1-1 1 0 0,0 1-1 0 0,-1-1 0 0 0,2 1 0 0 0,-1-1 1 0 0,1 1-1 0 0,-1-1 0 0 0,1 1 0 0 0,0-1 1 0 0,4 9-1 0 0,-1-8 3 0 0,0 0 1 0 0,0-1-1 0 0,0 1 0 0 0,1-1 1 0 0,-1 0-1 0 0,1 0 1 0 0,0 0-1 0 0,1-1 0 0 0,-1 1 1 0 0,0-1-1 0 0,1 0 0 0 0,0-1 1 0 0,0 0-1 0 0,0 0 1 0 0,0 0-1 0 0,0 0 0 0 0,0-1 1 0 0,0 0-1 0 0,0-1 1 0 0,8 1-1 0 0,7 0 5 0 0,0-2 0 0 0,0 0 0 0 0,0-1 1 0 0,33-8-1 0 0,-35 5 0 0 0,0-1 1 0 0,0 0-1 0 0,0-2 1 0 0,-1 0-1 0 0,0-1 1 0 0,-1-1-1 0 0,17-12 1 0 0,-24 15-3 0 0,0-1 0 0 0,0 0 0 0 0,0-1 0 0 0,-1 0 0 0 0,-1-1 0 0 0,0 0 1 0 0,0 0-1 0 0,-1 0 0 0 0,0-1 0 0 0,-1 0 0 0 0,10-24 0 0 0,-14 32-3 0 0,-1 2 0 0 0,0 0-1 0 0,-1 0 1 0 0,1 0-1 0 0,-1 0 1 0 0,1 0-1 0 0,-1 0 1 0 0,1-1-1 0 0,-1 1 0 0 0,0 0 1 0 0,0 0-1 0 0,1 0 1 0 0,-1 0-1 0 0,0-1 1 0 0,0 1-1 0 0,0 0 1 0 0,0 0-1 0 0,-1 0 1 0 0,1 0-1 0 0,0-1 0 0 0,0 1 1 0 0,-1 0-1 0 0,1 0 1 0 0,0 0-1 0 0,-1 0 1 0 0,1 0-1 0 0,-1 0 1 0 0,0 0-1 0 0,1 0 0 0 0,-2-1 1 0 0,2 1 0 0 0,0 0 1 0 0,-1 1-1 0 0,1-1 0 0 0,0 1 1 0 0,-1-1-1 0 0,1 0 0 0 0,0 1 1 0 0,-1-1-1 0 0,1 1 0 0 0,-1 0 1 0 0,1-1-1 0 0,-1 1 0 0 0,1-1 1 0 0,-1 1-1 0 0,1 0 0 0 0,-1-1 1 0 0,1 1-1 0 0,-1 0 1 0 0,0-1-1 0 0,1 1 0 0 0,-1 0 1 0 0,1 0-1 0 0,-1 0 0 0 0,0-1 1 0 0,1 1-1 0 0,-1 0 0 0 0,0 0 1 0 0,1 0-1 0 0,-1 0 0 0 0,0 0 1 0 0,1 0-1 0 0,-2 1 0 0 0,-21 14 48 0 0,-11 30 33 0 0,16-5-25 0 0,3 1 0 0 0,1 0 0 0 0,-16 79 0 0 0,5-15 13 0 0,15-70-43 0 0,-72 226 121 0 0,70-231-125 0 0,-1-2 0 0 0,-1 0 0 0 0,-1 0-1 0 0,-2-1 1 0 0,0-1 0 0 0,-34 38-1 0 0,36-48-86 0 0,6-5 161 0 0,-1 0 0 0 0,-1-1 1 0 0,0 0-1 0 0,0 0 0 0 0,-24 14 0 0 0,33-23-97 0 0,0 0 0 0 0,0 0 0 0 0,0 0 0 0 0,0 0 0 0 0,0-1 0 0 0,0 1 0 0 0,-1-1-1 0 0,1 1 1 0 0,0-1 0 0 0,0 0 0 0 0,-1 0 0 0 0,1 0 0 0 0,0 0 0 0 0,0 0 0 0 0,-1-1 0 0 0,1 1 0 0 0,0-1-1 0 0,-3 0 1 0 0,2-1-52 0 0,0 0-1 0 0,0 0 0 0 0,1 0 0 0 0,-1 0 1 0 0,1-1-1 0 0,-1 1 0 0 0,1-1 0 0 0,0 1 0 0 0,0-1 1 0 0,0 0-1 0 0,0 0 0 0 0,0 0 0 0 0,1 0 1 0 0,-1 0-1 0 0,-1-6 0 0 0,1 2-276 0 0,0 1 0 0 0,0-1 0 0 0,1 0 0 0 0,0 1 0 0 0,1-1 0 0 0,-1 0 0 0 0,1-7 0 0 0,5-27-5082 0 0,1 19 2126 0 0</inkml:trace>
</inkml:ink>
</file>

<file path=ppt/ink/ink7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05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14017 0 0,'0'0'174'0'0,"31"-12"114"0"0,-13 5 103 0 0,1 0-1 0 0,0 2 1 0 0,0 0-1 0 0,24-3 1 0 0,-26 8-343 0 0,4 0 223 0 0,-4 2-3197 0 0,-34 6 1625 0 0,5-3-12 0 0,-4-1-3979 0 0,-2-2 1965 0 0</inkml:trace>
</inkml:ink>
</file>

<file path=ppt/ink/ink7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07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206 196 640 0 0,'-1'2'316'0'0,"1"-1"-1"0"0,-1 1 1 0 0,1-1 0 0 0,-1 1-1 0 0,0-1 1 0 0,0 1 0 0 0,1-1-1 0 0,-1 0 1 0 0,0 0 0 0 0,0 1-1 0 0,0-1 1 0 0,-1 0-1 0 0,-1 2 1 0 0,2-3 496 0 0,-41 10 2977 0 0,35-10-3645 0 0,-1-1 0 0 0,1 0-1 0 0,-1 0 1 0 0,1-1 0 0 0,-1 0 0 0 0,1 0-1 0 0,0-1 1 0 0,0 0 0 0 0,0 0 0 0 0,0 0-1 0 0,0-1 1 0 0,1 0 0 0 0,0-1 0 0 0,0 1-1 0 0,0-1 1 0 0,-6-6 0 0 0,9 8-128 0 0,1 0 0 0 0,-1 0 0 0 0,1-1 0 0 0,0 1 0 0 0,0 0 0 0 0,0-1 0 0 0,0 1 0 0 0,1-1 0 0 0,-1 0 0 0 0,1 1 0 0 0,0-1 0 0 0,0 0 0 0 0,0 0 0 0 0,1 0 0 0 0,-1 0 0 0 0,1 0 0 0 0,0 1 1 0 0,0-1-1 0 0,1 0 0 0 0,-1 0 0 0 0,1 0 0 0 0,-1 0 0 0 0,1 0 0 0 0,1 0 0 0 0,-1 1 0 0 0,0-1 0 0 0,1 0 0 0 0,0 1 0 0 0,0-1 0 0 0,0 1 0 0 0,0 0 0 0 0,0 0 0 0 0,5-5 0 0 0,-4 4-12 0 0,0 1 0 0 0,0-1 0 0 0,0 1 0 0 0,1-1 0 0 0,-1 1 0 0 0,1 0 0 0 0,0 0 0 0 0,0 1 0 0 0,0-1 0 0 0,0 1 1 0 0,1 0-1 0 0,-1 0 0 0 0,1 0 0 0 0,-1 1 0 0 0,1 0 0 0 0,-1-1 0 0 0,1 2 0 0 0,0-1 0 0 0,0 0 0 0 0,-1 1 0 0 0,1 0 0 0 0,0 0 0 0 0,0 0 0 0 0,8 2 0 0 0,-8 0-2 0 0,0 0 0 0 0,0 0 1 0 0,0 0-1 0 0,0 1 0 0 0,-1-1 0 0 0,1 1 0 0 0,-1 0 1 0 0,1 1-1 0 0,-1-1 0 0 0,0 1 0 0 0,0 0 0 0 0,0 0 1 0 0,-1 0-1 0 0,1 0 0 0 0,-1 0 0 0 0,0 1 0 0 0,-1 0 1 0 0,1-1-1 0 0,-1 1 0 0 0,0 0 0 0 0,3 8 1 0 0,-2-1 5 0 0,0 0 0 0 0,-1 0 1 0 0,0 0-1 0 0,-1 0 1 0 0,0 0-1 0 0,-1 1 1 0 0,0-1-1 0 0,-1 0 1 0 0,-1 0-1 0 0,0 0 1 0 0,-6 23-1 0 0,1-16 10 0 0,0 0 0 0 0,-1 0 0 0 0,-1-1 0 0 0,-1-1 0 0 0,0 1 0 0 0,-18 21 0 0 0,15-28-110 0 0,3-3-1576 0 0</inkml:trace>
</inkml:ink>
</file>

<file path=ppt/ink/ink7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08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257 281 508 0 0,'14'-3'425'0'0,"0"-1"0"0"0,0 0 0 0 0,-1-1-1 0 0,1 0 1 0 0,-1-1 0 0 0,0-1 0 0 0,0 0 0 0 0,-1-1 0 0 0,0 0-1 0 0,0 0 1 0 0,-1-2 0 0 0,13-13 0 0 0,-10 9-34 0 0,-1-2-1 0 0,0 0 1 0 0,-2 0 0 0 0,0-1 0 0 0,0 0-1 0 0,-2-1 1 0 0,0 0 0 0 0,7-24 0 0 0,-13 34 480 0 0,-6 12-326 0 0,-12 28-123 0 0,-18 49-56 0 0,-58 277 956 0 0,15-47-769 0 0,46-201-387 0 0,21-66-76 0 0,-2-2 0 0 0,-3 0 0 0 0,-1 0 0 0 0,-34 66 0 0 0,46-102-66 0 0,-1-1-1 0 0,0 1 1 0 0,0-1-1 0 0,0 0 1 0 0,-1 0-1 0 0,0 0 1 0 0,1-1-1 0 0,-2 1 1 0 0,1-1-1 0 0,0 0 0 0 0,-1-1 1 0 0,0 0-1 0 0,-11 6 1 0 0,14-9-17 0 0,0 1-1 0 0,0-1 1 0 0,0 1 0 0 0,0-1-1 0 0,0 0 1 0 0,0 0 0 0 0,0 0-1 0 0,0 0 1 0 0,0-1 0 0 0,1 1-1 0 0,-1-1 1 0 0,0 0 0 0 0,0 0 0 0 0,0 0-1 0 0,0 0 1 0 0,1 0 0 0 0,-1-1-1 0 0,0 1 1 0 0,1-1 0 0 0,0 0-1 0 0,-1 1 1 0 0,1-1 0 0 0,0 0-1 0 0,0 0 1 0 0,0-1 0 0 0,0 1 0 0 0,0 0-1 0 0,0-1 1 0 0,1 1 0 0 0,-1-1-1 0 0,1 0 1 0 0,0 1 0 0 0,-2-5-1 0 0,-3-7-1 0 0,0 1-1 0 0,0-1 1 0 0,2 0 0 0 0,0 0-1 0 0,0-1 1 0 0,1 0-1 0 0,1 1 1 0 0,0-1-1 0 0,2 0 1 0 0,-1 0-1 0 0,2 0 1 0 0,0 0 0 0 0,0 1-1 0 0,2-1 1 0 0,5-19-1 0 0,-5 23-306 0 0,1 0-1 0 0,1 0 0 0 0,0 0 0 0 0,0 0 1 0 0,1 1-1 0 0,0 0 0 0 0,1 0 1 0 0,0 1-1 0 0,1 0 0 0 0,0 0 0 0 0,0 1 1 0 0,1 0-1 0 0,0 0 0 0 0,1 1 1 0 0,-1 0-1 0 0,1 1 0 0 0,1 0 1 0 0,-1 0-1 0 0,20-6 0 0 0,-4 3-3036 0 0,1 1 256 0 0</inkml:trace>
</inkml:ink>
</file>

<file path=ppt/ink/ink7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08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5 292 0 0,'1'-5'11694'0'0,"-1"20"-11636"0"0,0-3 64 0 0,1 0 0 0 0,0-1-1 0 0,1 1 1 0 0,5 18-1 0 0,-7-29-167 0 0,0 0 0 0 0,1-1 0 0 0,-1 1 0 0 0,1-1 0 0 0,0 1 0 0 0,-1-1 0 0 0,1 1 0 0 0,-1-1 0 0 0,1 1 0 0 0,0-1 0 0 0,-1 0 0 0 0,1 1 0 0 0,0-1 0 0 0,-1 0 0 0 0,1 0 0 0 0,0 0 0 0 0,0 1 0 0 0,-1-1 0 0 0,1 0 0 0 0,0 0 0 0 0,0 0 0 0 0,-1 0 0 0 0,1 0 0 0 0,0 0 0 0 0,0 0 0 0 0,-1 0 0 0 0,2-1 0 0 0,19-4-724 0 0,-6-3 384 0 0,-1 0 0 0 0,24-19 1 0 0,-21 14 968 0 0,-16 12-345 0 0,0 1-185 0 0,-1-1 1 0 0,0 1-1 0 0,1-1 1 0 0,-1 1-1 0 0,0 0 1 0 0,0-1-1 0 0,1 1 1 0 0,-1-1 0 0 0,1 1-1 0 0,-1 0 1 0 0,0-1-1 0 0,1 1 1 0 0,-1 0-1 0 0,1-1 1 0 0,-1 1-1 0 0,1 0 1 0 0,-1 0 0 0 0,1 0-1 0 0,-1-1 1 0 0,1 1-1 0 0,-1 0 1 0 0,1 0-1 0 0,-1 0 1 0 0,1 0-1 0 0,0 0 1 0 0,-1 0 0 0 0,1 0-1 0 0,-1 0 1 0 0,1 0-1 0 0,0 0 1 0 0,-1 8-77 0 0,0 18-1666 0 0,3-2-3758 0 0</inkml:trace>
</inkml:ink>
</file>

<file path=ppt/ink/ink7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09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27 636 0 0,'6'-26'9103'0'0,"-5"33"-8529"0"0,0 18-128 0 0,0 0 0 0 0,-2 0 1 0 0,0-1-1 0 0,-2 1 0 0 0,-6 27 0 0 0,-37 127 1140 0 0,39-160-1377 0 0,-2 14 521 0 0,9-33-727 0 0,0 0 0 0 0,1 1 1 0 0,-1-1-1 0 0,1 1 0 0 0,-1-1 1 0 0,1 1-1 0 0,-1-1 1 0 0,1 0-1 0 0,-1 1 0 0 0,1-1 1 0 0,-1 0-1 0 0,1 0 0 0 0,-1 0 1 0 0,1 1-1 0 0,0-1 0 0 0,-1 0 1 0 0,1 0-1 0 0,-1 0 0 0 0,1 0 1 0 0,0 0-1 0 0,-1 0 0 0 0,1 0 1 0 0,-1 0-1 0 0,1 0 0 0 0,0 0 1 0 0,-1 0-1 0 0,1 0 0 0 0,-1-1 1 0 0,1 1-1 0 0,-1 0 0 0 0,1 0 1 0 0,0 0-1 0 0,-1-1 0 0 0,1 1 1 0 0,-1 0-1 0 0,1-1 0 0 0,19-7 22 0 0,-8 4-12 0 0,-1 1 0 0 0,1 0 0 0 0,0 1 0 0 0,0 1 0 0 0,0 0 0 0 0,0 0 0 0 0,16 2 0 0 0,-24-1-15 0 0,0 0 0 0 0,0 1 0 0 0,1-1 0 0 0,-1 1 0 0 0,0 0 0 0 0,0 0 0 0 0,0 0 0 0 0,0 1 1 0 0,0-1-1 0 0,0 1 0 0 0,0 0 0 0 0,-1 0 0 0 0,1 0 0 0 0,-1 1 0 0 0,1-1 0 0 0,-1 1 0 0 0,0 0 0 0 0,0 0 0 0 0,0 0 1 0 0,0 0-1 0 0,-1 0 0 0 0,5 7 0 0 0,-7-8 3 0 0,1-1 1 0 0,-1 0 0 0 0,1 1-1 0 0,-1-1 1 0 0,0 1-1 0 0,1-1 1 0 0,-1 1 0 0 0,0-1-1 0 0,0 0 1 0 0,0 1-1 0 0,0-1 1 0 0,0 1 0 0 0,-1-1-1 0 0,1 1 1 0 0,0-1-1 0 0,-1 1 1 0 0,1-1 0 0 0,-1 0-1 0 0,1 1 1 0 0,-1-1-1 0 0,1 0 1 0 0,-1 0 0 0 0,-1 2-1 0 0,0 0 2 0 0,-1-1 0 0 0,1 1 0 0 0,-1-1 0 0 0,0 1 0 0 0,0-1 0 0 0,0 0 0 0 0,0 0 0 0 0,0 0 0 0 0,-4 1 0 0 0,-5 2 1 0 0,0-1 1 0 0,0 0-1 0 0,-1-1 0 0 0,-18 3 1 0 0,-59 0 110 0 0,84-5-246 0 0,0-1-1 0 0,0-1 1 0 0,-1 1-1 0 0,1-1 1 0 0,0-1 0 0 0,0 1-1 0 0,0-1 1 0 0,1 0 0 0 0,-1 0-1 0 0,0 0 1 0 0,1-1-1 0 0,-9-5 1 0 0,11 6-1113 0 0,-8-9 1176 0 0,9 1-7045 0 0,4-4 3854 0 0</inkml:trace>
</inkml:ink>
</file>

<file path=ppt/ink/ink7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10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61 720 0 0,'3'-3'903'0'0,"0"1"0"0"0,1-1-1 0 0,-1 0 1 0 0,0 0 0 0 0,-1-1 0 0 0,1 1-1 0 0,0-1 1 0 0,-1 1 0 0 0,3-8 0 0 0,-4 10 37 0 0,-1-12 1161 0 0,-4 11-1998 0 0,0 1 0 0 0,1 0 0 0 0,-1 0 0 0 0,0 0 1 0 0,0 1-1 0 0,0-1 0 0 0,0 1 0 0 0,0 0 1 0 0,1 0-1 0 0,-1 0 0 0 0,0 0 0 0 0,0 1 1 0 0,0 0-1 0 0,0 0 0 0 0,0 0 0 0 0,1 0 0 0 0,-1 0 1 0 0,0 1-1 0 0,1-1 0 0 0,-4 3 0 0 0,-12 5 189 0 0,1 1-1 0 0,-26 18 1 0 0,38-23-232 0 0,-1 0 1 0 0,1 0 0 0 0,0 1-1 0 0,0 0 1 0 0,1 0 0 0 0,0 0-1 0 0,0 1 1 0 0,0 0 0 0 0,-6 12 0 0 0,11-19-52 0 0,-1 1 0 0 0,1 0 1 0 0,-1 0-1 0 0,1 0 1 0 0,0 0-1 0 0,-1 0 1 0 0,1 0-1 0 0,0-1 1 0 0,-1 1-1 0 0,1 0 1 0 0,0 0-1 0 0,0 0 0 0 0,0 0 1 0 0,0 0-1 0 0,0 0 1 0 0,0 0-1 0 0,0 0 1 0 0,1 0-1 0 0,-1 0 1 0 0,0 0-1 0 0,0 0 1 0 0,1 0-1 0 0,-1 0 1 0 0,0-1-1 0 0,1 1 0 0 0,-1 0 1 0 0,1 0-1 0 0,-1 0 1 0 0,1-1-1 0 0,0 1 1 0 0,0 1-1 0 0,1-1-10 0 0,0-1-1 0 0,1 1 0 0 0,-1 0 1 0 0,0-1-1 0 0,0 0 1 0 0,0 1-1 0 0,0-1 0 0 0,0 0 1 0 0,0 0-1 0 0,1 0 0 0 0,-1 0 1 0 0,0-1-1 0 0,3 0 1 0 0,9-2-84 0 0,0-1 1 0 0,0 0 0 0 0,16-8 0 0 0,34-29-340 0 0,-63 40 399 0 0,-4 5-82 0 0,-1 2 111 0 0,1-2-9 0 0,0 0-1 0 0,1 0 0 0 0,-1 0 1 0 0,1 0-1 0 0,0 0 1 0 0,0 0-1 0 0,0 1 0 0 0,1-1 1 0 0,-1 1-1 0 0,1 0 1 0 0,-1 7-1 0 0,3-10-13 0 0,6 23 15 0 0,-2-20 0 0 0,-4-5 1 0 0,0 1 1 0 0,1 0-1 0 0,-1-1 1 0 0,1 1-1 0 0,-1-1 1 0 0,1 0-1 0 0,-1 1 1 0 0,1-1-1 0 0,-1 0 1 0 0,1 0-1 0 0,-1 0 1 0 0,1 0-1 0 0,-1 0 1 0 0,1 0-1 0 0,-1-1 1 0 0,1 1-1 0 0,-1 0 1 0 0,1-1-1 0 0,1 0 1 0 0,30-13-75 0 0,-26 11 63 0 0,57-31-150 0 0,-52 26 138 0 0,0 1 1 0 0,1 0 0 0 0,26-9-1 0 0,-14 8 10 0 0,-11 3-7 0 0,0 1-1 0 0,-1 0 1 0 0,1 1 0 0 0,23-2-1 0 0,-32 5 23 0 0,0 0 0 0 0,-1 0 0 0 0,1 1-1 0 0,0 0 1 0 0,-1-1 0 0 0,1 2 0 0 0,-1-1-1 0 0,1 1 1 0 0,-1-1 0 0 0,0 1 0 0 0,0 0 0 0 0,0 1-1 0 0,0-1 1 0 0,0 1 0 0 0,0-1 0 0 0,-1 1 0 0 0,1 1-1 0 0,3 3 1 0 0,-5-4-1 0 0,-1 0 1 0 0,0 0-1 0 0,0 0 1 0 0,0 0-1 0 0,0 0 0 0 0,0 0 1 0 0,-1 0-1 0 0,1 0 0 0 0,-1 0 1 0 0,0 0-1 0 0,0 0 1 0 0,0 1-1 0 0,0-1 0 0 0,0 0 1 0 0,-1 0-1 0 0,0 0 1 0 0,1 0-1 0 0,-1 0 0 0 0,0 0 1 0 0,-1 0-1 0 0,1 0 0 0 0,0 0 1 0 0,-1 0-1 0 0,0-1 1 0 0,1 1-1 0 0,-1 0 0 0 0,-3 2 1 0 0,3-4 15 0 0,15-21-388 0 0,-5 12 291 0 0,0 1 0 0 0,1 0 0 0 0,0 0 0 0 0,0 1 0 0 0,0 0-1 0 0,1 1 1 0 0,0 0 0 0 0,0 0 0 0 0,1 1 0 0 0,19-5 0 0 0,0-1-59 0 0,-12 3 61 0 0,1 2 1 0 0,-1 0 0 0 0,1 0 0 0 0,20 0 0 0 0,-33 4 106 0 0,0 0 1 0 0,0 1-1 0 0,1 0 1 0 0,-1 0-1 0 0,0 0 0 0 0,0 1 1 0 0,0 0-1 0 0,0 0 1 0 0,0 1-1 0 0,0-1 1 0 0,0 1-1 0 0,0 1 0 0 0,-1-1 1 0 0,1 1-1 0 0,-1 0 1 0 0,9 6-1 0 0,-12-7 9 0 0,0 0 0 0 0,0 0 0 0 0,0 0 1 0 0,0 0-1 0 0,0 0 0 0 0,-1 0 0 0 0,1 1 0 0 0,-1-1 0 0 0,0 0 0 0 0,1 1 0 0 0,-1-1 0 0 0,0 1 0 0 0,-1 0 0 0 0,1-1 0 0 0,0 1 1 0 0,-1 0-1 0 0,1-1 0 0 0,-1 1 0 0 0,0 0 0 0 0,0-1 0 0 0,0 1 0 0 0,0 0 0 0 0,-1 0 0 0 0,1-1 0 0 0,-1 1 0 0 0,1 0 0 0 0,-1-1 0 0 0,0 1 1 0 0,0-1-1 0 0,0 1 0 0 0,-1-1 0 0 0,1 1 0 0 0,0-1 0 0 0,-3 3 0 0 0,1-1-241 0 0,-1 1 1 0 0,0-1-1 0 0,0 1 0 0 0,0-1 1 0 0,-1 0-1 0 0,-7 4 0 0 0,7-4-1046 0 0,0-1 0 0 0,0 0 0 0 0,0-1-1 0 0,-1 1 1 0 0,-10 2 0 0 0</inkml:trace>
</inkml:ink>
</file>

<file path=ppt/ink/ink7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13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34 668 0 0,'-12'-33'7700'0'0,"-3"149"-4338"0"0,11-49-3542 0 0,4-65-195 0 0,1-1-358 0 0,-1-1 658 0 0,0 0-1 0 0,0 1 0 0 0,1-1 1 0 0,-1 0-1 0 0,0 0 0 0 0,0 0 1 0 0,1 0-1 0 0,-1 1 0 0 0,0-1 1 0 0,0 0-1 0 0,1 0 0 0 0,-1 0 1 0 0,0 0-1 0 0,0 0 0 0 0,1 0 1 0 0,-1 0-1 0 0,0 0 0 0 0,1 0 1 0 0,-1 0-1 0 0,0 0 0 0 0,0 0 1 0 0,1 0-1 0 0,-1 0 0 0 0,0 0 1 0 0,1 0-1 0 0,-1 0 0 0 0,0 0 1 0 0,0 0-1 0 0,1 0 0 0 0,-1 0 1 0 0,0-1-1 0 0,1 1 0 0 0,-1 0 1 0 0,0 0-1 0 0,0 0 0 0 0,0 0 1 0 0,1-1-1 0 0,-1 1 0 0 0,28-19-3639 0 0,-21 11 1587 0 0</inkml:trace>
</inkml:ink>
</file>

<file path=ppt/ink/ink7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02: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1 236,'1'1'379,"0"-1"0,1 1 0,-1 0-1,0 0 1,0-1 0,1 1 0,-1 0 0,0 0 0,0 0-1,0 0 1,0 1 0,-1-1 0,1 0 0,1 2 0,-7 100 2144,5-45-7319,-1-48 2742</inkml:trace>
</inkml:ink>
</file>

<file path=ppt/ink/ink7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16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58 392 0 0,'18'-28'5914'0'0,"-18"27"-5782"0"0,1 1 1 0 0,0-1-1 0 0,-1 0 0 0 0,1 0 1 0 0,-1 1-1 0 0,1-1 1 0 0,-1 0-1 0 0,1 0 0 0 0,-1 0 1 0 0,0 0-1 0 0,0 0 1 0 0,1 1-1 0 0,-1-1 0 0 0,0 0 1 0 0,0 0-1 0 0,0 0 0 0 0,0 0 1 0 0,0 0-1 0 0,0 0 1 0 0,0 0-1 0 0,0 0 0 0 0,0 0 1 0 0,0 0-1 0 0,-1 1 0 0 0,1-2 1 0 0,-1 1-75 0 0,0 0 0 0 0,0 1 0 0 0,1-1 0 0 0,-1 1 0 0 0,0-1 0 0 0,0 1 0 0 0,0-1 0 0 0,0 1 0 0 0,0-1-1 0 0,0 1 1 0 0,0 0 0 0 0,0 0 0 0 0,0 0 0 0 0,0-1 0 0 0,0 1 0 0 0,0 0 0 0 0,0 0 0 0 0,-2 1 0 0 0,-3-1 35 0 0,0 1 0 0 0,0 0 1 0 0,-1 1-1 0 0,1-1 0 0 0,1 1 0 0 0,-1 0 0 0 0,-6 4 0 0 0,-3 2 93 0 0,0 2 0 0 0,1 0 0 0 0,1 0 0 0 0,-1 1 0 0 0,2 1 0 0 0,-13 14 0 0 0,22-22-149 0 0,-1 0-1 0 0,1 0 1 0 0,-1 1-1 0 0,1-1 1 0 0,0 1-1 0 0,1 0 1 0 0,-1-1-1 0 0,1 1 1 0 0,0 0-1 0 0,0 1 1 0 0,1-1 0 0 0,0 0-1 0 0,-1 0 1 0 0,2 1-1 0 0,-1-1 1 0 0,1 1-1 0 0,-1-1 1 0 0,2 1-1 0 0,-1-1 1 0 0,0 0-1 0 0,1 1 1 0 0,3 9 0 0 0,-2-10-21 0 0,1-1 0 0 0,-1 0 0 0 0,1 0 0 0 0,0 0 0 0 0,0 0 0 0 0,1 0 0 0 0,-1-1 0 0 0,1 0 0 0 0,0 1 0 0 0,-1-1 0 0 0,2 0 0 0 0,-1-1 0 0 0,0 1 0 0 0,0-1 0 0 0,1 0 0 0 0,-1 0 0 0 0,1 0 0 0 0,0-1 0 0 0,0 1 0 0 0,-1-1 0 0 0,1-1 0 0 0,0 1 0 0 0,0 0 0 0 0,0-1 0 0 0,0 0 0 0 0,7-1 0 0 0,0 1 5 0 0,0-1-1 0 0,0-1 1 0 0,-1 0-1 0 0,1 0 1 0 0,-1-1 0 0 0,1 0-1 0 0,-1-1 1 0 0,0-1-1 0 0,-1 1 1 0 0,12-8-1 0 0,-17 8-15 0 0,0 0 1 0 0,0-1-1 0 0,0 0 0 0 0,-1 0 0 0 0,1 0 0 0 0,-1-1 1 0 0,0 1-1 0 0,-1-1 0 0 0,1 0 0 0 0,-1 0 0 0 0,-1 0 0 0 0,1-1 1 0 0,-1 1-1 0 0,0-1 0 0 0,0 1 0 0 0,-1-1 0 0 0,0 0 0 0 0,0 1 1 0 0,0-1-1 0 0,-1 0 0 0 0,0 0 0 0 0,-1 1 0 0 0,1-1 0 0 0,-1 0 1 0 0,-1 0-1 0 0,1 1 0 0 0,-1-1 0 0 0,0 1 0 0 0,-1-1 0 0 0,1 1 1 0 0,-1 0-1 0 0,-6-9 0 0 0,9 14-80 0 0,-1 0-1 0 0,1 1 1 0 0,0-1 0 0 0,-1 1 0 0 0,1-1-1 0 0,0 1 1 0 0,-1-1 0 0 0,1 1-1 0 0,0-1 1 0 0,-1 1 0 0 0,1-1-1 0 0,-1 1 1 0 0,1-1 0 0 0,-1 1 0 0 0,1 0-1 0 0,-1-1 1 0 0,1 1 0 0 0,-1 0-1 0 0,0-1 1 0 0,1 1 0 0 0,-1 0-1 0 0,1 0 1 0 0,-1 0 0 0 0,0 0 0 0 0,1-1-1 0 0,-1 1 1 0 0,0 0 0 0 0,1 0-1 0 0,-1 0 1 0 0,1 0 0 0 0,-1 0-1 0 0,0 0 1 0 0,0 1 0 0 0,-18 14-6875 0 0</inkml:trace>
</inkml:ink>
</file>

<file path=ppt/ink/ink7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17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42 236 0 0,'1'-1'216'0'0,"0"0"1"0"0,-1 0-1 0 0,1 0 0 0 0,0 0 1 0 0,-1 0-1 0 0,1 0 0 0 0,-1 0 0 0 0,1 0 1 0 0,-1 0-1 0 0,1 0 0 0 0,-1 0 1 0 0,0 0-1 0 0,0 0 0 0 0,0-1 1 0 0,1 1-1 0 0,-1 0 0 0 0,0 0 1 0 0,0 0-1 0 0,-1 0 0 0 0,1-1 0 0 0,0 1 1 0 0,0 0-1 0 0,0 0 0 0 0,-1 0 1 0 0,1 0-1 0 0,-1 0 0 0 0,1 0 1 0 0,-1-1-1 0 0,0 0 0 0 0,-1 1-60 0 0,1 0-1 0 0,-1 0 0 0 0,0 0 1 0 0,0 1-1 0 0,0-1 0 0 0,1 0 1 0 0,-1 1-1 0 0,0-1 0 0 0,0 1 1 0 0,0-1-1 0 0,0 1 1 0 0,0 0-1 0 0,0 0 0 0 0,0 0 1 0 0,-3 1-1 0 0,-6 0 169 0 0,-1 0 0 0 0,1 1 0 0 0,-1 1-1 0 0,-20 7 1 0 0,25-8-204 0 0,0 1-1 0 0,0 0 1 0 0,1 1-1 0 0,-1-1 1 0 0,1 1-1 0 0,0 1 1 0 0,0-1-1 0 0,0 1 1 0 0,0 0-1 0 0,1 0 1 0 0,0 1-1 0 0,0 0 1 0 0,0 0-1 0 0,1 0 1 0 0,0 0-1 0 0,0 1 1 0 0,1-1-1 0 0,-4 9 1 0 0,7-14-108 0 0,0 1 1 0 0,0-1 0 0 0,0 1-1 0 0,1 0 1 0 0,-1-1 0 0 0,0 1 0 0 0,1 0-1 0 0,-1-1 1 0 0,1 1 0 0 0,-1-1 0 0 0,1 1-1 0 0,0-1 1 0 0,-1 1 0 0 0,1-1-1 0 0,0 0 1 0 0,0 1 0 0 0,0-1 0 0 0,0 0-1 0 0,0 0 1 0 0,1 1 0 0 0,1 0 0 0 0,27 19-321 0 0,-23-17 24 0 0,1-1 0 0 0,0 0 0 0 0,0 0 0 0 0,0-1 1 0 0,0-1-1 0 0,0 1 0 0 0,10 0 0 0 0,33-4-5656 0 0,-32-1 3202 0 0</inkml:trace>
</inkml:ink>
</file>

<file path=ppt/ink/ink7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18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19 504 0 0,'12'-11'3933'0'0,"-7"4"-1207"0"0,-10 6 914 0 0,-11 7-3271 0 0,-1 1 0 0 0,1 0 0 0 0,1 1 0 0 0,-18 12 0 0 0,28-17-290 0 0,1 0-1 0 0,-1 0 1 0 0,1 0-1 0 0,0 0 1 0 0,0 1-1 0 0,0-1 1 0 0,0 1-1 0 0,1 0 1 0 0,0 0-1 0 0,0 0 1 0 0,0 1-1 0 0,0-1 1 0 0,0 1 0 0 0,1 0-1 0 0,0 0 1 0 0,0 0-1 0 0,0 0 1 0 0,1 0-1 0 0,-2 7 1 0 0,4-9-81 0 0,-1 0 0 0 0,1 0-1 0 0,-1 0 1 0 0,1 0 0 0 0,0-1 0 0 0,0 1 0 0 0,1 0 0 0 0,-1-1 0 0 0,0 1 0 0 0,1-1 0 0 0,-1 1 0 0 0,1-1 0 0 0,0 1 0 0 0,0-1 0 0 0,0 0 0 0 0,0 0 0 0 0,0 0 0 0 0,1 0-1 0 0,-1-1 1 0 0,1 1 0 0 0,-1 0 0 0 0,1-1 0 0 0,-1 0 0 0 0,1 0 0 0 0,0 0 0 0 0,0 0 0 0 0,-1 0 0 0 0,1 0 0 0 0,0-1 0 0 0,0 1 0 0 0,4-1 0 0 0,9 3-200 0 0,-1-2 0 0 0,1 0 0 0 0,0 0 0 0 0,20-3 0 0 0,-15-1 185 0 0,0-1 0 0 0,-1-1 1 0 0,0-1-1 0 0,0 0 0 0 0,-1-2 1 0 0,1 0-1 0 0,-2-1 0 0 0,1-1 1 0 0,-1-1-1 0 0,-1 0 0 0 0,0-1 1 0 0,0-1-1 0 0,16-18 0 0 0,-24 22 415 0 0,-8 8-341 0 0,1 0 1 0 0,-1 0 0 0 0,0 0 0 0 0,0 0 0 0 0,0-1 0 0 0,0 1-1 0 0,0 0 1 0 0,0-1 0 0 0,0 1 0 0 0,0-1 0 0 0,-1 1 0 0 0,1-1-1 0 0,-1 1 1 0 0,1-1 0 0 0,0-2 0 0 0,-1 3 158 0 0,15-18 1764 0 0,-19 24-1976 0 0,1 0 13 0 0,0 0-1 0 0,0 1 1 0 0,1-1-1 0 0,-1 1 0 0 0,1-1 1 0 0,1 1-1 0 0,-1 0 1 0 0,1-1-1 0 0,0 1 0 0 0,0 0 1 0 0,0 0-1 0 0,1 7 1 0 0,0-10-16 0 0,-1-1 1 0 0,1 1 0 0 0,0-1-1 0 0,0 1 1 0 0,0 0 0 0 0,0-1-1 0 0,1 1 1 0 0,-1-1 0 0 0,1 1 0 0 0,-1-1-1 0 0,1 1 1 0 0,0-1 0 0 0,0 0-1 0 0,0 1 1 0 0,0-1 0 0 0,1 0 0 0 0,-1 0-1 0 0,1 0 1 0 0,-1 1 0 0 0,1-2-1 0 0,-1 1 1 0 0,1 0 0 0 0,0 0-1 0 0,0 0 1 0 0,0-1 0 0 0,0 1 0 0 0,0-1-1 0 0,1 0 1 0 0,-1 0 0 0 0,0 0-1 0 0,1 0 1 0 0,-1 0 0 0 0,1 0 0 0 0,-1 0-1 0 0,1-1 1 0 0,2 1 0 0 0,1 0-17 0 0,1-1 0 0 0,-1 1 1 0 0,1-2-1 0 0,-1 1 0 0 0,1-1 1 0 0,-1 1-1 0 0,1-2 0 0 0,-1 1 1 0 0,1-1-1 0 0,-1 0 0 0 0,10-5 1 0 0,0-1-9 0 0,-1-2 0 0 0,0 0 0 0 0,-1 0 1 0 0,20-20-1 0 0,-33 29 28 0 0,4-9 55 0 0,-1 6-12 0 0,-4 7-74 0 0,-6 20 15 0 0,4-17 2 0 0,14 44-75 0 0,-11-48 81 0 0,0-1 0 0 0,0 1-1 0 0,0 0 1 0 0,0-1 0 0 0,1 1-1 0 0,-1-1 1 0 0,0 0 0 0 0,1 1 0 0 0,-1-1-1 0 0,1 0 1 0 0,0 0 0 0 0,-1 0-1 0 0,1 0 1 0 0,0 0 0 0 0,0-1-1 0 0,0 1 1 0 0,0 0 0 0 0,-1-1 0 0 0,1 0-1 0 0,0 1 1 0 0,0-1 0 0 0,0 0-1 0 0,0 0 1 0 0,0 0 0 0 0,0 0 0 0 0,0 0-1 0 0,0 0 1 0 0,0-1 0 0 0,0 1-1 0 0,0-1 1 0 0,2 0 0 0 0,11-3-11 0 0,0-1 0 0 0,0-1 0 0 0,0 0 0 0 0,-1-1 0 0 0,21-12 0 0 0,-22 11-1 0 0,1 0 0 0 0,0 1 0 0 0,0 1 1 0 0,0 0-1 0 0,20-4 0 0 0,-22 8 7 0 0,0 2 0 0 0,-1-1-1 0 0,1 2 1 0 0,0-1 0 0 0,0 2-1 0 0,20 4 1 0 0,13 2 3 0 0,-41-6 14 0 0,24-6 3 0 0,-25 3-4 0 0,0 1-1 0 0,0-1 1 0 0,0 0-1 0 0,0 0 1 0 0,0 0 0 0 0,-1 0-1 0 0,1 0 1 0 0,0-1-1 0 0,0 1 1 0 0,-1-1 0 0 0,1 0-1 0 0,-1 0 1 0 0,1 0-1 0 0,-1 0 1 0 0,0 0 0 0 0,0 0-1 0 0,0-1 1 0 0,0 1-1 0 0,0-1 1 0 0,-1 1-1 0 0,1-1 1 0 0,-1 0 0 0 0,1 0-1 0 0,-1 0 1 0 0,0 0-1 0 0,0 1 1 0 0,0-1 0 0 0,0-5-1 0 0,-1 8-3 0 0,0 0 0 0 0,0 0 0 0 0,0 0 1 0 0,0 0-1 0 0,0-1 0 0 0,0 1 0 0 0,0 0 0 0 0,0 0 0 0 0,0 0 0 0 0,0-1 0 0 0,0 1 1 0 0,0 0-1 0 0,1 0 0 0 0,-1 0 0 0 0,0 0 0 0 0,0-1 0 0 0,0 1 0 0 0,0 0 0 0 0,0 0 0 0 0,0 0 1 0 0,1 0-1 0 0,-1 0 0 0 0,0-1 0 0 0,0 1 0 0 0,0 0 0 0 0,0 0 0 0 0,0 0 0 0 0,1 0 0 0 0,-1 0 1 0 0,0 0-1 0 0,0 0 0 0 0,0 0 0 0 0,1 0 0 0 0,-1 0 0 0 0,0 0 0 0 0,0 0 0 0 0,0 0 0 0 0,1 0 1 0 0,-1 0-1 0 0,0 0 0 0 0,0 0 0 0 0,0 0 0 0 0,1 0 0 0 0,-1 0 0 0 0,0 0 0 0 0,0 0 0 0 0,0 0 1 0 0,0 0-1 0 0,1 0 0 0 0,-1 0 0 0 0,0 0 0 0 0,0 1 0 0 0,0-1 0 0 0,0 0 0 0 0,1 0 0 0 0,-1 0 1 0 0,0 0-1 0 0,11 17 62 0 0,4 20-61 0 0,-13-33-4 0 0,-1 0-1 0 0,0-1 0 0 0,0 1 1 0 0,-1 0-1 0 0,1 0 0 0 0,-1 0 1 0 0,0 0-1 0 0,0 0 1 0 0,0-1-1 0 0,0 1 0 0 0,-1 0 1 0 0,1 0-1 0 0,-1 0 1 0 0,0-1-1 0 0,0 1 0 0 0,-1 0 1 0 0,1-1-1 0 0,-1 1 0 0 0,1-1 1 0 0,-1 1-1 0 0,0-1 1 0 0,-1 0-1 0 0,1 0 0 0 0,-4 4 1 0 0,3-5-225 0 0,0 1-1 0 0,-1-1 1 0 0,1 0 0 0 0,-1 0 0 0 0,0 0 0 0 0,0 0 0 0 0,0 0-1 0 0,0-1 1 0 0,0 0 0 0 0,0 0 0 0 0,0 0 0 0 0,0 0 0 0 0,0-1 0 0 0,0 0-1 0 0,-6 0 1 0 0,-20-3-6214 0 0,15 3 2729 0 0</inkml:trace>
</inkml:ink>
</file>

<file path=ppt/ink/ink7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0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8 952 0 0,'0'-7'11022'0'0,"-12"44"-10456"0"0,5-14 143 0 0,-1-1 1 0 0,-17 36-1 0 0,22-46-1097 0 0,0-3-1547 0 0</inkml:trace>
</inkml:ink>
</file>

<file path=ppt/ink/ink7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0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79 504 0 0,'10'-31'3792'0'0,"-9"28"-3327"0"0,0-1 1 0 0,0 0 0 0 0,0 0 0 0 0,0 0-1 0 0,1 1 1 0 0,0-1 0 0 0,3-5-1 0 0,-4 8-100 0 0,0-1-138 0 0,-1 1-249 0 0,1 1-1 0 0,-1-1 1 0 0,0 1 0 0 0,0-1-1 0 0,0 1 1 0 0,0-1 0 0 0,1 1 0 0 0,-1 0-1 0 0,0-1 1 0 0,0 1 0 0 0,1-1 0 0 0,-1 1-1 0 0,0 0 1 0 0,1-1 0 0 0,-1 1 0 0 0,0 0-1 0 0,1-1 1 0 0,-1 1 0 0 0,1 0 0 0 0,-1 0-1 0 0,0-1 1 0 0,1 1 0 0 0,-1 0 0 0 0,1 0-1 0 0,-1 0 1 0 0,1 0 0 0 0,-1-1 0 0 0,1 1-1 0 0,-1 0 1 0 0,0 0 0 0 0,1 0 0 0 0,-1 0-1 0 0,1 0 1 0 0,-1 0 0 0 0,1 0 0 0 0,-1 0-1 0 0,1 1 1 0 0,-1-1 0 0 0,2 0 0 0 0,15 15-4199 0 0</inkml:trace>
</inkml:ink>
</file>

<file path=ppt/ink/ink7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0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0 740 0 0,'-13'90'6371'0'0,"13"-87"-5444"0"0,7-1 213 0 0,-7-1-1106 0 0,1-1-1 0 0,-1 1 1 0 0,1-1 0 0 0,0 0-1 0 0,-1 1 1 0 0,1-1-1 0 0,0 0 1 0 0,-1 0 0 0 0,1 0-1 0 0,-1 1 1 0 0,1-1 0 0 0,0 0-1 0 0,-1 0 1 0 0,1 0 0 0 0,0 0-1 0 0,-1 0 1 0 0,1 0 0 0 0,0 0-1 0 0,-1 0 1 0 0,1-1 0 0 0,0 1-1 0 0,-1 0 1 0 0,1 0 0 0 0,0 0-1 0 0,-1-1 1 0 0,1 1 0 0 0,-1 0-1 0 0,1-1 1 0 0,0 1 0 0 0,-1-1-1 0 0,1 0 1 0 0,19-11 387 0 0,-6 3 34 0 0,0 0 1 0 0,30-12-1 0 0,-43 20-330 0 0,4 2-142 0 0,-1 0-1 0 0,0 0 1 0 0,0 1-1 0 0,1-1 1 0 0,-1 1-1 0 0,0 0 1 0 0,-1 0-1 0 0,1 0 1 0 0,0 1 0 0 0,-1-1-1 0 0,1 1 1 0 0,-1 0-1 0 0,0 0 1 0 0,1 0-1 0 0,3 6 1 0 0,-2-3-1057 0 0,0-1 1 0 0,1 0-1 0 0,-1 0 1 0 0,1-1 0 0 0,0 1-1 0 0,7 2 1 0 0,0-1-1389 0 0</inkml:trace>
</inkml:ink>
</file>

<file path=ppt/ink/ink7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1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82 164 0 0,'35'-82'11867'0'0,"-33"87"-11378"0"0,2 11-195 0 0,0-1-1 0 0,-1 1 0 0 0,-1 0 0 0 0,-1 0 0 0 0,0 0 0 0 0,-1 0 0 0 0,-3 30 0 0 0,0 12 99 0 0,-2 224 983 0 0,0-206-4335 0 0,5-74 2306 0 0,-5-22-7547 0 0,4 13 7096 0 0,1 0-987 0 0</inkml:trace>
</inkml:ink>
</file>

<file path=ppt/ink/ink7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1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1 706 4304 0 0,'15'-23'-477'0'0,"-13"20"490"0"0,0-1 0 0 0,0 1 0 0 0,0 0 0 0 0,0 0 0 0 0,0 1 0 0 0,1-1 0 0 0,-1 0 0 0 0,4-2 0 0 0,12-7 34 0 0,1 1 0 0 0,0 0 0 0 0,1 2 0 0 0,20-8 0 0 0,43-21 22 0 0,-66 27 41 0 0,0 0 1 0 0,0-1 0 0 0,-1 0 0 0 0,-1-1 0 0 0,0-1-1 0 0,0-1 1 0 0,-2 0 0 0 0,0-1 0 0 0,-1 0-1 0 0,0-1 1 0 0,-1 0 0 0 0,11-27 0 0 0,-12 22 162 0 0,-2 0 1 0 0,-1-1 0 0 0,0 0-1 0 0,-2-1 1 0 0,-1 1-1 0 0,-1-1 1 0 0,0 0 0 0 0,-2 0-1 0 0,-1 0 1 0 0,-4-31-1 0 0,4 47-91 0 0,-9-35 855 0 0,9 43-1024 0 0,0 0 0 0 0,-1-1 1 0 0,1 1-1 0 0,0 0 0 0 0,-1-1 0 0 0,1 1 0 0 0,-1 0 0 0 0,1 0 0 0 0,-1-1 0 0 0,1 1 0 0 0,0 0 0 0 0,-1 0 0 0 0,1 0 1 0 0,-1 0-1 0 0,1-1 0 0 0,-1 1 0 0 0,1 0 0 0 0,-1 0 0 0 0,1 0 0 0 0,-1 0 0 0 0,1 0 0 0 0,-1 0 0 0 0,1 0 0 0 0,-1 0 1 0 0,1 1-1 0 0,-1-1 0 0 0,1 0 0 0 0,-1 0 0 0 0,1 0 0 0 0,0 0 0 0 0,-1 1 0 0 0,1-1 0 0 0,-1 0 0 0 0,1 1 0 0 0,-1-1 1 0 0,1 0-1 0 0,0 0 0 0 0,-1 1 0 0 0,1-1 0 0 0,0 1 0 0 0,-1-1 0 0 0,1 0 0 0 0,0 1 0 0 0,-16 16 246 0 0,16-17-278 0 0,-10 14 155 0 0,1-1 1 0 0,0 1 0 0 0,1 1 0 0 0,0-1 0 0 0,2 1 0 0 0,0 0-1 0 0,-5 17 1 0 0,-21 114 496 0 0,24-99-399 0 0,3-10-73 0 0,2 1 0 0 0,1-1 0 0 0,5 52 0 0 0,-1-4 178 0 0,-2-85-332 0 0,0 1-1 0 0,0-1 1 0 0,0 0 0 0 0,0 1-1 0 0,0-1 1 0 0,0 1 0 0 0,0-1-1 0 0,0 0 1 0 0,0 1 0 0 0,0-1-1 0 0,0 1 1 0 0,1-1 0 0 0,-1 1-1 0 0,0-1 1 0 0,0 0 0 0 0,0 1-1 0 0,0-1 1 0 0,1 0 0 0 0,-1 1-1 0 0,0-1 1 0 0,0 0 0 0 0,1 1-1 0 0,-1-1 1 0 0,0 0 0 0 0,1 1 0 0 0,-1-1-1 0 0,0 0 1 0 0,1 0 0 0 0,-1 1-1 0 0,0-1 1 0 0,1 0 0 0 0,-1 0-1 0 0,1 0 1 0 0,-1 0 0 0 0,0 1-1 0 0,1-1 1 0 0,-1 0 0 0 0,1 0-1 0 0,-1 0 1 0 0,1 0 0 0 0,-1 0-1 0 0,0 0 1 0 0,1 0 0 0 0,-1 0-1 0 0,1 0 1 0 0,27-11 44 0 0,-12 5-15 0 0,-13 4-35 0 0,8-2-11 0 0,-10 4 10 0 0,0-1 0 0 0,-1 1 0 0 0,1 0-1 0 0,0 0 1 0 0,-1-1 0 0 0,1 1 0 0 0,0 0-1 0 0,-1 0 1 0 0,1 0 0 0 0,0 0 0 0 0,0 0-1 0 0,-1 0 1 0 0,1 0 0 0 0,0 0 0 0 0,-1 1-1 0 0,1-1 1 0 0,0 0 0 0 0,-1 0-1 0 0,1 0 1 0 0,0 1 0 0 0,-1-1 0 0 0,1 1-1 0 0,15 3 1 0 0,1 1 10 0 0,1 0-1 0 0,-1-2 0 0 0,1 0 1 0 0,0-1-1 0 0,-1-1 1 0 0,1 0-1 0 0,0-1 0 0 0,0-1 1 0 0,31-6-1 0 0,-44 5 74 0 0,-1 0-1 0 0,1 0 1 0 0,-1 0-1 0 0,0-1 1 0 0,1 1-1 0 0,-1-1 0 0 0,0 0 1 0 0,-1 0-1 0 0,1-1 1 0 0,0 1-1 0 0,4-7 1 0 0,-7 9 338 0 0,2 10-1381 0 0,-3-8 809 0 0,0 1-1 0 0,0 0 0 0 0,0 0 0 0 0,1-1 1 0 0,-1 1-1 0 0,1 0 0 0 0,0-1 0 0 0,-1 1 1 0 0,1 0-1 0 0,0-1 0 0 0,0 1 1 0 0,1 1-1 0 0,1-1-112 0 0,19 15-6325 0 0,-15-12 3342 0 0</inkml:trace>
</inkml:ink>
</file>

<file path=ppt/ink/ink7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2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424 96 536 0 0,'1'-9'966'0'0,"10"-49"4328"0"0,-10 57-4621 0 0,-1 1-342 0 0,0-1-235 0 0,0 0 0 0 0,0 0 0 0 0,0-1 0 0 0,0 1 0 0 0,0 0-1 0 0,0 0 1 0 0,0 0 0 0 0,-1 0 0 0 0,1 0 0 0 0,0 0 0 0 0,-1 0 0 0 0,1 0 0 0 0,-1 0 0 0 0,1 0-1 0 0,-1 0 1 0 0,1 0 0 0 0,-1 0 0 0 0,0 0 0 0 0,0 0 0 0 0,1 0 0 0 0,-1 0 0 0 0,0 1 0 0 0,0-1-1 0 0,0 0 1 0 0,0 1 0 0 0,0-1 0 0 0,-1 0 0 0 0,-15 2 193 0 0,-1 1 0 0 0,1 1 1 0 0,1 0-1 0 0,-1 1 0 0 0,0 1 1 0 0,1 1-1 0 0,0 1 0 0 0,1 0 0 0 0,-1 0 1 0 0,1 2-1 0 0,-17 12 0 0 0,8-4 26 0 0,0 2-1 0 0,1 0 1 0 0,1 1-1 0 0,1 1 1 0 0,-32 43-1 0 0,48-57-251 0 0,0 1 0 0 0,0 0 0 0 0,0 1 0 0 0,1-1 0 0 0,1 1-1 0 0,-1-1 1 0 0,1 1 0 0 0,1 0 0 0 0,0 0 0 0 0,0 0 0 0 0,1 1-1 0 0,0-1 1 0 0,0 0 0 0 0,2 18 0 0 0,0-21-44 0 0,0 0 0 0 0,0 0 0 0 0,1-1 0 0 0,0 1 0 0 0,0 0 0 0 0,0-1 0 0 0,0 0 0 0 0,1 1 0 0 0,0-1 0 0 0,0 0 0 0 0,1 0 0 0 0,-1-1 0 0 0,1 1 0 0 0,0-1 0 0 0,1 1 0 0 0,-1-1-1 0 0,0-1 1 0 0,1 1 0 0 0,0-1 0 0 0,0 1 0 0 0,0-2 0 0 0,1 1 0 0 0,-1 0 0 0 0,9 2 0 0 0,0-1-72 0 0,1 0 0 0 0,0-1 0 0 0,1-1-1 0 0,-1 0 1 0 0,0-1 0 0 0,1-1 0 0 0,-1-1-1 0 0,1 0 1 0 0,-1 0 0 0 0,0-2 0 0 0,21-5-1 0 0,16-7-433 0 0,92-41 0 0 0,-134 51 419 0 0,-2 2-56 0 0,-10 5 10 0 0,0 0 105 0 0,1-1 1 0 0,-1 1-1 0 0,0-1 1 0 0,1 1-1 0 0,-1-1 0 0 0,1 1 1 0 0,-1 0-1 0 0,1 0 1 0 0,0 0-1 0 0,0 0 0 0 0,0 0 1 0 0,0 0-1 0 0,0 0 0 0 0,1 0 1 0 0,-1 0-1 0 0,0 1 1 0 0,1-1-1 0 0,0 0 0 0 0,-1 4 1 0 0,1-4 4 0 0,1 0 1 0 0,-1 0 0 0 0,0 0-1 0 0,1 0 1 0 0,0 0-1 0 0,-1 0 1 0 0,1 0 0 0 0,0-1-1 0 0,0 1 1 0 0,0 0-1 0 0,0 0 1 0 0,0-1 0 0 0,0 1-1 0 0,1 0 1 0 0,-1-1-1 0 0,1 0 1 0 0,-1 1 0 0 0,1-1-1 0 0,-1 0 1 0 0,1 1 0 0 0,0-1-1 0 0,-1 0 1 0 0,1 0-1 0 0,0-1 1 0 0,0 1 0 0 0,0 0-1 0 0,0 0 1 0 0,0-1-1 0 0,0 1 1 0 0,0-1 0 0 0,0 0-1 0 0,0 0 1 0 0,0 0-1 0 0,0 0 1 0 0,0 0 0 0 0,0 0-1 0 0,3-1 1 0 0,4 2-2 0 0,-6-1 11 0 0,0 0-1 0 0,0 0 0 0 0,0 0 1 0 0,0-1-1 0 0,0 1 1 0 0,0-1-1 0 0,-1 0 0 0 0,1 1 1 0 0,0-1-1 0 0,0-1 0 0 0,0 1 1 0 0,-1 0-1 0 0,1-1 1 0 0,0 1-1 0 0,-1-1 0 0 0,1 0 1 0 0,-1 0-1 0 0,0 0 0 0 0,0 0 1 0 0,0 0-1 0 0,0 0 1 0 0,0 0-1 0 0,0-1 0 0 0,0 1 1 0 0,-1-1-1 0 0,1 0 0 0 0,-1 1 1 0 0,0-1-1 0 0,0 0 1 0 0,0 0-1 0 0,0 0 0 0 0,0 0 1 0 0,-1 1-1 0 0,1-5 0 0 0,-1 5 7 0 0,0 0 2 0 0,-2-9-2 0 0,1 10-61 0 0,1 0 0 0 0,0 1 0 0 0,0-1 0 0 0,0 0 0 0 0,0 0-1 0 0,-1 0 1 0 0,1 1 0 0 0,0-1 0 0 0,-1 0 0 0 0,1 1 0 0 0,-1-1-1 0 0,1 0 1 0 0,-1 0 0 0 0,1 1 0 0 0,-1-1 0 0 0,1 1 0 0 0,-1-1 0 0 0,0 1-1 0 0,1-1 1 0 0,-1 1 0 0 0,0-1 0 0 0,1 1 0 0 0,-1-1 0 0 0,0 1-1 0 0,0 0 1 0 0,1-1 0 0 0,-1 1 0 0 0,-1 0 0 0 0,-17-1-8176 0 0,6 1 5070 0 0</inkml:trace>
</inkml:ink>
</file>

<file path=ppt/ink/ink7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2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0 876 0 0,'6'48'5371'0'0,"0"-15"-2174"0"0,-2-33-3072 0 0,0 0 1 0 0,1-1 0 0 0,-1 0 0 0 0,0 0 0 0 0,1 0 0 0 0,-1 0 0 0 0,0-1 0 0 0,0 1 0 0 0,4-3 0 0 0,6-4 130 0 0,-7 3-167 0 0,0 1-1 0 0,0 0 1 0 0,1 0-1 0 0,-1 1 1 0 0,1 0 0 0 0,0 1-1 0 0,10-3 1 0 0,-16 5-69 0 0,23 24-68 0 0,-17-10-817 0 0</inkml:trace>
</inkml:ink>
</file>

<file path=ppt/ink/ink7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3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20 868 0 0,'-1'-19'9544'0'0,"-25"63"-8574"0"0,8-14-438 0 0,2 1 1 0 0,-24 58-1 0 0,37-81-484 0 0,1 0 0 0 0,-1-1-1 0 0,2 1 1 0 0,-1 0 0 0 0,1 0 0 0 0,0 0-1 0 0,0 0 1 0 0,1 0 0 0 0,0 0-1 0 0,1 0 1 0 0,0 0 0 0 0,0 0-1 0 0,1 0 1 0 0,0 0 0 0 0,0-1 0 0 0,1 1-1 0 0,6 14 1 0 0,-8-20-30 0 0,1 0 0 0 0,0 0 0 0 0,-1-1 0 0 0,1 1-1 0 0,0 0 1 0 0,0-1 0 0 0,0 1 0 0 0,0-1 0 0 0,0 1 0 0 0,0-1 0 0 0,1 0 0 0 0,-1 0 0 0 0,0 0-1 0 0,1 0 1 0 0,-1 0 0 0 0,1-1 0 0 0,-1 1 0 0 0,5 0 0 0 0,-5-1 8 0 0,1-1 7 0 0,3 1-26 0 0,-1-1 3 0 0,1 0 1 0 0,0 0-1 0 0,-1 0 1 0 0,0-1 0 0 0,1 0-1 0 0,-1 0 1 0 0,0 0 0 0 0,0-1-1 0 0,0 0 1 0 0,0 0 0 0 0,0 0-1 0 0,-1 0 1 0 0,6-5 0 0 0,3-6 63 0 0,-12 12-46 0 0,-3 3-33 0 0,0-1 5 0 0,0 1 1 0 0,0 0 0 0 0,0 0 0 0 0,1 0 0 0 0,-1 0 0 0 0,0 0 0 0 0,0 0-1 0 0,1 1 1 0 0,-1-1 0 0 0,1 0 0 0 0,-3 4 0 0 0,2-3 2 0 0,0-1-3 0 0,0 1 1 0 0,-1 0-1 0 0,1 0 0 0 0,0 0 1 0 0,0 0-1 0 0,1 0 1 0 0,-1 0-1 0 0,0 1 1 0 0,1-1-1 0 0,-1 1 1 0 0,1-1-1 0 0,0 1 0 0 0,0-1 1 0 0,0 1-1 0 0,0 0 1 0 0,0 0-1 0 0,0 3 1 0 0,1-5 6 0 0,0 1-4 0 0,0-1 1 0 0,0 0-1 0 0,0 1 1 0 0,0-1-1 0 0,0 0 1 0 0,1 0-1 0 0,-1 1 0 0 0,0-1 1 0 0,1 0-1 0 0,-1 0 1 0 0,1 1-1 0 0,0-1 1 0 0,-1 0-1 0 0,1 0 1 0 0,0 0-1 0 0,-1 0 0 0 0,1 0 1 0 0,0 0-1 0 0,2 2 1 0 0,2-2-28 0 0,0 1 0 0 0,0-1 0 0 0,0 0 1 0 0,0 0-1 0 0,0-1 0 0 0,1 0 0 0 0,-1 1 0 0 0,0-2 1 0 0,0 1-1 0 0,1-1 0 0 0,-1 1 0 0 0,5-3 1 0 0,68-23-334 0 0,-31 10 65 0 0,-27 7 145 0 0,-17 8 118 0 0,0-1-1 0 0,0 1 1 0 0,1 0 0 0 0,-1 0 0 0 0,0 0-1 0 0,0 0 1 0 0,1 1 0 0 0,5-1 0 0 0,-7 1-5 0 0,46 26-195 0 0,-46-25 204 0 0,1 1 0 0 0,0-1 1 0 0,0 0-1 0 0,0 1 0 0 0,1-2 1 0 0,-1 1-1 0 0,0 0 0 0 0,0-1 0 0 0,0 1 1 0 0,1-1-1 0 0,-1 0 0 0 0,0 0 1 0 0,1 0-1 0 0,-1 0 0 0 0,0-1 1 0 0,0 1-1 0 0,1-1 0 0 0,-1 0 0 0 0,0 0 1 0 0,0 0-1 0 0,0-1 0 0 0,0 1 1 0 0,0-1-1 0 0,0 1 0 0 0,-1-1 0 0 0,1 0 1 0 0,0 0-1 0 0,-1 0 0 0 0,0 0 1 0 0,1-1-1 0 0,-1 1 0 0 0,0-1 0 0 0,4-5 1 0 0,-5 7 475 0 0,-2 0-438 0 0,1 1 0 0 0,-1-1 0 0 0,1 0-1 0 0,-1 1 1 0 0,0-1 0 0 0,1 1 0 0 0,-1-1 0 0 0,1 0-1 0 0,-1 1 1 0 0,0 0 0 0 0,0-1 0 0 0,1 1 0 0 0,-1-1-1 0 0,0 1 1 0 0,0 0 0 0 0,1-1 0 0 0,-1 1 0 0 0,0 0-1 0 0,0 0 1 0 0,0 0 0 0 0,0 0 0 0 0,1 0 0 0 0,-1 0-1 0 0,0 0 1 0 0,0 0 0 0 0,0 0 0 0 0,0 0 0 0 0,1 0-1 0 0,-1 0 1 0 0,0 1 0 0 0,0-1 0 0 0,0 0 0 0 0,1 0-1 0 0,-2 2 1 0 0,-31 7 191 0 0,21-4-53 0 0,1 1 0 0 0,0 0 0 0 0,0 1-1 0 0,1 0 1 0 0,0 0 0 0 0,-18 18 0 0 0,-5 9-2781 0 0,8-9-3815 0 0</inkml:trace>
</inkml:ink>
</file>

<file path=ppt/ink/ink7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3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0 744 0 0,'0'0'6160'0'0,"-1"6"-5319"0"0,-20 84 2724 0 0,-13 70-1350 0 0,31-148-3430 0 0,0-5-1048 0 0,3-2-2203 0 0</inkml:trace>
</inkml:ink>
</file>

<file path=ppt/ink/ink7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4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15 268 0 0,'84'-13'6648'0'0,"-75"12"-6475"0"0,1 1 0 0 0,-1 0 0 0 0,0 1 0 0 0,1-1 0 0 0,-1 2 0 0 0,15 3 0 0 0,5-6-4712 0 0</inkml:trace>
</inkml:ink>
</file>

<file path=ppt/ink/ink7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4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40 840 0 0,'0'0'2212'0'0,"39"-18"-1268"0"0,-22 14-92 0 0,3 0-91 0 0,7 1-145 0 0,0-1-184 0 0,1 4-280 0 0,-1 0-276 0 0,1 0-404 0 0,-1-1-501 0 0,-8 1-1111 0 0,8-5 492 0 0</inkml:trace>
</inkml:ink>
</file>

<file path=ppt/ink/ink7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5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147 111 128 0 0,'4'-7'1368'0'0,"1"-12"6275"0"0,-15 10-5935 0 0,7 7-1451 0 0,-46 19 869 0 0,47-15-1081 0 0,-1-1 0 0 0,0 1 0 0 0,1 0 0 0 0,-1 0 0 0 0,1 0 0 0 0,0 1 0 0 0,0-1 0 0 0,-1 0 0 0 0,2 1 0 0 0,-1-1 1 0 0,0 1-1 0 0,0 0 0 0 0,1 0 0 0 0,0 0 0 0 0,-1 0 0 0 0,1 0 0 0 0,-1 4 0 0 0,2-6-34 0 0,0 0 0 0 0,0 1 0 0 0,0-1 0 0 0,0 0 1 0 0,0 0-1 0 0,0 0 0 0 0,0 1 0 0 0,1-1 0 0 0,-1 0 0 0 0,0 0 0 0 0,1 0 0 0 0,-1 0 0 0 0,1 0 1 0 0,-1 1-1 0 0,1-1 0 0 0,0 0 0 0 0,-1 0 0 0 0,1-1 0 0 0,1 3 0 0 0,0-2 3 0 0,0 1 0 0 0,0-1-1 0 0,1 1 1 0 0,-1-1 0 0 0,0 0 0 0 0,1 0-1 0 0,-1 0 1 0 0,1 0 0 0 0,-1 0 0 0 0,1 0-1 0 0,-1-1 1 0 0,5 1 0 0 0,1 0-3 0 0,0-1 0 0 0,-1 0 0 0 0,1 0 1 0 0,0 0-1 0 0,0-1 0 0 0,0 0 0 0 0,-1-1 0 0 0,1 0 1 0 0,-1 0-1 0 0,1-1 0 0 0,-1 1 0 0 0,0-2 0 0 0,0 1 1 0 0,0-1-1 0 0,0 0 0 0 0,-1 0 0 0 0,10-9 0 0 0,-5 3 8 0 0,0-1-1 0 0,-1 0 0 0 0,-1 0 0 0 0,0-1 0 0 0,0-1 1 0 0,-1 1-1 0 0,-1-1 0 0 0,12-27 0 0 0,-30 73-129 0 0,-37 95 76 0 0,-122 184 85 0 0,80-154 1022 0 0,74-134-76 0 0,15-30 381 0 0,27-44-430 0 0,12 3-1603 0 0,45-43-1 0 0,-10 11-8882 0 0,-58 61 5460 0 0</inkml:trace>
</inkml:ink>
</file>

<file path=ppt/ink/ink7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7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19 568 0 0,'0'0'1202'0'0,"-1"-19"8050"0"0,-10 42-8878 0 0,1 0-1 0 0,0 0 0 0 0,2 1 1 0 0,1 0-1 0 0,-5 30 1 0 0,12-53-434 0 0,-1-1 0 0 0,1 1 0 0 0,0 0 0 0 0,0 0 0 0 0,0 0 0 0 0,0 0 0 0 0,0-1 1 0 0,0 1-1 0 0,0 0 0 0 0,0 0 0 0 0,1 0 0 0 0,-1 0 0 0 0,0-1 0 0 0,0 1 0 0 0,1 0 0 0 0,-1 0 1 0 0,0 0-1 0 0,1-1 0 0 0,-1 1 0 0 0,1 0 0 0 0,-1-1 0 0 0,1 1 0 0 0,-1 0 0 0 0,1-1 1 0 0,0 1-1 0 0,-1-1 0 0 0,1 1 0 0 0,0 0 0 0 0,-1-1 0 0 0,1 0 0 0 0,0 1 0 0 0,0-1 1 0 0,-1 1-1 0 0,1-1 0 0 0,0 0 0 0 0,0 0 0 0 0,0 1 0 0 0,-1-1 0 0 0,1 0 0 0 0,0 0 1 0 0,0 0-1 0 0,0 0 0 0 0,0 0 0 0 0,0 0 0 0 0,-1 0 0 0 0,1 0 0 0 0,0-1 0 0 0,0 1 0 0 0,1-1 1 0 0,44-15-1385 0 0,-41 14 1320 0 0,8-4-175 0 0,0-2-1 0 0,-1 1 1 0 0,15-13-1 0 0,-5 4 718 0 0,-21 15-344 0 0,12 13-6673 0 0</inkml:trace>
</inkml:ink>
</file>

<file path=ppt/ink/ink7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7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0 550 748 0 0,'42'-11'1674'0'0,"0"-3"1"0"0,-2-1-1 0 0,75-39 0 0 0,-98 44-1495 0 0,0 0-1 0 0,-1-1 1 0 0,0-1-1 0 0,-1-1 1 0 0,0 0-1 0 0,-1-1 1 0 0,0 0-1 0 0,-2-1 1 0 0,1-1-1 0 0,19-33 1 0 0,-25 34-96 0 0,0 0 0 0 0,-2-1-1 0 0,1 0 1 0 0,-2 0 0 0 0,4-29 0 0 0,-6 36-51 0 0,-1-1 1 0 0,-1 0-1 0 0,1 1 0 0 0,-2-1 0 0 0,1 0 1 0 0,-1 1-1 0 0,-1-1 0 0 0,0 1 0 0 0,0-1 0 0 0,-1 1 1 0 0,-5-13-1 0 0,7 20-25 0 0,0 1 1 0 0,0-1-1 0 0,0 0 1 0 0,0 0-1 0 0,-1 1 0 0 0,1-1 1 0 0,-1 0-1 0 0,1 1 1 0 0,-1 0-1 0 0,1-1 1 0 0,-1 1-1 0 0,0 0 0 0 0,1 0 1 0 0,-1 0-1 0 0,0 0 1 0 0,0 0-1 0 0,0 0 1 0 0,0 0-1 0 0,0 1 0 0 0,0-1 1 0 0,0 1-1 0 0,0-1 1 0 0,0 1-1 0 0,0 0 1 0 0,0 0-1 0 0,-1 0 0 0 0,1 0 1 0 0,0 0-1 0 0,0 0 1 0 0,0 1-1 0 0,0-1 1 0 0,0 1-1 0 0,0-1 0 0 0,0 1 1 0 0,0 0-1 0 0,0 0 1 0 0,0 0-1 0 0,1 0 1 0 0,-3 2-1 0 0,-4 1 45 0 0,1 1 0 0 0,-1 0 1 0 0,1 1-1 0 0,1-1 0 0 0,-1 1 0 0 0,1 1 0 0 0,0-1 0 0 0,-7 11 1 0 0,-11 23 195 0 0,1 1 1 0 0,2 0-1 0 0,2 2 1 0 0,-16 53-1 0 0,-43 187 485 0 0,74-264-687 0 0,-10 40 90 0 0,6-22 15 0 0,-1 0 0 0 0,-1 0 0 0 0,-3-1 0 0 0,-27 57 1 0 0,39-91 22 0 0,5-8-155 0 0,10-11-16 0 0,0 0 0 0 0,1 1 0 0 0,0 0-1 0 0,1 1 1 0 0,1 1 0 0 0,1 1 0 0 0,0 0 0 0 0,0 1 0 0 0,1 1 0 0 0,1 1 0 0 0,0 1-1 0 0,26-9 1 0 0,-45 18-1 0 0,0-1-1 0 0,0 1 0 0 0,0-1 0 0 0,0 1 0 0 0,0 0 1 0 0,0-1-1 0 0,0 1 0 0 0,1 0 0 0 0,-1 0 0 0 0,0 0 1 0 0,0 0-1 0 0,0 0 0 0 0,0 0 0 0 0,0 0 0 0 0,0 0 1 0 0,0 0-1 0 0,1 0 0 0 0,-1 1 0 0 0,0-1 0 0 0,0 0 1 0 0,0 1-1 0 0,0-1 0 0 0,0 1 0 0 0,0-1 1 0 0,0 1-1 0 0,0 0 0 0 0,0-1 0 0 0,-1 1 0 0 0,1 0 1 0 0,0 0-1 0 0,0 0 0 0 0,0-1 0 0 0,-1 1 0 0 0,1 0 1 0 0,0 0-1 0 0,-1 0 0 0 0,1 0 0 0 0,-1 0 0 0 0,1 0 1 0 0,-1 0-1 0 0,0 0 0 0 0,1 0 0 0 0,-1 1 0 0 0,0-1 1 0 0,0 0-1 0 0,0 0 0 0 0,0 0 0 0 0,0 0 1 0 0,0 0-1 0 0,0 0 0 0 0,0 1 0 0 0,0-1 0 0 0,0 0 1 0 0,-1 0-1 0 0,0 1 0 0 0,1 3-121 0 0,-1-1-1 0 0,0 1 1 0 0,-1-1 0 0 0,1 1-1 0 0,-1-1 1 0 0,0 0 0 0 0,0 0-1 0 0,0 0 1 0 0,-1 0 0 0 0,1 0 0 0 0,-6 6-1 0 0,1-3-789 0 0,0-1-958 0 0</inkml:trace>
</inkml:ink>
</file>

<file path=ppt/ink/ink7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7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46 532 0 0,'0'0'1132'0'0,"3"-12"-76"0"0,1 4 784 0 0,2-2-383 0 0,1 0-301 0 0,-1 5-108 0 0,9 6-2092 0 0</inkml:trace>
</inkml:ink>
</file>

<file path=ppt/ink/ink7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8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2 120 0 0,'0'0'3742'0'0,"-7"0"-2985"0"0,-19-2-63 0 0,25 3-599 0 0,-1-1 0 0 0,1 0 0 0 0,-1 0 0 0 0,1 1 1 0 0,-1-1-1 0 0,1 1 0 0 0,-1-1 0 0 0,1 1 0 0 0,-1-1 0 0 0,1 1 0 0 0,0 0 0 0 0,-1 0 0 0 0,1 0 0 0 0,0 0 0 0 0,0 0 0 0 0,0 0 0 0 0,0 0 1 0 0,0 0-1 0 0,0 0 0 0 0,0 1 0 0 0,0-1 0 0 0,-1 2 0 0 0,-13 31 1109 0 0,12-27-961 0 0,1 1-57 0 0,0-1 0 0 0,1 1 0 0 0,-1-1 0 0 0,1 1-1 0 0,1 0 1 0 0,0 13 0 0 0,1-14-75 0 0,-1-1 0 0 0,0 1-1 0 0,-1 0 1 0 0,0-1-1 0 0,0 1 1 0 0,0-1-1 0 0,-1 1 1 0 0,-2 6 0 0 0,4-12-16 0 0,-1 0-78 0 0,0 0 0 0 0,1-1 0 0 0,-1 1 1 0 0,0-1-1 0 0,1 1 0 0 0,-1 0 0 0 0,0-1 0 0 0,0 0 0 0 0,1 1 0 0 0,-1-1 1 0 0,0 1-1 0 0,0-1 0 0 0,0 0 0 0 0,0 0 0 0 0,0 1 0 0 0,1-1 0 0 0,-1 0 1 0 0,0 0-1 0 0,0 0 0 0 0,0 0 0 0 0,0 0 0 0 0,0 0 0 0 0,0 0 0 0 0,0 0 1 0 0,1-1-1 0 0,-1 1 0 0 0,0 0 0 0 0,-2-1 0 0 0,-24-5-105 0 0,26 5-220 0 0,-4-8-1122 0 0</inkml:trace>
</inkml:ink>
</file>

<file path=ppt/ink/ink7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9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31 612 0 0,'7'-30'10655'0'0,"-32"83"-9623"0"0,-19 59 0 0 0,28-67-738 0 0,-2 0 1 0 0,-1-1-1 0 0,-34 53 0 0 0,28-55 106 0 0,25-40-261 0 0,5-5-131 0 0,1-2-11 0 0,-4 3 3 0 0,0 1-1 0 0,0-1 1 0 0,0 1-1 0 0,0 0 0 0 0,0 0 1 0 0,1 0-1 0 0,-1 0 1 0 0,0 0-1 0 0,1 0 0 0 0,-1 0 1 0 0,1 1-1 0 0,-1-1 1 0 0,1 1-1 0 0,-1 0 0 0 0,5 0 1 0 0,9-1 0 0 0,0 0 0 0 0,0 2 0 0 0,0 0 0 0 0,0 1 0 0 0,0 0 0 0 0,0 1 1 0 0,0 1-1 0 0,-1 0 0 0 0,0 2 0 0 0,17 7 0 0 0,-27-12 38 0 0,-1 0 0 0 0,0 0 0 0 0,0-1 0 0 0,1 1 1 0 0,-1-1-1 0 0,0 0 0 0 0,1-1 0 0 0,-1 1 0 0 0,0-1 0 0 0,0 0 0 0 0,1 0 0 0 0,-1 0 0 0 0,0 0 0 0 0,6-3 0 0 0,29-5 760 0 0,-35 7-656 0 0,-1 1 399 0 0,-19 23-15025 0 0</inkml:trace>
</inkml:ink>
</file>

<file path=ppt/ink/ink7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29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77 128 0 0,'1'-6'1068'0'0,"0"0"-1"0"0,0-1 1 0 0,0 1 0 0 0,1 0-1 0 0,0 0 1 0 0,0 0-1 0 0,1 0 1 0 0,0 0 0 0 0,5-9-1 0 0,-7 14-336 0 0,5-5-559 0 0</inkml:trace>
</inkml:ink>
</file>

<file path=ppt/ink/ink7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30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0 28 0 0,'-2'8'1862'0'0,"0"-5"-1487"0"0,1 0 1 0 0,0 0-1 0 0,0 0 0 0 0,1 0 1 0 0,-1 0-1 0 0,0 0 0 0 0,1 0 1 0 0,0 0-1 0 0,0 0 0 0 0,0 0 1 0 0,0 0-1 0 0,0 0 0 0 0,0 0 0 0 0,1 0 1 0 0,0 0-1 0 0,-1 0 0 0 0,1 0 1 0 0,0 0-1 0 0,1 0 0 0 0,-1-1 1 0 0,3 5-1 0 0,-2-6-288 0 0,1 0 0 0 0,0-1 0 0 0,-1 1 0 0 0,1-1 0 0 0,-1 0 0 0 0,1 0 0 0 0,0 0 0 0 0,-1 0 1 0 0,1 0-1 0 0,4-2 0 0 0,10 1 177 0 0,12 1-98 0 0,0 1 1 0 0,0 2-1 0 0,0 1 1 0 0,51 14-1 0 0,-75-17-165 0 0,-1 0-1 0 0,1-1 1 0 0,-1 0-1 0 0,1 0 1 0 0,-1 0-1 0 0,1 0 1 0 0,-1-1-1 0 0,0 0 1 0 0,1 0 0 0 0,-1 0-1 0 0,0-1 1 0 0,1 1-1 0 0,-1-1 1 0 0,0 0-1 0 0,0 0 1 0 0,-1 0-1 0 0,1-1 1 0 0,0 1-1 0 0,-1-1 1 0 0,1 0 0 0 0,4-6-1 0 0,-1 4-5 0 0,-5 3 4 0 0,0 1 1 0 0,-1-1-1 0 0,1 0 0 0 0,-1 0 1 0 0,0 0-1 0 0,1 0 0 0 0,-1 0 1 0 0,0 0-1 0 0,0 0 1 0 0,0 0-1 0 0,1-4 0 0 0,2-6-14 0 0,-3 11 8 0 0,-6-5-2 0 0,5 6 9 0 0,0-1 0 0 0,0 1-1 0 0,0 0 1 0 0,-1-1 0 0 0,1 1 0 0 0,0 0 0 0 0,0-1 0 0 0,0 1 0 0 0,0 0-1 0 0,0 0 1 0 0,-1-1 0 0 0,1 1 0 0 0,0 0 0 0 0,0 0 0 0 0,-1-1-1 0 0,1 1 1 0 0,0 0 0 0 0,0 0 0 0 0,-1-1 0 0 0,1 1 0 0 0,0 0-1 0 0,-1 0 1 0 0,1 0 0 0 0,0 0 0 0 0,-1 0 0 0 0,1-1 0 0 0,0 1-1 0 0,-1 0 1 0 0,1 0 0 0 0,0 0 0 0 0,-1 0 0 0 0,1 0 0 0 0,0 0-1 0 0,-1 0 1 0 0,0 0 0 0 0,-2-1 4 0 0,-2 0-1 0 0,-19 15 18 0 0,22-13-28 0 0,0 0-1 0 0,0 0 0 0 0,0 1 1 0 0,0-1-1 0 0,1 1 1 0 0,-1-1-1 0 0,0 1 0 0 0,1 0 1 0 0,-1 0-1 0 0,1-1 1 0 0,-1 1-1 0 0,1 0 0 0 0,0 0 1 0 0,0 0-1 0 0,0 0 1 0 0,0 1-1 0 0,-1 3 0 0 0,2-5-11 0 0,0 0-1 0 0,0 0 0 0 0,0-1 1 0 0,0 1-1 0 0,0 0 0 0 0,0 0 0 0 0,0 0 1 0 0,0 0-1 0 0,0-1 0 0 0,1 1 1 0 0,-1 0-1 0 0,0 0 0 0 0,0-1 0 0 0,1 1 1 0 0,-1 0-1 0 0,1 0 0 0 0,-1-1 1 0 0,0 1-1 0 0,1 0 0 0 0,0-1 0 0 0,-1 1 1 0 0,1-1-1 0 0,-1 1 0 0 0,1-1 1 0 0,0 1-1 0 0,-1-1 0 0 0,1 1 0 0 0,0-1 1 0 0,-1 1-1 0 0,1-1 0 0 0,0 0 1 0 0,0 0-1 0 0,-1 1 0 0 0,1-1 0 0 0,0 0 1 0 0,1 0-1 0 0,0 1-95 0 0,20-6-157 0 0,43-24 32 0 0,-63 28 265 0 0,-1 1-3 0 0,-1 0 0 0 0,1 0 0 0 0,0 0 0 0 0,0 0 0 0 0,-1 0 0 0 0,1 0 0 0 0,0 1 0 0 0,0-1 0 0 0,-1 0-1 0 0,1 0 1 0 0,0 1 0 0 0,-1-1 0 0 0,1 0 0 0 0,0 1 0 0 0,-1-1 0 0 0,1 0 0 0 0,0 1 0 0 0,-1-1 0 0 0,1 1 0 0 0,-1-1 0 0 0,1 1 0 0 0,-1-1 0 0 0,1 1 0 0 0,-1 0 0 0 0,1-1 0 0 0,-1 1 0 0 0,0-1 0 0 0,1 1 0 0 0,-1 0-1 0 0,0-1 1 0 0,0 1 0 0 0,1 0 0 0 0,-1 0 0 0 0,0-1 0 0 0,0 1 0 0 0,0 0 0 0 0,0 0 0 0 0,0-1 0 0 0,0 1 0 0 0,0 0 0 0 0,0 0 0 0 0,0-1 0 0 0,-1 2 0 0 0,-6 41 539 0 0,4-32-434 0 0,-10 35 241 0 0,-2-2 0 0 0,-2 1 1 0 0,-2-2-1 0 0,-40 66 0 0 0,1 2 261 0 0,43-82-338 0 0,-1-1 0 0 0,-2 0 1 0 0,0-2-1 0 0,-30 33 0 0 0,46-57-211 0 0,1 0 0 0 0,-1-1 0 0 0,0 1-1 0 0,0 0 1 0 0,0-1 0 0 0,0 0-1 0 0,-1 1 1 0 0,1-1 0 0 0,0 0 0 0 0,-4 1-1 0 0,5-1 174 0 0,-3-3-18 0 0,2 0-205 0 0,0 1 0 0 0,1 0 0 0 0,-1-1 0 0 0,0 1 0 0 0,0-1 0 0 0,1 0 0 0 0,-1 0 0 0 0,1 1 0 0 0,-1-1 0 0 0,1 0 0 0 0,0 0 0 0 0,0 0 0 0 0,0 0-1 0 0,0-1 1 0 0,0 1 0 0 0,0 0 0 0 0,0 0 0 0 0,1-1 0 0 0,-1-2 0 0 0,1-1 11 0 0,-1 1 1 0 0,1-1-1 0 0,1 0 0 0 0,-1 1 0 0 0,1-1 0 0 0,0 0 0 0 0,3-10 0 0 0,3-2 20 0 0,0 1 0 0 0,2-1 1 0 0,-1 1-1 0 0,13-16 0 0 0,3-3-365 0 0,2 1-1 0 0,2 1 0 0 0,34-33 0 0 0,-7 18-3218 0 0,6 4-4126 0 0,-48 35 3986 0 0</inkml:trace>
</inkml:ink>
</file>

<file path=ppt/ink/ink7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30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8 180 0 0,'0'0'2732'0'0,"0"0"-2291"0"0,1-1 0 0 0,-1 1 0 0 0,1-1 1 0 0,-1 0-1 0 0,1 1 0 0 0,-1-1 1 0 0,1 1-1 0 0,0-1 0 0 0,-1 1 0 0 0,1 0 1 0 0,0-1-1 0 0,-1 1 0 0 0,1 0 1 0 0,0-1-1 0 0,-1 1 0 0 0,1 0 0 0 0,0 0 1 0 0,0 0-1 0 0,-1-1 0 0 0,1 1 1 0 0,0 0-1 0 0,1 0 0 0 0,0 3-332 0 0,-1-1 0 0 0,0 1 0 0 0,0-1 0 0 0,0 1 0 0 0,0-1 0 0 0,0 1-1 0 0,-1 0 1 0 0,1-1 0 0 0,-1 1 0 0 0,0 0 0 0 0,0 3 0 0 0,-5 13-3806 0 0,32-22 1765 0 0,-9-3 2334 0 0,-16 5 893 0 0,19 14 1184 0 0,-20-9-2399 0 0,-1 1-1 0 0,1 0 0 0 0,-1-1 1 0 0,0 1-1 0 0,-1-1 1 0 0,1 1-1 0 0,-1-1 0 0 0,0 1 1 0 0,0-1-1 0 0,0 1 1 0 0,-1-1-1 0 0,1 0 0 0 0,-1 1 1 0 0,0-1-1 0 0,0 0 1 0 0,-1 0-1 0 0,1-1 0 0 0,-1 1 1 0 0,0 0-1 0 0,-4 3 1 0 0,-34 28-2548 0 0,-5-11-3470 0 0,18-14 2461 0 0</inkml:trace>
</inkml:ink>
</file>

<file path=ppt/ink/ink7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40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7 152 0 0,'0'0'1604'0'0,"-24"-6"2487"0"0,23 6-4069 0 0,1 0 0 0 0,-1 0 1 0 0,1 0-1 0 0,0 1 1 0 0,-1-1-1 0 0,1 0 0 0 0,-1 0 1 0 0,1 1-1 0 0,0-1 1 0 0,-1 0-1 0 0,1 1 0 0 0,0-1 1 0 0,-1 0-1 0 0,1 1 1 0 0,0-1-1 0 0,0 0 0 0 0,-1 1 1 0 0,1-1-1 0 0,0 1 1 0 0,0-1-1 0 0,-1 1 1 0 0,1-1-1 0 0,0 0 0 0 0,0 1 1 0 0,0-1-1 0 0,0 1 1 0 0,0-1-1 0 0,0 1 0 0 0,0-1 1 0 0,0 1-1 0 0,0-1 1 0 0,0 1-1 0 0,0 0 0 0 0,14 11 591 0 0,29 3 139 0 0,-15-11-515 0 0,0-2 0 0 0,0-1 0 0 0,0-2 1 0 0,45-5-1 0 0,-44 3-124 0 0,0 1 0 0 0,1 1 0 0 0,48 5 1 0 0,-38-2-20 0 0,-18-1 101 0 0,-41 10-115 0 0,2-7-70 0 0,0 0-1 0 0,0-2 1 0 0,-1 0-1 0 0,1-1 1 0 0,-1 0 0 0 0,-21-3-1 0 0,-18 2 2 0 0,-6-1 2 0 0,-18 2 43 0 0,79-1-34 0 0,-7 0-45 0 0,5 0 109 0 0,9 0 445 0 0,91-2-262 0 0,-54 0-174 0 0,0 2 1 0 0,59 7-1 0 0,-98-5-24 0 0,-9 1-29 0 0,-25 6-15 0 0,-40 4-2 0 0,63-13-21 0 0,-90 1 48 0 0,95-1-44 0 0,-6 0-15 0 0,4-1 31 0 0,7 0 135 0 0,78-8 34 0 0,-45 7-7334 0 0</inkml:trace>
</inkml:ink>
</file>

<file path=ppt/ink/ink7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2:43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14 528 0 0,'-56'-12'7922'0'0,"54"12"-6866"0"0,-5-1-514 0 0,6 1 27 0 0,3 0 1241 0 0,202 31-819 0 0,73 10-352 0 0,146-3-208 0 0,-271-35 243 0 0,-149-3-618 0 0,-40-6 259 0 0,-319-40-2420 0 0,333 42 2335 0 0,50 6 519 0 0,9 0-681 0 0,165 1-42 0 0,-292-7-2485 0 0,-12-3-3792 0 0,54 2 2992 0 0</inkml:trace>
</inkml:ink>
</file>

<file path=ppt/ink/ink7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07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306 238 356 0 0,'24'-40'3380'0'0,"-15"27"-2417"0"0,-1 0 1 0 0,-1-1-1 0 0,0 1 1 0 0,5-17-1 0 0,-2 0 501 0 0,-5 20-894 0 0,-2 0 1 0 0,1 0-1 0 0,-2-1 0 0 0,1 1 0 0 0,-1-1 0 0 0,0-11 1 0 0,-26 24-313 0 0,16 1-222 0 0,0 0 1 0 0,0 1-1 0 0,0 0 1 0 0,0 1-1 0 0,1 0 1 0 0,-7 5-1 0 0,-6 4 13 0 0,-9 4 18 0 0,1 2-1 0 0,1 1 0 0 0,1 2 1 0 0,0 0-1 0 0,-38 47 0 0 0,53-56-41 0 0,0 1-1 0 0,1 1 1 0 0,0-1-1 0 0,1 2 1 0 0,1-1-1 0 0,1 1 1 0 0,0 0-1 0 0,1 1 1 0 0,1 0 0 0 0,0 0-1 0 0,2 0 1 0 0,-2 23-1 0 0,4-34-21 0 0,1 1 0 0 0,0-1 0 0 0,1 1 1 0 0,-1-1-1 0 0,2 0 0 0 0,-1 1 0 0 0,1-1 0 0 0,0 0 0 0 0,0 0 0 0 0,1 0 1 0 0,0 0-1 0 0,0 0 0 0 0,1-1 0 0 0,0 1 0 0 0,0-1 0 0 0,8 9 0 0 0,-5-8-1 0 0,1 0 0 0 0,0 0-1 0 0,0-1 1 0 0,1 0 0 0 0,-1-1-1 0 0,1 1 1 0 0,1-2 0 0 0,-1 1-1 0 0,1-2 1 0 0,17 6 0 0 0,0-3 1 0 0,0-2 1 0 0,1 0 0 0 0,-1-2-1 0 0,1 0 1 0 0,-1-3 0 0 0,1 0-1 0 0,-1-1 1 0 0,28-7 0 0 0,-51 9-4 0 0,2-1-1 0 0,-1 0 1 0 0,1 0 0 0 0,0-1 0 0 0,-1 1 0 0 0,1-1-1 0 0,-1 0 1 0 0,1-1 0 0 0,-1 1 0 0 0,0-1 0 0 0,0 0-1 0 0,0-1 1 0 0,-1 1 0 0 0,1-1 0 0 0,-1 0 0 0 0,1 0 0 0 0,-1 0-1 0 0,-1 0 1 0 0,1-1 0 0 0,3-5 0 0 0,-7 10 0 0 0,19-26-29 0 0,-18 25 27 0 0,-1 1 1 0 0,0 0-1 0 0,0 0 1 0 0,1 0-1 0 0,-1 0 1 0 0,0-1-1 0 0,1 1 1 0 0,-1 0-1 0 0,0 0 1 0 0,1 0 0 0 0,-1 0-1 0 0,0 0 1 0 0,1 0-1 0 0,-1 0 1 0 0,0 0-1 0 0,1 0 1 0 0,-1 0-1 0 0,0 0 1 0 0,1 0-1 0 0,-1 0 1 0 0,0 0 0 0 0,1 0-1 0 0,-1 0 1 0 0,0 1-1 0 0,1-1 1 0 0,-1 0-1 0 0,0 0 1 0 0,0 0-1 0 0,1 0 1 0 0,-1 1-1 0 0,0-1 1 0 0,0 0 0 0 0,1 1-1 0 0,6 3-5 0 0,-1-1 7 0 0,0 1 1 0 0,-1 1-1 0 0,0-1 1 0 0,0 1-1 0 0,0 0 1 0 0,0 0-1 0 0,-1 0 1 0 0,0 0-1 0 0,0 1 1 0 0,5 10-1 0 0,-8-15-11 0 0,-1 0 1 0 0,1 1-1 0 0,-1-1 1 0 0,1 0-1 0 0,-1 1 0 0 0,0-1 1 0 0,0 1-1 0 0,0-1 0 0 0,0 1 1 0 0,0-1-1 0 0,0 1 1 0 0,0-1-1 0 0,0 1 0 0 0,0-1 1 0 0,-1 0-1 0 0,1 1 1 0 0,0-1-1 0 0,-1 1 0 0 0,0-1 1 0 0,1 0-1 0 0,-1 1 0 0 0,0-1 1 0 0,-1 2-1 0 0,0-1 33 0 0,0 1-1 0 0,-1-1 1 0 0,0 1 0 0 0,0-1-1 0 0,0 0 1 0 0,0 0 0 0 0,0 0-1 0 0,0 0 1 0 0,-4 1 0 0 0,-35 12-2206 0 0,10-10-5271 0 0</inkml:trace>
</inkml:ink>
</file>

<file path=ppt/ink/ink7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08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53 988 0 0,'10'-51'7382'0'0,"-10"50"-6716"0"0,-21 34 3824 0 0,6-12-4189 0 0,-22 44 0 0 0,24-37-105 0 0,10-23-153 0 0,0 0 0 0 0,1 0 0 0 0,0 0 0 0 0,0 0 0 0 0,0 0 0 0 0,0 1 0 0 0,1-1 0 0 0,0 1 0 0 0,0-1 0 0 0,0 8 0 0 0,2-12-37 0 0,-1 0-1 0 0,0-1 0 0 0,0 1 0 0 0,1 0 0 0 0,-1-1 1 0 0,1 1-1 0 0,-1 0 0 0 0,1-1 0 0 0,-1 1 1 0 0,1-1-1 0 0,-1 1 0 0 0,1 0 0 0 0,-1-1 0 0 0,1 0 1 0 0,-1 1-1 0 0,1-1 0 0 0,0 1 0 0 0,-1-1 0 0 0,1 0 1 0 0,0 1-1 0 0,0-1 0 0 0,-1 0 0 0 0,1 0 1 0 0,0 1-1 0 0,0-1 0 0 0,-1 0 0 0 0,1 0 0 0 0,0 0 1 0 0,0 0-1 0 0,-1 0 0 0 0,1 0 0 0 0,0 0 1 0 0,0 0-1 0 0,1-1 0 0 0,31-5 25 0 0,-28 5-50 0 0,-1 0-1 0 0,-1 0 1 0 0,1 1-1 0 0,0-1 1 0 0,-1 1-1 0 0,1-1 1 0 0,0 1-1 0 0,-1 0 1 0 0,1 1-1 0 0,0-1 1 0 0,-1 1-1 0 0,1-1 0 0 0,5 3 1 0 0,-2 1-1 0 0,0 0 1 0 0,0 0-1 0 0,-1 1 0 0 0,1 0 1 0 0,5 6-1 0 0,-9-8 27 0 0,3 2-6 0 0,0-1 0 0 0,0 0 0 0 0,1 0 0 0 0,-1-1 0 0 0,1 1 0 0 0,0-2 0 0 0,0 1 0 0 0,0-1 0 0 0,0 0 0 0 0,1 0 0 0 0,-1 0 0 0 0,0-1 0 0 0,1-1 0 0 0,-1 1 0 0 0,1-1 0 0 0,-1 0 0 0 0,1-1 0 0 0,-1 0 0 0 0,1 0 0 0 0,-1-1 0 0 0,11-3 0 0 0,-10 3 6 0 0,-1-1-1 0 0,1 0 0 0 0,0-1 0 0 0,-1 0 1 0 0,0 0-1 0 0,0 0 0 0 0,0-1 0 0 0,-1 0 0 0 0,1 0 1 0 0,-1-1-1 0 0,-1 0 0 0 0,1 0 0 0 0,-1 0 1 0 0,0-1-1 0 0,0 1 0 0 0,-1-1 0 0 0,1-1 1 0 0,-2 1-1 0 0,4-9 0 0 0,0-24-435 0 0</inkml:trace>
</inkml:ink>
</file>

<file path=ppt/ink/ink7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08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74 684 0 0,'1'2'8288'0'0,"2"8"-8562"0"0,-2-2 738 0 0,-1-4-354 0 0,0-1 0 0 0,0 1 0 0 0,1-1 0 0 0,-1 0 0 0 0,1 1 0 0 0,0-1 0 0 0,0 0 0 0 0,0 0 0 0 0,1 1 0 0 0,-1-1 0 0 0,1 0 0 0 0,-1 0 0 0 0,1 0 0 0 0,0-1 0 0 0,0 1 0 0 0,0 0 0 0 0,1-1 0 0 0,-1 1 0 0 0,1-1 0 0 0,-1 0 0 0 0,1 0 0 0 0,0 0 0 0 0,0 0 0 0 0,-1 0 0 0 0,2-1 0 0 0,-1 1 0 0 0,0-1 0 0 0,0 0 0 0 0,0 0 0 0 0,1 0 0 0 0,-1 0 0 0 0,5 0 1 0 0,-5-2-29 0 0,0-1 1 0 0,0 1 0 0 0,0-1-1 0 0,0 0 1 0 0,-1 0 0 0 0,1 0 0 0 0,0-1-1 0 0,-1 1 1 0 0,0 0 0 0 0,1-1-1 0 0,-1 0 1 0 0,0 1 0 0 0,0-1 0 0 0,-1 0-1 0 0,4-6 1 0 0,-5 9-62 0 0,3-7 89 0 0,-1 1 1 0 0,0-1-1 0 0,0 0 1 0 0,0 0 0 0 0,-1 0-1 0 0,0 0 1 0 0,0 0 0 0 0,-1 0-1 0 0,0 0 1 0 0,0-7-1 0 0,0 4-46 0 0,-1 8-205 0 0,1 0 0 0 0,-1 0 0 0 0,1 0 0 0 0,-1 0 0 0 0,0 1 0 0 0,1-1 0 0 0,-1 0 0 0 0,0 0 0 0 0,0 1 0 0 0,0-1 0 0 0,-1 1 0 0 0,1-1 0 0 0,0 1 0 0 0,0-1 0 0 0,-1 1 0 0 0,1 0 0 0 0,-1-1 0 0 0,0 1 0 0 0,1 0 0 0 0,-1 0 0 0 0,0 0 0 0 0,1 0-1 0 0,-4 0 1 0 0,3 0-985 0 0,-9-1-4268 0 0</inkml:trace>
</inkml:ink>
</file>

<file path=ppt/ink/ink7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08.6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64 0 0,'40'16'4200'0'0,"-36"-14"-3895"0"0,0 1 0 0 0,0 0 0 0 0,-1 0 0 0 0,1 0 0 0 0,-1 0 0 0 0,0 0 0 0 0,0 1 0 0 0,0 0-1 0 0,-1-1 1 0 0,1 1 0 0 0,-1 0 0 0 0,0 0 0 0 0,0 1 0 0 0,0-1 0 0 0,-1 0 0 0 0,2 5 0 0 0,-3-7-71 0 0,0-2-175 0 0,0 1 0 0 0,0-1 1 0 0,0 1-1 0 0,0-1 0 0 0,0 1 0 0 0,0-1 0 0 0,0 1 0 0 0,0-1 0 0 0,0 1 0 0 0,0-1 0 0 0,0 1 1 0 0,1-1-1 0 0,-1 1 0 0 0,0-1 0 0 0,0 1 0 0 0,0-1 0 0 0,1 1 0 0 0,-1-1 0 0 0,0 1 0 0 0,1-1 1 0 0,-1 0-1 0 0,0 1 0 0 0,1-1 0 0 0,-1 1 0 0 0,1-1 0 0 0,-1 0 0 0 0,1 0 0 0 0,-1 1 0 0 0,0-1 1 0 0,1 0-1 0 0,-1 0 0 0 0,1 1 0 0 0,-1-1 0 0 0,2 0 0 0 0,2-4-289 0 0,0 0 0 0 0,0 0 0 0 0,0 0 0 0 0,1 1 0 0 0,0-1 0 0 0,-1 1-1 0 0,1 0 1 0 0,0 1 0 0 0,6-3 0 0 0,-4 2-731 0 0,-1 1 0 0 0,1 0 0 0 0,-1 1-1 0 0,1 0 1 0 0,10-1 0 0 0,6 0-1110 0 0</inkml:trace>
</inkml:ink>
</file>

<file path=ppt/ink/ink7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09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1 296 1280 0 0,'17'3'708'0'0,"-17"-3"-719"0"0,1 0 97 0 0,0 0-1 0 0,0 0 1 0 0,0 0-1 0 0,0 0 1 0 0,0 0-1 0 0,0 0 0 0 0,0 1 1 0 0,0-1-1 0 0,0 0 1 0 0,0 1-1 0 0,0-1 1 0 0,0 1-1 0 0,-1-1 1 0 0,1 1-1 0 0,0-1 1 0 0,0 1-1 0 0,-1 0 1 0 0,1-1-1 0 0,0 1 1 0 0,0 0-1 0 0,-1 0 1 0 0,1-1-1 0 0,-1 1 1 0 0,1 0-1 0 0,-1 0 0 0 0,1 0 1 0 0,-1 1-1 0 0,1-1 334 0 0,-2 14 709 0 0,0-14-1038 0 0,0 1 0 0 0,1-1 0 0 0,-1 1 0 0 0,1 0 0 0 0,-1-1 0 0 0,1 1 0 0 0,0-1 0 0 0,-1 1 0 0 0,1 0 0 0 0,0-1 0 0 0,0 1 0 0 0,0 0 0 0 0,1 0 0 0 0,-1-1 0 0 0,0 1 0 0 0,1-1 0 0 0,-1 1 0 0 0,1 0 0 0 0,-1-1 0 0 0,1 1 0 0 0,0-1 0 0 0,0 1 0 0 0,1 1 0 0 0,0-2-64 0 0,-1-1 0 0 0,1 0-1 0 0,0 1 1 0 0,0-1-1 0 0,0 0 1 0 0,0 0-1 0 0,0 0 1 0 0,0 0 0 0 0,0 0-1 0 0,0 0 1 0 0,0-1-1 0 0,0 1 1 0 0,0-1-1 0 0,0 1 1 0 0,0-1 0 0 0,-1 0-1 0 0,1 0 1 0 0,2-1-1 0 0,36-30 208 0 0,-24 14-158 0 0,-2-1 0 0 0,16-24 0 0 0,-12 16 383 0 0,-2-1 0 0 0,0-1 0 0 0,-2 0 0 0 0,-2-1 0 0 0,0-1 0 0 0,6-31-1 0 0,-16 46 1416 0 0,-9 28-202 0 0,0 1-1893 0 0,-4 7 355 0 0,0 2 0 0 0,2-1-1 0 0,0 1 1 0 0,1 1 0 0 0,-5 27 0 0 0,-3 35-2512 0 0,7-4-5273 0 0,7-57 4102 0 0</inkml:trace>
</inkml:ink>
</file>

<file path=ppt/ink/ink7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11.8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1 533 852 0 0,'0'0'2470'0'0,"3"-5"-1767"0"0,2-2-453 0 0,0 1 1 0 0,0-1-1 0 0,1 1 1 0 0,0 0-1 0 0,0 0 1 0 0,1 0-1 0 0,9-5 0 0 0,63-38 934 0 0,-18 12-631 0 0,-11 4-161 0 0,94-69 458 0 0,-122 85-641 0 0,-1-2-1 0 0,-1 0 0 0 0,-1-1 1 0 0,21-28-1 0 0,-37 44-168 0 0,0 0-1 0 0,-1 0 1 0 0,1 0 0 0 0,-1 0 0 0 0,0 0 0 0 0,0 0-1 0 0,-1 0 1 0 0,1-1 0 0 0,-1 1 0 0 0,0-1-1 0 0,0 1 1 0 0,0-1 0 0 0,-1 0 0 0 0,0 1 0 0 0,0-8-1 0 0,-1 10-22 0 0,1-1-1 0 0,-1 1 1 0 0,0-1-1 0 0,0 1 1 0 0,0-1-1 0 0,-1 1 1 0 0,1 0-1 0 0,0-1 1 0 0,-1 1-1 0 0,0 0 1 0 0,0 0-1 0 0,1 0 1 0 0,-1 0-1 0 0,0 0 1 0 0,0 1 0 0 0,-1-1-1 0 0,1 1 1 0 0,0-1-1 0 0,0 1 1 0 0,-1 0-1 0 0,1 0 1 0 0,-1 0-1 0 0,1 0 1 0 0,-1 0-1 0 0,0 0 1 0 0,1 1-1 0 0,-6-1 1 0 0,-14-1 13 0 0,0 0 1 0 0,0 2-1 0 0,0 0 1 0 0,0 2 0 0 0,1 0-1 0 0,-1 2 1 0 0,0 0-1 0 0,1 1 1 0 0,0 2-1 0 0,0 0 1 0 0,0 1 0 0 0,1 1-1 0 0,0 0 1 0 0,-27 20-1 0 0,43-27-27 0 0,0 1 0 0 0,0 0 0 0 0,1 0 0 0 0,-1 0-1 0 0,1 0 1 0 0,0 1 0 0 0,0 0 0 0 0,0-1-1 0 0,0 1 1 0 0,0 0 0 0 0,1 0 0 0 0,0 0 0 0 0,0 1-1 0 0,0-1 1 0 0,0 1 0 0 0,1-1 0 0 0,0 1-1 0 0,0-1 1 0 0,0 1 0 0 0,0 6 0 0 0,2 0 3 0 0,0 0 0 0 0,0 0 0 0 0,2 0 0 0 0,-1 0 0 0 0,1 0 0 0 0,1-1 0 0 0,7 15 0 0 0,-3-6-1 0 0,-2-1 0 0 0,1 1 0 0 0,-2 0 0 0 0,-1 1 0 0 0,0-1 0 0 0,-1 1 1 0 0,-1-1-1 0 0,-1 1 0 0 0,-1 0 0 0 0,-1 0 0 0 0,0 0 0 0 0,-2-1 0 0 0,0 1 0 0 0,-11 35 0 0 0,7-34-2 0 0,-11 43 0 0 0,18-60-3 0 0,-1 0 1 0 0,1-1 0 0 0,0 1-1 0 0,0 0 1 0 0,0 0 0 0 0,0-1-1 0 0,1 1 1 0 0,-1 0 0 0 0,1-1-1 0 0,0 1 1 0 0,0-1-1 0 0,0 1 1 0 0,1-1 0 0 0,0 1-1 0 0,3 5 1 0 0,-3-7-4 0 0,0-1 1 0 0,0 1-1 0 0,1-1 1 0 0,-1 1-1 0 0,1-1 0 0 0,-1 0 1 0 0,1 0-1 0 0,-1 0 0 0 0,1 0 1 0 0,0 0-1 0 0,-1-1 0 0 0,1 1 1 0 0,0-1-1 0 0,0 0 0 0 0,-1 0 1 0 0,1 0-1 0 0,0 0 1 0 0,0 0-1 0 0,3-1 0 0 0,51-11-129 0 0,-26 1 90 0 0,0-2 0 0 0,-1-1 0 0 0,-1-1 1 0 0,-1-2-1 0 0,0-1 0 0 0,-1-1 0 0 0,0-1 0 0 0,35-36 1 0 0,-27 23 336 0 0,67-50 0 0 0,-101 82-269 0 0,0 0-1 0 0,0 0 0 0 0,0 1 0 0 0,1-1 1 0 0,-1 0-1 0 0,0 0 0 0 0,1 1 0 0 0,-1-1 1 0 0,0 1-1 0 0,1-1 0 0 0,-1 1 0 0 0,1-1 1 0 0,-1 1-1 0 0,1 0 0 0 0,-1 0 0 0 0,4 0 1 0 0,-5 0-16 0 0,1 0 0 0 0,-1 1 0 0 0,1-1 0 0 0,-1 0 0 0 0,1 1 0 0 0,-1-1 1 0 0,1 1-1 0 0,-1-1 0 0 0,1 1 0 0 0,-1-1 0 0 0,0 1 0 0 0,1-1 0 0 0,-1 1 0 0 0,0-1 1 0 0,1 1-1 0 0,-1-1 0 0 0,0 1 0 0 0,0 0 0 0 0,0-1 0 0 0,1 1 0 0 0,-1 0 0 0 0,0-1 1 0 0,0 1-1 0 0,0-1 0 0 0,0 1 0 0 0,0 1 0 0 0,-1 5 28 0 0,1 1-1 0 0,-1 0 1 0 0,-1 0 0 0 0,-3 14-1 0 0,-2 0 1 0 0,1 2 36 0 0,-2 0-1 0 0,-14 30 0 0 0,22-52-50 0 0,-1-2-20 0 0,1 0-1 0 0,0 0 1 0 0,0 0 0 0 0,0 0 0 0 0,0 0-1 0 0,0 1 1 0 0,-1-1 0 0 0,1 0-1 0 0,0 0 1 0 0,0 0 0 0 0,0 0 0 0 0,0 0-1 0 0,0 1 1 0 0,0-1 0 0 0,0 0 0 0 0,0 0-1 0 0,0 0 1 0 0,0 0 0 0 0,0 0-1 0 0,0 1 1 0 0,0-1 0 0 0,-1 0 0 0 0,1 0-1 0 0,0 0 1 0 0,0 0 0 0 0,0 1 0 0 0,0-1-1 0 0,1 0 1 0 0,-1 0 0 0 0,0 0-1 0 0,0 0 1 0 0,0 1 0 0 0,0-1 0 0 0,0 0-1 0 0,0 0 1 0 0,0 0 0 0 0,0 0 0 0 0,0 0-1 0 0,0 1 1 0 0,0-1 0 0 0,0 0-1 0 0,1 0 1 0 0,-1 0 0 0 0,0 0 0 0 0,0 0-1 0 0,0 0 1 0 0,0 0 0 0 0,0 1 0 0 0,0-1-1 0 0,1 0 1 0 0,-1 0 0 0 0,0 0-1 0 0,0 0 1 0 0,13-10 6 0 0,8-7-6 0 0,0 1 1 0 0,2 0-1 0 0,40-20 1 0 0,-62 35-14 0 0,28 2-43 0 0,-26 1 51 0 0,-1-1-1 0 0,1 1 1 0 0,0-1-1 0 0,0 1 1 0 0,-1 0-1 0 0,1 0 1 0 0,-1 0-1 0 0,4 5 1 0 0,-3-4 5 0 0,-1-1-1 0 0,1 1 1 0 0,-1-1 0 0 0,1 1 0 0 0,0-1-1 0 0,0 0 1 0 0,0 0 0 0 0,0-1 0 0 0,0 1-1 0 0,5 1 1 0 0,4-1-12 0 0,0-1 0 0 0,1 0 0 0 0,-1-1 0 0 0,1 0 0 0 0,-1-1 1 0 0,0 0-1 0 0,1-1 0 0 0,-1-1 0 0 0,0 1 0 0 0,0-2 0 0 0,0 0 0 0 0,-1-1 0 0 0,0 0 0 0 0,1 0 0 0 0,-2-1 0 0 0,1-1 0 0 0,-1 1 0 0 0,0-2 0 0 0,0 0 0 0 0,10-10 0 0 0,-2-1 9 0 0,-2 0-1 0 0,0-1 0 0 0,-2 0 0 0 0,0-1 0 0 0,-1-1 0 0 0,-1 0 0 0 0,-1-1 0 0 0,-1 0 0 0 0,7-27 1 0 0,-8 4 212 0 0,-8 43-194 0 0,-1 1 1 0 0,0-1-1 0 0,0 1 0 0 0,0 0 1 0 0,0-1-1 0 0,0 1 0 0 0,-1 0 1 0 0,1-1-1 0 0,-1 1 0 0 0,1 0 1 0 0,-1-1-1 0 0,0 1 0 0 0,0 0 1 0 0,0 0-1 0 0,0 0 1 0 0,0 0-1 0 0,-2-3 0 0 0,2 4-9 0 0,-1 0 0 0 0,1 1 0 0 0,0-1 0 0 0,0 1 0 0 0,-1-1 0 0 0,1 1 0 0 0,0-1-1 0 0,-1 1 1 0 0,1 0 0 0 0,0-1 0 0 0,-1 1 0 0 0,1 0 0 0 0,0 0 0 0 0,-1 0 0 0 0,1 0 0 0 0,-1 0-1 0 0,1 0 1 0 0,0 1 0 0 0,-1-1 0 0 0,1 0 0 0 0,0 1 0 0 0,-1-1 0 0 0,1 1 0 0 0,0 0 0 0 0,0-1 0 0 0,0 1-1 0 0,-1 0 1 0 0,1-1 0 0 0,0 1 0 0 0,0 0 0 0 0,0 0 0 0 0,0 0 0 0 0,0 0 0 0 0,0 0 0 0 0,1 0 0 0 0,-1 1-1 0 0,0-1 1 0 0,0 0 0 0 0,0 2 0 0 0,-2 1 3 0 0,0 0-1 0 0,1 1 1 0 0,-1-1 0 0 0,1 1-1 0 0,0-1 1 0 0,1 1 0 0 0,-1 0-1 0 0,1 0 1 0 0,0-1 0 0 0,-1 6-1 0 0,3 1-2 0 0,1-1-1 0 0,0 1 0 0 0,1-1 0 0 0,0 0 0 0 0,1 0 1 0 0,0 0-1 0 0,0-1 0 0 0,1 1 0 0 0,1-1 0 0 0,-1 0 1 0 0,1 0-1 0 0,12 12 0 0 0,-9-9 6 0 0,0 0 0 0 0,-1 1 0 0 0,0 0 0 0 0,-1 0 1 0 0,7 19-1 0 0,-13-30-10 0 0,-1 0 0 0 0,1 0-1 0 0,-1 0 1 0 0,1 0 0 0 0,-1 1 0 0 0,0-1 0 0 0,0 0 0 0 0,0 0 0 0 0,0 1 0 0 0,0-1 0 0 0,-1 0 0 0 0,1 0 0 0 0,-1 0 0 0 0,1 0 0 0 0,-1 1 0 0 0,0-1 0 0 0,0 0 0 0 0,0 0 0 0 0,0 0-1 0 0,0 0 1 0 0,0-1 0 0 0,0 1 0 0 0,-1 0 0 0 0,1 0 0 0 0,-3 1 0 0 0,-2 2 7 0 0,0 0-1 0 0,0-1 0 0 0,-1 0 1 0 0,1 0-1 0 0,-11 4 0 0 0,2 0 10 0 0,13-7-9 0 0,27-13-205 0 0,0 2 0 0 0,34-9 0 0 0,-21 12 238 0 0,-1-2 0 0 0,0-1 0 0 0,62-26 0 0 0,-98 33 159 0 0,4-3-309 0 0,-31 21 1280 0 0,25-15-1181 0 0,0 1 1 0 0,1-1 0 0 0,-1 0 0 0 0,1 1-1 0 0,-1-1 1 0 0,1 1 0 0 0,-1-1-1 0 0,1 1 1 0 0,-1-1 0 0 0,1 1-1 0 0,-1-1 1 0 0,1 1 0 0 0,0-1 0 0 0,-1 1-1 0 0,1 0 1 0 0,0-1 0 0 0,0 1-1 0 0,-1 0 1 0 0,1-1 0 0 0,0 1 0 0 0,0 0-1 0 0,0-1 1 0 0,0 1 0 0 0,0 0-1 0 0,0-1 1 0 0,0 1 0 0 0,0 0-1 0 0,0-1 1 0 0,0 1 0 0 0,0 0 0 0 0,1 1-1 0 0,16 17-854 0 0,29 5-1269 0 0,-22-20-430 0 0,0 0-1 0 0,46-2 0 0 0,-49-3 125 0 0</inkml:trace>
</inkml:ink>
</file>

<file path=ppt/ink/ink7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12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57 363 732 0 0,'1'-1'118'0'0,"-1"0"1"0"0,1 0-1 0 0,0 1 0 0 0,0-1 0 0 0,0 0 0 0 0,-1 0 1 0 0,1 0-1 0 0,0 0 0 0 0,-1 0 0 0 0,1 0 1 0 0,-1 0-1 0 0,1 0 0 0 0,-1 0 0 0 0,0 0 0 0 0,1 0 1 0 0,-1 0-1 0 0,0 0 0 0 0,0-2 0 0 0,0 1 1280 0 0,-1 0-1089 0 0,-1 1 0 0 0,0-1 0 0 0,0 1 0 0 0,0 0-1 0 0,0-1 1 0 0,0 1 0 0 0,0 0 0 0 0,0 1 0 0 0,0-1-1 0 0,0 0 1 0 0,-4 0 0 0 0,3 1-224 0 0,1 1 1 0 0,0 1-1 0 0,-1-1 0 0 0,1 0 1 0 0,0 0-1 0 0,0 1 0 0 0,0-1 1 0 0,0 1-1 0 0,0 0 0 0 0,0 0 1 0 0,1 0-1 0 0,-1 0 1 0 0,0 0-1 0 0,1 0 0 0 0,0 0 1 0 0,-1 0-1 0 0,1 0 0 0 0,0 1 1 0 0,0-1-1 0 0,0 1 0 0 0,0-1 1 0 0,1 0-1 0 0,-1 1 0 0 0,0 3 1 0 0,1-4 2 0 0,4 16-2 0 0,-2-16-91 0 0,0-1 0 0 0,0 1 0 0 0,-1-1 0 0 0,1 0 0 0 0,0 0 0 0 0,0 1 0 0 0,0-2 0 0 0,0 1 0 0 0,0 0 0 0 0,1 0 0 0 0,-1 0 0 0 0,0-1 0 0 0,0 0 0 0 0,1 1 0 0 0,-1-1 0 0 0,0 0 0 0 0,0 0 0 0 0,1 0 0 0 0,-1 0 0 0 0,0 0 0 0 0,0-1 0 0 0,1 1 0 0 0,-1-1 0 0 0,0 1 0 0 0,0-1 0 0 0,0 0 0 0 0,4-2 0 0 0,3-1-26 0 0,0-1 0 0 0,0 0 0 0 0,0-1 0 0 0,9-7 0 0 0,1-3 174 0 0,0-1 1 0 0,0-1-1 0 0,-2 0 0 0 0,0-2 1 0 0,-1 0-1 0 0,-1-1 0 0 0,-1 0 1 0 0,-1-1-1 0 0,-1 0 0 0 0,-1-2 1 0 0,-1 1-1 0 0,-1-1 0 0 0,-1 0 1 0 0,7-34-1 0 0,-15 57-76 0 0,0 0-1 0 0,1 0 1 0 0,-1 0-1 0 0,0 0 1 0 0,0 1 0 0 0,0-1-1 0 0,0 0 1 0 0,0 0-1 0 0,0 0 1 0 0,0 0-1 0 0,0 0 1 0 0,0 0 0 0 0,0 0-1 0 0,0 0 1 0 0,0 0-1 0 0,-1 0 1 0 0,1 0-1 0 0,0 1 1 0 0,-1-1 0 0 0,1 0-1 0 0,-1 0 1 0 0,1 0-1 0 0,-1 1 1 0 0,0-3 0 0 0,0 3-45 0 0,0 0 1 0 0,0 0 0 0 0,0 0-1 0 0,0 0 1 0 0,0 1 0 0 0,0-1-1 0 0,0 0 1 0 0,1 0 0 0 0,-1 0 0 0 0,0 1-1 0 0,0-1 1 0 0,0 0 0 0 0,0 1-1 0 0,0-1 1 0 0,1 1 0 0 0,-1-1 0 0 0,0 1-1 0 0,0-1 1 0 0,0 2 0 0 0,-36 38 377 0 0,27-23-401 0 0,1 0 0 0 0,1 0 0 0 0,1 1 0 0 0,1 0 0 0 0,0 0 0 0 0,1 1 0 0 0,1-1 0 0 0,1 1 0 0 0,1 0 0 0 0,0 0 0 0 0,1 0 0 0 0,4 35 0 0 0,-3-51-171 0 0,0 9-303 0 0,1 0 1 0 0,1 0-1 0 0,0-1 0 0 0,5 16 0 0 0,-6-23-158 0 0,1 0 1 0 0,-1-1-1 0 0,1 1 0 0 0,0-1 0 0 0,0 1 0 0 0,1-1 1 0 0,-1 0-1 0 0,1 0 0 0 0,0 0 0 0 0,3 4 0 0 0,4 0-2315 0 0</inkml:trace>
</inkml:ink>
</file>

<file path=ppt/ink/ink7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12.8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42 618 696 0 0,'-10'-35'5668'0'0,"10"35"-5525"0"0,-1-1-1 0 0,1 1 1 0 0,0-1 0 0 0,0 1-1 0 0,-1-1 1 0 0,1 1 0 0 0,0-1-1 0 0,-1 1 1 0 0,1-1 0 0 0,-1 1-1 0 0,1-1 1 0 0,-1 1 0 0 0,1 0-1 0 0,-1-1 1 0 0,1 1 0 0 0,-1 0-1 0 0,1-1 1 0 0,-1 1 0 0 0,1 0-1 0 0,-1 0 1 0 0,1-1 0 0 0,-1 1 0 0 0,0 0-1 0 0,1 0 1 0 0,-1 0 0 0 0,1 0-1 0 0,-1 0 1 0 0,0 0 0 0 0,1 0-1 0 0,-1 0 1 0 0,1 0 0 0 0,-1 0-1 0 0,0 0 1 0 0,1 0 0 0 0,-1 1-1 0 0,1-1 1 0 0,-1 0 0 0 0,0 0-1 0 0,1 1 1 0 0,-1-1 0 0 0,1 0-1 0 0,-1 0 1 0 0,1 1 0 0 0,-1-1-1 0 0,0 1 1 0 0,-2 2-648 0 0,0-1 755 0 0,1 24 1284 0 0,4-26-1514 0 0,-1 1 1 0 0,1 0-1 0 0,0 0 0 0 0,-1-1 1 0 0,1 1-1 0 0,-1-1 0 0 0,1 0 1 0 0,0 1-1 0 0,-1-1 0 0 0,1 0 1 0 0,0 0-1 0 0,-1 0 0 0 0,1 0 1 0 0,0 0-1 0 0,-1-1 0 0 0,1 1 1 0 0,0 0-1 0 0,-1-1 0 0 0,1 1 0 0 0,-1-1 1 0 0,1 0-1 0 0,-1 1 0 0 0,1-1 1 0 0,-1 0-1 0 0,1 0 0 0 0,-1 0 1 0 0,3-2-1 0 0,47-35 144 0 0,-45 33-129 0 0,30-25 35 0 0,-2-1 0 0 0,-1-2 0 0 0,38-50 0 0 0,-54 60-50 0 0,-1 1 0 0 0,-2-2 1 0 0,0 0-1 0 0,-1 0 0 0 0,-2-1 1 0 0,-1-1-1 0 0,8-27 0 0 0,-16 43-3 0 0,1-1-1 0 0,-2 0 1 0 0,1 0-1 0 0,-2 1 1 0 0,1-1-1 0 0,-1 0 1 0 0,-2-11-1 0 0,2 19-12 0 0,-1 0 0 0 0,1 0 0 0 0,-1 0 0 0 0,0 0 0 0 0,1 0 0 0 0,-1 1 0 0 0,0-1 0 0 0,-1 0 0 0 0,1 1 0 0 0,0-1 0 0 0,-1 0 0 0 0,1 1 0 0 0,-1 0 0 0 0,0-1 0 0 0,0 1 1 0 0,0 0-1 0 0,0 0 0 0 0,0 0 0 0 0,-1 0 0 0 0,1 1 0 0 0,0-1 0 0 0,-1 0 0 0 0,1 1 0 0 0,-1 0 0 0 0,0 0 0 0 0,0-1 0 0 0,1 2 0 0 0,-1-1 0 0 0,-4-1 0 0 0,3 2 2 0 0,1 0 0 0 0,-1-1 0 0 0,0 1 0 0 0,0 1 0 0 0,1-1 0 0 0,-1 0 0 0 0,0 1 0 0 0,0 0 0 0 0,1 0 1 0 0,-1 0-1 0 0,1 0 0 0 0,-1 1 0 0 0,1-1 0 0 0,-1 1 0 0 0,1 0 0 0 0,0 0 0 0 0,0 0 0 0 0,0 0 0 0 0,0 1 0 0 0,0-1 0 0 0,1 1 0 0 0,-1 0 0 0 0,1 0 1 0 0,-1 0-1 0 0,1 0 0 0 0,0 0 0 0 0,-2 5 0 0 0,0-1 0 0 0,1 0 0 0 0,0 0 0 0 0,1 0 1 0 0,0 1-1 0 0,0-1 0 0 0,0 1 0 0 0,1-1 1 0 0,0 1-1 0 0,1 0 0 0 0,-1-1 0 0 0,3 16 0 0 0,5 11 0 0 0,2 0 0 0 0,1-1 0 0 0,2 0 0 0 0,1-1 0 0 0,24 42 0 0 0,-13-27 47 0 0,20 58-1 0 0,-42-98-39 0 0,0-1-9 0 0,0 0 0 0 0,-1 0 0 0 0,1 1 0 0 0,-1-1 0 0 0,0 13 0 0 0,-1-17-41 0 0,0-1 0 0 0,0 1 0 0 0,0-1 1 0 0,0 0-1 0 0,-1 1 0 0 0,1-1 0 0 0,0 0 1 0 0,-1 1-1 0 0,1-1 0 0 0,-1 0 0 0 0,0 1 1 0 0,1-1-1 0 0,-1 0 0 0 0,0 0 0 0 0,0 0 0 0 0,0 0 1 0 0,0 0-1 0 0,0 0 0 0 0,0 0 0 0 0,0 0 1 0 0,0 0-1 0 0,0 0 0 0 0,0 0 0 0 0,0-1 0 0 0,-1 1 1 0 0,1 0-1 0 0,0-1 0 0 0,-1 1 0 0 0,1-1 1 0 0,0 0-1 0 0,-1 1 0 0 0,1-1 0 0 0,0 0 0 0 0,-3 0 1 0 0,0 1-421 0 0,2 0-322 0 0,-12-5-2513 0 0</inkml:trace>
</inkml:ink>
</file>

<file path=ppt/ink/ink7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13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80 528 0 0,'0'0'884'0'0,"11"-13"-44"0"0,-9 6 680 0 0,10-5-880 0 0,-6 7 481 0 0,2-7-317 0 0,-1 0-536 0 0,0 5-376 0 0,4 0-524 0 0,-2 2-805 0 0</inkml:trace>
</inkml:ink>
</file>

<file path=ppt/ink/ink7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1 440 0 0,'34'53'7704'0'0,"-31"-47"-7399"0"0,-1 0 0 0 0,1 0 0 0 0,-1 1 1 0 0,0-1-1 0 0,-1 0 0 0 0,1 1 0 0 0,-1-1 1 0 0,-1 1-1 0 0,1 0 0 0 0,-1-1 0 0 0,0 1 1 0 0,-2 10-1 0 0,-2 7 56 0 0,-2 0 0 0 0,0-1 0 0 0,-2 0-1 0 0,0 0 1 0 0,-12 22 0 0 0,-66 107 236 0 0,69-122-758 0 0,-34 42-1871 0 0,11-28-5178 0 0,30-34 4131 0 0</inkml:trace>
</inkml:ink>
</file>

<file path=ppt/ink/ink7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13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7 484 0 0,'0'0'938'0'0,"-7"-7"-152"0"0</inkml:trace>
</inkml:ink>
</file>

<file path=ppt/ink/ink7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18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3 628 40 0 0,'0'1'169'0'0,"0"-1"-1"0"0,-1 1 1 0 0,1-1 0 0 0,0 1-1 0 0,0 0 1 0 0,-1-1 0 0 0,1 1-1 0 0,0-1 1 0 0,0 1 0 0 0,0 0 0 0 0,0-1-1 0 0,0 1 1 0 0,0-1 0 0 0,0 1-1 0 0,0 0 1 0 0,0-1 0 0 0,0 1-1 0 0,0-1 1 0 0,0 1 0 0 0,1 0-1 0 0,-1-1 1 0 0,0 1 0 0 0,0-1-1 0 0,0 1 1 0 0,1-1 0 0 0,-1 1-1 0 0,0-1 1 0 0,2 2 0 0 0,13-7 3075 0 0,20-23-1703 0 0,-5-3-1363 0 0,-2-1 0 0 0,-2-1 0 0 0,0-2 0 0 0,-3 0 0 0 0,-1-2 0 0 0,-1 0 0 0 0,-3-2 0 0 0,-1 0 0 0 0,-1-1 0 0 0,-3 0 0 0 0,13-60 0 0 0,-6-3-77 0 0,-20 101-93 0 0,1 1-7 0 0,-1 1-1 0 0,0 0 1 0 0,0 0-1 0 0,0 0 0 0 0,0-1 1 0 0,0 1-1 0 0,0 0 0 0 0,0 0 1 0 0,0-1-1 0 0,0 1 1 0 0,1 0-1 0 0,-1 0 0 0 0,0-1 1 0 0,0 1-1 0 0,0 0 0 0 0,0 0 1 0 0,0 0-1 0 0,-1-1 1 0 0,1 1-1 0 0,0 0 0 0 0,0 0 1 0 0,0-1-1 0 0,0 1 0 0 0,0 0 1 0 0,0 0-1 0 0,0-1 1 0 0,0 1-1 0 0,0 0 0 0 0,-1 0 1 0 0,1 0-1 0 0,0-1 0 0 0,0 1 1 0 0,0 0-1 0 0,0 0 1 0 0,-1 0-1 0 0,1 0 0 0 0,0 0 1 0 0,0-1-1 0 0,0 1 0 0 0,-1 0 1 0 0,1 0-1 0 0,0 0 1 0 0,0 0-1 0 0,-1 0 0 0 0,1 0 1 0 0,0 0-1 0 0,0 0 0 0 0,-1 0 1 0 0,1 0-1 0 0,0 0 1 0 0,0 0-1 0 0,-1 0 0 0 0,1 0 1 0 0,0 0-1 0 0,0 0 0 0 0,-1 0 1 0 0,-7 7 4 0 0,0 0 1 0 0,0 1 0 0 0,1-1-1 0 0,-1 2 1 0 0,2-1-1 0 0,-1 1 1 0 0,2 0 0 0 0,-1 0-1 0 0,1 1 1 0 0,0 0-1 0 0,1-1 1 0 0,-4 13-1 0 0,-6 21 40 0 0,-14 70-1 0 0,23-92-34 0 0,1 1 1 0 0,1 0-1 0 0,0 0 0 0 0,2 0 0 0 0,1 0 1 0 0,0 0-1 0 0,2 0 0 0 0,1 0 0 0 0,0 0 1 0 0,2 0-1 0 0,0-1 0 0 0,1 0 0 0 0,14 29 0 0 0,-19-47-7 0 0,1 0 0 0 0,0-1 0 0 0,0 1-1 0 0,1-1 1 0 0,-1 1 0 0 0,0-1-1 0 0,1 0 1 0 0,-1 0 0 0 0,1 0-1 0 0,0-1 1 0 0,0 1 0 0 0,-1-1-1 0 0,1 1 1 0 0,0-1 0 0 0,0 0-1 0 0,1 0 1 0 0,-1 0 0 0 0,0 0-1 0 0,0-1 1 0 0,0 1 0 0 0,0-1 0 0 0,1 0-1 0 0,-1 0 1 0 0,0 0 0 0 0,0 0-1 0 0,1-1 1 0 0,-1 1 0 0 0,0-1-1 0 0,0 0 1 0 0,6-2 0 0 0,2-1 5 0 0,1 0 0 0 0,-1 0 0 0 0,0-1 1 0 0,0 0-1 0 0,0-1 0 0 0,19-14 0 0 0,-17 10-4 0 0,0 0 0 0 0,0-1 0 0 0,-1-1 0 0 0,-1 1 0 0 0,0-2-1 0 0,-1 0 1 0 0,0 0 0 0 0,-1-1 0 0 0,0 0 0 0 0,-1 0 0 0 0,7-19 0 0 0,4-2 6 0 0,-17 32-7 0 0,0 0 0 0 0,1-1 1 0 0,-1 1-1 0 0,0 0 0 0 0,-1-1 0 0 0,1 0 1 0 0,-1 1-1 0 0,1-1 0 0 0,-1 0 0 0 0,0 0 1 0 0,-1 1-1 0 0,1-1 0 0 0,-1 0 0 0 0,1 0 1 0 0,-1 0-1 0 0,-1-6 0 0 0,1 8-2 0 0,-1 1-2 0 0,1 1 0 0 0,0-1 0 0 0,0 1 1 0 0,0-1-1 0 0,-1 1 0 0 0,1-1 0 0 0,0 1 0 0 0,0-1 0 0 0,-1 1 1 0 0,1-1-1 0 0,-1 1 0 0 0,1-1 0 0 0,0 1 0 0 0,-1 0 1 0 0,1-1-1 0 0,-1 1 0 0 0,1 0 0 0 0,-1-1 0 0 0,1 1 1 0 0,-1 0-1 0 0,1 0 0 0 0,-1 0 0 0 0,1-1 0 0 0,-1 1 0 0 0,1 0 1 0 0,-1 0-1 0 0,-6 2 5 0 0,1 0 0 0 0,0 1-1 0 0,0 0 1 0 0,0 0 0 0 0,0 0 0 0 0,0 1 0 0 0,1-1 0 0 0,-1 1 0 0 0,1 1-1 0 0,0-1 1 0 0,0 1 0 0 0,1 0 0 0 0,-1 0 0 0 0,1 0 0 0 0,0 1 0 0 0,1-1-1 0 0,-1 1 1 0 0,1 0 0 0 0,0 0 0 0 0,1 0 0 0 0,0 1 0 0 0,-1-1 0 0 0,0 7-1 0 0,2-9 0 0 0,-1 0-1 0 0,1 0 1 0 0,0 0-1 0 0,0 0 1 0 0,0 0-1 0 0,1 0 1 0 0,-1 1-1 0 0,1-1 0 0 0,0 0 1 0 0,0 0-1 0 0,1 0 1 0 0,-1 0-1 0 0,1 0 1 0 0,0 0-1 0 0,0 0 1 0 0,0 0-1 0 0,1 0 0 0 0,-1 0 1 0 0,1 0-1 0 0,0 0 1 0 0,0-1-1 0 0,0 1 1 0 0,1-1-1 0 0,2 4 1 0 0,0-2 1 0 0,1-1 1 0 0,-1 0 0 0 0,1 0-1 0 0,0 0 1 0 0,0-1 0 0 0,0 1-1 0 0,1-1 1 0 0,-1-1 0 0 0,1 0-1 0 0,-1 1 1 0 0,1-2 0 0 0,0 1-1 0 0,11 0 1 0 0,120 10-2046 0 0,-118-13 886 0 0,-8 0-4319 0 0</inkml:trace>
</inkml:ink>
</file>

<file path=ppt/ink/ink7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1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46 348 0 0,'0'0'5537'0'0,"-27"-27"-2537"0"0,26 25-2935 0 0,0 1 1 0 0,0-1 0 0 0,0 1-1 0 0,-1 0 1 0 0,1-1 0 0 0,0 1-1 0 0,-1 0 1 0 0,0 0 0 0 0,1 0-1 0 0,-1 0 1 0 0,1 0 0 0 0,-1 1-1 0 0,0-1 1 0 0,0 0 0 0 0,1 1-1 0 0,-1-1 1 0 0,0 1-1 0 0,0 0 1 0 0,0 0 0 0 0,1-1-1 0 0,-5 1 1 0 0,1 1 37 0 0,-1 0-1 0 0,1 0 1 0 0,0 0 0 0 0,-1 0-1 0 0,1 1 1 0 0,0 0 0 0 0,-8 4-1 0 0,2-1 4 0 0,1 1-1 0 0,0 0 0 0 0,1 0 0 0 0,0 1 0 0 0,0 1 0 0 0,0 0 1 0 0,-9 10-1 0 0,16-16-86 0 0,0 1 0 0 0,0-1 0 0 0,0 1 0 0 0,1 0 0 0 0,-1 0 0 0 0,1 0 1 0 0,-1 0-1 0 0,1 0 0 0 0,0 0 0 0 0,0 0 0 0 0,-1 6 0 0 0,2-8 3 0 0,4 27 49 0 0,-2-26-64 0 0,-1 0 0 0 0,1 0 0 0 0,-1 0 0 0 0,1 0 0 0 0,0-1 0 0 0,0 1 0 0 0,0 0 0 0 0,0-1 0 0 0,0 0 0 0 0,0 1 0 0 0,0-1 0 0 0,0 0 0 0 0,1 0 0 0 0,-1 0 0 0 0,0-1 0 0 0,1 1 0 0 0,-1 0 0 0 0,0-1 0 0 0,1 0 0 0 0,-1 1 0 0 0,1-1 0 0 0,-1 0 0 0 0,1 0 1 0 0,-1 0-1 0 0,1-1 0 0 0,3 0 0 0 0,10-3 19 0 0,0-2 0 0 0,0 1 0 0 0,24-14 1 0 0,-22 10-20 0 0,-8 6 4 0 0,-6 1-7 0 0,2-2-11 0 0,-5 3-5 0 0,0 1 10 0 0,0 0-1 0 0,0 0 0 0 0,0 0 0 0 0,0 0 0 0 0,-1 0 0 0 0,1 0 0 0 0,0 0 0 0 0,0 1 1 0 0,0-1-1 0 0,-1 0 0 0 0,1 1 0 0 0,0-1 0 0 0,0 1 0 0 0,-1-1 0 0 0,1 1 0 0 0,0-1 0 0 0,-1 1 1 0 0,1-1-1 0 0,-1 1 0 0 0,1-1 0 0 0,0 1 0 0 0,-1 0 0 0 0,0-1 0 0 0,1 1 0 0 0,-1 0 1 0 0,1 0-1 0 0,-1-1 0 0 0,0 1 0 0 0,1 0 0 0 0,-1 0 0 0 0,0 0 0 0 0,0-1 0 0 0,0 2 0 0 0,1 0 10 0 0,4 3 12 0 0,-4-4-18 0 0,0 1 0 0 0,-1-1 1 0 0,1 0-1 0 0,0 0 0 0 0,1 0 0 0 0,-1 0 0 0 0,0 0 0 0 0,0 0 0 0 0,0 0 0 0 0,1 0 0 0 0,-1 0 0 0 0,0-1 1 0 0,1 1-1 0 0,-1 0 0 0 0,3 0 0 0 0,11-3-66 0 0,1 0-1 0 0,-1-1 1 0 0,1-1 0 0 0,28-11-1 0 0,-1 1-21 0 0,-42 14 71 0 0,41-2-69 0 0,-20 13 226 0 0,23 7 361 0 0,-43-18-465 0 0,63-3-2818 0 0,-62 2 2254 0 0,2 1-219 0 0,3-1-2908 0 0,7-2 835 0 0</inkml:trace>
</inkml:ink>
</file>

<file path=ppt/ink/ink7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3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0 781 488 0 0,'0'0'4674'0'0,"5"-3"-4272"0"0,15-11-99 0 0,-1-2 0 0 0,-1 0 0 0 0,0-1 0 0 0,-2-1 0 0 0,0-1 0 0 0,0 0 0 0 0,-2-1 0 0 0,13-22 0 0 0,-3-1-128 0 0,-2-1-1 0 0,-2-1 1 0 0,16-54-1 0 0,-9 19-68 0 0,40-142 79 0 0,-53 160-3 0 0,-13 60 10 0 0,-6 7-145 0 0,-11 16 80 0 0,0 0 0 0 0,2 1 0 0 0,1 1 0 0 0,0 0 0 0 0,2 0 0 0 0,-14 42 0 0 0,-41 164 345 0 0,59-205-441 0 0,1 1 0 0 0,2 0 0 0 0,0 0 1 0 0,2 0-1 0 0,0 0 0 0 0,2 0 1 0 0,1 0-1 0 0,1 0 0 0 0,10 50 0 0 0,-11-72-20 0 0,0 0 0 0 0,1-1 0 0 0,-1 1 0 0 0,1 0 0 0 0,0 0 0 0 0,-1-1 0 0 0,1 1-1 0 0,1-1 1 0 0,-1 0 0 0 0,0 1 0 0 0,0-1 0 0 0,1 0 0 0 0,-1 0 0 0 0,1-1 0 0 0,0 1-1 0 0,0 0 1 0 0,-1-1 0 0 0,1 0 0 0 0,0 0 0 0 0,0 1 0 0 0,0-2 0 0 0,0 1 0 0 0,0 0-1 0 0,1-1 1 0 0,-1 1 0 0 0,0-1 0 0 0,0 0 0 0 0,0 0 0 0 0,0 0 0 0 0,1-1 0 0 0,-1 1-1 0 0,4-2 1 0 0,4 1 11 0 0,0-2-1 0 0,0 1 0 0 0,0-2 1 0 0,0 1-1 0 0,-1-1 1 0 0,1-1-1 0 0,19-11 0 0 0,-20 9 39 0 0,0-1 0 0 0,0 1 0 0 0,-1-1-1 0 0,0-1 1 0 0,0 0 0 0 0,14-20-1 0 0,-22 28 149 0 0,7-8 922 0 0,-4 4-2199 0 0</inkml:trace>
</inkml:ink>
</file>

<file path=ppt/ink/ink7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4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32 572 0 0,'0'0'1231'0'0,"12"-31"4751"0"0,-10 31-5923 0 0,-1-1 1 0 0,0 1 0 0 0,1 1 0 0 0,-1-1 0 0 0,0 0-1 0 0,1 0 1 0 0,-1 0 0 0 0,0 1 0 0 0,0-1 0 0 0,1 1-1 0 0,-1-1 1 0 0,0 1 0 0 0,0-1 0 0 0,0 1-1 0 0,1 0 1 0 0,-1-1 0 0 0,0 1 0 0 0,0 0 0 0 0,0 0-1 0 0,0 0 1 0 0,-1 0 0 0 0,1 0 0 0 0,0 0-1 0 0,0 0 1 0 0,0 0 0 0 0,-1 0 0 0 0,1 1 0 0 0,-1-1-1 0 0,2 2 1 0 0,17 50 250 0 0,-6-18-64 0 0,-11-29-213 0 0,0-1 0 0 0,0 1-1 0 0,0-1 1 0 0,-1 1-1 0 0,0 0 1 0 0,1 11 0 0 0,1 3 42 0 0,-3-18 13 0 0,0-2-78 0 0,0 0 1 0 0,0 0-1 0 0,0 0 1 0 0,0 1-1 0 0,0-1 1 0 0,0 0-1 0 0,-1 0 1 0 0,1 0 0 0 0,0 1-1 0 0,0-1 1 0 0,0 0-1 0 0,0 0 1 0 0,0 0-1 0 0,0 1 1 0 0,0-1-1 0 0,0 0 1 0 0,0 0-1 0 0,0 0 1 0 0,0 1 0 0 0,0-1-1 0 0,0 0 1 0 0,0 0-1 0 0,1 0 1 0 0,-1 1-1 0 0,0-1 1 0 0,0 0-1 0 0,0 0 1 0 0,0 0-1 0 0,0 0 1 0 0,0 1-1 0 0,0-1 1 0 0,1 0 0 0 0,-1 0-1 0 0,0 0 1 0 0,0 0-1 0 0,0 0 1 0 0,0 1-1 0 0,1-1 1 0 0,-1 0-1 0 0,0 0 1 0 0,0 0-1 0 0,0 0 1 0 0,0 0 0 0 0,1 0-1 0 0,-1 0 1 0 0,0 0-1 0 0,0 0 1 0 0,0 0-1 0 0,1 0 1 0 0,-1 0-1 0 0,0 0 1 0 0,0 0-1 0 0,0 0 1 0 0,1 0 0 0 0,-1 0-1 0 0,0 0 1 0 0,0 0-1 0 0,1 0 1 0 0,33-31 207 0 0,-29 25-187 0 0,1 0 0 0 0,0 0 0 0 0,1 1 0 0 0,0-1 1 0 0,-1 1-1 0 0,2 1 0 0 0,-1-1 0 0 0,0 1 0 0 0,1 1 0 0 0,8-4 0 0 0,-14 7-4 0 0,30 16 360 0 0,-13 16-15 0 0,-6-11-1614 0 0,-6-4-2410 0 0,1-9-1884 0 0</inkml:trace>
</inkml:ink>
</file>

<file path=ppt/ink/ink7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4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59 112 40 0 0,'-22'-18'4545'0'0,"-14"-11"2043"0"0,41 25-6415 0 0,0 0-1 0 0,1 0 1 0 0,0 1-1 0 0,0-1 1 0 0,-1 1-1 0 0,2 0 1 0 0,-1 1-1 0 0,0 0 1 0 0,0 0 0 0 0,14-2-1 0 0,75-7 380 0 0,-52 7-316 0 0,-22 2-522 0 0,130-10 270 0 0,-133 12-2052 0 0,-1 1 1 0 0,0 0-1 0 0,28 7 0 0 0,-34-6-906 0 0</inkml:trace>
</inkml:ink>
</file>

<file path=ppt/ink/ink7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5.0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40 360 0 0,'0'0'1001'0'0,"-5"-1"-16"0"0,1 0-700 0 0,-1 1 0 0 0,1-1 1 0 0,-1 1-1 0 0,1 0 1 0 0,-1 0-1 0 0,0 1 1 0 0,1-1-1 0 0,0 1 1 0 0,-1 0-1 0 0,1 0 1 0 0,-1 0-1 0 0,1 1 1 0 0,0 0-1 0 0,0-1 1 0 0,0 2-1 0 0,0-1 1 0 0,0 0-1 0 0,0 1 1 0 0,1 0-1 0 0,-6 4 0 0 0,5-3-93 0 0,0 0 0 0 0,0 0-1 0 0,0 0 1 0 0,0 0-1 0 0,1 1 1 0 0,0-1 0 0 0,0 1-1 0 0,0 0 1 0 0,1 0-1 0 0,-1 0 1 0 0,1 1 0 0 0,0-1-1 0 0,1 0 1 0 0,-1 1 0 0 0,1-1-1 0 0,-1 11 1 0 0,2-14-163 0 0,0-1-1 0 0,0 0 1 0 0,0 0 0 0 0,1 0 0 0 0,-1 1 0 0 0,0-1 0 0 0,1 0 0 0 0,-1 0-1 0 0,0 0 1 0 0,1 0 0 0 0,-1 0 0 0 0,1 0 0 0 0,0 0 0 0 0,-1 0 0 0 0,1 0-1 0 0,0 0 1 0 0,-1 0 0 0 0,1 0 0 0 0,0 0 0 0 0,0 0 0 0 0,0-1 0 0 0,0 1-1 0 0,0 0 1 0 0,0-1 0 0 0,0 1 0 0 0,0-1 0 0 0,0 1 0 0 0,0-1 0 0 0,1 1 0 0 0,-1-1-1 0 0,0 0 1 0 0,0 1 0 0 0,0-1 0 0 0,0 0 0 0 0,1 0 0 0 0,-1 0 0 0 0,0 0-1 0 0,0 0 1 0 0,0 0 0 0 0,1 0 0 0 0,-1-1 0 0 0,2 0 0 0 0,1 1 38 0 0,1-1 1 0 0,0 0-1 0 0,0-1 1 0 0,-1 1-1 0 0,1-1 0 0 0,-1 0 1 0 0,1 0-1 0 0,-1 0 1 0 0,4-3-1 0 0,0-1 30 0 0,-1-1 0 0 0,1 1 0 0 0,-2-1 0 0 0,1 0 0 0 0,-1-1 0 0 0,0 0 0 0 0,0 0 0 0 0,-1 0 0 0 0,0-1 0 0 0,-1 1 0 0 0,1-1 0 0 0,-2 0-1 0 0,1-1 1 0 0,3-17 0 0 0,-7 26-104 0 0,0 0 0 0 0,0 0 0 0 0,1 0 0 0 0,-1 0 0 0 0,0 0 0 0 0,0 0 0 0 0,0 0 0 0 0,0 0 0 0 0,0 0 0 0 0,-1 0-1 0 0,1 0 1 0 0,0 0 0 0 0,0 0 0 0 0,-1 0 0 0 0,1 0 0 0 0,0 0 0 0 0,-1 0 0 0 0,1 0 0 0 0,-1 0 0 0 0,1 1 0 0 0,-1-1 0 0 0,0 0-1 0 0,1 0 1 0 0,-1 0 0 0 0,0 1 0 0 0,0-1 0 0 0,1 0 0 0 0,-1 1 0 0 0,0-1 0 0 0,0 1 0 0 0,0-1 0 0 0,0 1 0 0 0,0-1 0 0 0,0 1-1 0 0,0 0 1 0 0,0-1 0 0 0,0 1 0 0 0,0 0 0 0 0,0 0 0 0 0,0 0 0 0 0,0 0 0 0 0,0 0 0 0 0,-2 0 0 0 0,0 0-447 0 0,0 0 1 0 0,0 1 0 0 0,0-1-1 0 0,0 1 1 0 0,0 0-1 0 0,0 0 1 0 0,0 0 0 0 0,1 0-1 0 0,-1 1 1 0 0,0-1-1 0 0,1 1 1 0 0,-1 0 0 0 0,1-1-1 0 0,-3 4 1 0 0,-2 2-2520 0 0</inkml:trace>
</inkml:ink>
</file>

<file path=ppt/ink/ink7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5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7 364 0 0,'0'0'979'0'0,"8"-2"4025"0"0,-7 10-4471 0 0,-1 0 0 0 0,0 0 0 0 0,0 1 0 0 0,-1-1 0 0 0,0 0 0 0 0,0 0-1 0 0,-1 0 1 0 0,-4 11 0 0 0,0 9 560 0 0,5-27-1055 0 0,1 0-1 0 0,0 0 1 0 0,-1 0-1 0 0,1 0 1 0 0,0 0-1 0 0,0 0 1 0 0,0 0-1 0 0,0 0 0 0 0,0 0 1 0 0,0 0-1 0 0,0 0 1 0 0,0 0-1 0 0,0 0 1 0 0,0 0-1 0 0,1 0 1 0 0,-1 0-1 0 0,0 0 0 0 0,1 0 1 0 0,-1 0-1 0 0,1 0 1 0 0,-1 0-1 0 0,1 0 1 0 0,-1 0-1 0 0,1 0 1 0 0,0-1-1 0 0,-1 1 0 0 0,1 0 1 0 0,0 0-1 0 0,0-1 1 0 0,0 1-1 0 0,0 0 1 0 0,-1-1-1 0 0,1 1 1 0 0,0-1-1 0 0,0 1 0 0 0,0-1 1 0 0,0 0-1 0 0,0 1 1 0 0,0-1-1 0 0,0 0 1 0 0,0 0-1 0 0,2 0 1 0 0,-1 0 52 0 0,21-9 79 0 0,7-7 9 0 0,13-3-13 0 0,-40 19-142 0 0,57 22 37 0 0,-55-20-7 0 0,0-1-1 0 0,0 0 1 0 0,0 0 0 0 0,0-1 0 0 0,0 1-1 0 0,0-1 1 0 0,0 0 0 0 0,0-1-1 0 0,0 1 1 0 0,0-1 0 0 0,0 0 0 0 0,0 0-1 0 0,0-1 1 0 0,0 1 0 0 0,-1-1 0 0 0,1 0-1 0 0,-1 0 1 0 0,1-1 0 0 0,-1 1-1 0 0,0-1 1 0 0,0 0 0 0 0,0 0 0 0 0,0-1-1 0 0,0 1 1 0 0,-1-1 0 0 0,1 0-1 0 0,-1 0 1 0 0,0 0 0 0 0,-1 0 0 0 0,1 0-1 0 0,0-1 1 0 0,-1 1 0 0 0,0-1-1 0 0,0 1 1 0 0,-1-1 0 0 0,1 0 0 0 0,-1 0-1 0 0,0 0 1 0 0,0 0 0 0 0,-1 0-1 0 0,0-9 1 0 0,0 12 15 0 0,0-1-397 0 0,-2-6 452 0 0,-6 10-5185 0 0,-3 5 4441 0 0,3 3-4138 0 0,3 0 1293 0 0</inkml:trace>
</inkml:ink>
</file>

<file path=ppt/ink/ink7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7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83 505 424 0 0,'39'-48'9266'0'0,"-38"46"-8200"0"0,-1 1-984 0 0,0 1 0 0 0,0-1-1 0 0,0 0 1 0 0,0 1-1 0 0,0-1 1 0 0,-1 0 0 0 0,1 0-1 0 0,0 1 1 0 0,0-1-1 0 0,-1 0 1 0 0,1 1 0 0 0,0-1-1 0 0,-1 1 1 0 0,1-1-1 0 0,0 0 1 0 0,-1 1 0 0 0,1-1-1 0 0,-1 1 1 0 0,1-1-1 0 0,-1 1 1 0 0,0-1 0 0 0,1 1-1 0 0,-1-1 1 0 0,1 1-1 0 0,-2-1 1 0 0,-1-3-10 0 0,0 3 3 0 0,1 1 1 0 0,-1-1-1 0 0,0 0 1 0 0,1 1-1 0 0,-1 0 0 0 0,1-1 1 0 0,-1 1-1 0 0,0 0 1 0 0,1 0-1 0 0,-1 1 1 0 0,0-1-1 0 0,1 0 0 0 0,-1 1 1 0 0,1 0-1 0 0,-1-1 1 0 0,-2 2-1 0 0,-2 0 106 0 0,4-1-131 0 0,0 0 0 0 0,-1 0-1 0 0,1 0 1 0 0,0 0 0 0 0,0 1 0 0 0,0-1-1 0 0,0 1 1 0 0,0 0 0 0 0,0 0-1 0 0,1 0 1 0 0,-1 0 0 0 0,0 0-1 0 0,1 0 1 0 0,0 1 0 0 0,0-1 0 0 0,-1 1-1 0 0,2 0 1 0 0,-1 0 0 0 0,-2 4-1 0 0,3-5 133 0 0,38 4-153 0 0,18-16-265 0 0,-53 10 201 0 0,3 0-13 0 0,-5 0 44 0 0,1 0 0 0 0,-1-1 0 0 0,1 1 0 0 0,-1 0-1 0 0,1 0 1 0 0,0 0 0 0 0,-1 0 0 0 0,1 0-1 0 0,-1 0 1 0 0,1 0 0 0 0,-1 0 0 0 0,1 0 0 0 0,0 0-1 0 0,-1 0 1 0 0,1 0 0 0 0,-1 0 0 0 0,1 0-1 0 0,-1 1 1 0 0,1-1 0 0 0,-1 0 0 0 0,1 0 0 0 0,-1 1-1 0 0,1-1 1 0 0,-1 0 0 0 0,1 1 0 0 0,-1-1 0 0 0,1 0-1 0 0,-1 1 1 0 0,1-1 0 0 0,-1 1 0 0 0,0-1-1 0 0,1 0 1 0 0,0 2 0 0 0,-1 1-7 0 0,12 33-61 0 0,-11-35 75 0 0,0 1-1 0 0,0 0 1 0 0,0-1-1 0 0,0 1 1 0 0,0-1 0 0 0,1 1-1 0 0,-1-1 1 0 0,0 1-1 0 0,1-1 1 0 0,-1 0 0 0 0,1 0-1 0 0,-1 0 1 0 0,1 0-1 0 0,0 0 1 0 0,0 0-1 0 0,-1 0 1 0 0,1 0 0 0 0,0-1-1 0 0,0 1 1 0 0,3 0-1 0 0,0-1 3 0 0,1 0 0 0 0,-1 0-1 0 0,1 0 1 0 0,-1-1 0 0 0,1 0-1 0 0,-1 0 1 0 0,0 0 0 0 0,1-1-1 0 0,-1 0 1 0 0,0 0 0 0 0,0 0-1 0 0,0-1 1 0 0,6-4 0 0 0,9-6 32 0 0,33-30 0 0 0,-3 2-130 0 0,-49 40 88 0 0,0 1 3 0 0,-1 0 1 0 0,0-1-1 0 0,1 1 1 0 0,-1 0-1 0 0,0 0 1 0 0,0-1-1 0 0,1 1 1 0 0,-1 0-1 0 0,0 0 1 0 0,1 0 0 0 0,-1-1-1 0 0,1 1 1 0 0,-1 0-1 0 0,0 0 1 0 0,1 0-1 0 0,-1 0 1 0 0,0 0-1 0 0,1 0 1 0 0,-1 0-1 0 0,1 0 1 0 0,-1 0-1 0 0,0 0 1 0 0,1 0-1 0 0,-1 0 1 0 0,1 0-1 0 0,-1 0 1 0 0,0 0-1 0 0,1 0 1 0 0,-1 1 0 0 0,0-1-1 0 0,1 0 1 0 0,-1 0-1 0 0,0 0 1 0 0,1 1-1 0 0,-1-1 1 0 0,0 0-1 0 0,1 0 1 0 0,-1 1-1 0 0,0-1 1 0 0,0 0-1 0 0,1 0 1 0 0,-1 1-1 0 0,0-1 1 0 0,0 0-1 0 0,0 1 1 0 0,1 0-1 0 0,18 14-23 0 0,-18-14 40 0 0,3 5-7 0 0,0 1 0 0 0,0 0-1 0 0,0 0 1 0 0,4 14-1 0 0,-7-18 9 0 0,-1-2 7 0 0,2 1-22 0 0,1 0-2 0 0,0 1-1 0 0,0-1 1 0 0,0 0-1 0 0,0 0 1 0 0,0-1-1 0 0,1 1 1 0 0,-1-1 0 0 0,1 1-1 0 0,-1-1 1 0 0,1 0-1 0 0,-1 0 1 0 0,1-1-1 0 0,0 1 1 0 0,-1-1-1 0 0,1 0 1 0 0,6 0-1 0 0,-2 0-15 0 0,0-1 0 0 0,0 0-1 0 0,0 0 1 0 0,0 0 0 0 0,8-4 0 0 0,-1-2 6 0 0,-1 0-1 0 0,-1-1 1 0 0,1-1 0 0 0,-1 0 0 0 0,-1-1 0 0 0,12-12 0 0 0,-23 22 20 0 0,0-2-4 0 0,1-7-1 0 0,8-11 119 0 0,-9 17-37 0 0,-7 3-48 0 0,-4 0-72 0 0,5 0 47 0 0,-39 23 75 0 0,42-21-84 0 0,0 0 1 0 0,1 0 0 0 0,-1 0-1 0 0,0 0 1 0 0,1 0-1 0 0,-1 0 1 0 0,1 0 0 0 0,0 0-1 0 0,0 1 1 0 0,0-1 0 0 0,0 0-1 0 0,0 1 1 0 0,0-1-1 0 0,1 1 1 0 0,-1-1 0 0 0,1 1-1 0 0,-1-1 1 0 0,1 1 0 0 0,0-1-1 0 0,0 1 1 0 0,0 0-1 0 0,1-1 1 0 0,-1 1 0 0 0,1-1-1 0 0,-1 1 1 0 0,1-1-1 0 0,2 5 1 0 0,-2-4-3 0 0,0-1-1 0 0,1 1 1 0 0,-1-1-1 0 0,1 0 1 0 0,0 0-1 0 0,0 0 1 0 0,0 0 0 0 0,0 0-1 0 0,0 0 1 0 0,0 0-1 0 0,0 0 1 0 0,1-1-1 0 0,-1 0 1 0 0,1 1 0 0 0,-1-1-1 0 0,1 0 1 0 0,-1 0-1 0 0,1 0 1 0 0,0 0-1 0 0,-1-1 1 0 0,1 1-1 0 0,0-1 1 0 0,0 1 0 0 0,0-1-1 0 0,-1 0 1 0 0,1 0-1 0 0,0-1 1 0 0,0 1-1 0 0,0 0 1 0 0,-1-1 0 0 0,4-1-1 0 0,7-1-22 0 0,0 0 1 0 0,-1-1-1 0 0,0 0 0 0 0,20-11 0 0 0,-16 5 12 0 0,0 0-1 0 0,-1-1 1 0 0,0-1-1 0 0,-1 0 1 0 0,0-1-1 0 0,-1-1 1 0 0,0 0-1 0 0,-2 0 1 0 0,1-1-1 0 0,16-30 1 0 0,-2-5-7 0 0,-1-1-1 0 0,22-69 1 0 0,-22 8 324 0 0,-25 111-302 0 0,-5 5-30 0 0,-11 15 37 0 0,2 1 1 0 0,0 0-1 0 0,1 1 0 0 0,1 1 1 0 0,0 0-1 0 0,-12 39 1 0 0,-6 5 62 0 0,20-43-71 0 0,1 0 0 0 0,1 1 0 0 0,-6 30 0 0 0,13-52 3 0 0,7 5 33 0 0,-6-7-39 0 0,0 1 0 0 0,1 0 0 0 0,-1-1 0 0 0,0 1 1 0 0,0-1-1 0 0,1 1 0 0 0,-1-1 0 0 0,1 1 0 0 0,-1 0 0 0 0,0-1 0 0 0,1 0 0 0 0,-1 1 1 0 0,1-1-1 0 0,-1 1 0 0 0,1-1 0 0 0,-1 1 0 0 0,1-1 0 0 0,-1 0 0 0 0,1 1 0 0 0,-1-1 1 0 0,1 0-1 0 0,0 0 0 0 0,-1 0 0 0 0,1 1 0 0 0,-1-1 0 0 0,1 0 0 0 0,1 0 0 0 0,14 1 16 0 0,0-2 1 0 0,1 0-1 0 0,-1 0 0 0 0,28-8 0 0 0,-28 6-16 0 0,0 0 0 0 0,0 0 0 0 0,0 2 0 0 0,0 0 0 0 0,0 1 0 0 0,1 0-1 0 0,20 4 1 0 0,-36-4 0 0 0,0 0 0 0 0,0 0-1 0 0,1 0 1 0 0,-1 0 0 0 0,0 0-1 0 0,0 1 1 0 0,0-1 0 0 0,0 0-1 0 0,0 1 1 0 0,0-1 0 0 0,0 1-1 0 0,1-1 1 0 0,-1 1 0 0 0,-1 0-1 0 0,1-1 1 0 0,0 1 0 0 0,0 0-1 0 0,0 0 1 0 0,0-1 0 0 0,0 1-1 0 0,-1 0 1 0 0,1 0-1 0 0,0 0 1 0 0,-1 0 0 0 0,1 0-1 0 0,-1 0 1 0 0,1 1 0 0 0,-1 0 14 0 0,0 0 1 0 0,0-1 0 0 0,-1 1-1 0 0,1-1 1 0 0,-1 1-1 0 0,1-1 1 0 0,-1 1-1 0 0,1-1 1 0 0,-1 1 0 0 0,0-1-1 0 0,0 0 1 0 0,0 1-1 0 0,0-1 1 0 0,0 0 0 0 0,0 0-1 0 0,-2 2 1 0 0,-6 5-254 0 0,1-1 1 0 0,-1 0 0 0 0,-1 0-1 0 0,-11 5 1 0 0,7-7-1019 0 0,-8 1-6332 0 0</inkml:trace>
</inkml:ink>
</file>

<file path=ppt/ink/ink7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29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208 135 180 0 0,'-2'-135'12445'0'0,"-2"141"-11978"0"0,-6 10-115 0 0,0 0 0 0 0,1 1 0 0 0,1 0 0 0 0,-10 29 0 0 0,-21 87 849 0 0,14-45-590 0 0,-14 66 197 0 0,24-91-748 0 0,6-41-1369 0 0,2-13-1471 0 0,-5-30-8303 0 0</inkml:trace>
</inkml:ink>
</file>

<file path=ppt/ink/ink7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30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0 527 232 0 0,'0'0'470'0'0,"6"1"1"0"0,29 5-152 0 0,1-1-1 0 0,-1-3 0 0 0,0 0 1 0 0,1-3-1 0 0,-1 0 0 0 0,1-3 1 0 0,-1-1-1 0 0,0-1 1 0 0,-1-2-1 0 0,0-1 0 0 0,0-2 1 0 0,-1-2-1 0 0,0 0 0 0 0,58-35 1 0 0,-78 37-211 0 0,0 1 1 0 0,-1-2 0 0 0,0 1 0 0 0,-1-2 0 0 0,-1 0 0 0 0,0 0 0 0 0,0 0 0 0 0,-1-2 0 0 0,-1 1 0 0 0,8-20 0 0 0,-10 20 70 0 0,0 0 1 0 0,-1 0-1 0 0,-1 0 0 0 0,0-1 1 0 0,-1 0-1 0 0,-1 0 1 0 0,0 0-1 0 0,-1 0 0 0 0,0 0 1 0 0,-1 0-1 0 0,-3-20 1 0 0,1 27 64 0 0,0 1 1 0 0,0 0-1 0 0,-1 0 1 0 0,0 0 0 0 0,0 0-1 0 0,0 0 1 0 0,-8-10-1 0 0,9 15-68 0 0,-16 5 314 0 0,4 10-321 0 0,1 0-1 0 0,0 1 0 0 0,1 1 0 0 0,0 0 0 0 0,1 0 1 0 0,-14 29-1 0 0,-46 111 549 0 0,67-144-692 0 0,-23 61 275 0 0,-16 78 0 0 0,22-71-104 0 0,17-69-150 0 0,3-8-37 0 0,1-1 1 0 0,-1 1-1 0 0,0 0 0 0 0,0 0 1 0 0,1-1-1 0 0,-1 1 0 0 0,1 0 1 0 0,0 0-1 0 0,0 0 0 0 0,-1 0 1 0 0,1 0-1 0 0,0 0 0 0 0,0-1 1 0 0,1 1-1 0 0,-1 0 0 0 0,0 0 1 0 0,1 0-1 0 0,-1 0 0 0 0,1 0 1 0 0,-1-1-1 0 0,3 4 0 0 0,-2-4 17 0 0,4 1 15 0 0,22-10 2 0 0,-23 7-41 0 0,0 0 0 0 0,0 0 0 0 0,1 1 0 0 0,-1-1 0 0 0,0 1 0 0 0,0 0 0 0 0,0 0 0 0 0,0 1 0 0 0,1-1 0 0 0,-1 1 0 0 0,0 0 0 0 0,7 2 0 0 0,51 24-11 0 0,-21-9 15 0 0,-25-12-22 0 0,2-2 1 0 0,-1 0-1 0 0,18 2 1 0 0,-27-5 9 0 0,-1-1 0 0 0,0 0 1 0 0,1 0-1 0 0,-1 0 0 0 0,0-1 1 0 0,1 0-1 0 0,-1-1 0 0 0,0 0 0 0 0,0 0 1 0 0,0 0-1 0 0,8-5 0 0 0,-13 6-9 0 0,-1 0 0 0 0,1 0-1 0 0,-1 0 1 0 0,1 0 0 0 0,-1-1 0 0 0,1 1-1 0 0,-1 0 1 0 0,0-1 0 0 0,1 1-1 0 0,-1-1 1 0 0,0 0 0 0 0,0 1 0 0 0,0-1-1 0 0,0 0 1 0 0,-1 0 0 0 0,1 1-1 0 0,0-1 1 0 0,-1 0 0 0 0,1-3-1 0 0,3-1-3459 0 0,7 21-616 0 0,-6-7 144 0 0</inkml:trace>
</inkml:ink>
</file>

<file path=ppt/ink/ink7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31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106 267 316 0 0,'-5'3'439'0'0,"-6"4"334"0"0,0 0 0 0 0,0 1 0 0 0,0 0 0 0 0,1 1 0 0 0,-11 12 0 0 0,19-19-627 0 0,0 0 0 0 0,0 0 0 0 0,-1 1-1 0 0,2-1 1 0 0,-1 0 0 0 0,0 1 0 0 0,0 0-1 0 0,1-1 1 0 0,-1 1 0 0 0,1 0-1 0 0,0 0 1 0 0,0-1 0 0 0,0 1 0 0 0,0 0-1 0 0,1 0 1 0 0,-1 0 0 0 0,1 0-1 0 0,0 0 1 0 0,0 0 0 0 0,0 0 0 0 0,0 1-1 0 0,0-1 1 0 0,0 0 0 0 0,1 0 0 0 0,0 0-1 0 0,-1 0 1 0 0,1-1 0 0 0,0 1-1 0 0,1 0 1 0 0,2 5 0 0 0,-2-6-79 0 0,0 0 0 0 0,0 0 1 0 0,0-1-1 0 0,1 1 0 0 0,-1-1 1 0 0,1 0-1 0 0,-1 1 0 0 0,1-1 0 0 0,-1 0 1 0 0,1-1-1 0 0,-1 1 0 0 0,1 0 0 0 0,0-1 1 0 0,-1 1-1 0 0,1-1 0 0 0,0 0 1 0 0,0 0-1 0 0,4 0 0 0 0,53-7 420 0 0,-56 6-440 0 0,15-3 48 0 0,0-1 0 0 0,0-1 0 0 0,-1-1 0 0 0,0 0-1 0 0,0-1 1 0 0,-1-1 0 0 0,0-1 0 0 0,-1 0 0 0 0,0-2 0 0 0,0 1-1 0 0,16-18 1 0 0,-22 19-60 0 0,0 0 0 0 0,-1 0 1 0 0,0-1-1 0 0,-1 0 0 0 0,0-1 0 0 0,0 0 0 0 0,-2 0 0 0 0,1 0 0 0 0,-2-1 0 0 0,0 0 0 0 0,0 0 0 0 0,-1-1 0 0 0,-1 1 0 0 0,0-1 0 0 0,-1 0 0 0 0,1-19 0 0 0,-3 27-25 0 0,0 0 1 0 0,0 0-1 0 0,-1 1 0 0 0,0-1 0 0 0,0 0 0 0 0,0 0 1 0 0,-1 1-1 0 0,0-1 0 0 0,0 1 0 0 0,0-1 0 0 0,-1 1 1 0 0,0 0-1 0 0,-4-7 0 0 0,5 12-6 0 0,1-1 0 0 0,-1 1 0 0 0,1 0 0 0 0,-1 0 0 0 0,0 0 0 0 0,1 0 0 0 0,-1 0 0 0 0,1 1 0 0 0,-1-1 0 0 0,1 0 0 0 0,-1 1 0 0 0,1-1 0 0 0,-1 1 0 0 0,1-1 0 0 0,0 1 0 0 0,-1 0 0 0 0,1 0 0 0 0,0 0 0 0 0,-1-1 0 0 0,1 1 0 0 0,0 0-1 0 0,-2 2 1 0 0,3-2-6 0 0,-10 7 37 0 0,1 1 0 0 0,0 1 1 0 0,1-1-1 0 0,0 1 0 0 0,1 1 1 0 0,0-1-1 0 0,0 1 0 0 0,1 1 1 0 0,-6 15-1 0 0,-4 17 147 0 0,-13 55 1 0 0,13-45-47 0 0,-65 292 520 0 0,15 9-244 0 0,65-349-399 0 0,-1-1-1 0 0,1 1 1 0 0,-1-1 0 0 0,0 0 0 0 0,0 0-1 0 0,0 1 1 0 0,-1-1 0 0 0,0-1 0 0 0,0 1 0 0 0,0 0-1 0 0,-5 4 1 0 0,7-8-92 0 0,-3-3-195 0 0,2 1 243 0 0,-1-1 0 0 0,1 1 0 0 0,0-1 0 0 0,0 0 0 0 0,0 0 0 0 0,0 0 0 0 0,0 0-1 0 0,0 0 1 0 0,1 0 0 0 0,-1 0 0 0 0,1 0 0 0 0,-1-1 0 0 0,1 1 0 0 0,0-1 0 0 0,0 1 0 0 0,0-1-1 0 0,-1-3 1 0 0,1-1-25 0 0,0 1-1 0 0,0-1 1 0 0,0 0 0 0 0,1 0-1 0 0,0 0 1 0 0,2-13 0 0 0,1 5-11 0 0,0 0 0 0 0,0 1-1 0 0,2-1 1 0 0,0 1 0 0 0,0 0 0 0 0,11-17 0 0 0,-8 16 24 0 0,1 2 0 0 0,1-1-1 0 0,0 1 1 0 0,1 1 0 0 0,0 0-1 0 0,1 0 1 0 0,1 1 0 0 0,0 1 0 0 0,0 0-1 0 0,25-14 1 0 0,-31 21 30 0 0,0-1 0 0 0,0 1 0 0 0,1 0 0 0 0,0 0 0 0 0,-1 1 0 0 0,1 0 0 0 0,0 1 0 0 0,0 0 0 0 0,0 0 0 0 0,0 0 0 0 0,0 1 0 0 0,0 0 0 0 0,0 1 0 0 0,0 0 0 0 0,0 0 0 0 0,0 1 0 0 0,0 0 0 0 0,-1 0 0 0 0,1 0 0 0 0,-1 1 0 0 0,1 1 0 0 0,-1-1 0 0 0,13 10 0 0 0,-14-10 6 0 0,36 30-12 0 0,-41-32 18 0 0,1 1 0 0 0,0 0 1 0 0,-1-1-1 0 0,1 1 0 0 0,-1 0 1 0 0,0 0-1 0 0,0 0 0 0 0,0 1 1 0 0,0-1-1 0 0,0 0 1 0 0,0 0-1 0 0,0 0 0 0 0,-1 1 1 0 0,1-1-1 0 0,-1 0 0 0 0,1 1 1 0 0,-1-1-1 0 0,0 1 0 0 0,0-1 1 0 0,0 0-1 0 0,-1 1 0 0 0,1-1 1 0 0,-1 4-1 0 0,-16 13-921 0 0,9-18-6345 0 0,-8-13 4471 0 0</inkml:trace>
</inkml:ink>
</file>

<file path=ppt/ink/ink7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31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94 448 0 0,'4'-9'886'0'0,"-1"-1"0"0"0,2 1 0 0 0,-1 0 0 0 0,10-13 0 0 0,-1-1 504 0 0,-12 22-1366 0 0,-1 1 0 0 0,1-1 0 0 0,0 0 1 0 0,-1 1-1 0 0,1-1 0 0 0,0 0 0 0 0,0 1 0 0 0,0-1 1 0 0,-1 1-1 0 0,1-1 0 0 0,0 1 0 0 0,0-1 0 0 0,0 1 1 0 0,0 0-1 0 0,0-1 0 0 0,0 1 0 0 0,0 0 0 0 0,0 0 0 0 0,0 0 1 0 0,0 0-1 0 0,0 0 0 0 0,0 0 0 0 0,0 0 0 0 0,1 0 1 0 0,11-2-4193 0 0</inkml:trace>
</inkml:ink>
</file>

<file path=ppt/ink/ink7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36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1 723 584 0 0,'21'-22'665'0'0,"0"2"0"0"0,2 0 0 0 0,1 1 0 0 0,0 2 0 0 0,28-16 0 0 0,33-24-25 0 0,51-51 408 0 0,-116 90-734 0 0,0-2 1 0 0,-2 1 0 0 0,0-2-1 0 0,20-32 1 0 0,-36 50-262 0 0,0 0 1 0 0,0 0-1 0 0,-1 0 1 0 0,1-1-1 0 0,-1 1 1 0 0,0-1-1 0 0,0 1 1 0 0,0-1 0 0 0,-1 1-1 0 0,1-1 1 0 0,-1-4-1 0 0,0 7-35 0 0,0 0 0 0 0,0 0-1 0 0,0-1 1 0 0,0 1 0 0 0,-1 0 0 0 0,1 0-1 0 0,0 0 1 0 0,-1-1 0 0 0,1 1 0 0 0,-1 0-1 0 0,1 0 1 0 0,-1 0 0 0 0,0 0 0 0 0,1 0-1 0 0,-1 0 1 0 0,0 0 0 0 0,0 0-1 0 0,0 0 1 0 0,0 0 0 0 0,0 1 0 0 0,0-1-1 0 0,0 0 1 0 0,0 0 0 0 0,0 1 0 0 0,0-1-1 0 0,0 1 1 0 0,0-1 0 0 0,0 1 0 0 0,0-1-1 0 0,-1 1 1 0 0,-1 0 0 0 0,1-1 69 0 0,1 1-81 0 0,-1 1 1 0 0,2-1-1 0 0,-1 0 0 0 0,0 1 1 0 0,0-1-1 0 0,0 1 0 0 0,0 0 1 0 0,0-1-1 0 0,0 1 0 0 0,0 0 1 0 0,1-1-1 0 0,-1 1 0 0 0,0 0 1 0 0,1 0-1 0 0,-1 0 0 0 0,0-1 0 0 0,1 1 1 0 0,-1 0-1 0 0,1 0 0 0 0,-1 0 1 0 0,1 0-1 0 0,0 0 0 0 0,-1 0 1 0 0,1 0-1 0 0,0 0 0 0 0,0 0 1 0 0,0 0-1 0 0,0 1 0 0 0,0-1 1 0 0,0 0-1 0 0,0 2 0 0 0,3 12 21 0 0,2 0 1 0 0,-1 0-1 0 0,8 15 0 0 0,13 43 20 0 0,-21-56-32 0 0,0-5-1 0 0,-1 0 0 0 0,-1 0 0 0 0,0 1-1 0 0,0-1 1 0 0,-1 0 0 0 0,-1 1 0 0 0,0-1 0 0 0,0 0 0 0 0,-1 1 0 0 0,-4 15 0 0 0,-1-17 39 0 0,16-27-120 0 0,61-49-549 0 0,-54 53 539 0 0,-1-2 1 0 0,0 0 0 0 0,-2-1-1 0 0,1-1 1 0 0,-2 0-1 0 0,0 0 1 0 0,-1-2 0 0 0,11-19-1 0 0,-10 7 160 0 0,-1 0 0 0 0,-2 0 0 0 0,0-1 0 0 0,-2 0 0 0 0,-2 0 0 0 0,-1-1 0 0 0,-1 0 0 0 0,-1-38 0 0 0,-3 49 540 0 0,-2 37-210 0 0,0 8-375 0 0,-11 61 294 0 0,-3 160-1 0 0,15-228-292 0 0,1 0-1 0 0,1 0 1 0 0,1 0-1 0 0,1 0 1 0 0,0-1-1 0 0,1 1 1 0 0,0-1 0 0 0,14 30-1 0 0,-17-45-22 0 0,-1 1 0 0 0,1-1 0 0 0,0 0-1 0 0,0 0 1 0 0,1 0 0 0 0,-1 0 0 0 0,0 0 0 0 0,0 0-1 0 0,1 0 1 0 0,-1 0 0 0 0,0 0 0 0 0,1 0 0 0 0,-1-1 0 0 0,1 1-1 0 0,-1 0 1 0 0,1-1 0 0 0,-1 1 0 0 0,1-1 0 0 0,-1 0 0 0 0,1 0-1 0 0,-1 1 1 0 0,1-1 0 0 0,-1 0 0 0 0,1 0 0 0 0,0 0 0 0 0,-1-1-1 0 0,1 1 1 0 0,-1 0 0 0 0,1-1 0 0 0,-1 1 0 0 0,1-1-1 0 0,-1 1 1 0 0,1-1 0 0 0,-1 0 0 0 0,2-1 0 0 0,9-4 79 0 0,-1 0 1 0 0,1-2-1 0 0,14-12 0 0 0,-2 3-109 0 0,4 6-1765 0 0,-3 8-3885 0 0,-11 3 3039 0 0</inkml:trace>
</inkml:ink>
</file>

<file path=ppt/ink/ink7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38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6 329 492 0 0,'-6'10'8894'0'0,"23"-36"-8731"0"0,1 0 0 0 0,1 2 0 0 0,1 0 0 0 0,1 1 0 0 0,1 1 0 0 0,1 1 0 0 0,1 1 0 0 0,1 1 0 0 0,0 1-1 0 0,1 1 1 0 0,1 1 0 0 0,1 2 0 0 0,0 1 0 0 0,1 1 0 0 0,0 1 0 0 0,1 2 0 0 0,0 0 0 0 0,35-3 0 0 0,-59 11-151 0 0,0 0 0 0 0,0 1 0 0 0,0-1 0 0 0,0 1 0 0 0,0 1 1 0 0,0-1-1 0 0,0 1 0 0 0,0 0 0 0 0,0 1 0 0 0,-1-1 0 0 0,1 1 0 0 0,0 0 0 0 0,5 3 0 0 0,-9-3-7 0 0,1-1-1 0 0,-1 1 1 0 0,0 0-1 0 0,0-1 0 0 0,0 1 1 0 0,0 0-1 0 0,-1 0 0 0 0,1 0 1 0 0,0 1-1 0 0,-1-1 0 0 0,1 0 1 0 0,-1 1-1 0 0,0-1 0 0 0,0 1 1 0 0,0-1-1 0 0,0 1 1 0 0,0-1-1 0 0,-1 1 0 0 0,1 0 1 0 0,-1-1-1 0 0,1 1 0 0 0,-1 0 1 0 0,0-1-1 0 0,0 1 0 0 0,0 0 1 0 0,-1 0-1 0 0,1-1 0 0 0,-1 1 1 0 0,1 0-1 0 0,-3 4 1 0 0,-1 6 8 0 0,-1 0 1 0 0,0-1-1 0 0,-1 1 1 0 0,0-1 0 0 0,-1 0-1 0 0,-1-1 1 0 0,1 0 0 0 0,-2 0-1 0 0,0 0 1 0 0,0-1-1 0 0,-1-1 1 0 0,0 0 0 0 0,0 0-1 0 0,-1 0 1 0 0,-1-2 0 0 0,1 1-1 0 0,-18 7 1 0 0,28-14-13 0 0,0-1 0 0 0,0 1 1 0 0,0-1-1 0 0,0 1 0 0 0,0-1 0 0 0,0 0 1 0 0,0 1-1 0 0,-1-1 0 0 0,1 0 0 0 0,0 0 0 0 0,0 0 1 0 0,0 0-1 0 0,0 0 0 0 0,0 0 0 0 0,0 0 1 0 0,0 0-1 0 0,0 0 0 0 0,0-1 0 0 0,0 1 1 0 0,-1 0-1 0 0,1-1 0 0 0,0 1 0 0 0,-1-2 1 0 0,1 2-4 0 0,1 0 0 0 0,0-1 0 0 0,0 1 0 0 0,-1-1 0 0 0,1 1 1 0 0,0-1-1 0 0,0 1 0 0 0,0 0 0 0 0,0-1 0 0 0,-1 1 0 0 0,1-1 1 0 0,0 1-1 0 0,0-1 0 0 0,0 1 0 0 0,0-1 0 0 0,0 1 1 0 0,0-1-1 0 0,0 1 0 0 0,0-1 0 0 0,1 1 0 0 0,-1-1 0 0 0,0 1 1 0 0,0-1-1 0 0,0 1 0 0 0,0-1 0 0 0,1 1 0 0 0,-1 0 0 0 0,0-1 1 0 0,0 1-1 0 0,1-1 0 0 0,0 0 0 0 0,4-4-40 0 0,0 0-1 0 0,1 1 1 0 0,0-1-1 0 0,0 1 1 0 0,0 0-1 0 0,0 1 0 0 0,1-1 1 0 0,-1 1-1 0 0,1 1 1 0 0,0-1-1 0 0,0 1 1 0 0,0 0-1 0 0,0 1 1 0 0,12-2-1 0 0,16 0-262 0 0,69 3 0 0 0,-70 1 181 0 0,45-3 1 0 0,60-22-38 0 0,-122 20 152 0 0,-1 0 0 0 0,0-2 0 0 0,0 0 0 0 0,-1-1-1 0 0,0 0 1 0 0,20-13 0 0 0,-8-5 30 0 0,-26 23-20 0 0,0 1 0 0 0,0 0 0 0 0,1-1 0 0 0,-1 1 0 0 0,-1 0 0 0 0,1-1 0 0 0,0 0 0 0 0,0 1 0 0 0,0-1 0 0 0,-1 1 0 0 0,1-1 0 0 0,-1 0 0 0 0,1 1-1 0 0,-1-1 1 0 0,0 0 0 0 0,0 0 0 0 0,0 1 0 0 0,0-1 0 0 0,0-3 0 0 0,-1 3 5 0 0,1-1 0 0 0,-1 1 1 0 0,0 0-1 0 0,0 0 0 0 0,0 0 0 0 0,0 0 0 0 0,0 0 1 0 0,0 0-1 0 0,0 0 0 0 0,-1 0 0 0 0,1 1 0 0 0,-1-1 0 0 0,1 0 1 0 0,-1 1-1 0 0,0 0 0 0 0,0-1 0 0 0,0 1 0 0 0,1 0 1 0 0,-1 0-1 0 0,0-1 0 0 0,-1 2 0 0 0,1-1 0 0 0,0 0 1 0 0,0 0-1 0 0,0 1 0 0 0,0-1 0 0 0,-1 1 0 0 0,1 0 1 0 0,0-1-1 0 0,0 1 0 0 0,-1 0 0 0 0,1 0 0 0 0,0 1 0 0 0,-1-1 1 0 0,1 0-1 0 0,0 1 0 0 0,0 0 0 0 0,-4 1 0 0 0,0 0 11 0 0,1 0 0 0 0,-1 1-1 0 0,1-1 1 0 0,0 1 0 0 0,0 0-1 0 0,0 1 1 0 0,0-1 0 0 0,1 1-1 0 0,-1 0 1 0 0,1 0 0 0 0,0 0-1 0 0,-5 7 1 0 0,7-7-16 0 0,0 0 1 0 0,0 0-1 0 0,0 0 0 0 0,0 0 1 0 0,1 0-1 0 0,-1 1 1 0 0,1-1-1 0 0,0 0 0 0 0,1 1 1 0 0,-1-1-1 0 0,1 1 0 0 0,-1-1 1 0 0,1 1-1 0 0,1-1 0 0 0,-1 1 1 0 0,1-1-1 0 0,0 0 0 0 0,0 1 1 0 0,0-1-1 0 0,0 0 0 0 0,1 1 1 0 0,-1-1-1 0 0,1 0 0 0 0,0 0 1 0 0,1 0-1 0 0,-1-1 0 0 0,1 1 1 0 0,0 0-1 0 0,-1-1 1 0 0,2 0-1 0 0,-1 1 0 0 0,0-1 1 0 0,1-1-1 0 0,-1 1 0 0 0,1 0 1 0 0,0-1-1 0 0,0 0 0 0 0,0 0 1 0 0,0 0-1 0 0,0 0 0 0 0,0-1 1 0 0,0 1-1 0 0,1-1 0 0 0,-1 0 1 0 0,8 0-1 0 0,-5 0-50 0 0,0-1 0 0 0,1 0 0 0 0,-1-1 0 0 0,0 0-1 0 0,1 0 1 0 0,-1-1 0 0 0,0 0 0 0 0,0 0 0 0 0,0 0 0 0 0,0-1 0 0 0,-1 0 0 0 0,1 0 0 0 0,10-8-1 0 0,11-8-87 0 0,41-36 0 0 0,-53 42 88 0 0,18-13 39 0 0,-33 25 33 0 0,0 0-20 0 0,-1 1 0 0 0,1-1 0 0 0,-1 0 0 0 0,1 1 0 0 0,0-1 0 0 0,-1 1 0 0 0,1-1 0 0 0,0 1 1 0 0,0-1-1 0 0,-1 1 0 0 0,1 0 0 0 0,0-1 0 0 0,0 1 0 0 0,0 0 0 0 0,-1 0 0 0 0,1 0 0 0 0,0 0 0 0 0,0-1 0 0 0,0 1 0 0 0,0 0 0 0 0,1 1 0 0 0,12 74 37 0 0,-14-75-40 0 0,0 3 3 0 0,0 1 0 0 0,0-1-1 0 0,0 0 1 0 0,1 1 0 0 0,0-1 0 0 0,-1 1-1 0 0,1-1 1 0 0,1 0 0 0 0,-1 1-1 0 0,0-1 1 0 0,1 0 0 0 0,-1 0 0 0 0,1 0-1 0 0,0 0 1 0 0,0 0 0 0 0,5 4-1 0 0,-6-6 15 0 0,0 0-16 0 0,-1-1 1 0 0,1 0-1 0 0,0 1 1 0 0,-1-1-1 0 0,1 1 1 0 0,-1-1-1 0 0,1 0 0 0 0,0 1 1 0 0,-1-1-1 0 0,1 0 1 0 0,0 0-1 0 0,-1 0 1 0 0,1 0-1 0 0,0 1 1 0 0,0-1-1 0 0,-1 0 0 0 0,1 0 1 0 0,0 0-1 0 0,0 0 1 0 0,-1-1-1 0 0,1 1 1 0 0,0 0-1 0 0,-1 0 0 0 0,1 0 1 0 0,0 0-1 0 0,-1-1 1 0 0,1 1-1 0 0,0 0 1 0 0,-1-1-1 0 0,1 1 0 0 0,-1-1 1 0 0,1 1-1 0 0,0 0 1 0 0,-1-1-1 0 0,1 0 1 0 0,27-14 9 0 0,-2-5-4 0 0,-1-2 0 0 0,33-38 0 0 0,-56 58-4 0 0,11 5-123 0 0,-12-2 129 0 0,1-1 0 0 0,-1 1 0 0 0,0-1 0 0 0,1 1 0 0 0,-1-1 0 0 0,1 0 0 0 0,-1 0 0 0 0,1 1 0 0 0,-1-1 0 0 0,1 0 0 0 0,-1-1 0 0 0,1 1 0 0 0,-1 0 1 0 0,1 0-1 0 0,-1-1 0 0 0,3 0 0 0 0,3-3 1 0 0,-5 3 42 0 0,0-1-38 0 0,-2 2-8 0 0,0 0 0 0 0,0 0 0 0 0,0 0 0 0 0,0 0 0 0 0,0 0 0 0 0,0 1 0 0 0,0-1 1 0 0,0 0-1 0 0,1 0 0 0 0,-1 0 0 0 0,0 0 0 0 0,0 0 0 0 0,0 0 0 0 0,0 0 0 0 0,0 0 0 0 0,0 0 0 0 0,0 0 0 0 0,0 0 0 0 0,0 0 0 0 0,0 0 0 0 0,1 0 0 0 0,-1 0 0 0 0,0 0 0 0 0,0 0 0 0 0,0 0 1 0 0,0 0-1 0 0,0 0 0 0 0,0 0 0 0 0,0 0 0 0 0,0 0 0 0 0,0 0 0 0 0,1 0 0 0 0,-1 0 0 0 0,0 0 0 0 0,0 0 0 0 0,0 0 0 0 0,0 0 0 0 0,0 0 0 0 0,0 0 0 0 0,0 0 0 0 0,0 0 0 0 0,0-1 0 0 0,0 1 1 0 0,0 0-1 0 0,1 0 0 0 0,-1 0 0 0 0,0 0 0 0 0,0 0 0 0 0,0 0 0 0 0,0 0 0 0 0,0 0 0 0 0,0 0 0 0 0,0-1 0 0 0,-2 8-8 0 0,1-3 6 0 0,-1 0-1 0 0,2 0 1 0 0,-1 0-1 0 0,0 0 0 0 0,1 0 1 0 0,-1 0-1 0 0,1 0 1 0 0,0 0-1 0 0,1 0 0 0 0,-1 0 1 0 0,1 0-1 0 0,0 0 1 0 0,-1 0-1 0 0,4 6 0 0 0,-1-5 15 0 0,-1 0-1 0 0,2 1 0 0 0,-1-1 0 0 0,1 0 1 0 0,-1-1-1 0 0,1 1 0 0 0,9 7 0 0 0,7-3-6922 0 0</inkml:trace>
</inkml:ink>
</file>

<file path=ppt/ink/ink7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39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22 64 0 0,'-31'-20'5090'0'0,"24"19"-4569"0"0,1 0 1 0 0,-1 1 0 0 0,1 0 0 0 0,-1 1-1 0 0,1 0 1 0 0,-10 2 0 0 0,14-3-476 0 0,1 0 0 0 0,-1 1 1 0 0,1-1-1 0 0,0 0 0 0 0,-1 1 1 0 0,1-1-1 0 0,0 1 1 0 0,0 0-1 0 0,-1 0 0 0 0,1-1 1 0 0,0 1-1 0 0,0 0 0 0 0,0 0 1 0 0,0 0-1 0 0,0 0 0 0 0,0 0 1 0 0,0 0-1 0 0,0 0 1 0 0,1 0-1 0 0,-1 1 0 0 0,0-1 1 0 0,0 0-1 0 0,1 0 0 0 0,-1 1 1 0 0,1-1-1 0 0,0 1 0 0 0,-1-1 1 0 0,1 0-1 0 0,0 1 1 0 0,0-1-1 0 0,-1 1 0 0 0,1-1 1 0 0,0 0-1 0 0,1 1 0 0 0,-1-1 1 0 0,0 1-1 0 0,0-1 1 0 0,1 0-1 0 0,-1 1 0 0 0,0-1 1 0 0,2 2-1 0 0,5 15 206 0 0,2 0 0 0 0,19 32 0 0 0,13 25 125 0 0,-41-72-378 0 0,1-1-1 0 0,-1 1 1 0 0,0-1-1 0 0,0 1 1 0 0,0-1-1 0 0,0 1 0 0 0,0-1 1 0 0,0 0-1 0 0,-1 1 1 0 0,1-1-1 0 0,-1 1 1 0 0,0-1-1 0 0,0 0 0 0 0,0 1 1 0 0,0-1-1 0 0,0 0 1 0 0,0 0-1 0 0,-1 0 1 0 0,1 0-1 0 0,-1 0 0 0 0,1 0 1 0 0,-1 0-1 0 0,0 0 1 0 0,1-1-1 0 0,-4 3 1 0 0,2 0-328 0 0,21-11 13 0 0,-3 0 212 0 0,36-15-782 0 0,51-30 0 0 0,-91 45 1042 0 0,1 0 1 0 0,-1 0-1 0 0,0-1 0 0 0,-1-1 1 0 0,0 1-1 0 0,0-2 0 0 0,-1 0 1 0 0,0 0-1 0 0,-1 0 1 0 0,10-17-1 0 0,-18 26 13 0 0,1 0-1 0 0,-1 0 1 0 0,0-1-1 0 0,1 1 1 0 0,-1 0 0 0 0,1 0-1 0 0,-1 0 1 0 0,1 0 0 0 0,0 0-1 0 0,-1 0 1 0 0,1 0-1 0 0,0 0 1 0 0,0 0 0 0 0,0 0-1 0 0,0 0 1 0 0,-1 0-1 0 0,1 0 1 0 0,1 1 0 0 0,-1-1-1 0 0,0 0 1 0 0,2 0-1 0 0,3 23 1065 0 0,3 14-3003 0 0,12 6-5858 0 0,-10-27 3919 0 0</inkml:trace>
</inkml:ink>
</file>

<file path=ppt/ink/ink7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0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16 100 0 0,'0'0'3249'0'0,"1"-2"-2961"0"0,0 1 0 0 0,0 0-1 0 0,0 0 1 0 0,0 0 0 0 0,0-1 0 0 0,0 1-1 0 0,0 1 1 0 0,1-1 0 0 0,-1 0 0 0 0,0 0 0 0 0,1 0-1 0 0,-1 1 1 0 0,0-1 0 0 0,1 0 0 0 0,1 0-1 0 0,7 6-49 0 0,-1-1 1 0 0,0 1-1 0 0,0 1 0 0 0,-1 0 0 0 0,0 0 0 0 0,0 1 0 0 0,0 0 0 0 0,-1 0 0 0 0,0 1 0 0 0,0 0 0 0 0,7 12 0 0 0,-3-4 167 0 0,-1 1-1 0 0,-1 0 1 0 0,-1 0-1 0 0,0 1 1 0 0,6 25-1 0 0,-13-42 750 0 0,20-21-835 0 0,34-46 269 0 0,-41 47-700 0 0,1 1 0 0 0,23-23 1 0 0,-35 38-147 0 0,-1 1 0 0 0,1 0 0 0 0,-1-1 0 0 0,1 1 0 0 0,0 1 0 0 0,0-1 0 0 0,0 0 0 0 0,0 1 0 0 0,0-1 0 0 0,1 1 0 0 0,-1 0 0 0 0,6-1 0 0 0,26 6-6624 0 0,-26-1 4223 0 0</inkml:trace>
</inkml:ink>
</file>

<file path=ppt/ink/ink7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0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14 952 0 0,'0'0'934'0'0,"7"-8"1170"0"0,-7 8-2002 0 0,0 0 1 0 0,0 0-1 0 0,0 0 1 0 0,-1 0-1 0 0,1 0 1 0 0,0 0-1 0 0,0 0 1 0 0,0 0-1 0 0,0 0 1 0 0,-1 0-1 0 0,1 0 0 0 0,0 0 1 0 0,0 0-1 0 0,0 0 1 0 0,0 0-1 0 0,0 0 1 0 0,-1 0-1 0 0,1 0 1 0 0,0 0-1 0 0,0 0 1 0 0,-1-1 922 0 0,1 1-923 0 0,0 0 1 0 0,0 0-1 0 0,-1-1 0 0 0,1 1 1 0 0,0 0-1 0 0,0 0 1 0 0,0 0-1 0 0,0 0 1 0 0,0 0-1 0 0,0-1 1 0 0,0 1-1 0 0,0 0 1 0 0,0 0-1 0 0,0 0 1 0 0,0 0-1 0 0,0 0 1 0 0,0-1-1 0 0,0 1 1 0 0,0 0-1 0 0,0 0 1 0 0,0 0-1 0 0,0 0 1 0 0,0-1-1 0 0,0 1 1 0 0,0 0-1 0 0,0 0 1 0 0,1 0-1 0 0,-1 0 0 0 0,0 0 1 0 0,-5 1-103 0 0,-4 0 261 0 0,1 1 1 0 0,-1 0 0 0 0,1 1 0 0 0,-1 0-1 0 0,1 0 1 0 0,0 1 0 0 0,1 0 0 0 0,-10 7-1 0 0,16-11-219 0 0,-1 1-1 0 0,1 0 1 0 0,0 0-1 0 0,0 0 1 0 0,0 1-1 0 0,0-1 0 0 0,0 0 1 0 0,0 0-1 0 0,0 1 1 0 0,0-1-1 0 0,0 0 0 0 0,1 1 1 0 0,-1-1-1 0 0,0 1 1 0 0,0 1-1 0 0,1-2-19 0 0,0 0-1 0 0,1-1 0 0 0,-1 1 1 0 0,0 0-1 0 0,0 0 1 0 0,0-1-1 0 0,0 1 0 0 0,1 0 1 0 0,-1-1-1 0 0,0 1 1 0 0,0 0-1 0 0,1-1 0 0 0,-1 1 1 0 0,1-1-1 0 0,-1 1 0 0 0,0-1 1 0 0,1 1-1 0 0,-1 0 1 0 0,1-1-1 0 0,0 0 0 0 0,-1 1 1 0 0,1-1-1 0 0,0 1 1 0 0,4 2 29 0 0,0-1 1 0 0,0 0 0 0 0,1 0-1 0 0,-1-1 1 0 0,0 0 0 0 0,1 0-1 0 0,9 1 1 0 0,3 0-373 0 0,1 1 1 0 0,-1 1-1 0 0,24 8 0 0 0,-10 0-2337 0 0,-11-7-2561 0 0</inkml:trace>
</inkml:ink>
</file>

<file path=ppt/ink/ink7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0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5 632 0 0,'1'-5'5965'0'0,"-3"11"-2446"0"0,-6 29-1289 0 0,-6 53-1583 0 0,13-52-608 0 0,-2 0 0 0 0,-2-1-1 0 0,-1 0 1 0 0,-1 0 0 0 0,-23 64-1 0 0,24-84-1292 0 0,2-4-715 0 0,-2-3-3306 0 0</inkml:trace>
</inkml:ink>
</file>

<file path=ppt/ink/ink7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2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1 480 412 0 0,'31'-13'793'0'0,"-1"-1"1"0"0,0-1-1 0 0,0-2 0 0 0,49-38 1 0 0,-65 43-532 0 0,1-1-1 0 0,-2-1 1 0 0,0 0 0 0 0,-1-1-1 0 0,0 0 1 0 0,-1-1 0 0 0,-1 0 0 0 0,0-1-1 0 0,14-35 1 0 0,-20 37 110 0 0,1-1 1 0 0,-2 0-1 0 0,0 1 0 0 0,-1-1 1 0 0,0-1-1 0 0,-1 1 0 0 0,-2-22 1 0 0,0 10 793 0 0,1 27-1148 0 0,0 1 0 0 0,0 0-1 0 0,0-1 1 0 0,0 1 0 0 0,-1 0 0 0 0,1 0 0 0 0,0-1 0 0 0,0 1-1 0 0,-1 0 1 0 0,1 0 0 0 0,0 0 0 0 0,0-1 0 0 0,-1 1-1 0 0,1 0 1 0 0,0 0 0 0 0,-1 0 0 0 0,1 0 0 0 0,0 0 0 0 0,0 0-1 0 0,-1-1 1 0 0,1 1 0 0 0,0 0 0 0 0,-1 0 0 0 0,1 0-1 0 0,0 0 1 0 0,-1 0 0 0 0,1 0 0 0 0,0 0 0 0 0,-1 0 0 0 0,1 0-1 0 0,0 1 1 0 0,-1-1 0 0 0,1 0 0 0 0,0 0 0 0 0,-1 0 0 0 0,1 0-1 0 0,0 0 1 0 0,0 0 0 0 0,-1 1 0 0 0,1-1 0 0 0,0 0-1 0 0,0 0 1 0 0,-1 0 0 0 0,1 1 0 0 0,0-1 0 0 0,0 0 0 0 0,-1 0-1 0 0,1 1 1 0 0,-13 8 250 0 0,3 1-136 0 0,1 0 0 0 0,0 0 1 0 0,1 1-1 0 0,1 0 1 0 0,-1 0-1 0 0,2 1 0 0 0,-1 0 1 0 0,2 0-1 0 0,-5 14 0 0 0,-6 8 100 0 0,3-6-76 0 0,1 1 0 0 0,1 0 1 0 0,1 0-1 0 0,1 1 1 0 0,2 0-1 0 0,1 1 1 0 0,-3 54-1 0 0,9-84-149 0 0,0 0 0 0 0,0 0 0 0 0,0 1 0 0 0,0-1 0 0 0,0 0 0 0 0,0 1 0 0 0,0-1 0 0 0,1 0 0 0 0,-1 0 0 0 0,0 1 0 0 0,1-1 0 0 0,-1 0 0 0 0,1 0 0 0 0,-1 0 0 0 0,1 1 0 0 0,0-1 0 0 0,-1 0 0 0 0,1 0 0 0 0,0 0 0 0 0,0 0 0 0 0,0 0 1 0 0,0 0-1 0 0,0-1 0 0 0,0 1 0 0 0,0 0 0 0 0,0 0 0 0 0,0-1 0 0 0,0 1 0 0 0,0 0 0 0 0,0-1 0 0 0,1 0 0 0 0,-1 1 0 0 0,0-1 0 0 0,0 1 0 0 0,2-1 0 0 0,4 0 4 0 0,0 0 0 0 0,0 0 0 0 0,0-1 0 0 0,0 0 0 0 0,11-3 0 0 0,5-1-1 0 0,-15 4-22 0 0,-1 1 0 0 0,-1 1 0 0 0,0-1 0 0 0,0 1 0 0 0,1 0 0 0 0,-1 0 0 0 0,0 1 0 0 0,0 0 0 0 0,0 0 0 0 0,9 5 0 0 0,24 6-231 0 0,-27-11 210 0 0,0 0-1 0 0,-1-1 1 0 0,1 0 0 0 0,0-1-1 0 0,0 0 1 0 0,0-1 0 0 0,-1-1-1 0 0,1 0 1 0 0,0 0 0 0 0,-1-1-1 0 0,1 0 1 0 0,-1-1 0 0 0,0-1-1 0 0,-1 0 1 0 0,12-6 0 0 0,-19 9 29 0 0,2 0-4 0 0,-1 0 69 0 0,-1 0 1 0 0,0 0 0 0 0,0 0-1 0 0,0-1 1 0 0,-1 1 0 0 0,1-1-1 0 0,-1 0 1 0 0,1 1 0 0 0,-1-1-1 0 0,0-1 1 0 0,3-4 0 0 0,-4 7-24 0 0,30-30-78 0 0,-11 20-124 0 0,-20 12 159 0 0,1-1 0 0 0,-1 0 1 0 0,1 0-1 0 0,-1 1 0 0 0,1-1 1 0 0,-1 0-1 0 0,1 1 0 0 0,-1-1 1 0 0,0 0-1 0 0,1 1 1 0 0,-1-1-1 0 0,0 0 0 0 0,1 1 1 0 0,-1-1-1 0 0,0 1 0 0 0,1-1 1 0 0,-1 1-1 0 0,0-1 0 0 0,0 1 1 0 0,0-1-1 0 0,1 1 1 0 0,-1-1-1 0 0,0 1 0 0 0,0-1 1 0 0,0 1-1 0 0,0 0 0 0 0,0-1 1 0 0,0 2-1 0 0,0 1 16 0 0,-16 28 19 0 0,11-25 48 0 0,1 1 0 0 0,0-1 0 0 0,0 1 1 0 0,1 0-1 0 0,0 0 0 0 0,0 1 0 0 0,1-1 1 0 0,-2 10-1 0 0,3-14-36 0 0,16 22 230 0 0,-5-23-244 0 0,1 0 0 0 0,0-1-1 0 0,0 0 1 0 0,0 0 0 0 0,0-2 0 0 0,0 1 0 0 0,0-1 0 0 0,0-1 0 0 0,0 0 0 0 0,0 0 0 0 0,17-7 0 0 0,13-2 21 0 0,-39 11-65 0 0,10-5 590 0 0,-8 1-2431 0 0,-35-1-10927 0 0</inkml:trace>
</inkml:ink>
</file>

<file path=ppt/ink/ink7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6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12 296 0 0,'0'0'1037'0'0,"0"0"-849"0"0,0-1 0 0 0,0 1 1 0 0,0-1-1 0 0,0 1 0 0 0,0-1 1 0 0,0 1-1 0 0,-1-1 0 0 0,1 1 0 0 0,0-1 1 0 0,0 1-1 0 0,0-1 0 0 0,-1 1 1 0 0,1-1-1 0 0,0 1 0 0 0,-1-1 0 0 0,1 1 1 0 0,0 0-1 0 0,-1-1 0 0 0,1 1 1 0 0,-1 0-1 0 0,1-1 0 0 0,0 1 0 0 0,-1 0 1 0 0,1-1-1 0 0,-1 1 0 0 0,1 0 1 0 0,-1 0-1 0 0,1 0 0 0 0,-1-1 0 0 0,1 1 1 0 0,-1 0-1 0 0,1 0 0 0 0,-1 0 1 0 0,1 0-1 0 0,-1 0 0 0 0,0 0 0 0 0,-13 14 265 0 0,1 2-1 0 0,0-1 0 0 0,1 1 1 0 0,1 1-1 0 0,1 0 0 0 0,0 0 0 0 0,1 1 1 0 0,-8 24-1 0 0,-3 21-310 0 0,-16 76 1 0 0,19-67-2022 0 0,13-64 560 0 0,-8 0-6146 0 0</inkml:trace>
</inkml:ink>
</file>

<file path=ppt/ink/ink7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7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1 465 56 0 0,'4'0'463'0'0,"71"-4"627"0"0,0-3-1 0 0,114-27 0 0 0,-167 29-917 0 0,0-1-1 0 0,0-1 1 0 0,-1-2 0 0 0,0 0 0 0 0,0-1-1 0 0,-1-1 1 0 0,-1 0 0 0 0,0-2 0 0 0,0 0-1 0 0,-1-1 1 0 0,-1-1 0 0 0,-1-1-1 0 0,17-19 1 0 0,-26 26-15 0 0,-1 0 0 0 0,0 0-1 0 0,0 0 1 0 0,-1-1 0 0 0,0 0-1 0 0,-1 0 1 0 0,0 0 0 0 0,-1 0-1 0 0,0-1 1 0 0,0 1 0 0 0,-1-1-1 0 0,-1 0 1 0 0,0 0 0 0 0,0 0-1 0 0,-1 0 1 0 0,0 0 0 0 0,-1 0-1 0 0,0 1 1 0 0,-1-1 0 0 0,-4-13 0 0 0,6 23-139 0 0,0 0 1 0 0,-1 0-1 0 0,1 0 1 0 0,-1 0 0 0 0,0 0-1 0 0,1 0 1 0 0,-1 1 0 0 0,0-1-1 0 0,1 0 1 0 0,-1 0 0 0 0,0 1-1 0 0,0-1 1 0 0,0 0 0 0 0,1 1-1 0 0,-1-1 1 0 0,0 1 0 0 0,0-1-1 0 0,0 1 1 0 0,0-1 0 0 0,0 1-1 0 0,0 0 1 0 0,0-1 0 0 0,0 1-1 0 0,0 0 1 0 0,0 0 0 0 0,-1 0-1 0 0,1 0 1 0 0,0 0 0 0 0,0 0-1 0 0,0 0 1 0 0,0 0-1 0 0,0 0 1 0 0,0 0 0 0 0,0 1-1 0 0,0-1 1 0 0,0 0 0 0 0,0 1-1 0 0,0-1 1 0 0,0 1 0 0 0,0-1-1 0 0,0 1 1 0 0,0 0 0 0 0,0-1-1 0 0,0 2 1 0 0,-39 31 422 0 0,21-11-297 0 0,2 1 0 0 0,0 0 0 0 0,2 2 0 0 0,0-1 0 0 0,2 2 0 0 0,-14 37 0 0 0,8-12 40 0 0,3 0-1 0 0,-13 81 1 0 0,16-42 43 0 0,13-88-209 0 0,0-2-12 0 0,0 1-1 0 0,1 0 1 0 0,-1 0-1 0 0,0 0 0 0 0,1-1 1 0 0,-1 1-1 0 0,1 0 1 0 0,-1 0-1 0 0,1-1 1 0 0,-1 1-1 0 0,1 0 0 0 0,-1-1 1 0 0,1 1-1 0 0,0-1 1 0 0,-1 1-1 0 0,1-1 0 0 0,0 1 1 0 0,-1-1-1 0 0,1 1 1 0 0,0-1-1 0 0,0 1 0 0 0,0-1 1 0 0,-1 0-1 0 0,1 0 1 0 0,0 1-1 0 0,0-1 0 0 0,0 0 1 0 0,1 0-1 0 0,18-3-5 0 0,0 1 0 0 0,0 1-1 0 0,0 1 1 0 0,0 0 0 0 0,22 4 0 0 0,-5 6-68 0 0,-14-3-11 0 0,0-1 0 0 0,1-1 0 0 0,-1-1-1 0 0,1-1 1 0 0,29 0 0 0 0,-45-3 70 0 0,-1-1 0 0 0,1 0-1 0 0,-1 0 1 0 0,0-1 0 0 0,1 0 0 0 0,-1-1-1 0 0,0 1 1 0 0,0-1 0 0 0,0 0 0 0 0,-1-1-1 0 0,1 0 1 0 0,-1 0 0 0 0,0 0 0 0 0,0-1-1 0 0,0 0 1 0 0,-1 0 0 0 0,1 0 0 0 0,-1-1 0 0 0,-1 0-1 0 0,1 0 1 0 0,6-12 0 0 0,-8 15 8 0 0,-2 3 1 0 0,0-1 0 0 0,0 0 0 0 0,-1 1 0 0 0,1-1 0 0 0,0 0 0 0 0,-1 0 0 0 0,1 0 0 0 0,-1 0 0 0 0,1 1-1 0 0,-1-1 1 0 0,1 0 0 0 0,-1 0 0 0 0,0 0 0 0 0,1 0 0 0 0,-1 0 0 0 0,0 0 0 0 0,0 0 0 0 0,0 0 0 0 0,0-1 0 0 0,5-33 1 0 0,-5 33 6 0 0,-6-12-22 0 0,-3 11 9 0 0,7 3 4 0 0,0 0 1 0 0,1 0 0 0 0,-1 1 0 0 0,0-1 0 0 0,1 1 0 0 0,-1-1 0 0 0,1 1 0 0 0,-1 0 0 0 0,1-1 0 0 0,0 1 0 0 0,-1 0 0 0 0,1 0 0 0 0,0 0 0 0 0,-1 0 0 0 0,1 0 0 0 0,0 0 0 0 0,0 1 0 0 0,0-1 0 0 0,-1 2 0 0 0,-18 31-4 0 0,11-18-4 0 0,7-14 7 0 0,1 1 0 0 0,0-1 1 0 0,1 0-1 0 0,-1 1 0 0 0,0-1 0 0 0,0 0 1 0 0,1 1-1 0 0,0-1 0 0 0,-1 1 1 0 0,1-1-1 0 0,0 1 0 0 0,0-1 0 0 0,0 0 1 0 0,1 1-1 0 0,0 3 0 0 0,0 7 7 0 0,-1-11-11 0 0,0 0 1 0 0,0 0 7 0 0,0 0 0 0 0,0-1 0 0 0,0 1 0 0 0,1-1 0 0 0,-1 1 0 0 0,0-1-1 0 0,1 1 1 0 0,-1-1 0 0 0,1 1 0 0 0,0-1 0 0 0,-1 0 0 0 0,1 1 0 0 0,0-1 0 0 0,0 0 0 0 0,0 0 0 0 0,0 1 0 0 0,0-1 0 0 0,0 0 0 0 0,0 0 0 0 0,0 0 0 0 0,1 0 0 0 0,-1 0 0 0 0,0 0 0 0 0,1-1 0 0 0,-1 1 0 0 0,0 0 0 0 0,1-1 0 0 0,-1 1 0 0 0,3 0 0 0 0,1 0 5 0 0,-1-1 1 0 0,1 1 0 0 0,0-1 0 0 0,-1 0-1 0 0,1 0 1 0 0,0-1 0 0 0,5-1-1 0 0,57-18-13 0 0,-54 14 22 0 0,-1 2 0 0 0,1-1 0 0 0,0 2 0 0 0,1 0 0 0 0,-1 0 0 0 0,0 2 0 0 0,15-1 0 0 0,-18 2 39 0 0,6 0 107 0 0,0 0 0 0 0,28-5 1 0 0,-42 5-111 0 0,3 0-13 0 0,1 1 1 0 0,-1 0-1 0 0,0-1 1 0 0,1 0-1 0 0,-1-1 0 0 0,1 1 1 0 0,6-2-1 0 0,-9 1-493 0 0,17-7-6714 0 0</inkml:trace>
</inkml:ink>
</file>

<file path=ppt/ink/ink7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8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36 140 0 0,'7'-11'1680'0'0,"-1"3"-324"0"0,0 1-444 0 0,-3-2-1732 0 0</inkml:trace>
</inkml:ink>
</file>

<file path=ppt/ink/ink7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8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5 892 0 0,'0'0'161'0'0,"0"-1"-1"0"0,-1 1 1 0 0,1-1-1 0 0,-1 1 1 0 0,1 0-1 0 0,0 0 1 0 0,-1-1 0 0 0,1 1-1 0 0,-1 0 1 0 0,1 0-1 0 0,-1-1 1 0 0,1 1-1 0 0,-1 0 1 0 0,1 0 0 0 0,-1 0-1 0 0,1 0 1 0 0,-1 0-1 0 0,1 0 1 0 0,-1 0-1 0 0,0 0 1 0 0,1 0 0 0 0,-1 0-1 0 0,1 0 1 0 0,-1 0-1 0 0,1 0 1 0 0,-1 0-1 0 0,1 1 1 0 0,-1-1 0 0 0,1 0-1 0 0,-1 0 1 0 0,1 1-1 0 0,-1-1 1 0 0,1 0-1 0 0,0 0 1 0 0,-1 1 0 0 0,1-1-1 0 0,-1 1 1 0 0,-10 26 2136 0 0,3 39-1237 0 0,8-62-713 0 0,-1 54 823 0 0,8 64 1 0 0,-1 52 187 0 0,-6-169-1470 0 0,-1 1 0 0 0,0-1 0 0 0,0 0 0 0 0,-1 1-1 0 0,0-1 1 0 0,0 0 0 0 0,0 0 0 0 0,-3 6 0 0 0,-18 15-3524 0 0,22-25 2619 0 0,-15-5-3316 0 0,12 3 1855 0 0</inkml:trace>
</inkml:ink>
</file>

<file path=ppt/ink/ink7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48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1 635 40 0 0,'34'-3'406'0'0,"0"-2"-1"0"0,0-1 1 0 0,-1-1 0 0 0,1-2-1 0 0,-2-2 1 0 0,1 0 0 0 0,35-19-1 0 0,-48 19-205 0 0,-1-1 0 0 0,0-1 0 0 0,0 0-1 0 0,-1-2 1 0 0,-1 0 0 0 0,-1 0 0 0 0,0-2-1 0 0,-1 0 1 0 0,0-1 0 0 0,-2 0 0 0 0,20-35 0 0 0,-18 24 141 0 0,-1-1 1 0 0,-1 0-1 0 0,11-43 1 0 0,-20 58-38 0 0,0 0 0 0 0,-1 0 0 0 0,-1-1 0 0 0,-1 1 0 0 0,0-1 1 0 0,-1 1-1 0 0,-1-1 0 0 0,0 1 0 0 0,-3-17 0 0 0,3 30-1 0 0,1 1-287 0 0,-1 1 1 0 0,1 0-1 0 0,-1 0 1 0 0,1 0-1 0 0,-1 0 1 0 0,1-1-1 0 0,-1 1 1 0 0,1 0-1 0 0,-1 0 0 0 0,1 0 1 0 0,0 0-1 0 0,-1 0 1 0 0,1 0-1 0 0,-1 0 1 0 0,1 0-1 0 0,-1 0 1 0 0,1 0-1 0 0,-1 1 1 0 0,1-1-1 0 0,-1 0 0 0 0,1 0 1 0 0,-1 0-1 0 0,1 0 1 0 0,0 1-1 0 0,-1-1 1 0 0,1 0-1 0 0,-1 1 1 0 0,-11 13 96 0 0,2 1 1 0 0,0 0-1 0 0,0 0 1 0 0,2 1-1 0 0,0 1 1 0 0,-9 24-1 0 0,-30 114 304 0 0,37-116-320 0 0,-1 1 27 0 0,3 1 1 0 0,1 0 0 0 0,1 0-1 0 0,3 0 1 0 0,1 0-1 0 0,5 52 1 0 0,-3-88-104 0 0,1 0 1 0 0,-1-1-1 0 0,1 1 0 0 0,0 0 1 0 0,1 0-1 0 0,-1 0 0 0 0,1-1 1 0 0,0 1-1 0 0,0-1 0 0 0,0 0 1 0 0,1 1-1 0 0,0-1 0 0 0,-1 0 1 0 0,2 0-1 0 0,-1-1 0 0 0,0 1 1 0 0,1-1-1 0 0,-1 1 0 0 0,9 4 1 0 0,-4-4 4 0 0,0 0 0 0 0,1-1 0 0 0,-1-1 0 0 0,1 1 0 0 0,-1-1 0 0 0,1-1 0 0 0,0 1 0 0 0,0-1 0 0 0,0-1 0 0 0,10 0 0 0 0,55-2 124 0 0,-30 0 753 0 0,62 6-1 0 0,-60 0-187 0 0,-14-1-1070 0 0,55 11 0 0 0,-81-11-819 0 0</inkml:trace>
</inkml:ink>
</file>

<file path=ppt/ink/ink7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51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111 109 364 0 0,'0'0'1003'0'0,"5"23"3837"0"0,-16 11-3366 0 0,7-20-924 0 0,-1 0 1 0 0,0-1 0 0 0,-9 17 0 0 0,12-27-443 0 0,-1 1-1 0 0,1-1 1 0 0,-1 1 0 0 0,1-1 0 0 0,-1 0 0 0 0,0 0 0 0 0,0 0 0 0 0,-1 0 0 0 0,1-1 0 0 0,0 1 0 0 0,-1-1 0 0 0,0 0 0 0 0,1 0 0 0 0,-1 0 0 0 0,-7 2 0 0 0,9-3 297 0 0,1-1-392 0 0,0 0 0 0 0,0 0 0 0 0,1 0 0 0 0,-1 0 0 0 0,0-1 0 0 0,0 1 0 0 0,1 0 0 0 0,-1 0 0 0 0,0 0-1 0 0,1-1 1 0 0,-1 1 0 0 0,0 0 0 0 0,1-1 0 0 0,-1 1 0 0 0,1-1 0 0 0,-1 1 0 0 0,1-1 0 0 0,-1 1 0 0 0,1-1 0 0 0,-1 1 0 0 0,1-1 0 0 0,-1 1 0 0 0,1-1 0 0 0,-1 0 0 0 0,1 1 0 0 0,0-1 0 0 0,0 0 0 0 0,-1 1 0 0 0,1-1 0 0 0,0 0 0 0 0,0 1 0 0 0,0-1 0 0 0,-1 0 0 0 0,1 0 0 0 0,0 1 0 0 0,0-1 0 0 0,0 0 0 0 0,0 1 0 0 0,1-1 0 0 0,-1 0 0 0 0,0 0 0 0 0,0 1 0 0 0,0-1 0 0 0,0 0 0 0 0,1 1-1 0 0,-1-1 1 0 0,0 0 0 0 0,1 1 0 0 0,-1-1 0 0 0,1 0 0 0 0,0 0 0 0 0,20-37 230 0 0,-6 19-214 0 0,0 1 0 0 0,2 1 0 0 0,0 0 0 0 0,1 1 0 0 0,1 1 1 0 0,0 1-1 0 0,1 0 0 0 0,0 2 0 0 0,1 0 0 0 0,1 1 0 0 0,0 2 0 0 0,0 0 0 0 0,1 1 0 0 0,0 1 0 0 0,0 1 0 0 0,1 1 0 0 0,-1 2 0 0 0,38-2 0 0 0,-55 5-29 0 0,0 0 1 0 0,-1 0-1 0 0,1 1 0 0 0,0-1 1 0 0,-1 1-1 0 0,1 1 0 0 0,-1-1 0 0 0,1 1 1 0 0,-1 0-1 0 0,0 1 0 0 0,1-1 0 0 0,-1 1 1 0 0,0 0-1 0 0,-1 0 0 0 0,1 0 0 0 0,-1 1 1 0 0,1 0-1 0 0,-1 0 0 0 0,0 0 0 0 0,0 0 1 0 0,-1 0-1 0 0,1 1 0 0 0,-1 0 0 0 0,0 0 1 0 0,0 0-1 0 0,3 9 0 0 0,-3-7 9 0 0,-1 1-1 0 0,0-1 1 0 0,-1 1 0 0 0,1-1-1 0 0,-2 1 1 0 0,1 0-1 0 0,-1-1 1 0 0,0 1-1 0 0,0 0 1 0 0,-1 0 0 0 0,0-1-1 0 0,-1 1 1 0 0,0-1-1 0 0,0 1 1 0 0,0-1 0 0 0,-1 0-1 0 0,0 0 1 0 0,-1 0-1 0 0,-5 9 1 0 0,-6 2 204 0 0,18-35-121 0 0,20-35-58 0 0,-10 35-45 0 0,1 0 0 0 0,0 1 0 0 0,1 1 0 0 0,1 0 0 0 0,0 1-1 0 0,1 1 1 0 0,0 1 0 0 0,1 0 0 0 0,33-15 0 0 0,-48 25 5 0 0,1 1 1 0 0,0 0 0 0 0,-1 0-1 0 0,1 1 1 0 0,0-1-1 0 0,0 1 1 0 0,-1 0-1 0 0,1 0 1 0 0,0 0-1 0 0,0 0 1 0 0,0 1-1 0 0,-1-1 1 0 0,1 1 0 0 0,0 0-1 0 0,4 2 1 0 0,55 29-42 0 0,-11-5 52 0 0,-50-26 0 0 0,30 11-19 0 0,1-1 1 0 0,0-2 0 0 0,46 7-1 0 0,-70-14-8 0 0,0-1-1 0 0,0-1 1 0 0,1 0 0 0 0,-1 0-1 0 0,0 0 1 0 0,0-1 0 0 0,0-1-1 0 0,0 0 1 0 0,0 0 0 0 0,0-1-1 0 0,-1 0 1 0 0,1 0 0 0 0,-1-1-1 0 0,0 0 1 0 0,0 0 0 0 0,0-1-1 0 0,14-11 1 0 0,41-48-81 0 0,-62 63 99 0 0,0 0 12 0 0,3-5-13 0 0,-3 5-8 0 0,-4 5-1 0 0,0 4 12 0 0,0-1-1 0 0,0 1 0 0 0,0 0 0 0 0,1 0 1 0 0,-2 15-1 0 0,3-19 4 0 0,1-1-1 0 0,0 1 0 0 0,0-1 1 0 0,0 0-1 0 0,0 1 1 0 0,1-1-1 0 0,-1 0 1 0 0,1 1-1 0 0,0-1 1 0 0,0 0-1 0 0,0 1 1 0 0,0-1-1 0 0,1 0 1 0 0,-1 0-1 0 0,1 0 0 0 0,0 0 1 0 0,0-1-1 0 0,0 1 1 0 0,0 0-1 0 0,0-1 1 0 0,4 3-1 0 0,-3-3 5 0 0,0 0-1 0 0,0 0 1 0 0,0-1-1 0 0,0 1 1 0 0,1-1-1 0 0,-1 0 1 0 0,1 1-1 0 0,-1-2 1 0 0,1 1-1 0 0,-1 0 1 0 0,1-1-1 0 0,0 0 1 0 0,-1 0-1 0 0,1 0 1 0 0,0 0-1 0 0,-1 0 1 0 0,1-1-1 0 0,-1 1 1 0 0,1-1-1 0 0,-1 0 1 0 0,1 0-1 0 0,-1-1 1 0 0,1 1-1 0 0,-1-1 1 0 0,3-1-1 0 0,10-6-3 0 0,0 0-1 0 0,-1-1 1 0 0,23-20-1 0 0,30-32 15 0 0,-67 61-21 0 0,0 0 7 0 0,3-4-4 0 0,-3 3-4 0 0,-4 8-21 0 0,1-3 29 0 0,-1 1-5 0 0,0 1 0 0 0,1 0 0 0 0,-1 1 0 0 0,1-1 0 0 0,0 0 0 0 0,0 1 0 0 0,1-1 0 0 0,-1 1 0 0 0,1 0 0 0 0,0-1 0 0 0,0 10 0 0 0,1-11-4 0 0,0-1 9 0 0,-1 0 0 0 0,1-1 1 0 0,0 1-1 0 0,-1 0 1 0 0,1-1-1 0 0,0 1 1 0 0,1 0-1 0 0,-1-1 0 0 0,0 1 1 0 0,1 0-1 0 0,-1-1 1 0 0,1 1-1 0 0,0 0 1 0 0,0-1-1 0 0,2 4 0 0 0,-2-5 0 0 0,0 0 0 0 0,0 0 0 0 0,0 1 1 0 0,0-1-1 0 0,1 0 0 0 0,-1 0 0 0 0,0 0 0 0 0,1 0 0 0 0,-1-1 0 0 0,1 1 0 0 0,-1 0 0 0 0,1-1 0 0 0,-1 1 0 0 0,1 0 0 0 0,-1-1 0 0 0,1 0 0 0 0,0 1 0 0 0,2-1 0 0 0,6 0 1 0 0,0-1 0 0 0,0 0 0 0 0,-1 0 1 0 0,1-1-1 0 0,0-1 0 0 0,11-4 0 0 0,1 1-7 0 0,-7 3-38 0 0,124-23-256 0 0,-122 25 247 0 0,1 0-1 0 0,1 0 1 0 0,-1 2 0 0 0,0 0 0 0 0,32 7 0 0 0,-48-8 49 0 0,0 1-1 0 0,0-1 0 0 0,0 1 0 0 0,0 0 0 0 0,0 0 0 0 0,0-1 0 0 0,-1 1 0 0 0,1 0 0 0 0,0 1 0 0 0,0-1 0 0 0,-1 0 1 0 0,1 0-1 0 0,-1 1 0 0 0,1-1 0 0 0,-1 1 0 0 0,1-1 0 0 0,-1 1 0 0 0,0 0 0 0 0,0 0 0 0 0,0-1 0 0 0,0 1 0 0 0,0 0 0 0 0,0 0 1 0 0,0 0-1 0 0,-1 0 0 0 0,1 0 0 0 0,-1 0 0 0 0,0 0 0 0 0,1 0 0 0 0,-1 3 0 0 0,0-4 3 0 0,0 1-1 0 0,0-1 1 0 0,0 1-1 0 0,-1-1 1 0 0,1 1-1 0 0,-1-1 0 0 0,1 1 1 0 0,-1-1-1 0 0,1 0 1 0 0,-1 1-1 0 0,1-1 1 0 0,-1 0-1 0 0,0 1 1 0 0,0-1-1 0 0,0 0 1 0 0,0 0-1 0 0,0 0 1 0 0,0 1-1 0 0,-1 0 1 0 0,-24 19 15 0 0,21-18 15 0 0,14-11-43 0 0,-1 1 0 0 0,1 0 0 0 0,1 1 0 0 0,-1 0 0 0 0,1 0 0 0 0,0 1 0 0 0,1 0 0 0 0,-1 1 0 0 0,18-6 1 0 0,-22 9 5 0 0,-1 0 0 0 0,1-1 1 0 0,-1 2-1 0 0,1-1 1 0 0,0 1-1 0 0,-1-1 0 0 0,1 2 1 0 0,-1-1-1 0 0,1 1 1 0 0,0-1-1 0 0,-1 2 0 0 0,1-1 1 0 0,-1 0-1 0 0,0 1 1 0 0,1 0-1 0 0,-1 1 0 0 0,0-1 1 0 0,0 1-1 0 0,0 0 1 0 0,-1 0-1 0 0,1 0 0 0 0,6 6 1 0 0,5 4 84 0 0,-15-12-112 0 0,0-1 1 0 0,-1 1-1 0 0,1-1 0 0 0,0 1 0 0 0,-1-1 0 0 0,1 1 0 0 0,-1-1 0 0 0,1 1 1 0 0,-1-1-1 0 0,1 1 0 0 0,-1 0 0 0 0,1-1 0 0 0,-1 1 0 0 0,0 0 0 0 0,1-1 1 0 0,-1 1-1 0 0,0 0 0 0 0,0 0 0 0 0,0-1 0 0 0,1 1 0 0 0,-1 0 0 0 0,0 0 1 0 0,0-1-1 0 0,0 1 0 0 0,0 0 0 0 0,0 0 0 0 0,0-1 0 0 0,0 1 0 0 0,0 0 1 0 0,-1 0-1 0 0,1 0 0 0 0,-1 0 0 0 0,0 2-426 0 0,-3 2 444 0 0,-3-1-5438 0 0,-1 1 2543 0 0</inkml:trace>
</inkml:ink>
</file>

<file path=ppt/ink/ink7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03:51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1172,'0'0'1444,"5"-12"1004,1 0 361,-4 4-1177,22 28-3176,-21-13 216,0 3-1441,1-1 641</inkml:trace>
</inkml:ink>
</file>

<file path=ppt/ink/ink7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52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131 369 720 0 0,'-46'-6'5584'0'0,"40"8"-5302"0"0,0 0 1 0 0,1 1-1 0 0,-1 0 1 0 0,1 0-1 0 0,-1 0 0 0 0,1 0 1 0 0,0 1-1 0 0,0 0 1 0 0,-6 6-1 0 0,9-7-191 0 0,-1-1 0 0 0,1 1 0 0 0,0 0 0 0 0,0 0 0 0 0,0 0 0 0 0,0 0 0 0 0,1 0 0 0 0,-1 0 0 0 0,1 0 0 0 0,-1 1 0 0 0,1-1 0 0 0,0 1 0 0 0,1-1 0 0 0,-1 1 1 0 0,1-1-1 0 0,-1 1 0 0 0,1-1 0 0 0,0 6 0 0 0,1-7-69 0 0,0 0 0 0 0,0-1 1 0 0,0 1-1 0 0,0 0 0 0 0,0 0 0 0 0,0-1 1 0 0,0 1-1 0 0,1 0 0 0 0,-1-1 1 0 0,0 0-1 0 0,1 1 0 0 0,0-1 0 0 0,-1 0 1 0 0,1 1-1 0 0,0-1 0 0 0,-1 0 1 0 0,1 0-1 0 0,0-1 0 0 0,0 1 0 0 0,0 0 1 0 0,0-1-1 0 0,0 1 0 0 0,2 0 1 0 0,49 9 202 0 0,-26-8-267 0 0,1-1 0 0 0,0-1-1 0 0,0-1 1 0 0,-1-2 0 0 0,51-10 0 0 0,-22-2 135 0 0,94-39-1 0 0,-100 29 1413 0 0,-49 24-995 0 0,4-1 236 0 0,-22 12-720 0 0,13-8-4 0 0,2-1-4 0 0,1 1-1 0 0,-1-1 1 0 0,1 0-1 0 0,0 1 1 0 0,0-1-1 0 0,-1 1 1 0 0,1-1 0 0 0,0 1-1 0 0,0 0 1 0 0,0-1-1 0 0,1 1 1 0 0,-1 0-1 0 0,-1 3 1 0 0,22-3-175 0 0,0-2 1 0 0,-1-1-1 0 0,1 0 1 0 0,0-1-1 0 0,-1-1 1 0 0,30-9 0 0 0,-5 3-305 0 0,-25 5 295 0 0,0 0 0 0 0,0-2 0 0 0,0 0 0 0 0,-1 0 0 0 0,0-2 0 0 0,0 0 0 0 0,-1-1 0 0 0,25-18 0 0 0,-34 21 234 0 0,-1-1 0 0 0,1 1-1 0 0,-2-1 1 0 0,1 0 0 0 0,-1-1-1 0 0,0 0 1 0 0,0 0-1 0 0,-1 0 1 0 0,0-1 0 0 0,0 1-1 0 0,-1-1 1 0 0,0 0 0 0 0,-1-1-1 0 0,0 1 1 0 0,-1 0 0 0 0,1-1-1 0 0,-2 0 1 0 0,2-18 0 0 0,-3 16 345 0 0,0 0 0 0 0,-1 0 1 0 0,0 0-1 0 0,-1 0 1 0 0,-1 1-1 0 0,1-1 0 0 0,-2 1 1 0 0,0-1-1 0 0,0 1 1 0 0,-1 0-1 0 0,-7-11 1 0 0,11 19 151 0 0,-2 4-529 0 0,0 1 1 0 0,1-1-1 0 0,-1 0 1 0 0,0 1-1 0 0,1-1 1 0 0,0 1-1 0 0,-1-1 1 0 0,1 1-1 0 0,0 0 1 0 0,0 0-1 0 0,0 0 1 0 0,0 1-1 0 0,0-1 0 0 0,0 0 1 0 0,1 1-1 0 0,-1-1 1 0 0,1 1-1 0 0,-1 0 1 0 0,1-1-1 0 0,0 1 1 0 0,-1 5-1 0 0,-20 61 321 0 0,12-20-580 0 0,2 0 0 0 0,-2 52-1 0 0,12 1-3036 0 0,1-79 554 0 0,1 1 1 0 0,8 27 0 0 0,-2-17-1499 0 0</inkml:trace>
</inkml:ink>
</file>

<file path=ppt/ink/ink7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53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0 219 720 0 0,'2'-3'1002'0'0,"3"-6"-664"0"0,1 0-1 0 0,-1 0 0 0 0,1 1 1 0 0,1 0-1 0 0,0 0 1 0 0,0 1-1 0 0,1-1 1 0 0,-1 2-1 0 0,1-1 0 0 0,1 1 1 0 0,-1 0-1 0 0,1 1 1 0 0,0 0-1 0 0,12-4 1 0 0,21-9 554 0 0,85-22 1 0 0,-91 30-479 0 0,5-1 7 0 0,1 2 0 0 0,44-4 1 0 0,-66 10-282 0 0,1 2 1 0 0,0 1 0 0 0,-1 0 0 0 0,1 2-1 0 0,-1 0 1 0 0,26 7 0 0 0,-44-9-127 0 0,0 0-1 0 0,0 1 1 0 0,1-1 0 0 0,-1 1 0 0 0,0-1 0 0 0,0 1-1 0 0,0 0 1 0 0,0 0 0 0 0,0 0 0 0 0,0 0 0 0 0,0 0-1 0 0,0 0 1 0 0,-1 0 0 0 0,1 1 0 0 0,0-1 0 0 0,-1 1-1 0 0,1-1 1 0 0,-1 1 0 0 0,1 0 0 0 0,-1 0 0 0 0,0 0 0 0 0,0-1-1 0 0,0 1 1 0 0,0 0 0 0 0,0 0 0 0 0,0 0 0 0 0,0 1-1 0 0,-1-1 1 0 0,1 0 0 0 0,-1 0 0 0 0,0 0 0 0 0,1 0-1 0 0,-1 1 1 0 0,0-1 0 0 0,0 0 0 0 0,0 0 0 0 0,-1 0 0 0 0,1 1-1 0 0,0-1 1 0 0,-1 0 0 0 0,0 0 0 0 0,1 0 0 0 0,-1 0-1 0 0,0 0 1 0 0,0 0 0 0 0,0 0 0 0 0,0 0 0 0 0,-1 0-1 0 0,0 1 1 0 0,-6 9 29 0 0,0-1 0 0 0,0-1-1 0 0,-1 0 1 0 0,0 0 0 0 0,0 0-1 0 0,-22 15 1 0 0,12-12 167 0 0,-1-1 0 0 0,-1 0 1 0 0,-39 16-1 0 0,58-28 7 0 0,106-15-166 0 0,-34 8-133 0 0,0 2-50 0 0,-1-4-1 0 0,72-18 1 0 0,-125 22 150 0 0,1-1 0 0 0,-1 0 0 0 0,-1-1 0 0 0,1-1 0 0 0,-1 0 0 0 0,14-11 0 0 0,-28 18-10 0 0,-1 0 1 0 0,0 1-1 0 0,0-1 1 0 0,1 0-1 0 0,-1 0 1 0 0,0 0-1 0 0,0 1 1 0 0,0-1-1 0 0,0 0 1 0 0,0 0-1 0 0,0 0 1 0 0,0 0-1 0 0,0 1 1 0 0,0-1-1 0 0,-1 0 1 0 0,1 0-1 0 0,0 0 1 0 0,0 1-1 0 0,-1-1 1 0 0,1 0-1 0 0,-1 0 1 0 0,1 1-1 0 0,0-1 1 0 0,-1 0-1 0 0,1 1 1 0 0,-1-1-1 0 0,1 1 1 0 0,-1-1 0 0 0,0 0-1 0 0,1 1 1 0 0,-1-1-1 0 0,0 1 1 0 0,1 0-1 0 0,-1-1 1 0 0,0 1-1 0 0,0 0 1 0 0,1-1-1 0 0,-1 1 1 0 0,-1-1-1 0 0,-4 0 35 0 0,0 0-1 0 0,0 0 0 0 0,0 0 1 0 0,0 1-1 0 0,0 0 0 0 0,0 0 0 0 0,0 0 1 0 0,0 1-1 0 0,0 0 0 0 0,-6 1 1 0 0,9-1-27 0 0,0 0 1 0 0,0 0-1 0 0,1 1 1 0 0,-1-1-1 0 0,0 0 1 0 0,1 1-1 0 0,-1 0 1 0 0,1-1-1 0 0,-1 1 1 0 0,1 0-1 0 0,0 0 1 0 0,0 1-1 0 0,0-1 1 0 0,0 0-1 0 0,0 1 1 0 0,0-1-1 0 0,1 1 1 0 0,-1 0-1 0 0,1-1 1 0 0,0 1-1 0 0,-2 5 1 0 0,2-6-13 0 0,1 0 1 0 0,0 1-1 0 0,0-1 1 0 0,0 0-1 0 0,0 1 1 0 0,0-1-1 0 0,0 0 1 0 0,0 0-1 0 0,1 1 0 0 0,-1-1 1 0 0,1 0-1 0 0,0 0 1 0 0,-1 1-1 0 0,1-1 1 0 0,0 0-1 0 0,0 0 0 0 0,1 0 1 0 0,-1 0-1 0 0,0 0 1 0 0,1-1-1 0 0,-1 1 1 0 0,1 0-1 0 0,-1-1 1 0 0,1 1-1 0 0,0-1 0 0 0,0 1 1 0 0,0-1-1 0 0,0 0 1 0 0,0 0-1 0 0,3 2 1 0 0,3 1 8 0 0,1 1 1 0 0,0-2 0 0 0,1 1 0 0 0,-1-1-1 0 0,13 2 1 0 0,-7-2-74 0 0,-1-2-1 0 0,1 1 1 0 0,-1-2-1 0 0,1 0 1 0 0,-1-1 0 0 0,1 0-1 0 0,-1-1 1 0 0,1-1-1 0 0,25-8 1 0 0,-8-1-9 0 0,-1-2 1 0 0,0-1-1 0 0,31-20 0 0 0,-53 29 94 0 0,-4 2 128 0 0,0 1 0 0 0,1-1 0 0 0,-1 1 0 0 0,1 0 0 0 0,0 0 0 0 0,9-2 0 0 0,-14 5-149 0 0,0 0 0 0 0,-1 0 1 0 0,1 0-1 0 0,0 0 0 0 0,0 1 0 0 0,0-1 1 0 0,-1 0-1 0 0,1 1 0 0 0,0-1 1 0 0,-1 1-1 0 0,1-1 0 0 0,0 1 0 0 0,-1-1 1 0 0,1 1-1 0 0,-1-1 0 0 0,1 1 1 0 0,0-1-1 0 0,-1 1 0 0 0,0 0 0 0 0,1-1 1 0 0,-1 1-1 0 0,1 0 0 0 0,-1 0 0 0 0,0-1 1 0 0,1 1-1 0 0,-1 0 0 0 0,0 0 1 0 0,0 0-1 0 0,0-1 0 0 0,0 1 0 0 0,1 0 1 0 0,-1 1-1 0 0,-2 36 62 0 0,1-10-4 0 0,1-27-57 0 0,0 1-1 0 0,0-1 1 0 0,0 1-1 0 0,0 0 1 0 0,1-1-1 0 0,-1 1 1 0 0,0-1-1 0 0,1 1 1 0 0,0-1 0 0 0,-1 1-1 0 0,1-1 1 0 0,0 0-1 0 0,-1 1 1 0 0,1-1-1 0 0,0 0 1 0 0,0 1-1 0 0,0-1 1 0 0,0 0-1 0 0,1 0 1 0 0,-1 0 0 0 0,0 0-1 0 0,0 0 1 0 0,1 0-1 0 0,-1 0 1 0 0,0-1-1 0 0,1 1 1 0 0,2 1-1 0 0,-1-2-11 0 0,1 1 0 0 0,0-1-1 0 0,0 0 1 0 0,0 0-1 0 0,0 0 1 0 0,-1 0-1 0 0,1-1 1 0 0,0 0 0 0 0,0 1-1 0 0,-1-1 1 0 0,6-3-1 0 0,8-3-72 0 0,0 0 1 0 0,0-2-1 0 0,31-21 0 0 0,-43 26 50 0 0,-1 1-5 0 0,0 0-1 0 0,0 0 1 0 0,0 0-1 0 0,1 0 1 0 0,-1 1-1 0 0,1 0 1 0 0,9-3-1 0 0,-13 5 34 0 0,0 0 0 0 0,0 0 0 0 0,-1 0 0 0 0,1 0 0 0 0,0 0-1 0 0,0 0 1 0 0,0 0 0 0 0,0 0 0 0 0,0 1 0 0 0,0-1 0 0 0,0 0-1 0 0,-1 1 1 0 0,1-1 0 0 0,0 1 0 0 0,0-1 0 0 0,0 1 0 0 0,-1-1-1 0 0,1 1 1 0 0,0-1 0 0 0,-1 1 0 0 0,1 0 0 0 0,1 1 0 0 0,12 10-21 0 0,-10-9 26 0 0,0-1 0 0 0,0 1 0 0 0,0-1 0 0 0,1 0-1 0 0,0 0 1 0 0,-1 0 0 0 0,1 0 0 0 0,0-1 0 0 0,0 0 0 0 0,0 0-1 0 0,0 0 1 0 0,6-1 0 0 0,70-3 50 0 0,-26 0-59 0 0,2 4-68 0 0,-87 27 52 0 0,29-28 16 0 0,1 0 0 0 0,0 0-1 0 0,-1 0 1 0 0,1 0 0 0 0,-1 1 0 0 0,1-1-1 0 0,-1 0 1 0 0,1 0 0 0 0,0 1 0 0 0,-1-1-1 0 0,1 0 1 0 0,-1 0 0 0 0,1 1-1 0 0,0-1 1 0 0,-1 0 0 0 0,1 1 0 0 0,0-1-1 0 0,0 1 1 0 0,-1-1 0 0 0,1 0-1 0 0,0 1 1 0 0,0-1 0 0 0,-1 1 0 0 0,1-1-1 0 0,0 1 1 0 0,0-1 0 0 0,0 0-1 0 0,0 1 1 0 0,0-1 0 0 0,0 1 0 0 0,0-1-1 0 0,0 1 1 0 0,0-1 0 0 0,0 1 0 0 0,0-1-1 0 0,0 1 1 0 0,0-1 0 0 0,0 1-1 0 0,21 1-192 0 0,39-15-163 0 0,-22 2 223 0 0,-1-1 1 0 0,44-23-1 0 0,-69 28-255 0 0,-6 5 3758 0 0,-4 14-1487 0 0,-2-12-1887 0 0,1 2-21 0 0,0-1 1 0 0,-1 0-1 0 0,1 1 1 0 0,0-1 0 0 0,0 0-1 0 0,0 1 1 0 0,0-1 0 0 0,1 0-1 0 0,-1 0 1 0 0,0 0-1 0 0,0 0 1 0 0,1 0 0 0 0,-1 0-1 0 0,0-1 1 0 0,1 1 0 0 0,1 0-1 0 0,17 9-3908 0 0,-17-8 2329 0 0,11 4-2825 0 0,-1 1 336 0 0</inkml:trace>
</inkml:ink>
</file>

<file path=ppt/ink/ink7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3:53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1 141 112 0 0,'13'-11'2216'0'0,"6"-5"-192"0"0,-5 3-215 0 0,-2 0-165 0 0,-4-2-160 0 0,0 2-156 0 0,1-3-144 0 0,-2 2-128 0 0,-4 6-84 0 0,2-1 636 0 0,-4-2-1192 0 0,-28 10-3764 0 0,13 8-1864 0 0,-4-2 1195 0 0</inkml:trace>
</inkml:ink>
</file>

<file path=ppt/ink/ink7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1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17 604 64 0 0,'-10'-5'10394'0'0,"40"-5"-10148"0"0,-1-1-1 0 0,-1-2 0 0 0,0-1 1 0 0,-1-1-1 0 0,0-1 1 0 0,26-21-1 0 0,-12 5-60 0 0,-2-2 0 0 0,69-77-1 0 0,-101 103-158 0 0,-1 0-1 0 0,0 0 0 0 0,0 0 0 0 0,-1-1 0 0 0,0 0 0 0 0,0 0 0 0 0,-1 0 0 0 0,0-1 0 0 0,-1 1 1 0 0,0-1-1 0 0,3-19 0 0 0,-6 23-16 0 0,0-1 0 0 0,0 1 0 0 0,0 0 1 0 0,-1 0-1 0 0,0 0 0 0 0,0 0 0 0 0,0 0 1 0 0,-1 0-1 0 0,0 0 0 0 0,0 0 0 0 0,-1 1 1 0 0,0-1-1 0 0,0 1 0 0 0,0-1 0 0 0,0 1 1 0 0,-1 0-1 0 0,0 0 0 0 0,0 1 0 0 0,0-1 1 0 0,-7-5-1 0 0,2 3-6 0 0,0 1 1 0 0,0 0-1 0 0,-1 0 0 0 0,1 1 1 0 0,-1 0-1 0 0,0 1 0 0 0,0 0 1 0 0,-1 1-1 0 0,1 0 0 0 0,-1 1 1 0 0,0 0-1 0 0,0 0 0 0 0,-15 0 1 0 0,-1 2 0 0 0,0 1 0 0 0,0 1 0 0 0,0 1 0 0 0,-34 9 0 0 0,58-11-7 0 0,-1-1 0 0 0,0 1 1 0 0,1 0-1 0 0,-1 0 0 0 0,1 0 0 0 0,-1 0 0 0 0,1 1 0 0 0,-1-1 0 0 0,1 1 0 0 0,0 0 0 0 0,0 0 0 0 0,0 0 1 0 0,0 1-1 0 0,0-1 0 0 0,0 1 0 0 0,1-1 0 0 0,-1 1 0 0 0,1 0 0 0 0,0 0 0 0 0,0 0 0 0 0,0 0 0 0 0,0 1 1 0 0,0-1-1 0 0,-1 6 0 0 0,2-3 1 0 0,1-1 0 0 0,0 1-1 0 0,0-1 1 0 0,0 1 0 0 0,1-1 0 0 0,0 1 0 0 0,0-1 0 0 0,0 1 0 0 0,1-1 0 0 0,0 0 0 0 0,0 1 0 0 0,0-1 0 0 0,1 0-1 0 0,-1 0 1 0 0,1-1 0 0 0,4 5 0 0 0,78 112 14 0 0,-48-73-4 0 0,-3 1-1 0 0,31 59 0 0 0,-56-91 1 0 0,-2 0-1 0 0,0 1 0 0 0,0 0 0 0 0,-2 0 0 0 0,0 0 1 0 0,-1 1-1 0 0,-1-1 0 0 0,-1 1 0 0 0,-1 0 0 0 0,-1 36 1 0 0,-2-45-1 0 0,0 0 0 0 0,-1 0 1 0 0,0 0-1 0 0,0 0 1 0 0,-1-1-1 0 0,0 0 1 0 0,-1 0-1 0 0,0 0 1 0 0,-1 0-1 0 0,1-1 0 0 0,-2 0 1 0 0,1 0-1 0 0,-1 0 1 0 0,0-1-1 0 0,-1 0 1 0 0,1-1-1 0 0,-18 12 1 0 0,21-15-4 0 0,-1 0 1 0 0,1-1 0 0 0,-1 1 0 0 0,0-1 0 0 0,0 1 0 0 0,0-2 0 0 0,0 1 0 0 0,0 0 0 0 0,-1-1 0 0 0,1 0 0 0 0,0 0 0 0 0,-1-1-1 0 0,1 1 1 0 0,0-1 0 0 0,-1-1 0 0 0,1 1 0 0 0,-1-1 0 0 0,1 1 0 0 0,0-2 0 0 0,0 1 0 0 0,-1 0 0 0 0,1-1 0 0 0,0 0 0 0 0,0 0-1 0 0,0-1 1 0 0,1 1 0 0 0,-1-1 0 0 0,1 0 0 0 0,-1-1 0 0 0,1 1 0 0 0,0-1 0 0 0,0 1 0 0 0,1-1 0 0 0,-6-8 0 0 0,4 6-9 0 0,0 0 1 0 0,1-1 0 0 0,0 0-1 0 0,1 0 1 0 0,-1 0 0 0 0,1-1 0 0 0,1 1-1 0 0,-1-1 1 0 0,2 0 0 0 0,-1 1-1 0 0,1-1 1 0 0,0 0 0 0 0,0 0 0 0 0,1 0-1 0 0,0 0 1 0 0,0 0 0 0 0,1 0-1 0 0,0 1 1 0 0,1-1 0 0 0,0 0-1 0 0,2-8 1 0 0,-1 9-277 0 0,0 0-1 0 0,1 0 0 0 0,0 0 1 0 0,0 0-1 0 0,0 0 0 0 0,1 1 1 0 0,0 0-1 0 0,0 0 1 0 0,0 0-1 0 0,1 0 0 0 0,0 1 1 0 0,0 0-1 0 0,11-6 1 0 0,14-7-4483 0 0,-17 11 2038 0 0</inkml:trace>
</inkml:ink>
</file>

<file path=ppt/ink/ink7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2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1 114 1224 0 0,'3'-2'489'0'0,"1"0"0"0"0,-1 0 0 0 0,1 0 0 0 0,-1-1 1 0 0,0 1-1 0 0,0-1 0 0 0,0 0 0 0 0,0 0 0 0 0,-1 0 0 0 0,1 0 0 0 0,-1 0 0 0 0,0-1 0 0 0,0 1 0 0 0,0-1 0 0 0,3-6 1 0 0,-4 5-299 0 0,1 0 1 0 0,0-1-1 0 0,-1 1 1 0 0,0 0 0 0 0,-1-1-1 0 0,1-8 1 0 0,-1 12-1035 0 0,2-11-3871 0 0</inkml:trace>
</inkml:ink>
</file>

<file path=ppt/ink/ink7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4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94 4 0 0,'-4'-21'3039'0'0,"-1"0"1"0"0,-13-31 2815 0 0,16 57-5326 0 0,-12 29 80 0 0,2 0 0 0 0,1 1-1 0 0,2 1 1 0 0,-8 55 0 0 0,-4 158 888 0 0,14-144-1011 0 0,4-49-266 0 0,-11 96 310 0 0,5-116 78 0 0,6-16-7243 0 0,18-37 632 0 0,-3 1 2509 0 0</inkml:trace>
</inkml:ink>
</file>

<file path=ppt/ink/ink7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5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17 1116 0 0,'4'-17'10248'0'0,"-3"55"-9013"0"0,-2 0 0 0 0,-1 0 0 0 0,-13 68 0 0 0,6-50-212 0 0,-2 65 0 0 0,7-48-387 0 0,-4-1-1 0 0,-20 81 1 0 0,27-146-1561 0 0,-4 12 2408 0 0,-1-44-18994 0 0</inkml:trace>
</inkml:ink>
</file>

<file path=ppt/ink/ink7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5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1 167 256 0 0,'0'0'7835'0'0,"4"-3"-7611"0"0,6-1-96 0 0,0 0 0 0 0,1 1-1 0 0,-1 0 1 0 0,1 0-1 0 0,0 1 1 0 0,0 1-1 0 0,0 0 1 0 0,19 1-1 0 0,37-6 85 0 0,86-18 58 0 0,197-37 57 0 0,-175 15 1371 0 0,-173 46-1472 0 0,3-2 34 0 0,11-1 836 0 0,-16 3-1080 0 0,1 0-1 0 0,-1 0 0 0 0,1 1 0 0 0,-1-1 1 0 0,1 0-1 0 0,-1 1 0 0 0,0-1 0 0 0,1 1 1 0 0,-1-1-1 0 0,0 1 0 0 0,0-1 0 0 0,1 0 1 0 0,-1 1-1 0 0,0-1 0 0 0,0 1 0 0 0,1-1 0 0 0,-1 1 1 0 0,0-1-1 0 0,0 1 0 0 0,0 0 0 0 0,0-1 1 0 0,0 1-1 0 0,0-1 0 0 0,0 1 0 0 0,0-1 1 0 0,0 1-1 0 0,0-1 0 0 0,0 1 0 0 0,0-1 0 0 0,0 1 1 0 0,-1-1-1 0 0,1 1 0 0 0,0-1 0 0 0,0 1 1 0 0,-1-1-1 0 0,1 1 0 0 0,0 0 0 0 0,-5 21 192 0 0,2 1 0 0 0,-1 37 1 0 0,4-39-140 0 0,-1 0 0 0 0,-2-1 1 0 0,-6 30-1 0 0,8-42-331 0 0,-1 4-319 0 0</inkml:trace>
</inkml:ink>
</file>

<file path=ppt/ink/ink7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6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44 708 0 0,'0'0'868'0'0,"4"-12"644"0"0,0 0-856 0 0,0 5 924 0 0,5-3-575 0 0,3 8-981 0 0,7 4-1105 0 0,-5 1-1631 0 0</inkml:trace>
</inkml:ink>
</file>

<file path=ppt/ink/ink7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6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1 191 388 0 0,'4'-2'811'0'0,"13"-5"260"0"0,0-1 0 0 0,-1-1 0 0 0,-1-1 0 0 0,21-15 0 0 0,-28 18-720 0 0,1 0-1 0 0,-1 0 1 0 0,-1-1-1 0 0,0 0 1 0 0,0 0-1 0 0,0-1 1 0 0,-1 0-1 0 0,0 0 1 0 0,5-11 0 0 0,-10 19-293 0 0,-1-1 0 0 0,1 1 0 0 0,-1 0 0 0 0,1 0 0 0 0,-1-1 0 0 0,1 1 0 0 0,-1 0 0 0 0,0 0 0 0 0,1-1 0 0 0,-1 1 0 0 0,0-1 0 0 0,0 1 0 0 0,0 0 0 0 0,0-1 0 0 0,0 1 0 0 0,0 0 0 0 0,-1-1 0 0 0,1 1 0 0 0,0 0 0 0 0,-1-1 0 0 0,0-1 0 0 0,0 2-34 0 0,0 1 0 0 0,1-1 0 0 0,-1 1 0 0 0,0-1 0 0 0,0 1 0 0 0,0-1 0 0 0,0 1 0 0 0,0-1 0 0 0,0 1 0 0 0,0 0 0 0 0,0-1 0 0 0,0 1 0 0 0,0 0 0 0 0,0 0 0 0 0,0 0 0 0 0,0 0 0 0 0,0 0 0 0 0,0 0 0 0 0,0 0 0 0 0,0 0 0 0 0,-1 1 0 0 0,-3 0 15 0 0,0 0 0 0 0,0 0 1 0 0,1 1-1 0 0,-1-1 0 0 0,0 1 0 0 0,1 0 1 0 0,0 1-1 0 0,-1-1 0 0 0,1 1 1 0 0,-5 4-1 0 0,2 1 15 0 0,0 0 0 0 0,1 1 0 0 0,0 0 1 0 0,0 0-1 0 0,1 0 0 0 0,0 1 0 0 0,0 0 0 0 0,1 0 0 0 0,1 0 1 0 0,-1 1-1 0 0,-1 11 0 0 0,4-15-37 0 0,0 0 0 0 0,0 0 0 0 0,0-1 1 0 0,1 2-1 0 0,0-1 0 0 0,0 0 0 0 0,1-1 0 0 0,0 1 0 0 0,0 0 0 0 0,1 0 1 0 0,0 0-1 0 0,0 0 0 0 0,0-1 0 0 0,1 1 0 0 0,0-1 0 0 0,0 0 1 0 0,1 0-1 0 0,6 9 0 0 0,-8-13-11 0 0,0 0 0 0 0,0 0-1 0 0,0 0 1 0 0,0 0 0 0 0,1 0 0 0 0,-1 0 0 0 0,1-1-1 0 0,-1 1 1 0 0,1-1 0 0 0,0 0 0 0 0,-1 0 0 0 0,1 0 0 0 0,0 0-1 0 0,0 0 1 0 0,0 0 0 0 0,0-1 0 0 0,0 1 0 0 0,0-1 0 0 0,4 0-1 0 0,0-1 1 0 0,-1 0 1 0 0,1 0-1 0 0,-1 0 0 0 0,0-1 0 0 0,0 0 0 0 0,0 0 0 0 0,0-1 0 0 0,10-5 0 0 0,4-5-3 0 0,-1 0 0 0 0,-1-1 0 0 0,0-2-1 0 0,18-17 1 0 0,-31 27-4 0 0,0 0-1 0 0,1 1 1 0 0,-1 0-1 0 0,1 0 1 0 0,1 0-1 0 0,-1 1 0 0 0,1 0 1 0 0,-1 0-1 0 0,1 0 1 0 0,0 1-1 0 0,1 0 1 0 0,8-2-1 0 0,-14 5 3 0 0,0 0-1 0 0,0 1 0 0 0,0-1 0 0 0,-1 1 1 0 0,1-1-1 0 0,0 1 0 0 0,0 0 0 0 0,-1-1 1 0 0,1 1-1 0 0,0 0 0 0 0,-1 0 1 0 0,1 0-1 0 0,0 0 0 0 0,-1 1 0 0 0,0-1 1 0 0,1 0-1 0 0,-1 1 0 0 0,0-1 1 0 0,1 1-1 0 0,-1-1 0 0 0,0 1 0 0 0,1 2 1 0 0,20 48 273 0 0,-20-44-182 0 0,1 0 0 0 0,0 0 1 0 0,1-1-1 0 0,7 13 0 0 0,-8-17-84 0 0,0 1 1 0 0,1-2 0 0 0,-1 1 0 0 0,1 0 0 0 0,0-1-1 0 0,0 0 1 0 0,0 0 0 0 0,0 0 0 0 0,0 0-1 0 0,0 0 1 0 0,1-1 0 0 0,-1 0 0 0 0,1 0 0 0 0,-1 0-1 0 0,0-1 1 0 0,1 1 0 0 0,-1-1 0 0 0,1 0-1 0 0,-1 0 1 0 0,9-2 0 0 0,42-10-2207 0 0,-8-11-4472 0 0,-36 15 3579 0 0</inkml:trace>
</inkml:ink>
</file>

<file path=ppt/ink/ink7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9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313 117 496 0 0,'11'-49'5916'0'0,"-14"-5"-1566"0"0,3 53-4319 0 0,0 0 0 0 0,-1 0 0 0 0,1 0 0 0 0,-1 1 0 0 0,0-1 0 0 0,1 0 0 0 0,-1 0 0 0 0,0 1 0 0 0,1-1 0 0 0,-1 0 0 0 0,0 1 0 0 0,1-1 0 0 0,-1 1 0 0 0,0-1 0 0 0,0 1 0 0 0,0 0 0 0 0,0-1 0 0 0,0 1-1 0 0,1 0 1 0 0,-1-1 0 0 0,0 1 0 0 0,0 0 0 0 0,0 0 0 0 0,0 0 0 0 0,0 0 0 0 0,0 0 0 0 0,0 0 0 0 0,0 0 0 0 0,0 0 0 0 0,0 0 0 0 0,0 0 0 0 0,-1 1 0 0 0,-29 4 207 0 0,12 2-64 0 0,-1 1 0 0 0,1 1-1 0 0,0 1 1 0 0,0 0 0 0 0,2 2 0 0 0,-1 0-1 0 0,1 1 1 0 0,1 0 0 0 0,-20 22-1 0 0,28-27-102 0 0,1 0 1 0 0,0 1-1 0 0,1 0 0 0 0,0 0 0 0 0,1 0 0 0 0,-1 1 0 0 0,-3 12 0 0 0,7-20-60 0 0,1 0-1 0 0,0 0 1 0 0,0 1-1 0 0,0-1 1 0 0,1 1-1 0 0,-1-1 1 0 0,0 1 0 0 0,1-1-1 0 0,0 1 1 0 0,0-1-1 0 0,-1 1 1 0 0,1-1-1 0 0,1 1 1 0 0,-1-1-1 0 0,0 1 1 0 0,1-1-1 0 0,-1 1 1 0 0,1-1-1 0 0,0 1 1 0 0,0-1-1 0 0,0 0 1 0 0,0 1-1 0 0,0-1 1 0 0,0 0 0 0 0,0 0-1 0 0,1 0 1 0 0,-1 0-1 0 0,1 0 1 0 0,0 0-1 0 0,0 0 1 0 0,0-1-1 0 0,-1 1 1 0 0,1 0-1 0 0,1-1 1 0 0,2 2-1 0 0,1-1-2 0 0,0 0 0 0 0,1-1 0 0 0,-1 0 0 0 0,0 0 0 0 0,0 0 0 0 0,1-1 0 0 0,-1 0 0 0 0,0 0 0 0 0,1-1-1 0 0,-1 1 1 0 0,0-2 0 0 0,0 1 0 0 0,1 0 0 0 0,-1-1 0 0 0,0 0 0 0 0,-1-1 0 0 0,8-3 0 0 0,8-5-1 0 0,0 0 0 0 0,0-2 0 0 0,21-17 0 0 0,-30 21-2 0 0,0 0 0 0 0,0-1 0 0 0,-1 0-1 0 0,0-1 1 0 0,-1-1 0 0 0,0 0 0 0 0,-1 0 0 0 0,-1-1 0 0 0,1 0 0 0 0,6-16-1 0 0,-14 28-14 0 0,-5 10 4 0 0,1-1 0 0 0,0 1-1 0 0,1 1 1 0 0,0-1-1 0 0,0 0 1 0 0,0 11 0 0 0,2-11-3 0 0,0 0 0 0 0,1-1 0 0 0,-1 1 0 0 0,2 0 0 0 0,-1-1 0 0 0,1 1 0 0 0,1-1 1 0 0,4 12-1 0 0,-6-19 9 0 0,0 1 0 0 0,0 0 0 0 0,0-1 1 0 0,0 0-1 0 0,1 1 0 0 0,-1-1 0 0 0,0 0 1 0 0,1 0-1 0 0,-1 0 0 0 0,1 0 0 0 0,-1 0 1 0 0,1 0-1 0 0,-1 0 0 0 0,1 0 1 0 0,0 0-1 0 0,0-1 0 0 0,-1 1 0 0 0,1-1 1 0 0,0 1-1 0 0,0-1 0 0 0,0 0 0 0 0,-1 0 1 0 0,1 0-1 0 0,0 0 0 0 0,0 0 0 0 0,0 0 1 0 0,-1 0-1 0 0,1-1 0 0 0,0 1 0 0 0,0-1 1 0 0,0 1-1 0 0,-1-1 0 0 0,1 1 0 0 0,0-1 1 0 0,2-2-1 0 0,10-3 5 0 0,-1-1 0 0 0,1-1 1 0 0,16-12-1 0 0,-11 7-11 0 0,46-29-30 0 0,-41 25 17 0 0,1 1-1 0 0,44-20 1 0 0,-67 36 18 0 0,-1-1 1 0 0,0 1-1 0 0,0-1 1 0 0,0 1-1 0 0,1-1 1 0 0,-1 1-1 0 0,0 0 0 0 0,0-1 1 0 0,1 1-1 0 0,-1 0 1 0 0,0 0-1 0 0,1 0 1 0 0,-1 0-1 0 0,0 0 1 0 0,1 0-1 0 0,-1 1 1 0 0,0-1-1 0 0,0 0 1 0 0,1 1-1 0 0,-1-1 1 0 0,0 0-1 0 0,0 1 1 0 0,0 0-1 0 0,1-1 0 0 0,-1 1 1 0 0,0 0-1 0 0,0-1 1 0 0,0 1-1 0 0,0 0 1 0 0,0 0-1 0 0,0 0 1 0 0,-1 0-1 0 0,1 0 1 0 0,0 0-1 0 0,0 0 1 0 0,-1 0-1 0 0,1 1 1 0 0,0 0-1 0 0,2 5 6 0 0,-1 0-1 0 0,0 0 1 0 0,-1 1-1 0 0,1-1 1 0 0,-1 11-1 0 0,2 2 5 0 0,1-1-271 0 0,-3-11 328 0 0,0 0-1 0 0,1 0 0 0 0,1 0 1 0 0,-1 0-1 0 0,6 10 1 0 0,-7-16-263 0 0,-1-1 0 0 0,1 1 0 0 0,1 0 0 0 0,-1-1 0 0 0,0 1 0 0 0,0-1 0 0 0,0 0 0 0 0,1 1 0 0 0,-1-1 1 0 0,1 0-1 0 0,-1 0 0 0 0,1 0 0 0 0,0 0 0 0 0,-1 0 0 0 0,1 0 0 0 0,0-1 0 0 0,-1 1 0 0 0,1-1 0 0 0,0 1 0 0 0,0-1 0 0 0,0 1 0 0 0,-1-1 0 0 0,1 0 0 0 0,0 0 1 0 0,0 0-1 0 0,0 0 0 0 0,0 0 0 0 0,0 0 0 0 0,3-1 0 0 0,14-3-3195 0 0,-3 0 259 0 0</inkml:trace>
</inkml:ink>
</file>

<file path=ppt/ink/ink7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39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92 622 204 0 0,'1'-1'156'0'0,"-1"1"0"0"0,0-1 0 0 0,1 0 1 0 0,-1 1-1 0 0,0-1 0 0 0,0 0 0 0 0,1 1 0 0 0,-1-1 0 0 0,0 0 0 0 0,0 0 0 0 0,0 1 1 0 0,0-1-1 0 0,0 0 0 0 0,0 1 0 0 0,0-1 0 0 0,0 0 0 0 0,0 0 0 0 0,-1 1 1 0 0,1-1-1 0 0,0 0 0 0 0,0 1 0 0 0,-1-1 0 0 0,1 0 0 0 0,0 1 0 0 0,-1-1 0 0 0,1 1 1 0 0,-1-1-1 0 0,1 0 0 0 0,0 1 0 0 0,-1-1 0 0 0,1 1 0 0 0,-1-1 0 0 0,0 1 1 0 0,1-1-1 0 0,-1 1 0 0 0,1 0 0 0 0,-1-1 0 0 0,0 1 0 0 0,1 0 0 0 0,-1-1 0 0 0,0 1 1 0 0,1 0-1 0 0,-1 0 0 0 0,-1 0 0 0 0,-1-1 313 0 0,-38 25 1176 0 0,38-21-1544 0 0,0-1 0 0 0,0 1-1 0 0,0-1 1 0 0,1 1 0 0 0,-1 0 0 0 0,1 0-1 0 0,0 0 1 0 0,0 0 0 0 0,0 0 0 0 0,0 1-1 0 0,1-1 1 0 0,-1 0 0 0 0,1 1 0 0 0,0 0-1 0 0,0-1 1 0 0,0 1 0 0 0,1-1 0 0 0,-1 1-1 0 0,1 6 1 0 0,0-8-77 0 0,0 1 0 0 0,0-1 0 0 0,1 0 0 0 0,-1 1 0 0 0,1-1 0 0 0,0 0 0 0 0,0 0 0 0 0,0 0 0 0 0,0 1 0 0 0,0-1 0 0 0,0 0 0 0 0,1 0 0 0 0,-1 0 0 0 0,0-1 0 0 0,1 1 0 0 0,0 0 0 0 0,-1-1 0 0 0,1 1 0 0 0,0-1 0 0 0,0 1 0 0 0,0-1 0 0 0,0 0 0 0 0,0 0 0 0 0,0 1 0 0 0,0-2 0 0 0,1 1 0 0 0,-1 0 0 0 0,0 0 0 0 0,0-1 0 0 0,1 1 0 0 0,2-1 0 0 0,9 2-2 0 0,1-1 0 0 0,0 0 1 0 0,0-2-1 0 0,0 1 0 0 0,-1-2 0 0 0,1 0 0 0 0,-1-1 1 0 0,1 0-1 0 0,-1-1 0 0 0,0-1 0 0 0,0 0 0 0 0,0-1 1 0 0,-1 0-1 0 0,0-1 0 0 0,0-1 0 0 0,-1 0 0 0 0,0 0 1 0 0,0-1-1 0 0,-1-1 0 0 0,12-12 0 0 0,-7 5-13 0 0,-2 1 0 0 0,1-2-1 0 0,-2 0 1 0 0,0 0 0 0 0,-1-1-1 0 0,-1-1 1 0 0,-1 0-1 0 0,-1-1 1 0 0,-1 1 0 0 0,0-2-1 0 0,-2 1 1 0 0,6-34 0 0 0,-8 28-13 0 0,-1 1-1 0 0,-2 0 1 0 0,-1 0 0 0 0,0-1-1 0 0,-2 1 1 0 0,-1 0 0 0 0,-1 0-1 0 0,-2 0 1 0 0,0 1 0 0 0,-15-37-1 0 0,21 61 5 0 0,-1-1 0 0 0,1 1-1 0 0,-1-1 1 0 0,1 1-1 0 0,-1-1 1 0 0,0 1-1 0 0,0 0 1 0 0,1-1-1 0 0,-1 1 1 0 0,0 0 0 0 0,0 0-1 0 0,0-1 1 0 0,0 1-1 0 0,-1 0 1 0 0,1 0-1 0 0,0 0 1 0 0,0 1-1 0 0,-1-1 1 0 0,1 0 0 0 0,0 0-1 0 0,-1 1 1 0 0,1-1-1 0 0,-1 1 1 0 0,1-1-1 0 0,-2 0 1 0 0,1 2-1 0 0,1 0 0 0 0,-1-1 0 0 0,1 1 0 0 0,-1 0 0 0 0,1 0 0 0 0,0 0 0 0 0,-1 0 0 0 0,1 0 0 0 0,0 0 0 0 0,0 0 0 0 0,0 0 0 0 0,0 0 0 0 0,0 1 0 0 0,0-1 0 0 0,0 0 0 0 0,0 1 0 0 0,0-1-1 0 0,0 3 1 0 0,-6 10-5 0 0,2 0-1 0 0,0 1 0 0 0,-4 20 0 0 0,-2 19 40 0 0,3 0 0 0 0,-3 106 0 0 0,12-129-13 0 0,0-1 1 0 0,2 0-1 0 0,1 0 0 0 0,1-1 1 0 0,2 1-1 0 0,20 54 1 0 0,-25-78 50 0 0,0 0 1 0 0,0 0 0 0 0,1-1-1 0 0,0 1 1 0 0,0-1 0 0 0,1 0-1 0 0,-1 0 1 0 0,1 0 0 0 0,0 0-1 0 0,0-1 1 0 0,1 1 0 0 0,-1-1-1 0 0,1 0 1 0 0,0-1 0 0 0,0 1-1 0 0,1-1 1 0 0,-1 0-1 0 0,1 0 1 0 0,-1-1 0 0 0,1 1-1 0 0,0-1 1 0 0,0 0 0 0 0,0-1-1 0 0,0 0 1 0 0,0 0 0 0 0,0 0-1 0 0,0 0 1 0 0,1-1 0 0 0,-1 0-1 0 0,0-1 1 0 0,0 1-1 0 0,0-1 1 0 0,0 0 0 0 0,7-3-1 0 0,-11 4-35 0 0,30-2 2049 0 0,-31 2-2230 0 0,0 0 0 0 0,0 1-1 0 0,0-1 1 0 0,0 1-1 0 0,0-1 1 0 0,0 0 0 0 0,0 1-1 0 0,-1-1 1 0 0,1 1 0 0 0,0 0-1 0 0,0-1 1 0 0,-1 1-1 0 0,1 0 1 0 0,0-1 0 0 0,-1 1-1 0 0,1 0 1 0 0,-1 0-1 0 0,1 0 1 0 0,0 0 0 0 0,5 4-1536 0 0</inkml:trace>
</inkml:ink>
</file>

<file path=ppt/ink/ink7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0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78 532 0 0,'-4'-47'7045'0'0,"6"16"-3452"0"0</inkml:trace>
</inkml:ink>
</file>

<file path=ppt/ink/ink7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1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140 580 424 0 0,'-15'-42'7438'0'0,"13"41"-6792"0"0,2 0-587 0 0,-1 1 0 0 0,0-1 0 0 0,1 1-1 0 0,-1-1 1 0 0,0 1 0 0 0,0-1 0 0 0,1 1 0 0 0,-1 0-1 0 0,0-1 1 0 0,0 1 0 0 0,1 0 0 0 0,-1 0 0 0 0,0 0-1 0 0,0 0 1 0 0,0-1 0 0 0,0 1 0 0 0,1 0 0 0 0,-1 0-1 0 0,0 1 1 0 0,0-1 0 0 0,0 0 0 0 0,0 0 0 0 0,1 0-1 0 0,-1 0 1 0 0,0 1 0 0 0,0-1 0 0 0,0 0 0 0 0,1 1-1 0 0,-1-1 1 0 0,-1 1 0 0 0,-27 10 866 0 0,23-8-803 0 0,1 0 0 0 0,0 0 0 0 0,0 0 0 0 0,0 1 0 0 0,1-1 0 0 0,-1 1-1 0 0,1 0 1 0 0,0 1 0 0 0,0-1 0 0 0,0 1 0 0 0,1 0 0 0 0,-6 9 0 0 0,8-13-107 0 0,1 1 1 0 0,-1 0-1 0 0,0 0 1 0 0,1 0-1 0 0,-1 0 1 0 0,1 0-1 0 0,-1-1 1 0 0,1 1 0 0 0,0 0-1 0 0,0 0 1 0 0,0 0-1 0 0,0 0 1 0 0,0 0-1 0 0,0 0 1 0 0,1 0-1 0 0,-1 0 1 0 0,1 0-1 0 0,-1 0 1 0 0,1 0-1 0 0,0 0 1 0 0,-1-1 0 0 0,1 1-1 0 0,0 0 1 0 0,0-1-1 0 0,0 1 1 0 0,1 0-1 0 0,-1-1 1 0 0,0 1-1 0 0,1-1 1 0 0,-1 0-1 0 0,1 1 1 0 0,-1-1-1 0 0,1 0 1 0 0,-1 0-1 0 0,1 0 1 0 0,0 0 0 0 0,0 0-1 0 0,0-1 1 0 0,-1 1-1 0 0,1 0 1 0 0,3 0-1 0 0,7 3-94 0 0,1 0 0 0 0,0-1-1 0 0,-1 0 1 0 0,2-1-1 0 0,-1-1 1 0 0,0 0 0 0 0,0-1-1 0 0,0 0 1 0 0,0-1 0 0 0,1 0-1 0 0,-1-1 1 0 0,0-1-1 0 0,0 0 1 0 0,14-5 0 0 0,-4-1-3 0 0,-1 0 0 0 0,1-2 0 0 0,-2 0 0 0 0,0-2 0 0 0,0 0 1 0 0,33-28-1 0 0,-49 36 204 0 0,0 0 1 0 0,0-1-1 0 0,0 1 0 0 0,-1-1 1 0 0,1 0-1 0 0,-1 0 1 0 0,4-10-1 0 0,0 2 301 0 0,-7 12 56 0 0,-2 1-462 0 0,1 1 0 0 0,-1-1-1 0 0,0 0 1 0 0,1 1 0 0 0,-1-1-1 0 0,0 0 1 0 0,0 1 0 0 0,1-1-1 0 0,-1 1 1 0 0,0-1 0 0 0,0 1-1 0 0,0-1 1 0 0,0 1 0 0 0,0 0-1 0 0,0-1 1 0 0,0 1 0 0 0,0 0-1 0 0,-1 0 1 0 0,-8 4 6 0 0,1 0-1 0 0,0 1 1 0 0,0 0-1 0 0,0 1 1 0 0,1 0 0 0 0,0 0-1 0 0,0 1 1 0 0,0 0 0 0 0,1 0-1 0 0,0 1 1 0 0,0-1-1 0 0,-5 11 1 0 0,0-4 7 0 0,11-12-15 0 0,-7 11 13 0 0,4-5-3 0 0,7-5 28 0 0,72-42-33 0 0,-73 38-28 0 0,1 0 4 0 0,-1 0 1 0 0,1 0 0 0 0,0 1-1 0 0,0-1 1 0 0,-1 0 0 0 0,1 1-1 0 0,0 0 1 0 0,0 0 0 0 0,0 0-1 0 0,-1 0 1 0 0,1 0 0 0 0,0 0-1 0 0,0 1 1 0 0,0-1 0 0 0,-1 1-1 0 0,1 0 1 0 0,2 1 0 0 0,6 4-34 0 0,-1 0 0 0 0,1-1 1 0 0,0 0-1 0 0,0 0 0 0 0,0-1 1 0 0,1-1-1 0 0,0 0 1 0 0,-1 0-1 0 0,1-1 0 0 0,0-1 1 0 0,0 0-1 0 0,0 0 0 0 0,0-2 1 0 0,0 1-1 0 0,0-1 1 0 0,0-1-1 0 0,0 0 0 0 0,0-1 1 0 0,-1 0-1 0 0,1-1 0 0 0,-1 0 1 0 0,0-1-1 0 0,0 0 0 0 0,0-1 1 0 0,11-8-1 0 0,-5 2 8 0 0,0-1 1 0 0,-1-1-1 0 0,0 0 0 0 0,-1-1 0 0 0,-1 0 0 0 0,0-2 1 0 0,-1 0-1 0 0,-1 0 0 0 0,-1-1 0 0 0,0 0 1 0 0,-1-1-1 0 0,-1 0 0 0 0,8-27 0 0 0,-16 43 37 0 0,40-143 111 0 0,-38 130 31 0 0,0 0-1 0 0,-1 0 1 0 0,-1-1-1 0 0,-1 1 1 0 0,0-1-1 0 0,-1 1 1 0 0,-3-18 0 0 0,4 34-120 0 0,0-1 0 0 0,0 0 0 0 0,0 0 0 0 0,0 0 0 0 0,0 1 0 0 0,0-1 0 0 0,0 0 0 0 0,-1 0 0 0 0,1 1 0 0 0,0-1 0 0 0,0 0 0 0 0,-1 0 0 0 0,1 1 0 0 0,0-1 0 0 0,-1 0 0 0 0,1 1 0 0 0,-1-1 0 0 0,1 0 0 0 0,-1 1 1 0 0,1-1-1 0 0,-1 1 0 0 0,1-1 0 0 0,-1 1 0 0 0,0-1 0 0 0,1 1 0 0 0,-1-1 0 0 0,-1 1 0 0 0,-15 13 249 0 0,1 5-131 0 0,1 1 0 0 0,0 0 0 0 0,2 1 1 0 0,1 1-1 0 0,-18 38 0 0 0,-35 114 246 0 0,57-149-615 0 0,2 0 0 0 0,1 0 0 0 0,1 0 0 0 0,2 1 0 0 0,0-1 0 0 0,1 1 0 0 0,3 24 1 0 0,0-27-1462 0 0,1 0 1 0 0,1 0 0 0 0,0 0-1 0 0,14 33 1 0 0,-2-16-1989 0 0</inkml:trace>
</inkml:ink>
</file>

<file path=ppt/ink/ink7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4.4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7 132 0 0,'-5'-2'9952'0'0,"24"14"-9898"0"0,-15-9-1 0 0,40 9 322 0 0,-29-13-679 0 0,1-14-4376 0 0,-12 10 3631 0 0,6-6-1504 0 0</inkml:trace>
</inkml:ink>
</file>

<file path=ppt/ink/ink7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2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210 753 684 0 0,'6'-6'6671'0'0,"-5"28"-6125"0"0,-1-1 0 0 0,-1 0-1 0 0,-1 0 1 0 0,-8 41-1 0 0,0 5 113 0 0,6-30-262 0 0,1-5-38 0 0,0 0 0 0 0,-3-1 1 0 0,-14 51-1 0 0,19-80-332 0 0,1 0-1 0 0,0-1 1 0 0,-1 1 0 0 0,0-1-1 0 0,1 1 1 0 0,-1-1 0 0 0,0 1-1 0 0,0-1 1 0 0,0 0 0 0 0,0 1-1 0 0,0-1 1 0 0,0 0 0 0 0,0 0 0 0 0,0 0-1 0 0,0 1 1 0 0,-1-1 0 0 0,1-1-1 0 0,0 1 1 0 0,-1 0 0 0 0,1 0-1 0 0,-1 0 1 0 0,1-1 0 0 0,-2 1 0 0 0,1 0 162 0 0,-18-13 34 0 0,16 9-195 0 0,0-1 1 0 0,1 0 0 0 0,-1 0 0 0 0,1 0-1 0 0,0 0 1 0 0,0 0 0 0 0,1 0 0 0 0,-1-1 0 0 0,1 0-1 0 0,0 1 1 0 0,-3-10 0 0 0,-11-62 120 0 0,8 36-97 0 0,-7-23 3 0 0,3-1 0 0 0,-8-122 0 0 0,19 152-52 0 0,2 0 0 0 0,1 0 1 0 0,2 1-1 0 0,2-1 0 0 0,1 1 0 0 0,1 0 0 0 0,16-42 1 0 0,-5 27-23 0 0,2 1 0 0 0,47-79 0 0 0,-60 113 8 0 0,1 1 0 0 0,0-1 0 0 0,0 1 0 0 0,2 1 0 0 0,-1 0 0 0 0,1 0 0 0 0,1 1 1 0 0,0 1-1 0 0,1 0 0 0 0,-1 0 0 0 0,2 2 0 0 0,-1-1 0 0 0,26-9 0 0 0,-37 16 10 0 0,0 0 0 0 0,0 1-1 0 0,0-1 1 0 0,0 1 0 0 0,0-1 0 0 0,0 1 0 0 0,0-1-1 0 0,1 1 1 0 0,-1 0 0 0 0,0 0 0 0 0,0 0 0 0 0,0 0-1 0 0,0 1 1 0 0,0-1 0 0 0,0 0 0 0 0,1 1 0 0 0,-1 0-1 0 0,0-1 1 0 0,0 1 0 0 0,0 0 0 0 0,-1 0 0 0 0,1 0-1 0 0,3 3 1 0 0,-3-2 1 0 0,0 0 1 0 0,-1 1-1 0 0,0-1 0 0 0,1 1 0 0 0,-1-1 1 0 0,0 1-1 0 0,0-1 0 0 0,0 1 1 0 0,-1 0-1 0 0,1 0 0 0 0,-1-1 0 0 0,1 1 1 0 0,-1 0-1 0 0,0 0 0 0 0,0 4 0 0 0,-2 11 5 0 0,0-1-1 0 0,-1 1 0 0 0,-1-1 0 0 0,-8 24 0 0 0,-21 53 7 0 0,-49 174 28 0 0,76-239-25 0 0,0 1 0 0 0,2 0 1 0 0,2 0-1 0 0,0 0 0 0 0,2 1 1 0 0,1-1-1 0 0,6 33 0 0 0,-5-56-10 0 0,-1 0-1 0 0,1 1 1 0 0,0-2-1 0 0,0 1 1 0 0,1 0-1 0 0,0 0 1 0 0,0-1-1 0 0,0 0 1 0 0,1 1 0 0 0,0-2-1 0 0,0 1 1 0 0,1 0-1 0 0,0-1 1 0 0,0 1-1 0 0,0-2 1 0 0,12 10-1 0 0,-9-9 1 0 0,0-1-1 0 0,1 0 1 0 0,-1 0-1 0 0,1-1 0 0 0,0 0 1 0 0,0-1-1 0 0,0 0 1 0 0,0 0-1 0 0,1-1 1 0 0,-1 0-1 0 0,17-1 1 0 0,-6-1-1 0 0,0-1 1 0 0,0-1 0 0 0,0-1 0 0 0,0-1-1 0 0,-1 0 1 0 0,0-2 0 0 0,0 0 0 0 0,0-1-1 0 0,-1-1 1 0 0,0-1 0 0 0,23-16 0 0 0,-36 23 1 0 0,0-1 0 0 0,0 0 1 0 0,-1 0-1 0 0,1 0 0 0 0,-1 0 1 0 0,0-1-1 0 0,0 0 0 0 0,0 0 1 0 0,-1 0-1 0 0,1 0 0 0 0,-1-1 1 0 0,0 1-1 0 0,-1-1 0 0 0,0 0 1 0 0,3-10-1 0 0,-4 14 7 0 0,-15-8 2 0 0,9 12-7 0 0,1 0 1 0 0,-1 0-1 0 0,0 0 1 0 0,0 0-1 0 0,1 1 0 0 0,-1 0 1 0 0,1 0-1 0 0,0 0 1 0 0,0 0-1 0 0,0 1 0 0 0,0-1 1 0 0,1 1-1 0 0,0 0 1 0 0,-1 0-1 0 0,1 1 0 0 0,1-1 1 0 0,-1 1-1 0 0,1-1 1 0 0,-1 1-1 0 0,1 0 1 0 0,1 0-1 0 0,-3 9 0 0 0,3-11-4 0 0,0 1 0 0 0,1-1-1 0 0,-1 0 1 0 0,1 0-1 0 0,0 1 1 0 0,0-1 0 0 0,0 0-1 0 0,1 0 1 0 0,-1 1 0 0 0,1-1-1 0 0,0 0 1 0 0,-1 0-1 0 0,2 0 1 0 0,-1 0 0 0 0,0 0-1 0 0,0 0 1 0 0,1 0 0 0 0,0 0-1 0 0,-1 0 1 0 0,1-1-1 0 0,0 1 1 0 0,1-1 0 0 0,-1 1-1 0 0,0-1 1 0 0,1 0 0 0 0,-1 0-1 0 0,1 0 1 0 0,0 0-1 0 0,-1 0 1 0 0,1-1 0 0 0,0 1-1 0 0,0-1 1 0 0,0 0 0 0 0,0 0-1 0 0,5 2 1 0 0,2-1 0 0 0,0 0 0 0 0,0 0-1 0 0,0-1 1 0 0,0 0 0 0 0,1-1 0 0 0,-1 0 0 0 0,0-1 0 0 0,0 0 0 0 0,11-2 0 0 0,1-3-4 0 0,-1-1 0 0 0,0 0 0 0 0,-1-2 0 0 0,0 0 1 0 0,0-1-1 0 0,-1-1 0 0 0,0-1 0 0 0,31-26 0 0 0,-28 18-3 0 0,-1-1 0 0 0,-1-1 0 0 0,-1 0 0 0 0,-1-2 0 0 0,-1 0 0 0 0,15-28 0 0 0,-11 10-1 0 0,-1 0 1 0 0,-2-1 0 0 0,-3-1-1 0 0,-1 0 1 0 0,-2-1-1 0 0,-2-1 1 0 0,-3 1-1 0 0,4-65 1 0 0,-13-95 6 0 0,2 204-2 0 0,0 1 0 0 0,1 0 0 0 0,-1 0 1 0 0,0 0-1 0 0,0 0 0 0 0,0-1 0 0 0,0 1 1 0 0,0 0-1 0 0,0 0 0 0 0,0 0 0 0 0,0-1 1 0 0,0 1-1 0 0,0 0 0 0 0,0 0 1 0 0,0 0-1 0 0,-1 0 0 0 0,1-1 0 0 0,0 1 1 0 0,0 0-1 0 0,0 0 0 0 0,0 0 0 0 0,0 0 1 0 0,0 0-1 0 0,0-1 0 0 0,0 1 0 0 0,0 0 1 0 0,-1 0-1 0 0,1 0 0 0 0,0 0 0 0 0,0 0 1 0 0,0 0-1 0 0,0-1 0 0 0,0 1 0 0 0,-1 0 1 0 0,1 0-1 0 0,0 0 0 0 0,0 0 0 0 0,0 0 1 0 0,0 0-1 0 0,-1 0 0 0 0,1 0 0 0 0,0 0 1 0 0,0 0-1 0 0,0 0 0 0 0,0 0 0 0 0,-1 0 1 0 0,1 0-1 0 0,0 0 0 0 0,0 0 1 0 0,0 0-1 0 0,-1 0 0 0 0,1 0 0 0 0,0 0 1 0 0,0 0-1 0 0,0 0 0 0 0,0 0 0 0 0,-1 0 1 0 0,1 1-1 0 0,0-1 0 0 0,0 0 0 0 0,0 0 1 0 0,0 0-1 0 0,0 0 0 0 0,-16 15 2 0 0,-13 22 76 0 0,10-4-6 0 0,0 1 1 0 0,3 0-1 0 0,0 1 0 0 0,3 1 0 0 0,-14 54 0 0 0,-25 193 258 0 0,49-262-297 0 0,1 0 1 0 0,1 0 0 0 0,0 1 0 0 0,2-1-1 0 0,1 0 1 0 0,0 0 0 0 0,2 0-1 0 0,10 36 1 0 0,-11-50-83 0 0,-1 1-1 0 0,1-1 1 0 0,1 1-1 0 0,0-1 1 0 0,0 0 0 0 0,0-1-1 0 0,1 1 1 0 0,0-1-1 0 0,0 0 1 0 0,0 0 0 0 0,1 0-1 0 0,0-1 1 0 0,0 1-1 0 0,0-2 1 0 0,1 1 0 0 0,0-1-1 0 0,0 0 1 0 0,0 0-1 0 0,0-1 1 0 0,1 0 0 0 0,-1 0-1 0 0,1-1 1 0 0,0 1-1 0 0,0-2 1 0 0,15 2 0 0 0,-10-2-598 0 0,1-1 1 0 0,0 0 0 0 0,18-3 0 0 0,16-7-5509 0 0,-28 5 3040 0 0</inkml:trace>
</inkml:ink>
</file>

<file path=ppt/ink/ink7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3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18 76 0 0,'13'-18'4763'0'0,"-13"32"-649"0"0,-2 18-3767 0 0,-5 16 531 0 0,5-40-765 0 0,0-1 0 0 0,1 0 0 0 0,-1 0 0 0 0,2 1 0 0 0,-1-1 0 0 0,1 0 0 0 0,0 1 1 0 0,1-1-1 0 0,-1 1 0 0 0,1-1 0 0 0,3 8 0 0 0,-3-14-101 0 0,0 0 1 0 0,0 0-1 0 0,0 0 0 0 0,0-1 0 0 0,0 1 0 0 0,0 0 1 0 0,0 0-1 0 0,1-1 0 0 0,-1 1 0 0 0,0-1 1 0 0,1 1-1 0 0,-1-1 0 0 0,0 0 0 0 0,1 1 0 0 0,-1-1 1 0 0,0 0-1 0 0,1 0 0 0 0,-1 0 0 0 0,0 0 1 0 0,1 0-1 0 0,-1 0 0 0 0,3-1 0 0 0,34-4 112 0 0,-34 4-112 0 0,38-10 213 0 0,3 1 45 0 0,-44 10-326 0 0,0 0-1 0 0,-1 0 1 0 0,1 1 0 0 0,0-1-1 0 0,0 0 1 0 0,-1 1-1 0 0,1-1 1 0 0,0 0 0 0 0,0 1-1 0 0,-1-1 1 0 0,1 1-1 0 0,0-1 1 0 0,-1 1 0 0 0,1-1-1 0 0,-1 1 1 0 0,1-1 0 0 0,-1 1-1 0 0,1 0 1 0 0,-1-1-1 0 0,1 1 1 0 0,-1 0 0 0 0,1-1-1 0 0,-1 1 1 0 0,0 0-1 0 0,1 0 1 0 0,-1-1 0 0 0,0 1-1 0 0,0 0 1 0 0,0 0-1 0 0,0 0 1 0 0,0-1 0 0 0,0 1-1 0 0,0 1 1 0 0,0 24-4964 0 0,0-25 4536 0 0,-1 2-2346 0 0</inkml:trace>
</inkml:ink>
</file>

<file path=ppt/ink/ink7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3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14613 0 0,'12'-2'55'0'0,"0"0"0"0"0,1 0 0 0 0,-1-2-1 0 0,0 1 1 0 0,-1-1 0 0 0,1-1 0 0 0,-1 0 0 0 0,0-1-1 0 0,0 0 1 0 0,-1 0 0 0 0,15-12 0 0 0,-24 17-551 0 0</inkml:trace>
</inkml:ink>
</file>

<file path=ppt/ink/ink7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5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2 128 808 0 0,'-1'-8'787'0'0,"1"-1"-1"0"0,0 1 1 0 0,0-1-1 0 0,0 0 1 0 0,1 1-1 0 0,0-1 1 0 0,1 1-1 0 0,0 0 1 0 0,0-1-1 0 0,1 1 1 0 0,4-8-1 0 0,-7 15-754 0 0,0 0 0 0 0,1 0 0 0 0,-1 0-1 0 0,0 0 1 0 0,1 0 0 0 0,-1 0 0 0 0,1 0 0 0 0,-1 1-1 0 0,1-1 1 0 0,0 0 0 0 0,-1 0 0 0 0,1 1-1 0 0,0-1 1 0 0,-1 0 0 0 0,1 1 0 0 0,0-1 0 0 0,0 0-1 0 0,0 1 1 0 0,0-1 0 0 0,0 1 0 0 0,-1-1 0 0 0,1 1-1 0 0,0 0 1 0 0,0-1 0 0 0,0 1 0 0 0,0 0-1 0 0,0 0 1 0 0,0 0 0 0 0,0 0 0 0 0,0 0 0 0 0,0 0-1 0 0,0 0 1 0 0,0 0 0 0 0,0 0 0 0 0,0 0 0 0 0,0 0-1 0 0,0 1 1 0 0,0-1 0 0 0,0 0 0 0 0,0 1-1 0 0,1 0 1 0 0,2 1-862 0 0,0 1-1 0 0,0-1 0 0 0,-1 1 1 0 0,1 0-1 0 0,-1 0 1 0 0,0 0-1 0 0,6 7 0 0 0,-3-2-1945 0 0</inkml:trace>
</inkml:ink>
</file>

<file path=ppt/ink/ink7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5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29 352 22426 0 0,'-2'-4'-525'0'0,"-2"-4"491"0"0,1 0-1 0 0,-1 0 0 0 0,2 0 1 0 0,-1-1-1 0 0,1 0 1 0 0,0 1-1 0 0,1-1 0 0 0,0 0 1 0 0,1 0-1 0 0,0 1 0 0 0,0-1 1 0 0,2-14-1 0 0,0-2 17 0 0,-3-36 115 0 0,2-18-3791 0 0,-8 36-6575 0 0,6 29 6014 0 0</inkml:trace>
</inkml:ink>
</file>

<file path=ppt/ink/ink7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4:45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12169 0 0,'12'8'8'0'0,"2"0"0"0"0,-1-1 0 0 0,1 0 0 0 0,0-1 0 0 0,0 0 0 0 0,1-1 0 0 0,0-1 0 0 0,0 0 0 0 0,25 2 0 0 0,7-2-50 0 0,86-5 0 0 0,-41-2-399 0 0,-74 3-1242 0 0,-1-2-1 0 0,0 1 0 0 0,27-8 1 0 0,-24 1-1127 0 0</inkml:trace>
</inkml:ink>
</file>

<file path=ppt/ink/ink7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14 362 728 0 0,'0'0'2712'0'0,"-4"-3"-1853"0"0,-5-10 3671 0 0,17 6-2703 0 0,36 3-2037 0 0,-7 2 815 0 0,22-6-155 0 0,62-16-1 0 0,-104 20-383 0 0,1-2-1 0 0,-1 0 1 0 0,0-1-1 0 0,-1 0 1 0 0,1-2-1 0 0,-1 0 1 0 0,28-21-1 0 0,-40 26-33 0 0,1 0-1 0 0,-1-1 0 0 0,0 1 0 0 0,0-1 1 0 0,-1 0-1 0 0,1 0 0 0 0,-1 0 0 0 0,0-1 1 0 0,-1 1-1 0 0,1-1 0 0 0,-1 1 0 0 0,0-1 0 0 0,0 0 1 0 0,-1 0-1 0 0,0 0 0 0 0,0 0 0 0 0,0 0 1 0 0,-1-11-1 0 0,0 14-12 0 0,0 0 1 0 0,-1 0-1 0 0,1 0 1 0 0,-1 0-1 0 0,0 1 1 0 0,0-1-1 0 0,0 0 1 0 0,0 0-1 0 0,-1 1 1 0 0,1-1-1 0 0,-1 1 0 0 0,1-1 1 0 0,-1 1-1 0 0,0 0 1 0 0,0-1-1 0 0,-3-2 1 0 0,1 3-14 0 0,1 0 0 0 0,-1 0 0 0 0,1 0 0 0 0,-1 0 0 0 0,0 1 0 0 0,1-1 1 0 0,-1 1-1 0 0,0 0 0 0 0,0 0 0 0 0,0 1 0 0 0,0-1 0 0 0,0 1 0 0 0,0 0 0 0 0,0 0 0 0 0,-5 1 1 0 0,3-1-2 0 0,0 1 0 0 0,0 0 1 0 0,-1 0-1 0 0,1 1 0 0 0,1-1 1 0 0,-1 1-1 0 0,0 1 1 0 0,0-1-1 0 0,1 1 0 0 0,-1 0 1 0 0,1 0-1 0 0,0 1 1 0 0,0-1-1 0 0,0 1 0 0 0,1 1 1 0 0,-1-1-1 0 0,1 0 0 0 0,-4 6 1 0 0,6-7-6 0 0,0 0 0 0 0,1 0 1 0 0,-1 0-1 0 0,1 0 0 0 0,0 0 0 0 0,0 1 1 0 0,0-1-1 0 0,0 0 0 0 0,0 1 0 0 0,1-1 1 0 0,0 0-1 0 0,-1 1 0 0 0,1-1 0 0 0,1 0 1 0 0,-1 1-1 0 0,0-1 0 0 0,1 0 0 0 0,0 1 1 0 0,-1-1-1 0 0,1 0 0 0 0,1 0 1 0 0,-1 0-1 0 0,0 0 0 0 0,1 0 0 0 0,-1 0 1 0 0,1 0-1 0 0,0 0 0 0 0,0 0 0 0 0,0-1 1 0 0,1 1-1 0 0,-1-1 0 0 0,0 0 0 0 0,1 1 1 0 0,4 1-1 0 0,4 5 3 0 0,2-1 1 0 0,-1 0-1 0 0,1-1 0 0 0,0-1 0 0 0,0 0 1 0 0,1-1-1 0 0,0 0 0 0 0,0-1 1 0 0,0-1-1 0 0,0 0 0 0 0,1-1 1 0 0,-1 0-1 0 0,1-1 0 0 0,0-1 0 0 0,-1 0 1 0 0,28-5-1 0 0,-9 0 0 0 0,0-1 0 0 0,-1-2 0 0 0,0-1 0 0 0,-1-1 0 0 0,0-2 0 0 0,41-22 0 0 0,-61 27 2 0 0,0 0 0 0 0,0-1 0 0 0,-1-1 1 0 0,0 1-1 0 0,0-2 0 0 0,-1 1 0 0 0,-1-1 0 0 0,1-1 0 0 0,-2 0 0 0 0,1 0 0 0 0,-1 0 0 0 0,-1-1 0 0 0,0 0 0 0 0,4-13 0 0 0,-10 21 5 0 0,0-5 1 0 0,0 8-11 0 0,0 1 0 0 0,0-1 0 0 0,0 0 0 0 0,0 1 1 0 0,0-1-1 0 0,0 1 0 0 0,0-1 0 0 0,0 0 0 0 0,0 1 0 0 0,0-1 0 0 0,0 1 0 0 0,-1-1 0 0 0,1 0 1 0 0,0 1-1 0 0,0-1 0 0 0,-1 1 0 0 0,1-1 0 0 0,0 1 0 0 0,-1-1 0 0 0,1 1 0 0 0,-1-1 0 0 0,1 1 1 0 0,-1 0-1 0 0,1-1 0 0 0,-1 0 0 0 0,-2 1 0 0 0,1-1 0 0 0,-1 1 0 0 0,0 0 0 0 0,1-1 0 0 0,-1 1 0 0 0,0 0 0 0 0,1 1 0 0 0,-1-1 0 0 0,1 0 0 0 0,-1 1 0 0 0,0 0 0 0 0,-3 1 0 0 0,0-1 0 0 0,-1 1-1 0 0,1 0 0 0 0,0 1 1 0 0,-1-1-1 0 0,1 1 0 0 0,0 0 1 0 0,1 1-1 0 0,-1-1 0 0 0,1 1 1 0 0,-1 1-1 0 0,1-1 0 0 0,0 0 0 0 0,1 1 1 0 0,-1 0-1 0 0,1 0 0 0 0,-7 11 1 0 0,9-11 0 0 0,0 0-1 0 0,0 0 1 0 0,0 0 0 0 0,1 1 0 0 0,-1-1 0 0 0,1 0-1 0 0,0 1 1 0 0,1-1 0 0 0,0 0 0 0 0,-1 1-1 0 0,2-1 1 0 0,-1 1 0 0 0,1-1 0 0 0,-1 1 0 0 0,1-1-1 0 0,1 0 1 0 0,-1 0 0 0 0,1 1 0 0 0,0-1-1 0 0,5 9 1 0 0,8 14 3 0 0,-2 1 0 0 0,17 52 0 0 0,-27-70 2 0 0,0 1-1 0 0,-1-1 1 0 0,0 1-1 0 0,-1 0 1 0 0,-1 0-1 0 0,0 0 1 0 0,0 0-1 0 0,-1 0 1 0 0,0 0-1 0 0,-5 16 1 0 0,0-8 2 0 0,-2 0 0 0 0,0-1 0 0 0,0 1 1 0 0,-2-2-1 0 0,0 1 0 0 0,-2-1 0 0 0,0-1 0 0 0,0 0 0 0 0,-2-1 0 0 0,0 0 1 0 0,-1-1-1 0 0,-23 18 0 0 0,-16 7 22 0 0,-1-3 0 0 0,-96 49 0 0 0,121-74-558 0 0,29-12-71 0 0</inkml:trace>
</inkml:ink>
</file>

<file path=ppt/ink/ink7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01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71 916 0 0,'12'-5'706'0'0,"1"0"-1"0"0,-1 1 1 0 0,1 1-1 0 0,0 0 1 0 0,0 0 0 0 0,16 0-1 0 0,16-4 360 0 0,18-3 939 0 0,103-3 1 0 0,-59 6-456 0 0,-33-1-237 0 0,-72 8-1275 0 0,-2 0-80 0 0,0 0 0 0 0,0 0 0 0 0,0 1 0 0 0,0-1 0 0 0,0 0 0 0 0,0 0 0 0 0,-1 0 0 0 0,1 0 0 0 0,0 0 0 0 0,0 1-1 0 0,0-1 1 0 0,0 0 0 0 0,0 0 0 0 0,0 0 0 0 0,0 0 0 0 0,0 0 0 0 0,0 1 0 0 0,0-1 0 0 0,0 0 0 0 0,0 0 0 0 0,0 0 0 0 0,0 1 0 0 0,0-1 0 0 0,0 0-1 0 0,0 0 1 0 0,0 0 0 0 0,0 0 0 0 0,0 1 0 0 0,0-1 0 0 0,0 0 0 0 0,0 0 0 0 0,0 0 0 0 0,0 0 0 0 0,0 1 0 0 0,0-1 0 0 0,0 0 0 0 0,1 0-1 0 0,-1 0 1 0 0,0 0 0 0 0,0 0 0 0 0,0 0 0 0 0,0 1 0 0 0,0-1 0 0 0,0 0 0 0 0,1 0 0 0 0,-1 0 0 0 0,0 0 0 0 0,0 0 0 0 0,0 0 0 0 0,0 0 0 0 0,1 0-1 0 0,-1 0 1 0 0,0 0 0 0 0,0 0 0 0 0,0 0 0 0 0,0 0 0 0 0,1 0 0 0 0,-52 14-5552 0 0,32-12 2369 0 0</inkml:trace>
</inkml:ink>
</file>

<file path=ppt/ink/ink7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05.6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1194 408 0 0,'0'-5'6110'0'0,"-1"5"-5999"0"0,21-14 2136 0 0,40-24-2550 0 0,-39 25 1111 0 0,34-22-402 0 0,-2-1 0 0 0,-2-3 0 0 0,89-89 0 0 0,-116 102-348 0 0,-1-1 1 0 0,-2-1 0 0 0,0-2-1 0 0,-2 0 1 0 0,-1-1 0 0 0,-2 0-1 0 0,-1-1 1 0 0,19-59-1 0 0,-25 55-37 0 0,-2 0-1 0 0,-1 0 1 0 0,-2-1 0 0 0,-1 1-1 0 0,-2-1 1 0 0,-2 1-1 0 0,-1-1 1 0 0,-2 1-1 0 0,-13-57 1 0 0,0 49-18 0 0,13 36-1 0 0,1-1-1 0 0,-1 1 1 0 0,1-1-1 0 0,1 1 1 0 0,0-1-1 0 0,-2-15 1 0 0,4 23-3 0 0,0 1 1 0 0,0-1-1 0 0,0 0 0 0 0,0 1 1 0 0,0-1-1 0 0,0 0 1 0 0,0 0-1 0 0,0 1 0 0 0,0-1 1 0 0,0 0-1 0 0,0 1 0 0 0,0-1 1 0 0,-1 0-1 0 0,1 1 1 0 0,0-1-1 0 0,0 0 0 0 0,-1 1 1 0 0,1-1-1 0 0,0 0 1 0 0,-1 1-1 0 0,1-1 0 0 0,-1 1 1 0 0,1-1-1 0 0,-1 1 1 0 0,1-1-1 0 0,-1 1 0 0 0,1-1 1 0 0,-1 1-1 0 0,0 0 1 0 0,1-1-1 0 0,-1 1 0 0 0,0 0 1 0 0,1-1-1 0 0,-1 1 1 0 0,0 0-1 0 0,1 0 0 0 0,-1-1 1 0 0,0 1-1 0 0,1 0 1 0 0,-1 0-1 0 0,0 0 0 0 0,1 0 1 0 0,-1 0-1 0 0,0 0 1 0 0,0 0-1 0 0,1 0 0 0 0,-1 1 1 0 0,0-1-1 0 0,1 0 0 0 0,-1 0 1 0 0,0 1-1 0 0,1-1 1 0 0,-1 0-1 0 0,0 1 0 0 0,1-1 1 0 0,-1 0-1 0 0,1 1 1 0 0,-1-1-1 0 0,1 1 0 0 0,-1-1 1 0 0,1 1-1 0 0,-1-1 1 0 0,1 1-1 0 0,-1 0 0 0 0,-34 36-42 0 0,8 15 58 0 0,2 1-1 0 0,2 1 1 0 0,3 1 0 0 0,-19 79-1 0 0,22-76-7 0 0,-17 80 99 0 0,5 0 1 0 0,-19 250-1 0 0,49-283-29 0 0,-1-103-59 0 0,-2 7-9 0 0,13-37 206 0 0,-9 20-219 0 0,0 0-1 0 0,1 0 1 0 0,0 1-1 0 0,0-1 0 0 0,0 1 1 0 0,1 0-1 0 0,1 0 1 0 0,-1 0-1 0 0,1 0 1 0 0,0 1-1 0 0,1 0 1 0 0,-1 0-1 0 0,1 0 1 0 0,11-7-1 0 0,-5 4 5 0 0,-3 1-13 0 0,1 0 1 0 0,0 1-1 0 0,0 0 0 0 0,1 1 1 0 0,0 0-1 0 0,0 1 1 0 0,0 0-1 0 0,17-5 1 0 0,-27 10 0 0 0,12 6-20 0 0,-11-6 31 0 0,0 1-1 0 0,0 0 1 0 0,1 1-1 0 0,-1-1 1 0 0,0 0-1 0 0,0 0 1 0 0,0 1-1 0 0,0 0 1 0 0,-1-1-1 0 0,1 1 1 0 0,0 0 0 0 0,1 2-1 0 0,3 3 1 0 0,2 4 8 0 0,2 0 1 0 0,-1 0-1 0 0,21 16 1 0 0,-26-24-4 0 0,0 0 0 0 0,0-1 0 0 0,1 1 0 0 0,-1-1 0 0 0,1 0 0 0 0,0 0 0 0 0,-1-1 0 0 0,1 0 0 0 0,0 1 0 0 0,0-2 0 0 0,0 1 0 0 0,0 0 0 0 0,0-1 0 0 0,7 0 0 0 0,4-2 2 0 0,1-1 0 0 0,-1-1-1 0 0,1 0 1 0 0,-1-1 0 0 0,0 0-1 0 0,-1-2 1 0 0,0 0 0 0 0,0 0-1 0 0,0-2 1 0 0,23-16-1 0 0,-33 22 0 0 0,-1-1 0 0 0,1 0 0 0 0,0 0-1 0 0,-1-1 1 0 0,0 1 0 0 0,4-6-1 0 0,11-12 35 0 0,-11 5-52 0 0,-7 16 0 0 0,-2 6-97 0 0,1-4 107 0 0,-2 5 2 0 0,1 0 0 0 0,-1 0 0 0 0,1 0-1 0 0,1 1 1 0 0,-1-1 0 0 0,1 0 0 0 0,0 0 0 0 0,1 1-1 0 0,1 9 1 0 0,-1-12 1 0 0,1-1 0 0 0,-1 1 0 0 0,1 0 0 0 0,-1-1 0 0 0,1 1 0 0 0,0-1 0 0 0,0 0 0 0 0,1 0 0 0 0,-1 0 0 0 0,1 0 0 0 0,-1 0 0 0 0,1 0 0 0 0,0 0 0 0 0,0-1 0 0 0,1 0 0 0 0,-1 1 0 0 0,0-1 0 0 0,5 2 0 0 0,-2-2 4 0 0,-1-1 0 0 0,1 1 0 0 0,-1-1 0 0 0,1 0 0 0 0,0-1 0 0 0,0 1 0 0 0,0-1 0 0 0,-1-1 0 0 0,1 1 0 0 0,0-1 0 0 0,0 1 0 0 0,7-4-1 0 0,-5 2 2 0 0,1 0 0 0 0,-1-1-1 0 0,0 0 1 0 0,0-1-1 0 0,-1 0 1 0 0,1 0 0 0 0,-1-1-1 0 0,1 0 1 0 0,10-10 0 0 0,0-3 2 0 0,-1 0 1 0 0,15-21 0 0 0,-17 19-5 0 0,7-12 44 0 0,-22 32-114 0 0,-1 19 32 0 0,0 59 73 0 0,-4 0 0 0 0,-3-1 0 0 0,-3 0 1 0 0,-4-1-1 0 0,-3 0 0 0 0,-3-1 0 0 0,-4-1 1 0 0,-53 110-1 0 0,71-170-11 0 0,-2 0 0 0 0,0 0 0 0 0,0-1 1 0 0,-1 0-1 0 0,-1 0 0 0 0,0-1 0 0 0,-24 19 0 0 0,29-27-2 0 0,1 0 0 0 0,-1 0 0 0 0,0-1 0 0 0,0 0 0 0 0,0 0-1 0 0,0 0 1 0 0,-1-1 0 0 0,1 0 0 0 0,-11 2 0 0 0,13-3-9 0 0,0-1 0 0 0,0 0 1 0 0,0 0-1 0 0,-1 0 0 0 0,1-1 0 0 0,0 1 1 0 0,0-1-1 0 0,0 0 0 0 0,0 0 0 0 0,0 0 1 0 0,0-1-1 0 0,1 0 0 0 0,-1 1 0 0 0,0-1 0 0 0,1 0 1 0 0,-7-5-1 0 0,7 4-8 0 0,0 0 0 0 0,0 0 1 0 0,0 0-1 0 0,0 0 0 0 0,0-1 0 0 0,1 1 0 0 0,-1-1 1 0 0,1 1-1 0 0,0-1 0 0 0,0 0 0 0 0,0 0 0 0 0,1 0 1 0 0,-1 0-1 0 0,0-8 0 0 0,0 4-2 0 0,1-1-1 0 0,1 1 1 0 0,0-1 0 0 0,0 1 0 0 0,0-1-1 0 0,1 0 1 0 0,3-8 0 0 0,2-7 0 0 0,1 1 0 0 0,1 0 0 0 0,1 0 0 0 0,16-27 0 0 0,-1 7-10 0 0,3 2 0 0 0,1 1 0 0 0,2 1-1 0 0,1 1 1 0 0,42-38 0 0 0,-17 25-10 0 0,1 3 0 0 0,105-68 0 0 0,-6 30-74 0 0,-36 22 607 0 0,-110 55 91 0 0,-18 7-153 0 0,4 3-429 0 0,1-1 0 0 0,0 1 0 0 0,0 0 0 0 0,0 0 0 0 0,0 0 0 0 0,-1 0 1 0 0,1 0-1 0 0,-4 4 0 0 0,-1 2 8 0 0,1 0-1 0 0,1 0 1 0 0,0 1 0 0 0,0 0 0 0 0,0 0 0 0 0,1 1 0 0 0,0-1 0 0 0,1 1 0 0 0,0 0 0 0 0,0 1-1 0 0,1-1 1 0 0,-4 17 0 0 0,-2 18 76 0 0,-7 64 1 0 0,16-104-108 0 0,-3 40 112 0 0,5 69 0 0 0,0-71-15 0 0,-5 71 1 0 0,3-79 208 0 0,0-106-434 0 0,4-1-1 0 0,22-126 1 0 0,-22 179 86 0 0,1 0 0 0 0,2 0 0 0 0,-1 1 0 0 0,2 0 0 0 0,1 1 0 0 0,0-1 0 0 0,13-16 1 0 0,-16 25 12 0 0,0 0 1 0 0,1 1 0 0 0,1 0 0 0 0,0 0 0 0 0,0 1 0 0 0,1 0 0 0 0,-1 1 0 0 0,2 0 0 0 0,-1 0 0 0 0,1 1-1 0 0,0 0 1 0 0,0 0 0 0 0,21-7 0 0 0,-28 12 18 0 0,0 0 0 0 0,0 0-1 0 0,0 1 1 0 0,0-1 0 0 0,0 1-1 0 0,0-1 1 0 0,0 1 0 0 0,0 0 0 0 0,0 0-1 0 0,0 0 1 0 0,0 1 0 0 0,0-1 0 0 0,0 1-1 0 0,0-1 1 0 0,0 1 0 0 0,0 0-1 0 0,0 0 1 0 0,-1 0 0 0 0,1 1 0 0 0,0-1-1 0 0,0 1 1 0 0,-1-1 0 0 0,0 1 0 0 0,1 0-1 0 0,-1 0 1 0 0,0 0 0 0 0,0 0-1 0 0,0 1 1 0 0,4 3 0 0 0,-5-2 6 0 0,0-1-1 0 0,1 0 1 0 0,-1 1 0 0 0,0-1 0 0 0,-1 0 0 0 0,1 1-1 0 0,-1-1 1 0 0,1 1 0 0 0,-1-1 0 0 0,0 1-1 0 0,0-1 1 0 0,-1 1 0 0 0,1-1 0 0 0,-1 1 0 0 0,1-1-1 0 0,-1 1 1 0 0,0-1 0 0 0,-1 0 0 0 0,1 0-1 0 0,0 1 1 0 0,-1-1 0 0 0,0 0 0 0 0,0 0 0 0 0,0 0-1 0 0,-3 3 1 0 0,-3 4-212 0 0,-38 44 569 0 0,43-52-732 0 0,0 1 1 0 0,0 0-1 0 0,0-1 1 0 0,0 1-1 0 0,0-1 1 0 0,-1 0-1 0 0,1 0 1 0 0,-1 0 0 0 0,1 0-1 0 0,-1-1 1 0 0,0 0-1 0 0,0 1 1 0 0,1-1-1 0 0,-8 0 1 0 0,-2-8-4647 0 0</inkml:trace>
</inkml:ink>
</file>

<file path=ppt/ink/ink7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06.2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0 134 636 0 0,'16'0'649'0'0,"1"0"0"0"0,-1-1 0 0 0,0-1 0 0 0,1-1 1 0 0,-1 0-1 0 0,0-1 0 0 0,-1-1 0 0 0,1 0 0 0 0,-1-1 0 0 0,0-1 0 0 0,0 0 0 0 0,-1-1 0 0 0,20-14 1 0 0,-33 21-564 0 0,1 0 1 0 0,0-1-1 0 0,0 1 1 0 0,-1 0-1 0 0,1-1 1 0 0,-1 1 0 0 0,1-1-1 0 0,-1 0 1 0 0,0 1-1 0 0,1-1 1 0 0,-1 0-1 0 0,0 0 1 0 0,0 0-1 0 0,0 0 1 0 0,-1 0 0 0 0,1 0-1 0 0,1-4 1 0 0,-2 4 100 0 0,-12-18 372 0 0,8 19-528 0 0,1 0 0 0 0,-1 0 1 0 0,1 1-1 0 0,0-1 0 0 0,-1 1 0 0 0,1 0 1 0 0,-1 0-1 0 0,1 0 0 0 0,-1 0 0 0 0,1 1 1 0 0,-1-1-1 0 0,1 1 0 0 0,-1 0 0 0 0,1 0 1 0 0,0 0-1 0 0,-4 2 0 0 0,-2 2 22 0 0,0-1-1 0 0,1 2 1 0 0,-1-1-1 0 0,-9 9 1 0 0,12-8-27 0 0,0 0 0 0 0,1 0 0 0 0,-1 1 0 0 0,1-1 0 0 0,1 1 0 0 0,-1 0 0 0 0,1 1 1 0 0,1-1-1 0 0,-1 1 0 0 0,1-1 0 0 0,0 1 0 0 0,1 0 0 0 0,-2 9 0 0 0,3-14-20 0 0,1 1 0 0 0,-1-1 0 0 0,1 0 0 0 0,-1 1 0 0 0,1-1 0 0 0,0 1 0 0 0,0-1 0 0 0,1 1-1 0 0,-1-1 1 0 0,1 0 0 0 0,-1 1 0 0 0,1-1 0 0 0,0 0 0 0 0,1 1 0 0 0,-1-1 0 0 0,0 0 0 0 0,1 0 0 0 0,0 0 0 0 0,0 0 0 0 0,0 0 0 0 0,0-1 0 0 0,0 1-1 0 0,0 0 1 0 0,1-1 0 0 0,-1 0 0 0 0,1 1 0 0 0,0-1 0 0 0,-1 0 0 0 0,1-1 0 0 0,0 1 0 0 0,0 0 0 0 0,1-1 0 0 0,-1 0 0 0 0,4 2 0 0 0,0-2 1 0 0,1 1 1 0 0,-1-2-1 0 0,0 1 1 0 0,1-1 0 0 0,-1 0-1 0 0,0 0 1 0 0,0-1-1 0 0,1 0 1 0 0,-1 0 0 0 0,0-1-1 0 0,0 0 1 0 0,0 0-1 0 0,0-1 1 0 0,-1 0 0 0 0,8-4-1 0 0,12-7 9 0 0,0-1-1 0 0,27-23 0 0 0,-52 38-14 0 0,116-90 13 0 0,-116 90-15 0 0,-1 0-1 0 0,1 0 0 0 0,-1-1 1 0 0,1 1-1 0 0,-1 0 0 0 0,1 0 1 0 0,-1 0-1 0 0,1-1 0 0 0,0 1 1 0 0,-1 0-1 0 0,1 0 1 0 0,-1 0-1 0 0,1 0 0 0 0,-1 0 1 0 0,1 0-1 0 0,-1 0 0 0 0,1 0 1 0 0,0 0-1 0 0,-1 0 0 0 0,1 1 1 0 0,-1-1-1 0 0,1 0 1 0 0,-1 0-1 0 0,1 0 0 0 0,-1 1 1 0 0,1-1-1 0 0,-1 0 0 0 0,1 1 1 0 0,-1-1-1 0 0,0 0 0 0 0,1 1 1 0 0,-1-1-1 0 0,1 1 0 0 0,0 0 1 0 0,9 14-28 0 0,-9-14 41 0 0,2 9 47 0 0,0 0 0 0 0,1 0 0 0 0,0-1-1 0 0,1 0 1 0 0,7 13 0 0 0,-9-19-49 0 0,1 1 0 0 0,-1 0 1 0 0,0-1-1 0 0,1 1 0 0 0,0-1 0 0 0,0 0 0 0 0,0-1 1 0 0,0 1-1 0 0,0 0 0 0 0,1-1 0 0 0,-1 0 0 0 0,1 0 0 0 0,7 2 1 0 0,2 0-385 0 0,1 0 0 0 0,0-1 0 0 0,16 1 0 0 0,-24-4-746 0 0,0 0 0 0 0,0 0 0 0 0,0 0 0 0 0,0-1 0 0 0,10-3 0 0 0,1-1-2135 0 0</inkml:trace>
</inkml:ink>
</file>

<file path=ppt/ink/ink7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06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15 720 0 0,'6'-2'920'0'0,"29"-10"1564"0"0,-34 11-1794 0 0,27 3 2514 0 0,-26-1-3106 0 0,1 1 0 0 0,-1 0 0 0 0,0-1-1 0 0,0 1 1 0 0,0 0 0 0 0,-1 1 0 0 0,1-1 0 0 0,0 0 0 0 0,-1 0 0 0 0,0 1-1 0 0,1-1 1 0 0,-1 1 0 0 0,0-1 0 0 0,0 1 0 0 0,0-1 0 0 0,-1 1 0 0 0,1 0-1 0 0,-1-1 1 0 0,1 1 0 0 0,-1 0 0 0 0,0 0 0 0 0,0-1 0 0 0,0 1-1 0 0,0 0 1 0 0,-1 0 0 0 0,1-1 0 0 0,-1 1 0 0 0,1 0 0 0 0,-3 3 0 0 0,-1 7 102 0 0,-1 0 0 0 0,0-1 0 0 0,-1 0 0 0 0,-12 18 0 0 0,16-28-163 0 0,1 0-1 0 0,-1 0 0 0 0,0 0 0 0 0,0 0 0 0 0,1-1 0 0 0,-1 1 1 0 0,0 0-1 0 0,-1-1 0 0 0,1 0 0 0 0,0 1 0 0 0,0-1 0 0 0,-1 0 1 0 0,1 0-1 0 0,0 0 0 0 0,-5 0 0 0 0,6 0 76 0 0,-13-30 114 0 0,17 22-214 0 0,0 0-1 0 0,0 0 0 0 0,1 1 0 0 0,0-1 1 0 0,1 1-1 0 0,-1 0 0 0 0,1 0 1 0 0,0 0-1 0 0,1 1 0 0 0,-1 0 1 0 0,1 0-1 0 0,11-7 0 0 0,-8 6-15 0 0,-1 1-1 0 0,1 0 0 0 0,0 1 0 0 0,0-1 0 0 0,1 2 0 0 0,0-1 0 0 0,-1 2 1 0 0,1-1-1 0 0,11-1 0 0 0,-18 4 5 0 0,-1 1 0 0 0,0-1 0 0 0,1 0 0 0 0,-1 0 0 0 0,0 1 0 0 0,0 0 0 0 0,1-1 1 0 0,-1 1-1 0 0,0 0 0 0 0,0 0 0 0 0,0 0 0 0 0,0 0 0 0 0,0 0 0 0 0,0 1 0 0 0,0-1 0 0 0,-1 1 0 0 0,1-1 0 0 0,0 1 0 0 0,-1 0 0 0 0,1-1 1 0 0,-1 1-1 0 0,1 0 0 0 0,-1 0 0 0 0,0 0 0 0 0,0 0 0 0 0,0 0 0 0 0,0 0 0 0 0,0 1 0 0 0,-1-1 0 0 0,1 0 0 0 0,0 0 0 0 0,-1 1 1 0 0,0 2-1 0 0,3 9 26 0 0,-1 0 0 0 0,0 1 0 0 0,-2 24 0 0 0,0-32-8 0 0,-4 26-631 0 0</inkml:trace>
</inkml:ink>
</file>

<file path=ppt/ink/ink7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07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32 884 0 0,'0'0'6081'0'0,"2"3"-5630"0"0,0 0-324 0 0,1 0 1 0 0,-1 0-1 0 0,1 0 0 0 0,-1 0 1 0 0,1-1-1 0 0,0 1 0 0 0,0-1 1 0 0,0 0-1 0 0,0 0 0 0 0,0 0 0 0 0,1 0 1 0 0,-1-1-1 0 0,1 0 0 0 0,-1 1 1 0 0,1-1-1 0 0,4 1 0 0 0,0-1 17 0 0,0 0-1 0 0,0-1 1 0 0,0 0 0 0 0,1 0-1 0 0,-1 0 1 0 0,0-1-1 0 0,11-3 1 0 0,-3 0-13 0 0,0-1 1 0 0,0 0-1 0 0,0-1 1 0 0,-1-1-1 0 0,0-1 1 0 0,0 0-1 0 0,14-11 0 0 0,-29 19-123 0 0,0-1-1 0 0,1 1 1 0 0,-1-1-1 0 0,1 1 1 0 0,-1-1-1 0 0,0 1 1 0 0,1-1-1 0 0,-1 1 1 0 0,1 0-1 0 0,-1-1 1 0 0,1 1-1 0 0,0 0 1 0 0,-1 0-1 0 0,1-1 1 0 0,-1 1-1 0 0,1 0 1 0 0,-1 0-1 0 0,1 0 1 0 0,0 0-1 0 0,-1 0 1 0 0,1 0-1 0 0,-1 0 1 0 0,1 0-1 0 0,0 0 1 0 0,-1 0-1 0 0,1 0 1 0 0,-1 0-1 0 0,1 0 1 0 0,0 0-1 0 0,-1 0 0 0 0,1 1 1 0 0,-1-1-1 0 0,1 0 1 0 0,1 22 77 0 0,-19 36-44 0 0,16-53-14 0 0,-40 121 384 0 0,-66 173 235 0 0,87-250-567 0 0,10-22-13 0 0,-2-1-1 0 0,-18 34 0 0 0,27-55-49 0 0,0 0-1 0 0,0 0 1 0 0,-1-1 0 0 0,0 1-1 0 0,1-1 1 0 0,-1 1 0 0 0,-1-1 0 0 0,1-1-1 0 0,0 1 1 0 0,-1-1 0 0 0,0 1-1 0 0,0-1 1 0 0,0-1 0 0 0,0 1-1 0 0,-1-1 1 0 0,1 0 0 0 0,-8 2 0 0 0,11-3-13 0 0,1-1 0 0 0,-1 0 0 0 0,0 0 0 0 0,0 0 0 0 0,0-1 0 0 0,1 1 0 0 0,-1 0 0 0 0,0-1 0 0 0,0 1 0 0 0,1-1 0 0 0,-1 1 0 0 0,0-1 0 0 0,1 0 0 0 0,-1 0 0 0 0,1 0 0 0 0,-1 0 0 0 0,1 0 0 0 0,-1 0 0 0 0,1 0 0 0 0,0 0 0 0 0,-1-1 0 0 0,1 1 0 0 0,0 0 0 0 0,0-1 0 0 0,0 1 0 0 0,0-1 0 0 0,0 0 0 0 0,0 1 0 0 0,1-1 0 0 0,-1 0-1 0 0,0 1 1 0 0,1-1 0 0 0,-1 0 0 0 0,1-3 0 0 0,-3-4 5 0 0,2 0 0 0 0,-1-1 0 0 0,1 1-1 0 0,1-18 1 0 0,2 10-2 0 0,0 0 0 0 0,1-1 0 0 0,1 2 0 0 0,1-1 0 0 0,0 0 0 0 0,2 1 0 0 0,0 0 1 0 0,0 1-1 0 0,12-18 0 0 0,-1 4-229 0 0,1 1 1 0 0,2 1-1 0 0,40-42 1 0 0,-39 49-753 0 0,2 1 0 0 0,42-28 0 0 0,-20 16-4441 0 0,-32 21 2728 0 0</inkml:trace>
</inkml:ink>
</file>

<file path=ppt/ink/ink7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08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68 644 0 0,'0'0'880'0'0,"6"-6"403"0"0,-1 7 1805 0 0,-1 3-2879 0 0,0 0 0 0 0,0 0 0 0 0,-1 1 0 0 0,1-1 1 0 0,-1 1-1 0 0,0 0 0 0 0,0 0 0 0 0,0 0 0 0 0,-1 1 1 0 0,0-1-1 0 0,0 0 0 0 0,0 1 0 0 0,-1 0 1 0 0,0-1-1 0 0,0 1 0 0 0,0 0 0 0 0,-1 0 0 0 0,0 11 1 0 0,0-16-16 0 0,0 0-78 0 0,0-1-106 0 0,0 0 0 0 0,0 0-1 0 0,0 1 1 0 0,0-1 0 0 0,-1 0 0 0 0,1 0-1 0 0,0 0 1 0 0,0 0 0 0 0,0 1-1 0 0,0-1 1 0 0,0 0 0 0 0,0 0 0 0 0,0 0-1 0 0,0 0 1 0 0,0 1 0 0 0,0-1-1 0 0,0 0 1 0 0,0 0 0 0 0,0 0 0 0 0,0 1-1 0 0,0-1 1 0 0,0 0 0 0 0,0 0-1 0 0,0 0 1 0 0,0 1 0 0 0,0-1 0 0 0,0 0-1 0 0,0 0 1 0 0,0 0 0 0 0,0 0-1 0 0,0 1 1 0 0,1-1 0 0 0,-1 0 0 0 0,0 0-1 0 0,0 0 1 0 0,0 0 0 0 0,0 1-1 0 0,0-1 1 0 0,1 0 0 0 0,-1 0 0 0 0,0 0-1 0 0,0 0 1 0 0,0 0 0 0 0,0 0-1 0 0,1 0 1 0 0,-1 0 0 0 0,0 0 0 0 0,0 1-1 0 0,0-1 1 0 0,0 0 0 0 0,1 0-1 0 0,-1 0 1 0 0,0 0 0 0 0,0 0 0 0 0,0 0-1 0 0,1 0 1 0 0,-1 0 0 0 0,11-11-7 0 0,2-1-26 0 0,0 0-1 0 0,1 1 1 0 0,0 0 0 0 0,1 2-1 0 0,19-11 1 0 0,-32 19 18 0 0,0 0 1 0 0,0 0-1 0 0,0 1 1 0 0,0-1-1 0 0,0 0 1 0 0,0 1-1 0 0,0 0 1 0 0,0-1-1 0 0,0 1 1 0 0,1 0-1 0 0,-1 0 0 0 0,0 0 1 0 0,0 0-1 0 0,0 1 1 0 0,0-1-1 0 0,0 0 1 0 0,0 1-1 0 0,0 0 1 0 0,0-1-1 0 0,0 1 1 0 0,0 0-1 0 0,0 0 1 0 0,0 0-1 0 0,0 0 0 0 0,0 0 1 0 0,-1 1-1 0 0,1-1 1 0 0,0 1-1 0 0,-1-1 1 0 0,1 1-1 0 0,1 1 1 0 0,3 6-4 0 0,4 14 84 0 0,0-7 382 0 0,1-21-157 0 0,-1-2-395 0 0,16-13 184 0 0,-14 11-101 0 0,0 0 1 0 0,0 0-1 0 0,1 2 1 0 0,23-11-1 0 0,-34 17 9 0 0,-1 1-1 0 0,1-1 1 0 0,-1 1-1 0 0,1 0 0 0 0,-1 0 1 0 0,1 0-1 0 0,-1 0 1 0 0,1 0-1 0 0,-1 0 0 0 0,1 0 1 0 0,-1 1-1 0 0,0-1 1 0 0,1 1-1 0 0,-1-1 0 0 0,1 1 1 0 0,-1-1-1 0 0,0 1 1 0 0,1-1-1 0 0,-1 1 0 0 0,0 0 1 0 0,2 1-1 0 0,30 28-18 0 0,-4-4 33 0 0,-22-22-11 0 0,1-1 1 0 0,0 0 0 0 0,0 0 0 0 0,0-1 0 0 0,0 0-1 0 0,0 0 1 0 0,1-1 0 0 0,-1 0 0 0 0,1-1-1 0 0,-1 1 1 0 0,0-2 0 0 0,15-1 0 0 0,0-2 11 0 0,-1 0 0 0 0,0-1 0 0 0,31-13 1 0 0,-37 11 41 0 0,0-1 0 0 0,-1 0 0 0 0,-1-1 1 0 0,1-1-1 0 0,-1 0 0 0 0,-1-1 0 0 0,0-1 0 0 0,-1 0 1 0 0,20-24-1 0 0,-50 75 327 0 0,2 1-1 0 0,-17 66 1 0 0,28-86-356 0 0,4-13-42 0 0,0 0 0 0 0,-1 0 0 0 0,0-1 0 0 0,0 1 0 0 0,-1 0 0 0 0,0-1 0 0 0,0 1 0 0 0,0-1 0 0 0,-1 0 0 0 0,-5 6 0 0 0,8-11-546 0 0,-12-1-1625 0 0</inkml:trace>
</inkml:ink>
</file>

<file path=ppt/ink/ink7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0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245 828 920 0 0,'3'-1'-137'0'0,"-2"1"503"0"0,1 0-1 0 0,-1-1 1 0 0,0 1-1 0 0,1 0 1 0 0,-1 0-1 0 0,0-1 0 0 0,0 1 1 0 0,1-1-1 0 0,-1 0 1 0 0,0 1-1 0 0,0-1 1 0 0,0 0-1 0 0,0 1 1 0 0,1-1-1 0 0,-1 0 1 0 0,0 0-1 0 0,0 0 1 0 0,-1 0-1 0 0,2-1 1 0 0,-1 0 288 0 0,0-32 1369 0 0,-62-193 331 0 0,49 185-2209 0 0,1-2 1 0 0,1 1 0 0 0,3-1-1 0 0,-2-49 1 0 0,8 69-117 0 0,2 0 1 0 0,0 0-1 0 0,1 0 1 0 0,1 0-1 0 0,2 0 1 0 0,0 0-1 0 0,1 1 1 0 0,2 0-1 0 0,12-27 1 0 0,-20 49-31 0 0,1-1 1 0 0,-1 1 0 0 0,1 0-1 0 0,0-1 1 0 0,0 1 0 0 0,0 0-1 0 0,0-1 1 0 0,-1 1 0 0 0,2 0-1 0 0,-1 0 1 0 0,0 0 0 0 0,0 0-1 0 0,0 0 1 0 0,0 0 0 0 0,3-1-1 0 0,-4 2 1 0 0,1 0 0 0 0,-1 0 0 0 0,1 0-1 0 0,0 0 1 0 0,-1 0 0 0 0,1 0-1 0 0,-1 0 1 0 0,1 0 0 0 0,-1 0-1 0 0,1 0 1 0 0,-1 0 0 0 0,1 1 0 0 0,-1-1-1 0 0,1 0 1 0 0,-1 0 0 0 0,1 0-1 0 0,-1 1 1 0 0,0-1 0 0 0,1 0 0 0 0,-1 1-1 0 0,1-1 1 0 0,-1 0 0 0 0,0 1-1 0 0,1-1 1 0 0,-1 1 0 0 0,0-1 0 0 0,1 0-1 0 0,-1 1 1 0 0,0 0 0 0 0,2 2 0 0 0,-1-1 0 0 0,0 1 0 0 0,0 0 1 0 0,0 0-1 0 0,0 0 0 0 0,0 0 0 0 0,-1 0 0 0 0,0 0 1 0 0,1 0-1 0 0,-1 0 0 0 0,0 0 0 0 0,0 1 1 0 0,-1-1-1 0 0,0 4 0 0 0,-8 24 15 0 0,-1 1-1 0 0,-2-2 1 0 0,-1 0 0 0 0,-31 51 0 0 0,-83 107 15 0 0,106-159-31 0 0,19-27 1 0 0,1 0 1 0 0,-1 0 0 0 0,1 1-1 0 0,0-1 1 0 0,-1 0-1 0 0,1 1 1 0 0,0-1 0 0 0,0 1-1 0 0,0-1 1 0 0,1 1 0 0 0,-1-1-1 0 0,0 4 1 0 0,1-5-2 0 0,1 0 0 0 0,-1 0-1 0 0,0 0 1 0 0,0 0 0 0 0,0-1 0 0 0,1 1 0 0 0,-1 0 0 0 0,0 0 0 0 0,1 0 0 0 0,-1-1 0 0 0,0 1-1 0 0,1 0 1 0 0,-1 0 0 0 0,1-1 0 0 0,0 1 0 0 0,-1 0 0 0 0,1-1 0 0 0,-1 1 0 0 0,1-1 0 0 0,0 1-1 0 0,-1-1 1 0 0,1 1 0 0 0,0-1 0 0 0,1 1 0 0 0,4 1-37 0 0,0 0 0 0 0,1-1 0 0 0,0 1 0 0 0,-1-1 0 0 0,1-1 1 0 0,0 1-1 0 0,7-2 0 0 0,-5 2-53 0 0,43-1-1079 0 0,79-10-1 0 0,-93 5-1831 0 0,41-13-1 0 0,-36 5-80 0 0</inkml:trace>
</inkml:ink>
</file>

<file path=ppt/ink/ink7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1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57 932 0 0,'9'-24'3269'0'0,"5"-9"3948"0"0,-15 36-7163 0 0,1-1 1 0 0,-1 0 0 0 0,1 0 0 0 0,-1 0-1 0 0,0 0 1 0 0,0 0 0 0 0,0 0-1 0 0,0 0 1 0 0,0 0 0 0 0,0 0-1 0 0,-1 0 1 0 0,0 1 0 0 0,-4 5 71 0 0,-23 53 442 0 0,2 1-1 0 0,4 1 1 0 0,1 1-1 0 0,4 1 1 0 0,-17 115-1 0 0,19-101-259 0 0,4-29-29 0 0,12-49 48 0 0,6-3-315 0 0,1-1 1 0 0,0-1 0 0 0,-1 1 0 0 0,0-1 0 0 0,0 0 0 0 0,0 0 0 0 0,10-10-1 0 0,-6 5-2 0 0,3-1-1 0 0,-9 6-21 0 0,-1 1 0 0 0,1 0 1 0 0,0 0-1 0 0,1 0 0 0 0,-1 0 1 0 0,0 1-1 0 0,1-1 0 0 0,-1 1 1 0 0,1 1-1 0 0,0-1 1 0 0,6-1-1 0 0,-9 3 3 0 0,45 31-57 0 0,-40-24 72 0 0,-1-1 0 0 0,1 1 1 0 0,0-2-1 0 0,1 1 1 0 0,-1-1-1 0 0,1 0 1 0 0,0 0-1 0 0,1-1 1 0 0,-1 0-1 0 0,1-1 1 0 0,-1 0-1 0 0,1 0 1 0 0,0-1-1 0 0,0 0 1 0 0,0-1-1 0 0,0 0 0 0 0,1 0 1 0 0,-1-1-1 0 0,0 0 1 0 0,14-2-1 0 0,-7 0 7 0 0,-2 0-1 0 0,1-2 0 0 0,0 1 1 0 0,-1-2-1 0 0,1 0 0 0 0,-1-1 0 0 0,0 0 1 0 0,-1-1-1 0 0,0-1 0 0 0,0 0 1 0 0,21-18-1 0 0,-30 22 0 0 0,0 0-1 0 0,0-1 1 0 0,-1 0 0 0 0,1 0-1 0 0,-1 0 1 0 0,-1 0 0 0 0,1 0-1 0 0,2-9 1 0 0,0 4-28 0 0,-4 8 72 0 0,-5 7-181 0 0,1 0 114 0 0,0 0 0 0 0,0 0 0 0 0,0 1 0 0 0,1-1 0 0 0,0 1 0 0 0,0-1-1 0 0,0 1 1 0 0,-1 9 0 0 0,2-13 10 0 0,1 0-1 0 0,-1 0 1 0 0,1 1-1 0 0,-1-1 1 0 0,1 0-1 0 0,0 1 1 0 0,0-1-1 0 0,0 0 0 0 0,0 1 1 0 0,0-1-1 0 0,1 0 1 0 0,-1 1-1 0 0,0-1 1 0 0,1 0-1 0 0,0 1 0 0 0,0-1 1 0 0,0 0-1 0 0,0 0 1 0 0,0 0-1 0 0,0 0 1 0 0,0 0-1 0 0,1 0 0 0 0,-1 0 1 0 0,1 0-1 0 0,-1-1 1 0 0,1 1-1 0 0,2 1 1 0 0,1-1 5 0 0,-1-1 1 0 0,1-1 0 0 0,0 1 0 0 0,0-1 0 0 0,0 0 0 0 0,0 0-1 0 0,0 0 1 0 0,-1-1 0 0 0,1 1 0 0 0,0-1 0 0 0,0-1 0 0 0,-1 1 0 0 0,1-1-1 0 0,0 1 1 0 0,-1-1 0 0 0,1 0 0 0 0,-1-1 0 0 0,0 1 0 0 0,5-5 0 0 0,10-3 8 0 0,-3 2-2 0 0,-1-1 1 0 0,21-17 0 0 0,-1 1-96 0 0,-33 23 57 0 0,12 3-39 0 0,-11 6 63 0 0,0 1 1 0 0,0 0-1 0 0,-1 0 1 0 0,0 0-1 0 0,-1 0 1 0 0,1 0-1 0 0,-1 0 1 0 0,-1 0-1 0 0,0 1 1 0 0,-1 13-1 0 0,-16 89 13 0 0,12-83 11 0 0,-12 41 2 0 0,-2 0-1 0 0,-3-1 1 0 0,-3-2 0 0 0,-67 125 0 0 0,87-182-13 0 0,0-1 0 0 0,-1 1 0 0 0,0-1-1 0 0,0 0 1 0 0,-1-1 0 0 0,0 1 0 0 0,-1-1 0 0 0,1-1 0 0 0,-1 1 0 0 0,-1-2 0 0 0,1 1 0 0 0,-11 5-1 0 0,16-10-1 0 0,-1 1-1 0 0,1-1 0 0 0,0 0 0 0 0,-1 0 0 0 0,0 0 0 0 0,1 0 0 0 0,-1-1 0 0 0,1 1 0 0 0,-1-1 0 0 0,0 0 0 0 0,1 0 0 0 0,-1-1 0 0 0,1 1 0 0 0,-1-1 0 0 0,1 1 0 0 0,-1-1 0 0 0,1 0 0 0 0,-1 0 0 0 0,1-1 0 0 0,-1 1 0 0 0,1-1 1 0 0,0 0-1 0 0,0 1 0 0 0,0-1 0 0 0,0-1 0 0 0,0 1 0 0 0,0 0 0 0 0,1-1 0 0 0,-1 1 0 0 0,1-1 0 0 0,0 0 0 0 0,0 0 0 0 0,0 0 0 0 0,0 0 0 0 0,0 0 0 0 0,-2-5 0 0 0,0-2-8 0 0,0 0 0 0 0,1 0-1 0 0,0 0 1 0 0,0-1-1 0 0,1 1 1 0 0,1-1 0 0 0,-1 0-1 0 0,2 1 1 0 0,-1-1 0 0 0,2 0-1 0 0,-1 1 1 0 0,1-1-1 0 0,1 0 1 0 0,0 1 0 0 0,1-1-1 0 0,0 1 1 0 0,6-14 0 0 0,-1 3-231 0 0,2 0 0 0 0,0 0 0 0 0,1 1 0 0 0,1 0 0 0 0,1 1-1 0 0,1 0 1 0 0,17-17 0 0 0,-22 27-223 0 0,1 1 0 0 0,0-1 0 0 0,0 2 0 0 0,1-1 0 0 0,22-10 0 0 0,29-10-6056 0 0,-37 18 3139 0 0</inkml:trace>
</inkml:ink>
</file>

<file path=ppt/ink/ink7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2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26 864 0 0,'0'-26'8493'0'0,"-3"32"-7798"0"0,-12 25 79 0 0,2 1 1 0 0,2 0-1 0 0,-11 47 1 0 0,-15 112 670 0 0,6-26-333 0 0,17-58-245 0 0,14-106-787 0 0,-2 6 122 0 0,0-5-364 0 0,3-6-883 0 0,22-80-1392 0 0,4-20-969 0 0,-19 32-1784 0 0,-9 46 2590 0 0</inkml:trace>
</inkml:ink>
</file>

<file path=ppt/ink/ink7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2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72 400 0 0,'14'-10'538'0'0,"2"1"-1"0"0,-1 1 1 0 0,1 0-1 0 0,1 1 1 0 0,-1 1-1 0 0,1 0 1 0 0,0 1-1 0 0,0 1 1 0 0,1 1-1 0 0,-1 1 1 0 0,1 0-1 0 0,0 1 1 0 0,22 2-1 0 0,-36-1-448 0 0,0 0 0 0 0,0 1-1 0 0,0-1 1 0 0,-1 1 0 0 0,1 0-1 0 0,0 0 1 0 0,-1 1 0 0 0,1-1-1 0 0,-1 1 1 0 0,1 0 0 0 0,-1 0-1 0 0,0 0 1 0 0,0 0 0 0 0,0 0 0 0 0,0 1-1 0 0,0-1 1 0 0,0 1 0 0 0,-1 0-1 0 0,1 0 1 0 0,-1 0 0 0 0,0 0-1 0 0,0 0 1 0 0,0 1 0 0 0,0-1-1 0 0,0 1 1 0 0,-1-1 0 0 0,0 1-1 0 0,0 0 1 0 0,1 4 0 0 0,-1-3-44 0 0,-1-1 1 0 0,0 1 0 0 0,0-1-1 0 0,0 0 1 0 0,-1 1-1 0 0,0-1 1 0 0,0 1 0 0 0,0-1-1 0 0,0 0 1 0 0,0 0-1 0 0,-1 0 1 0 0,0 0 0 0 0,0 0-1 0 0,0 0 1 0 0,0 0 0 0 0,-1 0-1 0 0,0-1 1 0 0,1 1-1 0 0,-1-1 1 0 0,-1 0 0 0 0,1 0-1 0 0,0 0 1 0 0,-1 0 0 0 0,1-1-1 0 0,-5 3 1 0 0,-10 5 38 0 0,0-1 0 0 0,0-1 1 0 0,0-1-1 0 0,-1-1 0 0 0,-26 6 1 0 0,34-9-107 0 0,-1-1 0 0 0,0 0 0 0 0,0-1 0 0 0,0-1 1 0 0,0 0-1 0 0,0 0 0 0 0,0-1 0 0 0,0 0 0 0 0,0-1 1 0 0,-12-4-1 0 0,23 5-145 0 0,0 1 1 0 0,0-1-1 0 0,0 1 1 0 0,0-1-1 0 0,0 0 1 0 0,0 1-1 0 0,0-1 1 0 0,1 0-1 0 0,-1 0 1 0 0,0 0-1 0 0,0 0 0 0 0,1 0 1 0 0,-1 0-1 0 0,1 0 1 0 0,-1 0-1 0 0,1 0 1 0 0,-1 0-1 0 0,1 0 1 0 0,-1 0-1 0 0,1 0 1 0 0,0 0-1 0 0,0 0 1 0 0,0-1-1 0 0,0 1 1 0 0,-1 0-1 0 0,1 0 1 0 0,1 0-1 0 0,-1 0 1 0 0,0 0-1 0 0,0-1 1 0 0,0 1-1 0 0,1 0 1 0 0,-1 0-1 0 0,0 0 0 0 0,1 0 1 0 0,-1 0-1 0 0,1 0 1 0 0,-1 0-1 0 0,1 0 1 0 0,0 0-1 0 0,-1 0 1 0 0,1 0-1 0 0,0 0 1 0 0,0 1-1 0 0,1-3 1 0 0,12-9-2296 0 0</inkml:trace>
</inkml:ink>
</file>

<file path=ppt/ink/ink7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2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16 44 0 0,'-17'15'1378'0'0,"12"-12"-1060"0"0,0 0-1 0 0,1 1 1 0 0,0 0 0 0 0,-1 0 0 0 0,1 0-1 0 0,1 0 1 0 0,-1 1 0 0 0,1-1 0 0 0,0 1 0 0 0,0 0-1 0 0,0 0 1 0 0,0 0 0 0 0,1 0 0 0 0,-2 6 0 0 0,4-9-262 0 0,0-1 0 0 0,0 1 0 0 0,1-1 0 0 0,-1 0 0 0 0,0 1 0 0 0,1-1 0 0 0,-1 1 0 0 0,1-1 0 0 0,-1 0 0 0 0,1 1 0 0 0,0-1 0 0 0,0 0 1 0 0,-1 0-1 0 0,1 0 0 0 0,0 1 0 0 0,0-1 0 0 0,0 0 0 0 0,0 0 0 0 0,0 0 0 0 0,1-1 0 0 0,-1 1 0 0 0,0 0 0 0 0,2 1 0 0 0,29 16 902 0 0,-30-17-886 0 0,3 1 39 0 0,1 0-1 0 0,-1 0 1 0 0,1-1-1 0 0,0 0 1 0 0,-1 0 0 0 0,1 0-1 0 0,0 0 1 0 0,-1-1-1 0 0,1 0 1 0 0,0-1 0 0 0,0 1-1 0 0,-1-1 1 0 0,1 0-1 0 0,0 0 1 0 0,-1-1 0 0 0,10-4-1 0 0,-10 5-14 0 0,0-1 1 0 0,-1-1-1 0 0,1 1 0 0 0,-1-1 0 0 0,1 1 1 0 0,-1-1-1 0 0,0 0 0 0 0,0-1 0 0 0,-1 1 1 0 0,1-1-1 0 0,-1 0 0 0 0,0 0 1 0 0,1 0-1 0 0,-2 0 0 0 0,1 0 0 0 0,0-1 1 0 0,-1 1-1 0 0,4-10 0 0 0,-6 11-37 0 0,1 0 0 0 0,-1 0-1 0 0,1 0 1 0 0,-1 0 0 0 0,0-1-1 0 0,0 1 1 0 0,0 0 0 0 0,0 0 0 0 0,-1 0-1 0 0,1 0 1 0 0,-1-1 0 0 0,0 1-1 0 0,0 0 1 0 0,0 0 0 0 0,0 0 0 0 0,-1 1-1 0 0,-1-4 1 0 0,2 4-165 0 0,0 1 0 0 0,0 0 0 0 0,0-1 0 0 0,-1 1 0 0 0,1 0 0 0 0,0 0 0 0 0,-1-1 0 0 0,1 1 0 0 0,-1 0 0 0 0,1 0 0 0 0,-1 1 0 0 0,0-1 0 0 0,-1 0 0 0 0,1 0-370 0 0,0 1 1 0 0,0-1-1 0 0,0 1 0 0 0,0 0 1 0 0,0 0-1 0 0,0 0 1 0 0,0 0-1 0 0,0 0 0 0 0,-1 0 1 0 0,1 1-1 0 0,0-1 0 0 0,0 0 1 0 0,-2 2-1 0 0</inkml:trace>
</inkml:ink>
</file>

<file path=ppt/ink/ink7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3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12 108 0 0,'0'0'4581'0'0,"4"-12"-3485"0"0,3 12 1862 0 0,-5 2-2888 0 0,1 0-1 0 0,-1-1 1 0 0,1 1-1 0 0,-1 0 1 0 0,0 0-1 0 0,0 0 1 0 0,0 0-1 0 0,0 1 1 0 0,0-1-1 0 0,0 1 1 0 0,-1-1-1 0 0,3 6 1 0 0,9 43 856 0 0,-13-41-809 0 0,0 0 1 0 0,0 0-1 0 0,-1 0 1 0 0,0-1-1 0 0,-1 1 1 0 0,0 0-1 0 0,-1-1 1 0 0,0 1-1 0 0,-5 10 1 0 0,6-14-56 0 0,2-5 483 0 0,4-6-517 0 0,9-10-22 0 0,1 0 0 0 0,0 2 0 0 0,1 0 0 0 0,0 0-1 0 0,1 1 1 0 0,0 1 0 0 0,1 1 0 0 0,1 1 0 0 0,-1 0 0 0 0,1 1-1 0 0,1 1 1 0 0,35-10 0 0 0,-52 17-4 0 0,1-1 0 0 0,-1 1 1 0 0,0-1-1 0 0,0 1 0 0 0,1 0 0 0 0,-1 0 0 0 0,0 0 0 0 0,0 0 1 0 0,1 0-1 0 0,-1 0 0 0 0,0 1 0 0 0,0-1 0 0 0,1 1 0 0 0,-1 0 1 0 0,0-1-1 0 0,0 1 0 0 0,0 0 0 0 0,0 0 0 0 0,0 0 0 0 0,0 1 1 0 0,0-1-1 0 0,0 0 0 0 0,-1 1 0 0 0,1-1 0 0 0,0 1 0 0 0,-1 0 1 0 0,1 0-1 0 0,-1-1 0 0 0,0 1 0 0 0,1 0 0 0 0,-1 0 0 0 0,0 0 0 0 0,0 0 1 0 0,0 0-1 0 0,-1 0 0 0 0,1 1 0 0 0,0-1 0 0 0,-1 0 0 0 0,0 0 1 0 0,1 1-1 0 0,-1-1 0 0 0,0 0 0 0 0,0 0 0 0 0,-1 5 0 0 0,1 5-117 0 0,-2 0-1 0 0,0 0 0 0 0,0 0 0 0 0,-1 0 1 0 0,0 0-1 0 0,-1-1 0 0 0,-6 14 0 0 0,5-11-1217 0 0</inkml:trace>
</inkml:ink>
</file>

<file path=ppt/ink/ink7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3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9 236 0 0,'-2'1'171'0'0,"1"0"-1"0"0,-1 0 1 0 0,1 1-1 0 0,-1-1 1 0 0,1 0 0 0 0,0 1-1 0 0,-1-1 1 0 0,1 1 0 0 0,0-1-1 0 0,0 1 1 0 0,0 0-1 0 0,0-1 1 0 0,1 1 0 0 0,-1 0-1 0 0,0 0 1 0 0,1 0-1 0 0,-1-1 1 0 0,1 1 0 0 0,-1 0-1 0 0,1 2 1 0 0,1-2-62 0 0,-1-1-1 0 0,1 1 1 0 0,-1-1 0 0 0,1 1 0 0 0,0-1 0 0 0,0 1-1 0 0,0-1 1 0 0,0 1 0 0 0,0-1 0 0 0,0 0 0 0 0,0 1-1 0 0,0-1 1 0 0,0 0 0 0 0,1 0 0 0 0,-1 0-1 0 0,0 0 1 0 0,1 0 0 0 0,-1 0 0 0 0,1-1 0 0 0,-1 1-1 0 0,1 0 1 0 0,-1-1 0 0 0,1 1 0 0 0,3 0 0 0 0,5 2 151 0 0,0 0 1 0 0,0 0-1 0 0,1-1 1 0 0,-1 0-1 0 0,1-1 1 0 0,0 0-1 0 0,-1 0 1 0 0,15-2-1 0 0,-18 0-177 0 0,1-1 0 0 0,-1 0 0 0 0,0 0 0 0 0,0 0 0 0 0,0-1-1 0 0,0 0 1 0 0,-1 0 0 0 0,1 0 0 0 0,-1-1 0 0 0,0 0 0 0 0,0-1-1 0 0,10-8 1 0 0,21-26 1463 0 0,-36 38-885 0 0,-2 6-558 0 0,-18 69 485 0 0,-50 130-1 0 0,27-90-81 0 0,26-70-355 0 0,-10 37 144 0 0,-4-2-1 0 0,-78 147 1 0 0,103-217-267 0 0,-1-1 0 0 0,0-1 0 0 0,0 1 0 0 0,-1-1 0 0 0,0 0 0 0 0,-1 0 1 0 0,1-1-1 0 0,-1 0 0 0 0,0-1 0 0 0,-1 1 0 0 0,1-2 0 0 0,-1 1 0 0 0,0-1 0 0 0,-10 3 0 0 0,15-6-17 0 0,0 0 0 0 0,0 0 0 0 0,1 0 0 0 0,-1-1 0 0 0,0 0-1 0 0,0 0 1 0 0,0 0 0 0 0,0 0 0 0 0,0 0 0 0 0,1-1 0 0 0,-1 0 0 0 0,0 0-1 0 0,0 0 1 0 0,1 0 0 0 0,-7-3 0 0 0,6 1-5 0 0,0 1-1 0 0,1-1 1 0 0,-1 0 0 0 0,1-1-1 0 0,0 1 1 0 0,0 0-1 0 0,0-1 1 0 0,0 0 0 0 0,1 1-1 0 0,-1-1 1 0 0,1 0 0 0 0,0-1-1 0 0,0 1 1 0 0,0 0 0 0 0,1 0-1 0 0,-2-6 1 0 0,1-2-1 0 0,0 1 0 0 0,1-1 0 0 0,0 1 0 0 0,1-1 0 0 0,0 0 0 0 0,1 1 0 0 0,0-1 0 0 0,1 1 0 0 0,0-1 0 0 0,1 1 0 0 0,0 0 0 0 0,1 0 0 0 0,6-14 0 0 0,1 1-33 0 0,1 1 1 0 0,1 0-1 0 0,1 0 0 0 0,29-35 1 0 0,-20 33-238 0 0,0 0-1 0 0,2 2 1 0 0,0 1 0 0 0,1 1 0 0 0,33-19 0 0 0,-34 25-1970 0 0,1 1 1 0 0,0 1 0 0 0,39-13-1 0 0,-43 19-621 0 0</inkml:trace>
</inkml:ink>
</file>

<file path=ppt/ink/ink7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4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95 100 0 0,'1'-1'205'0'0,"0"0"0"0"0,0 0 0 0 0,0 1 0 0 0,0-1 0 0 0,0 0 0 0 0,0 1 0 0 0,0-1 0 0 0,0 1 0 0 0,1-1 0 0 0,-1 1 0 0 0,0 0 0 0 0,0-1 0 0 0,1 1 0 0 0,-1 0 0 0 0,0 0 0 0 0,0 0 0 0 0,1 0 0 0 0,-1 0 0 0 0,0 0-1 0 0,0 0 1 0 0,1 1 0 0 0,-1-1 0 0 0,0 0 0 0 0,0 1 0 0 0,0-1 0 0 0,1 1 0 0 0,-1-1 0 0 0,0 1 0 0 0,0-1 0 0 0,0 1 0 0 0,0 0 0 0 0,0 0 0 0 0,0-1 0 0 0,0 1 0 0 0,0 0 0 0 0,0 0 0 0 0,-1 0 0 0 0,1 0 0 0 0,0 0 0 0 0,0 0 0 0 0,-1 0 0 0 0,1 1 0 0 0,0 1 0 0 0,0 1-73 0 0,0 0 0 0 0,0 0 0 0 0,0 0 0 0 0,0 0 0 0 0,-1 0 0 0 0,0 1 0 0 0,0-1 0 0 0,0 0 0 0 0,0 0-1 0 0,-1 1 1 0 0,0-1 0 0 0,0 0 0 0 0,-1 4 0 0 0,-25 62 1239 0 0,26-69-834 0 0,5-6-516 0 0,2-4-17 0 0,1 0 0 0 0,1 0 0 0 0,0 0 0 0 0,0 1-1 0 0,0 0 1 0 0,1 1 0 0 0,0 0 0 0 0,1 0 0 0 0,0 1 0 0 0,0 0-1 0 0,0 0 1 0 0,0 1 0 0 0,1 1 0 0 0,0 0 0 0 0,0 1 0 0 0,16-4 0 0 0,-25 7-8 0 0,-1 0 3 0 0,0 1 0 0 0,1-1 0 0 0,-1 1 0 0 0,0-1 0 0 0,0 1 0 0 0,1 0 0 0 0,-1-1 0 0 0,0 1 0 0 0,0 0 0 0 0,0 0 0 0 0,0 0 0 0 0,0 0 0 0 0,0 0 0 0 0,0 0 0 0 0,0 0 0 0 0,-1 0 0 0 0,1 1 0 0 0,0-1 0 0 0,-1 0 0 0 0,1 0 0 0 0,0 1 0 0 0,-1-1 0 0 0,0 0 0 0 0,1 1 0 0 0,-1-1 0 0 0,0 0 0 0 0,0 1 0 0 0,0 2 0 0 0,-2 38 114 0 0,1-40-100 0 0,0 23 828 0 0,9-27-796 0 0,0 0 0 0 0,0 0-1 0 0,0 0 1 0 0,0-1 0 0 0,0 0 0 0 0,-1-1-1 0 0,0 1 1 0 0,1-2 0 0 0,-2 1-1 0 0,1-1 1 0 0,7-5 0 0 0,-3 2 3 0 0,0 0-1 0 0,1 1 1 0 0,15-6 0 0 0,-8 4-67 0 0,-18 9 16 0 0,0-1 1 0 0,0 1 0 0 0,0-1-1 0 0,0 1 1 0 0,0-1 0 0 0,0 1 0 0 0,0 0-1 0 0,0-1 1 0 0,0 1 0 0 0,1 0-1 0 0,-1 0 1 0 0,0 0 0 0 0,0 0 0 0 0,0 0-1 0 0,0 0 1 0 0,0 0 0 0 0,0 0-1 0 0,0 0 1 0 0,0 0 0 0 0,0 1 0 0 0,0-1-1 0 0,1 0 1 0 0,0 2 0 0 0,1-1-8 0 0,3 41-22 0 0,-5-39 34 0 0,-1 0 1 0 0,1 0-1 0 0,0-1 0 0 0,0 1 1 0 0,0 0-1 0 0,1 0 1 0 0,-1-1-1 0 0,0 1 1 0 0,1-1-1 0 0,0 1 1 0 0,0-1-1 0 0,0 1 1 0 0,0-1-1 0 0,0 0 1 0 0,0 0-1 0 0,0 0 0 0 0,1 0 1 0 0,-1-1-1 0 0,4 3 1 0 0,0-1 3 0 0,0-1 0 0 0,0 0-1 0 0,0 0 1 0 0,0-1 0 0 0,0 1 0 0 0,0-1 0 0 0,1 0 0 0 0,10-1 0 0 0,7-1 0 0 0,0-1 1 0 0,0-1 0 0 0,43-12-1 0 0,-47 10-1 0 0,0-2 0 0 0,-1 0-1 0 0,0-1 1 0 0,-1-1 0 0 0,34-22 0 0 0,-42 24 3 0 0,1-1 0 0 0,-1 0 0 0 0,0-1 0 0 0,-1 0 0 0 0,0-1 1 0 0,0 0-1 0 0,-1 0 0 0 0,-1-1 0 0 0,1 0 0 0 0,6-15 0 0 0,-8 8 53 0 0,-17 7 16 0 0,9 9 21 0 0,-3 5-76 0 0,3-1-6 0 0,-1 0 1 0 0,1 1-1 0 0,0-1 0 0 0,-1 0 1 0 0,1 1-1 0 0,0-1 1 0 0,1 1-1 0 0,-1-1 1 0 0,0 1-1 0 0,1 0 1 0 0,-1 0-1 0 0,1 0 1 0 0,0 0-1 0 0,0 0 0 0 0,0 0 1 0 0,1 0-1 0 0,-1 0 1 0 0,1 0-1 0 0,-1 1 1 0 0,1-1-1 0 0,0 0 1 0 0,0 0-1 0 0,0 0 0 0 0,1 1 1 0 0,-1-1-1 0 0,1 0 1 0 0,0 0-1 0 0,0 0 1 0 0,0 0-1 0 0,0 0 1 0 0,1 0-1 0 0,1 3 0 0 0,51 78 342 0 0,-41-68-286 0 0,-2 0 1 0 0,0 1-1 0 0,-1 0 1 0 0,-1 1 0 0 0,10 28-1 0 0,-18-45-66 0 0,-1 0 0 0 0,1 1-1 0 0,-1-1 1 0 0,0 0 0 0 0,1 1 0 0 0,-1-1-1 0 0,0 0 1 0 0,0 1 0 0 0,0-1-1 0 0,0 1 1 0 0,0-1 0 0 0,-1 0 0 0 0,1 1-1 0 0,0-1 1 0 0,0 0 0 0 0,-1 1 0 0 0,1-1-1 0 0,-1 0 1 0 0,0 1 0 0 0,1-1 0 0 0,-1 0-1 0 0,0 0 1 0 0,0 0 0 0 0,1 0-1 0 0,-1 1 1 0 0,0-1 0 0 0,-2 1 0 0 0,0 0 18 0 0,0 0 0 0 0,0-1 0 0 0,0 1 1 0 0,-1-1-1 0 0,1 1 0 0 0,-1-1 0 0 0,1 0 1 0 0,-1 0-1 0 0,1-1 0 0 0,-6 1 1 0 0,-6 0-393 0 0,1 0 0 0 0,0-2 0 0 0,0 1 0 0 0,-24-6 1 0 0,-5-5-7663 0 0</inkml:trace>
</inkml:ink>
</file>

<file path=ppt/ink/ink7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15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55 1560 0 0,'0'0'1536'0'0,"19"-1"1709"0"0,-6-4-441 0 0,-5-2-536 0 0,1 2-436 0 0,-4-3-524 0 0,-29-5-3624 0 0,7 8 272 0 0,-2 1-2204 0 0,3-3 975 0 0</inkml:trace>
</inkml:ink>
</file>

<file path=ppt/ink/ink7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3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1 514 13445 0 0,'0'0'46'0'0,"4"-5"-370"0"0,2-2 306 0 0,1 0 1 0 0,0 0 0 0 0,1 1 0 0 0,-1 0 0 0 0,1 1 0 0 0,0 0 0 0 0,13-6 0 0 0,75-31 127 0 0,7-3-40 0 0,-79 32 11 0 0,-2-1 1 0 0,0-1-1 0 0,0-1 0 0 0,-1-1 1 0 0,18-20-1 0 0,-32 30 10 0 0,0 0 0 0 0,-1-1 0 0 0,0 0-1 0 0,0-1 1 0 0,-1 1 0 0 0,0-1 0 0 0,-1 0-1 0 0,1 0 1 0 0,-2-1 0 0 0,1 1 0 0 0,-1-1 0 0 0,-1 0-1 0 0,0 0 1 0 0,0 0 0 0 0,-1 0 0 0 0,0-14-1 0 0,-2 16 63 0 0,0 0-1 0 0,0 0 0 0 0,-1 0 1 0 0,1 0-1 0 0,-2 1 0 0 0,1-1 1 0 0,-1 1-1 0 0,-1-1 1 0 0,-5-9-1 0 0,8 17-138 0 0,1 0 0 0 0,-1-1 0 0 0,1 1 0 0 0,-1 0 0 0 0,0 0 0 0 0,1 0 0 0 0,-1-1 0 0 0,0 1 0 0 0,1 0-1 0 0,-1 0 1 0 0,0 0 0 0 0,1 0 0 0 0,-1 0 0 0 0,0 0 0 0 0,1 0 0 0 0,-1 1 0 0 0,0-1 0 0 0,1 0 0 0 0,-1 0 0 0 0,0 0 0 0 0,1 1 0 0 0,-1-1 0 0 0,1 0 0 0 0,-1 1 0 0 0,0-1 0 0 0,1 0 0 0 0,-1 1 0 0 0,1-1 0 0 0,-1 2 0 0 0,-15 10 180 0 0,16-12-194 0 0,-11 12 117 0 0,-1 1-1 0 0,2 1 1 0 0,0 0-1 0 0,1 0 1 0 0,0 1 0 0 0,1 0-1 0 0,0 1 1 0 0,2 0-1 0 0,0 0 1 0 0,-7 30-1 0 0,0 10 212 0 0,-9 105 0 0 0,12 60 107 0 0,-4 34-65 0 0,11-213-347 0 0,2-23-187 0 0,-1 1 0 0 0,0-1 0 0 0,-7 25 0 0 0,8-40-20 0 0,-1 1 1 0 0,0 0-1 0 0,0 0 1 0 0,0-1-1 0 0,0 1 1 0 0,-1-1-1 0 0,1 0 1 0 0,-1 0-1 0 0,0 0 1 0 0,-1 0-1 0 0,1 0 0 0 0,-1 0 1 0 0,1-1-1 0 0,-1 0 1 0 0,0 0-1 0 0,0 0 1 0 0,-8 4-1 0 0,10-6-33 0 0,-1 0-1 0 0,0 0 1 0 0,0-1 0 0 0,0 1-1 0 0,0-1 1 0 0,0 1 0 0 0,0-1-1 0 0,0 0 1 0 0,0 0-1 0 0,0 0 1 0 0,0-1 0 0 0,0 1-1 0 0,0-1 1 0 0,0 1-1 0 0,0-1 1 0 0,1 0 0 0 0,-1 0-1 0 0,-5-3 1 0 0,-44-31-6083 0 0,29 16 3066 0 0</inkml:trace>
</inkml:ink>
</file>

<file path=ppt/ink/ink7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3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11 390 444 0 0,'0'-1'68'0'0,"-1"1"-1"0"0,0-1 1 0 0,0 0 0 0 0,0 1-1 0 0,1-1 1 0 0,-1 0 0 0 0,0 0-1 0 0,1 0 1 0 0,-1 1 0 0 0,0-1-1 0 0,1 0 1 0 0,-1 0-1 0 0,1 0 1 0 0,0 0 0 0 0,-1 0-1 0 0,1 0 1 0 0,0 0 0 0 0,0 0-1 0 0,-1 0 1 0 0,1 0 0 0 0,0 0-1 0 0,0 0 1 0 0,0 0 0 0 0,0 0-1 0 0,0 0 1 0 0,0-1 0 0 0,1 1-1 0 0,-1 0 1 0 0,0 0 0 0 0,0 0-1 0 0,1 0 1 0 0,-1 0-1 0 0,1 1 1 0 0,-1-1 0 0 0,1 0-1 0 0,-1 0 1 0 0,1 0 0 0 0,0 0-1 0 0,-1 0 1 0 0,1 1 0 0 0,0-1-1 0 0,0 0 1 0 0,-1 1 0 0 0,1-1-1 0 0,0 0 1 0 0,0 1 0 0 0,0-1-1 0 0,0 1 1 0 0,0-1 0 0 0,0 1-1 0 0,0 0 1 0 0,0-1-1 0 0,1 1 1 0 0,9-4 161 0 0,-1 1 0 0 0,1 0 0 0 0,-1 1-1 0 0,12-1 1 0 0,-16 2-107 0 0,186-17 1112 0 0,24-4-464 0 0,-179 16-497 0 0,-2-2-1 0 0,1-1 0 0 0,65-27 1 0 0,-72 23 93 0 0,0-1 1 0 0,40-27-1 0 0,-61 36-186 0 0,-1 0 0 0 0,1-1-1 0 0,-1 0 1 0 0,0-1 0 0 0,-1 1-1 0 0,0-1 1 0 0,0-1 0 0 0,0 1 0 0 0,-1-1-1 0 0,0 0 1 0 0,-1 0 0 0 0,0-1 0 0 0,4-10-1 0 0,12-32 1891 0 0,-20 49-1412 0 0,-3 8-577 0 0,-6 14-5 0 0,0 0 0 0 0,2 1-1 0 0,1 0 1 0 0,0 0 0 0 0,-5 41-1 0 0,11-57-63 0 0,-1 33 94 0 0,2-37-103 0 0,-1 0 1 0 0,1 0-1 0 0,-1 0 1 0 0,1 0-1 0 0,-1 0 0 0 0,1-1 1 0 0,-1 1-1 0 0,1 0 1 0 0,0 0-1 0 0,0 0 1 0 0,-1-1-1 0 0,1 1 0 0 0,0 0 1 0 0,0 0-1 0 0,0-1 1 0 0,0 1-1 0 0,0-1 0 0 0,0 1 1 0 0,0-1-1 0 0,0 1 1 0 0,0-1-1 0 0,0 0 1 0 0,0 0-1 0 0,0 1 0 0 0,0-1 1 0 0,0 0-1 0 0,0 0 1 0 0,0 0-1 0 0,0 0 1 0 0,0 0-1 0 0,0 0 0 0 0,0 0 1 0 0,0-1-1 0 0,0 1 1 0 0,0 0-1 0 0,2-1 0 0 0,16-5 16 0 0,0 0 0 0 0,0-1 0 0 0,31-17 0 0 0,35-13 13 0 0,-80 36-39 0 0,-1 1 0 0 0,0-1-1 0 0,1 1 1 0 0,-1 0-1 0 0,0 0 1 0 0,1 0-1 0 0,-1 1 1 0 0,0-1-1 0 0,1 1 1 0 0,-1 0-1 0 0,0 0 1 0 0,0 1 0 0 0,0-1-1 0 0,0 1 1 0 0,0 0-1 0 0,0 0 1 0 0,0 0-1 0 0,-1 1 1 0 0,5 3-1 0 0,-3-2 74 0 0,-1-1-1 0 0,1 0 1 0 0,0-1-1 0 0,0 1 0 0 0,0-1 1 0 0,0 0-1 0 0,0 0 1 0 0,1 0-1 0 0,-1-1 1 0 0,1 0-1 0 0,-1 0 0 0 0,1 0 1 0 0,5-1-1 0 0,7-3 101 0 0,1-1 0 0 0,-2-1 0 0 0,1-1 0 0 0,-1-1 0 0 0,1 0 0 0 0,28-18 0 0 0,-13 8-202 0 0,-14 2-479 0 0,-4 2-2457 0 0,-5 9-3978 0 0</inkml:trace>
</inkml:ink>
</file>

<file path=ppt/ink/ink7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0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86 836 0 0,'2'-8'1055'0'0,"0"1"0"0"0,-1-1-1 0 0,0 0 1 0 0,-1 1 0 0 0,0-11 0 0 0,0 10-66 0 0,0 6-317 0 0,3-11 1620 0 0,-2 7-1207 0 0,-3 9 377 0 0,-1 8-1482 0 0,0 0-1 0 0,1 0 0 0 0,0 0 0 0 0,1 1 1 0 0,0-1-1 0 0,0 15 0 0 0,1-24-93 0 0,0 0 0 0 0,0 1 0 0 0,1-1-1 0 0,-1 0 1 0 0,0 1 0 0 0,1-1 0 0 0,-1 0 0 0 0,1 1-1 0 0,0-1 1 0 0,0 0 0 0 0,0 0 0 0 0,0 0 0 0 0,0 0 0 0 0,0 0-1 0 0,1 0 1 0 0,-1 0 0 0 0,1 0 0 0 0,-1 0 0 0 0,1-1 0 0 0,0 1-1 0 0,0-1 1 0 0,-1 1 0 0 0,1-1 0 0 0,0 0 0 0 0,0 1 0 0 0,0-1-1 0 0,1 0 1 0 0,-1 0 0 0 0,0-1 0 0 0,0 1 0 0 0,0 0 0 0 0,1-1-1 0 0,-1 1 1 0 0,0-1 0 0 0,1 0 0 0 0,-1 0 0 0 0,1 0-1 0 0,-1 0 1 0 0,0 0 0 0 0,1 0 0 0 0,3-2 0 0 0,4 0 157 0 0,0-1 0 0 0,0-1 0 0 0,0 0 0 0 0,0 0 1 0 0,0-1-1 0 0,17-12 0 0 0,-26 16 240 0 0,23-4 1611 0 0,-18 17-2262 0 0,0 0 0 0 0,1 0 0 0 0,10 13 1 0 0,-13-21-355 0 0,0 0 1 0 0,0 0 0 0 0,0 0 0 0 0,0 0 0 0 0,0-1-1 0 0,1 0 1 0 0,5 3 0 0 0,2 1-1510 0 0</inkml:trace>
</inkml:ink>
</file>

<file path=ppt/ink/ink7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0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376 156 144 0 0,'7'-14'948'0'0,"-1"0"-1"0"0,-1-1 1 0 0,0 1 0 0 0,-1-1-1 0 0,0 0 1 0 0,-1 0 0 0 0,1-19-1 0 0,-4 33-863 0 0,0 0 368 0 0,0 0-389 0 0,0 0 0 0 0,0 0-1 0 0,0 0 1 0 0,0 1-1 0 0,-1-1 1 0 0,1 0-1 0 0,0 0 1 0 0,-1 0 0 0 0,1 1-1 0 0,0-1 1 0 0,-1 0-1 0 0,1 1 1 0 0,-1-1-1 0 0,1 0 1 0 0,-1 1-1 0 0,0-1 1 0 0,1 1 0 0 0,-1-1-1 0 0,1 1 1 0 0,-1-1-1 0 0,0 1 1 0 0,0-1-1 0 0,1 1 1 0 0,-1 0 0 0 0,0-1-1 0 0,0 1 1 0 0,1 0-1 0 0,-1 0 1 0 0,0-1-1 0 0,-1 1 1 0 0,0 0 3 0 0,-1 1 0 0 0,1-1 1 0 0,0 1-1 0 0,0-1 0 0 0,0 1 0 0 0,-1 0 1 0 0,1-1-1 0 0,0 1 0 0 0,0 1 0 0 0,0-1 0 0 0,-2 2 1 0 0,-45 40 897 0 0,34-25-655 0 0,0 2 0 0 0,2-1 0 0 0,0 2 0 0 0,1 0 0 0 0,1 0 0 0 0,-10 28 0 0 0,-39 141 1275 0 0,50-153-1340 0 0,-16 78 723 0 0,-19 209 0 0 0,45-319-949 0 0,-4 35 78 0 0,3-21-195 0 0,-1 0-1 0 0,0 0 1 0 0,-2 0-1 0 0,-7 26 1 0 0,10-43-144 0 0,0 0 0 0 0,0 0 0 0 0,0-1 0 0 0,0 1 0 0 0,0 0 0 0 0,0-1 1 0 0,-1 1-1 0 0,1-1 0 0 0,0 1 0 0 0,-1-1 0 0 0,1 0 0 0 0,-1 1 0 0 0,0-1 0 0 0,-1 1 1 0 0,2-2-52 0 0,0 1 0 0 0,0-1 0 0 0,1 0 0 0 0,-1 0 0 0 0,0 1 0 0 0,0-1 0 0 0,0 0 0 0 0,1 0 0 0 0,-1 0 0 0 0,0 0 0 0 0,0 0 0 0 0,0 0 0 0 0,0 0 0 0 0,1 0 0 0 0,-1-1 0 0 0,0 1 0 0 0,0 0 0 0 0,1 0 0 0 0,-1-1 0 0 0,0 1 0 0 0,0 0 0 0 0,1-1 0 0 0,-1 1 0 0 0,0-1 0 0 0,0 0 0 0 0,-11-9-3201 0 0</inkml:trace>
</inkml:ink>
</file>

<file path=ppt/ink/ink7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1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1 117 128 0 0,'22'-30'3422'0'0,"-12"21"-2792"0"0,1 1-1 0 0,0 0 1 0 0,1 1 0 0 0,0 0 0 0 0,0 1 0 0 0,0 0 0 0 0,1 1-1 0 0,23-7 1 0 0,38-2-729 0 0,4 10-5013 0 0,-62 4 2857 0 0</inkml:trace>
</inkml:ink>
</file>

<file path=ppt/ink/ink7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1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81 596 0 0,'31'6'3979'0'0,"-27"-4"-3788"0"0,0 0 0 0 0,-1 0 0 0 0,0 1 0 0 0,1-1 0 0 0,-1 1 0 0 0,0 0 0 0 0,-1 0 0 0 0,1 0 0 0 0,0 0 0 0 0,-1 0 0 0 0,1 0 0 0 0,-1 1 0 0 0,0-1 0 0 0,0 1 0 0 0,-1 0 0 0 0,1 0 0 0 0,-1-1 0 0 0,0 1 0 0 0,0 0 0 0 0,0 0 0 0 0,0 0 0 0 0,-1 0 0 0 0,1 0 0 0 0,-1 0 0 0 0,0 0 0 0 0,-1 5 0 0 0,1-7 859 0 0,15-27-944 0 0,-14 22-101 0 0,1 0 0 0 0,-1 1 0 0 0,0-1 1 0 0,1 0-1 0 0,0 1 0 0 0,-1-1 0 0 0,1 1 0 0 0,0 0 1 0 0,0-1-1 0 0,3-1 0 0 0,22-18 111 0 0,0 1 0 0 0,41-23 1 0 0,-57 37-50 0 0,0 2 1 0 0,1-1 0 0 0,0 1 0 0 0,0 1 0 0 0,0 0 0 0 0,0 1-1 0 0,1 0 1 0 0,-1 1 0 0 0,21-1 0 0 0,-31 3-44 0 0,11 3-68 0 0,-9 1 590 0 0,-3 0-2455 0 0,-17 12-6692 0 0</inkml:trace>
</inkml:ink>
</file>

<file path=ppt/ink/ink7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2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86 152 0 0,'0'0'4028'0'0,"0"-5"-3347"0"0,-6-12 425 0 0,-4 25 1337 0 0,-10 39-526 0 0,19-44-1872 0 0,0 0 1 0 0,0 0-1 0 0,0 0 0 0 0,1 0 1 0 0,-1 0-1 0 0,1 0 0 0 0,0 0 1 0 0,0 0-1 0 0,0 1 1 0 0,0-1-1 0 0,1 0 0 0 0,-1 0 1 0 0,1 0-1 0 0,0 0 0 0 0,0 0 1 0 0,0 0-1 0 0,0 0 0 0 0,0 0 1 0 0,1 0-1 0 0,-1-1 0 0 0,1 1 1 0 0,0 0-1 0 0,0-1 1 0 0,0 1-1 0 0,0-1 0 0 0,0 0 1 0 0,1 0-1 0 0,-1 0 0 0 0,0 0 1 0 0,1 0-1 0 0,0 0 0 0 0,-1-1 1 0 0,1 1-1 0 0,0-1 0 0 0,0 0 1 0 0,0 0-1 0 0,0 0 1 0 0,4 1-1 0 0,2 1 46 0 0,0-1 0 0 0,0-1 0 0 0,0 1 0 0 0,0-1 0 0 0,1-1 0 0 0,-1 1 0 0 0,0-2 0 0 0,0 1 0 0 0,0-1 0 0 0,0-1 0 0 0,0 1 0 0 0,10-5 0 0 0,-11 3 0 0 0,0-1-1 0 0,0 0 0 0 0,-1 0 1 0 0,1-1-1 0 0,-1 0 0 0 0,0 0 1 0 0,-1-1-1 0 0,1 0 0 0 0,-1 0 1 0 0,0 0-1 0 0,-1-1 0 0 0,1 0 0 0 0,-1 0 1 0 0,-1 0-1 0 0,1-1 0 0 0,-1 0 1 0 0,-1 0-1 0 0,0 0 0 0 0,0 0 1 0 0,0 0-1 0 0,-1-1 0 0 0,0 1 1 0 0,0-1-1 0 0,0-16 0 0 0,-2 24-101 0 0,0 0-1 0 0,1-1 0 0 0,-1 1 0 0 0,0 0 1 0 0,0 0-1 0 0,0 0 0 0 0,1 0 1 0 0,-1-1-1 0 0,0 1 0 0 0,-1 0 0 0 0,1 0 1 0 0,0 0-1 0 0,0 0 0 0 0,0 0 0 0 0,-1-1 1 0 0,1 1-1 0 0,-1 0 0 0 0,1 0 1 0 0,-1 0-1 0 0,1 0 0 0 0,-1 0 0 0 0,0 0 1 0 0,1 0-1 0 0,-1 0 0 0 0,0 0 0 0 0,0 1 1 0 0,0-1-1 0 0,1 0 0 0 0,-3-1 0 0 0,1 2-141 0 0,1 0-1 0 0,0 0 0 0 0,-1 0 0 0 0,1 0 0 0 0,-1 1 1 0 0,1-1-1 0 0,0 0 0 0 0,-1 1 0 0 0,1-1 0 0 0,0 1 1 0 0,-1-1-1 0 0,1 1 0 0 0,0 0 0 0 0,0-1 0 0 0,-3 3 0 0 0,0 0-643 0 0,6 8-600 0 0</inkml:trace>
</inkml:ink>
</file>

<file path=ppt/ink/ink7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2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1 572 0 0,'0'0'204'0'0,"1"0"0"0"0,0 0 0 0 0,-1 0-1 0 0,1 0 1 0 0,0 1 0 0 0,-1-1 0 0 0,1 0 0 0 0,0 0-1 0 0,-1 1 1 0 0,1-1 0 0 0,0 0 0 0 0,-1 1 0 0 0,1-1-1 0 0,-1 0 1 0 0,1 1 0 0 0,-1-1 0 0 0,1 1 0 0 0,-1-1 0 0 0,1 1-1 0 0,-1-1 1 0 0,1 1 0 0 0,-1-1 0 0 0,0 1 0 0 0,1 0-1 0 0,-1-1 1 0 0,0 1 0 0 0,0 0 0 0 0,1-1 0 0 0,-1 1 0 0 0,0 0-1 0 0,0-1 1 0 0,0 1 0 0 0,0 0 0 0 0,0-1 0 0 0,0 1-1 0 0,0 0 1 0 0,0-1 0 0 0,0 1 0 0 0,0 0 0 0 0,0-1 0 0 0,0 1-1 0 0,0 0 1 0 0,-1 1 0 0 0,-5 50 1107 0 0,3-28-19 0 0,3-15-1180 0 0,0 0 45 0 0,-1 0 1 0 0,0 1 0 0 0,-1-1-1 0 0,0 0 1 0 0,-3 10 0 0 0,5-18-450 0 0,-4 8-405 0 0</inkml:trace>
</inkml:ink>
</file>

<file path=ppt/ink/ink7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2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90 1216 0 0,'-2'-32'4438'0'0,"2"-22"923"0"0,8 50-5072 0 0</inkml:trace>
</inkml:ink>
</file>

<file path=ppt/ink/ink7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43.0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0 40 0 0,'0'0'5294'0'0,"-4"7"-4501"0"0,-16 49 1084 0 0,2 0 0 0 0,2 1-1 0 0,-15 109 1 0 0,-2 11 676 0 0,-10 27-94 0 0,41-193-2861 0 0,-4 9-629 0 0,-2-10-3708 0 0</inkml:trace>
  <inkml:trace contextRef="#ctx0" brushRef="#br0" timeOffset="1">1 657 120 0 0,'43'-23'4707'0'0,"-33"16"-4134"0"0,2 1 0 0 0,-1 0 0 0 0,1 1 0 0 0,-1 0 0 0 0,16-3 0 0 0,-12 5-414 0 0,76-21 433 0 0,-36-2-5990 0 0,-45 20 3364 0 0</inkml:trace>
</inkml:ink>
</file>

<file path=ppt/ink/ink7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05:52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0 1 3356</inkml:trace>
</inkml:ink>
</file>

<file path=ppt/ink/ink7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05:52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0 1 6753</inkml:trace>
</inkml:ink>
</file>

<file path=ppt/ink/ink7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53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19 148 0 0,'6'-4'201'0'0,"15"-11"7122"0"0,-18 23-4133 0 0,-8 17-4034 0 0,-3 5 1131 0 0,-1 0 1 0 0,-2 0-1 0 0,-2-1 1 0 0,-21 38 0 0 0,33-66-646 0 0,-2-1-2376 0 0,-5 0-1142 0 0</inkml:trace>
</inkml:ink>
</file>

<file path=ppt/ink/ink7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53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1 368 0 0,'3'10'545'0'0,"-1"0"0"0"0,0 0 1 0 0,-1 1-1 0 0,0-1 0 0 0,-1 1 0 0 0,0-1 0 0 0,0 0 1 0 0,-1 1-1 0 0,-1-1 0 0 0,1 0 0 0 0,-2 1 0 0 0,1-1 1 0 0,-1 0-1 0 0,-1-1 0 0 0,0 1 0 0 0,0-1 1 0 0,-7 11-1 0 0,2-5-687 0 0,-1 0 0 0 0,0 0 0 0 0,-22 24 1 0 0,20-27-1157 0 0,-1 0 0 0 0,0-1 0 0 0,-24 17 0 0 0,19-18-1189 0 0</inkml:trace>
</inkml:ink>
</file>

<file path=ppt/ink/ink7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56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48 244 0 0,'27'-37'5565'0'0,"-26"36"-4904"0"0,0 0-441 0 0,-1 0 0 0 0,1 1 0 0 0,-1-1 0 0 0,1 0-1 0 0,0 1 1 0 0,-1-1 0 0 0,1 1 0 0 0,-1-1 0 0 0,1 1 0 0 0,0-1 0 0 0,-1 1 0 0 0,1-1 0 0 0,0 1 0 0 0,0 0 0 0 0,-1-1-1 0 0,1 1 1 0 0,0 0 0 0 0,0 0 0 0 0,0 0 0 0 0,-1-1 0 0 0,1 1 0 0 0,0 0 0 0 0,1 0 0 0 0,0 5-77 0 0,0 1 1 0 0,-1-1-1 0 0,0 0 1 0 0,0 1-1 0 0,0-1 1 0 0,0 0-1 0 0,-1 1 1 0 0,0-1 0 0 0,0 1-1 0 0,-1-1 1 0 0,1 0-1 0 0,-1 1 1 0 0,0-1-1 0 0,-3 7 1 0 0,0-1-2 0 0,-1 0 1 0 0,0 0-1 0 0,-1 0 1 0 0,-1 0-1 0 0,-11 14 1 0 0,17-23-48 0 0,-1 1-36 0 0,0 0 0 0 0,0 0 0 0 0,0 0 0 0 0,0-1 0 0 0,-1 1 0 0 0,1-1 0 0 0,-1 1 0 0 0,1-1 0 0 0,-7 3 0 0 0,9-5-57 0 0,-1 0 0 0 0,0 0 0 0 0,0 0 1 0 0,1-1-1 0 0,-1 1 0 0 0,0 0 0 0 0,1-1 1 0 0,-1 1-1 0 0,0 0 0 0 0,1-1 0 0 0,-1 1 1 0 0,0-1-1 0 0,1 1 0 0 0,-1-1 0 0 0,1 1 1 0 0,-1-1-1 0 0,1 1 0 0 0,-1-1 0 0 0,1 0 1 0 0,-1 1-1 0 0,1-1 0 0 0,-1 0 0 0 0,1 1 1 0 0,0-1-1 0 0,0 0 0 0 0,-1 1 0 0 0,1-1 1 0 0,0 0-1 0 0,0 0 0 0 0,0 1 0 0 0,0-1 1 0 0,0 0-1 0 0,0 0 0 0 0,0 1 0 0 0,0-1 1 0 0,0 0-1 0 0,0 0 0 0 0,0 0 0 0 0,0 1 1 0 0,1-1-1 0 0,-1 0 0 0 0,0 1 0 0 0,0-1 1 0 0,1 0-1 0 0,0 0 0 0 0,15-37 31 0 0,-11 31-44 0 0,1 0-1 0 0,0 0 1 0 0,0 0-1 0 0,0 1 1 0 0,1 0-1 0 0,0 0 1 0 0,0 0-1 0 0,1 1 1 0 0,0 0-1 0 0,0 1 1 0 0,0 0-1 0 0,0 0 1 0 0,0 1-1 0 0,16-5 1 0 0,-20 9 5 0 0,-2-1 3 0 0,0 1-1 0 0,0 0 0 0 0,0 0 0 0 0,-1 1 1 0 0,1-1-1 0 0,0 0 0 0 0,-1 0 0 0 0,1 1 0 0 0,-1-1 1 0 0,0 1-1 0 0,1-1 0 0 0,-1 1 0 0 0,0 0 1 0 0,2 3-1 0 0,-2-2 4 0 0,-1 0 0 0 0,1 1 0 0 0,0-1 1 0 0,-1 1-1 0 0,0-1 0 0 0,0 1 0 0 0,0-1 0 0 0,0 1 1 0 0,-1-1-1 0 0,-1 7 0 0 0,0 4-2 0 0,-2 4-15 0 0,0-5 89 0 0,4-11-59 0 0,-1 0-4 0 0,-1 5 10 0 0,2-5 51 0 0,5-5-90 0 0,19-10-12 0 0,-11 4-8 0 0,2 1-1 0 0,-1 1 0 0 0,1 1 1 0 0,0 0-1 0 0,0 0 0 0 0,23-4 1 0 0,-36 10 8 0 0,27 27-18 0 0,-28-23-39 0 0,0-1 0 0 0,0 0 0 0 0,-1 1 0 0 0,1-1 0 0 0,-1 0 0 0 0,1 1 0 0 0,-1-1 0 0 0,-1 5 0 0 0,1 9-2668 0 0,2-4-3540 0 0</inkml:trace>
</inkml:ink>
</file>

<file path=ppt/ink/ink7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57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10 712 0 0,'0'0'5494'0'0,"-5"3"-4977"0"0,-18 13 203 0 0,-37 30 3079 0 0,65-46-3713 0 0,54-12 178 0 0,-48 9-225 0 0,0 0-1 0 0,0 0 1 0 0,24 0 0 0 0,-34 3-32 0 0,37 10 39 0 0,-31-6-36 0 0,-4-2-7 0 0,-1-1 1 0 0,1 1 0 0 0,0-1 0 0 0,0 1 0 0 0,0-1-1 0 0,0 0 1 0 0,0 0 0 0 0,0 0 0 0 0,0-1 0 0 0,1 1-1 0 0,-1-1 1 0 0,6 0 0 0 0,0 1 6 0 0,0 0 0 0 0,0-1 0 0 0,0-1 0 0 0,0 1 0 0 0,-1-1 0 0 0,1-1 0 0 0,0 0 0 0 0,0 0 0 0 0,-1 0 1 0 0,0-1-1 0 0,1-1 0 0 0,-1 1 0 0 0,0-1 0 0 0,12-9 0 0 0,32-21 929 0 0,-51 33-325 0 0,0 1-612 0 0,-1 0-1 0 0,0 0 0 0 0,0 0 1 0 0,0-1-1 0 0,0 1 0 0 0,0 0 0 0 0,1 0 1 0 0,-1 0-1 0 0,0 0 0 0 0,0 0 1 0 0,0-1-1 0 0,0 1 0 0 0,0 0 1 0 0,0 0-1 0 0,0 0 0 0 0,0 0 1 0 0,0-1-1 0 0,0 1 0 0 0,0 0 1 0 0,1 0-1 0 0,-1 0 0 0 0,0 0 1 0 0,0-1-1 0 0,0 1 0 0 0,0 0 1 0 0,0 0-1 0 0,-1 0 0 0 0,1-1 1 0 0,0 1-1 0 0,0 0 0 0 0,0 0 0 0 0,0 0 1 0 0,0 0-1 0 0,0-1 0 0 0,0 1 1 0 0,0 0-1 0 0,0 0 0 0 0,0 0 1 0 0,0 0-1 0 0,-1 0 0 0 0,1-1 1 0 0,0 1-1 0 0,0 0 0 0 0,0 0 1 0 0,0 0-1 0 0,0 0 0 0 0,-1 0 1 0 0,-3 4-13 0 0,-1 1 1 0 0,1 0-1 0 0,1 0 1 0 0,-1 1-1 0 0,1-1 1 0 0,-6 13-1 0 0,9-16 9 0 0,18 23 85 0 0,-13-23-70 0 0,-1-1 0 0 0,1 0 0 0 0,0 0 0 0 0,-1-1 0 0 0,1 1 0 0 0,0-1 0 0 0,-1 0 0 0 0,1 0 0 0 0,0 0 0 0 0,0-1 0 0 0,-1 0 0 0 0,1 0 0 0 0,-1 0 0 0 0,1 0 0 0 0,-1-1 0 0 0,7-3 0 0 0,2 0-7 0 0,-1 0 0 0 0,0-2 0 0 0,0 1 0 0 0,19-16 0 0 0,-31 23-6 0 0,-1 0 1 0 0,1-1-1 0 0,0 1 1 0 0,0-1-1 0 0,0 1 1 0 0,0-1 0 0 0,0 1-1 0 0,0 0 1 0 0,0-1-1 0 0,0 1 1 0 0,0-1 0 0 0,0 1-1 0 0,0 0 1 0 0,0-1-1 0 0,0 1 1 0 0,1-1-1 0 0,-1 1 1 0 0,0-1 0 0 0,0 1-1 0 0,1-1 1 0 0,-1 1-1 0 0,0-1 1 0 0,1 1-1 0 0,-1-1 1 0 0,0 1 0 0 0,1-1-1 0 0,-1 1 1 0 0,1-1-1 0 0,-1 0 1 0 0,1 1 0 0 0,-1-1-1 0 0,1 0 1 0 0,-1 1-1 0 0,1-1 1 0 0,-1 0-1 0 0,1 0 1 0 0,-1 1 0 0 0,1-1-1 0 0,-1 0 1 0 0,1 0-1 0 0,0 0 1 0 0,-1 0-1 0 0,1 0 1 0 0,-1 0 0 0 0,1 0-1 0 0,-1 0 1 0 0,1 0-1 0 0,0 0 1 0 0,-1 0-1 0 0,1 0 1 0 0,-1 0 0 0 0,1-1-1 0 0,-1 1 1 0 0,1 0-1 0 0,0 0 1 0 0,-1-1 0 0 0,1 1-1 0 0,-1 0 1 0 0,1-1-1 0 0,-1 1 1 0 0,0 0-1 0 0,1-1 1 0 0,-1 1 0 0 0,1-1-1 0 0,-1 1 1 0 0,0-1-1 0 0,1 1 1 0 0,-1-1-1 0 0,-8 47 93 0 0,-2-20-61 0 0,-1 0-1 0 0,-2-1 0 0 0,0 0 1 0 0,-27 35-1 0 0,-79 89 30 0 0,51-67-1 0 0,66-80-58 0 0,-76 88 24 0 0,71-83 12 0 0,0-1 1 0 0,0 1-1 0 0,-1-1 0 0 0,0 0 1 0 0,0-1-1 0 0,0 0 1 0 0,-1 0-1 0 0,1-1 0 0 0,-18 6 1 0 0,25-10-29 0 0,0 1 0 0 0,0-1 0 0 0,0 0 0 0 0,0 0 0 0 0,1 1 0 0 0,-1-1 0 0 0,0 0 0 0 0,0 0 0 0 0,0 0 0 0 0,0 0 0 0 0,0-1-1 0 0,0 1 1 0 0,0 0 0 0 0,0 0 0 0 0,1 0 0 0 0,-1-1 0 0 0,0 1 0 0 0,0 0 0 0 0,0-1 0 0 0,0 1 0 0 0,1-1 0 0 0,-1 1 0 0 0,0-1 0 0 0,1 1 0 0 0,-1-1 0 0 0,0 0 0 0 0,1 1 0 0 0,-1-1 0 0 0,0 0 0 0 0,1 1 0 0 0,-1-1 0 0 0,1 0 0 0 0,-1 0 0 0 0,1 1 0 0 0,0-1 0 0 0,-1 0 0 0 0,1 0 0 0 0,0 0 0 0 0,0 0 0 0 0,-1 0 0 0 0,1 0 0 0 0,0 1 0 0 0,0-1 0 0 0,0 0 0 0 0,0 0 0 0 0,0 0 0 0 0,0 0 0 0 0,0 0 0 0 0,1 0 0 0 0,-1 0 0 0 0,0 0 0 0 0,1-1 0 0 0,0-4 7 0 0,1-1 0 0 0,-1 0 0 0 0,1 1 0 0 0,0 0-1 0 0,6-12 1 0 0,3-2-399 0 0,1 1 0 0 0,1 0 0 0 0,0 1 0 0 0,2 1 0 0 0,0 0 0 0 0,0 1 0 0 0,32-25 0 0 0,31-15-6252 0 0,-51 42 3455 0 0</inkml:trace>
</inkml:ink>
</file>

<file path=ppt/ink/ink7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58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47 68 0 0,'21'-38'5203'0'0,"-20"37"-4657"0"0,2-5 652 0 0,-3 6-1138 0 0,0 0 1 0 0,0 1-1 0 0,0-1 0 0 0,0 0 1 0 0,0 0-1 0 0,0 0 1 0 0,1 0-1 0 0,-1 0 0 0 0,0 0 1 0 0,0 0-1 0 0,0 0 0 0 0,0 0 1 0 0,0 0-1 0 0,0 0 1 0 0,0 0-1 0 0,0 0 0 0 0,0 0 1 0 0,0 0-1 0 0,1 0 0 0 0,-1 0 1 0 0,0 0-1 0 0,0 0 1 0 0,1-1 724 0 0,-1 1-725 0 0,0 0 0 0 0,0 0 1 0 0,0 0-1 0 0,0 0 1 0 0,0 0-1 0 0,0 0 0 0 0,0-1 1 0 0,0 1-1 0 0,0 0 0 0 0,0 0 1 0 0,0 0-1 0 0,0 0 1 0 0,1 5 92 0 0,0 0 1 0 0,-1 1-1 0 0,0-1 0 0 0,0 0 1 0 0,0 0-1 0 0,-1 1 1 0 0,1-1-1 0 0,-1 0 1 0 0,-3 10-1 0 0,-22 59 1006 0 0,10-27-711 0 0,-65 264 1181 0 0,76-297-1427 0 0,4-17-39 0 0,2 1-164 0 0,0 0 0 0 0,0-1 0 0 0,0 1 0 0 0,0 0 0 0 0,0 0-1 0 0,0 0 1 0 0,0 0 0 0 0,1 0 0 0 0,-1 0 0 0 0,1 1 0 0 0,-1-1 0 0 0,3-2 0 0 0,2 0-35 0 0,-1 1 1 0 0,1-1 0 0 0,0 1-1 0 0,0 0 1 0 0,0 0-1 0 0,0 1 1 0 0,1 0 0 0 0,-1 0-1 0 0,1 0 1 0 0,-1 1 0 0 0,1 0-1 0 0,0 0 1 0 0,-1 1 0 0 0,1 0-1 0 0,0 0 1 0 0,0 1-1 0 0,-1-1 1 0 0,9 3 0 0 0,-15-3 24 0 0,1 0-1 0 0,-1 1 1 0 0,0-1 0 0 0,1 0 0 0 0,-1 0 0 0 0,0 0 0 0 0,1 1-1 0 0,-1-1 1 0 0,0 0 0 0 0,0 1 0 0 0,1-1 0 0 0,-1 0 0 0 0,0 1 0 0 0,0-1-1 0 0,1 0 1 0 0,-1 1 0 0 0,0-1 0 0 0,0 0 0 0 0,0 1 0 0 0,0-1-1 0 0,0 0 1 0 0,0 1 0 0 0,1-1 0 0 0,-1 1 0 0 0,0-1 0 0 0,0 0 0 0 0,0 1-1 0 0,0-1 1 0 0,0 1 0 0 0,0-1 0 0 0,-1 0 0 0 0,1 1 0 0 0,0-1-1 0 0,0 1 1 0 0,0-1 0 0 0,0 0 0 0 0,0 1 0 0 0,0-1 0 0 0,-1 0 0 0 0,1 1-1 0 0,0-1 1 0 0,0 0 0 0 0,-1 1 0 0 0,1-1 0 0 0,-10 12 23 0 0,10-12-26 0 0,-7 7-23 0 0,-1-1 0 0 0,1 0 0 0 0,-1-1 0 0 0,-1 1 0 0 0,1-2 0 0 0,-1 1 1 0 0,0-1-1 0 0,0 0 0 0 0,-16 3 0 0 0,26-7 33 0 0,-1 0 0 0 0,0 0 0 0 0,0 1-1 0 0,0-1 1 0 0,0 0 0 0 0,0 0 0 0 0,0 0 0 0 0,1 0 0 0 0,-1 0 0 0 0,0 0 0 0 0,0 1 0 0 0,0-1 0 0 0,0 0-1 0 0,0 0 1 0 0,0 0 0 0 0,0 0 0 0 0,0 0 0 0 0,0 1 0 0 0,0-1 0 0 0,0 0 0 0 0,1 0 0 0 0,-1 0 0 0 0,0 0-1 0 0,0 1 1 0 0,0-1 0 0 0,0 0 0 0 0,0 0 0 0 0,0 0 0 0 0,-1 1 0 0 0,1-1 0 0 0,0 0 0 0 0,0 0-1 0 0,0 0 1 0 0,0 0 0 0 0,0 0 0 0 0,0 1 0 0 0,0-1 0 0 0,0 0 0 0 0,0 0 0 0 0,0 0 0 0 0,0 0 0 0 0,-1 0-1 0 0,1 1 1 0 0,0-1 0 0 0,0 0 0 0 0,0 0 0 0 0,0 0 0 0 0,0 0 0 0 0,0 0 0 0 0,-1 0 0 0 0,1 0 0 0 0,0 0-1 0 0,0 0 1 0 0,0 1 0 0 0,0-1 0 0 0,-1 0 0 0 0,1 0 0 0 0,35-1-33 0 0,0-2 1 0 0,0-1-1 0 0,0-2 1 0 0,0-1-1 0 0,-1-2 1 0 0,40-16 0 0 0,-68 23 94 0 0,1 0 1 0 0,-1-1 0 0 0,0 0 0 0 0,0 0-1 0 0,-1-1 1 0 0,1 1 0 0 0,-1-1 0 0 0,0 0-1 0 0,1-1 1 0 0,-2 0 0 0 0,1 1 0 0 0,4-8 0 0 0,-8 12 340 0 0,-2-1-374 0 0,1 0-1 0 0,-1 0 1 0 0,1 0 0 0 0,-1 1-1 0 0,0-1 1 0 0,1 0 0 0 0,-1 1-1 0 0,0-1 1 0 0,1 1 0 0 0,-1-1-1 0 0,0 1 1 0 0,0-1 0 0 0,0 1-1 0 0,0-1 1 0 0,1 1 0 0 0,-1 0-1 0 0,0-1 1 0 0,0 1 0 0 0,0 0-1 0 0,0 0 1 0 0,0 0 0 0 0,0 0-1 0 0,-1 0 1 0 0,0 0-40 0 0,0 1 1 0 0,0 1-1 0 0,0-1 0 0 0,0 0 0 0 0,0 0 1 0 0,0 1-1 0 0,0-1 0 0 0,1 1 1 0 0,-1-1-1 0 0,0 1 0 0 0,1 0 1 0 0,-1 0-1 0 0,1 0 0 0 0,0 0 0 0 0,0 0 1 0 0,0 0-1 0 0,0 0 0 0 0,0 0 1 0 0,0 0-1 0 0,0 0 0 0 0,0 1 0 0 0,1-1 1 0 0,0 0-1 0 0,-1 1 0 0 0,1-1 1 0 0,0 0-1 0 0,0 1 0 0 0,0-1 0 0 0,0 0 1 0 0,1 1-1 0 0,-1-1 0 0 0,1 4 1 0 0,2 6-743 0 0,3 11-1376 0 0,-2-9-3578 0 0,0-8 2489 0 0</inkml:trace>
</inkml:ink>
</file>

<file path=ppt/ink/ink7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59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78 300 48 0 0,'5'-12'4934'0'0,"-14"16"-50"0"0,-2 3-5624 0 0,7-5 849 0 0,-1 1 0 0 0,2-1 0 0 0,-1 1 1 0 0,0 0-1 0 0,0 0 0 0 0,1 0 0 0 0,0 1 1 0 0,-1-1-1 0 0,1 1 0 0 0,1 0 0 0 0,-1 0 1 0 0,0 0-1 0 0,1 0 0 0 0,0 1 1 0 0,0-1-1 0 0,0 0 0 0 0,-1 9 0 0 0,-3 3 192 0 0,5-15-281 0 0,1 0 0 0 0,0 1 0 0 0,0-1 0 0 0,0 1 0 0 0,0-1 0 0 0,1 1 0 0 0,-1-1 0 0 0,0 0 0 0 0,1 1 0 0 0,-1-1 0 0 0,0 0 0 0 0,1 1 0 0 0,0-1 0 0 0,-1 0 0 0 0,1 1 0 0 0,0-1 0 0 0,0 0 0 0 0,-1 0 0 0 0,1 0 0 0 0,0 0 0 0 0,0 0 0 0 0,0 0 0 0 0,1 0 0 0 0,-1 0 0 0 0,0 0 0 0 0,0-1 0 0 0,2 2 0 0 0,36 18 285 0 0,-25-16-285 0 0,1-1 1 0 0,0-1-1 0 0,0 0 1 0 0,0-1-1 0 0,1-1 1 0 0,-1 0-1 0 0,0-1 1 0 0,0 0-1 0 0,0-2 0 0 0,0 1 1 0 0,0-2-1 0 0,-1 0 1 0 0,1-1-1 0 0,-1 0 1 0 0,19-11-1 0 0,-18 8-12 0 0,-1-1-1 0 0,0 0 1 0 0,0-1 0 0 0,-1 0-1 0 0,0-1 1 0 0,-1 0-1 0 0,0-1 1 0 0,-1-1-1 0 0,0 0 1 0 0,-1 0-1 0 0,0-1 1 0 0,-2 0 0 0 0,13-27-1 0 0,-8 10 3 0 0,7-13 918 0 0,22-77 0 0 0,-42 120-895 0 0,1 1 1 0 0,-1-1-1 0 0,0 0 1 0 0,1 0-1 0 0,-1 0 1 0 0,0 0 0 0 0,1 0-1 0 0,-1 0 1 0 0,0 0-1 0 0,0 0 1 0 0,0 0-1 0 0,0 0 1 0 0,0 0-1 0 0,0 0 1 0 0,0 0-1 0 0,0 0 1 0 0,0 0 0 0 0,0 0-1 0 0,-1 0 1 0 0,1 0-1 0 0,0 0 1 0 0,-1 0-1 0 0,1 0 1 0 0,-1 0-1 0 0,1 0 1 0 0,-1 0 0 0 0,0-1-1 0 0,-1 3-18 0 0,1-1 0 0 0,0 0 0 0 0,-1 0 1 0 0,1 1-1 0 0,0-1 0 0 0,0 0 0 0 0,-1 1 0 0 0,1 0 0 0 0,0-1 0 0 0,0 1 0 0 0,0 0 1 0 0,-1-1-1 0 0,1 1 0 0 0,0 0 0 0 0,0 0 0 0 0,-1 1 0 0 0,-43 49 28 0 0,25-19 25 0 0,1 1 0 0 0,-18 43 0 0 0,31-61-51 0 0,0 1 0 0 0,1-1-1 0 0,1 1 1 0 0,1 0 0 0 0,0 1 0 0 0,1-1-1 0 0,-1 28 1 0 0,3-40-14 0 0,1-1 0 0 0,-1 0-1 0 0,0 1 1 0 0,1-1 0 0 0,0 0 0 0 0,0 1 0 0 0,0-1-1 0 0,0 0 1 0 0,0 0 0 0 0,1 0 0 0 0,-1 0-1 0 0,1 0 1 0 0,0 0 0 0 0,0 0 0 0 0,0 0-1 0 0,0-1 1 0 0,0 1 0 0 0,1-1 0 0 0,-1 1 0 0 0,1-1-1 0 0,-1 0 1 0 0,1 0 0 0 0,0 0 0 0 0,0-1-1 0 0,0 1 1 0 0,0-1 0 0 0,0 1 0 0 0,1-1-1 0 0,-1 0 1 0 0,0 0 0 0 0,0 0 0 0 0,1-1 0 0 0,-1 1-1 0 0,6-1 1 0 0,1 0 75 0 0,-1 0-1 0 0,1 0 1 0 0,0-1 0 0 0,0 0-1 0 0,-1-1 1 0 0,1 0 0 0 0,-1 0 0 0 0,1-1-1 0 0,-1-1 1 0 0,17-8 0 0 0,-25 11 210 0 0,1 1-113 0 0,3-3-197 0 0,-1 19 647 0 0,-3-15-613 0 0,1 1 1 0 0,-1 0 0 0 0,1 0 0 0 0,-1-1 0 0 0,1 1-1 0 0,0-1 1 0 0,0 1 0 0 0,-1-1 0 0 0,1 0-1 0 0,0 1 1 0 0,0-1 0 0 0,0 0 0 0 0,1 0-1 0 0,-1-1 1 0 0,0 1 0 0 0,0 0 0 0 0,1-1 0 0 0,-1 1-1 0 0,3-1 1 0 0,-3 0-4 0 0,-1 0 1 0 0,1-1-1 0 0,0 1 1 0 0,-1-1-1 0 0,1 1 0 0 0,-1-1 1 0 0,1 0-1 0 0,-1 1 1 0 0,1-1-1 0 0,-1 0 0 0 0,0 0 1 0 0,1 0-1 0 0,-1 0 1 0 0,0 0-1 0 0,0 0 0 0 0,0-1 1 0 0,0 1-1 0 0,0 0 1 0 0,1-2-1 0 0,-1 1 41 0 0,-17-23-139 0 0,4 10-4758 0 0</inkml:trace>
</inkml:ink>
</file>

<file path=ppt/ink/ink7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0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23 304 0 0,'9'-13'7229'0'0,"-13"8"-4135"0"0,0 0-1523 0 0,18 36-1235 0 0,-10-23-242 0 0,0-1 0 0 0,0 1 0 0 0,-1 1 0 0 0,0-1-1 0 0,0 0 1 0 0,-1 1 0 0 0,0 0 0 0 0,0 10 0 0 0,-2-16-44 0 0,-24 21 289 0 0,197-68-1062 0 0,-94 14 788 0 0,-78 29 14 0 0,-3 2-34 0 0,0-1-1 0 0,0 1 1 0 0,-1 0 0 0 0,1 0 0 0 0,0 0 0 0 0,0 0 0 0 0,0 1 0 0 0,0-1 0 0 0,1 0 0 0 0,-1 1 0 0 0,0-1 0 0 0,-2 4 0 0 0,3-4-39 0 0,1-1-1 0 0,-1 1 0 0 0,1 0 1 0 0,-1-1-1 0 0,1 1 0 0 0,0 0 1 0 0,-1-1-1 0 0,1 1 1 0 0,0 0-1 0 0,-1-1 0 0 0,1 1 1 0 0,0 0-1 0 0,0 0 0 0 0,0-1 1 0 0,0 1-1 0 0,0 0 0 0 0,0 0 1 0 0,0-1-1 0 0,0 1 0 0 0,0 0 1 0 0,0 0-1 0 0,0-1 1 0 0,0 1-1 0 0,0 0 0 0 0,1-1 1 0 0,-1 1-1 0 0,0 0 0 0 0,1 0 1 0 0,-1-1-1 0 0,0 1 0 0 0,1 0 1 0 0,-1-1-1 0 0,1 1 1 0 0,-1-1-1 0 0,1 1 0 0 0,-1-1 1 0 0,1 1-1 0 0,-1-1 0 0 0,1 1 1 0 0,0-1-1 0 0,-1 1 0 0 0,1-1 1 0 0,0 1-1 0 0,2 1 27 0 0,0-1 0 0 0,0 1 0 0 0,0 0 0 0 0,0-1 0 0 0,0 0-1 0 0,0 0 1 0 0,0 0 0 0 0,0 0 0 0 0,4 1 0 0 0,7-3 10 0 0,0 1-1 0 0,1-2 1 0 0,-1 0 0 0 0,0-1 0 0 0,0 0 0 0 0,0-1-1 0 0,17-7 1 0 0,-10 3 273 0 0,-1 2-1 0 0,27-4 0 0 0,-45 9 22 0 0,4 7 98 0 0,-6-6-408 0 0,1 1 0 0 0,0-1 0 0 0,0 0 0 0 0,-1 1-1 0 0,1-1 1 0 0,0 1 0 0 0,-1-1 0 0 0,1 1 0 0 0,-1-1 0 0 0,1 1-1 0 0,0 0 1 0 0,-1-1 0 0 0,1 1 0 0 0,-1 0 0 0 0,0-1-1 0 0,1 1 1 0 0,-1 0 0 0 0,1 0 0 0 0,-1-1 0 0 0,0 1-1 0 0,0 0 1 0 0,0 0 0 0 0,1 0 0 0 0,-1 8 100 0 0,-1-1 156 0 0,1 1 1 0 0,0-1-1 0 0,1 1 1 0 0,0-1-1 0 0,1 1 1 0 0,3 12 0 0 0,-4-19-379 0 0,0 0 1 0 0,-1-1 0 0 0,1 1-1 0 0,0 0 1 0 0,0-1 0 0 0,1 1-1 0 0,-1-1 1 0 0,0 1 0 0 0,0-1-1 0 0,1 0 1 0 0,-1 0 0 0 0,1 1-1 0 0,-1-1 1 0 0,3 1 0 0 0,-1-1-329 0 0,0 0 0 0 0,-1 0 0 0 0,1 0 0 0 0,0-1 0 0 0,0 1 0 0 0,0-1 1 0 0,-1 0-1 0 0,1 1 0 0 0,0-1 0 0 0,0-1 0 0 0,0 1 0 0 0,3-1 0 0 0,14-3-4177 0 0,0-1 348 0 0</inkml:trace>
</inkml:ink>
</file>

<file path=ppt/ink/ink7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1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 13645 0 0,'2'-2'-10'0'0,"0"0"0"0"0,0 0-1 0 0,0 0 1 0 0,0 0 0 0 0,0 1 0 0 0,0-1-1 0 0,1 1 1 0 0,-1-1 0 0 0,1 1-1 0 0,-1 0 1 0 0,6-2 0 0 0,-7 4 9 0 0,0-1-1 0 0,1 1 1 0 0,-1-1-1 0 0,0 1 1 0 0,1 0-1 0 0,-1-1 1 0 0,0 1 0 0 0,1 0-1 0 0,-1 0 1 0 0,0 0-1 0 0,0 0 1 0 0,0 0 0 0 0,0 0-1 0 0,0 0 1 0 0,0 0-1 0 0,0 1 1 0 0,0-1-1 0 0,-1 0 1 0 0,1 1 0 0 0,0-1-1 0 0,-1 0 1 0 0,1 1-1 0 0,-1-1 1 0 0,1 3 0 0 0,11 30 44 0 0,-2 1 0 0 0,-1 0 0 0 0,-2 0 0 0 0,-2 1 1 0 0,2 44-1 0 0,-3-56-78 0 0,-4-23 92 0 0,0 0 1 0 0,0 0-1 0 0,0 0 1 0 0,0 0 0 0 0,0 0-1 0 0,1 0 1 0 0,-1 0 0 0 0,0-1-1 0 0,1 1 1 0 0,-1 0 0 0 0,0 0-1 0 0,1 0 1 0 0,-1 0 0 0 0,1-1-1 0 0,-1 1 1 0 0,1 0 0 0 0,0-1-1 0 0,-1 1 1 0 0,1 0-1 0 0,0-1 1 0 0,0 1 0 0 0,-1-1-1 0 0,2 1 1 0 0,0-2-25 0 0,0 1-1 0 0,0-1 1 0 0,0-1 0 0 0,0 1-1 0 0,0 0 1 0 0,0 0 0 0 0,-1-1-1 0 0,1 1 1 0 0,0-1 0 0 0,-1 0-1 0 0,3-3 1 0 0,0 1 28 0 0,23-22 128 0 0,0-1 0 0 0,-2-1-1 0 0,-1-2 1 0 0,-2 0-1 0 0,20-35 1 0 0,-11 17-1536 0 0,38-43 0 0 0,-50 71-1137 0 0,-5 13-3954 0 0</inkml:trace>
</inkml:ink>
</file>

<file path=ppt/ink/ink7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1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0 139 388 0 0,'30'-11'1859'0'0,"28"-18"541"0"0,-47 22-1707 0 0,0-1 0 0 0,0 0 0 0 0,-1 0 1 0 0,0-1-1 0 0,10-12 0 0 0,-18 19-560 0 0,-1 1-1 0 0,0 0 1 0 0,0-1-1 0 0,0 1 1 0 0,0-1 0 0 0,0 1-1 0 0,0-1 1 0 0,0 1-1 0 0,-1-1 1 0 0,1 0 0 0 0,0 1-1 0 0,-1-1 1 0 0,1-3-1 0 0,-1 4-93 0 0,0 1 0 0 0,0-1 0 0 0,0 1 0 0 0,0-1 0 0 0,-1 1 0 0 0,1-1 0 0 0,0 1 0 0 0,0-1 0 0 0,-1 1 0 0 0,1-1 1 0 0,0 1-1 0 0,0 0 0 0 0,-1-1 0 0 0,1 1 0 0 0,0-1 0 0 0,-1 1 0 0 0,1 0 0 0 0,-1-1 0 0 0,1 1 0 0 0,0 0 0 0 0,-1 0 0 0 0,1-1 0 0 0,-1 1 0 0 0,1 0 0 0 0,-1 0 0 0 0,1-1 0 0 0,-1 1 0 0 0,0 0 0 0 0,-3 0 67 0 0,0-1-1 0 0,0 1 1 0 0,0 0 0 0 0,0 0 0 0 0,0 0 0 0 0,0 1 0 0 0,0 0-1 0 0,0 0 1 0 0,0 0 0 0 0,-4 1 0 0 0,3 0-19 0 0,0 0 0 0 0,0 0 1 0 0,0 1-1 0 0,0-1 0 0 0,0 1 0 0 0,1 0 1 0 0,-1 1-1 0 0,1-1 0 0 0,0 1 0 0 0,0 0 1 0 0,0 0-1 0 0,1 0 0 0 0,-1 0 0 0 0,-3 7 1 0 0,6-9-117 0 0,0 0 0 0 0,1 0 0 0 0,-1 0 0 0 0,0 0 0 0 0,1 1 0 0 0,0-1 0 0 0,-1 0 0 0 0,1 0 1 0 0,0 1-1 0 0,0-1 0 0 0,0 0 0 0 0,0 0 0 0 0,0 1 0 0 0,1-1 0 0 0,-1 0 0 0 0,1 0 0 0 0,0 0 1 0 0,-1 1-1 0 0,1-1 0 0 0,0 0 0 0 0,0 0 0 0 0,0 0 0 0 0,1 0 0 0 0,-1 0 0 0 0,0-1 0 0 0,1 1 1 0 0,-1 0-1 0 0,1-1 0 0 0,0 1 0 0 0,-1-1 0 0 0,1 1 0 0 0,0-1 0 0 0,0 0 0 0 0,0 0 0 0 0,4 2 1 0 0,-1 0-291 0 0,1 0 0 0 0,0 0 1 0 0,0-1-1 0 0,0 0 1 0 0,0 0-1 0 0,0 0 1 0 0,1-1-1 0 0,-1 0 1 0 0,0-1-1 0 0,8 1 0 0 0,38-4-4755 0 0,-27-1 2458 0 0</inkml:trace>
</inkml:ink>
</file>

<file path=ppt/ink/ink7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1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25 473 88 0 0,'0'0'7742'0'0,"-4"3"-7261"0"0,-12 9-57 0 0,12-9 326 0 0,4-1-706 0 0,1 0 1 0 0,-1-1-1 0 0,1 1 1 0 0,-1 0 0 0 0,1 0-1 0 0,0-1 1 0 0,0 1-1 0 0,0 0 1 0 0,0-1-1 0 0,0 1 1 0 0,0-1-1 0 0,1 1 1 0 0,-1-1-1 0 0,0 0 1 0 0,1 1-1 0 0,-1-1 1 0 0,1 0-1 0 0,-1 0 1 0 0,1 0 0 0 0,0 0-1 0 0,-1 0 1 0 0,1 0-1 0 0,0-1 1 0 0,0 1-1 0 0,-1-1 1 0 0,1 1-1 0 0,2 0 1 0 0,56 10 529 0 0,-53-11-522 0 0,9 1-22 0 0,0 0 0 0 0,0-2 0 0 0,-1 0 1 0 0,1 0-1 0 0,0-2 0 0 0,-1 0 0 0 0,0-1 0 0 0,1 0 1 0 0,-2-1-1 0 0,1-1 0 0 0,0 0 0 0 0,-1-1 0 0 0,0-1 1 0 0,-1 0-1 0 0,0-1 0 0 0,0 0 0 0 0,-1-1 1 0 0,0-1-1 0 0,-1 0 0 0 0,0 0 0 0 0,0-1 0 0 0,-2 0 1 0 0,1-1-1 0 0,-1 0 0 0 0,-1 0 0 0 0,-1-1 0 0 0,0 0 1 0 0,0-1-1 0 0,-2 0 0 0 0,0 0 0 0 0,4-18 0 0 0,-4 10 239 0 0,-2 0 0 0 0,0 0-1 0 0,-2 0 1 0 0,0 0-1 0 0,-2 1 1 0 0,0-1-1 0 0,-2 0 1 0 0,-8-33-1 0 0,11 55-236 0 0,0 0-1 0 0,0 1 1 0 0,0-1-1 0 0,0 0 1 0 0,-1 1-1 0 0,1-1 1 0 0,0 1-1 0 0,0-1 1 0 0,-1 0-1 0 0,1 1 1 0 0,-1-1-1 0 0,1 1 1 0 0,0-1-1 0 0,-1 1 1 0 0,1-1 0 0 0,-1 1-1 0 0,1 0 1 0 0,-1-1-1 0 0,0 1 1 0 0,1-1-1 0 0,-1 1 1 0 0,1 0-1 0 0,-1 0 1 0 0,0-1-1 0 0,1 1 1 0 0,-1 0-1 0 0,1 0 1 0 0,-1 0-1 0 0,0 0 1 0 0,1 0-1 0 0,-1 0 1 0 0,0 0-1 0 0,1 0 1 0 0,-1 0-1 0 0,0 0 1 0 0,1 0-1 0 0,-1 0 1 0 0,0 0-1 0 0,1 0 1 0 0,-1 1-1 0 0,0-1 1 0 0,1 0-1 0 0,-1 0 1 0 0,1 1-1 0 0,-1-1 1 0 0,1 0-1 0 0,-1 1 1 0 0,1-1-1 0 0,-1 1 1 0 0,0 0-1 0 0,-27 28 587 0 0,16-9-412 0 0,0 0 0 0 0,1 1-1 0 0,1 0 1 0 0,0 1 0 0 0,2 0-1 0 0,-7 31 1 0 0,4-4 152 0 0,-7 97-1 0 0,17-54-835 0 0,6-30-5236 0 0,-4-55 4912 0 0</inkml:trace>
</inkml:ink>
</file>

<file path=ppt/ink/ink7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2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86 188 0 0,'132'-8'2873'0'0,"13"-1"-1086"0"0,-128 7-1062 0 0,0-1-1 0 0,0-1 1 0 0,0 0 0 0 0,0-2-1 0 0,30-13 1 0 0,-46 19-293 0 0,13-8 2740 0 0,-17 15-3089 0 0,0-1 0 0 0,0 0 0 0 0,0 0 0 0 0,-1 0 1 0 0,0 0-1 0 0,-7 7 0 0 0,15-8-33 0 0,-4-5-48 0 0,1 0 1 0 0,-1 0-1 0 0,0 1 0 0 0,0-1 1 0 0,0 0-1 0 0,0 1 0 0 0,0-1 1 0 0,0 0-1 0 0,1 0 0 0 0,-1 1 1 0 0,0-1-1 0 0,0 0 0 0 0,0 0 1 0 0,1 0-1 0 0,-1 1 0 0 0,0-1 1 0 0,0 0-1 0 0,1 0 0 0 0,-1 0 1 0 0,0 0-1 0 0,1 1 0 0 0,-1-1 1 0 0,0 0-1 0 0,0 0 0 0 0,1 0 1 0 0,-1 0-1 0 0,0 0 0 0 0,1 0 1 0 0,-1 0-1 0 0,0 0 0 0 0,1 0 1 0 0,-1 0-1 0 0,0 0 0 0 0,1 0 1 0 0,-1 0-1 0 0,0 0 0 0 0,0 0 1 0 0,1 0-1 0 0,-1-1 0 0 0,34-6 77 0 0,-1-1-43 0 0,0 2 1 0 0,41-2-1 0 0,-62 7-39 0 0,0 1-1 0 0,0 1 1 0 0,-1 0-1 0 0,1 1 0 0 0,0 0 1 0 0,-1 1-1 0 0,1 0 0 0 0,-1 0 1 0 0,0 1-1 0 0,14 8 0 0 0,-10-4-19 0 0,-6-2 41 0 0,1-1 0 0 0,0 0-1 0 0,1-1 1 0 0,16 5 0 0 0,-23-8 1 0 0,0 0 1 0 0,0-1-1 0 0,0 0 0 0 0,0 1 1 0 0,0-2-1 0 0,0 1 1 0 0,0 0-1 0 0,0-1 0 0 0,0 0 1 0 0,0 0-1 0 0,0 0 1 0 0,0 0-1 0 0,-1-1 0 0 0,1 1 1 0 0,0-1-1 0 0,5-4 1 0 0,68-52-152 0 0,-45 30-3861 0 0,-17 15-271 0 0,-6 7 1068 0 0</inkml:trace>
</inkml:ink>
</file>

<file path=ppt/ink/ink7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26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7 600 68 0 0,'-6'2'8235'0'0,"34"-29"-7950"0"0,-2-2 0 0 0,-1-1 1 0 0,37-57-1 0 0,-19 26-136 0 0,-12 20-64 0 0,-2-2 0 0 0,-2-1 0 0 0,33-73 1 0 0,-47 89-6 0 0,25-40 0 0 0,-24 44-60 0 0,-13 22-12 0 0,-2 10 2 0 0,-50 230 44 0 0,19-105-26 0 0,4-47-9 0 0,11-38 110 0 0,16-46-108 0 0,2-8-3248 0 0,-1 1 2841 0 0,0 3 161 0 0,0 0-1 0 0,-1 1 0 0 0,1-1 1 0 0,0 0-1 0 0,1 1 1 0 0,-1-1-1 0 0,0 0 1 0 0,0 0-1 0 0,1 1 1 0 0,-1-1-1 0 0,1 1 0 0 0,0-1 1 0 0,1-2-1 0 0,3-6-1810 0 0</inkml:trace>
</inkml:ink>
</file>

<file path=ppt/ink/ink7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27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6 360 0 0,'-31'-5'775'0'0,"30"5"-662"0"0,-1 0 1 0 0,0 0-1 0 0,1 1 0 0 0,-1-1 1 0 0,1 0-1 0 0,-1 1 0 0 0,1-1 1 0 0,-1 1-1 0 0,1 0 0 0 0,-1-1 1 0 0,1 1-1 0 0,0 0 1 0 0,-1 0-1 0 0,1 0 0 0 0,0 0 1 0 0,0 0-1 0 0,-1 0 0 0 0,1 0 1 0 0,0 0-1 0 0,0 1 1 0 0,0-1-1 0 0,0 0 0 0 0,1 1 1 0 0,-2 1-1 0 0,0 0 114 0 0,0 0 0 0 0,1 0 0 0 0,-1 1 1 0 0,1-1-1 0 0,0 0 0 0 0,-1 1 0 0 0,2-1 0 0 0,-1 1 0 0 0,0 4 1 0 0,0-6-176 0 0,1 0 0 0 0,0 1 1 0 0,0-1-1 0 0,0 0 0 0 0,0 1 1 0 0,1-1-1 0 0,-1 0 0 0 0,1 1 1 0 0,-1-1-1 0 0,1 0 0 0 0,0 0 1 0 0,0 1-1 0 0,0-1 0 0 0,0 0 1 0 0,0 0-1 0 0,0 0 0 0 0,0 0 1 0 0,1-1-1 0 0,-1 1 0 0 0,1 0 1 0 0,0 0-1 0 0,-1-1 0 0 0,1 1 1 0 0,0-1-1 0 0,0 1 0 0 0,0-1 0 0 0,0 0 1 0 0,0 0-1 0 0,0 0 0 0 0,0 0 1 0 0,0 0-1 0 0,1-1 0 0 0,-1 1 1 0 0,0-1-1 0 0,1 1 0 0 0,-1-1 1 0 0,0 0-1 0 0,1 1 0 0 0,-1-1 1 0 0,0-1-1 0 0,1 1 0 0 0,3-1 1 0 0,7 0 41 0 0,0-1 0 0 0,-1 0 1 0 0,1-1-1 0 0,-1 0 0 0 0,1-1 1 0 0,-1 0-1 0 0,-1-1 1 0 0,1 0-1 0 0,14-10 0 0 0,-24 14-8 0 0,8 17 283 0 0,-18 11-240 0 0,0 0 0 0 0,-1-1 0 0 0,-2 0 0 0 0,-1 0 0 0 0,-19 30 0 0 0,-4 12-11 0 0,-55 144-314 0 0,46-65-5831 0 0,37-121 3461 0 0</inkml:trace>
</inkml:ink>
</file>

<file path=ppt/ink/ink7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0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18 244 0 0,'0'-1'333'0'0,"0"0"0"0"0,0 0 0 0 0,-1 0 0 0 0,1 0 0 0 0,-1 0 0 0 0,1 0 0 0 0,-1 0 0 0 0,1 0 0 0 0,-1 0 1 0 0,0 0-1 0 0,0 0 0 0 0,1 0 0 0 0,-1 0 0 0 0,0 1 0 0 0,0-1 0 0 0,0 0 0 0 0,0 0 0 0 0,-1 0 0 0 0,-10 31 171 0 0,1 0 0 0 0,2 0 0 0 0,1 1 0 0 0,1 0 0 0 0,2 0 0 0 0,-2 37 0 0 0,-6 33 141 0 0,8-68-534 0 0,5-24-299 0 0,-1 0 0 0 0,0 0 0 0 0,-1-1 1 0 0,0 1-1 0 0,0-1 0 0 0,-1 1 0 0 0,0-1 0 0 0,-1 0 0 0 0,-4 9 0 0 0,7-15-676 0 0,-12-1-3151 0 0</inkml:trace>
</inkml:ink>
</file>

<file path=ppt/ink/ink7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0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0 608 252 0 0,'91'-14'787'0'0,"0"-4"1"0"0,-2-4-1 0 0,0-4 1 0 0,-2-4-1 0 0,101-49 0 0 0,-163 68-641 0 0,-1-2 0 0 0,0-1 0 0 0,-1-1 0 0 0,0 0 0 0 0,-1-2 0 0 0,28-28 0 0 0,-44 39-101 0 0,0-1 0 0 0,0 0 0 0 0,0 0 0 0 0,-1 0 0 0 0,0-1 0 0 0,0 0 0 0 0,-1 0 0 0 0,0 0 0 0 0,-1-1 0 0 0,1 1 0 0 0,-2-1 0 0 0,1 0 0 0 0,-1 0 0 0 0,0 0 0 0 0,-1 0 0 0 0,0 0 0 0 0,-1 0 0 0 0,0 0-1 0 0,0 0 1 0 0,-1 0 0 0 0,0 0 0 0 0,-1 0 0 0 0,-3-11 0 0 0,4 13 59 0 0,-1 0-1 0 0,-1 1 1 0 0,1-1-1 0 0,-1 1 1 0 0,0-1-1 0 0,-1 1 0 0 0,1 0 1 0 0,-6-6-1 0 0,7 10-70 0 0,1 1 0 0 0,-1 0 0 0 0,0 0 0 0 0,1-1 0 0 0,-1 1 0 0 0,0 0 0 0 0,0 0 0 0 0,0 1 0 0 0,0-1 0 0 0,0 0 0 0 0,0 1 0 0 0,0-1 1 0 0,0 1-1 0 0,0 0 0 0 0,0-1 0 0 0,0 1 0 0 0,0 0 0 0 0,0 0 0 0 0,0 0 0 0 0,0 1 0 0 0,0-1 0 0 0,0 0 0 0 0,-1 1 0 0 0,1 0 0 0 0,1-1 0 0 0,-1 1 0 0 0,0 0 0 0 0,0 0 0 0 0,-2 1 0 0 0,-6 4 82 0 0,0 0 0 0 0,0 0 1 0 0,1 1-1 0 0,0 1 0 0 0,0-1 1 0 0,0 1-1 0 0,1 1 0 0 0,1 0 1 0 0,-1 0-1 0 0,1 0 0 0 0,-8 16 0 0 0,-2 5 211 0 0,2 2 0 0 0,-18 46-1 0 0,7 5 375 0 0,-21 113-1 0 0,36-146-474 0 0,-24 104 389 0 0,35-153-570 0 0,-4 9 59 0 0,2-4 22 0 0,3-8 97 0 0,18-38-190 0 0,-18 38-27 0 0,1-1-48 0 0,-2 3 42 0 0,0 0-1 0 0,0 0 0 0 0,0-1 0 0 0,0 1 1 0 0,0 0-1 0 0,0 0 0 0 0,0 0 1 0 0,0-1-1 0 0,0 1 0 0 0,0 0 1 0 0,0 0-1 0 0,0 0 0 0 0,0-1 0 0 0,0 1 1 0 0,0 0-1 0 0,0 0 0 0 0,0 0 1 0 0,1-1-1 0 0,-1 1 0 0 0,0 0 1 0 0,0 0-1 0 0,0 0 0 0 0,0 0 0 0 0,0 0 1 0 0,1 0-1 0 0,-1-1 0 0 0,0 1 1 0 0,0 0-1 0 0,0 0 0 0 0,1 0 0 0 0,-1 0 1 0 0,0 0-1 0 0,0 0 0 0 0,0 0 1 0 0,1 0-1 0 0,-1 0 0 0 0,0 0 1 0 0,0 0-1 0 0,0 0 0 0 0,1 0 0 0 0,-1 0 1 0 0,0 0-1 0 0,0 0 0 0 0,1 0 1 0 0,30 7 6 0 0,2-2 0 0 0,-1-1-1 0 0,0-2 1 0 0,1-1 0 0 0,-1-1 0 0 0,49-8 0 0 0,-77 8 24 0 0,-1-1-1 0 0,1 0 1 0 0,0 0-1 0 0,-1 0 1 0 0,1-1-1 0 0,-1 1 1 0 0,0-1-1 0 0,1 0 1 0 0,-1 0-1 0 0,0 0 0 0 0,0 0 1 0 0,0-1-1 0 0,-1 1 1 0 0,1-1-1 0 0,0 0 1 0 0,1-3-1 0 0,-3 5 175 0 0,-15-19 394 0 0,12 19-385 0 0,2 1-224 0 0,0 0 0 0 0,0 0 1 0 0,-1 0-1 0 0,1 0 1 0 0,0 0-1 0 0,0-1 0 0 0,-1 1 1 0 0,1 0-1 0 0,0 0 0 0 0,0 0 1 0 0,-1 0-1 0 0,1 0 0 0 0,0 0 1 0 0,0 0-1 0 0,0 0 1 0 0,-1 1-1 0 0,1-1 0 0 0,0 0 1 0 0,0 0-1 0 0,-1 0 0 0 0,1 0 1 0 0,0 0-1 0 0,0 0 0 0 0,-1 0 1 0 0,1 0-1 0 0,0 1 1 0 0,0-1-1 0 0,0 0 0 0 0,0 0 1 0 0,-1 0-1 0 0,1 0 0 0 0,0 1 1 0 0,0-1-1 0 0,0 0 0 0 0,0 0 1 0 0,0 0-1 0 0,-1 1 1 0 0,1-1-1 0 0,0 0 0 0 0,0 0 1 0 0,0 1-1 0 0,0-1 0 0 0,0 0 1 0 0,8 12-482 0 0,23 9-1546 0 0,-3-10-4126 0 0,-11-6 2607 0 0</inkml:trace>
</inkml:ink>
</file>

<file path=ppt/ink/ink7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5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113 345 8 0 0,'0'0'6133'0'0,"5"-10"-578"0"0,-11 12-5460 0 0,0 1-1 0 0,0 0 1 0 0,0 0-1 0 0,1 0 1 0 0,-1 1-1 0 0,1 0 0 0 0,0 0 1 0 0,0 0-1 0 0,0 0 1 0 0,0 1-1 0 0,1 0 1 0 0,0 0-1 0 0,0 0 0 0 0,0 1 1 0 0,-4 8-1 0 0,4-8-20 0 0,0 0 0 0 0,0 0 0 0 0,1 0-1 0 0,0 0 1 0 0,0 1 0 0 0,0-1 0 0 0,1 1 0 0 0,0-1 0 0 0,0 1-1 0 0,1 0 1 0 0,0 0 0 0 0,0 0 0 0 0,0 0 0 0 0,1 0-1 0 0,0 0 1 0 0,2 14 0 0 0,-1-21-68 0 0,-1 1-1 0 0,1 0 1 0 0,-1-1 0 0 0,1 1-1 0 0,-1-1 1 0 0,1 1 0 0 0,-1-1-1 0 0,1 1 1 0 0,0-1 0 0 0,-1 1 0 0 0,1-1-1 0 0,0 1 1 0 0,-1-1 0 0 0,1 0-1 0 0,0 1 1 0 0,-1-1 0 0 0,1 0-1 0 0,0 0 1 0 0,0 1 0 0 0,0-1-1 0 0,-1 0 1 0 0,1 0 0 0 0,0 0-1 0 0,0 0 1 0 0,-1 0 0 0 0,1 0-1 0 0,0 0 1 0 0,0 0 0 0 0,0-1-1 0 0,-1 1 1 0 0,1 0 0 0 0,0 0 0 0 0,0-1-1 0 0,-1 1 1 0 0,1 0 0 0 0,0-1-1 0 0,-1 1 1 0 0,1-1 0 0 0,0 1-1 0 0,-1-1 1 0 0,1 1 0 0 0,-1-1-1 0 0,2 0 1 0 0,32-25 62 0 0,-30 23-53 0 0,12-13 40 0 0,-1 0 0 0 0,26-34-1 0 0,-2 1 16 0 0,-36 47-74 0 0,-1-1-1 0 0,0 1 1 0 0,1 0-1 0 0,-1 0 1 0 0,1 0-1 0 0,-1 0 0 0 0,1 0 1 0 0,0 0-1 0 0,0 1 1 0 0,0-1-1 0 0,0 1 1 0 0,0 0-1 0 0,0 0 0 0 0,1 0 1 0 0,-1 0-1 0 0,0 0 1 0 0,0 1-1 0 0,1 0 1 0 0,-1-1-1 0 0,6 2 0 0 0,7 2 4 0 0,0 0-1 0 0,0-1 0 0 0,1-1 0 0 0,-1-1 1 0 0,0 0-1 0 0,1-1 0 0 0,-1 0 0 0 0,0-2 0 0 0,31-8 1 0 0,-36 8-19 0 0,-1-1 0 0 0,1 0 0 0 0,-1-1 1 0 0,0 0-1 0 0,0 0 0 0 0,0-1 0 0 0,-1-1 1 0 0,0 0-1 0 0,0 0 0 0 0,-1 0 0 0 0,0-1 0 0 0,0-1 1 0 0,-1 1-1 0 0,0-1 0 0 0,8-14 0 0 0,-7 8 59 0 0,-1-1 0 0 0,0-1 0 0 0,-1 1 0 0 0,-1-1 0 0 0,-1 0 0 0 0,0 0 0 0 0,-2 0 0 0 0,1 0 0 0 0,-2-1 0 0 0,-1 1 0 0 0,-1-23 0 0 0,-20 60 211 0 0,9-1-100 0 0,0 0 1 0 0,1 0 0 0 0,1 1-1 0 0,1 0 1 0 0,1 1-1 0 0,-9 36 1 0 0,8-29-28 0 0,-22 88 401 0 0,-22 156 1 0 0,44-217-394 0 0,5-22-7 0 0,1 62-1 0 0,3-62-15 0 0,-1 0-1 0 0,-6 34 1 0 0,1-32 2 0 0,6-33-72 0 0,-3 11 26 0 0,2-9-35 0 0,2-11 135 0 0,7-31-231 0 0,2 0-1 0 0,1 0 1 0 0,2 1-1 0 0,2 1 1 0 0,1 0 0 0 0,2 1-1 0 0,1 1 1 0 0,2 0 0 0 0,1 2-1 0 0,2 0 1 0 0,1 2-1 0 0,53-50 1 0 0,-67 72 22 0 0,1-1 0 0 0,0 1 0 0 0,0 1 0 0 0,1 1 0 0 0,0-1 0 0 0,21-5-1 0 0,-30 10 35 0 0,0 0-1 0 0,0 1 0 0 0,1 0 0 0 0,-1 0 1 0 0,1 0-1 0 0,-1 1 0 0 0,0-1 0 0 0,1 1 0 0 0,-1 0 1 0 0,1 0-1 0 0,-1 1 0 0 0,1-1 0 0 0,-1 1 1 0 0,0 0-1 0 0,1 0 0 0 0,-1 1 0 0 0,0-1 0 0 0,0 1 1 0 0,0 0-1 0 0,0 0 0 0 0,0 0 0 0 0,0 1 0 0 0,0-1 1 0 0,4 5-1 0 0,-7-5 9 0 0,1-1 0 0 0,-1 1 0 0 0,1 0 0 0 0,-1 0 0 0 0,0 0 0 0 0,0 0 1 0 0,1 0-1 0 0,-2 0 0 0 0,1 0 0 0 0,0 0 0 0 0,0 0 0 0 0,0 1 0 0 0,-1-1 0 0 0,0 0 0 0 0,1 0 0 0 0,-1 1 0 0 0,0-1 0 0 0,0 0 1 0 0,0 1-1 0 0,0-1 0 0 0,-1 4 0 0 0,0-2 4 0 0,-1 0 0 0 0,0-1 1 0 0,1 1-1 0 0,-1 0 0 0 0,0-1 0 0 0,-1 1 1 0 0,1-1-1 0 0,-1 0 0 0 0,1 0 0 0 0,-1 0 1 0 0,-4 4-1 0 0,-3 1-21 0 0,-1 0 1 0 0,0-1-1 0 0,0 0 1 0 0,0 0 0 0 0,-1-1-1 0 0,-18 6 1 0 0,26-11-382 0 0,0 0 1 0 0,1 0-1 0 0,-1 0 1 0 0,0-1-1 0 0,0 1 1 0 0,1-1-1 0 0,-1 0 1 0 0,0 0-1 0 0,-7-1 1 0 0,3-11-2153 0 0,8 6-1964 0 0,3-7 1198 0 0</inkml:trace>
</inkml:ink>
</file>

<file path=ppt/ink/ink7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6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97 756 0 0,'3'-23'3046'0'0,"1"1"0"0"0,9-30 1701 0 0,-14 59-4445 0 0,-21 125 974 0 0,-59 196 0 0 0,42-187-540 0 0,10-20 98 0 0,-17 145 0 0 0,45-249-373 0 0,2-21-255 0 0,8-42-270 0 0,5-19-150 0 0,7-11-202 0 0,4 2 1 0 0,54-116 0 0 0,-78 188 408 0 0,48-92-327 0 0,-42 84 279 0 0,-1 0 0 0 0,1 0 0 0 0,0 1 1 0 0,1 0-1 0 0,0 0 0 0 0,16-13 0 0 0,-23 21 46 0 0,0 0 1 0 0,1-1 0 0 0,-1 1-1 0 0,1 0 1 0 0,0 0-1 0 0,-1 0 1 0 0,1 0 0 0 0,0 0-1 0 0,-1 1 1 0 0,1-1-1 0 0,0 0 1 0 0,0 1 0 0 0,0-1-1 0 0,0 1 1 0 0,0 0 0 0 0,-1 0-1 0 0,1 0 1 0 0,0 0-1 0 0,0 0 1 0 0,0 0 0 0 0,0 0-1 0 0,0 0 1 0 0,0 1-1 0 0,0-1 1 0 0,-1 1 0 0 0,1-1-1 0 0,0 1 1 0 0,0 0 0 0 0,-1 0-1 0 0,1 0 1 0 0,0 0-1 0 0,-1 0 1 0 0,1 0 0 0 0,-1 0-1 0 0,1 0 1 0 0,-1 1-1 0 0,0-1 1 0 0,1 1 0 0 0,-1-1-1 0 0,0 1 1 0 0,0-1 0 0 0,0 1-1 0 0,1 3 1 0 0,0-1 2 0 0,0 1 1 0 0,0-1-1 0 0,-1 1 1 0 0,0 0-1 0 0,0-1 1 0 0,0 1-1 0 0,0 0 0 0 0,-1 0 1 0 0,0 0-1 0 0,0 0 1 0 0,0-1-1 0 0,-1 1 1 0 0,1 0-1 0 0,-1 0 1 0 0,0-1-1 0 0,-1 1 1 0 0,-2 6-1 0 0,2-6-79 0 0,0 0 0 0 0,-1-1 0 0 0,0 0 0 0 0,0 1 0 0 0,0-1 0 0 0,-1 0 0 0 0,1 0 0 0 0,-1-1 0 0 0,0 1 0 0 0,0-1 0 0 0,-1 1 0 0 0,1-2 1 0 0,0 1-1 0 0,-1 0 0 0 0,0-1 0 0 0,0 0 0 0 0,1 0 0 0 0,-1 0 0 0 0,-1 0 0 0 0,-4 0 0 0 0,8-2-178 0 0,1-1 0 0 0,0 0 0 0 0,0 1 0 0 0,0-1 0 0 0,0 0 0 0 0,0 0 0 0 0,0 0 0 0 0,0 1 0 0 0,0-1 0 0 0,0 0 0 0 0,0 0 0 0 0,0 0 0 0 0,1-1 0 0 0,-1 1 0 0 0,0 0 1 0 0,1 0-1 0 0,-1 0 0 0 0,1 0 0 0 0,-1-1 0 0 0,1 1 0 0 0,0 0 0 0 0,-1-1 0 0 0,1 1 0 0 0,0 0 0 0 0,0 0 0 0 0,0-1 0 0 0,0 1 0 0 0,0 0 0 0 0,0-3 0 0 0</inkml:trace>
</inkml:ink>
</file>

<file path=ppt/ink/ink7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5:37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25 416 0 0,'0'0'1724'0'0,"8"-14"1728"0"0,-8 13-3328 0 0,0 1-1 0 0,0-1 1 0 0,0 1 0 0 0,1-1 0 0 0,-1 1 0 0 0,0-1 0 0 0,0 1 0 0 0,0-1-1 0 0,1 1 1 0 0,-1 0 0 0 0,0-1 0 0 0,1 1 0 0 0,-1-1 0 0 0,0 1 0 0 0,1 0 0 0 0,-1-1-1 0 0,0 1 1 0 0,1 0 0 0 0,-1-1 0 0 0,1 1 0 0 0,-1 0 0 0 0,0 0 0 0 0,1 0 0 0 0,-1-1-1 0 0,1 1 1 0 0,-1 0 0 0 0,1 0 0 0 0,-1 0 0 0 0,1 0 0 0 0,-1 0 0 0 0,1 0 0 0 0,3 5-18 0 0,-1 0 0 0 0,0 0 0 0 0,-1 1 0 0 0,1-1 0 0 0,-1 1 0 0 0,0 0 0 0 0,0-1 0 0 0,-1 1 0 0 0,0 0 0 0 0,0 0 0 0 0,0 0 1 0 0,-1 0-1 0 0,0 0 0 0 0,-1 9 0 0 0,-2 14 258 0 0,-11 52 0 0 0,2-20 95 0 0,3-5-68 0 0,1-9-94 0 0,-1 50 0 0 0,8-85-246 0 0,1 0 0 0 0,1 1 0 0 0,0-1 0 0 0,0 0 0 0 0,1 1 0 0 0,1-1 1 0 0,0 0-1 0 0,1 0 0 0 0,5 11 0 0 0,-8-20-37 0 0,0-1 0 0 0,1 1 0 0 0,-1-1 0 0 0,1 0 0 0 0,-1 0 0 0 0,1 0 0 0 0,0 1 1 0 0,0-2-1 0 0,0 1 0 0 0,0 0 0 0 0,0 0 0 0 0,0-1 0 0 0,1 1 0 0 0,-1-1 0 0 0,0 1 0 0 0,1-1 0 0 0,-1 0 0 0 0,1 0 0 0 0,4 1 0 0 0,-2-1 1 0 0,0-1-1 0 0,-1 0 0 0 0,1 0 0 0 0,0 0 0 0 0,-1 0 1 0 0,1-1-1 0 0,-1 0 0 0 0,1 0 0 0 0,-1 0 0 0 0,9-3 1 0 0,-2-1 18 0 0,-1 0 0 0 0,0 0 0 0 0,0-1 0 0 0,-1 0 0 0 0,1-1 0 0 0,-2 0 0 0 0,1 0 0 0 0,14-17 0 0 0,-10 1 744 0 0,-13 22-759 0 0,0 1 0 0 0,0-1 0 0 0,0 0 1 0 0,0 1-1 0 0,0-1 0 0 0,0 1 1 0 0,0-1-1 0 0,-1 0 0 0 0,1 1 1 0 0,0-1-1 0 0,0 1 0 0 0,0-1 1 0 0,-1 1-1 0 0,1-1 0 0 0,0 1 0 0 0,-1-1 1 0 0,1 1-1 0 0,0-1 0 0 0,-1 1 1 0 0,1 0-1 0 0,-1-1 0 0 0,1 1 1 0 0,-1 0-1 0 0,1-1 0 0 0,-1 1 1 0 0,1 0-1 0 0,-1-1 0 0 0,1 1 1 0 0,-1 0-1 0 0,1 0 0 0 0,-1-1 0 0 0,-2 0 181 0 0,-11 9-67 0 0,13-8-123 0 0,0 0 0 0 0,-1 0 1 0 0,1 0-1 0 0,0 1 0 0 0,0-1 1 0 0,0 1-1 0 0,0-1 0 0 0,0 1 1 0 0,0-1-1 0 0,0 1 1 0 0,0 0-1 0 0,0-1 0 0 0,0 1 1 0 0,0 0-1 0 0,0 0 0 0 0,0-1 1 0 0,0 1-1 0 0,0 0 0 0 0,1 0 1 0 0,-1 0-1 0 0,0 0 0 0 0,1 0 1 0 0,-1 0-1 0 0,1 1 0 0 0,-1 0 1 0 0,0 0-80 0 0,1 0 1 0 0,0-1 0 0 0,-1 1-1 0 0,1 0 1 0 0,0-1 0 0 0,0 1-1 0 0,0 0 1 0 0,0-1-1 0 0,0 1 1 0 0,1 0 0 0 0,-1-1-1 0 0,0 1 1 0 0,1 0 0 0 0,-1-1-1 0 0,1 1 1 0 0,0-1-1 0 0,-1 1 1 0 0,1-1 0 0 0,0 1-1 0 0,0-1 1 0 0,0 0 0 0 0,0 1-1 0 0,0-1 1 0 0,0 0 0 0 0,0 0-1 0 0,1 0 1 0 0,1 2-1 0 0,0-1-562 0 0,0-1 0 0 0,0 1-1 0 0,1-1 1 0 0,-1 0 0 0 0,0 1-1 0 0,1-2 1 0 0,-1 1 0 0 0,1 0-1 0 0,0-1 1 0 0,-1 1 0 0 0,1-1-1 0 0,5 0 1 0 0,11-2-2934 0 0</inkml:trace>
</inkml:ink>
</file>

<file path=ppt/ink/ink7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4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12 531 596 0 0,'-11'60'6331'0'0,"11"-59"-5237"0"0,12-13 3687 0 0,44-83-3892 0 0,-35 40-689 0 0,-3-1 1 0 0,15-75 0 0 0,-4 16-75 0 0,-28 110-111 0 0,4-12-4 0 0,0-1 1 0 0,-2 0-1 0 0,2-22 0 0 0,-3 19-26 0 0,-1 13-60 0 0,-3 9 1 0 0,-13 33 72 0 0,1 1 0 0 0,2-1 0 0 0,-13 60 0 0 0,-12 122 40 0 0,24-133 18 0 0,5-14-31 0 0,8-64 10 0 0,-1 0 1 0 0,1 0 0 0 0,1 1-1 0 0,-1-1 1 0 0,1 0 0 0 0,0 0-1 0 0,0 0 1 0 0,0 0 0 0 0,1 0-1 0 0,3 8 1 0 0,-5-12-20 0 0,1 0 0 0 0,0-1-1 0 0,-1 1 1 0 0,1 0 0 0 0,0 0-1 0 0,0 0 1 0 0,0-1 0 0 0,0 1 0 0 0,0 0-1 0 0,0-1 1 0 0,0 1 0 0 0,0-1 0 0 0,0 1-1 0 0,0-1 1 0 0,0 0 0 0 0,0 1 0 0 0,0-1-1 0 0,0 0 1 0 0,1 0 0 0 0,-1 0 0 0 0,0 0-1 0 0,0 0 1 0 0,0 0 0 0 0,0 0 0 0 0,2 0-1 0 0,35-14 167 0 0,27-30-61 0 0,-64 43-115 0 0,5-3-6 0 0,49-34 234 0 0,-54 38-232 0 0,-2 4-27 0 0,-4 14 27 0 0,4-13-6 0 0,0-3 4 0 0,0 7-8 0 0,1-8 9 0 0,0-1 0 0 0,0 1 0 0 0,-1 0 0 0 0,1-1 0 0 0,0 1 0 0 0,0-1 0 0 0,0 1 0 0 0,0 0 0 0 0,0-1 0 0 0,0 1 0 0 0,0 0 0 0 0,1-1 0 0 0,-1 1 0 0 0,0-1 0 0 0,0 1 0 0 0,0 0 0 0 0,1-1 0 0 0,-1 1-1 0 0,0-1 1 0 0,1 1 0 0 0,-1-1 0 0 0,0 1 0 0 0,1-1 0 0 0,-1 1 0 0 0,0-1 0 0 0,1 1 0 0 0,-1-1 0 0 0,1 0 0 0 0,-1 1 0 0 0,1-1 0 0 0,-1 0 0 0 0,1 1 0 0 0,0-1 0 0 0,-1 0 0 0 0,1 1 0 0 0,-1-1 0 0 0,1 0-1 0 0,0 0 1 0 0,-1 0 0 0 0,1 0 0 0 0,-1 0 0 0 0,1 0 0 0 0,0 0 0 0 0,-1 0 0 0 0,1 0 0 0 0,0 0 0 0 0,-1 0 0 0 0,1 0 0 0 0,-1 0 0 0 0,1 0 0 0 0,0-1 0 0 0,0 1 0 0 0,1-1 6 0 0,0 1 1 0 0,0-1 0 0 0,1 0-1 0 0,-1 0 1 0 0,0 0-1 0 0,0 0 1 0 0,0 0 0 0 0,0 0-1 0 0,0-1 1 0 0,0 1 0 0 0,0-1-1 0 0,2-2 1 0 0,-3 2 13 0 0,0-1 1 0 0,0 0 0 0 0,0 1-1 0 0,-1-1 1 0 0,1 0 0 0 0,-1 0-1 0 0,1 1 1 0 0,-1-1 0 0 0,0 0-1 0 0,0 0 1 0 0,0 0 0 0 0,-1 1-1 0 0,1-1 1 0 0,0 0 0 0 0,-1 0-1 0 0,0 1 1 0 0,0-1 0 0 0,0 0-1 0 0,0 1 1 0 0,0-1-1 0 0,-1 1 1 0 0,1-1 0 0 0,-3-3-1 0 0,0 1-275 0 0,0-1-1 0 0,0 1 0 0 0,0 0 0 0 0,0 0 0 0 0,-1 0 1 0 0,0 1-1 0 0,0-1 0 0 0,-9-5 0 0 0,12 9-614 0 0,-4-6-876 0 0</inkml:trace>
</inkml:ink>
</file>

<file path=ppt/ink/ink7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4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28 216 0 0,'-29'-26'9509'0'0,"28"25"-8614"0"0,-6 9-567 0 0,1 0 1 0 0,1 0-1 0 0,0 1 1 0 0,0 0-1 0 0,-6 13 1 0 0,-6 13 179 0 0,-20 34 2 0 0,1-2-2722 0 0,9-24-3698 0 0,18-30 2823 0 0</inkml:trace>
</inkml:ink>
</file>

<file path=ppt/ink/ink7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5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18 946 48 0 0,'-14'-8'845'0'0,"11"6"-48"0"0,7-15 1286 0 0,214-267 3124 0 0,-216 281-5182 0 0,35-47 390 0 0,-2-2-1 0 0,-3-2 1 0 0,-2-1 0 0 0,-2-1-1 0 0,-3-1 1 0 0,26-90 0 0 0,-47 130-163 0 0,-2 0 0 0 0,0-1 0 0 0,-1 1 1 0 0,-1-1-1 0 0,-3-30 0 0 0,3 47-242 0 0,0 0 0 0 0,0 0 1 0 0,0 0-1 0 0,0 0 0 0 0,0 1 0 0 0,0-1 0 0 0,0 0 0 0 0,0 0 0 0 0,0 0 0 0 0,0 0 1 0 0,0 0-1 0 0,0 1 0 0 0,-1-1 0 0 0,1 0 0 0 0,0 0 0 0 0,-1 0 0 0 0,1 1 1 0 0,-1-1-1 0 0,1 0 0 0 0,-1 0 0 0 0,1 1 0 0 0,-1-1 0 0 0,1 0 0 0 0,-1 1 0 0 0,0-1 1 0 0,1 1-1 0 0,-1-1 0 0 0,0 1 0 0 0,1-1 0 0 0,-1 1 0 0 0,0-1 0 0 0,0 1 0 0 0,1 0 1 0 0,-1-1-1 0 0,0 1 0 0 0,0 0 0 0 0,0 0 0 0 0,0 0 0 0 0,1-1 0 0 0,-1 1 0 0 0,0 0 1 0 0,0 0-1 0 0,0 0 0 0 0,0 0 0 0 0,0 1 0 0 0,0-1 0 0 0,1 0 0 0 0,-1 0 0 0 0,0 0 1 0 0,0 1-1 0 0,0-1 0 0 0,1 0 0 0 0,-1 1 0 0 0,-1 0 0 0 0,-1 0 1 0 0,0 1 0 0 0,0 0 0 0 0,0 0 0 0 0,1 1 0 0 0,-1-1 0 0 0,1 0 0 0 0,-1 1-1 0 0,1 0 1 0 0,0-1 0 0 0,0 1 0 0 0,0 0 0 0 0,-2 4 0 0 0,1 3 2 0 0,0-1 1 0 0,1 1-1 0 0,0 0 0 0 0,1 1 1 0 0,0-1-1 0 0,0 0 0 0 0,1 0 1 0 0,1 0-1 0 0,-1 1 0 0 0,2-1 1 0 0,-1 0-1 0 0,2 0 0 0 0,3 11 1 0 0,8 21 40 0 0,35 72 0 0 0,-17-44-16 0 0,-27-59-31 0 0,42 115 49 0 0,-41-108-33 0 0,-1 1 0 0 0,-1 0 0 0 0,0 0 1 0 0,1 35-1 0 0,-5-48-19 0 0,0-1 1 0 0,-1 0-1 0 0,1 1 0 0 0,-1-1 1 0 0,0 0-1 0 0,0 0 0 0 0,-1 0 1 0 0,1 0-1 0 0,-1 0 0 0 0,0 0 0 0 0,-1 0 1 0 0,1-1-1 0 0,-1 1 0 0 0,0-1 1 0 0,0 0-1 0 0,0 1 0 0 0,-1-1 1 0 0,-5 5-1 0 0,3-4 2 0 0,-1-1-1 0 0,0 1 1 0 0,0-1 0 0 0,0-1-1 0 0,-1 1 1 0 0,1-1 0 0 0,-1-1-1 0 0,0 1 1 0 0,0-1 0 0 0,0-1-1 0 0,-8 2 1 0 0,-5-1 4 0 0,1-1 0 0 0,-1-1 0 0 0,0-1 1 0 0,0-1-1 0 0,0-1 0 0 0,1 0 0 0 0,-1-2 0 0 0,-30-11 0 0 0,1-6-1207 0 0,45 18-410 0 0,36 7-3297 0 0,-20 0 2190 0 0,0-1 207 0 0</inkml:trace>
</inkml:ink>
</file>

<file path=ppt/ink/ink7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7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60 528 0 0,'0'0'675'0'0,"0"-15"2904"0"0,-2-8-1291 0 0,2 20-619 0 0,-9-14-53 0 0,8 16-1429 0 0,-7 2-72 0 0,1 0 1 0 0,-1 0 0 0 0,1 1 0 0 0,-1 0 0 0 0,1 1-1 0 0,0 0 1 0 0,0 0 0 0 0,0 0 0 0 0,0 1-1 0 0,1 0 1 0 0,-1 0 0 0 0,1 0 0 0 0,0 1-1 0 0,-8 9 1 0 0,-2 1 96 0 0,0 2-1 0 0,2 0 0 0 0,-22 32 1 0 0,31-40-158 0 0,0 0-1 0 0,0 0 1 0 0,1 1 0 0 0,0 0 0 0 0,1-1 0 0 0,0 1 0 0 0,1 0-1 0 0,0 1 1 0 0,0-1 0 0 0,0 19 0 0 0,2-25-37 0 0,0 1 0 0 0,0-1 0 0 0,1 1 0 0 0,-1-1 0 0 0,1 1 0 0 0,0-1 0 0 0,0 1 0 0 0,1-1-1 0 0,-1 0 1 0 0,1 1 0 0 0,0-1 0 0 0,0 0 0 0 0,0 0 0 0 0,1 0 0 0 0,-1-1 0 0 0,1 1 0 0 0,0 0 0 0 0,0-1 0 0 0,0 0 0 0 0,1 0 0 0 0,-1 0 0 0 0,1 0 0 0 0,0 0 0 0 0,0-1 0 0 0,0 0 0 0 0,6 3 0 0 0,-5-3-12 0 0,1-1 1 0 0,-1 0-1 0 0,1 0 1 0 0,0 0-1 0 0,-1-1 1 0 0,1 1-1 0 0,-1-2 1 0 0,1 1 0 0 0,0 0-1 0 0,-1-1 1 0 0,1 0-1 0 0,-1-1 1 0 0,1 1-1 0 0,-1-1 1 0 0,1 0-1 0 0,-1 0 1 0 0,0-1-1 0 0,0 1 1 0 0,0-1-1 0 0,-1-1 1 0 0,1 1-1 0 0,4-4 1 0 0,-1 0-7 0 0,0 0 0 0 0,0 0 1 0 0,0-1-1 0 0,-1 0 1 0 0,0-1-1 0 0,-1 0 1 0 0,0 0-1 0 0,0 0 1 0 0,-1 0-1 0 0,6-15 1 0 0,-8 13 0 0 0,3-26 72 0 0,-5 35-68 0 0,-1 2-4 0 0,0 0-1 0 0,0-1 1 0 0,-1 1 0 0 0,1 0 0 0 0,0-1 0 0 0,0 1 0 0 0,0 0 0 0 0,0-1 0 0 0,0 1 0 0 0,-1 0 0 0 0,1-1 0 0 0,0 1 0 0 0,0 0-1 0 0,0-1 1 0 0,-1 1 0 0 0,1 0 0 0 0,0 0 0 0 0,-1-1 0 0 0,1 1 0 0 0,0 0 0 0 0,0 0 0 0 0,-1 0 0 0 0,1-1 0 0 0,0 1 0 0 0,-1 0-1 0 0,1 0 1 0 0,0 0 0 0 0,-1 0 0 0 0,1 0 0 0 0,-1 0 0 0 0,1 0 0 0 0,0 0 0 0 0,-1 0 0 0 0,1 0 0 0 0,0 0 0 0 0,-1 0-1 0 0,1 0 1 0 0,-1 0 0 0 0,-3 3-6 0 0,1 0 0 0 0,0 1-1 0 0,0-1 1 0 0,0 1 0 0 0,1-1-1 0 0,-1 1 1 0 0,1 0 0 0 0,0 0 0 0 0,0 1-1 0 0,0-1 1 0 0,0 0 0 0 0,-1 9-1 0 0,3-12-4 0 0,0 3 4 0 0,1-2-1 0 0,-1 1 1 0 0,1-1-1 0 0,0 1 1 0 0,-1-1 0 0 0,1 1-1 0 0,0-1 1 0 0,1 1-1 0 0,-1-1 1 0 0,0 0 0 0 0,1 1-1 0 0,-1-1 1 0 0,1 0-1 0 0,0 0 1 0 0,-1 0 0 0 0,1 0-1 0 0,0-1 1 0 0,0 1-1 0 0,1 0 1 0 0,-1-1 0 0 0,0 0-1 0 0,0 1 1 0 0,1-1-1 0 0,3 1 1 0 0,-2-1-27 0 0,1 0 1 0 0,0 0-1 0 0,0-1 0 0 0,0 0 0 0 0,-1 0 0 0 0,1 0 1 0 0,0 0-1 0 0,0-1 0 0 0,-1 0 0 0 0,1 0 1 0 0,0 0-1 0 0,5-3 0 0 0,2-1-46 0 0,0 0 0 0 0,-1-1 0 0 0,0 0 0 0 0,0 0-1 0 0,0-2 1 0 0,-1 1 0 0 0,0-1 0 0 0,0-1 0 0 0,13-15 0 0 0,-14 11 89 0 0,-2 0 1 0 0,0 0 0 0 0,0-1 0 0 0,-1 0 0 0 0,-1 0-1 0 0,0 0 1 0 0,-1-1 0 0 0,-1 0 0 0 0,3-26 0 0 0,-6 39 204 0 0,0-12 686 0 0,-3 7-458 0 0,1 8-406 0 0,-2 10-25 0 0,0-1-1 0 0,2 1 0 0 0,-1 0 1 0 0,1 0-1 0 0,1 0 1 0 0,0 0-1 0 0,0 0 0 0 0,1 1 1 0 0,1-1-1 0 0,0 0 0 0 0,0 0 1 0 0,1 0-1 0 0,1 0 1 0 0,0 0-1 0 0,4 10 0 0 0,-7-20-6 0 0,0 0 0 0 0,0 0 0 0 0,1 0 0 0 0,-1 0 0 0 0,0 1 0 0 0,0-1 0 0 0,1 0 0 0 0,-1 0 0 0 0,1 0 0 0 0,-1 0 0 0 0,1 0 0 0 0,-1-1 0 0 0,1 1 0 0 0,0 0 0 0 0,-1 0 0 0 0,1 0 0 0 0,0 0 0 0 0,0-1 0 0 0,-1 1 0 0 0,1 0 0 0 0,0-1 0 0 0,0 1 0 0 0,0 0 0 0 0,0-1 0 0 0,0 1 0 0 0,0-1-1 0 0,0 0 1 0 0,0 1 0 0 0,0-1 0 0 0,0 0 0 0 0,0 0 0 0 0,0 1 0 0 0,0-1 0 0 0,0 0 0 0 0,0 0 0 0 0,1 0 0 0 0,-1 0 0 0 0,0-1 0 0 0,0 1 0 0 0,0 0 0 0 0,0 0 0 0 0,0-1 0 0 0,0 1 0 0 0,0 0 0 0 0,2-2 0 0 0,3-3 6 0 0,1 0 0 0 0,-1 0 0 0 0,0-1 0 0 0,-1 0 0 0 0,8-9 0 0 0,13-13-63 0 0,-24 27 35 0 0,-3 7 20 0 0,-1 20 3 0 0,-2-1 0 0 0,-1 0 0 0 0,-1-1 0 0 0,-1 1 0 0 0,-1-1 0 0 0,-1-1 0 0 0,-23 43 0 0 0,9-26 8 0 0,-2-1-1 0 0,-1-1 1 0 0,-49 55-1 0 0,67-86 14 0 0,0 1-1 0 0,0-1 0 0 0,0 0 1 0 0,-1-1-1 0 0,0 0 0 0 0,-18 9 1 0 0,25-15 2 0 0,-19-3 27 0 0,19-1-61 0 0,0-1 0 0 0,1 1 0 0 0,-1 0 1 0 0,1 0-1 0 0,0-1 0 0 0,0 1 0 0 0,1 0 0 0 0,-1-1 0 0 0,1 1 0 0 0,0-1 1 0 0,0 1-1 0 0,1-1 0 0 0,-1 1 0 0 0,1 0 0 0 0,0-1 0 0 0,0 1 0 0 0,1 0 1 0 0,-1 0-1 0 0,1 0 0 0 0,0 0 0 0 0,0 0 0 0 0,0 0 0 0 0,5-6 0 0 0,-1-1-422 0 0,1 1-1 0 0,0 1 1 0 0,1-1 0 0 0,0 1-1 0 0,0 0 1 0 0,1 1-1 0 0,17-13 1 0 0,18 1-5920 0 0,-30 13 3358 0 0</inkml:trace>
</inkml:ink>
</file>

<file path=ppt/ink/ink7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7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352 6 556 0 0,'-1'-6'13979'0'0,"9"13"-13961"0"0,-4-3 61 0 0,1 1-1 0 0,-1-1 1 0 0,0 1 0 0 0,0-1 0 0 0,0 1-1 0 0,5 11 1 0 0,-8-14-54 0 0,0 1 0 0 0,0-1 0 0 0,-1 1 0 0 0,1 0 0 0 0,-1-1 0 0 0,0 1-1 0 0,0-1 1 0 0,0 1 0 0 0,0-1 0 0 0,0 1 0 0 0,0 0 0 0 0,-1-1 0 0 0,1 1 0 0 0,-1-1 0 0 0,0 1 0 0 0,0-1 0 0 0,0 1-1 0 0,0-1 1 0 0,0 0 0 0 0,0 1 0 0 0,-4 3 0 0 0,-8 13 31 0 0,-2 0 0 0 0,-1-2 0 0 0,0 1-1 0 0,-1-2 1 0 0,-1 0 0 0 0,0-1 0 0 0,-25 15 0 0 0,-53 28-2330 0 0,1-9-4847 0 0,59-30 3349 0 0</inkml:trace>
</inkml:ink>
</file>

<file path=ppt/ink/ink7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8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28 80 0 0,'0'0'1992'0'0,"-5"-18"1804"0"0,-1 8 1854 0 0,5 15-5669 0 0,0 3 151 0 0,0 1 1 0 0,0-1-1 0 0,1 0 0 0 0,0 0 1 0 0,0 0-1 0 0,1 0 0 0 0,2 14 1 0 0,-2-21-325 0 0,-2-1 133 0 0,1 1-1 0 0,0-1 0 0 0,0 1 1 0 0,0-1-1 0 0,0 0 0 0 0,0 1 1 0 0,-1-1-1 0 0,1 1 0 0 0,0-1 1 0 0,0 1-1 0 0,0-1 0 0 0,0 1 0 0 0,0-1 1 0 0,0 0-1 0 0,0 1 0 0 0,1-1 1 0 0,-1 1-1 0 0,0-1 0 0 0,0 1 1 0 0,0-1-1 0 0,0 0 0 0 0,0 1 0 0 0,1-1 1 0 0,-1 1-1 0 0,0-1 0 0 0,0 0 1 0 0,1 1-1 0 0,-1-1 0 0 0,0 0 1 0 0,1 1-1 0 0,-1-1 0 0 0,0 0 0 0 0,1 0 1 0 0,0 1-1 0 0,17-3-1500 0 0,18-15-1199 0 0,-35 17 2624 0 0,8-6-2070 0 0,-1 0 171 0 0</inkml:trace>
</inkml:ink>
</file>

<file path=ppt/ink/ink7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9.3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3716 0 0,'31'-27'1164'0'0,"-29"26"-672"0"0,7-8 1219 0 0,-2 8 2536 0 0,5 37-4087 0 0,-12-31-1139 0 0,1 0 1 0 0,0 0-1 0 0,1 0 1 0 0,-1 0-1 0 0,1 0 1 0 0,4 8-1 0 0,0-5-1633 0 0</inkml:trace>
</inkml:ink>
</file>

<file path=ppt/ink/ink7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09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46 396 0 0,'26'-46'16576'0'0,"-31"63"-16511"0"0,-5 19-414 0 0,7-17-2896 0 0,6-7 1684 0 0,11-11-7809 0 0</inkml:trace>
</inkml:ink>
</file>

<file path=ppt/ink/ink7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0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 20 0 0,'14'-1'7357'0'0,"-13"19"-6351"0"0,-2 0 1 0 0,0 1-1 0 0,-1-1 1 0 0,-4 20-1 0 0,4-29-2193 0 0,0 0-1 0 0,-1 0 1 0 0,0 0 0 0 0,-1 0-1 0 0,-8 15 1 0 0,2-10-1786 0 0</inkml:trace>
</inkml:ink>
</file>

<file path=ppt/ink/ink7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2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354 307 636 0 0,'0'0'870'0'0,"-5"-46"5160"0"0,5 44-5927 0 0,0 0-1 0 0,1 0 1 0 0,-1 1 0 0 0,-1-1-1 0 0,1 0 1 0 0,0 0-1 0 0,0 1 1 0 0,-1-1 0 0 0,1 0-1 0 0,-1 1 1 0 0,1-1 0 0 0,-1 0-1 0 0,0 1 1 0 0,0-1 0 0 0,1 1-1 0 0,-1-1 1 0 0,0 1 0 0 0,0-1-1 0 0,-1 1 1 0 0,1 0-1 0 0,0-1 1 0 0,0 1 0 0 0,-1 0-1 0 0,1 0 1 0 0,-1 0 0 0 0,1 0-1 0 0,-1 0 1 0 0,1 0 0 0 0,-1 1-1 0 0,1-1 1 0 0,-1 0-1 0 0,0 1 1 0 0,1-1 0 0 0,-1 1-1 0 0,0 0 1 0 0,0 0 0 0 0,1-1-1 0 0,-1 1 1 0 0,0 0 0 0 0,0 0-1 0 0,1 1 1 0 0,-1-1-1 0 0,0 0 1 0 0,0 1 0 0 0,1-1-1 0 0,-1 1 1 0 0,0-1 0 0 0,-2 2-1 0 0,-11 4 55 0 0,0 1-1 0 0,0 0 0 0 0,1 1 0 0 0,-18 14 1 0 0,16-12 205 0 0,-81 58 645 0 0,86-59-874 0 0,1 0 0 0 0,0 1-1 0 0,1 0 1 0 0,0 1 0 0 0,0-1 0 0 0,-11 20-1 0 0,19-29-124 0 0,0 1-1 0 0,1-1 0 0 0,-1 1 1 0 0,0-1-1 0 0,0 1 1 0 0,1 0-1 0 0,-1-1 0 0 0,1 1 1 0 0,-1 0-1 0 0,1-1 0 0 0,0 1 1 0 0,0 0-1 0 0,0 0 0 0 0,0-1 1 0 0,0 4-1 0 0,0-5 1 0 0,1 1 0 0 0,-1 0 0 0 0,0-1-1 0 0,1 1 1 0 0,-1-1 0 0 0,1 1 0 0 0,-1-1 0 0 0,1 1 0 0 0,-1-1-1 0 0,1 1 1 0 0,-1-1 0 0 0,1 0 0 0 0,-1 1 0 0 0,1-1 0 0 0,0 0 0 0 0,-1 1-1 0 0,1-1 1 0 0,0 0 0 0 0,-1 0 0 0 0,1 1 0 0 0,0-1 0 0 0,-1 0-1 0 0,1 0 1 0 0,0 0 0 0 0,-1 0 0 0 0,2 0 0 0 0,6 0 41 0 0,0-1 0 0 0,0 0-1 0 0,0-1 1 0 0,-1 0 0 0 0,12-4 0 0 0,7-2-70 0 0,0-2-1 0 0,-1-1 1 0 0,30-18-1 0 0,-54 29 25 0 0,1-2-12 0 0,7-3 2 0 0,-6 4-12 0 0,0 2 9 0 0,1-1-1 0 0,-1 1 1 0 0,0 0 0 0 0,1 0-1 0 0,-1 0 1 0 0,0 0 0 0 0,1 1-1 0 0,-1 0 1 0 0,0-1 0 0 0,0 1-1 0 0,0 0 1 0 0,3 4 0 0 0,-1-3 10 0 0,-1 0 1 0 0,1 1-1 0 0,0-2 0 0 0,0 1 1 0 0,0 0-1 0 0,11 2 1 0 0,-10-4 4 0 0,1-1 0 0 0,-1 0 0 0 0,1-1-1 0 0,-1 0 1 0 0,1 0 0 0 0,-1 0 0 0 0,1-1 0 0 0,-1 0 0 0 0,0 0 0 0 0,0 0 0 0 0,0-1 0 0 0,0 0 0 0 0,0 0 0 0 0,9-8 0 0 0,43-16-29 0 0,-56 26 6 0 0,2 1 5 0 0,1 0 0 0 0,0 0 0 0 0,0 0 0 0 0,-1 1 0 0 0,1 0 0 0 0,0 0 0 0 0,-1 0 0 0 0,1 0 0 0 0,-1 1 0 0 0,1 0 0 0 0,-1-1 0 0 0,6 5 0 0 0,-9-5 14 0 0,49 10-1726 0 0,-34-10 1212 0 0,0-1 1 0 0,0 0-1 0 0,0-1 1 0 0,0-1-1 0 0,0 0 0 0 0,21-7 1 0 0,-37 9 501 0 0,118-39-466 0 0,-116 39 932 0 0,2-4 20 0 0,5 10 174 0 0,5 10 34 0 0,-13-14-662 0 0,-1-1 1 0 0,1 1 0 0 0,0-1-1 0 0,0 1 1 0 0,0-1 0 0 0,0 0-1 0 0,0 1 1 0 0,0-1-1 0 0,0 0 1 0 0,0 0 0 0 0,1 0-1 0 0,-1 0 1 0 0,0 0 0 0 0,1 0-1 0 0,-1 0 1 0 0,0-1-1 0 0,1 1 1 0 0,-1 0 0 0 0,1-1-1 0 0,0 1 1 0 0,-1-1 0 0 0,1 1-1 0 0,-1-1 1 0 0,1 0-1 0 0,0 0 1 0 0,-1 0 0 0 0,2 0-1 0 0,1-1-8 0 0,0 0-1 0 0,-1 0 1 0 0,1 0-1 0 0,-1 0 1 0 0,1-1-1 0 0,-1 0 1 0 0,1 1-1 0 0,-1-1 1 0 0,0-1-1 0 0,0 1 0 0 0,4-4 1 0 0,4-4-16 0 0,-1-1-1 0 0,-1 1 1 0 0,0-2 0 0 0,0 1-1 0 0,11-22 1 0 0,-9 10 171 0 0,-1-1 0 0 0,-1 0-1 0 0,-2 0 1 0 0,0-1 0 0 0,-2 0 0 0 0,0 0-1 0 0,-2-1 1 0 0,1-42 0 0 0,-4 67-94 0 0,0 0 0 0 0,1 0 0 0 0,-1 0 0 0 0,0 0 0 0 0,0 0 0 0 0,0 0 0 0 0,0 0 0 0 0,0 0 0 0 0,0 0 0 0 0,0 0 0 0 0,0 0 0 0 0,-1 0 0 0 0,1 0 0 0 0,0 0 0 0 0,0 0 0 0 0,-1 0 0 0 0,1 0 0 0 0,-1 0 0 0 0,1 0 1 0 0,-1 0-1 0 0,1 1 0 0 0,-1-1 0 0 0,0 0 0 0 0,0-1 0 0 0,-13 19 344 0 0,-9 46-272 0 0,19-37-317 0 0,1 0 1 0 0,1 0 0 0 0,2-1 0 0 0,1 1 0 0 0,4 30-1 0 0,-3-44-365 0 0,1 1-1 0 0,0-1 1 0 0,1 0-1 0 0,0 0 0 0 0,8 15 1 0 0,-8-20-189 0 0,0 0 0 0 0,0-1 1 0 0,1 1-1 0 0,0-1 0 0 0,0 0 0 0 0,1 0 0 0 0,0 0 1 0 0,0-1-1 0 0,8 6 0 0 0,7 2-2378 0 0</inkml:trace>
</inkml:ink>
</file>

<file path=ppt/ink/ink7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3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50 340 0 0,'7'-50'13384'0'0,"-5"55"-13025"0"0,4 11-84 0 0,-3-7-285 0 0,0 0-1 0 0,0-1 1 0 0,1 1 0 0 0,0-1 0 0 0,1 0 0 0 0,6 9 0 0 0,-9-16-45 0 0,0 0-1 0 0,0 0 1 0 0,0-1 0 0 0,0 1 0 0 0,1-1 0 0 0,-1 1 0 0 0,0-1 0 0 0,0 0 0 0 0,0 0 0 0 0,1 0 0 0 0,-1 0-1 0 0,0 0 1 0 0,0-1 0 0 0,1 1 0 0 0,-1-1 0 0 0,0 1 0 0 0,0-1 0 0 0,0 0 0 0 0,0 0 0 0 0,4-1 0 0 0,2-1-39 0 0,-3 1 296 0 0,0 0 1 0 0,0 0-1 0 0,0 0 0 0 0,-1-1 1 0 0,1 0-1 0 0,5-4 1 0 0,-8 6-7 0 0,21 7-2240 0 0,-19-3 1682 0 0,10 8-6176 0 0,-8-7 3329 0 0</inkml:trace>
</inkml:ink>
</file>

<file path=ppt/ink/ink7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3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19 1416 0 0,'0'0'379'0'0,"0"-1"1"0"0,-1 0-1 0 0,1 0 0 0 0,0 0 1 0 0,0 0-1 0 0,-1 0 0 0 0,1 0 1 0 0,-1 1-1 0 0,1-1 0 0 0,0 0 1 0 0,-1 0-1 0 0,0 0 0 0 0,1 1 1 0 0,-1-1-1 0 0,1 0 0 0 0,-1 1 1 0 0,0-1-1 0 0,1 0 0 0 0,-1 1 1 0 0,0-1-1 0 0,0 1 0 0 0,0-1 1 0 0,1 1-1 0 0,-1 0 0 0 0,-2-1 1 0 0,2 1-230 0 0,0 1 0 0 0,0-1-1 0 0,1 1 1 0 0,-1 0 0 0 0,0-1 0 0 0,0 1 0 0 0,0 0 0 0 0,1-1 0 0 0,-1 1 0 0 0,0 0 0 0 0,1 0 0 0 0,-1 0 0 0 0,0 0 0 0 0,1-1 0 0 0,-1 1 0 0 0,1 0 0 0 0,0 0-1 0 0,-1 2 1 0 0,-17 61-694 0 0,16-55 1522 0 0,-19 93 181 0 0,-11 44 339 0 0,31-144-1132 0 0,20-1-278 0 0,-3-7-93 0 0,0 1 0 0 0,1 0 0 0 0,-1 1 0 0 0,1 1 0 0 0,32-2 0 0 0,-44 5-29 0 0,0 0 0 0 0,0 0 0 0 0,1 1 0 0 0,-1 0 0 0 0,0 0 0 0 0,0 0 0 0 0,0 0 0 0 0,0 1 0 0 0,0 0 0 0 0,0 0 0 0 0,-1 0 0 0 0,1 1 0 0 0,-1 0 0 0 0,1 0 0 0 0,-1 0 0 0 0,0 0 0 0 0,0 0 0 0 0,0 1 0 0 0,-1 0 0 0 0,1 0 0 0 0,-1 0 0 0 0,0 0 0 0 0,4 7 0 0 0,-6-9 26 0 0,-1-1 1 0 0,1 1-1 0 0,-1-1 1 0 0,0 1 0 0 0,1-1-1 0 0,-1 1 1 0 0,0-1-1 0 0,0 1 1 0 0,0-1 0 0 0,0 1-1 0 0,0-1 1 0 0,0 1-1 0 0,-1-1 1 0 0,1 1 0 0 0,0-1-1 0 0,-1 1 1 0 0,1-1-1 0 0,-1 1 1 0 0,0-1 0 0 0,1 0-1 0 0,-1 1 1 0 0,0-1-1 0 0,0 0 1 0 0,0 0-1 0 0,0 1 1 0 0,0-1 0 0 0,0 0-1 0 0,0 0 1 0 0,0 0-1 0 0,0 0 1 0 0,-1 0 0 0 0,1-1-1 0 0,-3 2 1 0 0,-2 3-2 0 0,-1-1 0 0 0,0 0 1 0 0,0-1-1 0 0,0 0 0 0 0,-8 2 1 0 0,6-2 4 0 0,-1 0 0 0 0,1-1 1 0 0,-1-1-1 0 0,1 1 0 0 0,-1-2 1 0 0,0 1-1 0 0,1-1 0 0 0,-1-1 1 0 0,0 0-1 0 0,1 0 0 0 0,-1-1 1 0 0,1 0-1 0 0,-1 0 0 0 0,-9-5 1 0 0,18 6-113 0 0,0 1 1 0 0,-1-1-1 0 0,1 1 1 0 0,0-1-1 0 0,0 0 1 0 0,0 1-1 0 0,0-1 1 0 0,0 0-1 0 0,0 0 1 0 0,1 0-1 0 0,-1 0 1 0 0,0 0-1 0 0,0 0 1 0 0,1 0-1 0 0,-1 0 0 0 0,0 0 1 0 0,1 0-1 0 0,-1 0 1 0 0,1 0-1 0 0,0 0 1 0 0,-1-2-1 0 0,1 2-206 0 0,1 0-1 0 0,-1 0 1 0 0,0 0-1 0 0,1-1 0 0 0,-1 1 1 0 0,1 0-1 0 0,0 0 1 0 0,-1 0-1 0 0,1 0 0 0 0,0 1 1 0 0,0-1-1 0 0,0 0 1 0 0,0 0-1 0 0,-1 0 0 0 0,1 1 1 0 0,0-1-1 0 0,0 0 1 0 0,0 1-1 0 0,1-1 0 0 0,-1 1 1 0 0,0-1-1 0 0,0 1 1 0 0,0-1-1 0 0,2 1 1 0 0,8-4-2975 0 0</inkml:trace>
</inkml:ink>
</file>

<file path=ppt/ink/ink7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4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218 46 620 0 0,'0'0'2734'0'0,"-15"-22"5773"0"0,8 15-7487 0 0,2 7-901 0 0,1-1 0 0 0,-1 1-1 0 0,0 1 1 0 0,0-1 0 0 0,0 1 0 0 0,0 0 0 0 0,1 0-1 0 0,-1 0 1 0 0,0 1 0 0 0,1-1 0 0 0,-1 1-1 0 0,1 0 1 0 0,-1 1 0 0 0,-5 4 0 0 0,-5 3 56 0 0,2 2 1 0 0,-22 21-1 0 0,2-1 141 0 0,30-29-298 0 0,1 0 0 0 0,-1 0 0 0 0,1 0-1 0 0,0 0 1 0 0,0 0 0 0 0,0 1 0 0 0,0-1 0 0 0,0 1 0 0 0,-1 5 0 0 0,2-8 24 0 0,6 10 67 0 0,-5-10-110 0 0,0-1 0 0 0,0 1 1 0 0,0-1-1 0 0,0 1 0 0 0,0-1 0 0 0,0 1 0 0 0,0 0 0 0 0,0-1 0 0 0,0 1 0 0 0,1-1 0 0 0,-1 1 0 0 0,0-1 0 0 0,0 1 0 0 0,1-1 0 0 0,-1 1 0 0 0,0-1 0 0 0,0 1 1 0 0,1-1-1 0 0,-1 1 0 0 0,1-1 0 0 0,-1 0 0 0 0,0 1 0 0 0,1-1 0 0 0,-1 1 0 0 0,1-1 0 0 0,-1 0 0 0 0,1 0 0 0 0,-1 1 0 0 0,1-1 0 0 0,-1 0 0 0 0,1 0 1 0 0,-1 0-1 0 0,1 1 0 0 0,-1-1 0 0 0,1 0 0 0 0,0 0 0 0 0,-1 0 0 0 0,1 0 0 0 0,-1 0 0 0 0,1 0 0 0 0,-1 0 0 0 0,1 0 0 0 0,-1 0 0 0 0,1 0 0 0 0,0-1 0 0 0,-1 1 1 0 0,1 0-1 0 0,-1 0 0 0 0,1-1 0 0 0,11-2-53 0 0,-1 0 1 0 0,0-1-1 0 0,0 0 1 0 0,0-1 0 0 0,17-11-1 0 0,5 1-133 0 0,-32 14 161 0 0,12-1-170 0 0,-10 6 172 0 0,1-1 1 0 0,0-1 0 0 0,0 1-1 0 0,0-1 1 0 0,0 1 0 0 0,1-1-1 0 0,-1-1 1 0 0,1 1 0 0 0,-1 0-1 0 0,1-1 1 0 0,-1 0 0 0 0,1 0-1 0 0,0-1 1 0 0,7 1 0 0 0,-6-2-35 0 0,0 0 0 0 0,0 0-1 0 0,0 0 1 0 0,0-1 0 0 0,0 0 0 0 0,0-1 0 0 0,-1 1 0 0 0,1-1 0 0 0,-1 0 0 0 0,1 0-1 0 0,4-5 1 0 0,16-12-75 0 0,-1-1-1 0 0,34-37 1 0 0,-51 49 116 0 0,-6 7 14 0 0,0 0-1 0 0,0 0 1 0 0,0-1-1 0 0,0 1 1 0 0,0 0 0 0 0,0 1-1 0 0,1-1 1 0 0,-1 0-1 0 0,1 1 1 0 0,0-1-1 0 0,-1 1 1 0 0,5-2-1 0 0,-5 4 9 0 0,-1 0 1 0 0,0 0-1 0 0,0-1 0 0 0,0 1 0 0 0,0 0 0 0 0,0 0 0 0 0,0 0 0 0 0,0 0 1 0 0,-1 0-1 0 0,1 1 0 0 0,0-1 0 0 0,0 0 0 0 0,-1 0 0 0 0,1 0 0 0 0,-1 1 1 0 0,1-1-1 0 0,-1 0 0 0 0,0 1 0 0 0,1-1 0 0 0,-1 0 0 0 0,0 1 0 0 0,0-1 1 0 0,0 0-1 0 0,0 1 0 0 0,0 1 0 0 0,-2 45 143 0 0,1-32-93 0 0,1-2-38 0 0,3 16 101 0 0,-2-30-116 0 0,-1 1 0 0 0,1-1 1 0 0,0 1-1 0 0,0-1 0 0 0,0 0 0 0 0,0 1 1 0 0,0-1-1 0 0,0 0 0 0 0,0 0 1 0 0,0 0-1 0 0,0 0 0 0 0,0 1 1 0 0,0-1-1 0 0,-1 0 0 0 0,1-1 1 0 0,0 1-1 0 0,0 0 0 0 0,0 0 1 0 0,0 0-1 0 0,0 0 0 0 0,0-1 0 0 0,0 1 1 0 0,0-1-1 0 0,0 1 0 0 0,0 0 1 0 0,-1-1-1 0 0,1 1 0 0 0,0-1 1 0 0,0 0-1 0 0,-1 1 0 0 0,2-2 1 0 0,92-55 305 0 0,-93 56-271 0 0,-1 1-34 0 0,0 0 1 0 0,0-1-1 0 0,0 1 1 0 0,1 0-1 0 0,-1-1 0 0 0,0 1 1 0 0,0 0-1 0 0,0-1 1 0 0,1 1-1 0 0,-1 0 0 0 0,0 0 1 0 0,0-1-1 0 0,1 1 1 0 0,-1 0-1 0 0,0 0 0 0 0,1-1 1 0 0,-1 1-1 0 0,0 0 1 0 0,1 0-1 0 0,-1 0 0 0 0,0 0 1 0 0,1-1-1 0 0,-1 1 1 0 0,0 0-1 0 0,1 0 0 0 0,-1 0 1 0 0,1 0-1 0 0,-1 0 1 0 0,0 0-1 0 0,1 0 0 0 0,-1 0 1 0 0,1 0-1 0 0,-1 0 1 0 0,0 0-1 0 0,1 0 0 0 0,-1 0 1 0 0,0 1-1 0 0,1-1 1 0 0,-1 0-1 0 0,0 0 0 0 0,1 0 1 0 0,-1 0-1 0 0,0 1 1 0 0,1-1-1 0 0,-1 0 0 0 0,0 0 1 0 0,1 1-1 0 0,-1-1 1 0 0,0 1-1 0 0,22 13-242 0 0,-1 4-1879 0 0,5-2-5055 0 0</inkml:trace>
</inkml:ink>
</file>

<file path=ppt/ink/ink7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5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9 528 0 0,'-1'-8'11191'0'0,"-4"8"-11047"0"0,0 0-1 0 0,0 0 1 0 0,1 0-1 0 0,-1 0 1 0 0,0 1-1 0 0,0 0 1 0 0,1 0 0 0 0,-1 0-1 0 0,1 0 1 0 0,-1 1-1 0 0,-7 3 1 0 0,-48 29 1088 0 0,25-5-351 0 0,41-27-858 0 0,1 0 1 0 0,-1 0-1 0 0,0-1 0 0 0,0 0 0 0 0,1 0 0 0 0,-1 0 0 0 0,0-1 0 0 0,13-1 0 0 0,-9 1-11 0 0,-1 0 0 0 0,1 1 0 0 0,0 0 0 0 0,13 3 0 0 0,24 14-1293 0 0,-25-5-7203 0 0,-16-9 5074 0 0</inkml:trace>
</inkml:ink>
</file>

<file path=ppt/ink/ink7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5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17 132 0 0,'0'0'6084'0'0,"3"-10"-5169"0"0,-3 9-846 0 0,0 1-1 0 0,-1 0 1 0 0,1 0-1 0 0,0 0 1 0 0,0 0 0 0 0,0-1-1 0 0,0 1 1 0 0,0 0-1 0 0,0 0 1 0 0,0 0-1 0 0,0 0 1 0 0,0-1 0 0 0,0 1-1 0 0,0 0 1 0 0,0 0-1 0 0,1 0 1 0 0,-1-1-1 0 0,0 1 1 0 0,0 0 0 0 0,0 0-1 0 0,0 0 1 0 0,0 0-1 0 0,0 0 1 0 0,0-1 0 0 0,0 1-1 0 0,0 0 1 0 0,1 0-1 0 0,-1 0 1 0 0,0 0-1 0 0,0 0 1 0 0,0 0 0 0 0,0-1-1 0 0,0 1 1 0 0,1 0-1 0 0,-1 0 1 0 0,0 0-1 0 0,0 0 1 0 0,0 0 0 0 0,0 0-1 0 0,1 0 1 0 0,-1 0-1 0 0,0 0 1 0 0,0 0-1 0 0,0 0 1 0 0,0 0 0 0 0,1 0-1 0 0,-1 0 1 0 0,0 0-1 0 0,0 0 1 0 0,0 0 0 0 0,1 0-1 0 0,-1 0 1 0 0,0 0-1 0 0,0 0 1 0 0,0 0-1 0 0,0 0 1 0 0,1 0 0 0 0,-1 1-1 0 0,0-1 1 0 0,3 5 54 0 0,-1 0 0 0 0,0 0 0 0 0,0 1 0 0 0,0-1 0 0 0,-1 1-1 0 0,1-1 1 0 0,-1 1 0 0 0,-1 0 0 0 0,1-1 0 0 0,-1 1 0 0 0,0 0 0 0 0,0-1 0 0 0,-2 12 0 0 0,-14 37 509 0 0,15-53-571 0 0,-10 13 428 0 0,11-19-491 0 0,1 0 0 0 0,-1 0 0 0 0,1 0 0 0 0,1 1 0 0 0,-1-1 0 0 0,1 0 0 0 0,-1 1 0 0 0,1-1 0 0 0,0 1 0 0 0,1 0 0 0 0,-1-1 0 0 0,1 1 0 0 0,0 0-1 0 0,0 1 1 0 0,0-1 0 0 0,1 0 0 0 0,-1 1 0 0 0,1 0 0 0 0,0 0 0 0 0,0 0 0 0 0,7-4 0 0 0,-10 7-1 0 0,0-1 0 0 0,0 1 0 0 0,0-1 0 0 0,0 1 0 0 0,0 0 0 0 0,0-1 0 0 0,0 1 0 0 0,0 0 0 0 0,0 0 0 0 0,0 0-1 0 0,0 0 1 0 0,1 0 0 0 0,-1 0 0 0 0,0 0 0 0 0,0 0 0 0 0,0 1 0 0 0,0-1 0 0 0,0 0 0 0 0,0 1 0 0 0,0-1 0 0 0,0 1 0 0 0,0-1 0 0 0,0 1 0 0 0,0-1 0 0 0,0 1 0 0 0,-1-1 0 0 0,1 1 0 0 0,0 0 0 0 0,0 0 0 0 0,0-1 0 0 0,0 3 0 0 0,26 37 105 0 0,-25-34-425 0 0,1-1 1 0 0,0 0-1 0 0,0 0 0 0 0,1 0 1 0 0,-1 0-1 0 0,5 4 0 0 0,-5-8-263 0 0,-1 0 0 0 0,1 0 0 0 0,-1 0 0 0 0,1-1 0 0 0,0 1 0 0 0,-1-1 1 0 0,1 1-1 0 0,0-1 0 0 0,-1 0 0 0 0,5 0 0 0 0,-5 0-117 0 0</inkml:trace>
</inkml:ink>
</file>

<file path=ppt/ink/ink7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6.1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1 316 0 0,'0'0'10679'0'0,"-4"2"-10307"0"0,-121 69 3188 0 0,124-70-3528 0 0,1-1-1 0 0,-1 0 1 0 0,1 0 0 0 0,-1 0-1 0 0,1 0 1 0 0,-1 0-1 0 0,1 0 1 0 0,-1 1-1 0 0,1-1 1 0 0,-1 0-1 0 0,1 0 1 0 0,0 1-1 0 0,-1-1 1 0 0,1 0 0 0 0,0 1-1 0 0,-1-1 1 0 0,1 0-1 0 0,0 1 1 0 0,-1-1-1 0 0,1 1 1 0 0,0-1-1 0 0,-1 0 1 0 0,1 1 0 0 0,0-1-1 0 0,0 1 1 0 0,0-1-1 0 0,0 1 1 0 0,-1-1-1 0 0,1 1 1 0 0,0-1-1 0 0,0 1 1 0 0,0-1-1 0 0,0 1 1 0 0,0-1 0 0 0,0 1-1 0 0,0-1 1 0 0,0 1-1 0 0,0-1 1 0 0,0 1-1 0 0,1-1 1 0 0,-1 1-1 0 0,0-1 1 0 0,0 0-1 0 0,0 1 1 0 0,1-1 0 0 0,-1 1-1 0 0,0-1 1 0 0,0 1-1 0 0,1-1 1 0 0,-1 0-1 0 0,0 1 1 0 0,1-1-1 0 0,-1 0 1 0 0,0 1 0 0 0,1-1-1 0 0,-1 0 1 0 0,1 1-1 0 0,1 0 26 0 0,0 0-1 0 0,0 0 0 0 0,0 0 1 0 0,1 0-1 0 0,-1 0 0 0 0,0-1 1 0 0,0 1-1 0 0,1-1 0 0 0,-1 1 1 0 0,0-1-1 0 0,5 0 1 0 0,0 0-214 0 0,68-2 1092 0 0,-37 9-2115 0 0,-5 8-3812 0 0,-22-9-4396 0 0</inkml:trace>
</inkml:ink>
</file>

<file path=ppt/ink/ink7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16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1004 0 0,'0'0'11270'0'0</inkml:trace>
</inkml:ink>
</file>

<file path=ppt/ink/ink7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26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478 156 284 0 0,'0'0'2529'0'0,"19"-27"5736"0"0,-14 18-8128 0 0,-3 4-8 0 0,-1 0 0 0 0,0-1 1 0 0,0 1-1 0 0,0 0 0 0 0,-1 0 0 0 0,0 0 0 0 0,0-1 1 0 0,0 1-1 0 0,-1 0 0 0 0,1 0 0 0 0,-1 0 0 0 0,0 0 0 0 0,-4-9 1 0 0,4 11-118 0 0,-1 0 1 0 0,0 1-1 0 0,1-1 0 0 0,-1 1 1 0 0,0 0-1 0 0,0-1 1 0 0,0 1-1 0 0,-1 0 1 0 0,1 0-1 0 0,0 0 1 0 0,-1 1-1 0 0,1-1 1 0 0,-1 1-1 0 0,0-1 0 0 0,1 1 1 0 0,-1 0-1 0 0,0 0 1 0 0,0 0-1 0 0,0 0 1 0 0,0 0-1 0 0,0 1 1 0 0,0 0-1 0 0,0-1 1 0 0,0 1-1 0 0,0 0 0 0 0,-5 1 1 0 0,-19 2 9 0 0,0 1 1 0 0,0 1 0 0 0,1 1-1 0 0,0 2 1 0 0,0 0 0 0 0,1 2-1 0 0,0 1 1 0 0,1 1-1 0 0,-44 28 1 0 0,58-33-9 0 0,0 0 0 0 0,0 0 0 0 0,1 1-1 0 0,-1 0 1 0 0,2 1 0 0 0,-1 0 0 0 0,1 0 0 0 0,1 1 0 0 0,0 0 0 0 0,0 0 0 0 0,1 1-1 0 0,0 0 1 0 0,1 0 0 0 0,0 0 0 0 0,-5 18 0 0 0,10-27-12 0 0,0 0 1 0 0,1-1-1 0 0,-1 1 0 0 0,0 0 0 0 0,0-1 1 0 0,1 1-1 0 0,-1-1 0 0 0,1 1 1 0 0,-1 0-1 0 0,1-1 0 0 0,0 1 0 0 0,-1-1 1 0 0,1 1-1 0 0,0-1 0 0 0,0 0 1 0 0,0 1-1 0 0,0-1 0 0 0,1 0 0 0 0,-1 0 1 0 0,0 1-1 0 0,0-1 0 0 0,1 0 1 0 0,-1 0-1 0 0,0 0 0 0 0,1-1 0 0 0,-1 1 1 0 0,1 0-1 0 0,0-1 0 0 0,-1 1 1 0 0,1-1-1 0 0,-1 1 0 0 0,1-1 0 0 0,0 0 1 0 0,-1 1-1 0 0,4-1 0 0 0,4 1 7 0 0,0 0 0 0 0,-1 0-1 0 0,1-1 1 0 0,0 0-1 0 0,10-1 1 0 0,4-3 10 0 0,0-1 1 0 0,0-1-1 0 0,0-1 0 0 0,-1-1 1 0 0,0-1-1 0 0,24-13 0 0 0,-35 16-15 0 0,-1-1-1 0 0,1 1 0 0 0,-1-2 0 0 0,-1 1 0 0 0,1-2 0 0 0,-2 1 0 0 0,1-1 0 0 0,-1 0 0 0 0,0-1 0 0 0,-1 0 0 0 0,0 0 0 0 0,-1-1 1 0 0,8-16-1 0 0,2-12 222 0 0,-16 38-176 0 0,2-1 4 0 0,-2 2-48 0 0,0 0-1 0 0,0 0 1 0 0,0 1-1 0 0,0-1 1 0 0,0 0-1 0 0,1 0 1 0 0,-1 0-1 0 0,0 0 1 0 0,0 0-1 0 0,0 0 1 0 0,0 0-1 0 0,0 0 1 0 0,0 0-1 0 0,0 0 1 0 0,0 1-1 0 0,0-1 0 0 0,1 0 1 0 0,-1 0-1 0 0,0 0 1 0 0,0 0-1 0 0,0 0 1 0 0,0 0-1 0 0,0 0 1 0 0,0 0-1 0 0,1 0 1 0 0,-1 0-1 0 0,0 0 1 0 0,0 0-1 0 0,0 0 1 0 0,0 0-1 0 0,0 0 0 0 0,0 0 1 0 0,0 0-1 0 0,1 0 1 0 0,-1 0-1 0 0,0 0 1 0 0,0 0-1 0 0,0 0 1 0 0,0-1-1 0 0,0 1 1 0 0,0 0-1 0 0,0 0 1 0 0,0 0-1 0 0,1 0 1 0 0,-1 0-1 0 0,0 0 0 0 0,0 0 1 0 0,0 0-1 0 0,0 0 1 0 0,0 0-1 0 0,0-1 1 0 0,0 1-1 0 0,0 0 1 0 0,0 0-1 0 0,0 0 1 0 0,0 0-1 0 0,0 0 1 0 0,0 0-1 0 0,0 0 1 0 0,0-1-1 0 0,0 1 1 0 0,0 0-1 0 0,-22 195 965 0 0,-4 42 48 0 0,23-209-788 0 0,-12 51 0 0 0,1-36-3221 0 0,14-42 2012 0 0</inkml:trace>
</inkml:ink>
</file>

<file path=ppt/ink/ink7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06:26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0 113 12685,'6'-1'259,"0"-1"0,0 1 0,0-1 0,0-1 0,-1 1 0,1-1 0,-1 0 0,1 0 0,-1-1 0,0 1 0,0-1 0,-1 0 0,1-1 0,-1 1 0,0-1 0,7-9 0,-9 10-403,-1 0 0,1 0 1,0 0-1,-1 0 0,0 0 1,0 0-1,0-1 0,0 1 0,-1-8 1</inkml:trace>
</inkml:ink>
</file>

<file path=ppt/ink/ink7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3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196 465 472 0 0,'-2'-9'1278'0'0,"-2"10"1960"0"0,-2 6-2941 0 0,0 0 0 0 0,0 1-1 0 0,1 0 1 0 0,0 0-1 0 0,0 0 1 0 0,0 1-1 0 0,2 0 1 0 0,-1-1 0 0 0,1 1-1 0 0,-3 14 1 0 0,-19 109 1053 0 0,17-84-825 0 0,6-35-379 0 0,-2-1 1 0 0,1 0-1 0 0,-1 1 1 0 0,-1-1-1 0 0,0-1 1 0 0,-1 1-1 0 0,0-1 1 0 0,-12 16-1 0 0,18-26-132 0 0,-1-1-1 0 0,1 0 0 0 0,0 1 1 0 0,-1-1-1 0 0,1 0 0 0 0,-1 0 1 0 0,1 0-1 0 0,-1 1 0 0 0,1-1 1 0 0,-1 0-1 0 0,1 0 0 0 0,-1 0 1 0 0,1 0-1 0 0,-1 0 0 0 0,1 0 1 0 0,-1 0-1 0 0,1 0 0 0 0,-1 0 1 0 0,1 0-1 0 0,-1 0 1 0 0,1 0-1 0 0,-1 0 0 0 0,1-1 1 0 0,-1 1-1 0 0,1 0 0 0 0,-1 0 1 0 0,1-1-1 0 0,-1 1 0 0 0,1 0 1 0 0,-1 0-1 0 0,1-1 0 0 0,0 1 1 0 0,-1 0-1 0 0,0-1 0 0 0,-11-11 123 0 0,12 12-145 0 0,-3-4 25 0 0,1 0-1 0 0,0 0 1 0 0,0 1 0 0 0,0-2 0 0 0,0 1-1 0 0,0 0 1 0 0,1 0 0 0 0,0-1 0 0 0,0 1-1 0 0,0 0 1 0 0,0-1 0 0 0,1 1 0 0 0,0-6-1 0 0,3-62 77 0 0,-2 57-74 0 0,6-51 10 0 0,4 1 1 0 0,2 0-1 0 0,3 1 0 0 0,3 1 1 0 0,3 0-1 0 0,2 2 1 0 0,42-76-1 0 0,-22 67-22 0 0,-42 66-8 0 0,1 0-1 0 0,1 0 1 0 0,-1 1-1 0 0,0-1 1 0 0,1 1-1 0 0,0 0 1 0 0,-1 0-1 0 0,1 0 1 0 0,1 0-1 0 0,-1 1 1 0 0,0 0-1 0 0,1-1 1 0 0,7-1-1 0 0,-10 3 0 0 0,0 2 3 0 0,0-1 0 0 0,0 1 0 0 0,0 0 0 0 0,1 0 0 0 0,-1 0 0 0 0,0 0 0 0 0,0 0 0 0 0,0 0 0 0 0,-1 0 0 0 0,1 1 0 0 0,0-1 0 0 0,0 1 0 0 0,-1-1 0 0 0,1 1 0 0 0,-1 0 0 0 0,1 0 0 0 0,-1-1 0 0 0,0 1 0 0 0,0 0 0 0 0,0 0 0 0 0,0 0 0 0 0,2 4 0 0 0,18 56 31 0 0,-17-49-16 0 0,68 257 219 0 0,8 25-66 0 0,-16-100 13 0 0,-63-193-182 0 0,0-1 1 0 0,0 1-1 0 0,0 0 1 0 0,-1 0-1 0 0,1 0 0 0 0,-1-1 1 0 0,0 1-1 0 0,1 0 1 0 0,-1 0-1 0 0,0 0 1 0 0,0 0-1 0 0,0 0 0 0 0,0 0 1 0 0,0 0-1 0 0,-1-1 1 0 0,1 1-1 0 0,-1 0 1 0 0,1 0-1 0 0,-1 0 0 0 0,0 0 1 0 0,-1 2-1 0 0,1-3-43 0 0,0 0 0 0 0,-1 0 0 0 0,1 0 0 0 0,-1 0 1 0 0,1 0-1 0 0,-1 0 0 0 0,1 0 0 0 0,-1 0 0 0 0,0-1 0 0 0,1 1 0 0 0,-1-1 0 0 0,0 1 0 0 0,0-1 0 0 0,1 0 0 0 0,-1 1 0 0 0,0-1 0 0 0,0 0 0 0 0,-2 0 0 0 0,-6-1-1098 0 0,0 0 1 0 0,0-1-1 0 0,0 0 0 0 0,0-1 0 0 0,0 0 1 0 0,-13-5-1 0 0,10 3-1310 0 0</inkml:trace>
</inkml:ink>
</file>

<file path=ppt/ink/ink7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4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75 224 0 0,'31'-17'2718'0'0,"-9"8"-2037"0"0,0 0-1 0 0,1 1 0 0 0,0 1 0 0 0,0 1 1 0 0,39-4-1 0 0,29 3-1059 0 0,1 5-3348 0 0,-78 2 2085 0 0</inkml:trace>
</inkml:ink>
</file>

<file path=ppt/ink/ink7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5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1 663 356 0 0,'3'2'368'0'0,"1"0"1"0"0,-1 1-1 0 0,1 0 0 0 0,-1 0 1 0 0,0 0-1 0 0,0 0 0 0 0,0 0 1 0 0,0 1-1 0 0,0-1 0 0 0,-1 1 1 0 0,0 0-1 0 0,0 0 0 0 0,0 0 1 0 0,0 0-1 0 0,0 0 1 0 0,-1 0-1 0 0,0 0 0 0 0,0 0 1 0 0,1 6-1 0 0,2 8 162 0 0,0-1 0 0 0,-2 1-1 0 0,1 25 1 0 0,-8-1 746 0 0,4-40-887 0 0,1-4-100 0 0,8-17-270 0 0,1-4 45 0 0,1 0-1 0 0,1 0 0 0 0,2 1 1 0 0,0 1-1 0 0,1 0 1 0 0,1 0-1 0 0,30-30 0 0 0,-44 50-61 0 0,0 0-1 0 0,0 0 0 0 0,0 0 0 0 0,0 0 1 0 0,0 0-1 0 0,0 1 0 0 0,1-1 0 0 0,-1 0 0 0 0,0 1 1 0 0,0-1-1 0 0,1 1 0 0 0,-1-1 0 0 0,0 1 0 0 0,1 0 1 0 0,-1-1-1 0 0,0 1 0 0 0,1 0 0 0 0,-1 0 0 0 0,0 0 1 0 0,1 0-1 0 0,-1 0 0 0 0,0 1 0 0 0,1-1 1 0 0,-1 0-1 0 0,0 1 0 0 0,1-1 0 0 0,-1 0 0 0 0,0 1 1 0 0,0 0-1 0 0,1-1 0 0 0,-1 1 0 0 0,0 0 0 0 0,0-1 1 0 0,0 1-1 0 0,0 0 0 0 0,0 0 0 0 0,1 1 1 0 0,5 6 1 0 0,-1 0 1 0 0,0 0-1 0 0,-1 0 1 0 0,8 14-1 0 0,9 14 3 0 0,-19-32-3 0 0,1-1-1 0 0,0 1 0 0 0,0-1 0 0 0,0 1 0 0 0,1-1 0 0 0,-1 0 0 0 0,1-1 0 0 0,-1 1 1 0 0,1-1-1 0 0,0 0 0 0 0,0 0 0 0 0,0-1 0 0 0,0 1 0 0 0,0-1 0 0 0,0 0 0 0 0,1 0 0 0 0,-1-1 1 0 0,0 0-1 0 0,1 0 0 0 0,8-1 0 0 0,-7 0-1 0 0,1-1 0 0 0,0 0 0 0 0,0-1 1 0 0,-1 0-1 0 0,0 0 0 0 0,1-1 0 0 0,-1 1 0 0 0,-1-2 0 0 0,1 1 0 0 0,0-1 1 0 0,-1 0-1 0 0,0 0 0 0 0,7-8 0 0 0,0-2 5 0 0,-1-1 0 0 0,-1 0 0 0 0,0-1 0 0 0,-1 0 0 0 0,0 0 0 0 0,-2-1 0 0 0,0 0 0 0 0,-1-1 1 0 0,7-30-1 0 0,0-18-12 0 0,9-95 1 0 0,-19 125 4 0 0,4-20 6 0 0,-4 0 0 0 0,-3-77-1 0 0,-1 132-16 0 0,-2 0 8 0 0,2 2 3 0 0,0 0 1 0 0,0 0 0 0 0,0-1 0 0 0,-1 1 0 0 0,1 0-1 0 0,0 0 1 0 0,0 0 0 0 0,0-1 0 0 0,0 1-1 0 0,0 0 1 0 0,0 0 0 0 0,-1 0 0 0 0,1 0-1 0 0,0 0 1 0 0,0-1 0 0 0,0 1 0 0 0,0 0 0 0 0,-1 0-1 0 0,1 0 1 0 0,0 0 0 0 0,0 0 0 0 0,0 0-1 0 0,-1 0 1 0 0,1 0 0 0 0,0 0 0 0 0,0 0-1 0 0,0 0 1 0 0,-1 0 0 0 0,1 0 0 0 0,0 0 0 0 0,0 0-1 0 0,0 0 1 0 0,-1 0 0 0 0,1 0 0 0 0,0 0-1 0 0,0 0 1 0 0,0 0 0 0 0,-1 0 0 0 0,1 0-1 0 0,0 0 1 0 0,0 0 0 0 0,0 0 0 0 0,0 0-1 0 0,-1 1 1 0 0,1-1 0 0 0,0 0 0 0 0,0 0 0 0 0,0 0-1 0 0,0 0 1 0 0,0 0 0 0 0,-1 1 0 0 0,1-1-1 0 0,0 0 1 0 0,-17 37 21 0 0,3 1-1 0 0,0 0 0 0 0,3 1 1 0 0,1 0-1 0 0,2 1 0 0 0,2 0 1 0 0,1 0-1 0 0,2 0 1 0 0,2 0-1 0 0,2 1 0 0 0,1-1 1 0 0,2 1-1 0 0,10 41 1 0 0,-12-71-18 0 0,1 0 1 0 0,0-1-1 0 0,0 1 1 0 0,1 0 0 0 0,0-1-1 0 0,1 0 1 0 0,0 0 0 0 0,1 0-1 0 0,11 15 1 0 0,-14-22-1 0 0,0 1-1 0 0,1-1 1 0 0,-1-1-1 0 0,0 1 1 0 0,1 0-1 0 0,-1-1 1 0 0,1 0-1 0 0,0 0 1 0 0,0 0-1 0 0,0 0 1 0 0,0-1-1 0 0,0 1 1 0 0,0-1-1 0 0,1 0 1 0 0,-1-1-1 0 0,0 1 1 0 0,0-1-1 0 0,1 1 1 0 0,-1-1-1 0 0,0 0 1 0 0,1-1-1 0 0,-1 1 1 0 0,0-1-1 0 0,1 0 1 0 0,-1 0-1 0 0,0 0 1 0 0,7-3-1 0 0,-5 2 4 0 0,0-1-1 0 0,0 1 1 0 0,-1-1 0 0 0,1 0-1 0 0,0 0 1 0 0,-1-1-1 0 0,0 0 1 0 0,0 0-1 0 0,0 0 1 0 0,0 0 0 0 0,-1-1-1 0 0,6-7 1 0 0,-9 11-2 0 0,0 1-4 0 0,-1 0-1 0 0,0 0 1 0 0,0 0 0 0 0,0 0 0 0 0,0 0 0 0 0,0 0 0 0 0,1 0-1 0 0,-1 0 1 0 0,0 0 0 0 0,0 1 0 0 0,0-1 0 0 0,0 0-1 0 0,0 0 1 0 0,1 0 0 0 0,-1 0 0 0 0,0 0 0 0 0,0 0 0 0 0,0 0-1 0 0,0 0 1 0 0,1 0 0 0 0,-1 0 0 0 0,0-1 0 0 0,0 1-1 0 0,0 0 1 0 0,0 0 0 0 0,1 0 0 0 0,-1 0 0 0 0,0 0 0 0 0,0 0-1 0 0,0 0 1 0 0,0 0 0 0 0,0 0 0 0 0,0 0 0 0 0,1-1-1 0 0,-1 1 1 0 0,0 0 0 0 0,0 0 0 0 0,0 0 0 0 0,0 0 0 0 0,0 0-1 0 0,0 0 1 0 0,0-1 0 0 0,8 21-9 0 0,-6-17 7 0 0,-1 0 0 0 0,0-1-1 0 0,1 0 1 0 0,0 1 0 0 0,-1-1 0 0 0,1 0-1 0 0,0 1 1 0 0,0-1 0 0 0,0 0-1 0 0,0-1 1 0 0,1 1 0 0 0,-1 0 0 0 0,0-1-1 0 0,1 1 1 0 0,-1-1 0 0 0,1 1-1 0 0,0-1 1 0 0,-1 0 0 0 0,1 0 0 0 0,0-1-1 0 0,0 1 1 0 0,0 0 0 0 0,-1-1-1 0 0,4 0 1 0 0,-2 1 33 0 0,0-1 1 0 0,-1 1-1 0 0,1-1 0 0 0,-1 0 0 0 0,1 0 0 0 0,0-1 0 0 0,-1 1 1 0 0,1-1-1 0 0,0 1 0 0 0,-1-1 0 0 0,1-1 0 0 0,-1 1 1 0 0,0 0-1 0 0,1-1 0 0 0,-1 1 0 0 0,0-1 0 0 0,0 0 1 0 0,0 0-1 0 0,5-4 0 0 0,-7 4 7 0 0,1 0 0 0 0,0 0 0 0 0,-1-1 0 0 0,0 1 0 0 0,1 0 0 0 0,-1 0 0 0 0,0-1 0 0 0,0 1 0 0 0,0-1 0 0 0,-1 1 0 0 0,1-1 0 0 0,0 1 0 0 0,-1-1 0 0 0,0 1 0 0 0,0-1 0 0 0,1 1 1 0 0,-1-1-1 0 0,-1 1 0 0 0,1-1 0 0 0,0 0 0 0 0,-1 1 0 0 0,1-1 0 0 0,-1 1 0 0 0,0-1 0 0 0,0 1 0 0 0,0 0 0 0 0,0-1 0 0 0,0 1 0 0 0,0 0 0 0 0,-1 0 0 0 0,1 0 0 0 0,-1-1 0 0 0,0 2 0 0 0,1-1 0 0 0,-1 0 0 0 0,0 0 0 0 0,0 0 0 0 0,-4-2 0 0 0,-1-1-231 0 0,0-1-1 0 0,-1 1 1 0 0,1 1-1 0 0,-14-7 1 0 0,-29-5-4259 0 0,34 13 829 0 0,1 1 276 0 0</inkml:trace>
</inkml:ink>
</file>

<file path=ppt/ink/ink7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5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86 476 0 0,'-2'-18'2856'0'0,"3"14"-2624"0"0,1 1 0 0 0,0 0 0 0 0,0-1 0 0 0,0 1-1 0 0,0 0 1 0 0,0 0 0 0 0,1 0 0 0 0,-1 0 0 0 0,1 0-1 0 0,0 1 1 0 0,0-1 0 0 0,0 1 0 0 0,0 0 0 0 0,0 0 0 0 0,5-2-1 0 0,0 0 13 0 0,1 1-1 0 0,-1 0 1 0 0,1 0 0 0 0,-1 1-1 0 0,1 0 1 0 0,12 0-1 0 0,4 0-764 0 0,-1 2-1 0 0,0 1 1 0 0,1 1-1 0 0,25 5 1 0 0,-32-4-1804 0 0,-1 1 179 0 0</inkml:trace>
</inkml:ink>
</file>

<file path=ppt/ink/ink7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6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28 724 0 0,'4'-3'504'0'0,"0"0"1"0"0,0 0-1 0 0,0 0 0 0 0,0 0 0 0 0,0 1 1 0 0,1 0-1 0 0,-1-1 0 0 0,1 2 0 0 0,5-3 1 0 0,-8 4-402 0 0,0 0 1 0 0,1 0 0 0 0,-1 0-1 0 0,0 0 1 0 0,0 0 0 0 0,0 0 0 0 0,0 1-1 0 0,0-1 1 0 0,0 1 0 0 0,0-1-1 0 0,0 1 1 0 0,0 0 0 0 0,0 0 0 0 0,0 0-1 0 0,0 0 1 0 0,-1 0 0 0 0,1 0-1 0 0,0 0 1 0 0,-1 1 0 0 0,1-1 0 0 0,-1 1-1 0 0,1-1 1 0 0,-1 1 0 0 0,2 2-1 0 0,0 2 3 0 0,1 0-1 0 0,-2 0 0 0 0,1 0 0 0 0,-1 0 0 0 0,0 1 0 0 0,0-1 0 0 0,-1 0 1 0 0,0 1-1 0 0,0 0 0 0 0,0-1 0 0 0,-1 1 0 0 0,0 0 0 0 0,0-1 1 0 0,-1 1-1 0 0,0-1 0 0 0,-3 11 0 0 0,1 9 269 0 0,3-24-280 0 0,0-4-46 0 0,0-1 0 0 0,0 1 1 0 0,0 0-1 0 0,0-1 0 0 0,1 1 0 0 0,-1 0 0 0 0,1 0 1 0 0,-1 0-1 0 0,1-1 0 0 0,0 1 0 0 0,0 0 0 0 0,0 0 1 0 0,0 0-1 0 0,0 0 0 0 0,0 0 0 0 0,1 1 0 0 0,2-4 1 0 0,0-3-47 0 0,1 1 0 0 0,0-1 1 0 0,0 1-1 0 0,1 0 0 0 0,0 0 1 0 0,8-6-1 0 0,39-23 13 0 0,-52 35-7 0 0,25 19 58 0 0,-19 6-602 0 0,-2 1 0 0 0,4 33 0 0 0,-7-50-336 0 0,2-2-4023 0 0,0 2 2526 0 0</inkml:trace>
</inkml:ink>
</file>

<file path=ppt/ink/ink7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6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58 624 0 0,'13'32'4072'0'0,"-9"-29"-3920"0"0,-1-1 0 0 0,1 1 1 0 0,0 0-1 0 0,0-1 0 0 0,0 0 1 0 0,0 0-1 0 0,1 0 0 0 0,-1-1 1 0 0,1 1-1 0 0,-1-1 0 0 0,1 0 1 0 0,-1 0-1 0 0,1-1 0 0 0,-1 1 1 0 0,1-1-1 0 0,0 0 0 0 0,-1 0 1 0 0,1-1-1 0 0,5-1 0 0 0,1 1-3 0 0,0-2-1 0 0,0 1 0 0 0,-1-1 0 0 0,1-1 1 0 0,-1 0-1 0 0,19-10 0 0 0,32-35 556 0 0,-25 18 238 0 0,-35 30-526 0 0,5 11-216 0 0,-5-9-189 0 0,-1 0-1 0 0,1-1 1 0 0,0 1 0 0 0,-1 0 0 0 0,1-1 0 0 0,-1 1 0 0 0,1 0-1 0 0,-1 0 1 0 0,1 0 0 0 0,-1 0 0 0 0,0 0 0 0 0,1-1 0 0 0,-1 1-1 0 0,0 0 1 0 0,0 0 0 0 0,0 0 0 0 0,1 0 0 0 0,-1 1 0 0 0,-2 57 501 0 0,-3 0 0 0 0,-24 115-1 0 0,-49 114 123 0 0,48-185-434 0 0,29-101-196 0 0,-14 50 99 0 0,-27 65 0 0 0,36-104-77 0 0,1-1 0 0 0,-2 0 0 0 0,1 0 0 0 0,-2-1 0 0 0,1 0 0 0 0,-2 0 0 0 0,1-1 0 0 0,-1 0 0 0 0,-1 0 0 0 0,-20 15 0 0 0,28-23-21 0 0,0-1 1 0 0,1 0 0 0 0,-1 0 0 0 0,0 0 0 0 0,0-1-1 0 0,1 1 1 0 0,-1 0 0 0 0,0-1 0 0 0,0 1-1 0 0,0-1 1 0 0,0 0 0 0 0,0 1 0 0 0,0-1-1 0 0,0 0 1 0 0,0 0 0 0 0,0 0 0 0 0,0-1 0 0 0,0 1-1 0 0,0 0 1 0 0,0-1 0 0 0,1 1 0 0 0,-4-2-1 0 0,1 0 0 0 0,1 0-1 0 0,1 0 1 0 0,-1 0-1 0 0,0-1 1 0 0,0 1-1 0 0,1-1 1 0 0,-1 1-1 0 0,1-1 1 0 0,0 0-1 0 0,0 0 1 0 0,-3-5-1 0 0,0-3 3 0 0,0 1 0 0 0,1-1 0 0 0,0 0 0 0 0,1-1 1 0 0,0 1-1 0 0,-2-19 0 0 0,4 10 77 0 0,1 1 0 0 0,0 0 0 0 0,2-1 0 0 0,0 1 1 0 0,1 0-1 0 0,2 0 0 0 0,-1 1 0 0 0,2-1 0 0 0,0 1 0 0 0,2 0 1 0 0,0 0-1 0 0,0 1 0 0 0,2 0 0 0 0,12-17 0 0 0,-8 16-347 0 0,0 0-1 0 0,2 1 1 0 0,0 1-1 0 0,32-26 1 0 0,-30 28-1445 0 0,2 1 0 0 0,0 1 0 0 0,0 0 0 0 0,38-14 0 0 0,-42 21-1526 0 0</inkml:trace>
</inkml:ink>
</file>

<file path=ppt/ink/ink7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7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1 151 732 0 0,'27'-32'7809'0'0,"-13"60"-6887"0"0,-11-2-549 0 0,-1 1-1 0 0,-1-1 1 0 0,-2 0 0 0 0,-1 0 0 0 0,-8 44 0 0 0,10-68 214 0 0,-3-29-500 0 0,2 24-80 0 0,1 0-1 0 0,-1 0 0 0 0,1 0 0 0 0,0 0 1 0 0,0 0-1 0 0,0 0 0 0 0,0 0 0 0 0,0 0 0 0 0,1 0 1 0 0,0 0-1 0 0,-1 0 0 0 0,1 0 0 0 0,0 0 0 0 0,0 0 1 0 0,3-3-1 0 0,8-21 24 0 0,-11 21-31 0 0,1 1 1 0 0,0-1-1 0 0,1 0 0 0 0,-1 1 0 0 0,1-1 0 0 0,0 1 0 0 0,1 0 0 0 0,-1 0 0 0 0,1 0 0 0 0,0 1 0 0 0,0-1 0 0 0,1 1 0 0 0,-1 0 1 0 0,1 0-1 0 0,0 1 0 0 0,0-1 0 0 0,0 1 0 0 0,0 0 0 0 0,1 1 0 0 0,8-4 0 0 0,-9 5-6 0 0,-3 2 7 0 0,1 0 0 0 0,-1-1 0 0 0,1 1 0 0 0,-1 0 0 0 0,0 0 0 0 0,1 1 0 0 0,-1-1 0 0 0,0 0 0 0 0,0 1 0 0 0,0-1 0 0 0,0 1 0 0 0,0 0 0 0 0,0-1 0 0 0,0 1 0 0 0,-1 0 0 0 0,1 0 0 0 0,-1 0 0 0 0,1 1 0 0 0,-1-1 0 0 0,0 0 0 0 0,0 0 0 0 0,0 1 0 0 0,0-1 0 0 0,0 1 0 0 0,-1-1 0 0 0,1 1 0 0 0,-1-1 0 0 0,1 4 0 0 0,0-2 0 0 0,22 107 23 0 0,-23-110-19 0 0,0-1 1 0 0,0 1-1 0 0,0 0 0 0 0,-1-1 0 0 0,1 1 0 0 0,0-1 1 0 0,1 1-1 0 0,-1 0 0 0 0,0-1 0 0 0,0 1 1 0 0,0-1-1 0 0,0 1 0 0 0,0 0 0 0 0,1-1 1 0 0,-1 1-1 0 0,0-1 0 0 0,0 1 0 0 0,1-1 0 0 0,-1 1 1 0 0,0-1-1 0 0,1 1 0 0 0,-1-1 0 0 0,1 1 1 0 0,-1-1-1 0 0,1 0 0 0 0,-1 1 0 0 0,1-1 0 0 0,-1 0 1 0 0,1 1-1 0 0,-1-1 0 0 0,1 0 0 0 0,0 1 1 0 0,16-27 44 0 0,-5 5-46 0 0,2 1 0 0 0,0 0 0 0 0,1 0 0 0 0,34-32 0 0 0,-40 44-14 0 0,-8 6 3 0 0,1 0 0 0 0,0 0 0 0 0,0 0 1 0 0,0 0-1 0 0,0 0 0 0 0,1 1 0 0 0,-1-1 1 0 0,0 1-1 0 0,1-1 0 0 0,-1 1 0 0 0,1 0 0 0 0,-1 0 1 0 0,1 0-1 0 0,3 0 0 0 0,-4 1 6 0 0,0 1 0 0 0,0 0 0 0 0,-1 0-1 0 0,1 0 1 0 0,0 0 0 0 0,-1 0 0 0 0,1 0 0 0 0,-1 0-1 0 0,1 0 1 0 0,-1 1 0 0 0,0-1 0 0 0,0 1 0 0 0,1-1 0 0 0,-1 1-1 0 0,0-1 1 0 0,0 1 0 0 0,0 0 0 0 0,-1-1 0 0 0,1 1-1 0 0,0 0 1 0 0,-1 0 0 0 0,1 0 0 0 0,0 2 0 0 0,12 20-15 0 0,-8-18 20 0 0,1-1 0 0 0,0 0-1 0 0,0 0 1 0 0,1 0 0 0 0,0 0 0 0 0,-1-1 0 0 0,1 0 0 0 0,1-1 0 0 0,-1 0 0 0 0,1 0-1 0 0,-1 0 1 0 0,1-1 0 0 0,0 0 0 0 0,0 0 0 0 0,0-1 0 0 0,0 0 0 0 0,0-1 0 0 0,0 0 0 0 0,0 0-1 0 0,0 0 1 0 0,15-4 0 0 0,-4 1 7 0 0,0-1 0 0 0,0-1-1 0 0,-1-1 1 0 0,1 0 0 0 0,-1-1-1 0 0,0-1 1 0 0,16-11 0 0 0,-25 14-3 0 0,-1 0 0 0 0,0-1 0 0 0,0 0 0 0 0,0 0 0 0 0,-1-1 0 0 0,0 0 0 0 0,0-1 0 0 0,-1 1 0 0 0,0-1 0 0 0,0-1 0 0 0,-1 1 0 0 0,0-1 0 0 0,0 0 0 0 0,-1 0 0 0 0,4-13 0 0 0,-7 19-2 0 0,-1 0 1 0 0,0 0-1 0 0,0 0 1 0 0,0 0-1 0 0,0 0 1 0 0,0 0-1 0 0,0 0 1 0 0,-1 0-1 0 0,0 0 1 0 0,1 0-1 0 0,-1 0 1 0 0,0 0-1 0 0,-1 1 1 0 0,1-1-1 0 0,0 0 1 0 0,-1 1-1 0 0,1-1 1 0 0,-4-3-1 0 0,4 5 4 0 0,1 0-1 0 0,-1 0 1 0 0,0 0-1 0 0,0 1 1 0 0,0-1-1 0 0,1 0 1 0 0,-1 1-1 0 0,0-1 1 0 0,0 0-1 0 0,0 1 0 0 0,0-1 1 0 0,0 1-1 0 0,0-1 1 0 0,0 1-1 0 0,0 0 1 0 0,0-1-1 0 0,-1 1 1 0 0,1 0-1 0 0,0 0 1 0 0,0 0-1 0 0,0 0 1 0 0,0 0-1 0 0,0 0 1 0 0,0 0-1 0 0,-1 0 1 0 0,1 0-1 0 0,0 1 1 0 0,0-1-1 0 0,0 0 1 0 0,0 1-1 0 0,0-1 1 0 0,0 0-1 0 0,0 1 1 0 0,0 0-1 0 0,0-1 0 0 0,0 1 1 0 0,0 0-1 0 0,0-1 1 0 0,1 1-1 0 0,-1 0 1 0 0,0 0-1 0 0,0 0 1 0 0,1-1-1 0 0,-1 1 1 0 0,0 0-1 0 0,1 0 1 0 0,-1 0-1 0 0,1 0 1 0 0,-1 2-1 0 0,0 0 8 0 0,0 0-1 0 0,0 0 0 0 0,0 0 1 0 0,0 0-1 0 0,0 0 0 0 0,1 0 1 0 0,-1 0-1 0 0,1 0 1 0 0,0 0-1 0 0,0 0 0 0 0,0 1 1 0 0,1-1-1 0 0,-1 0 1 0 0,1 0-1 0 0,0 0 0 0 0,-1 0 1 0 0,1 0-1 0 0,1 0 0 0 0,-1 0 1 0 0,2 3-1 0 0,37 58 126 0 0,-33-55-120 0 0,11 17 24 0 0,-7-12-5 0 0,-1 0-1 0 0,-1 0 1 0 0,0 1-1 0 0,-1 1 1 0 0,9 22 0 0 0,-16-37-33 0 0,-1 0 0 0 0,0 1 0 0 0,0-1 0 0 0,1 0 0 0 0,-1 0 0 0 0,0 0 0 0 0,0 0 0 0 0,0 1 0 0 0,-1-1 0 0 0,1 0 0 0 0,0 0 1 0 0,0 0-1 0 0,-1 0 0 0 0,1 0 0 0 0,0 0 0 0 0,-1 0 0 0 0,1 1 0 0 0,-1-1 0 0 0,0 0 0 0 0,1 0 0 0 0,-1-1 0 0 0,0 1 0 0 0,-1 2 0 0 0,-29 15 84 0 0,22-15-58 0 0,-1-1 0 0 0,0 1 1 0 0,0-1-1 0 0,-19 0 0 0 0,-33-6-1610 0 0,39-2-5352 0 0</inkml:trace>
</inkml:ink>
</file>

<file path=ppt/ink/ink7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9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46 236 16778 0 0,'-4'-3'-22'0'0,"0"-2"161"0"0,0 1 1 0 0,1-1 0 0 0,-1 0 0 0 0,1-1 0 0 0,-1 1 0 0 0,2 0-1 0 0,-1-1 1 0 0,1 0 0 0 0,-1 1 0 0 0,-1-13 0 0 0,1 2 221 0 0,1 0 0 0 0,1-1 0 0 0,1 1 1 0 0,0 0-1 0 0,2 0 0 0 0,5-29 1 0 0,-7 43-320 0 0,1-11-1432 0 0,0 8-2747 0 0</inkml:trace>
</inkml:ink>
</file>

<file path=ppt/ink/ink7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6:39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2 130 372 0 0,'-1'-33'4501'0'0,"1"27"-3810"0"0,0-1-1 0 0,1 0 1 0 0,0 1 0 0 0,0-1-1 0 0,1 1 1 0 0,4-11-1 0 0,-5 14-588 0 0,0 0 0 0 0,0 1 0 0 0,0-1 0 0 0,1 1 0 0 0,-1 0 0 0 0,1 0 0 0 0,-1-1 0 0 0,1 1 0 0 0,0 0 0 0 0,0 0 0 0 0,0 0 0 0 0,0 1 0 0 0,0-1 0 0 0,1 0 0 0 0,-1 1 0 0 0,0 0 0 0 0,1-1-1 0 0,-1 1 1 0 0,6-1 0 0 0,-6 1-733 0 0,19 18-5370 0 0</inkml:trace>
</inkml:ink>
</file>

<file path=ppt/ink/ink7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6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4 359 488 0 0,'0'0'918'0'0,"-3"-10"6167"0"0,68-20-5782 0 0,-32 17-1000 0 0,-1-3 0 0 0,0 0 0 0 0,-1-2 0 0 0,35-28 0 0 0,-54 37-213 0 0,-1 0 0 0 0,-1-1 0 0 0,0-1 0 0 0,0 1 0 0 0,13-21 0 0 0,-21 27-21 0 0,1 0 0 0 0,-1 0-1 0 0,0-1 1 0 0,0 1 0 0 0,-1-1 0 0 0,1 1-1 0 0,-1-1 1 0 0,0 0 0 0 0,0 1 0 0 0,0-1-1 0 0,-1 0 1 0 0,0 0 0 0 0,0 0-1 0 0,0 0 1 0 0,-1 1 0 0 0,1-1 0 0 0,-1 0-1 0 0,0 0 1 0 0,0 1 0 0 0,-4-8 0 0 0,5 10-41 0 0,-1 1 1 0 0,1-1-1 0 0,-1 1 1 0 0,0-1-1 0 0,0 1 1 0 0,0 0-1 0 0,0-1 1 0 0,0 1-1 0 0,0 0 1 0 0,0 0-1 0 0,0 0 1 0 0,0 0-1 0 0,-1 0 1 0 0,1 0-1 0 0,0 0 1 0 0,-1 0-1 0 0,1 0 1 0 0,-1 1-1 0 0,1-1 1 0 0,-1 0-1 0 0,1 1 1 0 0,-1 0-1 0 0,1-1 1 0 0,-2 1-1 0 0,-1 0 4 0 0,0 0-1 0 0,0 0 1 0 0,0 0-1 0 0,1 1 1 0 0,-1 0 0 0 0,0-1-1 0 0,1 1 1 0 0,-1 1-1 0 0,1-1 1 0 0,-4 2 0 0 0,-6 4 42 0 0,2-1 0 0 0,-1 2 0 0 0,1 0 0 0 0,-16 14 0 0 0,19-15-3 0 0,1 0 0 0 0,0 1 0 0 0,0 0 0 0 0,1 0 0 0 0,0 0 0 0 0,1 1-1 0 0,0 0 1 0 0,0 0 0 0 0,1 0 0 0 0,0 1 0 0 0,1-1 0 0 0,0 1 0 0 0,-3 17-1 0 0,5-22-29 0 0,1 1 0 0 0,-1 0-1 0 0,2-1 1 0 0,-1 1 0 0 0,1 0 0 0 0,-1-1-1 0 0,2 1 1 0 0,-1-1 0 0 0,0 1-1 0 0,1-1 1 0 0,0 0 0 0 0,1 1-1 0 0,-1-1 1 0 0,1 0 0 0 0,0 0 0 0 0,0-1-1 0 0,0 1 1 0 0,1-1 0 0 0,0 1-1 0 0,0-1 1 0 0,0 0 0 0 0,0-1-1 0 0,0 1 1 0 0,1-1 0 0 0,9 6 0 0 0,-1-2-158 0 0,1-1 1 0 0,0 0 0 0 0,0 0 0 0 0,0-2 0 0 0,0 0-1 0 0,1 0 1 0 0,-1-1 0 0 0,1-1 0 0 0,0-1 0 0 0,28 0 0 0 0,-21-2-945 0 0,0-1-1 0 0,32-7 1 0 0,-32 4-1290 0 0,1-2-1 0 0,23-10 0 0 0,-23 6-609 0 0</inkml:trace>
</inkml:ink>
</file>

<file path=ppt/ink/ink7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7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40 289 60 0 0,'0'0'1639'0'0,"6"-8"3662"0"0,-3 12-5135 0 0,0 0-1 0 0,0 1 1 0 0,-1-1 0 0 0,1 1 0 0 0,-1-1-1 0 0,-1 1 1 0 0,1 0 0 0 0,0 0-1 0 0,-1 0 1 0 0,0 0 0 0 0,0 0 0 0 0,-1 0-1 0 0,0 0 1 0 0,1 0 0 0 0,-2 0-1 0 0,1 0 1 0 0,0 0 0 0 0,-3 10 0 0 0,-2 2 217 0 0,0 1 1 0 0,0-1 0 0 0,-2 0 0 0 0,-11 20 0 0 0,-9 0 1035 0 0,30-45-1409 0 0,-1 0 0 0 0,2 0 0 0 0,-1 0 0 0 0,1 0 0 0 0,0 1 0 0 0,0 0 0 0 0,1 0 0 0 0,0 0 0 0 0,1 0 0 0 0,-1 1 0 0 0,1 0 0 0 0,0 0 0 0 0,1 0 0 0 0,-1 1 0 0 0,1 0 1 0 0,0 0-1 0 0,1 1 0 0 0,-1 0 0 0 0,1 0 0 0 0,0 1 0 0 0,14-5 0 0 0,-17 8-9 0 0,-1 0 0 0 0,1 0 0 0 0,-1 1 0 0 0,0 0 0 0 0,0-1-1 0 0,1 1 1 0 0,-1 1 0 0 0,0-1 0 0 0,0 1 0 0 0,0-1 0 0 0,0 1 0 0 0,0 0 0 0 0,-1 0 0 0 0,1 1 0 0 0,0-1 0 0 0,-1 1 0 0 0,0 0 0 0 0,0 0 0 0 0,1 0-1 0 0,-2 0 1 0 0,1 1 0 0 0,3 4 0 0 0,-5-7 5 0 0,11 13 34 0 0,-11-13-29 0 0,5-2-12 0 0,0-1-1 0 0,0-1 1 0 0,-1 1 0 0 0,1-1-1 0 0,-1 0 1 0 0,1 0 0 0 0,-1-1 0 0 0,0 1-1 0 0,0-1 1 0 0,-1 0 0 0 0,1-1-1 0 0,-1 1 1 0 0,6-8 0 0 0,23-20-104 0 0,8-2-119 0 0,-40 33 195 0 0,2 1-7 0 0,-1 0 30 0 0,0 1 0 0 0,1 0 0 0 0,-1-1 0 0 0,0 1 0 0 0,0 0 0 0 0,0 0 0 0 0,1 0 0 0 0,-1 0 0 0 0,0 0 0 0 0,0 1 0 0 0,-1-1 0 0 0,1 1 0 0 0,0-1 0 0 0,0 1 0 0 0,-1 0 0 0 0,1 0 0 0 0,1 2 0 0 0,-1-2 2 0 0,-1 1 1 0 0,1-1 0 0 0,0 0-1 0 0,0 0 1 0 0,0-1 0 0 0,0 1-1 0 0,0 0 1 0 0,1-1-1 0 0,-1 1 1 0 0,0-1 0 0 0,1 1-1 0 0,-1-1 1 0 0,1 0 0 0 0,-1 0-1 0 0,1-1 1 0 0,0 1 0 0 0,-1 0-1 0 0,6 0 1 0 0,1-2-15 0 0,1 1-1 0 0,-1-2 1 0 0,0 1-1 0 0,0-1 1 0 0,1-1 0 0 0,-1 0-1 0 0,-1 0 1 0 0,1 0 0 0 0,0-1-1 0 0,-1-1 1 0 0,0 1-1 0 0,0-2 1 0 0,0 1 0 0 0,-1-1-1 0 0,0 0 1 0 0,0 0 0 0 0,0-1-1 0 0,-1 0 1 0 0,0 0-1 0 0,0 0 1 0 0,7-13 0 0 0,5-10 100 0 0,-2-1-1 0 0,-1-1 1 0 0,-1 0 0 0 0,13-49 0 0 0,-25 75 72 0 0,-1 0 1 0 0,1 0-1 0 0,-1 0 1 0 0,0 0 0 0 0,-1 0-1 0 0,0 0 1 0 0,0 0-1 0 0,-1-12 1 0 0,0 15 178 0 0,-3 4-290 0 0,0 1 0 0 0,0-1 0 0 0,0 1 0 0 0,1-1 0 0 0,-1 1 0 0 0,0 1 1 0 0,1-1-1 0 0,-1 0 0 0 0,1 1 0 0 0,0 0 0 0 0,0-1 0 0 0,0 1 0 0 0,0 0 0 0 0,0 1 1 0 0,1-1-1 0 0,0 1 0 0 0,-1-1 0 0 0,1 1 0 0 0,0-1 0 0 0,-2 7 0 0 0,-4 6 17 0 0,1-1-1 0 0,1 1 0 0 0,-9 34 0 0 0,13-42-34 0 0,1 0 0 0 0,0 0 0 0 0,0 0 0 0 0,0 0 0 0 0,1 0 0 0 0,0 1 0 0 0,1-1 0 0 0,0 0 0 0 0,2 10 0 0 0,-1-14-8 0 0,0 1 0 0 0,-1-1 1 0 0,1 1-1 0 0,1-1 0 0 0,-1 0 0 0 0,1 0 0 0 0,0 0 0 0 0,-1-1 1 0 0,2 1-1 0 0,-1 0 0 0 0,0-1 0 0 0,1 0 0 0 0,-1 0 0 0 0,1 0 1 0 0,0 0-1 0 0,0-1 0 0 0,6 4 0 0 0,6 4 5 0 0,0 0-1 0 0,24 24 1 0 0,-39-33-20 0 0,0 0 1 0 0,0-1-1 0 0,0 1 0 0 0,-1 0 1 0 0,1 0-1 0 0,0 0 0 0 0,-1 0 1 0 0,1 0-1 0 0,0 0 1 0 0,-1 0-1 0 0,0 0 0 0 0,1 1 1 0 0,-1-1-1 0 0,0 0 0 0 0,1 0 1 0 0,-1 0-1 0 0,0 0 0 0 0,0 0 1 0 0,0 1-1 0 0,0-1 1 0 0,0 0-1 0 0,0 0 0 0 0,0 0 1 0 0,0 0-1 0 0,-1 1 0 0 0,1-1 1 0 0,0 0-1 0 0,-1 0 1 0 0,1 0-1 0 0,-1 0 0 0 0,1 0 1 0 0,-1 0-1 0 0,0 0 0 0 0,1 0 1 0 0,-1 0-1 0 0,-1 1 0 0 0,-1 2 14 0 0,-1 0-1 0 0,0 0 0 0 0,0-1 0 0 0,0 1 1 0 0,-1-1-1 0 0,1 0 0 0 0,-1 0 0 0 0,-4 2 1 0 0,8-5-33 0 0,-1 1 0 0 0,1-1 0 0 0,0 0 0 0 0,0 0 0 0 0,0 0 1 0 0,0 1-1 0 0,-1-1 0 0 0,1 0 0 0 0,0-1 0 0 0,0 1 1 0 0,0 0-1 0 0,-1 0 0 0 0,1 0 0 0 0,0-1 0 0 0,0 1 1 0 0,0 0-1 0 0,0-1 0 0 0,0 1 0 0 0,0-1 0 0 0,0 0 0 0 0,0 1 1 0 0,0-1-1 0 0,0 0 0 0 0,0 0 0 0 0,0 1 0 0 0,0-1 1 0 0,0 0-1 0 0,1 0 0 0 0,-1 0 0 0 0,0 0 0 0 0,0-2 0 0 0,0 2-85 0 0,53-19-468 0 0,99-8-236 0 0,-74 16 614 0 0,-64 9 259 0 0,-1 0 0 0 0,1-1-1 0 0,-1 0 1 0 0,0-1 0 0 0,-1 0-1 0 0,20-12 1 0 0,-29 16 776 0 0,-7 0-744 0 0,-1 1-56 0 0,1-1-1 0 0,0 1 1 0 0,0 0-1 0 0,0 0 1 0 0,0 1-1 0 0,-1-1 1 0 0,1 1-1 0 0,0 0 1 0 0,-6 2-1 0 0,8-2-25 0 0,1 0 1 0 0,-1 0-1 0 0,0 0 0 0 0,1 1 0 0 0,-1-1 1 0 0,1 1-1 0 0,-1-1 0 0 0,1 1 0 0 0,0 0 1 0 0,-1 0-1 0 0,1 0 0 0 0,0 0 0 0 0,0 0 1 0 0,1 0-1 0 0,-1 1 0 0 0,0-1 0 0 0,1 1 1 0 0,-3 4-1 0 0,4-5 4 0 0,-4 2-70 0 0,10 7-270 0 0,11 7-426 0 0,-16-17 677 0 0,7 2-551 0 0,-1-1 0 0 0,1 0 1 0 0,0 0-1 0 0,0-1 0 0 0,0 0 1 0 0,0 0-1 0 0,0-1 0 0 0,0 0 1 0 0,0 0-1 0 0,0-1 0 0 0,1 0 1 0 0,12-3-1 0 0,-9 2-1747 0 0,7-1-620 0 0</inkml:trace>
</inkml:ink>
</file>

<file path=ppt/ink/ink7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8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74 311 660 0 0,'0'0'4626'0'0,"-4"-2"-3792"0"0,2 1-679 0 0,-1 1 1 0 0,1-1-1 0 0,0 1 1 0 0,0 0-1 0 0,0 0 1 0 0,-1-1-1 0 0,1 1 0 0 0,0 1 1 0 0,0-1-1 0 0,-1 0 1 0 0,1 0-1 0 0,0 1 1 0 0,0 0-1 0 0,0-1 0 0 0,0 1 1 0 0,-1 0-1 0 0,1 0 1 0 0,0 0-1 0 0,0 0 1 0 0,1 0-1 0 0,-1 0 1 0 0,0 1-1 0 0,0-1 0 0 0,1 1 1 0 0,-1-1-1 0 0,0 1 1 0 0,1 0-1 0 0,0 0 1 0 0,-1-1-1 0 0,1 1 1 0 0,0 0-1 0 0,0 0 0 0 0,0 0 1 0 0,0 0-1 0 0,0 3 1 0 0,0-4-107 0 0,1 0 0 0 0,-1 1 0 0 0,1-1 0 0 0,0 0 0 0 0,-1 0 0 0 0,1 1 0 0 0,0-1 0 0 0,0 0 0 0 0,0 0 0 0 0,0 1 0 0 0,0-1 0 0 0,0 0 0 0 0,0 1 0 0 0,1-1 0 0 0,-1 0 0 0 0,0 0 0 0 0,1 1 0 0 0,-1-1 0 0 0,1 0 0 0 0,-1 0 0 0 0,1 0 0 0 0,0 0 0 0 0,-1 0 0 0 0,1 0 0 0 0,0 0 0 0 0,0 0 0 0 0,0 0 0 0 0,0 0 0 0 0,0 0 0 0 0,0 0 0 0 0,0 0 0 0 0,1 0 0 0 0,2 0-16 0 0,-1 0 0 0 0,1 0 0 0 0,-1 0 1 0 0,1-1-1 0 0,-1 0 0 0 0,1 0 0 0 0,0 0 0 0 0,-1 0 0 0 0,1 0 1 0 0,-1-1-1 0 0,7-1 0 0 0,3-1-40 0 0,0-1 0 0 0,0 0 0 0 0,0-1 1 0 0,-1-1-1 0 0,23-13 0 0 0,-21 7 73 0 0,0 0 1 0 0,-1-1-1 0 0,0-1 0 0 0,-1 0 0 0 0,-1 0 1 0 0,0-1-1 0 0,-1-1 0 0 0,-1 1 1 0 0,0-2-1 0 0,-1 1 0 0 0,-1-1 1 0 0,-1-1-1 0 0,0 1 0 0 0,-1-1 0 0 0,-1 0 1 0 0,-1 0-1 0 0,2-23 0 0 0,-5 39 39 0 0,1 0 0 0 0,-1 0-1 0 0,0 1 1 0 0,0-1-1 0 0,0 0 1 0 0,0 0 0 0 0,-1 0-1 0 0,1 0 1 0 0,0 1-1 0 0,-1-1 1 0 0,1 0 0 0 0,-1 0-1 0 0,0 1 1 0 0,1-1-1 0 0,-1 0 1 0 0,0 1 0 0 0,0-1-1 0 0,-2-2 1 0 0,2 3 130 0 0,-41 42 470 0 0,34-25-649 0 0,1 1 0 0 0,0-1-1 0 0,1 1 1 0 0,1 0 0 0 0,0 1 0 0 0,1-1 0 0 0,1 1-1 0 0,-1 24 1 0 0,4-34-378 0 0,0 0 1 0 0,0 0-1 0 0,1 0 0 0 0,0 0 1 0 0,0 0-1 0 0,1-1 1 0 0,0 1-1 0 0,0 0 0 0 0,1-1 1 0 0,0 1-1 0 0,0-1 0 0 0,1 0 1 0 0,-1 0-1 0 0,2 0 0 0 0,-1 0 1 0 0,1-1-1 0 0,0 0 0 0 0,1 0 1 0 0,-1 0-1 0 0,11 8 0 0 0,17 1-5412 0 0,-14-8 2458 0 0</inkml:trace>
</inkml:ink>
</file>

<file path=ppt/ink/ink7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8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107 473 600 0 0,'-2'-1'422'0'0,"0"-1"-1"0"0,0 1 1 0 0,0-1-1 0 0,0 1 1 0 0,0 0-1 0 0,-1-1 1 0 0,1 1-1 0 0,0 0 1 0 0,-1 1-1 0 0,1-1 1 0 0,-1 0-1 0 0,1 1 1 0 0,-1-1-1 0 0,1 1 1 0 0,-5 0-1 0 0,5 0-246 0 0,0 1-1 0 0,0-1 1 0 0,0 1-1 0 0,0-1 0 0 0,1 1 1 0 0,-1 0-1 0 0,0 0 1 0 0,0 0-1 0 0,0 0 0 0 0,1 0 1 0 0,-1 0-1 0 0,0 0 1 0 0,1 1-1 0 0,-1-1 1 0 0,-1 3-1 0 0,-1 2 145 0 0,-1 0 1 0 0,1 0-1 0 0,1 1 1 0 0,-1 0-1 0 0,1 0 1 0 0,0 0-1 0 0,1 0 1 0 0,-3 10 0 0 0,5-16-299 0 0,0 0 0 0 0,-1 0 0 0 0,1 0 0 0 0,0 0 0 0 0,-1-1 0 0 0,1 1 0 0 0,0 0 0 0 0,0 0 0 0 0,0 0 0 0 0,0 0 0 0 0,0 0 0 0 0,0 0 0 0 0,0 0 0 0 0,0 0 0 0 0,0 0 0 0 0,0 0 0 0 0,1 0 0 0 0,-1 0 0 0 0,0 0 0 0 0,0-1 0 0 0,1 1 0 0 0,-1 0 0 0 0,1 0 0 0 0,-1 0 0 0 0,1-1 0 0 0,-1 1 0 0 0,1 0 0 0 0,0 0 0 0 0,-1-1 0 0 0,1 1 0 0 0,1 0 0 0 0,0 0 0 0 0,-1-1 0 0 0,1 1 0 0 0,0-1 0 0 0,0 0 0 0 0,0 0 0 0 0,0 0 0 0 0,0 0 0 0 0,0 0 0 0 0,0-1 0 0 0,0 1 1 0 0,0 0-1 0 0,0-1 0 0 0,3-1 0 0 0,53-27 178 0 0,-30 9-143 0 0,0-2 0 0 0,-2-1 0 0 0,0-1 0 0 0,-2-1-1 0 0,-1-1 1 0 0,-1-1 0 0 0,-1-1 0 0 0,-1-1 0 0 0,-2-1-1 0 0,-1 0 1 0 0,-1-1 0 0 0,23-66 0 0 0,-37 90 22 0 0,0-1 0 0 0,0 1 0 0 0,0 0 0 0 0,-1-1 1 0 0,0 1-1 0 0,-1 0 0 0 0,1-1 0 0 0,-1 1 0 0 0,-1-1 1 0 0,1 1-1 0 0,-2-1 0 0 0,1 1 0 0 0,-1 0 0 0 0,-4-14 0 0 0,5 21-67 0 0,0-1 0 0 0,0 0 0 0 0,0 1 0 0 0,1-1 0 0 0,-1 1 0 0 0,0-1-1 0 0,0 1 1 0 0,0 0 0 0 0,0-1 0 0 0,0 1 0 0 0,0 0 0 0 0,0-1-1 0 0,0 1 1 0 0,0 0 0 0 0,0 0 0 0 0,0 0 0 0 0,-1 0 0 0 0,1 0 0 0 0,0 0-1 0 0,0 1 1 0 0,0-1 0 0 0,0 0 0 0 0,0 0 0 0 0,-2 1 0 0 0,-22 9 64 0 0,20-7-62 0 0,1-1 1 0 0,0 1 0 0 0,0 0-1 0 0,0 0 1 0 0,0 1 0 0 0,0-1 0 0 0,1 1-1 0 0,-1 0 1 0 0,1 0 0 0 0,0 0-1 0 0,0 0 1 0 0,1 0 0 0 0,-1 1 0 0 0,1-1-1 0 0,0 1 1 0 0,0 0 0 0 0,1 0-1 0 0,-1 0 1 0 0,1 0 0 0 0,0 0 0 0 0,1 0-1 0 0,-1 0 1 0 0,1 0 0 0 0,0 0-1 0 0,0 0 1 0 0,1 8 0 0 0,3 13 17 0 0,1-1-1 0 0,1 1 1 0 0,1-1 0 0 0,12 27 0 0 0,0 7 32 0 0,-5-15-17 0 0,-9-32-22 0 0,0 1 0 0 0,-1 0 0 0 0,-1 1 0 0 0,0-1 0 0 0,-1 1-1 0 0,-1-1 1 0 0,0 18 0 0 0,-1-29 6 0 0,0 10 850 0 0,-3-6-2639 0 0,-7-36-11858 0 0</inkml:trace>
</inkml:ink>
</file>

<file path=ppt/ink/ink7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9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0 124 76 0 0,'8'-30'4710'0'0,"-6"11"-1905"0"0,1 1 0 0 0,9-29 0 0 0,-12 45-2589 0 0,2-3 170 0 0,-1 3-2482 0 0</inkml:trace>
</inkml:ink>
</file>

<file path=ppt/ink/ink7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9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1 696 0 0,'3'7'13185'0'0,"-1"-8"-13175"0"0,0 1-1 0 0,0-1 0 0 0,0 1 1 0 0,0-1-1 0 0,0 1 0 0 0,0 0 1 0 0,0 0-1 0 0,0 0 1 0 0,0 1-1 0 0,0-1 0 0 0,0 0 1 0 0,0 1-1 0 0,0-1 0 0 0,0 1 1 0 0,0 0-1 0 0,0-1 0 0 0,0 1 1 0 0,0 0-1 0 0,0 0 1 0 0,-1 0-1 0 0,1 1 0 0 0,0-1 1 0 0,-1 0-1 0 0,1 1 0 0 0,-1-1 1 0 0,1 1-1 0 0,-1-1 0 0 0,0 1 1 0 0,0 0-1 0 0,0-1 1 0 0,0 1-1 0 0,0 0 0 0 0,0 0 1 0 0,0 0-1 0 0,0 0 0 0 0,-1 0 1 0 0,1 0-1 0 0,-1 0 0 0 0,1 0 1 0 0,-1 0-1 0 0,0 0 1 0 0,0 0-1 0 0,0 0 0 0 0,0 0 1 0 0,0 0-1 0 0,-1 3 0 0 0,1-4-5 0 0,-1 0 0 0 0,1 0-1 0 0,-1 0 1 0 0,1 0 0 0 0,0 0 0 0 0,-1 0-1 0 0,1 0 1 0 0,0 0 0 0 0,0 0-1 0 0,0 0 1 0 0,0 0 0 0 0,0 0 0 0 0,0 0-1 0 0,0 0 1 0 0,0 0 0 0 0,0 0-1 0 0,0 0 1 0 0,1 0 0 0 0,-1 0 0 0 0,0 0-1 0 0,1 0 1 0 0,-1 0 0 0 0,1 0-1 0 0,-1 0 1 0 0,1 0 0 0 0,-1 0 0 0 0,1-1-1 0 0,0 1 1 0 0,-1 0 0 0 0,1 0-1 0 0,0-1 1 0 0,0 1 0 0 0,0 0-1 0 0,-1-1 1 0 0,1 1 0 0 0,0-1 0 0 0,0 1-1 0 0,0-1 1 0 0,0 1 0 0 0,0-1-1 0 0,0 0 1 0 0,0 1 0 0 0,0-1 0 0 0,0 0-1 0 0,0 0 1 0 0,0 0 0 0 0,0 0-1 0 0,0 0 1 0 0,0 0 0 0 0,1 0 0 0 0,-1 0-1 0 0,1 0 1 0 0,19-5-21 0 0,-1-1-1 0 0,0-1 1 0 0,0-1-1 0 0,38-20 1 0 0,-3 2-7 0 0,-54 25 48 0 0,16 9 508 0 0,-17-4-469 0 0,0 0 1 0 0,-1 0-1 0 0,0 0 1 0 0,1-1 0 0 0,-1 1-1 0 0,0 0 1 0 0,-1 0-1 0 0,1-1 1 0 0,-1 1 0 0 0,0-1-1 0 0,1 1 1 0 0,-2-1-1 0 0,-3 6 1 0 0,2-3 38 0 0,-183 278 1240 0 0,106-166-1071 0 0,43-58-463 0 0,2 2-1 0 0,-51 122 1 0 0,67-131-3001 0 0,-25 109-1 0 0,41-133-821 0 0,1-5 306 0 0</inkml:trace>
</inkml:ink>
</file>

<file path=ppt/ink/ink7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30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176 104 892 0 0,'2'-43'6192'0'0,"-3"37"-5523"0"0,-1 0-1 0 0,1 1 1 0 0,-2-1 0 0 0,1 0 0 0 0,-1 0-1 0 0,1 1 1 0 0,-6-8 0 0 0,7 12-293 0 0,-17-3 1220 0 0,17 4-1572 0 0,0-1 0 0 0,0 1-1 0 0,0 0 1 0 0,1 0-1 0 0,-1-1 1 0 0,0 1-1 0 0,0 0 1 0 0,0 0-1 0 0,0 0 1 0 0,0 0-1 0 0,0 0 1 0 0,0 0-1 0 0,0 0 1 0 0,0 0-1 0 0,0 0 1 0 0,0 1-1 0 0,0-1 1 0 0,0 0-1 0 0,0 0 1 0 0,1 1-1 0 0,-1-1 1 0 0,0 1-1 0 0,0-1 1 0 0,0 1-1 0 0,0-1 1 0 0,1 1-1 0 0,-1 0 1 0 0,0-1-1 0 0,1 1 1 0 0,-1 0-1 0 0,0-1 1 0 0,1 1-1 0 0,-1 0 1 0 0,0 1-1 0 0,-6 10 66 0 0,0 1 0 0 0,1-1 0 0 0,1 1 0 0 0,0 0 0 0 0,1 0-1 0 0,0 0 1 0 0,1 1 0 0 0,0-1 0 0 0,-1 25 0 0 0,2-17-37 0 0,-2-1 0 0 0,0 0 0 0 0,-8 23 0 0 0,5-26-31 0 0,0 0 0 0 0,-15 24 1 0 0,21-39-24 0 0,22-24-1444 0 0,-1 5 1164 0 0,1 1 1 0 0,1 2-1 0 0,0 0 1 0 0,1 1-1 0 0,0 2 0 0 0,40-15 1 0 0,-24 10-55 0 0,39-22-1 0 0,-43 13 229 0 0,-29 20 272 0 0,1-1 0 0 0,-1 2 0 0 0,2-1 0 0 0,14-7 0 0 0,-21 12 103 0 0,0-1 59 0 0,7-7-48 0 0,-8 8-229 0 0,0 0-1 0 0,0 1 0 0 0,0-1 0 0 0,0 0 1 0 0,1 0-1 0 0,-1 0 0 0 0,0 0 49 0 0,0 0-49 0 0,0 0 0 0 0,0 0 0 0 0,0 0 1 0 0,0 0-1 0 0,0 0 0 0 0,0 0 0 0 0,0 0 0 0 0,0 0 1 0 0,0 0-1 0 0,0 0 0 0 0,0 0 0 0 0,1 0 1 0 0,-1 0-1 0 0,0 0 0 0 0,0 0 0 0 0,0 0 1 0 0,0 0-1 0 0,0 0 0 0 0,0 0 0 0 0,0 0 1 0 0,0 0-1 0 0,0 0 0 0 0,0 0 0 0 0,0 0 1 0 0,1 0-1 0 0,-1 0 0 0 0,0 0 0 0 0,0 0 1 0 0,0 0-1 0 0,-115 206 1949 0 0,-2-6-952 0 0,45-83-581 0 0,30-60-78 0 0,41-56-326 0 0,0-1-236 0 0,0 0 163 0 0,0 0 0 0 0,0-1 0 0 0,-1 1 0 0 0,1-1 0 0 0,0 1 0 0 0,0-1 0 0 0,0 1 0 0 0,0-1 0 0 0,0 0 0 0 0,0 0 0 0 0,0 1 0 0 0,1-1 0 0 0,-1 0 0 0 0,0 0 0 0 0,0 0 0 0 0,1 0 1 0 0,-1 0-1 0 0,0 0 0 0 0,1 0 0 0 0,-1 0 0 0 0,1 0 0 0 0,-1 0 0 0 0,1 0 0 0 0,0-1 0 0 0,-1 1 0 0 0,1 0 0 0 0,0 0 0 0 0,0 0 0 0 0,0 0 0 0 0,0-1 0 0 0,0 1 0 0 0,0 0 0 0 0,0 0 0 0 0,0 0 0 0 0,0-1 0 0 0,1 1 0 0 0,0-2 0 0 0,10-47-370 0 0,9 3 106 0 0,2 0 0 0 0,2 2 0 0 0,3 1 0 0 0,0 1 0 0 0,3 2 0 0 0,2 0 0 0 0,1 2 0 0 0,2 2 0 0 0,74-61 0 0 0,-96 87 169 0 0,0 1-1 0 0,1 1 1 0 0,0 0-1 0 0,1 1 1 0 0,0 1-1 0 0,1 0 1 0 0,19-5-1 0 0,-34 12 100 0 0,1 0 0 0 0,-1-1 0 0 0,1 1 0 0 0,-1 1 1 0 0,1-1-1 0 0,-1 0 0 0 0,1 0 0 0 0,-1 0 0 0 0,1 1 0 0 0,-1-1 0 0 0,0 1 0 0 0,1-1 0 0 0,-1 1 0 0 0,0-1 0 0 0,1 1 0 0 0,-1 0 0 0 0,0 0 0 0 0,0 0 0 0 0,0-1 0 0 0,1 1 0 0 0,-1 0 0 0 0,0 1 0 0 0,0-1 0 0 0,-1 0 0 0 0,1 0 0 0 0,0 0 0 0 0,0 0 0 0 0,0 1 0 0 0,-1-1 0 0 0,2 3 0 0 0,0 0 2 0 0,0 1-1 0 0,-1-1 1 0 0,1 1 0 0 0,-1 0-1 0 0,0-1 1 0 0,0 1-1 0 0,1 7 1 0 0,-2-7 16 0 0,-1 0-1 0 0,1 0 1 0 0,-1 0-1 0 0,1 0 1 0 0,-1 0 0 0 0,-1 0-1 0 0,1 0 1 0 0,-1 0 0 0 0,0-1-1 0 0,0 1 1 0 0,0 0-1 0 0,-1-1 1 0 0,1 0 0 0 0,-6 6-1 0 0,3-5 11 0 0,0 1 0 0 0,0-2 0 0 0,-1 1 0 0 0,0-1 0 0 0,0 0 0 0 0,0 0 0 0 0,0 0 0 0 0,-1-1 0 0 0,0 0 0 0 0,-10 3 0 0 0,15-5-170 0 0,-10-7-2937 0 0</inkml:trace>
</inkml:ink>
</file>

<file path=ppt/ink/ink7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31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37 100 0 0,'19'-26'3933'0'0,"-13"15"4236"0"0,-28 26-7431 0 0,0 0 0 0 0,1 1 0 0 0,0 2 1 0 0,-24 25-1 0 0,45-42-609 0 0,-1-1-111 0 0,1 1-1 0 0,0-1 1 0 0,0 0-1 0 0,0 0 1 0 0,-1 1-1 0 0,1-1 1 0 0,0 1-1 0 0,0-1 1 0 0,0 0-1 0 0,0 1 1 0 0,0-1 0 0 0,0 0-1 0 0,0 1 1 0 0,0-1-1 0 0,-1 1 1 0 0,1-1-1 0 0,1 0 1 0 0,-1 1-1 0 0,0-1 1 0 0,0 0-1 0 0,0 1 1 0 0,0-1-1 0 0,0 1 1 0 0,0-1 0 0 0,0 0-1 0 0,0 1 1 0 0,1-1-1 0 0,-1 0 1 0 0,0 1-1 0 0,72 13 508 0 0,-70-13-551 0 0,56 16-5008 0 0,-27-17-1541 0 0,-18 0 3513 0 0</inkml:trace>
</inkml:ink>
</file>

<file path=ppt/ink/ink7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31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13 180 0 0,'-1'1'12360'0'0,"-9"10"-12293"0"0,10-11-52 0 0,-1 1 0 0 0,1-1 0 0 0,-1 1 0 0 0,1 0 0 0 0,0-1 0 0 0,-1 1-1 0 0,1 0 1 0 0,0-1 0 0 0,-1 1 0 0 0,1 0 0 0 0,0-1 0 0 0,0 1 0 0 0,0 0 0 0 0,-1 0 0 0 0,1-1 0 0 0,0 1-1 0 0,0 0 1 0 0,0 0 0 0 0,0 0 0 0 0,0-1 0 0 0,0 1 0 0 0,1 0 0 0 0,-1 0 0 0 0,0-1 0 0 0,0 1 0 0 0,1 0-1 0 0,-1-1 1 0 0,0 1 0 0 0,1 0 0 0 0,-1-1 0 0 0,0 1 0 0 0,1 0 0 0 0,-1-1 0 0 0,1 1 0 0 0,-1-1 0 0 0,1 1-1 0 0,-1-1 1 0 0,1 1 0 0 0,0-1 0 0 0,-1 1 0 0 0,1-1 0 0 0,0 1 0 0 0,-1-1 0 0 0,1 0 0 0 0,0 1 0 0 0,-1-1-1 0 0,1 0 1 0 0,0 0 0 0 0,0 0 0 0 0,-1 1 0 0 0,1-1 0 0 0,1 0 0 0 0,39 7-199 0 0,-30-6 93 0 0,0-1 1 0 0,0-1 0 0 0,0 0 0 0 0,0 0 0 0 0,0-1 0 0 0,15-5 0 0 0,-20 5 284 0 0,0 0-1 0 0,0 0 1 0 0,-1-1 0 0 0,1 0 0 0 0,-1 0 0 0 0,1 0 0 0 0,-1-1 0 0 0,0 1 0 0 0,0-1-1 0 0,-1 0 1 0 0,1-1 0 0 0,5-7 4124 0 0,-12 12-4277 0 0,0 1 0 0 0,-1-1 0 0 0,1 1 0 0 0,0 0 0 0 0,-1-1 0 0 0,1 1 0 0 0,0 0 0 0 0,0 1 0 0 0,0-1 0 0 0,0 0 0 0 0,0 1 0 0 0,0-1 0 0 0,0 1 0 0 0,0-1 0 0 0,-2 4 0 0 0,3-4 106 0 0,-2 25-113 0 0,4-24-196 0 0,1-1 1 0 0,-1 1-1 0 0,1 0 1 0 0,-1 0 0 0 0,1-1-1 0 0,0 1 1 0 0,-1-1-1 0 0,1 1 1 0 0,0-1 0 0 0,0 0-1 0 0,0 0 1 0 0,0 1 0 0 0,0-2-1 0 0,1 1 1 0 0,-1 0-1 0 0,0 0 1 0 0,4 0 0 0 0,43 3-9361 0 0,-35-6 5226 0 0</inkml:trace>
</inkml:ink>
</file>

<file path=ppt/ink/ink7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21 668 0 0,'0'0'4758'0'0,"7"1"-2112"0"0,-7-1-2675 0 0,0 0 0 0 0,-1 0 0 0 0,1 0-1 0 0,0 0 1 0 0,0 0 0 0 0,0 0 0 0 0,0 0 0 0 0,0 0 0 0 0,0 0-1 0 0,0 0 1 0 0,0 0 0 0 0,0-1 0 0 0,0 1 0 0 0,0 0 0 0 0,0 0-1 0 0,0 0 1 0 0,0 0 0 0 0,0 0 0 0 0,0 0 0 0 0,-1 0 0 0 0,1 0-1 0 0,0-1 1 0 0,0 1 0 0 0,0 0 0 0 0,0 0 0 0 0,0 0 0 0 0,0 0-1 0 0,0 0 1 0 0,0 0 0 0 0,0 0 0 0 0,1 0 0 0 0,-1 0 0 0 0,0-1-1 0 0,0 1 1 0 0,0 0 0 0 0,0 0 0 0 0,0 0 0 0 0,0 0 0 0 0,0 0-1 0 0,0 0 1 0 0,0 0 0 0 0,0 0 0 0 0,-23-19-3809 0 0</inkml:trace>
</inkml:ink>
</file>

<file path=ppt/ink/ink7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19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231 373 560 0 0,'28'-25'1374'0'0,"-2"-1"-1"0"0,0-2 1 0 0,23-32-1 0 0,-41 49-874 0 0,0 0 0 0 0,-1 0 1 0 0,-1-1-1 0 0,1 0 0 0 0,-2 0 0 0 0,0-1 0 0 0,0 1 0 0 0,-1-1 0 0 0,0 0 1 0 0,-2 0-1 0 0,3-25 0 0 0,-4 35-400 0 0,-1 1 1 0 0,0-1-1 0 0,0 0 1 0 0,0 1-1 0 0,0-1 1 0 0,-1 0-1 0 0,1 1 1 0 0,-1-1-1 0 0,0 1 1 0 0,1-1-1 0 0,-1 1 1 0 0,0-1-1 0 0,0 1 1 0 0,-1 0-1 0 0,1-1 1 0 0,0 1-1 0 0,-1 0 1 0 0,0 0-1 0 0,1 0 1 0 0,-1 0 0 0 0,0 0-1 0 0,0 0 1 0 0,0 1-1 0 0,-3-3 1 0 0,3 3-73 0 0,-1 1 1 0 0,1-1 0 0 0,-1 1 0 0 0,0 0 0 0 0,1 0 0 0 0,-1 0-1 0 0,1 0 1 0 0,-1 0 0 0 0,0 0 0 0 0,1 1 0 0 0,-1-1 0 0 0,1 1-1 0 0,-1 0 1 0 0,1 0 0 0 0,-1 0 0 0 0,1 0 0 0 0,0 0 0 0 0,-1 0-1 0 0,1 0 1 0 0,0 1 0 0 0,0-1 0 0 0,0 1 0 0 0,0 0 0 0 0,-2 2-1 0 0,-8 8 26 0 0,1 0 0 0 0,1 0 0 0 0,0 1 0 0 0,0 0 0 0 0,1 1 0 0 0,1 0 0 0 0,0 1 0 0 0,-6 16 0 0 0,-3 15 84 0 0,-17 67-1 0 0,10-15 24 0 0,4 1-1 0 0,5 0 1 0 0,-5 200 0 0 0,20-271-155 0 0,-7 51 0 0 0,6-73-216 0 0,0 1 1 0 0,0-1-1 0 0,-1 1 1 0 0,1-1-1 0 0,-2 0 1 0 0,1 0-1 0 0,-1 0 1 0 0,1 0-1 0 0,-2 0 1 0 0,1-1-1 0 0,-1 1 1 0 0,0-1-1 0 0,0 0 1 0 0,-5 5 0 0 0,7-9-217 0 0,0 0 0 0 0,0 0 0 0 0,0 0 0 0 0,0 0 1 0 0,0-1-1 0 0,-1 1 0 0 0,1-1 0 0 0,0 1 0 0 0,0-1 1 0 0,-1 0-1 0 0,1 0 0 0 0,0 0 0 0 0,0 0 0 0 0,-1 0 1 0 0,1 0-1 0 0,0-1 0 0 0,-4 0 0 0 0,5 0 387 0 0,-19-4-3194 0 0</inkml:trace>
</inkml:ink>
</file>

<file path=ppt/ink/ink7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19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0 291 556 0 0,'0'-2'225'0'0,"0"1"0"0"0,0-1 1 0 0,0 1-1 0 0,0-1 0 0 0,0 1 0 0 0,1-1 0 0 0,-1 1 1 0 0,0-1-1 0 0,1 1 0 0 0,-1-1 0 0 0,1 1 0 0 0,1-3 1 0 0,32-22 682 0 0,1 2 1 0 0,1 1-1 0 0,1 2 1 0 0,1 1-1 0 0,70-25 1 0 0,-27 18-1125 0 0,161-33 0 0 0,-152 43-4370 0 0,-62 12 2381 0 0</inkml:trace>
</inkml:ink>
</file>

<file path=ppt/ink/ink7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19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64 472 0 0,'0'-55'8461'0'0,"0"53"-6798"0"0,0 2-1626 0 0,-1 0-1 0 0,1-1 0 0 0,0 1 1 0 0,0 0-1 0 0,0-1 0 0 0,0 1 1 0 0,-1 0-1 0 0,1-1 0 0 0,0 1 0 0 0,0 0 1 0 0,0-1-1 0 0,-1 1 0 0 0,1 0 1 0 0,0 0-1 0 0,-1-1 0 0 0,1 1 1 0 0,0 0-1 0 0,-1 0 0 0 0,1 0 1 0 0,0 0-1 0 0,-1-1 0 0 0,1 1 1 0 0,0 0-1 0 0,-1 0 0 0 0,1 0 1 0 0,0 0-1 0 0,-1 0 0 0 0,1 0 1 0 0,-1 0-1 0 0,1 0 0 0 0,0 0 0 0 0,-1 0 1 0 0,1 0-1 0 0,0 0 0 0 0,-1 0 1 0 0,1 0-1 0 0,-1 0 0 0 0,1 0 1 0 0,0 1-1 0 0,-1-1 0 0 0,1 0 1 0 0,0 0-1 0 0,-1 0 0 0 0,1 1 1 0 0,0-1-1 0 0,0 0 0 0 0,-1 0 1 0 0,1 1-1 0 0,0-1 0 0 0,-1 0 1 0 0,1 0-1 0 0,0 1 0 0 0,0-1 0 0 0,0 0 1 0 0,-1 1-1 0 0,-20 16 619 0 0,0 3-163 0 0,2 2 1 0 0,-23 31-1 0 0,41-52-454 0 0,1 1 18 0 0,0-2-54 0 0,-1 0 1 0 0,1 0-1 0 0,0 0 1 0 0,0 0-1 0 0,0 1 1 0 0,0-1-1 0 0,0 0 1 0 0,0 0-1 0 0,0 0 1 0 0,-1 0-1 0 0,1 1 1 0 0,0-1-1 0 0,0 0 0 0 0,0 0 1 0 0,0 0-1 0 0,0 0 1 0 0,0 1-1 0 0,0-1 1 0 0,0 0-1 0 0,0 0 1 0 0,0 0-1 0 0,0 0 1 0 0,0 1-1 0 0,0-1 1 0 0,0 0-1 0 0,0 0 1 0 0,0 0-1 0 0,0 1 1 0 0,0-1-1 0 0,0 0 0 0 0,1 0 1 0 0,-1 0-1 0 0,0 0 1 0 0,0 0-1 0 0,0 1 1 0 0,0-1-1 0 0,0 0 1 0 0,0 0-1 0 0,0 0 1 0 0,1 0-1 0 0,-1 0 1 0 0,0 1-1 0 0,0-1 1 0 0,0 0-1 0 0,0 0 1 0 0,0 0-1 0 0,1 0 1 0 0,-1 0-1 0 0,0 0 0 0 0,0 0 1 0 0,0 0-1 0 0,1 0 1 0 0,-1 0-1 0 0,0 0 1 0 0,0 0-1 0 0,0 0 1 0 0,0 0-1 0 0,1 0 1 0 0,-1 0-1 0 0,0 0 1 0 0,0 0-1 0 0,0 0 1 0 0,1 0-1 0 0,99-53 58 0 0,-99 52-70 0 0,2 2-4 0 0,0-1 19 0 0,-1 1-1 0 0,1 0 0 0 0,-1 0 0 0 0,1 0 1 0 0,-1 0-1 0 0,1 0 0 0 0,-1 1 1 0 0,0-1-1 0 0,1 1 0 0 0,-1 0 1 0 0,0-1-1 0 0,0 1 0 0 0,0 0 0 0 0,-1 0 1 0 0,1 0-1 0 0,0 0 0 0 0,-1 1 1 0 0,3 3-1 0 0,-2-3 2 0 0,-1 0 1 0 0,1-1 0 0 0,0 1-1 0 0,1 0 1 0 0,-1-1 0 0 0,0 1-1 0 0,1-1 1 0 0,-1 0 0 0 0,1 0-1 0 0,0 0 1 0 0,0 0 0 0 0,0 0-1 0 0,0-1 1 0 0,0 1-1 0 0,0-1 1 0 0,6 2 0 0 0,-4-3-9 0 0,0 0 1 0 0,1 0 0 0 0,-1 0-1 0 0,0-1 1 0 0,0 1 0 0 0,0-1-1 0 0,0 0 1 0 0,0-1 0 0 0,0 1-1 0 0,-1-1 1 0 0,1 0-1 0 0,7-4 1 0 0,52-41-71 0 0,-54 38 41 0 0,0 1-1 0 0,1 0 1 0 0,0 1 0 0 0,0 0 0 0 0,15-7 0 0 0,-23 13 41 0 0,0-1-1 0 0,0 1 1 0 0,0 0 0 0 0,0 0-1 0 0,0 0 1 0 0,1 0 0 0 0,-1 1-1 0 0,0-1 1 0 0,0 1-1 0 0,1 0 1 0 0,-1 0 0 0 0,0 0-1 0 0,1 0 1 0 0,5 2 0 0 0,42 22 116 0 0,-22-21-2599 0 0,-2-11-4308 0 0,-15 1 3416 0 0</inkml:trace>
</inkml:ink>
</file>

<file path=ppt/ink/ink7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1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168 331 44 0 0,'0'0'5459'0'0,"16"-11"-4165"0"0,-16 10-453 0 0,1-2-524 0 0,-1 0 0 0 0,0 1-1 0 0,0-1 1 0 0,-1 0 0 0 0,1 1 0 0 0,-1-1-1 0 0,1 0 1 0 0,-1 1 0 0 0,0-1 0 0 0,0 1-1 0 0,-2-5 1 0 0,2 5-110 0 0,-4 3-124 0 0,0 0 0 0 0,1 0 0 0 0,-1 0 0 0 0,1 1 0 0 0,-1 0-1 0 0,-8 4 1 0 0,9-4-45 0 0,-15 10 129 0 0,1 1-1 0 0,0 1 1 0 0,1 1-1 0 0,-28 29 1 0 0,44-42-157 0 0,0-1 1 0 0,0 0 0 0 0,-1 0-1 0 0,1 1 1 0 0,0-1 0 0 0,0 1 0 0 0,0-1-1 0 0,1 1 1 0 0,-1-1 0 0 0,0 1 0 0 0,0 0-1 0 0,1-1 1 0 0,-1 1 0 0 0,1 0 0 0 0,-1 1-1 0 0,2-2-5 0 0,-1 0-1 0 0,0-1 0 0 0,0 1 1 0 0,0-1-1 0 0,1 1 0 0 0,-1-1 1 0 0,0 1-1 0 0,0-1 0 0 0,1 1 1 0 0,-1-1-1 0 0,0 1 0 0 0,1-1 1 0 0,-1 1-1 0 0,1-1 0 0 0,-1 0 1 0 0,1 1-1 0 0,-1-1 1 0 0,1 0-1 0 0,-1 1 0 0 0,1-1 1 0 0,-1 0-1 0 0,1 1 0 0 0,-1-1 1 0 0,1 0-1 0 0,-1 0 0 0 0,1 0 1 0 0,0 0-1 0 0,0 0 0 0 0,4 1-1 0 0,0 0-1 0 0,1-1 0 0 0,-1 0 1 0 0,1-1-1 0 0,-1 1 0 0 0,0-1 1 0 0,7-2-1 0 0,60-22-69 0 0,5-4-42 0 0,-75 28 93 0 0,50-1-46 0 0,-32 0 17 0 0,0 0-1 0 0,0-2 0 0 0,0 0 0 0 0,-1-1 1 0 0,1-1-1 0 0,-1-1 0 0 0,-1-1 1 0 0,1-1-1 0 0,-2 0 0 0 0,1-1 1 0 0,-1-1-1 0 0,0 0 0 0 0,-1-2 0 0 0,-1 0 1 0 0,0 0-1 0 0,-1-2 0 0 0,0 0 1 0 0,-1 0-1 0 0,-1-1 0 0 0,0-1 1 0 0,-1 0-1 0 0,-1 0 0 0 0,9-23 0 0 0,12-50 1830 0 0,-30 88-1574 0 0,-41 158 1108 0 0,-54 290-22 0 0,84-310-962 0 0,5-41-71 0 0,7-33 1246 0 0,13-131-1533 0 0,3 0 0 0 0,42-104 0 0 0,-41 128-177 0 0,2 1 1 0 0,2 1 0 0 0,2 1 0 0 0,57-73-1 0 0,-70 100 109 0 0,1 1 1 0 0,1 1-1 0 0,16-13 0 0 0,-25 22 58 0 0,0 0 0 0 0,0 0-1 0 0,1 1 1 0 0,-1 0 0 0 0,1 0 0 0 0,0 1 0 0 0,0-1 0 0 0,0 1 0 0 0,0 1-1 0 0,0-1 1 0 0,0 1 0 0 0,11-1 0 0 0,-15 2 22 0 0,0 0-1 0 0,-1 0 1 0 0,1 0 0 0 0,0 0-1 0 0,0 0 1 0 0,0 0 0 0 0,-1 1 0 0 0,1-1-1 0 0,0 1 1 0 0,0-1 0 0 0,-1 1-1 0 0,1 0 1 0 0,0-1 0 0 0,-1 1-1 0 0,1 0 1 0 0,-1 0 0 0 0,1 0 0 0 0,-1 0-1 0 0,1 1 1 0 0,-1-1 0 0 0,0 0-1 0 0,0 1 1 0 0,1-1 0 0 0,-1 1 0 0 0,0-1-1 0 0,0 1 1 0 0,0-1 0 0 0,-1 1-1 0 0,1 0 1 0 0,0-1 0 0 0,-1 1 0 0 0,1 0-1 0 0,-1-1 1 0 0,1 1 0 0 0,-1 0-1 0 0,0 0 1 0 0,0 0 0 0 0,0 0-1 0 0,0-1 1 0 0,0 1 0 0 0,0 0 0 0 0,-1 3-1 0 0,0 2-6 0 0,0-1-1 0 0,-1 1 0 0 0,0-1 1 0 0,0 1-1 0 0,0-1 1 0 0,-1 1-1 0 0,0-1 0 0 0,0 0 1 0 0,-8 10-1 0 0,0-3 26 0 0,-2 0-1 0 0,0-1 1 0 0,0-1 0 0 0,-1 0-1 0 0,-1-1 1 0 0,1 0-1 0 0,-2-1 1 0 0,1-1-1 0 0,-1 0 1 0 0,0-1 0 0 0,-1-1-1 0 0,-30 7 1 0 0,43-12-186 0 0,1-1 1 0 0,-1 1-1 0 0,0-1 1 0 0,1 0-1 0 0,-1 0 1 0 0,0 0 0 0 0,0-1-1 0 0,1 1 1 0 0,-1-1-1 0 0,0 0 1 0 0,1 0-1 0 0,-1 0 1 0 0,1-1-1 0 0,-1 1 1 0 0,1-1-1 0 0,-6-3 1 0 0,6-8-2480 0 0,6 8-1907 0 0,8-10 1211 0 0</inkml:trace>
</inkml:ink>
</file>

<file path=ppt/ink/ink7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2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194 271 960 0 0,'4'-13'3142'0'0,"5"-27"5712"0"0,-33 39-7636 0 0,8 10-997 0 0,0 0 1 0 0,1 1-1 0 0,0 0 0 0 0,1 1 0 0 0,0 1 1 0 0,1 0-1 0 0,0 1 0 0 0,1 0 1 0 0,0 1-1 0 0,1 1 0 0 0,-17 30 1 0 0,27-44-218 0 0,1 0 1 0 0,-1-1 0 0 0,1 1 0 0 0,0 0-1 0 0,-1 0 1 0 0,1-1 0 0 0,0 1 0 0 0,0 0-1 0 0,0 0 1 0 0,0 0 0 0 0,-1-1 0 0 0,1 1-1 0 0,0 0 1 0 0,0 0 0 0 0,1 0 0 0 0,-1 0-1 0 0,0-1 1 0 0,0 1 0 0 0,0 0 0 0 0,0 0-1 0 0,1-1 1 0 0,-1 1 0 0 0,0 0-1 0 0,1 0 1 0 0,-1-1 0 0 0,1 1 0 0 0,-1 0-1 0 0,1-1 1 0 0,-1 1 0 0 0,1 0 0 0 0,-1-1-1 0 0,1 1 1 0 0,-1-1 0 0 0,1 1 0 0 0,0-1-1 0 0,-1 1 1 0 0,1-1 0 0 0,0 0 0 0 0,0 1-1 0 0,-1-1 1 0 0,1 0 0 0 0,1 1 0 0 0,29 6-22 0 0,-25-8-8 0 0,0 0 1 0 0,0 0-1 0 0,-1-1 1 0 0,1 0-1 0 0,0 0 0 0 0,-1 0 1 0 0,1 0-1 0 0,-1-1 1 0 0,0 0-1 0 0,8-6 0 0 0,44-38-131 0 0,-50 40 145 0 0,41-48 119 0 0,-47 54-45 0 0,1-1 32 0 0,-2 2-91 0 0,0 0 0 0 0,0 0-1 0 0,0 0 1 0 0,0 0-1 0 0,0 0 1 0 0,1-1-1 0 0,-1 1 1 0 0,0 0 0 0 0,0 0-1 0 0,0 0 1 0 0,0 0-1 0 0,0 0 1 0 0,0 0-1 0 0,1 0 1 0 0,-1-1 0 0 0,0 1-1 0 0,0 0 1 0 0,0 0-1 0 0,0 0 1 0 0,0 0-1 0 0,1 0 1 0 0,-1 0-1 0 0,0 0 1 0 0,0 0 0 0 0,0 0-1 0 0,0 0 1 0 0,1 0-1 0 0,-1 0 1 0 0,0 0-1 0 0,0 0 1 0 0,0 0 0 0 0,0 0-1 0 0,1 0 1 0 0,-1 0-1 0 0,0 0 1 0 0,0 0-1 0 0,0 0 1 0 0,0 0 0 0 0,0 1-1 0 0,1-1 1 0 0,-1 0-1 0 0,0 0 1 0 0,0 0-1 0 0,0 0 1 0 0,0 0-1 0 0,0 0 1 0 0,0 0 0 0 0,0 1-1 0 0,1-1 1 0 0,-1 0-1 0 0,0 0 1 0 0,0 0-1 0 0,0 0 1 0 0,0 1 0 0 0,4 12 16 0 0,-3-11-13 0 0,-1 0 0 0 0,1 0 0 0 0,-1 0 0 0 0,1 0 0 0 0,0 0 0 0 0,0 0 0 0 0,0 0 0 0 0,0 0-1 0 0,0-1 1 0 0,0 1 0 0 0,0 0 0 0 0,1 0 0 0 0,-1-1 0 0 0,0 1 0 0 0,1-1 0 0 0,0 1 0 0 0,-1-1-1 0 0,1 0 1 0 0,2 2 0 0 0,-2-2 1 0 0,19-8-43 0 0,-5 0 15 0 0,0-1 1 0 0,-1 0-1 0 0,0-1 0 0 0,18-15 0 0 0,-18 13-15 0 0,0 1 0 0 0,1 0-1 0 0,19-8 1 0 0,-32 17 22 0 0,0 0 1 0 0,1 0 0 0 0,-1 0-1 0 0,1 0 1 0 0,-1 1-1 0 0,1-1 1 0 0,-1 1-1 0 0,1 0 1 0 0,-1 0-1 0 0,1 1 1 0 0,-1-1-1 0 0,1 1 1 0 0,-1-1 0 0 0,7 3-1 0 0,47 25-17 0 0,-49-23 40 0 0,0-1 0 0 0,0 1 0 0 0,0-1 0 0 0,1-1 0 0 0,-1 0 0 0 0,1 0 0 0 0,9 1 0 0 0,-8-3-15 0 0,-1-1 0 0 0,1-1 0 0 0,0 1 0 0 0,-1-2 0 0 0,1 1 0 0 0,-1-1 1 0 0,0-1-1 0 0,1 0 0 0 0,-1 0 0 0 0,0-1 0 0 0,-1 0 0 0 0,1 0 0 0 0,-1-1 0 0 0,1 0 0 0 0,-2-1 0 0 0,1 1 0 0 0,0-2 0 0 0,9-10 0 0 0,-3 2 65 0 0,-1 0-1 0 0,0-1 0 0 0,-1 0 1 0 0,-1-1-1 0 0,-1 0 1 0 0,0-1-1 0 0,13-37 1 0 0,-13 12 2817 0 0,-16 55-2735 0 0,1 0-1 0 0,0 0 1 0 0,0 0-1 0 0,1 1 1 0 0,1-1-1 0 0,0 1 1 0 0,-2 22-1 0 0,1 34-792 0 0,3-3-4746 0 0,1-62 4854 0 0</inkml:trace>
</inkml:ink>
</file>

<file path=ppt/ink/ink7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3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0 140 256 0 0,'10'-11'1549'0'0,"-1"0"0"0"0,1 0 1 0 0,1 1-1 0 0,0 0 0 0 0,17-11 0 0 0,-15 13-878 0 0,-1 1 0 0 0,1 1-1 0 0,0-1 1 0 0,26-7 0 0 0,-7 7-1486 0 0,-1 1 0 0 0,1 2 0 0 0,-1 1 0 0 0,52 1-1 0 0,-37 2-2526 0 0,4-2 255 0 0</inkml:trace>
</inkml:ink>
</file>

<file path=ppt/ink/ink7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4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1 572 0 0,'0'0'10271'0'0,"2"2"-10601"0"0,4 14 7639 0 0,-21 23-6762 0 0,-2 0 1 0 0,-32 54 0 0 0,18-37-252 0 0,17-32-2015 0 0,15-24 1673 0 0,-1 0 0 0 0,0 0-1 0 0,0 0 1 0 0,0-1-1 0 0,0 1 1 0 0,0 0 0 0 0,0 0-1 0 0,0 0 1 0 0,0 0-1 0 0,0 0 1 0 0,-1 0-1 0 0,1 0 1 0 0,0 0 0 0 0,0 0-1 0 0,0-1 1 0 0,0 1-1 0 0,0 0 1 0 0,0 0-1 0 0,0 0 1 0 0,0 0 0 0 0,0 0-1 0 0,0 0 1 0 0,0 0-1 0 0,0 0 1 0 0,0 0 0 0 0,0 0-1 0 0,0 0 1 0 0,0 0-1 0 0,0 0 1 0 0,-1 0-1 0 0,1 0 1 0 0,0-1 0 0 0,0 1-1 0 0,0 0 1 0 0,0 0-1 0 0,0 0 1 0 0,0 0 0 0 0,0 0-1 0 0,0 0 1 0 0,0 0-1 0 0,0 0 1 0 0,-1 0-1 0 0,1 0 1 0 0,0 0 0 0 0,0 0-1 0 0,0 0 1 0 0,0 0-1 0 0,12-43-5938 0 0,-6 22 2333 0 0,-1 0 175 0 0</inkml:trace>
</inkml:ink>
</file>

<file path=ppt/ink/ink7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4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77 560 0 0,'9'-35'6912'0'0,"-9"33"-6689"0"0,0 0 0 0 0,1-1 0 0 0,-1 1-1 0 0,1 0 1 0 0,-1-1 0 0 0,1 1 0 0 0,0 0 0 0 0,0 0-1 0 0,0 0 1 0 0,0-1 0 0 0,0 1 0 0 0,1 0 0 0 0,-1 1 0 0 0,1-1-1 0 0,-1 0 1 0 0,1 0 0 0 0,-1 1 0 0 0,3-3 0 0 0,-3 4-520 0 0,23 11-5309 0 0,-22-7 3408 0 0,1 5 169 0 0</inkml:trace>
</inkml:ink>
</file>

<file path=ppt/ink/ink7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4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0 40 0 0,'2'30'2394'0'0,"-1"-15"-1159"0"0,0 1 0 0 0,-1-1 0 0 0,0 1 0 0 0,-1 0 0 0 0,-4 21 0 0 0,4-35-838 0 0,1-2-327 0 0,0 1-1 0 0,0-1 1 0 0,0 0-1 0 0,0 1 1 0 0,0-1-1 0 0,0 0 1 0 0,0 1 0 0 0,0-1-1 0 0,0 1 1 0 0,0-1-1 0 0,0 0 1 0 0,0 1 0 0 0,0-1-1 0 0,0 1 1 0 0,0-1-1 0 0,1 0 1 0 0,-1 1 0 0 0,0-1-1 0 0,0 0 1 0 0,0 1-1 0 0,1-1 1 0 0,-1 0 0 0 0,0 0-1 0 0,0 1 1 0 0,1-1-1 0 0,-1 0 1 0 0,0 0 0 0 0,1 1-1 0 0,-1-1 1 0 0,0 0-1 0 0,1 0 1 0 0,-1 0-1 0 0,0 1 1 0 0,1-1 0 0 0,-1 0-1 0 0,1 0 1 0 0,71-38 1257 0 0,-71 37-1257 0 0,0 1-60 0 0,0-1 0 0 0,-1 1 1 0 0,1 0-1 0 0,0-1 1 0 0,0 1-1 0 0,-1 0 1 0 0,1 0-1 0 0,0-1 0 0 0,0 1 1 0 0,-1 0-1 0 0,1 0 1 0 0,0 0-1 0 0,0 0 1 0 0,0 0-1 0 0,-1 0 0 0 0,1 0 1 0 0,0 0-1 0 0,0 1 1 0 0,-1-1-1 0 0,1 0 0 0 0,0 0 1 0 0,0 1-1 0 0,-1-1 1 0 0,1 0-1 0 0,0 1 1 0 0,-1-1-1 0 0,1 1 0 0 0,0-1 1 0 0,-1 1-1 0 0,1-1 1 0 0,-1 1-1 0 0,1-1 1 0 0,-1 1-1 0 0,1-1 0 0 0,-1 1 1 0 0,1 0-1 0 0,-1-1 1 0 0,1 1-1 0 0,-1 0 0 0 0,0 0 1 0 0,0-1-1 0 0,1 1 1 0 0,-1 1-1 0 0,19 37-1541 0 0,-17-34 413 0 0,11 13-5372 0 0,-6-12 3378 0 0</inkml:trace>
</inkml:ink>
</file>

<file path=ppt/ink/ink7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5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34 1640 0 0,'15'-33'14077'0'0,"-37"120"-12191"0"0,-15 128 0 0 0,23-90-1332 0 0,7-43-197 0 0,5 9-5489 0 0,2-90 4098 0 0</inkml:trace>
</inkml:ink>
</file>

<file path=ppt/ink/ink7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25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0 648 292 0 0,'4'-6'274'0'0,"1"0"0"0"0,-1 1 0 0 0,1-1 0 0 0,0 1 0 0 0,0 0 0 0 0,1 1 0 0 0,-1-1 0 0 0,1 1 0 0 0,10-5 0 0 0,65-31 635 0 0,-36 19-470 0 0,1-2-2 0 0,160-91 987 0 0,-185 100-1225 0 0,-1 0 1 0 0,0-2 0 0 0,-1-1 0 0 0,-1 0-1 0 0,0-1 1 0 0,-2-1 0 0 0,19-25 0 0 0,-30 36 132 0 0,-1 0-1 0 0,0 1 1 0 0,0-2 0 0 0,0 1 0 0 0,-1 0 0 0 0,0-1-1 0 0,-1 1 1 0 0,0-1 0 0 0,0 0 0 0 0,-1 0 0 0 0,0 0 0 0 0,0 0-1 0 0,-1 0 1 0 0,0 0 0 0 0,-1 0 0 0 0,0 0 0 0 0,-1 0-1 0 0,1 0 1 0 0,-2 1 0 0 0,1-1 0 0 0,-1 1 0 0 0,-1-1 0 0 0,1 1-1 0 0,-8-11 1 0 0,11 18-267 0 0,0 0-1 0 0,-1 1 1 0 0,1-1-1 0 0,-1 0 0 0 0,1 1 1 0 0,-1-1-1 0 0,1 1 1 0 0,-1-1-1 0 0,1 1 1 0 0,-1-1-1 0 0,0 1 1 0 0,1-1-1 0 0,-1 1 1 0 0,0-1-1 0 0,1 1 0 0 0,-1 0 1 0 0,0-1-1 0 0,0 1 1 0 0,1 0-1 0 0,-1 0 1 0 0,0 0-1 0 0,0 0 1 0 0,1-1-1 0 0,-1 1 1 0 0,0 0-1 0 0,0 0 0 0 0,1 0 1 0 0,-1 1-1 0 0,0-1 1 0 0,0 0-1 0 0,1 0 1 0 0,-1 0-1 0 0,0 0 1 0 0,-1 1-1 0 0,-1 1 4 0 0,1 0-1 0 0,-1 0 1 0 0,1 0-1 0 0,-1 0 1 0 0,1 0-1 0 0,0 1 1 0 0,0-1 0 0 0,0 1-1 0 0,-2 2 1 0 0,-30 60 318 0 0,15-13-108 0 0,2 0 0 0 0,3 1 0 0 0,-15 104 0 0 0,17-30 3 0 0,-11 60 110 0 0,23-184-384 0 0,-1 8 42 0 0,1-10-62 0 0,0-1-1 0 0,0 0 1 0 0,0 0 0 0 0,-1 0 0 0 0,1 0 0 0 0,0 1-1 0 0,0-1 1 0 0,0 0 0 0 0,0 0 0 0 0,0 0 0 0 0,0 1-1 0 0,0-1 1 0 0,0 0 0 0 0,0 0 0 0 0,0 0 0 0 0,0 1-1 0 0,0-1 1 0 0,0 0 0 0 0,0 0 0 0 0,0 0 0 0 0,0 1-1 0 0,0-1 1 0 0,0 0 0 0 0,0 0 0 0 0,0 0 0 0 0,0 1-1 0 0,0-1 1 0 0,1 0 0 0 0,-1 0 0 0 0,0 0 0 0 0,0 0-1 0 0,0 1 1 0 0,0-1 0 0 0,0 0 0 0 0,1 0 0 0 0,-1 0 0 0 0,0 0-1 0 0,0 0 1 0 0,0 1 0 0 0,0-1 0 0 0,1 0 0 0 0,-1 0-1 0 0,0 0 1 0 0,0 0 0 0 0,0 0 0 0 0,0 0 0 0 0,1 0-1 0 0,-1 0 1 0 0,0 0 0 0 0,0 0 0 0 0,1 0 0 0 0,-1 0-1 0 0,0 0 1 0 0,1-1 2 0 0,0 0-1 0 0,-1 1 0 0 0,1-1 1 0 0,0 0-1 0 0,0 0 1 0 0,-1 1-1 0 0,1-1 0 0 0,0 0 1 0 0,0 1-1 0 0,0-1 1 0 0,0 1-1 0 0,0-1 0 0 0,0 1 1 0 0,0 0-1 0 0,0-1 1 0 0,0 1-1 0 0,0 0 0 0 0,0 0 1 0 0,1 0-1 0 0,-1 0 0 0 0,0 0 1 0 0,0 0-1 0 0,0 0 1 0 0,0 0-1 0 0,0 0 0 0 0,0 0 1 0 0,0 0-1 0 0,0 1 1 0 0,0-1-1 0 0,0 1 0 0 0,0-1 1 0 0,0 0-1 0 0,0 1 1 0 0,0 0-1 0 0,0-1 0 0 0,1 2 1 0 0,28 9-77 0 0,-13-7-24 0 0,0 0 0 0 0,-1-2 0 0 0,1 0 0 0 0,0-1 0 0 0,1-1 0 0 0,27-2 0 0 0,-36 1 123 0 0,0 0 0 0 0,0-1-1 0 0,0 0 1 0 0,0 0 0 0 0,0-1 0 0 0,0 0-1 0 0,-1-1 1 0 0,0 0 0 0 0,1 0 0 0 0,-1-1-1 0 0,-1 0 1 0 0,1 0 0 0 0,-1-1-1 0 0,9-7 1 0 0,-16 12 16 0 0,1 1-1 0 0,-1-1 0 0 0,1 1 1 0 0,-1-1-1 0 0,1 1 1 0 0,-1-1-1 0 0,0 0 1 0 0,1 1-1 0 0,-1-1 1 0 0,1 1-1 0 0,-1-1 1 0 0,0 0-1 0 0,0 1 1 0 0,1-1-1 0 0,-1 0 1 0 0,0 1-1 0 0,0-1 0 0 0,0 0 1 0 0,0 0-1 0 0,0 1 1 0 0,0-1-1 0 0,0 0 1 0 0,0 1-1 0 0,0-1 1 0 0,0 0-1 0 0,0 1 1 0 0,0-1-1 0 0,-1 0 1 0 0,1 1-1 0 0,0-1 0 0 0,-1 0 1 0 0,1 1-1 0 0,0-1 1 0 0,-1 0-1 0 0,1 1 1 0 0,0-1-1 0 0,-1 1 1 0 0,1-1-1 0 0,-1 1 1 0 0,1-1-1 0 0,-1 1 1 0 0,0-1-1 0 0,1 1 1 0 0,-1 0-1 0 0,1-1 0 0 0,-1 1 1 0 0,0 0-1 0 0,1-1 1 0 0,-1 1-1 0 0,0 0 1 0 0,-34-8 279 0 0,33 8-263 0 0,-16 2 48 0 0,18-1-202 0 0,0 0 0 0 0,0 0 0 0 0,0 0 0 0 0,0 1 0 0 0,0-1 0 0 0,0 0 0 0 0,1 0-1 0 0,-1 0 1 0 0,0 0 0 0 0,1 1 0 0 0,-1-1 0 0 0,1 0 0 0 0,-1 0 0 0 0,1 0 0 0 0,-1 0 0 0 0,1 0 0 0 0,0 0 0 0 0,-1 0 0 0 0,1 0 0 0 0,0-1 0 0 0,0 1 0 0 0,0 0 0 0 0,0 0 0 0 0,-1-1 0 0 0,1 1 0 0 0,0 0 0 0 0,0-1 0 0 0,1 1 0 0 0,-1-1 0 0 0,1 1 0 0 0,40 8-9115 0 0,-15-9 4409 0 0</inkml:trace>
</inkml:ink>
</file>

<file path=ppt/ink/ink7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36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58 151 132 0 0,'0'0'2357'0'0,"-37"21"6297"0"0,40-26-8637 0 0,8-13-4 0 0,-9 13-2 0 0,1 3 75 0 0,-1-1 0 0 0,0 0 0 0 0,0 0 0 0 0,-1 0 0 0 0,1 0 0 0 0,-1 0 0 0 0,1 0 0 0 0,-1 0 0 0 0,0 0 0 0 0,0-1 0 0 0,-1 1 0 0 0,1 0 0 0 0,0-5 0 0 0,-1 5 26 0 0,-1-12 265 0 0,0 8-1221 0 0,4 25-8222 0 0,-2-14 10713 0 0,0 1-1830 0 0,-6-1 48 0 0,0 1 155 0 0,1-1 0 0 0,-1 1 0 0 0,1-1 0 0 0,0 1 0 0 0,0 1 0 0 0,1-1 0 0 0,-4 8 0 0 0,6-12 70 0 0,1 0 1 0 0,-1 1-1 0 0,1-1 0 0 0,-1 0 0 0 0,1 1 0 0 0,0-1 0 0 0,0 1 0 0 0,0-1 0 0 0,0 0 0 0 0,0 1 0 0 0,0-1 0 0 0,0 1 0 0 0,0-1 0 0 0,0 0 0 0 0,1 1 0 0 0,-1-1 0 0 0,0 0 0 0 0,1 1 0 0 0,0-1 0 0 0,-1 0 0 0 0,1 1 0 0 0,0-1 0 0 0,-1 0 1 0 0,1 0-1 0 0,0 0 0 0 0,0 0 0 0 0,0 0 0 0 0,0 0 0 0 0,0 0 0 0 0,2 2 0 0 0,1-2 60 0 0,-1 0-1 0 0,0 0 1 0 0,1 0 0 0 0,-1-1 0 0 0,1 1 0 0 0,-1-1-1 0 0,1 0 1 0 0,0 0 0 0 0,-1 0 0 0 0,1 0 0 0 0,-1-1-1 0 0,5 0 1 0 0,13-4 313 0 0,0-1 1 0 0,0-1-1 0 0,22-11 0 0 0,-35 15-338 0 0,0 0 0 0 0,0-1 0 0 0,0 0 0 0 0,-1 0 0 0 0,0-1 0 0 0,0 0 0 0 0,0 0 0 0 0,-1-1 0 0 0,0 0 0 0 0,0 0 0 0 0,0 0 0 0 0,-1-1 0 0 0,1 0 0 0 0,-2 0 0 0 0,1 0 0 0 0,-1-1 0 0 0,5-12 0 0 0,-8 19-106 0 0,-1-1 1 0 0,0 1-1 0 0,0 0 1 0 0,0-1-1 0 0,0 1 1 0 0,0 0 0 0 0,-1-1-1 0 0,1 1 1 0 0,0-1-1 0 0,0 1 1 0 0,-1 0-1 0 0,1-1 1 0 0,-1 1-1 0 0,0 0 1 0 0,1 0-1 0 0,-1 0 1 0 0,0-1-1 0 0,1 1 1 0 0,-1 0-1 0 0,0 0 1 0 0,0 0-1 0 0,0 0 1 0 0,0 0-1 0 0,0 0 1 0 0,0 0-1 0 0,0 1 1 0 0,-1-1-1 0 0,1 0 1 0 0,0 1 0 0 0,0-1-1 0 0,-1 0 1 0 0,1 1-1 0 0,-3-1 1 0 0,0-1 9 0 0,-1 1 1 0 0,1 0 0 0 0,-1 0 0 0 0,1 0 0 0 0,-1 0-1 0 0,0 1 1 0 0,-8 0 0 0 0,-2 2 12 0 0,1 1 1 0 0,0 1-1 0 0,1 1 0 0 0,-1 0 1 0 0,1 0-1 0 0,0 2 1 0 0,0-1-1 0 0,1 2 0 0 0,-16 11 1 0 0,22-15-29 0 0,-1 1 0 0 0,1 0 0 0 0,0 1 1 0 0,0 0-1 0 0,0 0 0 0 0,1 0 1 0 0,0 0-1 0 0,0 1 0 0 0,1 0 0 0 0,-1 0 1 0 0,2 0-1 0 0,-1 1 0 0 0,1-1 1 0 0,0 1-1 0 0,1 0 0 0 0,-1 0 0 0 0,-1 14 1 0 0,4-17-10 0 0,0 0 0 0 0,0 1 0 0 0,0-1 0 0 0,1 0 1 0 0,0 0-1 0 0,0 0 0 0 0,0 0 0 0 0,1 0 0 0 0,-1 0 1 0 0,1 0-1 0 0,1 0 0 0 0,-1 0 0 0 0,0-1 0 0 0,1 1 1 0 0,5 6-1 0 0,-2-5 2 0 0,0-1 1 0 0,0 1-1 0 0,0-1 0 0 0,0 0 1 0 0,1-1-1 0 0,0 0 0 0 0,0 0 1 0 0,0 0-1 0 0,10 3 1 0 0,5 0 10 0 0,1 0 1 0 0,0-2 0 0 0,0 0 0 0 0,1-2 0 0 0,41 1 0 0 0,-38-4-13 0 0,1-2-1 0 0,-1-1 1 0 0,0-1 0 0 0,0-1 0 0 0,0-1 0 0 0,0-2 0 0 0,-1-1-1 0 0,-1-1 1 0 0,1-1 0 0 0,-2-1 0 0 0,47-30 0 0 0,-64 36-3 0 0,1-1 1 0 0,-1 1 0 0 0,0-2-1 0 0,-1 1 1 0 0,1-1 0 0 0,-2 0-1 0 0,1 0 1 0 0,8-17-1 0 0,-12 21 0 0 0,0 1 0 0 0,0 0-1 0 0,-1-1 1 0 0,1 0 0 0 0,-1 1-1 0 0,0-1 1 0 0,0 0 0 0 0,0 1-1 0 0,0-1 1 0 0,-1 0-1 0 0,0 0 1 0 0,1 0 0 0 0,-1 0-1 0 0,-1 1 1 0 0,1-1 0 0 0,-1 0-1 0 0,1 0 1 0 0,-1 0 0 0 0,0 1-1 0 0,0-1 1 0 0,-1 0-1 0 0,1 1 1 0 0,-1-1 0 0 0,-3-5-1 0 0,3 8-2 0 0,0 0 0 0 0,1-1 0 0 0,-1 1 0 0 0,0 0 0 0 0,0 0-1 0 0,-1 0 1 0 0,1 1 0 0 0,0-1 0 0 0,0 0 0 0 0,0 1 0 0 0,-1-1 0 0 0,1 1-1 0 0,0 0 1 0 0,0 0 0 0 0,-1 0 0 0 0,1 0 0 0 0,0 0 0 0 0,0 0-1 0 0,-1 0 1 0 0,1 1 0 0 0,-4 1 0 0 0,0-1-1 0 0,0 1 0 0 0,0 0 0 0 0,1 0 1 0 0,-1 1-1 0 0,1-1 0 0 0,-8 6 0 0 0,12-8 0 0 0,0 1 0 0 0,0 0 1 0 0,0 0-1 0 0,0 0 0 0 0,0 0 0 0 0,0 0 0 0 0,0 0 0 0 0,0 0 0 0 0,0 0 0 0 0,0 0 1 0 0,0 0-1 0 0,1 0 0 0 0,-1 0 0 0 0,0 1 0 0 0,1-1 0 0 0,-1 0 0 0 0,1 1 1 0 0,0-1-1 0 0,-1 0 0 0 0,1 1 0 0 0,0 2 0 0 0,0-2 1 0 0,-1 0-6 0 0,20 16 9 0 0,-11-14-23 0 0,0-1 0 0 0,1 0 0 0 0,-1 0-1 0 0,1-1 1 0 0,0 0 0 0 0,10 0 0 0 0,-9-1-14 0 0,1 1 0 0 0,-1 0 1 0 0,0 1-1 0 0,15 5 0 0 0,-22-6 29 0 0,1 0 1 0 0,-1 0-1 0 0,0 0 0 0 0,1 0 1 0 0,-1 1-1 0 0,0-1 0 0 0,-1 1 1 0 0,1 0-1 0 0,0-1 0 0 0,-1 1 1 0 0,1 1-1 0 0,-1-1 0 0 0,0 0 1 0 0,0 1-1 0 0,0-1 0 0 0,1 5 1 0 0,1 4 1 0 0,0-1 0 0 0,-1 1 1 0 0,-1-1-1 0 0,0 1 0 0 0,-1 0 0 0 0,0 0 1 0 0,0 0-1 0 0,-4 24 0 0 0,-2 3 10 0 0,-15 53 0 0 0,15-72-3 0 0,0-5 4 0 0,0-1-1 0 0,-1 0 1 0 0,-1 0-1 0 0,0 0 1 0 0,-1-1-1 0 0,0 0 1 0 0,-20 23-1 0 0,14-19 103 0 0,-2 0-1 0 0,0-1 0 0 0,-1-1 0 0 0,-35 24 0 0 0,49-37-62 0 0,0 1 1 0 0,-1-1-1 0 0,0 0 1 0 0,1 0-1 0 0,-1-1 1 0 0,0 1-1 0 0,0-1 0 0 0,0 0 1 0 0,0 0-1 0 0,0 0 1 0 0,0 0-1 0 0,-1-1 0 0 0,1 1 1 0 0,0-1-1 0 0,0 0 1 0 0,0-1-1 0 0,0 1 0 0 0,-1-1 1 0 0,-3-1-1 0 0,5 1-33 0 0,1 0 0 0 0,-1-1 0 0 0,1 0 0 0 0,-1 1 0 0 0,1-1 0 0 0,0 0 0 0 0,0 0 0 0 0,0-1 0 0 0,0 1 0 0 0,0 0 0 0 0,0 0 0 0 0,1-1 0 0 0,-1 1 0 0 0,1-1 0 0 0,-1 0 0 0 0,1 1 0 0 0,0-1 0 0 0,0 0 0 0 0,1 0 0 0 0,-1 0 0 0 0,0 0 0 0 0,1 1 0 0 0,0-1 0 0 0,-1 0 0 0 0,1 0 0 0 0,1-5 0 0 0,-1 1-98 0 0,1 0-1 0 0,0 1 1 0 0,0-1 0 0 0,0 1-1 0 0,1 0 1 0 0,0 0 0 0 0,0-1-1 0 0,1 1 1 0 0,0 0 0 0 0,0 1-1 0 0,0-1 1 0 0,5-6 0 0 0,22-24-2529 0 0,3 5-4049 0 0,-18 21 3033 0 0</inkml:trace>
</inkml:ink>
</file>

<file path=ppt/ink/ink7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36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0 193 13693 0 0,'7'-3'238'0'0,"-2"-1"-1"0"0,1 0 1 0 0,0 0-1 0 0,-1 0 1 0 0,0-1-1 0 0,0 0 1 0 0,0 0 0 0 0,-1 0-1 0 0,1-1 1 0 0,-1 0-1 0 0,0 1 1 0 0,-1-1-1 0 0,0-1 1 0 0,0 1-1 0 0,0 0 1 0 0,-1-1-1 0 0,1 1 1 0 0,-2-1-1 0 0,1 0 1 0 0,-1 0 0 0 0,1-8-1 0 0,-1 4-268 0 0,2-10-797 0 0,-5 8-3388 0 0,0-5-6564 0 0</inkml:trace>
</inkml:ink>
</file>

<file path=ppt/ink/ink7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36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17 114 148 0 0,'-8'-32'4451'0'0,"-1"-22"403"0"0,9 52-4303 0 0,1 0-518 0 0,-1 0 0 0 0,0 0 0 0 0,1 0 0 0 0,-1 0-1 0 0,1 0 1 0 0,0 0 0 0 0,0 0 0 0 0,0 1 0 0 0,-1-1 0 0 0,2 0-1 0 0,1-3 1 0 0,28 13-5856 0 0,-20-4 3248 0 0</inkml:trace>
  <inkml:trace contextRef="#ctx0" brushRef="#br0" timeOffset="1">353 276 704 0 0,'9'3'929'0'0,"0"0"0"0"0,1-1 0 0 0,-1 0 0 0 0,1-1 0 0 0,14 1 0 0 0,6-3 1004 0 0,53-9 1 0 0,18 0 40 0 0,-30 5-3355 0 0,-68 1 556 0 0,-2 1-506 0 0</inkml:trace>
</inkml:ink>
</file>

<file path=ppt/ink/ink7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0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17 970 208 0 0,'-11'5'2237'0'0,"11"-5"-2140"0"0,0 0 0 0 0,0 0 0 0 0,0 0 1 0 0,0 0-1 0 0,-1 0 0 0 0,1 0 0 0 0,0 0 0 0 0,0 0 0 0 0,0 0 1 0 0,0 0-1 0 0,-1 0 0 0 0,1 0 0 0 0,0 0 0 0 0,0 0 0 0 0,0 0 1 0 0,0 0-1 0 0,-1 0 0 0 0,1 0 0 0 0,0 0 0 0 0,0 0 0 0 0,0 0 1 0 0,0 0-1 0 0,0 0 0 0 0,-1 0 0 0 0,1 0 0 0 0,0 1 0 0 0,0-1 1 0 0,0 0-1 0 0,0 0 0 0 0,0 0 0 0 0,0 0 0 0 0,-1 0 0 0 0,1 0 1 0 0,0 1-1 0 0,0-1 0 0 0,0 0 0 0 0,0 0 0 0 0,0 0 0 0 0,0 0 1 0 0,0 1-1 0 0,0-1 0 0 0,0 0 0 0 0,0 0 0 0 0,0 0 0 0 0,0 0 1 0 0,0 1-1 0 0,0-1 0 0 0,0 0 0 0 0,0 0 0 0 0,0 0 0 0 0,0 0 1 0 0,0 1-1 0 0,0-1 0 0 0,0 0 0 0 0,0 0 0 0 0,0 0 0 0 0,0 0 1 0 0,0 0-1 0 0,0 1 0 0 0,1-1 0 0 0,-1 0 0 0 0,0 0 0 0 0,0 0 1 0 0,0 0-1 0 0,8 1 70 0 0,-1-2 0 0 0,0 1 0 0 0,0-1 0 0 0,1 0 1 0 0,-1-1-1 0 0,0 1 0 0 0,0-1 0 0 0,0-1 0 0 0,0 1 0 0 0,9-6 1 0 0,72-40 511 0 0,-86 47-662 0 0,36-21 151 0 0,-1-2 1 0 0,-2-2-1 0 0,0-1 1 0 0,-2-1-1 0 0,-1-2 1 0 0,37-46-1 0 0,-54 57-129 0 0,-1 0-1 0 0,0-1 0 0 0,-2-1 1 0 0,0 0-1 0 0,-2-1 0 0 0,0 0 1 0 0,-2-1-1 0 0,0 0 0 0 0,-2 0 1 0 0,0-1-1 0 0,-1 1 0 0 0,-2-1 1 0 0,1-25-1 0 0,-4 31-21 0 0,0 1 0 0 0,-1 0 1 0 0,-1 0-1 0 0,-1 0 0 0 0,0 0 1 0 0,-1 1-1 0 0,-1-1 0 0 0,-1 1 0 0 0,0 0 1 0 0,-1 0-1 0 0,-1 1 0 0 0,0 0 1 0 0,-1 0-1 0 0,-1 1 0 0 0,-20-23 1 0 0,15 20 0 0 0,12 13-11 0 0,0 0 0 0 0,-1-1 0 0 0,1 1-1 0 0,-1 1 1 0 0,0-1 0 0 0,0 1 0 0 0,-1-1 0 0 0,1 1 0 0 0,-1 0 0 0 0,1 1 0 0 0,-1-1-1 0 0,0 1 1 0 0,-7-2 0 0 0,11 3-5 0 0,-10 14-49 0 0,9-12 46 0 0,1 0 1 0 0,0 0 0 0 0,-1 0-1 0 0,1 0 1 0 0,0 0-1 0 0,0 1 1 0 0,0-1-1 0 0,0 0 1 0 0,0 1 0 0 0,0-1-1 0 0,0 1 1 0 0,1-1-1 0 0,-2 4 1 0 0,-8 47 10 0 0,2 0 0 0 0,2 0 0 0 0,1 68 0 0 0,1-19 35 0 0,-2 12 23 0 0,2-14 179 0 0,-24 139 0 0 0,-7-70 313 0 0,20-114-306 0 0,15-53-26 0 0,0-7-215 0 0,0-1 1 0 0,1-1-1 0 0,-1 1 1 0 0,1 0 0 0 0,1 0-1 0 0,0 0 1 0 0,2-7-1 0 0,-1 6-24 0 0,-1 1 1 0 0,2-1-1 0 0,-1 1 0 0 0,1 0 0 0 0,0 0 0 0 0,0 0 0 0 0,1 1 0 0 0,0-1 0 0 0,0 1 0 0 0,1 0 0 0 0,0 1 1 0 0,0-1-1 0 0,9-5 0 0 0,-14 10-7 0 0,4 1 8 0 0,-1 0-1 0 0,1 1 1 0 0,-1-1 0 0 0,0 1 0 0 0,1 0 0 0 0,-1 0-1 0 0,0 0 1 0 0,0 1 0 0 0,0 0 0 0 0,5 2 0 0 0,5 4-114 0 0,0-1 1 0 0,1-1 0 0 0,0 0 0 0 0,0-1 0 0 0,1 0-1 0 0,-1-2 1 0 0,1 1 0 0 0,0-2 0 0 0,0 0-1 0 0,0-1 1 0 0,19-1 0 0 0,-13-4-906 0 0,0 0-1 0 0,30-11 1 0 0,-44 12 748 0 0,0 0-1 0 0,-1 0 1 0 0,1-1-1 0 0,-1 0 1 0 0,0-1 0 0 0,0 0-1 0 0,0 0 1 0 0,0 0-1 0 0,7-8 1 0 0,-13 11 283 0 0,8-10 92 0 0,-6 2 3360 0 0,-61 56-2815 0 0,57-45-590 0 0,-6 0 188 0 0,14 0 311 0 0,10 2-287 0 0,-12-3-249 0 0,44 10 110 0 0,-45-9-120 0 0,0 1 0 0 0,0-1 1 0 0,0 0-1 0 0,0 0 0 0 0,1-1 0 0 0,-1 1 1 0 0,0-1-1 0 0,1 0 0 0 0,-1 0 0 0 0,0 0 1 0 0,1-1-1 0 0,-1 1 0 0 0,0-1 0 0 0,0 0 0 0 0,0-1 1 0 0,1 1-1 0 0,-1-1 0 0 0,0 0 0 0 0,-1 1 1 0 0,1-2-1 0 0,0 1 0 0 0,-1 0 0 0 0,6-5 1 0 0,2-2 2 0 0,-1-2 0 0 0,0 1 1 0 0,0-2-1 0 0,-1 1 0 0 0,12-20 1 0 0,-13 18 167 0 0,-1 0 0 0 0,0-1 0 0 0,10-28 1 0 0,-14 41 663 0 0,-2 12-676 0 0,-4 22-117 0 0,-10 24 125 0 0,3 0-1 0 0,-6 94 1 0 0,11-90-107 0 0,-10 207 288 0 0,16-261-16 0 0,1-8-95 0 0,6-18 13 0 0,15-53-208 0 0,-10 30 50 0 0,1 1-66 0 0,77-197-115 0 0,-71 196 56 0 0,-6 10 17 0 0,26-42 0 0 0,-35 66 1 0 0,0 1-1 0 0,0 0 0 0 0,1-1 0 0 0,0 2 1 0 0,0-1-1 0 0,1 1 0 0 0,0 0 1 0 0,0 0-1 0 0,1 1 0 0 0,10-7 0 0 0,-16 11 11 0 0,0 0 0 0 0,0 0-1 0 0,0 0 1 0 0,0 0-1 0 0,0 0 1 0 0,0 1-1 0 0,1-1 1 0 0,-1 0 0 0 0,0 1-1 0 0,0 0 1 0 0,0-1-1 0 0,1 1 1 0 0,-1 0-1 0 0,0 0 1 0 0,0 1 0 0 0,1-1-1 0 0,-1 0 1 0 0,0 1-1 0 0,0-1 1 0 0,0 1-1 0 0,1 0 1 0 0,-1-1 0 0 0,0 1-1 0 0,0 0 1 0 0,0 0-1 0 0,0 1 1 0 0,-1-1-1 0 0,1 0 1 0 0,0 1 0 0 0,0-1-1 0 0,-1 1 1 0 0,1-1-1 0 0,-1 1 1 0 0,1 0-1 0 0,-1 0 1 0 0,0-1 0 0 0,0 1-1 0 0,0 0 1 0 0,0 0-1 0 0,0 0 1 0 0,0 0-1 0 0,0 1 1 0 0,0-1 0 0 0,-1 0-1 0 0,1 3 1 0 0,0 2 3 0 0,1-1 0 0 0,-1 0 0 0 0,0 0-1 0 0,-1 0 1 0 0,0 1 0 0 0,0-1 0 0 0,0 0 0 0 0,-1 0 0 0 0,0 1 0 0 0,0-1 0 0 0,0 0 0 0 0,-1 0 0 0 0,0 0 0 0 0,0 0 0 0 0,-4 6 0 0 0,3-7 8 0 0,0 0-34 0 0,1-1-1 0 0,-1 0 1 0 0,0 0 0 0 0,-1 0 0 0 0,1-1 0 0 0,-8 6-1 0 0,10-8-203 0 0,-8 3-198 0 0</inkml:trace>
</inkml:ink>
</file>

<file path=ppt/ink/ink7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0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5 744 0 0,'3'4'425'0'0,"0"-1"0"0"0,-1 1 0 0 0,1 0-1 0 0,-1-1 1 0 0,0 1 0 0 0,0 0 0 0 0,0 1 0 0 0,-1-1 0 0 0,1 0-1 0 0,-1 0 1 0 0,0 1 0 0 0,0-1 0 0 0,-1 0 0 0 0,1 7 0 0 0,-1 72 1680 0 0,-2-47-1171 0 0,-7 280 3217 0 0,8-299-3410 0 0,-2-22 243 0 0,-2-21-518 0 0,5 0-445 0 0,1-1 1 0 0,1 1 0 0 0,1-1 0 0 0,2 1-1 0 0,0 0 1 0 0,2 1 0 0 0,1-1 0 0 0,1 1-1 0 0,1 1 1 0 0,1-1 0 0 0,1 2 0 0 0,2 0-1 0 0,0 0 1 0 0,1 1 0 0 0,1 1 0 0 0,33-34 0 0 0,-45 51-37 0 0,-1 1 0 0 0,1-1 0 0 0,0 1 0 0 0,-1-1 0 0 0,2 1 0 0 0,-1 0 0 0 0,0 1 0 0 0,0-1 0 0 0,1 1 1 0 0,0 0-1 0 0,-1 0 0 0 0,1 0 0 0 0,0 0 0 0 0,0 1 0 0 0,0 0 0 0 0,6-1 0 0 0,-10 2 18 0 0,-1 1-1 0 0,1-1 1 0 0,0 0-1 0 0,0 0 1 0 0,0 0-1 0 0,0 1 1 0 0,-1-1-1 0 0,1 0 1 0 0,0 1-1 0 0,0-1 1 0 0,-1 1-1 0 0,1-1 1 0 0,0 1-1 0 0,0-1 1 0 0,-1 1-1 0 0,1-1 1 0 0,-1 1-1 0 0,1 0 1 0 0,0-1 0 0 0,-1 1-1 0 0,1 0 1 0 0,-1-1-1 0 0,0 1 1 0 0,1 0-1 0 0,-1 0 1 0 0,0-1-1 0 0,1 1 1 0 0,-1 0-1 0 0,0 0 1 0 0,0 0-1 0 0,0 0 1 0 0,1 0-1 0 0,-1-1 1 0 0,0 1-1 0 0,0 1 1 0 0,-5 30-31 0 0,-14-7-3149 0 0,9-22-4713 0 0</inkml:trace>
</inkml:ink>
</file>

<file path=ppt/ink/ink7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1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1 112 0 0,'-1'7'844'0'0,"0"1"-1"0"0,1 0 1 0 0,0-1-1 0 0,0 1 1 0 0,1-1-1 0 0,-1 1 1 0 0,2-1 0 0 0,3 14-1 0 0,-4-18-615 0 0,1 1 0 0 0,-1 0 0 0 0,1-1 0 0 0,0 1 0 0 0,1-1 0 0 0,-1 0 1 0 0,1 1-1 0 0,-1-1 0 0 0,1 0 0 0 0,0 0 0 0 0,0-1 0 0 0,0 1 0 0 0,0-1 0 0 0,1 1 0 0 0,-1-1 0 0 0,1 0 0 0 0,5 2 0 0 0,-7-3-163 0 0,1-1 0 0 0,0 1 0 0 0,-1-1-1 0 0,1 1 1 0 0,0-1 0 0 0,0 0 0 0 0,-1 0 0 0 0,1 0-1 0 0,0-1 1 0 0,-1 1 0 0 0,1-1 0 0 0,0 1 0 0 0,-1-1 0 0 0,1 0-1 0 0,0 0 1 0 0,4-2 0 0 0,39-25 476 0 0,-36 21-436 0 0,72-47 825 0 0,-80 53-839 0 0,-1 1-53 0 0,1 1-1 0 0,0-1 1 0 0,0 1 0 0 0,-1 0-1 0 0,1-1 1 0 0,0 1 0 0 0,-1 0-1 0 0,1 0 1 0 0,-1 0 0 0 0,1 0-1 0 0,-1 0 1 0 0,1 0 0 0 0,-1 1-1 0 0,0-1 1 0 0,1 0-1 0 0,-1 1 1 0 0,0-1 0 0 0,0 1-1 0 0,0-1 1 0 0,0 1 0 0 0,0-1-1 0 0,-1 1 1 0 0,1 0 0 0 0,0-1-1 0 0,-1 1 1 0 0,1 0 0 0 0,-1 0-1 0 0,0 0 1 0 0,1-1 0 0 0,-1 1-1 0 0,0 0 1 0 0,0 0 0 0 0,0 2-1 0 0,1 13 100 0 0,-1 0-1 0 0,-3 27 0 0 0,2-31 9 0 0,-11 91 464 0 0,-6-1 0 0 0,-56 190-1 0 0,69-278-573 0 0,-5 24 79 0 0,-1-1-1 0 0,-3 0 1 0 0,-1-1-1 0 0,-1 0 1 0 0,-30 45-1 0 0,46-81-99 0 0,-1 0 0 0 0,1 1 0 0 0,-1-1 0 0 0,1 0 0 0 0,-1 0-1 0 0,0 0 1 0 0,0 0 0 0 0,0 0 0 0 0,1 0 0 0 0,-1-1-1 0 0,0 1 1 0 0,0 0 0 0 0,0 0 0 0 0,0-1 0 0 0,0 1 0 0 0,-1 0-1 0 0,1-1 1 0 0,0 1 0 0 0,0-1 0 0 0,0 1 0 0 0,0-1-1 0 0,-1 0 1 0 0,1 0 0 0 0,0 1 0 0 0,0-1 0 0 0,-1 0 0 0 0,1 0-1 0 0,0 0 1 0 0,-1 0 0 0 0,1 0 0 0 0,0-1 0 0 0,0 1 0 0 0,0 0-1 0 0,-1-1 1 0 0,1 1 0 0 0,0 0 0 0 0,0-1 0 0 0,0 0-1 0 0,0 1 1 0 0,-1-1 0 0 0,1 0 0 0 0,0 1 0 0 0,0-1 0 0 0,1 0-1 0 0,-1 0 1 0 0,0 0 0 0 0,0 0 0 0 0,0 0 0 0 0,0 0 0 0 0,1 0-1 0 0,-1 0 1 0 0,0-2 0 0 0,-5-6 14 0 0,1 1 0 0 0,1-1 0 0 0,0 0 0 0 0,0-1 0 0 0,-3-12-1 0 0,0-8 18 0 0,1 0 0 0 0,2-1 0 0 0,0 0 0 0 0,3 1 0 0 0,0-1 0 0 0,4-35 0 0 0,3 13-69 0 0,3 1 0 0 0,27-95 0 0 0,-30 130-369 0 0,-1 1 1 0 0,2 0-1 0 0,0 0 1 0 0,1 0 0 0 0,1 1-1 0 0,13-18 1 0 0,-14 23-1427 0 0,1 0 1 0 0,0 0-1 0 0,1 1 0 0 0,0 1 0 0 0,17-12 0 0 0,-13 10-1802 0 0</inkml:trace>
</inkml:ink>
</file>

<file path=ppt/ink/ink7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1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1 312 0 0,'7'3'7219'0'0,"-7"-2"-7000"0"0,0-1-1 0 0,1 0 1 0 0,-1 0 0 0 0,0 1 0 0 0,0-1-1 0 0,0 0 1 0 0,0 0 0 0 0,0 1 0 0 0,13 25 2851 0 0,-11-20-3330 0 0,1 1 0 0 0,0-1-1 0 0,0 0 1 0 0,0 0 0 0 0,1-1-1 0 0,0 1 1 0 0,0-1 0 0 0,0 1-1 0 0,9 6 1 0 0,-7-11-43 0 0,-1 0 0 0 0,1 0 0 0 0,0 0 0 0 0,0-1-1 0 0,-1 0 1 0 0,1 0 0 0 0,0-1 0 0 0,0 1 0 0 0,-1-1 0 0 0,1-1 0 0 0,6-1 0 0 0,22-4 1594 0 0,-32 7-1021 0 0,-1-1 0 0 0,0 1 1 0 0,1 0-1 0 0,-1 0 1 0 0,1 0-1 0 0,0-1 0 0 0,-1 1 1 0 0,1 1-1 0 0,-1-1 1 0 0,1 0-1 0 0,-1 0 0 0 0,1 0 1 0 0,-1 1-1 0 0,1-1 0 0 0,-1 1 1 0 0,0-1-1 0 0,1 1 1 0 0,-1 0-1 0 0,0 0 0 0 0,1-1 1 0 0,-1 1-1 0 0,2 1 1 0 0,-2 1-7 0 0,0 0 1 0 0,0 0 0 0 0,0 0 0 0 0,0 0 0 0 0,0 0 0 0 0,-1 0-1 0 0,1 0 1 0 0,-1 0 0 0 0,0 0 0 0 0,0 5 0 0 0,1 5-296 0 0,-1-1 0 0 0,-1 1 0 0 0,0 0 0 0 0,0 0 0 0 0,-1-1 0 0 0,-8 25-1 0 0,7-29-1346 0 0,-1 1 0 0 0,1-1 0 0 0,-2-1 0 0 0,1 1 0 0 0,-1 0 0 0 0,-9 9 0 0 0,1-2-2495 0 0</inkml:trace>
</inkml:ink>
</file>

<file path=ppt/ink/ink7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2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11 320 0 0,'12'-11'11638'0'0,"-11"14"-11605"0"0,1-1 1 0 0,-1 1 0 0 0,1-1 0 0 0,0 0-1 0 0,0 0 1 0 0,0 0 0 0 0,0 0 0 0 0,0 0-1 0 0,1-1 1 0 0,-1 1 0 0 0,0 0-1 0 0,1-1 1 0 0,3 2 0 0 0,-2-3-37 0 0,0 1 0 0 0,0-1 0 0 0,0 1 0 0 0,0-1 0 0 0,0-1 0 0 0,0 1 0 0 0,0 0 0 0 0,0-1 0 0 0,0 0 0 0 0,0 0 0 0 0,0 0 0 0 0,0-1 0 0 0,-1 1 0 0 0,1-1 0 0 0,4-2 0 0 0,-6 3 74 0 0,-1 0 0 0 0,1 0 0 0 0,-1 0 1 0 0,1 0-1 0 0,-1 1 0 0 0,1-1 0 0 0,0 1 1 0 0,-1-1-1 0 0,1 1 0 0 0,0-1 0 0 0,0 1 1 0 0,-1 0-1 0 0,1 0 0 0 0,0 0 0 0 0,0 0 0 0 0,2 1 1 0 0,-2 0-61 0 0,1 1 0 0 0,-1 0 0 0 0,0 1 0 0 0,0-1 0 0 0,-1 0 0 0 0,1 0 0 0 0,0 1 0 0 0,-1-1 0 0 0,1 1 0 0 0,1 5 0 0 0,11 21-873 0 0,-3-7-1172 0 0,0-1-3700 0 0,-5-13 2874 0 0</inkml:trace>
</inkml:ink>
</file>

<file path=ppt/ink/ink7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6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69 244 0 0,'-39'-68'9856'0'0,"36"72"-9490"0"0,0 3-246 0 0,0 0 0 0 0,1 0 0 0 0,-1 0 0 0 0,2 0 0 0 0,-1 1 1 0 0,1-1-1 0 0,0 1 0 0 0,0-1 0 0 0,1 1 0 0 0,0-1 0 0 0,0 1 0 0 0,1-1 1 0 0,0 1-1 0 0,1-1 0 0 0,2 9 0 0 0,6 22-150 0 0,23 57 1 0 0,-28-82-170 0 0,-4-10-21 0 0,0 0 0 0 0,1 0 0 0 0,-1-1 0 0 0,1 1 0 0 0,-1 0 0 0 0,1-1 0 0 0,0 1 1 0 0,0-1-1 0 0,0 1 0 0 0,3 1 0 0 0,-4-3-113 0 0,0 0 0 0 0,0-1 1 0 0,0 1-1 0 0,0 0 0 0 0,0-1 1 0 0,0 1-1 0 0,0-1 0 0 0,1 0 1 0 0,-1 1-1 0 0,0-1 1 0 0,0 0-1 0 0,0 0 0 0 0,1 0 1 0 0,-1 0-1 0 0,0 0 0 0 0,2 0 1 0 0</inkml:trace>
</inkml:ink>
</file>

<file path=ppt/ink/ink7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7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2 668 0 0,'0'-1'93'0'0,"0"1"-1"0"0,1 0 1 0 0,-1 0 0 0 0,0 0-1 0 0,1 0 1 0 0,-1 0 0 0 0,0-1-1 0 0,1 1 1 0 0,-1 0 0 0 0,0 0-1 0 0,1 0 1 0 0,-1 0 0 0 0,0 0-1 0 0,1 0 1 0 0,-1 0 0 0 0,0 0-1 0 0,1 0 1 0 0,-1 1 0 0 0,0-1-1 0 0,1 0 1 0 0,-1 0-1 0 0,0 0 1 0 0,1 0 0 0 0,-1 0-1 0 0,0 0 1 0 0,1 1 0 0 0,-1-1-1 0 0,0 0 1 0 0,0 0 0 0 0,1 1-1 0 0,-1-1 1 0 0,0 0 0 0 0,0 0-1 0 0,1 1 1 0 0,-1-1 0 0 0,0 0-1 0 0,0 0 1 0 0,0 1 0 0 0,1 0-1 0 0,8 21 1664 0 0,3 37-648 0 0,-10-47-572 0 0,10 44 547 0 0,28 86 1 0 0,-29-114-3019 0 0,0-2-1 0 0,26 43 1 0 0,-24-46-392 0 0</inkml:trace>
</inkml:ink>
</file>

<file path=ppt/ink/ink7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5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341 128 324 0 0,'0'0'622'0'0,"7"-47"4289"0"0,-7 46-4445 0 0,4-51 2673 0 0,-4 50-2611 0 0,0 1-477 0 0,0 0 0 0 0,0 0 0 0 0,-1 0 0 0 0,1 0 0 0 0,0 0 0 0 0,-1 0 1 0 0,1 0-1 0 0,-1 0 0 0 0,1 0 0 0 0,-1 0 0 0 0,0 0 0 0 0,1 0 0 0 0,-1 0 1 0 0,0 0-1 0 0,0 0 0 0 0,1 1 0 0 0,-1-1 0 0 0,0 0 0 0 0,0 1 0 0 0,0-1 0 0 0,0 0 1 0 0,0 1-1 0 0,-2-1 0 0 0,-32-4 562 0 0,23 6-412 0 0,0 1 0 0 0,0 0-1 0 0,-20 6 1 0 0,0 3 191 0 0,1 0 1 0 0,-34 19-1 0 0,55-25-321 0 0,1 1 0 0 0,0 0 0 0 0,0 0 0 0 0,1 0 0 0 0,0 1 0 0 0,0 1 0 0 0,1-1 0 0 0,-1 1 0 0 0,2 0 0 0 0,-11 16 0 0 0,16-22-63 0 0,0 0 0 0 0,1 0 0 0 0,-1 0 0 0 0,1 0 0 0 0,-1 0 0 0 0,1 0 0 0 0,-1 0 0 0 0,1 0-1 0 0,0 0 1 0 0,0 0 0 0 0,0 0 0 0 0,0 0 0 0 0,1 0 0 0 0,-1 0 0 0 0,0 0 0 0 0,1 0 0 0 0,0-1-1 0 0,-1 1 1 0 0,1 0 0 0 0,0 0 0 0 0,0 0 0 0 0,0 0 0 0 0,0-1 0 0 0,0 1 0 0 0,0 0 0 0 0,1-1 0 0 0,-1 1-1 0 0,0-1 1 0 0,1 0 0 0 0,-1 1 0 0 0,1-1 0 0 0,2 2 0 0 0,0 0 9 0 0,1 0 1 0 0,-1 0-1 0 0,1 0 0 0 0,0 0 0 0 0,0-1 1 0 0,0 0-1 0 0,0 0 0 0 0,1 0 0 0 0,-1 0 1 0 0,8 0-1 0 0,-2-2 3 0 0,0-1-1 0 0,0 0 1 0 0,0 0-1 0 0,0-1 1 0 0,0-1-1 0 0,0 0 1 0 0,-1 0-1 0 0,1-1 1 0 0,-1 0-1 0 0,15-9 1 0 0,2 0 50 0 0,-25 12-83 0 0,39 0-80 0 0,-36 3 90 0 0,-1-1 0 0 0,0 0 0 0 0,1 0 1 0 0,-1 0-1 0 0,1 0 0 0 0,-1-1 0 0 0,1 0 1 0 0,0 0-1 0 0,7-1 0 0 0,24 1-6 0 0,35 5-2718 0 0,-29-7-4921 0 0</inkml:trace>
</inkml:ink>
</file>

<file path=ppt/ink/ink7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5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0 602 612 0 0,'2'-3'960'0'0,"5"-5"3510"0"0,-7 12-1648 0 0,-1-2-2696 0 0,0 1 0 0 0,1-1 0 0 0,0 1 0 0 0,0-1 0 0 0,0 1-1 0 0,0-1 1 0 0,0 1 0 0 0,0-1 0 0 0,0 1 0 0 0,1-1 0 0 0,1 5 0 0 0,-1-4-82 0 0,0 0 0 0 0,0-1 0 0 0,1 1 1 0 0,-1 0-1 0 0,1 0 0 0 0,-1-1 0 0 0,1 1 0 0 0,0-1 0 0 0,0 0 1 0 0,1 1-1 0 0,-1-1 0 0 0,0 0 0 0 0,1 0 0 0 0,-1 0 0 0 0,1-1 0 0 0,-1 1 1 0 0,1-1-1 0 0,0 1 0 0 0,0-1 0 0 0,0 0 0 0 0,0 0 0 0 0,0 0 1 0 0,0 0-1 0 0,0-1 0 0 0,5 1 0 0 0,-3-1-19 0 0,1 0 0 0 0,-1-1-1 0 0,0 0 1 0 0,0 0 0 0 0,1 0 0 0 0,-1-1 0 0 0,0 1-1 0 0,0-1 1 0 0,-1 0 0 0 0,1-1 0 0 0,0 1 0 0 0,-1-1-1 0 0,1 0 1 0 0,-1 0 0 0 0,5-5 0 0 0,3-4-1 0 0,-1 0 0 0 0,0-1 0 0 0,-1 1 0 0 0,0-2 1 0 0,-2 0-1 0 0,1 0 0 0 0,-2 0 0 0 0,1-1 0 0 0,-2 0 0 0 0,0-1 0 0 0,5-25 1 0 0,-2 3 132 0 0,-3 0 1 0 0,-1-1-1 0 0,0-69 1 0 0,-5 89 128 0 0,0-1 0 0 0,-1 0 1 0 0,-1 0-1 0 0,-1 1 0 0 0,0-1 0 0 0,-2 1 0 0 0,0 0 1 0 0,-1 0-1 0 0,-13-26 0 0 0,19 44-258 0 0,-1 1 0 0 0,1-1 1 0 0,0 1-1 0 0,-1-1 0 0 0,1 1 0 0 0,0-1 0 0 0,-1 1 0 0 0,1-1 1 0 0,0 1-1 0 0,-1-1 0 0 0,1 1 0 0 0,-1 0 0 0 0,1-1 0 0 0,0 1 1 0 0,-1 0-1 0 0,1-1 0 0 0,-1 1 0 0 0,1 0 0 0 0,-1 0 0 0 0,0 0 1 0 0,1-1-1 0 0,-1 1 0 0 0,1 0 0 0 0,-1 0 0 0 0,1 0 0 0 0,-1 0 0 0 0,1 0 1 0 0,-1 0-1 0 0,0 0 0 0 0,1 0 0 0 0,-1 0 0 0 0,1 0 0 0 0,-1 0 1 0 0,1 0-1 0 0,-1 1 0 0 0,0-1 0 0 0,1 0 0 0 0,-1 0 0 0 0,0 1 1 0 0,-19 23 305 0 0,14-14-275 0 0,1 0 0 0 0,0 1 1 0 0,-5 19-1 0 0,5 7-57 0 0,1-1 0 0 0,2 0 0 0 0,2 1-1 0 0,1-1 1 0 0,2 1 0 0 0,8 39 0 0 0,-4-23-3603 0 0,1 93-1 0 0,-9-128-262 0 0,-3 1 294 0 0</inkml:trace>
</inkml:ink>
</file>

<file path=ppt/ink/ink7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9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1 312 0 0,'0'0'8691'0'0,"-3"38"-6829"0"0,-46 121-431 0 0,58-171-452 0 0,10-16-858 0 0,31-32 1 0 0,-49 60-128 0 0,-1-1 0 0 0,0 1 0 0 0,1 0 0 0 0,-1 0 0 0 0,1-1 0 0 0,-1 1 0 0 0,1 0 0 0 0,-1 0 0 0 0,1 0 1 0 0,0-1-1 0 0,-1 1 0 0 0,1 0 0 0 0,-1 0 0 0 0,1 0 0 0 0,-1 0 0 0 0,1 0 0 0 0,-1 0 0 0 0,1 0 0 0 0,0 0 0 0 0,-1 0 0 0 0,1 0 0 0 0,-1 1 0 0 0,1-1 0 0 0,-1 0 1 0 0,1 0-1 0 0,-1 0 0 0 0,1 1 0 0 0,-1-1 0 0 0,1 0 0 0 0,-1 1 0 0 0,1-1 0 0 0,-1 0 0 0 0,1 1 0 0 0,-1-1 0 0 0,0 1 0 0 0,1-1 0 0 0,-1 1 0 0 0,0-1 0 0 0,1 0 0 0 0,-1 1 1 0 0,0-1-1 0 0,0 1 0 0 0,1-1 0 0 0,-1 1 0 0 0,0 0 0 0 0,0-1 0 0 0,0 1 0 0 0,0-1 0 0 0,0 1 0 0 0,0-1 0 0 0,0 1 0 0 0,0-1 0 0 0,0 1 0 0 0,0 0 0 0 0,0 0 1 0 0,7 45-18 0 0,-5-31-253 0 0,1-2-749 0 0,1 0-1421 0 0,0-6-2000 0 0,2-1 1648 0 0</inkml:trace>
</inkml:ink>
</file>

<file path=ppt/ink/ink7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7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79 502 436 0 0,'-12'7'1437'0'0,"1"1"0"0"0,0 0 0 0 0,0 0 1 0 0,0 1-1 0 0,-12 15 3853 0 0,68-30-3375 0 0,46-36-1332 0 0,-3-4-1 0 0,-2-4 0 0 0,-2-4 0 0 0,-2-3 0 0 0,-3-4 0 0 0,98-98 0 0 0,-140 118-385 0 0,7-7 334 0 0,-42 47-395 0 0,-4 7-104 0 0,-29 113 63 0 0,-8 35-54 0 0,29-79-31 0 0,-21 101-204 0 0,29-172 188 0 0,1-1 1 0 0,0 1 0 0 0,-1 0-1 0 0,1-1 1 0 0,-1 1-1 0 0,0-1 1 0 0,0 0-1 0 0,0 1 1 0 0,-1-1 0 0 0,1 0-1 0 0,-1 0 1 0 0,0-1-1 0 0,1 1 1 0 0,-1 0 0 0 0,-1-1-1 0 0,1 0 1 0 0,0 0-1 0 0,0 0 1 0 0,-1 0-1 0 0,0 0 1 0 0,1-1 0 0 0,-1 1-1 0 0,0-1 1 0 0,1 0-1 0 0,-1 0 1 0 0,0-1 0 0 0,0 1-1 0 0,0-1 1 0 0,-6 0-1 0 0,4 0 5 0 0,0 0 0 0 0,0-1-1 0 0,0 0 1 0 0,0 0 0 0 0,0 0-1 0 0,0-1 1 0 0,0 0 0 0 0,0 0-1 0 0,0 0 1 0 0,1-1 0 0 0,-1 0-1 0 0,1 0 1 0 0,0-1-1 0 0,0 1 1 0 0,0-1 0 0 0,0 0-1 0 0,1 0 1 0 0,-5-5 0 0 0,4 2-113 0 0,1 0 0 0 0,0 0 0 0 0,0 0 0 0 0,0-1 0 0 0,-2-7 0 0 0,6 14-276 0 0,-1-3-314 0 0,1-4 477 0 0,2 4-2790 0 0,11 0 1995 0 0,26 2-6835 0 0,-24 4 4672 0 0</inkml:trace>
</inkml:ink>
</file>

<file path=ppt/ink/ink7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8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15 688 0 0,'5'-15'9898'0'0,"-10"15"-9777"0"0,0 0 1 0 0,0 0-1 0 0,0 1 0 0 0,0-1 0 0 0,0 1 0 0 0,0 0 0 0 0,1 1 0 0 0,-1-1 0 0 0,0 1 0 0 0,1 0 1 0 0,-1 0-1 0 0,1 0 0 0 0,-8 5 0 0 0,6-3 22 0 0,-1 0 1 0 0,1 0-1 0 0,1 1 1 0 0,-1-1-1 0 0,1 1 1 0 0,-1 1-1 0 0,2-1 1 0 0,-1 1-1 0 0,-5 7 1 0 0,9-11-39 0 0,1-1-70 0 0,0 0 1 0 0,0-1 0 0 0,0 1-1 0 0,0 0 1 0 0,0 0-1 0 0,0-1 1 0 0,1 1-1 0 0,-1 0 1 0 0,0 0-1 0 0,0-1 1 0 0,0 1-1 0 0,1 0 1 0 0,-1-1 0 0 0,0 1-1 0 0,1 0 1 0 0,-1-1-1 0 0,1 1 1 0 0,-1 0-1 0 0,1-1 1 0 0,-1 1-1 0 0,1-1 1 0 0,-1 1-1 0 0,1-1 1 0 0,0 1 0 0 0,-1-1-1 0 0,2 1 1 0 0,-2-1-42 0 0,2 2 127 0 0,28-3 303 0 0,23-10 100 0 0,-51 10-496 0 0,32 8-1163 0 0,-14 8-973 0 0,-7-5-5086 0 0</inkml:trace>
</inkml:ink>
</file>

<file path=ppt/ink/ink7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48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92 417 988 0 0,'0'0'1014'0'0,"-5"2"-60"0"0,-3 1-386 0 0,-1 1 0 0 0,1 0 0 0 0,0 1 0 0 0,0 0 1 0 0,0 0-1 0 0,1 0 0 0 0,-8 8 0 0 0,14-12-505 0 0,-1 0-1 0 0,1 0 0 0 0,0 0 0 0 0,0 0 0 0 0,0 0 0 0 0,0 0 1 0 0,0 0-1 0 0,0 1 0 0 0,0-1 0 0 0,1 0 0 0 0,-1 1 1 0 0,0-1-1 0 0,1 0 0 0 0,-1 1 0 0 0,1-1 0 0 0,-1 1 0 0 0,1-1 1 0 0,0 1-1 0 0,-1-1 0 0 0,1 1 0 0 0,0 0 0 0 0,0-1 1 0 0,0 1-1 0 0,0-1 0 0 0,1 1 0 0 0,-1-1 0 0 0,0 1 1 0 0,1-1-1 0 0,-1 1 0 0 0,1-1 0 0 0,-1 1 0 0 0,1-1 0 0 0,0 0 1 0 0,-1 1-1 0 0,1-1 0 0 0,0 0 0 0 0,0 1 0 0 0,0-1 1 0 0,2 1-1 0 0,-1 0-32 0 0,0-1 0 0 0,0 1 0 0 0,0-1-1 0 0,0 0 1 0 0,0 0 0 0 0,1 0 0 0 0,-1-1 0 0 0,0 1 0 0 0,1 0 0 0 0,-1-1 0 0 0,1 1 0 0 0,-1-1 0 0 0,0 0 0 0 0,1 0 0 0 0,-1 0 0 0 0,1 0 0 0 0,-1 0 0 0 0,1-1-1 0 0,-1 1 1 0 0,0-1 0 0 0,1 0 0 0 0,-1 1 0 0 0,0-1 0 0 0,1 0 0 0 0,2-2 0 0 0,11-7 26 0 0,0-1 0 0 0,-1-1 1 0 0,-1 0-1 0 0,0-1 0 0 0,-1 0 0 0 0,0-1 1 0 0,-1 0-1 0 0,0-1 0 0 0,-1-1 0 0 0,-1 0 1 0 0,-1 0-1 0 0,11-27 0 0 0,-3 2 657 0 0,-2-1 0 0 0,-2 0 0 0 0,-1-1 0 0 0,6-53 0 0 0,-19 76-12 0 0,1 17-468 0 0,0 0 0 0 0,-1 0 0 0 0,1 0 0 0 0,0 1 0 0 0,1-1 0 0 0,-1 0 0 0 0,0 0 0 0 0,1 0 0 0 0,1-4 0 0 0,-26 42 205 0 0,19-30-391 0 0,1 0-1 0 0,0 1 0 0 0,0 0 0 0 0,0 0 0 0 0,1 0 1 0 0,-4 10-1 0 0,-42 168 363 0 0,21-72-1968 0 0,0-31-1365 0 0,2-29-4530 0 0,13-28 3330 0 0</inkml:trace>
</inkml:ink>
</file>

<file path=ppt/ink/ink7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0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4 132 0 0,'-2'-1'234'0'0,"1"1"1"0"0,-1-1-1 0 0,1 1 0 0 0,-1-1 1 0 0,0 1-1 0 0,1 0 0 0 0,-1 0 0 0 0,1-1 1 0 0,-1 1-1 0 0,0 0 0 0 0,1 1 1 0 0,-1-1-1 0 0,0 0 0 0 0,1 0 1 0 0,-1 1-1 0 0,1-1 0 0 0,-1 1 0 0 0,1-1 1 0 0,-1 1-1 0 0,1 0 0 0 0,-1-1 1 0 0,-1 3-1 0 0,0-1-2 0 0,1 0 0 0 0,-1 1-1 0 0,1-1 1 0 0,0 1 0 0 0,0 0 0 0 0,0-1 0 0 0,1 1 0 0 0,-1 0-1 0 0,0 0 1 0 0,-1 5 0 0 0,0 1-30 0 0,1 0-1 0 0,0 0 0 0 0,0-1 1 0 0,0 1-1 0 0,1 0 0 0 0,1 1 1 0 0,0 13-1 0 0,0-21-244 0 0,0-1-1 0 0,0 0 1 0 0,0 1-1 0 0,1-1 1 0 0,-1 0-1 0 0,0 1 1 0 0,1-1-1 0 0,-1 0 1 0 0,1 1-1 0 0,-1-1 1 0 0,1 0 0 0 0,0 0-1 0 0,0 1 1 0 0,-1-1-1 0 0,1 0 1 0 0,0 0-1 0 0,0 0 1 0 0,0 0-1 0 0,0 0 1 0 0,0 0-1 0 0,0 0 1 0 0,0-1-1 0 0,1 1 1 0 0,-1 0-1 0 0,2 0 1 0 0,0 0-54 0 0,0 0 1 0 0,0-1-1 0 0,0 0 1 0 0,-1 0-1 0 0,1 0 1 0 0,0 0-1 0 0,0 0 1 0 0,0-1-1 0 0,-1 1 1 0 0,1-1 0 0 0,0 1-1 0 0,3-2 1 0 0,4-3-179 0 0,1 1 1 0 0,0-2-1 0 0,-1 1 1 0 0,0-1 0 0 0,11-9-1 0 0,18-13 75 0 0,-27 21 863 0 0,-1-1 1 0 0,0-1 0 0 0,15-14 0 0 0,-25 22-586 0 0,-1 1 1 0 0,0-1-1 0 0,1 1 0 0 0,-1-1 1 0 0,1 1-1 0 0,-1-1 0 0 0,1 1 1 0 0,-1-1-1 0 0,1 1 1 0 0,-1-1-1 0 0,1 1 0 0 0,-1 0 1 0 0,1-1-1 0 0,-1 1 0 0 0,1 0 1 0 0,0 0-1 0 0,-1-1 0 0 0,1 1 1 0 0,0 0-1 0 0,-1 0 0 0 0,1 0 1 0 0,0 0-1 0 0,-1 0 0 0 0,1 0 1 0 0,0 0-1 0 0,-1 0 0 0 0,1 0 1 0 0,-1 0-1 0 0,1 0 0 0 0,1 1 1 0 0,10 17 954 0 0,1 42-1089 0 0,-11-47-31 0 0,13 40-1695 0 0,-1-20-2925 0 0,-5-17 1931 0 0</inkml:trace>
</inkml:ink>
</file>

<file path=ppt/ink/ink7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1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43 468 0 0,'-3'-24'3484'0'0,"-1"6"4622"0"0,3 18-8009 0 0,0 1 0 0 0,-1 0 0 0 0,1-1 0 0 0,1 1 0 0 0,-1 0 0 0 0,0 0 0 0 0,0 0 0 0 0,0 0 0 0 0,0 0 0 0 0,1 0 0 0 0,-1 0 0 0 0,0 0 0 0 0,1 0 0 0 0,-1 0 0 0 0,1 0 0 0 0,-1 1 0 0 0,1-1 1 0 0,-1 0-1 0 0,1 2 0 0 0,-47 109 442 0 0,33-64-5781 0 0,14-43 1722 0 0,0 4 272 0 0</inkml:trace>
</inkml:ink>
</file>

<file path=ppt/ink/ink7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1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0 528 0 0,'0'0'8109'0'0,"0"1"-8014"0"0,0-1 0 0 0,1 1 0 0 0,-1-1 0 0 0,0 1 0 0 0,0 0 0 0 0,1-1 0 0 0,-1 1 0 0 0,0-1 0 0 0,0 1 0 0 0,0 0 0 0 0,0-1 1 0 0,0 1-1 0 0,0 0 0 0 0,0-1 0 0 0,0 1 0 0 0,0-1 0 0 0,0 1 0 0 0,0 0 0 0 0,-1-1 0 0 0,1 1 0 0 0,0 0 0 0 0,0-1 0 0 0,-1 2 0 0 0,-52 62 1947 0 0,-5 6-2737 0 0,44-54-1473 0 0,-1-1 1 0 0,-24 18 0 0 0,7-10-1076 0 0</inkml:trace>
</inkml:ink>
</file>

<file path=ppt/ink/ink7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5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28 360 0 0,'0'0'894'0'0,"1"-9"486"0"0,-1 3 2401 0 0,0 6-3679 0 0,0-1 1 0 0,-1 0-1 0 0,1 1 0 0 0,0-1 0 0 0,0 1 1 0 0,0-1-1 0 0,0 1 0 0 0,-1-1 0 0 0,1 0 1 0 0,0 1-1 0 0,-1-1 0 0 0,1 1 0 0 0,0-1 0 0 0,-1 1 1 0 0,1 0-1 0 0,0-1 0 0 0,-1 1 0 0 0,1-1 1 0 0,-1 1-1 0 0,1 0 0 0 0,-1-1 0 0 0,1 1 1 0 0,-1 0-1 0 0,1-1 0 0 0,-1 1 0 0 0,0 0 0 0 0,1 0 1 0 0,-1 0-1 0 0,1-1 0 0 0,-1 1 0 0 0,0 0 1 0 0,-24 7 1238 0 0,-30 31-825 0 0,42-29 29 0 0,-26 19-3 0 0,0 2-1 0 0,-34 35 1 0 0,60-52-436 0 0,2 0 0 0 0,-1 0 0 0 0,2 1 1 0 0,-1 0-1 0 0,2 1 0 0 0,0 0 0 0 0,1 1 1 0 0,0 0-1 0 0,-5 17 0 0 0,13-32-86 0 0,-1 0 0 0 0,1 0-1 0 0,-1 0 1 0 0,1 1 0 0 0,0-1-1 0 0,-1 0 1 0 0,1 0 0 0 0,0 1 0 0 0,0-1-1 0 0,0 0 1 0 0,0 0 0 0 0,0 1 0 0 0,0-1-1 0 0,0 0 1 0 0,0 1 0 0 0,0-1 0 0 0,1 0-1 0 0,-1 0 1 0 0,0 0 0 0 0,1 1 0 0 0,-1-1-1 0 0,1 0 1 0 0,0 0 0 0 0,-1 0 0 0 0,1 0-1 0 0,0 0 1 0 0,0 0 0 0 0,-1 0 0 0 0,1 0-1 0 0,0 0 1 0 0,1 1 0 0 0,1-1 2 0 0,0 0 0 0 0,0 0 0 0 0,0 0 0 0 0,0-1-1 0 0,1 1 1 0 0,-1-1 0 0 0,0 0 0 0 0,0 0 0 0 0,0 0 0 0 0,0 0 0 0 0,0 0 0 0 0,5-2 0 0 0,10-1 18 0 0,-1-2-1 0 0,1 0 1 0 0,24-12-1 0 0,48-17 5 0 0,-88 33-45 0 0,-2 1 1 0 0,0-1-1 0 0,0 1 0 0 0,0 0 1 0 0,1 0-1 0 0,-1 0 1 0 0,0-1-1 0 0,0 1 0 0 0,0 0 1 0 0,0 0-1 0 0,0 0 1 0 0,0-1-1 0 0,0 1 0 0 0,0 0 1 0 0,0 0-1 0 0,0 0 1 0 0,1-1-1 0 0,-1 1 0 0 0,0 0 1 0 0,0 0-1 0 0,0 0 1 0 0,0 0-1 0 0,1 0 0 0 0,-1 0 1 0 0,0-1-1 0 0,0 1 1 0 0,0 0-1 0 0,0 0 0 0 0,1 0 1 0 0,-1 0-1 0 0,0 0 1 0 0,0 0-1 0 0,1 0 0 0 0,-1 0 1 0 0,0 0-1 0 0,0 0 1 0 0,0 0-1 0 0,1 0 0 0 0,-1 0 1 0 0,0 0-1 0 0,0 0 1 0 0,0 0-1 0 0,1 0 0 0 0,-1 0 1 0 0,0 0-1 0 0,0 0 1 0 0,17 7-23 0 0,12 14 24 0 0,1 9 39 0 0,-24-28-32 0 0,0 0-1 0 0,0-1 0 0 0,0 0 0 0 0,0 0 0 0 0,0 0 0 0 0,0-1 0 0 0,0 0 0 0 0,0 0 0 0 0,0 0 1 0 0,-1-1-1 0 0,1 0 0 0 0,0 0 0 0 0,0 0 0 0 0,0-1 0 0 0,0 0 0 0 0,-1 0 0 0 0,1 0 0 0 0,-1-1 1 0 0,0 0-1 0 0,1 0 0 0 0,-1 0 0 0 0,-1-1 0 0 0,1 0 0 0 0,0 0 0 0 0,-1 0 0 0 0,0 0 0 0 0,0-1 1 0 0,0 1-1 0 0,4-9 0 0 0,-4 6 1 0 0,0 0-1 0 0,-1 0 1 0 0,0 0 0 0 0,0-1 0 0 0,-1 1 0 0 0,0-1 0 0 0,2-15-1 0 0,-4 21 7 0 0,-8-41-18 0 0,10 48 2 0 0,1-1 0 0 0,-1 0-1 0 0,1 0 1 0 0,1-1 0 0 0,-1 1 0 0 0,0-1 0 0 0,1 1 0 0 0,0-1-1 0 0,-1 0 1 0 0,1 0 0 0 0,1-1 0 0 0,-1 1 0 0 0,0-1 0 0 0,9 4 0 0 0,-4-3-13 0 0,0-1 1 0 0,1 0-1 0 0,-1 0 1 0 0,1 0 0 0 0,0-1-1 0 0,-1-1 1 0 0,14 0-1 0 0,-9-1-10 0 0,1 0 0 0 0,-1-2 0 0 0,0 1 0 0 0,0-2-1 0 0,0 0 1 0 0,-1 0 0 0 0,1-1 0 0 0,-1-1 0 0 0,0 0-1 0 0,19-13 1 0 0,-6-3 13 0 0,-27 22 11 0 0,1 0 1 0 0,0 0 0 0 0,0 0-1 0 0,0 0 1 0 0,0 0 0 0 0,0 0-1 0 0,0 0 1 0 0,0 0 0 0 0,0 0-1 0 0,-1 0 1 0 0,1 0-1 0 0,0 0 1 0 0,0 0 0 0 0,0 0-1 0 0,0 0 1 0 0,0 0 0 0 0,0 0-1 0 0,0 0 1 0 0,0 0 0 0 0,-1 0-1 0 0,1 0 1 0 0,0 0 0 0 0,0 0-1 0 0,0 0 1 0 0,0 0 0 0 0,0 0-1 0 0,0 0 1 0 0,0 0 0 0 0,-1 0-1 0 0,1 0 1 0 0,0 0-1 0 0,0 0 1 0 0,0 0 0 0 0,0-1-1 0 0,0 1 1 0 0,0 0 0 0 0,0 0-1 0 0,0 0 1 0 0,0 0 0 0 0,0 0-1 0 0,0 0 1 0 0,0 0 0 0 0,0 0-1 0 0,-1-1 1 0 0,-1 3-1 0 0,-1 0 0 0 0,1 0-1 0 0,0 0 1 0 0,-1 1 0 0 0,1-1 0 0 0,0 0 0 0 0,0 1-1 0 0,0-1 1 0 0,1 1 0 0 0,-1 0 0 0 0,1 0 0 0 0,-1 0-1 0 0,1-1 1 0 0,0 1 0 0 0,-1 5 0 0 0,1-5-1 0 0,1 0 1 0 0,0 1-1 0 0,0-1 1 0 0,0 0-1 0 0,0 0 1 0 0,0 0-1 0 0,1 0 1 0 0,-1 0 0 0 0,1 0-1 0 0,0 1 1 0 0,0-1-1 0 0,0-1 1 0 0,0 1-1 0 0,0 0 1 0 0,1 0-1 0 0,-1 0 1 0 0,1-1-1 0 0,0 1 1 0 0,0-1-1 0 0,0 1 1 0 0,0-1-1 0 0,0 0 1 0 0,1 0-1 0 0,-1 0 1 0 0,1 0-1 0 0,-1 0 1 0 0,1 0 0 0 0,0-1-1 0 0,-1 1 1 0 0,1-1-1 0 0,0 0 1 0 0,0 0-1 0 0,0 0 1 0 0,0 0-1 0 0,0 0 1 0 0,0-1-1 0 0,7 1 1 0 0,-5-1-3 0 0,0 0 1 0 0,1 0-1 0 0,-1-1 1 0 0,0 1-1 0 0,0-1 0 0 0,1-1 1 0 0,-1 1-1 0 0,0-1 1 0 0,0 0-1 0 0,0 0 1 0 0,-1 0-1 0 0,1-1 1 0 0,9-5-1 0 0,-5 1 5 0 0,0 0 0 0 0,0-1 1 0 0,-1 1-1 0 0,1-2 0 0 0,7-10 0 0 0,-14 17 7 0 0,0-1-1 0 0,0 1 1 0 0,0-1-1 0 0,-1 1 1 0 0,1-1-1 0 0,-1 1 1 0 0,0-1-1 0 0,1 0 1 0 0,-1 0-1 0 0,-1 0 1 0 0,1 0-1 0 0,0 0 1 0 0,-1 0-1 0 0,1 0 1 0 0,-1 0-1 0 0,0 0 1 0 0,0 0-1 0 0,0 0 1 0 0,0 0-1 0 0,-1 0 1 0 0,1 0-1 0 0,-1 0 1 0 0,0 0 0 0 0,0 0-1 0 0,0 0 1 0 0,0 0-1 0 0,0 1 1 0 0,-1-1-1 0 0,1 0 1 0 0,-1 1-1 0 0,-2-3 1 0 0,1 1-114 0 0,0 1 0 0 0,0 0 0 0 0,0 0 0 0 0,-1 1 0 0 0,1-1 0 0 0,-1 1 0 0 0,0 0 0 0 0,0-1 0 0 0,0 2 1 0 0,0-1-1 0 0,0 0 0 0 0,0 1 0 0 0,0 0 0 0 0,-1 0 0 0 0,1 0 0 0 0,0 0 0 0 0,-1 1 0 0 0,1 0 0 0 0,0 0 0 0 0,-6 0 1 0 0,-8 11-2748 0 0</inkml:trace>
</inkml:ink>
</file>

<file path=ppt/ink/ink7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6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10 282 884 0 0,'0'0'835'0'0,"-10"35"6473"0"0,11-34-7218 0 0,0-1 0 0 0,1 1 0 0 0,-1-1 0 0 0,0 0 0 0 0,0 0-1 0 0,0 0 1 0 0,0 0 0 0 0,0 1 0 0 0,0-1 0 0 0,1-1 0 0 0,-1 1 0 0 0,0 0-1 0 0,0 0 1 0 0,0 0 0 0 0,0-1 0 0 0,0 1 0 0 0,0 0 0 0 0,0-1-1 0 0,0 1 1 0 0,0-1 0 0 0,0 0 0 0 0,0 1 0 0 0,0-1 0 0 0,0 0-1 0 0,1 0 1 0 0,37-25 315 0 0,-32 22 31 0 0,-5 3-130 0 0,30 31-73 0 0,-25-23-226 0 0,0-1 1 0 0,1 0 0 0 0,0 0 0 0 0,0-1 0 0 0,0 0 0 0 0,0 0 0 0 0,1-1 0 0 0,0 0 0 0 0,0 0 0 0 0,0-1 0 0 0,18 4 0 0 0,-19-6-3 0 0,-1 0-1 0 0,1-1 1 0 0,-1 0-1 0 0,0 0 1 0 0,1-1 0 0 0,-1 0-1 0 0,1 0 1 0 0,-1-1-1 0 0,0 0 1 0 0,0 0-1 0 0,0-1 1 0 0,0 1 0 0 0,0-2-1 0 0,0 1 1 0 0,-1-1-1 0 0,9-5 1 0 0,0-4 86 0 0,0 1 0 0 0,-1-2 0 0 0,0 1 0 0 0,-1-2-1 0 0,0 0 1 0 0,-2-1 0 0 0,0 0 0 0 0,0 0 0 0 0,-1-1 0 0 0,-2-1 0 0 0,1 0 0 0 0,-2 0 0 0 0,-1 0 0 0 0,0-1 0 0 0,4-22 0 0 0,0-18 2162 0 0,-9 57-1847 0 0,-9 2-119 0 0,7 0-266 0 0,0 0 0 0 0,1 0 0 0 0,-1 0 0 0 0,0 0-1 0 0,0 0 1 0 0,0 0 0 0 0,1 0 0 0 0,-1 0 0 0 0,0 0 0 0 0,0 0 0 0 0,1 1 0 0 0,-1-1 0 0 0,0 0-1 0 0,0 1 1 0 0,1-1 0 0 0,-1 0 0 0 0,0 1 0 0 0,1-1 0 0 0,-1 1 0 0 0,0-1 0 0 0,1 1 0 0 0,-1-1-1 0 0,1 1 1 0 0,-1 0 0 0 0,1-1 0 0 0,-1 2 0 0 0,-6 7 54 0 0,0 0 0 0 0,1 0 0 0 0,0 0 0 0 0,1 1 0 0 0,0 0 0 0 0,1 0 0 0 0,0 0 0 0 0,0 1 0 0 0,1 0 0 0 0,-3 19 0 0 0,2-2-774 0 0,1 1 0 0 0,2 54 0 0 0,7-28-1345 0 0,3-27-381 0 0,6-6-3808 0 0,-3-13 2910 0 0</inkml:trace>
</inkml:ink>
</file>

<file path=ppt/ink/ink7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6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67 242 4 0 0,'0'0'1081'0'0,"-10"-7"311"0"0,-1 5 1510 0 0,8 4-2746 0 0,0 0 0 0 0,0 0-1 0 0,0 0 1 0 0,0 0 0 0 0,0 0-1 0 0,1 1 1 0 0,-1-1 0 0 0,1 1-1 0 0,0 0 1 0 0,-1 0 0 0 0,1 0 0 0 0,0 0-1 0 0,0 0 1 0 0,1 0 0 0 0,-1 0-1 0 0,1 0 1 0 0,0 1 0 0 0,0-1-1 0 0,0 1 1 0 0,0-1 0 0 0,0 1 0 0 0,1-1-1 0 0,-1 1 1 0 0,1 0 0 0 0,0-1-1 0 0,0 1 1 0 0,1-1 0 0 0,-1 1-1 0 0,1 0 1 0 0,0-1 0 0 0,-1 1 0 0 0,2-1-1 0 0,0 4 1 0 0,-1-6-131 0 0,0 0 1 0 0,-1-1-1 0 0,1 1 1 0 0,0 0-1 0 0,0 0 1 0 0,0-1-1 0 0,-1 1 1 0 0,1 0-1 0 0,0-1 1 0 0,0 1-1 0 0,0-1 1 0 0,0 1-1 0 0,0-1 1 0 0,1 0-1 0 0,-1 1 1 0 0,0-1-1 0 0,0 0 1 0 0,0 0-1 0 0,0 1 1 0 0,0-1-1 0 0,0 0 1 0 0,0 0-1 0 0,0-1 1 0 0,1 1-1 0 0,-1 0 1 0 0,0 0-1 0 0,0 0 1 0 0,0-1-1 0 0,0 1 1 0 0,0 0-1 0 0,0-1 0 0 0,0 1 1 0 0,2-2-1 0 0,32-16 213 0 0,-17 3-177 0 0,-1-1 0 0 0,-1-1 0 0 0,0 0 0 0 0,-1-2 0 0 0,20-31 0 0 0,-11 9 774 0 0,32-77 0 0 0,-46 86 1635 0 0,-14 29-1424 0 0,-8 14-1021 0 0,6-2-7 0 0,0 0 0 0 0,1 0 0 0 0,0 1 1 0 0,0-1-1 0 0,1 1 0 0 0,0 0 0 0 0,1 0 0 0 0,0 1 1 0 0,-2 14-1 0 0,2-5-750 0 0,1 1-1 0 0,0-1 1 0 0,4 37 0 0 0,-2-51 335 0 0,1-1 1 0 0,0 1 0 0 0,1 0-1 0 0,-1-1 1 0 0,1 1 0 0 0,1-1-1 0 0,2 7 1 0 0,14 17-4747 0 0,-1-10 1602 0 0</inkml:trace>
</inkml:ink>
</file>

<file path=ppt/ink/ink7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7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8 970 11181 0 0,'-8'1'-1'0'0,"8"-1"3"0"0,0 0-1 0 0,0 0 0 0 0,1 0 1 0 0,-1 0-1 0 0,0 0 0 0 0,0 0 1 0 0,0-1-1 0 0,0 1 0 0 0,0 0 1 0 0,0 0-1 0 0,0 0 0 0 0,0 0 1 0 0,0 0-1 0 0,1 0 0 0 0,-1 0 1 0 0,0 0-1 0 0,0 0 0 0 0,0-1 1 0 0,0 1-1 0 0,0 0 0 0 0,0 0 1 0 0,0 0-1 0 0,0 0 0 0 0,0 0 1 0 0,0 0-1 0 0,0 0 0 0 0,0-1 1 0 0,0 1-1 0 0,0 0 0 0 0,0 0 1 0 0,0 0-1 0 0,0 0 0 0 0,0 0 1 0 0,0 0-1 0 0,0-1 0 0 0,0 1 1 0 0,0 0-1 0 0,0 0 0 0 0,0 0 1 0 0,0 0-1 0 0,0 0 0 0 0,0 0 1 0 0,0 0-1 0 0,-1-1 0 0 0,27-11 63 0 0,-1 0-1 0 0,32-9 1 0 0,-27 10 5 0 0,-1-1 1 0 0,38-20 0 0 0,-45 18-34 0 0,0-1 0 0 0,-1-1 1 0 0,0-1-1 0 0,-2-1 1 0 0,0-1-1 0 0,-1 0 0 0 0,-1-1 1 0 0,-1-1-1 0 0,-1-1 1 0 0,0 0-1 0 0,14-33 0 0 0,-6 4 61 0 0,-3-1 0 0 0,-2-1 0 0 0,-2 0 0 0 0,12-76-1 0 0,-17 74-27 0 0,-1 7 471 0 0,-2 0 0 0 0,3-68 0 0 0,-11 113-194 0 0,-19 22-294 0 0,7-8-26 0 0,0 2 0 0 0,0-1 1 0 0,1 1-1 0 0,-11 18 0 0 0,-49 98 121 0 0,5 3-1 0 0,6 3 1 0 0,-55 181 0 0 0,75-204 53 0 0,39-110-104 0 0,6-6-110 0 0,56-53 131 0 0,-59 56-104 0 0,-1 0-11 0 0,3-3-10 0 0,-3 4 15 0 0,30 40 79 0 0,-27-34-341 0 0,-1-1 0 0 0,0 1 0 0 0,1-1 0 0 0,0 0 0 0 0,0-1 0 0 0,1 1 0 0 0,0-1 0 0 0,-1 0 0 0 0,1 0 0 0 0,0 0-1 0 0,1 0 1 0 0,9 4 0 0 0,-9-6-661 0 0,1 0 0 0 0,-1 0 0 0 0,1 0 0 0 0,0-1 0 0 0,-1 0 0 0 0,1 0 0 0 0,9-1 0 0 0,2-1-2020 0 0</inkml:trace>
</inkml:ink>
</file>

<file path=ppt/ink/ink7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7:58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64 348 0 0,'-4'0'10562'0'0,"-26"8"-10358"0"0,18-2 247 0 0,0 0 0 0 0,0 1 0 0 0,1 0 0 0 0,-16 14 0 0 0,-5 3 470 0 0,30-24-832 0 0,2 3-13 0 0,3 5 251 0 0,25-8-234 0 0,-26 0-103 0 0,41 9-75 0 0,-36-6 67 0 0,0-1-1 0 0,0 0 0 0 0,0-1 1 0 0,0 1-1 0 0,10-1 1 0 0,9-1-19 0 0,7-4-9 0 0,-4-4 20 0 0,12-9 41 0 0,-25 8 79 0 0,0-2 0 0 0,0 0 0 0 0,-1 0 1 0 0,0-2-1 0 0,-1 0 0 0 0,0 0 0 0 0,-2-1 0 0 0,1-1 1 0 0,11-19-1 0 0,-23 33 62 0 0,-6 10 702 0 0,-18 33-734 0 0,10-12 5 0 0,9-17-90 0 0,1 0 1 0 0,0 0-1 0 0,1 0 1 0 0,0 0-1 0 0,0 24 1 0 0,2-35-29 0 0,8 5-24 0 0,-7-6 14 0 0,-1-1-1 0 0,1 1 1 0 0,0 0 0 0 0,-1-1 0 0 0,1 1 0 0 0,0-1 0 0 0,-1 1 0 0 0,1-1-1 0 0,0 1 1 0 0,0-1 0 0 0,-1 1 0 0 0,1-1 0 0 0,0 0 0 0 0,0 1 0 0 0,0-1-1 0 0,0 0 1 0 0,-1 0 0 0 0,1 1 0 0 0,0-1 0 0 0,0 0 0 0 0,0 0-1 0 0,0 0 1 0 0,0 0 0 0 0,0 0 0 0 0,1-1 0 0 0,9 0-4 0 0,-1-1 0 0 0,0 0 1 0 0,0-1-1 0 0,-1 0 0 0 0,1 0 0 0 0,0-1 0 0 0,-1 0 1 0 0,14-9-1 0 0,7-7-38 0 0,33-28 1 0 0,-37 27 25 0 0,-16 7 54 0 0,-10 14-43 0 0,0-1 0 0 0,1 0 0 0 0,-1 1 1 0 0,0-1-1 0 0,0 0 0 0 0,1 1 1 0 0,-1-1-1 0 0,1 0 0 0 0,-1 1 1 0 0,1-1-1 0 0,-1 1 0 0 0,1-1 0 0 0,-1 1 1 0 0,1-1-1 0 0,0 1 0 0 0,-1-1 1 0 0,1 1-1 0 0,-1-1 0 0 0,1 1 0 0 0,0 0 1 0 0,0 0-1 0 0,-1-1 0 0 0,2 1 1 0 0,10 46-19 0 0,-11-43 26 0 0,1 1 1 0 0,-1 0 0 0 0,1-1 0 0 0,0 1-1 0 0,0-1 1 0 0,0 0 0 0 0,1 0 0 0 0,-1 0-1 0 0,1 0 1 0 0,0 0 0 0 0,-1 0 0 0 0,1 0-1 0 0,1-1 1 0 0,-1 0 0 0 0,0 0 0 0 0,0 0-1 0 0,1 0 1 0 0,0 0 0 0 0,-1 0 0 0 0,7 1-1 0 0,-2-1-3 0 0,1-1 0 0 0,0 0 0 0 0,0 0 0 0 0,0-1 0 0 0,0 0-1 0 0,0-1 1 0 0,0 0 0 0 0,10-2 0 0 0,-9 2 133 0 0,1-2 1 0 0,-1 1-1 0 0,0-1 1 0 0,0-1-1 0 0,0 0 1 0 0,-1 0-1 0 0,1-1 1 0 0,-1 0-1 0 0,0-1 1 0 0,0 0 0 0 0,-1 0-1 0 0,0-1 1 0 0,0 0-1 0 0,0-1 1 0 0,-1 1-1 0 0,0-1 1 0 0,-1-1-1 0 0,1 1 1 0 0,6-15-1 0 0,-12 22 806 0 0,-4 6-874 0 0,-1 4-107 0 0,0 0 0 0 0,0 0 1 0 0,1 0-1 0 0,1 0 0 0 0,-1 1 1 0 0,1-1-1 0 0,1 1 0 0 0,0 0 1 0 0,0-1-1 0 0,2 16 0 0 0,4 17-3794 0 0,7-4-4925 0 0</inkml:trace>
</inkml:ink>
</file>

<file path=ppt/ink/ink7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2.0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493 85 240 0 0,'22'-37'5625'0'0,"0"-11"2371"0"0,-31 69-7893 0 0,-52 118 791 0 0,-18 47-147 0 0,53-104-561 0 0,13-41-4 0 0,-28 64 1 0 0,28-71 395 0 0,58-271-780 0 0,-45 235 186 0 0,0 1-1 0 0,0-1 0 0 0,0 1 1 0 0,0-1-1 0 0,0 1 1 0 0,0-1-1 0 0,0 1 1 0 0,0-1-1 0 0,0 1 0 0 0,-1 0 1 0 0,1-1-1 0 0,-1 1 1 0 0,1-1-1 0 0,-1 1 0 0 0,0 0 1 0 0,1-1-1 0 0,-1 1 1 0 0,0 0-1 0 0,0-1 1 0 0,0 1-1 0 0,0 0 0 0 0,0 0 1 0 0,0 0-1 0 0,0 0 1 0 0,0 0-1 0 0,-1 0 1 0 0,1 0-1 0 0,0 1 0 0 0,0-1 1 0 0,-1 0-1 0 0,1 1 1 0 0,-1-1-1 0 0,1 1 0 0 0,0-1 1 0 0,-1 1-1 0 0,1 0 1 0 0,-1-1-1 0 0,1 1 1 0 0,-1 0-1 0 0,1 0 0 0 0,-1 0 1 0 0,1 0-1 0 0,-1 1 1 0 0,-2-1-1 0 0,-6 1-18 0 0,-1 0 0 0 0,1 1 0 0 0,0 0-1 0 0,-16 6 1 0 0,0 1-3 0 0,0 1-1 0 0,1 1 1 0 0,-36 23 0 0 0,54-30 39 0 0,0 0 0 0 0,1 1 0 0 0,-1 0 0 0 0,1 0 0 0 0,0 0 0 0 0,1 1 0 0 0,-1 0 1 0 0,1 0-1 0 0,0 0 0 0 0,1 1 0 0 0,0-1 0 0 0,0 1 0 0 0,0 0 0 0 0,0 0 0 0 0,1 1 0 0 0,-3 13 0 0 0,5-18 0 0 0,0 0-1 0 0,1 0 0 0 0,0 0 0 0 0,0 0 1 0 0,0 0-1 0 0,0 0 0 0 0,0 0 0 0 0,0 0 1 0 0,1 0-1 0 0,0 0 0 0 0,-1 0 0 0 0,1 0 1 0 0,0 0-1 0 0,1 0 0 0 0,-1 0 0 0 0,0-1 1 0 0,1 1-1 0 0,-1-1 0 0 0,1 1 0 0 0,0-1 1 0 0,3 4-1 0 0,-1-3-11 0 0,1 1-1 0 0,0-1 1 0 0,-1 0-1 0 0,1 0 1 0 0,0-1-1 0 0,0 0 1 0 0,1 0 0 0 0,-1 0-1 0 0,0 0 1 0 0,11 1-1 0 0,6 0-82 0 0,-1-1 1 0 0,1-1-1 0 0,0-1 0 0 0,41-6 0 0 0,-6-4-347 0 0,93-31-1 0 0,-61 16 718 0 0,-89 24-255 0 0,1 1 1 0 0,0 0 0 0 0,-1 0 0 0 0,1 0 0 0 0,0 0-1 0 0,-1 0 1 0 0,1 0 0 0 0,-1 0 0 0 0,1 0 0 0 0,0 0-1 0 0,-1 0 1 0 0,1 0 0 0 0,0 1 0 0 0,-1-1 0 0 0,1 0 0 0 0,-1 0-1 0 0,1 1 1 0 0,0-1 0 0 0,-1 0 0 0 0,1 1 0 0 0,-1-1-1 0 0,1 0 1 0 0,-1 1 0 0 0,1-1 0 0 0,-1 1 0 0 0,1-1-1 0 0,-1 1 1 0 0,0-1 0 0 0,1 1 0 0 0,-1-1 0 0 0,0 1-1 0 0,1-1 1 0 0,-1 1 0 0 0,0-1 0 0 0,0 1 0 0 0,0 0-1 0 0,1-1 1 0 0,-1 1 0 0 0,0 0 0 0 0,0-1 0 0 0,0 1-1 0 0,0 0 1 0 0,0-1 0 0 0,0 1 0 0 0,0-1 0 0 0,0 1-1 0 0,0 0 1 0 0,0-1 0 0 0,-1 1 0 0 0,1 0 0 0 0,0-1-1 0 0,0 1 1 0 0,-1 0 0 0 0,0 1 25 0 0,-20 41-1063 0 0,20-41 418 0 0,-3 2 9 0 0,1-2-1380 0 0</inkml:trace>
</inkml:ink>
</file>

<file path=ppt/ink/ink7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2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53 104 0 0,'5'-49'7877'0'0,"-5"47"-6677"0"0,1 2-1236 0 0,-1 0 0 0 0,1 0 0 0 0,-1-1 0 0 0,1 1 0 0 0,-1 0 0 0 0,1 0 0 0 0,-1 0 0 0 0,1 0 0 0 0,-1-1 0 0 0,1 1 0 0 0,-1 0 0 0 0,1 0 0 0 0,0 0 1 0 0,-1 0-1 0 0,1 0 0 0 0,-1 0 0 0 0,1 0 0 0 0,-1 1 0 0 0,1-1 0 0 0,-1 0 0 0 0,1 0 0 0 0,-1 0 0 0 0,1 0 0 0 0,-1 1 0 0 0,1-1 0 0 0,-1 0 0 0 0,1 0 0 0 0,-1 1 0 0 0,1-1 0 0 0,-1 1 0 0 0,18 8-4118 0 0,-11-4 1954 0 0</inkml:trace>
</inkml:ink>
</file>

<file path=ppt/ink/ink7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2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1 904 0 0,'-5'1'460'0'0,"0"0"0"0"0,-1 1 0 0 0,1 0-1 0 0,0 0 1 0 0,0 0 0 0 0,0 1 0 0 0,1 0 0 0 0,-1 0-1 0 0,1 0 1 0 0,-1 0 0 0 0,1 1 0 0 0,0 0 0 0 0,0-1-1 0 0,0 2 1 0 0,1-1 0 0 0,-6 8 0 0 0,5-3-95 0 0,0 1 1 0 0,0-1-1 0 0,1 1 1 0 0,0-1-1 0 0,0 1 1 0 0,1 0-1 0 0,1 0 1 0 0,-1 14-1 0 0,2-21-284 0 0,0 1 0 0 0,0-1 0 0 0,-1 0 0 0 0,1 0 0 0 0,-1 0 0 0 0,1 1 0 0 0,-1-1 0 0 0,0 0 0 0 0,0 0 0 0 0,-1 0 0 0 0,1 0 0 0 0,0 0 0 0 0,-1-1-1 0 0,0 1 1 0 0,0 0 0 0 0,0-1 0 0 0,0 1 0 0 0,0-1 0 0 0,0 0 0 0 0,-1 1 0 0 0,1-1 0 0 0,-1 0 0 0 0,-2 1 0 0 0,-1-1 16 0 0,0 0 0 0 0,0-1 0 0 0,0 0 0 0 0,0 0 0 0 0,0 0 0 0 0,0-1 0 0 0,0 1 0 0 0,0-2 0 0 0,0 1 0 0 0,-11-2 0 0 0,15 1-84 0 0,-15-6-712 0 0</inkml:trace>
</inkml:ink>
</file>

<file path=ppt/ink/ink7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5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63 516 0 0,'17'-8'2832'0'0,"-11"6"-2055"0"0,-1 0 0 0 0,0 0 1 0 0,0-1-1 0 0,0 1 0 0 0,0-1 0 0 0,-1 0 0 0 0,1-1 0 0 0,4-4 0 0 0,-8 7-239 0 0,-1 1-464 0 0,1 0-1 0 0,-1-1 1 0 0,0 1 0 0 0,0 0 0 0 0,0 0 0 0 0,1 0 0 0 0,-1-1 0 0 0,0 1 0 0 0,0 0 0 0 0,0 0-1 0 0,1-1 1 0 0,-1 1 0 0 0,0 0 0 0 0,0 0 0 0 0,0-1 0 0 0,0 1 0 0 0,0 0 0 0 0,0-1 0 0 0,0 1-1 0 0,0 0 1 0 0,1-1 0 0 0,-1 1 0 0 0,0 0 0 0 0,0 0 0 0 0,0-1 0 0 0,-1 1 0 0 0,1 0 0 0 0,0-1-1 0 0,0 1 1 0 0,0 0 0 0 0,0-1 0 0 0,0 1 0 0 0,0 0 0 0 0,0 0 0 0 0,0-1 0 0 0,-1 1 0 0 0,1 0-1 0 0,0 0 1 0 0,0-1 0 0 0,-3-1-8 0 0,0 0 0 0 0,0 1 0 0 0,0-1-1 0 0,-1 1 1 0 0,1 0 0 0 0,0 0 0 0 0,0 0-1 0 0,-1 0 1 0 0,1 0 0 0 0,-1 1 0 0 0,1-1 0 0 0,0 1-1 0 0,-1 0 1 0 0,1 0 0 0 0,-1 0 0 0 0,1 1-1 0 0,-1-1 1 0 0,1 1 0 0 0,0 0 0 0 0,-1 0 0 0 0,1 0-1 0 0,0 0 1 0 0,0 1 0 0 0,0-1 0 0 0,0 1 0 0 0,-4 2-1 0 0,5-2-34 0 0,-1 0 0 0 0,0-1-1 0 0,1 1 1 0 0,0 1 0 0 0,-1-1 0 0 0,1 0-1 0 0,0 1 1 0 0,0-1 0 0 0,0 1-1 0 0,0 0 1 0 0,1-1 0 0 0,-1 1 0 0 0,1 0-1 0 0,-1 0 1 0 0,1 0 0 0 0,0 0-1 0 0,0 0 1 0 0,0 0 0 0 0,1 1 0 0 0,-1-1-1 0 0,1 0 1 0 0,0 0 0 0 0,0 0 0 0 0,0 1-1 0 0,0-1 1 0 0,1 0 0 0 0,-1 0-1 0 0,1 0 1 0 0,1 5 0 0 0,7 19 107 0 0,16 55 2 0 0,-25-81-139 0 0,0 0 0 0 0,0 0 1 0 0,0 0-1 0 0,-1 0 0 0 0,1 0 0 0 0,0 0 1 0 0,0 0-1 0 0,-1 0 0 0 0,1 0 0 0 0,0 0 1 0 0,-1 0-1 0 0,1 0 0 0 0,-1 0 0 0 0,0 0 1 0 0,1 0-1 0 0,-1-1 0 0 0,0 1 0 0 0,1 0 1 0 0,-1 0-1 0 0,0-1 0 0 0,0 1 0 0 0,0 0 1 0 0,1-1-1 0 0,-1 1 0 0 0,0-1 0 0 0,0 1 1 0 0,0-1-1 0 0,0 0 0 0 0,0 1 0 0 0,0-1 1 0 0,-2 0-1 0 0,-35 9 55 0 0,32-8-35 0 0,4-1-10 0 0,-50-5-65 0 0,57-7-4043 0 0,14-2 2276 0 0,9 3-60 0 0,-9 5-2322 0 0,-8 4 1456 0 0</inkml:trace>
</inkml:ink>
</file>

<file path=ppt/ink/ink7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6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7 104 0 0,'6'-4'4'0'0,"-5"3"260"0"0,-1 1 1 0 0,0 0-1 0 0,1 0 1 0 0,-1-1-1 0 0,1 1 1 0 0,-1 0-1 0 0,0 0 1 0 0,1 0 0 0 0,-1-1-1 0 0,1 1 1 0 0,-1 0-1 0 0,1 0 1 0 0,-1 0-1 0 0,1 0 1 0 0,-1 0-1 0 0,1 0 1 0 0,-1 0 0 0 0,1 0-1 0 0,-1 0 1 0 0,0 0-1 0 0,1 0 1 0 0,-1 0-1 0 0,1 1 1 0 0,-1-1-1 0 0,1 0 1 0 0,-1 0-1 0 0,1 0 1 0 0,-1 1 0 0 0,1-1-1 0 0,3 6 293 0 0,-3-3 500 0 0,-14 25 233 0 0,-8 4-154 0 0,16-23-1093 0 0,-1 0 1 0 0,0 0-1 0 0,0 0 1 0 0,-1-1-1 0 0,0 0 0 0 0,-9 8 1 0 0,9-8-837 0 0</inkml:trace>
</inkml:ink>
</file>

<file path=ppt/ink/ink7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6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31 708 0 0,'19'-27'9300'0'0,"-15"23"-9304"0"0,-2 4-128 0 0,9 10-1709 0 0,-4 3-4506 0 0</inkml:trace>
</inkml:ink>
</file>

<file path=ppt/ink/ink7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6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0 220 0 0,'0'0'3916'0'0,"-7"39"1235"0"0,6-37-5071 0 0,0 1 57 0 0,1 0-1 0 0,-2 0 1 0 0,1-1 0 0 0,0 1-1 0 0,0 0 1 0 0,-1-1 0 0 0,0 1 0 0 0,1-1-1 0 0,-1 1 1 0 0,0-1 0 0 0,0 0 0 0 0,0 0-1 0 0,-5 4 1115 0 0,9-10-1197 0 0,3-2-38 0 0,0 0 0 0 0,0 0 1 0 0,0 0-1 0 0,1 1 0 0 0,0 0 0 0 0,0 1 0 0 0,0-1 0 0 0,0 1 1 0 0,1 0-1 0 0,0 0 0 0 0,0 1 0 0 0,0 0 0 0 0,0 0 0 0 0,0 1 1 0 0,1 0-1 0 0,10-2 0 0 0,-15 4-28 0 0,-1 1 12 0 0,0-1 0 0 0,0 1 0 0 0,0 0-1 0 0,0 0 1 0 0,-1 0 0 0 0,1 0-1 0 0,0 0 1 0 0,0 0 0 0 0,-1 0-1 0 0,1 1 1 0 0,0-1 0 0 0,-1 0 0 0 0,0 1-1 0 0,1 0 1 0 0,-1-1 0 0 0,0 1-1 0 0,0 0 1 0 0,0 0 0 0 0,0-1-1 0 0,0 1 1 0 0,1 3 0 0 0,-3 0 10 0 0,-5 27-20 0 0,6-32 14 0 0,-1 1-1 0 0,1-1 1 0 0,0 1 0 0 0,0-1-1 0 0,0 1 1 0 0,0-1-1 0 0,0 1 1 0 0,0-1 0 0 0,0 1-1 0 0,0-1 1 0 0,0 1-1 0 0,0-1 1 0 0,0 1 0 0 0,0-1-1 0 0,1 1 1 0 0,-1-1 0 0 0,0 1-1 0 0,0-1 1 0 0,0 1-1 0 0,1-1 1 0 0,-1 1 0 0 0,0-1-1 0 0,1 0 1 0 0,-1 1-1 0 0,0-1 1 0 0,1 1 0 0 0,-1-1-1 0 0,0 0 1 0 0,1 0 0 0 0,-1 1-1 0 0,1-1 1 0 0,-1 0-1 0 0,0 1 1 0 0,1-1 0 0 0,-1 0-1 0 0,1 0 1 0 0,-1 0-1 0 0,1 0 1 0 0,-1 1 0 0 0,1-1-1 0 0,-1 0 1 0 0,1 0 0 0 0,-1 0-1 0 0,1 0 1 0 0,-1 0-1 0 0,1 0 1 0 0,-1 0 0 0 0,1 0-1 0 0,-1-1 1 0 0,2 1 0 0 0,133-34 0 0 0,-134 34-14 0 0,43 10 90 0 0,-12 5 90 0 0,-31-14-161 0 0</inkml:trace>
</inkml:ink>
</file>

<file path=ppt/ink/ink7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7.5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0 283 260 0 0,'6'-13'343'0'0,"0"1"1"0"0,1 0-1 0 0,0 1 1 0 0,0-1-1 0 0,2 2 1 0 0,-1-1-1 0 0,1 1 0 0 0,1 0 1 0 0,18-14-1 0 0,2-2 34 0 0,-12 6 40 0 0,10-16 803 0 0,-4 0 954 0 0,-8 11-25 0 0,-7 11 2075 0 0,-12 18-3791 0 0,-13 15 53 0 0,0 0 0 0 0,2 2 0 0 0,-21 39 0 0 0,19-26-271 0 0,2 0 0 0 0,2 1 0 0 0,1 0 0 0 0,1 1 0 0 0,-5 38 0 0 0,15-69-264 0 0,-1 1-1 0 0,0 0 0 0 0,1-1 1 0 0,0 1-1 0 0,1 0 0 0 0,-1-1 1 0 0,1 1-1 0 0,0-1 0 0 0,0 1 1 0 0,1-1-1 0 0,0 1 0 0 0,0-1 1 0 0,0 0-1 0 0,0 0 0 0 0,1 0 1 0 0,0 0-1 0 0,5 6 0 0 0,-5-7-84 0 0,2-1 0 0 0,-1 1 0 0 0,0-1 0 0 0,1 0 0 0 0,-1 0 0 0 0,1-1 0 0 0,0 1 0 0 0,0-1 0 0 0,0 0 0 0 0,0 0 0 0 0,1-1 0 0 0,-1 0 0 0 0,0 0 0 0 0,1 0 0 0 0,-1 0 0 0 0,1-1 0 0 0,8 0 0 0 0,-2 0 54 0 0,0 0-1 0 0,0-1 1 0 0,0-1-1 0 0,0 0 1 0 0,0-1-1 0 0,-1 0 1 0 0,0 0 0 0 0,1-1-1 0 0,-1-1 1 0 0,0 0-1 0 0,-1 0 1 0 0,1-1-1 0 0,-1-1 1 0 0,0 0 0 0 0,11-10-1 0 0,-20 16 198 0 0,1 0 0 0 0,0-1-1 0 0,-1 1 1 0 0,0-1 0 0 0,1 1 0 0 0,-1-1-1 0 0,0 0 1 0 0,0 0 0 0 0,0 1 0 0 0,0-1-1 0 0,2-3 1 0 0,-3 4-57 0 0,0 1-1 0 0,0-1 1 0 0,0 1 0 0 0,0-1-1 0 0,0 1 1 0 0,0-1-1 0 0,0 1 1 0 0,0-1 0 0 0,0 1-1 0 0,0-1 1 0 0,0 1-1 0 0,0-1 1 0 0,-1 1-1 0 0,1-1 1 0 0,0 1 0 0 0,0-1-1 0 0,0 1 1 0 0,-1-1-1 0 0,1 1 1 0 0,0 0 0 0 0,-1-1-1 0 0,1 1 1 0 0,0-1-1 0 0,-1 1 1 0 0,1 0-1 0 0,0-1 1 0 0,-1 1 0 0 0,1 0-1 0 0,-1-1 1 0 0,-1 1 5 0 0,0-1 1 0 0,0 0-1 0 0,0 1 1 0 0,0 0-1 0 0,0-1 1 0 0,0 1-1 0 0,-1 0 1 0 0,1 0-1 0 0,0 0 1 0 0,0 0-1 0 0,0 1 1 0 0,0-1-1 0 0,0 0 1 0 0,0 1-1 0 0,0 0 1 0 0,0-1-1 0 0,0 1 1 0 0,0 0-1 0 0,-3 2 1 0 0,-23 21 243 0 0,15-11-172 0 0,12-12-115 0 0,4 13-11 0 0,11-5-27 0 0,22-11-99 0 0,-9-1-32 0 0,22-2-317 0 0,-47 6 433 0 0,-9 10-51 0 0,1 18 56 0 0,4-22 72 0 0,2-6-56 0 0,4 15 40 0 0,-1-14-25 0 0,1 0 0 0 0,-1-1 0 0 0,1 1 0 0 0,0-1 0 0 0,0 0 0 0 0,-1 0 0 0 0,1 0 0 0 0,0 0 0 0 0,0-1 0 0 0,0 1 0 0 0,0-1-1 0 0,0 0 1 0 0,0 0 0 0 0,0-1 0 0 0,0 1 0 0 0,0-1 0 0 0,0 0 0 0 0,0 0 0 0 0,4-1 0 0 0,157-38 71 0 0,-132 35 686 0 0,-16 6-1397 0 0,-9 7-3498 0 0,1-5-2611 0 0</inkml:trace>
</inkml:ink>
</file>

<file path=ppt/ink/ink7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9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13 404 0 0,'5'-9'3094'0'0,"-5"9"-2997"0"0,0 0 1 0 0,1 0-1 0 0,-1 1 0 0 0,0-1 0 0 0,0 0 1 0 0,0 0-1 0 0,0 0 0 0 0,0 0 1 0 0,0 0-1 0 0,1 0 0 0 0,-1 0 1 0 0,0 0-1 0 0,0 0 0 0 0,0 0 1 0 0,0 0-1 0 0,0 0 0 0 0,1 0 0 0 0,-1 0 1 0 0,0 0-1 0 0,2-1 1460 0 0,-2 0-1460 0 0,0 1 0 0 0,0 0 1 0 0,0 0-1 0 0,0 0 0 0 0,0 0 1 0 0,0 0-1 0 0,0 0 0 0 0,0-1 1 0 0,0 1-1 0 0,0 0 0 0 0,0 0 1 0 0,0 0-1 0 0,0 0 0 0 0,0 0 0 0 0,0-1 1 0 0,0 1-1 0 0,0 0 0 0 0,0 0 1 0 0,0 0-1 0 0,0 0 0 0 0,0 0 1 0 0,0-1-1 0 0,2 32 577 0 0,-1-1 0 0 0,-1 0 0 0 0,-5 33 0 0 0,-1 34 187 0 0,5-67-639 0 0,3 38 1043 0 0,-2-67-458 0 0,6-5-625 0 0,26-25 118 0 0,-2-1 1 0 0,0-1-1 0 0,41-59 0 0 0,-9 3-2445 0 0,-44 62 686 0 0,-12 20-1031 0 0</inkml:trace>
</inkml:ink>
</file>

<file path=ppt/ink/ink7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09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14 116 460 0 0,'0'0'4064'0'0,"5"-4"-3470"0"0,16-10 177 0 0,-13 10-351 0 0,-1 0 0 0 0,0-1-1 0 0,0 0 1 0 0,0 0-1 0 0,-1-1 1 0 0,1 0-1 0 0,-1 0 1 0 0,-1 0 0 0 0,1-1-1 0 0,-1 0 1 0 0,8-13-1 0 0,-12 18 436 0 0,-1 1-833 0 0,0 1 0 0 0,0-1 0 0 0,0 1 1 0 0,-1-1-1 0 0,1 1 0 0 0,0-1 0 0 0,0 0 0 0 0,0 1 0 0 0,0-1 0 0 0,0 1 0 0 0,-1-1 0 0 0,1 1 0 0 0,0-1 1 0 0,0 1-1 0 0,-1-1 0 0 0,1 1 0 0 0,0-1 0 0 0,-1 1 0 0 0,1 0 0 0 0,-1-1 0 0 0,1 1 0 0 0,-1-1 1 0 0,1 1-1 0 0,-1 0 0 0 0,1-1 0 0 0,-1 1 0 0 0,1 0 0 0 0,-1 0 0 0 0,1-1 0 0 0,-1 1 0 0 0,0 0 0 0 0,-23 1 408 0 0,-19 16 111 0 0,38-13-527 0 0,1-1-1 0 0,0 1 1 0 0,0-1-1 0 0,0 1 1 0 0,0 0-1 0 0,1 1 1 0 0,-1-1 0 0 0,1 1-1 0 0,0-1 1 0 0,-2 7-1 0 0,4-10-76 0 0,1 1 0 0 0,-1-1 0 0 0,1 1 0 0 0,-1 0 0 0 0,1-1-1 0 0,-1 1 1 0 0,1-1 0 0 0,0 1 0 0 0,0 0 0 0 0,0-1 0 0 0,0 1 0 0 0,0 0 0 0 0,1-1 0 0 0,-1 1-1 0 0,0 0 1 0 0,1-1 0 0 0,-1 1 0 0 0,1 0 0 0 0,0-1 0 0 0,-1 1 0 0 0,1-1 0 0 0,0 0 0 0 0,0 1-1 0 0,0-1 1 0 0,0 1 0 0 0,0-1 0 0 0,0 0 0 0 0,0 0 0 0 0,1 0 0 0 0,-1 0 0 0 0,0 0 0 0 0,1 0-1 0 0,-1 0 1 0 0,0 0 0 0 0,1 0 0 0 0,-1-1 0 0 0,1 1 0 0 0,0 0 0 0 0,1 0 0 0 0,8 3-1214 0 0,-1 0 0 0 0,1-1 0 0 0,0 0 0 0 0,15 2 0 0 0,-7-5-1368 0 0</inkml:trace>
</inkml:ink>
</file>

<file path=ppt/ink/ink7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10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48 363 904 0 0,'0'0'3427'0'0,"-5"3"-2682"0"0,2-1-491 0 0,-1 0-1 0 0,1 0 0 0 0,-1 0 0 0 0,1 0 1 0 0,0 1-1 0 0,0-1 0 0 0,0 1 0 0 0,0 0 0 0 0,1 0 1 0 0,-4 5-1 0 0,5-7-192 0 0,0 0-1 0 0,1 1 1 0 0,-1-1 0 0 0,1 0-1 0 0,-1 1 1 0 0,1-1 0 0 0,-1 0 0 0 0,1 1-1 0 0,0-1 1 0 0,0 0 0 0 0,0 1-1 0 0,-1-1 1 0 0,1 1 0 0 0,1-1 0 0 0,-1 0-1 0 0,0 1 1 0 0,0-1 0 0 0,0 1-1 0 0,1-1 1 0 0,-1 0 0 0 0,1 1 0 0 0,-1-1-1 0 0,1 0 1 0 0,-1 0 0 0 0,1 1-1 0 0,0-1 1 0 0,0 0 0 0 0,0 0-1 0 0,0 0 1 0 0,-1 0 0 0 0,1 0 0 0 0,1 0-1 0 0,-1 0 1 0 0,0 0 0 0 0,0 0-1 0 0,0 0 1 0 0,0-1 0 0 0,3 2 0 0 0,3 2-11 0 0,0 0 1 0 0,0-1-1 0 0,0 0 1 0 0,1 0-1 0 0,0-1 1 0 0,-1 0-1 0 0,1 0 1 0 0,0 0 0 0 0,0-1-1 0 0,0-1 1 0 0,0 1-1 0 0,0-1 1 0 0,0 0-1 0 0,0-1 1 0 0,-1 0-1 0 0,1 0 1 0 0,0-1-1 0 0,0 0 1 0 0,-1-1 0 0 0,12-4-1 0 0,-7 1-39 0 0,0 0-1 0 0,0 0 0 0 0,-1-1 1 0 0,0-1-1 0 0,0 0 1 0 0,-1 0-1 0 0,0-1 1 0 0,-1 0-1 0 0,0-1 1 0 0,0 0-1 0 0,11-18 0 0 0,-2 1 144 0 0,-1-1-1 0 0,-2 0 0 0 0,-1-1 0 0 0,-1 0 0 0 0,-1-1 0 0 0,8-35 0 0 0,10-39 4067 0 0,-31 108-4142 0 0,0 0 1 0 0,-1-1 0 0 0,1 1 0 0 0,-1 0 0 0 0,0-1-1 0 0,0 1 1 0 0,0-1 0 0 0,-1 1 0 0 0,-4 4 0 0 0,-10 19 420 0 0,5 7 87 0 0,2 1 0 0 0,-9 66-1 0 0,-10 36-1960 0 0,24-121-45 0 0,-1 0 0 0 0,0-1 1 0 0,-13 23-1 0 0,7-21-4871 0 0</inkml:trace>
</inkml:ink>
</file>

<file path=ppt/ink/ink7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10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49 260 0 0,'0'0'785'0'0,"3"-2"-51"0"0,14-3-178 0 0,-1 1 0 0 0,1 1 0 0 0,0 0 0 0 0,0 1 1 0 0,0 1-1 0 0,22 1 0 0 0,15-2 360 0 0,-15-1 665 0 0,0-2 1 0 0,45-12-1 0 0,-82 17-1180 0 0,-1 0 62 0 0,0-1-408 0 0,-1 1-1 0 0,0 0 0 0 0,1 0 1 0 0,-1 0-1 0 0,1 0 0 0 0,-1-1 0 0 0,1 1 1 0 0,-1 0-1 0 0,0 0 0 0 0,1 0 1 0 0,-1 0-1 0 0,1 0 0 0 0,-1 0 0 0 0,1 0 1 0 0,-1 0-1 0 0,1 1 0 0 0,-1-1 1 0 0,0 0-1 0 0,1 0 0 0 0,-1 0 1 0 0,1 0-1 0 0,-1 0 0 0 0,0 1 0 0 0,1-1 1 0 0,-1 0-1 0 0,0 0 0 0 0,1 1 1 0 0,-14 45 484 0 0,11-41-517 0 0,-1 1 1 0 0,1-1-1 0 0,0 1 1 0 0,1 0-1 0 0,-1-1 1 0 0,1 1-1 0 0,1 0 1 0 0,-1 0-1 0 0,1 7 1 0 0,0-7-44 0 0,0-4 15 0 0,0-1 0 0 0,0 0 1 0 0,0 1-1 0 0,0-1 0 0 0,0 0 0 0 0,0 1 0 0 0,1-1 1 0 0,-1 0-1 0 0,0 1 0 0 0,1-1 0 0 0,-1 0 1 0 0,1 0-1 0 0,-1 1 0 0 0,1-1 0 0 0,0 0 1 0 0,-1 0-1 0 0,1 0 0 0 0,0 0 0 0 0,1 2 1 0 0,0-2 7 0 0,0-1 1 0 0,0 1 0 0 0,0 0-1 0 0,0-1 1 0 0,0 0 0 0 0,0 1-1 0 0,0-1 1 0 0,0 0 0 0 0,0 0 0 0 0,0 0-1 0 0,0 0 1 0 0,0 0 0 0 0,0 0-1 0 0,0-1 1 0 0,0 1 0 0 0,0-1-1 0 0,0 1 1 0 0,-1-1 0 0 0,1 0-1 0 0,0 0 1 0 0,0 0 0 0 0,0 0 0 0 0,-1 0-1 0 0,1 0 1 0 0,-1 0 0 0 0,1-1-1 0 0,-1 1 1 0 0,1 0 0 0 0,1-3-1 0 0,-3 4 0 0 0,3-3 34 0 0,0 0-1 0 0,0 1 0 0 0,-1-1 1 0 0,0 0-1 0 0,1 0 0 0 0,-1 0 1 0 0,0-1-1 0 0,0 1 0 0 0,-1 0 1 0 0,1-1-1 0 0,-1 1 0 0 0,1-1 1 0 0,-1 0-1 0 0,0 1 0 0 0,-1-1 1 0 0,1 0-1 0 0,-1 0 0 0 0,1 0 1 0 0,-1 1-1 0 0,0-1 0 0 0,-1-4 1 0 0,0 5 33 0 0,1 1-92 0 0,1 1 0 0 0,-1-1 0 0 0,0 0 0 0 0,0 0 0 0 0,-1 0 1 0 0,1 1-1 0 0,0-1 0 0 0,0 0 0 0 0,-1 0 0 0 0,1 1 0 0 0,-1-1 0 0 0,0 0 0 0 0,1 0 0 0 0,-1 1 0 0 0,0-1 0 0 0,0 1 0 0 0,0-1 0 0 0,0 1 1 0 0,0-1-1 0 0,-3-1 0 0 0,-6 1-425 0 0,-21-1-8336 0 0</inkml:trace>
</inkml:ink>
</file>

<file path=ppt/ink/ink7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11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93 112 0 0,'0'0'5823'0'0,"38"18"-1805"0"0,-36-17-3916 0 0,0 1 1 0 0,0-1-1 0 0,0 1 1 0 0,0 0-1 0 0,0-1 0 0 0,-1 1 1 0 0,1 0-1 0 0,0 0 1 0 0,-1 0-1 0 0,0 0 0 0 0,1 1 1 0 0,-1-1-1 0 0,0 0 1 0 0,0 0-1 0 0,0 1 0 0 0,0-1 1 0 0,-1 1-1 0 0,1-1 1 0 0,-1 1-1 0 0,1-1 0 0 0,-1 4 1 0 0,0-4 44 0 0,-9 33 503 0 0,9-35-624 0 0,0 0 0 0 0,-1 1 0 0 0,1-1-1 0 0,0 0 1 0 0,0 1 0 0 0,0-1 0 0 0,-1 0 0 0 0,1 1 0 0 0,0-1-1 0 0,0 0 1 0 0,0 1 0 0 0,0-1 0 0 0,0 1 0 0 0,0-1 0 0 0,0 0-1 0 0,0 1 1 0 0,0-1 0 0 0,0 1 0 0 0,0-1 0 0 0,0 0-1 0 0,0 1 1 0 0,0-1 0 0 0,0 0 0 0 0,0 1 0 0 0,0-1 0 0 0,0 1-1 0 0,0-1 1 0 0,1 0 0 0 0,-1 1 0 0 0,0-1 0 0 0,0 0 0 0 0,0 1-1 0 0,1-1 1 0 0,-1 0 0 0 0,0 1 0 0 0,0-1 0 0 0,1 0-1 0 0,-1 0 1 0 0,0 1 0 0 0,1-1 0 0 0,-1 0 0 0 0,0 0 0 0 0,1 0-1 0 0,-1 0 1 0 0,0 1 0 0 0,1-1 0 0 0,-1 0 0 0 0,1 0 0 0 0,-1 0-1 0 0,0 0 1 0 0,1 0 0 0 0,-1 0 0 0 0,1 0 0 0 0,-1 0-1 0 0,0 0 1 0 0,1 0 0 0 0,-1 0 0 0 0,1 0 0 0 0,36-14 431 0 0,39-33-278 0 0,-51 27 23 0 0,0-2 0 0 0,-1 0 0 0 0,38-47 0 0 0,-54 58 344 0 0,-3 4 111 0 0,-6 11-266 0 0,-8 28-228 0 0,7-14 36 0 0,1 0 0 0 0,1 1 0 0 0,0-1-1 0 0,5 30 1 0 0,-2-37-102 0 0,-1 1 1 0 0,-1-1-1 0 0,0 1 1 0 0,-1 0-1 0 0,0 0 1 0 0,0 0-1 0 0,-1-1 0 0 0,-1 1 1 0 0,0 0-1 0 0,-1-1 1 0 0,0 0-1 0 0,-8 20 1 0 0,9-29-75 0 0,0 0 0 0 0,0 1 0 0 0,0-1 0 0 0,-1 0 0 0 0,1 0 0 0 0,0-1 0 0 0,-1 1 0 0 0,1 0 0 0 0,-1-1 0 0 0,0 0 0 0 0,1 1 0 0 0,-1-1 1 0 0,0 0-1 0 0,-5 1 0 0 0,-45 8-139 0 0,37-7-383 0 0,-14 4-2231 0 0</inkml:trace>
</inkml:ink>
</file>

<file path=ppt/ink/ink7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11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11 656 0 0,'13'0'2416'0'0,"0"0"-100"0"0,1-4 1069 0 0,3 1-841 0 0,-10 0-1732 0 0</inkml:trace>
</inkml:ink>
</file>

<file path=ppt/ink/ink7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18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46 380 0 0,'-17'-45'11956'0'0,"21"48"-11668"0"0,5 7-150 0 0,0-1-1 0 0,-1 1 1 0 0,0 0 0 0 0,-1 1-1 0 0,0 0 1 0 0,-1 0 0 0 0,0 0 0 0 0,-1 1-1 0 0,0 0 1 0 0,5 20 0 0 0,0 3 125 0 0,-2 1 0 0 0,6 60 0 0 0,-13-85-205 0 0,-1 1 0 0 0,-1-1 1 0 0,0 1-1 0 0,-5 16 0 0 0,3-6 70 0 0,2-21-160 0 0,-1 5 365 0 0</inkml:trace>
</inkml:ink>
</file>

<file path=ppt/ink/ink7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18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0 424 0 0,'-3'5'783'0'0,"-3"4"-403"0"0,1 1-1 0 0,0 0 0 0 0,0 0 0 0 0,1 0 0 0 0,1 0 0 0 0,0 1 0 0 0,0 0 0 0 0,1-1 1 0 0,0 1-1 0 0,1 0 0 0 0,0 0 0 0 0,1 0 0 0 0,0 12 0 0 0,1-18-288 0 0,0 1 1 0 0,0 0-1 0 0,0 0 1 0 0,1-1-1 0 0,-1 1 0 0 0,1 0 1 0 0,1-1-1 0 0,-1 0 0 0 0,1 0 1 0 0,0 1-1 0 0,0-2 1 0 0,0 1-1 0 0,1 0 0 0 0,-1-1 1 0 0,1 1-1 0 0,1-1 0 0 0,-1 0 1 0 0,0 0-1 0 0,1-1 1 0 0,0 1-1 0 0,0-1 0 0 0,0 0 1 0 0,0-1-1 0 0,0 1 0 0 0,1-1 1 0 0,-1 0-1 0 0,8 2 0 0 0,-7-3 15 0 0,0 0 0 0 0,1 0 0 0 0,0-1 0 0 0,-1 0 0 0 0,1 0 0 0 0,-1 0 0 0 0,1-1 0 0 0,-1 0 0 0 0,0 0 0 0 0,1-1 0 0 0,-1 0 0 0 0,0 0 0 0 0,0 0 0 0 0,0-1 0 0 0,0 0 0 0 0,0 0-1 0 0,-1 0 1 0 0,1-1 0 0 0,-1 0 0 0 0,0 0 0 0 0,0 0 0 0 0,0-1 0 0 0,7-9 0 0 0,-9 11-37 0 0,0-1 0 0 0,0 0 0 0 0,0 0-1 0 0,0 0 1 0 0,-1 0 0 0 0,0 0 0 0 0,0 0 0 0 0,0-1 0 0 0,0 1-1 0 0,-1-1 1 0 0,0 1 0 0 0,0-1 0 0 0,0 0 0 0 0,0 1 0 0 0,-1-1 0 0 0,0 0-1 0 0,0 0 1 0 0,0 1 0 0 0,0-1 0 0 0,-1 0 0 0 0,0 1 0 0 0,0-1-1 0 0,0 0 1 0 0,0 1 0 0 0,-1-1 0 0 0,0 1 0 0 0,0 0 0 0 0,0-1 0 0 0,-1 1-1 0 0,1 0 1 0 0,-1 0 0 0 0,-4-5 0 0 0,2 5-50 0 0,1-1 1 0 0,-1 1-1 0 0,1 0 0 0 0,-2 1 0 0 0,1-1 1 0 0,0 1-1 0 0,0 0 0 0 0,-1 0 1 0 0,0 1-1 0 0,0-1 0 0 0,1 1 0 0 0,-1 0 1 0 0,0 1-1 0 0,-1 0 0 0 0,1 0 1 0 0,0 0-1 0 0,0 1 0 0 0,0-1 0 0 0,-7 2 1 0 0,-29 10-2474 0 0,5 13-3621 0 0,29-13 2842 0 0</inkml:trace>
</inkml:ink>
</file>

<file path=ppt/ink/ink7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18.8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14433 0 0,'2'0'84'0'0,"0"-1"-1"0"0,-1 1 1 0 0,1 0-1 0 0,-1-1 1 0 0,1 1-1 0 0,-1-1 1 0 0,0 0-1 0 0,1 1 1 0 0,-1-1-1 0 0,1 0 1 0 0,-1 0-1 0 0,0 0 0 0 0,0 0 1 0 0,1 0-1 0 0,-1 0 1 0 0,0 0-1 0 0,0-1 1 0 0,0 1-1 0 0,0 0 1 0 0,-1 0-1 0 0,1-1 1 0 0,0 1-1 0 0,0-3 1 0 0,5-35 2378 0 0,-3 10-1797 0 0,-3 27-516 0 0,3-9 729 0 0,0 5-3172 0 0,20 20-12667 0 0</inkml:trace>
</inkml:ink>
</file>

<file path=ppt/ink/ink7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0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116 186 9233 0 0,'6'-31'125'0'0,"4"-48"-1"0"0,-8 4 3603 0 0,-15 94-3333 0 0,9-14-319 0 0,-1 7 28 0 0,0 0 0 0 0,1 0 1 0 0,0 0-1 0 0,1 1 0 0 0,1 0 0 0 0,0-1 1 0 0,-1 16-1 0 0,-3 16 111 0 0,1 3 1 0 0,2 0 0 0 0,3 52 1 0 0,0-43 18 0 0,-5 58-1 0 0,4-108-304 0 0,-1 1 0 0 0,1-1 0 0 0,-1 1 0 0 0,0-1 0 0 0,-1 0 0 0 0,-3 7 0 0 0,-10 9-2519 0 0,-7-10-4207 0 0,9-9 3450 0 0</inkml:trace>
</inkml:ink>
</file>

<file path=ppt/ink/ink7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1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1 462 8593 0 0,'11'-19'32'0'0,"2"0"0"0"0,0 1 1 0 0,1 0-1 0 0,1 1 0 0 0,1 1 0 0 0,0 0 1 0 0,1 1-1 0 0,0 1 0 0 0,2 1 0 0 0,32-19 0 0 0,34-13 227 0 0,2 5-1 0 0,2 3 0 0 0,1 5 0 0 0,2 3 1 0 0,0 4-1 0 0,159-21 0 0 0,-233 44-280 0 0,59-6 117 0 0,-72 8-227 0 0,0 0 1 0 0,0 0-1 0 0,0 0 1 0 0,0 1-1 0 0,-1 0 1 0 0,1 0-1 0 0,0 0 0 0 0,0 0 1 0 0,-1 1-1 0 0,1 0 1 0 0,-1 0-1 0 0,7 4 1 0 0,-9-5-281 0 0,-1 1 0 0 0,1 0 0 0 0,-1 0 0 0 0,0 0 1 0 0,0 0-1 0 0,1 0 0 0 0,-1 0 0 0 0,0 0 1 0 0,-1 0-1 0 0,1 1 0 0 0,1 2 0 0 0,-1 7-1936 0 0</inkml:trace>
</inkml:ink>
</file>

<file path=ppt/ink/ink7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1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1 237 324 0 0,'1'0'178'0'0,"1"1"1"0"0,0 0-1 0 0,0-1 0 0 0,0 0 0 0 0,0 1 0 0 0,0-1 1 0 0,0 0-1 0 0,0 0 0 0 0,0 0 0 0 0,0 0 1 0 0,0 0-1 0 0,0 0 0 0 0,0-1 0 0 0,0 1 1 0 0,0-1-1 0 0,0 1 0 0 0,0-1 0 0 0,3-1 1 0 0,45-20 630 0 0,-34 14-275 0 0,-13 7-473 0 0,24-10 563 0 0,-1-1-1 0 0,27-16 1 0 0,-47 25-517 0 0,0-1 1 0 0,0-1-1 0 0,0 1 0 0 0,0-1 1 0 0,-1 0-1 0 0,1-1 1 0 0,-1 1-1 0 0,-1-1 0 0 0,1 0 1 0 0,-1 0-1 0 0,0 0 1 0 0,0-1-1 0 0,3-9 0 0 0,-6 15-72 0 0,0-1-1 0 0,0 0 0 0 0,0 0 0 0 0,0 1 0 0 0,-1-1 0 0 0,1 0 0 0 0,-1 0 0 0 0,0 0 0 0 0,1 0 0 0 0,-1 0 0 0 0,0 0 0 0 0,0 0 0 0 0,0 1 0 0 0,0-1 0 0 0,0 0 0 0 0,-1 0 0 0 0,1 0 1 0 0,-1 0-1 0 0,1 0 0 0 0,-1 0 0 0 0,0 1 0 0 0,1-1 0 0 0,-1 0 0 0 0,0 0 0 0 0,0 1 0 0 0,0-1 0 0 0,0 1 0 0 0,-1-1 0 0 0,1 1 0 0 0,0-1 0 0 0,-1 1 0 0 0,1 0 0 0 0,-1 0 1 0 0,1-1-1 0 0,-1 1 0 0 0,0 0 0 0 0,1 1 0 0 0,-1-1 0 0 0,0 0 0 0 0,0 0 0 0 0,1 1 0 0 0,-1-1 0 0 0,0 1 0 0 0,0-1 0 0 0,-3 1 0 0 0,-3-1 121 0 0,0 0-1 0 0,0 1 1 0 0,-1 0-1 0 0,1 1 1 0 0,0 0 0 0 0,0 0-1 0 0,0 1 1 0 0,0 0-1 0 0,-11 4 1 0 0,15-5-100 0 0,0 1 1 0 0,-1 0-1 0 0,1 0 0 0 0,0 0 1 0 0,0 1-1 0 0,0-1 1 0 0,0 1-1 0 0,1 0 1 0 0,-1 0-1 0 0,1 1 1 0 0,-1-1-1 0 0,1 1 0 0 0,0-1 1 0 0,1 1-1 0 0,-1 0 1 0 0,1 0-1 0 0,-1 0 1 0 0,1 1-1 0 0,1-1 0 0 0,-1 0 1 0 0,0 1-1 0 0,1-1 1 0 0,0 1-1 0 0,0 0 1 0 0,0-1-1 0 0,1 1 1 0 0,0 0-1 0 0,0 7 0 0 0,1-5-53 0 0,0-1-1 0 0,0 0 0 0 0,1 1 1 0 0,0-1-1 0 0,0 0 0 0 0,1 0 1 0 0,-1 0-1 0 0,1 0 0 0 0,1-1 1 0 0,-1 1-1 0 0,1-1 0 0 0,0 0 1 0 0,0 0-1 0 0,0 0 0 0 0,1 0 1 0 0,0-1-1 0 0,0 0 0 0 0,0 0 1 0 0,0 0-1 0 0,9 4 0 0 0,52 20-1814 0 0,-19-17-4531 0 0,-36-10 3488 0 0</inkml:trace>
</inkml:ink>
</file>

<file path=ppt/ink/ink7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2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66 604 0 0,'7'-5'1230'0'0,"-4"7"1762"0"0,1 5-2789 0 0,-1-1-1 0 0,-1 1 0 0 0,1 0 0 0 0,-1 1 0 0 0,-1-1 1 0 0,1 0-1 0 0,-1 0 0 0 0,0 1 0 0 0,-1-1 0 0 0,0 1 0 0 0,0-1 1 0 0,0 1-1 0 0,-1-1 0 0 0,0 0 0 0 0,-1 1 0 0 0,0-1 1 0 0,0 0-1 0 0,0 0 0 0 0,-5 8 0 0 0,7-14 0 0 0,-1-1-172 0 0,0 0 1 0 0,1 0-1 0 0,-1 0 0 0 0,1 0 1 0 0,-1 0-1 0 0,1 0 0 0 0,-1-1 0 0 0,1 1 1 0 0,-1 0-1 0 0,1 0 0 0 0,0 0 0 0 0,-1-1 1 0 0,1 1-1 0 0,-1 0 0 0 0,1-1 1 0 0,-1 1-1 0 0,1 0 0 0 0,0-1 0 0 0,-1 1 1 0 0,1 0-1 0 0,0-1 0 0 0,-1 1 0 0 0,1-1 1 0 0,0 1-1 0 0,0-1 0 0 0,-1 1 1 0 0,1-1-1 0 0,0 1 0 0 0,0-1 0 0 0,0 1 1 0 0,0-1-1 0 0,0 1 0 0 0,0-1 0 0 0,0 1 1 0 0,0-1-1 0 0,0 1 0 0 0,0-2 1 0 0,6-29 271 0 0,-3 23-289 0 0,0 0 0 0 0,1 0 0 0 0,0 1 0 0 0,0 0-1 0 0,0-1 1 0 0,9-9 0 0 0,-11 15-9 0 0,0 0 1 0 0,1 0-1 0 0,-1 1 0 0 0,0-1 1 0 0,0 0-1 0 0,1 1 0 0 0,-1 0 0 0 0,1-1 1 0 0,-1 1-1 0 0,1 0 0 0 0,0 0 1 0 0,-1 0-1 0 0,1 1 0 0 0,4-1 1 0 0,-5 1 3 0 0,15 8 4 0 0,-13-6-9 0 0,0 1 0 0 0,0-1 1 0 0,0 1-1 0 0,0 0 0 0 0,0 0 0 0 0,0 0 0 0 0,-1 0 0 0 0,0 1 0 0 0,0 0 0 0 0,4 5 0 0 0,-6-8 8 0 0,-1 0 0 0 0,1 0 0 0 0,-1-1-1 0 0,1 1 1 0 0,0 0 0 0 0,-1 0 0 0 0,1 0-1 0 0,0 0 1 0 0,0-1 0 0 0,-1 1 0 0 0,1 0-1 0 0,0-1 1 0 0,0 1 0 0 0,0-1 0 0 0,0 1-1 0 0,0-1 1 0 0,0 1 0 0 0,0-1 0 0 0,0 0 0 0 0,1 1-1 0 0,3-2 32 0 0,0 1-1 0 0,-1-1 0 0 0,1-1 1 0 0,0 1-1 0 0,-1-1 1 0 0,0 1-1 0 0,1-1 0 0 0,-1-1 1 0 0,0 1-1 0 0,0-1 1 0 0,0 1-1 0 0,0-1 0 0 0,0 0 1 0 0,-1 0-1 0 0,1-1 0 0 0,4-5 1 0 0,-3 4-21 0 0,0 0 0 0 0,0 0 0 0 0,0 1 1 0 0,1-1-1 0 0,-1 1 0 0 0,1 1 0 0 0,1-1 0 0 0,6-2 0 0 0,-11 5-19 0 0,0 0 0 0 0,0 1 0 0 0,0 0 0 0 0,0 0 0 0 0,0-1 0 0 0,0 1 0 0 0,0 0 1 0 0,0 1-1 0 0,0-1 0 0 0,0 0 0 0 0,0 1 0 0 0,0-1 0 0 0,0 1 0 0 0,-1-1 0 0 0,1 1 0 0 0,0 0 0 0 0,0 0 0 0 0,0 0 0 0 0,-1 0 0 0 0,1 0 0 0 0,0 0 0 0 0,1 2 0 0 0,29 32 23 0 0,-24-24-28 0 0,-6-8-16 0 0,1 1-1 0 0,0-1 0 0 0,0 0 1 0 0,0 0-1 0 0,1 0 1 0 0,-1 0-1 0 0,0-1 0 0 0,1 1 1 0 0,0-1-1 0 0,0 0 1 0 0,0 0-1 0 0,0 0 1 0 0,0-1-1 0 0,0 1 0 0 0,0-1 1 0 0,0 0-1 0 0,1 0 1 0 0,-1 0-1 0 0,0-1 1 0 0,1 0-1 0 0,-1 1 0 0 0,0-2 1 0 0,1 1-1 0 0,-1 0 1 0 0,0-1-1 0 0,1 0 1 0 0,-1 0-1 0 0,0 0 0 0 0,0 0 1 0 0,0-1-1 0 0,0 0 1 0 0,0 0-1 0 0,0 0 1 0 0,0 0-1 0 0,4-4 0 0 0,6-7 21 0 0,0 0 0 0 0,0-2 1 0 0,-2 1-1 0 0,20-29 0 0 0,-3 3 901 0 0,-29 39-892 0 0,0 1 0 0 0,0 0-1 0 0,0 0 1 0 0,1-1 0 0 0,-1 1 0 0 0,0 0 0 0 0,0 0 0 0 0,0-1 0 0 0,1 1 0 0 0,-1 0 0 0 0,0 0 0 0 0,0 0 0 0 0,0 0-1 0 0,1-1 1 0 0,-1 1 0 0 0,0 0 0 0 0,1 0 0 0 0,-1 0 0 0 0,0 0 0 0 0,0 0 0 0 0,1 0 0 0 0,-1 0 0 0 0,0 0-1 0 0,0 0 1 0 0,1 0 0 0 0,-1 0 0 0 0,0 0 0 0 0,1 0 0 0 0,-1 0 0 0 0,0 0 0 0 0,0 0 0 0 0,1 0 0 0 0,-1 0 0 0 0,0 0-1 0 0,1 0 1 0 0,-1 0 0 0 0,0 0 0 0 0,0 1 0 0 0,1-1 0 0 0,-1 0 0 0 0,0 0 0 0 0,0 0 0 0 0,0 0 0 0 0,1 1-1 0 0,-1-1 1 0 0,0 0 0 0 0,0 0 0 0 0,0 1 0 0 0,0-1 0 0 0,1 0 0 0 0,8 23 253 0 0,1 25 134 0 0,9 143 839 0 0,25 325 314 0 0,-40-410-780 0 0,-5-106-753 0 0,1 0 0 0 0,0-1 0 0 0,0 1 0 0 0,0 0 0 0 0,0 0 0 0 0,0-1 0 0 0,-1 1 0 0 0,1 0 1 0 0,0 0-1 0 0,0 0 0 0 0,0-1 0 0 0,-1 1 0 0 0,1 0 0 0 0,0 0 0 0 0,0 0 0 0 0,-1 0 0 0 0,1 0 0 0 0,0-1 0 0 0,0 1 0 0 0,-1 0 0 0 0,1 0 0 0 0,0 0 0 0 0,0 0 1 0 0,-1 0-1 0 0,1 0 0 0 0,0 0 0 0 0,-1 0 0 0 0,1 0 0 0 0,0 0 0 0 0,0 0 0 0 0,-1 0 0 0 0,1 0 0 0 0,0 0 0 0 0,-1 0 0 0 0,1 0 0 0 0,0 0 0 0 0,0 1 1 0 0,-1-1-1 0 0,1 0 0 0 0,0 0 0 0 0,0 0 0 0 0,-1 0 0 0 0,1 0 0 0 0,0 1 0 0 0,0-1 0 0 0,0 0 0 0 0,-1 0 0 0 0,1 0 0 0 0,0 1 0 0 0,0-1 0 0 0,0 0 1 0 0,0 0-1 0 0,-1 1 0 0 0,1-1 0 0 0,0 0 0 0 0,0 0 0 0 0,0 1 0 0 0,0-1 0 0 0,0 0 0 0 0,0 1 0 0 0,0-1 0 0 0,0 0 0 0 0,0 1 0 0 0,-2-4-4 0 0,0 1 0 0 0,0-1-1 0 0,0 0 1 0 0,1 1-1 0 0,-1-1 1 0 0,1 0 0 0 0,-1 0-1 0 0,0-6 1 0 0,-3-11 62 0 0,-15-70 223 0 0,-12-139 0 0 0,30 202-283 0 0,1 0 0 0 0,1 0 0 0 0,2 1-1 0 0,0-1 1 0 0,2 0 0 0 0,1 1 0 0 0,1 0 0 0 0,2 0 0 0 0,20-49-1 0 0,-22 62-19 0 0,1 1-1 0 0,0 1 0 0 0,1-1 0 0 0,1 2 0 0 0,-1-1 1 0 0,2 1-1 0 0,18-17 0 0 0,-25 24 1 0 0,1 0 0 0 0,0 0 1 0 0,0 1-1 0 0,0-1 0 0 0,0 1 0 0 0,1 0 0 0 0,-1 0 1 0 0,0 0-1 0 0,1 0 0 0 0,0 1 0 0 0,-1 0 1 0 0,1 0-1 0 0,0 0 0 0 0,0 0 0 0 0,0 1 0 0 0,-1 0 1 0 0,1 0-1 0 0,0 0 0 0 0,0 1 0 0 0,0 0 1 0 0,-1 0-1 0 0,1 0 0 0 0,0 0 0 0 0,-1 1 0 0 0,7 2 1 0 0,-8-2 3 0 0,0 0 0 0 0,0 0 0 0 0,0 0-1 0 0,0 0 1 0 0,0 0 0 0 0,-1 1 0 0 0,1-1 0 0 0,-1 1 0 0 0,1 0 0 0 0,-1 0 0 0 0,0 0 0 0 0,0 0 0 0 0,-1 0 0 0 0,1 0 0 0 0,-1 1 0 0 0,1-1 0 0 0,-1 0 0 0 0,0 1 0 0 0,0-1 0 0 0,-1 1-1 0 0,1-1 1 0 0,-1 1 0 0 0,1 0 0 0 0,-1-1 0 0 0,0 1 0 0 0,-1 4 0 0 0,0-5 6 0 0,1 0-1 0 0,-1 0 1 0 0,0 0-1 0 0,0-1 1 0 0,0 1 0 0 0,0 0-1 0 0,0 0 1 0 0,-1-1 0 0 0,1 1-1 0 0,-1-1 1 0 0,0 1-1 0 0,0-1 1 0 0,0 0 0 0 0,0 0-1 0 0,0 0 1 0 0,0 0-1 0 0,-1 0 1 0 0,1 0 0 0 0,-1 0-1 0 0,1-1 1 0 0,-1 1-1 0 0,1-1 1 0 0,-1 0 0 0 0,0 0-1 0 0,0 0 1 0 0,0 0-1 0 0,0 0 1 0 0,0-1 0 0 0,0 1-1 0 0,0-1 1 0 0,1 0-1 0 0,-7 0 1 0 0,-25 0-104 0 0,9-5-2630 0 0,25 5 2407 0 0,-1 0 0 0 0,1 0-1 0 0,-1-1 1 0 0,1 1 0 0 0,-1 0 0 0 0,1 0 0 0 0,-1-1-1 0 0,1 1 1 0 0,-1 0 0 0 0,1-1 0 0 0,-1 1 0 0 0,1 0-1 0 0,-1-1 1 0 0,1 1 0 0 0,0-1 0 0 0,-1 1 0 0 0,1-1-1 0 0,0 1 1 0 0,-1-1 0 0 0,1 1 0 0 0,0-1 0 0 0,0 1-1 0 0,0-1 1 0 0,-1 1 0 0 0,1-1 0 0 0,0 0 0 0 0,0 1-1 0 0,0-1 1 0 0,1-14-3423 0 0</inkml:trace>
</inkml:ink>
</file>

<file path=ppt/ink/ink7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2.8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49 652 0 0,'-2'3'294'0'0,"1"0"0"0"0,-1 0 1 0 0,1 0-1 0 0,0 1 0 0 0,0-1 0 0 0,0 1 0 0 0,0-1 0 0 0,1 1 0 0 0,-1-1 1 0 0,1 1-1 0 0,0-1 0 0 0,0 1 0 0 0,0-1 0 0 0,0 1 0 0 0,1-1 0 0 0,0 1 1 0 0,-1-1-1 0 0,1 0 0 0 0,2 6 0 0 0,-1-6-173 0 0,0-1-1 0 0,0 1 1 0 0,0-1-1 0 0,1 1 1 0 0,-1-1-1 0 0,0 0 1 0 0,1 0-1 0 0,-1 0 1 0 0,1 0-1 0 0,0-1 1 0 0,0 1 0 0 0,0-1-1 0 0,0 1 1 0 0,0-1-1 0 0,0 0 1 0 0,0 0-1 0 0,0-1 1 0 0,0 1-1 0 0,0 0 1 0 0,0-1-1 0 0,1 0 1 0 0,2 0 0 0 0,-1 0 23 0 0,0 1 0 0 0,0-2 0 0 0,0 1 0 0 0,0 0 0 0 0,0-1 0 0 0,0 0 0 0 0,0 0 0 0 0,0 0 0 0 0,0-1 0 0 0,-1 0 1 0 0,1 0-1 0 0,-1 0 0 0 0,6-4 0 0 0,-8 5-85 0 0,0-1-1 0 0,-1 1 1 0 0,1-1 0 0 0,-1 1 0 0 0,1-1 0 0 0,-1 0 0 0 0,0 0-1 0 0,1 0 1 0 0,-1 0 0 0 0,0 0 0 0 0,0 0 0 0 0,-1 0 0 0 0,1 0-1 0 0,0 0 1 0 0,-1 0 0 0 0,1 0 0 0 0,-1 0 0 0 0,1-1-1 0 0,-1 1 1 0 0,0 0 0 0 0,0 0 0 0 0,0-1 0 0 0,-1 1 0 0 0,1 0-1 0 0,0 0 1 0 0,-1 0 0 0 0,1-1 0 0 0,-1 1 0 0 0,0 0 0 0 0,0 0-1 0 0,-1-3 1 0 0,0 1-15 0 0,-1-1 0 0 0,1 1 0 0 0,-1-1-1 0 0,1 1 1 0 0,-1 0 0 0 0,0 0 0 0 0,-1 0 0 0 0,1 0 0 0 0,-1 1-1 0 0,1 0 1 0 0,-1-1 0 0 0,0 1 0 0 0,-1 1 0 0 0,1-1-1 0 0,0 0 1 0 0,-1 1 0 0 0,1 0 0 0 0,-1 0 0 0 0,0 0-1 0 0,-8-1 1 0 0,11 3-417 0 0,-1 1-327 0 0,0 1 0 0 0,0 0 0 0 0,-1 0 0 0 0,2 0 0 0 0,-1 0 0 0 0,0 0 0 0 0,0 1 0 0 0,-3 4 0 0 0</inkml:trace>
</inkml:ink>
</file>

<file path=ppt/ink/ink7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4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0 663 76 0 0,'10'4'692'0'0,"-1"-1"1"0"0,1 1-1 0 0,-1 1 1 0 0,0 0-1 0 0,-1 0 0 0 0,1 1 1 0 0,-1 0-1 0 0,0 0 0 0 0,0 1 1 0 0,-1 0-1 0 0,0 0 1 0 0,0 1-1 0 0,11 16 0 0 0,-8-11-37 0 0,-9-11-461 0 0,0-6-75 0 0,0 1-1 0 0,1-1 0 0 0,-1 1 0 0 0,1-1 1 0 0,-1 1-1 0 0,1 0 0 0 0,0-1 1 0 0,0 1-1 0 0,0 0 0 0 0,1 0 0 0 0,3-3 1 0 0,25-30-177 0 0,-15 21 157 0 0,-6 9-109 0 0,-1 0-1 0 0,2 1 1 0 0,-1 0-1 0 0,0 0 1 0 0,1 2 0 0 0,0-1-1 0 0,0 1 1 0 0,16-2-1 0 0,13 0-72 0 0,43 0 0 0 0,-2 0 30 0 0,-62-2 417 0 0,-24-3 232 0 0,-25-6 205 0 0,28 16-517 0 0,-26 12 117 0 0,27-11-390 0 0,-4 3 26 0 0,1 1 0 0 0,0-1 1 0 0,0 1-1 0 0,1 0 1 0 0,-1 0-1 0 0,1 0 1 0 0,0 0-1 0 0,1 0 0 0 0,-1 1 1 0 0,1 0-1 0 0,0-1 1 0 0,0 1-1 0 0,-1 8 1 0 0,-1 3 36 0 0,4-16-73 0 0,-1 0 1 0 0,1 0 0 0 0,0-1-1 0 0,-1 1 1 0 0,1 0 0 0 0,0-1-1 0 0,0 1 1 0 0,0 0 0 0 0,-1 0-1 0 0,1-1 1 0 0,0 1 0 0 0,0 0 0 0 0,0 0-1 0 0,0 0 1 0 0,0-1 0 0 0,1 1-1 0 0,-1 0 1 0 0,0 0 0 0 0,0-1-1 0 0,0 1 1 0 0,1 0 0 0 0,-1-1-1 0 0,0 1 1 0 0,1 0 0 0 0,-1-1 0 0 0,1 1-1 0 0,-1 0 1 0 0,0-1 0 0 0,1 1-1 0 0,0-1 1 0 0,0 2 0 0 0,0-1 4 0 0,10-2 67 0 0,-7 0-60 0 0,0 1 0 0 0,1 0 0 0 0,-1-1-1 0 0,0 0 1 0 0,0 0 0 0 0,0 0 0 0 0,0-1-1 0 0,-1 1 1 0 0,1-1 0 0 0,6-4 0 0 0,-9 5 5 0 0,11-10 92 0 0,-4 5-75 0 0,-6 8-236 0 0,-4 0 203 0 0,2-1-1 0 0,-1 0-1 0 0,1-1 1 0 0,-1 1 0 0 0,1 0 0 0 0,-1 0 0 0 0,1-1 0 0 0,-1 1-1 0 0,1 0 1 0 0,0 0 0 0 0,-1 0 0 0 0,1 0 0 0 0,0 0-1 0 0,0-1 1 0 0,0 1 0 0 0,-1 0 0 0 0,1 0 0 0 0,0 0 0 0 0,0 0-1 0 0,1 0 1 0 0,-1 0 0 0 0,0 0 0 0 0,0 0 0 0 0,0 0-1 0 0,0-1 1 0 0,1 1 0 0 0,-1 0 0 0 0,0 0 0 0 0,1 0 0 0 0,-1 0-1 0 0,1-1 1 0 0,-1 1 0 0 0,1 0 0 0 0,-1 0 0 0 0,1-1-1 0 0,0 1 1 0 0,-1 0 0 0 0,1-1 0 0 0,0 1 0 0 0,-1-1 0 0 0,1 1-1 0 0,0-1 1 0 0,1 1 0 0 0,0 0 35 0 0,2-3-25 0 0,0 1-17 0 0,-2 0 11 0 0,0 0 1 0 0,1-1-1 0 0,-1 1 0 0 0,0 0 0 0 0,0-1 1 0 0,0 1-1 0 0,0-1 0 0 0,0 1 1 0 0,0-1-1 0 0,-1 0 0 0 0,1 0 0 0 0,-1 0 1 0 0,1 0-1 0 0,-1 0 0 0 0,3-5 0 0 0,-3 6 2 0 0,-1-1 4 0 0,2-5-5 0 0,-1 5-8 0 0,1-6 12 0 0,0 0-10 0 0,-1 9-178 0 0,-1 23 161 0 0,0-18 18 0 0,6 1-7 0 0,-5-5 5 0 0,0 0 0 0 0,0 0 1 0 0,0 0-1 0 0,0 0 1 0 0,0 0-1 0 0,1 0 0 0 0,-1 0 1 0 0,1-1-1 0 0,0 1 0 0 0,-1 0 1 0 0,1-1-1 0 0,0 0 1 0 0,3 3-1 0 0,-2-3 6 0 0,0 0 0 0 0,0 1 0 0 0,0-1 0 0 0,0 0 0 0 0,0-1 0 0 0,1 1 0 0 0,-1-1 0 0 0,0 1 0 0 0,0-1 0 0 0,1 0 0 0 0,-1 0 0 0 0,0 0 0 0 0,0-1 0 0 0,0 1 0 0 0,1-1 0 0 0,-1 0 0 0 0,6-2 0 0 0,-4 0 1 0 0,1 0-1 0 0,0 0 0 0 0,-1 0 1 0 0,0-1-1 0 0,1 0 1 0 0,-2 0-1 0 0,1-1 0 0 0,6-7 1 0 0,3-6 4 0 0,0-1-1 0 0,-2 0 1 0 0,20-41 0 0 0,-18 29-10 0 0,-1 0 0 0 0,-2-1 1 0 0,-2-1-1 0 0,-1 0 0 0 0,7-55 0 0 0,-10 30 167 0 0,-2 0 0 0 0,-7-84 0 0 0,-8 73 628 0 0,12 66-570 0 0,-7 11-210 0 0,1 0 0 0 0,1 1 1 0 0,-1 0-1 0 0,1 0 1 0 0,1 0-1 0 0,0 0 0 0 0,0 1 1 0 0,1 0-1 0 0,0-1 1 0 0,1 1-1 0 0,0 0 0 0 0,0 0 1 0 0,1 1-1 0 0,0 11 1 0 0,1 9-2 0 0,0-1 0 0 0,3 1 0 0 0,7 44 0 0 0,12 69-1696 0 0,-14-88-1179 0 0,0 1-3418 0 0,-4-34 2788 0 0</inkml:trace>
</inkml:ink>
</file>

<file path=ppt/ink/ink7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5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31 811 36 0 0,'0'0'2036'0'0,"-4"-2"-1059"0"0,2 0-781 0 0,0 0-1 0 0,0 0 1 0 0,0 0-1 0 0,0 0 1 0 0,0 0 0 0 0,1 0-1 0 0,-1 0 1 0 0,1-1 0 0 0,-1 1-1 0 0,1-1 1 0 0,0 1-1 0 0,0-1 1 0 0,0 1 0 0 0,0-1-1 0 0,0 0 1 0 0,0-4 0 0 0,0-1 96 0 0,1 0 1 0 0,0 0 0 0 0,0 0 0 0 0,0 0-1 0 0,4-14 1 0 0,2-3 180 0 0,1 1-1 0 0,19-44 1 0 0,-16 47-330 0 0,1 0 0 0 0,1 0 1 0 0,0 1-1 0 0,2 1 0 0 0,1 0 1 0 0,0 1-1 0 0,1 0 0 0 0,1 1 1 0 0,31-24-1 0 0,-40 35-119 0 0,1 0 0 0 0,-1 0 0 0 0,1 1 1 0 0,0 0-1 0 0,0 0 0 0 0,1 1 0 0 0,-1 0 1 0 0,1 1-1 0 0,0 0 0 0 0,0 1 0 0 0,0 0 0 0 0,0 0 1 0 0,1 1-1 0 0,-1 0 0 0 0,0 1 0 0 0,1 0 0 0 0,-1 1 1 0 0,0 0-1 0 0,0 1 0 0 0,0 0 0 0 0,0 0 0 0 0,0 1 1 0 0,0 0-1 0 0,13 7 0 0 0,-16-6-15 0 0,-1 0 0 0 0,0 0 1 0 0,0 1-1 0 0,-1 0 0 0 0,0 0 0 0 0,1 0 0 0 0,-2 1 0 0 0,1 0 0 0 0,-1 0 1 0 0,0 0-1 0 0,0 0 0 0 0,0 1 0 0 0,-1-1 0 0 0,0 1 0 0 0,0 0 0 0 0,-1 0 1 0 0,0 0-1 0 0,0 0 0 0 0,-1 0 0 0 0,0 1 0 0 0,0 9 0 0 0,0-8 3 0 0,0 1 0 0 0,-2 0-1 0 0,1-1 1 0 0,-1 1-1 0 0,0-1 1 0 0,-1 1-1 0 0,0-1 1 0 0,-1 0 0 0 0,0 0-1 0 0,0 0 1 0 0,-1 0-1 0 0,0 0 1 0 0,-1-1-1 0 0,0 0 1 0 0,0 0 0 0 0,-7 9-1 0 0,-19 8 67 0 0,29-24-67 0 0,1 0 0 0 0,-1 0 0 0 0,1 0-1 0 0,-1 0 1 0 0,0 0 0 0 0,1 0 0 0 0,-1 0 0 0 0,0 0-1 0 0,0-1 1 0 0,0 1 0 0 0,1-1 0 0 0,-1 1-1 0 0,0-1 1 0 0,0 0 0 0 0,0 0 0 0 0,0 0-1 0 0,0 0 1 0 0,-3 0 0 0 0,4-3-3 0 0,1 1-13 0 0,0 1 1 0 0,0-1 0 0 0,0 1-1 0 0,1-1 1 0 0,-1 0 0 0 0,0 1-1 0 0,0-1 1 0 0,1 1 0 0 0,-1-1-1 0 0,1 1 1 0 0,0 0-1 0 0,-1-1 1 0 0,1 1 0 0 0,0-1-1 0 0,0 1 1 0 0,-1 0 0 0 0,1 0-1 0 0,0 0 1 0 0,1-1 0 0 0,-1 1-1 0 0,0 0 1 0 0,0 0-1 0 0,0 0 1 0 0,1 0 0 0 0,-1 1-1 0 0,0-1 1 0 0,1 0 0 0 0,-1 1-1 0 0,0-1 1 0 0,1 1 0 0 0,-1-1-1 0 0,1 1 1 0 0,2-1-1 0 0,-1 0-25 0 0,106-41-881 0 0,-80 33 635 0 0,-1-1-1 0 0,0-2 1 0 0,-1 0-1 0 0,0-2 0 0 0,-1-1 1 0 0,-1-1-1 0 0,27-23 0 0 0,-36 24 171 0 0,0 0-1 0 0,-1-1 0 0 0,-2-1 0 0 0,1-1 0 0 0,14-26 0 0 0,-21 31 96 0 0,0 0 1 0 0,-1 0 0 0 0,-1 0-1 0 0,0-1 1 0 0,0 0 0 0 0,-2 0 0 0 0,0 0-1 0 0,0-1 1 0 0,0-17 0 0 0,-3 12 250 0 0,0-1 1 0 0,-1 0 0 0 0,-1 1 0 0 0,-1-1-1 0 0,-11-37 1 0 0,14 56-163 0 0,-1 0 0 0 0,0 0 1 0 0,1 0-1 0 0,-1 0 0 0 0,0 0 0 0 0,0 0 1 0 0,0 1-1 0 0,0-1 0 0 0,0 0 1 0 0,-1 0-1 0 0,-1-2 0 0 0,2 4-57 0 0,1 0 0 0 0,-1-1-1 0 0,1 1 1 0 0,0 0 0 0 0,-1 0 0 0 0,1 0-1 0 0,-1 0 1 0 0,1 0 0 0 0,0 0 0 0 0,-1 0-1 0 0,1 0 1 0 0,-1 0 0 0 0,1 0 0 0 0,0 0-1 0 0,-1 0 1 0 0,1 0 0 0 0,-1 0 0 0 0,1 0-1 0 0,-1 0 1 0 0,1 0 0 0 0,0 0 0 0 0,-1 1-1 0 0,1-1 1 0 0,0 0 0 0 0,-1 0 0 0 0,1 0-1 0 0,0 1 1 0 0,-1-1 0 0 0,1 0 0 0 0,0 0 0 0 0,-1 1-1 0 0,1-1 1 0 0,-1 1 0 0 0,-2 5 77 0 0,-1-1 1 0 0,1 1-1 0 0,0 0 1 0 0,0 0 0 0 0,-3 13-1 0 0,-3 11 64 0 0,2 1 1 0 0,1 0-1 0 0,1 0 0 0 0,2 1 1 0 0,1 0-1 0 0,2-1 1 0 0,4 47-1 0 0,-1-46-77 0 0,0 3 51 0 0,1 1-1 0 0,16 63 1 0 0,-10-64-50 0 0,-4-13 13 0 0,0 1 1 0 0,2-1-1 0 0,12 26 0 0 0,-19-48-95 0 0,0 1 0 0 0,-1-1-1 0 0,1 0 1 0 0,-1 1 0 0 0,1-1-1 0 0,0 0 1 0 0,-1 0 0 0 0,1 1-1 0 0,0-1 1 0 0,-1 0 0 0 0,1 0-1 0 0,0 0 1 0 0,0 0 0 0 0,-1 0-1 0 0,1 0 1 0 0,0 0 0 0 0,-1 0-1 0 0,1 0 1 0 0,0 0 0 0 0,-1-1-1 0 0,1 1 1 0 0,0 0 0 0 0,-1 0-1 0 0,1 0 1 0 0,0-1 0 0 0,-1 1-1 0 0,1-1 1 0 0,0 1 0 0 0,16-9 25 0 0,-17 9-31 0 0,28-16 38 0 0,53-20 1 0 0,-72 32-35 0 0,1 2 1 0 0,0-1-1 0 0,0 1 1 0 0,0 1-1 0 0,0-1 1 0 0,0 2-1 0 0,0 0 1 0 0,0 0-1 0 0,15 2 1 0 0,-3 1 7 0 0,0-1 0 0 0,1-2 0 0 0,40-3 0 0 0,-60 3-97 0 0,10-6-1411 0 0</inkml:trace>
</inkml:ink>
</file>

<file path=ppt/ink/ink7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6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53 170 11601 0 0,'-52'-148'1710'0'0,"51"147"-1752"0"0,1 0-1 0 0,0 1 1 0 0,0-1-1 0 0,0 0 1 0 0,0 0-1 0 0,0 1 1 0 0,0-1-1 0 0,0 0 1 0 0,0 1-1 0 0,0-1 1 0 0,1 0-1 0 0,-1 0 1 0 0,0 1-1 0 0,0-1 1 0 0,1 0-1 0 0,-1 1 1 0 0,0-1-1 0 0,1 0 1 0 0,-1 1-1 0 0,1-1 1 0 0,-1 1-1 0 0,0-1 1 0 0,1 1-1 0 0,0-1 1 0 0,-1 1-1 0 0,1-1 1 0 0,-1 1-1 0 0,1-1 1 0 0,-1 1-1 0 0,1 0 1 0 0,0-1-1 0 0,-1 1 1 0 0,1 0-1 0 0,0 0 1 0 0,-1-1-1 0 0,1 1 1 0 0,0 0-1 0 0,0 0 1 0 0,-1 0-1 0 0,1 0 1 0 0,0 0-1 0 0,1 0 1 0 0,39 1-2903 0 0,-32 0 1705 0 0,5 0-1522 0 0,2-2 209 0 0</inkml:trace>
</inkml:ink>
</file>

<file path=ppt/ink/ink7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6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47 132 324 0 0,'-21'-47'7963'0'0,"2"92"-6459"0"0,15-6-997 0 0,2 0 1 0 0,2 0-1 0 0,5 40 0 0 0,22 122 442 0 0,-14-118-566 0 0,52 317 914 0 0,-65-398-1290 0 0,3 39 229 0 0,-3-40-219 0 0,0 1 1 0 0,0-1-1 0 0,0 1 0 0 0,0 0 0 0 0,-1-1 0 0 0,1 1 0 0 0,0-1 1 0 0,-1 1-1 0 0,1-1 0 0 0,-1 1 0 0 0,0-1 0 0 0,1 1 0 0 0,-1-1 0 0 0,0 0 1 0 0,0 1-1 0 0,0-1 0 0 0,0 0 0 0 0,0 0 0 0 0,-2 2 0 0 0,2-2 123 0 0,-23-21-144 0 0,22 17-12 0 0,-1 0-1 0 0,1 0 0 0 0,0 0 1 0 0,1-1-1 0 0,-1 1 0 0 0,1 0 0 0 0,-1-1 1 0 0,1 0-1 0 0,0 1 0 0 0,0-1 0 0 0,1 0 1 0 0,-1 1-1 0 0,1-1 0 0 0,0 0 1 0 0,0-7-1 0 0,9-56-320 0 0,-8 62 307 0 0,6-25-181 0 0,1 1-1 0 0,1 0 0 0 0,25-51 0 0 0,51-77-364 0 0,-30 59 311 0 0,95-197 395 0 0,-119 208 486 0 0,-25 66-81 0 0,1 0-1 0 0,16-34 1 0 0,-16 28 1762 0 0,-22 218-1065 0 0,-1-24-491 0 0,14-82-399 0 0,4 1-1 0 0,21 142 1 0 0,-20-203-393 0 0,-2 49 0 0 0,-1-47-1721 0 0,-17-12-2148 0 0,7-9-4039 0 0</inkml:trace>
</inkml:ink>
</file>

<file path=ppt/ink/ink7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6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11057 0 0,'32'-36'904'0'0,"-24"32"-825"0"0,1-1-1 0 0,0 1 1 0 0,0 1-1 0 0,0 0 1 0 0,0 0-1 0 0,0 1 1 0 0,0 0-1 0 0,1 0 1 0 0,-1 1-1 0 0,16 1 1 0 0,-13-1-151 0 0,73-6-1683 0 0,-28 4-4238 0 0,-40 3 3176 0 0</inkml:trace>
</inkml:ink>
</file>

<file path=ppt/ink/ink7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8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81 372 0 0,'3'-15'3272'0'0,"-3"11"-2720"0"0,1 0 0 0 0,-2 0 0 0 0,1 0 0 0 0,0 0 0 0 0,-1 0 0 0 0,1 0 0 0 0,-1 0 0 0 0,-3-7 0 0 0,4 9-441 0 0,-1 1 0 0 0,0-1 0 0 0,1 1 0 0 0,-1 0 0 0 0,0 0 0 0 0,0-1 0 0 0,0 1 0 0 0,0 0 0 0 0,0 0 0 0 0,0 0 0 0 0,0 0 0 0 0,0 0 0 0 0,0 0 0 0 0,-1 0 0 0 0,1 1-1 0 0,0-1 1 0 0,0 0 0 0 0,-1 1 0 0 0,1-1 0 0 0,-1 1 0 0 0,1-1 0 0 0,-1 1 0 0 0,1 0 0 0 0,0-1 0 0 0,-1 1 0 0 0,-1 0 0 0 0,0 0 283 0 0,0 1-35 0 0,0 0-300 0 0,0 0 0 0 0,1 0 0 0 0,-1 0-1 0 0,1 0 1 0 0,-1 0 0 0 0,1 0 0 0 0,0 1 0 0 0,-1-1 0 0 0,1 1-1 0 0,0 0 1 0 0,0 0 0 0 0,0 0 0 0 0,0 0 0 0 0,0 0-1 0 0,1 0 1 0 0,-1 0 0 0 0,1 0 0 0 0,-1 1 0 0 0,1-1 0 0 0,0 1-1 0 0,0-1 1 0 0,0 1 0 0 0,0-1 0 0 0,0 1 0 0 0,1 0 0 0 0,-1-1-1 0 0,1 1 1 0 0,-1 0 0 0 0,1 0 0 0 0,0-1 0 0 0,0 1 0 0 0,1 0-1 0 0,-1-1 1 0 0,0 1 0 0 0,1 0 0 0 0,1 4 0 0 0,4 12 53 0 0,0-1-1 0 0,1 0 1 0 0,1 0 0 0 0,15 22 0 0 0,-5-5 111 0 0,-5-11-116 0 0,-10-19-78 0 0,0-1 0 0 0,-1 1 0 0 0,0-1 1 0 0,1 1-1 0 0,-2 0 0 0 0,1 0 1 0 0,0-1-1 0 0,-1 1 0 0 0,0 1 0 0 0,0 6 1 0 0,-1-10 30 0 0,-18 18 161 0 0,9-19-205 0 0,0 0 0 0 0,1 0-1 0 0,-1-1 1 0 0,0-1 0 0 0,0 1-1 0 0,1-2 1 0 0,-18-3 0 0 0,-7-11-3097 0 0</inkml:trace>
</inkml:ink>
</file>

<file path=ppt/ink/ink7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8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1 133 1576 0 0,'0'0'6560'0'0,"17"-28"-959"0"0,-15 18-4572 0 0,1-1-1 0 0,-1 0 1 0 0,0 0-1 0 0,-1 0 1 0 0,-1-17-1 0 0,0 26-874 0 0,0 2-610 0 0,0 0 381 0 0,1 0-1 0 0,-1 0 1 0 0,0 0-1 0 0,0 0 1 0 0,0 0-1 0 0,0-1 0 0 0,1 1 1 0 0,-1 0-1 0 0,0 0 1 0 0,0 0-1 0 0,0 0 1 0 0,0 0-1 0 0,0 0 1 0 0,1 0-1 0 0,-1-1 0 0 0,0 1 1 0 0,0 0-1 0 0,0 0 1 0 0,0 0-1 0 0,0 0 1 0 0,0 0-1 0 0,0-1 0 0 0,1 1 1 0 0,-1 0-1 0 0,0 0 1 0 0,0 0-1 0 0,0 0 1 0 0,0-1-1 0 0,0 1 0 0 0,0 0 1 0 0,0 0-1 0 0,0 0 1 0 0,0-1-1 0 0,0 1 1 0 0,0 0-1 0 0,0 0 1 0 0,0 0-1 0 0,0 0 0 0 0,0-1 1 0 0,0 1-1 0 0,0 0 1 0 0,-1 0-1 0 0,1 0 1 0 0,0 0-1 0 0,0-1 0 0 0,0 1 1 0 0,0 0-1 0 0,0 0 1 0 0,0 0-1 0 0,0 0 1 0 0,0 0-1 0 0,-1-1 0 0 0,-6-10-7100 0 0,6 9 6222 0 0</inkml:trace>
</inkml:ink>
</file>

<file path=ppt/ink/ink7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29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24 218 14397 0 0,'-11'-62'204'0'0,"7"43"400"0"0,1 0 0 0 0,-3-37 0 0 0,8 24 479 0 0,-1 2-3840 0 0,21 42 305 0 0,-6 2-3637 0 0,-10-9 2603 0 0</inkml:trace>
</inkml:ink>
</file>

<file path=ppt/ink/ink7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38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1265 416 0 0,'-1'-1'172'0'0,"1"1"-1"0"0,-1 0 1 0 0,1 0-1 0 0,-1 0 0 0 0,1 0 1 0 0,0 0-1 0 0,-1 0 1 0 0,1 0-1 0 0,-1 0 1 0 0,1-1-1 0 0,0 1 1 0 0,-1 0-1 0 0,1 0 1 0 0,-1-1-1 0 0,1 1 1 0 0,0 0-1 0 0,-1-1 1 0 0,1 1-1 0 0,0 0 1 0 0,0-1-1 0 0,-1 1 1 0 0,1 0-1 0 0,0-1 1 0 0,0 1-1 0 0,-1 0 1 0 0,1-1-1 0 0,0 1 1 0 0,0-1-1 0 0,0 1 1 0 0,0-1-1 0 0,0 1 1 0 0,0 0-1 0 0,0-1 1 0 0,0 1-1 0 0,0-1 1 0 0,0 1-1 0 0,0-1 1 0 0,0 1-1 0 0,0-1 1 0 0,0 1-1 0 0,0 0 1 0 0,0-1-1 0 0,0 1 1 0 0,0-1-1 0 0,1 1 1 0 0,-1 0-1 0 0,0-1 1 0 0,0 1-1 0 0,0-1 0 0 0,1 1 1 0 0,27-29 2136 0 0,56-26-3096 0 0,-75 49 1486 0 0,40-24-515 0 0,-2-3 0 0 0,-1-1 0 0 0,-2-3-1 0 0,-2-2 1 0 0,-1-1 0 0 0,-2-2 0 0 0,-1-2 0 0 0,45-71-1 0 0,-66 89-156 0 0,-2-1 0 0 0,-1-1-1 0 0,-1 0 1 0 0,-1-1-1 0 0,-2 0 1 0 0,0 0-1 0 0,-3-2 1 0 0,0 1 0 0 0,-2 0-1 0 0,-1-1 1 0 0,-1 0-1 0 0,-2 0 1 0 0,-1 0 0 0 0,-2 0-1 0 0,-1 0 1 0 0,-1 0-1 0 0,-10-38 1 0 0,7 50-23 0 0,0 0 0 0 0,0 0 0 0 0,-2 0 0 0 0,0 1 0 0 0,-2 1 0 0 0,0-1 0 0 0,-17-20 1 0 0,25 36-18 0 0,-3 0 9 0 0,3 5 3 0 0,1-1 1 0 0,-1 1-1 0 0,1 0 0 0 0,0 0 1 0 0,0 0-1 0 0,0 0 0 0 0,1 0 1 0 0,-1 0-1 0 0,0 4 0 0 0,-6 16-1 0 0,1 0 0 0 0,1 1 0 0 0,1-1-1 0 0,2 1 1 0 0,0 0 0 0 0,1 1 0 0 0,2 27-1 0 0,-4 47 10 0 0,-27 503 67 0 0,25-419-35 0 0,-1-77 14 0 0,7-106-50 0 0,0 1-1 0 0,-1-1 1 0 0,1 1-1 0 0,0-1 1 0 0,0 0 0 0 0,0 1-1 0 0,0-1 1 0 0,0 1 0 0 0,0-1-1 0 0,0 1 1 0 0,0-1-1 0 0,0 0 1 0 0,0 1 0 0 0,0-1-1 0 0,1 1 1 0 0,-1-1 0 0 0,0 0-1 0 0,0 1 1 0 0,0-1-1 0 0,0 1 1 0 0,1-1 0 0 0,-1 0-1 0 0,0 1 1 0 0,0-1 0 0 0,1 0-1 0 0,-1 1 1 0 0,0-1 0 0 0,1 0-1 0 0,-1 0 1 0 0,0 1-1 0 0,1-1 1 0 0,-1 0 0 0 0,0 0-1 0 0,1 1 1 0 0,0-1 0 0 0,16-6 19 0 0,27-30-29 0 0,-32 25 8 0 0,-9 8-4 0 0,1 1 1 0 0,-1-1-1 0 0,1 1 1 0 0,-1-1-1 0 0,1 1 1 0 0,0 0-1 0 0,0 1 1 0 0,0-1-1 0 0,0 1 1 0 0,0 0-1 0 0,0 0 1 0 0,0 0-1 0 0,0 0 1 0 0,0 0-1 0 0,0 1 1 0 0,1 0-1 0 0,-1 0 1 0 0,5 1-1 0 0,2 1-8 0 0,0 1 1 0 0,-1 1-1 0 0,1 0 0 0 0,-1 0 0 0 0,14 9 0 0 0,-14-8 12 0 0,7 3 8 0 0,0-1 0 0 0,0-1 1 0 0,1-1-1 0 0,0 0 0 0 0,0-1 0 0 0,0-1 1 0 0,1 0-1 0 0,-1-2 0 0 0,1 0 0 0 0,-1-1 1 0 0,1-1-1 0 0,-1 0 0 0 0,0-2 0 0 0,1 0 1 0 0,-1-1-1 0 0,0-1 0 0 0,-1-1 0 0 0,1 0 1 0 0,-1-1-1 0 0,-1-1 0 0 0,23-14 0 0 0,35-20 33 0 0,-72 42-49 0 0,1 0-8 0 0,-1 2 15 0 0,1-1 0 0 0,-1 0 0 0 0,0 1 0 0 0,1-1 0 0 0,-1 1 1 0 0,0-1-1 0 0,0 1 0 0 0,0 0 0 0 0,0 0 0 0 0,0 0 0 0 0,0 0 0 0 0,0 0 1 0 0,-1 1-1 0 0,3 4 0 0 0,15 15-23 0 0,-12-17 46 0 0,0 0 0 0 0,0-1 0 0 0,0 0-1 0 0,1 0 1 0 0,-1 0 0 0 0,1-1 0 0 0,0-1-1 0 0,0 1 1 0 0,0-1 0 0 0,0-1 0 0 0,15 2 0 0 0,-22-3-7 0 0,0-1 0 0 0,0 0 0 0 0,1 1 0 0 0,-1-1 0 0 0,0 0 0 0 0,0 0 1 0 0,0 0-1 0 0,0 0 0 0 0,0 0 0 0 0,0 0 0 0 0,0 0 0 0 0,0 0 0 0 0,0 0 0 0 0,0 0 1 0 0,-1 0-1 0 0,1-1 0 0 0,0 1 0 0 0,-1 0 0 0 0,1 0 0 0 0,-1-1 0 0 0,0 1 0 0 0,1-1 1 0 0,-1 1-1 0 0,0 0 0 0 0,0-3 0 0 0,1 1 34 0 0,-3 0-2 0 0,0-3-85 0 0,-1 0-1 0 0,0 0 1 0 0,0 0 0 0 0,0 1 0 0 0,0-1-1 0 0,-1 1 1 0 0,0 0 0 0 0,0 0-1 0 0,-1 0 1 0 0,1 1 0 0 0,-1 0 0 0 0,0 0-1 0 0,0 0 1 0 0,-1 0 0 0 0,1 1 0 0 0,-9-5-1 0 0,12 8-585 0 0,-29 10-6856 0 0</inkml:trace>
</inkml:ink>
</file>

<file path=ppt/ink/ink7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39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24 116 12 0 0,'0'0'7656'0'0,"-2"5"-7119"0"0,-19 39 1139 0 0,20-43-1356 0 0,7 38 1518 0 0,-4-38-1796 0 0,1-1 0 0 0,-1 1-1 0 0,1-1 1 0 0,-1 1 0 0 0,1-1 0 0 0,0 0 0 0 0,-1 0-1 0 0,1 0 1 0 0,-1-1 0 0 0,1 1 0 0 0,-1 0-1 0 0,1-1 1 0 0,3-1 0 0 0,-3 1-20 0 0,0 0-1 0 0,0 0 1 0 0,0 0 0 0 0,1 1-1 0 0,-1 0 1 0 0,0-1 0 0 0,0 1 0 0 0,0 0-1 0 0,1 0 1 0 0,-1 1 0 0 0,0-1-1 0 0,0 1 1 0 0,0 0 0 0 0,0-1-1 0 0,6 4 1 0 0,9 4 10 0 0,0-1 0 0 0,1 0 0 0 0,1-1 0 0 0,-1-1 0 0 0,1-1 0 0 0,-1 0 0 0 0,1-2 0 0 0,35 1-1 0 0,-47-4 21 0 0,-1 1-1 0 0,1-1 1 0 0,-1-1 0 0 0,1 1-1 0 0,-1-1 1 0 0,0 0-1 0 0,0-1 1 0 0,0 0-1 0 0,0 0 1 0 0,0 0-1 0 0,10-8 1 0 0,-13 8 37 0 0,0-1 0 0 0,0-1 0 0 0,0 1 0 0 0,0 0-1 0 0,-1-1 1 0 0,1 0 0 0 0,-1 0 0 0 0,0 0 0 0 0,0 0 0 0 0,-1 0 0 0 0,0 0 0 0 0,0-1 0 0 0,0 1 0 0 0,-1-1 0 0 0,1 0 0 0 0,0-11 0 0 0,-1 10-33 0 0,-1 0 1 0 0,1-1-1 0 0,-1 1 1 0 0,-1 0-1 0 0,1-1 1 0 0,-1 1-1 0 0,-1 0 0 0 0,1 0 1 0 0,-1 0-1 0 0,-1 0 1 0 0,1 0-1 0 0,-1 0 1 0 0,0 0-1 0 0,-1 1 1 0 0,-5-9-1 0 0,9 15-142 0 0,-1-1-1 0 0,1 1 1 0 0,-1 0-1 0 0,1-1 1 0 0,-1 1-1 0 0,1 0 1 0 0,-1 0-1 0 0,1 0 1 0 0,-1-1-1 0 0,0 1 1 0 0,1 0-1 0 0,-1 0 1 0 0,1 0-1 0 0,-1 0 1 0 0,0 0-1 0 0,1 0 1 0 0,-1 0-1 0 0,1 0 1 0 0,-1 0-1 0 0,0 0 1 0 0,1 0-1 0 0,-1 1 1 0 0,1-1-1 0 0,-1 0 1 0 0,0 0-1 0 0,1 1 1 0 0,-1-1-1 0 0,1 0 1 0 0,-1 0-1 0 0,1 1 1 0 0,-1-1-1 0 0,1 1 1 0 0,0-1-1 0 0,-2 1 1 0 0,-12 12-2456 0 0,14-13 2546 0 0,-7 14-4064 0 0,1-2 309 0 0</inkml:trace>
</inkml:ink>
</file>

<file path=ppt/ink/ink7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42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80 400 0 0,'-2'-8'394'0'0,"0"0"770"0"0,1 0-1 0 0,-2 1 0 0 0,1-1 1 0 0,-7-12-1 0 0,8 19-510 0 0,1 0-448 0 0,0 0 0 0 0,0 0 0 0 0,0 0 1 0 0,0 0-1 0 0,-1 0 0 0 0,1 0 0 0 0,0 0 0 0 0,-1 0 0 0 0,1 0 0 0 0,-1 0 1 0 0,1 1-1 0 0,-1-1 0 0 0,1 0 0 0 0,-1 0 0 0 0,0 1 0 0 0,1-1 0 0 0,-1 0 1 0 0,0 0-1 0 0,0 1 0 0 0,1-1 0 0 0,-3 0 0 0 0,-4 8-19 0 0,0 0 1 0 0,0 0-1 0 0,0 1 0 0 0,1 0 1 0 0,0 0-1 0 0,0 0 0 0 0,1 1 1 0 0,-5 11-1 0 0,-33 81 958 0 0,35-37-520 0 0,8-63-616 0 0,0 0 0 0 0,0 0 0 0 0,-1 0 0 0 0,1 0 0 0 0,0 1 0 0 0,0-1 0 0 0,1 0 0 0 0,-1 0 0 0 0,0 0-1 0 0,0 0 1 0 0,0 0 0 0 0,1 0 0 0 0,-1 0 0 0 0,0 0 0 0 0,1 0 0 0 0,-1 0 0 0 0,1-1 0 0 0,-1 1 0 0 0,1 0 0 0 0,0 0 0 0 0,-1 0 0 0 0,1 0 0 0 0,0-1 0 0 0,0 1 0 0 0,-1 0-1 0 0,1-1 1 0 0,0 1 0 0 0,0 0 0 0 0,0-1 0 0 0,0 1 0 0 0,0-1 0 0 0,0 0 0 0 0,0 1 0 0 0,0-1 0 0 0,0 0 0 0 0,0 1 0 0 0,0-1 0 0 0,0 0 0 0 0,0 0 0 0 0,0 0 0 0 0,0 0 0 0 0,0 0-1 0 0,2 0 1 0 0,44-7 165 0 0,86-44-70 0 0,-129 51-111 0 0,2-1 9 0 0,-1 1-1 0 0,0 1 0 0 0,1-1 0 0 0,-1 1 1 0 0,0 0-1 0 0,1 0 0 0 0,-1 1 0 0 0,0-1 0 0 0,0 1 1 0 0,0 0-1 0 0,0 0 0 0 0,-1 1 0 0 0,1 0 0 0 0,-1 0 1 0 0,1 0-1 0 0,-1 0 0 0 0,7 7 0 0 0,27 16 12 0 0,-34-24 1 0 0,0 0-1 0 0,-1-1 0 0 0,1 0 0 0 0,0 0 0 0 0,0 0 1 0 0,0 0-1 0 0,0 0 0 0 0,0-1 0 0 0,0 0 0 0 0,0 1 0 0 0,0-2 1 0 0,0 1-1 0 0,0 0 0 0 0,0-1 0 0 0,0 0 0 0 0,0 0 1 0 0,0 0-1 0 0,0 0 0 0 0,0-1 0 0 0,-1 1 0 0 0,1-1 1 0 0,0 0-1 0 0,-1 0 0 0 0,0 0 0 0 0,4-4 0 0 0,-2 2 68 0 0,-1-1 0 0 0,0 0-1 0 0,0 0 1 0 0,0-1 0 0 0,0 1-1 0 0,-1-1 1 0 0,0 0-1 0 0,0 0 1 0 0,-1 0 0 0 0,0 0-1 0 0,0 0 1 0 0,0-1 0 0 0,-1 1-1 0 0,2-13 1 0 0,-2 3 66 0 0,0 0 1 0 0,-1 0-1 0 0,-1-1 0 0 0,0 1 1 0 0,-5-19-1 0 0,6 32-227 0 0,7 16-6621 0 0,0 0 5565 0 0,3 1-3027 0 0,-2-6 695 0 0</inkml:trace>
</inkml:ink>
</file>

<file path=ppt/ink/ink7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43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45 100 0 0,'-17'1'3718'0'0,"14"0"-3508"0"0,0 0 0 0 0,0 1 0 0 0,0-1 1 0 0,0 1-1 0 0,0 0 0 0 0,0-1 0 0 0,0 1 1 0 0,0 1-1 0 0,1-1 0 0 0,-1 0 0 0 0,1 1 0 0 0,0-1 1 0 0,-1 1-1 0 0,1-1 0 0 0,0 1 0 0 0,1 0 1 0 0,-1 0-1 0 0,-1 4 0 0 0,2-5-146 0 0,0 0 0 0 0,0-1 1 0 0,1 1-1 0 0,-1 0 0 0 0,1 0 0 0 0,0 0 0 0 0,-1 0 0 0 0,1 0 0 0 0,0 0 1 0 0,0 0-1 0 0,0 0 0 0 0,1 0 0 0 0,-1 0 0 0 0,0-1 0 0 0,1 1 1 0 0,-1 0-1 0 0,1 0 0 0 0,0 0 0 0 0,-1 0 0 0 0,1-1 0 0 0,0 1 0 0 0,0 0 1 0 0,0-1-1 0 0,0 1 0 0 0,0 0 0 0 0,1-1 0 0 0,-1 0 0 0 0,0 1 1 0 0,1-1-1 0 0,-1 0 0 0 0,1 1 0 0 0,0-1 0 0 0,-1 0 0 0 0,1 0 0 0 0,2 1 1 0 0,-2-1 1 0 0,1 0 0 0 0,-1 1 1 0 0,0-1-1 0 0,0 0 0 0 0,1 0 1 0 0,-1 0-1 0 0,0-1 1 0 0,1 1-1 0 0,-1-1 0 0 0,1 1 1 0 0,-1-1-1 0 0,1 0 0 0 0,-1 0 1 0 0,1 0-1 0 0,-1 0 1 0 0,1 0-1 0 0,-1 0 0 0 0,1-1 1 0 0,-1 1-1 0 0,1-1 1 0 0,-1 0-1 0 0,1 0 0 0 0,-1 0 1 0 0,0 0-1 0 0,0 0 0 0 0,1 0 1 0 0,-1-1-1 0 0,0 1 1 0 0,0-1-1 0 0,0 1 0 0 0,-1-1 1 0 0,1 0-1 0 0,0 0 0 0 0,0 0 1 0 0,-1 0-1 0 0,0 0 1 0 0,1 0-1 0 0,-1 0 0 0 0,0 0 1 0 0,2-5-1 0 0,0-1 94 0 0,0 0 1 0 0,0-1-1 0 0,-1 0 0 0 0,0 1 0 0 0,0-1 0 0 0,-1 0 1 0 0,0 0-1 0 0,0 0 0 0 0,-2-14 0 0 0,0 17-787 0 0,-1-10 1742 0 0,-19 30-13576 0 0</inkml:trace>
</inkml:ink>
</file>

<file path=ppt/ink/ink7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43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 0 0,'40'45'4798'0'0,"-30"-31"-4112"0"0,-1 0-1 0 0,-1 1 1 0 0,-1 0-1 0 0,0 1 1 0 0,-1 0-1 0 0,6 23 2367 0 0,-9-46-2899 0 0,0 0 1 0 0,-1 0-1 0 0,0-1 0 0 0,0 1 1 0 0,1-11-1 0 0,-3 13-105 0 0,1 0 1 0 0,0-1-1 0 0,0 1 1 0 0,0 0-1 0 0,1 0 1 0 0,0 0-1 0 0,0 0 1 0 0,0 0-1 0 0,0 0 1 0 0,1 1-1 0 0,5-8 1 0 0,-5 8-188 0 0,0 1 1 0 0,0 0 0 0 0,0 0 0 0 0,1 1-1 0 0,-1-1 1 0 0,1 0 0 0 0,-1 1 0 0 0,1 0-1 0 0,0 0 1 0 0,0 0 0 0 0,0 1-1 0 0,6-3 1 0 0,-3 3-1071 0 0,1 0 1 0 0,0 0-1 0 0,0 0 0 0 0,-1 1 0 0 0,15 1 0 0 0,-11-1-1277 0 0</inkml:trace>
</inkml:ink>
</file>

<file path=ppt/ink/ink7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43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7 463 628 0 0,'0'0'2148'0'0,"0"0"-2075"0"0,0 0 0 0 0,1 0-1 0 0,-1 0 1 0 0,0 0 0 0 0,1 0 0 0 0,-1 0 0 0 0,0 0 0 0 0,0 1 0 0 0,1-1 0 0 0,-1 0 0 0 0,0 0 0 0 0,0 0 0 0 0,1 0 0 0 0,-1 0 0 0 0,0 1 0 0 0,0-1 0 0 0,1 0 0 0 0,-1 0 0 0 0,0 0 0 0 0,0 0 0 0 0,0 1 0 0 0,1-1 0 0 0,-1 0 0 0 0,0 0 0 0 0,0 1 0 0 0,0-1 0 0 0,0 0 0 0 0,1 0 0 0 0,-1 1-1 0 0,0-1 1 0 0,0 0 0 0 0,0 1 0 0 0,0-1 0 0 0,0 0 0 0 0,0 1 0 0 0,0-1 0 0 0,0 0 0 0 0,0 0 0 0 0,0 1 0 0 0,0-1 0 0 0,0 0 0 0 0,0 1 0 0 0,0-1 0 0 0,0 0 0 0 0,-1 1 0 0 0,0 1-4 0 0,0 0 0 0 0,-1-1 0 0 0,1 1 1 0 0,0 1-1 0 0,0-1 0 0 0,0 0 0 0 0,0 0 0 0 0,0 0 0 0 0,1 0 1 0 0,-1 1-1 0 0,1-1 0 0 0,-1 0 0 0 0,1 1 0 0 0,0-1 0 0 0,0 0 1 0 0,0 1-1 0 0,0-1 0 0 0,0 0 0 0 0,1 1 0 0 0,-1-1 0 0 0,1 0 1 0 0,-1 0-1 0 0,1 1 0 0 0,0-1 0 0 0,0 0 0 0 0,0 0 0 0 0,0 0 1 0 0,0 0-1 0 0,0 0 0 0 0,1 0 0 0 0,-1 0 0 0 0,1-1 0 0 0,-1 1 1 0 0,1 0-1 0 0,0-1 0 0 0,0 1 0 0 0,0-1 0 0 0,0 0 0 0 0,0 1 1 0 0,0-1-1 0 0,0 0 0 0 0,3 1 0 0 0,-2-1-43 0 0,1-1-1 0 0,-1 0 1 0 0,1 0-1 0 0,-1 0 1 0 0,0 0-1 0 0,1 0 1 0 0,-1-1-1 0 0,0 1 1 0 0,1-1-1 0 0,-1 0 1 0 0,0 0-1 0 0,0 0 1 0 0,0 0-1 0 0,0-1 1 0 0,0 1-1 0 0,0-1 1 0 0,0 0 0 0 0,0 0-1 0 0,0 0 1 0 0,-1 0-1 0 0,5-5 1 0 0,4-3 16 0 0,0-2 1 0 0,-1 1 0 0 0,10-15-1 0 0,-4 1-22 0 0,-1-1-1 0 0,-1 0 1 0 0,-1-1-1 0 0,-2-1 1 0 0,14-47 0 0 0,-8 10 1124 0 0,11-95 0 0 0,-25 118 2589 0 0,-14 72-3515 0 0,1 1-1 0 0,2-1 0 0 0,0 2 1 0 0,3-1-1 0 0,0 1 0 0 0,2-1 0 0 0,2 58 1 0 0,11 74-1234 0 0,12-8-4502 0 0,-16-125 1286 0 0,-1-1 322 0 0</inkml:trace>
</inkml:ink>
</file>

<file path=ppt/ink/ink7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47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92 0 0,'2'-4'273'0'0,"1"1"0"0"0,-1-1 0 0 0,1 1 0 0 0,0-1 0 0 0,0 1 0 0 0,0 0 1 0 0,1 0-1 0 0,-1 0 0 0 0,1 1 0 0 0,-1-1 0 0 0,1 1 0 0 0,0 0 0 0 0,0 0 0 0 0,0 0 0 0 0,0 1 0 0 0,0-1 0 0 0,0 1 0 0 0,1 0 0 0 0,-1 0 1 0 0,0 1-1 0 0,1-1 0 0 0,-1 1 0 0 0,0 0 0 0 0,1 0 0 0 0,8 1 0 0 0,-8 1-165 0 0,1 0 1 0 0,0 0-1 0 0,-1 0 0 0 0,0 1 1 0 0,0-1-1 0 0,1 1 1 0 0,-1 0-1 0 0,-1 1 0 0 0,1-1 1 0 0,0 1-1 0 0,-1 0 0 0 0,0 0 1 0 0,0 1-1 0 0,0-1 1 0 0,-1 1-1 0 0,1 0 0 0 0,-1 0 1 0 0,0 0-1 0 0,2 7 1 0 0,-2-7-25 0 0,0 1 0 0 0,-1-1 1 0 0,0 1-1 0 0,0 0 1 0 0,-1 0-1 0 0,0 0 1 0 0,0 0-1 0 0,0 0 1 0 0,-1 0-1 0 0,1 0 1 0 0,-1 0-1 0 0,-1 0 0 0 0,1 0 1 0 0,-1 0-1 0 0,0 0 1 0 0,-1 0-1 0 0,1 0 1 0 0,-1-1-1 0 0,-1 1 1 0 0,-3 8-1 0 0,5-13 9 0 0,1-1-79 0 0,-1 0 0 0 0,0 0 0 0 0,0 0-1 0 0,1 0 1 0 0,-1 0 0 0 0,0 0-1 0 0,1-1 1 0 0,-1 1 0 0 0,0 0 0 0 0,1 0-1 0 0,-1-1 1 0 0,0 1 0 0 0,1 0-1 0 0,-1-1 1 0 0,0 1 0 0 0,1-1 0 0 0,-1 1-1 0 0,1-1 1 0 0,-1 1 0 0 0,1-1 0 0 0,-1 1-1 0 0,1-1 1 0 0,0 1 0 0 0,-1-1-1 0 0,1 0 1 0 0,-1 1 0 0 0,1-1 0 0 0,0 0-1 0 0,0 1 1 0 0,-1-1 0 0 0,1 0-1 0 0,0 1 1 0 0,0-2 0 0 0,4-35 130 0 0,-1 26-131 0 0,1 0 1 0 0,0 0-1 0 0,1 1 1 0 0,9-17-1 0 0,-7 17-11 0 0,0 1-1 0 0,0 0 0 0 0,1 0 1 0 0,0 1-1 0 0,0 0 0 0 0,1 0 1 0 0,0 1-1 0 0,0 0 0 0 0,1 1 1 0 0,0 0-1 0 0,0 0 0 0 0,0 1 1 0 0,18-6-1 0 0,-24 10-2 0 0,1 0-1 0 0,-1 0 0 0 0,0 1 1 0 0,1 0-1 0 0,-1-1 1 0 0,1 1-1 0 0,-1 1 1 0 0,1-1-1 0 0,-1 1 0 0 0,0-1 1 0 0,1 1-1 0 0,-1 1 1 0 0,0-1-1 0 0,0 0 1 0 0,0 1-1 0 0,1 0 1 0 0,-2 0-1 0 0,1 0 0 0 0,0 1 1 0 0,5 4-1 0 0,-1 0 2 0 0,-1 1 0 0 0,0 0-1 0 0,-1 0 1 0 0,1 1-1 0 0,-2-1 1 0 0,7 12 0 0 0,13 38 72 0 0,-24-57-24 0 0,5-6-45 0 0,1 0 0 0 0,-1-1 1 0 0,0 0-1 0 0,-1 0 0 0 0,9-12 1 0 0,4-4-13 0 0,-15 18 2 0 0,0 1 0 0 0,0 0 1 0 0,0 0-1 0 0,0 0 0 0 0,0 0 0 0 0,1 0 0 0 0,0 1 0 0 0,-1 0 1 0 0,1 0-1 0 0,0 0 0 0 0,0 0 0 0 0,0 0 0 0 0,0 1 1 0 0,0-1-1 0 0,0 1 0 0 0,1 1 0 0 0,-1-1 0 0 0,0 0 0 0 0,1 1 1 0 0,-1 0-1 0 0,0 0 0 0 0,1 0 0 0 0,-1 1 0 0 0,0-1 0 0 0,1 1 1 0 0,-1 0-1 0 0,0 0 0 0 0,0 1 0 0 0,0-1 0 0 0,0 1 0 0 0,0 0 1 0 0,7 4-1 0 0,13 5 3 0 0,1 0 1 0 0,1-2-1 0 0,-1-1 1 0 0,2-1-1 0 0,-1-1 1 0 0,0-1-1 0 0,1-1 1 0 0,0-2-1 0 0,0-1 1 0 0,0-1-1 0 0,0-1 1 0 0,0-1-1 0 0,0-2 1 0 0,-1 0-1 0 0,41-13 1 0 0,-58 14 5 0 0,0-1 1 0 0,-1 0-1 0 0,0 0 0 0 0,1 0 1 0 0,-1-1-1 0 0,-1-1 0 0 0,1 1 1 0 0,-1-1-1 0 0,0 0 1 0 0,0-1-1 0 0,11-14 0 0 0,-17 19-1 0 0,-1 1 0 0 0,1-1 0 0 0,-1 1 1 0 0,1-1-1 0 0,-1 0 0 0 0,0 1 0 0 0,0-1 0 0 0,0 0 0 0 0,0 0 0 0 0,0 1 0 0 0,0-1 0 0 0,0 0 0 0 0,-1 1 0 0 0,1-1 0 0 0,-1 0 0 0 0,1 1 0 0 0,-1-1 0 0 0,1 1 0 0 0,-1-1 0 0 0,0 0 0 0 0,0 1 0 0 0,0 0 0 0 0,0-1 0 0 0,0 1 0 0 0,0 0 0 0 0,0-1 0 0 0,0 1 0 0 0,-1 0 0 0 0,1 0 0 0 0,0 0 0 0 0,-1 0 0 0 0,1 0 0 0 0,-1 0 0 0 0,-1 0 0 0 0,-1 0 9 0 0,-1 0-1 0 0,1 1 0 0 0,0 0 0 0 0,0 0 0 0 0,-1 0 1 0 0,1 0-1 0 0,0 1 0 0 0,0 0 0 0 0,-1-1 0 0 0,1 2 1 0 0,0-1-1 0 0,0 0 0 0 0,0 1 0 0 0,0 0 0 0 0,1 0 1 0 0,-1 0-1 0 0,0 0 0 0 0,1 0 0 0 0,-1 1 0 0 0,1 0 1 0 0,0 0-1 0 0,0 0 0 0 0,0 0 0 0 0,0 0 0 0 0,1 0 1 0 0,-1 1-1 0 0,1-1 0 0 0,-4 8 0 0 0,5-8-5 0 0,-1 0-1 0 0,1 1 1 0 0,0 0 0 0 0,0-1-1 0 0,0 1 1 0 0,0 0-1 0 0,0 0 1 0 0,1-1 0 0 0,0 1-1 0 0,0 0 1 0 0,0 0-1 0 0,0 0 1 0 0,0-1-1 0 0,1 1 1 0 0,0 0 0 0 0,0 0-1 0 0,0-1 1 0 0,0 1-1 0 0,0 0 1 0 0,1-1 0 0 0,0 0-1 0 0,-1 1 1 0 0,1-1-1 0 0,1 0 1 0 0,-1 0-1 0 0,0 0 1 0 0,1 0 0 0 0,-1 0-1 0 0,1 0 1 0 0,0-1-1 0 0,0 0 1 0 0,0 1 0 0 0,4 1-1 0 0,9 5-82 0 0,-1-1 0 0 0,2-1 0 0 0,-1 0 0 0 0,1-1 0 0 0,0-1 1 0 0,0-1-1 0 0,0 0 0 0 0,1-1 0 0 0,-1-1 0 0 0,1-1 0 0 0,28-1 0 0 0,-1-2-245 0 0,-1-3-1 0 0,1-2 1 0 0,59-16-1 0 0,-84 17 373 0 0,-1 0 0 0 0,1-1 0 0 0,-2-1 0 0 0,1 0-1 0 0,-1-2 1 0 0,-1 0 0 0 0,0-1 0 0 0,0-1 0 0 0,-1-1-1 0 0,25-24 1 0 0,-40 36-7 0 0,0 0 0 0 0,1-1-1 0 0,-1 1 1 0 0,0-1 0 0 0,0 1-1 0 0,0-1 1 0 0,0 0 0 0 0,0 1-1 0 0,0-1 1 0 0,0 0 0 0 0,-1 0-1 0 0,1 0 1 0 0,-1 0 0 0 0,1 1-1 0 0,-1-1 1 0 0,0 0-1 0 0,0-4 1 0 0,0 5-19 0 0,-1 1-1 0 0,1-1 1 0 0,-1 0-1 0 0,1 1 1 0 0,-1-1-1 0 0,1 1 1 0 0,-1-1-1 0 0,0 0 0 0 0,1 1 1 0 0,-1-1-1 0 0,0 1 1 0 0,1 0-1 0 0,-1-1 1 0 0,0 1-1 0 0,0 0 1 0 0,0-1-1 0 0,1 1 1 0 0,-1 0-1 0 0,0 0 1 0 0,0 0-1 0 0,0-1 1 0 0,0 1-1 0 0,1 0 1 0 0,-1 0-1 0 0,0 0 1 0 0,-1 1-1 0 0,-7 0 71 0 0,0 0-1 0 0,1 0 0 0 0,-1 1 1 0 0,1 0-1 0 0,-1 1 0 0 0,-10 5 1 0 0,13-6-59 0 0,0 0 1 0 0,0 1-1 0 0,1 0 0 0 0,-1 0 1 0 0,0 0-1 0 0,1 1 0 0 0,0 0 1 0 0,0 0-1 0 0,0 0 1 0 0,1 1-1 0 0,-1-1 0 0 0,1 1 1 0 0,0 0-1 0 0,0 1 0 0 0,-4 7 1 0 0,7-11 15 0 0,26 16 11 0 0,-12-17-78 0 0,1-1-1 0 0,-1 0 0 0 0,1 0 0 0 0,-1-2 1 0 0,17-3-1 0 0,45-3-321 0 0,-71 9 326 0 0,1-1 1 0 0,0 2-1 0 0,0-1 1 0 0,-1 1-1 0 0,1-1 0 0 0,-1 1 1 0 0,1 0-1 0 0,-1 1 0 0 0,7 4 1 0 0,-7-4 3 0 0,1 0 1 0 0,-1-1 0 0 0,0 1 0 0 0,1-1 0 0 0,0 0-1 0 0,-1-1 1 0 0,9 3 0 0 0,0-3-53 0 0,0-1 0 0 0,0-1 0 0 0,-1 0 0 0 0,1-1 1 0 0,0 0-1 0 0,-1 0 0 0 0,0-2 0 0 0,0 1 0 0 0,0-2 0 0 0,0 1 0 0 0,0-2 0 0 0,-1 0 0 0 0,0 0 0 0 0,0-1 0 0 0,-1 0 0 0 0,1-1 1 0 0,-2 0-1 0 0,1 0 0 0 0,-1-1 0 0 0,-1-1 0 0 0,15-19 0 0 0,3-5 562 0 0,-25 32-405 0 0,0 2-20 0 0,9 2 354 0 0,-9-1-423 0 0,-1 0-1 0 0,1 0 0 0 0,-1 0 1 0 0,1 0-1 0 0,-1 0 0 0 0,1 0 1 0 0,-1 0-1 0 0,0 1 0 0 0,0-1 1 0 0,1 0-1 0 0,-1 0 0 0 0,0 0 1 0 0,0 1-1 0 0,0-1 0 0 0,-1 0 1 0 0,1 0-1 0 0,0 0 0 0 0,0 0 1 0 0,-1 3-1 0 0,-1 87 120 0 0,2-89-119 0 0,21 20 106 0 0,-14-23-106 0 0,-1-1-1 0 0,1 1 0 0 0,0-2 0 0 0,-1 1 0 0 0,1-1 0 0 0,-1 0 0 0 0,0 0 0 0 0,0-1 0 0 0,0 1 0 0 0,0-1 0 0 0,5-5 0 0 0,20-13-20 0 0,-25 18 6 0 0,1 0 0 0 0,0 1-1 0 0,-1 0 1 0 0,1 0 0 0 0,0 0 0 0 0,11-2 0 0 0,-16 5 3 0 0,-1 0 4 0 0,-1-1 1 0 0,1 1-1 0 0,-1 0 1 0 0,1-1-1 0 0,-1 1 1 0 0,1 0-1 0 0,-1 0 1 0 0,1-1-1 0 0,-1 1 1 0 0,1 0-1 0 0,-1 0 1 0 0,1 0 0 0 0,0 0-1 0 0,-1 0 1 0 0,1-1-1 0 0,-1 1 1 0 0,1 0-1 0 0,0 0 1 0 0,-1 1-1 0 0,1-1 1 0 0,-1 0-1 0 0,1 0 1 0 0,0 0-1 0 0,-1 0 1 0 0,1 0-1 0 0,-1 1 1 0 0,1-1-1 0 0,-1 0 1 0 0,1 1-1 0 0,-1-1 1 0 0,2 1-1 0 0,20 8-38 0 0,0 1 38 0 0,-11-3 11 0 0,1-2 1 0 0,0 1-1 0 0,1-2 0 0 0,-1 1 0 0 0,1-2 0 0 0,0 0 0 0 0,20 2 0 0 0,-13-4 277 0 0,1-1-1 0 0,0-1 1 0 0,-1-1 0 0 0,1-1-1 0 0,-1-1 1 0 0,0-1-1 0 0,0-1 1 0 0,0 0 0 0 0,-1-2-1 0 0,29-14 1 0 0,-46 21 246 0 0,-16 15-10343 0 0,10-10 6261 0 0</inkml:trace>
</inkml:ink>
</file>

<file path=ppt/ink/ink7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48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0 112 940 0 0,'5'-11'1233'0'0,"-1"-1"0"0"0,-1 0 1 0 0,0 0-1 0 0,2-19 0 0 0,-3-3-4537 0 0</inkml:trace>
</inkml:ink>
</file>

<file path=ppt/ink/ink7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48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25 836 0 0,'0'0'947'0'0,"19"-6"1595"0"0,41-11 2116 0 0,-57 16-4176 0 0,18 15 1068 0 0,-18-6-1347 0 0,0-1 1 0 0,-1 0-1 0 0,1 1 0 0 0,-2-1 1 0 0,1 1-1 0 0,-1 0 0 0 0,0-1 1 0 0,-1 1-1 0 0,0 0 0 0 0,0 0 1 0 0,-2 15-1 0 0,-4 9 153 0 0,-15 48 0 0 0,14-54-154 0 0,-71 206 442 0 0,22-55-2304 0 0,11-59-5335 0 0,27-75 3417 0 0</inkml:trace>
</inkml:ink>
</file>

<file path=ppt/ink/ink7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1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214 398 40 0 0,'20'-25'2771'0'0,"-13"18"-1950"0"0,0-1-1 0 0,0 0 1 0 0,-1-1-1 0 0,-1 0 0 0 0,1 0 1 0 0,-1 0-1 0 0,7-19 1 0 0,-12 27-787 0 0,0 0 1 0 0,0 0-1 0 0,1-1 1 0 0,-1 1-1 0 0,0 0 1 0 0,0 0-1 0 0,0 0 1 0 0,-1 0-1 0 0,1 0 0 0 0,0 0 1 0 0,0 0-1 0 0,0-1 1 0 0,-1 1-1 0 0,1 0 1 0 0,-1 0-1 0 0,1 0 1 0 0,-1 0-1 0 0,1 0 1 0 0,-1 0-1 0 0,0 1 0 0 0,1-1 1 0 0,-1 0-1 0 0,0 0 1 0 0,0 0-1 0 0,0 1 1 0 0,1-1-1 0 0,-1 0 1 0 0,0 1-1 0 0,0-1 1 0 0,0 0-1 0 0,0 1 0 0 0,0-1 1 0 0,0 1-1 0 0,0 0 1 0 0,0-1-1 0 0,0 1 1 0 0,-1 0-1 0 0,1 0 1 0 0,0 0-1 0 0,0 0 1 0 0,0 0-1 0 0,0 0 1 0 0,0 0-1 0 0,0 0 0 0 0,-2 0 1 0 0,-5 0 71 0 0,0 1 1 0 0,0 0-1 0 0,0 0 1 0 0,-14 4-1 0 0,7 0-14 0 0,0 1 0 0 0,1 0 0 0 0,0 2 0 0 0,0-1 0 0 0,0 2 0 0 0,1 0 0 0 0,1 0 0 0 0,-1 1 0 0 0,2 1 0 0 0,-14 14-1 0 0,20-20-73 0 0,1-1-1 0 0,0 1 0 0 0,0 0 0 0 0,1 0 1 0 0,0 0-1 0 0,-1 1 0 0 0,2-1 0 0 0,-1 1 1 0 0,1 0-1 0 0,0-1 0 0 0,0 1 1 0 0,0 0-1 0 0,1 0 0 0 0,0 1 0 0 0,0-1 1 0 0,0 0-1 0 0,1 0 0 0 0,0 0 0 0 0,0 0 1 0 0,1 1-1 0 0,0-1 0 0 0,0 0 0 0 0,0 0 1 0 0,1 0-1 0 0,0 0 0 0 0,0 0 0 0 0,0-1 1 0 0,6 10-1 0 0,-3-7-9 0 0,1-1-1 0 0,0 0 1 0 0,0-1 0 0 0,1 0 0 0 0,0 0-1 0 0,0 0 1 0 0,0-1 0 0 0,0 0 0 0 0,1 0 0 0 0,0-1-1 0 0,0 0 1 0 0,0 0 0 0 0,1-1 0 0 0,-1 0-1 0 0,1 0 1 0 0,0-1 0 0 0,0 0 0 0 0,0-1-1 0 0,0 0 1 0 0,16-1 0 0 0,0 0-38 0 0,0-1 0 0 0,0-1-1 0 0,0-2 1 0 0,0 0 0 0 0,-1-2-1 0 0,31-10 1 0 0,-32 7 6 0 0,0-1 0 0 0,-1 0-1 0 0,0-2 1 0 0,-1 0 0 0 0,0-2-1 0 0,-1 0 1 0 0,-1-1 0 0 0,0-1-1 0 0,-1-1 1 0 0,-1-1 0 0 0,0 0-1 0 0,-2-1 1 0 0,0-1 0 0 0,-1 0 0 0 0,-1-1-1 0 0,-1-1 1 0 0,0 1 0 0 0,-2-2-1 0 0,-1 0 1 0 0,-1 0 0 0 0,-1-1-1 0 0,0 0 1 0 0,4-38 0 0 0,-10 53 20 0 0,0-1 0 0 0,0 1 1 0 0,-1 0-1 0 0,0 0 0 0 0,-1 0 0 0 0,0 0 1 0 0,0 0-1 0 0,-1 0 0 0 0,0 0 0 0 0,-1 0 1 0 0,0 1-1 0 0,-5-12 0 0 0,7 19 10 0 0,-2 2-2 0 0,0 0 2 0 0,1 0-1 0 0,-1 1 0 0 0,0-1 1 0 0,1 1-1 0 0,-1-1 1 0 0,1 1-1 0 0,-1 0 0 0 0,1 0 1 0 0,0 0-1 0 0,-3 4 0 0 0,-8 13 32 0 0,2 0 0 0 0,0 1 1 0 0,1 0-1 0 0,0 0 0 0 0,2 1 0 0 0,1 1 0 0 0,-10 42 0 0 0,7-9 30 0 0,3 0 0 0 0,-1 60 0 0 0,8-16 127 0 0,0-97-159 0 0,2 1-16 0 0,-2-3-18 0 0,0 0-1 0 0,1 0 1 0 0,-1 0 0 0 0,0 1-1 0 0,0-1 1 0 0,0 0-1 0 0,0 0 1 0 0,0 0 0 0 0,0 1-1 0 0,0-1 1 0 0,0 0-1 0 0,0 0 1 0 0,1 0 0 0 0,-1 0-1 0 0,0 0 1 0 0,0 1-1 0 0,0-1 1 0 0,0 0 0 0 0,1 0-1 0 0,-1 0 1 0 0,0 0-1 0 0,0 0 1 0 0,0 0-1 0 0,1 0 1 0 0,-1 0 0 0 0,0 1-1 0 0,0-1 1 0 0,0 0-1 0 0,1 0 1 0 0,-1 0 0 0 0,0 0-1 0 0,0 0 1 0 0,0 0-1 0 0,1 0 1 0 0,-1 0 0 0 0,0 0-1 0 0,0 0 1 0 0,0 0-1 0 0,1-1 1 0 0,-1 1 0 0 0,0 0-1 0 0,0 0 1 0 0,0 0-1 0 0,1 0 1 0 0,-1 0 0 0 0,0 0-1 0 0,0 0 1 0 0,0 0-1 0 0,0-1 1 0 0,1 1 0 0 0,-1 0-1 0 0,7-5-34 0 0,0 1 0 0 0,0 1 0 0 0,1-1 0 0 0,0 1 0 0 0,-1 0-1 0 0,1 1 1 0 0,0 0 0 0 0,0 0 0 0 0,0 0 0 0 0,1 1 0 0 0,-1 1 0 0 0,0-1 0 0 0,1 1-1 0 0,-1 1 1 0 0,0 0 0 0 0,0 0 0 0 0,0 0 0 0 0,0 1 0 0 0,0 0 0 0 0,0 1 0 0 0,8 3-1 0 0,-5-2-577 0 0,0-1 0 0 0,0 0 0 0 0,1-1-1 0 0,16 2 1 0 0,6-1-4603 0 0,-18-1 2885 0 0</inkml:trace>
</inkml:ink>
</file>

<file path=ppt/ink/ink7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2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80 198 460 0 0,'2'-28'5515'0'0,"-2"28"-5426"0"0,-1-1 1 0 0,1 0-1 0 0,-1 1 1 0 0,1-1 0 0 0,-1 0-1 0 0,0 1 1 0 0,1-1 0 0 0,-1 1-1 0 0,0-1 1 0 0,1 1 0 0 0,-1-1-1 0 0,0 1 1 0 0,1 0 0 0 0,-1-1-1 0 0,0 1 1 0 0,0 0 0 0 0,1-1-1 0 0,-1 1 1 0 0,0 0 0 0 0,0 0-1 0 0,0 0 1 0 0,0 0 0 0 0,1 0-1 0 0,-1 0 1 0 0,0 0 0 0 0,-1 0-1 0 0,-1 0 644 0 0,-1 2-415 0 0,-42 18 1159 0 0,44-19-1341 0 0,2-1-118 0 0,0 0 1 0 0,-1 0-1 0 0,1 0 1 0 0,0 0-1 0 0,-1 0 1 0 0,1 0-1 0 0,0 0 1 0 0,-1 1-1 0 0,1-1 1 0 0,0 0-1 0 0,0 0 1 0 0,-1 0-1 0 0,1 0 1 0 0,0 1-1 0 0,0-1 1 0 0,-1 0-1 0 0,1 0 1 0 0,0 1-1 0 0,0-1 1 0 0,0 0-1 0 0,-1 1 1 0 0,1-1-1 0 0,0 0 1 0 0,0 0-1 0 0,0 1 1 0 0,0-1-1 0 0,0 0 1 0 0,0 1-1 0 0,0-1 1 0 0,-1 0-1 0 0,1 1 1 0 0,0-1-1 0 0,0 0 0 0 0,0 1 1 0 0,0-1-1 0 0,1 0 1 0 0,-1 1-1 0 0,0-1 1 0 0,0 1-1 0 0,6 5-46 0 0,1 0-1 0 0,-1 0 0 0 0,1 0 1 0 0,1-1-1 0 0,-1 0 0 0 0,1-1 1 0 0,0 0-1 0 0,0 0 0 0 0,0 0 0 0 0,0-1 1 0 0,1 0-1 0 0,-1-1 0 0 0,1 0 1 0 0,13 2-1 0 0,-9-2-173 0 0,0-1 0 0 0,0 0 0 0 0,0-1 0 0 0,0 0-1 0 0,1-1 1 0 0,-1 0 0 0 0,0-1 0 0 0,-1 0 0 0 0,23-8 0 0 0,-22 3 209 0 0,-1 0 1 0 0,1-1 0 0 0,-2 0-1 0 0,1 0 1 0 0,-1-2 0 0 0,0 1-1 0 0,-1-1 1 0 0,0-1-1 0 0,0 0 1 0 0,-1 0 0 0 0,7-14-1 0 0,-15 24 141 0 0,-1 0-102 0 0,1 1-1 0 0,-1-1 0 0 0,1 0 1 0 0,0 0-1 0 0,-1 1 1 0 0,1-1-1 0 0,-1 1 1 0 0,1-1-1 0 0,0 1 0 0 0,0-1 1 0 0,-1 1-1 0 0,1-1 1 0 0,0 1-1 0 0,0-1 1 0 0,0 1-1 0 0,-1 0 0 0 0,1 0 1 0 0,0-1-1 0 0,0 1 1 0 0,0 0-1 0 0,1 0 1 0 0,0 10-15 0 0,-2-5-6 0 0,1 1 1 0 0,0 0-1 0 0,0 0 1 0 0,1-1-1 0 0,-1 1 0 0 0,1-1 1 0 0,0 1-1 0 0,1-1 0 0 0,-1 0 1 0 0,1 0-1 0 0,0 0 1 0 0,0 0-1 0 0,1 0 0 0 0,0-1 1 0 0,5 6-1 0 0,-8-9-6 0 0,6-3-7 0 0,1 1 0 0 0,-1-1 0 0 0,1 0 0 0 0,-1-1 0 0 0,0 0 0 0 0,0 0 0 0 0,0 0 0 0 0,-1-1 0 0 0,1 0 0 0 0,-1 0 0 0 0,11-11 0 0 0,-9 9-11 0 0,-1 1-1 0 0,1 0 1 0 0,0 0 0 0 0,0 0 0 0 0,15-5 0 0 0,-9 7-6 0 0,0 2-1 0 0,0-1 1 0 0,0 2-1 0 0,0 0 1 0 0,-1 1 0 0 0,1 0-1 0 0,0 1 1 0 0,20 5-1 0 0,-15-3 11 0 0,0-1 0 0 0,0-1-1 0 0,35 0 1 0 0,-28-3 8 0 0,7-1-5 0 0,0-2 1 0 0,32-7-1 0 0,-56 9-7 0 0,0 0 1 0 0,0-1-1 0 0,0 0 1 0 0,-1-1-1 0 0,1 0 1 0 0,-1 0-1 0 0,0 0 1 0 0,0-2-1 0 0,-1 1 1 0 0,1-1 0 0 0,12-12-1 0 0,-17 15 4 0 0,-1 0 0 0 0,1 0 0 0 0,-1 0 0 0 0,0 0 0 0 0,0 0 0 0 0,0 0 0 0 0,0 0 0 0 0,-1-1 0 0 0,1 1 0 0 0,-1-1 0 0 0,0 1-1 0 0,0-1 1 0 0,1-6 0 0 0,-2 9-1 0 0,0 0-1 0 0,-1 1 0 0 0,1-1 1 0 0,-1 0-1 0 0,1 1 0 0 0,0-1 1 0 0,-1 0-1 0 0,1 1 0 0 0,-1-1 1 0 0,0 1-1 0 0,1-1 0 0 0,-1 1 0 0 0,1-1 1 0 0,-1 1-1 0 0,0-1 0 0 0,1 1 1 0 0,-1 0-1 0 0,0-1 0 0 0,0 1 1 0 0,1 0-1 0 0,-1-1 0 0 0,0 1 1 0 0,0 0-1 0 0,1 0 0 0 0,-1 0 1 0 0,0 0-1 0 0,0 0 0 0 0,1 0 0 0 0,-2 0 1 0 0,-28 0 174 0 0,26 0-174 0 0,2 1 1 0 0,0-1 0 0 0,-1 0 0 0 0,1 1 0 0 0,0-1 0 0 0,-1 1 0 0 0,1-1-1 0 0,0 1 1 0 0,0 0 0 0 0,-1 0 0 0 0,1 0 0 0 0,0 0 0 0 0,0 1 0 0 0,0-1 0 0 0,0 1 0 0 0,1-1 0 0 0,-1 1-1 0 0,0-1 1 0 0,1 1 0 0 0,-1 0 0 0 0,-1 3 0 0 0,2-5-3 0 0,1 0-1 0 0,0 0 1 0 0,-1 1-1 0 0,1-1 1 0 0,0 0-1 0 0,0 1 1 0 0,-1-1-1 0 0,1 0 1 0 0,0 1-1 0 0,0-1 1 0 0,0 0-1 0 0,0 1 1 0 0,-1-1-1 0 0,1 1 1 0 0,0-1-1 0 0,0 0 1 0 0,0 1-1 0 0,0-1 1 0 0,0 1-1 0 0,0-1 1 0 0,0 0-1 0 0,0 1 1 0 0,0-1 0 0 0,0 1-1 0 0,0-1 1 0 0,0 0-1 0 0,0 1 1 0 0,0-1-1 0 0,1 1 1 0 0,-1-1-1 0 0,0 0 1 0 0,0 1-1 0 0,0-1 1 0 0,1 0-1 0 0,-1 1 1 0 0,0-1-1 0 0,1 1 1 0 0,15 2 38 0 0,15-6-2 0 0,-4-5 10 0 0,-21 6-63 0 0,1 0 1 0 0,-1 0-1 0 0,1 0 1 0 0,-1 1-1 0 0,13-1 1 0 0,-17 2 27 0 0,1 0 0 0 0,-1 0 0 0 0,0 1 0 0 0,0-1 0 0 0,0 1 0 0 0,-1-1 0 0 0,1 1 0 0 0,0 0 0 0 0,0 0 0 0 0,0 0 1 0 0,0 0-1 0 0,-1 0 0 0 0,1 0 0 0 0,0 0 0 0 0,-1 1 0 0 0,1-1 0 0 0,-1 1 0 0 0,0-1 0 0 0,1 1 0 0 0,-1-1 0 0 0,0 1 1 0 0,0 0-1 0 0,2 2 0 0 0,15 35 195 0 0,-2 0 0 0 0,-1 0 0 0 0,-2 2 1 0 0,-2 0-1 0 0,-1 0 0 0 0,-2 1 0 0 0,-3 0 1 0 0,2 47-1 0 0,-7-50-128 0 0,-2 0 0 0 0,-1 0 0 0 0,-2 0 0 0 0,-2 0 1 0 0,-16 54-1 0 0,21-87-58 0 0,1 0 1 0 0,-1-1-1 0 0,0 1 1 0 0,-1 0-1 0 0,1-1 1 0 0,-1 1-1 0 0,0-1 1 0 0,-1 0-1 0 0,1 0 1 0 0,-1 0-1 0 0,0 0 1 0 0,0-1-1 0 0,0 1 1 0 0,-1-1-1 0 0,1 0 1 0 0,-1-1-1 0 0,0 1 1 0 0,-9 4-1 0 0,12-7 27 0 0,-2-3-7 0 0,1 1-36 0 0,0 0 0 0 0,0 0 0 0 0,1 0-1 0 0,-1-1 1 0 0,0 1 0 0 0,1-1 0 0 0,-1 0 0 0 0,1 0-1 0 0,0 0 1 0 0,-1 0 0 0 0,1 0 0 0 0,0 0 0 0 0,0-1-1 0 0,1 1 1 0 0,-1 0 0 0 0,0-1 0 0 0,1 0-1 0 0,-1 1 1 0 0,1-1 0 0 0,-2-6 0 0 0,2 3 3 0 0,0-1 0 0 0,0 1 0 0 0,0-1 0 0 0,1 0 0 0 0,0 1 0 0 0,1-1 0 0 0,-1 1 0 0 0,1-1 0 0 0,2-8 0 0 0,4-7-11 0 0,0 0 1 0 0,1 0 0 0 0,1 1-1 0 0,22-36 1 0 0,48-60-834 0 0,132-150 1 0 0,-205 260 814 0 0,106-133 839 0 0,-110 138-152 0 0,-8 5-529 0 0,2 0-98 0 0,-1-1 0 0 0,1 1 0 0 0,0 0-1 0 0,-1 0 1 0 0,2 1 0 0 0,-1-1 0 0 0,0 1 0 0 0,1 0 0 0 0,-1 0 0 0 0,1 0 0 0 0,0 1 0 0 0,1-1 0 0 0,-1 1 0 0 0,1-1 0 0 0,0 1 0 0 0,0 0 0 0 0,0 0 0 0 0,1 0 0 0 0,-2 9-1 0 0,2-7-97 0 0,1 0-1 0 0,0 0 0 0 0,0 1 0 0 0,0-1 1 0 0,1 0-1 0 0,0 0 0 0 0,1 0 0 0 0,0 0 1 0 0,0 0-1 0 0,0 0 0 0 0,1-1 0 0 0,0 1 1 0 0,0-1-1 0 0,8 11 0 0 0,22 24-2553 0 0,-5-20-3601 0 0,-15-12 2734 0 0</inkml:trace>
</inkml:ink>
</file>

<file path=ppt/ink/ink7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2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86 105 380 0 0,'-2'-15'4044'0'0,"0"14"-3904"0"0,1 0 1 0 0,0 0 0 0 0,-1 0-1 0 0,1 1 1 0 0,0-1 0 0 0,-1 0-1 0 0,1 1 1 0 0,-1-1 0 0 0,0 1-1 0 0,1-1 1 0 0,-1 1 0 0 0,1 0-1 0 0,-1-1 1 0 0,0 1 0 0 0,1 0-1 0 0,-1 0 1 0 0,0 0 0 0 0,1 1-1 0 0,-1-1 1 0 0,1 0 0 0 0,-1 1-1 0 0,0-1 1 0 0,1 0 0 0 0,-1 1-1 0 0,1 0 1 0 0,-1-1 0 0 0,1 1-1 0 0,-1 0 1 0 0,1 0-1 0 0,0 0 1 0 0,-1 0 0 0 0,1 0-1 0 0,0 0 1 0 0,0 0 0 0 0,0 1-1 0 0,0-1 1 0 0,0 0 0 0 0,0 1-1 0 0,-1 1 1 0 0,-1 1-21 0 0,0 0 1 0 0,0 0-1 0 0,1 0 0 0 0,0 0 1 0 0,0 1-1 0 0,0-1 0 0 0,0 1 1 0 0,0 0-1 0 0,1-1 0 0 0,0 1 1 0 0,0 0-1 0 0,0 6 0 0 0,1-8-83 0 0,1 1-1 0 0,-1 0 1 0 0,1 0-1 0 0,0-1 1 0 0,0 1-1 0 0,1 0 1 0 0,-1-1-1 0 0,1 1 1 0 0,0-1-1 0 0,0 0 1 0 0,0 1-1 0 0,0-1 1 0 0,0 0-1 0 0,1 0 1 0 0,-1 0-1 0 0,1-1 0 0 0,0 1 1 0 0,0-1-1 0 0,0 1 1 0 0,0-1-1 0 0,0 0 1 0 0,1 0-1 0 0,-1-1 1 0 0,1 1-1 0 0,-1 0 1 0 0,1-1-1 0 0,-1 0 1 0 0,1 0-1 0 0,0 0 1 0 0,0-1-1 0 0,-1 1 1 0 0,1-1-1 0 0,0 0 1 0 0,0 0-1 0 0,0 0 0 0 0,0 0 1 0 0,-1-1-1 0 0,1 1 1 0 0,0-1-1 0 0,0 0 1 0 0,-1 0-1 0 0,1-1 1 0 0,-1 1-1 0 0,1-1 1 0 0,-1 0-1 0 0,1 0 1 0 0,-1 0-1 0 0,0 0 1 0 0,0 0-1 0 0,0-1 1 0 0,0 1-1 0 0,-1-1 1 0 0,1 0-1 0 0,-1 0 0 0 0,1 0 1 0 0,-1 0-1 0 0,3-7 1 0 0,-2 3 31 0 0,0 0 0 0 0,-1 0 0 0 0,0 0 0 0 0,0 0 0 0 0,-1 0 0 0 0,0-1-1 0 0,-1 1 1 0 0,1-1 0 0 0,-1 1 0 0 0,-1-1 0 0 0,1 1 0 0 0,-1 0 0 0 0,-1-1 0 0 0,1 1 0 0 0,-1 0 0 0 0,0 0 0 0 0,-1 0 0 0 0,0 0 0 0 0,0 0 0 0 0,0 1 0 0 0,-1-1-1 0 0,0 1 1 0 0,0 0 0 0 0,-1 0 0 0 0,0 0 0 0 0,-6-5 0 0 0,10 10-128 0 0,1 0 0 0 0,-1 1 0 0 0,0 0 0 0 0,1-1 0 0 0,-1 1 1 0 0,0-1-1 0 0,0 1 0 0 0,0 0 0 0 0,1-1 0 0 0,-1 1 0 0 0,0 0 0 0 0,0 0 0 0 0,0 0 0 0 0,0 0 0 0 0,0 0 0 0 0,1 0 0 0 0,-1 0 0 0 0,0 0 0 0 0,0 0 0 0 0,0 0 1 0 0,0 0-1 0 0,0 0 0 0 0,1 1 0 0 0,-1-1 0 0 0,0 0 0 0 0,0 1 0 0 0,0-1 0 0 0,1 1 0 0 0,-1-1 0 0 0,0 1 0 0 0,1-1 0 0 0,-1 1 0 0 0,0-1 0 0 0,1 1 0 0 0,-1-1 1 0 0,0 2-1 0 0,-11 14-2222 0 0,8-8-2876 0 0</inkml:trace>
</inkml:ink>
</file>

<file path=ppt/ink/ink7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3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20 360 0 0,'0'0'1964'0'0,"20"39"2069"0"0,-20-37-3969 0 0,3 5 278 0 0,0 1-1 0 0,0-1 1 0 0,1 1-1 0 0,0-1 1 0 0,0 0 0 0 0,1 0-1 0 0,0-1 1 0 0,0 1-1 0 0,0-1 1 0 0,1 0 0 0 0,9 7-1 0 0,-14-13 318 0 0,3-1-341 0 0,3-3-127 0 0,-1 0 0 0 0,1 0 0 0 0,-1-1 0 0 0,0 0 0 0 0,-1 0 1 0 0,1 0-1 0 0,-1-1 0 0 0,0 0 0 0 0,0 0 0 0 0,-1 0 0 0 0,1-1 0 0 0,5-12 0 0 0,-4 8-1043 0 0,1 0-1 0 0,1 0 1 0 0,17-18 0 0 0,-11 24-7380 0 0</inkml:trace>
</inkml:ink>
</file>

<file path=ppt/ink/ink7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3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1 165 788 0 0,'17'-6'2616'0'0,"-3"-2"-1787"0"0,0 0-1 0 0,-1-1 1 0 0,0 0 0 0 0,0-1 0 0 0,-1 0 0 0 0,0-1 0 0 0,-1 0 0 0 0,0-1 0 0 0,-1 0 0 0 0,9-15 0 0 0,-18 26-724 0 0,1-1 0 0 0,-1 1 1 0 0,0-1-1 0 0,0 1 0 0 0,0-1 1 0 0,0 0-1 0 0,0 1 0 0 0,0-1 1 0 0,-1 0-1 0 0,1 1 0 0 0,0-1 0 0 0,-1 0 1 0 0,0 0-1 0 0,1-3 0 0 0,-2 5-68 0 0,1-1-1 0 0,-1 1 0 0 0,0-1 0 0 0,1 1 0 0 0,-1 0 1 0 0,0-1-1 0 0,0 1 0 0 0,0 0 0 0 0,1 0 0 0 0,-1 0 1 0 0,0-1-1 0 0,0 1 0 0 0,0 0 0 0 0,0 0 1 0 0,1 0-1 0 0,-1 0 0 0 0,0 0 0 0 0,0 1 0 0 0,0-1 1 0 0,1 0-1 0 0,-1 0 0 0 0,0 0 0 0 0,0 1 0 0 0,-1 0 1 0 0,-2 1-12 0 0,1 0 0 0 0,-1 1 1 0 0,1 0-1 0 0,0 0 0 0 0,0 0 1 0 0,0 0-1 0 0,0 0 0 0 0,1 0 1 0 0,-1 1-1 0 0,1-1 0 0 0,0 1 1 0 0,0 0-1 0 0,-3 6 0 0 0,5-9-6 0 0,-3 3-3 0 0,1 0 1 0 0,0 0-1 0 0,0 0 0 0 0,0 1 0 0 0,1-1 1 0 0,0 0-1 0 0,0 1 0 0 0,0-1 0 0 0,0 1 1 0 0,1-1-1 0 0,-1 1 0 0 0,1-1 1 0 0,0 1-1 0 0,1 0 0 0 0,-1-1 0 0 0,1 1 1 0 0,0-1-1 0 0,0 0 0 0 0,2 7 0 0 0,-2-10-15 0 0,0 0-1 0 0,-1 1 0 0 0,1-1 1 0 0,0 0-1 0 0,0 0 0 0 0,0 0 1 0 0,0 0-1 0 0,0 0 0 0 0,0 0 0 0 0,0 0 1 0 0,0 0-1 0 0,1-1 0 0 0,-1 1 1 0 0,0 0-1 0 0,0-1 0 0 0,1 1 1 0 0,-1-1-1 0 0,0 1 0 0 0,1-1 0 0 0,-1 0 1 0 0,1 1-1 0 0,-1-1 0 0 0,0 0 1 0 0,1 0-1 0 0,-1 0 0 0 0,1 0 1 0 0,-1 0-1 0 0,0 0 0 0 0,3-1 0 0 0,41-10-219 0 0,15-14-64 0 0,74-44-1 0 0,-132 68 312 0 0,-1 1-24 0 0,0-1 0 0 0,0 1 0 0 0,0 0 0 0 0,0-1 0 0 0,0 1 0 0 0,1 0-1 0 0,-1 0 1 0 0,0-1 0 0 0,0 1 0 0 0,0 0 0 0 0,0 0 0 0 0,0 0 0 0 0,1 1 0 0 0,-1-1 0 0 0,0 0 0 0 0,0 0 0 0 0,0 1 0 0 0,0-1 0 0 0,0 0-1 0 0,0 1 1 0 0,0-1 0 0 0,0 1 0 0 0,0 0 0 0 0,0-1 0 0 0,0 1 0 0 0,0 0 0 0 0,0-1 0 0 0,0 1 0 0 0,0 0 0 0 0,-1 0 0 0 0,1 0-1 0 0,1 2 1 0 0,28 52-1593 0 0,-1-22-6412 0 0,-22-28 4910 0 0</inkml:trace>
</inkml:ink>
</file>

<file path=ppt/ink/ink7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3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21 732 0 0,'14'-21'9224'0'0,"-35"177"-4923"0"0,2-27-2427 0 0,11-15-627 0 0,7-65-817 0 0,-3 0-1 0 0,-1 0 0 0 0,-3-1 1 0 0,-22 74-1 0 0,28-116-736 0 0,-1 1 0 0 0,0-1-1 0 0,-1 0 1 0 0,1 0 0 0 0,-1-1 0 0 0,0 1 0 0 0,0-1-1 0 0,-1 1 1 0 0,-7 5 0 0 0,-17 6-9155 0 0,16-13 5531 0 0</inkml:trace>
</inkml:ink>
</file>

<file path=ppt/ink/ink7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4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52 552 0 0,'2'-1'1003'0'0,"8"-4"-428"0"0,0 0-1 0 0,0 1 0 0 0,0 1 0 0 0,0 0 0 0 0,1 0 0 0 0,19-2 0 0 0,76-2 972 0 0,-61 4-863 0 0,10-2 153 0 0,-33 2-294 0 0,0 0 0 0 0,0 2 0 0 0,0 0 0 0 0,1 2 0 0 0,-1 0 0 0 0,0 2 0 0 0,28 6 0 0 0,-45-7-450 0 0,-1 1-1 0 0,1 0 0 0 0,-1 0 0 0 0,0 0 1 0 0,0 0-1 0 0,0 0 0 0 0,-1 1 1 0 0,1 0-1 0 0,-1 0 0 0 0,0 0 1 0 0,0 0-1 0 0,0 0 0 0 0,0 1 1 0 0,-1-1-1 0 0,0 1 0 0 0,0-1 1 0 0,0 1-1 0 0,0 0 0 0 0,-1 0 1 0 0,0 0-1 0 0,0 0 0 0 0,0 0 0 0 0,-1 0 1 0 0,0 0-1 0 0,0 11 0 0 0,-1-14-563 0 0,0 0 0 0 0,0 0 0 0 0,0 0-1 0 0,0-1 1 0 0,0 1 0 0 0,0 0 0 0 0,-1 0-1 0 0,1 0 1 0 0,-1-1 0 0 0,1 1 0 0 0,-1-1 0 0 0,0 0-1 0 0,-3 3 1 0 0</inkml:trace>
</inkml:ink>
</file>

<file path=ppt/ink/ink7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4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1 184 11969 0 0,'4'-26'75'0'0,"0"2"783"0"0,0 2 1 0 0,1-1-1 0 0,14-34 1 0 0,-14 43-316 0 0,5-3-620 0 0,-9 16-277 0 0,2 3-2109 0 0,-2-1 2091 0 0,0 0 0 0 0,0 0 0 0 0,0 0 0 0 0,-1 0 0 0 0,1 0 0 0 0,0 0 0 0 0,0 0 0 0 0,-1 0 0 0 0,1 0-1 0 0,0 0 1 0 0,-1 0 0 0 0,1 0 0 0 0,-1 1 0 0 0,0-1 0 0 0,1 0 0 0 0,-1 0 0 0 0,0 1 0 0 0,0 0 0 0 0</inkml:trace>
</inkml:ink>
</file>

<file path=ppt/ink/ink7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5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0 852 0 0,'-22'46'5234'0'0,"17"-38"-4648"0"0,-1 1 0 0 0,0-1 0 0 0,0 0 0 0 0,-1-1 0 0 0,-9 9 0 0 0,14-15-324 0 0,-2 4 2141 0 0,4-5-2305 0 0,6-8-23 0 0,0 1 0 0 0,0 0 0 0 0,1 0 0 0 0,0 1 0 0 0,0-1 0 0 0,0 2 0 0 0,1-1 0 0 0,0 1 0 0 0,0 0 0 0 0,0 1 0 0 0,1 0 0 0 0,0 0 0 0 0,-1 1 0 0 0,1 0 0 0 0,1 0 0 0 0,-1 1 0 0 0,10-1 0 0 0,-17 3-68 0 0,1 1-1 0 0,-1-1 0 0 0,0 1 1 0 0,1-1-1 0 0,-1 1 0 0 0,0 0 1 0 0,0 0-1 0 0,0 0 0 0 0,1 0 1 0 0,-1 0-1 0 0,0 0 0 0 0,-1 1 1 0 0,1-1-1 0 0,0 1 0 0 0,2 2 1 0 0,-2-3-3 0 0,0 1 0 0 0,0 0 0 0 0,-1-1 0 0 0,1 1 0 0 0,-1 0 0 0 0,1 0 0 0 0,-1 0 1 0 0,0 0-1 0 0,0 0 0 0 0,0 0 0 0 0,0 0 0 0 0,1 4 0 0 0,8 18 77 0 0,-9-23-21 0 0,15 2 56 0 0,20-12-63 0 0,-24 6-54 0 0,-1 0 1 0 0,1 0-1 0 0,0 1 0 0 0,-1 0 1 0 0,1 1-1 0 0,0 0 1 0 0,0 1-1 0 0,0 1 0 0 0,0 0 1 0 0,0 0-1 0 0,0 1 1 0 0,16 5-1 0 0,-5 1-28 0 0,-1 0 0 0 0,1-2 0 0 0,0-1 0 0 0,36 4 0 0 0,-52-8 136 0 0,0-1 0 0 0,0-1 0 0 0,0 1-1 0 0,0-1 1 0 0,0 0 0 0 0,0-1 0 0 0,0 1 0 0 0,0-1 0 0 0,0-1 0 0 0,-1 1-1 0 0,1-1 1 0 0,-1-1 0 0 0,0 1 0 0 0,0-1 0 0 0,0 0 0 0 0,0 0 0 0 0,-1-1-1 0 0,0 1 1 0 0,9-11 0 0 0,3-11 3668 0 0,-20 30-3708 0 0,-4 8-270 0 0,-4 19 306 0 0,9-11-3568 0 0,4-2-5048 0 0,2-7 4053 0 0</inkml:trace>
</inkml:ink>
</file>

<file path=ppt/ink/ink7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08:55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1 109 1964 0 0,'19'-6'1663'0'0,"0"-1"1"0"0,0-1-1 0 0,-1-1 0 0 0,0-1 0 0 0,-1 0 1 0 0,1-1-1 0 0,17-15 0 0 0,-33 24-1468 0 0,10-12 840 0 0,-20 8-2237 0 0,-36 6-6185 0 0,18 2 2940 0 0</inkml:trace>
</inkml:ink>
</file>

<file path=ppt/ink/ink7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32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0 76 0 0,'0'0'2738'0'0,"-2"26"8309"0"0,1-14-11662 0 0,-24 70 2158 0 0,-4 14-412 0 0,-30 168-1 0 0,56-237-981 0 0,3-16-838 0 0,-1 0-1 0 0,-1 1 1 0 0,-5 18-1 0 0,6-29-251 0 0</inkml:trace>
</inkml:ink>
</file>

<file path=ppt/ink/ink7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10:33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1 876,'0'0'1260,"6"15"2197,12 136 3896,12 130-4754,-35-225-3865,0-32-1775,1-5-2550,1-7 2412</inkml:trace>
</inkml:ink>
</file>

<file path=ppt/ink/ink7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10:33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65 168,'1'-6'2676,"5"-9"-1532,-1 9 893,1-9-401,-5 4-84,1-1-1588</inkml:trace>
</inkml:ink>
</file>

<file path=ppt/ink/ink7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10:36.4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124 153 140,'-11'-31'3158,"7"24"-2690,-2-2 764,0-1 0,0 0 0,-6-17-1,-9 70-526,5 40-312,4 1 0,-1 85 0,4-47-86,8-112-460,-4 45 959,4-51-113,1-30-493,19-184 39,-7 110-196,14-87 47,-26 185-111,4 6-26,9 12 43,-2 0 1,0 1-1,-1 0 1,-1 1-1,0 0 1,-2 0-1,9 29 1,15 33 4,-8-30 4,45 71 0,-56-102-2,1-1 1,1 0-1,1-1 1,0-1 0,1 0-1,28 21 1,-42-35-1,0-1-1,0 1 1,-1-1 0,1 0-1,0 1 1,1-1 0,-1 0-1,0 0 1,0 0 0,0-1 0,1 1-1,-1-1 1,0 1 0,0-1-1,1 0 1,-1 1 0,1-1-1,-1 0 1,0-1 0,1 1-1,-1 0 1,0-1 0,0 1 0,1-1-1,-1 0 1,0 0 0,0 0-1,2-1 1,0-1 0,0-1 0,0 0 0,-1 0 0,1 0 0,-1 0 0,0-1 0,0 1-1,-1-1 1,0 0 0,1 0 0,1-8 0,7-27 1,-2 0-1,-2-1 0,-1 0 0,-1-73 1,-2 56-3,10-171 27,-14 210-48,1 18-54,-1 0 0,1-1 0,0 1 0,-1-1 0,1 1 0,0-1 0,0 1 0,0-1 0,0 1 0,0 0 0,0-1 0,1 1 0,-1-1 0,0 1 0,1-1-1,-1 1 1,1 0 0,-1-1 0,1 1 0,0 0 0,1-3 0,4 9-620,22 30-794,-6-4-3138,-13-17 2126</inkml:trace>
</inkml:ink>
</file>

<file path=ppt/ink/ink7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37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291 104 44 0 0,'0'0'760'0'0,"-22"-49"4353"0"0,2 17-3152 0 0,19 30-1726 0 0,-26-19 1504 0 0,21 22-1664 0 0,-1 0 1 0 0,1 0-1 0 0,0 0 1 0 0,0 1-1 0 0,0-1 1 0 0,0 2-1 0 0,1-1 0 0 0,-1 1 1 0 0,1 0-1 0 0,-1 0 1 0 0,1 0-1 0 0,0 1 1 0 0,0-1-1 0 0,0 1 1 0 0,1 1-1 0 0,-1-1 1 0 0,-6 9-1 0 0,-3 2 42 0 0,1 2-1 0 0,1 0 0 0 0,0 0 0 0 0,-11 23 0 0 0,15-24-40 0 0,1 1-1 0 0,1 0 1 0 0,0 0-1 0 0,-4 26 1 0 0,9-38-62 0 0,-1 1 0 0 0,2-1 0 0 0,-1 1 0 0 0,1 0 1 0 0,-1-1-1 0 0,1 1 0 0 0,1 0 0 0 0,-1-1 0 0 0,1 1 0 0 0,0-1 1 0 0,1 1-1 0 0,-1-1 0 0 0,1 1 0 0 0,0-1 0 0 0,0 0 0 0 0,1 0 1 0 0,-1 0-1 0 0,5 5 0 0 0,-5-9-9 0 0,0 1-1 0 0,0-1 1 0 0,0 0 0 0 0,0 0-1 0 0,0 1 1 0 0,0-2 0 0 0,1 1 0 0 0,-1 0-1 0 0,0 0 1 0 0,1-1 0 0 0,-1 1-1 0 0,1-1 1 0 0,-1 0 0 0 0,0 0 0 0 0,1 0-1 0 0,-1 0 1 0 0,1 0 0 0 0,-1-1-1 0 0,1 1 1 0 0,-1-1 0 0 0,0 1 0 0 0,1-1-1 0 0,-1 0 1 0 0,0 0 0 0 0,0 0 0 0 0,1 0-1 0 0,-1 0 1 0 0,0 0 0 0 0,3-4-1 0 0,4 0 6 0 0,0-1 0 0 0,-1 0 0 0 0,1-1 0 0 0,-1 0 0 0 0,11-13 0 0 0,-3-3-7 0 0,0 0 0 0 0,22-44 0 0 0,-38 76-3 0 0,0 0 0 0 0,1 1 1 0 0,0-1-1 0 0,1 0 0 0 0,0 0 0 0 0,0 0 0 0 0,1 0 0 0 0,4 9 0 0 0,-6-16 7 0 0,-1-1-7 0 0,0 1 1 0 0,1-1 0 0 0,0 1-1 0 0,-1-1 1 0 0,1 1-1 0 0,0-1 1 0 0,0 0 0 0 0,-1 1-1 0 0,1-1 1 0 0,0 0 0 0 0,0 0-1 0 0,1 1 1 0 0,-1-1-1 0 0,0 0 1 0 0,0 0 0 0 0,0 0-1 0 0,1-1 1 0 0,-1 1-1 0 0,1 0 1 0 0,-1 0 0 0 0,0-1-1 0 0,1 1 1 0 0,-1-1 0 0 0,1 1-1 0 0,-1-1 1 0 0,4 1-1 0 0,-1-1 1 0 0,0-1 0 0 0,0 1-1 0 0,0-1 1 0 0,0 0 0 0 0,-1 0-1 0 0,1 0 1 0 0,0 0-1 0 0,-1-1 1 0 0,1 0 0 0 0,5-3-1 0 0,5-4 2 0 0,0 0 1 0 0,-1-2-1 0 0,0 0 0 0 0,11-12 0 0 0,16-24-15 0 0,-31 34-5 0 0,2 0 1 0 0,0 0-1 0 0,1 1 0 0 0,19-16 0 0 0,-29 28 3 0 0,-1 0-22 0 0,1 0 36 0 0,0 1 0 0 0,-1-1 0 0 0,1 1 0 0 0,-1 0 0 0 0,1 0 0 0 0,-1-1 0 0 0,1 1 0 0 0,-1 0 0 0 0,1 0-1 0 0,-1 0 1 0 0,0 0 0 0 0,1 1 0 0 0,-1-1 0 0 0,0 0 0 0 0,0 1 0 0 0,0-1 0 0 0,0 0 0 0 0,0 1 0 0 0,0-1 0 0 0,0 3 0 0 0,5 16-7 0 0,1 13 5 0 0,-3 0 9 0 0,-1 13 20 0 0,-4-41 1 0 0,-1 8-20 0 0,0-3-2 0 0,0 9 66 0 0,2-18-38 0 0,0-1-26 0 0,12-30-26 0 0,9-15 2 0 0,6 0 2 0 0,-16 28 0 0 0,2 1-1 0 0,17-18 1 0 0,-29 33 3 0 0,16 0-48 0 0,-15 2 62 0 0,0 1-1 0 0,0-1 1 0 0,0 1-1 0 0,0 0 0 0 0,0-1 1 0 0,0 1-1 0 0,0 0 0 0 0,-1 0 1 0 0,1 0-1 0 0,-1 1 1 0 0,0-1-1 0 0,1 0 0 0 0,-1 1 1 0 0,0-1-1 0 0,0 0 0 0 0,0 1 1 0 0,0 2-1 0 0,9 101 3 0 0,-10-105-2 0 0,0-1 1 0 0,0 1-1 0 0,0-1 0 0 0,0 1 1 0 0,0-1-1 0 0,0 1 0 0 0,0-1 1 0 0,0 1-1 0 0,0-1 0 0 0,0 0 1 0 0,1 1-1 0 0,-1-1 0 0 0,0 1 0 0 0,0-1 1 0 0,1 0-1 0 0,-1 1 0 0 0,0-1 1 0 0,1 1-1 0 0,-1-1 0 0 0,0 0 1 0 0,1 0-1 0 0,-1 1 0 0 0,0-1 1 0 0,1 0-1 0 0,-1 1 0 0 0,1-1 1 0 0,-1 0-1 0 0,0 0 0 0 0,1 0 0 0 0,-1 0 1 0 0,1 1-1 0 0,0-1 0 0 0,18-7-62 0 0,29-32-263 0 0,-22 17 118 0 0,-24 21 197 0 0,0 0-1 0 0,-1-1 0 0 0,1 1 1 0 0,0 0-1 0 0,0 0 1 0 0,0 0-1 0 0,0 0 1 0 0,0 0-1 0 0,0 1 1 0 0,0-1-1 0 0,0 1 1 0 0,0-1-1 0 0,0 1 0 0 0,0 0 1 0 0,0 0-1 0 0,0-1 1 0 0,1 2-1 0 0,-1-1 1 0 0,0 0-1 0 0,0 0 1 0 0,0 1-1 0 0,0-1 1 0 0,0 1-1 0 0,0-1 1 0 0,0 1-1 0 0,0 0 0 0 0,0 0 1 0 0,0 0-1 0 0,0 0 1 0 0,0 0-1 0 0,-1 1 1 0 0,1-1-1 0 0,0 0 1 0 0,-1 1-1 0 0,1-1 1 0 0,-1 1-1 0 0,2 2 0 0 0,17 12-11 0 0,-15-12 21 0 0,1-1 0 0 0,0 0-1 0 0,0 0 1 0 0,0-1 0 0 0,0 0 0 0 0,0 0 0 0 0,0 0 0 0 0,1-1 0 0 0,-1 1 0 0 0,0-2 0 0 0,1 1 0 0 0,-1-1-1 0 0,1 0 1 0 0,12-2 0 0 0,-14 2 5 0 0,0-1 0 0 0,0 0 0 0 0,0 0 1 0 0,-1 0-1 0 0,1 0 0 0 0,0-1 0 0 0,-1 0 0 0 0,0 0 0 0 0,1-1 0 0 0,-1 1 0 0 0,0-1 0 0 0,0 0 0 0 0,0 0 0 0 0,0 0 0 0 0,-1 0 0 0 0,1-1 0 0 0,-1 1 0 0 0,0-1 0 0 0,0 0 0 0 0,3-4 0 0 0,5-27 616 0 0,-11 34-139 0 0,-4-2-351 0 0,4 3-121 0 0,0-1 0 0 0,0 1 1 0 0,0 0-1 0 0,0 0 0 0 0,0-1 0 0 0,-1 1 0 0 0,1 0 0 0 0,0 0 1 0 0,0-1-1 0 0,0 1 0 0 0,-1 0 0 0 0,1 0 0 0 0,0 0 0 0 0,0-1 1 0 0,0 1-1 0 0,-1 0 0 0 0,1 0 0 0 0,0 0 0 0 0,-1 0 1 0 0,1 0-1 0 0,0 0 0 0 0,0-1 0 0 0,-1 1 0 0 0,1 0 0 0 0,0 0 1 0 0,-1 0-1 0 0,1 0 0 0 0,0 0 0 0 0,0 0 0 0 0,-1 0 0 0 0,1 0 1 0 0,0 0-1 0 0,-1 1 0 0 0,1-1 0 0 0,0 0 0 0 0,0 0 1 0 0,-1 0-1 0 0,1 0 0 0 0,0 0 0 0 0,-1 0 0 0 0,0 3-17 0 0,0 0 0 0 0,1 1 0 0 0,-1-1 0 0 0,0 0 0 0 0,1 0 0 0 0,0 0-1 0 0,0 0 1 0 0,0 0 0 0 0,0 1 0 0 0,0-1 0 0 0,1 0 0 0 0,-1 0 0 0 0,1 0 0 0 0,0 0-1 0 0,0 0 1 0 0,0 0 0 0 0,0 0 0 0 0,1 0 0 0 0,-1 0 0 0 0,1-1 0 0 0,3 5 0 0 0,23 21-2199 0 0,9-8-3611 0 0,-19-14 2796 0 0</inkml:trace>
</inkml:ink>
</file>

<file path=ppt/ink/ink7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39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4 821 616 0 0,'-3'3'5648'0'0,"75"-60"-4890"0"0,-2-3 0 0 0,-3-4 1 0 0,-3-2-1 0 0,96-128 0 0 0,-142 170-714 0 0,-1 0 0 0 0,-2-2 1 0 0,0 0-1 0 0,13-35 0 0 0,-24 53-33 0 0,-1 0 1 0 0,0 0-1 0 0,-1-1 1 0 0,1 1 0 0 0,-2-1-1 0 0,1 0 1 0 0,-1 1-1 0 0,-1-1 1 0 0,1 0-1 0 0,-2 0 1 0 0,1 1-1 0 0,-1-1 1 0 0,0 0-1 0 0,-1 1 1 0 0,0-1-1 0 0,0 1 1 0 0,-1-1-1 0 0,-7-14 1 0 0,7 19-9 0 0,0 1-1 0 0,-1-1 1 0 0,1 1-1 0 0,-1-1 1 0 0,0 1 0 0 0,0 0-1 0 0,0 0 1 0 0,0 1-1 0 0,0-1 1 0 0,-1 1 0 0 0,1 0-1 0 0,-1 0 1 0 0,0 1-1 0 0,0-1 1 0 0,1 1 0 0 0,-1 0-1 0 0,0 0 1 0 0,0 1-1 0 0,0-1 1 0 0,0 1 0 0 0,-7 1-1 0 0,-10-1-3 0 0,1 2 0 0 0,-1 1 0 0 0,-27 6 0 0 0,33-5 3 0 0,0 1-1 0 0,0 0 1 0 0,0 1-1 0 0,1 0 0 0 0,-1 1 1 0 0,2 1-1 0 0,-1 1 1 0 0,1 0-1 0 0,0 1 0 0 0,-14 13 1 0 0,22-18-5 0 0,1 1 0 0 0,0-1 1 0 0,0 1-1 0 0,0 1 0 0 0,1-1 0 0 0,0 1 1 0 0,0-1-1 0 0,0 1 0 0 0,1 0 0 0 0,0 1 1 0 0,1-1-1 0 0,-1 0 0 0 0,2 1 1 0 0,-1 0-1 0 0,1-1 0 0 0,0 1 0 0 0,0 0 1 0 0,1-1-1 0 0,0 1 0 0 0,0 0 0 0 0,1 0 1 0 0,0-1-1 0 0,4 14 0 0 0,6 24 6 0 0,-2 0 0 0 0,-2 1-1 0 0,-2 0 1 0 0,-1 60 0 0 0,-8-27 17 0 0,-22 132 0 0 0,23-191-20 0 0,-2 5 5 0 0,1 1 0 0 0,1 0 0 0 0,1 32 0 0 0,2-53-4 0 0,0 0 0 0 0,0 1 0 0 0,1-1-1 0 0,0 0 1 0 0,0 0 0 0 0,0 0 0 0 0,0 0 0 0 0,1 0 0 0 0,0 0 0 0 0,0-1 0 0 0,0 1-1 0 0,0 0 1 0 0,1-1 0 0 0,0 0 0 0 0,0 0 0 0 0,0 1 0 0 0,0-2 0 0 0,1 1 0 0 0,0 0-1 0 0,-1-1 1 0 0,1 0 0 0 0,1 1 0 0 0,3 1 0 0 0,-1-2 0 0 0,0-1 1 0 0,0 0-1 0 0,1-1 1 0 0,-1 1-1 0 0,0-2 1 0 0,0 1-1 0 0,1-1 1 0 0,-1 0-1 0 0,0 0 0 0 0,1-1 1 0 0,-1 0-1 0 0,0 0 1 0 0,0-1-1 0 0,0 0 1 0 0,12-4-1 0 0,1-2 2 0 0,1-1 0 0 0,-1-1 0 0 0,-1 0 0 0 0,19-14 0 0 0,-4-2-3 0 0,-1-2 1 0 0,57-62-1 0 0,2-3 164 0 0,-74 80-8 0 0,-12 16 68 0 0,-11 30 233 0 0,-2-2-302 0 0,0 32 142 0 0,7-60-274 0 0,0-3-20 0 0,0 0 1 0 0,0 1-1 0 0,0-1 0 0 0,0 0 0 0 0,0 0 0 0 0,0 1 0 0 0,0-1 0 0 0,0 0 0 0 0,0 0 0 0 0,0 1 0 0 0,0-1 0 0 0,0 0 0 0 0,0 0 0 0 0,0 1 0 0 0,0-1 0 0 0,0 0 0 0 0,0 0 0 0 0,0 0 0 0 0,0 1 0 0 0,0-1 0 0 0,0 0 0 0 0,1 0 0 0 0,-1 0 0 0 0,0 1 0 0 0,0-1 0 0 0,0 0 0 0 0,0 0 0 0 0,0 0 1 0 0,1 1-1 0 0,-1-1 0 0 0,0 0 0 0 0,0 0 0 0 0,0 0 0 0 0,1 0 0 0 0,-1 0 0 0 0,0 1 0 0 0,0-1 0 0 0,0 0 0 0 0,1 0 0 0 0,-1 0 0 0 0,0 0 0 0 0,0 0 0 0 0,1 0 0 0 0,-1 0 0 0 0,70-33 128 0 0,-69 32-136 0 0,44 11-2 0 0,-19-2 3 0 0,-16-6 10 0 0,0-2-1 0 0,-1 1 1 0 0,1-1-1 0 0,0-1 1 0 0,18-3-1 0 0,15-8 41 0 0,-31 5-42 0 0,1-1 0 0 0,-1 0 1 0 0,-1 0-1 0 0,1-1 0 0 0,-1-1 0 0 0,-1 1 0 0 0,0-2 0 0 0,0 0 1 0 0,-1 0-1 0 0,0 0 0 0 0,-1-1 0 0 0,-1-1 0 0 0,0 1 0 0 0,8-20 1 0 0,6-21 5 0 0,-2 0 1 0 0,16-74 0 0 0,-22 79-1 0 0,0-13-11 0 0,7-75-1 0 0,-13 78-3 0 0,-12 5-137 0 0,-5 70 155 0 0,1 0 0 0 0,1 1 0 0 0,0 0 1 0 0,1 0-1 0 0,1 0 0 0 0,1 1 0 0 0,1 0 1 0 0,-3 27-1 0 0,2-7 11 0 0,3-1 0 0 0,1 1 0 0 0,6 55 0 0 0,-4-83-15 0 0,2 18 10 0 0,1-1 0 0 0,9 35 1 0 0,-10-54-9 0 0,0 0 1 0 0,0-1-1 0 0,1 0 1 0 0,0 0-1 0 0,0 0 0 0 0,1 0 1 0 0,0-1-1 0 0,1 0 1 0 0,-1 0-1 0 0,1 0 1 0 0,9 8-1 0 0,30 4 154 0 0,-44-18-1 0 0,8 0-66 0 0,-6-1 69 0 0,-2 1 194 0 0,0-1-483 0 0,3 3 408 0 0,-2-2-562 0 0,-2-1-173 0 0</inkml:trace>
</inkml:ink>
</file>

<file path=ppt/ink/ink7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39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0 144 0 0,'0'0'500'0'0</inkml:trace>
</inkml:ink>
</file>

<file path=ppt/ink/ink7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0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0 726 876 0 0,'0'0'1814'0'0,"5"-4"-964"0"0,24-21 175 0 0,0-1-1 0 0,-2-1 1 0 0,-1-2 0 0 0,-1 0-1 0 0,23-38 1 0 0,-24 31-777 0 0,-2-2 0 0 0,-2 0 0 0 0,-1-1 0 0 0,-2-1 0 0 0,-2-1 0 0 0,-1 0 0 0 0,14-77 0 0 0,-13-8 176 0 0,-14 125-394 0 0,-2 1-27 0 0,1 0 0 0 0,-1 0 1 0 0,1 0-1 0 0,-1 0 0 0 0,1 0 1 0 0,-1 0-1 0 0,1 0 0 0 0,-1 0 1 0 0,1 0-1 0 0,-1 0 0 0 0,1 0 1 0 0,-1 0-1 0 0,1 1 0 0 0,0-1 1 0 0,-1 0-1 0 0,1 0 0 0 0,-1 0 1 0 0,1 1-1 0 0,0-1 0 0 0,-1 0 0 0 0,1 0 1 0 0,-1 1-1 0 0,1-1 0 0 0,0 0 1 0 0,0 1-1 0 0,-1-1 0 0 0,1 1 1 0 0,0-1-1 0 0,-1 0 0 0 0,1 1 1 0 0,0-1-1 0 0,0 1 0 0 0,0-1 1 0 0,0 1-1 0 0,-1-1 0 0 0,1 0 1 0 0,0 1-1 0 0,0-1 0 0 0,0 1 1 0 0,0 0-1 0 0,-22 42 83 0 0,-15 51 68 0 0,26-58-92 0 0,2 1 0 0 0,2 0 0 0 0,1 0 0 0 0,2 1 0 0 0,2-1-1 0 0,1 1 1 0 0,2 0 0 0 0,2-1 0 0 0,9 52 0 0 0,-11-86-54 0 0,-1 0 0 0 0,1 1 0 0 0,0-1 0 0 0,0 0 0 0 0,0 0 0 0 0,0 0 1 0 0,0 0-1 0 0,1 0 0 0 0,0 0 0 0 0,-1 0 0 0 0,1-1 0 0 0,0 1 1 0 0,0-1-1 0 0,1 1 0 0 0,-1-1 0 0 0,0 0 0 0 0,1 1 0 0 0,-1-1 1 0 0,1-1-1 0 0,0 1 0 0 0,0 0 0 0 0,0-1 0 0 0,6 3 0 0 0,-3-3 5 0 0,0 0 0 0 0,1 0 0 0 0,-1-1-1 0 0,0 0 1 0 0,1-1 0 0 0,-1 1 0 0 0,0-1-1 0 0,0 0 1 0 0,1-1 0 0 0,-1 1-1 0 0,11-6 1 0 0,-17 7-13 0 0,4-1 7 0 0,-1 0 0 0 0,0-1 0 0 0,1 1 0 0 0,-1-1 0 0 0,0 0-1 0 0,0 0 1 0 0,0 0 0 0 0,-1 0 0 0 0,4-3 0 0 0,-5 4 52 0 0,1 0-43 0 0,4-3 0 0 0,-5 3 13 0 0,25 15-44 0 0,-23-14 42 0 0,-1 0 0 0 0,0 0 0 0 0,1 1 0 0 0,-1-1 0 0 0,0 1 0 0 0,1-1-1 0 0,-1 1 1 0 0,0 0 0 0 0,0-1 0 0 0,0 1 0 0 0,1 0 0 0 0,-1 1 0 0 0,0-1 0 0 0,0 0-1 0 0,-1 1 1 0 0,1-1 0 0 0,0 1 0 0 0,0-1 0 0 0,-1 1 0 0 0,1 0 0 0 0,-1 0 0 0 0,1 0 0 0 0,-1 0-1 0 0,0 0 1 0 0,0 0 0 0 0,0 0 0 0 0,0 0 0 0 0,0 0 0 0 0,0 1 0 0 0,0-1 0 0 0,-1 0-1 0 0,1 0 1 0 0,-1 1 0 0 0,0-1 0 0 0,0 4 0 0 0,1 11 154 0 0,-1-1 0 0 0,-1 1 0 0 0,0-1 1 0 0,-5 20-1 0 0,3-16-187 0 0,-3 12 144 0 0,-1 1 0 0 0,-2-1 0 0 0,-21 52 0 0 0,-51 88 274 0 0,72-156-366 0 0,1 2-599 0 0,-2 0 1 0 0,-23 31-1 0 0,32-47-125 0 0</inkml:trace>
</inkml:ink>
</file>

<file path=ppt/ink/ink7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0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75 668 0 0,'14'-5'968'0'0,"-1"-2"-84"0"0,2 0-92 0 0,1 0-72 0 0,0 0-72 0 0,1 2-80 0 0,-2-1-51 0 0,0 5-65 0 0,1-3-140 0 0,-1-1-156 0 0,-2 4-184 0 0,3-3-132 0 0,-5 3-140 0 0,1-3-180 0 0,4-1-2465 0 0,-5-1 1417 0 0</inkml:trace>
</inkml:ink>
</file>

<file path=ppt/ink/ink7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1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35 608 0 0,'-19'2'1368'0'0,"0"0"-100"0"0,11-2 804 0 0,-10-2 2033 0 0,82-7-3873 0 0,-24 6-288 0 0,2 1-300 0 0,5-3-348 0 0,3 0-720 0 0,-2-1-1545 0 0,4-1 689 0 0</inkml:trace>
</inkml:ink>
</file>

<file path=ppt/ink/ink7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5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98 385 792 0 0,'0'0'4519'0'0,"-3"7"-3946"0"0,-17 54 412 0 0,2 0 0 0 0,4 1 0 0 0,-12 101 0 0 0,16-103 98 0 0,10-60-1055 0 0,0 0-1 0 0,0 0 0 0 0,0 0 1 0 0,0 0-1 0 0,0 0 0 0 0,0 0 1 0 0,0-1-1 0 0,-1 1 0 0 0,1 0 1 0 0,0 0-1 0 0,0 0 1 0 0,0 0-1 0 0,0 0 0 0 0,0 0 1 0 0,0 0-1 0 0,0 0 0 0 0,-1 0 1 0 0,1 0-1 0 0,0 0 0 0 0,0 0 1 0 0,0 0-1 0 0,0 0 0 0 0,0 0 1 0 0,0 0-1 0 0,0 0 1 0 0,-1 0-1 0 0,1 1 0 0 0,0-1 1 0 0,0 0-1 0 0,0 0 0 0 0,0 0 1 0 0,0 0-1 0 0,0 0 0 0 0,0 0 1 0 0,0 0-1 0 0,-1 0 1 0 0,1 0-1 0 0,0 0 0 0 0,0 0 1 0 0,0 1-1 0 0,0-1 0 0 0,0 0 1 0 0,0 0-1 0 0,0 0 0 0 0,0 0 1 0 0,0 0-1 0 0,0 0 0 0 0,-2-36 464 0 0,9-199 126 0 0,-3 191-560 0 0,2 0 1 0 0,2 0 0 0 0,17-55 0 0 0,-12 55-50 0 0,-10 28-8 0 0,1 1 1 0 0,1 0-1 0 0,1 0 1 0 0,0 1-1 0 0,1-1 1 0 0,0 1-1 0 0,1 1 1 0 0,1-1-1 0 0,11-12 1 0 0,-20 24-3 0 0,1 1 0 0 0,0 0 0 0 0,-1 0 1 0 0,1 0-1 0 0,0 0 0 0 0,0 0 0 0 0,0 0 0 0 0,0 1 1 0 0,0-1-1 0 0,0 0 0 0 0,0 0 0 0 0,0 1 0 0 0,1-1 1 0 0,-1 1-1 0 0,0-1 0 0 0,0 1 0 0 0,0-1 0 0 0,1 1 1 0 0,-1 0-1 0 0,0-1 0 0 0,1 1 0 0 0,-1 0 0 0 0,0 0 1 0 0,3 0-1 0 0,-3 2-1 0 0,1-1 1 0 0,-1 1-1 0 0,0-1 1 0 0,0 1-1 0 0,0-1 1 0 0,1 1-1 0 0,-1 0 1 0 0,-1-1-1 0 0,1 1 1 0 0,0 0-1 0 0,0 0 1 0 0,-1 0-1 0 0,1 0 1 0 0,-1 0-1 0 0,1 0 1 0 0,-1 0-1 0 0,0 2 1 0 0,4 24 1 0 0,-2 1-1 0 0,-2 54 1 0 0,-1-57 1 0 0,1 0 1 0 0,1 1-1 0 0,1-1 0 0 0,7 34 0 0 0,-5-48-4 0 0,1 13 11 0 0,2-1 0 0 0,19 44 0 0 0,-24-63-7 0 0,0 0 1 0 0,0 0 0 0 0,1-1-1 0 0,0 1 1 0 0,0-1 0 0 0,0 1 0 0 0,1-1-1 0 0,-1 0 1 0 0,1 0 0 0 0,0 0-1 0 0,0-1 1 0 0,0 0 0 0 0,1 1 0 0 0,-1-1-1 0 0,1-1 1 0 0,0 1 0 0 0,0-1-1 0 0,0 0 1 0 0,9 3 0 0 0,-9-5-21 0 0,0 0 1 0 0,0 0-1 0 0,-1 0 1 0 0,1-1-1 0 0,0 0 1 0 0,0 0-1 0 0,-1 0 1 0 0,1-1-1 0 0,-1 1 1 0 0,1-1-1 0 0,-1 0 1 0 0,0 0-1 0 0,0-1 1 0 0,0 0-1 0 0,0 1 1 0 0,0-1-1 0 0,0 0 1 0 0,-1-1-1 0 0,1 1 1 0 0,2-5-1 0 0,-1 4-3 0 0,-1-1 0 0 0,1 0 0 0 0,-2-1 0 0 0,1 1 0 0 0,0-1 0 0 0,-1 0 0 0 0,0 0 0 0 0,0 0 0 0 0,-1 0 0 0 0,0 0 0 0 0,0-1 0 0 0,0 1 0 0 0,1-14 1 0 0,-3 21 20 0 0,-1-1 1 0 0,1 0 0 0 0,0 0-1 0 0,0 1 1 0 0,-1-1 0 0 0,1 0-1 0 0,0 0 1 0 0,0 1 0 0 0,-1-1 0 0 0,1 0-1 0 0,0 0 1 0 0,-1 0 0 0 0,1 0-1 0 0,0 0 1 0 0,-1 1 0 0 0,1-1 0 0 0,0 0-1 0 0,-1 0 1 0 0,1 0 0 0 0,0 0-1 0 0,-1 0 1 0 0,1 0 0 0 0,0 0 0 0 0,-1 0-1 0 0,1 0 1 0 0,-1 0 0 0 0,1 0-1 0 0,0 0 1 0 0,-1 0 0 0 0,1-1 0 0 0,0 1-1 0 0,-1 0 1 0 0,1 0 0 0 0,0 0-1 0 0,0 0 1 0 0,-1-1 0 0 0,1 1 0 0 0,0 0-1 0 0,-1 0 1 0 0,1-1 0 0 0,0 1-1 0 0,0 0 1 0 0,-1 0 0 0 0,1-1 0 0 0,0 1-1 0 0,0 0 1 0 0,0-1 0 0 0,0 1-1 0 0,-1 0 1 0 0,1-1 0 0 0,0 1 0 0 0,0 0-1 0 0,0-1 1 0 0,0 1 0 0 0,0 0-1 0 0,0-1 1 0 0,0 1 0 0 0,0 0 0 0 0,0-1-1 0 0,0 0 1 0 0,-2 3-4 0 0,0 1 1 0 0,1-1-1 0 0,-1 0 1 0 0,1 1-1 0 0,0-1 1 0 0,0 0-1 0 0,0 1 0 0 0,0-1 1 0 0,0 1-1 0 0,0 0 1 0 0,0 2-1 0 0,1-1 3 0 0,0 0 1 0 0,0 0-1 0 0,0 1 0 0 0,1-1 0 0 0,0 0 0 0 0,0 0 0 0 0,0 0 1 0 0,0 0-1 0 0,0-1 0 0 0,1 1 0 0 0,0 0 0 0 0,0-1 0 0 0,0 1 1 0 0,0-1-1 0 0,0 1 0 0 0,1-1 0 0 0,-1 0 0 0 0,1 0 0 0 0,0 0 1 0 0,0 0-1 0 0,0-1 0 0 0,1 1 0 0 0,-1-1 0 0 0,0 1 1 0 0,1-1-1 0 0,5 2 0 0 0,0-1-3 0 0,1 0 0 0 0,0 0 0 0 0,0-1 0 0 0,0 0 0 0 0,0-1 0 0 0,0 0 0 0 0,0-1 1 0 0,1 0-1 0 0,-1-1 0 0 0,11-1 0 0 0,-4-1-20 0 0,0-1 1 0 0,-1 0-1 0 0,1-1 1 0 0,-1-1-1 0 0,0 0 1 0 0,-1-1-1 0 0,1-1 1 0 0,-2-1-1 0 0,1 0 1 0 0,-1-1-1 0 0,0 0 1 0 0,-1-1-1 0 0,0-1 0 0 0,-1 0 1 0 0,0 0-1 0 0,-1-1 1 0 0,-1-1-1 0 0,0 0 1 0 0,10-19-1 0 0,-5 6 35 0 0,-2 0 0 0 0,0-1 0 0 0,-2-1 0 0 0,-1 0 0 0 0,-2 0 0 0 0,-1-1 0 0 0,-1 0 0 0 0,-1 0 0 0 0,1-61 0 0 0,-12 25 346 0 0,6 64-237 0 0,-4 8-90 0 0,-5 14 22 0 0,0 1-1 0 0,1 0 1 0 0,2 0-1 0 0,0 0 1 0 0,1 1-1 0 0,1 0 1 0 0,-2 25-1 0 0,3-2 45 0 0,1 0-1 0 0,9 76 1 0 0,-6-104-76 0 0,2-1 1 0 0,0 1-1 0 0,2-1 1 0 0,-1 0-1 0 0,2 0 1 0 0,0 0 0 0 0,1-1-1 0 0,0 0 1 0 0,2 0-1 0 0,18 26 1 0 0,-23-36-14 0 0,1 0 0 0 0,0 0 0 0 0,0 0 0 0 0,0 0 0 0 0,0-1 0 0 0,1 0-1 0 0,0 0 1 0 0,0 0 0 0 0,0-1 0 0 0,0 0 0 0 0,1 0 0 0 0,-1 0 0 0 0,1-1 0 0 0,0 0 0 0 0,-1 0 0 0 0,1-1 0 0 0,0 0 0 0 0,0 0 0 0 0,0-1 0 0 0,0 1-1 0 0,0-2 1 0 0,0 1 0 0 0,0-1 0 0 0,0 0 0 0 0,0 0 0 0 0,0-1 0 0 0,-1 0 0 0 0,10-4 0 0 0,3-2 10 0 0,-1-2 0 0 0,-1 0-1 0 0,0-1 1 0 0,0 0 0 0 0,-1-1 0 0 0,0-1 0 0 0,18-21 0 0 0,-33 33-12 0 0,1-1 2 0 0,1 0 0 0 0,-1 0 0 0 0,0-1 0 0 0,0 1 0 0 0,0-1 0 0 0,0 1-1 0 0,-1-1 1 0 0,1 0 0 0 0,-1 0 0 0 0,0 1 0 0 0,2-6 0 0 0,0 2-32 0 0,-2 4 46 0 0,1 1-5 0 0,-1-1 134 0 0,1 1-1 0 0,0-1 1 0 0,0 1 0 0 0,-1 0 0 0 0,1 0 0 0 0,0 0 0 0 0,0 0 0 0 0,1 0-1 0 0,-1 0 1 0 0,3 0 0 0 0,-4 9-84 0 0,-1-1 1 0 0,1 1-1 0 0,-1 0 0 0 0,-1 0 1 0 0,0 0-1 0 0,-2 12 0 0 0,-4 38 168 0 0,13 4-60 0 0,-6-61-153 0 0,1 16 229 0 0,-1-12-565 0 0,1-7-837 0 0,-1 2 1110 0 0,5-31-1137 0 0,-11 1-6558 0 0,2 20 4206 0 0</inkml:trace>
</inkml:ink>
</file>

<file path=ppt/ink/ink7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8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357 475 572 0 0,'0'0'1127'0'0,"5"-33"4990"0"0,-5 31-6046 0 0,-1 1 0 0 0,0-1 1 0 0,0 1-1 0 0,0-1 0 0 0,0 1 0 0 0,0 0 0 0 0,0 0 1 0 0,0-1-1 0 0,0 1 0 0 0,0 0 0 0 0,-1 0 0 0 0,1 0 0 0 0,0 0 1 0 0,-1 0-1 0 0,1 1 0 0 0,-1-1 0 0 0,1 0 0 0 0,-1 1 1 0 0,1-1-1 0 0,-1 1 0 0 0,1-1 0 0 0,-1 1 0 0 0,0 0 1 0 0,1-1-1 0 0,-3 1 0 0 0,1 0 60 0 0,-47 9 937 0 0,38-5-937 0 0,1 0 1 0 0,-1 0-1 0 0,1 1 1 0 0,1 1 0 0 0,-1 0-1 0 0,1 0 1 0 0,0 1-1 0 0,0 1 1 0 0,1-1 0 0 0,-16 18-1 0 0,2 0 126 0 0,1 2 1 0 0,-31 50-1 0 0,15-1-17 0 0,37-75-235 0 0,0 0 1 0 0,1 0 0 0 0,-1 0 0 0 0,0 0 0 0 0,1 1 0 0 0,-1-1-1 0 0,1 0 1 0 0,0 0 0 0 0,-1 1 0 0 0,1-1 0 0 0,0 0 0 0 0,0 1-1 0 0,0-1 1 0 0,0 0 0 0 0,0 1 0 0 0,0-1 0 0 0,0 0 0 0 0,0 0 0 0 0,0 1-1 0 0,2 1 1 0 0,-2-2-3 0 0,1 0 0 0 0,0-1 0 0 0,-1 1 0 0 0,1 0 0 0 0,0-1 0 0 0,0 1 0 0 0,0-1 0 0 0,-1 0 0 0 0,1 1 0 0 0,0-1 0 0 0,0 1 0 0 0,0-1 0 0 0,0 0 0 0 0,0 0 0 0 0,0 0 0 0 0,0 0 0 0 0,0 0 0 0 0,0 1 0 0 0,0-2-1 0 0,0 1 1 0 0,1 0 0 0 0,5-1 4 0 0,0 0 0 0 0,-1-1 0 0 0,1 1 0 0 0,0-1-1 0 0,11-6 1 0 0,2-4 13 0 0,0 0-1 0 0,-1-1 1 0 0,-1-2-1 0 0,0 0 1 0 0,-1 0-1 0 0,-1-2 1 0 0,23-28-1 0 0,-19 22-13 0 0,-19 21-10 0 0,-1 2 2 0 0,0 0-1 0 0,0 0 1 0 0,0-1-1 0 0,1 1 0 0 0,-1 0 1 0 0,0 0-1 0 0,0-1 1 0 0,0 1-1 0 0,0 0 1 0 0,0 0-1 0 0,0 0 0 0 0,0-1 1 0 0,0 1-1 0 0,1 0 1 0 0,-1 0-1 0 0,0 0 1 0 0,0-1-1 0 0,0 1 1 0 0,1 0-1 0 0,-1 0 0 0 0,0 0 1 0 0,0 0-1 0 0,0-1 1 0 0,1 1-1 0 0,-1 0 1 0 0,0 0-1 0 0,0 0 0 0 0,1 0 1 0 0,-1 0-1 0 0,0 0 1 0 0,0 0-1 0 0,1 0 1 0 0,-1 0-1 0 0,0 0 1 0 0,0 0-1 0 0,1 0 0 0 0,-1 0 1 0 0,0 0-1 0 0,2 4 4 0 0,-1 0-1 0 0,1 0 1 0 0,0 0-1 0 0,-1 0 1 0 0,2 0-1 0 0,-1 0 1 0 0,0 0 0 0 0,1-1-1 0 0,0 0 1 0 0,0 1-1 0 0,0-1 1 0 0,0 0-1 0 0,0 0 1 0 0,1 0-1 0 0,-1-1 1 0 0,1 1-1 0 0,0-1 1 0 0,-1 0 0 0 0,1 0-1 0 0,0 0 1 0 0,1-1-1 0 0,-1 1 1 0 0,0-1-1 0 0,0 0 1 0 0,0 0-1 0 0,1-1 1 0 0,-1 1-1 0 0,1-1 1 0 0,-1 0-1 0 0,0 0 1 0 0,1 0 0 0 0,-1-1-1 0 0,0 1 1 0 0,1-1-1 0 0,-1 0 1 0 0,7-3-1 0 0,4-1-1 0 0,-1-1 0 0 0,0 0 0 0 0,0-1 0 0 0,0 0 0 0 0,-1-1 0 0 0,0-1-1 0 0,-1 0 1 0 0,0 0 0 0 0,0-1 0 0 0,-1-1 0 0 0,0 0 0 0 0,-1-1 0 0 0,-1 0 0 0 0,0 0-1 0 0,0-1 1 0 0,-1 0 0 0 0,12-27 0 0 0,-3 1-1 0 0,-2 0 0 0 0,-1 0 1 0 0,-3-2-1 0 0,-1 1 0 0 0,7-60 0 0 0,-16 70 3 0 0,0 0 1 0 0,-5-30-1 0 0,4 58-23 0 0,0 1 21 0 0,0 1 0 0 0,0 0-1 0 0,0 0 1 0 0,0-1 0 0 0,0 1 0 0 0,0 0 0 0 0,-1 0-1 0 0,1-1 1 0 0,0 1 0 0 0,0 0 0 0 0,0-1 0 0 0,0 1-1 0 0,0 0 1 0 0,-1 0 0 0 0,1 0 0 0 0,0-1 0 0 0,0 1-1 0 0,0 0 1 0 0,-1 0 0 0 0,1 0 0 0 0,0-1 0 0 0,0 1-1 0 0,-1 0 1 0 0,1 0 0 0 0,0 0 0 0 0,0 0 0 0 0,-1 0-1 0 0,1 0 1 0 0,0-1 0 0 0,0 1 0 0 0,-1 0 0 0 0,1 0-1 0 0,0 0 1 0 0,-1 0 0 0 0,1 0 0 0 0,0 0 0 0 0,0 0-1 0 0,-1 0 1 0 0,-12 24 17 0 0,2-1-1 0 0,0 2 0 0 0,2-1 0 0 0,0 1 1 0 0,2 1-1 0 0,1-1 0 0 0,1 1 0 0 0,1 1 1 0 0,2-1-1 0 0,0 0 0 0 0,2 1 0 0 0,0-1 1 0 0,2 0-1 0 0,1 0 0 0 0,1 1 0 0 0,2-2 1 0 0,16 51-1 0 0,-19-69-14 0 0,1 1 1 0 0,0-1 0 0 0,0 1-1 0 0,0-1 1 0 0,1-1-1 0 0,9 12 1 0 0,-11-15 41 0 0,-1-1 1 0 0,1 0-1 0 0,0 1 0 0 0,0-1 1 0 0,0 0-1 0 0,0 0 1 0 0,1 0-1 0 0,-1-1 0 0 0,0 1 1 0 0,1-1-1 0 0,-1 0 1 0 0,1 0-1 0 0,-1 0 0 0 0,1 0 1 0 0,0-1-1 0 0,6 1 1 0 0,-8-1 76 0 0,36-20 448 0 0,-36 19-948 0 0,-3-15-11951 0 0</inkml:trace>
</inkml:ink>
</file>

<file path=ppt/ink/ink7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8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86 232 0 0,'4'-31'4354'0'0,"12"-16"127"0"0,-15 45-3980 0 0,11-4 76 0 0,-3 6-6464 0 0,-2 14 3493 0 0</inkml:trace>
</inkml:ink>
</file>

<file path=ppt/ink/ink7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9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0 32 0 0,'0'0'1011'0'0,"-18"10"1774"0"0,14-7-2527 0 0,0 0 0 0 0,-1 0-1 0 0,1 0 1 0 0,1 0 0 0 0,-1 1 0 0 0,0 0 0 0 0,1 0 0 0 0,0 0 0 0 0,0 0 0 0 0,0 0 0 0 0,0 0 0 0 0,1 1 0 0 0,-1 0 0 0 0,1-1-1 0 0,0 1 1 0 0,1 0 0 0 0,-1 0 0 0 0,1 0 0 0 0,0 0 0 0 0,0 0 0 0 0,1 0 0 0 0,-1 0 0 0 0,1 0 0 0 0,0 0 0 0 0,2 10 0 0 0,-2-14-234 0 0,1 0 0 0 0,-1 0 0 0 0,1 0 0 0 0,-1-1 0 0 0,1 1 1 0 0,0 0-1 0 0,0 0 0 0 0,-1-1 0 0 0,1 1 0 0 0,0 0 0 0 0,0-1 1 0 0,0 1-1 0 0,0-1 0 0 0,0 1 0 0 0,-1-1 0 0 0,1 1 0 0 0,0-1 0 0 0,0 0 1 0 0,0 1-1 0 0,0-1 0 0 0,0 0 0 0 0,0 0 0 0 0,0 0 0 0 0,1 0 1 0 0,-1 0-1 0 0,0 0 0 0 0,0 0 0 0 0,0 0 0 0 0,0 0 0 0 0,0 0 1 0 0,0-1-1 0 0,0 1 0 0 0,0 0 0 0 0,0-1 0 0 0,0 1 0 0 0,0 0 0 0 0,-1-1 1 0 0,1 0-1 0 0,0 1 0 0 0,1-1 0 0 0,37-25 739 0 0,-35 22-642 0 0,0 0-1 0 0,-1-1 1 0 0,1 0 0 0 0,-1 0-1 0 0,0 0 1 0 0,-1 0-1 0 0,1-1 1 0 0,-1 1 0 0 0,2-9-1 0 0,-1 4 36 0 0,-2 9-141 0 0,-1 0 0 0 0,1 0 0 0 0,-1 0 0 0 0,0-1 0 0 0,1 1 0 0 0,-1 0 0 0 0,0 0 0 0 0,0-1 0 0 0,0 1 0 0 0,0 0 0 0 0,0 0 0 0 0,0-1 0 0 0,0 1 1 0 0,0 0-1 0 0,-1 0 0 0 0,1 0 0 0 0,0-1 0 0 0,-1 1 0 0 0,1 0 0 0 0,-1 0 0 0 0,1 0 0 0 0,-1 0 0 0 0,0 0 0 0 0,1 0 0 0 0,-1 0 0 0 0,0 0 0 0 0,0 0 0 0 0,0 0 1 0 0,0 0-1 0 0,0 0 0 0 0,0 1 0 0 0,0-1 0 0 0,0 0 0 0 0,0 1 0 0 0,0-1 0 0 0,0 0 0 0 0,0 1 0 0 0,0 0 0 0 0,-1-1 0 0 0,0 1 0 0 0,-24-2-1959 0 0,3 11-5034 0 0</inkml:trace>
</inkml:ink>
</file>

<file path=ppt/ink/ink7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49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0 792 0 0,'0'0'864'0'0,"11"38"3473"0"0,-7 7-2202 0 0,-4-43-1932 0 0,4 9 1058 0 0,4-12-1031 0 0,1-1 1 0 0,-1 0-1 0 0,0-1 0 0 0,0 1 1 0 0,0-2-1 0 0,13-6 0 0 0,34-11 1045 0 0,-53 21-1139 0 0,38 14 508 0 0,4 26-2687 0 0,-43-39 1344 0 0</inkml:trace>
</inkml:ink>
</file>

<file path=ppt/ink/ink7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50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25 312 0 0,'0'0'7947'0'0,"6"-2"-7697"0"0,122-17-16 0 0,-96 16-4887 0 0</inkml:trace>
</inkml:ink>
</file>

<file path=ppt/ink/ink7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51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17 248 0 0,'0'0'5155'0'0,"-3"-3"-4608"0"0,0 1-407 0 0,0 1 0 0 0,1-1 0 0 0,-1 1 0 0 0,0-1 0 0 0,0 1 0 0 0,0 0-1 0 0,0 0 1 0 0,0 1 0 0 0,0-1 0 0 0,0 0 0 0 0,0 1 0 0 0,0 0 0 0 0,0 0 0 0 0,0 0 0 0 0,0 0 0 0 0,0 0 0 0 0,0 1 0 0 0,0-1 0 0 0,0 1 0 0 0,0 0 0 0 0,0 0 0 0 0,0 0-1 0 0,0 0 1 0 0,0 1 0 0 0,1-1 0 0 0,-4 2 0 0 0,4-1-89 0 0,0-1 0 0 0,-1 1 0 0 0,1-1 0 0 0,0 1 0 0 0,0 0 0 0 0,0 0 0 0 0,0 0 0 0 0,1 0 0 0 0,-1 0 0 0 0,0 1 0 0 0,1-1 0 0 0,-1 0 0 0 0,1 1 0 0 0,0-1 0 0 0,0 1 0 0 0,0 0 0 0 0,0-1 0 0 0,1 1 0 0 0,-1 0 0 0 0,1-1 0 0 0,-1 1 0 0 0,1 0 0 0 0,0 0 0 0 0,0-1 0 0 0,0 1 0 0 0,0 0 0 0 0,1 0 0 0 0,-1-1 0 0 0,1 1 0 0 0,-1 0 0 0 0,3 4 0 0 0,4 10 34 0 0,0 0 0 0 0,1-1 0 0 0,1 1 0 0 0,11 15-1 0 0,9 16 176 0 0,-28-46-249 0 0,0 0 1 0 0,0-1-1 0 0,-1 1 1 0 0,1 0-1 0 0,0 0 1 0 0,-1 0-1 0 0,1 0 1 0 0,-1 0-1 0 0,1 0 1 0 0,-1 0-1 0 0,0 0 1 0 0,0 0-1 0 0,0 0 1 0 0,0 0-1 0 0,0 0 1 0 0,0 0-1 0 0,-1 1 1 0 0,1-1-1 0 0,-2 3 1 0 0,1-4-8 0 0,-1 1 0 0 0,1-1 0 0 0,0 0 0 0 0,-1 0 0 0 0,0 0 0 0 0,1 0 0 0 0,-1 0 0 0 0,0 0 0 0 0,1 0 0 0 0,-1 0 0 0 0,0-1 0 0 0,0 1 0 0 0,0-1 0 0 0,1 1 0 0 0,-1-1 0 0 0,0 0 0 0 0,0 0 0 0 0,0 0 0 0 0,0 0 0 0 0,0 0 0 0 0,0 0 0 0 0,0 0 0 0 0,-3-2 0 0 0,1 2-87 0 0,0-1 1 0 0,0 0-1 0 0,1 0 1 0 0,-1 0-1 0 0,0 0 1 0 0,1 0-1 0 0,-1-1 1 0 0,1 0-1 0 0,0 0 1 0 0,-6-3-1 0 0,8 4 5 0 0,1 0 0 0 0,-1 1 0 0 0,0-1 0 0 0,0 0 0 0 0,1 0 0 0 0,-1 0 0 0 0,0 0 0 0 0,1 1 0 0 0,-1-1 0 0 0,1 0 0 0 0,-1 0 0 0 0,1 0 0 0 0,-1 0 0 0 0,1-1 0 0 0,0 1 0 0 0,0 0 0 0 0,-1 0 0 0 0,1 0 0 0 0,0 0 0 0 0,0 0 0 0 0,0 0 0 0 0,0 0-1 0 0,0 0 1 0 0,0 0 0 0 0,1 0 0 0 0,-1 0 0 0 0,0-1 0 0 0,0 1 0 0 0,1 0 0 0 0,-1 0 0 0 0,1 0 0 0 0,-1 0 0 0 0,1 0 0 0 0,-1 1 0 0 0,1-1 0 0 0,0 0 0 0 0,-1 0 0 0 0,1 0 0 0 0,0 0 0 0 0,0 1 0 0 0,1-2 0 0 0,44-36-4711 0 0,-35 29 2877 0 0</inkml:trace>
</inkml:ink>
</file>

<file path=ppt/ink/ink7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51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71 628 0 0,'10'-13'1419'0'0,"-3"5"-311"0"0,-1 0-1 0 0,0 0 1 0 0,0 0 0 0 0,6-16-1 0 0,-11 22 147 0 0,1 51 734 0 0,-3-31-1870 0 0,1-1 0 0 0,1 0 0 0 0,3 20 1 0 0,-1-24-69 0 0,0-1 1 0 0,1 0-1 0 0,1 0 1 0 0,0-1-1 0 0,0 0 1 0 0,1 0-1 0 0,1 0 1 0 0,8 11-1 0 0,-11-17-31 0 0,1-1 0 0 0,-1 1-1 0 0,1-1 1 0 0,-1 0 0 0 0,1 0-1 0 0,0-1 1 0 0,1 1 0 0 0,-1-1 0 0 0,1-1-1 0 0,-1 1 1 0 0,1-1 0 0 0,0 0-1 0 0,0 0 1 0 0,0 0 0 0 0,0-1 0 0 0,0 0-1 0 0,0 0 1 0 0,12 0 0 0 0,-6-2 65 0 0,-1 1 0 0 0,0-2 1 0 0,1 1-1 0 0,-1-2 0 0 0,0 0 0 0 0,0 0 1 0 0,21-9-1 0 0,-31 11 5 0 0,14-2 823 0 0,-10 0-4881 0 0</inkml:trace>
</inkml:ink>
</file>

<file path=ppt/ink/ink7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51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36 0 0,'30'-33'4686'0'0,"-26"30"-4230"0"0,0-1-1 0 0,1 1 0 0 0,-1 0 0 0 0,0 0 0 0 0,1 1 0 0 0,-1-1 0 0 0,1 1 0 0 0,9-3 0 0 0,-12 4 126 0 0,17 19 94 0 0,-17-5-560 0 0,0-1 1 0 0,0 1-1 0 0,-1-1 1 0 0,-1 1-1 0 0,0 0 1 0 0,-1-1-1 0 0,-4 24 1 0 0,-1 29 86 0 0,-13 129 132 0 0,4-77-180 0 0,5-46-79 0 0,6-40 125 0 0,-3 44 0 0 0,7-73 382 0 0,2-10-511 0 0,9-42-25 0 0,3 0 1 0 0,2 1-1 0 0,2 0 0 0 0,2 1 1 0 0,2 1-1 0 0,2 1 0 0 0,2 2 1 0 0,40-52-1 0 0,-57 85-27 0 0,0 0 0 0 0,1 1 0 0 0,0 1-1 0 0,1-1 1 0 0,0 2 0 0 0,1-1 0 0 0,0 2 0 0 0,18-10 0 0 0,-27 15-15 0 0,0 1 0 0 0,0-1 1 0 0,0 1-1 0 0,0 0 0 0 0,1 0 1 0 0,-1 0-1 0 0,0 1 0 0 0,0-1 1 0 0,1 1-1 0 0,-1-1 1 0 0,0 1-1 0 0,1 0 0 0 0,-1 1 1 0 0,0-1-1 0 0,1 0 0 0 0,-1 1 1 0 0,0 0-1 0 0,1 0 0 0 0,-1 0 1 0 0,0 0-1 0 0,0 0 0 0 0,0 1 1 0 0,0-1-1 0 0,0 1 1 0 0,0 0-1 0 0,-1 0 0 0 0,1 0 1 0 0,-1 0-1 0 0,1 0 0 0 0,-1 0 1 0 0,0 1-1 0 0,1 0 0 0 0,-1-1 1 0 0,0 1-1 0 0,-1 0 0 0 0,1 0 1 0 0,-1 0-1 0 0,1 0 1 0 0,-1 0-1 0 0,1 4 0 0 0,-1-4 17 0 0,0-1 1 0 0,0 1-1 0 0,0 0 0 0 0,0 0 0 0 0,-1-1 1 0 0,1 1-1 0 0,-1 0 0 0 0,0 0 0 0 0,0 0 1 0 0,0 0-1 0 0,0 0 0 0 0,-1 0 0 0 0,1 0 1 0 0,-1-1-1 0 0,1 1 0 0 0,-1 0 0 0 0,0 0 1 0 0,0-1-1 0 0,-1 1 0 0 0,1 0 0 0 0,0-1 0 0 0,-1 0 1 0 0,1 1-1 0 0,-1-1 0 0 0,0 0 0 0 0,0 1 1 0 0,0-1-1 0 0,0 0 0 0 0,0-1 0 0 0,-1 1 1 0 0,1 0-1 0 0,0-1 0 0 0,-1 1 0 0 0,0-1 1 0 0,-4 3-1 0 0,-10 3-70 0 0,0 0 1 0 0,-1-1-1 0 0,0-1 0 0 0,-25 4 1 0 0,30-6-239 0 0,-21 2-1854 0 0,14-4-4224 0 0</inkml:trace>
</inkml:ink>
</file>

<file path=ppt/ink/ink7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52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11 860 0 0,'-16'-3'1521'0'0,"3"0"-469"0"0,1 1 1 0 0,0 1-1 0 0,0 0 1 0 0,-1 1-1 0 0,-17 1 0 0 0,28-1-937 0 0,0 1 0 0 0,0-1-1 0 0,-1 1 1 0 0,1-1 0 0 0,0 1-1 0 0,0 0 1 0 0,0 0-1 0 0,0 0 1 0 0,0 0 0 0 0,0 0-1 0 0,0 0 1 0 0,0 1-1 0 0,0-1 1 0 0,1 1 0 0 0,-1-1-1 0 0,1 1 1 0 0,-1 0 0 0 0,1 0-1 0 0,-1-1 1 0 0,1 1-1 0 0,0 0 1 0 0,0 0 0 0 0,0 0-1 0 0,0 0 1 0 0,0 0 0 0 0,0 1-1 0 0,1-1 1 0 0,-1 0-1 0 0,1 0 1 0 0,-1 1 0 0 0,1-1-1 0 0,0 0 1 0 0,0 0 0 0 0,0 1-1 0 0,1 3 1 0 0,1 9 125 0 0,0 0 0 0 0,2 1 1 0 0,0-1-1 0 0,0-1 0 0 0,2 1 0 0 0,10 21 1 0 0,7 21 280 0 0,-22-56-508 0 0,-1 1 0 0 0,0-1 0 0 0,1 1 1 0 0,-1-1-1 0 0,0 0 0 0 0,0 1 0 0 0,0-1 0 0 0,0 1 1 0 0,0-1-1 0 0,0 1 0 0 0,-1-1 0 0 0,1 1 1 0 0,0-1-1 0 0,-1 1 0 0 0,1-1 0 0 0,-1 0 1 0 0,0 1-1 0 0,1-1 0 0 0,-1 0 0 0 0,0 1 0 0 0,0-1 1 0 0,0 0-1 0 0,0 0 0 0 0,0 0 0 0 0,0 0 1 0 0,0 0-1 0 0,0 0 0 0 0,0 0 0 0 0,0 0 0 0 0,0 0 1 0 0,-1 0-1 0 0,1-1 0 0 0,0 1 0 0 0,-1-1 1 0 0,-2 2-1 0 0,-6 1-24 0 0,0 1 0 0 0,-1-1 0 0 0,-19 3 0 0 0,12-3-726 0 0,16-2 27 0 0,-5 0-430 0 0,3 1-359 0 0</inkml:trace>
</inkml:ink>
</file>

<file path=ppt/ink/ink7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53.1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13233 0 0,'5'0'427'0'0,"1"-1"0"0"0,-1 1 0 0 0,0-1 0 0 0,1-1 0 0 0,-1 1 1 0 0,0-1-1 0 0,0 0 0 0 0,0 0 0 0 0,0 0 0 0 0,9-6 0 0 0,-1 1 691 0 0,-12 7-631 0 0,11-9-165 0 0,-9 1-5043 0 0,-6 6 4013 0 0,-7-7-1237 0 0,2 3-2886 0 0</inkml:trace>
</inkml:ink>
</file>

<file path=ppt/ink/ink7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0:53.4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 14433 0 0,'6'-45'535'0'0,"-1"27"-214"0"0,4-14 374 0 0,-7 16-10365 0 0</inkml:trace>
</inkml:ink>
</file>

<file path=ppt/ink/ink7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19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1 335 564 0 0,'0'0'4575'0'0,"5"-1"-4142"0"0,34-12 194 0 0,0-2 0 0 0,-1-1 0 0 0,-1-2 1 0 0,-1-2-1 0 0,-1-1 0 0 0,47-36 0 0 0,-73 49-510 0 0,0 0 0 0 0,0 0 0 0 0,0-1 0 0 0,-1 0 1 0 0,0 0-1 0 0,-1-1 0 0 0,0 0 0 0 0,-1 0 0 0 0,0-1 0 0 0,0 1 0 0 0,-1-1 0 0 0,-1-1 0 0 0,5-16 0 0 0,-8 26-55 0 0,-1 1-58 0 0,-1 1 0 0 0,1-1 0 0 0,0 1 0 0 0,0-1 0 0 0,0 1 0 0 0,0-1 0 0 0,-1 1 0 0 0,1-1 0 0 0,0 1 0 0 0,0-1 0 0 0,-1 1 0 0 0,1-1-1 0 0,-1 1 1 0 0,1 0 0 0 0,0-1 0 0 0,-1 1 0 0 0,1 0 0 0 0,-1-1 0 0 0,1 1 0 0 0,0 0 0 0 0,-1-1 0 0 0,1 1 0 0 0,-1 0 0 0 0,1 0 0 0 0,-1-1 0 0 0,0 1 0 0 0,1 0 0 0 0,-1 0 0 0 0,1 0 0 0 0,-1 0 0 0 0,1 0 0 0 0,-2 0 0 0 0,-19-7 54 0 0,20 7-53 0 0,-3 0 1 0 0,-1 0 0 0 0,0 0 0 0 0,1 1 0 0 0,-1 0-1 0 0,0 0 1 0 0,1 0 0 0 0,-1 0 0 0 0,1 1 0 0 0,-1-1 0 0 0,1 1 0 0 0,0 0 0 0 0,-1 1 0 0 0,1-1-1 0 0,-6 6 1 0 0,-1 0 9 0 0,0 1 0 0 0,1 0 0 0 0,-15 17-1 0 0,20-20-11 0 0,1 0-1 0 0,-1 0 0 0 0,1 0 1 0 0,0 1-1 0 0,1 0 0 0 0,0-1 1 0 0,0 1-1 0 0,0 0 0 0 0,1 1 0 0 0,0-1 1 0 0,0 0-1 0 0,1 1 0 0 0,0-1 1 0 0,0 0-1 0 0,1 1 0 0 0,0 0 1 0 0,1 10-1 0 0,0-13-1 0 0,0 0 0 0 0,1-1 0 0 0,-1 1 0 0 0,1 0 0 0 0,0-1 0 0 0,0 1 0 0 0,0-1 1 0 0,1 0-1 0 0,0 0 0 0 0,0 0 0 0 0,0 0 0 0 0,0 0 0 0 0,0 0 0 0 0,1-1 0 0 0,0 0 0 0 0,0 0 0 0 0,0 0 1 0 0,0 0-1 0 0,0 0 0 0 0,0-1 0 0 0,1 0 0 0 0,-1 0 0 0 0,1 0 0 0 0,0 0 0 0 0,-1-1 0 0 0,1 0 0 0 0,8 1 0 0 0,3 1 5 0 0,-1-2-1 0 0,1 0 0 0 0,-1-1 0 0 0,1-1 1 0 0,0 0-1 0 0,-1-1 0 0 0,1 0 1 0 0,-1-2-1 0 0,0 0 0 0 0,0 0 0 0 0,0-2 1 0 0,-1 1-1 0 0,0-2 0 0 0,22-13 0 0 0,-5 0 3 0 0,-1-2 0 0 0,-1-1 1 0 0,0-1-1 0 0,-2-1 0 0 0,25-32 0 0 0,-23 36-27 0 0,-29 21 19 0 0,0 0-1 0 0,0 0 0 0 0,0 0 1 0 0,1 0-1 0 0,-1 0 1 0 0,0-1-1 0 0,0 1 1 0 0,1 0-1 0 0,-1 0 1 0 0,0 0-1 0 0,0 0 1 0 0,0 0-1 0 0,1 0 1 0 0,-1 0-1 0 0,0 0 1 0 0,0 0-1 0 0,1 0 0 0 0,-1 1 1 0 0,0-1-1 0 0,0 0 1 0 0,0 0-1 0 0,1 0 1 0 0,-1 0-1 0 0,0 0 1 0 0,0 0-1 0 0,1 0 1 0 0,-1 0-1 0 0,0 1 1 0 0,0-1-1 0 0,0 0 1 0 0,0 0-1 0 0,1 0 0 0 0,-1 0 1 0 0,0 1-1 0 0,0-1 1 0 0,0 0-1 0 0,0 0 1 0 0,0 0-1 0 0,0 1 1 0 0,0-1-1 0 0,0 0 1 0 0,1 1-1 0 0,-7 22 6 0 0,0-2 25 0 0,1 0 0 0 0,0 0-1 0 0,2 0 1 0 0,1 1 0 0 0,0 31 0 0 0,7-43-19 0 0,-3-9-9 0 0,1-1 1 0 0,-1 1-1 0 0,0-1 1 0 0,0 0-1 0 0,1 0 1 0 0,-1-1-1 0 0,0 1 0 0 0,0 0 1 0 0,1-1-1 0 0,-1 1 1 0 0,0-1-1 0 0,3-1 0 0 0,39-18 49 0 0,-35 14-45 0 0,0 2-1 0 0,0-1 1 0 0,0 1-1 0 0,0 1 1 0 0,1-1-1 0 0,-1 1 1 0 0,13-1-1 0 0,-19 4-38 0 0,0 1 0 0 0,0-1 0 0 0,0 1-1 0 0,-1 0 1 0 0,1 0 0 0 0,0 0 0 0 0,0 1 0 0 0,0-1-1 0 0,-1 1 1 0 0,1-1 0 0 0,0 1 0 0 0,-1 0-1 0 0,0 0 1 0 0,1 0 0 0 0,-1 0 0 0 0,0 0 0 0 0,0 1-1 0 0,0-1 1 0 0,0 0 0 0 0,-1 1 0 0 0,3 5 0 0 0,14 14-6858 0 0</inkml:trace>
</inkml:ink>
</file>

<file path=ppt/ink/ink7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20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18 88 0 0,'0'-9'1343'0'0,"-3"4"2170"0"0,1 4-3372 0 0,-1 1-1 0 0,1-1 0 0 0,-1 0 0 0 0,1 1 0 0 0,-1 0 1 0 0,1-1-1 0 0,-1 1 0 0 0,1 0 0 0 0,-1 0 0 0 0,1 1 1 0 0,-1-1-1 0 0,1 0 0 0 0,-1 1 0 0 0,1 0 1 0 0,-1-1-1 0 0,1 1 0 0 0,0 0 0 0 0,-1 0 0 0 0,1 0 1 0 0,0 1-1 0 0,0-1 0 0 0,0 1 0 0 0,0-1 0 0 0,0 1 1 0 0,0 0-1 0 0,-2 2 0 0 0,-5 3 143 0 0,1 0 1 0 0,0 1-1 0 0,1 0 1 0 0,0 0-1 0 0,-10 15 0 0 0,16-21-243 0 0,-1 0-1 0 0,1 1 0 0 0,-1-1 1 0 0,1 1-1 0 0,0-1 0 0 0,0 1 0 0 0,0 0 1 0 0,0-1-1 0 0,0 1 0 0 0,1 0 1 0 0,-1 0-1 0 0,1-1 0 0 0,0 1 1 0 0,0 0-1 0 0,0 0 0 0 0,0 0 1 0 0,0-1-1 0 0,1 1 0 0 0,-1 0 1 0 0,2 4-1 0 0,0-4-16 0 0,-1-1 0 0 0,1 0 0 0 0,0 1 1 0 0,0-1-1 0 0,0 0 0 0 0,0 0 0 0 0,0 0 0 0 0,0 0 1 0 0,1 0-1 0 0,-1-1 0 0 0,1 1 0 0 0,-1-1 0 0 0,1 0 1 0 0,-1 1-1 0 0,1-1 0 0 0,4 1 0 0 0,4 1 11 0 0,1 0-1 0 0,1-1 1 0 0,-1-1-1 0 0,0 0 0 0 0,0 0 1 0 0,1-1-1 0 0,21-3 1 0 0,-10-3-3 0 0,0 0 0 0 0,0-2 0 0 0,0-1 1 0 0,-1 0-1 0 0,-1-2 0 0 0,1-1 0 0 0,-2-1 0 0 0,36-27 0 0 0,-25 14 74 0 0,-31 25 93 0 0,-4 5-174 0 0,-1 1-12 0 0,1 0 0 0 0,1 1-1 0 0,-1-1 1 0 0,1 0 0 0 0,0 1-1 0 0,0 0 1 0 0,-2 9 0 0 0,4-13-8 0 0,-1 0 1 0 0,1 0-1 0 0,0-1 0 0 0,0 1 1 0 0,0 0-1 0 0,0 0 1 0 0,1 0-1 0 0,-1 0 1 0 0,0 0-1 0 0,1 0 1 0 0,-1 0-1 0 0,1 0 1 0 0,0 0-1 0 0,0 0 1 0 0,0-1-1 0 0,0 1 0 0 0,0 0 1 0 0,0-1-1 0 0,0 1 1 0 0,0-1-1 0 0,1 1 1 0 0,-1-1-1 0 0,0 1 1 0 0,1-1-1 0 0,-1 0 1 0 0,1 0-1 0 0,0 0 1 0 0,-1 0-1 0 0,1 0 0 0 0,0 0 1 0 0,0 0-1 0 0,3 0 1 0 0,-1 1 23 0 0,1-1 0 0 0,-1 1 0 0 0,1-1 0 0 0,0 0 1 0 0,0-1-1 0 0,0 1 0 0 0,-1-1 0 0 0,1 0 0 0 0,0-1 0 0 0,0 1 1 0 0,0-1-1 0 0,-1 0 0 0 0,1 0 0 0 0,0 0 0 0 0,-1 0 0 0 0,1-1 1 0 0,-1 0-1 0 0,1 0 0 0 0,-1 0 0 0 0,4-3 0 0 0,-6 4-2 0 0,-1 0 0 0 0,0 0-1 0 0,0 0 1 0 0,0 0-1 0 0,0 0 1 0 0,-1 0 0 0 0,1-1-1 0 0,0 1 1 0 0,0 0 0 0 0,-1 0-1 0 0,1-1 1 0 0,0 1 0 0 0,-1 0-1 0 0,1-1 1 0 0,-1 1-1 0 0,0-1 1 0 0,1 1 0 0 0,-1 0-1 0 0,0-1 1 0 0,0 1 0 0 0,0-3-1 0 0,0 3-61 0 0,0 0 0 0 0,0 1-1 0 0,0-1 1 0 0,0 0-1 0 0,0 0 1 0 0,0 0 0 0 0,0 0-1 0 0,-1 1 1 0 0,1-1-1 0 0,0 0 1 0 0,0 0 0 0 0,-1 0-1 0 0,1 1 1 0 0,-1-1 0 0 0,1 0-1 0 0,0 1 1 0 0,-1-1-1 0 0,1 0 1 0 0,-1 1 0 0 0,0-1-1 0 0,1 0 1 0 0,-1 1-1 0 0,0-1 1 0 0,1 1 0 0 0,-1-1-1 0 0,0 1 1 0 0,1-1 0 0 0,-1 1-1 0 0,0 0 1 0 0,0-1-1 0 0,1 1 1 0 0,-1 0 0 0 0,0 0-1 0 0,-2-1 1 0 0,-12 15-856 0 0,25 8-8912 0 0</inkml:trace>
</inkml:ink>
</file>

<file path=ppt/ink/ink7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20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5 361 640 0 0,'0'0'3616'0'0,"-1"24"-1477"0"0,0-19-1937 0 0,0 0 1 0 0,0 0 0 0 0,0 0-1 0 0,1 0 1 0 0,0 0 0 0 0,0 0 0 0 0,0 0-1 0 0,1 0 1 0 0,2 9 0 0 0,-3-12-158 0 0,0-1 1 0 0,0 0-1 0 0,1 1 1 0 0,-1-1-1 0 0,1 0 1 0 0,-1 0-1 0 0,1 0 0 0 0,-1 1 1 0 0,1-1-1 0 0,0 0 1 0 0,-1 0-1 0 0,1 0 1 0 0,0 0-1 0 0,0 0 1 0 0,0 0-1 0 0,0 0 1 0 0,0 0-1 0 0,0 0 0 0 0,0-1 1 0 0,0 1-1 0 0,0 0 1 0 0,0-1-1 0 0,1 1 1 0 0,-1 0-1 0 0,0-1 1 0 0,0 0-1 0 0,1 1 1 0 0,-1-1-1 0 0,0 0 0 0 0,1 1 1 0 0,-1-1-1 0 0,0 0 1 0 0,1 0-1 0 0,-1 0 1 0 0,0 0-1 0 0,1-1 1 0 0,-1 1-1 0 0,0 0 1 0 0,0 0-1 0 0,1-1 0 0 0,-1 1 1 0 0,0-1-1 0 0,0 1 1 0 0,1-1-1 0 0,-1 0 1 0 0,0 1-1 0 0,1-2 1 0 0,14-8 65 0 0,-1 0 1 0 0,-1-1-1 0 0,0 0 1 0 0,0-1-1 0 0,-1-1 0 0 0,-1 0 1 0 0,0-1-1 0 0,-1 0 1 0 0,0-1-1 0 0,-1 0 1 0 0,10-21-1 0 0,-5 7-13 0 0,-2 0-1 0 0,-1-1 0 0 0,-1 0 1 0 0,-1-1-1 0 0,9-53 0 0 0,-13 35 355 0 0,-6 48-449 0 0,0 1 1 0 0,0-1-1 0 0,0 1 1 0 0,-1 0-1 0 0,1-1 1 0 0,0 1-1 0 0,0 0 1 0 0,0-1-1 0 0,-1 1 1 0 0,1 0-1 0 0,0-1 1 0 0,0 1 0 0 0,-1 0-1 0 0,1-1 1 0 0,0 1-1 0 0,-1 0 1 0 0,1 0-1 0 0,0-1 1 0 0,-1 1-1 0 0,1 0 1 0 0,0 0-1 0 0,-1 0 1 0 0,1 0-1 0 0,0-1 1 0 0,-1 1 0 0 0,1 0-1 0 0,-1 0 1 0 0,1 0-1 0 0,-1 0 1 0 0,1 0-1 0 0,0 0 1 0 0,-1 0-1 0 0,1 0 1 0 0,-1 0-1 0 0,1 0 1 0 0,0 0-1 0 0,-1 0 1 0 0,1 0 0 0 0,-1 1-1 0 0,1-1 1 0 0,0 0-1 0 0,-1 0 1 0 0,1 0-1 0 0,0 0 1 0 0,-1 1-1 0 0,1-1 1 0 0,0 0-1 0 0,-1 1 1 0 0,1-1-1 0 0,0 0 1 0 0,-1 0 0 0 0,1 1-1 0 0,0-1 1 0 0,-1 1-1 0 0,-18 12 107 0 0,19-13-117 0 0,-11 11 57 0 0,2 0 1 0 0,-1 0-1 0 0,1 0 0 0 0,1 1 0 0 0,0 1 1 0 0,1 0-1 0 0,0 0 0 0 0,1 0 1 0 0,0 0-1 0 0,1 1 0 0 0,-4 17 1 0 0,8-25-37 0 0,-1 0 1 0 0,1 1-1 0 0,0-1 1 0 0,0 0-1 0 0,0 1 1 0 0,1-1-1 0 0,0 1 1 0 0,0-1-1 0 0,1 0 1 0 0,0 1-1 0 0,0-1 1 0 0,0 0-1 0 0,1 1 1 0 0,0-1-1 0 0,0 0 0 0 0,1 0 1 0 0,0 0-1 0 0,0-1 1 0 0,0 1-1 0 0,0-1 1 0 0,1 0-1 0 0,0 1 1 0 0,0-2-1 0 0,1 1 1 0 0,-1 0-1 0 0,1-1 1 0 0,7 5-1 0 0,-9-7-3 0 0,1 0-1 0 0,0 0 0 0 0,0 0 1 0 0,0-1-1 0 0,0 0 0 0 0,0 0 1 0 0,0 0-1 0 0,0 0 0 0 0,0 0 1 0 0,0-1-1 0 0,0 0 0 0 0,1 0 1 0 0,-1 0-1 0 0,8-1 0 0 0,-2-1 536 0 0,0-1-1 0 0,0 0 0 0 0,0 0 1 0 0,17-8-1 0 0,-26 10 27 0 0,2-3-92 0 0,5 10 123 0 0,7 11 95 0 0,-14-16-798 0 0,10 26-639 0 0,1 0-2704 0 0,-1-10-3824 0 0,-5-9 2782 0 0</inkml:trace>
</inkml:ink>
</file>

<file path=ppt/ink/ink7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23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1 735 740 0 0,'27'2'3083'0'0,"-3"-11"-2626"0"0,-1-2 1 0 0,1 0-1 0 0,-2-2 1 0 0,0-1-1 0 0,-1 0 1 0 0,0-2-1 0 0,-1 0 1 0 0,-1-1-1 0 0,32-37 1 0 0,-20 16-57 0 0,-2-2 0 0 0,-2-1 0 0 0,-2-1 0 0 0,27-58 1 0 0,-46 87-276 0 0,-1 0 1 0 0,0-1 0 0 0,-1 1 0 0 0,0-1 0 0 0,-1 0 0 0 0,-1 0 0 0 0,1-18-1 0 0,-3 30-85 0 0,-1-3 24 0 0,1 3-58 0 0,0 1 0 0 0,0 0 0 0 0,0-1 0 0 0,0 1 0 0 0,0 0 0 0 0,0-1 0 0 0,-1 1 0 0 0,1 0 0 0 0,0-1 1 0 0,-1 1-1 0 0,1 0 0 0 0,-1 0 0 0 0,0-1 0 0 0,1 1 0 0 0,-1 0 0 0 0,0 0 0 0 0,0 0 0 0 0,0 0 0 0 0,0 0 0 0 0,0 0 0 0 0,0 0 1 0 0,0 0-1 0 0,-2-1 0 0 0,1 0 1 0 0,-25 6 4 0 0,20-2-13 0 0,1 0-1 0 0,-1 0 1 0 0,1 0 0 0 0,-1 1-1 0 0,1 0 1 0 0,0 0-1 0 0,-9 7 1 0 0,13-9 0 0 0,0 1 0 0 0,0-1 0 0 0,1 1 0 0 0,-1-1 0 0 0,1 1 0 0 0,0 0 1 0 0,-1 0-1 0 0,1-1 0 0 0,0 1 0 0 0,0 0 0 0 0,0 0 0 0 0,0 0 0 0 0,0 0 0 0 0,1 0 0 0 0,-1 0 1 0 0,1 1-1 0 0,-1-1 0 0 0,1 0 0 0 0,0 3 0 0 0,1-2-10 0 0,3 3 8 0 0,0-1 0 0 0,0 0 0 0 0,1 0 1 0 0,0 0-1 0 0,0 0 0 0 0,0-1 0 0 0,1 0 0 0 0,0 0 0 0 0,-1 0 0 0 0,11 4 0 0 0,9 7-4 0 0,-11-5 8 0 0,-2 1 0 0 0,0 0 0 0 0,0 1 0 0 0,-1 0 0 0 0,0 1 0 0 0,-1 1 1 0 0,-1-1-1 0 0,0 1 0 0 0,-1 1 0 0 0,0 0 0 0 0,-2 0 0 0 0,1 0 0 0 0,-2 1 0 0 0,6 25 0 0 0,-11-40 1 0 0,0 1-1 0 0,0-1 1 0 0,1 1-1 0 0,-1-1 1 0 0,0 1 0 0 0,1-1-1 0 0,-1 1 1 0 0,1-1-1 0 0,-1 0 1 0 0,1 1 0 0 0,0-1-1 0 0,0 0 1 0 0,-1 1-1 0 0,1-1 1 0 0,0 0 0 0 0,0 0-1 0 0,0 0 1 0 0,0 0-1 0 0,0 0 1 0 0,1 0 0 0 0,-1 0-1 0 0,0 0 1 0 0,0-1-1 0 0,1 1 1 0 0,-1 0 0 0 0,0-1-1 0 0,1 1 1 0 0,-1-1-1 0 0,1 1 1 0 0,-1-1 0 0 0,1 0-1 0 0,-1 1 1 0 0,1-1-1 0 0,-1 0 1 0 0,3 0 0 0 0,3-1 2 0 0,-1-1 1 0 0,-1 1 0 0 0,1-1 0 0 0,0 0 0 0 0,0 0 0 0 0,8-5 0 0 0,-5 3 2 0 0,1-1-4 0 0,0-1 0 0 0,0 1 1 0 0,-1-1-1 0 0,0-1 0 0 0,0 0 0 0 0,-1 0 1 0 0,1-1-1 0 0,-1 0 0 0 0,-1 0 0 0 0,0-1 1 0 0,0 0-1 0 0,-1 0 0 0 0,0-1 0 0 0,0 1 1 0 0,-1-2-1 0 0,0 1 0 0 0,-1 0 1 0 0,0-1-1 0 0,3-18 0 0 0,-7 28-1 0 0,0-10 0 0 0,-7 12-7 0 0,-6 15-7 0 0,11-13 11 0 0,1-1 0 0 0,-1 1 1 0 0,1 0-1 0 0,0 0 1 0 0,0-1-1 0 0,0 1 0 0 0,0 0 1 0 0,1 0-1 0 0,-1 0 0 0 0,1 0 1 0 0,0 0-1 0 0,0 0 0 0 0,0 0 1 0 0,0 0-1 0 0,0 0 0 0 0,1 0 1 0 0,-1 0-1 0 0,1 0 1 0 0,0 0-1 0 0,0 0 0 0 0,0 0 1 0 0,0-1-1 0 0,1 1 0 0 0,-1 0 1 0 0,1-1-1 0 0,-1 1 0 0 0,1-1 1 0 0,4 5-1 0 0,-2-3 1 0 0,-1 1 0 0 0,2-1 0 0 0,-1 0 0 0 0,0 0 0 0 0,1 0 0 0 0,0-1 0 0 0,0 1 0 0 0,0-1 0 0 0,0-1 0 0 0,0 1 0 0 0,0-1 0 0 0,1 1 0 0 0,10 1 0 0 0,-4-3 3 0 0,-1 0 0 0 0,1-1 0 0 0,0-1 0 0 0,0 0 0 0 0,-1 0-1 0 0,1-1 1 0 0,0-1 0 0 0,-1 0 0 0 0,0-1 0 0 0,0 0 0 0 0,0 0 0 0 0,0-1 0 0 0,0-1 0 0 0,-1 0 0 0 0,0 0-1 0 0,-1-1 1 0 0,1 0 0 0 0,-1-1 0 0 0,-1 0 0 0 0,1 0 0 0 0,-1-1 0 0 0,9-13 0 0 0,-5 7-1 0 0,-2 0 1 0 0,1-1 0 0 0,-2 0 0 0 0,0 0 0 0 0,-1-1-1 0 0,-1-1 1 0 0,-1 1 0 0 0,0-1 0 0 0,-1 0-1 0 0,-1 0 1 0 0,0-1 0 0 0,-2 1 0 0 0,1-30-1 0 0,-3 19-5 0 0,-3-25 57 0 0,3 52 0 0 0,-3-1 5 0 0,3 3-52 0 0,0-1-1 0 0,-1 1 1 0 0,1 0-1 0 0,0 0 1 0 0,0-1-1 0 0,0 1 1 0 0,0 0-1 0 0,0 0 1 0 0,-1 0 0 0 0,1-1-1 0 0,0 1 1 0 0,0 0-1 0 0,0 0 1 0 0,0 0-1 0 0,-1 0 1 0 0,1-1-1 0 0,0 1 1 0 0,0 0-1 0 0,-1 0 1 0 0,1 0 0 0 0,0 0-1 0 0,0 0 1 0 0,-1 0-1 0 0,1 0 1 0 0,0 0-1 0 0,0 0 1 0 0,-1 0-1 0 0,1 0 1 0 0,0 0-1 0 0,0 0 1 0 0,-1 0 0 0 0,1 0-1 0 0,0 0 1 0 0,0 0-1 0 0,-1 0 1 0 0,1 0-1 0 0,0 0 1 0 0,0 0-1 0 0,-1 0 1 0 0,1 0-1 0 0,0 1 1 0 0,0-1 0 0 0,0 0-1 0 0,-1 0 1 0 0,1 0-1 0 0,-11 12 74 0 0,0 0 0 0 0,1 1 0 0 0,1 0 0 0 0,0 0-1 0 0,1 1 1 0 0,0 0 0 0 0,1 0 0 0 0,1 1 0 0 0,0 0 0 0 0,1 0 0 0 0,0 0 0 0 0,1 1-1 0 0,-3 31 1 0 0,3 3 41 0 0,1 0 0 0 0,3 1 0 0 0,7 61 0 0 0,-7-104-149 0 0,1 0-1 0 0,0-1 1 0 0,0 1-1 0 0,0 0 1 0 0,1-1-1 0 0,1 0 1 0 0,-1 1-1 0 0,1-1 0 0 0,4 7 1 0 0,-5-5-672 0 0,3 11 393 0 0,-5-20 116 0 0,0 0 1 0 0,1 1 0 0 0,-1-1-1 0 0,0 0 1 0 0,0 1 0 0 0,0-1-1 0 0,0 0 1 0 0,1 1 0 0 0,-1-1-1 0 0,0 0 1 0 0,0 0 0 0 0,1 1-1 0 0,-1-1 1 0 0,0 0 0 0 0,1 0-1 0 0,-1 1 1 0 0,0-1 0 0 0,0 0 0 0 0,1 0-1 0 0,-1 0 1 0 0,1 0 0 0 0,-1 1-1 0 0,0-1 1 0 0,1 0 0 0 0,-1 0-1 0 0,0 0 1 0 0,1 0 0 0 0,-1 0-1 0 0,0 0 1 0 0,1 0 0 0 0,-1 0-1 0 0,1 0 1 0 0,-1 0 0 0 0,0 0-1 0 0,1 0 1 0 0,-1 0 0 0 0,0-1-1 0 0,1 1 1 0 0,-1 0 0 0 0,0 0-1 0 0,1-1 1 0 0,17-8-2435 0 0</inkml:trace>
</inkml:ink>
</file>

<file path=ppt/ink/ink7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24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88 0 0,'0'0'1551'0'0,"0"4"-854"0"0,-2 90 3739 0 0,2-92-4145 0 0,0-1-194 0 0,0-1 0 0 0,1 1 1 0 0,-1 0-1 0 0,0-1 1 0 0,0 1-1 0 0,1 0 0 0 0,-1-1 1 0 0,1 1-1 0 0,-1 0 1 0 0,0-1-1 0 0,1 1 0 0 0,-1-1 1 0 0,1 1-1 0 0,-1-1 1 0 0,1 1-1 0 0,0-1 0 0 0,-1 1 1 0 0,1-1-1 0 0,0 0 1 0 0,-1 1-1 0 0,1-1 0 0 0,0 0 1 0 0,-1 1-1 0 0,2-1 1 0 0,29-8 202 0 0,-26 6-178 0 0,0 0-1 0 0,0 1 1 0 0,1-1 0 0 0,-1 1 0 0 0,1 1 0 0 0,-1-1 0 0 0,1 1-1 0 0,-1 0 1 0 0,1 0 0 0 0,6 1 0 0 0,-8 0-512 0 0,0 1 0 0 0,0-1 0 0 0,0 1 0 0 0,0 0 0 0 0,0 0 0 0 0,-1 1 0 0 0,1-1 0 0 0,-1 1 1 0 0,1-1-1 0 0,4 6 0 0 0,-2-2-2201 0 0</inkml:trace>
</inkml:ink>
</file>

<file path=ppt/ink/ink7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0.6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8 448 0 0,'0'0'1744'0'0,"-3"-7"-1037"0"0,0 10 2003 0 0,-99 187 239 0 0,-45 109-1175 0 0,122-257-1335 0 0,16-25 576 0 0,32-34-752 0 0,-12 8-232 0 0,1 0 0 0 0,1 1 0 0 0,0 1 0 0 0,0 0 0 0 0,0 0 0 0 0,1 2 1 0 0,-1-1-1 0 0,27-5 0 0 0,-35 10-27 0 0,1-1 0 0 0,0 1 1 0 0,0 0-1 0 0,0 0 1 0 0,0 1-1 0 0,0 0 0 0 0,0 0 1 0 0,0 0-1 0 0,0 1 1 0 0,0 0-1 0 0,0 0 0 0 0,0 1 1 0 0,0-1-1 0 0,0 1 1 0 0,-1 0-1 0 0,1 1 0 0 0,-1 0 1 0 0,1-1-1 0 0,-1 2 1 0 0,0-1-1 0 0,0 0 0 0 0,8 9 1 0 0,-11-9-2 0 0,-1-1 0 0 0,1 1 0 0 0,-1 0 1 0 0,0 0-1 0 0,0 0 0 0 0,0 0 0 0 0,0 0 1 0 0,0 0-1 0 0,-1 0 0 0 0,1 0 0 0 0,-1 0 0 0 0,0 0 1 0 0,0 0-1 0 0,0 0 0 0 0,0 0 0 0 0,0 0 0 0 0,-1 0 1 0 0,0 0-1 0 0,1 0 0 0 0,-1 0 0 0 0,0 0 0 0 0,0 0 1 0 0,-1 0-1 0 0,1-1 0 0 0,-1 1 0 0 0,1 0 1 0 0,-1-1-1 0 0,0 1 0 0 0,0-1 0 0 0,-2 3 0 0 0,-2 1 10 0 0,1 1 0 0 0,-1 0 0 0 0,0-1 0 0 0,-1 0 0 0 0,1-1 0 0 0,-1 0 0 0 0,0 0 0 0 0,-1 0 0 0 0,-15 7 0 0 0,23-12 67 0 0,-19 5-962 0 0,18-5 732 0 0,1 0 1 0 0,-1 0-1 0 0,1 0 0 0 0,-1 0 1 0 0,1 0-1 0 0,-1 0 0 0 0,1 0 0 0 0,-1 0 1 0 0,1 0-1 0 0,-1 0 0 0 0,1 0 0 0 0,-1 0 1 0 0,0 0-1 0 0,1-1 0 0 0,-1 1 1 0 0,1 0-1 0 0,0 0 0 0 0,-1 0 0 0 0,1-1 1 0 0,-1 1-1 0 0,1 0 0 0 0,-1-1 0 0 0,1 1 1 0 0,0 0-1 0 0,-1-1 0 0 0,1 1 1 0 0,0-1-1 0 0,-1 1 0 0 0,1 0 0 0 0,0-1 1 0 0,-1 1-1 0 0,1-1 0 0 0,0 1 0 0 0,0-1 1 0 0,0 1-1 0 0,-1-1 0 0 0,1 1 1 0 0,0-1-1 0 0,0 1 0 0 0,0-1 0 0 0,0 1 1 0 0,0-1-1 0 0,0 1 0 0 0,0-1 1 0 0,0 0-1 0 0,2-15-2648 0 0</inkml:trace>
</inkml:ink>
</file>

<file path=ppt/ink/ink7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1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1 546 548 0 0,'18'3'1214'0'0,"-9"-3"-964"0"0,0-1 1 0 0,0 1-1 0 0,-1-1 0 0 0,1-1 1 0 0,0 0-1 0 0,-1 0 0 0 0,0 0 0 0 0,1-1 1 0 0,-1-1-1 0 0,0 1 0 0 0,0-1 1 0 0,-1-1-1 0 0,1 1 0 0 0,-1-1 0 0 0,0-1 1 0 0,0 1-1 0 0,-1-1 0 0 0,0 0 1 0 0,0-1-1 0 0,0 1 0 0 0,-1-1 0 0 0,5-8 1 0 0,-9 14-107 0 0,-1 3-95 0 0,-1 0 1 0 0,1 1-1 0 0,0-1 1 0 0,0 1-1 0 0,0-1 1 0 0,0 0-1 0 0,0 1 1 0 0,1-1-1 0 0,-1 0 1 0 0,1 1-1 0 0,-1-1 1 0 0,1 0-1 0 0,0 1 1 0 0,0-1-1 0 0,0 0 1 0 0,0 0 0 0 0,0 0-1 0 0,1 0 1 0 0,-1 0-1 0 0,1 0 1 0 0,1 2-1 0 0,1-1-40 0 0,0-1 0 0 0,0 0 0 0 0,0 0 1 0 0,0 0-1 0 0,0 0 0 0 0,0 0 0 0 0,1-1 0 0 0,-1 0 0 0 0,0 0 0 0 0,1 0 0 0 0,-1 0 0 0 0,1-1 0 0 0,-1 0 1 0 0,1 0-1 0 0,0 0 0 0 0,-1 0 0 0 0,1-1 0 0 0,-1 1 0 0 0,0-1 0 0 0,1-1 0 0 0,-1 1 0 0 0,0 0 0 0 0,1-1 1 0 0,5-3-1 0 0,4-2 1 0 0,0-1 1 0 0,0 0 0 0 0,-1-1 0 0 0,0 0-1 0 0,18-17 1 0 0,-20 13-15 0 0,0 1 0 0 0,0-2 1 0 0,-2 1-1 0 0,1-1 0 0 0,-2-1 0 0 0,0 0 0 0 0,0 0 0 0 0,-2-1 0 0 0,0 1 0 0 0,0-1 0 0 0,5-33 1 0 0,-3 0 434 0 0,-2 1 0 0 0,0-89 0 0 0,-6 135 349 0 0,-2 3-749 0 0,0 0 1 0 0,1 0-1 0 0,-1 1 1 0 0,0-1-1 0 0,0 0 0 0 0,1 1 1 0 0,-1-1-1 0 0,1 1 1 0 0,0-1-1 0 0,-1 1 0 0 0,-1 3 1 0 0,2-3 20 0 0,-6 7 70 0 0,0 0 0 0 0,1 1 1 0 0,0 0-1 0 0,0 0 0 0 0,1 0 1 0 0,1 1-1 0 0,0 0 0 0 0,-3 12 1 0 0,-15 91 607 0 0,17-80-523 0 0,-5 22 115 0 0,3 1 0 0 0,2-1 0 0 0,3 1-1 0 0,9 102 1 0 0,-2-102-953 0 0,-5-56 243 0 0,0 0-501 0 0,2 6 1051 0 0,20-21-8335 0 0,-13 4 5233 0 0</inkml:trace>
</inkml:ink>
</file>

<file path=ppt/ink/ink7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1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0 187 408 0 0,'0'0'2067'0'0,"5"-2"-1514"0"0,60-21 1345 0 0,145-59 1361 0 0,-149 51-1239 0 0,-59 31-1357 0 0,3 21-427 0 0,-7-14-197 0 0,0 0 0 0 0,0 1 0 0 0,0-1-1 0 0,1 1 1 0 0,0-1 0 0 0,1 1 0 0 0,0-1 0 0 0,0 1-1 0 0,2 8 1 0 0,-2-14-31 0 0,0 1-1 0 0,1-1 0 0 0,0 1 1 0 0,0-1-1 0 0,-1 1 1 0 0,2-1-1 0 0,-1 0 1 0 0,0 0-1 0 0,0 1 1 0 0,1-1-1 0 0,-1 0 1 0 0,1 0-1 0 0,-1 0 0 0 0,1 0 1 0 0,0-1-1 0 0,0 1 1 0 0,0 0-1 0 0,0-1 1 0 0,0 1-1 0 0,0-1 1 0 0,0 0-1 0 0,1 0 0 0 0,-1 0 1 0 0,1 0-1 0 0,-1 0 1 0 0,0 0-1 0 0,1-1 1 0 0,-1 1-1 0 0,1-1 1 0 0,-1 1-1 0 0,5-1 0 0 0,3 0 2 0 0,-1 0 1 0 0,1-1-1 0 0,0 0 0 0 0,-1 0 0 0 0,1-1 0 0 0,-1 0 0 0 0,0-1 0 0 0,1 0 0 0 0,-1 0 0 0 0,0-1 0 0 0,-1 0 0 0 0,1-1 0 0 0,8-6 0 0 0,-12 8 17 0 0,0-1-1 0 0,-1 1 1 0 0,0-1-1 0 0,0 0 0 0 0,0 0 1 0 0,0-1-1 0 0,0 1 1 0 0,-1-1-1 0 0,0 0 1 0 0,0 0-1 0 0,0 0 1 0 0,-1 0-1 0 0,0 0 1 0 0,0 0-1 0 0,0-1 1 0 0,0 1-1 0 0,-1-1 1 0 0,0 0-1 0 0,0 1 1 0 0,-1-1-1 0 0,1 0 1 0 0,-1 0-1 0 0,-1-6 0 0 0,-2-6 567 0 0,0 5-1783 0 0,3 4-6198 0 0</inkml:trace>
</inkml:ink>
</file>

<file path=ppt/ink/ink7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2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25 167 392 0 0,'19'-29'8395'0'0,"-25"38"-8265"0"0,0-1 0 0 0,1 1-1 0 0,0 0 1 0 0,0 0-1 0 0,1 0 1 0 0,-3 11-1 0 0,6-17-105 0 0,0 0-1 0 0,0 0 1 0 0,0 0-1 0 0,1 1 1 0 0,-1-1-1 0 0,1 0 1 0 0,0 1-1 0 0,0-1 1 0 0,0 0 0 0 0,1 0-1 0 0,-1 1 1 0 0,1-1-1 0 0,-1 0 1 0 0,1 0-1 0 0,0 0 1 0 0,0 0-1 0 0,1 0 1 0 0,-1 0-1 0 0,1 0 1 0 0,-1 0-1 0 0,1 0 1 0 0,0 0-1 0 0,3 3 1 0 0,-2-5-14 0 0,-1 1 1 0 0,0-1-1 0 0,1 1 1 0 0,-1-1-1 0 0,1 0 1 0 0,0 0-1 0 0,-1 0 1 0 0,1-1-1 0 0,0 1 0 0 0,0-1 1 0 0,-1 1-1 0 0,1-1 1 0 0,0 0-1 0 0,0 0 1 0 0,0 0-1 0 0,0 0 1 0 0,-1-1-1 0 0,1 1 1 0 0,0-1-1 0 0,0 1 1 0 0,-1-1-1 0 0,6-2 0 0 0,1-1 7 0 0,-1 1-1 0 0,1-1 1 0 0,-1 0-1 0 0,0-1 1 0 0,11-8-1 0 0,-8 5-4 0 0,-1-1 0 0 0,0 0 0 0 0,-1-1 0 0 0,0 0 0 0 0,-1 0 0 0 0,0 0 0 0 0,10-19 0 0 0,-14 20-3 0 0,0 0 0 0 0,-1 0 0 0 0,0 0 1 0 0,0-1-1 0 0,-1 1 0 0 0,-1-1 0 0 0,1 1 0 0 0,-2-1 0 0 0,1 0 0 0 0,-1 1 0 0 0,-1-1 0 0 0,0 0 0 0 0,-2-11 0 0 0,-1 16 107 0 0,3 4-204 0 0,1 1-1 0 0,-1 0 1 0 0,1-1-1 0 0,0 1 1 0 0,-1 0-1 0 0,1-1 1 0 0,-1 1-1 0 0,1-1 1 0 0,0 1-1 0 0,-1-1 1 0 0,1 1-1 0 0,0-1 1 0 0,0 1-1 0 0,-1-1 1 0 0,1 1-1 0 0,0-1 1 0 0,0 1-1 0 0,0-1 0 0 0,0 0 1 0 0,0 1-1 0 0,0-1 1 0 0,0 1-1 0 0,0-1 1 0 0,0 1-1 0 0,0-1 1 0 0,0 0-1 0 0,0 1 1 0 0,0-1-1 0 0,0 1 1 0 0,0-1-1 0 0,1 0 1 0 0,-20 13-3915 0 0,16-9 1693 0 0</inkml:trace>
</inkml:ink>
</file>

<file path=ppt/ink/ink7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3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1 174 620 0 0,'22'6'3598'0'0,"1"-8"-2593"0"0,0-1 0 0 0,33-8 0 0 0,-49 9-826 0 0,0 0-1 0 0,0-1 1 0 0,0 0 0 0 0,0 0-1 0 0,0-1 1 0 0,0 1 0 0 0,-1-1-1 0 0,0-1 1 0 0,0 0 0 0 0,0 1-1 0 0,9-12 1 0 0,-11 11-63 0 0,0 0 0 0 0,0 0 0 0 0,-1 0 0 0 0,0-1 0 0 0,0 1 0 0 0,-1-1 0 0 0,1 0 0 0 0,-1 1 0 0 0,-1-1 0 0 0,3-9 0 0 0,-4 13-26 0 0,-18-34 330 0 0,16 36-410 0 0,0-1 1 0 0,0 1-1 0 0,0-1 0 0 0,0 1 0 0 0,0 0 0 0 0,0-1 1 0 0,0 1-1 0 0,0 0 0 0 0,0 0 0 0 0,0 0 1 0 0,0 1-1 0 0,0-1 0 0 0,0 0 0 0 0,0 1 1 0 0,0 0-1 0 0,0-1 0 0 0,0 1 0 0 0,1 0 1 0 0,-1 0-1 0 0,0 0 0 0 0,0 0 0 0 0,1 0 1 0 0,-1 0-1 0 0,0 1 0 0 0,1-1 0 0 0,0 0 1 0 0,-1 1-1 0 0,1-1 0 0 0,0 1 0 0 0,-1 0 0 0 0,1-1 1 0 0,0 1-1 0 0,0 0 0 0 0,0 0 0 0 0,1 0 1 0 0,-1-1-1 0 0,0 1 0 0 0,0 2 0 0 0,0 0-5 0 0,-1-1 0 0 0,1 0 0 0 0,0 1 0 0 0,0-1 0 0 0,0 1 0 0 0,1-1 0 0 0,-1 1 0 0 0,1-1 0 0 0,0 1 0 0 0,0-1 0 0 0,0 1 0 0 0,0-1-1 0 0,1 1 1 0 0,-1 0 0 0 0,1-1 0 0 0,0 1 0 0 0,0-1 0 0 0,0 0 0 0 0,0 1 0 0 0,1-1 0 0 0,0 0 0 0 0,3 5 0 0 0,1-1 2 0 0,1-2 1 0 0,1 1-1 0 0,-1-1 0 0 0,1 0 1 0 0,0-1-1 0 0,0 0 1 0 0,0 0-1 0 0,0 0 0 0 0,1-1 1 0 0,0-1-1 0 0,-1 1 1 0 0,1-1-1 0 0,0-1 1 0 0,0 0-1 0 0,0 0 0 0 0,0-1 1 0 0,0 0-1 0 0,0 0 1 0 0,0-1-1 0 0,0 0 0 0 0,0-1 1 0 0,12-3-1 0 0,5-2 8 0 0,-1-2 1 0 0,0 0-1 0 0,-1-1 0 0 0,0-1 1 0 0,-1-2-1 0 0,31-20 0 0 0,-50 30-9 0 0,-1 0-1 0 0,1 0 1 0 0,0 0 0 0 0,-1 0-1 0 0,0-1 1 0 0,0 1 0 0 0,4-6-1 0 0,-1-8 5 0 0,-6 16 4 0 0,-19-17-35 0 0,17 17 14 0 0,-1 2 1 0 0,0-1 5 0 0,-1 0-1 0 0,1 0 0 0 0,-1 1 0 0 0,0 0 0 0 0,1 0 0 0 0,-1 0 0 0 0,1 0 0 0 0,0 0 0 0 0,-1 1 0 0 0,1-1 1 0 0,0 1-1 0 0,0 0 0 0 0,0 0 0 0 0,0 0 0 0 0,0 0 0 0 0,1 1 0 0 0,-1-1 0 0 0,0 1 0 0 0,1-1 0 0 0,0 1 1 0 0,0 0-1 0 0,0 0 0 0 0,0 0 0 0 0,0 0 0 0 0,1 1 0 0 0,-1-1 0 0 0,1 0 0 0 0,0 1 0 0 0,0-1 0 0 0,0 1 1 0 0,0-1-1 0 0,1 1 0 0 0,-1-1 0 0 0,1 1 0 0 0,0 0 0 0 0,0-1 0 0 0,0 1 0 0 0,1-1 0 0 0,1 7 0 0 0,-2-6 2 0 0,1-1 0 0 0,0 0-1 0 0,0 1 1 0 0,1-1 0 0 0,-1 0-1 0 0,1 0 1 0 0,-1 0 0 0 0,1 0-1 0 0,0 0 1 0 0,0 0 0 0 0,1 0-1 0 0,-1-1 1 0 0,0 1-1 0 0,1-1 1 0 0,0 0 0 0 0,-1 1-1 0 0,1-1 1 0 0,5 2 0 0 0,-3-1 1 0 0,0-1 0 0 0,1 0 0 0 0,-1-1 0 0 0,1 1 1 0 0,0-1-1 0 0,-1 0 0 0 0,1-1 0 0 0,0 1 0 0 0,0-1 0 0 0,9-1 1 0 0,-5 0 5 0 0,1 0 1 0 0,-1-1-1 0 0,1 0 1 0 0,-1-1 0 0 0,0 0-1 0 0,0-1 1 0 0,0 0-1 0 0,-1-1 1 0 0,1 0-1 0 0,-1 0 1 0 0,0-1 0 0 0,9-8-1 0 0,-6 6-14 0 0,-6 5 7 0 0,0-1 0 0 0,0 0 0 0 0,0 0 0 0 0,0 0 0 0 0,-1-1 0 0 0,0 0-1 0 0,0 0 1 0 0,0 0 0 0 0,5-8 0 0 0,8 2-121 0 0,-4 26 117 0 0,-11-11 37 0 0,0 0 0 0 0,0-1 0 0 0,0 1 0 0 0,1-1 0 0 0,-1 0 0 0 0,1 0 0 0 0,-1-1 0 0 0,1 1 0 0 0,0-1 0 0 0,0 1 0 0 0,0-1 0 0 0,1-1 0 0 0,-1 1 0 0 0,0 0 0 0 0,9 1 0 0 0,0 0 71 0 0,-3 0 104 0 0,-1-1 1 0 0,1 0 0 0 0,-1-1 0 0 0,12 1-1 0 0,19-10 70 0 0,-38 7-279 0 0,6-4-3094 0 0</inkml:trace>
</inkml:ink>
</file>

<file path=ppt/ink/ink7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6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1 103 224 0 0,'0'-5'225'0'0,"1"1"0"0"0,0-1 1 0 0,0 0-1 0 0,0 1 0 0 0,1-1 0 0 0,-1 0 1 0 0,1 1-1 0 0,0 0 0 0 0,1-1 0 0 0,-1 1 1 0 0,1 0-1 0 0,-1 0 0 0 0,1 0 0 0 0,0 0 1 0 0,1 1-1 0 0,-1 0 0 0 0,1-1 0 0 0,0 1 1 0 0,-1 0-1 0 0,1 0 0 0 0,0 1 0 0 0,1-1 1 0 0,-1 1-1 0 0,0 0 0 0 0,1 0 0 0 0,-1 1 0 0 0,1-1 1 0 0,0 1-1 0 0,-1 0 0 0 0,1 0 0 0 0,0 1 1 0 0,0-1-1 0 0,0 1 0 0 0,7 1 0 0 0,-6-1-169 0 0,1 0-1 0 0,-1 1 0 0 0,0 0 0 0 0,0 0 0 0 0,0 1 0 0 0,0 0 0 0 0,-1 0 0 0 0,1 0 1 0 0,0 0-1 0 0,-1 1 0 0 0,0 0 0 0 0,1 0 0 0 0,-1 1 0 0 0,0 0 0 0 0,-1 0 0 0 0,1 0 1 0 0,-1 0-1 0 0,1 0 0 0 0,-1 1 0 0 0,-1 0 0 0 0,1 0 0 0 0,-1 0 0 0 0,0 0 0 0 0,0 1 1 0 0,0-1-1 0 0,-1 1 0 0 0,3 7 0 0 0,-2-5 36 0 0,-1 1 0 0 0,0 0 0 0 0,0 0-1 0 0,-1 0 1 0 0,0 0 0 0 0,-1 0 0 0 0,0 0 0 0 0,0 0 0 0 0,-1 0 0 0 0,0 0 0 0 0,0 0 0 0 0,-1-1 0 0 0,0 1-1 0 0,-1 0 1 0 0,0-1 0 0 0,0 1 0 0 0,-1-1 0 0 0,0 0 0 0 0,0 0 0 0 0,-8 10 0 0 0,11-17 19 0 0,0-1-98 0 0,1 0 1 0 0,-1 0-1 0 0,0 0 1 0 0,1 0-1 0 0,-1 0 1 0 0,1 0-1 0 0,-1 0 1 0 0,0 0-1 0 0,1-1 1 0 0,-1 1-1 0 0,1 0 1 0 0,-1 0-1 0 0,0 0 1 0 0,1-1-1 0 0,-1 1 1 0 0,1 0-1 0 0,-1-1 1 0 0,1 1-1 0 0,-1 0 1 0 0,1-1-1 0 0,-1 1 1 0 0,1-1-1 0 0,0 1 1 0 0,-1-1 0 0 0,1 1-1 0 0,-1-1 1 0 0,1 1-1 0 0,0-1 1 0 0,0 1-1 0 0,-1-1 1 0 0,1 1-1 0 0,0-2 1 0 0,4-24 140 0 0,26-33-119 0 0,-24 49 15 0 0,-1 1-45 0 0,0 0 1 0 0,1 0-1 0 0,0 0 0 0 0,0 0 1 0 0,0 1-1 0 0,1 0 0 0 0,1 1 1 0 0,-1 0-1 0 0,1 0 0 0 0,1 0 1 0 0,-1 1-1 0 0,1 0 0 0 0,0 1 1 0 0,0 0-1 0 0,14-6 0 0 0,-21 11-3 0 0,0-1-1 0 0,1 1 0 0 0,-1-1 0 0 0,0 1 0 0 0,1 0 0 0 0,-1 0 1 0 0,0 0-1 0 0,1 0 0 0 0,-1 1 0 0 0,0-1 0 0 0,0 0 0 0 0,1 1 1 0 0,-1 0-1 0 0,0-1 0 0 0,0 1 0 0 0,0 0 0 0 0,0 0 0 0 0,1 0 1 0 0,-2 1-1 0 0,1-1 0 0 0,0 0 0 0 0,0 1 0 0 0,0-1 0 0 0,-1 1 0 0 0,1 0 1 0 0,0 0-1 0 0,1 2 0 0 0,0 1 1 0 0,1 0 1 0 0,-1 1-1 0 0,-1-1 0 0 0,1 1 1 0 0,-1 0-1 0 0,4 11 0 0 0,-4-4-90 0 0,0 1 0 0 0,-1-1 0 0 0,0 18 0 0 0,-2-22 3 0 0,1 0 0 0 0,0 0 0 0 0,1-1 0 0 0,0 1 0 0 0,0 0 0 0 0,1 0 0 0 0,0-1 0 0 0,1 1 0 0 0,4 10 0 0 0,-6-18-91 0 0,-1 0 1 0 0,1 0-1 0 0,0 1 1 0 0,0-1-1 0 0,0 0 1 0 0,0 0-1 0 0,0 0 1 0 0,1 0-1 0 0,-1-1 1 0 0,0 1-1 0 0,0 0 0 0 0,1 0 1 0 0,-1-1-1 0 0,0 1 1 0 0,3 0-1 0 0,8 0-3955 0 0,2-4 1751 0 0</inkml:trace>
</inkml:ink>
</file>

<file path=ppt/ink/ink7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8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49 244 0 0,'4'-18'2179'0'0,"-4"17"-1986"0"0,1 0 0 0 0,-1 0 0 0 0,0 0 0 0 0,1 0 0 0 0,-1 0 0 0 0,0-1 0 0 0,0 1 0 0 0,0 0 0 0 0,0 0 0 0 0,0 0-1 0 0,0 0 1 0 0,0-1 0 0 0,0 1 0 0 0,0 0 0 0 0,-1 0 0 0 0,1 0 0 0 0,0 0 0 0 0,-1-1 0 0 0,1 1 0 0 0,-1 0 0 0 0,0-1 0 0 0,-1 0 60 0 0,0 1-156 0 0,0 1 0 0 0,0-1-1 0 0,-1 1 1 0 0,1 0-1 0 0,0 0 1 0 0,-1 0 0 0 0,1 0-1 0 0,0 0 1 0 0,0 0 0 0 0,-1 1-1 0 0,1-1 1 0 0,0 1 0 0 0,0-1-1 0 0,-4 3 1 0 0,-7 2 99 0 0,1 1 1 0 0,-1 1-1 0 0,1 0 1 0 0,0 1 0 0 0,1 0-1 0 0,0 0 1 0 0,0 2-1 0 0,1-1 1 0 0,0 1-1 0 0,1 1 1 0 0,-13 17 0 0 0,21-27-183 0 0,0 0 0 0 0,0 1 0 0 0,0-1 1 0 0,1 0-1 0 0,-1 0 0 0 0,0 0 1 0 0,1 1-1 0 0,-1-1 0 0 0,1 0 0 0 0,0 1 1 0 0,-1-1-1 0 0,1 0 0 0 0,0 1 1 0 0,0-1-1 0 0,0 0 0 0 0,0 1 0 0 0,0-1 1 0 0,0 0-1 0 0,0 1 0 0 0,0-1 1 0 0,1 1-1 0 0,-1-1 0 0 0,0 0 0 0 0,1 2 1 0 0,0-2-6 0 0,1 0 0 0 0,-1 0 0 0 0,0 0 0 0 0,0 0 0 0 0,0-1 0 0 0,1 1 0 0 0,-1 0 0 0 0,0-1 0 0 0,1 1-1 0 0,-1-1 1 0 0,1 0 0 0 0,-1 1 0 0 0,0-1 0 0 0,1 0 0 0 0,-1 0 0 0 0,1 0 0 0 0,-1 0 0 0 0,3 0 0 0 0,4 0 14 0 0,0-1-1 0 0,1-1 1 0 0,-1 1-1 0 0,0-1 1 0 0,0-1-1 0 0,14-5 0 0 0,41-19 35 0 0,-61 26-54 0 0,0 3 2 0 0,0-1-6 0 0,0 0 1 0 0,-1 1-1 0 0,1-1 1 0 0,-1 1-1 0 0,1-1 0 0 0,-1 1 1 0 0,0-1-1 0 0,0 1 0 0 0,1 0 1 0 0,-1 0-1 0 0,0-1 1 0 0,0 1-1 0 0,-1 0 0 0 0,1 0 1 0 0,0 0-1 0 0,-1 0 1 0 0,1 0-1 0 0,0 4 0 0 0,-1-4 1 0 0,0 0 0 0 0,1 0-1 0 0,-1 1 1 0 0,1-1-1 0 0,0 0 1 0 0,-1 0 0 0 0,1 0-1 0 0,0 0 1 0 0,1 0 0 0 0,-1 0-1 0 0,0 0 1 0 0,0 0 0 0 0,1-1-1 0 0,-1 1 1 0 0,1 0-1 0 0,2 2 1 0 0,-1-3 4 0 0,0 1-1 0 0,-1-1 1 0 0,1 0 0 0 0,0 0-1 0 0,0 0 1 0 0,0 0-1 0 0,0 0 1 0 0,0 0 0 0 0,0-1-1 0 0,0 0 1 0 0,0 1 0 0 0,0-1-1 0 0,0 0 1 0 0,0-1-1 0 0,0 1 1 0 0,0 0 0 0 0,-1-1-1 0 0,1 0 1 0 0,0 1 0 0 0,0-1-1 0 0,0-1 1 0 0,0 1-1 0 0,4-3 1 0 0,5-1-1 0 0,0-1 0 0 0,0-1-1 0 0,14-11 1 0 0,94-64-43 0 0,-84 65-3 0 0,-35 16 45 0 0,2 3 6 0 0,8 8 0 0 0,-10-9-10 0 0,-1-1 2 0 0,1 1 0 0 0,-1-1-1 0 0,1 0 1 0 0,-1 1 0 0 0,1-1-1 0 0,-1 1 1 0 0,1-1-1 0 0,-1 1 1 0 0,1-1 0 0 0,-1 1-1 0 0,1-1 1 0 0,-1 1 0 0 0,0 0-1 0 0,1-1 1 0 0,-1 1 0 0 0,0 0-1 0 0,0-1 1 0 0,0 1 0 0 0,1 0-1 0 0,-1-1 1 0 0,0 1 0 0 0,0 0-1 0 0,0-1 1 0 0,0 1-1 0 0,0 0 1 0 0,0 0 0 0 0,-1 19-25 0 0,3 8 44 0 0,-1-24-18 0 0,-1 0 1 0 0,0 0-1 0 0,0 0 1 0 0,-1 0-1 0 0,1 0 1 0 0,-1 0-1 0 0,0 0 1 0 0,0 0-1 0 0,0 0 1 0 0,-1-1-1 0 0,1 1 1 0 0,-1 0-1 0 0,-2 3 1 0 0,3-5 62 0 0,8-5-62 0 0,1-1 0 0 0,-1 1 0 0 0,0-1-1 0 0,-1-1 1 0 0,1 1 0 0 0,-1-1 0 0 0,10-10-1 0 0,6-2-1 0 0,-7 7 0 0 0,-12 8-6 0 0,-1 0 0 0 0,1 1 0 0 0,-1-1 0 0 0,1 0 0 0 0,0 1 0 0 0,0-1 0 0 0,-1 1-1 0 0,1 0 1 0 0,0 0 0 0 0,0 0 0 0 0,1 0 0 0 0,-1 1 0 0 0,0-1 0 0 0,5 1 0 0 0,-5 0 11 0 0,-2 2-16 0 0,26 51 26 0 0,-26-51-7 0 0,13-2 24 0 0,38-22-21 0 0,-47 19-19 0 0,-4 2 8 0 0,1 0-1 0 0,-1 1 0 0 0,1 0 1 0 0,-1-1-1 0 0,1 1 1 0 0,-1 0-1 0 0,1-1 0 0 0,-1 1 1 0 0,1 0-1 0 0,0 0 1 0 0,-1 0-1 0 0,1 0 0 0 0,-1 1 1 0 0,1-1-1 0 0,-1 0 0 0 0,1 1 1 0 0,-1-1-1 0 0,1 1 1 0 0,-1-1-1 0 0,1 1 0 0 0,1 1 1 0 0,16 2 4 0 0,-1-1 0 0 0,1-1 0 0 0,-1-1 0 0 0,32-1 0 0 0,-48 0 57 0 0,0-1-1 0 0,0 1 0 0 0,0-1 0 0 0,0 1 1 0 0,0-1-1 0 0,0 0 0 0 0,0 0 0 0 0,0 0 1 0 0,0 0-1 0 0,0 0 0 0 0,0 0 0 0 0,0-1 0 0 0,-1 1 1 0 0,1-1-1 0 0,0 1 0 0 0,-1-1 0 0 0,1 0 1 0 0,-1 1-1 0 0,2-5 0 0 0,24 36-2004 0 0,-8-14-3747 0 0,-11-10 2813 0 0</inkml:trace>
</inkml:ink>
</file>

<file path=ppt/ink/ink7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9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8 635 648 0 0,'14'-11'6329'0'0,"42"-35"-5340"0"0,-27 16-482 0 0,-21 23-379 0 0,-1-1 1 0 0,0 0 0 0 0,0 0 0 0 0,-1 0 0 0 0,9-15 0 0 0,-8 10 10 0 0,2-4 150 0 0,-1 0 0 0 0,11-32 0 0 0,-18 43-231 0 0,1 0-1 0 0,-1-1 1 0 0,0 1 0 0 0,-1 0 0 0 0,1 0-1 0 0,-1-1 1 0 0,-1 1 0 0 0,1 0-1 0 0,-1 0 1 0 0,0-1 0 0 0,0 1 0 0 0,-4-9-1 0 0,5 14-46 0 0,-1 0-1 0 0,0-1 0 0 0,0 1 0 0 0,0 0 0 0 0,0 0 1 0 0,0-1-1 0 0,0 1 0 0 0,0 0 0 0 0,0 0 0 0 0,0 0 1 0 0,0 0-1 0 0,-1 0 0 0 0,1 1 0 0 0,0-1 1 0 0,-1 0-1 0 0,1 1 0 0 0,-1-1 0 0 0,1 1 0 0 0,-1-1 1 0 0,1 1-1 0 0,-1-1 0 0 0,1 1 0 0 0,-1 0 0 0 0,1 0 1 0 0,-1 0-1 0 0,1 0 0 0 0,-1 0 0 0 0,0 0 1 0 0,1 0-1 0 0,-1 1 0 0 0,1-1 0 0 0,-1 1 0 0 0,1-1 1 0 0,-1 1-1 0 0,1-1 0 0 0,0 1 0 0 0,-2 1 0 0 0,-53 26 194 0 0,56-27-199 0 0,-7 4 20 0 0,0 0 0 0 0,0 1 0 0 0,0 0 1 0 0,1 0-1 0 0,0 0 0 0 0,1 1 0 0 0,-1 0 0 0 0,1 0 0 0 0,1 0 0 0 0,-1 1 0 0 0,1 0 0 0 0,0-1 1 0 0,1 1-1 0 0,0 1 0 0 0,0-1 0 0 0,1 0 0 0 0,0 1 0 0 0,1 0 0 0 0,-1-1 0 0 0,1 18 0 0 0,1-20-16 0 0,1 0 0 0 0,-1-1 0 0 0,1 1 1 0 0,0 0-1 0 0,1-1 0 0 0,-1 1 0 0 0,1-1 0 0 0,0 1 0 0 0,0-1 0 0 0,1 0 0 0 0,0 0 0 0 0,0 0 0 0 0,0 0 0 0 0,0-1 0 0 0,1 1 0 0 0,0-1 0 0 0,0 0 0 0 0,0 0 0 0 0,0 0 0 0 0,1 0 0 0 0,-1-1 0 0 0,1 0 0 0 0,0 0 0 0 0,0 0 0 0 0,0 0 0 0 0,0-1 0 0 0,1 0 0 0 0,-1 0 0 0 0,1 0 0 0 0,-1-1 0 0 0,1 0 0 0 0,7 1 0 0 0,-3-1-3 0 0,1-1 0 0 0,-1 0 1 0 0,0 0-1 0 0,1-1 0 0 0,-1 0 0 0 0,0-1 0 0 0,1 0 0 0 0,-1-1 0 0 0,0 0 0 0 0,-1-1 0 0 0,1 0 0 0 0,0 0 0 0 0,12-8 0 0 0,-2-1 8 0 0,0-1 0 0 0,0-1 0 0 0,-2-1 1 0 0,29-30-1 0 0,-25 21-13 0 0,-14 15-3 0 0,1 0 1 0 0,0 0 0 0 0,0 1 0 0 0,12-9 0 0 0,-19 17-9 0 0,-1-2-7 0 0,1-1-31 0 0,5 19 20 0 0,-5-8 28 0 0,0 0 1 0 0,-1 0-1 0 0,0 0 1 0 0,0-1-1 0 0,-1 11 1 0 0,8 48 0 0 0,-8-64 0 0 0,1 1-1 0 0,-1-1 1 0 0,0 1 0 0 0,0-1 0 0 0,0 0-1 0 0,1 1 1 0 0,-1-1 0 0 0,1 0 0 0 0,-1 0 0 0 0,1 1-1 0 0,0-1 1 0 0,-1 0 0 0 0,1 0 0 0 0,0 0-1 0 0,0 0 1 0 0,0 0 0 0 0,0 0 0 0 0,0 0 0 0 0,0 0-1 0 0,0 0 1 0 0,0 0 0 0 0,0 0 0 0 0,0-1-1 0 0,0 1 1 0 0,1 0 0 0 0,-1-1 0 0 0,0 1-1 0 0,0-1 1 0 0,1 1 0 0 0,-1-1 0 0 0,0 0 0 0 0,1 0-1 0 0,-1 1 1 0 0,1-1 0 0 0,1 0 0 0 0,3-2 7 0 0,0 0 0 0 0,0 0 0 0 0,0 0 0 0 0,0-1 0 0 0,0 1 0 0 0,9-7 0 0 0,-6 4-9 0 0,13-9-7 0 0,-17 11 4 0 0,0-1-1 0 0,0 1 1 0 0,0 0 0 0 0,0 1-1 0 0,1-1 1 0 0,-1 1-1 0 0,1 0 1 0 0,0 0 0 0 0,-1 1-1 0 0,1-1 1 0 0,0 1-1 0 0,0 1 1 0 0,0-1-1 0 0,0 1 1 0 0,0 0 0 0 0,0 0-1 0 0,8 2 1 0 0,1 1 10 0 0,0-1 1 0 0,0 0 0 0 0,0-1-1 0 0,1-1 1 0 0,-1 0 0 0 0,0-1-1 0 0,0-1 1 0 0,0 0 0 0 0,0-1-1 0 0,0-1 1 0 0,0 0 0 0 0,14-7-1 0 0,-14 3 1 0 0,0 0-1 0 0,0 0 1 0 0,-1-2-1 0 0,0 0 1 0 0,-1 0-1 0 0,0-2 1 0 0,-1 1-1 0 0,0-2 1 0 0,0 1-1 0 0,13-21 1 0 0,-12 11-6 0 0,0 0 0 0 0,-1-1 0 0 0,-1 0 0 0 0,-1 0 0 0 0,-1-1 0 0 0,7-33-1 0 0,-16 56 2 0 0,6-19-3 0 0,-2 0 1 0 0,0 0-1 0 0,-1 0 1 0 0,0-23-1 0 0,-4 41-10 0 0,1 0 8 0 0,0 2 2 0 0,0 0 0 0 0,0 0 1 0 0,0-1-1 0 0,0 1 0 0 0,1 0 1 0 0,-1 0-1 0 0,0 0 0 0 0,0 0 0 0 0,0-1 1 0 0,0 1-1 0 0,0 0 0 0 0,0 0 1 0 0,0 0-1 0 0,0 0 0 0 0,0 0 0 0 0,0-1 1 0 0,0 1-1 0 0,0 0 0 0 0,0 0 0 0 0,0 0 1 0 0,0 0-1 0 0,0-1 0 0 0,0 1 1 0 0,0 0-1 0 0,-1 0 0 0 0,1 0 0 0 0,0 0 1 0 0,0 0-1 0 0,0-1 0 0 0,0 1 0 0 0,0 0 1 0 0,0 0-1 0 0,0 0 0 0 0,0 0 1 0 0,0 0-1 0 0,-1 0 0 0 0,1 0 0 0 0,0-1 1 0 0,0 1-1 0 0,0 0 0 0 0,0 0 1 0 0,0 0-1 0 0,-1 0 0 0 0,1 0 0 0 0,0 0 1 0 0,0 0-1 0 0,0 0 0 0 0,0 0 0 0 0,-1 0 1 0 0,1 0-1 0 0,0 0 0 0 0,0 0 1 0 0,0 0-1 0 0,0 0 0 0 0,-1 0 0 0 0,1 0 1 0 0,0 0-1 0 0,0 0 0 0 0,0 0 1 0 0,0 0-1 0 0,0 0 0 0 0,-1 0 0 0 0,1 0 1 0 0,0 1-1 0 0,0-1 0 0 0,-10 8 14 0 0,1 1 1 0 0,1 1-1 0 0,-1-1 0 0 0,2 2 1 0 0,-1-1-1 0 0,1 1 0 0 0,1 0 1 0 0,0 0-1 0 0,0 1 0 0 0,2-1 0 0 0,-1 1 1 0 0,1 0-1 0 0,1 1 0 0 0,-3 16 1 0 0,3-9 8 0 0,0 0 0 0 0,2 0 1 0 0,0 0-1 0 0,1 0 0 0 0,1 0 1 0 0,1 1-1 0 0,0-1 0 0 0,10 31 1 0 0,-10-42-9 0 0,0-1 1 0 0,1 0-1 0 0,0 0 1 0 0,1 0-1 0 0,0 0 1 0 0,0-1-1 0 0,1 1 1 0 0,-1-1-1 0 0,2 0 1 0 0,-1 0-1 0 0,10 8 1 0 0,-13-14 27 0 0,14-2 41 0 0,-15 1-115 0 0,1-1 0 0 0,-1 0 0 0 0,1 1 1 0 0,-1-1-1 0 0,1 0 0 0 0,-1 0 0 0 0,0 0 1 0 0,1 0-1 0 0,-1 0 0 0 0,0 0 1 0 0,0 0-1 0 0,0 0 0 0 0,0 0 0 0 0,0-1 1 0 0,0 1-1 0 0,0 0 0 0 0,0-1 1 0 0,0-1-1 0 0,0 1-491 0 0,-1-7-672 0 0</inkml:trace>
</inkml:ink>
</file>

<file path=ppt/ink/ink7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39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48 840 0 0,'24'-35'7131'0'0,"-22"34"-6961"0"0,33-11-5052 0 0</inkml:trace>
</inkml:ink>
</file>

<file path=ppt/ink/ink7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40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1 212 0 0,'-6'12'6860'0'0,"-6"10"-3953"0"0,-35 75-2000 0 0,37-71-679 0 0,2 1 1 0 0,1 0 0 0 0,2 0 0 0 0,-4 36 0 0 0,8-52-180 0 0,0 0 1 0 0,1 0 0 0 0,0-1-1 0 0,1 1 1 0 0,1 0 0 0 0,-1 0-1 0 0,2-1 1 0 0,-1 1 0 0 0,2-1-1 0 0,-1 0 1 0 0,1 0 0 0 0,1 0-1 0 0,0 0 1 0 0,7 10-1 0 0,-10-18-16 0 0,0 1 0 0 0,0 0 0 0 0,0-1-1 0 0,1 0 1 0 0,-1 1 0 0 0,1-1-1 0 0,-1 0 1 0 0,1 0 0 0 0,0 0-1 0 0,0-1 1 0 0,0 1 0 0 0,0-1 0 0 0,0 1-1 0 0,0-1 1 0 0,1 0 0 0 0,-1-1-1 0 0,0 1 1 0 0,0 0 0 0 0,1-1-1 0 0,-1 0 1 0 0,1 1 0 0 0,-1-1-1 0 0,0-1 1 0 0,1 1 0 0 0,-1 0 0 0 0,0-1-1 0 0,1 0 1 0 0,3-1 0 0 0,-5 1 100 0 0,13-10 1594 0 0,-7 8-3495 0 0</inkml:trace>
</inkml:ink>
</file>

<file path=ppt/ink/ink7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40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12 456 0 0,'3'-12'2764'0'0</inkml:trace>
</inkml:ink>
</file>

<file path=ppt/ink/ink7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40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20 180 0 0,'0'0'5449'0'0,"6"4"-167"0"0,4-27-3018 0 0,-14 26-2238 0 0,1 1 1 0 0,-1-1-1 0 0,0 1 1 0 0,1 0 0 0 0,0 1-1 0 0,0-1 1 0 0,0 1 0 0 0,1-1-1 0 0,0 1 1 0 0,-1 0-1 0 0,2 0 1 0 0,-1 0 0 0 0,-1 6-1 0 0,3-9-3 0 0,22 14 56 0 0,-8-15-68 0 0,0 0-1 0 0,0-1 0 0 0,0-1 1 0 0,0 0-1 0 0,0-1 1 0 0,15-3-1 0 0,-17 2-15 0 0,0 1-1 0 0,0 0 1 0 0,0 1 0 0 0,0 0 0 0 0,0 1-1 0 0,0 0 1 0 0,0 1 0 0 0,13 3 0 0 0,-21-3-9 0 0,-4-1 15 0 0,1 0-1 0 0,0 0 1 0 0,-1 1-1 0 0,1-1 0 0 0,0 0 1 0 0,-1 1-1 0 0,1-1 1 0 0,0 1-1 0 0,-1-1 1 0 0,1 1-1 0 0,-1-1 1 0 0,1 1-1 0 0,-1-1 0 0 0,0 1 1 0 0,1 0-1 0 0,-1-1 1 0 0,1 1-1 0 0,-1 0 1 0 0,0-1-1 0 0,0 1 1 0 0,1 0-1 0 0,-1-1 0 0 0,0 1 1 0 0,0 0-1 0 0,0 0 1 0 0,0 0-1 0 0,1 0 1 0 0,-1 0 0 0 0,0 0 0 0 0,0 0-1 0 0,0 0 1 0 0,0 0 0 0 0,0 0 0 0 0,0 0 0 0 0,0 0-1 0 0,0 0 1 0 0,0 0 0 0 0,0 0 0 0 0,0 0 0 0 0,-1 0-1 0 0,1 0 1 0 0,0 0 0 0 0,-1 0 0 0 0,1 0 0 0 0,-1 0-1 0 0,1 0 1 0 0,-1 0 0 0 0,0 0 0 0 0,1-1 0 0 0,-1 1-1 0 0,0 0 1 0 0,1 0 0 0 0,-1-1 0 0 0,0 1 0 0 0,0 0-1 0 0,-1 0 1 0 0,-27 16-905 0 0,26-16 517 0 0,1 0-436 0 0,-7 1 191 0 0,-13-7-7951 0 0</inkml:trace>
</inkml:ink>
</file>

<file path=ppt/ink/ink7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41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1355 106 548 0 0,'33'-7'1772'0'0,"79"-10"2454"0"0,-102 16-3862 0 0,0 0 1 0 0,0 1-1 0 0,0 0 0 0 0,0 1 0 0 0,0 0 0 0 0,0 1 0 0 0,-1 0 0 0 0,17 5 1 0 0,-14 1-119 0 0,-9-3-1283 0 0,-33 9-6184 0 0</inkml:trace>
  <inkml:trace contextRef="#ctx0" brushRef="#br0" timeOffset="1">111 27 11857 0 0,'-108'-26'179'0'0,"105"26"-197"0"0,11 2-49 0 0,137 41-1821 0 0,-77-25-3275 0 0,-40-10 2407 0 0</inkml:trace>
</inkml:ink>
</file>

<file path=ppt/ink/ink7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1:41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19146 0 0,'8'-1'125'0'0,"1"1"-8"0"0,-1-1 1 0 0,1 0 0 0 0,-1-1 0 0 0,1 0 0 0 0,-1 0-1 0 0,0-1 1 0 0,0 0 0 0 0,0-1 0 0 0,0 1-1 0 0,-1-2 1 0 0,10-5 0 0 0,-16 9-225 0 0</inkml:trace>
</inkml:ink>
</file>

<file path=ppt/ink/ink7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06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0 296 512 0 0,'3'0'7767'0'0,"21"-3"-7691"0"0,-6-4 40 0 0,0 0 0 0 0,0-1 0 0 0,-1-1 1 0 0,0-1-1 0 0,-1 0 0 0 0,0-2 0 0 0,20-17 0 0 0,-27 21-77 0 0,-1-1-1 0 0,0 0 0 0 0,0 0 0 0 0,-1-1 0 0 0,0 0 1 0 0,0 0-1 0 0,-1-1 0 0 0,-1 0 0 0 0,1 0 0 0 0,-2 0 1 0 0,0-1-1 0 0,4-14 0 0 0,-8 25-35 0 0,0 0 1 0 0,0 0 0 0 0,0 0-1 0 0,1 0 1 0 0,-1 0-1 0 0,0 0 1 0 0,0 0 0 0 0,0 0-1 0 0,-1 0 1 0 0,1 0-1 0 0,0 0 1 0 0,0 0-1 0 0,0 0 1 0 0,-1 0 0 0 0,1 1-1 0 0,0-1 1 0 0,-1 0-1 0 0,0-1 1 0 0,1 1 0 0 0,-1 0 0 0 0,1 0 0 0 0,-1 0 1 0 0,1 0-1 0 0,-1 0 0 0 0,0 1 0 0 0,1-1 0 0 0,-1 0 1 0 0,0 0-1 0 0,1 0 0 0 0,-1 1 0 0 0,0-1 0 0 0,0 0 1 0 0,0 1-1 0 0,0-1 0 0 0,0 1 0 0 0,0-1 0 0 0,0 1 1 0 0,0-1-1 0 0,0 1 0 0 0,0 0 0 0 0,0 0 0 0 0,0-1 1 0 0,0 1-1 0 0,0 0 0 0 0,0 0 0 0 0,0 0 0 0 0,0 0 1 0 0,0 0-1 0 0,-2 1 0 0 0,-25 9 130 0 0,26-8-122 0 0,-5 1 15 0 0,0 1 1 0 0,1 1-1 0 0,-1-1 0 0 0,1 1 1 0 0,0 0-1 0 0,1 1 0 0 0,-1-1 1 0 0,1 1-1 0 0,0 0 0 0 0,0 1 1 0 0,1-1-1 0 0,0 1 0 0 0,0 0 1 0 0,-5 13-1 0 0,7-16-20 0 0,1 0-1 0 0,0 1 1 0 0,0-1 0 0 0,1 0 0 0 0,-1 0-1 0 0,1 0 1 0 0,0 1 0 0 0,0-1 0 0 0,0 0-1 0 0,1 0 1 0 0,-1 0 0 0 0,1 1 0 0 0,0-1-1 0 0,0 0 1 0 0,1 0 0 0 0,-1 0-1 0 0,1 0 1 0 0,0-1 0 0 0,0 1 0 0 0,0 0-1 0 0,0-1 1 0 0,1 1 0 0 0,-1-1 0 0 0,1 0-1 0 0,0 0 1 0 0,0 0 0 0 0,0 0 0 0 0,1 0-1 0 0,3 2 1 0 0,2 1 2 0 0,1 0 1 0 0,-1-1-1 0 0,1 0 0 0 0,0 0 1 0 0,1-1-1 0 0,-1 0 0 0 0,1-1 1 0 0,0 0-1 0 0,0-1 1 0 0,0 0-1 0 0,21 0 0 0 0,-15-2 1 0 0,-1-1 0 0 0,1 0 0 0 0,-1-2 0 0 0,0 0 0 0 0,0-1 0 0 0,0 0 1 0 0,27-12-1 0 0,-27 10-3 0 0,-1-2 1 0 0,1 0-1 0 0,-2-1 1 0 0,1 0 0 0 0,-1-1-1 0 0,0-1 1 0 0,-1 0-1 0 0,-1 0 1 0 0,0-2 0 0 0,0 1-1 0 0,-1-2 1 0 0,-1 1 0 0 0,0-2-1 0 0,-1 1 1 0 0,0-1-1 0 0,9-24 1 0 0,-18 38-7 0 0,2-21 11 0 0,-1 22-12 0 0,-1-1 0 0 0,0 0 1 0 0,0 1-1 0 0,0-1 0 0 0,0 0 0 0 0,0 1 1 0 0,0-1-1 0 0,0 0 0 0 0,0 1 0 0 0,-1-1 1 0 0,1 1-1 0 0,0-1 0 0 0,0 0 0 0 0,0 1 0 0 0,-1-1 1 0 0,1 1-1 0 0,0-1 0 0 0,-1 1 0 0 0,1-1 1 0 0,0 1-1 0 0,-1-1 0 0 0,1 1 0 0 0,-1-1 1 0 0,1 1-1 0 0,-1-1 0 0 0,1 1 0 0 0,-1 0 0 0 0,1-1 1 0 0,-1 1-1 0 0,1 0 0 0 0,-1-1 0 0 0,0 1 1 0 0,1 0-1 0 0,-1 0 0 0 0,0-1 0 0 0,-5 2 0 0 0,0 0 0 0 0,0 0-1 0 0,1 0 1 0 0,-1 0 0 0 0,1 1-1 0 0,-1 0 1 0 0,1 0 0 0 0,0 0-1 0 0,-1 1 1 0 0,1 0 0 0 0,-6 5 0 0 0,8-6-4 0 0,0 0 1 0 0,0 0 0 0 0,0 0-1 0 0,0 1 1 0 0,1 0 0 0 0,-1-1-1 0 0,1 1 1 0 0,0 0 0 0 0,0 0-1 0 0,0 0 1 0 0,0 1 0 0 0,0-1 0 0 0,1 0-1 0 0,-1 1 1 0 0,1-1 0 0 0,0 1-1 0 0,0 0 1 0 0,0-1 0 0 0,0 6-1 0 0,1-7 3 0 0,1 0 0 0 0,-1-1 0 0 0,0 1 0 0 0,1-1 0 0 0,0 1 0 0 0,-1-1-1 0 0,1 1 1 0 0,0-1 0 0 0,0 0 0 0 0,0 1 0 0 0,0-1 0 0 0,0 0 0 0 0,0 0 0 0 0,0 0-1 0 0,0 0 1 0 0,1 0 0 0 0,-1 0 0 0 0,0 0 0 0 0,1 0 0 0 0,-1 0 0 0 0,0 0 0 0 0,1-1-1 0 0,-1 1 1 0 0,1-1 0 0 0,-1 1 0 0 0,1-1 0 0 0,1 1 0 0 0,39 6 0 0 0,-38-7 0 0 0,1 1 0 0 0,-1-1 0 0 0,1 1 1 0 0,-1 0-1 0 0,1 0 0 0 0,-1 0 1 0 0,0 1-1 0 0,1-1 0 0 0,-1 1 0 0 0,0 0 1 0 0,0 0-1 0 0,0 1 0 0 0,0-1 0 0 0,-1 1 1 0 0,1 0-1 0 0,-1 0 0 0 0,0 0 1 0 0,4 5-1 0 0,-4-3-1 0 0,0 0 1 0 0,0 0 0 0 0,0 1-1 0 0,-1-1 1 0 0,0 1 0 0 0,0-1-1 0 0,-1 1 1 0 0,0 0 0 0 0,0 0-1 0 0,0 0 1 0 0,0 0 0 0 0,-1 0-1 0 0,-1 9 1 0 0,-2 16 39 0 0,-2 0-1 0 0,-1 0 1 0 0,-2 0 0 0 0,0-1 0 0 0,-3 0-1 0 0,0 0 1 0 0,-2-1 0 0 0,-21 36-1 0 0,26-51 89 0 0,0-1-1 0 0,0 0 0 0 0,-1-1 0 0 0,-1 0 0 0 0,0 0 0 0 0,0-1 1 0 0,-2 0-1 0 0,1-1 0 0 0,-1-1 0 0 0,0 1 0 0 0,-1-2 0 0 0,0 0 1 0 0,-1 0-1 0 0,-18 7 0 0 0,31-15-109 0 0,0 1 1 0 0,0 0-1 0 0,0-1 1 0 0,-1 1-1 0 0,1-1 1 0 0,0 0-1 0 0,-1 1 1 0 0,1-1-1 0 0,0 0 1 0 0,-1 0-1 0 0,1 1 1 0 0,0-1-1 0 0,-1 0 1 0 0,1 0-1 0 0,0-1 1 0 0,-1 1-1 0 0,1 0 1 0 0,0 0-1 0 0,-1-1 1 0 0,1 1-1 0 0,0-1 1 0 0,0 1-1 0 0,-1-1 1 0 0,1 1-1 0 0,0-1 1 0 0,0 0-1 0 0,0 0 1 0 0,0 1-1 0 0,0-1 1 0 0,0 0-1 0 0,0 0 1 0 0,0 0-1 0 0,0 0 1 0 0,0 0-1 0 0,0 0 1 0 0,1-1-1 0 0,-1 1 1 0 0,0 0-1 0 0,1 0 1 0 0,-1 0-1 0 0,1-1 1 0 0,-1 1-1 0 0,1 0 1 0 0,0-1-1 0 0,-1 1 1 0 0,1 0-1 0 0,0-1 1 0 0,0-1 0 0 0,0-1-44 0 0,0-1 1 0 0,1 1 0 0 0,-1-1-1 0 0,1 1 1 0 0,0 0 0 0 0,0-1 0 0 0,0 1-1 0 0,1 0 1 0 0,-1 0 0 0 0,1 0-1 0 0,0 0 1 0 0,0 0 0 0 0,3-4 0 0 0,-1 4-249 0 0,-1 0 1 0 0,1 1-1 0 0,-1-1 1 0 0,1 1-1 0 0,0 0 1 0 0,9-5-1 0 0,15-5-5861 0 0,-16 8 3015 0 0</inkml:trace>
</inkml:ink>
</file>

<file path=ppt/ink/ink7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06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1 158 13225 0 0,'6'-11'273'0'0,"-1"0"0"0"0,0-1 0 0 0,-1 0-1 0 0,0 0 1 0 0,-1 0 0 0 0,-1-1 0 0 0,0 1 0 0 0,1-19-1 0 0,-2 24-241 0 0,-1 6-155 0 0,4-8-833 0 0,-2-6-7787 0 0</inkml:trace>
</inkml:ink>
</file>

<file path=ppt/ink/ink7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06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60 444 0 0,'8'-52'6325'0'0,"-8"50"-5843"0"0,0 2-470 0 0,0 0 1 0 0,0-1-1 0 0,0 1 1 0 0,1 0-1 0 0,-1-1 1 0 0,0 1-1 0 0,0 0 1 0 0,0 0-1 0 0,1-1 0 0 0,-1 1 1 0 0,0 0-1 0 0,0 0 1 0 0,1-1-1 0 0,-1 1 1 0 0,0 0-1 0 0,0 0 1 0 0,1 0-1 0 0,-1-1 1 0 0,0 1-1 0 0,1 0 1 0 0,-1 0-1 0 0,0 0 1 0 0,1 0-1 0 0,-1 0 1 0 0,0 0-1 0 0,1 0 1 0 0,-1 0-1 0 0,0-1 1 0 0,1 1-1 0 0,-1 0 1 0 0,0 0-1 0 0,1 1 1 0 0,-1-1-1 0 0,0 0 1 0 0,1 0-1 0 0,-1 0 1 0 0,0 0-1 0 0,1 0 0 0 0,-1 0 1 0 0,0 0-1 0 0,1 1 1 0 0,-1-1-1 0 0,1 0 1 0 0,13 6-443 0 0,-14-6 449 0 0,22 16-3993 0 0,-15-9 2051 0 0</inkml:trace>
  <inkml:trace contextRef="#ctx0" brushRef="#br0" timeOffset="1">243 261 120 0 0,'9'3'892'0'0,"3"1"-28"0"0,2-3-60 0 0,0-1-64 0 0,4 2-52 0 0,2-2-76 0 0,-1-2-64 0 0,4 2-59 0 0,-3 0-97 0 0,-1 0-272 0 0,-2 0-284 0 0,-1 0-440 0 0,-4-1-317 0 0,0-3-991 0 0,3 1 440 0 0</inkml:trace>
</inkml:ink>
</file>

<file path=ppt/ink/ink7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0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117 418 528 0 0,'2'-27'2169'0'0,"3"1"-209"0"0,-2 0 0 0 0,0-49 0 0 0,-3 74-1685 0 0,1-5 16 0 0,-1 4-129 0 0,-1 5 830 0 0,-26 93-491 0 0,-21 143 0 0 0,46-220-439 0 0,-1 6 114 0 0,-1-1 1 0 0,-9 30-1 0 0,12-53 592 0 0,-2-6-673 0 0,-2-7-54 0 0,0 0 1 0 0,1 0-1 0 0,0 0 0 0 0,1-1 0 0 0,1 0 0 0 0,0 1 0 0 0,0-1 1 0 0,1-16-1 0 0,1-11 31 0 0,6-64 1 0 0,-1 70-65 0 0,1 0 0 0 0,2 1 0 0 0,1 0 0 0 0,1 0 0 0 0,2 1 0 0 0,1 0 0 0 0,2 1 0 0 0,1 1 0 0 0,1 0 0 0 0,22-27 0 0 0,-35 51-12 0 0,1 1-1 0 0,0 0 1 0 0,1 0-1 0 0,-1 1 1 0 0,1 0 0 0 0,0 0-1 0 0,0 0 1 0 0,0 1-1 0 0,0-1 1 0 0,0 1-1 0 0,1 1 1 0 0,0-1-1 0 0,-1 1 1 0 0,1 1-1 0 0,0-1 1 0 0,7 0 0 0 0,-11 2 3 0 0,1 0 1 0 0,-1 0-1 0 0,0 0 1 0 0,0 1-1 0 0,0-1 1 0 0,1 1-1 0 0,-1-1 1 0 0,0 1-1 0 0,0 0 1 0 0,0 1-1 0 0,0-1 1 0 0,0 0-1 0 0,-1 1 1 0 0,1-1-1 0 0,0 1 1 0 0,-1 0-1 0 0,1 0 1 0 0,-1 0-1 0 0,1 1 1 0 0,-1-1 0 0 0,0 0-1 0 0,0 1 1 0 0,0-1-1 0 0,0 1 1 0 0,-1 0-1 0 0,1 0 1 0 0,-1-1-1 0 0,1 1 1 0 0,-1 0-1 0 0,0 0 1 0 0,0 1-1 0 0,-1-1 1 0 0,1 0-1 0 0,-1 0 1 0 0,1 0-1 0 0,-1 6 1 0 0,1-1 0 0 0,-1 0 0 0 0,0 0 0 0 0,0 1 0 0 0,-1-1 0 0 0,0 0 0 0 0,0 0 0 0 0,-1 1 0 0 0,0-1 0 0 0,0 0 0 0 0,-1-1 0 0 0,0 1 0 0 0,-1 0 0 0 0,1-1 0 0 0,-1 0 0 0 0,-1 0 0 0 0,1 0 0 0 0,-1 0 0 0 0,-1-1 0 0 0,1 0 0 0 0,-1 0 0 0 0,0 0 0 0 0,-1-1 0 0 0,1 1 0 0 0,-1-2 0 0 0,0 1 0 0 0,-8 3 0 0 0,8-4 8 0 0,5-3-8 0 0,0-1 0 0 0,0 1-1 0 0,0 0 1 0 0,0 0 0 0 0,0 0-1 0 0,0 0 1 0 0,1 0 0 0 0,-1 0 0 0 0,0 0-1 0 0,1 0 1 0 0,-1 1 0 0 0,1-1-1 0 0,-1 1 1 0 0,1-1 0 0 0,0 1 0 0 0,-1 0-1 0 0,1 0 1 0 0,0-1 0 0 0,0 1-1 0 0,0 0 1 0 0,0 0 0 0 0,1 0 0 0 0,-2 3-1 0 0,4 1 0 0 0,-1 0-1 0 0,1 0 1 0 0,1 0-1 0 0,-1 0 1 0 0,1-1-1 0 0,0 1 1 0 0,0-1-1 0 0,0 0 1 0 0,1 0-1 0 0,0 0 0 0 0,0 0 1 0 0,0-1-1 0 0,7 6 1 0 0,3 1 1 0 0,0-1 0 0 0,1-1 0 0 0,17 9 0 0 0,-8-5-7 0 0,20 12-212 0 0,1-2 1 0 0,94 32 0 0 0,-38-30-7781 0 0</inkml:trace>
</inkml:ink>
</file>

<file path=ppt/ink/ink7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1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31 344 0 0,'0'-1'154'0'0,"0"0"0"0"0,0 0 0 0 0,1 0 0 0 0,-1 0 0 0 0,0 0 0 0 0,0 0 0 0 0,0-1 0 0 0,0 1 0 0 0,0 0 0 0 0,-1 0-1 0 0,1 0 1 0 0,0 0 0 0 0,0 0 0 0 0,-1 0 0 0 0,1 0 0 0 0,-1 0 0 0 0,1 0 0 0 0,-1 0 0 0 0,1 0 0 0 0,-1 0 0 0 0,1 0 0 0 0,-1 1 0 0 0,0-1 0 0 0,0 0 0 0 0,1 0 0 0 0,-1 0 0 0 0,0 1 0 0 0,0-1 0 0 0,0 1 0 0 0,0-1 0 0 0,-2 0-1 0 0,1 0 569 0 0,-21 7-84 0 0,13-1-423 0 0,1-1-1 0 0,-1 1 1 0 0,1 0 0 0 0,0 1-1 0 0,0 0 1 0 0,1 1 0 0 0,0 0-1 0 0,0 0 1 0 0,1 0 0 0 0,0 1-1 0 0,0 0 1 0 0,1 1 0 0 0,0 0 0 0 0,-8 15-1 0 0,13-24-202 0 0,1 1 0 0 0,-1 0 0 0 0,1-1 0 0 0,0 1 0 0 0,-1 0-1 0 0,1 0 1 0 0,0-1 0 0 0,-1 1 0 0 0,1 0 0 0 0,0 0 0 0 0,0-1 0 0 0,0 1-1 0 0,0 0 1 0 0,0 0 0 0 0,0 0 0 0 0,0-1 0 0 0,0 1 0 0 0,0 0 0 0 0,0 0-1 0 0,0 0 1 0 0,0-1 0 0 0,1 1 0 0 0,-1 0 0 0 0,0 0 0 0 0,1-1 0 0 0,-1 1-1 0 0,0 0 1 0 0,1 0 0 0 0,0 0 0 0 0,0 0 1 0 0,1 0 0 0 0,-1 0 0 0 0,1 0 0 0 0,-1-1 0 0 0,1 1 0 0 0,-1 0 0 0 0,1-1 0 0 0,0 1 0 0 0,-1-1 0 0 0,1 1 0 0 0,0-1 0 0 0,3 0 0 0 0,49-3 120 0 0,-54 3-129 0 0,124-16 211 0 0,-61 31-176 0 0,-56-14-34 0 0,0-1 0 0 0,1 1 0 0 0,-1-1 0 0 0,0-1 0 0 0,0 1 0 0 0,1-1 0 0 0,-1 0 0 0 0,0-1 0 0 0,0 0 0 0 0,0 0 0 0 0,12-5 0 0 0,4-4 14 0 0,-1-1 0 0 0,24-16-1 0 0,-44 27-20 0 0,0 0-1 0 0,0 0 0 0 0,-1 0 1 0 0,1 0-1 0 0,0 0 0 0 0,0 1 1 0 0,0-1-1 0 0,0 0 0 0 0,0 1 1 0 0,0-1-1 0 0,0 1 0 0 0,0 0 1 0 0,0 0-1 0 0,0 0 0 0 0,0 0 1 0 0,1 0-1 0 0,-1 0 0 0 0,0 1 1 0 0,0-1-1 0 0,0 1 0 0 0,0-1 1 0 0,0 1-1 0 0,0 0 0 0 0,-1 0 1 0 0,1 0-1 0 0,0 0 0 0 0,2 1 1 0 0,52 18-28 0 0,-54-19 44 0 0,25 1 9 0 0,-6 0-1462 0 0,2-6-3691 0 0</inkml:trace>
</inkml:ink>
</file>

<file path=ppt/ink/ink7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2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1 284 472 0 0,'0'0'7311'0'0,"17"17"-6231"0"0,-15-14-996 0 0,0 0-1 0 0,0-1 1 0 0,0 0-1 0 0,1 1 1 0 0,-1-1-1 0 0,1 0 1 0 0,0 0-1 0 0,0 0 1 0 0,0 0-1 0 0,-1-1 1 0 0,2 1-1 0 0,-1-1 0 0 0,0 0 1 0 0,0 0-1 0 0,0 0 1 0 0,0 0-1 0 0,1-1 1 0 0,3 1-1 0 0,-1-1-24 0 0,-1 0 0 0 0,1 0-1 0 0,-1-1 1 0 0,1 0 0 0 0,-1 0-1 0 0,0-1 1 0 0,1 1 0 0 0,-1-1 0 0 0,0 0-1 0 0,6-4 1 0 0,0 0-9 0 0,-1-1 0 0 0,0 0 0 0 0,0 0 0 0 0,0-1 0 0 0,-1 0 0 0 0,-1-1 0 0 0,1 0 0 0 0,-1 0-1 0 0,9-15 1 0 0,-8 6 46 0 0,0-1-1 0 0,-1-1 1 0 0,-2 1-1 0 0,1-1 1 0 0,-2 0-1 0 0,-1 0 1 0 0,-1-1-1 0 0,2-23 1 0 0,-3 25 265 0 0,-2 17 239 0 0,-2 3-580 0 0,0 0 1 0 0,0 1-1 0 0,1 0 1 0 0,-1 0 0 0 0,0-1-1 0 0,1 1 1 0 0,-1 0-1 0 0,1 0 1 0 0,-1 0-1 0 0,0 3 1 0 0,1-3 9 0 0,-5 8 12 0 0,1-1 0 0 0,0 1 0 0 0,0 0 0 0 0,1 0 0 0 0,0 0 0 0 0,1 0 0 0 0,1 1 0 0 0,-1-1 0 0 0,2 1 0 0 0,-1 0 0 0 0,1-1 0 0 0,1 1 0 0 0,1 17 0 0 0,1-6 17 0 0,1 0-1 0 0,1 0 0 0 0,0 0 0 0 0,2-1 0 0 0,13 33 1 0 0,-17-48-46 0 0,0 0 1 0 0,0 0 0 0 0,1-1 0 0 0,0 1-1 0 0,0-1 1 0 0,1 0 0 0 0,-1 0 0 0 0,1 0-1 0 0,0 0 1 0 0,0-1 0 0 0,1 1 0 0 0,0-1-1 0 0,-1 0 1 0 0,1-1 0 0 0,1 1 0 0 0,-1-1-1 0 0,0 0 1 0 0,1 0 0 0 0,0 0 0 0 0,-1-1-1 0 0,1 0 1 0 0,0 0 0 0 0,0-1 0 0 0,0 0-1 0 0,0 0 1 0 0,1 0 0 0 0,-1 0 0 0 0,0-1-1 0 0,0 0 1 0 0,0-1 0 0 0,1 1 0 0 0,-1-1-1 0 0,9-3 1 0 0,12-3 300 0 0,-1-1 0 0 0,0-2 0 0 0,0 0 0 0 0,-1-2 0 0 0,37-23 0 0 0,-59 34-265 0 0,4 0 8 0 0,-6 0-157 0 0,0 1 1 0 0,0 0-1 0 0,0 0 0 0 0,-1 0 0 0 0,1-1 1 0 0,0 1-1 0 0,0 0 0 0 0,0 0 0 0 0,0 0 1 0 0,0 0-1 0 0,-1 0 0 0 0,1 0 0 0 0,0 1 0 0 0,0-1 1 0 0,0 0-1 0 0,0 0 0 0 0,0 1 0 0 0,-1-1 1 0 0,1 0-1 0 0,0 1 0 0 0,0-1 0 0 0,-1 1 0 0 0,1-1 1 0 0,0 1-1 0 0,-1-1 0 0 0,1 1 0 0 0,0 0 1 0 0,-1-1-1 0 0,1 1 0 0 0,-1 0 0 0 0,1-1 1 0 0,-1 1-1 0 0,1 0 0 0 0,-1 0 0 0 0,8 10-5064 0 0</inkml:trace>
</inkml:ink>
</file>

<file path=ppt/ink/ink7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2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14 106 12961 0 0,'0'0'30'0'0,"-1"0"0"0"0,1 0-1 0 0,-1-1 1 0 0,0 1 0 0 0,1 0-1 0 0,-1 0 1 0 0,1 0 0 0 0,-1 0-1 0 0,1-1 1 0 0,-1 1 0 0 0,1 0-1 0 0,-1 0 1 0 0,1-1 0 0 0,-1 1-1 0 0,1 0 1 0 0,-1-1 0 0 0,1 1-1 0 0,-1-1 1 0 0,1 1 0 0 0,0 0 0 0 0,-1-1-1 0 0,1 1 1 0 0,0-1 0 0 0,-1 1-1 0 0,1-1 1 0 0,0 1 0 0 0,0-1-1 0 0,-1 1 1 0 0,1-1 0 0 0,0 0-1 0 0,0 1 1 0 0,0-1 0 0 0,0 1-1 0 0,0-1 1 0 0,0 1 0 0 0,0-1-1 0 0,0 0 1 0 0,0 0 0 0 0,5-32 1747 0 0,-1 10-799 0 0,8-3-865 0 0,-6 18-3219 0 0</inkml:trace>
</inkml:ink>
</file>

<file path=ppt/ink/ink7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4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23 752 0 0,'0'0'1202'0'0,"8"-15"3879"0"0,-2 7-1858 0 0,-3 9-710 0 0,-3 5-2837 0 0,5 29-282 0 0,-4-34 183 0 0,-1 0 1 0 0,0 0 0 0 0,1 0-1 0 0,-1 0 1 0 0,1 0 0 0 0,0 0-1 0 0,-1 0 1 0 0,1 0-1 0 0,0 0 1 0 0,0 0 0 0 0,-1 0-1 0 0,1 0 1 0 0,0 0 0 0 0,0-1-1 0 0,0 1 1 0 0,2 1-1 0 0</inkml:trace>
</inkml:ink>
</file>

<file path=ppt/ink/ink7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4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13 268 0 0,'21'-9'4183'0'0,"-8"6"-505"0"0,-13 3-3651 0 0,0 0 0 0 0,0-1 0 0 0,0 1-1 0 0,0 0 1 0 0,0 0 0 0 0,0 0 0 0 0,0 0 0 0 0,0 0 0 0 0,1 0 0 0 0,-1 0 0 0 0,0 0 0 0 0,0 0 0 0 0,0 0 0 0 0,0 0 0 0 0,0 0-1 0 0,0 0 1 0 0,0 0 0 0 0,0 0 0 0 0,1 0 0 0 0,-1 0 0 0 0,0 0 0 0 0,0 0 0 0 0,0 1 0 0 0,0-1 0 0 0,0 0 0 0 0,0 0 0 0 0,0 0 0 0 0,0 0-1 0 0,0 0 1 0 0,1 0 0 0 0,-1 0 0 0 0,0 0 0 0 0,0 0 0 0 0,0 0 0 0 0,0 0 0 0 0,0 0 0 0 0,0 1 0 0 0,0-1 0 0 0,0 0 0 0 0,0 0-1 0 0,0 0 1 0 0,0 0 0 0 0,0 0 0 0 0,0 0 0 0 0,0 0 0 0 0,0 0 0 0 0,0 1 0 0 0,0-1 0 0 0,0 0 0 0 0,0 0 0 0 0,0 0 0 0 0,0 0-1 0 0,0 0 1 0 0,0 0 0 0 0,0 0 0 0 0,0 0 0 0 0,0 1 0 0 0,0-1 0 0 0,0 0 0 0 0,0 0 0 0 0,0 0 0 0 0,0 0 0 0 0,0 0 0 0 0,-32 56-1342 0 0,5-16-2992 0 0,10-20 1925 0 0</inkml:trace>
</inkml:ink>
</file>

<file path=ppt/ink/ink7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5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10 576 0 0,'0'-1'267'0'0,"1"0"1"0"0,-1 1-1 0 0,1-1 1 0 0,-1 0-1 0 0,1 1 0 0 0,-1-1 1 0 0,1 1-1 0 0,0-1 1 0 0,-1 1-1 0 0,1-1 0 0 0,0 1 1 0 0,0 0-1 0 0,-1-1 1 0 0,1 1-1 0 0,0 0 0 0 0,0-1 1 0 0,0 1-1 0 0,-1 0 1 0 0,1 0-1 0 0,0 0 0 0 0,0 0 1 0 0,0 0-1 0 0,0 0 1 0 0,0 0-1 0 0,-1 0 0 0 0,1 0 1 0 0,2 1-1 0 0,16 14-81 0 0,1 1 1014 0 0,16-38-754 0 0,-33 24-445 0 0,-1-1 0 0 0,1 1 0 0 0,-1 0 0 0 0,0 0 0 0 0,0 0 0 0 0,0 0 0 0 0,0 0 0 0 0,0 0 0 0 0,-1 0 0 0 0,1 1 0 0 0,-1-1 0 0 0,1 1 0 0 0,-1-1 0 0 0,0 1 0 0 0,0 0 0 0 0,0-1 0 0 0,1 5 0 0 0,2 3-41 0 0,4 5-950 0 0,0 0 0 0 0,1-1 0 0 0,1 0 0 0 0,0-1 1 0 0,19 20-1 0 0,-10-17-1224 0 0</inkml:trace>
</inkml:ink>
</file>

<file path=ppt/ink/ink7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6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241 590 56 0 0,'0'0'8739'0'0,"0"0"-8690"0"0,0 0-1 0 0,0 0 0 0 0,1 0 0 0 0,-1 0 0 0 0,0 0 0 0 0,1 0 0 0 0,-1 0 1 0 0,0 0-1 0 0,0 0 0 0 0,1 0 0 0 0,-1 0 0 0 0,0 0 0 0 0,1 0 1 0 0,-1 0-1 0 0,0 0 0 0 0,0 0 0 0 0,1 0 0 0 0,-1-1 0 0 0,0 1 0 0 0,0 0 1 0 0,1 0-1 0 0,-1 0 0 0 0,0 0 0 0 0,0-1 0 0 0,1 1 0 0 0,-1 0 0 0 0,0 0 1 0 0,0 0-1 0 0,0-1 0 0 0,1 1 0 0 0,-1 0 0 0 0,0 0 0 0 0,0-1 0 0 0,0 1 1 0 0,0 0-1 0 0,0 0 0 0 0,0-1 0 0 0,0 1 0 0 0,1 0 0 0 0,-1-1 0 0 0,0 1 1 0 0,0 0-1 0 0,0 0 0 0 0,0-1 0 0 0,0 1 0 0 0,0 0 0 0 0,0-1 0 0 0,0 1 1 0 0,-1 0-1 0 0,1-1 0 0 0,0 1 0 0 0,-11-14 186 0 0,1 0 1 0 0,1 0-1 0 0,0-1 0 0 0,-9-20 0 0 0,0-7-37 0 0,2-1-1 0 0,-20-85 0 0 0,33 116-191 0 0,1-1 0 0 0,0 1 0 0 0,1-1 1 0 0,1 0-1 0 0,0 1 0 0 0,0-1 0 0 0,1 0 1 0 0,1 1-1 0 0,0-1 0 0 0,1 1 0 0 0,0 0 1 0 0,1 0-1 0 0,0 0 0 0 0,1 0 0 0 0,10-17 1 0 0,-12 24-15 0 0,0 0 1 0 0,0 1 0 0 0,1-1 0 0 0,0 1 0 0 0,0-1 0 0 0,0 1 0 0 0,0 1 0 0 0,0-1 0 0 0,1 0 0 0 0,0 1 0 0 0,-1 0-1 0 0,1 0 1 0 0,1 0 0 0 0,9-3 0 0 0,-14 6 8 0 0,0 0-1 0 0,-1 0 1 0 0,1 0-1 0 0,0 0 1 0 0,0 0-1 0 0,0 1 1 0 0,0-1-1 0 0,-1 0 1 0 0,1 0 0 0 0,0 1-1 0 0,0-1 1 0 0,-1 1-1 0 0,1-1 1 0 0,0 1-1 0 0,-1-1 1 0 0,1 1-1 0 0,0-1 1 0 0,-1 1-1 0 0,1-1 1 0 0,-1 1-1 0 0,1 0 1 0 0,-1-1 0 0 0,1 1-1 0 0,-1 0 1 0 0,1-1-1 0 0,-1 1 1 0 0,1 0-1 0 0,-1 0 1 0 0,0-1-1 0 0,0 1 1 0 0,1 0-1 0 0,-1 0 1 0 0,0 0-1 0 0,0 0 1 0 0,0-1-1 0 0,0 1 1 0 0,0 0 0 0 0,0 0-1 0 0,0 0 1 0 0,0 0-1 0 0,0-1 1 0 0,-1 1-1 0 0,1 0 1 0 0,0 0-1 0 0,0 0 1 0 0,-1 1-1 0 0,-9 38-1 0 0,-8 1 6 0 0,-2-1 0 0 0,-2-1 0 0 0,-1-1 0 0 0,-47 59 0 0 0,-2 5 38 0 0,71-101-40 0 0,0 0 1 0 0,0 0 0 0 0,0 0 0 0 0,1 0 0 0 0,-1 0 0 0 0,0 0 0 0 0,1 0-1 0 0,-1 0 1 0 0,1 0 0 0 0,-1 1 0 0 0,1-1 0 0 0,0 0 0 0 0,0 0-1 0 0,-1 0 1 0 0,1 1 0 0 0,0-1 0 0 0,0 0 0 0 0,0 0 0 0 0,0 1 0 0 0,0-1-1 0 0,1 0 1 0 0,-1 0 0 0 0,1 2 0 0 0,0-2 1 0 0,-1 0 0 0 0,1 0 0 0 0,0 0 0 0 0,0-1-1 0 0,0 1 1 0 0,0 0 0 0 0,1-1 0 0 0,-1 1 0 0 0,0 0 0 0 0,0-1 0 0 0,0 1 0 0 0,0-1-1 0 0,1 0 1 0 0,-1 0 0 0 0,0 1 0 0 0,0-1 0 0 0,1 0 0 0 0,1 0 0 0 0,12 0-27 0 0,0-1 0 0 0,0-1-1 0 0,18-4 1 0 0,-15 3-148 0 0,205-40-6946 0 0,-151 23 3845 0 0</inkml:trace>
</inkml:ink>
</file>

<file path=ppt/ink/ink7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8.5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31 208 0 0,'-2'-31'7159'0'0,"-7"47"-3265"0"0,8-13-3842 0 0,0 0-1 0 0,0 0 1 0 0,1 1-1 0 0,0-1 1 0 0,-1 0-1 0 0,1 0 1 0 0,0 0-1 0 0,1 0 1 0 0,-1 1-1 0 0,0-1 1 0 0,1 0-1 0 0,0 0 1 0 0,0 0-1 0 0,0 0 1 0 0,0 0-1 0 0,0 0 1 0 0,1 0-1 0 0,-1 0 1 0 0,1-1-1 0 0,3 6 1 0 0,-2-4-45 0 0,-2-3-15 0 0,0 0-1 0 0,0 0 1 0 0,0 0 0 0 0,0 0 0 0 0,0 0-1 0 0,0 0 1 0 0,0-1 0 0 0,0 1 0 0 0,1 0-1 0 0,-1-1 1 0 0,0 1 0 0 0,0-1 0 0 0,0 1-1 0 0,1-1 1 0 0,-1 0 0 0 0,0 1 0 0 0,1-1-1 0 0,-1 0 1 0 0,0 0 0 0 0,1 0 0 0 0,-1 0-1 0 0,0 0 1 0 0,1 0 0 0 0,-1-1 0 0 0,0 1-1 0 0,1 0 1 0 0,-1-1 0 0 0,0 1 0 0 0,2-1-1 0 0,42-19-158 0 0,-34 14 143 0 0,-9 5 39 0 0,0 0-1 0 0,-1 0 1 0 0,1 0-1 0 0,0 0 1 0 0,-1 0-1 0 0,1 0 1 0 0,-1-1-1 0 0,1 1 1 0 0,-1-1-1 0 0,1 1 1 0 0,1-3-1 0 0,-3 3 93 0 0,0 0-109 0 0,1 1-1 0 0,-1 0 0 0 0,0 0 0 0 0,0-1 0 0 0,0 1 0 0 0,0 0 1 0 0,1 0-1 0 0,-1-1 0 0 0,0 1 0 0 0,0 0 0 0 0,1 0 1 0 0,-1-1-1 0 0,0 1 0 0 0,0 0 0 0 0,1 0 0 0 0,-1 0 0 0 0,0 0 1 0 0,0 0-1 0 0,1-1 0 0 0,-1 1 0 0 0,0 0 0 0 0,1 0 0 0 0,-1 0 1 0 0,0 0-1 0 0,0 0 0 0 0,1 0 0 0 0,-1 0 0 0 0,0 0 0 0 0,1 0 1 0 0,-1 0-1 0 0,0 0 0 0 0,1 0 0 0 0,-1 0 0 0 0,0 0 0 0 0,1 1 1 0 0,-1-1-1 0 0,0 0 0 0 0,0 0 0 0 0,1 0 0 0 0,-1 1 0 0 0,7 18-960 0 0,11 25-5510 0 0,-14-36 3861 0 0</inkml:trace>
</inkml:ink>
</file>

<file path=ppt/ink/ink7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8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328 0 908 0 0,'0'1'196'0'0,"1"-1"-1"0"0,0 0 1 0 0,0 1 0 0 0,0-1-1 0 0,0 0 1 0 0,-1 1 0 0 0,1-1-1 0 0,0 1 1 0 0,0-1 0 0 0,-1 1-1 0 0,1-1 1 0 0,0 1 0 0 0,-1 0-1 0 0,1-1 1 0 0,0 1 0 0 0,-1 0-1 0 0,1 0 1 0 0,-1-1-1 0 0,0 1 1 0 0,1 0 0 0 0,-1 0-1 0 0,1 0 1 0 0,-1 0 0 0 0,0-1-1 0 0,0 1 1 0 0,1 0 0 0 0,-1 0-1 0 0,0 0 1 0 0,0 1 0 0 0,12 43 1250 0 0,-8-28-803 0 0,2 3-210 0 0,4 8 74 0 0,-1 1-1 0 0,-1 1 1 0 0,-2-1 0 0 0,4 42-1 0 0,-10-63-424 0 0,0-1 0 0 0,0 1 1 0 0,0 0-1 0 0,-1-1 0 0 0,0 1 0 0 0,-1 0 0 0 0,0-1 0 0 0,0 0 0 0 0,0 1 1 0 0,-1-1-1 0 0,0 0 0 0 0,0 0 0 0 0,-1 0 0 0 0,0-1 0 0 0,0 1 1 0 0,-1-1-1 0 0,0 0 0 0 0,0 0 0 0 0,0-1 0 0 0,-1 1 0 0 0,0-1 0 0 0,-9 6 1 0 0,4-4-15 0 0,-1-1-1 0 0,0 0 1 0 0,-1 0 0 0 0,1-2 0 0 0,-1 1 0 0 0,0-2 0 0 0,0 0 0 0 0,0 0 0 0 0,-1-1 0 0 0,1-1 0 0 0,-27 0 0 0 0,29-1-473 0 0,-1-1-1 0 0,0-1 1 0 0,1 0 0 0 0,-1 0 0 0 0,1-1 0 0 0,0-1-1 0 0,0 0 1 0 0,-17-8 0 0 0,25 10-134 0 0,1 1 0 0 0,-1 0 0 0 0,1-1 1 0 0,0 1-1 0 0,0-1 0 0 0,0 0 0 0 0,0 0 0 0 0,0 0 0 0 0,-3-4 1 0 0,-3-6-2561 0 0</inkml:trace>
</inkml:ink>
</file>

<file path=ppt/ink/ink7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19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1 356 256 0 0,'15'-10'798'0'0,"2"0"0"0"0,-1 1 1 0 0,1 1-1 0 0,0 0 0 0 0,34-9 0 0 0,97-16 453 0 0,-85 20-594 0 0,33-6-20 0 0,-20 5 105 0 0,122-39 1 0 0,-188 49-658 0 0,-1 0 0 0 0,-1 0 0 0 0,1-1 0 0 0,9-7 0 0 0,-15 10-62 0 0,0 0 1 0 0,-1 0 0 0 0,1 0 0 0 0,-1 0-1 0 0,1-1 1 0 0,-1 1 0 0 0,0-1-1 0 0,0 0 1 0 0,0 1 0 0 0,0-1 0 0 0,0 0-1 0 0,-1 0 1 0 0,1 0 0 0 0,1-5 0 0 0,-3 4 22 0 0,0 0 0 0 0,0 1 1 0 0,0-1-1 0 0,0 0 0 0 0,0 1 0 0 0,-1-1 1 0 0,0 1-1 0 0,0-1 0 0 0,0 1 1 0 0,0-1-1 0 0,0 1 0 0 0,-1-1 1 0 0,1 1-1 0 0,-1 0 0 0 0,0 0 1 0 0,0 0-1 0 0,0 0 0 0 0,-1 0 1 0 0,1 0-1 0 0,-1 1 0 0 0,1-1 0 0 0,-1 1 1 0 0,0-1-1 0 0,0 1 0 0 0,0 0 1 0 0,0 0-1 0 0,-6-2 0 0 0,7 3 70 0 0,-1 1-81 0 0,0 1 0 0 0,1-1 0 0 0,-1 1 0 0 0,0 0 0 0 0,1 0 0 0 0,-1 0 0 0 0,1 0 1 0 0,0 0-1 0 0,-1 1 0 0 0,1-1 0 0 0,0 1 0 0 0,0 0 0 0 0,0-1 0 0 0,0 1 0 0 0,0 0 0 0 0,0 0 0 0 0,0 0 1 0 0,0 0-1 0 0,1 1 0 0 0,-1-1 0 0 0,1 0 0 0 0,0 1 0 0 0,-2 3 0 0 0,-4 10 161 0 0,1 0 1 0 0,-7 27-1 0 0,7-23-20 0 0,-5 22 28 0 0,1 0 1 0 0,2 0-1 0 0,-2 51 0 0 0,3 130 249 0 0,10-141-261 0 0,-3-80-162 0 0,0-2-28 0 0,0 1 1 0 0,0-1 0 0 0,0 0-1 0 0,0 0 1 0 0,1 1 0 0 0,-1-1-1 0 0,0 0 1 0 0,0 1 0 0 0,0-1-1 0 0,0 0 1 0 0,0 0 0 0 0,0 0 0 0 0,1 1-1 0 0,-1-1 1 0 0,0 0 0 0 0,0 0-1 0 0,0 0 1 0 0,1 1 0 0 0,-1-1-1 0 0,0 0 1 0 0,0 0 0 0 0,1 0-1 0 0,-1 0 1 0 0,0 0 0 0 0,0 1-1 0 0,1-1 1 0 0,-1 0 0 0 0,0 0-1 0 0,0 0 1 0 0,1 0 0 0 0,-1 0-1 0 0,0 0 1 0 0,0 0 0 0 0,1 0 0 0 0,-1 0-1 0 0,0 0 1 0 0,1 0 0 0 0,-1 0-1 0 0,0 0 1 0 0,0 0 0 0 0,1-1-1 0 0,-1 1 1 0 0,0 0 0 0 0,0 0-1 0 0,1 0 1 0 0,74-47 54 0 0,-72 45-69 0 0,1 0 3 0 0,15 2-12 0 0,-14 0 31 0 0,14 7-28 0 0,89 25-2264 0 0,-96-30 1147 0 0,0-1 0 0 0,0 0 0 0 0,0 0 0 0 0,0-1 0 0 0,0-1 0 0 0,19-3 0 0 0,-17 1-1271 0 0</inkml:trace>
</inkml:ink>
</file>

<file path=ppt/ink/ink7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20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95 379 612 0 0,'-4'-42'5615'0'0,"3"41"-5486"0"0,0 0 0 0 0,-1 1 0 0 0,1-1 0 0 0,0 0 0 0 0,-1 0 0 0 0,1 0 1 0 0,0 1-1 0 0,-1-1 0 0 0,1 1 0 0 0,-1-1 0 0 0,1 1 0 0 0,-1-1 0 0 0,1 1 1 0 0,-1 0-1 0 0,1 0 0 0 0,-1 0 0 0 0,1 0 0 0 0,-1 0 0 0 0,0 0 0 0 0,1 0 1 0 0,-1 1-1 0 0,-2 0 0 0 0,3-1-90 0 0,-2 1 269 0 0,-36 14 1057 0 0,38-15-1347 0 0,1 0 0 0 0,-1 0 1 0 0,1 0-1 0 0,-1 1 0 0 0,0-1 0 0 0,1 0 0 0 0,-1 0 0 0 0,1 1 1 0 0,-1-1-1 0 0,1 0 0 0 0,-1 1 0 0 0,1-1 0 0 0,0 1 0 0 0,-1-1 1 0 0,1 0-1 0 0,-1 1 0 0 0,1-1 0 0 0,0 1 0 0 0,-1-1 0 0 0,1 1 1 0 0,0-1-1 0 0,0 1 0 0 0,-1-1 0 0 0,1 1 0 0 0,0 0 0 0 0,0-1 1 0 0,0 1-1 0 0,0-1 0 0 0,0 1 0 0 0,0-1 0 0 0,0 1 0 0 0,0 0 1 0 0,0-1-1 0 0,0 1 0 0 0,0-1 0 0 0,0 1 0 0 0,0 0 1 0 0,0-1-1 0 0,1 1 0 0 0,-1-1 0 0 0,0 1 0 0 0,0-1 0 0 0,0 1 1 0 0,1-1-1 0 0,-1 1 0 0 0,0-1 0 0 0,1 1 0 0 0,-1-1 0 0 0,1 1 1 0 0,-1-1-1 0 0,1 0 0 0 0,-1 1 0 0 0,0-1 0 0 0,1 0 0 0 0,-1 1 1 0 0,1-1-1 0 0,0 1 0 0 0,0-1-9 0 0,1 2 51 0 0,16-2 122 0 0,-9-1-157 0 0,-7 0-20 0 0,0 1-1 0 0,0-1 0 0 0,0 1 0 0 0,0-1 0 0 0,0 1 0 0 0,0 0 0 0 0,0 0 1 0 0,0 0-1 0 0,0 0 0 0 0,0 0 0 0 0,0 1 0 0 0,0-1 0 0 0,0 1 0 0 0,0-1 0 0 0,0 1 1 0 0,0 0-1 0 0,-1-1 0 0 0,1 1 0 0 0,0 0 0 0 0,0 0 0 0 0,-1 0 0 0 0,1 1 1 0 0,0-1-1 0 0,-1 0 0 0 0,0 0 0 0 0,1 1 0 0 0,-1-1 0 0 0,0 1 0 0 0,1 0 0 0 0,-1-1 1 0 0,0 1-1 0 0,0 0 0 0 0,0 0 0 0 0,-1-1 0 0 0,1 1 0 0 0,0 0 0 0 0,0 4 0 0 0,0-2 0 0 0,1 1 0 0 0,-1 0-1 0 0,1-1 1 0 0,0 1-1 0 0,1-1 1 0 0,-1 1-1 0 0,1-1 1 0 0,-1 0-1 0 0,7 6 1 0 0,-8-9-4 0 0,30-3 68 0 0,33-32-80 0 0,31-14-20 0 0,-93 47 30 0 0,-1 1 0 0 0,1-1 0 0 0,-1 1 0 0 0,1-1 0 0 0,-1 1 0 0 0,1 0 0 0 0,-1-1 0 0 0,1 1 0 0 0,0 0 0 0 0,-1 0 0 0 0,1 0 0 0 0,-1 0 0 0 0,1 1 0 0 0,0-1 0 0 0,-1 0-1 0 0,1 1 1 0 0,-1-1 0 0 0,1 1 0 0 0,-1-1 0 0 0,1 1 0 0 0,-1 0 0 0 0,0-1 0 0 0,1 1 0 0 0,-1 0 0 0 0,0 0 0 0 0,1 0 0 0 0,-1 0 0 0 0,0 0 0 0 0,0 1 0 0 0,0-1-1 0 0,0 0 1 0 0,1 3 0 0 0,1-1-1 0 0,0 0 0 0 0,0 0 0 0 0,0-1 0 0 0,0 1-1 0 0,0 0 1 0 0,0-1 0 0 0,1 0 0 0 0,0 0 0 0 0,-1 0-1 0 0,6 2 1 0 0,-5-3 3 0 0,1-1 1 0 0,-1 1-1 0 0,1-1 0 0 0,-1 1 0 0 0,1-1 0 0 0,-1-1 1 0 0,1 1-1 0 0,0-1 0 0 0,-1 1 0 0 0,0-1 1 0 0,1-1-1 0 0,-1 1 0 0 0,1 0 0 0 0,-1-1 0 0 0,0 0 1 0 0,0 0-1 0 0,0-1 0 0 0,0 1 0 0 0,0-1 1 0 0,-1 1-1 0 0,1-1 0 0 0,2-4 0 0 0,6-1-10 0 0,7-7-45 0 0,-1-1 0 0 0,0-1 0 0 0,-2 0 0 0 0,0-1-1 0 0,0-1 1 0 0,16-27 0 0 0,-3-1-28 0 0,37-83 0 0 0,-58 111 75 0 0,-8 16 15 0 0,1 0 0 0 0,1-1-1 0 0,-1 1 1 0 0,0 0 0 0 0,1 0-1 0 0,0 0 1 0 0,-1 0 0 0 0,1 1-1 0 0,5-6 1 0 0,-6 7 168 0 0,-4 6-127 0 0,-16 28 50 0 0,1 2 0 0 0,2 1 1 0 0,-20 63-1 0 0,23-64-50 0 0,10-26-37 0 0,-1-1-1 0 0,1 1 1 0 0,1 0 0 0 0,-1 0-1 0 0,1 0 1 0 0,1 0 0 0 0,0 1-1 0 0,0 16 1 0 0,1-25-9 0 0,0 1-1 0 0,0-1 1 0 0,0 1 0 0 0,0-1-1 0 0,1 1 1 0 0,-1-1 0 0 0,0 0-1 0 0,1 1 1 0 0,-1-1 0 0 0,1 1-1 0 0,-1-1 1 0 0,1 0-1 0 0,0 0 1 0 0,0 1 0 0 0,-1-1-1 0 0,1 0 1 0 0,0 0 0 0 0,0 0-1 0 0,0 0 1 0 0,0 0 0 0 0,1 0-1 0 0,-1 0 1 0 0,0 0-1 0 0,0 0 1 0 0,0 0 0 0 0,1-1-1 0 0,-1 1 1 0 0,0-1 0 0 0,1 1-1 0 0,-1-1 1 0 0,1 1 0 0 0,1 0-1 0 0,2-1 2 0 0,0 0 0 0 0,0-1 0 0 0,0 1 0 0 0,0-1 0 0 0,-1 0 0 0 0,1 0 0 0 0,5-2 0 0 0,1 0-3 0 0,62-24 47 0 0,-32 11-30 0 0,-22 11 129 0 0,-22 11 101 0 0,-12 18-150 0 0,14-23-88 0 0,0 1 1 0 0,0 0-1 0 0,0 0 1 0 0,1 0-1 0 0,-1 0 1 0 0,1-1-1 0 0,-1 1 1 0 0,1 0-1 0 0,0 0 1 0 0,-1 0-1 0 0,1 0 1 0 0,0 0-1 0 0,0 0 1 0 0,1 0-1 0 0,-1 0 1 0 0,0 0-1 0 0,1 0 1 0 0,-1 0-1 0 0,1 0 1 0 0,-1-1-1 0 0,1 1 1 0 0,0 0-1 0 0,0 0 1 0 0,0-1-1 0 0,2 4 1 0 0,-1-3-98 0 0,1 0 1 0 0,-1 0-1 0 0,1 0 0 0 0,0 0 1 0 0,0-1-1 0 0,0 1 1 0 0,0-1-1 0 0,0 0 1 0 0,0 1-1 0 0,0-1 1 0 0,0-1-1 0 0,0 1 1 0 0,0 0-1 0 0,1-1 1 0 0,5 1-1 0 0,57 1-6913 0 0,-46-2 4133 0 0</inkml:trace>
</inkml:ink>
</file>

<file path=ppt/ink/ink7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21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18 668 0 0,'4'-12'3499'0'0,"-5"7"1143"0"0,-11 22-4260 0 0,0 1 1 0 0,2 0-1 0 0,0 1 0 0 0,0 0 1 0 0,2 0-1 0 0,-10 36 1 0 0,11-35-142 0 0,6-18-215 0 0,1-1 0 0 0,-1 1 0 0 0,0 0 0 0 0,0 0 0 0 0,1 0 0 0 0,-1 0 0 0 0,1 0 0 0 0,0 0 0 0 0,0 0 0 0 0,-1 0-1 0 0,1 0 1 0 0,1 0 0 0 0,-1 0 0 0 0,0 1 0 0 0,0-1 0 0 0,1 0 0 0 0,0 2 0 0 0,0-2 31 0 0,45-9 192 0 0,-39 5-225 0 0,-2 1-20 0 0,0-1 0 0 0,0 1 0 0 0,0 1 0 0 0,1-1 0 0 0,-1 1 0 0 0,0-1 0 0 0,0 2 0 0 0,1-1 0 0 0,-1 0 0 0 0,0 1 0 0 0,10 3 0 0 0,-10-1-135 0 0,0 1 0 0 0,0 0 1 0 0,-1 1-1 0 0,1-1 0 0 0,-1 1 1 0 0,0 0-1 0 0,-1 0 0 0 0,1 0 1 0 0,-1 0-1 0 0,0 0 0 0 0,3 8 1 0 0,6 9-5869 0 0,-7-15 3182 0 0</inkml:trace>
</inkml:ink>
</file>

<file path=ppt/ink/ink7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21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24 696 0 0,'0'0'725'0'0,"2"-12"1266"0"0,-2 12-1824 0 0,0-1-1 0 0,0 1 1 0 0,0 0-1 0 0,1-1 1 0 0,-1 1-1 0 0,0-1 1 0 0,0 1 0 0 0,0 0-1 0 0,0-1 1 0 0,0 1-1 0 0,0-1 1 0 0,0 1-1 0 0,0 0 1 0 0,0-1 0 0 0,-1 1-1 0 0,1-1 1 0 0,0 1-1 0 0,0 0 1 0 0,0-1-1 0 0,0 1 1 0 0,-1-1-1 0 0,1 1 1 0 0,0 0 0 0 0,0-1-1 0 0,0 1 1 0 0,-1 0-1 0 0,1 0 1 0 0,0-1-1 0 0,-1 1 1 0 0,1 0 0 0 0,-1-1-1 0 0,-14 2 109 0 0,12 0-6 0 0,-19 7 510 0 0,15-6-632 0 0,0 1 1 0 0,1 1 0 0 0,0-1-1 0 0,0 1 1 0 0,0 0-1 0 0,0 1 1 0 0,0-1-1 0 0,1 1 1 0 0,0 0 0 0 0,0 1-1 0 0,-6 8 1 0 0,10-13 78 0 0,13 8-110 0 0,-11-8-106 0 0,0 1-1 0 0,0-1 1 0 0,0 0 0 0 0,1 0 0 0 0,-1 0 0 0 0,0-1-1 0 0,1 1 1 0 0,-1 0 0 0 0,1 0 0 0 0,-1-1-1 0 0,1 1 1 0 0,-1-1 0 0 0,1 1 0 0 0,0-1 0 0 0,1 1-1 0 0,93 20 110 0 0,-76-16-114 0 0,-16-4 3 0 0,32 4 13 0 0,-33-4-18 0 0,1 0-1 0 0,-1-1 0 0 0,0 1 0 0 0,1-1 0 0 0,-1 1 0 0 0,1-1 1 0 0,0 0-1 0 0,-1-1 0 0 0,1 1 0 0 0,-1-1 0 0 0,1 1 0 0 0,-1-1 0 0 0,0 0 1 0 0,1 0-1 0 0,-1-1 0 0 0,0 1 0 0 0,4-3 0 0 0,17-6 12 0 0,14-4-11 0 0,-37 13-14 0 0,35 6-1829 0 0,-17 5-4356 0 0</inkml:trace>
</inkml:ink>
</file>

<file path=ppt/ink/ink7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22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1 434 432 0 0,'0'0'1915'0'0,"8"-4"4751"0"0,-6 5-6599 0 0,1 1-1 0 0,-1-1 1 0 0,0 1 0 0 0,1-1-1 0 0,-1 1 1 0 0,1-1 0 0 0,-1 0-1 0 0,1 0 1 0 0,0-1 0 0 0,-1 1-1 0 0,1 0 1 0 0,0-1 0 0 0,0 0 0 0 0,-1 0-1 0 0,1 1 1 0 0,0-2 0 0 0,0 1-1 0 0,-1 0 1 0 0,1 0 0 0 0,0-1-1 0 0,3-1 1 0 0,0 0-17 0 0,1-1-1 0 0,-1 0 1 0 0,0 0-1 0 0,0 0 1 0 0,-1-1-1 0 0,1 0 1 0 0,-1 0 0 0 0,9-9-1 0 0,-1-1-27 0 0,0 0 0 0 0,-1-1 1 0 0,-1-1-1 0 0,-1 0 0 0 0,17-33 0 0 0,-11 14 409 0 0,-1-1-1 0 0,-2 0 1 0 0,-2-1-1 0 0,11-61 1 0 0,-22 98-379 0 0,-1-22 893 0 0,-2 10-81 0 0,2 12-832 0 0,1 0-1 0 0,0 0 0 0 0,0 0 0 0 0,0 0 1 0 0,0-1-1 0 0,0 1 0 0 0,-1 0 1 0 0,1 0-1 0 0,0 0 0 0 0,0 0 0 0 0,0 0 1 0 0,-1 0-1 0 0,1 0 0 0 0,0 0 1 0 0,0 0-1 0 0,0 0 0 0 0,-1 0 1 0 0,1 0-1 0 0,0 0 0 0 0,0 0 0 0 0,0 0 1 0 0,-1 0-1 0 0,1 0 0 0 0,0 0 1 0 0,0 0-1 0 0,0 0 0 0 0,-1 0 0 0 0,1 0 1 0 0,0 0-1 0 0,0 0 0 0 0,0 0 1 0 0,-1 0-1 0 0,1 0 0 0 0,0 1 1 0 0,0-1-1 0 0,0 0 0 0 0,0 0 0 0 0,0 0 1 0 0,-1 0-1 0 0,1 0 0 0 0,0 1 1 0 0,0-1-1 0 0,0 0 0 0 0,-8 8 76 0 0,2 1-1 0 0,-1 0 1 0 0,1 0-1 0 0,0 0 1 0 0,0 1-1 0 0,2-1 0 0 0,-1 2 1 0 0,1-1-1 0 0,0 0 1 0 0,1 1-1 0 0,0-1 1 0 0,1 1-1 0 0,0 0 1 0 0,0 12-1 0 0,-1 24-541 0 0,3 1 0 0 0,5 49-1 0 0,0-5-4159 0 0,-3-58-1 0 0,2-7 350 0 0</inkml:trace>
</inkml:ink>
</file>

<file path=ppt/ink/ink7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24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0 44 0 0,'0'0'8745'0'0,"-3"3"-8555"0"0,-9 8-16 0 0,9-9 108 0 0,6 26-1341 0 0,-2-13-3699 0 0</inkml:trace>
</inkml:ink>
</file>

<file path=ppt/ink/ink7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25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3 912 0 0,'7'-3'7469'0'0,"-7"11"-7222"0"0,-1-1 1 0 0,-1 0 0 0 0,1 1 0 0 0,-1-1-1 0 0,-1 0 1 0 0,1 0 0 0 0,-7 12 0 0 0,-34 57 200 0 0,13-26-1071 0 0,-23 44-4785 0 0,37-68 2716 0 0</inkml:trace>
</inkml:ink>
</file>

<file path=ppt/ink/ink7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28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165 813 7333 0 0,'-2'0'6'0'0,"-17"-3"94"0"0,0 2 0 0 0,-26 0 0 0 0,38 2 3 0 0,0 0 1 0 0,0 0-1 0 0,0 1 1 0 0,0-1-1 0 0,0 2 1 0 0,1-1-1 0 0,-1 1 1 0 0,1 0-1 0 0,-12 7 0 0 0,17-9 15 0 0,1-1-86 0 0,0 1 0 0 0,0 0 0 0 0,0 0 0 0 0,1 0 0 0 0,-1-1 0 0 0,0 1-1 0 0,0 0 1 0 0,0 0 0 0 0,1-1 0 0 0,-1 1 0 0 0,1 0 0 0 0,-1 0 0 0 0,0-1 0 0 0,1 1 0 0 0,-1-1 0 0 0,1 1 0 0 0,-1 0 0 0 0,1-1 0 0 0,0 1 0 0 0,-1-1 0 0 0,1 1 0 0 0,0-1 0 0 0,-1 1 0 0 0,1-1 0 0 0,0 0 0 0 0,-1 1 0 0 0,1-1 0 0 0,0 0-1 0 0,0 0 1 0 0,0 1 0 0 0,-1-1 0 0 0,1 0 0 0 0,0 0 0 0 0,0 0 0 0 0,0 0 0 0 0,-1 0 0 0 0,1 0 0 0 0,0 0 0 0 0,0 0 0 0 0,1-1 0 0 0,30-9 44 0 0,-1-2-1 0 0,0-1 1 0 0,-1-2 0 0 0,0-1-1 0 0,-1-1 1 0 0,-1-1 0 0 0,-1-2-1 0 0,0-1 1 0 0,-2-1 0 0 0,0-1-1 0 0,-2-1 1 0 0,0-1 0 0 0,-2-1-1 0 0,-1-1 1 0 0,-1 0 0 0 0,16-32-1 0 0,-22 32-44 0 0,0-1-1 0 0,-2-1 0 0 0,8-29 0 0 0,-12 33-18 0 0,-1 0 1 0 0,-1-1-1 0 0,-1 1 0 0 0,-1-1 0 0 0,-1 0 0 0 0,-1 0 0 0 0,-2 0 0 0 0,0 0 0 0 0,-10-47 0 0 0,10 68-9 0 0,1 4-4 0 0,0-1 0 0 0,-1 1 0 0 0,1-1 0 0 0,-1 1 0 0 0,1-1 0 0 0,-1 1 0 0 0,1 0 0 0 0,-1-1 0 0 0,0 1 0 0 0,0 0 0 0 0,0 0 0 0 0,0-1 0 0 0,0 1-1 0 0,0 0 1 0 0,0 0 0 0 0,-2-1 0 0 0,3 2 1 0 0,0-1 0 0 0,0 1 0 0 0,-1 0 0 0 0,1-1 0 0 0,0 1 0 0 0,-1 0 0 0 0,1 0 0 0 0,0-1 0 0 0,-1 1 0 0 0,1 0 0 0 0,0 0 0 0 0,-1 0 0 0 0,1 0 0 0 0,-1 0 0 0 0,1-1 0 0 0,0 1 0 0 0,-1 0 0 0 0,1 0 0 0 0,-1 0 0 0 0,1 0-1 0 0,-1 0 1 0 0,1 0 0 0 0,0 0 0 0 0,-1 0 0 0 0,1 1 0 0 0,-1-1 0 0 0,1 0 0 0 0,0 0 0 0 0,-1 0 0 0 0,0 1 0 0 0,-3 1 3 0 0,0 1 0 0 0,-1-1 0 0 0,1 1-1 0 0,0 1 1 0 0,0-1 0 0 0,1 0 0 0 0,-1 1 0 0 0,1 0 0 0 0,0 0-1 0 0,0 0 1 0 0,0 0 0 0 0,-4 9 0 0 0,-29 68 117 0 0,22-48-80 0 0,-223 651 477 0 0,229-655-496 0 0,-24 85 146 0 0,32-112-62 0 0,5-7-79 0 0,42-44 6 0 0,89-71-1 0 0,-133 118-34 0 0,0 1 0 0 0,0-1 0 0 0,0 1 0 0 0,1 0 0 0 0,-1 0 0 0 0,0 0 1 0 0,1 0-1 0 0,-1 1 0 0 0,0 0 0 0 0,1-1 0 0 0,-1 1 0 0 0,1 0 0 0 0,-1 0 0 0 0,1 1 0 0 0,3 0 0 0 0,54 14-122 0 0,-44-10-35 0 0,22 6-1114 0 0,70 8-1 0 0,-93-17 957 0 0,0-1-1 0 0,0 0 1 0 0,0-2-1 0 0,0 0 1 0 0,0-1 0 0 0,0 0-1 0 0,20-6 1 0 0,-30 6 336 0 0,-1 0-1 0 0,1 0 1 0 0,-1-1 0 0 0,1 0 0 0 0,-1 0 0 0 0,0 0 0 0 0,0 0 0 0 0,0-1 0 0 0,-1 0 0 0 0,1 0-1 0 0,-1 0 1 0 0,0-1 0 0 0,0 1 0 0 0,0-1 0 0 0,-1 0 0 0 0,1 0 0 0 0,4-11 0 0 0,-8 15 187 0 0,1 0-158 0 0,-1 1 0 0 0,1-1 0 0 0,-1 1 0 0 0,1-1 0 0 0,-1 0 0 0 0,1 1 0 0 0,-1-1 0 0 0,1 0 0 0 0,-1 1 0 0 0,0-1 0 0 0,1 0 0 0 0,-1 1 0 0 0,0-1 1 0 0,0 0-1 0 0,1 0 0 0 0,-1 1 0 0 0,0-1 0 0 0,0 0 0 0 0,0 0 0 0 0,0 0 0 0 0,0 1 0 0 0,0-1 0 0 0,0 0 0 0 0,-1 0 0 0 0,1 1 0 0 0,0-1 0 0 0,0 0 0 0 0,0 0 0 0 0,-1 1 0 0 0,1-1 0 0 0,0 0 0 0 0,-1 1 0 0 0,1-1 0 0 0,-1 0 0 0 0,1 1 0 0 0,-1-1 0 0 0,1 0 0 0 0,-1 1 0 0 0,1-1 0 0 0,-1 1 0 0 0,0-1 1 0 0,1 1-1 0 0,-1 0 0 0 0,0-1 0 0 0,1 1 0 0 0,-1 0 0 0 0,0-1 0 0 0,0 1 0 0 0,1 0 0 0 0,-1 0 0 0 0,0-1 0 0 0,0 1 0 0 0,1 0 0 0 0,-2 0 0 0 0,-6 2 79 0 0,0 1 0 0 0,1 0-1 0 0,0 1 1 0 0,0-1 0 0 0,0 1 0 0 0,0 1 0 0 0,-12 9-1 0 0,16-11-85 0 0,-1-1 0 0 0,1 1 0 0 0,0 0 0 0 0,0 0-1 0 0,0 1 1 0 0,0-1 0 0 0,0 1 0 0 0,1-1 0 0 0,-1 1-1 0 0,1 0 1 0 0,0 0 0 0 0,1 0 0 0 0,-1 0-1 0 0,0 0 1 0 0,1 0 0 0 0,-1 8 0 0 0,2-10 12 0 0,15 22 168 0 0,-12-22-207 0 0,0-1 0 0 0,0 0 0 0 0,0 0 0 0 0,0 0 0 0 0,0 0 0 0 0,0-1 0 0 0,0 1 1 0 0,0-1-1 0 0,1 0 0 0 0,-1 1 0 0 0,0-2 0 0 0,0 1 0 0 0,0 0 0 0 0,0-1 0 0 0,6-1 0 0 0,45-23 101 0 0,2-3-77 0 0,-54 28-50 0 0,1-1-1 0 0,-1 1 13 0 0,0 0 0 0 0,1 1 0 0 0,-1-1-1 0 0,0 0 1 0 0,0 0 0 0 0,1 1 0 0 0,-1 0-1 0 0,0-1 1 0 0,0 1 0 0 0,0 0 0 0 0,0 0-1 0 0,3 2 1 0 0,34 14-5 0 0,-33-16 11 0 0,-1 0 0 0 0,1 0 0 0 0,-1-1-1 0 0,1 1 1 0 0,-1-1 0 0 0,1 0 0 0 0,0-1 0 0 0,-1 0 0 0 0,1 0-1 0 0,-1 0 1 0 0,1 0 0 0 0,5-3 0 0 0,0 0 7 0 0,0 0-1 0 0,-1-1 1 0 0,1 0 0 0 0,-1-1-1 0 0,9-6 1 0 0,-10 4 4 0 0,0 0 1 0 0,0-1-1 0 0,-1 0 0 0 0,13-18 1 0 0,-11 13 83 0 0,-9 13-30 0 0,-3 31-35 0 0,1-28-35 0 0,1-1 1 0 0,0 1 0 0 0,0 0-1 0 0,0-1 1 0 0,0 1 0 0 0,0-1 0 0 0,1 1-1 0 0,-1-1 1 0 0,0 1 0 0 0,1-1-1 0 0,-1 0 1 0 0,1 1 0 0 0,-1-1 0 0 0,1 1-1 0 0,0-1 1 0 0,0 0 0 0 0,-1 1-1 0 0,3 1 1 0 0,0 1 2 0 0,-1-1-1 0 0,0 1 1 0 0,1-1-1 0 0,0 0 0 0 0,-1 0 1 0 0,1 0-1 0 0,0-1 1 0 0,0 1-1 0 0,1-1 1 0 0,-1 0-1 0 0,0 1 1 0 0,1-1-1 0 0,-1-1 1 0 0,1 1-1 0 0,0 0 1 0 0,0-1-1 0 0,7 2 1 0 0,-1 0 1 0 0,0-1 0 0 0,1 0 0 0 0,-1-1 0 0 0,1 0 0 0 0,11 0 0 0 0,-5-3 84 0 0,0 0 0 0 0,-1 0 0 0 0,0-2 0 0 0,0 0 0 0 0,0-1 0 0 0,0 0 0 0 0,-1-1 0 0 0,1-1 0 0 0,-2-1 1 0 0,1 0-1 0 0,-1-1 0 0 0,0 0 0 0 0,19-18 0 0 0,-32 26 47 0 0,0 1-110 0 0,-1-1 1 0 0,1 1-1 0 0,0-1 1 0 0,-1 1 0 0 0,1-1-1 0 0,0 1 1 0 0,-1 0-1 0 0,1-1 1 0 0,0 1-1 0 0,0 0 1 0 0,-1 0 0 0 0,1-1-1 0 0,0 1 1 0 0,0 0-1 0 0,0 0 1 0 0,-1 0-1 0 0,1 0 1 0 0,0 0 0 0 0,0 0-1 0 0,0 0 1 0 0,-1 0-1 0 0,1 1 1 0 0,0-1-1 0 0,0 0 1 0 0,-1 0 0 0 0,1 1-1 0 0,0-1 1 0 0,0 0-1 0 0,-1 1 1 0 0,1-1 0 0 0,0 1-1 0 0,-1-1 1 0 0,1 1-1 0 0,-1-1 1 0 0,2 2-1 0 0,12 14-414 0 0,11 12-1854 0 0,-7-13-4505 0 0</inkml:trace>
</inkml:ink>
</file>

<file path=ppt/ink/ink7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1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87 376 0 0,'12'-76'7631'0'0,"-12"76"-7599"0"0,0-1-1 0 0,0 1 1 0 0,0 0-1 0 0,0-1 1 0 0,0 1-1 0 0,0-1 1 0 0,0 1-1 0 0,0 0 1 0 0,0-1-1 0 0,0 1 1 0 0,-1-1-1 0 0,1 1 0 0 0,0 0 1 0 0,0-1-1 0 0,0 1 1 0 0,-1 0-1 0 0,1-1 1 0 0,0 1-1 0 0,0 0 1 0 0,-1-1-1 0 0,1 1 1 0 0,0 0-1 0 0,-1 0 1 0 0,1-1-1 0 0,0 1 1 0 0,-1 0-1 0 0,1 0 1 0 0,0 0-1 0 0,-1 0 0 0 0,1-1 1 0 0,0 1-1 0 0,-1 0 1 0 0,1 0-1 0 0,-1 0 1 0 0,1 0-1 0 0,0 0 1 0 0,-1 0-1 0 0,0 0 1 0 0,-20 3 745 0 0,6 3-609 0 0,1 0 0 0 0,0 1-1 0 0,1 1 1 0 0,0 0 0 0 0,0 1-1 0 0,0 0 1 0 0,1 1 0 0 0,1 0-1 0 0,0 1 1 0 0,0 1 0 0 0,1-1-1 0 0,1 2 1 0 0,-9 13 0 0 0,17-26-159 0 0,1 1 0 0 0,-1 0 1 0 0,1-1-1 0 0,0 1 1 0 0,-1-1-1 0 0,1 1 0 0 0,0 0 1 0 0,0-1-1 0 0,0 1 0 0 0,-1 0 1 0 0,1-1-1 0 0,0 1 0 0 0,0 0 1 0 0,0 0-1 0 0,0-1 0 0 0,0 1 1 0 0,0 0-1 0 0,0-1 0 0 0,0 1 1 0 0,1 0-1 0 0,-1-1 1 0 0,0 1-1 0 0,0 0 0 0 0,0-1 1 0 0,1 1-1 0 0,-1 0 0 0 0,0-1 1 0 0,1 1-1 0 0,0 0 0 0 0,20 5 137 0 0,38-13-23 0 0,-51 6-89 0 0,4-1-98 0 0,1 0 1 0 0,0 1 0 0 0,-1 1-1 0 0,1 0 1 0 0,0 1 0 0 0,-1 0 0 0 0,23 6-1 0 0,43 18-4589 0 0,-49-16 1473 0 0,-14-3 593 0 0</inkml:trace>
</inkml:ink>
</file>

<file path=ppt/ink/ink7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1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62 936 12661 0 0,'-1'1'0'0'0,"-9"0"8"0"0,-22-3 82 0 0,31 2-79 0 0,1 0 1 0 0,-1 0-1 0 0,0 1 0 0 0,1-1 1 0 0,-1 0-1 0 0,0 0 0 0 0,0-1 0 0 0,1 1 1 0 0,-1 0-1 0 0,0 0 0 0 0,1 0 0 0 0,-1 0 1 0 0,0 0-1 0 0,1-1 0 0 0,-1 1 1 0 0,1 0-1 0 0,-1-1 0 0 0,0 1 0 0 0,1 0 1 0 0,-1-1-1 0 0,1 1 0 0 0,-1-1 1 0 0,1 1-1 0 0,-1-1 0 0 0,1 1 0 0 0,-1-1 1 0 0,1 1-1 0 0,0-1 0 0 0,-1 0 0 0 0,1 1 1 0 0,-1-1-1 0 0,8-21 161 0 0,25-18-69 0 0,187-124-13 0 0,-56 45-68 0 0,62-73-2 0 0,-184 152-15 0 0,-2-2 0 0 0,-1-2 0 0 0,35-54 0 0 0,-66 87 1 0 0,1-1-1 0 0,-2 0 1 0 0,1 0 0 0 0,-2-1-1 0 0,0 0 1 0 0,0 0-1 0 0,-1 0 1 0 0,-1-1 0 0 0,4-22-1 0 0,-7 35-5 0 0,0 0-1 0 0,-1 0 1 0 0,1 1-1 0 0,0-1 0 0 0,0 0 1 0 0,0 0-1 0 0,-1 1 1 0 0,1-1-1 0 0,0 0 0 0 0,-1 1 1 0 0,1-1-1 0 0,-1 0 1 0 0,1 1-1 0 0,0-1 1 0 0,-1 1-1 0 0,0-1 0 0 0,1 1 1 0 0,-1-1-1 0 0,1 1 1 0 0,-1-1-1 0 0,0 1 0 0 0,1-1 1 0 0,-1 1-1 0 0,0 0 1 0 0,1-1-1 0 0,-1 1 1 0 0,0 0-1 0 0,1 0 0 0 0,-1 0 1 0 0,0-1-1 0 0,0 1 1 0 0,1 0-1 0 0,-2 0 0 0 0,-25 3 2 0 0,19 0-3 0 0,0 2 0 0 0,0-1 0 0 0,0 1 0 0 0,1 0 1 0 0,-1 1-1 0 0,1-1 0 0 0,0 1 0 0 0,1 1 0 0 0,0 0 0 0 0,0-1 0 0 0,0 2 0 0 0,1-1 1 0 0,0 1-1 0 0,0 0 0 0 0,1 0 0 0 0,0 0 0 0 0,0 0 0 0 0,1 1 0 0 0,0 0 1 0 0,1-1-1 0 0,0 1 0 0 0,-1 10 0 0 0,-1 6 1 0 0,2 0 1 0 0,1 0-1 0 0,0 0 1 0 0,2 0-1 0 0,1 0 1 0 0,10 46-1 0 0,32 85 5 0 0,-28-109-4 0 0,-2 2-1 0 0,12 77 1 0 0,-26-121-2 0 0,0 1 1 0 0,0-1-1 0 0,0 1 1 0 0,-1-1-1 0 0,0 1 0 0 0,-2 10 1 0 0,2-14 0 0 0,1 0 0 0 0,-1-1 0 0 0,1 1 1 0 0,-1 0-1 0 0,0 0 0 0 0,0-1 0 0 0,0 1 0 0 0,0 0 0 0 0,0-1 1 0 0,0 1-1 0 0,0-1 0 0 0,0 0 0 0 0,0 1 0 0 0,-1-1 1 0 0,1 0-1 0 0,-1 1 0 0 0,1-1 0 0 0,-1 0 0 0 0,1 0 1 0 0,-1 0-1 0 0,0-1 0 0 0,1 1 0 0 0,-1 0 0 0 0,-3 0 1 0 0,3-1-4 0 0,-13-16-235 0 0,14 12 186 0 0,0 0 0 0 0,1 0 0 0 0,-1 0-1 0 0,1-1 1 0 0,0 1 0 0 0,0 0 0 0 0,1 0 0 0 0,-1 0 0 0 0,1 0 0 0 0,0 0 0 0 0,0 0-1 0 0,0 0 1 0 0,1 0 0 0 0,2-5 0 0 0,1 0-36 0 0,0 0-1 0 0,1 1 0 0 0,0-1 1 0 0,0 1-1 0 0,11-11 1 0 0,6-2-128 0 0,1 1 0 0 0,49-33 0 0 0,-65 48 235 0 0,0 1 0 0 0,0-1 0 0 0,0 1 0 0 0,1 1 0 0 0,-1-1 0 0 0,1 2 1 0 0,0-1-1 0 0,15-2 0 0 0,-23 5 150 0 0,0 0-162 0 0,-1 0-1 0 0,1 0 0 0 0,-1 0 0 0 0,1-1 0 0 0,-1 1 0 0 0,1 0 0 0 0,0 0 0 0 0,-1 0 0 0 0,1 0 0 0 0,-1 0 1 0 0,1 0-1 0 0,-1 0 0 0 0,1 0 0 0 0,-1 0 0 0 0,1 0 0 0 0,0 0 0 0 0,-1 0 0 0 0,1 1 0 0 0,-1-1 1 0 0,1 0-1 0 0,-1 0 0 0 0,1 0 0 0 0,-1 1 0 0 0,1-1 0 0 0,-1 0 0 0 0,0 1 0 0 0,1-1 0 0 0,-1 0 1 0 0,1 1-1 0 0,-1-1 0 0 0,0 1 0 0 0,1-1 0 0 0,-1 0 0 0 0,0 1 0 0 0,1-1 0 0 0,-1 1 0 0 0,0-1 1 0 0,0 1-1 0 0,1-1 0 0 0,-1 1 0 0 0,0-1 0 0 0,0 1 0 0 0,0 0 0 0 0,0-1 0 0 0,0 1 0 0 0,0 0 1 0 0,1 28-38 0 0,-7-4-958 0 0,0 5-5526 0 0</inkml:trace>
</inkml:ink>
</file>

<file path=ppt/ink/ink7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2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88 204 0 0,'16'-83'6057'0'0,"-15"81"-5769"0"0,7 0-365 0 0</inkml:trace>
</inkml:ink>
</file>

<file path=ppt/ink/ink7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2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80 292 0 0,'0'0'664'0'0,"-11"47"4227"0"0,26-58-1926 0 0,58-51-2399 0 0,-26 27-376 0 0,-43 33-179 0 0,-1-1 1 0 0,1 1-1 0 0,0 0 1 0 0,0 0-1 0 0,1 1 1 0 0,-1-1-1 0 0,0 1 1 0 0,1 0 0 0 0,-1 0-1 0 0,0 0 1 0 0,8 0-1 0 0,-10 1-11 0 0,-1 0 1 0 0,1 0-1 0 0,0 0 0 0 0,0 1 0 0 0,0-1 0 0 0,0 0 0 0 0,0 1 1 0 0,0-1-1 0 0,0 1 0 0 0,0-1 0 0 0,-1 1 0 0 0,1 0 1 0 0,0 0-1 0 0,0 0 0 0 0,-1 0 0 0 0,1 0 0 0 0,-1 0 0 0 0,1 1 1 0 0,-1-1-1 0 0,1 0 0 0 0,-1 1 0 0 0,2 1 0 0 0,-1 1-1 0 0,9 10-50 0 0,-8-9 139 0 0,0 0-1 0 0,1 0 1 0 0,0 0-1 0 0,-1 0 0 0 0,2-1 1 0 0,-1 1-1 0 0,0-1 1 0 0,1 0-1 0 0,0-1 1 0 0,0 1-1 0 0,0-1 0 0 0,0 0 1 0 0,0 0-1 0 0,1-1 1 0 0,-1 1-1 0 0,1-1 1 0 0,0 0-1 0 0,0-1 0 0 0,0 1 1 0 0,0-1-1 0 0,0-1 1 0 0,11 1-1 0 0,26 2 842 0 0,86-7 0 0 0,-127 3-1257 0 0,7 3-2470 0 0,3-12-5595 0 0</inkml:trace>
</inkml:ink>
</file>

<file path=ppt/ink/ink7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3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0 279 472 0 0,'9'-20'688'0'0,"1"1"0"0"0,1 1 1 0 0,0 0-1 0 0,2 0 0 0 0,0 1 0 0 0,1 1 0 0 0,24-23 0 0 0,28-34 1265 0 0,-34 34 407 0 0,-30 37-1894 0 0,-8 9-260 0 0,0-1 0 0 0,1 1 0 0 0,0 0 0 0 0,1 0-1 0 0,0 0 1 0 0,-5 10 0 0 0,-32 67 23 0 0,33-65-169 0 0,2 0-1 0 0,0 1 1 0 0,1 0 0 0 0,1 0 0 0 0,-2 32 0 0 0,5-42-114 0 0,0 0 1 0 0,1 1-1 0 0,1-1 1 0 0,0 0-1 0 0,0 0 1 0 0,1 0 0 0 0,0 0-1 0 0,0 0 1 0 0,1 0-1 0 0,1 0 1 0 0,0-1-1 0 0,9 18 1 0 0,-7-21-102 0 0,-1-1 1 0 0,1 1-1 0 0,0-1 1 0 0,0 0-1 0 0,0 0 1 0 0,1-1-1 0 0,0 0 1 0 0,0 0-1 0 0,0 0 0 0 0,0-1 1 0 0,1 0-1 0 0,-1-1 1 0 0,1 1-1 0 0,0-1 1 0 0,-1-1-1 0 0,1 0 1 0 0,0 0-1 0 0,0 0 1 0 0,0-1-1 0 0,0 0 1 0 0,0-1-1 0 0,9-1 1 0 0,-1 0 66 0 0,0 0 1 0 0,0-1-1 0 0,-1-1 1 0 0,1 0 0 0 0,-1-1-1 0 0,0-1 1 0 0,0-1 0 0 0,-1 0-1 0 0,0 0 1 0 0,14-11 0 0 0,-22 14 311 0 0,-1 0 1 0 0,0 0-1 0 0,0 0 1 0 0,0 0 0 0 0,-1-1-1 0 0,1 0 1 0 0,-1 0-1 0 0,0 0 1 0 0,-1-1 0 0 0,1 1-1 0 0,-1-1 1 0 0,0 0-1 0 0,-1 0 1 0 0,5-12 0 0 0,-7 16 4 0 0,0 1-161 0 0,0 0 1 0 0,0-1-1 0 0,0 1 0 0 0,0 0 1 0 0,-1 0-1 0 0,1 0 0 0 0,0-1 0 0 0,-1 1 1 0 0,1 0-1 0 0,-1 0 0 0 0,1 0 1 0 0,-1 0-1 0 0,0 0 0 0 0,0 0 1 0 0,1 0-1 0 0,-1 0 0 0 0,0 0 1 0 0,0 0-1 0 0,-1-1 0 0 0,-5 4-22 0 0,0 0 1 0 0,0 0-1 0 0,1 1 0 0 0,-1 0 1 0 0,1 0-1 0 0,0 0 1 0 0,-1 1-1 0 0,2 0 0 0 0,-1 0 1 0 0,0 0-1 0 0,1 1 0 0 0,0 0 1 0 0,0 0-1 0 0,0 1 0 0 0,1-1 1 0 0,-1 1-1 0 0,1 0 0 0 0,1 0 1 0 0,-1 0-1 0 0,1 0 0 0 0,0 1 1 0 0,1 0-1 0 0,-4 10 0 0 0,6-16-41 0 0,0 0 1 0 0,0 0-1 0 0,0 0 0 0 0,0 0 0 0 0,1 0 1 0 0,-1 0-1 0 0,0 0 0 0 0,0 0 0 0 0,1 0 0 0 0,-1 0 1 0 0,1 0-1 0 0,-1 0 0 0 0,1 0 0 0 0,-1 0 1 0 0,1 0-1 0 0,-1 0 0 0 0,1 0 0 0 0,0 0 0 0 0,-1-1 1 0 0,1 1-1 0 0,0 0 0 0 0,0-1 0 0 0,0 1 0 0 0,0 0 1 0 0,-1-1-1 0 0,3 1 0 0 0,0 1 3 0 0,-1-1 0 0 0,1 0 0 0 0,0 0 0 0 0,-1 0 0 0 0,1 0 0 0 0,0 0 0 0 0,0 0-1 0 0,0-1 1 0 0,4 1 0 0 0,11-2-34 0 0,-1 0-1 0 0,1-1 1 0 0,0-1 0 0 0,17-5-1 0 0,-34 7 13 0 0,2 2-24 0 0,-1 0 30 0 0,0 1 0 0 0,0-1 0 0 0,-1 0 0 0 0,1 0 0 0 0,0 1 0 0 0,0-1 0 0 0,-1 1 1 0 0,1 0-1 0 0,-1-1 0 0 0,1 1 0 0 0,1 3 0 0 0,-3-3 7 0 0,1 1-1 0 0,0-1 1 0 0,0 0 0 0 0,-1 0 0 0 0,1 0-1 0 0,0 0 1 0 0,1 0 0 0 0,-1 0 0 0 0,0 0 0 0 0,1 0-1 0 0,-1 0 1 0 0,1 0 0 0 0,3 2 0 0 0,-2-2 7 0 0,0-1 1 0 0,0 0-1 0 0,0 0 1 0 0,0-1-1 0 0,0 1 1 0 0,0-1-1 0 0,0 1 1 0 0,0-1 0 0 0,0 0-1 0 0,1 0 1 0 0,-1-1-1 0 0,0 1 1 0 0,0-1-1 0 0,0 1 1 0 0,0-1-1 0 0,0 0 1 0 0,4-1 0 0 0,4-2-125 0 0,35-5-599 0 0,-19 16-6703 0 0</inkml:trace>
</inkml:ink>
</file>

<file path=ppt/ink/ink7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5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0 642 440 0 0,'0'0'1317'0'0,"3"13"4989"0"0,-1-13-6190 0 0,0 0 0 0 0,1 0-1 0 0,-1-1 1 0 0,0 1 0 0 0,0-1 0 0 0,0 1 0 0 0,1-1 0 0 0,-1 0 0 0 0,0 0 0 0 0,0 0 0 0 0,0 0-1 0 0,0 0 1 0 0,0-1 0 0 0,-1 1 0 0 0,3-2 0 0 0,37-32 682 0 0,-21 17-494 0 0,202-174 749 0 0,-183 154-957 0 0,-1-2 0 0 0,-3-2 0 0 0,42-62 0 0 0,-71 95-59 0 0,0 0 1 0 0,-1-1-1 0 0,0 0 1 0 0,-1 0-1 0 0,0 0 1 0 0,0 0-1 0 0,-1-1 0 0 0,-1 1 1 0 0,1-1-1 0 0,0-21 1 0 0,-3 30-27 0 0,3-31 81 0 0,-3 30-85 0 0,-18 2-123 0 0,5 8 113 0 0,10-5 15 0 0,-13 0-18 0 0,7-1 8 0 0,7-1-2 0 0,-24 7 16 0 0,19-5-17 0 0,0 0-1 0 0,1 0 1 0 0,-1 1 0 0 0,1 0-1 0 0,0 0 1 0 0,0 0-1 0 0,0 1 1 0 0,0 0 0 0 0,-5 5-1 0 0,10-8-11 0 0,0 1 7 0 0,-2 7 4 0 0,3-5-4 0 0,2 6 1 0 0,17 42-30 0 0,-17-48 34 0 0,0-1-1 0 0,0 1 1 0 0,-1 0-1 0 0,1 0 1 0 0,-1 0-1 0 0,0 0 0 0 0,-1 0 1 0 0,1 0-1 0 0,0 0 1 0 0,-1 1-1 0 0,0-1 1 0 0,0 0-1 0 0,-1 0 1 0 0,0 7-1 0 0,-12 49-7 0 0,-7 41 45 0 0,19-92-49 0 0,1 1 0 0 0,-1-1 0 0 0,2 1 0 0 0,-1 0 0 0 0,1-1 0 0 0,1 1 0 0 0,-1-1 0 0 0,5 11 0 0 0,-5-18-4 0 0,0 0 0 0 0,0 0 0 0 0,1 0 0 0 0,-1-1 0 0 0,1 1 0 0 0,-1 0 0 0 0,1-1 0 0 0,0 1 0 0 0,0-1 0 0 0,0 0 0 0 0,-1 0 0 0 0,1 1 0 0 0,0-1 0 0 0,0 0 0 0 0,1-1 0 0 0,-1 1 0 0 0,0 0 0 0 0,0-1 1 0 0,5 2-1 0 0,-1-1-16 0 0,0 0 1 0 0,0 0-1 0 0,1-1 1 0 0,-1 0-1 0 0,0 0 1 0 0,7-1-1 0 0,1-2 9 0 0,0-1-1 0 0,-1 0 1 0 0,1-1-1 0 0,-1 0 1 0 0,0-1-1 0 0,0-1 1 0 0,-1 0-1 0 0,0-1 1 0 0,0 0-1 0 0,0-1 1 0 0,-1 0-1 0 0,-1 0 1 0 0,0-1-1 0 0,0-1 1 0 0,-1 0-1 0 0,0 0 1 0 0,-1-1-1 0 0,0 0 1 0 0,11-23-1 0 0,7-32 220 0 0,-25 65-186 0 0,21-49 175 0 0,-19 36-175 0 0,2 0-1 0 0,0 0 0 0 0,8-18 0 0 0,1-1 67 0 0,-13 33-51 0 0,-1 0-131 0 0,1 0 1 0 0,0-1-1 0 0,-1 1 0 0 0,1 0 0 0 0,-1-1 0 0 0,1 1 0 0 0,-1 0 0 0 0,0-1 0 0 0,1 1 0 0 0,-1 0 0 0 0,0-1 0 0 0,0 1 0 0 0,0-1 0 0 0,0 1 0 0 0,0 0 0 0 0,-1-1 0 0 0,0-2 0 0 0,-11 15-576 0 0,-2 0-4993 0 0</inkml:trace>
</inkml:ink>
</file>

<file path=ppt/ink/ink7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6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1 667 352 0 0,'0'0'5032'0'0,"4"-2"-4533"0"0,19-12 126 0 0,-1 0-1 0 0,-1-1 1 0 0,-1-1-1 0 0,0 0 1 0 0,29-33-1 0 0,-44 41-521 0 0,0 1-1 0 0,0-1 1 0 0,-1 0 0 0 0,0-1-1 0 0,0 1 1 0 0,-1-1 0 0 0,0 1-1 0 0,0-1 1 0 0,-1 0-1 0 0,2-18 1 0 0,-4 26-91 0 0,0 0-1 0 0,0-1 1 0 0,0 1 0 0 0,0-1-1 0 0,0 1 1 0 0,0 0 0 0 0,0-1-1 0 0,0 1 1 0 0,0 0 0 0 0,-1-1-1 0 0,1 1 1 0 0,0 0 0 0 0,-1-1-1 0 0,0 1 1 0 0,1 0 0 0 0,-1 0-1 0 0,0 0 1 0 0,1-1 0 0 0,-1 1-1 0 0,0 0 1 0 0,0 0 0 0 0,0 0-1 0 0,0 0 1 0 0,0 0 0 0 0,0 0-1 0 0,0 1 1 0 0,0-1 0 0 0,0 0-1 0 0,-1 0 1 0 0,1 1 0 0 0,0-1-1 0 0,0 1 1 0 0,-1-1 0 0 0,1 1-1 0 0,0 0 1 0 0,-1-1 0 0 0,1 1 0 0 0,0 0-1 0 0,-1 0 1 0 0,1 0 0 0 0,-1 0-1 0 0,1 0 1 0 0,0 0 0 0 0,-1 0-1 0 0,-1 1 1 0 0,-3 1 42 0 0,0-1 0 0 0,0 1 0 0 0,0 0 0 0 0,0 1 0 0 0,1-1 0 0 0,-1 1 0 0 0,1 0 0 0 0,-7 5 0 0 0,2 0 12 0 0,1 0 0 0 0,0 0 0 0 0,1 1 0 0 0,0 0 0 0 0,1 1 0 0 0,-1-1 0 0 0,2 1 0 0 0,-1 1 0 0 0,2-1 0 0 0,-1 1 0 0 0,1 0 0 0 0,-4 15 0 0 0,8-22-52 0 0,0 1 1 0 0,0 0-1 0 0,0-1 1 0 0,0 1-1 0 0,1 0 1 0 0,0-1-1 0 0,0 1 1 0 0,0 0-1 0 0,1 0 1 0 0,-1-1-1 0 0,1 1 1 0 0,0-1-1 0 0,1 1 1 0 0,-1-1-1 0 0,1 1 1 0 0,0-1-1 0 0,0 1 1 0 0,0-1-1 0 0,0 0 1 0 0,1 0 0 0 0,0 0-1 0 0,0-1 1 0 0,0 1-1 0 0,0-1 1 0 0,0 1-1 0 0,1-1 1 0 0,0 0-1 0 0,-1-1 1 0 0,1 1-1 0 0,0 0 1 0 0,0-1-1 0 0,1 0 1 0 0,7 3-1 0 0,-1-1-77 0 0,-1-1-1 0 0,1-1 1 0 0,0 0-1 0 0,0 0 1 0 0,-1-1 0 0 0,1 0-1 0 0,0-1 1 0 0,0 0-1 0 0,0-1 1 0 0,0 0-1 0 0,0-1 1 0 0,0 0-1 0 0,0-1 1 0 0,11-4-1 0 0,0 0-165 0 0,0-2-1 0 0,0-1 1 0 0,0 0-1 0 0,-1-2 1 0 0,27-19-1 0 0,-26 13 6 0 0,-1-1-1 0 0,-1 0 1 0 0,0-2-1 0 0,-1 0 0 0 0,-2-1 1 0 0,23-37-1 0 0,-10 9-43 0 0,-3-1-1 0 0,24-64 0 0 0,3-51 665 0 0,-47 141-175 0 0,-3-3 245 0 0,-5 28-454 0 0,1 0 0 0 0,0 0 0 0 0,-1-1-1 0 0,1 1 1 0 0,0 0 0 0 0,-1 0 0 0 0,1 0 0 0 0,0 0 0 0 0,-1 0-1 0 0,1 0 1 0 0,-1 0 0 0 0,1-1 0 0 0,0 1 0 0 0,-1 0 0 0 0,1 0-1 0 0,0 0 1 0 0,-1 0 0 0 0,1 1 0 0 0,-1-1 0 0 0,1 0-1 0 0,0 0 1 0 0,-1 0 0 0 0,1 0 0 0 0,0 0 0 0 0,-1 0 0 0 0,1 0-1 0 0,0 1 1 0 0,-1-1 0 0 0,1 0 0 0 0,0 0 0 0 0,-1 1 0 0 0,1-1-1 0 0,0 0 1 0 0,0 0 0 0 0,-1 1 0 0 0,1-1 0 0 0,-39 40 535 0 0,17-13-422 0 0,1 2 0 0 0,1 0-1 0 0,2 1 1 0 0,1 1 0 0 0,1 1-1 0 0,2 0 1 0 0,1 1 0 0 0,2 0-1 0 0,1 1 1 0 0,1 1 0 0 0,2-1-1 0 0,2 1 1 0 0,1 0 0 0 0,1 46-1 0 0,2-77-175 0 0,1 0 0 0 0,1 0-1 0 0,-1 0 1 0 0,1 0-1 0 0,-1 1 1 0 0,1-2 0 0 0,0 1-1 0 0,1 0 1 0 0,-1 0-1 0 0,1 0 1 0 0,-1 0 0 0 0,1-1-1 0 0,0 1 1 0 0,0-1-1 0 0,1 1 1 0 0,-1-1-1 0 0,1 0 1 0 0,0 0 0 0 0,0 0-1 0 0,0-1 1 0 0,0 1-1 0 0,0 0 1 0 0,0-1 0 0 0,1 0-1 0 0,-1 0 1 0 0,1 0-1 0 0,5 2 1 0 0,-1-2-144 0 0,0 0-1 0 0,0-1 1 0 0,0 0 0 0 0,1 0 0 0 0,-1-1-1 0 0,0 0 1 0 0,0-1 0 0 0,0 1 0 0 0,0-2-1 0 0,1 1 1 0 0,-1-1 0 0 0,14-5 0 0 0,-5 1-38 0 0,1-1-1 0 0,-1 0 1 0 0,0-2 0 0 0,0 0 0 0 0,-1-1-1 0 0,23-17 1 0 0,-28 17 590 0 0,-1 0 0 0 0,0 0 0 0 0,0-1-1 0 0,-1-1 1 0 0,10-16 0 0 0,-18 27 182 0 0,-1-1-328 0 0,0 2-202 0 0,1 0 1 0 0,-1 0-1 0 0,0-1 0 0 0,0 1 1 0 0,0 0-1 0 0,0 0 0 0 0,0 0 1 0 0,0 0-1 0 0,0 0 0 0 0,1-1 1 0 0,-1 1-1 0 0,0 0 0 0 0,0 0 1 0 0,0 0-1 0 0,0 0 0 0 0,0-1 1 0 0,0 1-1 0 0,0 0 0 0 0,0 0 1 0 0,0 0-1 0 0,0 0 0 0 0,0 0 1 0 0,0-1-1 0 0,0 1 0 0 0,0 0 1 0 0,0 0-1 0 0,0 0 0 0 0,0 0 1 0 0,0-1-1 0 0,0 1 0 0 0,-1 0 1 0 0,1 0-1 0 0,0 0 0 0 0,0 0 1 0 0,0 0-1 0 0,0-1 0 0 0,0 1 1 0 0,0 0-1 0 0,0 0 0 0 0,0 0 1 0 0,-1 0-1 0 0,1 0 0 0 0,0 0 1 0 0,0 0-1 0 0,0-1 0 0 0,0 1 1 0 0,0 0-1 0 0,-1 0 0 0 0,1 0 1 0 0,0 0-1 0 0,0 0 0 0 0,0 0 1 0 0,0 0-1 0 0,-1 0 0 0 0,1 0 1 0 0,0 0-1 0 0,0 0 0 0 0,0 0 1 0 0,0 0-1 0 0,-1 0 0 0 0,1 0 1 0 0,0 0-1 0 0,0 0 0 0 0,0 0 1 0 0,0 0-1 0 0,0 0 0 0 0,-1 0 1 0 0,1 1-1 0 0,-8 2 38 0 0,0 0 0 0 0,0 1 1 0 0,1 0-1 0 0,-1 1 0 0 0,1 0 0 0 0,0 0 0 0 0,1 0 1 0 0,-1 1-1 0 0,1 0 0 0 0,0 0 0 0 0,0 1 0 0 0,1-1 1 0 0,0 1-1 0 0,-6 12 0 0 0,10-18-20 0 0,1 0-21 0 0,0 0 0 0 0,-1-1-1 0 0,1 1 1 0 0,0 0-1 0 0,0 0 1 0 0,0-1 0 0 0,0 1-1 0 0,0 0 1 0 0,1 0-1 0 0,-1-1 1 0 0,0 1 0 0 0,0 0-1 0 0,0 0 1 0 0,1-1-1 0 0,-1 1 1 0 0,0 0 0 0 0,1-1-1 0 0,-1 1 1 0 0,0 0-1 0 0,1-1 1 0 0,-1 1 0 0 0,1-1-1 0 0,-1 1 1 0 0,1-1-1 0 0,-1 1 1 0 0,1-1 0 0 0,0 1-1 0 0,-1-1 1 0 0,1 1-1 0 0,0-1 1 0 0,-1 0 0 0 0,1 1-1 0 0,0-1 1 0 0,0 0-1 0 0,174 4-362 0 0,-162-5 350 0 0,-1 0-1 0 0,1 0 1 0 0,0-1 0 0 0,0-1-1 0 0,-1 0 1 0 0,1-1 0 0 0,-1 0 0 0 0,0-1-1 0 0,0 0 1 0 0,0-1 0 0 0,-1-1-1 0 0,0 1 1 0 0,0-2 0 0 0,-1 0-1 0 0,0 0 1 0 0,0 0 0 0 0,-1-1-1 0 0,0-1 1 0 0,12-16 0 0 0,6-13 1 0 0,-1-3 1 0 0,-2 0 0 0 0,35-83-1 0 0,-37 75-7 0 0,20-65 177 0 0,-41 113-142 0 0,-30 13 229 0 0,20-5-216 0 0,1 0 1 0 0,0 1-1 0 0,0 0 0 0 0,1 0 1 0 0,0 1-1 0 0,0 0 0 0 0,1 1 1 0 0,0-1-1 0 0,-8 16 0 0 0,4-5 16 0 0,1 1 0 0 0,1 0 0 0 0,-8 30 0 0 0,11-32-23 0 0,1 1-1 0 0,1-1 1 0 0,1 1 0 0 0,0 25 0 0 0,2-36-9 0 0,0 1 1 0 0,1-1-1 0 0,0 0 1 0 0,1 0-1 0 0,-1 0 1 0 0,1 0-1 0 0,1 0 1 0 0,0 0-1 0 0,0 0 0 0 0,0-1 1 0 0,1 1-1 0 0,7 9 1 0 0,-8-14 20 0 0,0 1 1 0 0,0-1-1 0 0,0 0 0 0 0,0 0 1 0 0,1-1-1 0 0,0 1 1 0 0,-1-1-1 0 0,1 1 1 0 0,0-1-1 0 0,0 0 1 0 0,0-1-1 0 0,0 1 0 0 0,1-1 1 0 0,-1 0-1 0 0,7 2 1 0 0,24 1-2776 0 0,-29-8 1233 0 0,0-1-2418 0 0</inkml:trace>
</inkml:ink>
</file>

<file path=ppt/ink/ink7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7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49 652 0 0,'6'-38'5497'0'0,"-5"28"-8592"0"0</inkml:trace>
</inkml:ink>
</file>

<file path=ppt/ink/ink7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7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0 392 0 0,'0'0'4214'0'0,"-5"3"-3891"0"0,-2-1-202 0 0,5-2-75 0 0,0 1 0 0 0,0 0-1 0 0,0-1 1 0 0,1 1 0 0 0,-1 0 0 0 0,0 0 0 0 0,0 0 0 0 0,1 0 0 0 0,-1 0-1 0 0,1 0 1 0 0,-1 1 0 0 0,1-1 0 0 0,-2 2 0 0 0,1-1 37 0 0,1-1 0 0 0,0 1 0 0 0,0 0 1 0 0,0-1-1 0 0,0 1 0 0 0,0 0 0 0 0,1 0 0 0 0,-1-1 0 0 0,0 1 1 0 0,1 0-1 0 0,-1 0 0 0 0,1 0 0 0 0,0 0 0 0 0,0 0 0 0 0,0 0 1 0 0,0 0-1 0 0,0-1 0 0 0,0 1 0 0 0,0 0 0 0 0,0 0 1 0 0,1 0-1 0 0,-1 0 0 0 0,1 0 0 0 0,0 0 0 0 0,-1-1 0 0 0,1 1 1 0 0,2 3-1 0 0,-2-4 365 0 0,2-2-318 0 0,50-25 396 0 0,-43 19-244 0 0,1 1-1 0 0,-1 1 0 0 0,1 0 1 0 0,14-5-1 0 0,-23 10-35 0 0,31 38 1038 0 0,-25-26-928 0 0,0 3-566 0 0</inkml:trace>
</inkml:ink>
</file>

<file path=ppt/ink/ink7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7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32 432 0 0,'0'0'756'0'0,"4"-8"616"0"0,0-2 264 0 0,2 2-508 0 0,3 3-1116 0 0,4 5-1244 0 0</inkml:trace>
</inkml:ink>
</file>

<file path=ppt/ink/ink7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8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107 278 620 0 0,'0'0'7253'0'0,"-4"-4"-7024"0"0,-13-8-10 0 0,12 8 213 0 0,-32-7 1356 0 0,31 10-1760 0 0,5 1-6 0 0,-1 0 1 0 0,1-1-1 0 0,-1 1 1 0 0,1 0-1 0 0,-1 0 1 0 0,1 0-1 0 0,0 0 0 0 0,-1 0 1 0 0,1 0-1 0 0,-1 0 1 0 0,1 1-1 0 0,-1-1 1 0 0,1 0-1 0 0,0 1 0 0 0,-1-1 1 0 0,1 1-1 0 0,0 0 1 0 0,0-1-1 0 0,-1 1 1 0 0,1 0-1 0 0,0 0 0 0 0,0 0 1 0 0,0 0-1 0 0,0 0 1 0 0,0 0-1 0 0,0 0 1 0 0,-1 2-1 0 0,1-1 7 0 0,11 41 89 0 0,4-3-65 0 0,-3 23-1 0 0,1 2 2 0 0,-12-62-47 0 0,1 1 1 0 0,-1 0-1 0 0,0-1 0 0 0,0 1 1 0 0,0 0-1 0 0,-1-1 0 0 0,-1 8 0 0 0,-1 13-13 0 0,13-29-80 0 0,12-5 32 0 0,60-56-154 0 0,27-41 2 0 0,55-89 37 0 0,-113 133 133 0 0,3-22 1012 0 0,-54 84-700 0 0,-2 7-251 0 0,-14 29 45 0 0,2 0 1 0 0,-19 71-1 0 0,29-88-49 0 0,1 0-1 0 0,1 0 1 0 0,0 0-1 0 0,1 0 1 0 0,1 0-1 0 0,1 1 1 0 0,1-1 0 0 0,6 31-1 0 0,-6-44-19 0 0,1 1 1 0 0,0 0-1 0 0,0-1 0 0 0,0 1 1 0 0,1-1-1 0 0,-1 0 0 0 0,1 0 1 0 0,1 0-1 0 0,-1-1 0 0 0,1 1 1 0 0,-1-1-1 0 0,1 0 0 0 0,0-1 1 0 0,1 1-1 0 0,-1-1 0 0 0,1 0 1 0 0,-1 0-1 0 0,1-1 0 0 0,0 1 1 0 0,0-1-1 0 0,0-1 0 0 0,0 1 1 0 0,1-1-1 0 0,-1 0 0 0 0,0-1 1 0 0,0 1-1 0 0,9-1 0 0 0,-12-1-161 0 0,-1 1-1221 0 0,0-1 906 0 0,0 1 0 0 0,-1-1 0 0 0,1 1-1 0 0,0-1 1 0 0,0 0 0 0 0,-1 0 0 0 0,1 0 0 0 0,0 0 0 0 0,-1 0 0 0 0,1 0 0 0 0,-1-1 0 0 0,1 1 0 0 0,-1 0 0 0 0,2-4 0 0 0</inkml:trace>
</inkml:ink>
</file>

<file path=ppt/ink/ink7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38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8 184 0 0,'37'-6'666'0'0,"19"5"244"0"0,-54 1-610 0 0,3 1 124 0 0,-4-1-314 0 0,0-1 0 0 0,0 1-1 0 0,0 0 1 0 0,0 0 0 0 0,0 1 0 0 0,0-1-1 0 0,0 0 1 0 0,-1 0 0 0 0,1 0-1 0 0,0 0 1 0 0,0 1 0 0 0,0-1-1 0 0,0 0 1 0 0,-1 1 0 0 0,1-1 0 0 0,0 1-1 0 0,0-1 1 0 0,-1 1 0 0 0,1-1-1 0 0,0 1 1 0 0,0 1 0 0 0,1 5 219 0 0,-1 1 0 0 0,-1-1 0 0 0,1 1 1 0 0,-1-1-1 0 0,-1 1 0 0 0,1-1 0 0 0,-1 1 1 0 0,-3 11-1 0 0,-22 66 806 0 0,4-15-367 0 0,7-8-220 0 0,-25 150 732 0 0,39-207-1230 0 0,1 0 0 0 0,-1 0-1 0 0,0 0 1 0 0,-1 0-1 0 0,1 0 1 0 0,-1-1 0 0 0,-3 7-1 0 0,4-9 304 0 0,5-6-329 0 0,16-19 38 0 0,26-37 1 0 0,-24 29-80 0 0,30-31-1 0 0,-31 40 169 0 0,1 0 0 0 0,0 1-1 0 0,2 2 1 0 0,0 0-1 0 0,42-23 1 0 0,-65 41-130 0 0,-1 1 0 0 0,0 0-1 0 0,1-1 1 0 0,-1 1 0 0 0,1 0 0 0 0,-1-1 0 0 0,0 1-1 0 0,1 0 1 0 0,-1 0 0 0 0,1-1 0 0 0,-1 1 0 0 0,1 0-1 0 0,-1 0 1 0 0,1 0 0 0 0,-1 0 0 0 0,1 0 0 0 0,-1 0 0 0 0,1 0-1 0 0,-1 0 1 0 0,1 0 0 0 0,-1 0 0 0 0,1 0 0 0 0,-1 0-1 0 0,1 0 1 0 0,-1 0 0 0 0,1 0 0 0 0,-1 0 0 0 0,1 0 0 0 0,-1 1-1 0 0,1-1 1 0 0,-1 0 0 0 0,1 0 0 0 0,-1 1 0 0 0,0-1-1 0 0,1 0 1 0 0,-1 0 0 0 0,1 1 0 0 0,-1-1 0 0 0,0 1 0 0 0,1-1-1 0 0,-1 1 1 0 0,-5 25 297 0 0,1-16-272 0 0,-1-1 0 0 0,0 0 0 0 0,-13 18-1 0 0,12-21-236 0 0,-1-1 0 0 0,1 1 0 0 0,-1-1 0 0 0,0 0 0 0 0,0-1 0 0 0,-14 7 0 0 0,-26 7-7518 0 0,34-14 4508 0 0</inkml:trace>
</inkml:ink>
</file>

<file path=ppt/ink/ink7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2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87 372 0 0,'-5'-15'2550'0'0,"-16"-31"2140"0"0,21 45-4583 0 0,-1 0 0 0 0,1-1 1 0 0,0 1-1 0 0,-1 0 0 0 0,1 0 0 0 0,-1-1 0 0 0,0 1 0 0 0,1 0 0 0 0,-1 0 1 0 0,0 0-1 0 0,0 0 0 0 0,0 0 0 0 0,0 0 0 0 0,1 0 0 0 0,-1 0 1 0 0,-1 0-1 0 0,1 0 0 0 0,0 0 0 0 0,0 1 0 0 0,0-1 0 0 0,0 0 1 0 0,-1 1-1 0 0,1-1 0 0 0,0 1 0 0 0,0 0 0 0 0,-1-1 0 0 0,-1 1 0 0 0,0 0-21 0 0,0 0-1 0 0,0 1 0 0 0,0-1 0 0 0,1 1 0 0 0,-1 0 1 0 0,0 0-1 0 0,0 0 0 0 0,1 0 0 0 0,-1 0 0 0 0,1 1 0 0 0,-1-1 1 0 0,-2 3-1 0 0,-6 4 44 0 0,1 0 1 0 0,1 1-1 0 0,0 0 1 0 0,-13 17-1 0 0,15-17-49 0 0,1 0-1 0 0,0 1 1 0 0,1 0-1 0 0,0 0 1 0 0,-5 13-1 0 0,9-20-55 0 0,0 1 0 0 0,0-1 0 0 0,0 1 0 0 0,0-1 0 0 0,1 1 0 0 0,-1-1 0 0 0,1 1 0 0 0,0 0-1 0 0,0-1 1 0 0,0 1 0 0 0,1-1 0 0 0,-1 1 0 0 0,1 0 0 0 0,0-1 0 0 0,0 1 0 0 0,0-1 0 0 0,0 0 0 0 0,1 1 0 0 0,2 3 0 0 0,-2-5-18 0 0,0 0 0 0 0,0-1 1 0 0,0 1-1 0 0,0-1 1 0 0,0 1-1 0 0,0-1 1 0 0,0 0-1 0 0,1 0 0 0 0,-1 0 1 0 0,0 0-1 0 0,1-1 1 0 0,-1 1-1 0 0,1 0 0 0 0,-1-1 1 0 0,1 0-1 0 0,-1 0 1 0 0,1 0-1 0 0,-1 0 1 0 0,1 0-1 0 0,-1 0 0 0 0,1 0 1 0 0,-1-1-1 0 0,1 1 1 0 0,-1-1-1 0 0,0 0 1 0 0,4-1-1 0 0,5-2 13 0 0,0 0 0 0 0,0-1 0 0 0,-1 0 0 0 0,14-8 0 0 0,47-42 79 0 0,-69 55-104 0 0,16 25-69 0 0,-14-11 80 0 0,-2-6-8 0 0,0-1 0 0 0,0 0-1 0 0,1 0 1 0 0,0 0-1 0 0,0 0 1 0 0,5 8-1 0 0,-6-13 5 0 0,0 0 1 0 0,-1 0-1 0 0,1-1 0 0 0,0 1 0 0 0,0 0 0 0 0,0-1 1 0 0,0 0-1 0 0,0 1 0 0 0,1-1 0 0 0,-1 0 1 0 0,0 0-1 0 0,0 0 0 0 0,1 0 0 0 0,-1 0 1 0 0,1-1-1 0 0,-1 1 0 0 0,1-1 0 0 0,-1 0 0 0 0,1 1 1 0 0,-1-1-1 0 0,1 0 0 0 0,-1-1 0 0 0,4 1 1 0 0,23-5 9 0 0,-1-1 1 0 0,1-2-1 0 0,-1 0 1 0 0,50-24 0 0 0,-50 20-13 0 0,0 0 0 0 0,0 3 0 0 0,1 0 0 0 0,37-6 1 0 0,-37 15-24 0 0,-28 0 25 0 0,0 0-1 0 0,0 0 0 0 0,0 0 1 0 0,0 0-1 0 0,0 0 1 0 0,0 0-1 0 0,0 1 0 0 0,-1-1 1 0 0,1 0-1 0 0,0 0 0 0 0,0 1 1 0 0,0-1-1 0 0,0 1 1 0 0,0-1-1 0 0,-1 1 0 0 0,1-1 1 0 0,0 1-1 0 0,-1 0 1 0 0,1-1-1 0 0,0 1 0 0 0,-1 0 1 0 0,1-1-1 0 0,-1 1 0 0 0,1 0 1 0 0,-1 0-1 0 0,1 0 1 0 0,0 1-1 0 0,-1 1 2 0 0,0 0 1 0 0,-1 0-1 0 0,1 1 0 0 0,-1-1 1 0 0,1 0-1 0 0,-1 0 0 0 0,0 0 1 0 0,0 0-1 0 0,0 0 0 0 0,-1 0 1 0 0,1 0-1 0 0,-1 0 0 0 0,0 0 1 0 0,1 0-1 0 0,-1-1 0 0 0,0 1 1 0 0,-1-1-1 0 0,-2 3 0 0 0,-6 9-27 0 0,-32 41-1635 0 0,13-18-4822 0 0,25-28 3365 0 0</inkml:trace>
</inkml:ink>
</file>

<file path=ppt/ink/ink7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3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0 150 448 0 0,'5'-77'6849'0'0,"-5"74"-6417"0"0,4-43 3606 0 0,-3 45-3757 0 0,10-22 2042 0 0,-11 37-2331 0 0,0-1-1 0 0,1 0 0 0 0,1 0 1 0 0,3 14-1 0 0,-3-20-919 0 0,0-1 0 0 0,0 1 0 0 0,1-1 0 0 0,0 1 0 0 0,1-1 0 0 0,4 7-1 0 0,2-7-4774 0 0</inkml:trace>
</inkml:ink>
</file>

<file path=ppt/ink/ink7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4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8 944 0 0,'0'-7'8608'0'0,"-2"31"-8716"0"0,2 0 1 0 0,1 0-1 0 0,2-1 1 0 0,6 37-1 0 0,11-28-5010 0 0</inkml:trace>
</inkml:ink>
</file>

<file path=ppt/ink/ink7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4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10 192 0 0,'0'0'869'0'0,"2"-9"5851"0"0,1 47-6040 0 0,0 0 0 0 0,-3 1 0 0 0,-8 75 0 0 0,-1 26 211 0 0,12-39-113 0 0,-3-101-773 0 0,0 0 0 0 0,0 1 0 0 0,0-1 0 0 0,0 0 0 0 0,0 0 0 0 0,0 1 0 0 0,0-1 0 0 0,0 0 0 0 0,0 0 0 0 0,0 1-1 0 0,0-1 1 0 0,0 0 0 0 0,1 0 0 0 0,-1 1 0 0 0,0-1 0 0 0,0 0 0 0 0,0 0 0 0 0,0 0 0 0 0,0 1 0 0 0,1-1 0 0 0,-1 0-1 0 0,0 0 1 0 0,0 0 0 0 0,0 0 0 0 0,1 0 0 0 0,-1 1 0 0 0,0-1 0 0 0,0 0 0 0 0,0 0 0 0 0,1 0 0 0 0,-1 0 0 0 0,0 0 0 0 0,0 0-1 0 0,1 0 1 0 0,-1 0 0 0 0,0 0 0 0 0,0 0 0 0 0,1 0 0 0 0,-1 0 0 0 0,0 0 0 0 0,0 0 0 0 0,1 0 0 0 0,-1 0 0 0 0,0 0-1 0 0,0 0 1 0 0,1 0 0 0 0,-1 0 0 0 0,0 0 0 0 0,0 0 0 0 0,1 0 0 0 0,-1-1 0 0 0,0 1 0 0 0,0 0 0 0 0,0 0 0 0 0,1 0-1 0 0,-1 0 1 0 0,0-1 0 0 0,0 1 0 0 0,0 0 0 0 0,0 0 0 0 0,0 0 0 0 0,1-1 0 0 0,24-26-19 0 0,0-2 1 0 0,-2 0 0 0 0,-2-2-1 0 0,19-33 1 0 0,41-58-195 0 0,-69 107 172 0 0,-5 5 15 0 0,1-1-1 0 0,1 1 0 0 0,0 1 1 0 0,13-12-1 0 0,-20 20 514 0 0,-7 6-391 0 0,-41 58 418 0 0,42-57-455 0 0,0 0 0 0 0,1 1 1 0 0,0 0-1 0 0,0-1 1 0 0,1 1-1 0 0,0 0 1 0 0,0 0-1 0 0,1 0 1 0 0,-2 13-1 0 0,4-17-59 0 0,-1 1 0 0 0,1 0 0 0 0,0-1 0 0 0,0 0 0 0 0,1 1 0 0 0,-1-1 0 0 0,1 0 0 0 0,-1 1 0 0 0,1-1 0 0 0,0 0 0 0 0,0 0 0 0 0,1 0 0 0 0,-1-1 0 0 0,0 1 0 0 0,1-1 0 0 0,0 1 0 0 0,-1-1 0 0 0,1 0 0 0 0,0 0 0 0 0,0 0 0 0 0,1 0 0 0 0,-1 0 0 0 0,0-1 0 0 0,4 2 0 0 0,12 5-1654 0 0,0-2 1 0 0,38 10-1 0 0,-51-15 735 0 0,2 1-2146 0 0</inkml:trace>
</inkml:ink>
</file>

<file path=ppt/ink/ink7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5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0 156 0 0,'0'0'2508'0'0,"-4"2"-1756"0"0,1-1-609 0 0,1 0 1 0 0,0 1-1 0 0,-1-1 0 0 0,1 0 0 0 0,0 1 0 0 0,0 0 1 0 0,0 0-1 0 0,0 0 0 0 0,0 0 0 0 0,0 0 0 0 0,0 0 0 0 0,1 0 1 0 0,-1 0-1 0 0,1 1 0 0 0,-1-1 0 0 0,1 0 0 0 0,0 1 0 0 0,0 0 1 0 0,0-1-1 0 0,1 1 0 0 0,-1-1 0 0 0,0 1 0 0 0,1 0 0 0 0,0 0 1 0 0,0-1-1 0 0,-1 1 0 0 0,2 0 0 0 0,-1-1 0 0 0,0 1 1 0 0,1 4-1 0 0,0-3-50 0 0,0-1-1 0 0,0 0 1 0 0,0 0 0 0 0,1 1 0 0 0,-1-1 0 0 0,1 0 0 0 0,-1 0 0 0 0,1 0 0 0 0,0 0 0 0 0,0-1-1 0 0,0 1 1 0 0,1-1 0 0 0,-1 1 0 0 0,1-1 0 0 0,-1 0 0 0 0,4 3 0 0 0,-5-4-58 0 0,0-1-1 0 0,0 1 1 0 0,1 0 0 0 0,-1-1-1 0 0,0 1 1 0 0,0-1 0 0 0,1 1 0 0 0,-1-1-1 0 0,0 0 1 0 0,1 1 0 0 0,-1-1 0 0 0,0 0-1 0 0,1 0 1 0 0,-1 0 0 0 0,1 0 0 0 0,-1 0-1 0 0,0 0 1 0 0,1 0 0 0 0,-1-1 0 0 0,0 1-1 0 0,1 0 1 0 0,-1-1 0 0 0,0 1 0 0 0,0-1-1 0 0,1 1 1 0 0,-1-1 0 0 0,0 0 0 0 0,0 0-1 0 0,0 1 1 0 0,0-1 0 0 0,0 0 0 0 0,0 0-1 0 0,0 0 1 0 0,0 0 0 0 0,0 0 0 0 0,0 0-1 0 0,0 0 1 0 0,-1-1 0 0 0,1 1 0 0 0,0-2-1 0 0,1-1 36 0 0,-1 1 0 0 0,-1 0 0 0 0,1-1 0 0 0,0 1 0 0 0,-1 0-1 0 0,0-1 1 0 0,0 1 0 0 0,0-1 0 0 0,0 1 0 0 0,0-1 0 0 0,-1 1-1 0 0,1 0 1 0 0,-1-1 0 0 0,0 1 0 0 0,0 0 0 0 0,0-1 0 0 0,-1 1-1 0 0,1 0 1 0 0,-1 0 0 0 0,1 0 0 0 0,-1 0 0 0 0,0 0 0 0 0,0 1 0 0 0,-1-1-1 0 0,-2-2 1 0 0,1 0 16 0 0,3 3-12 0 0,-11-6-332 0 0,-1 14-904 0 0,-4 7-5168 0 0</inkml:trace>
</inkml:ink>
</file>

<file path=ppt/ink/ink7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5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49 612 0 0,'3'-12'2163'0'0,"11"-24"5904"0"0,0 88-7097 0 0,-9 181 251 0 0,3-153-429 0 0,24-103-572 0 0,-11 5-112 0 0,-1-2-1 0 0,-1 0 1 0 0,27-38 0 0 0,-3 3-10 0 0,-30 43 113 0 0,-26 37-157 0 0,-12 20 54 0 0,23-38-72 0 0,0-3-33 0 0,1-1-1 0 0,1 0 1 0 0,-1 0 0 0 0,0 0 0 0 0,1 1 0 0 0,-1-1 0 0 0,1 0 0 0 0,0 1-1 0 0,0-1 1 0 0,1 0 0 0 0,-1 1 0 0 0,1-1 0 0 0,-1 0 0 0 0,1 0 0 0 0,0 0-1 0 0,0 1 1 0 0,0-1 0 0 0,1 0 0 0 0,-1 0 0 0 0,3 3 0 0 0,-2-3-101 0 0,-1-1 0 0 0,0 0 0 0 0,1 0 0 0 0,0 0 0 0 0,-1 0 0 0 0,1 0 0 0 0,0-1 0 0 0,0 1 0 0 0,0 0 0 0 0,0-1 0 0 0,0 1 0 0 0,0-1 0 0 0,0 0 0 0 0,1 0 0 0 0,-1 0 0 0 0,4 1 0 0 0,31 4-7863 0 0,-24-6 4913 0 0</inkml:trace>
</inkml:ink>
</file>

<file path=ppt/ink/ink7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6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88 337 184 0 0,'0'0'2066'0'0,"6"-11"1135"0"0,-6 11-3133 0 0,0 0 0 0 0,-1 0 0 0 0,1 0 1 0 0,0 0-1 0 0,0 0 0 0 0,0 0 0 0 0,0 0 1 0 0,-1 0-1 0 0,1-1 0 0 0,0 1 0 0 0,0 0 0 0 0,0 0 1 0 0,0 0-1 0 0,-1 0 0 0 0,1 0 0 0 0,0 0 0 0 0,0 0 1 0 0,0 0-1 0 0,0 0 0 0 0,0 0 0 0 0,0-1 1 0 0,-1 1-1 0 0,1 0 0 0 0,0 0 0 0 0,0 0 0 0 0,0 0 1 0 0,0 0-1 0 0,0 0 0 0 0,0-1 0 0 0,0 1 0 0 0,0 0 1 0 0,0 0-1 0 0,0 0 0 0 0,0 0 0 0 0,0-1 1 0 0,0 1-1 0 0,0 0 0 0 0,0 0 0 0 0,0 0 0 0 0,0 0 1 0 0,0-1-1 0 0,0 1 0 0 0,0 0 0 0 0,0 0 0 0 0,0 0 1 0 0,0 0-1 0 0,0 0 0 0 0,0-1 0 0 0,0 1 0 0 0,0 0 1 0 0,0 0-1 0 0,0 0 0 0 0,0 0 0 0 0,0 0 1 0 0,0-1-1 0 0,1 1 0 0 0,-1 0 0 0 0,0 0 0 0 0,0 0 1 0 0,0 0-1 0 0,0 0 0 0 0,0 0 0 0 0,1 0 0 0 0,-1 0 1 0 0,0-1-1 0 0,-7 5 81 0 0,-1 0 1 0 0,1 0-1 0 0,0 1 0 0 0,0 0 0 0 0,1 0 1 0 0,0 1-1 0 0,0 0 0 0 0,0 0 1 0 0,0 0-1 0 0,1 0 0 0 0,0 1 1 0 0,0 0-1 0 0,-5 11 0 0 0,9-15-59 0 0,8 22 330 0 0,-3-25-445 0 0,0 1-1 0 0,-1-1 1 0 0,1 0 0 0 0,0 0-1 0 0,0 0 1 0 0,-1-1 0 0 0,1 1-1 0 0,0-1 1 0 0,-1 0-1 0 0,1 0 1 0 0,0 0 0 0 0,-1 0-1 0 0,1-1 1 0 0,-1 1 0 0 0,0-1-1 0 0,4-3 1 0 0,54-37-762 0 0,-59 41 738 0 0,24 3-332 0 0,-24 0 379 0 0,0-1 0 0 0,0 1 0 0 0,0 0 0 0 0,0-1 0 0 0,1 1 1 0 0,-1-1-1 0 0,0 0 0 0 0,0 0 0 0 0,1 0 0 0 0,-1 0 0 0 0,1 0 0 0 0,-1 0 0 0 0,1-1 0 0 0,-1 1 0 0 0,1-1 0 0 0,0 0 1 0 0,-1 0-1 0 0,1 0 0 0 0,-1 0 0 0 0,1 0 0 0 0,0 0 0 0 0,-1-1 0 0 0,1 1 0 0 0,-1-1 0 0 0,1 0 0 0 0,-1 1 0 0 0,1-1 1 0 0,-1-1-1 0 0,4-1 0 0 0,2-2 8 0 0,-1-1 0 0 0,0 1 0 0 0,0-1 0 0 0,0-1 0 0 0,-1 1 0 0 0,0-1 0 0 0,9-14 0 0 0,9-14 13 0 0,-1-1 0 0 0,-2 0 0 0 0,-2-2 0 0 0,29-78 0 0 0,-47 112-15 0 0,2-5 198 0 0,0 1 0 0 0,-1-1 0 0 0,0 1 0 0 0,1-14-1 0 0,-3 20-73 0 0,-1 2-110 0 0,1 0-1 0 0,-1-1 0 0 0,1 1 1 0 0,-1 0-1 0 0,1 0 0 0 0,-1 0 1 0 0,1 0-1 0 0,-1 0 0 0 0,1 0 1 0 0,-1 0-1 0 0,1 0 0 0 0,-1 0 1 0 0,1 0-1 0 0,-1 0 0 0 0,1 0 1 0 0,-1 0-1 0 0,1 0 0 0 0,-1 0 1 0 0,1 1-1 0 0,-1-1 0 0 0,1 0 0 0 0,-1 0 1 0 0,1 1-1 0 0,-1-1 0 0 0,1 0 1 0 0,-1 0-1 0 0,1 1 0 0 0,0-1 1 0 0,-1 1-1 0 0,1-1 0 0 0,0 0 1 0 0,-1 1-1 0 0,1-1 0 0 0,0 1 1 0 0,-1 0-1 0 0,-19 30 202 0 0,14-20-184 0 0,0 1 0 0 0,1-1 0 0 0,1 1-1 0 0,-4 13 1 0 0,6-10-5 0 0,1-1 0 0 0,0 0 0 0 0,1 0-1 0 0,0 1 1 0 0,1-1 0 0 0,4 20 0 0 0,-4-29-41 0 0,1 1 0 0 0,-1 0 0 0 0,1-1 0 0 0,0 1 0 0 0,0-1 0 0 0,1 0 0 0 0,-1 0 0 0 0,1 0 1 0 0,0 0-1 0 0,1 0 0 0 0,-1 0 0 0 0,1-1 0 0 0,0 0 0 0 0,0 1 0 0 0,0-2 0 0 0,1 1 0 0 0,-1 0 0 0 0,7 3 1 0 0,-9-6 4 0 0,1 0 0 0 0,-1-1 1 0 0,1 1-1 0 0,0 0 1 0 0,-1-1-1 0 0,1 0 1 0 0,0 0-1 0 0,-1 1 1 0 0,1-2-1 0 0,0 1 0 0 0,-1 0 1 0 0,1 0-1 0 0,0-1 1 0 0,-1 1-1 0 0,1-1 1 0 0,-1 0-1 0 0,5-2 0 0 0,28-3 1899 0 0,-28 7-2036 0 0,0 1-1 0 0,0 0 1 0 0,0 0-1 0 0,0 1 1 0 0,0 0-1 0 0,0 0 1 0 0,-1 1-1 0 0,1-1 1 0 0,-1 1-1 0 0,7 6 1 0 0,-12-9-576 0 0</inkml:trace>
</inkml:ink>
</file>

<file path=ppt/ink/ink7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7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51 308 0 0,'29'-27'5245'0'0,"-23"24"-5069"0"0,-1 0 0 0 0,0 0 0 0 0,1 1 0 0 0,-1-1 0 0 0,1 1 0 0 0,0 0 0 0 0,0 1 0 0 0,0-1 0 0 0,0 1 0 0 0,6 0 0 0 0,-10 1-935 0 0,12 0-2583 0 0,-11 0 1434 0 0</inkml:trace>
</inkml:ink>
</file>

<file path=ppt/ink/ink7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7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1 736 0 0,'9'0'1471'0'0,"-1"0"0"0"0,1 1 0 0 0,0 0 0 0 0,-1 1 0 0 0,12 3-1 0 0,-2-1-637 0 0,-16-4-375 0 0,1-1-264 0 0,49-6 1435 0 0,-52 7-1610 0 0,0 0 7 0 0,5 4-4 0 0,-6 19 55 0 0,-4-14 141 0 0,-7 12-4163 0 0,5-10-39 0 0</inkml:trace>
</inkml:ink>
</file>

<file path=ppt/ink/ink7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8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197 534 604 0 0,'-5'16'4379'0'0,"5"-15"-4135"0"0,0-1 0 0 0,0 1 0 0 0,0-1 0 0 0,0 1 1 0 0,0-1-1 0 0,-1 1 0 0 0,1-1 0 0 0,0 1 0 0 0,0-1 1 0 0,0 1-1 0 0,-1-1 0 0 0,1 1 0 0 0,0-1 0 0 0,-1 1 0 0 0,1-1 1 0 0,0 0-1 0 0,-1 1 0 0 0,1-1 0 0 0,0 1 0 0 0,-1-1 1 0 0,1 0-1 0 0,-1 0 0 0 0,1 1 0 0 0,-1-1 0 0 0,1 0 1 0 0,0 0-1 0 0,-1 1 0 0 0,1-1 0 0 0,-1 0 0 0 0,0 0 0 0 0,-8-7-96 0 0,1-1 0 0 0,1-1-1 0 0,0 1 1 0 0,0-1-1 0 0,0-1 1 0 0,1 1-1 0 0,1-1 1 0 0,0 0 0 0 0,0 0-1 0 0,1-1 1 0 0,0 1-1 0 0,1-1 1 0 0,-3-16-1 0 0,0-2-72 0 0,2 0 0 0 0,1-1-1 0 0,2 1 1 0 0,1-33-1 0 0,2 42-51 0 0,0 0-1 0 0,1 0 0 0 0,1 0 1 0 0,1 0-1 0 0,0 1 0 0 0,2 0 1 0 0,0 0-1 0 0,1 1 0 0 0,15-25 1 0 0,-9 28-34 0 0,-10 25-13 0 0,-4-5 18 0 0,-1 1 1 0 0,0-1 0 0 0,0 1 0 0 0,0-1-1 0 0,0 1 1 0 0,-4 6 0 0 0,-153 268-109 0 0,157-279 109 0 0,1 8 31 0 0,3 6 273 0 0,23-13-941 0 0,26-9-1168 0 0,4-3-4795 0 0,-30 5 3065 0 0</inkml:trace>
</inkml:ink>
</file>

<file path=ppt/ink/ink7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8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299 19 168 0 0,'1'-13'2353'0'0,"-1"13"-2248"0"0,0 0-1 0 0,-1 0 1 0 0,1 0 0 0 0,0 0-1 0 0,0 0 1 0 0,0 1-1 0 0,0-1 1 0 0,0 0-1 0 0,-1 0 1 0 0,1 0-1 0 0,0 0 1 0 0,0 0-1 0 0,0 0 1 0 0,-1 0-1 0 0,1 0 1 0 0,0 0-1 0 0,0 0 1 0 0,0 0-1 0 0,-1 0 1 0 0,1 0-1 0 0,0 0 1 0 0,0 0 0 0 0,0 0-1 0 0,0 0 1 0 0,-1 0-1 0 0,1 0 1 0 0,0 0-1 0 0,0 0 1 0 0,0 0-1 0 0,-1-1 1 0 0,1 1-1 0 0,0 0 1 0 0,0 0-1 0 0,0 0 1 0 0,0 0-1 0 0,0 0 1 0 0,-1 0-1 0 0,1-1 1 0 0,0 1-1 0 0,0 0 1 0 0,0 0 0 0 0,0 0-1 0 0,0 0 1 0 0,0-1-1 0 0,0 1 1 0 0,0 0-1 0 0,0 0 1 0 0,-1 0-1 0 0,1 0 1 0 0,0-1-1 0 0,0 1 1 0 0,0 0-1 0 0,0 0 1 0 0,0 0-1 0 0,0-1 1 0 0,0 1-1 0 0,0 0 1 0 0,0 0 0 0 0,0 0-1 0 0,1-1 1 0 0,-1 1-1 0 0,0 0 1 0 0,0 0-1 0 0,0 0 1 0 0,0-1-1 0 0,-2 4-42 0 0,-144 149 3143 0 0,120-120-2585 0 0,1 0 0 0 0,1 2-1 0 0,-25 48 1 0 0,45-74-404 0 0,0 1-1 0 0,1-1 1 0 0,1 1-1 0 0,-1 0 1 0 0,-1 14 0 0 0,4-21-44 0 0,1-2-148 0 0,-1 0-1 0 0,1 1 1 0 0,0-1-1 0 0,0 1 1 0 0,0-1 0 0 0,0 0-1 0 0,0 0 1 0 0,0 0-1 0 0,-1 1 1 0 0,1-1-1 0 0,0 0 1 0 0,0 0-1 0 0,0 0 1 0 0,0 0 0 0 0,0-1-1 0 0,0 1 1 0 0,0 0-1 0 0,-1 0 1 0 0,1 0-1 0 0,2-1 1 0 0,188-92 52 0 0,-186 92-87 0 0,0 0 0 0 0,0 0 1 0 0,0 0-1 0 0,0 1 0 0 0,0 0 0 0 0,0 0 0 0 0,0 0 1 0 0,0 1-1 0 0,0-1 0 0 0,0 1 0 0 0,0 0 1 0 0,0 1-1 0 0,0-1 0 0 0,-1 1 0 0 0,1 0 1 0 0,5 3-1 0 0,-6-3 19 0 0,0 1 0 0 0,0-1 0 0 0,1-1 0 0 0,-1 1 0 0 0,1-1 0 0 0,-1 0 0 0 0,1 0 0 0 0,0 0 0 0 0,-1 0 0 0 0,1-1 0 0 0,0 0 0 0 0,-1 0 0 0 0,1 0 0 0 0,0 0 0 0 0,0-1 0 0 0,-1 0 0 0 0,1 0 0 0 0,-1 0 0 0 0,8-3 0 0 0,-7 1 26 0 0,-1 0 0 0 0,1 0 0 0 0,-1 0 0 0 0,0-1 0 0 0,0 0 0 0 0,0 0 0 0 0,0 0-1 0 0,-1 0 1 0 0,0 0 0 0 0,0-1 0 0 0,0 1 0 0 0,0-1 0 0 0,0 0 0 0 0,1-6 0 0 0,3-8 101 0 0,-1 1 1 0 0,5-31-1 0 0,-7 29-66 0 0,-3-20-2154 0 0,-1 39 1176 0 0</inkml:trace>
</inkml:ink>
</file>

<file path=ppt/ink/ink7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49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0 330 880 0 0,'4'-1'935'0'0,"-2"0"-728"0"0,74-31 4249 0 0,-70 29-4056 0 0,0-1 0 0 0,0 1 0 0 0,0-1 1 0 0,-1 0-1 0 0,1-1 0 0 0,-1 0 0 0 0,0 1 0 0 0,-1-2 0 0 0,9-10 1 0 0,-12 16-342 0 0,-1-1 1 0 0,1 0 0 0 0,-1 1 0 0 0,1-1 0 0 0,-1 0-1 0 0,1 0 1 0 0,-1 0 0 0 0,0 0 0 0 0,1 1 0 0 0,-1-1-1 0 0,0 0 1 0 0,0 0 0 0 0,0 0 0 0 0,1 0 0 0 0,-1 0-1 0 0,0 0 1 0 0,0 0 0 0 0,0 0 0 0 0,0 0 0 0 0,-1 0-1 0 0,1 0 1 0 0,0 1 0 0 0,0-1 0 0 0,-1 0 0 0 0,1 0-1 0 0,0 0 1 0 0,-1 0 0 0 0,1 0 0 0 0,-1 1 0 0 0,1-1-1 0 0,-1 0 1 0 0,1 0 0 0 0,-1 1 0 0 0,0-2-1 0 0,-7-13 525 0 0,7 14-565 0 0,0 1 0 0 0,0 0 0 0 0,0-1 1 0 0,0 1-1 0 0,0 0 0 0 0,0 0 0 0 0,0-1 0 0 0,0 1 0 0 0,0 0 1 0 0,0 0-1 0 0,0 0 0 0 0,-1 1 0 0 0,1-1 0 0 0,0 0 0 0 0,0 0 1 0 0,0 1-1 0 0,0-1 0 0 0,0 0 0 0 0,0 1 0 0 0,0-1 0 0 0,-2 2 1 0 0,-25 9 187 0 0,25-9-189 0 0,-1 1 0 0 0,1-1-1 0 0,0 1 1 0 0,0-1 0 0 0,0 1-1 0 0,1 0 1 0 0,-1 0 0 0 0,1 1-1 0 0,-1-1 1 0 0,1 0 0 0 0,0 1-1 0 0,1-1 1 0 0,-1 1 0 0 0,0 0-1 0 0,1-1 1 0 0,0 1 0 0 0,0 0-1 0 0,0 0 1 0 0,0 0 0 0 0,0 5-1 0 0,2-7-26 0 0,-1 1-1 0 0,1-1 1 0 0,-1 1-1 0 0,1-1 1 0 0,0 1-1 0 0,0-1 1 0 0,0 0-1 0 0,0 0 1 0 0,0 1-1 0 0,0-1 1 0 0,1 0-1 0 0,-1 0 1 0 0,1 0-1 0 0,0-1 1 0 0,-1 1-1 0 0,1 0 1 0 0,0 0-1 0 0,0-1 1 0 0,0 1-1 0 0,0-1 1 0 0,0 0-1 0 0,0 0 1 0 0,1 0-1 0 0,-1 0 1 0 0,0 0-1 0 0,1 0 1 0 0,-1 0-1 0 0,0-1 1 0 0,1 1-1 0 0,-1-1 1 0 0,1 0-1 0 0,-1 0 1 0 0,1 1-1 0 0,3-2 1 0 0,140 2-373 0 0,-121 0 309 0 0,-24-1 64 0 0,1 0 1 0 0,-1-1-1 0 0,1 1 1 0 0,-1 0-1 0 0,1 0 1 0 0,-1 0-1 0 0,1 0 1 0 0,-1 1-1 0 0,1-1 1 0 0,-1 0-1 0 0,1 0 1 0 0,-1 1-1 0 0,1-1 1 0 0,-1 1-1 0 0,0 0 1 0 0,1-1-1 0 0,-1 1 1 0 0,0 0-1 0 0,1 0 1 0 0,-1 0-1 0 0,0 0 1 0 0,0 0-1 0 0,0 0 1 0 0,0 0-1 0 0,0 0 1 0 0,0 0-1 0 0,0 0 1 0 0,0 1-1 0 0,0-1 1 0 0,0 0-1 0 0,-1 1 1 0 0,1-1-1 0 0,0 2 1 0 0,-1-2-8 0 0,0 0-1 0 0,0 0 1 0 0,1-1 0 0 0,-1 1-1 0 0,0 0 1 0 0,1 0 0 0 0,-1 0-1 0 0,0-1 1 0 0,1 1 0 0 0,-1 0-1 0 0,1-1 1 0 0,-1 1 0 0 0,1 0-1 0 0,0-1 1 0 0,-1 1 0 0 0,1 0-1 0 0,0-1 1 0 0,-1 1 0 0 0,1-1-1 0 0,0 0 1 0 0,0 1 0 0 0,-1-1-1 0 0,1 1 1 0 0,0-1 0 0 0,0 0-1 0 0,0 0 1 0 0,-1 0 0 0 0,1 1 0 0 0,0-1-1 0 0,0 0 1 0 0,0 0 0 0 0,1 0-1 0 0,29-18-190 0 0,4-12 250 0 0,0-2 0 0 0,-2-1-1 0 0,-1-1 1 0 0,-2-2 0 0 0,49-78-1 0 0,-77 111 15 0 0,10-15 832 0 0,0 1 1 0 0,22-24-1 0 0,-33 40-46 0 0,-3 26-514 0 0,-2 17 129 0 0,-12 51 1 0 0,0 3-134 0 0,6-42-2186 0 0,-3-18-7484 0 0,7-25 5674 0 0</inkml:trace>
</inkml:ink>
</file>

<file path=ppt/ink/ink7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50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46 964 0 0,'5'-5'919'0'0,"1"0"0"0"0,0 1 0 0 0,1 0 0 0 0,-1 0 0 0 0,1 0 0 0 0,0 1 0 0 0,7-3 0 0 0,28-4 1117 0 0,-5 9-3204 0 0,3 5-3428 0 0,-28-2 2016 0 0</inkml:trace>
</inkml:ink>
</file>

<file path=ppt/ink/ink7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50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120 187 732 0 0,'0'0'1759'0'0,"-24"23"1831"0"0,0 8-1554 0 0,-25 43 1 0 0,27-40-1227 0 0,44-70 1916 0 0,9-17-2378 0 0,2 2 0 0 0,68-80 0 0 0,-21 55-389 0 0,-79 74 30 0 0,0 6-82 0 0,4 32 65 0 0,-5-32 29 0 0,0 1-1 0 0,0 0 0 0 0,1 0 0 0 0,-1 0 1 0 0,1-1-1 0 0,0 1 0 0 0,1 0 0 0 0,-1-1 1 0 0,3 6-1 0 0,3 3 3 0 0,-1 0 0 0 0,-1 0-1 0 0,0 1 1 0 0,-1 0 0 0 0,0 0 0 0 0,-1 0 0 0 0,-1 0 0 0 0,2 27-1 0 0,-4-34 3 0 0,-1 1 0 0 0,1-1 0 0 0,-1 0 0 0 0,0 1 0 0 0,-1-1 0 0 0,0 0 0 0 0,0 0 0 0 0,0 0 1 0 0,-1 0-1 0 0,0 0 0 0 0,-1 0 0 0 0,1-1 0 0 0,-1 1 0 0 0,0-1 0 0 0,-1 0 0 0 0,0-1 0 0 0,0 1 0 0 0,-8 6 0 0 0,12-11-23 0 0,-1 1 0 0 0,1-1 1 0 0,-1-1-1 0 0,1 1 1 0 0,-1 0-1 0 0,0 0 0 0 0,1 0 1 0 0,-1-1-1 0 0,0 1 1 0 0,0-1-1 0 0,0 0 1 0 0,1 1-1 0 0,-1-1 0 0 0,0 0 1 0 0,0 0-1 0 0,0 0 1 0 0,0 0-1 0 0,0-1 0 0 0,1 1 1 0 0,-1 0-1 0 0,0-1 1 0 0,0 1-1 0 0,1-1 0 0 0,-1 0 1 0 0,0 1-1 0 0,0-1 1 0 0,-2-2-1 0 0,2 2-314 0 0,-4-4-451 0 0,-1-1-1378 0 0,-2-6-6335 0 0</inkml:trace>
</inkml:ink>
</file>

<file path=ppt/ink/ink7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52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178 320 484 0 0,'-1'-25'6513'0'0,"1"23"-6367"0"0,-1 1-1 0 0,0-1 1 0 0,0 1-1 0 0,0-1 1 0 0,0 1-1 0 0,0 0 1 0 0,0-1-1 0 0,-1 1 0 0 0,1 0 1 0 0,0 0-1 0 0,-1 0 1 0 0,1 0-1 0 0,-1 0 1 0 0,1 0-1 0 0,-1 1 1 0 0,1-1-1 0 0,-1 0 1 0 0,1 1-1 0 0,-1-1 0 0 0,0 1 1 0 0,1-1-1 0 0,-1 1 1 0 0,-3 0-1 0 0,3 0 85 0 0,-22 4 487 0 0,16-2-564 0 0,-1 1-1 0 0,1 0 1 0 0,0 0-1 0 0,0 0 1 0 0,1 1 0 0 0,-1 1-1 0 0,1-1 1 0 0,0 1-1 0 0,0 0 1 0 0,0 1-1 0 0,1 0 1 0 0,0 0 0 0 0,-10 13-1 0 0,15-18-148 0 0,1 0 0 0 0,-1 0-1 0 0,1 0 1 0 0,0 0 0 0 0,-1 0 0 0 0,1 0-1 0 0,0 0 1 0 0,0 0 0 0 0,0 0 0 0 0,0 0-1 0 0,0 0 1 0 0,0 0 0 0 0,0 0 0 0 0,0 0-1 0 0,0 1 1 0 0,0-1 0 0 0,0 0 0 0 0,1 0-1 0 0,-1 0 1 0 0,0 0 0 0 0,1 0 0 0 0,-1 0-1 0 0,1 0 1 0 0,-1-1 0 0 0,1 1 0 0 0,0 0-1 0 0,-1 0 1 0 0,1 0 0 0 0,0 0 0 0 0,0-1-1 0 0,-1 1 1 0 0,1 0 0 0 0,0-1 0 0 0,0 1-1 0 0,0-1 1 0 0,0 1 0 0 0,0-1 0 0 0,0 1-1 0 0,0-1 1 0 0,0 1 0 0 0,0-1-1 0 0,1 0 1 0 0,55 12-267 0 0,-39-9 204 0 0,-12-1 12 0 0,0-1 0 0 0,0 0 0 0 0,0 0 0 0 0,0 0 0 0 0,0-1 0 0 0,0 0 0 0 0,0 0 0 0 0,0-1 0 0 0,1 1 0 0 0,-1-1 0 0 0,0-1 0 0 0,0 1 1 0 0,-1-1-1 0 0,1 0 0 0 0,0-1 0 0 0,0 1 0 0 0,7-6 0 0 0,1-2-1 0 0,0-1 0 0 0,-1-1 1 0 0,-1-1-1 0 0,0 0 0 0 0,11-15 0 0 0,-21 26 83 0 0,1 4-26 0 0,8 7 1 0 0,6 11 13 0 0,-16-18-20 0 0,-1-1 0 0 0,1 1 0 0 0,0-1 0 0 0,0 1 0 0 0,0-1 0 0 0,1 1 0 0 0,-1-1 0 0 0,0 0 0 0 0,0 1-1 0 0,1-1 1 0 0,-1 0 0 0 0,1 0 0 0 0,-1 0 0 0 0,1 0 0 0 0,-1 0 0 0 0,1 0 0 0 0,0-1 0 0 0,-1 1 0 0 0,1 0 0 0 0,3 0-1 0 0,25 1-216 0 0,0 0-1 0 0,1-2 0 0 0,56-8 0 0 0,-43 0-87 0 0,0-2 0 0 0,52-20 0 0 0,-82 25 271 0 0,-10 3 146 0 0,-1 0 1 0 0,0 0 0 0 0,1 0-1 0 0,-1 0 1 0 0,0-1 0 0 0,0 0 0 0 0,0 1-1 0 0,-1-1 1 0 0,1 0 0 0 0,-1-1-1 0 0,0 1 1 0 0,3-4 0 0 0,-4 5 283 0 0,-4 8-354 0 0,-69 143 165 0 0,-21 48-10 0 0,74-152-113 0 0,-33 56-1 0 0,246-239-2569 0 0,-120 87 1920 0 0,-14 11 1172 0 0,-2-3 0 0 0,61-57 0 0 0,-93 77 289 0 0,16-19 1826 0 0,-41 41-2260 0 0,0 2-391 0 0,0 0 0 0 0,0-1 0 0 0,1 1 0 0 0,-1 0 0 0 0,0-1 0 0 0,0 1 0 0 0,0 0 0 0 0,0 0 0 0 0,0 0 0 0 0,0 0 0 0 0,0 0 0 0 0,0 0 0 0 0,-1 1 0 0 0,1-1 0 0 0,0 0 0 0 0,-1 0 0 0 0,1 0 0 0 0,0 3 0 0 0,0-2-61 0 0,0 1-1 0 0,1 0 1 0 0,-1-1 0 0 0,1 1 0 0 0,-1-1-1 0 0,1 0 1 0 0,0 1 0 0 0,0-1-1 0 0,0 0 1 0 0,0 0 0 0 0,0 0 0 0 0,0-1-1 0 0,1 1 1 0 0,-1 0 0 0 0,0-1 0 0 0,1 1-1 0 0,0-1 1 0 0,-1 0 0 0 0,1 0 0 0 0,0 0-1 0 0,3 1 1 0 0,8-2-28 0 0,1 0 0 0 0,-1-1 0 0 0,0 0 0 0 0,0-1 0 0 0,0-1-1 0 0,0 0 1 0 0,0-1 0 0 0,-1-1 0 0 0,1 0 0 0 0,-1 0 0 0 0,0-1 0 0 0,-1-1 0 0 0,1 0 0 0 0,-1-1 0 0 0,-1-1 0 0 0,0 1 0 0 0,20-21 0 0 0,-14 11 147 0 0,-1 0 0 0 0,-1-2 0 0 0,0 0 0 0 0,-1-1 1 0 0,-2 0-1 0 0,0-1 0 0 0,-1 0 0 0 0,-1-1 0 0 0,12-40 1 0 0,-15 37 1289 0 0,-120 309-871 0 0,90-225-697 0 0,12-28-1147 0 0,-1-1-1 0 0,-1-1 1 0 0,-22 34-1 0 0,6-18-6289 0 0,19-22 3228 0 0</inkml:trace>
</inkml:ink>
</file>

<file path=ppt/ink/ink7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52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26 652 0 0,'-8'-6'12978'0'0,"7"7"-13027"0"0,1 0 1 0 0,0 0-1 0 0,-1 0 1 0 0,1-1-1 0 0,0 1 1 0 0,-1 0-1 0 0,1 0 0 0 0,0 0 1 0 0,0 0-1 0 0,0 0 1 0 0,0-1-1 0 0,0 1 1 0 0,0 0-1 0 0,0 0 0 0 0,0 0 1 0 0,0 0-1 0 0,1 0 1 0 0,-1 0-1 0 0,0-1 1 0 0,0 1-1 0 0,1 0 0 0 0,-1 0 1 0 0,0 0-1 0 0,1-1 1 0 0,-1 1-1 0 0,1 0 1 0 0,-1 0-1 0 0,1-1 1 0 0,0 1-1 0 0,-1 0 0 0 0,1-1 1 0 0,0 1-1 0 0,-1-1 1 0 0,1 1-1 0 0,0-1 1 0 0,0 1-1 0 0,-1-1 0 0 0,1 0 1 0 0,0 1-1 0 0,0-1 1 0 0,0 0-1 0 0,0 1 1 0 0,-1-1-1 0 0,1 0 0 0 0,0 0 1 0 0,0 0-1 0 0,0 0 1 0 0,0 0-1 0 0,0 0 1 0 0,0 0-1 0 0,-1 0 0 0 0,1 0 1 0 0,0-1-1 0 0,0 1 1 0 0,0 0-1 0 0,1-1 1 0 0,24-4-1399 0 0,49-18 0 0 0,-20 6 4325 0 0,-53 16-2244 0 0,-2 1-560 0 0,1-1 0 0 0,-1 1 0 0 0,1 0-1 0 0,-1 0 1 0 0,0-1 0 0 0,1 1 0 0 0,-1 0-1 0 0,1 0 1 0 0,-1 0 0 0 0,0 0 0 0 0,1-1-1 0 0,-1 1 1 0 0,1 0 0 0 0,-1 0 0 0 0,1 0-1 0 0,-1 0 1 0 0,0 0 0 0 0,1 0 0 0 0,-1 0-1 0 0,1 0 1 0 0,-1 0 0 0 0,1 0 0 0 0,-1 1-1 0 0,1-1 1 0 0,-1 0 0 0 0,0 0 0 0 0,1 0-1 0 0,-1 0 1 0 0,1 1 0 0 0,-1-1 0 0 0,0 0-1 0 0,1 0 1 0 0,-1 1 0 0 0,0-1 0 0 0,1 0-1 0 0,-1 1 1 0 0,0-1 0 0 0,0 0 0 0 0,1 1-1 0 0,-1-1 1 0 0,0 0 0 0 0,0 1-1 0 0,1-1 1 0 0,-1 1 0 0 0,0-1 0 0 0,0 0-1 0 0,0 1 1 0 0,0-1 0 0 0,0 1 0 0 0,0-1-1 0 0,0 1 1 0 0,1-1 0 0 0,-1 1 0 0 0,0-1-1 0 0,-1 0 1 0 0,1 1 0 0 0,0-1 0 0 0,0 1-1 0 0,0-1 1 0 0,0 1 0 0 0,0-1 0 0 0,0 0-1 0 0,-1 1 1 0 0,-10 17-595 0 0,-1-1-1 0 0,-1 0 0 0 0,-17 17 1 0 0,-25 20-7226 0 0,37-38 4164 0 0</inkml:trace>
</inkml:ink>
</file>

<file path=ppt/ink/ink7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2:53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26 316 0 0,'0'0'1536'0'0,"-8"-15"2243"0"0,8 14-3607 0 0,0 1 0 0 0,0-1 0 0 0,0 1 0 0 0,0-1 0 0 0,0 1 0 0 0,-1-1 0 0 0,1 1 0 0 0,0-1 0 0 0,0 1 0 0 0,-1 0 0 0 0,1-1-1 0 0,0 1 1 0 0,-1-1 0 0 0,1 1 0 0 0,0 0 0 0 0,-1-1 0 0 0,1 1 0 0 0,-1 0 0 0 0,1-1 0 0 0,-1 1 0 0 0,1 0 0 0 0,-1-1 0 0 0,1 1 0 0 0,-1 0 0 0 0,1 0 0 0 0,-1 0 0 0 0,1 0 0 0 0,-1 0 0 0 0,1-1 0 0 0,-1 1 0 0 0,0 0 0 0 0,-1 2-148 0 0,0-1 1 0 0,1 1-1 0 0,-1 0 1 0 0,1-1-1 0 0,0 1 1 0 0,-1 0 0 0 0,1 0-1 0 0,0 0 1 0 0,0 0-1 0 0,0 0 1 0 0,0 0-1 0 0,1 0 1 0 0,-1 1-1 0 0,0-1 1 0 0,1 0 0 0 0,-1 4-1 0 0,1-4 29 0 0,2 5-184 0 0,-2-6 97 0 0,0 0-1 0 0,0 0 1 0 0,0 0 0 0 0,0-1 0 0 0,0 1 0 0 0,0 0 0 0 0,1 0 0 0 0,-1 0 0 0 0,0-1 0 0 0,0 1 0 0 0,1 0-1 0 0,-1 0 1 0 0,0-1 0 0 0,1 1 0 0 0,-1 0 0 0 0,1-1 0 0 0,-1 1 0 0 0,1 0 0 0 0,-1-1 0 0 0,1 1 0 0 0,-1-1 0 0 0,1 1-1 0 0,1 0 1 0 0,1 0-17 0 0,0-1 0 0 0,0 0-1 0 0,0 1 1 0 0,0-1 0 0 0,0 0 0 0 0,0 0-1 0 0,0-1 1 0 0,0 1 0 0 0,0 0-1 0 0,0-1 1 0 0,0 0 0 0 0,0 0 0 0 0,0 0-1 0 0,0 0 1 0 0,-1 0 0 0 0,1-1 0 0 0,0 1-1 0 0,-1-1 1 0 0,1 0 0 0 0,-1 0-1 0 0,0 0 1 0 0,3-2 0 0 0,17-11 102 0 0,-21 14 124 0 0,0 1-59 0 0,-1-1 1 0 0,0 1-1 0 0,1-1 1 0 0,-1 1-1 0 0,0-1 1 0 0,1 1-1 0 0,-1-1 1 0 0,1 1-1 0 0,-1-1 1 0 0,0 1-1 0 0,1 0 1 0 0,-1-1-1 0 0,1 1 1 0 0,-1 0-1 0 0,1 0 1 0 0,0-1-1 0 0,-1 1 1 0 0,1 0-1 0 0,-1 0 1 0 0,1 0-1 0 0,-1 0 1 0 0,1-1-1 0 0,0 1 0 0 0,-10 59-1720 0 0,4-18-4504 0 0</inkml:trace>
</inkml:ink>
</file>

<file path=ppt/ink/ink7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3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7 439 13485 0 0,'-3'5'77'0'0,"-1"0"-44"0"0,6-3 179 0 0,58-29 72 0 0,-1-3 0 0 0,83-55 1 0 0,-95 55-185 0 0,-23 16-35 0 0,-2-1-1 0 0,0-1 1 0 0,-1-2 0 0 0,19-19 0 0 0,-34 32-27 0 0,-1-1 0 0 0,0 1-1 0 0,0-1 1 0 0,-1 0 0 0 0,0-1 0 0 0,0 1 0 0 0,0-1 0 0 0,-1 0 0 0 0,0 0 0 0 0,0 0 0 0 0,0 0 0 0 0,-1-1 0 0 0,-1 1 0 0 0,1-1 0 0 0,-1 1 0 0 0,0-1 0 0 0,-1 1 0 0 0,0-12 0 0 0,0 17-19 0 0,0 0-1 0 0,0 0 1 0 0,0 0-1 0 0,-1 0 1 0 0,1 1-1 0 0,-1-1 1 0 0,1 0-1 0 0,-1 0 0 0 0,0 1 1 0 0,1-1-1 0 0,-1 0 1 0 0,0 1-1 0 0,0-1 1 0 0,0 1-1 0 0,0-1 0 0 0,-1 1 1 0 0,1-1-1 0 0,0 1 1 0 0,-1 0-1 0 0,1-1 1 0 0,-2 0-1 0 0,1 2-7 0 0,1-1 0 0 0,-1 1 0 0 0,0 0 0 0 0,1-1 0 0 0,-1 1 0 0 0,0 0 0 0 0,0 0 0 0 0,1 0 0 0 0,-1 0 0 0 0,0 0 0 0 0,1 1 0 0 0,-1-1 0 0 0,0 1 0 0 0,1-1 0 0 0,-1 1 0 0 0,1-1 1 0 0,-1 1-1 0 0,-1 1 0 0 0,-4 2 13 0 0,0 0 0 0 0,0 1 1 0 0,0 0-1 0 0,1 0 0 0 0,0 1 1 0 0,0 0-1 0 0,-8 10 1 0 0,-2 9 11 0 0,0 1 1 0 0,2 0 0 0 0,1 0 0 0 0,1 2-1 0 0,-15 52 1 0 0,-23 152 145 0 0,34-145-138 0 0,1 22-49 0 0,13-80-582 0 0,-1-1-1 0 0,-2 0 1 0 0,0 0-1 0 0,-2 0 1 0 0,-1-1 0 0 0,-16 38-1 0 0,22-62 121 0 0,1-1-1 0 0,0 0 0 0 0,-1 0 1 0 0,1 0-1 0 0,-1 0 0 0 0,0 0 1 0 0,0 0-1 0 0,0 0 0 0 0,0 0 1 0 0,0-1-1 0 0,0 1 0 0 0,0-1 1 0 0,0 1-1 0 0,-5 1 1 0 0,-5 1-2872 0 0</inkml:trace>
</inkml:ink>
</file>

<file path=ppt/ink/ink7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4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1 379 784 0 0,'52'-13'1442'0'0,"53"-20"-1"0"0,14-5-476 0 0,571-179 1727 0 0,-644 194-2028 0 0,-43 21-530 0 0,-1 1 0 0 0,0 0 0 0 0,0-1-1 0 0,0 0 1 0 0,0 0 0 0 0,0 1 0 0 0,0-1 0 0 0,-1 0-1 0 0,1 0 1 0 0,-1-1 0 0 0,1 1 0 0 0,-1 0 0 0 0,0 0-1 0 0,0-1 1 0 0,0 1 0 0 0,1-4 0 0 0,-2 5 464 0 0,-5-5-224 0 0,5 5-360 0 0,-1 1 0 0 0,1-1 0 0 0,0 1 0 0 0,0-1 0 0 0,-1 1 1 0 0,1-1-1 0 0,0 0 0 0 0,-1 1 0 0 0,1-1 0 0 0,0 1 0 0 0,-1 0 1 0 0,1-1-1 0 0,-1 1 0 0 0,1-1 0 0 0,0 1 0 0 0,-1 0 0 0 0,1-1 0 0 0,-1 1 1 0 0,0 0-1 0 0,1-1 0 0 0,-1 1 0 0 0,1 0 0 0 0,-2 0 0 0 0,-2-1 44 0 0,0 1-1 0 0,0 0 0 0 0,0 1 0 0 0,0-1 0 0 0,0 1 0 0 0,0 0 0 0 0,0 0 1 0 0,0 0-1 0 0,1 0 0 0 0,-1 0 0 0 0,0 1 0 0 0,1 0 0 0 0,-1 0 0 0 0,1 0 1 0 0,-1 0-1 0 0,-4 5 0 0 0,-3 4 86 0 0,0-1 1 0 0,2 1-1 0 0,-12 15 1 0 0,12-13-20 0 0,8-12-118 0 0,0-1-1 0 0,1 1 1 0 0,-1-1 0 0 0,1 1-1 0 0,-1 0 1 0 0,1-1 0 0 0,-1 1-1 0 0,1 0 1 0 0,-1-1 0 0 0,1 1-1 0 0,-1 0 1 0 0,1 0 0 0 0,0 0-1 0 0,0-1 1 0 0,-1 1 0 0 0,1 0-1 0 0,0 0 1 0 0,0 0 0 0 0,0 0-1 0 0,0-1 1 0 0,0 1 0 0 0,0 0-1 0 0,0 0 1 0 0,0 0 0 0 0,0 0-1 0 0,1-1 1 0 0,-1 1 0 0 0,0 0-1 0 0,0 0 1 0 0,1 0 0 0 0,-1-1-1 0 0,0 1 1 0 0,1 0 0 0 0,-1 0-1 0 0,1-1 1 0 0,-1 1 0 0 0,1 0-1 0 0,-1-1 1 0 0,1 1 0 0 0,0-1-1 0 0,-1 1 1 0 0,1-1 0 0 0,0 1-1 0 0,-1-1 1 0 0,1 1 0 0 0,0-1-1 0 0,0 0 1 0 0,-1 1 0 0 0,1-1-1 0 0,0 0 1 0 0,0 1 0 0 0,0-1-1 0 0,0 0 1 0 0,-1 0 0 0 0,1 0-1 0 0,0 0 1 0 0,0 0 0 0 0,0 0-1 0 0,1 0 1 0 0,50 1 161 0 0,2-8-90 0 0,-33 4-59 0 0,1 0 0 0 0,0 2 0 0 0,26 1 0 0 0,-41 1-21 0 0,1 0 1 0 0,-1 0 0 0 0,0 0 0 0 0,0 1 0 0 0,0 1 0 0 0,0-1 0 0 0,0 1 0 0 0,-1 0 0 0 0,1 1-1 0 0,-1-1 1 0 0,1 1 0 0 0,-1 0 0 0 0,8 9 0 0 0,-10-10 9 0 0,0 1 0 0 0,0 0-1 0 0,0-1 1 0 0,1 0 0 0 0,-1 0 0 0 0,1-1 0 0 0,0 1 0 0 0,0-1-1 0 0,0 0 1 0 0,0 0 0 0 0,0 0 0 0 0,0-1 0 0 0,0 0 0 0 0,1 0-1 0 0,-1 0 1 0 0,0-1 0 0 0,8 1 0 0 0,-5-3 16 0 0,-1 1 1 0 0,0-1-1 0 0,0 0 1 0 0,0 0-1 0 0,0-1 1 0 0,0 0-1 0 0,0 0 1 0 0,-1-1-1 0 0,1 0 1 0 0,-1 0-1 0 0,0 0 1 0 0,7-8-1 0 0,45-43-817 0 0,-26 12-6606 0 0,-24 31 3968 0 0</inkml:trace>
</inkml:ink>
</file>

<file path=ppt/ink/ink7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8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35 816 664 0 0,'-33'69'5437'0'0,"32"-67"-5011"0"0,2 1 374 0 0,-1-2-743 0 0,-1-1-1 0 0,1 1 0 0 0,0-1 0 0 0,0 0 1 0 0,0 1-1 0 0,0-1 0 0 0,0 1 0 0 0,0-1 1 0 0,0 1-1 0 0,0-1 0 0 0,0 1 0 0 0,0-1 1 0 0,0 0-1 0 0,0 1 0 0 0,0-1 0 0 0,0 1 1 0 0,1-1-1 0 0,-1 1 0 0 0,0-1 0 0 0,0 0 1 0 0,0 1-1 0 0,1-1 0 0 0,-1 1 0 0 0,0-1 1 0 0,0 0-1 0 0,1 1 0 0 0,-1-1 0 0 0,0 0 1 0 0,1 1-1 0 0,-1-1 0 0 0,0 0 0 0 0,1 0 1 0 0,-1 1-1 0 0,1-1 0 0 0,-1 0 0 0 0,0 0 1 0 0,1 0-1 0 0,-1 0 0 0 0,1 1 0 0 0,-1-1 1 0 0,1 0-1 0 0,-1 0 0 0 0,1 0 0 0 0,-1 0 1 0 0,0 0-1 0 0,1 0 0 0 0,-1 0 0 0 0,1 0 1 0 0,-1 0-1 0 0,1 0 0 0 0,-1-1 0 0 0,1 1 1 0 0,-1 0-1 0 0,0 0 0 0 0,1 0 0 0 0,-1 0 1 0 0,1-1-1 0 0,-1 1 0 0 0,1-1 0 0 0,88-57 565 0 0,-3-4-1 0 0,-2-4 1 0 0,-4-3-1 0 0,75-84 1 0 0,-117 112-494 0 0,-1-1 1 0 0,-3-1-1 0 0,-2-3 1 0 0,51-92 0 0 0,-74 121-24 0 0,-1 0 0 0 0,-1-1 0 0 0,0 0 0 0 0,-1-1 0 0 0,4-23 0 0 0,-12-11 336 0 0,-18 58-421 0 0,12 0-15 0 0,1 0 0 0 0,-1 1 0 0 0,1 0 1 0 0,0 1-1 0 0,0-1 0 0 0,1 1 0 0 0,-1 1 0 0 0,2-1 0 0 0,-9 14 0 0 0,3-5-2 0 0,-35 48 28 0 0,3 3 0 0 0,3 2 0 0 0,4 1 1 0 0,2 1-1 0 0,-28 88 0 0 0,54-134-24 0 0,1 1 0 0 0,1 0 0 0 0,1 0 0 0 0,-3 49 0 0 0,8-66-4 0 0,-1 0 0 0 0,2 0 0 0 0,-1 0 0 0 0,1-1 0 0 0,1 1 0 0 0,-1 0 0 0 0,1-1 0 0 0,1 1 0 0 0,0-1 0 0 0,0 1 0 0 0,1-1 1 0 0,0 0-1 0 0,0-1 0 0 0,1 1 0 0 0,0-1 0 0 0,0 0 0 0 0,0 0 0 0 0,8 7 0 0 0,-5-8 9 0 0,0-1 0 0 0,0 0 0 0 0,0-1 0 0 0,0 0 0 0 0,1 0 0 0 0,0 0 0 0 0,0-1 0 0 0,0-1 0 0 0,0 0 0 0 0,0 0 0 0 0,0 0 0 0 0,1-1 0 0 0,-1-1 0 0 0,1 0 0 0 0,-1 0 0 0 0,0-1 0 0 0,19-3 0 0 0,10-3-11 0 0,0-3 0 0 0,67-25 0 0 0,-55 14-10 0 0,-1-2 0 0 0,-1-2 0 0 0,-1-2 0 0 0,-1-3 0 0 0,76-63 0 0 0,-112 84 103 0 0,0 0 0 0 0,0-1 0 0 0,-1 0 0 0 0,-1 0 0 0 0,0-1 0 0 0,0 0 0 0 0,-1-1 1 0 0,0 0-1 0 0,-1 0 0 0 0,8-22 0 0 0,-14 33-81 0 0,1 0 0 0 0,-1 1 1 0 0,0-1-1 0 0,1 0 0 0 0,-1 0 0 0 0,0 1 0 0 0,0-1 1 0 0,0 0-1 0 0,0 0 0 0 0,1 1 0 0 0,-1-1 1 0 0,0 0-1 0 0,0 0 0 0 0,0 0 0 0 0,-1 1 1 0 0,1-1-1 0 0,0 0 0 0 0,0 0 0 0 0,0 1 0 0 0,0-1 1 0 0,-1 0-1 0 0,1 0 0 0 0,0 1 0 0 0,-1-1 1 0 0,1 0-1 0 0,-1 1 0 0 0,1-1 0 0 0,-1 1 0 0 0,1-1 1 0 0,-1 0-1 0 0,1 1 0 0 0,-1-1 0 0 0,1 1 1 0 0,-1-1-1 0 0,0 1 0 0 0,1 0 0 0 0,-1-1 0 0 0,0 1 1 0 0,1-1-1 0 0,-1 1 0 0 0,0 0 0 0 0,0 0 1 0 0,1 0-1 0 0,-1-1 0 0 0,0 1 0 0 0,0 0 1 0 0,0 0-1 0 0,1 0 0 0 0,-1 0 0 0 0,0 0 0 0 0,0 0 1 0 0,1 0-1 0 0,-1 1 0 0 0,0-1 0 0 0,0 0 1 0 0,1 0-1 0 0,-1 0 0 0 0,0 1 0 0 0,0-1 0 0 0,1 1 1 0 0,-2-1-1 0 0,-46 22 24 0 0,34-12-27 0 0,0 0 1 0 0,1 0-1 0 0,0 2 0 0 0,1-1 1 0 0,0 1-1 0 0,-17 25 1 0 0,23-29-8 0 0,1 0 1 0 0,0 1-1 0 0,0-1 1 0 0,1 1 0 0 0,0 0-1 0 0,1 1 1 0 0,0-1 0 0 0,0 1-1 0 0,1-1 1 0 0,0 1 0 0 0,1 0-1 0 0,0 18 1 0 0,1-23-11 0 0,0-1 0 0 0,1 0 0 0 0,0 0 0 0 0,0 1 0 0 0,0-1-1 0 0,0 0 1 0 0,0 0 0 0 0,1 0 0 0 0,0 0 0 0 0,0 0 0 0 0,0-1 0 0 0,0 1 0 0 0,1-1 0 0 0,0 1 0 0 0,-1-1-1 0 0,1 0 1 0 0,0 0 0 0 0,1 0 0 0 0,-1 0 0 0 0,0 0 0 0 0,1-1 0 0 0,-1 0 0 0 0,1 0 0 0 0,0 0 0 0 0,0 0 0 0 0,0 0-1 0 0,0-1 1 0 0,0 1 0 0 0,0-1 0 0 0,0 0 0 0 0,1-1 0 0 0,5 1 0 0 0,14 2-103 0 0,0-2 1 0 0,0-1 0 0 0,-1 0-1 0 0,35-6 1 0 0,-47 4 82 0 0,19-3-47 0 0,-1-1 0 0 0,0-2 1 0 0,-1 0-1 0 0,0-2 0 0 0,0-2 1 0 0,-1 0-1 0 0,0-2 1 0 0,-2-1-1 0 0,1 0 0 0 0,-2-2 1 0 0,29-26-1 0 0,-7-13 583 0 0,-43 52-353 0 0,-2 3 589 0 0,-6 2-734 0 0,1 0 1 0 0,-1 0-1 0 0,1 1 1 0 0,-1-1-1 0 0,1 1 1 0 0,0 0-1 0 0,0 1 1 0 0,0-1-1 0 0,0 0 1 0 0,0 1-1 0 0,1 0 0 0 0,-1 0 1 0 0,1 0-1 0 0,0 0 1 0 0,0 1-1 0 0,0-1 1 0 0,0 1-1 0 0,-4 7 1 0 0,6-9-71 0 0,6 3-595 0 0,-5-5 647 0 0,0 1 0 0 0,0-1-1 0 0,0 0 1 0 0,0 1-1 0 0,0-1 1 0 0,0 0 0 0 0,0 1-1 0 0,1-1 1 0 0,-1 0-1 0 0,0 1 1 0 0,0-1 0 0 0,0 0-1 0 0,0 0 1 0 0,1 1-1 0 0,-1-1 1 0 0,0 0 0 0 0,0 0-1 0 0,1 1 1 0 0,-1-1-1 0 0,0 0 1 0 0,0 0 0 0 0,1 0-1 0 0,-1 0 1 0 0,0 1-1 0 0,1-1 1 0 0,-1 0 0 0 0,0 0-1 0 0,1 0 1 0 0,-1 0-1 0 0,0 0 1 0 0,1 0 0 0 0,-1 0-1 0 0,0 0 1 0 0,0 0 0 0 0,1 0-1 0 0,-1 0 1 0 0,0 0-1 0 0,1 0 1 0 0,-1 0 0 0 0,110-30-1178 0 0,-108 30 1120 0 0,18 16-245 0 0,-19-13 304 0 0,1 0 1 0 0,0 1-1 0 0,-1-1 1 0 0,1 0-1 0 0,1 0 0 0 0,-1 0 1 0 0,0 0-1 0 0,1-1 1 0 0,-1 1-1 0 0,1-1 1 0 0,0 1-1 0 0,-1-1 1 0 0,1 0-1 0 0,1 0 1 0 0,-1 0-1 0 0,0 0 0 0 0,0-1 1 0 0,1 1-1 0 0,-1-1 1 0 0,4 1-1 0 0,-1-1 1 0 0,0 0 1 0 0,0-1-1 0 0,0 0 0 0 0,0 0 0 0 0,-1-1 0 0 0,1 0 0 0 0,0 0 0 0 0,0 0 1 0 0,0 0-1 0 0,-1-1 0 0 0,8-3 0 0 0,8-5-22 0 0,-1-1 0 0 0,0 0 0 0 0,-1-2 0 0 0,0 0 0 0 0,21-20 0 0 0,21-32-71 0 0,-30 29 89 0 0,-6 15-113 0 0,-25 21 118 0 0,1-1-1 0 0,0 1 1 0 0,0 0-1 0 0,0-1 1 0 0,0 1-1 0 0,0 0 0 0 0,0 0 1 0 0,0 0-1 0 0,0-1 1 0 0,0 1-1 0 0,0 0 1 0 0,0 0-1 0 0,0 1 1 0 0,0-1-1 0 0,0 0 1 0 0,0 0-1 0 0,0 0 1 0 0,0 1-1 0 0,0-1 1 0 0,-1 0-1 0 0,1 1 1 0 0,0-1-1 0 0,1 1 1 0 0,1 1-9 0 0,4 9-20 0 0,-5-5 24 0 0,-1-3 10 0 0,-1 0-1 0 0,1 1 1 0 0,-1-1 0 0 0,0 1 0 0 0,0-1 0 0 0,0 0 0 0 0,0 1 0 0 0,0-1-1 0 0,-1 0 1 0 0,1 1 0 0 0,-1-1 0 0 0,0 0 0 0 0,-2 4 0 0 0,3-6 3 0 0,-9 32 67 0 0,9-31-60 0 0,-15 11 206 0 0,9-10-224 0 0,5-2 37 0 0,6-1-321 0 0,54 5 239 0 0,-58-5 34 0 0,2 1 9 0 0,-1 0-1 0 0,1 1 1 0 0,-1-1 0 0 0,0 0 0 0 0,1 1 0 0 0,-1-1 0 0 0,0 1 0 0 0,0 0 0 0 0,0 0-1 0 0,2 3 1 0 0,17 59-22 0 0,-20-62 50 0 0,0 1 0 0 0,0-1 0 0 0,0 1 0 0 0,1-1 0 0 0,-1 0 0 0 0,0 0 0 0 0,1 1 1 0 0,0-1-1 0 0,-1 0 0 0 0,1 0 0 0 0,0 0 0 0 0,0-1 0 0 0,0 1 0 0 0,0 0 0 0 0,1-1 1 0 0,-1 1-1 0 0,0-1 0 0 0,1 0 0 0 0,-1 0 0 0 0,0 0 0 0 0,1 0 0 0 0,0 0 0 0 0,-1-1 0 0 0,1 1 1 0 0,-1-1-1 0 0,1 1 0 0 0,0-1 0 0 0,-1 0 0 0 0,1 0 0 0 0,4-1 0 0 0,39-7-1776 0 0,-2-9-4927 0 0,-25 8 3166 0 0</inkml:trace>
</inkml:ink>
</file>

<file path=ppt/ink/ink7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9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0 388 0 0,'0'0'7933'0'0,"6"0"-7507"0"0,-3 0-346 0 0,0 0-1 0 0,0 0 0 0 0,-1 0 1 0 0,1 1-1 0 0,0-1 0 0 0,0 1 1 0 0,0 0-1 0 0,-1-1 0 0 0,1 1 1 0 0,0 0-1 0 0,-1 1 0 0 0,1-1 1 0 0,-1 0-1 0 0,4 3 0 0 0,-1 0 111 0 0,-1 1 0 0 0,0-1 0 0 0,1 1 0 0 0,-1-1 0 0 0,-1 1 0 0 0,1 1-1 0 0,2 5 1 0 0,17 49 1032 0 0,-22-58-1069 0 0,-1-2-139 0 0,0 0 0 0 0,0 1 0 0 0,0-1 0 0 0,0 0 0 0 0,0 0 1 0 0,-1 0-1 0 0,1 0 0 0 0,0 1 0 0 0,0-1 0 0 0,0 0 0 0 0,0 0 0 0 0,0 0 0 0 0,0 0 0 0 0,0 1 0 0 0,1-1 0 0 0,-1 0 0 0 0,0 0 0 0 0,0 0 0 0 0,0 0 0 0 0,0 0 1 0 0,0 1-1 0 0,0-1 0 0 0,0 0 0 0 0,0 0 0 0 0,0 0 0 0 0,0 0 0 0 0,0 0 0 0 0,1 1 0 0 0,-1-1 0 0 0,0 0 0 0 0,0 0 0 0 0,0 0 0 0 0,0 0 0 0 0,0 0 0 0 0,1 0 0 0 0,-1 0 1 0 0,0 0-1 0 0,0 0 0 0 0,0 0 0 0 0,0 1 0 0 0,0-1 0 0 0,1 0 0 0 0,-1 0 0 0 0,0 0 0 0 0,0 0 0 0 0,0 0 0 0 0,0 0 0 0 0,1 0 0 0 0,-1 0 0 0 0,0 0 0 0 0,0 0 0 0 0,0-1 1 0 0,1 1-1 0 0,5-10 10 0 0,0 0 1 0 0,1 0-1 0 0,0 1 1 0 0,0 0-1 0 0,1 0 1 0 0,1 1 0 0 0,-1 0-1 0 0,2 0 1 0 0,-1 1-1 0 0,1 0 1 0 0,0 1-1 0 0,17-9 1 0 0,-22 13-21 0 0,0 1 0 0 0,0 0 0 0 0,0 0 0 0 0,0 0-1 0 0,0 1 1 0 0,0 0 0 0 0,0 0 0 0 0,0 0 0 0 0,0 0 0 0 0,0 1 0 0 0,0 0 0 0 0,0 0 0 0 0,0 0 0 0 0,0 0 0 0 0,0 1-1 0 0,0 0 1 0 0,-1 0 0 0 0,5 3 0 0 0,15 5 45 0 0,-8-4-320 0 0,0 1 1 0 0,-1 0 0 0 0,0 1-1 0 0,25 18 1 0 0</inkml:trace>
</inkml:ink>
</file>

<file path=ppt/ink/ink7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9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1112 0 0,'-1'-14'2957'0'0,"4"-20"4372"0"0,-3 33-7315 0 0,1 0 1 0 0,-1 0 0 0 0,1 0-1 0 0,-1 0 1 0 0,1 1 0 0 0,-1-1 0 0 0,1 0-1 0 0,0 1 1 0 0,-1-1 0 0 0,1 0-1 0 0,0 1 1 0 0,-1-1 0 0 0,1 1-1 0 0,0-1 1 0 0,0 1 0 0 0,0-1 0 0 0,-1 1-1 0 0,1-1 1 0 0,0 1 0 0 0,1 0-1 0 0,0-1-562 0 0,5-1-239 0 0,-1 0-744 0 0</inkml:trace>
</inkml:ink>
</file>

<file path=ppt/ink/ink7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9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36 988 0 0,'50'-29'6859'0'0,"-49"28"-6766"0"0,-1 1 1 0 0,1-1-1 0 0,0 1 0 0 0,-1-1 1 0 0,1 1-1 0 0,0-1 1 0 0,0 1-1 0 0,-1-1 0 0 0,1 1 1 0 0,0 0-1 0 0,0 0 1 0 0,0-1-1 0 0,0 1 1 0 0,-1 0-1 0 0,1 0 0 0 0,0 0 1 0 0,0 0-1 0 0,0 0 1 0 0,0 0-1 0 0,0 0 0 0 0,0 0 1 0 0,-1 0-1 0 0,1 1 1 0 0,0-1-1 0 0,0 0 1 0 0,0 0-1 0 0,0 1 0 0 0,1 0 1 0 0,0 1 53 0 0,0-1 1 0 0,0 1-1 0 0,0 0 0 0 0,0 0 1 0 0,-1 0-1 0 0,1 0 0 0 0,0 0 1 0 0,-1 1-1 0 0,2 3 0 0 0,2 3 107 0 0,-2 0 0 0 0,1 0-1 0 0,-1 1 1 0 0,2 13-1 0 0,-3 13 50 0 0,-1-1 1 0 0,-3 0-1 0 0,0 0 0 0 0,-3 0 0 0 0,0 0 1 0 0,-15 47-1 0 0,-3 28-141 0 0,-33 120-2285 0 0,17-78-5081 0 0,29-104 3685 0 0</inkml:trace>
</inkml:ink>
</file>

<file path=ppt/ink/ink7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4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400 11 200 0 0,'3'-11'10922'0'0,"-4"13"-10868"0"0,0 0 1 0 0,1 0 0 0 0,-1 0 0 0 0,0 0 0 0 0,0 0 0 0 0,0 0-1 0 0,-1 0 1 0 0,1 0 0 0 0,0 0 0 0 0,-1-1 0 0 0,1 1-1 0 0,-3 2 1 0 0,-1 0 69 0 0,-63 87 1153 0 0,11-19-336 0 0,3 4 1 0 0,3 1-1 0 0,-41 87 1 0 0,77-129-502 0 0,2 0 0 0 0,-16 65 1 0 0,29-100-420 0 0,0 1 0 0 0,0-1 1 0 0,-1 1-1 0 0,1-1 0 0 0,0 1 0 0 0,0-1 1 0 0,0 1-1 0 0,0-1 0 0 0,-1 1 0 0 0,1 0 1 0 0,0-1-1 0 0,0 1 0 0 0,0-1 1 0 0,0 1-1 0 0,0-1 0 0 0,0 1 0 0 0,1-1 1 0 0,-1 1-1 0 0,0-1 0 0 0,0 1 1 0 0,0-1-1 0 0,0 1 0 0 0,1-1 0 0 0,-1 1 1 0 0,0-1-1 0 0,1 1 0 0 0,-1-1 1 0 0,0 1-1 0 0,1-1 0 0 0,-1 0 0 0 0,0 1 1 0 0,1-1-1 0 0,-1 1 0 0 0,1-1 1 0 0,-1 0-1 0 0,0 0 0 0 0,1 1 0 0 0,-1-1 1 0 0,1 0-1 0 0,-1 0 0 0 0,2 1 0 0 0,27-9 289 0 0,34-30-202 0 0,-60 35-58 0 0,55-43 105 0 0,-43 33-177 0 0,0 0 0 0 0,1 1-1 0 0,22-13 1 0 0,-32 24 13 0 0,0-1 1 0 0,-1 1-1 0 0,1 0 0 0 0,0 1 0 0 0,0-1 0 0 0,0 1 1 0 0,0 0-1 0 0,0 1 0 0 0,0-1 0 0 0,0 1 1 0 0,0 0-1 0 0,0 1 0 0 0,8 2 0 0 0,25 4-21 0 0,-18-6 33 0 0,0 0-1 0 0,1-2 0 0 0,-1-1 0 0 0,0-1 0 0 0,1 0 0 0 0,-1-2 1 0 0,28-8-1 0 0,-43 10 10 0 0,-1 1 0 0 0,1-2 0 0 0,0 1 0 0 0,-1-1 0 0 0,1 0 0 0 0,-1 0 0 0 0,0 0 0 0 0,0-1 0 0 0,0 0 0 0 0,0 0 0 0 0,-1 0 0 0 0,1 0 0 0 0,-1-1 0 0 0,0 0 0 0 0,-1 1 0 0 0,1-2 0 0 0,-1 1 0 0 0,0 0 0 0 0,0-1 0 0 0,-1 1 0 0 0,0-1 0 0 0,1 0 0 0 0,-2 0 0 0 0,1 0 0 0 0,-1 0 0 0 0,0 0 0 0 0,0 0 0 0 0,-1 0 0 0 0,0-12 0 0 0,-1 5 140 0 0,-1 1 1 0 0,-1-1 0 0 0,0 0-1 0 0,-7-17 1 0 0,1 1 83 0 0,9 27-312 0 0,-5-6-36 0 0</inkml:trace>
</inkml:ink>
</file>

<file path=ppt/ink/ink7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5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11 696 0 0,'0'0'3750'0'0,"-5"4"-2998"0"0,2-2-607 0 0,1-1-1 0 0,0 1 0 0 0,0 1 0 0 0,0-1 1 0 0,0 0-1 0 0,0 0 0 0 0,0 1 0 0 0,1-1 1 0 0,-1 1-1 0 0,1 0 0 0 0,-1-1 0 0 0,1 1 1 0 0,0 0-1 0 0,0 0 0 0 0,1 0 0 0 0,-1 0 1 0 0,0 0-1 0 0,1 0 0 0 0,0 3 0 0 0,-1 0 94 0 0,1 0 0 0 0,-1-1-1 0 0,2 1 1 0 0,-1 0-1 0 0,1 0 1 0 0,-1-1 0 0 0,1 1-1 0 0,1-1 1 0 0,-1 1-1 0 0,1-1 1 0 0,0 0 0 0 0,1 1-1 0 0,4 8 1 0 0,-6-12-191 0 0,0-1 0 0 0,1 1 0 0 0,-1 0-1 0 0,0-1 1 0 0,0 1 0 0 0,1-1 0 0 0,-1 1 0 0 0,1-1 0 0 0,-1 1 0 0 0,1-1 0 0 0,0 0 0 0 0,-1 0 0 0 0,1 0-1 0 0,0 0 1 0 0,0 0 0 0 0,0 0 0 0 0,0-1 0 0 0,0 1 0 0 0,0-1 0 0 0,0 1 0 0 0,0-1 0 0 0,0 0-1 0 0,0 0 1 0 0,0 1 0 0 0,0-1 0 0 0,0-1 0 0 0,0 1 0 0 0,0 0 0 0 0,0 0 0 0 0,0-1 0 0 0,0 0 0 0 0,0 1-1 0 0,0-1 1 0 0,0 0 0 0 0,0 0 0 0 0,-1 0 0 0 0,1 0 0 0 0,0 0 0 0 0,0 0 0 0 0,2-2 0 0 0,-2 0 55 0 0,1 1-1 0 0,-1-1 1 0 0,1 1 0 0 0,-1-1 0 0 0,0 0 0 0 0,0 0 0 0 0,-1 0 0 0 0,1 0 0 0 0,0 0 0 0 0,-1 0 0 0 0,0 0 0 0 0,0-1 0 0 0,0 1 0 0 0,0 0 0 0 0,0-1 0 0 0,-1 1 0 0 0,1-1 0 0 0,-1 1 0 0 0,0 0 0 0 0,0-1 0 0 0,0 1 0 0 0,-1-1 0 0 0,0-4-1 0 0,-1-1 64 0 0,0-1 0 0 0,-1 1 0 0 0,1 0 0 0 0,-2 0 0 0 0,1 0 0 0 0,-1 1 0 0 0,-6-10 0 0 0,9 16-541 0 0,-4-4-415 0 0</inkml:trace>
</inkml:ink>
</file>

<file path=ppt/ink/ink7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5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1 744 0 0,'13'13'974'0'0,"-5"-6"-449"0"0,-1 1-1 0 0,1 0 1 0 0,-1 0 0 0 0,-1 0 0 0 0,0 1 0 0 0,0 0-1 0 0,-1 0 1 0 0,0 1 0 0 0,0-1 0 0 0,-1 1 0 0 0,4 13-1 0 0,-8-21-136 0 0,1 4 4708 0 0,1-12-5141 0 0,0 0-1 0 0,0 0 0 0 0,0 0 1 0 0,1 0-1 0 0,0 1 1 0 0,0-1-1 0 0,0 1 0 0 0,1-1 1 0 0,0 1-1 0 0,0 0 0 0 0,0 1 1 0 0,0-1-1 0 0,8-5 1 0 0,-4 3-1479 0 0,1 1 1 0 0,0 1 0 0 0,0-1 0 0 0,18-6-1 0 0,-14 6-1424 0 0</inkml:trace>
</inkml:ink>
</file>

<file path=ppt/ink/ink7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5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20 293 776 0 0,'-2'4'616'0'0,"-1"0"0"0"0,1-1 0 0 0,0 1 0 0 0,0 0 0 0 0,0 0 0 0 0,0 1 0 0 0,1-1 0 0 0,0 0 0 0 0,-2 8 0 0 0,3-10-73 0 0,0-1-447 0 0,0 1 1 0 0,0-1 0 0 0,1 0-1 0 0,-1 0 1 0 0,0 0-1 0 0,1 0 1 0 0,-1 0 0 0 0,0 0-1 0 0,1 0 1 0 0,-1 0-1 0 0,1 0 1 0 0,0 0 0 0 0,-1 0-1 0 0,1 0 1 0 0,0 0-1 0 0,-1 0 1 0 0,1 0 0 0 0,0-1-1 0 0,1 2 1 0 0,2-1-44 0 0,0 0 1 0 0,-1-1 0 0 0,1 0-1 0 0,0 0 1 0 0,0 0-1 0 0,0 0 1 0 0,-1 0-1 0 0,1-1 1 0 0,0 1 0 0 0,-1-1-1 0 0,1 0 1 0 0,0-1-1 0 0,-1 1 1 0 0,1 0-1 0 0,-1-1 1 0 0,0 0-1 0 0,1 0 1 0 0,-1 0 0 0 0,0 0-1 0 0,0 0 1 0 0,0-1-1 0 0,-1 1 1 0 0,5-6-1 0 0,7-6-49 0 0,-1 0-1 0 0,-1-1 0 0 0,13-21 0 0 0,-14 18 155 0 0,-2-1 1 0 0,0 0-1 0 0,-1-1 0 0 0,-1 1 1 0 0,-1-2-1 0 0,0 1 1 0 0,-2 0-1 0 0,0-1 0 0 0,-2 0 1 0 0,1-24-1 0 0,-4 34 1998 0 0,0 12-890 0 0,-4 27-568 0 0,4-17-718 0 0,0 1 0 0 0,1-1 0 0 0,0 0 0 0 0,1 1 0 0 0,2 14 0 0 0,5-4-174 0 0,1-1 1 0 0,1-1 0 0 0,1 1-1 0 0,0-2 1 0 0,1 1-1 0 0,30 33 1 0 0,31 23-2401 0 0,4-11-3624 0 0,-39-36 2681 0 0</inkml:trace>
</inkml:ink>
</file>

<file path=ppt/ink/ink7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7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1 541 256 0 0,'0'0'4486'0'0,"6"-1"-3750"0"0,58-18 1165 0 0,91-38 1 0 0,-96 34-1297 0 0,-44 18-469 0 0,0-1 1 0 0,-1-1 0 0 0,0 0 0 0 0,-1-1 0 0 0,0 0-1 0 0,0-1 1 0 0,-1 0 0 0 0,0-1 0 0 0,0-1 0 0 0,-1 0 0 0 0,0 0-1 0 0,-1-1 1 0 0,-1 0 0 0 0,9-14 0 0 0,-16 21-41 0 0,0 0 0 0 0,0 1 0 0 0,-1-1 0 0 0,1 0 0 0 0,-1 0-1 0 0,0 0 1 0 0,0 0 0 0 0,-1 0 0 0 0,0 0 0 0 0,0-1 0 0 0,0 1 0 0 0,0 0 0 0 0,-1 0 0 0 0,0 0 0 0 0,0 0 0 0 0,0 0 0 0 0,0 0 0 0 0,-1 0 0 0 0,0 1 0 0 0,-4-8 0 0 0,4 9-42 0 0,1 0 0 0 0,-1 1 0 0 0,0-1 0 0 0,0 1 0 0 0,0 0 1 0 0,0-1-1 0 0,-1 1 0 0 0,1 0 0 0 0,-1 0 0 0 0,1 1 0 0 0,-1-1 1 0 0,0 1-1 0 0,1-1 0 0 0,-1 1 0 0 0,0 0 0 0 0,0 0 0 0 0,0 0 1 0 0,0 0-1 0 0,0 0 0 0 0,0 1 0 0 0,0-1 0 0 0,0 1 0 0 0,0 0 0 0 0,-1 0 1 0 0,1 0-1 0 0,0 0 0 0 0,0 1 0 0 0,0-1 0 0 0,0 1 0 0 0,0 0 1 0 0,0 0-1 0 0,0 0 0 0 0,0 0 0 0 0,-3 2 0 0 0,-4 3 53 0 0,0 0-1 0 0,0 0 1 0 0,1 1 0 0 0,0 0 0 0 0,0 0-1 0 0,1 1 1 0 0,-1 0 0 0 0,2 1-1 0 0,-1 0 1 0 0,1 0 0 0 0,1 1-1 0 0,0 0 1 0 0,0 0 0 0 0,1 0-1 0 0,-5 13 1 0 0,6-15-50 0 0,1 0 1 0 0,1-1-1 0 0,0 1 1 0 0,0 0-1 0 0,0 1 1 0 0,1-1-1 0 0,0 0 1 0 0,1 0-1 0 0,0 0 1 0 0,0 1-1 0 0,0-1 1 0 0,1 0-1 0 0,1 0 1 0 0,-1 0-1 0 0,1 1 1 0 0,1-2-1 0 0,-1 1 1 0 0,2 0-1 0 0,-1-1 1 0 0,1 1-1 0 0,6 9 1 0 0,-5-10-186 0 0,1-1 1 0 0,0 0-1 0 0,0 0 0 0 0,0 0 1 0 0,0-1-1 0 0,1 0 1 0 0,0-1-1 0 0,0 1 1 0 0,1-1-1 0 0,-1 0 1 0 0,1-1-1 0 0,0 0 0 0 0,0 0 1 0 0,0-1-1 0 0,0 0 1 0 0,0 0-1 0 0,0-1 1 0 0,0 0-1 0 0,1 0 1 0 0,-1-1-1 0 0,1 0 0 0 0,-1-1 1 0 0,0 0-1 0 0,1 0 1 0 0,12-4-1 0 0,3-1-630 0 0,1-1 1 0 0,-1-2-1 0 0,38-18 0 0 0,18-16-776 0 0,-66 34 1289 0 0,-1 0 1 0 0,0-1-1 0 0,-1-1 1 0 0,18-19-1 0 0,-17 16 455 0 0,1 1 0 0 0,26-20-1 0 0,-27 24 195 0 0,-10 7-323 0 0,-1-1-1 0 0,1 1 1 0 0,0 0-1 0 0,0 0 0 0 0,1 1 1 0 0,-1-1-1 0 0,0 1 1 0 0,0-1-1 0 0,4 0 0 0 0,-5 2 154 0 0,4 4-45 0 0,-5-3-176 0 0,0-1 1 0 0,0 0-1 0 0,0 1 1 0 0,0-1-1 0 0,0 0 1 0 0,0 1-1 0 0,0-1 1 0 0,0 1 0 0 0,0-1-1 0 0,0 1 1 0 0,-1 0-1 0 0,1-1 1 0 0,0 1-1 0 0,0 0 1 0 0,-1 0-1 0 0,1 0 1 0 0,-1-1-1 0 0,1 1 1 0 0,0 1-1 0 0,1 3 27 0 0,-1 0 0 0 0,0 0 0 0 0,-1 1 0 0 0,1-1 0 0 0,-1 0 0 0 0,0 0 0 0 0,0 0 0 0 0,0 0 0 0 0,-1 0 0 0 0,0 1 0 0 0,0-1 0 0 0,0 0 0 0 0,-1 0 0 0 0,-2 5 0 0 0,-4 8-28 0 0,-2 1-1 0 0,-15 23 1 0 0,24-41-10 0 0,0 0 7 0 0,-3 8 27 0 0,2-4 69 0 0,3-8 305 0 0,4-8-408 0 0,0 1 1 0 0,1-1-1 0 0,1 2 0 0 0,0-1 1 0 0,0 1-1 0 0,1 0 0 0 0,0 0 1 0 0,1 1-1 0 0,-1 0 1 0 0,18-11-1 0 0,-12 9-26 0 0,0 1 0 0 0,1 0 1 0 0,0 1-1 0 0,1 1 0 0 0,25-8 0 0 0,-39 15 22 0 0,-1-1 0 0 0,1 1 0 0 0,-1 0 0 0 0,0 0 0 0 0,1 0-1 0 0,-1 0 1 0 0,1 0 0 0 0,-1 0 0 0 0,1 0 0 0 0,-1 1 0 0 0,0-1 0 0 0,1 1-1 0 0,-1-1 1 0 0,0 1 0 0 0,1-1 0 0 0,-1 1 0 0 0,0 0 0 0 0,0-1 0 0 0,1 1-1 0 0,-1 0 1 0 0,0 0 0 0 0,0 0 0 0 0,0 0 0 0 0,0 0 0 0 0,0 0 0 0 0,0 0-1 0 0,0 0 1 0 0,-1 1 0 0 0,1-1 0 0 0,0 0 0 0 0,0 3 0 0 0,16 43 80 0 0,-17-45-64 0 0,0-1 10 0 0,0 0 0 0 0,0 0 0 0 0,0 0 0 0 0,0 0 0 0 0,0-1-1 0 0,0 1 1 0 0,0 0 0 0 0,0 0 0 0 0,0 0 0 0 0,0 0 0 0 0,1 0 0 0 0,-1 0-1 0 0,0 0 1 0 0,1 0 0 0 0,-1 0 0 0 0,1 0 0 0 0,-1-1 0 0 0,1 1 0 0 0,-1 0-1 0 0,1 0 1 0 0,-1-1 0 0 0,2 2 0 0 0,38-24-20 0 0,-36 19-31 0 0,0 0 0 0 0,0 0 0 0 0,1 0-1 0 0,-1 0 1 0 0,1 1 0 0 0,0 0 0 0 0,0 0 0 0 0,-1 0-1 0 0,1 1 1 0 0,0-1 0 0 0,0 1 0 0 0,1 0-1 0 0,-1 1 1 0 0,0-1 0 0 0,0 1 0 0 0,0 0 0 0 0,1 0-1 0 0,-1 1 1 0 0,7 1 0 0 0,26 15-157 0 0,-33-14 168 0 0,1 0-1 0 0,-1 0 0 0 0,1-1 1 0 0,0 0-1 0 0,-1 0 0 0 0,1 0 0 0 0,0-1 1 0 0,0 0-1 0 0,0 0 0 0 0,0 0 1 0 0,7-1-1 0 0,-3-2 1 0 0,0 0 1 0 0,0 0-1 0 0,0-1 1 0 0,0 0-1 0 0,0-1 1 0 0,-1 0-1 0 0,1 0 0 0 0,-1-1 1 0 0,0 0-1 0 0,-1-1 1 0 0,1 0-1 0 0,-1 0 1 0 0,0-1-1 0 0,-1 0 1 0 0,8-9-1 0 0,8-11 16 0 0,0-1-1 0 0,35-59 1 0 0,-35 44 893 0 0,31-78 0 0 0,-50 111-455 0 0,-3 8-217 0 0,-4 4-143 0 0,1-1 0 0 0,0 1 0 0 0,0 0 0 0 0,0 0 0 0 0,0 0-1 0 0,0 0 1 0 0,0 0 0 0 0,0 0 0 0 0,1 0 0 0 0,-1 1 0 0 0,1-1 0 0 0,0 1-1 0 0,-1-1 1 0 0,0 4 0 0 0,-30 61 51 0 0,14-27 45 0 0,-1 2 36 0 0,-21 66-1 0 0,-3 8 28 0 0,41-110-318 0 0,0-1 1 0 0,0 0-1 0 0,0 0 0 0 0,0 1 0 0 0,1-1 0 0 0,0 1 0 0 0,-1 9 1 0 0,2-13 16 0 0,4-3-30 0 0,47-13-78 0 0,-28 7 98 0 0,0 1-1 0 0,46-6 1 0 0,-63 12 68 0 0,72-1-73 0 0,-75 1 67 0 0,0 0 0 0 0,-1 0 1 0 0,1 1-1 0 0,0-1 0 0 0,0 1 1 0 0,0-1-1 0 0,0 1 1 0 0,0 0-1 0 0,0 0 0 0 0,-1 0 1 0 0,1 1-1 0 0,0-1 1 0 0,-1 1-1 0 0,1-1 0 0 0,-1 1 1 0 0,0 0-1 0 0,0 0 1 0 0,1 0-1 0 0,-1 0 0 0 0,0 0 1 0 0,3 5-1 0 0,-5-5 7 0 0,1-1-1 0 0,-1 0 1 0 0,0 0-1 0 0,0 0 1 0 0,0 0-1 0 0,1 0 1 0 0,-1 1-1 0 0,0-1 1 0 0,0 0-1 0 0,0 0 1 0 0,-1 0-1 0 0,1 0 1 0 0,0 1-1 0 0,0-1 1 0 0,-1 0-1 0 0,1 0 1 0 0,-1 0 0 0 0,1 0-1 0 0,-1 0 1 0 0,1 0-1 0 0,-1 0 1 0 0,1 0-1 0 0,-2 1 1 0 0,-27 21-37 0 0,17-17 36 0 0,-1-1 0 0 0,1 0 0 0 0,-16 3 0 0 0,-19 2-279 0 0,45-9 5 0 0,6-2 52 0 0,14-2 119 0 0,-1 1 13 0 0,56-9-163 0 0,-1-3 0 0 0,117-38 1 0 0,-166 43 278 0 0,-10 5 195 0 0,0-1-1 0 0,0 0 0 0 0,-1-1 1 0 0,0 0-1 0 0,18-13 0 0 0,-29 18 147 0 0,4-6 63 0 0,-5 7-384 0 0,0 0-1 0 0,0 0 1 0 0,0 1-1 0 0,-1-1 1 0 0,1 0-1 0 0,0 0 1 0 0,0 0-1 0 0,0 0 1 0 0,0 0 0 0 0,0 0-1 0 0,0 0 1 0 0,0 0-1 0 0,-1 0 1 0 0,1 0-1 0 0,0 0 1 0 0,0 0 0 0 0,0 0-1 0 0,0 0 1 0 0,0 0-1 0 0,0 0 1 0 0,-1 0-1 0 0,1 0 1 0 0,0 0-1 0 0,0 0 1 0 0,0 0 0 0 0,0 0-1 0 0,0 0 1 0 0,0 0-1 0 0,0 0 1 0 0,-1 0-1 0 0,1-1 1 0 0,0 1 0 0 0,0 0-1 0 0,0 0 1 0 0,0 0-1 0 0,0 0 1 0 0,0 0-1 0 0,0 0 1 0 0,0 0-1 0 0,0 0 1 0 0,0 0 0 0 0,-1-1-1 0 0,1 1 1 0 0,0 0-1 0 0,0 0 1 0 0,0 0-1 0 0,0 0 1 0 0,0 0 0 0 0,0 0-1 0 0,0-1 1 0 0,0 1-1 0 0,0 0 1 0 0,0 0-1 0 0,-7 3 77 0 0,0 1-1 0 0,0 0 1 0 0,0 0 0 0 0,0 1-1 0 0,1 0 1 0 0,-1 0-1 0 0,1 0 1 0 0,1 1 0 0 0,-1 0-1 0 0,1 0 1 0 0,0 1-1 0 0,0-1 1 0 0,-5 11-1 0 0,10-16-203 0 0,-1 1 0 0 0,0-1 0 0 0,1 1-1 0 0,-1-1 1 0 0,1 1 0 0 0,0 0-1 0 0,0-1 1 0 0,-1 1 0 0 0,1-1-1 0 0,0 1 1 0 0,0-1 0 0 0,1 1 0 0 0,-1 0-1 0 0,0-1 1 0 0,0 1 0 0 0,1-1-1 0 0,-1 1 1 0 0,1-1 0 0 0,-1 1-1 0 0,1-1 1 0 0,0 1 0 0 0,0-1-1 0 0,-1 0 1 0 0,1 1 0 0 0,0-1 0 0 0,0 0-1 0 0,0 0 1 0 0,0 0 0 0 0,1 1-1 0 0,-1-1 1 0 0,0 0 0 0 0,0-1-1 0 0,1 1 1 0 0,-1 0 0 0 0,0 0 0 0 0,1 0-1 0 0,-1-1 1 0 0,1 1 0 0 0,-1-1-1 0 0,1 1 1 0 0,2-1 0 0 0,6 3-1762 0 0,-1-1 1 0 0,1-1-1 0 0,0 1 1 0 0,19-1 0 0 0,-12-3-1906 0 0</inkml:trace>
</inkml:ink>
</file>

<file path=ppt/ink/ink7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8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129 358 616 0 0,'-5'-2'1109'0'0,"2"1"-771"0"0,-1 1-1 0 0,1-1 0 0 0,-1 1 0 0 0,0 0 0 0 0,1 0 0 0 0,-1 1 0 0 0,0-1 0 0 0,1 1 0 0 0,-1-1 0 0 0,1 1 0 0 0,-1 0 0 0 0,1 1 0 0 0,-1-1 0 0 0,1 1 0 0 0,0-1 0 0 0,0 1 0 0 0,-1 0 0 0 0,1 0 0 0 0,1 0 0 0 0,-1 1 0 0 0,-5 4 0 0 0,4-3-85 0 0,0 0 0 0 0,0 0 0 0 0,0 0 0 0 0,1 0 0 0 0,-1 1 0 0 0,1 0 0 0 0,0 0 0 0 0,0 0 0 0 0,1 0 0 0 0,0 0 0 0 0,0 0 0 0 0,0 1 0 0 0,0-1 0 0 0,0 7 0 0 0,2-12-243 0 0,0 1 0 0 0,-1-1-1 0 0,2 1 1 0 0,-1-1 0 0 0,0 1 0 0 0,0 0 0 0 0,0-1 0 0 0,0 1 0 0 0,0-1 0 0 0,0 1-1 0 0,0-1 1 0 0,1 1 0 0 0,-1-1 0 0 0,0 1 0 0 0,1-1 0 0 0,-1 1 0 0 0,0-1 0 0 0,1 0-1 0 0,-1 1 1 0 0,0-1 0 0 0,1 1 0 0 0,-1-1 0 0 0,1 0 0 0 0,-1 1 0 0 0,0-1 0 0 0,1 0-1 0 0,-1 1 1 0 0,1-1 0 0 0,-1 0 0 0 0,1 0 0 0 0,-1 0 0 0 0,1 1 0 0 0,-1-1 0 0 0,1 0-1 0 0,0 0 1 0 0,-1 0 0 0 0,1 0 0 0 0,0 0 0 0 0,30-8 127 0 0,23-21-53 0 0,-37 15-78 0 0,1 0 0 0 0,-2-1 0 0 0,0-1 1 0 0,-1 0-1 0 0,-1-1 0 0 0,0 0 1 0 0,-1-1-1 0 0,-1-1 0 0 0,-1 0 0 0 0,-1-1 1 0 0,0 0-1 0 0,-2 0 0 0 0,11-37 1 0 0,-12 36 426 0 0,-1-1 0 0 0,-1 1 0 0 0,-1-1 0 0 0,3-34 0 0 0,-7 53-130 0 0,0 1 42 0 0,0 2-329 0 0,0 0 0 0 0,0 0 0 0 0,0 0 0 0 0,0 0 0 0 0,0-1-1 0 0,0 1 1 0 0,0 0 0 0 0,1 0 0 0 0,-1 0 0 0 0,0 0 0 0 0,0-1 0 0 0,0 1-1 0 0,0 0 1 0 0,0 0 0 0 0,0 0 0 0 0,0-1 0 0 0,0 1 0 0 0,0 0-1 0 0,0 0 1 0 0,0 0 0 0 0,0 0 0 0 0,0-1 0 0 0,0 1 0 0 0,0 0 0 0 0,0 0-1 0 0,0 0 1 0 0,0-1 0 0 0,-1 1 0 0 0,1 0 0 0 0,0 0 0 0 0,0 0-1 0 0,0 0 1 0 0,0 0 0 0 0,0-1 0 0 0,0 1 0 0 0,0 0 0 0 0,-1 0-1 0 0,1 0 1 0 0,0 0 0 0 0,0 0 0 0 0,0 0 0 0 0,0-1 0 0 0,-1 1 0 0 0,1 0-1 0 0,0 0 1 0 0,0 0 0 0 0,0 0 0 0 0,0 0 0 0 0,-1 0 0 0 0,1 0-1 0 0,0 0 1 0 0,0 0 0 0 0,0 0 0 0 0,0 0 0 0 0,-1 0 0 0 0,1 0-1 0 0,0 0 1 0 0,0 0 0 0 0,0 0 0 0 0,-1 0 0 0 0,1 0 0 0 0,0 0 0 0 0,0 0-1 0 0,0 0 1 0 0,0 0 0 0 0,-1 1 0 0 0,1-1 0 0 0,0 0 0 0 0,-9 7 82 0 0,0 0 0 0 0,1 1 0 0 0,0 0 0 0 0,1 0 1 0 0,-1 1-1 0 0,1 0 0 0 0,1 0 0 0 0,0 1 0 0 0,0 0 0 0 0,1 0 1 0 0,-5 13-1 0 0,4-6-324 0 0,0 0 0 0 0,0 1 1 0 0,2-1-1 0 0,0 1 0 0 0,1 0 1 0 0,-1 31-1 0 0,4-45-93 0 0,0-1 0 0 0,1 0 0 0 0,-1 1 0 0 0,1-1 0 0 0,-1 0 0 0 0,1 1 1 0 0,0-1-1 0 0,0 0 0 0 0,1 0 0 0 0,-1 0 0 0 0,3 5 0 0 0,19 12-6435 0 0,-8-12 3168 0 0</inkml:trace>
</inkml:ink>
</file>

<file path=ppt/ink/ink7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8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81 510 1224 0 0,'-18'13'2658'0'0,"12"-9"-1935"0"0,0 0 0 0 0,0 0 0 0 0,1 1 0 0 0,-1 0 0 0 0,1 0 0 0 0,0 0 0 0 0,1 1 0 0 0,-1 0 0 0 0,-4 8 0 0 0,8-14-656 0 0,1 1 0 0 0,-1-1 0 0 0,1 1 0 0 0,-1 0 0 0 0,1-1 0 0 0,0 1 0 0 0,-1-1 0 0 0,1 1 0 0 0,0 0 0 0 0,0-1 0 0 0,-1 1 0 0 0,1 0 0 0 0,0-1 0 0 0,0 1 0 0 0,0 0-1 0 0,0-1 1 0 0,0 1 0 0 0,0 0 0 0 0,0 0 0 0 0,0-1 0 0 0,0 1 0 0 0,0 0 0 0 0,0-1 0 0 0,0 1 0 0 0,0 0 0 0 0,1-1 0 0 0,-1 1 0 0 0,0 0 0 0 0,1 0 0 0 0,19 1 608 0 0,27-18-424 0 0,-16-2-172 0 0,0-1 0 0 0,-2-1 0 0 0,0-2 0 0 0,-2-1 0 0 0,0-1 0 0 0,-2-1 0 0 0,0-1 0 0 0,-2-1-1 0 0,-1-2 1 0 0,-1 0 0 0 0,-2-1 0 0 0,-1-1 0 0 0,-1-1 0 0 0,-2 0 0 0 0,-1-1 0 0 0,18-64 0 0 0,-31 93 0 0 0,0 1 0 0 0,-1 0 0 0 0,1 0 0 0 0,-1-1 0 0 0,0 1 0 0 0,0 0 0 0 0,0-1 0 0 0,0 1 0 0 0,0 0 0 0 0,-1-1 0 0 0,0 1 0 0 0,-1-6 0 0 0,1 8-50 0 0,0 0 0 0 0,0-1 0 0 0,1 1 0 0 0,-1 0 0 0 0,0-1 0 0 0,0 1 0 0 0,0 0 0 0 0,-1 0 0 0 0,1 0 0 0 0,0 0 0 0 0,0 0 0 0 0,-1 0 0 0 0,1 0 0 0 0,0 0 0 0 0,-1 1 0 0 0,1-1-1 0 0,-1 0 1 0 0,1 1 0 0 0,-3-1 0 0 0,-1 0 3 0 0,0 1 0 0 0,0 0-1 0 0,0 0 1 0 0,0 1-1 0 0,0-1 1 0 0,0 1 0 0 0,0 0-1 0 0,1 0 1 0 0,-1 1-1 0 0,0-1 1 0 0,0 1 0 0 0,1 0-1 0 0,-1 1 1 0 0,1-1-1 0 0,-6 5 1 0 0,5-4-4 0 0,1 0 0 0 0,0 0 0 0 0,0 0 0 0 0,0 0 0 0 0,0 1 0 0 0,1 0 0 0 0,-1-1 0 0 0,1 2 0 0 0,0-1 0 0 0,0 0 0 0 0,1 0 0 0 0,-1 1 0 0 0,1 0 0 0 0,0-1 0 0 0,0 1 0 0 0,0 0 0 0 0,1 0 0 0 0,0 0 0 0 0,0 0 0 0 0,0 0 0 0 0,0 0 1 0 0,1 0-1 0 0,0 1 0 0 0,0-1 0 0 0,0 0 0 0 0,2 6 0 0 0,2 4 38 0 0,0 0-1 0 0,1 1 1 0 0,1-2 0 0 0,0 1 0 0 0,1-1 0 0 0,0 0 0 0 0,13 17 0 0 0,-9-14-2 0 0,15 22 80 0 0,-2 1 0 0 0,-2 2 0 0 0,18 44 0 0 0,-39-85-147 0 0,0 0 0 0 0,-1 1 1 0 0,1-1-1 0 0,-1 0 0 0 0,1 1 0 0 0,-1-1 0 0 0,0 1 1 0 0,1-1-1 0 0,-1 1 0 0 0,0-1 0 0 0,0 0 0 0 0,0 1 0 0 0,0-1 1 0 0,0 1-1 0 0,0-1 0 0 0,-1 1 0 0 0,1-1 0 0 0,0 1 0 0 0,-1-1 1 0 0,1 0-1 0 0,-1 1 0 0 0,1-1 0 0 0,-1 0 0 0 0,0 1 1 0 0,1-1-1 0 0,-1 0 0 0 0,0 0 0 0 0,0 0 0 0 0,0 0 0 0 0,0 0 1 0 0,0 0-1 0 0,0 0 0 0 0,-1 0 0 0 0,1 0 0 0 0,0 0 0 0 0,0 0 1 0 0,-1-1-1 0 0,1 1 0 0 0,0 0 0 0 0,-1-1 0 0 0,-1 1 0 0 0,-30 1-3134 0 0,2-10-5475 0 0</inkml:trace>
</inkml:ink>
</file>

<file path=ppt/ink/ink7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59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42 1180 0 0,'0'0'1224'0'0,"29"-29"6156"0"0,-24 27-7256 0 0,0 0-1 0 0,0 0 0 0 0,1 0 0 0 0,-1 1 1 0 0,0 0-1 0 0,1 0 0 0 0,-1 0 1 0 0,1 1-1 0 0,-1-1 0 0 0,9 2 1 0 0,61 9-1117 0 0,-19-2 625 0 0,-47-8 680 0 0,0 1-1 0 0,1-1 0 0 0,-1 1 0 0 0,0 1 1 0 0,0 0-1 0 0,0 0 0 0 0,13 6 1 0 0,-21-7-168 0 0,1-1-1 0 0,-1 1 1 0 0,0 0 0 0 0,1 0 0 0 0,-1 0 0 0 0,0 0 0 0 0,0 0 0 0 0,0 0-1 0 0,0 1 1 0 0,0-1 0 0 0,0 0 0 0 0,0 1 0 0 0,0-1 0 0 0,0 0 0 0 0,-1 1-1 0 0,1-1 1 0 0,-1 1 0 0 0,2 2 0 0 0,-2-1-28 0 0,0 0 0 0 0,0 0 0 0 0,0 0 0 0 0,0 0 0 0 0,-1 0 0 0 0,1 0 0 0 0,-1 1 0 0 0,0-1 0 0 0,0-1 0 0 0,0 1 0 0 0,0 0 0 0 0,-3 5 0 0 0,-20 36 447 0 0,-1 0 1 0 0,-3-2-1 0 0,-1-1 0 0 0,-41 43 0 0 0,-152 140-220 0 0,176-180-459 0 0,-54 50-1199 0 0,-12 12-2122 0 0,39-34-3915 0 0,44-41 3161 0 0</inkml:trace>
</inkml:ink>
</file>

<file path=ppt/ink/ink7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2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158 100 388 0 0,'-1'-3'741'0'0,"-8"-94"8447"0"0,7 104-8851 0 0,-110 786 2590 0 0,86-352-2053 0 0,19-392-2092 0 0,6-48 703 0 0,2-8-2500 0 0,4-69-2278 0 0,-4 52 2807 0 0</inkml:trace>
</inkml:ink>
</file>

<file path=ppt/ink/ink7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3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1 144 492 0 0,'18'-17'541'0'0,"1"1"-1"0"0,1 1 1 0 0,0 0 0 0 0,1 2-1 0 0,0 0 1 0 0,1 2 0 0 0,1 0-1 0 0,23-7 1 0 0,-35 14-279 0 0,1 1 0 0 0,0 0 0 0 0,-1 1 0 0 0,1 1 0 0 0,0 0 0 0 0,0 0 0 0 0,0 1 0 0 0,15 2 0 0 0,-19-1-120 0 0,0 1-1 0 0,0 0 1 0 0,-1 0 0 0 0,1 1-1 0 0,0 0 1 0 0,-1 0-1 0 0,0 1 1 0 0,0 0 0 0 0,0 0-1 0 0,0 1 1 0 0,-1-1 0 0 0,1 2-1 0 0,6 6 1 0 0,-11-10-96 0 0,1 1 0 0 0,-1 0-1 0 0,0-1 1 0 0,0 1 0 0 0,0 0 0 0 0,0 0 0 0 0,-1 0 0 0 0,1 0 0 0 0,-1 0 0 0 0,0 0-1 0 0,0 1 1 0 0,0-1 0 0 0,0 0 0 0 0,0 1 0 0 0,-1-1 0 0 0,0 0 0 0 0,1 1 0 0 0,-1 4-1 0 0,-1-3 3 0 0,0 1 0 0 0,-1 0 0 0 0,1-1 0 0 0,-1 1 0 0 0,0-1 0 0 0,0 1 0 0 0,-1-1-1 0 0,1 0 1 0 0,-1 0 0 0 0,-4 5 0 0 0,-3 2 36 0 0,0 0 0 0 0,0 0-1 0 0,-1-1 1 0 0,-1-1 0 0 0,0 0 0 0 0,0 0-1 0 0,-18 9 1 0 0,18-11 4 0 0,-1-2 0 0 0,-1 0 0 0 0,1 0 0 0 0,-1-1-1 0 0,0-1 1 0 0,0 0 0 0 0,-19 2 0 0 0,28-5-194 0 0,0-1 1 0 0,0 1-1 0 0,0-1 0 0 0,0 0 0 0 0,0-1 1 0 0,-1 1-1 0 0,1-1 0 0 0,0 0 1 0 0,0 0-1 0 0,0-1 0 0 0,0 0 0 0 0,1 0 1 0 0,-1 0-1 0 0,0 0 0 0 0,1 0 1 0 0,-1-1-1 0 0,1 0 0 0 0,0 0 0 0 0,0 0 1 0 0,0-1-1 0 0,0 1 0 0 0,1-1 1 0 0,-5-6-1 0 0,7 9-209 0 0,1-1 1 0 0,0 0-1 0 0,-1 0 0 0 0,1 0 1 0 0,0 0-1 0 0,0 0 0 0 0,0 0 1 0 0,0 1-1 0 0,1-1 1 0 0,-1 0-1 0 0,0 0 0 0 0,1 0 1 0 0,0 0-1 0 0,-1 1 0 0 0,1-1 1 0 0,0 0-1 0 0,1-2 1 0 0,-2 4 208 0 0,7-11-2238 0 0</inkml:trace>
</inkml:ink>
</file>

<file path=ppt/ink/ink7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4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3 287 312 0 0,'1'3'537'0'0,"-1"0"1"0"0,1-1-1 0 0,-1 1 0 0 0,1 0 1 0 0,-1-1-1 0 0,0 1 0 0 0,-1 0 0 0 0,1 0 1 0 0,0-1-1 0 0,-1 1 0 0 0,0 4 1 0 0,-2 47 668 0 0,5-47-1066 0 0,-1 0 0 0 0,2 0 0 0 0,-1-1 0 0 0,1 1 0 0 0,0-1 0 0 0,0 1 0 0 0,0-1 0 0 0,1 0 0 0 0,0 0 0 0 0,0-1-1 0 0,7 8 1 0 0,-8-11-82 0 0,-1 0-1 0 0,1 0 1 0 0,-1 0-1 0 0,1 0 1 0 0,0 0 0 0 0,0-1-1 0 0,0 1 1 0 0,0-1-1 0 0,0 0 1 0 0,0 0-1 0 0,0 0 1 0 0,0 0-1 0 0,0-1 1 0 0,1 1-1 0 0,-1-1 1 0 0,0 0-1 0 0,0 1 1 0 0,1-2-1 0 0,-1 1 1 0 0,0 0-1 0 0,0-1 1 0 0,0 1-1 0 0,1-1 1 0 0,-1 0-1 0 0,0 0 1 0 0,0 0-1 0 0,4-3 1 0 0,-4 3-28 0 0,0-1 1 0 0,0 0-1 0 0,0 0 1 0 0,0 0-1 0 0,0-1 1 0 0,-1 1-1 0 0,1-1 1 0 0,-1 1-1 0 0,1-1 1 0 0,-1 0-1 0 0,0 0 1 0 0,0 0-1 0 0,0 0 1 0 0,-1 0-1 0 0,1 0 1 0 0,-1-1-1 0 0,2-5 1 0 0,-1-1 25 0 0,0 1 0 0 0,0-1 1 0 0,-1 0-1 0 0,0-16 0 0 0,-5-1 76 0 0,4 26-132 0 0,0 1 0 0 0,-1-1 0 0 0,1 0-1 0 0,0 1 1 0 0,0-1 0 0 0,-1 0 0 0 0,1 1-1 0 0,0-1 1 0 0,0 0 0 0 0,0 0 0 0 0,0 1-1 0 0,0-1 1 0 0,0 0 0 0 0,0 0-1 0 0,1 1 1 0 0,-1-1 0 0 0,0 0 0 0 0,0 1-1 0 0,0-1 1 0 0,1 0 0 0 0,-1 1 0 0 0,1-2-1 0 0,1 1-10 0 0,1 0-1 0 0,-1 0 1 0 0,1 0-1 0 0,-1 0 1 0 0,1 1-1 0 0,-1-1 1 0 0,1 1-1 0 0,0-1 1 0 0,-1 1-1 0 0,5 0 1 0 0,21-1-43 0 0,-1-1 1 0 0,1-2 0 0 0,-1-1 0 0 0,0-1-1 0 0,-1-1 1 0 0,44-18 0 0 0,-61 21 48 0 0,0 0 0 0 0,0-1 0 0 0,0-1 0 0 0,0 1 0 0 0,-1-2 0 0 0,0 1 0 0 0,0-1 0 0 0,-1 0 0 0 0,0 0 0 0 0,0-1 0 0 0,-1 0 0 0 0,0 0 0 0 0,0-1 0 0 0,-1 0 0 0 0,0 0 0 0 0,0 0 0 0 0,-1 0 1 0 0,0-1-1 0 0,-1 0 0 0 0,0 0 0 0 0,2-14 0 0 0,-4 14 95 0 0,-1 0 0 0 0,0 0 0 0 0,0 1 0 0 0,-1-1 0 0 0,-2-11 0 0 0,2 19 54 0 0,0 8-123 0 0,-3 34 67 0 0,2-1 0 0 0,2 1 0 0 0,2 0 0 0 0,7 45-1 0 0,-1 4 38 0 0,30 262 241 0 0,-3-31-13 0 0,-38-269 199 0 0,3-48-331 0 0,0-3-208 0 0,0-1 0 0 0,0 1 0 0 0,0 0 0 0 0,0 0-1 0 0,0 0 1 0 0,0-1 0 0 0,0 1 0 0 0,0 0 0 0 0,0 0-1 0 0,0 0 1 0 0,0-1 0 0 0,-1 1 0 0 0,1 0 0 0 0,0 0 0 0 0,0 0-1 0 0,0 0 1 0 0,0 0 0 0 0,0-1 0 0 0,-1 1 0 0 0,1 0-1 0 0,0 0 1 0 0,0 0 0 0 0,0 0 0 0 0,-1 0 0 0 0,1 0-1 0 0,0 0 1 0 0,0 0 0 0 0,0-1 0 0 0,0 1 0 0 0,-1 0 0 0 0,1 0-1 0 0,0 0 1 0 0,0 0 0 0 0,-1 0 0 0 0,1 0 0 0 0,0 0-1 0 0,0 0 1 0 0,0 0 0 0 0,-1 0 0 0 0,1 0 0 0 0,0 1 0 0 0,0-1-1 0 0,0 0 1 0 0,-1 0 0 0 0,1 0 0 0 0,0 0 0 0 0,0 0-1 0 0,0 0 1 0 0,0 0 0 0 0,-1 0 0 0 0,1 1 0 0 0,0-1-1 0 0,0 0 1 0 0,0 0 0 0 0,0 0 0 0 0,0 0 0 0 0,0 1 0 0 0,-1-1-1 0 0,1 0 1 0 0,0 0 0 0 0,0 0 0 0 0,0 0 0 0 0,0 1-1 0 0,-9-19 2 0 0,2 0-1 0 0,0-1 0 0 0,0 1 1 0 0,2-1-1 0 0,1-1 0 0 0,0 1 1 0 0,1-1-1 0 0,1 0 0 0 0,1 1 1 0 0,1-1-1 0 0,0 0 0 0 0,7-34 1 0 0,-1 16-94 0 0,1 0 0 0 0,3 0-1 0 0,1 1 1 0 0,1 0 0 0 0,31-60 0 0 0,-40 89 54 0 0,1 1-1 0 0,1-1 1 0 0,-1 1 0 0 0,1 0 0 0 0,0 0-1 0 0,0 1 1 0 0,1 0 0 0 0,0-1-1 0 0,0 2 1 0 0,1-1 0 0 0,0 1-1 0 0,0 0 1 0 0,0 0 0 0 0,0 1-1 0 0,1 0 1 0 0,-1 0 0 0 0,1 1 0 0 0,0 0-1 0 0,0 0 1 0 0,0 1 0 0 0,10-1-1 0 0,-15 2 25 0 0,0 1 0 0 0,0 0-1 0 0,0-1 1 0 0,-1 1 0 0 0,1 1 0 0 0,0-1-1 0 0,0 0 1 0 0,0 1 0 0 0,-1 0-1 0 0,1-1 1 0 0,0 1 0 0 0,-1 0-1 0 0,1 0 1 0 0,0 0 0 0 0,-1 1-1 0 0,0-1 1 0 0,1 1 0 0 0,-1-1 0 0 0,0 1-1 0 0,0 0 1 0 0,1 0 0 0 0,-2 0-1 0 0,1 0 1 0 0,0 0 0 0 0,0 1-1 0 0,-1-1 1 0 0,1 0 0 0 0,-1 1 0 0 0,1-1-1 0 0,-1 1 1 0 0,0-1 0 0 0,0 1-1 0 0,-1 0 1 0 0,1 0 0 0 0,0-1-1 0 0,-1 1 1 0 0,1 0 0 0 0,-1 0 0 0 0,0-1-1 0 0,0 1 1 0 0,0 0 0 0 0,-1 0-1 0 0,1 0 1 0 0,-1-1 0 0 0,1 1-1 0 0,-1 0 1 0 0,0 0 0 0 0,0-1 0 0 0,0 1-1 0 0,0-1 1 0 0,-1 1 0 0 0,-2 3-1 0 0,2-3-79 0 0,-1 1-1 0 0,0-1 1 0 0,0-1-1 0 0,0 1 1 0 0,0 0 0 0 0,0-1-1 0 0,-1 1 1 0 0,1-1-1 0 0,-1 0 1 0 0,1 0-1 0 0,-7 2 1 0 0,9-4-532 0 0,-20-9-3272 0 0,12 1 598 0 0,4-1 248 0 0</inkml:trace>
</inkml:ink>
</file>

<file path=ppt/ink/ink7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4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1 481 548 0 0,'5'14'878'0'0,"0"0"0"0"0,1-1 0 0 0,1 0 0 0 0,9 15-1 0 0,-14-25-708 0 0,0-1-1 0 0,0 1 1 0 0,1 0-1 0 0,-1-1 1 0 0,0 1-1 0 0,1-1 1 0 0,0 0-1 0 0,-1 0 1 0 0,1 0-1 0 0,0 0 1 0 0,0 0-1 0 0,0 0 1 0 0,0-1-1 0 0,0 0 1 0 0,1 1-1 0 0,-1-1 1 0 0,0 0-1 0 0,1-1 0 0 0,-1 1 1 0 0,0-1-1 0 0,1 1 1 0 0,-1-1-1 0 0,5 0 1 0 0,-4-1-84 0 0,-1 0 0 0 0,1 0 0 0 0,-1 0 0 0 0,1-1 1 0 0,-1 1-1 0 0,0-1 0 0 0,1 0 0 0 0,-1 0 0 0 0,0 0 0 0 0,0 0 1 0 0,0 0-1 0 0,-1-1 0 0 0,1 1 0 0 0,0-1 0 0 0,2-4 0 0 0,30-46 560 0 0,-30 44-550 0 0,3-6 28 0 0,-1-1 0 0 0,0-1-1 0 0,-1 1 1 0 0,-1-1 0 0 0,0 0 0 0 0,2-23-1 0 0,6-110 381 0 0,-5 45-198 0 0,-8 99-290 0 0,2-11 134 0 0,0 0 0 0 0,1 0 0 0 0,10-32 0 0 0,-13 49-147 0 0,0 0 0 0 0,0 0 0 0 0,0-1 0 0 0,0 1 0 0 0,0 0 0 0 0,0-1 0 0 0,1 1 0 0 0,-1 0 1 0 0,0 0-1 0 0,0-1 0 0 0,0 1 0 0 0,0 0 0 0 0,1 0 0 0 0,-1-1 0 0 0,0 1 0 0 0,0 0 0 0 0,1 0 1 0 0,-1 0-1 0 0,0-1 0 0 0,0 1 0 0 0,1 0 0 0 0,-1 0 0 0 0,0 0 0 0 0,1 0 0 0 0,-1 0 0 0 0,0 0 1 0 0,1-1-1 0 0,-1 1 0 0 0,0 0 0 0 0,0 0 0 0 0,1 0 0 0 0,-1 0 0 0 0,0 0 0 0 0,1 0 0 0 0,-1 0 1 0 0,0 1-1 0 0,1-1 0 0 0,-1 0 0 0 0,0 0 0 0 0,1 0 0 0 0,-1 0 0 0 0,0 0 0 0 0,0 0 0 0 0,1 0 1 0 0,-1 1-1 0 0,0-1 0 0 0,0 0 0 0 0,1 0 0 0 0,-1 0 0 0 0,0 1 0 0 0,0-1 0 0 0,1 1 0 0 0,9 13 54 0 0,-9-13-54 0 0,5 11 61 0 0,0 0-1 0 0,-1 1 1 0 0,-1-1-1 0 0,0 1 1 0 0,-1 0 0 0 0,0 1-1 0 0,-1-1 1 0 0,1 25 0 0 0,5 22 100 0 0,63 213 612 0 0,-54-225-1333 0 0,2-1-1 0 0,2 0 1 0 0,41 66 0 0 0,-40-88-1601 0 0,-4-13-2987 0 0,-9-9 2056 0 0</inkml:trace>
</inkml:ink>
</file>

<file path=ppt/ink/ink7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4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46 344 0 0,'0'-2'241'0'0,"-1"0"0"0"0,1 0 1 0 0,0-1-1 0 0,0 1 0 0 0,-1 1 0 0 0,1-1 0 0 0,-1 0 1 0 0,0 0-1 0 0,1 0 0 0 0,-1 0 0 0 0,0 0 0 0 0,0 0 1 0 0,0 1-1 0 0,-1-1 0 0 0,1 0 0 0 0,0 1 0 0 0,0-1 1 0 0,-1 1-1 0 0,1 0 0 0 0,-1-1 0 0 0,0 1 0 0 0,1 0 1 0 0,-3-2-1 0 0,1 3-41 0 0,0-1 0 0 0,0 0 0 0 0,0 1 1 0 0,0-1-1 0 0,0 1 0 0 0,0 0 0 0 0,0 0 0 0 0,1 0 1 0 0,-1 1-1 0 0,0-1 0 0 0,0 1 0 0 0,0-1 0 0 0,0 1 1 0 0,-4 2-1 0 0,-3 1 92 0 0,0 1 0 0 0,1 0 1 0 0,-1 0-1 0 0,1 1 0 0 0,0 0 1 0 0,1 1-1 0 0,-1 0 0 0 0,-7 8 0 0 0,13-11-161 0 0,0-1-1 0 0,0 1 0 0 0,0-1 0 0 0,1 1 0 0 0,-1 0 1 0 0,1 0-1 0 0,0 0 0 0 0,0 0 0 0 0,-1 6 1 0 0,2-9 76 0 0,14-1-10 0 0,15-3 19 0 0,22-22-69 0 0,11-4-140 0 0,-59 29-24 0 0,13 3-76 0 0,-11 1 82 0 0,0-1 1 0 0,0 1-1 0 0,0 0 1 0 0,-1 1-1 0 0,1-1 1 0 0,-1 1-1 0 0,3 5 1 0 0,30 39 8 0 0,-34-47 6 0 0,0-1-1 0 0,0 0 1 0 0,0 1 0 0 0,0-1 0 0 0,0 0 0 0 0,0 0 0 0 0,0 0 0 0 0,1 0 0 0 0,-1-1 0 0 0,0 1 0 0 0,0-1 0 0 0,1 1 0 0 0,-1-1 0 0 0,0 0 0 0 0,1 0 0 0 0,-1 0 0 0 0,1 0 0 0 0,-1 0 0 0 0,0-1-1 0 0,1 1 1 0 0,2-1 0 0 0,52-20 31 0 0,-38 13-28 0 0,12-4-45 0 0,-20 7 76 0 0,0 0-1 0 0,1 1 1 0 0,0 1 0 0 0,0-1-1 0 0,13 0 1 0 0,-20 4 11 0 0,0 0 1 0 0,0 0-1 0 0,0 0 0 0 0,0 1 0 0 0,0 0 1 0 0,0 0-1 0 0,0 0 0 0 0,0 1 0 0 0,0-1 1 0 0,0 1-1 0 0,-1 0 0 0 0,1 1 1 0 0,-1-1-1 0 0,1 1 0 0 0,-1 0 0 0 0,5 4 1 0 0,14 8-1103 0 0,-21-14 651 0 0,0 0 0 0 0,0 0-1 0 0,0 0 1 0 0,0-1 0 0 0,0 1 0 0 0,0-1-1 0 0,1 1 1 0 0,-1-1 0 0 0,0 0 0 0 0,5 0 0 0 0</inkml:trace>
</inkml:ink>
</file>

<file path=ppt/ink/ink7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8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0 806 228 0 0,'4'8'9739'0'0,"9"-17"-9529"0"0,0-1 0 0 0,0 0 0 0 0,-1-1 0 0 0,0 0 0 0 0,-1-1 0 0 0,-1-1 0 0 0,10-13 0 0 0,64-105 611 0 0,-59 87-682 0 0,-3-1-1 0 0,-1-1 0 0 0,-3-1 1 0 0,-1-1-1 0 0,-3 0 0 0 0,-2-1 0 0 0,9-71 1 0 0,-19-3 97 0 0,-2 121-240 0 0,0 1 3 0 0,0 1 0 0 0,0 0 0 0 0,0-1 0 0 0,0 1 1 0 0,0 0-1 0 0,0-1 0 0 0,0 1 0 0 0,0 0 0 0 0,0-1 0 0 0,0 1 0 0 0,-1 0 0 0 0,1 0 0 0 0,0-1 0 0 0,0 1 0 0 0,0 0 0 0 0,-1-1 0 0 0,1 1 0 0 0,0 0 0 0 0,0 0 0 0 0,-1 0 0 0 0,1-1 0 0 0,0 1 1 0 0,0 0-1 0 0,-1 0 0 0 0,1 0 0 0 0,0-1 0 0 0,-1 1 0 0 0,1 0 0 0 0,0 0 0 0 0,-1 0 0 0 0,1 0 0 0 0,0 0 0 0 0,-1 0 0 0 0,1 0 0 0 0,0 0 0 0 0,-1 0 0 0 0,1 0 0 0 0,0 0 0 0 0,-1 0 0 0 0,1 0 1 0 0,0 0-1 0 0,-1 0 0 0 0,1 0 0 0 0,0 0 0 0 0,-1 1 0 0 0,1-1 0 0 0,-1 0 0 0 0,-11 12 0 0 0,0 0 0 0 0,0 1 0 0 0,1 0 0 0 0,1 0 1 0 0,0 2-1 0 0,1-1 0 0 0,0 1 0 0 0,1 0 0 0 0,1 1 0 0 0,1 0 0 0 0,0 0 0 0 0,-6 29 1 0 0,5-16 5 0 0,1 2-1 0 0,2-1 1 0 0,1 0 0 0 0,2 1 0 0 0,0 0 0 0 0,6 42 0 0 0,-3-60 0 0 0,0 1-1 0 0,1-1 1 0 0,0 0-1 0 0,1-1 0 0 0,1 1 1 0 0,0-1-1 0 0,1 1 1 0 0,0-2-1 0 0,0 1 0 0 0,2-1 1 0 0,11 16-1 0 0,-15-22 3 0 0,1-1-1 0 0,-1 0 0 0 0,1 0 1 0 0,0 0-1 0 0,0 0 1 0 0,0-1-1 0 0,0 0 0 0 0,0 0 1 0 0,1 0-1 0 0,0-1 1 0 0,-1 0-1 0 0,1 0 0 0 0,0 0 1 0 0,0-1-1 0 0,0 0 0 0 0,0 0 1 0 0,0 0-1 0 0,0-1 1 0 0,1 0-1 0 0,-1 0 0 0 0,0 0 1 0 0,0-1-1 0 0,0 0 0 0 0,0 0 1 0 0,0-1-1 0 0,8-2 1 0 0,-1-1 5 0 0,-1 0 1 0 0,0 0-1 0 0,0-2 1 0 0,-1 1 0 0 0,1-1-1 0 0,-1-1 1 0 0,-1 0 0 0 0,1 0-1 0 0,-2-1 1 0 0,1-1 0 0 0,-1 0-1 0 0,0 0 1 0 0,-1 0-1 0 0,-1-1 1 0 0,13-22 0 0 0,-19 31 124 0 0,-7 5-117 0 0,1-1-17 0 0,1 1 0 0 0,0 0-1 0 0,-1 0 1 0 0,1 0 0 0 0,0 1 0 0 0,1-1-1 0 0,-1 1 1 0 0,0 0 0 0 0,1 0 0 0 0,0 0 0 0 0,0 1-1 0 0,0-1 1 0 0,1 1 0 0 0,0-1 0 0 0,-1 1 0 0 0,-2 10-1 0 0,5-14-40 0 0,-1 1-1 0 0,1-1 0 0 0,-1 0 1 0 0,1 1-1 0 0,-1-1 0 0 0,1 1 0 0 0,0-1 1 0 0,0 0-1 0 0,0 1 0 0 0,0-1 1 0 0,0 1-1 0 0,0-1 0 0 0,0 1 1 0 0,0-1-1 0 0,0 1 0 0 0,1-1 1 0 0,-1 0-1 0 0,1 1 0 0 0,-1-1 0 0 0,1 1 1 0 0,-1-1-1 0 0,1 0 0 0 0,0 0 1 0 0,1 2-1 0 0,0-1-80 0 0,0 0 1 0 0,0-1-1 0 0,0 1 0 0 0,0-1 1 0 0,0 1-1 0 0,0-1 0 0 0,1 0 1 0 0,-1 0-1 0 0,1 0 0 0 0,-1 0 1 0 0,1-1-1 0 0,3 2 0 0 0,4-1-342 0 0,0 0 0 0 0,0 0-1 0 0,-1-1 1 0 0,1 0-1 0 0,20-3 1 0 0,53-18-4551 0 0,-56 11 2689 0 0</inkml:trace>
</inkml:ink>
</file>

<file path=ppt/ink/ink7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8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1 342 420 0 0,'21'-10'826'0'0,"-17"8"-153"0"0,0 0-1 0 0,0-1 1 0 0,0 2 0 0 0,1-1-1 0 0,-1 0 1 0 0,0 1-1 0 0,1 0 1 0 0,-1 0-1 0 0,9 0 1 0 0,-13 4-478 0 0,1 1 0 0 0,-1-1 0 0 0,1 1 0 0 0,-1-1 0 0 0,1 1 0 0 0,0-1-1 0 0,1 0 1 0 0,2 6 0 0 0,-2-6-124 0 0,0-1-1 0 0,1 0 1 0 0,-1 1-1 0 0,1-1 1 0 0,0 0-1 0 0,0 0 1 0 0,-1-1-1 0 0,1 1 1 0 0,1-1-1 0 0,-1 1 1 0 0,0-1-1 0 0,0 0 1 0 0,0 0 0 0 0,1 0-1 0 0,-1-1 1 0 0,0 1-1 0 0,6-1 1 0 0,-1 0-2 0 0,0 0 0 0 0,0-1 0 0 0,0 0 0 0 0,-1 0 1 0 0,1-1-1 0 0,0 0 0 0 0,9-5 0 0 0,2-1-26 0 0,-1-1-1 0 0,0-1 0 0 0,0 0 1 0 0,-2-1-1 0 0,22-18 1 0 0,-29 20-45 0 0,1 0 1 0 0,-1-1-1 0 0,-1 0 1 0 0,0-1-1 0 0,-1 1 0 0 0,0-1 1 0 0,0-1-1 0 0,-1 0 1 0 0,-1 1-1 0 0,6-16 1 0 0,-5 7 224 0 0,-1 0 0 0 0,-1-1 0 0 0,-1 1 0 0 0,0-1 0 0 0,-1-32 0 0 0,-2 53-206 0 0,0 1 1 0 0,0-1 0 0 0,0 0 0 0 0,0 0 0 0 0,0 0 0 0 0,-1 0 0 0 0,1 0 0 0 0,0 0 0 0 0,0 0-1 0 0,0 0 1 0 0,0 0 0 0 0,0 0 0 0 0,0 0 0 0 0,0 0 0 0 0,0 0 0 0 0,0 0 0 0 0,0 0 0 0 0,-1 0 0 0 0,1 0-1 0 0,0 0 1 0 0,0 0 0 0 0,0 0 0 0 0,0 0 0 0 0,0 0 0 0 0,0 0 0 0 0,0 0 0 0 0,0 0 0 0 0,0 0-1 0 0,0 0 1 0 0,0-1 0 0 0,-1 1 0 0 0,1 0 0 0 0,0 0 0 0 0,0 0 0 0 0,0 0 0 0 0,0 0 0 0 0,0 0 0 0 0,0 0-1 0 0,0 0 1 0 0,0 0 0 0 0,0 0 0 0 0,-7 18 130 0 0,-4 32-133 0 0,11-30 0 0 0,0 0-1 0 0,1 0 0 0 0,1 0 0 0 0,1 0 1 0 0,1 0-1 0 0,8 22 0 0 0,-10-35 42 0 0,0-1-1 0 0,0 1 0 0 0,1-1 0 0 0,0 0 1 0 0,0 0-1 0 0,0 0 0 0 0,1-1 1 0 0,0 1-1 0 0,0-1 0 0 0,0 0 1 0 0,1 0-1 0 0,0 0 0 0 0,0 0 1 0 0,0-1-1 0 0,1 0 0 0 0,-1 0 1 0 0,1-1-1 0 0,0 1 0 0 0,0-1 0 0 0,0 0 1 0 0,9 2-1 0 0,-5-4 48 0 0,1 0 0 0 0,-1-1 0 0 0,1-1 0 0 0,-1 0 0 0 0,0 0 0 0 0,14-4 0 0 0,-3 2-661 0 0,-17 2-176 0 0,17-3-1228 0 0</inkml:trace>
</inkml:ink>
</file>

<file path=ppt/ink/ink7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8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22 102 1300 0 0,'-7'-3'1304'0'0,"-1"-5"876"0"0,1-5 185 0 0,28-10-1709 0 0,-3 15-120 0 0,5-1-136 0 0,9 0-164 0 0,9 2-224 0 0,2 3-232 0 0,5-2-256 0 0,-2 2-256 0 0,0 4-528 0 0,1-5-1369 0 0,-1 2 605 0 0</inkml:trace>
</inkml:ink>
</file>

<file path=ppt/ink/ink7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9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29 388 0 0,'0'0'955'0'0,"-7"-12"2121"0"0,6 3 4339 0 0,2 8-7384 0 0,-1 1 1 0 0,0-1-1 0 0,1 1 1 0 0,-1-1-1 0 0,1 1 1 0 0,0-1 0 0 0,-1 1-1 0 0,1-1 1 0 0,-1 1-1 0 0,1 0 1 0 0,0-1-1 0 0,-1 1 1 0 0,1 0-1 0 0,0 0 1 0 0,-1-1 0 0 0,1 1-1 0 0,0 0 1 0 0,-1 0-1 0 0,1 0 1 0 0,0 0-1 0 0,0 0 1 0 0,-1 0-1 0 0,1 0 1 0 0,0 0-1 0 0,0 0 1 0 0,-1 0 0 0 0,1 0-1 0 0,0 0 1 0 0,-1 1-1 0 0,1-1 1 0 0,0 0-1 0 0,-1 0 1 0 0,1 1-1 0 0,0-1 1 0 0,-1 0-1 0 0,1 1 1 0 0,-1-1 0 0 0,1 1-1 0 0,0 0 1 0 0,1 2 30 0 0,0 0 1 0 0,0 0-1 0 0,0 0 0 0 0,-1 0 1 0 0,1 1-1 0 0,-1-1 1 0 0,0 0-1 0 0,2 8 0 0 0,0 7 102 0 0,0 0 0 0 0,1 31 0 0 0,-4-47-139 0 0,-1 0-1 0 0,1-1 1 0 0,0 1 0 0 0,0 0 0 0 0,0-1 0 0 0,0 1 0 0 0,0 0 0 0 0,1-1-1 0 0,-1 1 1 0 0,0 0 0 0 0,1-1 0 0 0,-1 1 0 0 0,1 0 0 0 0,0-1 0 0 0,0 2 0 0 0,14-14 257 0 0,13-16-292 0 0,-8 12 1 0 0,-16 12 4 0 0,-1 0 1 0 0,1 0 0 0 0,0 0-1 0 0,-1 1 1 0 0,1 0 0 0 0,0 0-1 0 0,0 0 1 0 0,1 0-1 0 0,-1 1 1 0 0,0-1 0 0 0,0 1-1 0 0,1 0 1 0 0,-1 1 0 0 0,1-1-1 0 0,-1 1 1 0 0,1-1 0 0 0,4 2-1 0 0,13 0 72 0 0,0 1 0 0 0,0 1 1 0 0,-1 0-1 0 0,1 2 0 0 0,-1 1 0 0 0,31 12 0 0 0,-50-17 22 0 0,-1-1-130 0 0,0 1 0 0 0,-1-1-1 0 0,1 0 1 0 0,0 0 0 0 0,0 1-1 0 0,0-1 1 0 0,-1 0 0 0 0,1 0 0 0 0,0 0-1 0 0,0 0 1 0 0,0 0 0 0 0,-1 0 0 0 0,1 0-1 0 0,0 0 1 0 0,0 0 0 0 0,-1 0-1 0 0,1-1 1 0 0,0 1 0 0 0,0 0 0 0 0,-1-1-1 0 0,1 1 1 0 0,0 0 0 0 0,0-1 0 0 0,-1 1-1 0 0,1-1 1 0 0,0 0 0 0 0,4-15-7855 0 0,-4 7 4364 0 0</inkml:trace>
</inkml:ink>
</file>

<file path=ppt/ink/ink7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39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26 136 128 0 0,'0'0'1559'0'0,"-1"-3"-42"0"0,-6-25 1902 0 0,2 7-412 0 0,0-1 1 0 0,-3-35 0 0 0,8 55-3274 0 0,11 1-1966 0 0,-10 1 1870 0 0,0-1-1 0 0,0 1 1 0 0,0 0 0 0 0,0 0-1 0 0,0 0 1 0 0,1 0-1 0 0,-1 0 1 0 0,0 0-1 0 0,0 0 1 0 0,0 0-1 0 0,0 1 1 0 0,1-1-1 0 0,-1 0 1 0 0,0 1-1 0 0,0-1 1 0 0,0 1-1 0 0,0-1 1 0 0,0 1-1 0 0,0-1 1 0 0,1 2 0 0 0,8 5-2755 0 0</inkml:trace>
</inkml:ink>
</file>

<file path=ppt/ink/ink7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0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81 728 0 0,'0'0'1777'0'0,"-3"-20"4910"0"0,0 19-6569 0 0,-1 0 0 0 0,0 0 1 0 0,0 1-1 0 0,1-1 0 0 0,-1 1 1 0 0,0 0-1 0 0,0 0 1 0 0,0 1-1 0 0,1-1 0 0 0,-1 1 1 0 0,0 0-1 0 0,1 0 1 0 0,-1 0-1 0 0,0 0 0 0 0,1 0 1 0 0,-1 1-1 0 0,-4 3 1 0 0,-4 1 122 0 0,0 1 1 0 0,1 0 0 0 0,-21 18 0 0 0,29-24-208 0 0,1 1 0 0 0,0 0 0 0 0,0-1 0 0 0,0 1 0 0 0,0 0-1 0 0,1 0 1 0 0,-1 1 0 0 0,0-1 0 0 0,1 0 0 0 0,0 0 0 0 0,-1 1 0 0 0,1-1 0 0 0,0 1 0 0 0,0-1 0 0 0,0 1 0 0 0,1 0 0 0 0,-1-1 0 0 0,0 6 0 0 0,2-3-23 0 0,0 0-1 0 0,0-1 1 0 0,1 1 0 0 0,-1-1 0 0 0,1 1 0 0 0,0-1-1 0 0,0 0 1 0 0,5 7 0 0 0,5 9-46 0 0,-7-7 29 0 0,0-1-1 0 0,-1 1 0 0 0,0 0 0 0 0,-1 1 1 0 0,-1-1-1 0 0,0 0 0 0 0,0 25 1 0 0,9 45-49 0 0,-10-82 47 0 0,0 0 1 0 0,1 0 0 0 0,-1 0 0 0 0,0-1 0 0 0,1 1 0 0 0,-1 0 0 0 0,1 0 0 0 0,-1-1 0 0 0,1 1 0 0 0,-1-1 0 0 0,1 1 0 0 0,-1-1 0 0 0,1 0 0 0 0,0 0 0 0 0,-1 1 0 0 0,1-1 0 0 0,0 0 0 0 0,-1-1 0 0 0,1 1 0 0 0,-1 0 0 0 0,1 0 0 0 0,0-1 0 0 0,-1 1 0 0 0,3-2-1 0 0,11-4-10 0 0,0-1-1 0 0,-1-1 0 0 0,0 0 1 0 0,-1-1-1 0 0,0 0 0 0 0,0-1 0 0 0,-1 0 1 0 0,0-1-1 0 0,-1-1 0 0 0,15-19 1 0 0,-6 4 51 0 0,-1-1 1 0 0,-1-1 0 0 0,27-63 0 0 0,-23 46 795 0 0,-8 26 489 0 0,-11 33-608 0 0,0 16-719 0 0,-2-24 31 0 0,1 1-1 0 0,-1-1 0 0 0,1 1 1 0 0,0-1-1 0 0,1 1 1 0 0,0-1-1 0 0,-1 0 1 0 0,6 6-1 0 0,-6-9-8 0 0,-1 1-1 0 0,1-1 0 0 0,0 0 0 0 0,0 0 1 0 0,0 0-1 0 0,0-1 0 0 0,0 1 0 0 0,0 0 1 0 0,1-1-1 0 0,-1 1 0 0 0,1-1 1 0 0,-1 0-1 0 0,1 0 0 0 0,-1 0 0 0 0,1 0 1 0 0,0 0-1 0 0,-1-1 0 0 0,1 1 1 0 0,3-1-1 0 0,-4 0 10 0 0,2-1-8 0 0,4-3 2 0 0,1 0 0 0 0,-1 0-1 0 0,0-1 1 0 0,-1 0 0 0 0,1 0-1 0 0,-1-1 1 0 0,0 0-1 0 0,9-11 1 0 0,20-15 29 0 0,-18 14 59 0 0,-12 13 63 0 0,1 15-29 0 0,3 3-110 0 0,-8-10-38 0 0,0-1 0 0 0,1 0 0 0 0,-1 0 0 0 0,1 0 0 0 0,-1 0 0 0 0,1 0 0 0 0,0 0 0 0 0,0-1 0 0 0,0 1 0 0 0,0-1 0 0 0,0 0 0 0 0,0 0 0 0 0,0 0-1 0 0,1-1 1 0 0,-1 1 0 0 0,0-1 0 0 0,0 1 0 0 0,1-1 0 0 0,-1 0 0 0 0,0-1 0 0 0,0 1 0 0 0,1 0 0 0 0,-1-1 0 0 0,0 0 0 0 0,0 1 0 0 0,0-1 0 0 0,5-2 0 0 0,12-4-79 0 0,0-1 1 0 0,-1-1-1 0 0,19-11 0 0 0,-25 13 74 0 0,-6 3 27 0 0,0 0-1 0 0,0-1 0 0 0,-1 0 1 0 0,1 0-1 0 0,-1-1 0 0 0,0 1 1 0 0,-1-1-1 0 0,1-1 0 0 0,-1 1 1 0 0,0-1-1 0 0,5-9 0 0 0,-9 14 203 0 0,-1 2-210 0 0,0-1-1 0 0,0 1 0 0 0,0 0 0 0 0,0-1 0 0 0,0 1 0 0 0,0 0 0 0 0,0-1 0 0 0,0 1 1 0 0,0 0-1 0 0,0-1 0 0 0,0 1 0 0 0,-1 0 0 0 0,1-1 0 0 0,0 1 0 0 0,0 0 0 0 0,0-1 0 0 0,0 1 1 0 0,-1 0-1 0 0,1 0 0 0 0,0-1 0 0 0,0 1 0 0 0,0 0 0 0 0,-1-1 0 0 0,1 1 0 0 0,0 0 0 0 0,-1 0 1 0 0,1 0-1 0 0,0-1 0 0 0,0 1 0 0 0,-1 0 0 0 0,1 0 0 0 0,0 0 0 0 0,-1 0 0 0 0,1 0 0 0 0,0 0 1 0 0,-1-1-1 0 0,0 1 0 0 0,-15 5 48 0 0,-13 16 100 0 0,25-16-137 0 0,1-1 0 0 0,-1 0 1 0 0,1 1-1 0 0,0 0 0 0 0,0 0 1 0 0,1 0-1 0 0,-1 0 0 0 0,1 1 1 0 0,0-1-1 0 0,0 0 0 0 0,-1 9 1 0 0,3-12-12 0 0,0-1 1 0 0,0 1-1 0 0,0 0 1 0 0,0-1-1 0 0,0 1 1 0 0,1 0-1 0 0,-1 0 1 0 0,0-1-1 0 0,1 1 1 0 0,0 0-1 0 0,-1-1 1 0 0,1 1-1 0 0,0-1 1 0 0,-1 1-1 0 0,1-1 1 0 0,0 1-1 0 0,0-1 1 0 0,0 0-1 0 0,1 1 1 0 0,-1-1-1 0 0,0 0 1 0 0,0 0-1 0 0,1 0 1 0 0,-1 0-1 0 0,1 0 1 0 0,-1 0-1 0 0,0 0 1 0 0,1 0-1 0 0,0-1 1 0 0,-1 1-1 0 0,1 0 1 0 0,0-1-1 0 0,-1 1 1 0 0,1-1-1 0 0,0 0 1 0 0,-1 0-1 0 0,1 0 1 0 0,0 0-1 0 0,-1 0 1 0 0,1 0-1 0 0,2 0 1 0 0,31 0-91 0 0,68-8 0 0 0,-82 4 44 0 0,1 2 0 0 0,0 0-1 0 0,-1 1 1 0 0,1 2 0 0 0,0 0 0 0 0,-1 1 0 0 0,39 9 0 0 0,-59-11 58 0 0,0 0-1 0 0,0 1 1 0 0,1-1-1 0 0,-1 0 0 0 0,0 1 1 0 0,0-1-1 0 0,0 1 1 0 0,0 0-1 0 0,0-1 1 0 0,0 1-1 0 0,-1 0 1 0 0,1-1-1 0 0,0 1 1 0 0,0 0-1 0 0,0 0 0 0 0,-1 0 1 0 0,1 0-1 0 0,0 0 1 0 0,-1 0-1 0 0,1 0 1 0 0,-1 0-1 0 0,1 0 1 0 0,-1 0-1 0 0,1 0 1 0 0,-1 0-1 0 0,0 0 1 0 0,0 0-1 0 0,1 0 0 0 0,-1 0 1 0 0,0 1-1 0 0,0-1 1 0 0,0 0-1 0 0,0 0 1 0 0,0 0-1 0 0,-1 0 1 0 0,1 0-1 0 0,0 1 1 0 0,0-1-1 0 0,-1 0 0 0 0,1 0 1 0 0,-1 0-1 0 0,1 0 1 0 0,-1 0-1 0 0,1 0 1 0 0,-1 0-1 0 0,0 0 1 0 0,-1 1-1 0 0,-19 21-1657 0 0,-3-13-6936 0 0</inkml:trace>
</inkml:ink>
</file>

<file path=ppt/ink/ink7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4:43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235 342 148 0 0,'-1'6'7427'0'0,"18"-7"-7078"0"0,0-1 1 0 0,-1 0-1 0 0,0-1 0 0 0,1-1 0 0 0,-1-1 0 0 0,0 0 0 0 0,28-15 0 0 0,-32 14-210 0 0,0 0 0 0 0,-1 0-1 0 0,1-2 1 0 0,-2 1 0 0 0,1-2 0 0 0,-1 1-1 0 0,0-1 1 0 0,-1-1 0 0 0,0 0 0 0 0,13-18-1 0 0,-19 24-79 0 0,-1 0-1 0 0,0 0 0 0 0,0 0 1 0 0,0 0-1 0 0,-1 0 0 0 0,1-1 0 0 0,-1 1 1 0 0,0 0-1 0 0,0-1 0 0 0,-1 1 0 0 0,1-1 1 0 0,-1 1-1 0 0,0-1 0 0 0,0 1 0 0 0,0-1 1 0 0,-1 1-1 0 0,0-1 0 0 0,0 1 1 0 0,-1-6-1 0 0,-1 5-19 0 0,0-1-1 0 0,0 1 1 0 0,0 0 0 0 0,0 0-1 0 0,-1 0 1 0 0,0 0 0 0 0,0 1 0 0 0,0-1-1 0 0,-1 1 1 0 0,1 0 0 0 0,-1 0-1 0 0,-9-5 1 0 0,4 3-19 0 0,0 1 0 0 0,-1 0-1 0 0,1 0 1 0 0,-1 1 0 0 0,1 1 0 0 0,-1-1 0 0 0,0 2-1 0 0,-1 0 1 0 0,1 0 0 0 0,0 1 0 0 0,-1 0 0 0 0,1 1-1 0 0,0 0 1 0 0,-20 4 0 0 0,10 2 35 0 0,2 1 0 0 0,-1 1 0 0 0,1 1 0 0 0,0 0 0 0 0,1 2 0 0 0,-21 15-1 0 0,26-17 44 0 0,0 1-1 0 0,1 1 1 0 0,0 0 0 0 0,1 0-1 0 0,0 1 1 0 0,1 0-1 0 0,0 1 1 0 0,-13 24-1 0 0,20-32-59 0 0,0 1 0 0 0,0 0 0 0 0,1-1-1 0 0,-1 1 1 0 0,2 0 0 0 0,-1 1 0 0 0,1-1 0 0 0,-1 0 0 0 0,2 0-1 0 0,-1 1 1 0 0,1-1 0 0 0,0 0 0 0 0,0 1 0 0 0,1-1 0 0 0,0 0 0 0 0,0 0-1 0 0,0 1 1 0 0,1-1 0 0 0,0 0 0 0 0,0 0 0 0 0,0-1 0 0 0,1 1-1 0 0,0 0 1 0 0,0-1 0 0 0,0 1 0 0 0,1-1 0 0 0,0 0 0 0 0,0 0-1 0 0,0-1 1 0 0,1 1 0 0 0,-1-1 0 0 0,1 0 0 0 0,0 0 0 0 0,0 0 0 0 0,1-1-1 0 0,6 4 1 0 0,13 4-12 0 0,0-2-1 0 0,0 0 1 0 0,1-1 0 0 0,0-2-1 0 0,1 0 1 0 0,-1-2-1 0 0,1-1 1 0 0,0-1 0 0 0,39-2-1 0 0,38-13-2800 0 0,-79 8-691 0 0,47-17 0 0 0,-34 5-509 0 0</inkml:trace>
</inkml:ink>
</file>

<file path=ppt/ink/ink7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03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5 962 540 0 0,'-1'3'212'0'0,"0"0"-1"0"0,0 0 0 0 0,0-1 1 0 0,1 1-1 0 0,0 0 1 0 0,-1 0-1 0 0,1 0 1 0 0,0 0-1 0 0,0 0 1 0 0,1 0-1 0 0,-1 0 1 0 0,1 0-1 0 0,-1 0 1 0 0,1 0-1 0 0,0 0 1 0 0,0-1-1 0 0,0 1 0 0 0,0 0 1 0 0,1-1-1 0 0,-1 1 1 0 0,1-1-1 0 0,2 4 1 0 0,-1-4-93 0 0,0-1-1 0 0,0 1 1 0 0,0-1 0 0 0,0 1-1 0 0,0-1 1 0 0,1 0 0 0 0,-1 0 0 0 0,1 0-1 0 0,-1-1 1 0 0,0 1 0 0 0,1-1-1 0 0,-1 0 1 0 0,1 0 0 0 0,-1 0 0 0 0,1 0-1 0 0,-1-1 1 0 0,1 1 0 0 0,3-2-1 0 0,7-1 39 0 0,-1-1 0 0 0,0 0 0 0 0,0-1 0 0 0,-1 0-1 0 0,1-1 1 0 0,-1 0 0 0 0,11-9 0 0 0,81-62 433 0 0,-85 62-488 0 0,64-52 266 0 0,-2-4 0 0 0,-3-3 0 0 0,133-164 0 0 0,-178 192-155 0 0,46-83 0 0 0,-71 115-168 0 0,-1-1 1 0 0,-1 0-1 0 0,0 0 1 0 0,-1 0-1 0 0,-1-1 1 0 0,0 0-1 0 0,-1 0 0 0 0,-1 0 1 0 0,-1 0-1 0 0,0-27 1 0 0,-1 37-8 0 0,-1-1 0 0 0,0 1 0 0 0,-1 1 1 0 0,1-1-1 0 0,-1 0 0 0 0,0 0 0 0 0,-1 0 0 0 0,1 1 0 0 0,-1 0 1 0 0,-6-9-1 0 0,8 13-36 0 0,1 0 1 0 0,-1 1 0 0 0,0 0-1 0 0,1-1 1 0 0,-1 1 0 0 0,0-1-1 0 0,1 1 1 0 0,-1 0-1 0 0,0-1 1 0 0,0 1 0 0 0,0 0-1 0 0,1 0 1 0 0,-1 0 0 0 0,0-1-1 0 0,0 1 1 0 0,0 0-1 0 0,1 0 1 0 0,-1 0 0 0 0,0 0-1 0 0,0 1 1 0 0,0-1 0 0 0,1 0-1 0 0,-1 0 1 0 0,0 0-1 0 0,0 1 1 0 0,0-1 0 0 0,1 0-1 0 0,-1 1 1 0 0,0-1 0 0 0,1 0-1 0 0,-1 1 1 0 0,0-1-1 0 0,1 1 1 0 0,-2 0 0 0 0,-21 22 39 0 0,11-4 12 0 0,0 2-1 0 0,2-1 0 0 0,0 1 0 0 0,1 1 0 0 0,-8 31 0 0 0,-21 120 282 0 0,30-129-275 0 0,-49 312 394 0 0,15-86-188 0 0,17-64-31 0 0,18-129-93 0 0,-30 137-1 0 0,36-207-372 0 0,-1 0-1 0 0,-1 0 1 0 0,1 0-1 0 0,-1 0 1 0 0,-1 0-1 0 0,1-1 1 0 0,-1 1-1 0 0,0-1 1 0 0,-7 9-1 0 0,-7-9-2034 0 0,9-7-2476 0 0,-10-3 1823 0 0</inkml:trace>
</inkml:ink>
</file>

<file path=ppt/ink/ink7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04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1 566 572 0 0,'1'3'5259'0'0,"-1"-3"-5153"0"0,17-1 1026 0 0,25-7-816 0 0,69-40 672 0 0,-2-4 1 0 0,109-72 0 0 0,-41 22-324 0 0,206-109 563 0 0,-381 209-1204 0 0,0 1-1 0 0,0 0 1 0 0,1 0-1 0 0,-1 1 1 0 0,0-1-1 0 0,0 0 1 0 0,1 1-1 0 0,-1-1 1 0 0,0 1-1 0 0,1 0 1 0 0,-1 0-1 0 0,1 0 1 0 0,-1 0-1 0 0,0 0 1 0 0,1 0 0 0 0,-1 1-1 0 0,0-1 1 0 0,1 1-1 0 0,-1 0 1 0 0,2 1-1 0 0,1 0 14 0 0,0 1 0 0 0,-1-1 0 0 0,0 1 0 0 0,1 1 0 0 0,-1-1 0 0 0,0 1 0 0 0,0-1 0 0 0,5 8 0 0 0,3 6 47 0 0,0 1-1 0 0,-1 0 0 0 0,12 26 1 0 0,-22-42-80 0 0,26 60 141 0 0,18 33 62 0 0,-39-72-72 0 0,-6-23-126 0 0,0 1-1 0 0,1 0 1 0 0,-1-1 0 0 0,0 1 0 0 0,0-1 0 0 0,0 1 0 0 0,0-1 0 0 0,0 1 0 0 0,0 0 0 0 0,0-1 0 0 0,0 1 0 0 0,0-1-1 0 0,0 1 1 0 0,0-1 0 0 0,0 1 0 0 0,0 0 0 0 0,0-1 0 0 0,-1 1 0 0 0,1-1 0 0 0,0 1 0 0 0,0-1 0 0 0,-1 1 0 0 0,1-1 0 0 0,0 1-1 0 0,-1-1 1 0 0,1 1 0 0 0,0-1 0 0 0,-1 0 0 0 0,1 1 0 0 0,-1-1 0 0 0,1 0 0 0 0,-1 1 0 0 0,0 0 0 0 0,-1-7 16 0 0,-1-2-22 0 0,0-1 1 0 0,1 1-1 0 0,1-1 0 0 0,0 0 0 0 0,0 0 1 0 0,0 0-1 0 0,1 1 0 0 0,1-1 1 0 0,-1 0-1 0 0,1 0 0 0 0,1 0 0 0 0,0 1 1 0 0,0-1-1 0 0,1 0 0 0 0,0 1 1 0 0,0 0-1 0 0,1 0 0 0 0,6-11 0 0 0,-1 2-14 0 0,2 0-1 0 0,0 1 0 0 0,1 1 0 0 0,0-1 0 0 0,1 2 1 0 0,1 0-1 0 0,25-20 0 0 0,-36 31 11 0 0,1 1-1 0 0,-1-1 1 0 0,1 1-1 0 0,-1 0 1 0 0,1 0 0 0 0,0 1-1 0 0,7-3 1 0 0,4-1-48 0 0,-14 4 37 0 0,4-3 10 0 0,0 6-6 0 0,-4 12-29 0 0,-14 40 39 0 0,9-44-1 0 0,1 0 1 0 0,1 0-1 0 0,-1 0 1 0 0,2 0 0 0 0,-1 0-1 0 0,2 0 1 0 0,-1 0-1 0 0,1 1 1 0 0,2 10 0 0 0,-1-15 14 0 0,0 0-1 0 0,1 0 1 0 0,-1 0 0 0 0,1 0 0 0 0,1-1 0 0 0,-1 1 0 0 0,1-1 0 0 0,0 1 0 0 0,0-1 0 0 0,1 0 0 0 0,0 0 0 0 0,-1 0 0 0 0,2-1 0 0 0,8 9-1 0 0,-10-11 5 0 0,1 0 0 0 0,0 0-1 0 0,0 0 1 0 0,0 0 0 0 0,0-1-1 0 0,0 0 1 0 0,0 0 0 0 0,0 0-1 0 0,0 0 1 0 0,0 0 0 0 0,1-1-1 0 0,-1 0 1 0 0,0 0 0 0 0,1 0-1 0 0,-1 0 1 0 0,0-1-1 0 0,0 1 1 0 0,1-1 0 0 0,-1-1-1 0 0,0 1 1 0 0,0 0 0 0 0,4-3-1 0 0,-1 1 0 0 0,0 0-1 0 0,-1 0 0 0 0,1 0 1 0 0,-1-1-1 0 0,0 0 1 0 0,0-1-1 0 0,0 1 0 0 0,-1-1 1 0 0,1 0-1 0 0,-1-1 1 0 0,0 1-1 0 0,-1-1 0 0 0,1 0 1 0 0,-1 0-1 0 0,3-7 0 0 0,-5 9-23 0 0,-1 1 0 0 0,0-1 0 0 0,0 0 0 0 0,0 1 0 0 0,0-1 0 0 0,0 0 0 0 0,-1 0 0 0 0,0 1 0 0 0,0-1 0 0 0,0 0 0 0 0,0 0 0 0 0,-1 0 0 0 0,1 1 0 0 0,-1-1 0 0 0,0 0 0 0 0,0 1 0 0 0,0-1 0 0 0,-1 1 0 0 0,1-1 0 0 0,-1 1 0 0 0,0-1 0 0 0,0 1 0 0 0,0 0 0 0 0,0 0 0 0 0,-1 0 0 0 0,1 0 0 0 0,-1 0 0 0 0,0 1 0 0 0,-5-5 0 0 0,6 6-155 0 0,0 0 0 0 0,0 0 0 0 0,0 0 0 0 0,0 0 0 0 0,0 0 0 0 0,0 1 0 0 0,-1-1 0 0 0,1 1 0 0 0,0-1 0 0 0,0 1 0 0 0,0 0 0 0 0,0 0 0 0 0,-1 0 0 0 0,1 0 0 0 0,0 0 0 0 0,0 0 0 0 0,0 1 0 0 0,-5 1 0 0 0,-9 4-6481 0 0,10-1 3693 0 0</inkml:trace>
</inkml:ink>
</file>

<file path=ppt/ink/ink7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04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0 496 0 0,'7'6'633'0'0,"-1"0"0"0"0,1 0 0 0 0,-1 1 0 0 0,0 0 0 0 0,-1 0 0 0 0,0 0 0 0 0,0 1 0 0 0,0-1 0 0 0,-1 1 0 0 0,5 14 0 0 0,2 0 377 0 0,-10-21-904 0 0,-1 0 1 0 0,1 0-1 0 0,-1 0 1 0 0,1 0 0 0 0,0 0-1 0 0,0 0 1 0 0,-1-1-1 0 0,1 1 1 0 0,0 0-1 0 0,0 0 1 0 0,0-1-1 0 0,0 1 1 0 0,0 0-1 0 0,0-1 1 0 0,0 1 0 0 0,0-1-1 0 0,0 0 1 0 0,0 1-1 0 0,0-1 1 0 0,0 0-1 0 0,1 1 1 0 0,-1-1-1 0 0,0 0 1 0 0,0 0-1 0 0,0 0 1 0 0,0 0 0 0 0,0 0-1 0 0,1 0 1 0 0,-1-1-1 0 0,0 1 1 0 0,0 0-1 0 0,1-1 1 0 0,38-19 249 0 0,-23 10-52 0 0,3 4-232 0 0,1 0 0 0 0,-1 1-1 0 0,1 1 1 0 0,0 1 0 0 0,0 0 0 0 0,0 2-1 0 0,0 1 1 0 0,26 2 0 0 0,7-1-2903 0 0,-38-2-2344 0 0</inkml:trace>
</inkml:ink>
</file>

<file path=ppt/ink/ink7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04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1056 0 0,'5'-10'4457'0'0,"0"1"-3969"0"0,-4-2-5289 0 0</inkml:trace>
</inkml:ink>
</file>

<file path=ppt/ink/ink7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09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1103 392 0 0,'0'0'7971'0'0,"0"-3"-7538"0"0,0-2-307 0 0,1 0 0 0 0,0 0 0 0 0,1 1 0 0 0,-1-1 0 0 0,1 1 0 0 0,0-1 0 0 0,0 1 0 0 0,0 0 0 0 0,0-1 1 0 0,1 1-1 0 0,4-4 0 0 0,42-52 502 0 0,-23 32-436 0 0,204-283 1229 0 0,-195 254-1310 0 0,-2-1 0 0 0,-2-1-1 0 0,39-112 1 0 0,-60 139-54 0 0,-1-1 0 0 0,7-50-1 0 0,-13 59 131 0 0,-2-1 0 0 0,-1 1 0 0 0,-4-36 0 0 0,4 60-182 0 0,1-1-1 0 0,-1 1 0 0 0,0-1 1 0 0,0 1-1 0 0,0-1 1 0 0,0 1-1 0 0,0-1 0 0 0,0 1 1 0 0,0-1-1 0 0,0 1 1 0 0,0-1-1 0 0,0 1 0 0 0,0-1 1 0 0,0 1-1 0 0,0-1 1 0 0,0 1-1 0 0,0-1 0 0 0,-1 1 1 0 0,1-1-1 0 0,0 1 1 0 0,0 0-1 0 0,0-1 0 0 0,-1 1 1 0 0,1-1-1 0 0,0 1 1 0 0,-1 0-1 0 0,1-1 0 0 0,0 1 1 0 0,-1 0-1 0 0,1-1 1 0 0,-1 1-1 0 0,1 0 0 0 0,0-1 1 0 0,-1 1-1 0 0,1 0 1 0 0,-1 0-1 0 0,1-1 0 0 0,-1 1 1 0 0,1 0-1 0 0,-1 0 1 0 0,1 0-1 0 0,-1 0 0 0 0,1 0 1 0 0,-1 0-1 0 0,1 0 1 0 0,-1 0-1 0 0,1 0 0 0 0,-1 0 1 0 0,-23 24 34 0 0,-18 46-66 0 0,14-13 38 0 0,3 2 0 0 0,2 0 1 0 0,2 2-1 0 0,3 0 0 0 0,3 2 0 0 0,3-1 0 0 0,-6 92 0 0 0,16-139 3 0 0,2 0 0 0 0,0 1 0 0 0,1-1 0 0 0,0 0 0 0 0,2 1 0 0 0,-1-1 0 0 0,2 0 0 0 0,5 15 0 0 0,-7-25-11 0 0,1 0 0 0 0,-1 0 0 0 0,1 0 1 0 0,0 0-1 0 0,0-1 0 0 0,1 0 0 0 0,-1 1 0 0 0,1-1 0 0 0,0-1 0 0 0,0 1 0 0 0,0 0 0 0 0,0-1 1 0 0,1 0-1 0 0,0 0 0 0 0,-1 0 0 0 0,1-1 0 0 0,0 0 0 0 0,0 1 0 0 0,0-2 0 0 0,1 1 0 0 0,-1-1 0 0 0,0 1 1 0 0,1-1-1 0 0,-1-1 0 0 0,1 1 0 0 0,5-1 0 0 0,17-1-138 0 0,1 0-1 0 0,-1-2 1 0 0,1-1-1 0 0,-1-2 1 0 0,27-8-1 0 0,-8-1-252 0 0,-1-2 1 0 0,48-24-1 0 0,-37 14-64 0 0,-16 8 11 0 0,44-27 0 0 0,-74 39 373 0 0,-1 0 0 0 0,1-1 1 0 0,-1-1-1 0 0,0 1 0 0 0,-1-1 0 0 0,0-1 1 0 0,-1 0-1 0 0,12-17 0 0 0,-17 22 36 0 0,0 0 113 0 0,1 0 0 0 0,-1 0 0 0 0,0-1 0 0 0,-1 1 1 0 0,1-1-1 0 0,-1 1 0 0 0,0-1 0 0 0,0 0 1 0 0,-1 0-1 0 0,1-10 0 0 0,-2 14 76 0 0,-1-1 137 0 0,1 2-262 0 0,0 0-1 0 0,0 0 0 0 0,0 0 0 0 0,0 0 0 0 0,0 0 0 0 0,0 0 0 0 0,-1 0 1 0 0,1 0-1 0 0,0 0 0 0 0,-1 0 0 0 0,1 0 0 0 0,0 1 0 0 0,-1-1 0 0 0,1 0 1 0 0,-1 0-1 0 0,0 0 0 0 0,1 1 0 0 0,-1-1 0 0 0,0 0 0 0 0,1 1 1 0 0,-1-1-1 0 0,0 0 0 0 0,0 1 0 0 0,0-1 0 0 0,1 1 0 0 0,-1-1 0 0 0,0 1 1 0 0,0 0-1 0 0,0-1 0 0 0,0 1 0 0 0,0 0 0 0 0,0 0 0 0 0,0 0 1 0 0,0-1-1 0 0,-2 1 0 0 0,-7 3 30 0 0,0 1-1 0 0,0 0 1 0 0,1 0 0 0 0,-1 0-1 0 0,1 2 1 0 0,0-1 0 0 0,0 1-1 0 0,1 0 1 0 0,-1 1 0 0 0,1 0-1 0 0,1 0 1 0 0,-1 1 0 0 0,1 0-1 0 0,1 0 1 0 0,0 0 0 0 0,0 1-1 0 0,-8 15 1 0 0,14-23-18 0 0,-1 1-17 0 0,3 9 59 0 0,20-14-42 0 0,-20 2-47 0 0,1 1 1 0 0,-1-1-1 0 0,1 1 1 0 0,0-1-1 0 0,-1 1 1 0 0,1 0 0 0 0,0 0-1 0 0,0 0 1 0 0,-1 0-1 0 0,1 0 1 0 0,0 1-1 0 0,-1-1 1 0 0,1 1-1 0 0,-1 0 1 0 0,1 0 0 0 0,-1 0-1 0 0,1 0 1 0 0,-1 0-1 0 0,1 1 1 0 0,-1-1-1 0 0,0 0 1 0 0,0 1-1 0 0,3 2 1 0 0,7 9-4 0 0,-10-10 12 0 0,0 0-1 0 0,0-1 0 0 0,0 1 0 0 0,1 0 0 0 0,-1-1 0 0 0,1 1 1 0 0,0-1-1 0 0,0 0 0 0 0,0 0 0 0 0,0 0 0 0 0,0 0 0 0 0,0 0 1 0 0,1-1-1 0 0,-1 1 0 0 0,1-1 0 0 0,-1 0 0 0 0,1 0 0 0 0,-1-1 1 0 0,1 1-1 0 0,-1 0 0 0 0,1-1 0 0 0,5 0 0 0 0,-3-1-21 0 0,0 0 1 0 0,0 0-1 0 0,0-1 0 0 0,0 0 0 0 0,-1 0 0 0 0,1 0 0 0 0,-1-1 0 0 0,1 1 1 0 0,-1-2-1 0 0,0 1 0 0 0,0 0 0 0 0,0-1 0 0 0,-1 0 0 0 0,7-6 0 0 0,11-9-70 0 0,80-69-351 0 0,-101 87 414 0 0,38 7-133 0 0,-30-3 134 0 0,0 0-1 0 0,-1 0 1 0 0,2-1 0 0 0,-1-1 0 0 0,0 1 0 0 0,0-1-1 0 0,0-1 1 0 0,1 0 0 0 0,-1 0 0 0 0,0-1 0 0 0,15-2-1 0 0,4-4-222 0 0,0 0 0 0 0,37-16 0 0 0,-50 15 135 0 0,0 0-1 0 0,0-1 1 0 0,-1 0-1 0 0,0-1 1 0 0,-1-1-1 0 0,20-19 1 0 0,-32 29 110 0 0,0 0 61 0 0,2-2 46 0 0,-3 3-99 0 0,0 0 0 0 0,0 0 0 0 0,0 1-1 0 0,1-1 1 0 0,-1 0 0 0 0,0 0 0 0 0,0 0 0 0 0,0 0 0 0 0,0 0 0 0 0,0 0-1 0 0,0 0 1 0 0,0 0 0 0 0,0 0 0 0 0,0 0 0 0 0,1 0 0 0 0,-1 0 0 0 0,0 0-1 0 0,0 0 1 0 0,0 0 0 0 0,0 0 0 0 0,0 1 0 0 0,0-1 0 0 0,0 0 0 0 0,1 0-1 0 0,-1 0 1 0 0,0-1 0 0 0,0 1 0 0 0,0 0 0 0 0,0 0 0 0 0,0 0 0 0 0,0 0-1 0 0,0 0 1 0 0,1 0 0 0 0,-1 0 0 0 0,0 0 0 0 0,0 0 0 0 0,0 0 0 0 0,0 0-1 0 0,0 0 1 0 0,0 0 0 0 0,0 0 0 0 0,0 0 0 0 0,1 0 0 0 0,-1-1 0 0 0,0 1-1 0 0,0 0 1 0 0,0 0 0 0 0,0 0 0 0 0,0 0 0 0 0,0 0 0 0 0,0 0 0 0 0,0 0-1 0 0,0 0 1 0 0,0-1 0 0 0,0 1 0 0 0,0 0 0 0 0,0 0 0 0 0,0 0 0 0 0,0 0-1 0 0,0 0 1 0 0,0 0 0 0 0,0 0 0 0 0,0-1 0 0 0,0 1 0 0 0,-25 165 1104 0 0,-4 226 0 0 0,29-373-1026 0 0,1 1 0 0 0,0-1 0 0 0,5 19 0 0 0,-5-35-81 0 0,2-3-52 0 0,0 0 0 0 0,1 0-1 0 0,-1 0 1 0 0,0 0 0 0 0,0-1 0 0 0,0 0 0 0 0,0 1 0 0 0,0-1-1 0 0,0 0 1 0 0,0 0 0 0 0,0-1 0 0 0,-1 1 0 0 0,3-3-1 0 0,46-50-498 0 0,-15 15 114 0 0,0 3 99 0 0,-3-2-1 0 0,-1-1 1 0 0,-1-1-1 0 0,39-73 0 0 0,2-43 2099 0 0,-71 155-1427 0 0,15 49 2924 0 0,35 50-2708 0 0,-48-95-801 0 0,0 1 1 0 0,0 0-1 0 0,0-1 1 0 0,1 0-1 0 0,-1 1 0 0 0,1-1 1 0 0,-1-1-1 0 0,1 1 1 0 0,-1 0-1 0 0,7 1 0 0 0,-8-3-398 0 0,4-5-1324 0 0,-6 5 1863 0 0,1 0-1 0 0,-1 0 1 0 0,1 0-1 0 0,-1 0 1 0 0,1 0-1 0 0,-1 0 1 0 0,1 0-1 0 0,-1-1 0 0 0,1 1 1 0 0,-1 0-1 0 0,1 0 1 0 0,-1-1-1 0 0,1 1 1 0 0,-1 0-1 0 0,0-1 0 0 0,1 1 1 0 0,-1 0-1 0 0,1-1 1 0 0,-1 1-1 0 0,0-1 1 0 0,0 1-1 0 0,1 0 1 0 0,-1-1-1 0 0,0 1 0 0 0,1-2 1 0 0,2-10-3345 0 0,-1 1 261 0 0</inkml:trace>
</inkml:ink>
</file>

<file path=ppt/ink/ink7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09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52 648 0 0,'0'0'712'0'0,"-7"-3"1436"0"0,27-13-1864 0 0,-10 13-124 0 0,6-4-116 0 0,-1 2-180 0 0,10 2-144 0 0,-9-2-320 0 0,4 0-644 0 0,7 0 284 0 0</inkml:trace>
</inkml:ink>
</file>

<file path=ppt/ink/ink7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10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1 741 832 0 0,'27'1'4915'0'0,"-2"-13"-4062"0"0,0-2 1 0 0,-2-1-1 0 0,1-1 0 0 0,30-27 0 0 0,76-87 1037 0 0,-113 110-1745 0 0,-1-1 1 0 0,-1 0-1 0 0,-1-2 0 0 0,-1 1 1 0 0,-1-2-1 0 0,-1 0 1 0 0,-1 0-1 0 0,-1-1 0 0 0,-2 0 1 0 0,0 0-1 0 0,-1-1 0 0 0,-2 1 1 0 0,-1-1-1 0 0,0-1 0 0 0,-2 1 1 0 0,-2 0-1 0 0,0 0 0 0 0,-6-35 1 0 0,7 60-142 0 0,0 1 1 0 0,-1-1 0 0 0,1 0 0 0 0,0 1-1 0 0,0-1 1 0 0,-1 0 0 0 0,1 1 0 0 0,0-1-1 0 0,-1 0 1 0 0,1 1 0 0 0,0-1 0 0 0,-1 1-1 0 0,1-1 1 0 0,-1 0 0 0 0,1 1 0 0 0,-1-1-1 0 0,0 1 1 0 0,1 0 0 0 0,-1-1 0 0 0,1 1-1 0 0,-1-1 1 0 0,0 1 0 0 0,1 0 0 0 0,-1 0-1 0 0,0-1 1 0 0,1 1 0 0 0,-1 0 0 0 0,0 0-1 0 0,0 0 1 0 0,1 0 0 0 0,-1-1 0 0 0,0 1-1 0 0,1 0 1 0 0,-1 1 0 0 0,0-1 0 0 0,0 0-1 0 0,1 0 1 0 0,-1 0 0 0 0,0 0 0 0 0,1 0 0 0 0,-1 1-1 0 0,0-1 1 0 0,1 0 0 0 0,-2 1 0 0 0,-27 18 5 0 0,20-8-7 0 0,0-1-1 0 0,1 2 1 0 0,0-1 0 0 0,1 1 0 0 0,0 0 0 0 0,1 1-1 0 0,0 0 1 0 0,1 0 0 0 0,1 0 0 0 0,0 0 0 0 0,1 1-1 0 0,0-1 1 0 0,-2 27 0 0 0,4-20 1 0 0,1 0 0 0 0,0 0 0 0 0,2 0 0 0 0,0 0 0 0 0,1 0 1 0 0,1-1-1 0 0,1 1 0 0 0,14 37 0 0 0,-15-50-34 0 0,-1 0 0 0 0,1 0 0 0 0,0 0 0 0 0,1 0 0 0 0,0 0 0 0 0,0-1 0 0 0,0 0 0 0 0,1 0 0 0 0,0-1 0 0 0,0 1 0 0 0,0-1 0 0 0,1 0 0 0 0,-1-1 0 0 0,9 5 0 0 0,-10-7 5 0 0,0 0-1 0 0,0 0 0 0 0,1 0 1 0 0,-1-1-1 0 0,0 0 1 0 0,0 0-1 0 0,1 0 1 0 0,-1-1-1 0 0,0 1 0 0 0,1-1 1 0 0,-1-1-1 0 0,1 1 1 0 0,-1-1-1 0 0,0 0 1 0 0,1 0-1 0 0,-1 0 0 0 0,0-1 1 0 0,0 0-1 0 0,0 0 1 0 0,0 0-1 0 0,8-6 1 0 0,-2 0 11 0 0,0-1 1 0 0,0 0 0 0 0,-1-1 0 0 0,0 0 0 0 0,-1-1 0 0 0,0 0 0 0 0,-1 0 0 0 0,13-24 0 0 0,-20 34 8 0 0,1-1-33 0 0,4-3 48 0 0,13 9-91 0 0,25 23 63 0 0,-42-25 18 0 0,0 0 0 0 0,1-1 0 0 0,-1 1 0 0 0,1 0 0 0 0,0-1 0 0 0,-1 0 0 0 0,1 1 0 0 0,0-1 0 0 0,0 0 0 0 0,0-1 0 0 0,5 2 0 0 0,11 2-253 0 0,0-1 0 0 0,1-1 0 0 0,-1-1-1 0 0,1-1 1 0 0,25-2 0 0 0,-33 1 90 0 0,-1-1 1 0 0,1 0-1 0 0,-1-1 0 0 0,1 0 1 0 0,-1-1-1 0 0,0 0 1 0 0,-1-1-1 0 0,12-6 0 0 0,-21 10 181 0 0,6-6 172 0 0,-6 7-171 0 0,-1 0 1 0 0,0 0-1 0 0,0 0 0 0 0,0 0 0 0 0,0 0 0 0 0,0 0 1 0 0,0 0-1 0 0,1 0 0 0 0,-1 0 0 0 0,0-1 0 0 0,0 1 1 0 0,0 0-1 0 0,0 0 0 0 0,0 0 0 0 0,0 0 0 0 0,0 0 1 0 0,0 0-1 0 0,1 0 0 0 0,-1 0 0 0 0,0 0 1 0 0,0 0-1 0 0,0-1 0 0 0,0 1 0 0 0,0 0 0 0 0,0 0 1 0 0,0 0-1 0 0,0 0 0 0 0,0 0 0 0 0,0 0 0 0 0,0-1 1 0 0,0 1-1 0 0,0 0 0 0 0,0 0 0 0 0,0 0 0 0 0,0 0 1 0 0,0 0-1 0 0,0 0 0 0 0,0-1 0 0 0,0 1 1 0 0,0 0-1 0 0,0 0 0 0 0,0 0 0 0 0,0 0 0 0 0,0 0 1 0 0,0 0-1 0 0,0-1 0 0 0,0 1 0 0 0,0 0 0 0 0,0 0 1 0 0,0 0-1 0 0,-1 0 0 0 0,1 0 0 0 0,0 0 1 0 0,0 0-1 0 0,0 0 0 0 0,0 0 0 0 0,0-1 0 0 0,0 1 1 0 0,0 0-1 0 0,0 0 0 0 0,-1 0 0 0 0,1 0 0 0 0,0 0 1 0 0,0 0-1 0 0,0 0 0 0 0,0 0 0 0 0,-1 0 0 0 0,-8 3 59 0 0,0 1 0 0 0,0 0 0 0 0,0 1 0 0 0,0 0 0 0 0,1 0 0 0 0,-1 1 0 0 0,1 0 0 0 0,1 0-1 0 0,-1 1 1 0 0,-7 8 0 0 0,-27 36-802 0 0,10 2-3927 0 0,31-49 1731 0 0,-2 7 220 0 0</inkml:trace>
</inkml:ink>
</file>

<file path=ppt/ink/ink7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11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1 960 0 0,'0'0'1143'0'0,"8"0"4912"0"0,-3 61-3440 0 0,-3-39-1849 0 0,0 0 0 0 0,-3 38 0 0 0,6-5-35 0 0,-3-43-1023 0 0,-1 0-1 0 0,0 0 1 0 0,-1 0 0 0 0,-1 16 0 0 0,-1-19-512 0 0,-6 12-6187 0 0</inkml:trace>
</inkml:ink>
</file>

<file path=ppt/ink/ink7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11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69 260 0 0,'10'-7'1061'0'0,"2"1"0"0"0,-1 1-1 0 0,1 0 1 0 0,-1 0 0 0 0,15-2 0 0 0,64-12 431 0 0,-30 7-3355 0 0,-46 10-1239 0 0,-11 2 1326 0 0</inkml:trace>
</inkml:ink>
</file>

<file path=ppt/ink/ink7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11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82 11801 0 0,'-111'-21'1786'0'0,"109"21"-1578"0"0,2 0-200 0 0,0-1 1 0 0,1 1-1 0 0,-1 0 1 0 0,0 0-1 0 0,0 0 1 0 0,0-1 0 0 0,0 1-1 0 0,0 0 1 0 0,0 0-1 0 0,1-1 1 0 0,-1 1-1 0 0,0 0 1 0 0,0 0-1 0 0,0-1 1 0 0,0 1 0 0 0,0 0-1 0 0,0 0 1 0 0,0-1-1 0 0,0 1 1 0 0,0 0-1 0 0,0 0 1 0 0,0-1 0 0 0,0 1-1 0 0,0 0 1 0 0,0 0-1 0 0,0-1 1 0 0,0 1-1 0 0,-1 0 1 0 0,1 0 0 0 0,0-1-1 0 0,0 1 1 0 0,0 0-1 0 0,0 0 1 0 0,0 0-1 0 0,-1-1 1 0 0,1 1-1 0 0,0 0 1 0 0,0 0 0 0 0,0 0-1 0 0,-1 0 1 0 0,1-1-1 0 0,0 1 1 0 0,0 0-1 0 0,0 0 1 0 0,-1 0 0 0 0,1 0-1 0 0,0 0 1 0 0,0 0-1 0 0,-1 0 1 0 0,1 0-1 0 0,0 0 1 0 0,0-1 0 0 0,-1 1-1 0 0,1 0 1 0 0,0 0-1 0 0,0 0 1 0 0,-1 0-1 0 0,1 1 1 0 0,0-1-1 0 0,0 0 1 0 0,-1 0 0 0 0,13-15 60 0 0,-3 10-425 0 0,1 1 0 0 0,-1 0 0 0 0,1 0 1 0 0,0 1-1 0 0,0 0 0 0 0,0 1 0 0 0,0 0 1 0 0,1 1-1 0 0,-1 0 0 0 0,16 1 0 0 0,14-3-4534 0 0,-15-1 1747 0 0</inkml:trace>
</inkml:ink>
</file>

<file path=ppt/ink/ink7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16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359 82 652 0 0,'0'0'654'0'0,"0"-4"-26"0"0,0-3-862 0 0,6-16 9153 0 0,-8 9-8064 0 0,-6 8-737 0 0,5 3-88 0 0,-1 0 0 0 0,1 0 0 0 0,-1 1 0 0 0,1 0 0 0 0,-1 0 0 0 0,0 0-1 0 0,0 0 1 0 0,0 0 0 0 0,0 1 0 0 0,0 0 0 0 0,0-1 0 0 0,0 2 0 0 0,0-1 0 0 0,-7 0 0 0 0,9 1-7 0 0,-1 0-18 0 0,-8 2 35 0 0,0-1 0 0 0,1 2-1 0 0,-1 0 1 0 0,1 0 0 0 0,-1 1 0 0 0,1 0 0 0 0,0 0-1 0 0,1 1 1 0 0,-1 1 0 0 0,1 0 0 0 0,0 0-1 0 0,0 0 1 0 0,1 1 0 0 0,0 1 0 0 0,0 0 0 0 0,1 0-1 0 0,-11 14 1 0 0,2 1 101 0 0,2 1 1 0 0,0 0-1 0 0,2 1 1 0 0,0 1-1 0 0,-9 32 0 0 0,17-46-63 0 0,1-1 0 0 0,0 1 1 0 0,0 0-1 0 0,1 0 0 0 0,1 0 0 0 0,0 1 0 0 0,1-1 0 0 0,0 0 0 0 0,1 0 0 0 0,0 0 0 0 0,1 0 0 0 0,0 0 1 0 0,7 21-1 0 0,-7-30-48 0 0,-1 0-1 0 0,0 0 1 0 0,1-1 0 0 0,-1 1 0 0 0,1-1 0 0 0,0 1-1 0 0,0-1 1 0 0,0 0 0 0 0,0 0 0 0 0,0 0 0 0 0,0 0 0 0 0,0 0-1 0 0,1 0 1 0 0,-1 0 0 0 0,1-1 0 0 0,3 2 0 0 0,0-1-12 0 0,0 0-1 0 0,-1-1 1 0 0,1 0 0 0 0,0 0 0 0 0,-1-1 0 0 0,1 1 0 0 0,0-1 0 0 0,0-1 0 0 0,10 0 0 0 0,-1-2-13 0 0,-1 1 0 0 0,1-2 0 0 0,-1 0 0 0 0,0-1 0 0 0,0 0 0 0 0,25-13 0 0 0,-15 3 19 0 0,0-1 0 0 0,40-35 0 0 0,-63 50-33 0 0,20 11-127 0 0,-17-6 118 0 0,0 0 0 0 0,0 0 0 0 0,1-1 1 0 0,-1 1-1 0 0,1-1 0 0 0,0 0 0 0 0,0 0 1 0 0,0 0-1 0 0,0-1 0 0 0,1 0 0 0 0,-1 0 1 0 0,1 0-1 0 0,-1-1 0 0 0,1 0 0 0 0,-1 0 0 0 0,1 0 1 0 0,0 0-1 0 0,9-2 0 0 0,-6 1 11 0 0,0 0 0 0 0,0-1 1 0 0,-1 0-1 0 0,1 0 0 0 0,-1-1 0 0 0,1-1 0 0 0,-1 1 1 0 0,0-1-1 0 0,0-1 0 0 0,0 1 0 0 0,14-10 0 0 0,-21 13 35 0 0,0-1-1 0 0,0 0 0 0 0,-1 0 0 0 0,1 0 1 0 0,0 0-1 0 0,0 0 0 0 0,-1 0 0 0 0,1 0 0 0 0,-1 0 1 0 0,1 0-1 0 0,-1 0 0 0 0,1 0 0 0 0,-1 0 1 0 0,0 0-1 0 0,1-1 0 0 0,-1 1 0 0 0,0 0 1 0 0,0 0-1 0 0,0 0 0 0 0,0 0 0 0 0,0-1 1 0 0,0 1-1 0 0,0 0 0 0 0,-1 0 0 0 0,1 0 0 0 0,0 0 1 0 0,0-1-1 0 0,-1 1 0 0 0,1 0 0 0 0,-1 0 1 0 0,1 0-1 0 0,-2-1 0 0 0,1 0 9 0 0,0-1 0 0 0,-1 1 0 0 0,1 0 0 0 0,-1 0 0 0 0,1 0 0 0 0,-1 0 0 0 0,0 0 0 0 0,0 0 0 0 0,0 0 0 0 0,0 1 0 0 0,0-1 0 0 0,0 1 0 0 0,-5-3 0 0 0,4 3-184 0 0,-1 0 0 0 0,0-1 1 0 0,0 1-1 0 0,0 1 0 0 0,0-1 1 0 0,0 0-1 0 0,0 1 0 0 0,0 0 1 0 0,0 0-1 0 0,0 0 0 0 0,0 1 1 0 0,0-1-1 0 0,0 1 0 0 0,0 0 1 0 0,-4 1-1 0 0,-34 22-8365 0 0,33-19 5427 0 0</inkml:trace>
</inkml:ink>
</file>

<file path=ppt/ink/ink7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19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27 188 0 0,'0'0'13201'0'0,"-6"-14"-12540"0"0,4 6 819 0 0,6 8-138 0 0,12 16-1284 0 0,0 1 0 0 0,-1 1 0 0 0,-1 0 0 0 0,-1 2 0 0 0,0-1 0 0 0,-2 1 0 0 0,0 1 1 0 0,-1 0-1 0 0,-1 1 0 0 0,10 40 0 0 0,-17-56-6 0 0,-1 0 0 0 0,0 0 0 0 0,0 0 1 0 0,0 0-1 0 0,-1 0 0 0 0,0 0 0 0 0,0 1 0 0 0,-1-1 1 0 0,0 0-1 0 0,-2 10 0 0 0,2-14 377 0 0,1-3-422 0 0,0 0 0 0 0,0 0 1 0 0,-1 0-1 0 0,1 0 1 0 0,0 0-1 0 0,0 0 0 0 0,-1 0 1 0 0,1 0-1 0 0,-1 0 1 0 0,1 1-1 0 0,-1-1 0 0 0,1 0 1 0 0,-1 0-1 0 0,1 0 1 0 0,-1 1-1 0 0,0-1 1 0 0,0-1-1 0 0,-11-18 84 0 0,11 4-64 0 0,0 1-1 0 0,1-1 0 0 0,1 1 1 0 0,0-1-1 0 0,1 1 0 0 0,1-1 1 0 0,0 1-1 0 0,1 0 0 0 0,1 0 0 0 0,11-24 1 0 0,-7 14-83 0 0,13-6-248 0 0,-11 17 64 0 0,-10 13 161 0 0,2-1-36 0 0,0 0 1 0 0,-1 0-1 0 0,1 0 1 0 0,-1 0-1 0 0,0-1 1 0 0,1 1-1 0 0,-1 0 1 0 0,0-1-1 0 0,0 0 1 0 0,1-3-1 0 0,2 0-687 0 0,-4 5 419 0 0</inkml:trace>
</inkml:ink>
</file>

<file path=ppt/ink/ink7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20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31 424 0 0,'0'0'4138'0'0,"2"-31"8460"0"0,14 189-11807 0 0,13 154-24 0 0,-29-217-667 0 0,-1-58 38 0 0,5 45-1 0 0,-4-81-68 0 0,0 6 120 0 0,-4-15-2684 0 0,-14-61-1917 0 0,7 21-2780 0 0,9 35 4236 0 0</inkml:trace>
</inkml:ink>
</file>

<file path=ppt/ink/ink7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21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76 176 0 0,'3'-15'2469'0'0,"0"10"-2167"0"0,1 1-1 0 0,0-1 1 0 0,-1 1 0 0 0,1 0-1 0 0,1 0 1 0 0,-1 0 0 0 0,0 0-1 0 0,1 1 1 0 0,0 0 0 0 0,0 0 0 0 0,0 0-1 0 0,0 0 1 0 0,1 1 0 0 0,-1 0-1 0 0,0 0 1 0 0,1 0 0 0 0,0 1-1 0 0,-1 0 1 0 0,1 0 0 0 0,0 0-1 0 0,7 1 1 0 0,-8 0-171 0 0,0 1 1 0 0,0 0-1 0 0,0 0 0 0 0,0 0 0 0 0,0 0 0 0 0,0 1 1 0 0,-1 0-1 0 0,1 0 0 0 0,0 0 0 0 0,-1 0 0 0 0,0 1 0 0 0,1 0 1 0 0,-1 0-1 0 0,0 0 0 0 0,-1 0 0 0 0,1 1 0 0 0,-1-1 1 0 0,1 1-1 0 0,3 5 0 0 0,-6-7-66 0 0,1 1 1 0 0,-1 0-1 0 0,1-1 1 0 0,-1 1-1 0 0,0 0 0 0 0,0 0 1 0 0,0 0-1 0 0,-1 0 1 0 0,1 0-1 0 0,0 0 0 0 0,-1 0 1 0 0,0 0-1 0 0,0 0 1 0 0,0 0-1 0 0,0 0 0 0 0,0 0 1 0 0,-1 0-1 0 0,0 0 0 0 0,1 0 1 0 0,-1-1-1 0 0,0 1 1 0 0,0 0-1 0 0,0 0 0 0 0,-1 0 1 0 0,1-1-1 0 0,-1 1 1 0 0,1-1-1 0 0,-1 1 0 0 0,0-1 1 0 0,0 0-1 0 0,-4 4 1 0 0,3-2-53 0 0,0-1 0 0 0,-1 1 1 0 0,0-1-1 0 0,0 0 0 0 0,0 0 1 0 0,0 0-1 0 0,0 0 0 0 0,-1-1 1 0 0,1 0-1 0 0,-1 0 0 0 0,0 0 1 0 0,-6 1-1 0 0,9-2-328 0 0,1-1 254 0 0,0 0 0 0 0,1 0 0 0 0,-1 1 0 0 0,0-1 0 0 0,0 0 1 0 0,1 0-1 0 0,-1 0 0 0 0,0 0 0 0 0,0 0 0 0 0,0 0 1 0 0,1 0-1 0 0,-1 0 0 0 0,0 0 0 0 0,0-1 0 0 0,1 1 0 0 0,-1 0 1 0 0,0 0-1 0 0,0-1 0 0 0,1 1 0 0 0,-1 0 0 0 0,0-1 0 0 0,1 1 1 0 0,-1-1-1 0 0,1 1 0 0 0,-2-1 0 0 0,-18-11-4317 0 0,14 8 1388 0 0</inkml:trace>
</inkml:ink>
</file>

<file path=ppt/ink/ink7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21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15 160 0 0,'12'55'4259'0'0,"-11"-52"-4117"0"0,0-1-1 0 0,0 1 1 0 0,0-1-1 0 0,1 0 1 0 0,-1 0-1 0 0,1 0 1 0 0,0 1-1 0 0,0-1 1 0 0,0-1-1 0 0,0 1 1 0 0,0 0 0 0 0,0 0-1 0 0,0-1 1 0 0,0 1-1 0 0,1-1 1 0 0,-1 0-1 0 0,5 2 1 0 0,-6-3 99 0 0,-1 1-218 0 0,1-1 0 0 0,-1 1-1 0 0,0-1 1 0 0,0 1 0 0 0,1-1 0 0 0,-1 0 0 0 0,0 1-1 0 0,1-1 1 0 0,-1 0 0 0 0,0 1 0 0 0,1-1 0 0 0,-1 0-1 0 0,0 0 1 0 0,1 1 0 0 0,-1-1 0 0 0,1 0 0 0 0,-1 0-1 0 0,1 1 1 0 0,-1-1 0 0 0,0 0 0 0 0,1 0 0 0 0,-1 0-1 0 0,1 0 1 0 0,-1 0 0 0 0,1 0 0 0 0,-1 0 0 0 0,1 0-1 0 0,-1 0 1 0 0,1 0 0 0 0,-1 0 0 0 0,1 0 0 0 0,-1 0-1 0 0,0 0 1 0 0,1 0 0 0 0,-1-1 0 0 0,1 1 0 0 0,-1 0-1 0 0,1 0 1 0 0,-1-1 0 0 0,0 1 0 0 0,1 0 0 0 0,-1 0-1 0 0,1-1 1 0 0,-1 1 0 0 0,0 0 0 0 0,1-1 0 0 0,-1 1-1 0 0,0-1 1 0 0,20-11 938 0 0,-20 12-965 0 0,1-2 94 0 0,1 0 0 0 0,-2 1 0 0 0,1-1 0 0 0,0 0 0 0 0,0 0 1 0 0,-1 0-1 0 0,1 0 0 0 0,-1 1 0 0 0,1-1 0 0 0,-1 0 0 0 0,0 0 0 0 0,1 0 0 0 0,-1 0 0 0 0,-1 0 0 0 0,1 0 0 0 0,0 0 0 0 0,0 0 0 0 0,-1 0 0 0 0,1 0 0 0 0,-1 0 0 0 0,1 0 0 0 0,-1 0 0 0 0,0 1 1 0 0,0-1-1 0 0,0 0 0 0 0,0 0 0 0 0,-2-2 0 0 0,-4-13 428 0 0,6 15-575 0 0,-1 1 0 0 0,1-1 0 0 0,0 0 1 0 0,-1 1-1 0 0,1-1 0 0 0,-1 1 0 0 0,1 0 0 0 0,-1-1 0 0 0,0 1 1 0 0,0 0-1 0 0,1 0 0 0 0,-1 0 0 0 0,0 0 0 0 0,0 0 1 0 0,0 1-1 0 0,0-1 0 0 0,0 0 0 0 0,0 1 0 0 0,0 0 0 0 0,0-1 1 0 0,0 1-1 0 0,-3 0 0 0 0,2 0-686 0 0,-17 8-7485 0 0</inkml:trace>
</inkml:ink>
</file>

<file path=ppt/ink/ink7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22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51 168 0 0,'-1'-1'441'0'0,"0"0"0"0"0,0 0 0 0 0,0 0 0 0 0,0 0 0 0 0,1 0 0 0 0,-1 0 0 0 0,0 0-1 0 0,1 0 1 0 0,-1 0 0 0 0,1 0 0 0 0,-1-1 0 0 0,1 1 0 0 0,-1 0 0 0 0,1 0 0 0 0,0-1 0 0 0,0 1 0 0 0,0 0 0 0 0,0-1 0 0 0,0 1 0 0 0,0 0 0 0 0,0-1 0 0 0,0-1-1 0 0,7-5 410 0 0,-4 7-627 0 0,40 12 624 0 0,-36-8-771 0 0,-1 1 0 0 0,1 0 0 0 0,-1 0 0 0 0,0 1 0 0 0,0 0-1 0 0,0 0 1 0 0,0 0 0 0 0,-1 1 0 0 0,7 9 0 0 0,36 59 723 0 0,-45-68-681 0 0,-2-4 165 0 0,5-8 69 0 0,0-1 0 0 0,-1 1-1 0 0,1-1 1 0 0,-2 0 0 0 0,1 0 0 0 0,7-15 0 0 0,12-19-958 0 0,-20 35 15 0 0,1 1 0 0 0,0 0 0 0 0,0 0 0 0 0,0 0 0 0 0,0 0 0 0 0,1 1 0 0 0,0 0 0 0 0,0 0 0 0 0,0 0 0 0 0,8-3 0 0 0,6 3-6845 0 0</inkml:trace>
</inkml:ink>
</file>

<file path=ppt/ink/ink7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23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1 568 0 0,'0'0'12515'0'0,"-4"3"-12445"0"0,-6 4 50 0 0,-1 1 1 0 0,1 0-1 0 0,1 1 0 0 0,0 0 0 0 0,0 0 0 0 0,0 1 0 0 0,-12 19 1 0 0,21-28-74 0 0,-1-1 0 0 0,0 1 0 0 0,0 0 0 0 0,1 0 0 0 0,-1-1 0 0 0,1 1 1 0 0,-1 0-1 0 0,1 0 0 0 0,-1 0 0 0 0,1 0 0 0 0,-1 0 0 0 0,1 0 0 0 0,0-1 0 0 0,-1 1 1 0 0,1 0-1 0 0,0 0 0 0 0,0 0 0 0 0,0 0 0 0 0,0 0 0 0 0,0 0 0 0 0,0 0 1 0 0,0 0-1 0 0,0 0 0 0 0,0 0 0 0 0,0 0 0 0 0,0 0 0 0 0,1 0 0 0 0,-1 0 0 0 0,1 2 1 0 0,2-2 16 0 0,0 0 0 0 0,0-1 1 0 0,0 1-1 0 0,0-1 0 0 0,0 1 1 0 0,1-1-1 0 0,-1 0 1 0 0,0 0-1 0 0,4 0 0 0 0,-2 0-121 0 0,2 0 60 0 0,0 0-1 0 0,0 1 1 0 0,0 0-1 0 0,0 1 1 0 0,0-1-1 0 0,0 1 0 0 0,0 1 1 0 0,-1-1-1 0 0,10 6 1 0 0,9 8-3000 0 0,-3 3-4470 0 0,-14-12 4275 0 0</inkml:trace>
</inkml:ink>
</file>

<file path=ppt/ink/ink7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5:23.8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25 19462 0 0,'-1'0'11'0'0,"1"1"-1"0"0,0-1 1 0 0,0 0 0 0 0,0 0 0 0 0,0 0 0 0 0,0 1 0 0 0,-1-1-1 0 0,1 0 1 0 0,0 0 0 0 0,0 0 0 0 0,0 0 0 0 0,0 1 0 0 0,-1-1-1 0 0,1 0 1 0 0,0 0 0 0 0,0 0 0 0 0,0 0 0 0 0,-1 0 0 0 0,1 0-1 0 0,0 0 1 0 0,0 0 0 0 0,-1 0 0 0 0,1 0 0 0 0,0 0 0 0 0,0 0-1 0 0,-1 0 1 0 0,1 0 0 0 0,0 0 0 0 0,0 0 0 0 0,-1 0 0 0 0,1 0-1 0 0,0 0 1 0 0,0 0 0 0 0,0 0 0 0 0,-1 0 0 0 0,1 0 0 0 0,0 0-1 0 0,0 0 1 0 0,0-1 0 0 0,-1 1 0 0 0,1 0 0 0 0,0 0 0 0 0,0 0-1 0 0,0 0 1 0 0,-1-1 0 0 0,1 1 0 0 0,0 0 0 0 0,-1-1-413 0 0,-15-11 1176 0 0,10 0-5823 0 0</inkml:trace>
</inkml:ink>
</file>

<file path=ppt/ink/ink7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26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643 82 808 0 0,'-1'-28'6407'0'0,"1"25"-6221"0"0,-1 0 0 0 0,1 1 0 0 0,-1-1-1 0 0,0 1 1 0 0,1-1 0 0 0,-1 1 0 0 0,0 0 0 0 0,-1-1 0 0 0,1 1 0 0 0,0 0 0 0 0,-1 0 0 0 0,1-1 0 0 0,-1 1 0 0 0,0 0 0 0 0,0 1 0 0 0,1-1 0 0 0,-1 0 0 0 0,0 0 0 0 0,-1 1 0 0 0,1-1 0 0 0,0 1-1 0 0,0 0 1 0 0,-1 0 0 0 0,1 0 0 0 0,-1 0 0 0 0,-3-1 0 0 0,0 1-138 0 0,0 1 0 0 0,0 0 0 0 0,0 1-1 0 0,0-1 1 0 0,0 1 0 0 0,0 0 0 0 0,0 0-1 0 0,0 1 1 0 0,0 0 0 0 0,1 0 0 0 0,-8 4 0 0 0,-36 17 131 0 0,0 2 1 0 0,2 2-1 0 0,-74 57 1 0 0,88-58-92 0 0,1 2-1 0 0,1 2 1 0 0,1 0-1 0 0,2 2 1 0 0,-32 47 0 0 0,55-72-66 0 0,0 1 1 0 0,1-1-1 0 0,0 1 1 0 0,0 0 0 0 0,1 0-1 0 0,0 0 1 0 0,1 1-1 0 0,-1-1 1 0 0,2 1-1 0 0,-1 0 1 0 0,1-1 0 0 0,0 1-1 0 0,1 0 1 0 0,0 0-1 0 0,2 15 1 0 0,0-17-10 0 0,0 1 1 0 0,1-1-1 0 0,-1 0 1 0 0,2 0 0 0 0,-1 0-1 0 0,1 0 1 0 0,0-1-1 0 0,0 1 1 0 0,0-1-1 0 0,1 0 1 0 0,0 0-1 0 0,0 0 1 0 0,1-1-1 0 0,0 0 1 0 0,0 0-1 0 0,0-1 1 0 0,0 1-1 0 0,9 3 1 0 0,4 2-13 0 0,0-1 0 0 0,1-2 0 0 0,0 0 0 0 0,1 0 1 0 0,0-2-1 0 0,-1-1 0 0 0,30 3 0 0 0,9-3-887 0 0,82-5 0 0 0,-24-9-1470 0 0,-40-4-2635 0 0,-32 4 1862 0 0</inkml:trace>
</inkml:ink>
</file>

<file path=ppt/ink/ink7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27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0 306 872 0 0,'0'0'803'0'0,"4"-11"5918"0"0,2 17-6592 0 0,1 0 1 0 0,-1 1-1 0 0,0 0 0 0 0,-1 1 1 0 0,0-1-1 0 0,0 1 0 0 0,0 0 1 0 0,-1 0-1 0 0,0 1 0 0 0,3 10 1 0 0,-1-2 30 0 0,-1 0 0 0 0,-1 1-1 0 0,0-1 1 0 0,1 26 0 0 0,-5-17 134 0 0,-4-22 254 0 0,-10-31 388 0 0,5 6-1087 0 0,4 11 166 0 0,1-1-1 0 0,1 0 1 0 0,0 0-1 0 0,0 0 1 0 0,1 0-1 0 0,0 0 1 0 0,0-16 0 0 0,4-80 89 0 0,-2 105-104 0 0,3-16 4 0 0,0 0-1 0 0,1 1 1 0 0,1 0-1 0 0,0 0 1 0 0,2 0-1 0 0,0 0 1 0 0,0 1-1 0 0,2 1 0 0 0,0-1 1 0 0,0 1-1 0 0,2 1 1 0 0,16-19-1 0 0,-23 29 5 0 0,-1 0 0 0 0,1 0 0 0 0,0 1 0 0 0,0 0 0 0 0,1 0 0 0 0,-1 0 0 0 0,1 0 0 0 0,-1 1 0 0 0,1 0 1 0 0,0-1-1 0 0,0 2 0 0 0,7-3 0 0 0,-10 4-7 0 0,1-1 1 0 0,-1 1-1 0 0,1 0 1 0 0,0 0-1 0 0,-1 0 1 0 0,1 0-1 0 0,0 1 1 0 0,-1-1-1 0 0,1 1 1 0 0,0-1-1 0 0,-1 1 1 0 0,1 0-1 0 0,-1 0 1 0 0,1 0 0 0 0,-1 0-1 0 0,0 1 1 0 0,0-1-1 0 0,1 0 1 0 0,-1 1-1 0 0,0 0 1 0 0,0 0-1 0 0,0-1 1 0 0,0 1-1 0 0,1 3 1 0 0,-1-3 0 0 0,-1-1 0 0 0,0 1 1 0 0,0 0-1 0 0,1 0 0 0 0,-1 0 1 0 0,0 0-1 0 0,-1 0 0 0 0,1 0 1 0 0,0 1-1 0 0,-1-1 0 0 0,1 0 1 0 0,-1 0-1 0 0,1 0 0 0 0,-1 1 1 0 0,0-1-1 0 0,0 4 0 0 0,3 29 10 0 0,-2-31-11 0 0,0 1 0 0 0,1-1 0 0 0,-1 1 1 0 0,1-1-1 0 0,0 0 0 0 0,0 1 0 0 0,1-1 0 0 0,-1 0 0 0 0,1-1 0 0 0,0 1 0 0 0,0 0 0 0 0,0-1 1 0 0,7 7-1 0 0,3-1-9 0 0,1 1 0 0 0,23 12 0 0 0,13 9 29 0 0,-46-28-19 0 0,0 1 0 0 0,1 0 0 0 0,-2 0 0 0 0,1 0 0 0 0,0 1 0 0 0,-1-1 1 0 0,0 1-1 0 0,0 0 0 0 0,0 0 0 0 0,-1 0 0 0 0,1 0 0 0 0,-1 0 0 0 0,0 0 0 0 0,-1 1 0 0 0,1-1 1 0 0,0 6-1 0 0,-2-7 4 0 0,0 1 1 0 0,-1-1 0 0 0,1 0 0 0 0,-1 0 0 0 0,1 0 0 0 0,-1 0 0 0 0,0 0-1 0 0,-1 0 1 0 0,1 0 0 0 0,-1 0 0 0 0,0 0 0 0 0,0-1 0 0 0,0 1 0 0 0,0-1-1 0 0,0 1 1 0 0,-1-1 0 0 0,0 0 0 0 0,0 0 0 0 0,1 0 0 0 0,-2 0-1 0 0,1 0 1 0 0,-4 2 0 0 0,-21 15 136 0 0,-46 25 0 0 0,53-38-703 0 0,21-7 377 0 0,0 0-1 0 0,-1 1 1 0 0,1-1 0 0 0,-1 0-1 0 0,1 0 1 0 0,0 0 0 0 0,-1 0 0 0 0,1 0-1 0 0,-1 0 1 0 0,1 0 0 0 0,-1 1-1 0 0,1-1 1 0 0,-1 0 0 0 0,1-1 0 0 0,0 1-1 0 0,-1 0 1 0 0,1 0 0 0 0,-1 0-1 0 0,1 0 1 0 0,-1 0 0 0 0,1 0 0 0 0,-1 0-1 0 0,1-1 1 0 0,0 1 0 0 0,-1 0 0 0 0,1 0-1 0 0,0-1 1 0 0,-1 1 0 0 0,1 0-1 0 0,0-1 1 0 0,-1 1 0 0 0,1 0 0 0 0,0-1-1 0 0,-1 1 1 0 0,1 0 0 0 0,0-1-1 0 0,0 1 1 0 0,-1 0 0 0 0,1-1 0 0 0,0 1-1 0 0,0-1 1 0 0,0 0 0 0 0</inkml:trace>
</inkml:ink>
</file>

<file path=ppt/ink/ink7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28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43 104 796 0 0,'-6'2'6089'0'0,"4"-1"-6037"0"0,-1 0 0 0 0,1 0 0 0 0,0 1 0 0 0,0-1 0 0 0,0 0 0 0 0,0 1 0 0 0,1 0 0 0 0,-1-1 0 0 0,0 1 0 0 0,1 0-1 0 0,-1 0 1 0 0,1 0 0 0 0,-1 0 0 0 0,1 0 0 0 0,0 0 0 0 0,0 0 0 0 0,0 0 0 0 0,-1 3 0 0 0,1-1 11 0 0,0 1 0 0 0,0-1 1 0 0,0 0-1 0 0,1 1 0 0 0,0-1 0 0 0,-1 1 0 0 0,1-1 0 0 0,1 0 0 0 0,-1 1 1 0 0,1-1-1 0 0,0 1 0 0 0,0-1 0 0 0,0 0 0 0 0,0 0 0 0 0,1 0 1 0 0,-1 1-1 0 0,1-1 0 0 0,0-1 0 0 0,4 7 0 0 0,-2-6-25 0 0,0 0-1 0 0,0-1 1 0 0,0 1 0 0 0,0-1-1 0 0,1 0 1 0 0,-1 0-1 0 0,1 0 1 0 0,0-1 0 0 0,0 1-1 0 0,0-1 1 0 0,0 0-1 0 0,0-1 1 0 0,0 1 0 0 0,6 0-1 0 0,0 0 5 0 0,0-1-1 0 0,0 0 0 0 0,0-1 1 0 0,1 0-1 0 0,-1 0 1 0 0,0-1-1 0 0,0-1 0 0 0,0 0 1 0 0,0 0-1 0 0,-1-1 1 0 0,1-1-1 0 0,0 0 0 0 0,-1 0 1 0 0,0-1-1 0 0,10-6 1 0 0,-17 9 18 0 0,1-1 1 0 0,0 0 0 0 0,-1 0-1 0 0,0 0 1 0 0,0 0 0 0 0,0-1-1 0 0,0 1 1 0 0,0-1-1 0 0,-1 1 1 0 0,0-1 0 0 0,0 0-1 0 0,0 0 1 0 0,0 0 0 0 0,0 0-1 0 0,-1-1 1 0 0,1 1 0 0 0,-1 0-1 0 0,-1-1 1 0 0,1 1 0 0 0,0 0-1 0 0,-1-1 1 0 0,0 1 0 0 0,0-1-1 0 0,0 1 1 0 0,-1-1 0 0 0,0 1-1 0 0,0-1 1 0 0,0 1-1 0 0,-3-8 1 0 0,1 5 10 0 0,0 0 0 0 0,0 1 1 0 0,-1-1-1 0 0,0 1 0 0 0,-1 0 0 0 0,1 0 0 0 0,-1 1 0 0 0,0 0 1 0 0,0-1-1 0 0,-1 2 0 0 0,1-1 0 0 0,-1 1 0 0 0,0-1 0 0 0,-1 2 0 0 0,1-1 1 0 0,-1 1-1 0 0,-13-5 0 0 0,11 4-31 0 0,0 1 0 0 0,-1 1 0 0 0,0-1 0 0 0,0 2 0 0 0,1-1 0 0 0,-14 1 0 0 0,20 1-253 0 0,0 0 0 0 0,0 1 1 0 0,0 0-1 0 0,0-1 0 0 0,0 1 1 0 0,0 0-1 0 0,0 1 0 0 0,0-1 1 0 0,0 0-1 0 0,1 1 0 0 0,-1 0 1 0 0,1-1-1 0 0,-1 1 0 0 0,1 0 1 0 0,-1 0-1 0 0,1 0 0 0 0,0 1 1 0 0,0-1-1 0 0,0 1 0 0 0,1-1 0 0 0,-1 1 1 0 0,0-1-1 0 0,-1 6 0 0 0,-2 1-3056 0 0,1 0 249 0 0</inkml:trace>
</inkml:ink>
</file>

<file path=ppt/ink/ink7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29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1 307 572 0 0,'0'-2'359'0'0,"0"0"0"0"0,0 0 0 0 0,1 0 0 0 0,-1 1 0 0 0,1-1 0 0 0,-1 0 0 0 0,1 0 0 0 0,0 1 0 0 0,0-1-1 0 0,0 1 1 0 0,0-1 0 0 0,0 0 0 0 0,0 1 0 0 0,2-2 0 0 0,-3 3-277 0 0,1 0-1 0 0,-1 0 1 0 0,1 0 0 0 0,-1 0-1 0 0,1 0 1 0 0,-1 0 0 0 0,1 0-1 0 0,-1 1 1 0 0,1-1 0 0 0,-1 0-1 0 0,1 0 1 0 0,-1 1 0 0 0,0-1-1 0 0,1 0 1 0 0,-1 1 0 0 0,1-1-1 0 0,-1 0 1 0 0,0 1-1 0 0,1-1 1 0 0,-1 0 0 0 0,0 1-1 0 0,1-1 1 0 0,-1 1 0 0 0,0-1-1 0 0,0 1 1 0 0,1-1 0 0 0,-1 1-1 0 0,0-1 1 0 0,0 1 0 0 0,0-1-1 0 0,0 1 1 0 0,18 63 966 0 0,-15-50-852 0 0,5 26 177 0 0,5 65 0 0 0,-12-91-275 0 0,-1-12-61 0 0,0-2 21 0 0,-1-1 1 0 0,0 0-1 0 0,0 1 1 0 0,0-1-1 0 0,1 0 1 0 0,-1 0-1 0 0,0 0 1 0 0,1 0-1 0 0,-1 1 1 0 0,1-1 0 0 0,-1 0-1 0 0,1 0 1 0 0,-1 0-1 0 0,1 0 1 0 0,0 0-1 0 0,-1 0 1 0 0,1 0-1 0 0,0-1 1 0 0,0 1-1 0 0,0 0 1 0 0,0-1-1 0 0,-6-49 287 0 0,3-48-301 0 0,4 86-39 0 0,0-1 0 0 0,0 1 0 0 0,1 0 0 0 0,1-1 0 0 0,0 1 0 0 0,1 0 0 0 0,1 1-1 0 0,6-16 1 0 0,6-3-24 0 0,1 0 0 0 0,25-33 0 0 0,-42 62 23 0 0,17-27 1334 0 0,-23 33-1330 0 0,0 1-1 0 0,0-1 0 0 0,1 1 0 0 0,-1 0 0 0 0,1 1 1 0 0,1-1-1 0 0,-1 1 0 0 0,1-1 0 0 0,0 1 1 0 0,0 0-1 0 0,0 0 0 0 0,1 1 0 0 0,0-1 1 0 0,-1 8-1 0 0,-8 34 229 0 0,3 0 0 0 0,2 0 0 0 0,0 94 1 0 0,7-65-19 0 0,0-75-202 0 0,6 14 146 0 0,12-43-167 0 0,1 1 1 0 0,1 1-1 0 0,1 1 1 0 0,2 1-1 0 0,27-22 1 0 0,36-28-31 0 0,-35 43 37 0 0,-50 29-3 0 0,-1 0 0 0 0,0 1 0 0 0,0-1 0 0 0,0 1 0 0 0,0-1 0 0 0,1 1 0 0 0,-1-1 0 0 0,0 1 0 0 0,0 0 0 0 0,1 0 0 0 0,-1 0 0 0 0,0 0 0 0 0,0 0 0 0 0,1 0 0 0 0,-1 0 0 0 0,0 0 0 0 0,1 0 0 0 0,-1 0 0 0 0,0 1 0 0 0,0-1 0 0 0,0 1 0 0 0,1-1 0 0 0,-1 1 0 0 0,0-1 0 0 0,0 1 0 0 0,0 0 0 0 0,0-1 1 0 0,0 1-1 0 0,0 0 0 0 0,0 0 0 0 0,0 0 0 0 0,1 1 0 0 0,26 44 4 0 0,-25-39-11 0 0,0-1-1 0 0,0 0 0 0 0,1 1 0 0 0,0-1 0 0 0,5 6 0 0 0,5 2 31 0 0,-11-10-21 0 0,1-1 1 0 0,-1 1-1 0 0,1 0 1 0 0,0-1-1 0 0,0 0 1 0 0,0 0-1 0 0,1 0 1 0 0,-1-1 0 0 0,1 1-1 0 0,-1-1 1 0 0,1 0-1 0 0,0 0 1 0 0,0-1-1 0 0,0 1 1 0 0,0-1-1 0 0,0 0 1 0 0,0 0-1 0 0,7-1 1 0 0,-8 1 1 0 0,0-1 1 0 0,1 0-1 0 0,-1-1 1 0 0,0 1-1 0 0,1-1 0 0 0,-1 0 1 0 0,0 0-1 0 0,1 0 1 0 0,-1 0-1 0 0,0-1 0 0 0,0 1 1 0 0,0-1-1 0 0,0 0 0 0 0,-1-1 1 0 0,7-4-1 0 0,-4 2 18 0 0,0-1-1 0 0,0 0 0 0 0,0 0 0 0 0,-1-1 1 0 0,0 1-1 0 0,0-1 0 0 0,6-14 0 0 0,-3 3 34 0 0,0 0-1 0 0,-1-1 1 0 0,-1 0-1 0 0,-1 0 0 0 0,-1 0 1 0 0,2-25-1 0 0,6-118 263 0 0,-15 150-1192 0 0,1 9-1546 0 0</inkml:trace>
</inkml:ink>
</file>

<file path=ppt/ink/ink7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0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9 189 628 0 0,'0'0'813'0'0,"-8"4"5987"0"0,19 0-6655 0 0,1-1 1 0 0,0-1 0 0 0,-1 1 0 0 0,1-2-1 0 0,0 0 1 0 0,0 0 0 0 0,16-2 0 0 0,97-12 361 0 0,-76 6-327 0 0,104-9 213 0 0,-29 5-37 0 0,123-29 0 0 0,-236 37-323 0 0,0-1 0 0 0,-1 1-1 0 0,0-2 1 0 0,0 0 0 0 0,0 0 0 0 0,10-7-1 0 0,-19 12-28 0 0,0-1 0 0 0,0 0 0 0 0,0 1 0 0 0,-1-1 0 0 0,1 0-1 0 0,0 0 1 0 0,0 0 0 0 0,0 0 0 0 0,-1 0 0 0 0,1 1 0 0 0,0-1 0 0 0,-1 0-1 0 0,1-1 1 0 0,-1 1 0 0 0,1 0 0 0 0,-1 0 0 0 0,1 0 0 0 0,-1 0-1 0 0,0 0 1 0 0,0 0 0 0 0,1-1 0 0 0,-1 1 0 0 0,0 0 0 0 0,0 0 0 0 0,0 0-1 0 0,0 0 1 0 0,-1-1 0 0 0,1 1 0 0 0,0 0 0 0 0,0 0 0 0 0,-1 0-1 0 0,1 0 1 0 0,-1-2 0 0 0,-23-32 60 0 0,16 25-66 0 0,7 9-4 0 0,-1 3-62 0 0,0 1 69 0 0,0 0-1 0 0,1 0 1 0 0,-1-1 0 0 0,0 1-1 0 0,1 0 1 0 0,0 0 0 0 0,0 0 0 0 0,0 0-1 0 0,0 1 1 0 0,0-1 0 0 0,1 4-1 0 0,-2-2-5 0 0,-2 5-101 0 0,0 1 1 0 0,-1-1 0 0 0,0-1 0 0 0,-1 1-1 0 0,0-1 1 0 0,-1 0 0 0 0,1 0-1 0 0,-15 13 1 0 0,-1-3-2773 0 0,-49 33 0 0 0,70-52 2795 0 0,-30 22-2600 0 0</inkml:trace>
</inkml:ink>
</file>

<file path=ppt/ink/ink7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1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480 273 596 0 0,'4'-42'1230'0'0,"-1"29"-812"0"0,-2-1 0 0 0,0 1-1 0 0,0-1 1 0 0,-2 1 0 0 0,1-1-1 0 0,-2 1 1 0 0,0-1 0 0 0,-6-21-1 0 0,6 28-235 0 0,0 1 0 0 0,0 0 0 0 0,-1-1 0 0 0,0 1 0 0 0,-1 0 0 0 0,1 1 0 0 0,-1-1 0 0 0,0 1 0 0 0,-1-1 0 0 0,-4-4 0 0 0,5 8-129 0 0,1 0 0 0 0,0 0 0 0 0,0 0 0 0 0,-1 0 0 0 0,1 1 0 0 0,-1 0 0 0 0,1-1 0 0 0,-1 1-1 0 0,0 1 1 0 0,0-1 0 0 0,1 0 0 0 0,-1 1 0 0 0,0 0 0 0 0,0 0 0 0 0,1 0 0 0 0,-1 0 0 0 0,0 1-1 0 0,0-1 1 0 0,1 1 0 0 0,-5 1 0 0 0,-13 4 80 0 0,1 1 0 0 0,0 1 0 0 0,0 1 0 0 0,1 1 0 0 0,1 0 0 0 0,-1 1 0 0 0,2 2 0 0 0,-1-1 0 0 0,2 2 0 0 0,0 0-1 0 0,0 1 1 0 0,2 1 0 0 0,0 0 0 0 0,0 1 0 0 0,2 0 0 0 0,0 1 0 0 0,-11 22 0 0 0,15-20-67 0 0,0 0 0 0 0,1 0 0 0 0,1 0 1 0 0,1 1-1 0 0,0 0 0 0 0,2 0 0 0 0,1 0 0 0 0,0 1 0 0 0,1-1 1 0 0,2 0-1 0 0,0 1 0 0 0,1-1 0 0 0,6 23 0 0 0,-6-34-57 0 0,1 1-1 0 0,0 0 1 0 0,1-1 0 0 0,0 1-1 0 0,1-1 1 0 0,0 0-1 0 0,0-1 1 0 0,1 1 0 0 0,1-1-1 0 0,-1 0 1 0 0,2 0-1 0 0,-1-1 1 0 0,17 15 0 0 0,-13-16 11 0 0,0 0 0 0 0,0 0 0 0 0,1-1 0 0 0,0 0 0 0 0,0-1 0 0 0,0 0 0 0 0,1-1 1 0 0,0 0-1 0 0,-1-1 0 0 0,22 2 0 0 0,-7-3 8 0 0,0-2 0 0 0,0 0 0 0 0,1-2 0 0 0,-1-1 0 0 0,0-1 0 0 0,0-1 0 0 0,-1-2 0 0 0,0-1 0 0 0,0 0 0 0 0,43-22-1 0 0,-53 22-24 0 0,4-1 18 0 0,-2-1-1 0 0,26-18 0 0 0,-38 23-15 0 0,1 0-1 0 0,-1 0 1 0 0,0-1 0 0 0,-1 0 0 0 0,0 0 0 0 0,0-1-1 0 0,0 1 1 0 0,0-1 0 0 0,-1 0 0 0 0,5-12 0 0 0,-8 17-7 0 0,-1 8-39 0 0,0-4 41 0 0,1 0-1 0 0,-1-1 1 0 0,0 1 0 0 0,1 0 0 0 0,-1 0 0 0 0,1 0-1 0 0,0 0 1 0 0,-1-1 0 0 0,1 1 0 0 0,0 0-1 0 0,0-1 1 0 0,0 1 0 0 0,0-1 0 0 0,1 1 0 0 0,-1-1-1 0 0,0 1 1 0 0,1-1 0 0 0,-1 0 0 0 0,0 0 0 0 0,4 2-1 0 0,-1-1 3 0 0,0 0 0 0 0,-1-1 0 0 0,1 1 0 0 0,0-1 0 0 0,1 0 0 0 0,-1-1 0 0 0,0 1 0 0 0,0 0 0 0 0,0-1 0 0 0,0 0 0 0 0,6-1 0 0 0,-1 1 12 0 0,59-8-28 0 0,-65 8 32 0 0,1-1 0 0 0,-1 0 0 0 0,0 0 0 0 0,1-1-1 0 0,-1 1 1 0 0,0-1 0 0 0,0 1 0 0 0,0-1 0 0 0,0 0-1 0 0,0 0 1 0 0,0 0 0 0 0,0-1 0 0 0,-1 1-1 0 0,1-1 1 0 0,-1 1 0 0 0,3-5 0 0 0,-4 5 11 0 0,-1 0 1 0 0,1 0-1 0 0,-1 0 1 0 0,1 0-1 0 0,-1 0 1 0 0,0 0-1 0 0,0 0 1 0 0,0 0-1 0 0,0 0 1 0 0,0 0-1 0 0,0 0 1 0 0,-1 0-1 0 0,1 0 1 0 0,-1 0-1 0 0,1 0 1 0 0,-1 0 0 0 0,0 0-1 0 0,1 1 1 0 0,-1-1-1 0 0,0 0 1 0 0,0 0-1 0 0,-1 1 1 0 0,1-1-1 0 0,0 0 1 0 0,-1 1-1 0 0,1 0 1 0 0,0-1-1 0 0,-1 1 1 0 0,0 0-1 0 0,-2-2 1 0 0,-1-1-48 0 0,0 0-1 0 0,1 1 1 0 0,-2-1 0 0 0,1 1 0 0 0,0 1 0 0 0,-1-1 0 0 0,1 1 0 0 0,-1 0 0 0 0,-11-3 0 0 0,-13 8-2009 0 0,8 5-4650 0 0</inkml:trace>
</inkml:ink>
</file>

<file path=ppt/ink/ink7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2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54 752 0 0,'36'2'5175'0'0,"-32"-1"-4892"0"0,0 0 1 0 0,-1 0-1 0 0,1-1 1 0 0,0 1-1 0 0,0-1 0 0 0,0 0 1 0 0,0 0-1 0 0,0-1 0 0 0,0 1 1 0 0,0-1-1 0 0,3-1 1 0 0,123-46 1426 0 0,-123 46-1716 0 0,0 0 0 0 0,0 1 0 0 0,0 0-1 0 0,0 0 1 0 0,1 1 0 0 0,-1 0 0 0 0,0 0-1 0 0,0 0 1 0 0,1 1 0 0 0,-1 0 0 0 0,0 1-1 0 0,0 0 1 0 0,9 3 0 0 0,-8-2-893 0 0,0-1-1 0 0,1 0 1 0 0,0 0 0 0 0,-1-1-1 0 0,1 0 1 0 0,0-1 0 0 0,12-1-1 0 0</inkml:trace>
</inkml:ink>
</file>

<file path=ppt/ink/ink7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2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42 107 436 0 0,'-7'-24'2630'0'0,"2"-1"0"0"0,-4-33 1871 0 0,7 64-4215 0 0,-3 18-98 0 0,0 0 0 0 0,1 0 0 0 0,2 0 0 0 0,0 0 0 0 0,2 1 0 0 0,1-1 0 0 0,0 0 0 0 0,2 1 0 0 0,6 26-1 0 0,-5-36-145 0 0,0 0 0 0 0,0 0 0 0 0,1-1 0 0 0,1 0-1 0 0,0 0 1 0 0,1 0 0 0 0,1 0 0 0 0,0-1 0 0 0,1-1-1 0 0,0 1 1 0 0,1-1 0 0 0,1-1 0 0 0,-1 0 0 0 0,2 0-1 0 0,22 16 1 0 0,-27-23-33 0 0,1-1 0 0 0,-1 0 0 0 0,0 0 0 0 0,1 0 0 0 0,0-1 0 0 0,0 0 0 0 0,0 0 0 0 0,0-1 0 0 0,0 0 0 0 0,16-1 0 0 0,-19 0 51 0 0,0 0-1 0 0,0 0 0 0 0,1-1 0 0 0,-1 0 0 0 0,0 0 1 0 0,0 0-1 0 0,0-1 0 0 0,0 0 0 0 0,0 0 0 0 0,0 0 1 0 0,-1 0-1 0 0,1-1 0 0 0,-1 0 0 0 0,1 0 0 0 0,-1 0 1 0 0,0 0-1 0 0,6-7 0 0 0,-5 6-291 0 0,11-10 2718 0 0,-12 6-3730 0 0,-8-1-4241 0 0,-4 1 1806 0 0</inkml:trace>
</inkml:ink>
</file>

<file path=ppt/ink/ink7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3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1012 0 0,'8'-55'6050'0'0,"-3"39"-4971"0"0,1-7-1027 0 0,-14 9-4874 0 0</inkml:trace>
</inkml:ink>
</file>

<file path=ppt/ink/ink7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3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0 111 132 0 0,'10'-20'1841'0'0,"4"11"-1537"0"0,0 0 1 0 0,1 1-1 0 0,-1 0 1 0 0,1 1-1 0 0,1 1 1 0 0,-1 1-1 0 0,1 0 1 0 0,31-5-1 0 0,14 1-995 0 0,66-1-1 0 0,-77 8-706 0 0,-21 0 310 0 0</inkml:trace>
</inkml:ink>
</file>

<file path=ppt/ink/ink7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4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32 0 0,'0'0'6812'0'0,"9"-14"-6125"0"0,-5 13 2194 0 0,39 97-1949 0 0,-40-92-901 0 0,-1 1 0 0 0,1-2 0 0 0,1 1 1 0 0,-1 0-1 0 0,0-1 0 0 0,1 1 0 0 0,0-1 1 0 0,0 0-1 0 0,5 3 0 0 0,-1-1 1 0 0,-7-4 12 0 0,34-37 48 0 0,-33 29-82 0 0,0 1-1 0 0,1 0 1 0 0,0 0-1 0 0,0 0 1 0 0,0 0-1 0 0,6-6 0 0 0,-8 11-13 0 0,1-1 12 0 0,-2 1-11 0 0,0 0 0 0 0,1 1 0 0 0,-1-1 0 0 0,0 0 0 0 0,1 1 0 0 0,-1-1 0 0 0,1 1 0 0 0,-1-1 0 0 0,1 0 0 0 0,0 1 0 0 0,-1 0 0 0 0,1-1 0 0 0,0 1 0 0 0,-1-1 0 0 0,1 1 0 0 0,0 0 0 0 0,-1-1 0 0 0,1 1 0 0 0,0 0-1 0 0,0 0 1 0 0,-1-1 0 0 0,2 1 0 0 0,40-5-8 0 0,0-2 0 0 0,67-19 0 0 0,-103 23 24 0 0,11 0-35 0 0,-14 3 22 0 0,0 1 0 0 0,0 0 1 0 0,0-1-1 0 0,0 1 0 0 0,0 1 1 0 0,-1-1-1 0 0,1 0 0 0 0,0 1 1 0 0,-1-1-1 0 0,1 1 0 0 0,2 2 0 0 0,24 11 7 0 0,-20-13-2 0 0,0-1 0 0 0,0 0 0 0 0,0-1 0 0 0,0 0 0 0 0,0 0 0 0 0,1-1 0 0 0,-1 0 0 0 0,0-1 0 0 0,0 0-1 0 0,-1 0 1 0 0,1-1 0 0 0,13-5 0 0 0,-21 7 8 0 0,0 1-12 0 0,-1 0 0 0 0,1 0-1 0 0,-1 0 1 0 0,1 0 0 0 0,-1 0-1 0 0,1 0 1 0 0,-1 0 0 0 0,1 0 0 0 0,-1-1-1 0 0,0 1 1 0 0,1 0 0 0 0,-1 0 0 0 0,1 0-1 0 0,-1-1 1 0 0,1 1 0 0 0,-1 0 0 0 0,0-1-1 0 0,1 1 1 0 0,-1 0 0 0 0,0-1 0 0 0,1 1-1 0 0,-1 0 1 0 0,0-1 0 0 0,1 1-1 0 0,-1-1 1 0 0,0 1 0 0 0,0 0 0 0 0,1-1-1 0 0,-1 1 1 0 0,0-1 0 0 0,0 1 0 0 0,0-1-1 0 0,0 1 1 0 0,0-1 0 0 0,0 1 0 0 0,0-1-1 0 0,1 1 1 0 0,-1-1 0 0 0,-1 1 0 0 0,1-1-1 0 0,0 1 1 0 0,0-1 0 0 0,0 1-1 0 0,0-1 1 0 0,0 1 0 0 0,0 0 0 0 0,-1-1-1 0 0,1 1 1 0 0,0-1 0 0 0,0 1 0 0 0,0-1-1 0 0,-1 1 1 0 0,1-1 0 0 0,-1-1-2 0 0,0 1 1 0 0,0-1 0 0 0,0 0-1 0 0,0 1 1 0 0,0-1-1 0 0,0 1 1 0 0,0-1 0 0 0,0 1-1 0 0,-1 0 1 0 0,1-1-1 0 0,0 1 1 0 0,-1 0-1 0 0,-1-1 1 0 0,-32-7-1515 0 0,14 8-4968 0 0</inkml:trace>
</inkml:ink>
</file>

<file path=ppt/ink/ink7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4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1 109 680 0 0,'0'0'2524'0'0,"12"-3"-131"0"0,31 58-119 0 0,-42-54-2205 0 0,41 7 366 0 0,-35-8-414 0 0,0 0 1 0 0,0 0-1 0 0,0 0 1 0 0,-1 1-1 0 0,1 0 1 0 0,8 2-1 0 0,-14-2-15 0 0,47-3 55 0 0,14-9-75 0 0,-60 10 60 0 0,12-10 834 0 0,-13 10-881 0 0,4-10-1 0 0,-1 0 0 0 0,0 0 1 0 0,4-16-1 0 0,-8 27 0 0 0,1-4 4 0 0,0 1 21 0 0,1 1 0 0 0,-1-1 0 0 0,0 0 1 0 0,0 0-1 0 0,0 0 0 0 0,-1 0 1 0 0,1 0-1 0 0,-1 1 0 0 0,0-1 1 0 0,1 0-1 0 0,-1 0 0 0 0,-1-6 0 0 0,0-6 88 0 0,1 13-34 0 0,-8-14 255 0 0,8 15-316 0 0,0 1 0 0 0,0 0 0 0 0,0-1 0 0 0,0 1 0 0 0,0-1 0 0 0,0 1 0 0 0,-1 0 0 0 0,1-1 0 0 0,0 1 0 0 0,0 0 0 0 0,0-1 0 0 0,0 1 0 0 0,0 0 0 0 0,-1-1 0 0 0,1 1 0 0 0,0 0 0 0 0,0-1 0 0 0,-1 1 0 0 0,1 0 0 0 0,0-1 0 0 0,0 1 0 0 0,-1 0 0 0 0,1 0 0 0 0,0 0 0 0 0,-1-1 0 0 0,1 1 0 0 0,0 0 0 0 0,-1 0 0 0 0,1 0 0 0 0,0 0 0 0 0,-1-1 0 0 0,1 1 0 0 0,0 0 0 0 0,-1 0 0 0 0,1 0 0 0 0,-1 0 0 0 0,1 0 0 0 0,0 0 0 0 0,-1 0 0 0 0,1 0 0 0 0,-1 0 0 0 0,2 16 55 0 0,0 0 0 0 0,2-1 0 0 0,-1 1 0 0 0,2-1 0 0 0,0 0 0 0 0,1 0 0 0 0,10 20 0 0 0,0 8 48 0 0,-14-40-105 0 0,0-1-1 0 0,0 1 1 0 0,-1 0-1 0 0,0-1 1 0 0,1 1-1 0 0,-1 0 1 0 0,0 0 0 0 0,0-1-1 0 0,0 1 1 0 0,0 0-1 0 0,-1-1 1 0 0,1 1-1 0 0,-1 0 1 0 0,0-1-1 0 0,0 1 1 0 0,0-1-1 0 0,0 1 1 0 0,0-1 0 0 0,0 1-1 0 0,-1-1 1 0 0,1 0-1 0 0,-1 1 1 0 0,1-1-1 0 0,-1 0 1 0 0,-3 2-1 0 0,-27 16-1495 0 0,-7-13-4231 0 0,27-7 2995 0 0</inkml:trace>
</inkml:ink>
</file>

<file path=ppt/ink/ink7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37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12 132 0 0,'0'0'2477'0'0,"-2"-12"-4231"0"0</inkml:trace>
</inkml:ink>
</file>

<file path=ppt/ink/ink7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16:52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82 287 448,'0'0'7652,"-10"11"-7039,-3 40 1,1 0 0,-7 85-1,-4 20-45,19-112-261,4-42-203,0-8-77,31-442 84,-28 421-118,2 1 1,1-1-1,0 1 1,19-45-1,-22 64 2,1 0 1,-1 1 0,1-1-1,1 1 1,-1 0-1,1 0 1,0 1 0,0-1-1,1 1 1,-1 0-1,1 1 1,0-1 0,1 1-1,-1 0 1,1 1-1,-1-1 1,1 1 0,0 1-1,0-1 1,1 1-1,13-2 1,-18 3 3,-1 1 0,0-1-1,1 1 1,-1 0 0,0-1-1,1 1 1,-1 0 0,0 1 0,1-1-1,-1 0 1,0 0 0,1 1-1,-1 0 1,0-1 0,0 1 0,0 0-1,1 0 1,-1 0 0,0 0 0,0 1-1,0-1 1,-1 0 0,1 1-1,0 0 1,0-1 0,-1 1 0,1 0-1,-1 0 1,0 0 0,1 0 0,-1 0-1,0 0 1,1 2 0,-1 4 6,0 0 0,-1 0 1,0-1-1,0 1 1,-1 0-1,1-1 0,-2 1 1,-3 12-1,3-14-4,0-1 0,1 1 1,0 0-1,0-1 0,0 1 0,1 0 0,-1 0 0,1 0 1,1-1-1,-1 1 0,1 0 0,0 0 0,0-1 0,1 1 1,-1-1-1,1 1 0,4 7 0,7 3-2,0-1 1,30 27-1,-29-31 6,-1 2 1,0 0-1,-1 1 1,0 0-1,15 25 1,-25-35-4,0 0 0,0 0-1,-1 1 1,1-1 0,-1 1 0,0 0 0,0-1 0,0 1-1,-1 0 1,0-1 0,0 1 0,0 0 0,0 0 0,-1-1 0,0 1-1,0 0 1,0-1 0,-1 1 0,1-1 0,-1 1 0,0-1-1,0 0 1,-1 0 0,1 0 0,-1 0 0,-4 5 0,-3 3 3,-1-1 1,0 1-1,-1-2 1,-1 1-1,1-2 0,-1 0 1,-1 0-1,0-1 1,0-1-1,-28 10 1,41-16-113,-1-1 0,1 1 0,0-1 0,-1 1 0,1-1 0,0 0 0,-1 0 0,1 0 0,-1 1 0,1-1 0,0 0 0,-1-1 0,1 1 0,-1 0 0,1 0 0,0-1-1,-1 1 1,1 0 0,0-1 0,-1 0 0,-1 0 0,2 0-73,0 0-1,1 0 1,-1 1-1,1-1 0,-1 0 1,1 0-1,-1 0 0,1 1 1,0-1-1,-1 0 0,1 0 1,0 0-1,-1 0 1,1 0-1,0 0 0,0 0 1,0 0-1,0 0 0,0 0 1,0 0-1,0 0 1,0 1-1,1-1 0,-1 0 1,0 0-1,0 0 0,2-2 1,6-10-2236</inkml:trace>
</inkml:ink>
</file>

<file path=ppt/ink/ink7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16:53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136 118 220,'-1'-17'4561,"-7"12"-1532,-22 19-1051,23-9-2224,-6 2 563,1 1 0,1 0 0,-1 1 0,1 0 0,-13 16 0,23-25-307,1 0 1,-1 1 0,1-1-1,0 0 1,-1 1 0,1-1-1,-1 0 1,1 1 0,0-1-1,-1 1 1,1-1-1,0 1 1,0-1 0,-1 0-1,1 1 1,0-1 0,0 1-1,0-1 1,0 1 0,0 0-1,-1-1 1,1 1 0,0-1-1,0 1 1,0-1-1,0 1 1,1-1 0,-1 1-1,0-1 1,0 1 0,0-1-1,0 1 1,0-1 0,1 1-1,-1-1 1,0 1 0,1-1-1,-1 1 1,0-1 0,0 0-1,1 1 1,-1-1-1,1 1 1,-1-1 0,0 0-1,1 1 1,-1-1 0,1 0-1,-1 0 1,1 1 0,-1-1-1,1 0 1,-1 0 0,1 0-1,-1 0 1,1 0-1,-1 0 1,1 1 0,-1-1-1,1 0 1,-1 0 0,1-1-1,0 1 1,-1 0 0,2 0-1,54-6 19,-21 2-16,106 22-231,-123-18 72,0-1-1,0 0 0,0-1 1,0-1-1,0 0 0,-1-2 0,22-8 1,-28 10 86,0-2 0,-1 0 1,1 0-1,-1-1 1,-1 0-1,1 0 0,-1-1 1,0-1-1,-1 1 0,1-1 1,-2-1-1,11-13 1,-16 18 45,1-1 1,-1 1-1,0-1 0,0 0 1,-1 0-1,1 0 1,-1 0-1,1-8 1,-2 12 19,0 0 1,0-1 0,0 1-1,0 0 1,0 0 0,0-1-1,0 1 1,0 0 0,-1 0 0,1-1-1,0 1 1,-1 0 0,1 0-1,-1 0 1,0 0 0,1-1-1,-1 1 1,0 0 0,0 0-1,1 0 1,-1 0 0,0 1-1,0-1 1,0 0 0,0 0-1,0 0 1,0 1 0,0-1-1,-1 1 1,1-1 0,0 1-1,0-1 1,0 1 0,-1 0 0,1-1-1,0 1 1,0 0 0,-1 0-1,1 0 1,0 0 0,-2 0-1,0 0 4,1 0 0,-1-1 1,1 1-1,-1 1 0,0-1 0,1 0 0,-1 1 0,1-1 0,-1 1 0,1-1 0,-1 1 0,1 0 1,-1 0-1,1 1 0,0-1 0,0 0 0,0 1 0,-1-1 0,1 1 0,1 0 0,-1 0 0,0 0 1,0 0-1,1 0 0,-1 0 0,-1 3 0,2-3 2,1-2-12,0 1 1,0-1-1,0 0 1,-1 1-1,1-1 1,0 1-1,0-1 0,0 0 1,0 1-1,0-1 1,0 1-1,0-1 1,0 1-1,0-1 0,0 0 1,0 1-1,0-1 1,0 1-1,0-1 1,0 1-1,0-1 0,0 0 1,1 1-1,-1-1 1,0 1-1,0-1 1,0 0-1,1 1 0,-1-1 1,0 0-1,1 1 1,-1-1-1,0 0 1,1 1-1,-1-1 0,0 0 1,1 1-1,14 16-6,-11-15-28,0 0 0,0 0 0,0-1 0,0 1 0,0-1 0,0 0 0,1 0 0,-1 0 1,0-1-1,6 1 0,18 3-81,-26-4 112,1 28 75,8 18 385,22 60 1,-20-69-309,-2 1 0,13 71 0,-21-67-89,-2-1-1,-2 1 0,-1 0 1,-3-1-1,-1 0 0,-2 0 1,-1 0-1,-3-1 0,-1 0 1,-2-1-1,-25 45 0,37-78-37,0 0 0,0-1 0,-1 1 0,0-1 0,0 0 0,0 0 0,-1 0 0,1-1 0,-1 0 0,0 0 0,-1 0 0,-10 6 0,13-9-14,1 0 0,-1 0-1,0-1 1,0 1 0,0-1-1,0 1 1,0-1 0,0 0-1,0 0 1,0 0 0,0-1-1,0 1 1,0-1 0,0 1-1,0-1 1,0 0 0,0 0-1,1-1 1,-1 1 0,0 0-1,1-1 1,-1 0 0,1 1-1,-1-1 1,1 0 0,0 0-1,0-1 1,0 1-1,0 0 1,-2-4 0,-4-6-1,0 0-1,1 0 1,1 0 0,0-1 0,0 0 0,1 0 0,1 0-1,0-1 1,1 1 0,1-1 0,0 0 0,1 0 0,0-15-1,1 2-9,1 1 0,2-1 0,1 0 0,1 1 0,15-47 0,-15 59-78,1 0 0,0 1-1,1-1 1,1 2 0,0-1 0,1 1-1,0 0 1,1 1 0,0 0 0,13-10-1,-5 6-1084,2 0 0,0 1 0,1 2 0,0 0 0,29-12 0,-12 10-1559</inkml:trace>
</inkml:ink>
</file>

<file path=ppt/ink/ink7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53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194 118 368 0 0,'-4'-7'749'0'0,"-4"-5"1175"0"0,-8 3 222 0 0,-2 7-735 0 0,-10 11-290 0 0,-16 22-455 0 0,30-18-312 0 0,6-6 43 0 0,1 2-209 0 0,-1 1 0 0 0,1-1 0 0 0,0 1 0 0 0,-7 15-1 0 0,13-23-160 0 0,-1 0-1 0 0,1 0 1 0 0,0 0 0 0 0,0 0-1 0 0,0 0 1 0 0,1 0-1 0 0,-1 0 1 0 0,0 0-1 0 0,1 0 1 0 0,-1 0-1 0 0,1 0 1 0 0,0 1 0 0 0,0-1-1 0 0,0 0 1 0 0,0 0-1 0 0,0 0 1 0 0,0 0-1 0 0,1 1 1 0 0,-1-1-1 0 0,1 0 1 0 0,-1 0-1 0 0,1 0 1 0 0,0 0 0 0 0,0 0-1 0 0,0 0 1 0 0,0 0-1 0 0,0 0 1 0 0,0 0-1 0 0,0-1 1 0 0,1 1-1 0 0,2 2 1 0 0,-2-3-13 0 0,1 1-1 0 0,0-1 1 0 0,0 0 0 0 0,-1 0-1 0 0,1-1 1 0 0,0 1 0 0 0,0-1-1 0 0,0 1 1 0 0,0-1 0 0 0,0 0-1 0 0,0 0 1 0 0,0 0 0 0 0,0-1-1 0 0,0 1 1 0 0,0-1-1 0 0,3-1 1 0 0,48-17 55 0 0,-28 4-58 0 0,-1 0 0 0 0,0-3 0 0 0,-1 0 0 0 0,-1-1 0 0 0,-1-1 0 0 0,-1-1 0 0 0,20-25 0 0 0,-6 9-8 0 0,-19 15 7 0 0,-14 18-15 0 0,0 1 0 0 0,0 0 1 0 0,1 0-1 0 0,-1 0 1 0 0,0 0-1 0 0,1 1 0 0 0,0-1 1 0 0,0 1-1 0 0,4-4 0 0 0,-5 7 4 0 0,-1 0 0 0 0,1 1 0 0 0,-1-1 0 0 0,0 1 0 0 0,1-1 0 0 0,-1 1 0 0 0,0-1 0 0 0,0 1 0 0 0,0 0 0 0 0,0-1 0 0 0,1 4 0 0 0,1 3 2 0 0,-1 1 1 0 0,0-1-1 0 0,-1 1 1 0 0,1 0 0 0 0,-2 0-1 0 0,1 0 1 0 0,-1 0-1 0 0,-2 15 1 0 0,1-1 0 0 0,-2 80 34 0 0,-4 0-1 0 0,-5 0 0 0 0,-37 151 1 0 0,39-214-18 0 0,1-4 11 0 0,-2 0 1 0 0,-18 43-1 0 0,28-77-16 0 0,0 0-1 0 0,0 1 1 0 0,-1-1 0 0 0,1 0 0 0 0,0 0 0 0 0,-1 0-1 0 0,1 0 1 0 0,-1 0 0 0 0,1-1 0 0 0,-1 1 0 0 0,0 0-1 0 0,0-1 1 0 0,0 1 0 0 0,0-1 0 0 0,-4 2 0 0 0,5-3-3 0 0,0 1 0 0 0,-1-1 1 0 0,1 0-1 0 0,0 0 1 0 0,-1 0-1 0 0,1 0 1 0 0,0 0-1 0 0,-1 0 1 0 0,1 0-1 0 0,0 0 0 0 0,-1 0 1 0 0,1-1-1 0 0,0 1 1 0 0,-1-1-1 0 0,1 1 1 0 0,0-1-1 0 0,0 1 1 0 0,-1-1-1 0 0,1 0 0 0 0,-1-1 1 0 0,-3-1 3 0 0,2-1 1 0 0,-1 0-1 0 0,0 0 1 0 0,1 0-1 0 0,0 0 1 0 0,0-1-1 0 0,0 0 1 0 0,1 1-1 0 0,-1-1 1 0 0,1 0-1 0 0,0 0 1 0 0,-2-7-1 0 0,0-7-32 0 0,1 0 1 0 0,0 1-1 0 0,2-1 0 0 0,0 0 0 0 0,1 0 0 0 0,1 0 0 0 0,0 0 0 0 0,2 0 0 0 0,0 1 0 0 0,1-1 0 0 0,1 1 0 0 0,0 0 0 0 0,2 0 0 0 0,0 1 0 0 0,19-33 0 0 0,-17 34-513 0 0,2 0 0 0 0,0 1 0 0 0,1 0 0 0 0,1 1 0 0 0,0 0 0 0 0,1 1 0 0 0,0 0 0 0 0,1 2 0 0 0,30-19 0 0 0,-19 15-1947 0 0,-1 2 189 0 0</inkml:trace>
</inkml:ink>
</file>

<file path=ppt/ink/ink7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16:54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31 192,'6'-30'5197,"-16"44"-966,-10 22-3885,6-17-14,2 1-1,0 1 1,1 0-1,1 0 1,1 1 0,-12 43-1,21-63-311,-1 0 0,1 0 0,-1-1 0,1 1 0,0 0 0,0 0 1,-1-1-1,1 1 0,1 0 0,-1 0 0,0 0 0,0-1 0,1 1 0,-1 0 0,1 0 0,-1-1 0,1 1 0,0 0 0,0-1 0,0 1 0,0-1 0,0 1 0,0-1 0,0 0 0,0 1 1,2 1-1,-1-2-9,1 0 1,-1-1 0,0 1-1,0 0 1,1-1 0,-1 0 0,0 1-1,1-1 1,-1 0 0,0 0-1,1 0 1,-1 0 0,0-1 0,1 1-1,-1-1 1,0 1 0,1-1-1,-1 0 1,0 0 0,2-1 0,127-48 106,-126 50-116,0 0-1,0 0 1,0 0 0,0 1-1,-1-1 1,1 1-1,0 1 1,0-1-1,-1 1 1,1-1 0,-1 1-1,8 5 1,18 5 7,-19-9-6,1-1 0,-1-1 0,0 0-1,1 0 1,-1-1 0,1-1 0,-1 0 0,0 0 0,1-1-1,-1-1 1,19-6 0,-26 7-1,0 0 1,0 0 0,0 0-1,0 0 1,-1-1-1,1 1 1,-1-1-1,1 0 1,-1 0-1,0 0 1,0-1-1,-1 1 1,1-1-1,-1 1 1,1-1 0,-1 0-1,0 0 1,-1 0-1,1 0 1,-1 0-1,1-1 1,-1 1-1,-1 0 1,1 0-1,0-1 1,-1 1-1,0-1 1,0 1 0,-1 0-1,1-1 1,-1 1-1,0-1 1,-1-4-1,1 5-53,0-3-34,0 0 0,0 1 0,-1-1 1,0 0-1,0 1 0,-1 0 0,0-1 1,0 1-1,0 0 0,-1 0 0,1 1 1,-2-1-1,-7-9 0,10 15-593</inkml:trace>
</inkml:ink>
</file>

<file path=ppt/ink/ink7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54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63 8481 0 0,'0'0'439'0'0,"-4"-4"-318"0"0,4 3-122 0 0,-26-18 239 0 0,26 18-232 0 0,-1 1 1 0 0,0-1 0 0 0,1 1-1 0 0,-1 0 1 0 0,0 0-1 0 0,1-1 1 0 0,-1 1 0 0 0,0 0-1 0 0,0 0 1 0 0,1 0-1 0 0,-1 0 1 0 0,0-1 0 0 0,0 1-1 0 0,0 0 1 0 0,1 1-1 0 0,-1-1 1 0 0,0 0 0 0 0,0 0-1 0 0,1 0 1 0 0,-1 0-1 0 0,0 1 1 0 0,1-1 0 0 0,-1 0-1 0 0,0 0 1 0 0,0 1-1 0 0,1-1 1 0 0,-1 1 0 0 0,1-1-1 0 0,-1 1 1 0 0,0-1-1 0 0,1 1 1 0 0,-1-1 0 0 0,1 1-1 0 0,-1-1 1 0 0,1 1-1 0 0,-1 0 1 0 0,1-1 0 0 0,0 1-1 0 0,-1 0 1 0 0,1-1-1 0 0,0 1 1 0 0,0 0 0 0 0,-1-1-1 0 0,1 1 1 0 0,0 0-1 0 0,0 0 1 0 0,0-1 0 0 0,0 1-1 0 0,0 0 1 0 0,0 0-1 0 0,0-1 1 0 0,0 3 0 0 0,0 2 15 0 0,0 0 0 0 0,0 0 0 0 0,1 0 1 0 0,-1 1-1 0 0,1-1 0 0 0,0 0 1 0 0,1 0-1 0 0,-1 0 0 0 0,5 10 0 0 0,-5-13-1 0 0,0 0-1 0 0,0 0 0 0 0,0 1 1 0 0,1-1-1 0 0,-1 0 1 0 0,0 0-1 0 0,1 0 0 0 0,0 0 1 0 0,-1 0-1 0 0,1-1 0 0 0,0 1 1 0 0,0 0-1 0 0,0-1 0 0 0,0 0 1 0 0,0 1-1 0 0,0-1 0 0 0,0 0 1 0 0,1 0-1 0 0,-1 0 1 0 0,0 0-1 0 0,1 0 0 0 0,-1-1 1 0 0,5 2-1 0 0,-6-2 10 0 0,0 0 0 0 0,0 0 1 0 0,1 0-1 0 0,-1-1 0 0 0,0 1 0 0 0,0 0 1 0 0,0 0-1 0 0,0 0 0 0 0,0-1 0 0 0,0 1 1 0 0,0-1-1 0 0,0 1 0 0 0,0-1 0 0 0,0 1 1 0 0,0-1-1 0 0,0 1 0 0 0,0-1 0 0 0,0 0 1 0 0,0 0-1 0 0,-1 1 0 0 0,1-1 0 0 0,0 0 1 0 0,-1 0-1 0 0,1 0 0 0 0,1-2 0 0 0,-1 1 26 0 0,-1-1-1 0 0,1 1 0 0 0,0-1 1 0 0,-1 0-1 0 0,0 1 0 0 0,1-1 1 0 0,-1 0-1 0 0,0 1 0 0 0,-1-1 1 0 0,1-4-1 0 0,-12-36 459 0 0,4 23-292 0 0,5 15-366 0 0,1 0 0 0 0,-1 0 1 0 0,-1 1-1 0 0,1-1 0 0 0,0 1 1 0 0,-1 0-1 0 0,-8-8 0 0 0,10 12-515 0 0</inkml:trace>
</inkml:ink>
</file>

<file path=ppt/ink/ink7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55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0 536 0 0,'27'37'2452'0'0,"-23"-25"-1959"0"0,-1 0 0 0 0,0 1 0 0 0,-1-1 1 0 0,0 1-1 0 0,0 26 2256 0 0,0-44-2595 0 0,1-4-109 0 0,0 0-1 0 0,1 1 0 0 0,0-1 0 0 0,0 1 0 0 0,1 0 0 0 0,0 0 0 0 0,0 0 1 0 0,1 1-1 0 0,10-10 0 0 0,-12 13-510 0 0,1 0 1 0 0,-1 1 0 0 0,1-1-1 0 0,0 1 1 0 0,0 0-1 0 0,0 1 1 0 0,1-1-1 0 0,-1 1 1 0 0,0 0-1 0 0,1 0 1 0 0,6-1 0 0 0,1 1-1345 0 0</inkml:trace>
</inkml:ink>
</file>

<file path=ppt/ink/ink7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55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29 451 240 0 0,'-2'2'698'0'0,"-5"8"303"0"0,-11 14 1048 0 0,16-5-1110 0 0,5-4-380 0 0,-3-14-530 0 0,0 0 1 0 0,1 0 0 0 0,-1-1-1 0 0,0 1 1 0 0,1 0 0 0 0,-1 0-1 0 0,1-1 1 0 0,-1 1-1 0 0,1 0 1 0 0,-1-1 0 0 0,1 1-1 0 0,-1 0 1 0 0,1-1 0 0 0,0 1-1 0 0,-1-1 1 0 0,1 1 0 0 0,0-1-1 0 0,-1 1 1 0 0,1-1 0 0 0,0 0-1 0 0,0 1 1 0 0,1 0 0 0 0,17-5 290 0 0,9-11-168 0 0,10-15 12 0 0,-5-8-60 0 0,9-29-29 0 0,-31 44-64 0 0,-1-1 0 0 0,-1-1 0 0 0,6-27 0 0 0,-1-29 67 0 0,-11 45 612 0 0,-2-1 0 0 0,-5-58 1 0 0,4 93-351 0 0,0 2-333 0 0,0 0 1 0 0,0-1 0 0 0,0 1-1 0 0,0 0 1 0 0,0 0 0 0 0,0 0-1 0 0,0-1 1 0 0,0 1 0 0 0,0 0-1 0 0,0 0 1 0 0,0-1 0 0 0,0 1-1 0 0,0 0 1 0 0,0 0 0 0 0,0-1-1 0 0,0 1 1 0 0,0 0 0 0 0,0 0-1 0 0,0 0 1 0 0,0-1 0 0 0,-1 1-1 0 0,1 0 1 0 0,0 0 0 0 0,0 0-1 0 0,0 0 1 0 0,0-1 0 0 0,0 1 0 0 0,-1 0-1 0 0,1 0 1 0 0,0 0 0 0 0,0 0-1 0 0,0 0 1 0 0,-1-1 0 0 0,1 1-1 0 0,0 0 1 0 0,0 0 0 0 0,-1 0-1 0 0,1 0 1 0 0,0 0 0 0 0,0 0-1 0 0,0 0 1 0 0,-1 0 0 0 0,1 0-1 0 0,0 0 1 0 0,0 0 0 0 0,-1 0-1 0 0,1 0 1 0 0,0 0 0 0 0,0 0-1 0 0,-1 0 1 0 0,1 0 0 0 0,0 0-1 0 0,0 1 1 0 0,0-1 0 0 0,-1 0 0 0 0,1 0-1 0 0,0 0 1 0 0,-7 8 28 0 0,1 1 0 0 0,0-1 1 0 0,0 1-1 0 0,-4 12 0 0 0,1-2 9 0 0,2 1 1 0 0,0-1 0 0 0,-5 30-1 0 0,7-20 13 0 0,-4 57-1 0 0,11-15 6 0 0,-2-66-61 0 0,1-1 1 0 0,-1 1-1 0 0,1 0 1 0 0,1 0-1 0 0,-1-1 1 0 0,0 1-1 0 0,1-1 1 0 0,0 1-1 0 0,0-1 1 0 0,1 0-1 0 0,-1 0 1 0 0,1 0-1 0 0,0 0 1 0 0,3 4-1 0 0,-3-6 0 0 0,0 1-1 0 0,0-1 1 0 0,1 0-1 0 0,-1 0 0 0 0,0 0 1 0 0,1-1-1 0 0,-1 1 1 0 0,1-1-1 0 0,-1 0 0 0 0,1 0 1 0 0,-1 0-1 0 0,1 0 1 0 0,0-1-1 0 0,0 0 0 0 0,-1 1 1 0 0,1-1-1 0 0,0-1 1 0 0,0 1-1 0 0,-1 0 0 0 0,1-1 1 0 0,5-1-1 0 0,69-20 51 0 0,-57 14-5 0 0,1 2 1 0 0,-1 0 0 0 0,1 1-1 0 0,0 2 1 0 0,39-3 0 0 0,-55 7-40 0 0,0-1 1 0 0,0 1 0 0 0,-1 0-1 0 0,1 0 1 0 0,-1 1 0 0 0,1-1 0 0 0,-1 1-1 0 0,0 0 1 0 0,0 1 0 0 0,0-1-1 0 0,0 1 1 0 0,0 0 0 0 0,0 1-1 0 0,-1-1 1 0 0,1 1 0 0 0,-1 0-1 0 0,0 0 1 0 0,0 0 0 0 0,0 0 0 0 0,-1 1-1 0 0,0 0 1 0 0,0-1 0 0 0,0 1-1 0 0,0 0 1 0 0,-1 1 0 0 0,0-1-1 0 0,3 9 1 0 0,-3-8 64 0 0,0 0 1 0 0,-1 0-1 0 0,0 0 0 0 0,0 0 1 0 0,-1 1-1 0 0,1-1 0 0 0,-1 0 1 0 0,-1 0-1 0 0,1 0 0 0 0,-1 0 1 0 0,0 1-1 0 0,0-1 1 0 0,-1 0-1 0 0,0-1 0 0 0,0 1 1 0 0,0 0-1 0 0,-1 0 0 0 0,0-1 1 0 0,0 1-1 0 0,0-1 0 0 0,-1 0 1 0 0,1 0-1 0 0,-1-1 0 0 0,-8 9 1 0 0,8-10-640 0 0,0 0 0 0 0,0 0 1 0 0,0-1-1 0 0,0 1 0 0 0,-1-1 1 0 0,1 0-1 0 0,0 0 0 0 0,-1 0 1 0 0,0-1-1 0 0,1 1 0 0 0,-1-1 1 0 0,-5 0-1 0 0</inkml:trace>
</inkml:ink>
</file>

<file path=ppt/ink/ink7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6:56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11913 0 0,'4'1'41'0'0,"1"0"110"0"0,0-1 22 0 0,0 0-87 0 0,-3 0 62 0 0,25-10 300 0 0,-27 10-523 0 0,0 0-1 0 0,1-1 1 0 0,-1 1 0 0 0,0-1-1 0 0,0 1 1 0 0,0 0 0 0 0,0-1-1 0 0,1 1 1 0 0,-1-1 0 0 0,0 1-1 0 0,0-1 1 0 0,0 1 0 0 0,0 0-1 0 0,0-1 1 0 0,0 1 0 0 0,0-1-1 0 0,0 1 1 0 0,0-1 0 0 0,0 1-1 0 0,-1 0 1 0 0,1-1 0 0 0,0 1-1 0 0,0-1 1 0 0,0 1 0 0 0,0 0-1 0 0,-1-1 1 0 0,1 1 0 0 0,0-1-1 0 0,0 1 1 0 0,-1 0 0 0 0,1-1-1 0 0,-16-6-5027 0 0,-1 4 2041 0 0</inkml:trace>
</inkml:ink>
</file>

<file path=ppt/ink/ink7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04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213 195 308 0 0,'15'-46'8505'0'0,"-11"16"-6485"0"0,-1-15 653 0 0,-4 43-2440 0 0,0-12 362 0 0,2 12-532 0 0,-1 0 0 0 0,0 0 0 0 0,0 0 0 0 0,0 0-1 0 0,0 0 1 0 0,0 0 0 0 0,0 0 0 0 0,0 0 0 0 0,0 0 0 0 0,-1 0-1 0 0,1 0 1 0 0,-1 0 0 0 0,0 0 0 0 0,0 0 0 0 0,1 0 0 0 0,-1 0-1 0 0,0 1 1 0 0,-2-3 0 0 0,-10-5 124 0 0,11 8-182 0 0,1 0 1 0 0,0 0-1 0 0,0 0 1 0 0,0 1-1 0 0,-1-1 0 0 0,1 0 1 0 0,-1 0-1 0 0,1 1 0 0 0,0-1 1 0 0,-1 1-1 0 0,1-1 1 0 0,-1 1-1 0 0,1 0 0 0 0,-1 0 1 0 0,1 0-1 0 0,-1-1 1 0 0,0 1-1 0 0,1 1 0 0 0,-1-1 1 0 0,1 0-1 0 0,-1 0 1 0 0,1 1-1 0 0,-1-1 0 0 0,1 0 1 0 0,0 1-1 0 0,-1 0 1 0 0,1-1-1 0 0,-1 1 0 0 0,-1 1 1 0 0,-8 5-3 0 0,0-1 0 0 0,0 2 0 0 0,1-1 1 0 0,0 1-1 0 0,0 1 0 0 0,1 0 0 0 0,1 0 1 0 0,-1 1-1 0 0,1 0 0 0 0,1 1 0 0 0,-7 11 0 0 0,-9 22 155 0 0,22-42-158 0 0,-10 29-69 0 0,9-24 68 0 0,-1-1-1 0 0,1 1 1 0 0,0-1 0 0 0,1 1-1 0 0,-1 0 1 0 0,1 0 0 0 0,1 0-1 0 0,-1 11 1 0 0,1-16-2 0 0,2 33-33 0 0,-2-34 26 0 0,1 2-8 0 0,-1-3 23 0 0,0 1 0 0 0,0-1-1 0 0,0 1 1 0 0,0 0 0 0 0,0-1 0 0 0,1 1 0 0 0,-1-1 0 0 0,0 1-1 0 0,0-1 1 0 0,0 1 0 0 0,1-1 0 0 0,-1 1 0 0 0,0-1 0 0 0,1 1 0 0 0,-1-1-1 0 0,0 0 1 0 0,1 1 0 0 0,-1-1 0 0 0,0 1 0 0 0,1-1 0 0 0,-1 0 0 0 0,1 1-1 0 0,-1-1 1 0 0,1 0 0 0 0,-1 0 0 0 0,1 1 0 0 0,-1-1 0 0 0,1 0 0 0 0,-1 0-1 0 0,1 0 1 0 0,-1 0 0 0 0,1 1 0 0 0,-1-1 0 0 0,1 0 0 0 0,0 0-1 0 0,12-10 7 0 0,0 0 0 0 0,0 0-1 0 0,-1-1 1 0 0,0-1 0 0 0,-1 0-1 0 0,11-15 1 0 0,72-86-65 0 0,-93 112 53 0 0,24-30-17 0 0,-23 27 636 0 0</inkml:trace>
</inkml:ink>
</file>

<file path=ppt/ink/ink7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04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3 167 360 0 0,'0'1'101'0'0,"0"-1"0"0"0,0 0 0 0 0,-1 0 0 0 0,1 1 0 0 0,0-1 0 0 0,0 0-1 0 0,0 0 1 0 0,-1 1 0 0 0,1-1 0 0 0,0 0 0 0 0,0 1 0 0 0,0-1 0 0 0,0 0 0 0 0,0 0 0 0 0,0 1 0 0 0,0-1 0 0 0,0 0 0 0 0,-1 1 0 0 0,1-1-1 0 0,0 0 1 0 0,0 1 0 0 0,0-1 0 0 0,1 0 0 0 0,-1 1 0 0 0,0-1 0 0 0,0 0 0 0 0,0 1 0 0 0,0-1 0 0 0,0 0 0 0 0,0 1 0 0 0,0-1 0 0 0,0 0-1 0 0,1 0 1 0 0,-1 1 0 0 0,0-1 0 0 0,0 0 0 0 0,0 0 0 0 0,1 1 0 0 0,-1-1 0 0 0,0 0 0 0 0,0 0 0 0 0,1 0 0 0 0,-1 1 0 0 0,0-1 0 0 0,1 0-1 0 0,-1 0 1 0 0,1 0 0 0 0,21 3 1562 0 0,21-10-904 0 0,-25 2-470 0 0,-1 0 0 0 0,0-2 0 0 0,0 0 0 0 0,28-18 0 0 0,-39 22-192 0 0,-1-1 0 0 0,0 0 0 0 0,0 0 0 0 0,0 0 0 0 0,0 0-1 0 0,-1-1 1 0 0,1 0 0 0 0,-1 0 0 0 0,-1 0 0 0 0,1-1 0 0 0,-1 1-1 0 0,0-1 1 0 0,0 0 0 0 0,0 0 0 0 0,-1 0 0 0 0,2-8 0 0 0,-3 12 35 0 0,-1 1-118 0 0,0 1 0 0 0,0-1 0 0 0,0 0 0 0 0,1 0 0 0 0,-1 0 0 0 0,0 1 0 0 0,0-1-1 0 0,0 0 1 0 0,0 0 0 0 0,0 1 0 0 0,-1-1 0 0 0,1 0 0 0 0,0 0 0 0 0,0 0 0 0 0,0 1 0 0 0,-1-1 0 0 0,1 0 0 0 0,0 1 0 0 0,-1-1 0 0 0,1 0 0 0 0,-1 1 0 0 0,1-1 0 0 0,-1 0 0 0 0,1 1 0 0 0,-1-1 0 0 0,1 1 0 0 0,-1-1 0 0 0,1 1 0 0 0,-1-1 0 0 0,0 1 0 0 0,1-1 0 0 0,-1 1 0 0 0,-1-1 0 0 0,1 0 8 0 0,0 0 0 0 0,0 0 0 0 0,-1 0 0 0 0,1 1 0 0 0,0-1 0 0 0,0 0 0 0 0,-1 1 0 0 0,1-1 0 0 0,-1 0 0 0 0,1 1 0 0 0,-1 0 0 0 0,1-1 0 0 0,0 1 0 0 0,-1 0 1 0 0,1 0-1 0 0,-1 0 0 0 0,1 0 0 0 0,-1 0 0 0 0,1 0 0 0 0,-3 0 0 0 0,2 1-12 0 0,0 0 1 0 0,0 0 0 0 0,0 1 0 0 0,1-1-1 0 0,-1 0 1 0 0,0 0 0 0 0,1 1 0 0 0,-1-1-1 0 0,1 1 1 0 0,-1 0 0 0 0,1-1-1 0 0,0 1 1 0 0,-1 0 0 0 0,1 0 0 0 0,0 0-1 0 0,-1 3 1 0 0,2-3-10 0 0,0-1 0 0 0,0 0 0 0 0,0 0 0 0 0,0 0 0 0 0,0 0 0 0 0,0 1 0 0 0,0-1 0 0 0,1 0 0 0 0,-1 0 1 0 0,0 0-1 0 0,1 0 0 0 0,-1 0 0 0 0,1 0 0 0 0,-1 0 0 0 0,1 0 0 0 0,0 0 0 0 0,-1 0 0 0 0,1 0 0 0 0,0 0 0 0 0,0 0 0 0 0,-1 0 0 0 0,1-1 0 0 0,0 1 0 0 0,0 0 0 0 0,0-1 0 0 0,0 1 1 0 0,0 0-1 0 0,0-1 0 0 0,0 1 0 0 0,0-1 0 0 0,0 0 0 0 0,1 1 0 0 0,-1-1 0 0 0,0 0 0 0 0,0 0 0 0 0,2 1 0 0 0,10 3-486 0 0,32 8-1087 0 0,-13-9-3764 0 0</inkml:trace>
</inkml:ink>
</file>

<file path=ppt/ink/ink7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41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31 164 0 0,'-28'-31'14134'0'0,"21"57"-13030"0"0,-2 11-705 0 0,2 1 1 0 0,1 0-1 0 0,2 0 1 0 0,2 0-1 0 0,2 1 0 0 0,1-1 1 0 0,2 0-1 0 0,13 68 0 0 0,-9-84-1325 0 0,-1-4-1453 0 0,-4-6-3614 0 0,19-33-1069 0 0</inkml:trace>
</inkml:ink>
</file>

<file path=ppt/ink/ink7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42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1015 452 368 0 0,'-21'-19'768'0'0,"0"1"0"0"0,-2 1 0 0 0,0 1 1 0 0,0 1-1 0 0,-2 1 0 0 0,-41-18 0 0 0,50 27-503 0 0,0 0-1 0 0,-1 0 1 0 0,1 2-1 0 0,-1 0 1 0 0,0 1 0 0 0,0 0-1 0 0,0 1 1 0 0,0 2-1 0 0,0-1 1 0 0,0 2 0 0 0,0 0-1 0 0,-21 6 1 0 0,13-1-19 0 0,0 2 0 0 0,0 0 1 0 0,1 1-1 0 0,0 2 0 0 0,1 0 0 0 0,0 1 1 0 0,1 2-1 0 0,-24 20 0 0 0,20-12 37 0 0,1 1 0 0 0,1 2-1 0 0,0 0 1 0 0,3 1 0 0 0,-32 51 0 0 0,28-33-44 0 0,2 1 1 0 0,1 1-1 0 0,3 1 1 0 0,2 1-1 0 0,2 0 1 0 0,3 1-1 0 0,1 0 1 0 0,-5 79-1 0 0,13-94-137 0 0,3 0 1 0 0,1 0-1 0 0,1 0 0 0 0,2 0 0 0 0,2-1 0 0 0,1 1 0 0 0,1-1 0 0 0,2-1 0 0 0,21 47 0 0 0,-18-52-48 0 0,1-1 0 0 0,2-1 0 0 0,0 0 0 0 0,2-1 0 0 0,1-1 0 0 0,1 0 1 0 0,0-2-1 0 0,2 0 0 0 0,1-2 0 0 0,1 0 0 0 0,27 16 0 0 0,-18-15-10 0 0,1-2 0 0 0,1-1 0 0 0,0-2 0 0 0,2-2 0 0 0,-1-1 0 0 0,68 14 0 0 0,-48-18-5 0 0,0-2 0 0 0,1-2 0 0 0,-1-3 0 0 0,62-5 0 0 0,-5-9-18 0 0,-2-5-1 0 0,0-5 1 0 0,-1-5 0 0 0,120-46 0 0 0,-172 51-36 0 0,0-2-1 0 0,-1-2 1 0 0,-1-3-1 0 0,-2-2 1 0 0,-1-3-1 0 0,-1-2 1 0 0,-3-2-1 0 0,-1-3 1 0 0,50-53-1 0 0,-73 67 12 0 0,-1-1 0 0 0,-1-2 0 0 0,-2 0 0 0 0,-1-1 0 0 0,-2-1 0 0 0,-1 0-1 0 0,-1-2 1 0 0,-2 0 0 0 0,-1 0 0 0 0,-2-2 0 0 0,-1 1 0 0 0,-2-1 0 0 0,-2-1-1 0 0,-1 1 1 0 0,-2-1 0 0 0,-2-71 0 0 0,-5 62 8 0 0,-1 0 0 0 0,-3 0 1 0 0,-2 1-1 0 0,-1 0 0 0 0,-3 1 0 0 0,-1 0 0 0 0,-3 1 1 0 0,-26-48-1 0 0,29 65-6 0 0,-1 1 1 0 0,-1 1 0 0 0,-2 0-1 0 0,0 1 1 0 0,-1 1 0 0 0,-1 1-1 0 0,-2 0 1 0 0,1 2-1 0 0,-2 1 1 0 0,-1 1 0 0 0,0 1-1 0 0,-1 1 1 0 0,-45-19 0 0 0,27 19-149 0 0,0 1 0 0 0,-2 3 0 0 0,1 1 1 0 0,-1 3-1 0 0,0 1 0 0 0,-80 2 1 0 0,28 7-796 0 0,1 5 1 0 0,-114 24 0 0 0,-11 21-3793 0 0,159-37 2838 0 0,-83 22-1928 0 0</inkml:trace>
</inkml:ink>
</file>

<file path=ppt/ink/ink7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07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82 716 172 0 0,'-14'18'2768'0'0,"1"8"-1870"0"0,2 1 0 0 0,1 0 1 0 0,0 1-1 0 0,2 0 0 0 0,-4 33 0 0 0,9-47-731 0 0,3 3 1902 0 0,21-29-937 0 0,6-11-956 0 0,0-1 0 0 0,45-55 1 0 0,-14 15 47 0 0,-15 20-52 0 0,114-125 337 0 0,-135 142-433 0 0,-1-1 0 0 0,-1-1 0 0 0,-1-1 0 0 0,20-45 0 0 0,-33 62-60 0 0,-1-1-1 0 0,-1 1 0 0 0,0-1 1 0 0,-1 0-1 0 0,0 0 1 0 0,-2 0-1 0 0,1 0 1 0 0,-2 0-1 0 0,0-1 0 0 0,0 1 1 0 0,-1 0-1 0 0,-4-16 1 0 0,3 22-12 0 0,0 0 0 0 0,0 0 0 0 0,-1 0 0 0 0,0 0 1 0 0,-1 0-1 0 0,0 1 0 0 0,0-1 0 0 0,-1 1 0 0 0,1 0 1 0 0,-2 1-1 0 0,1-1 0 0 0,-1 1 0 0 0,0 0 0 0 0,0 0 1 0 0,0 1-1 0 0,-1-1 0 0 0,0 2 0 0 0,0-1 0 0 0,0 1 1 0 0,-1 0-1 0 0,-13-5 0 0 0,-46-7-31 0 0,65 16 15 0 0,-17 16-22 0 0,19-13 31 0 0,1 0-1 0 0,0 0 1 0 0,0 0 0 0 0,0 0-1 0 0,0 0 1 0 0,1 0-1 0 0,-1 0 1 0 0,1 0-1 0 0,0-1 1 0 0,0 1 0 0 0,0 0-1 0 0,0-1 1 0 0,0 0-1 0 0,4 4 1 0 0,0 1-2 0 0,74 88-7 0 0,-44-55 9 0 0,-2 2 0 0 0,-2 1-1 0 0,35 61 1 0 0,-54-80 12 0 0,4 8 6 0 0,-1-1 0 0 0,12 39 1 0 0,-25-60-13 0 0,0 0 0 0 0,0 0 0 0 0,-2 1 0 0 0,1-1 0 0 0,-1 0 0 0 0,0 1 0 0 0,-1-1 0 0 0,0 1 0 0 0,-1-1 0 0 0,0 0 0 0 0,-5 19 0 0 0,3-18 5 0 0,-1 0 0 0 0,0 0 0 0 0,0-1 0 0 0,-1 1 0 0 0,-1-1 1 0 0,1 0-1 0 0,-11 12 0 0 0,12-18 0 0 0,1 0 0 0 0,-1 0 1 0 0,-1 0-1 0 0,1 0 0 0 0,0-1 1 0 0,-1 1-1 0 0,0-1 0 0 0,0-1 1 0 0,0 1-1 0 0,0-1 0 0 0,0 1 1 0 0,0-1-1 0 0,-1-1 0 0 0,1 1 1 0 0,-1-1-1 0 0,-6 1 0 0 0,9-2-71 0 0,1-1-1 0 0,0 1 1 0 0,-1 0 0 0 0,1-1-1 0 0,0 1 1 0 0,-1-1-1 0 0,1 0 1 0 0,0 0 0 0 0,0 0-1 0 0,0 0 1 0 0,0 0-1 0 0,0 0 1 0 0,0-1-1 0 0,0 1 1 0 0,0-1 0 0 0,1 1-1 0 0,-1-1 1 0 0,0 0-1 0 0,1 0 1 0 0,0 1 0 0 0,-1-1-1 0 0,1 0 1 0 0,0 0-1 0 0,0 0 1 0 0,0-1 0 0 0,-1-2-1 0 0,1 3-576 0 0,2-2-105 0 0,-1 0 135 0 0,2-11 463 0 0,5-1-5446 0 0,2-2 3061 0 0</inkml:trace>
</inkml:ink>
</file>

<file path=ppt/ink/ink7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08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1 102 628 0 0,'0'-94'8049'0'0,"0"92"-7314"0"0,0 2-713 0 0,0 0 0 0 0,0 0 0 0 0,0 0 0 0 0,0 0 0 0 0,0 0 0 0 0,1 0 0 0 0,-1 0 0 0 0,0 0 0 0 0,0 1 0 0 0,0-1 0 0 0,0 0 0 0 0,1 0 0 0 0,-1 0 0 0 0,0 0 0 0 0,0 0 0 0 0,0 0 0 0 0,1 0 0 0 0,-1 0 0 0 0,0 0 0 0 0,0 0 0 0 0,0 0 0 0 0,0-1 0 0 0,1 1 0 0 0,-1 0 0 0 0,0 0 1 0 0,0 0-1 0 0,0 0 0 0 0,0 0 0 0 0,1 0 0 0 0,-1 0 0 0 0,0 0 0 0 0,0 0 0 0 0,0-1 0 0 0,0 1 0 0 0,0 0 0 0 0,0 0 0 0 0,0 0 0 0 0,1 0 0 0 0,-1 0 0 0 0,0-1 0 0 0,0 1 0 0 0,0 0 0 0 0,0 0 0 0 0,0 0 0 0 0,0 0 0 0 0,0-1 0 0 0,0 1 0 0 0,0 0 0 0 0,0 0 0 0 0,0 0 0 0 0,0 0 0 0 0,0-1 0 0 0,0 1 0 0 0,0 0 0 0 0,0 0 0 0 0,0 0 0 0 0,0 0 0 0 0,0-1 0 0 0,0 1 0 0 0,0 0 0 0 0,0 0 0 0 0,0 0 0 0 0,0 0 0 0 0,0-1 0 0 0,-1 1 0 0 0,8 15 129 0 0,0 1 0 0 0,-1 0 0 0 0,-1 1 0 0 0,6 32 0 0 0,4 81 236 0 0,1-4-95 0 0,13 0-27 0 0,-29-125-241 0 0,0 1 6 0 0,0-1-28 0 0,0-1 0 0 0,0 0 0 0 0,0 0-1 0 0,0 0 1 0 0,0 0 0 0 0,0 1 0 0 0,0-1-1 0 0,0 0 1 0 0,0 0 0 0 0,0 0-1 0 0,0 0 1 0 0,0 1 0 0 0,0-1 0 0 0,0 0-1 0 0,0 0 1 0 0,0 0 0 0 0,0 1 0 0 0,0-1-1 0 0,0 0 1 0 0,0 0 0 0 0,0 0 0 0 0,0 0-1 0 0,0 1 1 0 0,0-1 0 0 0,0 0 0 0 0,0 0-1 0 0,0 0 1 0 0,1 0 0 0 0,-1 0 0 0 0,0 1-1 0 0,0-1 1 0 0,0 0 0 0 0,0 0 0 0 0,0 0-1 0 0,0 0 1 0 0,1 0 0 0 0,-1 0 0 0 0,0 0-1 0 0,0 0 1 0 0,0 0 0 0 0,0 1 0 0 0,1-1-1 0 0,-1 0 1 0 0,0 0 0 0 0,0 0 0 0 0,0 0-1 0 0,1 0 1 0 0,-1 0 0 0 0,0 0 0 0 0,0 0-1 0 0,0 0 1 0 0,0 0 0 0 0,1 0 0 0 0,-1 0-1 0 0,0 0 1 0 0,0-1 0 0 0,15-8 5 0 0,-1-1 1 0 0,0-1 0 0 0,0 0-1 0 0,-2-1 1 0 0,1 0 0 0 0,-1-1-1 0 0,-1-1 1 0 0,-1 1 0 0 0,13-22-1 0 0,-5 9-6 0 0,38-41 1 0 0,-54 65 8 0 0,-2 1-4 0 0,3-4-2 0 0,-2 3 7 0 0,-22 20-20 0 0,16-14 7 0 0,1 0 1 0 0,0 0-1 0 0,0 0 1 0 0,0 0-1 0 0,0 1 1 0 0,1 0-1 0 0,0 0 1 0 0,0 0 0 0 0,0 0-1 0 0,0 0 1 0 0,1 0-1 0 0,0 1 1 0 0,0-1-1 0 0,1 1 1 0 0,-1-1-1 0 0,1 1 1 0 0,0 0 0 0 0,1 0-1 0 0,-1 8 1 0 0,1-10 1 0 0,1-1 0 0 0,0 1 1 0 0,-1 0-1 0 0,1 0 1 0 0,1 0-1 0 0,-1-1 0 0 0,0 1 1 0 0,1-1-1 0 0,0 1 1 0 0,0-1-1 0 0,0 1 0 0 0,0-1 1 0 0,0 0-1 0 0,1 0 1 0 0,-1 0-1 0 0,1 0 0 0 0,0-1 1 0 0,0 1-1 0 0,0-1 1 0 0,0 0-1 0 0,0 0 0 0 0,1 0 1 0 0,-1 0-1 0 0,1 0 1 0 0,-1-1-1 0 0,1 1 0 0 0,0-1 1 0 0,6 1-1 0 0,-2 0 3 0 0,0-1-1 0 0,0 0 1 0 0,0 0 0 0 0,0-1-1 0 0,0 0 1 0 0,0 0-1 0 0,0-1 1 0 0,0 0 0 0 0,0-1-1 0 0,0 0 1 0 0,10-3-1 0 0,5-4 6 0 0,-1-2-1 0 0,28-16 0 0 0,-7 4 58 0 0,-40 20-46 0 0,28-19-12 0 0,-30 21 7 0 0,18 29-1611 0 0,-19-26 884 0 0,2 8-7796 0 0</inkml:trace>
</inkml:ink>
</file>

<file path=ppt/ink/ink7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08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78 173 9973 0 0,'-4'-11'58'0'0,"0"-1"-1"0"0,-2 1 1 0 0,1 0-1 0 0,-15-21 1 0 0,13 22 252 0 0,0-1-1 0 0,1 1 1 0 0,1-1-1 0 0,-8-19 1 0 0,13 28-205 0 0,3-10-1077 0 0,4 4-463 0 0,-5 7 741 0 0</inkml:trace>
</inkml:ink>
</file>

<file path=ppt/ink/ink7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09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1 204 592 0 0,'0'0'4010'0'0,"13"29"-1823"0"0,59 281 1610 0 0,-51-227-3244 0 0,25 110 474 0 0,-46-191-935 0 0,1 4 48 0 0,-2-6-102 0 0,1 0 1 0 0,0 0-1 0 0,0 0 1 0 0,0 0 0 0 0,0 0-1 0 0,0 0 1 0 0,0 0 0 0 0,0 0-1 0 0,0 0 1 0 0,0 0-1 0 0,0 0 1 0 0,0 0 0 0 0,0 0-1 0 0,0 0 1 0 0,0 0 0 0 0,-1 0-1 0 0,1 0 1 0 0,0 0-1 0 0,0 0 1 0 0,0 0 0 0 0,0 0-1 0 0,0 0 1 0 0,0 0-1 0 0,0 0 1 0 0,0 0 0 0 0,0 0-1 0 0,0 0 1 0 0,0 0 0 0 0,0 0-1 0 0,0 0 1 0 0,0 0-1 0 0,-1 0 1 0 0,1 0 0 0 0,0 0-1 0 0,0 0 1 0 0,0 0 0 0 0,-15-54 57 0 0,2-2 0 0 0,2 0 1 0 0,3 0-1 0 0,-1-67 1 0 0,7 85-99 0 0,1-1 1 0 0,2 0-1 0 0,1 0 0 0 0,3 1 1 0 0,10-45-1 0 0,-9 60 4 0 0,1 1 0 0 0,0 0 0 0 0,17-30 0 0 0,-21 45-9 0 0,1 1 0 0 0,0-1-1 0 0,0 1 1 0 0,0 0 0 0 0,1 1 0 0 0,0-1 0 0 0,0 1 0 0 0,0 0 0 0 0,1 0 0 0 0,0 0 0 0 0,0 1 0 0 0,0 0 0 0 0,0 0 0 0 0,11-4 0 0 0,-14 7 2 0 0,0 0 0 0 0,1 0 0 0 0,-1 1 0 0 0,1-1 1 0 0,0 1-1 0 0,-1 0 0 0 0,1 0 0 0 0,-1 0 0 0 0,1 1 1 0 0,-1-1-1 0 0,1 1 0 0 0,-1-1 0 0 0,1 1 0 0 0,-1 0 1 0 0,1 1-1 0 0,-1-1 0 0 0,0 1 0 0 0,0-1 0 0 0,0 1 1 0 0,0 0-1 0 0,0 0 0 0 0,0 0 0 0 0,4 4 0 0 0,-4-3 8 0 0,1 1-1 0 0,-1-1 1 0 0,0 1-1 0 0,0 0 0 0 0,0 0 1 0 0,-1 0-1 0 0,1 0 1 0 0,-1 0-1 0 0,0 0 0 0 0,0 1 1 0 0,0-1-1 0 0,-1 1 0 0 0,1 0 1 0 0,-1-1-1 0 0,0 1 1 0 0,0 6-1 0 0,-2-7 6 0 0,1 0-1 0 0,-1 0 1 0 0,0 0 0 0 0,0-1-1 0 0,0 1 1 0 0,0 0 0 0 0,-1 0-1 0 0,0-1 1 0 0,1 1 0 0 0,-1-1-1 0 0,-1 0 1 0 0,1 1 0 0 0,0-1-1 0 0,-1 0 1 0 0,1 0 0 0 0,-1-1-1 0 0,0 1 1 0 0,-4 2 0 0 0,2 0-411 0 0,-1-1 1 0 0,-1 0-1 0 0,1 0 1 0 0,-1 0 0 0 0,1-1-1 0 0,-1 0 1 0 0,-12 4-1 0 0,17-7-338 0 0,-3-1-338 0 0,-4 1 340 0 0,3-2-3463 0 0,-7-3 1787 0 0</inkml:trace>
</inkml:ink>
</file>

<file path=ppt/ink/ink7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14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15 4 0 0,'0'0'327'0'0,"-39"-9"3338"0"0,30 7-3254 0 0,-1 1 1 0 0,1 0-1 0 0,0 0 0 0 0,-1 1 1 0 0,1 0-1 0 0,-1 1 1 0 0,1 0-1 0 0,-10 2 1 0 0,17-2-146 0 0,31 1 945 0 0,30-10-6655 0 0</inkml:trace>
</inkml:ink>
</file>

<file path=ppt/ink/ink7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15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40 624 0 0,'0'0'1276'0'0,"-13"-27"2114"0"0,11 25-3262 0 0,-1 1-1 0 0,0-1 0 0 0,1 1 0 0 0,-1 0 1 0 0,0 0-1 0 0,0 0 0 0 0,0 0 0 0 0,0 0 0 0 0,0 1 1 0 0,0-1-1 0 0,0 1 0 0 0,0 0 0 0 0,0 0 0 0 0,0 0 1 0 0,0 0-1 0 0,0 0 0 0 0,0 1 0 0 0,0-1 0 0 0,0 1 1 0 0,0 0-1 0 0,0 0 0 0 0,0 0 0 0 0,1 1 0 0 0,-1-1 1 0 0,-4 3-1 0 0,-3 2 43 0 0,1 1 0 0 0,0-1 0 0 0,0 2 0 0 0,0-1 0 0 0,-11 14 0 0 0,20-20-158 0 0,-1 1-1 0 0,0-1 0 0 0,1 0 0 0 0,-1 0 1 0 0,1 0-1 0 0,-1 1 0 0 0,1-1 1 0 0,-1 0-1 0 0,1 1 0 0 0,0-1 1 0 0,0 0-1 0 0,0 1 0 0 0,0-1 1 0 0,0 1-1 0 0,0-1 0 0 0,0 0 1 0 0,0 1-1 0 0,0-1 0 0 0,1 0 1 0 0,-1 1-1 0 0,0-1 0 0 0,1 0 0 0 0,-1 0 1 0 0,1 1-1 0 0,0-1 0 0 0,-1 0 1 0 0,1 0-1 0 0,0 0 0 0 0,1 2 1 0 0,30 31 105 0 0,-29-30-104 0 0,19 17 10 0 0,-1 1 1 0 0,0 1-1 0 0,-2 1 1 0 0,-1 1 0 0 0,20 35-1 0 0,-30-44-12 0 0,0 0-1 0 0,-1 1 1 0 0,-1-1-1 0 0,-1 1 0 0 0,0 1 1 0 0,-1-1-1 0 0,-1 0 0 0 0,0 1 1 0 0,-2 0-1 0 0,0 28 1 0 0,-2-32 35 0 0,-1 1 1 0 0,-1-1-1 0 0,-1 0 1 0 0,0 0-1 0 0,0 0 1 0 0,-1-1-1 0 0,-1 1 1 0 0,0-1-1 0 0,-11 16 1 0 0,12-21 39 0 0,0-1 1 0 0,0 1-1 0 0,-1-1 1 0 0,0 0-1 0 0,0-1 1 0 0,0 1-1 0 0,-1-1 1 0 0,0-1-1 0 0,0 1 1 0 0,-1-1-1 0 0,1 0 1 0 0,-1-1-1 0 0,0 0 1 0 0,-1 0-1 0 0,-14 4 0 0 0,21-8-74 0 0,-1 1 0 0 0,1-1-1 0 0,0 0 1 0 0,-1 0 0 0 0,1 0-1 0 0,0-1 1 0 0,-1 1 0 0 0,1-1-1 0 0,0 1 1 0 0,-1-1-1 0 0,1 0 1 0 0,0 0 0 0 0,0 0-1 0 0,0 0 1 0 0,0 0 0 0 0,0 0-1 0 0,0 0 1 0 0,0-1 0 0 0,0 1-1 0 0,0-1 1 0 0,1 0 0 0 0,-1 1-1 0 0,0-1 1 0 0,1 0-1 0 0,0 0 1 0 0,-1 0 0 0 0,1 0-1 0 0,0 0 1 0 0,0 0 0 0 0,0 0-1 0 0,-1-3 1 0 0,-2-5-84 0 0,0-1 1 0 0,1 1-1 0 0,0-1 1 0 0,-2-19-1 0 0,3 12-195 0 0,2 0-1 0 0,0 0 1 0 0,1 0-1 0 0,0 0 1 0 0,2 0-1 0 0,0 0 1 0 0,1 0-1 0 0,0 1 1 0 0,8-18-1 0 0,6-8-747 0 0,1 0-1 0 0,32-49 0 0 0,-43 79 946 0 0,0 0-1 0 0,1 1 0 0 0,1 0 1 0 0,0 0-1 0 0,1 1 0 0 0,0 1 0 0 0,0 0 1 0 0,1 0-1 0 0,1 1 0 0 0,16-10 1 0 0,-24 16 152 0 0,0 1 1 0 0,0-1-1 0 0,0 1 0 0 0,1 0 1 0 0,-1 1-1 0 0,0-1 1 0 0,1 1-1 0 0,-1 0 1 0 0,1 0-1 0 0,0 1 1 0 0,-1-1-1 0 0,1 1 0 0 0,-1 1 1 0 0,1-1-1 0 0,0 1 1 0 0,-1 0-1 0 0,1 0 1 0 0,-1 0-1 0 0,0 1 1 0 0,1 0-1 0 0,-1 0 0 0 0,0 0 1 0 0,0 1-1 0 0,0 0 1 0 0,0 0-1 0 0,-1 0 1 0 0,1 0-1 0 0,-1 1 1 0 0,0 0-1 0 0,6 6 0 0 0,3 7 288 0 0,0 0-1 0 0,-2 1 0 0 0,0 0 0 0 0,16 37 0 0 0,-26-54 947 0 0,1-5-1198 0 0,7-11-5 0 0,-1-1-1 0 0,0 0 0 0 0,10-32 1 0 0,-12 29-683 0 0,1 1 1 0 0,0 0-1 0 0,14-21 0 0 0,-17 32-328 0 0,1 0-1 0 0,0 1 1 0 0,0 0-1 0 0,1 0 0 0 0,0 0 1 0 0,11-8-1 0 0,-10 9-1029 0 0</inkml:trace>
</inkml:ink>
</file>

<file path=ppt/ink/ink7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16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16 88 0 0,'0'-7'9070'0'0,"-15"28"-7191"0"0,-18 41-1620 0 0,32-60-229 0 0,0 0 0 0 0,0 0 0 0 0,1 0 0 0 0,-1 1-1 0 0,1-1 1 0 0,0 0 0 0 0,0 0 0 0 0,0 1 0 0 0,0-1 0 0 0,0 0-1 0 0,0 1 1 0 0,0-1 0 0 0,1 0 0 0 0,-1 0 0 0 0,1 1-1 0 0,0-1 1 0 0,1 3 0 0 0,-1-3 2 0 0,1-2-16 0 0,0 0 0 0 0,0 0 0 0 0,0 0 1 0 0,1-1-1 0 0,-1 1 0 0 0,0 0 0 0 0,0-1 0 0 0,0 0 0 0 0,-1 1 0 0 0,1-1 1 0 0,0 0-1 0 0,3-2 0 0 0,-4 3-16 0 0,36-18 56 0 0,-36 18-71 0 0,1 0 10 0 0,0 0 1 0 0,0 0 0 0 0,0 0-1 0 0,0 0 1 0 0,-1 0-1 0 0,1 1 1 0 0,0-1 0 0 0,0 1-1 0 0,0-1 1 0 0,-1 1-1 0 0,1 0 1 0 0,0 0 0 0 0,-1 0-1 0 0,1 0 1 0 0,0 0-1 0 0,-1 0 1 0 0,0 0 0 0 0,1 0-1 0 0,-1 1 1 0 0,0-1-1 0 0,1 1 1 0 0,-1-1 0 0 0,0 1-1 0 0,1 2 1 0 0,2 0 0 0 0,1 1 1 0 0,-1-1-1 0 0,1 0 1 0 0,0 0-1 0 0,0-1 1 0 0,0 0-1 0 0,8 5 1 0 0,-10-8-29 0 0,-1 1 23 0 0,-1-1 1 0 0,1 0-1 0 0,0 0 1 0 0,-1 0 0 0 0,1 0-1 0 0,0-1 1 0 0,-1 1-1 0 0,1 0 1 0 0,0-1-1 0 0,-1 1 1 0 0,1-1-1 0 0,-1 0 1 0 0,1 1-1 0 0,0-1 1 0 0,-1 0 0 0 0,0 0-1 0 0,1 0 1 0 0,-1 0-1 0 0,2-1 1 0 0,29-19-147 0 0,-22 12 105 0 0,0 0 1 0 0,0 0-1 0 0,-1-1 0 0 0,8-12 0 0 0,23-24-105 0 0,-37 42 143 0 0,-2 3 6 0 0,0 0 0 0 0,0 0 0 0 0,0 0 1 0 0,0 0-1 0 0,0 0 0 0 0,0 0 1 0 0,0 0-1 0 0,0 0 0 0 0,1 0 1 0 0,-1 0-1 0 0,0 1 0 0 0,1-1 1 0 0,-1 0-1 0 0,1 1 0 0 0,-1-1 1 0 0,1 1-1 0 0,-1 0 0 0 0,1-1 0 0 0,-1 1 1 0 0,1 0-1 0 0,-1 0 0 0 0,1 0 1 0 0,1 0-1 0 0,-1 0-8 0 0,0 2 14 0 0,0 0-1 0 0,0 0 1 0 0,0 0-1 0 0,0 0 1 0 0,0 0-1 0 0,0 1 1 0 0,-1-1-1 0 0,1 0 1 0 0,-1 1 0 0 0,0-1-1 0 0,1 4 1 0 0,2 34 38 0 0,-4-38-15 0 0,-2 5-25 0 0,2-3 3 0 0,1-5 0 0 0,5-7-10 0 0,23-34 33 0 0,-27 39-28 0 0,0 1 0 0 0,0 0-1 0 0,0 0 1 0 0,0 0 0 0 0,1 0 0 0 0,-1 0 0 0 0,0 1 0 0 0,1-1 0 0 0,0 1 0 0 0,-1-1 0 0 0,1 1 0 0 0,0 0 0 0 0,-1 0 0 0 0,1 0-1 0 0,0 1 1 0 0,5-2 0 0 0,-6 3 2 0 0,0 0 0 0 0,1 0 0 0 0,-1 0 0 0 0,0 0-1 0 0,0 1 1 0 0,-1-1 0 0 0,1 0 0 0 0,0 1-1 0 0,0 0 1 0 0,-1-1 0 0 0,1 1 0 0 0,-1 0 0 0 0,1 0-1 0 0,-1 0 1 0 0,0 0 0 0 0,0 0 0 0 0,0 0 0 0 0,0 0-1 0 0,0 0 1 0 0,0 0 0 0 0,0 0 0 0 0,0 5 0 0 0,2 1 6 0 0,-2-7-15 0 0,-1 0 18 0 0,0-1-1 0 0,-1 1 1 0 0,1-1-1 0 0,0 1 1 0 0,0-1 0 0 0,0 1-1 0 0,0-1 1 0 0,0 1-1 0 0,0-1 1 0 0,1 0 0 0 0,-1 1-1 0 0,0-1 1 0 0,0 1-1 0 0,0-1 1 0 0,0 1 0 0 0,0-1-1 0 0,1 1 1 0 0,-1-1-1 0 0,0 0 1 0 0,0 1 0 0 0,1-1-1 0 0,-1 0 1 0 0,0 1-1 0 0,1-1 1 0 0,-1 0 0 0 0,0 1-1 0 0,1-1 1 0 0,-1 0 0 0 0,0 1-1 0 0,1-1 1 0 0,-1 0-1 0 0,1 0 1 0 0,-1 0 0 0 0,0 1-1 0 0,1-1 1 0 0,-1 0-1 0 0,1 0 1 0 0,-1 0 0 0 0,1 0-1 0 0,-1 0 1 0 0,1 0-1 0 0,88-79 211 0 0,-87 78-206 0 0,15-1 13 0 0,-16 1-15 0 0,1 1 1 0 0,-1 0 0 0 0,0-1-1 0 0,1 1 1 0 0,-1 0 0 0 0,1 0-1 0 0,0 0 1 0 0,-1 0-1 0 0,1 0 1 0 0,-1 0 0 0 0,1 0-1 0 0,-1 0 1 0 0,1 1-1 0 0,-1-1 1 0 0,0 1 0 0 0,1-1-1 0 0,-1 1 1 0 0,1-1 0 0 0,-1 1-1 0 0,0 0 1 0 0,1 0-1 0 0,-1 0 1 0 0,0 0 0 0 0,0 0-1 0 0,0 0 1 0 0,0 0 0 0 0,0 0-1 0 0,0 0 1 0 0,2 3-1 0 0,1 1 27 0 0,0 0 1 0 0,0 0-1 0 0,1 0 0 0 0,0-1 0 0 0,0 1 0 0 0,0-1 0 0 0,0 0 0 0 0,10 5 0 0 0,17-2-8421 0 0</inkml:trace>
</inkml:ink>
</file>

<file path=ppt/ink/ink7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16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3 764 0 0,'0'0'6648'0'0,"10"23"-3743"0"0,-5-21-2607 0 0,0-1 1 0 0,1 0-1 0 0,-1 0 0 0 0,1-1 0 0 0,-1 0 1 0 0,1 0-1 0 0,-1 0 0 0 0,0 0 1 0 0,1-1-1 0 0,10-3 0 0 0,55-17-2262 0 0,-65 19 1307 0 0,-5 2 209 0 0,5-2-19 0 0</inkml:trace>
</inkml:ink>
</file>

<file path=ppt/ink/ink7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55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91 300 44 0 0,'-72'-24'8849'0'0,"69"24"-7966"0"0,-7-6 910 0 0,4 3-823 0 0,8 3-97 0 0,18 5-816 0 0,1 0 1 0 0,-1-2 0 0 0,1-1-1 0 0,42 0 1 0 0,94-14 72 0 0,-78 5-81 0 0,421-40 153 0 0,184-15 53 0 0,572-8-54 0 0,-447 29-55 0 0,-447 12 560 0 0,-315 16-76 0 0,-67 12-2314 0 0,0 0 1 0 0,0 1 0 0 0,-33 5-1 0 0,27-3-1653 0 0,-5 1-11 0 0</inkml:trace>
</inkml:ink>
</file>

<file path=ppt/ink/ink7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7:55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144 328 640 0 0,'-29'5'2121'0'0,"-1"0"-1"0"0,-52 19 1 0 0,79-23-558 0 0,11 0-1088 0 0,55 0 17 0 0,0-3-1 0 0,0-2 1 0 0,91-19-1 0 0,-108 15-353 0 0,2273-254 3476 0 0,-1994 242-3250 0 0,132-12 671 0 0,-420 27-845 0 0,-21 2 271 0 0,1 1-1 0 0,0 0 1 0 0,18 1-1 0 0,-40 1-3079 0 0,-23 0-868 0 0,5 4-1453 0 0,10-2 921 0 0</inkml:trace>
</inkml:ink>
</file>

<file path=ppt/ink/ink7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1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549 180 100 0 0,'-4'-19'1769'0'0,"-1"0"0"0"0,-15-35 0 0 0,17 47-1360 0 0,0 0 1 0 0,-1 0-1 0 0,0 0 0 0 0,0 1 0 0 0,0-1 0 0 0,-1 1 0 0 0,0 0 1 0 0,-1 0-1 0 0,-10-9 0 0 0,12 13-331 0 0,1 0 0 0 0,-1 0 1 0 0,0 1-1 0 0,0-1 0 0 0,1 1 1 0 0,-1 0-1 0 0,0 0 0 0 0,0 1 0 0 0,0-1 1 0 0,0 1-1 0 0,0 0 0 0 0,0 0 0 0 0,0 0 1 0 0,0 0-1 0 0,0 1 0 0 0,0 0 1 0 0,0-1-1 0 0,0 2 0 0 0,1-1 0 0 0,-1 0 1 0 0,0 1-1 0 0,1-1 0 0 0,-8 5 1 0 0,-6 5 80 0 0,1-1 1 0 0,-1 2-1 0 0,-19 19 1 0 0,30-26-90 0 0,-24 22 186 0 0,2 1 0 0 0,-38 49 1 0 0,42-45-76 0 0,2 1 1 0 0,1 1-1 0 0,2 0 1 0 0,-29 72 0 0 0,44-96-146 0 0,1 0 0 0 0,1 1 0 0 0,-1-1 0 0 0,1 1 1 0 0,1 0-1 0 0,0-1 0 0 0,1 1 0 0 0,0 0 1 0 0,0 0-1 0 0,1 0 0 0 0,1-1 0 0 0,0 1 0 0 0,0-1 1 0 0,5 14-1 0 0,-3-16-17 0 0,-1 0 0 0 0,1 0 0 0 0,0-1-1 0 0,1 1 1 0 0,0-1 0 0 0,0 0 0 0 0,1 0 0 0 0,-1-1 0 0 0,1 1 0 0 0,1-1 0 0 0,-1-1 0 0 0,1 1 0 0 0,0-1-1 0 0,1 0 1 0 0,-1-1 0 0 0,1 0 0 0 0,14 6 0 0 0,0-3 1 0 0,1-1 0 0 0,-1-1-1 0 0,1 0 1 0 0,0-2 0 0 0,0-1 0 0 0,0-1-1 0 0,0-1 1 0 0,0-1 0 0 0,0-1 0 0 0,0-1-1 0 0,0-1 1 0 0,30-9 0 0 0,1-4 0 0 0,-1-2 0 0 0,-1-2 0 0 0,94-55 0 0 0,-27-5 58 0 0,-117 80-67 0 0,25 45-76 0 0,-23-41 66 0 0,1 0 0 0 0,0 0-1 0 0,0 0 1 0 0,0-1-1 0 0,1 1 1 0 0,-1-1 0 0 0,0-1-1 0 0,1 1 1 0 0,-1-1-1 0 0,1 0 1 0 0,0 0 0 0 0,-1-1-1 0 0,1 1 1 0 0,0-1-1 0 0,-1-1 1 0 0,1 1 0 0 0,0-1-1 0 0,8-2 1 0 0,-9 3 4 0 0,-1-1 0 0 0,1-1 0 0 0,0 1 0 0 0,-1 0 0 0 0,1-1 0 0 0,-1 0 0 0 0,0 0 0 0 0,0-1 0 0 0,0 1 0 0 0,0-1 0 0 0,0 0 0 0 0,0 0 0 0 0,-1 0 0 0 0,1 0 0 0 0,-1-1 0 0 0,0 1 0 0 0,0-1 0 0 0,0 0 0 0 0,-1 0 0 0 0,1 0 0 0 0,3-8 0 0 0,-5 8 3 0 0,0 0 0 0 0,-1 0 1 0 0,0 0-1 0 0,1 0 0 0 0,-1 0 0 0 0,-1-1 1 0 0,1 1-1 0 0,-1 0 0 0 0,1 0 0 0 0,-1 1 1 0 0,0-1-1 0 0,-1 0 0 0 0,1 0 0 0 0,-1 0 1 0 0,1 1-1 0 0,-1-1 0 0 0,0 0 0 0 0,0 1 1 0 0,-5-5-1 0 0,3 3-61 0 0,0 0 1 0 0,0 1-1 0 0,0-1 1 0 0,-1 1-1 0 0,0 0 1 0 0,0 0-1 0 0,0 1 1 0 0,0-1-1 0 0,0 1 0 0 0,-1 0 1 0 0,-8-2-1 0 0,-15 4-2685 0 0,14 8-3865 0 0,9-1 3609 0 0</inkml:trace>
</inkml:ink>
</file>

<file path=ppt/ink/ink7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2.4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3 844 0 0,'-5'-3'7669'0'0,"5"26"-6148"0"0,7 35-1027 0 0,-6-54-411 0 0,0 1 0 0 0,0-1-1 0 0,0 1 1 0 0,1-1 0 0 0,-1 0-1 0 0,1 0 1 0 0,0 0 0 0 0,0 0-1 0 0,0 0 1 0 0,1 0-1 0 0,0 0 1 0 0,4 4 0 0 0,-6-7-73 0 0,0 0 1 0 0,1 0-1 0 0,-1 0 0 0 0,1-1 1 0 0,-1 1-1 0 0,1-1 0 0 0,0 1 1 0 0,-1-1-1 0 0,1 1 1 0 0,0-1-1 0 0,-1 0 0 0 0,1 0 1 0 0,-1 0-1 0 0,1 0 1 0 0,0 0-1 0 0,-1 0 0 0 0,1-1 1 0 0,0 1-1 0 0,-1 0 0 0 0,1-1 1 0 0,-1 1-1 0 0,1-1 1 0 0,0 0-1 0 0,-1 1 0 0 0,0-1 1 0 0,1 0-1 0 0,-1 0 1 0 0,1 0-1 0 0,-1 0 0 0 0,0 0 1 0 0,2-3-1 0 0,83-53 191 0 0,-73 48-153 0 0,-13 9-47 0 0,1 0 1 0 0,-1 0-1 0 0,0 0 0 0 0,0-1 0 0 0,0 1 1 0 0,0 0-1 0 0,0 0 0 0 0,1 0 0 0 0,-1 0 0 0 0,0 0 1 0 0,0-1-1 0 0,0 1 0 0 0,0 0 0 0 0,1 0 1 0 0,-1 0-1 0 0,0 0 0 0 0,0 0 0 0 0,0 0 1 0 0,1 0-1 0 0,-1 0 0 0 0,0 0 0 0 0,0 0 0 0 0,0 0 1 0 0,1 0-1 0 0,-1 0 0 0 0,0 0 0 0 0,0 0 1 0 0,0 0-1 0 0,1 0 0 0 0,-1 0 0 0 0,0 0 1 0 0,0 0-1 0 0,0 0 0 0 0,1 0 0 0 0,-1 0 1 0 0,0 0-1 0 0,0 1 0 0 0,0-1 0 0 0,0 0 0 0 0,1 0 1 0 0,-1 0-1 0 0,0 0 0 0 0,0 0 0 0 0,0 1 1 0 0,1-1-1 0 0,27 17 28 0 0,-14-6-32 0 0,-12-9 4 0 0,-1 0 1 0 0,1-1-1 0 0,0 1 1 0 0,0-1-1 0 0,0 1 1 0 0,0-1-1 0 0,0 0 1 0 0,0 0-1 0 0,0 0 1 0 0,0 0-1 0 0,1 0 1 0 0,-1 0-1 0 0,0 0 1 0 0,0-1-1 0 0,1 1 1 0 0,-1-1-1 0 0,1 0 1 0 0,-1 0-1 0 0,4 0 0 0 0,14-2 1 0 0,-1-1 0 0 0,0-2 0 0 0,0 0-1 0 0,18-7 1 0 0,-20 6-4 0 0,-1 0-1 0 0,1 2 1 0 0,0-1-1 0 0,0 2 1 0 0,0 1-1 0 0,1 0 1 0 0,27 1-1 0 0,-41 0 8 0 0,-2 1-4 0 0,0 0 0 0 0,0 0 0 0 0,0 0 0 0 0,0 0 0 0 0,0 0-1 0 0,0 1 1 0 0,0-1 0 0 0,0 1 0 0 0,0-1 0 0 0,0 1-1 0 0,0-1 1 0 0,0 1 0 0 0,-1 0 0 0 0,1 0 0 0 0,0 0 0 0 0,0 0-1 0 0,-1 0 1 0 0,1 1 0 0 0,-1-1 0 0 0,1 0 0 0 0,-1 1 0 0 0,1-1-1 0 0,-1 1 1 0 0,2 2 0 0 0,2 7 19 0 0,0-6 13 0 0,22-12 61 0 0,-20 5-97 0 0,-6 1-7 0 0,7-2 52 0 0,-9 7-2510 0 0,-1-1 2400 0 0,0 0 0 0 0,-1 0-1 0 0,1 0 1 0 0,0 0 0 0 0,-1-1 0 0 0,0 1 0 0 0,1-1 0 0 0,-1 1 0 0 0,-4 1 0 0 0,5-3 22 0 0,-3 6 107 0 0,-15 3-5854 0 0</inkml:trace>
</inkml:ink>
</file>

<file path=ppt/ink/ink7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2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0 592 0 0,'0'0'1055'0'0,"-3"5"-32"0"0,-1 3-198 0 0,0 1 0 0 0,0-1 0 0 0,1 1 0 0 0,0 0 0 0 0,1 0 1 0 0,0 0-1 0 0,0 0 0 0 0,1 1 0 0 0,0-1 0 0 0,0 14 0 0 0,4 25 1299 0 0,-2-47-2095 0 0,13-14-4968 0 0,-9 4 1055 0 0,0-10 1028 0 0</inkml:trace>
</inkml:ink>
</file>

<file path=ppt/ink/ink7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3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89 80 0 0,'-23'-59'6981'0'0,"22"57"-6459"0"0,0-1-127 0 0,-2-12 721 0 0,6 10-4252 0 0,10 1 881 0 0,-10 4 172 0 0</inkml:trace>
</inkml:ink>
</file>

<file path=ppt/ink/ink7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3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42 432 940 0 0,'0'1'41'0'0,"-2"3"631"0"0,0 0 1 0 0,0 0 0 0 0,1 0 0 0 0,-1 0-1 0 0,1 0 1 0 0,0 1 0 0 0,-1 5 0 0 0,2-9-597 0 0,0 0 1 0 0,0 0-1 0 0,0 1 1 0 0,0-1 0 0 0,0 0-1 0 0,0 0 1 0 0,1 0-1 0 0,-1 0 1 0 0,0 0 0 0 0,1 0-1 0 0,-1 1 1 0 0,0-1 0 0 0,1 0-1 0 0,-1 0 1 0 0,1 0-1 0 0,0 0 1 0 0,-1 0 0 0 0,1-1-1 0 0,0 1 1 0 0,0 0-1 0 0,-1 0 1 0 0,1 0 0 0 0,0-1-1 0 0,0 1 1 0 0,0 0-1 0 0,0-1 1 0 0,0 1 0 0 0,0-1-1 0 0,2 2 1 0 0,0-2 17 0 0,0 1 0 0 0,0-1 0 0 0,0 0-1 0 0,0 0 1 0 0,1 0 0 0 0,-1 0 0 0 0,0 0 0 0 0,0-1 0 0 0,0 1 0 0 0,6-3 0 0 0,2 0 71 0 0,0-2 0 0 0,0 1-1 0 0,0-2 1 0 0,19-11 0 0 0,-21 11-55 0 0,-1 0-1 0 0,-1-1 0 0 0,1 0 0 0 0,-1 0 0 0 0,0-1 1 0 0,-1 1-1 0 0,0-1 0 0 0,0-1 0 0 0,-1 1 1 0 0,0-1-1 0 0,0 0 0 0 0,-1 0 0 0 0,0-1 1 0 0,-1 1-1 0 0,0-1 0 0 0,0 1 0 0 0,-1-1 1 0 0,0 0-1 0 0,0-20 0 0 0,-3 15-10 0 0,0 2 0 0 0,-1-1 1 0 0,-1 0-1 0 0,0 0 0 0 0,-1 1 0 0 0,0-1 0 0 0,-1 1 1 0 0,0 0-1 0 0,-2 1 0 0 0,1-1 0 0 0,-1 1 1 0 0,-1 0-1 0 0,-17-19 0 0 0,19 23-41 0 0,-1 1 0 0 0,0 0 0 0 0,0 1 0 0 0,0 0 0 0 0,-1 0 0 0 0,0 0 0 0 0,-1 1 0 0 0,-13-6 0 0 0,18 9-257 0 0,-1 0 0 0 0,1 1-1 0 0,-1 0 1 0 0,1 0 0 0 0,-1 0 0 0 0,1 0 0 0 0,-1 1 0 0 0,-8 0 0 0 0,10 0-317 0 0,-1 1 1 0 0,1-1 0 0 0,0 1 0 0 0,0 0 0 0 0,0 0 0 0 0,0 0 0 0 0,0 0 0 0 0,0 1-1 0 0,0-1 1 0 0,0 1 0 0 0,1 0 0 0 0,-1 0 0 0 0,-4 3 0 0 0,2 2-2639 0 0</inkml:trace>
</inkml:ink>
</file>

<file path=ppt/ink/ink7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3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55 137 668 0 0,'4'-28'2681'0'0,"-3"20"-2059"0"0,0 0 0 0 0,0 0-1 0 0,-1 0 1 0 0,-1 1 0 0 0,1-1 0 0 0,-1 0 0 0 0,0 0 0 0 0,-1 0-1 0 0,0 1 1 0 0,0-1 0 0 0,-7-13 0 0 0,9 20 587 0 0,-2 1-1179 0 0,0 1 0 0 0,0-1 0 0 0,0 1 0 0 0,0 0 0 0 0,0-1 0 0 0,0 1-1 0 0,0 0 1 0 0,1 0 0 0 0,-1 1 0 0 0,0-1 0 0 0,1 0 0 0 0,-1 0 0 0 0,1 1-1 0 0,-1-1 1 0 0,1 1 0 0 0,0 0 0 0 0,0-1 0 0 0,-1 1 0 0 0,1 0 0 0 0,0 0-1 0 0,1-1 1 0 0,-1 1 0 0 0,0 0 0 0 0,0 0 0 0 0,1 0 0 0 0,-1 0 0 0 0,1 0-1 0 0,0 0 1 0 0,-1 3 0 0 0,0 6 103 0 0,-1-1 0 0 0,1 1-1 0 0,1-1 1 0 0,0 14 0 0 0,1-22-119 0 0,-1 1-1 0 0,0 0 1 0 0,1 0-1 0 0,-1 0 1 0 0,1-1-1 0 0,0 1 1 0 0,0 0 0 0 0,0-1-1 0 0,0 1 1 0 0,1-1-1 0 0,-1 1 1 0 0,1-1 0 0 0,-1 1-1 0 0,1-1 1 0 0,0 0-1 0 0,0 0 1 0 0,0 0 0 0 0,0 0-1 0 0,0 0 1 0 0,0 0-1 0 0,1-1 1 0 0,-1 1 0 0 0,0-1-1 0 0,1 1 1 0 0,0-1-1 0 0,-1 0 1 0 0,1 0 0 0 0,0 0-1 0 0,-1-1 1 0 0,1 1-1 0 0,0-1 1 0 0,0 1 0 0 0,0-1-1 0 0,-1 0 1 0 0,1 0-1 0 0,4 0 1 0 0,4-1 12 0 0,0 0-1 0 0,0-1 1 0 0,0 0 0 0 0,0-1-1 0 0,0 0 1 0 0,-1 0 0 0 0,0-1-1 0 0,12-6 1 0 0,60-48 491 0 0,-80 57-430 0 0,1 1-178 0 0,-1 1 1 0 0,1 0-1 0 0,0 0 1 0 0,-1-1-1 0 0,1 1 0 0 0,-1 1 1 0 0,1-1-1 0 0,-1 0 1 0 0,0 1-1 0 0,1-1 0 0 0,-1 1 1 0 0,0 0-1 0 0,0 0 1 0 0,0 0-1 0 0,0 0 0 0 0,-1 0 1 0 0,3 3-1 0 0,18 10-7047 0 0,-13-10 3681 0 0</inkml:trace>
</inkml:ink>
</file>

<file path=ppt/ink/ink7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4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22 370 404 0 0,'0'0'2083'0'0,"-19"-9"680"0"0,18 4-2553 0 0,0 1 0 0 0,1 0-1 0 0,-1-1 1 0 0,1 1-1 0 0,0 0 1 0 0,1-1-1 0 0,-1 1 1 0 0,1 0-1 0 0,0 0 1 0 0,0-1 0 0 0,0 1-1 0 0,0 0 1 0 0,1 0-1 0 0,-1 0 1 0 0,1 0-1 0 0,0 0 1 0 0,1 0-1 0 0,-1 1 1 0 0,0-1 0 0 0,5-4-1 0 0,10-14 350 0 0,38-37 0 0 0,-50 54-435 0 0,21-21 173 0 0,0 2 0 0 0,2 1 0 0 0,0 1 1 0 0,36-20-1 0 0,-53 35-238 0 0,0 1 0 0 0,1 0 0 0 0,-1 1 0 0 0,1 1 0 0 0,0 0 0 0 0,1 0 0 0 0,-1 1 0 0 0,1 0 0 0 0,-1 1 0 0 0,1 1 1 0 0,0 0-1 0 0,0 1 0 0 0,-1 0 0 0 0,1 1 0 0 0,13 2 0 0 0,-20-1-43 0 0,0 0-1 0 0,0 0 1 0 0,0 1 0 0 0,-1 0-1 0 0,0 0 1 0 0,1 0 0 0 0,-1 0-1 0 0,0 1 1 0 0,0 0 0 0 0,-1 0-1 0 0,1 0 1 0 0,-1 1 0 0 0,0-1 0 0 0,0 1-1 0 0,-1 0 1 0 0,1 0 0 0 0,-1 1-1 0 0,0-1 1 0 0,0 1 0 0 0,-1-1-1 0 0,0 1 1 0 0,0 0 0 0 0,0 0-1 0 0,-1 0 1 0 0,1 0 0 0 0,-1 0 0 0 0,-1 0-1 0 0,1 0 1 0 0,-1 0 0 0 0,-1 1-1 0 0,1-1 1 0 0,-1 0 0 0 0,0 0-1 0 0,0 0 1 0 0,0 0 0 0 0,-1 0-1 0 0,0 0 1 0 0,0-1 0 0 0,-1 1 0 0 0,0 0-1 0 0,0-1 1 0 0,-5 8 0 0 0,0-2 22 0 0,-1 0 1 0 0,0-1 0 0 0,0 0 0 0 0,-1 0-1 0 0,0-1 1 0 0,0 0 0 0 0,-1-1 0 0 0,-1-1-1 0 0,1 1 1 0 0,-1-2 0 0 0,0 0 0 0 0,-1 0-1 0 0,1-1 1 0 0,-1 0 0 0 0,-22 4 0 0 0,34-9-55 0 0,-1 1 1 0 0,1-1 0 0 0,0 1 0 0 0,-1-1 0 0 0,1 0 0 0 0,-1 0-1 0 0,1 0 1 0 0,-1 0 0 0 0,1 0 0 0 0,-1 0 0 0 0,1 0-1 0 0,-1 0 1 0 0,1 0 0 0 0,0-1 0 0 0,-1 1 0 0 0,1-1-1 0 0,-1 1 1 0 0,1-1 0 0 0,0 1 0 0 0,-1-1 0 0 0,1 0 0 0 0,0 0-1 0 0,0 1 1 0 0,0-1 0 0 0,-1 0 0 0 0,1 0 0 0 0,0 0-1 0 0,0 0 1 0 0,0-1 0 0 0,1 1 0 0 0,-1 0 0 0 0,0 0 0 0 0,0 0-1 0 0,1-1 1 0 0,-2-1 0 0 0,2 1-543 0 0,25-26-2209 0 0,-8 12-2559 0 0,-5 8 2273 0 0</inkml:trace>
</inkml:ink>
</file>

<file path=ppt/ink/ink7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4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0 860 0 0,'0'0'4998'0'0,"1"5"-4321"0"0,-1 10-15 0 0,0 0-1 0 0,-1 0 1 0 0,0 0-1 0 0,-1 1 1 0 0,-1-1 0 0 0,-1-1-1 0 0,0 1 1 0 0,-8 19-1 0 0,20-48-643 0 0,0 1-1 0 0,1-1 1 0 0,0 1-1 0 0,1 1 1 0 0,0 0 0 0 0,1 0-1 0 0,1 1 1 0 0,0 1-1 0 0,0 0 1 0 0,15-9-1 0 0,-25 18-13 0 0,0 0-3 0 0,-1 0 1 0 0,1 1-1 0 0,-1-1 1 0 0,1 1-1 0 0,0-1 1 0 0,-1 1-1 0 0,1 0 1 0 0,-1 0 0 0 0,1-1-1 0 0,0 1 1 0 0,-1 1-1 0 0,1-1 1 0 0,0 0-1 0 0,-1 0 1 0 0,1 0 0 0 0,0 1-1 0 0,-1-1 1 0 0,1 1-1 0 0,-1 0 1 0 0,1-1-1 0 0,-1 1 1 0 0,1 0 0 0 0,1 1-1 0 0,18 17 5 0 0,-19-17-5 0 0,0 0 1 0 0,0 1-1 0 0,0-1 1 0 0,0 0-1 0 0,0 0 1 0 0,0 0-1 0 0,0-1 1 0 0,1 1 0 0 0,-1-1-1 0 0,1 1 1 0 0,-1-1-1 0 0,1 0 1 0 0,0 1-1 0 0,0-1 1 0 0,5 1-1 0 0,42-13 81 0 0,-29 4-112 0 0,-15 4 26 0 0,0 1 1 0 0,1 0 0 0 0,-1 1-1 0 0,0-1 1 0 0,1 1-1 0 0,-1 0 1 0 0,1 1 0 0 0,0-1-1 0 0,-1 1 1 0 0,1 1 0 0 0,-1-1-1 0 0,1 1 1 0 0,-1 0-1 0 0,1 1 1 0 0,-1 0 0 0 0,9 3-1 0 0,17 7-329 0 0,-2-5-2781 0 0,-28-7 1372 0 0,18 0-3764 0 0</inkml:trace>
</inkml:ink>
</file>

<file path=ppt/ink/ink7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5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90 445 864 0 0,'0'0'1904'0'0,"-1"-2"-1385"0"0,0 1-1 0 0,0-1 0 0 0,0 1 1 0 0,0-1-1 0 0,0 1 0 0 0,-1 0 1 0 0,1 0-1 0 0,0-1 0 0 0,-1 1 1 0 0,1 0-1 0 0,-1 0 1 0 0,-1 0-1 0 0,-3 2-162 0 0,0 1 0 0 0,0 1 1 0 0,0-1-1 0 0,1 1 0 0 0,-1 0 1 0 0,1 0-1 0 0,0 1 0 0 0,-9 7 0 0 0,6-6 32 0 0,7-4-196 0 0,-2 18 345 0 0,3-19-529 0 0,0 1 0 0 0,0 0 0 0 0,0 0-1 0 0,0-1 1 0 0,0 1 0 0 0,0 0-1 0 0,0 0 1 0 0,1-1 0 0 0,-1 1-1 0 0,0 0 1 0 0,0-1 0 0 0,1 1-1 0 0,-1 0 1 0 0,0-1 0 0 0,1 1-1 0 0,-1 0 1 0 0,1-1 0 0 0,-1 1-1 0 0,1-1 1 0 0,-1 1 0 0 0,1-1-1 0 0,-1 1 1 0 0,1-1 0 0 0,-1 1 0 0 0,1-1-1 0 0,0 0 1 0 0,-1 1 0 0 0,1-1-1 0 0,0 0 1 0 0,-1 1 0 0 0,1-1-1 0 0,1 0 1 0 0,14-1-125 0 0,0-1 0 0 0,1 0 1 0 0,-1-1-1 0 0,-1-1 0 0 0,1-1 0 0 0,-1 0 0 0 0,1-1 0 0 0,-1 0 1 0 0,-1-1-1 0 0,0-1 0 0 0,0-1 0 0 0,0 0 0 0 0,-1 0 1 0 0,0-1-1 0 0,-1-1 0 0 0,0 0 0 0 0,-1-1 0 0 0,0 0 0 0 0,-1-1 1 0 0,0 0-1 0 0,-1-1 0 0 0,0 0 0 0 0,10-23 0 0 0,-1-6 351 0 0,-2 0-1 0 0,-2-1 0 0 0,10-54 1 0 0,-23 97-155 0 0,-1 0 1 0 0,1-1-1 0 0,-1 1 1 0 0,0 0-1 0 0,0 0 1 0 0,1 0 0 0 0,-1 0-1 0 0,0-1 1 0 0,0 1-1 0 0,0 0 1 0 0,0 0-1 0 0,-1 0 1 0 0,1-1-1 0 0,0 1 1 0 0,0 0-1 0 0,-1 0 1 0 0,1 0 0 0 0,-1-2-1 0 0,0 3-35 0 0,1 0 0 0 0,-1-1-1 0 0,0 1 1 0 0,1 0 0 0 0,-1 0 0 0 0,1 0-1 0 0,-1 0 1 0 0,1 0 0 0 0,-1 0 0 0 0,0 0 0 0 0,1 1-1 0 0,-1-1 1 0 0,1 0 0 0 0,-1 0 0 0 0,1 0-1 0 0,-1 1 1 0 0,1-1 0 0 0,-1 0 0 0 0,1 0-1 0 0,-1 1 1 0 0,1-1 0 0 0,-1 0 0 0 0,1 1-1 0 0,-1-1 1 0 0,1 1 0 0 0,-1 0 0 0 0,-4 3 61 0 0,1 1 0 0 0,-1 0 0 0 0,1 0 1 0 0,0 0-1 0 0,0 1 0 0 0,-3 6 0 0 0,-2 7 27 0 0,2 1 0 0 0,0 0-1 0 0,2 0 1 0 0,0 0-1 0 0,1 1 1 0 0,1-1 0 0 0,1 1-1 0 0,1 0 1 0 0,0 0-1 0 0,5 35 1 0 0,-2-42-111 0 0,1 0 1 0 0,0 0-1 0 0,0 0 0 0 0,2-1 0 0 0,0 0 1 0 0,0 1-1 0 0,11 16 0 0 0,-11-22-58 0 0,0-1 0 0 0,0 1-1 0 0,1-1 1 0 0,0 0-1 0 0,0-1 1 0 0,1 0-1 0 0,0 0 1 0 0,0 0 0 0 0,0-1-1 0 0,1 0 1 0 0,-1 0-1 0 0,12 4 1 0 0,-12-6-46 0 0,0 0 1 0 0,1 0-1 0 0,-1-1 1 0 0,1-1-1 0 0,-1 1 1 0 0,1-1-1 0 0,-1 0 0 0 0,1-1 1 0 0,0 0-1 0 0,-1 0 1 0 0,1 0-1 0 0,0-1 1 0 0,-1-1-1 0 0,11-2 0 0 0,-7 0-12 0 0,0 0 0 0 0,0-1 0 0 0,-1 0 0 0 0,1-1 0 0 0,-1 0 0 0 0,-1 0 0 0 0,1-1 0 0 0,13-14 0 0 0,-3 1-13 0 0,-2-1 0 0 0,0 0 0 0 0,-2-1 0 0 0,0-2 0 0 0,-1 1 0 0 0,-2-2 0 0 0,13-29 0 0 0,-11 15 436 0 0,-2-1 0 0 0,-1 0 0 0 0,-2-1 1 0 0,8-75-1 0 0,-17 114-45 0 0,-3 1-228 0 0,0 1 0 0 0,1 0 0 0 0,-1 0-1 0 0,0 0 1 0 0,0 0 0 0 0,0 0 0 0 0,1 0 0 0 0,-1 0-1 0 0,0 1 1 0 0,1-1 0 0 0,-1 0 0 0 0,0 1-1 0 0,0 0 1 0 0,1-1 0 0 0,-1 1 0 0 0,1 0-1 0 0,-1 0 1 0 0,1 0 0 0 0,-1 0 0 0 0,1 0-1 0 0,0 0 1 0 0,-3 3 0 0 0,-32 32 116 0 0,33-33-81 0 0,-13 19-214 0 0,2-1 0 0 0,0 2 0 0 0,1 0 0 0 0,1 0 0 0 0,1 1 0 0 0,1 1 0 0 0,2 0 0 0 0,0 0 0 0 0,-4 30 0 0 0,10-44-273 0 0,0-1 1 0 0,1 1-1 0 0,0 0 0 0 0,1 0 1 0 0,2 20-1 0 0,-1-22-925 0 0,1 0 0 0 0,0-1 0 0 0,0 0 1 0 0,7 15-1 0 0,8 9-2635 0 0</inkml:trace>
</inkml:ink>
</file>

<file path=ppt/ink/ink7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5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284 0 128 0 0,'-23'71'7476'0'0,"-8"9"-3930"0"0,1-2-1947 0 0,-32 126 1 0 0,-26 152 1066 0 0,87-352-2884 0 0,0-1 0 0 0,0 1 1 0 0,-1 0-1 0 0,1 0 0 0 0,-1-1 0 0 0,0 1 1 0 0,0-1-1 0 0,0 0 0 0 0,0 1 1 0 0,-1-1-1 0 0,0 0 0 0 0,1 0 0 0 0,-6 4 1 0 0,7-6-1013 0 0,-16-20-8687 0 0</inkml:trace>
</inkml:ink>
</file>

<file path=ppt/ink/ink7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6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1 415 10481 0 0,'8'-13'-2'0'0,"0"0"-1"0"0,1 0 1 0 0,0 1 0 0 0,1 0-1 0 0,0 1 1 0 0,1 0 0 0 0,0 0-1 0 0,1 1 1 0 0,0 1 0 0 0,17-10-1 0 0,20-10 97 0 0,77-32-1 0 0,-57 29 82 0 0,-37 16-84 0 0,209-90 719 0 0,-214 96-851 0 0,1 2 1 0 0,44-8 0 0 0,-61 15-1057 0 0,1 0 1 0 0,-1 1 0 0 0,1 0 0 0 0,-1 1-1 0 0,20 3 1 0 0,-14 0-1727 0 0</inkml:trace>
</inkml:ink>
</file>

<file path=ppt/ink/ink7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6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0 286 908 0 0,'5'-3'890'0'0,"12"-7"29"0"0,-1-1-1 0 0,-1-1 1 0 0,0 0-1 0 0,0-1 1 0 0,-2-1-1 0 0,22-25 1 0 0,-21 21-276 0 0,-1-1 1 0 0,0 0 0 0 0,10-22 0 0 0,-21 38-536 0 0,-1 0 0 0 0,1 0-1 0 0,0 0 1 0 0,-1 0 0 0 0,0-1 0 0 0,1 1 0 0 0,-1-1-1 0 0,-1 1 1 0 0,1-1 0 0 0,0 1 0 0 0,-1-1 0 0 0,0 1 0 0 0,0-1-1 0 0,0 1 1 0 0,0-1 0 0 0,0 0 0 0 0,-1 1 0 0 0,0-1-1 0 0,-1-3 1 0 0,1 5 40 0 0,-32 18 198 0 0,22-6-264 0 0,0 1 1 0 0,1 0 0 0 0,0 1 0 0 0,1 0 0 0 0,0 0-1 0 0,1 1 1 0 0,-13 26 0 0 0,17-30-51 0 0,0 1 0 0 0,1 0 0 0 0,0 0 0 0 0,0 0 0 0 0,1 0 0 0 0,0 0 0 0 0,1 1 0 0 0,0-1 0 0 0,1 1 0 0 0,0-1 0 0 0,0 0 0 0 0,4 16 0 0 0,-4-24-27 0 0,0 0 0 0 0,1 0 0 0 0,-1 0 0 0 0,1 0 1 0 0,0-1-1 0 0,0 1 0 0 0,0 0 0 0 0,0-1 0 0 0,0 1 0 0 0,0 0 1 0 0,0-1-1 0 0,0 1 0 0 0,1-1 0 0 0,-1 0 0 0 0,0 1 1 0 0,1-1-1 0 0,-1 0 0 0 0,1 0 0 0 0,0 0 0 0 0,-1 0 1 0 0,1 0-1 0 0,2 1 0 0 0,0-1-1 0 0,0 0 0 0 0,0 0 0 0 0,0-1 0 0 0,0 1 0 0 0,0-1 0 0 0,0 0 1 0 0,0 0-1 0 0,0 0 0 0 0,9-2 0 0 0,2-2-9 0 0,-1 0 1 0 0,1-1-1 0 0,0-1 1 0 0,20-10-1 0 0,33-23-175 0 0,-41 22 87 0 0,1 1 0 0 0,1 2 0 0 0,0 1 0 0 0,37-11 0 0 0,-56 23 79 0 0,0 0-1 0 0,0 1 1 0 0,1 1 0 0 0,-1-1 0 0 0,0 2 0 0 0,0-1 0 0 0,0 2 0 0 0,0-1 0 0 0,-1 1 0 0 0,13 6 0 0 0,-9-5 13 0 0,0 1 1 0 0,0-2-1 0 0,1 0 0 0 0,25 3 1 0 0,-35-7-1 0 0,0 1 0 0 0,0-1 0 0 0,0 0 0 0 0,0 1 0 0 0,0-2 0 0 0,0 1 0 0 0,0 0 0 0 0,0-1 0 0 0,0 0 0 0 0,-1 0 0 0 0,1 0 1 0 0,-1 0-1 0 0,1-1 0 0 0,-1 0 0 0 0,0 1 0 0 0,0-1 0 0 0,0 0 0 0 0,0 0 0 0 0,-1 0 0 0 0,1-1 0 0 0,-1 1 0 0 0,0-1 0 0 0,0 1 1 0 0,0-1-1 0 0,0 0 0 0 0,-1 0 0 0 0,1 0 0 0 0,0-5 0 0 0,-2 7 325 0 0,-5 2-198 0 0,-1-1 0 0 0,0 1 0 0 0,1 1-1 0 0,-1-1 1 0 0,1 1 0 0 0,-1 0 0 0 0,1 1 0 0 0,0-1 0 0 0,-1 1 0 0 0,1 0 0 0 0,0 0-1 0 0,0 1 1 0 0,0-1 0 0 0,0 1 0 0 0,-5 4 0 0 0,-7 5 177 0 0,0 1-1 0 0,-26 24 1 0 0,15-7-91 0 0,2 0 1 0 0,-25 37-1 0 0,33-41-3823 0 0,-20 41 0 0 0,36-59-365 0 0,0 1 305 0 0</inkml:trace>
</inkml:ink>
</file>

<file path=ppt/ink/ink7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7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65 13093 0 0,'31'-64'3412'0'0,"-31"71"-2909"0"0,-3 41 233 0 0,-2 1 0 0 0,-13 54 0 0 0,-6 49 85 0 0,23-137-761 0 0,-5 54 250 0 0,-3-1 1 0 0,-22 86-1 0 0,27-141-314 0 0,-13 43-69 0 0,16-52-116 0 0,-1 0 0 0 0,1 0 0 0 0,-1-1 0 0 0,0 1 0 0 0,0-1 1 0 0,0 1-1 0 0,0-1 0 0 0,-1 0 0 0 0,1 0 0 0 0,-5 5 0 0 0,-8-3-1494 0 0,14-5 1234 0 0,0 0 0 0 0,0 0 0 0 0,-1 0 0 0 0,1 0 1 0 0,0-1-1 0 0,-1 1 0 0 0,1 0 0 0 0,0-1 0 0 0,0 1 1 0 0,0-1-1 0 0,-1 1 0 0 0,1-1 0 0 0,0 0 0 0 0,0 1 1 0 0,0-1-1 0 0,0 0 0 0 0,0 0 0 0 0,0 0 0 0 0,0 1 1 0 0,0-1-1 0 0,-1-2 0 0 0,-3-7-3663 0 0</inkml:trace>
</inkml:ink>
</file>

<file path=ppt/ink/ink7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17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1 169 456 0 0,'23'-19'3230'0'0,"21"-6"131"0"0,76-33-1 0 0,-5 12-4958 0 0,-69 29-2492 0 0,-36 13 1435 0 0</inkml:trace>
</inkml:ink>
</file>

<file path=ppt/ink/ink7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21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673 264 572 0 0,'0'-22'2304'0'0,"0"-2"-1090"0"0,1 4 22 0 0,-1 0 0 0 0,-1-1 0 0 0,-7-38 0 0 0,7 55-1093 0 0,0-1 1 0 0,-1 1 0 0 0,1-1 0 0 0,-1 1 0 0 0,0-1-1 0 0,0 1 1 0 0,0 0 0 0 0,-1 0 0 0 0,1 0 0 0 0,-1 0-1 0 0,0 0 1 0 0,0 1 0 0 0,0-1 0 0 0,-1 1 0 0 0,1 0-1 0 0,-1 0 1 0 0,0 0 0 0 0,0 0 0 0 0,0 1 0 0 0,0 0 0 0 0,0-1-1 0 0,-8-1 1 0 0,-5 0-23 0 0,1 0-1 0 0,-1 2 1 0 0,0 0-1 0 0,0 1 1 0 0,0 0-1 0 0,0 2 1 0 0,0 0-1 0 0,0 1 1 0 0,0 0-1 0 0,0 2 1 0 0,1 0-1 0 0,-20 7 1 0 0,10-2 13 0 0,1 2 1 0 0,0 0 0 0 0,-34 22 0 0 0,-15 23 263 0 0,60-42-338 0 0,0 0-1 0 0,2 0 0 0 0,-1 1 1 0 0,2 1-1 0 0,0 0 0 0 0,1 1 1 0 0,1 0-1 0 0,1 0 0 0 0,0 1 1 0 0,1 0-1 0 0,1 1 0 0 0,0-1 1 0 0,2 1-1 0 0,0 0 0 0 0,-2 37 1 0 0,5-43-46 0 0,1 0 0 0 0,0 1 0 0 0,1-1 0 0 0,0 0 1 0 0,1 0-1 0 0,1 0 0 0 0,0 0 0 0 0,1 0 0 0 0,0-1 0 0 0,1 1 1 0 0,1-1-1 0 0,-1 0 0 0 0,2 0 0 0 0,0-1 0 0 0,0 0 0 0 0,1 0 1 0 0,0-1-1 0 0,1 0 0 0 0,0 0 0 0 0,1-1 0 0 0,0 0 0 0 0,0-1 0 0 0,1 0 1 0 0,13 7-1 0 0,-3-5-9 0 0,0 0-1 0 0,1-1 1 0 0,0-1 0 0 0,0-1 0 0 0,1-2 0 0 0,-1 0 0 0 0,1-1-1 0 0,1-1 1 0 0,-1-1 0 0 0,0-1 0 0 0,34-3 0 0 0,-40 0-20 0 0,-1 0 1 0 0,0 0 0 0 0,0-2-1 0 0,0 0 1 0 0,0 0 0 0 0,-1-2-1 0 0,1 0 1 0 0,-2-1 0 0 0,1 0-1 0 0,-1-1 1 0 0,0-1 0 0 0,0 0-1 0 0,-1-1 1 0 0,0 0 0 0 0,-1-1-1 0 0,0-1 1 0 0,12-16 0 0 0,-18 20 14 0 0,-1-2 1 0 0,0 1-1 0 0,0 0 0 0 0,-1-1 1 0 0,0 0-1 0 0,-1 0 1 0 0,0 0-1 0 0,-1 0 0 0 0,2-19 1 0 0,-4 27 2 0 0,-1 0 1 0 0,1 0-1 0 0,-1 1 1 0 0,0-1-1 0 0,1 1 1 0 0,-1-1-1 0 0,0 0 1 0 0,0 1-1 0 0,0 0 1 0 0,0-1-1 0 0,0 1 1 0 0,0-1-1 0 0,0 1 1 0 0,-1 0-1 0 0,1 0 1 0 0,0 0-1 0 0,-1 0 1 0 0,1 0-1 0 0,-1 0 1 0 0,1 0-1 0 0,-1 0 1 0 0,0 1-1 0 0,1-1 1 0 0,-1 1-1 0 0,0-1 1 0 0,1 1-1 0 0,-1-1 1 0 0,-2 1-1 0 0,3 0 23 0 0,-24 6 12 0 0,23-6-35 0 0,-1 1-1 0 0,1-1 0 0 0,0 1 1 0 0,0-1-1 0 0,0 1 1 0 0,0 0-1 0 0,1 0 0 0 0,-1 0 1 0 0,0 0-1 0 0,0 1 1 0 0,0-1-1 0 0,1 0 0 0 0,-1 1 1 0 0,1-1-1 0 0,-1 1 1 0 0,1-1-1 0 0,0 1 0 0 0,-1 0 1 0 0,1 0-1 0 0,0-1 1 0 0,0 1-1 0 0,0 0 0 0 0,0 0 1 0 0,1 0-1 0 0,-1 0 1 0 0,0 0-1 0 0,1 0 0 0 0,0 1 1 0 0,-1-1-1 0 0,1 0 1 0 0,0 0-1 0 0,0 0 0 0 0,0 0 1 0 0,0 0-1 0 0,1 0 1 0 0,-1 0-1 0 0,0 1 1 0 0,2 1-1 0 0,-1 1 2 0 0,1-1 0 0 0,0 1-1 0 0,1-1 1 0 0,-1 0 0 0 0,1 0 0 0 0,0 0 0 0 0,0 0-1 0 0,0-1 1 0 0,0 1 0 0 0,1-1 0 0 0,-1 1 0 0 0,1-1-1 0 0,0 0 1 0 0,0-1 0 0 0,5 3 0 0 0,-4-2-1 0 0,1-1 1 0 0,0 0 0 0 0,0 0-1 0 0,0 0 1 0 0,1-1 0 0 0,-1 0-1 0 0,0 0 1 0 0,0-1 0 0 0,1 1-1 0 0,-1-1 1 0 0,0-1 0 0 0,1 1-1 0 0,5-3 1 0 0,-9 3 1 0 0,0-1 0 0 0,0 0 0 0 0,0 0 0 0 0,-1 0 0 0 0,1 0 0 0 0,0 0 0 0 0,-1-1 1 0 0,1 1-1 0 0,-1-1 0 0 0,1 0 0 0 0,-1 0 0 0 0,0 0 0 0 0,0 0 0 0 0,0 0 0 0 0,0 0 0 0 0,0 0 0 0 0,0-1 0 0 0,-1 1 0 0 0,1-1 0 0 0,-1 1 0 0 0,0-1 0 0 0,1 0 1 0 0,-1 0-1 0 0,-1 1 0 0 0,1-1 0 0 0,0 0 0 0 0,-1 0 0 0 0,1 0 0 0 0,-1 0 0 0 0,0 0 0 0 0,0-4 0 0 0,0 5-1 0 0,0-1 0 0 0,0 1 0 0 0,0-1-1 0 0,0 1 1 0 0,0-1 0 0 0,-1 1 0 0 0,1-1 0 0 0,-1 1-1 0 0,0 0 1 0 0,0-1 0 0 0,0 1 0 0 0,0 0 0 0 0,0 0 0 0 0,0-1-1 0 0,-1 1 1 0 0,1 0 0 0 0,-1 0 0 0 0,1 1 0 0 0,-1-1-1 0 0,0 0 1 0 0,0 0 0 0 0,0 1 0 0 0,0-1 0 0 0,0 1-1 0 0,0 0 1 0 0,0-1 0 0 0,0 1 0 0 0,-4-1 0 0 0,2 1-272 0 0,1 0 1 0 0,0 0-1 0 0,0 1 1 0 0,-1 0-1 0 0,1-1 0 0 0,0 1 1 0 0,-1 0-1 0 0,1 1 1 0 0,-4 0-1 0 0,3-1-797 0 0,0 2 0 0 0,-1-1 0 0 0,1 0 0 0 0,0 1 0 0 0,0 0 0 0 0,0-1 0 0 0,-4 5 0 0 0</inkml:trace>
</inkml:ink>
</file>

<file path=ppt/ink/ink7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21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70 588 0 0,'28'23'3305'0'0,"-19"-12"-2687"0"0,-1-1-1 0 0,0 1 1 0 0,-1 1-1 0 0,0 0 1 0 0,0 0-1 0 0,-2 0 1 0 0,0 1-1 0 0,0-1 1 0 0,-1 1-1 0 0,5 24 1719 0 0,-7-41-2142 0 0,26-54 299 0 0,-18 34-480 0 0,2 1 0 0 0,0 0 1 0 0,1 0-1 0 0,2 1 0 0 0,24-29 1 0 0,-14 32-2931 0 0,-10 19-5069 0 0</inkml:trace>
</inkml:ink>
</file>

<file path=ppt/ink/ink7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22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36 214 220 0 0,'4'-18'4115'0'0,"1"10"1650"0"0,1 50-5127 0 0,-3 1 0 0 0,-1 0 0 0 0,-6 65 1 0 0,1 1 19 0 0,7 95 2125 0 0,-4-206-2767 0 0,-1 0-1 0 0,1 0 1 0 0,0 0-1 0 0,-1 0 1 0 0,1 1 0 0 0,-1-1-1 0 0,0 0 1 0 0,0 0-1 0 0,0 1 1 0 0,0-1-1 0 0,0 0 1 0 0,0 1-1 0 0,-2-2 1 0 0,-11-26 96 0 0,4-19 1 0 0,3 0 0 0 0,1-1 0 0 0,3 0 0 0 0,4-75 0 0 0,0 100-105 0 0,2 0-1 0 0,1 1 1 0 0,0-1-1 0 0,2 1 1 0 0,1 1-1 0 0,1-1 1 0 0,0 1-1 0 0,2 0 1 0 0,1 1-1 0 0,0 0 1 0 0,22-29 0 0 0,-29 45-12 0 0,1-1 1 0 0,1 1-1 0 0,-1-1 1 0 0,0 2-1 0 0,1-1 1 0 0,0 0-1 0 0,1 1 1 0 0,-1 0-1 0 0,0 1 0 0 0,1 0 1 0 0,0-1-1 0 0,0 2 1 0 0,0-1-1 0 0,11-1 1 0 0,-15 3 2 0 0,1 1 0 0 0,-1 0 0 0 0,0 0 0 0 0,0 0 0 0 0,0 0 0 0 0,0 1 0 0 0,1-1 0 0 0,-1 1 0 0 0,0 0 1 0 0,0 0-1 0 0,0 0 0 0 0,0 0 0 0 0,0 1 0 0 0,-1-1 0 0 0,1 1 0 0 0,0-1 0 0 0,0 1 0 0 0,-1 0 0 0 0,0 0 0 0 0,1 1 0 0 0,-1-1 0 0 0,0 0 0 0 0,0 1 0 0 0,0-1 0 0 0,0 1 1 0 0,0-1-1 0 0,-1 1 0 0 0,1 0 0 0 0,-1 0 0 0 0,0 0 0 0 0,0 0 0 0 0,0 0 0 0 0,0 0 0 0 0,0 0 0 0 0,-1 0 0 0 0,1 4 0 0 0,0 2 41 0 0,0-1 0 0 0,0 1-1 0 0,-1 0 1 0 0,-1 0 0 0 0,1 0-1 0 0,-1 0 1 0 0,-1-1 0 0 0,0 1 0 0 0,0 0-1 0 0,0-1 1 0 0,-1 0 0 0 0,0 1-1 0 0,-1-1 1 0 0,-8 14 0 0 0,8-16-191 0 0,-1 0 0 0 0,1 1 0 0 0,-1-2 0 0 0,0 1 1 0 0,0 0-1 0 0,-1-1 0 0 0,0 0 0 0 0,0 0 0 0 0,-12 7 1 0 0,13-10-358 0 0,0 1 0 0 0,0-1 0 0 0,1-1 0 0 0,-1 1 0 0 0,0-1 0 0 0,0 0 1 0 0,0 0-1 0 0,-1 0 0 0 0,-6 0 0 0 0,4-11-4940 0 0</inkml:trace>
</inkml:ink>
</file>

<file path=ppt/ink/ink7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22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60 560 0 0,'0'0'805'0'0,"12"2"5696"0"0,-10 26-5130 0 0,-2-27-1269 0 0,0 0 0 0 0,0 0 0 0 0,0 1 1 0 0,0-1-1 0 0,0 0 0 0 0,0 0 1 0 0,0 0-1 0 0,0 0 0 0 0,1 1 0 0 0,-1-1 1 0 0,1 0-1 0 0,-1 0 0 0 0,1 0 0 0 0,-1 0 1 0 0,1 0-1 0 0,-1 0 0 0 0,1 0 1 0 0,0 0-1 0 0,0 0 0 0 0,0-1 0 0 0,-1 1 1 0 0,1 0-1 0 0,0 0 0 0 0,0-1 1 0 0,0 1-1 0 0,0 0 0 0 0,2 0 0 0 0,8-4-33 0 0,1-1 0 0 0,-1 0-1 0 0,0-1 1 0 0,0 0 0 0 0,0-1-1 0 0,0 0 1 0 0,-1 0 0 0 0,0-1-1 0 0,-1-1 1 0 0,0 0 0 0 0,0 0 0 0 0,0-1-1 0 0,-1 0 1 0 0,11-16 0 0 0,-18 24-56 0 0,2 0-3 0 0,-3 1-9 0 0,0 0 0 0 0,0-1 0 0 0,0 1 0 0 0,0 0-1 0 0,0 0 1 0 0,0 0 0 0 0,0 0 0 0 0,1-1 0 0 0,-1 1 0 0 0,0 0 0 0 0,0 0 0 0 0,0 0 0 0 0,0 0 0 0 0,0 0-1 0 0,1 0 1 0 0,-1 0 0 0 0,0 0 0 0 0,0-1 0 0 0,0 1 0 0 0,1 0 0 0 0,-1 0 0 0 0,0 0 0 0 0,0 0-1 0 0,0 0 1 0 0,0 0 0 0 0,1 0 0 0 0,-1 0 0 0 0,0 0 0 0 0,0 0 0 0 0,0 0 0 0 0,1 0 0 0 0,-1 0 0 0 0,0 0-1 0 0,0 0 1 0 0,0 0 0 0 0,1 1 0 0 0,-1-1 0 0 0,0 0 0 0 0,0 0 0 0 0,0 0 0 0 0,0 0 0 0 0,1 0-1 0 0,-1 0 1 0 0,0 0 0 0 0,0 1 0 0 0,0-1 0 0 0,0 0 0 0 0,0 0 0 0 0,0 0 0 0 0,1 0 0 0 0,-1 1 0 0 0,-3 16 36 0 0,1-8-25 0 0,1 1 0 0 0,-1-1 0 0 0,2 1 1 0 0,-1-1-1 0 0,1 1 0 0 0,1-1 0 0 0,0 0 1 0 0,4 19-1 0 0,-5-26-9 0 0,1 0 0 0 0,-1 0 1 0 0,1 0-1 0 0,0 0 0 0 0,0 0 1 0 0,0 0-1 0 0,0-1 0 0 0,0 1 0 0 0,0 0 1 0 0,0 0-1 0 0,0-1 0 0 0,1 1 0 0 0,-1-1 1 0 0,1 1-1 0 0,-1-1 0 0 0,1 0 0 0 0,0 1 1 0 0,-1-1-1 0 0,1 0 0 0 0,0 0 1 0 0,0 0-1 0 0,0-1 0 0 0,0 1 0 0 0,0 0 1 0 0,0-1-1 0 0,0 1 0 0 0,0-1 0 0 0,2 1 1 0 0,3-1 0 0 0,-1-1 0 0 0,0 0 0 0 0,0 0 1 0 0,1-1-1 0 0,-1 1 0 0 0,0-1 0 0 0,0-1 0 0 0,10-4 1 0 0,-2 0-2 0 0,0 1 0 0 0,0 1 1 0 0,1 0-1 0 0,0 1 0 0 0,0 0 1 0 0,26-2-1 0 0,-36 6-4 0 0,0-1 1 0 0,0 1-1 0 0,0 0 0 0 0,0 0 0 0 0,0 0 1 0 0,-1 0-1 0 0,8 2 0 0 0,-11-1 18 0 0,1-1 0 0 0,-1 1 0 0 0,0 0 0 0 0,0-1 0 0 0,0 1 0 0 0,0 0-1 0 0,0 0 1 0 0,-1 0 0 0 0,1-1 0 0 0,0 1 0 0 0,0 0 0 0 0,0 0 0 0 0,-1 0-1 0 0,1 0 1 0 0,0 0 0 0 0,-1 0 0 0 0,1 2 0 0 0,0-1 253 0 0,-3 1-209 0 0,-3 4-64 0 0,1-1 1 0 0,-2 1 0 0 0,1-1 0 0 0,-1-1-1 0 0,-7 7 1 0 0,-5 6-2339 0 0,1 1-4069 0 0</inkml:trace>
</inkml:ink>
</file>

<file path=ppt/ink/ink7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23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95 376 0 0,'0'0'2049'0'0,"1"1"-1366"0"0,0 0 1 0 0,1-1-1 0 0,-1 1 1 0 0,0-1-1 0 0,0 1 1 0 0,0-1-1 0 0,0 1 1 0 0,0-1-1 0 0,1 0 1 0 0,-1 0-1 0 0,0 0 1 0 0,0 0-1 0 0,1 0 1 0 0,-1 0-1 0 0,2 0 1 0 0,32-44 2310 0 0,-34 43-2870 0 0,17-21-2654 0 0,-2 10-216 0 0,-6 0-3447 0 0,-5 4 3371 0 0</inkml:trace>
</inkml:ink>
</file>

<file path=ppt/ink/ink7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24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0 206 13413 0 0,'1'-22'160'0'0,"1"-1"0"0"0,9-42 0 0 0,-9 57-25 0 0,1 1 0 0 0,0-1 0 0 0,0 1 0 0 0,0 0-1 0 0,1 0 1 0 0,0 0 0 0 0,0 0 0 0 0,0 1 0 0 0,1-1 0 0 0,0 1 0 0 0,11-10-1 0 0,-14 15-252 0 0,-2 1-20 0 0,1 0 0 0 0,-1-1 0 0 0,1 1-1 0 0,-1 0 1 0 0,1 0 0 0 0,0 0 0 0 0,-1 0-1 0 0,1 0 1 0 0,-1 0 0 0 0,1 0 0 0 0,-1 0-1 0 0,1 0 1 0 0,0 0 0 0 0,-1 0 0 0 0,1 0-1 0 0,-1 0 1 0 0,1 0 0 0 0,-1 0 0 0 0,1 1 0 0 0,0-1-1 0 0,-1 0 1 0 0,1 0 0 0 0,-1 1 0 0 0,1-1-1 0 0,-1 0 1 0 0,1 1 0 0 0,-1-1 0 0 0,0 1-1 0 0,1-1 1 0 0,-1 0 0 0 0,1 1 0 0 0,-1-1-1 0 0,0 1 1 0 0,0-1 0 0 0,1 1 0 0 0,-1-1-1 0 0,0 1 1 0 0,0-1 0 0 0,1 1 0 0 0,-1 0-1 0 0,0-1 1 0 0,0 1 0 0 0,0-1 0 0 0,0 1-1 0 0,0 0 1 0 0,1 9-3281 0 0</inkml:trace>
</inkml:ink>
</file>

<file path=ppt/ink/ink7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29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731 726 880 0 0,'-1'-17'2683'0'0,"-1"8"-2115"0"0,0 0 406 0 0,0 1-1 0 0,-1-1 1 0 0,0 1 0 0 0,0 0-1 0 0,-7-11 1 0 0,9 18-887 0 0,0 0 0 0 0,0 0 1 0 0,0 0-1 0 0,0 1 0 0 0,-1-1 1 0 0,1 0-1 0 0,0 1 0 0 0,0-1 1 0 0,-1 1-1 0 0,1-1 0 0 0,0 1 0 0 0,-1 0 1 0 0,1-1-1 0 0,0 1 0 0 0,-1 0 1 0 0,1 0-1 0 0,-1 0 0 0 0,1 0 0 0 0,0 0 1 0 0,-1 0-1 0 0,1 1 0 0 0,-3-1 1 0 0,-26 8 585 0 0,29-7-617 0 0,-1 0-6 0 0,0-1 0 0 0,-1 1 0 0 0,1 0 0 0 0,0 0 0 0 0,0 0 0 0 0,1 0 0 0 0,-1 0 0 0 0,0 0 0 0 0,0 0 0 0 0,0 1 0 0 0,1-1 0 0 0,-1 1 0 0 0,1-1 0 0 0,-1 1 0 0 0,1 0 0 0 0,0 0 0 0 0,-1-1 0 0 0,1 1 0 0 0,0 0 0 0 0,0 0 0 0 0,0 0 0 0 0,1 0-1 0 0,-1 0 1 0 0,0 1 0 0 0,1-1 0 0 0,-1 2 0 0 0,2-3-39 0 0,-1 1 1 0 0,1-1-1 0 0,0 0 0 0 0,-1 0 0 0 0,1-1 0 0 0,0 1 0 0 0,0 0 0 0 0,0 0 0 0 0,0 0 0 0 0,-1 0 0 0 0,1-1 1 0 0,0 1-1 0 0,1 0 0 0 0,-1-1 0 0 0,0 1 0 0 0,0-1 0 0 0,0 1 0 0 0,0-1 0 0 0,0 0 0 0 0,0 1 1 0 0,1-1-1 0 0,-1 0 0 0 0,0 0 0 0 0,0 0 0 0 0,2 0 0 0 0,23 3 89 0 0,-2-1-124 0 0,0-1 0 0 0,-1-2 0 0 0,1 0 0 0 0,0-1 0 0 0,-1-1 0 0 0,0-2 1 0 0,25-7-1 0 0,-37 9-28 0 0,0-1 0 0 0,0-1 0 0 0,0 0 1 0 0,0-1-1 0 0,-1 0 0 0 0,0 0 0 0 0,0-1 1 0 0,0 0-1 0 0,-1-1 0 0 0,0 0 0 0 0,-1 0 1 0 0,0-1-1 0 0,0 0 0 0 0,-1-1 0 0 0,9-14 1 0 0,-13 18 43 0 0,0 0 1 0 0,0 0 0 0 0,-1-1 0 0 0,0 1 0 0 0,-1-1 0 0 0,1 1 0 0 0,-1-1-1 0 0,0 1 1 0 0,-1-1 0 0 0,0 0 0 0 0,0 1 0 0 0,0-1 0 0 0,-1 0 0 0 0,0 1-1 0 0,0-1 1 0 0,0 1 0 0 0,-1-1 0 0 0,0 1 0 0 0,0 0 0 0 0,-1-1 0 0 0,0 1-1 0 0,-7-10 1 0 0,2 3 19 0 0,-1 1-1 0 0,0 0 0 0 0,-1 1 0 0 0,0 0 1 0 0,-1 0-1 0 0,0 1 0 0 0,-1 1 1 0 0,-25-17-1 0 0,18 16 26 0 0,0 1 0 0 0,-1 1 1 0 0,1 0-1 0 0,-2 1 0 0 0,1 2 0 0 0,-1 0 0 0 0,0 1 1 0 0,0 1-1 0 0,0 1 0 0 0,-1 1 0 0 0,1 0 0 0 0,0 2 1 0 0,-1 1-1 0 0,1 0 0 0 0,0 2 0 0 0,0 0 0 0 0,-29 11 1 0 0,14-3 25 0 0,1 2 1 0 0,0 1-1 0 0,1 2 1 0 0,0 2-1 0 0,2 1 1 0 0,0 1-1 0 0,2 2 1 0 0,-54 50-1 0 0,69-57-32 0 0,0 1-1 0 0,0 1 0 0 0,2 0 0 0 0,0 0 1 0 0,1 1-1 0 0,1 1 0 0 0,1 0 0 0 0,1 0 1 0 0,0 1-1 0 0,2 1 0 0 0,-7 29 0 0 0,11-36-18 0 0,1 0 0 0 0,0-1 0 0 0,1 1-1 0 0,1 0 1 0 0,0 0 0 0 0,1 0 0 0 0,1 0 0 0 0,0-1 0 0 0,1 1-1 0 0,1-1 1 0 0,0 0 0 0 0,1 1 0 0 0,0-2 0 0 0,1 1-1 0 0,1-1 1 0 0,0 0 0 0 0,1 0 0 0 0,9 12 0 0 0,-2-8-1 0 0,0 0 0 0 0,1-1 0 0 0,0-1 0 0 0,1 0 0 0 0,1-1-1 0 0,0-1 1 0 0,36 18 0 0 0,-24-16-1 0 0,1-1-1 0 0,1-2 0 0 0,0-2 1 0 0,55 12-1 0 0,-28-13-6 0 0,0-2 0 0 0,1-3 0 0 0,0-3 0 0 0,0-2 0 0 0,83-12 0 0 0,-84 4-1 0 0,-1-3 0 0 0,-1-1 0 0 0,-1-4 0 0 0,0-2 0 0 0,-1-2 0 0 0,-1-3 0 0 0,90-53 0 0 0,-114 57 0 0 0,0-1 0 0 0,-2-2-1 0 0,0-1 1 0 0,-2-1 0 0 0,0-1-1 0 0,-2-1 1 0 0,35-52-1 0 0,-47 60 2 0 0,0-1 0 0 0,-2 0 0 0 0,0-1 0 0 0,-2 0 0 0 0,0 0 0 0 0,-2-1 0 0 0,0 0 0 0 0,-1 0 0 0 0,-1-1 0 0 0,-1 1 0 0 0,-1-1 0 0 0,-2 0 0 0 0,-2-32 0 0 0,0 33 2 0 0,-1 1 0 0 0,0 1 1 0 0,-2-1-1 0 0,-1 0 0 0 0,0 1 0 0 0,-1 0 0 0 0,-2 1 0 0 0,0 0 0 0 0,-1 0 1 0 0,0 1-1 0 0,-2 0 0 0 0,0 0 0 0 0,-1 2 0 0 0,-1-1 0 0 0,0 2 0 0 0,-1 0 1 0 0,-1 1-1 0 0,0 0 0 0 0,-1 1 0 0 0,-1 1 0 0 0,0 1 0 0 0,0 0 1 0 0,-1 2-1 0 0,0 0 0 0 0,-1 1 0 0 0,0 1 0 0 0,0 0 0 0 0,-25-3 0 0 0,20 7-74 0 0,1 0-1 0 0,-1 2 0 0 0,1 1 1 0 0,-1 1-1 0 0,1 1 0 0 0,-1 2 0 0 0,1 0 1 0 0,-38 12-1 0 0,45-11-333 0 0,1 2-1 0 0,0 0 1 0 0,1 1 0 0 0,-1 0 0 0 0,-19 16 0 0 0,24-17-332 0 0,2 2 0 0 0,-1-1 0 0 0,1 1 0 0 0,1 1 0 0 0,-1 0 0 0 0,2 0 0 0 0,-1 1 0 0 0,-5 11 1 0 0,-3 13-2589 0 0</inkml:trace>
</inkml:ink>
</file>

<file path=ppt/ink/ink7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0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1112 584 0 0,'8'24'8056'0'0,"-4"-25"-7869"0"0,0-1 0 0 0,0 0 0 0 0,0 1 0 0 0,0-1 0 0 0,-1 0 0 0 0,1-1 0 0 0,-1 1 0 0 0,0 0 0 0 0,1-1 0 0 0,-1 0 0 0 0,0 0 0 0 0,-1 0 0 0 0,4-4 0 0 0,40-55 710 0 0,-26 34-542 0 0,2 0-163 0 0,-2-1-1 0 0,-1 0 0 0 0,-1-2 0 0 0,-2 0 0 0 0,-1-1 0 0 0,-1-1 0 0 0,-2 0 0 0 0,-2-1 0 0 0,0 0 0 0 0,5-49 0 0 0,-14 80-184 0 0,18-215 421 0 0,-17 183-363 0 0,-1 0 1 0 0,-2 0-1 0 0,-2 0 1 0 0,-1 0-1 0 0,-11-41 0 0 0,-16-62 71 0 0,31 136-118 0 0,-3 21-118 0 0,11 170 117 0 0,-10-157 77 0 0,7-51-2 0 0,-2 13-96 0 0,-3 5 2 0 0,1 0 1 0 0,0 0-1 0 0,-1 0 1 0 0,1-1-1 0 0,-1 1 0 0 0,1 0 1 0 0,-1-1-1 0 0,0 1 0 0 0,0-1 1 0 0,1 1-1 0 0,-1 0 0 0 0,0-1 1 0 0,0 1-1 0 0,0-1 0 0 0,0 1 1 0 0,-1 0-1 0 0,1-1 0 0 0,0 1 1 0 0,-1-1-1 0 0,0 0 0 0 0,1 1 7 0 0,0 1-1 0 0,0 0 0 0 0,0 0 0 0 0,0 0 1 0 0,0 0-1 0 0,0 0 0 0 0,0 0 1 0 0,0-1-1 0 0,0 1 0 0 0,0 0 0 0 0,0 0 1 0 0,0 0-1 0 0,0 0 0 0 0,0 0 0 0 0,-1 0 1 0 0,1-1-1 0 0,0 1 0 0 0,0 0 0 0 0,0 0 1 0 0,1 0-1 0 0,-1 0 0 0 0,0 0 0 0 0,0-1 1 0 0,0 1-1 0 0,0 0 0 0 0,0 0 0 0 0,0 0 1 0 0,0 0-1 0 0,0 0 0 0 0,0 0 1 0 0,0-1-1 0 0,0 1 0 0 0,0 0 0 0 0,0 0 1 0 0,0 0-1 0 0,1 0 0 0 0,-1 0 0 0 0,0 0 1 0 0,0 0-1 0 0,0 0 0 0 0,0-1 0 0 0,0 1 1 0 0,0 0-1 0 0,0 0 0 0 0,1 0 0 0 0,-1 0 1 0 0,0 0-1 0 0,0 0 0 0 0,0 0 1 0 0,0 0-1 0 0,0 0 0 0 0,1 0 0 0 0,-1 0 1 0 0,0 0-1 0 0,0 0 0 0 0,0 0 0 0 0,0 0 1 0 0,0 0-1 0 0,1 0 0 0 0,-1 0 0 0 0,0 0 1 0 0,0 0-1 0 0,0 0 0 0 0,0 0 0 0 0,0 0 1 0 0,0 1-1 0 0,1-1 0 0 0,-1 0 0 0 0,3 21 290 0 0,0 0 0 0 0,-2 0-1 0 0,0 0 1 0 0,-1 0 0 0 0,-4 25-1 0 0,1 6-21 0 0,-3 415 1810 0 0,24-164-1180 0 0,-14-247-552 0 0,-4-54-274 0 0,-1-9-968 0 0,-7-124-3880 0 0,0 36-4256 0 0,3 61 5257 0 0</inkml:trace>
</inkml:ink>
</file>

<file path=ppt/ink/ink7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1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3 295 228 0 0,'-1'-3'266'0'0,"1"-1"1"0"0,-1 1-1 0 0,1-1 0 0 0,0 0 1 0 0,0 1-1 0 0,0-1 0 0 0,0 0 1 0 0,1 1-1 0 0,0-1 0 0 0,-1 1 1 0 0,1-1-1 0 0,0 1 0 0 0,1-1 1 0 0,-1 1-1 0 0,0 0 0 0 0,1-1 1 0 0,0 1-1 0 0,0 0 0 0 0,0 0 1 0 0,0 0-1 0 0,1 1 0 0 0,-1-1 1 0 0,1 0-1 0 0,-1 1 0 0 0,1 0 1 0 0,0-1-1 0 0,3-1 0 0 0,9-6 193 0 0,0-1-1 0 0,1 2 0 0 0,31-15 0 0 0,24-6 159 0 0,1 2-1 0 0,2 4 1 0 0,0 2 0 0 0,1 4-1 0 0,81-8 1 0 0,-151 25-714 0 0,1 1 1 0 0,0 0 0 0 0,0 0-1 0 0,0 0 1 0 0,0 1-1 0 0,0 0 1 0 0,-1 0-1 0 0,9 3 1 0 0,-12-4-172 0 0,0 1 1 0 0,0 0 0 0 0,0 0-1 0 0,0 0 1 0 0,0 0-1 0 0,0 0 1 0 0,-1 0-1 0 0,1 1 1 0 0,-1-1 0 0 0,1 1-1 0 0,-1-1 1 0 0,1 1-1 0 0,-1-1 1 0 0,0 1-1 0 0,1 0 1 0 0,-1 0-1 0 0,0-1 1 0 0,0 1 0 0 0,-1 0-1 0 0,1 0 1 0 0,0 0-1 0 0,-1 0 1 0 0,1 0-1 0 0,-1 0 1 0 0,1 0 0 0 0,-1 3-1 0 0,0 12-2617 0 0</inkml:trace>
</inkml:ink>
</file>

<file path=ppt/ink/ink7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1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1 156 416 0 0,'1'3'206'0'0,"0"-1"0"0"0,0 1 0 0 0,0-1 0 0 0,1 0 0 0 0,-1 0 0 0 0,1 0 1 0 0,0 0-1 0 0,-1 0 0 0 0,1 0 0 0 0,0 0 0 0 0,0 0 0 0 0,0-1 0 0 0,0 1 0 0 0,0-1 0 0 0,1 0 0 0 0,-1 1 0 0 0,0-1 0 0 0,1 0 0 0 0,-1 0 0 0 0,1 0 1 0 0,-1-1-1 0 0,1 1 0 0 0,-1-1 0 0 0,1 1 0 0 0,-1-1 0 0 0,1 0 0 0 0,0 0 0 0 0,-1 0 0 0 0,1 0 0 0 0,0-1 0 0 0,2 0 0 0 0,14-1 223 0 0,0-1 0 0 0,0-1 0 0 0,22-8 0 0 0,-24 7-58 0 0,241-83 1990 0 0,-89 23-8043 0 0,-154 59 4518 0 0,5-1-1432 0 0</inkml:trace>
</inkml:ink>
</file>

<file path=ppt/ink/ink7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2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1032 472 0 0,'0'0'1491'0'0,"-2"9"-454"0"0,5-5 2262 0 0,1-3-3175 0 0,0 0 0 0 0,0 0 0 0 0,0 0 0 0 0,0 0 0 0 0,0-1-1 0 0,0 0 1 0 0,0 1 0 0 0,0-2 0 0 0,0 1 0 0 0,0 0 0 0 0,0-1 0 0 0,1 0 0 0 0,-1 0 0 0 0,0 0 0 0 0,-1 0 0 0 0,1-1 0 0 0,0 1 0 0 0,0-1 0 0 0,-1 0 0 0 0,1 0 0 0 0,-1-1 0 0 0,1 1 0 0 0,3-4 0 0 0,9-7 35 0 0,0-1-1 0 0,-1 0 0 0 0,18-22 1 0 0,-10 6-71 0 0,-1 0 0 0 0,-2-1 0 0 0,-1-2 0 0 0,-2 0 1 0 0,-1 0-1 0 0,-1-2 0 0 0,-2 0 0 0 0,-2 0 0 0 0,-1-1 1 0 0,-2-1-1 0 0,-1 1 0 0 0,2-52 0 0 0,-5 32 127 0 0,-6-111-1 0 0,-1 139-18 0 0,-1 1-1 0 0,-1-1 1 0 0,-2 1 0 0 0,0 0-1 0 0,-22-51 1 0 0,28 77-184 0 0,1 0-1 0 0,0 0 1 0 0,-1 0-1 0 0,1 0 1 0 0,0 1 0 0 0,-1-1-1 0 0,1 0 1 0 0,-1 0-1 0 0,1 0 1 0 0,-1 1-1 0 0,0-1 1 0 0,1 0 0 0 0,-1 0-1 0 0,0 1 1 0 0,0-1-1 0 0,1 1 1 0 0,-1-1 0 0 0,0 0-1 0 0,0 1 1 0 0,0 0-1 0 0,0-1 1 0 0,0 1-1 0 0,1 0 1 0 0,-1-1 0 0 0,0 1-1 0 0,0 0 1 0 0,-1 0-1 0 0,0 0-4 0 0,1 0 0 0 0,-1 1 1 0 0,1 0-1 0 0,0-1 0 0 0,-1 1 0 0 0,1 0 0 0 0,0 0 0 0 0,0 0 0 0 0,0 0 0 0 0,0 0 0 0 0,0 0 0 0 0,0 0 1 0 0,0 0-1 0 0,0 0 0 0 0,-2 3 0 0 0,-25 55 59 0 0,18-30-48 0 0,2 0 0 0 0,0 0 0 0 0,3 1-1 0 0,0 0 1 0 0,0 34 0 0 0,9 150 90 0 0,-1-183-101 0 0,1-1 1 0 0,2-1-1 0 0,1 1 0 0 0,1-1 1 0 0,2 0-1 0 0,0 0 1 0 0,2-2-1 0 0,2 1 0 0 0,0-1 1 0 0,1-1-1 0 0,2-1 0 0 0,1 0 1 0 0,30 33-1 0 0,-43-54-5 0 0,-1 1 0 0 0,1-1 0 0 0,0 1 0 0 0,0-1 0 0 0,1-1 0 0 0,-1 1 0 0 0,1-1 1 0 0,0 0-1 0 0,0 0 0 0 0,0-1 0 0 0,0 0 0 0 0,0 0 0 0 0,0 0 0 0 0,1 0 0 0 0,-1-1 0 0 0,0-1 0 0 0,1 1 0 0 0,-1-1 0 0 0,1 0 0 0 0,-1 0 0 0 0,1-1 0 0 0,-1 1 0 0 0,1-2 0 0 0,-1 1 0 0 0,1-1 0 0 0,-1 0 0 0 0,0 0 0 0 0,0 0 0 0 0,0-1 0 0 0,0 0 0 0 0,-1 0 0 0 0,1-1 0 0 0,-1 0 0 0 0,0 0 0 0 0,0 0 0 0 0,0 0 1 0 0,5-7-1 0 0,4-3-2 0 0,-11 11 67 0 0,1 0 0 0 0,0-1-1 0 0,-1 0 1 0 0,0 0 0 0 0,0 0-1 0 0,0 0 1 0 0,4-9 0 0 0,-7 12 326 0 0,6-11 110 0 0,-2 5-215 0 0,-3 9-232 0 0,-3 20-558 0 0,1-16-134 0 0,0-1-126 0 0,0 0 410 0 0,-2 17-1194 0 0,-2-8-4204 0 0,0-5 2495 0 0</inkml:trace>
</inkml:ink>
</file>

<file path=ppt/ink/ink7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2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91 12 0 0,'0'0'712'0'0,"-3"-18"524"0"0,3 1-256 0 0,0 0-156 0 0,0 3-432 0 0,0 2-576 0 0,3-1-1864 0 0</inkml:trace>
</inkml:ink>
</file>

<file path=ppt/ink/ink7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3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18 1036 0 0,'0'0'1131'0'0,"-3"-17"9077"0"0,11 67-9708 0 0,-1 0-1 0 0,-3 0 1 0 0,-2 59-1 0 0,-3-52-229 0 0,4 1 0 0 0,13 81 0 0 0,-15-129-154 0 0,-1-9-111 0 0,0 0 0 0 0,0 1 0 0 0,0-1 0 0 0,0 0 0 0 0,0 0-1 0 0,0 0 1 0 0,1 0 0 0 0,-1 1 0 0 0,0-1 0 0 0,1 0 0 0 0,-1 0 0 0 0,1 0 0 0 0,-1 0 0 0 0,1 0 0 0 0,-1 0 0 0 0,1 0 0 0 0,0 0-1 0 0,-1 0 1 0 0,1 0 0 0 0,0 0 0 0 0,0 0 0 0 0,0-1 0 0 0,0 1 0 0 0,-1 0 0 0 0,3 1 0 0 0,-1-2 14 0 0,2-2 12 0 0,12-7-15 0 0,0 0 0 0 0,0-2 0 0 0,-1 0 1 0 0,-1 0-1 0 0,24-24 0 0 0,60-78 33 0 0,-88 99-46 0 0,14-22 24 0 0,-23 35-17 0 0,-3 2-20 0 0,1 0 8 0 0,-1 1 1 0 0,1-1-1 0 0,0 0 0 0 0,-1 1 1 0 0,1-1-1 0 0,0 1 0 0 0,0 0 1 0 0,0-1-1 0 0,0 1 0 0 0,0 0 1 0 0,0 0-1 0 0,1 0 0 0 0,-1-1 1 0 0,1 1-1 0 0,-1 0 0 0 0,1 0 0 0 0,0 0 1 0 0,-1 0-1 0 0,1 3 0 0 0,1-2-1 0 0,0-1 0 0 0,0 1 0 0 0,0-1 0 0 0,0 1 0 0 0,1-1 0 0 0,-1 1 0 0 0,0-1 0 0 0,1 0 0 0 0,0 0 0 0 0,0 0 0 0 0,-1 0 0 0 0,1 0 0 0 0,0 0 0 0 0,1 0 0 0 0,-1-1 0 0 0,0 1 0 0 0,0-1 0 0 0,1 1 0 0 0,4 1 0 0 0,-2-1 1 0 0,1-1 1 0 0,-1 0 0 0 0,1 0-1 0 0,-1 0 1 0 0,1 0 0 0 0,-1-1 0 0 0,1 0-1 0 0,-1 0 1 0 0,10-2 0 0 0,-7 1 5 0 0,0-1 1 0 0,0 1 0 0 0,0-2-1 0 0,-1 1 1 0 0,1-1 0 0 0,-1 0-1 0 0,0 0 1 0 0,0-1 0 0 0,0 0-1 0 0,0-1 1 0 0,-1 1-1 0 0,1-1 1 0 0,-1 0 0 0 0,7-9-1 0 0,10-9 3762 0 0,-25 28-3899 0 0,1 0 1 0 0,-1 1-1 0 0,1-1 0 0 0,0 1 0 0 0,1-1 1 0 0,-1 1-1 0 0,1-1 0 0 0,0 1 0 0 0,0 0 1 0 0,1-1-1 0 0,0 1 0 0 0,0-1 0 0 0,0 1 1 0 0,1-1-1 0 0,0 0 0 0 0,0 1 0 0 0,0-1 1 0 0,5 8-1 0 0,5 5-2711 0 0,1-1-3404 0 0,-5-6 1881 0 0</inkml:trace>
</inkml:ink>
</file>

<file path=ppt/ink/ink7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6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39 201 11405 0 0,'0'-194'1031'0'0,"2"188"31"0"0,0 10-388 0 0,2 29-133 0 0,0 51-151 0 0,-18 263 814 0 0,10-265-1002 0 0,-13 83-1 0 0,8-95-1238 0 0,9-68 523 0 0,-7 6-1215 0 0</inkml:trace>
</inkml:ink>
</file>

<file path=ppt/ink/ink7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6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0 184 780 0 0,'2'0'7258'0'0,"18"-6"-7174"0"0,468-100 1907 0 0,-391 84-1618 0 0,0 4 1 0 0,193-10-1 0 0,-286 28-359 0 0,0 1-1 0 0,-1-1 1 0 0,1 0-1 0 0,0 1 1 0 0,-1 0-1 0 0,1 0 1 0 0,-1 0-1 0 0,1 0 1 0 0,-1 0-1 0 0,1 1 1 0 0,-1 0-1 0 0,0-1 1 0 0,0 1-1 0 0,0 1 1 0 0,0-1-1 0 0,5 5 1 0 0,-1 1 8 0 0,0 0 0 0 0,-1 1 0 0 0,0 1 0 0 0,6 11 0 0 0,-9-14-15 0 0,1-1 1 0 0,0 1-1 0 0,0-1 0 0 0,0 0 1 0 0,1 0-1 0 0,-1 0 1 0 0,2 0-1 0 0,-1-1 0 0 0,0 0 1 0 0,1 0-1 0 0,0 0 1 0 0,9 5-1 0 0,-10-8 3 0 0,1 0-1 0 0,0 0 1 0 0,-1 0-1 0 0,1-1 1 0 0,0 1-1 0 0,0-2 1 0 0,0 1-1 0 0,0 0 1 0 0,0-1-1 0 0,0 0 1 0 0,0-1-1 0 0,0 1 1 0 0,0-1-1 0 0,0-1 1 0 0,11-2-1 0 0,-14 2 44 0 0,0 1 0 0 0,0 0 0 0 0,0-1 0 0 0,-1 0 0 0 0,1 1 0 0 0,0-1 0 0 0,-1 0 0 0 0,1-1 0 0 0,-1 1 0 0 0,1 0 0 0 0,-1-1 0 0 0,0 1 0 0 0,0-1 0 0 0,0 0 0 0 0,0 1 0 0 0,-1-1 0 0 0,1 0 0 0 0,-1 0 0 0 0,0 0 0 0 0,0 0 0 0 0,0-1 0 0 0,0 1 0 0 0,0 0 0 0 0,-1 0 0 0 0,1-1 0 0 0,-1 1 0 0 0,0 0 0 0 0,0-1 0 0 0,-1-4 0 0 0,0 2 2 0 0,-1 1 1 0 0,0 0 0 0 0,0 0 0 0 0,-1 0-1 0 0,1 1 1 0 0,-1-1 0 0 0,0 1-1 0 0,0-1 1 0 0,0 1 0 0 0,-1 0 0 0 0,0 0-1 0 0,1 0 1 0 0,-1 1 0 0 0,-1-1 0 0 0,1 1-1 0 0,0 0 1 0 0,-1 0 0 0 0,0 1 0 0 0,-8-5-1 0 0,11 7-178 0 0,1-1-1 0 0,-1 1 0 0 0,1-1 1 0 0,0 1-1 0 0,-1 0 0 0 0,1 0 1 0 0,-1 0-1 0 0,1-1 1 0 0,-1 1-1 0 0,1 1 0 0 0,-1-1 1 0 0,1 0-1 0 0,-1 0 0 0 0,1 0 1 0 0,-1 1-1 0 0,1-1 0 0 0,0 1 1 0 0,-1-1-1 0 0,1 1 0 0 0,0 0 1 0 0,-1-1-1 0 0,1 1 1 0 0,0 0-1 0 0,0 0 0 0 0,0 0 1 0 0,-2 1-1 0 0,-6 10-5382 0 0</inkml:trace>
</inkml:ink>
</file>

<file path=ppt/ink/ink7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7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1 368 144 0 0,'2'1'233'0'0,"-1"-1"0"0"0,1 1-1 0 0,0 0 1 0 0,0-1 0 0 0,-1 1 0 0 0,1 0 0 0 0,-1 0-1 0 0,1 0 1 0 0,-1 0 0 0 0,1 1 0 0 0,-1-1 0 0 0,0 0-1 0 0,1 1 1 0 0,-1-1 0 0 0,0 1 0 0 0,0-1 0 0 0,0 1-1 0 0,0-1 1 0 0,0 1 0 0 0,0 0 0 0 0,-1-1 0 0 0,1 1-1 0 0,0 3 1 0 0,16 53 1813 0 0,-15-46-1741 0 0,55 224 5013 0 0,-91-303-4593 0 0,28 44-654 0 0,2 0-1 0 0,1 0 1 0 0,1-1-1 0 0,1 1 0 0 0,0-1 1 0 0,2 1-1 0 0,1-1 1 0 0,1 1-1 0 0,9-36 1 0 0,-1 20-36 0 0,1-1 1 0 0,2 2 0 0 0,1 0 0 0 0,34-60 0 0 0,-41 85-26 0 0,1 0-1 0 0,0 1 1 0 0,1 0 0 0 0,0 0 0 0 0,20-16 0 0 0,-26 24-8 0 0,0 1-1 0 0,0 0 1 0 0,1 0-1 0 0,-1 1 1 0 0,1-1 0 0 0,0 1-1 0 0,0 0 1 0 0,0 0-1 0 0,5-1 1 0 0,-7 3-1 0 0,-1-1 1 0 0,1 1-1 0 0,0 0 0 0 0,-1 0 1 0 0,1 0-1 0 0,-1 0 0 0 0,1 1 1 0 0,-1-1-1 0 0,1 1 0 0 0,-1-1 1 0 0,1 1-1 0 0,-1 0 0 0 0,0 0 1 0 0,1 0-1 0 0,-1 0 0 0 0,0 1 1 0 0,0-1-1 0 0,0 0 0 0 0,4 4 1 0 0,-3-1-1 0 0,1 0 0 0 0,0 0 1 0 0,-1 1-1 0 0,0-1 0 0 0,0 1 1 0 0,0 0-1 0 0,-1 0 0 0 0,1 0 1 0 0,-1 0-1 0 0,0 0 0 0 0,-1 1 0 0 0,0-1 1 0 0,1 1-1 0 0,-1-1 0 0 0,-1 1 1 0 0,1-1-1 0 0,-1 1 0 0 0,0-1 1 0 0,-1 1-1 0 0,1 0 0 0 0,-1-1 1 0 0,0 1-1 0 0,0-1 0 0 0,-3 6 1 0 0,0 4 5 0 0,-1 0 0 0 0,-1 0 0 0 0,-1 0 1 0 0,0-1-1 0 0,0 0 0 0 0,-2 0 1 0 0,-11 14-1 0 0,-26 23-187 0 0,11-26-3350 0 0,34-25 2688 0 0</inkml:trace>
</inkml:ink>
</file>

<file path=ppt/ink/ink7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8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4 448 0 0,'0'0'808'0'0,"10"-4"4453"0"0,-9 12-4972 0 0,0 0 0 0 0,-1-1 0 0 0,0 1 0 0 0,0 0 0 0 0,-1 0 0 0 0,0-1 0 0 0,0 1 0 0 0,-1 0 0 0 0,1-1 0 0 0,-2 0 1 0 0,-5 14-1 0 0,4-8 32 0 0,0 0 0 0 0,0 0 0 0 0,-2 24 0 0 0,5-12 27 0 0,0-18-237 0 0,0 1 0 0 0,1 0 0 0 0,0 0-1 0 0,0 0 1 0 0,1-1 0 0 0,0 1 0 0 0,3 11-1 0 0,-4-18-99 0 0,0 0 0 0 0,0-1 0 0 0,1 1 0 0 0,-1 0 0 0 0,0 0 0 0 0,1 0 0 0 0,-1 0 0 0 0,1-1 0 0 0,-1 1 0 0 0,1 0 0 0 0,-1-1 0 0 0,1 1 0 0 0,-1 0 0 0 0,1-1 0 0 0,0 1 0 0 0,-1 0 0 0 0,1-1 0 0 0,0 1 0 0 0,0-1 0 0 0,-1 1 0 0 0,1-1 0 0 0,0 0 0 0 0,0 1 0 0 0,0-1 0 0 0,-1 0 0 0 0,1 0 0 0 0,0 1 0 0 0,0-1 0 0 0,0 0 0 0 0,0 0 0 0 0,0 0 0 0 0,0 0 0 0 0,0 0 0 0 0,-1 0 0 0 0,1 0 0 0 0,0 0 0 0 0,0-1 0 0 0,0 1 0 0 0,0 0 0 0 0,0-1 0 0 0,-1 1 0 0 0,1 0 0 0 0,0-1 0 0 0,0 1 0 0 0,0-1 0 0 0,-1 1 0 0 0,1-1 0 0 0,1 0 0 0 0,42-41 149 0 0,-33 31-102 0 0,-8 8-54 0 0,0 2 0 0 0,1-1 0 0 0,0 0 0 0 0,-1 1 0 0 0,1-1 0 0 0,0 1 0 0 0,0 0 0 0 0,0 0 0 0 0,0 1 0 0 0,-1-1 0 0 0,1 1 0 0 0,0 0 0 0 0,0 0 0 0 0,0 0 0 0 0,0 0 0 0 0,0 1 0 0 0,7 2 0 0 0,41-1-22 0 0,-44-2 21 0 0,0-1-1 0 0,-1 0 0 0 0,1 0 1 0 0,0 0-1 0 0,-1-1 1 0 0,0 0-1 0 0,1-1 0 0 0,6-3 1 0 0,-11 5 3 0 0,-1 0-12 0 0,20-19 58 0 0,-12 4-69 0 0,-9 14 36 0 0,-1 0-24 0 0,0-1 2 0 0,0 0 0 0 0,1 1 1 0 0,-2-1-1 0 0,1 0 0 0 0,0 1 1 0 0,0-1-1 0 0,-1 0 0 0 0,0 1 0 0 0,1-1 1 0 0,-1 0-1 0 0,0 1 0 0 0,0-1 1 0 0,-3-3-1 0 0,3 4 11 0 0,1 2-10 0 0,0-1 2 0 0,0 1 0 0 0,0 0 0 0 0,0-1-1 0 0,0 1 1 0 0,0-1 0 0 0,0 1 0 0 0,0 0 0 0 0,0-1-1 0 0,0 1 1 0 0,0-1 0 0 0,0 1 0 0 0,0 0-1 0 0,-1-1 1 0 0,1 1 0 0 0,0 0 0 0 0,0-1 0 0 0,0 1-1 0 0,-1 0 1 0 0,1-1 0 0 0,0 1 0 0 0,-1 0-1 0 0,1-1 1 0 0,0 1 0 0 0,0 0 0 0 0,-1 0-1 0 0,1 0 1 0 0,-1-1 0 0 0,1 1 0 0 0,0 0 0 0 0,-1 0-1 0 0,1 0 1 0 0,0 0 0 0 0,-1-1 0 0 0,1 1-1 0 0,-1 0 1 0 0,1 0 0 0 0,0 0 0 0 0,-1 0 0 0 0,1 0-1 0 0,-1 0 1 0 0,1 0 0 0 0,0 0 0 0 0,-1 0-1 0 0,1 0 1 0 0,-1 1 0 0 0,1-1 0 0 0,0 0 0 0 0,-1 0-1 0 0,1 0 1 0 0,0 0 0 0 0,-1 1 0 0 0,1-1-1 0 0,0 0 1 0 0,-1 0 0 0 0,1 1 0 0 0,0-1 0 0 0,-1 0-1 0 0,1 1 1 0 0,-18 12-8 0 0,13-7 26 0 0,0 0 1 0 0,0 0-1 0 0,0 0 1 0 0,1 1 0 0 0,-1 0-1 0 0,2 0 1 0 0,-1 0 0 0 0,1 0-1 0 0,0 1 1 0 0,1-1-1 0 0,-1 1 1 0 0,2 0 0 0 0,-3 15-1 0 0,4-20 1 0 0,1-2 21 0 0,-1 0-37 0 0,1 0 0 0 0,-1 0 0 0 0,1 0-1 0 0,-1 0 1 0 0,1 0 0 0 0,0 0 0 0 0,-1 0-1 0 0,1 0 1 0 0,0 0 0 0 0,0 0 0 0 0,0-1-1 0 0,0 1 1 0 0,-1 0 0 0 0,1 0 0 0 0,0-1 0 0 0,2 2-1 0 0,2-2 1 0 0,0 0-1 0 0,0 0 1 0 0,-1 0-1 0 0,1-1 1 0 0,0 0-1 0 0,-1 0 0 0 0,1 0 1 0 0,0 0-1 0 0,-1-1 1 0 0,1 1-1 0 0,-1-1 1 0 0,0 0-1 0 0,0-1 1 0 0,1 1-1 0 0,5-6 1 0 0,2-1-4 0 0,0 0 1 0 0,0-1-1 0 0,19-22 1 0 0,-25 26-4 0 0,0 1 1 0 0,0 0-1 0 0,1 0 1 0 0,0 0 0 0 0,0 1-1 0 0,8-3 1 0 0,16-3-12 0 0,-30 10 14 0 0,0 0 0 0 0,0 0 0 0 0,-1 0 0 0 0,1 0 0 0 0,0 0 1 0 0,0 0-1 0 0,0 0 0 0 0,0 0 0 0 0,-1 1 0 0 0,1-1 0 0 0,0 0 0 0 0,0 0 0 0 0,-1 1 1 0 0,1-1-1 0 0,0 0 0 0 0,0 1 0 0 0,-1-1 0 0 0,1 1 0 0 0,0-1 0 0 0,-1 1 0 0 0,1-1 0 0 0,-1 1 1 0 0,1 0-1 0 0,-1-1 0 0 0,1 1 0 0 0,-1 0 0 0 0,1 0 0 0 0,2 8 105 0 0,0 1-1 0 0,-1-1 0 0 0,0 1 0 0 0,0 0 1 0 0,-1-1-1 0 0,-1 1 0 0 0,0 0 1 0 0,0 0-1 0 0,-1-1 0 0 0,-2 13 0 0 0,-3 16 357 0 0,-15 46-1 0 0,-50 117 417 0 0,20-66-528 0 0,-46 121 132 0 0,-14 40-205 0 0,83-210-1712 0 0,-25 133 1 0 0,46-139-1166 0 0,9-27-3309 0 0,3-27 2354 0 0</inkml:trace>
</inkml:ink>
</file>

<file path=ppt/ink/ink7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56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43 260 0 0,'-19'-43'7251'0'0,"17"49"-6807"0"0,-3 16 8 0 0,1 0-1 0 0,1 0 1 0 0,1 1 0 0 0,0 28 0 0 0,10 102 986 0 0,-4-97-793 0 0,2-62-577 0 0,0 1 1 0 0,-1-1-1 0 0,1 1 0 0 0,-1-2 0 0 0,8-12 0 0 0,15-16-3 0 0,-20 27-59 0 0,0-1 1 0 0,0 1-1 0 0,1 1 0 0 0,0-1 0 0 0,0 2 0 0 0,1-1 0 0 0,15-7 1 0 0,-23 13-7 0 0,1 0 1 0 0,0 0-1 0 0,0 0 1 0 0,-1 0-1 0 0,1 1 1 0 0,0-1-1 0 0,0 1 1 0 0,0 0-1 0 0,0 0 1 0 0,0 0-1 0 0,0 0 1 0 0,0 0-1 0 0,0 1 1 0 0,-1-1-1 0 0,1 1 1 0 0,0 0-1 0 0,0 0 1 0 0,0 0-1 0 0,-1 0 1 0 0,1 0-1 0 0,0 1 1 0 0,-1-1-1 0 0,1 1 1 0 0,-1-1-1 0 0,0 1 1 0 0,0 0-1 0 0,1 0 1 0 0,-1 0-1 0 0,0 0 1 0 0,-1 1-1 0 0,1-1 1 0 0,0 1-1 0 0,-1-1 1 0 0,1 1-1 0 0,1 3 1 0 0,0 0-30 0 0,0 0 1 0 0,0 1-1 0 0,0-1 1 0 0,-1 1-1 0 0,0 0 0 0 0,0 0 1 0 0,-1 0-1 0 0,0 0 1 0 0,0 0-1 0 0,-1 0 1 0 0,1 0-1 0 0,-2 0 1 0 0,1 0-1 0 0,-1 0 1 0 0,0 1-1 0 0,0-1 1 0 0,-1-1-1 0 0,0 1 1 0 0,0 0-1 0 0,-1 0 1 0 0,0-1-1 0 0,0 1 1 0 0,0-1-1 0 0,-1 0 1 0 0,0 0-1 0 0,0 0 1 0 0,-9 8-1 0 0,12-13-443 0 0,13-41-9224 0 0</inkml:trace>
</inkml:ink>
</file>

<file path=ppt/ink/ink7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56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71 144 0 0,'-16'14'433'0'0,"1"0"-1"0"0,0 1 1 0 0,1 0-1 0 0,1 2 1 0 0,1-1-1 0 0,0 2 1 0 0,1 0 0 0 0,0 0-1 0 0,2 1 1 0 0,-8 21-1 0 0,2 2 232 0 0,1 1-1 0 0,3 0 0 0 0,-10 74 0 0 0,18-102-565 0 0,2-1-1 0 0,0 0 1 0 0,0 1-1 0 0,1-1 1 0 0,1 1-1 0 0,0-1 1 0 0,1 1-1 0 0,1-1 1 0 0,0 0-1 0 0,1 0 1 0 0,1 0-1 0 0,0-1 1 0 0,1 1-1 0 0,0-1 1 0 0,1 0-1 0 0,0-1 1 0 0,1 0-1 0 0,1 0 0 0 0,0 0 1 0 0,0-1-1 0 0,1-1 1 0 0,0 0-1 0 0,1 0 1 0 0,0-1-1 0 0,1 0 1 0 0,0-1-1 0 0,0 0 1 0 0,15 6-1 0 0,0-2-22 0 0,2-1-1 0 0,0-1 0 0 0,0-1 0 0 0,0-2 1 0 0,1-1-1 0 0,0-1 0 0 0,1-2 0 0 0,-1-1 1 0 0,1-1-1 0 0,-1-2 0 0 0,0 0 1 0 0,1-3-1 0 0,-1 0 0 0 0,41-13 0 0 0,-49 10-42 0 0,-1-2-1 0 0,-1 0 1 0 0,0-1-1 0 0,0-2 0 0 0,-1 0 1 0 0,0 0-1 0 0,-1-2 1 0 0,0-1-1 0 0,-1 0 1 0 0,-1-1-1 0 0,-1 0 0 0 0,0-2 1 0 0,-1 1-1 0 0,-1-2 1 0 0,-1 0-1 0 0,18-37 1 0 0,-21 39-17 0 0,-1 0 0 0 0,-1-1 0 0 0,0 0 0 0 0,-2 0 1 0 0,0-1-1 0 0,-1 1 0 0 0,-1-1 0 0 0,0 0 0 0 0,-2 0 1 0 0,0 0-1 0 0,-1-1 0 0 0,-1 1 0 0 0,-1 0 0 0 0,0 0 1 0 0,-2 0-1 0 0,0 1 0 0 0,-1-1 0 0 0,-1 1 0 0 0,-1 0 1 0 0,-9-19-1 0 0,4 19 7 0 0,-1 0-1 0 0,0 1 1 0 0,-1 1 0 0 0,0 0 0 0 0,-2 1 0 0 0,0 1 0 0 0,0 0-1 0 0,-1 1 1 0 0,-1 1 0 0 0,0 1 0 0 0,-1 0 0 0 0,0 2 0 0 0,-1 0-1 0 0,1 1 1 0 0,-2 0 0 0 0,1 2 0 0 0,-1 1 0 0 0,0 0-1 0 0,-22-1 1 0 0,22 3-130 0 0,-1 1-1 0 0,1 1 1 0 0,0 1-1 0 0,-1 0 1 0 0,1 2-1 0 0,0 1 1 0 0,0 0-1 0 0,0 2 1 0 0,0 0-1 0 0,1 1 1 0 0,0 1-1 0 0,0 1 0 0 0,1 1 1 0 0,0 1-1 0 0,0 0 1 0 0,1 1-1 0 0,0 1 1 0 0,-31 29-1 0 0,42-34-145 0 0,1 0-1 0 0,0 1 0 0 0,1 0 0 0 0,0 0 1 0 0,0 0-1 0 0,-7 16 0 0 0,-2 31-4033 0 0,13-26 1671 0 0</inkml:trace>
</inkml:ink>
</file>

<file path=ppt/ink/ink7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59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87 192 0 0,'-64'-86'10830'0'0,"68"262"-8924"0"0,1-134-1618 0 0,1 0 1 0 0,20 68-1 0 0,0-1 94 0 0,-25-103-361 0 0,0-5-138 0 0,0 1-1 0 0,0 0 0 0 0,-1-1 1 0 0,1 1-1 0 0,-1 0 1 0 0,1 0-1 0 0,-1-1 0 0 0,0 1 1 0 0,0 0-1 0 0,0 0 1 0 0,0 0-1 0 0,0-1 0 0 0,0 1 1 0 0,0 0-1 0 0,-1 0 1 0 0,1 0-1 0 0,0-1 1 0 0,-1 1-1 0 0,0 0 0 0 0,1-1 1 0 0,-1 1-1 0 0,0 0 1 0 0,0-1-1 0 0,0 1 0 0 0,0-1 1 0 0,0 1-1 0 0,-3 1 1 0 0,2-2-727 0 0,-19-13-4658 0 0,10 2 2936 0 0</inkml:trace>
</inkml:ink>
</file>

<file path=ppt/ink/ink7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0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1 387 520 0 0,'0'-5'153'0'0,"0"1"0"0"0,0-1-1 0 0,1 1 1 0 0,0-1 0 0 0,0 1 0 0 0,0 0-1 0 0,0-1 1 0 0,1 1 0 0 0,-1 0 0 0 0,1 0-1 0 0,0 0 1 0 0,1 0 0 0 0,-1 0 0 0 0,1 1-1 0 0,-1-1 1 0 0,1 1 0 0 0,0-1 0 0 0,1 1-1 0 0,3-4 1 0 0,11-7 125 0 0,0 0 0 0 0,33-19 0 0 0,-21 14 61 0 0,29-18 12 0 0,1 2 1 0 0,1 3-1 0 0,2 3 1 0 0,101-32-1 0 0,-160 59-339 0 0,94-21 304 0 0,-90 21-472 0 0,0 1 0 0 0,0 0 0 0 0,0 1 0 0 0,0 0 0 0 0,0 0-1 0 0,0 1 1 0 0,0 0 0 0 0,0 1 0 0 0,16 4 0 0 0,-7 7-2449 0 0,-12-5 1102 0 0</inkml:trace>
</inkml:ink>
</file>

<file path=ppt/ink/ink7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0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1 153 688 0 0,'1'1'150'0'0,"1"1"1"0"0,0-1-1 0 0,-1 0 1 0 0,1 0-1 0 0,0 0 0 0 0,-1 0 1 0 0,1 0-1 0 0,0 0 0 0 0,0 0 1 0 0,0 0-1 0 0,0-1 0 0 0,0 1 1 0 0,0-1-1 0 0,0 0 1 0 0,0 1-1 0 0,0-1 0 0 0,0 0 1 0 0,0 0-1 0 0,1 0 0 0 0,-1 0 1 0 0,4-2-1 0 0,50-9 718 0 0,-48 9-569 0 0,182-60 1754 0 0,-129 39-1698 0 0,104-24 0 0 0,-118 34-2040 0 0,-32 7-3176 0 0</inkml:trace>
</inkml:ink>
</file>

<file path=ppt/ink/ink7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2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1 357 560 0 0,'0'0'519'0'0,"10"7"1819"0"0,-2-9-2077 0 0,0 1 1 0 0,-1-1-1 0 0,1 0 1 0 0,0-1-1 0 0,-1 0 1 0 0,1 0-1 0 0,-1 0 1 0 0,0-1-1 0 0,0-1 1 0 0,0 1-1 0 0,-1-1 1 0 0,1 0-1 0 0,-1 0 1 0 0,-1-1-1 0 0,7-6 1 0 0,12-14 81 0 0,0-2 0 0 0,18-30-1 0 0,-34 48-220 0 0,-1 0 0 0 0,0 0-1 0 0,-1 0 1 0 0,0-1-1 0 0,-1 0 1 0 0,0-1-1 0 0,-1 1 1 0 0,0-1-1 0 0,-1 1 1 0 0,0-1 0 0 0,-1 0-1 0 0,1-15 1 0 0,-3 26-112 0 0,0 0-1 0 0,0 0 1 0 0,0 0 0 0 0,0 0 0 0 0,0 0 0 0 0,0 0 0 0 0,-1 0 0 0 0,1 0 0 0 0,0 0 0 0 0,-1 0 0 0 0,1 0 0 0 0,0 0 0 0 0,-1 0 0 0 0,1 0-1 0 0,-1 0 1 0 0,0 1 0 0 0,1-1 0 0 0,-1 0 0 0 0,0 0 0 0 0,1 0 0 0 0,-1 1 0 0 0,0-1 0 0 0,0 0 0 0 0,0 1 0 0 0,-1-2 0 0 0,-1 1 2 0 0,1 1 1 0 0,0-1-1 0 0,0 1 1 0 0,-1-1 0 0 0,1 1-1 0 0,0 0 1 0 0,-1 0-1 0 0,1 0 1 0 0,0 0-1 0 0,-1 0 1 0 0,-2 1-1 0 0,-5 1 23 0 0,1 1 0 0 0,-1 0 0 0 0,-18 8 0 0 0,21-6-20 0 0,-1-1-1 0 0,1 1 0 0 0,0 1 1 0 0,1-1-1 0 0,-1 1 0 0 0,1 0 1 0 0,0 1-1 0 0,1-1 1 0 0,0 1-1 0 0,0 0 0 0 0,0 0 1 0 0,-3 9-1 0 0,1-3 17 0 0,0 1 1 0 0,2 0-1 0 0,0 0 1 0 0,0 0-1 0 0,1 0 1 0 0,-1 16-1 0 0,3-23-18 0 0,2-1 0 0 0,-1 1 0 0 0,1-1 0 0 0,0 0 0 0 0,0 1 0 0 0,1-1 1 0 0,0 1-1 0 0,0-1 0 0 0,1 0 0 0 0,-1 0 0 0 0,1 1 0 0 0,1-1 0 0 0,-1 0 0 0 0,1-1 0 0 0,0 1 0 0 0,0 0 0 0 0,1-1 0 0 0,-1 0 0 0 0,1 0 0 0 0,1 0 1 0 0,-1 0-1 0 0,1-1 0 0 0,-1 1 0 0 0,1-1 0 0 0,0 0 0 0 0,1-1 0 0 0,-1 1 0 0 0,1-1 0 0 0,8 4 0 0 0,-1-2-6 0 0,0-1 1 0 0,0 0-1 0 0,0 0 0 0 0,1-2 1 0 0,-1 1-1 0 0,1-2 0 0 0,-1 0 0 0 0,1 0 1 0 0,-1-1-1 0 0,1-1 0 0 0,0-1 0 0 0,24-5 1 0 0,-22 3-296 0 0,-1-1-1 0 0,1 0 1 0 0,-2-1 0 0 0,1-1 0 0 0,-1 0-1 0 0,0-1 1 0 0,15-12 0 0 0,-21 15-98 0 0,-2-1 1 0 0,1 0-1 0 0,-1 0 1 0 0,0-1-1 0 0,0 0 1 0 0,0 0-1 0 0,-1 0 1 0 0,0-1-1 0 0,-1 1 1 0 0,0-1-1 0 0,0 0 1 0 0,0-1-1 0 0,-1 1 1 0 0,3-14-1 0 0,-3 4 324 0 0,-1 1 1 0 0,0-1-1 0 0,-1 0 0 0 0,-2-17 0 0 0,1 32 678 0 0,0-4-499 0 0,0 5 302 0 0,0 6 2201 0 0,9 205-655 0 0,30-298-514 0 0,-36 83-1444 0 0,-1-1 0 0 0,1 1 0 0 0,0 0 0 0 0,1 0 0 0 0,0 1 0 0 0,-1-1 0 0 0,2 1 0 0 0,-1-1 0 0 0,1 1 0 0 0,-1 1 0 0 0,8-6 0 0 0,-11 9-5 0 0,12 5 0 0 0,-1 0 0 0 0,0 1 0 0 0,17 10 0 0 0,-22-11 0 0 0,0 0 0 0 0,0 0-1 0 0,1-1 1 0 0,-1 1 0 0 0,1-2-1 0 0,0 1 1 0 0,0-1 0 0 0,0 0-1 0 0,0-1 1 0 0,0 0 0 0 0,0 0-1 0 0,0-1 1 0 0,9-1 0 0 0,-8 1 1 0 0,1-1 0 0 0,-1 0 0 0 0,0 0 0 0 0,0-1 0 0 0,0-1 1 0 0,0 0-1 0 0,-1 0 0 0 0,1 0 0 0 0,-1-1 0 0 0,0 0 0 0 0,1-1 1 0 0,-2 0-1 0 0,1 0 0 0 0,12-12 0 0 0,0 2 0 0 0,-17 13 0 0 0,0 0 0 0 0,0-1-1 0 0,0 1 1 0 0,0-1-1 0 0,0 1 1 0 0,-1-1 0 0 0,1 0-1 0 0,-1 0 1 0 0,3-4 0 0 0,-3 1-2 0 0,1 0 0 0 0,-1 0 0 0 0,0 0 1 0 0,-1 0-1 0 0,0-1 0 0 0,0 1 0 0 0,0 0 0 0 0,-1-1 1 0 0,0-8-1 0 0,0 13-4 0 0,3-29 905 0 0,0 110-647 0 0,4-1 0 0 0,23 111-1 0 0,-24-153-200 0 0,12 51 74 0 0,8 55 171 0 0,-26-139-242 0 0,1-1 1 0 0,-1 1 0 0 0,0 0-1 0 0,0 0 1 0 0,0 0 0 0 0,-1 0-1 0 0,1 0 1 0 0,-1 0 0 0 0,1-1 0 0 0,-1 1-1 0 0,0 0 1 0 0,0 0 0 0 0,0-1-1 0 0,0 1 1 0 0,-3 4 0 0 0,2-6-15 0 0,1 1 0 0 0,-1-1 0 0 0,1 1 0 0 0,-1-1 1 0 0,0 0-1 0 0,1 0 0 0 0,-1 0 0 0 0,0 0 0 0 0,0 0 0 0 0,0 0 0 0 0,0 0 1 0 0,0-1-1 0 0,0 1 0 0 0,0 0 0 0 0,0-1 0 0 0,0 0 0 0 0,-2 1 0 0 0,-3-2 18 0 0,0 1 0 0 0,1 0 0 0 0,-1-1 0 0 0,1-1 0 0 0,-1 1 0 0 0,1-1 0 0 0,0 0 0 0 0,-1 0 0 0 0,1-1 0 0 0,0 0 0 0 0,-10-6 0 0 0,5 1-167 0 0,1 0 1 0 0,-1-1-1 0 0,2 0 0 0 0,-1 0 1 0 0,1-1-1 0 0,1-1 0 0 0,-1 1 1 0 0,2-1-1 0 0,0-1 0 0 0,0 0 1 0 0,-7-19-1 0 0,9 19-1117 0 0,0-1 0 0 0,1 0 1 0 0,1 1-1 0 0,0-2 0 0 0,1 1 0 0 0,-1-26 0 0 0,3 13-1813 0 0</inkml:trace>
</inkml:ink>
</file>

<file path=ppt/ink/ink7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2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79 788 0 0,'-15'-62'5990'0'0,"15"60"-5519"0"0,3-2 135 0 0,-3 3-630 0 0,0 1 0 0 0,0-1-1 0 0,0 1 1 0 0,0-1 0 0 0,0 1-1 0 0,1-1 1 0 0,-1 1-1 0 0,0-1 1 0 0,0 1 0 0 0,1-1-1 0 0,-1 1 1 0 0,0 0 0 0 0,1-1-1 0 0,-1 1 1 0 0,0-1-1 0 0,1 1 1 0 0,-1 0 0 0 0,1-1-1 0 0,-1 1 1 0 0,1 0 0 0 0,-1 0-1 0 0,0-1 1 0 0,1 1 0 0 0,-1 0-1 0 0,1 0 1 0 0,-1 0-1 0 0,1-1 1 0 0,-1 1 0 0 0,1 0-1 0 0,-1 0 1 0 0,1 0 0 0 0,0 0-1 0 0,-1 0 1 0 0,1 0 0 0 0,-1 0-1 0 0,1 0 1 0 0,-1 0-1 0 0,1 1 1 0 0,-1-1 0 0 0,1 0-1 0 0,0 0 1 0 0,19 8-3351 0 0,-14-2 1430 0 0</inkml:trace>
</inkml:ink>
</file>

<file path=ppt/ink/ink7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3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85 592 0 0,'0'4'635'0'0,"1"2"-417"0"0,0-1 0 0 0,1 1 0 0 0,0 0 0 0 0,0 0 0 0 0,0-1 0 0 0,0 1 0 0 0,1-1 0 0 0,0 0 0 0 0,0 0-1 0 0,0 0 1 0 0,1 0 0 0 0,0 0 0 0 0,0-1 0 0 0,0 0 0 0 0,0 0 0 0 0,1 0 0 0 0,-1 0 0 0 0,1-1-1 0 0,0 1 1 0 0,0-1 0 0 0,1 0 0 0 0,-1-1 0 0 0,0 1 0 0 0,1-1 0 0 0,0 0 0 0 0,10 2 0 0 0,-15-4-155 0 0,0 1 0 0 0,1-1 1 0 0,-1 1-1 0 0,0-1 0 0 0,0 0 1 0 0,0 0-1 0 0,1 1 0 0 0,-1-1 1 0 0,0 0-1 0 0,0 0 0 0 0,0 0 0 0 0,1 0 1 0 0,-1 0-1 0 0,0 0 0 0 0,0-1 1 0 0,1 1-1 0 0,-1 0 0 0 0,0-1 1 0 0,0 1-1 0 0,0 0 0 0 0,0-1 1 0 0,0 0-1 0 0,1 1 0 0 0,-1-1 1 0 0,0 0-1 0 0,0 1 0 0 0,1-3 1 0 0,-1 2 20 0 0,0-1 1 0 0,-1 0-1 0 0,1 0 1 0 0,-1 0-1 0 0,1 0 1 0 0,-1 0-1 0 0,0 0 1 0 0,0 0-1 0 0,0 0 1 0 0,0 0-1 0 0,0 0 1 0 0,0 0-1 0 0,0 0 1 0 0,-1 1-1 0 0,0-4 1 0 0,-3-9 301 0 0,-1 1 0 0 0,0 0 0 0 0,-11-21 0 0 0,-37-56 902 0 0,52 89-1445 0 0</inkml:trace>
</inkml:ink>
</file>

<file path=ppt/ink/ink7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13 424 0 0,'0'0'678'0'0,"0"5"-26"0"0,0-2-506 0 0,1 0 1 0 0,-1 0-1 0 0,1-1 0 0 0,0 1 0 0 0,0 0 1 0 0,0 0-1 0 0,0-1 0 0 0,0 1 0 0 0,1 0 1 0 0,-1-1-1 0 0,1 1 0 0 0,-1-1 0 0 0,1 0 1 0 0,0 1-1 0 0,0-1 0 0 0,0 0 0 0 0,0 0 1 0 0,1 0-1 0 0,-1-1 0 0 0,1 1 0 0 0,-1 0 1 0 0,1-1-1 0 0,-1 0 0 0 0,1 1 0 0 0,3 0 1 0 0,17 5 304 0 0,-17-4-203 0 0,0-1 0 0 0,0 0 0 0 0,1-1-1 0 0,-1 1 1 0 0,0-1 0 0 0,1-1 0 0 0,6 1 0 0 0,-11-1-169 0 0,1-1-1 0 0,0 0 1 0 0,-1 1 0 0 0,1-1 0 0 0,-1 0-1 0 0,1 0 1 0 0,-1 0 0 0 0,0-1-1 0 0,0 1 1 0 0,1-1 0 0 0,-1 1 0 0 0,0-1-1 0 0,0 0 1 0 0,0 1 0 0 0,0-1 0 0 0,-1 0-1 0 0,1-1 1 0 0,0 1 0 0 0,-1 0-1 0 0,3-5 1 0 0,23-49 1865 0 0,-26 55-1642 0 0,-1 1-288 0 0,1 0 0 0 0,-1-1-1 0 0,0 1 1 0 0,1 0 0 0 0,-1-1 0 0 0,0 1 0 0 0,1 0 0 0 0,-1 0 0 0 0,1-1 0 0 0,-1 1 0 0 0,0 0-1 0 0,1 0 1 0 0,-1 0 0 0 0,1 0 0 0 0,-1 0 0 0 0,1 0 0 0 0,-1-1 0 0 0,0 1 0 0 0,1 0 0 0 0,-1 0 0 0 0,1 0-1 0 0,-1 0 1 0 0,1 0 0 0 0,-1 1 0 0 0,1-1 0 0 0,-1 0 0 0 0,0 0 0 0 0,1 0 0 0 0,-1 0 0 0 0,1 1-1 0 0,9 11 91 0 0,-2 0 0 0 0,1 1 0 0 0,-1 0 0 0 0,-1 0 0 0 0,-1 1 0 0 0,7 19 0 0 0,27 96 281 0 0,-36-113-347 0 0,63 279 369 0 0,-53-224-316 0 0,3-2-5 0 0,8 40-9 0 0,-23-98-8 0 0,-1-1 0 0 0,-1 0 0 0 0,1 1 0 0 0,-2-1 0 0 0,1 0 0 0 0,-1 1 0 0 0,-1-1 0 0 0,-3 12 0 0 0,5-21-31 0 0,0 1 0 0 0,-1-1 0 0 0,1 1 0 0 0,-1-1 0 0 0,1 1 0 0 0,-1-1 0 0 0,0 0 0 0 0,1 1 0 0 0,-1-1 0 0 0,0 0 0 0 0,0 0 0 0 0,0 1 0 0 0,0-1 0 0 0,0 0 0 0 0,0 0-1 0 0,0 0 1 0 0,0 0 0 0 0,0 0 0 0 0,-1-1 0 0 0,1 1 0 0 0,0 0 0 0 0,-1 0 0 0 0,1-1 0 0 0,-1 1 0 0 0,1-1 0 0 0,-2 1 0 0 0,1-1 0 0 0,-1 0 0 0 0,0-1 0 0 0,1 1 0 0 0,-1-1 0 0 0,1 1 0 0 0,-1-1 0 0 0,1 0 0 0 0,0 0 0 0 0,-1 0 0 0 0,1 0-1 0 0,0 0 1 0 0,0-1 0 0 0,-4-2 0 0 0,-6-5 61 0 0,1-1-1 0 0,0 0 0 0 0,-17-22 1 0 0,22 24-63 0 0,0 0 0 0 0,1 0 1 0 0,0-1-1 0 0,0 0 0 0 0,1 0 0 0 0,0 0 1 0 0,0 0-1 0 0,1-1 0 0 0,0 1 0 0 0,-2-19 1 0 0,4 22-337 0 0,1-1 1 0 0,0 0 0 0 0,0 1 0 0 0,0-1 0 0 0,1 0 0 0 0,0 1 0 0 0,3-9 0 0 0,-2 10-684 0 0,0-1 0 0 0,0 1-1 0 0,1-1 1 0 0,-1 1 0 0 0,1 0 0 0 0,1 0 0 0 0,-1 0 0 0 0,8-8 0 0 0,-4 6-2314 0 0</inkml:trace>
</inkml:ink>
</file>

<file path=ppt/ink/ink7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7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56 672 0 0,'0'0'784'0'0,"-1"-23"2203"0"0,-4 9 4761 0 0,5 14-7662 0 0,-4 8 52 0 0,-21 42 1279 0 0,-35 102-1 0 0,58-146-1320 0 0,0 1 0 0 0,1-1 1 0 0,-1 1-1 0 0,1 0 0 0 0,0-1 0 0 0,1 1 0 0 0,0 0 0 0 0,0-1 1 0 0,0 1-1 0 0,1 0 0 0 0,1 9 0 0 0,-1-16-87 0 0,0 1 0 0 0,0-1 1 0 0,0 1-1 0 0,0-1 0 0 0,0 1 0 0 0,0-1 0 0 0,0 1 0 0 0,0-1 0 0 0,0 0 0 0 0,0 1 0 0 0,0-1 1 0 0,0 0-1 0 0,1 0 0 0 0,-1 0 0 0 0,0 0 0 0 0,0 0 0 0 0,0 0 0 0 0,0 0 0 0 0,0 0 1 0 0,0-1-1 0 0,0 1 0 0 0,0 0 0 0 0,0-1 0 0 0,0 1 0 0 0,0-1 0 0 0,0 1 0 0 0,0-1 0 0 0,0 1 1 0 0,0-1-1 0 0,1-1 0 0 0,23-10 11 0 0,1 1 0 0 0,0 2 1 0 0,0 0-1 0 0,1 2 0 0 0,0 1 0 0 0,1 1 1 0 0,44-3-1 0 0,-55 7-18 0 0,65-5 12 0 0,-75 5-3 0 0,-1 0-1 0 0,0-1 1 0 0,1 1-1 0 0,-1-1 1 0 0,0-1-1 0 0,0 1 1 0 0,0-1-1 0 0,-1 0 1 0 0,11-7-1 0 0,-13 7-4 0 0,0 0 0 0 0,-1 0 0 0 0,1-1 0 0 0,-1 1 0 0 0,0-1 0 0 0,0 1 0 0 0,0-1 0 0 0,-1 0 0 0 0,1 0 0 0 0,-1 0 0 0 0,0 0 0 0 0,0 0 0 0 0,0 0 0 0 0,-1 0 0 0 0,1 0 0 0 0,-1 0 0 0 0,0 0 0 0 0,-1-6 0 0 0,0-5 18 0 0,0 1 0 0 0,-1-1 0 0 0,-8-23 0 0 0,-14-15-25 0 0,24 52-26 0 0,-1 1-120 0 0,0 0 55 0 0,0 0-1 0 0,0 0 0 0 0,1 0 0 0 0,-1 0 0 0 0,0 0 1 0 0,0 0-1 0 0,0 0 0 0 0,1 0 0 0 0,-1 1 1 0 0,0-1-1 0 0,0 0 0 0 0,1 0 0 0 0,-1 1 0 0 0,0-1 1 0 0,0 1-1 0 0,1-1 0 0 0,-1 1 0 0 0,0-1 0 0 0,1 1 1 0 0,-1-1-1 0 0,1 1 0 0 0,-1-1 0 0 0,1 1 0 0 0,-1 0 1 0 0,1-1-1 0 0,-1 1 0 0 0,1 0 0 0 0,0 0 0 0 0,-1-1 1 0 0,1 1-1 0 0,0 0 0 0 0,0 0 0 0 0,-1 0 0 0 0,1-1 1 0 0,0 1-1 0 0,0 0 0 0 0,0 0 0 0 0,0 0 0 0 0,0-1 1 0 0,0 1-1 0 0,0 0 0 0 0,0 0 0 0 0,1 1 1 0 0,-1 0-784 0 0,0-2 811 0 0,1 0 0 0 0,-1 0 1 0 0,1 1-1 0 0,-1-1 0 0 0,1 0 0 0 0,-1 1 0 0 0,1-1 1 0 0,-1 0-1 0 0,1 1 0 0 0,-1-1 0 0 0,0 1 0 0 0,1-1 1 0 0,-1 1-1 0 0,0-1 0 0 0,1 0 0 0 0,-1 1 0 0 0,0-1 1 0 0,0 1-1 0 0,1 0 0 0 0,-1-1 0 0 0,0 1 0 0 0,0-1 1 0 0,0 1-1 0 0,1 0 0 0 0,7 12-5375 0 0,0-6 2635 0 0</inkml:trace>
</inkml:ink>
</file>

<file path=ppt/ink/ink7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7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152 541 352 0 0,'-19'-13'787'0'0,"15"10"699"0"0,-21-3 3312 0 0,13 13-4167 0 0,0 0 0 0 0,0 0-1 0 0,1 1 1 0 0,0 1-1 0 0,1 0 1 0 0,-17 18 0 0 0,21-22-463 0 0,5-3 123 0 0,0-2-277 0 0,1 1 1 0 0,0-1-1 0 0,0 1 0 0 0,0-1 1 0 0,0 1-1 0 0,-1-1 0 0 0,1 1 1 0 0,0-1-1 0 0,0 1 0 0 0,0 0 1 0 0,0-1-1 0 0,0 1 0 0 0,0-1 1 0 0,0 1-1 0 0,1-1 0 0 0,-1 1 1 0 0,0-1-1 0 0,0 1 0 0 0,0 0 1 0 0,1-1-1 0 0,-1 1 0 0 0,0-1 1 0 0,0 1-1 0 0,1-1 0 0 0,-1 0 0 0 0,0 1 1 0 0,1-1-1 0 0,-1 1 0 0 0,1-1 1 0 0,-1 0-1 0 0,0 1 0 0 0,1-1 1 0 0,-1 0-1 0 0,1 1 0 0 0,-1-1 1 0 0,1 0-1 0 0,-1 0 0 0 0,1 1 1 0 0,-1-1-1 0 0,1 0 0 0 0,-1 0 1 0 0,1 0-1 0 0,0 0 0 0 0,-1 0 1 0 0,1 0-1 0 0,-1 0 0 0 0,1 0 1 0 0,-1 0-1 0 0,1 0 0 0 0,-1 0 1 0 0,2 0-1 0 0,14-4 45 0 0,1 0 1 0 0,-1 2 0 0 0,1 0-1 0 0,0 0 1 0 0,26 3-1 0 0,-38-2-54 0 0,1 1 0 0 0,0-1-1 0 0,-1 1 1 0 0,1-2 0 0 0,-1 1 0 0 0,1 0-1 0 0,-1-1 1 0 0,0 0 0 0 0,0-1-1 0 0,0 1 1 0 0,0-1 0 0 0,0 0 0 0 0,0 0-1 0 0,6-6 1 0 0,-3 1-3 0 0,0 0 1 0 0,0 0-1 0 0,-1-1 0 0 0,-1 0 0 0 0,1 0 1 0 0,9-19-1 0 0,-1-8-3 0 0,-1 0 1 0 0,-1 0 0 0 0,9-48 0 0 0,-15 55-3 0 0,-1 0 1 0 0,-1 0 0 0 0,-2 0 0 0 0,-1 0 0 0 0,-1 0 0 0 0,-4-42 0 0 0,1 17 22 0 0,1 52-11 0 0,-2 8 6 0 0,-3 7 3 0 0,1 1 0 0 0,1 0 0 0 0,0 0 0 0 0,1 0 0 0 0,0 0 1 0 0,1 0-1 0 0,1 1 0 0 0,0-1 0 0 0,1 1 0 0 0,0-1 0 0 0,1 1 0 0 0,1-1 0 0 0,1 0 0 0 0,0 0 1 0 0,5 17-1 0 0,-3-15-4 0 0,0 0 1 0 0,1 0 0 0 0,1-1 0 0 0,0 0-1 0 0,1 0 1 0 0,1-1 0 0 0,0 0 0 0 0,1 0-1 0 0,1-1 1 0 0,0 0 0 0 0,0-1-1 0 0,1 0 1 0 0,19 14 0 0 0,-27-24 8 0 0,0 0 1 0 0,0 0-1 0 0,0-1 1 0 0,0 1-1 0 0,0-1 1 0 0,0 1-1 0 0,1-1 1 0 0,-1-1-1 0 0,0 1 1 0 0,1-1-1 0 0,3 1 1 0 0,-5-1 73 0 0,32-10 729 0 0,-33 10-638 0 0</inkml:trace>
</inkml:ink>
</file>

<file path=ppt/ink/ink7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8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36 476 0 0,'-7'-29'4902'0'0,"5"23"-7114"0"0</inkml:trace>
</inkml:ink>
</file>

<file path=ppt/ink/ink7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8.8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7 122 60 0 0,'-1'0'107'0'0,"1"-1"-1"0"0,-1 1 1 0 0,1 0-1 0 0,0 0 1 0 0,-1-1 0 0 0,1 1-1 0 0,-1-1 1 0 0,1 1 0 0 0,0 0-1 0 0,-1-1 1 0 0,1 1-1 0 0,0-1 1 0 0,0 1 0 0 0,-1-1-1 0 0,1 1 1 0 0,0-1 0 0 0,0 1-1 0 0,0-1 1 0 0,-1 1-1 0 0,1-1 1 0 0,0 1 0 0 0,0-1-1 0 0,0 1 1 0 0,0-1-1 0 0,0 1 1 0 0,0-1 0 0 0,0 0-1 0 0,0 1 1 0 0,0-1 0 0 0,1 1-1 0 0,-1-1 1 0 0,0 1-1 0 0,0-1 1 0 0,0 1 0 0 0,1-1-1 0 0,-1 1 1 0 0,0-1 0 0 0,0 1-1 0 0,1 0 1 0 0,-1-1-1 0 0,1 0 1 0 0,26-23 1801 0 0,38-10-529 0 0,-34 22-1123 0 0,-14 5-67 0 0,1 0-1 0 0,-1 2 1 0 0,22-5 0 0 0,-32 9-949 0 0,1 0 0 0 0,-1 1-1 0 0,1 0 1 0 0,0 0 0 0 0,-1 1 0 0 0,14 2-1 0 0,-5 0-1217 0 0</inkml:trace>
</inkml:ink>
</file>

<file path=ppt/ink/ink7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9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141 305 280 0 0,'0'0'4292'0'0,"-5"-3"-3682"0"0,2 2-451 0 0,1-1-1 0 0,-1 1 1 0 0,0 0-1 0 0,0 0 1 0 0,1 0-1 0 0,-1 0 1 0 0,0 1-1 0 0,0-1 1 0 0,0 1-1 0 0,0 0 1 0 0,0 0-1 0 0,0 0 1 0 0,0 0-1 0 0,0 0 1 0 0,0 0-1 0 0,0 1 1 0 0,0 0-1 0 0,1-1 1 0 0,-1 1-1 0 0,0 0 1 0 0,0 1-1 0 0,1-1 1 0 0,-1 0-1 0 0,0 1 1 0 0,1-1-1 0 0,-1 1 1 0 0,-3 4-1 0 0,1-2 42 0 0,-1 0 0 0 0,1 1 0 0 0,1 0 0 0 0,-1 0-1 0 0,1 1 1 0 0,0 0 0 0 0,0-1 0 0 0,0 1 0 0 0,1 0 0 0 0,-4 9-1 0 0,6-12-160 0 0,1 0-1 0 0,-1 0 1 0 0,1 0 0 0 0,-1 0-1 0 0,1 0 1 0 0,0 0-1 0 0,0 1 1 0 0,1-1 0 0 0,-1 0-1 0 0,0 0 1 0 0,1 0-1 0 0,0 0 1 0 0,0 0-1 0 0,0 0 1 0 0,0-1 0 0 0,0 1-1 0 0,1 0 1 0 0,-1 0-1 0 0,1-1 1 0 0,0 1-1 0 0,-1-1 1 0 0,1 1 0 0 0,0-1-1 0 0,1 0 1 0 0,-1 0-1 0 0,3 3 1 0 0,1 0-24 0 0,0-1 0 0 0,0 1 0 0 0,1-1 0 0 0,0 0 0 0 0,-1 0 0 0 0,1-1 0 0 0,0 0 0 0 0,1 0 0 0 0,-1-1 0 0 0,1 0 0 0 0,-1 0 0 0 0,1-1 0 0 0,-1 1 0 0 0,1-2 0 0 0,0 1 1 0 0,0-1-1 0 0,-1 0 0 0 0,1-1 0 0 0,0 0 0 0 0,-1 0 0 0 0,1-1 0 0 0,-1 0 0 0 0,1 0 0 0 0,-1-1 0 0 0,0 0 0 0 0,14-7 0 0 0,-10 4-44 0 0,1-1 0 0 0,-1 0 1 0 0,0-1-1 0 0,-1 0 0 0 0,0-1 0 0 0,0 0 1 0 0,-1-1-1 0 0,0 1 0 0 0,-1-2 0 0 0,0 1 1 0 0,-1-1-1 0 0,0-1 0 0 0,-1 1 0 0 0,0-1 1 0 0,5-14-1 0 0,-5 5 10 0 0,-2 1 0 0 0,0-1 1 0 0,-2-1-1 0 0,0 1 0 0 0,-1 0 0 0 0,-3-28 1 0 0,1-3 25 0 0,1 43 50 0 0,0 1 1 0 0,-1-1-1 0 0,0 1 1 0 0,0 0-1 0 0,-1-1 0 0 0,0 1 1 0 0,-5-13-1 0 0,7 21-51 0 0,0 0-1 0 0,0 0 0 0 0,0-1 1 0 0,-1 1-1 0 0,1 0 1 0 0,0 0-1 0 0,0 0 0 0 0,0-1 1 0 0,0 1-1 0 0,-1 0 0 0 0,1 0 1 0 0,0 0-1 0 0,0 0 1 0 0,-1 0-1 0 0,1-1 0 0 0,0 1 1 0 0,0 0-1 0 0,-1 0 0 0 0,1 0 1 0 0,0 0-1 0 0,0 0 1 0 0,-1 0-1 0 0,1 0 0 0 0,0 0 1 0 0,-1 0-1 0 0,1 0 1 0 0,0 0-1 0 0,0 0 0 0 0,-1 0 1 0 0,1 0-1 0 0,0 0 0 0 0,0 0 1 0 0,-1 0-1 0 0,1 0 1 0 0,0 1-1 0 0,0-1 0 0 0,-1 0 1 0 0,1 0-1 0 0,0 0 1 0 0,0 0-1 0 0,-1 1 0 0 0,1-1 1 0 0,0 0-1 0 0,0 0 0 0 0,0 0 1 0 0,-1 1-1 0 0,1-1 1 0 0,0 0-1 0 0,0 0 0 0 0,0 0 1 0 0,0 1-1 0 0,0-1 1 0 0,0 0-1 0 0,0 0 0 0 0,-1 1 1 0 0,1-1-1 0 0,0 0 0 0 0,0 1 1 0 0,-8 15-20 0 0,8-15 36 0 0,-4 8 3 0 0,1-1 0 0 0,1 1 0 0 0,0 0 0 0 0,0 0 0 0 0,0 0 0 0 0,1 0 0 0 0,1 0 0 0 0,-1 0 0 0 0,2 0 0 0 0,-1 1 0 0 0,4 16 0 0 0,0-8 7 0 0,1 1 0 0 0,0-1 1 0 0,1 0-1 0 0,14 27 1 0 0,-16-37-29 0 0,1 1 1 0 0,0-1 0 0 0,0 0 0 0 0,1 0 0 0 0,0-1-1 0 0,1 0 1 0 0,-1 0 0 0 0,1 0 0 0 0,0-1 0 0 0,15 10-1 0 0,-16-12 28 0 0,1-1-1 0 0,-1 0 0 0 0,0-1 1 0 0,1 1-1 0 0,-1-1 0 0 0,1 0 1 0 0,0-1-1 0 0,0 0 0 0 0,-1 0 1 0 0,1 0-1 0 0,0-1 0 0 0,0 0 1 0 0,0 0-1 0 0,13-3 0 0 0,3-2 515 0 0,-18 4-953 0 0,0 0 0 0 0,0 0 0 0 0,0 0 0 0 0,0 0 0 0 0,0 1 0 0 0,0-1 0 0 0,0 1 0 0 0,0 1 0 0 0,0-1 0 0 0,8 2 0 0 0</inkml:trace>
</inkml:ink>
</file>

<file path=ppt/ink/ink7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09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83 772 0 0,'0'0'1022'0'0,"44"-34"6346"0"0,-32 27-6667 0 0,0-1 1 0 0,0 2-1 0 0,1-1 0 0 0,0 2 1 0 0,0 0-1 0 0,23-6 0 0 0,-34 11-661 0 0,-1 0 0 0 0,1 0 1 0 0,-1 0-1 0 0,1 1 0 0 0,0-1 0 0 0,-1 0 0 0 0,1 1 0 0 0,-1-1 0 0 0,1 1 0 0 0,-1-1 0 0 0,0 1 0 0 0,1 0 1 0 0,-1 0-1 0 0,1 0 0 0 0,-1 0 0 0 0,0 0 0 0 0,0 0 0 0 0,0 0 0 0 0,0 0 0 0 0,0 0 0 0 0,0 0 0 0 0,0 0 1 0 0,0 1-1 0 0,0-1 0 0 0,0 0 0 0 0,0 1 0 0 0,-1-1 0 0 0,1 1 0 0 0,-1-1 0 0 0,1 1 0 0 0,-1-1 0 0 0,0 1 0 0 0,1-1 1 0 0,-1 4-1 0 0,9 62 496 0 0,-9-59-476 0 0,12 221 617 0 0,11 130-233 0 0,-16-285-1049 0 0,21 144-14 0 0,-21-189-797 0 0,16 46 0 0 0,-16-58-271 0 0,1 1 0 0 0,0-2-1 0 0,17 26 1 0 0,-8-22-1908 0 0</inkml:trace>
</inkml:ink>
</file>

<file path=ppt/ink/ink7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4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91 20 0 0,'0'0'1365'0'0,"0"-20"7653"0"0,0 13-7553 0 0,-39-41 1599 0 0,25 32-581 0 0,-26 74-2306 0 0,-43 71 3 0 0,82-128-181 0 0,0 1 1 0 0,0-1 0 0 0,0 0 0 0 0,0 0 0 0 0,0 1 0 0 0,0-1 0 0 0,0 1 0 0 0,0-1-1 0 0,0 1 1 0 0,1-1 0 0 0,-1 1 0 0 0,1-1 0 0 0,-1 1 0 0 0,1 0 0 0 0,0-1-1 0 0,-1 1 1 0 0,1 0 0 0 0,0-1 0 0 0,0 1 0 0 0,0 0 0 0 0,0-1 0 0 0,1 1-1 0 0,-1 0 1 0 0,0-1 0 0 0,1 1 0 0 0,-1-1 0 0 0,1 1 0 0 0,1 2 0 0 0,0-2 0 0 0,0 0 1 0 0,0-1 0 0 0,0 1-1 0 0,1-1 1 0 0,-1 1 0 0 0,1-1-1 0 0,-1 0 1 0 0,1 0 0 0 0,-1 0-1 0 0,1 0 1 0 0,0-1 0 0 0,0 1-1 0 0,-1-1 1 0 0,1 0 0 0 0,3 1-1 0 0,10-1-143 0 0,0-1 0 0 0,0 0-1 0 0,0-1 1 0 0,0-1 0 0 0,0 0 0 0 0,-1-1-1 0 0,0 0 1 0 0,0-2 0 0 0,0 0-1 0 0,0 0 1 0 0,-1-2 0 0 0,0 1-1 0 0,21-17 1 0 0,-31 20 93 0 0,0 0 0 0 0,0 0 0 0 0,-1 0 0 0 0,1-1 0 0 0,-1 1 0 0 0,0-1 0 0 0,0 0 0 0 0,-1 0 0 0 0,3-7 0 0 0,-4 10 72 0 0,2-4 17 0 0,-1 4 44 0 0,-3 7 413 0 0,-14 93-447 0 0,-3 117-1 0 0,16-194-672 0 0,1-16 100 0 0,0 0 0 0 0,1 0 0 0 0,0 0 1 0 0,0 0-1 0 0,0 1 0 0 0,1-1 0 0 0,0 5 0 0 0,0-8-357 0 0</inkml:trace>
</inkml:ink>
</file>

<file path=ppt/ink/ink7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5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6 356 0 0,'-3'-1'184'0'0,"-1"0"0"0"0,1 0 1 0 0,-1 0-1 0 0,1 0 0 0 0,0 1 0 0 0,-1-1 0 0 0,1 1 1 0 0,-1 0-1 0 0,1 0 0 0 0,-1 0 0 0 0,1 1 0 0 0,-1-1 0 0 0,1 1 1 0 0,-1 0-1 0 0,1 0 0 0 0,0 0 0 0 0,-1 0 0 0 0,1 1 1 0 0,0-1-1 0 0,0 1 0 0 0,0 0 0 0 0,0 0 0 0 0,0 0 0 0 0,1 0 1 0 0,-1 0-1 0 0,0 1 0 0 0,1-1 0 0 0,0 1 0 0 0,-1 0 1 0 0,1-1-1 0 0,-3 6 0 0 0,-4 9 121 0 0,0 1 1 0 0,1 0 0 0 0,0 0-1 0 0,-7 30 1 0 0,8-26 3 0 0,0 5-54 0 0,0 0-1 0 0,2 0 1 0 0,1 1-1 0 0,2-1 1 0 0,1 50-1 0 0,3-34-23 0 0,2-1 0 0 0,2 0 1 0 0,13 46-1 0 0,-15-73-169 0 0,1 1 0 0 0,1-1 0 0 0,0 0 0 0 0,1 0-1 0 0,1-1 1 0 0,0 0 0 0 0,1 0 0 0 0,0-1 0 0 0,1 0 0 0 0,1 0 0 0 0,14 13 0 0 0,-19-21-41 0 0,0 0 1 0 0,0 0 0 0 0,1-1-1 0 0,-1 0 1 0 0,1 0 0 0 0,0 0-1 0 0,0-1 1 0 0,0 0 0 0 0,0-1-1 0 0,1 1 1 0 0,-1-1 0 0 0,1-1-1 0 0,-1 1 1 0 0,1-1 0 0 0,0-1-1 0 0,-1 0 1 0 0,1 0 0 0 0,0 0-1 0 0,0-1 1 0 0,-1 0 0 0 0,1 0-1 0 0,0-1 1 0 0,-1 0 0 0 0,0 0-1 0 0,9-4 1 0 0,-1-2 3 0 0,-1 0 0 0 0,0-1 1 0 0,-1-1-1 0 0,0 0 0 0 0,0-1 0 0 0,-1 0 0 0 0,0-1 0 0 0,-1 0 1 0 0,-1 0-1 0 0,0-2 0 0 0,0 1 0 0 0,-2-1 0 0 0,1 0 0 0 0,8-24 0 0 0,-12 23 10 0 0,-1 1-1 0 0,0-1 0 0 0,-1 1 0 0 0,-1-1 0 0 0,0 0 0 0 0,-1 0 0 0 0,-1 0 0 0 0,0 0 0 0 0,-1 0 0 0 0,-1 0 0 0 0,0 0 0 0 0,-1 0 0 0 0,0 0 1 0 0,-2 1-1 0 0,1-1 0 0 0,-2 1 0 0 0,-8-16 0 0 0,11 26-117 0 0,1 1 1 0 0,-1-1-1 0 0,0 0 1 0 0,0 1-1 0 0,0 0 1 0 0,-1-1-1 0 0,1 1 1 0 0,-1 1-1 0 0,0-1 1 0 0,0 0-1 0 0,0 1 1 0 0,0 0-1 0 0,0 0 1 0 0,0 0-1 0 0,-1 1 1 0 0,1-1-1 0 0,-8-1 1 0 0,0 2-1001 0 0,-1 0 0 0 0,1 0 0 0 0,-1 1 0 0 0,1 1 1 0 0,-16 2-1 0 0,1 1-1647 0 0</inkml:trace>
</inkml:ink>
</file>

<file path=ppt/ink/ink7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21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1 460 0 0,'-1'0'7081'0'0,"5"7"-4172"0"0,22 40-6029 0 0,6-69 1879 0 0,22-2 1875 0 0,-49 22-454 0 0,-3 1 290 0 0,5 4-289 0 0,-7-3-173 0 0,1 0 1 0 0,-1 0-1 0 0,1 0 0 0 0,-1 0 0 0 0,0 0 0 0 0,1 0 0 0 0,-1 0 1 0 0,1 0-1 0 0,-1 0 0 0 0,0 0 0 0 0,1 0 0 0 0,-1 0 0 0 0,1 1 1 0 0,-1-1-1 0 0,0 0 0 0 0,1 0 0 0 0,-1 0 0 0 0,1 1 0 0 0,-1-1 1 0 0,0 0-1 0 0,1 1 0 0 0,-1-1 0 0 0,0 0 0 0 0,0 0 0 0 0,1 1 1 0 0,-1-1-1 0 0,0 0 0 0 0,0 1 0 0 0,1-1 0 0 0,-1 1 0 0 0,-5 44-4600 0 0</inkml:trace>
</inkml:ink>
</file>

<file path=ppt/ink/ink7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25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7 174 344 0 0,'0'0'775'0'0,"-6"38"4289"0"0,6-34-4697 0 0,1 0 0 0 0,0 1 0 0 0,0-1 1 0 0,0 0-1 0 0,1 1 0 0 0,-1-1 0 0 0,1 0 1 0 0,3 5-1 0 0,1 5 425 0 0,-5-13-535 0 0,2-1-148 0 0,1-1-1 0 0,0 1 1 0 0,-1-1-1 0 0,1 1 1 0 0,-1-1 0 0 0,1 0-1 0 0,-1-1 1 0 0,0 1 0 0 0,0 0-1 0 0,1-1 1 0 0,-1 0-1 0 0,0 0 1 0 0,0 0 0 0 0,0 0-1 0 0,-1 0 1 0 0,1 0-1 0 0,0-1 1 0 0,-1 1 0 0 0,0-1-1 0 0,1 0 1 0 0,-1 0 0 0 0,3-5-1 0 0,33-49 223 0 0,-23 34-248 0 0,0 1 0 0 0,31-33 0 0 0,-40 48-70 0 0,0 1 1 0 0,1 1-1 0 0,0-1 0 0 0,0 1 1 0 0,1 0-1 0 0,-1 1 1 0 0,1-1-1 0 0,0 2 1 0 0,0-1-1 0 0,1 1 0 0 0,-1 0 1 0 0,11-1-1 0 0,-9 1 45 0 0,0 1 0 0 0,-1 1-1 0 0,1 0 1 0 0,0 0 0 0 0,0 1-1 0 0,0 0 1 0 0,0 0 0 0 0,-1 2-1 0 0,1-1 1 0 0,0 1 0 0 0,-1 0-1 0 0,1 1 1 0 0,-1 0 0 0 0,0 1-1 0 0,1 0 1 0 0,-2 0 0 0 0,1 1-1 0 0,0 0 1 0 0,9 8 0 0 0,-17-12-32 0 0,0 0 1 0 0,0 0-1 0 0,-1 0 1 0 0,1 0-1 0 0,0 1 1 0 0,0-1-1 0 0,-1 0 1 0 0,1 1-1 0 0,-1-1 1 0 0,1 1 0 0 0,-1-1-1 0 0,0 0 1 0 0,1 1-1 0 0,-1-1 1 0 0,0 1-1 0 0,0-1 1 0 0,0 1-1 0 0,0-1 1 0 0,0 1-1 0 0,0-1 1 0 0,-1 1-1 0 0,1-1 1 0 0,0 1-1 0 0,-1-1 1 0 0,1 0-1 0 0,-1 1 1 0 0,0-1-1 0 0,1 0 1 0 0,-1 1 0 0 0,0-1-1 0 0,0 0 1 0 0,0 0-1 0 0,1 0 1 0 0,-1 0-1 0 0,-1 0 1 0 0,1 0-1 0 0,0 0 1 0 0,0 0-1 0 0,-2 1 1 0 0,-27 20-964 0 0,27-21 426 0 0,1 0 1 0 0,0 0-1 0 0,-1 0 1 0 0,1 0-1 0 0,0-1 0 0 0,-1 1 1 0 0,1-1-1 0 0,-1 1 1 0 0,1-1-1 0 0,-5 0 1 0 0,-14-11-6373 0 0</inkml:trace>
</inkml:ink>
</file>

<file path=ppt/ink/ink7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25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47 500 0 0,'-1'-1'319'0'0,"0"0"0"0"0,-1 0 0 0 0,1-1 0 0 0,0 1 0 0 0,0 0 0 0 0,0 0 0 0 0,1-1 0 0 0,-1 1 0 0 0,0-1 0 0 0,0 1 0 0 0,1 0 0 0 0,-1-1 0 0 0,1 0 0 0 0,-1 1 0 0 0,1-1-1 0 0,-1 1 1 0 0,1-1 0 0 0,0 1 0 0 0,0-4 0 0 0,1 4-310 0 0,0 0 0 0 0,-1-1 0 0 0,1 1 0 0 0,0 0 0 0 0,0 0 0 0 0,0 1 0 0 0,0-1 0 0 0,0 0 0 0 0,0 0 0 0 0,0 0 0 0 0,0 1 0 0 0,1-1 0 0 0,-1 0 0 0 0,0 1 0 0 0,0-1 0 0 0,1 1 0 0 0,-1 0-1 0 0,0-1 1 0 0,1 1 0 0 0,-1 0 0 0 0,0 0 0 0 0,1 0 0 0 0,-1 0 0 0 0,0 0 0 0 0,1 0 0 0 0,-1 0 0 0 0,2 1 0 0 0,2-2-363 0 0,12 2-2804 0 0,-2 0 1124 0 0</inkml:trace>
</inkml:ink>
</file>

<file path=ppt/ink/ink7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26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0 270 752 0 0,'0'0'921'0'0,"28"18"3256"0"0,-8 12-1786 0 0,-20-29-2075 0 0,-2 14 424 0 0,2-15-682 0 0,1 0 1 0 0,-1 1-1 0 0,0-1 1 0 0,0 0 0 0 0,0 1-1 0 0,0-1 1 0 0,0 0-1 0 0,0 1 1 0 0,0-1-1 0 0,0 0 1 0 0,0 1 0 0 0,0-1-1 0 0,0 0 1 0 0,-1 0-1 0 0,1 1 1 0 0,0-1-1 0 0,0 0 1 0 0,0 1-1 0 0,0-1 1 0 0,0 0 0 0 0,-1 0-1 0 0,1 1 1 0 0,0-1-1 0 0,0 0 1 0 0,0 0-1 0 0,-1 1 1 0 0,1-1 0 0 0,0 0-1 0 0,0 0 1 0 0,-1 1-1 0 0,1-1 1 0 0,0 0-1 0 0,-1 0 1 0 0,1 0 0 0 0,0 0-1 0 0,0 0 1 0 0,-1 0-1 0 0,1 0 1 0 0,0 1-1 0 0,-1-1 1 0 0,1 0 0 0 0,-1 0-1 0 0,-1-3-31 0 0,0 1 0 0 0,1 0-1 0 0,-1-1 1 0 0,1 1 0 0 0,0 0 0 0 0,0-1 0 0 0,-1 0-1 0 0,1 1 1 0 0,1-1 0 0 0,-1 0 0 0 0,0 0 0 0 0,1 1-1 0 0,0-1 1 0 0,-1 0 0 0 0,1 0 0 0 0,0 0 0 0 0,0 1-1 0 0,1-1 1 0 0,-1 0 0 0 0,0 0 0 0 0,1 0 0 0 0,0 1-1 0 0,0-1 1 0 0,0 0 0 0 0,2-4 0 0 0,0 0-2 0 0,0 0 0 0 0,0 0-1 0 0,1 0 1 0 0,0 1 0 0 0,0 0 0 0 0,1 0 0 0 0,-1 0 0 0 0,1 0 0 0 0,1 0 0 0 0,-1 1-1 0 0,1 0 1 0 0,0 1 0 0 0,0-1 0 0 0,8-4 0 0 0,-11 7-22 0 0,1 0-1 0 0,0 0 1 0 0,0 0 0 0 0,0 0 0 0 0,1 1-1 0 0,-1 0 1 0 0,0 0 0 0 0,0 0 0 0 0,1 0 0 0 0,-1 0-1 0 0,0 1 1 0 0,1 0 0 0 0,-1 0 0 0 0,1 0-1 0 0,-1 1 1 0 0,0-1 0 0 0,1 1 0 0 0,-1 0-1 0 0,0 0 1 0 0,0 1 0 0 0,1-1 0 0 0,-1 1-1 0 0,0 0 1 0 0,5 3 0 0 0,-4 0-21 0 0,-1-1 1 0 0,0 1 0 0 0,0-1-1 0 0,0 1 1 0 0,-1 0-1 0 0,1 1 1 0 0,-1-1-1 0 0,-1 1 1 0 0,3 5-1 0 0,7 13-34 0 0,-11-23 75 0 0,18-5-8 0 0,-8-4-20 0 0,-6 3 1 0 0,0 1 1 0 0,0-1 0 0 0,1 1-1 0 0,0 1 1 0 0,-1-1 0 0 0,2 1-1 0 0,-1 0 1 0 0,0 0 0 0 0,1 1-1 0 0,-1 0 1 0 0,1 0 0 0 0,-1 0-1 0 0,1 1 1 0 0,0 0 0 0 0,0 0-1 0 0,0 1 1 0 0,8 0 0 0 0,40 5 5 0 0,-35-2 1 0 0,0-1-1 0 0,1-1 1 0 0,-1-1 0 0 0,1-1-1 0 0,32-6 1 0 0,-39 4-1 0 0,0-1-1 0 0,0 0 1 0 0,0-1 0 0 0,-1-1 0 0 0,18-10 0 0 0,-25 13 19 0 0,0-1-1 0 0,-1 0 1 0 0,0 0 0 0 0,0 0 0 0 0,0 0 0 0 0,0-1 0 0 0,-1 0 0 0 0,0 0 0 0 0,0 0 0 0 0,0 0 0 0 0,-1-1 0 0 0,1 0 0 0 0,-1 1 0 0 0,2-8 0 0 0,-5 12 17 0 0,4-16 870 0 0,-4 20-905 0 0,0-1-1 0 0,0 1 1 0 0,1-1-1 0 0,-1 1 1 0 0,0-1-1 0 0,1 0 1 0 0,-1 1-1 0 0,1-1 1 0 0,0 1 0 0 0,0-1-1 0 0,0 0 1 0 0,0 1-1 0 0,0-1 1 0 0,0 0-1 0 0,1 0 1 0 0,-1 0-1 0 0,1 0 1 0 0,0 0-1 0 0,-1 0 1 0 0,1-1-1 0 0,0 1 1 0 0,0 0-1 0 0,0-1 1 0 0,0 0-1 0 0,0 1 1 0 0,0-1-1 0 0,1 0 1 0 0,-1 0 0 0 0,0 0-1 0 0,1 0 1 0 0,-1-1-1 0 0,1 1 1 0 0,-1-1-1 0 0,1 1 1 0 0,-1-1-1 0 0,1 0 1 0 0,3 0-1 0 0,1 0 0 0 0,-1-1 1 0 0,1 1-1 0 0,-1-2 0 0 0,1 1 0 0 0,-1-1 1 0 0,1 0-1 0 0,-1 0 0 0 0,0 0 0 0 0,0-1 0 0 0,0 0 1 0 0,0 0-1 0 0,-1-1 0 0 0,7-5 0 0 0,5-5 12 0 0,-1-1-1 0 0,24-28 1 0 0,-28 29-12 0 0,-11 13-4 0 0,-1 0 1 0 0,1 0-1 0 0,0 0 0 0 0,-1 0 0 0 0,1 1 0 0 0,0-1 1 0 0,0 0-1 0 0,0 0 0 0 0,0 1 0 0 0,0-1 0 0 0,0 1 1 0 0,0-1-1 0 0,0 1 0 0 0,0-1 0 0 0,0 1 0 0 0,0 0 1 0 0,0-1-1 0 0,0 1 0 0 0,0 0 0 0 0,0 0 0 0 0,0 0 1 0 0,0 0-1 0 0,0 0 0 0 0,0 0 0 0 0,1 0 0 0 0,-1 0 1 0 0,0 0-1 0 0,0 0 0 0 0,2 1 0 0 0,-1 1-1 0 0,0-1-1 0 0,1 1 1 0 0,-1 0-1 0 0,0 0 0 0 0,0 0 1 0 0,0 0-1 0 0,0 0 1 0 0,-1 1-1 0 0,1-1 0 0 0,0 0 1 0 0,1 5-1 0 0,6 13 19 0 0,-1-1 0 0 0,9 34 0 0 0,-13-39 36 0 0,17 59 173 0 0,13 97-1 0 0,-24-92-94 0 0,-3-1-1 0 0,-6 123 1 0 0,-1-190-131 0 0,0-8 39 0 0,0 0 0 0 0,1 0 0 0 0,-1 0 0 0 0,0 0 0 0 0,0 0 0 0 0,0 0 0 0 0,-1 0 0 0 0,1 0 1 0 0,0 0-1 0 0,-1 0 0 0 0,1 0 0 0 0,-1 0 0 0 0,0 0 0 0 0,1 0 0 0 0,-1 0 0 0 0,0-1 0 0 0,0 1 0 0 0,0 0 0 0 0,-1 0 0 0 0,1-1 0 0 0,0 1 0 0 0,0-1 0 0 0,-1 1 1 0 0,1-1-1 0 0,-1 0 0 0 0,0 0 0 0 0,-1 2 0 0 0,1-3 88 0 0,-18-11 104 0 0,15 6-199 0 0,0 0-1 0 0,0 0 0 0 0,1 0 0 0 0,-1-1 0 0 0,1 1 0 0 0,1-1 0 0 0,-1 0 0 0 0,1 0 1 0 0,0-1-1 0 0,0 1 0 0 0,1-1 0 0 0,0 1 0 0 0,0-1 0 0 0,-1-10 0 0 0,-2-12-14 0 0,-1-57 0 0 0,5 83-20 0 0,1-16-344 0 0,1 1-1 0 0,1-1 1 0 0,0 0-1 0 0,1 0 1 0 0,9-28 0 0 0,20-43-4874 0 0,-18 50 784 0 0,-7 23 1578 0 0</inkml:trace>
</inkml:ink>
</file>

<file path=ppt/ink/ink7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0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0 329 628 0 0,'2'-1'8294'0'0,"8"-17"-5402"0"0,37-58-2402 0 0,-25 48-222 0 0,0 0 1 0 0,2 2-1 0 0,2 0 1 0 0,41-32 0 0 0,-57 50-229 0 0,1 0 1 0 0,0 1-1 0 0,1 0 1 0 0,-1 1 0 0 0,1 1-1 0 0,1-1 1 0 0,-1 2 0 0 0,1 0-1 0 0,-1 0 1 0 0,1 1 0 0 0,0 1-1 0 0,1 0 1 0 0,-1 1-1 0 0,0 0 1 0 0,19 2 0 0 0,-27 0-29 0 0,0 0 1 0 0,1 0 0 0 0,-1 0 0 0 0,0 0-1 0 0,0 1 1 0 0,0 0 0 0 0,0 0 0 0 0,-1 0 0 0 0,1 0-1 0 0,-1 1 1 0 0,1 0 0 0 0,-1 0 0 0 0,0 0-1 0 0,0 1 1 0 0,0-1 0 0 0,0 1 0 0 0,5 8-1 0 0,-5-6-1 0 0,0 0 0 0 0,-1 0-1 0 0,0 1 1 0 0,0 0 0 0 0,-1-1 0 0 0,1 1-1 0 0,-2 0 1 0 0,1 0 0 0 0,-1 0-1 0 0,0 1 1 0 0,0 13 0 0 0,-1-11 4 0 0,0 0 1 0 0,-1 0-1 0 0,-1 1 1 0 0,1-1-1 0 0,-1 0 0 0 0,-1 0 1 0 0,0-1-1 0 0,0 1 1 0 0,-1 0-1 0 0,-1-1 1 0 0,1 0-1 0 0,-1 0 0 0 0,-1 0 1 0 0,0-1-1 0 0,0 0 1 0 0,0 0-1 0 0,-1 0 1 0 0,-9 7-1 0 0,10-10 14 0 0,0-1 1 0 0,1 0-1 0 0,-2 0 1 0 0,1 0-1 0 0,0-1 0 0 0,-1 0 1 0 0,1 0-1 0 0,-1-1 0 0 0,0 0 1 0 0,0 0-1 0 0,0 0 1 0 0,0-1-1 0 0,-10 1 0 0 0,15-3 9 0 0,-5-2 4 0 0,7 3-41 0 0,-1 0 0 0 0,1 0 0 0 0,0 0 0 0 0,-1 0 0 0 0,1 0 1 0 0,0 0-1 0 0,-1 0 0 0 0,1 0 0 0 0,0 0 0 0 0,-1 0 0 0 0,1 0 0 0 0,0 0 0 0 0,-1-1 0 0 0,1 1 0 0 0,0 0 1 0 0,-1 0-1 0 0,1 0 0 0 0,0 0 0 0 0,-1-1 0 0 0,1 1 0 0 0,0 0 0 0 0,0 0 0 0 0,-1-1 0 0 0,1 1 0 0 0,0 0 1 0 0,0-1-1 0 0,0 1 0 0 0,0 0 0 0 0,-1-1 0 0 0,1 1 0 0 0,0 0 0 0 0,0-1 0 0 0,0 1 0 0 0,0-1 0 0 0,1-2-35 0 0,0 0-1 0 0,0 0 1 0 0,0 0-1 0 0,1 0 1 0 0,0 0-1 0 0,-1 0 1 0 0,1 0-1 0 0,0 0 1 0 0,1 0-1 0 0,-1 1 1 0 0,0-1-1 0 0,1 1 1 0 0,-1 0-1 0 0,1 0 0 0 0,0 0 1 0 0,0 0-1 0 0,-1 0 1 0 0,1 0-1 0 0,1 1 1 0 0,-1-1-1 0 0,0 1 1 0 0,0 0-1 0 0,5-1 1 0 0,12-3-1356 0 0,0 1 0 0 0,40-4 0 0 0,-15 3-2199 0 0,-33 3 979 0 0,-1 1 202 0 0</inkml:trace>
</inkml:ink>
</file>

<file path=ppt/ink/ink7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0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28 100 0 0,'4'-17'9510'0'0,"-21"31"-9188"0"0,16-11-229 0 0,1-1 0 0 0,-1 1 0 0 0,1 0 0 0 0,0 0 0 0 0,0 0 0 0 0,0 0 0 0 0,0 0 0 0 0,0 0 0 0 0,1 0 0 0 0,-1-1 0 0 0,1 1 1 0 0,0 0-1 0 0,0 0 0 0 0,0-1 0 0 0,0 1 0 0 0,0 0 0 0 0,3 3 0 0 0,-3-5-53 0 0,0 1 0 0 0,0-1 0 0 0,0 1 0 0 0,0-1 0 0 0,1 1 0 0 0,-1-1-1 0 0,1 0 1 0 0,-1 0 0 0 0,1 0 0 0 0,-1 0 0 0 0,1 0 0 0 0,0 0 0 0 0,-1 0 0 0 0,1 0 0 0 0,0-1 0 0 0,0 1-1 0 0,0-1 1 0 0,0 1 0 0 0,-1-1 0 0 0,5 0 0 0 0,-4 0 292 0 0,8-6-46 0 0,-10 6-259 0 0,1 0-1 0 0,0-1 1 0 0,0 1-1 0 0,0 0 1 0 0,-1-1 0 0 0,1 1-1 0 0,0 0 1 0 0,-1-1-1 0 0,1 1 1 0 0,0-1-1 0 0,-1 1 1 0 0,1-1-1 0 0,0 0 1 0 0,-1 1-1 0 0,1-1 1 0 0,-1 0-1 0 0,1 1 1 0 0,-1-1-1 0 0,1 0 1 0 0,-1 1 0 0 0,0-1-1 0 0,1 0 1 0 0,-1 0-1 0 0,0 1 1 0 0,1-2-1 0 0,-1-3 82 0 0,0 0 0 0 0,0 1-1 0 0,0-1 1 0 0,0 0 0 0 0,-1 1-1 0 0,0-1 1 0 0,1 1 0 0 0,-2-1-1 0 0,1 1 1 0 0,-3-6 0 0 0,1 0 3 0 0,2 9-225 0 0,-1 0 0 0 0,1 0-1 0 0,-1 0 1 0 0,1 0 0 0 0,-1 0-1 0 0,1 0 1 0 0,-1 0 0 0 0,0 1-1 0 0,1-1 1 0 0,-1 0 0 0 0,0 1-1 0 0,0 0 1 0 0,1-1 0 0 0,-1 1-1 0 0,0 0 1 0 0,0 0 0 0 0,1 0-1 0 0,-1 0 1 0 0,0 0-1 0 0,0 0 1 0 0,1 1 0 0 0,-1-1-1 0 0,0 1 1 0 0,0-1 0 0 0,-2 2-1 0 0,-13 11-6416 0 0</inkml:trace>
</inkml:ink>
</file>

<file path=ppt/ink/ink7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1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45 712 0 0,'12'-31'7231'0'0,"-12"30"-7148"0"0,0 1 0 0 0,0-1 0 0 0,0 1 0 0 0,0-1 1 0 0,0 1-1 0 0,0-1 0 0 0,0 1 0 0 0,0-1 0 0 0,0 1 1 0 0,0-1-1 0 0,-1 1 0 0 0,1-1 0 0 0,0 1 0 0 0,0-1 0 0 0,0 1 1 0 0,-1 0-1 0 0,1-1 0 0 0,0 1 0 0 0,-1-1 0 0 0,1 1 0 0 0,0 0 1 0 0,-1-1-1 0 0,1 1 0 0 0,0 0 0 0 0,-1-1 0 0 0,1 1 1 0 0,-1 0-1 0 0,1 0 0 0 0,0-1 0 0 0,-1 1 0 0 0,1 0 0 0 0,-1 0 1 0 0,1 0-1 0 0,-1 0 0 0 0,1 0 0 0 0,-1-1 0 0 0,-27 2 1593 0 0,22 0-1452 0 0,0 0 1 0 0,0 1-1 0 0,1 0 0 0 0,-1 0 1 0 0,1 0-1 0 0,0 0 0 0 0,-9 6 1 0 0,11-5-104 0 0,0-1 1 0 0,0 1-1 0 0,0 0 1 0 0,0 1-1 0 0,1-1 1 0 0,-1 0-1 0 0,1 1 1 0 0,0 0-1 0 0,0-1 1 0 0,1 1-1 0 0,-1 0 1 0 0,1 0-1 0 0,-2 6 1 0 0,3-7-94 0 0,0 0 0 0 0,0 0-1 0 0,0 0 1 0 0,0 0 0 0 0,1 0 0 0 0,-1 0 0 0 0,1-1 0 0 0,0 1-1 0 0,0 0 1 0 0,0 0 0 0 0,0-1 0 0 0,0 1 0 0 0,1-1 0 0 0,-1 1-1 0 0,1-1 1 0 0,0 1 0 0 0,-1-1 0 0 0,1 0 0 0 0,0 0 0 0 0,1 0-1 0 0,3 3 1 0 0,-1-1-285 0 0,0-1 0 0 0,0 1 0 0 0,1-1-1 0 0,-1 0 1 0 0,1-1 0 0 0,0 0 0 0 0,0 1 0 0 0,0-2-1 0 0,0 1 1 0 0,0-1 0 0 0,0 0 0 0 0,0 0 0 0 0,7 0-1 0 0,-4-1-1289 0 0,1 0 0 0 0,-1-1-1 0 0,0 0 1 0 0,16-4 0 0 0,-10 2-1528 0 0</inkml:trace>
</inkml:ink>
</file>

<file path=ppt/ink/ink7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2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92 186 252 0 0,'0'0'1122'0'0,"0"-1"-712"0"0,-1 0-1 0 0,1-1 0 0 0,0 1 1 0 0,0 0-1 0 0,-1 0 1 0 0,1 0-1 0 0,-1 0 0 0 0,1-1 1 0 0,-1 1-1 0 0,1 0 1 0 0,-1 0-1 0 0,0 0 0 0 0,1 0 1 0 0,-1 0-1 0 0,0 0 1 0 0,0 1-1 0 0,0-1 0 0 0,0 0 1 0 0,-1-1-1 0 0,-3 3-218 0 0,1 1-1 0 0,-1-1 1 0 0,1 1 0 0 0,0 0-1 0 0,0 0 1 0 0,0 1 0 0 0,0-1-1 0 0,0 1 1 0 0,0 0 0 0 0,0 0-1 0 0,1 0 1 0 0,0 0-1 0 0,0 1 1 0 0,0-1 0 0 0,0 1-1 0 0,0 0 1 0 0,0 0 0 0 0,1 0-1 0 0,-2 5 1 0 0,3-7-150 0 0,0 0 0 0 0,0 1-1 0 0,1-1 1 0 0,-1 1 0 0 0,1-1 0 0 0,-1 1-1 0 0,1-1 1 0 0,0 1 0 0 0,0-1 0 0 0,0 1 0 0 0,0-1-1 0 0,0 1 1 0 0,1-1 0 0 0,-1 1 0 0 0,1-1-1 0 0,0 1 1 0 0,0-1 0 0 0,-1 0 0 0 0,2 1 0 0 0,-1-1-1 0 0,0 0 1 0 0,0 0 0 0 0,1 0 0 0 0,-1 0-1 0 0,1 0 1 0 0,0 0 0 0 0,-1 0 0 0 0,1 0 0 0 0,0-1-1 0 0,0 1 1 0 0,0 0 0 0 0,0-1 0 0 0,0 0-1 0 0,1 0 1 0 0,-1 0 0 0 0,0 0 0 0 0,1 0 0 0 0,3 1-1 0 0,2 1-133 0 0,1-1 0 0 0,0 0 0 0 0,0 0 0 0 0,0 0-1 0 0,0-2 1 0 0,0 1 0 0 0,0-1 0 0 0,0 0-1 0 0,0-1 1 0 0,0 0 0 0 0,0 0 0 0 0,0-1 0 0 0,0 0-1 0 0,0-1 1 0 0,-1 0 0 0 0,9-4 0 0 0,10-6-155 0 0,-2 0 0 0 0,1-2 1 0 0,37-28-1 0 0,-54 35 433 0 0,0-1 0 0 0,0 0 0 0 0,15-21 0 0 0,-6 8 2212 0 0,-26 46-2309 0 0,6-21-71 0 0,0 1 0 0 0,1 0 0 0 0,-1-1 0 0 0,1 1 0 0 0,0 0 0 0 0,0 0 0 0 0,0 0 0 0 0,0 5 0 0 0,7 26 91 0 0,-5-33-104 0 0,-1 0 0 0 0,1 0 0 0 0,0 0-1 0 0,-1 0 1 0 0,1 0 0 0 0,0 0 0 0 0,0-1 0 0 0,0 1-1 0 0,1 0 1 0 0,-1-1 0 0 0,0 1 0 0 0,1-1-1 0 0,-1 1 1 0 0,1-1 0 0 0,-1 0 0 0 0,1 0-1 0 0,0 0 1 0 0,-1 0 0 0 0,1 0 0 0 0,3 2-1 0 0,-1-2 0 0 0,0-1 0 0 0,-1 1 0 0 0,1-1 0 0 0,0 1 0 0 0,0-1-1 0 0,-1 0 1 0 0,1 0 0 0 0,0-1 0 0 0,0 1 0 0 0,-1-1-1 0 0,1 0 1 0 0,0 0 0 0 0,-1 0 0 0 0,1-1 0 0 0,-1 1-1 0 0,1-1 1 0 0,-1 1 0 0 0,0-1 0 0 0,0 0 0 0 0,0-1 0 0 0,0 1-1 0 0,0 0 1 0 0,0-1 0 0 0,3-4 0 0 0,2-3 11 0 0,0-1 1 0 0,-1 0 0 0 0,-1-1-1 0 0,1 1 1 0 0,-2-1 0 0 0,6-17-1 0 0,-10 27-9 0 0,0-32 108 0 0,-1 32-110 0 0,-4-24 456 0 0,0 17-65 0 0,4 24 20 0 0,1-11-421 0 0,0 1 1 0 0,0-1-1 0 0,1 1 0 0 0,-1-1 0 0 0,1 0 0 0 0,0 0 0 0 0,1 0 0 0 0,-1 0 0 0 0,1 0 0 0 0,-1 0 1 0 0,1-1-1 0 0,7 7 0 0 0,40 29-51 0 0,-46-37 56 0 0,1 0 0 0 0,0 0 0 0 0,0 0 0 0 0,0 0 0 0 0,0-1 0 0 0,0 0 0 0 0,0 0 0 0 0,1 0 0 0 0,-1-1 0 0 0,0 0 0 0 0,0 0 0 0 0,1 0 0 0 0,-1-1-1 0 0,0 1 1 0 0,0-1 0 0 0,0-1 0 0 0,0 1 0 0 0,0-1 0 0 0,0 1 0 0 0,0-2 0 0 0,0 1 0 0 0,-1 0 0 0 0,1-1 0 0 0,-1 0 0 0 0,1 0 0 0 0,-1 0 0 0 0,4-4 0 0 0,5-4 10 0 0,-1 0 1 0 0,0-1-1 0 0,0-1 1 0 0,-1 0-1 0 0,-1 0 1 0 0,0-1-1 0 0,9-18 1 0 0,-12 13 16 0 0,-7 18-27 0 0,0 0-1 0 0,0 0 0 0 0,0 0 0 0 0,1 0 1 0 0,-1 0-1 0 0,0 0 0 0 0,0 0 0 0 0,1 0 1 0 0,-1 0-1 0 0,1 0 0 0 0,-1 0 0 0 0,1 0 1 0 0,-1 0-1 0 0,1 0 0 0 0,0 0 0 0 0,-1 1 1 0 0,1-1-1 0 0,0 0 0 0 0,0 0 0 0 0,-1 1 1 0 0,1-1-1 0 0,0 1 0 0 0,0-1 0 0 0,0 1 1 0 0,0-1-1 0 0,0 1 0 0 0,0-1 1 0 0,0 1-1 0 0,0 0 0 0 0,1-1 0 0 0,0 1 2 0 0,2 2-6 0 0,8 6 80 0 0,0 0 0 0 0,-1 1 0 0 0,0 1 0 0 0,0 0 0 0 0,-1 0 0 0 0,0 1 0 0 0,-1 0 0 0 0,-1 0 0 0 0,1 1 0 0 0,12 26 0 0 0,-11-21 102 0 0,-9-15-164 0 0,1-1 0 0 0,-1 0 0 0 0,0 1-1 0 0,0 0 1 0 0,-1-1 0 0 0,1 1 0 0 0,0 0-1 0 0,0-1 1 0 0,-1 1 0 0 0,1 0 0 0 0,-1 0-1 0 0,1 0 1 0 0,-1-1 0 0 0,0 1-1 0 0,0 0 1 0 0,0 0 0 0 0,0 0 0 0 0,0 0-1 0 0,0 0 1 0 0,-1-1 0 0 0,1 1 0 0 0,-1 0-1 0 0,1 0 1 0 0,-1 0 0 0 0,1-1 0 0 0,-1 1-1 0 0,0 0 1 0 0,0-1 0 0 0,0 1 0 0 0,0-1-1 0 0,0 1 1 0 0,0-1 0 0 0,0 1 0 0 0,-1-1-1 0 0,1 0 1 0 0,-1 0 0 0 0,-1 2 0 0 0,-30 12-2716 0 0,-4-11-6190 0 0</inkml:trace>
</inkml:ink>
</file>

<file path=ppt/ink/ink7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2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54 440 0 0,'9'-2'1409'0'0,"0"0"0"0"0,0-1-1 0 0,1 0 1 0 0,-2 0 0 0 0,1-1-1 0 0,0 0 1 0 0,-1-1 0 0 0,0 0 0 0 0,0 0-1 0 0,14-11 1 0 0,-21 14-832 0 0,-76 17-4827 0 0,37-6-1146 0 0,9-4 1533 0 0</inkml:trace>
</inkml:ink>
</file>

<file path=ppt/ink/ink7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36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1 324 0 0,'0'0'10481'0'0,"2"2"-10320"0"0,1 1-86 0 0,-1-1 0 0 0,1 1 0 0 0,-1 0 0 0 0,0 0 0 0 0,0 0 0 0 0,0 0 0 0 0,0 1 1 0 0,-1-1-1 0 0,1 1 0 0 0,-1-1 0 0 0,0 1 0 0 0,0-1 0 0 0,0 1 0 0 0,0-1 0 0 0,0 6 0 0 0,-5 58 610 0 0,0-35-522 0 0,0-13-333 0 0</inkml:trace>
</inkml:ink>
</file>

<file path=ppt/ink/ink7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37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1 149 9233 0 0,'2'-34'2800'0'0,"1"28"-2556"0"0,-1 0 0 0 0,1 0 0 0 0,1 0 1 0 0,-1 1-1 0 0,1-1 0 0 0,0 1 0 0 0,0 0 0 0 0,0 0 0 0 0,1 0 0 0 0,0 0 0 0 0,0 1 0 0 0,0 0 1 0 0,0 0-1 0 0,1 0 0 0 0,-1 1 0 0 0,7-3 0 0 0,44-13-1452 0 0,4 9-7577 0 0</inkml:trace>
</inkml:ink>
</file>

<file path=ppt/ink/ink7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40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7 814 572 0 0,'-6'14'7251'0'0,"18"-17"-6974"0"0,0-1 0 0 0,0-1 0 0 0,-1 0 0 0 0,1-1 0 0 0,-1 0 0 0 0,0 0 0 0 0,0-1 0 0 0,-1-1 0 0 0,0 0 0 0 0,16-17 0 0 0,10-11 271 0 0,42-57 0 0 0,-53 59-365 0 0,-1 0 0 0 0,-2-1-1 0 0,-1-1 1 0 0,-2-1 0 0 0,23-63-1 0 0,-34 74-60 0 0,0 1-1 0 0,-2-2 0 0 0,-1 1 0 0 0,-1-1 0 0 0,-1 0 0 0 0,-2 0 1 0 0,0 0-1 0 0,-2 0 0 0 0,-7-45 0 0 0,7 46 172 0 0,1 25-290 0 0,0 1 1 0 0,0 0-1 0 0,0 0 0 0 0,0 0 1 0 0,1 0-1 0 0,-1 0 1 0 0,0 0-1 0 0,0-1 0 0 0,0 1 1 0 0,0 0-1 0 0,1 0 0 0 0,-1 0 1 0 0,0 0-1 0 0,0 0 1 0 0,0 0-1 0 0,1 0 0 0 0,-1 0 1 0 0,0 0-1 0 0,0 0 1 0 0,0 0-1 0 0,1 0 0 0 0,-1 0 1 0 0,0 0-1 0 0,0 0 0 0 0,0 0 1 0 0,0 0-1 0 0,1 0 1 0 0,-1 0-1 0 0,0 0 0 0 0,0 0 1 0 0,0 0-1 0 0,1 0 1 0 0,-1 0-1 0 0,0 1 0 0 0,0-1 1 0 0,0 0-1 0 0,0 0 1 0 0,1 0-1 0 0,-1 0 0 0 0,0 0 1 0 0,0 1-1 0 0,0-1 0 0 0,0 0 1 0 0,0 0-1 0 0,0 0 1 0 0,0 0-1 0 0,1 1 0 0 0,-1-1 1 0 0,0 0-1 0 0,0 0 1 0 0,0 0-1 0 0,0 1 0 0 0,26 46 74 0 0,15 43-50 0 0,45 108 29 0 0,-72-159-41 0 0,-2 0 1 0 0,-1 0 0 0 0,6 51 0 0 0,-16-86-9 0 0,0 0 1 0 0,0 0 0 0 0,-1-1-1 0 0,0 1 1 0 0,1 0-1 0 0,-1 0 1 0 0,-1 0 0 0 0,1 0-1 0 0,0 0 1 0 0,-1 0-1 0 0,0-1 1 0 0,0 1 0 0 0,0 0-1 0 0,-1-1 1 0 0,1 1-1 0 0,-1 0 1 0 0,1-1 0 0 0,-1 0-1 0 0,-1 1 1 0 0,1-1-1 0 0,0 0 1 0 0,-1 0 0 0 0,1 0-1 0 0,-4 2 1 0 0,4-3 11 0 0,-4-5-3 0 0,5 4-17 0 0,1-1 1 0 0,-1 0 0 0 0,1 0 0 0 0,0 0 0 0 0,-1 0 0 0 0,1 0 0 0 0,-1 0 0 0 0,1-1 0 0 0,-1 1 0 0 0,1 0 0 0 0,-1 0 0 0 0,1 0 0 0 0,-1 0-1 0 0,1-1 1 0 0,0 1 0 0 0,-1 0 0 0 0,1 0 0 0 0,-1-1 0 0 0,1 1 0 0 0,0 0 0 0 0,-1 0 0 0 0,1-1 0 0 0,0 1 0 0 0,-1-1 0 0 0,1 1-1 0 0,-1-1 1 0 0,1-4-52 0 0,0 1 0 0 0,-1-1 0 0 0,1 0-1 0 0,1 0 1 0 0,-1 0 0 0 0,1 1-1 0 0,0-1 1 0 0,0 0 0 0 0,0 0 0 0 0,1 1-1 0 0,-1-1 1 0 0,1 1 0 0 0,0 0 0 0 0,1-1-1 0 0,-1 1 1 0 0,7-8 0 0 0,53-67-752 0 0,-55 71 723 0 0,56-62-618 0 0,-21 25 283 0 0,-3-1 0 0 0,52-78 1 0 0,0-18 1700 0 0,-90 140-869 0 0,5 29-202 0 0,-2 20 305 0 0,-3 62-1 0 0,0-9-178 0 0,12 225 472 0 0,-13-320-793 0 0,3 36 271 0 0,-4 50-1 0 0,10-150-276 0 0,2 1 0 0 0,3 0 0 0 0,2 1 0 0 0,3 1 0 0 0,27-58-1 0 0,-37 95-35 0 0,1 1 0 0 0,1 1 0 0 0,17-23-1 0 0,-22 33 16 0 0,0 0 0 0 0,0 1 0 0 0,0-1 0 0 0,0 2-1 0 0,1-1 1 0 0,0 1 0 0 0,1 0 0 0 0,-1 0 0 0 0,1 1-1 0 0,9-5 1 0 0,-15 9 10 0 0,2 4-41 0 0,2 0 41 0 0,-7 15-20 0 0,-1-12 26 0 0,0 0-1 0 0,0-1 0 0 0,-1 1 0 0 0,0-1 0 0 0,-1 0 0 0 0,1 0 1 0 0,-1 0-1 0 0,-5 5 0 0 0,0 2-4 0 0,8-11-17 0 0,0-1-43 0 0,1 0 0 0 0,-1 0-1 0 0,1-1 1 0 0,-1 1-1 0 0,1 0 1 0 0,-1 0 0 0 0,0 0-1 0 0,0 0 1 0 0,1-1-1 0 0,-1 1 1 0 0,0 0 0 0 0,0-1-1 0 0,0 1 1 0 0,0 0-1 0 0,0-1 1 0 0,0 1 0 0 0,0-1-1 0 0,-1 1 1 0 0,-5 2-2882 0 0</inkml:trace>
</inkml:ink>
</file>

<file path=ppt/ink/ink7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41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1 671 480 0 0,'0'3'390'0'0,"-1"0"0"0"0,1 1 0 0 0,0-1-1 0 0,0 0 1 0 0,1 0 0 0 0,-1 0 0 0 0,1 1 0 0 0,-1-1 0 0 0,1 0-1 0 0,0 0 1 0 0,0 0 0 0 0,1 0 0 0 0,1 4 0 0 0,-2-6-293 0 0,0 0 0 0 0,0 0 0 0 0,-1 0 0 0 0,1 0 1 0 0,0 0-1 0 0,0 0 0 0 0,0-1 0 0 0,0 1 0 0 0,1 0 0 0 0,-1 0 1 0 0,0-1-1 0 0,0 1 0 0 0,0-1 0 0 0,1 1 0 0 0,-1-1 0 0 0,0 0 1 0 0,0 1-1 0 0,1-1 0 0 0,-1 0 0 0 0,0 0 0 0 0,1 0 0 0 0,-1 0 0 0 0,0 0 1 0 0,1 0-1 0 0,-1 0 0 0 0,0 0 0 0 0,0-1 0 0 0,1 1 0 0 0,-1 0 1 0 0,0-1-1 0 0,0 1 0 0 0,1-1 0 0 0,-1 0 0 0 0,0 1 0 0 0,0-1 0 0 0,0 0 1 0 0,0 0-1 0 0,2-1 0 0 0,1-1 22 0 0,0 0 0 0 0,1-1 1 0 0,-1 0-1 0 0,-1 0 0 0 0,1 0 0 0 0,0 0 0 0 0,-1 0 1 0 0,0-1-1 0 0,0 0 0 0 0,0 1 0 0 0,-1-1 1 0 0,0 0-1 0 0,0 0 0 0 0,0 0 0 0 0,0-1 0 0 0,-1 1 1 0 0,0 0-1 0 0,0-1 0 0 0,0 1 0 0 0,-1-1 1 0 0,0 1-1 0 0,0-1 0 0 0,0 1 0 0 0,0-1 0 0 0,-1 1 1 0 0,0 0-1 0 0,0-1 0 0 0,-1 1 0 0 0,0 0 1 0 0,0 0-1 0 0,0 0 0 0 0,-4-8 0 0 0,5 12-242 0 0,-11-6-548 0 0,6 6-1127 0 0,75 10-5335 0 0,-57-9 7433 0 0,-1 0 0 0 0,1 1 0 0 0,0 1 1 0 0,0 0-1 0 0,0 1 0 0 0,-1 0 0 0 0,0 1 0 0 0,13 5 0 0 0,-18-5-152 0 0,1-1-1 0 0,-1 0 1 0 0,1-1-1 0 0,0 1 1 0 0,0-1-1 0 0,0-1 1 0 0,0 1-1 0 0,0-1 1 0 0,0-1-1 0 0,1 1 1 0 0,-1-1-1 0 0,0 0 1 0 0,0-1-1 0 0,9-1 1 0 0,-5 0-32 0 0,0-1 0 0 0,-1-1 0 0 0,0 0 1 0 0,0 0-1 0 0,0-1 0 0 0,0 0 0 0 0,-1 0 0 0 0,17-13 0 0 0,-14 7-52 0 0,0 1 0 0 0,0-1 0 0 0,-1-1 0 0 0,0 0 0 0 0,-1-1 0 0 0,-1 0-1 0 0,0 0 1 0 0,-1-1 0 0 0,0 0 0 0 0,-1-1 0 0 0,0 0 0 0 0,7-27 0 0 0,-10 19 157 0 0,-2 0 0 0 0,0 0 0 0 0,-1 1 0 0 0,-1-1 1 0 0,-2 0-1 0 0,0 0 0 0 0,-1 0 0 0 0,-2 1 1 0 0,0-1-1 0 0,-1 1 0 0 0,-1 0 0 0 0,-1 1 0 0 0,-20-37 1 0 0,27 56 350 0 0,7 9-473 0 0,16 23 57 0 0,-1 1 1 0 0,-2 0-1 0 0,-1 2 0 0 0,20 49 0 0 0,44 154 390 0 0,-69-196-461 0 0,-2 1 0 0 0,-2 0-1 0 0,-2 1 1 0 0,2 43-1 0 0,-9-80-64 0 0,0 0 0 0 0,0 0-1 0 0,0 0 1 0 0,-1 0 0 0 0,0 0-1 0 0,0 0 1 0 0,0 0 0 0 0,-1 0 0 0 0,0 0-1 0 0,0-1 1 0 0,0 1 0 0 0,0-1-1 0 0,-5 7 1 0 0,5-9-49 0 0,0 0-1 0 0,0 0 1 0 0,0-1-1 0 0,0 1 1 0 0,0-1-1 0 0,0 1 0 0 0,-1-1 1 0 0,1 0-1 0 0,-1 0 1 0 0,1 0-1 0 0,-1 0 1 0 0,1 0-1 0 0,-1 0 1 0 0,1-1-1 0 0,-1 1 1 0 0,0-1-1 0 0,1 0 1 0 0,-1 0-1 0 0,0 0 1 0 0,1 0-1 0 0,-1 0 0 0 0,1-1 1 0 0,-1 1-1 0 0,0-1 1 0 0,1 1-1 0 0,-4-3 1 0 0,0 2-315 0 0,0-1 0 0 0,0-1 0 0 0,0 1 0 0 0,0-1 0 0 0,1 0 0 0 0,-1 0 0 0 0,1 0 0 0 0,0-1 0 0 0,-5-5 0 0 0,-19-29-6210 0 0,21 21 3329 0 0</inkml:trace>
</inkml:ink>
</file>

<file path=ppt/ink/ink7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41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1 119 816 0 0,'120'-54'7289'0'0,"-83"38"-6119"0"0,1 2-1 0 0,74-17 1 0 0,-106 30-1919 0 0,13-1-138 0 0</inkml:trace>
</inkml:ink>
</file>

<file path=ppt/ink/ink7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11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1339 176 0 0,'-10'10'925'0'0,"0"0"1"0"0,1 0-1 0 0,0 2 1 0 0,-11 18-1 0 0,19-30-876 0 0,1 1 0 0 0,0-1 0 0 0,0 0-1 0 0,0 1 1 0 0,-1-1 0 0 0,1 0 0 0 0,0 1-1 0 0,0-1 1 0 0,0 0 0 0 0,0 1 0 0 0,0-1 0 0 0,-1 0-1 0 0,1 1 1 0 0,0-1 0 0 0,0 0 0 0 0,0 1 0 0 0,0-1-1 0 0,0 1 1 0 0,0-1 0 0 0,0 0 0 0 0,0 1 0 0 0,1-1-1 0 0,-1 0 1 0 0,0 1 0 0 0,0-1 0 0 0,0 0 0 0 0,0 1-1 0 0,0-1 1 0 0,0 0 0 0 0,1 1 0 0 0,-1-1 0 0 0,0 0-1 0 0,0 1 1 0 0,1-1 0 0 0,-1 0 0 0 0,15 2 598 0 0,17-12-207 0 0,-10-2-249 0 0,0-2 0 0 0,0 0 0 0 0,-1-2 0 0 0,-1 0 0 0 0,19-20 0 0 0,88-103 358 0 0,-91 97-369 0 0,19-20 1 0 0,-3-2-1 0 0,-3-3 0 0 0,-3-1 1 0 0,-3-3-1 0 0,56-125 0 0 0,-73 131-67 0 0,28-108 0 0 0,-48 146-66 0 0,-1 1 0 0 0,-2-1-1 0 0,0 0 1 0 0,-2 0 0 0 0,-1-1-1 0 0,-1 1 1 0 0,-6-33 0 0 0,5 49 30 0 0,-1 0 0 0 0,0 1 1 0 0,-1-1-1 0 0,0 1 0 0 0,-1 0 1 0 0,0 0-1 0 0,-1 0 0 0 0,-6-8 1 0 0,11 17-70 0 0,0 0-1 0 0,0 0 1 0 0,0 0 0 0 0,0 1 0 0 0,0-1-1 0 0,0 0 1 0 0,0 1 0 0 0,0-1 0 0 0,0 1 0 0 0,0-1-1 0 0,0 1 1 0 0,-1 0 0 0 0,1-1 0 0 0,0 1-1 0 0,0 0 1 0 0,0 0 0 0 0,-1 0 0 0 0,1 0-1 0 0,0 0 1 0 0,0 0 0 0 0,0 0 0 0 0,-1 0 0 0 0,1 0-1 0 0,0 0 1 0 0,0 1 0 0 0,0-1 0 0 0,-1 1-1 0 0,1-1 1 0 0,0 1 0 0 0,0-1 0 0 0,0 1 0 0 0,0-1-1 0 0,0 1 1 0 0,0 0 0 0 0,0 0 0 0 0,0 0-1 0 0,0-1 1 0 0,1 1 0 0 0,-1 0 0 0 0,0 0 0 0 0,0 0-1 0 0,1 0 1 0 0,-1 0 0 0 0,0 2 0 0 0,-4 4 11 0 0,0 1 0 0 0,1-1 1 0 0,0 1-1 0 0,1 0 0 0 0,-4 9 1 0 0,-26 105 153 0 0,6 2 0 0 0,-19 197 0 0 0,44-300-157 0 0,-61 875 465 0 0,65-734-410 0 0,-6 141 127 0 0,4-301-199 0 0,-1 25-3 0 0,-1 0 1 0 0,-2 0-1 0 0,-1 0 1 0 0,-14 47-1 0 0,19-73-69 0 0,0 0 0 0 0,0 0 0 0 0,-1 0 0 0 0,1 0 0 0 0,0-1 0 0 0,-1 1 0 0 0,1 0 0 0 0,-1 0 0 0 0,1 0 0 0 0,-1 0 1 0 0,1 0-1 0 0,-1-1 0 0 0,0 1 0 0 0,1 0 0 0 0,-1 0 0 0 0,0-1 0 0 0,0 1 0 0 0,1 0 0 0 0,-1-1 0 0 0,0 1 0 0 0,0-1 0 0 0,0 1 0 0 0,0-1 0 0 0,0 0 0 0 0,0 1 0 0 0,0-1 0 0 0,0 0 1 0 0,0 0-1 0 0,1 1 0 0 0,-1-1 0 0 0,0 0 0 0 0,0 0 0 0 0,-1 0 0 0 0,1 0 0 0 0,0 0 0 0 0,1 0 0 0 0,-1-1 0 0 0,0 1 0 0 0,-2-1 0 0 0,-1-1-586 0 0,0 0 0 0 0,0-1 1 0 0,1 0-1 0 0,-1 0 0 0 0,1 0 0 0 0,-1 0 0 0 0,1 0 0 0 0,-3-6 0 0 0,-8-9-2033 0 0</inkml:trace>
</inkml:ink>
</file>

<file path=ppt/ink/ink7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13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1 802 292 0 0,'39'-31'874'0'0,"2"2"-1"0"0,1 1 1 0 0,1 3 0 0 0,91-40-1 0 0,-53 27-433 0 0,526-264 387 0 0,-593 295-959 0 0,0-2 0 0 0,0 1 1 0 0,0-2-1 0 0,18-16 0 0 0,-27 21 89 0 0,0 0 0 0 0,0 0 0 0 0,0-1 0 0 0,-1 0 0 0 0,0 0 0 0 0,0 0-1 0 0,0-1 1 0 0,-1 1 0 0 0,0-1 0 0 0,0 0 0 0 0,-1 0 0 0 0,2-8 0 0 0,-3 13 86 0 0,-1 0 0 0 0,0 0 0 0 0,0 0 0 0 0,0 0 0 0 0,0-1-1 0 0,-1 1 1 0 0,1 0 0 0 0,0 0 0 0 0,-1 0 0 0 0,0 0 0 0 0,1 0 0 0 0,-1 0 0 0 0,0 0 0 0 0,0 0 0 0 0,0 0 0 0 0,0 0 0 0 0,-1 0 0 0 0,1 0 0 0 0,0 1 0 0 0,-1-1 0 0 0,1 0 0 0 0,-1 1 0 0 0,0-1 0 0 0,1 1 0 0 0,-1 0-1 0 0,0 0 1 0 0,0 0 0 0 0,0 0 0 0 0,0 0 0 0 0,-3-1 0 0 0,0 2 47 0 0,0 1-1 0 0,1 0 0 0 0,-1 0 1 0 0,0 0-1 0 0,1 1 0 0 0,0-1 1 0 0,-1 1-1 0 0,1 1 0 0 0,0-1 1 0 0,0 0-1 0 0,0 1 0 0 0,-6 5 1 0 0,2-3 62 0 0,-12 9 128 0 0,0 2 1 0 0,1 0-1 0 0,0 1 0 0 0,2 0 1 0 0,0 2-1 0 0,1 0 1 0 0,0 1-1 0 0,2 0 1 0 0,0 1-1 0 0,-17 39 1 0 0,10 3 261 0 0,20-59-498 0 0,0 0-1 0 0,0 0 1 0 0,1 0 0 0 0,-1 0 0 0 0,1 0-1 0 0,0 0 1 0 0,0 0 0 0 0,0 0-1 0 0,1 0 1 0 0,0 0 0 0 0,-1 0-1 0 0,1 0 1 0 0,3 7 0 0 0,-3-10-36 0 0,0 0 1 0 0,0-1 0 0 0,0 1 0 0 0,0-1-1 0 0,0 1 1 0 0,0-1 0 0 0,0 0 0 0 0,0 1-1 0 0,0-1 1 0 0,0 0 0 0 0,0 0 0 0 0,1 0-1 0 0,-1 0 1 0 0,0 0 0 0 0,0 0-1 0 0,0 0 1 0 0,0 0 0 0 0,0 0 0 0 0,0 0-1 0 0,0-1 1 0 0,0 1 0 0 0,0 0 0 0 0,0-1-1 0 0,0 1 1 0 0,0-1 0 0 0,0 1-1 0 0,0-1 1 0 0,0 1 0 0 0,0-1 0 0 0,0 0-1 0 0,1 0 1 0 0,29-23 63 0 0,5-15 26 0 0,51-76 0 0 0,-84 111-90 0 0,-1 3-8 0 0,-1-1 0 0 0,1 1 0 0 0,0-1-1 0 0,0 1 1 0 0,0 0 0 0 0,0 0 0 0 0,0-1 0 0 0,0 1-1 0 0,0 0 1 0 0,0 1 0 0 0,0-1 0 0 0,0 0 0 0 0,0 1 0 0 0,1-1-1 0 0,-1 1 1 0 0,0 0 0 0 0,3-1 0 0 0,-2 2 0 0 0,-1 1 0 0 0,0-1 1 0 0,1 0-1 0 0,-1 1 0 0 0,0-1 0 0 0,0 1 1 0 0,0 0-1 0 0,0-1 0 0 0,-1 1 0 0 0,1 0 1 0 0,3 5-1 0 0,9 8 0 0 0,58 58 13 0 0,-70-71-12 0 0,-1 0 1 0 0,1-1-1 0 0,0 1 0 0 0,0-1 0 0 0,0 1 0 0 0,0-1 0 0 0,0 0 0 0 0,1 0 0 0 0,-1 0 0 0 0,0 0 0 0 0,0 0 0 0 0,1-1 0 0 0,-1 1 0 0 0,1-1 0 0 0,-1 1 0 0 0,0-1 0 0 0,1 0 0 0 0,-1 0 0 0 0,1 0 0 0 0,-1 0 0 0 0,1 0 0 0 0,-1-1 0 0 0,0 1 0 0 0,1-1 0 0 0,-1 1 0 0 0,0-1 0 0 0,1 0 0 0 0,-1 0 0 0 0,0 0 1 0 0,0 0-1 0 0,0-1 0 0 0,0 1 0 0 0,0 0 0 0 0,0-1 0 0 0,0 0 0 0 0,0 1 0 0 0,1-3 0 0 0,20-17 5 0 0,-2-1 0 0 0,0-1 1 0 0,-2-1-1 0 0,0-1 0 0 0,-2-1 1 0 0,17-32-1 0 0,-34 55-5 0 0,15-22 14 0 0,-6 10-48 0 0,-9 14 27 0 0,2 1-7 0 0,1 1 12 0 0,-1-1 1 0 0,0 1-1 0 0,0 0 0 0 0,1 0 1 0 0,-1 0-1 0 0,0 0 1 0 0,0 0-1 0 0,0 0 1 0 0,0 1-1 0 0,0-1 0 0 0,-1 1 1 0 0,1-1-1 0 0,0 1 1 0 0,1 3-1 0 0,29 35-1 0 0,-16-19-3 0 0,-14-18 9 0 0,1 0-1 0 0,-1 0 1 0 0,1 0 0 0 0,0-1 0 0 0,0 1 0 0 0,0-1-1 0 0,0 0 1 0 0,1 0 0 0 0,-1 0 0 0 0,0 0 0 0 0,1-1-1 0 0,-1 1 1 0 0,1-1 0 0 0,0 0 0 0 0,-1 0 0 0 0,1 0-1 0 0,0-1 1 0 0,0 1 0 0 0,-1-1 0 0 0,6 0 0 0 0,-4-1-2 0 0,-1 0 1 0 0,1 0-1 0 0,-1 0 1 0 0,1-1-1 0 0,-1 1 1 0 0,1-1-1 0 0,-1 0 1 0 0,0-1-1 0 0,0 1 0 0 0,0-1 1 0 0,0 0-1 0 0,-1 0 1 0 0,1 0-1 0 0,-1 0 1 0 0,0-1-1 0 0,6-6 1 0 0,-3 1 52 0 0,1-1-1 0 0,-1 0 1 0 0,0 0 0 0 0,-1-1 0 0 0,0 1 0 0 0,-1-1 0 0 0,0 0-1 0 0,-1-1 1 0 0,0 1 0 0 0,-1 0 0 0 0,0-1 0 0 0,-1 0-1 0 0,0-22 1 0 0,-2 31-49 0 0,1 0-7 0 0,13 20 37 0 0,-9-14-32 0 0,0-1 1 0 0,1 0-1 0 0,-1 0 0 0 0,0-1 1 0 0,1 1-1 0 0,-1-1 1 0 0,1 0-1 0 0,-1 0 0 0 0,1-1 1 0 0,0 1-1 0 0,-1-1 1 0 0,1 0-1 0 0,0 0 0 0 0,8-2 1 0 0,13-5 6 0 0,-1-1 1 0 0,0-1 0 0 0,0-1-1 0 0,33-18 1 0 0,-58 28-10 0 0,0 0-1 0 0,0 0 1 0 0,0 0 0 0 0,0 0 0 0 0,0 1-1 0 0,0-1 1 0 0,0 0 0 0 0,0 0-1 0 0,0 0 1 0 0,0 0 0 0 0,0 0 0 0 0,0 0-1 0 0,0 0 1 0 0,0 0 0 0 0,0 1 0 0 0,0-1-1 0 0,0 0 1 0 0,0 0 0 0 0,0 0-1 0 0,0 0 1 0 0,0 0 0 0 0,1 0 0 0 0,-1 0-1 0 0,0 0 1 0 0,0 0 0 0 0,0 0 0 0 0,0 0-1 0 0,0 0 1 0 0,0 0 0 0 0,0 0-1 0 0,0 0 1 0 0,0 0 0 0 0,1 1 0 0 0,-1-1-1 0 0,0 0 1 0 0,0 0 0 0 0,0 0 0 0 0,0 0-1 0 0,0 0 1 0 0,0 0 0 0 0,0 0-1 0 0,0-1 1 0 0,1 1 0 0 0,-1 0 0 0 0,0 0-1 0 0,0 0 1 0 0,0 0 0 0 0,0 0 0 0 0,0 0-1 0 0,0 0 1 0 0,1 0 0 0 0,-11 19 41 0 0,5-12-26 0 0,1 0 0 0 0,0 0-1 0 0,1 1 1 0 0,0 0 0 0 0,0-1-1 0 0,0 1 1 0 0,1 0 0 0 0,-2 15-1 0 0,4-19-9 0 0,1 0 0 0 0,-1 0 0 0 0,1 0 1 0 0,0 0-1 0 0,0-1 0 0 0,0 1 0 0 0,1-1 0 0 0,-1 1 0 0 0,1-1 0 0 0,0 1 0 0 0,0-1 0 0 0,0 0 0 0 0,0 0 0 0 0,1 0 0 0 0,-1 0 0 0 0,1 0 0 0 0,0 0 1 0 0,6 4-1 0 0,-7-5-3 0 0,1-1 0 0 0,-1 0 0 0 0,1 0 0 0 0,-1 0 0 0 0,1 0 0 0 0,0 0 0 0 0,0 0 0 0 0,0-1 0 0 0,-1 1 0 0 0,1-1 1 0 0,0 0-1 0 0,0 0 0 0 0,0 0 0 0 0,0 0 0 0 0,0 0 0 0 0,0-1 0 0 0,-1 1 0 0 0,1-1 0 0 0,0 0 0 0 0,0 0 0 0 0,-1 0 0 0 0,1 0 1 0 0,0 0-1 0 0,-1-1 0 0 0,1 1 0 0 0,-1-1 0 0 0,4-3 0 0 0,-1 1 9 0 0,0 0 1 0 0,-1-1-1 0 0,1 1 0 0 0,-1-1 0 0 0,0 0 1 0 0,-1-1-1 0 0,1 1 0 0 0,-1-1 1 0 0,0 1-1 0 0,0-1 0 0 0,0 0 1 0 0,-1 0-1 0 0,0 0 0 0 0,0-1 0 0 0,-1 1 1 0 0,0 0-1 0 0,0-1 0 0 0,0 1 1 0 0,-1-1-1 0 0,0 1 0 0 0,-1-10 1 0 0,1 14-33 0 0,-1 0 0 0 0,1 0 1 0 0,-1 0-1 0 0,0 1 1 0 0,1-1-1 0 0,-1 0 1 0 0,0 0-1 0 0,0 0 0 0 0,0 1 1 0 0,0-1-1 0 0,0 1 1 0 0,-1-1-1 0 0,1 1 0 0 0,0-1 1 0 0,-1 1-1 0 0,1-1 1 0 0,-1 1-1 0 0,1 0 1 0 0,-1 0-1 0 0,0 0 0 0 0,0 0 1 0 0,-2-1-1 0 0,2 2-399 0 0,-8 6-1470 0 0,-3 2-235 0 0,7-4-2121 0 0,1 2 1446 0 0</inkml:trace>
</inkml:ink>
</file>

<file path=ppt/ink/ink7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13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42 824 0 0,'0'0'787'0'0,"37"12"2966"0"0,-31-8-3401 0 0,0 0 0 0 0,-1 1 1 0 0,1 0-1 0 0,-1 0 0 0 0,0 0 0 0 0,0 1 1 0 0,6 10-1 0 0,12 12 1192 0 0,-22-27-802 0 0,19-12-478 0 0,41-35 195 0 0,27-16 791 0 0,-84 60-1120 0 0,-1 0 1 0 0,1 0-1 0 0,-1 1 0 0 0,1 0 1 0 0,0-1-1 0 0,-1 1 0 0 0,1 1 1 0 0,0-1-1 0 0,0 0 0 0 0,0 1 1 0 0,0 0-1 0 0,0 0 0 0 0,4 1 1 0 0,-6-1-91 0 0,0 0 1 0 0,0 1-1 0 0,0-1 1 0 0,-1 1-1 0 0,1 0 1 0 0,0 0-1 0 0,0-1 1 0 0,-1 1-1 0 0,1 0 1 0 0,0 1-1 0 0,-1-1 1 0 0,1 0-1 0 0,-1 0 1 0 0,1 1-1 0 0,-1-1 1 0 0,0 1-1 0 0,0-1 1 0 0,0 1-1 0 0,1-1 1 0 0,-2 1-1 0 0,1 0 1 0 0,0 0-1 0 0,0-1 1 0 0,0 1-1 0 0,-1 0 1 0 0,1 0 0 0 0,-1 0-1 0 0,1 0 1 0 0,-1 0-1 0 0,0 0 1 0 0,0 2-1 0 0,1-2-178 0 0,-1 1 0 0 0,0 0-1 0 0,0-1 1 0 0,0 1 0 0 0,0-1 0 0 0,0 1-1 0 0,0 0 1 0 0,-1-1 0 0 0,1 1 0 0 0,-1-1-1 0 0,0 1 1 0 0,1-1 0 0 0,-1 0 0 0 0,-1 1-1 0 0,1-1 1 0 0,-2 3 0 0 0,3-4-773 0 0,-9 6-1463 0 0</inkml:trace>
</inkml:ink>
</file>

<file path=ppt/ink/ink7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14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1 195 160 0 0,'31'-168'10080'0'0,"-21"142"-7160"0"0,-4 42-1078 0 0,-3 44-846 0 0,1 190 10 0 0,0-209-901 0 0,1-1 1 0 0,3 0 0 0 0,0 0 0 0 0,17 43-1 0 0,-21-73-87 0 0,-1 0 0 0 0,2-1 0 0 0,-1 0 0 0 0,1 0 1 0 0,0 0-1 0 0,1 0 0 0 0,0-1 0 0 0,13 14 0 0 0,-16-20-18 0 0,-1 0-1 0 0,1 0 1 0 0,0 0 0 0 0,0 0 0 0 0,0-1 0 0 0,0 1 0 0 0,0-1 0 0 0,0 0 0 0 0,0 0 0 0 0,0 0-1 0 0,0 0 1 0 0,0-1 0 0 0,1 1 0 0 0,-1-1 0 0 0,0 0 0 0 0,0 0 0 0 0,1 0 0 0 0,-1 0-1 0 0,0-1 1 0 0,1 1 0 0 0,-1-1 0 0 0,0 0 0 0 0,0 0 0 0 0,0 0 0 0 0,0 0 0 0 0,0-1 0 0 0,0 1-1 0 0,0-1 1 0 0,0 0 0 0 0,-1 0 0 0 0,4-2 0 0 0,2-3-4 0 0,-1 1 0 0 0,1-1 0 0 0,-2 0 0 0 0,1 0 0 0 0,-1-1 0 0 0,0 0 0 0 0,-1 0 0 0 0,1-1 0 0 0,-2 1 0 0 0,1-1 0 0 0,-1 0 0 0 0,-1 0-1 0 0,1-1 1 0 0,2-14 0 0 0,-2 11 14 0 0,2-18 250 0 0,-15 71-240 0 0,8-38-63 0 0,1 0 1 0 0,0 0 0 0 0,0 0 0 0 0,0 0-1 0 0,0 0 1 0 0,1 0 0 0 0,-1 0 0 0 0,0 0 0 0 0,1 1-1 0 0,-1-1 1 0 0,1 0 0 0 0,0 0 0 0 0,0-1-1 0 0,0 1 1 0 0,0 0 0 0 0,0 0 0 0 0,0 0-1 0 0,0-1 1 0 0,1 1 0 0 0,-1 0 0 0 0,1-1-1 0 0,-1 1 1 0 0,1-1 0 0 0,-1 0 0 0 0,1 1-1 0 0,0-1 1 0 0,0 0 0 0 0,0 0 0 0 0,-1 0 0 0 0,1 0-1 0 0,0-1 1 0 0,0 1 0 0 0,0 0 0 0 0,0-1-1 0 0,1 1 1 0 0,-1-1 0 0 0,0 0 0 0 0,0 0-1 0 0,0 0 1 0 0,3 0 0 0 0,-1 0-639 0 0,-2 1-347 0 0,8-5-1120 0 0,-4 4 600 0 0,1-4-2614 0 0,3-3 437 0 0</inkml:trace>
</inkml:ink>
</file>

<file path=ppt/ink/ink7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14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1 182 1264 0 0,'3'-9'1216'0'0,"7"-2"4"0"0,10-6-44 0 0,-6 0-87 0 0,9 1-105 0 0,1-1-48 0 0,3 3-148 0 0,-1 1-92 0 0,10-3-60 0 0,-8 8-80 0 0,9-7-248 0 0,2 5-368 0 0,-8 7-448 0 0,10-5-1212 0 0,3 3-1857 0 0,2 2 821 0 0</inkml:trace>
</inkml:ink>
</file>

<file path=ppt/ink/ink7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26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74 400 0 0,'0'0'4920'0'0,"1"-6"-4822"0"0,1-18-27 0 0,-2 18 387 0 0,-4-18-1394 0 0,19 11-1765 0 0</inkml:trace>
</inkml:ink>
</file>

<file path=ppt/ink/ink7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26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30 493 32 0 0,'0'0'723'0'0,"-26"20"2513"0"0,25-20-3215 0 0,1 0 0 0 0,0 0 0 0 0,0 1 0 0 0,0-1 0 0 0,-1 0 0 0 0,1 0 1 0 0,0 0-1 0 0,0 0 0 0 0,0 0 0 0 0,-1 1 0 0 0,1-1 0 0 0,0 0 0 0 0,0 0 0 0 0,0 0 0 0 0,0 1 0 0 0,0-1 0 0 0,0 0 0 0 0,-1 0 0 0 0,1 0 0 0 0,0 1 1 0 0,0-1-1 0 0,0 0 0 0 0,0 0 0 0 0,0 1 0 0 0,0-1 0 0 0,0 0 0 0 0,0 0 0 0 0,0 0 0 0 0,0 1 0 0 0,0-1 0 0 0,0 0 0 0 0,0 0 0 0 0,0 1 0 0 0,0-1 1 0 0,0 0-1 0 0,1 0 0 0 0,-1 1 0 0 0,0-1 0 0 0,0 0 0 0 0,0 0 0 0 0,0 0 0 0 0,0 1 0 0 0,0-1 0 0 0,1 0 0 0 0,-1 0 0 0 0,0 0 0 0 0,0 0 0 0 0,0 1 1 0 0,0-1-1 0 0,1 0 0 0 0,-1 0 0 0 0,0 0 0 0 0,0 0 0 0 0,0 0 0 0 0,1 0 0 0 0,-1 0 0 0 0,0 0 0 0 0,1 1 0 0 0,23 2 386 0 0,28-5-171 0 0,328-76 780 0 0,-345 69-930 0 0,274-59 468 0 0,41 3-92 0 0,222-23 66 0 0,351-58 595 0 0,-876 138-995 0 0,168-37 726 0 0,-181 39-636 0 0,-28 6-164 0 0,-1-1 1 0 0,1 1-1 0 0,0-1 1 0 0,0-1-1 0 0,-1 1 1 0 0,10-5-1 0 0,-14 5-29 0 0,-8 4-1095 0 0,-129 39-5018 0 0,107-34 3786 0 0</inkml:trace>
</inkml:ink>
</file>

<file path=ppt/ink/ink7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9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30 636 320 0 0,'-25'33'4078'0'0,"25"-33"-3977"0"0,-1 0 1 0 0,1 0-1 0 0,0 1 0 0 0,0-1 0 0 0,-1 0 0 0 0,1 0 0 0 0,0 1 0 0 0,0-1 0 0 0,-1 0 0 0 0,1 1 0 0 0,0-1 0 0 0,0 0 0 0 0,0 0 0 0 0,0 1 0 0 0,-1-1 0 0 0,1 0 0 0 0,0 1 0 0 0,0-1 0 0 0,0 0 1 0 0,0 1-1 0 0,0-1 0 0 0,0 0 0 0 0,0 1 0 0 0,0-1 0 0 0,0 1 0 0 0,0-1 0 0 0,0 0 0 0 0,0 1 0 0 0,0-1 0 0 0,0 0 0 0 0,0 1 0 0 0,0-1 0 0 0,1 0 0 0 0,-1 1 0 0 0,0-1 0 0 0,0 0 0 0 0,0 0 1 0 0,0 1-1 0 0,1-1 0 0 0,-1 0 0 0 0,0 1 0 0 0,0-1 0 0 0,1 0 0 0 0,-1 0 0 0 0,0 1 0 0 0,1-1 0 0 0,-1 0 0 0 0,22-6 1067 0 0,31-26-794 0 0,20-27 447 0 0,109-110 0 0 0,-155 140-660 0 0,-2 0-1 0 0,-1-2 1 0 0,-2-1-1 0 0,-1-1 1 0 0,-1-1-1 0 0,27-65 1 0 0,-41 82-71 0 0,-1-1 1 0 0,0 0 0 0 0,-2 0 0 0 0,0 0 0 0 0,0-23-1 0 0,20 133 90 0 0,-20-74-169 0 0,20 175 62 0 0,-21-166-64 0 0,-1-1 0 0 0,-2 1 0 0 0,-1-1 0 0 0,-1 0 0 0 0,-8 34 0 0 0,9-53 0 0 0,0 0-1 0 0,-1 0 1 0 0,1 0-1 0 0,-1-1 1 0 0,-1 1-1 0 0,1-1 0 0 0,-6 7 1 0 0,7-11 2 0 0,1 0-1 0 0,-1 0 1 0 0,0 0-1 0 0,0-1 1 0 0,0 1 0 0 0,0 0-1 0 0,0-1 1 0 0,0 1 0 0 0,0-1-1 0 0,0 0 1 0 0,-1 0-1 0 0,1 0 1 0 0,0 0 0 0 0,-1 0-1 0 0,1 0 1 0 0,-1-1 0 0 0,1 1-1 0 0,-1-1 1 0 0,1 0-1 0 0,-1 1 1 0 0,-4-2 0 0 0,5 1-22 0 0,0 0 1 0 0,0-1 0 0 0,0 1 0 0 0,0-1-1 0 0,0 0 1 0 0,0 0 0 0 0,0 0-1 0 0,0 0 1 0 0,0 0 0 0 0,0 0 0 0 0,0 0-1 0 0,1 0 1 0 0,-1-1 0 0 0,0 1 0 0 0,1-1-1 0 0,-1 1 1 0 0,1-1 0 0 0,0 0-1 0 0,0 0 1 0 0,-1 0 0 0 0,1 1 0 0 0,0-1-1 0 0,0 0 1 0 0,1 0 0 0 0,-1 0 0 0 0,0 0-1 0 0,1-1 1 0 0,-1 1 0 0 0,1 0-1 0 0,0 0 1 0 0,-1 0 0 0 0,1 0 0 0 0,1-4-1 0 0,-1 2-231 0 0,0 0 0 0 0,0 0 0 0 0,0 1 0 0 0,1-1 0 0 0,-1 1 0 0 0,1-1 0 0 0,0 0 0 0 0,0 1 0 0 0,1 0 0 0 0,-1-1 0 0 0,1 1 0 0 0,-1 0 0 0 0,1-1 1 0 0,0 1-1 0 0,0 0 0 0 0,1 0 0 0 0,-1 1 0 0 0,5-5 0 0 0,16-6-4596 0 0,-10 7 2062 0 0</inkml:trace>
</inkml:ink>
</file>

<file path=ppt/ink/ink7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39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59 76 0 0,'-2'2'466'0'0,"0"0"0"0"0,1 0 0 0 0,-1 1 0 0 0,1-1 0 0 0,-1 0-1 0 0,1 1 1 0 0,0-1 0 0 0,0 1 0 0 0,-1 2 0 0 0,4-2-380 0 0,0-1 1 0 0,0 0-1 0 0,0 0 0 0 0,0 0 1 0 0,0 0-1 0 0,1 0 0 0 0,-1 0 1 0 0,1 0-1 0 0,-1-1 0 0 0,1 1 1 0 0,0-1-1 0 0,0 0 0 0 0,-1 0 1 0 0,1 0-1 0 0,0 0 0 0 0,0 0 1 0 0,0-1-1 0 0,0 1 0 0 0,0-1 1 0 0,0 0-1 0 0,0 0 0 0 0,0 0 1 0 0,0 0-1 0 0,0 0 0 0 0,5-2 1 0 0,1 1 79 0 0,0-1 1 0 0,0 1 0 0 0,0-2-1 0 0,-1 1 1 0 0,1-1-1 0 0,-1 0 1 0 0,14-8 0 0 0,-19 8-76 0 0,-1 1 1 0 0,1-1 0 0 0,0 0-1 0 0,-1 0 1 0 0,0 0 0 0 0,0 0-1 0 0,0 0 1 0 0,0-1 0 0 0,0 1 0 0 0,-1-1-1 0 0,1 1 1 0 0,-1-1 0 0 0,0 1-1 0 0,0-1 1 0 0,0 0 0 0 0,-1 0-1 0 0,1-5 1 0 0,-1 7 65 0 0,0 1-163 0 0,0 0 0 0 0,0 0 0 0 0,0 0 0 0 0,0 0 1 0 0,0 0-1 0 0,-1 1 0 0 0,1-1 0 0 0,0 0 0 0 0,0 0 0 0 0,-1 0 0 0 0,1 0 0 0 0,-1 0 0 0 0,1 1 0 0 0,-1-1 0 0 0,1 0 0 0 0,-1 0 0 0 0,1 1 0 0 0,-1-1 0 0 0,1 0 0 0 0,-2 0 0 0 0,-8 2-5998 0 0,-5 11 3757 0 0</inkml:trace>
</inkml:ink>
</file>

<file path=ppt/ink/ink7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40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40 160 0 0,'1'-1'255'0'0,"0"1"1"0"0,0-1-1 0 0,-1 0 0 0 0,1 0 1 0 0,0 0-1 0 0,-1 0 1 0 0,1 0-1 0 0,0 0 0 0 0,-1 0 1 0 0,1 0-1 0 0,-1-1 0 0 0,0 1 1 0 0,1 0-1 0 0,-1 0 0 0 0,0 0 1 0 0,0 0-1 0 0,1-1 0 0 0,-1 1 1 0 0,0 0-1 0 0,0 0 1 0 0,0 0-1 0 0,-1-1 0 0 0,1 1 1 0 0,0 0-1 0 0,0 0 0 0 0,-1 0 1 0 0,1 0-1 0 0,-1-1 0 0 0,1 1 1 0 0,-1 0-1 0 0,1 0 0 0 0,-1 0 1 0 0,0-1-1 0 0,-1 0 257 0 0,-21 10 472 0 0,16-6-793 0 0,0 1 0 0 0,0 0 0 0 0,1 0 1 0 0,-1 1-1 0 0,1-1 0 0 0,-1 2 1 0 0,1-1-1 0 0,0 1 0 0 0,1 0 0 0 0,-1 0 1 0 0,1 0-1 0 0,0 1 0 0 0,0 0 0 0 0,1 0 1 0 0,0 0-1 0 0,0 0 0 0 0,-5 11 1 0 0,8-14-196 0 0,1 0 0 0 0,-1-1 0 0 0,1 1 0 0 0,0 0 0 0 0,0 0 1 0 0,0-1-1 0 0,0 1 0 0 0,0 0 0 0 0,1-1 0 0 0,-1 1 0 0 0,1 0 1 0 0,0-1-1 0 0,0 1 0 0 0,0-1 0 0 0,0 1 0 0 0,0-1 0 0 0,0 1 1 0 0,1-1-1 0 0,-1 0 0 0 0,1 0 0 0 0,-1 0 0 0 0,1 0 0 0 0,0 0 1 0 0,0 0-1 0 0,0 0 0 0 0,0 0 0 0 0,0-1 0 0 0,1 1 0 0 0,1 0 1 0 0,2 2-322 0 0,0 0 1 0 0,-1-1 0 0 0,1 0-1 0 0,0-1 1 0 0,1 1 0 0 0,-1-1-1 0 0,0 0 1 0 0,1-1 0 0 0,-1 1 0 0 0,11 0-1 0 0,16-2-4668 0 0,-14-2 2120 0 0</inkml:trace>
</inkml:ink>
</file>

<file path=ppt/ink/ink7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41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79 138 900 0 0,'-1'-1'398'0'0,"0"-1"0"0"0,0 1 0 0 0,0 0 0 0 0,0 0 0 0 0,0 0-1 0 0,0 0 1 0 0,0 0 0 0 0,0 0 0 0 0,0 0 0 0 0,-1 0 0 0 0,1 0 0 0 0,0 0 0 0 0,-1 1-1 0 0,1-1 1 0 0,-1 1 0 0 0,1-1 0 0 0,-1 1 0 0 0,1-1 0 0 0,-1 1 0 0 0,-2 0 0 0 0,2 0-191 0 0,-1 1 1 0 0,1 0 0 0 0,-1 0 0 0 0,1 1 0 0 0,-1-1-1 0 0,1 1 1 0 0,0-1 0 0 0,0 1 0 0 0,0-1 0 0 0,0 1-1 0 0,0 0 1 0 0,-3 4 0 0 0,3-3-176 0 0,0-1 0 0 0,0 1 1 0 0,0-1-1 0 0,1 1 0 0 0,0 0 0 0 0,-1 0 0 0 0,1 0 1 0 0,0-1-1 0 0,0 1 0 0 0,1 0 0 0 0,-1 0 0 0 0,1 0 0 0 0,-1 1 1 0 0,1-1-1 0 0,0 0 0 0 0,0 0 0 0 0,0 0 0 0 0,1 0 1 0 0,-1 0-1 0 0,1 0 0 0 0,-1 0 0 0 0,1 0 0 0 0,0 0 0 0 0,0 0 1 0 0,1 0-1 0 0,-1-1 0 0 0,0 1 0 0 0,1 0 0 0 0,0-1 0 0 0,0 1 1 0 0,0-1-1 0 0,0 1 0 0 0,0-1 0 0 0,0 0 0 0 0,0 0 1 0 0,1 0-1 0 0,-1 0 0 0 0,1-1 0 0 0,-1 1 0 0 0,1-1 0 0 0,0 1 1 0 0,0-1-1 0 0,0 0 0 0 0,0 0 0 0 0,-1 0 0 0 0,1 0 1 0 0,1-1-1 0 0,-1 1 0 0 0,0-1 0 0 0,0 0 0 0 0,0 0 0 0 0,6 0 1 0 0,6-3-134 0 0,-1 0 1 0 0,1-1-1 0 0,-1-1 1 0 0,0 0-1 0 0,0-1 1 0 0,17-10-1 0 0,-23 12 78 0 0,-1 0-1 0 0,0-1 0 0 0,1-1 1 0 0,-2 1-1 0 0,1-1 0 0 0,-1 0 0 0 0,0 0 1 0 0,0-1-1 0 0,-1 0 0 0 0,1 0 1 0 0,-2 0-1 0 0,7-13 0 0 0,-10 19 51 0 0,13-14 1064 0 0,-9 35-1036 0 0,-4-11-30 0 0,1-1-1 0 0,0 1 0 0 0,1 0 1 0 0,6 14-1 0 0,-7-20-20 0 0,-1 0 1 0 0,1 0-1 0 0,0-1 0 0 0,0 1 0 0 0,0-1 1 0 0,0 0-1 0 0,0 0 0 0 0,0 1 0 0 0,1-1 1 0 0,-1-1-1 0 0,1 1 0 0 0,0 0 0 0 0,-1-1 1 0 0,1 1-1 0 0,0-1 0 0 0,0 0 1 0 0,0 0-1 0 0,0 0 0 0 0,5 1 0 0 0,-6-2-14 0 0,29-13 47 0 0,-20 7-28 0 0,-1 0 0 0 0,-1-1 0 0 0,1 0 0 0 0,-1 0 0 0 0,-1-1 0 0 0,1 0 0 0 0,-1-1 0 0 0,-1 0 0 0 0,7-10 0 0 0,-13 18-18 0 0,3-3 115 0 0,-1-1 1 0 0,0 0-1 0 0,0 1 1 0 0,-1-1-1 0 0,0 0 1 0 0,1 0-1 0 0,1-9 1 0 0,-4 12 36 0 0,1 7-357 0 0,1 2 222 0 0,-1 0 1 0 0,1 1-1 0 0,0-1 0 0 0,1 0 0 0 0,-1 0 1 0 0,2 0-1 0 0,5 9 0 0 0,5 15-47 0 0,-13-29 37 0 0,-1 1 0 0 0,1 0 1 0 0,1 0-1 0 0,-1 0 0 0 0,0 0 0 0 0,1-1 0 0 0,-1 1 0 0 0,1-1 0 0 0,0 1 0 0 0,0-1 0 0 0,0 0 0 0 0,0 1 0 0 0,0-1 0 0 0,1 0 0 0 0,-1 0 0 0 0,0-1 0 0 0,1 1 0 0 0,0 0 0 0 0,-1-1 0 0 0,1 0 0 0 0,0 1 0 0 0,0-1 1 0 0,0 0-1 0 0,0-1 0 0 0,0 1 0 0 0,0 0 0 0 0,0-1 0 0 0,0 0 0 0 0,0 1 0 0 0,0-1 0 0 0,0 0 0 0 0,5-1 0 0 0,-2 0 0 0 0,0-1 1 0 0,1 1-1 0 0,-1-1 1 0 0,0 0-1 0 0,0 0 0 0 0,0-1 1 0 0,0 0-1 0 0,0 0 1 0 0,-1 0-1 0 0,1-1 0 0 0,-1 0 1 0 0,0 0-1 0 0,8-8 1 0 0,-7 5 7 0 0,1 0 0 0 0,-1 0 0 0 0,-1 0 1 0 0,1-1-1 0 0,-1 0 0 0 0,0 0 0 0 0,-1 0 0 0 0,0-1 1 0 0,-1 0-1 0 0,1 1 0 0 0,-2-1 0 0 0,1 0 1 0 0,-1-1-1 0 0,1-14 0 0 0,7-12-11 0 0,-9 35-5 0 0,-1-2-11 0 0,1-5 11 0 0,-1 6-3 0 0,3 5 13 0 0,5 8-2 0 0,0-1-1 0 0,-1 1 1 0 0,-1 1 0 0 0,0-1-1 0 0,0 1 1 0 0,-1 0-1 0 0,-1 0 1 0 0,0 1-1 0 0,0 0 1 0 0,-2-1-1 0 0,3 22 1 0 0,-5-33 44 0 0,0 2-193 0 0,0 0-1 0 0,-1 0 1 0 0,0-1 0 0 0,0 1 0 0 0,0-1-1 0 0,0 1 1 0 0,0-1 0 0 0,0 1 0 0 0,0-1-1 0 0,-1 0 1 0 0,0 1 0 0 0,1-1 0 0 0,-1 0-1 0 0,0 0 1 0 0,0 0 0 0 0,-2 2-1 0 0,-13 0-6936 0 0</inkml:trace>
</inkml:ink>
</file>

<file path=ppt/ink/ink7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8:42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53 304 0 0,'0'0'8207'0'0,"0"-6"-7604"0"0,0-17-53 0 0,0 17 2521 0 0,2-3-2712 0 0,-18 1-11653 0 0</inkml:trace>
</inkml:ink>
</file>

<file path=ppt/ink/ink7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0:27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21 711 220 0 0,'-2'0'197'0'0,"1"0"-1"0"0,0 0 1 0 0,0 1-1 0 0,0-1 1 0 0,0 1 0 0 0,0-1-1 0 0,0 1 1 0 0,0-1-1 0 0,0 1 1 0 0,0 0 0 0 0,0-1-1 0 0,0 1 1 0 0,0 0-1 0 0,0 0 1 0 0,0 0 0 0 0,0 0-1 0 0,1 0 1 0 0,-1 0-1 0 0,-1 2 1 0 0,3-3-121 0 0,-1 1 0 0 0,0 0-1 0 0,0-1 1 0 0,0 1 0 0 0,1-1 0 0 0,-1 1-1 0 0,0-1 1 0 0,0 1 0 0 0,1 0 0 0 0,-1-1-1 0 0,1 1 1 0 0,-1-1 0 0 0,0 1 0 0 0,1-1 0 0 0,-1 0-1 0 0,1 1 1 0 0,-1-1 0 0 0,1 1 0 0 0,-1-1-1 0 0,1 0 1 0 0,0 1 0 0 0,-1-1 0 0 0,1 0 0 0 0,-1 0-1 0 0,2 1 1 0 0,3 1 41 0 0,0-1-1 0 0,0 1 1 0 0,0-1-1 0 0,0 0 1 0 0,0 0 0 0 0,0-1-1 0 0,11 1 1 0 0,483-92 1474 0 0,-305 50-1410 0 0,258-61 257 0 0,107-20 82 0 0,984-189 1297 0 0,-1498 302-1689 0 0,-5 2 323 0 0,-1-2 0 0 0,63-24 0 0 0,-51 12 191 0 0,-50 21-557 0 0,-1 0-137 0 0,0 0 0 0 0,0-1 0 0 0,0 1 0 0 0,1 0 0 0 0,-1 0 0 0 0,0 0 0 0 0,0 1 0 0 0,0-1 0 0 0,0 0 0 0 0,0 0 0 0 0,1 0 0 0 0,-1 0 0 0 0,0 0 0 0 0,0 0 0 0 0,0 0 0 0 0,0 0 0 0 0,0 0 0 0 0,1 0 0 0 0,-1 0 0 0 0,0 0 0 0 0,0 0 0 0 0,0 0 0 0 0,0 1 0 0 0,0-1 0 0 0,0 0 0 0 0,0 0 0 0 0,0 0 0 0 0,0 0 0 0 0,1 0 0 0 0,-1 0 0 0 0,0 1 0 0 0,0-1 0 0 0,0 0 0 0 0,0 0 0 0 0,0 0 0 0 0,0 0 0 0 0,0 0 0 0 0,0 1 0 0 0,0-1 1 0 0,0 0-1 0 0,0 0 0 0 0,0 0 0 0 0,0 0 0 0 0,0 0 0 0 0,0 1 0 0 0,0-1 0 0 0,0 0 0 0 0,0 0 0 0 0,0 0 0 0 0,0 0 0 0 0,0 0 0 0 0,-1 1 0 0 0,1-1 0 0 0,-8 12-820 0 0,-20 17-4635 0 0,20-23 2907 0 0</inkml:trace>
</inkml:ink>
</file>

<file path=ppt/ink/ink7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9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66 10161 0 0,'-41'-39'356'0'0,"12"13"453"0"0,28 25-266 0 0,-1 13-457 0 0,1-10-76 0 0,1 0 0 0 0,0-1 0 0 0,-1 1 0 0 0,1 0 0 0 0,0-1 1 0 0,0 1-1 0 0,0 0 0 0 0,0 0 0 0 0,0-1 0 0 0,1 1 0 0 0,-1 0 0 0 0,0-1 0 0 0,1 1 1 0 0,0 0-1 0 0,-1-1 0 0 0,1 1 0 0 0,0 0 0 0 0,0-1 0 0 0,-1 1 0 0 0,1-1 1 0 0,1 0-1 0 0,0 2 0 0 0,0 2-40 0 0,1-1 0 0 0,-1 0 0 0 0,1 0 0 0 0,0-1-1 0 0,-1 1 1 0 0,2-1 0 0 0,-1 1 0 0 0,0-1 0 0 0,1 0 0 0 0,0 0 0 0 0,-1 0 0 0 0,1-1 0 0 0,5 3 0 0 0,-5-4-48 0 0,-1 0 0 0 0,0-1 0 0 0,0 1 0 0 0,0-1 0 0 0,0 0 0 0 0,1 0 0 0 0,-1 0 0 0 0,0 0 0 0 0,0-1 0 0 0,0 1 0 0 0,1-1 0 0 0,-1 0 0 0 0,0 0 0 0 0,0 0 0 0 0,0 0 0 0 0,0 0 0 0 0,-1-1 0 0 0,1 0 0 0 0,5-3 0 0 0,30-11-705 0 0,-37 15 728 0 0,31 25-199 0 0,1 20-838 0 0,-14-14-3392 0 0,-13-19 2493 0 0</inkml:trace>
</inkml:ink>
</file>

<file path=ppt/ink/ink7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19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0 524 640 0 0,'0'0'990'0'0,"7"3"574"0"0,-1-5 1997 0 0,2-5-3246 0 0,0 1 1 0 0,0-1 0 0 0,0 0 0 0 0,-1 0-1 0 0,0-1 1 0 0,-1 0 0 0 0,0 0 0 0 0,0-1-1 0 0,-1 1 1 0 0,6-13 0 0 0,7-19 563 0 0,15-50-1 0 0,5-11-116 0 0,-31 86-703 0 0,1 0 1 0 0,0 1-1 0 0,1 0 0 0 0,0 1 1 0 0,1 0-1 0 0,1 0 0 0 0,0 1 1 0 0,0 1-1 0 0,2-1 0 0 0,23-16 0 0 0,-27 23-45 0 0,-1 0 0 0 0,1 0 0 0 0,0 1 0 0 0,0 0 0 0 0,1 1 0 0 0,-1 0 0 0 0,1 1 0 0 0,0 0-1 0 0,-1 0 1 0 0,1 1 0 0 0,0 0 0 0 0,0 1 0 0 0,0 0 0 0 0,0 0 0 0 0,0 1 0 0 0,-1 0 0 0 0,1 1-1 0 0,0 0 1 0 0,13 6 0 0 0,-14-5-7 0 0,0 2 0 0 0,0-1 0 0 0,0 1-1 0 0,0 1 1 0 0,-1-1 0 0 0,0 2 0 0 0,0-1-1 0 0,-1 1 1 0 0,0 0 0 0 0,0 0 0 0 0,0 1-1 0 0,-1 0 1 0 0,10 16 0 0 0,-14-20 1 0 0,0 0 0 0 0,0 0 0 0 0,0 0-1 0 0,0 0 1 0 0,0 1 0 0 0,-1-1 0 0 0,0 0 0 0 0,0 1 0 0 0,0-1-1 0 0,-1 1 1 0 0,1-1 0 0 0,-1 1 0 0 0,0 0 0 0 0,0-1 0 0 0,-1 1-1 0 0,1-1 1 0 0,-1 1 0 0 0,0-1 0 0 0,0 1 0 0 0,-1-1 0 0 0,1 0-1 0 0,-1 0 1 0 0,0 1 0 0 0,0-1 0 0 0,-1 0 0 0 0,1-1 0 0 0,-1 1-1 0 0,1 0 1 0 0,-1-1 0 0 0,-1 1 0 0 0,1-1 0 0 0,-5 4 0 0 0,4-4 15 0 0,-1 1 1 0 0,1-1 0 0 0,-1 0-1 0 0,0 0 1 0 0,0-1-1 0 0,-1 1 1 0 0,1-1 0 0 0,0 0-1 0 0,-8 1 1 0 0,-29 11 98 0 0,23-16-236 0 0,12-2-3231 0 0</inkml:trace>
</inkml:ink>
</file>

<file path=ppt/ink/ink7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20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22 820 0 0,'3'-15'4528'0'0,"-3"15"-4425"0"0,0 0 0 0 0,0 0 0 0 0,0-1 0 0 0,0 1 0 0 0,0 0 0 0 0,0 0 0 0 0,0-1 0 0 0,0 1 0 0 0,0 0 0 0 0,-1 0 0 0 0,1-1 0 0 0,0 1 0 0 0,0 0 0 0 0,0 0 0 0 0,0 0 0 0 0,0-1 0 0 0,0 1 0 0 0,0 0 0 0 0,-1 0 0 0 0,1-1 0 0 0,0 1 0 0 0,0 0 0 0 0,0 0 0 0 0,0 0 0 0 0,-1 0 0 0 0,1-1 0 0 0,0 1 0 0 0,0 0 0 0 0,0 0 0 0 0,-1 0-1 0 0,1 0 1 0 0,0 0 0 0 0,0 0 0 0 0,-1 0 0 0 0,1 0 0 0 0,0-1 0 0 0,0 1 0 0 0,-1 0 0 0 0,1 0 0 0 0,0 0 0 0 0,0 0 0 0 0,-1 0 0 0 0,1 0 0 0 0,0 0 0 0 0,0 1 0 0 0,-1-1 0 0 0,1 0 0 0 0,0 0 0 0 0,0 0 0 0 0,-1 0 0 0 0,-18 12 1118 0 0,14-8-1133 0 0,1 0 1 0 0,-1 0 0 0 0,1 1 0 0 0,0-1-1 0 0,1 1 1 0 0,-1 0 0 0 0,-3 8-1 0 0,6-10-62 0 0,-1-1 0 0 0,1 1 0 0 0,1 0-1 0 0,-1 0 1 0 0,0 0 0 0 0,1 0-1 0 0,-1 0 1 0 0,1 0 0 0 0,0 0-1 0 0,0 0 1 0 0,0 0 0 0 0,1 0-1 0 0,-1 0 1 0 0,1 0 0 0 0,-1 0 0 0 0,1 0-1 0 0,0 0 1 0 0,0-1 0 0 0,2 5-1 0 0,-1-4-164 0 0,0-1 1 0 0,0 0-1 0 0,0 1 0 0 0,0-1 0 0 0,0 0 0 0 0,1 0 1 0 0,-1 0-1 0 0,1 0 0 0 0,-1 0 0 0 0,1-1 0 0 0,0 1 1 0 0,-1-1-1 0 0,1 0 0 0 0,0 0 0 0 0,0 0 0 0 0,0 0 1 0 0,0 0-1 0 0,0 0 0 0 0,5-1 0 0 0,22-1-5439 0 0,-27 1 2940 0 0</inkml:trace>
</inkml:ink>
</file>

<file path=ppt/ink/ink7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19:21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57 280 0 0,'-2'0'575'0'0,"0"-1"-1"0"0,0 1 1 0 0,0-1-1 0 0,0 1 1 0 0,0 0-1 0 0,0 0 1 0 0,0 0-1 0 0,0 0 1 0 0,0 0 0 0 0,0 0-1 0 0,-3 2 1 0 0,0 3-336 0 0,0 0 0 0 0,1 1 0 0 0,0 0 0 0 0,1 0 0 0 0,-1 0 0 0 0,1 1 1 0 0,0-1-1 0 0,1 1 0 0 0,-3 8 0 0 0,4-12-207 0 0,1-1 0 0 0,-1 0 1 0 0,1 1-1 0 0,0-1 0 0 0,-1 0 0 0 0,1 1 0 0 0,0-1 1 0 0,1 0-1 0 0,-1 1 0 0 0,0-1 0 0 0,1 0 0 0 0,-1 1 1 0 0,1-1-1 0 0,0 0 0 0 0,0 0 0 0 0,-1 0 1 0 0,2 1-1 0 0,-1-1 0 0 0,0 0 0 0 0,0 0 0 0 0,1-1 1 0 0,-1 1-1 0 0,1 0 0 0 0,-1 0 0 0 0,1-1 0 0 0,0 1 1 0 0,0-1-1 0 0,-1 1 0 0 0,1-1 0 0 0,0 0 0 0 0,0 0 1 0 0,1 1-1 0 0,3 0 0 0 0,1 1-67 0 0,1-1 0 0 0,0 0 0 0 0,0-1 0 0 0,-1 1 1 0 0,1-1-1 0 0,0-1 0 0 0,0 0 0 0 0,1 0 0 0 0,-1 0 0 0 0,0-1 0 0 0,-1 0 0 0 0,1-1 1 0 0,0 1-1 0 0,0-2 0 0 0,0 1 0 0 0,-1-1 0 0 0,0 0 0 0 0,9-5 0 0 0,-7 3 38 0 0,-1 0-1 0 0,0-1 0 0 0,0 0 1 0 0,0 0-1 0 0,-1 0 0 0 0,0-1 1 0 0,0 0-1 0 0,-1-1 0 0 0,1 1 1 0 0,-2-1-1 0 0,1-1 1 0 0,-1 1-1 0 0,0-1 0 0 0,4-11 1 0 0,0-22 1397 0 0,-12 69-821 0 0,3-21-571 0 0,0 0-1 0 0,1 1 1 0 0,0-1-1 0 0,0 0 1 0 0,0 0-1 0 0,1 0 1 0 0,0-1 0 0 0,0 1-1 0 0,0 0 1 0 0,1-1-1 0 0,3 6 1 0 0,-4-8-5 0 0,-1-1 1 0 0,1 1 0 0 0,0-1-1 0 0,0 0 1 0 0,0 0 0 0 0,0 0-1 0 0,0 0 1 0 0,1 0 0 0 0,-1 0-1 0 0,1-1 1 0 0,-1 1-1 0 0,1-1 1 0 0,-1 0 0 0 0,1 0-1 0 0,0 1 1 0 0,0-2 0 0 0,-1 1-1 0 0,1 0 1 0 0,0-1 0 0 0,0 1-1 0 0,0-1 1 0 0,0 0-1 0 0,5 0 1 0 0,-5-1 2 0 0,0 0-1 0 0,1-1 0 0 0,-1 1 1 0 0,0-1-1 0 0,0 0 0 0 0,0 0 1 0 0,0 0-1 0 0,0 0 1 0 0,0 0-1 0 0,0-1 0 0 0,-1 1 1 0 0,1-1-1 0 0,2-3 1 0 0,2-2-1 0 0,17-15 5 0 0,-12 10-21 0 0,0 0 0 0 0,1 1 0 0 0,1 1-1 0 0,0 0 1 0 0,0 1 0 0 0,23-12 0 0 0,-35 22 9 0 0,0-1-1 0 0,-1 1 1 0 0,1-1 0 0 0,0 1 0 0 0,-1-1-1 0 0,1 1 1 0 0,0 0 0 0 0,0 0 0 0 0,-1 0 0 0 0,1 0-1 0 0,0 0 1 0 0,0 0 0 0 0,-1 1 0 0 0,1-1-1 0 0,0 0 1 0 0,0 1 0 0 0,-1 0 0 0 0,1-1 0 0 0,-1 1-1 0 0,3 1 1 0 0,31 26 67 0 0,-32-24-26 0 0,0-1 0 0 0,1 0 0 0 0,-1 0-1 0 0,0 0 1 0 0,1-1 0 0 0,0 1 0 0 0,-1-1-1 0 0,1 1 1 0 0,0-1 0 0 0,0 0 0 0 0,0-1 0 0 0,1 1-1 0 0,-1-1 1 0 0,6 1 0 0 0,55-7-38 0 0,-36-6-2111 0 0,-5-10-3817 0 0</inkml:trace>
</inkml:ink>
</file>

<file path=ppt/ink/ink7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7:29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201 118 72 0 0,'0'0'781'0'0,"0"-16"1344"0"0,-1 14-1985 0 0,1-1-1 0 0,-1 0 0 0 0,0 0 1 0 0,0 1-1 0 0,0-1 0 0 0,0 0 1 0 0,0 1-1 0 0,0-1 0 0 0,-1 1 1 0 0,1 0-1 0 0,-1-1 0 0 0,0 1 1 0 0,-3-3-1 0 0,4 3-36 0 0,-36-10 571 0 0,31 12-650 0 0,0 1 0 0 0,0-1 0 0 0,0 1 0 0 0,0 1 0 0 0,0-1-1 0 0,0 1 1 0 0,0 0 0 0 0,0 0 0 0 0,1 1 0 0 0,-1 0 0 0 0,1 0 0 0 0,0 0 0 0 0,0 0 0 0 0,0 1 0 0 0,0 0 0 0 0,1 0 0 0 0,-1 0 0 0 0,1 1 0 0 0,0-1 0 0 0,0 1 0 0 0,1 0-1 0 0,0 0 1 0 0,-1 0 0 0 0,2 1 0 0 0,-1-1 0 0 0,0 1 0 0 0,1 0 0 0 0,0-1 0 0 0,1 1 0 0 0,-2 9 0 0 0,1-5 21 0 0,2-7-37 0 0,-1 0-1 0 0,0 0 1 0 0,1 0 0 0 0,-1 0-1 0 0,1 0 1 0 0,0 0 0 0 0,0 0-1 0 0,0 0 1 0 0,0 0 0 0 0,0 0-1 0 0,1 0 1 0 0,0 0 0 0 0,-1 0-1 0 0,1 0 1 0 0,0 0 0 0 0,0 0-1 0 0,1-1 1 0 0,-1 1 0 0 0,1 0-1 0 0,-1 0 1 0 0,1-1 0 0 0,0 0-1 0 0,0 1 1 0 0,0-1 0 0 0,0 0 0 0 0,0 0-1 0 0,1 0 1 0 0,-1 0 0 0 0,1 0-1 0 0,-1 0 1 0 0,1-1 0 0 0,0 1-1 0 0,-1-1 1 0 0,1 0 0 0 0,5 2-1 0 0,-6-2-3 0 0,39 0 56 0 0,-36-3-56 0 0,0 0 0 0 0,-1 0 1 0 0,1 0-1 0 0,-1 0 0 0 0,0-1 0 0 0,1 1 0 0 0,-1-1 0 0 0,0 0 0 0 0,0-1 0 0 0,-1 1 0 0 0,1-1 0 0 0,-1 1 0 0 0,0-1 0 0 0,5-6 0 0 0,16-19 29 0 0,-22 27-32 0 0,0-1-1 0 0,0 1 1 0 0,0-1-1 0 0,0 0 0 0 0,-1 1 1 0 0,1-1-1 0 0,-1 0 1 0 0,0 0-1 0 0,0 0 0 0 0,0 0 1 0 0,1-4-1 0 0,1-53-9 0 0,-3 59 10 0 0,1-3-1 0 0,-1 0-1 0 0,0-1 1 0 0,0 1-1 0 0,0 0 1 0 0,0 0 0 0 0,0-1-1 0 0,-1 1 1 0 0,0 0-1 0 0,0 0 1 0 0,0 0-1 0 0,0 0 1 0 0,-1 0-1 0 0,0 0 1 0 0,0 0 0 0 0,0 0-1 0 0,0 1 1 0 0,0-1-1 0 0,-1 1 1 0 0,1-1-1 0 0,-1 1 1 0 0,0 0-1 0 0,-4-3 1 0 0,5 5-10 0 0,0 0 0 0 0,0 1-1 0 0,0-1 1 0 0,0 1 0 0 0,0-1 0 0 0,-1 1 0 0 0,1 0 0 0 0,0-1-1 0 0,0 1 1 0 0,-1 0 0 0 0,1 1 0 0 0,0-1 0 0 0,0 0 0 0 0,0 1-1 0 0,-1-1 1 0 0,1 1 0 0 0,-3 1 0 0 0,-37 17-785 0 0,33-15 385 0 0,-38 18-2326 0 0,23-10 1162 0 0</inkml:trace>
</inkml:ink>
</file>

<file path=ppt/ink/ink7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04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171 265 304 0 0,'6'-63'6641'0'0,"-5"60"-6077"0"0,-1 2-452 0 0,0 0 0 0 0,0 0 0 0 0,0-1 0 0 0,-1 1-1 0 0,1 0 1 0 0,0 0 0 0 0,0-1 0 0 0,-1 1 0 0 0,1 0-1 0 0,-1 0 1 0 0,1 0 0 0 0,-1 0 0 0 0,1-1 0 0 0,-1 1 0 0 0,0 0-1 0 0,1 0 1 0 0,-1 0 0 0 0,0 0 0 0 0,0 0 0 0 0,-1-1-1 0 0,-1-1-140 0 0,2 2 225 0 0,-32-4 216 0 0,-75 49 63 0 0,107-44-462 0 0,0 0 0 0 0,0 0 0 0 0,0 1-1 0 0,0-1 1 0 0,-1 1 0 0 0,1-1 0 0 0,0 1 0 0 0,0-1 0 0 0,0 1 0 0 0,0 0 0 0 0,0-1-1 0 0,1 1 1 0 0,-1 0 0 0 0,0 0 0 0 0,0 0 0 0 0,0-1 0 0 0,1 1 0 0 0,-1 0-1 0 0,0 0 1 0 0,1 0 0 0 0,-1 0 0 0 0,1 0 0 0 0,-1 2 0 0 0,1-2-1 0 0,0 0 0 0 0,0 0 0 0 0,1 0-1 0 0,-1 0 1 0 0,0 0 0 0 0,1 0 0 0 0,-1 0 0 0 0,1 0 0 0 0,-1 0 0 0 0,1-1 0 0 0,0 1 0 0 0,-1 0 0 0 0,1 0 0 0 0,0-1-1 0 0,-1 1 1 0 0,1 0 0 0 0,0-1 0 0 0,0 1 0 0 0,1 0 0 0 0,40 18 165 0 0,-23-17-143 0 0,0 0 0 0 0,-1-1 0 0 0,1-1 0 0 0,0-1 0 0 0,36-6-1 0 0,-42 5-22 0 0,-1-1 0 0 0,1-1-1 0 0,-1 0 1 0 0,0-1-1 0 0,0 0 1 0 0,0 0 0 0 0,-1-2-1 0 0,0 1 1 0 0,15-12-1 0 0,-16 8 4 0 0,-1-1 0 0 0,0 1 0 0 0,-1-2 0 0 0,0 1 0 0 0,0-1-1 0 0,-1 0 1 0 0,-1 0 0 0 0,8-23 0 0 0,15-27 273 0 0,-20 49-126 0 0,-8 20-120 0 0,-2 8-33 0 0,-1 13 4 0 0,-2 0 1 0 0,0 0-1 0 0,-2 0 1 0 0,-15 45 0 0 0,-2 6 14 0 0,16-48-17 0 0,-29 124 96 0 0,-87 232-1 0 0,115-364-83 0 0,6-16 9 0 0,0-1-1 0 0,-1 0 1 0 0,1 0 0 0 0,-1 1-1 0 0,0-2 1 0 0,-1 1 0 0 0,1 0-1 0 0,-1-1 1 0 0,0 1-1 0 0,0-1 1 0 0,-1 0 0 0 0,-6 5-1 0 0,10-9-19 0 0,0-1 0 0 0,0 1 0 0 0,0-1 0 0 0,0 0 0 0 0,0 1 0 0 0,0-1 0 0 0,0 0 0 0 0,0 0 0 0 0,0 0-1 0 0,0 0 1 0 0,0 0 0 0 0,0 0 0 0 0,0 0 0 0 0,0 0 0 0 0,0 0 0 0 0,0 0 0 0 0,0-1 0 0 0,0 1 0 0 0,0 0 0 0 0,0-1 0 0 0,0 1 0 0 0,0 0-1 0 0,0-1 1 0 0,0 0 0 0 0,0 1 0 0 0,1-1 0 0 0,-1 1 0 0 0,0-1 0 0 0,0 0 0 0 0,1 0 0 0 0,-1 1 0 0 0,0-1 0 0 0,0-2 0 0 0,-15-25 50 0 0,16 22-209 0 0,-1 0-1 0 0,1 1 1 0 0,0-1 0 0 0,0 0 0 0 0,0 0 0 0 0,1 0-1 0 0,0 1 1 0 0,0-1 0 0 0,0 0 0 0 0,1 1 0 0 0,0-1-1 0 0,4-7 1 0 0,1 0-1535 0 0,0 0 0 0 0,2 0 1 0 0,14-17-1 0 0,-6 10-1173 0 0</inkml:trace>
</inkml:ink>
</file>

<file path=ppt/ink/ink7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04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1 212 9645 0 0,'80'-150'712'0'0,"-41"90"697"0"0,-38 59-1127 0 0,16 16-31 0 0,-14-9-217 0 0,0 0 0 0 0,-1 0 0 0 0,0 0 0 0 0,0 0 0 0 0,0 1 0 0 0,-1-1 0 0 0,0 0 0 0 0,0 1 0 0 0,-1-1 0 0 0,0 1 0 0 0,0-1 0 0 0,-1 8 0 0 0,1-1 21 0 0,0 8 12 0 0,1 26 179 0 0,-2 0-1 0 0,-2 0 1 0 0,-16 80-1 0 0,18-126-74 0 0,1 0-147 0 0,0 0 0 0 0,0-1 0 0 0,0 1 0 0 0,0-1 1 0 0,0 1-1 0 0,0-1 0 0 0,-1 1 0 0 0,1 0 0 0 0,0-1 0 0 0,-1 1 0 0 0,1-1 0 0 0,0 1 1 0 0,-1-1-1 0 0,1 1 0 0 0,0-1 0 0 0,-1 1 0 0 0,1-1 0 0 0,-1 0 0 0 0,1 1 0 0 0,-1-1 1 0 0,1 0-1 0 0,-1 1 0 0 0,1-1 0 0 0,-1 0 0 0 0,1 1 0 0 0,-1-1 0 0 0,1 0 0 0 0,-1 0 1 0 0,0 0-1 0 0,1 0 0 0 0,-1 1 0 0 0,1-1 0 0 0,-1 0 0 0 0,0 0 0 0 0,1 0 0 0 0,-1 0 1 0 0,1 0-1 0 0,-1-1 0 0 0,0 1 0 0 0,1 0 0 0 0,-1 0 0 0 0,1 0 0 0 0,-2-1 0 0 0,-3-5 1 0 0,1 1-1 0 0,0-2 1 0 0,-1 1-1 0 0,2 0 1 0 0,-1-1 0 0 0,1 0-1 0 0,0 1 1 0 0,1-1-1 0 0,-1-1 1 0 0,1 1-1 0 0,1 0 1 0 0,-1 0-1 0 0,1-1 1 0 0,1 1-1 0 0,-1-1 1 0 0,1 1-1 0 0,1-1 1 0 0,-1 1-1 0 0,1 0 1 0 0,0-1 0 0 0,4-9-1 0 0,0-4-18 0 0,0 1 1 0 0,2 0-1 0 0,0 1 1 0 0,1-1-1 0 0,2 1 1 0 0,16-27-1 0 0,-21 40-9 0 0,-1-1 0 0 0,1 1 0 0 0,0-1 0 0 0,0 1-1 0 0,1 1 1 0 0,0-1 0 0 0,0 1 0 0 0,0 0 0 0 0,1 0 0 0 0,-1 1 0 0 0,1 0 0 0 0,0 0-1 0 0,0 1 1 0 0,1 0 0 0 0,-1 0 0 0 0,1 0 0 0 0,0 1 0 0 0,-1 0 0 0 0,1 1-1 0 0,0 0 1 0 0,0 0 0 0 0,0 0 0 0 0,0 1 0 0 0,0 1 0 0 0,0-1 0 0 0,0 1 0 0 0,0 1-1 0 0,0-1 1 0 0,-1 1 0 0 0,1 0 0 0 0,0 1 0 0 0,-1 0 0 0 0,0 0 0 0 0,0 1-1 0 0,0 0 1 0 0,0 0 0 0 0,0 1 0 0 0,-1 0 0 0 0,0 0 0 0 0,0 0 0 0 0,0 1 0 0 0,9 11-1 0 0,-4-2 5 0 0,-1 0 0 0 0,-1 1 0 0 0,0 0 0 0 0,-1 0 0 0 0,-1 0 0 0 0,-1 1 0 0 0,8 29-1 0 0,-12-34 5 0 0,1 0 0 0 0,-2 0 0 0 0,0 0 0 0 0,0 0 0 0 0,-1 0 0 0 0,0 0 0 0 0,-1 0 0 0 0,-1 0 0 0 0,1 0 0 0 0,-2 0 0 0 0,0 0 0 0 0,-6 16 0 0 0,5-21-5 0 0,1 0-1 0 0,-1-1 0 0 0,-1 1 1 0 0,1-1-1 0 0,-1 0 0 0 0,0 0 0 0 0,0 0 1 0 0,-1-1-1 0 0,0 0 0 0 0,0 0 0 0 0,0 0 1 0 0,0-1-1 0 0,-1 0 0 0 0,0 0 1 0 0,0 0-1 0 0,0-1 0 0 0,0 0 0 0 0,0-1 1 0 0,-1 0-1 0 0,1 0 0 0 0,-12 2 0 0 0,17-4-121 0 0,0 0 1 0 0,1 0-1 0 0,-1 0 0 0 0,1 0 0 0 0,-1-1 0 0 0,1 1 0 0 0,-1 0 0 0 0,1-1 0 0 0,-1 1 0 0 0,1-1 0 0 0,-1 1 0 0 0,1-1 0 0 0,-1 0 0 0 0,1 0 0 0 0,0 0 0 0 0,-1 1 0 0 0,1-1 0 0 0,0 0 0 0 0,0-1 1 0 0,0 1-1 0 0,0 0 0 0 0,0 0 0 0 0,0 0 0 0 0,0-1 0 0 0,0 1 0 0 0,0 0 0 0 0,1-1 0 0 0,-1 1 0 0 0,0-3 0 0 0,0 2-680 0 0,21-22-5673 0 0,-15 17 3859 0 0</inkml:trace>
</inkml:ink>
</file>

<file path=ppt/ink/ink7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1:56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105 361 120 0 0,'-3'-70'8447'0'0,"3"78"-7904"0"0,-17 295 2084 0 0,1-104-1784 0 0,3-51-256 0 0,0 51 901 0 0,12-194 306 0 0,-1-8-724 0 0,-3-20-413 0 0,-4-38-485 0 0,-12-316 855 0 0,17 299-854 0 0,11-142 1 0 0,-3 181-130 0 0,2 0 0 0 0,2 0 0 0 0,1 0 0 0 0,2 1 0 0 0,24-54 0 0 0,-32 85-45 0 0,1 0 1 0 0,0 0 0 0 0,0 1-1 0 0,0-1 1 0 0,1 1 0 0 0,0 0-1 0 0,0 0 1 0 0,1 1-1 0 0,0-1 1 0 0,0 1 0 0 0,0 1-1 0 0,1-1 1 0 0,-1 1 0 0 0,1 0-1 0 0,0 0 1 0 0,0 1 0 0 0,12-4-1 0 0,-14 6 0 0 0,1-1 0 0 0,0 1 0 0 0,0 1 0 0 0,0-1 0 0 0,0 1-1 0 0,0 0 1 0 0,-1 0 0 0 0,1 0 0 0 0,0 1 0 0 0,0 0 0 0 0,0 1 0 0 0,-1-1 0 0 0,1 1 0 0 0,0 0-1 0 0,-1 0 1 0 0,0 1 0 0 0,1-1 0 0 0,-1 1 0 0 0,0 0 0 0 0,0 1 0 0 0,-1-1 0 0 0,1 1 0 0 0,6 7-1 0 0,-3-2 2 0 0,1 1 0 0 0,-2 0 0 0 0,1 0-1 0 0,-2 1 1 0 0,1 0 0 0 0,-1 0 0 0 0,-1 1-1 0 0,0 0 1 0 0,-1-1 0 0 0,0 2-1 0 0,0-1 1 0 0,-2 0 0 0 0,1 1 0 0 0,0 17-1 0 0,-3-20 0 0 0,0 0 1 0 0,0 0-1 0 0,-1 0 0 0 0,-1 0 0 0 0,1 0 0 0 0,-1 0 0 0 0,-1-1 1 0 0,0 1-1 0 0,-1-1 0 0 0,1 1 0 0 0,-2-1 0 0 0,1 0 0 0 0,-1-1 1 0 0,-1 1-1 0 0,1-1 0 0 0,-2 0 0 0 0,1 0 0 0 0,-12 10 0 0 0,2-3-900 0 0,0-2-1 0 0,-36 23 0 0 0,21-21-2644 0 0,-4-6-3280 0 0,24-9 2971 0 0</inkml:trace>
</inkml:ink>
</file>

<file path=ppt/ink/ink7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1:56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87 88 0 0,'7'5'962'0'0,"0"1"-1"0"0,-1 0 1 0 0,1 1 0 0 0,-1 0 0 0 0,0 0-1 0 0,9 15 1 0 0,-14-21-609 0 0,17 19 4241 0 0,-7-53-3949 0 0,-9 29-579 0 0,0 0 0 0 0,0 0 0 0 0,0-1 0 0 0,0 1-1 0 0,1 1 1 0 0,-1-1 0 0 0,1 0 0 0 0,4-3 0 0 0,-6 6-42 0 0,30-13 153 0 0,-22 12-160 0 0,-7 2-13 0 0,0-1 1 0 0,-1 1 0 0 0,1-1 0 0 0,0 1-1 0 0,0-1 1 0 0,0 0 0 0 0,0 0 0 0 0,-1 0-1 0 0,1 0 1 0 0,0 0 0 0 0,-1 0 0 0 0,1 0 0 0 0,-1 0-1 0 0,1-1 1 0 0,-1 1 0 0 0,0-1 0 0 0,1 1-1 0 0,-1-1 1 0 0,2-2 0 0 0,-3 2-10 0 0,8-3-243 0 0,-1-1 0 0 0,0 0-1 0 0,0 0 1 0 0,-1-1-1 0 0,9-11 1 0 0,-12 12-128 0 0</inkml:trace>
</inkml:ink>
</file>

<file path=ppt/ink/ink7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1:57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1 129 68 0 0,'0'0'2554'0'0,"4"-3"-1737"0"0,-1 1-641 0 0,0 1 0 0 0,0-1 0 0 0,1 1 1 0 0,-1 0-1 0 0,0 0 0 0 0,0 0 0 0 0,1 0 0 0 0,-1 1 0 0 0,0-1 0 0 0,1 1 1 0 0,-1 0-1 0 0,1 0 0 0 0,-1 0 0 0 0,0 0 0 0 0,1 0 0 0 0,-1 1 0 0 0,1 0 1 0 0,-1 0-1 0 0,0 0 0 0 0,0 0 0 0 0,0 0 0 0 0,1 1 0 0 0,-1-1 0 0 0,0 1 1 0 0,4 3-1 0 0,1 1 6 0 0,-1 1 1 0 0,0 0 0 0 0,-1 0-1 0 0,0 0 1 0 0,0 1-1 0 0,0 0 1 0 0,-1 0 0 0 0,0 1-1 0 0,0-1 1 0 0,-1 1-1 0 0,-1 0 1 0 0,1 0 0 0 0,-1 0-1 0 0,-1 1 1 0 0,0-1 0 0 0,0 1-1 0 0,-1-1 1 0 0,0 1-1 0 0,0 0 1 0 0,-1-1 0 0 0,-1 1-1 0 0,0 0 1 0 0,0-1-1 0 0,-1 1 1 0 0,0-1 0 0 0,0 1-1 0 0,-6 12 1 0 0,8-22-154 0 0,0 1 0 0 0,0-1 0 0 0,0 0 1 0 0,0 0-1 0 0,0 1 0 0 0,0-1 0 0 0,0 0 0 0 0,0 0 1 0 0,0 1-1 0 0,0-1 0 0 0,0 0 0 0 0,0 1 0 0 0,-1-1 1 0 0,1 0-1 0 0,0 0 0 0 0,0 0 0 0 0,0 1 1 0 0,0-1-1 0 0,0 0 0 0 0,-1 0 0 0 0,1 1 0 0 0,0-1 1 0 0,0 0-1 0 0,-1 0 0 0 0,1 0 0 0 0,0 0 0 0 0,0 1 1 0 0,0-1-1 0 0,-1 0 0 0 0,1 0 0 0 0,0 0 0 0 0,0 0 1 0 0,-1 0-1 0 0,1 0 0 0 0,0 0 0 0 0,-1 0 0 0 0,1 0 1 0 0,0 0-1 0 0,0 0 0 0 0,-1 0 0 0 0,1 0 0 0 0,0 0 1 0 0,0 0-1 0 0,-1 0 0 0 0,1 0 0 0 0,0 0 0 0 0,-1 0 1 0 0,1 0-1 0 0,0 0 0 0 0,0-1 0 0 0,-1 1 0 0 0,1 0 1 0 0,0 0-1 0 0,0 0 0 0 0,0 0 0 0 0,-1-1 0 0 0,1 1 1 0 0,0 0-1 0 0,0 0 0 0 0,0 0 0 0 0,-1-1 0 0 0,1 1 1 0 0,0 0-1 0 0,0 0 0 0 0,0-1 0 0 0,0 1 0 0 0,0 0 1 0 0,0-1-1 0 0,-7-14 458 0 0,7 7-429 0 0,0 0 1 0 0,1 1-1 0 0,0-1 0 0 0,0 1 0 0 0,1 0 0 0 0,0-1 1 0 0,0 1-1 0 0,0 0 0 0 0,1 0 0 0 0,1 0 0 0 0,-1 0 1 0 0,9-11-1 0 0,-4 3 49 0 0,-4 7-325 0 0,15-30 881 0 0,45-65 0 0 0,-54 90-1209 0 0,0 1 1 0 0,0 1-1 0 0,18-14 1 0 0,-21 19-816 0 0,0 0 0 0 0,1 1 0 0 0,0 0 0 0 0,0 1 0 0 0,1-1 0 0 0,14-4 0 0 0,-9 5-1956 0 0</inkml:trace>
</inkml:ink>
</file>

<file path=ppt/ink/ink7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1:58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0 261 756 0 0,'15'-9'1036'0'0,"2"0"122"0"0,0-2 0 0 0,-1 0 0 0 0,0-1 0 0 0,-1-1 0 0 0,0 0 0 0 0,0-1 0 0 0,20-27 0 0 0,-34 40-212 0 0,-5-1-774 0 0,1 2-141 0 0,-1 0 0 0 0,1 0 0 0 0,0 0 0 0 0,0 0 0 0 0,-1 0 0 0 0,1 0-1 0 0,0 1 1 0 0,0 0 0 0 0,0-1 0 0 0,-1 1 0 0 0,1 0 0 0 0,0 1 0 0 0,0-1 0 0 0,1 1-1 0 0,-1-1 1 0 0,0 1 0 0 0,0 0 0 0 0,1 0 0 0 0,-1 0 0 0 0,1 0 0 0 0,-1 0-1 0 0,1 1 1 0 0,0-1 0 0 0,0 1 0 0 0,0-1 0 0 0,0 1 0 0 0,1 0 0 0 0,-3 4-1 0 0,2-3-13 0 0,0 0 0 0 0,0-1-1 0 0,1 1 1 0 0,-1 0-1 0 0,1 0 1 0 0,0 0-1 0 0,0 0 1 0 0,0 0-1 0 0,1 0 1 0 0,-1 1-1 0 0,1-1 1 0 0,0 0 0 0 0,0 0-1 0 0,1 0 1 0 0,-1 0-1 0 0,1 0 1 0 0,0 1-1 0 0,0-1 1 0 0,0 0-1 0 0,0-1 1 0 0,1 1-1 0 0,0 0 1 0 0,3 6 0 0 0,2-2-6 0 0,1 0 1 0 0,-1 0-1 0 0,1-1 1 0 0,1 0 0 0 0,-1-1-1 0 0,1 1 1 0 0,0-2 0 0 0,1 1-1 0 0,-1-1 1 0 0,1-1 0 0 0,0 0-1 0 0,0 0 1 0 0,1-1-1 0 0,-1 0 1 0 0,1-1 0 0 0,-1 0-1 0 0,1-1 1 0 0,0 0 0 0 0,0 0-1 0 0,-1-1 1 0 0,1-1 0 0 0,19-3-1 0 0,-13 2-20 0 0,0-1-1 0 0,0-1 1 0 0,0-1-1 0 0,-1-1 1 0 0,1 0-1 0 0,-1-1 1 0 0,-1 0-1 0 0,1-1 1 0 0,-1-1-1 0 0,-1-1 1 0 0,0 0-1 0 0,0-1 1 0 0,18-17-1 0 0,-23 17 42 0 0,0-1-1 0 0,0 1 0 0 0,-1-1 0 0 0,-1-1 1 0 0,0 1-1 0 0,0-1 0 0 0,-2-1 0 0 0,1 1 1 0 0,-2-1-1 0 0,0 0 0 0 0,0 0 0 0 0,-1 0 1 0 0,-1 0-1 0 0,-1-1 0 0 0,0 1 0 0 0,-1-16 1 0 0,0 28 245 0 0,-2 6-196 0 0,-6 15 39 0 0,2 1-1 0 0,0-1 1 0 0,1 1 0 0 0,1 0 0 0 0,1 0 0 0 0,0 1 0 0 0,2 37-1 0 0,-6 33 126 0 0,-11 43 11 0 0,-28 252 297 0 0,28-230-264 0 0,11-140-46 0 0,-2-24-144 0 0,-7-29-50 0 0,11 13-37 0 0,2 0 1 0 0,1 0-1 0 0,1 0 1 0 0,0-1-1 0 0,2 1 1 0 0,1 0-1 0 0,1 0 0 0 0,10-38 1 0 0,7-11-27 0 0,40-97 0 0 0,-43 128-7 0 0,3 1-1 0 0,0 0 1 0 0,49-69 0 0 0,-57 93 7 0 0,1 1 0 0 0,0 1 1 0 0,1 0-1 0 0,0 1 1 0 0,1 0-1 0 0,1 1 1 0 0,0 1-1 0 0,0 1 0 0 0,2 0 1 0 0,33-16-1 0 0,-47 26 9 0 0,0-1 0 0 0,0 1-1 0 0,0 0 1 0 0,-1 0 0 0 0,1 0 0 0 0,0 0-1 0 0,0 1 1 0 0,0 0 0 0 0,0 0 0 0 0,0 0-1 0 0,0 0 1 0 0,0 1 0 0 0,0-1 0 0 0,0 1-1 0 0,0 0 1 0 0,0 0 0 0 0,0 0-1 0 0,-1 1 1 0 0,1-1 0 0 0,0 1 0 0 0,-1 0-1 0 0,5 4 1 0 0,-6-4 8 0 0,0 0 0 0 0,0 0 0 0 0,0 0-1 0 0,-1 1 1 0 0,1-1 0 0 0,-1 1 0 0 0,0-1-1 0 0,1 1 1 0 0,-1 0 0 0 0,-1-1 0 0 0,1 1 0 0 0,0 0-1 0 0,-1 0 1 0 0,1-1 0 0 0,-1 1 0 0 0,0 0-1 0 0,0 0 1 0 0,0 0 0 0 0,0 0 0 0 0,0 0 0 0 0,-1-1-1 0 0,1 1 1 0 0,-1 0 0 0 0,0 0 0 0 0,0-1 0 0 0,0 1-1 0 0,0 0 1 0 0,0-1 0 0 0,-1 1 0 0 0,1-1-1 0 0,-4 5 1 0 0,-1 3 6 0 0,-2-1 1 0 0,1 1-1 0 0,-1-1 0 0 0,-1 0 0 0 0,1-1 0 0 0,-1 0 0 0 0,-1-1 1 0 0,0 0-1 0 0,-14 9 0 0 0,-28 11-3050 0 0,51-27 2150 0 0</inkml:trace>
</inkml:ink>
</file>

<file path=ppt/ink/ink7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1:59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117 659 44 0 0,'32'-36'5498'0'0,"-15"11"-2561"0"0,-16 24-2419 0 0,4-7 449 0 0,-5 8-917 0 0,1 0 0 0 0,-1-1 0 0 0,0 1 1 0 0,0 0-1 0 0,0 0 0 0 0,0 0 0 0 0,0 0 0 0 0,0 0 0 0 0,1 0 0 0 0,-1 0 0 0 0,0-1 0 0 0,0 1 0 0 0,0 0 0 0 0,0 0 1 0 0,0 0-1 0 0,0 0 0 0 0,0 0 0 0 0,0 0 0 0 0,0-1 0 0 0,0 1 0 0 0,0 0 0 0 0,0 0 0 0 0,0 0 0 0 0,0 0 0 0 0,0-1 0 0 0,0 1 1 0 0,0 0-1 0 0,0 0 0 0 0,0 0 0 0 0,0 0 0 0 0,0 0 0 0 0,0-1 0 0 0,0 1 0 0 0,0 0 0 0 0,0 0 0 0 0,0 0 0 0 0,0 0 1 0 0,0 0-1 0 0,0-1 0 0 0,0 1 0 0 0,0 0 0 0 0,0 0 0 0 0,-1 0 0 0 0,1 0 0 0 0,0 0 0 0 0,0 0 0 0 0,0-1 0 0 0,0 1 0 0 0,0 0 1 0 0,0 0-1 0 0,-1 0 0 0 0,1 0 0 0 0,0 0 0 0 0,0 0 0 0 0,0 0 0 0 0,0 0 0 0 0,0 0 0 0 0,-1 0 0 0 0,1 0 0 0 0,0 0 1 0 0,0 0-1 0 0,0 0 0 0 0,0 0 0 0 0,-1 0 0 0 0,-11 6 60 0 0,0 0 0 0 0,0 1-1 0 0,1 0 1 0 0,0 1 0 0 0,0 0 0 0 0,0 1 0 0 0,1 1 0 0 0,1-1 0 0 0,0 1-1 0 0,0 1 1 0 0,1 0 0 0 0,0 0 0 0 0,1 0 0 0 0,0 1 0 0 0,1 0 0 0 0,-8 22-1 0 0,13-33-105 0 0,1 0 0 0 0,0-1 0 0 0,-1 1-1 0 0,1 0 1 0 0,0 0 0 0 0,0-1 0 0 0,0 1-1 0 0,-1 0 1 0 0,1 0 0 0 0,0 0 0 0 0,0-1-1 0 0,0 1 1 0 0,0 0 0 0 0,0 0 0 0 0,0 0-1 0 0,1 0 1 0 0,-1-1 0 0 0,0 1 0 0 0,0 0-1 0 0,0 0 1 0 0,1-1 0 0 0,-1 1-1 0 0,0 0 1 0 0,1 0 0 0 0,-1-1 0 0 0,1 1-1 0 0,-1 0 1 0 0,1-1 0 0 0,-1 1 0 0 0,1-1-1 0 0,0 1 1 0 0,-1 0 0 0 0,1-1 0 0 0,0 1-1 0 0,-1-1 1 0 0,1 0 0 0 0,0 1 0 0 0,-1-1-1 0 0,1 0 1 0 0,0 1 0 0 0,0-1 0 0 0,-1 0-1 0 0,1 0 1 0 0,0 0 0 0 0,0 1 0 0 0,0-1-1 0 0,0 0 1 0 0,-1 0 0 0 0,1 0 0 0 0,0 0-1 0 0,0-1 1 0 0,0 1 0 0 0,-1 0 0 0 0,2 0-1 0 0,4-1 8 0 0,0 0-1 0 0,0 0 1 0 0,-1 0 0 0 0,1 0-1 0 0,-1-1 1 0 0,10-4-1 0 0,77-42 94 0 0,-91 47-81 0 0,2 1-10 0 0,6-4-13 0 0,-9 4-1 0 0,1 0 0 0 0,0 0-1 0 0,0 0 1 0 0,-1 0 0 0 0,1 0 0 0 0,0 0 0 0 0,0 0 0 0 0,0 0 0 0 0,-1 0 0 0 0,1 0 0 0 0,0 0 0 0 0,0 0 0 0 0,-1 1-1 0 0,1-1 1 0 0,0 0 0 0 0,0 1 0 0 0,-1-1 0 0 0,1 0 0 0 0,0 1 0 0 0,-1-1 0 0 0,1 1 0 0 0,0-1 0 0 0,-1 1 0 0 0,1-1-1 0 0,-1 1 1 0 0,1 0 0 0 0,-1-1 0 0 0,1 1 0 0 0,-1 0 0 0 0,0-1 0 0 0,1 1 0 0 0,-1 0 0 0 0,0 0 0 0 0,1-1 0 0 0,-1 1-1 0 0,0 0 1 0 0,0 0 0 0 0,0-1 0 0 0,0 1 0 0 0,0 0 0 0 0,0 0 0 0 0,0 0 0 0 0,0 0 0 0 0,8 39-2 0 0,-8-39 6 0 0,20 11 25 0 0,-11-13-25 0 0,0 0 0 0 0,0 0 0 0 0,0-1 0 0 0,0 0 0 0 0,-1 0 0 0 0,1-1 0 0 0,-1-1 0 0 0,0 1 0 0 0,0-1 0 0 0,0-1 0 0 0,0 1 0 0 0,12-11 0 0 0,-11 8-3 0 0,1 1 1 0 0,0 0 0 0 0,0 1-1 0 0,19-8 1 0 0,-14 9-6 0 0,0 1 0 0 0,0 0 0 0 0,0 2 0 0 0,0 0 1 0 0,0 0-1 0 0,0 1 0 0 0,0 1 0 0 0,0 1 0 0 0,28 6 1 0 0,-35-7 8 0 0,21 3 4 0 0,0-1 1 0 0,0-2 0 0 0,1 0-1 0 0,-1-3 1 0 0,0 0 0 0 0,0-2-1 0 0,0-1 1 0 0,0-1 0 0 0,-1-1-1 0 0,0-2 1 0 0,0-1 0 0 0,46-24-1 0 0,-69 32-5 0 0,-1-1-1 0 0,0 0 1 0 0,0 0-1 0 0,0-1 0 0 0,0 1 1 0 0,0-1-1 0 0,-1 0 1 0 0,0 0-1 0 0,0 0 0 0 0,4-7 1 0 0,2-1 14 0 0,-8 11-7 0 0,-2 0-11 0 0,1 0 0 0 0,0-1 1 0 0,-1 1-1 0 0,1 0 0 0 0,-1 0 0 0 0,0 0 1 0 0,1 0-1 0 0,-1 0 0 0 0,0 0 0 0 0,0 1 1 0 0,1-1-1 0 0,-1 0 0 0 0,0 0 0 0 0,0 0 1 0 0,0 1-1 0 0,0-1 0 0 0,-1 0 0 0 0,-4 3-1 0 0,-1 1 0 0 0,1 0 0 0 0,0 0 0 0 0,1 0 0 0 0,-1 1-1 0 0,1 0 1 0 0,-1 0 0 0 0,1 0 0 0 0,0 1 0 0 0,1 0 0 0 0,-1 0 0 0 0,1 0-1 0 0,0 0 1 0 0,0 1 0 0 0,1 0 0 0 0,-4 6 0 0 0,6-11 0 0 0,0 0 0 0 0,1 0 0 0 0,-1 0 0 0 0,1-1 0 0 0,-1 1 0 0 0,1 0 0 0 0,-1 0 0 0 0,1 0 1 0 0,-1 0-1 0 0,1 0 0 0 0,0 0 0 0 0,0 0 0 0 0,-1 0 0 0 0,1 0 0 0 0,0 0 0 0 0,0 1 0 0 0,0-1 0 0 0,0 0 1 0 0,0 0-1 0 0,0 0 0 0 0,1 0 0 0 0,-1 0 0 0 0,0 0 0 0 0,0 0 0 0 0,1 0 0 0 0,-1 0 0 0 0,1 0 0 0 0,0 1 0 0 0,0-1 1 0 0,1 1 0 0 0,0-1 0 0 0,-1 0 0 0 0,1 0 0 0 0,0 0 0 0 0,-1 0 0 0 0,1 0-1 0 0,0-1 1 0 0,0 1 0 0 0,0-1 0 0 0,0 1 0 0 0,0-1 0 0 0,4 1 0 0 0,7 0-3 0 0,1-1 1 0 0,0 0 0 0 0,16-3-1 0 0,-29 3 2 0 0,23-3-35 0 0,0-1 1 0 0,-1-1-1 0 0,0-2 1 0 0,0 0-1 0 0,0-1 1 0 0,-1-1-1 0 0,-1-2 0 0 0,1 0 1 0 0,-1-1-1 0 0,-1-1 1 0 0,-1-1-1 0 0,0 0 1 0 0,0-2-1 0 0,-2 0 0 0 0,0-1 1 0 0,0-1-1 0 0,-2 0 1 0 0,0-1-1 0 0,-2-1 0 0 0,0 0 1 0 0,-1-1-1 0 0,14-35 1 0 0,-14 26-25 0 0,-2 0 0 0 0,-1-1 0 0 0,7-44 0 0 0,-14 57 44 0 0,0 1 0 0 0,-2-1 0 0 0,0 0 0 0 0,-1 0 0 0 0,-1 0 0 0 0,0 1 0 0 0,-8-28 0 0 0,9 44 20 0 0,1 0 0 0 0,0 1 0 0 0,0-1 0 0 0,0 0 0 0 0,-1 1 0 0 0,1-1-1 0 0,0 0 1 0 0,-1 1 0 0 0,1-1 0 0 0,-1 1 0 0 0,1-1 0 0 0,-1 1 0 0 0,1-1 0 0 0,-1 1-1 0 0,1-1 1 0 0,-1 1 0 0 0,1-1 0 0 0,-1 1 0 0 0,1 0 0 0 0,-1-1 0 0 0,0 1-1 0 0,1 0 1 0 0,-1-1 0 0 0,0 1 0 0 0,1 0 0 0 0,-1 0 0 0 0,0 0 0 0 0,1 0 0 0 0,-1 0-1 0 0,0-1 1 0 0,0 1 0 0 0,1 1 0 0 0,-1-1 0 0 0,0 0 0 0 0,1 0 0 0 0,-1 0 0 0 0,0 0-1 0 0,1 0 1 0 0,-1 1 0 0 0,0-1 0 0 0,1 0 0 0 0,-1 0 0 0 0,0 1 0 0 0,1-1 0 0 0,-1 1-1 0 0,1-1 1 0 0,-1 0 0 0 0,0 1 0 0 0,1-1 0 0 0,0 1 0 0 0,-1-1 0 0 0,1 1-1 0 0,-1 0 1 0 0,1-1 0 0 0,-1 2 0 0 0,-26 29 149 0 0,16-13-30 0 0,2 0 0 0 0,-1 1 0 0 0,2 0-1 0 0,1 1 1 0 0,0 0 0 0 0,2 0 0 0 0,-6 32 0 0 0,8-23 24 0 0,0 0 0 0 0,2 0 0 0 0,1 0 0 0 0,4 31 0 0 0,-2-43-88 0 0,1 1 0 0 0,1-1 0 0 0,0 0-1 0 0,2 0 1 0 0,-1-1 0 0 0,2 1 0 0 0,17 29 0 0 0,-22-42-322 0 0,10 15 733 0 0,-2-13-3909 0 0,0-18 880 0 0</inkml:trace>
</inkml:ink>
</file>

<file path=ppt/ink/ink7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1:59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64 684 0 0,'18'-35'6849'0'0,"-17"33"-6353"0"0,3-6 498 0 0,6-10-6231 0 0</inkml:trace>
</inkml:ink>
</file>

<file path=ppt/ink/ink7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00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15 980 0 0,'-34'-14'9314'0'0,"27"17"-9087"0"0,1 0 0 0 0,0 0 0 0 0,0 1 0 0 0,0 0 0 0 0,1 0 0 0 0,0 0 1 0 0,-1 1-1 0 0,1 0 0 0 0,1 0 0 0 0,-1 0 0 0 0,1 0 0 0 0,0 1 0 0 0,0 0 0 0 0,-5 11 1 0 0,1-3-92 0 0,1 0 0 0 0,0 1 1 0 0,1 0-1 0 0,1 0 0 0 0,-5 25 1 0 0,3 14 173 0 0,6-52-291 0 0,1-1 8 0 0,0 0-21 0 0,0 0 0 0 0,0 0 0 0 0,0 0 1 0 0,0 0-1 0 0,0 1 0 0 0,1-1 0 0 0,-1 0 0 0 0,0 0 1 0 0,0 0-1 0 0,1 0 0 0 0,-1 0 0 0 0,1 0 1 0 0,-1 0-1 0 0,1 0 0 0 0,-1 0 0 0 0,1 0 0 0 0,1 1 1 0 0,12-8 3 0 0,0-1 0 0 0,-1-1 0 0 0,1 0 0 0 0,-2-1 0 0 0,1-1 0 0 0,-1 0 0 0 0,11-12 0 0 0,33-25 3 0 0,3 1-98 0 0,-58 45 71 0 0,14 3-18 0 0,7 32-10 0 0,-20-30 98 0 0,-1 0 0 0 0,1 0-1 0 0,0-1 1 0 0,0 1 0 0 0,1-1 0 0 0,-1 0 0 0 0,0 1 0 0 0,1-1 0 0 0,0 0-1 0 0,0-1 1 0 0,0 1 0 0 0,0 0 0 0 0,0-1 0 0 0,1 0 0 0 0,-1 1 0 0 0,1-1-1 0 0,0-1 1 0 0,-1 1 0 0 0,1 0 0 0 0,0-1 0 0 0,0 0 0 0 0,0 0 0 0 0,5 1-1 0 0,-5-2-44 0 0,1 0 0 0 0,0 0 0 0 0,0 0 0 0 0,0 0 0 0 0,0-1 0 0 0,-1 0 0 0 0,1 0 0 0 0,0 0 0 0 0,0-1 0 0 0,8-3 0 0 0,-10 3-360 0 0,0 0 0 0 0,-1 0 1 0 0,1 0-1 0 0,0 0 0 0 0,-1 0 1 0 0,1 0-1 0 0,-1-1 0 0 0,0 1 1 0 0,3-6-1 0 0,-1-7-6009 0 0,1 3 2687 0 0</inkml:trace>
</inkml:ink>
</file>

<file path=ppt/ink/ink7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00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65 504 0 0,'0'0'964'0'0,"2"-17"696"0"0,3 5-332 0 0,5 3-772 0 0,-6 4 277 0 0,8-2-833 0 0,-5 4-292 0 0,5-5-2565 0 0,-4 5 1369 0 0</inkml:trace>
</inkml:ink>
</file>

<file path=ppt/ink/ink7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24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274 575 664 0 0,'21'-86'6196'0'0,"-21"84"-5985"0"0,4-18 925 0 0,-1 2-41 0 0,-4 17-1066 0 0,1 0 0 0 0,-1 1-1 0 0,0-1 1 0 0,1 0 0 0 0,-1 0 0 0 0,0 1-1 0 0,0-1 1 0 0,0 0 0 0 0,0 1-1 0 0,0-1 1 0 0,0 1 0 0 0,0-1-1 0 0,0 1 1 0 0,0 0 0 0 0,0-1-1 0 0,0 1 1 0 0,0 0 0 0 0,0 0-1 0 0,0 0 1 0 0,0 0 0 0 0,0-1 0 0 0,-2 2-1 0 0,-3-1 26 0 0,0 0 0 0 0,0 1-1 0 0,0 0 1 0 0,0 0 0 0 0,0 0-1 0 0,0 1 1 0 0,0 0 0 0 0,0 0-1 0 0,1 1 1 0 0,-1 0 0 0 0,1 0-1 0 0,-1 0 1 0 0,-6 6 0 0 0,-68 57 484 0 0,72-59-490 0 0,-8 9 114 0 0,1 1-1 0 0,1 1 1 0 0,0 0-1 0 0,2 1 1 0 0,-15 28-1 0 0,27-46-152 0 0,-1 0 1 0 0,1 0-1 0 0,-1 0 0 0 0,0 0 1 0 0,1 0-1 0 0,0 0 0 0 0,-1 1 1 0 0,1-1-1 0 0,0 0 0 0 0,0 0 0 0 0,0 0 1 0 0,-1 1-1 0 0,1-1 0 0 0,0 0 1 0 0,1 0-1 0 0,-1 0 0 0 0,0 1 1 0 0,0-1-1 0 0,0 0 0 0 0,1 0 0 0 0,-1 0 1 0 0,1 0-1 0 0,-1 1 0 0 0,1-1 1 0 0,-1 0-1 0 0,1 0 0 0 0,0 0 1 0 0,-1 0-1 0 0,1 0 0 0 0,0 0 1 0 0,0-1-1 0 0,0 1 0 0 0,0 0 0 0 0,-1 0 1 0 0,3 1-1 0 0,-1-1 1 0 0,1 0-1 0 0,-1 0 1 0 0,0 0-1 0 0,0 0 1 0 0,1 0 0 0 0,-1 0-1 0 0,1-1 1 0 0,-1 1-1 0 0,1-1 1 0 0,-1 1-1 0 0,1-1 1 0 0,-1 0 0 0 0,1 0-1 0 0,-1 0 1 0 0,1-1-1 0 0,-1 1 1 0 0,3-1 0 0 0,104-46 164 0 0,-88 40-177 0 0,-20 7-8 0 0,20 19-40 0 0,-19-15 53 0 0,0-1 0 0 0,1 1 0 0 0,-1-1 0 0 0,1 0 1 0 0,0 0-1 0 0,0 0 0 0 0,0 0 0 0 0,0 0 0 0 0,1-1 0 0 0,-1 1 0 0 0,1-1 1 0 0,0 0-1 0 0,-1 0 0 0 0,1-1 0 0 0,0 1 0 0 0,0-1 0 0 0,0 1 1 0 0,6 0-1 0 0,-4-2 1 0 0,0 0 1 0 0,0 0 0 0 0,0-1-1 0 0,0 1 1 0 0,0-1 0 0 0,0 0-1 0 0,0-1 1 0 0,0 0-1 0 0,0 0 1 0 0,-1 0 0 0 0,9-4-1 0 0,5-6 4 0 0,0 0-1 0 0,0-1 0 0 0,-1-1 1 0 0,-1-1-1 0 0,23-25 1 0 0,-12 9-20 0 0,0-2 0 0 0,-2 0 0 0 0,-2-2 0 0 0,-1-1 1 0 0,22-47-1 0 0,-24 43-84 0 0,-2-2 0 0 0,-2 0 0 0 0,-2-1 0 0 0,-2-1 0 0 0,12-64 0 0 0,-21 63-111 0 0,-10 51 206 0 0,-1 1 1 0 0,1-1 0 0 0,0 1-1 0 0,1 0 1 0 0,-1 0 0 0 0,2 1-1 0 0,-1 0 1 0 0,1-1 0 0 0,0 2-1 0 0,0-1 1 0 0,1 0 0 0 0,-4 18-1 0 0,-5 20 10 0 0,-6 53 0 0 0,16-87-6 0 0,1 2-3 0 0,0-1 1 0 0,1 0-1 0 0,0 1 1 0 0,0-1 0 0 0,2 0-1 0 0,3 17 1 0 0,-3-22 0 0 0,-1 0 0 0 0,2 0 0 0 0,-1-1-1 0 0,1 1 1 0 0,1-1 0 0 0,-1 1 0 0 0,1-1 0 0 0,1 0 0 0 0,-1 0 0 0 0,1-1 0 0 0,8 9 0 0 0,-9-12 2 0 0,-1-1 0 0 0,1 0-1 0 0,0 0 1 0 0,0-1 0 0 0,0 1 0 0 0,0-1 0 0 0,0 1 0 0 0,0-1 0 0 0,0-1 0 0 0,0 1-1 0 0,1 0 1 0 0,-1-1 0 0 0,0 0 0 0 0,0 0 0 0 0,1 0 0 0 0,-1-1 0 0 0,0 0-1 0 0,0 1 1 0 0,0-1 0 0 0,0-1 0 0 0,0 1 0 0 0,7-4 0 0 0,8-2 6 0 0,0-2 0 0 0,-1 0 0 0 0,20-14 0 0 0,26-24 49 0 0,-57 40-49 0 0,12-10 16 0 0,-25 22-21 0 0,-58 52-34 0 0,22-1 5 0 0,41-55 28 0 0,1 0-8 0 0,-2 5 6 0 0,1-4 0 0 0,108-4-24 0 0,-92 0 24 0 0,-6 1 2 0 0,0 0 1 0 0,0 0 0 0 0,0 1-1 0 0,0 0 1 0 0,0 1 0 0 0,12 2-1 0 0,-19-2 0 0 0,-1-1 58 0 0,15-3-737 0 0,4-3-6034 0 0</inkml:trace>
</inkml:ink>
</file>

<file path=ppt/ink/ink7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25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36 192 0 0,'28'-13'664'0'0,"-18"10"-44"0"0,1-1-72 0 0,0 1-68 0 0,0 1-36 0 0,3 0-168 0 0,-3 0-212 0 0,5 1-208 0 0,-5 1-380 0 0,10-5-1412 0 0</inkml:trace>
</inkml:ink>
</file>

<file path=ppt/ink/ink7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25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1 233 784 0 0,'4'-3'1256'0'0,"6"-6"-295"0"0,0-1 0 0 0,0 0 1 0 0,-1 0-1 0 0,0-1 1 0 0,-1-1-1 0 0,-1 1 0 0 0,0-1 1 0 0,0-1-1 0 0,-1 1 1 0 0,9-26-1 0 0,-14 34-1042 0 0,0 0 1 0 0,0 0-1 0 0,0 1 0 0 0,0-1 0 0 0,-1 0 1 0 0,1 0-1 0 0,-1-7 0 0 0,-1 8-539 0 0,1 0 0 0 0,-1 0 1 0 0,0 0-1 0 0,0 1 0 0 0,0-1 0 0 0,-1 1 0 0 0,1-1 0 0 0,0 0 0 0 0,-1 1 0 0 0,-3-5 0 0 0,-3-3-2278 0 0</inkml:trace>
</inkml:ink>
</file>

<file path=ppt/ink/ink7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25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93 248 0 0,'7'-12'1052'0'0,"0"6"-100"0"0,-3-3-100 0 0,5 0-84 0 0,-2 2-72 0 0,-1-2 493 0 0,2-6-269 0 0,-7 3-692 0 0,1 3-556 0 0,-20 4-3325 0 0</inkml:trace>
</inkml:ink>
</file>

<file path=ppt/ink/ink7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2:27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11 444 120 0 0,'0'0'1968'0'0,"-8"1"-1509"0"0,5-2-110 0 0,8 0 1786 0 0,145-27-1188 0 0,124-17-389 0 0,552-32-93 0 0,-403 26-379 0 0,-121 14 12 0 0,613-33 462 0 0,-154 48 424 0 0,303-13-214 0 0,-425 15-140 0 0,-36 2 94 0 0,-21 4-253 0 0,-359 11-174 0 0,899-12 1066 0 0,-509 16-505 0 0,-337-4 1238 0 0,-216-2-24 0 0,-58 5-1514 0 0,-9 0-1956 0 0,-85 3-2335 0 0,22 0-2147 0 0,16-1 1627 0 0</inkml:trace>
</inkml:ink>
</file>

<file path=ppt/ink/ink7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28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1 991 380 0 0,'0'0'7695'0'0,"-1"-5"-7175"0"0,1-3-342 0 0,1 1 0 0 0,-1 0 0 0 0,1 0 0 0 0,1 0 0 0 0,-1 0 0 0 0,1 1 0 0 0,0-1 0 0 0,6-11 0 0 0,33-63 662 0 0,-7 15-429 0 0,-16 17-250 0 0,-2 0 0 0 0,-2-2-1 0 0,-2 1 1 0 0,-3-1-1 0 0,-2-1 1 0 0,-2 0 0 0 0,-2 0-1 0 0,-8-103 1 0 0,2 124-64 0 0,-1 1 0 0 0,-1 0 0 0 0,-15-48 1 0 0,6 48-19 0 0,13 30-78 0 0,1 0 0 0 0,0-1 1 0 0,0 1-1 0 0,-1 0 0 0 0,1-1 0 0 0,0 1 0 0 0,-1 0 0 0 0,1 0 0 0 0,-1-1 1 0 0,1 1-1 0 0,0 0 0 0 0,-1 0 0 0 0,1 0 0 0 0,-1-1 0 0 0,1 1 0 0 0,0 0 0 0 0,-1 0 1 0 0,1 0-1 0 0,-1 0 0 0 0,1 0 0 0 0,-1 0 0 0 0,1 0 0 0 0,0 0 0 0 0,-1 0 1 0 0,1 0-1 0 0,-1 0 0 0 0,1 0 0 0 0,-1 0 0 0 0,1 1 0 0 0,0-1 0 0 0,-1 0 1 0 0,1 0-1 0 0,-1 1 0 0 0,-2 2-2 0 0,0 0 0 0 0,0 1 1 0 0,0 0-1 0 0,0 0 0 0 0,1 0 1 0 0,0 0-1 0 0,-1 0 0 0 0,2 0 1 0 0,-3 6-1 0 0,-11 27 0 0 0,2 0 1 0 0,1 2-1 0 0,2-1 1 0 0,2 1-1 0 0,2 1 1 0 0,1-1-1 0 0,2 1 1 0 0,1 0-1 0 0,3 0 1 0 0,1 0-1 0 0,12 62 1 0 0,-11-88 4 0 0,0 0 0 0 0,2 0 1 0 0,0-1-1 0 0,0 1 0 0 0,1-1 0 0 0,1 0 0 0 0,0-1 1 0 0,1 0-1 0 0,10 13 0 0 0,-14-20 2 0 0,0-1 0 0 0,1 1 1 0 0,0-1-1 0 0,-1 1 0 0 0,1-1 0 0 0,1-1 0 0 0,-1 1 0 0 0,1-1 1 0 0,-1 0-1 0 0,1 0 0 0 0,0-1 0 0 0,0 1 0 0 0,0-1 1 0 0,0-1-1 0 0,1 1 0 0 0,-1-1 0 0 0,0 0 0 0 0,1-1 0 0 0,-1 1 1 0 0,1-1-1 0 0,11-2 0 0 0,-10 2 2 0 0,0-1 0 0 0,-1 0 0 0 0,1-1 0 0 0,-1 1-1 0 0,1-2 1 0 0,-1 1 0 0 0,0-1 0 0 0,0 0 0 0 0,0 0 0 0 0,0-1 0 0 0,-1 0 0 0 0,1 0 0 0 0,-1-1 0 0 0,0 0 0 0 0,0 0 0 0 0,-1 0 0 0 0,1-1-1 0 0,-1 0 1 0 0,0 0 0 0 0,-1 0 0 0 0,0 0 0 0 0,0-1 0 0 0,4-7 0 0 0,-8 13 23 0 0,5 1-37 0 0,-1 0 0 0 0,1 1 0 0 0,-1 0 1 0 0,0-1-1 0 0,1 1 0 0 0,-1 1 0 0 0,0-1 0 0 0,0 1 0 0 0,0 0 0 0 0,0-1 0 0 0,0 2 0 0 0,4 2 0 0 0,48 16 88 0 0,-55-20-47 0 0,1-1 0 0 0,0 0 0 0 0,0 0 1 0 0,0 0-1 0 0,-1 0 0 0 0,1-1 0 0 0,0 1 0 0 0,0 0 0 0 0,-1-1 0 0 0,1 1 1 0 0,0-1-1 0 0,-1 1 0 0 0,1-1 0 0 0,0 0 0 0 0,-1 0 0 0 0,1 0 1 0 0,1-1-1 0 0,-2 0 156 0 0,-1 0-171 0 0,-1-1-1 0 0,0 1 1 0 0,0-1 0 0 0,1 1-1 0 0,-2-1 1 0 0,1 1 0 0 0,0 0 0 0 0,0-1-1 0 0,-1 1 1 0 0,-2-4 0 0 0,-20-10-1853 0 0,-9 5-5264 0 0,17 9 3778 0 0</inkml:trace>
</inkml:ink>
</file>

<file path=ppt/ink/ink7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28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26 163 304 0 0,'-5'-10'1180'0'0,"1"0"0"0"0,0 0 0 0 0,1 0 0 0 0,0-1 0 0 0,0 1 0 0 0,-1-17-1 0 0,4 25-1111 0 0,1 0-1 0 0,-1 1 1 0 0,1-1-1 0 0,-1 0 0 0 0,1 0 1 0 0,0 1-1 0 0,-1-1 0 0 0,1 0 1 0 0,0 1-1 0 0,0-1 1 0 0,0 0-1 0 0,1 1 0 0 0,-1 0 1 0 0,0-1-1 0 0,0 1 0 0 0,1 0 1 0 0,-1-1-1 0 0,1 1 1 0 0,-1 0-1 0 0,1 0 0 0 0,0 0 1 0 0,-1 0-1 0 0,5-1 0 0 0,39-12-342 0 0,28 0-1477 0 0,-22 7-2316 0 0,-22 3 1767 0 0</inkml:trace>
</inkml:ink>
</file>

<file path=ppt/ink/ink7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0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1 777 460 0 0,'79'-157'7204'0'0,"12"-91"-4108"0"0,-82 218-2804 0 0,-1 1 0 0 0,-1-1 0 0 0,-1 0 0 0 0,-2-1 0 0 0,-1 1 0 0 0,-2-1 1 0 0,-1 1-1 0 0,-6-52 0 0 0,-8 35 226 0 0,13 45-460 0 0,-3 3-48 0 0,1 0 0 0 0,-1 0 0 0 0,1 1 0 0 0,-1-1 0 0 0,1 1 0 0 0,-1-1 0 0 0,1 1 0 0 0,0 0 0 0 0,0 0 0 0 0,0 1 0 0 0,0-1 0 0 0,0 1 0 0 0,1-1 0 0 0,-1 1 1 0 0,1 0-1 0 0,-1 0 0 0 0,1 0 0 0 0,0 0 0 0 0,0 0 0 0 0,1 1 0 0 0,-1-1 0 0 0,1 0 0 0 0,-2 5 0 0 0,-4 10 0 0 0,0 0 0 0 0,1 0 0 0 0,-3 21-1 0 0,5-15 0 0 0,1-1-1 0 0,1 1 1 0 0,1 0 0 0 0,1 0-1 0 0,1-1 1 0 0,1 1-1 0 0,2 0 1 0 0,0-1-1 0 0,1 0 1 0 0,1 0 0 0 0,19 44-1 0 0,-19-55-12 0 0,0-1 0 0 0,0 1 1 0 0,1-2-1 0 0,1 1 0 0 0,0-1 0 0 0,0 0 0 0 0,1 0 0 0 0,0-1 0 0 0,1-1 0 0 0,13 10 1 0 0,-14-12-15 0 0,0-1 1 0 0,0 0 0 0 0,1-1 0 0 0,0 0 0 0 0,0 0 0 0 0,0-1 0 0 0,0 0 0 0 0,0-1 0 0 0,1 0 0 0 0,-1-1 0 0 0,1 0 0 0 0,-1-1 0 0 0,21-1 0 0 0,-14-2-4 0 0,-1 0 1 0 0,0-1 0 0 0,0-1 0 0 0,0 0 0 0 0,0-1 0 0 0,-1-1 0 0 0,0 0 0 0 0,21-14-1 0 0,-8 2 3 0 0,0-1-1 0 0,-2-1 0 0 0,28-28 1 0 0,-45 38 19 0 0,0 0 1 0 0,-1 0-1 0 0,0 0 1 0 0,-1-1 0 0 0,0 0-1 0 0,-1-1 1 0 0,0 1-1 0 0,5-17 1 0 0,0 1 24 0 0,-11 27-24 0 0,0 0 0 0 0,0-1-1 0 0,0 1 1 0 0,0 0 0 0 0,0 0 0 0 0,0 0-1 0 0,0 0 1 0 0,0 0 0 0 0,0 0 0 0 0,-1 0-1 0 0,1 0 1 0 0,0 0 0 0 0,-1 0 0 0 0,1 0-1 0 0,-1 0 1 0 0,1 1 0 0 0,-1-1 0 0 0,1 0-1 0 0,-1 0 1 0 0,1 0 0 0 0,-1 0-1 0 0,0 1 1 0 0,0-1 0 0 0,1 0 0 0 0,-1 1-1 0 0,0-1 1 0 0,0 0 0 0 0,0 1 0 0 0,0-1-1 0 0,0 1 1 0 0,0 0 0 0 0,0-1 0 0 0,0 1-1 0 0,0 0 1 0 0,0-1 0 0 0,0 1 0 0 0,0 0-1 0 0,0 0 1 0 0,0 0 0 0 0,0 0-1 0 0,0 0 1 0 0,0 0 0 0 0,0 0 0 0 0,0 0-1 0 0,0 0 1 0 0,0 1 0 0 0,-1 0 0 0 0,-8 2-6 0 0,0 2 1 0 0,1-1 0 0 0,0 1 0 0 0,0 1-1 0 0,1-1 1 0 0,-1 2 0 0 0,1-1 0 0 0,0 1 0 0 0,1 0-1 0 0,0 1 1 0 0,0 0 0 0 0,-8 11 0 0 0,10-12 0 0 0,1 0 1 0 0,-1 0-1 0 0,1 1 1 0 0,0-1-1 0 0,1 1 1 0 0,0 0-1 0 0,0 0 1 0 0,1 0-1 0 0,0 0 1 0 0,0 0-1 0 0,1 0 1 0 0,0 0-1 0 0,1 1 1 0 0,0-1 0 0 0,0 1-1 0 0,2 10 1 0 0,-1-9 8 0 0,1-1 1 0 0,1 0-1 0 0,0 0 1 0 0,0 0-1 0 0,7 12 1 0 0,-8-17-4 0 0,1 0 0 0 0,0 0 0 0 0,0 0 0 0 0,0-1 1 0 0,1 1-1 0 0,-1-1 0 0 0,1 0 0 0 0,0 0 0 0 0,0 0 0 0 0,0-1 0 0 0,0 1 1 0 0,0-1-1 0 0,7 3 0 0 0,5 0-14 0 0,1 0 0 0 0,-1-1-1 0 0,1-1 1 0 0,0-1 0 0 0,0 0 0 0 0,0-1 0 0 0,0-1-1 0 0,0 0 1 0 0,0-1 0 0 0,0-1 0 0 0,29-8 0 0 0,5-3-100 0 0,-1-2 1 0 0,72-33 0 0 0,-97 37 64 0 0,-1-1 1 0 0,0-1-1 0 0,0-1 1 0 0,24-21-1 0 0,-40 29 60 0 0,0-1 0 0 0,0 0 0 0 0,-1 0 0 0 0,0-1 0 0 0,0 0 0 0 0,0-1 0 0 0,-1 1-1 0 0,-1-1 1 0 0,1 0 0 0 0,-1-1 0 0 0,-1 1 0 0 0,0-1 0 0 0,4-14 0 0 0,-7 22 12 0 0,-1-1-1 0 0,1 0 1 0 0,-1 1 0 0 0,0-1 0 0 0,0 0-1 0 0,0 0 1 0 0,0 1 0 0 0,0-1 0 0 0,0 0-1 0 0,-1 1 1 0 0,1-1 0 0 0,-1 0 0 0 0,-1-2 0 0 0,1 4-17 0 0,1 0 1 0 0,-1 0-1 0 0,1 0 1 0 0,-1 0-1 0 0,0 0 0 0 0,0 0 1 0 0,1 0-1 0 0,-1 0 1 0 0,0 0-1 0 0,0 1 1 0 0,0-1-1 0 0,0 0 1 0 0,0 1-1 0 0,0-1 1 0 0,0 0-1 0 0,0 1 1 0 0,0 0-1 0 0,-1-1 1 0 0,1 1-1 0 0,-2-1 1 0 0,1 1-5 0 0,-1 0 0 0 0,1 0-1 0 0,-1 1 1 0 0,1-1 0 0 0,0 0 0 0 0,-1 1 0 0 0,1 0 0 0 0,0 0-1 0 0,0-1 1 0 0,0 1 0 0 0,-1 0 0 0 0,1 1 0 0 0,0-1 0 0 0,0 0 0 0 0,0 1-1 0 0,1-1 1 0 0,-1 1 0 0 0,0-1 0 0 0,1 1 0 0 0,-1 0 0 0 0,1 0-1 0 0,-1 0 1 0 0,1 0 0 0 0,0 0 0 0 0,-1 0 0 0 0,0 3 0 0 0,0 0-1 0 0,-1 1-1 0 0,1-1 1 0 0,0 1 0 0 0,1-1 0 0 0,0 1 0 0 0,0 0 0 0 0,-1 10 0 0 0,2-14-3 0 0,0 0 0 0 0,0 0-1 0 0,0 0 1 0 0,1 0 0 0 0,-1 0 0 0 0,1 0 0 0 0,-1 0-1 0 0,1-1 1 0 0,0 1 0 0 0,0 0 0 0 0,0 0 0 0 0,0 0-1 0 0,0-1 1 0 0,0 1 0 0 0,0 0 0 0 0,0-1 0 0 0,1 1-1 0 0,-1-1 1 0 0,1 0 0 0 0,-1 1 0 0 0,1-1 0 0 0,-1 0-1 0 0,1 0 1 0 0,0 0 0 0 0,0 0 0 0 0,-1 0 0 0 0,1 0-1 0 0,0-1 1 0 0,0 1 0 0 0,0 0 0 0 0,0-1 0 0 0,0 0-1 0 0,3 1 1 0 0,0-1-14 0 0,-1 0 0 0 0,1 0 0 0 0,-1 0 0 0 0,1-1-1 0 0,-1 1 1 0 0,1-1 0 0 0,-1 0 0 0 0,1-1 0 0 0,-1 1-1 0 0,0-1 1 0 0,0 1 0 0 0,5-4 0 0 0,26-8-124 0 0,-33 12 120 0 0,-2 1 13 0 0,1 0-1 0 0,0-1 1 0 0,-1 1 0 0 0,1-1-1 0 0,0 1 1 0 0,-1 0-1 0 0,1 0 1 0 0,0-1 0 0 0,0 1-1 0 0,-1 0 1 0 0,1 0 0 0 0,0 0-1 0 0,0 0 1 0 0,0 0 0 0 0,-1 0-1 0 0,1 0 1 0 0,0 0 0 0 0,0 0-1 0 0,-1 0 1 0 0,1 1-1 0 0,0-1 1 0 0,0 0 0 0 0,-1 0-1 0 0,1 1 1 0 0,0-1 0 0 0,0 0-1 0 0,0 2 1 0 0,2-1-5 0 0,0 0 0 0 0,0 0 1 0 0,-1 0-1 0 0,1 1 0 0 0,-1-1 0 0 0,1 1 1 0 0,-1 0-1 0 0,1 0 0 0 0,-1 0 0 0 0,0 0 0 0 0,0 0 1 0 0,2 3-1 0 0,-2-2 14 0 0,1 0 0 0 0,-1 0 0 0 0,1 0 0 0 0,0 0 0 0 0,0-1 0 0 0,0 1 0 0 0,0-1-1 0 0,1 0 1 0 0,-1 0 0 0 0,1 0 0 0 0,-1 0 0 0 0,1 0 0 0 0,0-1 0 0 0,-1 0 0 0 0,1 0 0 0 0,5 1 0 0 0,-7-2 0 0 0,2-1-1 0 0,-1 0 0 0 0,1 0 0 0 0,0-1 1 0 0,-1 1-1 0 0,1-1 0 0 0,-1 0 0 0 0,0 0 0 0 0,4-3 0 0 0,6-10 9 0 0,0 0 0 0 0,-1-1 0 0 0,0 0 1 0 0,-1-1-1 0 0,-1 0 0 0 0,-1 0 0 0 0,-1-1 0 0 0,11-33 1 0 0,3 27-37 0 0,-21 23 17 0 0,27 32 11 0 0,-14-2 1 0 0,-13-26 7 0 0,0 1 1 0 0,0-1 0 0 0,0 0-1 0 0,1 0 1 0 0,-1 0 0 0 0,1 0-1 0 0,0 0 1 0 0,0 0 0 0 0,0 0-1 0 0,0 0 1 0 0,0-1 0 0 0,1 1-1 0 0,-1-1 1 0 0,1 0-1 0 0,0 1 1 0 0,0-1 0 0 0,-1 0-1 0 0,1-1 1 0 0,1 1 0 0 0,-1-1-1 0 0,0 1 1 0 0,0-1 0 0 0,0 0-1 0 0,7 1 1 0 0,-9-1 1 0 0,3-1-195 0 0,0 1 0 0 0,0-1 0 0 0,0 0-1 0 0,-1 0 1 0 0,1 0 0 0 0,0 0-1 0 0,0-1 1 0 0,0 0 0 0 0,-1 1 0 0 0,1-1-1 0 0,4-2 1 0 0,31-19-7651 0 0</inkml:trace>
</inkml:ink>
</file>

<file path=ppt/ink/ink7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0.6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66 224 0 0,'22'-36'4002'0'0,"-20"34"-3796"0"0,-1 1 0 0 0,1 0 1 0 0,-1-1-1 0 0,1 1 0 0 0,0 0 1 0 0,0 0-1 0 0,-1 0 0 0 0,1 0 1 0 0,0 0-1 0 0,0 0 0 0 0,0 0 1 0 0,0 1-1 0 0,0-1 0 0 0,0 1 1 0 0,0-1-1 0 0,1 1 0 0 0,-1 0 0 0 0,0 0 1 0 0,2 0-1 0 0,-1 0 94 0 0,50 28 1727 0 0,-42-25-2027 0 0,0-1-1 0 0,0 0 1 0 0,1-1-1 0 0,-1-1 1 0 0,0 1-1 0 0,1-2 1 0 0,-1 0 0 0 0,0 0-1 0 0,1-1 1 0 0,-1 0-1 0 0,0-1 1 0 0,0 0-1 0 0,18-8 1 0 0,-28 10-337 0 0,1 0 1 0 0,-1 0 0 0 0,0 0-1 0 0,1 0 1 0 0,-1 0-1 0 0,0 0 1 0 0,0 0-1 0 0,0-1 1 0 0,0 1-1 0 0,0 0 1 0 0,0-1-1 0 0,0 1 1 0 0,-1 0-1 0 0,1-1 1 0 0,0 1-1 0 0,-1-1 1 0 0,1 1-1 0 0,0-4 1 0 0</inkml:trace>
</inkml:ink>
</file>

<file path=ppt/ink/ink7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0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52 112 0 0,'0'0'2740'0'0,"9"-19"-1424"0"0,3 10-864 0 0,-5 4-144 0 0,8-3-464 0 0,-7 6-288 0 0,3-5-1784 0 0,0 5 1072 0 0</inkml:trace>
</inkml:ink>
</file>

<file path=ppt/ink/ink7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4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99 324 0 0,'-2'-13'1553'0'0,"0"-1"0"0"0,-1 1 0 0 0,-6-18 0 0 0,3 12-78 0 0,5 18-1052 0 0,-12-7 943 0 0,7 10-1264 0 0,0 0-1 0 0,1 0 1 0 0,-1 1 0 0 0,1 0 0 0 0,-1-1 0 0 0,1 2 0 0 0,0-1 0 0 0,0 1 0 0 0,1 0 0 0 0,-1 0 0 0 0,1 0 0 0 0,-1 0 0 0 0,1 1 0 0 0,-5 7 0 0 0,-9 12 326 0 0,-22 40 0 0 0,29-45-259 0 0,1 0-1 0 0,1 1 1 0 0,0 1 0 0 0,-7 31-1 0 0,13-44-126 0 0,2-1 0 0 0,-1 1 0 0 0,1 0 0 0 0,0 0 0 0 0,1 0 0 0 0,0 0 0 0 0,0 0-1 0 0,1 0 1 0 0,0 0 0 0 0,0-1 0 0 0,1 1 0 0 0,-1 0 0 0 0,2 0 0 0 0,-1-1 0 0 0,7 12 0 0 0,-8-17-28 0 0,1-1 0 0 0,-1 1 1 0 0,1-1-1 0 0,-1 1 1 0 0,1-1-1 0 0,0 0 0 0 0,-1 0 1 0 0,1 1-1 0 0,0-2 1 0 0,0 1-1 0 0,0 0 1 0 0,0 0-1 0 0,0 0 0 0 0,0-1 1 0 0,0 1-1 0 0,0-1 1 0 0,0 0-1 0 0,0 1 0 0 0,0-1 1 0 0,0 0-1 0 0,0 0 1 0 0,0 0-1 0 0,0-1 0 0 0,0 1 1 0 0,0 0-1 0 0,0-1 1 0 0,0 0-1 0 0,0 1 0 0 0,3-2 1 0 0,6-2 33 0 0,0 0 1 0 0,0-1 0 0 0,17-10-1 0 0,4-7 46 0 0,38-24 46 0 0,-64 44-135 0 0,1 0 0 0 0,-1 0 0 0 0,0 0 0 0 0,1 1 0 0 0,-1 0 0 0 0,1 0 0 0 0,0 1 1 0 0,-1 0-1 0 0,13 1 0 0 0,36-4 0 0 0,-45 0 4 0 0,0 0-1 0 0,0-1 0 0 0,0 0 1 0 0,-1 0-1 0 0,1-1 1 0 0,-1 0-1 0 0,0-1 0 0 0,-1 0 1 0 0,1 0-1 0 0,-1-1 0 0 0,0 0 1 0 0,-1 0-1 0 0,0-1 1 0 0,0 0-1 0 0,7-11 0 0 0,-10 14-9 0 0,-2 3 2 0 0,-1 0 0 0 0,1-1 0 0 0,-1 0-1 0 0,0 1 1 0 0,0-1 0 0 0,1 0 0 0 0,-2 1 0 0 0,1-1 0 0 0,0 0 0 0 0,0 0-1 0 0,-1 0 1 0 0,0 0 0 0 0,0 0 0 0 0,0 1 0 0 0,0-1 0 0 0,0 0 0 0 0,0 0 0 0 0,-1 0-1 0 0,0-4 1 0 0,0 1 0 0 0,0 1-1 0 0,0-1 1 0 0,0 0-1 0 0,-1 0 0 0 0,0 1 1 0 0,0-1-1 0 0,-6-9 0 0 0,-3-11-1 0 0,10 25 10 0 0,-6-8 37 0 0,-23 3-269 0 0,31 6 222 0 0,0 0 1 0 0,0 1-1 0 0,0-1 0 0 0,0 0 0 0 0,0 0 0 0 0,0 0 0 0 0,0 1 1 0 0,0-1-1 0 0,0 1 0 0 0,0-1 0 0 0,0 1 0 0 0,0-1 0 0 0,0 1 0 0 0,0-1 1 0 0,0 1-1 0 0,0 0 0 0 0,0-1 0 0 0,0 2 0 0 0,0-1 1 0 0,1 1-1 0 0,-1-1 1 0 0,0 0-1 0 0,1 0 1 0 0,-1 0-1 0 0,0-1 1 0 0,1 1-1 0 0,-1 0 1 0 0,1 0-1 0 0,-1-1 1 0 0,1 1-1 0 0,0-1 1 0 0,-1 1-1 0 0,4-1 1 0 0,142 11-5 0 0,-93-10-5 0 0,0 4 0 0 0,54 11 0 0 0,-98-14 6 0 0,-1 2 0 0 0,0-1 0 0 0,0 1-1 0 0,-1 0 1 0 0,10 7 0 0 0,-12-7 7 0 0,0 0-1 0 0,0-1 0 0 0,0 0 0 0 0,0 0 1 0 0,0 0-1 0 0,1-1 0 0 0,0 0 1 0 0,-1 0-1 0 0,1-1 0 0 0,8 2 0 0 0,-10-4 15 0 0,-3 0-13 0 0,0 0 1 0 0,0 0-1 0 0,0 1 1 0 0,0-1-1 0 0,0 0 1 0 0,0-1-1 0 0,0 1 1 0 0,0 0-1 0 0,0 0 1 0 0,-1-1-1 0 0,1 1 1 0 0,0-1-1 0 0,-1 0 1 0 0,1 1-1 0 0,-1-1 1 0 0,0 0-1 0 0,0 0 1 0 0,0 0-1 0 0,0 0 1 0 0,0 0-1 0 0,0 0 1 0 0,0 0-1 0 0,0 0 1 0 0,-1 0-1 0 0,1-1 1 0 0,-1 1-1 0 0,0 0 1 0 0,0 0-1 0 0,1-1 1 0 0,-2 1-1 0 0,1 0 1 0 0,0 0-1 0 0,0 0 1 0 0,-1-1-1 0 0,1 1 1 0 0,-1 0-1 0 0,1 0 1 0 0,-1 0-1 0 0,0 0 1 0 0,-2-4-1 0 0,0 1 0 0 0,0-1-1 0 0,0 1 0 0 0,0 0 0 0 0,-1 0 0 0 0,0 0 0 0 0,0 1 0 0 0,-1-1 1 0 0,1 1-1 0 0,-1 0 0 0 0,0 0 0 0 0,0 1 0 0 0,-5-4 0 0 0,8 6-110 0 0,-15-7-777 0 0</inkml:trace>
</inkml:ink>
</file>

<file path=ppt/ink/ink7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5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0 299 428 0 0,'23'5'1599'0'0,"-1"1"0"0"0,-1 2-1 0 0,1 0 1 0 0,36 19 0 0 0,-42-19-1063 0 0,5 5 271 0 0,-11-9 1219 0 0,1-17-700 0 0,-4 3-1401 0 0,-4 6-40 0 0,-1-1-130 0 0,1 2 0 0 0,-1-1 0 0 0,1 0 0 0 0,0 0 0 0 0,0 1-1 0 0,0 0 1 0 0,1-1 0 0 0,-1 1 0 0 0,1 0 0 0 0,-1 1 0 0 0,1-1-1 0 0,0 1 1 0 0,0-1 0 0 0,1 1 0 0 0,-1 1 0 0 0,0-1 0 0 0,1 0-1 0 0,-1 1 1 0 0,6-1 0 0 0,75-16-1708 0 0,-83 17 2302 0 0,32 35 558 0 0,-32-31-835 0 0,1 1 0 0 0,-1 0-1 0 0,1-1 1 0 0,0 1 0 0 0,0-1 0 0 0,0 0-1 0 0,0 0 1 0 0,1 0 0 0 0,-1-1-1 0 0,1 1 1 0 0,0-1 0 0 0,0 0 0 0 0,0 0-1 0 0,0 0 1 0 0,0 0 0 0 0,0 0-1 0 0,0-1 1 0 0,0 0 0 0 0,7 1-1 0 0,-9-2 53 0 0,23-18 202 0 0,-18 8-240 0 0,-1 0 0 0 0,0-1 0 0 0,-1 0 0 0 0,0 0 1 0 0,-1 0-1 0 0,0 0 0 0 0,0-1 0 0 0,-2 0 0 0 0,1 0 0 0 0,-2 1 0 0 0,1-1 0 0 0,-1-15 1 0 0,-1-18 1120 0 0,-11-79 0 0 0,11 121-1001 0 0,1-4 9 0 0,-2 4-127 0 0,-2 7 465 0 0,-1 8-549 0 0,0 0 0 0 0,0 1 0 0 0,1-1-1 0 0,1 1 1 0 0,0-1 0 0 0,1 1 0 0 0,0 0 0 0 0,1-1-1 0 0,1 1 1 0 0,0 0 0 0 0,0 0 0 0 0,1-1-1 0 0,1 1 1 0 0,0-1 0 0 0,1 0 0 0 0,0 0 0 0 0,7 15-1 0 0,-2-7-474 0 0,1-1 0 0 0,1-1 0 0 0,1 0 0 0 0,13 17 0 0 0,-10-18-1077 0 0,0 0 0 0 0,0-2-1 0 0,30 24 1 0 0,-12-17-1447 0 0</inkml:trace>
</inkml:ink>
</file>

<file path=ppt/ink/ink7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6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36 505 11509 0 0,'0'-2'12'0'0,"1"0"0"0"0,1 0 0 0 0,-1 0 0 0 0,0 0 0 0 0,0 1 0 0 0,1-1 0 0 0,-1 0 0 0 0,1 1 0 0 0,-1-1 0 0 0,1 1 0 0 0,2-3 0 0 0,52-31 295 0 0,-10 6-135 0 0,-41 26-147 0 0,-1 0-1 0 0,1 0 1 0 0,-1-1-1 0 0,1 1 1 0 0,-1-1-1 0 0,0 0 0 0 0,0 0 1 0 0,-1 0-1 0 0,1-1 1 0 0,-1 0-1 0 0,0 1 0 0 0,0-1 1 0 0,-1 0-1 0 0,0 0 1 0 0,1-1-1 0 0,-2 1 0 0 0,1 0 1 0 0,0-1-1 0 0,-1 1 1 0 0,1-8-1 0 0,-2 11-17 0 0,0 1 0 0 0,0-1-1 0 0,0 1 1 0 0,1 0 0 0 0,-1-1-1 0 0,-1 1 1 0 0,1-1 0 0 0,0 1 0 0 0,0 0-1 0 0,0-1 1 0 0,-1 1 0 0 0,1 0-1 0 0,-1-1 1 0 0,1 1 0 0 0,-1 0 0 0 0,1-1-1 0 0,-1 1 1 0 0,0 0 0 0 0,0 0-1 0 0,1 0 1 0 0,-1 0 0 0 0,0 0 0 0 0,0 0-1 0 0,0 0 1 0 0,0 0 0 0 0,-3-2-1 0 0,2 3-2 0 0,0-1-1 0 0,0 1 1 0 0,-1-1-1 0 0,1 1 0 0 0,0 0 1 0 0,-1 0-1 0 0,1 0 1 0 0,-1 0-1 0 0,1 0 0 0 0,0 0 1 0 0,-1 1-1 0 0,1-1 1 0 0,0 1-1 0 0,-3 1 0 0 0,-6 2-1 0 0,1 0-1 0 0,0 1 0 0 0,0 0 0 0 0,0 1 0 0 0,-12 9 1 0 0,13-8-3 0 0,1 1 0 0 0,0-1 0 0 0,0 2 1 0 0,1-1-1 0 0,0 1 0 0 0,1 0 1 0 0,0 0-1 0 0,0 1 0 0 0,1 0 0 0 0,0 0 1 0 0,1 0-1 0 0,0 1 0 0 0,0-1 1 0 0,1 1-1 0 0,-2 13 0 0 0,5-21 3 0 0,-1-1 0 0 0,1 1 0 0 0,0-1 0 0 0,-1 1 1 0 0,1-1-1 0 0,0 1 0 0 0,1-1 0 0 0,-1 1 0 0 0,0 0 0 0 0,1-1 0 0 0,-1 1 0 0 0,1-1 0 0 0,0 0 0 0 0,0 1 0 0 0,0-1 0 0 0,0 0 1 0 0,0 1-1 0 0,0-1 0 0 0,1 0 0 0 0,-1 0 0 0 0,1 0 0 0 0,0 0 0 0 0,-1 0 0 0 0,1 0 0 0 0,0-1 0 0 0,0 1 0 0 0,0-1 0 0 0,0 1 0 0 0,0-1 1 0 0,1 0-1 0 0,-1 1 0 0 0,0-1 0 0 0,1-1 0 0 0,-1 1 0 0 0,1 0 0 0 0,3 0 0 0 0,3 0 11 0 0,-1-1 0 0 0,1 0 0 0 0,-1 0 0 0 0,1-1 0 0 0,-1 0 0 0 0,1-1 0 0 0,-1 0 0 0 0,15-5 0 0 0,22-12-11 0 0,0-1 0 0 0,-2-3-1 0 0,49-33 1 0 0,-23 13 66 0 0,-67 43-56 0 0,0 0-3 0 0,1 1 0 0 0,-1 0 0 0 0,0 0 0 0 0,0 1 0 0 0,1-1 0 0 0,-1 0 0 0 0,0 1 1 0 0,0-1-1 0 0,0 1 0 0 0,-1 0 0 0 0,1 0 0 0 0,0-1 0 0 0,-1 1 0 0 0,1 0 0 0 0,-1 0 0 0 0,1 1 0 0 0,-1-1 0 0 0,0 0 0 0 0,0 0 0 0 0,0 1 1 0 0,0-1-1 0 0,-1 0 0 0 0,1 1 0 0 0,0 3 0 0 0,0-2 1 0 0,28 91 132 0 0,-29-93-122 0 0,0-2-17 0 0,0 0 0 0 0,0 0 0 0 0,0 0 0 0 0,0 1 0 0 0,0-1 0 0 0,0 0 0 0 0,0 0-1 0 0,-1 0 1 0 0,1 0 0 0 0,0 0 0 0 0,0 1 0 0 0,0-1 0 0 0,0 0 0 0 0,0 0 0 0 0,0 0 0 0 0,0 0 0 0 0,0 1-1 0 0,0-1 1 0 0,0 0 0 0 0,0 0 0 0 0,0 0 0 0 0,0 0 0 0 0,0 1 0 0 0,0-1 0 0 0,0 0 0 0 0,0 0-1 0 0,1 0 1 0 0,-1 0 0 0 0,0 1 0 0 0,0-1 0 0 0,0 0 0 0 0,0 0 0 0 0,0 0 0 0 0,0 0 0 0 0,0 0 0 0 0,0 0-1 0 0,1 1 1 0 0,-1-1 0 0 0,0 0 0 0 0,0 0 0 0 0,0 0 0 0 0,0 0 0 0 0,0 0 0 0 0,1 0 0 0 0,-1 0 0 0 0,0 0-1 0 0,0 0 1 0 0,0 0 0 0 0,0 0 0 0 0,1 0 0 0 0,-1 0 0 0 0,0 0 0 0 0,0 0 0 0 0,0 0 0 0 0,0 0 0 0 0,1 0-1 0 0,-1 0 1 0 0,0 0 0 0 0,0 0 0 0 0,0 0 0 0 0,0 0 0 0 0,1 0 0 0 0,-1 0 0 0 0,0 0 0 0 0,0 0 0 0 0,0 0-1 0 0,0 0 1 0 0,1-1 0 0 0,8-17 15 0 0,20-34-6 0 0,-28 51-16 0 0,0 0 3 0 0,-1 0 0 0 0,1 0 0 0 0,0 1 0 0 0,0-1-1 0 0,0 0 1 0 0,0 1 0 0 0,0-1 0 0 0,0 1 0 0 0,0-1-1 0 0,0 1 1 0 0,1-1 0 0 0,-1 1 0 0 0,0 0 0 0 0,0 0-1 0 0,0 0 1 0 0,0-1 0 0 0,0 1 0 0 0,1 0 0 0 0,-1 0 0 0 0,0 1-1 0 0,0-1 1 0 0,0 0 0 0 0,0 0 0 0 0,0 0 0 0 0,1 1-1 0 0,0 0 1 0 0,27 4-45 0 0,-23-3 52 0 0,0-1 0 0 0,0-1 0 0 0,0 1 0 0 0,0-1 0 0 0,0 0 0 0 0,1 0 0 0 0,-1-1 0 0 0,0 0 0 0 0,0 0 0 0 0,0 0 0 0 0,0-1 0 0 0,-1 0 0 0 0,10-4 0 0 0,-5-1 0 0 0,-1-2 0 0 0,1 0 0 0 0,-1 0 0 0 0,-1 0 0 0 0,0-1 0 0 0,0-1 0 0 0,-1 1 0 0 0,0-1 0 0 0,-1 0 0 0 0,0-1 0 0 0,8-23 0 0 0,0-7-3 0 0,-2 0 0 0 0,7-50 1 0 0,-15 68 176 0 0,-2 0 1 0 0,0 1 0 0 0,-4-41-1 0 0,2 62-47 0 0,-1 4-132 0 0,0-1-1 0 0,-1 0 1 0 0,1 1 0 0 0,0-1-1 0 0,0 1 1 0 0,0-1-1 0 0,1 1 1 0 0,-1 0 0 0 0,0 0-1 0 0,1-1 1 0 0,-1 1 0 0 0,1 0-1 0 0,-1 0 1 0 0,1-1 0 0 0,0 1-1 0 0,-1 0 1 0 0,1 0-1 0 0,0 0 1 0 0,1 0 0 0 0,-1-1-1 0 0,0 1 1 0 0,0 0 0 0 0,1 0-1 0 0,-1 0 1 0 0,1-1 0 0 0,-1 1-1 0 0,2 2 1 0 0,20 51 34 0 0,26 22-20 0 0,-30-50-1 0 0,-1 1 1 0 0,-1 0-1 0 0,21 52 0 0 0,-37-77-20 0 0,1 0-1 0 0,0 0 1 0 0,-1 0 0 0 0,1 1-1 0 0,-1-1 1 0 0,0 0-1 0 0,0 1 1 0 0,0-1-1 0 0,-1 0 1 0 0,1 1-1 0 0,-1-1 1 0 0,0 0-1 0 0,0 0 1 0 0,0 0-1 0 0,0 0 1 0 0,0 0 0 0 0,-1 0-1 0 0,0 0 1 0 0,1 0-1 0 0,-1 0 1 0 0,0 0-1 0 0,0-1 1 0 0,0 1-1 0 0,-1-1 1 0 0,1 0-1 0 0,-1 0 1 0 0,1 0-1 0 0,-1 0 1 0 0,0 0 0 0 0,0 0-1 0 0,0 0 1 0 0,0-1-1 0 0,0 0 1 0 0,0 0-1 0 0,0 0 1 0 0,0 0-1 0 0,0 0 1 0 0,-4 0-1 0 0,9-1-2 0 0,0-1-1 0 0,0 0 1 0 0,0 1-1 0 0,0-1 1 0 0,0 0-1 0 0,0 0 1 0 0,-1 0-1 0 0,1-1 1 0 0,0 1 0 0 0,-1 0-1 0 0,1-1 1 0 0,1-1-1 0 0,2-1-12 0 0,165-84-750 0 0,-139 72 666 0 0,-1-1 1 0 0,-1-1-1 0 0,28-23 1 0 0,-56 40 147 0 0,11-10 740 0 0,-15 14-762 0 0,1 1 1 0 0,-1 0-1 0 0,1 0 0 0 0,-1 0 1 0 0,1 0-1 0 0,0 1 1 0 0,1-1-1 0 0,-1 0 0 0 0,1 1 1 0 0,-1 6-1 0 0,2-9-1 0 0,1 2-41 0 0,0-1-1 0 0,1 1 1 0 0,0-1-1 0 0,-1 0 0 0 0,2 1 1 0 0,-1-1-1 0 0,0 0 1 0 0,3 3-1 0 0,0-3-171 0 0,0 0 0 0 0,0 0-1 0 0,0-1 1 0 0,0 0 0 0 0,1 0 0 0 0,-1 0 0 0 0,0 0-1 0 0,1-1 1 0 0,-1 0 0 0 0,1 0 0 0 0,0 0-1 0 0,-1-1 1 0 0,1 0 0 0 0,6-1 0 0 0,9 0-2029 0 0,-1-1-1 0 0,34-9 1 0 0,-30 5-330 0 0</inkml:trace>
</inkml:ink>
</file>

<file path=ppt/ink/ink7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7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47 316 296 0 0,'-6'4'4995'0'0,"3"-2"-4777"0"0,1-1 0 0 0,-1 1 1 0 0,0 0-1 0 0,1-1 0 0 0,-1 1 1 0 0,1 0-1 0 0,0 1 0 0 0,0-1 1 0 0,0 0-1 0 0,0 0 0 0 0,0 1 1 0 0,0 0-1 0 0,1-1 0 0 0,-1 1 1 0 0,1 0-1 0 0,0-1 0 0 0,0 1 1 0 0,0 0-1 0 0,0 0 0 0 0,0 0 1 0 0,1 0-1 0 0,-1 5 0 0 0,1-7 3 0 0,5 8 197 0 0,-5-8-387 0 0,0-1-1 0 0,1 1 1 0 0,-1 0 0 0 0,0 0-1 0 0,0 0 1 0 0,1-1-1 0 0,-1 1 1 0 0,0 0 0 0 0,1 0-1 0 0,-1-1 1 0 0,1 1-1 0 0,-1 0 1 0 0,1-1-1 0 0,-1 1 1 0 0,1-1 0 0 0,0 1-1 0 0,-1 0 1 0 0,1-1-1 0 0,0 1 1 0 0,-1-1 0 0 0,1 0-1 0 0,0 1 1 0 0,-1-1-1 0 0,1 0 1 0 0,0 1-1 0 0,0-1 1 0 0,0 0 0 0 0,-1 0-1 0 0,1 1 1 0 0,0-1-1 0 0,0 0 1 0 0,0 0 0 0 0,1 0-1 0 0,5-3 13 0 0,0-1-1 0 0,-1 1 1 0 0,1-1-1 0 0,-1 0 1 0 0,0 0-1 0 0,0-1 1 0 0,0 0 0 0 0,0 0-1 0 0,-1-1 1 0 0,0 1-1 0 0,0-1 1 0 0,-1 0-1 0 0,1 0 1 0 0,-1-1 0 0 0,-1 1-1 0 0,1-1 1 0 0,4-14-1 0 0,0 1-4 0 0,0 0 1 0 0,-2-1-1 0 0,-1 1 0 0 0,0-1 0 0 0,2-30 1 0 0,-6 24 371 0 0,-1 0 1 0 0,-1 0-1 0 0,-5-27 1 0 0,6 52-267 0 0,-1-1 42 0 0,1 3-177 0 0,0-1-1 0 0,0 1 1 0 0,0 0-1 0 0,0 0 0 0 0,0 0 1 0 0,0-1-1 0 0,0 1 1 0 0,0 0-1 0 0,-1 0 1 0 0,1-1-1 0 0,0 1 0 0 0,0 0 1 0 0,0 0-1 0 0,0 0 1 0 0,0-1-1 0 0,0 1 0 0 0,0 0 1 0 0,0 0-1 0 0,0 0 1 0 0,-1 0-1 0 0,1-1 0 0 0,0 1 1 0 0,0 0-1 0 0,0 0 1 0 0,0 0-1 0 0,-1 0 0 0 0,1 0 1 0 0,0-1-1 0 0,0 1 1 0 0,0 0-1 0 0,0 0 0 0 0,-1 0 1 0 0,1 0-1 0 0,0 0 1 0 0,0 0-1 0 0,0 0 0 0 0,-1 0 1 0 0,1 0-1 0 0,0 0 1 0 0,0 0-1 0 0,-1 0 1 0 0,1 0-1 0 0,0 0 0 0 0,0 0 1 0 0,0 0-1 0 0,-1 0 1 0 0,1 0-1 0 0,0 0 0 0 0,0 0 1 0 0,0 0-1 0 0,-1 0 1 0 0,1 0-1 0 0,0 1 0 0 0,0-1 1 0 0,0 0-1 0 0,-1 0 1 0 0,1 0-1 0 0,0 0 0 0 0,-7 9 24 0 0,1 0 0 0 0,0 0 0 0 0,1 0 0 0 0,0 0 0 0 0,0 1 0 0 0,1 0 0 0 0,0 0 0 0 0,1 0-1 0 0,0 1 1 0 0,1-1 0 0 0,0 1 0 0 0,-1 13 0 0 0,1-5-855 0 0,2 0 0 0 0,1 28 0 0 0,0-33-1154 0 0,1 0 1 0 0,0 1 0 0 0,7 18-1 0 0,-4-17-1114 0 0</inkml:trace>
</inkml:ink>
</file>

<file path=ppt/ink/ink7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7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6 514 608 0 0,'0'0'987'0'0,"-3"-13"8058"0"0,5 7-8820 0 0,2-1 0 0 0,-1 1 0 0 0,1 0-1 0 0,0 0 1 0 0,9-11 0 0 0,16-24 344 0 0,-21 23-502 0 0,-1 0 0 0 0,0-1 1 0 0,-1 0-1 0 0,-1 0 0 0 0,-1-1 1 0 0,-1 1-1 0 0,0-1 0 0 0,-2 0 0 0 0,0 0 1 0 0,-1 1-1 0 0,-1-1 0 0 0,-1 0 1 0 0,-1 0-1 0 0,0 1 0 0 0,-13-38 1 0 0,14 52-59 0 0,-1 0 1 0 0,1-1 0 0 0,-1 1-1 0 0,-1 0 1 0 0,1 0 0 0 0,-1 1-1 0 0,1-1 1 0 0,-1 1 0 0 0,-1 0 0 0 0,1 0-1 0 0,-1 0 1 0 0,-5-4 0 0 0,8 8-12 0 0,-1 2-2 0 0,1-1 3 0 0,0 0 1 0 0,0 0-1 0 0,1 0 1 0 0,-1 0 0 0 0,1 1-1 0 0,-1-1 1 0 0,1 0 0 0 0,0 1-1 0 0,0-1 1 0 0,-1 1 0 0 0,1 0-1 0 0,0-1 1 0 0,0 1-1 0 0,0 0 1 0 0,1 0 0 0 0,-1-1-1 0 0,0 1 1 0 0,1 0 0 0 0,-1 0-1 0 0,1 0 1 0 0,0 0 0 0 0,-1 3-1 0 0,1 0-1 0 0,1 0 1 0 0,-1 0-1 0 0,1 0 0 0 0,0 0 0 0 0,0 0 1 0 0,1 0-1 0 0,0 0 0 0 0,3 8 0 0 0,6 7-3 0 0,0-1-1 0 0,2 0 1 0 0,15 19-1 0 0,-13-19 8 0 0,14 16 25 0 0,-2 2 0 0 0,-1 0 0 0 0,-2 1 0 0 0,20 44 0 0 0,-42-76 22 0 0,0 1 0 0 0,0-1 0 0 0,-1 0 1 0 0,0 1-1 0 0,0-1 0 0 0,0 12 0 0 0,-2-16 0 0 0,-8 19-565 0 0,7-21 161 0 0,1-1 0 0 0,-1 1 0 0 0,1 0 0 0 0,-1-1 0 0 0,1 1 0 0 0,-1-1 1 0 0,1 1-1 0 0,0-1 0 0 0,-1 0 0 0 0,1 0 0 0 0,0 0 0 0 0,-1 1 0 0 0,1-1 0 0 0,0 0 0 0 0,0 0 0 0 0,0-1 1 0 0,0 1-1 0 0,0 0 0 0 0,0 0 0 0 0,0 0 0 0 0,0-1 0 0 0,0 1 0 0 0,0-3 0 0 0,1 4 301 0 0</inkml:trace>
</inkml:ink>
</file>

<file path=ppt/ink/ink7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8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66 440 0 0,'0'0'760'0'0,"6"-10"572"0"0,0-1-240 0 0,-3 2-200 0 0,1 1-204 0 0,-1-1-464 0 0,3-1-716 0 0,-1 1-2048 0 0</inkml:trace>
</inkml:ink>
</file>

<file path=ppt/ink/ink7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38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36 596 0 0,'5'0'548'0'0,"0"0"0"0"0,1 0 1 0 0,-1-1-1 0 0,0 0 0 0 0,0 0 0 0 0,0-1 0 0 0,0 0 0 0 0,0 1 0 0 0,0-2 1 0 0,0 1-1 0 0,4-3 0 0 0,37-12 3277 0 0,-45 17-3742 0 0,0 0 0 0 0,0 0 1 0 0,0 0-1 0 0,1 0 0 0 0,-1 1 0 0 0,0-1 0 0 0,0 0 1 0 0,0 1-1 0 0,0-1 0 0 0,0 1 0 0 0,0 0 0 0 0,1-1 1 0 0,-1 1-1 0 0,-1 0 0 0 0,1-1 0 0 0,0 1 0 0 0,0 0 1 0 0,0 0-1 0 0,0 0 0 0 0,0 0 0 0 0,-1 0 0 0 0,1 0 0 0 0,0 0 1 0 0,-1 0-1 0 0,1 0 0 0 0,-1 0 0 0 0,1 0 0 0 0,0 2 1 0 0,6 34 1103 0 0,-7-9-898 0 0,-1 1 0 0 0,-1-1 0 0 0,-2 0 0 0 0,-1 0 1 0 0,-1 0-1 0 0,-2-1 0 0 0,0 0 0 0 0,-19 39 0 0 0,-5-3-1136 0 0,-2-1 0 0 0,-52 70-1 0 0,-11 5-2267 0 0,32-47-2230 0 0,32-45 1858 0 0</inkml:trace>
</inkml:ink>
</file>

<file path=ppt/ink/ink7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1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1 773 232 0 0,'35'-67'1893'0'0,"8"-15"-20"0"0,12-45 423 0 0,-47 106-1948 0 0,-2-1 0 0 0,0 0 0 0 0,-1 0 0 0 0,-1 0 0 0 0,-2-1 0 0 0,0 1 0 0 0,-1-1 0 0 0,-2-26 0 0 0,-3 14 100 0 0,-1 0 1 0 0,-11-37-1 0 0,12 58-222 0 0,-1-1 0 0 0,-1 1 0 0 0,1-1 0 0 0,-2 2 0 0 0,0-1 0 0 0,-1 1 0 0 0,-12-16-1 0 0,19 27-67 0 0,-14 22-57 0 0,9-14-81 0 0,0 7 4 0 0,1 1 1 0 0,1 0 0 0 0,0 0-1 0 0,0 1 1 0 0,2-1 0 0 0,-2 21 0 0 0,0-8 10 0 0,-18 314 167 0 0,19-242-148 0 0,6 249 156 0 0,1-117-46 0 0,-5-194 333 0 0,-1-54 237 0 0,2-62-262 0 0,6 40-484 0 0,1 0 0 0 0,2 0 1 0 0,1 1-1 0 0,3 1 0 0 0,0 0 0 0 0,3 0 0 0 0,29-50 0 0 0,-41 81-2 0 0,0-1-1 0 0,0 1 0 0 0,1 0 1 0 0,0 0-1 0 0,0 1 0 0 0,0-1 1 0 0,1 1-1 0 0,0 1 0 0 0,7-6 1 0 0,-11 9 7 0 0,1 0 1 0 0,-1-1 0 0 0,1 1-1 0 0,-1 0 1 0 0,1 1-1 0 0,0-1 1 0 0,0 0-1 0 0,-1 1 1 0 0,1 0 0 0 0,0-1-1 0 0,0 1 1 0 0,0 0-1 0 0,-1 0 1 0 0,1 1 0 0 0,0-1-1 0 0,0 1 1 0 0,-1-1-1 0 0,1 1 1 0 0,0 0 0 0 0,-1 0-1 0 0,1 0 1 0 0,0 0-1 0 0,-1 1 1 0 0,0-1 0 0 0,1 1-1 0 0,-1-1 1 0 0,2 3-1 0 0,3 2 4 0 0,1-1-1 0 0,-1 0 1 0 0,1 0-1 0 0,-1 0 1 0 0,2-1-1 0 0,-1 0 1 0 0,0-1-1 0 0,18 5 1 0 0,-22-8 9 0 0,0 1 0 0 0,0-1 0 0 0,1 0 0 0 0,-1-1 0 0 0,0 1 0 0 0,0-1 0 0 0,0 0 0 0 0,0 0 0 0 0,0 0 0 0 0,0 0 0 0 0,0-1 0 0 0,0 1 0 0 0,0-1 0 0 0,0 0 0 0 0,-1 0 0 0 0,1-1 0 0 0,-1 1 1 0 0,0-1-1 0 0,1 0 0 0 0,-1 0 0 0 0,4-5 0 0 0,27-33-19 0 0,13-13 46 0 0,-42 46-25 0 0,-1 1-9 0 0,-2 7-81 0 0,-1 5 99 0 0,9 33-106 0 0,-10-37 88 0 0,1 1 0 0 0,-1-1 0 0 0,1 0 0 0 0,0 0 0 0 0,0 0 0 0 0,-1 1 0 0 0,1-1 0 0 0,0 0 0 0 0,0 0 0 0 0,0 0 0 0 0,0 0 0 0 0,1-1 0 0 0,-1 1 0 0 0,0 0 0 0 0,0 0 0 0 0,0-1 0 0 0,1 1 1 0 0,-1 0-1 0 0,0-1 0 0 0,1 0 0 0 0,-1 1 0 0 0,0-1 0 0 0,1 0 0 0 0,-1 1 0 0 0,1-1 0 0 0,-1 0 0 0 0,0 0 0 0 0,4-1 0 0 0,-4 0 5 0 0,1 0 0 0 0,-1 0-1 0 0,1 0 1 0 0,-1 0 0 0 0,0 0 0 0 0,1 0-1 0 0,-1-1 1 0 0,0 1 0 0 0,0-1 0 0 0,0 1-1 0 0,0-1 1 0 0,0 1 0 0 0,0-1 0 0 0,0 0-1 0 0,0 1 1 0 0,-1-1 0 0 0,1 0 0 0 0,0-3-1 0 0,2-2 31 0 0,-2 5-26 0 0,0-16-200 0 0,2-17-6120 0 0,57 3 3219 0 0,-59 31 2895 0 0,5 0 254 0 0,-1-1 1 0 0,0 1 0 0 0,1 0-1 0 0,-1 0 1 0 0,1 0 0 0 0,8 0-1 0 0,-7 1 397 0 0,45 1 1308 0 0,-39 0-1429 0 0,0 0 1 0 0,0-1-1 0 0,0-1 0 0 0,24-3 1 0 0,-6-3-285 0 0,43-9-1076 0 0,-28-1-3872 0 0,-33 10 2854 0 0</inkml:trace>
</inkml:ink>
</file>

<file path=ppt/ink/ink7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2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1 364 644 0 0,'6'-4'1461'0'0,"-5"3"-976"0"0,0-1 0 0 0,0 1 0 0 0,1 0 0 0 0,-1 0 0 0 0,1 0-1 0 0,-1 0 1 0 0,1 1 0 0 0,-1-1 0 0 0,1 0 0 0 0,-1 1 0 0 0,1-1-1 0 0,0 1 1 0 0,2-1 0 0 0,-3 1-396 0 0,1 1-1 0 0,0-1 0 0 0,-1 1 1 0 0,1 0-1 0 0,-1 0 0 0 0,1 0 1 0 0,-1 0-1 0 0,0 0 1 0 0,1 0-1 0 0,-1 0 0 0 0,0 0 1 0 0,1 0-1 0 0,-1 1 0 0 0,0-1 1 0 0,0 0-1 0 0,0 1 1 0 0,0-1-1 0 0,0 3 0 0 0,20 28 371 0 0,-3 1 0 0 0,0 2-1 0 0,-3-1 1 0 0,0 2 0 0 0,-3 0 0 0 0,13 55-1 0 0,-22-77-449 0 0,2 5-102 0 0,-5-12-2732 0 0,7-23 2633 0 0,0-1 0 0 0,1 2 1 0 0,0-1-1 0 0,2 1 0 0 0,14-20 0 0 0,3-4 27 0 0,-12 14 158 0 0,-2-1-1 0 0,0 0 1 0 0,-2-1 0 0 0,-1-1-1 0 0,-1 1 1 0 0,-1-2-1 0 0,-2 1 1 0 0,-1-1 0 0 0,-1 0-1 0 0,0-48 1 0 0,0 34 178 0 0,-3 29-15 0 0,1 0 0 0 0,-2-1 0 0 0,0 1 0 0 0,-3-21 0 0 0,-1-31 904 0 0,4 64-722 0 0,-3 6-323 0 0,1 0-1 0 0,-1 0 1 0 0,1 0 0 0 0,0 0 0 0 0,0 1 0 0 0,1-1 0 0 0,-1 0 0 0 0,1 1-1 0 0,-1 8 1 0 0,-7 50 41 0 0,7-47-39 0 0,-4 40 43 0 0,3 0 1 0 0,2 0-1 0 0,8 78 0 0 0,-6-129-38 0 0,0 0 0 0 0,0 0-1 0 0,0 0 1 0 0,0-1-1 0 0,1 1 1 0 0,0 0-1 0 0,0 0 1 0 0,0-1-1 0 0,0 1 1 0 0,1-1-1 0 0,0 0 1 0 0,4 6-1 0 0,-5-9 73 0 0,19-2 81 0 0,-17 0-170 0 0,1 0-1 0 0,-1 1 0 0 0,0 0 0 0 0,0 0 0 0 0,0 0 0 0 0,0 1 0 0 0,0-1 0 0 0,1 1 0 0 0,-1 0 0 0 0,0 0 1 0 0,0 0-1 0 0,-1 0 0 0 0,1 1 0 0 0,0 0 0 0 0,0 0 0 0 0,-1 0 0 0 0,7 4 0 0 0,-8-4-1 0 0,38 26 36 0 0,-28-22-13 0 0,-11-5-17 0 0,4 0 9 0 0,0 1 1 0 0,-1-1-1 0 0,1 0 1 0 0,0-1-1 0 0,-1 1 1 0 0,1-1-1 0 0,0 0 1 0 0,7 0 0 0 0,34-22 114 0 0,-29 13-118 0 0,0 1 1 0 0,1 0-1 0 0,29-7 1 0 0,-44 14 3 0 0,1 1 1 0 0,-1-1-1 0 0,0 1 1 0 0,0 0-1 0 0,0 1 1 0 0,0-1-1 0 0,1 0 0 0 0,-1 1 1 0 0,0 0-1 0 0,0 0 1 0 0,0 0-1 0 0,0 0 1 0 0,0 0-1 0 0,0 1 1 0 0,-1-1-1 0 0,1 1 1 0 0,0 0-1 0 0,-1-1 0 0 0,1 1 1 0 0,-1 1-1 0 0,1-1 1 0 0,-1 0-1 0 0,0 0 1 0 0,0 1-1 0 0,0-1 1 0 0,0 1-1 0 0,-1 0 0 0 0,1 0 1 0 0,-1-1-1 0 0,0 1 1 0 0,1 0-1 0 0,-1 0 1 0 0,0 0-1 0 0,-1 0 1 0 0,1 1-1 0 0,-1-1 0 0 0,1 0 1 0 0,-1 0-1 0 0,0 0 1 0 0,0 4-1 0 0,-1-5-12 0 0,1 0-181 0 0,-1 0 0 0 0,0-1 0 0 0,0 1 0 0 0,0-1 1 0 0,0 1-1 0 0,0 0 0 0 0,-1-1 0 0 0,1 0 0 0 0,0 1 0 0 0,-1-1 0 0 0,1 0 0 0 0,-1 0 0 0 0,1 0 1 0 0,-1 0-1 0 0,1 0 0 0 0,-1 0 0 0 0,0 0 0 0 0,0 0 0 0 0,-2 0 0 0 0,1-1-377 0 0,-2 1-205 0 0,-3-2-3212 0 0,-6-2 927 0 0</inkml:trace>
</inkml:ink>
</file>

<file path=ppt/ink/ink7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3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16 0 0,'0'0'1392'0'0,"0"-15"-864"0"0,1 2-704 0 0</inkml:trace>
</inkml:ink>
</file>

<file path=ppt/ink/ink7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4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331 107 512 0 0,'8'-36'6218'0'0,"-8"34"-5976"0"0,1-1 1 0 0,-1 1-1 0 0,1 0 1 0 0,-1-1-1 0 0,0 1 1 0 0,0 0-1 0 0,0-1 1 0 0,0 1-1 0 0,0 0 1 0 0,0-1-1 0 0,-1 1 1 0 0,1 0-1 0 0,-1 0 1 0 0,1-1-1 0 0,-1 1 1 0 0,0 0-1 0 0,0 0 1 0 0,-2-3-1 0 0,2 4 85 0 0,0-2 147 0 0,0 2-415 0 0,1-1 0 0 0,-1 1 0 0 0,0 0 0 0 0,1 0 0 0 0,-1 0 0 0 0,0 0 0 0 0,1 0 0 0 0,-1 0 0 0 0,0 0 0 0 0,0 0 0 0 0,0 0 0 0 0,0 0 0 0 0,0 0 0 0 0,0 0 0 0 0,0 1 0 0 0,0-1 0 0 0,0 0 0 0 0,-1 1 0 0 0,1-1 0 0 0,0 1 0 0 0,0-1 0 0 0,-3 1 0 0 0,-8 2 87 0 0,-1 1 0 0 0,1 0 0 0 0,0 1 0 0 0,0 0 0 0 0,1 1 0 0 0,-1 0 0 0 0,1 1 0 0 0,0 0 0 0 0,1 1 0 0 0,0 0 0 0 0,-18 16 1 0 0,9-5 30 0 0,1 0 0 0 0,0 1 0 0 0,1 1 0 0 0,-26 41 0 0 0,37-51-119 0 0,1 0 0 0 0,1 0 0 0 0,-1 0 0 0 0,1 0 0 0 0,1 1 0 0 0,0 0 0 0 0,-3 20 0 0 0,5-25-36 0 0,1 1 0 0 0,0 0-1 0 0,0 0 1 0 0,0-1 0 0 0,1 1 0 0 0,0 0 0 0 0,0 0 0 0 0,0-1 0 0 0,1 1 0 0 0,0-1 0 0 0,1 0 0 0 0,-1 1 0 0 0,7 10 0 0 0,-6-14-24 0 0,0-1 1 0 0,-1 1-1 0 0,1-1 0 0 0,0 1 1 0 0,0-1-1 0 0,0 0 0 0 0,0 0 0 0 0,1 0 1 0 0,-1-1-1 0 0,1 1 0 0 0,-1-1 0 0 0,1 0 1 0 0,-1 0-1 0 0,1 0 0 0 0,0 0 0 0 0,-1-1 1 0 0,1 1-1 0 0,0-1 0 0 0,7-1 1 0 0,3 1-75 0 0,1-1 0 0 0,0-1 0 0 0,22-5 0 0 0,0-1-85 0 0,-1-3 1 0 0,0 0-1 0 0,0-3 0 0 0,36-19 0 0 0,-67 31 131 0 0,0 0-1 0 0,0 1 1 0 0,0-1-1 0 0,0 1 1 0 0,0 0 0 0 0,1 0-1 0 0,-1 1 1 0 0,0 0-1 0 0,1 0 1 0 0,6 1 0 0 0,2-1 99 0 0,-12 0 355 0 0,-1 0-386 0 0,-1 0 0 0 0,0 0 0 0 0,1 0-1 0 0,-1 0 1 0 0,0-1 0 0 0,1 1 0 0 0,-1 0 0 0 0,0 0 0 0 0,1 0 0 0 0,-1 0 0 0 0,0-1 0 0 0,1 1 0 0 0,-1 0-1 0 0,0 0 1 0 0,0 0 0 0 0,1-1 0 0 0,-1 1 0 0 0,0 0 0 0 0,0-1 0 0 0,1 1 0 0 0,-1 0 0 0 0,0-1 0 0 0,0 1 0 0 0,0 0-1 0 0,0-1 1 0 0,0 1 0 0 0,1 0 0 0 0,-1-1 0 0 0,0 1 0 0 0,0 0 0 0 0,0-1 0 0 0,0 1 0 0 0,0-1 0 0 0,-3-7 57 0 0,-13-22 454 0 0,15 28-543 0 0,1 2-15 0 0,0 0 6 0 0,0 0 0 0 0,0 0 0 0 0,0 0 0 0 0,0-1 0 0 0,0 1 0 0 0,0 0 0 0 0,0 0 1 0 0,-1 0-1 0 0,1 0 0 0 0,0-1 0 0 0,0 1 0 0 0,0 0 0 0 0,0 0 0 0 0,0 0 0 0 0,0 0 0 0 0,-1 0 0 0 0,1-1 0 0 0,0 1 0 0 0,0 0 0 0 0,0 0 0 0 0,0 0 0 0 0,0 0 0 0 0,-1 0 0 0 0,1 0 0 0 0,0 0 0 0 0,0 0 0 0 0,0 0 0 0 0,-1 0 0 0 0,1-1 0 0 0,0 1 0 0 0,0 0 0 0 0,0 0 0 0 0,0 0 0 0 0,-1 0 0 0 0,1 0 0 0 0,0 0 0 0 0,0 1 0 0 0,0-1 0 0 0,-1 0 0 0 0,1 0 0 0 0,0 0 0 0 0,0 0 0 0 0,0 0 0 0 0,0 0 0 0 0,-1 0 0 0 0,1 0 0 0 0,0 0 0 0 0,0 0 0 0 0,0 1 1 0 0,0-1-1 0 0,-1 0 0 0 0,1 0 0 0 0,-3 7-36 0 0,1 0 0 0 0,-1 0 0 0 0,1 0 0 0 0,1 1 0 0 0,-1-1 0 0 0,1 0 0 0 0,1 1 0 0 0,-1-1 0 0 0,1 1 0 0 0,1-1 0 0 0,-1 1 0 0 0,2 7 0 0 0,-1-13-74 0 0,20 26-606 0 0,-19-27 713 0 0,0-1-1 0 0,0 0 1 0 0,0 1 0 0 0,0-1 0 0 0,0 0 0 0 0,0 0-1 0 0,0 0 1 0 0,0 0 0 0 0,0 0 0 0 0,0 0-1 0 0,0 0 1 0 0,0-1 0 0 0,-1 1 0 0 0,1-1 0 0 0,0 0-1 0 0,0 1 1 0 0,0-1 0 0 0,0 0 0 0 0,-1 0 0 0 0,1 0-1 0 0,0 0 1 0 0,-1 0 0 0 0,1-1 0 0 0,-1 1-1 0 0,1 0 1 0 0,-1-1 0 0 0,0 1 0 0 0,1-1 0 0 0,-1 0-1 0 0,0 1 1 0 0,0-1 0 0 0,0 0 0 0 0,0 0 0 0 0,-1 1-1 0 0,2-4 1 0 0,0 0-8 0 0,-1 0 0 0 0,0 0 1 0 0,0 0-1 0 0,0 0 0 0 0,-1-1 0 0 0,0 1 0 0 0,1 0 0 0 0,-2 0 1 0 0,1-1-1 0 0,-1 1 0 0 0,0 0 0 0 0,0 0 0 0 0,-2-7 0 0 0,-33-41-1296 0 0,35 51 796 0 0,-14-11-8623 0 0</inkml:trace>
</inkml:ink>
</file>

<file path=ppt/ink/ink7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4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35 184 0 0,'0'0'775'0'0,"42"-16"4565"0"0,-40 15-4912 0 0,33-13 3491 0 0,-35 14-3924 0 0,0-1 0 0 0,0 1 0 0 0,0 0 0 0 0,0 0 0 0 0,0 0 0 0 0,0 0-1 0 0,0 0 1 0 0,0 0 0 0 0,0 0 0 0 0,0 0 0 0 0,0 0 0 0 0,0 0 0 0 0,0-1 0 0 0,1 1 0 0 0,-1 0 0 0 0,0 0 0 0 0,0 0 0 0 0,0 0 0 0 0,0 0 0 0 0,0 0 0 0 0,0 0 0 0 0,0 0 0 0 0,0 0 0 0 0,0 0 0 0 0,0 0 0 0 0,0 0 0 0 0,0 0 0 0 0,0-1 0 0 0,0 1 0 0 0,0 0 0 0 0,0 0 0 0 0,0 0 0 0 0,1 0 0 0 0,-1 0 0 0 0,0 0 0 0 0,0 0 0 0 0,0 0 0 0 0,0 0 0 0 0,0 0 0 0 0,-14-1-1029 0 0,-17 3-1052 0 0,28-1 1418 0 0,-11-1-2623 0 0,12 0 1393 0 0</inkml:trace>
</inkml:ink>
</file>

<file path=ppt/ink/ink7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5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0 183 284 0 0,'0'0'1568'0'0,"1"-12"-370"0"0,1 6 1677 0 0,1 1-2611 0 0,0 0 0 0 0,0 0 0 0 0,0 0 1 0 0,1 0-1 0 0,0 1 0 0 0,0 0 0 0 0,0 0 0 0 0,1 0 0 0 0,-1 0 0 0 0,1 1 0 0 0,0-1 0 0 0,0 1 0 0 0,0 1 0 0 0,0-1 0 0 0,0 1 1 0 0,1 0-1 0 0,-1 0 0 0 0,1 0 0 0 0,0 1 0 0 0,-1-1 0 0 0,12 1 0 0 0,-4-1-175 0 0,0 0-1 0 0,0 1 1 0 0,0 1-1 0 0,0 1 1 0 0,0 0 0 0 0,0 0-1 0 0,0 1 1 0 0,0 1 0 0 0,14 4-1 0 0,-22-4-72 0 0,0-1 0 0 0,0 0 1 0 0,0 1-1 0 0,-1 0 0 0 0,1 0 0 0 0,-1 0 0 0 0,0 1 0 0 0,0 0 0 0 0,0-1 0 0 0,-1 1 0 0 0,1 1 1 0 0,-1-1-1 0 0,0 0 0 0 0,0 1 0 0 0,0 0 0 0 0,-1 0 0 0 0,1-1 0 0 0,-1 1 0 0 0,0 1 0 0 0,-1-1 1 0 0,1 0-1 0 0,-1 0 0 0 0,0 1 0 0 0,-1-1 0 0 0,1 0 0 0 0,-1 1 0 0 0,0-1 0 0 0,-1 8 1 0 0,1-8 4 0 0,-1-1 1 0 0,0 1 0 0 0,0 0 0 0 0,0-1 0 0 0,-1 1 0 0 0,0-1-1 0 0,1 0 1 0 0,-5 7 0 0 0,5-9-12 0 0,0-1-1 0 0,0 0 1 0 0,0 0 0 0 0,0 1-1 0 0,0-1 1 0 0,0 0-1 0 0,0 0 1 0 0,0 0 0 0 0,0 0-1 0 0,0 0 1 0 0,-1-1 0 0 0,1 1-1 0 0,0 0 1 0 0,-1 0-1 0 0,1-1 1 0 0,-1 1 0 0 0,1-1-1 0 0,-1 0 1 0 0,1 1-1 0 0,-1-1 1 0 0,1 0 0 0 0,-1 0-1 0 0,1 0 1 0 0,-1 0 0 0 0,-2 0-1 0 0,1 0 17 0 0,-4-7 2 0 0,6 6-26 0 0,-1 0-1 0 0,0 1 1 0 0,1-1 0 0 0,-1 0-1 0 0,1 0 1 0 0,-1 0 0 0 0,1 0-1 0 0,0 0 1 0 0,-1 0 0 0 0,1 0-1 0 0,0-1 1 0 0,0 1 0 0 0,0 0-1 0 0,0-1 1 0 0,0 1 0 0 0,-1-2-1 0 0,-2-3-41 0 0,1 0-1 0 0,0-1 0 0 0,0 1 0 0 0,0-1 1 0 0,1 1-1 0 0,0-1 0 0 0,1 0 0 0 0,-1 0 1 0 0,1 1-1 0 0,0-1 0 0 0,1 0 0 0 0,0 0 1 0 0,0 0-1 0 0,0 0 0 0 0,1 0 0 0 0,0 0 1 0 0,1 0-1 0 0,2-11 0 0 0,0 8-500 0 0,0 0 1 0 0,1 0-1 0 0,0 0 0 0 0,10-14 0 0 0,34-34-5570 0 0,-38 47 3847 0 0</inkml:trace>
</inkml:ink>
</file>

<file path=ppt/ink/ink7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7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1 708 0 0,'2'2'6074'0'0,"5"19"-5795"0"0,-5 1 244 0 0,-2 1-1 0 0,-1-1 0 0 0,-7 45 0 0 0,0 4 146 0 0,-1 305 1727 0 0,0-331-465 0 0,-1-68-1893 0 0,1 1 0 0 0,1-2 0 0 0,0 1 0 0 0,2-1 0 0 0,1 0 1 0 0,1 0-1 0 0,1 0 0 0 0,1 0 0 0 0,1-1 0 0 0,3-26 0 0 0,0 28-44 0 0,1 0-1 0 0,1 1 0 0 0,1-1 1 0 0,1 1-1 0 0,0 0 0 0 0,2 0 1 0 0,1 1-1 0 0,1 0 1 0 0,0 1-1 0 0,2 0 0 0 0,0 0 1 0 0,1 1-1 0 0,1 1 0 0 0,24-24 1 0 0,-37 40-1 0 0,1 0 1 0 0,0 1-1 0 0,0-1 0 0 0,0 0 1 0 0,1 1-1 0 0,-1-1 1 0 0,0 1-1 0 0,1-1 0 0 0,-1 1 1 0 0,1 0-1 0 0,-1 0 1 0 0,1 0-1 0 0,-1 1 1 0 0,1-1-1 0 0,0 1 0 0 0,3-1 1 0 0,-4 1 5 0 0,0 1 1 0 0,-1-1-1 0 0,1 1 1 0 0,-1 0-1 0 0,1 0 0 0 0,-1-1 1 0 0,1 1-1 0 0,-1 0 1 0 0,1 0-1 0 0,-1 1 0 0 0,0-1 1 0 0,0 0-1 0 0,1 0 1 0 0,-1 1-1 0 0,0-1 1 0 0,0 0-1 0 0,0 1 0 0 0,0-1 1 0 0,-1 1-1 0 0,1 0 1 0 0,0-1-1 0 0,-1 1 0 0 0,1-1 1 0 0,-1 1-1 0 0,1 2 1 0 0,0 4 5 0 0,-1 0-1 0 0,0 0 1 0 0,0-1 0 0 0,-1 1 0 0 0,0 0 0 0 0,-1 0 0 0 0,1-1 0 0 0,-1 1-1 0 0,-6 11 1 0 0,7-16-182 0 0,-1 0 1 0 0,0 0-1 0 0,0 0 0 0 0,0 0 0 0 0,0-1 0 0 0,-1 1 0 0 0,1-1 0 0 0,-1 0 1 0 0,1 0-1 0 0,-1 0 0 0 0,0 0 0 0 0,-4 3 0 0 0,5-5-449 0 0</inkml:trace>
</inkml:ink>
</file>

<file path=ppt/ink/ink7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8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0 732 0 0,'0'0'4274'0'0,"14"35"-950"0"0,-14-31-3126 0 0,0 1-1 0 0,1-1 1 0 0,0 1-1 0 0,0-1 1 0 0,0 1-1 0 0,0-1 1 0 0,1 1-1 0 0,0-1 1 0 0,0 0-1 0 0,0 0 1 0 0,0 0-1 0 0,1 0 1 0 0,4 6-1 0 0,-6-9-71 0 0,1 0-79 0 0,1 0 0 0 0,-1-1 0 0 0,0 1 0 0 0,1 0 0 0 0,-1-1 0 0 0,1 1 0 0 0,-1-1 0 0 0,1 0 0 0 0,-1 0 0 0 0,1 0 1 0 0,-1 0-1 0 0,1 0 0 0 0,-1-1 0 0 0,0 1 0 0 0,5-2 0 0 0,-4 0-24 0 0,-1 1-4 0 0,0 0 0 0 0,0 0 0 0 0,1 1 0 0 0,-1-1 0 0 0,0 0 0 0 0,0 1 1 0 0,0-1-1 0 0,1 1 0 0 0,-1 0 0 0 0,0-1 0 0 0,1 1 0 0 0,-1 0 0 0 0,0 1 0 0 0,1-1 0 0 0,-1 0 0 0 0,3 1 0 0 0,-2 1-8 0 0,0 3-4 0 0,-1-3 6 0 0,10 20 19 0 0,-12-21-26 0 0,36 20 440 0 0,-26-22-399 0 0,0-1-1 0 0,-1 0 1 0 0,1-1 0 0 0,0 0 0 0 0,-1-1-1 0 0,1 0 1 0 0,11-7 0 0 0,18-6 63 0 0,-16 11 36 0 0,1 0 0 0 0,37-3 1 0 0,-59 9-69 0 0,7 2 133 0 0,-7-2-177 0 0,0 0 1 0 0,-1 0 0 0 0,1 0-1 0 0,0 1 1 0 0,0-1 0 0 0,0 1-1 0 0,-1-1 1 0 0,1 1 0 0 0,0 0 0 0 0,-1 0-1 0 0,1 0 1 0 0,-1 0 0 0 0,3 1-1 0 0,-4 1-158 0 0,1-1-1 0 0,-1 0 1 0 0,0 1-1 0 0,0-1 1 0 0,0 1-1 0 0,0-1 0 0 0,-1 1 1 0 0,1-1-1 0 0,-1 0 1 0 0,1 1-1 0 0,-1-1 1 0 0,0 0-1 0 0,-1 4 1 0 0,-5 13-6583 0 0,5-8 3288 0 0</inkml:trace>
</inkml:ink>
</file>

<file path=ppt/ink/ink7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3:48.6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74 1528 0 0,'7'-5'1395'0'0,"-1"0"0"0"0,0-1 0 0 0,0 0 0 0 0,0 0 0 0 0,-1-1 1 0 0,0 1-1 0 0,0-1 0 0 0,-1-1 0 0 0,5-8 0 0 0,-8 15-1697 0 0</inkml:trace>
</inkml:ink>
</file>

<file path=ppt/ink/ink7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4:07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201 232 364 0 0,'0'0'1187'0'0,"-36"-15"1913"0"0,28 17-2991 0 0,-1 0 0 0 0,1 1 0 0 0,0 0 0 0 0,0 0 1 0 0,0 1-1 0 0,0 0 0 0 0,0 1 0 0 0,1 0 0 0 0,0 0 0 0 0,0 0 0 0 0,0 1 0 0 0,1 0 0 0 0,0 0 0 0 0,0 1 0 0 0,1-1 1 0 0,-9 13-1 0 0,10-13-78 0 0,0-1-1 0 0,0 1 1 0 0,1 0 0 0 0,0 0 0 0 0,0 1 0 0 0,0-1 0 0 0,1 1 0 0 0,0-1 0 0 0,0 1 0 0 0,0 0-1 0 0,1-1 1 0 0,0 1 0 0 0,0 0 0 0 0,1 0 0 0 0,0 0 0 0 0,0 0 0 0 0,1 0 0 0 0,0 0 0 0 0,0 0 0 0 0,0-1-1 0 0,5 14 1 0 0,-5-19-24 0 0,0 0-1 0 0,0 0 0 0 0,0 0 1 0 0,0 0-1 0 0,0 0 1 0 0,1 0-1 0 0,-1-1 0 0 0,0 1 1 0 0,0 0-1 0 0,1 0 1 0 0,-1-1-1 0 0,0 1 0 0 0,0-1 1 0 0,1 1-1 0 0,-1-1 0 0 0,1 0 1 0 0,-1 0-1 0 0,0 1 1 0 0,1-1-1 0 0,-1 0 0 0 0,1 0 1 0 0,-1 0-1 0 0,1 0 1 0 0,-1-1-1 0 0,0 1 0 0 0,1 0 1 0 0,-1-1-1 0 0,1 1 0 0 0,-1-1 1 0 0,0 1-1 0 0,1-1 1 0 0,0 0-1 0 0,42-22 49 0 0,-33 14-52 0 0,0 0 0 0 0,0 0 1 0 0,-1-1-1 0 0,0 0 1 0 0,-1 0-1 0 0,0-1 0 0 0,-1-1 1 0 0,0 0-1 0 0,-1 0 0 0 0,0 0 1 0 0,-1-1-1 0 0,-1 0 1 0 0,8-24-1 0 0,-8 19 19 0 0,-1 0 0 0 0,-1 0-1 0 0,-1 0 1 0 0,0 0 0 0 0,-2 0 0 0 0,0 0 0 0 0,-1-1 0 0 0,0 1-1 0 0,-2 0 1 0 0,-5-19 0 0 0,5 22 165 0 0,-8-17 413 0 0,10 31-510 0 0,1 0-79 0 0,0 1-1 0 0,0 0 0 0 0,0 0 0 0 0,0-1 0 0 0,-1 1 0 0 0,1 0 0 0 0,0 0 0 0 0,0-1 0 0 0,0 1 0 0 0,0 0 0 0 0,-1 0 0 0 0,1 0 0 0 0,0-1 0 0 0,0 1 0 0 0,-1 0 0 0 0,1 0 0 0 0,0 0 0 0 0,0 0 1 0 0,-1 0-1 0 0,1-1 0 0 0,0 1 0 0 0,0 0 0 0 0,-1 0 0 0 0,1 0 0 0 0,0 0 0 0 0,-1 0 0 0 0,1 0 0 0 0,0 0 0 0 0,0 0 0 0 0,-1 0 0 0 0,1 0 0 0 0,0 0 0 0 0,-1 0 0 0 0,1 0 0 0 0,0 0 0 0 0,0 1 1 0 0,-1-1-1 0 0,1 0 0 0 0,0 0 0 0 0,0 0 0 0 0,-1 0 0 0 0,1 0 0 0 0,0 1 0 0 0,0-1 0 0 0,-1 0 0 0 0,1 0 0 0 0,0 1 0 0 0,-5 8 42 0 0,1 0-1 0 0,0 0 1 0 0,0 1 0 0 0,1 0-1 0 0,0 0 1 0 0,1-1-1 0 0,0 1 1 0 0,1 1 0 0 0,0-1-1 0 0,0 0 1 0 0,1 0-1 0 0,1 0 1 0 0,-1 0 0 0 0,2 1-1 0 0,-1-1 1 0 0,2 0 0 0 0,3 11-1 0 0,-1-2-80 0 0,2 0-1 0 0,0-1 1 0 0,1 0 0 0 0,1 0-1 0 0,0-1 1 0 0,1 0 0 0 0,1 0-1 0 0,18 20 1 0 0,-4-16-1895 0 0,-12-19-2105 0 0</inkml:trace>
</inkml:ink>
</file>

<file path=ppt/ink/ink7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4:07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1 452 0 0,'11'8'482'0'0,"0"2"-1"0"0,-1-1 1 0 0,0 1-1 0 0,-1 1 1 0 0,0 0 0 0 0,0 0-1 0 0,-1 1 1 0 0,-1 0-1 0 0,0 1 1 0 0,-1-1 0 0 0,0 1-1 0 0,-1 0 1 0 0,0 1-1 0 0,4 17 1 0 0,-5-13-272 0 0,-1 0-1 0 0,-1-1 1 0 0,0 1 0 0 0,-1 0 0 0 0,-1 0-1 0 0,0 0 1 0 0,-2 0 0 0 0,0 0-1 0 0,-1-1 1 0 0,-10 33 0 0 0,1-20-165 0 0,-1-1-1 0 0,-2 0 1 0 0,-1-1 0 0 0,-1-1 0 0 0,-1 0 0 0 0,-22 23-1 0 0,-13 10-2900 0 0,-72 64-1 0 0,82-86 278 0 0</inkml:trace>
</inkml:ink>
</file>

<file path=ppt/ink/ink7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24:49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171 132 492,'-43'-9'3931,"11"0"-143,431-104-2705,-397 113-857,-8 2-202,-485 107 121,584-133-854,15 14-4433,-78 6 2980</inkml:trace>
</inkml:ink>
</file>

<file path=ppt/ink/ink7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01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 42 448 0 0,'-14'-8'401'0'0,"-1"2"-1"0"0,0-1 0 0 0,-1 2 1 0 0,1 0-1 0 0,-1 1 1 0 0,-18-3-1 0 0,28 7-336 0 0,1 0 0 0 0,0 0 0 0 0,-1 1 0 0 0,1-1 0 0 0,0 1 0 0 0,0 0 0 0 0,0 1-1 0 0,-1-1 1 0 0,1 1 0 0 0,0 0 0 0 0,1 0 0 0 0,-1 0 0 0 0,0 1 0 0 0,1 0-1 0 0,-1 0 1 0 0,1 0 0 0 0,0 0 0 0 0,0 1 0 0 0,0 0 0 0 0,1-1 0 0 0,-1 2 0 0 0,-5 7-1 0 0,-2 6 20 0 0,1 0 0 0 0,1 0-1 0 0,0 1 1 0 0,1 0 0 0 0,1 0-1 0 0,1 1 1 0 0,1 0 0 0 0,1 0-1 0 0,1 0 1 0 0,-2 39-1 0 0,3-10 3 0 0,3 1 0 0 0,2-1 0 0 0,13 68 0 0 0,-8-77-48 0 0,2-1 1 0 0,1 0-1 0 0,2-1 1 0 0,1 0-1 0 0,2-1 1 0 0,2-1 0 0 0,31 48-1 0 0,-37-66-25 0 0,1-1 0 0 0,0 0 0 0 0,1-1 1 0 0,0 0-1 0 0,2-1 0 0 0,-1-1 0 0 0,2-1 0 0 0,0 0 0 0 0,1-1 0 0 0,0-1 0 0 0,0 0 0 0 0,1-2 0 0 0,1 0 0 0 0,0-1 1 0 0,35 9-1 0 0,-41-14-8 0 0,1-1 1 0 0,0-1 0 0 0,0 0 0 0 0,0 0 0 0 0,0-2-1 0 0,0 0 1 0 0,-1-1 0 0 0,1 0 0 0 0,0-1 0 0 0,-1-1 0 0 0,1 0-1 0 0,18-9 1 0 0,-16 5 1 0 0,0-1 0 0 0,-1-1 1 0 0,0 0-1 0 0,0-1 0 0 0,-1-1 0 0 0,-1-1 0 0 0,0 0 0 0 0,0 0 0 0 0,13-19 1 0 0,-15 16-5 0 0,0 0 0 0 0,-1-1 0 0 0,-1 0 0 0 0,-1 0 0 0 0,0-1 0 0 0,-1-1 0 0 0,-1 1 0 0 0,-1-1 0 0 0,0-1 0 0 0,-2 1 0 0 0,0-1 0 0 0,-1 1 0 0 0,-1-1 1 0 0,-1 0-1 0 0,-1 0 0 0 0,0 0 0 0 0,-2 0 0 0 0,0 0 0 0 0,-9-31 0 0 0,4 26 24 0 0,-1 1 0 0 0,-2 0 0 0 0,0 0-1 0 0,-2 1 1 0 0,0 0 0 0 0,-30-40 0 0 0,36 56-155 0 0,0 0 0 0 0,0 1 0 0 0,0 0-1 0 0,-1 0 1 0 0,1 0 0 0 0,-1 1 0 0 0,-1 0 0 0 0,1 0 0 0 0,-1 1-1 0 0,0 0 1 0 0,0 0 0 0 0,0 1 0 0 0,0 0 0 0 0,-1 0 0 0 0,0 1-1 0 0,1 0 1 0 0,-1 1 0 0 0,0 0 0 0 0,1 0 0 0 0,-1 1 0 0 0,0 0-1 0 0,0 0 1 0 0,-16 4 0 0 0,7-1-1277 0 0,-1 2 111 0 0</inkml:trace>
</inkml:ink>
</file>

<file path=ppt/ink/ink7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32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0 0 7209 0 0</inkml:trace>
</inkml:ink>
</file>

<file path=ppt/ink/ink7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7:50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1 145 44 0 0,'0'0'255'0'0,"0"-9"578"0"0,0-4-155 0 0,0 10 38 0 0,0-2-639 0 0,1 1 0 0 0,0-1 0 0 0,0 1 0 0 0,0-1 0 0 0,0 1 0 0 0,1 0 0 0 0,0 0-1 0 0,0-1 1 0 0,0 1 0 0 0,1 0 0 0 0,-1 1 0 0 0,1-1 0 0 0,0 0 0 0 0,0 1 0 0 0,0 0 0 0 0,0-1 0 0 0,1 1-1 0 0,-1 1 1 0 0,1-1 0 0 0,0 0 0 0 0,0 1 0 0 0,0 0 0 0 0,0 0 0 0 0,0 0 0 0 0,0 0 0 0 0,7-1 0 0 0,8-3-66 0 0,-1 0 0 0 0,1 2 0 0 0,0 0 0 0 0,39-3 0 0 0,-51 7-3 0 0,0 0 0 0 0,0 1 0 0 0,0-1 1 0 0,0 1-1 0 0,0 1 0 0 0,0-1 0 0 0,13 6 1 0 0,-18-6-6 0 0,1-1 0 0 0,-1 1 0 0 0,0 0 0 0 0,0 1 1 0 0,0-1-1 0 0,0 0 0 0 0,0 0 0 0 0,0 1 0 0 0,-1-1 1 0 0,1 1-1 0 0,0 0 0 0 0,-1-1 0 0 0,1 1 0 0 0,-1 0 0 0 0,1 0 1 0 0,-1 0-1 0 0,0 0 0 0 0,0 0 0 0 0,0 0 0 0 0,0 1 1 0 0,0-1-1 0 0,0 0 0 0 0,-1 0 0 0 0,1 1 0 0 0,-1 3 0 0 0,0 7 59 0 0,0-1-1 0 0,-1 0 0 0 0,-1 0 0 0 0,0 0 0 0 0,-1 0 0 0 0,0 0 1 0 0,-1 0-1 0 0,0 0 0 0 0,-1-1 0 0 0,0 0 0 0 0,-1 0 0 0 0,0-1 1 0 0,-1 1-1 0 0,0-1 0 0 0,0-1 0 0 0,-1 1 0 0 0,-1-1 0 0 0,-11 10 1 0 0,-33 13 208 0 0,51-31-233 0 0,-1 1-13 0 0,0 0 0 0 0,0-1-1 0 0,0 0 1 0 0,0 0 0 0 0,0 0 0 0 0,0 0 0 0 0,0 0 0 0 0,0 0-1 0 0,0-1 1 0 0,0 0 0 0 0,-5 1 0 0 0,5-1 89 0 0,-5 0-149 0 0,8 0 35 0 0,0 0 0 0 0,0 0 0 0 0,0 0 0 0 0,0 0 0 0 0,1 0 0 0 0,-1 0 0 0 0,0 0 0 0 0,0 0 0 0 0,0 0 0 0 0,0-1 0 0 0,0 1 0 0 0,0 0 0 0 0,0 0 0 0 0,0 0 0 0 0,0 0 0 0 0,0 0 0 0 0,0 0 0 0 0,0 0 0 0 0,-1 0 0 0 0,1 0 0 0 0,0 0 0 0 0,0 0 0 0 0,0-1 0 0 0,0 1 0 0 0,0 0 0 0 0,189-52-3 0 0,-154 45 3 0 0,-1 1-1 0 0,1 2 1 0 0,63 1 0 0 0,-94 2 1 0 0,0 1 1 0 0,0 1-1 0 0,0-1 0 0 0,-1 0 1 0 0,1 1-1 0 0,0 0 1 0 0,0 0-1 0 0,0 0 0 0 0,-1 1 1 0 0,1-1-1 0 0,-1 1 0 0 0,1-1 1 0 0,-1 1-1 0 0,1 1 1 0 0,-1-1-1 0 0,0 0 0 0 0,0 1 1 0 0,0-1-1 0 0,-1 1 0 0 0,1 0 1 0 0,0 0-1 0 0,-1 0 1 0 0,3 5-1 0 0,-3-4 0 0 0,-1 0 1 0 0,0 1-1 0 0,0-1 1 0 0,0 0-1 0 0,-1 1 0 0 0,0-1 1 0 0,1 1-1 0 0,-1-1 1 0 0,-1 1-1 0 0,1-1 1 0 0,-1 1-1 0 0,0-1 0 0 0,0 1 1 0 0,0-1-1 0 0,0 0 1 0 0,-1 0-1 0 0,0 1 0 0 0,0-1 1 0 0,-4 7-1 0 0,-8 11 57 0 0,-1 0-1 0 0,-1-1 1 0 0,-1 0-1 0 0,0-2 1 0 0,-2 0-1 0 0,0-1 1 0 0,-36 26-1 0 0,15-16 99 0 0,-1-3 0 0 0,-1-1 0 0 0,-60 24 0 0 0,94-45-107 0 0,-1 0 1 0 0,1 0 0 0 0,-1-1-1 0 0,0-1 1 0 0,0 0-1 0 0,0 0 1 0 0,0 0 0 0 0,0-1-1 0 0,0-1 1 0 0,-11-1-1 0 0,17 2-105 0 0,-2-7-281 0 0</inkml:trace>
</inkml:ink>
</file>

<file path=ppt/ink/ink7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47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93 319 28 0 0,'-19'-45'141'0'0,"2"0"0"0"0,2-1 0 0 0,1-1 0 0 0,-8-64 0 0 0,16 87-557 0 0</inkml:trace>
</inkml:ink>
</file>

<file path=ppt/ink/ink7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59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1 0 6513 0 0</inkml:trace>
</inkml:ink>
</file>

<file path=ppt/ink/ink7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5:41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604 111 7421 0 0,'-5'-8'-22'0'0,"-1"0"1"0"0,0 0 0 0 0,-1 0 0 0 0,1 1 0 0 0,-1 0-1 0 0,-1 0 1 0 0,1 1 0 0 0,-1 0 0 0 0,0 0 0 0 0,-1 1-1 0 0,1 0 1 0 0,-1 0 0 0 0,-16-6 0 0 0,12 8 72 0 0,0 0 0 0 0,0 0 0 0 0,0 1 0 0 0,0 1 0 0 0,0 0 0 0 0,-1 1-1 0 0,1 0 1 0 0,0 1 0 0 0,-24 5 0 0 0,18-2 57 0 0,0 2 1 0 0,0 0-1 0 0,0 1 0 0 0,1 1 0 0 0,1 0 0 0 0,-1 2 0 0 0,1 0 0 0 0,1 1 0 0 0,0 0 1 0 0,0 2-1 0 0,2 0 0 0 0,-1 0 0 0 0,1 2 0 0 0,1-1 0 0 0,-13 21 0 0 0,19-25-49 0 0,0 1 0 0 0,1 0 0 0 0,0 0 0 0 0,1 1 0 0 0,0-1 0 0 0,1 1 0 0 0,1 0 0 0 0,0 1 0 0 0,0-1-1 0 0,-1 24 1 0 0,4-26-30 0 0,0 0 0 0 0,1 0-1 0 0,0 1 1 0 0,1-1 0 0 0,0 0-1 0 0,1 0 1 0 0,0-1 0 0 0,0 1 0 0 0,1-1-1 0 0,0 1 1 0 0,1-1 0 0 0,0 0-1 0 0,0-1 1 0 0,12 15 0 0 0,-9-14-11 0 0,0 0 1 0 0,1 0-1 0 0,0-1 1 0 0,1 0 0 0 0,0-1-1 0 0,0 0 1 0 0,0-1 0 0 0,1 1-1 0 0,0-2 1 0 0,0 0-1 0 0,1 0 1 0 0,-1-1 0 0 0,16 3-1 0 0,-10-3-1 0 0,1-1-1 0 0,-1-1 1 0 0,1-1 0 0 0,0-1-1 0 0,0 0 1 0 0,0-1-1 0 0,-1-1 1 0 0,33-7-1 0 0,-32 4 0 0 0,1-1-1 0 0,-1-1 0 0 0,0 0 0 0 0,-1-1 0 0 0,0-1 0 0 0,0 0 0 0 0,0-2 0 0 0,15-12 0 0 0,-22 14 3 0 0,0 1 1 0 0,0-2-1 0 0,-1 0 0 0 0,0 0 0 0 0,-1 0 1 0 0,0-1-1 0 0,-1 0 0 0 0,0-1 1 0 0,-1 0-1 0 0,0 0 0 0 0,8-23 0 0 0,-11 23 60 0 0,-1 0 0 0 0,0 0 0 0 0,-1-1-1 0 0,0 1 1 0 0,-1-1 0 0 0,0 1 0 0 0,-1-1 0 0 0,0 1-1 0 0,-1-1 1 0 0,-1 1 0 0 0,0 0 0 0 0,0 0 0 0 0,-1 0-1 0 0,-1 0 1 0 0,-8-14 0 0 0,9 17-1 0 0,-1 1 0 0 0,0 0 1 0 0,-1 1-1 0 0,0-1 0 0 0,0 1 0 0 0,-1 0 1 0 0,1 0-1 0 0,-2 1 0 0 0,1 0 0 0 0,-1 1 1 0 0,-10-7-1 0 0,11 8-45 0 0,0 1-1 0 0,0 0 1 0 0,0 1 0 0 0,0 0 0 0 0,-1 0 0 0 0,1 0-1 0 0,-1 1 1 0 0,1 0 0 0 0,-11 0 0 0 0,15 1-66 0 0,0 0 1 0 0,0 0-1 0 0,1 1 1 0 0,-1-1-1 0 0,0 1 0 0 0,0 0 1 0 0,1 0-1 0 0,-1-1 1 0 0,0 2-1 0 0,1-1 0 0 0,-1 0 1 0 0,1 0-1 0 0,-1 1 1 0 0,1 0-1 0 0,0-1 1 0 0,0 1-1 0 0,-1 0 0 0 0,1 0 1 0 0,0 0-1 0 0,1 0 1 0 0,-1 1-1 0 0,0-1 0 0 0,1 0 1 0 0,-1 1-1 0 0,1-1 1 0 0,-2 5-1 0 0,2-3-491 0 0,-1 1-1 0 0,1 0 1 0 0,0-1-1 0 0,0 1 1 0 0,0 0-1 0 0,1 0 1 0 0,-1 0-1 0 0,1 0 1 0 0,0-1-1 0 0,1 1 1 0 0,-1 0 0 0 0,1 0-1 0 0,0 0 1 0 0,3 6-1 0 0,1 1-2237 0 0</inkml:trace>
</inkml:ink>
</file>

<file path=ppt/ink/ink7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5:41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1 160 0 0,'0'0'3128'0'0,"3"2"-2387"0"0,0 2-531 0 0,0 0-1 0 0,0 0 1 0 0,0 0 0 0 0,-1 0 0 0 0,0 0-1 0 0,0 0 1 0 0,0 1 0 0 0,0-1-1 0 0,0 1 1 0 0,-1-1 0 0 0,0 1 0 0 0,0 0-1 0 0,0 5 1 0 0,8 80 1270 0 0,-6-57-954 0 0,1 31 605 0 0,-4-62-252 0 0,16-28-640 0 0,14-36 82 0 0,-19 38-167 0 0,1 0 0 0 0,17-25 1 0 0,-29 48-151 0 0,0 1 0 0 0,1-1 0 0 0,-1 0-1 0 0,1 1 1 0 0,0-1 0 0 0,-1 1 0 0 0,1-1 0 0 0,-1 1 0 0 0,1 0 0 0 0,0-1 0 0 0,-1 1 0 0 0,1 0 0 0 0,0-1 0 0 0,-1 1 0 0 0,1 0 0 0 0,0 0-1 0 0,-1-1 1 0 0,1 1 0 0 0,0 0 0 0 0,0 0 0 0 0,-1 0 0 0 0,1 0 0 0 0,0 0 0 0 0,0 0 0 0 0,-1 0 0 0 0,1 0 0 0 0,0 1 0 0 0,1-1 0 0 0,22 14 73 0 0,-18-8-66 0 0,0-1-1 0 0,-1 0 0 0 0,0 1 0 0 0,0 0 1 0 0,4 7-1 0 0,26 50-860 0 0,-9-26-5811 0 0,-20-30 3991 0 0</inkml:trace>
</inkml:ink>
</file>

<file path=ppt/ink/ink7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5:42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99 356 0 0,'-1'-27'2568'0'0,"1"25"-1993"0"0,0 1-419 0 0,0 0 0 0 0,0 0 0 0 0,0 1 0 0 0,0-1 0 0 0,-1 0 0 0 0,1 0 0 0 0,0 0 0 0 0,-1 0 1 0 0,1 0-1 0 0,0 1 0 0 0,-1-1 0 0 0,1 0 0 0 0,-1 0 0 0 0,1 1 0 0 0,-1-1 0 0 0,1 0 0 0 0,-1 1 0 0 0,0-1 0 0 0,1 1 0 0 0,-1-1 0 0 0,0 1 0 0 0,0-1 0 0 0,1 1 1 0 0,-1-1-1 0 0,0 1 0 0 0,-1-1 0 0 0,-4 4-44 0 0,0 0 0 0 0,0 1 0 0 0,0 0 0 0 0,1 0 0 0 0,0 0 0 0 0,-1 1-1 0 0,2 0 1 0 0,-1 0 0 0 0,0 0 0 0 0,1 0 0 0 0,0 1 0 0 0,1 0 0 0 0,-1-1 0 0 0,1 1 0 0 0,0 1 0 0 0,0-1 0 0 0,1 0 0 0 0,0 1 0 0 0,0-1 0 0 0,0 1 0 0 0,0 8 0 0 0,1-11-85 0 0,1 1-1 0 0,-1-1 1 0 0,1 0 0 0 0,1 1-1 0 0,-1-1 1 0 0,0 1 0 0 0,1-1 0 0 0,0 0-1 0 0,0 1 1 0 0,0-1 0 0 0,1 0-1 0 0,-1 0 1 0 0,1 0 0 0 0,0 0-1 0 0,0 0 1 0 0,1 0 0 0 0,-1-1-1 0 0,1 1 1 0 0,-1-1 0 0 0,1 1 0 0 0,0-1-1 0 0,1 0 1 0 0,-1 0 0 0 0,0-1-1 0 0,1 1 1 0 0,0-1 0 0 0,-1 1-1 0 0,1-1 1 0 0,0 0 0 0 0,0 0 0 0 0,0-1-1 0 0,1 0 1 0 0,-1 1 0 0 0,0-1-1 0 0,6 0 1 0 0,4 1-3 0 0,0 0 0 0 0,0-2 0 0 0,0 0 0 0 0,1 0 0 0 0,-1-2 0 0 0,0 1 0 0 0,0-2 0 0 0,-1 0 0 0 0,1 0 0 0 0,0-2 0 0 0,-1 1 1 0 0,0-2-1 0 0,0 0 0 0 0,18-11 0 0 0,-20 11-8 0 0,-1-1 1 0 0,0 0-1 0 0,0-1 1 0 0,0 0-1 0 0,-1 0 1 0 0,0-1-1 0 0,-1 0 1 0 0,0 0-1 0 0,-1-1 1 0 0,1 0-1 0 0,-2-1 1 0 0,0 1-1 0 0,0-1 1 0 0,-1 0-1 0 0,0-1 1 0 0,6-23-1 0 0,-10 33 32 0 0,-1 0-1 0 0,1 0 0 0 0,-1 0 1 0 0,1 0-1 0 0,-1-1 0 0 0,0 1 1 0 0,0 0-1 0 0,0 0 0 0 0,0-1 1 0 0,0 1-1 0 0,-1 0 0 0 0,1 0 1 0 0,-1-1-1 0 0,1 1 0 0 0,-1 0 0 0 0,0 0 1 0 0,0 0-1 0 0,0 0 0 0 0,0 0 1 0 0,0 0-1 0 0,0 0 0 0 0,-1 0 1 0 0,1 1-1 0 0,0-1 0 0 0,-1 0 1 0 0,0 1-1 0 0,1-1 0 0 0,-1 1 1 0 0,0 0-1 0 0,0-1 0 0 0,0 1 1 0 0,-2-1-1 0 0,2 2 152 0 0,-18 14 159 0 0,18-12-332 0 0,0 0 1 0 0,-1 0 0 0 0,1 0-1 0 0,0 1 1 0 0,0-1-1 0 0,0 0 1 0 0,1 1 0 0 0,-1 0-1 0 0,1-1 1 0 0,-1 1 0 0 0,1 0-1 0 0,0 0 1 0 0,0 0-1 0 0,0 0 1 0 0,0 0 0 0 0,0 0-1 0 0,1 0 1 0 0,0 0 0 0 0,-1 0-1 0 0,1 0 1 0 0,0 0-1 0 0,1 0 1 0 0,-1 0 0 0 0,0 1-1 0 0,1-1 1 0 0,0 0 0 0 0,0 0-1 0 0,0 0 1 0 0,0-1 0 0 0,0 1-1 0 0,0 0 1 0 0,1 0-1 0 0,2 3 1 0 0,1 3-187 0 0,2 1 0 0 0,0-1 0 0 0,0 0 0 0 0,0 0 0 0 0,1-1-1 0 0,0 0 1 0 0,14 9 0 0 0,17 7-2197 0 0,-11-12-2937 0 0,-13-7 1992 0 0</inkml:trace>
</inkml:ink>
</file>

<file path=ppt/ink/ink7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06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372 649 32 0 0,'11'-82'3258'0'0,"-6"53"-2258"0"0,-1 0-1 0 0,-2 0 1 0 0,-1 0 0 0 0,-3-40-1 0 0,1 63-847 0 0,0 0 0 0 0,0-1 0 0 0,0 1-1 0 0,-1 0 1 0 0,0 0 0 0 0,-1 0 0 0 0,1 0 0 0 0,-1 0-1 0 0,0 1 1 0 0,-7-10 0 0 0,8 13-124 0 0,0 0 1 0 0,0 0-1 0 0,0 0 1 0 0,0 1-1 0 0,0-1 0 0 0,0 1 1 0 0,0-1-1 0 0,0 1 1 0 0,-1 0-1 0 0,1 0 0 0 0,-1 0 1 0 0,1 0-1 0 0,-1 0 1 0 0,1 1-1 0 0,-1-1 1 0 0,1 1-1 0 0,-1 0 0 0 0,1-1 1 0 0,-1 1-1 0 0,1 0 1 0 0,-1 1-1 0 0,0-1 0 0 0,1 0 1 0 0,-1 1-1 0 0,1-1 1 0 0,-1 1-1 0 0,1 0 1 0 0,-1 0-1 0 0,-2 1 0 0 0,-13 7 10 0 0,0 1-1 0 0,1 0 1 0 0,0 1-1 0 0,0 1 1 0 0,1 0 0 0 0,1 1-1 0 0,1 1 1 0 0,0 1-1 0 0,0 0 1 0 0,1 0-1 0 0,-14 24 1 0 0,15-20-23 0 0,0 1 1 0 0,2 1-1 0 0,0-1 1 0 0,1 1-1 0 0,1 1 0 0 0,1 0 1 0 0,1 0-1 0 0,1 0 1 0 0,-4 41-1 0 0,8-53-11 0 0,1-1 0 0 0,0 1 0 0 0,0-1 0 0 0,0 1 0 0 0,1 0 0 0 0,1-1 0 0 0,0 0 1 0 0,0 1-1 0 0,1-1 0 0 0,0 0 0 0 0,0 0 0 0 0,1 0 0 0 0,0-1 0 0 0,1 1 0 0 0,0-1 0 0 0,0 0 0 0 0,1-1 0 0 0,0 1 0 0 0,0-1 0 0 0,1 0 0 0 0,0 0 0 0 0,0-1 0 0 0,0 0 1 0 0,1 0-1 0 0,0-1 0 0 0,0 0 0 0 0,1-1 0 0 0,-1 1 0 0 0,1-1 0 0 0,0-1 0 0 0,9 3 0 0 0,-2-2-2 0 0,1 0-1 0 0,-1-2 1 0 0,0 0 0 0 0,1 0 0 0 0,-1-2-1 0 0,1 0 1 0 0,-1-1 0 0 0,1 0-1 0 0,-1-1 1 0 0,0-1 0 0 0,0-1 0 0 0,0 0-1 0 0,0-1 1 0 0,0-1 0 0 0,-1-1 0 0 0,16-8-1 0 0,-6 0 2 0 0,0 0 0 0 0,-1-2 0 0 0,-1 0 0 0 0,-1-2 0 0 0,0 0 0 0 0,-1-2 0 0 0,-2 0-1 0 0,23-30 1 0 0,-27 28 7 0 0,-1-1-1 0 0,-1-1 0 0 0,-1 0 0 0 0,-1-1 1 0 0,9-33-1 0 0,-8 24 5 0 0,-11 34-8 0 0,-1-3-4 0 0,0 1-1 0 0,-1 0 0 0 0,1 0 1 0 0,-1-1-1 0 0,1 1 0 0 0,-1 0 0 0 0,0 0 1 0 0,0 0-1 0 0,0 0 0 0 0,-1 0 0 0 0,-2-5 1 0 0,1 8-4 0 0,0-1 1 0 0,0 1-1 0 0,0 0 1 0 0,0 0 0 0 0,0 0-1 0 0,0 1 1 0 0,0-1-1 0 0,0 1 1 0 0,0-1-1 0 0,1 1 1 0 0,-1 0 0 0 0,0 0-1 0 0,0 0 1 0 0,1 1-1 0 0,-1-1 1 0 0,0 1-1 0 0,1-1 1 0 0,0 1 0 0 0,-3 2-1 0 0,4-3-6 0 0,15 18-45 0 0,27 23 19 0 0,-28-30 33 0 0,0 2 1 0 0,-1-1 0 0 0,-1 1 0 0 0,13 20 0 0 0,-18-24 0 0 0,1 3 2 0 0,0-1 0 0 0,1 0 0 0 0,1 0 0 0 0,-1-1 1 0 0,14 13-1 0 0,-19-21 0 0 0,0-1 0 0 0,1 1 0 0 0,-1-1-1 0 0,1 1 1 0 0,0-1 0 0 0,-1-1 0 0 0,1 1 0 0 0,0 0 0 0 0,0-1 0 0 0,0 0 0 0 0,0 0 0 0 0,0 0 0 0 0,1 0 0 0 0,-1-1 0 0 0,0 0 0 0 0,0 1 0 0 0,1-2 0 0 0,-1 1 0 0 0,0 0 0 0 0,0-1 0 0 0,0 0-1 0 0,7-2 1 0 0,3-2-1 0 0,0 0 0 0 0,0-1 0 0 0,0-1 0 0 0,-1-1 0 0 0,0 0 0 0 0,0 0 1 0 0,-1-2-1 0 0,0 1 0 0 0,-1-1 0 0 0,0-1 0 0 0,0 0 0 0 0,-1-1 0 0 0,-1 0 0 0 0,0 0 0 0 0,0-1 0 0 0,-1 0 0 0 0,-1 0 0 0 0,0-1 0 0 0,-1 0 0 0 0,5-18 0 0 0,-10 26-2 0 0,1 0 0 0 0,-1 0 1 0 0,-1 0-1 0 0,1 0 0 0 0,-1 0 1 0 0,0 0-1 0 0,-1-8 0 0 0,1 12 11 0 0,-3-2 6 0 0,3 3-16 0 0,0 0-1 0 0,0 1 1 0 0,0-1-1 0 0,0 1 0 0 0,0-1 1 0 0,0 1-1 0 0,-1-1 0 0 0,1 1 1 0 0,0-1-1 0 0,0 1 0 0 0,0-1 1 0 0,-1 1-1 0 0,1-1 1 0 0,0 1-1 0 0,-1 0 0 0 0,1-1 1 0 0,0 1-1 0 0,-1-1 0 0 0,1 1 1 0 0,-1 0-1 0 0,1-1 1 0 0,-1 1-1 0 0,1 0 0 0 0,0 0 1 0 0,-1-1-1 0 0,1 1 0 0 0,-1 0 1 0 0,1 0-1 0 0,-1 0 0 0 0,0-1 1 0 0,1 1-1 0 0,-1 0 1 0 0,1 0-1 0 0,-1 0 0 0 0,1 0 1 0 0,-1 0-1 0 0,0 0 0 0 0,-5 4-1 0 0,1 0 0 0 0,0 0 0 0 0,0 0-1 0 0,1 1 1 0 0,-1 0 0 0 0,1 0 0 0 0,0 0-1 0 0,0 0 1 0 0,0 1 0 0 0,1-1 0 0 0,0 1-1 0 0,0 0 1 0 0,1 0 0 0 0,-1 0 0 0 0,1 0-1 0 0,0 0 1 0 0,1 1 0 0 0,0-1 0 0 0,0 1-1 0 0,0-1 1 0 0,1 1 0 0 0,0-1 0 0 0,1 12-1 0 0,-1-13 3 0 0,1 1-1 0 0,0 0 0 0 0,0 0 1 0 0,0-1-1 0 0,1 1 0 0 0,0-1 1 0 0,0 1-1 0 0,0-1 0 0 0,1 0 0 0 0,0 1 1 0 0,0-1-1 0 0,0-1 0 0 0,0 1 1 0 0,1 0-1 0 0,0-1 0 0 0,0 0 1 0 0,0 0-1 0 0,1 0 0 0 0,-1 0 1 0 0,1-1-1 0 0,0 0 0 0 0,0 1 1 0 0,0-2-1 0 0,0 1 0 0 0,0-1 0 0 0,1 0 1 0 0,9 3-1 0 0,1-2-55 0 0,0-1-1 0 0,1-1 1 0 0,-1 0-1 0 0,1-1 1 0 0,-1-1-1 0 0,1 0 1 0 0,-1-1-1 0 0,0-1 1 0 0,0-1-1 0 0,0 0 1 0 0,23-9-1 0 0,-7-1-41 0 0,-1-1-1 0 0,0-1 1 0 0,-1-2-1 0 0,38-28 1 0 0,-58 37 83 0 0,0-1-1 0 0,-1 0 1 0 0,0 0 0 0 0,0-1 0 0 0,-1 0-1 0 0,-1-1 1 0 0,0 1 0 0 0,0-2-1 0 0,4-12 1 0 0,-6 16 6 0 0,-2 4 7 0 0,-3 2 1 0 0,-1-16 22 0 0,1 16-21 0 0,-1-2 1 0 0,1 4-2 0 0,0 1-1 0 0,0-1 1 0 0,0 1 0 0 0,0-1 0 0 0,0 1-1 0 0,0-1 1 0 0,0 1 0 0 0,0-1-1 0 0,0 1 1 0 0,0-1 0 0 0,-1 0-1 0 0,1 1 1 0 0,0-1 0 0 0,0 1 0 0 0,-1-1-1 0 0,1 1 1 0 0,0 0 0 0 0,0-1-1 0 0,-1 1 1 0 0,1-1 0 0 0,0 1 0 0 0,-1-1-1 0 0,1 1 1 0 0,-1 0 0 0 0,1-1-1 0 0,-1 1 1 0 0,1 0 0 0 0,0-1 0 0 0,-1 1-1 0 0,1 0 1 0 0,-1 0 0 0 0,1 0-1 0 0,-1-1 1 0 0,1 1 0 0 0,-1 0 0 0 0,0 0-1 0 0,0 0 1 0 0,-27 8-13 0 0,26-7 6 0 0,0 0 0 0 0,0-1 6 0 0,1 0-1 0 0,0 0 1 0 0,-1 1 0 0 0,1-1 0 0 0,0 1-1 0 0,-1-1 1 0 0,1 1 0 0 0,0 0 0 0 0,-1-1-1 0 0,1 1 1 0 0,0 0 0 0 0,0 0 0 0 0,0 0 0 0 0,0 0-1 0 0,0 0 1 0 0,0 0 0 0 0,0 0 0 0 0,0 0-1 0 0,0 0 1 0 0,0 2 0 0 0,0-1 8 0 0,-1 0 0 0 0,2 0-23 0 0,-1 5 10 0 0,1-6 1 0 0,2 1 1 0 0,6 3 5 0 0,-6-3-4 0 0,59 9 3 0 0,-52-9 3 0 0,1 0-1 0 0,0 0 1 0 0,0-1-1 0 0,0-1 1 0 0,0 1-1 0 0,0-2 1 0 0,0 1-1 0 0,0-2 1 0 0,0 1-1 0 0,0-1 1 0 0,-1-1-1 0 0,1 0 1 0 0,-1 0-1 0 0,1-1 1 0 0,-1 0-1 0 0,0 0 1 0 0,0-1-1 0 0,-1 0 1 0 0,0-1-1 0 0,0 0 1 0 0,0 0-1 0 0,0-1 1 0 0,12-14-1 0 0,-9 4 1 0 0,0 0-1 0 0,0 0 0 0 0,-2-1 0 0 0,0 0 0 0 0,-2-1 1 0 0,0 0-1 0 0,0 0 0 0 0,-2-1 0 0 0,-1 1 1 0 0,0-1-1 0 0,-1 0 0 0 0,-1 0 0 0 0,-1-1 1 0 0,-2-20-1 0 0,-2 27 4 0 0,-3-35 1 0 0,6 46-10 0 0,-3-4-4 0 0,3 6 7 0 0,-1 1-1 0 0,1 0 1 0 0,0-1 0 0 0,0 1-1 0 0,0 0 1 0 0,0-1-1 0 0,0 1 1 0 0,0 0-1 0 0,0-1 1 0 0,0 1 0 0 0,-1 0-1 0 0,1 0 1 0 0,0-1-1 0 0,0 1 1 0 0,0 0-1 0 0,-1 0 1 0 0,1-1-1 0 0,0 1 1 0 0,0 0 0 0 0,-1 0-1 0 0,1 0 1 0 0,0-1-1 0 0,-1 1 1 0 0,1 0-1 0 0,0 0 1 0 0,0 0 0 0 0,-1 0-1 0 0,1 0 1 0 0,0-1-1 0 0,-1 1 1 0 0,1 0-1 0 0,0 0 1 0 0,-1 0 0 0 0,1 0-1 0 0,-1 0 1 0 0,-5 12-1 0 0,0 22 25 0 0,6-24-8 0 0,0-1 1 0 0,1 1 0 0 0,0 0-1 0 0,1 0 1 0 0,-1-1 0 0 0,2 1-1 0 0,0-1 1 0 0,0 1 0 0 0,0-1-1 0 0,1 0 1 0 0,1 0 0 0 0,-1-1-1 0 0,1 1 1 0 0,1-1 0 0 0,0 0-1 0 0,0 0 1 0 0,0-1 0 0 0,1 0-1 0 0,0 0 1 0 0,1 0 0 0 0,-1-1 0 0 0,1 0-1 0 0,0-1 1 0 0,1 0 0 0 0,-1 0-1 0 0,1-1 1 0 0,0 0 0 0 0,0 0-1 0 0,1-1 1 0 0,-1 0 0 0 0,1-1-1 0 0,13 2 1 0 0,-19-4 66 0 0,1 0 0 0 0,-1 0 0 0 0,1 0 1 0 0,0 0-1 0 0,-1-1 0 0 0,1 0 0 0 0,-1 0 0 0 0,0 0 0 0 0,1-1 1 0 0,-1 0-1 0 0,5-2 0 0 0,15-4 497 0 0,-8-9 125 0 0,-10 3-11724 0 0</inkml:trace>
</inkml:ink>
</file>

<file path=ppt/ink/ink7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07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12 428 0 0,'0'0'2048'0'0,"2"-12"-1852"0"0</inkml:trace>
</inkml:ink>
</file>

<file path=ppt/ink/ink7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07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289 537 532 0 0,'6'14'688'0'0,"0"-1"-1"0"0,-1 1 1 0 0,0 0-1 0 0,-1 0 1 0 0,-1 0-1 0 0,0 1 1 0 0,-1-1-1 0 0,0 16 1 0 0,4 18 207 0 0,57 240 1676 0 0,-61-281-2996 0 0,2 5-850 0 0</inkml:trace>
  <inkml:trace contextRef="#ctx0" brushRef="#br0" timeOffset="1">0 201 380 0 0,'8'-18'1008'0'0,"2"-3"-100"0"0,6 4-68 0 0,3 0-64 0 0,4-2-84 0 0,10 0-60 0 0,-8 4-67 0 0,9-3-61 0 0,3 5-40 0 0,-8 2-48 0 0,13 1-56 0 0,-10 3-188 0 0,7 1-200 0 0,1 4-244 0 0,-1-2-236 0 0,-12 2-648 0 0,1 2-1245 0 0,-1-2 553 0 0</inkml:trace>
</inkml:ink>
</file>

<file path=ppt/ink/ink7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23.0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0 1 3340 0 0</inkml:trace>
</inkml:ink>
</file>

<file path=ppt/ink/ink7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23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1 0 460 0 0</inkml:trace>
</inkml:ink>
</file>

<file path=ppt/ink/ink7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25:53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85 247 7493,'-22'-121'857,"0"-3"3249,22 122-3790,-7 41 1370,8 329 73,5-150-1392,-13-157-988,4-40-2742,-2-22 1488,-4-1 936,3-1-3092,-5-7 796</inkml:trace>
</inkml:ink>
</file>

<file path=ppt/ink/ink7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53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1 437 576 0 0,'1'-8'246'0'0,"1"1"0"0"0,0-1 0 0 0,0 1 1 0 0,0-1-1 0 0,1 1 0 0 0,1 0 0 0 0,-1 0 0 0 0,1 0 0 0 0,0 0 0 0 0,1 1 0 0 0,-1 0 0 0 0,1-1 1 0 0,0 2-1 0 0,1-1 0 0 0,6-5 0 0 0,13-10 408 0 0,2 0 0 0 0,32-19 0 0 0,-41 29-301 0 0,38-23 60 0 0,2 3-1 0 0,1 3 0 0 0,1 2 0 0 0,1 2 1 0 0,1 4-1 0 0,1 2 0 0 0,1 3 1 0 0,0 3-1 0 0,1 2 0 0 0,85-1 0 0 0,-125 10-426 0 0,0 2-1 0 0,0 0 1 0 0,26 5-1 0 0,-43-4-260 0 0,0 0 0 0 0,-1 0-1 0 0,1 1 1 0 0,-1 0 0 0 0,14 7 0 0 0,-17-8-169 0 0,0 1 0 0 0,-1 0 0 0 0,1-1 0 0 0,-1 1 0 0 0,1 1 0 0 0,-1-1 0 0 0,0 0 0 0 0,0 1 0 0 0,-1 0 1 0 0,1 0-1 0 0,2 5 0 0 0,2 5-1992 0 0</inkml:trace>
</inkml:ink>
</file>

<file path=ppt/ink/ink7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54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86 596 0 0,'21'20'1317'0'0,"-2"0"0"0"0,29 39 0 0 0,-43-51-1063 0 0,0 0 0 0 0,0 0 1 0 0,-1 0-1 0 0,0 1 1 0 0,0-1-1 0 0,-1 1 0 0 0,0 0 1 0 0,0 0-1 0 0,-1 1 1 0 0,-1-1-1 0 0,2 17 0 0 0,-3-23-79 0 0,0-1-42 0 0,0 1 0 0 0,0 0 0 0 0,0 0 0 0 0,0-1 0 0 0,0 1 0 0 0,-1 0 0 0 0,1-1 0 0 0,-1 1 0 0 0,0 0 0 0 0,0-1 0 0 0,-1 4 0 0 0,-4 2 568 0 0,4-7 167 0 0,-1-5-637 0 0,0-3-170 0 0,-1 0 1 0 0,1 0-1 0 0,0 0 1 0 0,1 0 0 0 0,0 0-1 0 0,0 0 1 0 0,1-1-1 0 0,-1 1 1 0 0,2 0-1 0 0,-1-1 1 0 0,1 0 0 0 0,0 1-1 0 0,0-1 1 0 0,1 1-1 0 0,0 0 1 0 0,3-9 0 0 0,0-7 29 0 0,2 1 0 0 0,0 0 1 0 0,2 1-1 0 0,13-30 0 0 0,-18 45-117 0 0,0 0-1 0 0,1 0 1 0 0,0 0 0 0 0,0 1-1 0 0,1-1 1 0 0,-1 1 0 0 0,1 0-1 0 0,0 0 1 0 0,10-6-1 0 0,19-4-2069 0 0,-30 15 1453 0 0,0-1 0 0 0,-1 1 1 0 0,1 0-1 0 0,0 0 1 0 0,-1 0-1 0 0,1 0 0 0 0,0 1 1 0 0,6 1-1 0 0,2 1-1906 0 0</inkml:trace>
</inkml:ink>
</file>

<file path=ppt/ink/ink7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55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251 127 448 0 0,'21'-54'5664'0'0,"-20"52"-5478"0"0,-1 0-1 0 0,1 0 1 0 0,-1 0-1 0 0,0 0 0 0 0,1 0 1 0 0,-1 0-1 0 0,0 0 1 0 0,0 0-1 0 0,-1 0 0 0 0,1 0 1 0 0,0 0-1 0 0,-1 0 0 0 0,1 0 1 0 0,-1 0-1 0 0,1 0 1 0 0,-1 1-1 0 0,0-1 0 0 0,0 0 1 0 0,0 0-1 0 0,0 1 0 0 0,0-1 1 0 0,0 0-1 0 0,-1 1 1 0 0,-1-3-1 0 0,1 3 9 0 0,-5 1-64 0 0,-1 0 0 0 0,1 1 1 0 0,0 0-1 0 0,0 0 0 0 0,-1 1 0 0 0,1 0 0 0 0,0 0 1 0 0,1 1-1 0 0,-1 0 0 0 0,-11 6 0 0 0,2 2 68 0 0,1 0 0 0 0,-27 26 0 0 0,33-29-152 0 0,1 0 0 0 0,-1 1 0 0 0,2 0 0 0 0,-1 1 0 0 0,1 0 0 0 0,1 0 0 0 0,-1 0 0 0 0,2 1 0 0 0,-1 0 0 0 0,2 0 0 0 0,0 0 0 0 0,0 1 0 0 0,-4 23 0 0 0,7-33-41 0 0,0 1 1 0 0,1-1-1 0 0,-1 1 0 0 0,1-1 1 0 0,0 1-1 0 0,0 0 1 0 0,0-1-1 0 0,0 1 1 0 0,0-1-1 0 0,1 1 1 0 0,-1 0-1 0 0,1-1 1 0 0,0 1-1 0 0,-1-1 1 0 0,1 0-1 0 0,0 1 0 0 0,1-1 1 0 0,-1 0-1 0 0,0 1 1 0 0,1-1-1 0 0,-1 0 1 0 0,1 0-1 0 0,-1 0 1 0 0,1 0-1 0 0,0 0 1 0 0,0-1-1 0 0,0 1 1 0 0,0 0-1 0 0,3 1 0 0 0,-1-2 0 0 0,-1 0 0 0 0,1 1 0 0 0,-1-1 0 0 0,1-1 0 0 0,0 1 0 0 0,0 0 0 0 0,-1-1 0 0 0,1 0 0 0 0,0 0 0 0 0,0 0-1 0 0,-1 0 1 0 0,1-1 0 0 0,0 1 0 0 0,0-1 0 0 0,-1 0 0 0 0,1 0 0 0 0,-1-1 0 0 0,1 1 0 0 0,5-4 0 0 0,3-1 18 0 0,0-1 0 0 0,-1 0 0 0 0,1-1 0 0 0,16-15 0 0 0,-23 19-14 0 0,-1 0 0 0 0,-1-1 1 0 0,1 0-1 0 0,-1 0 0 0 0,1 0 1 0 0,-1 0-1 0 0,-1 0 1 0 0,1-1-1 0 0,-1 1 0 0 0,0-1 1 0 0,0 0-1 0 0,2-11 0 0 0,-4 15-2 0 0,-1-1-28 0 0,1 3 20 0 0,0 0 0 0 0,1-1 0 0 0,-1 1 0 0 0,0 0 0 0 0,0 0 0 0 0,0-1-1 0 0,0 1 1 0 0,0 0 0 0 0,0 0 0 0 0,0-1 0 0 0,0 1 0 0 0,0 0 0 0 0,0 0 0 0 0,0-1-1 0 0,0 1 1 0 0,0 0 0 0 0,0 0 0 0 0,0-1 0 0 0,-1 1 0 0 0,1 0 0 0 0,0 0-1 0 0,0-1 1 0 0,0 1 0 0 0,0 0 0 0 0,0 0 0 0 0,-1-1 0 0 0,1 1 0 0 0,0 0 0 0 0,0 0-1 0 0,0 0 1 0 0,-1-1 0 0 0,1 1 0 0 0,0 0 0 0 0,0 0 0 0 0,-1 0 0 0 0,1 0 0 0 0,0 0-1 0 0,0 0 1 0 0,-1 0 0 0 0,1-1 0 0 0,0 1 0 0 0,0 0 0 0 0,-1 0 0 0 0,1 0-1 0 0,0 0 1 0 0,0 0 0 0 0,-1 0 0 0 0,1 0 0 0 0,-2 2-1 0 0,0-1-1 0 0,0 1 1 0 0,0-1 0 0 0,0 1 0 0 0,1 0-1 0 0,-1 0 1 0 0,1 0 0 0 0,-1 0 0 0 0,1 0-1 0 0,0 0 1 0 0,0 0 0 0 0,0 0 0 0 0,0 0-1 0 0,0 0 1 0 0,0 1 0 0 0,0-1 0 0 0,1 0-1 0 0,-1 1 1 0 0,1-1 0 0 0,0 1 0 0 0,0-1-1 0 0,0 0 1 0 0,0 1 0 0 0,0-1 0 0 0,0 1-1 0 0,1-1 1 0 0,-1 0 0 0 0,1 1 0 0 0,0-1-1 0 0,-1 0 1 0 0,1 1 0 0 0,0-1-1 0 0,0 0 1 0 0,1 0 0 0 0,-1 0 0 0 0,0 0-1 0 0,1 0 1 0 0,2 3 0 0 0,0-1 5 0 0,0-1 0 0 0,0 1 1 0 0,0-1-1 0 0,1 0 0 0 0,-1-1 0 0 0,1 1 0 0 0,-1-1 1 0 0,1 0-1 0 0,0 0 0 0 0,0 0 0 0 0,0 0 0 0 0,0-1 1 0 0,0 0-1 0 0,0 0 0 0 0,6 0 0 0 0,-2-1-2 0 0,1 0 0 0 0,-1-1-1 0 0,0 0 1 0 0,0-1 0 0 0,0 0 0 0 0,0 0-1 0 0,17-7 1 0 0,-8 1-6 0 0,-1 0 0 0 0,-1-1 1 0 0,0-1-1 0 0,0 0 0 0 0,-1-1 0 0 0,0-1 0 0 0,22-23 0 0 0,-26 23 10 0 0,-1 0 0 0 0,0 0 1 0 0,0-1-1 0 0,-2 0 0 0 0,0-1 0 0 0,0 0 0 0 0,-1 0 1 0 0,-1-1-1 0 0,9-28 0 0 0,-16 35 2 0 0,4-9-10 0 0,-2 16 8 0 0,-1 1-5 0 0,0 0 0 0 0,0 0 0 0 0,0 0-1 0 0,-1 0 1 0 0,1 0 0 0 0,0 0 0 0 0,0 0-1 0 0,0 0 1 0 0,0 0 0 0 0,-1 0 0 0 0,1 0 0 0 0,0 0-1 0 0,0 0 1 0 0,0 0 0 0 0,0-1 0 0 0,0 1-1 0 0,-1 0 1 0 0,1 0 0 0 0,0 0 0 0 0,0 0-1 0 0,0 0 1 0 0,0 0 0 0 0,0 0 0 0 0,0 0 0 0 0,0 0-1 0 0,-1-1 1 0 0,1 1 0 0 0,0 0 0 0 0,0 0-1 0 0,0 0 1 0 0,0 0 0 0 0,0 0 0 0 0,0-1-1 0 0,0 1 1 0 0,0 0 0 0 0,0 0 0 0 0,0 0 0 0 0,0 0-1 0 0,0 0 1 0 0,0-1 0 0 0,0 1 0 0 0,0 0-1 0 0,0 0 1 0 0,0 0 0 0 0,0 0 0 0 0,0-1 0 0 0,0 1-1 0 0,0 0 1 0 0,0 0 0 0 0,0 0 0 0 0,0 0-1 0 0,0 0 1 0 0,0-1 0 0 0,0 1 0 0 0,0 0-1 0 0,1 0 1 0 0,-1 0 0 0 0,-5 5-3 0 0,0 1 1 0 0,0-1-1 0 0,0 1 0 0 0,1 0 1 0 0,0 1-1 0 0,0-1 0 0 0,1 1 1 0 0,0-1-1 0 0,0 1 0 0 0,1 0 1 0 0,-1 0-1 0 0,1 0 0 0 0,1 1 1 0 0,0-1-1 0 0,0 0 0 0 0,0 1 1 0 0,1-1-1 0 0,0 1 0 0 0,2 12 1 0 0,-3-16 3 0 0,1 0 0 0 0,1 0 0 0 0,-1 1 0 0 0,1-1 0 0 0,-1 0 0 0 0,1 0 0 0 0,0 0-1 0 0,1-1 1 0 0,-1 1 0 0 0,1 0 0 0 0,0 0 0 0 0,0-1 0 0 0,0 1 0 0 0,0-1 0 0 0,0 1 0 0 0,1-1 0 0 0,0 0 0 0 0,-1 0 0 0 0,1 0 0 0 0,0 0 0 0 0,1-1 0 0 0,5 5 0 0 0,-6-6-1 0 0,0-1 0 0 0,0 1 0 0 0,0-1 0 0 0,0 0 0 0 0,0 1 0 0 0,0-1 0 0 0,0 0 0 0 0,0-1 0 0 0,0 1 0 0 0,0-1 0 0 0,3 0 0 0 0,14-5 5 0 0,-10 3-4 0 0,0-1 1 0 0,0-1-1 0 0,-1 0 1 0 0,0 0-1 0 0,0-1 1 0 0,0 0-1 0 0,0 0 1 0 0,-1-1-1 0 0,0 0 0 0 0,10-12 1 0 0,-3 1 14 0 0,-12 16-17 0 0,0-1 1 0 0,0 1-1 0 0,-1-1 1 0 0,1 1 0 0 0,-1-1-1 0 0,0 0 1 0 0,0 0-1 0 0,3-6 1 0 0,48-46 15 0 0,-52 53-23 0 0,1 2 6 0 0,-1 0 0 0 0,0-1 1 0 0,0 1-1 0 0,0-1 0 0 0,0 1 1 0 0,0-1-1 0 0,0 1 1 0 0,0-1-1 0 0,0 0 0 0 0,0 0 1 0 0,0 1-1 0 0,0-1 0 0 0,0 0 1 0 0,0 0-1 0 0,-1 0 0 0 0,1 0 1 0 0,0 0-1 0 0,-1 0 1 0 0,1 0-1 0 0,-1 0 0 0 0,1-2 1 0 0,0 2-5 0 0,-1 0 0 0 0,1 0 0 0 0,-1 0 0 0 0,1 0 0 0 0,-1 0 1 0 0,1 0-1 0 0,0 0 0 0 0,-1 0 0 0 0,1 1 0 0 0,0-1 0 0 0,0 0 1 0 0,-1 0-1 0 0,1 1 0 0 0,0-1 0 0 0,0 0 0 0 0,0 1 0 0 0,0-1 0 0 0,0 1 1 0 0,0-1-1 0 0,2 0 0 0 0,-2 3 6 0 0,0-1 0 0 0,0 1 0 0 0,1 0 0 0 0,-2-1 0 0 0,1 1 1 0 0,0 0-1 0 0,0 0 0 0 0,0-1 0 0 0,-1 1 0 0 0,1 0 0 0 0,-1 0 0 0 0,0 0 0 0 0,1 0 0 0 0,-1 0 0 0 0,0 0 1 0 0,0 0-1 0 0,0 0 0 0 0,0 0 0 0 0,-1-1 0 0 0,0 5 0 0 0,-2 37 15 0 0,1-32-13 0 0,0 0 1 0 0,0 0 0 0 0,1 0 0 0 0,0 0 0 0 0,2 21-1 0 0,0-10 16 0 0,-1-20-18 0 0,0 1 4 0 0,2 25 35 0 0,7-37 19 0 0,10-16-62 0 0,89-73 3 0 0,-106 97-3 0 0,0-1 0 0 0,0 1-1 0 0,0 0 1 0 0,0-1-1 0 0,0 1 1 0 0,0 0 0 0 0,1 0-1 0 0,-1 0 1 0 0,0 1-1 0 0,1-1 1 0 0,-1 0 0 0 0,0 1-1 0 0,1 0 1 0 0,-1-1 0 0 0,1 1-1 0 0,-1 0 1 0 0,1 0-1 0 0,-1 0 1 0 0,0 1 0 0 0,1-1-1 0 0,-1 1 1 0 0,1-1-1 0 0,-1 1 1 0 0,0 0 0 0 0,5 2-1 0 0,25 20 22 0 0,-28-20-13 0 0,0 1-1 0 0,1-1 1 0 0,-1 0 0 0 0,1 0-1 0 0,0 0 1 0 0,6 2-1 0 0,-5-4 12 0 0,-3 0-14 0 0,-1 0 0 0 0,2 0 0 0 0,-1-1 0 0 0,0 1 0 0 0,0-1 0 0 0,0 1 0 0 0,0-1 0 0 0,0 0 1 0 0,0 0-1 0 0,0-1 0 0 0,0 1 0 0 0,0-1 0 0 0,0 1 0 0 0,0-1 0 0 0,0 0 0 0 0,0 0 0 0 0,0-1 0 0 0,0 1 0 0 0,3-2 0 0 0,-2 0 37 0 0,1 1 0 0 0,-1-1 0 0 0,0 0 0 0 0,1 0 0 0 0,-2-1 0 0 0,1 1 0 0 0,0-1-1 0 0,-1 0 1 0 0,1 0 0 0 0,-1 0 0 0 0,3-6 0 0 0,-5 8 208 0 0,14-18-122 0 0,-22 36-503 0 0,-3 11-2549 0 0,1-10-3024 0 0</inkml:trace>
</inkml:ink>
</file>

<file path=ppt/ink/ink7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25:56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75 472,'0'0'568,"2"-20"-36,-2 12 388,3-5-224,-6-2-552,7 5-280,2 1-1656</inkml:trace>
</inkml:ink>
</file>

<file path=ppt/ink/ink7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25:56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1141 740 728,'3'3'363,"0"-1"0,0 1 0,0 0 0,0 1 0,0-1 0,0 0 0,-1 1 0,0 0 0,0-1 0,0 1 0,0 0 0,0 0 0,-1 0 0,0 0 0,0 0 0,0 1 0,0-1 0,0 0 0,-1 0 0,0 6 0,1 7 210,-2 1 0,0 0 0,-5 26 1,-43 217 2218,46-248-3216,0 0 1,-1-1-1,-1 0 0,0 0 1,-1 0-1,-8 13 0,7-20-1205</inkml:trace>
  <inkml:trace contextRef="#ctx0" brushRef="#br0" timeOffset="1">173 300 18278,'-12'-12'-117,"-9"-7"70,1-1 0,0-1 1,2 0-1,0-2 1,1 0-1,-16-31 0,30 47 61,1 0-1,0 0 1,0 0-1,1 0 0,-1-14 1,1 18-100,1 1 0,0-1 0,0 1-1,0-1 1,0 1 0,1-1 0,-1 1 0,1-1 0,-1 1 0,1-1 0,0 1 0,0 0 0,0 0-1,0-1 1,0 1 0,1 0 0,-1 0 0,1 0 0,2-3 0,-2 5-428,1 0 0,-1 0 0,1 0 1,-1 1-1,0-1 0,1 0 0,-1 1 0,0 0 0,1 0 1,-1-1-1,0 1 0,0 1 0,0-1 0,1 0 1,-1 0-1,2 3 0,-2-3-405,11 7-2760</inkml:trace>
</inkml:ink>
</file>

<file path=ppt/ink/ink7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5:59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77 528 316 0 0,'-13'-26'3250'0'0,"-24"-71"3276"0"0,36 95-6280 0 0,-19-40 2392 0 0,19 40-2646 0 0,-3-10 681 0 0,3-7-833 0 0,1 17 182 0 0,22-36-21 0 0,-19 33 140 0 0,-2 4 324 0 0,-1-36 220 0 0,0 34-605 0 0,1-7 176 0 0,2 4 379 0 0,-2 8-168 0 0,49 744 1340 0 0,-24-553-1403 0 0,-26-191-231 0 0,0-8-196 0 0,3-158 9 0 0,-3 22-114 0 0,4 60-171 0 0,4 1 1 0 0,4-1-1 0 0,43-156 1 0 0,-40 192 173 0 0,1 0 0 0 0,38-70 0 0 0,-48 103 95 0 0,2 0 0 0 0,0 0-1 0 0,0 1 1 0 0,1 0 0 0 0,0 1-1 0 0,1 0 1 0 0,1 1 0 0 0,0 0-1 0 0,0 0 1 0 0,1 1 0 0 0,0 1-1 0 0,0 0 1 0 0,15-7 0 0 0,-22 13 25 0 0,0 0-1 0 0,0 0 1 0 0,0 1-1 0 0,1 0 1 0 0,-1 0 0 0 0,0 0-1 0 0,1 1 1 0 0,-1 0 0 0 0,0 0-1 0 0,1 0 1 0 0,-1 0 0 0 0,0 1-1 0 0,1 0 1 0 0,-1 0 0 0 0,0 1-1 0 0,0-1 1 0 0,0 1 0 0 0,0 0-1 0 0,0 0 1 0 0,0 1 0 0 0,-1 0-1 0 0,1-1 1 0 0,-1 2 0 0 0,0-1-1 0 0,1 0 1 0 0,-2 1 0 0 0,1 0-1 0 0,0 0 1 0 0,-1 0 0 0 0,1 0-1 0 0,-1 0 1 0 0,-1 1 0 0 0,1 0-1 0 0,0-1 1 0 0,-1 1 0 0 0,0 0-1 0 0,0 0 1 0 0,-1 0 0 0 0,1 0-1 0 0,-1 1 1 0 0,0-1 0 0 0,-1 0-1 0 0,1 1 1 0 0,-1-1 0 0 0,0 0-1 0 0,0 1 1 0 0,-1-1 0 0 0,1 0-1 0 0,-1 1 1 0 0,0-1 0 0 0,-1 0-1 0 0,1 0 1 0 0,-1 0 0 0 0,0 0-1 0 0,-1 0 1 0 0,-3 6 0 0 0,0-2 16 0 0,0-1 1 0 0,0 1-1 0 0,-1-1 0 0 0,0-1 1 0 0,-1 1-1 0 0,1-1 1 0 0,-1-1-1 0 0,-1 0 0 0 0,1 0 1 0 0,-1 0-1 0 0,0-1 1 0 0,-13 5-1 0 0,0-2-964 0 0,0-1 0 0 0,0-1 0 0 0,0-1 0 0 0,-34 3 0 0 0,54-7 138 0 0,-8 2-1257 0 0</inkml:trace>
</inkml:ink>
</file>

<file path=ppt/ink/ink7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6:00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331 267 148 0 0,'-2'-16'2600'0'0,"-10"-32"1151"0"0,11 47-3388 0 0,-23-37 2016 0 0,23 37-2136 0 0,-2-1-152 0 0,0 1 1 0 0,1 0 0 0 0,-1-1-1 0 0,0 1 1 0 0,0 0 0 0 0,0 1 0 0 0,-1-1-1 0 0,1 0 1 0 0,0 1 0 0 0,0 0-1 0 0,0 0 1 0 0,0 0 0 0 0,-4 0 0 0 0,-3 1-1 0 0,0 1-1 0 0,-1 0 1 0 0,1 0 0 0 0,1 1 0 0 0,-1 0 0 0 0,0 1 0 0 0,1 0 0 0 0,0 0 0 0 0,0 1 0 0 0,0 0-1 0 0,0 1 1 0 0,1 0 0 0 0,0 0 0 0 0,-11 12 0 0 0,9-10-40 0 0,1 2-1 0 0,0-1 1 0 0,1 2-1 0 0,0-1 1 0 0,1 1-1 0 0,0 0 1 0 0,0 0-1 0 0,1 1 1 0 0,1 0-1 0 0,0 0 1 0 0,-4 14-1 0 0,8-23-41 0 0,0 0-1 0 0,0 1 1 0 0,1-1-1 0 0,-1 0 1 0 0,1 0-1 0 0,-1 1 1 0 0,1-1-1 0 0,0 0 1 0 0,1 1-1 0 0,-1-1 0 0 0,0 0 1 0 0,1 1-1 0 0,0-1 1 0 0,0 0-1 0 0,0 0 1 0 0,0 0-1 0 0,0 0 1 0 0,1 0-1 0 0,-1 0 1 0 0,1 0-1 0 0,0 0 1 0 0,0-1-1 0 0,0 1 1 0 0,0 0-1 0 0,0-1 1 0 0,1 0-1 0 0,-1 1 1 0 0,1-1-1 0 0,0 0 1 0 0,-1-1-1 0 0,1 1 1 0 0,0 0-1 0 0,5 1 1 0 0,-1 0-3 0 0,0-1 1 0 0,1-1-1 0 0,-1 1 0 0 0,0-1 1 0 0,1-1-1 0 0,-1 1 1 0 0,0-1-1 0 0,1-1 1 0 0,-1 1-1 0 0,0-1 1 0 0,1 0-1 0 0,-1-1 1 0 0,0 0-1 0 0,9-3 1 0 0,5-5 3 0 0,-1 0 1 0 0,0-1 0 0 0,0-1 0 0 0,-1-1 0 0 0,0-1-1 0 0,-2-1 1 0 0,1 0 0 0 0,18-22 0 0 0,-28 25-9 0 0,7-8 9 0 0,-14 20-13 0 0,-1-1 0 0 0,0 1 0 0 0,0 0 1 0 0,0-1-1 0 0,0 1 0 0 0,0 0 0 0 0,1-1 0 0 0,-1 1 1 0 0,0 0-1 0 0,0 0 0 0 0,0-1 0 0 0,1 1 1 0 0,-1 0-1 0 0,0 0 0 0 0,0-1 0 0 0,1 1 0 0 0,-1 0 1 0 0,0 0-1 0 0,1 0 0 0 0,-1 0 0 0 0,0-1 1 0 0,1 1-1 0 0,-1 0 0 0 0,0 0 0 0 0,1 0 0 0 0,-1 0 1 0 0,0 0-1 0 0,1 0 0 0 0,-1 0 0 0 0,0 0 1 0 0,1 0-1 0 0,-1 0 0 0 0,0 0 0 0 0,1 0 1 0 0,-1 0-1 0 0,0 0 0 0 0,1 0 0 0 0,2 3 0 0 0,5 24-24 0 0,-7-24 25 0 0,0 0 0 0 0,0 0 1 0 0,0 0-1 0 0,1 0 1 0 0,-1 0-1 0 0,1 0 0 0 0,-1-1 1 0 0,1 1-1 0 0,0 0 0 0 0,0-1 1 0 0,0 0-1 0 0,1 1 1 0 0,-1-1-1 0 0,1 0 0 0 0,-1 0 1 0 0,1 0-1 0 0,-1 0 1 0 0,1-1-1 0 0,0 1 0 0 0,0-1 1 0 0,4 2-1 0 0,-1-2 2 0 0,0-1-1 0 0,-1 1 1 0 0,1-1-1 0 0,0 0 1 0 0,0 0-1 0 0,-1-1 0 0 0,1 0 1 0 0,0 0-1 0 0,-1 0 1 0 0,1-1-1 0 0,-1 1 1 0 0,1-1-1 0 0,-1-1 1 0 0,0 1-1 0 0,0-1 1 0 0,9-5-1 0 0,12-9 18 0 0,42-37 0 0 0,-55 43-10 0 0,67-52-36 0 0,-79 63 14 0 0,4 1 14 0 0,0 0 0 0 0,0 1 0 0 0,0-1 0 0 0,0 1 0 0 0,-1 1 0 0 0,1-1 0 0 0,-1 1 0 0 0,1-1 0 0 0,5 6 0 0 0,31 16 8 0 0,-32-21-9 0 0,0-1 1 0 0,0 0 0 0 0,0 0 0 0 0,0-1 0 0 0,0 0-1 0 0,0-1 1 0 0,0 0 0 0 0,0 0 0 0 0,0-1 0 0 0,0 0 0 0 0,0 0-1 0 0,0-1 1 0 0,0-1 0 0 0,0 0 0 0 0,0 0 0 0 0,-1 0 0 0 0,0-1-1 0 0,0 0 1 0 0,0-1 0 0 0,0 0 0 0 0,13-11 0 0 0,-8 6 9 0 0,-2-1 1 0 0,0 0 0 0 0,0-1 0 0 0,-1 0-1 0 0,0-1 1 0 0,-1 0 0 0 0,-1-1 0 0 0,0 1-1 0 0,-1-2 1 0 0,0 1 0 0 0,-1-1-1 0 0,4-16 1 0 0,-6 20-9 0 0,-4 10-4 0 0,0 0 1 0 0,0 1-1 0 0,0-1 0 0 0,0 0 1 0 0,0 1-1 0 0,1-1 1 0 0,-1 1-1 0 0,0-1 0 0 0,0 0 1 0 0,1 1-1 0 0,-1-1 1 0 0,0 1-1 0 0,1-1 0 0 0,-1 1 1 0 0,1-1-1 0 0,-1 1 0 0 0,0-1 1 0 0,1 1-1 0 0,-1-1 1 0 0,1 1-1 0 0,-1-1 0 0 0,1 1 1 0 0,0 0-1 0 0,-1-1 1 0 0,1 1-1 0 0,-1 0 0 0 0,1 0 1 0 0,0 0-1 0 0,-1-1 1 0 0,1 1-1 0 0,0 0 0 0 0,-1 0 1 0 0,1 0-1 0 0,-1 0 0 0 0,2 0 1 0 0,0 1 1 0 0,0 0 0 0 0,-1 0 0 0 0,1 0 0 0 0,0 0 0 0 0,-1 0 0 0 0,0 0 0 0 0,1 1 0 0 0,-1-1 0 0 0,0 1 0 0 0,1-1 0 0 0,-1 1 0 0 0,1 1 0 0 0,25 48 5 0 0,-15-25-5 0 0,21 56-22 0 0,-30-75 41 0 0,-1 0 1 0 0,0 0-1 0 0,-1 1 1 0 0,0-1-1 0 0,0 0 1 0 0,-1 1-1 0 0,0-1 1 0 0,0 0-1 0 0,-1 10 1 0 0,-1-14-1 0 0,1 0-1 0 0,0 1 1 0 0,-1-1 0 0 0,0 0-1 0 0,0 0 1 0 0,0 0 0 0 0,0-1-1 0 0,0 1 1 0 0,-1 0 0 0 0,1-1-1 0 0,-1 1 1 0 0,1-1 0 0 0,-1 0 0 0 0,0 0-1 0 0,0 0 1 0 0,0 0 0 0 0,0-1-1 0 0,0 1 1 0 0,-5 1 0 0 0,-2 1-34 0 0,0 0 1 0 0,0-1-1 0 0,-1 0 1 0 0,-18 2 0 0 0,21-4-298 0 0,1-1 1 0 0,-1 0 0 0 0,1 0-1 0 0,-1 0 1 0 0,-8-2 0 0 0,-19-10-5679 0 0,19 5 2765 0 0</inkml:trace>
</inkml:ink>
</file>

<file path=ppt/ink/ink7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6:00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87 183 12725 0 0,'-86'-170'2556'0'0,"85"168"-2334"0"0,1-1-499 0 0,1-4 463 0 0,4 7-3322 0 0,21 14 1733 0 0,-6 1-3872 0 0,-11-7 2125 0 0</inkml:trace>
</inkml:ink>
</file>

<file path=ppt/ink/ink7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6:01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13909 0 0,'6'3'-21'0'0,"-4"-2"19"0"0,-1 0 0 0 0,1-1 0 0 0,0 1 0 0 0,-1 0 0 0 0,1-1 0 0 0,0 1 0 0 0,0-1 0 0 0,0 0 0 0 0,0 1 0 0 0,-1-1 0 0 0,1 0 0 0 0,0 0 0 0 0,0 0 0 0 0,0-1 0 0 0,0 1 0 0 0,0 0 0 0 0,-1-1 0 0 0,1 1 0 0 0,0-1 0 0 0,0 0 1 0 0,-1 1-1 0 0,3-2 0 0 0,-1 0 2 0 0,0 1 0 0 0,-1 0-1 0 0,1-1 1 0 0,-1 1 0 0 0,1-1 0 0 0,-1 0 0 0 0,0 0 0 0 0,0 0 0 0 0,0 0 0 0 0,0 0 0 0 0,0 0 0 0 0,0 0 0 0 0,0-1 0 0 0,-1 1 0 0 0,2-4 0 0 0,1 0-11 0 0,-2 4-125 0 0,-1-4-157 0 0,3-7-6588 0 0</inkml:trace>
</inkml:ink>
</file>

<file path=ppt/ink/ink7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0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160 341 68 0 0,'12'-31'3374'0'0,"-4"8"-2034"0"0,1 1-1 0 0,13-24 1 0 0,15-38 262 0 0,17-40 1173 0 0,-54 122-2633 0 0,2-5 14 0 0,-2 5-81 0 0,-2 6 367 0 0,-129 332 638 0 0,-21 22 353 0 0,145-341-1349 0 0,5-14-68 0 0,1 0 0 0 0,-1 0 0 0 0,1 0-1 0 0,0 0 1 0 0,0 0 0 0 0,0 1 0 0 0,0-1 0 0 0,0 0-1 0 0,1 4 1 0 0,2-6-14 0 0,1-1-1 0 0,-1 1 1 0 0,1-1-1 0 0,0 0 1 0 0,-1 0 0 0 0,1 0-1 0 0,-1 0 1 0 0,1 0-1 0 0,0 0 1 0 0,-1-1 0 0 0,1 1-1 0 0,3-2 1 0 0,201-60-278 0 0,-118 41-4434 0 0,-77 18-455 0 0</inkml:trace>
</inkml:ink>
</file>

<file path=ppt/ink/ink7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0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0 160 204 0 0,'1'-3'195'0'0,"-1"0"0"0"0,1 0 1 0 0,0 0-1 0 0,0 0 0 0 0,0 0 0 0 0,0 0 0 0 0,0 0 1 0 0,1 0-1 0 0,-1 1 0 0 0,1-1 0 0 0,-1 0 0 0 0,1 1 1 0 0,0 0-1 0 0,0-1 0 0 0,1 1 0 0 0,-1 0 0 0 0,0 0 0 0 0,1 0 1 0 0,-1 0-1 0 0,1 0 0 0 0,4-2 0 0 0,10-4 172 0 0,0-1 0 0 0,27-8-1 0 0,-14 5 85 0 0,1 1-549 0 0,0 0 0 0 0,2 3 1 0 0,40-7-1 0 0,-39 8-2740 0 0,-18 4 1250 0 0</inkml:trace>
</inkml:ink>
</file>

<file path=ppt/ink/ink7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0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1 304 460 0 0,'1'-9'222'0'0,"0"0"-1"0"0,1 0 1 0 0,-1 1 0 0 0,2-1-1 0 0,0 1 1 0 0,0 0 0 0 0,0 0-1 0 0,1 0 1 0 0,0 0 0 0 0,0 0-1 0 0,1 1 1 0 0,0 0 0 0 0,1 0-1 0 0,-1 0 1 0 0,1 0-1 0 0,1 1 1 0 0,13-11 0 0 0,6-2 203 0 0,1 0 1 0 0,0 1-1 0 0,46-21 1 0 0,-50 28-320 0 0,0 2 0 0 0,1 0 0 0 0,0 1 0 0 0,47-9 0 0 0,-53 15-926 0 0,-1 0 0 0 0,1 1 0 0 0,-1 1 0 0 0,30 3 0 0 0,-28 0-634 0 0</inkml:trace>
</inkml:ink>
</file>

<file path=ppt/ink/ink7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1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74 296 0 0,'0'0'1099'0'0,"1"-4"-598"0"0,1 0-395 0 0,-1 0 1 0 0,1 0-1 0 0,0 0 1 0 0,1 0 0 0 0,-1 0-1 0 0,1 1 1 0 0,-1-1 0 0 0,1 1-1 0 0,0-1 1 0 0,0 1 0 0 0,1 0-1 0 0,-1 0 1 0 0,1 0 0 0 0,-1 1-1 0 0,1 0 1 0 0,0-1 0 0 0,0 1-1 0 0,0 0 1 0 0,0 1 0 0 0,0-1-1 0 0,1 1 1 0 0,-1 0 0 0 0,0 0-1 0 0,1 0 1 0 0,-1 0 0 0 0,1 1-1 0 0,-1 0 1 0 0,1 0 0 0 0,-1 0-1 0 0,1 0 1 0 0,-1 1 0 0 0,0 0-1 0 0,1 0 1 0 0,-1 0 0 0 0,0 0-1 0 0,1 1 1 0 0,-1-1 0 0 0,0 1-1 0 0,0 0 1 0 0,0 1 0 0 0,-1-1-1 0 0,1 1 1 0 0,0-1 0 0 0,-1 1-1 0 0,0 0 1 0 0,1 0 0 0 0,-1 1-1 0 0,4 5 1 0 0,6 8 22 0 0,-1 1 0 0 0,-1 0 0 0 0,-1 1 0 0 0,0 0 0 0 0,-1 0 0 0 0,9 31-1 0 0,-14-37-56 0 0,0 1-1 0 0,-1 0 1 0 0,-1 0-1 0 0,0 0 1 0 0,-1 0-1 0 0,0 0 1 0 0,-1 1-1 0 0,-1-1 1 0 0,0 0-1 0 0,-6 24 1 0 0,7-36 14 0 0,-1 1 1 0 0,1-1-1 0 0,-1 0 0 0 0,0 1 1 0 0,0-1-1 0 0,0 0 1 0 0,-1 0-1 0 0,1 0 1 0 0,0 0-1 0 0,-1 0 0 0 0,1 0 1 0 0,-1 0-1 0 0,0 0 1 0 0,0 0-1 0 0,0-1 1 0 0,0 1-1 0 0,0-1 0 0 0,0 1 1 0 0,0-1-1 0 0,-4 1 1 0 0,4-4-60 0 0,1 0 0 0 0,-1-1 1 0 0,0 0-1 0 0,0 1 0 0 0,1-1 0 0 0,0 0 1 0 0,0 0-1 0 0,-1 0 0 0 0,2 0 1 0 0,-1 0-1 0 0,0 0 0 0 0,0 0 0 0 0,1-4 1 0 0,-1-6 3 0 0,1-1 1 0 0,1 0 0 0 0,0 1 0 0 0,1 0-1 0 0,0-1 1 0 0,1 1 0 0 0,0 0 0 0 0,1 0 0 0 0,1 0-1 0 0,0 1 1 0 0,1-1 0 0 0,0 1 0 0 0,1 1-1 0 0,15-22 1 0 0,-15 25-382 0 0,0-1 1 0 0,1 2-1 0 0,-1-1 0 0 0,2 1 0 0 0,-1 0 0 0 0,16-9 0 0 0,-24 16 325 0 0,14-6-1375 0 0,-5 5-2063 0 0,3-1 1128 0 0</inkml:trace>
</inkml:ink>
</file>

<file path=ppt/ink/ink7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2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1 106 436 0 0,'2'-33'1603'0'0,"-3"-23"1380"0"0,-1 40-1248 0 0,5 15-15 0 0,5 20-974 0 0,-6 12-381 0 0,-1-1 1 0 0,-4 50 0 0 0,0 26 290 0 0,3 67 58 0 0,3-16-251 0 0,-2-149-874 0 0,2 14 979 0 0</inkml:trace>
</inkml:ink>
</file>

<file path=ppt/ink/ink7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2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76 0 0,'3'-19'3256'0'0,"-3"18"-3208"0"0,0 1 1 0 0,0 0-1 0 0,0 0 1 0 0,0 0-1 0 0,1-1 1 0 0,-1 1-1 0 0,0 0 0 0 0,0 0 1 0 0,0 0-1 0 0,0 0 1 0 0,1-1-1 0 0,-1 1 1 0 0,0 0-1 0 0,0 0 1 0 0,1 0-1 0 0,-1 0 1 0 0,0 0-1 0 0,0 0 1 0 0,0 0-1 0 0,1 0 1 0 0,-1 0-1 0 0,0 0 0 0 0,0 0 1 0 0,1 0-1 0 0,-1 0 1 0 0,0 0-1 0 0,0 0 1 0 0,1 0-1 0 0,-1 0 1 0 0,0 0-1 0 0,0 0 1 0 0,1 0-1 0 0,-1 0 1 0 0,0 0-1 0 0,0 0 1 0 0,0 1-1 0 0,1-1 1 0 0,-1 0-1 0 0,28 32 947 0 0,17 38 300 0 0,-26-39-843 0 0,25 32-1 0 0,53 81 420 0 0,-67-105-609 0 0,-29-38-234 0 0,-1 1-7 0 0,2 3-10 0 0,-1-4-54 0 0,-5-41-8190 0 0</inkml:trace>
</inkml:ink>
</file>

<file path=ppt/ink/ink7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3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13 140 0 0,'0'-8'567'0'0,"0"8"-524"0"0,0 0 0 0 0,0-1 1 0 0,0 1-1 0 0,0 0 0 0 0,0 0 1 0 0,0 0-1 0 0,0 0 0 0 0,0 0 1 0 0,0-1-1 0 0,0 1 0 0 0,0 0 1 0 0,0 0-1 0 0,0 0 0 0 0,0 0 1 0 0,0 0-1 0 0,0-1 0 0 0,0 1 1 0 0,-1 0-1 0 0,1 0 0 0 0,0 0 1 0 0,0 0-1 0 0,0 0 0 0 0,0 0 1 0 0,0 0-1 0 0,0-1 0 0 0,0 1 1 0 0,0 0-1 0 0,-1 0 0 0 0,1 0 1 0 0,0 0-1 0 0,0 0 0 0 0,0 0 1 0 0,0 0-1 0 0,0 0 0 0 0,-1 0 1 0 0,1 0-1 0 0,0 0 0 0 0,0 0 0 0 0,0 0 1 0 0,0 0-1 0 0,0 0 0 0 0,-1 0 1 0 0,1 0-1 0 0,0 0 0 0 0,0 0 1 0 0,0 0-1 0 0,0 0 0 0 0,0 0 1 0 0,-1 0-1 0 0,1 0 0 0 0,0 0 1 0 0,0 0-1 0 0,0 0 0 0 0,0 0 1 0 0,0 0-1 0 0,0 0 0 0 0,-1 1 1 0 0,1-1-1 0 0,0 0 0 0 0,0 0 1 0 0,0 0-1 0 0,0 0 0 0 0,0 0 1 0 0,0 0-1 0 0,0 0 0 0 0,0 1 1 0 0,-16 17 257 0 0,1 1 1 0 0,0 1-1 0 0,2 0 1 0 0,0 1-1 0 0,-11 27 1 0 0,-45 121 343 0 0,43-74-4337 0 0,24-86 2356 0 0</inkml:trace>
</inkml:ink>
</file>

<file path=ppt/ink/ink7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24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8 121 216 0 0,'0'0'367'0'0,"0"-1"-145"0"0,-1 0-1 0 0,0 1 1 0 0,1-1 0 0 0,-1 0-1 0 0,0 0 1 0 0,1 1-1 0 0,-1-1 1 0 0,1 0-1 0 0,0 0 1 0 0,-1 0-1 0 0,1 0 1 0 0,-1 0-1 0 0,1 0 1 0 0,0 1 0 0 0,0-1-1 0 0,0 0 1 0 0,0 0-1 0 0,-1 0 1 0 0,1 0-1 0 0,1-1 1 0 0,11-4-126 0 0,0 0 1 0 0,1 1-1 0 0,-1 1 0 0 0,1 0 1 0 0,0 1-1 0 0,1 0 1 0 0,15-1-1 0 0,35-9 65 0 0,-5-7-49 0 0,-32 10-16 0 0,56-12-1 0 0,-81 22-95 0 0,-2 0-62 0 0,1-1-1 0 0,0 1 1 0 0,0 0 0 0 0,0 0 0 0 0,0 0 0 0 0,0 0 0 0 0,0 0 0 0 0,0 0 0 0 0,0 0 0 0 0,0 0 0 0 0,0 0 0 0 0,0 0 0 0 0,0 0 0 0 0,0 0 0 0 0,0 1 0 0 0,0-1 0 0 0,0 0-1 0 0,0 1 1 0 0,-1-1 0 0 0,1 1 0 0 0,0-1 0 0 0,0 1 0 0 0,0-1 0 0 0,-1 1 0 0 0,1 0 0 0 0,0-1 0 0 0,-1 1 0 0 0,1 0 0 0 0,0 0 0 0 0,-1 0 0 0 0,1-1 0 0 0,-1 1 0 0 0,1 0-1 0 0,0 1 1 0 0,1 6-1568 0 0,-2-7 126 0 0</inkml:trace>
</inkml:ink>
</file>

<file path=ppt/ink/ink7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39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6 133 120 0 0,'0'0'401'0'0,"2"-14"2070"0"0,-7 2 645 0 0,3 36-2441 0 0,4 42-547 0 0,0-54-87 0 0,-1-1-1 0 0,2 0 1 0 0,-1 0 0 0 0,2 0 0 0 0,-1 0 0 0 0,1 0 0 0 0,1-1 0 0 0,0 0 0 0 0,1 0-1 0 0,-1 0 1 0 0,2-1 0 0 0,14 17 0 0 0,-18-23-22 0 0,0-1 0 0 0,0 0 0 0 0,0 0 0 0 0,0 0 0 0 0,1 0 0 0 0,-1 0 0 0 0,1-1 0 0 0,-1 0 0 0 0,7 2 0 0 0,-9-3 44 0 0,31-12 138 0 0,-25 6-179 0 0,0-1 1 0 0,0-1-1 0 0,-1 1 0 0 0,0-1 1 0 0,0 0-1 0 0,0-1 1 0 0,-1 1-1 0 0,7-17 0 0 0,-5 10-16 0 0,1 0 0 0 0,0 1-1 0 0,1 0 1 0 0,15-17-1 0 0,-5 8-30 0 0,-16 18 23 0 0,0 0-1 0 0,1 0 0 0 0,0 0 1 0 0,0 1-1 0 0,1-1 1 0 0,-1 1-1 0 0,1 0 1 0 0,0 0-1 0 0,0 1 1 0 0,0 0-1 0 0,0 0 0 0 0,1 0 1 0 0,-1 0-1 0 0,1 1 1 0 0,0 0-1 0 0,0 0 1 0 0,9-2-1 0 0,-13 4 14 0 0,0 2 8 0 0,0 0-1 0 0,1 0 1 0 0,-1 0 0 0 0,0 0 0 0 0,0 0 0 0 0,-1 0 0 0 0,1 0 0 0 0,0 1 0 0 0,-1-1-1 0 0,1 1 1 0 0,-1 0 0 0 0,0-1 0 0 0,0 1 0 0 0,0 0 0 0 0,0 0 0 0 0,0-1-1 0 0,-1 1 1 0 0,1 5 0 0 0,9 22 119 0 0,-5-23-113 0 0,-1 0 1 0 0,1 0-1 0 0,0 0 1 0 0,1-1 0 0 0,-1 0-1 0 0,1 0 1 0 0,1-1-1 0 0,-1 1 1 0 0,1-1-1 0 0,10 6 1 0 0,-9-8-16 0 0,-1-1 0 0 0,1 1 0 0 0,0-2 1 0 0,-1 1-1 0 0,1-1 0 0 0,0 0 0 0 0,0-1 0 0 0,0 1 1 0 0,0-2-1 0 0,0 1 0 0 0,10-3 0 0 0,10-1-129 0 0,-1-1 0 0 0,-1-1-1 0 0,47-18 1 0 0,-59 18-236 0 0,-1 1 0 0 0,0-2 0 0 0,-1 1 0 0 0,0-2 0 0 0,0 0 0 0 0,0 0 0 0 0,-1-1 0 0 0,20-21 0 0 0,-21 17 50 0 0,0 0 0 0 0,14-29 1 0 0,-10 17 522 0 0,-13 23 2 0 0,-3-9 172 0 0,3 11-334 0 0,-1-1 0 0 0,0 0 0 0 0,0 0 1 0 0,1 1-1 0 0,-1-1 0 0 0,0 0 1 0 0,0 0-1 0 0,0 0 0 0 0,0 1 1 0 0,0-1-1 0 0,0 0 0 0 0,0 0 0 0 0,0 0 1 0 0,0 0-1 0 0,0 1 0 0 0,-1-1 1 0 0,1 0-1 0 0,0 0 0 0 0,-1 1 1 0 0,1-1-1 0 0,0 0 0 0 0,-1 0 0 0 0,1 1 1 0 0,-1-1-1 0 0,1 0 0 0 0,-1 1 1 0 0,1-1-1 0 0,-1 1 0 0 0,1-1 1 0 0,-1 1-1 0 0,0-1 0 0 0,1 1 0 0 0,-1-1 1 0 0,0 1-1 0 0,0-1 0 0 0,0 1 1 0 0,-4 2 27 0 0,-1 0 0 0 0,1 1 0 0 0,0 0 0 0 0,0 0 0 0 0,0 0 0 0 0,0 0 0 0 0,1 1 0 0 0,-1 0 0 0 0,1 0 0 0 0,0 0 0 0 0,0 1 0 0 0,1-1 0 0 0,-4 6 0 0 0,3-5-6 0 0,-1 1 0 0 0,2 0 0 0 0,-1 0 0 0 0,1 0 0 0 0,0 1 1 0 0,0-1-1 0 0,0 1 0 0 0,1-1 0 0 0,0 1 0 0 0,1 0 0 0 0,-2 7 0 0 0,3-13-75 0 0,0-1 0 0 0,0 1-1 0 0,0-1 1 0 0,0 1-1 0 0,0-1 1 0 0,0 1 0 0 0,0-1-1 0 0,0 1 1 0 0,1-1 0 0 0,-1 1-1 0 0,0-1 1 0 0,0 1 0 0 0,0-1-1 0 0,0 1 1 0 0,1-1 0 0 0,-1 0-1 0 0,0 1 1 0 0,0-1 0 0 0,1 1-1 0 0,-1-1 1 0 0,0 0 0 0 0,1 1-1 0 0,-1-1 1 0 0,1 0 0 0 0,-1 1-1 0 0,0-1 1 0 0,1 0-1 0 0,-1 0 1 0 0,1 1 0 0 0,-1-1-1 0 0,1 0 1 0 0,-1 0 0 0 0,1 0-1 0 0,-1 1 1 0 0,1-1 0 0 0,-1 0-1 0 0,1 0 1 0 0,-1 0 0 0 0,1 0-1 0 0,-1 0 1 0 0,1 0 0 0 0,-1 0-1 0 0,1 0 1 0 0,-1 0 0 0 0,1-1-1 0 0,0 1 1 0 0,1 0 54 0 0,2-2-37 0 0,10-4-12 0 0,-3 1 23 0 0,0-1 1 0 0,0 0 0 0 0,17-12 0 0 0,-27 17-34 0 0,14 1-3 0 0,44 28-2155 0 0,-13-19-2368 0 0,-30-9 2678 0 0</inkml:trace>
</inkml:ink>
</file>

<file path=ppt/ink/ink7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39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52 449 596 0 0,'0'0'120'0'0,"0"-1"0"0"0,0 0-1 0 0,-1 1 1 0 0,1-1 0 0 0,0 1-1 0 0,-1-1 1 0 0,1 0 0 0 0,-1 1 0 0 0,1-1-1 0 0,-1 1 1 0 0,1-1 0 0 0,-1 1 0 0 0,1 0-1 0 0,-1-1 1 0 0,1 1 0 0 0,-1-1-1 0 0,1 1 1 0 0,-1 0 0 0 0,0-1 0 0 0,1 1-1 0 0,-1 0 1 0 0,0 0 0 0 0,1 0 0 0 0,-1 0-1 0 0,0-1 1 0 0,1 1 0 0 0,-1 0-1 0 0,0 0 1 0 0,0 0 0 0 0,1 0 0 0 0,-2 1-1 0 0,-14 16 1190 0 0,13-10-1148 0 0,0 0 1 0 0,1 0 0 0 0,-1 0 0 0 0,1 0 0 0 0,-1 11 0 0 0,2-12-126 0 0,1 0 0 0 0,0 0-1 0 0,0 0 1 0 0,0 0 0 0 0,1 0 0 0 0,0-1-1 0 0,0 1 1 0 0,1 0 0 0 0,-1-1 0 0 0,1 1-1 0 0,0-1 1 0 0,1 1 0 0 0,0-1 0 0 0,-1 0-1 0 0,2 0 1 0 0,-1 0 0 0 0,0 0 0 0 0,1-1-1 0 0,0 1 1 0 0,0-1 0 0 0,0 0-1 0 0,1 0 1 0 0,-1-1 0 0 0,1 1 0 0 0,0-1-1 0 0,0 0 1 0 0,0 0 0 0 0,1-1 0 0 0,-1 1-1 0 0,1-1 1 0 0,-1 0 0 0 0,1-1 0 0 0,0 0-1 0 0,-1 1 1 0 0,1-2 0 0 0,0 1 0 0 0,0-1-1 0 0,0 0 1 0 0,0 0 0 0 0,-1 0-1 0 0,1-1 1 0 0,0 0 0 0 0,0 0 0 0 0,6-3-1 0 0,1 0-42 0 0,0 0-1 0 0,0-2 0 0 0,-1 1 0 0 0,0-2 1 0 0,0 1-1 0 0,0-2 0 0 0,-1 1 0 0 0,0-2 0 0 0,0 1 1 0 0,-1-2-1 0 0,-1 1 0 0 0,1-1 0 0 0,-2-1 1 0 0,1 0-1 0 0,-1 0 0 0 0,-1 0 0 0 0,0-1 0 0 0,-1 0 1 0 0,0-1-1 0 0,0 1 0 0 0,-2-1 0 0 0,7-26 0 0 0,-4 6 64 0 0,-2 0 0 0 0,-1 0 0 0 0,-2 0 0 0 0,-1-1 0 0 0,-2 1 0 0 0,0 0 0 0 0,-3-1 0 0 0,-10-42 0 0 0,5 48 548 0 0,-3-16 1316 0 0,-9 72-1576 0 0,15-2-165 0 0,1 0-1 0 0,2 0 0 0 0,0 1 0 0 0,2 0 1 0 0,1-1-1 0 0,3 29 0 0 0,30 160 389 0 0,-30-199-529 0 0,-2-9-24 0 0,7 38 137 0 0,1-1 0 0 0,30 84 1 0 0,-35-116-337 0 0,3 7 460 0 0,-4-13-2926 0 0,6-33-6429 0 0</inkml:trace>
</inkml:ink>
</file>

<file path=ppt/ink/ink7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39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1 133 400 0 0,'10'-6'824'0'0,"4"-1"-44"0"0,-1-2-40 0 0,2-1-84 0 0,0 3-56 0 0,3-2-56 0 0,-3-1-40 0 0,3 3-67 0 0,-1-1-33 0 0,6-5-56 0 0,1 5-44 0 0,-6 3-116 0 0,1-1-196 0 0,-1 1-184 0 0,1 0-196 0 0,0 2-641 0 0,-2-4-1103 0 0,8-1 492 0 0</inkml:trace>
</inkml:ink>
</file>

<file path=ppt/ink/ink7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0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116 109 188 0 0,'4'-24'3759'0'0,"-1"1"-677"0"0,-3 6 1913 0 0,-4 22-4889 0 0,-9 10 49 0 0,0 1-1 0 0,1 0 0 0 0,1 1 0 0 0,1 0 0 0 0,1 1 1 0 0,0 0-1 0 0,1 1 0 0 0,-8 29 0 0 0,12-35-88 0 0,0-1 0 0 0,1 1 0 0 0,1 0-1 0 0,0 0 1 0 0,0 0 0 0 0,2 1 0 0 0,0-1 0 0 0,0 0-1 0 0,1 0 1 0 0,1 0 0 0 0,0 0 0 0 0,1 0 0 0 0,0 0 0 0 0,7 18-1 0 0,-8-28-56 0 0,-1-1 1 0 0,1 0-1 0 0,-1 0 0 0 0,1 0 0 0 0,0 1 0 0 0,0-2 0 0 0,0 1 0 0 0,0 0 0 0 0,0 0 0 0 0,1-1 0 0 0,-1 1 0 0 0,0-1 1 0 0,1 1-1 0 0,-1-1 0 0 0,1 0 0 0 0,-1 0 0 0 0,1 0 0 0 0,-1-1 0 0 0,1 1 0 0 0,0 0 0 0 0,0-1 0 0 0,-1 0 0 0 0,1 0 1 0 0,0 0-1 0 0,0 0 0 0 0,-1 0 0 0 0,1 0 0 0 0,0-1 0 0 0,-1 1 0 0 0,1-1 0 0 0,0 0 0 0 0,-1 0 0 0 0,1 0 0 0 0,4-2 0 0 0,8-4 7 0 0,-1 0 0 0 0,0 0 0 0 0,0-1 0 0 0,21-17 0 0 0,-22 14-9 0 0,-9 6-4 0 0,1 1 1 0 0,0 0 0 0 0,0 0-1 0 0,0 1 1 0 0,0-1-1 0 0,1 1 1 0 0,0 0-1 0 0,-1 1 1 0 0,1-1-1 0 0,0 1 1 0 0,10-2-1 0 0,-8 6-5 0 0,0 0 1 0 0,0 0-1 0 0,0 1 1 0 0,0 0-1 0 0,0 1 1 0 0,-1 0-1 0 0,8 4 1 0 0,-1 0-2 0 0,-6-4 12 0 0,0-1 1 0 0,0-1-1 0 0,0 1 0 0 0,0-1 0 0 0,0-1 0 0 0,1 0 0 0 0,-1 0 0 0 0,0 0 0 0 0,1-1 1 0 0,-1 0-1 0 0,1-1 0 0 0,-1 0 0 0 0,0 0 0 0 0,0-1 0 0 0,1 0 0 0 0,-1 0 0 0 0,0-1 0 0 0,-1 0 1 0 0,1 0-1 0 0,0-1 0 0 0,-1 0 0 0 0,0-1 0 0 0,0 1 0 0 0,0-1 0 0 0,-1-1 0 0 0,1 1 0 0 0,-1-1 1 0 0,7-9-1 0 0,-5 5 6 0 0,0 0 1 0 0,-2 0 0 0 0,1-1 0 0 0,-1 1-1 0 0,0-1 1 0 0,-1-1 0 0 0,-1 1-1 0 0,0-1 1 0 0,0 0 0 0 0,-1 1-1 0 0,0-2 1 0 0,-1 1 0 0 0,-1 0 0 0 0,0 0-1 0 0,-1-1 1 0 0,0 1 0 0 0,-1 0-1 0 0,-3-23 1 0 0,2 26-1 0 0,-1-3 21 0 0,1 0-1 0 0,-2 0 1 0 0,0 0-1 0 0,0 0 1 0 0,-1 0 0 0 0,-6-11-1 0 0,10 23-121 0 0,0-1 1 0 0,0 1-1 0 0,0 0 0 0 0,0-1 1 0 0,0 1-1 0 0,0 0 0 0 0,0 0 1 0 0,0 0-1 0 0,0 0 0 0 0,0-1 1 0 0,0 1-1 0 0,0 1 0 0 0,0-1 0 0 0,0 0 1 0 0,0 0-1 0 0,0 0 0 0 0,0 1 1 0 0,0-1-1 0 0,0 0 0 0 0,0 1 1 0 0,0-1-1 0 0,1 0 0 0 0,-1 1 1 0 0,0 0-1 0 0,0-1 0 0 0,0 1 1 0 0,1-1-1 0 0,-1 1 0 0 0,0 0 1 0 0,0 0-1 0 0,0 1 0 0 0,0-2 195 0 0,0 2-476 0 0,-1-1 0 0 0,1 1 0 0 0,-1 0 1 0 0,1 0-1 0 0,0 0 0 0 0,0 0 1 0 0,0 0-1 0 0,0 1 0 0 0,0-1 1 0 0,0 0-1 0 0,1 0 0 0 0,-1 1 1 0 0,0 2-1 0 0,0 0-1998 0 0</inkml:trace>
</inkml:ink>
</file>

<file path=ppt/ink/ink7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1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69 171 672 0 0,'1'-1'258'0'0,"-1"0"-1"0"0,1-1 1 0 0,-1 1-1 0 0,0 0 0 0 0,1 0 1 0 0,-1 0-1 0 0,0-1 1 0 0,0 1-1 0 0,0 0 1 0 0,0 0-1 0 0,0 0 1 0 0,0-1-1 0 0,0 1 1 0 0,-1 0-1 0 0,1 0 1 0 0,0 0-1 0 0,-1 0 1 0 0,1-1-1 0 0,-1 1 1 0 0,1 0-1 0 0,-2-1 1 0 0,2 1-172 0 0,-1 1 1 0 0,0 0-1 0 0,0 0 1 0 0,0 0-1 0 0,1 0 1 0 0,-1-1-1 0 0,0 1 1 0 0,0 0-1 0 0,0 0 0 0 0,1 1 1 0 0,-1-1-1 0 0,0 0 1 0 0,0 0-1 0 0,1 0 1 0 0,-1 0-1 0 0,0 1 1 0 0,0-1-1 0 0,1 0 1 0 0,-1 1-1 0 0,0-1 1 0 0,1 1-1 0 0,-1-1 1 0 0,-1 1-1 0 0,-2 2 52 0 0,0 0 0 0 0,-1 1 0 0 0,1-1 0 0 0,0 1 0 0 0,1 0 0 0 0,-1 0 0 0 0,1 0 0 0 0,-4 7 0 0 0,5-8-99 0 0,1 0 0 0 0,0 0 1 0 0,0 0-1 0 0,0 0 0 0 0,0 0 1 0 0,0 0-1 0 0,1 0 0 0 0,-1 0 1 0 0,1 0-1 0 0,0 0 0 0 0,0 0 1 0 0,0 1-1 0 0,0-1 0 0 0,1 0 1 0 0,-1 0-1 0 0,1 0 0 0 0,0 0 1 0 0,0 0-1 0 0,0 0 0 0 0,0 0 1 0 0,1 0-1 0 0,-1 0 0 0 0,1-1 1 0 0,-1 1-1 0 0,1 0 0 0 0,3 2 1 0 0,0 0-2 0 0,0 0 0 0 0,0 0 0 0 0,0-1 1 0 0,1 0-1 0 0,0 0 0 0 0,-1-1 1 0 0,1 0-1 0 0,1 0 0 0 0,-1 0 1 0 0,8 2-1 0 0,-11-4-28 0 0,-1-1 0 0 0,1 0 1 0 0,-1 1-1 0 0,1-1 0 0 0,-1 0 0 0 0,1 0 0 0 0,0-1 1 0 0,-1 1-1 0 0,1-1 0 0 0,-1 1 0 0 0,1-1 0 0 0,-1 0 0 0 0,1 0 1 0 0,-1 0-1 0 0,0 0 0 0 0,1 0 0 0 0,-1 0 0 0 0,0-1 1 0 0,0 1-1 0 0,3-4 0 0 0,-1 2 21 0 0,-1 0-1 0 0,1 0 1 0 0,-1-1 0 0 0,0 1-1 0 0,0-1 1 0 0,-1 0 0 0 0,1 0-1 0 0,-1 0 1 0 0,0 0 0 0 0,2-5-1 0 0,-1-3 94 0 0,0 0 0 0 0,-1 1 0 0 0,-1-1-1 0 0,0 0 1 0 0,-1 0 0 0 0,0 0 0 0 0,-1 0-1 0 0,0 0 1 0 0,-3-14 0 0 0,2 17-49 0 0,1 1-1 0 0,-2 1 1 0 0,1-1-1 0 0,-1 0 1 0 0,0 0-1 0 0,-1 1 1 0 0,1 0-1 0 0,-2 0 1 0 0,1 0-1 0 0,-1 0 1 0 0,0 1-1 0 0,0-1 1 0 0,-1 1-1 0 0,-8-7 1 0 0,13 12-132 0 0,-1 1-1 0 0,1-1 1 0 0,-1 0 0 0 0,0 1-1 0 0,1-1 1 0 0,-1 1 0 0 0,0 0-1 0 0,1-1 1 0 0,-1 1-1 0 0,0 0 1 0 0,0 0 0 0 0,1 0-1 0 0,-1 0 1 0 0,0 0 0 0 0,0 1-1 0 0,1-1 1 0 0,-1 0 0 0 0,0 1-1 0 0,1-1 1 0 0,-1 1 0 0 0,0 0-1 0 0,1 0 1 0 0,-1-1 0 0 0,1 1-1 0 0,-1 0 1 0 0,1 0 0 0 0,0 0-1 0 0,-1 1 1 0 0,0 0-1 0 0,-2 2-689 0 0,0-1-1 0 0,0 1 0 0 0,1-1 0 0 0,0 1 0 0 0,0 0 0 0 0,0 1 1 0 0,0-1-1 0 0,1 0 0 0 0,-3 6 0 0 0,1 2-1981 0 0</inkml:trace>
</inkml:ink>
</file>

<file path=ppt/ink/ink7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1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9 452 0 0,'5'2'213'0'0,"1"0"0"0"0,-1 0 0 0 0,0 1 0 0 0,1-1 0 0 0,-1 1 0 0 0,0 0 0 0 0,0 1 0 0 0,-1-1 0 0 0,1 1 0 0 0,-1 0 1 0 0,0 0-1 0 0,0 1 0 0 0,0-1 0 0 0,-1 1 0 0 0,6 8 0 0 0,-5-6 56 0 0,0 1 0 0 0,0-1 0 0 0,0 1 0 0 0,-1 0 0 0 0,-1 0 0 0 0,1 0 0 0 0,-1 0 0 0 0,0 0 0 0 0,-1 1 1 0 0,1 9-1 0 0,-2-16 60 0 0,-1 1 257 0 0,-4 4 2604 0 0,5-17-3134 0 0,0 1 1 0 0,0-1 0 0 0,1 0 0 0 0,0 1 0 0 0,1 0 0 0 0,0-1-1 0 0,0 1 1 0 0,1 0 0 0 0,0 0 0 0 0,1 0 0 0 0,0 0 0 0 0,0 1-1 0 0,1-1 1 0 0,0 1 0 0 0,1 0 0 0 0,10-11 0 0 0,-13 17-526 0 0,0 0 0 0 0,0 0 1 0 0,1 0-1 0 0,-1 0 0 0 0,0 1 0 0 0,1 0 1 0 0,-1 0-1 0 0,1 0 0 0 0,-1 0 1 0 0,1 0-1 0 0,-1 1 0 0 0,1-1 1 0 0,0 1-1 0 0,4 0 0 0 0,6 0-2268 0 0</inkml:trace>
</inkml:ink>
</file>

<file path=ppt/ink/ink7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2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67 390 528 0 0,'-4'1'266'0'0,"1"0"0"0"0,-1 0 0 0 0,0 1 0 0 0,1-1 0 0 0,0 1 0 0 0,-1 0 0 0 0,1 0 0 0 0,0 0-1 0 0,0 1 1 0 0,0-1 0 0 0,0 1 0 0 0,1-1 0 0 0,-1 1 0 0 0,1 0 0 0 0,-1 0 0 0 0,1 0 0 0 0,0 0 0 0 0,0 1 0 0 0,0-1 0 0 0,-2 7 0 0 0,3-8-191 0 0,0 0 0 0 0,1 0 1 0 0,-1 0-1 0 0,1 1 0 0 0,-1-1 1 0 0,1 0-1 0 0,0 0 0 0 0,-1 0 1 0 0,1 0-1 0 0,0 1 0 0 0,0-1 1 0 0,1 0-1 0 0,-1 0 0 0 0,0 0 1 0 0,1 1-1 0 0,-1-1 0 0 0,1 0 1 0 0,0 0-1 0 0,0 0 0 0 0,0 0 1 0 0,0 0-1 0 0,0 0 0 0 0,0 0 1 0 0,0-1-1 0 0,1 1 0 0 0,-1 0 1 0 0,1-1-1 0 0,-1 1 0 0 0,1-1 1 0 0,0 1-1 0 0,-1-1 0 0 0,1 0 1 0 0,0 0-1 0 0,0 1 0 0 0,3 0 1 0 0,-3-1-42 0 0,1-1 0 0 0,0 1-1 0 0,0-1 1 0 0,0 1 0 0 0,0-1 0 0 0,0 0 0 0 0,0 0 0 0 0,0-1 0 0 0,0 1 0 0 0,0 0 0 0 0,0-1-1 0 0,0 0 1 0 0,0 0 0 0 0,-1 1 0 0 0,1-2 0 0 0,0 1 0 0 0,0 0 0 0 0,-1-1 0 0 0,1 1 0 0 0,-1-1-1 0 0,1 0 1 0 0,-1 1 0 0 0,0-1 0 0 0,0 0 0 0 0,3-3 0 0 0,6-8 25 0 0,0 1 0 0 0,0-1 1 0 0,9-16-1 0 0,-15 22-16 0 0,7-12-19 0 0,-1 0 1 0 0,-1-1 0 0 0,-1 0 0 0 0,-1 0 0 0 0,0-1 0 0 0,6-32 0 0 0,15-130 904 0 0,-26 153-432 0 0,-2 28-392 0 0,-1 0 0 0 0,1 0 0 0 0,-1 0 0 0 0,0 0 1 0 0,1 0-1 0 0,-1 0 0 0 0,0 0 0 0 0,0 0 0 0 0,-1 0 1 0 0,1 0-1 0 0,0 0 0 0 0,-1 0 0 0 0,1 0 0 0 0,-2-3 1 0 0,1 5-65 0 0,0 0 1 0 0,1 0 0 0 0,-1 0-1 0 0,0 1 1 0 0,0-1-1 0 0,1 0 1 0 0,-1 1 0 0 0,0-1-1 0 0,1 0 1 0 0,-1 1 0 0 0,1-1-1 0 0,-1 1 1 0 0,0-1 0 0 0,1 1-1 0 0,-1-1 1 0 0,1 1-1 0 0,-1 0 1 0 0,1-1 0 0 0,0 1-1 0 0,-1 0 1 0 0,1-1 0 0 0,0 1-1 0 0,-1 0 1 0 0,1 0-1 0 0,-29 61 450 0 0,20-30-605 0 0,1 1 1 0 0,2 0-1 0 0,1 0 1 0 0,1 0 0 0 0,2 47-1 0 0,3-54-723 0 0,2-1-1 0 0,10 45 0 0 0,-7-47-660 0 0,1-1 0 0 0,1 0-1 0 0,15 28 1 0 0,-2-12-1598 0 0</inkml:trace>
</inkml:ink>
</file>

<file path=ppt/ink/ink7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2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1160 0 0,'18'-31'4682'0'0,"-11"28"-4276"0"0,-1 0 0 0 0,1 1 0 0 0,0 0-1 0 0,0 0 1 0 0,0 0 0 0 0,0 1 0 0 0,0 0 0 0 0,0 1 0 0 0,15 0 0 0 0,-6 2-615 0 0,-1 0 0 0 0,32 10 0 0 0,0 1-2992 0 0,-37-11 901 0 0</inkml:trace>
</inkml:ink>
</file>

<file path=ppt/ink/ink7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2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1 120 0 0,'-4'7'7566'0'0,"-18"29"-4732"0"0,-48 67-1828 0 0,47-74-685 0 0,0 2-1 0 0,2 0 1 0 0,2 1-1 0 0,1 1 1 0 0,1 0-1 0 0,-17 52 1 0 0,32-79-291 0 0,1-3 15 0 0,-1 1 0 0 0,1-1 1 0 0,1 1-1 0 0,-1-1 0 0 0,0 1 1 0 0,1 0-1 0 0,0-1 0 0 0,0 1 1 0 0,0 0-1 0 0,0-1 1 0 0,0 1-1 0 0,3 6 0 0 0,-3-8-35 0 0,1-1 0 0 0,0 0-1 0 0,-1-1 1 0 0,1 1 0 0 0,0 0 0 0 0,0 0-1 0 0,0 0 1 0 0,0 0 0 0 0,0-1-1 0 0,0 1 1 0 0,0 0 0 0 0,0-1-1 0 0,0 1 1 0 0,0-1 0 0 0,1 1 0 0 0,-1-1-1 0 0,0 0 1 0 0,0 1 0 0 0,0-1-1 0 0,1 0 1 0 0,-1 0 0 0 0,0 0-1 0 0,2 0 1 0 0,34 0 81 0 0,-28-1-55 0 0,286-24-1161 0 0,-290 24 998 0 0,6 0-246 0 0,-4 1-798 0 0,0-1 0 0 0,0 0 0 0 0,0-1 0 0 0,-1 1 1 0 0,1-1-1 0 0,9-4 0 0 0,-11 2-1605 0 0</inkml:trace>
</inkml:ink>
</file>

<file path=ppt/ink/ink7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3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0 208 120 0 0,'12'-13'815'0'0,"1"1"1"0"0,0 0-1 0 0,0 1 1 0 0,2 1-1 0 0,-1 0 0 0 0,20-10 1 0 0,8-1 254 0 0,46-14 1 0 0,13-5-1582 0 0,-99 39 155 0 0,8-3 44 0 0,-2-4-3070 0 0,-3-2 1462 0 0</inkml:trace>
</inkml:ink>
</file>

<file path=ppt/ink/ink7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3.5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10 232 0 0,'0'0'492'0'0,"9"-7"372"0"0,6 6-496 0 0,-5-1 216 0 0,12 5-368 0 0,-5 1-168 0 0,-4 1-192 0 0,-4-1-304 0 0,5 2-476 0 0,0 0 212 0 0</inkml:trace>
</inkml:ink>
</file>

<file path=ppt/ink/ink7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3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1 195 132 0 0,'0'-26'4369'0'0,"7"20"-4023"0"0,1-1 0 0 0,-1 2 0 0 0,1-1 0 0 0,1 1-1 0 0,-1 1 1 0 0,1 0 0 0 0,-1 0 0 0 0,15-4 0 0 0,84-21 1023 0 0,-72 21-941 0 0,67-17 519 0 0,1 4 0 0 0,1 5 0 0 0,147-5 0 0 0,-248 21-1097 0 0,-1 0 0 0 0,0 1 0 0 0,1-1 0 0 0,-1 0 0 0 0,0 1 1 0 0,0-1-1 0 0,1 1 0 0 0,-1 0 0 0 0,0-1 0 0 0,0 1 0 0 0,0 0 0 0 0,0 0 1 0 0,0 1-1 0 0,0-1 0 0 0,0 0 0 0 0,0 1 0 0 0,0-1 0 0 0,0 1 1 0 0,-1 0-1 0 0,1-1 0 0 0,-1 1 0 0 0,2 2 0 0 0,-9 17-7450 0 0</inkml:trace>
</inkml:ink>
</file>

<file path=ppt/ink/ink7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5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3 495 360 0 0,'-2'-15'2480'0'0,"4"8"-2078"0"0,1-1-1 0 0,1 1 0 0 0,-1 0 1 0 0,1 0-1 0 0,1 1 1 0 0,-1-1-1 0 0,1 1 1 0 0,0 0-1 0 0,1 0 0 0 0,-1 1 1 0 0,1-1-1 0 0,0 1 1 0 0,1 1-1 0 0,-1-1 0 0 0,1 1 1 0 0,0 0-1 0 0,10-4 1 0 0,-16 7-376 0 0,1 0 0 0 0,-1 0 0 0 0,0 1 0 0 0,1-1 1 0 0,-1 1-1 0 0,0-1 0 0 0,1 1 0 0 0,-1-1 1 0 0,1 1-1 0 0,-1 0 0 0 0,1 0 0 0 0,-1-1 0 0 0,1 1 1 0 0,-1 0-1 0 0,1 1 0 0 0,-1-1 0 0 0,1 0 1 0 0,-1 0-1 0 0,0 1 0 0 0,1-1 0 0 0,-1 0 0 0 0,1 1 1 0 0,-1 0-1 0 0,0-1 0 0 0,1 1 0 0 0,-1 0 1 0 0,0-1-1 0 0,0 1 0 0 0,0 0 0 0 0,1 0 0 0 0,-1 0 1 0 0,0 0-1 0 0,0 0 0 0 0,0 1 0 0 0,-1-1 1 0 0,1 0-1 0 0,0 0 0 0 0,0 1 0 0 0,-1-1 0 0 0,1 0 1 0 0,-1 1-1 0 0,1-1 0 0 0,0 3 0 0 0,0 1 11 0 0,1 0-1 0 0,-1 0 1 0 0,-1 0 0 0 0,1 0-1 0 0,-1 0 1 0 0,0 0-1 0 0,0 0 1 0 0,0 0 0 0 0,0 0-1 0 0,-3 9 1 0 0,-3 8 131 0 0,5-17-65 0 0,0 1 0 0 0,0-1 1 0 0,-1 0-1 0 0,1 0 0 0 0,-1 0 1 0 0,0 0-1 0 0,-1 0 0 0 0,1-1 0 0 0,-1 1 1 0 0,0 0-1 0 0,0-1 0 0 0,0 0 1 0 0,0 0-1 0 0,-1 0 0 0 0,-6 5 1 0 0,12-11-95 0 0,-1 1 0 0 0,1-1 0 0 0,-1 0 0 0 0,0 0 0 0 0,0 0 0 0 0,0 0 0 0 0,0 0 0 0 0,0 0 0 0 0,-1 0 0 0 0,1 0 0 0 0,0-4 0 0 0,0 3 7 0 0,10-15 28 0 0,0 0 0 0 0,1 2 0 0 0,1-1 0 0 0,0 1 0 0 0,1 1 0 0 0,1 1 0 0 0,0 0-1 0 0,29-20 1 0 0,-25 19-55 0 0,-15 14 16 0 0,-1-1-4 0 0,0 1 0 0 0,0 0-1 0 0,0 1 1 0 0,0-1 0 0 0,0 1 0 0 0,1-1 0 0 0,-1 1-1 0 0,0 0 1 0 0,0 0 0 0 0,0 0 0 0 0,1 1 0 0 0,-1-1-1 0 0,0 1 1 0 0,0 0 0 0 0,0 0 0 0 0,0 0 0 0 0,4 1-1 0 0,-1 2 2 0 0,0 0-1 0 0,0 0 0 0 0,-1 1 0 0 0,1 0 1 0 0,7 8-1 0 0,-10-9 3 0 0,1-1 1 0 0,-1 1-1 0 0,1-1 1 0 0,0 1-1 0 0,0-1 1 0 0,0 0-1 0 0,1-1 1 0 0,-1 1-1 0 0,0-1 1 0 0,10 4-1 0 0,-13-6-2 0 0,17-4 28 0 0,33-7-56 0 0,-26 14 14 0 0,0 0 0 0 0,35 11 0 0 0,-55-14 13 0 0,0 0 1 0 0,-1-1 0 0 0,1 1-1 0 0,-1-1 1 0 0,1 0-1 0 0,0 0 1 0 0,-1 0 0 0 0,0-1-1 0 0,1 1 1 0 0,-1-1 0 0 0,0 0-1 0 0,7-5 1 0 0,4-6 2 0 0,0 0 0 0 0,-2-1 0 0 0,0-1 0 0 0,0-1-1 0 0,-2 1 1 0 0,0-2 0 0 0,0 0 0 0 0,-2 0 0 0 0,0-1 0 0 0,-1 0 0 0 0,-1 0 0 0 0,0-1 0 0 0,-2 1-1 0 0,0-2 1 0 0,-1 1 0 0 0,-1 0 0 0 0,1-25 0 0 0,-1 19 88 0 0,-2 20-22 0 0,0 0-1 0 0,-1 0 0 0 0,1 0 0 0 0,-1 0 0 0 0,0 0 1 0 0,-1-8-1 0 0,0 11 17 0 0,1 0 5 0 0,0 2-86 0 0,1 0 0 0 0,-1 0 0 0 0,0 0 0 0 0,0 0 0 0 0,0-1 0 0 0,0 1 0 0 0,0 0 0 0 0,0 0 1 0 0,0 0-1 0 0,0-1 0 0 0,0 1 0 0 0,1 0 0 0 0,-1 0 0 0 0,0 0 0 0 0,0-1 0 0 0,0 1 0 0 0,0 0 0 0 0,0 0 1 0 0,0 0-1 0 0,0-1 0 0 0,0 1 0 0 0,0 0 0 0 0,-1 0 0 0 0,1 0 0 0 0,0-1 0 0 0,0 1 0 0 0,0 0 0 0 0,0 0 1 0 0,0 0-1 0 0,0-1 0 0 0,0 1 0 0 0,0 0 0 0 0,-1 0 0 0 0,1 0 0 0 0,0 0 0 0 0,0-1 0 0 0,0 1 0 0 0,0 0 1 0 0,0 0-1 0 0,-1 0 0 0 0,1 0 0 0 0,0 0 0 0 0,0 0 0 0 0,0 0 0 0 0,-1-1 0 0 0,1 1 0 0 0,0 0 0 0 0,0 0 0 0 0,0 0 1 0 0,-1 0-1 0 0,1 0 0 0 0,0 0 0 0 0,0 0 0 0 0,0 0 0 0 0,-1 0 0 0 0,1 0 0 0 0,0 0 0 0 0,-3 3 5 0 0,0 0-1 0 0,0 0 0 0 0,0 0 1 0 0,1 0-1 0 0,0 1 0 0 0,-1-1 0 0 0,1 1 1 0 0,0-1-1 0 0,1 1 0 0 0,-1 0 0 0 0,1 0 1 0 0,-1 0-1 0 0,1-1 0 0 0,0 1 1 0 0,1 1-1 0 0,-1-1 0 0 0,1 0 0 0 0,0 0 1 0 0,0 0-1 0 0,0 0 0 0 0,0 0 1 0 0,1 0-1 0 0,1 7 0 0 0,2 1 2 0 0,0 0 0 0 0,2 0 1 0 0,-1 0-1 0 0,1-1 0 0 0,1 0 0 0 0,0 0 0 0 0,0-1 1 0 0,1 0-1 0 0,0 0 0 0 0,12 10 0 0 0,12 18 1 0 0,-23-29-42 0 0,-1 2 0 0 0,0-1 0 0 0,-1 1 0 0 0,0 0 0 0 0,-1 0 0 0 0,0 1 0 0 0,-1 0 0 0 0,0 0 0 0 0,5 21 0 0 0,-10-31 22 0 0,0 0 0 0 0,-1 0 0 0 0,1 0 1 0 0,0 0-1 0 0,-1 0 0 0 0,0 0 0 0 0,1 0 1 0 0,-1-1-1 0 0,0 1 0 0 0,0 0 0 0 0,0 0 1 0 0,0 0-1 0 0,0-1 0 0 0,0 1 0 0 0,-1 0 1 0 0,1-1-1 0 0,0 0 0 0 0,-1 1 0 0 0,1-1 0 0 0,-1 0 1 0 0,0 1-1 0 0,1-1 0 0 0,-1 0 0 0 0,0 0 1 0 0,0 0-1 0 0,0-1 0 0 0,0 1 0 0 0,0 0 1 0 0,0-1-1 0 0,0 1 0 0 0,0-1 0 0 0,0 0 1 0 0,0 1-1 0 0,0-1 0 0 0,-3 0 0 0 0,0 0-10 0 0,1 1 0 0 0,-1-1 0 0 0,1 0 0 0 0,-1 0-1 0 0,1 0 1 0 0,-1-1 0 0 0,1 1 0 0 0,-1-1 0 0 0,1 0 0 0 0,-1-1-1 0 0,1 1 1 0 0,0-1 0 0 0,0 1 0 0 0,0-1 0 0 0,-7-5 0 0 0,10 6-118 0 0,0 0 0 0 0,0 1 1 0 0,0-1-1 0 0,0 0 1 0 0,0 0-1 0 0,0-1 0 0 0,0 1 1 0 0,1 0-1 0 0,-1 0 0 0 0,0 0 1 0 0,1 0-1 0 0,-1-1 0 0 0,1 1 1 0 0,-1 0-1 0 0,1-1 1 0 0,0 1-1 0 0,-1 0 0 0 0,1-1 1 0 0,0 1-1 0 0,0 0 0 0 0,0-1 1 0 0,0-1-1 0 0,15-19-5890 0 0,-6 14 2943 0 0</inkml:trace>
</inkml:ink>
</file>

<file path=ppt/ink/ink7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5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1 178 616 0 0,'14'-1'461'0'0,"0"-1"1"0"0,0-1-1 0 0,0 0 0 0 0,-1-1 1 0 0,1-1-1 0 0,-1 0 0 0 0,0 0 1 0 0,0-2-1 0 0,-1 1 0 0 0,1-2 1 0 0,-2 0-1 0 0,1 0 0 0 0,-1-1 1 0 0,0 0-1 0 0,-1-1 0 0 0,12-14 1 0 0,-21 23-376 0 0,1-1 1 0 0,-1 0 0 0 0,1 0 0 0 0,-1 0-1 0 0,0 0 1 0 0,0 0 0 0 0,0 0-1 0 0,0 0 1 0 0,0 0 0 0 0,0 0-1 0 0,-1-1 1 0 0,1 1 0 0 0,-1 0-1 0 0,0-1 1 0 0,1 1 0 0 0,-1-3-1 0 0,0 4-29 0 0,-1 0 0 0 0,1 0 0 0 0,-1-1-1 0 0,1 1 1 0 0,0 0 0 0 0,-1 0-1 0 0,0 1 1 0 0,1-1 0 0 0,-1 0 0 0 0,1 0-1 0 0,-1 0 1 0 0,0 0 0 0 0,0 0-1 0 0,0 1 1 0 0,1-1 0 0 0,-1 0 0 0 0,0 1-1 0 0,0-1 1 0 0,0 1 0 0 0,0-1-1 0 0,0 1 1 0 0,0-1 0 0 0,-2 0 0 0 0,-1 1 24 0 0,1-1 1 0 0,-1 0 0 0 0,0 1 0 0 0,1 0 0 0 0,-1 0-1 0 0,0 0 1 0 0,0 0 0 0 0,1 1 0 0 0,-1-1 0 0 0,1 1-1 0 0,-1 0 1 0 0,0 0 0 0 0,1 0 0 0 0,0 1 0 0 0,-1-1-1 0 0,1 1 1 0 0,0 0 0 0 0,-5 3 0 0 0,4-2-76 0 0,0 1 0 0 0,0 0 0 0 0,1 0 1 0 0,-1 1-1 0 0,1-1 0 0 0,0 1 0 0 0,0 0 0 0 0,0 0 0 0 0,1 0 1 0 0,0 0-1 0 0,0 0 0 0 0,0 1 0 0 0,0-1 0 0 0,1 0 0 0 0,0 1 1 0 0,0-1-1 0 0,0 1 0 0 0,1 0 0 0 0,0-1 0 0 0,0 1 0 0 0,1-1 1 0 0,-1 1-1 0 0,1-1 0 0 0,0 1 0 0 0,3 7 0 0 0,-2-8-489 0 0,-1 1 0 0 0,2-1 0 0 0,-1 0 0 0 0,0 0 0 0 0,1 0 0 0 0,0 0 0 0 0,0 0 0 0 0,1-1-1 0 0,-1 1 1 0 0,1-1 0 0 0,0 0 0 0 0,0 0 0 0 0,1-1 0 0 0,-1 1 0 0 0,1-1 0 0 0,5 4 0 0 0,5 1-2217 0 0</inkml:trace>
</inkml:ink>
</file>

<file path=ppt/ink/ink7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5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39 598 528 0 0,'-1'-2'253'0'0,"0"1"0"0"0,0 0 0 0 0,0 0 1 0 0,0-1-1 0 0,0 1 0 0 0,0 0 0 0 0,0 0 0 0 0,-1 0 0 0 0,1 0 0 0 0,0 1 0 0 0,-1-1 0 0 0,1 0 1 0 0,-3-1-1 0 0,2 2 1181 0 0,-15 30 1220 0 0,17-25-2542 0 0,-1-1-1 0 0,1 1 0 0 0,0-1 1 0 0,1 1-1 0 0,-1-1 1 0 0,1 1-1 0 0,0-1 1 0 0,0 1-1 0 0,0-1 0 0 0,0 1 1 0 0,1-1-1 0 0,0 0 1 0 0,0 0-1 0 0,0 0 1 0 0,0 0-1 0 0,1 0 1 0 0,0 0-1 0 0,0-1 0 0 0,0 1 1 0 0,0-1-1 0 0,0 0 1 0 0,0 0-1 0 0,1 0 1 0 0,0 0-1 0 0,-1-1 0 0 0,1 1 1 0 0,6 2-1 0 0,-8-5-90 0 0,1 0-1 0 0,0 1 0 0 0,-1-1 0 0 0,1-1 0 0 0,0 1 0 0 0,0 0 0 0 0,-1-1 1 0 0,1 1-1 0 0,-1-1 0 0 0,1 0 0 0 0,-1 0 0 0 0,1 0 0 0 0,-1 0 1 0 0,1 0-1 0 0,-1 0 0 0 0,0-1 0 0 0,1 1 0 0 0,1-3 0 0 0,35-30 145 0 0,-24 16-141 0 0,-2 0 0 0 0,0-1 0 0 0,-1-1 0 0 0,-1 0 0 0 0,-1-1 0 0 0,-1 0 0 0 0,0-1 0 0 0,-2 1 0 0 0,6-28 0 0 0,3-30-7 0 0,8-98 0 0 0,-10-9 1994 0 0,-14 184-1075 0 0,-3 7-727 0 0,-10 18-19 0 0,0 0 0 0 0,2 1 1 0 0,1 1-1 0 0,1-1 0 0 0,1 2 0 0 0,2-1 0 0 0,-6 34 0 0 0,-13 196 244 0 0,24-241-431 0 0,-2 24-601 0 0,-2 89-1417 0 0,6-115 306 0 0,0 1-1 0 0,1-2 0 0 0,0 1 0 0 0,6 19 1 0 0,-2-18-1698 0 0</inkml:trace>
</inkml:ink>
</file>

<file path=ppt/ink/ink7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6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29 535 504 0 0,'0'0'3293'0'0,"-3"4"-2769"0"0,-18 46 1430 0 0,20-48-1863 0 0,0 0-1 0 0,1 0 0 0 0,-1 0 1 0 0,1-1-1 0 0,-1 1 0 0 0,1 1 0 0 0,0-1 1 0 0,0 0-1 0 0,0 0 0 0 0,0 0 1 0 0,0 0-1 0 0,0 0 0 0 0,0 0 1 0 0,1 0-1 0 0,-1 0 0 0 0,1 0 0 0 0,0 0 1 0 0,-1 0-1 0 0,1-1 0 0 0,0 1 1 0 0,0 0-1 0 0,0 0 0 0 0,0-1 1 0 0,0 1-1 0 0,1 0 0 0 0,2 2 0 0 0,-3-3 225 0 0,22-4 173 0 0,-11-3-436 0 0,-1 0 1 0 0,0-1 0 0 0,0 0 0 0 0,-1-1 0 0 0,0 0 0 0 0,0 0-1 0 0,-1-1 1 0 0,0-1 0 0 0,0 1 0 0 0,-1-1 0 0 0,0-1 0 0 0,-1 0-1 0 0,0 0 1 0 0,9-23 0 0 0,7-16 6 0 0,-3-2 0 0 0,15-61 0 0 0,-29 92-34 0 0,4-12-2 0 0,-2-1-1 0 0,-1 0 1 0 0,-1 0 0 0 0,1-44 0 0 0,-7 77-21 0 0,0-1 0 0 0,0 1 0 0 0,0 0 1 0 0,0-1-1 0 0,0 1 0 0 0,0-1 0 0 0,0 1 0 0 0,-1-1 0 0 0,1 1 0 0 0,0-1 0 0 0,-1 1 0 0 0,1 0 0 0 0,-1-1 0 0 0,0 1 0 0 0,1 0 0 0 0,-1 0 0 0 0,0-1 0 0 0,0 1 0 0 0,0 0 0 0 0,0 0 0 0 0,0 0 0 0 0,0 0 1 0 0,0 0-1 0 0,0 0 0 0 0,-2-1 0 0 0,1 2 0 0 0,0-1 1 0 0,-1 1 0 0 0,1-1 0 0 0,0 1 0 0 0,0 0-1 0 0,-1-1 1 0 0,1 1 0 0 0,0 0 0 0 0,-1 1 0 0 0,1-1-1 0 0,0 0 1 0 0,0 1 0 0 0,-1-1 0 0 0,-1 2-1 0 0,-6 1 22 0 0,1 1-1 0 0,-1 1 0 0 0,1-1 0 0 0,0 1 1 0 0,-13 11-1 0 0,11-7 32 0 0,1 0 0 0 0,0 1 1 0 0,1 1-1 0 0,0 0 0 0 0,1 0 0 0 0,0 0 1 0 0,1 1-1 0 0,0 0 0 0 0,1 1 0 0 0,0 0 0 0 0,-6 20 1 0 0,10-26-43 0 0,1-1 1 0 0,-1 1 0 0 0,1-1 0 0 0,0 1-1 0 0,0 0 1 0 0,1-1 0 0 0,0 1-1 0 0,0 0 1 0 0,1 0 0 0 0,0-1 0 0 0,0 1-1 0 0,0-1 1 0 0,1 1 0 0 0,0-1-1 0 0,0 1 1 0 0,1-1 0 0 0,-1 0 0 0 0,1 0-1 0 0,1 0 1 0 0,-1 0 0 0 0,1-1 0 0 0,0 1-1 0 0,0-1 1 0 0,1 0 0 0 0,6 5-1 0 0,9 5 16 0 0,1-1-1 0 0,0-2 1 0 0,1 0-1 0 0,1-1 0 0 0,30 11 1 0 0,28 13 168 0 0,-77-32-21 0 0,0 0-1 0 0,0 0 1 0 0,0 0 0 0 0,-1 0 0 0 0,1 0-1 0 0,-1 1 1 0 0,0 0 0 0 0,0-1 0 0 0,5 9-1 0 0,-7-11 545 0 0,-30 15-791 0 0,15-15-1385 0 0,-10-1-5837 0 0</inkml:trace>
</inkml:ink>
</file>

<file path=ppt/ink/ink7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6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82 468 0 0,'0'-26'2092'0'0,"0"21"-1368"0"0,1 0-1 0 0,-1 0 1 0 0,-1-1-1 0 0,1 1 1 0 0,-1 0-1 0 0,0 0 1 0 0,0 0-1 0 0,-2-7 0 0 0,2 10-208 0 0,-1 2-620 0 0,1 0 0 0 0,0 0 0 0 0,0 0 0 0 0,-1 0 1 0 0,1 1-1 0 0,0-1 0 0 0,0 0 0 0 0,-1 1 0 0 0,1-1 0 0 0,0 1 1 0 0,0-1-1 0 0,0 1 0 0 0,0-1 0 0 0,0 1 0 0 0,-2 1 1 0 0,-7 10-3834 0 0,2-2 1703 0 0</inkml:trace>
</inkml:ink>
</file>

<file path=ppt/ink/ink7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7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90 832 0 0,'1'45'4667'0'0,"8"37"548"0"0,-9-80-4804 0 0,19-7-46 0 0,-13 2-334 0 0,-1 0 0 0 0,0 0 0 0 0,1 1 0 0 0,0 0 0 0 0,-1 0 1 0 0,1 1-1 0 0,0 0 0 0 0,0 0 0 0 0,0 0 0 0 0,0 0 0 0 0,0 1 0 0 0,0 0 1 0 0,7 1-1 0 0,82 4 119 0 0,-64-3-141 0 0,-1 0 0 0 0,0-2 1 0 0,0-1-1 0 0,34-5 0 0 0,-54 4-8 0 0,0 0-1 0 0,1 0 0 0 0,-2-1 0 0 0,1 0 1 0 0,0-1-1 0 0,-1 0 0 0 0,1 0 0 0 0,-1-1 1 0 0,0 0-1 0 0,-1-1 0 0 0,1 0 0 0 0,-1 0 1 0 0,0-1-1 0 0,-1 0 0 0 0,12-14 0 0 0,-18 19 1 0 0,1 0 0 0 0,-1 0 0 0 0,1 0 0 0 0,-1 0 0 0 0,1-1 0 0 0,-1 1 0 0 0,0-1 0 0 0,0 1 0 0 0,0-1 0 0 0,0 1 0 0 0,0-6 0 0 0,0 6 1 0 0,-1 0 0 0 0,0 0 0 0 0,0 0-1 0 0,0 0 1 0 0,0-1 0 0 0,0 1 0 0 0,0 0-1 0 0,-1 0 1 0 0,1 0 0 0 0,-1 0-1 0 0,0 0 1 0 0,1 0 0 0 0,-1 0 0 0 0,0 0-1 0 0,0 0 1 0 0,0 0 0 0 0,0 0 0 0 0,0 0-1 0 0,-1 1 1 0 0,1-1 0 0 0,-1 0 0 0 0,1 1-1 0 0,-1-1 1 0 0,1 1 0 0 0,-1 0-1 0 0,0 0 1 0 0,0-1 0 0 0,0 1 0 0 0,0 0-1 0 0,0 0 1 0 0,0 1 0 0 0,0-1 0 0 0,0 0-1 0 0,0 1 1 0 0,0-1 0 0 0,0 1-1 0 0,0 0 1 0 0,-3-1 0 0 0,-1 1 32 0 0,0 0-1 0 0,1 0 1 0 0,-1 0 0 0 0,1 0-1 0 0,-1 1 1 0 0,1 0 0 0 0,-1 0 0 0 0,1 1-1 0 0,0-1 1 0 0,0 1 0 0 0,-8 4-1 0 0,12-5-30 0 0,-1 0 20 0 0,0 0 0 0 0,0 0 1 0 0,1 0-1 0 0,-1 0 0 0 0,0 0 0 0 0,1 1 0 0 0,0-1 0 0 0,-1 1 0 0 0,1-1 0 0 0,0 1 0 0 0,0 0 1 0 0,-1-1-1 0 0,1 1 0 0 0,0 0 0 0 0,1 0 0 0 0,-1-1 0 0 0,-1 5 0 0 0,2-4 22 0 0,31 17 159 0 0,-26-18-186 0 0,1 0 0 0 0,0-1 0 0 0,-1 1 0 0 0,1-1 0 0 0,0 0-1 0 0,-1-1 1 0 0,1 1 0 0 0,9-3 0 0 0,54-4 12 0 0,-66 7-13 0 0,-1 1 0 0 0,1-1 0 0 0,-1 1 1 0 0,1 0-1 0 0,-1 0 0 0 0,0 0 0 0 0,1 0 0 0 0,-1 0 0 0 0,0 1 0 0 0,0-1 0 0 0,0 1 0 0 0,0-1 0 0 0,0 1 0 0 0,0 0 1 0 0,0 0-1 0 0,-1-1 0 0 0,1 1 0 0 0,-1 1 0 0 0,1-1 0 0 0,-1 0 0 0 0,0 0 0 0 0,0 0 0 0 0,0 1 0 0 0,0-1 0 0 0,0 1 1 0 0,0-1-1 0 0,-1 1 0 0 0,1 2 0 0 0,2 7 151 0 0,-1 0 1 0 0,0 0-1 0 0,-1 0 1 0 0,0 20-1 0 0,-6 21 172 0 0,-3 0 0 0 0,-2-1-1 0 0,-2 0 1 0 0,-21 53-1 0 0,-5 27 14 0 0,37-128-337 0 0,-50 168 404 0 0,44-153-363 0 0,0 0 1 0 0,-2-1-1 0 0,0 0 0 0 0,-1-1 0 0 0,0 0 0 0 0,-24 28 0 0 0,34-45-53 0 0,-1 1-1 0 0,1-1 1 0 0,-1 1-1 0 0,1-1 0 0 0,-1 1 1 0 0,1-1-1 0 0,-1 1 1 0 0,0-1-1 0 0,1 1 1 0 0,-1-1-1 0 0,0 0 1 0 0,1 1-1 0 0,-1-1 0 0 0,0 0 1 0 0,1 0-1 0 0,-1 0 1 0 0,0 0-1 0 0,1 1 1 0 0,-1-1-1 0 0,0 0 0 0 0,0 0 1 0 0,1 0-1 0 0,-1 0 1 0 0,0-1-1 0 0,1 1 1 0 0,-1 0-1 0 0,0 0 0 0 0,0 0 1 0 0,1 0-1 0 0,-1-1 1 0 0,0 1-1 0 0,1 0 1 0 0,-1-1-1 0 0,1 1 1 0 0,-1 0-1 0 0,0-1 0 0 0,1 1 1 0 0,-1-1-1 0 0,1 1 1 0 0,-1-1-1 0 0,1 1 1 0 0,-1-1-1 0 0,1 0 0 0 0,0 1 1 0 0,-1-1-1 0 0,1 0 1 0 0,-1 0-1 0 0,-11-29-10 0 0,13 15 17 0 0,0 0 0 0 0,1-1 0 0 0,0 1 0 0 0,1 0 0 0 0,1 1 1 0 0,9-26-1 0 0,43-81-165 0 0,-56 120 151 0 0,43-81-532 0 0,4 3 0 0 0,59-78-1 0 0,-69 110 192 0 0,1 2 1 0 0,3 1-1 0 0,1 2 0 0 0,60-45 0 0 0,-75 67 151 0 0,1 1 0 0 0,51-26-1 0 0,-70 41 194 0 0,1-1-1 0 0,0 1 0 0 0,0 1 0 0 0,0-1 0 0 0,0 2 0 0 0,0-1 0 0 0,0 2 0 0 0,1-1 0 0 0,-1 1 1 0 0,1 1-1 0 0,-1 0 0 0 0,20 2 0 0 0,-26-1 60 0 0,1 0 1 0 0,-1 1-1 0 0,0-1 1 0 0,1 1-1 0 0,-1 0 1 0 0,0 0-1 0 0,0 0 0 0 0,0 0 1 0 0,0 1-1 0 0,0-1 1 0 0,-1 1-1 0 0,1 0 1 0 0,-1 0-1 0 0,0 1 0 0 0,0-1 1 0 0,0 1-1 0 0,0 0 1 0 0,-1-1-1 0 0,1 1 1 0 0,-1 0-1 0 0,0 0 1 0 0,0 1-1 0 0,0-1 0 0 0,-1 0 1 0 0,0 1-1 0 0,1-1 1 0 0,-2 1-1 0 0,1-1 1 0 0,0 1-1 0 0,-1 6 1 0 0,0-3-10 0 0,-1 1 0 0 0,0-1 0 0 0,0 0 1 0 0,0 0-1 0 0,-1 0 0 0 0,-1 0 0 0 0,1-1 1 0 0,-1 1-1 0 0,-1 0 0 0 0,1-1 0 0 0,-1 0 1 0 0,0 0-1 0 0,-1 0 0 0 0,0-1 0 0 0,0 1 1 0 0,-9 8-1 0 0,-6 2-1616 0 0,-42 27 1 0 0,19-15-5041 0 0,28-17 2818 0 0</inkml:trace>
</inkml:ink>
</file>

<file path=ppt/ink/ink7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8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27 12 0 0,'-11'-7'412'0'0,"-2"2"-200"0"0,-2 0-260 0 0,-3-1-52 0 0,-3 3-108 0 0,-4 3 52 0 0</inkml:trace>
</inkml:ink>
</file>

<file path=ppt/ink/ink7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49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1214 336 0 0,'0'0'2890'0'0,"7"1"-2639"0"0,50 4 418 0 0,-1-3 1 0 0,1-2-1 0 0,72-9 0 0 0,176-40-16 0 0,489-80-10 0 0,143 20-471 0 0,-420 51 40 0 0,-199 13 210 0 0,147-14-177 0 0,51 1 71 0 0,-239 23-122 0 0,48-10-75 0 0,-49 7-27 0 0,60-5-6 0 0,-150 18-75 0 0,5 0 10 0 0,174-15 4 0 0,-43 3-14 0 0,596-52 706 0 0,-473 46-225 0 0,-180 25-318 0 0,-103 8-111 0 0,496-63 988 0 0,-101-14-908 0 0,-265 38-93 0 0,30 5-73 0 0,-292 40 9 0 0</inkml:trace>
</inkml:ink>
</file>

<file path=ppt/ink/ink7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9:50.7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1 0 13153 0 0</inkml:trace>
</inkml:ink>
</file>

<file path=ppt/ink/ink7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3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97 161 8397 0 0,'-5'-22'197'0'0,"-1"1"0"0"0,-1 0 0 0 0,-1 0 1 0 0,-1 1-1 0 0,-20-34 0 0 0,28 52 459 0 0,-1 6-513 0 0,-3 5-71 0 0,1 0 0 0 0,0 0 0 0 0,0 0 0 0 0,1 0 0 0 0,1 1 0 0 0,-1-1 0 0 0,2 1 0 0 0,-1 0 0 0 0,1-1 0 0 0,1 1 0 0 0,0 13 0 0 0,2 23 221 0 0,10 49 0 0 0,-9-75-241 0 0,23 147 455 0 0,-26-165-707 0 0,-5 7-929 0 0</inkml:trace>
</inkml:ink>
</file>

<file path=ppt/ink/ink7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3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6 438 6289 0 0,'-1'-8'133'0'0,"-1"-1"0"0"0,1 1-1 0 0,0 0 1 0 0,1-1 0 0 0,0 1 0 0 0,0-1 0 0 0,1 1 0 0 0,0 0 0 0 0,0-1 0 0 0,1 1 0 0 0,0 0 0 0 0,6-14 0 0 0,-3 11-5 0 0,1 0 0 0 0,0 1-1 0 0,1-1 1 0 0,0 1 0 0 0,1 1 0 0 0,-1 0-1 0 0,19-17 1 0 0,7 1 34 0 0,0 1 0 0 0,2 2 0 0 0,0 1 0 0 0,45-19 0 0 0,-49 25-157 0 0,0 1 1 0 0,1 1-1 0 0,1 2 0 0 0,0 1 1 0 0,0 2-1 0 0,61-7 0 0 0,-87 15-268 0 0,0 0 1 0 0,0 0-1 0 0,0 0 0 0 0,0 1 0 0 0,0 0 1 0 0,11 4-1 0 0,5 7-3909 0 0,-15-6 1989 0 0</inkml:trace>
</inkml:ink>
</file>

<file path=ppt/ink/ink7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3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31 576 0 0,'19'15'1468'0'0,"-1"1"1"0"0,26 31-1 0 0,-37-40-1263 0 0,-2 1 0 0 0,1 0 1 0 0,-1 0-1 0 0,0 1 0 0 0,-1-1 0 0 0,0 1 0 0 0,0 0 0 0 0,-1 1 0 0 0,3 12 1 0 0,-3-8-33 0 0,-2-13-38 0 0,0 1 0 0 0,-1 0-1 0 0,0 0 1 0 0,1-1 0 0 0,-1 1-1 0 0,0 0 1 0 0,0 0 0 0 0,0-1 0 0 0,0 1-1 0 0,0 0 1 0 0,0 0 0 0 0,0 0-1 0 0,-1-1 1 0 0,0 4 0 0 0,0-2 741 0 0,1-4-863 0 0,0 0 1 0 0,0 0-1 0 0,0 0 0 0 0,-1 0 1 0 0,1 0-1 0 0,0 1 0 0 0,0-1 1 0 0,-1 0-1 0 0,1 0 0 0 0,0 0 1 0 0,-1 0-1 0 0,1 1 0 0 0,-1-1 0 0 0,1 0 1 0 0,-1 1-1 0 0,1-1 0 0 0,-1 0 1 0 0,0 1-1 0 0,-1-2 0 0 0,1 1-1 0 0,0 0-1 0 0,0 0 1 0 0,0 0-1 0 0,0 0 1 0 0,0 0-1 0 0,0-1 0 0 0,1 1 1 0 0,-1 0-1 0 0,0-1 1 0 0,1 1-1 0 0,-1 0 1 0 0,1-1-1 0 0,-1 1 0 0 0,1 0 1 0 0,-1-3-1 0 0,0-5 24 0 0,0 1-1 0 0,1-1 0 0 0,0 1 0 0 0,1-1 1 0 0,0 1-1 0 0,0-1 0 0 0,0 1 1 0 0,1 0-1 0 0,1 0 0 0 0,-1 0 0 0 0,1 0 1 0 0,1 0-1 0 0,-1 0 0 0 0,1 1 0 0 0,1 0 1 0 0,-1-1-1 0 0,1 2 0 0 0,0-1 1 0 0,12-11-1 0 0,-12 14-480 0 0,0-1 0 0 0,1 1 0 0 0,0 0 1 0 0,0 0-1 0 0,0 0 0 0 0,0 1 0 0 0,1 0 0 0 0,0 0 1 0 0,-1 1-1 0 0,1 0 0 0 0,0 0 0 0 0,0 0 0 0 0,0 1 1 0 0,0 0-1 0 0,10 0 0 0 0,-5 1-1867 0 0</inkml:trace>
</inkml:ink>
</file>

<file path=ppt/ink/ink7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4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32 104 0 0,'0'0'1499'0'0,"0"-17"2079"0"0,-1 16-3484 0 0,1 0 1 0 0,0 1-1 0 0,0-1 0 0 0,0 0 0 0 0,-1 1 0 0 0,1-1 1 0 0,0 0-1 0 0,-1 1 0 0 0,1-1 0 0 0,0 1 0 0 0,-1-1 1 0 0,1 0-1 0 0,-1 1 0 0 0,1-1 0 0 0,-1 1 0 0 0,1-1 1 0 0,-1 1-1 0 0,0 0 0 0 0,1-1 0 0 0,-1 1 0 0 0,0-1 1 0 0,1 1-1 0 0,-1 0 0 0 0,0 0 0 0 0,1-1 0 0 0,-1 1 1 0 0,0 0-1 0 0,1 0 0 0 0,-1 0 0 0 0,0 0 0 0 0,0 0 1 0 0,0 0-1 0 0,-30 11 1091 0 0,-32 36-681 0 0,54-40-116 0 0,-4 4-188 0 0,1 0 1 0 0,0 1-1 0 0,-16 20 1 0 0,26-30-176 0 0,0 0 0 0 0,0 1 0 0 0,0-1 0 0 0,0 1 0 0 0,1-1 0 0 0,-1 1-1 0 0,0 0 1 0 0,1 0 0 0 0,0 0 0 0 0,0 0 0 0 0,0 0 0 0 0,0 0 0 0 0,0 0 0 0 0,1 0 0 0 0,-1 0 0 0 0,1 0 0 0 0,0 1 0 0 0,0-1 0 0 0,0 0 0 0 0,0 0 0 0 0,1 0 0 0 0,-1 0 0 0 0,1 1 0 0 0,0-1 0 0 0,1 4 0 0 0,0-5-14 0 0,0 0 0 0 0,0 0 0 0 0,0 0 0 0 0,0 0 0 0 0,0-1 0 0 0,0 1 0 0 0,1 0 0 0 0,-1-1 0 0 0,1 0 0 0 0,-1 0 1 0 0,1 0-1 0 0,-1 0 0 0 0,1 0 0 0 0,0 0 0 0 0,-1 0 0 0 0,1-1 0 0 0,0 1 0 0 0,-1-1 0 0 0,1 0 0 0 0,0 0 0 0 0,0 0 0 0 0,-1 0 0 0 0,1-1 1 0 0,0 1-1 0 0,0-1 0 0 0,-1 1 0 0 0,1-1 0 0 0,-1 0 0 0 0,5-2 0 0 0,9-3 9 0 0,0-1 0 0 0,-1-1 1 0 0,21-12-1 0 0,-31 17-9 0 0,12-10 11 0 0,1-1 0 0 0,-2-1-1 0 0,0 0 1 0 0,-1-1-1 0 0,24-32 1 0 0,-27 32 6 0 0,-9 14-18 0 0,1 0-2 0 0,-3 1 20 0 0,-4 7-29 0 0,1 0-1 0 0,-1 1-1 0 0,1-1 1 0 0,1 1-1 0 0,-1 0 0 0 0,1-1 1 0 0,0 1-1 0 0,0 0 1 0 0,1 0-1 0 0,1 8 1 0 0,-1-13 1 0 0,0 1 0 0 0,1-1-1 0 0,-1 1 1 0 0,1-1 0 0 0,0 0 0 0 0,0 1 0 0 0,-1-1 0 0 0,2 0 0 0 0,-1 0 0 0 0,0 1 0 0 0,0-1 0 0 0,1 0 0 0 0,-1 0-1 0 0,1 0 1 0 0,0-1 0 0 0,-1 1 0 0 0,1 0 0 0 0,0-1 0 0 0,0 1 0 0 0,0-1 0 0 0,0 1 0 0 0,0-1 0 0 0,1 0-1 0 0,-1 0 1 0 0,0 0 0 0 0,1 0 0 0 0,-1 0 0 0 0,0-1 0 0 0,1 1 0 0 0,3 0 0 0 0,4-1 5 0 0,0 0 0 0 0,0-1-1 0 0,0 0 1 0 0,0 0 0 0 0,0-1 0 0 0,0 0 0 0 0,0-1 0 0 0,0 0 0 0 0,-1-1 0 0 0,0 0 0 0 0,1 0-1 0 0,-1-1 1 0 0,-1 0 0 0 0,1 0 0 0 0,-1-1 0 0 0,0-1 0 0 0,0 1 0 0 0,-1-1 0 0 0,0 0-1 0 0,0-1 1 0 0,-1 0 0 0 0,11-15 0 0 0,-10 2 11 0 0,-6 19-10 0 0,-2 1-5 0 0,0 1 0 0 0,0-1 0 0 0,0 1 0 0 0,-1 0 0 0 0,1 0 0 0 0,0-1-1 0 0,0 1 1 0 0,0 0 0 0 0,0 0 0 0 0,0 0 0 0 0,0 0 0 0 0,-1 0 0 0 0,1 1 0 0 0,0-1 0 0 0,0 0-1 0 0,0 0 1 0 0,0 1 0 0 0,-1 0 0 0 0,-1 1-3 0 0,1 1 0 0 0,-1 0 0 0 0,1 1 0 0 0,0-1 0 0 0,0 0 1 0 0,1 1-1 0 0,-1-1 0 0 0,1 1 0 0 0,-1-1 0 0 0,1 1 0 0 0,0-1 0 0 0,-1 8 0 0 0,2-9 2 0 0,0 0 1 0 0,0-1-1 0 0,1 1 1 0 0,-1 0-1 0 0,0 0 1 0 0,0 0-1 0 0,1-1 1 0 0,-1 1-1 0 0,1 0 1 0 0,0 0-1 0 0,0-1 1 0 0,-1 1-1 0 0,1 0 1 0 0,0-1-1 0 0,0 1 0 0 0,0-1 1 0 0,1 1-1 0 0,-1-1 1 0 0,0 0-1 0 0,0 0 1 0 0,1 1-1 0 0,-1-1 1 0 0,1 0-1 0 0,-1 0 1 0 0,1 0-1 0 0,0 0 1 0 0,-1-1-1 0 0,1 1 1 0 0,0 0-1 0 0,3 0 0 0 0,1 1 2 0 0,1-1 0 0 0,0 0 0 0 0,0 0 0 0 0,0 0-1 0 0,0-1 1 0 0,-1 0 0 0 0,1 0 0 0 0,0-1-1 0 0,0 0 1 0 0,0 0 0 0 0,12-5 0 0 0,9-3-8 0 0,40-21 1 0 0,-33 14 2 0 0,-5 0 5 0 0,-26 13-2 0 0,1 0 0 0 0,-1 0 1 0 0,1 1-1 0 0,0-1 0 0 0,0 1 0 0 0,0 1 1 0 0,0-1-1 0 0,0 1 0 0 0,0-1 1 0 0,9 0-1 0 0,-12 2-1 0 0,25 9 3 0 0,-21-3 9 0 0,1 0 0 0 0,0-1 0 0 0,1 0 0 0 0,-1 0 0 0 0,1 0 0 0 0,0-1 0 0 0,0 0 0 0 0,1 0 0 0 0,13 3 0 0 0,-17-6-1 0 0,0 0 1 0 0,0-1-1 0 0,0 0 1 0 0,0 0-1 0 0,0 0 0 0 0,0-1 1 0 0,0 1-1 0 0,0-1 1 0 0,-1 0-1 0 0,1 0 1 0 0,0-1-1 0 0,0 0 0 0 0,-1 0 1 0 0,1 0-1 0 0,-1 0 1 0 0,1-1-1 0 0,4-3 0 0 0,10-2 89 0 0,-18 8-221 0 0,1-1 0 0 0,-1 1 1 0 0,1-1-1 0 0,-1 1 0 0 0,1-1 0 0 0,-1 0 0 0 0,0 0 0 0 0,1 1 0 0 0,-1-1 0 0 0,0 0 0 0 0,1 0 0 0 0,-1 0 0 0 0,0 0 0 0 0,2-2 0 0 0,-3 1-935 0 0,-12-20-6650 0 0</inkml:trace>
</inkml:ink>
</file>

<file path=ppt/ink/ink7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4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87 20 0 0,'-9'-5'1068'0'0,"0"-6"-56"0"0,0 3-84 0 0,4 1-84 0 0,1-4 620 0 0,-3-2-847 0 0,4 4 1235 0 0,13-8-1740 0 0,2 14-652 0 0,3 1-3253 0 0</inkml:trace>
</inkml:ink>
</file>

<file path=ppt/ink/ink7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5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47 172 0 0,'-27'-35'5380'0'0,"23"33"-5213"0"0,0 0-1 0 0,0 1 1 0 0,0-1 0 0 0,0 1 0 0 0,0 0 0 0 0,0 0-1 0 0,0 0 1 0 0,-1 1 0 0 0,1-1 0 0 0,0 1-1 0 0,0 0 1 0 0,-1 0 0 0 0,1 1 0 0 0,0-1 0 0 0,0 1-1 0 0,-5 1 1 0 0,0 0 102 0 0,0 0 0 0 0,0 1 1 0 0,0 1-1 0 0,0-1 0 0 0,-16 10 0 0 0,24-12-248 0 0,0 0-1 0 0,0 0 1 0 0,1 0 0 0 0,-1 0-1 0 0,0 0 1 0 0,0 0-1 0 0,0 0 1 0 0,1 0 0 0 0,-1 0-1 0 0,1 0 1 0 0,-1 1-1 0 0,1-1 1 0 0,-1 0 0 0 0,1 0-1 0 0,0 0 1 0 0,-1 1 0 0 0,1-1-1 0 0,0 0 1 0 0,0 1-1 0 0,0-1 1 0 0,0 0 0 0 0,0 0-1 0 0,0 1 1 0 0,0-1-1 0 0,1 0 1 0 0,-1 0 0 0 0,0 1-1 0 0,1-1 1 0 0,-1 0-1 0 0,1 0 1 0 0,-1 0 0 0 0,1 1-1 0 0,-1-1 1 0 0,1 0-1 0 0,0 0 1 0 0,0 0 0 0 0,0 0-1 0 0,-1 0 1 0 0,1 0-1 0 0,0-1 1 0 0,2 3 0 0 0,40 34 255 0 0,27 4-48 0 0,-48-29-135 0 0,-1 0-1 0 0,-1 1 1 0 0,0 1-1 0 0,33 31 0 0 0,-52-44-25 0 0,-17 18-7 0 0,11-17-50 0 0,1 0 0 0 0,-1 0 0 0 0,0 0-1 0 0,0-1 1 0 0,0 0 0 0 0,1 0 0 0 0,-1 0 0 0 0,0-1-1 0 0,0 1 1 0 0,-8-1 0 0 0,-2 0 5 0 0,3 2-133 0 0,1-1-1 0 0,0 0 1 0 0,-1-1 0 0 0,1 0 0 0 0,-1-1 0 0 0,1-1 0 0 0,0 1-1 0 0,-21-7 1 0 0,29-3-2757 0 0</inkml:trace>
</inkml:ink>
</file>

<file path=ppt/ink/ink7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6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38 88 0 0,'21'-37'10779'0'0,"-19"61"-10238"0"0,-3-8-317 0 0,-1-1 1 0 0,0 1 0 0 0,-2 0 0 0 0,-7 23 0 0 0,-1 4 61 0 0,9-29-217 0 0,-3 8 31 0 0,0 1-1 0 0,2-1 1 0 0,1 1 0 0 0,1 0 0 0 0,0 0-1 0 0,3 26 1 0 0,-1-47-86 0 0,2-2-6 0 0,1 1-6 0 0,0-1 1 0 0,0 0 0 0 0,0 1-1 0 0,0-1 1 0 0,0-1 0 0 0,0 1-1 0 0,0 0 1 0 0,0-1 0 0 0,0 0-1 0 0,0 1 1 0 0,0-1 0 0 0,0 0-1 0 0,0-1 1 0 0,0 1 0 0 0,-1 0-1 0 0,1-1 1 0 0,0 1 0 0 0,-1-1-1 0 0,3-3 1 0 0,9-3 8 0 0,30-17 14 0 0,55-41-1 0 0,19-11 68 0 0,-130 82-87 0 0,-1 1 57 0 0,-1 0 0 0 0,1 1 0 0 0,1 1 1 0 0,-1-1-1 0 0,1 2 0 0 0,1 0 0 0 0,-20 19 1 0 0,30-27-60 0 0,1 0 0 0 0,-1-1 0 0 0,1 1 0 0 0,-1 0 1 0 0,1 0-1 0 0,0-1 0 0 0,-1 1 0 0 0,1 0 1 0 0,0 0-1 0 0,-1-1 0 0 0,1 1 0 0 0,0 0 0 0 0,0 0 1 0 0,0 0-1 0 0,0 0 0 0 0,0-1 0 0 0,0 1 0 0 0,0 0 1 0 0,0 0-1 0 0,0 0 0 0 0,0 0 0 0 0,0-1 0 0 0,1 1 1 0 0,-1 0-1 0 0,0 0 0 0 0,1 0 0 0 0,-1-1 0 0 0,0 1 1 0 0,1 0-1 0 0,-1-1 0 0 0,1 1 0 0 0,0 1 0 0 0,2 0 2 0 0,-1 0-1 0 0,1 1 0 0 0,0-1 0 0 0,0 0 0 0 0,0-1 0 0 0,0 1 0 0 0,0 0 0 0 0,5 1 1 0 0,5 2 7 0 0,1-1 0 0 0,0-1 1 0 0,19 3-1 0 0,-4-3-258 0 0,47 4-1280 0 0,-28-10-5677 0 0</inkml:trace>
</inkml:ink>
</file>

<file path=ppt/ink/ink7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6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21 476 0 0,'0'0'1672'0'0,"-1"-9"-251"0"0,1-2 5873 0 0,7 37-6459 0 0,-1 0 0 0 0,4 39 0 0 0,-7-45-689 0 0,-2-18-95 0 0,0 6-241 0 0,1 14 212 0 0</inkml:trace>
</inkml:ink>
</file>

<file path=ppt/ink/ink7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7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89 352 0 0,'-1'0'257'0'0,"1"-1"-1"0"0,-1 0 1 0 0,0 0 0 0 0,0 0-1 0 0,1 0 1 0 0,-1 0 0 0 0,0 0-1 0 0,1 0 1 0 0,-1 0 0 0 0,1 0-1 0 0,0 0 1 0 0,-1-1 0 0 0,1 1-1 0 0,0 0 1 0 0,-1 0 0 0 0,1 0-1 0 0,0 0 1 0 0,0-2-1 0 0,10-5-28 0 0,1 0 0 0 0,0 2 0 0 0,0-1 0 0 0,1 1 0 0 0,-1 1 0 0 0,1 0 0 0 0,0 1 0 0 0,1 0 0 0 0,18-3 0 0 0,30 0-4538 0 0,-59 7 2508 0 0</inkml:trace>
</inkml:ink>
</file>

<file path=ppt/ink/ink7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7.6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78 572 0 0,'0'0'1520'0'0,"17"4"-264"0"0,3-8-708 0 0,-5 0-64 0 0,0 4-60 0 0,3-5-28 0 0,1 2-47 0 0,0-2-153 0 0,1 2-116 0 0,2-3-120 0 0,3-3-160 0 0,-7 3-97 0 0,0-1-115 0 0,6-2-404 0 0,-6-1-880 0 0,3 0 392 0 0</inkml:trace>
</inkml:ink>
</file>

<file path=ppt/ink/ink7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7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50 184 832 0 0,'0'0'5198'0'0,"-2"6"-4724"0"0,-3 11-55 0 0,1 0 0 0 0,0 1 0 0 0,1-1-1 0 0,1 1 1 0 0,1 0 0 0 0,1-1 0 0 0,1 19 0 0 0,3 0 580 0 0,-12-55-295 0 0,-12-57-314 0 0,18 61-366 0 0,0 0 0 0 0,1-1 0 0 0,0 1-1 0 0,1 0 1 0 0,1-1 0 0 0,1 1-1 0 0,0 0 1 0 0,0 0 0 0 0,11-29-1 0 0,-11 38-22 0 0,0 0-1 0 0,0 0 0 0 0,1 0 1 0 0,0 0-1 0 0,0 0 0 0 0,1 1 1 0 0,-1 0-1 0 0,1-1 0 0 0,1 1 1 0 0,-1 1-1 0 0,1-1 0 0 0,-1 1 1 0 0,1-1-1 0 0,0 1 0 0 0,1 1 1 0 0,-1-1-1 0 0,1 1 0 0 0,0 0 1 0 0,0 0-1 0 0,0 1 0 0 0,0-1 1 0 0,0 1-1 0 0,0 1 0 0 0,1-1 1 0 0,-1 1-1 0 0,7 0 0 0 0,-9 1 2 0 0,0 0 0 0 0,0 0 0 0 0,0 1 0 0 0,0-1-1 0 0,0 1 1 0 0,0 0 0 0 0,0 1 0 0 0,0-1-1 0 0,0 1 1 0 0,0-1 0 0 0,-1 1 0 0 0,1 0-1 0 0,-1 1 1 0 0,0-1 0 0 0,1 0 0 0 0,-1 1 0 0 0,0 0-1 0 0,0 0 1 0 0,-1 0 0 0 0,1 0 0 0 0,0 0-1 0 0,-1 1 1 0 0,0-1 0 0 0,0 1 0 0 0,0-1-1 0 0,0 1 1 0 0,-1 0 0 0 0,1-1 0 0 0,-1 1 0 0 0,0 0-1 0 0,0 0 1 0 0,-1 0 0 0 0,1 0 0 0 0,-1 0-1 0 0,0 1 1 0 0,0-1 0 0 0,0 0 0 0 0,0 0-1 0 0,-1 0 1 0 0,1 0 0 0 0,-1 0 0 0 0,0 0-1 0 0,-1 0 1 0 0,1 0 0 0 0,-1-1 0 0 0,1 1 0 0 0,-1 0-1 0 0,-3 3 1 0 0,-2 2 1 0 0,-1 0-1 0 0,0 0 1 0 0,-1-1 0 0 0,0-1-1 0 0,0 1 1 0 0,0-1 0 0 0,-1-1-1 0 0,-11 6 1 0 0,11-7-523 0 0,0 0-1 0 0,0-2 1 0 0,0 1 0 0 0,0-1 0 0 0,-12 2 0 0 0,5-5-4033 0 0,14 0 1946 0 0</inkml:trace>
</inkml:ink>
</file>

<file path=ppt/ink/ink7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9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40 113 444 0 0,'0'0'5120'0'0,"-23"0"1028"0"0,7-2-2408 0 0,15-1-4403 0 0,25-12 725 0 0,1 1 0 0 0,0 2 1 0 0,51-18-1 0 0,-48 19-50 0 0,25-7 47 0 0,-52 17-63 0 0,4-1-162 0 0,4-3 859 0 0,-17 23-11105 0 0,5-14 7476 0 0</inkml:trace>
</inkml:ink>
</file>

<file path=ppt/ink/ink7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0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64 628 0 0,'-24'-28'2516'0'0,"19"24"-2326"0"0,0 0-1 0 0,0 0 0 0 0,0 1 1 0 0,0 0-1 0 0,-1 0 0 0 0,0 0 1 0 0,1 1-1 0 0,-1 0 0 0 0,0 0 1 0 0,0 0-1 0 0,-1 1 0 0 0,1 0 1 0 0,0 0-1 0 0,0 1 1 0 0,-1-1-1 0 0,1 1 0 0 0,0 1 1 0 0,0-1-1 0 0,-1 1 0 0 0,1 0 1 0 0,0 0-1 0 0,0 1 0 0 0,0 0 1 0 0,0 0-1 0 0,0 0 0 0 0,1 1 1 0 0,-1 0-1 0 0,-5 4 0 0 0,9-6-167 0 0,1 1 0 0 0,0-1 0 0 0,0 1 0 0 0,0 0 0 0 0,0-1 0 0 0,1 1 0 0 0,-1 0 0 0 0,0 0-1 0 0,1-1 1 0 0,-1 1 0 0 0,1 0 0 0 0,0 0 0 0 0,-1 0 0 0 0,1 0 0 0 0,0-1 0 0 0,0 1 0 0 0,0 0-1 0 0,1 0 1 0 0,-1 0 0 0 0,0 0 0 0 0,1 0 0 0 0,-1-1 0 0 0,1 1 0 0 0,-1 0 0 0 0,1 0 0 0 0,0-1-1 0 0,0 1 1 0 0,0 0 0 0 0,0-1 0 0 0,0 1 0 0 0,0-1 0 0 0,2 2 0 0 0,5 8 28 0 0,1 0 0 0 0,-1-1 1 0 0,13 10-1 0 0,-19-17-29 0 0,147 152 291 0 0,-126-126-263 0 0,-1 0 0 0 0,-1 2 0 0 0,32 61 0 0 0,-49-83 14 0 0,1-1 1 0 0,-2 2 0 0 0,1-1-1 0 0,-1 0 1 0 0,-1 1 0 0 0,0-1 0 0 0,0 1-1 0 0,0 15 1 0 0,-2-25-51 0 0,0 1-1 0 0,0-1 1 0 0,0 1 0 0 0,-1-1 0 0 0,1 1-1 0 0,0-1 1 0 0,0 1 0 0 0,-1-1 0 0 0,1 1 0 0 0,0-1-1 0 0,-1 1 1 0 0,1-1 0 0 0,0 0 0 0 0,-1 1-1 0 0,1-1 1 0 0,-1 0 0 0 0,1 1 0 0 0,-1-1-1 0 0,1 0 1 0 0,-1 1 0 0 0,1-1 0 0 0,-1 0-1 0 0,1 0 1 0 0,-1 0 0 0 0,1 1 0 0 0,-1-1-1 0 0,1 0 1 0 0,-1 0 0 0 0,1 0 0 0 0,-1 0-1 0 0,1 0 1 0 0,-1 0 0 0 0,1 0 0 0 0,-1 0-1 0 0,0 0 1 0 0,1 0 0 0 0,-1-1 0 0 0,1 1-1 0 0,-1 0 1 0 0,1 0 0 0 0,-1 0 0 0 0,0-1-1 0 0,-19-8 286 0 0,15 5-258 0 0,0 1-1 0 0,0-1 1 0 0,1 0-1 0 0,0 0 1 0 0,0-1 0 0 0,0 1-1 0 0,0-1 1 0 0,1 0-1 0 0,0 0 1 0 0,0 0-1 0 0,0 0 1 0 0,0 0 0 0 0,1-1-1 0 0,0 0 1 0 0,0 1-1 0 0,-1-9 1 0 0,2 5-13 0 0,0 0 0 0 0,1 0 0 0 0,0 0 0 0 0,0 0 0 0 0,1-1 0 0 0,0 1 0 0 0,1 0 0 0 0,0 0 0 0 0,5-15 0 0 0,2 3-6 0 0,1 0-1 0 0,0 1 1 0 0,1 0 0 0 0,1 1-1 0 0,1 0 1 0 0,1 0 0 0 0,26-26-1 0 0,-32 37-14 0 0,1 1-1 0 0,-1 0 0 0 0,1 0 1 0 0,0 0-1 0 0,1 1 1 0 0,0 0-1 0 0,0 1 0 0 0,0 0 1 0 0,0 1-1 0 0,1 0 1 0 0,0 1-1 0 0,21-4 1 0 0,-24 6-4 0 0,0 0 0 0 0,0 1 0 0 0,-1 0 0 0 0,1 1 0 0 0,0-1 0 0 0,0 1 0 0 0,0 1 0 0 0,-1 0 0 0 0,1 0 0 0 0,-1 1 0 0 0,1-1 0 0 0,-1 1 0 0 0,0 1 0 0 0,0 0 0 0 0,0 0 0 0 0,-1 0 0 0 0,1 1 0 0 0,10 10 0 0 0,-6-5 13 0 0,-1 0 1 0 0,0 1 0 0 0,-1 1 0 0 0,0 0-1 0 0,12 21 1 0 0,-20-32 67 0 0,-3-3-81 0 0,0-1 0 0 0,0 1 0 0 0,1 0 0 0 0,-1-1 0 0 0,1 0 0 0 0,0 1 0 0 0,-1-1 1 0 0,1 0-1 0 0,0 0 0 0 0,1 1 0 0 0,-1-1 0 0 0,0 0 0 0 0,1 0 0 0 0,0-4 0 0 0,0 6-1 0 0,-2-9-36 0 0,0-1 1 0 0,1 0-1 0 0,1 0 1 0 0,0 0 0 0 0,0 1-1 0 0,1-1 1 0 0,1 0-1 0 0,-1 0 1 0 0,2 1 0 0 0,0-1-1 0 0,0 1 1 0 0,1 0 0 0 0,8-17-1 0 0,-10 25-325 0 0,0 0-1 0 0,1 0 1 0 0,0 0 0 0 0,-1 0-1 0 0,1 1 1 0 0,0-1 0 0 0,0 1 0 0 0,0-1-1 0 0,0 1 1 0 0,0 0 0 0 0,1 0-1 0 0,-1 0 1 0 0,0 1 0 0 0,0-1-1 0 0,1 1 1 0 0,4 0 0 0 0,-5-1-1005 0 0,12 0-1428 0 0</inkml:trace>
</inkml:ink>
</file>

<file path=ppt/ink/ink7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1.2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15 292 0 0,'0'0'743'0'0,"-31"-15"4621"0"0,21 19-5097 0 0,1 0 0 0 0,-1 1 0 0 0,1-1 0 0 0,0 2 1 0 0,1 0-1 0 0,-1 0 0 0 0,1 0 0 0 0,0 1 0 0 0,1 0 0 0 0,0 1 1 0 0,0-1-1 0 0,0 1 0 0 0,1 1 0 0 0,0-1 0 0 0,-8 17 1 0 0,14-23-144 0 0,13 23 226 0 0,-11-24-333 0 0,1 0 1 0 0,-1 0-1 0 0,1 0 1 0 0,-1-1 0 0 0,1 1-1 0 0,-1-1 1 0 0,1 1-1 0 0,-1-1 1 0 0,1 0 0 0 0,0 0-1 0 0,-1 0 1 0 0,1 0-1 0 0,0 0 1 0 0,-1-1 0 0 0,4 0-1 0 0,45-13 113 0 0,-37 10-84 0 0,51-19 131 0 0,-63 23-168 0 0,1-1-8 0 0,0 0 0 0 0,0 1 0 0 0,0-1 1 0 0,1 1-1 0 0,-1 0 0 0 0,0 0 0 0 0,0 0 0 0 0,0 0 0 0 0,0 1 0 0 0,0-1 0 0 0,5 2 0 0 0,22 11-261 0 0,9 2-1758 0 0,-9-13-3464 0 0,-18-3 3206 0 0</inkml:trace>
</inkml:ink>
</file>

<file path=ppt/ink/ink7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1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63 172 0 0,'0'-1'138'0'0,"0"1"0"0"0,0 0 0 0 0,0 0 0 0 0,0-1 0 0 0,0 1 0 0 0,1 0 0 0 0,-1-1 0 0 0,0 1 0 0 0,0 0 0 0 0,0 0 0 0 0,0-1 0 0 0,1 1 0 0 0,-1 0 0 0 0,0 0 0 0 0,0 0 0 0 0,1-1 0 0 0,-1 1 0 0 0,0 0 0 0 0,0 0 0 0 0,1 0 0 0 0,-1 0 0 0 0,0 0 0 0 0,1 0 0 0 0,-1-1 0 0 0,0 1 0 0 0,1 0 0 0 0,-1 0 0 0 0,0 0 0 0 0,0 0 0 0 0,1 0 0 0 0,-1 0 0 0 0,0 0 0 0 0,1 0 0 0 0,-1 0 0 0 0,0 0 0 0 0,1 1 0 0 0,-1-1 0 0 0,8 12 1060 0 0,-2 22-607 0 0,-6-32-75 0 0,-1 6-341 0 0,1-8-141 0 0,1 0 0 0 0,-1-1 0 0 0,0 1 0 0 0,0 0 0 0 0,0 0 0 0 0,0 0 0 0 0,0 0 0 0 0,0 0 0 0 0,0 0 0 0 0,0 0 0 0 0,0 0 0 0 0,0 0 0 0 0,1 0 0 0 0,-1 0 0 0 0,0 0 0 0 0,0 0 0 0 0,0 0 0 0 0,0 0 0 0 0,0 0 0 0 0,0 0 0 0 0,0 0-1 0 0,0 0 1 0 0,0 0 0 0 0,1 0 0 0 0,-1 0 0 0 0,0 0 0 0 0,0 0 0 0 0,0 0 0 0 0,0 0 0 0 0,0 1 0 0 0,0-1 0 0 0,0 0 0 0 0,0 0 0 0 0,0 0 0 0 0,0 0 0 0 0,0 0 0 0 0,1 0 0 0 0,-1 0 0 0 0,0 0 0 0 0,0 0 0 0 0,0 0 0 0 0,0 0 0 0 0,0 0 0 0 0,0 1 0 0 0,0-1 0 0 0,0 0 0 0 0,0 0 0 0 0,6-10-3 0 0,0 0-1 0 0,1 1 1 0 0,0 0 0 0 0,1 0-1 0 0,0 1 1 0 0,0 0 0 0 0,1 0-1 0 0,0 1 1 0 0,0 0 0 0 0,1 1-1 0 0,14-8 1 0 0,-21 13-29 0 0,0 0-1 0 0,0 1 1 0 0,0-1-1 0 0,-1 1 1 0 0,1 0 0 0 0,0 0-1 0 0,0 0 1 0 0,0 0 0 0 0,0 0-1 0 0,0 1 1 0 0,-1-1 0 0 0,1 1-1 0 0,0 0 1 0 0,0 0-1 0 0,-1 0 1 0 0,1 0 0 0 0,0 0-1 0 0,3 3 1 0 0,26 7 63 0 0,-31-11 20 0 0,55-3 437 0 0,-39-3-491 0 0,-1 1 1 0 0,1 1 0 0 0,0 0-1 0 0,34-3 1 0 0,1 11-6099 0 0,-35 0 3430 0 0</inkml:trace>
</inkml:ink>
</file>

<file path=ppt/ink/ink7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2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9181 0 0,'6'-67'1217'0'0,"-5"65"-329"0"0,2 7-735 0 0,17 29 93 0 0,-2 2 0 0 0,-1 0 1 0 0,-2 0-1 0 0,14 49 0 0 0,-27-73 393 0 0,-10-28-560 0 0,-11-37-234 0 0,17 39 118 0 0,-1 0 1 0 0,2 1-1 0 0,0-1 0 0 0,0 0 0 0 0,2 0 0 0 0,-1 1 0 0 0,2-1 1 0 0,5-25-1 0 0,-6 37 33 0 0,0 1 1 0 0,0 0 0 0 0,0-1-1 0 0,0 1 1 0 0,0 0 0 0 0,1-1-1 0 0,-1 1 1 0 0,0 0 0 0 0,1 0-1 0 0,-1 0 1 0 0,0 0 0 0 0,1 0-1 0 0,0 0 1 0 0,-1 1 0 0 0,1-1-1 0 0,-1 1 1 0 0,1-1 0 0 0,0 1-1 0 0,-1-1 1 0 0,1 1-1 0 0,0 0 1 0 0,0 0 0 0 0,-1-1-1 0 0,1 2 1 0 0,0-1 0 0 0,-1 0-1 0 0,1 0 1 0 0,0 0 0 0 0,0 1-1 0 0,-1-1 1 0 0,1 1 0 0 0,2 0-1 0 0,61 24-100 0 0,-56-21 47 0 0,21 9-828 0 0,32 14-1437 0 0,-19-13-2591 0 0,-27-9 2375 0 0</inkml:trace>
</inkml:ink>
</file>

<file path=ppt/ink/ink7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2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236 26 484 0 0,'0'0'845'0'0,"-2"-15"2311"0"0,-3 13-2881 0 0,1 0 0 0 0,-1 0 0 0 0,0 1 0 0 0,0 0 0 0 0,0 0 0 0 0,0 0 0 0 0,0 1 0 0 0,0 0 1 0 0,0 0-1 0 0,0 0 0 0 0,0 0 0 0 0,1 1 0 0 0,-1 0 0 0 0,0 0 0 0 0,-8 2 0 0 0,-3 2 223 0 0,0 1-1 0 0,0 0 1 0 0,-23 14-1 0 0,34-18-499 0 0,0 2-1 0 0,0-1 1 0 0,1 0-1 0 0,-1 1 1 0 0,1 0-1 0 0,-1 0 1 0 0,1 1 0 0 0,1-1-1 0 0,-1 1 1 0 0,1-1-1 0 0,-1 1 1 0 0,1 0-1 0 0,-3 9 1 0 0,6-13-372 0 0,0 0 288 0 0,0 0 1 0 0,0-1 0 0 0,0 1 0 0 0,0 0 0 0 0,0 0-1 0 0,1 0 1 0 0,-1-1 0 0 0,0 1 0 0 0,1 0-1 0 0,-1 0 1 0 0,0-1 0 0 0,1 1 0 0 0,-1 0-1 0 0,1-1 1 0 0,-1 1 0 0 0,1 0 0 0 0,0-1 0 0 0,-1 1-1 0 0,1-1 1 0 0,-1 1 0 0 0,1-1 0 0 0,0 1-1 0 0,0-1 1 0 0,-1 1 0 0 0,1-1 0 0 0,0 0 0 0 0,0 1-1 0 0,-1-1 1 0 0,1 0 0 0 0,0 0 0 0 0,0 0-1 0 0,0 0 1 0 0,0 0 0 0 0,-1 1 0 0 0,1-1 0 0 0,0-1-1 0 0,0 1 1 0 0,0 0 0 0 0,1 0 0 0 0,1-1-286 0 0,12-6-2750 0 0,4-5 1114 0 0</inkml:trace>
</inkml:ink>
</file>

<file path=ppt/ink/ink7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2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1596 0 0,'102'-75'4465'0'0,"-100"74"-4056"0"0,14 16 2243 0 0,-12 16-1486 0 0,-2-1 0 0 0,-1 50 0 0 0,1 34-1712 0 0,-1-108-330 0 0,4 15-838 0 0,5-14-3540 0 0</inkml:trace>
</inkml:ink>
</file>

<file path=ppt/ink/ink7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3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84 492 0 0,'0'0'3363'0'0,"-5"4"-2832"0"0,1-1-370 0 0,3-2-107 0 0,-1 0 1 0 0,1 0 0 0 0,-1 0-1 0 0,1 1 1 0 0,-1-1-1 0 0,1 0 1 0 0,0 1-1 0 0,0-1 1 0 0,0 1-1 0 0,0-1 1 0 0,0 1-1 0 0,0 0 1 0 0,-1 3-1 0 0,2-4 332 0 0,6 14 266 0 0,-6-14-614 0 0,0 1 0 0 0,1-1-1 0 0,-1 1 1 0 0,1-1 0 0 0,-1 0-1 0 0,1 1 1 0 0,-1-1 0 0 0,1 0-1 0 0,0 1 1 0 0,-1-1 0 0 0,1 0-1 0 0,0 0 1 0 0,0 0 0 0 0,1 2-1 0 0,1-1 54 0 0,0 1 0 0 0,0-1-1 0 0,0 1 1 0 0,0-1-1 0 0,0 0 1 0 0,0 0 0 0 0,1-1-1 0 0,-1 1 1 0 0,1-1-1 0 0,-1 0 1 0 0,1 1 0 0 0,0-2-1 0 0,-1 1 1 0 0,1 0 0 0 0,0-1-1 0 0,0 1 1 0 0,-1-1-1 0 0,1 0 1 0 0,0-1 0 0 0,0 1-1 0 0,-1 0 1 0 0,1-1-1 0 0,0 0 1 0 0,-1 0 0 0 0,1 0-1 0 0,5-3 1 0 0,-5 1 24 0 0,-1 1-1 0 0,1-1 1 0 0,-1 0 0 0 0,0 0-1 0 0,0 0 1 0 0,0-1 0 0 0,0 1-1 0 0,0-1 1 0 0,-1 0 0 0 0,0 1-1 0 0,0-1 1 0 0,0 0 0 0 0,0 0 0 0 0,-1-1-1 0 0,1 1 1 0 0,-1 0 0 0 0,0 0-1 0 0,0-1 1 0 0,-1 1 0 0 0,1-1-1 0 0,-1 1 1 0 0,0-6 0 0 0,0 6-53 0 0,0-1 0 0 0,-1 0 0 0 0,0 1 1 0 0,1-1-1 0 0,-1 0 0 0 0,-1 1 0 0 0,1-1 0 0 0,-1 1 1 0 0,0 0-1 0 0,0-1 0 0 0,0 1 0 0 0,0 0 1 0 0,-1 0-1 0 0,0 0 0 0 0,-3-4 0 0 0,4 7-351 0 0,-13 2-2437 0 0,13 0 2196 0 0,-5 1-41 0 0,0 4-3259 0 0,1 1 991 0 0</inkml:trace>
</inkml:ink>
</file>

<file path=ppt/ink/ink7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3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157 245 16 0 0,'-26'28'3928'0'0,"25"-26"-3821"0"0,-1 2 122 0 0,-1 0 0 0 0,1 0 0 0 0,0 0 1 0 0,0 0-1 0 0,1 0 0 0 0,0 0 0 0 0,-1 0 0 0 0,1 1 1 0 0,0-1-1 0 0,1 0 0 0 0,-1 1 0 0 0,1-1 0 0 0,0 1 1 0 0,0-1-1 0 0,1 1 0 0 0,-1-1 0 0 0,1 0 0 0 0,0 1 1 0 0,2 5-1 0 0,-3-9-192 0 0,1-1 1 0 0,0 1-1 0 0,0 0 1 0 0,-1-1-1 0 0,1 1 0 0 0,0-1 1 0 0,0 1-1 0 0,0-1 1 0 0,0 1-1 0 0,0-1 1 0 0,0 0-1 0 0,0 1 1 0 0,-1-1-1 0 0,1 0 1 0 0,0 0-1 0 0,0 0 0 0 0,0 0 1 0 0,0 0-1 0 0,0 0 1 0 0,0 0-1 0 0,0 0 1 0 0,0 0-1 0 0,0 0 1 0 0,0 0-1 0 0,0-1 0 0 0,0 1 1 0 0,0 0-1 0 0,0-1 1 0 0,0 1-1 0 0,0-1 1 0 0,0 1-1 0 0,0-1 1 0 0,-1 1-1 0 0,2-2 1 0 0,26-18 684 0 0,-24 15-638 0 0,0 0 0 0 0,-1 0-1 0 0,1-1 1 0 0,-1 0-1 0 0,0 1 1 0 0,-1-1 0 0 0,0 0-1 0 0,1-1 1 0 0,-2 1 0 0 0,1 0-1 0 0,-1 0 1 0 0,0-1-1 0 0,0 1 1 0 0,-1-8 0 0 0,0 3 34 0 0,-1 1 0 0 0,0-1 1 0 0,-1 1-1 0 0,0 0 1 0 0,-1 0-1 0 0,0 0 1 0 0,0 0-1 0 0,-7-13 0 0 0,4 12-119 0 0,0-1-1 0 0,-1 2 0 0 0,0-1 1 0 0,0 1-1 0 0,-1 0 1 0 0,0 0-1 0 0,-1 1 0 0 0,0 0 1 0 0,-1 0-1 0 0,0 1 0 0 0,0 1 1 0 0,0 0-1 0 0,-1 0 0 0 0,-20-9 1 0 0,6 19-2044 0 0,13-1-3816 0 0</inkml:trace>
</inkml:ink>
</file>

<file path=ppt/ink/ink7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3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0 483 940 0 0,'0'0'1010'0'0,"22"-22"3133"0"0,-1-26-572 0 0,-21 46-3304 0 0,1 0 85 0 0,-1 2-327 0 0,0 0-1 0 0,0-1 0 0 0,0 1 0 0 0,0 0 0 0 0,0 0 0 0 0,0 0 0 0 0,0 0 1 0 0,0-1-1 0 0,0 1 0 0 0,0 0 0 0 0,0 0 0 0 0,0 0 0 0 0,0-1 0 0 0,0 1 0 0 0,0 0 1 0 0,0 0-1 0 0,1 0 0 0 0,-1 0 0 0 0,0-1 0 0 0,0 1 0 0 0,0 0 0 0 0,0 0 1 0 0,0 0-1 0 0,0 0 0 0 0,0 0 0 0 0,0 0 0 0 0,1-1 0 0 0,-1 1 0 0 0,0 0 1 0 0,0 0-1 0 0,0 0 0 0 0,0 0 0 0 0,1 0 0 0 0,-1 0 0 0 0,0 0 0 0 0,0 0 0 0 0,0 0 1 0 0,0 0-1 0 0,1 0 0 0 0,-1-1 0 0 0,0 1 0 0 0,0 0 0 0 0,0 0 0 0 0,0 0 1 0 0,1 0-1 0 0,-1 1 0 0 0,0-1 0 0 0,0 0 0 0 0,0 0 0 0 0,1 0 0 0 0,1 4-2 0 0,0-1-1 0 0,1 1 0 0 0,-1-1 1 0 0,1 0-1 0 0,0 1 0 0 0,0-1 1 0 0,0-1-1 0 0,1 1 0 0 0,-1 0 0 0 0,1-1 1 0 0,-1 1-1 0 0,1-1 0 0 0,0 0 1 0 0,0 0-1 0 0,0-1 0 0 0,7 3 1 0 0,-4-3-5 0 0,1 1 1 0 0,0-1 0 0 0,0-1-1 0 0,0 1 1 0 0,0-1 0 0 0,-1-1 0 0 0,1 0-1 0 0,14-2 1 0 0,-7-1-4 0 0,0 0 0 0 0,0-2 1 0 0,0 1-1 0 0,-1-2 0 0 0,0 0 0 0 0,0 0 0 0 0,0-1 0 0 0,-1-1 1 0 0,13-12-1 0 0,-14 9 23 0 0,0-1 0 0 0,-1 0 0 0 0,-1-1 0 0 0,0 0-1 0 0,-1 0 1 0 0,-1-1 0 0 0,0 0 0 0 0,-1-1 0 0 0,0 0 0 0 0,-2 0 0 0 0,0 0 0 0 0,0-1 0 0 0,-2 0 0 0 0,0 0 0 0 0,-1 0 0 0 0,-1 0 0 0 0,0 0 0 0 0,-1 0 0 0 0,-3-24 0 0 0,2 39 15 0 0,1 0 0 0 0,0 1 1 0 0,0-1-1 0 0,0 0 1 0 0,-1 0-1 0 0,1 1 1 0 0,-1-1-1 0 0,1 0 1 0 0,-1 1-1 0 0,0-1 1 0 0,0 0-1 0 0,0 1 1 0 0,0-1-1 0 0,0 1 1 0 0,0-1-1 0 0,0 1 0 0 0,0 0 1 0 0,-1-1-1 0 0,1 1 1 0 0,0 0-1 0 0,-1 0 1 0 0,1 0-1 0 0,-1 0 1 0 0,1 0-1 0 0,-3-1 1 0 0,2 2 161 0 0,-20 15 210 0 0,15-9-364 0 0,0 0 0 0 0,1 1 0 0 0,-1 0 0 0 0,2 0 0 0 0,-1 1 0 0 0,1 0 0 0 0,0 0 0 0 0,1 0 0 0 0,0 0 0 0 0,0 1 0 0 0,1-1 0 0 0,0 1 0 0 0,0 0 0 0 0,-1 10 0 0 0,-2 14-573 0 0,1 0 0 0 0,-1 47 1 0 0,7-19-2030 0 0,6-21-2559 0 0,2-15 1367 0 0</inkml:trace>
  <inkml:trace contextRef="#ctx0" brushRef="#br0" timeOffset="1">1015 616 12633 0 0,'5'-3'112'0'0,"0"-1"0"0"0,0 0 0 0 0,0 0 0 0 0,-1-1 0 0 0,1 1 0 0 0,-1-1 0 0 0,0 0 0 0 0,-1 0-1 0 0,1 0 1 0 0,-1 0 0 0 0,0-1 0 0 0,-1 0 0 0 0,1 1 0 0 0,-1-1 0 0 0,0 0 0 0 0,0 0 0 0 0,-1 0 0 0 0,0 0 0 0 0,0-1 0 0 0,0 1 0 0 0,-1 0-1 0 0,-1-11 1 0 0,1 16-157 0 0,0 1-1 0 0,0-1 0 0 0,0 1 1 0 0,-1-1-1 0 0,1 1 0 0 0,0-1 1 0 0,-1 1-1 0 0,1-1 0 0 0,-1 1 1 0 0,1-1-1 0 0,-1 1 0 0 0,1 0 1 0 0,0-1-1 0 0,-1 1 0 0 0,1 0 1 0 0,-1-1-1 0 0,1 1 0 0 0,-1 0 1 0 0,0 0-1 0 0,1 0 0 0 0,-1-1 1 0 0,1 1-1 0 0,-1 0 0 0 0,1 0 1 0 0,-1 0-1 0 0,0 0 0 0 0,1 0 1 0 0,-1 0-1 0 0,1 0 0 0 0,-2 0 1 0 0,-17 1-945 0 0,16 0 935 0 0,-84 11-6897 0 0,52-4 3693 0 0</inkml:trace>
</inkml:ink>
</file>

<file path=ppt/ink/ink7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15.2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309 52 444 0 0,'-21'-27'6586'0'0,"10"15"-4501"0"0,11 11-2011 0 0,0 1 0 0 0,0-1 0 0 0,-1 1 0 0 0,1-1 1 0 0,0 0-1 0 0,0 1 0 0 0,-1-1 0 0 0,1 1 0 0 0,-1-1 0 0 0,1 1 0 0 0,0-1 1 0 0,-1 1-1 0 0,1-1 0 0 0,-1 1 0 0 0,1-1 0 0 0,-1 1 0 0 0,1-1 1 0 0,-1 1-1 0 0,0 0 0 0 0,1-1 0 0 0,-1 1 0 0 0,1 0 0 0 0,-1 0 0 0 0,0 0 1 0 0,1-1-1 0 0,-1 1 0 0 0,0 0 0 0 0,1 0 0 0 0,-1 0 0 0 0,0 0 0 0 0,1 0 1 0 0,-1 0-1 0 0,0 0 0 0 0,1 0 0 0 0,-1 0 0 0 0,0 0 0 0 0,1 1 1 0 0,-1-1-1 0 0,1 0 0 0 0,-1 0 0 0 0,0 1 0 0 0,1-1 0 0 0,-1 0 0 0 0,1 1 1 0 0,-1-1-1 0 0,1 0 0 0 0,-1 1 0 0 0,1-1 0 0 0,-1 1 0 0 0,1-1 1 0 0,-1 1-1 0 0,1-1 0 0 0,-1 1 0 0 0,1-1 0 0 0,0 1 0 0 0,-1 0 0 0 0,1-1 1 0 0,0 1-1 0 0,-1 1 0 0 0,-44 59 436 0 0,-135 202 397 0 0,177-259-896 0 0,1 1 1 0 0,-1 0-1 0 0,1-1 0 0 0,0 1 0 0 0,0 0 0 0 0,0 1 0 0 0,0-1 0 0 0,1 0 0 0 0,0 0 0 0 0,0 1 1 0 0,0 7-1 0 0,3-10-9 0 0,1-2-2 0 0,1-1 0 0 0,-1 1 0 0 0,0 0 0 0 0,1-1 0 0 0,-1 0-1 0 0,1 1 1 0 0,-1-2 0 0 0,1 1 0 0 0,-1 0 0 0 0,1-1 0 0 0,-1 1-1 0 0,1-1 1 0 0,-1 0 0 0 0,0 0 0 0 0,1 0 0 0 0,3-3 0 0 0,3 1 4 0 0,28-9 9 0 0,-1-2-1 0 0,0-1 1 0 0,0-2 0 0 0,63-41 0 0 0,-98 57-19 0 0,-3 14-20 0 0,-1 0 21 0 0,0 1 0 0 0,-1-1 0 0 0,-7 21 1 0 0,-6 30 9 0 0,13-43-90 0 0,0-6 36 0 0,1 1 0 0 0,1-1 0 0 0,0 24 0 0 0,2-33-309 0 0,0 0 0 0 0,0 0 0 0 0,0 0 0 0 0,1-1 0 0 0,0 1 0 0 0,0 0 0 0 0,4 8 0 0 0,-6-14 287 0 0,1 0-1 0 0,-1 0 0 0 0,0 1 1 0 0,0-1-1 0 0,0 0 0 0 0,0 0 1 0 0,1 1-1 0 0,-1-1 0 0 0,0 0 1 0 0,0 0-1 0 0,1 0 0 0 0,-1 1 0 0 0,0-1 1 0 0,0 0-1 0 0,1 0 0 0 0,-1 0 1 0 0,0 0-1 0 0,0 0 0 0 0,1 0 1 0 0,-1 0-1 0 0,0 1 0 0 0,1-1 1 0 0,-1 0-1 0 0,0 0 0 0 0,0 0 1 0 0,1 0-1 0 0,-1 0 0 0 0,0 0 0 0 0,1 0 1 0 0,-1 0-1 0 0,0-1 0 0 0,1 1 1 0 0,-1 0-1 0 0,0 0 0 0 0,0 0 1 0 0,1 0-1 0 0,-1 0 0 0 0,0 0 1 0 0,0 0-1 0 0,1-1 0 0 0,-1 1 1 0 0,0 0-1 0 0,0 0 0 0 0,1 0 0 0 0,-1-1 1 0 0,3-2-261 0 0,18-22-3646 0 0,-14 9 1509 0 0</inkml:trace>
</inkml:ink>
</file>

<file path=ppt/ink/ink7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28:15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670 271 112 0 0,'-14'-1'245'0'0,"0"0"0"0"0,0 1 1 0 0,-1 1-1 0 0,1 0 0 0 0,0 1 0 0 0,0 1 0 0 0,0 0 1 0 0,0 1-1 0 0,0 0 0 0 0,1 1 0 0 0,0 0 0 0 0,0 1 1 0 0,0 1-1 0 0,1 0 0 0 0,-1 1 0 0 0,2 0 0 0 0,-13 11 1 0 0,-6 7 173 0 0,0 2 0 0 0,1 1 1 0 0,2 1-1 0 0,-42 61 1 0 0,35-40 20 0 0,2 2-1 0 0,2 2 1 0 0,3 0 0 0 0,-39 115 0 0 0,56-136-298 0 0,1 1-1 0 0,1 1 1 0 0,2 0 0 0 0,1-1-1 0 0,2 2 1 0 0,2-1-1 0 0,1 0 1 0 0,2 0 0 0 0,12 67-1 0 0,-8-82-89 0 0,0 1-1 0 0,2 0 0 0 0,1-1 1 0 0,0-1-1 0 0,2 0 1 0 0,0 0-1 0 0,2-1 0 0 0,0 0 1 0 0,0-1-1 0 0,2-1 0 0 0,0 0 1 0 0,2-1-1 0 0,-1-1 1 0 0,2 0-1 0 0,0-1 0 0 0,0-1 1 0 0,2-1-1 0 0,38 19 0 0 0,-22-16-7 0 0,-1-1 1 0 0,2-1-1 0 0,0-3 0 0 0,0-1 0 0 0,0-1 0 0 0,1-2 0 0 0,1-2 0 0 0,-1-1 0 0 0,0-2 0 0 0,64-7 0 0 0,-30-5-21 0 0,-1-3 1 0 0,-1-4-1 0 0,0-2 1 0 0,-1-4-1 0 0,-1-2 0 0 0,-2-3 1 0 0,-1-3-1 0 0,-1-3 1 0 0,113-84-1 0 0,-147 96-12 0 0,0-1 1 0 0,-2-2-1 0 0,0-1 0 0 0,-2-1 1 0 0,-1-1-1 0 0,-2-2 0 0 0,24-39 1 0 0,-34 47-7 0 0,-1-1 0 0 0,-1 0 0 0 0,-1-1 0 0 0,-1 0 0 0 0,-1-1 0 0 0,-2 0 1 0 0,0 0-1 0 0,-2 0 0 0 0,-1-1 0 0 0,-1 1 0 0 0,-2-35 0 0 0,-4 4-5 0 0,-3 0 0 0 0,-2 1-1 0 0,-3 0 1 0 0,-3 0 0 0 0,-2 1-1 0 0,-2 1 1 0 0,-2 1 0 0 0,-3 1 0 0 0,-2 1-1 0 0,-2 1 1 0 0,-56-75 0 0 0,73 112-22 0 0,0 1 1 0 0,-1 0-1 0 0,0 1 0 0 0,-1 0 1 0 0,0 0-1 0 0,0 2 0 0 0,-1-1 1 0 0,-1 2-1 0 0,1 0 1 0 0,-1 1-1 0 0,-1 0 0 0 0,1 1 1 0 0,-29-6-1 0 0,25 9-209 0 0,-1 0 0 0 0,1 2 0 0 0,-1 0-1 0 0,1 1 1 0 0,-1 1 0 0 0,0 1 0 0 0,1 1 0 0 0,0 0-1 0 0,-1 1 1 0 0,2 2 0 0 0,-23 8 0 0 0,-2 3-1998 0 0,-48 28-1 0 0,30-10-328 0 0</inkml:trace>
</inkml:ink>
</file>

<file path=ppt/ink/ink7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0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286 120 56 0 0,'0'0'1552'0'0,"-19"-40"1042"0"0,18 38-2400 0 0,-16-29 1301 0 0,-5-14 1371 0 0,21 43-2168 0 0,-32 32-455 0 0,24-13-175 0 0,-23 42 115 0 0,-2-1-1 0 0,-76 95 1 0 0,103-141-177 0 0,10-7 7 0 0,23-9 24 0 0,38-21 15 0 0,-62 24-52 0 0,55-25-3 0 0,1 3 0 0 0,0 2 0 0 0,64-13 0 0 0,-100 22 25 0 0,-21 12-22 0 0,-1 0 0 0 0,0 0 0 0 0,0 0 1 0 0,0 0-1 0 0,1-1 0 0 0,-1 1 0 0 0,0 0 1 0 0,0 0-1 0 0,0 0 0 0 0,1 0 1 0 0,-1 0-1 0 0,0 0 0 0 0,0-1 0 0 0,0 1 1 0 0,0 0-1 0 0,0 0 0 0 0,1 0 0 0 0,-1 0 1 0 0,0-1-1 0 0,0 1 0 0 0,0 0 0 0 0,0 0 1 0 0,0 0-1 0 0,0-1 0 0 0,0 1 1 0 0,0 0-1 0 0,0 0 0 0 0,0 0 0 0 0,0-1 1 0 0,0 1-1 0 0,0 0 0 0 0,0 0 0 0 0,0 0 1 0 0,0-1-1 0 0,0 1 0 0 0,0 0 0 0 0,0 0 1 0 0,0-1-1 0 0,0 1 0 0 0,0 0 0 0 0,0 0 1 0 0,0 0-1 0 0,0 0 0 0 0,0-1 1 0 0,-1 1-1 0 0,1 0 0 0 0,0 0 0 0 0,0 0 1 0 0,0 0-1 0 0,0-1 0 0 0,0 1 0 0 0,-1 0 1 0 0,1 0-1 0 0,0 0 0 0 0,0 0 0 0 0,0 0 1 0 0,-1 0-1 0 0,1 0 0 0 0,0-1 1 0 0,0 1-1 0 0,0 0 0 0 0,-1 0 0 0 0,-2 0 7 0 0,0 0 1 0 0,0 0-1 0 0,0 0 0 0 0,0 0 0 0 0,1 1 0 0 0,-1-1 0 0 0,0 1 1 0 0,0 0-1 0 0,0 0 0 0 0,0 0 0 0 0,1 0 0 0 0,-1 0 0 0 0,1 1 1 0 0,-1-1-1 0 0,1 1 0 0 0,-1 0 0 0 0,1-1 0 0 0,0 1 0 0 0,0 0 0 0 0,0 1 1 0 0,0-1-1 0 0,0 0 0 0 0,-2 3 0 0 0,0 2 15 0 0,0 0 1 0 0,0 0-1 0 0,0 1 0 0 0,1-1 1 0 0,0 1-1 0 0,1 0 0 0 0,0-1 1 0 0,-2 11-1 0 0,-1 9-57 0 0,1-1 1 0 0,0 52-1 0 0,12-24-4289 0 0</inkml:trace>
</inkml:ink>
</file>

<file path=ppt/ink/ink7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00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435 101 476 0 0,'-27'6'487'0'0,"1"2"-1"0"0,-1 1 1 0 0,2 1-1 0 0,-1 2 1 0 0,1 0-1 0 0,1 1 1 0 0,0 2-1 0 0,1 0 1 0 0,-34 31-1 0 0,43-35-309 0 0,1 2 0 0 0,0-1-1 0 0,1 2 1 0 0,1 0 0 0 0,0 0-1 0 0,1 1 1 0 0,0 0 0 0 0,1 1 0 0 0,1 0-1 0 0,1 1 1 0 0,0-1 0 0 0,1 1 0 0 0,1 0-1 0 0,0 1 1 0 0,-3 33 0 0 0,7-42-119 0 0,1 1 0 0 0,0-1 0 0 0,1 1 1 0 0,0 0-1 0 0,0-1 0 0 0,1 1 0 0 0,1-1 0 0 0,0 0 1 0 0,0 0-1 0 0,0 0 0 0 0,1 0 0 0 0,1 0 0 0 0,6 11 1 0 0,-2-9-8 0 0,-1-1 1 0 0,2 1-1 0 0,-1-1 0 0 0,1-1 1 0 0,1 0-1 0 0,0 0 1 0 0,0-1-1 0 0,17 9 1 0 0,10 1 21 0 0,0-1 0 0 0,1-2 1 0 0,1-2-1 0 0,0-1 1 0 0,44 6-1 0 0,-51-12-37 0 0,-1-2-1 0 0,1-1 1 0 0,0-1 0 0 0,0-2-1 0 0,0-1 1 0 0,0-2 0 0 0,-1-1 0 0 0,1-2-1 0 0,-1-1 1 0 0,0-1 0 0 0,32-14-1 0 0,-45 15-23 0 0,-1-1 0 0 0,-1-1 1 0 0,1 0-1 0 0,-2-1 0 0 0,1-1 0 0 0,-1-1 0 0 0,-1 0 0 0 0,0-1 0 0 0,-1-1 0 0 0,0 0 0 0 0,-1 0 0 0 0,-1-2 0 0 0,0 0 0 0 0,-1 0 1 0 0,-1-1-1 0 0,-1 0 0 0 0,0 0 0 0 0,-1-1 0 0 0,10-33 0 0 0,-13 29 19 0 0,-1 0-1 0 0,-1 0 1 0 0,-1 0 0 0 0,0-1-1 0 0,-2 1 1 0 0,-1 0 0 0 0,-1-1 0 0 0,0 1-1 0 0,-2 0 1 0 0,-1 0 0 0 0,0 0-1 0 0,-2 1 1 0 0,-15-36 0 0 0,17 46 1 0 0,-1 0 0 0 0,0 0 0 0 0,0 1-1 0 0,-1 0 1 0 0,-1 0 0 0 0,1 1 0 0 0,-2 0 0 0 0,1 0 0 0 0,-1 1 0 0 0,0 0 0 0 0,-1 0 0 0 0,0 1 0 0 0,0 0 0 0 0,-1 1 0 0 0,0 1 0 0 0,0-1 0 0 0,0 2 0 0 0,0-1 0 0 0,-1 2-1 0 0,0-1 1 0 0,0 2 0 0 0,0-1 0 0 0,0 2 0 0 0,0 0 0 0 0,0 0 0 0 0,-22 2 0 0 0,20 0-71 0 0,0 1 1 0 0,0 0-1 0 0,0 1 0 0 0,0 0 0 0 0,1 1 0 0 0,-1 1 1 0 0,1 0-1 0 0,0 1 0 0 0,1 0 0 0 0,-13 8 1 0 0,15-7-700 0 0,2 0 0 0 0,-1 0 1 0 0,1 1-1 0 0,0 0 0 0 0,0 0 1 0 0,1 1-1 0 0,0 0 0 0 0,-6 12 1 0 0,4-4-1955 0 0</inkml:trace>
</inkml:ink>
</file>

<file path=ppt/ink/ink7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5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143 190 484 0 0,'4'-22'1288'0'0,"0"-1"1"0"0,-2 1-1 0 0,0-1 1 0 0,-2 0-1 0 0,-3-39 1 0 0,3 61-1256 0 0,0 0 1 0 0,0 1-1 0 0,0-1 1 0 0,-1 1-1 0 0,1-1 1 0 0,0 0-1 0 0,0 1 1 0 0,-1-1-1 0 0,1 0 1 0 0,0 1-1 0 0,-1-1 1 0 0,1 1-1 0 0,-1-1 1 0 0,1 1-1 0 0,0-1 1 0 0,-1 1-1 0 0,1-1 1 0 0,-1 1-1 0 0,1-1 0 0 0,-1 1 1 0 0,0 0-1 0 0,1-1 1 0 0,-1 1-1 0 0,1 0 1 0 0,-1-1-1 0 0,0 1 1 0 0,1 0-1 0 0,-1 0 1 0 0,0 0-1 0 0,1 0 1 0 0,-1 0-1 0 0,0 0 1 0 0,1 0-1 0 0,-1 0 1 0 0,0 0-1 0 0,1 0 1 0 0,-1 0-1 0 0,0 0 1 0 0,1 0-1 0 0,-1 0 1 0 0,0 0-1 0 0,1 1 1 0 0,-1-1-1 0 0,0 0 1 0 0,1 1-1 0 0,-1-1 1 0 0,1 0-1 0 0,-1 1 1 0 0,1-1-1 0 0,-1 1 1 0 0,1-1-1 0 0,-1 0 1 0 0,0 2-1 0 0,-31 25 384 0 0,20-14-260 0 0,0 1 0 0 0,1 1-1 0 0,1-1 1 0 0,0 2 0 0 0,1 0 0 0 0,-9 21 0 0 0,16-33-121 0 0,0 1 0 0 0,1 0 0 0 0,-1 0 0 0 0,1 0 0 0 0,1-1-1 0 0,-1 1 1 0 0,0 0 0 0 0,1 0 0 0 0,0 0 0 0 0,0 0 0 0 0,1 0 0 0 0,1 7-1 0 0,-1-9-17 0 0,0 1 0 0 0,1-1-1 0 0,-1 0 1 0 0,1 0-1 0 0,0 0 1 0 0,0 0-1 0 0,0-1 1 0 0,0 1-1 0 0,1 0 1 0 0,-1-1-1 0 0,1 0 1 0 0,-1 1-1 0 0,1-1 1 0 0,0 0-1 0 0,0 0 1 0 0,0-1-1 0 0,0 1 1 0 0,0-1-1 0 0,0 1 1 0 0,4 0-1 0 0,33 11 90 0 0,61 11 0 0 0,-61-17-58 0 0,0 3 1 0 0,61 23 0 0 0,-91-29-43 0 0,0 1-1 0 0,0 0 1 0 0,-1 0 0 0 0,0 1-1 0 0,0 0 1 0 0,0 0 0 0 0,-1 1-1 0 0,1 1 1 0 0,-2-1 0 0 0,1 1-1 0 0,-1 1 1 0 0,-1-1 0 0 0,1 1-1 0 0,6 14 1 0 0,-10-17-2 0 0,0 0-1 0 0,-1 0 0 0 0,1 0 1 0 0,-2 0-1 0 0,1 1 1 0 0,-1-1-1 0 0,0 1 1 0 0,0-1-1 0 0,0 1 1 0 0,-1-1-1 0 0,0 1 0 0 0,-1 0 1 0 0,1-1-1 0 0,-1 1 1 0 0,-3 9-1 0 0,1-6 16 0 0,-1 0 0 0 0,0-1 0 0 0,-1 1 0 0 0,0-1 0 0 0,-1 0 0 0 0,1-1 0 0 0,-2 1 0 0 0,1-1 1 0 0,-9 7-1 0 0,-5 4 94 0 0,-1-1 1 0 0,0-1 0 0 0,-2-1 0 0 0,0-1 0 0 0,-1-1 0 0 0,-39 17 0 0 0,46-24-39 0 0,1-1 1 0 0,-2-1 0 0 0,1 0 0 0 0,-28 3-1 0 0,36-7-49 0 0,0 0-1 0 0,0-1 1 0 0,0 1-1 0 0,0-2 1 0 0,-1 0-1 0 0,1 0 1 0 0,0 0-1 0 0,0-1 1 0 0,0-1-1 0 0,-11-4 1 0 0,19 7-83 0 0,-1-1 0 0 0,1 0 0 0 0,0 0 0 0 0,0 0 1 0 0,0 0-1 0 0,0 0 0 0 0,0 0 0 0 0,0 0 0 0 0,0 0 0 0 0,0 0 0 0 0,0 0 0 0 0,0 0 0 0 0,1-1 1 0 0,-1 1-1 0 0,1 0 0 0 0,-1-1 0 0 0,1 1 0 0 0,-1 0 0 0 0,1-1 0 0 0,0 1 0 0 0,-1-1 0 0 0,1 1 1 0 0,0 0-1 0 0,0-1 0 0 0,0 1 0 0 0,0-1 0 0 0,0 1 0 0 0,1-1 0 0 0,-1 1 0 0 0,0 0 0 0 0,1-1 1 0 0,-1 1-1 0 0,1-1 0 0 0,-1 1 0 0 0,1 0 0 0 0,-1 0 0 0 0,2-2 0 0 0,4-8-1091 0 0,-1 1 1 0 0,2-1-1 0 0,10-13 0 0 0,-9 14-1184 0 0,8-12-789 0 0</inkml:trace>
</inkml:ink>
</file>

<file path=ppt/ink/ink7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15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0 464 628 0 0,'23'-28'1153'0'0,"1"1"0"0"0,1 2 0 0 0,1 1 1 0 0,1 0-1 0 0,57-36 0 0 0,-75 53-948 0 0,63-45 910 0 0,2 4 1 0 0,2 3-1 0 0,128-57 0 0 0,-135 81-183 0 0,-66 21-817 0 0,-2 0-139 0 0,-1 1 0 0 0,1 0 0 0 0,-1-1 0 0 0,1 1 0 0 0,-1 0 1 0 0,0-1-1 0 0,1 1 0 0 0,-1 0 0 0 0,0 0 0 0 0,1 0 0 0 0,-1-1 0 0 0,0 1 0 0 0,0 0 0 0 0,0 0 1 0 0,0 0-1 0 0,0-1 0 0 0,0 1 0 0 0,0 0 0 0 0,0 0 0 0 0,0 0 0 0 0,0-1 0 0 0,0 1 0 0 0,0 0 1 0 0,0 0-1 0 0,-1 0 0 0 0,1-1 0 0 0,0 1 0 0 0,-1 0 0 0 0,1 0 0 0 0,-1-1 0 0 0,1 1 0 0 0,0 0 1 0 0,-1-1-1 0 0,0 1 0 0 0,0 0 0 0 0,-27 39-947 0 0,17-25 36 0 0,-24 29-4249 0 0,16-23 2198 0 0</inkml:trace>
</inkml:ink>
</file>

<file path=ppt/ink/ink7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27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28 159 92 0 0,'-27'-74'6604'0'0,"26"73"-6275"0"0,2-57 1419 0 0,6 33-906 0 0,-7 25-830 0 0,1 0 1 0 0,-1 0 0 0 0,0 0-1 0 0,1 0 1 0 0,-1 0-1 0 0,0 0 1 0 0,0-1-1 0 0,1 1 1 0 0,-1 0 0 0 0,0 0-1 0 0,1 0 1 0 0,-1 0-1 0 0,0 1 1 0 0,0-1-1 0 0,1 0 1 0 0,-1 0 0 0 0,0 0-1 0 0,0 0 1 0 0,1 0-1 0 0,-1 0 1 0 0,0 0-1 0 0,1 0 1 0 0,-1 1 0 0 0,0-1-1 0 0,0 0 1 0 0,0 0-1 0 0,1 0 1 0 0,-1 0-1 0 0,0 1 1 0 0,0-1 0 0 0,0 0-1 0 0,1 0 1 0 0,-1 1-1 0 0,0-1 1 0 0,0 0-1 0 0,0 0 1 0 0,0 1 0 0 0,0-1-1 0 0,0 0 1 0 0,0 0-1 0 0,1 1 1 0 0,17 49 511 0 0,-13-37-412 0 0,94 301 900 0 0,-95-303-1111 0 0,-1 1-1 0 0,0 0 1 0 0,0 0 0 0 0,-1 0-1 0 0,0 0 1 0 0,-1 0 0 0 0,-1 14-1 0 0,-6-8-1871 0 0</inkml:trace>
</inkml:ink>
</file>

<file path=ppt/ink/ink7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27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0 662 348 0 0,'117'-34'1222'0'0,"-3"-5"0"0"0,-1-4 0 0 0,179-98 0 0 0,-281 134-1144 0 0,0-1 1 0 0,0 1-1 0 0,-1-2 0 0 0,0 1 1 0 0,-1-2-1 0 0,0 1 0 0 0,0-1 1 0 0,-1 0-1 0 0,0-1 0 0 0,-1 0 1 0 0,0 0-1 0 0,-1-1 0 0 0,0 0 1 0 0,5-16-1 0 0,-9 21-27 0 0,0 0 0 0 0,0 0 1 0 0,-1-1-1 0 0,0 1 0 0 0,0 0 0 0 0,-1-1 0 0 0,0 1 0 0 0,0-1 1 0 0,-1 1-1 0 0,0-1 0 0 0,0 1 0 0 0,-1 0 0 0 0,0 0 0 0 0,0-1 1 0 0,-1 1-1 0 0,0 1 0 0 0,0-1 0 0 0,0 0 0 0 0,-1 1 1 0 0,0-1-1 0 0,0 1 0 0 0,-1 0 0 0 0,0 1 0 0 0,0-1 0 0 0,0 1 1 0 0,-9-7-1 0 0,8 7-3 0 0,0-1 0 0 0,0 1 0 0 0,-1 1 0 0 0,0-1 0 0 0,0 1 0 0 0,0 0 0 0 0,0 1 0 0 0,-1 0 0 0 0,1 0 0 0 0,-1 1 0 0 0,0-1 0 0 0,0 2 0 0 0,-15-3 0 0 0,21 5-41 0 0,-1 0-1 0 0,1-1 1 0 0,0 1 0 0 0,0 0-1 0 0,0 0 1 0 0,0 0 0 0 0,-1 0 0 0 0,1 1-1 0 0,1-1 1 0 0,-1 0 0 0 0,0 1 0 0 0,0-1-1 0 0,0 1 1 0 0,1 0 0 0 0,-1 0 0 0 0,1 0-1 0 0,0-1 1 0 0,-1 1 0 0 0,1 0 0 0 0,-2 5-1 0 0,-14 41 95 0 0,13-26-49 0 0,1 1 0 0 0,2-1 0 0 0,0 0 0 0 0,1 1 1 0 0,1-1-1 0 0,1 1 0 0 0,1-1 0 0 0,11 42 0 0 0,10 15 98 0 0,35 80 0 0 0,-41-113-94 0 0,6 7 1348 0 0,-24-58-1344 0 0,5-26 151 0 0,-4 29-176 0 0,19 3-29 0 0,24 6 18 0 0,-1-2 0 0 0,1-1 0 0 0,79-5 0 0 0,-104 1-26 0 0,0-1 0 0 0,-1-1 0 0 0,1-1 0 0 0,-1-1 0 0 0,1 0 0 0 0,-1-1 0 0 0,0-1 0 0 0,22-11 0 0 0,-37 15 4 0 0,-1 0 0 0 0,1 0-1 0 0,-1 0 1 0 0,0 0-1 0 0,1-1 1 0 0,-1 1 0 0 0,-1-1-1 0 0,1 0 1 0 0,0 0-1 0 0,-1 1 1 0 0,1-1 0 0 0,-1 0-1 0 0,0 0 1 0 0,0 0-1 0 0,0-1 1 0 0,0 1 0 0 0,0 0-1 0 0,-1 0 1 0 0,1-4-1 0 0,-1 5 52 0 0,-14-30 189 0 0,9 25-424 0 0,16 22-238 0 0,28 28-1636 0 0,-9-22-2393 0 0,-8-9 1891 0 0</inkml:trace>
</inkml:ink>
</file>

<file path=ppt/ink/ink7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2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0 108 580 0 0,'39'-15'4000'0'0,"-36"15"-3883"0"0,1 1 0 0 0,-1 0 1 0 0,1 0-1 0 0,-1 0 1 0 0,1 1-1 0 0,-1-1 0 0 0,0 1 1 0 0,0 0-1 0 0,0 0 0 0 0,0 0 1 0 0,0 0-1 0 0,0 0 0 0 0,-1 1 1 0 0,1-1-1 0 0,-1 1 0 0 0,1 0 1 0 0,-1 0-1 0 0,0-1 0 0 0,0 2 1 0 0,0-1-1 0 0,-1 0 1 0 0,1 0-1 0 0,-1 0 0 0 0,0 1 1 0 0,0-1-1 0 0,0 1 0 0 0,0-1 1 0 0,1 8-1 0 0,-1-4-3 0 0,0 0 0 0 0,0 0 0 0 0,-1 0 0 0 0,0 0 0 0 0,0 0 0 0 0,-1 1 0 0 0,0-1 0 0 0,0 0 0 0 0,-1 0 0 0 0,1 0 0 0 0,-1 0 0 0 0,-1-1 0 0 0,-5 12 0 0 0,8-17-103 0 0,-1-1 0 0 0,1 1 1 0 0,-1 0-1 0 0,0-1 0 0 0,1 1 0 0 0,-1-1 1 0 0,0 1-1 0 0,1 0 0 0 0,-1-1 0 0 0,0 0 0 0 0,0 1 1 0 0,0-1-1 0 0,1 1 0 0 0,-1-1 0 0 0,0 0 1 0 0,0 0-1 0 0,0 1 0 0 0,0-1 0 0 0,0 0 1 0 0,1 0-1 0 0,-1 0 0 0 0,0 0 0 0 0,0 0 1 0 0,0 0-1 0 0,0 0 0 0 0,0 0 0 0 0,0-1 1 0 0,0 1-1 0 0,0 0 0 0 0,1 0 0 0 0,-1-1 0 0 0,0 1 1 0 0,0 0-1 0 0,0-1 0 0 0,1 1 0 0 0,-1-1 1 0 0,0 1-1 0 0,0-1 0 0 0,1 0 0 0 0,-2 0 1 0 0,-19-21 91 0 0,20 18-96 0 0,0 1 1 0 0,0-1 0 0 0,1 1-1 0 0,-1-1 1 0 0,1 0-1 0 0,0 1 1 0 0,0-1 0 0 0,0 0-1 0 0,1 1 1 0 0,-1-1-1 0 0,1 1 1 0 0,0-1-1 0 0,0 1 1 0 0,0-1 0 0 0,2-4-1 0 0,29-52 33 0 0,-23 46-34 0 0,-3 5-3 0 0,1 0 0 0 0,0 0 0 0 0,0 0 0 0 0,1 1 0 0 0,0 1 0 0 0,1-1 0 0 0,0 1 0 0 0,0 1 0 0 0,0-1 0 0 0,1 2 0 0 0,10-6 0 0 0,-18 10-5 0 0,1 0 0 0 0,0 0-1 0 0,-1 0 1 0 0,1 0-1 0 0,-1 0 1 0 0,1 1 0 0 0,0-1-1 0 0,0 1 1 0 0,-1 0-1 0 0,1 0 1 0 0,0 0 0 0 0,0 0-1 0 0,-1 0 1 0 0,1 0-1 0 0,0 1 1 0 0,-1-1 0 0 0,1 1-1 0 0,0 0 1 0 0,-1 0 0 0 0,1 0-1 0 0,-1 0 1 0 0,1 0-1 0 0,-1 1 1 0 0,0-1 0 0 0,1 1-1 0 0,-1 0 1 0 0,0-1-1 0 0,0 1 1 0 0,0 0 0 0 0,0 0-1 0 0,3 4 1 0 0,2 5 0 0 0,-1 1 1 0 0,0-1-1 0 0,0 1 1 0 0,-1 0-1 0 0,5 17 1 0 0,1 2 14 0 0,-8-25-10 0 0,0 0 0 0 0,0 1 0 0 0,-1-1 0 0 0,0 1 0 0 0,2 13 0 0 0,-2-20 4 0 0,-1 1 0 0 0,1-1 0 0 0,-1 1 0 0 0,1-1 0 0 0,-1 0 0 0 0,1 0 0 0 0,-1 0-1 0 0,1 0 1 0 0,0 0 0 0 0,-1 0 0 0 0,1-1 0 0 0,-1 1 0 0 0,1 0 0 0 0,-1-1 0 0 0,1 1 0 0 0,1-2-1 0 0,-3 2-7 0 0,76-32 56 0 0,-62 25-53 0 0,-1 0-1 0 0,1 2 0 0 0,0-1 1 0 0,1 2-1 0 0,-1-1 0 0 0,1 2 1 0 0,0 0-1 0 0,24-1 1 0 0,79 11-5 0 0,-79-4 12 0 0,-1 0 0 0 0,1-3 1 0 0,40-5-1 0 0,-48-1 7 0 0,-1-1 0 0 0,1-2 0 0 0,38-16-1 0 0,-30 10-35 0 0,-29 13 11 0 0,-1 1 1 0 0,1 0-1 0 0,0 0 0 0 0,0 1 1 0 0,-1 1-1 0 0,1-1 0 0 0,0 2 1 0 0,17 3-1 0 0,28 3 103 0 0,-52-8 104 0 0,1-2-106 0 0,-4 2-81 0 0,1 0 0 0 0,-1 0 0 0 0,1 0 1 0 0,-1 0-1 0 0,1 0 0 0 0,-1 0 0 0 0,1 0 0 0 0,-1 0 1 0 0,1 0-1 0 0,-1-1 0 0 0,0 1 0 0 0,1 0 0 0 0,-1 0 1 0 0,1 0-1 0 0,-1-1 0 0 0,1 1 0 0 0,-1 0 0 0 0,0 0 1 0 0,1-1-1 0 0,-1 1 0 0 0,0 0 0 0 0,1-1 0 0 0,-1 1 1 0 0,0 0-1 0 0,0-1 0 0 0,1 1 0 0 0,-1-1 0 0 0,0 1 1 0 0,0 0-1 0 0,0-1 0 0 0,1 1 0 0 0,-1-1 0 0 0,0 1 1 0 0,0-1-1 0 0,0 1 0 0 0,0-1 0 0 0,0 1 0 0 0,0-1 1 0 0,0 1-1 0 0,0 0 0 0 0,0-1 0 0 0,0 0 0 0 0,0-1 1 0 0,-1 0-1 0 0,1-1 0 0 0,-1 1 0 0 0,1 0 1 0 0,-1 0-1 0 0,0 0 0 0 0,0 0 0 0 0,0 0 1 0 0,0 0-1 0 0,0 0 0 0 0,0 0 0 0 0,0 0 1 0 0,-1 0-1 0 0,1 1 0 0 0,-3-4 0 0 0,2 5 7 0 0,-14-4 16 0 0,-16 4-38 0 0,29 0 1 0 0,-1 0 3 0 0,0 0 0 0 0,0 0 1 0 0,1 1-1 0 0,-1-1 1 0 0,0 1-1 0 0,1 0 0 0 0,-1 0 1 0 0,1 0-1 0 0,-1 0 0 0 0,1 1 1 0 0,0-1-1 0 0,-1 1 1 0 0,1 0-1 0 0,0 0 0 0 0,0 0 1 0 0,0 1-1 0 0,0-1 0 0 0,-2 3 1 0 0,-2 2 1 0 0,6-6-3 0 0,0 1 1 0 0,0-1 0 0 0,0 1 0 0 0,-1 0-1 0 0,2-1 1 0 0,-1 1 0 0 0,0 0 0 0 0,0-1-1 0 0,0 1 1 0 0,1 0 0 0 0,-1 0 0 0 0,1 0-1 0 0,0-1 1 0 0,-1 1 0 0 0,1 0 0 0 0,0 0-1 0 0,0 0 1 0 0,0 0 0 0 0,0 0 0 0 0,0 0-1 0 0,1 0 1 0 0,-1-1 0 0 0,1 1 0 0 0,-1 0-1 0 0,1 0 1 0 0,-1 0 0 0 0,1-1 0 0 0,0 1-1 0 0,0 0 1 0 0,0-1 0 0 0,0 1 0 0 0,0-1-1 0 0,1 1 1 0 0,-1-1 0 0 0,0 1 0 0 0,1-1-1 0 0,-1 0 1 0 0,0 0 0 0 0,1 1 0 0 0,0-1-1 0 0,-1 0 1 0 0,1-1 0 0 0,0 1 0 0 0,-1 0-1 0 0,4 1 1 0 0,1-1 14 0 0,-1 1 0 0 0,1 0-1 0 0,0-1 1 0 0,0 0 0 0 0,0-1 0 0 0,0 1-1 0 0,0-1 1 0 0,0 0 0 0 0,0-1 0 0 0,0 1-1 0 0,9-3 1 0 0,-11 1 6 0 0,0 1 0 0 0,0-1 0 0 0,0 0 0 0 0,0 0 0 0 0,0 0 0 0 0,-1-1 0 0 0,1 1 0 0 0,-1-1 0 0 0,0 0 0 0 0,1 0-1 0 0,-1 0 1 0 0,-1 0 0 0 0,1-1 0 0 0,0 1 0 0 0,-1-1 0 0 0,0 1 0 0 0,1-1 0 0 0,-1 0 0 0 0,-1 0 0 0 0,1 0 0 0 0,-1 0 0 0 0,0-1 0 0 0,1 1 0 0 0,-2 0 0 0 0,1 0 0 0 0,0-1 0 0 0,-1 1 0 0 0,0 0 0 0 0,0-1-1 0 0,0 1 1 0 0,-1 0 0 0 0,0-1 0 0 0,1 1 0 0 0,-1 0 0 0 0,-3-7 0 0 0,3 9-74 0 0,1 1 0 0 0,-1 0-1 0 0,0 0 1 0 0,1 0 0 0 0,-1-1-1 0 0,0 1 1 0 0,0 0 0 0 0,0 0 0 0 0,0 0-1 0 0,0 0 1 0 0,0 0 0 0 0,0 1 0 0 0,-1-1-1 0 0,1 0 1 0 0,0 0 0 0 0,0 1-1 0 0,-1-1 1 0 0,1 1 0 0 0,0-1 0 0 0,-1 1-1 0 0,1-1 1 0 0,0 1 0 0 0,-1 0 0 0 0,1 0-1 0 0,-1 0 1 0 0,1 0 0 0 0,0 0-1 0 0,-3 0 1 0 0,-22 7-6279 0 0</inkml:trace>
</inkml:ink>
</file>

<file path=ppt/ink/ink7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29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220 401 468 0 0,'-1'0'109'0'0,"-2"1"198"0"0,-1 0 1 0 0,1 0 0 0 0,0 1-1 0 0,0 0 1 0 0,0-1-1 0 0,0 1 1 0 0,0 0-1 0 0,0 0 1 0 0,0 1 0 0 0,1-1-1 0 0,-1 0 1 0 0,1 1-1 0 0,-1 0 1 0 0,1 0-1 0 0,0 0 1 0 0,0 0 0 0 0,-2 5-1 0 0,3-7 139 0 0,8 13 560 0 0,-7-13-973 0 0,0 0-1 0 0,0 0 1 0 0,0-1 0 0 0,0 1-1 0 0,1 0 1 0 0,-1 0-1 0 0,0-1 1 0 0,0 1-1 0 0,1 0 1 0 0,-1 0-1 0 0,1-1 1 0 0,-1 1-1 0 0,1 0 1 0 0,-1-1 0 0 0,1 1-1 0 0,-1-1 1 0 0,1 1-1 0 0,-1-1 1 0 0,1 1-1 0 0,0-1 1 0 0,-1 1-1 0 0,1-1 1 0 0,0 1-1 0 0,-1-1 1 0 0,1 0 0 0 0,1 1-1 0 0,0 0 51 0 0,1 0 0 0 0,-1 0 0 0 0,1 0 0 0 0,0-1 0 0 0,-1 1 0 0 0,1-1 0 0 0,0 1 0 0 0,-1-1 0 0 0,1 0 0 0 0,0 0 0 0 0,-1-1 0 0 0,1 1 0 0 0,0 0 1 0 0,-1-1-1 0 0,1 1 0 0 0,-1-1 0 0 0,1 0 0 0 0,-1 0 0 0 0,5-2 0 0 0,-2 0 22 0 0,-1 0 1 0 0,0-1-1 0 0,0 1 0 0 0,0-1 1 0 0,0 1-1 0 0,-1-1 1 0 0,0 0-1 0 0,1 0 1 0 0,3-9-1 0 0,-1 3 40 0 0,-1-1 0 0 0,0 0-1 0 0,0 0 1 0 0,-1-1 0 0 0,-1 1-1 0 0,0-1 1 0 0,-1 0-1 0 0,2-16 1 0 0,-5 12-31 0 0,0 1 0 0 0,-1-1 0 0 0,0 0 0 0 0,-1 0-1 0 0,-1 1 1 0 0,-1 0 0 0 0,0-1 0 0 0,-1 2 0 0 0,-13-25 0 0 0,14 28-69 0 0,-1 1 0 0 0,-1 0 0 0 0,1 0 0 0 0,-2 1 0 0 0,1 0 0 0 0,-1 0 0 0 0,0 1 0 0 0,-1 0 0 0 0,0 0 0 0 0,-1 1 0 0 0,1 0 1 0 0,-1 1-1 0 0,-18-9 0 0 0,23 13-168 0 0,0 1 0 0 0,0 0 0 0 0,0 0 1 0 0,0 0-1 0 0,0 1 0 0 0,0 0 0 0 0,0 0 0 0 0,0 0 1 0 0,0 0-1 0 0,0 1 0 0 0,0 0 0 0 0,0 0 0 0 0,0 0 1 0 0,0 1-1 0 0,0-1 0 0 0,1 1 0 0 0,-1 0 1 0 0,-5 4-1 0 0,6-4-345 0 0,1 1 0 0 0,0-1 0 0 0,0 0 0 0 0,0 1 0 0 0,0 0 0 0 0,0 0 0 0 0,0 0 0 0 0,1 0 0 0 0,-1 0 0 0 0,1 1 0 0 0,0-1 0 0 0,0 1 0 0 0,0-1 0 0 0,-2 8 0 0 0,1 5-2278 0 0</inkml:trace>
</inkml:ink>
</file>

<file path=ppt/ink/ink7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29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0 603 168 0 0,'14'-17'1673'0'0,"-1"0"0"0"0,0 0-1 0 0,-1-1 1 0 0,-1-1 0 0 0,-1 0 0 0 0,13-34 0 0 0,-25 60-1639 0 0,0-1 0 0 0,1 1-1 0 0,0 0 1 0 0,0 0 0 0 0,0 0 0 0 0,1 0 0 0 0,0 0 0 0 0,0 0 0 0 0,1 0 0 0 0,1 8 0 0 0,-1-12-24 0 0,-1-1 0 0 0,1 1-1 0 0,0 0 1 0 0,0-1 0 0 0,1 1 0 0 0,-1-1 0 0 0,1 1 0 0 0,-1-1 0 0 0,1 1-1 0 0,0-1 1 0 0,-1 0 0 0 0,1 0 0 0 0,0 0 0 0 0,1 0 0 0 0,-1 0 0 0 0,0-1 0 0 0,0 1-1 0 0,1 0 1 0 0,-1-1 0 0 0,1 0 0 0 0,-1 0 0 0 0,1 0 0 0 0,0 0 0 0 0,0 0-1 0 0,-1 0 1 0 0,1-1 0 0 0,0 1 0 0 0,0-1 0 0 0,0 0 0 0 0,-1 1 0 0 0,6-2-1 0 0,-1 1-12 0 0,0 0 0 0 0,1-1-1 0 0,-1 0 1 0 0,0 0-1 0 0,1-1 1 0 0,-1 0-1 0 0,0 0 1 0 0,0-1-1 0 0,0 0 1 0 0,-1 0-1 0 0,1 0 1 0 0,-1-1 0 0 0,10-7-1 0 0,-8 4-1 0 0,0-1 0 0 0,0 1 0 0 0,-1-1 0 0 0,0-1 0 0 0,-1 0 1 0 0,1 0-1 0 0,-2 0 0 0 0,8-15 0 0 0,-3-1-9 0 0,-1-1 0 0 0,0 0 0 0 0,-2-1 0 0 0,-2 0 0 0 0,0 0 0 0 0,1-39 0 0 0,-3 44 35 0 0,-2 1 0 0 0,-1 0 0 0 0,-1 0 0 0 0,0-1 0 0 0,-2 1-1 0 0,0 0 1 0 0,-2 0 0 0 0,-10-30 0 0 0,15 50-18 0 0,0 1-1 0 0,0 0 1 0 0,0-1 0 0 0,0 1 0 0 0,0 0 0 0 0,0-1 0 0 0,-1 1-1 0 0,1 0 1 0 0,0-1 0 0 0,0 1 0 0 0,0 0 0 0 0,-1 0 0 0 0,1-1-1 0 0,0 1 1 0 0,0 0 0 0 0,-1 0 0 0 0,1 0 0 0 0,0-1 0 0 0,-1 1-1 0 0,1 0 1 0 0,0 0 0 0 0,-1 0 0 0 0,1 0 0 0 0,0 0 0 0 0,-1 0-1 0 0,1-1 1 0 0,0 1 0 0 0,-1 0 0 0 0,1 0 0 0 0,0 0 0 0 0,-1 0-1 0 0,1 0 1 0 0,0 0 0 0 0,-1 0 0 0 0,1 0 0 0 0,0 1 0 0 0,-1-1-1 0 0,1 0 1 0 0,0 0 0 0 0,-1 0 0 0 0,1 0 0 0 0,0 0 0 0 0,-1 1-1 0 0,1-1 1 0 0,0 0 0 0 0,-1 0 0 0 0,1 0 0 0 0,0 1-1 0 0,-10 9 17 0 0,0 0 0 0 0,1 1-1 0 0,0 0 1 0 0,0 0-1 0 0,2 1 1 0 0,-1 0 0 0 0,2 0-1 0 0,0 1 1 0 0,0 0-1 0 0,1 0 1 0 0,0 1 0 0 0,1-1-1 0 0,1 1 1 0 0,1 0-1 0 0,-1 0 1 0 0,2 0-1 0 0,0 0 1 0 0,2 23 0 0 0,0-15-232 0 0,2 1 0 0 0,0-1 0 0 0,2 1 0 0 0,0-1 0 0 0,1 0 0 0 0,2-1 0 0 0,0 0 0 0 0,1 0 0 0 0,1-1 0 0 0,1 0 0 0 0,15 20 0 0 0,-17-27-47 0 0,63 79-5192 0 0,-42-61 2760 0 0</inkml:trace>
</inkml:ink>
</file>

<file path=ppt/ink/ink7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0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8 808 0 0,'-1'-8'3752'0'0,"-3"10"-1464"0"0,-5 24-664 0 0,5-13-1291 0 0,0 1 1 0 0,2-1 0 0 0,-3 21 0 0 0,5-33-303 0 0,0 0 0 0 0,0 0 0 0 0,0 0 1 0 0,0 0-1 0 0,0 0 0 0 0,0 0 0 0 0,1 0 0 0 0,-1 0 0 0 0,0 0 0 0 0,1 0 1 0 0,-1 0-1 0 0,0 0 0 0 0,1 0 0 0 0,-1 0 0 0 0,1 0 0 0 0,-1 0 1 0 0,1-1-1 0 0,0 1 0 0 0,-1 0 0 0 0,1 0 0 0 0,0 0 0 0 0,0-1 0 0 0,0 1 1 0 0,-1-1-1 0 0,2 2 0 0 0,0-2-2 0 0,0 1 0 0 0,0 0 0 0 0,0-1 0 0 0,0 0 0 0 0,1 1 0 0 0,-1-1 0 0 0,0 0 1 0 0,0 0-1 0 0,0 0 0 0 0,0 0 0 0 0,0-1 0 0 0,3 0 0 0 0,10-3 34 0 0,1-1 0 0 0,28-13 1 0 0,-19 7 81 0 0,-22 10-137 0 0,21-8 63 0 0,-1 1 1 0 0,1 1 0 0 0,0 1-1 0 0,29-3 1 0 0,-47 8-48 0 0,0 1 0 0 0,0-1 0 0 0,0 1 0 0 0,0 1 0 0 0,-1-1 1 0 0,1 1-1 0 0,0 0 0 0 0,0 0 0 0 0,-1 1 0 0 0,1 0 0 0 0,0 0 0 0 0,-1 0 1 0 0,0 1-1 0 0,0-1 0 0 0,0 1 0 0 0,0 0 0 0 0,0 1 0 0 0,0-1 0 0 0,-1 1 1 0 0,1 0-1 0 0,-1 0 0 0 0,0 1 0 0 0,4 6 0 0 0,-6-9-35 0 0,-1 0-1 0 0,0 0 0 0 0,1 1 1 0 0,-1-1-1 0 0,0 0 1 0 0,-1 1-1 0 0,1-1 0 0 0,0 1 1 0 0,-1-1-1 0 0,1 0 1 0 0,-1 1-1 0 0,0-1 1 0 0,0 1-1 0 0,0-1 0 0 0,0 1 1 0 0,0 0-1 0 0,0-1 1 0 0,-1 0-1 0 0,1 1 0 0 0,-1-1 1 0 0,0 1-1 0 0,0-1 1 0 0,0 0-1 0 0,0 1 1 0 0,0-1-1 0 0,0 0 0 0 0,-1 0 1 0 0,1 0-1 0 0,-1 0 1 0 0,-2 3-1 0 0,-1 0-741 0 0,-1 1-1 0 0,1-1 0 0 0,-1-1 1 0 0,0 1-1 0 0,0-1 1 0 0,-1 0-1 0 0,1-1 0 0 0,-12 6 1 0 0,-2-3-2137 0 0</inkml:trace>
</inkml:ink>
</file>

<file path=ppt/ink/ink7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0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33 222 11993 0 0,'12'-68'219'0'0,"4"-71"0"0"0,-15 134-506 0 0,0-4 963 0 0,-39 32-8536 0 0,13-5 5068 0 0</inkml:trace>
</inkml:ink>
</file>

<file path=ppt/ink/ink7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1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10 875 332 0 0,'-9'18'8701'0'0,"26"-29"-7047"0"0,29-32-1684 0 0,-20 13 277 0 0,-2-1-1 0 0,-1-1 1 0 0,-2-1 0 0 0,0-1 0 0 0,-3 0-1 0 0,22-57 1 0 0,-23 42-110 0 0,-3-1 0 0 0,-1 0 1 0 0,-3-1-1 0 0,6-76 0 0 0,-13 94-80 0 0,-1 0 1 0 0,-2 0-1 0 0,-1 0 1 0 0,-10-60-1 0 0,11 91-42 0 0,-15 23-14 0 0,12-18-2 0 0,0 0-1 0 0,1 0 0 0 0,0 0 1 0 0,-1 1-1 0 0,1-1 1 0 0,0 1-1 0 0,1-1 0 0 0,-1 1 1 0 0,-1 3-1 0 0,-11 43-4 0 0,3 0 0 0 0,1 1 0 0 0,-5 100 0 0 0,14-114 11 0 0,2 0 0 0 0,1 0-1 0 0,2 0 1 0 0,2-1 0 0 0,1 1 0 0 0,16 46 0 0 0,-19-72-6 0 0,0 0 0 0 0,1 0 1 0 0,1-1-1 0 0,0 0 1 0 0,8 12-1 0 0,-11-19 5 0 0,0 1 0 0 0,0-1 0 0 0,0 1 0 0 0,0-1 0 0 0,0 0-1 0 0,1 0 1 0 0,-1 0 0 0 0,1-1 0 0 0,0 1 0 0 0,0-1 0 0 0,0 0 0 0 0,0 0 0 0 0,1 0-1 0 0,-1-1 1 0 0,8 3 0 0 0,-8-4 0 0 0,0 0-1 0 0,0 0 1 0 0,0 0-1 0 0,0 0 1 0 0,0-1-1 0 0,0 0 1 0 0,0 0-1 0 0,0 0 1 0 0,-1 0-1 0 0,1 0 1 0 0,0-1-1 0 0,-1 0 1 0 0,1 1-1 0 0,-1-2 1 0 0,1 1-1 0 0,5-5 1 0 0,3-3 3 0 0,0-2 1 0 0,18-23-1 0 0,-6 8-5 0 0,31-30-48 0 0,-54 55 17 0 0,1 3 24 0 0,0-1 0 0 0,0 0-1 0 0,0 1 1 0 0,0 0 0 0 0,0-1 0 0 0,-1 1 0 0 0,1 0 0 0 0,0 0-1 0 0,0 0 1 0 0,-1 0 0 0 0,1 0 0 0 0,0 1 0 0 0,-1-1 0 0 0,0 0-1 0 0,1 1 1 0 0,1 2 0 0 0,25 34-9 0 0,-7-9-4 0 0,-9-16-224 0 0,0-1-1 0 0,1 0 1 0 0,26 18 0 0 0,-33-27-353 0 0,0 1 0 0 0,1-1 0 0 0,-1 0 0 0 0,1-1 0 0 0,-1 1 1 0 0,1-1-1 0 0,0-1 0 0 0,0 1 0 0 0,0-1 0 0 0,0 0 0 0 0,0-1 1 0 0,9 0-1 0 0,0-1-2001 0 0</inkml:trace>
</inkml:ink>
</file>

<file path=ppt/ink/ink7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2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30 188 0 0,'-4'-2'228'0'0,"1"0"0"0"0,0 0 0 0 0,-1 0 1 0 0,0 0-1 0 0,1 1 0 0 0,-1-1 0 0 0,0 1 0 0 0,0 0 0 0 0,0 0 0 0 0,1 0 0 0 0,-1 1 0 0 0,0 0 1 0 0,0-1-1 0 0,0 1 0 0 0,0 1 0 0 0,0-1 0 0 0,0 0 0 0 0,0 1 0 0 0,0 0 0 0 0,0 0 1 0 0,0 0-1 0 0,1 1 0 0 0,-1-1 0 0 0,0 1 0 0 0,1 0 0 0 0,-1 0 0 0 0,1 0 0 0 0,0 0 1 0 0,-4 3-1 0 0,-11 9 231 0 0,0 1 1 0 0,1 0 0 0 0,-26 31-1 0 0,36-38-175 0 0,3-3-185 0 0,0 0 1 0 0,0 0-1 0 0,1 0 0 0 0,0 0 0 0 0,0 1 0 0 0,1-1 0 0 0,-1 1 1 0 0,1 0-1 0 0,1 0 0 0 0,-1-1 0 0 0,-1 9 0 0 0,3-12 1 0 0,0-1-93 0 0,0-1 0 0 0,0 1 0 0 0,-1-1 0 0 0,1 1 1 0 0,0-1-1 0 0,0 1 0 0 0,0-1 0 0 0,0 1 0 0 0,0-1 0 0 0,0 1 1 0 0,0-1-1 0 0,0 1 0 0 0,0-1 0 0 0,0 1 0 0 0,0-1 1 0 0,0 1-1 0 0,0-1 0 0 0,1 1 0 0 0,-1-1 0 0 0,0 1 1 0 0,0-1-1 0 0,0 0 0 0 0,1 1 0 0 0,-1-1 0 0 0,0 1 0 0 0,1-1 1 0 0,-1 0-1 0 0,0 1 0 0 0,1-1 0 0 0,-1 0 0 0 0,0 1 1 0 0,1-1-1 0 0,-1 0 0 0 0,1 1 0 0 0,-1-1 0 0 0,0 0 0 0 0,1 0 1 0 0,-1 0-1 0 0,1 1 0 0 0,-1-1 0 0 0,1 0 0 0 0,-1 0 1 0 0,1 0-1 0 0,-1 0 0 0 0,1 0 0 0 0,-1 0 0 0 0,1 0 1 0 0,2 1 17 0 0,0 0 1 0 0,-1 0-1 0 0,1 0 1 0 0,0-1 0 0 0,-1 1-1 0 0,1-1 1 0 0,0 0 0 0 0,0 0-1 0 0,5 0 1 0 0,42-13 65 0 0,-32 8-97 0 0,0 0 0 0 0,0 1-1 0 0,1 1 1 0 0,-1 0 0 0 0,33 1-1 0 0,-36 3 3 0 0,-1 0-1 0 0,0-1 1 0 0,1-1-1 0 0,-1-1 0 0 0,0 0 1 0 0,0 0-1 0 0,0-1 1 0 0,0-1-1 0 0,19-8 0 0 0,-22 6 3 0 0,-1 0 1 0 0,-1 0-1 0 0,1 0 0 0 0,-1-1 0 0 0,0-1 0 0 0,-1 0 0 0 0,0 0 1 0 0,0 0-1 0 0,-1-1 0 0 0,0 0 0 0 0,11-19 0 0 0,-17 28 1 0 0,-1-1 0 0 0,1 1-1 0 0,-1-1 1 0 0,0 1 0 0 0,1-1 0 0 0,-1 1-1 0 0,0-1 1 0 0,1 1 0 0 0,-1-1-1 0 0,0 1 1 0 0,0-1 0 0 0,0 1-1 0 0,0-1 1 0 0,1 0 0 0 0,-1 1 0 0 0,0-1-1 0 0,0 1 1 0 0,0-1 0 0 0,0 0-1 0 0,0 1 1 0 0,0-1 0 0 0,0 1 0 0 0,0-1-1 0 0,-1 1 1 0 0,1-1 0 0 0,0 0-1 0 0,-13 2-2 0 0,10 0 0 0 0,0 0 0 0 0,0 1 0 0 0,0-1 0 0 0,0 1 0 0 0,1 0 0 0 0,-1 0 0 0 0,1 0 0 0 0,-1 0-1 0 0,1 0 1 0 0,-3 4 0 0 0,-1 1-24 0 0,5-5 25 0 0,0 0 1 0 0,0 0-1 0 0,0 0 0 0 0,0-1 0 0 0,0 1 0 0 0,0 0 0 0 0,0 1 0 0 0,1-1 1 0 0,-1 0-1 0 0,1 0 0 0 0,-1 0 0 0 0,1 0 0 0 0,0 0 0 0 0,0 0 0 0 0,0 1 0 0 0,0-1 1 0 0,1 0-1 0 0,-1 0 0 0 0,1 3 0 0 0,-1-2 4 0 0,0 0-1 0 0,1-1 1 0 0,-1 1-1 0 0,0 0 1 0 0,1-1-1 0 0,0 1 1 0 0,-1-1 0 0 0,1 1-1 0 0,0-1 1 0 0,0 1-1 0 0,1-1 1 0 0,-1 0 0 0 0,0 0-1 0 0,1 1 1 0 0,-1-1-1 0 0,1 0 1 0 0,0 0-1 0 0,0 0 1 0 0,0-1 0 0 0,0 1-1 0 0,0 0 1 0 0,3 1-1 0 0,0-1-10 0 0,-1 0 0 0 0,1 0 0 0 0,0-1 0 0 0,0 1-1 0 0,0-1 1 0 0,0 0 0 0 0,0-1 0 0 0,0 1 0 0 0,0-1 0 0 0,0 0 0 0 0,6-1-1 0 0,1 0-18 0 0,0-1-1 0 0,-1 0 0 0 0,1-1 0 0 0,-1 0 0 0 0,1-1 1 0 0,-1 0-1 0 0,-1-1 0 0 0,1 0 0 0 0,16-11 0 0 0,9-12-39 0 0,-4 4 1 0 0,-1-1 1 0 0,36-38-1 0 0,-66 62 40 0 0,17 11-92 0 0,-18-7 119 0 0,1 1 0 0 0,-1-1 0 0 0,1 1 0 0 0,-1-1 0 0 0,0 1 0 0 0,0-1 0 0 0,-1 1 0 0 0,1-1 1 0 0,-2 7-1 0 0,1-7 1 0 0,-9 69-9 0 0,11-53 180 0 0,7-26 30 0 0,0 0-243 0 0,14-15 107 0 0,-9 10-57 0 0,0-1 1 0 0,1 2-1 0 0,0 0 1 0 0,1 0-1 0 0,18-8 1 0 0,-31 18-21 0 0,1 1 5 0 0,0 0 1 0 0,0 0-1 0 0,0 1 0 0 0,0 0 0 0 0,-1-1 0 0 0,1 1 0 0 0,0 0 1 0 0,0 0-1 0 0,-1 1 0 0 0,1-1 0 0 0,0 1 0 0 0,-1-1 0 0 0,1 1 1 0 0,-1 0-1 0 0,0 0 0 0 0,1 0 0 0 0,-1 0 0 0 0,0 0 1 0 0,0 0-1 0 0,2 4 0 0 0,-2-4 16 0 0,3 3-3 0 0,0 0 0 0 0,0-1 0 0 0,1 0 0 0 0,-1 0 0 0 0,1 0 0 0 0,0-1 0 0 0,0 0 1 0 0,0 0-1 0 0,1 0 0 0 0,-1-1 0 0 0,11 2 0 0 0,-13-2 2 0 0,1-1-1 0 0,-1 0 0 0 0,1 0 1 0 0,-1-1-1 0 0,1 0 1 0 0,-1 1-1 0 0,1-1 1 0 0,-1-1-1 0 0,1 1 1 0 0,-1-1-1 0 0,1 0 0 0 0,-1 0 1 0 0,0 0-1 0 0,1 0 1 0 0,-1-1-1 0 0,7-3 1 0 0,4-4 186 0 0,-13 8-134 0 0,0 0 0 0 0,0 0 0 0 0,0 0 0 0 0,0-1 1 0 0,0 1-1 0 0,0 0 0 0 0,-1-1 0 0 0,1 1 0 0 0,0-1 0 0 0,-1 1 1 0 0,1-1-1 0 0,-1 0 0 0 0,0 0 0 0 0,2-3 0 0 0,-2 4 72 0 0,2-11 307 0 0,-3 12-441 0 0,0 0 1 0 0,0 0-1 0 0,0 0 0 0 0,0-1 0 0 0,0 1 0 0 0,0 0 0 0 0,0 0 0 0 0,0 0 1 0 0,0-1-1 0 0,0 1 0 0 0,0 0 0 0 0,0 0 0 0 0,0 0 0 0 0,0-1 0 0 0,0 1 1 0 0,0 0-1 0 0,0 0 0 0 0,0 0 0 0 0,0-1 0 0 0,0 1 0 0 0,1 0 0 0 0,-1 0 1 0 0,0 0-1 0 0,0 0 0 0 0,0-1 0 0 0,0 1 0 0 0,0 0 0 0 0,0 0 0 0 0,1 0 1 0 0,-1 0-1 0 0,0 0 0 0 0,0 0 0 0 0,0-1 0 0 0,1 1 0 0 0,-1 0 0 0 0,0 0 1 0 0,0 0-1 0 0,0 0 0 0 0,0 0 0 0 0,1 0 0 0 0,-1 0 0 0 0,0 0 0 0 0,0 0 1 0 0,0 0-1 0 0,1 0 0 0 0,-1 0 0 0 0,0 0 0 0 0,0 0 0 0 0,0 0 0 0 0,1 0 1 0 0,-1 0-1 0 0,0 0 0 0 0,0 0 0 0 0,1 1 0 0 0,0 1-94 0 0,1 0 0 0 0,0 1-1 0 0,0-1 1 0 0,0 0 0 0 0,0 0 0 0 0,0 0 0 0 0,1 0-1 0 0,-1-1 1 0 0,0 1 0 0 0,1-1 0 0 0,0 1 0 0 0,-1-1-1 0 0,1 0 1 0 0,0 0 0 0 0,-1 0 0 0 0,5 1 0 0 0,53 4-3093 0 0,-33-4 103 0 0,-8-1 739 0 0</inkml:trace>
</inkml:ink>
</file>

<file path=ppt/ink/ink7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3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60 419 28 0 0,'0'0'104'0'0,"1"0"0"0"0,-1 0 0 0 0,1 0 0 0 0,-1 0 0 0 0,1-1 0 0 0,-1 1 0 0 0,1 0 0 0 0,-1 0 0 0 0,0-1 0 0 0,1 1 0 0 0,-1 0 1 0 0,1-1-1 0 0,-1 1 0 0 0,0-1 0 0 0,1 1 0 0 0,-1 0 0 0 0,0-1 0 0 0,0 1 0 0 0,1-1 0 0 0,-1 1 0 0 0,0-1 0 0 0,0 1 0 0 0,1-1 0 0 0,-1 1 0 0 0,0-1 0 0 0,0 1 0 0 0,0-1 0 0 0,0 1 0 0 0,0-1 0 0 0,0 1 0 0 0,0-1 0 0 0,0 1 0 0 0,0-1 1 0 0,0 1-1 0 0,0-1 0 0 0,0 1 0 0 0,-1-1 0 0 0,1 1 0 0 0,0-1 0 0 0,0 1 0 0 0,0-1 0 0 0,-1 1 0 0 0,1-1 0 0 0,0 1 0 0 0,0-1 0 0 0,-1 1 0 0 0,0-1 0 0 0,-23-4 2193 0 0,22 5-1796 0 0,-29 14 1344 0 0,30-14-1799 0 0,1 1 0 0 0,-1-1 0 0 0,0 1 0 0 0,1 0 0 0 0,-1-1 0 0 0,1 1 0 0 0,0 0 0 0 0,-1-1 0 0 0,1 1 0 0 0,-1 0 0 0 0,1 0 0 0 0,0-1 0 0 0,0 1 0 0 0,-1 0 0 0 0,1 0 0 0 0,0 0 0 0 0,0 0 1 0 0,0-1-1 0 0,0 1 0 0 0,0 0 0 0 0,0 0 0 0 0,0 0 0 0 0,0 0 0 0 0,0-1 0 0 0,1 1 0 0 0,-1 0 0 0 0,0 0 0 0 0,1 0 0 0 0,0 0-13 0 0,0 0 0 0 0,0-1 0 0 0,0 1 0 0 0,0 0 0 0 0,0-1 1 0 0,0 0-1 0 0,0 1 0 0 0,0-1 0 0 0,0 1 0 0 0,0-1 0 0 0,1 0 0 0 0,-1 0 0 0 0,0 0 0 0 0,0 0 1 0 0,0 0-1 0 0,0 0 0 0 0,2 0 0 0 0,3 0 14 0 0,-1-1 0 0 0,1 0 0 0 0,-1 0-1 0 0,1 0 1 0 0,-1-1 0 0 0,1 1 0 0 0,-1-2 0 0 0,7-2 0 0 0,-5 0-22 0 0,-1-1 0 0 0,1 0 0 0 0,-1 0 0 0 0,0 0 1 0 0,0 0-1 0 0,-1-1 0 0 0,0 0 0 0 0,0-1 0 0 0,-1 1 0 0 0,0-1 0 0 0,0 1 1 0 0,0-1-1 0 0,-1-1 0 0 0,2-7 0 0 0,3-16 12 0 0,-2 0-1 0 0,4-45 0 0 0,-7 56-22 0 0,-2 2 199 0 0,0 1 0 0 0,0 0 1 0 0,-2-1-1 0 0,0 1 0 0 0,-8-35 0 0 0,9 51 5 0 0,-3 3-195 0 0,0 0 0 0 0,0 0 0 0 0,0 0 0 0 0,1 1 0 0 0,-1-1 0 0 0,0 0 0 0 0,1 1 1 0 0,-1 0-1 0 0,1 0 0 0 0,0 0 0 0 0,-1 0 0 0 0,1 0 0 0 0,0 0 0 0 0,0 1 0 0 0,1-1 1 0 0,-1 1-1 0 0,0-1 0 0 0,1 1 0 0 0,-1-1 0 0 0,1 1 0 0 0,0 0 0 0 0,0 0 0 0 0,-1 5 1 0 0,-5 11 41 0 0,1 0 0 0 0,-4 27 0 0 0,8-27-111 0 0,1 0 1 0 0,1 0-1 0 0,0 0 0 0 0,6 38 1 0 0,-3-32-858 0 0,0 0 0 0 0,-2 27 0 0 0,-8-23-1305 0 0,-3-13-2308 0 0,1-7 1644 0 0</inkml:trace>
</inkml:ink>
</file>

<file path=ppt/ink/ink7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3.4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186 115 10305 0 0,'-45'-29'55'0'0,"29"19"112"0"0,0 0 1 0 0,1 0-1 0 0,0-2 1 0 0,1 0-1 0 0,-13-14 0 0 0,26 25-304 0 0,1 0 52 0 0,-1 1 1 0 0,1 0-1 0 0,0-1 0 0 0,-1 1 1 0 0,1 0-1 0 0,0-1 0 0 0,-1 1 1 0 0,1 0-1 0 0,0 0 1 0 0,-1 0-1 0 0,1-1 0 0 0,0 1 1 0 0,-1 0-1 0 0,1 0 0 0 0,-1 0 1 0 0,1 0-1 0 0,0 0 0 0 0,-1 0 1 0 0,1 0-1 0 0,-1 0 0 0 0,1 0 1 0 0,-1 0-1 0 0,1 0 0 0 0,0 0 1 0 0,-1 0-1 0 0,1 0 0 0 0,-1 0 1 0 0,1 0-1 0 0,-1 1 0 0 0,-2 0-370 0 0,-4 3-132 0 0,0 2-2665 0 0,-1 3 779 0 0</inkml:trace>
</inkml:ink>
</file>

<file path=ppt/ink/ink7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3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13 828 0 0,'-46'-13'5122'0'0,"41"14"-3141"0"0,23 9-1630 0 0,16 4-2613 0 0,40 12-1 0 0,-72-25 2073 0 0,23 6-1817 0 0</inkml:trace>
</inkml:ink>
</file>

<file path=ppt/ink/ink7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5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92 10369 0 0,'-35'-42'34'0'0,"30"35"23"0"0,1 1-1 0 0,-1-1 0 0 0,0 1 0 0 0,-1 1 0 0 0,0-1 0 0 0,-7-6 0 0 0,11 12 0 0 0,-15 21-97 0 0,0 1-1 0 0,1 0 0 0 0,1 2 0 0 0,1 0 0 0 0,-19 46 1 0 0,-28 47-2041 0 0,18-49-2138 0 0,27-40 1800 0 0</inkml:trace>
</inkml:ink>
</file>

<file path=ppt/ink/ink7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7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1 354 636 0 0,'0'0'6735'0'0,"6"-3"-6407"0"0,36-20 34 0 0,-1-2 0 0 0,-2-2 0 0 0,0-1 1 0 0,-1-2-1 0 0,-2-2 0 0 0,39-44 0 0 0,-69 69-327 0 0,-1 0 0 0 0,0-1 0 0 0,0 1 0 0 0,5-15 0 0 0,5-5 78 0 0,-14 26-110 0 0,-1 0-1 0 0,1 1 1 0 0,-1-1-1 0 0,0 1 1 0 0,1-1-1 0 0,-1 0 1 0 0,1 0-1 0 0,-1 1 1 0 0,0-1-1 0 0,0 0 1 0 0,1 1-1 0 0,-1-1 1 0 0,0 0-1 0 0,0 0 1 0 0,0 1-1 0 0,0-1 1 0 0,0 0-1 0 0,0 0 0 0 0,0 1 1 0 0,0-1-1 0 0,0 0 1 0 0,0 0-1 0 0,-1 1 1 0 0,1-1-1 0 0,0 0 1 0 0,0 0-1 0 0,-1 1 1 0 0,1-1-1 0 0,0 0 1 0 0,-1 1-1 0 0,1-1 1 0 0,-1 0-1 0 0,1 1 1 0 0,-1-1-1 0 0,1 1 1 0 0,-1-1-1 0 0,1 1 1 0 0,-1-1-1 0 0,0 1 1 0 0,1-1-1 0 0,-1 1 1 0 0,0 0-1 0 0,1-1 1 0 0,-1 1-1 0 0,0 0 1 0 0,1 0-1 0 0,-1-1 1 0 0,0 1-1 0 0,0 0 1 0 0,1 0-1 0 0,-1 0 0 0 0,0 0 1 0 0,-1 0-1 0 0,-3-1 1 0 0,0 1 0 0 0,0-1-1 0 0,0 1 1 0 0,0 0 0 0 0,0 1-1 0 0,-8 1 1 0 0,-1 2 2 0 0,0 0 0 0 0,0 1 0 0 0,1 1 1 0 0,-1 0-1 0 0,1 1 0 0 0,0 0 0 0 0,1 1 0 0 0,0 0 1 0 0,0 1-1 0 0,1 1 0 0 0,0 0 0 0 0,0 0 0 0 0,1 1 0 0 0,1 0 1 0 0,0 1-1 0 0,-11 18 0 0 0,15-20-4 0 0,-1 1-1 0 0,2 0 1 0 0,-1 1-1 0 0,1-1 1 0 0,1 1 0 0 0,0 0-1 0 0,1-1 1 0 0,0 1 0 0 0,1 1-1 0 0,1-1 1 0 0,-1 0 0 0 0,2 0-1 0 0,0 0 1 0 0,0 0-1 0 0,1 0 1 0 0,1 0 0 0 0,0-1-1 0 0,0 1 1 0 0,1-1 0 0 0,6 13-1 0 0,-7-18 3 0 0,0-1 0 0 0,0 1 0 0 0,0-1 0 0 0,1 0 0 0 0,0 0 0 0 0,0 0 0 0 0,0-1 0 0 0,0 1 0 0 0,1-1 0 0 0,0 0 0 0 0,0 0 0 0 0,0-1 0 0 0,0 1 0 0 0,1-1 0 0 0,-1 0 0 0 0,1-1 0 0 0,0 1 0 0 0,-1-1-1 0 0,1 0 1 0 0,0-1 0 0 0,13 2 0 0 0,-9-2 4 0 0,1 0 1 0 0,0-1-1 0 0,-1-1 0 0 0,1 0 0 0 0,-1 0 0 0 0,1-1 0 0 0,-1 0 1 0 0,0-1-1 0 0,0 0 0 0 0,0-1 0 0 0,0 0 0 0 0,10-6 0 0 0,5-6 6 0 0,0-1 0 0 0,-1-1 0 0 0,-1-2 0 0 0,-1 0 0 0 0,23-27 0 0 0,55-48-55 0 0,-98 93 39 0 0,0 0-1 0 0,-1 0 0 0 0,1 1 0 0 0,0-1 1 0 0,0 1-1 0 0,0 0 0 0 0,0-1 0 0 0,0 1 1 0 0,0 0-1 0 0,0 0 0 0 0,0 0 0 0 0,0 0 1 0 0,1 1-1 0 0,-1-1 0 0 0,0 1 0 0 0,1-1 1 0 0,-1 1-1 0 0,0 0 0 0 0,1 0 0 0 0,-1 0 1 0 0,0 0-1 0 0,1 0 0 0 0,-1 0 0 0 0,0 1 1 0 0,1-1-1 0 0,-1 1 0 0 0,0 0 0 0 0,0 0 1 0 0,1-1-1 0 0,-1 2 0 0 0,0-1 0 0 0,0 0 1 0 0,0 0-1 0 0,0 0 0 0 0,0 1 0 0 0,-1-1 1 0 0,1 1-1 0 0,0 0 0 0 0,-1 0 0 0 0,1-1 1 0 0,-1 1-1 0 0,2 3 0 0 0,18 21 7 0 0,-1 2 0 0 0,-1 0 0 0 0,-1 2 0 0 0,13 31 0 0 0,-27-54-588 0 0,9 20 132 0 0,-4-17-5699 0 0</inkml:trace>
</inkml:ink>
</file>

<file path=ppt/ink/ink7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39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232 78 88 0 0,'8'-37'3254'0'0,"-8"35"-2877"0"0,5-23 849 0 0,-5 13-124 0 0,-5 10 894 0 0,-8 12-1831 0 0,0 0 0 0 0,1 0 0 0 0,0 1 0 0 0,0 1 0 0 0,2 0 0 0 0,-14 18 0 0 0,-54 90 839 0 0,67-101-888 0 0,1 1 0 0 0,1 0 0 0 0,1 0-1 0 0,1 1 1 0 0,-6 27 0 0 0,11-38-83 0 0,0-1 0 0 0,0 0 0 0 0,1 1 0 0 0,0-1 0 0 0,1 1 0 0 0,0-1 0 0 0,1 1 1 0 0,0-1-1 0 0,0 1 0 0 0,1-1 0 0 0,0 0 0 0 0,1 1 0 0 0,0-1 0 0 0,6 12 0 0 0,-6-17-20 0 0,0 1-1 0 0,0-1 1 0 0,0 0 0 0 0,1 0-1 0 0,0-1 1 0 0,-1 1 0 0 0,1-1-1 0 0,1 0 1 0 0,-1 0-1 0 0,0 0 1 0 0,1 0 0 0 0,-1-1-1 0 0,1 0 1 0 0,0 0 0 0 0,0 0-1 0 0,0-1 1 0 0,0 1 0 0 0,0-1-1 0 0,0 0 1 0 0,0-1 0 0 0,1 1-1 0 0,-1-1 1 0 0,0 0 0 0 0,10-2-1 0 0,10-1 23 0 0,-1-1 1 0 0,1-2-1 0 0,45-16 0 0 0,-43 13 5 0 0,91-37 84 0 0,-116 46-130 0 0,1-2-20 0 0,5 8 7 0 0,4 9 6 0 0,-7-7 14 0 0,-1 1 1 0 0,2-1-1 0 0,-1 0 0 0 0,1 0 0 0 0,1-1 0 0 0,-1 1 0 0 0,1-2 0 0 0,0 1 0 0 0,1-1 0 0 0,-1 0 0 0 0,1 0 0 0 0,1-1 0 0 0,-1 0 0 0 0,1-1 0 0 0,0 0 1 0 0,0 0-1 0 0,0 0 0 0 0,0-2 0 0 0,0 1 0 0 0,16 2 0 0 0,-18-4 3 0 0,0 0 1 0 0,1-1-1 0 0,-1 1 1 0 0,0-1-1 0 0,0-1 1 0 0,0 1 0 0 0,0-1-1 0 0,1-1 1 0 0,-1 1-1 0 0,-1-1 1 0 0,1 0-1 0 0,0-1 1 0 0,0 1-1 0 0,-1-1 1 0 0,1-1-1 0 0,-1 1 1 0 0,0-1-1 0 0,0 0 1 0 0,0-1-1 0 0,-1 1 1 0 0,0-1-1 0 0,0 0 1 0 0,0-1-1 0 0,0 1 1 0 0,-1-1-1 0 0,0 0 1 0 0,0 0-1 0 0,4-9 1 0 0,-3 2-2 0 0,0-1 1 0 0,-1 0 0 0 0,-1 0-1 0 0,0-1 1 0 0,-1 1-1 0 0,-1 0 1 0 0,0-1 0 0 0,-1 1-1 0 0,0-1 1 0 0,-1 1-1 0 0,-1-1 1 0 0,-5-18 0 0 0,4 10-11 0 0,2 19 5 0 0,0-1-1 0 0,-1 1 0 0 0,1 0 0 0 0,-1 0 0 0 0,0 0 1 0 0,-1 0-1 0 0,1 0 0 0 0,0 0 0 0 0,-5-4 0 0 0,6 6-15 0 0,-2 5-48 0 0,1-3 63 0 0,1 1 1 0 0,0 0 0 0 0,0 0-1 0 0,0 0 1 0 0,0 0 0 0 0,-1 0-1 0 0,1 0 1 0 0,1 0 0 0 0,-1 1-1 0 0,0-1 1 0 0,0 0 0 0 0,0 0-1 0 0,1 1 1 0 0,-1-1 0 0 0,0 0-1 0 0,1 1 1 0 0,-1-1 0 0 0,1 1-1 0 0,0-1 1 0 0,0 0 0 0 0,-1 1-1 0 0,1-1 1 0 0,0 1 0 0 0,0 2-1 0 0,1-2 1 0 0,0 1 0 0 0,0-1-1 0 0,0 1 1 0 0,0-1-1 0 0,0 0 1 0 0,0 0-1 0 0,1 1 1 0 0,-1-1-1 0 0,1 0 1 0 0,0 0 0 0 0,-1 0-1 0 0,1-1 1 0 0,2 3-1 0 0,4 2 1 0 0,0 0-1 0 0,0 0 1 0 0,1-1-1 0 0,-1 0 1 0 0,1-1-1 0 0,18 6 1 0 0,3-3 11 0 0,1-1 0 0 0,0-1 0 0 0,0-2 0 0 0,1-2 0 0 0,-1 0 0 0 0,0-2 0 0 0,0-2 0 0 0,1-1 0 0 0,-2-1 0 0 0,1-1 1 0 0,-1-2-1 0 0,0-1 0 0 0,0-2 0 0 0,51-25 0 0 0,-70 30-5 0 0,0-1 1 0 0,-1 0 0 0 0,0 0-1 0 0,0-1 1 0 0,0-1 0 0 0,-1 0-1 0 0,0 0 1 0 0,-1 0 0 0 0,0-1-1 0 0,-1 0 1 0 0,0-1 0 0 0,0 0-1 0 0,-1 0 1 0 0,-1 0 0 0 0,0-1-1 0 0,0 0 1 0 0,4-20 0 0 0,-8 31 13 0 0,0-1 1 0 0,-1 0 0 0 0,1 0-1 0 0,-1 1 1 0 0,0-1 0 0 0,1 0-1 0 0,-1 0 1 0 0,0 0-1 0 0,0 0 1 0 0,0 0 0 0 0,0 1-1 0 0,-1-1 1 0 0,1 0 0 0 0,0 0-1 0 0,-1 0 1 0 0,1 1-1 0 0,-1-1 1 0 0,0 0 0 0 0,0 0-1 0 0,0 1 1 0 0,1-1 0 0 0,-1 1-1 0 0,-1-1 1 0 0,1 1-1 0 0,0-1 1 0 0,0 1 0 0 0,0 0-1 0 0,-1-1 1 0 0,1 1 0 0 0,-1 0-1 0 0,1 0 1 0 0,-1 0-1 0 0,1 0 1 0 0,-1 0 0 0 0,0 1-1 0 0,1-1 1 0 0,-1 0 0 0 0,0 1-1 0 0,0-1 1 0 0,0 1 0 0 0,1 0-1 0 0,-1-1 1 0 0,0 1-1 0 0,0 0 1 0 0,-3 0 0 0 0,-1 0 73 0 0,0 1 0 0 0,0-1 0 0 0,0 1 0 0 0,0 0 0 0 0,0 0 0 0 0,0 1 0 0 0,0 0 0 0 0,1 0 0 0 0,-1 0 0 0 0,1 1 0 0 0,-1 0 0 0 0,1 0 0 0 0,-6 5 0 0 0,7-5-43 0 0,0 0 0 0 0,1 0-1 0 0,-1 1 1 0 0,1-1 0 0 0,0 1 0 0 0,0 0 0 0 0,0 0 0 0 0,1 0 0 0 0,0 0 0 0 0,-1 1 0 0 0,1-1 0 0 0,1 1 0 0 0,-1-1 0 0 0,1 1 0 0 0,-1 0 0 0 0,1 0 0 0 0,1-1 0 0 0,-1 1-1 0 0,1 6 1 0 0,0-4-17 0 0,1 0 0 0 0,1 1 0 0 0,0-1 0 0 0,0 0 0 0 0,0 0 0 0 0,1-1 0 0 0,0 1 0 0 0,0 0 0 0 0,0-1 0 0 0,1 0 0 0 0,7 10 0 0 0,8 6-293 0 0,1-1 0 0 0,1 0 1 0 0,0-1-1 0 0,2-2 0 0 0,30 20 1 0 0,-27-21-1181 0 0,53 25-1 0 0,-5-12-3631 0 0,-24-15 1624 0 0</inkml:trace>
</inkml:ink>
</file>

<file path=ppt/ink/ink7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0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0 456 268 0 0,'6'0'304'0'0,"0"-1"0"0"0,0 0 0 0 0,0 0 0 0 0,0 0 0 0 0,-1-1-1 0 0,1 0 1 0 0,0 0 0 0 0,-1 0 0 0 0,0-1 0 0 0,1 0 0 0 0,-1 0 0 0 0,0 0 0 0 0,-1-1 0 0 0,1 1 0 0 0,7-8-1 0 0,9-10 510 0 0,32-37-1 0 0,-53 58-804 0 0,10-12 148 0 0,-1-1-1 0 0,0 0 1 0 0,-1 0-1 0 0,0-1 1 0 0,-1 0 0 0 0,-1 0-1 0 0,0 0 1 0 0,-1-1-1 0 0,0 0 1 0 0,-2 0-1 0 0,0-1 1 0 0,0 1-1 0 0,-1-1 1 0 0,-1 1 0 0 0,-1-1-1 0 0,0 0 1 0 0,-1 1-1 0 0,0-1 1 0 0,-5-16-1 0 0,6 31-143 0 0,0 0 1 0 0,0 0-1 0 0,-1 0 0 0 0,1-1 0 0 0,0 1 0 0 0,-1 0 1 0 0,1 0-1 0 0,-1 0 0 0 0,1 0 0 0 0,-1 0 0 0 0,0 0 0 0 0,1 0 1 0 0,-1 0-1 0 0,0 0 0 0 0,0 0 0 0 0,0 0 0 0 0,0 0 1 0 0,1 0-1 0 0,-1 1 0 0 0,0-1 0 0 0,-1 0 0 0 0,1 1 0 0 0,0-1 1 0 0,0 1-1 0 0,0-1 0 0 0,0 1 0 0 0,0-1 0 0 0,0 1 1 0 0,-1 0-1 0 0,1 0 0 0 0,-2-1 0 0 0,0 2 6 0 0,0 0 0 0 0,0-1 0 0 0,0 1 0 0 0,0 0 0 0 0,0 1 0 0 0,0-1-1 0 0,0 1 1 0 0,0-1 0 0 0,0 1 0 0 0,1 0 0 0 0,-5 4 0 0 0,-7 6 56 0 0,1 1 1 0 0,0 1-1 0 0,-14 20 0 0 0,12-13 15 0 0,1 0 0 0 0,1 1 0 0 0,-19 46 0 0 0,27-58-62 0 0,2 1 1 0 0,0 0-1 0 0,0 0 0 0 0,0 0 1 0 0,2 0-1 0 0,-1 1 1 0 0,2-1-1 0 0,-1 0 0 0 0,1 1 1 0 0,1-1-1 0 0,2 14 0 0 0,-1-18-10 0 0,-1-1-1 0 0,1 0 0 0 0,1 0 0 0 0,-1-1 0 0 0,1 1 1 0 0,0 0-1 0 0,0-1 0 0 0,0 0 0 0 0,1 0 1 0 0,0 0-1 0 0,0 0 0 0 0,0 0 0 0 0,1-1 0 0 0,7 7 1 0 0,-8-9-4 0 0,0 1 0 0 0,0-1 1 0 0,0 0-1 0 0,0 0 0 0 0,0 0 0 0 0,0 0 1 0 0,0-1-1 0 0,1 0 0 0 0,-1 0 0 0 0,1 0 1 0 0,-1-1-1 0 0,1 1 0 0 0,-1-1 1 0 0,1 0-1 0 0,-1 0 0 0 0,1 0 0 0 0,-1-1 1 0 0,1 0-1 0 0,-1 0 0 0 0,7-2 0 0 0,17-9 11 0 0,-1-1 1 0 0,-1-2-1 0 0,0 0 0 0 0,-1-2 0 0 0,-1-1 0 0 0,-1 0 0 0 0,30-31 0 0 0,69-52 15 0 0,-116 96-44 0 0,1 0 0 0 0,0 1 1 0 0,0 0-1 0 0,0 1 0 0 0,0-1 1 0 0,1 1-1 0 0,-1 1 0 0 0,10-3 1 0 0,-13 5 0 0 0,-1-1 1 0 0,1 1 0 0 0,0 0 0 0 0,0 0 0 0 0,0 1 0 0 0,-1-1-1 0 0,1 1 1 0 0,0 0 0 0 0,0 0 0 0 0,-1 0 0 0 0,1 1-1 0 0,-1-1 1 0 0,1 1 0 0 0,-1 0 0 0 0,0 0 0 0 0,1 0-1 0 0,-1 0 1 0 0,0 0 0 0 0,3 4 0 0 0,11 9 3 0 0,1 0 0 0 0,1-1 0 0 0,1 0 0 0 0,0-2 0 0 0,29 14 0 0 0,-43-23 6 0 0,1-1-1 0 0,0 1 1 0 0,0-1 0 0 0,0 0 0 0 0,0-1-1 0 0,0 0 1 0 0,0 0 0 0 0,1-1-1 0 0,-1 1 1 0 0,0-1 0 0 0,0-1 0 0 0,1 0-1 0 0,-1 0 1 0 0,0 0 0 0 0,0-1-1 0 0,0 0 1 0 0,0 0 0 0 0,0-1 0 0 0,-1 0-1 0 0,1 0 1 0 0,10-7 0 0 0,-11 6-4 0 0,-1 0 1 0 0,1 0-1 0 0,-1-1 1 0 0,1 0-1 0 0,-1 0 1 0 0,-1 0-1 0 0,1-1 1 0 0,3-6-1 0 0,-6 9 3 0 0,0 0 0 0 0,-1-1 0 0 0,1 1 0 0 0,-1-1 0 0 0,0 1 0 0 0,0-1 0 0 0,0 1 0 0 0,0-1 0 0 0,-1 1 0 0 0,1-1 0 0 0,-1 0 0 0 0,0 1 0 0 0,0-1 0 0 0,-1 0 0 0 0,1 1 0 0 0,-2-6 0 0 0,2 7 1 0 0,-1 1 0 0 0,0 0 0 0 0,1 0 0 0 0,-1-1-1 0 0,0 1 1 0 0,0 0 0 0 0,0 0 0 0 0,0 0 0 0 0,0 0 0 0 0,0 0-1 0 0,0 0 1 0 0,0 0 0 0 0,-1 0 0 0 0,1 0 0 0 0,0 1 0 0 0,0-1-1 0 0,-1 0 1 0 0,1 1 0 0 0,-1-1 0 0 0,1 1 0 0 0,0-1 0 0 0,-1 1 0 0 0,1 0-1 0 0,-1 0 1 0 0,1 0 0 0 0,-1 0 0 0 0,1 0 0 0 0,-1 0 0 0 0,1 0-1 0 0,0 0 1 0 0,-1 0 0 0 0,-2 1 0 0 0,-44 12 173 0 0,33-6-117 0 0,0 0-1 0 0,1 0 1 0 0,0 2 0 0 0,0 0-1 0 0,1 0 1 0 0,0 1 0 0 0,1 1-1 0 0,0 0 1 0 0,1 1 0 0 0,0 0-1 0 0,0 0 1 0 0,-9 17 0 0 0,7-10-358 0 0,2 2 1 0 0,-18 40 0 0 0,19-33-2081 0 0,-13 54 0 0 0,21-70-606 0 0,3-1 227 0 0</inkml:trace>
</inkml:ink>
</file>

<file path=ppt/ink/ink7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1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125 23 788 0 0,'6'-22'4597'0'0,"-11"35"-784"0"0,-12 34-2268 0 0,2-11-964 0 0,2 2 0 0 0,1 0 0 0 0,2 0 0 0 0,2 1 0 0 0,-4 49 0 0 0,2 202 626 0 0,10-287-1207 0 0,-7 56-1984 0 0,6-56 1070 0 0,0 1 1 0 0,0-1-1 0 0,0 0 0 0 0,0 1 1 0 0,-1-1-1 0 0,0 0 0 0 0,1 0 1 0 0,-5 5-1 0 0,0-1-2027 0 0</inkml:trace>
</inkml:ink>
</file>

<file path=ppt/ink/ink7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1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68 0 0,'13'-10'776'0'0,"0"1"0"0"0,1 0 0 0 0,0 0 0 0 0,0 2 0 0 0,1 0 0 0 0,0 0 1 0 0,30-8-1 0 0,-26 11-1626 0 0,1 1 0 0 0,0 0 0 0 0,33 1 0 0 0,-40 2-767 0 0</inkml:trace>
</inkml:ink>
</file>

<file path=ppt/ink/ink7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2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1 141 664 0 0,'8'27'1842'0'0,"8"63"973"0"0,-15-81-2589 0 0,0 1 0 0 0,0 0 0 0 0,-1-1 0 0 0,-1 1 0 0 0,0-1 0 0 0,0 1 0 0 0,-4 12 0 0 0,2-10 141 0 0,2-10-240 0 0,1 0 1 0 0,-1 0-1 0 0,0 1 1 0 0,0-1-1 0 0,1 0 0 0 0,-1 0 1 0 0,-1 0-1 0 0,1 0 1 0 0,0 0-1 0 0,-3 3 0 0 0,3-4 740 0 0,2-6-835 0 0,0-1 1 0 0,1 1 0 0 0,0-1 0 0 0,0 1-1 0 0,0 0 1 0 0,0-1 0 0 0,1 1-1 0 0,0 0 1 0 0,0 1 0 0 0,1-1 0 0 0,4-5-1 0 0,50-54 241 0 0,-47 52-226 0 0,20-16 46 0 0,0 0 0 0 0,2 2 1 0 0,62-37-1 0 0,-66 44-60 0 0,12-10 377 0 0,-40 28-360 0 0,1-2 5 0 0,0 1-1 0 0,0-1 0 0 0,0 0 1 0 0,-1 0-1 0 0,1 0 0 0 0,-1 0 0 0 0,0 0 1 0 0,0 0-1 0 0,0-1 0 0 0,0 1 0 0 0,0-6 1 0 0,0 9-45 0 0,-1 0 1 0 0,0 0-1 0 0,0-1 1 0 0,0 1-1 0 0,0 0 0 0 0,0 0 1 0 0,0-1-1 0 0,-1 1 1 0 0,1 0-1 0 0,0 0 1 0 0,0-1-1 0 0,0 1 1 0 0,0 0-1 0 0,0 0 0 0 0,0 0 1 0 0,0-1-1 0 0,0 1 1 0 0,0 0-1 0 0,-1 0 1 0 0,1 0-1 0 0,0-1 1 0 0,0 1-1 0 0,0 0 0 0 0,0 0 1 0 0,-1 0-1 0 0,1 0 1 0 0,0-1-1 0 0,0 1 1 0 0,0 0-1 0 0,-1 0 1 0 0,1 0-1 0 0,0 0 1 0 0,0 0-1 0 0,-1 0 0 0 0,1 0 1 0 0,0 0-1 0 0,0 0 1 0 0,-1 0-1 0 0,1 0 1 0 0,0 0-1 0 0,0 0 1 0 0,-1 0-1 0 0,1 0 0 0 0,0 0 1 0 0,0 0-1 0 0,-1 0 1 0 0,1 0-1 0 0,0 0 1 0 0,0 0-1 0 0,0 0 1 0 0,-1 0-1 0 0,1 0 0 0 0,0 0 1 0 0,0 1-1 0 0,-1-1 1 0 0,1 0-1 0 0,-21 16 189 0 0,-18 29 32 0 0,34-37-199 0 0,1 0 0 0 0,0 0 0 0 0,0 1-1 0 0,1-1 1 0 0,1 1 0 0 0,-1 0 0 0 0,1 0-1 0 0,1 0 1 0 0,-1 0 0 0 0,2 1 0 0 0,-1 12 0 0 0,2-21-29 0 0,-1 0 0 0 0,0 0 0 0 0,1 0 0 0 0,-1-1 0 0 0,1 1 0 0 0,-1 0 0 0 0,1-1 0 0 0,-1 1 0 0 0,1 0 0 0 0,0-1 0 0 0,-1 1 0 0 0,1-1 0 0 0,0 1 0 0 0,-1-1 0 0 0,1 1 0 0 0,0-1 0 0 0,0 1 0 0 0,-1-1 0 0 0,1 0 0 0 0,0 1 0 0 0,0-1 0 0 0,0 0 0 0 0,0 0 0 0 0,-1 0 0 0 0,1 1 0 0 0,0-1 0 0 0,0 0 0 0 0,0 0 0 0 0,0 0 0 0 0,0-1 0 0 0,0 1 0 0 0,-1 0 0 0 0,1 0 0 0 0,0 0 0 0 0,0-1 0 0 0,0 1 0 0 0,0 0 0 0 0,-1-1 0 0 0,1 1 0 0 0,0 0 0 0 0,0-1 0 0 0,0 0 0 0 0,34-19 57 0 0,-25 13 30 0 0,-1 0-1 0 0,0-1 1 0 0,-1-1 0 0 0,1 0 0 0 0,-2 0-1 0 0,1 0 1 0 0,8-16 0 0 0,-16 25-97 0 0,0 0-1 0 0,0-1 1 0 0,0 1 0 0 0,0 0-1 0 0,0-1 1 0 0,0 1 0 0 0,0 0-1 0 0,0-1 1 0 0,0 1 0 0 0,0 0-1 0 0,1-1 1 0 0,-1 1 0 0 0,0 0-1 0 0,0-1 1 0 0,0 1 0 0 0,0 0-1 0 0,1-1 1 0 0,-1 1 0 0 0,0 0-1 0 0,0 0 1 0 0,1-1 0 0 0,-1 1-1 0 0,0 0 1 0 0,0 0 0 0 0,1 0-1 0 0,-1-1 1 0 0,0 1 0 0 0,1 0-1 0 0,-1 0 1 0 0,0 0 0 0 0,0 0-1 0 0,1 0 1 0 0,-1 0 0 0 0,0-1-1 0 0,1 1 1 0 0,-1 0 0 0 0,1 0-1 0 0,-1 0 1 0 0,0 0 0 0 0,1 0-1 0 0,-1 0 1 0 0,0 0 0 0 0,1 1-1 0 0,-1-1 1 0 0,0 0 0 0 0,1 0-1 0 0,4 20-579 0 0,0 4-1882 0 0,5-4-3358 0 0,-3-15 2971 0 0</inkml:trace>
</inkml:ink>
</file>

<file path=ppt/ink/ink7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2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1 496 324 0 0,'3'-7'1117'0'0,"8"-10"6926"0"0,-11 20-7996 0 0,1 0-1 0 0,-1 0 1 0 0,1 1-1 0 0,0-1 1 0 0,0 0-1 0 0,0 0 1 0 0,0-1-1 0 0,0 1 1 0 0,1 0 0 0 0,0 0-1 0 0,-1-1 1 0 0,1 1-1 0 0,0-1 1 0 0,0 1-1 0 0,0-1 1 0 0,1 0-1 0 0,-1 0 1 0 0,0 0-1 0 0,1 0 1 0 0,-1 0-1 0 0,1 0 1 0 0,0-1-1 0 0,0 1 1 0 0,0-1 0 0 0,-1 0-1 0 0,1 0 1 0 0,0 0-1 0 0,1 0 1 0 0,-1 0-1 0 0,0-1 1 0 0,0 1-1 0 0,0-1 1 0 0,5 0-1 0 0,0-2-17 0 0,1 0-1 0 0,-1 0 0 0 0,1-1 0 0 0,-1 0 0 0 0,0 0 1 0 0,0-1-1 0 0,0 0 0 0 0,0 0 0 0 0,-1-1 1 0 0,0 0-1 0 0,0 0 0 0 0,0-1 0 0 0,0 0 0 0 0,-1 0 1 0 0,0 0-1 0 0,-1-1 0 0 0,1 0 0 0 0,-1 0 1 0 0,0-1-1 0 0,3-7 0 0 0,5-10-3 0 0,0 0-1 0 0,-2 0 1 0 0,-2-1-1 0 0,0 0 1 0 0,6-30-1 0 0,-9 23 68 0 0,-2 0-1 0 0,-2-1 0 0 0,-2-54 1 0 0,-1 34 1044 0 0,1 54-1120 0 0,0 0 0 0 0,1 0 0 0 0,-1 0-1 0 0,0 0 1 0 0,0 0 0 0 0,0-1 0 0 0,0 1 0 0 0,0 0 0 0 0,0 0 0 0 0,0 0 0 0 0,0 0-1 0 0,0 0 1 0 0,0 0 0 0 0,0 0 0 0 0,0 0 0 0 0,0-1 0 0 0,0 1 0 0 0,0 0 0 0 0,0 0-1 0 0,0 0 1 0 0,0 0 0 0 0,0 0 0 0 0,0 0 0 0 0,-1 0 0 0 0,1 0 0 0 0,0-1 0 0 0,0 1-1 0 0,0 0 1 0 0,0 0 0 0 0,0 0 0 0 0,0 0 0 0 0,0 0 0 0 0,0 0 0 0 0,0 0 0 0 0,0 0-1 0 0,0 0 1 0 0,-1 0 0 0 0,1 0 0 0 0,0 0 0 0 0,0-1 0 0 0,0 1 0 0 0,0 0 0 0 0,0 0-1 0 0,0 0 1 0 0,0 0 0 0 0,0 0 0 0 0,-1 0 0 0 0,1 0 0 0 0,0 0 0 0 0,0 0 0 0 0,0 0-1 0 0,0 0 1 0 0,0 0 0 0 0,0 0 0 0 0,0 0 0 0 0,-1 0 0 0 0,1 0 0 0 0,0 1 0 0 0,0-1-1 0 0,0 0 1 0 0,0 0 0 0 0,0 0 0 0 0,-9 9 253 0 0,-8 16 130 0 0,8-5-103 0 0,0 0 0 0 0,1 1 0 0 0,1 0 0 0 0,1 0 0 0 0,1 1 0 0 0,1 0 0 0 0,-2 27 0 0 0,2 12 350 0 0,6 84 0 0 0,0-108-403 0 0,4 56-3316 0 0,-4-86 1688 0 0,0 3-1056 0 0</inkml:trace>
</inkml:ink>
</file>

<file path=ppt/ink/ink7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2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0 163 4 0 0,'28'-18'2622'0'0,"1"2"1"0"0,60-26-1 0 0,-37 19-712 0 0,-6 4-457 0 0,-27 12-645 0 0,-1-1 0 0 0,32-19 1 0 0,-48 26-898 0 0,7-1-26 0 0,-9 2 52 0 0,0 1 0 0 0,0-1 0 0 0,0 0 0 0 0,0 0 0 0 0,0 0 0 0 0,0 0 0 0 0,0 0 0 0 0,0 0 1 0 0,0 0-1 0 0,0 0 0 0 0,0 1 0 0 0,0-1 0 0 0,0 0 0 0 0,0 0 0 0 0,0 0 0 0 0,0 0 0 0 0,0 0 0 0 0,0 0 0 0 0,0 0 0 0 0,0 0 0 0 0,0 1 0 0 0,0-1 0 0 0,0 0 1 0 0,0 0-1 0 0,0 0 0 0 0,0 0 0 0 0,0 0 0 0 0,1 0 0 0 0,-1 0 0 0 0,0 0 0 0 0,0 0 0 0 0,0 0 0 0 0,0 0 0 0 0,0 0 0 0 0,0 0 0 0 0,0 1 0 0 0,0-1 0 0 0,0 0 1 0 0,1 0-1 0 0,-1 0 0 0 0,0 0 0 0 0,0 0 0 0 0,0 0 0 0 0,0 0 0 0 0,0 0 0 0 0,0 0 0 0 0,0 0 0 0 0,1 0 0 0 0,-1 0 0 0 0,-4 2-322 0 0,2 0-43 0 0,0 0 0 0 0,0 0-1 0 0,-1-1 1 0 0,1 1 0 0 0,-1-1-1 0 0,1 0 1 0 0,-1 0 0 0 0,1 0-1 0 0,-1 0 1 0 0,-5 1 0 0 0,-10 2-2504 0 0</inkml:trace>
</inkml:ink>
</file>

<file path=ppt/ink/ink7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4.6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196 126 8785 0 0,'-13'-18'32'0'0,"-1"0"-1"0"0,-22-21 1 0 0,30 33 77 0 0,0 0-1 0 0,-1 1 1 0 0,1 0-1 0 0,-1 0 1 0 0,0 1-1 0 0,0-1 0 0 0,0 2 1 0 0,-1-1-1 0 0,-12-4 1 0 0,19 8 24 0 0,-5 2 45 0 0,-9 4 2 0 0,10 4-121 0 0,1 0 0 0 0,0 0 0 0 0,0 1 0 0 0,1-1 0 0 0,0 1 0 0 0,1 0 0 0 0,0 0 0 0 0,1 0 0 0 0,0 19 0 0 0,2 16 55 0 0,8 48 0 0 0,-3-42-22 0 0,-3-26-31 0 0,13 43 0 0 0,-2-9-1831 0 0,-10-49 897 0 0</inkml:trace>
</inkml:ink>
</file>

<file path=ppt/ink/ink7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5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1 658 188 0 0,'486'-170'3297'0'0,"-312"103"-2644"0"0,171-75 438 0 0,-319 131-967 0 0,-1-2 0 0 0,-1-1 0 0 0,38-27-1 0 0,-57 37-78 0 0,0 1 0 0 0,0-1 0 0 0,-1 0 0 0 0,1 0 0 0 0,-1 0 0 0 0,0-1 0 0 0,-1 1 0 0 0,1-1-1 0 0,-1 0 1 0 0,0 0 0 0 0,0-1 0 0 0,0 1 0 0 0,-1 0 0 0 0,1-1 0 0 0,-2 0 0 0 0,1 1 0 0 0,0-1 0 0 0,-1 0-1 0 0,0 0 1 0 0,-1 0 0 0 0,1 0 0 0 0,-1 0 0 0 0,-1-11 0 0 0,0 13 2 0 0,0 1 0 0 0,0-1-1 0 0,-1 1 1 0 0,1-1 0 0 0,-1 1 0 0 0,0 0 0 0 0,0 0 0 0 0,0 0-1 0 0,0 0 1 0 0,-1 0 0 0 0,1 0 0 0 0,-1 0 0 0 0,1 1 0 0 0,-1 0-1 0 0,0-1 1 0 0,0 1 0 0 0,0 0 0 0 0,-1 0 0 0 0,1 0-1 0 0,0 1 1 0 0,-1-1 0 0 0,1 1 0 0 0,-1 0 0 0 0,1 0 0 0 0,-1 0-1 0 0,1 0 1 0 0,-5 1 0 0 0,3-1 4 0 0,-1 0 1 0 0,0 1-1 0 0,1 0 0 0 0,-1 0 1 0 0,1 1-1 0 0,-1-1 1 0 0,0 1-1 0 0,1 1 0 0 0,0-1 1 0 0,-1 1-1 0 0,1 0 0 0 0,0 0 1 0 0,0 0-1 0 0,0 1 0 0 0,0-1 1 0 0,0 1-1 0 0,-5 4 0 0 0,3 1-2 0 0,1 0 0 0 0,-1 0-1 0 0,1 0 1 0 0,1 1 0 0 0,-1 0-1 0 0,2 0 1 0 0,-1 0 0 0 0,1 0-1 0 0,1 1 1 0 0,-1 0 0 0 0,2-1-1 0 0,-1 1 1 0 0,1 1 0 0 0,0 11-1 0 0,-1 19 97 0 0,1 1-1 0 0,5 46 1 0 0,-2-74-112 0 0,3 32 64 0 0,1 0 1 0 0,3-1 0 0 0,2 0-1 0 0,2 0 1 0 0,26 67 0 0 0,-25-90-50 0 0,-10-19-32 0 0,-1 0 0 0 0,0 0 0 0 0,0 1 0 0 0,0-1 0 0 0,-1 0 0 0 0,1 1 0 0 0,-1-1 0 0 0,0 1 0 0 0,2 6 0 0 0,-3-10-14 0 0,0 1 0 0 0,0-1-1 0 0,0 0 1 0 0,0 0-1 0 0,1 1 1 0 0,-1-1-1 0 0,0 0 1 0 0,0 0 0 0 0,0 1-1 0 0,1-1 1 0 0,-1 0-1 0 0,0 0 1 0 0,1 0 0 0 0,-1 1-1 0 0,0-1 1 0 0,0 0-1 0 0,1 0 1 0 0,-1 0 0 0 0,0 0-1 0 0,1 0 1 0 0,-1 0-1 0 0,0 0 1 0 0,1 0 0 0 0,-1 0-1 0 0,0 1 1 0 0,1-1-1 0 0,-1-1 1 0 0,0 1 0 0 0,0 0-1 0 0,1 0 1 0 0,-1 0-1 0 0,0 0 1 0 0,1 0 0 0 0,-1 0-1 0 0,0 0 1 0 0,1 0-1 0 0,-1 0 1 0 0,0-1-1 0 0,0 1 1 0 0,1 0 0 0 0,-1 0-1 0 0,0 0 1 0 0,0 0-1 0 0,1-1 1 0 0,-1 1 0 0 0,0 0-1 0 0,1-1 1 0 0,16-9 36 0 0,-17 10-38 0 0,20-13 6 0 0,0 1 0 0 0,0 1-1 0 0,28-10 1 0 0,-37 17-4 0 0,-1 1-1 0 0,1 0 1 0 0,-1 0 0 0 0,1 1-1 0 0,0 0 1 0 0,0 1 0 0 0,0 1-1 0 0,0-1 1 0 0,13 3-1 0 0,69-2 11 0 0,-91 0-7 0 0,40 2-31 0 0,51-1-3020 0 0,-51-4-1045 0 0,-17 1 1819 0 0</inkml:trace>
</inkml:ink>
</file>

<file path=ppt/ink/ink7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6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39 868 0 0,'0'0'925'0'0,"-3"-8"97"0"0,-6 7 3935 0 0,3 10-4778 0 0,1 1 0 0 0,0-1 0 0 0,1 1 0 0 0,0 0 0 0 0,0 0 0 0 0,1 0 0 0 0,0 0 0 0 0,1 1 0 0 0,0-1 0 0 0,1 1 0 0 0,0 13-1 0 0,0-14-75 0 0,1 0 0 0 0,1-1-1 0 0,-1 1 1 0 0,2 0 0 0 0,-1-1-1 0 0,1 1 1 0 0,1-1 0 0 0,0 0-1 0 0,0 0 1 0 0,1 0-1 0 0,0 0 1 0 0,0 0 0 0 0,7 9-1 0 0,-10-17-87 0 0,0 1-1 0 0,1-1 0 0 0,-1 0 1 0 0,0 0-1 0 0,0 0 0 0 0,1 0 1 0 0,-1 0-1 0 0,1 0 0 0 0,-1 0 0 0 0,1 0 1 0 0,-1-1-1 0 0,1 1 0 0 0,-1-1 1 0 0,1 1-1 0 0,0-1 0 0 0,-1 1 1 0 0,1-1-1 0 0,0 0 0 0 0,-1 0 1 0 0,1 0-1 0 0,0 0 0 0 0,-1 0 0 0 0,1 0 1 0 0,0 0-1 0 0,-1-1 0 0 0,1 1 1 0 0,0-1-1 0 0,-1 1 0 0 0,1-1 1 0 0,0 1-1 0 0,-1-1 0 0 0,1 0 1 0 0,1-2-1 0 0,7-3 16 0 0,0-1-1 0 0,-1 0 1 0 0,17-16 0 0 0,-13 11 4 0 0,-8 8-29 0 0,0 0 0 0 0,0 0 0 0 0,1 1 0 0 0,-1 0 0 0 0,1 0 0 0 0,0 0 0 0 0,0 1 0 0 0,0 0 0 0 0,0 0 0 0 0,0 0 0 0 0,0 1 0 0 0,0 0 0 0 0,1 0 0 0 0,-1 1 0 0 0,0-1 0 0 0,1 1 0 0 0,-1 1 0 0 0,1-1 0 0 0,-1 1-1 0 0,10 3 1 0 0,19 5 19 0 0,66 8 1 0 0,-91-16-19 0 0,1 0 0 0 0,-1-1 0 0 0,0 0 0 0 0,1 0 1 0 0,-1-1-1 0 0,0-1 0 0 0,0 0 0 0 0,1 0 0 0 0,-1-1 1 0 0,-1 0-1 0 0,12-5 0 0 0,-19 7-3 0 0,1-1 0 0 0,-1 1 0 0 0,0 0 0 0 0,1 0 0 0 0,-1-1 0 0 0,0 0 0 0 0,0 1 0 0 0,1-1 0 0 0,-2 0 0 0 0,1 0 0 0 0,0 0 0 0 0,0 0 0 0 0,0 0-1 0 0,-1-1 1 0 0,1 1 0 0 0,-1 0 0 0 0,0-1 0 0 0,0 1 0 0 0,0-1 0 0 0,0 0 0 0 0,0 1 0 0 0,-1-1 0 0 0,1 0 0 0 0,-1 1 0 0 0,1-1 0 0 0,-1 0 0 0 0,0 0 0 0 0,0 1 0 0 0,0-1 0 0 0,-1 0 0 0 0,1 1 0 0 0,0-1 0 0 0,-1 0 0 0 0,0 1 0 0 0,0-1-1 0 0,0 0 1 0 0,0 1 0 0 0,0-1 0 0 0,0 1 0 0 0,-1 0 0 0 0,1-1 0 0 0,-1 1 0 0 0,0 0 0 0 0,-2-3 0 0 0,-6-6-1 0 0,0 0 0 0 0,-1 0 0 0 0,0 1 0 0 0,0 0 0 0 0,-1 1 0 0 0,-24-14 0 0 0,33 22-2 0 0,1 1-1 0 0,1-1 1 0 0,-1 1-1 0 0,1-1 1 0 0,-1 1-1 0 0,1-1 1 0 0,-1 0 0 0 0,1 1-1 0 0,-1-1 1 0 0,1 0-1 0 0,0 0 1 0 0,-1 0-1 0 0,1 0 1 0 0,0-1 0 0 0,-2-1-1 0 0,2 2-8 0 0,40 14-73 0 0,53 12 4 0 0,-35-16 83 0 0,-23-2 2 0 0,-1-2 0 0 0,41 0 0 0 0,-13 3-27 0 0,-60-8 18 0 0,2 0 6 0 0,9 1 2 0 0,-8 0-8 0 0,0-1 0 0 0,0 1 1 0 0,0-1-1 0 0,0 1 0 0 0,-1 1 0 0 0,1-1 1 0 0,0 0-1 0 0,-1 1 0 0 0,1 0 1 0 0,3 2-1 0 0,11 4 21 0 0,-13-7-13 0 0,-1 0 0 0 0,0-1-1 0 0,1 1 1 0 0,-1-1-1 0 0,0 1 1 0 0,1-1-1 0 0,-1-1 1 0 0,1 1-1 0 0,-1-1 1 0 0,0 0-1 0 0,1 0 1 0 0,-1 0 0 0 0,0 0-1 0 0,0-1 1 0 0,0 1-1 0 0,0-1 1 0 0,0 0-1 0 0,0-1 1 0 0,0 1-1 0 0,0 0 1 0 0,5-6-1 0 0,-8 6-2 0 0,0 1-1 0 0,-1 0 0 0 0,1 0 1 0 0,0 0-1 0 0,-1 0 0 0 0,1-1 0 0 0,-1 1 1 0 0,0 0-1 0 0,1 0 0 0 0,-1-1 1 0 0,0 1-1 0 0,0 0 0 0 0,0-1 0 0 0,1 1 1 0 0,-1-1-1 0 0,-1 1 0 0 0,1 0 1 0 0,0-1-1 0 0,0 1 0 0 0,0 0 0 0 0,-1 0 1 0 0,1-1-1 0 0,-1 1 0 0 0,1 0 1 0 0,-1 0-1 0 0,1-1 0 0 0,-1 1 0 0 0,0 0 1 0 0,0 0-1 0 0,1 0 0 0 0,-1 0 1 0 0,-2-1-1 0 0,-1-4 1 0 0,-1 0 1 0 0,1 1-1 0 0,-1-1 1 0 0,-1 1-1 0 0,1 1 0 0 0,-9-7 1 0 0,12 10-11 0 0,-1-1 0 0 0,0 0 0 0 0,0 1 0 0 0,0 0 0 0 0,1-1 0 0 0,-1 1 1 0 0,0 0-1 0 0,-1 0 0 0 0,1 1 0 0 0,0-1 0 0 0,0 1 0 0 0,-5-1 0 0 0,-11 9-1798 0 0,8 13-4258 0 0</inkml:trace>
</inkml:ink>
</file>

<file path=ppt/ink/ink7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6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0 616 0 0,'40'8'2735'0'0,"-35"-6"-2477"0"0,0 0-1 0 0,-1 1 1 0 0,1 0 0 0 0,-1 0 0 0 0,0 0 0 0 0,0 1-1 0 0,0-1 1 0 0,-1 1 0 0 0,1 0 0 0 0,-1 0-1 0 0,0 0 1 0 0,0 0 0 0 0,0 1 0 0 0,2 4-1 0 0,-4-8-74 0 0,-1 0-93 0 0,0 0-1 0 0,1 0 1 0 0,-1-1-1 0 0,0 1 1 0 0,1 0-1 0 0,-1 0 1 0 0,1-1-1 0 0,-1 1 1 0 0,1 0 0 0 0,-1-1-1 0 0,1 1 1 0 0,0-1-1 0 0,-1 1 1 0 0,1-1-1 0 0,0 1 1 0 0,-1-1-1 0 0,1 1 1 0 0,0-1 0 0 0,-1 0-1 0 0,1 1 1 0 0,0-1-1 0 0,0 0 1 0 0,0 0-1 0 0,0 1 1 0 0,49-35-1773 0 0,-12 15-2591 0 0,-25 13 2204 0 0</inkml:trace>
</inkml:ink>
</file>

<file path=ppt/ink/ink7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6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0 320 36 0 0,'0'0'645'0'0,"9"0"4375"0"0,-9 1-4980 0 0,0 0 1 0 0,0 0-1 0 0,0 1 0 0 0,0-1 1 0 0,1 0-1 0 0,-1 0 0 0 0,0 0 0 0 0,0 1 1 0 0,1-1-1 0 0,-1 0 0 0 0,1 0 0 0 0,-1 0 1 0 0,1 0-1 0 0,0 0 0 0 0,-1 0 1 0 0,1 0-1 0 0,0 0 0 0 0,0 0 0 0 0,-1 0 1 0 0,1 0-1 0 0,0-1 0 0 0,0 1 0 0 0,0 0 1 0 0,0 0-1 0 0,0-1 0 0 0,0 1 1 0 0,0-1-1 0 0,0 1 0 0 0,1-1 0 0 0,-1 1 1 0 0,0-1-1 0 0,0 0 0 0 0,0 0 1 0 0,1 1-1 0 0,-1-1 0 0 0,2 0 0 0 0,0 0 88 0 0,0-2-23 0 0,3-1-64 0 0,0-1-1 0 0,0-1 1 0 0,0 1-1 0 0,-1-1 1 0 0,0 0-1 0 0,0 0 1 0 0,0-1-1 0 0,-1 1 1 0 0,0-1 0 0 0,0 0-1 0 0,0 0 1 0 0,-1-1-1 0 0,1 1 1 0 0,-2-1-1 0 0,1 1 1 0 0,-1-1-1 0 0,0 0 1 0 0,0 0 0 0 0,-1 0-1 0 0,0 0 1 0 0,1-9-1 0 0,-1-1 208 0 0,0-1-1 0 0,0 0 1 0 0,-2 1-1 0 0,0-1 1 0 0,-1 1-1 0 0,-1-1 1 0 0,-9-31-1 0 0,9 39 275 0 0,3 9-473 0 0,0 0 0 0 0,0-1 0 0 0,0 1 0 0 0,-1 0 0 0 0,1-1 0 0 0,0 1 0 0 0,-1 0 0 0 0,1 0 0 0 0,-1 0 0 0 0,1-1 0 0 0,-1 1 0 0 0,1 0 0 0 0,-1 0 0 0 0,0 0 0 0 0,0 0 0 0 0,0 0 0 0 0,1 0 0 0 0,-1 0 0 0 0,0 0 0 0 0,0 0 0 0 0,0 1 0 0 0,0-1 0 0 0,-1 0 0 0 0,1 1 0 0 0,0-1 0 0 0,-2 0 0 0 0,1 1 87 0 0,-14 56 308 0 0,16-43-449 0 0,2 1 0 0 0,0-1 0 0 0,0 0 0 0 0,1 1 0 0 0,1-1-1 0 0,0 0 1 0 0,1-1 0 0 0,1 1 0 0 0,-1-1 0 0 0,2 0 0 0 0,0-1 0 0 0,16 22 0 0 0,2-1-829 0 0,2-1 1 0 0,1-1 0 0 0,33 28 0 0 0,-1-8-3787 0 0,-28-25 1974 0 0</inkml:trace>
</inkml:ink>
</file>

<file path=ppt/ink/ink7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8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0 560 11301 0 0,'21'-22'75'0'0,"69"-70"1172"0"0,-41 54-795 0 0,-19 15-130 0 0,39-38 0 0 0,-62 54-278 0 0,-1 0-1 0 0,1-1 1 0 0,-1 1-1 0 0,-1-1 1 0 0,0 0 0 0 0,0 0-1 0 0,0-1 1 0 0,-1 0-1 0 0,-1 0 1 0 0,6-16 0 0 0,-9 23-38 0 0,1 0 1 0 0,0-1-1 0 0,-1 1 1 0 0,0 0-1 0 0,1 0 1 0 0,-1-1 0 0 0,0 1-1 0 0,0 0 1 0 0,-1 0-1 0 0,1-1 1 0 0,0 1-1 0 0,-1 0 1 0 0,1 0 0 0 0,-1 0-1 0 0,0 0 1 0 0,1-1-1 0 0,-1 1 1 0 0,0 0-1 0 0,-1 0 1 0 0,1 0 0 0 0,0 1-1 0 0,-3-5 1 0 0,1 5-1 0 0,1-1-1 0 0,-1 0 1 0 0,0 1 0 0 0,0-1 0 0 0,0 1 0 0 0,0 0 0 0 0,0 0-1 0 0,0 0 1 0 0,0 1 0 0 0,0-1 0 0 0,0 0 0 0 0,0 1 0 0 0,0 0-1 0 0,-5 0 1 0 0,-6 1 2 0 0,1 0 0 0 0,-1 1 1 0 0,1 1-1 0 0,-1 0 0 0 0,1 1 0 0 0,-16 7 0 0 0,19-7-11 0 0,0 1 1 0 0,1 0-1 0 0,0 1 1 0 0,0 0-1 0 0,0 0 1 0 0,0 1-1 0 0,1 0 1 0 0,1 1-1 0 0,-1-1 1 0 0,1 2-1 0 0,0-1 1 0 0,1 1-1 0 0,0 0 1 0 0,0 0-1 0 0,-6 15 1 0 0,10-18-1 0 0,-1 1 1 0 0,1 0-1 0 0,1-1 1 0 0,-1 1-1 0 0,1 0 1 0 0,0 0-1 0 0,1 0 1 0 0,0 0-1 0 0,0 0 1 0 0,0 0-1 0 0,1 0 1 0 0,0 0 0 0 0,0 0-1 0 0,1-1 1 0 0,-1 1-1 0 0,2 0 1 0 0,-1-1-1 0 0,1 1 1 0 0,0-1-1 0 0,0 0 1 0 0,1 0-1 0 0,-1 0 1 0 0,1-1-1 0 0,8 10 1 0 0,-3-7-144 0 0,-1 1 1 0 0,1-1-1 0 0,1-1 1 0 0,-1 1-1 0 0,1-2 1 0 0,1 1-1 0 0,-1-2 1 0 0,1 1-1 0 0,0-1 0 0 0,0-1 1 0 0,1 0-1 0 0,-1 0 1 0 0,1-2-1 0 0,0 1 1 0 0,0-1-1 0 0,0-1 1 0 0,0 0-1 0 0,0-1 0 0 0,0 0 1 0 0,0-1-1 0 0,0 0 1 0 0,0-1-1 0 0,19-5 1 0 0,-9 1-277 0 0,0-1 0 0 0,0-1 0 0 0,0-1 0 0 0,-1-1 0 0 0,0-1 1 0 0,-1-1-1 0 0,-1-1 0 0 0,0-1 0 0 0,0 0 0 0 0,-2-1 0 0 0,23-25 1 0 0,-18 15 1860 0 0,34-52 0 0 0,-56 77-1401 0 0,0 0 0 0 0,0 0 1 0 0,0 1-1 0 0,0-1 0 0 0,0 0 0 0 0,0 0 0 0 0,0 0 1 0 0,0 0-1 0 0,0 0 0 0 0,0 0 0 0 0,0 0 1 0 0,0 0-1 0 0,0 0 0 0 0,0 0 0 0 0,0 0 1 0 0,0 1-1 0 0,0-1 0 0 0,0 0 0 0 0,0 0 1 0 0,0 0-1 0 0,0 0 0 0 0,0 0 0 0 0,0 0 1 0 0,0 0-1 0 0,0 0 0 0 0,0 0 0 0 0,0 0 1 0 0,1 0-1 0 0,-1 0 0 0 0,0 0 0 0 0,0 0 1 0 0,0 0-1 0 0,0 0 0 0 0,0 0 0 0 0,0 0 0 0 0,0 0 1 0 0,0 0-1 0 0,0 0 0 0 0,0 0 0 0 0,0 0 1 0 0,1 0-1 0 0,-1 0 0 0 0,0 0 0 0 0,0 0 1 0 0,0 0-1 0 0,-3 18 300 0 0,-10 24-288 0 0,-21 11 258 0 0,33-51-114 0 0,7-4-188 0 0,-1 0 1 0 0,1 0-1 0 0,-1 0 0 0 0,0-1 0 0 0,0 1 0 0 0,0-1 0 0 0,0-1 0 0 0,-1 1 0 0 0,8-7 0 0 0,7-4 17 0 0,-14 10-21 0 0,7-4-5 0 0,-1 1 0 0 0,1 0 0 0 0,0 0 0 0 0,1 1 0 0 0,0 1 0 0 0,-1 0-1 0 0,2 1 1 0 0,22-5 0 0 0,-33 9-8 0 0,6 3-3 0 0,0 0 0 0 0,-1 1-1 0 0,1 0 1 0 0,14 9 0 0 0,-17-9 21 0 0,0 0 1 0 0,1 0-1 0 0,-1-1 0 0 0,0 0 1 0 0,1 0-1 0 0,0-1 1 0 0,0 0-1 0 0,0 0 0 0 0,0 0 1 0 0,0-1-1 0 0,8 0 0 0 0,-3-1-14 0 0,0 0 1 0 0,1-1-1 0 0,-1 0 0 0 0,0-1 0 0 0,0-1 0 0 0,1 0 0 0 0,-2 0 0 0 0,1-2 0 0 0,0 1 0 0 0,-1-1 0 0 0,18-11 0 0 0,-20 9 1 0 0,0 0-1 0 0,-1 0 1 0 0,0-1-1 0 0,0 0 1 0 0,-1-1-1 0 0,0 1 0 0 0,0-1 1 0 0,-1-1-1 0 0,0 1 1 0 0,-1-1-1 0 0,0 0 1 0 0,0 0-1 0 0,3-14 1 0 0,-4 11 25 0 0,-1 1 0 0 0,0-1 0 0 0,-1 0 1 0 0,0 1-1 0 0,-1-20 0 0 0,-1 26 59 0 0,0 0 0 0 0,0 0 0 0 0,-1 1 1 0 0,0-1-1 0 0,0 1 0 0 0,0-1 0 0 0,-1 1 0 0 0,1-1 0 0 0,-1 1 0 0 0,-1 0 0 0 0,1 0 0 0 0,-1 0 0 0 0,0 0 0 0 0,-5-7 0 0 0,7 11 13 0 0,-3 2-72 0 0,0 1-1 0 0,0 0 1 0 0,0 0 0 0 0,0 0-1 0 0,1 0 1 0 0,-1 1-1 0 0,1-1 1 0 0,-1 1-1 0 0,1 0 1 0 0,0 0 0 0 0,0 0-1 0 0,0 0 1 0 0,0 1-1 0 0,1-1 1 0 0,-1 1 0 0 0,1-1-1 0 0,0 1 1 0 0,0 0-1 0 0,1 0 1 0 0,-1 0 0 0 0,1 0-1 0 0,-1 0 1 0 0,1 0-1 0 0,0 6 1 0 0,0-2-11 0 0,1 1 1 0 0,0-1-1 0 0,0 1 0 0 0,1-1 1 0 0,0 0-1 0 0,1 1 1 0 0,0-1-1 0 0,0 0 0 0 0,1 0 1 0 0,0 0-1 0 0,0-1 1 0 0,0 1-1 0 0,1 0 0 0 0,1-1 1 0 0,-1 0-1 0 0,1 0 1 0 0,0-1-1 0 0,1 1 0 0 0,9 8 1 0 0,113 115 70 0 0,-127-130-76 0 0,0 1 0 0 0,0 0 0 0 0,0 0 0 0 0,0 0 0 0 0,0 0 0 0 0,0 0 0 0 0,0 0 0 0 0,-1 0 0 0 0,1 0 0 0 0,0 0 0 0 0,-1 0 0 0 0,1 1 0 0 0,0-1 0 0 0,-1 0 0 0 0,1 0 0 0 0,-1 1 0 0 0,0-1 0 0 0,0 0 0 0 0,1 1 0 0 0,-1-1 0 0 0,0 0 0 0 0,0 1 0 0 0,0-1 0 0 0,0 0 0 0 0,0 1 0 0 0,-1-1 0 0 0,1 0 0 0 0,0 1 0 0 0,-1-1 0 0 0,1 0 0 0 0,0 1 0 0 0,-1-1 0 0 0,0 0 0 0 0,1 0 0 0 0,-2 2 0 0 0,-1-1 5 0 0,0 0 0 0 0,0-1 0 0 0,0 1-1 0 0,0-1 1 0 0,0 0 0 0 0,0 0 0 0 0,0 0 0 0 0,0 0 0 0 0,0 0 0 0 0,-1-1 0 0 0,1 1 0 0 0,0-1-1 0 0,0 0 1 0 0,-4 0 0 0 0,4 0 18 0 0,9-3-211 0 0,27-12-11 0 0,0 1 0 0 0,1 2 1 0 0,50-11-1 0 0,28-10-191 0 0,-79 21 429 0 0,-1-2-1 0 0,0-1 0 0 0,52-33 1 0 0,-84 44 753 0 0,-9 4-659 0 0,-9 3-184 0 0,17-2 45 0 0,-1 0-1 0 0,0 0 1 0 0,0 0-1 0 0,1 0 1 0 0,-1 1-1 0 0,1-1 1 0 0,-1 0-1 0 0,1 1 1 0 0,0 0-1 0 0,0-1 1 0 0,-1 1-1 0 0,1 0 1 0 0,0-1-1 0 0,0 1 1 0 0,1 0-1 0 0,-1 0 1 0 0,0 0-1 0 0,1 0 1 0 0,-1 0-1 0 0,1 0 1 0 0,-1 0-1 0 0,1 0 1 0 0,0 0-1 0 0,0 0 0 0 0,0 0 1 0 0,0 0-1 0 0,0 0 1 0 0,0 0-1 0 0,1 0 1 0 0,-1 0-1 0 0,1 0 1 0 0,0 0-1 0 0,-1 0 1 0 0,1 0-1 0 0,0-1 1 0 0,0 1-1 0 0,2 3 1 0 0,3-1-306 0 0,0 0-1 0 0,0 0 1 0 0,0 0 0 0 0,1-1 0 0 0,-1 0 0 0 0,1-1-1 0 0,-1 1 1 0 0,1-1 0 0 0,0-1 0 0 0,0 1-1 0 0,0-1 1 0 0,14 0 0 0 0,3 0-1550 0 0,0-2 1 0 0,39-7-1 0 0,-35 3-145 0 0</inkml:trace>
</inkml:ink>
</file>

<file path=ppt/ink/ink7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8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40 429 1584 0 0,'5'-1'43'0'0,"3"-2"277"0"0,1 1 1 0 0,0-1-1 0 0,-1 0 0 0 0,0-1 0 0 0,1 0 0 0 0,-1 0 1 0 0,-1-1-1 0 0,10-7 2102 0 0,-22 10-1894 0 0,1 1-387 0 0,0-1-1 0 0,-1 1 1 0 0,1 1-1 0 0,-1-1 1 0 0,1 0-1 0 0,0 1 0 0 0,-1 0 1 0 0,1 0-1 0 0,-1 1 1 0 0,1-1-1 0 0,-1 1 1 0 0,1 0-1 0 0,0 0 1 0 0,0 0-1 0 0,-1 1 0 0 0,1-1 1 0 0,0 1-1 0 0,0 0 1 0 0,-6 4-1 0 0,7-4-100 0 0,1-1 3 0 0,1 0-1 0 0,-1 0 1 0 0,0-1-1 0 0,1 2 0 0 0,-1-1 1 0 0,1 0-1 0 0,-1 0 1 0 0,1 0-1 0 0,-1 1 1 0 0,1-1-1 0 0,0 1 0 0 0,0-1 1 0 0,0 1-1 0 0,0-1 1 0 0,0 1-1 0 0,0 0 1 0 0,0-1-1 0 0,0 1 0 0 0,1 0 1 0 0,-1 0-1 0 0,1 0 1 0 0,-1 0-1 0 0,1-1 1 0 0,0 1-1 0 0,-1 0 0 0 0,1 0 1 0 0,1 4-1 0 0,0-5-27 0 0,0 0 0 0 0,1 0 1 0 0,-1 0-1 0 0,0 0 0 0 0,1 0 0 0 0,-1 0 0 0 0,1 0 0 0 0,-1 0 0 0 0,1-1 0 0 0,0 1 0 0 0,-1-1 0 0 0,1 1 0 0 0,0-1 0 0 0,-1 1 0 0 0,1-1 0 0 0,0 0 1 0 0,0 0-1 0 0,-1 0 0 0 0,1 0 0 0 0,0 0 0 0 0,0 0 0 0 0,-1-1 0 0 0,1 1 0 0 0,2-1 0 0 0,2-1-1 0 0,0 1 0 0 0,0-1 0 0 0,0 0 0 0 0,0-1 1 0 0,0 1-1 0 0,0-1 0 0 0,-1 0 0 0 0,0-1 0 0 0,1 1 0 0 0,-1-1 0 0 0,0 0 0 0 0,-1-1 0 0 0,1 1 1 0 0,4-7-1 0 0,-1 1-12 0 0,-1 0 0 0 0,-1 0 1 0 0,0-1-1 0 0,0 0 0 0 0,-1-1 0 0 0,7-21 1 0 0,-4 3 67 0 0,-2 0 1 0 0,-1 0 0 0 0,-1-1-1 0 0,-2 0 1 0 0,-1-38-1 0 0,-1 67-53 0 0,-5-44 371 0 0,5 44-352 0 0,0 0 0 0 0,-1 0 1 0 0,1 0-1 0 0,-1 0 1 0 0,1 0-1 0 0,-1 0 1 0 0,0 0-1 0 0,0 0 1 0 0,0 0-1 0 0,0 0 1 0 0,0 1-1 0 0,0-1 1 0 0,-1 0-1 0 0,1 1 1 0 0,-1-1-1 0 0,1 1 0 0 0,-1 0 1 0 0,1-1-1 0 0,-3 0 1 0 0,3 1 109 0 0,-21 7 153 0 0,19-4-266 0 0,0 0-1 0 0,0 0 0 0 0,0 0 1 0 0,0 1-1 0 0,1-1 0 0 0,-1 1 1 0 0,0 0-1 0 0,1 0 0 0 0,0 0 1 0 0,0 0-1 0 0,0 0 0 0 0,-2 5 0 0 0,-18 42 191 0 0,19-44-200 0 0,-1 6-22 0 0,1 1 0 0 0,-1-1 0 0 0,2 1-1 0 0,0 0 1 0 0,1 0 0 0 0,0 0-1 0 0,0 1 1 0 0,2-1 0 0 0,0 0 0 0 0,2 13-1 0 0,-1-14-489 0 0,1-1 0 0 0,0 1 0 0 0,1-1 0 0 0,9 19 0 0 0,-10-23-394 0 0,2 1 0 0 0,-1-1 0 0 0,1-1 0 0 0,0 1 0 0 0,0-1 0 0 0,1 0 0 0 0,7 7 0 0 0,0-4-1901 0 0</inkml:trace>
</inkml:ink>
</file>

<file path=ppt/ink/ink7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9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55 573 180 0 0,'0'0'3939'0'0,"-6"1"-3336"0"0,-2-1-372 0 0,6 0-156 0 0,0 0 0 0 0,0 1 0 0 0,1-1 0 0 0,-1 0 0 0 0,0 0 0 0 0,0 1 0 0 0,0-1 0 0 0,1 1 0 0 0,-1 0 0 0 0,0-1 0 0 0,0 1 0 0 0,1 0 0 0 0,-1 0 0 0 0,1 0 0 0 0,-1 0 1 0 0,-2 3-1 0 0,4-4-11 0 0,-1 1 1 0 0,0-1-1 0 0,1 0 1 0 0,-1 1-1 0 0,1-1 1 0 0,-1 0-1 0 0,1 1 1 0 0,0-1-1 0 0,-1 1 1 0 0,1-1-1 0 0,-1 1 1 0 0,1-1-1 0 0,0 1 1 0 0,-1 0-1 0 0,1-1 1 0 0,0 1-1 0 0,0-1 1 0 0,0 1-1 0 0,-1 0 1 0 0,1-1-1 0 0,0 1 1 0 0,0-1-1 0 0,0 1 1 0 0,0 0-1 0 0,0-1 1 0 0,0 1-1 0 0,0 0 1 0 0,0-1-1 0 0,0 1 1 0 0,0-1 0 0 0,0 1-1 0 0,1 0 1 0 0,-1-1-1 0 0,0 1 1 0 0,0-1-1 0 0,1 1 1 0 0,-1 0-1 0 0,0-1 1 0 0,1 1-1 0 0,-1-1 1 0 0,1 1-1 0 0,-1-1 1 0 0,0 1-1 0 0,1-1 1 0 0,-1 0-1 0 0,1 1 1 0 0,1 0-23 0 0,-1-1 0 0 0,0 1 1 0 0,0-1-1 0 0,0 0 0 0 0,0 1 0 0 0,1-1 1 0 0,-1 0-1 0 0,0 0 0 0 0,0 0 0 0 0,0 0 1 0 0,1 0-1 0 0,-1 0 0 0 0,0 0 0 0 0,0 0 1 0 0,0 0-1 0 0,1-1 0 0 0,-1 1 1 0 0,0 0-1 0 0,0-1 0 0 0,0 1 0 0 0,0-1 1 0 0,0 1-1 0 0,0-1 0 0 0,0 0 0 0 0,2 0 1 0 0,11-13 66 0 0,0 1 0 0 0,0-2 1 0 0,-1 0-1 0 0,-1-1 0 0 0,-1 0 1 0 0,0 0-1 0 0,-1-1 0 0 0,-1-1 1 0 0,-1 0-1 0 0,0 0 0 0 0,8-31 1 0 0,-8 21-55 0 0,-1-1 1 0 0,-2 0 0 0 0,-1 0 0 0 0,-1 0 0 0 0,-2-1 0 0 0,-1 1 0 0 0,-4-39-1 0 0,3 62-44 0 0,-1-1 1 0 0,1 1-1 0 0,-1-1 0 0 0,0 1 0 0 0,-1 0 0 0 0,0 0 0 0 0,0 0 0 0 0,0 0 0 0 0,0 0 0 0 0,-1 1 0 0 0,0 0 0 0 0,-9-10 0 0 0,10 13-2 0 0,1-1-1 0 0,-1 1 1 0 0,0 0 0 0 0,1 0 0 0 0,-1 0 0 0 0,0 0-1 0 0,0 0 1 0 0,-1 1 0 0 0,1-1 0 0 0,0 1-1 0 0,0 0 1 0 0,-1 0 0 0 0,1 0 0 0 0,-1 0-1 0 0,1 1 1 0 0,0-1 0 0 0,-1 1 0 0 0,1 0-1 0 0,-1 0 1 0 0,1 0 0 0 0,-1 1 0 0 0,1-1-1 0 0,-1 1 1 0 0,1 0 0 0 0,-1 0 0 0 0,-3 1-1 0 0,4 0-4 0 0,0 0-1 0 0,-1 0 0 0 0,1 0 1 0 0,0 0-1 0 0,0 0 0 0 0,0 1 1 0 0,0 0-1 0 0,1-1 0 0 0,-1 1 1 0 0,1 0-1 0 0,-1 0 0 0 0,1 0 1 0 0,0 1-1 0 0,0-1 0 0 0,1 0 1 0 0,-1 1-1 0 0,1-1 0 0 0,-1 1 1 0 0,1 0-1 0 0,0-1 0 0 0,1 1 1 0 0,-1 0-1 0 0,0 0 0 0 0,1 0 0 0 0,0 3 1 0 0,0 2 2 0 0,1 0 1 0 0,-1-1 0 0 0,1 1-1 0 0,1-1 1 0 0,0 0-1 0 0,0 0 1 0 0,1 1-1 0 0,0-1 1 0 0,0 0 0 0 0,5 8-1 0 0,121 173 67 0 0,-19-29-14 0 0,-88-127 28 0 0,-21-31 98 0 0,-1-2-244 0 0,0 0 41 0 0,0 0 1 0 0,0 0 0 0 0,0 0 0 0 0,0 0-1 0 0,0 0 1 0 0,1 0 0 0 0,-1 1-1 0 0,0-1 1 0 0,0 0 0 0 0,0 0 0 0 0,0 0-1 0 0,0 0 1 0 0,0 0 0 0 0,0 0-1 0 0,0 1 1 0 0,1-1 0 0 0,-1 0-1 0 0,0 0 1 0 0,0 0 0 0 0,0 0 0 0 0,0 1-1 0 0,0-1 1 0 0,0 0 0 0 0,0 0-1 0 0,0 0 1 0 0,0 0 0 0 0,0 1 0 0 0,0-1-1 0 0,0 0 1 0 0,0 0 0 0 0,0 0-1 0 0,0 0 1 0 0,0 1 0 0 0,0-1-1 0 0,0 0 1 0 0,-1 0 0 0 0,1 0 0 0 0,0 0-1 0 0,0 0 1 0 0,0 1 0 0 0,0-1-1 0 0,0 0 1 0 0,0 0 0 0 0,0 0 0 0 0,-1 0-1 0 0,1 0 1 0 0,0 0 0 0 0,0 0-1 0 0,0 1 1 0 0,0-1 0 0 0,0 0-1 0 0,0 0 1 0 0,-1 0 0 0 0,1 0 0 0 0,0 0-1 0 0,0 0 1 0 0,0 0 0 0 0,0 0-1 0 0,-1 0 1 0 0,1 0 0 0 0,0 0 0 0 0,0 0-1 0 0,0 0 1 0 0,0 0 0 0 0,-1 0-1 0 0,1 0 1 0 0,-5-1-285 0 0,-18-6-962 0 0,7 0-4015 0 0,6 1 2469 0 0</inkml:trace>
</inkml:ink>
</file>

<file path=ppt/ink/ink7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9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69 488 0 0,'2'-36'4780'0'0,"0"20"-3662"0"0,-1 0-3426 0 0</inkml:trace>
</inkml:ink>
</file>

<file path=ppt/ink/ink7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49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87 732 0 0,'2'2'246'0'0,"0"0"1"0"0,1-1-1 0 0,-1 1 1 0 0,0-1-1 0 0,1 1 0 0 0,0-1 1 0 0,-1 0-1 0 0,1 0 1 0 0,0 0-1 0 0,0 0 0 0 0,-1-1 1 0 0,1 1-1 0 0,0-1 1 0 0,0 1-1 0 0,0-1 0 0 0,0 0 1 0 0,0 0-1 0 0,0 0 1 0 0,0-1-1 0 0,-1 1 0 0 0,1-1 1 0 0,4-1-1 0 0,10-2 292 0 0,-1-2 0 0 0,26-11 0 0 0,-26 10 109 0 0,125-58 4285 0 0,-140 65-4205 0 0,0 1-624 0 0,-1 1 0 0 0,0 0 1 0 0,0 0-1 0 0,0 0 0 0 0,0 0 0 0 0,0 0 1 0 0,0-1-1 0 0,0 1 0 0 0,0 0 1 0 0,-1 0-1 0 0,1 0 0 0 0,-1 2 0 0 0,-38 65 533 0 0,-2-2-1 0 0,-4-1 0 0 0,-78 90 0 0 0,-2 2-1435 0 0,71-82-345 0 0,-2 3-1878 0 0,17-29-4406 0 0,31-37 4164 0 0</inkml:trace>
</inkml:ink>
</file>

<file path=ppt/ink/ink7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1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1 920 420 0 0,'89'-57'1901'0'0,"-52"35"-1305"0"0,0-2 1 0 0,-1-2-1 0 0,-2-1 1 0 0,40-41-1 0 0,-55 48-463 0 0,-2 0-1 0 0,-1-2 0 0 0,-1 0 1 0 0,0 0-1 0 0,-2-2 1 0 0,-1 1-1 0 0,0-2 0 0 0,-2 0 1 0 0,-1 0-1 0 0,-1 0 1 0 0,-1-1-1 0 0,-1-1 1 0 0,-2 1-1 0 0,0-1 0 0 0,-2 1 1 0 0,-1-1-1 0 0,-1 0 1 0 0,-1 0-1 0 0,-9-49 0 0 0,4 49-16 0 0,5 17 3 0 0,-1-1-1 0 0,0 1 1 0 0,-1 0-1 0 0,0 0 1 0 0,-1 0-1 0 0,0 0 1 0 0,0 1-1 0 0,-1-1 1 0 0,0 1-1 0 0,-10-14 1 0 0,14 23-108 0 0,0-1 0 0 0,1 1 1 0 0,-1-1-1 0 0,0 1 0 0 0,1 0 1 0 0,-1-1-1 0 0,0 1 0 0 0,0 0 1 0 0,1-1-1 0 0,-1 1 0 0 0,0 0 0 0 0,0 0 1 0 0,0 0-1 0 0,1 0 0 0 0,-1 0 1 0 0,0 0-1 0 0,0 0 0 0 0,0 0 1 0 0,0 0-1 0 0,1 0 0 0 0,-1 0 0 0 0,0 0 1 0 0,0 0-1 0 0,0 1 0 0 0,1-1 1 0 0,-1 0-1 0 0,0 1 0 0 0,1-1 1 0 0,-1 1-1 0 0,0-1 0 0 0,0 0 0 0 0,1 1 1 0 0,-1 0-1 0 0,1-1 0 0 0,-1 1 1 0 0,1-1-1 0 0,-1 1 0 0 0,1 0 1 0 0,-1-1-1 0 0,0 2 0 0 0,-19 31 100 0 0,6 1 83 0 0,1 2-1 0 0,2-1 1 0 0,2 2-1 0 0,-10 66 1 0 0,1 153 438 0 0,14-176-432 0 0,-6 253 411 0 0,-3 39-9 0 0,12-361-607 0 0,0-1 1 0 0,0 1-1 0 0,-1-1 1 0 0,-5 14-1 0 0,6-21-48 0 0,0 0 0 0 0,0 0-1 0 0,0-1 1 0 0,0 1 0 0 0,-1 0-1 0 0,0-1 1 0 0,1 1 0 0 0,-1 0-1 0 0,0-1 1 0 0,0 0 0 0 0,0 0-1 0 0,0 1 1 0 0,-1-1 0 0 0,1-1-1 0 0,-1 1 1 0 0,1 0-1 0 0,-1 0 1 0 0,-4 1 0 0 0,4-2-54 0 0,-1-1 0 0 0,1 1 0 0 0,-1-1 0 0 0,1 0 1 0 0,0 0-1 0 0,-1-1 0 0 0,1 1 0 0 0,-1-1 0 0 0,1 1 1 0 0,0-1-1 0 0,0 0 0 0 0,-1-1 0 0 0,1 1 0 0 0,0 0 0 0 0,0-1 1 0 0,0 0-1 0 0,0 1 0 0 0,0-1 0 0 0,1 0 0 0 0,-1-1 1 0 0,-3-2-1 0 0,-5-6-303 0 0,0 0 0 0 0,0-1-1 0 0,-9-13 1 0 0,9 9 108 0 0,1 1-1 0 0,0-2 0 0 0,1 0 1 0 0,1 0-1 0 0,1 0 0 0 0,-8-28 1 0 0,15 43 305 0 0,0 0 0 0 0,0 1 1 0 0,0-1-1 0 0,0 0 1 0 0,0 0-1 0 0,0 0 1 0 0,1 0-1 0 0,-1 0 1 0 0,1 0-1 0 0,-1 1 1 0 0,1-1-1 0 0,0 0 1 0 0,0 0-1 0 0,-1 1 1 0 0,1-1-1 0 0,0 1 1 0 0,1-1-1 0 0,-1 1 1 0 0,0-1-1 0 0,0 1 1 0 0,1-1-1 0 0,-1 1 1 0 0,0 0-1 0 0,1 0 0 0 0,0 0 1 0 0,-1 0-1 0 0,3-1 1 0 0,48-23 148 0 0,-46 23-156 0 0,170-60 253 0 0,83-34 656 0 0,-239 86-598 0 0,0 1 1 0 0,-1-2-1 0 0,0-1 1 0 0,0 0-1 0 0,-1-2 1 0 0,-1 0-1 0 0,0-1 1 0 0,-1 0-1 0 0,-1-1 1 0 0,26-36-1 0 0,-19 24 1327 0 0,-26 35-1610 0 0,0 1-1 0 0,0 0 0 0 0,1 1 0 0 0,0-1 0 0 0,0 0 0 0 0,1 1 0 0 0,0 0 1 0 0,0-1-1 0 0,1 1 0 0 0,1 0 0 0 0,-1 0 0 0 0,1 0 0 0 0,1-1 0 0 0,-1 1 1 0 0,2 0-1 0 0,3 17 0 0 0,-4-25-14 0 0,0 0 1 0 0,-1 0 0 0 0,1 0-1 0 0,0 0 1 0 0,-1-1 0 0 0,1 1-1 0 0,0 0 1 0 0,0 0 0 0 0,0 0-1 0 0,0-1 1 0 0,0 1-1 0 0,0-1 1 0 0,0 1 0 0 0,0 0-1 0 0,0-1 1 0 0,0 0 0 0 0,0 1-1 0 0,0-1 1 0 0,0 0 0 0 0,0 1-1 0 0,1-1 1 0 0,-1 0-1 0 0,0 0 1 0 0,0 0 0 0 0,0 0-1 0 0,0 0 1 0 0,0 0 0 0 0,1 0-1 0 0,-1-1 1 0 0,0 1-1 0 0,2-1 1 0 0,40-12 108 0 0,-34 9-82 0 0,63-16 88 0 0,-47 14-89 0 0,0-1 0 0 0,-1-1-1 0 0,39-18 1 0 0,-5-12-368 0 0,-39 17-6877 0 0,-14 13 3946 0 0</inkml:trace>
</inkml:ink>
</file>

<file path=ppt/ink/ink7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3.3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333 441 748 0 0,'-3'-2'230'0'0,"0"0"0"0"0,-1 0-1 0 0,1 0 1 0 0,-1 0 0 0 0,1 1-1 0 0,-1-1 1 0 0,1 1 0 0 0,-1 0 0 0 0,0 0-1 0 0,0 0 1 0 0,1 1 0 0 0,-1 0 0 0 0,0-1-1 0 0,0 1 1 0 0,0 0 0 0 0,-4 1-1 0 0,1 0-7 0 0,0 1-1 0 0,0 0 0 0 0,0 0 0 0 0,0 1 0 0 0,1 0 1 0 0,-1 0-1 0 0,1 0 0 0 0,-7 5 0 0 0,-3 4 50 0 0,0 0 1 0 0,1 1-1 0 0,0 1 0 0 0,2 0 0 0 0,-18 23 0 0 0,14-15 121 0 0,1 1-1 0 0,-21 41 0 0 0,33-56-300 0 0,0-1 0 0 0,1 1 0 0 0,0-1 0 0 0,1 1 0 0 0,0 0-1 0 0,0 0 1 0 0,0 0 0 0 0,1 0 0 0 0,1 0 0 0 0,-1 1 0 0 0,1-1 0 0 0,0 0 0 0 0,3 13 0 0 0,-3-19-72 0 0,1-1 0 0 0,-1 1 0 0 0,0-1 0 0 0,1 0 0 0 0,0 1 0 0 0,-1-1 0 0 0,1 1 0 0 0,0-1 0 0 0,0 0 0 0 0,-1 0 0 0 0,1 1 0 0 0,0-1 1 0 0,0 0-1 0 0,0 0 0 0 0,1 0 0 0 0,-1 0 0 0 0,0 0 0 0 0,0 0 0 0 0,0-1 0 0 0,1 1 0 0 0,-1 0 0 0 0,0 0 0 0 0,1-1 0 0 0,1 1 0 0 0,1 0 2 0 0,-1-1 0 0 0,1 1 0 0 0,-1-1 0 0 0,1 0 0 0 0,0-1 0 0 0,-1 1 0 0 0,1 0 0 0 0,-1-1 0 0 0,0 0 0 0 0,5-1 0 0 0,6-3 34 0 0,0-1-1 0 0,-1-1 0 0 0,24-14 0 0 0,-20 8-15 0 0,0-1 0 0 0,-2-1 0 0 0,1 0 0 0 0,-2-1 0 0 0,0 0-1 0 0,-1-1 1 0 0,-1-1 0 0 0,14-24 0 0 0,-22 35-31 0 0,-3 6-10 0 0,-1 1 1 0 0,1-1 0 0 0,-1 1-1 0 0,1-1 1 0 0,0 1 0 0 0,-1-1-1 0 0,1 1 1 0 0,-1 0 0 0 0,1-1 0 0 0,0 1-1 0 0,0 0 1 0 0,-1 0 0 0 0,1-1-1 0 0,0 1 1 0 0,-1 0 0 0 0,1 0-1 0 0,0 0 1 0 0,0 0 0 0 0,-1 0-1 0 0,1 0 1 0 0,0 0 0 0 0,0 0-1 0 0,-1 0 1 0 0,1 1 0 0 0,0-1-1 0 0,-1 0 1 0 0,1 0 0 0 0,0 0-1 0 0,1 1 1 0 0,15 9-20 0 0,-17-10 27 0 0,8 5-4 0 0,-1 0 1 0 0,1-1-1 0 0,0 0 0 0 0,0 0 1 0 0,1-1-1 0 0,-1 0 0 0 0,1 0 1 0 0,0-1-1 0 0,-1 0 0 0 0,1-1 1 0 0,0 0-1 0 0,0 0 0 0 0,0 0 1 0 0,0-2-1 0 0,0 1 0 0 0,0-1 1 0 0,0 0-1 0 0,0-1 0 0 0,0 0 1 0 0,-1 0-1 0 0,1-1 0 0 0,9-5 1 0 0,10-3 9 0 0,-2-2 1 0 0,0-1-1 0 0,0 0 0 0 0,-2-2 1 0 0,34-28-1 0 0,-25 16-7 0 0,-1-1 0 0 0,-2-2 0 0 0,-1-1 0 0 0,46-65 0 0 0,-58 71 8 0 0,-1-1 0 0 0,-1-1 0 0 0,-2 0-1 0 0,-1-1 1 0 0,-1 0 0 0 0,-1-1 0 0 0,8-42-1 0 0,-19 49 42 0 0,1 23-54 0 0,-1 0 1 0 0,1-1 0 0 0,0 1 0 0 0,-1 0-1 0 0,1 0 1 0 0,0 0 0 0 0,0 0 0 0 0,-1-1 0 0 0,1 1-1 0 0,0 0 1 0 0,-1 0 0 0 0,1 0 0 0 0,0 0 0 0 0,-1 0-1 0 0,1 0 1 0 0,-1 0 0 0 0,1 0 0 0 0,0 0-1 0 0,-1 0 1 0 0,1 0 0 0 0,0 0 0 0 0,-1 0 0 0 0,1 0-1 0 0,0 0 1 0 0,-1 0 0 0 0,1 0 0 0 0,0 1 0 0 0,-1-1-1 0 0,1 0 1 0 0,0 0 0 0 0,-1 0 0 0 0,1 1-1 0 0,0-1 1 0 0,-4 2 1 0 0,1 1 0 0 0,0 0 0 0 0,0-1 0 0 0,0 1 0 0 0,1 0-1 0 0,-1 0 1 0 0,1 1 0 0 0,-3 4 0 0 0,-13 24 13 0 0,3 2 0 0 0,0-1 1 0 0,3 1-1 0 0,-12 48 0 0 0,19-64-11 0 0,2 0 1 0 0,0 1-1 0 0,1-1 1 0 0,1 0-1 0 0,1 1 1 0 0,0 0-1 0 0,2-1 1 0 0,0 0-1 0 0,1 1 1 0 0,7 25-1 0 0,-7-37-2 0 0,-1 0-1 0 0,1 0 0 0 0,0 0 0 0 0,1 0 0 0 0,0 0 0 0 0,0-1 0 0 0,0 0 1 0 0,1 0-1 0 0,0 0 0 0 0,0 0 0 0 0,1-1 0 0 0,-1 0 0 0 0,1 0 0 0 0,0 0 1 0 0,1-1-1 0 0,-1 0 0 0 0,1 0 0 0 0,0-1 0 0 0,0 0 0 0 0,0 0 0 0 0,0 0 1 0 0,0-1-1 0 0,1 0 0 0 0,-1 0 0 0 0,1-1 0 0 0,-1 0 0 0 0,1 0 0 0 0,-1-1 1 0 0,1 0-1 0 0,0-1 0 0 0,-1 1 0 0 0,1-1 0 0 0,-1-1 0 0 0,1 1 0 0 0,-1-1 1 0 0,0-1-1 0 0,1 1 0 0 0,-1-1 0 0 0,0-1 0 0 0,-1 1 0 0 0,8-6 0 0 0,2-1-16 0 0,-1-1 0 0 0,0-1 0 0 0,0-1 0 0 0,-1 0 0 0 0,-1-1 0 0 0,0 0 0 0 0,-1-1 0 0 0,-1-1 0 0 0,0 0 0 0 0,-1 0 0 0 0,-1-1 0 0 0,8-19 0 0 0,-6 9 7 0 0,-2 0 0 0 0,-1 0 1 0 0,0-1-1 0 0,-2 0 1 0 0,-2-1-1 0 0,0 1 0 0 0,-1-40 1 0 0,-3 66 79 0 0,-5 6-60 0 0,-1 4-6 0 0,0 0 0 0 0,0 1 0 0 0,1 0 0 0 0,0 0 0 0 0,0 0 0 0 0,1 1 0 0 0,0-1 0 0 0,1 1 0 0 0,0 0 0 0 0,1 0 0 0 0,0 0 0 0 0,0 0 0 0 0,0 18 0 0 0,1 5-152 0 0,0 0 0 0 0,2 1 1 0 0,7 37-1 0 0,-5-54-238 0 0,1 0 0 0 0,0 0-1 0 0,2-1 1 0 0,9 23 0 0 0,-9-26-927 0 0,1-1-1 0 0,0 1 0 0 0,10 11 1 0 0,0-3-1297 0 0</inkml:trace>
</inkml:ink>
</file>

<file path=ppt/ink/ink7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4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44 633 10157 0 0,'3'-31'124'0'0,"0"-59"0"0"0,-3 66 205 0 0,0 22 772 0 0,1 9-842 0 0,1 52 277 0 0,-3-1 1 0 0,-14 105-1 0 0,2-38-138 0 0,9-13-77 0 0,4-65-889 0 0,-12 91 1 0 0,6-150-4867 0 0,6 9 5421 0 0,-1 1 1 0 0,1-1-1 0 0,0 0 0 0 0,0 1 0 0 0,0-1 1 0 0,0 0-1 0 0,0 1 0 0 0,1-1 0 0 0,-1 0 0 0 0,2-2 1 0 0,10-16-185 0 0,1 1 0 0 0,1 0 0 0 0,1 1 0 0 0,1 1 0 0 0,0 0 0 0 0,32-26 0 0 0,-14 13 26 0 0,0-4 211 0 0,-1 0 0 0 0,-2-2 0 0 0,-1-1 1 0 0,-2-2-1 0 0,-2-1 0 0 0,-2 0 1 0 0,-2-2-1 0 0,-1-1 0 0 0,-3 0 1 0 0,-1-2-1 0 0,-2 0 0 0 0,-3-1 0 0 0,-1 0 1 0 0,-3 0-1 0 0,4-67 0 0 0,-11 104-2 0 0,-2-96 631 0 0,0 97-526 0 0,0 0-1 0 0,-1 0 1 0 0,0 0-1 0 0,0 1 1 0 0,-1-1-1 0 0,0 1 1 0 0,-1-1-1 0 0,0 1 1 0 0,-6-11-1 0 0,8 17-30 0 0,-31 28 249 0 0,22-10-232 0 0,0 0 0 0 0,1 1 0 0 0,1 0 0 0 0,0 1 1 0 0,2 0-1 0 0,-8 25 0 0 0,-25 118 615 0 0,27-81-448 0 0,3 0-1 0 0,3 0 0 0 0,4 1 0 0 0,12 133 0 0 0,1-149-132 0 0,-5-39 6 0 0,2 48 0 0 0,-7-73-149 0 0,0 0 1 0 0,0 0 0 0 0,0 0-1 0 0,0 0 1 0 0,0 0 0 0 0,0 0 0 0 0,0 0-1 0 0,0 0 1 0 0,1 0 0 0 0,-1 0 0 0 0,0 0-1 0 0,1 0 1 0 0,-1 0 0 0 0,1-1-1 0 0,-1 1 1 0 0,1 0 0 0 0,-1 0 0 0 0,1 0-1 0 0,-1-1 1 0 0,1 1 0 0 0,0 0 0 0 0,0 0-1 0 0,-1-1 1 0 0,1 1 0 0 0,0-1-1 0 0,0 1 1 0 0,0-1 0 0 0,0 1 0 0 0,0-1-1 0 0,-1 1 1 0 0,1-1 0 0 0,0 0 0 0 0,0 0-1 0 0,0 1 1 0 0,0-1 0 0 0,0 0-1 0 0,0 0 1 0 0,0 0 0 0 0,0 0 0 0 0,0 0-1 0 0,0 0 1 0 0,0 0 0 0 0,2-1 0 0 0,51-16 446 0 0,-30 9-410 0 0,6 3 19 0 0,0 1-1 0 0,0 2 0 0 0,49 3 0 0 0,-31-1-5 0 0,-42 1-57 0 0,0-1-1 0 0,-1 0 1 0 0,1-1-1 0 0,0 1 1 0 0,0-1 0 0 0,-1 0-1 0 0,1 0 1 0 0,-1-1-1 0 0,1 0 1 0 0,6-3 0 0 0,-11 4-8 0 0,35-10-2463 0 0,7 16-4823 0 0,-31-4 4328 0 0</inkml:trace>
</inkml:ink>
</file>

<file path=ppt/ink/ink7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4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30 424 0 0,'-4'-18'3603'0'0,"4"17"-3490"0"0,1 1 0 0 0,-1 0-1 0 0,0-1 1 0 0,0 1 0 0 0,0 0-1 0 0,0-1 1 0 0,0 1 0 0 0,0 0 0 0 0,0-1-1 0 0,0 1 1 0 0,0-1 0 0 0,0 1-1 0 0,0 0 1 0 0,0-1 0 0 0,-1 1 0 0 0,1 0-1 0 0,0-1 1 0 0,0 1 0 0 0,0 0-1 0 0,0-1 1 0 0,0 1 0 0 0,-1 0 0 0 0,1-1-1 0 0,0 1 1 0 0,0 0 0 0 0,-1 0-1 0 0,1-1 1 0 0,0 1 0 0 0,0 0 0 0 0,-1 0-1 0 0,1 0 1 0 0,0-1 0 0 0,-1 1-1 0 0,1 0 1 0 0,0 0 0 0 0,-1 0 0 0 0,1 0-1 0 0,0 0 1 0 0,-1 0 0 0 0,1-1-1 0 0,0 1 1 0 0,-1 0 0 0 0,1 0 0 0 0,0 0-1 0 0,-1 0 1 0 0,1 0 0 0 0,-1 0-1 0 0,1 0 1 0 0,-1 1 0 0 0,-17 22 358 0 0,1 1 1 0 0,2 1-1 0 0,0 0 0 0 0,1 1 1 0 0,2 1-1 0 0,1 0 1 0 0,-14 50-1 0 0,17-42 187 0 0,-5 47-1 0 0,12-80-573 0 0,1-1 40 0 0,0-1-110 0 0,0 0 0 0 0,0 0 0 0 0,-1 1 1 0 0,1-1-1 0 0,0 0 0 0 0,0 0 0 0 0,0 1 0 0 0,0-1 1 0 0,0 0-1 0 0,0 0 0 0 0,0 1 0 0 0,0-1 1 0 0,0 0-1 0 0,-1 0 0 0 0,1 1 0 0 0,0-1 0 0 0,0 0 1 0 0,0 1-1 0 0,0-1 0 0 0,1 0 0 0 0,-1 0 0 0 0,0 1 1 0 0,0-1-1 0 0,0 0 0 0 0,0 0 0 0 0,0 1 1 0 0,0-1-1 0 0,0 0 0 0 0,0 0 0 0 0,0 1 0 0 0,1-1 1 0 0,-1 0-1 0 0,0 0 0 0 0,0 0 0 0 0,0 1 0 0 0,1-1 1 0 0,-1 0-1 0 0,0 0 0 0 0,0 0 0 0 0,0 1 0 0 0,1-1 1 0 0,-1 0-1 0 0,0 0 0 0 0,0 0 0 0 0,1 0 1 0 0,-1 0-1 0 0,0 0 0 0 0,1 0 0 0 0,-1 0 0 0 0,97-66 510 0 0,-37 23-351 0 0,-58 42-152 0 0,4 5-9 0 0,-5-4-12 0 0,0 0 1 0 0,1 0-1 0 0,-1 1 0 0 0,0-1 1 0 0,0 0-1 0 0,0 0 0 0 0,0 1 1 0 0,0-1-1 0 0,0 1 0 0 0,0-1 1 0 0,0 1-1 0 0,0-1 0 0 0,0 1 1 0 0,0-1-1 0 0,0 1 0 0 0,-1 0 1 0 0,1 0-1 0 0,0-1 0 0 0,0 1 1 0 0,-1 0-1 0 0,2 1 0 0 0,5 10 21 0 0,1 0-1 0 0,1-1 0 0 0,0-1 1 0 0,0 1-1 0 0,19 14 0 0 0,-26-23-15 0 0,0-1 1 0 0,0 1-1 0 0,0-1 0 0 0,0 0 0 0 0,0 0 0 0 0,1 0 0 0 0,-1 0 0 0 0,0 0 0 0 0,1-1 1 0 0,-1 1-1 0 0,1-1 0 0 0,-1 1 0 0 0,1-1 0 0 0,-1 0 0 0 0,1 0 0 0 0,3 0 0 0 0,-3-1-2 0 0,-1 0 0 0 0,1 0-1 0 0,0 0 1 0 0,0-1-1 0 0,-1 1 1 0 0,1-1-1 0 0,-1 0 1 0 0,0 1-1 0 0,1-1 1 0 0,-1 0 0 0 0,0 0-1 0 0,0 0 1 0 0,0-1-1 0 0,0 1 1 0 0,-1 0-1 0 0,1-1 1 0 0,2-4 0 0 0,1-3-24 0 0,0 0 0 0 0,-1 0 0 0 0,0 0 0 0 0,0-1 0 0 0,-1 0 0 0 0,-1 0 0 0 0,1 0 0 0 0,-2 0 0 0 0,0 0 0 0 0,0 0 0 0 0,-1-1 0 0 0,0 1 0 0 0,-1 0 0 0 0,0 0 0 0 0,-1 0 0 0 0,-6-19 0 0 0,8 27-407 0 0,-3-3 191 0 0,2 3-1978 0 0</inkml:trace>
</inkml:ink>
</file>

<file path=ppt/ink/ink7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5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35 884 0 0,'-5'7'562'0'0,"0"1"0"0"0,1 0-1 0 0,0 0 1 0 0,0 0 0 0 0,1 1-1 0 0,0 0 1 0 0,0-1 0 0 0,-2 16 0 0 0,5-20-479 0 0,0-1 0 0 0,0 0 0 0 0,0 0 1 0 0,1 0-1 0 0,-1 1 0 0 0,1-1 1 0 0,0 0-1 0 0,-1 0 0 0 0,2 0 0 0 0,-1 0 1 0 0,0 0-1 0 0,0 0 0 0 0,1 0 1 0 0,0 0-1 0 0,-1-1 0 0 0,1 1 0 0 0,0-1 1 0 0,0 1-1 0 0,1-1 0 0 0,-1 0 1 0 0,0 0-1 0 0,1 0 0 0 0,0 0 0 0 0,-1 0 1 0 0,1 0-1 0 0,0-1 0 0 0,0 1 0 0 0,3 0 1 0 0,-3 0-12 0 0,0-1-1 0 0,0 1 1 0 0,0-1 0 0 0,0 0-1 0 0,0 0 1 0 0,0-1 0 0 0,0 1 0 0 0,0-1-1 0 0,0 1 1 0 0,0-1 0 0 0,0 0 0 0 0,1 0-1 0 0,-1-1 1 0 0,0 1 0 0 0,0-1 0 0 0,0 1-1 0 0,0-1 1 0 0,0 0 0 0 0,0 0 0 0 0,0 0-1 0 0,0 0 1 0 0,0-1 0 0 0,-1 1-1 0 0,1-1 1 0 0,0 0 0 0 0,-1 0 0 0 0,1 0-1 0 0,-1 0 1 0 0,0 0 0 0 0,0 0 0 0 0,1-1-1 0 0,-2 1 1 0 0,1-1 0 0 0,0 0 0 0 0,0 1-1 0 0,-1-1 1 0 0,2-5 0 0 0,1 1 53 0 0,-1-1 1 0 0,0-1-1 0 0,0 1 1 0 0,-1 0-1 0 0,0-1 1 0 0,-1 1-1 0 0,1-1 1 0 0,-2 1-1 0 0,1-1 1 0 0,-1 0-1 0 0,-1 1 1 0 0,1-1-1 0 0,-4-10 1 0 0,4 17-134 0 0,0 0 1 0 0,-1 1 0 0 0,1-1-1 0 0,-1 0 1 0 0,1 1 0 0 0,-1-1-1 0 0,0 0 1 0 0,0 1 0 0 0,1-1-1 0 0,-1 1 1 0 0,0-1 0 0 0,-1 1-1 0 0,1 0 1 0 0,0 0 0 0 0,0-1-1 0 0,0 1 1 0 0,-1 0 0 0 0,1 0-1 0 0,-1 0 1 0 0,1 0-1 0 0,-1 0 1 0 0,-2-1 0 0 0,1 2-518 0 0,1 0 0 0 0,-1-1 0 0 0,0 1 0 0 0,0 0 0 0 0,0 0 1 0 0,1 1-1 0 0,-1-1 0 0 0,0 0 0 0 0,0 1 0 0 0,1 0 0 0 0,-1 0 0 0 0,0 0 1 0 0,1 0-1 0 0,-3 1 0 0 0</inkml:trace>
</inkml:ink>
</file>

<file path=ppt/ink/ink7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5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16 0 0,'6'3'370'0'0,"-1"-1"0"0"0,1 1 0 0 0,-1 1-1 0 0,1-1 1 0 0,-1 1 0 0 0,-1 0 0 0 0,1 0 0 0 0,0 1 0 0 0,-1-1-1 0 0,0 1 1 0 0,0 0 0 0 0,0 0 0 0 0,-1 0 0 0 0,5 9 0 0 0,1 5 617 0 0,-1 0 1 0 0,11 38-1 0 0,-18-38 1130 0 0,-9-22-680 0 0,7 2-1389 0 0,-1-1 0 0 0,1 0 0 0 0,0 0 0 0 0,0 0 0 0 0,0 0 0 0 0,0 0 0 0 0,1 0 0 0 0,-1 0 0 0 0,0 0 0 0 0,1 0 0 0 0,-1 0 0 0 0,1 0 0 0 0,0 0 0 0 0,0 0 0 0 0,0 0 0 0 0,0-1 0 0 0,0 1 0 0 0,1-3 0 0 0,1-3-111 0 0,0 0 1 0 0,0 1-1 0 0,1-1 1 0 0,0 1-1 0 0,0 0 1 0 0,1 0-1 0 0,0 0 1 0 0,5-6-1 0 0,-6 9-182 0 0,1 0 1 0 0,-1 0-1 0 0,1 1 0 0 0,0 0 0 0 0,0 0 0 0 0,1 0 1 0 0,-1 0-1 0 0,1 1 0 0 0,-1-1 0 0 0,1 1 0 0 0,0 0 1 0 0,0 1-1 0 0,7-2 0 0 0,37-10-4980 0 0</inkml:trace>
</inkml:ink>
</file>

<file path=ppt/ink/ink7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6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25 288 452 0 0,'0'0'950'0'0,"1"1"-723"0"0,0 0 0 0 0,0 0 0 0 0,-1 0-1 0 0,1 0 1 0 0,0 0 0 0 0,-1 1 0 0 0,1-1 0 0 0,-1 0-1 0 0,0 1 1 0 0,1-1 0 0 0,-1 0 0 0 0,0 1 0 0 0,0-1 0 0 0,0 0-1 0 0,0 3 1 0 0,-9 20 707 0 0,4-14-330 0 0,1 0 1 0 0,0 1-1 0 0,-4 20 0 0 0,7-29-532 0 0,1 0 0 0 0,0 1 0 0 0,-1-1 0 0 0,1 1 0 0 0,0-1 0 0 0,0 0 0 0 0,1 1 0 0 0,-1-1 0 0 0,0 0 1 0 0,1 1-1 0 0,0-1 0 0 0,-1 0 0 0 0,1 1 0 0 0,0-1 0 0 0,0 0 0 0 0,0 0 0 0 0,0 0 0 0 0,1 0 0 0 0,-1 0 0 0 0,1 0 0 0 0,-1 0 0 0 0,1 0 0 0 0,3 2 0 0 0,-4-3-49 0 0,1 0 1 0 0,0-1-1 0 0,0 0 0 0 0,0 1 0 0 0,0-1 1 0 0,0 0-1 0 0,0 0 0 0 0,0 0 1 0 0,0 0-1 0 0,0 0 0 0 0,0-1 1 0 0,0 1-1 0 0,0 0 0 0 0,0-1 1 0 0,-1 1-1 0 0,1-1 0 0 0,0 0 1 0 0,0 0-1 0 0,-1 0 0 0 0,1 0 0 0 0,3-2 1 0 0,-1 1 6 0 0,9-6 20 0 0,-1 0 0 0 0,1-1 0 0 0,-2 0 0 0 0,1-1 0 0 0,-1 0 0 0 0,-1-1 0 0 0,0 0 1 0 0,0-1-1 0 0,-1 0 0 0 0,11-20 0 0 0,-7 9-31 0 0,-1 0 0 0 0,-2-1 0 0 0,0 0 0 0 0,-1 0 1 0 0,7-34-1 0 0,-13 37 88 0 0,0-1 1 0 0,-2 1 0 0 0,-1-37-1 0 0,-1 56-25 0 0,0-2 17 0 0,1 4-93 0 0,0 0 0 0 0,0 0 0 0 0,0-1 0 0 0,0 1 0 0 0,0 0 1 0 0,0 0-1 0 0,0-1 0 0 0,0 1 0 0 0,0 0 0 0 0,0 0 0 0 0,-1 0 0 0 0,1-1 0 0 0,0 1 0 0 0,0 0 0 0 0,0 0 0 0 0,0 0 0 0 0,0-1 0 0 0,0 1 0 0 0,0 0 0 0 0,-1 0 0 0 0,1 0 0 0 0,0 0 0 0 0,0-1 0 0 0,0 1 0 0 0,0 0 0 0 0,-1 0 0 0 0,1 0 0 0 0,0 0 1 0 0,0 0-1 0 0,0 0 0 0 0,0-1 0 0 0,-1 1 0 0 0,1 0 0 0 0,0 0 0 0 0,0 0 0 0 0,-1 0 0 0 0,1 0 0 0 0,0 0 0 0 0,0 0 0 0 0,0 0 0 0 0,-1 0 0 0 0,1 0 0 0 0,-4 2 26 0 0,0-1 1 0 0,1 1-1 0 0,-1 0 0 0 0,0 0 0 0 0,1 1 0 0 0,0-1 1 0 0,0 1-1 0 0,-1-1 0 0 0,2 1 0 0 0,-1 0 0 0 0,0 0 1 0 0,0 0-1 0 0,1 1 0 0 0,0-1 0 0 0,0 1 0 0 0,0-1 1 0 0,0 1-1 0 0,0 0 0 0 0,1-1 0 0 0,-1 1 1 0 0,1 0-1 0 0,0 0 0 0 0,0 0 0 0 0,0 5 0 0 0,-2 10 88 0 0,0-1 0 0 0,1 1 1 0 0,1 38-1 0 0,1-44-86 0 0,1 0 1 0 0,1 0 0 0 0,0-1 0 0 0,1 1-1 0 0,1-1 1 0 0,-1 1 0 0 0,2-1 0 0 0,0 0-1 0 0,7 13 1 0 0,-8-20-22 0 0,-1 0-1 0 0,0 0 1 0 0,1 0-1 0 0,0 0 1 0 0,0 0-1 0 0,1-1 1 0 0,-1 0-1 0 0,1 0 1 0 0,0 0-1 0 0,0-1 1 0 0,0 0-1 0 0,0 1 1 0 0,1-2 0 0 0,-1 1-1 0 0,1-1 1 0 0,0 0-1 0 0,0 0 1 0 0,0 0-1 0 0,0-1 1 0 0,11 1-1 0 0,28 0 61 0 0,-44-2-54 0 0,45-8 215 0 0,3-20 2709 0 0,-48 27-2925 0 0,20-6-12 0 0,-15 4-7 0 0,-5 3-5 0 0,0 0 5 0 0,0-1 0 0 0,1 1-1 0 0,-1 0 1 0 0,0-1 0 0 0,0 1 0 0 0,0-1 0 0 0,0 1 0 0 0,0-1 0 0 0,0 1-1 0 0,0-1 1 0 0,0 0 0 0 0,0 1 0 0 0,0-1 0 0 0,0 0 0 0 0,-1 0 0 0 0,2-2-1 0 0,11-7 132 0 0,-11 9-121 0 0,23-30-71 0 0,-25 30 76 0 0,2-1-7 0 0,0 0-1 0 0,0 0 1 0 0,0-1 0 0 0,0 1-1 0 0,0 0 1 0 0,-1-1-1 0 0,1 1 1 0 0,-1-1-1 0 0,1 1 1 0 0,1-6 0 0 0,3-4 9 0 0,-6 12-18 0 0,0 0-1 0 0,0 0 0 0 0,0 0 0 0 0,0 0 0 0 0,1 0 0 0 0,-1 0 0 0 0,0 0 0 0 0,0 0 0 0 0,0 0 1 0 0,0 0-1 0 0,0 0 0 0 0,0 0 0 0 0,0 0 0 0 0,0 0 0 0 0,0 0 0 0 0,0 0 0 0 0,0 0 1 0 0,0 0-1 0 0,0 0 0 0 0,0 0 0 0 0,1 0 0 0 0,-1 0 0 0 0,0 0 0 0 0,0 0 0 0 0,0 0 0 0 0,0 0 1 0 0,0 0-1 0 0,0 0 0 0 0,0 0 0 0 0,0 0 0 0 0,0 0 0 0 0,0 0 0 0 0,0 0 0 0 0,0 0 0 0 0,0 0 1 0 0,0 0-1 0 0,1 0 0 0 0,-1 0 0 0 0,0 0 0 0 0,0 0 0 0 0,0 0 0 0 0,0 0 0 0 0,0 0 0 0 0,0 0 1 0 0,0 0-1 0 0,0 0 0 0 0,0-1 0 0 0,1 19 5 0 0,2 0 0 0 0,0 0-1 0 0,8 27 1 0 0,6 40-13 0 0,-16-83-25 0 0,-1 1 0 0 0,0 0 0 0 0,0 0 0 0 0,-1 0 0 0 0,1 0 0 0 0,-1 0-1 0 0,1 0 1 0 0,-1 0 0 0 0,0 0 0 0 0,0-1 0 0 0,0 1 0 0 0,0 0 0 0 0,-1-1 0 0 0,1 1 0 0 0,-1-1 0 0 0,0 1 0 0 0,1-1 0 0 0,-1 0 0 0 0,0 0 0 0 0,0 1 0 0 0,-1-2-1 0 0,1 1 1 0 0,0 0 0 0 0,-1 0 0 0 0,1-1 0 0 0,-1 1 0 0 0,1-1 0 0 0,-5 2 0 0 0,-2 2-226 0 0,-2-1 0 0 0,1 0 1 0 0,0-1-1 0 0,-1 0 0 0 0,-19 3 0 0 0,-7-11-7705 0 0</inkml:trace>
</inkml:ink>
</file>

<file path=ppt/ink/ink7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8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1 1008 0 0,'7'-1'8796'0'0,"-164"278"-1489"0"0,147-259-8535 0 0,34-53-9641 0 0,-15 20 8051 0 0</inkml:trace>
</inkml:ink>
</file>

<file path=ppt/ink/ink7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8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77 660 0 0,'3'-14'1653'0'0,"14"-38"2920"0"0,-16 50-4212 0 0,11-3-293 0 0,-5 2-4103 0 0</inkml:trace>
</inkml:ink>
</file>

<file path=ppt/ink/ink7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9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1 868 0 0,'6'45'8923'0'0,"-2"-46"-8717"0"0,0 0 1 0 0,0 0-1 0 0,0 0 0 0 0,0-1 0 0 0,0 0 1 0 0,-1 1-1 0 0,1-1 0 0 0,0-1 1 0 0,4-3-1 0 0,0 1 110 0 0,-7 4-129 0 0,40 7 594 0 0,-4 11-2752 0 0,-9-9-4276 0 0,-16-6 3479 0 0</inkml:trace>
</inkml:ink>
</file>

<file path=ppt/ink/ink7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6:59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1 296 10733 0 0,'63'-112'2050'0'0,"-62"111"-940"0"0,-2 21-689 0 0,-2 0 1 0 0,-7 30 0 0 0,1-4-65 0 0,-7 92 659 0 0,1 228-1 0 0,18-314-1185 0 0,0-16-1688 0 0,-3-13-2840 0 0,3-40 3099 0 0,1-1 0 0 0,0 1 0 0 0,13-34 0 0 0,-1 2 2109 0 0,-13 41-508 0 0,0 0 0 0 0,0 0 1 0 0,1 1-1 0 0,0 0 0 0 0,0-1 1 0 0,1 1-1 0 0,0 1 0 0 0,0-1 0 0 0,0 1 1 0 0,1 0-1 0 0,0 0 0 0 0,13-9 1 0 0,8-4 283 0 0,0 2-1 0 0,33-16 1 0 0,30-19 163 0 0,-71 38-319 0 0,-1-2 0 0 0,-1 0 0 0 0,0 0 0 0 0,-2-2 0 0 0,0 0-1 0 0,0-1 1 0 0,-2 0 0 0 0,0-1 0 0 0,-2 0 0 0 0,0-1 0 0 0,8-24 0 0 0,-13 32 81 0 0,-2 0 0 0 0,0 1 0 0 0,0-1 0 0 0,-2-1 0 0 0,1 1 0 0 0,-2 0 0 0 0,1-1 0 0 0,-2 1 0 0 0,0-1 1 0 0,-1 1-1 0 0,0 0 0 0 0,-1-1 0 0 0,0 1 0 0 0,-1 0 0 0 0,0 0 0 0 0,-2 0 0 0 0,1 0 0 0 0,-1 1 0 0 0,-1 0 0 0 0,-12-20 0 0 0,17 30-152 0 0,0 1-1 0 0,0-1 1 0 0,-1 0-1 0 0,1 0 1 0 0,0 1 0 0 0,-1-1-1 0 0,0 1 1 0 0,1-1-1 0 0,-1 1 1 0 0,0 0 0 0 0,1-1-1 0 0,-1 1 1 0 0,0 0-1 0 0,0 0 1 0 0,0 0 0 0 0,0 1-1 0 0,0-1 1 0 0,0 0-1 0 0,0 1 1 0 0,0-1 0 0 0,-1 1-1 0 0,1 0 1 0 0,-3 0-1 0 0,2 0-20 0 0,0 1-1 0 0,0 0 0 0 0,0 0 0 0 0,1 0 0 0 0,-1 0 1 0 0,0 1-1 0 0,0-1 0 0 0,1 1 0 0 0,-1 0 0 0 0,1 0 0 0 0,-1 0 1 0 0,1 0-1 0 0,0 0 0 0 0,-3 3 0 0 0,-5 9 52 0 0,0 0-1 0 0,0 0 0 0 0,1 1 1 0 0,-11 26-1 0 0,9-13 13 0 0,1 0 0 0 0,1 1 0 0 0,2 0 0 0 0,0 1 0 0 0,2-1 0 0 0,-1 44 0 0 0,12 180 348 0 0,-3-208-391 0 0,-4-42-50 0 0,1 0 0 0 0,1 0 0 0 0,-1 0-1 0 0,0 0 1 0 0,1 0 0 0 0,-1 0-1 0 0,1 0 1 0 0,0 0 0 0 0,0 0-1 0 0,0 0 1 0 0,0 0 0 0 0,1-1-1 0 0,-1 1 1 0 0,1-1 0 0 0,0 1-1 0 0,-1-1 1 0 0,1 1 0 0 0,0-1-1 0 0,1 0 1 0 0,-1 0 0 0 0,0 0 0 0 0,0 0-1 0 0,1 0 1 0 0,0-1 0 0 0,3 3-1 0 0,3-1 9 0 0,1-1 0 0 0,-1 0 0 0 0,0-1 0 0 0,1 1 0 0 0,-1-2-1 0 0,18 0 1 0 0,-23 0-19 0 0,19 1-14 0 0,1 2 0 0 0,-1 0 0 0 0,45 13 0 0 0,-66-15 26 0 0,0 0 0 0 0,0 0 0 0 0,0-1 0 0 0,0 1 0 0 0,0-1 0 0 0,0 0 0 0 0,0 0-1 0 0,0 0 1 0 0,0 0 0 0 0,0 0 0 0 0,0 0 0 0 0,0 0 0 0 0,0 0 0 0 0,0-1 0 0 0,0 1-1 0 0,0-1 1 0 0,-1 0 0 0 0,1 1 0 0 0,0-1 0 0 0,0 0 0 0 0,0 0 0 0 0,-1 0 0 0 0,1 0-1 0 0,0-1 1 0 0,1-1 0 0 0,-2 2 51 0 0,31-39-799 0 0,-21 29-8807 0 0,-2 7 6099 0 0</inkml:trace>
</inkml:ink>
</file>

<file path=ppt/ink/ink7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7:00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32 384 0 0,'19'-2'2196'0'0,"-1"-1"-1120"0"0,-11-1-28 0 0,0-1 857 0 0,7-4-1073 0 0,-7 6 604 0 0,5-2-708 0 0</inkml:trace>
</inkml:ink>
</file>

<file path=ppt/ink/ink7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7:00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1 196 240 0 0,'5'-40'3222'0'0,"21"-80"-1"0"0,-26 119-3132 0 0,1 0 0 0 0,-1 0-1 0 0,0 0 1 0 0,0-1-1 0 0,0 1 1 0 0,1 0 0 0 0,-1 0-1 0 0,0 0 1 0 0,1 0 0 0 0,-1 0-1 0 0,1 0 1 0 0,-1 0-1 0 0,1 0 1 0 0,0 1 0 0 0,-1-1-1 0 0,1 0 1 0 0,0 0 0 0 0,0 0-1 0 0,0 1 1 0 0,-1-1 0 0 0,1 0-1 0 0,0 1 1 0 0,0-1-1 0 0,0 1 1 0 0,0-1 0 0 0,0 1-1 0 0,0-1 1 0 0,2 1 0 0 0,-2 0-45 0 0,1 1 1 0 0,-1-1-1 0 0,1 1 1 0 0,-1 0-1 0 0,0 0 1 0 0,1 0-1 0 0,-1 0 1 0 0,0 0-1 0 0,0 0 1 0 0,0 0-1 0 0,1 0 1 0 0,-1 1-1 0 0,-1-1 1 0 0,1 0-1 0 0,0 1 1 0 0,1 1-1 0 0,5 11 80 0 0,0 0-1 0 0,8 27 0 0 0,18 73 346 0 0,-16-48-177 0 0,3-1 0 0 0,42 92 0 0 0,-58-150-291 0 0,-4-5 52 0 0,1 1-1 0 0,0 0 1 0 0,0-1 0 0 0,0 1-1 0 0,1-1 1 0 0,-1 0 0 0 0,1 1-1 0 0,-1-1 1 0 0,1 0 0 0 0,0 0 0 0 0,0 0-1 0 0,-1 0 1 0 0,2 0 0 0 0,-1 0-1 0 0,0 0 1 0 0,0-1 0 0 0,0 1-1 0 0,1-1 1 0 0,3 2 0 0 0,-3-6-11 0 0,0 1 1 0 0,0-1-1 0 0,0 0 0 0 0,0 0 1 0 0,-1 0-1 0 0,1 0 1 0 0,-1 0-1 0 0,0-1 0 0 0,1 1 1 0 0,-2-1-1 0 0,1 1 0 0 0,2-6 1 0 0,-1 3 14 0 0,12-23 74 0 0,-2-1 0 0 0,11-33 1 0 0,28-130 219 0 0,-19 59-216 0 0,-32 132-254 0 0,11-30-124 0 0,2 16-2862 0 0,-13 16 3010 0 0,0 0 0 0 0,0 0-1 0 0,0 0 1 0 0,0 1 0 0 0,0-1 0 0 0,0 0-1 0 0,0 1 1 0 0,0-1 0 0 0,0 1 0 0 0,0-1-1 0 0,0 1 1 0 0,0-1 0 0 0,0 1 0 0 0,0 0-1 0 0,0 0 1 0 0,0-1 0 0 0,-1 1 0 0 0,2 1-1 0 0,5 6-4337 0 0,2 3 1867 0 0</inkml:trace>
</inkml:ink>
</file>

<file path=ppt/ink/ink7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7:01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1 504 0 0,'-5'1'201'0'0,"0"1"-1"0"0,1-1 1 0 0,-1 1-1 0 0,1 0 1 0 0,0 0 0 0 0,0 1-1 0 0,-1 0 1 0 0,1-1-1 0 0,1 1 1 0 0,-1 0 0 0 0,0 1-1 0 0,1-1 1 0 0,0 1-1 0 0,0-1 1 0 0,0 1 0 0 0,0 0-1 0 0,0 0 1 0 0,1 1-1 0 0,0-1 1 0 0,0 0 0 0 0,0 1-1 0 0,0-1 1 0 0,-1 8-1 0 0,1-7-43 0 0,0 1 0 0 0,0 0 0 0 0,1 0-1 0 0,0 0 1 0 0,0 0 0 0 0,0 0-1 0 0,1 0 1 0 0,0 0 0 0 0,0 0 0 0 0,0 0-1 0 0,1 0 1 0 0,0 0 0 0 0,0 0-1 0 0,1 0 1 0 0,-1-1 0 0 0,1 1 0 0 0,1 0-1 0 0,-1-1 1 0 0,1 1 0 0 0,0-1-1 0 0,0 0 1 0 0,4 6 0 0 0,-6-11-106 0 0,-1 1 0 0 0,1 0 0 0 0,-1-1 0 0 0,1 1 0 0 0,0-1 0 0 0,-1 1 0 0 0,1-1 0 0 0,0 1 0 0 0,0-1 0 0 0,-1 1 1 0 0,1-1-1 0 0,0 1 0 0 0,0-1 0 0 0,0 0 0 0 0,-1 0 0 0 0,1 1 0 0 0,0-1 0 0 0,0 0 0 0 0,0 0 0 0 0,0 0 0 0 0,-1 0 0 0 0,1 0 0 0 0,0 0 0 0 0,0 0 0 0 0,0 0 1 0 0,0-1-1 0 0,-1 1 0 0 0,3-1 0 0 0,-1 0 1 0 0,-1 0-1 0 0,1 0 1 0 0,0 0 0 0 0,-1-1 0 0 0,1 1 0 0 0,-1-1-1 0 0,0 1 1 0 0,1-1 0 0 0,-1 0 0 0 0,0 1 0 0 0,2-4-1 0 0,0-1 18 0 0,-1 0-1 0 0,1 0 0 0 0,-1 0 0 0 0,0 0 0 0 0,-1-1 1 0 0,1 1-1 0 0,0-8 0 0 0,-4-16 282 0 0,-7-45 0 0 0,4 42-459 0 0,4 31-194 0 0,12 33-9772 0 0</inkml:trace>
</inkml:ink>
</file>

<file path=ppt/ink/ink7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7:02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155 429 380 0 0,'-2'-2'272'0'0,"-1"0"0"0"0,1 0 1 0 0,-1 0-1 0 0,1 0 0 0 0,-1 0 0 0 0,1 0 1 0 0,-1 1-1 0 0,0 0 0 0 0,0-1 0 0 0,0 1 0 0 0,0 0 1 0 0,0 0-1 0 0,0 1 0 0 0,0-1 0 0 0,0 1 0 0 0,0-1 1 0 0,-1 1-1 0 0,1 0 0 0 0,0 0 0 0 0,0 0 1 0 0,0 1-1 0 0,-6 1 0 0 0,5-1-96 0 0,-1 1-1 0 0,1 0 1 0 0,0 1-1 0 0,0-1 1 0 0,1 1 0 0 0,-1 0-1 0 0,0 0 1 0 0,1 0-1 0 0,0 0 1 0 0,0 0 0 0 0,0 1-1 0 0,0 0 1 0 0,0-1 0 0 0,-2 7-1 0 0,1-3-67 0 0,0 1 1 0 0,0 0-1 0 0,1 0 0 0 0,0 0 1 0 0,1 0-1 0 0,0 0 0 0 0,-2 17 0 0 0,3-20-46 0 0,1 0 0 0 0,-1-1 0 0 0,1 1 0 0 0,1 0 0 0 0,-1 0-1 0 0,1 0 1 0 0,0 0 0 0 0,0-1 0 0 0,0 1 0 0 0,1 0 0 0 0,-1-1-1 0 0,1 1 1 0 0,4 6 0 0 0,-3-7-38 0 0,1 0 0 0 0,1 0-1 0 0,-1 0 1 0 0,0 0 0 0 0,1-1 0 0 0,0 1-1 0 0,0-1 1 0 0,0 0 0 0 0,0-1 0 0 0,0 1 0 0 0,0-1-1 0 0,1 0 1 0 0,-1-1 0 0 0,1 1 0 0 0,0-1-1 0 0,-1 0 1 0 0,1 0 0 0 0,0-1 0 0 0,0 0-1 0 0,-1 0 1 0 0,1 0 0 0 0,0-1 0 0 0,8-1 0 0 0,6-1-44 0 0,1-1 0 0 0,-1-1 0 0 0,0-1 1 0 0,-1-1-1 0 0,24-12 0 0 0,-25 10 4 0 0,-1-1-1 0 0,-1 0 1 0 0,1-1 0 0 0,-2-1 0 0 0,0-1-1 0 0,0 0 1 0 0,-2-1 0 0 0,1-1-1 0 0,-2 0 1 0 0,18-26 0 0 0,-10 6 648 0 0,-32 46-534 0 0,0 0-1 0 0,1 0 0 0 0,0 1 0 0 0,1 0 0 0 0,0 1 1 0 0,1 0-1 0 0,1 1 0 0 0,-14 28 0 0 0,22-42-92 0 0,0 1 0 0 0,-1-1 0 0 0,1 1 0 0 0,-1-1 0 0 0,1 1 0 0 0,0-1 0 0 0,0 1 0 0 0,-1 0 0 0 0,1-1 0 0 0,0 1 0 0 0,0 0 0 0 0,0-1 0 0 0,0 1 0 0 0,0 0 0 0 0,0-1 0 0 0,0 1 0 0 0,0 0 0 0 0,0-1 0 0 0,0 1 0 0 0,0 0 0 0 0,0-1 0 0 0,0 1 0 0 0,0 0 0 0 0,1-1 0 0 0,-1 1 0 0 0,0-1 0 0 0,1 1 0 0 0,-1 0 0 0 0,0-1 0 0 0,1 1 0 0 0,-1-1 0 0 0,1 1 0 0 0,22 0 113 0 0,24-18-31 0 0,-20 1-316 0 0,2 1 0 0 0,0 1 0 0 0,0 2 0 0 0,1 1 0 0 0,1 1 0 0 0,43-7 0 0 0,-66 15 190 0 0,-1 0 0 0 0,1 0 0 0 0,-1-1 0 0 0,1 0 0 0 0,-1 0 0 0 0,0 0 0 0 0,0-1 0 0 0,0 0 0 0 0,-1-1 0 0 0,1 0 0 0 0,-1 1 1 0 0,10-12-1 0 0,-7 6 11 0 0,-1 0 0 0 0,0-1 0 0 0,-1 0 0 0 0,0 0 0 0 0,-1-1 0 0 0,0 0 0 0 0,5-17 1 0 0,-4 7 53 0 0,-1 0 1 0 0,-1-1-1 0 0,-1 1 1 0 0,0-1-1 0 0,-2 0 1 0 0,-1 0-1 0 0,-1 0 1 0 0,-5-43-1 0 0,4 63-6 0 0,1 0 9 0 0,0 0 0 0 0,0 0 0 0 0,-1 0 0 0 0,0 0 0 0 0,1 0 0 0 0,-1 1 0 0 0,0-1 1 0 0,0 0-1 0 0,0 0 0 0 0,-1 1 0 0 0,1-1 0 0 0,-1 1 0 0 0,1-1 0 0 0,-1 1 0 0 0,0 0 0 0 0,-3-4 0 0 0,0 8 27 0 0,0 1-42 0 0,0 0 0 0 0,1 0 0 0 0,-1 1 0 0 0,1-1 0 0 0,0 1 0 0 0,0 0 0 0 0,1 0 0 0 0,-1 0 0 0 0,1 1 0 0 0,0-1-1 0 0,0 1 1 0 0,0 0 0 0 0,0 0 0 0 0,1 0 0 0 0,0 0 0 0 0,0 0 0 0 0,1 1 0 0 0,-1-1 0 0 0,1 1 0 0 0,0-1 0 0 0,0 0 0 0 0,1 1 0 0 0,0 0 0 0 0,0 7 0 0 0,1-1-1 0 0,0-1 1 0 0,1 1-1 0 0,0 0 1 0 0,1 0-1 0 0,0-1 0 0 0,1 0 1 0 0,0 0-1 0 0,1 0 1 0 0,0 0-1 0 0,13 19 1 0 0,23 22 41 0 0,-29-38-35 0 0,-1 0 1 0 0,0 0 0 0 0,-1 1 0 0 0,-1 0 0 0 0,15 32 0 0 0,-24-45-12 0 0,1-1 1 0 0,0 1 0 0 0,0 0 0 0 0,-1-1-1 0 0,1 1 1 0 0,-1 0 0 0 0,0-1-1 0 0,0 1 1 0 0,1 0 0 0 0,-1-1-1 0 0,0 1 1 0 0,0 0 0 0 0,0 0 0 0 0,-1-1-1 0 0,1 1 1 0 0,0 0 0 0 0,-1-1-1 0 0,1 1 1 0 0,-1 0 0 0 0,1-1-1 0 0,-1 1 1 0 0,0-1 0 0 0,0 1-1 0 0,0-1 1 0 0,0 1 0 0 0,0-1 0 0 0,0 1-1 0 0,0-1 1 0 0,0 0 0 0 0,0 0-1 0 0,-1 1 1 0 0,1-1 0 0 0,-1 0-1 0 0,1 0 1 0 0,0-1 0 0 0,-1 1 0 0 0,0 0-1 0 0,1 0 1 0 0,-1-1 0 0 0,1 1-1 0 0,-1-1 1 0 0,0 1 0 0 0,1-1-1 0 0,-1 0 1 0 0,0 0 0 0 0,-2 1-1 0 0,0-1-153 0 0,0 0 0 0 0,0 0-1 0 0,1 0 1 0 0,-1 0-1 0 0,0-1 1 0 0,1 1-1 0 0,-1-1 1 0 0,0 0-1 0 0,1 0 1 0 0,-1-1-1 0 0,1 1 1 0 0,-1-1-1 0 0,1 1 1 0 0,0-1-1 0 0,0 0 1 0 0,0 0-1 0 0,0-1 1 0 0,0 1-1 0 0,0-1 1 0 0,-4-4 0 0 0,6-6-4660 0 0</inkml:trace>
</inkml:ink>
</file>

<file path=ppt/ink/ink7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7:04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49 454 304 0 0,'0'0'2129'0'0,"-9"-4"3597"0"0,4 10-5404 0 0,0 1 1 0 0,1 0-1 0 0,-1 0 1 0 0,2 0 0 0 0,-1 0-1 0 0,1 0 1 0 0,0 1-1 0 0,1 0 1 0 0,-3 12-1 0 0,4-18-30 0 0,2-1-270 0 0,0 0 0 0 0,0 0 0 0 0,0-1 0 0 0,0 1 0 0 0,1 0 0 0 0,-1 0 0 0 0,0 0 0 0 0,0-1 0 0 0,1 1 0 0 0,-1-1 0 0 0,0 1 0 0 0,0-1 0 0 0,1 1 0 0 0,-1-1 0 0 0,1 0 0 0 0,-1 0 0 0 0,0 1 0 0 0,1-1 0 0 0,-1 0 0 0 0,1 0 0 0 0,1-1 0 0 0,43-3 170 0 0,-19 1-116 0 0,-8 3-57 0 0,0-1-1 0 0,1-1 1 0 0,-1 0 0 0 0,-1-1-1 0 0,1-1 1 0 0,0-1 0 0 0,-1-1 0 0 0,30-14-1 0 0,-37 14-16 0 0,0 0 0 0 0,0-1 0 0 0,-1 0 0 0 0,0 0 0 0 0,-1-2 0 0 0,0 1-1 0 0,0-1 1 0 0,0 0 0 0 0,-2-1 0 0 0,1 0 0 0 0,-1 0 0 0 0,0 0 0 0 0,-1-1 0 0 0,7-17-1 0 0,-4 6-5 0 0,-2 1-1 0 0,-1-1 1 0 0,0 0-1 0 0,-2-1 1 0 0,3-32-1 0 0,-6 42 14 0 0,0 1 0 0 0,-1-1 0 0 0,-1 0-1 0 0,0 1 1 0 0,-1-1 0 0 0,0 1 0 0 0,-1-1-1 0 0,-1 1 1 0 0,1 0 0 0 0,-2 0 0 0 0,-7-15-1 0 0,11 25-4 0 0,1 1-1 0 0,-1 0 0 0 0,0 0 1 0 0,0 0-1 0 0,1 0 0 0 0,-1 0 1 0 0,0 0-1 0 0,0 0 0 0 0,0 0 1 0 0,0 0-1 0 0,0 0 0 0 0,0 0 1 0 0,0 0-1 0 0,-1 1 0 0 0,1-1 1 0 0,0 0-1 0 0,0 1 0 0 0,-1-1 1 0 0,1 1-1 0 0,0-1 0 0 0,-1 1 1 0 0,1 0-1 0 0,0 0 0 0 0,-1-1 0 0 0,1 1 1 0 0,0 0-1 0 0,-1 0 0 0 0,1 1 1 0 0,0-1-1 0 0,-1 0 0 0 0,1 0 1 0 0,0 0-1 0 0,-1 1 0 0 0,1-1 1 0 0,0 1-1 0 0,-1-1 0 0 0,1 1 1 0 0,0 0-1 0 0,0-1 0 0 0,0 1 1 0 0,0 0-1 0 0,-1 0 0 0 0,1 0 1 0 0,0 0-1 0 0,0 0 0 0 0,1 0 1 0 0,-1 0-1 0 0,0 0 0 0 0,-1 2 0 0 0,-4 4 8 0 0,0 0 0 0 0,1 0 0 0 0,0 1 0 0 0,1 0 0 0 0,-1 0 0 0 0,-3 11 0 0 0,3-6-6 0 0,1-1-1 0 0,1 1 1 0 0,0 1 0 0 0,1-1-1 0 0,0 0 1 0 0,1 1 0 0 0,1-1-1 0 0,0 1 1 0 0,1-1 0 0 0,0 0-1 0 0,1 1 1 0 0,0-1-1 0 0,1 0 1 0 0,1 0 0 0 0,10 24-1 0 0,-9-27-64 0 0,1 0 0 0 0,0 0 0 0 0,0 0-1 0 0,1-1 1 0 0,0 0 0 0 0,1 0-1 0 0,0-1 1 0 0,0 0 0 0 0,1-1-1 0 0,0 0 1 0 0,0 0 0 0 0,1-1 0 0 0,0 0-1 0 0,0 0 1 0 0,0-1 0 0 0,1-1-1 0 0,-1 1 1 0 0,22 4 0 0 0,-6-3-332 0 0,0 0 0 0 0,0-2 0 0 0,0 0 1 0 0,1-2-1 0 0,-1-1 0 0 0,1-1 0 0 0,-1-2 1 0 0,1 0-1 0 0,-1-2 0 0 0,0-1 0 0 0,32-9 1 0 0,-32 5 13 0 0,-1-1 1 0 0,0 0-1 0 0,0-2 1 0 0,24-16-1 0 0,-43 25 460 0 0,-1-1 1 0 0,1 0-1 0 0,-1-1 1 0 0,0 1-1 0 0,0-1 0 0 0,-1 0 1 0 0,1 0-1 0 0,-1 0 1 0 0,0-1-1 0 0,0 0 0 0 0,-1 1 1 0 0,0-1-1 0 0,0-1 1 0 0,0 1-1 0 0,-1 0 1 0 0,0-1-1 0 0,0 1 0 0 0,0-1 1 0 0,-1 1-1 0 0,0-1 1 0 0,0-8-1 0 0,-1 12 51 0 0,0-1-1 0 0,0 1 1 0 0,0 0 0 0 0,-1 0 0 0 0,1 0-1 0 0,-1 0 1 0 0,0 0 0 0 0,0 0 0 0 0,0 0-1 0 0,0 1 1 0 0,0-1 0 0 0,-2-3-1 0 0,2 5-58 0 0,0 0 0 0 0,0 0 1 0 0,0 0-1 0 0,0 0 0 0 0,0 0 0 0 0,0 0 0 0 0,0 0 0 0 0,-1 0 0 0 0,1 1 0 0 0,0-1 0 0 0,0 0 0 0 0,-1 1 0 0 0,1-1 0 0 0,-1 1 0 0 0,1-1 0 0 0,0 1 0 0 0,-1 0 0 0 0,-1-1 0 0 0,-1 1 12 0 0,0 1-1 0 0,0-1 1 0 0,1 1 0 0 0,-1 0-1 0 0,0-1 1 0 0,1 2 0 0 0,-1-1-1 0 0,1 0 1 0 0,-1 1 0 0 0,1-1-1 0 0,-1 1 1 0 0,1 0-1 0 0,0 0 1 0 0,0 1 0 0 0,-5 4-1 0 0,4-4-40 0 0,1 1 0 0 0,-1 0 0 0 0,1 0-1 0 0,0 0 1 0 0,0 0 0 0 0,0 0 0 0 0,1 0-1 0 0,0 1 1 0 0,0-1 0 0 0,0 1 0 0 0,0 0-1 0 0,1 0 1 0 0,-1-1 0 0 0,1 1-1 0 0,0 0 1 0 0,1 0 0 0 0,-1 0 0 0 0,1 0-1 0 0,0 6 1 0 0,2-9-32 0 0,-1 1-1 0 0,0 0 0 0 0,1-1 1 0 0,-1 1-1 0 0,1-1 0 0 0,0 0 1 0 0,0 1-1 0 0,0-1 1 0 0,0 0-1 0 0,0 0 0 0 0,0 0 1 0 0,1 0-1 0 0,-1-1 1 0 0,1 1-1 0 0,-1-1 0 0 0,1 1 1 0 0,0-1-1 0 0,-1 0 1 0 0,1 0-1 0 0,4 1 0 0 0,60 17 45 0 0,-59-18-65 0 0,-1 0 0 0 0,1 0 0 0 0,-1-1 0 0 0,1 0 0 0 0,0-1 0 0 0,-1 1-1 0 0,1-1 1 0 0,-1-1 0 0 0,1 0 0 0 0,-1 0 0 0 0,1 0 0 0 0,-1-1-1 0 0,0 0 1 0 0,12-7 0 0 0,-5 1-3 0 0,0-1-1 0 0,-1-1 0 0 0,0 0 1 0 0,-1-1-1 0 0,18-21 0 0 0,-12 7 6 0 0,9-8 13 0 0,-26 33-4 0 0,8-13 30 0 0,-5 22-35 0 0,0-1 0 0 0,1 1-1 0 0,0-1 1 0 0,1-1 0 0 0,-1 1 0 0 0,1-1 0 0 0,0 0-1 0 0,1 0 1 0 0,0-1 0 0 0,0 0 0 0 0,0 0 0 0 0,0-1-1 0 0,1 1 1 0 0,11 3 0 0 0,-1 0 13 0 0,0-1 0 0 0,0-1-1 0 0,1-1 1 0 0,0 0 0 0 0,32 3 0 0 0,-41-7-6 0 0,1-1 1 0 0,0 0-1 0 0,-1 0 0 0 0,1-1 1 0 0,-1-1-1 0 0,1 1 0 0 0,-1-2 1 0 0,1 0-1 0 0,-1 0 0 0 0,0 0 0 0 0,18-10 1 0 0,-12 3 6 0 0,0-1 1 0 0,0-1 0 0 0,-1 0 0 0 0,-1-1-1 0 0,26-29 1 0 0,-35 35 15 0 0,10-5-9 0 0,22 11-18 0 0,-10 3 9 0 0,33-4 44 0 0,-56 2-51 0 0,1-1 1 0 0,-1 1-1 0 0,0-1 1 0 0,0-1-1 0 0,0 1 1 0 0,0-1 0 0 0,0 1-1 0 0,-1-1 1 0 0,1 0-1 0 0,0 0 1 0 0,-1-1 0 0 0,6-4-1 0 0,40-22 5 0 0,-48 28-27 0 0,6 9-15 0 0,-6-7 37 0 0,0-1-1 0 0,-1 0 1 0 0,1 1 0 0 0,0-1-1 0 0,-1 1 1 0 0,1-1 0 0 0,-1 0-1 0 0,1 1 1 0 0,0 0 0 0 0,-1-1 0 0 0,1 1-1 0 0,-1-1 1 0 0,1 1 0 0 0,-1 0-1 0 0,0-1 1 0 0,1 1 0 0 0,-1 0-1 0 0,0-1 1 0 0,1 1 0 0 0,-1 0-1 0 0,0-1 1 0 0,0 1 0 0 0,1 0 0 0 0,-1 1-1 0 0,2 46 434 0 0,12 68-1 0 0,-7-68-79 0 0,2 69-1 0 0,-6 27 110 0 0,0-39-41 0 0,-12 119 0 0 0,8-209-337 0 0,-5 12 485 0 0,5-25-163 0 0,-2-6-309 0 0,-1-1-72 0 0,0 0 0 0 0,0-1 1 0 0,1 1-1 0 0,0-1 1 0 0,0 0-1 0 0,1 0 0 0 0,0 0 1 0 0,0-1-1 0 0,0 1 1 0 0,1 0-1 0 0,0-1 0 0 0,0 1 1 0 0,0-1-1 0 0,1 1 0 0 0,0-1 1 0 0,0 1-1 0 0,1-1 1 0 0,0 1-1 0 0,0-1 0 0 0,2-6 1 0 0,2-10-7 0 0,1-1 0 0 0,1 2 0 0 0,1-1 0 0 0,16-30 0 0 0,-18 43-259 0 0,0-1 0 0 0,1 1 1 0 0,0 0-1 0 0,1 0 1 0 0,0 1-1 0 0,0 0 0 0 0,1 0 1 0 0,0 1-1 0 0,21-14 0 0 0,-28 21 66 0 0,-1 0-1 0 0,1 1 1 0 0,0-1-1 0 0,0 0 0 0 0,-1 1 1 0 0,1 0-1 0 0,0-1 0 0 0,0 1 1 0 0,0 0-1 0 0,0 0 1 0 0,-1 0-1 0 0,1 0 0 0 0,0 0 1 0 0,0 0-1 0 0,0 1 0 0 0,3 0 1 0 0,16 10-7643 0 0,-16-7 5178 0 0</inkml:trace>
</inkml:ink>
</file>

<file path=ppt/ink/ink7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7:05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32 1504 0 0,'0'0'6581'0'0,"-3"-1"-5348"0"0,-2-2-1436 0 0,-15-17 5716 0 0,19 18-4388 0 0,-4-3-528 0 0,-3 8-5910 0 0,2 0 4433 0 0,-3 3-3399 0 0,-2 1 973 0 0</inkml:trace>
</inkml:ink>
</file>

<file path=ppt/ink/ink7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37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683 213 200 0 0,'-5'-22'1240'0'0,"0"0"-1"0"0,-1 0 1 0 0,-2 1-1 0 0,0 0 1 0 0,-1 0-1 0 0,-1 1 1 0 0,-15-23-1 0 0,23 41-1181 0 0,0 0-1 0 0,0 1 1 0 0,0-1 0 0 0,-1 0-1 0 0,1 1 1 0 0,0-1-1 0 0,0 1 1 0 0,-1 0-1 0 0,1 0 1 0 0,-1 0-1 0 0,1 0 1 0 0,-1 0 0 0 0,0 0-1 0 0,1 1 1 0 0,-1-1-1 0 0,1 1 1 0 0,-1 0-1 0 0,0 0 1 0 0,0 0-1 0 0,1 0 1 0 0,-1 0 0 0 0,-3 1-1 0 0,-60 17 223 0 0,52-13-209 0 0,-61 21 160 0 0,1 2-1 0 0,-87 48 0 0 0,78-23-94 0 0,75-47-118 0 0,0 0 0 0 0,1 1-1 0 0,-1 0 1 0 0,1 0 0 0 0,0 1 0 0 0,1 0 0 0 0,-8 12-1 0 0,13-17-14 0 0,-1 0 0 0 0,1 0 0 0 0,0 0 0 0 0,0 0 0 0 0,0 0-1 0 0,1 0 1 0 0,-1 0 0 0 0,1 1 0 0 0,0-1 0 0 0,-1 0 0 0 0,2 0-1 0 0,-1 0 1 0 0,0 1 0 0 0,1-1 0 0 0,-1 0 0 0 0,1 0 0 0 0,0 0-1 0 0,0 0 1 0 0,0 0 0 0 0,0 0 0 0 0,1 0 0 0 0,-1 0 0 0 0,1 0-1 0 0,0 0 1 0 0,0-1 0 0 0,0 1 0 0 0,0-1 0 0 0,0 0 0 0 0,0 1-1 0 0,1-1 1 0 0,3 3 0 0 0,9 6 3 0 0,1 1 0 0 0,1-2 0 0 0,-1 0 0 0 0,21 8 0 0 0,-17-9 3 0 0,-16-6-7 0 0,59 28 24 0 0,67 47-1 0 0,-112-65-17 0 0,0 0-1 0 0,-1 1 0 0 0,-1 1 1 0 0,0 1-1 0 0,-1 0 1 0 0,-1 1-1 0 0,0 0 0 0 0,12 21 1 0 0,-24-34-6 0 0,1 0 1 0 0,-1 0 0 0 0,0 0-1 0 0,0 0 1 0 0,0 1 0 0 0,-1-1-1 0 0,1 1 1 0 0,-1-1 0 0 0,0 1-1 0 0,0-1 1 0 0,-1 1-1 0 0,1-1 1 0 0,-1 1 0 0 0,0 0-1 0 0,0-1 1 0 0,-1 1 0 0 0,1-1-1 0 0,-1 1 1 0 0,0-1-1 0 0,0 1 1 0 0,-1-1 0 0 0,1 1-1 0 0,-1-1 1 0 0,0 0 0 0 0,0 0-1 0 0,-1 0 1 0 0,1 0 0 0 0,-1 0-1 0 0,0-1 1 0 0,0 1-1 0 0,0-1 1 0 0,0 1 0 0 0,-1-1-1 0 0,1 0 1 0 0,-1 0 0 0 0,0-1-1 0 0,0 1 1 0 0,-4 1-1 0 0,-7 5 8 0 0,-1-2-1 0 0,1 0 0 0 0,-1-1 0 0 0,0-1 1 0 0,0 0-1 0 0,-1-1 0 0 0,0-1 0 0 0,1 0 0 0 0,-23 0 1 0 0,12-3-1 0 0,0-1 1 0 0,0-2 0 0 0,0 0 0 0 0,0-2-1 0 0,0-1 1 0 0,1-1 0 0 0,-45-18 0 0 0,70 25-54 0 0,1 0 1 0 0,-1 0-1 0 0,0 0 0 0 0,1-1 1 0 0,-1 1-1 0 0,0 0 1 0 0,1-1-1 0 0,-1 1 1 0 0,0-1-1 0 0,1 1 1 0 0,-1 0-1 0 0,0-1 1 0 0,1 0-1 0 0,-1 1 1 0 0,1-1-1 0 0,-1 1 1 0 0,1-1-1 0 0,-1 0 1 0 0,1 1-1 0 0,0-1 1 0 0,-1 0-1 0 0,1 1 1 0 0,0-1-1 0 0,0 0 1 0 0,-1 1-1 0 0,1-1 1 0 0,0 0-1 0 0,0 0 1 0 0,0 1-1 0 0,0-1 1 0 0,0 0-1 0 0,0 0 1 0 0,0 0-1 0 0,0 1 1 0 0,0-1-1 0 0,0 0 1 0 0,0 0-1 0 0,1 1 1 0 0,-1-1-1 0 0,0 0 1 0 0,0 1-1 0 0,1-1 1 0 0,-1 0-1 0 0,1 1 0 0 0,-1-1 1 0 0,0 0-1 0 0,1 1 1 0 0,-1-1-1 0 0,1 1 1 0 0,0-1-1 0 0,-1 1 1 0 0,1-1-1 0 0,0 0 1 0 0,37-27-5374 0 0,-37 27 4916 0 0,20-13-2318 0 0</inkml:trace>
</inkml:ink>
</file>

<file path=ppt/ink/ink7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38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27 129 20 0 0,'-2'-119'9077'0'0,"2"116"-8549"0"0,-1-3 2828 0 0,-5 297-1512 0 0,-2-48-1307 0 0,1-63-206 0 0,7-175-322 0 0,-2 9 6 0 0,2-14-13 0 0,0 0-1 0 0,0 0 1 0 0,0 0-1 0 0,0 0 1 0 0,0 0-1 0 0,0 0 1 0 0,0 1-1 0 0,0-1 1 0 0,0 0-1 0 0,0 0 1 0 0,0 0-1 0 0,0 0 1 0 0,0 0-1 0 0,0 1 0 0 0,0-1 1 0 0,0 0-1 0 0,0 0 1 0 0,0 0-1 0 0,0 0 1 0 0,0 0-1 0 0,0 1 1 0 0,0-1-1 0 0,0 0 1 0 0,0 0-1 0 0,0 0 1 0 0,0 0-1 0 0,0 0 1 0 0,0 0-1 0 0,1 1 1 0 0,-1-1-1 0 0,0 0 1 0 0,0 0-1 0 0,0 0 1 0 0,0 0-1 0 0,0 0 1 0 0,0 0-1 0 0,1 0 1 0 0,-1 0-1 0 0,0 0 1 0 0,0 0-1 0 0,0 0 1 0 0,0 0-1 0 0,0 0 1 0 0,0 0-1 0 0,1 0 1 0 0,-1 1-1 0 0,0-1 1 0 0,0 0-1 0 0,0-1 0 0 0,0 1 1 0 0,1 0-1 0 0,-1 0 1 0 0,0 0-1 0 0,0 0 1 0 0,0 0-1 0 0,0 0 1 0 0,0 0-1 0 0,0 0 1 0 0,1 0-1 0 0,-1 0 1 0 0,0 0-1 0 0,0 0 1 0 0,36-27 2 0 0,0-1-1 0 0,-3-1 1 0 0,0-2 0 0 0,28-35 0 0 0,108-155 9 0 0,-151 189-19 0 0,-30 41 14 0 0,0 0-1 0 0,0 0 0 0 0,1 1 0 0 0,0 0 0 0 0,1 1 1 0 0,0 1-1 0 0,1-1 0 0 0,0 1 0 0 0,-12 24 0 0 0,17-28-1 0 0,1-1 0 0 0,-1 1 0 0 0,1 0-1 0 0,1 0 1 0 0,0 0 0 0 0,0 0 0 0 0,1 0-1 0 0,-2 16 1 0 0,4-19-4 0 0,-1 0 0 0 0,0 0-1 0 0,1 0 1 0 0,0 0 0 0 0,0 0-1 0 0,1 0 1 0 0,-1-1 0 0 0,1 1-1 0 0,0 0 1 0 0,0-1-1 0 0,1 1 1 0 0,-1-1 0 0 0,1 0-1 0 0,0 0 1 0 0,0 0 0 0 0,4 3-1 0 0,0-1 7 0 0,-1-1-1 0 0,1 0 0 0 0,1 0 0 0 0,-1-1 0 0 0,1 0 0 0 0,0 0 0 0 0,0-1 0 0 0,0 0 0 0 0,0-1 0 0 0,0 1 1 0 0,1-2-1 0 0,15 3 0 0 0,8-1-771 0 0,0-2 1 0 0,33-2-1 0 0,-16-3-1606 0 0,-16-3-3116 0 0,-17 3 2147 0 0</inkml:trace>
</inkml:ink>
</file>

<file path=ppt/ink/ink7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0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1 136 76 0 0,'7'-42'4354'0'0,"-6"40"-4046"0"0,-1-38 3091 0 0,0 40-3379 0 0,0 0 1 0 0,1-1-1 0 0,-1 1 0 0 0,0 0 1 0 0,1-1-1 0 0,-1 1 1 0 0,0 0-1 0 0,1-1 0 0 0,-1 1 1 0 0,1 0-1 0 0,-1-1 1 0 0,1 1-1 0 0,-1 0 0 0 0,1 0 1 0 0,-1 0-1 0 0,1 0 1 0 0,-1-1-1 0 0,1 1 0 0 0,-1 0 1 0 0,1 0-1 0 0,-1 0 1 0 0,1 0-1 0 0,-1 0 0 0 0,1 0 1 0 0,-1 0-1 0 0,1 1 1 0 0,-1-1-1 0 0,1 0 0 0 0,-1 0 1 0 0,1 0-1 0 0,-1 0 1 0 0,1 1-1 0 0,-1-1 0 0 0,1 0 1 0 0,-1 0-1 0 0,1 1 1 0 0,0 0-1 0 0,15 8 1025 0 0,-9-1 3065 0 0,12-37-2837 0 0,-18 27-1296 0 0,-1 0-1 0 0,0 1 1 0 0,1-1-1 0 0,-1 1 0 0 0,1-1 1 0 0,-1 0-1 0 0,1 1 1 0 0,0-1-1 0 0,-1 1 1 0 0,1 0-1 0 0,0-1 1 0 0,0 1-1 0 0,0 0 1 0 0,0-1-1 0 0,0 1 1 0 0,0 0-1 0 0,1 0 1 0 0,1-2-1 0 0,14-7-6956 0 0</inkml:trace>
</inkml:ink>
</file>

<file path=ppt/ink/ink7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52 272 0 0,'4'-37'4334'0'0,"-3"22"758"0"0,-11 35-4321 0 0,6-10-609 0 0,0 0 0 0 0,1 1 0 0 0,0 0 0 0 0,0 0 0 0 0,1 0 0 0 0,0 0 0 0 0,1 0 0 0 0,1 0 0 0 0,0 0 0 0 0,0 0 0 0 0,1 0 0 0 0,0 0 0 0 0,1 0 0 0 0,0 0 0 0 0,1 0 0 0 0,1 0 0 0 0,-1-1 0 0 0,1 1 0 0 0,1-1 0 0 0,6 11 0 0 0,2-10-536 0 0,-11-11-56 0 0,0 0 0 0 0,-1 1 0 0 0,1-1-1 0 0,0 0 1 0 0,-1 0 0 0 0,1 0 0 0 0,0 0 0 0 0,-1 0-1 0 0,1 0 1 0 0,0 0 0 0 0,-1-1 0 0 0,1 1-1 0 0,0-1 1 0 0,-1 1 0 0 0,1-1 0 0 0,-1 1 0 0 0,1-1-1 0 0,1-1 1 0 0,7-5-2565 0 0</inkml:trace>
</inkml:ink>
</file>

<file path=ppt/ink/ink7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1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1 119 632 0 0,'6'-52'4059'0'0,"-4"42"-3322"0"0,0 1 1 0 0,-1-1-1 0 0,-1 0 1 0 0,0-18-1 0 0,15 46-4136 0 0,-11-15 2640 0 0,2 9-1617 0 0</inkml:trace>
</inkml:ink>
</file>

<file path=ppt/ink/ink7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1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23 176 10993 0 0,'0'0'859'0'0,"-3"4"-729"0"0,0 0-73 0 0,1 1 0 0 0,0 0-1 0 0,0 0 1 0 0,1 0-1 0 0,-1 0 1 0 0,1 0 0 0 0,0 0-1 0 0,0 0 1 0 0,1 0-1 0 0,0 0 1 0 0,0 0-1 0 0,0 1 1 0 0,0-1 0 0 0,3 10-1 0 0,19 91 392 0 0,-12-66-306 0 0,80 383 916 0 0,-90-423-1032 0 0,-1 0-1 0 0,1 0 1 0 0,0 0-1 0 0,0 0 1 0 0,0 0-1 0 0,0 0 0 0 0,0 0 1 0 0,0 0-1 0 0,-1 0 1 0 0,1 0-1 0 0,0 0 1 0 0,0 0-1 0 0,0 0 1 0 0,0 0-1 0 0,0 0 1 0 0,-1 0-1 0 0,1 0 0 0 0,0 1 1 0 0,0-1-1 0 0,0 0 1 0 0,0 0-1 0 0,0 0 1 0 0,0 0-1 0 0,0 0 1 0 0,0 0-1 0 0,-1 0 0 0 0,1 0 1 0 0,0 0-1 0 0,0 0 1 0 0,0 1-1 0 0,0-1 1 0 0,0 0-1 0 0,0 0 1 0 0,0 0-1 0 0,0 0 1 0 0,0 0-1 0 0,0 0 0 0 0,0 1 1 0 0,0-1-1 0 0,0 0 1 0 0,0 0-1 0 0,0 0 1 0 0,0 0-1 0 0,0 0 1 0 0,0 0-1 0 0,0 1 0 0 0,0-1 1 0 0,0 0-1 0 0,0 0 1 0 0,0 0-1 0 0,0 0 1 0 0,0 0-1 0 0,0 0 1 0 0,0 1-1 0 0,0-1 0 0 0,0 0 1 0 0,0 0-1 0 0,0 0 1 0 0,-12-15 304 0 0,-14-25-240 0 0,12 8-24 0 0,2 1 0 0 0,1-2 1 0 0,2 1-1 0 0,1-1 0 0 0,1-1 0 0 0,2 0 1 0 0,1 1-1 0 0,2-61 0 0 0,2 67-64 0 0,2 1 1 0 0,1 0-1 0 0,1 0 0 0 0,2 0 1 0 0,0 0-1 0 0,2 1 0 0 0,0 0 1 0 0,2 0-1 0 0,1 1 0 0 0,0 1 1 0 0,27-40-1 0 0,-32 56-2 0 0,1 0-1 0 0,0 0 1 0 0,0 0 0 0 0,0 1-1 0 0,0 0 1 0 0,1 0 0 0 0,0 1-1 0 0,1 0 1 0 0,-1 0 0 0 0,1 1-1 0 0,0 0 1 0 0,0 1 0 0 0,0 0-1 0 0,0 0 1 0 0,0 1 0 0 0,14-2-1 0 0,-18 4 2 0 0,-1-1-1 0 0,1 1 1 0 0,0 0-1 0 0,0 0 1 0 0,-1 0 0 0 0,1 1-1 0 0,0 0 1 0 0,-1 0-1 0 0,1 0 1 0 0,-1 0-1 0 0,1 1 1 0 0,-1 0-1 0 0,0 0 1 0 0,0 0-1 0 0,0 0 1 0 0,0 1 0 0 0,0-1-1 0 0,0 1 1 0 0,0 0-1 0 0,-1 0 1 0 0,0 1-1 0 0,1-1 1 0 0,-1 1-1 0 0,-1 0 1 0 0,1-1-1 0 0,0 1 1 0 0,-1 0-1 0 0,0 1 1 0 0,0-1 0 0 0,0 0-1 0 0,0 1 1 0 0,-1-1-1 0 0,0 1 1 0 0,1 4-1 0 0,-1-3 3 0 0,-1 0-1 0 0,0-1 1 0 0,0 1 0 0 0,0 0-1 0 0,-1 0 1 0 0,0-1-1 0 0,0 1 1 0 0,0-1-1 0 0,-1 1 1 0 0,0-1 0 0 0,0 1-1 0 0,0-1 1 0 0,-1 0-1 0 0,1 0 1 0 0,-1 0 0 0 0,-1 0-1 0 0,1-1 1 0 0,-1 1-1 0 0,1-1 1 0 0,-1 0-1 0 0,-1 0 1 0 0,1 0 0 0 0,-9 6-1 0 0,-8 5 8 0 0,0-1 0 0 0,0-1 0 0 0,-1-1 0 0 0,-24 10 0 0 0,20-12-225 0 0,1-2 0 0 0,-1 0 0 0 0,-42 5 0 0 0,7-3-9963 0 0</inkml:trace>
</inkml:ink>
</file>

<file path=ppt/ink/ink7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2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1064 0 0,'0'0'10899'0'0,"4"-4"-10412"0"0,-1 0-471 0 0,1 1-1 0 0,0 1 1 0 0,0-1-1 0 0,1 1 1 0 0,-1-1-1 0 0,0 1 1 0 0,1 0-1 0 0,0 1 1 0 0,-1-1-1 0 0,1 1 1 0 0,0 0-1 0 0,-1 0 1 0 0,1 1-1 0 0,0-1 0 0 0,0 1 1 0 0,0 0-1 0 0,0 0 1 0 0,0 1-1 0 0,8 1 1 0 0,29 3-2386 0 0,-15-3-2430 0 0,-10 0 1658 0 0</inkml:trace>
</inkml:ink>
</file>

<file path=ppt/ink/ink7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2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240 159 248 0 0,'3'-5'424'0'0,"-1"-1"-1"0"0,-1 1 1 0 0,1-1 0 0 0,-1 0 0 0 0,0 1-1 0 0,-1-1 1 0 0,1 0 0 0 0,-1 0 0 0 0,0 0-1 0 0,0 0 1 0 0,-1 1 0 0 0,0-1 0 0 0,0 0-1 0 0,0 0 1 0 0,-1 1 0 0 0,0-1-1 0 0,0 1 1 0 0,0-1 0 0 0,-5-6 0 0 0,5 9-248 0 0,0 0 1 0 0,-1 0 0 0 0,1 0-1 0 0,-1 1 1 0 0,1-1 0 0 0,-1 1-1 0 0,0 0 1 0 0,0-1 0 0 0,0 1 0 0 0,0 1-1 0 0,0-1 1 0 0,-1 0 0 0 0,1 1-1 0 0,-1 0 1 0 0,1-1 0 0 0,-6 0-1 0 0,4 2-86 0 0,-1-1-1 0 0,1 1 1 0 0,0 0 0 0 0,0 0-1 0 0,0 0 1 0 0,-1 1-1 0 0,1 0 1 0 0,-8 2-1 0 0,3 0 73 0 0,0 0 0 0 0,0 1 0 0 0,1 0 0 0 0,-1 1-1 0 0,1 0 1 0 0,-17 12 0 0 0,23-15-117 0 0,0 1 0 0 0,0-1-1 0 0,0 1 1 0 0,1 0 0 0 0,-1 0 0 0 0,1 0 0 0 0,-1 0-1 0 0,1 0 1 0 0,0 1 0 0 0,0-1 0 0 0,1 1-1 0 0,-1-1 1 0 0,1 1 0 0 0,0 0 0 0 0,-1 0-1 0 0,2-1 1 0 0,-1 1 0 0 0,0 0 0 0 0,1 0 0 0 0,0 7-1 0 0,0-10-34 0 0,0 1-1 0 0,1-1 0 0 0,-1 0 1 0 0,1 0-1 0 0,-1 1 0 0 0,1-1 0 0 0,0 0 1 0 0,-1 0-1 0 0,1 0 0 0 0,0 0 1 0 0,0 0-1 0 0,0 0 0 0 0,0 0 0 0 0,0 0 1 0 0,0 0-1 0 0,0 0 0 0 0,0 0 1 0 0,0-1-1 0 0,0 1 0 0 0,1 0 1 0 0,-1-1-1 0 0,0 1 0 0 0,0-1 0 0 0,2 1 1 0 0,33 8 130 0 0,-30-8-121 0 0,8 1 1 0 0,-1 1 0 0 0,0 1 0 0 0,1 0 0 0 0,-1 1 0 0 0,23 12 0 0 0,-29-13-18 0 0,0 1 0 0 0,0 0 1 0 0,0 0-1 0 0,-1 1 0 0 0,0 0 0 0 0,0 0 0 0 0,0 0 0 0 0,-1 1 0 0 0,0 0 1 0 0,7 13-1 0 0,3 12 6 0 0,-1 0 1 0 0,-1 1-1 0 0,-2 0 1 0 0,-1 1-1 0 0,8 57 1 0 0,9 180 53 0 0,-25-246-53 0 0,-1 4 2 0 0,-1 0-1 0 0,-1-1 1 0 0,-1 1 0 0 0,-13 56-1 0 0,15-81-5 0 0,-2 0 1 0 0,1-1-1 0 0,0 1 1 0 0,-1 0-1 0 0,0-1 1 0 0,0 0-1 0 0,0 1 0 0 0,0-1 1 0 0,0 0-1 0 0,-1 0 1 0 0,0 0-1 0 0,1 0 1 0 0,-1 0-1 0 0,0-1 0 0 0,0 1 1 0 0,0-1-1 0 0,-6 3 1 0 0,7-4-3 0 0,0 0 1 0 0,0-1 0 0 0,0 1-1 0 0,0 0 1 0 0,0-1 0 0 0,0 0 0 0 0,0 0-1 0 0,-1 1 1 0 0,1-1 0 0 0,0 0-1 0 0,0-1 1 0 0,0 1 0 0 0,0 0-1 0 0,0-1 1 0 0,-1 1 0 0 0,1-1 0 0 0,0 0-1 0 0,0 1 1 0 0,0-1 0 0 0,0 0-1 0 0,1 0 1 0 0,-1 0 0 0 0,0-1-1 0 0,0 1 1 0 0,1 0 0 0 0,-1-1 0 0 0,0 1-1 0 0,1-1 1 0 0,-1 1 0 0 0,1-1-1 0 0,0 0 1 0 0,0 0 0 0 0,-2-3-1 0 0,-3-6 3 0 0,0-1 0 0 0,1 0 0 0 0,0 0 0 0 0,1 0 0 0 0,0 0 0 0 0,1-1 0 0 0,0 1 0 0 0,1-1 1 0 0,1 0-1 0 0,0 0 0 0 0,1 0 0 0 0,0 0 0 0 0,4-23 0 0 0,3-11-20 0 0,2 1 1 0 0,21-62-1 0 0,-16 67 0 0 0,1 0-1 0 0,2 2 0 0 0,42-72 0 0 0,-45 88 4 0 0,1 1 0 0 0,2 0 1 0 0,0 2-1 0 0,1 0 1 0 0,1 0-1 0 0,1 2 0 0 0,30-22 1 0 0,-45 36 9 0 0,0 1 0 0 0,1 0 0 0 0,-1-1 1 0 0,0 2-1 0 0,1-1 0 0 0,0 1 0 0 0,-1 0 1 0 0,1 0-1 0 0,0 1 0 0 0,0-1 0 0 0,0 1 1 0 0,0 1-1 0 0,0-1 0 0 0,1 1 0 0 0,-1 0 1 0 0,0 0-1 0 0,0 1 0 0 0,0 0 0 0 0,0 0 1 0 0,0 0-1 0 0,0 1 0 0 0,0 0 0 0 0,0 0 0 0 0,-1 0 1 0 0,1 1-1 0 0,-1 0 0 0 0,0 0 0 0 0,1 0 1 0 0,-1 1-1 0 0,-1 0 0 0 0,1 0 0 0 0,-1 0 1 0 0,1 0-1 0 0,-1 1 0 0 0,0-1 0 0 0,-1 1 1 0 0,1 0-1 0 0,-1 1 0 0 0,0-1 0 0 0,0 0 1 0 0,3 11-1 0 0,-5-15 1 0 0,5 11 14 0 0,-1 0 0 0 0,1 1-1 0 0,-2 0 1 0 0,0 0-1 0 0,-1 0 1 0 0,0 1-1 0 0,0-1 1 0 0,-2 1 0 0 0,0-1-1 0 0,-1 20 1 0 0,4-51 14 0 0,0-1 1 0 0,1 1-1 0 0,0 0 0 0 0,2 1 1 0 0,8-17-1 0 0,-10 26-415 0 0,-1 0 0 0 0,1 1 0 0 0,0 0 0 0 0,1 0 0 0 0,10-10-1 0 0,-11 13-511 0 0,0-1 0 0 0,1 1-1 0 0,-1 0 1 0 0,1 1 0 0 0,0-1-1 0 0,0 1 1 0 0,1 0 0 0 0,7-2-1 0 0,-2 2-2086 0 0</inkml:trace>
</inkml:ink>
</file>

<file path=ppt/ink/ink7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3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34 920 0 0,'-23'-33'6209'0'0,"18"33"-6003"0"0,0-1 0 0 0,-1 1 0 0 0,1 0 0 0 0,0 0 0 0 0,0 1 0 0 0,-1 0 0 0 0,1 0 0 0 0,0 0-1 0 0,0 0 1 0 0,0 1 0 0 0,0 0 0 0 0,0 0 0 0 0,1 0 0 0 0,-1 0 0 0 0,1 1 0 0 0,-1 0 0 0 0,1 0 0 0 0,0 0-1 0 0,0 0 1 0 0,-7 8 0 0 0,0 0 44 0 0,1 1 0 0 0,0 0-1 0 0,0 0 1 0 0,1 1 0 0 0,1 0 0 0 0,-7 15-1 0 0,14-27-235 0 0,1 0-1 0 0,-1 0 0 0 0,1-1 1 0 0,-1 1-1 0 0,0 0 0 0 0,1 0 1 0 0,0 0-1 0 0,-1 0 0 0 0,1 0 1 0 0,-1 0-1 0 0,1 0 0 0 0,0 0 1 0 0,0 0-1 0 0,-1-1 0 0 0,1 1 1 0 0,0 0-1 0 0,0 1 0 0 0,0-1 1 0 0,0 0-1 0 0,0 0 0 0 0,1 0 1 0 0,-1-1-1 0 0,0 1 0 0 0,0 0 1 0 0,1 0-1 0 0,-1 0 0 0 0,0 0 1 0 0,1 0-1 0 0,-1 0 0 0 0,1 0 1 0 0,-1 0-1 0 0,1 0 0 0 0,0-1 1 0 0,-1 1-1 0 0,1 0 0 0 0,0 0 1 0 0,-1-1-1 0 0,1 1 0 0 0,0-1 1 0 0,0 1-1 0 0,0 0 0 0 0,0-1 1 0 0,-1 0-1 0 0,1 1 0 0 0,0-1 1 0 0,0 1-1 0 0,0-1 0 0 0,0 0 1 0 0,0 0-1 0 0,0 0 0 0 0,2 1 1 0 0,2-1 10 0 0,0 0 1 0 0,0 0 0 0 0,0 0-1 0 0,1-1 1 0 0,-1 0 0 0 0,0 0-1 0 0,0 0 1 0 0,8-3 0 0 0,103-41 193 0 0,-114 45-214 0 0,43 26-1008 0 0,-18 0-1322 0 0,-8-9-4067 0 0,-10-9 3793 0 0</inkml:trace>
</inkml:ink>
</file>

<file path=ppt/ink/ink7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3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53 588 0 0,'24'-35'8021'0'0,"-23"37"-7955"0"0,-1 1 1 0 0,0-1 0 0 0,0 0-1 0 0,-1 1 1 0 0,1-1-1 0 0,0 1 1 0 0,-1-1 0 0 0,0 0-1 0 0,1 1 1 0 0,-1-1-1 0 0,0 0 1 0 0,0 1 0 0 0,0-1-1 0 0,-1 0 1 0 0,1 0-1 0 0,0 0 1 0 0,-4 3 0 0 0,-27 33 1129 0 0,31-37-733 0 0,3-4-455 0 0,0 0-1 0 0,0 0 1 0 0,0 0-1 0 0,0 0 1 0 0,1 0-1 0 0,-1 1 1 0 0,1-1-1 0 0,-1 1 1 0 0,4-3-1 0 0,1-1 17 0 0,2-2-1 0 0,1 0 0 0 0,1 0 0 0 0,-1 1 1 0 0,1 0-1 0 0,21-9 0 0 0,-30 16-23 0 0,39 25 45 0 0,-39-22-16 0 0,1-1 0 0 0,0 0 0 0 0,0-1 0 0 0,0 1 0 0 0,1-1 0 0 0,-1 1 0 0 0,0-1 0 0 0,1 0 0 0 0,-1 0 0 0 0,0 0 0 0 0,1-1-1 0 0,-1 1 1 0 0,1-1 0 0 0,-1 0 0 0 0,1 0 0 0 0,-1 0 0 0 0,1 0 0 0 0,-1 0 0 0 0,1-1 0 0 0,6-2 0 0 0,10-2 162 0 0,0-2 0 0 0,29-13 0 0 0,-9 3 262 0 0,-39 17-594 0 0,13 4-1600 0 0,-5 5-4521 0 0,-5 0 3314 0 0</inkml:trace>
</inkml:ink>
</file>

<file path=ppt/ink/ink7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3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90 11949 0 0,'4'0'86'0'0,"0"-1"0"0"0,0 0 0 0 0,1 0 0 0 0,-1 0 0 0 0,0 0 0 0 0,0-1 0 0 0,-1 1 0 0 0,1-1 0 0 0,0 0 0 0 0,0 0 0 0 0,-1-1 0 0 0,0 1 0 0 0,1-1 0 0 0,-1 0 0 0 0,0 1 0 0 0,0-1 0 0 0,0-1 0 0 0,-1 1 0 0 0,1 0 0 0 0,-1-1 0 0 0,1 1 0 0 0,-1-1 0 0 0,-1 0 0 0 0,1 0 0 0 0,0 0 0 0 0,-1 0 0 0 0,0 0 0 0 0,0 0 0 0 0,1-4 0 0 0,-2 6-136 0 0,-20-3-942 0 0,-6 10-1865 0 0,-45 13 0 0 0,54-13 666 0 0,-10 2-951 0 0</inkml:trace>
</inkml:ink>
</file>

<file path=ppt/ink/ink7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4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258 557 292 0 0,'-18'-8'992'0'0,"-1"1"1"0"0,1 2-1 0 0,-2-1 0 0 0,1 2 1 0 0,0 1-1 0 0,-1 0 0 0 0,1 2 1 0 0,-28 0-1 0 0,43 1-846 0 0,0 1 0 0 0,-1 0 0 0 0,1 0 0 0 0,0 0 0 0 0,0 0 0 0 0,-1 1 0 0 0,1 0-1 0 0,0 0 1 0 0,-5 3 0 0 0,2-1 55 0 0,7-4-188 0 0,-1 0 0 0 0,1 0-1 0 0,0 1 1 0 0,0-1 0 0 0,-1 0 0 0 0,1 0-1 0 0,0 1 1 0 0,-1-1 0 0 0,1 0 0 0 0,0 1-1 0 0,0-1 1 0 0,0 0 0 0 0,-1 1 0 0 0,1-1-1 0 0,0 0 1 0 0,0 1 0 0 0,0-1 0 0 0,0 1-1 0 0,0-1 1 0 0,0 0 0 0 0,0 1 0 0 0,0-1-1 0 0,0 0 1 0 0,0 1 0 0 0,0-1 0 0 0,0 1-1 0 0,0-1 1 0 0,0 0 0 0 0,0 1 0 0 0,0-1-1 0 0,0 1 1 0 0,0-1 0 0 0,0 0 0 0 0,1 1 0 0 0,-1-1-1 0 0,0 0 1 0 0,0 1 0 0 0,0-1 0 0 0,1 0-1 0 0,-1 1 1 0 0,0-1 0 0 0,0 0 0 0 0,1 0-1 0 0,-1 1 1 0 0,0-1 0 0 0,1 0 0 0 0,-1 0-1 0 0,0 0 1 0 0,1 1 0 0 0,14 9 155 0 0,-15-10-169 0 0,10 4 50 0 0,1 0-1 0 0,0-1 1 0 0,-1 0-1 0 0,1-1 1 0 0,0 0-1 0 0,0-1 1 0 0,1 0-1 0 0,-1-1 1 0 0,15-1-1 0 0,-8 0-8 0 0,188-8 344 0 0,315-55 0 0 0,-271 27-109 0 0,1969-177 1169 0 0,-1335 164-940 0 0,551-40 851 0 0,-1353 83-1260 0 0,645-60 805 0 0,-712 65-660 0 0,-10 3-90 0 0,-1-2 0 0 0,1 1 1 0 0,0-1-1 0 0,0 1 1 0 0,0-1-1 0 0,0 0 1 0 0,0-1-1 0 0,-1 1 1 0 0,1-1-1 0 0,-1 0 0 0 0,1-1 1 0 0,-1 1-1 0 0,7-5 1 0 0,-9 5 539 0 0,-22-17-1960 0 0</inkml:trace>
</inkml:ink>
</file>

<file path=ppt/ink/ink7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4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44 171 1232 0 0,'0'0'4280'0'0,"1"-4"-3337"0"0,0-2-569 0 0,1-1 1 0 0,-1 1-1 0 0,0-1 1 0 0,-1 0 0 0 0,1 1-1 0 0,-1-1 1 0 0,-1 0-1 0 0,1 1 1 0 0,-1-1-1 0 0,-1 0 1 0 0,-2-9 0 0 0,2 8-1426 0 0,-1 1 1 0 0,-1-1 0 0 0,1 1 0 0 0,-1-1 0 0 0,-10-12-1 0 0,1 1-1565 0 0</inkml:trace>
</inkml:ink>
</file>

<file path=ppt/ink/ink7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45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1 108 900 0 0,'2'-92'6654'0'0,"5"76"-5085"0"0,3 18-2199 0 0,6 22-3785 0 0,-11-13 2121 0 0</inkml:trace>
  <inkml:trace contextRef="#ctx0" brushRef="#br0" timeOffset="1">483 485 904 0 0,'37'10'920'0'0,"2"-5"-88"0"0,-8-3-84 0 0,10 1-8 0 0,-10 1-44 0 0,-3-4-75 0 0,-1-2-69 0 0,-2 2-56 0 0,0 2-48 0 0,-1-2-64 0 0,-6 1-260 0 0,2 1-304 0 0,-3-2-320 0 0,-6 2-632 0 0,0 0-1225 0 0</inkml:trace>
</inkml:ink>
</file>

<file path=ppt/ink/ink7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56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29 203 552 0 0,'-18'-105'9802'0'0,"17"112"-9614"0"0,-4 24 46 0 0,2 0 1 0 0,1 1-1 0 0,5 62 1 0 0,-2-80-192 0 0,1 0 0 0 0,0-1 0 0 0,1 1 0 0 0,1-1 0 0 0,0 1 0 0 0,0-1 1 0 0,1 0-1 0 0,1-1 0 0 0,0 1 0 0 0,1-1 0 0 0,1 0 0 0 0,9 11 0 0 0,-15-20-36 0 0,0-1-1 0 0,0 0 1 0 0,1 0-1 0 0,-1 0 0 0 0,1 0 1 0 0,-1 0-1 0 0,1 0 1 0 0,0-1-1 0 0,-1 1 0 0 0,1-1 1 0 0,0 0-1 0 0,0 0 1 0 0,0 0-1 0 0,0 0 0 0 0,0-1 1 0 0,0 1-1 0 0,0-1 1 0 0,1 1-1 0 0,-1-1 0 0 0,6-1 1 0 0,-3 0 1 0 0,0 0 0 0 0,0-1 0 0 0,0 0 0 0 0,0 0 0 0 0,0-1 0 0 0,0 0 0 0 0,0 0 0 0 0,-1 0 0 0 0,10-8 0 0 0,0-1 2 0 0,-1-1 0 0 0,0 0-1 0 0,-1-1 1 0 0,-1-1 0 0 0,0 0 0 0 0,12-20 0 0 0,-11 12 4 0 0,-5 10-6 0 0,0 0 0 0 0,-1 0 0 0 0,0-1 0 0 0,-2 0 0 0 0,7-21 0 0 0,-11 33-14 0 0,-1 2 7 0 0,0 0-1 0 0,0 1 0 0 0,0-1 0 0 0,0 0 0 0 0,0 0 0 0 0,0 0 0 0 0,0 0 0 0 0,0 0 0 0 0,0 0 0 0 0,1 0 0 0 0,-1 0 0 0 0,0 1 0 0 0,0-1 0 0 0,0 0 0 0 0,0 0 0 0 0,0 0 0 0 0,0 0 0 0 0,1 0 0 0 0,-1 0 0 0 0,0 0 0 0 0,0 0 0 0 0,0 0 1 0 0,0 0-1 0 0,0 0 0 0 0,0 0 0 0 0,1 0 0 0 0,-1 0 0 0 0,0 0 0 0 0,0 0 0 0 0,0 0 0 0 0,0 0 0 0 0,0 0 0 0 0,1 0 0 0 0,-1 0 0 0 0,0 0 0 0 0,0-1 0 0 0,0 1 0 0 0,0 0 0 0 0,0 0 0 0 0,0 0 0 0 0,0 0 0 0 0,1 0 0 0 0,-1 0 0 0 0,0 0 0 0 0,0 0 1 0 0,0 0-1 0 0,0-1 0 0 0,0 1 0 0 0,0 0 0 0 0,0 0 0 0 0,0 0 0 0 0,0 0 0 0 0,0 0 0 0 0,0 0 0 0 0,0-1 0 0 0,0 1 0 0 0,0 0 0 0 0,0 0 0 0 0,-1 31-11 0 0,1 52 3 0 0,1-77 6 0 0,-1 0 1 0 0,1 0-1 0 0,0-1 0 0 0,1 1 0 0 0,-1-1 0 0 0,1 1 0 0 0,0-1 0 0 0,0 0 0 0 0,1 1 0 0 0,0-1 0 0 0,6 8 0 0 0,-8-11 2 0 0,1 0-1 0 0,0-1 1 0 0,0 1 0 0 0,0-1-1 0 0,0 1 1 0 0,0-1-1 0 0,0 0 1 0 0,1 0 0 0 0,-1 0-1 0 0,0 0 1 0 0,1 0-1 0 0,-1 0 1 0 0,0-1 0 0 0,1 1-1 0 0,-1-1 1 0 0,1 1 0 0 0,-1-1-1 0 0,1 0 1 0 0,-1 0-1 0 0,1 0 1 0 0,-1-1 0 0 0,4 0-1 0 0,4-1 5 0 0,0-1-1 0 0,-1 0 1 0 0,19-8-1 0 0,-14 5-11 0 0,11-4 18 0 0,-16 5-11 0 0,1 0-1 0 0,0 1 1 0 0,0 0 0 0 0,0 1 0 0 0,0 0 0 0 0,1 1-1 0 0,-1 0 1 0 0,1 1 0 0 0,0 0 0 0 0,-1 0 0 0 0,1 1 0 0 0,0 1-1 0 0,18 2 1 0 0,-26-1 3 0 0,0-1-1 0 0,1 0 0 0 0,-1 1 1 0 0,-1 0-1 0 0,1 0 1 0 0,0 0-1 0 0,0 0 0 0 0,-1 0 1 0 0,1 0-1 0 0,-1 1 1 0 0,0-1-1 0 0,1 1 0 0 0,-1-1 1 0 0,0 1-1 0 0,-1 0 1 0 0,1 0-1 0 0,2 4 0 0 0,11 16 10 0 0,-13-21-10 0 0,0 0 0 0 0,0 0 0 0 0,0 0 0 0 0,0 0 0 0 0,0 0 0 0 0,0 0 0 0 0,0-1 1 0 0,1 1-1 0 0,-1-1 0 0 0,1 0 0 0 0,-1 0 0 0 0,1 0 0 0 0,-1 0 0 0 0,1 0 0 0 0,0 0 0 0 0,-1-1 0 0 0,1 1 0 0 0,0-1 0 0 0,0 0 0 0 0,0 0 0 0 0,-1 0 0 0 0,1 0 0 0 0,0 0 0 0 0,0 0 0 0 0,-1-1 0 0 0,1 0 0 0 0,0 1 1 0 0,-1-1-1 0 0,1 0 0 0 0,0 0 0 0 0,-1-1 0 0 0,3-1 0 0 0,11-4 10 0 0,-1-2 0 0 0,-1 0 0 0 0,26-20 0 0 0,-30 21 8 0 0,4-2 6 0 0,-13 9-9 0 0,11-7 7 0 0,-7 4-21 0 0,-4 3-6 0 0,68 31-1343 0 0,-49-27 892 0 0,0-1-1 0 0,0 0 0 0 0,0-2 1 0 0,0 0-1 0 0,-1-1 0 0 0,1-1 0 0 0,0-1 1 0 0,0 0-1 0 0,-1-2 0 0 0,0 0 1 0 0,33-15-1 0 0,-43 16 693 0 0,-8 3-159 0 0,1 0-1 0 0,-1 1 1 0 0,1-1-1 0 0,-1 0 0 0 0,1 0 1 0 0,-1 0-1 0 0,0 0 1 0 0,0 0-1 0 0,1 0 0 0 0,-1 0 1 0 0,0 0-1 0 0,0-1 1 0 0,0 1-1 0 0,0 0 0 0 0,0-1 1 0 0,0 1-1 0 0,-1 0 1 0 0,2-3-1 0 0,-2 2 476 0 0,4-2 230 0 0,-3 3-747 0 0,-1 1-1 0 0,0-1 0 0 0,0 1 0 0 0,1-1 1 0 0,-1 1-1 0 0,1-1 0 0 0,-1 1 1 0 0,0-1-1 0 0,1 1 0 0 0,-1-1 0 0 0,1 1 1 0 0,-1-1-1 0 0,1 1 0 0 0,-1 0 0 0 0,1-1 1 0 0,-1 1-1 0 0,1 0 0 0 0,0-1 1 0 0,-1 1-1 0 0,1 0 0 0 0,0 0 0 0 0,-1 0 1 0 0,1-1-1 0 0,1 1 0 0 0,3 0-9 0 0,1 0-1 0 0,-1 0 1 0 0,1-1 0 0 0,0 1-1 0 0,-1-2 1 0 0,1 1 0 0 0,-1 0-1 0 0,0-1 1 0 0,1 0 0 0 0,-1 0-1 0 0,0-1 1 0 0,0 0-1 0 0,0 1 1 0 0,-1-2 0 0 0,1 1-1 0 0,-1 0 1 0 0,1-1 0 0 0,6-8-1 0 0,-5 5 21 0 0,-1-1-1 0 0,-1 0 0 0 0,1 0 1 0 0,-1-1-1 0 0,-1 1 1 0 0,1-1-1 0 0,-1 0 1 0 0,-1 0-1 0 0,0 0 0 0 0,0 0 1 0 0,0-11-1 0 0,-1 7 148 0 0,-1 0 0 0 0,-1 0 0 0 0,0 0 1 0 0,-1 0-1 0 0,0 0 0 0 0,-1 0 0 0 0,-5-12 0 0 0,-2-14 826 0 0,6 35 90 0 0,0 12-915 0 0,3 24-202 0 0,8-10-122 0 0,1 0 0 0 0,1-1-1 0 0,1 0 1 0 0,1 0 0 0 0,20 28-1 0 0,-7-15-1680 0 0,2-1 0 0 0,36 35-1 0 0,-39-48-1335 0 0,8 2 241 0 0</inkml:trace>
</inkml:ink>
</file>

<file path=ppt/ink/ink7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57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228 417 168 0 0,'0'0'766'0'0,"2"-5"-17"0"0,9-34 1247 0 0,-1 6-22 0 0,8-51 1 0 0,-16 75-1666 0 0,-1-1 0 0 0,0 1-1 0 0,-1 0 1 0 0,0-1 0 0 0,-1 1 0 0 0,0 0-1 0 0,0 0 1 0 0,-1 0 0 0 0,0-1 0 0 0,-6-13-1 0 0,7 19-164 0 0,-1 1 0 0 0,1-1 0 0 0,-1 1 0 0 0,0 0 0 0 0,0 0 0 0 0,-1-1 0 0 0,1 2 0 0 0,-5-6 0 0 0,6 7 253 0 0,-4 8-358 0 0,4-7-35 0 0,1 0 1 0 0,-1 1-1 0 0,1-1 1 0 0,0 0-1 0 0,-1 0 0 0 0,1 1 1 0 0,0-1-1 0 0,-1 0 1 0 0,1 0-1 0 0,0 1 1 0 0,-1-1-1 0 0,1 0 0 0 0,0 1 1 0 0,0-1-1 0 0,-1 0 1 0 0,1 1-1 0 0,0-1 1 0 0,0 1-1 0 0,0-1 0 0 0,0 0 1 0 0,-1 1-1 0 0,1-1 1 0 0,0 1-1 0 0,0-1 1 0 0,0 0-1 0 0,0 1 0 0 0,0-1 1 0 0,0 1-1 0 0,0-1 1 0 0,0 0-1 0 0,0 1 0 0 0,0-1 1 0 0,0 1-1 0 0,1-1 1 0 0,-1 1-1 0 0,7 12 18 0 0,-6-10 26 0 0,4-6-37 0 0,-1 1 0 0 0,0 0 0 0 0,0 0 0 0 0,0-1 0 0 0,0 1 0 0 0,0-1 0 0 0,-1 0 0 0 0,0 0 0 0 0,1-1 0 0 0,-1 1 0 0 0,0-1 0 0 0,-1 1 0 0 0,1-1 0 0 0,-1 0 0 0 0,1 0 0 0 0,-1 0 0 0 0,0-1 0 0 0,-1 1 0 0 0,1 0 0 0 0,-1-1 0 0 0,2-6 0 0 0,-3 9 3 0 0,0-2-8 0 0,1 1 0 0 0,-1-1 1 0 0,0 0-1 0 0,0 1 0 0 0,0-1 1 0 0,-1 1-1 0 0,1-1 1 0 0,-1 1-1 0 0,0 0 0 0 0,0-1 1 0 0,0 1-1 0 0,0 0 1 0 0,-3-6-1 0 0,2 7 16 0 0,0 2-22 0 0,-6-1 3 0 0,6 4 23 0 0,-1 0-1 0 0,0 0 0 0 0,1 0 1 0 0,-1 0-1 0 0,1 1 0 0 0,0-1 1 0 0,0 1-1 0 0,0 0 0 0 0,1-1 1 0 0,-1 1-1 0 0,0 5 1 0 0,1-8 4 0 0,-8 28 229 0 0,0 1 0 0 0,2-1 0 0 0,1 1 1 0 0,-3 48-1 0 0,5 126 551 0 0,4-146-671 0 0,13 518 1409 0 0,-16-526-2505 0 0,3-48 456 0 0,-4-4-2701 0 0,1 1 3082 0 0,1 0-1 0 0,1 0 1 0 0,-1 0 0 0 0,0-1-1 0 0,0 1 1 0 0,0-1 0 0 0,1 1-1 0 0,-1-1 1 0 0,1 0-1 0 0,-3-2 1 0 0,3 2-91 0 0,-23-23-1442 0 0,2-2 0 0 0,-29-45 1 0 0,37 51 1227 0 0,13 20 411 0 0,-12-16 21 0 0,1-1 1 0 0,1 0 0 0 0,1 0-1 0 0,0-2 1 0 0,-10-30 0 0 0,19 47 39 0 0,1 1 0 0 0,0-1 0 0 0,0 1 0 0 0,1-1 0 0 0,-1 0 1 0 0,0 1-1 0 0,1 0 0 0 0,0-1 0 0 0,-1 1 0 0 0,1-1 1 0 0,0 1-1 0 0,0 0 0 0 0,0-1 0 0 0,1 1 0 0 0,-1 0 1 0 0,0 0-1 0 0,1 0 0 0 0,0 0 0 0 0,-1 0 0 0 0,1 0 1 0 0,0 1-1 0 0,3-3 0 0 0,46-33 581 0 0,-50 36-618 0 0,79-42 544 0 0,2 4-1 0 0,99-33 1 0 0,77-36 379 0 0,-200 78 553 0 0,103-73 1 0 0,-160 102-912 0 0,-4 7-531 0 0,-6 13 60 0 0,2 0 1 0 0,-8 26-1 0 0,14-43-98 0 0,8 21 90 0 0,3-21-74 0 0,0-1-1 0 0,0 0 1 0 0,1 0-1 0 0,-1-1 1 0 0,0-1-1 0 0,13-1 1 0 0,33 0-47 0 0,-31 5-4 0 0,46 0 43 0 0,-60-5 10 0 0,0 0 0 0 0,0 0 0 0 0,0-1-1 0 0,0 0 1 0 0,0-1 0 0 0,-1-1 0 0 0,0 1 0 0 0,0-2 0 0 0,0 1 0 0 0,0-1 0 0 0,10-10-1 0 0,18-8-2547 0 0,0 4-3749 0 0,-27 17 2976 0 0</inkml:trace>
</inkml:ink>
</file>

<file path=ppt/ink/ink7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59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1 722 52 0 0,'58'-60'6105'0'0,"-8"10"-3880"0"0,-32 30-1568 0 0,11-12 298 0 0,-1-1 0 0 0,-2-2 0 0 0,37-62 0 0 0,-51 73-704 0 0,-1 0 0 0 0,0-1 0 0 0,-2-1-1 0 0,7-31 1 0 0,-13 44-196 0 0,-1-1 1 0 0,0 1-1 0 0,-1-1 0 0 0,-1 0 0 0 0,0 1 1 0 0,-1-1-1 0 0,0 1 0 0 0,-1-1 0 0 0,0 1 0 0 0,-6-16 1 0 0,5 19-14 0 0,0 0 1 0 0,-1 1 0 0 0,0-1 0 0 0,-1 1 0 0 0,-10-15-1 0 0,14 23-39 0 0,0 1-1 0 0,-1-1 1 0 0,1 1-1 0 0,0 0 1 0 0,-1-1-1 0 0,1 1 1 0 0,0 0-1 0 0,-1 0 1 0 0,1 0-1 0 0,0 0 1 0 0,-1 0 0 0 0,1 0-1 0 0,0 1 1 0 0,-1-1-1 0 0,1 0 1 0 0,0 1-1 0 0,-1-1 1 0 0,1 1-1 0 0,0-1 1 0 0,0 1-1 0 0,-1-1 1 0 0,1 1-1 0 0,0 0 1 0 0,0 0-1 0 0,0 0 1 0 0,0 0-1 0 0,-1 1 1 0 0,0-1-9 0 0,-6 5 7 0 0,0 0 0 0 0,1 1 1 0 0,0 0-1 0 0,0 0 0 0 0,0 1 0 0 0,1 0 0 0 0,0 0 1 0 0,1 0-1 0 0,-6 11 0 0 0,4-4 0 0 0,-1 1 1 0 0,2 0-1 0 0,0 0 0 0 0,-5 23 1 0 0,8-24-1 0 0,0 1 1 0 0,2-1-1 0 0,0 1 1 0 0,1-1-1 0 0,0 1 1 0 0,1 0-1 0 0,1-1 1 0 0,1 1-1 0 0,0-1 1 0 0,1 0-1 0 0,10 28 1 0 0,-4-23 2 0 0,0 0 1 0 0,1 0-1 0 0,1-1 1 0 0,0-1-1 0 0,2 0 1 0 0,0-1-1 0 0,27 27 1 0 0,-28-33-6 0 0,0 0 0 0 0,1 0 0 0 0,0-2 0 0 0,1 1 0 0 0,0-2-1 0 0,0 0 1 0 0,1-1 0 0 0,0 0 0 0 0,27 6 0 0 0,-18-7 5 0 0,-1-2-1 0 0,1-1 1 0 0,0 0-1 0 0,0-2 1 0 0,0-1-1 0 0,25-4 1 0 0,2-3 2 0 0,0-3 0 0 0,-1-2 0 0 0,0-3 0 0 0,-1-1 0 0 0,77-38 0 0 0,-107 45 4 0 0,0-2-1 0 0,-1 0 1 0 0,19-15 0 0 0,-30 20 9 0 0,-1-1-1 0 0,1 0 1 0 0,-1 0 0 0 0,0-1 0 0 0,0 1-1 0 0,-1-1 1 0 0,0-1 0 0 0,8-14 0 0 0,-13 21-19 0 0,0 0 1 0 0,0 0-1 0 0,0-1 1 0 0,0 1 0 0 0,0 0-1 0 0,0 0 1 0 0,-1 0-1 0 0,1-1 1 0 0,-1 1 0 0 0,1 0-1 0 0,-1-1 1 0 0,0 1-1 0 0,0 0 1 0 0,0-1-1 0 0,0 1 1 0 0,-1 0 0 0 0,1-1-1 0 0,-1 1 1 0 0,1 0-1 0 0,-1 0 1 0 0,0-1-1 0 0,1 1 1 0 0,-1 0 0 0 0,-1 0-1 0 0,1 0 1 0 0,0 0-1 0 0,0 0 1 0 0,-1 0 0 0 0,1 0-1 0 0,-1 1 1 0 0,1-1-1 0 0,-1 0 1 0 0,0 1-1 0 0,0 0 1 0 0,0-1 0 0 0,0 1-1 0 0,0 0 1 0 0,-4-2-1 0 0,0 0-3 0 0,0 1 1 0 0,0 0-1 0 0,-1 1 0 0 0,1 0 0 0 0,0-1 0 0 0,-1 2 0 0 0,0-1 0 0 0,1 1 1 0 0,-1 0-1 0 0,1 1 0 0 0,-1-1 0 0 0,-11 4 0 0 0,7-1 10 0 0,1 0-1 0 0,0 1 1 0 0,0 1 0 0 0,0-1-1 0 0,0 2 1 0 0,-16 11 0 0 0,22-14-7 0 0,0 1 0 0 0,-1-1 1 0 0,2 1-1 0 0,-1 0 0 0 0,0 0 1 0 0,1 0-1 0 0,0 1 0 0 0,0-1 1 0 0,0 1-1 0 0,0-1 0 0 0,1 1 1 0 0,0 0-1 0 0,0 0 0 0 0,0 0 1 0 0,-1 7-1 0 0,3-10 0 0 0,0 0 0 0 0,0 0 0 0 0,1 1-1 0 0,-1-1 1 0 0,0 0 0 0 0,1 0 0 0 0,0 0 0 0 0,-1 0 0 0 0,1 1-1 0 0,0-1 1 0 0,0 0 0 0 0,0 0 0 0 0,1-1 0 0 0,-1 1 0 0 0,0 0-1 0 0,1 0 1 0 0,-1-1 0 0 0,1 1 0 0 0,-1 0 0 0 0,1-1 0 0 0,0 0-1 0 0,0 1 1 0 0,0-1 0 0 0,2 1 0 0 0,48 23-9 0 0,-26-17 10 0 0,1-1 0 0 0,0-2-1 0 0,1 0 1 0 0,-1-2-1 0 0,1-1 1 0 0,0-1 0 0 0,29-3-1 0 0,11-5 2 0 0,112-26 0 0 0,-164 29 5 0 0,-1 0 0 0 0,0-1 0 0 0,0-1 0 0 0,-1 0 0 0 0,0-1 0 0 0,0 0 1 0 0,0-1-1 0 0,-1-1 0 0 0,23-19 0 0 0,-32 23 5 0 0,0-1 1 0 0,-1 1 0 0 0,1-1-1 0 0,-1 0 1 0 0,-1 0-1 0 0,1-1 1 0 0,3-11-1 0 0,-6 16 14 0 0,-1 0-24 0 0,-5-8-16 0 0,4 9 13 0 0,1 0 0 0 0,0 1 0 0 0,-1-1 0 0 0,1 1 0 0 0,-1 0 0 0 0,1-1 0 0 0,0 1 0 0 0,-1 0 0 0 0,1 0 0 0 0,-1 0 0 0 0,1-1 0 0 0,-1 2 0 0 0,1-1 0 0 0,-1 0 0 0 0,1 0 0 0 0,-1 0 0 0 0,1 1 0 0 0,0-1 0 0 0,-1 1 0 0 0,1-1 0 0 0,0 1 0 0 0,-1 0 0 0 0,1-1 0 0 0,-2 2 0 0 0,2-1 0 0 0,-3 1-5 0 0,-1 0 0 0 0,1 0-1 0 0,0 0 1 0 0,0 1 0 0 0,0 0-1 0 0,1-1 1 0 0,-1 1-1 0 0,1 1 1 0 0,0-1 0 0 0,-1 1-1 0 0,1-1 1 0 0,1 1-1 0 0,-6 7 1 0 0,7-9 3 0 0,0 0 0 0 0,0-1 0 0 0,0 1 1 0 0,0 0-1 0 0,1 0 0 0 0,-1 0 0 0 0,0 0 0 0 0,1 0 0 0 0,-1 0 0 0 0,1-1 0 0 0,0 1 1 0 0,0 0-1 0 0,-1 0 0 0 0,1 0 0 0 0,0 0 0 0 0,1 0 0 0 0,-1 0 0 0 0,0 0 0 0 0,1 0 1 0 0,0 3-1 0 0,0-4 3 0 0,0 1 0 0 0,0-1 0 0 0,1 1 0 0 0,-1-1 0 0 0,0 0 0 0 0,1 0 0 0 0,-1 1 0 0 0,1-1 0 0 0,-1 0 0 0 0,1 0 0 0 0,-1 0 0 0 0,1-1 0 0 0,0 1 0 0 0,-1 0 0 0 0,1-1 0 0 0,0 1 0 0 0,3 0 0 0 0,9 1 1 0 0,0-1 0 0 0,0-1-1 0 0,0 0 1 0 0,26-3 0 0 0,-37 3-2 0 0,-1 0-9 0 0,2 0 10 0 0,0 0 0 0 0,0 0 0 0 0,1 1-1 0 0,-1-1 1 0 0,0 1 0 0 0,0 0 0 0 0,7 4-1 0 0,-8-4 3 0 0,1 0-1 0 0,-1 0 0 0 0,0 0 1 0 0,0-1-1 0 0,0 1 1 0 0,1-1-1 0 0,-1 0 0 0 0,0 0 1 0 0,1 0-1 0 0,-1 0 0 0 0,0 0 1 0 0,1-1-1 0 0,-1 1 1 0 0,0-1-1 0 0,0 0 0 0 0,0 0 1 0 0,4-2-1 0 0,5-1 5 0 0,0 0 0 0 0,-1-1 0 0 0,1-1 0 0 0,-1 0-1 0 0,0-1 1 0 0,-1 0 0 0 0,0 0 0 0 0,0-1 0 0 0,0 0 0 0 0,-1-1 0 0 0,0 0-1 0 0,-1-1 1 0 0,12-17 0 0 0,-18 24-6 0 0,1-1 0 0 0,-1 1-1 0 0,0 0 1 0 0,1 0 0 0 0,0 0-1 0 0,0 0 1 0 0,0 0 0 0 0,0 1 0 0 0,4-3-1 0 0,-5 4-4 0 0,-1 0-4 0 0,-1 1 5 0 0,0-1 1 0 0,0 1-1 0 0,1 0 1 0 0,-1-1-1 0 0,0 1 1 0 0,0 0-1 0 0,1-1 1 0 0,-1 1-1 0 0,0 0 0 0 0,0 0 1 0 0,1-1-1 0 0,-1 1 1 0 0,0 0-1 0 0,1 0 1 0 0,-1-1-1 0 0,0 1 1 0 0,1 0-1 0 0,-1 0 1 0 0,0 0-1 0 0,1 0 1 0 0,-1 0-1 0 0,1 0 1 0 0,-1 0-1 0 0,0 0 1 0 0,1-1-1 0 0,-1 1 1 0 0,1 0-1 0 0,-1 1 0 0 0,0-1 1 0 0,1 0-1 0 0,13 17-29 0 0,-13-16 26 0 0,8 7 9 0 0,-5-3-5 0 0,-3-3-14 0 0,0 37 85 0 0,-1-36-67 0 0,1 0-1 0 0,-1 0 1 0 0,1-1 0 0 0,0 1 0 0 0,0 0-1 0 0,1-1 1 0 0,-1 1 0 0 0,0-1 0 0 0,1 1 0 0 0,-1-1-1 0 0,1 0 1 0 0,0 0 0 0 0,0 1 0 0 0,0-1-1 0 0,0 0 1 0 0,0-1 0 0 0,0 1 0 0 0,1 0 0 0 0,-1-1-1 0 0,1 1 1 0 0,-1-1 0 0 0,1 0 0 0 0,-1 0 0 0 0,1 0-1 0 0,0 0 1 0 0,-1 0 0 0 0,1 0 0 0 0,3 0-1 0 0,4 0 20 0 0,-1 0-1 0 0,1-1 1 0 0,-1 0-1 0 0,1 0 0 0 0,0-1 1 0 0,10-2-1 0 0,9-9-2499 0 0,-5-7-5261 0 0,-20 12 4739 0 0</inkml:trace>
</inkml:ink>
</file>

<file path=ppt/ink/ink7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8:59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1 892 0 0,'0'0'6761'0'0,"25"19"-5398"0"0,-24-14-1218 0 0,0 0 0 0 0,1 0 0 0 0,-1 0 0 0 0,1 0 0 0 0,0 0 0 0 0,0 0 0 0 0,0 0 0 0 0,1 0 0 0 0,-1-1 0 0 0,1 1-1 0 0,0-1 1 0 0,8 8 0 0 0,-10-11-69 0 0,5-1 104 0 0,0 1 0 0 0,0-1 0 0 0,0 0 0 0 0,0 0-1 0 0,11-3 1 0 0,4-5 23 0 0,-6 2-88 0 0,1 0 0 0 0,0 1 0 0 0,22-4 0 0 0,-36 9-114 0 0,3-2 8 0 0,17 5 24 0 0,-18-1-201 0 0,1 0-1 0 0,0-1 1 0 0,0 1 0 0 0,0-1-1 0 0,0 0 1 0 0,0-1-1 0 0,0 1 1 0 0,0-1 0 0 0,1 0-1 0 0,-1-1 1 0 0,0 1-1 0 0,0-1 1 0 0,0 0 0 0 0,0 0-1 0 0,0 0 1 0 0,0-1 0 0 0,-1 0-1 0 0,1 0 1 0 0,0 0-1 0 0,-1 0 1 0 0,1-1 0 0 0,5-4-1 0 0,1-1 522 0 0,-10 6-208 0 0,1 1-1 0 0,-1 0 0 0 0,1 0 0 0 0,-1-1 1 0 0,1 1-1 0 0,0 0 0 0 0,-1 1 1 0 0,1-1-1 0 0,0 0 0 0 0,0 0 0 0 0,0 1 1 0 0,-1-1-1 0 0,3 0 0 0 0,-3 2-96 0 0,0-1-1 0 0,0 0 1 0 0,0 0-1 0 0,0 1 1 0 0,0-1-1 0 0,0 1 1 0 0,-1-1 0 0 0,1 1-1 0 0,0-1 1 0 0,0 1-1 0 0,-1 0 1 0 0,1-1 0 0 0,0 1-1 0 0,-1 0 1 0 0,1-1-1 0 0,0 1 1 0 0,-1 0-1 0 0,1 0 1 0 0,-1 0 0 0 0,1-1-1 0 0,-1 1 1 0 0,0 0-1 0 0,1 0 1 0 0,-1 0-1 0 0,0 0 1 0 0,0 0 0 0 0,1 0-1 0 0,-1 0 1 0 0,0 0-1 0 0,0 0 1 0 0,0 1 0 0 0,0 39 947 0 0,0-32-761 0 0,-3 115 1526 0 0,-36 233 0 0 0,27-298-2673 0 0,-32 99-1 0 0,31-122-3581 0 0,-33 61-1 0 0,32-71 717 0 0</inkml:trace>
</inkml:ink>
</file>

<file path=ppt/ink/ink7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1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68 134 576 0 0,'3'-38'11681'0'0,"-19"72"-10744"0"0,-20 61 0 0 0,31-80-731 0 0,1 0 0 0 0,1 0-1 0 0,1 0 1 0 0,0 1 0 0 0,0-1 0 0 0,2 1 0 0 0,1 20 0 0 0,-1-35-195 0 0,0 0 1 0 0,0-1-1 0 0,1 1 0 0 0,-1 0 0 0 0,0-1 1 0 0,0 1-1 0 0,0 0 0 0 0,1-1 1 0 0,-1 1-1 0 0,0 0 0 0 0,1-1 0 0 0,-1 1 1 0 0,1-1-1 0 0,-1 1 0 0 0,0-1 0 0 0,1 1 1 0 0,-1-1-1 0 0,1 1 0 0 0,-1-1 0 0 0,1 1 1 0 0,0-1-1 0 0,-1 0 0 0 0,1 1 1 0 0,-1-1-1 0 0,1 0 0 0 0,0 0 0 0 0,-1 1 1 0 0,1-1-1 0 0,0 0 0 0 0,-1 0 0 0 0,1 0 1 0 0,0 0-1 0 0,-1 0 0 0 0,1 0 0 0 0,0 0 1 0 0,-1 0-1 0 0,1 0 0 0 0,0 0 1 0 0,-1 0-1 0 0,1 0 0 0 0,0 0 0 0 0,-1-1 1 0 0,1 1-1 0 0,0 0 0 0 0,-1 0 0 0 0,1-1 1 0 0,-1 1-1 0 0,2-1 0 0 0,34-21 136 0 0,-33 20-110 0 0,2-1-33 0 0,0 0 1 0 0,0 1-1 0 0,0-1 1 0 0,0 1-1 0 0,0 0 1 0 0,0 1-1 0 0,0-1 1 0 0,1 1 0 0 0,-1 0-1 0 0,0 1 1 0 0,1-1-1 0 0,-1 1 1 0 0,10 1-1 0 0,9 2 1 0 0,-1 0-1 0 0,24 8 1 0 0,-26-6 9 0 0,0 0 0 0 0,24 1 0 0 0,-37-6-4 0 0,0 0 0 0 0,0 0 0 0 0,0 0 0 0 0,0-1-1 0 0,0-1 1 0 0,-1 1 0 0 0,1-1 0 0 0,0 0 0 0 0,-1-1 0 0 0,1 0 0 0 0,-1 0 0 0 0,0-1 0 0 0,0 0 0 0 0,0 0 0 0 0,0 0 0 0 0,-1-1 0 0 0,9-8 0 0 0,-9 7 1 0 0,0-1 1 0 0,0-1 0 0 0,-1 1 0 0 0,0-1 0 0 0,-1 0 0 0 0,0 0 0 0 0,0 0 0 0 0,0-1 0 0 0,-1 1 0 0 0,0-1 0 0 0,-1 0-1 0 0,0 0 1 0 0,-1 0 0 0 0,2-17 0 0 0,-2 9-8 0 0,0 0 0 0 0,-1 1-1 0 0,-1-1 1 0 0,-5-25 0 0 0,6 40-1 0 0,1 0-44 0 0,-3-9-26 0 0,-3 3-1 0 0,2 9 48 0 0,2 1 18 0 0,0-1 0 0 0,0 1 0 0 0,1-1-1 0 0,-1 1 1 0 0,0-1 0 0 0,1 1 0 0 0,-1-1 0 0 0,1 1 0 0 0,-1 0-1 0 0,1-1 1 0 0,0 1 0 0 0,-1 0 0 0 0,1-1 0 0 0,0 1-1 0 0,0 0 1 0 0,0-1 0 0 0,1 1 0 0 0,-1 0 0 0 0,0-1 0 0 0,0 1-1 0 0,1 0 1 0 0,0-1 0 0 0,-1 1 0 0 0,1-1 0 0 0,0 1-1 0 0,-1-1 1 0 0,1 1 0 0 0,0-1 0 0 0,0 1 0 0 0,0-1 0 0 0,0 0-1 0 0,0 0 1 0 0,1 1 0 0 0,-1-1 0 0 0,0 0 0 0 0,1 0-1 0 0,-1 0 1 0 0,0 0 0 0 0,1-1 0 0 0,-1 1 0 0 0,1 0 0 0 0,0-1-1 0 0,-1 1 1 0 0,1 0 0 0 0,-1-1 0 0 0,1 0 0 0 0,2 1 0 0 0,15 3 6 0 0,1-1 1 0 0,0 0 0 0 0,0-2-1 0 0,0 0 1 0 0,0-1 0 0 0,37-5-1 0 0,-20 2-20 0 0,9-1 16 0 0,-26 1-7 0 0,-1 2 0 0 0,1 0-1 0 0,-1 1 1 0 0,23 3 0 0 0,-39-2 9 0 0,1 0-1 0 0,-1 1 1 0 0,0-1-1 0 0,1 1 1 0 0,-1 0-1 0 0,0 0 1 0 0,0 0-1 0 0,0 0 1 0 0,0 1-1 0 0,-1-1 1 0 0,1 1-1 0 0,-1 0 1 0 0,1 0-1 0 0,-1 0 1 0 0,0 0-1 0 0,0 0 1 0 0,0 0-1 0 0,2 6 1 0 0,-2-5-2 0 0,0 0 0 0 0,1 0 0 0 0,-1 0 0 0 0,1 0 0 0 0,0 0 0 0 0,0-1-1 0 0,0 1 1 0 0,0-1 0 0 0,1 0 0 0 0,0 0 0 0 0,4 3 0 0 0,-1-3 14 0 0,1 1-1 0 0,-1-1 1 0 0,1-1 0 0 0,0 0-1 0 0,0 0 1 0 0,0 0 0 0 0,0-1-1 0 0,0 0 1 0 0,1-1-1 0 0,-1 0 1 0 0,13-1 0 0 0,-18 1 21 0 0,1-1 0 0 0,0 0 0 0 0,-1 0 0 0 0,1 0 0 0 0,-1 0 0 0 0,1 0 0 0 0,-1-1 0 0 0,1 1 0 0 0,-1-1 0 0 0,0 0 0 0 0,0 0 0 0 0,0-1 0 0 0,0 1 0 0 0,0 0 0 0 0,0-1 0 0 0,-1 0 0 0 0,1 0 0 0 0,-1 1 1 0 0,0-1-1 0 0,0-1 0 0 0,0 1 0 0 0,0 0 0 0 0,0 0 0 0 0,-1-1 0 0 0,0 1 0 0 0,1-1 0 0 0,0-6 0 0 0,-2 6-3 0 0,1-1 0 0 0,-1 0 0 0 0,0 1 1 0 0,-1-1-1 0 0,1 1 0 0 0,-1-1 0 0 0,0 1 0 0 0,0-1 0 0 0,0 1 1 0 0,-1-1-1 0 0,1 1 0 0 0,-1 0 0 0 0,0 0 0 0 0,-1 0 0 0 0,1 0 1 0 0,-1 0-1 0 0,1 0 0 0 0,-5-3 0 0 0,-3-5 60 0 0,-1 1-1 0 0,0 0 0 0 0,-24-18 1 0 0,33 29-181 0 0,1-1 0 0 0,0 0 1 0 0,-1 0-1 0 0,1 1 0 0 0,-1-1 1 0 0,1 1-1 0 0,-1 0 0 0 0,1-1 1 0 0,-1 1-1 0 0,0 0 1 0 0,1 0-1 0 0,-1 0 0 0 0,1 0 1 0 0,-1 0-1 0 0,1 0 0 0 0,-1 0 1 0 0,0 0-1 0 0,1 1 0 0 0,-1-1 1 0 0,1 1-1 0 0,-1-1 0 0 0,1 1 1 0 0,-1 0-1 0 0,1-1 0 0 0,0 1 1 0 0,-1 0-1 0 0,1 0 0 0 0,-2 2 1 0 0,-15 13-3052 0 0,6-1-3677 0 0</inkml:trace>
</inkml:ink>
</file>

<file path=ppt/ink/ink7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0 339 92 0 0,'18'2'824'0'0,"-1"1"0"0"0,0 0 0 0 0,0 1-1 0 0,-1 1 1 0 0,1 1 0 0 0,-1 1 0 0 0,0 0 0 0 0,-1 1 0 0 0,1 0 0 0 0,-2 1-1 0 0,1 1 1 0 0,-1 1 0 0 0,-1 0 0 0 0,15 15 0 0 0,-27-25-616 0 0,-1-1-172 0 0,1 0 1 0 0,-1-1-1 0 0,0 1 1 0 0,0 0-1 0 0,1 0 1 0 0,-1 0-1 0 0,0-1 1 0 0,0 1 0 0 0,1 0-1 0 0,-1 0 1 0 0,0-1-1 0 0,0 1 1 0 0,0 0-1 0 0,1 0 1 0 0,-1-1-1 0 0,0 1 1 0 0,0 0-1 0 0,0-1 1 0 0,0 1-1 0 0,0 0 1 0 0,0-1-1 0 0,0 1 1 0 0,0 0-1 0 0,0-1 1 0 0,0 1-1 0 0,0 0 1 0 0,0-1-1 0 0,0 1 1 0 0,0 0-1 0 0,0-1 1 0 0,0 1 0 0 0,0 0-1 0 0,0-1 1 0 0,0 1-1 0 0,0 0 1 0 0,0-1-1 0 0,-1 1 1 0 0,1 0-1 0 0,0-1 1 0 0,-2-6 23 0 0,1 2-398 0 0,19-27-2307 0 0,-6 25 2065 0 0,1 0 1 0 0,1 1 0 0 0,-1 0 0 0 0,1 1 0 0 0,0 0-1 0 0,28-4 1 0 0,8-4 804 0 0,-49 12-163 0 0,-1 1 1 0 0,1-1-1 0 0,0 1 0 0 0,0 0 1 0 0,-1-1-1 0 0,1 1 0 0 0,0 0 1 0 0,0-1-1 0 0,0 1 0 0 0,0 0 0 0 0,0 0 1 0 0,-1 0-1 0 0,1 0 0 0 0,0 0 1 0 0,0 0-1 0 0,0 0 0 0 0,0 0 1 0 0,0 0-1 0 0,-1 0 0 0 0,1 0 1 0 0,0 1-1 0 0,0-1 0 0 0,0 0 1 0 0,0 0-1 0 0,-1 1 0 0 0,1-1 0 0 0,0 1 1 0 0,0-1-1 0 0,-1 1 0 0 0,1-1 1 0 0,0 1-1 0 0,-1-1 0 0 0,1 1 1 0 0,-1 0-1 0 0,1-1 0 0 0,0 1 1 0 0,-1 0-1 0 0,1 1 0 0 0,-1-1 98 0 0,0 0-138 0 0,-1 1-1 0 0,1-1 1 0 0,-1 0 0 0 0,1 0 0 0 0,0 0 0 0 0,0 0 0 0 0,-1 0 0 0 0,1 0 0 0 0,0 0 0 0 0,0 1 0 0 0,0-1 0 0 0,0 0 0 0 0,0 0 0 0 0,0 0 0 0 0,1 0 0 0 0,-1 1 0 0 0,0-1-1 0 0,0 0 1 0 0,1 0 0 0 0,-1 0 0 0 0,1 0 0 0 0,-1 0 0 0 0,2 1 0 0 0,12 31 426 0 0,-13-32-431 0 0,1 1-1 0 0,0-1 1 0 0,0 1-1 0 0,0-1 1 0 0,0 0-1 0 0,0 0 1 0 0,0 0-1 0 0,0 0 1 0 0,0 0-1 0 0,1-1 1 0 0,-1 1-1 0 0,0 0 1 0 0,0-1-1 0 0,1 0 1 0 0,-1 0-1 0 0,0 1 1 0 0,1-1-1 0 0,2-1 1 0 0,1 0-2 0 0,-1 0 0 0 0,1 0 1 0 0,0-1-1 0 0,-1 1 1 0 0,1-2-1 0 0,-1 1 0 0 0,7-4 1 0 0,0-1 0 0 0,0-1-1 0 0,0 0 1 0 0,-1-1 0 0 0,0 0 0 0 0,14-17 0 0 0,-18 17-9 0 0,-1 0 0 0 0,1-1 0 0 0,-1 0 0 0 0,-1 0 1 0 0,0 0-1 0 0,0-1 0 0 0,-1 0 0 0 0,-1 0 0 0 0,1 0 0 0 0,-2 0 1 0 0,0 0-1 0 0,2-17 0 0 0,-3 10 168 0 0,-1 0 0 0 0,-1 0-1 0 0,0 1 1 0 0,-1-1 0 0 0,-1 0 0 0 0,-1 1-1 0 0,-7-22 1 0 0,-2 14 819 0 0,12 25-964 0 0,1-1 0 0 0,0 1 1 0 0,-1 0-1 0 0,1-1 0 0 0,-1 1 1 0 0,1 0-1 0 0,-1-1 0 0 0,1 1 1 0 0,-1 0-1 0 0,1 0 0 0 0,-1-1 0 0 0,0 1 1 0 0,1 0-1 0 0,-1 0 0 0 0,1 0 1 0 0,-1 0-1 0 0,1 0 0 0 0,-1 0 1 0 0,0 0-1 0 0,1 0 0 0 0,-1 0 1 0 0,1 0-1 0 0,-1 0 0 0 0,-1 0 1 0 0,0 2 21 0 0,-1 0 1 0 0,1 0 0 0 0,-1 0 0 0 0,1 0 0 0 0,0 0 0 0 0,0 0 0 0 0,0 1 0 0 0,0-1-1 0 0,0 1 1 0 0,0-1 0 0 0,1 1 0 0 0,-1 0 0 0 0,-1 3 0 0 0,-3 7-23 0 0,0 0 0 0 0,1 1 1 0 0,1 0-1 0 0,0 0 0 0 0,0 0 0 0 0,2 0 1 0 0,0 0-1 0 0,0 0 0 0 0,1 1 0 0 0,1-1 1 0 0,1 0-1 0 0,0 1 0 0 0,0-1 0 0 0,2 0 1 0 0,0 0-1 0 0,0 0 0 0 0,10 24 0 0 0,-6-20-493 0 0,2 0-1 0 0,0-1 0 0 0,1 1 1 0 0,0-2-1 0 0,16 20 0 0 0,-12-20-974 0 0,0-1 0 0 0,1 0 0 0 0,0-1 0 0 0,32 22 0 0 0,-6-10-1947 0 0</inkml:trace>
</inkml:ink>
</file>

<file path=ppt/ink/ink7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3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0 477 676 0 0,'2'-1'9064'0'0,"21"-9"-8778"0"0,19-6 510 0 0,-3 2 1 0 0,68-37 0 0 0,-98 46-695 0 0,-1 0-1 0 0,0 0 0 0 0,0-1 1 0 0,0 0-1 0 0,-1 0 0 0 0,0-1 1 0 0,0 0-1 0 0,-1 0 0 0 0,0-1 1 0 0,0 1-1 0 0,-1-1 1 0 0,0-1-1 0 0,6-12 0 0 0,-10 19-78 0 0,0 0 1 0 0,0 0-1 0 0,-1-1 0 0 0,1 1 0 0 0,0 0 0 0 0,-1-1 0 0 0,0 1 1 0 0,1 0-1 0 0,-1-1 0 0 0,0 1 0 0 0,0-1 0 0 0,0 1 0 0 0,-1 0 0 0 0,1-1 1 0 0,-1 1-1 0 0,1-1 0 0 0,-1 1 0 0 0,-1-3 0 0 0,1 4-9 0 0,0-1 0 0 0,0 0 0 0 0,0 1-1 0 0,-1 0 1 0 0,1-1 0 0 0,-1 1 0 0 0,1 0-1 0 0,-1 0 1 0 0,1 0 0 0 0,-1 0 0 0 0,0 0 0 0 0,1 0-1 0 0,-1 0 1 0 0,0 0 0 0 0,0 1 0 0 0,0-1-1 0 0,1 1 1 0 0,-3-1 0 0 0,-2 0-1 0 0,0 1-1 0 0,0 0 1 0 0,0 0 0 0 0,1 0 0 0 0,-1 0-1 0 0,0 1 1 0 0,0 0 0 0 0,1 0 0 0 0,-1 1-1 0 0,1 0 1 0 0,-1 0 0 0 0,1 0 0 0 0,-11 6-1 0 0,9-3 0 0 0,0 1-1 0 0,-1 0 0 0 0,2 0 0 0 0,-1 0 1 0 0,1 1-1 0 0,0 0 0 0 0,0 0 1 0 0,1 1-1 0 0,0-1 0 0 0,0 1 1 0 0,1 0-1 0 0,0 1 0 0 0,-4 10 0 0 0,6-14-8 0 0,1 0-1 0 0,0 1 0 0 0,0-1 1 0 0,0 0-1 0 0,0 0 0 0 0,1 0 0 0 0,0 0 1 0 0,0 1-1 0 0,1-1 0 0 0,-1 0 1 0 0,1 0-1 0 0,0 0 0 0 0,0 1 0 0 0,1-1 1 0 0,-1-1-1 0 0,1 1 0 0 0,1 0 1 0 0,-1 0-1 0 0,0-1 0 0 0,1 1 1 0 0,0-1-1 0 0,0 0 0 0 0,1 0 0 0 0,5 7 1 0 0,1-3-21 0 0,0 0 1 0 0,0 0 0 0 0,0-1 0 0 0,1-1 0 0 0,0 0-1 0 0,1 0 1 0 0,-1-1 0 0 0,1 0 0 0 0,0-1 0 0 0,0 0-1 0 0,1-1 1 0 0,-1-1 0 0 0,1 0 0 0 0,-1 0 0 0 0,1-1-1 0 0,0-1 1 0 0,-1 0 0 0 0,1-1 0 0 0,0 0 0 0 0,-1-1-1 0 0,22-6 1 0 0,-12 1-3 0 0,0 0-1 0 0,-1-1 0 0 0,0-1 1 0 0,-1-1-1 0 0,0-1 1 0 0,0-1-1 0 0,-1 0 1 0 0,-1-2-1 0 0,0 0 0 0 0,0-1 1 0 0,19-23-1 0 0,16-14 448 0 0,-52 51-381 0 0,-1 0-46 0 0,0 1 1 0 0,0 0-1 0 0,0 0 1 0 0,0 0-1 0 0,0-1 1 0 0,1 1-1 0 0,-1 0 1 0 0,0 0-1 0 0,0 0 1 0 0,0 0-1 0 0,0-1 1 0 0,0 1-1 0 0,1 0 1 0 0,-1 0-1 0 0,0 0 0 0 0,0 0 1 0 0,0 0-1 0 0,0 0 1 0 0,1 0-1 0 0,-1-1 1 0 0,0 1-1 0 0,0 0 1 0 0,0 0-1 0 0,1 0 1 0 0,-1 0-1 0 0,0 0 1 0 0,0 0-1 0 0,0 0 1 0 0,1 0-1 0 0,-1 0 0 0 0,0 0 1 0 0,0 0-1 0 0,0 0 1 0 0,1 0-1 0 0,-1 0 1 0 0,0 0-1 0 0,0 0 1 0 0,0 1-1 0 0,1-1 1 0 0,-1 0-1 0 0,0 0 1 0 0,0 0-1 0 0,0 0 1 0 0,1 0-1 0 0,-1 0 0 0 0,0 0 1 0 0,0 1-1 0 0,0-1 1 0 0,0 0-1 0 0,0 0 1 0 0,0 0-1 0 0,1 1 1 0 0,8 11 24 0 0,-1 102 87 0 0,-5-95-111 0 0,-2-17 17 0 0,-1 10-31 0 0,0-12 25 0 0,0 0 1 0 0,-1 1 0 0 0,1-1 0 0 0,0 0 0 0 0,0 0 0 0 0,0 0 0 0 0,0 1-1 0 0,0-1 1 0 0,0 0 0 0 0,0 0 0 0 0,0 1 0 0 0,0-1 0 0 0,0 0-1 0 0,0 0 1 0 0,0 1 0 0 0,0-1 0 0 0,0 0 0 0 0,0 0 0 0 0,0 1 0 0 0,1-1-1 0 0,-1 0 1 0 0,0 0 0 0 0,0 0 0 0 0,0 1 0 0 0,0-1 0 0 0,0 0 0 0 0,0 0-1 0 0,1 0 1 0 0,-1 1 0 0 0,0-1 0 0 0,0 0 0 0 0,0 0 0 0 0,1 0-1 0 0,-1 0 1 0 0,0 0 0 0 0,0 1 0 0 0,0-1 0 0 0,1 0 0 0 0,-1 0 0 0 0,0 0-1 0 0,0 0 1 0 0,1 0 0 0 0,-1 0 0 0 0,0 0 0 0 0,0 0 0 0 0,1 0 0 0 0,-1 0-1 0 0,0 0 1 0 0,0 0 0 0 0,24-18 127 0 0,-1-1 0 0 0,-1-1 0 0 0,28-34 0 0 0,-34 37-119 0 0,-16 17-21 0 0,0 0-1 0 0,1-1 1 0 0,-1 1-1 0 0,0 0 0 0 0,0-1 1 0 0,1 1-1 0 0,-1 0 0 0 0,0-1 1 0 0,1 1-1 0 0,-1 0 1 0 0,1 0-1 0 0,-1-1 0 0 0,0 1 1 0 0,1 0-1 0 0,-1 0 0 0 0,1 0 1 0 0,-1-1-1 0 0,0 1 1 0 0,1 0-1 0 0,-1 0 0 0 0,1 0 1 0 0,-1 0-1 0 0,1 0 0 0 0,-1 0 1 0 0,1 0-1 0 0,-1 0 1 0 0,0 0-1 0 0,1 0 0 0 0,-1 0 1 0 0,1 1-1 0 0,-1-1 0 0 0,1 0 1 0 0,-1 0-1 0 0,0 0 1 0 0,1 0-1 0 0,-1 1 0 0 0,1-1 1 0 0,13 19-50 0 0,-12-15 46 0 0,-1-1 0 0 0,1 0 0 0 0,0 0 0 0 0,0 0 0 0 0,1 0 0 0 0,-1-1 1 0 0,0 1-1 0 0,1-1 0 0 0,0 1 0 0 0,-1-1 0 0 0,1 0 0 0 0,0 0 0 0 0,4 2 0 0 0,0-2-12 0 0,0-1-1 0 0,0 0 0 0 0,1 0 0 0 0,-1-1 0 0 0,0 0 0 0 0,0 0 0 0 0,0 0 0 0 0,0-1 0 0 0,0 0 0 0 0,0-1 0 0 0,0 0 1 0 0,0 0-1 0 0,0 0 0 0 0,-1-1 0 0 0,1 0 0 0 0,-1 0 0 0 0,10-7 0 0 0,-1 1-5 0 0,-1-1 0 0 0,-1 0 0 0 0,1-1 0 0 0,-2 0 0 0 0,0-1 0 0 0,17-21 0 0 0,-16 15 95 0 0,-2-1-1 0 0,0 0 1 0 0,-1 0 0 0 0,-1-1 0 0 0,0-1-1 0 0,-2 0 1 0 0,0 0 0 0 0,-2 0 0 0 0,0 0 0 0 0,-2-1-1 0 0,3-43 1 0 0,-6 65-65 0 0,0 0 0 0 0,0 0 1 0 0,0-1-1 0 0,0 1 0 0 0,0 0 0 0 0,0 0 0 0 0,0 0 0 0 0,0-1 1 0 0,0 1-1 0 0,0 0 0 0 0,0 0 0 0 0,0-1 0 0 0,0 1 0 0 0,0 0 0 0 0,0 0 1 0 0,0 0-1 0 0,0-1 0 0 0,0 1 0 0 0,0 0 0 0 0,0 0 0 0 0,0-1 0 0 0,0 1 1 0 0,0 0-1 0 0,0 0 0 0 0,0 0 0 0 0,-1 0 0 0 0,1-1 0 0 0,0 1 1 0 0,0 0-1 0 0,0 0 0 0 0,0 0 0 0 0,-1 0 0 0 0,1-1 0 0 0,0 1 0 0 0,0 0 1 0 0,0 0-1 0 0,-1 0 0 0 0,1 0 0 0 0,0 0 0 0 0,0 0 0 0 0,0 0 0 0 0,-1 0 1 0 0,1 0-1 0 0,0 0 0 0 0,0-1 0 0 0,-1 1 0 0 0,1 0 0 0 0,0 0 1 0 0,0 0-1 0 0,0 1 0 0 0,-1-1 0 0 0,1 0 0 0 0,0 0 0 0 0,0 0 0 0 0,-1 0 1 0 0,1 0-1 0 0,0 0 0 0 0,-16 15 80 0 0,-13 28-85 0 0,25-34 4 0 0,0 1 0 0 0,1 0 0 0 0,0 0 0 0 0,1 0 1 0 0,0 0-1 0 0,0 0 0 0 0,1 1 0 0 0,1-1 1 0 0,-1 0-1 0 0,2 1 0 0 0,-1-1 0 0 0,2 0 0 0 0,-1 0 1 0 0,6 17-1 0 0,-1-10-14 0 0,1 0 0 0 0,1-1 0 0 0,0 0 1 0 0,1 0-1 0 0,1-1 0 0 0,0 0 0 0 0,20 21 1 0 0,-10-3 83 0 0,-19-31-45 0 0,-22 21 59 0 0,-49-2-57 0 0,68-20-147 0 0,9-4-847 0 0,28-11 614 0 0,1 1 1 0 0,58-12 0 0 0,-46 14 215 0 0,58-22 0 0 0,-96 29 233 0 0,0-1 0 0 0,-1 0 0 0 0,1 0 0 0 0,-1 0 0 0 0,8-8 0 0 0,-16 12 746 0 0,-7 4-765 0 0,2-1-54 0 0,0 0 0 0 0,0 1 0 0 0,0 0 1 0 0,1 0-1 0 0,-1 0 0 0 0,1 0 0 0 0,-1 0 1 0 0,-4 7-1 0 0,7-8-34 0 0,0-1 0 0 0,0 1 0 0 0,0-1 0 0 0,0 1 0 0 0,0-1 1 0 0,0 1-1 0 0,1 0 0 0 0,-1-1 0 0 0,1 1 0 0 0,-1 0 0 0 0,1-1 0 0 0,-1 1 0 0 0,1 0 0 0 0,0 0 1 0 0,0-1-1 0 0,0 1 0 0 0,0 0 0 0 0,0 0 0 0 0,0-1 0 0 0,1 1 0 0 0,-1 0 0 0 0,1 0 1 0 0,-1-1-1 0 0,1 1 0 0 0,-1 0 0 0 0,1-1 0 0 0,0 1 0 0 0,0-1 0 0 0,0 1 0 0 0,0-1 0 0 0,2 3 1 0 0,1 0-279 0 0,0 0 1 0 0,0 0 0 0 0,0-1 0 0 0,1 0 0 0 0,0 1 0 0 0,0-2 0 0 0,-1 1-1 0 0,2 0 1 0 0,-1-1 0 0 0,0 0 0 0 0,0 0 0 0 0,1-1 0 0 0,-1 1 0 0 0,8 0 0 0 0,49 1-6414 0 0,-36-4 3473 0 0</inkml:trace>
</inkml:ink>
</file>

<file path=ppt/ink/ink7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3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97 323 420 0 0,'0'-1'143'0'0,"1"1"0"0"0,-1-1 0 0 0,0 1 0 0 0,0 0 0 0 0,0-1 0 0 0,1 1 0 0 0,-1-1-1 0 0,0 1 1 0 0,0-1 0 0 0,0 1 0 0 0,0 0 0 0 0,0-1 0 0 0,0 1 0 0 0,0-1 0 0 0,0 1 0 0 0,0-1 0 0 0,0 1 0 0 0,0-1 0 0 0,0 1 0 0 0,0-1-1 0 0,0 1 1 0 0,0 0 0 0 0,0-1 0 0 0,-1 1 0 0 0,1-1 0 0 0,0 0 0 0 0,-3 0 44 0 0,1-1 0 0 0,-1 0 0 0 0,0 1 0 0 0,1 0 0 0 0,-1 0 0 0 0,0 0 1 0 0,0 0-1 0 0,0 0 0 0 0,1 0 0 0 0,-1 1 0 0 0,0-1 0 0 0,0 1 0 0 0,0 0 0 0 0,0 0 0 0 0,0 0 0 0 0,0 0 0 0 0,0 1 0 0 0,0-1 0 0 0,0 1 0 0 0,0-1 0 0 0,0 1 0 0 0,1 0 1 0 0,-1 0-1 0 0,0 1 0 0 0,0-1 0 0 0,1 1 0 0 0,-1-1 0 0 0,1 1 0 0 0,0 0 0 0 0,-1 0 0 0 0,1-1 0 0 0,0 2 0 0 0,0-1 0 0 0,-3 4 0 0 0,4-5 15 0 0,2 0-71 0 0,-1 2-62 0 0,1 0 0 0 0,0 0-1 0 0,1-1 1 0 0,-1 1 0 0 0,0 0 0 0 0,1-1-1 0 0,0 1 1 0 0,-1-1 0 0 0,1 0-1 0 0,3 3 1 0 0,-1-3-37 0 0,1 0 0 0 0,-1-1 0 0 0,0 0 0 0 0,1 0-1 0 0,-1 0 1 0 0,1-1 0 0 0,-1 1 0 0 0,1-1 0 0 0,-1 0 0 0 0,1 0 0 0 0,-1-1 0 0 0,1 1 0 0 0,-1-1-1 0 0,1 0 1 0 0,-1-1 0 0 0,6-1 0 0 0,-3-1-7 0 0,0 1-1 0 0,0-1 1 0 0,-1 0-1 0 0,1-1 1 0 0,-1 0-1 0 0,0 0 1 0 0,-1 0-1 0 0,1-1 1 0 0,4-6-1 0 0,1-3 7 0 0,0-1 0 0 0,0-1 0 0 0,-2 0 0 0 0,0 0 0 0 0,-1-1 0 0 0,-1 0 0 0 0,6-19 1 0 0,-7 15 433 0 0,-1-1 0 0 0,-1 1 1 0 0,3-43-1 0 0,-7 65-433 0 0,0-1 0 0 0,1 0 0 0 0,-1 0 0 0 0,0 1 0 0 0,0-1 0 0 0,0 0 0 0 0,0 0 0 0 0,0 1 0 0 0,-1-1 0 0 0,1 0 0 0 0,0 0 0 0 0,0 1 0 0 0,0-1 0 0 0,-1 0 0 0 0,1 0 0 0 0,0 1 0 0 0,-1-1 0 0 0,1 0 0 0 0,0 1 1 0 0,-1-1-1 0 0,1 1 0 0 0,-1-1 0 0 0,1 0 0 0 0,-1 1 0 0 0,1-1 0 0 0,-1 1 0 0 0,0-1 0 0 0,0 0 0 0 0,-1 1-4 0 0,1 0-1 0 0,0 1 1 0 0,0-1 0 0 0,0 0 0 0 0,0 0 0 0 0,-1 0-1 0 0,1 1 1 0 0,0-1 0 0 0,0 0 0 0 0,0 1 0 0 0,0-1 0 0 0,0 1-1 0 0,0 0 1 0 0,0-1 0 0 0,-2 3 0 0 0,-35 34 278 0 0,27-24-286 0 0,1 1 0 0 0,1 0 0 0 0,1 0 0 0 0,0 1 0 0 0,1 0 0 0 0,0 1 1 0 0,1-1-1 0 0,-6 27 0 0 0,9-30-457 0 0,1 0 1 0 0,1 0 0 0 0,0 1-1 0 0,0-1 1 0 0,2 19-1 0 0,0-24-296 0 0,0-1 0 0 0,0 1 1 0 0,1 0-1 0 0,0 0 0 0 0,0-1 0 0 0,1 1 0 0 0,-1-1 0 0 0,2 1 0 0 0,-1-1 0 0 0,5 7 1 0 0,4 1-2641 0 0</inkml:trace>
</inkml:ink>
</file>

<file path=ppt/ink/ink7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4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44 531 200 0 0,'0'0'1080'0'0,"-9"-3"456"0"0,3 3 1818 0 0,3 1-3357 0 0,1-1 236 0 0,1 0-1 0 0,-1 1 0 0 0,1-1 0 0 0,-1 1 1 0 0,1-1-1 0 0,0 1 0 0 0,-1-1 1 0 0,1 1-1 0 0,0 0 0 0 0,-1 0 0 0 0,1 0 1 0 0,0-1-1 0 0,0 1 0 0 0,0 0 0 0 0,0 0 1 0 0,0 1-1 0 0,-2 2 2286 0 0,13-8-2383 0 0,-1 0 1 0 0,1 0 0 0 0,-1 0-1 0 0,0-1 1 0 0,0-1 0 0 0,0 0-1 0 0,-1 0 1 0 0,0 0 0 0 0,11-12-1 0 0,63-75 357 0 0,-70 79-393 0 0,5-7 49 0 0,-2-1 1 0 0,0-1 0 0 0,-1-1-1 0 0,-2 0 1 0 0,0 0 0 0 0,-1-1-1 0 0,-2-1 1 0 0,-1 0 0 0 0,8-42-1 0 0,-15 65-131 0 0,-1 0 0 0 0,1-1-1 0 0,-1 1 1 0 0,0 0 0 0 0,0-1-1 0 0,0 1 1 0 0,-1 0-1 0 0,1 0 1 0 0,-1-1 0 0 0,0 1-1 0 0,0 0 1 0 0,0 0-1 0 0,0 0 1 0 0,0 0 0 0 0,-1 0-1 0 0,1 0 1 0 0,-1 0 0 0 0,0 0-1 0 0,0 1 1 0 0,0-1-1 0 0,0 1 1 0 0,0-1 0 0 0,-1 1-1 0 0,1 0 1 0 0,-1 0 0 0 0,1 0-1 0 0,-1 0 1 0 0,0 0-1 0 0,0 1 1 0 0,0-1 0 0 0,0 1-1 0 0,0 0 1 0 0,0 0-1 0 0,0 0 1 0 0,-1 0 0 0 0,1 0-1 0 0,0 1 1 0 0,0 0 0 0 0,-4-1-1 0 0,3 1-11 0 0,0 0 0 0 0,0 0 0 0 0,0 1 0 0 0,0-1 0 0 0,0 1 0 0 0,0-1 0 0 0,1 1 0 0 0,-1 1 0 0 0,0-1 0 0 0,0 0 0 0 0,1 1 1 0 0,-1 0-1 0 0,1 0 0 0 0,0 0 0 0 0,-1 0 0 0 0,1 0 0 0 0,0 1 0 0 0,0-1 0 0 0,0 1 0 0 0,1 0 0 0 0,-1 0 0 0 0,1 0 0 0 0,-1 0 0 0 0,1 1 0 0 0,0-1 0 0 0,0 0 0 0 0,1 1 0 0 0,-1 0 0 0 0,1-1 0 0 0,0 1 0 0 0,-1 0 0 0 0,0 6 0 0 0,2-3 0 0 0,0-1-1 0 0,0 1 1 0 0,1 0-1 0 0,0-1 1 0 0,0 1-1 0 0,0-1 1 0 0,1 0-1 0 0,0 1 1 0 0,0-1-1 0 0,0 0 1 0 0,6 8 0 0 0,41 65-26 0 0,-33-56 33 0 0,6 11 15 0 0,-1 1 0 0 0,-2 1 0 0 0,-2 1 0 0 0,18 55 0 0 0,-30-59 28 0 0,-5-21-82 0 0,0-10-138 0 0,-10 4-886 0 0,-5-20-8526 0 0</inkml:trace>
</inkml:ink>
</file>

<file path=ppt/ink/ink7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4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1 117 564 0 0,'7'-12'1550'0'0,"0"0"1"0"0,0 0-1 0 0,-2 0 0 0 0,1-1 0 0 0,-2 0 0 0 0,6-21 1 0 0,-10 33-1628 0 0,4-6-2948 0 0</inkml:trace>
</inkml:ink>
</file>

<file path=ppt/ink/ink7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5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59 972 0 0,'19'42'6602'0'0,"-18"-40"-6408"0"0,0 0 1 0 0,0 0-1 0 0,0 0 0 0 0,1 0 0 0 0,-1 0 1 0 0,1-1-1 0 0,0 1 0 0 0,-1-1 0 0 0,1 1 1 0 0,0-1-1 0 0,0 0 0 0 0,0 1 1 0 0,0-1-1 0 0,0 0 0 0 0,0 0 0 0 0,0 0 1 0 0,5 1-1 0 0,-1-1 15 0 0,1 0-1 0 0,-1 0 1 0 0,1 0 0 0 0,0-1-1 0 0,-1 0 1 0 0,9-1 0 0 0,7-2 107 0 0,0 0 1 0 0,39-13-1 0 0,-21 1 29 0 0,-1-2 0 0 0,49-28-1 0 0,-45 22 612 0 0,-38 20-731 0 0,11-3 1257 0 0,-15 6-1441 0 0,-1 1 0 0 0,1-1 0 0 0,-1 1 0 0 0,0 0-1 0 0,1 0 1 0 0,-1-1 0 0 0,0 1 0 0 0,0 0 0 0 0,0-1 0 0 0,0 1-1 0 0,0 0 1 0 0,1 0 0 0 0,-1-1 0 0 0,0 1 0 0 0,-1 0 0 0 0,1 0-1 0 0,0-1 1 0 0,0 1 0 0 0,0 0 0 0 0,0 0 0 0 0,-1-1 0 0 0,1 1-1 0 0,0 0 1 0 0,0-1 0 0 0,-1 1 0 0 0,1 0 0 0 0,-1-1 0 0 0,1 1 0 0 0,-1 0-1 0 0,1-1 1 0 0,-1 1 0 0 0,-194 440 2702 0 0,181-407-3152 0 0,8-16 171 0 0,-2-1 1 0 0,0 0-1 0 0,-11 17 0 0 0,0-10-4014 0 0,-5-6-3896 0 0</inkml:trace>
</inkml:ink>
</file>

<file path=ppt/ink/ink7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06.4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23 740 0 0,'0'0'6309'0'0,"-3"-1"-5251"0"0,-5-3-273 0 0,-20-8 2158 0 0,3 8-9307 0 0,4 2 3285 0 0</inkml:trace>
</inkml:ink>
</file>

<file path=ppt/ink/ink7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53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60 247 9697 0 0,'-14'2'27'0'0,"-5"2"-141"0"0,8-1 324 0 0,2-1 213 0 0,3-1 85 0 0,25 1-222 0 0,-17-2-275 0 0,-1 1-1 0 0,0-1 1 0 0,1 0-1 0 0,-1 0 1 0 0,0 1 0 0 0,1-1-1 0 0,-1 0 1 0 0,1 0-1 0 0,-1 0 1 0 0,0 0-1 0 0,1-1 1 0 0,-1 1-1 0 0,0 0 1 0 0,1-1-1 0 0,-1 1 1 0 0,0 0-1 0 0,3-2 1 0 0,31-16 188 0 0,0-2-1 0 0,33-24 1 0 0,-56 34-163 0 0,0 0 1 0 0,0 0 0 0 0,-1-1-1 0 0,-1 0 1 0 0,0-1 0 0 0,0 0 0 0 0,-1-1-1 0 0,10-18 1 0 0,-18 29-32 0 0,0 1 1 0 0,0 0-1 0 0,0-1 1 0 0,0 1-1 0 0,-1-1 0 0 0,1 1 1 0 0,-1-1-1 0 0,1 0 0 0 0,-1 1 1 0 0,1-1-1 0 0,-1 1 0 0 0,0-1 1 0 0,0 0-1 0 0,1 1 0 0 0,-1-1 1 0 0,-1 0-1 0 0,1 1 0 0 0,0-1 1 0 0,0 0-1 0 0,0 1 0 0 0,-1-1 1 0 0,1 0-1 0 0,-1 1 0 0 0,0-1 1 0 0,1 1-1 0 0,-1-1 0 0 0,0 1 1 0 0,-2-3-1 0 0,1 3-2 0 0,1 0 0 0 0,-1 0 0 0 0,0 0 0 0 0,-1 0 0 0 0,1 0 0 0 0,0 0 0 0 0,0 1 0 0 0,0-1 0 0 0,0 1 0 0 0,0 0 0 0 0,-1 0 0 0 0,1-1 0 0 0,0 2 0 0 0,0-1 0 0 0,-1 0 0 0 0,1 0 0 0 0,0 1 0 0 0,0-1 0 0 0,0 1-1 0 0,-5 1 1 0 0,0 1 0 0 0,0-1 0 0 0,0 2-1 0 0,0-1 1 0 0,1 1-1 0 0,-1 0 1 0 0,1 0 0 0 0,0 1-1 0 0,-8 7 1 0 0,11-9-2 0 0,0 0 0 0 0,0 0 0 0 0,0 0 0 0 0,1 1 0 0 0,-1-1 0 0 0,1 1 0 0 0,0-1 0 0 0,0 1 1 0 0,0 0-1 0 0,0 0 0 0 0,1 0 0 0 0,-1 0 0 0 0,1 0 0 0 0,0 0 0 0 0,0 8 0 0 0,1-10-2 0 0,0 0 0 0 0,0 0 1 0 0,0 0-1 0 0,0 0 0 0 0,1 0 0 0 0,-1 0 0 0 0,1 0 0 0 0,0 0 1 0 0,-1 0-1 0 0,1 0 0 0 0,0 0 0 0 0,0 0 0 0 0,0-1 0 0 0,0 1 1 0 0,1 0-1 0 0,-1-1 0 0 0,0 1 0 0 0,1-1 0 0 0,-1 1 0 0 0,3 0 1 0 0,-1 1 0 0 0,1-1 1 0 0,0 0 0 0 0,0 0 0 0 0,0 0 0 0 0,0-1 0 0 0,0 1-1 0 0,1-1 1 0 0,-1 0 0 0 0,5 0 0 0 0,5 1 3 0 0,1-1 0 0 0,-1-1 0 0 0,1 0 0 0 0,21-4 0 0 0,-9-2 4 0 0,-1-1-1 0 0,1-1 1 0 0,-2-2-1 0 0,1 0 1 0 0,31-19-1 0 0,-57 29-1 0 0,1-1 0 0 0,-1 1 0 0 0,1-1 1 0 0,0 1-1 0 0,-1-1 0 0 0,1 1 0 0 0,0 0 0 0 0,-1-1 0 0 0,1 1 0 0 0,0 0 0 0 0,-1 0 0 0 0,1-1 0 0 0,0 1 1 0 0,0 0-1 0 0,-1 0 0 0 0,1 0 0 0 0,0 0 0 0 0,0 0 0 0 0,0 0 0 0 0,-1 0 0 0 0,1 0 0 0 0,0 0 0 0 0,0 0 0 0 0,-1 1 1 0 0,1-1-1 0 0,0 0 0 0 0,0 0 0 0 0,-1 1 0 0 0,1-1 0 0 0,0 0 0 0 0,-1 1 0 0 0,1-1 0 0 0,-1 1 0 0 0,1-1 1 0 0,0 1-1 0 0,-1-1 0 0 0,1 1 0 0 0,-1-1 0 0 0,1 1 0 0 0,-1 0 0 0 0,1-1 0 0 0,-1 1 0 0 0,0 0 0 0 0,1-1 1 0 0,-1 1-1 0 0,0 1 0 0 0,1 31 205 0 0,-1-27-163 0 0,-5 93 452 0 0,-5-1 0 0 0,-22 99-1 0 0,7-50-136 0 0,-19 39 65 0 0,38-164-1157 0 0,9-30-2038 0 0,12-38-3257 0 0,-5 21 2769 0 0</inkml:trace>
</inkml:ink>
</file>

<file path=ppt/ink/ink7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39:54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0 138 13021 0 0,'19'-2'265'0'0,"-1"-2"0"0"0,0 0 0 0 0,0-2 0 0 0,0 0 1 0 0,-1 0-1 0 0,1-2 0 0 0,-2 0 0 0 0,19-12 0 0 0,-14 8 277 0 0,0 1 0 0 0,0 1 0 0 0,1 1-1 0 0,33-9 1 0 0,-33 12-450 0 0,21-2-2580 0 0,-41 8 1479 0 0,8 4-1777 0 0</inkml:trace>
</inkml:ink>
</file>

<file path=ppt/ink/ink7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0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39 171 9009 0 0,'-1'-6'-20'0'0,"-2"-13"316"0"0,0 1 0 0 0,-1 0 0 0 0,-1 0 0 0 0,-15-33 0 0 0,19 50-49 0 0,0-6-9 0 0,1 5-49 0 0,2 5 974 0 0,-2-2-1175 0 0,1 3-47 0 0,1 0 0 0 0,-1 0 0 0 0,1 0 0 0 0,0-1 0 0 0,0 1 1 0 0,0 0-1 0 0,0-1 0 0 0,1 0 0 0 0,-1 1 0 0 0,1-1 0 0 0,0 0 0 0 0,0-1 0 0 0,0 1 1 0 0,0 0-1 0 0,0-1 0 0 0,4 3 0 0 0,-5-5-395 0 0,25-12-999 0 0,-22 8 1206 0 0,0-1 1 0 0,0 1-1 0 0,-1-1 0 0 0,1-1 0 0 0,-1 1 0 0 0,0 0 0 0 0,-1-1 0 0 0,5-8 1 0 0,-7 13 239 0 0,-1 0-59 0 0,10-16 766 0 0,-10 17-682 0 0,0-1 0 0 0,0 1 1 0 0,0 0-1 0 0,0-1 1 0 0,0 1-1 0 0,0 0 0 0 0,0 0 1 0 0,0-1-1 0 0,0 1 0 0 0,0 0 1 0 0,1-1-1 0 0,-1 1 1 0 0,0 0-1 0 0,0 0 0 0 0,0-1 1 0 0,0 1-1 0 0,1 0 1 0 0,-1 0-1 0 0,0-1 0 0 0,0 1 1 0 0,1 0-1 0 0,-1 0 1 0 0,0 0-1 0 0,0 0 0 0 0,1-1 1 0 0,-1 1-1 0 0,0 0 1 0 0,1 0-1 0 0,-1 0 0 0 0,0 0 1 0 0,0 0-1 0 0,1 0 0 0 0,-1 0 1 0 0,0 0-1 0 0,1 0 1 0 0,-1 0-1 0 0,0 0 0 0 0,1 0 1 0 0,-1 0-1 0 0,0 0 1 0 0,1 0-1 0 0,-1 0 0 0 0,0 0 1 0 0,0 0-1 0 0,1 0 1 0 0,-1 1-1 0 0,0-1 0 0 0,1 0 1 0 0,-1 0-1 0 0,0 0 1 0 0,0 0-1 0 0,1 1 0 0 0,-1-1 1 0 0,0 0-1 0 0,0 1 0 0 0,22 38-626 0 0,1-14-3976 0 0,-14-19 2539 0 0</inkml:trace>
</inkml:ink>
</file>

<file path=ppt/ink/ink7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0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93 800 0 0,'1'0'110'0'0,"-1"-1"0"0"0,1 1-1 0 0,-1 0 1 0 0,0 0 0 0 0,1 0 0 0 0,-1 0-1 0 0,0 0 1 0 0,1 0 0 0 0,-1 0 0 0 0,0 0-1 0 0,1 0 1 0 0,-1 0 0 0 0,1 1 0 0 0,-1-1-1 0 0,0 0 1 0 0,1 0 0 0 0,-1 0 0 0 0,0 0-1 0 0,1 0 1 0 0,-1 1 0 0 0,0-1-1 0 0,0 0 1 0 0,1 0 0 0 0,-1 1 0 0 0,0-1-1 0 0,0 0 1 0 0,1 0 0 0 0,-1 1 0 0 0,0-1-1 0 0,0 0 1 0 0,1 1 0 0 0,-1-1 0 0 0,0 0-1 0 0,0 1 1 0 0,6 20 1985 0 0,-2 34-516 0 0,-4-38-893 0 0,13 70 647 0 0,3 0 0 0 0,30 87-1 0 0,-29-111-762 0 0,-14-56-183 0 0,-1-11-157 0 0,0-24-94 0 0,-6-46-127 0 0,-2 32 6 0 0,2 0 0 0 0,2 0 0 0 0,3-53 1 0 0,1 69-27 0 0,1 0 1 0 0,2 1 0 0 0,0-1 0 0 0,2 1 0 0 0,0 0 0 0 0,16-35 0 0 0,-21 56 7 0 0,0 0 0 0 0,0 0 1 0 0,0 0-1 0 0,1 0 1 0 0,-1 0-1 0 0,1 0 1 0 0,0 1-1 0 0,0 0 0 0 0,0-1 1 0 0,0 1-1 0 0,0 0 1 0 0,1 0-1 0 0,0 1 0 0 0,-1-1 1 0 0,1 1-1 0 0,0 0 1 0 0,0 0-1 0 0,1 0 1 0 0,-1 0-1 0 0,0 1 0 0 0,0-1 1 0 0,1 1-1 0 0,-1 1 1 0 0,1-1-1 0 0,-1 0 0 0 0,1 1 1 0 0,-1 0-1 0 0,1 0 1 0 0,-1 0-1 0 0,1 1 1 0 0,-1 0-1 0 0,1-1 0 0 0,-1 2 1 0 0,1-1-1 0 0,-1 0 1 0 0,0 1-1 0 0,0 0 0 0 0,5 2 1 0 0,7 5-1 0 0,1 0 0 0 0,-2 0 0 0 0,1 2 0 0 0,-1 0 0 0 0,-1 1 0 0 0,0 0 1 0 0,24 29-1 0 0,-18-18 2 0 0,-2 0 0 0 0,0 1 0 0 0,-2 1 0 0 0,0 1-1 0 0,-2 0 1 0 0,20 52 0 0 0,-31-69 4 0 0,0 1 0 0 0,-1 0 0 0 0,0 0 0 0 0,0 0 0 0 0,-1 1 0 0 0,-1-1 0 0 0,1 0 0 0 0,-2 0 0 0 0,1 1 0 0 0,-1-1 0 0 0,-1 0 0 0 0,0 0 0 0 0,0 0 0 0 0,-1 0 0 0 0,-1 0-1 0 0,1-1 1 0 0,-2 1 0 0 0,1-1 0 0 0,-1 0 0 0 0,0 0 0 0 0,-1-1 0 0 0,0 0 0 0 0,-11 12 0 0 0,8-10 28 0 0,-1 0-1 0 0,-1-1 1 0 0,1 0-1 0 0,-2 0 1 0 0,1-1 0 0 0,-1 0-1 0 0,-21 9 1 0 0,26-14-150 0 0,0 0 0 0 0,1-1 1 0 0,-1 0-1 0 0,0-1 0 0 0,0 1 1 0 0,0-1-1 0 0,-1-1 0 0 0,1 1 0 0 0,0-1 1 0 0,0 0-1 0 0,0-1 0 0 0,0 0 0 0 0,0 0 1 0 0,0 0-1 0 0,0-1 0 0 0,-10-4 0 0 0,15 5-233 0 0,1 1 0 0 0,0-1 0 0 0,0 0 0 0 0,-1 0 0 0 0,1 0-1 0 0,0 0 1 0 0,0 0 0 0 0,0 0 0 0 0,0 0 0 0 0,0 0 0 0 0,0-1-1 0 0,0 1 1 0 0,0 0 0 0 0,1-1 0 0 0,-1 1 0 0 0,0 0 0 0 0,1-1-1 0 0,-1-2 1 0 0,-1-10-2907 0 0</inkml:trace>
</inkml:ink>
</file>

<file path=ppt/ink/ink7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2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2 354 220 0 0,'0'0'616'0'0,"-1"38"3780"0"0,8-37-4183 0 0,1 1 0 0 0,-1-2 0 0 0,1 1 0 0 0,-1-1 0 0 0,1 0 0 0 0,0 0 0 0 0,-1-1 0 0 0,1 0 0 0 0,-1-1 0 0 0,1 1 0 0 0,-1-1 0 0 0,9-4 0 0 0,7-2 111 0 0,-1-2-1 0 0,35-19 1 0 0,-48 23-209 0 0,1 0 0 0 0,-1-1 0 0 0,-1 0 0 0 0,1-1 0 0 0,12-14 0 0 0,-18 18-44 0 0,1 0 0 0 0,-1 0 0 0 0,0 0 0 0 0,0-1 0 0 0,-1 0 0 0 0,1 1 0 0 0,-1-1 0 0 0,0 0 0 0 0,0 0 0 0 0,-1 0 0 0 0,0-1 0 0 0,1 1 0 0 0,-1-9 0 0 0,-1 12 11 0 0,-4-3 28 0 0,-11-12 31 0 0,9 15-101 0 0,0 1 0 0 0,0 0 1 0 0,-1 1-1 0 0,1-1 0 0 0,0 1 0 0 0,0 1 1 0 0,0-1-1 0 0,-1 1 0 0 0,1 0 0 0 0,0 0 0 0 0,0 1 1 0 0,0-1-1 0 0,0 2 0 0 0,0-1 0 0 0,1 0 1 0 0,-12 8-1 0 0,4-3 57 0 0,-1 2 1 0 0,1-1-1 0 0,0 2 1 0 0,1 0-1 0 0,-20 21 1 0 0,29-29-85 0 0,1 1 1 0 0,0-1-1 0 0,-1 1 1 0 0,1 0 0 0 0,0-1-1 0 0,0 1 1 0 0,1 0-1 0 0,-1 0 1 0 0,1 0-1 0 0,-1 0 1 0 0,1 1 0 0 0,0-1-1 0 0,0 0 1 0 0,0 0-1 0 0,1 1 1 0 0,-1-1-1 0 0,1 1 1 0 0,0-1 0 0 0,0 1-1 0 0,0-1 1 0 0,0 0-1 0 0,0 1 1 0 0,1-1-1 0 0,0 0 1 0 0,0 1 0 0 0,0-1-1 0 0,0 0 1 0 0,0 0-1 0 0,0 1 1 0 0,1-1-1 0 0,0 0 1 0 0,1 3 0 0 0,2-2-4 0 0,-1 0 0 0 0,0 1 0 0 0,1-1 0 0 0,0-1 1 0 0,0 1-1 0 0,0-1 0 0 0,0 0 0 0 0,1 0 0 0 0,-1 0 1 0 0,1-1-1 0 0,0 0 0 0 0,0 0 0 0 0,0-1 0 0 0,0 1 1 0 0,0-1-1 0 0,0 0 0 0 0,9-1 0 0 0,12 0 10 0 0,1-2 0 0 0,-1 0 0 0 0,0-3 0 0 0,0 0-1 0 0,-1-1 1 0 0,0-2 0 0 0,0 0 0 0 0,29-15 0 0 0,-19 6-6 0 0,-1-1 1 0 0,-1-2-1 0 0,0-2 1 0 0,60-50 0 0 0,-88 66-16 0 0,-1 3 7 0 0,0-1 1 0 0,-1 1 0 0 0,1-1 0 0 0,-1 0-1 0 0,0-1 1 0 0,0 1 0 0 0,0-1 0 0 0,-1 1-1 0 0,0-1 1 0 0,0 0 0 0 0,0-1 0 0 0,0 1-1 0 0,-1 0 1 0 0,0-1 0 0 0,0 1 0 0 0,1-9 0 0 0,-3 13-6 0 0,-1 1 0 0 0,0-1 0 0 0,0 1 0 0 0,0-1 0 0 0,1 1 0 0 0,-1-1 0 0 0,0 1 0 0 0,0-1 0 0 0,0 1 0 0 0,0 0 1 0 0,0 0-1 0 0,0-1 0 0 0,0 1 0 0 0,0 0 0 0 0,0 0 0 0 0,0 0 0 0 0,0 0 0 0 0,0 0 0 0 0,0 0 0 0 0,0 1 0 0 0,0-1 0 0 0,0 0 1 0 0,1 0-1 0 0,-1 1 0 0 0,0-1 0 0 0,0 0 0 0 0,-2 2 0 0 0,-29 8 68 0 0,28-8-59 0 0,1 0 1 0 0,-1 0-1 0 0,1 0 1 0 0,-1 1-1 0 0,1-1 1 0 0,0 1-1 0 0,0 0 1 0 0,0 0-1 0 0,0 0 1 0 0,0 0-1 0 0,1 0 1 0 0,-1 1-1 0 0,1-1 1 0 0,0 1-1 0 0,0 0 1 0 0,-2 4-1 0 0,4-6-6 0 0,0-1 0 0 0,0 1-1 0 0,-1 0 1 0 0,1-1 0 0 0,0 1 0 0 0,0-1-1 0 0,0 1 1 0 0,1-1 0 0 0,-1 1 0 0 0,0-1 0 0 0,0 1-1 0 0,1 0 1 0 0,-1-1 0 0 0,1 0 0 0 0,0 1-1 0 0,-1-1 1 0 0,3 3 0 0 0,-1-1-3 0 0,0-1 0 0 0,0 0-1 0 0,0 0 1 0 0,1 0 0 0 0,-1 0 0 0 0,1 0 0 0 0,-1 0 0 0 0,1-1-1 0 0,0 1 1 0 0,0-1 0 0 0,5 3 0 0 0,3-1 4 0 0,0-1 0 0 0,0 1 0 0 0,0-2 1 0 0,0 1-1 0 0,0-2 0 0 0,0 1 0 0 0,0-2 0 0 0,0 1 0 0 0,0-1 1 0 0,0-1-1 0 0,18-5 0 0 0,-7 1-8 0 0,0-2 1 0 0,0 0-1 0 0,0-1 0 0 0,28-18 1 0 0,-38 19 30 0 0,-1-1-1 0 0,0-1 1 0 0,-1 1 0 0 0,0-2 0 0 0,0 0 0 0 0,-1 0 0 0 0,-1 0 0 0 0,0-1 0 0 0,0 0 0 0 0,-1-1 0 0 0,9-22 0 0 0,-16 35-12 0 0,0 1 1 0 0,0-1-1 0 0,0 0 1 0 0,0 0-1 0 0,0 0 1 0 0,0 0 0 0 0,0 0-1 0 0,0 0 1 0 0,0 0-1 0 0,0 1 1 0 0,0-1-1 0 0,0 0 1 0 0,0 0-1 0 0,0 0 1 0 0,0 0-1 0 0,0 0 1 0 0,0 0-1 0 0,0 0 1 0 0,1 0-1 0 0,-1 0 1 0 0,0 1-1 0 0,0-1 1 0 0,0 0-1 0 0,0 0 1 0 0,0 0-1 0 0,0 0 1 0 0,0 0-1 0 0,0 0 1 0 0,1 0-1 0 0,-1 0 1 0 0,0 0-1 0 0,0 0 1 0 0,0 0-1 0 0,0 0 1 0 0,0 0-1 0 0,0 0 1 0 0,1 0-1 0 0,-1 0 1 0 0,0 0-1 0 0,0 0 1 0 0,0 0-1 0 0,0 0 1 0 0,0 0-1 0 0,0 0 1 0 0,0 0-1 0 0,1 0 1 0 0,-1 0-1 0 0,0 0 1 0 0,0 0-1 0 0,0 0 1 0 0,0-1-1 0 0,0 1 1 0 0,0 0-1 0 0,0 0 1 0 0,0 0-1 0 0,1 0 1 0 0,-1 0-1 0 0,0 0 1 0 0,0 0-1 0 0,0 0 1 0 0,4 21 247 0 0,1 30-101 0 0,-5-41-122 0 0,2 162 411 0 0,8 0 0 0 0,31 172 0 0 0,-30-271-360 0 0,8 30 181 0 0,-19-100-165 0 0,2-130-107 0 0,24-167 0 0 0,-14 220-34 0 0,4 0 0 0 0,2 1 0 0 0,43-111 0 0 0,-53 168 22 0 0,0-1 1 0 0,0 1 0 0 0,1 1 0 0 0,19-24 0 0 0,-25 34 4 0 0,1 1 0 0 0,0 0 0 0 0,0-1 0 0 0,0 1 0 0 0,0 0 0 0 0,1 1 0 0 0,0-1 0 0 0,-1 1 0 0 0,1 0 0 0 0,0 0 0 0 0,1 0 0 0 0,-1 1 0 0 0,0 0 0 0 0,1 0 0 0 0,-1 0 0 0 0,1 1 0 0 0,10-2 0 0 0,-14 3 3 0 0,0 0 1 0 0,-1 0-1 0 0,1 0 0 0 0,0 0 1 0 0,0 1-1 0 0,0-1 1 0 0,0 0-1 0 0,0 1 0 0 0,-1-1 1 0 0,1 1-1 0 0,0 0 0 0 0,0 0 1 0 0,-1 0-1 0 0,1-1 1 0 0,-1 2-1 0 0,1-1 0 0 0,-1 0 1 0 0,1 0-1 0 0,-1 0 0 0 0,1 1 1 0 0,-1-1-1 0 0,2 3 1 0 0,-2-1 1 0 0,1 0 1 0 0,-1 0 0 0 0,0 0 0 0 0,-1 0-1 0 0,1-1 1 0 0,0 2 0 0 0,-1-1 0 0 0,0 0-1 0 0,1 0 1 0 0,-1 0 0 0 0,0 0 0 0 0,-1 5 0 0 0,-1 2 9 0 0,0-1 0 0 0,0 0 0 0 0,-1 1 0 0 0,0-1 0 0 0,-1 0 0 0 0,0 0 0 0 0,-7 12 0 0 0,2-9-56 0 0,0 0 1 0 0,0-1-1 0 0,-1-1 1 0 0,-1 1-1 0 0,1-2 1 0 0,-22 16-1 0 0,26-22-664 0 0,1 0 0 0 0,-1 1 0 0 0,-1-2 0 0 0,1 1 0 0 0,-10 2 0 0 0</inkml:trace>
</inkml:ink>
</file>

<file path=ppt/ink/ink7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4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1 768 324 0 0,'29'-31'1687'0'0,"-2"-2"0"0"0,-1 0 0 0 0,43-73 0 0 0,-50 72-1262 0 0,-2-2 0 0 0,-1 0 0 0 0,-1-1-1 0 0,-2 0 1 0 0,-2-1 0 0 0,-2-1 0 0 0,9-66-1 0 0,-16 80-175 0 0,-2-50 0 0 0,-1 68-210 0 0,0 1 1 0 0,0-1 0 0 0,0 0-1 0 0,0 1 1 0 0,-1-1 0 0 0,0 1-1 0 0,-1-1 1 0 0,0 1-1 0 0,0 0 1 0 0,0 0 0 0 0,0 0-1 0 0,-7-7 1 0 0,9 11-31 0 0,0 1 1 0 0,0 0-1 0 0,0 1 0 0 0,0-1 0 0 0,0 0 1 0 0,0 0-1 0 0,0 0 0 0 0,0 1 0 0 0,0-1 1 0 0,0 0-1 0 0,-1 1 0 0 0,1-1 1 0 0,0 1-1 0 0,0-1 0 0 0,-1 1 0 0 0,1 0 1 0 0,0 0-1 0 0,-1-1 0 0 0,1 1 0 0 0,0 0 1 0 0,-1 0-1 0 0,1 0 0 0 0,0 1 1 0 0,-1-1-1 0 0,1 0 0 0 0,0 0 0 0 0,-2 1 1 0 0,-1 1 12 0 0,1 0 1 0 0,-1 0 0 0 0,1 0 0 0 0,-1 0 0 0 0,1 0 0 0 0,0 1-1 0 0,0 0 1 0 0,0-1 0 0 0,-3 5 0 0 0,-6 8 60 0 0,1 0 0 0 0,0 1 0 0 0,-8 17 0 0 0,4-3 30 0 0,1 0 0 0 0,2 1 1 0 0,1 1-1 0 0,1 0 0 0 0,-9 54 0 0 0,16-64-55 0 0,0 0-1 0 0,1 0 0 0 0,2 0 1 0 0,0 1-1 0 0,2-1 1 0 0,0 0-1 0 0,1 0 1 0 0,2 0-1 0 0,9 30 1 0 0,-8-37-32 0 0,1 0 1 0 0,0-1 0 0 0,1 0 0 0 0,1-1 0 0 0,0 1 0 0 0,1-2 0 0 0,0 1 0 0 0,1-1 0 0 0,1-1 0 0 0,-1 0 0 0 0,2-1-1 0 0,0 0 1 0 0,24 14 0 0 0,-28-20-19 0 0,0-1 0 0 0,0 0 0 0 0,0-1 0 0 0,0 0 0 0 0,1 0 0 0 0,-1-1 0 0 0,1 0 0 0 0,-1-1 0 0 0,0 0 0 0 0,18-2 0 0 0,-2-1 11 0 0,-1-2 1 0 0,44-13-1 0 0,-25 3-14 0 0,-2-1 0 0 0,0-2 1 0 0,68-42-1 0 0,-88 46 4 0 0,0 0 0 0 0,-1-2 0 0 0,0-1 0 0 0,-1 0 0 0 0,-1-1-1 0 0,-1-1 1 0 0,-1 0 0 0 0,15-23 0 0 0,-28 37-5 0 0,0 0 2 0 0,1 0 0 0 0,-1-1 0 0 0,0 1 1 0 0,0-1-1 0 0,-1 0 0 0 0,1 0 1 0 0,-1 0-1 0 0,-1 0 0 0 0,2-8 1 0 0,-2 11-6 0 0,-1-1 1 0 0,0 1 0 0 0,-1 0-1 0 0,1 0 1 0 0,0-1 0 0 0,-1 1-1 0 0,0 0 1 0 0,0 0 0 0 0,-2-5 0 0 0,-13-4-2 0 0,10 9-7 0 0,3 3 12 0 0,0-1 0 0 0,-1 1 0 0 0,1 0 0 0 0,0 0 0 0 0,-1 0 1 0 0,1 1-1 0 0,0-1 0 0 0,-1 1 0 0 0,1 0 0 0 0,0 0 0 0 0,0 0 1 0 0,0 0-1 0 0,0 0 0 0 0,-4 3 0 0 0,-7 4 36 0 0,1 0-1 0 0,1 1 1 0 0,0 0-1 0 0,0 1 1 0 0,1 1-1 0 0,0 0 1 0 0,1 0-1 0 0,-12 16 1 0 0,15-17-17 0 0,1 0 1 0 0,-1 0-1 0 0,2 1 0 0 0,-1 0 1 0 0,1 0-1 0 0,1 0 0 0 0,0 0 1 0 0,1 1-1 0 0,0-1 1 0 0,1 1-1 0 0,-1 12 0 0 0,2-20-20 0 0,1 0 0 0 0,0-1 0 0 0,0 1 0 0 0,1 0 0 0 0,-1 0-1 0 0,1-1 1 0 0,0 1 0 0 0,0 0 0 0 0,0-1 0 0 0,0 1 0 0 0,1-1 0 0 0,0 0-1 0 0,-1 1 1 0 0,1-1 0 0 0,0 0 0 0 0,1 0 0 0 0,-1 0 0 0 0,0 0-1 0 0,1 0 1 0 0,0-1 0 0 0,-1 1 0 0 0,1-1 0 0 0,0 0 0 0 0,1 0 0 0 0,-1 0-1 0 0,0 0 1 0 0,0 0 0 0 0,1-1 0 0 0,-1 1 0 0 0,1-1 0 0 0,-1 0-1 0 0,1 0 1 0 0,0 0 0 0 0,-1-1 0 0 0,7 1 0 0 0,14 1-2 0 0,-1-1 0 0 0,0-1 0 0 0,1-1 0 0 0,35-6 0 0 0,-34 3 8 0 0,11-1-2 0 0,0-3-1 0 0,-1-1 1 0 0,0-2-1 0 0,0-1 1 0 0,-2-1-1 0 0,1-3 1 0 0,-2 0 0 0 0,34-24-1 0 0,-44 24-6 0 0,-1-1-1 0 0,21-22 1 0 0,13-11-5 0 0,-51 46 10 0 0,0 0 0 0 0,0 0 1 0 0,-1-1-1 0 0,1 1 0 0 0,-1-1 0 0 0,0 0 0 0 0,0 0 1 0 0,2-6-1 0 0,9-15 143 0 0,-13 25-47 0 0,-3-15 295 0 0,-1 15-386 0 0,0-1 0 0 0,0 0 0 0 0,0 1 0 0 0,0 0 0 0 0,0 0 0 0 0,0 0-1 0 0,0 0 1 0 0,-1 0 0 0 0,1 1 0 0 0,0 0 0 0 0,-1-1 0 0 0,1 1 0 0 0,0 0 0 0 0,-1 1 0 0 0,1-1 0 0 0,0 0 0 0 0,0 1-1 0 0,-1 0 1 0 0,1 0 0 0 0,0 0 0 0 0,0 0 0 0 0,0 0 0 0 0,0 1 0 0 0,0-1 0 0 0,0 1 0 0 0,0 0 0 0 0,1 0 0 0 0,-1 0-1 0 0,1 0 1 0 0,-1 1 0 0 0,-2 2 0 0 0,-4 4 34 0 0,0 1-1 0 0,1 0 0 0 0,0 0 1 0 0,0 1-1 0 0,2-1 1 0 0,-12 23-1 0 0,17-30-41 0 0,0-2 0 0 0,1 1 0 0 0,0-1-1 0 0,0 0 1 0 0,-1 0-1 0 0,1 1 1 0 0,0-1-1 0 0,0 0 1 0 0,0 0 0 0 0,1 0-1 0 0,-1 1 1 0 0,0-1-1 0 0,0 0 1 0 0,0 0 0 0 0,1 0-1 0 0,-1 1 1 0 0,1-1-1 0 0,-1 0 1 0 0,1 0 0 0 0,-1 0-1 0 0,1 0 1 0 0,0 0-1 0 0,1 1 1 0 0,-2 0 0 0 0,1 0 0 0 0,0 0 0 0 0,0 0 0 0 0,1 0 0 0 0,-1 0 1 0 0,0 0-1 0 0,0 0 0 0 0,1-1 0 0 0,-1 1 0 0 0,1 0 0 0 0,0-1 0 0 0,-1 1 0 0 0,1-1 0 0 0,0 0 1 0 0,0 0-1 0 0,0 0 0 0 0,0 0 0 0 0,0 0 0 0 0,0 0 0 0 0,3 1 0 0 0,-1-2-6 0 0,0 1 1 0 0,0-1-1 0 0,0 1 0 0 0,0-1 0 0 0,0-1 0 0 0,0 1 0 0 0,0 0 1 0 0,0-1-1 0 0,1 0 0 0 0,6-2 0 0 0,-1-1 8 0 0,1-1 1 0 0,-1 0-1 0 0,0 0 0 0 0,0-1 0 0 0,-1 0 0 0 0,0-1 1 0 0,0 0-1 0 0,15-15 0 0 0,-24 22-6 0 0,0 0 0 0 0,0 0 0 0 0,0-1 0 0 0,1 1 0 0 0,-1 0 0 0 0,0 0 0 0 0,0 0 0 0 0,0 0 0 0 0,1 0-1 0 0,-1 0 1 0 0,0 0 0 0 0,0 0 0 0 0,1 0 0 0 0,-1 0 0 0 0,0 0 0 0 0,0 0 0 0 0,1 0 0 0 0,-1 0 0 0 0,0 0 0 0 0,0 0 0 0 0,0 0 0 0 0,1 0 0 0 0,-1 0-1 0 0,0 0 1 0 0,0 0 0 0 0,1 0 0 0 0,-1 0 0 0 0,0 1 0 0 0,0-1 0 0 0,0 0 0 0 0,0 0 0 0 0,1 0 0 0 0,-1 0 0 0 0,0 0 0 0 0,0 1 0 0 0,0-1 0 0 0,0 0-1 0 0,1 0 1 0 0,-1 0 0 0 0,0 1 0 0 0,0-1 0 0 0,0 0 0 0 0,0 0 0 0 0,0 0 0 0 0,0 1 0 0 0,0-1 0 0 0,0 0 0 0 0,0 0 0 0 0,0 1 0 0 0,9 21-4 0 0,7 13 23 0 0,-15-34-4 0 0,1 3 7 0 0,-2-4-21 0 0,0 1 0 0 0,0-1 1 0 0,0 1-1 0 0,0-1 0 0 0,1 1 1 0 0,-1-1-1 0 0,0 1 0 0 0,0-1 0 0 0,0 1 1 0 0,1-1-1 0 0,-1 0 0 0 0,0 1 1 0 0,1-1-1 0 0,-1 1 0 0 0,0-1 1 0 0,1 0-1 0 0,-1 1 0 0 0,1-1 1 0 0,-1 0-1 0 0,1 1 0 0 0,-1-1 0 0 0,1 0 1 0 0,-1 0-1 0 0,0 1 0 0 0,1-1 1 0 0,-1 0-1 0 0,1 0 0 0 0,0 0 1 0 0,-1 0-1 0 0,1 0 0 0 0,-1 0 0 0 0,1 0 1 0 0,-1 0-1 0 0,1 0 0 0 0,-1 0 1 0 0,1 0-1 0 0,-1 0 0 0 0,1 0 1 0 0,0 0-1 0 0,10-5-8 0 0,0 1 0 0 0,-1-1-1 0 0,1-1 1 0 0,-1 0 0 0 0,0 0 0 0 0,-1-1 0 0 0,1 0 0 0 0,-2-1-1 0 0,13-13 1 0 0,34-26-19 0 0,-54 46 26 0 0,0 0 1 0 0,1 0-1 0 0,-1 0 1 0 0,0 0 0 0 0,0 0-1 0 0,1 0 1 0 0,-1 1 0 0 0,1-1-1 0 0,-1 0 1 0 0,0 1 0 0 0,1-1-1 0 0,-1 1 1 0 0,1 0-1 0 0,-1-1 1 0 0,1 1 0 0 0,0 0-1 0 0,-1 0 1 0 0,1 0 0 0 0,-1 0-1 0 0,1 0 1 0 0,-1 0 0 0 0,1 1-1 0 0,-1-1 1 0 0,1 0-1 0 0,-1 1 1 0 0,1-1 0 0 0,-1 1-1 0 0,1-1 1 0 0,0 2 0 0 0,2 1 1 0 0,0 1-1 0 0,0 0 1 0 0,-1-1 0 0 0,0 1 0 0 0,0 1-1 0 0,0-1 1 0 0,3 6 0 0 0,15 19-1387 0 0,-19-28 1086 0 0,0 0 0 0 0,0 0 0 0 0,-1 0 1 0 0,1 0-1 0 0,0-1 0 0 0,0 1 0 0 0,0-1 0 0 0,0 0 0 0 0,0 1 1 0 0,-1-1-1 0 0,1 0 0 0 0,0 0 0 0 0,0 0 0 0 0,0 0 1 0 0,0-1-1 0 0,0 1 0 0 0,0-1 0 0 0,0 1 0 0 0,0-1 1 0 0,-1 1-1 0 0,1-1 0 0 0,0 0 0 0 0,0 0 0 0 0,-1 0 1 0 0,1 0-1 0 0,2-2 0 0 0,-1 1-1752 0 0,6-3-808 0 0</inkml:trace>
</inkml:ink>
</file>

<file path=ppt/ink/ink7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4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96 0 0,'0'0'1513'0'0,"24"25"4421"0"0,-22-13-5440 0 0,0 1 0 0 0,-1-1 0 0 0,0 0-1 0 0,-1 0 1 0 0,-1 1 0 0 0,-3 18 0 0 0,4-1-45 0 0,-2-1 231 0 0,33-54-643 0 0,-15 10-29 0 0,2 1-1 0 0,-1 0 0 0 0,28-14 1 0 0,-43 27-11 0 0,0 1 1 0 0,-1-1-1 0 0,1 1 0 0 0,0 0 1 0 0,0 0-1 0 0,0-1 1 0 0,0 1-1 0 0,0 0 1 0 0,0 1-1 0 0,0-1 0 0 0,0 0 1 0 0,0 1-1 0 0,0-1 1 0 0,0 1-1 0 0,0-1 1 0 0,0 1-1 0 0,-1 0 0 0 0,1 0 1 0 0,0 0-1 0 0,0 0 1 0 0,-1 0-1 0 0,1 0 1 0 0,-1 0-1 0 0,1 1 0 0 0,-1-1 1 0 0,1 0-1 0 0,0 3 1 0 0,-1-3 8 0 0,17 12 74 0 0,-14-9-68 0 0,-1-1-1 0 0,1 0 0 0 0,0 0 0 0 0,0-1 0 0 0,0 1 0 0 0,1-1 0 0 0,-1 0 1 0 0,0 0-1 0 0,7 2 0 0 0,-6-1-3 0 0,21 1 36 0 0,-24-4-35 0 0,19-13-2528 0 0,-14 8-2445 0 0</inkml:trace>
</inkml:ink>
</file>

<file path=ppt/ink/ink7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4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1 988 0 0,'0'0'6147'0'0,"-1"5"-5346"0"0,0 83 4206 0 0,1-86-4791 0 0,-1 20-189 0 0</inkml:trace>
</inkml:ink>
</file>

<file path=ppt/ink/ink7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5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83 176 0 0,'3'-16'2957'0'0,"13"-38"2435"0"0,-15 53-5351 0 0,16-11-5035 0 0</inkml:trace>
  <inkml:trace contextRef="#ctx0" brushRef="#br0" timeOffset="1">186 179 932 0 0,'3'7'582'0'0,"0"0"-1"0"0,0 1 1 0 0,-1-1-1 0 0,0 1 1 0 0,-1-1 0 0 0,0 1-1 0 0,0 0 1 0 0,0 0-1 0 0,-1 0 1 0 0,-1 8 0 0 0,-12 85 1880 0 0,9-77-1833 0 0,-46 270 2193 0 0,34-201-3752 0 0,1-32-3110 0 0,9-39 925 0 0,2-4 213 0 0</inkml:trace>
</inkml:ink>
</file>

<file path=ppt/ink/ink7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7.8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11 261 212 0 0,'-10'-1'9482'0'0,"23"-7"-7620"0"0,-6 4-1881 0 0,0 1 0 0 0,-1-1 1 0 0,0 0-1 0 0,0-1 0 0 0,0 0 1 0 0,6-6-1 0 0,10-19 473 0 0,0 0-1 0 0,-2-2 1 0 0,25-52 0 0 0,-45 83-378 0 0,3-8 0 0 0,-3 38 272 0 0,-1-17-338 0 0,-1-1 15 0 0,1 1 0 0 0,0-1 0 0 0,0 1 0 0 0,1 0 1 0 0,1-1-1 0 0,0 1 0 0 0,0-1 0 0 0,1 1 0 0 0,6 18 0 0 0,-7-30-22 0 0,1 0 0 0 0,0 1-1 0 0,-1-1 1 0 0,1 0 0 0 0,-1 0-1 0 0,1 0 1 0 0,0 0 0 0 0,-1 0 0 0 0,1 0-1 0 0,0 0 1 0 0,-1-1 0 0 0,1 1-1 0 0,-1-1 1 0 0,1 1 0 0 0,-1-1-1 0 0,1 1 1 0 0,-1-1 0 0 0,1 0-1 0 0,-1 0 1 0 0,2-1 0 0 0,-2 2-3 0 0,129-72 31 0 0,-95 50-35 0 0,0 2-1 0 0,2 1 1 0 0,0 2-1 0 0,0 2 1 0 0,57-16 0 0 0,-91 31-1 0 0,-1-1 0 0 0,0 1 1 0 0,1 0-1 0 0,-1 0 0 0 0,0-1 1 0 0,1 1-1 0 0,-1 1 1 0 0,1-1-1 0 0,-1 0 0 0 0,0 1 1 0 0,1-1-1 0 0,-1 1 0 0 0,0 0 1 0 0,0-1-1 0 0,1 1 0 0 0,-1 0 1 0 0,0 1-1 0 0,0-1 1 0 0,0 0-1 0 0,0 0 0 0 0,0 1 1 0 0,0-1-1 0 0,-1 1 0 0 0,1 0 1 0 0,0 0-1 0 0,-1-1 0 0 0,0 1 1 0 0,1 0-1 0 0,-1 0 1 0 0,0 0-1 0 0,0 1 0 0 0,0-1 1 0 0,0 0-1 0 0,0 0 0 0 0,0 1 1 0 0,-1-1-1 0 0,1 0 0 0 0,-1 1 1 0 0,0-1-1 0 0,1 0 1 0 0,-1 1-1 0 0,-1 3 0 0 0,-7 20-1887 0 0,-5-10-4765 0 0,5-12 3667 0 0</inkml:trace>
</inkml:ink>
</file>

<file path=ppt/ink/ink7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8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80 332 0 0,'0'0'972'0'0,"-5"-15"716"0"0,3-1-280 0 0,4 1-251 0 0,5 1-681 0 0,1 9 344 0 0,5-4-624 0 0,-3 7-196 0 0,0-1-176 0 0,18 3-764 0 0,-18 0-53 0 0,7 0-1071 0 0,0 1 476 0 0</inkml:trace>
</inkml:ink>
</file>

<file path=ppt/ink/ink7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8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9 552 0 0,'0'0'1918'0'0,"-6"-2"-990"0"0,4 1-1084 0 0,-1 0 558 0 0,0 0 0 0 0,0 0 1 0 0,0 0-1 0 0,0 0 0 0 0,0 1 0 0 0,-1-1 0 0 0,1 1 1 0 0,0 0-1 0 0,0 0 0 0 0,0 0 0 0 0,-1 0 0 0 0,1 1 1 0 0,0-1-1 0 0,0 1 0 0 0,0 0 0 0 0,-4 1 0 0 0,-8 9-20 0 0,0 4 81 0 0,1 0 0 0 0,0 1 0 0 0,1 1 0 0 0,1 0 0 0 0,0 0 0 0 0,-12 26 0 0 0,24-42-453 0 0,-1-1 0 0 0,1 1 0 0 0,-1-1 0 0 0,1 1 0 0 0,0 0 0 0 0,-1-1 0 0 0,1 1 0 0 0,0 0 1 0 0,-1-1-1 0 0,1 1 0 0 0,0 0 0 0 0,0-1 0 0 0,-1 1 0 0 0,1 0 0 0 0,0 0 0 0 0,0-1 0 0 0,0 1 0 0 0,0 0 0 0 0,0 0 0 0 0,0-1 0 0 0,0 1 1 0 0,0 0-1 0 0,1 0 0 0 0,-1-1 0 0 0,0 1 0 0 0,0 0 0 0 0,1-1 0 0 0,-1 1 0 0 0,0 0 0 0 0,1-1 0 0 0,-1 1 0 0 0,0 0 0 0 0,1-1 0 0 0,-1 1 0 0 0,1-1 1 0 0,-1 1-1 0 0,1-1 0 0 0,0 1 0 0 0,-1-1 0 0 0,1 1 0 0 0,-1-1 0 0 0,1 1 0 0 0,0-1 0 0 0,-1 0 0 0 0,1 1 0 0 0,0-1 0 0 0,0 0 0 0 0,-1 0 0 0 0,1 0 1 0 0,0 1-1 0 0,0-1 0 0 0,-1 0 0 0 0,1 0 0 0 0,0 0 0 0 0,0 0 0 0 0,-1 0 0 0 0,1-1 0 0 0,0 1 0 0 0,0 0 0 0 0,1 0 0 0 0,4-1 19 0 0,0 0 0 0 0,0-1 0 0 0,0 1 0 0 0,0-1-1 0 0,11-5 1 0 0,10-9 122 0 0,38-30 0 0 0,-36 25 325 0 0,-27 20-406 0 0,19-5 265 0 0,29 34-418 0 0,5 2-2691 0 0,-15-14-3822 0 0,-25-12 3097 0 0</inkml:trace>
</inkml:ink>
</file>

<file path=ppt/ink/ink7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09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4 597 328 0 0,'-3'2'6080'0'0,"4"-8"-2554"0"0,11-21-1488 0 0,19-34-1894 0 0,-16 36 63 0 0,1 1 1 0 0,1 0-1 0 0,0 2 1 0 0,2 0-1 0 0,1 1 1 0 0,0 0-1 0 0,41-29 1 0 0,-46 39-144 0 0,0 1 0 0 0,1 0 0 0 0,0 1 0 0 0,0 1 0 0 0,1 0 1 0 0,0 1-1 0 0,1 1 0 0 0,-1 1 0 0 0,1 0 0 0 0,0 1 0 0 0,1 1 1 0 0,-1 1-1 0 0,21 0 0 0 0,-34 2-49 0 0,0 0 0 0 0,0 1 0 0 0,0-1 0 0 0,0 1 0 0 0,0 0 0 0 0,0 0 0 0 0,0 1 0 0 0,0-1 0 0 0,0 1 0 0 0,-1 0 0 0 0,1 0 0 0 0,-1 1 0 0 0,1-1 0 0 0,-1 1-1 0 0,0 0 1 0 0,0 0 0 0 0,0 1 0 0 0,0-1 0 0 0,-1 1 0 0 0,0 0 0 0 0,1 0 0 0 0,-1 0 0 0 0,-1 0 0 0 0,1 0 0 0 0,0 1 0 0 0,-1-1 0 0 0,0 1 0 0 0,0 0 0 0 0,-1-1 0 0 0,1 1 0 0 0,0 5 0 0 0,-1-1-1 0 0,0-1 1 0 0,0 0-1 0 0,-1 0 1 0 0,-1 0-1 0 0,1 0 1 0 0,-1 0-1 0 0,0 0 1 0 0,-1 0-1 0 0,0 0 1 0 0,0 0-1 0 0,-1-1 0 0 0,0 1 1 0 0,0-1-1 0 0,-1 1 1 0 0,0-1-1 0 0,0 0 1 0 0,-1-1-1 0 0,0 1 1 0 0,-5 5-1 0 0,-51 40 143 0 0,42-37-98 0 0,17-14 20 0 0,7-7-223 0 0,21-18-349 0 0,0 1 0 0 0,2 1 0 0 0,1 2 0 0 0,0 1 1 0 0,43-21-1 0 0,-2-1-454 0 0,-33 19 478 0 0,-4 3-86 0 0,41-31 0 0 0,-32 17 1638 0 0,-41 32-420 0 0,4 99 1484 0 0,-4-97-2141 0 0,-1 0 0 0 0,1 0-1 0 0,0 0 1 0 0,-1-1 0 0 0,1 1 0 0 0,0 0-1 0 0,-1-1 1 0 0,1 1 0 0 0,0 0-1 0 0,0-1 1 0 0,0 1 0 0 0,-1-1 0 0 0,1 1-1 0 0,0-1 1 0 0,0 0 0 0 0,0 1-1 0 0,0-1 1 0 0,0 0 0 0 0,0 0 0 0 0,0 1-1 0 0,0-1 1 0 0,0 0 0 0 0,0 0-1 0 0,0 0 1 0 0,0 0 0 0 0,0 0 0 0 0,0-1-1 0 0,0 1 1 0 0,0 0 0 0 0,0 0-1 0 0,-1-1 1 0 0,1 1 0 0 0,0 0 0 0 0,0-1-1 0 0,1 0 1 0 0,37-15 55 0 0,-34 14-43 0 0,3-1-14 0 0,-2-1 0 0 0,1 2-1 0 0,1-1 0 0 0,-1 1 1 0 0,0 0-1 0 0,1 0 1 0 0,-1 1-1 0 0,1 0 1 0 0,-1 1-1 0 0,10-1 1 0 0,-10 1-2 0 0,-1 0 0 0 0,1 1 0 0 0,0 0 0 0 0,0 0 0 0 0,0 0 0 0 0,0 1 0 0 0,-1 0 0 0 0,1 0 0 0 0,-1 1 0 0 0,9 4 0 0 0,18 5 40 0 0,-24-11-41 0 0,0-1 0 0 0,0 1 1 0 0,0-2-1 0 0,1 1 0 0 0,-1-1 0 0 0,0 0 0 0 0,0-1 0 0 0,0 0 0 0 0,0-1 0 0 0,0 0 0 0 0,-1 0 0 0 0,1-1 0 0 0,-1 0 0 0 0,0 0 0 0 0,0-1 1 0 0,0 0-1 0 0,-1 0 0 0 0,1-1 0 0 0,-1 0 0 0 0,6-7 0 0 0,-4 3 9 0 0,-1 0 0 0 0,0 0 0 0 0,-1-1 0 0 0,0 0 0 0 0,-1 0 0 0 0,0-1 0 0 0,0 0 0 0 0,-1 0 0 0 0,-1 0 0 0 0,0 0 1 0 0,-1-1-1 0 0,0 0 0 0 0,2-22 0 0 0,-5 33 19 0 0,0 0 0 0 0,1 0 0 0 0,-1-1 0 0 0,0 1 1 0 0,0 0-1 0 0,-1-1 0 0 0,1 1 0 0 0,0 0 0 0 0,-1-1 1 0 0,1 1-1 0 0,-1 0 0 0 0,0 0 0 0 0,0 0 0 0 0,0 0 0 0 0,0 0 1 0 0,0 0-1 0 0,0 0 0 0 0,0 0 0 0 0,-1 0 0 0 0,1 0 1 0 0,-1 0-1 0 0,0 1 0 0 0,1-1 0 0 0,-1 1 0 0 0,0-1 1 0 0,-2-1-1 0 0,2 2 126 0 0,-2 3-95 0 0,2-1-48 0 0,0-1 0 0 0,0 1 0 0 0,1 0-1 0 0,-1 1 1 0 0,0-1 0 0 0,0 0 0 0 0,1 0 0 0 0,-1 1 0 0 0,1-1-1 0 0,-1 1 1 0 0,1-1 0 0 0,-1 1 0 0 0,1 0 0 0 0,0-1 0 0 0,0 1 0 0 0,0 0-1 0 0,0 0 1 0 0,0 0 0 0 0,0 0 0 0 0,1 0 0 0 0,-1 0 0 0 0,0 2-1 0 0,1 0 3 0 0,0-1 1 0 0,1 0-1 0 0,-1 1 0 0 0,0-1 0 0 0,1 0 0 0 0,0 0 0 0 0,0 1 0 0 0,0-1 0 0 0,0 0 1 0 0,1 0-1 0 0,-1 0 0 0 0,4 5 0 0 0,7 8 23 0 0,1 0-1 0 0,0 0 1 0 0,29 24-1 0 0,-32-31-35 0 0,-4-3-1 0 0,7 6 25 0 0,0 0 0 0 0,-1 1 1 0 0,0 0-1 0 0,-1 1 0 0 0,11 19 1 0 0,-21-32-8 0 0,-1 1-9 0 0,0 0 0 0 0,-1 0 0 0 0,1 0-1 0 0,-1 0 1 0 0,1-1 0 0 0,-1 1-1 0 0,0 0 1 0 0,1-1 0 0 0,-1 1 0 0 0,0 0-1 0 0,0-1 1 0 0,0 1 0 0 0,-1-1-1 0 0,1 1 1 0 0,0-1 0 0 0,0 0-1 0 0,-1 0 1 0 0,-1 2 0 0 0,-1-3-113 0 0,1 0-1 0 0,-1 0 1 0 0,0 0 0 0 0,0-1 0 0 0,1 1 0 0 0,-1-1 0 0 0,0 0-1 0 0,1 0 1 0 0,-1 0 0 0 0,1 0 0 0 0,-1-1 0 0 0,-3-2-1 0 0,5 3-490 0 0,0 0-1 0 0,1 0 1 0 0,-1 0-1 0 0,0-1 1 0 0,1 1-1 0 0,-1-1 1 0 0,1 1-1 0 0,-1-1 1 0 0,1 1-1 0 0,0-1 1 0 0,0 0-1 0 0,-1 0 1 0 0,1 0 0 0 0,0 1-1 0 0,-1-5 1 0 0,0-3-2564 0 0</inkml:trace>
</inkml:ink>
</file>

<file path=ppt/ink/ink7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0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74 415 672 0 0,'0'0'1028'0'0,"-10"-2"497"0"0,9-3 1957 0 0,9-8-2938 0 0,0 1-1 0 0,1-1 0 0 0,0 2 0 0 0,0-1 0 0 0,14-12 1 0 0,-10 11-240 0 0,0-1 0 0 0,-1 0-1 0 0,18-30 1 0 0,-24 33-182 0 0,-1 0 0 0 0,0-1 1 0 0,-1 1-1 0 0,0-1 0 0 0,-1 0 0 0 0,3-23 0 0 0,-5 27-49 0 0,-1 1 0 0 0,1-1 0 0 0,-2 1 0 0 0,1-1 1 0 0,-1 1-1 0 0,0-1 0 0 0,0 1 0 0 0,-1 0 0 0 0,0 0 0 0 0,-1 0 1 0 0,1 0-1 0 0,-7-11 0 0 0,8 16-54 0 0,0 0 0 0 0,0 1 1 0 0,0-1-1 0 0,0 0 0 0 0,0 1 0 0 0,-1-1 0 0 0,1 0 1 0 0,-1 1-1 0 0,1 0 0 0 0,-1-1 0 0 0,1 1 0 0 0,-1 0 1 0 0,0 0-1 0 0,0 0 0 0 0,1 0 0 0 0,-1 0 1 0 0,0 0-1 0 0,0 1 0 0 0,0-1 0 0 0,0 1 0 0 0,0-1 1 0 0,0 1-1 0 0,0 0 0 0 0,0-1 0 0 0,0 1 0 0 0,0 0 1 0 0,0 0-1 0 0,0 1 0 0 0,0-1 0 0 0,0 0 1 0 0,0 1-1 0 0,0-1 0 0 0,0 1 0 0 0,0 0 0 0 0,0-1 1 0 0,0 1-1 0 0,0 0 0 0 0,1 0 0 0 0,-1 0 1 0 0,0 1-1 0 0,1-1 0 0 0,-1 0 0 0 0,-2 4 0 0 0,-4 1 26 0 0,1 1-1 0 0,0 0 0 0 0,1 0 0 0 0,0 1 0 0 0,0 0 0 0 0,0 0 0 0 0,-8 17 1 0 0,4 1 30 0 0,1 1 1 0 0,1 0 0 0 0,1 0 0 0 0,-5 39 0 0 0,-3 117 176 0 0,10-95-138 0 0,1-27-17 0 0,3-1-1 0 0,2 1 1 0 0,16 101-1 0 0,8-9 141 0 0,-25-153-235 0 0,0 0 0 0 0,-1 0 1 0 0,1 0-1 0 0,0 0 0 0 0,0 0 0 0 0,0 0 1 0 0,0 1-1 0 0,0-1 0 0 0,0 0 0 0 0,0 0 1 0 0,0 0-1 0 0,0 0 0 0 0,0 0 0 0 0,0 1 1 0 0,0-1-1 0 0,0 0 0 0 0,0 0 0 0 0,0 0 1 0 0,0 0-1 0 0,0 0 0 0 0,0 1 1 0 0,0-1-1 0 0,0 0 0 0 0,0 0 0 0 0,0 0 1 0 0,0 0-1 0 0,0 0 0 0 0,0 1 0 0 0,0-1 1 0 0,1 0-1 0 0,-1 0 0 0 0,0 0 0 0 0,0 0 1 0 0,0 0-1 0 0,0 0 0 0 0,0 0 0 0 0,0 0 1 0 0,0 1-1 0 0,1-1 0 0 0,-1 0 1 0 0,0 0-1 0 0,0 0 0 0 0,0 0 0 0 0,0 0 1 0 0,0 0-1 0 0,0 0 0 0 0,1 0 0 0 0,-1 0 1 0 0,0 0-1 0 0,0 0 0 0 0,0 0 0 0 0,0 0 1 0 0,0 0-1 0 0,1 0 0 0 0,-1 0 0 0 0,0 0 1 0 0,0 0-1 0 0,0 0 0 0 0,0 0 1 0 0,0 0-1 0 0,1 0 0 0 0,-1 0 0 0 0,0 0 1 0 0,0-1-1 0 0,8-14 72 0 0,11-50-58 0 0,1-1-31 0 0,-8 36-1 0 0,2-1-1 0 0,1 2 0 0 0,1 0 0 0 0,1 0 0 0 0,41-49 0 0 0,-28 36-54 0 0,-29 41 71 0 0,-1 1-1 0 0,0-1 1 0 0,1 1 0 0 0,-1-1 0 0 0,0 1 0 0 0,1 0-1 0 0,-1-1 1 0 0,1 1 0 0 0,-1-1 0 0 0,1 1 0 0 0,-1 0-1 0 0,0-1 1 0 0,1 1 0 0 0,0 0 0 0 0,-1 0 0 0 0,1-1-1 0 0,-1 1 1 0 0,1 0 0 0 0,-1 0 0 0 0,1 0 0 0 0,-1 0-1 0 0,1 0 1 0 0,0 0 0 0 0,-1 0 0 0 0,1 0 0 0 0,-1 0-1 0 0,1 0 1 0 0,-1 0 0 0 0,1 0 0 0 0,0 0 0 0 0,-1 0-1 0 0,1 0 1 0 0,-1 1 0 0 0,1-1 0 0 0,-1 0 0 0 0,1 0-1 0 0,-1 1 1 0 0,1-1 0 0 0,-1 0 0 0 0,1 1 0 0 0,-1-1-1 0 0,1 0 1 0 0,-1 1 0 0 0,0-1 0 0 0,1 1 0 0 0,-1-1-1 0 0,0 1 1 0 0,1-1 0 0 0,-1 1 0 0 0,1 0 0 0 0,0 1 1 0 0,0 0 0 0 0,0 0 0 0 0,1 0 0 0 0,-1 0 1 0 0,0 1-1 0 0,-1-1 0 0 0,1 0 0 0 0,0 1 0 0 0,-1-1 1 0 0,1 0-1 0 0,-1 1 0 0 0,0 2 0 0 0,-8 39-1311 0 0,8-42 545 0 0,-1 1 0 0 0,0-1-1 0 0,-1 0 1 0 0,1 0 0 0 0,0 0-1 0 0,0 0 1 0 0,-1 0 0 0 0,1 0-1 0 0,-1 0 1 0 0,-3 3 0 0 0</inkml:trace>
</inkml:ink>
</file>

<file path=ppt/ink/ink7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0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62 380 0 0,'3'-10'660'0'0,"0"3"448"0"0,3-8-740 0 0,-2 8-100 0 0,2-7-480 0 0,-1 5-1116 0 0</inkml:trace>
</inkml:ink>
</file>

<file path=ppt/ink/ink7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0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0 341 808 0 0,'2'1'303'0'0,"1"1"-1"0"0,-1-1 1 0 0,0 0 0 0 0,0 0-1 0 0,1 0 1 0 0,-1 0 0 0 0,0-1-1 0 0,1 1 1 0 0,-1-1 0 0 0,1 1-1 0 0,-1-1 1 0 0,1 0-1 0 0,-1 0 1 0 0,1 0 0 0 0,-1 0-1 0 0,1 0 1 0 0,-1 0 0 0 0,1-1-1 0 0,-1 0 1 0 0,0 1 0 0 0,1-1-1 0 0,-1 0 1 0 0,0 0 0 0 0,4-2-1 0 0,56-29 1710 0 0,-53 27-1713 0 0,0 0-1 0 0,0-1 0 0 0,-1 0 0 0 0,0-1 1 0 0,0 0-1 0 0,0 0 0 0 0,-1 0 0 0 0,0-1 1 0 0,-1 0-1 0 0,0-1 0 0 0,0 1 0 0 0,-1-1 1 0 0,0 0-1 0 0,5-13 0 0 0,-10 22-275 0 0,0 0 0 0 0,0 1-1 0 0,-1-1 1 0 0,1 0 0 0 0,0 0 0 0 0,-1 1-1 0 0,1-1 1 0 0,0 0 0 0 0,-1 0 0 0 0,1 0-1 0 0,0 0 1 0 0,-1 1 0 0 0,1-1 0 0 0,0 0-1 0 0,-1 0 1 0 0,1 0 0 0 0,0 0 0 0 0,-1 0-1 0 0,1 0 1 0 0,-1 0 0 0 0,1 0 0 0 0,0 0-1 0 0,-1 0 1 0 0,1 0 0 0 0,0 0 0 0 0,-1 0-1 0 0,1 0 1 0 0,0 0 0 0 0,-1-1 0 0 0,1 1-1 0 0,0 0 1 0 0,-1 0 0 0 0,1 0 0 0 0,0-1-1 0 0,-1 1 1 0 0,1 0 0 0 0,0 0 0 0 0,0-1-1 0 0,-1 1 1 0 0,1 0 0 0 0,0 0 0 0 0,0-1-1 0 0,-1 1 1 0 0,1 0 0 0 0,0-1 0 0 0,0 1-1 0 0,0 0 1 0 0,0-1 0 0 0,-1 1 0 0 0,1 0-1 0 0,0-1 1 0 0,0 1 0 0 0,0 0 0 0 0,0-1-1 0 0,0 1 1 0 0,0-1 0 0 0,0 1 0 0 0,0 0-1 0 0,0-1 1 0 0,0 1 0 0 0,0 0 0 0 0,0-1-1 0 0,1 1 1 0 0,-1 0 0 0 0,0-1 0 0 0,0 1-1 0 0,0-1 1 0 0,-2 2-1 0 0,0 1 0 0 0,-1-1-1 0 0,1 1 1 0 0,0-1 0 0 0,-1 1-1 0 0,1 0 1 0 0,0 0 0 0 0,0 0 0 0 0,0 0-1 0 0,-2 4 1 0 0,2-3-2 0 0,0 1 0 0 0,1-1-1 0 0,-1 0 1 0 0,1 1 0 0 0,0 0-1 0 0,0-1 1 0 0,0 1 0 0 0,0 0-1 0 0,0-1 1 0 0,1 1 0 0 0,0 0 0 0 0,0 0-1 0 0,0 0 1 0 0,0-1 0 0 0,0 1-1 0 0,1 0 1 0 0,0 0 0 0 0,0-1-1 0 0,0 1 1 0 0,0-1 0 0 0,3 7-1 0 0,-2-7-20 0 0,1 1-1 0 0,0-1 0 0 0,0 0 0 0 0,0 0 0 0 0,1 0 0 0 0,-1 0 0 0 0,1-1 1 0 0,-1 1-1 0 0,1-1 0 0 0,0 0 0 0 0,0 0 0 0 0,0 0 0 0 0,0-1 1 0 0,0 0-1 0 0,1 1 0 0 0,-1-1 0 0 0,0 0 0 0 0,7 0 0 0 0,-1 0-99 0 0,0 0 0 0 0,1-1 0 0 0,-1 0 0 0 0,0-1 0 0 0,1 0 0 0 0,-1-1 0 0 0,0 0-1 0 0,0 0 1 0 0,0-1 0 0 0,0 0 0 0 0,0-1 0 0 0,-1 0 0 0 0,0-1 0 0 0,1 0 0 0 0,-2 0 0 0 0,1-1 0 0 0,-1 0 0 0 0,12-10-1 0 0,-11 6 62 0 0,1 0-1 0 0,-1 0 0 0 0,-1 0 1 0 0,0-1-1 0 0,0-1 0 0 0,-1 1 1 0 0,-1-1-1 0 0,0-1 0 0 0,0 1 1 0 0,-1-1-1 0 0,-1 0 0 0 0,0 0 1 0 0,3-23-1 0 0,-6 31 178 0 0,-1 0 0 0 0,0 0 0 0 0,0 0 0 0 0,0 0 0 0 0,-1 0-1 0 0,0 0 1 0 0,0 0 0 0 0,0 0 0 0 0,-1 0 0 0 0,1 0 0 0 0,-1 1 0 0 0,0-1 0 0 0,-4-4 0 0 0,6 8-101 0 0,0 1 1 0 0,-1-1-1 0 0,1 1 0 0 0,-1 0 1 0 0,1-1-1 0 0,0 1 0 0 0,-1-1 1 0 0,1 1-1 0 0,-1 0 0 0 0,0-1 1 0 0,1 1-1 0 0,-1 0 1 0 0,1 0-1 0 0,-1 0 0 0 0,1-1 1 0 0,-1 1-1 0 0,0 0 0 0 0,1 0 1 0 0,-1 0-1 0 0,1 0 0 0 0,-1 0 1 0 0,0 0-1 0 0,1 0 0 0 0,-1 0 1 0 0,0 0-1 0 0,1 0 1 0 0,-1 0-1 0 0,1 1 0 0 0,-1-1 1 0 0,1 0-1 0 0,-1 0 0 0 0,0 0 1 0 0,1 1-1 0 0,-1-1 0 0 0,1 0 1 0 0,-1 1-1 0 0,0 0 0 0 0,-19 14 654 0 0,14-8-584 0 0,1 0 1 0 0,-1 0-1 0 0,1 1 1 0 0,1 0-1 0 0,-1 0 1 0 0,1 0-1 0 0,0 0 1 0 0,1 1-1 0 0,0-1 1 0 0,1 1-1 0 0,0 0 1 0 0,0 0-1 0 0,0 0 1 0 0,1 0-1 0 0,1 0 1 0 0,0 0-1 0 0,0 0 1 0 0,0 0-1 0 0,4 17 1 0 0,-2-17-379 0 0,1 0 1 0 0,-1 0-1 0 0,2 0 1 0 0,-1 0-1 0 0,1-1 1 0 0,0 1 0 0 0,1-1-1 0 0,0 0 1 0 0,0 0-1 0 0,1-1 1 0 0,0 0-1 0 0,7 7 1 0 0,-9-10-211 0 0,0 0 0 0 0,0-1 0 0 0,0 0 0 0 0,0 0 0 0 0,1-1 0 0 0,-1 1 0 0 0,1-1 0 0 0,-1 0 0 0 0,9 3 0 0 0,15-1-5606 0 0,-10-4 2581 0 0</inkml:trace>
</inkml:ink>
</file>

<file path=ppt/ink/ink7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1.3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37 345 528 0 0,'0'0'9069'0'0,"-5"3"-8476"0"0,2-1-546 0 0,1-2 46 0 0,1 1 1 0 0,-1-1-1 0 0,0 1 0 0 0,1 0 0 0 0,-1 0 0 0 0,1 0 0 0 0,-1 0 1 0 0,1 0-1 0 0,0 0 0 0 0,-1 1 0 0 0,1-1 0 0 0,0 0 0 0 0,0 1 1 0 0,0-1-1 0 0,0 0 0 0 0,0 1 0 0 0,0 0 0 0 0,0-1 0 0 0,1 1 1 0 0,-1-1-1 0 0,0 1 0 0 0,1 0 0 0 0,-1 3 0 0 0,1-3 256 0 0,3 4 76 0 0,-3-5-395 0 0,0-1 0 0 0,1 1 0 0 0,-1 0-1 0 0,0 0 1 0 0,1 0 0 0 0,-1 0 0 0 0,0 0 0 0 0,1 0 0 0 0,-1 0 0 0 0,1 0-1 0 0,0-1 1 0 0,-1 1 0 0 0,1 0 0 0 0,0 0 0 0 0,-1-1 0 0 0,1 1-1 0 0,0 0 1 0 0,0-1 0 0 0,-1 1 0 0 0,1-1 0 0 0,0 1 0 0 0,0-1 0 0 0,0 0-1 0 0,1 1 1 0 0,4-1 20 0 0,0 0-1 0 0,-1-1 1 0 0,1 0-1 0 0,0 0 1 0 0,-1 0-1 0 0,1-1 1 0 0,-1 0-1 0 0,1 0 1 0 0,-1 0-1 0 0,0-1 1 0 0,0 0-1 0 0,0 0 1 0 0,0 0-1 0 0,0 0 1 0 0,-1-1-1 0 0,0 0 1 0 0,1 0-1 0 0,-1 0 1 0 0,-1 0-1 0 0,1-1 1 0 0,4-7-1 0 0,8-11 21 0 0,-2 0 0 0 0,0 0 0 0 0,11-30-1 0 0,-16 29 216 0 0,-1 0-1 0 0,-1-1 1 0 0,-1 0-1 0 0,-1 0 0 0 0,2-42 1 0 0,-4 45 674 0 0,-3 19-628 0 0,0 3-307 0 0,0-1 0 0 0,0 1 0 0 0,0 0 0 0 0,0-1 0 0 0,0 1 0 0 0,0 0 0 0 0,0-1 0 0 0,0 1 0 0 0,0 0 0 0 0,-1-1 0 0 0,1 1-1 0 0,0 0 1 0 0,0 0 0 0 0,0-1 0 0 0,0 1 0 0 0,-1 0 0 0 0,1 0 0 0 0,0-1 0 0 0,0 1 0 0 0,0 0 0 0 0,-1 0 0 0 0,1 0 0 0 0,0-1 0 0 0,0 1 0 0 0,-1 0-1 0 0,1 0 1 0 0,0 0 0 0 0,-1 0 0 0 0,1 0 0 0 0,0-1 0 0 0,-1 1 0 0 0,1 0 0 0 0,0 0 0 0 0,0 0 0 0 0,-1 0 0 0 0,1 0 0 0 0,0 0 0 0 0,-1 0 0 0 0,1 0-1 0 0,0 0 1 0 0,-1 0 0 0 0,1 0 0 0 0,-1 1 0 0 0,-7 7 69 0 0,1 0-1 0 0,-1 1 1 0 0,1 0-1 0 0,1 0 1 0 0,0 1-1 0 0,0 0 1 0 0,1 0 0 0 0,0 0-1 0 0,1 1 1 0 0,0 0-1 0 0,1-1 1 0 0,0 1-1 0 0,1 0 1 0 0,0 1 0 0 0,-1 19-1 0 0,1 18-596 0 0,3-1 0 0 0,9 69 0 0 0,-5-62-1548 0 0,-3-17-1581 0 0,-1-17-2669 0 0,1-11 2141 0 0</inkml:trace>
</inkml:ink>
</file>

<file path=ppt/ink/ink7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4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59 222 664 0 0,'0'0'856'0'0,"-3"-21"8262"0"0,-1 24-9044 0 0,0 0-1 0 0,1 0 0 0 0,-1 0 0 0 0,1 0 1 0 0,-1 1-1 0 0,1-1 0 0 0,0 1 0 0 0,0 0 1 0 0,1 0-1 0 0,-1 0 0 0 0,1 0 1 0 0,0 1-1 0 0,0-1 0 0 0,0 1 0 0 0,1-1 1 0 0,0 1-1 0 0,-1 0 0 0 0,2-1 0 0 0,-2 9 1 0 0,0-1 160 0 0,1-9-185 0 0,1 0 0 0 0,-1 1 0 0 0,1-1 0 0 0,-1 0 0 0 0,1 1 0 0 0,0-1 1 0 0,0 0-1 0 0,0 1 0 0 0,1-1 0 0 0,-1 0 0 0 0,1 0 0 0 0,-1 1 0 0 0,1-1 0 0 0,0 0 1 0 0,1 0-1 0 0,-1 0 0 0 0,3 4 0 0 0,-3-6 9 0 0,9 2 68 0 0,-9-3-122 0 0,0 0 1 0 0,0 0-1 0 0,0 1 1 0 0,0-1-1 0 0,0 0 1 0 0,0 0-1 0 0,0 0 1 0 0,0 0-1 0 0,0 0 1 0 0,0 0-1 0 0,0 0 1 0 0,0 0-1 0 0,0-1 1 0 0,0 1-1 0 0,0 0 1 0 0,0-1-1 0 0,-1 1 1 0 0,1 0-1 0 0,0-1 1 0 0,0 1-1 0 0,1-2 1 0 0,10-5 33 0 0,-1 0 0 0 0,0-1 1 0 0,0-1-1 0 0,11-12 1 0 0,-14 13-34 0 0,-1 1-1 0 0,1 0 1 0 0,0 0 0 0 0,1 1 0 0 0,0 0 0 0 0,0 1 0 0 0,0-1 0 0 0,20-6 0 0 0,-8 6 3 0 0,0 0 1 0 0,0-2 0 0 0,0 0 0 0 0,-1-1 0 0 0,-1-1-1 0 0,1-1 1 0 0,-2 0 0 0 0,32-26 0 0 0,-43 30-4 0 0,-2 0 0 0 0,1 0-1 0 0,-1-1 1 0 0,0 1 0 0 0,0-1 0 0 0,-1 0 0 0 0,0-1-1 0 0,-1 1 1 0 0,0-1 0 0 0,0 1 0 0 0,2-15 0 0 0,-3 18 0 0 0,-5-21-31 0 0,-24 458 91 0 0,13-102 22 0 0,6-226-67 0 0,0-3 45 0 0,-31 156 0 0 0,36-244-52 0 0,-1 0-1 0 0,-1 0 0 0 0,0-1 1 0 0,-6 13-1 0 0,10-23-6 0 0,-1 1 0 0 0,1 0 1 0 0,-1 0-1 0 0,0-1 0 0 0,1 1 0 0 0,-1-1 0 0 0,0 1 0 0 0,0-1 0 0 0,-1 0 0 0 0,1 0 1 0 0,0 0-1 0 0,-1 0 0 0 0,1 0 0 0 0,-1-1 0 0 0,0 1 0 0 0,1-1 0 0 0,-1 1 0 0 0,0-1 1 0 0,0 0-1 0 0,0 0 0 0 0,0 0 0 0 0,-3 0 0 0 0,3-2-3 0 0,0 1 0 0 0,1-1 0 0 0,-1 0 0 0 0,1 1-1 0 0,-1-1 1 0 0,1 0 0 0 0,-1-1 0 0 0,1 1 0 0 0,0 0 0 0 0,0-1 0 0 0,0 1 0 0 0,-1-1 0 0 0,1 0-1 0 0,1 1 1 0 0,-1-1 0 0 0,0 0 0 0 0,0 0 0 0 0,-2-5 0 0 0,-23-41 11 0 0,19 31-16 0 0,2 0 0 0 0,0 0 0 0 0,1-1-1 0 0,0 1 1 0 0,2-1 0 0 0,0 0 0 0 0,1 0 0 0 0,1 0 0 0 0,0-1 0 0 0,2 1 0 0 0,0 0 0 0 0,1 0 0 0 0,0 0 0 0 0,2 0 0 0 0,0 0 0 0 0,1 1 0 0 0,13-30 0 0 0,-11 33-228 0 0,1-1 0 0 0,1 1 1 0 0,0 0-1 0 0,1 0 0 0 0,0 1 0 0 0,1 1 1 0 0,0 0-1 0 0,1 0 0 0 0,1 1 0 0 0,0 1 1 0 0,0 0-1 0 0,24-13 0 0 0,-10 8-1824 0 0,1 2 0 0 0,35-12-1 0 0,-20 12-893 0 0</inkml:trace>
</inkml:ink>
</file>

<file path=ppt/ink/ink7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4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297 357 624 0 0,'12'-19'4110'0'0,"-12"18"-4021"0"0,0 1-1 0 0,0 0 0 0 0,0 0 1 0 0,1 0-1 0 0,-1 0 1 0 0,0 0-1 0 0,0 0 1 0 0,0-1-1 0 0,0 1 1 0 0,1 0-1 0 0,-1 0 1 0 0,0 0-1 0 0,0 0 1 0 0,0 0-1 0 0,1 0 1 0 0,-1 0-1 0 0,0 0 1 0 0,0 0-1 0 0,1 0 1 0 0,-1 0-1 0 0,0 0 1 0 0,0 0-1 0 0,0 0 1 0 0,1 0-1 0 0,-1 0 0 0 0,0 0 1 0 0,0 0-1 0 0,1 0 1 0 0,-1 0-1 0 0,0 0 1 0 0,0 0-1 0 0,0 1 1 0 0,0-1-1 0 0,1 0 1 0 0,-1 0-1 0 0,0 0 1 0 0,0 0-1 0 0,0 0 1 0 0,0 1-1 0 0,1-1 1 0 0,-1 0-1 0 0,0 0 1 0 0,1 4 188 0 0,1-1 0 0 0,-1 0 1 0 0,0 1-1 0 0,0-1 1 0 0,-1 1-1 0 0,1 0 0 0 0,-1-1 1 0 0,1 8-1 0 0,-1-3-108 0 0,0 0 0 0 0,0 0 0 0 0,0 0 0 0 0,-1-1 0 0 0,-1 1 0 0 0,1 0 0 0 0,-1 0 0 0 0,0-1 0 0 0,-1 1 0 0 0,0-1 0 0 0,-7 14 0 0 0,8-17-128 0 0,-1-1 1 0 0,1-1-1 0 0,-1 1 0 0 0,0 0 1 0 0,0-1-1 0 0,0 1 0 0 0,0-1 1 0 0,0 0-1 0 0,-1 0 0 0 0,1 0 1 0 0,0 0-1 0 0,-1-1 0 0 0,0 0 1 0 0,1 1-1 0 0,-1-1 0 0 0,0 0 1 0 0,1-1-1 0 0,-1 1 0 0 0,0-1 1 0 0,0 0-1 0 0,0 0 1 0 0,0 0-1 0 0,1 0 0 0 0,-1 0 1 0 0,0-1-1 0 0,-4-1 0 0 0,-4 0-2 0 0,1-1-1 0 0,0-1 1 0 0,-1 0-1 0 0,1-1 1 0 0,1 0 0 0 0,-1 0-1 0 0,1-1 1 0 0,0 0-1 0 0,0-1 1 0 0,1 0-1 0 0,0-1 1 0 0,-13-13-1 0 0,16 15-30 0 0,1-1 0 0 0,-1 1 0 0 0,1-1-1 0 0,1 0 1 0 0,-1-1 0 0 0,1 1 0 0 0,1-1 0 0 0,-1 1-1 0 0,1-1 1 0 0,1 0 0 0 0,-1 0 0 0 0,1-1-1 0 0,1 1 1 0 0,-1 0 0 0 0,2-1 0 0 0,-1 1-1 0 0,1-1 1 0 0,1-10 0 0 0,2 5-8 0 0,0-1 0 0 0,1 1 0 0 0,1-1 0 0 0,0 1 1 0 0,1 0-1 0 0,0 1 0 0 0,1 0 0 0 0,1 0 0 0 0,0 0 0 0 0,1 1 0 0 0,0 0 0 0 0,1 1 0 0 0,0 0 0 0 0,1 0 1 0 0,0 1-1 0 0,1 1 0 0 0,16-12 0 0 0,-19 16 30 0 0,0-1 1 0 0,0 2-1 0 0,0-1 1 0 0,0 1-1 0 0,1 0 1 0 0,-1 1-1 0 0,1 0 1 0 0,0 1-1 0 0,0 0 1 0 0,0 0-1 0 0,1 1 1 0 0,-1 1-1 0 0,0 0 1 0 0,0 0-1 0 0,0 1 1 0 0,1 0-1 0 0,-1 0 0 0 0,0 1 1 0 0,0 1-1 0 0,-1 0 1 0 0,1 0-1 0 0,0 1 1 0 0,-1 0-1 0 0,0 0 1 0 0,0 1-1 0 0,11 9 1 0 0,12 10 225 0 0,-1 3-1 0 0,-2 0 1 0 0,0 2 0 0 0,-2 0 0 0 0,-2 2-1 0 0,-1 1 1 0 0,-1 2 0 0 0,-1 0 0 0 0,-2 1 0 0 0,29 72-1 0 0,-43-91-199 0 0,-2 0 0 0 0,0 0 0 0 0,0 0 0 0 0,1 21 0 0 0,-5-33-256 0 0,1 0 0 0 0,-1 0 0 0 0,0 0 0 0 0,0 0 0 0 0,0 0 0 0 0,0 0 0 0 0,-1 0 0 0 0,0 0 0 0 0,0 0 0 0 0,0 0 0 0 0,0 0 0 0 0,-1 0 0 0 0,1 0 0 0 0,-1-1 0 0 0,0 1 1 0 0,0-1-1 0 0,0 1 0 0 0,-1-1 0 0 0,1 0 0 0 0,-1 0 0 0 0,-5 5 0 0 0,-20 1-7550 0 0</inkml:trace>
</inkml:ink>
</file>

<file path=ppt/ink/ink7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4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0 139 704 0 0,'2'-4'1055'0'0,"1"0"-777"0"0,-1 0 0 0 0,1 0 0 0 0,1 0 0 0 0,-1 0 0 0 0,0 1-1 0 0,1-1 1 0 0,0 1 0 0 0,0 0 0 0 0,0 0 0 0 0,0 1 0 0 0,0-1-1 0 0,0 1 1 0 0,1 0 0 0 0,-1 0 0 0 0,1 0 0 0 0,5-1-1 0 0,92-23 1410 0 0,-73 19-1392 0 0,154-20-129 0 0,-56 11-5092 0 0,-88 9 2842 0 0</inkml:trace>
</inkml:ink>
</file>

<file path=ppt/ink/ink7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5.2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1136 0 0,'13'-10'10386'0'0,"-4"25"-9731"0"0,-1 0 0 0 0,0 1 0 0 0,-1 0 0 0 0,0 0 0 0 0,-1 0 0 0 0,-1 1 0 0 0,3 19 0 0 0,4 8 8 0 0,20 96 424 0 0,-31-139-1332 0 0,-1 0 0 0 0,0 0-1 0 0,0 1 1 0 0,0-1 0 0 0,0 0-1 0 0,0 0 1 0 0,-1 0 0 0 0,1 0-1 0 0,0 0 1 0 0,0 0-1 0 0,-1 0 1 0 0,1 0 0 0 0,0 0-1 0 0,-1 0 1 0 0,1 0 0 0 0,-1 0-1 0 0,0 0 1 0 0,1 0 0 0 0,-1-1-1 0 0,0 1 1 0 0,1 0 0 0 0,-1 0-1 0 0,0-1 1 0 0,0 1-1 0 0,0 0 1 0 0,0-1 0 0 0,1 1-1 0 0,-1-1 1 0 0,0 1 0 0 0,0-1-1 0 0,-2 1 1 0 0</inkml:trace>
</inkml:ink>
</file>

<file path=ppt/ink/ink7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5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1 164 976 0 0,'19'-24'2986'0'0,"5"10"-2043"0"0,0 0 1 0 0,1 1-1 0 0,1 1 0 0 0,0 1 1 0 0,49-12-1 0 0,-10 8-46 0 0,85-9 0 0 0,-134 22-871 0 0,131-9 915 0 0,-134 11-1312 0 0,0 0-1 0 0,-1 1 0 0 0,1 1 0 0 0,-1 0 0 0 0,1 0 0 0 0,-1 1 0 0 0,0 1 1 0 0,0 0-1 0 0,15 8 0 0 0,-14 1-3928 0 0,-9-5 1843 0 0</inkml:trace>
  <inkml:trace contextRef="#ctx0" brushRef="#br0" timeOffset="1">291 539 400 0 0,'0'1'139'0'0,"1"0"1"0"0,-1 1-1 0 0,1-1 0 0 0,-1 0 0 0 0,1 0 0 0 0,-1 0 1 0 0,1 1-1 0 0,0-1 0 0 0,0 0 0 0 0,-1 0 1 0 0,1 0-1 0 0,0 0 0 0 0,0 0 0 0 0,0 0 1 0 0,0-1-1 0 0,0 1 0 0 0,0 0 0 0 0,0 0 1 0 0,0-1-1 0 0,0 1 0 0 0,1-1 0 0 0,-1 1 1 0 0,0-1-1 0 0,0 1 0 0 0,1-1 0 0 0,-1 0 0 0 0,0 1 1 0 0,1-1-1 0 0,-1 0 0 0 0,0 0 0 0 0,0 0 1 0 0,1 0-1 0 0,-1 0 0 0 0,0-1 0 0 0,1 1 1 0 0,1-1-1 0 0,60-12 1866 0 0,-45 8-1417 0 0,227-49 878 0 0,-82 14-7202 0 0,-125 30 3553 0 0</inkml:trace>
</inkml:ink>
</file>

<file path=ppt/ink/ink7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5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14 952 0 0,'-7'-13'12077'0'0,"7"16"-10217"0"0,1 23-1652 0 0,-1-10 149 0 0,-1-12-512 0 0,1 0-1 0 0,-1 1 1 0 0,1-1 0 0 0,0 1-1 0 0,1-1 1 0 0,-1 1 0 0 0,1-1-1 0 0,0 0 1 0 0,0 1 0 0 0,0-1-1 0 0,0 0 1 0 0,1 0 0 0 0,0 0-1 0 0,3 7 1 0 0,-3-11-278 0 0,-1 1 0 0 0,1 0 0 0 0,0-1 0 0 0,0 0 0 0 0,-1 1 0 0 0,1-1 0 0 0,0 0 0 0 0,0 0 0 0 0,-1 0 0 0 0,1 0 0 0 0,0 0 0 0 0,0 0 0 0 0,-1 0 0 0 0,1-1 0 0 0,0 1 0 0 0,1-1 0 0 0,-2 1 255 0 0</inkml:trace>
</inkml:ink>
</file>

<file path=ppt/ink/ink7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16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15 740 0 0,'60'-14'5476'0'0,"-58"14"-4758"0"0,26 4 2956 0 0,-26 1-3354 0 0,0 0-1 0 0,-1 0 1 0 0,0 0 0 0 0,1 0-1 0 0,-2 0 1 0 0,1 0-1 0 0,-1 0 1 0 0,0 0-1 0 0,0 0 1 0 0,-1 7-1 0 0,-9 55 193 0 0,-12-15-3106 0 0,-1-22-3463 0 0,12-17 2693 0 0</inkml:trace>
</inkml:ink>
</file>

<file path=ppt/ink/ink7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33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67 214 360 0 0,'0'0'2323'0'0,"-26"-20"4928"0"0,23 19-6859 0 0,-1-1 0 0 0,0 1 0 0 0,0 0 0 0 0,0 0 1 0 0,0 0-1 0 0,0 0 0 0 0,-7 0 0 0 0,11 2-369 0 0,0-1-1 0 0,0 0 0 0 0,0 0 0 0 0,0 0 0 0 0,0 0 0 0 0,0 0 0 0 0,0 0 1 0 0,0 0-1 0 0,0 0 0 0 0,0 0 0 0 0,0 0 0 0 0,0 1 0 0 0,0-1 0 0 0,0 0 1 0 0,0 0-1 0 0,0 0 0 0 0,0 0 0 0 0,0 0 0 0 0,0 0 0 0 0,0 0 0 0 0,0 0 1 0 0,0 0-1 0 0,0 0 0 0 0,0 0 0 0 0,0 1 0 0 0,0-1 0 0 0,0 0 0 0 0,0 0 1 0 0,-1 0-1 0 0,1 0 0 0 0,0 0 0 0 0,0 0 0 0 0,0 0 0 0 0,0 0 1 0 0,0 0-1 0 0,0 0 0 0 0,0 0 0 0 0,0 0 0 0 0,0 0 0 0 0,0 0 0 0 0,0 0 1 0 0,-1 0-1 0 0,1 0 0 0 0,0 0 0 0 0,0 0 0 0 0,0 0 0 0 0,0 0 0 0 0,0 0 1 0 0,0 0-1 0 0,0 0 0 0 0,0 0 0 0 0,22 6-30 0 0,6-3 66 0 0,1-1-1 0 0,-1-2 0 0 0,51-4 1 0 0,-31 0-22 0 0,618-45 244 0 0,-87 3 74 0 0,264 9 74 0 0,-705 32-373 0 0,370-34 275 0 0,-434 28 360 0 0,-72 10-626 0 0,14-1-1679 0 0,-35 10 1063 0 0,-14 5-1852 0 0,2-1-3551 0 0,15-5 2491 0 0</inkml:trace>
</inkml:ink>
</file>

<file path=ppt/ink/ink7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0:34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72 210 824 0 0,'-60'7'6511'0'0,"48"-8"-2816"0"0,37-5-2999 0 0,826-115 2257 0 0,322 46-684 0 0,-1124 73-2131 0 0,202-6 1130 0 0,-214 5 65 0 0,-28 3-4387 0 0,-13 1 3074 0 0,-32 8-1996 0 0,-8-1-5516 0 0,23-6 3451 0 0</inkml:trace>
</inkml:ink>
</file>

<file path=ppt/ink/ink7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1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5 312 0 0,'-16'-4'1871'0'0,"9"4"-1569"0"0,-1-1-1 0 0,1 1 1 0 0,0 0 0 0 0,0 1-1 0 0,-1 0 1 0 0,1 0 0 0 0,0 0 0 0 0,-9 4-1 0 0,13-5-235 0 0,1 1 0 0 0,-1-1 0 0 0,0 1-1 0 0,1 0 1 0 0,-1 0 0 0 0,1 0 0 0 0,-1 0-1 0 0,1 0 1 0 0,0 1 0 0 0,0-1-1 0 0,-1 1 1 0 0,1 0 0 0 0,0-1 0 0 0,0 1-1 0 0,0 0 1 0 0,1 0 0 0 0,-1 0 0 0 0,0 0-1 0 0,1 1 1 0 0,-1-1 0 0 0,1 0 0 0 0,0 1-1 0 0,0-1 1 0 0,0 1 0 0 0,0-1 0 0 0,-1 4-1 0 0,3-3-30 0 0,-1-1 0 0 0,1 0 0 0 0,-1 1 0 0 0,1-1 0 0 0,0 0 0 0 0,0 1 1 0 0,0-1-1 0 0,0 0 0 0 0,0 0 0 0 0,1 0 0 0 0,-1 0 0 0 0,1 0 0 0 0,-1 0 0 0 0,1 0 0 0 0,0 0 0 0 0,3 2 0 0 0,34 23 180 0 0,-32-23-158 0 0,51 31 205 0 0,-29-19-154 0 0,-1 1 0 0 0,-1 1 0 0 0,-1 2-1 0 0,24 22 1 0 0,-48-41-82 0 0,0 1-1 0 0,-1-1 0 0 0,1 1 1 0 0,-1 0-1 0 0,1 0 1 0 0,-1 0-1 0 0,0 0 0 0 0,1 0 1 0 0,-1 0-1 0 0,0 0 1 0 0,0 0-1 0 0,-1 0 1 0 0,1 1-1 0 0,0-1 0 0 0,-1 0 1 0 0,1 1-1 0 0,-1-1 1 0 0,0 0-1 0 0,0 1 1 0 0,0-1-1 0 0,0 0 0 0 0,0 1 1 0 0,0-1-1 0 0,-1 0 1 0 0,1 1-1 0 0,-1-1 1 0 0,0 0-1 0 0,0 0 0 0 0,1 0 1 0 0,-1 1-1 0 0,-1-1 1 0 0,1 0-1 0 0,0 0 1 0 0,0 0-1 0 0,-1 0 0 0 0,1-1 1 0 0,-1 1-1 0 0,0 0 1 0 0,1-1-1 0 0,-1 1 1 0 0,0-1-1 0 0,-4 3 0 0 0,-1 2 98 0 0,-1-1 0 0 0,-1 0-1 0 0,1-1 1 0 0,-1 1-1 0 0,0-1 1 0 0,0-1 0 0 0,0 0-1 0 0,-18 4 1 0 0,-1-7-218 0 0,28 0 77 0 0,-1 0 0 0 0,1 0 1 0 0,0 0-1 0 0,-1-1 0 0 0,1 1 1 0 0,0 0-1 0 0,-1 0 0 0 0,1 0 1 0 0,0 0-1 0 0,0-1 0 0 0,-1 1 0 0 0,1 0 1 0 0,0 0-1 0 0,0-1 0 0 0,-1 1 1 0 0,1 0-1 0 0,0 0 0 0 0,0-1 0 0 0,0 1 1 0 0,-1 0-1 0 0,1-1 0 0 0,0 1 1 0 0,0 0-1 0 0,0 0 0 0 0,0-1 1 0 0,0 1-1 0 0,0 0 0 0 0,0-1 0 0 0,0 1 1 0 0,0-1-1 0 0,-1 1 0 0 0,2 0 1 0 0,-1-1-1 0 0,0 1 0 0 0,0-1 0 0 0,2-3-667 0 0,0-1 0 0 0,0 1 0 0 0,1 0-1 0 0,0 0 1 0 0,-1 0 0 0 0,2 0 0 0 0,3-4-1 0 0,6-6-1746 0 0</inkml:trace>
</inkml:ink>
</file>

<file path=ppt/ink/ink7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2.1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13 648 0 0,'-8'-12'6322'0'0,"8"23"-4570"0"0,2 5-1730 0 0,-2 25 565 0 0,2 0-1 0 0,2 0 1 0 0,10 44 0 0 0,-10-65-477 0 0,2-1 0 0 0,0-1 0 0 0,0 1 0 0 0,2-1 0 0 0,1-1 0 0 0,0 1-1 0 0,1-1 1 0 0,17 22 0 0 0,-26-38-104 0 0,4 7 30 0 0,0-1-1 0 0,1-1 1 0 0,0 1-1 0 0,0-1 0 0 0,0 0 1 0 0,1 0-1 0 0,0 0 1 0 0,0-1-1 0 0,0-1 1 0 0,0 1-1 0 0,13 5 1 0 0,-18-10-30 0 0,0 0 0 0 0,0 0 1 0 0,0 0-1 0 0,-1 0 0 0 0,1 0 0 0 0,0-1 1 0 0,0 1-1 0 0,0 0 0 0 0,0-1 1 0 0,0 0-1 0 0,-1 1 0 0 0,1-1 0 0 0,0 0 1 0 0,-1 0-1 0 0,1 0 0 0 0,-1 0 1 0 0,1 0-1 0 0,-1 0 0 0 0,1-1 0 0 0,-1 1 1 0 0,1 0-1 0 0,-1-1 0 0 0,0 1 0 0 0,0-1 1 0 0,0 1-1 0 0,2-4 0 0 0,1-1 19 0 0,0 0-1 0 0,-1-1 1 0 0,1 1-1 0 0,-1-1 1 0 0,3-10 0 0 0,-6 15-27 0 0,1 0 0 0 0,0 1 0 0 0,0-1 1 0 0,0 0-1 0 0,0 1 0 0 0,0-1 0 0 0,0 0 1 0 0,0 1-1 0 0,1-1 0 0 0,-1 1 0 0 0,0 0 1 0 0,1 0-1 0 0,-1-1 0 0 0,1 1 0 0 0,0 0 1 0 0,-1 0-1 0 0,1 0 0 0 0,0 1 0 0 0,0-1 1 0 0,-1 0-1 0 0,1 1 0 0 0,0-1 0 0 0,0 1 1 0 0,0-1-1 0 0,0 1 0 0 0,0 0 0 0 0,2 0 1 0 0,66 3-19 0 0,-42-1 22 0 0,-21-1-1 0 0,0-1-1 0 0,1 0 1 0 0,-1 0-1 0 0,1-1 0 0 0,-1 0 1 0 0,0 0-1 0 0,0-1 0 0 0,1 0 1 0 0,-1 0-1 0 0,0-1 1 0 0,-1 0-1 0 0,1 0 0 0 0,0-1 1 0 0,-1 1-1 0 0,0-2 0 0 0,0 1 1 0 0,0 0-1 0 0,0-1 0 0 0,7-9 1 0 0,-12 14-2 0 0,-1-1 0 0 0,1 1-1 0 0,-1-1 1 0 0,1 1 0 0 0,0-1 0 0 0,-1 1 0 0 0,1-1 0 0 0,-1 1 0 0 0,1 0-1 0 0,0-1 1 0 0,0 1 0 0 0,-1 0 0 0 0,1 0 0 0 0,0-1 0 0 0,0 1 0 0 0,-1 0-1 0 0,1 0 1 0 0,0 0 0 0 0,0 0 0 0 0,-1 0 0 0 0,1 0 0 0 0,0 0-1 0 0,0 0 1 0 0,-1 0 0 0 0,1 1 0 0 0,0-1 0 0 0,-1 0 0 0 0,1 0 0 0 0,0 1-1 0 0,0-1 1 0 0,0 1 0 0 0,16 23 8 0 0,3 44 23 0 0,-18-59-38 0 0,25 160 33 0 0,-21-152 63 0 0,0-24-46 0 0,8-47-34 0 0,-4 11-6 0 0,-1 14-4 0 0,2 1-1 0 0,1 1 0 0 0,27-47 1 0 0,-34 65-2 0 0,1 1 0 0 0,0-1 0 0 0,1 1 0 0 0,0 0 0 0 0,0 0 0 0 0,1 1 0 0 0,0 0 0 0 0,0 0 0 0 0,0 1 1 0 0,1 0-1 0 0,0 1 0 0 0,0 0 0 0 0,1 0 0 0 0,14-4 0 0 0,-21 7 4 0 0,1 1-1 0 0,-1 1 1 0 0,1-1 0 0 0,-1 0 0 0 0,1 1 0 0 0,-1 0-1 0 0,1 0 1 0 0,0 0 0 0 0,-1 0 0 0 0,1 0 0 0 0,-1 1-1 0 0,1 0 1 0 0,-1 0 0 0 0,1 0 0 0 0,-1 0 0 0 0,1 0-1 0 0,-1 1 1 0 0,0-1 0 0 0,0 1 0 0 0,0 0 0 0 0,0 0-1 0 0,0 0 1 0 0,0 0 0 0 0,0 1 0 0 0,-1-1 0 0 0,1 1-1 0 0,-1 0 1 0 0,1-1 0 0 0,-1 1 0 0 0,0 0 0 0 0,0 0-1 0 0,-1 1 1 0 0,1-1 0 0 0,1 4 0 0 0,-1 0 4 0 0,1-1-1 0 0,-1 1 1 0 0,-1-1 0 0 0,1 1 0 0 0,-1 0-1 0 0,0-1 1 0 0,-1 1 0 0 0,0 0 0 0 0,0 0-1 0 0,0 0 1 0 0,-1-1 0 0 0,0 1 0 0 0,0 0-1 0 0,0 0 1 0 0,-1-1 0 0 0,0 1 0 0 0,-4 7 0 0 0,0-5-52 0 0,1 0 1 0 0,-1-1 0 0 0,-1 1 0 0 0,0-2-1 0 0,0 1 1 0 0,0-1 0 0 0,-1 0 0 0 0,0 0-1 0 0,-18 10 1 0 0,21-13-606 0 0,-1-1 0 0 0,0 0 1 0 0,-1 0-1 0 0,1-1 0 0 0,0 0 0 0 0,-1 0 0 0 0,0 0 0 0 0,1-1 0 0 0,-1 0 0 0 0,-7 0 0 0 0,-9-2-2307 0 0</inkml:trace>
</inkml:ink>
</file>

<file path=ppt/ink/ink7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2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0 108 752 0 0,'0'-4'371'0'0,"0"1"0"0"0,0 0 1 0 0,1 0-1 0 0,-1-1 0 0 0,0 1 0 0 0,1 0 0 0 0,0 0 1 0 0,0 0-1 0 0,0 0 0 0 0,0 0 0 0 0,1 0 0 0 0,-1 0 1 0 0,1 0-1 0 0,-1 0 0 0 0,1 0 0 0 0,0 1 0 0 0,4-5 1 0 0,-1 3-140 0 0,0 1 1 0 0,1-1 0 0 0,-1 1 0 0 0,0 0 0 0 0,1 1 0 0 0,0-1 0 0 0,0 1 0 0 0,10-2 0 0 0,9-2 0 0 0,0 1 0 0 0,0 1 0 0 0,1 1 0 0 0,27 1 0 0 0,53 6-6547 0 0,-88-2 3849 0 0</inkml:trace>
</inkml:ink>
</file>

<file path=ppt/ink/ink7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2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1 864 0 0,'0'0'1193'0'0,"11"23"4295"0"0,8 215 1650 0 0,-4-99-5555 0 0,-11-58-1282 0 0,-4-29-6607 0 0</inkml:trace>
</inkml:ink>
</file>

<file path=ppt/ink/ink7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3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15025 0 0,'6'27'1231'0'0,"-6"-26"-1083"0"0,0 0 0 0 0,1 0 1 0 0,-1 0-1 0 0,0 0 1 0 0,0 0-1 0 0,0 0 1 0 0,0 0-1 0 0,1 0 0 0 0,-1 0 1 0 0,0 0-1 0 0,-1 0 1 0 0,1 0-1 0 0,0 0 0 0 0,0 0 1 0 0,0 0-1 0 0,-1-1 1 0 0,1 1-1 0 0,0 0 0 0 0,-1 0 1 0 0,1 0-1 0 0,-1 0 1 0 0,1 0-1 0 0,-1 0 0 0 0,0 0 646 0 0,-7-31-13657 0 0,4 15 8507 0 0</inkml:trace>
</inkml:ink>
</file>

<file path=ppt/ink/ink7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3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1 132 14089 0 0,'3'-5'165'0'0,"-1"0"0"0"0,0 0-1 0 0,0 0 1 0 0,0 0 0 0 0,-1 0-1 0 0,0-1 1 0 0,0 1-1 0 0,1-7 1 0 0,-2 6 217 0 0,1-1-1 0 0,1 1 0 0 0,-1 0 1 0 0,1 0-1 0 0,0 0 1 0 0,3-6-1 0 0,-1 5-65 0 0,-4 5-417 0 0,1 1 1 0 0,-1 0-1 0 0,1 0 1 0 0,-1 0 0 0 0,1-1-1 0 0,0 1 1 0 0,-1 0 0 0 0,1 0-1 0 0,0 0 1 0 0,0 0 0 0 0,0 0-1 0 0,0 0 1 0 0,0 1-1 0 0,0-1 1 0 0,0 0 0 0 0,0 0-1 0 0,0 1 1 0 0,0-1 0 0 0,1 1-1 0 0,-1-1 1 0 0,0 1 0 0 0,0-1-1 0 0,0 1 1 0 0,3-1-1 0 0,-2 1-1396 0 0</inkml:trace>
</inkml:ink>
</file>

<file path=ppt/ink/ink7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5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14 422 332 0 0,'-6'-32'5248'0'0,"17"44"-1487"0"0,21 50-1577 0 0,-1 8-1228 0 0,-15-37-443 0 0,-2 2 1 0 0,12 41-1 0 0,-24-33 869 0 0,-2-41-871 0 0,-4-3-464 0 0,1 0-1 0 0,-1 0 1 0 0,1 0 0 0 0,-1 0-1 0 0,1 0 1 0 0,0-1-1 0 0,-1 0 1 0 0,1 1 0 0 0,0-1-1 0 0,0 0 1 0 0,0-1-1 0 0,0 1 1 0 0,0-1 0 0 0,1 1-1 0 0,-1-1 1 0 0,1 0-1 0 0,0 0 1 0 0,0 0 0 0 0,0 0-1 0 0,0 0 1 0 0,-3-7-1 0 0,-5-10 16 0 0,1-1 0 0 0,-9-28 0 0 0,14 38-9 0 0,-4-17-4 0 0,1 0 0 0 0,1 0 0 0 0,1-1-1 0 0,2 0 1 0 0,0-44 0 0 0,3 51-18 0 0,1 0-1 0 0,1 0 1 0 0,1 0 0 0 0,1 1 0 0 0,1-1-1 0 0,1 1 1 0 0,17-39 0 0 0,-17 50-38 0 0,0 0 1 0 0,1 0-1 0 0,1 1 1 0 0,0 0-1 0 0,0 0 0 0 0,1 1 1 0 0,0 0-1 0 0,0 0 1 0 0,1 1-1 0 0,-1 0 0 0 0,2 1 1 0 0,-1 0-1 0 0,1 1 1 0 0,0 0-1 0 0,0 1 0 0 0,0 0 1 0 0,1 0-1 0 0,-1 1 1 0 0,1 1-1 0 0,18-2 0 0 0,-20 3-9 0 0,0 0 0 0 0,0 0 0 0 0,0 1 0 0 0,0 0-1 0 0,-1 1 1 0 0,1 0 0 0 0,0 1 0 0 0,0 0-1 0 0,0 0 1 0 0,-1 1 0 0 0,1 0 0 0 0,-1 1 0 0 0,0 0-1 0 0,0 0 1 0 0,0 1 0 0 0,-1 0 0 0 0,0 1 0 0 0,0 0-1 0 0,0 0 1 0 0,0 1 0 0 0,-1 0 0 0 0,0 0 0 0 0,-1 0-1 0 0,0 1 1 0 0,6 10 0 0 0,-9-12 12 0 0,-1 0 0 0 0,0 0 0 0 0,0 0 0 0 0,-1 0 0 0 0,0 1 0 0 0,0-1 0 0 0,-1 0 0 0 0,1 1 0 0 0,-1-1 0 0 0,-1 0 0 0 0,1 1 0 0 0,-1-1 0 0 0,0 0 0 0 0,-1 1 0 0 0,1-1 0 0 0,-1 0 0 0 0,0 0 0 0 0,-1 0 0 0 0,0 0 0 0 0,0-1 1 0 0,-4 7-1 0 0,-1 3-27 0 0,-2-1 0 0 0,0 1 1 0 0,0-2-1 0 0,-2 0 0 0 0,1 0 1 0 0,-24 19-1 0 0,24-22-345 0 0,-31 21-601 0 0,15-21-3423 0 0,12-17-1107 0 0</inkml:trace>
</inkml:ink>
</file>

<file path=ppt/ink/ink7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5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11 852 0 0,'10'3'432'0'0,"-1"0"0"0"0,1 1 0 0 0,-1 0-1 0 0,1 0 1 0 0,-1 1 0 0 0,-1 0 0 0 0,1 1 0 0 0,-1 0 0 0 0,0 0-1 0 0,0 1 1 0 0,9 10 0 0 0,-12-11-196 0 0,-1-1 0 0 0,1 1 0 0 0,-1 0 0 0 0,-1 1 0 0 0,1-1 0 0 0,-1 1 0 0 0,0 0 0 0 0,0 0 0 0 0,-1 0 0 0 0,0 0 0 0 0,0 0 0 0 0,-1 0 0 0 0,0 0 0 0 0,0 1 0 0 0,-1-1 0 0 0,0 9 0 0 0,0-14-101 0 0,0 0-1 0 0,0 0 1 0 0,0 0 0 0 0,0 0-1 0 0,0 0 1 0 0,-1-1-1 0 0,1 1 1 0 0,-1 0-1 0 0,1 0 1 0 0,-1 0 0 0 0,0-1-1 0 0,1 1 1 0 0,-2 2-1 0 0,1-4-82 0 0,0 0-1 0 0,1 0 1 0 0,-1 0-1 0 0,0-1 1 0 0,0 1-1 0 0,1 0 1 0 0,-1 0-1 0 0,0-1 1 0 0,1 1-1 0 0,-1 0 1 0 0,1-1-1 0 0,-1 1 1 0 0,0 0-1 0 0,1-1 1 0 0,-1 1-1 0 0,1-1 1 0 0,-1 1-1 0 0,1-1 1 0 0,-1 1-1 0 0,1-1 1 0 0,-1 0-1 0 0,1 1 1 0 0,0-1-1 0 0,-1 0 1 0 0,0-2-31 0 0,-1-1-1 0 0,1 1 1 0 0,0-1 0 0 0,0 0 0 0 0,1 1 0 0 0,-1-1-1 0 0,1 1 1 0 0,0-1 0 0 0,0 0 0 0 0,0 1 0 0 0,0-1-1 0 0,1 0 1 0 0,-1 1 0 0 0,1-1 0 0 0,0 0 0 0 0,2-3-1 0 0,-1-8-126 0 0,0 4-239 0 0,0 0 0 0 0,0 1 1 0 0,1-1-1 0 0,0 1 0 0 0,9-19 1 0 0,18-22-6445 0 0,-24 43 4197 0 0</inkml:trace>
</inkml:ink>
</file>

<file path=ppt/ink/ink7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6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1 108 516 0 0,'11'-3'616'0'0,"-1"-1"1"0"0,1 0-1 0 0,0-1 1 0 0,-1 0-1 0 0,0 0 0 0 0,0-1 1 0 0,-1 0-1 0 0,0-1 1 0 0,0 0-1 0 0,0-1 0 0 0,13-15 1 0 0,-21 22-263 0 0,1-4 2098 0 0,-2 5-2399 0 0,-3 3 8 0 0,-1 0 0 0 0,0 0 0 0 0,1 0 0 0 0,-1 0 0 0 0,1 1 0 0 0,0-1 0 0 0,0 1 0 0 0,0 0-1 0 0,1 0 1 0 0,0 0 0 0 0,-1 0 0 0 0,1 0 0 0 0,0 1 0 0 0,1-1 0 0 0,-2 6 0 0 0,3-8-43 0 0,-1 0-1 0 0,1 0 1 0 0,0 0 0 0 0,0 1 0 0 0,0-1 0 0 0,0 0-1 0 0,0 0 1 0 0,1 0 0 0 0,-1 0 0 0 0,0 1 0 0 0,1-1 0 0 0,0 0-1 0 0,0 0 1 0 0,-1 0 0 0 0,1 0 0 0 0,0 0 0 0 0,1 0-1 0 0,-1-1 1 0 0,0 1 0 0 0,0 0 0 0 0,1 0 0 0 0,-1-1 0 0 0,1 1-1 0 0,0-1 1 0 0,-1 1 0 0 0,1-1 0 0 0,0 0 0 0 0,0 0-1 0 0,0 0 1 0 0,0 0 0 0 0,0 0 0 0 0,0 0 0 0 0,0 0 0 0 0,0-1-1 0 0,0 1 1 0 0,0-1 0 0 0,3 1 0 0 0,4 0-2 0 0,0 1 1 0 0,1-2 0 0 0,-1 1-1 0 0,1-1 1 0 0,-1-1 0 0 0,0 0-1 0 0,0 0 1 0 0,1-1 0 0 0,-1 0-1 0 0,0-1 1 0 0,0 1 0 0 0,0-2-1 0 0,-1 1 1 0 0,1-1 0 0 0,14-10-1 0 0,-3 1 7 0 0,0-1 1 0 0,-1-1-1 0 0,-1 0 0 0 0,32-35 0 0 0,-50 50-9 0 0,1 0 1 0 0,-1-1-1 0 0,0 1 1 0 0,0 0-1 0 0,0 0 0 0 0,0-1 1 0 0,1 1-1 0 0,-1 0 1 0 0,0 0-1 0 0,0-1 1 0 0,1 1-1 0 0,-1 0 0 0 0,0 0 1 0 0,0 0-1 0 0,1 0 1 0 0,-1 0-1 0 0,0-1 1 0 0,1 1-1 0 0,-1 0 0 0 0,0 0 1 0 0,0 0-1 0 0,1 0 1 0 0,-1 0-1 0 0,0 0 1 0 0,1 0-1 0 0,-1 0 0 0 0,0 0 1 0 0,1 0-1 0 0,-1 0 1 0 0,0 0-1 0 0,0 0 1 0 0,1 0-1 0 0,-1 0 1 0 0,0 0-1 0 0,1 1 0 0 0,-1-1 1 0 0,0 0-1 0 0,0 0 1 0 0,1 0-1 0 0,-1 0 1 0 0,0 1-1 0 0,0-1 0 0 0,1 0 1 0 0,-1 0-1 0 0,0 0 1 0 0,0 1-1 0 0,0-1 1 0 0,1 0-1 0 0,-1 1 0 0 0,8 23 477 0 0,0 47 105 0 0,-7-53-414 0 0,54 418 1588 0 0,-44-344-1223 0 0,-11-89 100 0 0,0-13-599 0 0,-1-48-21 0 0,-2-1 35 0 0,2-1 0 0 0,4 0 0 0 0,17-108 0 0 0,-16 149-68 0 0,1 0 1 0 0,1 0-1 0 0,15-33 1 0 0,-18 47 3 0 0,-1 0 1 0 0,1 0 0 0 0,1 0-1 0 0,-1 1 1 0 0,1-1-1 0 0,-1 1 1 0 0,1 0 0 0 0,1 0-1 0 0,-1 0 1 0 0,0 0-1 0 0,1 1 1 0 0,0 0 0 0 0,0 0-1 0 0,0 0 1 0 0,0 1-1 0 0,0-1 1 0 0,8-1 0 0 0,-11 3-2 0 0,1 1 1 0 0,0 0-1 0 0,-1 0 0 0 0,1 0 1 0 0,0 0-1 0 0,-1 0 1 0 0,1 1-1 0 0,0-1 1 0 0,-1 1-1 0 0,1-1 1 0 0,-1 1-1 0 0,1 0 0 0 0,-1 0 1 0 0,1 0-1 0 0,-1 0 1 0 0,1 1-1 0 0,-1-1 1 0 0,0 1-1 0 0,0-1 1 0 0,0 1-1 0 0,0 0 0 0 0,3 3 1 0 0,-1-1 0 0 0,0 0-1 0 0,-1 1 1 0 0,1-1 0 0 0,-1 1-1 0 0,0 0 1 0 0,0 0 0 0 0,-1 0 0 0 0,4 10-1 0 0,-4-13 1 0 0,1 2 0 0 0,-6 18 11 0 0,2-20-75 0 0,1 1 1 0 0,-1-1-1 0 0,1 1 1 0 0,-1-1-1 0 0,0 1 0 0 0,0-1 1 0 0,0 0-1 0 0,0 1 1 0 0,-1-1-1 0 0,1 0 1 0 0,0 0-1 0 0,-1 0 0 0 0,0 0 1 0 0,1 0-1 0 0,-1 0 1 0 0,0-1-1 0 0,0 1 0 0 0,0 0 1 0 0,0-1-1 0 0,0 0 1 0 0,-1 1-1 0 0,1-1 1 0 0,0 0-1 0 0,-1 0 0 0 0,1 0 1 0 0,0-1-1 0 0,-1 1 1 0 0,1 0-1 0 0,-1-1 0 0 0,1 0 1 0 0,-1 1-1 0 0,0-1 1 0 0,1 0-1 0 0,-1 0 0 0 0,1-1 1 0 0,-1 1-1 0 0,-3-1 1 0 0,5 0-252 0 0,0-1 0 0 0,0 1 1 0 0,1 0-1 0 0,-1 0 1 0 0,0-1-1 0 0,0 1 0 0 0,1 0 1 0 0,-1-1-1 0 0,0 1 0 0 0,1-1 1 0 0,-1 1-1 0 0,1-1 1 0 0,0 1-1 0 0,0-1 0 0 0,-1 1 1 0 0,1-1-1 0 0,0 1 0 0 0,0-1 1 0 0,0 1-1 0 0,1-1 1 0 0,-1 1-1 0 0,0-1 0 0 0,1 1 1 0 0,-1-1-1 0 0,0 1 0 0 0,2-2 1 0 0,-2 1-397 0 0,3-11-2778 0 0</inkml:trace>
</inkml:ink>
</file>

<file path=ppt/ink/ink7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06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5 132 0 0,'0'28'3419'0'0,"1"-20"-2774"0"0,1 1 0 0 0,0 0 0 0 0,0-1-1 0 0,1 1 1 0 0,6 15 0 0 0,-7-21-487 0 0,0 0 0 0 0,0 0 1 0 0,0 0-1 0 0,1 0 0 0 0,-1 0 0 0 0,1-1 0 0 0,0 1 0 0 0,-1-1 0 0 0,1 0 0 0 0,0 1 0 0 0,0-1 1 0 0,0-1-1 0 0,1 1 0 0 0,-1 0 0 0 0,0-1 0 0 0,1 0 0 0 0,6 2 0 0 0,-5-1 7 0 0,-1-1 0 0 0,1-1 0 0 0,0 1 0 0 0,0-1 0 0 0,0 1 0 0 0,0-1 0 0 0,0-1 0 0 0,0 1 0 0 0,0-1 0 0 0,-1 0 0 0 0,1 0-1 0 0,0 0 1 0 0,0-1 0 0 0,5-2 0 0 0,-7 3-93 0 0,-1-1 0 0 0,1 1 1 0 0,-1-1-1 0 0,0 0 0 0 0,0 0 0 0 0,0 1 0 0 0,0-2 0 0 0,0 1 0 0 0,0 0 0 0 0,0 0 0 0 0,0-1 0 0 0,-1 1 1 0 0,0-1-1 0 0,1 1 0 0 0,-1-1 0 0 0,0 1 0 0 0,0-1 0 0 0,0 0 0 0 0,0 0 0 0 0,-1 1 0 0 0,1-1 0 0 0,-1 0 0 0 0,0 0 1 0 0,0-4-1 0 0,0 5-34 0 0,-1-1 0 0 0,1 0 0 0 0,-1 0 0 0 0,0 1 0 0 0,0-1 0 0 0,0 0 0 0 0,-1 1 0 0 0,1-1 0 0 0,0 1 0 0 0,-1 0 0 0 0,0-1 0 0 0,1 1 0 0 0,-1 0 0 0 0,0 0 1 0 0,0 0-1 0 0,0 0 0 0 0,-1 0 0 0 0,1 1 0 0 0,0-1 0 0 0,-1 1 0 0 0,1-1 0 0 0,-1 1 0 0 0,-5-2 0 0 0,-1-1-32 0 0,0 1 0 0 0,0 0-1 0 0,0 0 1 0 0,-1 1 0 0 0,-10-2 0 0 0,18 4-179 0 0,0-1 1 0 0,0 1 0 0 0,1 0-1 0 0,-1-1 1 0 0,0 1 0 0 0,0 0 0 0 0,0 0-1 0 0,1 0 1 0 0,-1 0 0 0 0,0 1-1 0 0,0-1 1 0 0,0 0 0 0 0,1 1-1 0 0,-1-1 1 0 0,0 1 0 0 0,0 0-1 0 0,1-1 1 0 0,-1 1 0 0 0,1 0-1 0 0,-1 0 1 0 0,-2 2 0 0 0</inkml:trace>
</inkml:ink>
</file>

<file path=ppt/ink/ink7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1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39 158 280 0 0,'-2'-1'426'0'0,"-1"0"-1"0"0,1 0 1 0 0,0 0-1 0 0,0-1 1 0 0,0 1-1 0 0,0 0 1 0 0,1-1 0 0 0,-1 1-1 0 0,0-1 1 0 0,0 0-1 0 0,1 1 1 0 0,-1-1-1 0 0,1 0 1 0 0,0 0 0 0 0,0 0-1 0 0,-2-4 1 0 0,2 5 420 0 0,0 0-223 0 0,-4-4-668 0 0,5 2 2753 0 0,6-1-2645 0 0,0 0 0 0 0,0 1 1 0 0,0 0-1 0 0,0 0 0 0 0,1 0 0 0 0,-1 1 0 0 0,1 0 0 0 0,0 0 1 0 0,-1 1-1 0 0,1 0 0 0 0,0 0 0 0 0,0 0 0 0 0,0 1 1 0 0,0 0-1 0 0,0 0 0 0 0,0 1 0 0 0,-1 0 0 0 0,1 0 0 0 0,0 1 1 0 0,0 0-1 0 0,-1 0 0 0 0,1 0 0 0 0,-1 1 0 0 0,0 0 1 0 0,0 0-1 0 0,8 6 0 0 0,-6-4-36 0 0,0 0 0 0 0,0 1 0 0 0,-1-1 1 0 0,0 2-1 0 0,0-1 0 0 0,-1 1 0 0 0,0 0 0 0 0,0 0 1 0 0,0 0-1 0 0,-1 1 0 0 0,0 0 0 0 0,-1 0 0 0 0,0 0 0 0 0,0 1 1 0 0,0 0-1 0 0,-1-1 0 0 0,-1 1 0 0 0,1 0 0 0 0,0 11 1 0 0,-3-17 13 0 0,0-1 0 0 0,0 0 0 0 0,0 1 0 0 0,-1-1 0 0 0,1 0 0 0 0,-1 1 1 0 0,0-1-1 0 0,0 0 0 0 0,1 0 0 0 0,-1 1 0 0 0,-1-1 0 0 0,1 0 0 0 0,0 0 0 0 0,0 0 1 0 0,-1 0-1 0 0,1 0 0 0 0,-1-1 0 0 0,0 1 0 0 0,1 0 0 0 0,-1-1 0 0 0,0 1 0 0 0,0-1 1 0 0,0 0-1 0 0,0 1 0 0 0,0-1 0 0 0,0 0 0 0 0,-1 0 0 0 0,-2 0 0 0 0,3 0 182 0 0,-7-7-57 0 0,8 6-158 0 0,0 0 0 0 0,1-1 0 0 0,-1 1 0 0 0,0 0 0 0 0,0-1 0 0 0,0 1 0 0 0,0-1 0 0 0,0 1 0 0 0,0-1 0 0 0,1 1 0 0 0,-1-1 0 0 0,0 1 1 0 0,0-1-1 0 0,1 0 0 0 0,-1 1 0 0 0,0-1 0 0 0,1 0 0 0 0,-1 0 0 0 0,1 1 0 0 0,-1-1 0 0 0,1 0 0 0 0,-1 0 0 0 0,1 0 0 0 0,-1-1 0 0 0,-1-7 32 0 0,0-1 0 0 0,1 1 0 0 0,0-1-1 0 0,1 0 1 0 0,0 1 0 0 0,0-1 0 0 0,1 1 0 0 0,0-1 0 0 0,1 0 0 0 0,0 1 0 0 0,0 0 0 0 0,1 0 0 0 0,1-1 0 0 0,-1 2-1 0 0,1-1 1 0 0,9-13 0 0 0,-5 9-409 0 0,0 0 0 0 0,2 1 0 0 0,0 0 0 0 0,0 0 0 0 0,1 1 0 0 0,0 1 0 0 0,1 0 0 0 0,0 0 0 0 0,24-13 0 0 0,-9 15-3498 0 0,-21 8 476 0 0,9-2 350 0 0</inkml:trace>
</inkml:ink>
</file>

<file path=ppt/ink/ink7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1.4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1 440 0 0,'0'0'4966'0'0,"-3"4"-4389"0"0,-3 6-173 0 0,0-1 0 0 0,1 1 0 0 0,0 1 0 0 0,0-1 0 0 0,2 1 0 0 0,-5 14 0 0 0,7-21-304 0 0,0 1 1 0 0,0-1-1 0 0,0 1 0 0 0,1-1 1 0 0,-1 1-1 0 0,1 0 0 0 0,0-1 1 0 0,1 1-1 0 0,-1-1 1 0 0,1 1-1 0 0,0-1 0 0 0,0 1 1 0 0,0-1-1 0 0,1 1 0 0 0,-1-1 1 0 0,1 0-1 0 0,0 0 1 0 0,0 0-1 0 0,5 7 0 0 0,-5-9-64 0 0,0 0-1 0 0,0 0 0 0 0,1-1 1 0 0,-1 1-1 0 0,0 0 0 0 0,1-1 1 0 0,-1 1-1 0 0,1-1 0 0 0,0 0 1 0 0,-1 0-1 0 0,1 0 0 0 0,0 0 1 0 0,0-1-1 0 0,-1 1 1 0 0,1-1-1 0 0,0 1 0 0 0,0-1 1 0 0,0 0-1 0 0,0 0 0 0 0,0 0 1 0 0,0-1-1 0 0,-1 1 0 0 0,1-1 1 0 0,0 1-1 0 0,0-1 0 0 0,-1 0 1 0 0,1 0-1 0 0,0 0 0 0 0,-1-1 1 0 0,1 1-1 0 0,-1 0 0 0 0,1-1 1 0 0,2-2-1 0 0,-1 1 53 0 0,0 0 1 0 0,0 0-1 0 0,0 0 0 0 0,-1 0 1 0 0,1-1-1 0 0,-1 1 0 0 0,0-1 1 0 0,0 0-1 0 0,0 0 0 0 0,0 0 0 0 0,-1-1 1 0 0,0 1-1 0 0,0 0 0 0 0,0-1 1 0 0,0 0-1 0 0,-1 1 0 0 0,1-1 1 0 0,0-8-1 0 0,-2 9-55 0 0,-1 1 0 0 0,0-1 0 0 0,1 1 0 0 0,-1 0 0 0 0,0-1 0 0 0,0 1 0 0 0,-1 0 0 0 0,1 0 0 0 0,-1 0 0 0 0,0 0 0 0 0,1 0 0 0 0,-1 0 0 0 0,-1 0 0 0 0,1 1 0 0 0,0-1 0 0 0,-1 1 0 0 0,1 0 0 0 0,-1-1 0 0 0,0 1 0 0 0,1 0 0 0 0,-1 0 1 0 0,0 1-1 0 0,0-1 0 0 0,0 1 0 0 0,-1-1 0 0 0,1 1 0 0 0,-7-1 0 0 0,8 1-281 0 0,-21 5-1642 0 0</inkml:trace>
</inkml:ink>
</file>

<file path=ppt/ink/ink7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2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117 223 44 0 0,'3'-2'548'0'0,"0"0"-1"0"0,0 0 1 0 0,0 0-1 0 0,0-1 1 0 0,0 1-1 0 0,0-1 1 0 0,0 0-1 0 0,-1 0 1 0 0,0 0-1 0 0,1 0 1 0 0,-1 0-1 0 0,0 0 1 0 0,-1-1-1 0 0,1 1 1 0 0,0-1-1 0 0,-1 1 1 0 0,0-1-1 0 0,0 0 1 0 0,0 1-1 0 0,0-8 1 0 0,-1 9-176 0 0,-31-7 1113 0 0,24 9-1353 0 0,0 1-1 0 0,0 0 1 0 0,0 0-1 0 0,0 1 1 0 0,0-1-1 0 0,1 1 1 0 0,-1 1-1 0 0,1-1 1 0 0,-1 1-1 0 0,-11 8 1 0 0,15-9-100 0 0,-1 0 1 0 0,1 0-1 0 0,0 1 1 0 0,0 0 0 0 0,0-1-1 0 0,1 1 1 0 0,-1 0-1 0 0,0 1 1 0 0,1-1-1 0 0,0 0 1 0 0,0 1-1 0 0,0-1 1 0 0,0 1 0 0 0,1-1-1 0 0,-1 1 1 0 0,1 0-1 0 0,0 0 1 0 0,0 0-1 0 0,0 0 1 0 0,0 7-1 0 0,1-8-22 0 0,1 0-1 0 0,-1-1 0 0 0,1 1 1 0 0,0-1-1 0 0,-1 1 0 0 0,1-1 1 0 0,0 0-1 0 0,1 1 0 0 0,-1-1 1 0 0,0 0-1 0 0,1 0 0 0 0,-1 0 1 0 0,1 0-1 0 0,-1 0 0 0 0,1 0 1 0 0,0 0-1 0 0,0 0 0 0 0,0-1 1 0 0,0 1-1 0 0,0-1 0 0 0,0 0 1 0 0,1 1-1 0 0,-1-1 0 0 0,0 0 1 0 0,1 0-1 0 0,-1 0 0 0 0,1-1 1 0 0,2 2-1 0 0,8 1 22 0 0,-1 0 0 0 0,1-1 1 0 0,25 1-1 0 0,-18-3-21 0 0,0 0 1 0 0,-1-2 0 0 0,1 0-1 0 0,-1-2 1 0 0,1 0 0 0 0,-1-1-1 0 0,0-1 1 0 0,0 0-1 0 0,-1-2 1 0 0,0 0 0 0 0,-1-1-1 0 0,1-1 1 0 0,-2-1 0 0 0,22-16-1 0 0,-32 21 5 0 0,0 0-1 0 0,0-1 0 0 0,-1 1 1 0 0,0-1-1 0 0,-1 0 1 0 0,1 0-1 0 0,-1-1 1 0 0,6-14-1 0 0,-10 20-21 0 0,1 1 7 0 0,-1 1 0 0 0,0 0 0 0 0,0 0 0 0 0,1 0 0 0 0,-1-1 0 0 0,0 1 0 0 0,0 0 0 0 0,0 0-1 0 0,0 0 1 0 0,0-1 0 0 0,1 1 0 0 0,-1 0 0 0 0,0 0 0 0 0,0-1 0 0 0,0 1 0 0 0,0 0 0 0 0,0 0-1 0 0,0-1 1 0 0,0 1 0 0 0,0 0 0 0 0,0-1 0 0 0,0 1 0 0 0,0 0 0 0 0,0 0 0 0 0,0-1 0 0 0,0 1-1 0 0,0 0 1 0 0,0 0 0 0 0,0-1 0 0 0,0 1 0 0 0,0 0 0 0 0,0 0 0 0 0,-1-1 0 0 0,1 1 0 0 0,0 0-1 0 0,0 0 1 0 0,0-1 0 0 0,0 1 0 0 0,-1 0 0 0 0,1 0 0 0 0,0 0 0 0 0,0 0 0 0 0,0-1 0 0 0,-1 1-1 0 0,1 0 1 0 0,0 0 0 0 0,0 0 0 0 0,-1 0 0 0 0,1 0 0 0 0,0 0 0 0 0,-1-1 0 0 0,-14-12 13 0 0,14 12-9 0 0,-1 1 21 0 0,-2 1-39 0 0,1 0 11 0 0,0 0-1 0 0,0 0 1 0 0,0 0-1 0 0,0 0 1 0 0,0 1-1 0 0,0 0 0 0 0,1-1 1 0 0,-1 1-1 0 0,0 0 1 0 0,1 0-1 0 0,0 1 1 0 0,-1-1-1 0 0,1 0 1 0 0,0 1-1 0 0,0 0 1 0 0,0-1-1 0 0,0 1 1 0 0,1 0-1 0 0,-1 0 1 0 0,1 0-1 0 0,0 0 1 0 0,0 0-1 0 0,0 0 1 0 0,0 0-1 0 0,0 5 1 0 0,0-6 0 0 0,1 1 0 0 0,0-1 0 0 0,0 1 0 0 0,1 0 0 0 0,-1-1 0 0 0,0 1 0 0 0,1-1 0 0 0,0 1 0 0 0,-1-1 0 0 0,1 1 0 0 0,0-1 0 0 0,0 0 0 0 0,0 1 0 0 0,1-1 0 0 0,2 4 1 0 0,-1-2 3 0 0,0-1 1 0 0,1 0 0 0 0,-1 0 0 0 0,1 0 0 0 0,0-1 0 0 0,-1 1 0 0 0,1-1 0 0 0,0 0 0 0 0,1 0 0 0 0,-1 0 0 0 0,0 0 0 0 0,6 1 0 0 0,-4-2-2 0 0,0 0 0 0 0,-1 0 0 0 0,1-1 0 0 0,0 0 0 0 0,0 0 0 0 0,0 0 0 0 0,0-1 0 0 0,0 1 0 0 0,0-1 0 0 0,-1-1 0 0 0,1 1 0 0 0,0-1 0 0 0,-1 0 0 0 0,1-1 0 0 0,7-4 0 0 0,-4 4-11 0 0,20-13 37 0 0,0 0 0 0 0,36-28 0 0 0,-47 30-27 0 0,0 1 0 0 0,1 0 0 0 0,1 2 0 0 0,0 1 0 0 0,0 0 0 0 0,43-13 0 0 0,-61 22-1 0 0,0 1 0 0 0,0 0 0 0 0,0 0 0 0 0,0 0 1 0 0,1 0-1 0 0,-1 0 0 0 0,0 0 0 0 0,0 1 0 0 0,0-1 0 0 0,0 1 0 0 0,0-1 1 0 0,0 1-1 0 0,0 0 0 0 0,0 0 0 0 0,0 0 0 0 0,0 0 0 0 0,-1 0 0 0 0,1 0 0 0 0,0 0 1 0 0,-1 1-1 0 0,1-1 0 0 0,0 0 0 0 0,-1 1 0 0 0,0 0 0 0 0,1-1 0 0 0,-1 1 1 0 0,0 0-1 0 0,0 0 0 0 0,0 0 0 0 0,0-1 0 0 0,1 4 0 0 0,6 8-6 0 0,-7-11 12 0 0,0 0 0 0 0,0 0 0 0 0,-1 0 0 0 0,1 1 1 0 0,-1-1-1 0 0,0 0 0 0 0,1 0 0 0 0,-1 1 0 0 0,0-1 0 0 0,0 0 0 0 0,-1 0 1 0 0,1 1-1 0 0,0-1 0 0 0,-1 0 0 0 0,1 0 0 0 0,-1 0 0 0 0,0 1 0 0 0,-2 2 1 0 0,-16 37-14 0 0,18-42 8 0 0,-12 22 69 0 0,16-30-50 0 0,25-34-74 0 0,-7 22 39 0 0,2 0 0 0 0,0 2 0 0 0,1 0 0 0 0,1 2 0 0 0,32-16 0 0 0,-46 27 11 0 0,0-1 0 0 0,0 2 0 0 0,1-1 0 0 0,0 2 0 0 0,0-1 0 0 0,0 2 0 0 0,0 0 0 0 0,1 0 0 0 0,-1 1 0 0 0,0 1 0 0 0,1 0 0 0 0,-1 0 0 0 0,1 1 0 0 0,-1 1 0 0 0,14 3 0 0 0,-21-3 6 0 0,-1-1 0 0 0,0 1 0 0 0,1-1 0 0 0,-1 1-1 0 0,0 1 1 0 0,0-1 0 0 0,0 0 0 0 0,0 1 0 0 0,-1 0 0 0 0,1 0-1 0 0,-1 0 1 0 0,1 0 0 0 0,-1 1 0 0 0,5 6 0 0 0,-7-7 7 0 0,0 0-1 0 0,0-1 1 0 0,0 1 0 0 0,0 0 0 0 0,0-1 0 0 0,-1 1-1 0 0,1 0 1 0 0,-1 0 0 0 0,0 0 0 0 0,0 0 0 0 0,0 0 0 0 0,0-1-1 0 0,0 1 1 0 0,0 0 0 0 0,-1 0 0 0 0,0 0 0 0 0,1 0-1 0 0,-1-1 1 0 0,0 1 0 0 0,0 0 0 0 0,-1-1 0 0 0,1 1 0 0 0,0-1-1 0 0,-4 4 1 0 0,3-2 14 0 0,-1 0 0 0 0,0-1 0 0 0,0 1 0 0 0,0-1 0 0 0,-1 0 0 0 0,1 0 0 0 0,-1 0 0 0 0,0 0 0 0 0,0-1 0 0 0,-4 3 1 0 0,6-4-123 0 0,-13 7-1632 0 0,2 0-6722 0 0</inkml:trace>
</inkml:ink>
</file>

<file path=ppt/ink/ink7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5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74 820 0 0,'17'-73'12427'0'0,"-18"78"-11723"0"0,-11 63 760 0 0,4 1 1 0 0,2 0-1 0 0,5 99 0 0 0,5-47-847 0 0,-7-76-4540 0 0,3-43 2956 0 0,-8 2-845 0 0,-15-6-9011 0 0</inkml:trace>
</inkml:ink>
</file>

<file path=ppt/ink/ink7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6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0 643 544 0 0,'76'-30'1932'0'0,"82"-21"0"0"0,-80 28-776 0 0,89-40 1 0 0,-144 52-934 0 0,-1 0 0 0 0,0-2 1 0 0,0 0-1 0 0,-2-2 1 0 0,1 0-1 0 0,-2-1 1 0 0,0-1-1 0 0,17-21 0 0 0,-30 32-93 0 0,0-1 0 0 0,-1 0 0 0 0,-1 0 0 0 0,1-1 0 0 0,-1 1 0 0 0,0-1 0 0 0,-1 0 0 0 0,1 0-1 0 0,-2 0 1 0 0,1-1 0 0 0,-1 1 0 0 0,-1-1 0 0 0,1 1 0 0 0,-1-1 0 0 0,-1 1 0 0 0,0-1-1 0 0,0 0 1 0 0,0 1 0 0 0,-1-1 0 0 0,-1 0 0 0 0,1 1 0 0 0,-2 0 0 0 0,1-1 0 0 0,-1 1 0 0 0,0 0-1 0 0,0 0 1 0 0,-1 0 0 0 0,-1 1 0 0 0,1-1 0 0 0,-1 1 0 0 0,0 0 0 0 0,0 0 0 0 0,-1 1-1 0 0,0 0 1 0 0,0 0 0 0 0,-1 0 0 0 0,0 1 0 0 0,0-1 0 0 0,0 2 0 0 0,-10-6 0 0 0,14 8-83 0 0,1 0 1 0 0,-1 1 0 0 0,1-1 0 0 0,-1 1 0 0 0,0 0 0 0 0,0-1 0 0 0,0 1-1 0 0,1 0 1 0 0,-1 1 0 0 0,0-1 0 0 0,0 1 0 0 0,0-1 0 0 0,0 1 0 0 0,0 0-1 0 0,-1 0 1 0 0,1 0 0 0 0,0 0 0 0 0,0 1 0 0 0,0-1 0 0 0,0 1 0 0 0,0 0-1 0 0,1 0 1 0 0,-1 0 0 0 0,0 0 0 0 0,0 0 0 0 0,0 1 0 0 0,1-1 0 0 0,-1 1-1 0 0,1 0 1 0 0,-1-1 0 0 0,1 1 0 0 0,0 0 0 0 0,0 1 0 0 0,0-1-1 0 0,0 0 1 0 0,0 1 0 0 0,0-1 0 0 0,1 1 0 0 0,-1-1 0 0 0,1 1 0 0 0,-1 0-1 0 0,1 0 1 0 0,-1 3 0 0 0,-4 9 78 0 0,0 1 0 0 0,1-1 0 0 0,1 1 0 0 0,0 0 0 0 0,1 1 0 0 0,1-1 0 0 0,1 0 0 0 0,1 33 0 0 0,4 9 144 0 0,15 69-1 0 0,-4-27-72 0 0,-12-83-141 0 0,1-1-1 0 0,10 30 1 0 0,-9-31 3 0 0,0 0 0 0 0,5 29 0 0 0,-11-43-53 0 0,1 0 0 0 0,0 0-1 0 0,0-1 1 0 0,0 1-1 0 0,0 0 1 0 0,0 0 0 0 0,1 0-1 0 0,-1-1 1 0 0,0 1-1 0 0,0 0 1 0 0,0 0 0 0 0,1-1-1 0 0,-1 1 1 0 0,0 0-1 0 0,1 0 1 0 0,-1-1 0 0 0,1 1-1 0 0,-1 0 1 0 0,1-1-1 0 0,-1 1 1 0 0,1 0 0 0 0,-1-1-1 0 0,1 1 1 0 0,0-1-1 0 0,-1 1 1 0 0,1-1 0 0 0,0 1-1 0 0,1 0 1 0 0,23-9 24 0 0,-16 4-31 0 0,-8 3 11 0 0,5 1-22 0 0,-1-1 10 0 0,1 1 1 0 0,0 0-1 0 0,0 0 1 0 0,-1 0-1 0 0,11 3 0 0 0,-10-3-9 0 0,10 2 17 0 0,1-2 0 0 0,-1 0 0 0 0,0-1 0 0 0,0 0 0 0 0,1-1 0 0 0,-1-1 0 0 0,-1-1 0 0 0,1 0 0 0 0,0-1-1 0 0,-1-1 1 0 0,20-10 0 0 0,-33 15-2 0 0,0-1 0 0 0,0 1 0 0 0,0-1 0 0 0,-1 1 0 0 0,1-1 0 0 0,-1 0 0 0 0,1 0 0 0 0,-1 0 1 0 0,1 0-1 0 0,-1 0 0 0 0,0 0 0 0 0,0 0 0 0 0,0 0 0 0 0,0 0 0 0 0,1-4 0 0 0,-2 3 17 0 0,1 2 69 0 0,1-14 749 0 0,-3 15-551 0 0,4 3-455 0 0,0 1 0 0 0,0-1 0 0 0,1 0 0 0 0,-1 0 0 0 0,1-1 0 0 0,0 1 0 0 0,-1-1 0 0 0,1 0 0 0 0,0 0 0 0 0,0 0 0 0 0,8 2 0 0 0,45 8-3960 0 0,-17-9-2916 0 0,-21-1 3250 0 0</inkml:trace>
</inkml:ink>
</file>

<file path=ppt/ink/ink7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6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118 432 616 0 0,'-8'7'5083'0'0,"-18"14"-1219"0"0,17-14-3568 0 0,0 0-1 0 0,1 1 1 0 0,0 0 0 0 0,0 1-1 0 0,1 0 1 0 0,-10 15-1 0 0,14-18-108 0 0,0 0 1 0 0,1 0-1 0 0,0 0 0 0 0,0 0 0 0 0,0 0 0 0 0,1 1 0 0 0,0-1 0 0 0,0 1 0 0 0,0 10 0 0 0,1-15-147 0 0,0-1 0 0 0,1 1 0 0 0,-1 0 0 0 0,0-1 0 0 0,1 1 1 0 0,-1-1-1 0 0,1 1 0 0 0,0-1 0 0 0,-1 1 0 0 0,1-1 0 0 0,0 0 0 0 0,0 1 0 0 0,0-1 0 0 0,0 0 0 0 0,0 0 0 0 0,0 1 0 0 0,0-1 0 0 0,2 1 0 0 0,-1-1-16 0 0,1 0 0 0 0,-1 0 0 0 0,1 0 0 0 0,-1 0 1 0 0,1 0-1 0 0,0 0 0 0 0,-1-1 0 0 0,1 1 0 0 0,0-1 0 0 0,0 0 0 0 0,-1 0 0 0 0,1 0 0 0 0,0 0 0 0 0,3-1 0 0 0,6-1 15 0 0,0 0 1 0 0,0-1 0 0 0,0-1 0 0 0,-1 0 0 0 0,1 0-1 0 0,-1-1 1 0 0,0-1 0 0 0,0 0 0 0 0,-1 0 0 0 0,0-1-1 0 0,0-1 1 0 0,0 1 0 0 0,9-11 0 0 0,3-5-5 0 0,-1-1 0 0 0,0-1 0 0 0,30-50 1 0 0,-40 54-20 0 0,-1 0 0 0 0,0-1 0 0 0,-2 0 0 0 0,0 0 0 0 0,-2-1 0 0 0,0 0 0 0 0,-2-1 1 0 0,0 1-1 0 0,-2-1 0 0 0,0 1 0 0 0,-2-1 0 0 0,-4-43 0 0 0,3 63 50 0 0,0 0 0 0 0,1 0-1 0 0,-2 0 1 0 0,1-1 0 0 0,0 1 0 0 0,-1 0-1 0 0,0 1 1 0 0,0-1 0 0 0,0 0 0 0 0,0 0-1 0 0,0 1 1 0 0,-1-1 0 0 0,0 1 0 0 0,1 0 0 0 0,-1 0-1 0 0,-1 0 1 0 0,1 0 0 0 0,-4-2 0 0 0,4 6 10 0 0,0 0 1 0 0,0 0 0 0 0,0 1 0 0 0,1-1 0 0 0,-1 1 0 0 0,0 0-1 0 0,1-1 1 0 0,-1 1 0 0 0,1 1 0 0 0,0-1 0 0 0,-3 4 0 0 0,-5 5 69 0 0,0 1 0 0 0,2 1 0 0 0,-1-1 1 0 0,2 1-1 0 0,0 1 0 0 0,0-1 1 0 0,1 1-1 0 0,1 0 0 0 0,0 1 0 0 0,1-1 1 0 0,1 1-1 0 0,0 0 0 0 0,1 0 0 0 0,0 0 1 0 0,2 0-1 0 0,0 0 0 0 0,2 19 1 0 0,-1-15-427 0 0,2-1 1 0 0,0 0 0 0 0,1 0 0 0 0,1 0 0 0 0,0 0 0 0 0,2-1-1 0 0,0 0 1 0 0,1 0 0 0 0,0-1 0 0 0,1 0 0 0 0,1 0 0 0 0,1-1-1 0 0,23 26 1 0 0,8-11-2892 0 0,-10-15-3075 0 0,-15-10 2303 0 0</inkml:trace>
</inkml:ink>
</file>

<file path=ppt/ink/ink7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219 462 516 0 0,'-1'-2'360'0'0,"0"0"-1"0"0,-1 0 1 0 0,1 0 0 0 0,-1 1 0 0 0,1-1-1 0 0,-1 0 1 0 0,0 1 0 0 0,0-1-1 0 0,0 1 1 0 0,0-1 0 0 0,0 1-1 0 0,0 0 1 0 0,0 0 0 0 0,0 0 0 0 0,0 0-1 0 0,-1 0 1 0 0,1 1 0 0 0,0-1-1 0 0,0 1 1 0 0,-1-1 0 0 0,1 1 0 0 0,-4 0-1 0 0,1 0-36 0 0,0 1 0 0 0,0 0-1 0 0,-1 0 1 0 0,1 0 0 0 0,0 1-1 0 0,0 0 1 0 0,0 0 0 0 0,1 0 0 0 0,-10 5-1 0 0,-1 3 155 0 0,1 1 0 0 0,0 0-1 0 0,0 1 1 0 0,1 0-1 0 0,-15 18 1 0 0,27-28-430 0 0,0-1 0 0 0,-1 1 0 0 0,1-1 0 0 0,0 1 0 0 0,0-1 0 0 0,0 1 0 0 0,0 0 0 0 0,0 0 0 0 0,0-1 0 0 0,1 1 0 0 0,-1 0 0 0 0,1 0 0 0 0,-1 0 0 0 0,0 3 0 0 0,1-4-27 0 0,1-1 1 0 0,-1 1-1 0 0,0 0 0 0 0,0-1 0 0 0,0 1 0 0 0,1-1 1 0 0,-1 1-1 0 0,0 0 0 0 0,1-1 0 0 0,-1 1 0 0 0,0-1 1 0 0,1 1-1 0 0,-1-1 0 0 0,1 1 0 0 0,-1-1 0 0 0,1 0 1 0 0,-1 1-1 0 0,1-1 0 0 0,-1 1 0 0 0,1-1 0 0 0,-1 0 0 0 0,1 1 1 0 0,0-1-1 0 0,-1 0 0 0 0,1 0 0 0 0,0 0 0 0 0,-1 1 1 0 0,1-1-1 0 0,4 0 22 0 0,-1 1 0 0 0,1-1-1 0 0,-1 0 1 0 0,1 0 0 0 0,-1-1 0 0 0,1 1 0 0 0,-1-1 0 0 0,1 0 0 0 0,-1 0 0 0 0,8-4 0 0 0,-4 2-56 0 0,1 0 1 0 0,0 0-1 0 0,0 1 1 0 0,0 0-1 0 0,0 1 1 0 0,0 0-1 0 0,0 0 1 0 0,0 1-1 0 0,1 0 1 0 0,-1 1-1 0 0,0 0 1 0 0,0 0-1 0 0,0 1 0 0 0,0 0 1 0 0,9 4 0 0 0,-9-5-43 0 0,0 0 0 0 0,1 0 0 0 0,0-1 1 0 0,-1 0-1 0 0,1-1 0 0 0,-1 0 1 0 0,0-1-1 0 0,1 0 0 0 0,-1 0 1 0 0,0-1-1 0 0,0 0 0 0 0,0 0 1 0 0,0-1-1 0 0,-1 0 0 0 0,1-1 1 0 0,-1 0-1 0 0,0 0 0 0 0,-1-1 0 0 0,1 0 1 0 0,8-8-1 0 0,0-2 32 0 0,1 0 1 0 0,-2-2-1 0 0,0 1 0 0 0,-1-2 1 0 0,-1 0-1 0 0,-1 0 0 0 0,15-33 1 0 0,-12 18-6 0 0,-1-1 0 0 0,9-37 0 0 0,-20 58 47 0 0,0 0-1 0 0,-1 0 0 0 0,0 0 0 0 0,-1 0 0 0 0,-1 0 0 0 0,0-1 0 0 0,-1 1 1 0 0,-4-23-1 0 0,5 35 8 0 0,0 1 1 0 0,0-1-1 0 0,-1 0 0 0 0,1 0 1 0 0,0 1-1 0 0,-1-1 0 0 0,1 0 1 0 0,-1 1-1 0 0,0-1 1 0 0,1 0-1 0 0,-1 1 0 0 0,0-1 1 0 0,0 1-1 0 0,0-1 1 0 0,0 1-1 0 0,0 0 0 0 0,0-1 1 0 0,-1 1-1 0 0,1 0 1 0 0,0 0-1 0 0,-1 0 0 0 0,1 0 1 0 0,-1 0-1 0 0,1 0 1 0 0,-1 0-1 0 0,1 1 0 0 0,-1-1 1 0 0,0 0-1 0 0,1 1 1 0 0,-1-1-1 0 0,0 1 0 0 0,0 0 1 0 0,1 0-1 0 0,-1-1 1 0 0,0 1-1 0 0,0 0 0 0 0,1 0 1 0 0,-1 1-1 0 0,0-1 1 0 0,0 0-1 0 0,1 1 0 0 0,-1-1 1 0 0,0 1-1 0 0,1-1 1 0 0,-1 1-1 0 0,0 0 0 0 0,1-1 1 0 0,-1 1-1 0 0,1 0 1 0 0,0 0-1 0 0,-3 2 0 0 0,-6 4 61 0 0,1 0 0 0 0,0 0 0 0 0,0 1-1 0 0,0 0 1 0 0,1 0 0 0 0,-9 13 0 0 0,10-10-51 0 0,0-1 1 0 0,0 2-1 0 0,1-1 1 0 0,0 0-1 0 0,1 1 1 0 0,0 0-1 0 0,1 1 1 0 0,1-1-1 0 0,0 1 1 0 0,0-1-1 0 0,1 1 1 0 0,1 0-1 0 0,0 0 1 0 0,1 0-1 0 0,1 0 1 0 0,-1 0-1 0 0,2-1 1 0 0,0 1-1 0 0,1 0 1 0 0,0-1-1 0 0,0 1 1 0 0,2-1-1 0 0,-1 0 1 0 0,2 0-1 0 0,-1-1 1 0 0,13 18-1 0 0,-13-21-24 0 0,2 0-1 0 0,-1 0 1 0 0,1 0-1 0 0,0-1 0 0 0,1 0 1 0 0,0 0-1 0 0,0-1 1 0 0,0 0-1 0 0,1 0 0 0 0,0-1 1 0 0,0 0-1 0 0,15 6 1 0 0,-12-8-8 0 0,0 0-1 0 0,1 0 1 0 0,-1-1 0 0 0,0-1 0 0 0,1 0 0 0 0,-1-1 0 0 0,1 0-1 0 0,-1-1 1 0 0,1 0 0 0 0,14-4 0 0 0,-18 3 6 0 0,-1-1 1 0 0,1 1-1 0 0,-1-2 1 0 0,1 1-1 0 0,-1-1 1 0 0,0-1-1 0 0,0 1 1 0 0,-1-2-1 0 0,0 1 0 0 0,1-1 1 0 0,8-9-1 0 0,-15 14-5 0 0,4-13 16 0 0,-3 9 28 0 0,-11-2-34 0 0,6 5-19 0 0,2 2-1 0 0,-1-1 8 0 0,0 1 0 0 0,0 0 0 0 0,0-1 0 0 0,0 1 0 0 0,0 0 0 0 0,0 0 0 0 0,0 0 0 0 0,0 1 0 0 0,0-1 0 0 0,0 0 0 0 0,0 1-1 0 0,0-1 1 0 0,0 1 0 0 0,-2 1 0 0 0,-3 2 1 0 0,0 1-1 0 0,1 0 1 0 0,0 0-1 0 0,0 1 1 0 0,0 0-1 0 0,0 0 1 0 0,1 0-1 0 0,0 1 0 0 0,1 0 1 0 0,-1 0-1 0 0,1 0 1 0 0,-3 9-1 0 0,6-15 13 0 0,1 0-14 0 0,0 1 1 0 0,0-1 0 0 0,0 0 0 0 0,0 0 0 0 0,0 0 1 0 0,0 0-1 0 0,0 0 0 0 0,0 0 0 0 0,0 0 0 0 0,0 0 0 0 0,1 0 0 0 0,-1 0 0 0 0,0 0 0 0 0,1 0 0 0 0,-1 0 0 0 0,1 0 0 0 0,-1 0 1 0 0,2 1-1 0 0,-1 0 18 0 0,3-3-10 0 0,52-20-134 0 0,-36 13 351 0 0,1 1-1 0 0,41-10 1 0 0,-54 16-252 0 0,-1 0 1 0 0,1 0-1 0 0,0 1 1 0 0,0 0 0 0 0,-1 1-1 0 0,1 0 1 0 0,0 0-1 0 0,-1 0 1 0 0,1 1 0 0 0,-1 0-1 0 0,0 1 1 0 0,12 5-1 0 0,2 6-4886 0 0</inkml:trace>
</inkml:ink>
</file>

<file path=ppt/ink/ink7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18.2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89 432 0 0,'4'-7'823'0'0,"0"1"0"0"0,1-1 1 0 0,0 1-1 0 0,0-1 0 0 0,0 1 0 0 0,1 1 0 0 0,-1-1 1 0 0,1 1-1 0 0,1 0 0 0 0,-1 0 0 0 0,1 1 0 0 0,0 0 0 0 0,0 0 1 0 0,11-4-1 0 0,-16 7-710 0 0,1 0 1 0 0,-1 1-1 0 0,1-1 1 0 0,-1 1-1 0 0,1 0 1 0 0,-1 0-1 0 0,0 0 1 0 0,1 0-1 0 0,-1 0 1 0 0,1 1-1 0 0,3 0 1 0 0,17 14-2316 0 0,-25 3-7094 0 0</inkml:trace>
</inkml:ink>
</file>

<file path=ppt/ink/ink7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0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39 516 0 0,'-15'-39'6551'0'0,"10"68"308"0"0,-9 74-6246 0 0,6-41-170 0 0,8-59-336 0 0,-18 117 529 0 0,-5 0 1 0 0,-5-1-1 0 0,-50 128 1 0 0,69-226-541 0 0,6-17-72 0 0,1 1 0 0 0,-1 0 1 0 0,1 0-1 0 0,1 0 0 0 0,-1 0 0 0 0,1 1 0 0 0,0-1 1 0 0,0 0-1 0 0,-1 11 0 0 0,2-16-16 0 0,4 7 47 0 0,21-5-48 0 0,30-12-222 0 0,-1-3 0 0 0,81-30-1 0 0,-83 25-1077 0 0,-42 15 629 0 0,1-1 0 0 0,-1-1 0 0 0,-1 1 0 0 0,17-12 0 0 0,9-17-6699 0 0,-26 21 4310 0 0</inkml:trace>
</inkml:ink>
</file>

<file path=ppt/ink/ink7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0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31 180 12 0 0,'-2'-1'216'0'0,"-1"-1"1"0"0,1 0-1 0 0,0 0 1 0 0,0 0-1 0 0,0 0 1 0 0,0 0-1 0 0,0-1 1 0 0,0 1-1 0 0,0-1 1 0 0,1 1-1 0 0,0-1 1 0 0,-1 0-1 0 0,1 1 0 0 0,0-1 1 0 0,0 0-1 0 0,0 0 1 0 0,1 0-1 0 0,-1 0 1 0 0,1 1-1 0 0,-1-1 1 0 0,1 0-1 0 0,0 0 1 0 0,0 0-1 0 0,1-4 1 0 0,1 2-74 0 0,0 1 0 0 0,0 0 1 0 0,0 0-1 0 0,1 0 0 0 0,-1 0 1 0 0,1 0-1 0 0,0 0 0 0 0,0 1 0 0 0,1-1 1 0 0,-1 1-1 0 0,1 0 0 0 0,-1 0 1 0 0,1 0-1 0 0,0 1 0 0 0,6-4 1 0 0,5-2-47 0 0,1 1 1 0 0,-1 0-1 0 0,2 1 1 0 0,-1 0-1 0 0,0 1 1 0 0,1 1-1 0 0,20-2 0 0 0,-21 4-1105 0 0,0 1-1 0 0,0 1 1 0 0,0 0-1 0 0,25 4 1 0 0,-22-1-934 0 0</inkml:trace>
</inkml:ink>
</file>

<file path=ppt/ink/ink7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0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33 84 0 0,'-5'17'757'0'0,"0"0"1"0"0,1 1-1 0 0,0 0 1 0 0,2-1-1 0 0,0 1 0 0 0,1 0 1 0 0,1 0-1 0 0,0 0 1 0 0,1 0-1 0 0,2 0 0 0 0,-1 0 1 0 0,8 23-1 0 0,-7-9-35 0 0,-2-16 40 0 0,-1-14 570 0 0,-2-7-1212 0 0,-3-14-19 0 0,0 0 1 0 0,1 0-1 0 0,1-1 0 0 0,0 1 1 0 0,1-40-1 0 0,2 51-89 0 0,1 0-1 0 0,0-1 0 0 0,0 1 1 0 0,1 0-1 0 0,-1-1 1 0 0,2 1-1 0 0,-1 0 0 0 0,1 0 1 0 0,1 1-1 0 0,-1-1 0 0 0,1 1 1 0 0,1-1-1 0 0,-1 1 1 0 0,1 0-1 0 0,0 1 0 0 0,1-1 1 0 0,7-6-1 0 0,-9 9-10 0 0,1 1-1 0 0,-1 0 0 0 0,1 0 0 0 0,0 0 1 0 0,0 0-1 0 0,1 1 0 0 0,-1-1 1 0 0,0 1-1 0 0,1 1 0 0 0,-1-1 0 0 0,1 1 1 0 0,-1 0-1 0 0,1 0 0 0 0,0 1 1 0 0,0-1-1 0 0,-1 1 0 0 0,9 1 0 0 0,-6 1 0 0 0,0 0 0 0 0,-1 0 0 0 0,1 0 0 0 0,-1 1 0 0 0,0 0 0 0 0,0 0 0 0 0,0 1 0 0 0,0 0 0 0 0,-1 0 0 0 0,0 1 0 0 0,11 9 0 0 0,-9-7 4 0 0,-1 0-1 0 0,0 0 1 0 0,-1 1-1 0 0,0 0 1 0 0,0 0-1 0 0,-1 0 1 0 0,0 1-1 0 0,0 0 1 0 0,-1 0-1 0 0,0 0 1 0 0,-1 0-1 0 0,0 1 1 0 0,0-1-1 0 0,-1 1 1 0 0,0 0-1 0 0,-1-1 1 0 0,0 1-1 0 0,-1 0 1 0 0,1 0-1 0 0,-3 15 1 0 0,-1-16 7 0 0,0 0 0 0 0,0 0 0 0 0,-1 0 0 0 0,0-1 0 0 0,-1 1 0 0 0,0-1 0 0 0,0 0 0 0 0,-1 0 0 0 0,0-1 0 0 0,0 0 0 0 0,0 0 0 0 0,-1 0 0 0 0,0-1 0 0 0,-1 0 0 0 0,0 0 0 0 0,1-1 0 0 0,-2 0 0 0 0,1 0 0 0 0,-1-1 0 0 0,1 0 0 0 0,-1 0 0 0 0,-10 2 0 0 0,18-6-125 0 0,0 0 1 0 0,-1 1-1 0 0,1-1 1 0 0,0 0-1 0 0,0 0 1 0 0,-1 0-1 0 0,1 0 1 0 0,0 0-1 0 0,0 0 1 0 0,0-1-1 0 0,-1 1 1 0 0,1 0-1 0 0,0-1 1 0 0,0 1-1 0 0,0-1 1 0 0,0 1-1 0 0,-1-1 1 0 0,1 1-1 0 0,0-1 1 0 0,0 0-1 0 0,-1-1 1 0 0,-9-12-4518 0 0,8 11 3141 0 0</inkml:trace>
</inkml:ink>
</file>

<file path=ppt/ink/ink7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1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1 198 244 0 0,'16'-3'825'0'0,"0"-1"0"0"0,0 0 0 0 0,0-1 1 0 0,0-1-1 0 0,-1 0 0 0 0,0-2 0 0 0,0 1 0 0 0,-1-2 0 0 0,0 0 0 0 0,0-1 0 0 0,18-16 1 0 0,-22 13 455 0 0,-20 13-106 0 0,-17 7-658 0 0,19-2-442 0 0,1 0 0 0 0,-1 1 0 0 0,1-1-1 0 0,0 2 1 0 0,0-1 0 0 0,0 1 0 0 0,1-1 0 0 0,0 2 0 0 0,0-1 0 0 0,1 1 0 0 0,0 0 0 0 0,0 0 0 0 0,1 0 0 0 0,0 1 0 0 0,1-1 0 0 0,-4 12 0 0 0,7-18-62 0 0,-1 1-1 0 0,1-1 0 0 0,-1 0 1 0 0,1 1-1 0 0,0-1 0 0 0,0 0 0 0 0,0 1 1 0 0,0-1-1 0 0,0 0 0 0 0,1 1 1 0 0,-1-1-1 0 0,0 0 0 0 0,1 0 1 0 0,0 1-1 0 0,0-1 0 0 0,0 0 1 0 0,0 0-1 0 0,0 0 0 0 0,0 0 0 0 0,0 0 1 0 0,1 0-1 0 0,1 2 0 0 0,0-2 2 0 0,0 1 0 0 0,0-1 0 0 0,0 0 1 0 0,0 0-1 0 0,1 0 0 0 0,-1-1 0 0 0,1 1 0 0 0,0-1 0 0 0,-1 0 0 0 0,1 0 0 0 0,0 0 0 0 0,4 1 0 0 0,8-1 7 0 0,0 0-1 0 0,0-1 1 0 0,0-1 0 0 0,-1 0 0 0 0,23-5-1 0 0,-15 2-58 0 0,0-1-1 0 0,-1-2 1 0 0,1 0-1 0 0,-1-2 1 0 0,-1 0-1 0 0,0-1 1 0 0,0-1-1 0 0,-1-1 0 0 0,0-1 1 0 0,21-19-1 0 0,-30 23 24 0 0,-8 7 11 0 0,1-1 1 0 0,-1 0-1 0 0,0 1 0 0 0,0-1 0 0 0,0-1 1 0 0,0 1-1 0 0,0 0 0 0 0,-1-1 0 0 0,1 1 0 0 0,3-9 1 0 0,-6 11 4 0 0,1 0 0 0 0,0 0 0 0 0,-1 0-1 0 0,1 0 1 0 0,-1 0 0 0 0,1 0 0 0 0,-1 0-1 0 0,0-1 1 0 0,1 1 0 0 0,-1 0 0 0 0,0 0-1 0 0,0 0 1 0 0,0-1 0 0 0,0 1 0 0 0,0 0-1 0 0,0 0 1 0 0,0 0 0 0 0,0-1 0 0 0,0 1-1 0 0,-1 0 1 0 0,1 0 0 0 0,-1 0 0 0 0,0-2-1 0 0,-1 2 16 0 0,-1 1-1 0 0,1-1 0 0 0,0 1 0 0 0,-1 0 1 0 0,1 0-1 0 0,-1 0 0 0 0,1 0 0 0 0,-1 0 1 0 0,1 0-1 0 0,-1 1 0 0 0,1-1 0 0 0,0 1 1 0 0,-1 0-1 0 0,1 0 0 0 0,0 0 0 0 0,0 0 1 0 0,-1 0-1 0 0,1 0 0 0 0,0 0 0 0 0,0 1 0 0 0,0-1 1 0 0,0 1-1 0 0,1 0 0 0 0,-3 2 0 0 0,1-2 4 0 0,0 1 0 0 0,0 0 0 0 0,1 0 0 0 0,0 0 0 0 0,-1 0-1 0 0,1 0 1 0 0,0 1 0 0 0,0-1 0 0 0,1 1 0 0 0,-1-1-1 0 0,1 1 1 0 0,0 0 0 0 0,0 0 0 0 0,0-1 0 0 0,0 6-1 0 0,1-7-15 0 0,0 0-1 0 0,1 0 1 0 0,-1-1 0 0 0,1 1-1 0 0,-1 0 1 0 0,1 0-1 0 0,0-1 1 0 0,0 1-1 0 0,0-1 1 0 0,0 1-1 0 0,0-1 1 0 0,0 1-1 0 0,0-1 1 0 0,1 1-1 0 0,-1-1 1 0 0,1 0 0 0 0,-1 0-1 0 0,0 0 1 0 0,1 0-1 0 0,0 0 1 0 0,-1 0-1 0 0,1 0 1 0 0,0 0-1 0 0,-1-1 1 0 0,1 1-1 0 0,3 0 1 0 0,45 9 38 0 0,-33-11-68 0 0,0 0-1 0 0,0-1 1 0 0,0 0 0 0 0,0-2 0 0 0,-1 0 0 0 0,1 0 0 0 0,-1-2-1 0 0,0 0 1 0 0,-1-1 0 0 0,1-1 0 0 0,-1 0 0 0 0,-1-1 0 0 0,0 0-1 0 0,0-1 1 0 0,19-18 0 0 0,2-8 197 0 0,-34 36 9 0 0,9 27 109 0 0,-8 2-25 0 0,-1-1-1 0 0,-3 31 0 0 0,1 44 208 0 0,6-36-256 0 0,14 105 1007 0 0,-16-157-762 0 0,-2-16-201 0 0,-2-32-138 0 0,-2-45-104 0 0,8 22-10 0 0,13-58 1 0 0,-12 90-8 0 0,1 1 0 0 0,0 0 0 0 0,2 1 0 0 0,1 0 1 0 0,13-24-1 0 0,-15 34-8 0 0,-1 1 0 0 0,1-1 1 0 0,1 2-1 0 0,0-1 1 0 0,1 1-1 0 0,0 0 0 0 0,0 1 1 0 0,18-12-1 0 0,-23 18 5 0 0,0 0 0 0 0,0 0 0 0 0,0 0 0 0 0,0 1 0 0 0,0 0 0 0 0,0 0 0 0 0,0 0 0 0 0,1 1 0 0 0,-1 0 0 0 0,1 0 0 0 0,-1 0 0 0 0,1 1 0 0 0,0-1-1 0 0,-1 1 1 0 0,1 1 0 0 0,-1-1 0 0 0,1 1 0 0 0,0 0 0 0 0,-1 0 0 0 0,0 1 0 0 0,1-1 0 0 0,-1 1 0 0 0,10 5 0 0 0,-13-6 11 0 0,0 0-4 0 0,1 0-1 0 0,-1 1 1 0 0,0-1 0 0 0,1 1-1 0 0,-1-1 1 0 0,0 1 0 0 0,0 0-1 0 0,0 0 1 0 0,0 0 0 0 0,0 0-1 0 0,0 0 1 0 0,-1 0 0 0 0,1 0-1 0 0,-1 1 1 0 0,1-1 0 0 0,-1 0 0 0 0,0 1-1 0 0,0-1 1 0 0,0 1 0 0 0,0 0-1 0 0,0-1 1 0 0,-1 1 0 0 0,1 0-1 0 0,-1 0 1 0 0,0 3 0 0 0,0-1 12 0 0,-1-1 0 0 0,0 1 0 0 0,0-1 0 0 0,0 0 0 0 0,0 1 1 0 0,-1-1-1 0 0,0 0 0 0 0,0 0 0 0 0,0 0 0 0 0,0 0 0 0 0,0-1 0 0 0,-1 1 0 0 0,0 0 1 0 0,0-1-1 0 0,0 0 0 0 0,0 0 0 0 0,0 0 0 0 0,-1 0 0 0 0,1 0 0 0 0,-1-1 0 0 0,0 1 1 0 0,-6 2-1 0 0,4-2-225 0 0,0 0 1 0 0,-1 0-1 0 0,1 0 0 0 0,-1-1 1 0 0,1 0-1 0 0,-1-1 1 0 0,0 1-1 0 0,1-1 1 0 0,-1 0-1 0 0,0-1 0 0 0,0 0 1 0 0,0 0-1 0 0,0-1 1 0 0,-8-1-1 0 0,5-5-2781 0 0</inkml:trace>
</inkml:ink>
</file>

<file path=ppt/ink/ink7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3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17 732 0 0,'-19'-17'6637'0'0,"13"34"-2481"0"0,2 3-4676 0 0,3-18 573 0 0,1 1-1 0 0,-1-1 1 0 0,1 0-1 0 0,0 1 1 0 0,0-1-1 0 0,0 1 1 0 0,0-1 0 0 0,0 0-1 0 0,0 1 1 0 0,1-1-1 0 0,-1 1 1 0 0,1-1-1 0 0,1 4 1 0 0,-2-5-106 0 0,1 0 0 0 0,-1 0 1 0 0,1 0-1 0 0,0 0 0 0 0,0 0 0 0 0,-1-1 0 0 0,1 1 0 0 0,0 0 1 0 0,0 0-1 0 0,0-1 0 0 0,0 1 0 0 0,0 0 0 0 0,0-1 1 0 0,0 1-1 0 0,0-1 0 0 0,0 0 0 0 0,0 1 0 0 0,0-1 1 0 0,0 0-1 0 0,0 1 0 0 0,2-1 0 0 0,0 0-154 0 0,0 0-1 0 0,1-1 0 0 0,-1 1 1 0 0,1-1-1 0 0,-1 0 1 0 0,0 0-1 0 0,1 0 1 0 0,-1 0-1 0 0,0-1 0 0 0,0 1 1 0 0,0-1-1 0 0,0 0 1 0 0,0 1-1 0 0,0-2 0 0 0,0 1 1 0 0,-1 0-1 0 0,4-4 1 0 0,33-50 429 0 0,-39 54 32 0 0,2 1 115 0 0,-2 1-351 0 0,0 0 0 0 0,0 0 0 0 0,0 0 0 0 0,0 0 0 0 0,0 0 0 0 0,0 0 0 0 0,0 0 0 0 0,0 0 0 0 0,0 1 0 0 0,0-1 0 0 0,0 0 0 0 0,0 0 1 0 0,0 0-1 0 0,1 0 0 0 0,-1 0 0 0 0,0 0 0 0 0,0 0 0 0 0,0 0 0 0 0,0 0 0 0 0,0 0 0 0 0,0 0 0 0 0,0 0 0 0 0,0 0 0 0 0,0 0 0 0 0,1 0 0 0 0,-1 0 0 0 0,0 0 0 0 0,0 0 0 0 0,0 0 0 0 0,0 0 0 0 0,0 0 0 0 0,0 0 0 0 0,0 0 0 0 0,0 0 0 0 0,0 0 0 0 0,1 0 1 0 0,-1 0-1 0 0,0 0 0 0 0,0 0 0 0 0,0 0 0 0 0,0 0 0 0 0,0 0 0 0 0,0 0 0 0 0,0 0 0 0 0,0 0 0 0 0,0-1 0 0 0,0 1 0 0 0,0 0 0 0 0,1 0 0 0 0,-1 0 0 0 0,0 0 0 0 0,0 0 0 0 0,0 0 0 0 0,0 0 0 0 0,0 0 0 0 0,0 0 0 0 0,0 0 0 0 0,0-1 0 0 0,0 1 0 0 0,0 0 1 0 0,0 0-1 0 0,0 0 0 0 0,0 0 0 0 0,0 0 0 0 0,0 0 0 0 0,0 0 0 0 0,0-1 0 0 0,1 7-38 0 0,0-1 0 0 0,0 0 0 0 0,1 0 0 0 0,0 0 1 0 0,0 0-1 0 0,0-1 0 0 0,0 1 0 0 0,1 0 0 0 0,0-1 0 0 0,5 7 0 0 0,-5-8-426 0 0,0 0 0 0 0,0 0 0 0 0,0-1 0 0 0,0 0 0 0 0,0 1 0 0 0,0-1 0 0 0,1 0 0 0 0,-1-1 0 0 0,1 1 0 0 0,5 1 0 0 0,7 2-1688 0 0</inkml:trace>
</inkml:ink>
</file>

<file path=ppt/ink/ink7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3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44 548 0 0,'-3'-5'1033'0'0,"-6"-15"-31"0"0,6 15-29 0 0,-6-9 9831 0 0,19 26-10789 0 0,23 19-2143 0 0,-31-30 1503 0 0,1 1 1 0 0,-1-1 0 0 0,0 0 0 0 0,0 0 0 0 0,1-1-1 0 0,-1 1 1 0 0,0 0 0 0 0,1-1 0 0 0,-1 1-1 0 0,1-1 1 0 0,2 0 0 0 0</inkml:trace>
</inkml:ink>
</file>

<file path=ppt/ink/ink7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3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2 308 0 0,'1'0'224'0'0,"0"0"0"0"0,0-1 1 0 0,0 1-1 0 0,0 0 0 0 0,0 0 0 0 0,0 0 1 0 0,0 0-1 0 0,0 0 0 0 0,1 0 0 0 0,-1 0 1 0 0,0 0-1 0 0,0 0 0 0 0,0 0 0 0 0,0 1 0 0 0,0-1 1 0 0,0 0-1 0 0,-1 1 0 0 0,1-1 0 0 0,0 0 1 0 0,0 1-1 0 0,0 0 0 0 0,0-1 0 0 0,0 1 1 0 0,0-1-1 0 0,-1 1 0 0 0,1 0 0 0 0,0 0 0 0 0,-1-1 1 0 0,1 1-1 0 0,0 0 0 0 0,-1 0 0 0 0,1 0 1 0 0,-1 0-1 0 0,1 0 0 0 0,-1 0 0 0 0,3 41 1992 0 0,-2-13-3694 0 0,-5-11-3028 0 0,3-15 1910 0 0</inkml:trace>
</inkml:ink>
</file>

<file path=ppt/ink/ink7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4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47 20186 0 0,'27'-46'113'0'0,"-26"45"-131"0"0,-5 14 15 0 0,0-1 21 0 0,0 0 1 0 0,-2 22-1 0 0,1-8-12 0 0,-45 215-1283 0 0,33-186-1728 0 0,3-22-5493 0 0,11-25 4243 0 0</inkml:trace>
</inkml:ink>
</file>

<file path=ppt/ink/ink7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5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71 624 0 0,'-13'-27'4202'0'0,"-24"-16"4367"0"0,33 45-8191 0 0,1 2-255 0 0,0-1-1 0 0,0 0 1 0 0,0 1-1 0 0,1 0 0 0 0,-1 0 1 0 0,1 0-1 0 0,0 0 1 0 0,0 0-1 0 0,0 0 0 0 0,0 0 1 0 0,1 1-1 0 0,0-1 1 0 0,0 1-1 0 0,0-1 1 0 0,0 1-1 0 0,1-1 0 0 0,-1 8 1 0 0,1-9-142 0 0,0 0 0 0 0,0-1-1 0 0,0 1 1 0 0,0-1 0 0 0,1 1 0 0 0,-1-1 0 0 0,1 1 0 0 0,-1-1-1 0 0,1 0 1 0 0,0 1 0 0 0,0-1 0 0 0,0 0 0 0 0,0 1-1 0 0,0-1 1 0 0,1 0 0 0 0,-1 0 0 0 0,0 0 0 0 0,1 0 0 0 0,0 0-1 0 0,0 0 1 0 0,-1 0 0 0 0,1-1 0 0 0,0 1 0 0 0,0-1 0 0 0,0 1-1 0 0,1-1 1 0 0,-1 0 0 0 0,0 0 0 0 0,0 0 0 0 0,1 0 0 0 0,-1 0-1 0 0,1-1 1 0 0,-1 1 0 0 0,1-1 0 0 0,3 1 0 0 0,6-1-427 0 0,1 0 0 0 0,0-1 0 0 0,-1 0 0 0 0,1-1 1 0 0,-1 0-1 0 0,0-1 0 0 0,22-9 0 0 0,0-2-484 0 0,43-27 0 0 0,-76 41 1056 0 0,20-7 1470 0 0,-20 13-1672 0 0,-1 0 0 0 0,0 0 0 0 0,1 0 0 0 0,0-1 0 0 0,0 1 0 0 0,1 0 0 0 0,2 5 0 0 0,-3-8-600 0 0,1 0 1 0 0,0 1 0 0 0,0-1-1 0 0,0 0 1 0 0,0 0-1 0 0,0 0 1 0 0,1 0 0 0 0,4 3-1 0 0,3 2-2079 0 0</inkml:trace>
</inkml:ink>
</file>

<file path=ppt/ink/ink7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7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0 903 11069 0 0,'1'1'36'0'0,"0"0"0"0"0,0 0 0 0 0,0 0 0 0 0,1 0 0 0 0,-1 0 0 0 0,0 0 0 0 0,0-1 0 0 0,1 1 0 0 0,-1 0 1 0 0,1-1-1 0 0,-1 1 0 0 0,0-1 0 0 0,1 0 0 0 0,-1 1 0 0 0,1-1 0 0 0,-1 0 0 0 0,1 0 0 0 0,-1 0 0 0 0,1 0 0 0 0,-1 0 0 0 0,1 0 0 0 0,-1 0 0 0 0,1-1 0 0 0,-1 1 0 0 0,1 0 0 0 0,-1-1 0 0 0,0 1 0 0 0,1-1 1 0 0,-1 0-1 0 0,0 1 0 0 0,1-1 0 0 0,-1 0 0 0 0,0 0 0 0 0,0 0 0 0 0,0 0 0 0 0,0 0 0 0 0,0 0 0 0 0,2-2 0 0 0,5-7 147 0 0,0 0 0 0 0,-1-1 0 0 0,-1 0 1 0 0,7-12-1 0 0,8-15 105 0 0,13-12 69 0 0,50-98 0 0 0,-68 115-325 0 0,-2-1 0 0 0,-1-1-1 0 0,-2 0 1 0 0,-1 0 0 0 0,-2-1 0 0 0,-1-1-1 0 0,-2 1 1 0 0,-1-1 0 0 0,-3 0-1 0 0,0 1 1 0 0,-3-1 0 0 0,-1 0 0 0 0,-8-37-1 0 0,9 59-24 0 0,2 13-4 0 0,0 1-1 0 0,0-1 1 0 0,0 0-1 0 0,0 0 1 0 0,0 0 0 0 0,0 0-1 0 0,-1 0 1 0 0,1 1 0 0 0,-1-1-1 0 0,1 0 1 0 0,-1 0-1 0 0,0 0 1 0 0,0 1 0 0 0,0-1-1 0 0,0 1 1 0 0,0-1 0 0 0,0 1-1 0 0,0-1 1 0 0,-1 1-1 0 0,1-1 1 0 0,0 1 0 0 0,-1 0-1 0 0,1 0 1 0 0,-1 0-1 0 0,1 0 1 0 0,-3-1 0 0 0,2 1 1 0 0,-2 4 14 0 0,-6 6 9 0 0,0 2 0 0 0,1-1 0 0 0,1 1-1 0 0,0 0 1 0 0,0 1 0 0 0,1 0 0 0 0,1 0-1 0 0,0 0 1 0 0,0 1 0 0 0,1 0 0 0 0,-3 14-1 0 0,-3 13 125 0 0,1 0 0 0 0,-5 63-1 0 0,13-87-115 0 0,2 0 1 0 0,0 0-1 0 0,0 0 0 0 0,2 1 1 0 0,0-1-1 0 0,1 0 0 0 0,0-1 1 0 0,1 1-1 0 0,1-1 0 0 0,1 0 1 0 0,0 0-1 0 0,1 0 0 0 0,0-1 1 0 0,1 0-1 0 0,20 26 0 0 0,-21-32-26 0 0,1 1-1 0 0,0-1 1 0 0,0 0 0 0 0,1-1-1 0 0,0 0 1 0 0,0 0-1 0 0,1-1 1 0 0,0-1-1 0 0,0 1 1 0 0,0-1 0 0 0,0-1-1 0 0,1 0 1 0 0,0-1-1 0 0,0 0 1 0 0,0 0-1 0 0,0-1 1 0 0,1-1-1 0 0,-1 0 1 0 0,0 0 0 0 0,1-1-1 0 0,-1-1 1 0 0,0 0-1 0 0,15-3 1 0 0,9-5-1 0 0,-1-1 1 0 0,-1-2-1 0 0,0-1 0 0 0,0-2 1 0 0,-1-1-1 0 0,-1-2 1 0 0,-1-1-1 0 0,0-1 0 0 0,41-38 1 0 0,-66 54-3 0 0,0-1 0 0 0,0 1 0 0 0,0-1 0 0 0,-1-1 0 0 0,0 1 0 0 0,0-1 0 0 0,0 1 0 0 0,0-1 0 0 0,3-8 0 0 0,-7 12 3 0 0,-2-13 47 0 0,0 14-47 0 0,0-1 0 0 0,0 1 0 0 0,0 0 0 0 0,0 0 0 0 0,-1 0 0 0 0,1 0-1 0 0,0 0 1 0 0,-1 0 0 0 0,1 1 0 0 0,0-1 0 0 0,-1 1 0 0 0,1 0 0 0 0,-1-1 0 0 0,1 1 0 0 0,-1 0-1 0 0,1 1 1 0 0,-1-1 0 0 0,1 0 0 0 0,-5 2 0 0 0,1 0 13 0 0,0 0-1 0 0,0 0 1 0 0,0 1 0 0 0,0 0-1 0 0,0 1 1 0 0,1-1 0 0 0,-8 7-1 0 0,0 0 40 0 0,1 1 0 0 0,1 1 0 0 0,0 0 0 0 0,1 0-1 0 0,-15 23 1 0 0,20-27-33 0 0,0 1 0 0 0,1 0-1 0 0,1-1 1 0 0,0 1 0 0 0,-4 15-1 0 0,7-21-24 0 0,-1-1 1 0 0,1 0-1 0 0,0 1 0 0 0,0-1 0 0 0,0 0 0 0 0,0 1 0 0 0,0-1 1 0 0,0 0-1 0 0,1 1 0 0 0,-1-1 0 0 0,1 0 0 0 0,0 0 0 0 0,-1 1 0 0 0,1-1 1 0 0,0 0-1 0 0,0 0 0 0 0,1 0 0 0 0,-1 0 0 0 0,0 0 0 0 0,1 0 1 0 0,-1 0-1 0 0,1-1 0 0 0,-1 1 0 0 0,1-1 0 0 0,0 1 0 0 0,0-1 0 0 0,2 2 1 0 0,2 0-6 0 0,0 0 1 0 0,0 0 0 0 0,0-1 0 0 0,1 0 0 0 0,-1 0 0 0 0,10 1 0 0 0,-15-2-1 0 0,23 2-4 0 0,-1 0-1 0 0,1-2 1 0 0,0-1 0 0 0,-1-1-1 0 0,1 0 1 0 0,-1-2-1 0 0,41-10 1 0 0,-3-4-14 0 0,97-40 0 0 0,-143 50 28 0 0,-1 0 0 0 0,0-1-1 0 0,0 0 1 0 0,-1-1-1 0 0,0-1 1 0 0,0 0 0 0 0,-1-1-1 0 0,-1 0 1 0 0,0 0 0 0 0,0-1-1 0 0,-1-1 1 0 0,-1 0 0 0 0,0 0-1 0 0,8-16 1 0 0,-17 28-5 0 0,1 0 0 0 0,0 0 1 0 0,-1 0-1 0 0,1-1 0 0 0,-1 1 1 0 0,1 0-1 0 0,-1 0 0 0 0,0 0 0 0 0,1-1 1 0 0,-1 1-1 0 0,0 0 0 0 0,0 0 0 0 0,0-1 1 0 0,0 1-1 0 0,0 0 0 0 0,0 0 0 0 0,0-1 1 0 0,0 1-1 0 0,-1 0 0 0 0,1 0 0 0 0,0-1 1 0 0,-1-1-1 0 0,0 3-2 0 0,0-1 0 0 0,0 1 0 0 0,0-1 0 0 0,0 1 1 0 0,0-1-1 0 0,0 1 0 0 0,0-1 0 0 0,0 1 0 0 0,0 0 0 0 0,0 0 0 0 0,0-1 0 0 0,0 1 0 0 0,0 0 1 0 0,0 0-1 0 0,0 0 0 0 0,0 0 0 0 0,0 0 0 0 0,0 0 0 0 0,0 1 0 0 0,0-1 0 0 0,-1 1 1 0 0,-3 0 16 0 0,-1 0 1 0 0,1 1 0 0 0,0 0 0 0 0,0 0 0 0 0,0 1-1 0 0,0 0 1 0 0,0 0 0 0 0,-8 5 0 0 0,5 0 32 0 0,1 0 1 0 0,-1 1-1 0 0,1 0 1 0 0,-9 15-1 0 0,14-21-45 0 0,1 0 0 0 0,-1 0 0 0 0,1 1 0 0 0,0-1 0 0 0,-1 0 0 0 0,1 1 0 0 0,1-1 0 0 0,-1 0 0 0 0,1 1 0 0 0,-1-1 0 0 0,1 1 0 0 0,0-1 1 0 0,0 1-1 0 0,0-1 0 0 0,1 1 0 0 0,-1-1 0 0 0,1 1 0 0 0,1 4 0 0 0,-1-6-7 0 0,0-1 1 0 0,0 1 0 0 0,0-1 0 0 0,0 1-1 0 0,0-1 1 0 0,0 1 0 0 0,1-1 0 0 0,-1 0-1 0 0,0 0 1 0 0,1 1 0 0 0,-1-1 0 0 0,1 0-1 0 0,-1 0 1 0 0,1 0 0 0 0,-1-1 0 0 0,1 1-1 0 0,0 0 1 0 0,-1-1 0 0 0,1 1 0 0 0,0-1 0 0 0,0 1-1 0 0,-1-1 1 0 0,1 0 0 0 0,0 1 0 0 0,0-1-1 0 0,2-1 1 0 0,37-5-5 0 0,-39 6-2 0 0,11-4-115 0 0,0-1 0 0 0,0-1 0 0 0,-1 0 1 0 0,0 0-1 0 0,0-2 0 0 0,14-10 0 0 0,-11 8-80 0 0,0 0 0 0 0,24-11 0 0 0,-38 21 162 0 0,18 44-164 0 0,-16-42 203 0 0,0 1 0 0 0,0-2 0 0 0,0 1 1 0 0,0 0-1 0 0,1 0 0 0 0,-1-1 0 0 0,0 0 0 0 0,1 0 0 0 0,-1 0 0 0 0,1 0 0 0 0,-1 0 0 0 0,1-1 0 0 0,-1 1 0 0 0,1-1 0 0 0,0 0 1 0 0,-1 0-1 0 0,1-1 0 0 0,-1 1 0 0 0,1-1 0 0 0,-1 1 0 0 0,1-1 0 0 0,-1 0 0 0 0,1-1 0 0 0,-1 1 0 0 0,0 0 0 0 0,6-5 1 0 0,2 2 5 0 0,-1-2 0 0 0,0 0 0 0 0,-1 0 0 0 0,1-1 0 0 0,-1 0 0 0 0,0 0 0 0 0,9-11 0 0 0,17-34-22 0 0,-29 42 11 0 0,0 0 1 0 0,0 1 0 0 0,1 0 0 0 0,1 0 0 0 0,14-14 0 0 0,-21 22 1 0 0,0 1-33 0 0,0 0 37 0 0,-1 0-1 0 0,1 1 0 0 0,0-1 0 0 0,-1 0 1 0 0,1 1-1 0 0,0-1 0 0 0,-1 0 1 0 0,1 1-1 0 0,-1-1 0 0 0,1 1 0 0 0,-1-1 1 0 0,1 0-1 0 0,-1 1 0 0 0,1 0 0 0 0,-1-1 1 0 0,0 1-1 0 0,1-1 0 0 0,-1 1 0 0 0,1-1 1 0 0,-1 1-1 0 0,0 0 0 0 0,0-1 0 0 0,1 1 1 0 0,-1 0-1 0 0,0-1 0 0 0,0 1 0 0 0,0 0 1 0 0,0-1-1 0 0,0 2 0 0 0,6 23-20 0 0,-6-17 26 0 0,0-1 0 0 0,0 0 0 0 0,1 1 0 0 0,1-1 0 0 0,-1 0 0 0 0,1 0 0 0 0,0 0 0 0 0,5 10 0 0 0,-5-14-7 0 0,-1 0 1 0 0,0-1-1 0 0,1 1 0 0 0,0-1 0 0 0,0 0 0 0 0,-1 1 0 0 0,2-1 1 0 0,-1 0-1 0 0,0 0 0 0 0,0 0 0 0 0,0-1 0 0 0,1 1 1 0 0,-1 0-1 0 0,1-1 0 0 0,0 0 0 0 0,-1 1 0 0 0,1-1 0 0 0,0 0 1 0 0,0 0-1 0 0,0-1 0 0 0,-1 1 0 0 0,1 0 0 0 0,3-1 1 0 0,50-1-2719 0 0,-19-9-4817 0 0,-22 5 4034 0 0</inkml:trace>
</inkml:ink>
</file>

<file path=ppt/ink/ink7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7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1 156 0 0,'0'0'8433'0'0,"0"6"-7978"0"0,2 11 221 0 0,-1 0-1 0 0,2-1 0 0 0,1 1 1 0 0,6 20-1 0 0,-9-35-568 0 0,-1-2-96 0 0,0 1 1 0 0,0-1-1 0 0,0 1 0 0 0,1-1 1 0 0,-1 1-1 0 0,0-1 0 0 0,0 0 1 0 0,1 1-1 0 0,-1-1 0 0 0,0 1 1 0 0,1-1-1 0 0,-1 0 0 0 0,0 1 1 0 0,1-1-1 0 0,-1 0 0 0 0,0 1 1 0 0,1-1-1 0 0,-1 0 1 0 0,1 0-1 0 0,-1 1 0 0 0,1-1 1 0 0,-1 0-1 0 0,0 0 0 0 0,1 0 1 0 0,-1 0-1 0 0,1 1 0 0 0,-1-1 1 0 0,1 0-1 0 0,-1 0 0 0 0,1 0 1 0 0,-1 0-1 0 0,1 0 1 0 0,-1 0-1 0 0,1 0 0 0 0,-1 0 1 0 0,1-1-1 0 0,-1 1 0 0 0,1 0 1 0 0,-1 0-1 0 0,1 0 0 0 0,-1 0 1 0 0,1-1-1 0 0,-1 1 0 0 0,1-1 1 0 0,19-6 66 0 0,3-9 99 0 0,-14 9-105 0 0,1 0 0 0 0,0 1 1 0 0,0 0-1 0 0,1 1 0 0 0,-1 0 0 0 0,1 1 1 0 0,18-6-1 0 0,-27 10 117 0 0,32 3 648 0 0,3 3-364 0 0,10 4-1153 0 0,-45-9 26 0 0,3-1-211 0 0,14-6-6754 0 0</inkml:trace>
</inkml:ink>
</file>

<file path=ppt/ink/ink7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7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71 896 0 0,'6'-20'2992'0'0,"10"-20"2615"0"0,-15 38-5336 0 0,0 2-286 0 0,-1-1 0 0 0,0 1 0 0 0,1-1 0 0 0,-1 0 0 0 0,0 1 0 0 0,1-1-1 0 0,-1 1 1 0 0,1 0 0 0 0,-1-1 0 0 0,0 1 0 0 0,1-1 0 0 0,-1 1 0 0 0,1 0 0 0 0,0-1-1 0 0,-1 1 1 0 0,1 0 0 0 0,-1-1 0 0 0,1 1 0 0 0,-1 0 0 0 0,1 0 0 0 0,0 0 0 0 0,-1 0-1 0 0,1-1 1 0 0,0 1 0 0 0,-1 0 0 0 0,1 0 0 0 0,-1 0 0 0 0,1 0 0 0 0,0 0 0 0 0,-1 1-1 0 0,2-1 1 0 0,28 2-1760 0 0,-19-1 1231 0 0,50-1-627 0 0,-59 0 1490 0 0,-1-1-186 0 0,0 1 1 0 0,0 0 0 0 0,0-1 0 0 0,0 1 0 0 0,0 0 0 0 0,-1-1 0 0 0,1 1 0 0 0,0 0 0 0 0,0 0 0 0 0,0 0-1 0 0,0 0 1 0 0,0 0 0 0 0,0 0 0 0 0,0 0 0 0 0,0 0 0 0 0,0 0 0 0 0,0 0 0 0 0,0 0 0 0 0,0 1 0 0 0,0-1-1 0 0,0 0 1 0 0,0 1 0 0 0,0-1 0 0 0,0 1 0 0 0,-1-1 0 0 0,1 1 0 0 0,0-1 0 0 0,0 1 0 0 0,-1 0 0 0 0,1-1-1 0 0,0 1 1 0 0,-1 0 0 0 0,1 0 0 0 0,1 1 0 0 0,21 227 5136 0 0,-6 119-3613 0 0,-8-201-2026 0 0,-3-89-2058 0 0,-3 81 1 0 0,-7-111-3762 0 0,4-17 2638 0 0</inkml:trace>
</inkml:ink>
</file>

<file path=ppt/ink/ink7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28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1228 0 0,'6'-8'11428'0'0,"-1"17"-11000"0"0,0 0 0 0 0,0 0 0 0 0,1-1 0 0 0,0 1 1 0 0,14 13-1 0 0,-17-20-553 0 0,0 0 1 0 0,-1 0-1 0 0,1 0 1 0 0,0 0-1 0 0,1 0 1 0 0,-1-1-1 0 0,0 0 1 0 0,0 1-1 0 0,1-1 1 0 0,-1-1-1 0 0,0 1 1 0 0,1 0-1 0 0,-1-1 1 0 0,1 1-1 0 0,-1-1 1 0 0,1 0-1 0 0,-1 0 1 0 0,1-1-1 0 0,-1 1 1 0 0,1-1-1 0 0,-1 1 1 0 0,6-3-1 0 0,70-30-1486 0 0,-77 32 1811 0 0,-1 1-133 0 0,0 0 0 0 0,0 1 0 0 0,0-1 0 0 0,0 0 0 0 0,0 0 0 0 0,0 1 0 0 0,-1-1 0 0 0,1 1 0 0 0,0-1 0 0 0,0 1 0 0 0,0-1 0 0 0,-1 1 0 0 0,1-1 0 0 0,0 1 0 0 0,-1 0 0 0 0,1-1 0 0 0,-1 1 0 0 0,1 0 0 0 0,0-1 0 0 0,-1 1 0 0 0,0 0 0 0 0,1 0 0 0 0,-1 0 0 0 0,1 0 0 0 0,-1-1 0 0 0,0 1 0 0 0,0 0 0 0 0,1 0 0 0 0,-1 0 0 0 0,0 0 0 0 0,0 0 0 0 0,0 1-1 0 0,-9 32-3724 0 0,5-23-177 0 0</inkml:trace>
</inkml:ink>
</file>

<file path=ppt/ink/ink7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0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17 14157 0 0,'0'0'618'0'0,"-3"-2"-296"0"0,0 0-288 0 0,0 0 0 0 0,-1 0-1 0 0,1 1 1 0 0,0-1-1 0 0,0 1 1 0 0,-1 0 0 0 0,1 0-1 0 0,-1 0 1 0 0,1 0-1 0 0,-1 1 1 0 0,1-1 0 0 0,-1 1-1 0 0,1 0 1 0 0,-1 0-1 0 0,0 0 1 0 0,1 1 0 0 0,-1-1-1 0 0,1 1 1 0 0,-1 0-1 0 0,1 0 1 0 0,-1 0 0 0 0,-3 2-1 0 0,2 1-10 0 0,0-1 1 0 0,0 2-1 0 0,0-1 0 0 0,0 0 0 0 0,1 1 1 0 0,-1 0-1 0 0,1 0 0 0 0,0 0 0 0 0,1 1 0 0 0,-1-1 1 0 0,-4 12-1 0 0,-1 1-31 0 0,1 1-1 0 0,1 0 1 0 0,1 0 0 0 0,-5 21-1 0 0,8-23-1183 0 0,1 0-1 0 0,-1 29 1 0 0,4-45 812 0 0,-1 0 1 0 0,1 1 0 0 0,0-1-1 0 0,0 0 1 0 0,-1 0 0 0 0,1 0-1 0 0,0 0 1 0 0,0 0 0 0 0,0-1-1 0 0,0 1 1 0 0,0 0 0 0 0,0 0-1 0 0,1-1 1 0 0,-1 1 0 0 0,0-1-1 0 0,0 1 1 0 0,0-1 0 0 0,3 1-1 0 0,7 0-2614 0 0</inkml:trace>
</inkml:ink>
</file>

<file path=ppt/ink/ink7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1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19 616 0 0,'20'-17'3562'0'0,"-20"16"-3473"0"0,0 1 0 0 0,0 0 0 0 0,1 0 0 0 0,-1 0 0 0 0,0 0 0 0 0,1 0 0 0 0,-1 0 0 0 0,0 0 1 0 0,1 0-1 0 0,-1 0 0 0 0,1-1 0 0 0,-1 1 0 0 0,0 1 0 0 0,1-1 0 0 0,-1 0 0 0 0,0 0 0 0 0,1 0 0 0 0,-1 0 0 0 0,0 0 0 0 0,1 0 0 0 0,-1 0 0 0 0,0 0 0 0 0,1 1 0 0 0,-1-1 0 0 0,0 0 0 0 0,0 0 0 0 0,1 0 0 0 0,-1 1 1 0 0,0-1-1 0 0,0 0 0 0 0,1 0 0 0 0,-1 1 0 0 0,2 3 371 0 0,-1 0 1 0 0,0-1 0 0 0,0 1-1 0 0,0 0 1 0 0,0 0 0 0 0,-1 0 0 0 0,0 7-1 0 0,4 20-137 0 0,0-13-14 0 0,-3-11-244 0 0,0-1-1 0 0,1 1 0 0 0,0-1 0 0 0,0 0 0 0 0,0 1 1 0 0,1-1-1 0 0,0 0 0 0 0,0 0 0 0 0,0-1 0 0 0,1 1 1 0 0,0-1-1 0 0,6 8 0 0 0,-9-12-355 0 0,21-1-929 0 0,-7-11 914 0 0,-1-1 0 0 0,0 0 0 0 0,0-1 0 0 0,-2 0-1 0 0,1-1 1 0 0,-2-1 0 0 0,0 0 0 0 0,9-16 0 0 0,-6 10 1240 0 0,-13 20-537 0 0,5-9 447 0 0,0 8 1070 0 0,-7 6-1860 0 0,0 8-413 0 0,0 1-1 0 0,0-1 0 0 0,1 0 1 0 0,1 1-1 0 0,0-1 1 0 0,1 1-1 0 0,3 12 1 0 0,-4-21-96 0 0,1 4-3678 0 0,5 3 1495 0 0</inkml:trace>
</inkml:ink>
</file>

<file path=ppt/ink/ink7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1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37 948 0 0,'0'-9'1704'0'0,"-2"4"1617"0"0,1 3-3134 0 0,0 0 1 0 0,-1 0-1 0 0,1 1 1 0 0,-1-1-1 0 0,1 1 1 0 0,-1 0-1 0 0,0-1 1 0 0,1 1 0 0 0,-1 0-1 0 0,0 0 1 0 0,0 0-1 0 0,0 0 1 0 0,0 0-1 0 0,0 0 1 0 0,0 1-1 0 0,0-1 1 0 0,0 1 0 0 0,-4-1-1 0 0,-1 1 161 0 0,-1-1 0 0 0,1 1 0 0 0,0 1 0 0 0,0-1-1 0 0,0 1 1 0 0,-7 2 0 0 0,1 1 142 0 0,1-1-1 0 0,-1 2 1 0 0,1 0-1 0 0,0 0 0 0 0,0 1 1 0 0,-16 11-1 0 0,26-16-433 0 0,0 0 0 0 0,0 1 0 0 0,0-1 0 0 0,0 1 0 0 0,1 0 0 0 0,-1-1 0 0 0,1 1 1 0 0,-1 0-1 0 0,1 0 0 0 0,-1 0 0 0 0,1 0 0 0 0,0 0 0 0 0,0 0 0 0 0,0 0 0 0 0,0 0 0 0 0,1 1 0 0 0,-1-1 0 0 0,1 0 0 0 0,-1 1 0 0 0,1-1 0 0 0,0 0 0 0 0,-1 1 0 0 0,1-1 0 0 0,0 0 0 0 0,1 1 0 0 0,-1-1 0 0 0,0 0 0 0 0,1 1 0 0 0,-1-1 0 0 0,1 0 0 0 0,0 0 0 0 0,0 1 0 0 0,0-1 0 0 0,0 0 0 0 0,0 0 0 0 0,0 0 0 0 0,1 0 0 0 0,-1 0 0 0 0,2 2 0 0 0,8 8 88 0 0,0 0 0 0 0,1 0 0 0 0,1-1 0 0 0,21 15 0 0 0,-8-6 84 0 0,-20-15-176 0 0,0 0 0 0 0,0 0 0 0 0,-1 1 1 0 0,1-1-1 0 0,-1 1 0 0 0,-1 0 0 0 0,1 1 1 0 0,-1-1-1 0 0,0 1 0 0 0,0 0 0 0 0,4 12 0 0 0,-8-17-42 0 0,0 0 0 0 0,0-1 0 0 0,-1 1 0 0 0,1 0-1 0 0,0 0 1 0 0,-1-1 0 0 0,1 1 0 0 0,-1 0 0 0 0,1-1-1 0 0,-1 1 1 0 0,0-1 0 0 0,0 1 0 0 0,0-1 0 0 0,0 1-1 0 0,0-1 1 0 0,0 1 0 0 0,0-1 0 0 0,0 0-1 0 0,0 0 1 0 0,-1 1 0 0 0,1-1 0 0 0,-1 0 0 0 0,1 0-1 0 0,-3 1 1 0 0,-37 19 57 0 0,29-17-49 0 0,0-1 1 0 0,-1 0-1 0 0,-21 2 0 0 0,30-5-322 0 0,0 0 0 0 0,0 0 1 0 0,0 0-1 0 0,-1 0 1 0 0,1-1-1 0 0,0 1 1 0 0,0-1-1 0 0,0 0 1 0 0,1 0-1 0 0,-1-1 1 0 0,0 1-1 0 0,0-1 0 0 0,1 0 1 0 0,-8-4-1 0 0,9-7-2586 0 0</inkml:trace>
</inkml:ink>
</file>

<file path=ppt/ink/ink7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1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46 864 0 0,'-9'-35'7408'0'0,"7"25"-12458"0"0</inkml:trace>
</inkml:ink>
</file>

<file path=ppt/ink/ink7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2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69 432 0 0,'-3'-4'840'0'0,"-1"0"-1"0"0,0 0 1 0 0,1 0-1 0 0,0 0 1 0 0,0-1-1 0 0,0 1 1 0 0,1-1-1 0 0,0 0 1 0 0,-4-9 0 0 0,3-2 8560 0 0,8 113-8037 0 0,-1-4-581 0 0,-3-78-742 0 0,8 36-1669 0 0,-8-48 1249 0 0,0 0 0 0 0,0-1 0 0 0,0 0 1 0 0,1 1-1 0 0,-1-1 0 0 0,1 0 1 0 0,-1 0-1 0 0,1 1 0 0 0,0-1 0 0 0,2 2 1 0 0,7 1-2481 0 0,-5-5-2233 0 0,6-1 1347 0 0</inkml:trace>
</inkml:ink>
</file>

<file path=ppt/ink/ink7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2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36 0 0,'6'-21'6427'0'0,"0"6"-455"0"0,-2 13-2884 0 0,0 6-3148 0 0,-1-1-1 0 0,0 1 0 0 0,0 0 0 0 0,0 0 0 0 0,0 0 0 0 0,3 8 0 0 0,2 19-4239 0 0,-3-25 2896 0 0</inkml:trace>
</inkml:ink>
</file>

<file path=ppt/ink/ink7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3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3352 0 0,'43'-15'7621'0'0,"-42"16"-7532"0"0,-1 1 1 0 0,1-1-1 0 0,0 1 1 0 0,-1-1-1 0 0,1 1 0 0 0,-1-1 1 0 0,0 1-1 0 0,0-1 0 0 0,1 1 1 0 0,-1 0-1 0 0,0-1 1 0 0,0 1-1 0 0,0-1 0 0 0,-1 1 1 0 0,1 0-1 0 0,0-1 1 0 0,-1 1-1 0 0,1-1 0 0 0,0 1 1 0 0,-2 2-1 0 0,-1 28 468 0 0,8 2-1220 0 0,-2-11-1242 0 0,1 0-3291 0 0,-1-9 2021 0 0</inkml:trace>
</inkml:ink>
</file>

<file path=ppt/ink/ink7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3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 21714 0 0,'5'3'-23'0'0,"-15"31"-94"0"0,4 11-319 0 0,-15 55 1 0 0,-8-4-4797 0 0,25-72-3716 0 0</inkml:trace>
</inkml:ink>
</file>

<file path=ppt/ink/ink7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3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15845 0 0,'8'-11'377'0'0,"-6"4"-358"0"0,-2 6-13 0 0,-1 6-54 0 0,1 1-5 0 0,-1-1 0 0 0,1 0 1 0 0,1 0-1 0 0,-1 1 0 0 0,1-1 0 0 0,-1 0 1 0 0,2 0-1 0 0,2 9 0 0 0,-4-12-168 0 0,0-2 193 0 0,1 1 1 0 0,-1-1 0 0 0,0 1 0 0 0,1-1-1 0 0,-1 1 1 0 0,0-1 0 0 0,1 1-1 0 0,-1-1 1 0 0,0 0 0 0 0,1 1-1 0 0,-1-1 1 0 0,1 1 0 0 0,-1-1 0 0 0,1 0-1 0 0,-1 0 1 0 0,1 1 0 0 0,-1-1-1 0 0,1 0 1 0 0,0 0 0 0 0,-1 1-1 0 0,1-1 1 0 0,-1 0 0 0 0,1 0 0 0 0,-1 0-1 0 0,1 0 1 0 0,0 0 0 0 0,-1 0-1 0 0,1 0 1 0 0,-1 0 0 0 0,1 0-1 0 0,0 0 1 0 0,-1 0 0 0 0,1 0-1 0 0,-1-1 1 0 0,2 1 0 0 0,20-5-193 0 0,-22 5 181 0 0,44-18 2284 0 0,-43 18-2232 0 0,-1 0 0 0 0,1 0 0 0 0,-1 0 1 0 0,1 0-1 0 0,-1 1 0 0 0,0-1 1 0 0,1 0-1 0 0,-1 0 0 0 0,1 1 1 0 0,-1-1-1 0 0,1 0 0 0 0,-1 1 1 0 0,0-1-1 0 0,1 0 0 0 0,-1 1 1 0 0,0-1-1 0 0,1 0 0 0 0,-1 1 0 0 0,0-1 1 0 0,0 1-1 0 0,1-1 0 0 0,-1 1 1 0 0,0-1-1 0 0,0 1 0 0 0,0-1 1 0 0,1 1-1 0 0,-1-1 0 0 0,0 1 1 0 0,0-1-1 0 0,0 1 0 0 0,0 0 0 0 0,4 25-78 0 0,-3-16-548 0 0,0-9 432 0 0,7 37-2424 0 0,2-14-5031 0 0,-2-16 4353 0 0</inkml:trace>
</inkml:ink>
</file>

<file path=ppt/ink/ink7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4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57 796 0 0,'15'-32'9178'0'0,"-14"31"-9034"0"0,-1 1 1 0 0,0-1 0 0 0,0 0 0 0 0,0 0 0 0 0,0 0 0 0 0,0 0-1 0 0,0 1 1 0 0,0-1 0 0 0,0 0 0 0 0,0 0 0 0 0,0 0 0 0 0,0 0 0 0 0,0 1-1 0 0,-1-1 1 0 0,1 0 0 0 0,0 0 0 0 0,-1 1 0 0 0,1-1 0 0 0,0 0-1 0 0,-1 0 1 0 0,1 1 0 0 0,-1-1 0 0 0,1 1 0 0 0,-1-1 0 0 0,1 0 0 0 0,-1 1-1 0 0,0-1 1 0 0,1 1 0 0 0,-1-1 0 0 0,0 1 0 0 0,1-1 0 0 0,-1 1-1 0 0,0 0 1 0 0,0-1 0 0 0,-1 1 0 0 0,-1 0 43 0 0,-1 1-1 0 0,1-1 1 0 0,-1 1 0 0 0,1 0-1 0 0,0 0 1 0 0,0 1 0 0 0,-1-1 0 0 0,1 1-1 0 0,-3 2 1 0 0,-14 7 365 0 0,1 0 1 0 0,0 2 0 0 0,-25 21-1 0 0,38-29-449 0 0,0 1-1 0 0,0-1 1 0 0,1 1-1 0 0,0 0 1 0 0,0 1-1 0 0,0-1 1 0 0,1 1-1 0 0,0 0 1 0 0,1 0-1 0 0,-1 1 1 0 0,1-1-1 0 0,-4 16 1 0 0,7-22-99 0 0,0-1 0 0 0,0 1 0 0 0,0 0 0 0 0,0 0 0 0 0,0 0 0 0 0,1 0 0 0 0,-1 0 0 0 0,0 0 0 0 0,0 0 0 0 0,1 0 0 0 0,-1 0 0 0 0,0 0 0 0 0,1-1 0 0 0,-1 1 0 0 0,1 0 0 0 0,-1 0 0 0 0,1-1 0 0 0,-1 1 0 0 0,1 0 0 0 0,0 0 0 0 0,-1-1 0 0 0,1 1 0 0 0,0-1 0 0 0,0 1 0 0 0,-1 0 0 0 0,1-1 0 0 0,0 0 0 0 0,0 1 0 0 0,0-1 0 0 0,0 1 1 0 0,0-1-1 0 0,-1 0 0 0 0,1 0 0 0 0,0 0 0 0 0,0 1 0 0 0,0-1 0 0 0,0 0 0 0 0,0 0 0 0 0,0 0 0 0 0,0 0 0 0 0,0 0 0 0 0,1-1 0 0 0,37-3 58 0 0,-38 4-62 0 0,32-8 21 0 0,-26 6-10 0 0,0 0-1 0 0,0 0 1 0 0,0 1 0 0 0,0-1 0 0 0,0 2 0 0 0,0-1 0 0 0,1 1 0 0 0,-1 0 0 0 0,0 0-1 0 0,9 2 1 0 0,-13 0-69 0 0,-1-1-1 0 0,1 0 0 0 0,-1 1 0 0 0,0 0 0 0 0,1-1 1 0 0,-1 1-1 0 0,0 0 0 0 0,0 0 0 0 0,-1 0 1 0 0,1 1-1 0 0,0-1 0 0 0,-1 0 0 0 0,1 1 1 0 0,-1-1-1 0 0,2 5 0 0 0,11 27-3293 0 0,-5-12-2515 0 0,4-15-2082 0 0</inkml:trace>
</inkml:ink>
</file>

<file path=ppt/ink/ink7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4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1576 0 0,'0'0'8962'0'0,"12"36"-5861"0"0,-10-32-3057 0 0,0 0 0 0 0,0 0 0 0 0,0 0 0 0 0,0 0 0 0 0,1 0 0 0 0,-1 0 0 0 0,1 0 0 0 0,6 5 0 0 0,-7-7-159 0 0,-1-1 0 0 0,1 0 0 0 0,0 0 0 0 0,0 0 0 0 0,0 0 0 0 0,-1 0-1 0 0,1 0 1 0 0,0 0 0 0 0,0-1 0 0 0,0 1 0 0 0,0-1 0 0 0,1 1 0 0 0,-1-1 0 0 0,0 0 0 0 0,0 0-1 0 0,0 0 1 0 0,0 0 0 0 0,0 0 0 0 0,0-1 0 0 0,0 1 0 0 0,0 0 0 0 0,3-2 0 0 0,36-14-1213 0 0,3 0 1925 0 0,-14 12 3035 0 0,-29 4-3590 0 0,-1 0-1 0 0,1 1 1 0 0,-1-1-1 0 0,1 0 1 0 0,-1 1-1 0 0,1-1 1 0 0,-1 1-1 0 0,1-1 1 0 0,-1 1-1 0 0,1-1 1 0 0,-1 1-1 0 0,0-1 1 0 0,1 1-1 0 0,-1-1 1 0 0,0 1-1 0 0,1 0 1 0 0,-1-1-1 0 0,0 1 1 0 0,0-1-1 0 0,1 1 1 0 0,-1 0-1 0 0,0-1 0 0 0,0 1 1 0 0,0 0-1 0 0,0-1 1 0 0,0 1-1 0 0,0 0 1 0 0,0-1-1 0 0,0 1 1 0 0,0 0-1 0 0,-1-1 1 0 0,1 1-1 0 0,0 0 1 0 0,0-1-1 0 0,-1 2 1 0 0,-7 27-117 0 0,-11-2-2781 0 0,4-11-3601 0 0</inkml:trace>
</inkml:ink>
</file>

<file path=ppt/ink/ink7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5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1 284 0 0,'-76'84'9229'0'0,"56"-61"-7864"0"0,1 2 1 0 0,1 0-1 0 0,-22 42 1 0 0,38-64-1549 0 0,0 1 0 0 0,0 0 1 0 0,0 0-1 0 0,1 0 1 0 0,-1 0-1 0 0,1 0 0 0 0,0 0 1 0 0,0 0-1 0 0,0 1 0 0 0,1-1 1 0 0,-1 0-1 0 0,1 1 0 0 0,1 7 1 0 0,7-6-1471 0 0,14-11-6856 0 0</inkml:trace>
</inkml:ink>
</file>

<file path=ppt/ink/ink7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6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17 588 0 0,'12'-16'10101'0'0,"-17"39"-8710"0"0,6-21-1288 0 0,-1 0 1 0 0,0 0-1 0 0,1-1 0 0 0,0 1 1 0 0,-1 0-1 0 0,1 0 1 0 0,0 0-1 0 0,0-1 0 0 0,0 1 1 0 0,3 3-1 0 0,2-6-109 0 0,0 1 0 0 0,0-1-1 0 0,-1-1 1 0 0,1 1 0 0 0,0-1-1 0 0,0 0 1 0 0,-1 0 0 0 0,1-1 0 0 0,-1 1-1 0 0,8-6 1 0 0,9-4 33 0 0,-21 12 16 0 0,-1-1-40 0 0,0 1 1 0 0,1 0 0 0 0,-1 0-1 0 0,0-1 1 0 0,0 1 0 0 0,0 0-1 0 0,0 0 1 0 0,0 0-1 0 0,0-1 1 0 0,0 1 0 0 0,0 0-1 0 0,0 0 1 0 0,0-1 0 0 0,0 1-1 0 0,1 0 1 0 0,-1 0-1 0 0,0 0 1 0 0,0 0 0 0 0,0-1-1 0 0,0 1 1 0 0,1 0-1 0 0,-1 0 1 0 0,0 0 0 0 0,0 0-1 0 0,0 0 1 0 0,1-1 0 0 0,-1 1-1 0 0,0 0 1 0 0,0 0-1 0 0,0 0 1 0 0,1 0 0 0 0,-1 0-1 0 0,0 0 1 0 0,0 0-1 0 0,1 0 1 0 0,-1 0 0 0 0,0 0-1 0 0,0 0 1 0 0,1 0 0 0 0,-1 0-1 0 0,0 0 1 0 0,0 0-1 0 0,0 0 1 0 0,1 0 0 0 0,-1 0-1 0 0,0 0 1 0 0,0 1-1 0 0,1-1 1 0 0,-1 0 0 0 0,0 0-1 0 0,0 0 1 0 0,0 0 0 0 0,0 0-1 0 0,1 1 1 0 0,-1-1-1 0 0,0 0 1 0 0,0 0 0 0 0,0 0-1 0 0,0 0 1 0 0,1 1 0 0 0,-1-1-1 0 0,0 0 1 0 0,0 0-1 0 0,0 1 1 0 0,0-1 0 0 0,0 0-1 0 0,12 17-120 0 0,-11-11-412 0 0,4 15-851 0 0,2-6-4633 0 0,-2-6 2960 0 0</inkml:trace>
</inkml:ink>
</file>

<file path=ppt/ink/ink7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7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1 393 548 0 0,'5'6'9307'0'0,"-5"-6"-9128"0"0,30-23 2006 0 0,34-37-1576 0 0,-29 22 313 0 0,70-59 0 0 0,-93 86-771 0 0,1 2 1 0 0,1-1-1 0 0,0 2 0 0 0,0 0 0 0 0,0 1 1 0 0,1 0-1 0 0,0 1 0 0 0,1 1 1 0 0,30-7-1 0 0,-44 12-133 0 0,0-1 1 0 0,0 1-1 0 0,1 0 1 0 0,-1-1 0 0 0,0 1-1 0 0,1 0 1 0 0,-1 1-1 0 0,0-1 1 0 0,0 0-1 0 0,1 1 1 0 0,-1-1-1 0 0,0 1 1 0 0,0 0 0 0 0,0-1-1 0 0,1 1 1 0 0,-1 0-1 0 0,0 0 1 0 0,0 1-1 0 0,0-1 1 0 0,-1 0-1 0 0,1 1 1 0 0,0-1 0 0 0,2 4-1 0 0,-2-2 4 0 0,0 1 0 0 0,0-1 0 0 0,-1 1 0 0 0,1-1 0 0 0,-1 1 0 0 0,0 0 0 0 0,0-1 0 0 0,0 1 0 0 0,-1 0 0 0 0,1 0 0 0 0,-1 0 0 0 0,0 7 0 0 0,-1 3 21 0 0,-1 0-1 0 0,0 0 1 0 0,-1 0-1 0 0,-1 0 1 0 0,0-1 0 0 0,-10 24-1 0 0,3-20-7 0 0,0 0 0 0 0,0 0 0 0 0,-2-1 0 0 0,-21 22 0 0 0,12-14 31 0 0,21-22-77 0 0,6-7-424 0 0,209-156-1112 0 0,-106 63 1203 0 0,-87 83 1502 0 0,-27 29-495 0 0,3-10-618 0 0,1 1 0 0 0,-1 0 0 0 0,1 0 1 0 0,0 0-1 0 0,0 0 0 0 0,-2 11 1 0 0,4-10-7 0 0,1 34 76 0 0,-1-39-114 0 0,1 1 0 0 0,-1-1 1 0 0,1 0-1 0 0,-1 0 0 0 0,1 0 0 0 0,-1 0 1 0 0,1 0-1 0 0,0 0 0 0 0,-1 0 0 0 0,1 0 0 0 0,0 0 1 0 0,0 0-1 0 0,0-1 0 0 0,0 1 0 0 0,0 0 1 0 0,0 0-1 0 0,0-1 0 0 0,0 1 0 0 0,0-1 0 0 0,0 1 1 0 0,0-1-1 0 0,0 1 0 0 0,0-1 0 0 0,0 0 1 0 0,0 1-1 0 0,1-1 0 0 0,-1 0 0 0 0,0 0 1 0 0,0 0-1 0 0,0 0 0 0 0,1 0 0 0 0,-1 0 0 0 0,2-1 1 0 0,7-1 8 0 0,-1-1 1 0 0,0 0-1 0 0,1 0 1 0 0,-1-1-1 0 0,-1 0 1 0 0,1-1 0 0 0,9-6-1 0 0,42-19-127 0 0,-59 29 104 0 0,3 2 7 0 0,-1-1 1 0 0,1 1-1 0 0,-1 0 1 0 0,0 0-1 0 0,1 0 1 0 0,-1 0-1 0 0,0 1 1 0 0,0-1-1 0 0,0 1 1 0 0,6 4-1 0 0,-6-4 7 0 0,0 0-1 0 0,0 1 1 0 0,0-2 0 0 0,1 1-1 0 0,-1 0 1 0 0,1 0 0 0 0,0-1-1 0 0,-1 0 1 0 0,1 0-1 0 0,0 0 1 0 0,0 0 0 0 0,-1-1-1 0 0,1 1 1 0 0,0-1 0 0 0,0 0-1 0 0,0 0 1 0 0,0 0-1 0 0,0-1 1 0 0,0 0 0 0 0,-1 1-1 0 0,1-1 1 0 0,4-2 0 0 0,1 0-1 0 0,0 0 0 0 0,0-1 0 0 0,0 0 0 0 0,0 0 0 0 0,-1-1 0 0 0,1 0 0 0 0,-1-1 0 0 0,-1 0 0 0 0,1 0 0 0 0,-1-1 0 0 0,0 0 0 0 0,-1 0 0 0 0,1 0 0 0 0,-1-1 0 0 0,-1 0 0 0 0,1 0 0 0 0,-2 0 0 0 0,1-1 0 0 0,-1 0 0 0 0,0 0 0 0 0,-1 0 0 0 0,4-15 0 0 0,-6 21 9 0 0,0 1-1 0 0,0-1 1 0 0,0 0 0 0 0,-1 1-1 0 0,1-1 1 0 0,-1 0-1 0 0,1 0 1 0 0,-1 0 0 0 0,0 1-1 0 0,0-1 1 0 0,0 0-1 0 0,0 0 1 0 0,-1 0 0 0 0,1 1-1 0 0,-1-1 1 0 0,0 0 0 0 0,0 1-1 0 0,0-1 1 0 0,0 0-1 0 0,-2-2 1 0 0,2 3 36 0 0,0 2-37 0 0,0 0 0 0 0,1-1 0 0 0,-1 1 0 0 0,0-1-1 0 0,1 1 1 0 0,-1 0 0 0 0,0-1 0 0 0,0 1 0 0 0,1 0-1 0 0,-1 0 1 0 0,0 0 0 0 0,0 0 0 0 0,0 0 0 0 0,1 0-1 0 0,-1 0 1 0 0,0 0 0 0 0,0 0 0 0 0,1 0 0 0 0,-1 0-1 0 0,-1 0 1 0 0,0 1-2 0 0,0 0 0 0 0,0 0 0 0 0,0 0 0 0 0,0 0-1 0 0,0 1 1 0 0,0-1 0 0 0,0 0 0 0 0,1 1 0 0 0,-1-1 0 0 0,0 1-1 0 0,1 0 1 0 0,-1 0 0 0 0,1-1 0 0 0,0 1 0 0 0,0 0 0 0 0,0 0-1 0 0,0 0 1 0 0,0 0 0 0 0,0 0 0 0 0,0 1 0 0 0,1-1 0 0 0,-1 0 0 0 0,1 0-1 0 0,-1 0 1 0 0,1 3 0 0 0,0 0-6 0 0,1 0 1 0 0,0 0-1 0 0,0 0 0 0 0,0 0 1 0 0,1 0-1 0 0,0-1 1 0 0,0 1-1 0 0,0-1 0 0 0,0 1 1 0 0,1-1-1 0 0,4 7 0 0 0,3 3 13 0 0,0-1 0 0 0,-2 1 0 0 0,0 0-1 0 0,0 1 1 0 0,-1 0 0 0 0,-1 0 0 0 0,-1 1-1 0 0,5 18 1 0 0,-10-33-12 0 0,0 0 1 0 0,-1 1-1 0 0,1-1 0 0 0,0 0 0 0 0,0 1 1 0 0,0-1-1 0 0,-1 0 0 0 0,1 0 0 0 0,-1 1 1 0 0,1-1-1 0 0,-1 0 0 0 0,1 0 0 0 0,-1 0 1 0 0,0 0-1 0 0,0 0 0 0 0,1 0 0 0 0,-1 0 1 0 0,0 0-1 0 0,0 0 0 0 0,0 0 0 0 0,0 0 1 0 0,0 0-1 0 0,0-1 0 0 0,-2 2 0 0 0,-24 10-59 0 0,25-11-115 0 0,-1-2-275 0 0,0 1-1 0 0,1-1 1 0 0,-1 0 0 0 0,1 0-1 0 0,-1 0 1 0 0,1 0 0 0 0,-1 0 0 0 0,1 0-1 0 0,-3-2 1 0 0,5 0-197 0 0,-1-3 535 0 0,3-2-6402 0 0,3-8 3097 0 0</inkml:trace>
</inkml:ink>
</file>

<file path=ppt/ink/ink7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8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0 495 424 0 0,'0'0'1916'0'0,"18"-3"1535"0"0,19-17-2110 0 0,-2-1 0 0 0,38-30 1 0 0,-61 42-1142 0 0,-1-1 1 0 0,0 0-1 0 0,-1 0 1 0 0,0-1 0 0 0,0-1-1 0 0,-2 0 1 0 0,1 0-1 0 0,-1 0 1 0 0,-1-1-1 0 0,7-16 1 0 0,-8 14 188 0 0,0-1-1 0 0,-1 0 1 0 0,-1 0-1 0 0,-1 0 1 0 0,0 0 0 0 0,-1-1-1 0 0,0 0 1 0 0,-2 1-1 0 0,0-1 1 0 0,0 0 0 0 0,-2 1-1 0 0,-6-32 1 0 0,8 47-353 0 0,0 0 0 0 0,0 1 0 0 0,0-1 0 0 0,-1 1 0 0 0,1-1 0 0 0,0 0 0 0 0,0 1 0 0 0,0-1 0 0 0,0 0 0 0 0,-1 1 0 0 0,1-1 0 0 0,0 1 0 0 0,0-1-1 0 0,-1 0 1 0 0,1 1 0 0 0,0-1 0 0 0,-1 1 0 0 0,1-1 0 0 0,-1 1 0 0 0,1 0 0 0 0,-1-1 0 0 0,1 1 0 0 0,-1-1 0 0 0,1 1 0 0 0,-1 0 0 0 0,1-1 0 0 0,-1 1 0 0 0,0 0 0 0 0,1-1 0 0 0,-1 1 0 0 0,1 0 0 0 0,-1 0 0 0 0,0 0 0 0 0,1 0 0 0 0,-1 0 0 0 0,0 0 0 0 0,1 0 0 0 0,-1 0 0 0 0,0 0 0 0 0,1 0 0 0 0,-1 0 0 0 0,1 0 0 0 0,-2 0 0 0 0,0 2-4 0 0,0-1 0 0 0,0 1 0 0 0,1-1 0 0 0,-1 1 0 0 0,0 0 0 0 0,1-1 0 0 0,-1 1 0 0 0,1 0 0 0 0,-1 0 0 0 0,1 0 0 0 0,0 0 0 0 0,0 1 0 0 0,0-1 0 0 0,-1 4 0 0 0,-6 22 186 0 0,1 2-1 0 0,1-1 0 0 0,2 1 0 0 0,-2 57 0 0 0,-1 9 51 0 0,-21 366 584 0 0,27-446-791 0 0,0 1 1 0 0,-1-1-1 0 0,-1 0 1 0 0,-8 26-1 0 0,11-42-60 0 0,0 1-1 0 0,0-1 1 0 0,0 0 0 0 0,0 0-1 0 0,0 0 1 0 0,0 1-1 0 0,0-1 1 0 0,0 0-1 0 0,0 0 1 0 0,0 0 0 0 0,0 1-1 0 0,0-1 1 0 0,0 0-1 0 0,0 0 1 0 0,0 0-1 0 0,0 1 1 0 0,0-1-1 0 0,0 0 1 0 0,0 0 0 0 0,0 0-1 0 0,0 0 1 0 0,-1 1-1 0 0,1-1 1 0 0,0 0-1 0 0,0 0 1 0 0,0 0 0 0 0,0 0-1 0 0,0 0 1 0 0,-1 0-1 0 0,1 1 1 0 0,0-1-1 0 0,0 0 1 0 0,0 0 0 0 0,0 0-1 0 0,-1 0 1 0 0,1 0-1 0 0,0 0 1 0 0,0 0-1 0 0,0 0 1 0 0,-1 0-1 0 0,1 0 1 0 0,0 0 0 0 0,0 0-1 0 0,0 0 1 0 0,-1 0-1 0 0,1 0 1 0 0,0 0-1 0 0,0 0 1 0 0,0 0 0 0 0,-1 0-1 0 0,-3-13 41 0 0,2-21 13 0 0,8 16-71 0 0,2-1 0 0 0,0 1 0 0 0,1 1 1 0 0,1-1-1 0 0,1 2 0 0 0,0-1 1 0 0,1 2-1 0 0,1-1 0 0 0,17-15 0 0 0,-17 17 11 0 0,14-11-45 0 0,-27 25 51 0 0,1 0 1 0 0,-1-1-1 0 0,1 1 1 0 0,-1 0 0 0 0,1 0-1 0 0,-1-1 1 0 0,1 1-1 0 0,-1 0 1 0 0,1 0 0 0 0,-1 0-1 0 0,1 0 1 0 0,-1 0-1 0 0,1 0 1 0 0,-1 0 0 0 0,1 0-1 0 0,-1 0 1 0 0,1 0-1 0 0,-1 0 1 0 0,1 0 0 0 0,0 0-1 0 0,-1 0 1 0 0,1 1-1 0 0,-1-1 1 0 0,1 0 0 0 0,-1 0-1 0 0,1 1 1 0 0,-1-1-1 0 0,0 0 1 0 0,1 1 0 0 0,-1-1-1 0 0,1 0 1 0 0,-1 1-1 0 0,0-1 1 0 0,1 0 0 0 0,-1 1-1 0 0,0-1 1 0 0,1 1-1 0 0,-1-1 1 0 0,0 1 0 0 0,0-1-1 0 0,1 1 1 0 0,-1-1 0 0 0,0 1-1 0 0,0-1 1 0 0,0 1-1 0 0,1 2 11 0 0,-20 37-3958 0 0,17-36 3275 0 0,1-1-1117 0 0</inkml:trace>
</inkml:ink>
</file>

<file path=ppt/ink/ink7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8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16 268 0 0,'0'0'168'0'0,"4"-8"-120"0"0,4 1-300 0 0</inkml:trace>
</inkml:ink>
</file>

<file path=ppt/ink/ink7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8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0 198 264 0 0,'0'1'313'0'0,"0"0"-1"0"0,1 1 1 0 0,-1-1 0 0 0,0 0-1 0 0,0 0 1 0 0,1 1-1 0 0,-1-1 1 0 0,1 0 0 0 0,-1 0-1 0 0,1 1 1 0 0,0-1 0 0 0,-1 0-1 0 0,1 0 1 0 0,0 0-1 0 0,0 0 1 0 0,0 0 0 0 0,0 0-1 0 0,0 0 1 0 0,0 0 0 0 0,2 1-1 0 0,0-2-61 0 0,-1 0 0 0 0,1-1 0 0 0,0 1 0 0 0,-1-1 0 0 0,1 1 0 0 0,-1-1 0 0 0,1 0 0 0 0,-1 0 0 0 0,1 0 0 0 0,4-3 0 0 0,5-1 75 0 0,0-2 0 0 0,0 1 0 0 0,0-1 0 0 0,-1-1 0 0 0,0 0 0 0 0,0-1 0 0 0,-1 0 0 0 0,0-1 0 0 0,-1 1 0 0 0,0-2 0 0 0,-1 1 0 0 0,0-2 0 0 0,0 1 0 0 0,-1-1 0 0 0,-1 0 0 0 0,8-18 0 0 0,-14 29-257 0 0,1 0-1 0 0,0 0 1 0 0,-1 0 0 0 0,1 0-1 0 0,-1 0 1 0 0,0 0 0 0 0,1 0-1 0 0,-1 0 1 0 0,0-1 0 0 0,1 1-1 0 0,-1 0 1 0 0,0 0 0 0 0,0 0 0 0 0,0 0-1 0 0,0 0 1 0 0,0-1 0 0 0,-1 1-1 0 0,1 0 1 0 0,0 0 0 0 0,0 0-1 0 0,-1 0 1 0 0,1 0 0 0 0,-1 0-1 0 0,1 0 1 0 0,-1 0 0 0 0,1 0-1 0 0,-1 0 1 0 0,1 0 0 0 0,-1 0-1 0 0,0 0 1 0 0,-1-2 0 0 0,0 3-10 0 0,0 0 0 0 0,1 0 0 0 0,-1-1 0 0 0,1 1 0 0 0,-1 0 0 0 0,0 0 1 0 0,1 1-1 0 0,-1-1 0 0 0,1 0 0 0 0,-1 0 0 0 0,0 1 0 0 0,1-1 0 0 0,-1 1 0 0 0,1-1 1 0 0,-1 1-1 0 0,1 0 0 0 0,0 0 0 0 0,-1 0 0 0 0,1-1 0 0 0,0 1 0 0 0,-1 1 0 0 0,1-1 0 0 0,0 0 1 0 0,-2 2-1 0 0,-2 3 36 0 0,-1 0 0 0 0,1 0 0 0 0,0 0 0 0 0,1 1-1 0 0,0-1 1 0 0,0 1 0 0 0,0 0 0 0 0,1 1 0 0 0,0-1 0 0 0,0 1 0 0 0,1-1 0 0 0,0 1 0 0 0,1 0 0 0 0,-1 0 0 0 0,1-1 0 0 0,1 1 0 0 0,0 10 0 0 0,0-13-300 0 0,0 0 1 0 0,1 1-1 0 0,-1-1 1 0 0,1 0-1 0 0,1 0 1 0 0,-1 0-1 0 0,1 0 1 0 0,0 0-1 0 0,0 0 1 0 0,0-1-1 0 0,1 1 0 0 0,-1-1 1 0 0,1 1-1 0 0,0-1 1 0 0,0 0-1 0 0,1 0 1 0 0,-1 0-1 0 0,1-1 1 0 0,0 1-1 0 0,0-1 1 0 0,0 0-1 0 0,1 0 1 0 0,-1 0-1 0 0,1-1 1 0 0,-1 1-1 0 0,1-1 1 0 0,7 2-1 0 0,-8-3-162 0 0,1 0 0 0 0,-1 0 1 0 0,0 0-1 0 0,1-1 0 0 0,-1 0 0 0 0,0 0 1 0 0,7-1-1 0 0,10-2-5640 0 0,1-1 2714 0 0</inkml:trace>
</inkml:ink>
</file>

<file path=ppt/ink/ink7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9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47 180 212 0 0,'0'-8'10026'0'0,"-3"10"-9887"0"0,-1 0 1 0 0,1 0-1 0 0,0 0 0 0 0,0 1 0 0 0,0 0 0 0 0,0-1 0 0 0,1 1 0 0 0,-1 0 0 0 0,1 1 1 0 0,0-1-1 0 0,0 0 0 0 0,0 1 0 0 0,0-1 0 0 0,0 1 0 0 0,1-1 0 0 0,-1 1 1 0 0,1 0-1 0 0,0 0 0 0 0,0 0 0 0 0,1-1 0 0 0,-1 1 0 0 0,1 0 0 0 0,0 0 0 0 0,0 6 1 0 0,0-8-99 0 0,0 0 1 0 0,0-1-1 0 0,0 1 1 0 0,1 0-1 0 0,-1 0 1 0 0,0 0-1 0 0,1 0 1 0 0,-1 0-1 0 0,1 0 1 0 0,0 0-1 0 0,-1 0 1 0 0,1 0-1 0 0,0-1 1 0 0,0 1-1 0 0,0 0 1 0 0,1-1-1 0 0,-1 1 1 0 0,0-1-1 0 0,1 1 1 0 0,-1-1-1 0 0,1 0 1 0 0,-1 1-1 0 0,4 1 1 0 0,-2-2-18 0 0,0 0 0 0 0,0 0 0 0 0,0-1 0 0 0,0 1 1 0 0,0-1-1 0 0,0 1 0 0 0,1-1 0 0 0,-1 0 0 0 0,0-1 0 0 0,0 1 0 0 0,0 0 1 0 0,0-1-1 0 0,5-1 0 0 0,3-1-28 0 0,0-1 0 0 0,-1 0 0 0 0,0-1 0 0 0,0 0 0 0 0,0 0 0 0 0,-1-1 0 0 0,13-10 0 0 0,-13 8 129 0 0,-1-1 1 0 0,0 0-1 0 0,0-1 0 0 0,-1 1 0 0 0,-1-1 0 0 0,1 0 0 0 0,-2-1 0 0 0,1 0 0 0 0,-1 0 0 0 0,-1 0 0 0 0,0 0 0 0 0,-1-1 0 0 0,0 1 0 0 0,-1-1 1 0 0,0 0-1 0 0,0 0 0 0 0,-2 0 0 0 0,1 0 0 0 0,-3-22 0 0 0,2 33-82 0 0,0 0 0 0 0,-1 0 1 0 0,1 0-1 0 0,0 1 0 0 0,0-1 0 0 0,0 0 1 0 0,-1 1-1 0 0,1-1 0 0 0,0 0 0 0 0,-1 0 1 0 0,1 1-1 0 0,-1-1 0 0 0,1 1 0 0 0,-1-1 1 0 0,1 0-1 0 0,-1 1 0 0 0,1-1 0 0 0,-1 1 0 0 0,0-1 1 0 0,1 1-1 0 0,-1-1 0 0 0,0 1 0 0 0,1 0 1 0 0,-1-1-1 0 0,0 1 0 0 0,1 0 0 0 0,-1-1 1 0 0,0 1-1 0 0,0 0 0 0 0,1 0 0 0 0,-1 0 1 0 0,0 0-1 0 0,0 0 0 0 0,0 0 0 0 0,1 0 1 0 0,-1 0-1 0 0,0 0 0 0 0,0 0 0 0 0,1 0 0 0 0,-1 0 1 0 0,0 1-1 0 0,0-1 0 0 0,1 0 0 0 0,-1 1 1 0 0,0-1-1 0 0,0 1 0 0 0,-3 0 35 0 0,1 1 1 0 0,0-1-1 0 0,0 1 0 0 0,-1 0 1 0 0,1 0-1 0 0,1 0 0 0 0,-1 0 1 0 0,-4 5-1 0 0,1 1-22 0 0,1 0-1 0 0,0 0 1 0 0,1 0 0 0 0,0 1 0 0 0,0-1-1 0 0,1 1 1 0 0,0 0 0 0 0,1 0-1 0 0,0 1 1 0 0,0-1 0 0 0,1 0 0 0 0,0 1-1 0 0,0-1 1 0 0,1 0 0 0 0,1 1 0 0 0,-1-1-1 0 0,3 11 1 0 0,0-7-452 0 0,0 0-1 0 0,0 0 0 0 0,2 0 1 0 0,10 23-1 0 0,-10-25-581 0 0,2 0-1 0 0,-1-1 1 0 0,1 1-1 0 0,1-1 1 0 0,10 10-1 0 0,10-2-5659 0 0,-14-13 2829 0 0</inkml:trace>
</inkml:ink>
</file>

<file path=ppt/ink/ink7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39.5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29 292 0 0,'23'-29'14849'0'0,"-22"110"-13832"0"0,-1-79-1472 0 0,0 0-177 0 0,0-1 527 0 0,0 0 1 0 0,0-1 0 0 0,-1 1 0 0 0,1 0-1 0 0,0 0 1 0 0,0 0 0 0 0,0-1 0 0 0,0 1-1 0 0,1 0 1 0 0,-1 0 0 0 0,0-1 0 0 0,0 1-1 0 0,0 0 1 0 0,1 0 0 0 0,-1-1 0 0 0,0 1-1 0 0,1 0 1 0 0,-1-1 0 0 0,0 1 0 0 0,1 0-1 0 0,-1-1 1 0 0,1 1 0 0 0,-1-1 0 0 0,1 1-1 0 0,-1 0 1 0 0,1-1 0 0 0,0 1 0 0 0,-1-1-1 0 0,1 0 1 0 0,0 1 0 0 0,-1-1 0 0 0,1 0-1 0 0,0 1 1 0 0,-1-1 0 0 0,1 0 0 0 0,0 0-1 0 0,0 1 1 0 0,-1-1 0 0 0,1 0 0 0 0,0 0-1 0 0,0 0 1 0 0,-1 0 0 0 0,3 0 0 0 0,53-22-1666 0 0,-5 1 4930 0 0,-49 20-2614 0 0,11 1 2042 0 0,-11 3-2476 0 0,-1-1-1 0 0,0 1 1 0 0,0-1 0 0 0,1 1-1 0 0,-2 0 1 0 0,1-1 0 0 0,0 1-1 0 0,0 0 1 0 0,-1-1 0 0 0,0 1 0 0 0,1 0-1 0 0,-1 0 1 0 0,-1 3 0 0 0,-5 40-4235 0 0,3-25-1413 0 0,1-10 1647 0 0</inkml:trace>
</inkml:ink>
</file>

<file path=ppt/ink/ink7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41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350 84 608 0 0,'-33'2'12543'0'0,"33"-4"-12536"0"0,0 1 0 0 0,0-1-1 0 0,0 0 1 0 0,-1 1 0 0 0,1-1 0 0 0,0 1-1 0 0,-1-1 1 0 0,1 0 0 0 0,-1 1 0 0 0,0-1 0 0 0,1 1-1 0 0,-1-1 1 0 0,0 1 0 0 0,0 0 0 0 0,0-1-1 0 0,0 1 1 0 0,0 0 0 0 0,0 0 0 0 0,-1 0-1 0 0,1-1 1 0 0,0 1 0 0 0,-2 0 0 0 0,2 0 49 0 0,-29-30 12 0 0,14 19-60 0 0,14 11 8 0 0,-7-6 70 0 0,2 8 5860 0 0,8 4-5896 0 0,0 0 1 0 0,-1 1-1 0 0,1-1 0 0 0,-1 1 0 0 0,-1-1 0 0 0,1 1 1 0 0,0-1-1 0 0,-1 0 0 0 0,0 1 0 0 0,-1-1 0 0 0,1 0 1 0 0,-1 0-1 0 0,0 0 0 0 0,0 0 0 0 0,-3 5 0 0 0,-9 16 162 0 0,-28 39 1 0 0,25-40-142 0 0,0-2-275 0 0,-2-1 0 0 0,-21 22 0 0 0,2-4-2966 0 0,6 1-6333 0 0</inkml:trace>
</inkml:ink>
</file>

<file path=ppt/ink/ink7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42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83 120 0 0,'62'-73'8809'0'0,"-61"72"-8250"0"0,3-5 43 0 0,-3 3-163 0 0,-7 5 2221 0 0,-6 5-2504 0 0,0 1 0 0 0,0 0 0 0 0,1 1 0 0 0,0 0 0 0 0,0 1 0 0 0,1 0 0 0 0,1 0 1 0 0,0 1-1 0 0,0 1 0 0 0,-12 20 0 0 0,17-26-112 0 0,0 1-1 0 0,1 0 1 0 0,-1 0 0 0 0,1 0-1 0 0,1 0 1 0 0,0 0 0 0 0,0 1-1 0 0,0-1 1 0 0,1 1 0 0 0,0 0 0 0 0,0-1-1 0 0,1 1 1 0 0,0 0 0 0 0,0-1-1 0 0,1 1 1 0 0,0 0 0 0 0,0-1-1 0 0,1 1 1 0 0,0-1 0 0 0,0 1-1 0 0,1-1 1 0 0,3 8 0 0 0,-3-12-63 0 0,-1 1 0 0 0,0-1 0 0 0,1 0 1 0 0,-1 0-1 0 0,1 0 0 0 0,0-1 0 0 0,0 1 1 0 0,0-1-1 0 0,0 1 0 0 0,0-1 0 0 0,1 0 0 0 0,-1 0 1 0 0,0-1-1 0 0,1 1 0 0 0,0-1 0 0 0,-1 1 1 0 0,1-1-1 0 0,0 0 0 0 0,0-1 0 0 0,0 1 1 0 0,0-1-1 0 0,0 0 0 0 0,-1 1 0 0 0,1-2 0 0 0,0 1 1 0 0,0 0-1 0 0,0-1 0 0 0,0 0 0 0 0,0 0 1 0 0,-1 0-1 0 0,1 0 0 0 0,0 0 0 0 0,5-4 0 0 0,-3 2 40 0 0,0 0-1 0 0,0 0 1 0 0,0 0-1 0 0,0 0 1 0 0,-1-1-1 0 0,0 0 1 0 0,0 0-1 0 0,0-1 1 0 0,0 0-1 0 0,-1 0 0 0 0,1 0 1 0 0,-1 0-1 0 0,-1 0 1 0 0,1-1-1 0 0,-1 0 1 0 0,0 1-1 0 0,0-1 1 0 0,0-1-1 0 0,1-7 0 0 0,-3 6 63 0 0,0 1-1 0 0,-1 0 0 0 0,0-1 0 0 0,0 1 1 0 0,-1 0-1 0 0,0 0 0 0 0,0-1 0 0 0,-1 1 0 0 0,1 0 1 0 0,-2 0-1 0 0,1 0 0 0 0,-7-12 0 0 0,-1 2-128 0 0,-1-1 0 0 0,-1 1 0 0 0,-15-17 0 0 0,26 34-122 0 0,-1-1 1 0 0,1 0 0 0 0,0 0-1 0 0,-1 0 1 0 0,1 1 0 0 0,-1-1-1 0 0,1 1 1 0 0,-1-1 0 0 0,1 1 0 0 0,-1-1-1 0 0,1 1 1 0 0,-1 0 0 0 0,1 0-1 0 0,-1 0 1 0 0,1 0 0 0 0,-3 0 0 0 0,-15 2-7184 0 0,8 1 3768 0 0</inkml:trace>
</inkml:ink>
</file>

<file path=ppt/ink/ink7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43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22 108 0 0,'0'0'1138'0'0,"1"-22"10188"0"0,-10 46-10891 0 0,4-3 209 0 0,5-19-592 0 0,0-1-107 0 0,1 2-99 0 0,-1 0 0 0 0,1 0 0 0 0,0 0 1 0 0,0 0-1 0 0,0 0 0 0 0,0-1 1 0 0,0 1-1 0 0,1 0 0 0 0,1 2 0 0 0,1-4 28 0 0,0 0 0 0 0,0-1 0 0 0,-1 1 0 0 0,1-1 0 0 0,0 0 0 0 0,0 0-1 0 0,0 0 1 0 0,-1-1 0 0 0,1 1 0 0 0,0-1 0 0 0,0 0 0 0 0,-1 0 0 0 0,1 0-1 0 0,-1-1 1 0 0,6-2 0 0 0,0 1 614 0 0,-7 2 509 0 0,-2 1-960 0 0,1-1 1 0 0,0 1-1 0 0,-1 0 0 0 0,1 0 1 0 0,-1 0-1 0 0,1 0 0 0 0,0 0 1 0 0,-1 0-1 0 0,1 0 0 0 0,0 0 1 0 0,-1 0-1 0 0,1 0 0 0 0,-1 0 1 0 0,1 1-1 0 0,0-1 0 0 0,-1 0 0 0 0,1 0 1 0 0,-1 0-1 0 0,1 1 0 0 0,-1-1 1 0 0,1 0-1 0 0,-1 1 0 0 0,1-1 1 0 0,-1 1-1 0 0,1-1 0 0 0,-1 0 1 0 0,1 1-1 0 0,-1-1 0 0 0,0 1 1 0 0,1-1-1 0 0,-1 1 0 0 0,0-1 1 0 0,1 1-1 0 0,-1 0 0 0 0,0 0 1 0 0,-4 23-1467 0 0,3-5-4791 0 0,1-6 3252 0 0</inkml:trace>
</inkml:ink>
</file>

<file path=ppt/ink/ink7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43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21 52 0 0,'-4'-13'3157'0'0,"4"13"-2989"0"0,0-1 0 0 0,0 1 0 0 0,0 0 0 0 0,0 0 0 0 0,0-1 1 0 0,0 1-1 0 0,0 0 0 0 0,0 0 0 0 0,0-1 0 0 0,0 1 0 0 0,0 0 0 0 0,0 0 0 0 0,0-1 0 0 0,0 1 0 0 0,0 0 0 0 0,0 0 1 0 0,0-1-1 0 0,-1 1 0 0 0,1 0 0 0 0,0-1 504 0 0,-1 1-504 0 0,1 0 0 0 0,0 0 0 0 0,0 0 0 0 0,-1-1 1 0 0,1 1-1 0 0,0 0 0 0 0,0 0 0 0 0,0 0 0 0 0,-1 0 0 0 0,1 0 0 0 0,0 0 0 0 0,0 0 0 0 0,-1 0 0 0 0,1 0 0 0 0,0 0 0 0 0,0 0 1 0 0,-1 0-1 0 0,1 0 0 0 0,0 0 0 0 0,-1 0 0 0 0,1 0 0 0 0,0 0 0 0 0,0 0 0 0 0,-1 0 0 0 0,1 0 0 0 0,0 0 0 0 0,0 0 0 0 0,0 0 1 0 0,-1 0-1 0 0,1 1 0 0 0,0-1 0 0 0,-11 15 349 0 0,0 1 1 0 0,1 0-1 0 0,1 1 1 0 0,1 0-1 0 0,0 0 1 0 0,2 1-1 0 0,0 0 0 0 0,1 0 1 0 0,-5 30-1 0 0,-15 183 1374 0 0,23-194-1596 0 0,-1 19-24 0 0,-3 37-888 0 0,-8-34-3086 0 0,14-58 3480 0 0,-1 0 0 0 0,1 0 1 0 0,-1 0-1 0 0,1 0 0 0 0,-1 0 0 0 0,1-1 1 0 0,-1 1-1 0 0,1 0 0 0 0,-1 0 0 0 0,0 0 1 0 0,0-1-1 0 0,1 1 0 0 0,-1 0 1 0 0,0-1-1 0 0,0 1 0 0 0,0-1 0 0 0,0 1 1 0 0,1-1-1 0 0,-3 1 0 0 0,-5 1-5028 0 0,-2 0 1748 0 0</inkml:trace>
</inkml:ink>
</file>

<file path=ppt/ink/ink7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43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1 146 848 0 0,'0'0'1112'0'0,"20"-23"2829"0"0,-8 14-3405 0 0,1 1 0 0 0,0 0-1 0 0,0 1 1 0 0,0 0 0 0 0,1 1 0 0 0,0 1-1 0 0,0 0 1 0 0,1 1 0 0 0,15-3-1 0 0,36-12-2006 0 0,-55 15 92 0 0,0-1 0 0 0,0 0-1 0 0,16-10 1 0 0,-13 7-1027 0 0</inkml:trace>
</inkml:ink>
</file>

<file path=ppt/ink/ink7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44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20 636 0 0,'6'-20'13015'0'0,"-5"31"-12926"0"0,0-4-453 0 0,0 0 0 0 0,0-1 1 0 0,0 1-1 0 0,1 0 0 0 0,0-1 1 0 0,0 1-1 0 0,7 11 0 0 0,-9-17 279 0 0,1-1 0 0 0,0 1 0 0 0,0 0 0 0 0,0-1-1 0 0,-1 1 1 0 0,1-1 0 0 0,0 1 0 0 0,0-1 0 0 0,0 1-1 0 0,0-1 1 0 0,0 0 0 0 0,0 1 0 0 0,0-1 0 0 0,0 0-1 0 0,0 0 1 0 0,0 0 0 0 0,0 0 0 0 0,0 0 0 0 0,0 0-1 0 0,0 0 1 0 0,0 0 0 0 0,0 0 0 0 0,0 0-1 0 0,0-1 1 0 0,0 1 0 0 0,2-1 0 0 0,29-14-241 0 0,-9 3 1711 0 0,-21 12-508 0 0,13 8 1485 0 0,-13 1-2171 0 0,-2 0 0 0 0,1 0 0 0 0,-1 0 1 0 0,-1 0-1 0 0,1 0 0 0 0,-1 0 0 0 0,-1 0 0 0 0,0-1 1 0 0,-4 13-1 0 0,2-5-714 0 0,-3 18-1305 0 0,1-1-4641 0 0,3-19 3141 0 0</inkml:trace>
</inkml:ink>
</file>

<file path=ppt/ink/ink7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44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0 444 0 0,'-3'9'1256'0'0,"-2"5"-80"0"0,-1-6-116 0 0,3 3-100 0 0,-4 4-91 0 0,-3-1-93 0 0,-2 2-100 0 0,-2 4-216 0 0,-2 3-276 0 0,-2 0-308 0 0,2-3-356 0 0,-8-1-732 0 0,-7 5-1313 0 0,3 4 589 0 0</inkml:trace>
</inkml:ink>
</file>

<file path=ppt/ink/ink7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0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126 363 640 0 0,'-8'-1'6991'0'0,"-5"112"-5297"0"0,2 213 1 0 0,11-309-1580 0 0,1-14-57 0 0,-1-1 1 0 0,0 1-1 0 0,0-1 1 0 0,0 1-1 0 0,1-1 1 0 0,-1 1-1 0 0,0 0 1 0 0,0-1-1 0 0,0 1 1 0 0,0-1-1 0 0,0 1 1 0 0,0-1-1 0 0,0 1 0 0 0,0 0 1 0 0,0-1-1 0 0,-1 1 1 0 0,1-1-1 0 0,0 1 1 0 0,0-1-1 0 0,0 1 1 0 0,-1-1-1 0 0,1 1 1 0 0,0-1-1 0 0,-1 1 0 0 0,1-1 1 0 0,0 1-1 0 0,-1-1 1 0 0,1 1-1 0 0,0-1 1 0 0,-1 0-1 0 0,1 1 1 0 0,-1-1-1 0 0,1 0 1 0 0,-1 1-1 0 0,1-1 0 0 0,-1 0 1 0 0,0 1-1 0 0,-16-18 419 0 0,-13-42-386 0 0,17 5 7 0 0,3 0 0 0 0,2 0 1 0 0,3-1-1 0 0,2-96 0 0 0,3 102-45 0 0,13-84 0 0 0,-10 113-54 0 0,1 0 0 0 0,1 0 0 0 0,1 1 0 0 0,0 0 0 0 0,2 0 0 0 0,18-34 0 0 0,-24 50-1 0 0,-1 1 0 0 0,1 0 0 0 0,0-1 0 0 0,-1 1 0 0 0,1 0 0 0 0,0 0 0 0 0,0 0 0 0 0,0 0 0 0 0,1 0 0 0 0,-1 1 0 0 0,0-1 0 0 0,1 1 0 0 0,-1-1 0 0 0,1 1 0 0 0,-1 0 0 0 0,1 0 0 0 0,0 0 0 0 0,0 1 0 0 0,-1-1 0 0 0,1 0 0 0 0,4 1 0 0 0,-1 0 3 0 0,-1 0 0 0 0,0 1 1 0 0,1 0-1 0 0,-1 0 1 0 0,0 1-1 0 0,0-1 0 0 0,0 1 1 0 0,0 0-1 0 0,0 1 1 0 0,8 4-1 0 0,5 6-2 0 0,1 0-1 0 0,-2 2 1 0 0,0 0-1 0 0,18 20 1 0 0,38 54 7 0 0,-3 2 0 0 0,94 165 0 0 0,-134-208-1 0 0,-26-41-2 0 0,11 17-3 0 0,-1 0 0 0 0,19 45-1 0 0,-32-66-68 0 0,0-1 0 0 0,-1 0-1 0 0,1 0 1 0 0,0 0-1 0 0,-1 1 1 0 0,1-1-1 0 0,-1 0 1 0 0,0 1 0 0 0,0-1-1 0 0,0 0 1 0 0,0 1-1 0 0,0-1 1 0 0,0 0 0 0 0,-1 0-1 0 0,1 1 1 0 0,-1-1-1 0 0,0 0 1 0 0,0 0 0 0 0,1 1-1 0 0,-1-1 1 0 0,-1 0-1 0 0,1 0 1 0 0,0 0-1 0 0,0 0 1 0 0,-1-1 0 0 0,1 1-1 0 0,-3 2 1 0 0,1-2-405 0 0,0 0 0 0 0,-1 0 0 0 0,1-1-1 0 0,0 1 1 0 0,-1-1 0 0 0,0 0 0 0 0,1 0 0 0 0,-1 0 0 0 0,0 0 0 0 0,1-1 0 0 0,-1 1 0 0 0,0-1 0 0 0,0 0 0 0 0,1 0 0 0 0,-1 0-1 0 0,-6-2 1 0 0,-6 0-2058 0 0</inkml:trace>
</inkml:ink>
</file>

<file path=ppt/ink/ink7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0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1 178 60 0 0,'2'-15'3360'0'0,"12"1"-2763"0"0,1 0 0 0 0,0 1 0 0 0,0 1 0 0 0,1 1-1 0 0,1 0 1 0 0,0 1 0 0 0,1 1 0 0 0,-1 0 0 0 0,35-11 0 0 0,-21 11-789 0 0,57-12-1 0 0,-59 17-2399 0 0,56-2-1 0 0</inkml:trace>
</inkml:ink>
</file>

<file path=ppt/ink/ink7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0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18 764 0 0,'-14'-14'3885'0'0,"11"11"-1273"0"0,5 8-864 0 0,10 20-1837 0 0,-9-18 173 0 0,0 0 1 0 0,0-1-1 0 0,1 0 1 0 0,0 1-1 0 0,0-1 0 0 0,0-1 1 0 0,1 1-1 0 0,0-1 0 0 0,0 1 1 0 0,0-1-1 0 0,1-1 0 0 0,-1 1 1 0 0,1-1-1 0 0,0 0 0 0 0,7 3 1 0 0,-11-6-143 0 0,34-22-304 0 0,-31 14 306 0 0,0 0 0 0 0,-1 0 0 0 0,0 0-1 0 0,0 0 1 0 0,0 0 0 0 0,-1-1 0 0 0,0 0 0 0 0,0 1-1 0 0,2-16 1 0 0,16 40 66 0 0,5 18-433 0 0,-10-12-82 0 0,30 35-3989 0 0,-30-41 2310 0 0</inkml:trace>
</inkml:ink>
</file>

<file path=ppt/ink/ink7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1.5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0 135 436 0 0,'0'-2'161'0'0,"1"1"0"0"0,-1-1 1 0 0,0 1-1 0 0,1-1 0 0 0,-1 1 0 0 0,1-1 0 0 0,-1 1 1 0 0,1 0-1 0 0,0-1 0 0 0,-1 1 0 0 0,1 0 0 0 0,0-1 1 0 0,0 1-1 0 0,0 0 0 0 0,0 0 0 0 0,0 0 0 0 0,0 0 1 0 0,1 0-1 0 0,-1 0 0 0 0,0 0 0 0 0,0 0 0 0 0,1 0 1 0 0,-1 1-1 0 0,1-1 0 0 0,1 0 0 0 0,1 0 47 0 0,0 0-1 0 0,1 0 1 0 0,-1 0 0 0 0,1 1-1 0 0,0-1 1 0 0,-1 1-1 0 0,1 1 1 0 0,7 0 0 0 0,0 1 23 0 0,-1 0 0 0 0,0 1 1 0 0,0 0-1 0 0,-1 1 1 0 0,1 0-1 0 0,15 9 0 0 0,-17-7-82 0 0,0 0-1 0 0,0 1 1 0 0,-1 0-1 0 0,0 1 1 0 0,11 12-1 0 0,-16-17-61 0 0,-1 1 1 0 0,1-1-1 0 0,-1 1 1 0 0,0 0-1 0 0,0 0 1 0 0,0-1-1 0 0,-1 1 1 0 0,1 0-1 0 0,-1 1 1 0 0,0-1-1 0 0,0 0 1 0 0,0 0-1 0 0,-1 0 1 0 0,1 1-1 0 0,-1-1 0 0 0,0 6 1 0 0,0-9-47 0 0,0-1 0 0 0,-1 1 0 0 0,1 0 0 0 0,0 0 0 0 0,0 0 0 0 0,0 0 0 0 0,-1-1 0 0 0,1 1 0 0 0,0 0 0 0 0,-1 0 0 0 0,1-1 0 0 0,0 1 0 0 0,-1 0 0 0 0,1-1 0 0 0,-1 1 0 0 0,0 0 0 0 0,1-1 0 0 0,-1 1 0 0 0,1-1 0 0 0,-1 1-1 0 0,0-1 1 0 0,1 1 0 0 0,-1-1 0 0 0,0 1 0 0 0,0-1 0 0 0,1 0 0 0 0,-1 1 0 0 0,0-1 0 0 0,0 0 0 0 0,0 0 0 0 0,1 1 0 0 0,-1-1 0 0 0,0 0 0 0 0,0 0 0 0 0,0 0 0 0 0,0 0 0 0 0,1 0 0 0 0,-1 0 0 0 0,0-1 0 0 0,0 1 0 0 0,-1 0 0 0 0,0-1 15 0 0,0 0 1 0 0,0 1-1 0 0,0-1 1 0 0,0 0-1 0 0,0 0 1 0 0,0 0-1 0 0,0 0 1 0 0,1 0-1 0 0,-1-1 1 0 0,0 1-1 0 0,1 0 1 0 0,-1-1-1 0 0,1 1 0 0 0,-1-1 1 0 0,1 0-1 0 0,-2-3 1 0 0,0-1-14 0 0,1 1 0 0 0,-1-1 0 0 0,1-1 0 0 0,1 1 1 0 0,-1 0-1 0 0,1 0 0 0 0,0-1 0 0 0,1 1 0 0 0,-1 0 0 0 0,1-1 0 0 0,0 1 0 0 0,1 0 1 0 0,0-1-1 0 0,0 1 0 0 0,0 0 0 0 0,1-1 0 0 0,0 1 0 0 0,0 0 0 0 0,0 0 0 0 0,5-7 1 0 0,-1 2-427 0 0,0 1-1 0 0,0 0 1 0 0,1 1 0 0 0,10-11 0 0 0,37-29-6993 0 0,-46 42 4684 0 0</inkml:trace>
</inkml:ink>
</file>

<file path=ppt/ink/ink7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2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30 118 92 0 0,'-4'-12'1198'0'0,"0"0"0"0"0,0-1 0 0 0,2 1 0 0 0,0-1 1 0 0,-1-18-1 0 0,3 29-714 0 0,-3-13 443 0 0,0 8-148 0 0,1 10 1127 0 0,0 29-1714 0 0,1 0 1 0 0,2-1-1 0 0,1 1 0 0 0,1 0 0 0 0,2-1 1 0 0,1 1-1 0 0,1-1 0 0 0,2-1 1 0 0,24 57-1 0 0,-12-40-70 0 0,53 103 150 0 0,-66-136-239 0 0,1-1 1 0 0,0 0 0 0 0,1 0-1 0 0,0-1 1 0 0,1-1-1 0 0,0 0 1 0 0,1 0-1 0 0,16 11 1 0 0,-27-21-22 0 0,0-1-1 0 0,1 1 1 0 0,-1-1 0 0 0,0 1-1 0 0,0-1 1 0 0,0 1 0 0 0,0-1-1 0 0,0 0 1 0 0,0 1 0 0 0,1-1-1 0 0,-1 0 1 0 0,0 0 0 0 0,0 0-1 0 0,1 0 1 0 0,-1 0 0 0 0,0 0-1 0 0,0 0 1 0 0,0 0 0 0 0,1-1-1 0 0,-1 1 1 0 0,0 0 0 0 0,0-1-1 0 0,0 1 1 0 0,0-1-1 0 0,0 1 1 0 0,0-1 0 0 0,0 0-1 0 0,0 1 1 0 0,0-1 0 0 0,0 0-1 0 0,0 0 1 0 0,0 1 0 0 0,0-1-1 0 0,1-2 1 0 0,17-31 1123 0 0,-18 32-943 0 0,5-16 967 0 0,-3 9-3106 0 0,7 41-1627 0 0,-10-29 2385 0 0,0 5-3861 0 0</inkml:trace>
</inkml:ink>
</file>

<file path=ppt/ink/ink7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3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 12353 0 0,'0'0'1667'0'0,"3"-3"-1532"0"0,6-9-19 0 0,-6 9 282 0 0,9-3-687 0 0,-7 4-2494 0 0</inkml:trace>
</inkml:ink>
</file>

<file path=ppt/ink/ink7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3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37 110 9913 0 0,'-4'-2'3'0'0,"1"-1"0"0"0,-1 1 1 0 0,1-1-1 0 0,0 0 0 0 0,0-1 0 0 0,0 1 0 0 0,0 0 1 0 0,1-1-1 0 0,-1 1 0 0 0,-1-6 0 0 0,3 7 19 0 0,27-27-14 0 0,-9 21-60 0 0,0 2 0 0 0,0 0 0 0 0,1 1 1 0 0,0 1-1 0 0,0 1 0 0 0,19-2 1 0 0,62 2-5615 0 0,-74 5 3444 0 0</inkml:trace>
</inkml:ink>
</file>

<file path=ppt/ink/ink7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4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130 406 680 0 0,'49'-47'2498'0'0,"-39"36"-2110"0"0,-1 0 0 0 0,0-1 0 0 0,-1 0 1 0 0,0 0-1 0 0,5-14 0 0 0,-10 20-264 0 0,0-1-1 0 0,0 1 1 0 0,-1-1-1 0 0,0 0 1 0 0,-1 0 0 0 0,1 1-1 0 0,-1-1 1 0 0,-1 0 0 0 0,1 0-1 0 0,-1 0 1 0 0,0 0-1 0 0,-1 0 1 0 0,0 0 0 0 0,0 0-1 0 0,0 0 1 0 0,-1 0-1 0 0,0 1 1 0 0,0-1 0 0 0,-1 1-1 0 0,0-1 1 0 0,0 1-1 0 0,-5-7 1 0 0,3 4 92 0 0,-1 0-1 0 0,0 1 0 0 0,-1 0 1 0 0,0 0-1 0 0,0 1 1 0 0,-1-1-1 0 0,0 1 1 0 0,0 1-1 0 0,0 0 0 0 0,-1 0 1 0 0,0 1-1 0 0,0 0 1 0 0,-1 0-1 0 0,1 1 1 0 0,-1 0-1 0 0,-19-4 0 0 0,27 8-186 0 0,0 0 0 0 0,0 0-1 0 0,0 0 1 0 0,0 0 0 0 0,0 1-1 0 0,0-1 1 0 0,0 1-1 0 0,0 0 1 0 0,0 0 0 0 0,0-1-1 0 0,0 1 1 0 0,0 0 0 0 0,0 0-1 0 0,1 1 1 0 0,-1-1 0 0 0,0 0-1 0 0,1 1 1 0 0,-1-1-1 0 0,1 1 1 0 0,-1-1 0 0 0,1 1-1 0 0,0 0 1 0 0,0-1 0 0 0,0 1-1 0 0,0 0 1 0 0,0 0-1 0 0,-1 2 1 0 0,-2 5 35 0 0,1 0 0 0 0,-1 0 0 0 0,2 0 0 0 0,-3 11 1 0 0,2 6 9 0 0,0 1 1 0 0,2 0 0 0 0,1 0 0 0 0,1-1 0 0 0,2 1 0 0 0,0-1 0 0 0,2 1 0 0 0,1-1-1 0 0,1 0 1 0 0,13 31 0 0 0,16 31 114 0 0,70 123 0 0 0,-98-197-171 0 0,100 166 309 0 0,-63-340-85 0 0,-38 141-249 0 0,1 1 0 0 0,1 0 1 0 0,11-17-1 0 0,-16 29 5 0 0,-1 0 0 0 0,1 0 0 0 0,1 1 0 0 0,-1 0 0 0 0,1 0-1 0 0,0 0 1 0 0,0 0 0 0 0,0 1 0 0 0,1 0 0 0 0,0 0 0 0 0,0 0 0 0 0,6-2 0 0 0,-10 5 6 0 0,0 0 0 0 0,0 0 0 0 0,1 0 0 0 0,-1 1-1 0 0,0 0 1 0 0,0-1 0 0 0,1 1 0 0 0,-1 0 0 0 0,0 0 0 0 0,0 0 0 0 0,1 0 0 0 0,-1 0 0 0 0,0 1 0 0 0,0-1 0 0 0,1 1 0 0 0,-1-1 0 0 0,0 1 0 0 0,0 0 0 0 0,0 0 0 0 0,0 0 0 0 0,0 0 0 0 0,0 0 0 0 0,0 0 0 0 0,0 1 0 0 0,0-1 0 0 0,-1 1 0 0 0,1-1-1 0 0,0 1 1 0 0,-1-1 0 0 0,1 1 0 0 0,-1 0 0 0 0,0 0 0 0 0,0 0 0 0 0,1 0 0 0 0,0 4 0 0 0,1 1-246 0 0,0-1 1 0 0,-1 1-1 0 0,0 0 0 0 0,-1 0 1 0 0,1 0-1 0 0,-1 0 0 0 0,-1 0 1 0 0,1 0-1 0 0,-1 0 0 0 0,-1 7 0 0 0,1-12-640 0 0,-1 7-1358 0 0</inkml:trace>
</inkml:ink>
</file>

<file path=ppt/ink/ink7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4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18 118 832 0 0,'-11'-65'4742'0'0,"6"25"-1313"0"0,5 40-3434 0 0,0-1-1 0 0,0 1 0 0 0,-1 0 0 0 0,1-1 0 0 0,0 1 0 0 0,0 0 1 0 0,0-1-1 0 0,0 1 0 0 0,0 0 0 0 0,0-1 0 0 0,0 1 0 0 0,0-1 1 0 0,0 1-1 0 0,0 0 0 0 0,0-1 0 0 0,0 1 0 0 0,0 0 0 0 0,0-1 0 0 0,0 1 1 0 0,0 0-1 0 0,0-1 0 0 0,1 1 0 0 0,-1 0 0 0 0,0-1 0 0 0,0 1 1 0 0,0 0-1 0 0,1-1 0 0 0,-1 1 0 0 0,0 0 0 0 0,0-1 0 0 0,1 1 1 0 0,-1 0-1 0 0,0 0 0 0 0,1 0 0 0 0,-1-1 0 0 0,0 1 0 0 0,0 0 0 0 0,1 0 1 0 0,-1 0-1 0 0,1 0 0 0 0,-1-1 0 0 0,0 1 0 0 0,1 0 0 0 0,-1 0 1 0 0,0 0-1 0 0,1 0 0 0 0,-1 0 0 0 0,0 0 0 0 0,1 0 0 0 0,-1 0 1 0 0,1 0-1 0 0,-1 0 0 0 0,0 0 0 0 0,1 0 0 0 0,-1 1 0 0 0,0-1 0 0 0,1 0 1 0 0,-1 0-1 0 0,0 0 0 0 0,1 0 0 0 0,-1 1 0 0 0,0-1 0 0 0,1 0 1 0 0,-1 0-1 0 0,0 0 0 0 0,0 1 0 0 0,1-1 0 0 0,-1 0 0 0 0,0 1 0 0 0,20 13-4224 0 0,-16-7 1774 0 0</inkml:trace>
</inkml:ink>
</file>

<file path=ppt/ink/ink7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4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66 296 392 0 0,'0'0'1736'0'0,"-18"-39"3765"0"0,17 38-4533 0 0,-20 1 664 0 0,19 1-1546 0 0,0 1 1 0 0,0 0-1 0 0,0-1 1 0 0,0 1-1 0 0,1 0 1 0 0,-1 0-1 0 0,1 0 1 0 0,-1 0-1 0 0,1 0 1 0 0,0 0-1 0 0,-1 1 1 0 0,1-1-1 0 0,0 0 1 0 0,1 1-1 0 0,-1-1 1 0 0,0 0-1 0 0,0 6 1 0 0,1-6-55 0 0,0 0 0 0 0,1 0-1 0 0,-1 0 1 0 0,1 0 0 0 0,-1-1 0 0 0,1 1 0 0 0,0 0 0 0 0,0 0-1 0 0,0 0 1 0 0,0 0 0 0 0,0-1 0 0 0,0 1 0 0 0,0 0 0 0 0,1-1 0 0 0,-1 1-1 0 0,1-1 1 0 0,-1 0 0 0 0,1 1 0 0 0,-1-1 0 0 0,1 0 0 0 0,0 0-1 0 0,-1 0 1 0 0,1 0 0 0 0,0 0 0 0 0,2 0 0 0 0,9 4 21 0 0,-1 0-1 0 0,1-1 1 0 0,-1-1 0 0 0,1 0 0 0 0,0-1-1 0 0,0-1 1 0 0,0 0 0 0 0,0 0 0 0 0,1-1-1 0 0,-1-1 1 0 0,15-2 0 0 0,-12 0 79 0 0,0 0-1 0 0,0-1 1 0 0,0-1 0 0 0,-1 0 0 0 0,0-1 0 0 0,0 0 0 0 0,0-2-1 0 0,22-13 1 0 0,-23 6-3772 0 0,-30 23-1107 0 0,12-5 1345 0 0</inkml:trace>
  <inkml:trace contextRef="#ctx0" brushRef="#br0" timeOffset="1">399 113 720 0 0,'-12'-111'11366'0'0,"12"109"-11046"0"0,2 2-424 0 0,0 0-1 0 0,-1 1 1 0 0,1-1 0 0 0,0 0 0 0 0,-1 1 0 0 0,1-1 0 0 0,0 1-1 0 0,-1-1 1 0 0,1 1 0 0 0,-1 0 0 0 0,1-1 0 0 0,-1 1-1 0 0,1 0 1 0 0,-1 0 0 0 0,0 0 0 0 0,1 0 0 0 0,-1 1 0 0 0,0-1-1 0 0,0 0 1 0 0,2 2 0 0 0,8 12-4226 0 0,-10-13 3534 0 0,3 5-2072 0 0</inkml:trace>
</inkml:ink>
</file>

<file path=ppt/ink/ink7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5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159 315 804 0 0,'0'0'8895'0'0,"-5"0"-8572"0"0,-1 1-123 0 0,1-1 1 0 0,-1 1 0 0 0,1 1 0 0 0,-1-1-1 0 0,1 1 1 0 0,-1 0 0 0 0,1 0 0 0 0,0 0-1 0 0,0 1 1 0 0,0 0 0 0 0,0 0 0 0 0,1 0 0 0 0,-6 4-1 0 0,0 3 77 0 0,0 0-1 0 0,1 0 0 0 0,0 1 1 0 0,-12 20-1 0 0,7-5-41 0 0,14-25-179 0 0,-1 0-52 0 0,1-1 0 0 0,0 0 1 0 0,0 0-1 0 0,0 0 0 0 0,0 0 0 0 0,-1 0 0 0 0,1 1 0 0 0,0-1 0 0 0,0 0 0 0 0,0 0 0 0 0,0 0 0 0 0,0 0 0 0 0,0 1 0 0 0,-1-1 0 0 0,1 0 0 0 0,0 0 0 0 0,0 1 0 0 0,0-1 1 0 0,0 0-1 0 0,0 0 0 0 0,0 0 0 0 0,0 1 0 0 0,0-1 0 0 0,0 0 0 0 0,0 0 0 0 0,0 1 0 0 0,0-1 0 0 0,0 0 0 0 0,0 0 0 0 0,0 0 0 0 0,0 1 0 0 0,0-1 0 0 0,1 0 0 0 0,-1 0 1 0 0,0 0-1 0 0,0 1 0 0 0,0-1 0 0 0,0 0 0 0 0,0 0 0 0 0,0 0 0 0 0,1 0 0 0 0,-1 1 0 0 0,0-1 0 0 0,0 0 0 0 0,0 0 0 0 0,0 0 0 0 0,1 0 0 0 0,-1 0 0 0 0,0 0 0 0 0,0 1 1 0 0,0-1-1 0 0,1 0 0 0 0,6-2 6 0 0,1 0 1 0 0,-1-1 0 0 0,0 0-1 0 0,0 0 1 0 0,-1-1 0 0 0,1 1-1 0 0,-1-1 1 0 0,1-1 0 0 0,-1 1 0 0 0,0-1-1 0 0,7-8 1 0 0,-4 4-10 0 0,1 1 0 0 0,0 0 0 0 0,1 1 0 0 0,-1 0 0 0 0,1 1 0 0 0,17-8 0 0 0,-23 12-17 0 0,0 1 0 0 0,1-1 0 0 0,-1 1 0 0 0,0 0 0 0 0,1 1 0 0 0,-1-1 0 0 0,0 1 0 0 0,1 0 0 0 0,-1 0 0 0 0,1 1 0 0 0,-1 0 0 0 0,0 0 0 0 0,0 0 1 0 0,1 0-1 0 0,8 4 0 0 0,15 3-362 0 0,-14-5 154 0 0,1-1 1 0 0,0-1 0 0 0,-1-1 0 0 0,1 0-1 0 0,-1-1 1 0 0,24-4 0 0 0,-33 4 178 0 0,0-1 0 0 0,-1 0-1 0 0,1 0 1 0 0,0-1 0 0 0,-1 1 0 0 0,1-1 0 0 0,-1-1 0 0 0,0 1-1 0 0,0-1 1 0 0,0 0 0 0 0,0 0 0 0 0,-1 0 0 0 0,0-1 0 0 0,0 1-1 0 0,0-1 1 0 0,0 0 0 0 0,-1 0 0 0 0,6-11 0 0 0,-3 2 187 0 0,-1 0 1 0 0,-1 1 0 0 0,0-2-1 0 0,-1 1 1 0 0,0 0 0 0 0,-1-1 0 0 0,-1 1-1 0 0,0-1 1 0 0,-1 1 0 0 0,0-1-1 0 0,-2 1 1 0 0,1-1 0 0 0,-6-17-1 0 0,-7-26 2515 0 0,14 56-1621 0 0,-2 3-1008 0 0,1 0 0 0 0,-1 0 0 0 0,0 0 0 0 0,1 0 1 0 0,-1 0-1 0 0,1 0 0 0 0,-1 0 0 0 0,1 0 1 0 0,0 1-1 0 0,-1-1 0 0 0,1 0 0 0 0,0 1 0 0 0,0-1 1 0 0,0 1-1 0 0,0 0 0 0 0,0-1 0 0 0,0 1 0 0 0,1 0 1 0 0,-1 0-1 0 0,1-1 0 0 0,-1 1 0 0 0,1 0 0 0 0,-1 0 1 0 0,1 0-1 0 0,0 0 0 0 0,0-1 0 0 0,0 4 1 0 0,-4 55 399 0 0,4-59-422 0 0,1 34-117 0 0,1 1 0 0 0,1 0 0 0 0,2-1 0 0 0,19 67 0 0 0,-17-79-804 0 0,2-1 1 0 0,0 0-1 0 0,15 24 1 0 0,-14-29-788 0 0,2 0 0 0 0,-1-1 0 0 0,2-1 0 0 0,18 18 0 0 0,-11-13-1671 0 0</inkml:trace>
</inkml:ink>
</file>

<file path=ppt/ink/ink7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6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11 76 0 0,'-10'-11'7592'0'0,"8"12"-7359"0"0,-1 0 1 0 0,0 0-1 0 0,0 0 0 0 0,1 0 1 0 0,-1 0-1 0 0,0 0 0 0 0,1 1 1 0 0,-1-1-1 0 0,1 1 0 0 0,0 0 1 0 0,0-1-1 0 0,-1 1 0 0 0,1 0 1 0 0,0 1-1 0 0,1-1 0 0 0,-1 0 1 0 0,0 0-1 0 0,1 1 0 0 0,-1-1 1 0 0,1 1-1 0 0,-1 0 0 0 0,1-1 1 0 0,0 1-1 0 0,0 0 0 0 0,0 2 1 0 0,0-1-201 0 0,-1 0 1 0 0,1 0-1 0 0,0 0 1 0 0,0 0 0 0 0,0 0-1 0 0,1 0 1 0 0,0 0 0 0 0,-1 1-1 0 0,2-1 1 0 0,-1 0-1 0 0,0 0 1 0 0,1 0 0 0 0,0 0-1 0 0,-1 0 1 0 0,2 0-1 0 0,-1 0 1 0 0,0 0 0 0 0,3 3-1 0 0,-2-6-170 0 0,0 0-1 0 0,0-1 0 0 0,0 1 1 0 0,1-1-1 0 0,-1 0 0 0 0,0 0 0 0 0,0 1 1 0 0,0-2-1 0 0,1 1 0 0 0,-1 0 1 0 0,0 0-1 0 0,0-1 0 0 0,0 1 1 0 0,1-1-1 0 0,-1 0 0 0 0,0 1 0 0 0,0-1 1 0 0,3-2-1 0 0,7-4-195 0 0,1 0-1 0 0,-2-1 1 0 0,1 0 0 0 0,-1 0-1 0 0,11-12 1 0 0,3-2 1280 0 0,-24 21-683 0 0,-1 1-199 0 0,1-1 1 0 0,-1 1 0 0 0,0 0 0 0 0,1-1 0 0 0,-1 1 0 0 0,0 0-1 0 0,1-1 1 0 0,-1 1 0 0 0,0 0 0 0 0,1-1 0 0 0,-1 1-1 0 0,1 0 1 0 0,-1 0 0 0 0,1-1 0 0 0,-1 1 0 0 0,1 0 0 0 0,-1 0-1 0 0,1 0 1 0 0,-1 0 0 0 0,1 0 0 0 0,-1 0 0 0 0,1 0-1 0 0,-1 0 1 0 0,1 0 0 0 0,-1 0 0 0 0,1 0 0 0 0,0 0 0 0 0,1 2 15 0 0,0 1 0 0 0,0-1 0 0 0,0 1 0 0 0,0-1 0 0 0,-1 1 0 0 0,1 0 0 0 0,-1 0 0 0 0,0-1 1 0 0,1 1-1 0 0,-1 0 0 0 0,-1 0 0 0 0,1 0 0 0 0,0 1 0 0 0,-1-1 0 0 0,1 3 0 0 0,0 60-340 0 0,1-9-2585 0 0,2-25-2600 0 0,0-17 2315 0 0</inkml:trace>
</inkml:ink>
</file>

<file path=ppt/ink/ink7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6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6 184 0 0,'9'-6'15997'0'0,"-6"12"-15808"0"0,0-1 0 0 0,0 1 0 0 0,0 0 0 0 0,-1 0-1 0 0,0 0 1 0 0,0 0 0 0 0,-1 0 0 0 0,1 0 0 0 0,-1 1-1 0 0,-1-1 1 0 0,1 0 0 0 0,-1 1 0 0 0,0-1-1 0 0,-2 12 1 0 0,1-5-958 0 0,-1 0 1 0 0,0 0-1 0 0,0 0 0 0 0,-1 0 0 0 0,-1-1 1 0 0,-10 24-1 0 0,5-15-5978 0 0,6-12 2874 0 0</inkml:trace>
</inkml:ink>
</file>

<file path=ppt/ink/ink7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8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63 932 0 0,'-19'-50'7187'0'0,"19"49"-7083"0"0,0 1-1 0 0,0-1 1 0 0,0 1-1 0 0,0-1 1 0 0,0 1-1 0 0,0-1 1 0 0,0 1-1 0 0,0-1 1 0 0,-1 1-1 0 0,1-1 1 0 0,0 1-1 0 0,0-1 1 0 0,0 1-1 0 0,-1 0 1 0 0,1-1-1 0 0,0 1 1 0 0,-1-1-1 0 0,1 1 1 0 0,0 0-1 0 0,-1-1 0 0 0,1 1 1 0 0,-1 0-1 0 0,1-1 1 0 0,0 1-1 0 0,-1 0 1 0 0,1 0-1 0 0,-1 0 1 0 0,1-1-1 0 0,-1 1 1 0 0,1 0-1 0 0,-1 0 1 0 0,1 0-1 0 0,-1 0 1 0 0,1 0-1 0 0,-1 0 1 0 0,1 0-1 0 0,-1 0 1 0 0,1 0-1 0 0,-2 0 1 0 0,-16 17 1394 0 0,-8 32-600 0 0,25-45-878 0 0,0 1 0 0 0,0 0-1 0 0,0-1 1 0 0,1 1-1 0 0,0 0 1 0 0,-1-1-1 0 0,2 1 1 0 0,-1 0 0 0 0,0 0-1 0 0,1-1 1 0 0,0 1-1 0 0,0-1 1 0 0,1 1-1 0 0,-1 0 1 0 0,4 6 0 0 0,-4-9-87 0 0,1 0 0 0 0,-1-1 1 0 0,0 1-1 0 0,1 0 1 0 0,0-1-1 0 0,-1 1 0 0 0,1-1 1 0 0,0 1-1 0 0,0-1 1 0 0,-1 0-1 0 0,1 0 0 0 0,0 1 1 0 0,0-2-1 0 0,1 1 1 0 0,-1 0-1 0 0,0 0 1 0 0,0-1-1 0 0,0 1 0 0 0,0-1 1 0 0,1 1-1 0 0,-1-1 1 0 0,0 0-1 0 0,0 0 0 0 0,1 0 1 0 0,-1 0-1 0 0,0-1 1 0 0,0 1-1 0 0,1-1 0 0 0,-1 1 1 0 0,0-1-1 0 0,0 0 1 0 0,0 1-1 0 0,0-1 0 0 0,3-2 1 0 0,9-4-75 0 0,0-1 1 0 0,-1 0-1 0 0,0-1 0 0 0,0 0 1 0 0,-1-1-1 0 0,0-1 0 0 0,-1 0 1 0 0,0 0-1 0 0,11-16 1 0 0,-5 8 1110 0 0,-10 19-30 0 0,0 13-499 0 0,6 32-668 0 0,-4-15-642 0 0,14 11-1546 0 0,-1-18-2293 0 0,-3-7 1692 0 0</inkml:trace>
</inkml:ink>
</file>

<file path=ppt/ink/ink7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8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11849 0 0,'3'-2'148'0'0,"1"-1"0"0"0,0 1 1 0 0,0 0-1 0 0,0 0 0 0 0,0 1 0 0 0,0-1 0 0 0,0 1 0 0 0,1 0 1 0 0,-1 0-1 0 0,0 0 0 0 0,6 0 0 0 0,-8 2-90 0 0,0 0 0 0 0,0-1 1 0 0,0 1-1 0 0,0 0 0 0 0,-1 0 0 0 0,1 0 0 0 0,0 0 0 0 0,-1 1 1 0 0,1-1-1 0 0,-1 0 0 0 0,1 1 0 0 0,-1-1 0 0 0,0 1 0 0 0,1-1 1 0 0,-1 1-1 0 0,0-1 0 0 0,0 1 0 0 0,0 0 0 0 0,0 0 0 0 0,0 0 0 0 0,-1-1 1 0 0,1 1-1 0 0,-1 0 0 0 0,1 0 0 0 0,-1 0 0 0 0,1 4 0 0 0,9 32 125 0 0,0 0 483 0 0,7 47 0 0 0,-15-72-1322 0 0,-2-1 1 0 0,1 1-1 0 0,-1 0 0 0 0,-3 17 1 0 0,3-28-192 0 0,-13-1-5935 0 0</inkml:trace>
</inkml:ink>
</file>

<file path=ppt/ink/ink7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8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1 175 808 0 0,'18'-24'2470'0'0,"-1"10"-1870"0"0,1 2 1 0 0,1 0 0 0 0,0 1 0 0 0,0 1 0 0 0,1 0 0 0 0,0 2 0 0 0,1 0-1 0 0,33-7 1 0 0,177-25 918 0 0,-218 38-1410 0 0,7-1-409 0 0,0 0-1 0 0,0 2 1 0 0,0 0 0 0 0,1 1-1 0 0,-1 1 1 0 0,1 1 0 0 0,-1 1-1 0 0,39 10 1 0 0,-40-1-3471 0 0,-8-4 1608 0 0</inkml:trace>
</inkml:ink>
</file>

<file path=ppt/ink/ink7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1:59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6 117 764 0 0,'0'0'797'0'0,"-5"6"498"0"0,7-2 1892 0 0,5 0-2934 0 0,0-1-1 0 0,1 0 1 0 0,-1-1-1 0 0,1 1 1 0 0,0-2 0 0 0,-1 1-1 0 0,1-1 1 0 0,0 0-1 0 0,0-1 1 0 0,0 1-1 0 0,15-3 1 0 0,98-16 745 0 0,-106 15-821 0 0,-14 3-180 0 0,170-39-464 0 0,-152 33-526 0 0,-1 0 0 0 0,1-1 0 0 0,-2-1 0 0 0,1-1 0 0 0,-1-1 0 0 0,30-22 0 0 0,-38 25-599 0 0</inkml:trace>
</inkml:ink>
</file>

<file path=ppt/ink/ink7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00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0 818 324 0 0,'9'-52'11057'0'0,"-10"62"-11054"0"0,0-1 159 0 0,1 0 0 0 0,0 0 0 0 0,0 0 0 0 0,1 0 0 0 0,0 0 0 0 0,4 16 0 0 0,-4-23-58 0 0,-1-2-99 0 0,0 1-1 0 0,0-1 0 0 0,0 0 1 0 0,1 0-1 0 0,-1 1 0 0 0,0-1 0 0 0,0 0 1 0 0,0 0-1 0 0,1 0 0 0 0,-1 1 1 0 0,0-1-1 0 0,0 0 0 0 0,1 0 0 0 0,-1 0 1 0 0,0 0-1 0 0,0 0 0 0 0,1 1 0 0 0,-1-1 1 0 0,0 0-1 0 0,0 0 0 0 0,1 0 1 0 0,-1 0-1 0 0,0 0 0 0 0,1 0 0 0 0,-1 0 1 0 0,0 0-1 0 0,0 0 0 0 0,1 0 0 0 0,-1 0 1 0 0,0 0-1 0 0,1 0 0 0 0,-1 0 1 0 0,0-1-1 0 0,0 1 0 0 0,1 0 0 0 0,-1 0 1 0 0,0 0-1 0 0,1 0 0 0 0,-1 0 0 0 0,0-1 1 0 0,0 1-1 0 0,0 0 0 0 0,1 0 1 0 0,-1 0-1 0 0,0-1 0 0 0,0 1 0 0 0,1 0 1 0 0,17-10 76 0 0,51-42 85 0 0,-67 52-162 0 0,39 15 12 0 0,-28-7-18 0 0,1-1-1 0 0,1 0 1 0 0,-1 0 0 0 0,1-2-1 0 0,1 1 1 0 0,21 3 0 0 0,-31-8 2 0 0,0 0 0 0 0,1-1 0 0 0,-1 0 0 0 0,0 0 0 0 0,0 0 0 0 0,0-1 1 0 0,0 1-1 0 0,0-2 0 0 0,0 1 0 0 0,0-1 0 0 0,0 0 0 0 0,0 0 0 0 0,0 0 0 0 0,-1-1 0 0 0,1 0 1 0 0,-1 0-1 0 0,0 0 0 0 0,0-1 0 0 0,0 0 0 0 0,5-5 0 0 0,-1 0-2 0 0,-1-1 0 0 0,-1 0 0 0 0,0-1 0 0 0,0 1 0 0 0,-1-1 0 0 0,0-1-1 0 0,-1 1 1 0 0,0-1 0 0 0,-1 0 0 0 0,4-19 0 0 0,1-15-5 0 0,5-69 0 0 0,-10 76 36 0 0,-3-1 1 0 0,-1 0-1 0 0,-2 0 1 0 0,-2 0-1 0 0,-1 1 0 0 0,-17-63 1 0 0,22 101-19 0 0,0 1 1 0 0,0-1-1 0 0,0 1 1 0 0,0-1-1 0 0,0 1 1 0 0,-1-1-1 0 0,1 1 1 0 0,0-1-1 0 0,0 1 1 0 0,0-1-1 0 0,0 1 1 0 0,-1-1-1 0 0,1 1 1 0 0,0 0-1 0 0,0-1 1 0 0,-1 1-1 0 0,1-1 1 0 0,0 1-1 0 0,-1 0 1 0 0,1-1-1 0 0,0 1 0 0 0,-1 0 1 0 0,1-1-1 0 0,-1 1 1 0 0,1 0-1 0 0,-1 0 1 0 0,1-1-1 0 0,0 1 1 0 0,-1 0-1 0 0,1 0 1 0 0,-1 0-1 0 0,1 0 1 0 0,-1 0-1 0 0,1 0 1 0 0,-1 0-1 0 0,1 0 1 0 0,-1 0-1 0 0,1 0 1 0 0,-1 0-1 0 0,1 0 1 0 0,-1 0-1 0 0,1 0 1 0 0,-1 0-1 0 0,-19 21 147 0 0,-8 36 100 0 0,23-36-213 0 0,0 0 0 0 0,1 1 1 0 0,1-1-1 0 0,1 1 0 0 0,1-1 1 0 0,1 1-1 0 0,1 0 1 0 0,0-1-1 0 0,2 1 0 0 0,1-1 1 0 0,0 0-1 0 0,2 0 0 0 0,0 0 1 0 0,2-1-1 0 0,0 1 0 0 0,1-2 1 0 0,1 0-1 0 0,1 0 1 0 0,0 0-1 0 0,1-2 0 0 0,2 1 1 0 0,-1-2-1 0 0,2 0 0 0 0,0 0 1 0 0,22 17-1 0 0,-29-29-40 0 0,-1 1 0 0 0,0-1 1 0 0,1-1-1 0 0,0 1 0 0 0,-1-1 0 0 0,1-1 1 0 0,1 1-1 0 0,-1-1 0 0 0,0-1 0 0 0,0 1 0 0 0,1-2 1 0 0,-1 1-1 0 0,1-1 0 0 0,-1 0 0 0 0,1-1 0 0 0,-1 0 1 0 0,0 0-1 0 0,15-4 0 0 0,-11 1 9 0 0,0 0 1 0 0,0 0-1 0 0,0-1 1 0 0,-1-1-1 0 0,1 1 1 0 0,-1-2-1 0 0,0 0 1 0 0,-1 0-1 0 0,0-1 1 0 0,0 0-1 0 0,16-19 1 0 0,-24 24-6 0 0,1 1-5 0 0,-1 0 1 0 0,0-1-1 0 0,0 1 0 0 0,0-1 0 0 0,-1 1 1 0 0,1-1-1 0 0,-1 0 0 0 0,1 0 0 0 0,-1 1 1 0 0,0-1-1 0 0,0 0 0 0 0,0-4 0 0 0,0 5-2 0 0,-1 0-1 0 0,0 0 0 0 0,0 0 0 0 0,0 0 1 0 0,-1 0-1 0 0,1 0 0 0 0,0 0 0 0 0,-1 0 1 0 0,0 0-1 0 0,1 0 0 0 0,-1 0 1 0 0,0 0-1 0 0,0 0 0 0 0,0 0 0 0 0,0 0 1 0 0,0 0-1 0 0,-1 1 0 0 0,1-1 0 0 0,-2-1 1 0 0,2 2 5 0 0,-1 0 1 0 0,1 0 0 0 0,-1 1 0 0 0,1-1 0 0 0,-1 0 0 0 0,1 1-1 0 0,-1 0 1 0 0,0-1 0 0 0,1 1 0 0 0,-1 0 0 0 0,0-1 0 0 0,1 1 0 0 0,-1 0-1 0 0,1 0 1 0 0,-1 1 0 0 0,0-1 0 0 0,1 0 0 0 0,-4 1 0 0 0,1 0 13 0 0,1 1 1 0 0,-1-1 0 0 0,1 0 0 0 0,0 1-1 0 0,-1 0 1 0 0,1 0 0 0 0,0 0 0 0 0,0 0 0 0 0,0 0-1 0 0,0 1 1 0 0,0-1 0 0 0,1 1 0 0 0,-1 0-1 0 0,1-1 1 0 0,0 1 0 0 0,-1 1 0 0 0,-2 5-1 0 0,4-5-11 0 0,-1 0-1 0 0,1 0 0 0 0,1 0 0 0 0,-1 0 0 0 0,0 1 0 0 0,1-1 1 0 0,0 0-1 0 0,0 0 0 0 0,0 0 0 0 0,1 1 0 0 0,-1-1 0 0 0,1 0 0 0 0,0 0 1 0 0,0 0-1 0 0,1 0 0 0 0,-1 0 0 0 0,1 0 0 0 0,0-1 0 0 0,0 1 1 0 0,0 0-1 0 0,0-1 0 0 0,1 0 0 0 0,-1 1 0 0 0,1-1 0 0 0,0 0 0 0 0,4 3 1 0 0,-2-2-8 0 0,1 0 0 0 0,-1 0 0 0 0,1-1 0 0 0,0 0 1 0 0,1 0-1 0 0,-1 0 0 0 0,0-1 0 0 0,1 0 1 0 0,0 0-1 0 0,-1 0 0 0 0,1-1 0 0 0,0 0 0 0 0,-1-1 1 0 0,1 0-1 0 0,0 0 0 0 0,7-1 0 0 0,4-1-20 0 0,0-1 1 0 0,0-1-1 0 0,0-1 0 0 0,0 0 0 0 0,-1-1 1 0 0,0-1-1 0 0,0-1 0 0 0,-1 0 0 0 0,0-1 1 0 0,-1-1-1 0 0,0-1 0 0 0,0 0 0 0 0,-1-1 1 0 0,0 0-1 0 0,-1-1 0 0 0,22-29 0 0 0,-21 23-5 0 0,-1 0 0 0 0,-1-1 0 0 0,0-1 0 0 0,-2 0 0 0 0,-1 0 0 0 0,0-1 0 0 0,-2 0 0 0 0,0-1 0 0 0,-2 0 0 0 0,0 0 0 0 0,-1 0 0 0 0,0-44 0 0 0,-5 48 218 0 0,-1 1-1 0 0,0-1 0 0 0,-2 1 0 0 0,0-1 0 0 0,-1 1 0 0 0,-9-22 1 0 0,8 24-141 0 0,6 16-45 0 0,-1-1 1 0 0,1 1-1 0 0,0 0 1 0 0,0-1 0 0 0,-1 1-1 0 0,1 0 1 0 0,0 0-1 0 0,-1-1 1 0 0,1 1-1 0 0,0 0 1 0 0,-1 0-1 0 0,1-1 1 0 0,-1 1-1 0 0,1 0 1 0 0,0 0-1 0 0,-1 0 1 0 0,1 0-1 0 0,0 0 1 0 0,-1 0-1 0 0,1 0 1 0 0,-1 0-1 0 0,1 0 1 0 0,0 0-1 0 0,-1 0 1 0 0,1 0-1 0 0,-1 0 1 0 0,1 0-1 0 0,-1 0 1 0 0,1 0-1 0 0,0 0 1 0 0,-1 0 0 0 0,1 0-1 0 0,0 1 1 0 0,-1-1-1 0 0,1 0 1 0 0,0 0-1 0 0,-1 0 1 0 0,1 1-1 0 0,0-1 1 0 0,-1 0-1 0 0,1 1 1 0 0,0-1-1 0 0,-1 0 1 0 0,1 0-1 0 0,0 1 1 0 0,0-1-1 0 0,0 1 1 0 0,-1-1-1 0 0,1 0 1 0 0,0 1-1 0 0,0-1 1 0 0,0 1-1 0 0,-17 20 66 0 0,12-12-41 0 0,0 0-1 0 0,1 1 1 0 0,0-1-1 0 0,0 1 1 0 0,1 0-1 0 0,0 0 1 0 0,1 0-1 0 0,0 0 1 0 0,1 1-1 0 0,0 12 1 0 0,1 11 36 0 0,8 60 0 0 0,-1-34-25 0 0,-7-52-51 0 0,2 1-1 0 0,-1-1 1 0 0,1 1-1 0 0,0-1 0 0 0,1 1 1 0 0,0-1-1 0 0,0 0 1 0 0,1 0-1 0 0,0-1 0 0 0,0 1 1 0 0,1-1-1 0 0,0 0 1 0 0,0 0-1 0 0,1 0 0 0 0,0-1 1 0 0,0 0-1 0 0,0 0 1 0 0,1 0-1 0 0,0-1 1 0 0,0 0-1 0 0,0-1 0 0 0,9 5 1 0 0,-7-5-42 0 0,1 0-1 0 0,-1 0 1 0 0,1-1 0 0 0,0-1 0 0 0,0 0 0 0 0,0 0 0 0 0,0-1-1 0 0,0 0 1 0 0,0 0 0 0 0,0-1 0 0 0,0-1 0 0 0,0 0 0 0 0,0 0-1 0 0,0-1 1 0 0,0 0 0 0 0,0-1 0 0 0,-1 0 0 0 0,16-7 0 0 0,-14 4 32 0 0,1 0 0 0 0,-2-1 0 0 0,1-1 0 0 0,-1 0 0 0 0,0 0 0 0 0,0-1 0 0 0,-1 0 0 0 0,0-1 0 0 0,-1 0 0 0 0,0 0 0 0 0,-1-1 0 0 0,0 0 0 0 0,0 0 0 0 0,-2-1 0 0 0,1 1 0 0 0,-1-1 0 0 0,-1-1 0 0 0,0 1 0 0 0,-1-1 0 0 0,3-15 0 0 0,-2-3 9 0 0,-1 0 1 0 0,-1 0-1 0 0,-2-1 0 0 0,-1 1 1 0 0,-1 0-1 0 0,-2 0 1 0 0,-10-40-1 0 0,-20-29 391 0 0,22 69-25 0 0,12 29-313 0 0,0 2-42 0 0,0 0 0 0 0,0 0-1 0 0,0 0 1 0 0,0 0 0 0 0,0-1 0 0 0,0 1-1 0 0,0 0 1 0 0,0 0 0 0 0,0 0-1 0 0,0 0 1 0 0,0 0 0 0 0,0-1-1 0 0,0 1 1 0 0,0 0 0 0 0,0 0 0 0 0,0 0-1 0 0,0 0 1 0 0,0-1 0 0 0,0 1-1 0 0,0 0 1 0 0,0 0 0 0 0,0 0 0 0 0,0 0-1 0 0,0-1 1 0 0,0 1 0 0 0,0 0-1 0 0,0 0 1 0 0,0 0 0 0 0,0 0-1 0 0,-1 0 1 0 0,1-1 0 0 0,0 1 0 0 0,0 0-1 0 0,0 0 1 0 0,0 0 0 0 0,0 0-1 0 0,0 0 1 0 0,-1 0 0 0 0,1 0-1 0 0,0 0 1 0 0,0 0 0 0 0,0-1 0 0 0,0 1-1 0 0,0 0 1 0 0,-1 0 0 0 0,1 0-1 0 0,0 0 1 0 0,0 0 0 0 0,0 0 0 0 0,0 0-1 0 0,-1 0 1 0 0,1 0 0 0 0,0 0-1 0 0,0 0 1 0 0,0 0 0 0 0,0 0-1 0 0,-1 0 1 0 0,1 0 0 0 0,0 0 0 0 0,0 1-1 0 0,-11 11 57 0 0,-10 24 8 0 0,12-11-2 0 0,1 1 0 0 0,1-1 0 0 0,1 1-1 0 0,1 1 1 0 0,1-1 0 0 0,1 1 0 0 0,2-1 0 0 0,1 1-1 0 0,1 0 1 0 0,1-1 0 0 0,1 1 0 0 0,1-1 0 0 0,2 0-1 0 0,10 31 1 0 0,-11-42-45 0 0,0-1 0 0 0,1 1 0 0 0,1-1 0 0 0,0 0-1 0 0,13 17 1 0 0,-16-26-14 0 0,1 1-1 0 0,-1-1 0 0 0,1-1 0 0 0,0 1 1 0 0,0 0-1 0 0,0-1 0 0 0,1 0 0 0 0,-1-1 1 0 0,1 1-1 0 0,0-1 0 0 0,0 0 1 0 0,0 0-1 0 0,1-1 0 0 0,10 3 0 0 0,-10-5 71 0 0,-1 0 0 0 0,0 0 0 0 0,1-1 0 0 0,-1 0 0 0 0,0 0 0 0 0,0-1 0 0 0,0 0 0 0 0,0 0 0 0 0,0 0 0 0 0,0-1 0 0 0,-1 0 0 0 0,1 0 0 0 0,-1 0 0 0 0,0 0 0 0 0,9-9 0 0 0,-10 10 46 0 0,-3 1-9 0 0,14-13 720 0 0,-24 30-7615 0 0,-3-4-1604 0 0</inkml:trace>
</inkml:ink>
</file>

<file path=ppt/ink/ink7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00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0 141 52 0 0,'23'-102'10975'0'0,"-22"99"-10624"0"0,3-20 1206 0 0,-4 22-1746 0 0,0 1 1 0 0,0-1-1 0 0,0 1 1 0 0,0-1-1 0 0,0 1 0 0 0,0-1 1 0 0,0 1-1 0 0,0 0 1 0 0,0-1-1 0 0,-1 1 1 0 0,1-1-1 0 0,0 1 1 0 0,0-1-1 0 0,-1 1 1 0 0,1-1-1 0 0,0 1 1 0 0,-1 0-1 0 0,1-1 1 0 0,0 1-1 0 0,-1 0 0 0 0,1-1 1 0 0,0 1-1 0 0,-1 0 1 0 0,1-1-1 0 0,-1 1 1 0 0,1 0-1 0 0,-1 0 1 0 0,1 0-1 0 0,-1-1 1 0 0,1 1-1 0 0,0 0 1 0 0,-1 0-1 0 0,1 0 1 0 0,-1 0-1 0 0,1 0 0 0 0,-1 0 1 0 0,1 0-1 0 0,-2 0 1 0 0</inkml:trace>
</inkml:ink>
</file>

<file path=ppt/ink/ink7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01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60 15113 0 0,'-12'-3'176'0'0,"2"-3"-184"0"0,1 1-4 0 0,-1-2-96 0 0,38-9-152 0 0,-10 11 168 0 0,10 0-104 0 0,0 0-64 0 0,2 4-104 0 0,1-3-196 0 0,2 4-188 0 0,7-2-216 0 0,-1 6-992 0 0,1-2-2112 0 0,0-2 931 0 0</inkml:trace>
</inkml:ink>
</file>

<file path=ppt/ink/ink7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08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44 576 0 0,'0'0'569'0'0,"21"-32"3159"0"0,-21 31-3104 0 0,13-9 903 0 0</inkml:trace>
</inkml:ink>
</file>

<file path=ppt/ink/ink7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0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39 424 0 0,'0'0'2558'0'0,"3"-8"-1652"0"0,-3 3 2392 0 0,-1 3-3178 0 0,0 0 0 0 0,-1 0 1 0 0,1 1-1 0 0,0-1 0 0 0,-1 0 0 0 0,0 1 0 0 0,1 0 1 0 0,-1-1-1 0 0,0 1 0 0 0,1 0 0 0 0,-1 0 0 0 0,0 0 0 0 0,0 0 1 0 0,0 0-1 0 0,0 0 0 0 0,0 0 0 0 0,0 1 0 0 0,0-1 1 0 0,0 1-1 0 0,-1 0 0 0 0,-3-1 0 0 0,4 1 82 0 0,-1 1-4 0 0,-6 1-61 0 0,0 1 0 0 0,0 0 0 0 0,1 1 1 0 0,0 0-1 0 0,-1 0 0 0 0,1 0 0 0 0,1 1 1 0 0,-1 1-1 0 0,1-1 0 0 0,0 1 0 0 0,0 0 1 0 0,1 1-1 0 0,-1 0 0 0 0,-7 11 0 0 0,13-17-87 0 0,3 17 95 0 0,0-16-138 0 0,0 0-1 0 0,1 0 1 0 0,-1-1-1 0 0,0 1 1 0 0,1-1-1 0 0,-1 1 1 0 0,1-1-1 0 0,0 0 1 0 0,-1 0-1 0 0,1 0 1 0 0,0-1-1 0 0,0 1 1 0 0,0 0-1 0 0,-1-1 1 0 0,1 0-1 0 0,0 0 1 0 0,0 0-1 0 0,0 0 0 0 0,0 0 1 0 0,0-1-1 0 0,-1 1 1 0 0,1-1-1 0 0,0 0 1 0 0,0 1-1 0 0,-1-1 1 0 0,1-1-1 0 0,2 0 1 0 0,2 0 0 0 0,-1-1 0 0 0,1 0 0 0 0,-1 0 0 0 0,0 0 0 0 0,0-1 0 0 0,0 0 0 0 0,0 0 0 0 0,-1 0 0 0 0,1-1 0 0 0,5-7 0 0 0,9-7 178 0 0,-19 18-178 0 0,-1 1 0 0 0,1 0 0 0 0,-1 0 0 0 0,1 0 0 0 0,-1 0 0 0 0,1 0 0 0 0,0 0 0 0 0,-1-1-1 0 0,1 1 1 0 0,-1 1 0 0 0,1-1 0 0 0,-1 0 0 0 0,1 0 0 0 0,-1 0 0 0 0,1 0 0 0 0,-1 0 0 0 0,1 0 0 0 0,-1 1 0 0 0,1-1 0 0 0,-1 0-1 0 0,1 0 1 0 0,-1 1 0 0 0,1-1 0 0 0,-1 0 0 0 0,1 1 0 0 0,0 0 0 0 0,2 3 22 0 0,-1 0-1 0 0,1 0 1 0 0,-1 1 0 0 0,1-1-1 0 0,-2 1 1 0 0,1 0-1 0 0,2 6 1 0 0,2 7-39 0 0,5 18 120 0 0,-2-1-1 0 0,-1 1 1 0 0,-2 0-1 0 0,-2 1 1 0 0,-1-1-1 0 0,-1 1 1 0 0,-3 0 0 0 0,-1 0-1 0 0,-11 64 1 0 0,4-59-17 0 0,-2 0 1 0 0,-2 0-1 0 0,-2-1 1 0 0,-32 64-1 0 0,46-102-65 0 0,0-1 1 0 0,0 1-1 0 0,0 0 0 0 0,0-1 1 0 0,-1 0-1 0 0,1 1 0 0 0,-1-1 0 0 0,1 0 1 0 0,-1 0-1 0 0,0 0 0 0 0,0 0 1 0 0,0 0-1 0 0,0 0 0 0 0,-1-1 1 0 0,1 1-1 0 0,0-1 0 0 0,-1 1 1 0 0,1-1-1 0 0,-1 0 0 0 0,1 0 0 0 0,-1 0 1 0 0,0 0-1 0 0,-4 0 0 0 0,5-1-20 0 0,1 0-1 0 0,0-1 0 0 0,-1 1 1 0 0,1 0-1 0 0,-1-1 0 0 0,1 0 1 0 0,0 1-1 0 0,-1-1 0 0 0,1 0 1 0 0,0 0-1 0 0,0 1 0 0 0,-1-1 0 0 0,1 0 1 0 0,0 0-1 0 0,0 0 0 0 0,0-1 1 0 0,0 1-1 0 0,0 0 0 0 0,1 0 1 0 0,-1 0-1 0 0,0-1 0 0 0,0 1 1 0 0,1 0-1 0 0,-2-3 0 0 0,-10-32-34 0 0,10 20 20 0 0,1 0 0 0 0,0 0 0 0 0,1 1 0 0 0,1-1 0 0 0,0 0 0 0 0,2 1 0 0 0,-1-1 1 0 0,2 1-1 0 0,0-1 0 0 0,1 1 0 0 0,0 0 0 0 0,1 1 0 0 0,1 0 0 0 0,0 0 0 0 0,13-19 0 0 0,8-7-21 0 0,1 1 0 0 0,2 1 0 0 0,59-55 1 0 0,24 1-55 0 0,-82 69 66 0 0,-2-1-1 0 0,47-48 1 0 0,-71 65 21 0 0,0 0-1 0 0,0-1 1 0 0,-1 0-1 0 0,6-11 1 0 0,-10 16 0 0 0,1 0 1 0 0,-1 1-1 0 0,0-1 1 0 0,0 0-1 0 0,0 0 1 0 0,-1 0 0 0 0,1 0-1 0 0,-1 0 1 0 0,0 0-1 0 0,1 0 1 0 0,-1 0 0 0 0,0 0-1 0 0,-1 0 1 0 0,1 0-1 0 0,-1 0 1 0 0,0-4-1 0 0,0 5 15 0 0,-8-2 13 0 0,8 4-30 0 0,1-1 1 0 0,-1 1-1 0 0,1 0 0 0 0,-1-1 1 0 0,1 1-1 0 0,-1 0 1 0 0,0-1-1 0 0,1 1 1 0 0,-1 0-1 0 0,1 0 1 0 0,-1 0-1 0 0,0 0 0 0 0,1 0 1 0 0,-1 0-1 0 0,0 0 1 0 0,1 0-1 0 0,-1 0 1 0 0,0 0-1 0 0,1 0 1 0 0,-1 0-1 0 0,1 0 1 0 0,-1 0-1 0 0,0 0 0 0 0,1 1 1 0 0,-1-1-1 0 0,0 0 1 0 0,1 0-1 0 0,-1 1 1 0 0,1-1-1 0 0,-1 0 1 0 0,1 1-1 0 0,-1 0 0 0 0,-4 3 10 0 0,1 0-1 0 0,-1 0 1 0 0,1 0 0 0 0,0 1-1 0 0,1 0 1 0 0,-1 0-1 0 0,1 0 1 0 0,0 0-1 0 0,0 0 1 0 0,1 1-1 0 0,-1-1 1 0 0,1 1-1 0 0,0 0 1 0 0,1 0-1 0 0,-1 0 1 0 0,1 0-1 0 0,1 0 1 0 0,-1 0 0 0 0,1 0-1 0 0,0 0 1 0 0,0 0-1 0 0,0 0 1 0 0,1 0-1 0 0,0 0 1 0 0,0 0-1 0 0,1-1 1 0 0,0 1-1 0 0,0 0 1 0 0,0 0-1 0 0,1-1 1 0 0,0 0-1 0 0,0 1 1 0 0,6 7-1 0 0,-7-11-11 0 0,1 0-1 0 0,0 0 1 0 0,-1 0-1 0 0,1-1 1 0 0,0 1-1 0 0,0-1 1 0 0,0 1-1 0 0,0-1 1 0 0,0 0-1 0 0,0-1 1 0 0,0 1-1 0 0,1 0 1 0 0,-1-1-1 0 0,0 0 1 0 0,0 0-1 0 0,1 0 1 0 0,-1 0-1 0 0,0 0 1 0 0,0 0-1 0 0,1-1 1 0 0,-1 0-1 0 0,0 0 1 0 0,0 0-1 0 0,0 0 1 0 0,0 0-1 0 0,0 0 1 0 0,5-4-1 0 0,7-3 1 0 0,0 0 0 0 0,-1-1-1 0 0,25-21 1 0 0,-15 9-8 0 0,-11 10 0 0 0,0 0 1 0 0,0 0-1 0 0,1 1 1 0 0,16-8-1 0 0,8-1 35 0 0,-36 19-23 0 0,1 1-53 0 0,0 1 47 0 0,0-1 0 0 0,0 1 0 0 0,0 0-1 0 0,0-1 1 0 0,-1 1 0 0 0,1 0 0 0 0,0 1-1 0 0,-1-1 1 0 0,0 0 0 0 0,1 1 0 0 0,-1-1-1 0 0,0 1 1 0 0,0 0 0 0 0,0 0 0 0 0,-1 0-1 0 0,2 3 1 0 0,2 6-1 0 0,-5-10 2 0 0,0-1 0 0 0,1 1 0 0 0,-1-1 0 0 0,1 1 0 0 0,0-1 0 0 0,-1 1 1 0 0,1-1-1 0 0,0 1 0 0 0,0-1 0 0 0,0 0 0 0 0,0 0 0 0 0,0 1 0 0 0,0-1 0 0 0,0 0 0 0 0,0 0 0 0 0,1 0 0 0 0,-1 0 0 0 0,0 0 0 0 0,1 0 0 0 0,-1 0 0 0 0,1-1 0 0 0,-1 1 0 0 0,1 0 1 0 0,-1-1-1 0 0,1 1 0 0 0,-1-1 0 0 0,1 0 0 0 0,-1 1 0 0 0,1-1 0 0 0,0 0 0 0 0,-1 0 0 0 0,1 0 0 0 0,-1 0 0 0 0,1 0 0 0 0,3-1 0 0 0,2-1 9 0 0,1 0 1 0 0,-1-1-1 0 0,1 0 0 0 0,-1 0 0 0 0,11-6 1 0 0,-12 5-5 0 0,-5 4-13 0 0,0-1 0 0 0,0 0-1 0 0,0 1 1 0 0,0-1 0 0 0,0 1 0 0 0,0-1 0 0 0,0 1 0 0 0,0 0 0 0 0,0 0-1 0 0,1-1 1 0 0,-1 1 0 0 0,0 0 0 0 0,0 0 0 0 0,0 0 0 0 0,0 0 0 0 0,0 0-1 0 0,1 0 1 0 0,-1 1 0 0 0,0-1 0 0 0,0 0 0 0 0,0 0 0 0 0,0 1 0 0 0,0-1 0 0 0,0 1-1 0 0,0-1 1 0 0,1 2 0 0 0,15 22-2303 0 0,-11-14 1205 0 0,7 2-1265 0 0,-6-9-2474 0 0,8 1 1897 0 0</inkml:trace>
</inkml:ink>
</file>

<file path=ppt/ink/ink7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0.6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49 852 0 0,'0'-1'326'0'0,"0"-1"-1"0"0,0 1 1 0 0,0 0-1 0 0,0-1 1 0 0,0 1 0 0 0,0-1-1 0 0,-1 1 1 0 0,1-1-1 0 0,0 1 1 0 0,-1 0 0 0 0,1-1-1 0 0,-1 1 1 0 0,1 0-1 0 0,-1 0 1 0 0,0-1 0 0 0,0 1-1 0 0,0 0 1 0 0,0-1-1 0 0,0 1-152 0 0,0 1-1 0 0,0-1 1 0 0,1 1-1 0 0,-1 0 1 0 0,0-1-1 0 0,0 1 0 0 0,0 0 1 0 0,0 0-1 0 0,1 0 1 0 0,-1 0-1 0 0,0-1 1 0 0,0 1-1 0 0,0 0 0 0 0,0 0 1 0 0,0 1-1 0 0,1-1 1 0 0,-1 0-1 0 0,0 0 1 0 0,0 0-1 0 0,0 0 0 0 0,-1 1 1 0 0,-2 1 99 0 0,0 0 1 0 0,0 1-1 0 0,1-1 1 0 0,-1 1-1 0 0,0-1 1 0 0,1 1-1 0 0,0 0 1 0 0,0 0-1 0 0,0 1 1 0 0,-3 3-1 0 0,5-6-244 0 0,0 0-1 0 0,0 0 1 0 0,1 0-1 0 0,-1 0 1 0 0,0 0 0 0 0,1 0-1 0 0,-1 0 1 0 0,0 0-1 0 0,1 0 1 0 0,-1 1-1 0 0,1-1 1 0 0,0 0 0 0 0,-1 0-1 0 0,1 0 1 0 0,0 1-1 0 0,0-1 1 0 0,0 0-1 0 0,0 1 1 0 0,0-1-1 0 0,0 0 1 0 0,0 0 0 0 0,0 1-1 0 0,1-1 1 0 0,-1 0-1 0 0,0 0 1 0 0,1 1-1 0 0,-1-1 1 0 0,1 0-1 0 0,-1 0 1 0 0,1 0 0 0 0,0 0-1 0 0,-1 0 1 0 0,1 0-1 0 0,0 0 1 0 0,0 0-1 0 0,0 0 1 0 0,0 0-1 0 0,0 0 1 0 0,0 0 0 0 0,0-1-1 0 0,0 1 1 0 0,0 0-1 0 0,0-1 1 0 0,0 1-1 0 0,0-1 1 0 0,1 1-1 0 0,-1-1 1 0 0,0 0 0 0 0,2 1-1 0 0,4 1 14 0 0,0 0 0 0 0,0 0 0 0 0,0-1 0 0 0,0 0 0 0 0,0-1 0 0 0,0 1 0 0 0,7-2 0 0 0,2-1-5 0 0,-2-2 0 0 0,1 0 0 0 0,0 0 0 0 0,-1-1 0 0 0,0-1-1 0 0,0-1 1 0 0,0 0 0 0 0,-1-1 0 0 0,0 0 0 0 0,-1-1 0 0 0,0 0 0 0 0,12-12 0 0 0,-13 6 1068 0 0,-19 11 324 0 0,6 4-1355 0 0,-1 1 0 0 0,1-1 0 0 0,0 1 0 0 0,-1 0 0 0 0,1 0 0 0 0,-1-1 0 0 0,1 2 0 0 0,0-1 0 0 0,0 0 0 0 0,0 0 0 0 0,0 1 0 0 0,0-1 0 0 0,0 1 0 0 0,-2 1 0 0 0,1 1-28 0 0,0-1 0 0 0,1 1 0 0 0,-1-1 0 0 0,1 1 0 0 0,0 0 0 0 0,0 0 0 0 0,1 0-1 0 0,-1 0 1 0 0,1 1 0 0 0,0-1 0 0 0,0 0 0 0 0,0 0 0 0 0,0 1 0 0 0,1-1 0 0 0,0 1 0 0 0,0-1 0 0 0,0 0 0 0 0,0 1 0 0 0,1-1 0 0 0,0 1-1 0 0,0-1 1 0 0,0 0 0 0 0,0 0 0 0 0,1 0 0 0 0,2 7 0 0 0,-1-6-371 0 0,-1 0 0 0 0,1-1 1 0 0,0 0-1 0 0,0 1 0 0 0,1-1 0 0 0,-1 0 1 0 0,1 0-1 0 0,0-1 0 0 0,5 5 0 0 0,-6-6-469 0 0,1 1-1 0 0,-1-1 0 0 0,1 0 1 0 0,0-1-1 0 0,-1 1 1 0 0,1-1-1 0 0,0 1 1 0 0,0-1-1 0 0,0 0 0 0 0,0-1 1 0 0,0 1-1 0 0,6 0 1 0 0,5-1-3254 0 0</inkml:trace>
</inkml:ink>
</file>

<file path=ppt/ink/ink7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0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0 760 0 0,'-1'2'11437'0'0,"-4"15"-11234"0"0,4-13-241 0 0,0 0 0 0 0,0 1 0 0 0,0-1 0 0 0,1 0 0 0 0,-1 1 0 0 0,1-1 0 0 0,0 0 0 0 0,0 1 0 0 0,1-1 0 0 0,-1 0 0 0 0,1 1 0 0 0,0-1 0 0 0,0 0 0 0 0,0 0 0 0 0,3 5 0 0 0,-3-8-324 0 0,1 0-1 0 0,-1-1 1 0 0,1 1-1 0 0,-1-1 0 0 0,1 1 1 0 0,-1-1-1 0 0,1 0 1 0 0,0 0-1 0 0,-1 0 0 0 0,1 0 1 0 0,-1 0-1 0 0,1 0 1 0 0,0 0-1 0 0,-1 0 0 0 0,1 0 1 0 0,-1-1-1 0 0,3 0 1 0 0,-4 1 144 0 0</inkml:trace>
</inkml:ink>
</file>

<file path=ppt/ink/ink7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1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56 752 0 0,'63'-36'5525'0'0,"-30"16"2905"0"0,-32 21-8393 0 0,0 0 1 0 0,-1 0-1 0 0,1-1 0 0 0,0 1 0 0 0,-1 0 0 0 0,1 0 0 0 0,-1 0 0 0 0,1-1 1 0 0,-1 1-1 0 0,1 0 0 0 0,-1 0 0 0 0,0 0 0 0 0,1 0 0 0 0,-1 0 0 0 0,0 0 0 0 0,0 0 1 0 0,0 0-1 0 0,0 0 0 0 0,0 0 0 0 0,0 0 0 0 0,0 0 0 0 0,0 0 0 0 0,0 0 0 0 0,0 0 1 0 0,-1 1-1 0 0,-7 28 51 0 0,6-25-171 0 0,-18 47-2397 0 0,3-21-3957 0 0,6-14 2636 0 0</inkml:trace>
</inkml:ink>
</file>

<file path=ppt/ink/ink7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4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277 134 8997 0 0,'3'-5'61'0'0,"-1"0"1"0"0,0 0 0 0 0,0 0-1 0 0,-1 0 1 0 0,1 0-1 0 0,-1 0 1 0 0,0 0-1 0 0,-1-1 1 0 0,1 1 0 0 0,-1 0-1 0 0,0-1 1 0 0,0 1-1 0 0,-1 0 1 0 0,-1-9-1 0 0,1 11 1 0 0,0 0 1 0 0,-1 0-1 0 0,1 0 0 0 0,-1 1 0 0 0,0-1 0 0 0,0 1 0 0 0,0-1 0 0 0,0 1 0 0 0,0 0 0 0 0,0-1 0 0 0,0 1 0 0 0,-1 0 0 0 0,1 1 0 0 0,-1-1 0 0 0,0 0 1 0 0,1 1-1 0 0,-1-1 0 0 0,0 1 0 0 0,0 0 0 0 0,0 0 0 0 0,0 0 0 0 0,0 0 0 0 0,0 1 0 0 0,0-1 0 0 0,0 1 0 0 0,-7 0 0 0 0,0 0 56 0 0,-1 0-1 0 0,0 1 0 0 0,1 0 0 0 0,-1 1 0 0 0,0 0 1 0 0,1 1-1 0 0,0 0 0 0 0,0 1 0 0 0,0 0 0 0 0,0 0 1 0 0,0 1-1 0 0,1 0 0 0 0,0 1 0 0 0,-11 8 0 0 0,16-11-85 0 0,-1 1 0 0 0,1-1 1 0 0,0 1-1 0 0,0 0 0 0 0,1 0 0 0 0,-1 0 0 0 0,1 0 0 0 0,0 0 0 0 0,0 1 0 0 0,0 0 0 0 0,1 0 0 0 0,-1-1 0 0 0,1 1 0 0 0,0 1 0 0 0,1-1 1 0 0,-1 0-1 0 0,1 0 0 0 0,0 1 0 0 0,1-1 0 0 0,-1 0 0 0 0,1 1 0 0 0,0-1 0 0 0,0 1 0 0 0,1-1 0 0 0,-1 0 0 0 0,1 1 0 0 0,0-1 0 0 0,1 0 0 0 0,-1 0 1 0 0,4 6-1 0 0,3 4 14 0 0,2-1 0 0 0,0 0 0 0 0,0-1 0 0 0,1 0 0 0 0,1-1 0 0 0,0 0 1 0 0,1 0-1 0 0,26 17 0 0 0,-14-10 32 0 0,33 34 1 0 0,-51-46-65 0 0,-1 0-1 0 0,-1 1 1 0 0,1-1 0 0 0,-1 1 0 0 0,0 0 0 0 0,-1 0 0 0 0,0 0 0 0 0,0 1 0 0 0,4 13-1 0 0,-7-19-6 0 0,0 1 0 0 0,-1 0-1 0 0,1 0 1 0 0,0-1 0 0 0,-1 1-1 0 0,0 0 1 0 0,0 0 0 0 0,0 0-1 0 0,-1 0 1 0 0,1 0 0 0 0,-1-1-1 0 0,0 1 1 0 0,0 0 0 0 0,0 0-1 0 0,0-1 1 0 0,-1 1 0 0 0,1-1-1 0 0,-1 1 1 0 0,-4 4 0 0 0,2-3 2 0 0,0-1 0 0 0,0 0 1 0 0,0 0-1 0 0,-1 0 1 0 0,0-1-1 0 0,1 0 0 0 0,-1 0 1 0 0,0 0-1 0 0,-1 0 1 0 0,1-1-1 0 0,-12 3 0 0 0,5-1 0 0 0,-1-1-1 0 0,1-1 0 0 0,-1 0 1 0 0,0-1-1 0 0,0 0 0 0 0,1-1 1 0 0,-1-1-1 0 0,0 0 0 0 0,0 0 1 0 0,0-2-1 0 0,-14-3 0 0 0,26 5-71 0 0,-1 1 0 0 0,1-1-1 0 0,0 1 1 0 0,-1-1 0 0 0,1 1-1 0 0,0-1 1 0 0,0 0 0 0 0,0 0-1 0 0,0 1 1 0 0,0-1 0 0 0,0 0-1 0 0,0 0 1 0 0,0 0 0 0 0,0 0-1 0 0,0 0 1 0 0,0-1 0 0 0,0 1-1 0 0,1 0 1 0 0,-1 0 0 0 0,0 0-1 0 0,1-1 1 0 0,0 1 0 0 0,-1 0-1 0 0,1-1 1 0 0,-1 1 0 0 0,1 0-1 0 0,0-1 1 0 0,0 1 0 0 0,0 0-1 0 0,0-1 1 0 0,0 1 0 0 0,0-1-1 0 0,0 1 1 0 0,1 0 0 0 0,-1-1-1 0 0,0 1 1 0 0,1 0 0 0 0,-1-1-1 0 0,1 0 1 0 0,2-5-967 0 0,0 1 0 0 0,0 0-1 0 0,1 0 1 0 0,-1 0 0 0 0,2 0 0 0 0,6-7 0 0 0,7-6-2155 0 0</inkml:trace>
</inkml:ink>
</file>

<file path=ppt/ink/ink7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5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17 796 0 0,'4'-16'6816'0'0,"0"32"-4736"0"0,4 48-2456 0 0,-7-53 1208 0 0,5 50-67 0 0,-4-23-220 0 0,2 0 1 0 0,13 52 0 0 0,-14-79-465 0 0,0-1 0 0 0,1 0 0 0 0,0-1 0 0 0,0 1 0 0 0,1-1 0 0 0,0 0 0 0 0,0 0 0 0 0,1 0 0 0 0,1-1 0 0 0,-1 1 0 0 0,1-2 0 0 0,1 1 1 0 0,11 9-1 0 0,-16-15-63 0 0,0 0 0 0 0,0-1 0 0 0,0 1 0 0 0,0-1 0 0 0,0 1 0 0 0,0-1 0 0 0,0 0 0 0 0,0 0 0 0 0,0 0 0 0 0,1-1 0 0 0,-1 1 0 0 0,0-1 0 0 0,0 0 0 0 0,1 0 0 0 0,-1 0 0 0 0,0 0 0 0 0,1-1 0 0 0,-1 1 0 0 0,0-1 0 0 0,0 0 0 0 0,1 0 0 0 0,-1 0 0 0 0,0 0 0 0 0,0 0 0 0 0,0-1 0 0 0,4-2 0 0 0,-2 0 12 0 0,0 1-1 0 0,1-1 1 0 0,-1 0-1 0 0,-1-1 1 0 0,1 1-1 0 0,-1-1 1 0 0,0 0 0 0 0,0 0-1 0 0,0-1 1 0 0,-1 1-1 0 0,1-1 1 0 0,1-6-1 0 0,-4 11-22 0 0,0 0-1 0 0,-1 1 0 0 0,1-1 1 0 0,0 1-1 0 0,-1-1 0 0 0,1 0 1 0 0,0 1-1 0 0,0-1 0 0 0,0 1 0 0 0,0 0 1 0 0,-1-1-1 0 0,1 1 0 0 0,0 0 1 0 0,0-1-1 0 0,0 1 0 0 0,0 0 1 0 0,0 0-1 0 0,0 0 0 0 0,0 0 1 0 0,0 0-1 0 0,0 0 0 0 0,0 0 1 0 0,0 0-1 0 0,0 0 0 0 0,-1 0 1 0 0,2 1-1 0 0,35 6 12 0 0,-18-2 2 0 0,-8-4-8 0 0,0-1 0 0 0,0 0 0 0 0,0 0 0 0 0,1-1 0 0 0,-1 0-1 0 0,0-1 1 0 0,0-1 0 0 0,-1 1 0 0 0,1-2 0 0 0,0 0 0 0 0,-1 0 0 0 0,0 0 0 0 0,0-1 0 0 0,18-13 0 0 0,-27 18-12 0 0,1-2 2 0 0,-1 1 1 0 0,1 0 0 0 0,0 0-1 0 0,0 0 1 0 0,0 0 0 0 0,0 0-1 0 0,0 0 1 0 0,0 0 0 0 0,0 1-1 0 0,3-1 1 0 0,1 10 5 0 0,0 1 1 0 0,-1 1-1 0 0,0-1 0 0 0,-1 1 1 0 0,0-1-1 0 0,-1 1 1 0 0,0 0-1 0 0,3 19 0 0 0,4 14 24 0 0,56 179 70 0 0,-57-183 268 0 0,-8-38 348 0 0,-5-8-610 0 0,-2-5-75 0 0,0 0 1 0 0,0 0-1 0 0,1-1 1 0 0,1 0-1 0 0,0 0 1 0 0,1 0-1 0 0,0 0 0 0 0,0-1 1 0 0,2 1-1 0 0,-1-1 1 0 0,2 1-1 0 0,0-1 1 0 0,0 1-1 0 0,4-21 1 0 0,-1 10-16 0 0,1-1 1 0 0,2 2 0 0 0,0-1 0 0 0,1 0 0 0 0,2 1-1 0 0,0 1 1 0 0,15-27 0 0 0,-23 46-19 0 0,0 0 0 0 0,1 0-1 0 0,-1 0 1 0 0,0 0 0 0 0,1 0 0 0 0,-1 0 0 0 0,1 1 0 0 0,0-1 0 0 0,-1 1 0 0 0,1-1-1 0 0,0 1 1 0 0,0-1 0 0 0,0 1 0 0 0,0 0 0 0 0,0 0 0 0 0,0 0 0 0 0,0 0 0 0 0,1 1-1 0 0,-1-1 1 0 0,0 0 0 0 0,0 1 0 0 0,4-1 0 0 0,-2 1-1 0 0,0 1 0 0 0,0 0 0 0 0,0-1 0 0 0,-1 1 0 0 0,1 0 0 0 0,0 1 0 0 0,-1-1 0 0 0,1 1-1 0 0,-1 0 1 0 0,1-1 0 0 0,-1 1 0 0 0,5 4 0 0 0,2 2 4 0 0,-1 1 0 0 0,0-1 0 0 0,0 2 0 0 0,-1-1 0 0 0,0 1 0 0 0,0 0 0 0 0,7 15 0 0 0,-13-23-60 0 0,0 1 0 0 0,-1 0 0 0 0,1 0 0 0 0,-1 0 0 0 0,0 0 0 0 0,1 0 0 0 0,-1 0 0 0 0,0 0 0 0 0,-1 0 0 0 0,1 0 0 0 0,-1 0-1 0 0,1 1 1 0 0,-1-1 0 0 0,0 0 0 0 0,0 0 0 0 0,-1 0 0 0 0,1 1 0 0 0,0-1 0 0 0,-1 0 0 0 0,0 0 0 0 0,0 0 0 0 0,0 0 0 0 0,0 0 0 0 0,0 0 0 0 0,-1 0 0 0 0,1 0 0 0 0,-1 0 0 0 0,0-1 0 0 0,0 1 0 0 0,0-1 0 0 0,0 1 0 0 0,0-1 0 0 0,-1 0 0 0 0,1 0 0 0 0,-1 0 0 0 0,1 0 0 0 0,-1 0 0 0 0,0 0 0 0 0,-3 1 0 0 0,-28 10-3192 0 0,9-9-1906 0 0,10-2 1584 0 0</inkml:trace>
</inkml:ink>
</file>

<file path=ppt/ink/ink7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5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79 860 0 0,'9'-31'3428'0'0,"-5"27"-3201"0"0,1-1 1 0 0,0 1-1 0 0,0 1 0 0 0,0-1 0 0 0,0 1 0 0 0,0 0 0 0 0,1 0 0 0 0,0 1 0 0 0,-1-1 0 0 0,1 1 1 0 0,0 0-1 0 0,0 1 0 0 0,0 0 0 0 0,13-1 0 0 0,14-2-328 0 0,49 2 1 0 0,-63 3-111 0 0,66 9-3694 0 0,-57-7 2003 0 0</inkml:trace>
</inkml:ink>
</file>

<file path=ppt/ink/ink7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5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10 424 0 0,'30'-5'2382'0'0,"-23"4"-1767"0"0,-1 0 0 0 0,0 0 0 0 0,1 0 0 0 0,-1 1 0 0 0,1 0 0 0 0,-1 0 0 0 0,9 1 0 0 0,-14 0-536 0 0,1 0 0 0 0,0-1 0 0 0,-1 1-1 0 0,1 0 1 0 0,-1 0 0 0 0,1 0 0 0 0,-1 0 0 0 0,0 0-1 0 0,1 0 1 0 0,-1 1 0 0 0,0-1 0 0 0,0 0-1 0 0,0 1 1 0 0,0-1 0 0 0,0 1 0 0 0,0-1 0 0 0,0 1-1 0 0,0-1 1 0 0,-1 1 0 0 0,1 0 0 0 0,-1-1 0 0 0,1 1-1 0 0,-1 0 1 0 0,0-1 0 0 0,1 1 0 0 0,-1 0 0 0 0,0 0-1 0 0,0-1 1 0 0,0 1 0 0 0,0 0 0 0 0,-1-1-1 0 0,1 3 1 0 0,-2 7 197 0 0,0 0 1 0 0,0 0-1 0 0,-1 0 0 0 0,0 0 0 0 0,-1-1 0 0 0,0 0 0 0 0,-8 14 0 0 0,6-12 207 0 0,0 0 0 0 0,2 0-1 0 0,-1 0 1 0 0,-3 17 0 0 0,8-28-41 0 0,2 4-186 0 0,-2-5-248 0 0,0 0 1 0 0,0 0-1 0 0,0 1 0 0 0,0-1 0 0 0,0 0 0 0 0,0 1 0 0 0,0-1 0 0 0,0 0 0 0 0,0 0 0 0 0,0 1 0 0 0,0-1 0 0 0,0 0 0 0 0,0 0 0 0 0,0 1 1 0 0,0-1-1 0 0,0 0 0 0 0,0 0 0 0 0,0 0 0 0 0,1 1 0 0 0,-1-1 0 0 0,0 0 0 0 0,0 0 0 0 0,0 1 0 0 0,0-1 0 0 0,1 0 0 0 0,-1 0 0 0 0,0 0 0 0 0,0 0 1 0 0,1 0-1 0 0,-1 1 0 0 0,0-1 0 0 0,0 0 0 0 0,0 0 0 0 0,1 0 0 0 0,-1 0 0 0 0,0 0 0 0 0,0 0 0 0 0,1 0 0 0 0,-1 0 0 0 0,0 0 0 0 0,1 0 1 0 0,-1 0-1 0 0,0 0 0 0 0,0 0 0 0 0,1 0 0 0 0,65-15-95 0 0,45-7-2772 0 0,-36 15-4044 0 0,-48 8 3433 0 0</inkml:trace>
</inkml:ink>
</file>

<file path=ppt/ink/ink7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6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1 603 104 0 0,'2'-1'741'0'0,"0"-1"-1"0"0,1 0 1 0 0,-1 0-1 0 0,0 0 1 0 0,0 0-1 0 0,-1 0 1 0 0,1 0 0 0 0,0-1-1 0 0,-1 1 1 0 0,1-1-1 0 0,-1 1 1 0 0,0-1-1 0 0,2-4 1 0 0,5-34 3314 0 0,-8 37-4083 0 0,0 2-330 0 0,-1-10-2638 0 0,1 6-1828 0 0,0-4 1267 0 0</inkml:trace>
  <inkml:trace contextRef="#ctx0" brushRef="#br0" timeOffset="1">66 158 14249 0 0,'-1'-11'209'0'0,"-2"-1"1"0"0,1 1-1 0 0,-2 0 0 0 0,1 0 0 0 0,-1 1 0 0 0,-1-1 0 0 0,-8-13 0 0 0,-12-31 1475 0 0,24 53-1775 0 0,9 15-5899 0 0,2-1 701 0 0,-4-1 1781 0 0</inkml:trace>
</inkml:ink>
</file>

<file path=ppt/ink/ink7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8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288 237 392 0 0,'8'-10'1716'0'0,"0"-2"1"0"0,-1 1-1 0 0,0-1 1 0 0,-1 0-1 0 0,8-22 1 0 0,-11 26-1354 0 0,-1 1 1 0 0,0-1-1 0 0,0 1 1 0 0,0-1-1 0 0,-1 0 0 0 0,-1 1 1 0 0,1-1-1 0 0,-1 0 1 0 0,0 0-1 0 0,-1 1 1 0 0,-2-12-1 0 0,3 16-297 0 0,-1 1 0 0 0,0 0 0 0 0,0 0 0 0 0,1 0 0 0 0,-1-1 0 0 0,-1 1 0 0 0,1 0 0 0 0,0 0 0 0 0,-1 1 0 0 0,1-1 0 0 0,-1 0 0 0 0,1 0 0 0 0,-1 1 0 0 0,0-1 0 0 0,1 1 0 0 0,-1-1 0 0 0,0 1 0 0 0,0 0 0 0 0,0 0 0 0 0,0 0 0 0 0,-1 0 0 0 0,1 0 0 0 0,0 0 0 0 0,0 0 0 0 0,-1 1 0 0 0,1-1 0 0 0,0 1 0 0 0,-1 0 0 0 0,1 0 0 0 0,0 0 0 0 0,-1 0 0 0 0,1 0 0 0 0,0 0 0 0 0,-1 0 0 0 0,1 1 0 0 0,0-1 0 0 0,0 1 0 0 0,-1 0 0 0 0,-2 1 0 0 0,-7 3 24 0 0,0 0-1 0 0,1 0 1 0 0,-1 1-1 0 0,1 0 1 0 0,1 1 0 0 0,-12 9-1 0 0,3 0 73 0 0,0 0 0 0 0,1 0 1 0 0,1 2-1 0 0,1 0 0 0 0,1 1 0 0 0,0 1 0 0 0,-21 37 1 0 0,32-49-128 0 0,0 0 1 0 0,1 0-1 0 0,0 0 1 0 0,0 1 0 0 0,1-1-1 0 0,-1 1 1 0 0,2-1 0 0 0,0 1-1 0 0,0 0 1 0 0,0 0-1 0 0,1-1 1 0 0,0 1 0 0 0,1 0-1 0 0,0 0 1 0 0,0-1 0 0 0,1 1-1 0 0,0 0 1 0 0,1-1-1 0 0,0 0 1 0 0,0 1 0 0 0,1-1-1 0 0,0-1 1 0 0,0 1 0 0 0,10 14-1 0 0,-3-10-26 0 0,0-1-1 0 0,0 1 1 0 0,1-2 0 0 0,1 1-1 0 0,0-2 1 0 0,0 0-1 0 0,1 0 1 0 0,0-2 0 0 0,0 1-1 0 0,1-2 1 0 0,24 8-1 0 0,-19-8-669 0 0,-1 0-1 0 0,1-2 1 0 0,0-1-1 0 0,0 0 1 0 0,0-1-1 0 0,0-1 1 0 0,0-1-1 0 0,36-5 1 0 0,-50 3 311 0 0,1 0 0 0 0,-1 0 0 0 0,-1-1 0 0 0,1 0 0 0 0,0 0 0 0 0,-1 0 0 0 0,0 0 0 0 0,1-1 0 0 0,-1 0 0 0 0,-1 0 0 0 0,1-1 0 0 0,-1 1 0 0 0,1-1 0 0 0,-1 0 0 0 0,0 0 1 0 0,-1-1-1 0 0,6-10 0 0 0,-6 11 384 0 0,0-1 0 0 0,0 1 1 0 0,0 0-1 0 0,1 0 1 0 0,0 0-1 0 0,0 1 0 0 0,0-1 1 0 0,0 1-1 0 0,1 0 1 0 0,0 0-1 0 0,0 0 0 0 0,0 1 1 0 0,0 0-1 0 0,0 0 1 0 0,1 0-1 0 0,0 1 0 0 0,11-4 1 0 0,-11 5 54 0 0,0 1 1 0 0,0 0-1 0 0,1 0 1 0 0,-1 0-1 0 0,0 1 1 0 0,0 0 0 0 0,0 0-1 0 0,0 1 1 0 0,0 0-1 0 0,0 0 1 0 0,0 0-1 0 0,0 0 1 0 0,-1 1-1 0 0,1 0 1 0 0,-1 0-1 0 0,6 5 1 0 0,4 4 239 0 0,-1 0 0 0 0,0 1 1 0 0,23 28 1785 0 0,-38-47-1974 0 0,0-8-4 0 0,1 0 1 0 0,0 0-1 0 0,0 0 0 0 0,4-16 1 0 0,-3 22-308 0 0,0 0 0 0 0,1 1 0 0 0,0-1 0 0 0,0 1 0 0 0,1 0 0 0 0,0 0 0 0 0,0 0 0 0 0,1 0 0 0 0,8-12 0 0 0,8 5-2309 0 0,-2 11-3026 0 0,-7 3 2835 0 0</inkml:trace>
</inkml:ink>
</file>

<file path=ppt/ink/ink7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19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0 627 516 0 0,'5'0'480'0'0,"0"0"1"0"0,-1-1-1 0 0,1 0 0 0 0,0 0 0 0 0,0 0 1 0 0,-1-1-1 0 0,1 0 0 0 0,-1 0 0 0 0,0 0 1 0 0,1 0-1 0 0,-1-1 0 0 0,0 1 0 0 0,6-6 1 0 0,19-11 4571 0 0,-29 18-4845 0 0,-1 1-151 0 0,-1-1 0 0 0,1 0 0 0 0,-1 0 1 0 0,0 1-1 0 0,1-1 0 0 0,-1 0 0 0 0,0 1 0 0 0,1 0 0 0 0,-1-1 0 0 0,0 1 0 0 0,1 0 0 0 0,-1 0 0 0 0,0 0 0 0 0,-3 0 0 0 0,2 2-1 0 0,-1 1 1 0 0,1-1 0 0 0,-1 0-1 0 0,1 1 1 0 0,0 0-1 0 0,0 0 1 0 0,0 0-1 0 0,1 0 1 0 0,-1 0-1 0 0,1 1 1 0 0,-1-1-1 0 0,1 1 1 0 0,0-1-1 0 0,1 1 1 0 0,-1 0 0 0 0,-1 4-1 0 0,3-6-38 0 0,-1 0 0 0 0,1 1 0 0 0,0-1 0 0 0,0 0 0 0 0,0 0 0 0 0,0 1-1 0 0,0-1 1 0 0,1 0 0 0 0,-1 0 0 0 0,1 0 0 0 0,-1 1 0 0 0,1-1 0 0 0,0 0 0 0 0,0 0 0 0 0,0 0 0 0 0,0 0 0 0 0,0 0 0 0 0,0 0-1 0 0,0-1 1 0 0,1 1 0 0 0,-1 0 0 0 0,1 0 0 0 0,-1-1 0 0 0,1 1 0 0 0,0-1 0 0 0,0 0 0 0 0,0 1 0 0 0,-1-1 0 0 0,1 0-1 0 0,0 0 1 0 0,0 0 0 0 0,1 0 0 0 0,-1-1 0 0 0,2 2 0 0 0,11 2-158 0 0,0 0 0 0 0,0 0-1 0 0,0-1 1 0 0,0-1 0 0 0,1-1 0 0 0,-1 0-1 0 0,1-1 1 0 0,-1 0 0 0 0,31-6 0 0 0,-26 2-26 0 0,0 0 1 0 0,0-1-1 0 0,-1-1 0 0 0,1-1 1 0 0,-1-1-1 0 0,-1 0 1 0 0,19-12-1 0 0,-28 14 353 0 0,0-1 1 0 0,0 0-1 0 0,0 0 0 0 0,-1 0 1 0 0,0-1-1 0 0,10-13 0 0 0,-17 19 20 0 0,-1 2-169 0 0,0 0 0 0 0,0 0-1 0 0,0-1 1 0 0,0 1 0 0 0,0 0-1 0 0,0 0 1 0 0,0 0 0 0 0,0 0-1 0 0,0 0 1 0 0,-1-1 0 0 0,1 1-1 0 0,0 0 1 0 0,0 0 0 0 0,0 0-1 0 0,0 0 1 0 0,0 0 0 0 0,0 0 0 0 0,0 0-1 0 0,0-1 1 0 0,-1 1 0 0 0,1 0-1 0 0,0 0 1 0 0,0 0 0 0 0,0 0-1 0 0,0 0 1 0 0,0 0 0 0 0,0 0-1 0 0,-1 0 1 0 0,1 0 0 0 0,0 0-1 0 0,0 0 1 0 0,0 0 0 0 0,0 0-1 0 0,-1 0 1 0 0,1 0 0 0 0,0 0 0 0 0,0 0-1 0 0,0 0 1 0 0,0 0 0 0 0,0 0-1 0 0,-1 0 1 0 0,1 0 0 0 0,0 0-1 0 0,0 0 1 0 0,0 0 0 0 0,0 0-1 0 0,0 0 1 0 0,0 0 0 0 0,-1 0-1 0 0,1 1 1 0 0,0-1 0 0 0,-13 9 338 0 0,11-7-367 0 0,1-1-1 0 0,-1 1 0 0 0,0 0 0 0 0,1 0 0 0 0,-1 0 1 0 0,1 0-1 0 0,0 0 0 0 0,0 0 0 0 0,0 1 0 0 0,0-1 0 0 0,0 0 1 0 0,0 1-1 0 0,1-1 0 0 0,-1 0 0 0 0,0 4 0 0 0,1-6-21 0 0,0 1 18 0 0,0 0 0 0 0,0 0 0 0 0,0 0 0 0 0,1 0 0 0 0,-1 0 0 0 0,0 0 0 0 0,0 0 0 0 0,0 0 0 0 0,1 0 0 0 0,-1 0 0 0 0,0 0 0 0 0,1 0 0 0 0,-1 0 0 0 0,1-1 0 0 0,-1 1 0 0 0,1 0 0 0 0,-1 0 0 0 0,1 0 0 0 0,0-1-1 0 0,-1 1 1 0 0,1 0 0 0 0,0-1 0 0 0,0 1 0 0 0,-1-1 0 0 0,1 1 0 0 0,0-1 0 0 0,0 1 0 0 0,0-1 0 0 0,0 1 0 0 0,0-1 0 0 0,0 0 0 0 0,0 0 0 0 0,0 1 0 0 0,1-1 0 0 0,19-5-63 0 0,-1 0 0 0 0,0-2 0 0 0,0 0 0 0 0,-1-1-1 0 0,0-1 1 0 0,-1-1 0 0 0,0-1 0 0 0,0 0 0 0 0,16-15 0 0 0,-21 15 27 0 0,0 0 0 0 0,-1-1 0 0 0,-1-1 1 0 0,0 0-1 0 0,-1 0 0 0 0,0-1 0 0 0,-1 0 1 0 0,-1-1-1 0 0,0 0 0 0 0,-1 0 0 0 0,10-31 0 0 0,-5 6 38 0 0,-1 4-33 0 0,-1 0-1 0 0,6-47 1 0 0,-15 74 47 0 0,0 0 0 0 0,0 0 0 0 0,-1 0 1 0 0,0 0-1 0 0,-1 0 0 0 0,0 0 0 0 0,-1 0 0 0 0,1 0 0 0 0,-2 0 0 0 0,1 0 0 0 0,-1 1 0 0 0,-1-1 1 0 0,1 1-1 0 0,-9-14 0 0 0,11 21-11 0 0,0 0 1 0 0,1 0 0 0 0,-1 0-1 0 0,0 0 1 0 0,0 0-1 0 0,0 0 1 0 0,0 0 0 0 0,0 0-1 0 0,0 0 1 0 0,-1 0-1 0 0,1 1 1 0 0,0-1 0 0 0,0 0-1 0 0,-1 1 1 0 0,1-1-1 0 0,0 1 1 0 0,0-1 0 0 0,-1 1-1 0 0,1 0 1 0 0,-1 0-1 0 0,1-1 1 0 0,0 1 0 0 0,-1 0-1 0 0,1 0 1 0 0,-1 0-1 0 0,1 1 1 0 0,0-1 0 0 0,-1 0-1 0 0,1 0 1 0 0,0 1-1 0 0,-1-1 1 0 0,1 1 0 0 0,0-1-1 0 0,0 1 1 0 0,-1-1-1 0 0,1 1 1 0 0,0 0 0 0 0,0 0-1 0 0,0 0 1 0 0,0 0-1 0 0,0 0 1 0 0,0 0 0 0 0,0 0-1 0 0,0 0 1 0 0,-1 2-1 0 0,-4 3 27 0 0,0 1 0 0 0,1 0 0 0 0,0 0 0 0 0,0 1 0 0 0,-6 14-1 0 0,7-11-13 0 0,1 1 0 0 0,0-1-1 0 0,0 1 1 0 0,1-1-1 0 0,1 1 1 0 0,0 0-1 0 0,0 0 1 0 0,1 0 0 0 0,1 0-1 0 0,0-1 1 0 0,1 1-1 0 0,0 0 1 0 0,0-1-1 0 0,1 1 1 0 0,1-1 0 0 0,9 20-1 0 0,-5-14-2 0 0,0-1 0 0 0,1 0 0 0 0,1-1 0 0 0,0 0 0 0 0,1-1 0 0 0,1 0 0 0 0,0 0 0 0 0,1-1 0 0 0,0-1 0 0 0,21 15 0 0 0,-30-24-13 0 0,0-1 1 0 0,-1 1 0 0 0,1-1-1 0 0,0 0 1 0 0,0 0-1 0 0,1 0 1 0 0,-1-1-1 0 0,0 1 1 0 0,0-1-1 0 0,1 0 1 0 0,-1 0-1 0 0,1-1 1 0 0,-1 1 0 0 0,1-1-1 0 0,-1 0 1 0 0,1 0-1 0 0,-1-1 1 0 0,1 1-1 0 0,-1-1 1 0 0,1 0-1 0 0,-1 0 1 0 0,8-3 0 0 0,-10 3 5 0 0,17-10 211 0 0,-14 9-3769 0 0</inkml:trace>
</inkml:ink>
</file>

<file path=ppt/ink/ink7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0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23 708 0 0,'33'-17'8803'0'0,"-32"16"-8712"0"0,0 1-1 0 0,0-1 1 0 0,0 1-1 0 0,0-1 1 0 0,0 1 0 0 0,0-1-1 0 0,0 1 1 0 0,0 0 0 0 0,0-1-1 0 0,0 1 1 0 0,0 0 0 0 0,0 0-1 0 0,0 0 1 0 0,0 0-1 0 0,0 0 1 0 0,0 0 0 0 0,0 0-1 0 0,0 0 1 0 0,0 0 0 0 0,0 1-1 0 0,0-1 1 0 0,0 0 0 0 0,0 1-1 0 0,0-1 1 0 0,0 0 0 0 0,0 1-1 0 0,0-1 1 0 0,1 2-1 0 0,0 0 57 0 0,1 1 0 0 0,-1-1 0 0 0,0 1 0 0 0,0-1 0 0 0,0 1 0 0 0,0 0 0 0 0,0 0 0 0 0,-1 0-1 0 0,2 3 1 0 0,2 7 208 0 0,0 0 0 0 0,-1 1 0 0 0,3 19 0 0 0,29 287 2159 0 0,-36-280-4228 0 0,-5-16-7325 0 0</inkml:trace>
</inkml:ink>
</file>

<file path=ppt/ink/ink7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0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16 127 12349 0 0,'-2'-4'13'0'0,"0"0"0"0"0,0 0 0 0 0,0 0-1 0 0,0-1 1 0 0,1 1 0 0 0,0 0 0 0 0,0-1 0 0 0,0 1 0 0 0,0-1-1 0 0,0 1 1 0 0,1-1 0 0 0,0 0 0 0 0,1-8 0 0 0,0 10-20 0 0,0 0 1 0 0,1 1 0 0 0,-1-1 0 0 0,1 1-1 0 0,-1-1 1 0 0,1 1 0 0 0,0 0 0 0 0,0 0-1 0 0,0 0 1 0 0,0 0 0 0 0,0 0-1 0 0,1 0 1 0 0,-1 0 0 0 0,1 1 0 0 0,-1-1-1 0 0,1 1 1 0 0,-1 0 0 0 0,1-1 0 0 0,0 1-1 0 0,0 1 1 0 0,0-1 0 0 0,5-1-1 0 0,17-3-745 0 0,1 1 0 0 0,0 1 0 0 0,1 2 0 0 0,-1 0 0 0 0,37 5 0 0 0,-18-2-2196 0 0,3-2 176 0 0</inkml:trace>
</inkml:ink>
</file>

<file path=ppt/ink/ink7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0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381 142 12705 0 0,'9'-23'777'0'0,"-9"22"-642"0"0,0-1-1 0 0,0 0 1 0 0,1 1-1 0 0,-1-1 0 0 0,0 1 1 0 0,1-1-1 0 0,0 1 1 0 0,-1-1-1 0 0,1 1 1 0 0,0-1-1 0 0,0 1 1 0 0,0 0-1 0 0,0-1 1 0 0,0 1-1 0 0,0 0 0 0 0,0 0 1 0 0,0 0-1 0 0,0 0 1 0 0,1 0-1 0 0,-1 0 1 0 0,0 0-1 0 0,1 0 1 0 0,-1 0-1 0 0,0 1 1 0 0,1-1-1 0 0,0 0 0 0 0,1 0 1 0 0,0 3-54 0 0,-1-1 0 0 0,1 1 0 0 0,-1-1 0 0 0,1 1 0 0 0,-1 0 0 0 0,0 0 1 0 0,0 0-1 0 0,0 0 0 0 0,0 1 0 0 0,0-1 0 0 0,0 0 0 0 0,-1 1 0 0 0,4 5 0 0 0,-2-3 101 0 0,16 21 140 0 0,-2 1-1 0 0,-1 1 1 0 0,-1 0-1 0 0,-1 1 1 0 0,14 46-1 0 0,-26-71-322 0 0,-1 0-1 0 0,0 0 0 0 0,0 1 1 0 0,-1-1-1 0 0,1 1 1 0 0,-1-1-1 0 0,0 1 0 0 0,0-1 1 0 0,0 1-1 0 0,-1-1 0 0 0,0 0 1 0 0,1 1-1 0 0,-2-1 1 0 0,1 0-1 0 0,0 1 0 0 0,-1-1 1 0 0,-3 6-1 0 0,3-7-318 0 0,0-1 1 0 0,0 0-1 0 0,0 1 0 0 0,0-1 0 0 0,-1 0 0 0 0,1 0 1 0 0,-1 0-1 0 0,1 0 0 0 0,-1 0 0 0 0,-4 1 0 0 0,2-1-841 0 0,0 0-1 0 0,0 0 0 0 0,0-1 0 0 0,-1 1 1 0 0,1-1-1 0 0,-1-1 0 0 0,-5 1 1 0 0,-6-1-3144 0 0</inkml:trace>
  <inkml:trace contextRef="#ctx0" brushRef="#br0" timeOffset="1">1 201 1068 0 0,'11'-13'602'0'0,"0"2"-1"0"0,1-1 1 0 0,0 2 0 0 0,1-1 0 0 0,0 2-1 0 0,1 0 1 0 0,0 0 0 0 0,0 1-1 0 0,16-6 1 0 0,14-4 707 0 0,83-23 1 0 0,-79 29-934 0 0,52-7 1 0 0,-76 17-2360 0 0,0 0 1 0 0,27 2 0 0 0,-35 0-556 0 0</inkml:trace>
</inkml:ink>
</file>

<file path=ppt/ink/ink7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1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24 0 0,'18'20'2023'0'0,"9"8"-80"0"0,-2 2 1 0 0,-1 0 0 0 0,38 64 0 0 0,-32-15 3425 0 0,-29-87-5178 0 0,-1-5-81 0 0,2 1 0 0 0,-1 0-1 0 0,2 0 1 0 0,-1 0 0 0 0,2 0 0 0 0,-1 0 0 0 0,2 1-1 0 0,10-21 1 0 0,-11 24-245 0 0,2 0 0 0 0,-1 0 0 0 0,1 1 0 0 0,0-1 1 0 0,9-8-1 0 0,-9 11-440 0 0,0 1 1 0 0,0-1 0 0 0,1 1 0 0 0,-1 0 0 0 0,1 0-1 0 0,0 1 1 0 0,9-4 0 0 0,6 5-4868 0 0,-10 2 2333 0 0</inkml:trace>
</inkml:ink>
</file>

<file path=ppt/ink/ink7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2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64 260 0 0,'-1'-21'4031'0'0,"-1"8"4145"0"0,1 11-8029 0 0,0 1 0 0 0,-1 0 0 0 0,1 0 0 0 0,-1 1-1 0 0,1-1 1 0 0,-1 0 0 0 0,1 0 0 0 0,-1 1 0 0 0,1-1 0 0 0,-1 0-1 0 0,0 1 1 0 0,1 0 0 0 0,-1-1 0 0 0,0 1 0 0 0,1 0 0 0 0,-1 0 0 0 0,0 0-1 0 0,1 0 1 0 0,-1 0 0 0 0,0 0 0 0 0,1 1 0 0 0,-1-1 0 0 0,0 1-1 0 0,1-1 1 0 0,-1 1 0 0 0,-2 0 0 0 0,-3 2 125 0 0,-1 0 0 0 0,1 1 1 0 0,0-1-1 0 0,-13 10 0 0 0,15-10-180 0 0,-8 7 190 0 0,-1 0-1 0 0,1 0 1 0 0,0 1 0 0 0,1 1 0 0 0,1 0 0 0 0,-18 23 0 0 0,25-31-227 0 0,1 1 1 0 0,0-1 0 0 0,0 1-1 0 0,0-1 1 0 0,0 1 0 0 0,1 0-1 0 0,0 0 1 0 0,0 0 0 0 0,0 0-1 0 0,0 1 1 0 0,1-1 0 0 0,0 0-1 0 0,0 1 1 0 0,0-1 0 0 0,1 1-1 0 0,0-1 1 0 0,0 1 0 0 0,1 8-1 0 0,0-13-50 0 0,0 0 0 0 0,-1 0-1 0 0,1 0 1 0 0,0 0-1 0 0,0 0 1 0 0,0 0 0 0 0,0 0-1 0 0,0-1 1 0 0,0 1 0 0 0,0 0-1 0 0,0 0 1 0 0,0-1 0 0 0,0 1-1 0 0,1-1 1 0 0,-1 1-1 0 0,0-1 1 0 0,0 1 0 0 0,1-1-1 0 0,-1 0 1 0 0,0 1 0 0 0,0-1-1 0 0,1 0 1 0 0,-1 0 0 0 0,0 0-1 0 0,1 0 1 0 0,-1 0-1 0 0,2-1 1 0 0,33-4 20 0 0,-16-2-211 0 0,-1 0 0 0 0,0-2 0 0 0,35-21 0 0 0,-25 13 5 0 0,-28 17 135 0 0,-1-1 41 0 0,0 1 1 0 0,0-1 0 0 0,0 1 0 0 0,1 0 0 0 0,-1-1 0 0 0,0 1 0 0 0,0 0 0 0 0,1-1-1 0 0,-1 1 1 0 0,0-1 0 0 0,1 1 0 0 0,-1 0 0 0 0,0 0 0 0 0,1-1 0 0 0,-1 1 0 0 0,1 0-1 0 0,-1 0 1 0 0,0-1 0 0 0,1 1 0 0 0,-1 0 0 0 0,1 0 0 0 0,-1 0 0 0 0,1 0 0 0 0,-1 0 0 0 0,0 0-1 0 0,1 0 1 0 0,-1 0 0 0 0,1 0 0 0 0,-1 0 0 0 0,1 0 0 0 0,-1 0 0 0 0,1 0 0 0 0,-1 0-1 0 0,1 0 1 0 0,-1 0 0 0 0,0 0 0 0 0,2 1 0 0 0,19 4-110 0 0,-15-2 52 0 0,1-1 0 0 0,0 0-1 0 0,0 0 1 0 0,0 0-1 0 0,0-1 1 0 0,0 0-1 0 0,0-1 1 0 0,0 1-1 0 0,0-1 1 0 0,0 0-1 0 0,0-1 1 0 0,0 0-1 0 0,0 0 1 0 0,0-1-1 0 0,0 0 1 0 0,0 0-1 0 0,0 0 1 0 0,-1-1-1 0 0,1 0 1 0 0,7-5-1 0 0,4-3-43 0 0,-1-1 1 0 0,0 0-1 0 0,-1-1 0 0 0,-1-1 0 0 0,24-27 0 0 0,-39 41 109 0 0,1-1-1 0 0,-1 1 1 0 0,1 0-1 0 0,0-1 1 0 0,-1 1-1 0 0,0-1 1 0 0,1 1-1 0 0,-1-1 1 0 0,1 1-1 0 0,-1-1 1 0 0,1 0-1 0 0,-1 1 1 0 0,0-1 0 0 0,0 1-1 0 0,1-1 1 0 0,-1 0-1 0 0,0 1 1 0 0,0-1-1 0 0,0 0 1 0 0,1 1-1 0 0,-1-1 1 0 0,0 0-1 0 0,0 1 1 0 0,0-1-1 0 0,0 0 1 0 0,0 1 0 0 0,-1-1-1 0 0,1 0 1 0 0,0 1-1 0 0,0-1 1 0 0,0 0-1 0 0,-1 1 1 0 0,1-1-1 0 0,0 0 1 0 0,0 1-1 0 0,-1-1 1 0 0,1 1 0 0 0,-1-1-1 0 0,1 0 1 0 0,0 1-1 0 0,-1-1 1 0 0,1 1-1 0 0,-2-1 1 0 0,1 1 3 0 0,0-1 1 0 0,0 1-1 0 0,0 0 1 0 0,0-1-1 0 0,0 1 1 0 0,0 0 0 0 0,0 0-1 0 0,0 0 1 0 0,-1 0-1 0 0,1 0 1 0 0,0 0-1 0 0,0 1 1 0 0,0-1-1 0 0,0 0 1 0 0,0 0-1 0 0,0 1 1 0 0,0-1-1 0 0,0 1 1 0 0,0-1-1 0 0,0 1 1 0 0,0-1-1 0 0,0 1 1 0 0,0 0 0 0 0,0-1-1 0 0,0 1 1 0 0,1 0-1 0 0,-2 1 1 0 0,-3 4 18 0 0,0 1 0 0 0,1 0 0 0 0,0 0 0 0 0,0 0 0 0 0,1 0 0 0 0,0 1 0 0 0,0-1 0 0 0,1 1 0 0 0,-2 11 0 0 0,3-17-37 0 0,0 0 0 0 0,1 0 1 0 0,-1 0-1 0 0,1 0 0 0 0,0 0 0 0 0,0 0 1 0 0,0 0-1 0 0,0 0 0 0 0,0 0 0 0 0,0 0 0 0 0,0 0 1 0 0,1 0-1 0 0,-1 0 0 0 0,1 0 0 0 0,-1 0 1 0 0,1-1-1 0 0,0 1 0 0 0,0 0 0 0 0,0 0 0 0 0,0 0 1 0 0,0-1-1 0 0,0 1 0 0 0,0 0 0 0 0,0-1 1 0 0,1 1-1 0 0,-1-1 0 0 0,1 0 0 0 0,-1 1 0 0 0,1-1 1 0 0,0 0-1 0 0,-1 0 0 0 0,1 0 0 0 0,0 0 1 0 0,0 0-1 0 0,0 0 0 0 0,0-1 0 0 0,-1 1 0 0 0,1-1 1 0 0,0 1-1 0 0,0-1 0 0 0,0 0 0 0 0,0 1 1 0 0,0-1-1 0 0,0 0 0 0 0,3-1 0 0 0,10 0-154 0 0,0-1-1 0 0,0-1 1 0 0,0 0 0 0 0,0-1-1 0 0,0-1 1 0 0,-1 0-1 0 0,1-1 1 0 0,-2-1-1 0 0,1 0 1 0 0,14-10 0 0 0,16-12-184 0 0,66-57 0 0 0,-79 61 839 0 0,-29 24-419 0 0,-2 1-55 0 0,0-1 0 0 0,1 1 0 0 0,-1-1 0 0 0,0 1 0 0 0,1-1 0 0 0,-1 1 0 0 0,1-1 1 0 0,-1 1-1 0 0,1 0 0 0 0,-1-1 0 0 0,1 1 0 0 0,-1 0 0 0 0,1-1 0 0 0,-1 1 0 0 0,1 0 0 0 0,0 0 0 0 0,-1 0 0 0 0,1-1 1 0 0,-1 1-1 0 0,1 0 0 0 0,0 0 0 0 0,-1 0 0 0 0,1 0 0 0 0,-1 0 0 0 0,1 0 0 0 0,0 0 0 0 0,-1 0 0 0 0,1 0 1 0 0,0 1-1 0 0,-1-1 0 0 0,1 0 0 0 0,-1 0 0 0 0,1 0 0 0 0,-1 1 0 0 0,1-1 0 0 0,-1 69 243 0 0,0-67-250 0 0,1 16 55 0 0,-1-15-64 0 0,1-1-1 0 0,-1-1 1 0 0,0 1-1 0 0,0 0 0 0 0,0 0 0 0 0,0 0 0 0 0,0-1 0 0 0,0 1 0 0 0,-1 0 0 0 0,1 0 0 0 0,0-1 0 0 0,-1 1 0 0 0,0 0 0 0 0,1 0 0 0 0,-1-1 0 0 0,-1 3 0 0 0,1-3-13 0 0,1 25 69 0 0,-7 28 2 0 0,7-52 1008 0 0,4-6-1076 0 0,12-18-6 0 0,1 1 1 0 0,1 1 0 0 0,0 1 0 0 0,2 1 0 0 0,33-25-1 0 0,-52 42 17 0 0,0 0 0 0 0,0 0 0 0 0,0 0 0 0 0,0 0 0 0 0,1 1 0 0 0,-1-1 0 0 0,0 0 0 0 0,1 1 0 0 0,-1-1 0 0 0,0 0 0 0 0,1 1 0 0 0,-1 0-1 0 0,1-1 1 0 0,-1 1 0 0 0,1 0 0 0 0,-1 0 0 0 0,1 0 0 0 0,-1 0 0 0 0,1 0 0 0 0,-1 0 0 0 0,1 0 0 0 0,-1 0 0 0 0,1 1 0 0 0,-1-1 0 0 0,1 0 0 0 0,-1 1 0 0 0,0-1-1 0 0,1 1 1 0 0,-1 0 0 0 0,1 0 0 0 0,0 0 0 0 0,1 3 5 0 0,-1-1 1 0 0,0 1-1 0 0,0 0 0 0 0,0-1 0 0 0,0 1 0 0 0,-1 0 1 0 0,1 0-1 0 0,1 8 0 0 0,-3-9-5 0 0,1 1 1 0 0,0-1 0 0 0,0 0-1 0 0,0 0 1 0 0,0 0-1 0 0,0 0 1 0 0,1 0 0 0 0,-1 0-1 0 0,1 0 1 0 0,0 0-1 0 0,0 0 1 0 0,0-1-1 0 0,0 1 1 0 0,3 2 0 0 0,-2-4-93 0 0,0 1 0 0 0,-1-1 0 0 0,1 1 0 0 0,0-1 0 0 0,0 0 0 0 0,0 0 1 0 0,0 0-1 0 0,0 0 0 0 0,1-1 0 0 0,-1 1 0 0 0,0-1 0 0 0,0 0 0 0 0,0 0 1 0 0,0 0-1 0 0,1 0 0 0 0,-1-1 0 0 0,0 1 0 0 0,0-1 0 0 0,0 0 0 0 0,0 1 1 0 0,0-2-1 0 0,0 1 0 0 0,0 0 0 0 0,3-2 0 0 0,-1-5-1478 0 0</inkml:trace>
</inkml:ink>
</file>

<file path=ppt/ink/ink7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3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60 144 11689 0 0,'-57'-134'5136'0'0,"56"132"-4875"0"0,1 1-866 0 0,-1-6 1216 0 0,28 19-10790 0 0,-16-6 6290 0 0</inkml:trace>
</inkml:ink>
</file>

<file path=ppt/ink/ink7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3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1020 0 0,'0'0'3648'0'0,"6"25"2055"0"0,-2 50-1039 0 0,-2-61-4132 0 0,-2-12-419 0 0,-4 19-1193 0 0</inkml:trace>
</inkml:ink>
</file>

<file path=ppt/ink/ink7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3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2 103 900 0 0,'-1'-10'1212'0'0,"1"0"0"0"0,0 0 0 0 0,1 0 1 0 0,0 1-1 0 0,1-1 0 0 0,0 0 0 0 0,5-14 0 0 0,-6 22-767 0 0,12-6-782 0 0,-5 9-5544 0 0</inkml:trace>
</inkml:ink>
</file>

<file path=ppt/ink/ink7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4.0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235 201 708 0 0,'22'10'3352'0'0,"-4"-6"-2865"0"0,0-1-1 0 0,0 0 1 0 0,0-2 0 0 0,0 0 0 0 0,0-1 0 0 0,1 0 0 0 0,19-4-1 0 0,-19 1-573 0 0,1-1-1 0 0,-1 0 1 0 0,-1-2-1 0 0,1 0 0 0 0,-1-1 1 0 0,0-1-1 0 0,0 0 1 0 0,-1-1-1 0 0,0-1 0 0 0,-1-1 1 0 0,19-15-1 0 0,-28 19 51 0 0,-1 1 1 0 0,0-1-1 0 0,0 0 0 0 0,0 0 0 0 0,5-10 1 0 0,-10 15 84 0 0,0 1 1 0 0,0-1 0 0 0,0 0 0 0 0,0 0 0 0 0,0 0 0 0 0,0 0 0 0 0,-1 0 0 0 0,1 0 0 0 0,-1 0 0 0 0,1 0 0 0 0,-1 0 0 0 0,0 0 0 0 0,0 0 0 0 0,0 0 0 0 0,0 0 0 0 0,0 0 0 0 0,0-1 0 0 0,0 1 0 0 0,-1 0 0 0 0,1 0 0 0 0,-1 0 0 0 0,0 0 0 0 0,1 0 0 0 0,-1 1 0 0 0,0-1 0 0 0,0 0 0 0 0,0 0 0 0 0,-2-2 0 0 0,2 4 20 0 0,0-1 1 0 0,0 0-1 0 0,0 0 1 0 0,0 1-1 0 0,-1-1 1 0 0,1 1-1 0 0,0-1 1 0 0,0 1-1 0 0,-1 0 1 0 0,1-1-1 0 0,0 1 0 0 0,0 0 1 0 0,-1 0-1 0 0,1 0 1 0 0,0 0-1 0 0,-1 0 1 0 0,1 0-1 0 0,0 0 1 0 0,0 0-1 0 0,-1 0 1 0 0,1 1-1 0 0,0-1 1 0 0,0 1-1 0 0,-1-1 1 0 0,1 1-1 0 0,0-1 1 0 0,0 1-1 0 0,0-1 1 0 0,0 1-1 0 0,-1 1 1 0 0,-31 25 737 0 0,17-8-475 0 0,2 0 0 0 0,0 1 0 0 0,1 1 0 0 0,1 0 0 0 0,1 1 0 0 0,1 0-1 0 0,1 1 1 0 0,1 0 0 0 0,-6 25 0 0 0,-4 36 1141 0 0,-8 108 0 0 0,6-44-486 0 0,13-100-724 0 0,-26 125 622 0 0,28-155-764 0 0,0 1-1 0 0,-1-1 0 0 0,-2-1 1 0 0,1 0-1 0 0,-2 0 1 0 0,-21 31-1 0 0,25-42-67 0 0,-1 0 0 0 0,0 0 0 0 0,-1 0 0 0 0,0-1 0 0 0,1 0 0 0 0,-2-1 0 0 0,1 1 0 0 0,0-1-1 0 0,-1-1 1 0 0,0 1 0 0 0,0-1 0 0 0,0-1 0 0 0,0 0 0 0 0,0 0 0 0 0,0 0 0 0 0,-1-1 0 0 0,1 0 0 0 0,0-1 0 0 0,-1 0 0 0 0,-11-1-1 0 0,11 0-346 0 0,0 0-1 0 0,0-1 1 0 0,0 0-1 0 0,0 0 1 0 0,1-1-1 0 0,-1 0 1 0 0,1-1-1 0 0,-13-6 0 0 0,16 6-589 0 0,-1 0 0 0 0,1 0-1 0 0,-1 0 1 0 0,1-1 0 0 0,0 1-1 0 0,1-1 1 0 0,-1-1-1 0 0,1 1 1 0 0,0 0 0 0 0,0-1-1 0 0,-5-11 1 0 0,1-5-3703 0 0</inkml:trace>
</inkml:ink>
</file>

<file path=ppt/ink/ink7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4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1 155 956 0 0,'67'-55'13497'0'0,"-54"86"-11768"0"0,-13 30-341 0 0,-10 78-1 0 0,4-80-848 0 0,2 96 0 0 0,18 10 253 0 0,-14-163-635 0 0,0-1-154 0 0,0-1 1 0 0,0 0-1 0 0,0 0 1 0 0,0 0-1 0 0,0 1 1 0 0,0-1-1 0 0,0 0 1 0 0,0 0-1 0 0,0 1 1 0 0,-1-1-1 0 0,1 0 1 0 0,0 0-1 0 0,0 0 1 0 0,0 1-1 0 0,0-1 1 0 0,0 0-1 0 0,-1 0 1 0 0,1 0-1 0 0,0 0 1 0 0,0 1-1 0 0,0-1 1 0 0,-1 0-1 0 0,1 0 1 0 0,0 0-1 0 0,0 0 1 0 0,-1 0-1 0 0,1 0 1 0 0,0 0-1 0 0,0 0 1 0 0,0 1-1 0 0,-1-1 1 0 0,1 0-1 0 0,0 0 1 0 0,0 0-1 0 0,-1 0 1 0 0,1 0-1 0 0,0 0 1 0 0,0 0-1 0 0,-1-1 1 0 0,1 1-1 0 0,0 0 1 0 0,0 0-1 0 0,-1 0 1 0 0,1 0-1 0 0,0 0 1 0 0,0 0-1 0 0,-1 0 1 0 0,1 0-1 0 0,0-1 1 0 0,0 1-1 0 0,-1 0 1 0 0,-6-14 13 0 0,1 0-1 0 0,0 0 1 0 0,1-1 0 0 0,1 1-1 0 0,0-1 1 0 0,0 0 0 0 0,2 0 0 0 0,0-1-1 0 0,0-20 1 0 0,3 13-18 0 0,0-1 0 0 0,2 1 1 0 0,0 0-1 0 0,2 0 0 0 0,13-39 0 0 0,-6 30-17 0 0,1 1-1 0 0,2 0 1 0 0,1 0-1 0 0,2 2 0 0 0,0 0 1 0 0,2 2-1 0 0,1 0 1 0 0,40-39-1 0 0,-55 59 11 0 0,1 1 0 0 0,0 0 0 0 0,1 0 0 0 0,-1 0 0 0 0,1 1 0 0 0,0 0 0 0 0,0 1 0 0 0,1 0-1 0 0,-1 0 1 0 0,1 0 0 0 0,0 2 0 0 0,0-1 0 0 0,10-1 0 0 0,-17 4 6 0 0,-1 0 1 0 0,1 0-1 0 0,0 0 1 0 0,0 0-1 0 0,-1 0 1 0 0,1 0-1 0 0,0 1 0 0 0,-1-1 1 0 0,1 1-1 0 0,0-1 1 0 0,-1 1-1 0 0,1-1 1 0 0,-1 1-1 0 0,1 0 1 0 0,-1 0-1 0 0,1 0 0 0 0,-1 0 1 0 0,1 0-1 0 0,-1 0 1 0 0,0 0-1 0 0,0 1 1 0 0,0-1-1 0 0,0 0 0 0 0,0 1 1 0 0,0-1-1 0 0,0 1 1 0 0,0-1-1 0 0,0 1 1 0 0,0-1-1 0 0,-1 1 1 0 0,1 0-1 0 0,-1-1 0 0 0,1 1 1 0 0,-1 2-1 0 0,1 3 2 0 0,0 0-1 0 0,0 0 0 0 0,-1 0 0 0 0,0 0 1 0 0,-2 11-1 0 0,2-17 1 0 0,-1 3 12 0 0,0 0 0 0 0,0 0 0 0 0,0 0-1 0 0,-1 1 1 0 0,0-1 0 0 0,0-1 0 0 0,0 1 0 0 0,0 0 0 0 0,-1 0 0 0 0,1-1 0 0 0,-1 1 0 0 0,0-1 0 0 0,0 0 0 0 0,0 0 0 0 0,0 0 0 0 0,-1 0 0 0 0,1-1 0 0 0,-5 3 0 0 0,-32 18-1700 0 0,1-7-4778 0 0,34-14 5041 0 0</inkml:trace>
</inkml:ink>
</file>

<file path=ppt/ink/ink7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5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65 236 0 0,'1'-4'703'0'0,"-1"1"-1"0"0,0-1 1 0 0,1 0-1 0 0,-1 0 1 0 0,0 0-1 0 0,-1 0 1 0 0,1 1-1 0 0,-1-1 1 0 0,0 0-1 0 0,0 0 1 0 0,-2-5-1 0 0,2 7-36 0 0,-6-3 757 0 0,7 4-1363 0 0,0 1-1 0 0,-1 0 0 0 0,1-1 1 0 0,0 1-1 0 0,-1-1 0 0 0,1 1 1 0 0,-1 0-1 0 0,1-1 0 0 0,0 1 1 0 0,-1 0-1 0 0,1-1 0 0 0,-1 1 1 0 0,1 0-1 0 0,-1 0 0 0 0,1-1 1 0 0,-1 1-1 0 0,1 0 0 0 0,-1 0 1 0 0,1 0-1 0 0,-1 0 0 0 0,1 0 1 0 0,-1 0-1 0 0,1-1 0 0 0,-1 1 1 0 0,1 1-1 0 0,-1-1 0 0 0,1 0 1 0 0,-1 0-1 0 0,1 0 0 0 0,-1 0 1 0 0,1 0-1 0 0,-2 1 0 0 0,-8 4 280 0 0,1 0-1 0 0,0 1 1 0 0,0 0-1 0 0,1 1 1 0 0,-1 0-1 0 0,1 0 0 0 0,1 1 1 0 0,0 0-1 0 0,0 0 1 0 0,0 1-1 0 0,-6 10 1 0 0,13-18-224 0 0,-1 0-106 0 0,1 0 1 0 0,0 0-1 0 0,0 0 1 0 0,1 0 0 0 0,-1 0-1 0 0,0 0 1 0 0,0 0-1 0 0,0 0 1 0 0,1 0-1 0 0,-1 0 1 0 0,0 0 0 0 0,1 0-1 0 0,-1 0 1 0 0,1 0-1 0 0,0 0 1 0 0,-1 0 0 0 0,1 0-1 0 0,-1-1 1 0 0,1 1-1 0 0,0 0 1 0 0,0 0 0 0 0,-1-1-1 0 0,1 1 1 0 0,0 0-1 0 0,0-1 1 0 0,0 1 0 0 0,0-1-1 0 0,0 1 1 0 0,0-1-1 0 0,0 0 1 0 0,0 1 0 0 0,0-1-1 0 0,0 0 1 0 0,0 0-1 0 0,0 0 1 0 0,0 1 0 0 0,0-1-1 0 0,0 0 1 0 0,0 0-1 0 0,2-1 1 0 0,47-10 470 0 0,-37 7-435 0 0,-11 4-47 0 0,1 0 3 0 0,-2 0 0 0 0,0-1 1 0 0,0 1-1 0 0,0 0 1 0 0,0 0-1 0 0,0 0 1 0 0,0 1-1 0 0,0-1 1 0 0,0 0-1 0 0,0 0 0 0 0,0 0 1 0 0,0 1-1 0 0,0-1 1 0 0,0 1-1 0 0,0-1 1 0 0,0 0-1 0 0,0 1 1 0 0,0 0-1 0 0,0-1 1 0 0,0 1-1 0 0,0 0 0 0 0,-1-1 1 0 0,1 1-1 0 0,0 0 1 0 0,-1 0-1 0 0,1-1 1 0 0,0 1-1 0 0,-1 0 1 0 0,1 0-1 0 0,-1 0 1 0 0,1 0-1 0 0,-1 0 0 0 0,0 0 1 0 0,1 2-1 0 0,-4 35 43 0 0,0-15 0 0 0,11 5-60 0 0,-8-27 18 0 0,0 0 0 0 0,1 1 1 0 0,-1-1-1 0 0,1-1 1 0 0,-1 1-1 0 0,1 0 0 0 0,-1 0 1 0 0,1 0-1 0 0,0 0 1 0 0,0 0-1 0 0,-1 0 1 0 0,1-1-1 0 0,0 1 0 0 0,0 0 1 0 0,0-1-1 0 0,0 1 1 0 0,0-1-1 0 0,0 1 0 0 0,0-1 1 0 0,0 1-1 0 0,0-1 1 0 0,0 1-1 0 0,0-1 0 0 0,0 0 1 0 0,0 0-1 0 0,0 0 1 0 0,0 1-1 0 0,0-1 0 0 0,0 0 1 0 0,0 0-1 0 0,0 0 1 0 0,2-1-1 0 0,27-11 45 0 0,-26 10-25 0 0,27-16-51 0 0,40-29 1 0 0,0-2 21 0 0,-56 40 19 0 0,-11 5-7 0 0,1 1 0 0 0,-1 1 0 0 0,1-1 0 0 0,-1 0 0 0 0,1 1 0 0 0,0 0 0 0 0,0 0 0 0 0,0 1 0 0 0,0-1-1 0 0,6 0 1 0 0,-9 2-17 0 0,2 3 62 0 0,0 0 1 0 0,0 1 0 0 0,-1-1 0 0 0,0 1-1 0 0,0 0 1 0 0,4 4 0 0 0,-6-5 30 0 0,0-1 0 0 0,0 0 1 0 0,0 0-1 0 0,0 0 0 0 0,0 0 0 0 0,1 0 1 0 0,-1 0-1 0 0,1-1 0 0 0,-1 1 0 0 0,1 0 0 0 0,0-1 1 0 0,0 1-1 0 0,0-1 0 0 0,0 1 0 0 0,0-1 1 0 0,0 0-1 0 0,0 0 0 0 0,0 0 0 0 0,0 0 0 0 0,1 0 1 0 0,-1-1-1 0 0,4 2 0 0 0,31 0 512 0 0,-12-4-3359 0 0,3 0-7195 0 0</inkml:trace>
</inkml:ink>
</file>

<file path=ppt/ink/ink7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6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57 240 0 0,'4'-1'393'0'0,"-1"0"-1"0"0,1 0 1 0 0,0 1 0 0 0,1 0 0 0 0,-1-1-1 0 0,0 1 1 0 0,0 1 0 0 0,0-1-1 0 0,0 1 1 0 0,0-1 0 0 0,0 1-1 0 0,0 0 1 0 0,-1 0 0 0 0,1 1-1 0 0,0-1 1 0 0,0 1 0 0 0,-1 0 0 0 0,1 0-1 0 0,-1 0 1 0 0,0 1 0 0 0,1-1-1 0 0,-1 1 1 0 0,0-1 0 0 0,-1 1-1 0 0,4 4 1 0 0,-1-1-116 0 0,-2 0 1 0 0,1 1-1 0 0,-1-1 0 0 0,0 1 1 0 0,0-1-1 0 0,0 1 0 0 0,-1 0 1 0 0,0 0-1 0 0,-1 0 0 0 0,0 0 1 0 0,0 0-1 0 0,0 14 0 0 0,-1-19-227 0 0,0 0 0 0 0,-1 0 0 0 0,1 1 0 0 0,-1-1-1 0 0,1 0 1 0 0,-1-1 0 0 0,0 1 0 0 0,0 0 0 0 0,0 0-1 0 0,0 0 1 0 0,0 0 0 0 0,0-1 0 0 0,0 1 0 0 0,-1 0 0 0 0,-1 1-1 0 0,-1 3 3322 0 0,11-26-3178 0 0,0 1 1 0 0,2 0-1 0 0,0 0 1 0 0,1 1-1 0 0,0 0 1 0 0,2 1-1 0 0,22-26 1 0 0,-2 0-2723 0 0,-29 36 24 0 0,-1 3 702 0 0</inkml:trace>
</inkml:ink>
</file>

<file path=ppt/ink/ink7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26 149 18342 0 0,'-5'-17'166'0'0,"1"0"0"0"0,0 0 1 0 0,-2-33-1 0 0,0 4-84 0 0,6 44-491 0 0</inkml:trace>
</inkml:ink>
</file>

<file path=ppt/ink/ink7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31 432 0 0,'0'0'14499'0'0,"2"-2"-13807"0"0,8-9-68 0 0,-7 8 1588 0 0,-9 1-5274 0 0,2 1 2590 0 0,-17-6-1947 0 0,2 4-2291 0 0,2 1 326 0 0</inkml:trace>
</inkml:ink>
</file>

<file path=ppt/ink/ink7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27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47 227 20182 0 0,'9'-35'44'0'0,"-2"8"-40"0"0,1 2 20 0 0,0 4 16 0 0,-5 4-12 0 0,4 2-24 0 0,0-8 0 0 0,-5 10-12 0 0,1-2-104 0 0,-3 5-248 0 0,-12-7-1368 0 0,2 12 288 0 0,-15 1-1341 0 0,0 4-3015 0 0,-3 2 1335 0 0</inkml:trace>
</inkml:ink>
</file>

<file path=ppt/ink/ink7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32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25 952 0 0,'-22'-4'2955'0'0,"11"5"3130"0"0,11 6-5870 0 0,0-1 0 0 0,1 1 0 0 0,0-1 0 0 0,1 0 0 0 0,-1 0 0 0 0,1 1 0 0 0,1-1 0 0 0,-1 0-1 0 0,1 0 1 0 0,0-1 0 0 0,7 11 0 0 0,-1-2 30 0 0,0-1-1 0 0,0-1 0 0 0,2 0 1 0 0,12 12-1 0 0,-16-17-156 0 0,1-1-1 0 0,1 0 0 0 0,-1 0 0 0 0,1 0 1 0 0,0-1-1 0 0,0-1 0 0 0,0 0 0 0 0,1 0 1 0 0,-1 0-1 0 0,1-2 0 0 0,0 1 0 0 0,0-1 1 0 0,0 0-1 0 0,0-1 0 0 0,0 0 1 0 0,1-1-1 0 0,-1 0 0 0 0,0-1 0 0 0,0 0 1 0 0,0 0-1 0 0,19-6 0 0 0,-10 1-69 0 0,1-2 0 0 0,-1 0 0 0 0,-1-1 0 0 0,0-1-1 0 0,0 0 1 0 0,-1-2 0 0 0,0 0 0 0 0,-1-1 0 0 0,0 0 0 0 0,14-17-1 0 0,1-1-741 0 0,7-7-1568 0 0,-15 11-4666 0 0,-17 21 3619 0 0</inkml:trace>
</inkml:ink>
</file>

<file path=ppt/ink/ink7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2:32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1 195 616 0 0,'0'1'223'0'0,"0"-1"0"0"0,0 1 0 0 0,0-1 0 0 0,0 0-1 0 0,0 1 1 0 0,0-1 0 0 0,0 1 0 0 0,0-1 0 0 0,0 1 0 0 0,0-1 0 0 0,0 1 0 0 0,0-1-1 0 0,0 0 1 0 0,1 1 0 0 0,-1-1 0 0 0,0 1 0 0 0,0-1 0 0 0,0 1 0 0 0,1-1 0 0 0,-1 0-1 0 0,0 1 1 0 0,1-1 0 0 0,-1 0 0 0 0,0 1 0 0 0,1-1 0 0 0,-1 0 0 0 0,0 1 0 0 0,1-1 0 0 0,-1 0-1 0 0,0 0 1 0 0,1 0 0 0 0,-1 1 0 0 0,1-1 0 0 0,-1 0 0 0 0,1 0 0 0 0,20-7 2702 0 0,31-35-3383 0 0,-33 26 1370 0 0,79-52-2200 0 0,-26 19-4014 0 0,-38 23 2249 0 0</inkml:trace>
</inkml:ink>
</file>

<file path=ppt/ink/ink7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3:14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8 307 404 0 0,'-8'10'5613'0'0,"18"-4"-4149"0"0,25-4-569 0 0,-17-6-630 0 0,0 0-1 0 0,-1-1 1 0 0,1-2 0 0 0,-1 1 0 0 0,0-2-1 0 0,-1 0 1 0 0,0-1 0 0 0,0-1-1 0 0,14-11 1 0 0,-23 16-201 0 0,0 0 0 0 0,0-1 0 0 0,-1 0 0 0 0,0 0 0 0 0,0 0 0 0 0,0-1 0 0 0,-1 0 0 0 0,0 0 0 0 0,0 0 0 0 0,-1-1 0 0 0,0 1 0 0 0,0-1 0 0 0,-1 0 0 0 0,0 0 0 0 0,0-1 0 0 0,-1 1 0 0 0,0 0 0 0 0,0-1 0 0 0,-1 1 0 0 0,0-1 0 0 0,-1-11 0 0 0,0 17-53 0 0,-1 0 0 0 0,1-1 1 0 0,-1 1-1 0 0,0 0 0 0 0,0 0 0 0 0,0 0 0 0 0,-1-1 0 0 0,1 1 1 0 0,-1 0-1 0 0,1 1 0 0 0,-1-1 0 0 0,0 0 0 0 0,0 0 0 0 0,-1 1 1 0 0,1-1-1 0 0,0 1 0 0 0,-1 0 0 0 0,1 0 0 0 0,-1 0 0 0 0,0 0 1 0 0,0 0-1 0 0,0 0 0 0 0,0 1 0 0 0,0-1 0 0 0,0 1 0 0 0,0 0 1 0 0,0 0-1 0 0,0 0 0 0 0,-1 1 0 0 0,1-1 0 0 0,-5 0 1 0 0,7 2-11 0 0,-1-1 0 0 0,1 1 1 0 0,-1-1-1 0 0,1 1 0 0 0,-1 0 1 0 0,1-1-1 0 0,-1 1 0 0 0,1 0 1 0 0,0 0-1 0 0,-1 0 0 0 0,1 0 1 0 0,0 0-1 0 0,0 0 0 0 0,0 0 1 0 0,0 1-1 0 0,0-1 1 0 0,0 0-1 0 0,0 1 0 0 0,0-1 1 0 0,0 0-1 0 0,1 1 0 0 0,-1-1 1 0 0,1 1-1 0 0,-1-1 0 0 0,1 1 1 0 0,-1 0-1 0 0,1 2 0 0 0,-4 41 18 0 0,8-18-3 0 0,0 0-1 0 0,2-1 0 0 0,1 1 1 0 0,1-1-1 0 0,21 45 0 0 0,-16-36 5 0 0,24 61 98 0 0,38 164 0 0 0,-65-211-35 0 0,-1 0 1 0 0,-3 1 0 0 0,-2 0 0 0 0,-2 0 0 0 0,-7 74 0 0 0,4-112-35 0 0,-1 0 0 0 0,0 0 0 0 0,-1 0 0 0 0,0 0 1 0 0,0-1-1 0 0,-1 1 0 0 0,-1-1 0 0 0,0 0 0 0 0,-1 0 0 0 0,0-1 0 0 0,0 0 0 0 0,-1 0 1 0 0,-1 0-1 0 0,1-1 0 0 0,-15 13 0 0 0,22-21-95 0 0,-1 0 0 0 0,1-1 0 0 0,-1 1 0 0 0,1-1 0 0 0,-1 0 0 0 0,1 1-1 0 0,-1-1 1 0 0,1 1 0 0 0,-1-1 0 0 0,1 0 0 0 0,-1 1 0 0 0,0-1 0 0 0,1 0 0 0 0,-1 0 0 0 0,0 1 0 0 0,1-1 0 0 0,-1 0 0 0 0,1 0 0 0 0,-1 0-1 0 0,0 0 1 0 0,1 0 0 0 0,-1 0 0 0 0,0 0 0 0 0,0 0 0 0 0,1 0 0 0 0,-1 0 0 0 0,1 0 0 0 0,-1-1 0 0 0,0 1 0 0 0,1 0 0 0 0,-1 0 0 0 0,0-1-1 0 0,1 1 1 0 0,-1 0 0 0 0,1-1 0 0 0,-1 1 0 0 0,1 0 0 0 0,-1-1 0 0 0,1 1 0 0 0,-1-1 0 0 0,1 1 0 0 0,-1-1 0 0 0,1 1 0 0 0,-1-1 0 0 0,1 1-1 0 0,0-1 1 0 0,-1 0 0 0 0,1 1 0 0 0,0-1 0 0 0,0 0 0 0 0,0 1 0 0 0,-1-1 0 0 0,1 1 0 0 0,0-1 0 0 0,0 0 0 0 0,0 1 0 0 0,0-1 0 0 0,0 0-1 0 0,0 0 1 0 0,-2-41-3118 0 0,7 17-75 0 0,3-4 249 0 0</inkml:trace>
</inkml:ink>
</file>

<file path=ppt/ink/ink7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3:14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1 104 988 0 0,'18'-5'1056'0'0,"-9"-1"-28"0"0,4 1-88 0 0,4-2-56 0 0,-1 2-71 0 0,1-1-81 0 0,6-4-68 0 0,1 2-64 0 0,-5 1-80 0 0,5-2-88 0 0,-5 4-116 0 0,5-2-172 0 0,1 1-208 0 0,-1 4-208 0 0,1-2-296 0 0,-5 0-804 0 0,5-1-1481 0 0,-6 2 657 0 0</inkml:trace>
</inkml:ink>
</file>

<file path=ppt/ink/ink7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4:55.533"/>
    </inkml:context>
    <inkml:brush xml:id="br0">
      <inkml:brushProperty name="width" value="0.035" units="cm"/>
      <inkml:brushProperty name="height" value="0.035" units="cm"/>
    </inkml:brush>
  </inkml:definitions>
  <inkml:trace contextRef="#ctx0" brushRef="#br0">0 0 24575,'0'0'-8191</inkml:trace>
</inkml:ink>
</file>

<file path=ppt/ink/ink7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4:55.931"/>
    </inkml:context>
    <inkml:brush xml:id="br0">
      <inkml:brushProperty name="width" value="0.035" units="cm"/>
      <inkml:brushProperty name="height" value="0.035" units="cm"/>
    </inkml:brush>
  </inkml:definitions>
  <inkml:trace contextRef="#ctx0" brushRef="#br0">0 0 24575,'0'0'-8191</inkml:trace>
</inkml:ink>
</file>

<file path=ppt/ink/ink7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4:56.274"/>
    </inkml:context>
    <inkml:brush xml:id="br0">
      <inkml:brushProperty name="width" value="0.035" units="cm"/>
      <inkml:brushProperty name="height" value="0.035" units="cm"/>
    </inkml:brush>
  </inkml:definitions>
  <inkml:trace contextRef="#ctx0" brushRef="#br0">0 0 24575,'0'0'-8191</inkml:trace>
</inkml:ink>
</file>

<file path=ppt/ink/ink7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5:39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2 103 8993 0 0,'-2'-14'-216'0'0,"7"2"68"0"0,4 0-532 0 0,10-2-124 0 0,8 4-264 0 0,18-5 51 0 0,6 4-1095 0 0,24-3 488 0 0</inkml:trace>
</inkml:ink>
</file>

<file path=ppt/ink/ink7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5:42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69 668 0 0,'0'0'811'0'0,"-3"-14"2092"0"0,-12-30 3739 0 0,15 43-6633 0 0,0 1 0 0 0,0 0 1 0 0,0 0-1 0 0,1 0 1 0 0,-1-1-1 0 0,0 1 1 0 0,0 0-1 0 0,0 0 0 0 0,0-1 1 0 0,0 1-1 0 0,0 0 1 0 0,0 0-1 0 0,0-1 0 0 0,0 1 1 0 0,0 0-1 0 0,0 0 1 0 0,0-1-1 0 0,0 1 0 0 0,0 0 1 0 0,0 0-1 0 0,0-1 1 0 0,0 1-1 0 0,0 0 0 0 0,0 0 1 0 0,0-1-1 0 0,0 1 1 0 0,0 0-1 0 0,0 0 0 0 0,0-1 1 0 0,-1 1-1 0 0,1 0 1 0 0,0 0-1 0 0,0 0 0 0 0,0-1 1 0 0,0 1-1 0 0,-1 0 1 0 0,1 0-1 0 0,0 0 0 0 0,0 0 1 0 0,0-1-1 0 0,-1 1 1 0 0,1 0-1 0 0,0 0 0 0 0,0 0 1 0 0,-1 0-1 0 0,1 0 1 0 0,-1 0-1 0 0,-1 2-69 0 0,-1 0 0 0 0,0 0-1 0 0,0 0 1 0 0,0 0 0 0 0,-1-1 0 0 0,1 1-1 0 0,0-1 1 0 0,-1 0 0 0 0,1 0 0 0 0,-6 1-1 0 0,-5 24-6493 0 0</inkml:trace>
</inkml:ink>
</file>

<file path=ppt/ink/ink7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05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27 252 596 0 0,'-26'6'9955'0'0,"26"-6"-9908"0"0,0 1 0 0 0,0-1 0 0 0,0 1 0 0 0,0-1 1 0 0,0 1-1 0 0,0-1 0 0 0,-1 1 0 0 0,1-1 0 0 0,1 0 0 0 0,-1 1 0 0 0,0-1 0 0 0,0 1 0 0 0,0-1 0 0 0,0 1 0 0 0,0-1 0 0 0,0 0 0 0 0,0 1 0 0 0,1-1 0 0 0,-1 1 0 0 0,0-1 0 0 0,0 0 1 0 0,1 1-1 0 0,-1-1 0 0 0,0 0 0 0 0,0 1 0 0 0,1-1 0 0 0,-1 0 0 0 0,0 1 0 0 0,1-1 0 0 0,-1 0 0 0 0,0 0 0 0 0,1 1 0 0 0,-1-1 0 0 0,1 0 0 0 0,-1 0 0 0 0,1 0 0 0 0,-1 0 0 0 0,1 1 0 0 0,1 0-5 0 0,0 0 0 0 0,1 0 0 0 0,-1-1 0 0 0,0 1-1 0 0,1 0 1 0 0,-1-1 0 0 0,1 1 0 0 0,-1-1-1 0 0,1 0 1 0 0,-1 0 0 0 0,0 0 0 0 0,1 0-1 0 0,-1 0 1 0 0,1-1 0 0 0,-1 1 0 0 0,0-1-1 0 0,1 1 1 0 0,3-3 0 0 0,40-17 224 0 0,-35 14-232 0 0,-2 0 0 0 0,1-1 0 0 0,-1 0 0 0 0,0-1 0 0 0,0 0 0 0 0,-1-1 0 0 0,0 1 0 0 0,0-1 0 0 0,7-14 0 0 0,-11 18-27 0 0,-1 0 0 0 0,0 0 0 0 0,0-1 1 0 0,0 1-1 0 0,-1-1 0 0 0,0 0 0 0 0,0 0 1 0 0,0 0-1 0 0,-1 0 0 0 0,0 0 0 0 0,0 0 1 0 0,-1 0-1 0 0,0-1 0 0 0,0 1 0 0 0,0 0 1 0 0,0 0-1 0 0,-1 0 0 0 0,-3-11 0 0 0,3 14-6 0 0,1 1-1 0 0,-1 0 1 0 0,0 0-1 0 0,0 0 0 0 0,0 0 1 0 0,0 0-1 0 0,0 0 1 0 0,0 0-1 0 0,-1 0 0 0 0,1 1 1 0 0,-1-1-1 0 0,1 0 1 0 0,-1 1-1 0 0,0-1 1 0 0,1 1-1 0 0,-1-1 0 0 0,0 1 1 0 0,0 0-1 0 0,0 0 1 0 0,0 0-1 0 0,0 0 0 0 0,0 0 1 0 0,-1 1-1 0 0,-1-2 1 0 0,0 2 0 0 0,0 0 0 0 0,0 0 0 0 0,0 1 1 0 0,0-1-1 0 0,0 1 0 0 0,0 0 1 0 0,0 0-1 0 0,1 0 0 0 0,-1 0 0 0 0,0 1 1 0 0,0 0-1 0 0,-5 3 0 0 0,-2 2 2 0 0,0 0 0 0 0,0 1-1 0 0,1 1 1 0 0,0 0 0 0 0,1 0-1 0 0,0 0 1 0 0,-9 13 0 0 0,14-16 4 0 0,1-1 0 0 0,-1 1 0 0 0,1 0 0 0 0,1-1 0 0 0,-1 1 0 0 0,1 1 0 0 0,0-1 0 0 0,0 0 0 0 0,0 0 0 0 0,1 1 0 0 0,0-1 0 0 0,1 1 0 0 0,-1-1 0 0 0,1 1 0 0 0,1-1 0 0 0,-1 1 0 0 0,2 7 0 0 0,1-6 2 0 0,-1-1 0 0 0,1 0 0 0 0,0-1 0 0 0,0 1 0 0 0,1-1 0 0 0,0 1 0 0 0,0-1-1 0 0,1 0 1 0 0,0 0 0 0 0,0-1 0 0 0,0 0 0 0 0,1 0 0 0 0,-1 0 0 0 0,13 8 0 0 0,0-2-188 0 0,0 0 0 0 0,1-1 0 0 0,0-1 0 0 0,0-1 0 0 0,25 7 0 0 0,55 6-7270 0 0,-69-17 4236 0 0</inkml:trace>
</inkml:ink>
</file>

<file path=ppt/ink/ink7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1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105 112 648 0 0,'-2'-21'2149'0'0,"0"0"0"0"0,-9-38 0 0 0,10 51-1664 0 0,0 7-136 0 0,1 1-325 0 0,0 0-1 0 0,0 0 0 0 0,0 1 0 0 0,0-1 1 0 0,-1 0-1 0 0,1 0 0 0 0,0 0 0 0 0,0 0 1 0 0,0 0-1 0 0,0 1 0 0 0,0-1 0 0 0,-1 0 1 0 0,1 0-1 0 0,0 0 0 0 0,0 0 0 0 0,0 0 1 0 0,-1 0-1 0 0,1 0 0 0 0,0 0 0 0 0,0 0 1 0 0,0 0-1 0 0,-1 0 0 0 0,1 0 0 0 0,0 0 1 0 0,0 0-1 0 0,0 0 0 0 0,-1 0 0 0 0,1 0 1 0 0,0 0-1 0 0,0 0 0 0 0,0 0 0 0 0,-1 0 1 0 0,1 0-1 0 0,0 0 0 0 0,0 0 1 0 0,0 0-1 0 0,-1 0 0 0 0,1-1 0 0 0,0 1 1 0 0,0 0-1 0 0,0 0 0 0 0,0 0 0 0 0,0 0 1 0 0,-1 0-1 0 0,1-1 0 0 0,0 1 0 0 0,0 0 1 0 0,0 0-1 0 0,0 0 0 0 0,0 0 0 0 0,0-1 1 0 0,0 1-1 0 0,0 0 0 0 0,-1-1 0 0 0,-8 16 328 0 0,-5 19-75 0 0,2 0 0 0 0,1 0 1 0 0,2 1-1 0 0,1 1 0 0 0,2-1 1 0 0,-2 44-1 0 0,7-60-151 0 0,1 0 1 0 0,0 0-1 0 0,2 0 0 0 0,0 0 0 0 0,1 0 1 0 0,1-1-1 0 0,9 26 0 0 0,-13-43-115 0 0,1 0 1 0 0,-1 0-1 0 0,0 0 0 0 0,1 0 1 0 0,-1 0-1 0 0,1 0 0 0 0,-1 0 0 0 0,1 0 1 0 0,-1 0-1 0 0,1-1 0 0 0,-1 1 0 0 0,1 0 1 0 0,0 0-1 0 0,0-1 0 0 0,-1 1 1 0 0,1 0-1 0 0,0-1 0 0 0,0 1 0 0 0,0-1 1 0 0,0 1-1 0 0,0-1 0 0 0,0 1 0 0 0,0-1 1 0 0,0 0-1 0 0,-1 0 0 0 0,1 1 1 0 0,3-1-1 0 0,-2 0 1 0 0,1 0 0 0 0,-1-1 0 0 0,1 1 0 0 0,-1-1 0 0 0,1 0 0 0 0,-1 0 0 0 0,1 0 0 0 0,-1 0 0 0 0,0 0 0 0 0,5-3 0 0 0,3-3 17 0 0,-1 0 0 0 0,0-1 0 0 0,13-12 0 0 0,-4-3 15 0 0,-15 18-37 0 0,1 0-1 0 0,0 0 1 0 0,0 1-1 0 0,0-1 1 0 0,1 1 0 0 0,-1-1-1 0 0,1 1 1 0 0,9-5-1 0 0,-4 6 6 0 0,17 3-4 0 0,-21 5-6 0 0,-3-2 0 0 0,7 1 8 0 0,20 7 16 0 0,50 14 0 0 0,-71-23-23 0 0,0 0 0 0 0,0-1 0 0 0,0 0 0 0 0,1-1 0 0 0,-1 0 0 0 0,0 0 1 0 0,0-1-1 0 0,0 0 0 0 0,0 0 0 0 0,13-5 0 0 0,-18 5 0 0 0,0-1-1 0 0,0 0 1 0 0,0 0 0 0 0,0 0-1 0 0,-1-1 1 0 0,1 0 0 0 0,0 1-1 0 0,-1-1 1 0 0,0 0 0 0 0,0-1-1 0 0,0 1 1 0 0,0 0 0 0 0,-1-1-1 0 0,1 0 1 0 0,-1 0 0 0 0,0 1-1 0 0,0-1 1 0 0,0 0-1 0 0,0-1 1 0 0,-1 1 0 0 0,0 0-1 0 0,0 0 1 0 0,0-1 0 0 0,0 1-1 0 0,0-6 1 0 0,-1 0-2 0 0,1 1-1 0 0,-2 0 1 0 0,1 0-1 0 0,-1 0 1 0 0,0 0-1 0 0,-1-1 1 0 0,0 2 0 0 0,-1-1-1 0 0,0 0 1 0 0,-7-16-1 0 0,9 25 0 0 0,1 0-1 0 0,0 0 1 0 0,0 0-1 0 0,0 0 1 0 0,-1 0-1 0 0,1 0 1 0 0,0 0-1 0 0,0-1 1 0 0,0 1-1 0 0,-1 0 1 0 0,1 0-1 0 0,0 0 0 0 0,0 0 1 0 0,0-1-1 0 0,0 1 1 0 0,0 0-1 0 0,-1 0 1 0 0,1 0-1 0 0,0-1 1 0 0,0 1-1 0 0,0 0 1 0 0,0 0-1 0 0,0-1 1 0 0,0 1-1 0 0,0 0 1 0 0,0 0-1 0 0,0-1 1 0 0,0 1-1 0 0,0 0 1 0 0,0 0-1 0 0,0 0 1 0 0,0-1-1 0 0,0 1 1 0 0,0 0-1 0 0,0 0 1 0 0,0-1-1 0 0,0 1 0 0 0,0 0 1 0 0,0 0-1 0 0,0 0 1 0 0,1-1-1 0 0,-1 1 1 0 0,0 0-1 0 0,0 0 1 0 0,0 0-1 0 0,0-1 1 0 0,0 1-1 0 0,1 0 1 0 0,-1 0-1 0 0,0 0 1 0 0,0 0-1 0 0,0 0 1 0 0,1-1-1 0 0,-1 1 1 0 0,0 0-1 0 0,0 0 1 0 0,1 0-1 0 0,19 7-27 0 0,-14-4 24 0 0,0 0 1 0 0,0-1-1 0 0,1 0 1 0 0,0 0-1 0 0,7 1 1 0 0,19 0-16 0 0,0-2 0 0 0,0-2 0 0 0,0 0 0 0 0,0-3 0 0 0,-1 0 0 0 0,0-2 1 0 0,0-2-1 0 0,53-19 0 0 0,-81 26 18 0 0,1-1 1 0 0,-1-1-1 0 0,1 1 0 0 0,-1-1 1 0 0,0 1-1 0 0,0-1 0 0 0,0 0 1 0 0,0-1-1 0 0,-1 1 0 0 0,1-1 1 0 0,4-6-1 0 0,-7 8-7 0 0,-1 2 9 0 0,0-1 0 0 0,0 1 0 0 0,1-1 1 0 0,-1 0-1 0 0,0 1 0 0 0,0-1 1 0 0,0 1-1 0 0,0-1 0 0 0,0 0 1 0 0,0 1-1 0 0,0-1 0 0 0,-1 1 0 0 0,1-1 1 0 0,0 0-1 0 0,0 1 0 0 0,0-1 1 0 0,-1 1-1 0 0,1-1 0 0 0,0 1 1 0 0,0-1-1 0 0,-1 0 0 0 0,1 1 1 0 0,-1-1-1 0 0,-11-4 10 0 0,10 5-7 0 0,0 0 1 0 0,0 0 0 0 0,0 0-1 0 0,0 0 1 0 0,0 0 0 0 0,0 0-1 0 0,0 1 1 0 0,0-1 0 0 0,0 1-1 0 0,0-1 1 0 0,0 1-1 0 0,0 0 1 0 0,0 0 0 0 0,0 0-1 0 0,1 0 1 0 0,-1 0 0 0 0,0 0-1 0 0,1 0 1 0 0,-1 0 0 0 0,1 1-1 0 0,-1-1 1 0 0,1 1 0 0 0,0-1-1 0 0,-3 4 1 0 0,0 0 15 0 0,0 0 1 0 0,0 1-1 0 0,0-1 0 0 0,1 1 1 0 0,-5 12-1 0 0,6-14-15 0 0,1 0-1 0 0,0 0 1 0 0,1 0-1 0 0,-1 0 1 0 0,1 1-1 0 0,-1-1 0 0 0,1 0 1 0 0,1 1-1 0 0,-1-1 1 0 0,0 0-1 0 0,1 0 1 0 0,0 1-1 0 0,0-1 1 0 0,0 0-1 0 0,1 0 1 0 0,2 5-1 0 0,0-2-48 0 0,0 0 0 0 0,0 0 0 0 0,1-1 0 0 0,0 0 0 0 0,1 1 0 0 0,-1-1-1 0 0,1-1 1 0 0,7 6 0 0 0,5 2-704 0 0,0-1 0 0 0,1-1-1 0 0,0-1 1 0 0,0 0-1 0 0,36 11 1 0 0,-18-11-2387 0 0,-5-2 242 0 0</inkml:trace>
</inkml:ink>
</file>

<file path=ppt/ink/ink7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2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316 10 240 0 0,'-9'-3'469'0'0,"-1"1"0"0"0,0 0 0 0 0,0 0 0 0 0,0 2 0 0 0,0-1 0 0 0,0 1 0 0 0,-1 0 0 0 0,1 1 0 0 0,0 1 0 0 0,0-1 0 0 0,0 1 0 0 0,1 1 0 0 0,-18 7 0 0 0,13-4-167 0 0,0 0 0 0 0,1 2 0 0 0,1-1 0 0 0,-1 2 0 0 0,1 0 0 0 0,0 0 0 0 0,1 1 0 0 0,-18 20 0 0 0,26-27-234 0 0,0 0-1 0 0,0 1 1 0 0,1-1-1 0 0,-1 1 1 0 0,1 0-1 0 0,0-1 1 0 0,0 1-1 0 0,0 0 1 0 0,0 0-1 0 0,1 1 1 0 0,0-1-1 0 0,0 0 1 0 0,0 0-1 0 0,0 1 1 0 0,1-1-1 0 0,-1 0 1 0 0,1 1-1 0 0,0-1 1 0 0,0 0 0 0 0,1 1-1 0 0,-1-1 1 0 0,1 0-1 0 0,0 1 1 0 0,0-1-1 0 0,1 0 1 0 0,2 6-1 0 0,-1-5-23 0 0,0 0 0 0 0,1 0 0 0 0,0 0 0 0 0,0 0 0 0 0,0-1 0 0 0,0 1 0 0 0,1-1 0 0 0,0 0 0 0 0,0-1 0 0 0,0 1 0 0 0,0-1 0 0 0,0 0 0 0 0,1 0 0 0 0,0-1 0 0 0,-1 1 0 0 0,1-1-1 0 0,12 2 1 0 0,15 2-111 0 0,1-1-1 0 0,0-2 0 0 0,0-2 1 0 0,0-1-1 0 0,0-1 1 0 0,0-2-1 0 0,47-11 0 0 0,-23 1-308 0 0,0-3-1 0 0,-1-2 1 0 0,75-37 0 0 0,-105 43 303 0 0,-1-2-1 0 0,0-1 1 0 0,-1-1 0 0 0,-1-1 0 0 0,-1-1 0 0 0,0-1 0 0 0,22-24 0 0 0,-29 16 1216 0 0,-25 23-893 0 0,9 3-241 0 0,0 1 0 0 0,0-1 0 0 0,-1 1-1 0 0,1-1 1 0 0,-1 1 0 0 0,1 0 0 0 0,0-1 0 0 0,-1 1 0 0 0,1 0 0 0 0,-1 0 0 0 0,1-1 0 0 0,-1 1 0 0 0,1 0 0 0 0,-1 0 0 0 0,1 0 0 0 0,-1-1-1 0 0,1 1 1 0 0,-1 0 0 0 0,1 0 0 0 0,-1 0 0 0 0,1 0 0 0 0,-1 0 0 0 0,1 0 0 0 0,-1 0 0 0 0,1 0 0 0 0,-1 0 0 0 0,0 0 0 0 0,1 0 0 0 0,-1 1-1 0 0,0-1 1 0 0,-12 3 129 0 0,0 1 0 0 0,1 0-1 0 0,-1 1 1 0 0,1 0 0 0 0,0 1-1 0 0,1 0 1 0 0,-18 12 0 0 0,22-13-67 0 0,0 0 0 0 0,0 1 0 0 0,1 0 0 0 0,-1 0 0 0 0,1 0 0 0 0,1 0 0 0 0,-1 1 0 0 0,1 0 1 0 0,1 0-1 0 0,-1 1 0 0 0,1-1 0 0 0,-6 17 0 0 0,9-23-63 0 0,0 1 1 0 0,1-1-1 0 0,-1 0 0 0 0,1 1 1 0 0,-1-1-1 0 0,1 1 0 0 0,0-1 1 0 0,-1 1-1 0 0,1-1 0 0 0,0 1 1 0 0,0-1-1 0 0,0 1 0 0 0,0-1 1 0 0,0 1-1 0 0,0-1 0 0 0,1 1 1 0 0,-1-1-1 0 0,0 1 0 0 0,1-1 1 0 0,-1 1-1 0 0,1-1 0 0 0,0 1 1 0 0,-1-1-1 0 0,1 0 0 0 0,0 1 1 0 0,0-1-1 0 0,0 0 0 0 0,0 0 1 0 0,0 0-1 0 0,0 0 0 0 0,0 0 1 0 0,0 0-1 0 0,0 0 0 0 0,1 0 1 0 0,-1 0-1 0 0,0 0 0 0 0,1 0 1 0 0,-1-1-1 0 0,0 1 0 0 0,1-1 1 0 0,-1 1-1 0 0,1-1 0 0 0,-1 0 1 0 0,1 1-1 0 0,-1-1 0 0 0,1 0 1 0 0,-1 0-1 0 0,1 0 1 0 0,-1 0-1 0 0,1 0 0 0 0,-1 0 1 0 0,4-1-1 0 0,4 0-6 0 0,0-1 0 0 0,-1 1 0 0 0,1-2 0 0 0,-1 1 0 0 0,1-1 0 0 0,-1 0 0 0 0,11-6 0 0 0,-10 2-29 0 0,0 1 0 0 0,-1-1 0 0 0,-1 0 0 0 0,1-1 0 0 0,-1 0 0 0 0,12-17 0 0 0,-18 24 9 0 0,6-2-37 0 0,-3 2-17 0 0,5 11 70 0 0,-4-6 0 0 0,0 1 0 0 0,-1-1 0 0 0,2 0 0 0 0,-1-1 0 0 0,0 1 0 0 0,1-1 0 0 0,0 0 1 0 0,-1 0-1 0 0,1-1 0 0 0,0 0 0 0 0,0 0 0 0 0,1 0 0 0 0,-1-1 0 0 0,0 0 0 0 0,1 0 0 0 0,-1 0 0 0 0,0-1 0 0 0,1 0 0 0 0,-1 0 1 0 0,10-2-1 0 0,0 0 5 0 0,-1-1 0 0 0,0 0 1 0 0,0-2-1 0 0,0 1 0 0 0,0-2 1 0 0,-1 0-1 0 0,19-10 1 0 0,21-10 246 0 0,-53 25-216 0 0,6 1-142 0 0,-1 0-1 0 0,0 0 1 0 0,1 0-1 0 0,-1 1 1 0 0,1 0 0 0 0,-1 0-1 0 0,0 1 1 0 0,0 0-1 0 0,0 0 1 0 0,0 0-1 0 0,11 7 1 0 0,20 7-6300 0 0,-22-12 3098 0 0</inkml:trace>
</inkml:ink>
</file>

<file path=ppt/ink/ink7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3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288 498 588 0 0,'-4'-16'2360'0'0,"3"13"-2003"0"0,0-1-1 0 0,0 1 0 0 0,-1 0 0 0 0,0-1 0 0 0,1 1 1 0 0,-1 0-1 0 0,0 0 0 0 0,-1 0 0 0 0,1 0 1 0 0,0 1-1 0 0,-1-1 0 0 0,0 1 0 0 0,-4-4 1 0 0,4 4-228 0 0,-1 1 0 0 0,1 0 0 0 0,-1 0 0 0 0,1 1 0 0 0,-1-1 1 0 0,0 1-1 0 0,1 0 0 0 0,-1-1 0 0 0,1 2 0 0 0,-1-1 0 0 0,0 0 0 0 0,1 1 1 0 0,-1 0-1 0 0,-3 1 0 0 0,-2 0 47 0 0,-1 0 1 0 0,1 1 0 0 0,0 1-1 0 0,1-1 1 0 0,-16 10-1 0 0,14-7-43 0 0,0 1-1 0 0,1 0 1 0 0,0 1-1 0 0,1 0 1 0 0,-1 0-1 0 0,1 1 1 0 0,-11 16 0 0 0,13-16-55 0 0,0 0 0 0 0,1 1 0 0 0,0-1 0 0 0,1 1 0 0 0,0 0 0 0 0,1 1 0 0 0,0-1 0 0 0,-3 15 0 0 0,5-17-17 0 0,1 0-1 0 0,-1 0 1 0 0,1 1-1 0 0,1-1 1 0 0,-1 0-1 0 0,4 15 1 0 0,-1-16-36 0 0,0 0 1 0 0,0 0 0 0 0,0-1 0 0 0,0 1 0 0 0,1-1 0 0 0,0 1 0 0 0,1-1 0 0 0,-1-1 0 0 0,1 1 0 0 0,0-1 0 0 0,1 1 0 0 0,-1-2 0 0 0,1 1 0 0 0,0 0 0 0 0,0-1 0 0 0,1 0 0 0 0,-1-1 0 0 0,1 0 0 0 0,0 0 0 0 0,0 0 0 0 0,12 3 0 0 0,-6-2-1 0 0,0-1 0 0 0,1 0 1 0 0,-1-1-1 0 0,1 0 1 0 0,0-1-1 0 0,-1-1 1 0 0,1 0-1 0 0,0-1 0 0 0,0-1 1 0 0,25-5-1 0 0,-21 0-9 0 0,-1 0 0 0 0,0-1 0 0 0,0-1 0 0 0,-1 0 0 0 0,0-1-1 0 0,0-1 1 0 0,-1-1 0 0 0,-1 0 0 0 0,22-23 0 0 0,2-7 20 0 0,62-91-1 0 0,-90 116-15 0 0,0-1 0 0 0,-1 0 0 0 0,-1-1 0 0 0,7-22 0 0 0,-14 39-22 0 0,-6-4 25 0 0,2-4-3 0 0,-22 3-46 0 0,22 7 22 0 0,-1 1-1 0 0,0-1 1 0 0,1 0 0 0 0,-1 1-1 0 0,0 0 1 0 0,1-1 0 0 0,-1 2 0 0 0,1-1-1 0 0,-1 0 1 0 0,-4 3 0 0 0,6-3 0 0 0,1 0 0 0 0,-1 0 1 0 0,1 0-1 0 0,-1 0 0 0 0,1 0 0 0 0,0 0 1 0 0,-1 0-1 0 0,1 1 0 0 0,0-1 1 0 0,0 0-1 0 0,0 1 0 0 0,0-1 0 0 0,0 1 1 0 0,0-1-1 0 0,1 1 0 0 0,-1 0 1 0 0,0-1-1 0 0,1 1 0 0 0,-1 0 0 0 0,1-1 1 0 0,0 1-1 0 0,-1 2 0 0 0,3 0 3 0 0,0 0-1 0 0,1 0 1 0 0,-1 0-1 0 0,1 0 1 0 0,0-1-1 0 0,0 1 1 0 0,0-1-1 0 0,0 0 1 0 0,0 0-1 0 0,7 4 1 0 0,-8-5-1 0 0,24 16-73 0 0,0-2 0 0 0,1-1 0 0 0,1-1 0 0 0,44 16 0 0 0,-42-17-59 0 0,-11-5 7 0 0,1-1-1 0 0,0-1 1 0 0,0 0 0 0 0,0-1 0 0 0,1-2-1 0 0,0 0 1 0 0,0-1 0 0 0,-1-1 0 0 0,41-3-1 0 0,-48 0 86 0 0,1-1-1 0 0,0 0 0 0 0,-1 0 0 0 0,0-2 1 0 0,0 1-1 0 0,0-2 0 0 0,0 0 1 0 0,-1 0-1 0 0,0-1 0 0 0,0-1 0 0 0,-1 0 1 0 0,0-1-1 0 0,0 0 0 0 0,-1 0 0 0 0,16-19 1 0 0,-24 25 46 0 0,0 0 0 0 0,1 1 0 0 0,-1-1 1 0 0,0 0-1 0 0,-1 0 0 0 0,1 0 0 0 0,0 0 0 0 0,-1-1 0 0 0,0 1 1 0 0,0 0-1 0 0,0-1 0 0 0,0 1 0 0 0,0 0 0 0 0,-1-1 1 0 0,1 1-1 0 0,-1-1 0 0 0,0 1 0 0 0,0-1 0 0 0,0 1 1 0 0,-1-1-1 0 0,1 1 0 0 0,-1-1 0 0 0,0 1 0 0 0,0-1 0 0 0,0 1 1 0 0,0 0-1 0 0,-3-5 0 0 0,3 7 9 0 0,1 0 0 0 0,-1 0 0 0 0,0 0 0 0 0,0 1 0 0 0,0-1 0 0 0,0 0 0 0 0,1 1 0 0 0,-1-1 0 0 0,0 1 0 0 0,0-1 0 0 0,0 1 0 0 0,0-1 0 0 0,0 1 0 0 0,0 0 0 0 0,-1-1 0 0 0,1 1 0 0 0,0 0 0 0 0,0 0 0 0 0,0 0 0 0 0,0 0 0 0 0,0 0 0 0 0,0 0 0 0 0,-2 0 0 0 0,-22 5 242 0 0,22-4-234 0 0,0 0 0 0 0,0 0-1 0 0,1 0 1 0 0,-1 0-1 0 0,0 0 1 0 0,1 1-1 0 0,-1-1 1 0 0,1 1-1 0 0,0 0 1 0 0,-1 0-1 0 0,1 0 1 0 0,0 0-1 0 0,0 0 1 0 0,0 0-1 0 0,1 0 1 0 0,-1 1-1 0 0,0-1 1 0 0,1 1-1 0 0,-1-1 1 0 0,1 1 0 0 0,0-1-1 0 0,0 1 1 0 0,0 0-1 0 0,0 0 1 0 0,1 0-1 0 0,-1-1 1 0 0,1 1-1 0 0,0 0 1 0 0,-1 0-1 0 0,1 0 1 0 0,1 0-1 0 0,-1 0 1 0 0,0 0-1 0 0,1 0 1 0 0,-1-1-1 0 0,1 1 1 0 0,1 4 0 0 0,0 0 1 0 0,1-1 0 0 0,-1 0 0 0 0,1 1 0 0 0,0-1 0 0 0,1-1 0 0 0,-1 1 0 0 0,1 0 0 0 0,0-1 0 0 0,1 1 0 0 0,-1-1 0 0 0,1-1 0 0 0,0 1 0 0 0,0-1 0 0 0,12 8 0 0 0,2-4-5 0 0,0 0 1 0 0,1-1-1 0 0,0-1 1 0 0,0-1-1 0 0,0-1 1 0 0,1-1-1 0 0,-1 0 1 0 0,1-2-1 0 0,0 0 1 0 0,-1-2 0 0 0,1 0-1 0 0,0-1 1 0 0,-1-1-1 0 0,27-7 1 0 0,-2-2-12 0 0,-1-2 0 0 0,0-2 0 0 0,-1-2 1 0 0,-1-2-1 0 0,53-33 0 0 0,-82 44-5 0 0,0-1 1 0 0,0 0-1 0 0,-1-1 0 0 0,12-15 0 0 0,-23 26-1 0 0,-1-1-1 0 0,1 1 0 0 0,-1-1 0 0 0,0 0 1 0 0,1 1-1 0 0,-1-1 0 0 0,0 0 0 0 0,1 1 1 0 0,-1-1-1 0 0,0 0 0 0 0,0 1 1 0 0,0-1-1 0 0,0 0 0 0 0,1 0 0 0 0,-1 1 1 0 0,0-1-1 0 0,0 0 0 0 0,-1 0 0 0 0,1 1 1 0 0,0-1-1 0 0,0 0 0 0 0,0 0 1 0 0,0 1-1 0 0,-1-1 0 0 0,1 0 0 0 0,0 1 1 0 0,0-1-1 0 0,-1 0 0 0 0,1 1 0 0 0,-1-1 1 0 0,1 1-1 0 0,-1-1 0 0 0,1 0 1 0 0,-1 1-1 0 0,1-1 0 0 0,-1 1 0 0 0,1-1 1 0 0,-1 1-1 0 0,0 0 0 0 0,1-1 0 0 0,-1 1 1 0 0,0 0-1 0 0,0-1 0 0 0,-3 1 4 0 0,0 0 0 0 0,0 1-1 0 0,1-1 1 0 0,-1 1 0 0 0,0 0 0 0 0,0 0-1 0 0,1 0 1 0 0,-1 0 0 0 0,1 1 0 0 0,-1 0-1 0 0,1-1 1 0 0,0 1 0 0 0,-1 1 0 0 0,1-1-1 0 0,0 0 1 0 0,0 1 0 0 0,1-1-1 0 0,-1 1 1 0 0,0 0 0 0 0,1 0 0 0 0,0 0-1 0 0,0 0 1 0 0,0 0 0 0 0,0 1 0 0 0,0-1-1 0 0,1 1 1 0 0,-1-1 0 0 0,1 1 0 0 0,-2 6-1 0 0,3-9 1 0 0,-1 0-1 0 0,1 1 1 0 0,-1-1-1 0 0,1 1 1 0 0,0-1 0 0 0,-1 1-1 0 0,1-1 1 0 0,0 1-1 0 0,0-1 1 0 0,0 1-1 0 0,0-1 1 0 0,0 1-1 0 0,0-1 1 0 0,1 1 0 0 0,-1-1-1 0 0,0 0 1 0 0,1 1-1 0 0,-1-1 1 0 0,1 1-1 0 0,0-1 1 0 0,-1 0-1 0 0,1 1 1 0 0,0-1 0 0 0,0 0-1 0 0,0 0 1 0 0,0 0-1 0 0,0 0 1 0 0,0 0-1 0 0,0 0 1 0 0,0 0-1 0 0,0 0 1 0 0,0 0 0 0 0,1 0-1 0 0,-1 0 1 0 0,0-1-1 0 0,1 1 1 0 0,-1-1-1 0 0,1 1 1 0 0,-1-1-1 0 0,0 1 1 0 0,1-1-1 0 0,-1 0 1 0 0,3 1 0 0 0,8 0 5 0 0,-1-1 0 0 0,0 0 1 0 0,1 0-1 0 0,18-3 1 0 0,-15 1-22 0 0,15-1-70 0 0,0 0 1 0 0,0-2-1 0 0,0-2 0 0 0,0-1 0 0 0,-1-1 1 0 0,-1-1-1 0 0,0-1 0 0 0,0-2 0 0 0,-1-1 0 0 0,30-20 1 0 0,-48 26 74 0 0,-2 1 0 0 0,1-1 0 0 0,-1 0 0 0 0,0 0 0 0 0,-1-1 1 0 0,0 0-1 0 0,0 0 0 0 0,-1 0 0 0 0,0-1 0 0 0,-1 0 0 0 0,0 0 1 0 0,0 0-1 0 0,-1 0 0 0 0,3-17 0 0 0,-4 11 35 0 0,0 0 0 0 0,0 0 1 0 0,-2-1-1 0 0,0 1 0 0 0,-1 0 0 0 0,0 0 0 0 0,-1 0 1 0 0,-9-30-1 0 0,9 40 28 0 0,0 1-1 0 0,0 0 1 0 0,0 0 0 0 0,-1 0 0 0 0,1 1-1 0 0,-1-1 1 0 0,0 1 0 0 0,-1-1 0 0 0,1 1-1 0 0,-1 0 1 0 0,0 0 0 0 0,0 0 0 0 0,0 1-1 0 0,0 0 1 0 0,-10-6 0 0 0,11 9-27 0 0,1 1-1 0 0,-1-1 1 0 0,0 1-1 0 0,0 0 1 0 0,1 0 0 0 0,-1 0-1 0 0,0 0 1 0 0,1 1-1 0 0,-1-1 1 0 0,1 1-1 0 0,-1-1 1 0 0,1 1 0 0 0,0 0-1 0 0,0 0 1 0 0,0 0-1 0 0,0 0 1 0 0,-2 3 0 0 0,-3 5 14 0 0,2 0 1 0 0,-1 0-1 0 0,2 1 1 0 0,-1-1-1 0 0,1 1 1 0 0,1 0-1 0 0,0 0 1 0 0,0 1-1 0 0,1-1 1 0 0,1 1-1 0 0,0-1 1 0 0,0 1-1 0 0,1-1 1 0 0,1 1 0 0 0,0 0-1 0 0,1-1 1 0 0,0 0-1 0 0,0 1 1 0 0,6 15-1 0 0,-3-12-18 0 0,1 1-1 0 0,0-1 0 0 0,0 0 1 0 0,2 0-1 0 0,0-1 1 0 0,1 0-1 0 0,0-1 0 0 0,1 1 1 0 0,0-2-1 0 0,1 1 1 0 0,1-2-1 0 0,0 1 0 0 0,16 11 1 0 0,-23-20-18 0 0,0 0 1 0 0,1 0 0 0 0,-1 0 0 0 0,0 0-1 0 0,1-1 1 0 0,0 0 0 0 0,-1 0-1 0 0,1 0 1 0 0,0-1 0 0 0,0 0-1 0 0,0 0 1 0 0,0-1 0 0 0,9 1-1 0 0,-10-2 27 0 0,-1 0-1 0 0,1 0 1 0 0,0 0-1 0 0,-1-1 1 0 0,0 1-1 0 0,1-1 1 0 0,-1 0-1 0 0,0 0 1 0 0,0-1-1 0 0,0 1 1 0 0,0-1-1 0 0,0 0 1 0 0,0 0-1 0 0,-1 0 1 0 0,0 0 0 0 0,1-1-1 0 0,2-4 1 0 0,6-16 969 0 0,-9 14-544 0 0,-3 8-210 0 0,1 2-233 0 0,-1 0-1 0 0,0 0 1 0 0,0-1-1 0 0,0 1 0 0 0,0 0 1 0 0,1-1-1 0 0,-1 1 1 0 0,0 0-1 0 0,0 0 0 0 0,0-1 1 0 0,1 1-1 0 0,-1 0 1 0 0,0 0-1 0 0,1-1 0 0 0,-1 1 1 0 0,0 0-1 0 0,0 0 0 0 0,1 0 1 0 0,-1 0-1 0 0,0 0 1 0 0,1-1-1 0 0,-1 1 0 0 0,0 0 1 0 0,1 0-1 0 0,-1 0 1 0 0,0 0-1 0 0,1 0 0 0 0,-1 0 1 0 0,0 0-1 0 0,1 0 1 0 0,-1 0-1 0 0,0 0 0 0 0,1 0 1 0 0,-1 0-1 0 0,0 1 1 0 0,1-1-1 0 0,33 33-2642 0 0,-20-19-6707 0 0</inkml:trace>
</inkml:ink>
</file>

<file path=ppt/ink/ink7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4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14361 0 0,'-1'0'7'0'0,"1"0"0"0"0,0 0 0 0 0,0 0 0 0 0,0 0 1 0 0,-1 0-1 0 0,1 1 0 0 0,0-1 0 0 0,0 0 0 0 0,0 0 0 0 0,0 0 0 0 0,-1 0 0 0 0,1 0 0 0 0,0 0 0 0 0,0 0 0 0 0,0 0 0 0 0,0 0 0 0 0,0 0 0 0 0,-1 1 0 0 0,1-1 0 0 0,0 0 0 0 0,0 0 0 0 0,0 0 0 0 0,0 0 0 0 0,0 0 0 0 0,0 1 0 0 0,0-1 0 0 0,0 0 0 0 0,0 0 0 0 0,0 0 1 0 0,-1 0-1 0 0,1 1 0 0 0,0-1 0 0 0,0 0 0 0 0,0 0 0 0 0,0 0 0 0 0,0 1 0 0 0,0-1 0 0 0,0 0 0 0 0,0 0 0 0 0,0 0 0 0 0,1 0 0 0 0,-1 1 0 0 0,0-1 0 0 0,0 0 0 0 0,0 0 0 0 0,0 0 0 0 0,0 0 0 0 0,0 1 0 0 0,0-1 0 0 0,5 1 115 0 0,-1 0-1 0 0,0 0 0 0 0,1 0 0 0 0,-1-1 0 0 0,1 0 0 0 0,-1 0 0 0 0,1 0 1 0 0,-1 0-1 0 0,1-1 0 0 0,-1 0 0 0 0,7-2 0 0 0,38-1-811 0 0,-42 5-325 0 0,7 0-1268 0 0,-5 3-3143 0 0,-2 0 1625 0 0</inkml:trace>
</inkml:ink>
</file>

<file path=ppt/ink/ink7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6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1214 600 0 0,'-13'36'3555'0'0,"10"-29"1542"0"0,47-55-4689 0 0,-2-2 0 0 0,-3-1 1 0 0,48-82-1 0 0,-36 44-218 0 0,60-149 0 0 0,-85 174-134 0 0,-3-2 0 0 0,19-91 0 0 0,-37 130-43 0 0,-1-1 0 0 0,-1 0 1 0 0,-1-1-1 0 0,-1 1 1 0 0,-2 0-1 0 0,-1-1 0 0 0,-1 1 1 0 0,-11-48-1 0 0,12 70-10 0 0,2 2-1 0 0,-1 1-1 0 0,0 0 1 0 0,0-1 0 0 0,0 1-1 0 0,0 0 1 0 0,0 0 0 0 0,-1 0-1 0 0,1 0 1 0 0,-1 0-1 0 0,0 0 1 0 0,0 0 0 0 0,0 0-1 0 0,0 1 1 0 0,0-1-1 0 0,-1 1 1 0 0,-3-3 0 0 0,5 4-3 0 0,-1 1 1 0 0,1 0-1 0 0,-1 0 1 0 0,1 0-1 0 0,-1 0 1 0 0,1 1-1 0 0,-1-1 1 0 0,1 0-1 0 0,-1 1 1 0 0,1-1-1 0 0,-1 1 1 0 0,1-1-1 0 0,-1 1 1 0 0,1 0-1 0 0,0-1 1 0 0,-1 1-1 0 0,1 0 1 0 0,0 0-1 0 0,0 0 1 0 0,0 0-1 0 0,0 0 1 0 0,0 0-1 0 0,0 0 1 0 0,0 1-1 0 0,-2 1 1 0 0,2-1 0 0 0,-10 12 7 0 0,1 0-1 0 0,1 1 1 0 0,0-1-1 0 0,1 2 1 0 0,1-1 0 0 0,-8 24-1 0 0,-24 106 93 0 0,25-72-43 0 0,3 0 1 0 0,3 1-1 0 0,3 78 0 0 0,5-101-15 0 0,3 0-1 0 0,3 1 1 0 0,1-2 0 0 0,3 1 0 0 0,21 65 0 0 0,1-40 34 0 0,-29-70-67 0 0,1 0 1 0 0,-1-1 0 0 0,1 1-1 0 0,0-1 1 0 0,0 0 0 0 0,1 0 0 0 0,-1-1-1 0 0,1 1 1 0 0,0-1 0 0 0,6 4-1 0 0,-8-7-5 0 0,0 0 0 0 0,-1 0 0 0 0,1-1 0 0 0,-1 1 0 0 0,1-1 0 0 0,0 0 0 0 0,0 1 0 0 0,-1-1 0 0 0,1-1 0 0 0,0 1-1 0 0,-1 0 1 0 0,1-1 0 0 0,0 1 0 0 0,-1-1 0 0 0,1 0 0 0 0,-1 0 0 0 0,1 0 0 0 0,-1 0 0 0 0,1 0 0 0 0,-1 0-1 0 0,0-1 1 0 0,4-2 0 0 0,53-44 10 0 0,-51 40-12 0 0,124-135 25 0 0,-47 46-37 0 0,-84 94 7 0 0,1 1 1 0 0,0 0 0 0 0,0 1-1 0 0,1-1 1 0 0,-1 0 0 0 0,0 1-1 0 0,0-1 1 0 0,1 1 0 0 0,-1-1-1 0 0,1 1 1 0 0,-1 0-1 0 0,4-1 1 0 0,-5 2 2 0 0,0 0-1 0 0,1 0 0 0 0,-1 0 1 0 0,0 0-1 0 0,1 0 0 0 0,-1 0 1 0 0,0 0-1 0 0,0 1 1 0 0,1-1-1 0 0,-1 0 0 0 0,0 1 1 0 0,0-1-1 0 0,1 1 1 0 0,-1-1-1 0 0,0 1 0 0 0,0-1 1 0 0,0 1-1 0 0,2 1 1 0 0,2 4-3 0 0,0-1 0 0 0,-1 1 0 0 0,0 0 0 0 0,0 0 0 0 0,0 1 0 0 0,0-1 0 0 0,2 10 0 0 0,0-3 5 0 0,1 1-1 0 0,0-2 0 0 0,1 1 0 0 0,0-1 1 0 0,1 0-1 0 0,0-1 0 0 0,15 14 1 0 0,-20-21-250 0 0,1 0 0 0 0,0 0 0 0 0,0-1 1 0 0,1 0-1 0 0,-1 0 0 0 0,1 0 1 0 0,-1-1-1 0 0,1 1 0 0 0,0-2 1 0 0,0 1-1 0 0,0 0 0 0 0,0-1 1 0 0,0 0-1 0 0,0-1 0 0 0,1 1 0 0 0,-1-1 1 0 0,0-1-1 0 0,0 1 0 0 0,0-1 1 0 0,10-2-1 0 0,3-1-2447 0 0,1 0 202 0 0</inkml:trace>
</inkml:ink>
</file>

<file path=ppt/ink/ink7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7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0 260 0 0,'-7'0'386'0'0,"1"1"0"0"0,-1-1 0 0 0,0 1 0 0 0,0 0 1 0 0,0 1-1 0 0,1 0 0 0 0,-1 0 0 0 0,1 0 0 0 0,0 1 0 0 0,-1 0 0 0 0,1 0 0 0 0,0 1 0 0 0,1 0 1 0 0,-1 0-1 0 0,-6 6 0 0 0,1-1 52 0 0,0 1 0 0 0,1 1 0 0 0,0 0 0 0 0,1 0 0 0 0,0 1 0 0 0,-8 15 0 0 0,13-20-213 0 0,1 0 0 0 0,0 0 0 0 0,0 0 0 0 0,1 0 0 0 0,-2 8 0 0 0,3-13-172 0 0,1 0 228 0 0,3-2-260 0 0,0 0 0 0 0,1 0 0 0 0,-1 0 1 0 0,0 0-1 0 0,0-1 0 0 0,1 1 1 0 0,-1-1-1 0 0,0 0 0 0 0,0 0 0 0 0,0 0 1 0 0,0 0-1 0 0,0-1 0 0 0,0 1 0 0 0,4-4 1 0 0,30-9 121 0 0,-31 14-134 0 0,0 0 0 0 0,1 0 0 0 0,-1 1 0 0 0,0 0 0 0 0,0 0 0 0 0,1 0 0 0 0,-1 1 0 0 0,0 0 0 0 0,0 0 0 0 0,-1 1 0 0 0,1-1 0 0 0,8 7 0 0 0,-6-5-3 0 0,-1 0 0 0 0,1 0 0 0 0,0-1 0 0 0,0 0 0 0 0,1-1 0 0 0,-1 1-1 0 0,0-2 1 0 0,15 3 0 0 0,-10-6-26 0 0,1 1 0 0 0,-1-2 0 0 0,0 0 0 0 0,0 0 0 0 0,-1-1 0 0 0,1-1 0 0 0,-1 0 0 0 0,0 0 0 0 0,0-2-1 0 0,0 1 1 0 0,-1-1 0 0 0,0-1 0 0 0,0 0 0 0 0,-1-1 0 0 0,0 0 0 0 0,-1 0 0 0 0,0-1 0 0 0,0 0-1 0 0,10-17 1 0 0,-15 21 19 0 0,-1 2-2 0 0,0 0 0 0 0,0 0 0 0 0,-1 0-1 0 0,1 0 1 0 0,-1-1 0 0 0,0 1 0 0 0,-1-1 0 0 0,1 1-1 0 0,1-9 1 0 0,-8 16 14 0 0,1-1-5 0 0,0 1 0 0 0,0 0 0 0 0,0 1 0 0 0,0-1 0 0 0,1 0 0 0 0,-1 1 0 0 0,1 0 0 0 0,0 0 0 0 0,1 0 0 0 0,-1 0 0 0 0,0 1-1 0 0,1-1 1 0 0,0 0 0 0 0,0 1 0 0 0,1 0 0 0 0,-1-1 0 0 0,-1 9 0 0 0,3-10-3 0 0,0-1 1 0 0,0 1-1 0 0,0 0 0 0 0,0 0 0 0 0,0 0 0 0 0,0 0 0 0 0,1-1 0 0 0,-1 1 0 0 0,1 0 1 0 0,0-1-1 0 0,-1 1 0 0 0,2 0 0 0 0,-1-1 0 0 0,0 1 0 0 0,0-1 0 0 0,1 1 0 0 0,-1-1 0 0 0,1 0 1 0 0,0 1-1 0 0,0-1 0 0 0,0 0 0 0 0,0 0 0 0 0,0-1 0 0 0,0 1 0 0 0,0 0 0 0 0,1-1 0 0 0,-1 1 1 0 0,0-1-1 0 0,1 0 0 0 0,0 1 0 0 0,-1-1 0 0 0,1 0 0 0 0,0-1 0 0 0,4 2 0 0 0,4 1-42 0 0,0-1 0 0 0,1 0 0 0 0,-1-1 0 0 0,0 0 0 0 0,1-1 0 0 0,-1 0 0 0 0,1-1 0 0 0,-1 0 0 0 0,0-1 0 0 0,1 0 0 0 0,-1-1 0 0 0,0 0 0 0 0,0 0 0 0 0,-1-2 0 0 0,1 1 0 0 0,-1-1 0 0 0,0-1-1 0 0,0 1 1 0 0,-1-2 0 0 0,15-11 0 0 0,68-64-347 0 0,-75 62 910 0 0,-28 41-311 0 0,2 0-1 0 0,0 1 1 0 0,1 0 0 0 0,2 0 0 0 0,-7 35 0 0 0,11 4-6 0 0,2-59-40 0 0,6-5-157 0 0,-1 1-1 0 0,0-1 1 0 0,0-1-1 0 0,0 1 1 0 0,0-1-1 0 0,-1 1 1 0 0,1-1-1 0 0,-1 0 1 0 0,0-1-1 0 0,0 1 1 0 0,-1-1-1 0 0,5-6 1 0 0,20-21 18 0 0,-16 22-14 0 0,28-19-32 0 0,-38 28 18 0 0,0 0 1 0 0,-1 0-1 0 0,1 1 0 0 0,0-1 0 0 0,0 0 0 0 0,0 1 0 0 0,0-1 0 0 0,0 1 0 0 0,0-1 0 0 0,0 1 0 0 0,0 0 0 0 0,0 0 0 0 0,0 0 1 0 0,0 0-1 0 0,0 0 0 0 0,0 1 0 0 0,0-1 0 0 0,0 1 0 0 0,0-1 0 0 0,3 2 0 0 0,32 25 16 0 0,-31-21-4 0 0,0-1-1 0 0,1 1 1 0 0,0-1-1 0 0,1-1 0 0 0,13 8 1 0 0,-17-12-10 0 0,5 2-4 0 0,-8-2-81 0 0,1 0-1 0 0,-1 0 1 0 0,1 1-1 0 0,-1-1 1 0 0,1 0 0 0 0,-1 0-1 0 0,1 0 1 0 0,-1-1 0 0 0,1 1-1 0 0,-1 0 1 0 0,1-1 0 0 0,-1 1-1 0 0,1 0 1 0 0,-1-1 0 0 0,1 0-1 0 0,-1 1 1 0 0,1-1 0 0 0,-1 0-1 0 0,0 0 1 0 0,0 0 0 0 0,1 0-1 0 0,-1 0 1 0 0,1-1 0 0 0,4-16-5965 0 0,-5 5 3368 0 0</inkml:trace>
</inkml:ink>
</file>

<file path=ppt/ink/ink7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7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95 88 0 0,'-4'-4'540'0'0,"0"0"-1"0"0,1 0 1 0 0,-1 0-1 0 0,1-1 1 0 0,0 1-1 0 0,0-1 1 0 0,0 0-1 0 0,1 0 1 0 0,0 0-1 0 0,0 0 1 0 0,0 0-1 0 0,0 0 1 0 0,1-1-1 0 0,0 1 1 0 0,0-6-1 0 0,1 9 461 0 0,2-6-627 0 0,-2 5-1216 0 0,-10 34-6571 0 0</inkml:trace>
</inkml:ink>
</file>

<file path=ppt/ink/ink7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8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199 158 12973 0 0,'-55'-19'7'0'0,"-69"-35"0"0"0,121 53-4 0 0,2 1-2 0 0,0-1 1 0 0,0 1-1 0 0,0-1 0 0 0,0 1 0 0 0,0-1 0 0 0,0 1 1 0 0,0-1-1 0 0,0 0 0 0 0,1 0 0 0 0,-1 1 0 0 0,0-1 1 0 0,0 0-1 0 0,1 0 0 0 0,-1 0 0 0 0,0 0 0 0 0,0-2 1 0 0,0 3-2 0 0,1-1 1 0 0,0 0-1 0 0,0 1 1 0 0,0-1 0 0 0,0 0-1 0 0,0 0 1 0 0,-1 1 0 0 0,1-1-1 0 0,0 0 1 0 0,1 0-1 0 0,-1 0 1 0 0,0 1 0 0 0,0-1-1 0 0,0 0 1 0 0,0 0 0 0 0,1 1-1 0 0,-1-1 1 0 0,0 0-1 0 0,0 1 1 0 0,1-1 0 0 0,-1 0-1 0 0,1 1 1 0 0,-1-1 0 0 0,1 0-1 0 0,-1 1 1 0 0,1-1-1 0 0,-1 1 1 0 0,1-1 0 0 0,-1 1-1 0 0,1-1 1 0 0,0 1 0 0 0,-1 0-1 0 0,1-1 1 0 0,0 1-1 0 0,-1 0 1 0 0,1-1 0 0 0,0 1-1 0 0,0 0 1 0 0,-1 0 0 0 0,2-1-1 0 0,-2 1 1 0 0,11-5-45 0 0,1 1 0 0 0,-1-1 0 0 0,1 2 1 0 0,0 0-1 0 0,0 0 0 0 0,22-1 0 0 0,80 0-762 0 0,-48 3 237 0 0,261-9-6027 0 0,-249 7 3917 0 0</inkml:trace>
</inkml:ink>
</file>

<file path=ppt/ink/ink7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8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33 348 0 0,'-18'-18'2735'0'0,"9"4"4659"0"0,9 19-7148 0 0,-1 1 1 0 0,1 0 0 0 0,-1 0-1 0 0,0 0 1 0 0,0-1-1 0 0,-3 7 1 0 0,0 7 149 0 0,-12 59 776 0 0,-2-30-3219 0 0</inkml:trace>
</inkml:ink>
</file>

<file path=ppt/ink/ink7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8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87 364 0 0,'-5'-32'3011'0'0,"5"26"-2403"0"0,-1 0 0 0 0,1 0 0 0 0,0 0 1 0 0,0 1-1 0 0,1-1 0 0 0,2-11 0 0 0,-2 15-538 0 0,20 19-6312 0 0</inkml:trace>
</inkml:ink>
</file>

<file path=ppt/ink/ink7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9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91 692 0 0,'18'5'2059'0'0,"11"-6"-1625"0"0,0-1-1 0 0,1-2 1 0 0,-2-1 0 0 0,1-1-1 0 0,-1-2 1 0 0,0 0 0 0 0,0-2 0 0 0,-1-1-1 0 0,30-18 1 0 0,-55 28-376 0 0,0 0-1 0 0,-1 0 1 0 0,1-1 0 0 0,0 1 0 0 0,0 0-1 0 0,0 1 1 0 0,0-1 0 0 0,0 0 0 0 0,0 0-1 0 0,0 1 1 0 0,0-1 0 0 0,0 1 0 0 0,0 0-1 0 0,0 0 1 0 0,0 0 0 0 0,0 0 0 0 0,0 0-1 0 0,0 0 1 0 0,0 0 0 0 0,0 1-1 0 0,0-1 1 0 0,0 1 0 0 0,3 0 0 0 0,-4 1 9 0 0,1 1 1 0 0,-1-1 0 0 0,1 0 0 0 0,-1 1 0 0 0,0 0-1 0 0,0-1 1 0 0,0 1 0 0 0,0-1 0 0 0,-1 1-1 0 0,1 0 1 0 0,-1 0 0 0 0,1-1 0 0 0,-1 1-1 0 0,0 0 1 0 0,0 0 0 0 0,0 0 0 0 0,-1 3 0 0 0,-20 184 966 0 0,2-37-879 0 0,16-115-410 0 0,-5 137-534 0 0,9-153-147 0 0,0 0 0 0 0,2 0-1 0 0,0-1 1 0 0,2 1 0 0 0,13 41 0 0 0,2-21-1442 0 0</inkml:trace>
</inkml:ink>
</file>

<file path=ppt/ink/ink7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19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173 630 13665 0 0,'2'-2'-29'0'0,"-1"0"-1"0"0,1 0 1 0 0,-1 1-1 0 0,1-1 0 0 0,0 0 1 0 0,0 1-1 0 0,0-1 1 0 0,0 1-1 0 0,0 0 1 0 0,0-1-1 0 0,0 1 0 0 0,1 0 1 0 0,-1 0-1 0 0,0 1 1 0 0,3-2-1 0 0,-3 2 17 0 0,-1 1-1 0 0,1-1 1 0 0,-1 1-1 0 0,1-1 1 0 0,-1 1-1 0 0,1 0 1 0 0,-1-1-1 0 0,0 1 0 0 0,1 0 1 0 0,-1 0-1 0 0,0 0 1 0 0,0 0-1 0 0,0 0 1 0 0,1 0-1 0 0,-1 0 1 0 0,0 0-1 0 0,0 1 1 0 0,-1-1-1 0 0,1 0 1 0 0,0 1-1 0 0,0-1 1 0 0,-1 0-1 0 0,1 1 1 0 0,-1-1-1 0 0,2 4 1 0 0,5 14 16 0 0,-1 1 0 0 0,-1 1 1 0 0,0-1-1 0 0,-2 1 1 0 0,0 0-1 0 0,-1-1 1 0 0,-1 1-1 0 0,-1 0 1 0 0,-1 0-1 0 0,-7 40 1 0 0,8-60 7 0 0,0-1 1 0 0,0 1 0 0 0,-1 0 0 0 0,1 0 0 0 0,0 0 0 0 0,0 0-1 0 0,0 0 1 0 0,-1 0 0 0 0,1-1 0 0 0,0 1 0 0 0,-1 0 0 0 0,1 0 0 0 0,0 0-1 0 0,-1-1 1 0 0,1 1 0 0 0,-1 0 0 0 0,0-1 0 0 0,1 1 0 0 0,-1 0-1 0 0,1-1 1 0 0,-1 1 0 0 0,0-1 0 0 0,0 1 0 0 0,1-1 0 0 0,-1 1 0 0 0,0-1-1 0 0,0 0 1 0 0,0 1 0 0 0,1-1 0 0 0,-1 0 0 0 0,0 1 0 0 0,0-1 0 0 0,0 0-1 0 0,0 0 1 0 0,0 0 0 0 0,1 0 0 0 0,-1 0 0 0 0,0 0 0 0 0,0 0-1 0 0,0 0 1 0 0,0 0 0 0 0,0-1 0 0 0,0 1 0 0 0,1 0 0 0 0,-1 0 0 0 0,0-1-1 0 0,0 1 1 0 0,0-1 0 0 0,1 1 0 0 0,-1-1 0 0 0,0 1 0 0 0,0-1-1 0 0,1 1 1 0 0,-1-1 0 0 0,1 1 0 0 0,-1-1 0 0 0,0-1 0 0 0,-40-39 177 0 0,39 38-173 0 0,-19-25 14 0 0,0 0-1 0 0,2-2 0 0 0,1 0 1 0 0,2-2-1 0 0,1 1 0 0 0,1-2 1 0 0,2 0-1 0 0,1 0 0 0 0,-12-69 0 0 0,19 78-30 0 0,1 0 0 0 0,2 0 0 0 0,0 1 0 0 0,1-1-1 0 0,2 0 1 0 0,0 0 0 0 0,2 0 0 0 0,0 1-1 0 0,2 0 1 0 0,0 0 0 0 0,2 0 0 0 0,1 1-1 0 0,0 0 1 0 0,2 1 0 0 0,21-34 0 0 0,-27 48-3 0 0,0 0 1 0 0,1 0 0 0 0,-1 1 0 0 0,1 0-1 0 0,1 0 1 0 0,-1 0 0 0 0,1 1 0 0 0,0 0-1 0 0,0 1 1 0 0,1-1 0 0 0,-1 1 0 0 0,1 1-1 0 0,0-1 1 0 0,0 1 0 0 0,16-3 0 0 0,-18 5 1 0 0,0 0 1 0 0,1 1-1 0 0,-1 0 1 0 0,1 0-1 0 0,-1 0 1 0 0,0 1 0 0 0,0 0-1 0 0,1 0 1 0 0,-1 1-1 0 0,0 0 1 0 0,0 0 0 0 0,0 0-1 0 0,0 1 1 0 0,-1 0-1 0 0,1 0 1 0 0,-1 0-1 0 0,1 1 1 0 0,-1 0 0 0 0,0 0-1 0 0,0 0 1 0 0,-1 1-1 0 0,6 5 1 0 0,-2 0 1 0 0,0 1 0 0 0,0 0 0 0 0,-1 0 0 0 0,0 1 0 0 0,-1 0 0 0 0,-1 0 0 0 0,0 1 0 0 0,0-1 0 0 0,-1 1 0 0 0,-1 0 0 0 0,0 0 0 0 0,-1 0 1 0 0,0 1-1 0 0,-1-1 0 0 0,0 0 0 0 0,-2 17 0 0 0,0-20 4 0 0,0 0 0 0 0,-1-1 0 0 0,0 0 1 0 0,0 1-1 0 0,-1-1 0 0 0,0 0 0 0 0,-1 0 0 0 0,0 0 1 0 0,0-1-1 0 0,-1 0 0 0 0,0 1 0 0 0,0-2 1 0 0,-1 1-1 0 0,0 0 0 0 0,0-1 0 0 0,-1-1 0 0 0,0 1 1 0 0,-1-1-1 0 0,1 0 0 0 0,-1 0 0 0 0,0-1 1 0 0,0 0-1 0 0,-13 5 0 0 0,8-4-68 0 0,-1-2 0 0 0,1 1 0 0 0,-16 2 0 0 0,-18-3-3491 0 0</inkml:trace>
</inkml:ink>
</file>

<file path=ppt/ink/ink7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0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42 656 0 0,'0'0'1938'0'0,"-4"-1"-972"0"0,-2-1-648 0 0,-1 1-1 0 0,1 0 1 0 0,0 1 0 0 0,0 0 0 0 0,-1-1 0 0 0,1 2 0 0 0,0-1-1 0 0,-1 1 1 0 0,1 0 0 0 0,0 0 0 0 0,0 1 0 0 0,0 0 0 0 0,-12 5 0 0 0,-10 5 897 0 0,-40 26 1 0 0,61-35-951 0 0,3 0-120 0 0,0 0 1 0 0,0 1 0 0 0,0-1-1 0 0,0 1 1 0 0,1 0 0 0 0,-1 0-1 0 0,1 0 1 0 0,0 0 0 0 0,0 0-1 0 0,0 1 1 0 0,1 0 0 0 0,0-1-1 0 0,-4 11 1 0 0,6-14-128 0 0,0 0-1 0 0,0 0 1 0 0,0 0 0 0 0,0 0-1 0 0,0 0 1 0 0,1 0 0 0 0,-1 0-1 0 0,0 0 1 0 0,0 0 0 0 0,1 0-1 0 0,-1 0 1 0 0,1 0 0 0 0,-1 0-1 0 0,1 0 1 0 0,-1 0 0 0 0,1 0-1 0 0,-1-1 1 0 0,1 1 0 0 0,0 0-1 0 0,0 0 1 0 0,-1-1 0 0 0,1 1-1 0 0,0 0 1 0 0,0-1 0 0 0,0 1-1 0 0,0-1 1 0 0,0 1 0 0 0,0-1-1 0 0,0 1 1 0 0,0-1-1 0 0,0 0 1 0 0,0 1 0 0 0,0-1-1 0 0,0 0 1 0 0,0 0 0 0 0,1 0-1 0 0,34 3 138 0 0,58-19-130 0 0,-36-2-80 0 0,-56 18 39 0 0,54 7-24 0 0,-44-4 41 0 0,1-1 0 0 0,0-1-1 0 0,0 0 1 0 0,-1 0 0 0 0,1-2 0 0 0,0 1 0 0 0,0-2 0 0 0,-1 0 0 0 0,1 0 0 0 0,-1-1 0 0 0,1-1 0 0 0,-1 0 0 0 0,0 0 0 0 0,-1-1 0 0 0,1-1 0 0 0,-1 0 0 0 0,0-1 0 0 0,0 0 0 0 0,-1 0 0 0 0,0-1 0 0 0,0 0 0 0 0,-1-1 0 0 0,0 0 0 0 0,-1-1 0 0 0,0 0 0 0 0,0 0 0 0 0,9-18 0 0 0,-16 27 3 0 0,0 0 1 0 0,0-1 0 0 0,0 1-1 0 0,0-1 1 0 0,0 1-1 0 0,0-1 1 0 0,-1 1 0 0 0,1-1-1 0 0,-1 0 1 0 0,1 1-1 0 0,-1-1 1 0 0,0 0-1 0 0,1 1 1 0 0,-1-4 0 0 0,-1 5-4 0 0,1 0 1 0 0,0 0 0 0 0,-1-1-1 0 0,1 1 1 0 0,-1 0 0 0 0,1 0-1 0 0,0 0 1 0 0,-1 0 0 0 0,1-1-1 0 0,-1 1 1 0 0,1 0 0 0 0,-1 0-1 0 0,1 0 1 0 0,0 0 0 0 0,-1 0-1 0 0,1 0 1 0 0,-1 0 0 0 0,1 0-1 0 0,-1 0 1 0 0,1 0 0 0 0,-1 1-1 0 0,1-1 1 0 0,0 0 0 0 0,-1 0-1 0 0,1 0 1 0 0,-1 0 0 0 0,1 1-1 0 0,0-1 1 0 0,-1 0 0 0 0,1 0-1 0 0,0 1 1 0 0,-1-1 0 0 0,-4 3 8 0 0,0 0 0 0 0,1 1 1 0 0,-1-1-1 0 0,1 1 0 0 0,0-1 1 0 0,0 1-1 0 0,0 1 0 0 0,-3 3 1 0 0,2 1 4 0 0,1 0 1 0 0,0-1 0 0 0,0 1-1 0 0,1 1 1 0 0,1-1 0 0 0,-1 0-1 0 0,1 1 1 0 0,0 11-1 0 0,1-14-8 0 0,0-1 0 0 0,1 1-1 0 0,0 0 1 0 0,1-1-1 0 0,-1 1 1 0 0,1 0-1 0 0,1-1 1 0 0,-1 1-1 0 0,1-1 1 0 0,0 0 0 0 0,1 1-1 0 0,4 8 1 0 0,-6-14-6 0 0,1 1 0 0 0,-1 0 0 0 0,1-1 0 0 0,0 1 0 0 0,-1-1 0 0 0,1 0 0 0 0,0 1 0 0 0,0-1 0 0 0,0 0 1 0 0,0 0-1 0 0,0 0 0 0 0,1 0 0 0 0,-1-1 0 0 0,0 1 0 0 0,0-1 0 0 0,1 1 0 0 0,-1-1 0 0 0,0 0 0 0 0,0 0 1 0 0,1 0-1 0 0,-1 0 0 0 0,0 0 0 0 0,1 0 0 0 0,-1 0 0 0 0,0-1 0 0 0,0 0 0 0 0,1 1 0 0 0,-1-1 0 0 0,3-2 0 0 0,7-1 5 0 0,-1-1 0 0 0,1 0-1 0 0,-1-1 1 0 0,10-8-1 0 0,169-94 33 0 0,-163 93-41 0 0,-22 14-21 0 0,-1 1 36 0 0,0-1 0 0 0,0 1 0 0 0,0 0 0 0 0,1 1 0 0 0,-1-1 0 0 0,0 1 0 0 0,0 0 0 0 0,0 0 0 0 0,0 0 0 0 0,0 0 0 0 0,0 1 0 0 0,0 0 0 0 0,-1 0 0 0 0,1 0 0 0 0,0 0 0 0 0,-1 0 0 0 0,0 1 0 0 0,1-1 0 0 0,-1 1 0 0 0,4 6 0 0 0,18 9 196 0 0,-16-13-155 0 0,1-1 0 0 0,0-1 1 0 0,0 0-1 0 0,1 0 0 0 0,-1-1 0 0 0,0 0 0 0 0,1-1 1 0 0,0 0-1 0 0,-1 0 0 0 0,1-2 0 0 0,-1 1 0 0 0,1-1 1 0 0,-1-1-1 0 0,13-2 0 0 0,-11 1-800 0 0,-1 0 0 0 0,0-1-1 0 0,21-10 1 0 0,-30 13 294 0 0,-1-1 1 0 0,0 1-1 0 0,1 0 0 0 0,-1-1 1 0 0,0 1-1 0 0,0-1 0 0 0,0 1 1 0 0,0-1-1 0 0,-1 0 0 0 0,1 1 1 0 0,0-1-1 0 0,-1 0 0 0 0,2-2 1 0 0,-2 3 57 0 0,2-8-2726 0 0</inkml:trace>
</inkml:ink>
</file>

<file path=ppt/ink/ink7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0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82 112 10841 0 0,'-32'-37'324'0'0,"27"32"-175"0"0,-1-1-1 0 0,1 1 1 0 0,0-1 0 0 0,0 0-1 0 0,1-1 1 0 0,0 1 0 0 0,0-1-1 0 0,0 0 1 0 0,-3-11 0 0 0,6 16-253 0 0</inkml:trace>
</inkml:ink>
</file>

<file path=ppt/ink/ink7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2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332 169 912 0 0,'-13'-40'3316'0'0,"-2"1"0"0"0,-27-49 0 0 0,41 86-2126 0 0,-41 50-133 0 0,18-1-681 0 0,2 2 1 0 0,1 0-1 0 0,3 1 1 0 0,-14 66 0 0 0,-29 77 248 0 0,21-86-137 0 0,40-105-272 0 0,7-6-197 0 0,0 0-17 0 0,108-53-33 0 0,-101 51 29 0 0,0 1-1 0 0,1 0 0 0 0,-1 1 0 0 0,1 0 1 0 0,0 2-1 0 0,27-3 0 0 0,-40 5 3 0 0,1 0 0 0 0,-1 0 0 0 0,1 0-1 0 0,-1 0 1 0 0,0 1 0 0 0,1-1 0 0 0,-1 0-1 0 0,0 1 1 0 0,1 0 0 0 0,-1-1 0 0 0,0 1 0 0 0,0 0-1 0 0,1 0 1 0 0,-1 1 0 0 0,0-1 0 0 0,0 0-1 0 0,0 1 1 0 0,2 2 0 0 0,-3-3 3 0 0,0 1 0 0 0,0 0 0 0 0,0-1 0 0 0,0 1 0 0 0,-1 0 0 0 0,1-1-1 0 0,-1 1 1 0 0,1 0 0 0 0,-1 0 0 0 0,0-1 0 0 0,0 1 0 0 0,1 0 0 0 0,-1 0 0 0 0,-1 0 0 0 0,1 0 0 0 0,0-1 0 0 0,0 1 0 0 0,-1 3 0 0 0,-2 2-2 0 0,0 1 0 0 0,0-1 0 0 0,0 0 0 0 0,-1 0 0 0 0,1 0 0 0 0,-2 0 0 0 0,1-1 0 0 0,-1 0-1 0 0,-6 7 1 0 0,-25 22-2809 0 0,36-34 2017 0 0,4-1-2834 0 0,-2-1 3290 0 0,0 1 0 0 0,0-1 0 0 0,0 1 0 0 0,0-1 0 0 0,0 0 0 0 0,0 0 0 0 0,0 0 0 0 0,0 0 0 0 0,2-1 0 0 0,1-1-502 0 0,13-10-1943 0 0</inkml:trace>
</inkml:ink>
</file>

<file path=ppt/ink/ink7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2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98 216 0 0,'13'1'550'0'0,"0"-1"1"0"0,0 0-1 0 0,0-1 1 0 0,0 0-1 0 0,-1-1 1 0 0,1 0-1 0 0,0-1 0 0 0,21-8 1 0 0,-2-3 1008 0 0,58-35 1 0 0,-71 38-936 0 0,-18 11-581 0 0,0-1-1 0 0,0 1 1 0 0,0-1 0 0 0,0 1-1 0 0,0-1 1 0 0,0 1 0 0 0,0 0 0 0 0,0-1-1 0 0,0 1 1 0 0,0 0 0 0 0,0 0 0 0 0,0 0-1 0 0,1 0 1 0 0,-1 0 0 0 0,0 0-1 0 0,0 0 1 0 0,0 0 0 0 0,0 0 0 0 0,0 1-1 0 0,0-1 1 0 0,0 0 0 0 0,0 1-1 0 0,0-1 1 0 0,0 1 0 0 0,2 0 0 0 0,-1 1 5 0 0,0 0 1 0 0,0 0 0 0 0,0 0-1 0 0,0 0 1 0 0,-1 0 0 0 0,1 0 0 0 0,-1 1-1 0 0,1-1 1 0 0,-1 1 0 0 0,1 2-1 0 0,3 8 42 0 0,0 1 0 0 0,-1 0 0 0 0,2 15 0 0 0,-5-24-29 0 0,4 29 36 0 0,-1 0 0 0 0,-1 0 0 0 0,-2 0 0 0 0,-2 0 0 0 0,-1 0 0 0 0,-2 0 0 0 0,-14 63 0 0 0,4-45-15 0 0,-3-1-1 0 0,-1-1 1 0 0,-3 0-1 0 0,-32 56 1 0 0,38-79-40 0 0,-2-1 1 0 0,0 0-1 0 0,-2-2 0 0 0,-1 0 1 0 0,-1 0-1 0 0,-1-2 0 0 0,-1-1 1 0 0,0-1-1 0 0,-2-1 0 0 0,-43 26 1 0 0,66-44-39 0 0,1 0-1 0 0,-1 0 1 0 0,1 0 0 0 0,-1 0 0 0 0,1-1 0 0 0,-1 1 0 0 0,0-1-1 0 0,1 1 1 0 0,-1-1 0 0 0,0 1 0 0 0,1-1 0 0 0,-1 0 0 0 0,0 0-1 0 0,1 0 1 0 0,-1 0 0 0 0,0 0 0 0 0,1 0 0 0 0,-1-1 0 0 0,0 1-1 0 0,1 0 1 0 0,-1-1 0 0 0,0 0 0 0 0,-1 0 0 0 0,1 0-14 0 0,1-1-1 0 0,0 1 1 0 0,0-1 0 0 0,0 1 0 0 0,0-1-1 0 0,0 1 1 0 0,0-1 0 0 0,0 0 0 0 0,0 1-1 0 0,0-1 1 0 0,1 0 0 0 0,-1 0 0 0 0,1 1-1 0 0,-1-1 1 0 0,1 0 0 0 0,0 0 0 0 0,0-2-1 0 0,0-6-151 0 0,0 0-1 0 0,0 0 0 0 0,1 1 0 0 0,1-1 0 0 0,0 1 0 0 0,4-15 0 0 0,1 5-1361 0 0,1 1 1 0 0,0-1-1 0 0,20-29 0 0 0,-3 14-1458 0 0</inkml:trace>
</inkml:ink>
</file>

<file path=ppt/ink/ink7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4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1073 504 0 0,'-75'60'9276'0'0,"79"-70"-8922"0"0,17-25-104 0 0,2 1 1 0 0,1 1-1 0 0,1 1 0 0 0,34-32 1 0 0,7-11-25 0 0,-30 32-101 0 0,42-47 167 0 0,-4-4 0 0 0,103-172-1 0 0,-141 202-212 0 0,37-73 76 0 0,-67 123-126 0 0,0-1 0 0 0,-1-1-1 0 0,0 1 1 0 0,-1-1 0 0 0,-1 1-1 0 0,-1-1 1 0 0,1-22 0 0 0,-4 28 27 0 0,-3 11-23 0 0,-6 26-14 0 0,-9 46-16 0 0,7 7-5 0 0,-3 94 1 0 0,15-150-14 0 0,0-3-86 0 0,-1 0 0 0 0,-1-1-1 0 0,0 1 1 0 0,-2 0 0 0 0,-9 31 0 0 0,11-46 65 0 0,-1 0 1 0 0,0 0-1 0 0,-1 0 1 0 0,1 0-1 0 0,-1 0 1 0 0,0-1-1 0 0,0 0 1 0 0,-1 1-1 0 0,0-2 1 0 0,0 1-1 0 0,0 0 1 0 0,0-1-1 0 0,-1 0 1 0 0,1-1 0 0 0,-1 1-1 0 0,0-1 1 0 0,0 0-1 0 0,-1 0 1 0 0,1-1-1 0 0,0 0 1 0 0,-1 0-1 0 0,-7 1 1 0 0,-11-1-6631 0 0</inkml:trace>
</inkml:ink>
</file>

<file path=ppt/ink/ink7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4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0 836 60 0 0,'4'-1'355'0'0,"-1"-1"1"0"0,-1 0-1 0 0,1 0 1 0 0,0-1-1 0 0,0 1 0 0 0,-1 0 1 0 0,1-1-1 0 0,-1 0 0 0 0,0 1 1 0 0,0-1-1 0 0,0 0 1 0 0,0 0-1 0 0,2-6 0 0 0,10-10 519 0 0,18-19 1035 0 0,39-61 0 0 0,-70 98-1697 0 0,-3 3-142 0 0,1 1-1 0 0,0 0 1 0 0,-1 0 0 0 0,1 0-1 0 0,0 0 1 0 0,1 0 0 0 0,-1 0-1 0 0,0 0 1 0 0,1 1 0 0 0,0-1-1 0 0,-1 0 1 0 0,1 0-1 0 0,1 0 1 0 0,-1 0 0 0 0,0 1-1 0 0,1-1 1 0 0,-1 0 0 0 0,1 0-1 0 0,2 4 1 0 0,-2-3-58 0 0,0 0-1 0 0,0 0 1 0 0,1 0 0 0 0,0-1 0 0 0,0 1-1 0 0,0-1 1 0 0,0 1 0 0 0,0-1-1 0 0,1 0 1 0 0,-1 0 0 0 0,1 0-1 0 0,0 0 1 0 0,0 0 0 0 0,0-1 0 0 0,0 1-1 0 0,0-1 1 0 0,1 0 0 0 0,-1 0-1 0 0,1 0 1 0 0,4 1 0 0 0,1 0-23 0 0,1-1 0 0 0,0 0 1 0 0,0-1-1 0 0,0 0 0 0 0,0-1 1 0 0,1 0-1 0 0,-1 0 1 0 0,0-1-1 0 0,0-1 0 0 0,0 1 1 0 0,0-2-1 0 0,-1 1 0 0 0,1-1 1 0 0,-1-1-1 0 0,1 0 0 0 0,-1 0 1 0 0,0-1-1 0 0,-1 0 0 0 0,1-1 1 0 0,-1 1-1 0 0,0-2 0 0 0,10-9 1 0 0,-4 3-34 0 0,-1 0 0 0 0,-1 0 0 0 0,0-1-1 0 0,-1-1 1 0 0,-1 0 0 0 0,0 0 0 0 0,-1-1 0 0 0,-1-1 0 0 0,0 1 0 0 0,-1-1 0 0 0,7-29 0 0 0,-7 15 15 0 0,-3 0 0 0 0,0 0 0 0 0,-2 0 0 0 0,-2-1 0 0 0,0 1 0 0 0,-3 0 0 0 0,0-1 1 0 0,-2 1-1 0 0,-1 1 0 0 0,-1-1 0 0 0,-2 1 0 0 0,-1 0 0 0 0,-2 1 0 0 0,-17-33 0 0 0,29 62 30 0 0,0 0 0 0 0,0-1 0 0 0,-1 1-1 0 0,1 0 1 0 0,0-1 0 0 0,0 1 0 0 0,-1 0 0 0 0,1-1-1 0 0,0 1 1 0 0,-1 0 0 0 0,1 0 0 0 0,0-1 0 0 0,-1 1-1 0 0,1 0 1 0 0,0 0 0 0 0,-1-1 0 0 0,1 1-1 0 0,-1 0 1 0 0,1 0 0 0 0,0 0 0 0 0,-1 0 0 0 0,1 0-1 0 0,-1 0 1 0 0,1 0 0 0 0,0 0 0 0 0,-1 0 0 0 0,1 0-1 0 0,-1 0 1 0 0,1 0 0 0 0,-1 0 0 0 0,1 0-1 0 0,0 0 1 0 0,-1 0 0 0 0,1 0 0 0 0,-1 0 0 0 0,1 1-1 0 0,0-1 1 0 0,-1 0 0 0 0,1 0 0 0 0,0 0 0 0 0,-1 1-1 0 0,0 0 1 0 0,-12 12 61 0 0,12-11-50 0 0,-3 3 14 0 0,0 1-1 0 0,0 0 1 0 0,1 0 0 0 0,0 0 0 0 0,0 1 0 0 0,1-1 0 0 0,-1 1 0 0 0,1 0 0 0 0,-1 7 0 0 0,-7 65 169 0 0,8-59-141 0 0,0 12 21 0 0,1-1 0 0 0,2 0 0 0 0,1 0 0 0 0,1 0 0 0 0,1 0 0 0 0,2 0 0 0 0,19 55 0 0 0,-19-69-46 0 0,1 0-1 0 0,1-1 0 0 0,0 0 0 0 0,2-1 1 0 0,-1 0-1 0 0,20 22 0 0 0,-21-28-15 0 0,0-1 0 0 0,0 0-1 0 0,1-1 1 0 0,1 0 0 0 0,-1 0-1 0 0,1-1 1 0 0,0 0 0 0 0,0 0-1 0 0,1-1 1 0 0,21 6 0 0 0,-22-8-7 0 0,0-1-1 0 0,1 0 1 0 0,-1-1 0 0 0,1 0 0 0 0,-1-1-1 0 0,1 0 1 0 0,-1-1 0 0 0,20-4 0 0 0,-24 4-3 0 0,1 0 0 0 0,0-1 1 0 0,-1 0-1 0 0,1-1 1 0 0,-1 1-1 0 0,0-1 0 0 0,0-1 1 0 0,0 1-1 0 0,0-1 0 0 0,0 0 1 0 0,-1 0-1 0 0,0-1 1 0 0,0 1-1 0 0,5-7 0 0 0,-8 9 5 0 0,-1 0-1 0 0,0-1 0 0 0,1 1 0 0 0,-1 0 0 0 0,0-1 0 0 0,0 1 1 0 0,-1-1-1 0 0,1 1 0 0 0,-1-1 0 0 0,1 0 0 0 0,-1 1 1 0 0,0-1-1 0 0,0 0 0 0 0,0 1 0 0 0,0-1 0 0 0,0 0 0 0 0,-2-4 1 0 0,1-11 244 0 0,-11 4 160 0 0,3 10-1838 0 0,41 28-157 0 0,0-16-3357 0 0,-17-8 2201 0 0</inkml:trace>
</inkml:ink>
</file>

<file path=ppt/ink/ink7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5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1 706 708 0 0,'0'0'1570'0'0,"3"22"2361"0"0,6-21-3796 0 0,0-2 0 0 0,0 1 0 0 0,0-1 0 0 0,0 0 0 0 0,0-1 0 0 0,0 0 0 0 0,0 0 0 0 0,0-1 0 0 0,0 0 0 0 0,-1-1 0 0 0,0 0 0 0 0,0 0 0 0 0,0-1 0 0 0,0 0 0 0 0,0 0 0 0 0,-1-1 0 0 0,0 1 0 0 0,0-2 0 0 0,-1 1 0 0 0,7-9 0 0 0,-1 2-94 0 0,-1-1 1 0 0,-1-1-1 0 0,0 0 0 0 0,0 0 1 0 0,-2 0-1 0 0,0-1 0 0 0,0-1 1 0 0,-2 0-1 0 0,7-25 1 0 0,-8 18 34 0 0,-1 1 1 0 0,-2-1-1 0 0,-1 0 1 0 0,0 1 0 0 0,-2-1-1 0 0,0 0 1 0 0,-2 0-1 0 0,-1 1 1 0 0,-1 0 0 0 0,0-1-1 0 0,-2 2 1 0 0,-1-1-1 0 0,-1 1 1 0 0,0 0 0 0 0,-2 1-1 0 0,-1 0 1 0 0,-18-25-1 0 0,28 44 2 0 0,1-1-1 0 0,-2 1 0 0 0,1-1 0 0 0,0 1 0 0 0,0 0 1 0 0,-1 0-1 0 0,1 0 0 0 0,-1 0 0 0 0,0 0 0 0 0,0 0 1 0 0,1 1-1 0 0,-1 0 0 0 0,0-1 0 0 0,0 1 0 0 0,0 0 1 0 0,-5-1-1 0 0,6 3-44 0 0,0-1-1 0 0,0 0 1 0 0,1 0 0 0 0,-1 0 0 0 0,0 1 0 0 0,0-1-1 0 0,1 1 1 0 0,-1 0 0 0 0,0-1 0 0 0,1 1 0 0 0,-1 0-1 0 0,1 0 1 0 0,-1 0 0 0 0,1 0 0 0 0,-1 0-1 0 0,1 1 1 0 0,-1-1 0 0 0,1 0 0 0 0,0 1 0 0 0,0-1-1 0 0,0 0 1 0 0,0 1 0 0 0,0 0 0 0 0,0-1-1 0 0,0 1 1 0 0,1-1 0 0 0,-1 1 0 0 0,0 0 0 0 0,1 0-1 0 0,-1 2 1 0 0,-3 11 49 0 0,1 1 0 0 0,0-1 1 0 0,1 1-1 0 0,1 0 0 0 0,0 0 0 0 0,1 0 0 0 0,1 0 0 0 0,0 0 0 0 0,2-1 0 0 0,-1 1 1 0 0,2 0-1 0 0,0-1 0 0 0,1 0 0 0 0,11 23 0 0 0,-1-5 21 0 0,1-2-1 0 0,2 0 1 0 0,1-1 0 0 0,1-1 0 0 0,37 41-1 0 0,-19-31-27 0 0,-19-20-420 0 0,-2 0 1 0 0,20 26 0 0 0,-36-44-266 0 0</inkml:trace>
</inkml:ink>
</file>

<file path=ppt/ink/ink7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31 268 0 0,'18'-27'3730'0'0,"0"25"-3282"0"0,1 1-1 0 0,0 0 1 0 0,0 2 0 0 0,0 0 0 0 0,0 1 0 0 0,34 8 0 0 0,-49-9-310 0 0,0 1 0 0 0,0 0 0 0 0,0-1 0 0 0,0 1 0 0 0,-1 1 0 0 0,1-1 0 0 0,0 1 0 0 0,-1-1 0 0 0,0 1 0 0 0,1 0 0 0 0,-1 0 0 0 0,0 0 0 0 0,-1 1 0 0 0,1-1 0 0 0,-1 1 0 0 0,1-1 0 0 0,-1 1 0 0 0,0 0 0 0 0,0 0 0 0 0,-1 0 0 0 0,1 0 0 0 0,-1 0 0 0 0,0 1 0 0 0,0-1 0 0 0,0 6 0 0 0,3 13 329 0 0,-2 1 0 0 0,-1 0 0 0 0,-2 35 0 0 0,0-22-83 0 0,11 113-1333 0 0,-6-138-856 0 0</inkml:trace>
</inkml:ink>
</file>

<file path=ppt/ink/ink7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5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1 231 11285 0 0,'23'-35'195'0'0,"2"1"1"0"0,34-34-1 0 0,-50 59-268 0 0,0 0 1 0 0,1 1-1 0 0,0 0 0 0 0,1 0 0 0 0,0 1 1 0 0,0 0-1 0 0,0 1 0 0 0,1 0 1 0 0,0 1-1 0 0,0 0 0 0 0,18-4 0 0 0,31 3-6293 0 0,-58 6 3758 0 0</inkml:trace>
</inkml:ink>
</file>

<file path=ppt/ink/ink7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7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54 652 0 0,'0'-2'191'0'0,"0"0"1"0"0,0-1-1 0 0,0 1 0 0 0,-1 0 1 0 0,1 0-1 0 0,-1-1 1 0 0,1 1-1 0 0,-1 0 0 0 0,0 0 1 0 0,0 0-1 0 0,0 0 0 0 0,0 0 1 0 0,0 0-1 0 0,0 0 0 0 0,-1 0 1 0 0,1 0-1 0 0,-1 0 0 0 0,1 1 1 0 0,-1-1-1 0 0,0 0 1 0 0,0 1-1 0 0,1 0 0 0 0,-1-1 1 0 0,-2 0-1 0 0,0 1-2 0 0,1 0-1 0 0,-1 0 1 0 0,0 1 0 0 0,1-1-1 0 0,-1 1 1 0 0,0 0-1 0 0,1 0 1 0 0,-1 0 0 0 0,0 0-1 0 0,1 1 1 0 0,-1 0 0 0 0,0 0-1 0 0,-5 2 1 0 0,-6 2 197 0 0,1 1 1 0 0,-1 1-1 0 0,1 1 1 0 0,1 0-1 0 0,0 1 0 0 0,-15 11 1 0 0,26-18-306 0 0,0-1 1 0 0,0 1-1 0 0,1 0 1 0 0,-1 0-1 0 0,0 0 1 0 0,0 0 0 0 0,1 0-1 0 0,0 0 1 0 0,-1 0-1 0 0,1 1 1 0 0,0-1-1 0 0,0 0 1 0 0,0 1 0 0 0,-1 3-1 0 0,2-5 63 0 0,33 15 309 0 0,149 11 138 0 0,-64-3-3482 0 0,-79-17-2204 0 0,-20-6 2164 0 0</inkml:trace>
</inkml:ink>
</file>

<file path=ppt/ink/ink7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8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22 844 0 0,'0'-21'9051'0'0,"45"252"-5046"0"0,-24-108-2956 0 0,42 185 568 0 0,-58-263-3166 0 0,-5-25-7780 0 0</inkml:trace>
</inkml:ink>
</file>

<file path=ppt/ink/ink7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8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1 179 824 0 0,'47'-20'1963'0'0,"1"1"0"0"0,88-20 0 0 0,106-9-1181 0 0,-28 7-2941 0 0,-159 32-781 0 0,-41 6 1588 0 0</inkml:trace>
</inkml:ink>
</file>

<file path=ppt/ink/ink7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9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172 492 1968 0 0,'26'-23'863'0'0,"-25"23"-774"0"0,-1-1 1 0 0,1 0-1 0 0,-1 0 1 0 0,1 0-1 0 0,-1 0 1 0 0,1 0-1 0 0,-1 0 1 0 0,0 0-1 0 0,1-1 1 0 0,-1 1-1 0 0,0 0 1 0 0,0 0-1 0 0,0 0 1 0 0,0 0-1 0 0,0 0 1 0 0,0 0-1 0 0,0 0 1 0 0,0 0-1 0 0,0-1 1 0 0,-1 1-1 0 0,1 0 0 0 0,0 0 1 0 0,-2-2-1 0 0,1 1 313 0 0,-6 2-118 0 0,0 2 0 0 0,-1-1 0 0 0,1 1 0 0 0,0 0 0 0 0,0 0 0 0 0,0 1 0 0 0,0 0 0 0 0,1 0 0 0 0,-1 1 0 0 0,1 0-1 0 0,0 0 1 0 0,0 0 0 0 0,0 1 0 0 0,1 0 0 0 0,-8 8 0 0 0,-10 12 478 0 0,2 0 0 0 0,-19 29 0 0 0,39-52-721 0 0,-1 14 551 0 0,2-16-583 0 0,0 0-1 0 0,0 1 1 0 0,0-1 0 0 0,0 0-1 0 0,1 1 1 0 0,-1-1 0 0 0,0 0-1 0 0,0 1 1 0 0,0-1-1 0 0,0 0 1 0 0,0 1 0 0 0,0-1-1 0 0,1 0 1 0 0,-1 0 0 0 0,0 1-1 0 0,0-1 1 0 0,0 0 0 0 0,1 1-1 0 0,-1-1 1 0 0,0 0 0 0 0,1 0-1 0 0,-1 0 1 0 0,0 1 0 0 0,0-1-1 0 0,1 0 1 0 0,-1 0 0 0 0,0 0-1 0 0,1 0 1 0 0,-1 1-1 0 0,0-1 1 0 0,1 0 0 0 0,-1 0-1 0 0,0 0 1 0 0,1 0 0 0 0,-1 0-1 0 0,0 0 1 0 0,1 0 0 0 0,-1 0-1 0 0,0 0 1 0 0,1 0 0 0 0,-1 0-1 0 0,1 0 1 0 0,-1-1 0 0 0,20-9-51 0 0,-1-1 0 0 0,-1-1 0 0 0,0 0 1 0 0,0-1-1 0 0,19-20 0 0 0,11-7-170 0 0,-48 39 209 0 0,1 1-1 0 0,0-1 1 0 0,0 1 0 0 0,0 0-1 0 0,0 0 1 0 0,0-1 0 0 0,0 1-1 0 0,0 0 1 0 0,0 0 0 0 0,0 0-1 0 0,0 0 1 0 0,0 0 0 0 0,-1 0 0 0 0,1 0-1 0 0,0 1 1 0 0,0-1 0 0 0,0 0-1 0 0,0 0 1 0 0,0 1 0 0 0,0-1-1 0 0,0 1 1 0 0,-1-1 0 0 0,1 0-1 0 0,0 1 1 0 0,0 0 0 0 0,0-1 0 0 0,-1 1-1 0 0,1-1 1 0 0,1 2 0 0 0,25 27-15 0 0,-13-14 7 0 0,-10-12 5 0 0,0-1 0 0 0,0 1-1 0 0,1-1 1 0 0,-1 1-1 0 0,1-1 1 0 0,-1-1-1 0 0,1 1 1 0 0,0-1-1 0 0,0 1 1 0 0,0-1-1 0 0,0-1 1 0 0,0 1-1 0 0,0-1 1 0 0,0 0-1 0 0,0 0 1 0 0,7-1-1 0 0,3-2-80 0 0,0-1 0 0 0,0 0 0 0 0,27-13 0 0 0,-26 10 16 0 0,1 1 0 0 0,28-7 0 0 0,54-3 0 0 0,109-24-232 0 0,-177 32 155 0 0,-1-1 0 0 0,0-2 0 0 0,-1 0 0 0 0,45-26 0 0 0,-71 35 134 0 0,0 1 1 0 0,0-1-1 0 0,0 0 1 0 0,-1-1-1 0 0,1 1 0 0 0,0-1 1 0 0,-1 1-1 0 0,1-1 0 0 0,-1 0 1 0 0,0 1-1 0 0,0-1 1 0 0,0 0-1 0 0,0-1 0 0 0,-1 1 1 0 0,1 0-1 0 0,-1 0 0 0 0,0-1 1 0 0,0 1-1 0 0,0-1 1 0 0,0-6-1 0 0,-1 8 45 0 0,0 1 2 0 0,-1-1 0 0 0,1 1 1 0 0,-1-1-1 0 0,0 1 0 0 0,0-1 1 0 0,0 1-1 0 0,0-1 0 0 0,0 1 1 0 0,0 0-1 0 0,0-1 0 0 0,0 1 1 0 0,0 0-1 0 0,-1 0 0 0 0,1 0 1 0 0,0 0-1 0 0,-1 0 0 0 0,1 0 1 0 0,-3 0-1 0 0,2 0-5 0 0,-1 1-1 0 0,0 0 1 0 0,0 0-1 0 0,1 1 1 0 0,-1-1 0 0 0,0 0-1 0 0,0 1 1 0 0,1 0-1 0 0,-1 0 1 0 0,1-1 0 0 0,-1 2-1 0 0,0-1 1 0 0,1 0-1 0 0,0 0 1 0 0,-1 1 0 0 0,1-1-1 0 0,0 1 1 0 0,0 0-1 0 0,0 0 1 0 0,0 0 0 0 0,0 0-1 0 0,0 0 1 0 0,0 0-1 0 0,1 0 1 0 0,-1 1 0 0 0,1-1-1 0 0,0 0 1 0 0,-1 1-1 0 0,1-1 1 0 0,0 1 0 0 0,0 0-1 0 0,1-1 1 0 0,-1 1-1 0 0,0 3 1 0 0,-2 12 81 0 0,0 0 0 0 0,1 0 0 0 0,2 1 0 0 0,0 20 1 0 0,0-20-22 0 0,22 323 497 0 0,-5-135-384 0 0,-18-145-113 0 0,0-59-74 0 0,1 1 0 0 0,-1-1 0 0 0,0 1 0 0 0,0-1 0 0 0,0 1 0 0 0,0-1-1 0 0,-1 1 1 0 0,0-1 0 0 0,1 0 0 0 0,-1 0 0 0 0,0 0 0 0 0,-1 0 0 0 0,1 0-1 0 0,-3 2 1 0 0,5-5-13 0 0,0 1 0 0 0,-1-1 0 0 0,1 0 0 0 0,0 1 0 0 0,0-1 0 0 0,-1 0 0 0 0,1 0 0 0 0,0 0 0 0 0,0 1 0 0 0,-1-1 0 0 0,1 0 0 0 0,0 0 0 0 0,-1 0 0 0 0,1 0 0 0 0,0 0 0 0 0,-1 1 0 0 0,1-1 0 0 0,0 0 0 0 0,-1 0 1 0 0,1 0-1 0 0,-1 0 0 0 0,1 0 0 0 0,0 0 0 0 0,-1 0 0 0 0,1 0 0 0 0,0 0 0 0 0,-1-1 0 0 0,1 1 0 0 0,0 0 0 0 0,-1 0 0 0 0,1 0 0 0 0,0 0 0 0 0,-1 0 0 0 0,1 0 0 0 0,0-1 0 0 0,-1 1 0 0 0,1 0 0 0 0,0 0 0 0 0,0-1 0 0 0,-1 1 0 0 0,1 0 0 0 0,0 0 0 0 0,0-1 0 0 0,-1 1 0 0 0,1 0 0 0 0,0-1 0 0 0,0 1 0 0 0,0 0 0 0 0,0-1 0 0 0,0 1 0 0 0,-1-1 0 0 0,-3-16 5 0 0,4 16-9 0 0,0-6-25 0 0,0-1 1 0 0,0 1-1 0 0,0-1 1 0 0,1 1-1 0 0,0 0 1 0 0,1 0-1 0 0,0 0 0 0 0,0-1 1 0 0,6-12-1 0 0,34-60-377 0 0,-31 60 262 0 0,31-44-659 0 0,2 1 0 0 0,83-91-1 0 0,-49 63 116 0 0,-67 77 595 0 0,-4 7 245 0 0,0 0 0 0 0,0-1-1 0 0,-1 0 1 0 0,-1-1 0 0 0,1 1 0 0 0,-1-1 0 0 0,-1 0 0 0 0,7-18-1 0 0,-11 25 297 0 0,1 1-180 0 0,-1 1-255 0 0,0 0-1 0 0,0 0 0 0 0,0 0 1 0 0,0 0-1 0 0,0 0 1 0 0,0 0-1 0 0,1 0 0 0 0,-1 1 1 0 0,0-1-1 0 0,0 0 1 0 0,0 0-1 0 0,0 0 0 0 0,0 0 1 0 0,0 0-1 0 0,1 0 1 0 0,-1 0-1 0 0,0 0 0 0 0,0 0 1 0 0,0 0-1 0 0,0 0 1 0 0,0 0-1 0 0,1 0 0 0 0,-1 0 1 0 0,0 0-1 0 0,0 0 1 0 0,0-1-1 0 0,0 1 1 0 0,0 0-1 0 0,0 0 0 0 0,1 0 1 0 0,-1 0-1 0 0,0 0 1 0 0,0 0-1 0 0,0 0 0 0 0,0 0 1 0 0,0 0-1 0 0,0 0 1 0 0,0-1-1 0 0,0 1 0 0 0,1 0 1 0 0,-1 0-1 0 0,0 0 1 0 0,0 0-1 0 0,0 0 0 0 0,0 0 1 0 0,0-1-1 0 0,0 1 1 0 0,0 0-1 0 0,0 0 1 0 0,0 0-1 0 0,0 0 0 0 0,0 0 1 0 0,0 0-1 0 0,0-1 1 0 0,0 1-1 0 0,0 0 0 0 0,0 0 1 0 0,0 0-1 0 0,0 0 1 0 0,0 0-1 0 0,0-1 0 0 0,0 1 1 0 0,0 0-1 0 0,0 0 1 0 0,0 0-1 0 0,0 0 0 0 0,-1 0 1 0 0,4 3 12 0 0,1 1 0 0 0,-1 0 0 0 0,1-1 0 0 0,-1 0 0 0 0,1 0 0 0 0,0 0-1 0 0,0 0 1 0 0,0-1 0 0 0,1 1 0 0 0,-1-1 0 0 0,1 0 0 0 0,-1 0 0 0 0,1-1 0 0 0,5 2 0 0 0,0-1 2 0 0,0-1-1 0 0,1 1 1 0 0,-1-2 0 0 0,1 1-1 0 0,-1-2 1 0 0,15-1-1 0 0,-2-2-2 0 0,0-1 0 0 0,0-1 0 0 0,-1-1 0 0 0,1-1 0 0 0,31-16 0 0 0,-31 12-11 0 0,-1-1-1 0 0,-1-1 1 0 0,-1-1-1 0 0,0-1 1 0 0,0-1 0 0 0,27-31-1 0 0,-36 36 10 0 0,-1-2 0 0 0,0 1 0 0 0,-1-1-1 0 0,0-1 1 0 0,-1 1 0 0 0,-1-2-1 0 0,0 1 1 0 0,-1-1 0 0 0,-1 0 0 0 0,0 0-1 0 0,2-18 1 0 0,-6 28 106 0 0,0-1 1 0 0,-1 0-1 0 0,0 0 0 0 0,0 0 1 0 0,-1 0-1 0 0,0 0 0 0 0,0 0 1 0 0,-1 0-1 0 0,0 0 0 0 0,0 1 1 0 0,-1-1-1 0 0,1 1 0 0 0,-5-8 1 0 0,7 14-112 0 0,-1 0 1 0 0,1-1 0 0 0,-1 1-1 0 0,1 0 1 0 0,0-1 0 0 0,-1 1-1 0 0,1 0 1 0 0,-1 0 0 0 0,1-1-1 0 0,-1 1 1 0 0,1 0 0 0 0,-1 0-1 0 0,1 0 1 0 0,0 0 0 0 0,-1-1-1 0 0,1 1 1 0 0,-1 0 0 0 0,1 0 0 0 0,-1 0-1 0 0,0 0 1 0 0,1 0 0 0 0,-1 0-1 0 0,1 0 1 0 0,-1 1 0 0 0,1-1-1 0 0,-1 0 1 0 0,1 0 0 0 0,0 0-1 0 0,-1 0 1 0 0,1 1 0 0 0,-1-1-1 0 0,1 0 1 0 0,-1 0 0 0 0,1 1-1 0 0,-1-1 1 0 0,1 1 0 0 0,-13 12 249 0 0,12-12-286 0 0,-3 4 74 0 0,1 0-1 0 0,0 1 0 0 0,0-1 0 0 0,1 1 1 0 0,-1-1-1 0 0,1 1 0 0 0,0 0 1 0 0,1 0-1 0 0,0 0 0 0 0,0 0 1 0 0,0 0-1 0 0,0 11 0 0 0,1 2 78 0 0,1 0-1 0 0,5 33 0 0 0,2-16 80 0 0,25 68-1 0 0,-19-65-134 0 0,-13-35-24 0 0,18 60-1083 0 0,-15-26-3064 0 0</inkml:trace>
</inkml:ink>
</file>

<file path=ppt/ink/ink7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29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85 836 0 0,'0'-3'285'0'0,"1"1"-1"0"0,-1-1 1 0 0,1 1-1 0 0,0-1 1 0 0,0 1-1 0 0,0-1 1 0 0,1 1-1 0 0,-1-1 1 0 0,1 1-1 0 0,-1 0 1 0 0,1 0-1 0 0,0 0 1 0 0,-1 0-1 0 0,1 0 1 0 0,0 0-1 0 0,0 1 1 0 0,0-1-1 0 0,1 0 1 0 0,-1 1-1 0 0,0 0 1 0 0,5-2-1 0 0,60-21 1394 0 0,-36 15-2556 0 0,-29 8-578 0 0,10-2-3235 0 0</inkml:trace>
</inkml:ink>
</file>

<file path=ppt/ink/ink7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1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48 408 0 0,'-13'-46'8270'0'0,"12"44"-6814"0"0,-1 3-1290 0 0,-1 0-1 0 0,1-1 1 0 0,-1 1 0 0 0,1 0 0 0 0,0 1 0 0 0,-1-1 0 0 0,1 0 0 0 0,0 1 0 0 0,0-1 0 0 0,0 1 0 0 0,0-1 0 0 0,0 1 0 0 0,0 0 0 0 0,0 0 0 0 0,0 0 0 0 0,-2 5 0 0 0,-30 45 480 0 0,24-34-269 0 0,0-3-181 0 0,0 0 1 0 0,1 1-1 0 0,1 0 0 0 0,0 1 1 0 0,1-1-1 0 0,1 2 0 0 0,1-1 1 0 0,0 1-1 0 0,2-1 0 0 0,-3 27 0 0 0,6-43-178 0 0,-1 0 0 0 0,1 1 0 0 0,0-1-1 0 0,0 0 1 0 0,0 1 0 0 0,1-1 0 0 0,-1 0 0 0 0,0 1-1 0 0,0-1 1 0 0,1 0 0 0 0,-1 1 0 0 0,1-1-1 0 0,-1 0 1 0 0,1 0 0 0 0,0 0 0 0 0,-1 0-1 0 0,1 1 1 0 0,0-1 0 0 0,0 0 0 0 0,0 0-1 0 0,0 0 1 0 0,-1 0 0 0 0,1-1 0 0 0,1 1-1 0 0,-1 0 1 0 0,2 1 0 0 0,-1-1-4 0 0,1-1 1 0 0,-1 1-1 0 0,1-1 1 0 0,-1 0-1 0 0,1 0 1 0 0,-1 0-1 0 0,1 0 1 0 0,-1 0-1 0 0,1-1 1 0 0,-1 1-1 0 0,1-1 1 0 0,-1 1-1 0 0,3-2 1 0 0,11-4 6 0 0,-1-1 1 0 0,0-1 0 0 0,19-12 0 0 0,-28 16-1 0 0,42-30-78 0 0,-38 26 8 0 0,0 0-1 0 0,0 1 1 0 0,0 0-1 0 0,1 1 1 0 0,0 0-1 0 0,0 1 1 0 0,19-6 0 0 0,-22 10 32 0 0,0 1 1 0 0,-1 0-1 0 0,1 1 1 0 0,0 0 0 0 0,-1 0-1 0 0,1 1 1 0 0,0 0-1 0 0,-1 0 1 0 0,9 4 0 0 0,20 5-1 0 0,-16-7 11 0 0,-1 0-1 0 0,0-2 0 0 0,1-1 0 0 0,-1 0 1 0 0,39-4-1 0 0,-52 2 0 0 0,1 0 1 0 0,-1-1 0 0 0,1 1-1 0 0,-1-1 1 0 0,1-1-1 0 0,-1 1 1 0 0,0-1-1 0 0,0-1 1 0 0,7-4 0 0 0,-10 5-2 0 0,0 1 0 0 0,0-1 0 0 0,0 0 0 0 0,0 0 0 0 0,-1 0 0 0 0,1-1 0 0 0,-1 1 0 0 0,0 0 0 0 0,0-1 1 0 0,0 1-1 0 0,-1-1 0 0 0,1 0 0 0 0,-1 0 0 0 0,0 0 0 0 0,0 0 0 0 0,1-7 0 0 0,-2 3 3 0 0,-1 0 0 0 0,0 0 1 0 0,-1 0-1 0 0,0 0 0 0 0,0 0 0 0 0,0 1 0 0 0,-1-1 0 0 0,0 1 1 0 0,-1-1-1 0 0,0 1 0 0 0,0 0 0 0 0,0 0 0 0 0,-6-6 0 0 0,3 2-29 0 0,6 10-157 0 0,53-6-4701 0 0,-16 10-484 0 0,-17-3 2285 0 0</inkml:trace>
</inkml:ink>
</file>

<file path=ppt/ink/ink7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1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1 212 0 0,'-4'4'986'0'0,"-5"3"-125"0"0,0 1 0 0 0,1 0-1 0 0,0 1 1 0 0,0 0 0 0 0,-11 17-1 0 0,18-24-706 0 0,-1 1 0 0 0,1 0-1 0 0,-1 0 1 0 0,1 0-1 0 0,0 0 1 0 0,0 0-1 0 0,0 0 1 0 0,1 0-1 0 0,-1 0 1 0 0,1 0-1 0 0,0 1 1 0 0,-1-1 0 0 0,1 0-1 0 0,1 0 1 0 0,-1 1-1 0 0,0-1 1 0 0,1 0-1 0 0,0 0 1 0 0,0 0-1 0 0,0 0 1 0 0,0 0-1 0 0,0 0 1 0 0,0 0-1 0 0,1 0 1 0 0,0 0 0 0 0,-1-1-1 0 0,5 5 1 0 0,-4-4-38 0 0,1-1 1 0 0,-1 1 0 0 0,1-1-1 0 0,0 0 1 0 0,0 0 0 0 0,0 0-1 0 0,0 0 1 0 0,0-1 0 0 0,0 1-1 0 0,0-1 1 0 0,7 2 0 0 0,-1 0 237 0 0,-7-2-116 0 0,24-18 645 0 0,-24 14-804 0 0,0 0-1 0 0,-1-1 0 0 0,1 1 1 0 0,-1 0-1 0 0,0 0 0 0 0,0-1 1 0 0,0 1-1 0 0,0 0 0 0 0,-1-1 1 0 0,1 1-1 0 0,-1-1 0 0 0,0 1 1 0 0,0 0-1 0 0,0-1 0 0 0,-1 1 1 0 0,1-1-1 0 0,-1 1 0 0 0,-1-5 1 0 0,0 1-166 0 0,-1 1 1 0 0,0-1-1 0 0,0 0 1 0 0,0 1 0 0 0,-1 0-1 0 0,0 0 1 0 0,-6-7 0 0 0,9 11-458 0 0,-5-4-609 0 0</inkml:trace>
</inkml:ink>
</file>

<file path=ppt/ink/ink7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2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0 339 704 0 0,'32'22'2286'0'0,"-25"-17"-1637"0"0,0-1 1 0 0,0 2-1 0 0,-1-1 0 0 0,1 1 1 0 0,-1 0-1 0 0,0 0 0 0 0,10 15 3178 0 0,-15-27-3707 0 0,1 2-180 0 0,0 0-1 0 0,-1 0 0 0 0,1 0 0 0 0,1 0 1 0 0,-1 0-1 0 0,1 0 0 0 0,-1 0 0 0 0,1 1 1 0 0,0-1-1 0 0,0 1 0 0 0,1 0 0 0 0,-1 0 0 0 0,1 0 1 0 0,0 0-1 0 0,-1 1 0 0 0,1-1 0 0 0,0 1 1 0 0,0 0-1 0 0,1 0 0 0 0,-1 1 0 0 0,5-2 1 0 0,3-1-235 0 0,1 1 1 0 0,-1 0-1 0 0,1 1 1 0 0,0 0-1 0 0,0 1 0 0 0,0 1 1 0 0,13 1-1 0 0,-19-1 221 0 0,-1 1-1 0 0,0 0 1 0 0,0 0-1 0 0,0 1 1 0 0,0-1 0 0 0,0 1-1 0 0,0 1 1 0 0,0-1-1 0 0,-1 1 1 0 0,1 0-1 0 0,-1 0 1 0 0,0 1-1 0 0,0 0 1 0 0,0-1-1 0 0,0 2 1 0 0,5 5-1 0 0,-9-8 82 0 0,0-1 0 0 0,1 1 0 0 0,-1-1 0 0 0,1 1 0 0 0,0-1 0 0 0,-1 1 0 0 0,1-1 0 0 0,0 0 0 0 0,0 0 0 0 0,0 0 0 0 0,0 0 0 0 0,0 0 0 0 0,0-1 0 0 0,0 1 0 0 0,0 0 0 0 0,0-1 0 0 0,0 1 0 0 0,1-1 0 0 0,-1 0 0 0 0,0 0 0 0 0,4 0 0 0 0,-2-1-3 0 0,0 0 0 0 0,0 0 0 0 0,0 0-1 0 0,0-1 1 0 0,0 1 0 0 0,0-1 0 0 0,-1 0 0 0 0,1 0-1 0 0,0 0 1 0 0,5-5 0 0 0,-2 1 0 0 0,0-1 1 0 0,0 1-1 0 0,-1-1 1 0 0,0 0-1 0 0,0 0 0 0 0,-1-1 1 0 0,0 0-1 0 0,0 0 0 0 0,6-16 1 0 0,-5 6 159 0 0,-2 0 0 0 0,0-1 0 0 0,-1 1 0 0 0,-1-1 0 0 0,-1 1 0 0 0,-1-1 1 0 0,-1-20-1 0 0,-2 16 1216 0 0,0 0-1 0 0,-13-41 1 0 0,15 62-970 0 0,1 0 72 0 0,-2-5-486 0 0,-1 9 1338 0 0,0 9-1217 0 0,0 0 1 0 0,1 0-1 0 0,0 0 0 0 0,0 0 0 0 0,2 1 0 0 0,-1-1 0 0 0,1 0 0 0 0,1 0 0 0 0,0 1 1 0 0,1-1-1 0 0,0 0 0 0 0,0 0 0 0 0,8 18 0 0 0,-4-10-712 0 0,2 0-1 0 0,17 31 0 0 0,-16-35-2054 0 0,1 1-1 0 0,23 26 0 0 0,-20-28-915 0 0</inkml:trace>
</inkml:ink>
</file>

<file path=ppt/ink/ink7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3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245 427 956 0 0,'0'0'5577'0'0,"-5"-2"-4940"0"0,-11-11 243 0 0,0 0 0 0 0,1-1 0 0 0,1 0-1 0 0,0-1 1 0 0,-13-19 0 0 0,-20-21 115 0 0,35 43-856 0 0,2 0 0 0 0,0 0 0 0 0,0-1 0 0 0,2-1 0 0 0,-1 1 0 0 0,2-1 0 0 0,-9-21 0 0 0,14 31-124 0 0,1 0 1 0 0,-1 0-1 0 0,1 0 1 0 0,0-1 0 0 0,1 1-1 0 0,-1 0 1 0 0,1-1-1 0 0,-1 1 1 0 0,1-1-1 0 0,0 1 1 0 0,1 0 0 0 0,-1-1-1 0 0,1 1 1 0 0,0 0-1 0 0,0-1 1 0 0,1 1-1 0 0,-1 0 1 0 0,1 0 0 0 0,0 0-1 0 0,0 0 1 0 0,0 0-1 0 0,0 0 1 0 0,1 1-1 0 0,-1-1 1 0 0,1 1 0 0 0,0-1-1 0 0,0 1 1 0 0,0 0-1 0 0,1 0 1 0 0,-1 1-1 0 0,5-4 1 0 0,-6 5-15 0 0,-1 0 1 0 0,0 0-1 0 0,1-1 1 0 0,0 1-1 0 0,-1 0 1 0 0,1 0-1 0 0,0 0 1 0 0,-1 1-1 0 0,1-1 0 0 0,0 0 1 0 0,0 1-1 0 0,0-1 1 0 0,0 1-1 0 0,-1-1 1 0 0,1 1-1 0 0,0 0 1 0 0,0 0-1 0 0,0 0 0 0 0,0 0 1 0 0,0 0-1 0 0,0 0 1 0 0,0 1-1 0 0,0-1 1 0 0,0 1-1 0 0,-1-1 1 0 0,1 1-1 0 0,0 0 0 0 0,0 0 1 0 0,-1-1-1 0 0,1 1 1 0 0,0 0-1 0 0,-1 1 1 0 0,1-1-1 0 0,-1 0 1 0 0,1 0-1 0 0,-1 1 0 0 0,0-1 1 0 0,1 1-1 0 0,-1-1 1 0 0,0 1-1 0 0,0-1 1 0 0,0 1-1 0 0,0 0 1 0 0,0-1-1 0 0,-1 1 0 0 0,1 0 1 0 0,0 0-1 0 0,0 2 1 0 0,1 4-3 0 0,0 0 0 0 0,0 0 1 0 0,-1 0-1 0 0,1 1 0 0 0,-2-1 1 0 0,1 0-1 0 0,-1 1 0 0 0,-1-1 1 0 0,-2 16-1 0 0,-5 3-7 0 0,-2-1 0 0 0,0-1 0 0 0,-2 0 0 0 0,0-1 0 0 0,-22 32 0 0 0,6-11 18 0 0,27-43-11 0 0,-1 0 0 0 0,1-1 0 0 0,0 1 0 0 0,0 0 0 0 0,0 0 0 0 0,0 0 0 0 0,0 0 0 0 0,0 0 0 0 0,0 0 0 0 0,1 0 0 0 0,-1 0 0 0 0,1 1 0 0 0,-1-1 0 0 0,1 0 0 0 0,0 0 0 0 0,0 0 0 0 0,0 1 0 0 0,0-1 0 0 0,0 0 0 0 0,1 0 0 0 0,-1 0 0 0 0,1 0 0 0 0,-1 1 1 0 0,1-1-1 0 0,0 0 0 0 0,0 0 0 0 0,-1 0 0 0 0,2 0 0 0 0,-1-1 0 0 0,0 1 0 0 0,2 2 0 0 0,2 0-66 0 0,1 0 1 0 0,0-1-1 0 0,-1 1 1 0 0,1-1-1 0 0,1-1 0 0 0,-1 1 1 0 0,0-1-1 0 0,1 0 1 0 0,8 1-1 0 0,27 6-1383 0 0,73 7 0 0 0,-9-12-4575 0 0,-63-5 2955 0 0</inkml:trace>
</inkml:ink>
</file>

<file path=ppt/ink/ink7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3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74 460 232 0 0,'-12'-18'4298'0'0,"12"17"-4030"0"0,0 1 0 0 0,0-1 0 0 0,-1 0 0 0 0,1 1 0 0 0,0-1 0 0 0,0 0 0 0 0,-1 1 0 0 0,1-1 0 0 0,0 1 0 0 0,-1-1 0 0 0,1 0 0 0 0,-1 1 0 0 0,1-1 0 0 0,-1 1 0 0 0,1 0 0 0 0,-1-1 0 0 0,1 1 0 0 0,-1-1 0 0 0,1 1 0 0 0,-1 0 0 0 0,0-1 0 0 0,1 1 0 0 0,-1 0 0 0 0,1-1 0 0 0,-1 1 0 0 0,-1 0 0 0 0,-14 28 1311 0 0,13-24-1881 0 0,-2 8 512 0 0,0-1 1 0 0,1 0-1 0 0,0 1 1 0 0,1 0-1 0 0,0 0 1 0 0,1 0-1 0 0,0 0 1 0 0,1 13-1 0 0,1-24-205 0 0,0-1 0 0 0,0 0 0 0 0,0 1 0 0 0,0-1 0 0 0,0 1 0 0 0,0-1 0 0 0,0 1 0 0 0,0-1 0 0 0,0 1 0 0 0,0-1 0 0 0,0 1 0 0 0,1-1 0 0 0,-1 1 0 0 0,0-1 0 0 0,0 0 0 0 0,0 1 0 0 0,1-1 0 0 0,-1 1 0 0 0,0-1 0 0 0,1 0 0 0 0,-1 1 0 0 0,0-1 0 0 0,1 0 0 0 0,-1 1 0 0 0,1-1 0 0 0,-1 0 0 0 0,0 0 0 0 0,1 1 0 0 0,-1-1 0 0 0,1 0 0 0 0,-1 0 0 0 0,1 0 0 0 0,-1 0 0 0 0,1 1 0 0 0,20-5 110 0 0,16-15-17 0 0,-22 4-83 0 0,-1 1 0 0 0,-1-2 0 0 0,0 0 0 0 0,-1-1 0 0 0,0 0 0 0 0,-2 0 0 0 0,0-1 0 0 0,14-37 0 0 0,0-13 16 0 0,17-82 0 0 0,-33 118-24 0 0,17-101 3 0 0,-24 131-16 0 0,-1 8-21 0 0,1 70 62 0 0,-2-56-36 0 0,0-1-1 0 0,2 1 1 0 0,0-1-1 0 0,1 1 1 0 0,1-1-1 0 0,1 0 1 0 0,1 0 0 0 0,0 0-1 0 0,12 25 1 0 0,-2-17 6 0 0,3-1 0 0 0,0-1 1 0 0,1 0-1 0 0,25 24 0 0 0,-3-3-113 0 0,-40-44 32 0 0,-13 2-1077 0 0,10-3 1059 0 0,1 0 0 0 0,0 0 0 0 0,0-1 0 0 0,0 1 0 0 0,0-1 0 0 0,0 1 0 0 0,0-1 0 0 0,-1 1 0 0 0,1-1 0 0 0,0 0 0 0 0,0 0 0 0 0,-1 1 0 0 0,1-1 0 0 0,0 0 0 0 0,0 0 0 0 0,-1 0 0 0 0,1 0 0 0 0,0-1 0 0 0,-3 1 0 0 0,-27-7-6516 0 0,21 2 3388 0 0</inkml:trace>
</inkml:ink>
</file>

<file path=ppt/ink/ink7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4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20 12737 0 0,'-7'-16'523'0'0,"5"15"-266"0"0,-11-1 1467 0 0,11 3-1651 0 0,0 1 0 0 0,0-1 0 0 0,0 1 0 0 0,1-1 0 0 0,-1 1 0 0 0,0 0 0 0 0,1 0-1 0 0,0-1 1 0 0,-1 1 0 0 0,1 0 0 0 0,0 1 0 0 0,0-1 0 0 0,0 0 0 0 0,0 0 0 0 0,0 0 0 0 0,0 1-1 0 0,1-1 1 0 0,-1 0 0 0 0,1 1 0 0 0,0-1 0 0 0,0 0 0 0 0,0 5 0 0 0,0 3-53 0 0,1 1 1 0 0,1-1 0 0 0,6 21-1 0 0,0 5-4215 0 0,-8-35 2940 0 0</inkml:trace>
</inkml:ink>
</file>

<file path=ppt/ink/ink7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4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92 296 0 0,'-1'-19'988'0'0,"1"10"692"0"0,0-8-284 0 0,6 1-824 0 0,-2 8-35 0 0,4 1-65 0 0,1 1-52 0 0,3 1-232 0 0,3 4-216 0 0,2-3-188 0 0,-2 6-280 0 0,0-2-473 0 0,3 3-1051 0 0,0 1 468 0 0</inkml:trace>
</inkml:ink>
</file>

<file path=ppt/ink/ink7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5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1 11121 0 0,'0'0'675'0'0,"-3"1"-497"0"0,-2 2-99 0 0,1 0 0 0 0,0 0-1 0 0,1 0 1 0 0,-1 0 0 0 0,0 1 0 0 0,1-1 0 0 0,0 1 0 0 0,0 0 0 0 0,0 0-1 0 0,0 0 1 0 0,0 0 0 0 0,1 1 0 0 0,0-1 0 0 0,0 1 0 0 0,0-1 0 0 0,1 1 0 0 0,-3 9-1 0 0,1 5 197 0 0,1 0 0 0 0,1 1 0 0 0,1 25 0 0 0,0-21-171 0 0,0-22-109 0 0,0 0-1 0 0,0 0 1 0 0,0-1 0 0 0,0 1 0 0 0,-1 0 0 0 0,1 0 0 0 0,-1-1 0 0 0,1 1-1 0 0,-1 0 1 0 0,1-1 0 0 0,-1 1 0 0 0,0 0 0 0 0,0-1 0 0 0,0 1 0 0 0,0-1-1 0 0,0 1 1 0 0,0-1 0 0 0,0 0 0 0 0,-1 1 0 0 0,1-1 0 0 0,0 0 0 0 0,-1 0-1 0 0,-2 2 1 0 0,-17 4-2186 0 0,-4-6-4122 0 0,6-3 2956 0 0</inkml:trace>
</inkml:ink>
</file>

<file path=ppt/ink/ink7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8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637 29 380 0 0,'0'0'2578'0'0,"0"-1"-2248"0"0,1 1 1 0 0,0-1-1 0 0,0 1 1 0 0,-1-1-1 0 0,1 1 1 0 0,0-1-1 0 0,-1 0 1 0 0,1 1-1 0 0,-1-1 1 0 0,1 0 0 0 0,-1 1-1 0 0,1-1 1 0 0,-1 0-1 0 0,1 0 1 0 0,-1 0-1 0 0,0 1 1 0 0,1-1-1 0 0,-1 0 1 0 0,0 0-1 0 0,1-2 1 0 0,-5 1-270 0 0,1 1 0 0 0,0-1 0 0 0,-1 1 0 0 0,0-1 1 0 0,1 1-1 0 0,-1 0 0 0 0,1 1 0 0 0,-1-1 0 0 0,0 0 0 0 0,0 1 0 0 0,0 0 1 0 0,1 0-1 0 0,-1 0 0 0 0,0 1 0 0 0,0-1 0 0 0,1 1 0 0 0,-7 1 0 0 0,-75 23 199 0 0,65-18-129 0 0,-21 8 119 0 0,0 1-1 0 0,2 1 1 0 0,0 3-1 0 0,-54 35 0 0 0,69-38-108 0 0,1 1 0 0 0,1 1 0 0 0,0 0-1 0 0,1 2 1 0 0,2 1 0 0 0,0 0 0 0 0,-25 41-1 0 0,40-59-121 0 0,2 1-1 0 0,-1 0 0 0 0,0-1 1 0 0,1 1-1 0 0,0 1 0 0 0,0-1 1 0 0,1 0-1 0 0,0 0 0 0 0,-1 1 1 0 0,2-1-1 0 0,-1 1 1 0 0,1-1-1 0 0,-1 1 0 0 0,1-1 1 0 0,1 1-1 0 0,-1-1 0 0 0,1 0 1 0 0,0 1-1 0 0,0-1 0 0 0,1 0 1 0 0,0 1-1 0 0,0-1 0 0 0,0 0 1 0 0,0 0-1 0 0,1 0 1 0 0,0-1-1 0 0,0 1 0 0 0,0-1 1 0 0,0 1-1 0 0,1-1 0 0 0,0 0 1 0 0,0 0-1 0 0,7 5 0 0 0,2 1 6 0 0,-1-1-1 0 0,1-1 0 0 0,1 0 0 0 0,-1-1 0 0 0,2-1 0 0 0,-1 0 0 0 0,0 0 1 0 0,1-2-1 0 0,0 0 0 0 0,28 4 0 0 0,-26-5-33 0 0,1-2 1 0 0,0 0-1 0 0,-1-1 0 0 0,1 0 1 0 0,0-2-1 0 0,-1 0 0 0 0,1-1 1 0 0,-1-1-1 0 0,0 0 0 0 0,0-1 1 0 0,0-1-1 0 0,0-1 0 0 0,-1-1 1 0 0,-1 0-1 0 0,24-15 0 0 0,-36 21-5 0 0,0-1-1 0 0,-1 0 0 0 0,1 1 1 0 0,0-1-1 0 0,-1 0 1 0 0,0 0-1 0 0,0 0 0 0 0,0-1 1 0 0,0 1-1 0 0,0-1 1 0 0,2-5-1 0 0,-4 6-2 0 0,0 2-17 0 0,0 1 31 0 0,0 0 0 0 0,0 0 0 0 0,0 0 0 0 0,0-1 0 0 0,0 1 0 0 0,-1 0 0 0 0,1 0 0 0 0,0 0 0 0 0,0-1 0 0 0,0 1 0 0 0,0 0 0 0 0,0 0 0 0 0,0 0 0 0 0,0-1 0 0 0,0 1 0 0 0,0 0 0 0 0,0 0 0 0 0,0 0 0 0 0,0-1 0 0 0,0 1 0 0 0,0 0 0 0 0,0 0 0 0 0,0 0 0 0 0,0-1 0 0 0,0 1 0 0 0,0 0 0 0 0,1 0 0 0 0,-1 0 0 0 0,0 0 0 0 0,0-1 0 0 0,0 1 0 0 0,0 0 0 0 0,0 0 0 0 0,0 0 0 0 0,1 0 0 0 0,-1-1 0 0 0,0 1 0 0 0,0 0 0 0 0,0 0 0 0 0,0 0 0 0 0,1 0 0 0 0,-1 0 0 0 0,0 0 0 0 0,0 0 0 0 0,0 0 0 0 0,1 0 0 0 0,-1-1 0 0 0,0 1 0 0 0,0 0 0 0 0,0 0 0 0 0,1 0 0 0 0,-1 0 0 0 0,0 0 0 0 0,1 0 0 0 0,5 4 0 0 0,1 0 0 0 0,1 0 0 0 0,-1-1 0 0 0,0-1 0 0 0,1 1 0 0 0,0-1 0 0 0,-1 0 0 0 0,14 1 0 0 0,-19-3 20 0 0,-1 0-11 0 0,0 0 0 0 0,-1 0 0 0 0,1 0 0 0 0,-1 0 0 0 0,1-1 0 0 0,0 1 0 0 0,-1 0 0 0 0,1 0 0 0 0,-1-1 0 0 0,1 1 0 0 0,-1 0 0 0 0,1 0 0 0 0,-1-1 0 0 0,1 1 0 0 0,-1-1 0 0 0,1 1 0 0 0,-1 0 0 0 0,0-1 0 0 0,1 1 0 0 0,-1-1 0 0 0,0 1 0 0 0,1-2 0 0 0,-2-1-1 0 0,0 0 1 0 0,-1 0-1 0 0,1 0 1 0 0,-1 1-1 0 0,0-1 1 0 0,1 0-1 0 0,-1 0 1 0 0,0 1-1 0 0,-1 0 1 0 0,1-1-1 0 0,0 1 1 0 0,-1 0-1 0 0,0 0 1 0 0,1 0-1 0 0,-1 0 1 0 0,-4-2-1 0 0,-53-20-605 0 0,58 24 167 0 0,-4 3-1474 0 0,-6 6-4312 0 0</inkml:trace>
</inkml:ink>
</file>

<file path=ppt/ink/ink7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9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0 443 484 0 0,'0'0'885'0'0,"24"20"4493"0"0,-23-20-5331 0 0,-1 1 36 0 0,0 0 1 0 0,1 0 0 0 0,-1-1 0 0 0,1 1 0 0 0,-1 0-1 0 0,1 0 1 0 0,0-1 0 0 0,-1 1 0 0 0,1 0 0 0 0,0-1-1 0 0,-1 1 1 0 0,1 0 0 0 0,0-1 0 0 0,0 1 0 0 0,-1-1-1 0 0,1 0 1 0 0,0 1 0 0 0,0-1 0 0 0,0 0 0 0 0,0 1 0 0 0,0-1-1 0 0,0 0 1 0 0,0 0 0 0 0,0 0 0 0 0,-1 0 0 0 0,1 0-1 0 0,0 0 1 0 0,0 0 0 0 0,0 0 0 0 0,0 0 0 0 0,0 0-1 0 0,0 0 1 0 0,0-1 0 0 0,0 1 0 0 0,0 0 0 0 0,0-1-1 0 0,0 0 1 0 0,15-2 101 0 0,24-6 104 0 0,-12 4-175 0 0,-1-1-1 0 0,0-2 1 0 0,30-12 0 0 0,-47 16-105 0 0,-1-1 1 0 0,-1 0 0 0 0,1 0 0 0 0,-1-1 0 0 0,0 0-1 0 0,0-1 1 0 0,0 0 0 0 0,-1 0 0 0 0,0 0-1 0 0,-1-1 1 0 0,0 0 0 0 0,10-16 0 0 0,-8 11 24 0 0,0-1-1 0 0,-1 0 1 0 0,-1-1 0 0 0,0 0 0 0 0,-1 0 0 0 0,-1 0-1 0 0,0-1 1 0 0,-1 1 0 0 0,-1-1 0 0 0,0 0 0 0 0,-1 0-1 0 0,0 0 1 0 0,-2 1 0 0 0,0-1 0 0 0,-1 0 0 0 0,0 0 0 0 0,-9-28-1 0 0,11 43-17 0 0,0 0-1 0 0,-1 0 1 0 0,1 0-1 0 0,-1 0 0 0 0,1 0 1 0 0,0 0-1 0 0,-1 0 0 0 0,1 0 1 0 0,-1 0-1 0 0,0 0 0 0 0,1 1 1 0 0,-1-1-1 0 0,0 0 1 0 0,1 0-1 0 0,-1 1 0 0 0,0-1 1 0 0,0 1-1 0 0,0-1 0 0 0,0 0 1 0 0,0 1-1 0 0,1 0 1 0 0,-1-1-1 0 0,0 1 0 0 0,0-1 1 0 0,0 1-1 0 0,0 0 0 0 0,0 0 1 0 0,0 0-1 0 0,0 0 0 0 0,0-1 1 0 0,0 1-1 0 0,0 1 1 0 0,-1-1-1 0 0,1 0 0 0 0,0 0 1 0 0,0 0-1 0 0,0 0 0 0 0,0 1 1 0 0,1-1-1 0 0,-1 0 1 0 0,0 1-1 0 0,0-1 0 0 0,0 1 1 0 0,0-1-1 0 0,0 1 0 0 0,0 0 1 0 0,1-1-1 0 0,-2 2 0 0 0,-4 2 48 0 0,1 1-1 0 0,-1-1 0 0 0,1 1 0 0 0,1 0 0 0 0,-8 10 0 0 0,5-3-8 0 0,0 0 0 0 0,1 0 0 0 0,0 1-1 0 0,1-1 1 0 0,1 1 0 0 0,0 0-1 0 0,0 1 1 0 0,2-1 0 0 0,0 0 0 0 0,0 1-1 0 0,1 0 1 0 0,2 26 0 0 0,-1-32-38 0 0,0 0 1 0 0,1-1 0 0 0,1 1 0 0 0,-1 0-1 0 0,1 0 1 0 0,0 0 0 0 0,1-1 0 0 0,0 1-1 0 0,0-1 1 0 0,1 0 0 0 0,-1 0 0 0 0,2 0-1 0 0,-1-1 1 0 0,1 1 0 0 0,0-1 0 0 0,0 0-1 0 0,1 0 1 0 0,-1-1 0 0 0,2 1 0 0 0,-1-1-1 0 0,0-1 1 0 0,1 1 0 0 0,10 4 0 0 0,-12-7-11 0 0,0 0 0 0 0,1 0 0 0 0,-1-1 0 0 0,0 1 0 0 0,1-1 0 0 0,-1-1 0 0 0,1 1 1 0 0,-1-1-1 0 0,1 0 0 0 0,-1 0 0 0 0,1-1 0 0 0,-1 1 0 0 0,1-1 0 0 0,-1 0 0 0 0,0-1 1 0 0,10-3-1 0 0,-6 1-1 0 0,-1 0 1 0 0,0-1-1 0 0,0 0 1 0 0,0-1-1 0 0,-1 1 1 0 0,0-1 0 0 0,0-1-1 0 0,11-12 1 0 0,-9 7 42 0 0,-7 12-57 0 0,3 14 6 0 0,-4-12 2 0 0,1 0 0 0 0,-1 0 0 0 0,1-1 0 0 0,-1 1 0 0 0,1 0 0 0 0,0 0 0 0 0,0-1 0 0 0,-1 1 0 0 0,1-1 0 0 0,0 0 0 0 0,1 0 0 0 0,-1 1 0 0 0,0-1 0 0 0,0-1 0 0 0,0 1 0 0 0,1 0 0 0 0,-1 0 0 0 0,0-1 0 0 0,1 1 0 0 0,4-1 0 0 0,54 1 11 0 0,-41-2-12 0 0,43-10-63 0 0,-44 7 26 0 0,1 0 0 0 0,30-1 0 0 0,-45 5 41 0 0,0 1 0 0 0,0-1-1 0 0,-1 1 1 0 0,1 0 0 0 0,-1 1 0 0 0,1-1 0 0 0,-1 1 0 0 0,8 4 0 0 0,35 12-247 0 0,-45-17 196 0 0,13-9-143 0 0,-14 5 202 0 0,0 1 0 0 0,-1-1-1 0 0,1 1 1 0 0,-1-1 0 0 0,0 0-1 0 0,1 0 1 0 0,-1 1 0 0 0,-1-1-1 0 0,1 0 1 0 0,0 1 0 0 0,-1-1-1 0 0,1 0 1 0 0,-1 1 0 0 0,0-1 0 0 0,0 1-1 0 0,0-1 1 0 0,0 1 0 0 0,0-1-1 0 0,-1 1 1 0 0,1 0 0 0 0,-1-1-1 0 0,0 1 1 0 0,1 0 0 0 0,-1 0-1 0 0,0 0 1 0 0,0 1 0 0 0,0-1-1 0 0,0 0 1 0 0,-1 1 0 0 0,1-1 0 0 0,-5-1-1 0 0,3 2 10 0 0,0 1-1 0 0,1 0 1 0 0,-1 0-1 0 0,0 0 1 0 0,0 0-1 0 0,1 1 1 0 0,-1-1 0 0 0,0 1-1 0 0,1 0 1 0 0,-1 0-1 0 0,0 1 1 0 0,1-1-1 0 0,0 1 1 0 0,-1 0-1 0 0,1 0 1 0 0,0 0-1 0 0,-6 4 1 0 0,3-1-149 0 0,-1 0-1 0 0,1 0 1 0 0,0 1 0 0 0,1 0-1 0 0,-1 0 1 0 0,1 0 0 0 0,-5 9 0 0 0,8-11-248 0 0,-7 13-1421 0 0,8-4-3677 0 0,3-3 2472 0 0</inkml:trace>
</inkml:ink>
</file>

<file path=ppt/ink/ink7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9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0 1036 0 0,'0'0'7102'0'0,"2"5"-6082"0"0,1 12-110 0 0,0 1 1 0 0,-1 0-1 0 0,-1 0 0 0 0,-1 1 1 0 0,-3 32-1 0 0,1 9 279 0 0,2-45-998 0 0,-4 73 819 0 0,3-80-1541 0 0,0-1-1 0 0,-1 0 1 0 0,0 0-1 0 0,0 0 1 0 0,-5 10-1 0 0,-8-1-7458 0 0</inkml:trace>
</inkml:ink>
</file>

<file path=ppt/ink/ink7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39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720 125 600 0 0,'9'-5'552'0'0,"4"-2"-24"0"0,-1-1-48 0 0,1 2 56 0 0,-1 2-56 0 0,1-2-48 0 0,-1 0-44 0 0,2 1-20 0 0,-4-1-48 0 0,2 3 56 0 0,6-2-420 0 0,-11 4-152 0 0,7-6-2476 0 0</inkml:trace>
  <inkml:trace contextRef="#ctx0" brushRef="#br0" timeOffset="1">21 35 144 0 0,'0'0'1064'0'0,"-13"-3"788"0"0,6-5 1265 0 0,26-9-2949 0 0,-12 14-216 0 0,5 1-260 0 0,6 1-2777 0 0</inkml:trace>
</inkml:ink>
</file>

<file path=ppt/ink/ink7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41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93 9437 0 0,'11'-80'558'0'0,"-10"77"-465"0"0,0-4 7 0 0,-1 5 131 0 0,-2 5 1116 0 0,-16 37-990 0 0,2 0-1 0 0,2 1 1 0 0,2 1 0 0 0,1 0 0 0 0,-6 55 0 0 0,16-96-350 0 0,1 0 0 0 0,0 0 0 0 0,0 0 0 0 0,0-1 0 0 0,0 1 0 0 0,0 0 0 0 0,0 0 0 0 0,0 0 0 0 0,0-1 0 0 0,0 1 0 0 0,0 0 0 0 0,0 0 0 0 0,0 0 0 0 0,1-1 1 0 0,-1 1-1 0 0,0 0 0 0 0,0 0 0 0 0,1-1 0 0 0,-1 1 0 0 0,1 0 0 0 0,-1-1 0 0 0,1 1 0 0 0,-1 0 0 0 0,1-1 0 0 0,-1 1 0 0 0,1-1 0 0 0,-1 1 0 0 0,2 0 0 0 0,-1-1 2 0 0,1 1-1 0 0,-1-1 0 0 0,1 0 0 0 0,-1 0 0 0 0,0 0 0 0 0,1 0 0 0 0,-1 0 1 0 0,0-1-1 0 0,1 1 0 0 0,-1 0 0 0 0,0-1 0 0 0,0 1 0 0 0,1-1 1 0 0,-1 1-1 0 0,2-2 0 0 0,39-26 101 0 0,-4-14-36 0 0,-32 34-68 0 0,-1 1 1 0 0,1 0 0 0 0,1 1-1 0 0,-1 0 1 0 0,1 0 0 0 0,9-7-1 0 0,-15 13-5 0 0,1 0 0 0 0,-1-1-1 0 0,0 1 1 0 0,1 0 0 0 0,-1 0 0 0 0,1 0-1 0 0,-1 0 1 0 0,0 0 0 0 0,1 0 0 0 0,-1 0-1 0 0,0 1 1 0 0,1-1 0 0 0,-1 0-1 0 0,0 1 1 0 0,1-1 0 0 0,-1 1 0 0 0,0-1-1 0 0,0 1 1 0 0,2 1 0 0 0,30 19-3 0 0,-13-7 48 0 0,-5-7-43 0 0,0 0 0 0 0,0-1 0 0 0,1-1-1 0 0,0 0 1 0 0,19 3 0 0 0,-31-7 0 0 0,1-1 1 0 0,-1 1-1 0 0,1-1 1 0 0,-1 0-1 0 0,0 0 0 0 0,1 0 1 0 0,-1-1-1 0 0,1 0 1 0 0,-1 0-1 0 0,0 0 0 0 0,0 0 1 0 0,1-1-1 0 0,-1 1 1 0 0,0-1-1 0 0,0 0 0 0 0,-1 0 1 0 0,1-1-1 0 0,0 1 1 0 0,-1-1-1 0 0,1 0 0 0 0,-1 0 1 0 0,0 0-1 0 0,0 0 1 0 0,0 0-1 0 0,2-5 0 0 0,-3 5 4 0 0,0 0 0 0 0,0 0 0 0 0,0 0 0 0 0,0 0 0 0 0,-1-1 0 0 0,0 1 0 0 0,0-1 0 0 0,0 1 0 0 0,0-1 0 0 0,0 0 0 0 0,0-4 0 0 0,-8-53 64 0 0,4 46-44 0 0,-6-2 16 0 0,-7 30-12385 0 0</inkml:trace>
</inkml:ink>
</file>

<file path=ppt/ink/ink7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41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40 944 0 0,'-4'3'438'0'0,"0"0"-1"0"0,0 1 1 0 0,0-1 0 0 0,0 1-1 0 0,1 0 1 0 0,0 0 0 0 0,0 0-1 0 0,0 1 1 0 0,0-1-1 0 0,1 1 1 0 0,-1-1 0 0 0,-1 8-1 0 0,3-10-351 0 0,1 1 0 0 0,0-1 0 0 0,-1 1 0 0 0,1 0 0 0 0,0-1 0 0 0,1 1 0 0 0,-1-1 0 0 0,0 1 0 0 0,1-1 0 0 0,-1 1 0 0 0,1-1 0 0 0,0 1-1 0 0,0-1 1 0 0,0 1 0 0 0,0-1 0 0 0,0 0 0 0 0,1 0 0 0 0,-1 1 0 0 0,1-1 0 0 0,-1 0 0 0 0,1 0 0 0 0,0 0 0 0 0,0-1 0 0 0,-1 1 0 0 0,1 0 0 0 0,1-1 0 0 0,2 3-1 0 0,0-1 20 0 0,1 0 0 0 0,-1 0 0 0 0,1 0 0 0 0,-1-1 0 0 0,1 1 0 0 0,0-1 0 0 0,0-1 0 0 0,0 1-1 0 0,0-1 1 0 0,1 0 0 0 0,11 0 0 0 0,-15-1-56 0 0,-1 0 0 0 0,0 0 0 0 0,1-1-1 0 0,-1 1 1 0 0,0 0 0 0 0,1-1 0 0 0,-1 0 0 0 0,0 1 0 0 0,0-1-1 0 0,0 0 1 0 0,0 0 0 0 0,1 0 0 0 0,-1 0 0 0 0,0-1 0 0 0,-1 1-1 0 0,1-1 1 0 0,0 1 0 0 0,0-1 0 0 0,-1 1 0 0 0,1-1 0 0 0,-1 0 0 0 0,1 0-1 0 0,-1 0 1 0 0,0 0 0 0 0,1 0 0 0 0,-1 0 0 0 0,0 0 0 0 0,-1 0-1 0 0,1-1 1 0 0,0 1 0 0 0,-1 0 0 0 0,1 0 0 0 0,-1-1 0 0 0,1 1-1 0 0,-1 0 1 0 0,0-4 0 0 0,0 0 4 0 0,0 0-1 0 0,0-1 0 0 0,0 1 1 0 0,-1 0-1 0 0,0-1 1 0 0,-1 1-1 0 0,1 0 0 0 0,-1 0 1 0 0,0 0-1 0 0,0 0 0 0 0,-1 0 1 0 0,0 1-1 0 0,0-1 1 0 0,0 1-1 0 0,-1 0 0 0 0,0-1 1 0 0,0 2-1 0 0,0-1 1 0 0,0 0-1 0 0,-1 1 0 0 0,-8-7 1 0 0,12 11-188 0 0,0 0-1 0 0,0-1 1 0 0,0 1 0 0 0,0 0-1 0 0,0 0 1 0 0,0 0-1 0 0,0 0 1 0 0,0 0 0 0 0,0 0-1 0 0,0 0 1 0 0,0 0 0 0 0,0 0-1 0 0,0 0 1 0 0,0 0 0 0 0,0 1-1 0 0,0-1 1 0 0,0 0 0 0 0,0 1-1 0 0,0-1 1 0 0,0 1 0 0 0,1-1-1 0 0,-2 1 1 0 0,-5 5-5176 0 0,0 1 2593 0 0</inkml:trace>
</inkml:ink>
</file>

<file path=ppt/ink/ink7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42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9 488 296 0 0,'3'3'312'0'0,"0"0"0"0"0,0 1-1 0 0,-1 0 1 0 0,0-1 0 0 0,0 1 0 0 0,0 0 0 0 0,0 0-1 0 0,0 0 1 0 0,-1 0 0 0 0,0 1 0 0 0,0-1 0 0 0,0 0-1 0 0,0 1 1 0 0,-1-1 0 0 0,1 0 0 0 0,-1 1-1 0 0,0-1 1 0 0,-1 1 0 0 0,1-1 0 0 0,-1 0 0 0 0,0 1-1 0 0,0-1 1 0 0,0 0 0 0 0,0 0 0 0 0,-1 1 0 0 0,0-1-1 0 0,-3 5 1 0 0,4-7 206 0 0,1-2-475 0 0,0 0 1 0 0,0 1-1 0 0,0-1 0 0 0,0 0 1 0 0,0 0-1 0 0,0 1 0 0 0,-1-1 0 0 0,1 0 1 0 0,0 0-1 0 0,0 0 0 0 0,0 1 1 0 0,0-1-1 0 0,0 0 0 0 0,-1 0 0 0 0,1 0 1 0 0,0 0-1 0 0,0 1 0 0 0,0-1 1 0 0,0 0-1 0 0,-1 0 0 0 0,1 0 0 0 0,0 0 1 0 0,0 0-1 0 0,-1 0 0 0 0,1 1 1 0 0,0-1-1 0 0,0 0 0 0 0,-1 0 0 0 0,1 0 1 0 0,0 0-1 0 0,0 0 0 0 0,0 0 0 0 0,-1 0 1 0 0,1 0-1 0 0,0 0 0 0 0,0 0 1 0 0,-1 0-1 0 0,1 0 0 0 0,0 0 0 0 0,0 0 1 0 0,-1 0-1 0 0,1-1 0 0 0,0 1 1 0 0,0 0-1 0 0,0 0 0 0 0,-1 0 0 0 0,1 0 1 0 0,0 0-1 0 0,0 0 0 0 0,0-1 1 0 0,-1 1-1 0 0,1 0 0 0 0,0 0 0 0 0,0 0 1 0 0,0-1-1 0 0,0 1 0 0 0,-1 0 1 0 0,1 0-1 0 0,0 0 0 0 0,0-1 0 0 0,0 1 1 0 0,0 0-1 0 0,-1-1 1 0 0,1 0 0 0 0,-1 1-1 0 0,0-1 1 0 0,1 1 0 0 0,-1-1 0 0 0,1 0 0 0 0,-1 1 0 0 0,1-1 0 0 0,-1 0-1 0 0,1 0 1 0 0,-1 1 0 0 0,1-1 0 0 0,0 0 0 0 0,-1 0 0 0 0,1 0 0 0 0,0 0-1 0 0,0 1 1 0 0,0-1 0 0 0,-1 0 0 0 0,1-2 0 0 0,4-7 31 0 0,-1-1 0 0 0,2 0 1 0 0,-1 1-1 0 0,2 0 0 0 0,-1 0 1 0 0,1 0-1 0 0,10-12 0 0 0,-12 18-258 0 0,1 0 1 0 0,-1 0-1 0 0,1 0 0 0 0,0 1 0 0 0,0-1 0 0 0,0 1 0 0 0,0 1 0 0 0,0-1 0 0 0,1 1 0 0 0,-1 0 0 0 0,1 0 0 0 0,0 0 1 0 0,0 1-1 0 0,0 0 0 0 0,-1 0 0 0 0,10 0 0 0 0,-12 0 103 0 0,2 1 1 0 0,-1 0-1 0 0,0 0 0 0 0,0 0 1 0 0,0 0-1 0 0,0 1 1 0 0,0 0-1 0 0,-1 0 0 0 0,1 0 1 0 0,0 0-1 0 0,0 0 0 0 0,0 1 1 0 0,-1 0-1 0 0,1-1 1 0 0,-1 1-1 0 0,1 1 0 0 0,-1-1 1 0 0,0 0-1 0 0,0 1 0 0 0,0 0 1 0 0,0 0-1 0 0,0 0 0 0 0,-1 0 1 0 0,1 0-1 0 0,-1 0 1 0 0,0 1-1 0 0,0-1 0 0 0,0 1 1 0 0,2 7-1 0 0,-2-8 95 0 0,0 1-1 0 0,0-1 1 0 0,0 0-1 0 0,0 0 0 0 0,0 0 1 0 0,1 0-1 0 0,-1 0 1 0 0,1 0-1 0 0,0-1 1 0 0,0 1-1 0 0,0-1 1 0 0,0 0-1 0 0,0 1 1 0 0,0-2-1 0 0,1 1 1 0 0,-1 0-1 0 0,1-1 1 0 0,-1 1-1 0 0,1-1 1 0 0,4 1-1 0 0,-1-2 30 0 0,-1 1-1 0 0,0-1 0 0 0,0-1 1 0 0,1 1-1 0 0,-1-1 1 0 0,0 0-1 0 0,0 0 0 0 0,0-1 1 0 0,0 0-1 0 0,0 0 1 0 0,8-4-1 0 0,2-2 120 0 0,-1-1 0 0 0,0-1-1 0 0,0 0 1 0 0,-1 0 0 0 0,-1-2-1 0 0,0 0 1 0 0,0 0 0 0 0,10-15 0 0 0,-12 11 5 0 0,-1 0 1 0 0,0 0 0 0 0,-1-1 0 0 0,-1 0 0 0 0,-1 0 0 0 0,-1-1-1 0 0,0 0 1 0 0,-1-1 0 0 0,-1 1 0 0 0,2-24 0 0 0,-4 30-27 0 0,-1 1-1 0 0,-1-1 1 0 0,0 0 0 0 0,-1 1 0 0 0,0-1-1 0 0,0 1 1 0 0,-1-1 0 0 0,-1 1 0 0 0,0 0 0 0 0,0 0-1 0 0,-1 0 1 0 0,-1 0 0 0 0,0 1 0 0 0,0 0 0 0 0,-1 0-1 0 0,0 0 1 0 0,-1 0 0 0 0,-8-8 0 0 0,15 17-105 0 0,-1 0 0 0 0,0 0-1 0 0,0 0 1 0 0,0 0 0 0 0,0 0 0 0 0,0 0 0 0 0,0 1 0 0 0,0-1 0 0 0,0 0 0 0 0,0 0 0 0 0,-1 1 0 0 0,1-1 0 0 0,0 1-1 0 0,0-1 1 0 0,-1 1 0 0 0,1-1 0 0 0,0 1 0 0 0,0 0 0 0 0,-1-1 0 0 0,1 1 0 0 0,0 0 0 0 0,-1 0 0 0 0,1 0 0 0 0,0 0-1 0 0,-3 1 1 0 0,3 0-17 0 0,-1 0 0 0 0,1 0 0 0 0,0 0-1 0 0,-1 0 1 0 0,1 0 0 0 0,0 1 0 0 0,0-1 0 0 0,0 0-1 0 0,0 1 1 0 0,0-1 0 0 0,0 1 0 0 0,0-1 0 0 0,0 1-1 0 0,0 0 1 0 0,1-1 0 0 0,-1 4 0 0 0,-3 10 28 0 0,0 0 0 0 0,2 0 0 0 0,-2 22 0 0 0,4-31 18 0 0,-1 38 77 0 0,2-1 1 0 0,10 67-1 0 0,-5-74-48 0 0,-2 0 0 0 0,-2 0 0 0 0,-1-1 0 0 0,-7 63 0 0 0,4-92-60 0 0,1 1 0 0 0,-1 0 0 0 0,0-1 0 0 0,-1 1 0 0 0,1-1 0 0 0,-1 0 0 0 0,-1 1-1 0 0,1-2 1 0 0,-1 1 0 0 0,-7 8 0 0 0,8-11-227 0 0,0 1 0 0 0,0-1 0 0 0,0-1 0 0 0,0 1 0 0 0,-1 0-1 0 0,1-1 1 0 0,-1 0 0 0 0,0 0 0 0 0,0 0 0 0 0,0 0 0 0 0,0-1 0 0 0,0 1 0 0 0,0-1-1 0 0,0 0 1 0 0,0 0 0 0 0,0-1 0 0 0,-7 1 0 0 0,8-1-1197 0 0,-4-11-5111 0 0</inkml:trace>
</inkml:ink>
</file>

<file path=ppt/ink/ink7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42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41 13545 0 0,'0'0'1684'0'0,"26"-18"1776"0"0,-26 17-3451 0 0,1 1-1 0 0,-1-1 1 0 0,0 1-1 0 0,0-1 1 0 0,1 1-1 0 0,-1-1 1 0 0,0 1-1 0 0,0-1 0 0 0,1 1 1 0 0,-1-1-1 0 0,0 1 1 0 0,0-1-1 0 0,0 0 1 0 0,0 1-1 0 0,0-1 1 0 0,0 1-1 0 0,0-1 1 0 0,0 0-1 0 0,0 1 1 0 0,0-1-1 0 0,0 1 1 0 0,0-1-1 0 0,-1 1 1 0 0,1-1-1 0 0,0 0 1 0 0,0 1-1 0 0,0-1 1 0 0,-1 1-1 0 0,1-1 1 0 0,0 1-1 0 0,-1-1 1 0 0,1 1-1 0 0,-1 0 1 0 0,1-1-1 0 0,0 1 1 0 0,-1-1-1 0 0,1 1 1 0 0,-1 0-1 0 0,1-1 1 0 0,-1 1-1 0 0,1 0 1 0 0,-1-1-1 0 0,1 1 1 0 0,-1 0-1 0 0,0 0 1 0 0,1 0-1 0 0,-1 0 1 0 0,1-1-1 0 0,-1 1 1 0 0,1 0-1 0 0,-1 0 1 0 0,0 0-1 0 0,1 0 1 0 0,-1 0-1 0 0,1 0 1 0 0,-1 1-1 0 0,0-1 1 0 0,-37 5-2198 0 0,-32 12-7093 0 0,45-11 4947 0 0</inkml:trace>
</inkml:ink>
</file>

<file path=ppt/ink/ink7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56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85 443 11105 0 0,'-83'5'11'0'0,"81"-5"290"0"0,7-4-276 0 0,4-2-2 0 0,1 0-1 0 0,1 1 1 0 0,-1-1-1 0 0,0 2 1 0 0,15-4-1 0 0,-13 3 12 0 0,1 0 0 0 0,0 0 1 0 0,18-12-1 0 0,-26 14 4 0 0,-1 0 1 0 0,0 0 0 0 0,-1 0-1 0 0,1-1 1 0 0,-1 1-1 0 0,1-1 1 0 0,3-6-1 0 0,-8 3 270 0 0,-16 11-268 0 0,11-2-52 0 0,4-1 9 0 0,1-1 2 0 0,-1 0-1 0 0,0 0 1 0 0,0 1 0 0 0,1-1-1 0 0,-1 1 1 0 0,0-1 0 0 0,1 1-1 0 0,-1 0 1 0 0,0 0 0 0 0,1 0-1 0 0,-1-1 1 0 0,1 2 0 0 0,-2 0-1 0 0,1-1 161 0 0,27-1-108 0 0,-19-1-40 0 0,-1 0-1 0 0,0-1 1 0 0,0 0-1 0 0,0 0 1 0 0,0 0-1 0 0,0-1 1 0 0,0 1-1 0 0,-1-1 1 0 0,1 0-1 0 0,-1-1 0 0 0,0 1 1 0 0,7-7-1 0 0,-2 1 12 0 0,7-4 4 0 0,0-1 0 0 0,-1-1 1 0 0,-1 0-1 0 0,-1-1 0 0 0,18-27 0 0 0,-27 37-8 0 0,0 0-1 0 0,0-1 0 0 0,-1 1 0 0 0,0-1 1 0 0,0 0-1 0 0,-1 0 0 0 0,0 0 0 0 0,0 0 1 0 0,0-1-1 0 0,-1 1 0 0 0,0 0 0 0 0,-1-1 1 0 0,1 1-1 0 0,-2 0 0 0 0,1-1 1 0 0,-1 1-1 0 0,0 0 0 0 0,0-1 0 0 0,-3-7 1 0 0,3 12-12 0 0,0 1 0 0 0,-1-1 0 0 0,1 1 0 0 0,0-1 0 0 0,-1 1 0 0 0,0 0 0 0 0,1-1 0 0 0,-1 1 0 0 0,0 0 0 0 0,0 0 0 0 0,0 0 0 0 0,0 1 0 0 0,0-1 0 0 0,-1 0 0 0 0,1 1 0 0 0,0 0 0 0 0,-1-1 0 0 0,1 1 0 0 0,-1 0 0 0 0,0 0 0 0 0,1 0 0 0 0,-1 1 0 0 0,0-1 0 0 0,1 1 0 0 0,-1-1 0 0 0,0 1 0 0 0,0 0 0 0 0,0 0 0 0 0,1 0 0 0 0,-1 1 0 0 0,0-1 0 0 0,0 0 0 0 0,1 1 0 0 0,-1 0 0 0 0,0 0 0 0 0,1 0 0 0 0,-4 1 0 0 0,-7 3 5 0 0,0 1 0 0 0,1 0 0 0 0,-1 1 0 0 0,1 0 0 0 0,-21 16 0 0 0,23-14-5 0 0,1-1 0 0 0,-1 1 0 0 0,1 1 0 0 0,1-1-1 0 0,0 1 1 0 0,0 1 0 0 0,1 0 0 0 0,1 0 0 0 0,-1 0 0 0 0,2 1-1 0 0,-7 18 1 0 0,10-24-4 0 0,1-1 0 0 0,-1 0 0 0 0,2 1 1 0 0,-1-1-1 0 0,0 1 0 0 0,1 0 0 0 0,0-1 0 0 0,1 1 0 0 0,-1-1 0 0 0,1 1 0 0 0,0-1 0 0 0,0 1 0 0 0,1-1 0 0 0,-1 0 0 0 0,1 0 0 0 0,0 0 0 0 0,1 0 0 0 0,-1 0 1 0 0,1 0-1 0 0,0 0 0 0 0,1-1 0 0 0,-1 1 0 0 0,1-1 0 0 0,-1 0 0 0 0,1 0 0 0 0,0 0 0 0 0,1-1 0 0 0,-1 0 0 0 0,8 5 0 0 0,0-1-13 0 0,0-1 0 0 0,1 0-1 0 0,0-1 1 0 0,0-1 0 0 0,1 0-1 0 0,-1 0 1 0 0,1-1 0 0 0,0-1-1 0 0,-1-1 1 0 0,1 0 0 0 0,19-1-1 0 0,-5-1-24 0 0,0-1 0 0 0,0-1 0 0 0,0-2 0 0 0,42-13 0 0 0,-45 9-72 0 0,-1-1 0 0 0,0-2 1 0 0,-1 0-1 0 0,36-26 0 0 0,-59 38 103 0 0,1-1 0 0 0,-1 1 1 0 0,1-1-1 0 0,-1 1 0 0 0,1 0 1 0 0,-1-1-1 0 0,1 1 0 0 0,-1 0 1 0 0,1-1-1 0 0,-1 1 0 0 0,1 0 1 0 0,0 0-1 0 0,-1-1 0 0 0,1 1 1 0 0,0 0-1 0 0,-1 0 0 0 0,1 0 1 0 0,-1 0-1 0 0,1 0 0 0 0,0 0 1 0 0,-1 0-1 0 0,1 0 0 0 0,0 0 0 0 0,-1 0 1 0 0,1 0-1 0 0,0 0 0 0 0,-1 0 1 0 0,1 1-1 0 0,-1-1 0 0 0,1 0 1 0 0,0 0-1 0 0,-1 1 0 0 0,1-1 1 0 0,0 1-1 0 0,0 1 8 0 0,-1-1-1 0 0,1 1 1 0 0,-1-1-1 0 0,1 1 1 0 0,-1 0-1 0 0,1-1 1 0 0,-1 1-1 0 0,0 0 1 0 0,0-1-1 0 0,0 1 1 0 0,0 0-1 0 0,0 3 1 0 0,-14 62 196 0 0,13-60-198 0 0,-88 321 387 0 0,69-263-310 0 0,-42 97-1 0 0,32-114-1015 0 0,29-47 286 0 0</inkml:trace>
</inkml:ink>
</file>

<file path=ppt/ink/ink7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56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1 246 11245 0 0,'48'-29'472'0'0,"61"-47"0"0"0,6-4 382 0 0,-99 71-977 0 0,1 0-1 0 0,0 2 0 0 0,20-8 1 0 0,24-2-7046 0 0,-48 13 4141 0 0</inkml:trace>
</inkml:ink>
</file>

<file path=ppt/ink/ink7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57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78 188 0 0,'-6'-15'2840'0'0,"0"13"1196"0"0,2 6-3872 0 0,-1-1 1 0 0,1 1-1 0 0,0 0 0 0 0,0 0 1 0 0,0 0-1 0 0,1 1 0 0 0,0 0 1 0 0,-1-1-1 0 0,1 1 0 0 0,1 0 1 0 0,-1 0-1 0 0,1 1 0 0 0,0-1 1 0 0,0 0-1 0 0,1 1 1 0 0,-2 6-1 0 0,-3 14 356 0 0,1 0 1 0 0,-1 32 0 0 0,6-51-426 0 0,0-1 0 0 0,0 1 0 0 0,1-1-1 0 0,0 1 1 0 0,0-1 0 0 0,1 1 0 0 0,-1-1 0 0 0,5 9 0 0 0,-6-13-57 0 0,2 1 0 0 0,-1-1 1 0 0,0 1-1 0 0,0-1 0 0 0,1 1 0 0 0,-1-1 0 0 0,1 0 0 0 0,0 1 0 0 0,0-1 1 0 0,0 0-1 0 0,0 0 0 0 0,0-1 0 0 0,0 1 0 0 0,0 0 0 0 0,0-1 0 0 0,1 1 1 0 0,-1-1-1 0 0,1 0 0 0 0,-1 1 0 0 0,6 0 0 0 0,-4-2-17 0 0,-1 0-1 0 0,0 0 0 0 0,1-1 1 0 0,-1 1-1 0 0,0-1 1 0 0,1 0-1 0 0,-1 0 0 0 0,0 0 1 0 0,0-1-1 0 0,0 1 1 0 0,0-1-1 0 0,0 1 0 0 0,0-1 1 0 0,0 0-1 0 0,0 0 1 0 0,-1-1-1 0 0,1 1 0 0 0,3-4 1 0 0,37-48 166 0 0,20-35 80 0 0,-62 88-266 0 0,0 0 1 0 0,0 0-1 0 0,0 0 1 0 0,0 1-1 0 0,1-1 1 0 0,-1 0-1 0 0,0 0 0 0 0,0 1 1 0 0,1-1-1 0 0,-1 1 1 0 0,0-1-1 0 0,1 1 1 0 0,-1 0-1 0 0,0-1 1 0 0,1 1-1 0 0,-1 0 1 0 0,0 0-1 0 0,1 0 1 0 0,-1 0-1 0 0,1 0 1 0 0,-1 0-1 0 0,0 0 1 0 0,1 1-1 0 0,-1-1 1 0 0,1 0-1 0 0,1 2 1 0 0,39 15 10 0 0,-30-11-5 0 0,-1-1-2 0 0,0-1-1 0 0,-1 0 1 0 0,2 0 0 0 0,-1-1-1 0 0,0-1 1 0 0,1 0 0 0 0,-1 0 0 0 0,1-1-1 0 0,0-1 1 0 0,14-1 0 0 0,-15-1-3 0 0,1-1 1 0 0,-2 0 0 0 0,1-1-1 0 0,0 0 1 0 0,-1-1 0 0 0,1 0-1 0 0,-2 0 1 0 0,1-1 0 0 0,0-1 0 0 0,-1 1-1 0 0,14-14 1 0 0,-22 19-3 0 0,1 0 1 0 0,0 0-1 0 0,0 0 1 0 0,-1 0 0 0 0,1 0-1 0 0,0 0 1 0 0,0 1-1 0 0,0-1 1 0 0,0 1-1 0 0,0-1 1 0 0,0 1-1 0 0,0 0 1 0 0,0 0-1 0 0,0 0 1 0 0,0 0-1 0 0,0 0 1 0 0,0 0-1 0 0,0 0 1 0 0,0 1-1 0 0,0-1 1 0 0,0 1-1 0 0,0 0 1 0 0,0-1-1 0 0,3 3 1 0 0,31 5-17 0 0,-13-8-51 0 0,0-2-1 0 0,0 0 0 0 0,0-1 0 0 0,-1-1 1 0 0,1-1-1 0 0,-1-1 0 0 0,0-1 0 0 0,-1 0 1 0 0,0-2-1 0 0,0-1 0 0 0,0-1 0 0 0,18-13 1 0 0,-37 24 71 0 0,-1-1 0 0 0,0 0 0 0 0,1 1 1 0 0,-1-1-1 0 0,0 0 0 0 0,1 0 1 0 0,-1 0-1 0 0,0 0 0 0 0,0 0 0 0 0,0 0 1 0 0,0 0-1 0 0,0-1 0 0 0,0 1 1 0 0,0 0-1 0 0,0 0 0 0 0,0-1 0 0 0,-1 1 1 0 0,1-1-1 0 0,0 1 0 0 0,-1-1 1 0 0,0 1-1 0 0,1-1 0 0 0,-1 1 0 0 0,0-1 1 0 0,1 1-1 0 0,-1-1 0 0 0,0 1 1 0 0,0-1-1 0 0,0 1 0 0 0,-1-1 0 0 0,1 1 1 0 0,0-1-1 0 0,-1 1 0 0 0,1-1 1 0 0,0 1-1 0 0,-1-1 0 0 0,0 1 0 0 0,1-1 1 0 0,-1 1-1 0 0,0 0 0 0 0,0-1 1 0 0,0 1-1 0 0,0 0 0 0 0,0 0 0 0 0,0-1 1 0 0,0 1-1 0 0,0 0 0 0 0,0 0 1 0 0,0 0-1 0 0,-2 0 0 0 0,-1-2 68 0 0,1 1 0 0 0,-1 0 0 0 0,1 0 0 0 0,-1 1 0 0 0,0-1 0 0 0,1 1 0 0 0,-1 0 0 0 0,0 0 1 0 0,0 0-1 0 0,0 0 0 0 0,0 1 0 0 0,0-1 0 0 0,0 1 0 0 0,0 0 0 0 0,0 0 0 0 0,0 1 0 0 0,0-1 0 0 0,0 1 0 0 0,-7 2 0 0 0,11-3-72 0 0,-1 0 0 0 0,0 0 0 0 0,1 1 0 0 0,-1-1 0 0 0,0 0 0 0 0,1 1 0 0 0,-1-1 0 0 0,0 1 0 0 0,1-1 0 0 0,-1 1 0 0 0,1-1 1 0 0,-1 1-1 0 0,1-1 0 0 0,-1 1 0 0 0,1 0 0 0 0,0-1 0 0 0,-1 1 0 0 0,1 0 0 0 0,0-1 0 0 0,-1 1 0 0 0,1 0 0 0 0,0-1 0 0 0,0 1 0 0 0,-1 0 0 0 0,1 0 0 0 0,0-1 0 0 0,0 1 0 0 0,0 0 0 0 0,0-1 0 0 0,0 1 0 0 0,0 0 0 0 0,0 0 0 0 0,0-1 0 0 0,1 1 1 0 0,-1 0-1 0 0,0 0 0 0 0,0-1 0 0 0,1 1 0 0 0,-1 0 0 0 0,0-1 0 0 0,1 1 0 0 0,-1 0 0 0 0,0-1 0 0 0,1 1 0 0 0,-1-1 0 0 0,1 1 0 0 0,-1-1 0 0 0,1 1 0 0 0,0-1 0 0 0,-1 1 0 0 0,2 0 0 0 0,35 28-1399 0 0,-26-24 197 0 0,1 0 0 0 0,-1 0 0 0 0,1-1 0 0 0,0 0 0 0 0,15 2 0 0 0,14-2-2301 0 0</inkml:trace>
</inkml:ink>
</file>

<file path=ppt/ink/ink7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8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46 860 0 0,'-8'-10'1746'0'0,"5"6"-1075"0"0,1 0 1 0 0,-1 1-1 0 0,0-1 1 0 0,0 1-1 0 0,0 0 0 0 0,0 0 1 0 0,-7-5-1 0 0,8 8-574 0 0,0-1-1 0 0,0 1 1 0 0,1-1-1 0 0,-1 1 1 0 0,0-1 0 0 0,0 1-1 0 0,0 0 1 0 0,1 0-1 0 0,-1 0 1 0 0,0 0 0 0 0,0 0-1 0 0,0 0 1 0 0,0 1-1 0 0,1-1 1 0 0,-1 1 0 0 0,0-1-1 0 0,0 1 1 0 0,1 0-1 0 0,-1-1 1 0 0,0 1 0 0 0,1 0-1 0 0,-3 2 1 0 0,-7 4 144 0 0,0 1 1 0 0,1 0-1 0 0,1 0 1 0 0,-1 1-1 0 0,1 0 1 0 0,1 1-1 0 0,0 0 1 0 0,0 0-1 0 0,-10 19 1 0 0,17-27-204 0 0,0 0 0 0 0,0 0 0 0 0,0 0 0 0 0,0 1 0 0 0,0-1 0 0 0,1 0 0 0 0,-1 0 1 0 0,1 1-1 0 0,-1-1 0 0 0,1 1 0 0 0,0-1 0 0 0,0 0 0 0 0,0 1 0 0 0,1 2 0 0 0,-1-4-25 0 0,0 0-1 0 0,0 0 1 0 0,1 0-1 0 0,-1 0 1 0 0,1 0-1 0 0,-1 0 1 0 0,0 0-1 0 0,1 0 1 0 0,-1 0-1 0 0,1-1 1 0 0,0 1-1 0 0,-1 0 1 0 0,1 0-1 0 0,0-1 1 0 0,-1 1-1 0 0,1 0 1 0 0,0-1-1 0 0,0 1 1 0 0,0-1-1 0 0,-1 1 1 0 0,1-1-1 0 0,0 1 1 0 0,0-1-1 0 0,0 0 1 0 0,0 1-1 0 0,0-1 1 0 0,0 0-1 0 0,0 0 1 0 0,0 0-1 0 0,0 0 1 0 0,1 0-1 0 0,0 0 20 0 0,41-9 160 0 0,2 0-232 0 0,-27 6 53 0 0,0-1-1 0 0,-1 0 0 0 0,0-1 0 0 0,32-15 1 0 0,-29 9-13 0 0,-6 2 6 0 0,-1 1 0 0 0,1 1 0 0 0,21-8 0 0 0,-33 14-4 0 0,14 0-26 0 0,-4 3 22 0 0,-8-1 6 0 0,1 1-8 0 0,-4-1 27 0 0,4 5 141 0 0,-34 0-12302 0 0</inkml:trace>
</inkml:ink>
</file>

<file path=ppt/ink/ink7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9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65 484 0 0,'-21'-45'5930'0'0,"19"43"-5749"0"0,0 0-1 0 0,0 0 1 0 0,0 0-1 0 0,-1 1 1 0 0,1-1-1 0 0,0 1 1 0 0,-1 0 0 0 0,1 0-1 0 0,-1 0 1 0 0,0 0-1 0 0,1 0 1 0 0,-1 0 0 0 0,0 0-1 0 0,1 1 1 0 0,-1 0-1 0 0,0-1 1 0 0,-5 1 0 0 0,1 1 58 0 0,0 0 1 0 0,0 0-1 0 0,0 1 1 0 0,0 0 0 0 0,0 0-1 0 0,-12 6 1 0 0,-2 3 184 0 0,0 1 1 0 0,1 0-1 0 0,-25 21 1 0 0,28-18-124 0 0,0 0 0 0 0,0 1 0 0 0,2 1-1 0 0,-18 23 1 0 0,25-30-181 0 0,2 1-1 0 0,-1-1 0 0 0,1 1 0 0 0,1 0 1 0 0,0 1-1 0 0,0-1 0 0 0,1 1 0 0 0,1 0 1 0 0,-3 16-1 0 0,6-26-109 0 0,-1-1 0 0 0,1 0 0 0 0,-1 1 1 0 0,1-1-1 0 0,0 0 0 0 0,0 1 0 0 0,0-1 0 0 0,0 1 1 0 0,0-1-1 0 0,0 1 0 0 0,0-1 0 0 0,1 0 0 0 0,-1 1 0 0 0,0-1 1 0 0,1 1-1 0 0,-1-1 0 0 0,1 0 0 0 0,-1 0 0 0 0,1 1 1 0 0,0-1-1 0 0,0 0 0 0 0,-1 0 0 0 0,1 0 0 0 0,0 0 1 0 0,0 1-1 0 0,0-1 0 0 0,0-1 0 0 0,0 1 0 0 0,0 0 1 0 0,1 0-1 0 0,-1 0 0 0 0,0-1 0 0 0,0 1 0 0 0,1 0 1 0 0,-1-1-1 0 0,0 1 0 0 0,1-1 0 0 0,-1 1 0 0 0,0-1 1 0 0,1 0-1 0 0,2 0 0 0 0,2 0 5 0 0,1 0 1 0 0,-1-1-1 0 0,1 0 1 0 0,-1 0-1 0 0,1-1 1 0 0,-1 0-1 0 0,9-3 1 0 0,1-1 0 0 0,-1-1 1 0 0,0-1-1 0 0,-1 0 1 0 0,1-1 0 0 0,-2 0-1 0 0,1-1 1 0 0,-1-1-1 0 0,-1 0 1 0 0,0-1-1 0 0,0 0 1 0 0,-1-1 0 0 0,-1 0-1 0 0,0-1 1 0 0,-1 0-1 0 0,0 0 1 0 0,-2-1-1 0 0,12-29 1 0 0,-10 9 49 0 0,-12 33-85 0 0,-6 18 16 0 0,6-9-1 0 0,0 0 0 0 0,1 1-1 0 0,0-1 1 0 0,0 1 0 0 0,1-1 0 0 0,0 1 0 0 0,0 14 0 0 0,1-18 2 0 0,-1 0 0 0 0,2 0-1 0 0,-1 0 1 0 0,0 0 0 0 0,1 0 0 0 0,0 0 0 0 0,0 0 0 0 0,0 0 0 0 0,0 0-1 0 0,1 0 1 0 0,0-1 0 0 0,-1 1 0 0 0,1 0 0 0 0,1-1 0 0 0,4 7 0 0 0,-6-10 4 0 0,0 1 1 0 0,1 0-1 0 0,-1 0 1 0 0,0-1-1 0 0,1 1 1 0 0,-1-1 0 0 0,1 0-1 0 0,-1 1 1 0 0,1-1-1 0 0,-1 0 1 0 0,1 0 0 0 0,-1 0-1 0 0,1 0 1 0 0,-1 0-1 0 0,1 0 1 0 0,0 0 0 0 0,-1 0-1 0 0,1-1 1 0 0,-1 1-1 0 0,0 0 1 0 0,1-1-1 0 0,-1 1 1 0 0,1-1 0 0 0,-1 0-1 0 0,0 0 1 0 0,1 1-1 0 0,-1-1 1 0 0,0 0 0 0 0,2-2-1 0 0,-2 3-1 0 0,85-70-34 0 0,-65 50 26 0 0,2 1 1 0 0,0 1 0 0 0,1 2 0 0 0,37-20 0 0 0,-61 35 6 0 0,21-9 1 0 0,-1 1 0 0 0,1 1 0 0 0,1 0 0 0 0,26-5 0 0 0,-43 12 1 0 0,1 0 0 0 0,0 1 1 0 0,0-1-1 0 0,-1 1 0 0 0,1 0 0 0 0,0 0 0 0 0,0 1 0 0 0,0 0 1 0 0,-1 0-1 0 0,1 0 0 0 0,-1 1 0 0 0,1 0 0 0 0,-1 0 0 0 0,1 0 1 0 0,-1 1-1 0 0,0-1 0 0 0,0 1 0 0 0,0 1 0 0 0,-1-1 1 0 0,1 1-1 0 0,7 7 0 0 0,-10-9 0 0 0,-1 0 1 0 0,1 0 0 0 0,0 0-1 0 0,-1 0 1 0 0,0 0-1 0 0,1 0 1 0 0,-1 0 0 0 0,0 1-1 0 0,0-1 1 0 0,0 0-1 0 0,-1 1 1 0 0,1-1 0 0 0,0 1-1 0 0,-1-1 1 0 0,0 1-1 0 0,1-1 1 0 0,-1 1 0 0 0,0-1-1 0 0,0 1 1 0 0,-1 0-1 0 0,1-1 1 0 0,0 1 0 0 0,-1-1-1 0 0,0 1 1 0 0,1-1-1 0 0,-1 0 1 0 0,0 1 0 0 0,-2 2-1 0 0,-3 5-26 0 0,0 0 1 0 0,-1 0-1 0 0,-1 0 0 0 0,-15 15 1 0 0,-9 13-1995 0 0</inkml:trace>
</inkml:ink>
</file>

<file path=ppt/ink/ink7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9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26 9957 0 0,'0'-1'16'0'0,"0"1"1"0"0,0-1-1 0 0,1 0 1 0 0,-1 1 0 0 0,0-1-1 0 0,0 0 1 0 0,0 1-1 0 0,0-1 1 0 0,0 0-1 0 0,0 1 1 0 0,0-1-1 0 0,0 0 1 0 0,0 1-1 0 0,0-1 1 0 0,0 0-1 0 0,-1 1 1 0 0,1-1-1 0 0,0 0 1 0 0,0 1-1 0 0,-1-1 1 0 0,1 1 0 0 0,0-1-1 0 0,-1 0 1 0 0,-3-1 86 0 0,0 0 0 0 0,-1 1 0 0 0,1 0 1 0 0,0 0-1 0 0,0 0 0 0 0,-1 0 1 0 0,1 1-1 0 0,0-1 0 0 0,-1 1 0 0 0,1 0 1 0 0,0 1-1 0 0,-1-1 0 0 0,1 1 0 0 0,-8 1 1 0 0,9-1-39 0 0,-1 0 1 0 0,1 0-1 0 0,0 0 1 0 0,-1 0-1 0 0,1 1 1 0 0,0-1-1 0 0,0 1 1 0 0,0 0-1 0 0,0 0 1 0 0,0 0-1 0 0,1 0 1 0 0,-1 1 0 0 0,0-1-1 0 0,1 0 1 0 0,0 1-1 0 0,-1 0 1 0 0,1 0-1 0 0,0 0 1 0 0,-2 4-1 0 0,3-5 43 0 0,2 0-84 0 0,0 0 1 0 0,0 0-1 0 0,0 0 0 0 0,0 0 0 0 0,0 0 0 0 0,0 0 1 0 0,1 0-1 0 0,-1-1 0 0 0,1 1 0 0 0,-1-1 1 0 0,1 1-1 0 0,0-1 0 0 0,-1 1 0 0 0,1-1 0 0 0,3 2 1 0 0,122 35-504 0 0,-71-26-7018 0 0,-42-10 4272 0 0</inkml:trace>
</inkml:ink>
</file>

<file path=ppt/ink/ink7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1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34 850 13301 0 0,'-1'0'12'0'0,"1"0"-1"0"0,0 1 0 0 0,-1-1 1 0 0,1 0-1 0 0,-1 0 0 0 0,1 1 1 0 0,0-1-1 0 0,-1 0 0 0 0,1 0 1 0 0,-1 0-1 0 0,1 0 1 0 0,-1 1-1 0 0,1-1 0 0 0,-1 0 1 0 0,1 0-1 0 0,-1 0 0 0 0,1 0 1 0 0,-1 0-1 0 0,1 0 0 0 0,0-1 1 0 0,-1 1-1 0 0,1 0 0 0 0,-1 0 1 0 0,1 0-1 0 0,-1 0 1 0 0,1 0-1 0 0,-1-1 0 0 0,0 1 1 0 0,-14-9 164 0 0,11 7-14 0 0,5-2-18 0 0,4-7-71 0 0,0 0 0 0 0,1 0 0 0 0,0 1 0 0 0,1-1 0 0 0,0 2 1 0 0,1-1-1 0 0,0 1 0 0 0,10-10 0 0 0,25-31 53 0 0,-24 24-68 0 0,-2 0 0 0 0,0-1 0 0 0,-2-1 0 0 0,-1 0 0 0 0,16-50 0 0 0,-24 57-49 0 0,-1 0-1 0 0,-1 0 0 0 0,-1 0 0 0 0,0-1 0 0 0,-2 1 1 0 0,-1-1-1 0 0,0 0 0 0 0,-2 1 0 0 0,-5-29 0 0 0,-1 13 9 0 0,-3 0-1 0 0,0 1 0 0 0,-3 0 0 0 0,-18-37 0 0 0,32 73-17 0 0,0-1 1 0 0,-1 1-1 0 0,1-1 0 0 0,0 1 0 0 0,-1-1 1 0 0,1 0-1 0 0,0 1 0 0 0,-1-1 0 0 0,1 1 1 0 0,0-1-1 0 0,-1 1 0 0 0,1 0 0 0 0,-1-1 1 0 0,1 1-1 0 0,-1-1 0 0 0,1 1 0 0 0,-1 0 1 0 0,1-1-1 0 0,-1 1 0 0 0,0 0 0 0 0,1 0 1 0 0,-1-1-1 0 0,1 1 0 0 0,-1 0 1 0 0,0 0-1 0 0,1 0 0 0 0,-1 0 0 0 0,1 0 1 0 0,-1 0-1 0 0,0 0 0 0 0,1 0 0 0 0,-1 0 1 0 0,0 0-1 0 0,0 0 0 0 0,-21 17-21 0 0,-10 29 3 0 0,19-20 25 0 0,1 2-1 0 0,1 0 0 0 0,1 0 1 0 0,-8 44-1 0 0,-8 121 70 0 0,25-156-58 0 0,2 0 0 0 0,1 0 0 0 0,2 0-1 0 0,2 0 1 0 0,1-1 0 0 0,13 38 0 0 0,-16-59-8 0 0,1-1 0 0 0,1-1 0 0 0,0 1 0 0 0,0-1 0 0 0,1 0 0 0 0,1 0 0 0 0,1-1 0 0 0,-1 0 1 0 0,2-1-1 0 0,18 19 0 0 0,-23-26-29 0 0,0 0 1 0 0,0 0-1 0 0,1-1 1 0 0,-1 1-1 0 0,1-2 1 0 0,-1 1-1 0 0,1 0 0 0 0,0-1 1 0 0,0 0-1 0 0,0-1 1 0 0,0 1-1 0 0,0-1 1 0 0,1 0-1 0 0,-1-1 1 0 0,0 1-1 0 0,1-1 1 0 0,-1-1-1 0 0,0 1 1 0 0,0-1-1 0 0,1 0 1 0 0,-1 0-1 0 0,0-1 1 0 0,0 0-1 0 0,0 0 1 0 0,0 0-1 0 0,-1-1 1 0 0,9-4-1 0 0,3-4-41 0 0,0 0-1 0 0,-1-1 1 0 0,0-1 0 0 0,0 0 0 0 0,-2-1-1 0 0,0-1 1 0 0,0 0 0 0 0,-2-1-1 0 0,0 0 1 0 0,0-1 0 0 0,-2 0-1 0 0,0-1 1 0 0,-1 0 0 0 0,-1-1 0 0 0,7-22-1 0 0,-13 33 214 0 0,0 0 1 0 0,-1-1-1 0 0,0 1 0 0 0,0 0 0 0 0,0 0 1 0 0,-2-15-1 0 0,0 20-51 0 0,-6-1 225 0 0,6 4-313 0 0,1-1 0 0 0,0 1-1 0 0,-1-1 1 0 0,1 1 0 0 0,-1 0 0 0 0,1-1-1 0 0,-1 1 1 0 0,1 0 0 0 0,-1-1-1 0 0,1 1 1 0 0,-1 0 0 0 0,1 0-1 0 0,-1-1 1 0 0,0 1 0 0 0,1 0 0 0 0,-1 0-1 0 0,1 0 1 0 0,-1 0 0 0 0,0 0-1 0 0,1 0 1 0 0,-1 0 0 0 0,1 0-1 0 0,-1 0 1 0 0,0 0 0 0 0,1 0 0 0 0,-1 0-1 0 0,1 1 1 0 0,-1-1 0 0 0,1 0-1 0 0,-1 0 1 0 0,0 1 0 0 0,-7 4 52 0 0,0 0 0 0 0,1 1 1 0 0,-1 0-1 0 0,1 0 0 0 0,1 1 1 0 0,-1 0-1 0 0,1 0 0 0 0,1 0 1 0 0,-1 1-1 0 0,1 0 0 0 0,-6 12 0 0 0,-4 5 7 0 0,12-18-58 0 0,0 1 0 0 0,1 0 1 0 0,0 0-1 0 0,0 0 1 0 0,1 0-1 0 0,-1 10 0 0 0,0-4 38 0 0,0-5-37 0 0,1-7-12 0 0,1 0 0 0 0,-1 0 0 0 0,1 0 0 0 0,0 0 0 0 0,-1 0 0 0 0,1 0 0 0 0,0 0 0 0 0,0 0 1 0 0,0 0-1 0 0,1 0 0 0 0,-1 0 0 0 0,0 0 0 0 0,1 0 0 0 0,-1 0 0 0 0,1 0 0 0 0,0 0 0 0 0,-1 0 0 0 0,1-1 0 0 0,2 4 0 0 0,2 0 5 0 0,-2-4-4 0 0,0 0-1 0 0,0-1 1 0 0,0 1-1 0 0,0-1 0 0 0,0 0 1 0 0,1 1-1 0 0,-1-1 1 0 0,0-1-1 0 0,0 1 0 0 0,1 0 1 0 0,-1-1-1 0 0,0 0 1 0 0,0 0-1 0 0,4-1 1 0 0,0-1-2 0 0,0 0 1 0 0,0 0-1 0 0,0-1 1 0 0,0 1-1 0 0,-1-1 1 0 0,0-1 0 0 0,1 1-1 0 0,-2-1 1 0 0,1 0-1 0 0,0-1 1 0 0,8-11 0 0 0,-6 5 28 0 0,0 0 0 0 0,0 0 0 0 0,-2-1 0 0 0,1-1 0 0 0,8-26 1 0 0,-14 38-40 0 0,-1 2 5 0 0,0 0 1 0 0,0 0 0 0 0,1 0 0 0 0,-1 0 0 0 0,0 0 0 0 0,0 0-1 0 0,0 0 1 0 0,1 0 0 0 0,-1 1 0 0 0,0-1 0 0 0,0 0-1 0 0,0 0 1 0 0,1 0 0 0 0,-1 0 0 0 0,0 0 0 0 0,0 1 0 0 0,0-1-1 0 0,1 0 1 0 0,-1 0 0 0 0,0 0 0 0 0,0 0 0 0 0,0 1 0 0 0,0-1-1 0 0,0 0 1 0 0,0 0 0 0 0,0 1 0 0 0,1-1 0 0 0,-1 0-1 0 0,0 0 1 0 0,0 1 0 0 0,0-1 0 0 0,0 0 0 0 0,0 0 0 0 0,0 0-1 0 0,0 1 1 0 0,0-1 0 0 0,0 0 0 0 0,0 0 0 0 0,0 1 0 0 0,0-1-1 0 0,-1 0 1 0 0,1 0 0 0 0,0 1 0 0 0,0-1 0 0 0,0 0 0 0 0,0 0-1 0 0,0 1 1 0 0,0 4 5 0 0,0-1-1 0 0,0 1 1 0 0,1 0-1 0 0,0 0 1 0 0,0 0-1 0 0,0-1 1 0 0,3 6 0 0 0,-4-8-7 0 0,1 0 0 0 0,-1-1 0 0 0,1 1 1 0 0,0 0-1 0 0,0-1 0 0 0,-1 1 1 0 0,1 0-1 0 0,0-1 0 0 0,0 0 0 0 0,0 1 1 0 0,1-1-1 0 0,-1 1 0 0 0,0-1 0 0 0,0 0 1 0 0,1 0-1 0 0,-1 0 0 0 0,1 0 1 0 0,-1 0-1 0 0,1 0 0 0 0,-1 0 0 0 0,1 0 1 0 0,0-1-1 0 0,-1 1 0 0 0,1-1 1 0 0,0 1-1 0 0,0-1 0 0 0,-1 1 0 0 0,1-1 1 0 0,4 0-1 0 0,-3-1 3 0 0,1 0 0 0 0,0 0 0 0 0,-1 0 0 0 0,1-1 0 0 0,-1 0 0 0 0,1 1 0 0 0,-1-1 0 0 0,1 0 0 0 0,-1-1 0 0 0,0 1 0 0 0,0 0 0 0 0,0-1 0 0 0,2-3 0 0 0,122-114-18 0 0,-126 119 17 0 0,-1 1 0 0 0,1-1-1 0 0,-1 1 1 0 0,1-1 0 0 0,-1 1 0 0 0,1-1 0 0 0,0 1 0 0 0,-1 0-1 0 0,1-1 1 0 0,0 1 0 0 0,-1 0 0 0 0,1 0 0 0 0,0-1 0 0 0,0 1 0 0 0,-1 0-1 0 0,1 0 1 0 0,0 0 0 0 0,0 0 0 0 0,-1 0 0 0 0,1 0 0 0 0,0 0-1 0 0,0 0 1 0 0,-1 0 0 0 0,1 0 0 0 0,0 0 0 0 0,-1 0 0 0 0,1 1-1 0 0,0-1 1 0 0,0 0 0 0 0,-1 1 0 0 0,1-1 0 0 0,0 0 0 0 0,-1 1-1 0 0,1-1 1 0 0,-1 1 0 0 0,1-1 0 0 0,0 1 0 0 0,-1-1 0 0 0,1 1-1 0 0,20 31-10 0 0,-8-11 40 0 0,-9-17-17 0 0,0-1-9 0 0,-1 1 1 0 0,1-1-1 0 0,0 0 1 0 0,0 0 0 0 0,0-1-1 0 0,0 1 1 0 0,0-1-1 0 0,0 0 1 0 0,1 0-1 0 0,-1 0 1 0 0,1-1-1 0 0,-1 0 1 0 0,1 0-1 0 0,0 0 1 0 0,-1 0-1 0 0,1-1 1 0 0,0 1-1 0 0,0-1 1 0 0,0 0-1 0 0,-1-1 1 0 0,1 1-1 0 0,0-1 1 0 0,8-2-1 0 0,-5 1 6 0 0,0 0 0 0 0,0 0 0 0 0,-1-1 0 0 0,1 0-1 0 0,0 0 1 0 0,-1-1 0 0 0,0 0 0 0 0,0 0 0 0 0,0-1-1 0 0,-1 0 1 0 0,1 0 0 0 0,-1 0 0 0 0,7-9 0 0 0,-3 2 1 0 0,0-1 1 0 0,-1-1 0 0 0,-1 1 0 0 0,0-2-1 0 0,9-22 1 0 0,-17 35-8 0 0,0 1 0 0 0,1-1 0 0 0,-1 0 0 0 0,0 1 0 0 0,-1-1 0 0 0,1 0 0 0 0,0 1 0 0 0,0-1-1 0 0,-1 0 1 0 0,1 0 0 0 0,-1 1 0 0 0,-1-4 0 0 0,2 5-1 0 0,0-1 0 0 0,0 1-1 0 0,0 0 1 0 0,0-1 0 0 0,0 1 0 0 0,0 0 0 0 0,0-1-1 0 0,0 1 1 0 0,0 0 0 0 0,-1-1 0 0 0,1 1 0 0 0,0 0-1 0 0,0-1 1 0 0,0 1 0 0 0,-1 0 0 0 0,1 0 0 0 0,0-1-1 0 0,0 1 1 0 0,-1 0 0 0 0,1 0 0 0 0,0-1 0 0 0,0 1-1 0 0,-1 0 1 0 0,1 0 0 0 0,0 0 0 0 0,-1 0-1 0 0,1 0 1 0 0,0-1 0 0 0,-1 1 0 0 0,1 0 0 0 0,0 0-1 0 0,-1 0 1 0 0,1 0 0 0 0,-1 0 0 0 0,1 0 0 0 0,0 0-1 0 0,-1 0 1 0 0,1 0 0 0 0,0 0 0 0 0,-1 0 0 0 0,1 0-1 0 0,0 0 1 0 0,-1 1 0 0 0,1-1 0 0 0,0 0-1 0 0,-1 0 1 0 0,1 0 0 0 0,0 0 0 0 0,-1 1 0 0 0,1-1-1 0 0,0 0 1 0 0,0 0 0 0 0,-1 0 0 0 0,1 1 0 0 0,0-1-1 0 0,0 0 1 0 0,-1 1 0 0 0,1-1 0 0 0,0 0 0 0 0,0 0-1 0 0,0 1 1 0 0,-1 0 0 0 0,-4 10 5 0 0,-1 0 0 0 0,1 1-1 0 0,1-1 1 0 0,0 1 0 0 0,1 0 0 0 0,0 1 0 0 0,-1 14 0 0 0,-5 96 24 0 0,7-74-40 0 0,-2 212-11 0 0,4-246 14 0 0,0 61 9 0 0,-10 76 1 0 0,10-129 48 0 0,8-46-44 0 0,-2 8-24 0 0,28-60-588 0 0,5 2-1 0 0,60-90 1 0 0,-11 22 61 0 0,-62 97 472 0 0,-10 19 155 0 0,0-1 0 0 0,-2-1 0 0 0,-1-1 1 0 0,13-39-1 0 0,-25 65 542 0 0,-2 21-583 0 0,0-16-34 0 0,0-1-1 0 0,1 0 1 0 0,-1 0-1 0 0,1 1 1 0 0,0-1-1 0 0,-1 0 1 0 0,1 1-1 0 0,1-1 1 0 0,-1 1-1 0 0,0-1 1 0 0,0 0-1 0 0,1 1 1 0 0,-1-1 0 0 0,1 0-1 0 0,0 0 1 0 0,0 1-1 0 0,0-1 1 0 0,0 0-1 0 0,0 0 1 0 0,0 0-1 0 0,0 0 1 0 0,1 0-1 0 0,-1 0 1 0 0,1-1-1 0 0,-1 1 1 0 0,1 0-1 0 0,0-1 1 0 0,0 1-1 0 0,0-1 1 0 0,0 0-1 0 0,0 1 1 0 0,3 0-1 0 0,-2-1-1 0 0,0 0-1 0 0,0 0 0 0 0,0 0 0 0 0,0 0 0 0 0,0-1 1 0 0,1 0-1 0 0,-1 1 0 0 0,0-1 0 0 0,0 0 0 0 0,0-1 0 0 0,1 1 1 0 0,-1-1-1 0 0,0 1 0 0 0,0-1 0 0 0,0 0 0 0 0,5-2 1 0 0,-2 0 2 0 0,0 0 0 0 0,-1-1 0 0 0,0 0 0 0 0,1 1 0 0 0,-1-2 0 0 0,-1 1 0 0 0,9-10 0 0 0,-1-1 8 0 0,0-2-1 0 0,-2 1 0 0 0,0-2 1 0 0,12-25-1 0 0,-17 30 29 0 0,-1-1 0 0 0,0 0 0 0 0,3-25 0 0 0,7-24 919 0 0,-15 38 1426 0 0,-2 55-2356 0 0,1 0-1 0 0,1 0 1 0 0,1 0-1 0 0,2 0 1 0 0,1 0-1 0 0,1 0 1 0 0,2-1-1 0 0,1 0 1 0 0,1 0-1 0 0,17 39 1 0 0,-9-15-2856 0 0,-12-28-6877 0 0,-3-17 5346 0 0</inkml:trace>
</inkml:ink>
</file>

<file path=ppt/ink/ink7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1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1285 400 460 0 0,'22'-22'2385'0'0,"1"1"0"0"0,44-29 0 0 0,-54 41-1712 0 0,0 1-1 0 0,0 1 1 0 0,1 0-1 0 0,0 1 1 0 0,0 0-1 0 0,1 1 1 0 0,22-4-1 0 0,-32 8-1051 0 0,0 0-1 0 0,1 1 1 0 0,-1 0-1 0 0,0 0 1 0 0,0 0-1 0 0,10 2 1 0 0,-12-1-1561 0 0</inkml:trace>
  <inkml:trace contextRef="#ctx0" brushRef="#br0" timeOffset="1">31 40 908 0 0,'-15'-7'1400'0'0,"3"3"-152"0"0,8 0 1725 0 0,24-10-2193 0 0,-1 10-216 0 0,12 0-204 0 0,11 1-212 0 0,5 5-276 0 0,10-4-240 0 0,25 4-232 0 0,-4-2-616 0 0,2 3-1317 0 0,0 1 585 0 0</inkml:trace>
</inkml:ink>
</file>

<file path=ppt/ink/ink7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2.4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23 236 0 0,'0'0'6433'0'0,"-2"3"-5499"0"0,-3 7-223 0 0,0-1 0 0 0,1 1 1 0 0,1 0-1 0 0,-1 0 0 0 0,1 0 1 0 0,1 0-1 0 0,0 1 0 0 0,-1 15 1 0 0,6 1 287 0 0,-3-27-973 0 0,0 1-1 0 0,0-1 1 0 0,1 0 0 0 0,-1 1-1 0 0,0-1 1 0 0,0 1 0 0 0,0-1-1 0 0,1 0 1 0 0,-1 1 0 0 0,0-1-1 0 0,0 0 1 0 0,1 1 0 0 0,-1-1 0 0 0,0 0-1 0 0,1 1 1 0 0,-1-1 0 0 0,0 0-1 0 0,1 0 1 0 0,-1 0 0 0 0,1 1-1 0 0,-1-1 1 0 0,0 0 0 0 0,1 0-1 0 0,-1 0 1 0 0,1 0 0 0 0,-1 0-1 0 0,1 1 1 0 0,-1-1 0 0 0,4-1 27 0 0,-1-1-1 0 0,1 1 1 0 0,-1-1 0 0 0,1 1 0 0 0,-1-1-1 0 0,0 0 1 0 0,0 0 0 0 0,0-1-1 0 0,4-3 1 0 0,10-9 113 0 0,15-9-1 0 0,-30 24-155 0 0,15 0 21 0 0,-14 3-25 0 0,26 6 24 0 0,-24-8-21 0 0,0 0 1 0 0,0 0-1 0 0,0 0 1 0 0,0-1-1 0 0,0 0 1 0 0,0 0 0 0 0,-1 0-1 0 0,1 0 1 0 0,0-1-1 0 0,0 0 1 0 0,0 0-1 0 0,0 0 1 0 0,-1-1 0 0 0,1 0-1 0 0,0 1 1 0 0,-1-2-1 0 0,1 1 1 0 0,-1 0 0 0 0,0-1-1 0 0,0 0 1 0 0,0 0-1 0 0,0 0 1 0 0,-1 0-1 0 0,1-1 1 0 0,-1 0 0 0 0,0 1-1 0 0,0-1 1 0 0,0 0-1 0 0,4-8 1 0 0,-6 10 36 0 0,1-1 0 0 0,-1-1 0 0 0,0 1 1 0 0,0 0-1 0 0,0 0 0 0 0,0 0 0 0 0,-1 0 0 0 0,1-1 1 0 0,0-4-1 0 0,-1-10-3652 0 0,0 12 1204 0 0</inkml:trace>
</inkml:ink>
</file>

<file path=ppt/ink/ink7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2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66 480 0 0,'0'0'5701'0'0,"-5"3"-5001"0"0,-15 10-68 0 0,20-12-528 0 0,-1 0 0 0 0,0 0 0 0 0,0 1 0 0 0,1-1 0 0 0,-1 0-1 0 0,1 1 1 0 0,-1-1 0 0 0,1 0 0 0 0,0 1 0 0 0,-1-1 0 0 0,1 0 0 0 0,0 1 0 0 0,0-1 0 0 0,0 1 0 0 0,0-1 0 0 0,0 0 0 0 0,0 1 0 0 0,0-1 0 0 0,1 0 0 0 0,-1 1 0 0 0,0-1 0 0 0,1 1 0 0 0,-1-1 0 0 0,1 0 0 0 0,-1 0 0 0 0,1 1 0 0 0,0-1 0 0 0,1 2 0 0 0,-1-2-27 0 0,0 1 1 0 0,0-1 0 0 0,0 0 0 0 0,0 0 0 0 0,0 0-1 0 0,0 0 1 0 0,1 0 0 0 0,-1 0 0 0 0,0 0-1 0 0,0 0 1 0 0,1 0 0 0 0,-1-1 0 0 0,1 1 0 0 0,-1 0-1 0 0,1-1 1 0 0,-1 0 0 0 0,1 1 0 0 0,-1-1-1 0 0,1 0 1 0 0,-1 1 0 0 0,1-1 0 0 0,-1 0 0 0 0,1 0-1 0 0,-1 0 1 0 0,1-1 0 0 0,-1 1 0 0 0,1 0-1 0 0,0 0 1 0 0,-1-1 0 0 0,1 1 0 0 0,-1-1 0 0 0,0 0-1 0 0,1 1 1 0 0,-1-1 0 0 0,3-1 0 0 0,-2 0 64 0 0,0 0-1 0 0,0 1 1 0 0,0-1 0 0 0,0 0 0 0 0,0 0 0 0 0,0-1 0 0 0,-1 1 0 0 0,1 0 0 0 0,0-1 0 0 0,-1 1-1 0 0,0-1 1 0 0,0 1 0 0 0,0-1 0 0 0,0 1 0 0 0,0-1 0 0 0,0 0 0 0 0,-1 1 0 0 0,1-1 0 0 0,-1-5-1 0 0,0 3-17 0 0,0-1-1 0 0,-1 1 0 0 0,0 0 0 0 0,0-1 0 0 0,-1 1 0 0 0,1 0 0 0 0,-1 0 0 0 0,0 0 0 0 0,0 0 0 0 0,-1 0 0 0 0,0 1 1 0 0,-3-6-1 0 0,5 8-233 0 0,-6-4-285 0 0</inkml:trace>
</inkml:ink>
</file>

<file path=ppt/ink/ink7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3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1 211 560 0 0,'37'26'5045'0'0,"-14"15"-2175"0"0,-23-39-2606 0 0,3 2 90 0 0,-3-3-307 0 0,0-1 0 0 0,0 1 0 0 0,0-1 0 0 0,0 1 0 0 0,0-1 0 0 0,1 1 0 0 0,-1-1 0 0 0,0 1 0 0 0,0 0 0 0 0,0-1 0 0 0,1 0 0 0 0,-1 1-1 0 0,0-1 1 0 0,1 1 0 0 0,-1-1 0 0 0,1 1 0 0 0,-1-1 0 0 0,0 0 0 0 0,1 1 0 0 0,-1-1 0 0 0,1 0 0 0 0,-1 1 0 0 0,1-1 0 0 0,-1 0 0 0 0,1 1 0 0 0,-1-1 0 0 0,1 0 0 0 0,-1 0 0 0 0,1 0 0 0 0,-1 0 0 0 0,2 1 0 0 0,13-6-113 0 0,0-1 1 0 0,0 0 0 0 0,0 0 0 0 0,20-14 0 0 0,-19 11-147 0 0,0 1 0 0 0,0 0 0 0 0,21-6 0 0 0,-32 12 253 0 0,-1 0 0 0 0,1 0 0 0 0,-1 0 0 0 0,1-1 0 0 0,-1 1 0 0 0,0-1 0 0 0,0 0 0 0 0,0 0 0 0 0,5-6 0 0 0,-7 7 39 0 0,0 1 0 0 0,-1-1 0 0 0,1 0 0 0 0,-1 0 0 0 0,1 0 0 0 0,-1 0 0 0 0,0 0 0 0 0,1 0 1 0 0,-1 0-1 0 0,0-1 0 0 0,0 1 0 0 0,-1 0 0 0 0,1-1 0 0 0,0 1 0 0 0,-1 0 0 0 0,0-1 0 0 0,1 1 1 0 0,-1-1-1 0 0,0-2 0 0 0,-3-8 427 0 0,-1 0 1 0 0,-1 1 0 0 0,1 0 0 0 0,-2-1 0 0 0,0 2-1 0 0,0-1 1 0 0,-1 1 0 0 0,0 0 0 0 0,-16-17 0 0 0,22 26-254 0 0,-1 5-163 0 0,0 1 1 0 0,1-1-1 0 0,-1 0 1 0 0,1 1 0 0 0,-1-1-1 0 0,1 1 1 0 0,0-1 0 0 0,1 1-1 0 0,-1 0 1 0 0,1 0 0 0 0,-1-1-1 0 0,1 1 1 0 0,0 0-1 0 0,1-1 1 0 0,-1 1 0 0 0,1 0-1 0 0,-1-1 1 0 0,3 6 0 0 0,23 85 273 0 0,-16-65-145 0 0,9 27 26 0 0,-12-40-414 0 0,-1 1 1 0 0,-1-1-1 0 0,0 1 0 0 0,-2 0 0 0 0,4 32 1 0 0,-9-34-1219 0 0,-12 12-8187 0 0</inkml:trace>
</inkml:ink>
</file>

<file path=ppt/ink/ink7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3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75 380 0 0,'53'-63'14422'0'0,"-52"62"-13834"0"0,-1-1-837 0 0,1-7 1001 0 0,-39 15-13541 0 0</inkml:trace>
</inkml:ink>
</file>

<file path=ppt/ink/ink7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58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226 664 988 0 0,'-23'-13'3844'0'0,"18"11"-3579"0"0,1 0-1 0 0,-1 0 1 0 0,0 1 0 0 0,0-1 0 0 0,1 1-1 0 0,-1 0 1 0 0,0 1 0 0 0,0-1 0 0 0,0 1-1 0 0,0 0 1 0 0,0 0 0 0 0,0 0 0 0 0,0 1-1 0 0,0 0 1 0 0,0 0 0 0 0,0 0 0 0 0,0 1-1 0 0,1-1 1 0 0,-1 1 0 0 0,0 0 0 0 0,-6 4-1 0 0,5-3-106 0 0,-1 1-1 0 0,1 0 0 0 0,-1 0 1 0 0,1 1-1 0 0,0-1 0 0 0,1 1 1 0 0,-1 0-1 0 0,1 1 0 0 0,0 0 1 0 0,0-1-1 0 0,1 1 0 0 0,0 1 1 0 0,0-1-1 0 0,-4 10 1 0 0,7-13-118 0 0,-1 0 0 0 0,2 0 0 0 0,-1 0 0 0 0,0 1 0 0 0,1-1 0 0 0,-1 0 0 0 0,1 1 0 0 0,0-1 0 0 0,0 0 0 0 0,0 0 0 0 0,1 1 0 0 0,-1-1 0 0 0,1 0 0 0 0,0 0 0 0 0,0 1 0 0 0,0-1 0 0 0,0 0 0 0 0,1 0 0 0 0,-1 0 0 0 0,1 0 0 0 0,-1-1 0 0 0,1 1 0 0 0,0 0 0 0 0,0-1 1 0 0,0 1-1 0 0,1-1 0 0 0,-1 1 0 0 0,1-1 0 0 0,-1 0 0 0 0,1 0 0 0 0,0 0 0 0 0,0-1 0 0 0,0 1 0 0 0,-1-1 0 0 0,7 2 0 0 0,2 2 6 0 0,1 0 0 0 0,0-2 0 0 0,1 1 1 0 0,-1-2-1 0 0,0 0 0 0 0,1 0 0 0 0,-1-1 0 0 0,17 0 0 0 0,-6-3-90 0 0,0 0 0 0 0,0-2 0 0 0,-1 0 0 0 0,1-2 0 0 0,-1 0 0 0 0,0-1 0 0 0,-1-2-1 0 0,0 0 1 0 0,0-1 0 0 0,-1-1 0 0 0,0-1 0 0 0,-1-1 0 0 0,0 0 0 0 0,-1-2 0 0 0,-1 0-1 0 0,28-31 1 0 0,-27 27 2 0 0,-1-1-1 0 0,-1-1 1 0 0,-1-1 0 0 0,0 0-1 0 0,-2-1 1 0 0,-1 0-1 0 0,-1-1 1 0 0,0-1 0 0 0,-2 1-1 0 0,11-48 1 0 0,-16 51 30 0 0,-2 1 0 0 0,0-1 0 0 0,-1 1 0 0 0,0-1 0 0 0,-2 1 0 0 0,-1-1 0 0 0,0 1 0 0 0,-2-1 0 0 0,0 1 1 0 0,-1 0-1 0 0,-2 0 0 0 0,1 1 0 0 0,-2 0 0 0 0,-14-25 0 0 0,18 37 22 0 0,0 1-1 0 0,-1 1 1 0 0,1-1 0 0 0,-1 0 0 0 0,-1 1 0 0 0,1 0-1 0 0,-10-6 1 0 0,7 4 9 0 0,8 7-15 0 0,-1 0 0 0 0,0-1 0 0 0,1 1 0 0 0,-1 0 0 0 0,0 0 0 0 0,1-1 0 0 0,-1 1 0 0 0,0 0 0 0 0,0 0 0 0 0,1 0-1 0 0,-1 0 1 0 0,0 0 0 0 0,0 0 0 0 0,1 0 0 0 0,-1 0 0 0 0,0 0 0 0 0,0 0 0 0 0,1 0 0 0 0,-1 1 0 0 0,0-1 0 0 0,1 0 0 0 0,-1 1 0 0 0,0-1 0 0 0,1 0 0 0 0,-1 1-1 0 0,0-1 1 0 0,1 0 0 0 0,-1 1 0 0 0,1-1 0 0 0,-2 2 0 0 0,-14 17 98 0 0,11-10-62 0 0,1 1 1 0 0,0 0-1 0 0,0 1 1 0 0,1-1 0 0 0,0 0-1 0 0,1 1 1 0 0,0 0-1 0 0,1 0 1 0 0,0-1 0 0 0,2 21-1 0 0,1 6 75 0 0,12 66-1 0 0,-6-62-44 0 0,2-1 1 0 0,21 52-1 0 0,-23-71-48 0 0,1-2 1 0 0,0 1-1 0 0,2-2 0 0 0,0 1 0 0 0,2-1 0 0 0,17 20 1 0 0,-27-34-18 0 0,0 0 1 0 0,1-1-1 0 0,-1 0 1 0 0,1 1 0 0 0,-1-1-1 0 0,1-1 1 0 0,0 1-1 0 0,0 0 1 0 0,1-1 0 0 0,-1 0-1 0 0,0 0 1 0 0,1 0-1 0 0,-1-1 1 0 0,1 1 0 0 0,0-1-1 0 0,-1 0 1 0 0,1 0-1 0 0,0-1 1 0 0,0 1 0 0 0,8-2-1 0 0,-7 0 2 0 0,0-1 0 0 0,0 0 0 0 0,0 0 0 0 0,0-1 0 0 0,0 1 0 0 0,-1-1 0 0 0,0 0 0 0 0,1-1 0 0 0,-1 0 1 0 0,0 0-1 0 0,-1 0 0 0 0,1 0 0 0 0,-1 0 0 0 0,1-1 0 0 0,5-9 0 0 0,-4 6-7 0 0,-2 2 0 0 0,1 0 1 0 0,0 1-1 0 0,-1-1 0 0 0,2 1 1 0 0,6-6-1 0 0,-10 10 0 0 0,0 0 0 0 0,0-1 0 0 0,0 1 0 0 0,1 0 0 0 0,-1 0 0 0 0,0 1 0 0 0,0-1 0 0 0,1 0 0 0 0,-1 1 0 0 0,0-1 0 0 0,1 1 0 0 0,-1 0 0 0 0,0 0 0 0 0,1 0 0 0 0,-1 0 0 0 0,1 0 0 0 0,-1 1 0 0 0,0-1 0 0 0,1 1 0 0 0,-1-1 0 0 0,3 2 0 0 0,16 4 5 0 0,0-1-1 0 0,1 0 0 0 0,-1-2 1 0 0,1 0-1 0 0,0-2 1 0 0,0-1-1 0 0,0 0 0 0 0,0-1 1 0 0,-1-2-1 0 0,1 0 0 0 0,0-1 1 0 0,20-8-1 0 0,-40 12-1 0 0,2-1 2 0 0,1-1-1 0 0,-1 0 1 0 0,0 0-1 0 0,0 0 1 0 0,1 0-1 0 0,-2 0 1 0 0,1-1 0 0 0,0 0-1 0 0,0 0 1 0 0,-1 0-1 0 0,1 0 1 0 0,-1 0-1 0 0,0-1 1 0 0,0 1-1 0 0,-1-1 1 0 0,1 0-1 0 0,2-5 1 0 0,-4 8-6 0 0,0 4-88 0 0,-1-2 88 0 0,11 21 6 0 0,-9-21-11 0 0,13-1 82 0 0,-14-1-49 0 0,-1 1 1 0 0,1-1-1 0 0,0 0 1 0 0,0 0-1 0 0,-1 0 1 0 0,1 0-1 0 0,-1 0 1 0 0,1 0-1 0 0,-1 0 1 0 0,1 0-1 0 0,-1-1 1 0 0,1 1-1 0 0,-1 0 1 0 0,0 0-1 0 0,0 0 1 0 0,1-3-1 0 0,-1 2 194 0 0,-3-1-145 0 0,-37-26 186 0 0,39 28-394 0 0,-2 3-2021 0 0,0 0 1561 0 0,-4 2 610 0 0</inkml:trace>
</inkml:ink>
</file>

<file path=ppt/ink/ink7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59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26 696 0 0,'0'0'4638'0'0,"-5"2"-3929"0"0,-17 5-75 0 0,16-6 1372 0 0,9 3-1619 0 0,-2-2-304 0 0,1 0 0 0 0,-1-1 0 0 0,1 1-1 0 0,0 0 1 0 0,0 0 0 0 0,0-1 0 0 0,0 1 0 0 0,0-1 0 0 0,0 0-1 0 0,0 0 1 0 0,0 1 0 0 0,1-2 0 0 0,-1 1 0 0 0,0 0-1 0 0,1 0 1 0 0,-1-1 0 0 0,1 1 0 0 0,-1-1 0 0 0,1 1 0 0 0,-1-1-1 0 0,1 0 1 0 0,-1 0 0 0 0,1-1 0 0 0,-1 1 0 0 0,0 0 0 0 0,1-1-1 0 0,2 0 1 0 0,38-19 293 0 0,-14 2-2958 0 0,-6 4-2187 0 0,-9 6 2283 0 0</inkml:trace>
</inkml:ink>
</file>

<file path=ppt/ink/ink7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6:59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32 356 0 0,'0'0'854'0'0,"25"16"2982"0"0,2 26-1315 0 0,-22-33-2194 0 0,0-1 1 0 0,0 1-1 0 0,0-1 1 0 0,1 0-1 0 0,1-1 1 0 0,-1 1-1 0 0,15 11 1 0 0,-19-18-298 0 0,1 0 1 0 0,-1 0-1 0 0,1-1 1 0 0,-1 1-1 0 0,0-1 0 0 0,1 1 1 0 0,-1-1-1 0 0,1 0 0 0 0,-1 0 1 0 0,1 0-1 0 0,-1 0 1 0 0,1-1-1 0 0,-1 1 0 0 0,1-1 1 0 0,-1 1-1 0 0,1-1 1 0 0,-1 0-1 0 0,0 0 0 0 0,1 0 1 0 0,-1 0-1 0 0,0 0 1 0 0,0 0-1 0 0,4-3 0 0 0,1-2 22 0 0,1 1-1 0 0,-1-1 0 0 0,0 0 1 0 0,13-14-1 0 0,-13 11 153 0 0,-1-1 0 0 0,1 1 0 0 0,-2-1 0 0 0,1 0 0 0 0,-1 0 0 0 0,-1-1 0 0 0,0 1 0 0 0,4-17 0 0 0,-6 18 766 0 0,0 16 176 0 0,0 15-608 0 0,-2-22-801 0 0,1 16-413 0 0,5 0-4910 0 0,-4-9 3135 0 0</inkml:trace>
</inkml:ink>
</file>

<file path=ppt/ink/ink7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1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7 588 0 0,'-2'-1'354'0'0,"0"0"-1"0"0,0 0 1 0 0,0 1 0 0 0,-1-1-1 0 0,1 0 1 0 0,0 1 0 0 0,0-1 0 0 0,-1 1-1 0 0,1 0 1 0 0,-1 0 0 0 0,1 0-1 0 0,0 0 1 0 0,-1 0 0 0 0,1 0-1 0 0,0 1 1 0 0,-1-1 0 0 0,1 1-1 0 0,-4 1 1 0 0,4 0-211 0 0,0-1-1 0 0,0 1 1 0 0,-1 0 0 0 0,2 0 0 0 0,-1 0-1 0 0,0 0 1 0 0,0 0 0 0 0,0 0-1 0 0,1 0 1 0 0,0 1 0 0 0,-1-1 0 0 0,1 0-1 0 0,0 1 1 0 0,0-1 0 0 0,0 1-1 0 0,0 0 1 0 0,0 2 0 0 0,0 3 23 0 0,-1 0 1 0 0,2 0-1 0 0,-1 0 0 0 0,1 0 1 0 0,0 0-1 0 0,1 1 0 0 0,0-1 1 0 0,4 15-1 0 0,-5-21-121 0 0,1 1 0 0 0,-1 0 1 0 0,1-1-1 0 0,0 1 0 0 0,0 0 0 0 0,0-1 1 0 0,0 1-1 0 0,0-1 0 0 0,0 0 0 0 0,1 1 0 0 0,-1-1 1 0 0,1 0-1 0 0,0 0 0 0 0,-1 0 0 0 0,1 0 0 0 0,0 0 1 0 0,0 0-1 0 0,1 0 0 0 0,-1-1 0 0 0,0 1 0 0 0,0-1 1 0 0,1 1-1 0 0,-1-1 0 0 0,1 0 0 0 0,-1 0 1 0 0,1 0-1 0 0,0-1 0 0 0,3 2 0 0 0,-2-3-61 0 0,1 1 0 0 0,-1-1-1 0 0,1 0 1 0 0,-1 0 0 0 0,0-1-1 0 0,1 1 1 0 0,-1-1 0 0 0,0 0-1 0 0,0 0 1 0 0,0 0 0 0 0,0-1-1 0 0,-1 1 1 0 0,1-1 0 0 0,3-4-1 0 0,41-46-227 0 0,-47 52 232 0 0,-1 1 9 0 0,0 0-1 0 0,1-1 0 0 0,-1 1 0 0 0,0 0 0 0 0,0 0 0 0 0,0 0 0 0 0,0-1 0 0 0,0 1 1 0 0,1 0-1 0 0,-1 0 0 0 0,0 0 0 0 0,0-1 0 0 0,0 1 0 0 0,0 0 0 0 0,1 0 0 0 0,-1 0 0 0 0,0 0 1 0 0,0 0-1 0 0,0 0 0 0 0,1 0 0 0 0,-1-1 0 0 0,0 1 0 0 0,0 0 0 0 0,1 0 0 0 0,-1 0 1 0 0,0 0-1 0 0,0 0 0 0 0,1 0 0 0 0,-1 0 0 0 0,0 0 0 0 0,0 0 0 0 0,0 0 0 0 0,1 0 1 0 0,-1 0-1 0 0,0 0 0 0 0,0 1 0 0 0,1-1 0 0 0,-1 0 0 0 0,0 0 0 0 0,0 0 0 0 0,0 0 0 0 0,1 0 1 0 0,-1 0-1 0 0,0 0 0 0 0,0 1 0 0 0,0-1 0 0 0,1 0 0 0 0,-1 0 0 0 0,0 0 0 0 0,0 1 1 0 0,0-1-1 0 0,0 0 0 0 0,0 0 0 0 0,0 0 0 0 0,1 1 0 0 0,-1-1 0 0 0,0 0 0 0 0,0 1 1 0 0,14 14-589 0 0,2 7-1529 0 0,-5-10-2107 0 0,-3-3 1409 0 0</inkml:trace>
</inkml:ink>
</file>

<file path=ppt/ink/ink7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3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0 614 100 0 0,'6'4'1739'0'0,"-2"-6"1342"0"0,25-39-41 0 0,48-90-1 0 0,4-8-1399 0 0,-76 132-1583 0 0,0 1 0 0 0,1 0 0 0 0,-1 0 0 0 0,1 0 1 0 0,0 1-1 0 0,1 0 0 0 0,-1 0 0 0 0,1 0 0 0 0,0 1 0 0 0,0 0 0 0 0,0 1 0 0 0,1-1 0 0 0,-1 1 0 0 0,1 1 0 0 0,0-1 0 0 0,0 1 0 0 0,15-1 0 0 0,-18 2-42 0 0,-1 1 0 0 0,1 0 0 0 0,-1 0 0 0 0,1 1-1 0 0,-1-1 1 0 0,1 1 0 0 0,-1 0 0 0 0,0 0-1 0 0,0 1 1 0 0,1-1 0 0 0,-1 1 0 0 0,0 0-1 0 0,0 0 1 0 0,0 0 0 0 0,-1 1 0 0 0,1-1 0 0 0,0 1-1 0 0,-1 0 1 0 0,0 0 0 0 0,1 0 0 0 0,-1 0-1 0 0,-1 1 1 0 0,1-1 0 0 0,0 1 0 0 0,-1 0-1 0 0,0 0 1 0 0,0 0 0 0 0,0 0 0 0 0,0 0 0 0 0,0 0-1 0 0,-1 0 1 0 0,0 1 0 0 0,1 4 0 0 0,-1-3-1 0 0,0 0 1 0 0,-1 0-1 0 0,1 0 1 0 0,-1 0-1 0 0,0 0 0 0 0,-1 0 1 0 0,1 0-1 0 0,-1 0 1 0 0,0 0-1 0 0,-1 0 1 0 0,0 0-1 0 0,0-1 1 0 0,-5 12-1 0 0,0-4 30 0 0,-1-1 1 0 0,0 1-1 0 0,0-1 0 0 0,-15 14 0 0 0,22-25-31 0 0,5-6-59 0 0,27-29-351 0 0,1 2-1 0 0,69-55 1 0 0,-32 29 111 0 0,-20 2 108 0 0,-49 56 179 0 0,1 0 0 0 0,-1 0 0 0 0,0 0 0 0 0,0 0 0 0 0,0-1 0 0 0,0 1 0 0 0,0 0 0 0 0,0 0 1 0 0,0 0-1 0 0,1 0 0 0 0,-1 0 0 0 0,0 0 0 0 0,0 0 0 0 0,0 0 0 0 0,0 0 0 0 0,0 0 1 0 0,1 0-1 0 0,-1 0 0 0 0,0 0 0 0 0,0 0 0 0 0,0 0 0 0 0,0 0 0 0 0,1 0 0 0 0,-1 0 0 0 0,0 0 1 0 0,0 0-1 0 0,0 0 0 0 0,0 0 0 0 0,0 0 0 0 0,1 0 0 0 0,-1 0 0 0 0,0 0 0 0 0,0 0 0 0 0,0 0 1 0 0,0 0-1 0 0,0 0 0 0 0,1 0 0 0 0,-1 0 0 0 0,0 1 0 0 0,0-1 0 0 0,0 0 0 0 0,0 0 1 0 0,0 0-1 0 0,0 0 0 0 0,0 0 0 0 0,0 0 0 0 0,1 0 0 0 0,-1 1 0 0 0,0-1 0 0 0,0 0 0 0 0,0 0 1 0 0,0 0-1 0 0,0 0 0 0 0,0 1 0 0 0,0-1 0 0 0,0 0 0 0 0,0 0 0 0 0,0 0 0 0 0,0 0 1 0 0,0 0-1 0 0,0 1 0 0 0,0-1 0 0 0,2 19 156 0 0,-4 20 94 0 0,1-36-243 0 0,1 0 0 0 0,-1 0 0 0 0,1 0 0 0 0,0 0 1 0 0,0 0-1 0 0,0 0 0 0 0,1 0 0 0 0,-1 0 0 0 0,1 0 1 0 0,-1 0-1 0 0,1 0 0 0 0,0 0 0 0 0,0 0 0 0 0,0-1 0 0 0,1 1 1 0 0,-1 0-1 0 0,1-1 0 0 0,-1 1 0 0 0,1-1 0 0 0,0 1 1 0 0,0-1-1 0 0,0 0 0 0 0,3 3 0 0 0,-3-4-2 0 0,0-1-1 0 0,0 1 0 0 0,0-1 1 0 0,0 1-1 0 0,1-1 0 0 0,-1 0 1 0 0,0 0-1 0 0,0 0 0 0 0,0 0 1 0 0,0 0-1 0 0,0 0 0 0 0,0-1 1 0 0,0 1-1 0 0,0-1 0 0 0,0 1 1 0 0,0-1-1 0 0,0 0 0 0 0,0 0 1 0 0,0 0-1 0 0,0 0 0 0 0,0 0 1 0 0,-1 0-1 0 0,3-2 0 0 0,37-33 50 0 0,3-13-46 0 0,-42 48-10 0 0,59 12-2 0 0,-54-12 4 0 0,0 1 0 0 0,1-1 1 0 0,-1 0-1 0 0,0 0 0 0 0,0-1 1 0 0,0 0-1 0 0,0 0 1 0 0,0-1-1 0 0,-1 0 0 0 0,1 0 1 0 0,-1-1-1 0 0,1 1 0 0 0,-1-1 1 0 0,-1-1-1 0 0,1 1 1 0 0,0-1-1 0 0,-1 0 0 0 0,0 0 1 0 0,8-11-1 0 0,-5 5 2 0 0,0 0-1 0 0,-1 0 1 0 0,0 0 0 0 0,-1-1-1 0 0,0 0 1 0 0,-1 0 0 0 0,-1-1-1 0 0,0 1 1 0 0,5-26 0 0 0,-10 33-2 0 0,-3-23 3 0 0,5 28-4 0 0,-1-1 0 0 0,0 1 0 0 0,0 0 0 0 0,0-1 0 0 0,0 1 1 0 0,0-1-1 0 0,0 1 0 0 0,0 0 0 0 0,0-1 0 0 0,0 1 0 0 0,0-1 0 0 0,-1 1 0 0 0,1 0 0 0 0,0-1 0 0 0,0 1 0 0 0,0-1 0 0 0,0 1 0 0 0,-1 0 0 0 0,1-1 0 0 0,0 1 0 0 0,0 0 0 0 0,-1-1 0 0 0,1 1 0 0 0,0 0 0 0 0,0 0 0 0 0,-1-1 0 0 0,1 1 0 0 0,0 0 0 0 0,-1 0 0 0 0,1-1 0 0 0,0 1 0 0 0,-1 0 0 0 0,1 0 0 0 0,-1 0 0 0 0,1 0 0 0 0,0 0 0 0 0,-1 0 0 0 0,1-1 0 0 0,-1 1 0 0 0,1 0 0 0 0,0 0 0 0 0,-1 0 0 0 0,1 0 0 0 0,-1 0 0 0 0,1 1 0 0 0,0-1 0 0 0,-1 0 0 0 0,-1 0 2 0 0,1 1-4 0 0,0-1 1 0 0,0 1 0 0 0,0-1 0 0 0,0 1 0 0 0,0-1-1 0 0,0 1 1 0 0,-1 0 0 0 0,2 0 0 0 0,-1 0 0 0 0,0-1 0 0 0,0 1-1 0 0,0 0 1 0 0,0 0 0 0 0,0 0 0 0 0,1 0 0 0 0,-1 0-1 0 0,0 1 1 0 0,1-1 0 0 0,-1 0 0 0 0,1 0 0 0 0,-1 0-1 0 0,1 0 1 0 0,0 1 0 0 0,-1-1 0 0 0,1 0 0 0 0,0 0 0 0 0,0 1-1 0 0,0-1 1 0 0,0 0 0 0 0,0 0 0 0 0,0 1 0 0 0,0-1-1 0 0,1 0 1 0 0,-1 0 0 0 0,1 3 0 0 0,5 17 6 0 0,1 0 1 0 0,16 34-1 0 0,8 21-13 0 0,-30-73 6 0 0,0 0 1 0 0,0 0-1 0 0,0 1 1 0 0,-1-1-1 0 0,1 1 0 0 0,-1-1 1 0 0,0 1-1 0 0,0 5 1 0 0,-1-7-3 0 0,1-1 1 0 0,0 0-1 0 0,-1 0 1 0 0,1 1-1 0 0,-1-1 1 0 0,1 0-1 0 0,-1 0 1 0 0,0 0-1 0 0,1 0 1 0 0,-1 0-1 0 0,0 1 1 0 0,0-1-1 0 0,0-1 1 0 0,0 1 0 0 0,0 0-1 0 0,0 0 1 0 0,0 0-1 0 0,0 0 1 0 0,0-1-1 0 0,0 1 1 0 0,-2 0-1 0 0,1 0-149 0 0,-16 0-1244 0 0,-7-8-2857 0 0</inkml:trace>
</inkml:ink>
</file>

<file path=ppt/ink/ink7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3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73 108 0 0,'-1'-5'577'0'0,"-1"0"-1"0"0,1 0 1 0 0,-1 0-1 0 0,0 0 0 0 0,0 0 1 0 0,0 0-1 0 0,-1 1 1 0 0,1-1-1 0 0,-1 1 1 0 0,-1 0-1 0 0,1 0 1 0 0,0 0-1 0 0,-1 0 1 0 0,-4-4-1 0 0,6 7 508 0 0,-1 5-597 0 0,-2 1-351 0 0,1 0 0 0 0,-1 0 1 0 0,1 1-1 0 0,1-1 1 0 0,-1 1-1 0 0,1 0 1 0 0,0 0-1 0 0,1 1 1 0 0,-1-1-1 0 0,1 1 0 0 0,0-1 1 0 0,1 1-1 0 0,-2 12 1 0 0,-1 17 270 0 0,2 51 1 0 0,1-40-120 0 0,-37 459 1271 0 0,36-485-1494 0 0,-7 24 192 0 0,9-44-149 0 0,1-6-99 0 0,13-33-67 0 0,1 1 0 0 0,3 0 0 0 0,0 1 0 0 0,3 1 0 0 0,1 1 0 0 0,43-52 0 0 0,-61 80 36 0 0,1 1-1 0 0,0-1 1 0 0,0 1-1 0 0,0 1 1 0 0,0-1-1 0 0,1 1 0 0 0,0 0 1 0 0,7-4-1 0 0,-11 7 18 0 0,0 0 0 0 0,0 0 0 0 0,-1 1 0 0 0,1-1 0 0 0,0 1 0 0 0,0 0 0 0 0,0-1 0 0 0,-1 1 0 0 0,1 0 0 0 0,0 0 0 0 0,0 0 0 0 0,0 0 0 0 0,0 0 0 0 0,0 1 0 0 0,0-1 0 0 0,-1 0 0 0 0,1 1 0 0 0,0-1 0 0 0,0 1 0 0 0,-1 0 0 0 0,1 0 0 0 0,0 0 0 0 0,-1 0 0 0 0,1 0 0 0 0,-1 0 0 0 0,1 0 0 0 0,-1 0 0 0 0,1 1 0 0 0,-1-1 0 0 0,0 0 0 0 0,0 1 0 0 0,1-1 0 0 0,0 4 0 0 0,0-2-52 0 0,0 0-1 0 0,-1 0 1 0 0,0 1-1 0 0,0-1 1 0 0,0 1 0 0 0,0-1-1 0 0,0 1 1 0 0,-1-1-1 0 0,1 1 1 0 0,-1-1 0 0 0,0 1-1 0 0,0 0 1 0 0,0-1-1 0 0,-1 1 1 0 0,1-1 0 0 0,-1 1-1 0 0,0-1 1 0 0,0 1-1 0 0,-2 4 1 0 0,3-7-461 0 0,-4 0-340 0 0,3-1 757 0 0,1 1 1 0 0,0-1-1 0 0,-1 0 1 0 0,1 0-1 0 0,0 0 1 0 0,-1 1 0 0 0,1-1-1 0 0,-1 0 1 0 0,1 0-1 0 0,0 0 1 0 0,-1 0-1 0 0,1 0 1 0 0,-1 0 0 0 0,1 0-1 0 0,-1 0 1 0 0,1 0-1 0 0,0 0 1 0 0,-1 0-1 0 0,1 0 1 0 0,-1 0 0 0 0,1 0-1 0 0,0 0 1 0 0,-1 0-1 0 0,1 0 1 0 0,-1 0-1 0 0,1-1 1 0 0,0 1-1 0 0,-1 0 1 0 0,1 0 0 0 0,-1-1-1 0 0,-19-18-4319 0 0</inkml:trace>
</inkml:ink>
</file>

<file path=ppt/ink/ink7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4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1 393 512 0 0,'14'3'2075'0'0,"-7"-3"-1763"0"0,-1-1 1 0 0,1 0-1 0 0,-1 0 0 0 0,1 0 1 0 0,-1-1-1 0 0,0 0 0 0 0,1 0 1 0 0,-1 0-1 0 0,0-1 1 0 0,0 0-1 0 0,-1-1 0 0 0,1 1 1 0 0,-1-1-1 0 0,0 0 0 0 0,1 0 1 0 0,-2-1-1 0 0,1 1 0 0 0,0-1 1 0 0,-1 0-1 0 0,0 0 1 0 0,0-1-1 0 0,-1 1 0 0 0,1-1 1 0 0,-1 0-1 0 0,3-9 0 0 0,-3 8 72 0 0,-1 1-1 0 0,0-1 1 0 0,-1 0-1 0 0,1 0 1 0 0,-1 0-1 0 0,0-10 1476 0 0,-1 23-1784 0 0,1 19-25 0 0,-1-24-46 0 0,0 0 0 0 0,1 0-1 0 0,-1 1 1 0 0,1-1 0 0 0,-1 0 0 0 0,1 0-1 0 0,-1 0 1 0 0,1 0 0 0 0,-1 0-1 0 0,1 0 1 0 0,0 0 0 0 0,0 0-1 0 0,-1-1 1 0 0,1 1 0 0 0,0 0 0 0 0,0 0-1 0 0,0-1 1 0 0,0 1 0 0 0,0 0-1 0 0,0-1 1 0 0,0 1 0 0 0,0-1-1 0 0,0 1 1 0 0,0-1 0 0 0,1 0 0 0 0,-1 1-1 0 0,0-1 1 0 0,0 0 0 0 0,0 0-1 0 0,0 0 1 0 0,1 0 0 0 0,1 0-1 0 0,30-2 49 0 0,-27 0-47 0 0,-1-1 0 0 0,1 0 0 0 0,-1 0 0 0 0,1 0 0 0 0,-1-1 1 0 0,0 0-1 0 0,0 0 0 0 0,-1 0 0 0 0,1-1 0 0 0,-1 1 0 0 0,0-1 0 0 0,0 0 0 0 0,-1 0 0 0 0,5-8 0 0 0,1-3 7 0 0,-1 0 1 0 0,0-1 0 0 0,8-25-1 0 0,-7 11 51 0 0,-1-1 0 0 0,3-35 0 0 0,-10 65-48 0 0,-18 24 20 0 0,14-17-26 0 0,1 1-1 0 0,0 0 1 0 0,0 0 0 0 0,0 0-1 0 0,0 0 1 0 0,1 0 0 0 0,0 0-1 0 0,1 0 1 0 0,-1 0 0 0 0,1 0-1 0 0,1 7 1 0 0,10 63 11 0 0,-7-60-616 0 0,1 0 0 0 0,12 27 0 0 0,9 3-7337 0 0,-18-33 4594 0 0</inkml:trace>
</inkml:ink>
</file>

<file path=ppt/ink/ink7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4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107 294 404 0 0,'-4'-1'383'0'0,"0"0"-1"0"0,0 1 1 0 0,0 0 0 0 0,-1 0-1 0 0,1 0 1 0 0,0 0 0 0 0,0 0-1 0 0,0 1 1 0 0,0 0 0 0 0,0 0-1 0 0,1 0 1 0 0,-1 0 0 0 0,0 0-1 0 0,0 1 1 0 0,1 0 0 0 0,-1 0-1 0 0,1 0 1 0 0,-1 0 0 0 0,-2 3-1 0 0,4-4-301 0 0,0 1-1 0 0,0-1 1 0 0,0 0-1 0 0,0 1 1 0 0,1-1-1 0 0,-1 1 0 0 0,1 0 1 0 0,-1 0-1 0 0,1-1 1 0 0,0 1-1 0 0,-1 0 1 0 0,1 0-1 0 0,0 0 0 0 0,0 0 1 0 0,1 1-1 0 0,-1-1 1 0 0,0 0-1 0 0,1 0 1 0 0,-1 0-1 0 0,1 1 0 0 0,0-1 1 0 0,-1 0-1 0 0,1 0 1 0 0,0 1-1 0 0,1-1 1 0 0,-1 0-1 0 0,0 1 1 0 0,1-1-1 0 0,-1 0 0 0 0,1 0 1 0 0,0 0-1 0 0,-1 0 1 0 0,1 1-1 0 0,0-1 1 0 0,2 2-1 0 0,-2-2-47 0 0,0-1 0 0 0,0 1 0 0 0,0-1 0 0 0,0 0 0 0 0,0 0 0 0 0,1 1 0 0 0,-1-1 0 0 0,0 0-1 0 0,0 0 1 0 0,1 0 0 0 0,-1 0 0 0 0,1 0 0 0 0,-1-1 0 0 0,1 1 0 0 0,0 0 0 0 0,-1-1 0 0 0,1 1 0 0 0,-1-1 0 0 0,1 0 0 0 0,0 1 0 0 0,0-1 0 0 0,-1 0 0 0 0,4 0 0 0 0,-1-1-2 0 0,0 1-1 0 0,-1-1 1 0 0,1-1 0 0 0,-1 1 0 0 0,1 0 0 0 0,-1-1 0 0 0,1 0 0 0 0,-1 0 0 0 0,0 0 0 0 0,5-3 0 0 0,3-4 21 0 0,0-1 0 0 0,-1 0-1 0 0,0-1 1 0 0,13-18 0 0 0,-11 12 108 0 0,-1-1 0 0 0,0-1-1 0 0,-1 1 1 0 0,-1-2 0 0 0,-1 1 0 0 0,-1-1-1 0 0,-1-1 1 0 0,0 1 0 0 0,-2-1-1 0 0,0 0 1 0 0,-1 0 0 0 0,-2 0 0 0 0,0-36-1 0 0,-1 57-145 0 0,0 0 1 0 0,0 0-1 0 0,0 0 0 0 0,0-1 0 0 0,0 1 0 0 0,0 0 0 0 0,0 0 0 0 0,1 0 0 0 0,-1 0 0 0 0,0 0 1 0 0,0-1-1 0 0,0 1 0 0 0,0 0 0 0 0,0 0 0 0 0,0 0 0 0 0,0 0 0 0 0,0 0 0 0 0,0-1 0 0 0,0 1 1 0 0,0 0-1 0 0,0 0 0 0 0,0 0 0 0 0,0 0 0 0 0,0 0 0 0 0,0-1 0 0 0,0 1 0 0 0,0 0 0 0 0,0 0 1 0 0,-1 0-1 0 0,1 0 0 0 0,0 0 0 0 0,0-1 0 0 0,0 1 0 0 0,0 0 0 0 0,0 0 0 0 0,0 0 1 0 0,0 0-1 0 0,0 0 0 0 0,0 0 0 0 0,-1 0 0 0 0,1 0 0 0 0,0 0 0 0 0,0-1 0 0 0,0 1 0 0 0,0 0 1 0 0,0 0-1 0 0,-1 0 0 0 0,1 0 0 0 0,0 0 0 0 0,0 0 0 0 0,0 0 0 0 0,0 0 0 0 0,0 0 0 0 0,-1 0 1 0 0,1 0-1 0 0,0 0 0 0 0,0 0 0 0 0,0 0 0 0 0,0 0 0 0 0,0 0 0 0 0,-1 0 0 0 0,1 0 0 0 0,0 0 1 0 0,0 0-1 0 0,0 0 0 0 0,0 1 0 0 0,0-1 0 0 0,-1 0 0 0 0,1 0 0 0 0,-8 15 268 0 0,-7 27-68 0 0,10-15-111 0 0,1 1 0 0 0,2 0 0 0 0,0 0 0 0 0,2 0 0 0 0,2 0-1 0 0,8 53 1 0 0,8 1-2159 0 0,7-2-3301 0 0,-20-68 1811 0 0,1-1 270 0 0</inkml:trace>
</inkml:ink>
</file>

<file path=ppt/ink/ink7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05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12253 0 0,'3'-12'728'0'0,"1"13"-183"0"0,7 24-56 0 0,-10-20-611 0 0,0-1 0 0 0,1 0 0 0 0,-1 0 0 0 0,1 0 1 0 0,0 0-1 0 0,0 0 0 0 0,0 0 0 0 0,1-1 0 0 0,-1 1 0 0 0,1-1 0 0 0,4 4 0 0 0,-4-6 43 0 0,1 0 1 0 0,0-1-1 0 0,-1 0 0 0 0,1 0 1 0 0,0 0-1 0 0,-1 0 1 0 0,1 0-1 0 0,0-1 0 0 0,-1 1 1 0 0,1-1-1 0 0,-1 0 1 0 0,1 0-1 0 0,-1-1 0 0 0,1 1 1 0 0,-1-1-1 0 0,0 0 1 0 0,0 1-1 0 0,0-1 1 0 0,0-1-1 0 0,0 1 0 0 0,0 0 1 0 0,0-1-1 0 0,3-4 1 0 0,28-18 2724 0 0,-33 25-2031 0 0,0 0-586 0 0,-1 0 1 0 0,1 0 0 0 0,-1-1 0 0 0,1 2-1 0 0,-1-1 1 0 0,1 0 0 0 0,-1 0 0 0 0,1 0-1 0 0,0 0 1 0 0,-1 0 0 0 0,1 0 0 0 0,-1 0 0 0 0,1 1-1 0 0,-1-1 1 0 0,0 0 0 0 0,1 0 0 0 0,-1 1-1 0 0,1-1 1 0 0,-1 0 0 0 0,1 1 0 0 0,-1-1-1 0 0,0 0 1 0 0,1 1 0 0 0,-1-1 0 0 0,0 1-1 0 0,1-1 1 0 0,-1 1 0 0 0,0-1 0 0 0,0 1 0 0 0,1-1-1 0 0,-1 1 1 0 0,0-1 0 0 0,0 1 0 0 0,0-1-1 0 0,0 1 1 0 0,0-1 0 0 0,1 1 0 0 0,-1 0-1 0 0,-6 29-323 0 0,-19 26-3772 0 0,13-35 6 0 0,-1-2 309 0 0</inkml:trace>
</inkml:ink>
</file>

<file path=ppt/ink/ink7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8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393 488 168 0 0,'0'0'2707'0'0,"-5"1"-1839"0"0,-8 0-493 0 0,0 0 0 0 0,0 0 0 0 0,0-2 0 0 0,0 1 0 0 0,0-2-1 0 0,0 0 1 0 0,1 0 0 0 0,-1-1 0 0 0,0-1 0 0 0,1 0 0 0 0,0 0 0 0 0,0-2 0 0 0,0 1 0 0 0,1-1 0 0 0,0-1-1 0 0,0 0 1 0 0,0-1 0 0 0,-11-10 0 0 0,12 10-286 0 0,1-1 0 0 0,-1 0 1 0 0,2 0-1 0 0,-1 0 0 0 0,1-1 0 0 0,1-1 0 0 0,0 1 0 0 0,0-1 0 0 0,1-1 1 0 0,1 1-1 0 0,-1-1 0 0 0,2 0 0 0 0,0 0 0 0 0,0 0 0 0 0,1 0 1 0 0,1-1-1 0 0,0 0 0 0 0,1 1 0 0 0,0-14 0 0 0,2 11-37 0 0,1 0-1 0 0,1 0 0 0 0,0 1 1 0 0,7-20-1 0 0,-8 27-31 0 0,1 0-1 0 0,0 0 1 0 0,0 1-1 0 0,1-1 1 0 0,0 1 0 0 0,0 0-1 0 0,0 0 1 0 0,1 0 0 0 0,0 1-1 0 0,9-10 1 0 0,-13 14-18 0 0,0 1 1 0 0,0-1 0 0 0,-1 0-1 0 0,1 1 1 0 0,0-1-1 0 0,0 0 1 0 0,0 1 0 0 0,0-1-1 0 0,-1 1 1 0 0,1-1-1 0 0,0 1 1 0 0,0 0-1 0 0,0-1 1 0 0,0 1 0 0 0,0 0-1 0 0,0 0 1 0 0,0 0-1 0 0,0 0 1 0 0,0-1-1 0 0,0 2 1 0 0,0-1 0 0 0,0 0-1 0 0,0 0 1 0 0,0 0-1 0 0,0 0 1 0 0,0 0 0 0 0,0 1-1 0 0,0-1 1 0 0,1 1-1 0 0,0 0 1 0 0,-1 1 0 0 0,0-1 0 0 0,0 1 0 0 0,0-1 0 0 0,0 1 0 0 0,0-1 0 0 0,-1 1 0 0 0,1 0 0 0 0,0-1 0 0 0,-1 1 0 0 0,1 0 0 0 0,-1 0 0 0 0,1 0 0 0 0,-1 3 0 0 0,1 6 4 0 0,-1 1 0 0 0,0-1 0 0 0,0 1 0 0 0,-3 11 0 0 0,-7 17-1 0 0,-1 0 0 0 0,-2-1 1 0 0,-2-1-1 0 0,-2 0 0 0 0,-22 36 1 0 0,11-18 9 0 0,27-55-17 0 0,0 1 1 0 0,0-1 0 0 0,1 0-1 0 0,-1 0 1 0 0,0 0 0 0 0,1 1-1 0 0,-1-1 1 0 0,1 0 0 0 0,0 1 0 0 0,-1-1-1 0 0,1 1 1 0 0,0-1 0 0 0,0 0-1 0 0,0 1 1 0 0,0-1 0 0 0,0 1-1 0 0,0-1 1 0 0,0 0 0 0 0,0 1-1 0 0,0-1 1 0 0,1 1 0 0 0,-1-1 0 0 0,1 0-1 0 0,-1 1 1 0 0,1-1 0 0 0,-1 0-1 0 0,1 0 1 0 0,0 1 0 0 0,0-1-1 0 0,0 0 1 0 0,-1 0 0 0 0,1 0 0 0 0,0 0-1 0 0,0 0 1 0 0,0 0 0 0 0,1 0-1 0 0,-1 0 1 0 0,0-1 0 0 0,0 1-1 0 0,0 0 1 0 0,1-1 0 0 0,-1 1-1 0 0,0-1 1 0 0,1 1 0 0 0,1 0 0 0 0,16 0-93 0 0,-1-1 0 0 0,0 0 0 0 0,0-1 1 0 0,1-1-1 0 0,33-9 0 0 0,92-33-4518 0 0,-111 33 1811 0 0,5-1-211 0 0</inkml:trace>
</inkml:ink>
</file>

<file path=ppt/ink/ink7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8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379 19 844 0 0,'-5'-3'477'0'0,"-1"0"-1"0"0,1 1 1 0 0,-1 0-1 0 0,0 0 1 0 0,1 0 0 0 0,-1 0-1 0 0,0 1 1 0 0,0 0-1 0 0,0 1 1 0 0,0-1 0 0 0,0 1-1 0 0,0 0 1 0 0,0 1-1 0 0,-7 0 1 0 0,4 1-127 0 0,-1 1 0 0 0,1 0 0 0 0,0 0 0 0 0,0 1 1 0 0,1 0-1 0 0,-1 0 0 0 0,1 1 0 0 0,-9 7 0 0 0,-6 6 189 0 0,2 2 0 0 0,0 0 0 0 0,1 1 0 0 0,-32 43 0 0 0,45-53-345 0 0,-1 0 1 0 0,2 0-1 0 0,-1 1 0 0 0,2 0 0 0 0,-1 0 0 0 0,2 0 0 0 0,0 1 1 0 0,0 0-1 0 0,-3 21 0 0 0,6-30-167 0 0,1 0-1 0 0,0-1 1 0 0,0 1-1 0 0,0 0 1 0 0,0 0-1 0 0,0-1 1 0 0,1 1-1 0 0,-1 0 1 0 0,1-1-1 0 0,0 1 1 0 0,0-1-1 0 0,1 1 1 0 0,-1-1-1 0 0,1 1 1 0 0,-1-1-1 0 0,1 0 1 0 0,0 0-1 0 0,0 0 1 0 0,1 0-1 0 0,-1 0 1 0 0,1 0 0 0 0,-1 0-1 0 0,1-1 1 0 0,0 0-1 0 0,0 1 1 0 0,0-1-1 0 0,0 0 1 0 0,0 0-1 0 0,1-1 1 0 0,-1 1-1 0 0,1-1 1 0 0,-1 1-1 0 0,1-1 1 0 0,-1 0-1 0 0,1-1 1 0 0,0 1-1 0 0,7 0 1 0 0,0 0 5 0 0,1-1 0 0 0,0 0 0 0 0,0-1 0 0 0,0-1 0 0 0,0 1 0 0 0,-1-2 0 0 0,1 0 0 0 0,-1 0 0 0 0,1-1 0 0 0,-1 0 0 0 0,0-1 1 0 0,-1 0-1 0 0,1-1 0 0 0,-1 0 0 0 0,0-1 0 0 0,-1 0 0 0 0,0 0 0 0 0,0-1 0 0 0,0 0 0 0 0,-1-1 0 0 0,0 0 0 0 0,-1 0 0 0 0,0-1 0 0 0,10-17 0 0 0,-16 24-11 0 0,1-4-12 0 0,-1 6-27 0 0,-1 4-51 0 0,0 1 65 0 0,0 0 1 0 0,1-1-1 0 0,-1 0 0 0 0,1 1 0 0 0,0-1 0 0 0,0 1 1 0 0,0-1-1 0 0,0 0 0 0 0,1 1 0 0 0,-1-1 0 0 0,1 0 1 0 0,0 0-1 0 0,0 0 0 0 0,0 0 0 0 0,0-1 1 0 0,0 1-1 0 0,1-1 0 0 0,-1 1 0 0 0,1-1 0 0 0,0 0 1 0 0,0 1-1 0 0,-1-2 0 0 0,7 4 0 0 0,-1-1 2 0 0,0-1 0 0 0,0 0 0 0 0,1 0 0 0 0,-1-1 0 0 0,1 0 0 0 0,15 2 0 0 0,-21-4 6 0 0,0 0 0 0 0,0 0-1 0 0,0 0 1 0 0,0 0 0 0 0,0-1-1 0 0,0 1 1 0 0,-1-1 0 0 0,1 0-1 0 0,0 1 1 0 0,0-1 0 0 0,0 0-1 0 0,-1-1 1 0 0,1 1 0 0 0,-1 0-1 0 0,1-1 1 0 0,-1 0 0 0 0,1 1-1 0 0,-1-1 1 0 0,0 0 0 0 0,0 0-1 0 0,0-1 1 0 0,0 1 0 0 0,0 0-1 0 0,0-1 1 0 0,2-4 0 0 0,-3 4-23 0 0,0 0 1 0 0,0 1 0 0 0,-1-1 0 0 0,1 0 0 0 0,-1 0 0 0 0,0 0-1 0 0,1 0 1 0 0,-1 0 0 0 0,-1 0 0 0 0,1 1 0 0 0,0-1 0 0 0,-1 0-1 0 0,1 0 1 0 0,-1 0 0 0 0,0 1 0 0 0,0-1 0 0 0,-2-3 0 0 0,-3-23-4491 0 0,8 16 2050 0 0</inkml:trace>
</inkml:ink>
</file>

<file path=ppt/ink/ink7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19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0 456 0 0,'3'2'465'0'0,"-1"0"-1"0"0,1 0 1 0 0,-1 0 0 0 0,0 1 0 0 0,0-1-1 0 0,0 0 1 0 0,0 1 0 0 0,0-1 0 0 0,0 1-1 0 0,-1 0 1 0 0,1 0 0 0 0,-1 0-1 0 0,0 0 1 0 0,2 3 0 0 0,5 12 539 0 0,-7-16-676 0 0,1 9 199 0 0,-2-11-474 0 0,0 0-1 0 0,0 1 1 0 0,0-1-1 0 0,0 0 1 0 0,0 0-1 0 0,0 0 1 0 0,0 1-1 0 0,0-1 1 0 0,0 0-1 0 0,0 0 1 0 0,0 1-1 0 0,0-1 1 0 0,0 0-1 0 0,0 0 0 0 0,0 0 1 0 0,0 1-1 0 0,0-1 1 0 0,0 0-1 0 0,0 0 1 0 0,0 0-1 0 0,0 1 1 0 0,0-1-1 0 0,1 0 1 0 0,-1 0-1 0 0,0 0 1 0 0,0 0-1 0 0,0 0 1 0 0,0 1-1 0 0,0-1 1 0 0,1 0-1 0 0,-1 0 1 0 0,0 0-1 0 0,0 0 1 0 0,0 0-1 0 0,1 0 0 0 0,-1 0 1 0 0,0 1-1 0 0,0-1 1 0 0,0 0-1 0 0,1 0 1 0 0,-1 0-1 0 0,0 0 1 0 0,0 0-1 0 0,0 0 1 0 0,1 0-1 0 0,-1 0 1 0 0,0 0-1 0 0,0 0 1 0 0,0 0-1 0 0,1 0 1 0 0,-1 0-1 0 0,20-24 351 0 0,-18 23-296 0 0,47 14-697 0 0,-46-11 199 0 0,0-1 0 0 0,1 1 1 0 0,-1-1-1 0 0,1 0 0 0 0,-1 1 0 0 0,1-2 0 0 0,-1 1 1 0 0,1 0-1 0 0,3 0 0 0 0,3 0-3235 0 0</inkml:trace>
</inkml:ink>
</file>

<file path=ppt/ink/ink7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0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83 528 0 0,'4'-62'6679'0'0,"-1"41"-3471"0"0,-1 32-1461 0 0,0 36-862 0 0,-7 27-254 0 0,2-40-337 0 0,1 0-1 0 0,4 60 1 0 0,-1-84-256 0 0,1 0 0 0 0,0-1 0 0 0,0 1 0 0 0,1-1 0 0 0,0 0 0 0 0,0 0 0 0 0,1 0 0 0 0,0 0 0 0 0,1-1 0 0 0,0 1 0 0 0,0-1 0 0 0,1 0 0 0 0,0-1 0 0 0,10 10 0 0 0,-14-15-33 0 0,-1 0 1 0 0,1-1-1 0 0,0 1 0 0 0,0-1 1 0 0,0 0-1 0 0,0 0 1 0 0,0 0-1 0 0,0 0 1 0 0,0 0-1 0 0,0 0 0 0 0,0 0 1 0 0,1 0-1 0 0,-1-1 1 0 0,0 0-1 0 0,1 1 1 0 0,-1-1-1 0 0,0 0 0 0 0,0 0 1 0 0,1 0-1 0 0,-1 0 1 0 0,0 0-1 0 0,1-1 1 0 0,-1 1-1 0 0,0-1 0 0 0,0 0 1 0 0,1 1-1 0 0,-1-1 1 0 0,0 0-1 0 0,0 0 1 0 0,3-2-1 0 0,0-1 7 0 0,1 0 0 0 0,-1 0-1 0 0,0-1 1 0 0,0 0 0 0 0,0 0 0 0 0,-1 0 0 0 0,5-7-1 0 0,-5 5 12 0 0,-1 1 0 0 0,0-1-1 0 0,0 0 1 0 0,-1 0 0 0 0,0 0-1 0 0,0 0 1 0 0,1-12 0 0 0,-3 17 514 0 0,-12 24-466 0 0,10-18-46 0 0,-1 5-15 0 0,12 13 56 0 0,-8-20-62 0 0,1 1-1 0 0,-1-1 0 0 0,1 1 1 0 0,-1-1-1 0 0,1 1 0 0 0,0-1 1 0 0,0 0-1 0 0,0 0 0 0 0,0 0 1 0 0,0 0-1 0 0,0-1 0 0 0,1 1 1 0 0,-1 0-1 0 0,1-1 0 0 0,-1 0 1 0 0,1 1-1 0 0,0-1 1 0 0,-1 0-1 0 0,1 0 0 0 0,0-1 1 0 0,0 1-1 0 0,0 0 0 0 0,-1-1 1 0 0,1 0-1 0 0,0 0 0 0 0,0 0 1 0 0,0 0-1 0 0,0 0 0 0 0,0 0 1 0 0,-1-1-1 0 0,1 0 0 0 0,0 1 1 0 0,0-1-1 0 0,4-2 1 0 0,1 0-4 0 0,1-1 1 0 0,-1 0-1 0 0,0-1 1 0 0,0 1-1 0 0,0-2 1 0 0,-1 1-1 0 0,0-1 1 0 0,0 0-1 0 0,10-11 1 0 0,-8 6 10 0 0,-5 8-7 0 0,-1-1 1 0 0,1 0 0 0 0,-1 0-1 0 0,0 0 1 0 0,-1 0 0 0 0,1 0-1 0 0,-1-1 1 0 0,0 1 0 0 0,0-1-1 0 0,2-8 1 0 0,-3 13-6 0 0,-1-1 1 0 0,0 1-1 0 0,0 0 1 0 0,0-1-1 0 0,0 1 1 0 0,0-1-1 0 0,1 1 1 0 0,-1 0-1 0 0,0-1 0 0 0,0 1 1 0 0,1 0-1 0 0,-1-1 1 0 0,0 1-1 0 0,0 0 1 0 0,1-1-1 0 0,-1 1 1 0 0,0 0-1 0 0,1 0 1 0 0,-1-1-1 0 0,0 1 1 0 0,1 0-1 0 0,-1 0 0 0 0,1 0 1 0 0,-1-1-1 0 0,0 1 1 0 0,1 0-1 0 0,-1 0 1 0 0,1 0-1 0 0,-1 0 1 0 0,1 0-1 0 0,-1 0 1 0 0,0 0-1 0 0,1 0 1 0 0,-1 0-1 0 0,1 0 0 0 0,-1 0 1 0 0,0 0-1 0 0,1 0 1 0 0,-1 0-1 0 0,1 1 1 0 0,-1-1-1 0 0,0 0 1 0 0,1 0-1 0 0,-1 0 1 0 0,1 1-1 0 0,-1-1 1 0 0,0 0-1 0 0,1 0 0 0 0,-1 1 1 0 0,0-1-1 0 0,1 1 1 0 0,19 17 45 0 0,-16-13-209 0 0,0 0 1 0 0,1 0-1 0 0,0-1 1 0 0,0 0-1 0 0,0 0 1 0 0,0 0-1 0 0,0 0 1 0 0,1-1-1 0 0,0 0 1 0 0,0 0 0 0 0,0-1-1 0 0,0 1 1 0 0,12 2-1 0 0,-13-5-132 0 0,0 0-1 0 0,0 0 1 0 0,0 0-1 0 0,1 0 0 0 0,-1-1 1 0 0,0 0-1 0 0,0 0 1 0 0,0 0-1 0 0,0-1 1 0 0,-1 1-1 0 0,1-1 1 0 0,0 0-1 0 0,-1-1 1 0 0,1 1-1 0 0,-1-1 1 0 0,0 0-1 0 0,7-6 0 0 0,-3 2 33 0 0,0 0-1 0 0,0 0 1 0 0,-1-1-1 0 0,0 0 0 0 0,7-11 1 0 0,-12 15 485 0 0,0 1 1 0 0,0 0-1 0 0,0-1 1 0 0,-1 1-1 0 0,0-1 1 0 0,1 0-1 0 0,-1 1 1 0 0,-1-1-1 0 0,1 0 1 0 0,0-6-1 0 0,-1 8 933 0 0,-13-1 326 0 0,12 3-1409 0 0,-1-1-1 0 0,1 1 0 0 0,0 0 0 0 0,0-1 0 0 0,0 1 0 0 0,0 0 0 0 0,0 0 0 0 0,0 0 0 0 0,0 0 1 0 0,0 0-1 0 0,0 0 0 0 0,0 0 0 0 0,-1 0 0 0 0,1 0 0 0 0,0 1 0 0 0,0-1 0 0 0,0 0 1 0 0,0 1-1 0 0,0-1 0 0 0,0 0 0 0 0,0 1 0 0 0,0 0 0 0 0,-1 0 0 0 0,-8 6 242 0 0,0-1 0 0 0,1 2 0 0 0,-1-1-1 0 0,2 1 1 0 0,-1 1 0 0 0,1-1 0 0 0,0 1 0 0 0,-10 18 0 0 0,6-10-420 0 0,2 1 1 0 0,0 0-1 0 0,1 1 1 0 0,-8 26 0 0 0,15-30-1003 0 0,3-15 827 0 0,-1 1-1 0 0,0-1 1 0 0,0 1 0 0 0,1-1-1 0 0,-1 1 1 0 0,1 0-1 0 0,-1-1 1 0 0,0 1 0 0 0,1-1-1 0 0,-1 0 1 0 0,1 1-1 0 0,-1-1 1 0 0,1 1 0 0 0,-1-1-1 0 0,1 0 1 0 0,-1 1-1 0 0,1-1 1 0 0,-1 0 0 0 0,1 0-1 0 0,0 1 1 0 0,-1-1 0 0 0,1 0-1 0 0,-1 0 1 0 0,1 0-1 0 0,0 0 1 0 0,-1 0 0 0 0,1 0-1 0 0,0 0 1 0 0,-1 0-1 0 0,1 0 1 0 0,0 0 0 0 0,0 0-1 0 0</inkml:trace>
</inkml:ink>
</file>

<file path=ppt/ink/ink7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0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14 236 0 0,'16'-14'9874'0'0,"-11"17"-9509"0"0,-1 1 1 0 0,0 0-1 0 0,0-1 0 0 0,-1 1 0 0 0,1 1 0 0 0,-1-1 1 0 0,0 0-1 0 0,0 1 0 0 0,0 0 0 0 0,-1 0 0 0 0,1-1 1 0 0,-1 1-1 0 0,0 1 0 0 0,2 9 0 0 0,2 12 966 0 0,4 47 1 0 0,-7-50-821 0 0,-2-18-660 0 0,-1 1 1 0 0,0 0 0 0 0,0 0-1 0 0,-1 0 1 0 0,0-1 0 0 0,0 1-1 0 0,0 0 1 0 0,-1-1 0 0 0,-3 8-1 0 0,4-10-988 0 0,-1 0-1 0 0,0-1 1 0 0,0 1-1 0 0,0 0 1 0 0,-1 0-1 0 0,1-1 1 0 0,-1 0-1 0 0,-6 6 1 0 0</inkml:trace>
</inkml:ink>
</file>

<file path=ppt/ink/ink7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1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145 204 124 0 0,'-35'-5'4509'0'0,"-66"-17"0"0"0,100 22-4444 0 0,1 0-1 0 0,-1 0 0 0 0,1 0 0 0 0,0-1 1 0 0,-1 1-1 0 0,1 0 0 0 0,-1 0 1 0 0,1-1-1 0 0,0 1 0 0 0,-1 0 1 0 0,1 0-1 0 0,0-1 0 0 0,-1 1 1 0 0,1 0-1 0 0,0-1 0 0 0,-1 1 1 0 0,1 0-1 0 0,0-1 0 0 0,0 1 1 0 0,-1-1-1 0 0,1 1 0 0 0,0 0 1 0 0,0-1-1 0 0,0 1 0 0 0,0-1 1 0 0,0 1-1 0 0,0-1 0 0 0,-1 1 1 0 0,1 0-1 0 0,0-1 0 0 0,0 1 1 0 0,0-1-1 0 0,0 1 0 0 0,1-1 1 0 0,-1 1-1 0 0,0-1 0 0 0,0 1 1 0 0,0 0-1 0 0,0-1 0 0 0,0 1 1 0 0,1-1-1 0 0,9-15 742 0 0,-9 15-863 0 0,7-7 229 0 0,0 1 0 0 0,1 0-1 0 0,0 1 1 0 0,1 0 0 0 0,0 0 0 0 0,-1 1 0 0 0,2 1-1 0 0,-1-1 1 0 0,21-4 0 0 0,-8 0-74 0 0,16-4-479 0 0,0 1 1 0 0,47-6 0 0 0,26-1-4681 0 0,-84 15 2665 0 0,10-3-875 0 0</inkml:trace>
</inkml:ink>
</file>

<file path=ppt/ink/ink7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1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20 380 0 0,'-28'-17'6951'0'0,"26"16"-6785"0"0,1 1 0 0 0,-1-1 0 0 0,0 1 0 0 0,0 0 0 0 0,0 0 0 0 0,0 0 1 0 0,0 0-1 0 0,0 0 0 0 0,0 0 0 0 0,0 1 0 0 0,0-1 0 0 0,0 1 0 0 0,0-1 0 0 0,0 1 0 0 0,0 0 0 0 0,1-1 0 0 0,-1 1 0 0 0,0 0 0 0 0,1 0 0 0 0,-1 0 0 0 0,0 1 0 0 0,1-1 0 0 0,-1 0 0 0 0,1 1 0 0 0,0-1 0 0 0,-1 1 0 0 0,1-1 0 0 0,0 1 0 0 0,-1 1 0 0 0,-40 60 1461 0 0,34-49-1128 0 0,4-8-339 0 0,0-1-1 0 0,1 1 1 0 0,0 0 0 0 0,0 1-1 0 0,0-1 1 0 0,1 0 0 0 0,0 1-1 0 0,0 0 1 0 0,1-1 0 0 0,-1 1-1 0 0,1 0 1 0 0,1 0 0 0 0,0 0-1 0 0,0-1 1 0 0,0 1 0 0 0,2 12-1 0 0,-1-18-140 0 0,0-1 1 0 0,0 1-1 0 0,1 0 0 0 0,-1 0 0 0 0,0 0 0 0 0,0-1 0 0 0,1 1 1 0 0,-1 0-1 0 0,0-1 0 0 0,1 1 0 0 0,-1-1 0 0 0,0 0 1 0 0,1 0-1 0 0,-1 1 0 0 0,1-1 0 0 0,-1 0 0 0 0,1 0 0 0 0,-1 0 1 0 0,1 0-1 0 0,-1 0 0 0 0,0-1 0 0 0,1 1 0 0 0,-1 0 0 0 0,3-2 1 0 0,10-3 32 0 0,-1-1 0 0 0,1-1 0 0 0,-1 0 0 0 0,-1-1 0 0 0,0 0 0 0 0,0-1 0 0 0,0 0 0 0 0,-1-1 0 0 0,13-15 0 0 0,6-3 20 0 0,-28 27-75 0 0,0 1 7 0 0,1 1 0 0 0,0 0 0 0 0,0 0 0 0 0,-1 0 0 0 0,1 0 0 0 0,-1 1 0 0 0,1-1 0 0 0,-1 1 0 0 0,1 0 0 0 0,-1 0 0 0 0,4 3 0 0 0,26 16 10 0 0,-29-20-19 0 0,0 0-1 0 0,0 0 1 0 0,1 0 0 0 0,-1 0-1 0 0,0 0 1 0 0,1-1-1 0 0,-1 0 1 0 0,0 0 0 0 0,1 0-1 0 0,-1 0 1 0 0,0 0 0 0 0,1-1-1 0 0,-1 1 1 0 0,0-1 0 0 0,1 0-1 0 0,-1 0 1 0 0,0 0 0 0 0,5-3-1 0 0,1-1-68 0 0,-1-1 1 0 0,0-1-1 0 0,0 1 0 0 0,13-16 1 0 0,-12 12 32 0 0,3-4-7 0 0,-9 10 25 0 0,0-1-1 0 0,1 1 1 0 0,-1 0 0 0 0,0 1 0 0 0,1-1 0 0 0,0 1-1 0 0,0 0 1 0 0,0-1 0 0 0,0 2 0 0 0,1-1 0 0 0,-1 0-1 0 0,1 1 1 0 0,6-3 0 0 0,-9 6 19 0 0,0-1-1 0 0,0 1 1 0 0,-1-1 0 0 0,1 1-1 0 0,0-1 1 0 0,-1 1 0 0 0,1 0-1 0 0,0 0 1 0 0,-1 0 0 0 0,1 0-1 0 0,-1 0 1 0 0,1 0 0 0 0,-1 0 0 0 0,1 0-1 0 0,-1 1 1 0 0,0-1 0 0 0,0 0-1 0 0,0 1 1 0 0,0-1 0 0 0,0 1-1 0 0,0 0 1 0 0,0-1 0 0 0,0 1-1 0 0,0 0 1 0 0,-1-1 0 0 0,1 1-1 0 0,-1 0 1 0 0,1 0 0 0 0,-1-1 0 0 0,0 1-1 0 0,0 0 1 0 0,0 2 0 0 0,1 1-19 0 0,0-3-42 0 0,-4 7-557 0 0,-5 15-1321 0 0</inkml:trace>
</inkml:ink>
</file>

<file path=ppt/ink/ink7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2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25 752 0 0,'15'-24'17154'0'0,"-12"40"-16948"0"0,-1 1 0 0 0,0 0 0 0 0,-1-1 0 0 0,-1 1 0 0 0,-1 0 0 0 0,0 0 0 0 0,-1 0 1 0 0,-5 20-1 0 0,-1 18-28 0 0,3 19-3399 0 0,5-72 2424 0 0</inkml:trace>
</inkml:ink>
</file>

<file path=ppt/ink/ink7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2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50 576 0 0,'0'0'1019'0'0,"13"-25"7502"0"0,-11 22-8232 0 0,1 0 1 0 0,0 0 0 0 0,0 1 0 0 0,0-1 0 0 0,0 1 0 0 0,0-1 0 0 0,0 1 0 0 0,4-1-1 0 0,-6 2 380 0 0,-13 10-3929 0 0,2 3-1751 0 0</inkml:trace>
</inkml:ink>
</file>

<file path=ppt/ink/ink7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3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55 114 696 0 0,'-7'-8'1749'0'0,"2"-1"1"0"0,-1 1-1 0 0,1-1 1 0 0,1 0-1 0 0,-7-17 1 0 0,0 1 734 0 0,10 23-1916 0 0,-1-8 1141 0 0,-1 3-3782 0 0</inkml:trace>
</inkml:ink>
</file>

<file path=ppt/ink/ink7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3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1 864 0 0,'-1'16'1862'0'0,"0"1"-1"0"0,1-1 1 0 0,2 1-1 0 0,4 27 1 0 0,-6-43-1603 0 0,0 0-235 0 0,0-1 0 0 0,0 0 0 0 0,0 1 1 0 0,0-1-1 0 0,0 0 0 0 0,0 0 0 0 0,0 1 0 0 0,0-1 0 0 0,0 0 0 0 0,0 1 1 0 0,0-1-1 0 0,1 0 0 0 0,-1 1 0 0 0,0-1 0 0 0,0 0 0 0 0,0 0 0 0 0,0 1 0 0 0,0-1 1 0 0,1 0-1 0 0,-1 0 0 0 0,0 1 0 0 0,0-1 0 0 0,1 0 0 0 0,-1 0 0 0 0,0 0 1 0 0,0 1-1 0 0,1-1 0 0 0,-1 0 0 0 0,0 0 0 0 0,0 0 0 0 0,1 0 0 0 0,-1 0 1 0 0,0 0-1 0 0,1 0 0 0 0,-1 1 0 0 0,0-1 0 0 0,0 0 0 0 0,1 0 0 0 0,-1 0 1 0 0,0 0-1 0 0,1 0 0 0 0,-1 0 0 0 0,0 0 0 0 0,1-1 0 0 0,-1 1 0 0 0,0 0 1 0 0,1 0-1 0 0,-1 0 0 0 0,0 0 0 0 0,0 0 0 0 0,1 0 0 0 0,-1 0 0 0 0,0-1 1 0 0,0 1-1 0 0,1 0 0 0 0,-1 0 0 0 0,0 0 0 0 0,0-1 0 0 0,1 1 0 0 0,-1 0 1 0 0,0 0-1 0 0,0-1 0 0 0,0 1 0 0 0,0 0 0 0 0,1 0 0 0 0,-1-1 0 0 0,21-17 34 0 0,-20 16 79 0 0,31-31 1402 0 0,-30 32-894 0 0,35 24-973 0 0,-30-10-1024 0 0,0-2-848 0 0,0-5-2728 0 0,2-2 1765 0 0</inkml:trace>
</inkml:ink>
</file>

<file path=ppt/ink/ink7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4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8 367 612 0 0,'0'0'5135'0'0,"38"-10"75"0"0,-30 8-5058 0 0,1-1-1 0 0,0 0 1 0 0,-1-1 0 0 0,1 0-1 0 0,-1 0 1 0 0,0 0 0 0 0,-1-1-1 0 0,1-1 1 0 0,-1 1 0 0 0,0-1-1 0 0,0 0 1 0 0,-1-1 0 0 0,1 0-1 0 0,-1 0 1 0 0,-1 0 0 0 0,0-1-1 0 0,0 1 1 0 0,0-1 0 0 0,-1 0-1 0 0,0-1 1 0 0,4-12 0 0 0,-5 13-115 0 0,-1 0 0 0 0,1 0 0 0 0,-1 0-1 0 0,-1-1 1 0 0,0 1 0 0 0,0-1 0 0 0,-1 1 0 0 0,0-1 0 0 0,0 1 0 0 0,-3-15 0 0 0,2 17-19 0 0,0 1 0 0 0,-1-1 0 0 0,0 1 0 0 0,0 0 0 0 0,-1-1 0 0 0,1 1 0 0 0,-1 0 0 0 0,0 1 0 0 0,-1-1 0 0 0,1 0 0 0 0,-1 1 1 0 0,0 0-1 0 0,0 0 0 0 0,0 0 0 0 0,0 0 0 0 0,-9-5 0 0 0,6 5 2 0 0,1 1 1 0 0,0 0-1 0 0,-1 0 1 0 0,0 1-1 0 0,0 0 0 0 0,0 0 1 0 0,1 1-1 0 0,-15-2 1 0 0,18 3-10 0 0,0 0 1 0 0,-1-1-1 0 0,1 1 0 0 0,0 0 1 0 0,0 1-1 0 0,-1-1 1 0 0,1 1-1 0 0,0-1 1 0 0,0 1-1 0 0,0 0 0 0 0,0 0 1 0 0,0 0-1 0 0,0 1 1 0 0,0-1-1 0 0,0 1 1 0 0,0 0-1 0 0,1-1 0 0 0,-1 1 1 0 0,1 1-1 0 0,-1-1 1 0 0,-1 3-1 0 0,3-4-9 0 0,0 0 0 0 0,1 1 0 0 0,-1 0 0 0 0,0-1 0 0 0,1 1 0 0 0,0-1 0 0 0,-1 1 0 0 0,1-1 0 0 0,0 1 0 0 0,0 0 0 0 0,0-1 0 0 0,0 1 0 0 0,0 0 0 0 0,0-1 0 0 0,1 1 0 0 0,-1-1 0 0 0,0 1 0 0 0,1 0 0 0 0,-1-1 0 0 0,1 1 0 0 0,0-1 0 0 0,0 0 0 0 0,-1 1 0 0 0,1-1 0 0 0,0 1 0 0 0,0-1 0 0 0,0 0 0 0 0,0 0 0 0 0,0 1 0 0 0,1-1 0 0 0,-1 0 0 0 0,0 0 0 0 0,2 1 0 0 0,52 37 64 0 0,-41-31-35 0 0,12 10-27 0 0,-1 1 0 0 0,-1 1 0 0 0,-1 1 0 0 0,-1 1-1 0 0,-1 1 1 0 0,35 48 0 0 0,-55-68-3 0 0,1-1 1 0 0,-1 0-1 0 0,1 0 0 0 0,0 0 0 0 0,-1 0 1 0 0,1 0-1 0 0,0 0 0 0 0,0 0 1 0 0,0-1-1 0 0,1 1 0 0 0,-1-1 0 0 0,0 0 1 0 0,0 1-1 0 0,1-1 0 0 0,-1 0 0 0 0,1 0 1 0 0,-1-1-1 0 0,1 1 0 0 0,0 0 1 0 0,-1-1-1 0 0,1 1 0 0 0,-1-1 0 0 0,1 0 1 0 0,3 0-1 0 0,-4-1 3 0 0,1 0 1 0 0,0 0-1 0 0,-1 0 1 0 0,1 0-1 0 0,-1 0 1 0 0,0-1 0 0 0,1 1-1 0 0,-1-1 1 0 0,0 0-1 0 0,0 0 1 0 0,0 1-1 0 0,0-1 1 0 0,0 0-1 0 0,0-1 1 0 0,-1 1-1 0 0,1 0 1 0 0,-1 0-1 0 0,0-1 1 0 0,1 1-1 0 0,-1-1 1 0 0,0 1-1 0 0,0-1 1 0 0,1-5-1 0 0,-1 3 42 0 0,-1-1 0 0 0,1 0 0 0 0,-1 0-1 0 0,0 0 1 0 0,-1 0 0 0 0,1 0 0 0 0,-1 0 0 0 0,0 1-1 0 0,-1-1 1 0 0,1 0 0 0 0,-1 1 0 0 0,0-1 0 0 0,-1 1-1 0 0,1-1 1 0 0,-1 1 0 0 0,0 0 0 0 0,-1 0 0 0 0,1 1-1 0 0,-8-9 1 0 0,9 12-356 0 0,0 0 0 0 0,0 1-1 0 0,0-1 1 0 0,0 1 0 0 0,0 0-1 0 0,0 0 1 0 0,0 0 0 0 0,0 0-1 0 0,0 0 1 0 0,0 0 0 0 0,0 0 0 0 0,0 0-1 0 0,0 1 1 0 0,1-1 0 0 0,-1 1-1 0 0,0 0 1 0 0,0-1 0 0 0,0 1-1 0 0,0 0 1 0 0,1 0 0 0 0,-3 2 0 0 0,-1 2-3425 0 0</inkml:trace>
</inkml:ink>
</file>

<file path=ppt/ink/ink7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4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25 904 0 0,'10'-2'7543'0'0,"-8"7"-7120"0"0,-1 0 0 0 0,0 0 0 0 0,0 0 0 0 0,-1-1 1 0 0,1 1-1 0 0,-1 0 0 0 0,0 0 0 0 0,-1 8 0 0 0,0-11-164 0 0,1 0-175 0 0,0-1-1 0 0,0 0 1 0 0,1 1-1 0 0,-1-1 1 0 0,0 1-1 0 0,1-1 1 0 0,-1 0-1 0 0,1 0 1 0 0,-1 1-1 0 0,1-1 1 0 0,0 0-1 0 0,-1 0 1 0 0,1 0-1 0 0,0 1 1 0 0,0-1-1 0 0,0 0 0 0 0,0 0 1 0 0,0 0-1 0 0,2 1 1 0 0,-1-2-38 0 0,0 0 1 0 0,0 0-1 0 0,0 0 0 0 0,0 0 1 0 0,0-1-1 0 0,0 1 1 0 0,0 0-1 0 0,0-1 0 0 0,0 0 1 0 0,0 1-1 0 0,3-3 0 0 0,5-1-133 0 0,1-3 141 0 0,-10 6-50 0 0,1 0-1 0 0,-1 0 1 0 0,0 0 0 0 0,1 0 0 0 0,-1 0 0 0 0,1 1-1 0 0,-1-1 1 0 0,1 1 0 0 0,-1-1 0 0 0,1 1 0 0 0,0-1-1 0 0,-1 1 1 0 0,1 0 0 0 0,-1 0 0 0 0,1 0 0 0 0,0 0-1 0 0,-1 0 1 0 0,1 0 0 0 0,0 0 0 0 0,-1 1 0 0 0,1-1-1 0 0,-1 0 1 0 0,2 1 0 0 0,10 3 5 0 0,19 10 6 0 0,-20-10-56 0 0,-10-3 77 0 0,-1 0 1 0 0,1 0-1 0 0,0-1 0 0 0,-1 1 0 0 0,1-1 0 0 0,0 1 1 0 0,0-1-1 0 0,-1 1 0 0 0,1-1 0 0 0,0 0 0 0 0,0 0 1 0 0,0 0-1 0 0,0 0 0 0 0,-1 0 0 0 0,1 0 0 0 0,0 0 1 0 0,0-1-1 0 0,0 1 0 0 0,-1-1 0 0 0,1 1 0 0 0,0-1 1 0 0,-1 0-1 0 0,4-1 0 0 0,-3 1 165 0 0,-1 0-172 0 0,-1 1 1 0 0,1-1 0 0 0,0 1-1 0 0,-1-1 1 0 0,1 1 0 0 0,0-1-1 0 0,-1 0 1 0 0,1 1 0 0 0,0-1-1 0 0,-1 0 1 0 0,1 1 0 0 0,-1-1-1 0 0,0 0 1 0 0,1 0 0 0 0,-1 1-1 0 0,1-1 1 0 0,-1 0 0 0 0,0 0-1 0 0,0 0 1 0 0,1 1 0 0 0,-1-1-1 0 0,0 0 1 0 0,0 0 0 0 0,0 0-1 0 0,0 0 1 0 0,0 0 0 0 0,0 0-1 0 0,-1-1 1 0 0,-2-33 767 0 0,2 32-815 0 0,1 1 0 0 0,-1-1-1 0 0,0 0 1 0 0,0 1 0 0 0,0-1-1 0 0,0 1 1 0 0,-1-1 0 0 0,1 1-1 0 0,0-1 1 0 0,-1 1 0 0 0,0 0-1 0 0,0 0 1 0 0,1 0-1 0 0,-1 0 1 0 0,-4-3 0 0 0,4 5-322 0 0,-1-1 0 0 0,0 1 0 0 0,1 0 0 0 0,-1 0-1 0 0,0 0 1 0 0,1 0 0 0 0,-1 1 0 0 0,0-1 0 0 0,1 1 0 0 0,-1 0 0 0 0,1-1 0 0 0,-1 1 0 0 0,1 0 0 0 0,0 1 0 0 0,-1-1 0 0 0,1 0 0 0 0,-3 2 0 0 0,-9 6-3858 0 0,-3 0 318 0 0</inkml:trace>
</inkml:ink>
</file>

<file path=ppt/ink/ink7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6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95 181 152 0 0,'0'0'934'0'0,"-21"-38"7440"0"0,-3 54-7329 0 0,19-11-875 0 0,0 0 0 0 0,0 1 0 0 0,1-1 0 0 0,0 1 0 0 0,1 0 0 0 0,-1 0 0 0 0,1 0 0 0 0,0 1 0 0 0,0-1 0 0 0,1 1 0 0 0,-2 7-1 0 0,4-12-67 0 0,-4 10 217 0 0,6-11-310 0 0,0 0 1 0 0,0 0-1 0 0,0-1 1 0 0,1 1-1 0 0,-1 0 1 0 0,0-1 0 0 0,1 1-1 0 0,-1-1 1 0 0,0 0-1 0 0,1 1 1 0 0,-1-1 0 0 0,0 0-1 0 0,1-1 1 0 0,-1 1-1 0 0,0 0 1 0 0,1-1 0 0 0,2 0-1 0 0,47-13 59 0 0,-49 13-64 0 0,19-6 23 0 0,0-1 0 0 0,-1-1 0 0 0,0-1 0 0 0,-1-1 0 0 0,27-18 0 0 0,-36 20-12 0 0,0 1 1 0 0,0-1-1 0 0,-1-1 1 0 0,-1 0 0 0 0,0 0-1 0 0,0-1 1 0 0,-1 0 0 0 0,0 0-1 0 0,-1-1 1 0 0,7-15 0 0 0,-1-3 22 0 0,-13 29-20 0 0,2-6-39 0 0,-2 7 21 0 0,0 0-1 0 0,0 0 1 0 0,0 1 0 0 0,0-1-1 0 0,0 0 1 0 0,0 0-1 0 0,0 0 1 0 0,0 0 0 0 0,0 0-1 0 0,0 0 1 0 0,0 0 0 0 0,0 0-1 0 0,0 0 1 0 0,0 0-1 0 0,1 1 1 0 0,-1-1 0 0 0,0 0-1 0 0,0 0 1 0 0,0 0-1 0 0,0 0 1 0 0,0 0 0 0 0,0 0-1 0 0,0 0 1 0 0,0 0 0 0 0,1 0-1 0 0,-1 0 1 0 0,0 0-1 0 0,0 0 1 0 0,0 0 0 0 0,0 0-1 0 0,0 0 1 0 0,0 0 0 0 0,0 0-1 0 0,0 0 1 0 0,1 0-1 0 0,-1 0 1 0 0,0 0 0 0 0,0 0-1 0 0,0 0 1 0 0,0 0-1 0 0,0 0 1 0 0,0 0 0 0 0,0 0-1 0 0,0 0 1 0 0,1 0 0 0 0,-1-1-1 0 0,0 1 1 0 0,0 0-1 0 0,0 0 1 0 0,0 0 0 0 0,0 0-1 0 0,0 0 1 0 0,0 0 0 0 0,0 0-1 0 0,0 0 1 0 0,0 0-1 0 0,0 0 1 0 0,0-1 0 0 0,0 1-1 0 0,0 0 1 0 0,0 0-1 0 0,0 0 1 0 0,0 0 0 0 0,0 0-1 0 0,0 0 1 0 0,0-1 0 0 0,12 24-2 0 0,-2 1 0 0 0,0 0 0 0 0,11 47 1 0 0,11 86-5 0 0,-24-112-11 0 0,-2-10 107 0 0,-2 1 1 0 0,0 69-1 0 0,-5-88-54 0 0,0 0-1 0 0,-1-1 1 0 0,0 1-1 0 0,-2-1 1 0 0,0 1 0 0 0,-1-1-1 0 0,0 0 1 0 0,-13 24 0 0 0,16-37-23 0 0,0 1 1 0 0,-1-1 0 0 0,0 0-1 0 0,0 0 1 0 0,0 0 0 0 0,0 0-1 0 0,0 0 1 0 0,0-1 0 0 0,-1 1 0 0 0,1-1-1 0 0,-1 0 1 0 0,0 0 0 0 0,0 0-1 0 0,-6 1 1 0 0,8-2-60 0 0,0 0 0 0 0,0-1-1 0 0,1 1 1 0 0,-1-1 0 0 0,0 0 0 0 0,0 1 0 0 0,0-1-1 0 0,0 0 1 0 0,0 0 0 0 0,0 0 0 0 0,0-1 0 0 0,0 1-1 0 0,0 0 1 0 0,0-1 0 0 0,1 1 0 0 0,-1-1-1 0 0,0 0 1 0 0,0 1 0 0 0,0-1 0 0 0,1 0 0 0 0,-1 0-1 0 0,1 0 1 0 0,-1 0 0 0 0,0-1 0 0 0,1 1 0 0 0,0 0-1 0 0,-1-1 1 0 0,1 1 0 0 0,0 0 0 0 0,0-1 0 0 0,0 0-1 0 0,-2-1 1 0 0,3 0-334 0 0,0 0 0 0 0,-1 0 0 0 0,1 0 0 0 0,0 0 0 0 0,0 0 0 0 0,0-1 0 0 0,1 1 0 0 0,-1 0 0 0 0,1 0 0 0 0,0 0 0 0 0,0 1 0 0 0,0-1 0 0 0,0 0 0 0 0,0 0 0 0 0,1 0 0 0 0,-1 1 0 0 0,1-1 0 0 0,2-2 0 0 0,11-17-2755 0 0</inkml:trace>
</inkml:ink>
</file>

<file path=ppt/ink/ink7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7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24 1096 0 0,'-96'-23'6749'0'0,"94"23"-6665"0"0,1 0 0 0 0,-1 0 1 0 0,1 0-1 0 0,-1 0 0 0 0,1 0 1 0 0,-1 0-1 0 0,1 1 0 0 0,0-1 1 0 0,-1 0-1 0 0,1 1 1 0 0,-1-1-1 0 0,1 1 0 0 0,0-1 1 0 0,-1 1-1 0 0,1 0 0 0 0,0 0 1 0 0,0-1-1 0 0,-1 1 0 0 0,1 0 1 0 0,0 0-1 0 0,0 0 0 0 0,0 0 1 0 0,0 1-1 0 0,0-1 0 0 0,1 0 1 0 0,-1 0-1 0 0,0 1 0 0 0,0-1 1 0 0,1 0-1 0 0,-1 1 0 0 0,1-1 1 0 0,-1 0-1 0 0,1 1 0 0 0,0-1 1 0 0,-1 1-1 0 0,1-1 0 0 0,0 1 1 0 0,0 1-1 0 0,-1 4 114 0 0,1 0 0 0 0,0 0 0 0 0,0-1 0 0 0,1 1-1 0 0,0 0 1 0 0,2 8 0 0 0,7 16 307 0 0,2 0-1 0 0,1 0 0 0 0,21 35 1 0 0,-2-3 204 0 0,-32-62-687 0 0,1-1 0 0 0,-1 1 0 0 0,0 0 0 0 0,0 0 0 0 0,1 0 0 0 0,-1 0 0 0 0,0 0 0 0 0,1-1 0 0 0,-1 1 0 0 0,1 0 0 0 0,-1 0 0 0 0,1-1 0 0 0,-1 1 0 0 0,1 0 0 0 0,0-1 0 0 0,-1 1 0 0 0,1-1 0 0 0,0 1 0 0 0,0-1 0 0 0,-1 1 0 0 0,1-1 0 0 0,0 1 0 0 0,0-1 0 0 0,0 1 0 0 0,-1-1 0 0 0,1 0 0 0 0,1 0 0 0 0,16-19 268 0 0,-12 11-347 0 0,3-5 59 0 0,1 1 1 0 0,0 1-1 0 0,1 0 1 0 0,0 0-1 0 0,1 1 1 0 0,0 1-1 0 0,1 0 1 0 0,0 0-1 0 0,25-12 0 0 0,-36 21-1 0 0,-1-1 0 0 0,0 1 0 0 0,1-1 0 0 0,-1 1-1 0 0,1-1 1 0 0,-1 1 0 0 0,0 0 0 0 0,1 0-1 0 0,-1 0 1 0 0,1 0 0 0 0,-1 0 0 0 0,1 0 0 0 0,-1 0-1 0 0,0 0 1 0 0,1 0 0 0 0,-1 1 0 0 0,1-1-1 0 0,-1 1 1 0 0,0-1 0 0 0,1 1 0 0 0,-1-1 0 0 0,0 1-1 0 0,0 0 1 0 0,1 0 0 0 0,-1-1 0 0 0,0 1-1 0 0,0 0 1 0 0,0 0 0 0 0,0 0 0 0 0,0 0 0 0 0,0 1-1 0 0,0-1 1 0 0,0 0 0 0 0,-1 0 0 0 0,1 0-1 0 0,0 1 1 0 0,-1-1 0 0 0,1 0 0 0 0,-1 1 0 0 0,1-1-1 0 0,-1 0 1 0 0,0 1 0 0 0,1 2 0 0 0,0 1 2 0 0,-1 1 1 0 0,1-1-1 0 0,-1 1 0 0 0,0-1 1 0 0,0 1-1 0 0,-1-1 1 0 0,1 0-1 0 0,-1 1 1 0 0,-1-1-1 0 0,-1 8 0 0 0,-16 25-3403 0 0,11-32-3592 0 0</inkml:trace>
</inkml:ink>
</file>

<file path=ppt/ink/ink7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7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32 588 0 0,'0'0'964'0'0,"0"-11"1524"0"0,0-1-807 0 0,4 4-1313 0 0</inkml:trace>
</inkml:ink>
</file>

<file path=ppt/ink/ink7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8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78 404 0 0,'0'0'3284'0'0,"9"0"-1783"0"0,-3-2 1750 0 0,33-26 1568 0 0,-37 27-4374 0 0,30-24 5659 0 0,-26 26-6071 0 0,0-1 0 0 0,0 0 0 0 0,0 1 1 0 0,0 0-1 0 0,0 1 0 0 0,-1-1 0 0 0,1 1 0 0 0,0 0 1 0 0,-1 1-1 0 0,1-1 0 0 0,-1 1 0 0 0,0 0 0 0 0,0 0 1 0 0,6 5-1 0 0,-9-5-25 0 0,0-1 0 0 0,0 0 0 0 0,0 0 0 0 0,0 1 0 0 0,0-1 0 0 0,-1 1 0 0 0,1-1 0 0 0,-1 1 0 0 0,1 0 0 0 0,-1 0 0 0 0,0-1 0 0 0,0 1 0 0 0,0 0 0 0 0,-1 0 1 0 0,1 0-1 0 0,-1 0 0 0 0,0 0 0 0 0,0 0 0 0 0,0 0 0 0 0,0 0 0 0 0,0 0 0 0 0,0 0 0 0 0,-1 0 0 0 0,0 0 0 0 0,1 0 0 0 0,-1 0 0 0 0,0 0 0 0 0,-1 0 0 0 0,1 0 0 0 0,-2 2 0 0 0,-3 5 13 0 0,-1 0 0 0 0,1 0 0 0 0,-2-1 1 0 0,0 0-1 0 0,0-1 0 0 0,0 0 0 0 0,-1 0 0 0 0,0-1 0 0 0,-1 0 0 0 0,1 0 0 0 0,-1-1 0 0 0,-1 0 0 0 0,-12 4 1 0 0,22-9-30 0 0,6-4-21 0 0,-1 0 4 0 0,1 1 1 0 0,-1 0-1 0 0,1 0 0 0 0,-1 0 1 0 0,1 0-1 0 0,0 0 0 0 0,-1 1 1 0 0,1 0-1 0 0,0 0 1 0 0,0 1-1 0 0,0-1 0 0 0,0 1 1 0 0,0 0-1 0 0,0 0 0 0 0,0 1 1 0 0,0-1-1 0 0,0 1 1 0 0,0 0-1 0 0,-1 0 0 0 0,1 1 1 0 0,0 0-1 0 0,-1 0 0 0 0,1 0 1 0 0,-1 0-1 0 0,1 0 0 0 0,-1 1 1 0 0,0 0-1 0 0,0 0 1 0 0,0 0-1 0 0,-1 1 0 0 0,1-1 1 0 0,-1 1-1 0 0,1 0 0 0 0,-1-1 1 0 0,-1 2-1 0 0,4 4 0 0 0,-2 0-28 0 0,0 1-1 0 0,0 0 0 0 0,-1-1 1 0 0,-1 2-1 0 0,1-1 0 0 0,-2 0 1 0 0,1 0-1 0 0,-1 1 0 0 0,-1-1 0 0 0,0 0 1 0 0,-1 1-1 0 0,0-1 0 0 0,0 0 1 0 0,-1 0-1 0 0,0 1 0 0 0,-1-1 1 0 0,-4 10-1 0 0,2-4-4 0 0,-2 0 1 0 0,1-1 0 0 0,-2 1-1 0 0,0-2 1 0 0,-1 1-1 0 0,0-1 1 0 0,-1 0 0 0 0,-1-1-1 0 0,-21 21 1 0 0,32-34 50 0 0,-1 0 0 0 0,1 1 0 0 0,0-1 0 0 0,0 0 0 0 0,0 0 0 0 0,0 1 0 0 0,0-1 0 0 0,-1 0 1 0 0,1 0-1 0 0,0 0 0 0 0,0 1 0 0 0,0-1 0 0 0,-1 0 0 0 0,1 0 0 0 0,0 0 0 0 0,0 0 0 0 0,-1 0 0 0 0,1 0 1 0 0,0 1-1 0 0,0-1 0 0 0,-1 0 0 0 0,1 0 0 0 0,0 0 0 0 0,0 0 0 0 0,-1 0 0 0 0,1 0 0 0 0,0 0 0 0 0,-1 0 1 0 0,1 0-1 0 0,0 0 0 0 0,0 0 0 0 0,-1 0 0 0 0,1 0 0 0 0,0 0 0 0 0,0 0 0 0 0,-1-1 0 0 0,1 1 0 0 0,0 0 0 0 0,0 0 1 0 0,-1 0-1 0 0,1 0 0 0 0,0 0 0 0 0,-1-1 0 0 0,1-14-175 0 0,11-18-101 0 0,20-15-345 0 0,3 1-1 0 0,44-48 1 0 0,36-48-263 0 0,-90 112 613 0 0,43-45-1 0 0,-48 58 633 0 0,-1-1-1 0 0,-1-1 1 0 0,-1-1 0 0 0,0 0 0 0 0,21-42 0 0 0,-37 63-316 0 0,0 0 1 0 0,0 0 0 0 0,0 0-1 0 0,0 0 1 0 0,0 0-1 0 0,1-1 1 0 0,-1 1-1 0 0,0 0 1 0 0,0 0 0 0 0,0 0-1 0 0,0-1 1 0 0,0 1-1 0 0,0 0 1 0 0,0 0-1 0 0,0 0 1 0 0,0-1 0 0 0,0 1-1 0 0,0 0 1 0 0,0 0-1 0 0,0 0 1 0 0,0-1-1 0 0,0 1 1 0 0,0 0 0 0 0,0 0-1 0 0,0 0 1 0 0,0 0-1 0 0,0-1 1 0 0,0 1-1 0 0,0 0 1 0 0,0 0 0 0 0,-1 0-1 0 0,1-1 1 0 0,0 1-1 0 0,0 0 1 0 0,0 0-1 0 0,0 0 1 0 0,0 0 0 0 0,0 0-1 0 0,-1-1 1 0 0,1 1-1 0 0,0 0 1 0 0,0 0-1 0 0,0 0 1 0 0,-1 0 0 0 0,1 0-1 0 0,0 0 1 0 0,-13 2 734 0 0,-10 9-110 0 0,19-7-593 0 0,1-1 1 0 0,0 1-1 0 0,0 0 1 0 0,0 0 0 0 0,1 0-1 0 0,0 0 1 0 0,-1 0-1 0 0,1 1 1 0 0,1-1-1 0 0,-1 0 1 0 0,1 1 0 0 0,-1 0-1 0 0,1-1 1 0 0,1 1-1 0 0,-1 0 1 0 0,1 0-1 0 0,0-1 1 0 0,0 1 0 0 0,0 0-1 0 0,0 0 1 0 0,1-1-1 0 0,2 9 1 0 0,-2-7-379 0 0,1-1 1 0 0,-1 0-1 0 0,1 0 1 0 0,0 0-1 0 0,0 0 0 0 0,1-1 1 0 0,0 1-1 0 0,-1-1 1 0 0,2 1-1 0 0,-1-1 1 0 0,0 0-1 0 0,1 0 0 0 0,0 0 1 0 0,0-1-1 0 0,0 1 1 0 0,0-1-1 0 0,0 0 1 0 0,1 0-1 0 0,6 3 0 0 0,18 7-7155 0 0,-15-8 3163 0 0</inkml:trace>
</inkml:ink>
</file>

<file path=ppt/ink/ink7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28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75 860 0 0,'0'0'2471'0'0,"19"-36"3973"0"0,-8 30-5759 0 0,-1 0 1 0 0,1 1-1 0 0,0 1 0 0 0,1 0 1 0 0,-1 1-1 0 0,1 0 0 0 0,16-2 1 0 0,-22 4-571 0 0,0 0 1 0 0,0 1-1 0 0,0 0 0 0 0,0 0 1 0 0,-1 0-1 0 0,1 1 1 0 0,0 0-1 0 0,0 0 1 0 0,0 0-1 0 0,0 1 1 0 0,-1-1-1 0 0,1 2 1 0 0,-1-1-1 0 0,1 0 1 0 0,-1 1-1 0 0,0 0 1 0 0,6 5-1 0 0,-8-5-76 0 0,0 1-1 0 0,0-1 0 0 0,-1 1 0 0 0,1-1 1 0 0,-1 1-1 0 0,0 0 0 0 0,0 0 1 0 0,-1 0-1 0 0,1 0 0 0 0,-1 0 1 0 0,0 0-1 0 0,0 1 0 0 0,0-1 1 0 0,0 0-1 0 0,-1 0 0 0 0,0 1 0 0 0,0-1 1 0 0,0 0-1 0 0,0 1 0 0 0,-1-1 1 0 0,1 0-1 0 0,-1 1 0 0 0,0-1 1 0 0,-1 0-1 0 0,1 0 0 0 0,-1 0 0 0 0,-3 6 1 0 0,-5 12 36 0 0,-1-1 1 0 0,-2 0-1 0 0,-22 30 0 0 0,26-39-23 0 0,-57 81 330 0 0,65-91-6 0 0,11 3 72 0 0,-10-4-438 0 0,1-1 1 0 0,0 1-1 0 0,0-1 1 0 0,-1 1 0 0 0,1-1-1 0 0,0 1 1 0 0,0-1 0 0 0,0 1-1 0 0,-1-1 1 0 0,1 1-1 0 0,0-1 1 0 0,0 0 0 0 0,0 0-1 0 0,0 1 1 0 0,0-1-1 0 0,0 0 1 0 0,0 0 0 0 0,0 0-1 0 0,1 0 1 0 0,63-11 392 0 0,91-26 0 0 0,24-4-2545 0 0,-98 28-950 0 0,-1 2-3922 0 0,-24 5 2100 0 0</inkml:trace>
</inkml:ink>
</file>

<file path=ppt/ink/ink7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3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81 119 776 0 0,'-5'-10'1718'0'0,"3"7"-929"0"0,0 0 0 0 0,1 0 0 0 0,-1 0 1 0 0,0 0-1 0 0,-1 0 0 0 0,1 0 0 0 0,0 1 0 0 0,-1-1 1 0 0,0 1-1 0 0,-3-3 0 0 0,5 4 214 0 0,-2 4-532 0 0,-2 3-253 0 0,0 1-1 0 0,1 0 0 0 0,0 0 1 0 0,0 0-1 0 0,0 0 1 0 0,1 1-1 0 0,0-1 0 0 0,0 1 1 0 0,1 0-1 0 0,0 0 0 0 0,1 0 1 0 0,-1 0-1 0 0,2 0 1 0 0,-1 0-1 0 0,1 0 0 0 0,1 13 1 0 0,-1-20-206 0 0,0 0 1 0 0,0 0-1 0 0,1 0 1 0 0,-1 0-1 0 0,0 0 1 0 0,0 0-1 0 0,1 0 0 0 0,-1 0 1 0 0,1 0-1 0 0,-1 0 1 0 0,1 0-1 0 0,-1-1 1 0 0,1 1-1 0 0,0 0 1 0 0,-1 0-1 0 0,1 0 1 0 0,0-1-1 0 0,-1 1 1 0 0,1 0-1 0 0,0-1 0 0 0,0 1 1 0 0,0 0-1 0 0,0-1 1 0 0,0 1-1 0 0,0-1 1 0 0,0 0-1 0 0,0 1 1 0 0,0-1-1 0 0,0 0 1 0 0,0 0-1 0 0,0 1 1 0 0,0-1-1 0 0,0 0 0 0 0,0 0 1 0 0,0 0-1 0 0,0 0 1 0 0,0 0-1 0 0,0 0 1 0 0,0-1-1 0 0,0 1 1 0 0,1-1-1 0 0,43-13 173 0 0,-43 13-170 0 0,61-38 268 0 0,-62 38-278 0 0,9 1-7 0 0,-8 0 3 0 0,1-1 0 0 0,-1 1 0 0 0,0 0 0 0 0,0 0 0 0 0,1 1 0 0 0,-1-1-1 0 0,0 0 1 0 0,0 1 0 0 0,0-1 0 0 0,1 1 0 0 0,1 1 0 0 0,8 3 5 0 0,-1 0-1 0 0,1-1 1 0 0,0 0-1 0 0,0 0 1 0 0,0-1 0 0 0,0-1-1 0 0,1 0 1 0 0,-1-1 0 0 0,1 0-1 0 0,-1-1 1 0 0,1-1-1 0 0,-1 0 1 0 0,0 0 0 0 0,1-1-1 0 0,21-7 1 0 0,-31 7 0 0 0,1 0 0 0 0,-1 0 0 0 0,1 0 1 0 0,-1 0-1 0 0,0-1 0 0 0,0 1 0 0 0,0-1 0 0 0,0 0 0 0 0,0 0 0 0 0,-1 0 1 0 0,0-1-1 0 0,1 1 0 0 0,-1 0 0 0 0,0-1 0 0 0,-1 0 0 0 0,1 1 1 0 0,0-1-1 0 0,-1 0 0 0 0,0 0 0 0 0,0 0 0 0 0,0 0 0 0 0,-1 0 0 0 0,1 0 1 0 0,-1 0-1 0 0,0 0 0 0 0,0 0 0 0 0,0 0 0 0 0,-1 0 0 0 0,1 0 0 0 0,-1 0 1 0 0,0 0-1 0 0,0 1 0 0 0,0-1 0 0 0,-3-5 0 0 0,3 7 36 0 0,-3-4-4 0 0,4 6-44 0 0,0 0 0 0 0,0 0 0 0 0,0 0-1 0 0,0 0 1 0 0,0 0 0 0 0,0 0 0 0 0,0 0 0 0 0,1 0 0 0 0,-1 0 0 0 0,0 1 0 0 0,0-1 0 0 0,0 0 0 0 0,0 0 0 0 0,0 0 0 0 0,0 0 0 0 0,0 0-1 0 0,1 0 1 0 0,-1 0 0 0 0,0 0 0 0 0,0 0 0 0 0,0 0 0 0 0,0-1 0 0 0,0 1 0 0 0,0 0 0 0 0,0 0 0 0 0,1 0 0 0 0,-1 0 0 0 0,0 0 0 0 0,0 0 0 0 0,0 0-1 0 0,0 0 1 0 0,0 0 0 0 0,0 0 0 0 0,0 0 0 0 0,0 0 0 0 0,0 0 0 0 0,1 0 0 0 0,-1-1 0 0 0,0 1 0 0 0,0 0 0 0 0,0 0 0 0 0,0 0 0 0 0,0 0-1 0 0,0 0 1 0 0,0 0 0 0 0,0 0 0 0 0,0 0 0 0 0,0-1 0 0 0,0 1 0 0 0,0 0 0 0 0,0 0 0 0 0,0 0 0 0 0,0 0 0 0 0,0 0 0 0 0,0-1 0 0 0,17 7 7 0 0,1-1 1 0 0,0-1 0 0 0,0 0-1 0 0,0-2 1 0 0,1 0 0 0 0,-1-1-1 0 0,0-1 1 0 0,1 0 0 0 0,21-4-1 0 0,-10 0 5 0 0,-1-2-1 0 0,0-1 0 0 0,0 0 0 0 0,-1-3 0 0 0,33-14 1 0 0,-60 24-3 0 0,0-1 1 0 0,0 1 0 0 0,-1 0-1 0 0,1 0 1 0 0,0-1 0 0 0,-1 1-1 0 0,1-1 1 0 0,0 1 0 0 0,0 0-1 0 0,-1-1 1 0 0,1 0 0 0 0,-1 1-1 0 0,1-1 1 0 0,-1 1 0 0 0,1-1-1 0 0,-1 0 1 0 0,1 1 0 0 0,-1-1-1 0 0,1 0 1 0 0,-1 1 0 0 0,0-1 0 0 0,1 0-1 0 0,-1 0 1 0 0,0 1 0 0 0,0-1-1 0 0,1 0 1 0 0,-1 0 0 0 0,0 0-1 0 0,0 1 1 0 0,0-1 0 0 0,0 0-1 0 0,0 0 1 0 0,0 0 0 0 0,0 1-1 0 0,0-1 1 0 0,-1 0 0 0 0,1 0-1 0 0,0 0 1 0 0,-1 0 1 0 0,0 0-1 0 0,0 1 1 0 0,0-1-1 0 0,1 0 1 0 0,-1 1-1 0 0,0-1 1 0 0,0 1-1 0 0,0-1 1 0 0,0 1-1 0 0,0 0 1 0 0,0-1 0 0 0,0 1-1 0 0,0 0 1 0 0,0 0-1 0 0,0 0 1 0 0,0-1-1 0 0,0 1 1 0 0,0 0-1 0 0,0 1 1 0 0,0-1-1 0 0,0 0 1 0 0,0 0 0 0 0,0 0-1 0 0,0 0 1 0 0,0 1-1 0 0,0-1 1 0 0,0 1-1 0 0,0-1 1 0 0,0 1-1 0 0,0-1 1 0 0,0 1-1 0 0,-1 1 1 0 0,-1-1-29 0 0,1 0 0 0 0,0 0 1 0 0,0 0-1 0 0,0 0 0 0 0,0 1 0 0 0,0-1 0 0 0,1 1 0 0 0,-1-1 1 0 0,0 1-1 0 0,1 0 0 0 0,-1 0 0 0 0,1 0 0 0 0,0 0 1 0 0,-1 0-1 0 0,1 0 0 0 0,0 0 0 0 0,0 0 0 0 0,0 0 1 0 0,1 0-1 0 0,-1 1 0 0 0,0-1 0 0 0,1 0 0 0 0,0 1 1 0 0,-1-1-1 0 0,1 0 0 0 0,0 1 0 0 0,0-1 0 0 0,0 0 0 0 0,1 1 1 0 0,-1-1-1 0 0,1 0 0 0 0,-1 1 0 0 0,1-1 0 0 0,0 0 1 0 0,-1 0-1 0 0,1 0 0 0 0,0 1 0 0 0,1-1 0 0 0,-1 0 1 0 0,0 0-1 0 0,3 3 0 0 0,3 4-731 0 0,1 1 0 0 0,0-1-1 0 0,0-1 1 0 0,1 1 0 0 0,18 13 0 0 0,8 1-5295 0 0,-11-14 2580 0 0</inkml:trace>
</inkml:ink>
</file>

<file path=ppt/ink/ink7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4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228 197 1000 0 0,'-25'-29'4101'0'0,"18"24"-3570"0"0,0 1-1 0 0,-1 0 1 0 0,1 1 0 0 0,-1-1-1 0 0,0 2 1 0 0,0-1 0 0 0,0 1-1 0 0,0 0 1 0 0,0 1 0 0 0,0 0-1 0 0,0 0 1 0 0,-1 0 0 0 0,-15 2-1 0 0,20-1-445 0 0,1 1-1 0 0,0-1 1 0 0,0 0-1 0 0,-1 1 1 0 0,1 0-1 0 0,0 0 1 0 0,0 0-1 0 0,0 0 1 0 0,0 0-1 0 0,0 1 1 0 0,0-1-1 0 0,0 1 1 0 0,0 0-1 0 0,1-1 1 0 0,-1 1-1 0 0,0 1 1 0 0,1-1-1 0 0,0 0 1 0 0,0 1-1 0 0,-1-1 1 0 0,1 1-1 0 0,1 0 1 0 0,-1-1-1 0 0,0 1 1 0 0,1 0-1 0 0,-1 0 1 0 0,1 0-1 0 0,0 0 1 0 0,0 0-1 0 0,0 1 1 0 0,1-1-1 0 0,-1 0 1 0 0,1 0-1 0 0,-1 1 1 0 0,1-1-1 0 0,0 0 1 0 0,1 6-1 0 0,0-2-26 0 0,1-1-1 0 0,-1 1 0 0 0,1-1 0 0 0,0 0 0 0 0,1 0 0 0 0,-1 1 1 0 0,1-2-1 0 0,1 1 0 0 0,-1 0 0 0 0,7 7 0 0 0,50 55 279 0 0,-15-20-156 0 0,-7 6-31 0 0,-3 1 0 0 0,-2 2 1 0 0,34 82-1 0 0,-65-135-135 0 0,-1 1 0 0 0,1-1 0 0 0,0 1 0 0 0,-1 0 1 0 0,0-1-1 0 0,0 1 0 0 0,-1 0 0 0 0,1 0 0 0 0,-1 0 0 0 0,0 0 0 0 0,-1 6 0 0 0,1-8 5 0 0,-1-1-7 0 0,-1 4 18 0 0,0-8-131 0 0,0-5 69 0 0,1 0 1 0 0,0-1-1 0 0,1 1 0 0 0,0-1 0 0 0,0 1 0 0 0,0-1 0 0 0,1 1 1 0 0,0-1-1 0 0,1 1 0 0 0,-1 0 0 0 0,2 0 0 0 0,-1-1 0 0 0,1 1 1 0 0,0 1-1 0 0,0-1 0 0 0,5-7 0 0 0,4-8-35 0 0,1 1-1 0 0,1 0 1 0 0,30-33 0 0 0,-11 21 1 0 0,2 2 1 0 0,0 2 0 0 0,2 1-1 0 0,74-41 1 0 0,-67 42-8 0 0,-43 26 57 0 0,8 1-7 0 0,1 0 24 0 0,-1-1-1 0 0,0 0 1 0 0,0 0-1 0 0,0-1 1 0 0,0-1-1 0 0,0 1 1 0 0,-1-1-1 0 0,1-1 1 0 0,-1 0-1 0 0,1 0 1 0 0,13-10-1 0 0,-17 10 5 0 0,-1 0-1 0 0,1 0 1 0 0,-1 0-1 0 0,0-1 1 0 0,0 1-1 0 0,-1-1 1 0 0,0 0-1 0 0,0 0 1 0 0,0-1-1 0 0,0 1 1 0 0,-1-1-1 0 0,1 1 1 0 0,-2-1-1 0 0,1 0 1 0 0,-1 0-1 0 0,1 0 1 0 0,-2 0-1 0 0,1 0 1 0 0,-1 0-1 0 0,0-11 1 0 0,0 6 169 0 0,-1 1 0 0 0,-1-1 0 0 0,1 0 0 0 0,-2 0 0 0 0,1 1 0 0 0,-1 0 0 0 0,-1-1 0 0 0,0 1 0 0 0,-1 0 0 0 0,0 1 0 0 0,0-1 0 0 0,-1 1 0 0 0,0 0 0 0 0,-8-9 0 0 0,14 18-145 0 0,0 0-1 0 0,0-1 0 0 0,-1 1 0 0 0,1 0 1 0 0,0 0-1 0 0,-1-1 0 0 0,1 1 1 0 0,0 0-1 0 0,0 0 0 0 0,-1-1 0 0 0,1 1 1 0 0,-1 0-1 0 0,1 0 0 0 0,0 0 0 0 0,-1-1 1 0 0,1 1-1 0 0,0 0 0 0 0,-1 0 0 0 0,1 0 1 0 0,-1 0-1 0 0,1 0 0 0 0,0 0 0 0 0,-1 0 1 0 0,1 0-1 0 0,-1 0 0 0 0,1 0 1 0 0,0 0-1 0 0,-1 0 0 0 0,1 0 0 0 0,-1 0 1 0 0,1 1-1 0 0,0-1 0 0 0,-1 0 0 0 0,1 0 1 0 0,0 0-1 0 0,-1 1 0 0 0,-7 15 329 0 0,3 19-55 0 0,5-22-193 0 0,2 0 0 0 0,0 1-1 0 0,0-1 1 0 0,1 0-1 0 0,1-1 1 0 0,0 1 0 0 0,0 0-1 0 0,2-1 1 0 0,-1 0 0 0 0,11 14-1 0 0,31 43-868 0 0,4-5-4056 0 0,-37-50-3285 0 0,-7-8 3432 0 0</inkml:trace>
</inkml:ink>
</file>

<file path=ppt/ink/ink7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4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 1100 0 0,'0'0'1420'0'0,"4"-16"-136"0"0,3 9-116 0 0,0-1-127 0 0,5-1-113 0 0,1 0-88 0 0,4-1-104 0 0,2 3-340 0 0,5-1-384 0 0,4-1-492 0 0,-3 0-932 0 0,4 1-1521 0 0,11 1 677 0 0</inkml:trace>
</inkml:ink>
</file>

<file path=ppt/ink/ink7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5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98 672 0 0,'-16'-54'3413'0'0,"10"28"10"0"0,-1 9 4274 0 0,92 185-4942 0 0,-68-133-2727 0 0,-1 1 1 0 0,-2 0 0 0 0,12 53-1 0 0,-25-87-339 0 0,-1 0 1 0 0,1 0-1 0 0,0 1 0 0 0,-1-1 0 0 0,0 0 0 0 0,0 1 0 0 0,0-1 0 0 0,0 0 1 0 0,0 1-1 0 0,0-1 0 0 0,0 0 0 0 0,-1 0 0 0 0,1 1 0 0 0,-1-1 1 0 0,0 0-1 0 0,0 0 0 0 0,1 1 0 0 0,-1-1 0 0 0,-1 0 0 0 0,0 2 0 0 0,-19-6-8687 0 0</inkml:trace>
</inkml:ink>
</file>

<file path=ppt/ink/ink7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5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1 424 372 0 0,'187'-45'2482'0'0,"-132"34"-2258"0"0,-1-1 1 0 0,0-4-1 0 0,57-23 0 0 0,-103 35-184 0 0,0-1-1 0 0,1 1 1 0 0,-1-1-1 0 0,-1-1 1 0 0,1 0-1 0 0,-1 0 0 0 0,0 0 1 0 0,-1-1-1 0 0,1 0 1 0 0,-1 0-1 0 0,5-9 1 0 0,-8 12 27 0 0,0-1-1 0 0,0 0 1 0 0,-1 0 0 0 0,0 0-1 0 0,0 0 1 0 0,0-1-1 0 0,-1 1 1 0 0,0 0 0 0 0,0-1-1 0 0,0 1 1 0 0,0-1 0 0 0,-1 1-1 0 0,0-1 1 0 0,0 1 0 0 0,-1-1-1 0 0,1 1 1 0 0,-1-1 0 0 0,0 1-1 0 0,-4-10 1 0 0,1 6 126 0 0,0-1 1 0 0,0 1-1 0 0,-1 1 1 0 0,0-1-1 0 0,0 1 1 0 0,-10-11-1 0 0,12 15-54 0 0,0 1 1 0 0,1 1-1 0 0,-2-1 1 0 0,1 0-1 0 0,0 1 0 0 0,0-1 1 0 0,-1 1-1 0 0,1 0 1 0 0,-1 0-1 0 0,0 1 1 0 0,0-1-1 0 0,0 1 0 0 0,1 0 1 0 0,-1 0-1 0 0,0 0 1 0 0,-1 0-1 0 0,-5 0 1 0 0,8 2-89 0 0,0-1 1 0 0,0 1 0 0 0,1-1 0 0 0,-1 1 0 0 0,0 0 0 0 0,0 0-1 0 0,1 0 1 0 0,-1 0 0 0 0,0 0 0 0 0,1 0 0 0 0,-1 0-1 0 0,1 0 1 0 0,0 1 0 0 0,-1-1 0 0 0,1 1 0 0 0,0-1 0 0 0,0 1-1 0 0,0-1 1 0 0,0 1 0 0 0,0 0 0 0 0,0-1 0 0 0,0 1 0 0 0,0 2-1 0 0,-14 40 678 0 0,12-25-488 0 0,1 0 1 0 0,0 0 0 0 0,2 0 0 0 0,0 0-1 0 0,1 0 1 0 0,1 0 0 0 0,0-1 0 0 0,9 32 0 0 0,-2-18-27 0 0,2-1 1 0 0,1 0 0 0 0,1 0-1 0 0,19 30 1 0 0,-26-50-139 0 0,0-1 0 0 0,1 1 0 0 0,0-2 1 0 0,14 15-1 0 0,-19-22-62 0 0,0 0 0 0 0,0 0 0 0 0,1 0 1 0 0,-1 0-1 0 0,0 0 0 0 0,1-1 0 0 0,0 0 0 0 0,-1 1 1 0 0,1-1-1 0 0,0 0 0 0 0,0 0 0 0 0,-1 0 0 0 0,1-1 1 0 0,0 1-1 0 0,0-1 0 0 0,0 1 0 0 0,0-1 0 0 0,0 0 1 0 0,0 0-1 0 0,0 0 0 0 0,0-1 0 0 0,0 1 1 0 0,3-2-1 0 0,117-46 246 0 0,-116 48-500 0 0,0 1-1 0 0,0-1 1 0 0,0 1 0 0 0,-1 0-1 0 0,1 0 1 0 0,0 1 0 0 0,8 3-1 0 0,-6-2-837 0 0,18 2-5174 0 0,-11-4 2642 0 0</inkml:trace>
</inkml:ink>
</file>

<file path=ppt/ink/ink7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6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43 550 1148 0 0,'9'-11'648'0'0,"1"0"1"0"0,1 1-1 0 0,0 0 0 0 0,0 1 0 0 0,1 0 0 0 0,0 1 1 0 0,20-10-1 0 0,27-21 497 0 0,-26 15-558 0 0,-1-2 0 0 0,-1-2 0 0 0,27-32 0 0 0,-51 53-500 0 0,-1 0 0 0 0,1-1 0 0 0,-2 0 1 0 0,1 0-1 0 0,-1 0 0 0 0,0-1 0 0 0,-1 0 0 0 0,0 0 1 0 0,-1 0-1 0 0,0 0 0 0 0,0-1 0 0 0,-1 1 0 0 0,0-1 1 0 0,0 1-1 0 0,-1-1 0 0 0,-1 0 0 0 0,1 0 1 0 0,-3-19-1 0 0,0 24 8 0 0,1-1 0 0 0,-1 1 0 0 0,0 0-1 0 0,0 0 1 0 0,0 0 0 0 0,-1 0 0 0 0,1 0 0 0 0,-1 1 0 0 0,-1-1 0 0 0,1 1 0 0 0,0 0 0 0 0,-1 0 0 0 0,0 0 0 0 0,0 0 0 0 0,0 1 0 0 0,-1-1 0 0 0,1 1 0 0 0,-1 0 0 0 0,0 1-1 0 0,1-1 1 0 0,-8-2 0 0 0,8 4-40 0 0,0 0 0 0 0,0 0 0 0 0,0 0 0 0 0,0 0 0 0 0,0 1-1 0 0,0-1 1 0 0,0 1 0 0 0,0 0 0 0 0,0 1 0 0 0,0-1 0 0 0,0 1-1 0 0,0-1 1 0 0,1 1 0 0 0,-1 0 0 0 0,0 1 0 0 0,0-1 0 0 0,1 1-1 0 0,-1-1 1 0 0,0 1 0 0 0,1 0 0 0 0,0 1 0 0 0,-1-1 0 0 0,1 1-1 0 0,0-1 1 0 0,0 1 0 0 0,1 0 0 0 0,-1 0 0 0 0,0 0 0 0 0,-2 5-1 0 0,-6 10 78 0 0,1 0 0 0 0,1 1 0 0 0,0 0 0 0 0,2 1 0 0 0,0 0 0 0 0,1 0 0 0 0,1 1 0 0 0,1 0 0 0 0,-3 39 0 0 0,4 10 221 0 0,10 112 0 0 0,13-23-41 0 0,-12-117-231 0 0,-2 1 1 0 0,-2-1 0 0 0,-1 1 0 0 0,-3-1 0 0 0,-7 73 0 0 0,6-111-99 0 0,1 0 1 0 0,-1 0 0 0 0,0 0-1 0 0,0 0 1 0 0,0-1 0 0 0,0 1 0 0 0,-1 0-1 0 0,0-1 1 0 0,0 1 0 0 0,0-1-1 0 0,0 1 1 0 0,0-1 0 0 0,0 0 0 0 0,-1 0-1 0 0,0 0 1 0 0,0 0 0 0 0,0-1-1 0 0,0 1 1 0 0,0-1 0 0 0,0 0 0 0 0,0 1-1 0 0,-1-2 1 0 0,1 1 0 0 0,-1 0-1 0 0,0-1 1 0 0,1 1 0 0 0,-1-1 0 0 0,0 0-1 0 0,0 0 1 0 0,0-1 0 0 0,0 1-1 0 0,0-1 1 0 0,0 0 0 0 0,0 0 0 0 0,0 0-1 0 0,0 0 1 0 0,0-1 0 0 0,1 0-1 0 0,-1 0 1 0 0,0 0 0 0 0,0 0 0 0 0,0 0-1 0 0,1-1 1 0 0,-1 0 0 0 0,1 1-1 0 0,-1-1 1 0 0,1-1 0 0 0,0 1 0 0 0,0 0-1 0 0,0-1 1 0 0,0 0 0 0 0,0 1-1 0 0,0-1 1 0 0,1 0 0 0 0,-4-6 0 0 0,2 4-28 0 0,0 1 0 0 0,1-1 0 0 0,0 0 0 0 0,0 0 0 0 0,1-1 0 0 0,-1 1 0 0 0,1-1 0 0 0,0 1 0 0 0,1-1 0 0 0,-1 1 0 0 0,1-1 0 0 0,0 0 0 0 0,0 0 0 0 0,1 0 0 0 0,0 1 0 0 0,0-7 0 0 0,2 4 7 0 0,-1 0-1 0 0,1 0 0 0 0,0 0 0 0 0,1 0 0 0 0,0 0 0 0 0,0 1 1 0 0,1 0-1 0 0,0-1 0 0 0,0 1 0 0 0,7-9 0 0 0,1 2 0 0 0,1 0 0 0 0,0 1 0 0 0,1 0 0 0 0,0 1-1 0 0,1 0 1 0 0,0 1 0 0 0,1 1 0 0 0,0 0 0 0 0,20-8 0 0 0,-22 13 20 0 0,109-44-110 0 0,-106 43 108 0 0,0 1 0 0 0,0 1 0 0 0,1 1-1 0 0,0 0 1 0 0,21 0 0 0 0,16 8-13 0 0,-48-3 75 0 0,1-1 0 0 0,0 0 1 0 0,0 0-1 0 0,0-1 0 0 0,0 0 0 0 0,0 0 0 0 0,0-1 1 0 0,0 0-1 0 0,0-1 0 0 0,0 1 0 0 0,-1-2 0 0 0,14-4 0 0 0,-20 6-11 0 0,0 0-1 0 0,0 1 0 0 0,0-1 0 0 0,0 0 0 0 0,0 0 0 0 0,-1 0 0 0 0,1 0 0 0 0,0 0 0 0 0,-1 0 0 0 0,1 0 0 0 0,0 0 0 0 0,-1-1 0 0 0,0 1 1 0 0,1 0-1 0 0,-1 0 0 0 0,0 0 0 0 0,1 0 0 0 0,-1-1 0 0 0,0 1 0 0 0,0 0 0 0 0,0 0 0 0 0,0-1 0 0 0,0 1 0 0 0,0 0 0 0 0,0 0 0 0 0,-1 0 1 0 0,1-1-1 0 0,0 1 0 0 0,-1 0 0 0 0,1 0 0 0 0,-1 0 0 0 0,1 0 0 0 0,-1 0 0 0 0,0 0 0 0 0,1-1 0 0 0,-1 2 0 0 0,-1-3 0 0 0,-29-33 388 0 0,-10 5-6 0 0,40 31-400 0 0,-15 0-1665 0 0,15 1 1368 0 0,-8 12-1352 0 0,7 1-5606 0 0,3-3 3303 0 0</inkml:trace>
</inkml:ink>
</file>

<file path=ppt/ink/ink7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7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15 165 952 0 0,'4'-86'11762'0'0,"-6"93"-11311"0"0,-3 17-223 0 0,1 1 0 0 0,0-1 0 0 0,2 1 0 0 0,1-1 0 0 0,1 1 1 0 0,1 0-1 0 0,1-1 0 0 0,1 1 0 0 0,1-1 0 0 0,1 1 0 0 0,2-1 1 0 0,0-1-1 0 0,13 27 0 0 0,-18-44-195 0 0,1 0 0 0 0,1 0 0 0 0,-1 0 0 0 0,1-1 0 0 0,0 0 0 0 0,0 1 0 0 0,0-2 0 0 0,1 1 0 0 0,0 0 0 0 0,0-1 0 0 0,0 0 0 0 0,1 0 0 0 0,-1 0 0 0 0,1-1 0 0 0,0 0 0 0 0,0 0-1 0 0,0 0 1 0 0,13 3 0 0 0,-14-5-19 0 0,1-1-1 0 0,0 1 1 0 0,-1-1-1 0 0,1 0 1 0 0,0 0 0 0 0,-1-1-1 0 0,1 0 1 0 0,0 0-1 0 0,-1 0 1 0 0,1-1-1 0 0,-1 1 1 0 0,1-1-1 0 0,-1-1 1 0 0,0 1-1 0 0,0-1 1 0 0,0 0-1 0 0,0 0 1 0 0,-1 0-1 0 0,1-1 1 0 0,-1 0-1 0 0,0 1 1 0 0,6-8-1 0 0,1-2-6 0 0,-1-1 0 0 0,-1 0 1 0 0,0-1-1 0 0,-1 0 0 0 0,0 0 0 0 0,-1-1 0 0 0,-1 0 0 0 0,-1 0 0 0 0,0-1 0 0 0,-1 1 0 0 0,2-19 1 0 0,-1-2 72 0 0,-1 0 1 0 0,-3 0 0 0 0,-1 0 0 0 0,-5-41 0 0 0,-4 25 1131 0 0,8 51-1032 0 0,0-6 32 0 0,1 8-204 0 0,0 0-1 0 0,0 0 1 0 0,1 0-1 0 0,-1-1 1 0 0,0 1-1 0 0,0 0 1 0 0,0 0-1 0 0,0 0 0 0 0,0 0 1 0 0,0 0-1 0 0,0 0 1 0 0,0-1-1 0 0,-1 1 1 0 0,1 0-1 0 0,0 0 1 0 0,0 0-1 0 0,0 0 1 0 0,0 0-1 0 0,0 0 1 0 0,0-1-1 0 0,0 1 1 0 0,0 0-1 0 0,0 0 0 0 0,0 0 1 0 0,0 0-1 0 0,0 0 1 0 0,0 0-1 0 0,-1 0 1 0 0,1 0-1 0 0,0 0 1 0 0,0-1-1 0 0,0 1 1 0 0,0 0-1 0 0,0 0 1 0 0,0 0-1 0 0,0 0 0 0 0,-1 0 1 0 0,1 0-1 0 0,0 0 1 0 0,0 0-1 0 0,0 0 1 0 0,0 0-1 0 0,0 0 1 0 0,0 0-1 0 0,-1 0 1 0 0,1 0-1 0 0,0 0 1 0 0,0 0-1 0 0,0 0 0 0 0,0 0 1 0 0,0 0-1 0 0,0 0 1 0 0,-1 0-1 0 0,1 0 1 0 0,0 0-1 0 0,0 0 1 0 0,0 1-1 0 0,0-1 1 0 0,0 0-1 0 0,0 0 1 0 0,0 0-1 0 0,-1 0 0 0 0,1 0 1 0 0,0 0-1 0 0,0 0 1 0 0,0 0-1 0 0,0 1 1 0 0,-7 10 36 0 0,1 0 0 0 0,0 0 0 0 0,1 1 0 0 0,0 0 0 0 0,1 0 0 0 0,0 1 0 0 0,1-1 0 0 0,1 1 0 0 0,-1-1 0 0 0,1 22 0 0 0,0 0 3 0 0,2 0 1 0 0,1 0-1 0 0,6 35 1 0 0,-5-53-38 0 0,2 0-1 0 0,-1-1 1 0 0,2 1-1 0 0,0-1 1 0 0,1 0 0 0 0,0 0-1 0 0,15 25 1 0 0,-19-37-10 0 0,0 1 0 0 0,1-1 1 0 0,-1 0-1 0 0,1 0 0 0 0,0 0 1 0 0,0 0-1 0 0,0 0 0 0 0,0-1 0 0 0,0 1 1 0 0,0-1-1 0 0,1 0 0 0 0,-1 0 1 0 0,1 0-1 0 0,0 0 0 0 0,-1-1 0 0 0,1 0 1 0 0,0 1-1 0 0,0-1 0 0 0,0-1 0 0 0,0 1 1 0 0,0 0-1 0 0,0-1 0 0 0,0 0 1 0 0,0 0-1 0 0,0 0 0 0 0,0-1 0 0 0,0 1 1 0 0,0-1-1 0 0,0 0 0 0 0,0 0 1 0 0,0 0-1 0 0,0-1 0 0 0,-1 1 0 0 0,1-1 1 0 0,-1 0-1 0 0,5-3 0 0 0,-1 1 9 0 0,0 0 0 0 0,0-1 0 0 0,0 1 0 0 0,-1-2-1 0 0,0 1 1 0 0,0-1 0 0 0,0 0 0 0 0,-1 0 0 0 0,0 0 0 0 0,5-8 0 0 0,-10 12 7 0 0,0 2-18 0 0,0 0 1 0 0,1-1 0 0 0,-1 1-1 0 0,0-1 1 0 0,0 1-1 0 0,0 0 1 0 0,0-1 0 0 0,1 1-1 0 0,-1 0 1 0 0,0-1 0 0 0,0 1-1 0 0,1 0 1 0 0,-1-1 0 0 0,0 1-1 0 0,0 0 1 0 0,1 0 0 0 0,-1-1-1 0 0,0 1 1 0 0,1 0 0 0 0,-1 0-1 0 0,0-1 1 0 0,1 1-1 0 0,-1 0 1 0 0,1 0 0 0 0,-1 0-1 0 0,0 0 1 0 0,1 0 0 0 0,-1 0-1 0 0,1 0 1 0 0,-1 0 0 0 0,0 0-1 0 0,1 0 1 0 0,0 0 0 0 0,33 29-69 0 0,-32-28 60 0 0,-1-1 14 0 0,0 0 1 0 0,0 0-1 0 0,0 0 0 0 0,0 0 0 0 0,0 0 0 0 0,0 0 0 0 0,-1 0 0 0 0,1-1 1 0 0,0 1-1 0 0,0 0 0 0 0,0-1 0 0 0,0 1 0 0 0,0-1 0 0 0,0 1 1 0 0,0-1-1 0 0,-1 1 0 0 0,1-1 0 0 0,0 1 0 0 0,0-1 0 0 0,-1 0 1 0 0,1 0-1 0 0,0 1 0 0 0,-1-1 0 0 0,1 0 0 0 0,-1 0 0 0 0,1 0 0 0 0,-1 1 1 0 0,1-1-1 0 0,0-2 0 0 0,-5-26-938 0 0,-4 11-6966 0 0</inkml:trace>
</inkml:ink>
</file>

<file path=ppt/ink/ink7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8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61 280 0 0,'0'0'11554'0'0,"-1"7"-11125"0"0,-2 4-93 0 0,1 1-1 0 0,0-1 1 0 0,1 1-1 0 0,0 13 1 0 0,1-22-270 0 0,0 0 0 0 0,0 0 0 0 0,0 0 1 0 0,0 0-1 0 0,1 0 0 0 0,-1 0 0 0 0,1 0 0 0 0,0 0 0 0 0,0 0 0 0 0,0-1 0 0 0,0 1 0 0 0,0 0 1 0 0,1-1-1 0 0,-1 1 0 0 0,1-1 0 0 0,0 1 0 0 0,0-1 0 0 0,0 0 0 0 0,0 1 0 0 0,0-1 1 0 0,0 0-1 0 0,1 0 0 0 0,-1-1 0 0 0,1 1 0 0 0,2 1 0 0 0,0-3-34 0 0,-1 0-1 0 0,0 0 1 0 0,0 0 0 0 0,0-1-1 0 0,0 1 1 0 0,0-1 0 0 0,0 0-1 0 0,0 0 1 0 0,0-1 0 0 0,0 1-1 0 0,6-4 1 0 0,-4 2 5 0 0,1-1 4 0 0,1 0-1 0 0,-1 0 0 0 0,0-1 0 0 0,0 1 0 0 0,0-2 0 0 0,-1 1 0 0 0,0-1 0 0 0,0 0 0 0 0,0 0 0 0 0,8-14 0 0 0,-13 19-14 0 0,2-5 13 0 0,-3 7-25 0 0,0-1 1 0 0,0 0 0 0 0,0 0 0 0 0,0 0 0 0 0,0 0-1 0 0,0 0 1 0 0,0 0 0 0 0,0 0 0 0 0,0 0 0 0 0,0 0-1 0 0,1 0 1 0 0,-1 0 0 0 0,0 1 0 0 0,0-1 0 0 0,0 0 0 0 0,0 0-1 0 0,0 0 1 0 0,0 0 0 0 0,0 0 0 0 0,0 0 0 0 0,0 0-1 0 0,0 0 1 0 0,0 0 0 0 0,0 0 0 0 0,0 0 0 0 0,0 0-1 0 0,0 0 1 0 0,1 0 0 0 0,-1 0 0 0 0,0 0 0 0 0,0 0-1 0 0,0 0 1 0 0,0 0 0 0 0,0 0 0 0 0,0 0 0 0 0,0 0-1 0 0,0 0 1 0 0,0 0 0 0 0,0 0 0 0 0,0 0 0 0 0,1 0-1 0 0,-1 0 1 0 0,0 0 0 0 0,0 0 0 0 0,0 0 0 0 0,0 0-1 0 0,0 0 1 0 0,0 0 0 0 0,0 0 0 0 0,4 32 16 0 0,-3-31-27 0 0,25 19 107 0 0,-23-19-99 0 0,1 0 0 0 0,0-1 0 0 0,-1 0 1 0 0,1 0-1 0 0,0 0 0 0 0,-1 0 0 0 0,1-1 0 0 0,-1 1 1 0 0,1-1-1 0 0,-1 0 0 0 0,1 0 0 0 0,-1 0 0 0 0,1-1 0 0 0,-1 1 1 0 0,0-1-1 0 0,1 1 0 0 0,-1-1 0 0 0,0 0 0 0 0,4-5 1 0 0,-3 4-7 0 0,0-1 0 0 0,-1 0 0 0 0,1 0 1 0 0,-1-1-1 0 0,0 1 0 0 0,0-1 0 0 0,0 1 1 0 0,-1-1-1 0 0,0 0 0 0 0,0 0 0 0 0,0 0 1 0 0,0 0-1 0 0,-1 0 0 0 0,0-1 0 0 0,0 1 1 0 0,0-6-1 0 0,-1 8-9 0 0,0 1-1 0 0,0-1 1 0 0,0 0 0 0 0,1 1 0 0 0,-1-1-1 0 0,1 1 1 0 0,-1-1 0 0 0,1 1 0 0 0,0 0-1 0 0,0-1 1 0 0,0 1 0 0 0,0 0-1 0 0,0-1 1 0 0,1 1 0 0 0,-1 0 0 0 0,1 0-1 0 0,-1 0 1 0 0,1 0 0 0 0,0 0 0 0 0,0 0-1 0 0,0 1 1 0 0,0-1 0 0 0,0 1-1 0 0,0-1 1 0 0,0 1 0 0 0,1 0 0 0 0,-1 0-1 0 0,0 0 1 0 0,1 0 0 0 0,-1 0 0 0 0,1 0-1 0 0,-1 1 1 0 0,1-1 0 0 0,-1 1 0 0 0,1 0-1 0 0,-1 0 1 0 0,1 0 0 0 0,-1 0-1 0 0,1 0 1 0 0,4 1 0 0 0,-4 0 1 0 0,1-1 0 0 0,-1 1 1 0 0,1 0-1 0 0,-1 0 0 0 0,0 0 0 0 0,1 1 1 0 0,-1-1-1 0 0,0 1 0 0 0,0 0 0 0 0,0 0 1 0 0,0 0-1 0 0,-1 0 0 0 0,1 0 0 0 0,0 1 1 0 0,-1-1-1 0 0,0 1 0 0 0,1 0 0 0 0,-1 0 0 0 0,0 0 1 0 0,0 0-1 0 0,-1 0 0 0 0,1 0 0 0 0,-1 0 1 0 0,1 0-1 0 0,-1 1 0 0 0,0-1 0 0 0,0 1 1 0 0,-1-1-1 0 0,1 1 0 0 0,-1-1 0 0 0,1 1 1 0 0,-1-1-1 0 0,0 1 0 0 0,-1-1 0 0 0,1 1 1 0 0,-1-1-1 0 0,1 1 0 0 0,-2 3 0 0 0,1-3-50 0 0,-1 0-1 0 0,1 0 1 0 0,-1 0-1 0 0,1 0 0 0 0,-1 0 1 0 0,0 0-1 0 0,-1-1 1 0 0,-4 7-1 0 0,-3 1-2992 0 0,-1-1-4127 0 0,6-6 3278 0 0</inkml:trace>
</inkml:ink>
</file>

<file path=ppt/ink/ink7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8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52 808 0 0,'38'-32'9352'0'0,"-35"30"-8975"0"0,1 0 0 0 0,-1 0 0 0 0,0 0-1 0 0,1 0 1 0 0,0 0 0 0 0,-1 1 0 0 0,1-1 0 0 0,0 1-1 0 0,-1 0 1 0 0,1 0 0 0 0,0 0 0 0 0,0 1 0 0 0,0-1-1 0 0,7 1 1 0 0,-8 1-274 0 0,-1 0-1 0 0,0 0 1 0 0,1 0-1 0 0,-1 0 1 0 0,0 0 0 0 0,0 0-1 0 0,0 0 1 0 0,0 1-1 0 0,0-1 1 0 0,0 1-1 0 0,0-1 1 0 0,0 1-1 0 0,0 0 1 0 0,-1 0-1 0 0,1 0 1 0 0,-1 0 0 0 0,0 0-1 0 0,1 0 1 0 0,-1 0-1 0 0,0 1 1 0 0,0-1-1 0 0,0 0 1 0 0,-1 1-1 0 0,1-1 1 0 0,0 0-1 0 0,0 5 1 0 0,2 9 90 0 0,0 1 0 0 0,-1 0 0 0 0,-1-1 0 0 0,-1 1-1 0 0,0 0 1 0 0,-1 0 0 0 0,-1 0 0 0 0,-6 26 0 0 0,-6 11 184 0 0,-27 66 0 0 0,2-9-124 0 0,12-49-1621 0 0,6-16-1896 0 0,8 1-5224 0 0,13-24 3876 0 0</inkml:trace>
</inkml:ink>
</file>

<file path=ppt/ink/ink7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38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84 189 15373 0 0,'7'-11'218'0'0,"36"-64"804"0"0,-41 70-1007 0 0,0-1 0 0 0,0 1-1 0 0,0-1 1 0 0,0 1 0 0 0,-1-1 0 0 0,0 1 0 0 0,0-1 0 0 0,-1 0-1 0 0,0 0 1 0 0,0 1 0 0 0,0-1 0 0 0,-2-8 0 0 0,1 13-131 0 0,0-1 0 0 0,0 0 1 0 0,0 1-1 0 0,0 0 1 0 0,0-1-1 0 0,-1 1 0 0 0,1 0 1 0 0,-1-1-1 0 0,1 1 1 0 0,-1 0-1 0 0,1 0 0 0 0,-1 0 1 0 0,0 0-1 0 0,1 1 1 0 0,-1-1-1 0 0,0 0 0 0 0,0 1 1 0 0,0-1-1 0 0,1 1 1 0 0,-1 0-1 0 0,0-1 0 0 0,0 1 1 0 0,0 0-1 0 0,0 0 1 0 0,0 0-1 0 0,-2 1 0 0 0,-57 3-5610 0 0,55-3 4361 0 0,-27 3-2344 0 0</inkml:trace>
</inkml:ink>
</file>

<file path=ppt/ink/ink7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4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206 108 11861 0 0,'-205'34'1832'0'0,"219"-41"1620"0"0,93-34-2991 0 0,87-13 192 0 0,-137 41-927 0 0,0 2 0 0 0,0 4 0 0 0,74-2 0 0 0,-122 10-505 0 0,0 0 0 0 0,0 0 0 0 0,0 1 0 0 0,15 5 0 0 0,2 0-5461 0 0,-12-4 2288 0 0</inkml:trace>
</inkml:ink>
</file>

<file path=ppt/ink/ink7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4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27 1236 0 0,'-3'-3'612'0'0,"1"0"0"0"0,-1 1 0 0 0,1 0 0 0 0,-1-1 0 0 0,0 1 0 0 0,1 0 0 0 0,-1 0 0 0 0,0 0 0 0 0,-1 1-1 0 0,-4-3 1898 0 0,0 6-1247 0 0,7-2-1218 0 0,0 0-1 0 0,1-1 1 0 0,-1 1 0 0 0,1 0 0 0 0,-1 0-1 0 0,0 0 1 0 0,1 0 0 0 0,-1 0-1 0 0,1 0 1 0 0,-1 1 0 0 0,0-1 0 0 0,1 0-1 0 0,-1 0 1 0 0,1 0 0 0 0,-1 0-1 0 0,1 1 1 0 0,-1-1 0 0 0,1 0 0 0 0,-1 1-1 0 0,1-1 1 0 0,-1 0 0 0 0,1 1 0 0 0,-1-1-1 0 0,1 0 1 0 0,-1 1 0 0 0,1-1-1 0 0,0 1 1 0 0,-1 0 0 0 0,-1 15 572 0 0,1-1 0 0 0,1 1 1 0 0,0 0-1 0 0,1 0 0 0 0,6 29 1 0 0,24 85 787 0 0,-20-92-949 0 0,1 2 75 0 0,18 38-1 0 0,-18-51-964 0 0,-1 0 0 0 0,-2 1 0 0 0,10 47 0 0 0,-19-68-917 0 0,1 7-228 0 0</inkml:trace>
</inkml:ink>
</file>

<file path=ppt/ink/ink7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4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9 314 676 0 0,'-1'-1'157'0'0,"0"-1"-1"0"0,0 1 0 0 0,0 0 1 0 0,0 0-1 0 0,1-1 1 0 0,-1 1-1 0 0,1 0 1 0 0,-1-1-1 0 0,1 1 1 0 0,-1 0-1 0 0,1-1 1 0 0,0 1-1 0 0,-1-1 1 0 0,1 1-1 0 0,0 0 1 0 0,0-1-1 0 0,0 1 1 0 0,0-1-1 0 0,1 1 1 0 0,-1-1-1 0 0,0 1 1 0 0,0 0-1 0 0,1-2 0 0 0,1-1 46 0 0,0 1 0 0 0,0-1 0 0 0,0 1 0 0 0,0 0 0 0 0,0 0 0 0 0,1 0 0 0 0,-1 0 0 0 0,6-5 0 0 0,8-4 266 0 0,0 0-1 0 0,30-18 1 0 0,-33 23-57 0 0,34-20 556 0 0,1 3 1 0 0,85-31 0 0 0,-76 36-701 0 0,2 2 1 0 0,0 3-1 0 0,1 3 1 0 0,77-5-1 0 0,-97 14-1190 0 0,63 8-1 0 0,-10 5-4382 0 0,-61-5 2408 0 0</inkml:trace>
</inkml:ink>
</file>

<file path=ppt/ink/ink7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5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328 325 944 0 0,'0'0'2048'0'0,"-5"-3"-1074"0"0,0 0-476 0 0,0 1 0 0 0,0-1 1 0 0,0 1-1 0 0,-1 0 0 0 0,1 0 0 0 0,0 1 1 0 0,-1 0-1 0 0,1 0 0 0 0,-1 0 1 0 0,1 0-1 0 0,-1 1 0 0 0,0 0 1 0 0,1 0-1 0 0,-1 1 0 0 0,-8 1 0 0 0,-3 6-94 0 0,0 0-1 0 0,1 1 0 0 0,0 1 1 0 0,1 0-1 0 0,0 2 0 0 0,0-1 1 0 0,1 2-1 0 0,1 0 0 0 0,0 1 1 0 0,1 0-1 0 0,0 0 0 0 0,2 2 1 0 0,-1-1-1 0 0,-12 27 0 0 0,22-39-331 0 0,-1 1 0 0 0,1-1 0 0 0,0 1 0 0 0,0-1 0 0 0,0 1 0 0 0,1-1 0 0 0,-1 1 0 0 0,1 0 0 0 0,0-1 0 0 0,0 1 0 0 0,0 0 0 0 0,1 3 0 0 0,0-6-56 0 0,0 0 0 0 0,-1-1 0 0 0,1 1 0 0 0,0 0 0 0 0,0-1 0 0 0,0 1 0 0 0,0-1 0 0 0,0 0 0 0 0,0 1 0 0 0,0-1 0 0 0,0 0 0 0 0,0 1 0 0 0,0-1 0 0 0,0 0 0 0 0,0 0 0 0 0,0 0 0 0 0,0 0 0 0 0,0 0 0 0 0,0 0 0 0 0,0 0 0 0 0,0 0 0 0 0,0 0 0 0 0,0-1 0 0 0,0 1 0 0 0,0 0 0 0 0,0-1 0 0 0,0 1 0 0 0,1-2 0 0 0,16-7 57 0 0,-1-1-1 0 0,0-1 0 0 0,-1-1 0 0 0,22-20 0 0 0,21-15 122 0 0,-58 46-191 0 0,1 2-2 0 0,0-1-1 0 0,1 1 1 0 0,-1 0 0 0 0,0 0 0 0 0,0 0-1 0 0,0 0 1 0 0,0 0 0 0 0,0 1 0 0 0,0-1-1 0 0,0 0 1 0 0,-1 1 0 0 0,1 0 0 0 0,0-1-1 0 0,-1 1 1 0 0,1 0 0 0 0,-1 0 0 0 0,0 0-1 0 0,0 0 1 0 0,0 0 0 0 0,2 2 0 0 0,-1 0-5 0 0,0 0 1 0 0,1-1-1 0 0,-1 1 0 0 0,1-1 1 0 0,0 0-1 0 0,0 0 1 0 0,6 5-1 0 0,-5-6 3 0 0,0 0 0 0 0,0 0-1 0 0,0 0 1 0 0,0 0 0 0 0,0-1-1 0 0,0 0 1 0 0,0 0 0 0 0,1 0 0 0 0,-1 0-1 0 0,0-1 1 0 0,1 1 0 0 0,-1-1-1 0 0,0 0 1 0 0,1-1 0 0 0,-1 1 0 0 0,0-1-1 0 0,1 0 1 0 0,-1 0 0 0 0,0 0-1 0 0,0 0 1 0 0,8-4 0 0 0,3-4-85 0 0,0 0 1 0 0,0-1-1 0 0,-1-1 0 0 0,17-17 0 0 0,-18 17-33 0 0,-1 0-1 0 0,2 1 1 0 0,-1 0 0 0 0,24-12-1 0 0,-28 19 96 0 0,0 1-1 0 0,1 1 1 0 0,-1 0-1 0 0,0 0 1 0 0,1 1 0 0 0,-1 0-1 0 0,0 1 1 0 0,1 0-1 0 0,-1 0 1 0 0,0 1 0 0 0,0 0-1 0 0,12 5 1 0 0,45 5-20 0 0,-29-10-111 0 0,1-1-1 0 0,-1-2 1 0 0,40-7 0 0 0,-65 7 69 0 0,0-1-1 0 0,-1 0 1 0 0,0-1 0 0 0,1-1 0 0 0,-1 0-1 0 0,-1 0 1 0 0,1-1 0 0 0,0 0-1 0 0,-1-1 1 0 0,0 0 0 0 0,-1-1 0 0 0,1 0-1 0 0,-1 0 1 0 0,8-9 0 0 0,-16 13 80 0 0,1 1 1 0 0,0-1-1 0 0,-1 1 0 0 0,0-1 1 0 0,0 0-1 0 0,0 1 1 0 0,0-1-1 0 0,0 0 1 0 0,0 0-1 0 0,-1 1 0 0 0,1-1 1 0 0,-1 0-1 0 0,0 0 1 0 0,0 0-1 0 0,0 0 0 0 0,0 0 1 0 0,-1 0-1 0 0,1 0 1 0 0,-1 1-1 0 0,1-1 0 0 0,-1 0 1 0 0,0 0-1 0 0,0 1 1 0 0,0-1-1 0 0,-1 0 0 0 0,1 1 1 0 0,-1-1-1 0 0,1 1 1 0 0,-1 0-1 0 0,0-1 0 0 0,0 1 1 0 0,0 0-1 0 0,0 0 1 0 0,0 0-1 0 0,-4-2 1 0 0,5 3 13 0 0,1 1 0 0 0,-1 0 0 0 0,0 0 0 0 0,1-1 1 0 0,-1 1-1 0 0,1 0 0 0 0,-1 0 0 0 0,0 0 1 0 0,1 0-1 0 0,-1-1 0 0 0,0 1 0 0 0,1 0 1 0 0,-1 0-1 0 0,1 0 0 0 0,-1 0 0 0 0,0 1 0 0 0,1-1 1 0 0,-1 0-1 0 0,0 0 0 0 0,1 0 0 0 0,-1 0 1 0 0,1 1-1 0 0,-1-1 0 0 0,0 0 0 0 0,1 1 1 0 0,-1-1-1 0 0,1 0 0 0 0,-1 1 0 0 0,1-1 1 0 0,-1 1-1 0 0,1-1 0 0 0,-1 0 0 0 0,1 1 0 0 0,0-1 1 0 0,-1 1-1 0 0,1 0 0 0 0,0-1 0 0 0,-1 1 1 0 0,1 0-1 0 0,-14 23 116 0 0,11-12-89 0 0,0-1 0 0 0,1 0 0 0 0,0 0 0 0 0,0 1 0 0 0,2-1 0 0 0,-1 1 0 0 0,1 0 0 0 0,3 13 0 0 0,20 99 314 0 0,-3-28-116 0 0,0 45 26 0 0,18 150 196 0 0,-37-286-452 0 0,0 0-1 0 0,-1 1 1 0 0,0-1-1 0 0,-1 0 0 0 0,1 1 1 0 0,-1-1-1 0 0,0 0 0 0 0,0 0 1 0 0,-1 1-1 0 0,1-1 1 0 0,-1 0-1 0 0,0 0 0 0 0,-6 8 1 0 0,7-11-114 0 0,-17-20-250 0 0,16 15 325 0 0,1 0-1 0 0,-1 0 1 0 0,1 0-1 0 0,0 0 1 0 0,0 0-1 0 0,0-1 0 0 0,1 1 1 0 0,-1 0-1 0 0,1-1 1 0 0,-1 1-1 0 0,1 0 1 0 0,0-1-1 0 0,1-3 0 0 0,7-46-246 0 0,-6 45 240 0 0,5-20-93 0 0,2-1 0 0 0,1 1 0 0 0,1 1 0 0 0,1 0 1 0 0,23-38-1 0 0,5 3-186 0 0,49-59-1 0 0,-16 39 79 0 0,-48 56 425 0 0,-1-1 0 0 0,36-54 0 0 0,-54 71 1796 0 0,-7 13-1960 0 0,-1-1 0 0 0,1 1 1 0 0,0 0-1 0 0,1 0 0 0 0,-1 0 0 0 0,0 0 0 0 0,1-1 1 0 0,-1 1-1 0 0,1 0 0 0 0,0 0 0 0 0,0 0 0 0 0,0 0 0 0 0,1 0 1 0 0,-1 0-1 0 0,1 0 0 0 0,-1 0 0 0 0,1 0 0 0 0,0-1 1 0 0,1 4-1 0 0,2-1-4 0 0,0-1 0 0 0,0 0-1 0 0,1 0 1 0 0,-1 0 0 0 0,1-1 0 0 0,0 1 0 0 0,0-1 0 0 0,0 0 0 0 0,1-1 0 0 0,-1 1 0 0 0,0-1 0 0 0,1 0 0 0 0,0 0 0 0 0,-1-1 0 0 0,1 0 0 0 0,7 1 0 0 0,-2 0-7 0 0,1-1 0 0 0,-1-1 1 0 0,1 0-1 0 0,-1 0 1 0 0,0-1-1 0 0,0-1 1 0 0,18-4-1 0 0,-11 0-76 0 0,1 0 0 0 0,-1-1 0 0 0,0-2 0 0 0,-1 0 0 0 0,0 0 1 0 0,0-2-1 0 0,-1 0 0 0 0,-1 0 0 0 0,1-2 0 0 0,19-21 0 0 0,-27 25 70 0 0,-1 1 0 0 0,-1-1 0 0 0,1 0 0 0 0,-2 0 0 0 0,1-1 0 0 0,-1 1 0 0 0,-1-1 0 0 0,1 0 0 0 0,-2-1 0 0 0,1 1 0 0 0,-2-1 0 0 0,1 1 0 0 0,-1-1 0 0 0,-1 0 0 0 0,0 0 0 0 0,-1 0 0 0 0,0 0 0 0 0,0 0 0 0 0,-1 0 0 0 0,-3-11 0 0 0,3 14 158 0 0,0-1 0 0 0,-1 1 0 0 0,0 0 0 0 0,-1 0 0 0 0,0 1 0 0 0,0-1 0 0 0,-1 0 0 0 0,1 1 0 0 0,-2 0 0 0 0,1 0 0 0 0,-1 0 0 0 0,0 1 0 0 0,-9-10 1 0 0,13 16-120 0 0,0 0 0 0 0,-1-1 0 0 0,1 1 0 0 0,-1 0 0 0 0,1 0 0 0 0,-1 0 0 0 0,1 0 0 0 0,-1 0 0 0 0,1 0 0 0 0,-1 0 0 0 0,1 1 0 0 0,-1-1 1 0 0,1 0-1 0 0,-1 1 0 0 0,1-1 0 0 0,0 1 0 0 0,-1 0 0 0 0,1-1 0 0 0,0 1 0 0 0,0 0 0 0 0,-1 0 0 0 0,1 0 0 0 0,0 0 0 0 0,0 0 1 0 0,0 0-1 0 0,0 0 0 0 0,-1 2 0 0 0,1-2-58 0 0,-4 4 67 0 0,0 1 0 0 0,1 0 0 0 0,0 0 0 0 0,0 0 0 0 0,1 0 0 0 0,-1 1 0 0 0,1-1 0 0 0,1 1 0 0 0,-1 0 0 0 0,-1 9 0 0 0,1-1 23 0 0,0 0 0 0 0,1 0 0 0 0,-1 25 0 0 0,5-12-7 0 0,1 1 0 0 0,2-1 0 0 0,0-1 0 0 0,2 1-1 0 0,1-1 1 0 0,21 46 0 0 0,-15-36-80 0 0,3 4-1501 0 0,0-4-5942 0 0</inkml:trace>
</inkml:ink>
</file>

<file path=ppt/ink/ink7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6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56 0 0,'5'-5'765'0'0,"1"0"0"0"0,0 1-1 0 0,0-1 1 0 0,0 1 0 0 0,0 1 0 0 0,0-1-1 0 0,1 1 1 0 0,0 0 0 0 0,0 1 0 0 0,0-1 0 0 0,0 1-1 0 0,7-1 1 0 0,41-5-926 0 0,-3 3-5002 0 0,-50 5 4919 0 0,17-1-2250 0 0</inkml:trace>
</inkml:ink>
</file>

<file path=ppt/ink/ink7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6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48 157 20726 0 0,'0'0'3'0'0,"1"-4"-61"0"0,2-34 366 0 0,-16-30 113 0 0,5 31-258 0 0,7 34-157 0 0,-2-3-4 0 0,2 5-17 0 0,-10 44-5973 0 0,1-10-1372 0 0,5-11 2744 0 0</inkml:trace>
</inkml:ink>
</file>

<file path=ppt/ink/ink7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7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0 336 0 0,'6'19'15819'0'0,"4"-19"-16740"0"0</inkml:trace>
</inkml:ink>
</file>

<file path=ppt/ink/ink7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8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54 200 0 0,'-1'-6'1047'0'0,"0"0"0"0"0,0 0 0 0 0,0 0 0 0 0,-1 0 0 0 0,0 0 0 0 0,-3-7-1 0 0,5 12-975 0 0,-1 1 0 0 0,1 0-1 0 0,0 0 1 0 0,0 0 0 0 0,0-1-1 0 0,0 1 1 0 0,0 0 0 0 0,0 0-1 0 0,0 0 1 0 0,-1-1 0 0 0,1 1-1 0 0,0 0 1 0 0,0 0-1 0 0,0 0 1 0 0,0 0 0 0 0,-1 0-1 0 0,1 0 1 0 0,0-1 0 0 0,0 1-1 0 0,0 0 1 0 0,0 0 0 0 0,-1 0-1 0 0,1 0 1 0 0,0 0-1 0 0,0 0 1 0 0,-1 0 0 0 0,1 0-1 0 0,0 0 1 0 0,0 0 0 0 0,0 0-1 0 0,-1 0 1 0 0,1 0 0 0 0,0 0-1 0 0,0 0 1 0 0,0 0 0 0 0,-1 0-1 0 0,1 0 1 0 0,0 0-1 0 0,0 0 1 0 0,0 0 0 0 0,-1 1-1 0 0,1-1 1 0 0,0 0 0 0 0,0 0-1 0 0,0 0 1 0 0,-1 0 0 0 0,1 0-1 0 0,0 1 1 0 0,0-1-1 0 0,-9 26 1043 0 0,7-18-934 0 0,1 1 0 0 0,0 0 0 0 0,1-1 0 0 0,0 1 0 0 0,1 0 0 0 0,0 0 0 0 0,0-1-1 0 0,0 1 1 0 0,1-1 0 0 0,5 14 0 0 0,-5-18-125 0 0,-1 1 0 0 0,1-1 0 0 0,0 0 0 0 0,0 0 0 0 0,1 0 0 0 0,-1 0 0 0 0,1 0 0 0 0,0-1 0 0 0,-1 1 0 0 0,2-1 0 0 0,-1 0 0 0 0,0 0 0 0 0,1 0 0 0 0,-1 0 0 0 0,1-1 0 0 0,0 1 0 0 0,0-1 0 0 0,0 0 0 0 0,0 0 0 0 0,8 2 0 0 0,-8-3-24 0 0,0-1-1 0 0,-1-1 1 0 0,1 1 0 0 0,-1 0-1 0 0,1-1 1 0 0,-1 0-1 0 0,1 0 1 0 0,-1 0-1 0 0,1 0 1 0 0,-1-1-1 0 0,0 1 1 0 0,1-1-1 0 0,3-2 1 0 0,-5 2-7 0 0,0 2 10 0 0,6-3-1 0 0,-8 3-64 0 0,1 0 0 0 0,0 0 0 0 0,-1 0 0 0 0,1 0 0 0 0,0 0 0 0 0,-1 0 0 0 0,1 0 0 0 0,0 0 0 0 0,-1 0 0 0 0,1 0 0 0 0,0 0 1 0 0,-1 1-1 0 0,1-1 0 0 0,-1 0 0 0 0,1 0 0 0 0,0 1 0 0 0,-1-1 0 0 0,1 0 0 0 0,-1 1 0 0 0,1-1 0 0 0,-1 1 0 0 0,1-1 0 0 0,-1 1 0 0 0,1-1 0 0 0,-1 1 0 0 0,0-1 0 0 0,1 1 1 0 0,-1-1-1 0 0,0 1 0 0 0,1 0 0 0 0,12 27-2147 0 0,-6-12-969 0 0,-2-8-135 0 0,2 0-194 0 0</inkml:trace>
</inkml:ink>
</file>

<file path=ppt/ink/ink7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9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1 540 12989 0 0,'0'2'55'0'0,"0"-1"1"0"0,1 0-1 0 0,-1 1 0 0 0,1-1 1 0 0,-1 0-1 0 0,1 0 0 0 0,-1 1 0 0 0,1-1 1 0 0,0 0-1 0 0,-1 0 0 0 0,1 0 1 0 0,0 0-1 0 0,0 0 0 0 0,0 0 0 0 0,0 0 1 0 0,0 0-1 0 0,0 0 0 0 0,0 0 1 0 0,0 0-1 0 0,0-1 0 0 0,3 2 0 0 0,-3-3 92 0 0,1 0 0 0 0,-1-1 0 0 0,1 1 0 0 0,-1-1 0 0 0,0 1 0 0 0,0-1 0 0 0,1 0 0 0 0,-1 1 0 0 0,0-1 0 0 0,0 0-1 0 0,-1 0 1 0 0,2-3 0 0 0,10-17-415 0 0,21-33 681 0 0,62-81-1 0 0,-74 111-357 0 0,0 0-1 0 0,2 2 1 0 0,1 0-1 0 0,51-37 1 0 0,-68 55-47 0 0,1 0 0 0 0,-1 1-1 0 0,1 0 1 0 0,0 0 0 0 0,0 1 0 0 0,0 0 0 0 0,1 0 0 0 0,-1 1 0 0 0,1 0 0 0 0,-1 1-1 0 0,1 0 1 0 0,0 0 0 0 0,15 1 0 0 0,-18 1-4 0 0,-1 0 1 0 0,1 0-1 0 0,0 1 0 0 0,-1-1 1 0 0,1 1-1 0 0,-1 1 0 0 0,1-1 1 0 0,-1 1-1 0 0,0 0 0 0 0,0 0 1 0 0,0 1-1 0 0,0-1 1 0 0,-1 1-1 0 0,1 0 0 0 0,-1 0 1 0 0,0 1-1 0 0,-1-1 0 0 0,1 1 1 0 0,-1 0-1 0 0,5 8 0 0 0,-3-4 1 0 0,-1 1 1 0 0,0 0-1 0 0,0 0 0 0 0,-1 0 0 0 0,0 0 0 0 0,-1 0 1 0 0,0 1-1 0 0,-1-1 0 0 0,0 1 0 0 0,-1-1 0 0 0,0 1 0 0 0,0 0 1 0 0,-1-1-1 0 0,-1 1 0 0 0,0-1 0 0 0,0 0 0 0 0,-1 1 1 0 0,0-1-1 0 0,-1 0 0 0 0,0-1 0 0 0,0 1 0 0 0,-1-1 1 0 0,0 0-1 0 0,-1 0 0 0 0,0 0 0 0 0,-1-1 0 0 0,0 0 0 0 0,0 0 1 0 0,0 0-1 0 0,-1-1 0 0 0,0 0 0 0 0,-1-1 0 0 0,1 0 1 0 0,-1 0-1 0 0,-12 5 0 0 0,20-10-18 0 0,0-1 1 0 0,1 1-1 0 0,-1-1 1 0 0,0 0 0 0 0,1 1-1 0 0,-1-1 1 0 0,0 0-1 0 0,0 1 1 0 0,0-1-1 0 0,1 0 1 0 0,-1 0-1 0 0,0 1 1 0 0,0-1-1 0 0,0 0 1 0 0,1 0-1 0 0,-1 0 1 0 0,0 0-1 0 0,0 0 1 0 0,0 0-1 0 0,0-1 1 0 0,1 1-1 0 0,-1 0 1 0 0,0 0-1 0 0,0 0 1 0 0,0-1-1 0 0,0 0 1 0 0,6-16-289 0 0,31-27-451 0 0,-3 19 172 0 0,1 1-1 0 0,1 1 1 0 0,50-23 0 0 0,-3 1-204 0 0,-28 16 295 0 0,-31 18 337 0 0,40-27 0 0 0,-20 21 1644 0 0,-42 17-1038 0 0,-1 3-259 0 0,-1 38 487 0 0,-1-34-611 0 0,1 1 0 0 0,1-1-1 0 0,0 1 1 0 0,0-1 0 0 0,0 0-1 0 0,1 1 1 0 0,0-1 0 0 0,1 0 0 0 0,-1 1-1 0 0,1-1 1 0 0,1 0 0 0 0,-1 0-1 0 0,1 0 1 0 0,5 7 0 0 0,-7-13-65 0 0,-1 0 0 0 0,1-1 0 0 0,0 1 0 0 0,0-1-1 0 0,0 1 1 0 0,0-1 0 0 0,-1 0 0 0 0,1 1 0 0 0,0-1 0 0 0,0 0 0 0 0,0 1 0 0 0,0-1 0 0 0,0 0 0 0 0,0 0 0 0 0,0 0 0 0 0,0 0 0 0 0,0 0 0 0 0,0 0-1 0 0,0 0 1 0 0,0 0 0 0 0,0-1 0 0 0,0 1 0 0 0,0 0 0 0 0,0 0 0 0 0,0-1 0 0 0,-1 1 0 0 0,1-1 0 0 0,1 0 0 0 0,28-14 64 0 0,-26 12-52 0 0,34-27 56 0 0,-35 27-73 0 0,0-1 1 0 0,0 1-1 0 0,0 1 0 0 0,0-1 1 0 0,0 0-1 0 0,1 1 1 0 0,-1 0-1 0 0,1-1 0 0 0,-1 2 1 0 0,1-1-1 0 0,0 0 0 0 0,0 1 1 0 0,0-1-1 0 0,0 1 0 0 0,0 0 1 0 0,7 0-1 0 0,-5 2-6 0 0,0 0 0 0 0,0 1 0 0 0,0 0 0 0 0,0 0 0 0 0,-1 0 0 0 0,1 1 0 0 0,-1 0 0 0 0,1 0 0 0 0,-1 1 0 0 0,6 5 0 0 0,24 12-3 0 0,-30-19-14 0 0,-1 0 0 0 0,1 0 0 0 0,-1-1 0 0 0,1 1 0 0 0,0-1 0 0 0,0 0 0 0 0,0-1 0 0 0,0 1 0 0 0,0-1 0 0 0,-1 0 1 0 0,1 0-1 0 0,0 0 0 0 0,0-1 0 0 0,0 1 0 0 0,0-1 0 0 0,0-1 0 0 0,9-2 0 0 0,-9 1 3 0 0,1-1 1 0 0,-1 1-1 0 0,0-1 1 0 0,0 0-1 0 0,-1 0 0 0 0,1 0 1 0 0,-1 0-1 0 0,0-1 1 0 0,0 0-1 0 0,0 0 0 0 0,-1 0 1 0 0,5-9-1 0 0,-1-2 1 0 0,0 1 1 0 0,-1-1-1 0 0,-1-1 0 0 0,0 1 0 0 0,-2-1 0 0 0,1 0 0 0 0,-2 0 0 0 0,-1 0 0 0 0,0-24 0 0 0,-1 32 30 0 0,-1 0 1 0 0,0-1-1 0 0,0 1 0 0 0,-1 0 0 0 0,0 0 0 0 0,-1-1 0 0 0,0 2 0 0 0,-1-1 0 0 0,-7-14 0 0 0,11 22 15 0 0,-1 1-22 0 0,-1 0 0 0 0,1 0 0 0 0,0 0 0 0 0,0 0 0 0 0,0 0 0 0 0,0 0 0 0 0,-1 1 0 0 0,1-1 0 0 0,0 0 0 0 0,0 1 0 0 0,0-1 0 0 0,0 1 0 0 0,0-1 0 0 0,0 1 0 0 0,0-1 0 0 0,0 1 0 0 0,0 0 0 0 0,0-1 0 0 0,0 1 0 0 0,0 0 0 0 0,1 0 0 0 0,-1 0 0 0 0,0 0 0 0 0,1 0 0 0 0,-1 0 0 0 0,0 0 0 0 0,1 0 0 0 0,-1 2 0 0 0,0 0 0 0 0,0 0 0 0 0,1 1 0 0 0,-1-1 0 0 0,1 0 0 0 0,0 1 0 0 0,0-1 0 0 0,0 0 0 0 0,1 1 0 0 0,-1-1 0 0 0,2 5 0 0 0,0 1 1 0 0,1 1 0 0 0,1 0 0 0 0,-1-1 0 0 0,2 1 0 0 0,-1-1 0 0 0,9 12 0 0 0,40 33 32 0 0,1 0-33 0 0,-50-50 1 0 0,-1 0 1 0 0,1 1-1 0 0,-1 0 0 0 0,0 0 0 0 0,0 0 0 0 0,-1 0 0 0 0,0 0 1 0 0,0 1-1 0 0,0-1 0 0 0,1 7 0 0 0,-3-9-3 0 0,0 0 1 0 0,0 0-1 0 0,0 0 1 0 0,-1 0-1 0 0,1 0 0 0 0,-1 0 1 0 0,0 0-1 0 0,0 0 0 0 0,0 0 1 0 0,0 0-1 0 0,0-1 0 0 0,-1 1 1 0 0,1 0-1 0 0,-1-1 0 0 0,0 1 1 0 0,0-1-1 0 0,0 0 0 0 0,0 0 1 0 0,0 1-1 0 0,0-1 0 0 0,0 0 1 0 0,-1-1-1 0 0,1 1 1 0 0,-1 0-1 0 0,-4 1 0 0 0,-1 2 0 0 0,0-1 0 0 0,0 0 0 0 0,-1-1 0 0 0,1 0 0 0 0,-1 0 0 0 0,-17 3-1 0 0,24-6-162 0 0,-12-5-1743 0 0</inkml:trace>
</inkml:ink>
</file>

<file path=ppt/ink/ink7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49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49 434 896 0 0,'0'0'998'0'0,"-1"-3"-90"0"0,1 1-816 0 0,-1 1 0 0 0,1-1 0 0 0,0 1 0 0 0,0-1-1 0 0,0 0 1 0 0,0 1 0 0 0,0-1 0 0 0,0 1 0 0 0,0-1-1 0 0,1 1 1 0 0,-1-1 0 0 0,0 1 0 0 0,1-1 0 0 0,-1 1 0 0 0,1-1-1 0 0,0 1 1 0 0,-1-1 0 0 0,1 1 0 0 0,0 0 0 0 0,0-1 0 0 0,0 1-1 0 0,0 0 1 0 0,0 0 0 0 0,0 0 0 0 0,0 0 0 0 0,3-2-1 0 0,8-11 352 0 0,-5 5-34 0 0,18-22 749 0 0,-1-1 0 0 0,30-55 0 0 0,-49 80-997 0 0,-1-1 0 0 0,0 0-1 0 0,0-1 1 0 0,-1 1 0 0 0,0-1 0 0 0,-1 1-1 0 0,0-1 1 0 0,0 0 0 0 0,-1 0 0 0 0,0 0 0 0 0,-1 1-1 0 0,1-1 1 0 0,-2 0 0 0 0,1 0 0 0 0,-1 0 0 0 0,-1 0-1 0 0,-4-15 1 0 0,5 21-92 0 0,1 1 0 0 0,-1-1 0 0 0,0 1 1 0 0,-1-1-1 0 0,1 1 0 0 0,0-1 0 0 0,-1 1 0 0 0,1 0 0 0 0,-1-1 0 0 0,0 1 0 0 0,1 0 0 0 0,-1 0 0 0 0,0 0 1 0 0,0 1-1 0 0,-1-1 0 0 0,1 0 0 0 0,0 1 0 0 0,-1 0 0 0 0,1-1 0 0 0,-1 1 0 0 0,1 0 0 0 0,-1 0 0 0 0,1 0 1 0 0,-1 1-1 0 0,-5-2 0 0 0,5 3-8 0 0,-1-1-1 0 0,1 1 1 0 0,-1 0 0 0 0,0 0 0 0 0,1 0 0 0 0,-1 1 0 0 0,1-1 0 0 0,0 1-1 0 0,0 0 1 0 0,-1 0 0 0 0,1 0 0 0 0,0 0 0 0 0,0 0 0 0 0,1 1 0 0 0,-1-1-1 0 0,1 1 1 0 0,-1 0 0 0 0,-3 6 0 0 0,-5 7 81 0 0,0 2 0 0 0,2 0 0 0 0,0 0 0 0 0,1 0 0 0 0,0 1 0 0 0,2 0 0 0 0,0 1 0 0 0,1 0 0 0 0,-3 38 0 0 0,2 0 79 0 0,4 0 0 0 0,5 69 1 0 0,43 423 925 0 0,-37-509-1079 0 0,-6-30 27 0 0,0 0-1 0 0,-1 1 1 0 0,1 20 0 0 0,-2-40-67 0 0,5-29-12 0 0,1-1-1 0 0,3 1 1 0 0,0 1-1 0 0,25-56 0 0 0,-27 75-29 0 0,0 0-1 0 0,2 0 0 0 0,-1 1 0 0 0,2 0 1 0 0,0 1-1 0 0,1 0 0 0 0,1 1 0 0 0,0 0 1 0 0,1 1-1 0 0,0 0 0 0 0,24-16 0 0 0,-35 27 11 0 0,17-4-22 0 0,-18 6 37 0 0,1 0 0 0 0,-1-1 0 0 0,1 1 0 0 0,-1 0 0 0 0,0 0 0 0 0,1 0 0 0 0,-1 1 0 0 0,1-1 0 0 0,-1 1 0 0 0,1-1 0 0 0,-1 1 0 0 0,0 0 0 0 0,1 0 0 0 0,-1 0 0 0 0,0 0 0 0 0,0 0 1 0 0,0 0-1 0 0,0 1 0 0 0,0-1 0 0 0,0 1 0 0 0,0-1 0 0 0,0 1 0 0 0,-1 0 0 0 0,4 4 0 0 0,-2-1 52 0 0,-1 0-1 0 0,1 0 1 0 0,-1 0 0 0 0,0 0-1 0 0,-1 1 1 0 0,1-1 0 0 0,0 8-1 0 0,-1-7-17 0 0,-1-5-1 0 0,-12 29-54 0 0,3-21-68 0 0,-6 3-3367 0 0,14-12 3236 0 0,1 0-1 0 0,-1 1 1 0 0,1-1 0 0 0,-1 0-1 0 0,0 1 1 0 0,1-1 0 0 0,-1 0-1 0 0,0 0 1 0 0,1 1 0 0 0,-1-1-1 0 0,0 0 1 0 0,1 0 0 0 0,-1 0-1 0 0,0 0 1 0 0,1 0 0 0 0,-1 0 0 0 0,0 0-1 0 0,1 0 1 0 0,-1 0 0 0 0,0 0-1 0 0,1-1 1 0 0,-1 1 0 0 0,0 0-1 0 0,1 0 1 0 0,-1-1 0 0 0,0 1-1 0 0,1 0 1 0 0,-1-1 0 0 0,1 1-1 0 0,-1 0 1 0 0,1-1 0 0 0,-1 1-1 0 0,1-1 1 0 0,-1 1 0 0 0,1-1 0 0 0,-1 1-1 0 0,1-1 1 0 0,-1 0 0 0 0,1 1-1 0 0,0-1 1 0 0,-1 1 0 0 0,1-1-1 0 0,0 0 1 0 0,0 1 0 0 0,0-1-1 0 0,-1 0 1 0 0,1 1 0 0 0,0-1-1 0 0,0 0 1 0 0,0-1 0 0 0,-3-12-2991 0 0</inkml:trace>
</inkml:ink>
</file>

<file path=ppt/ink/ink7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0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65 1424 0 0,'-5'-6'1732'0'0,"0"1"0"0"0,-1 0 0 0 0,0 0 1 0 0,0 1-1 0 0,-8-5 0 0 0,-23-20 3439 0 0,36 28-4709 0 0,3 14-9058 0 0,2-6 7021 0 0,3 6-2520 0 0</inkml:trace>
</inkml:ink>
</file>

<file path=ppt/ink/ink7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1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4 486 1120 0 0,'0'0'1956'0'0,"-4"11"4196"0"0,5-10-6025 0 0,0 1-1 0 0,0-1 1 0 0,0 0 0 0 0,0 1-1 0 0,1-1 1 0 0,-1 0 0 0 0,0 0-1 0 0,0 0 1 0 0,1 0 0 0 0,-1 0-1 0 0,1 0 1 0 0,-1 0-1 0 0,1-1 1 0 0,-1 1 0 0 0,1-1-1 0 0,-1 1 1 0 0,1-1 0 0 0,0 1-1 0 0,-1-1 1 0 0,1 0 0 0 0,0 0-1 0 0,-1 0 1 0 0,1 0 0 0 0,0 0-1 0 0,-1 0 1 0 0,1 0-1 0 0,0 0 1 0 0,-1-1 0 0 0,1 1-1 0 0,0-1 1 0 0,-1 1 0 0 0,1-1-1 0 0,2-1 1 0 0,6-2 94 0 0,0-1-1 0 0,1 0 1 0 0,-2 0-1 0 0,1-1 1 0 0,0-1 0 0 0,-1 1-1 0 0,-1-2 1 0 0,1 1 0 0 0,-1-1-1 0 0,13-17 1 0 0,-20 24 98 0 0,-23 17-283 0 0,21-15-58 0 0,0 1 0 0 0,1-1 0 0 0,-1 0 0 0 0,0 1 0 0 0,0-1 0 0 0,0 1 0 0 0,1-1 0 0 0,-1 1 0 0 0,1-1 0 0 0,-1 1 0 0 0,1 0 0 0 0,0-1 0 0 0,0 1 0 0 0,0 0 0 0 0,0-1 0 0 0,0 1-1 0 0,0 0 1 0 0,0-1 0 0 0,0 1 0 0 0,0-1 0 0 0,1 1 0 0 0,-1 0 0 0 0,1-1 0 0 0,-1 1 0 0 0,1-1 0 0 0,0 1 0 0 0,0-1 0 0 0,-1 1 0 0 0,1-1 0 0 0,0 0 0 0 0,0 1 0 0 0,0-1 0 0 0,2 2 0 0 0,4-2-123 0 0,-1 0 0 0 0,1 0 0 0 0,0 0 0 0 0,-1-1 1 0 0,1 0-1 0 0,0 0 0 0 0,-1 0 0 0 0,1-1 0 0 0,0 0 0 0 0,-1-1 1 0 0,1 1-1 0 0,-1-1 0 0 0,0-1 0 0 0,1 1 0 0 0,-1-1 0 0 0,0 0 1 0 0,0 0-1 0 0,-1-1 0 0 0,10-6 0 0 0,-1-1 2 0 0,0 0 0 0 0,0-1 0 0 0,-1-1 0 0 0,-1 0 1 0 0,0-1-1 0 0,13-18 0 0 0,-15 17 236 0 0,0-1-1 0 0,-2 1 1 0 0,1-2 0 0 0,-2 1 0 0 0,0-1-1 0 0,-1 0 1 0 0,-1-1 0 0 0,-1 0 0 0 0,4-30 0 0 0,-7 31 421 0 0,0 1 0 0 0,-2-1 0 0 0,0 1 1 0 0,-1 0-1 0 0,-1-1 0 0 0,-8-27 0 0 0,11 43-472 0 0,0 1 0 0 0,0-1 0 0 0,0 0 0 0 0,-1 1-1 0 0,1-1 1 0 0,0 0 0 0 0,0 1 0 0 0,0-1 0 0 0,-1 1-1 0 0,1-1 1 0 0,0 0 0 0 0,-1 1 0 0 0,1-1 0 0 0,0 1-1 0 0,-1-1 1 0 0,1 1 0 0 0,-1-1 0 0 0,1 1 0 0 0,-1 0-1 0 0,1-1 1 0 0,-1 1 0 0 0,1-1 0 0 0,-1 1 0 0 0,0 0-1 0 0,1 0 1 0 0,-1-1 0 0 0,1 1 0 0 0,-1 0 0 0 0,0 0-1 0 0,0 0 1 0 0,-17 11 885 0 0,-9 34-55 0 0,24-34-884 0 0,0 0 1 0 0,0 0-1 0 0,1 1 1 0 0,0 0-1 0 0,1-1 1 0 0,0 1-1 0 0,1 0 1 0 0,0 0-1 0 0,1-1 1 0 0,1 1-1 0 0,0 0 1 0 0,0-1-1 0 0,1 0 1 0 0,0 1-1 0 0,1-1 1 0 0,1 0-1 0 0,-1-1 1 0 0,13 19-1 0 0,-6-9-1289 0 0,20 28-1840 0 0,-28-45 2172 0 0,0 0 0 0 0,-1-1 0 0 0,2 1 0 0 0,-1-1 1 0 0,0 0-1 0 0,0 1 0 0 0,7 1 0 0 0,5 2-2903 0 0</inkml:trace>
</inkml:ink>
</file>

<file path=ppt/ink/ink7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1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73 358 948 0 0,'0'0'2267'0'0,"-6"2"-1268"0"0,1 0-596 0 0,0 1 1 0 0,0-1-1 0 0,0 1 1 0 0,0 0 0 0 0,0 0-1 0 0,1 0 1 0 0,-1 0-1 0 0,-6 7 1 0 0,10-8-253 0 0,-1 0-1 0 0,0 0 1 0 0,1 0 0 0 0,-1 0-1 0 0,1 0 1 0 0,0 0-1 0 0,0 0 1 0 0,0 0 0 0 0,0 1-1 0 0,0-1 1 0 0,0 0 0 0 0,1 1-1 0 0,-1-1 1 0 0,1 1 0 0 0,-1-1-1 0 0,1 0 1 0 0,0 1 0 0 0,0-1-1 0 0,0 1 1 0 0,0-1 0 0 0,1 1-1 0 0,-1-1 1 0 0,1 1 0 0 0,-1-1-1 0 0,2 3 1 0 0,-1-4-124 0 0,0 1 1 0 0,0-1-1 0 0,0 0 1 0 0,0 0-1 0 0,0 0 1 0 0,0 0-1 0 0,0 1 0 0 0,0-1 1 0 0,0-1-1 0 0,1 1 1 0 0,-1 0-1 0 0,0 0 1 0 0,1 0-1 0 0,-1-1 0 0 0,1 1 1 0 0,-1-1-1 0 0,1 1 1 0 0,-1-1-1 0 0,1 0 0 0 0,-1 1 1 0 0,1-1-1 0 0,-1 0 1 0 0,1 0-1 0 0,-1 0 1 0 0,1 0-1 0 0,-1 0 0 0 0,1 0 1 0 0,-1-1-1 0 0,1 1 1 0 0,-1 0-1 0 0,1-1 0 0 0,-1 1 1 0 0,1-1-1 0 0,1 0 1 0 0,2-1-18 0 0,0 0 0 0 0,0 0 1 0 0,0 0-1 0 0,0-1 0 0 0,0 0 0 0 0,-1 0 1 0 0,1 0-1 0 0,4-5 0 0 0,1-3-3 0 0,-1-1-1 0 0,-1-1 1 0 0,-1 0-1 0 0,1 0 1 0 0,-2 0-1 0 0,0-1 1 0 0,0 0-1 0 0,-2 0 1 0 0,0 0-1 0 0,4-23 1 0 0,-2 1 257 0 0,-2 0 0 0 0,-2-1 1 0 0,-2-41-1 0 0,-9 3 2754 0 0,9 75-2972 0 0,0 0 1 0 0,0-1-1 0 0,0 1 1 0 0,0 0-1 0 0,0-1 1 0 0,0 1-1 0 0,0 0 1 0 0,0-1-1 0 0,0 1 1 0 0,0 0-1 0 0,-1-1 1 0 0,1 1-1 0 0,0 0 1 0 0,0-1-1 0 0,0 1 1 0 0,0 0-1 0 0,0-1 1 0 0,-1 1-1 0 0,1 0 1 0 0,0 0-1 0 0,0-1 1 0 0,-1 1-1 0 0,1 0 1 0 0,0 0-1 0 0,0-1 1 0 0,-1 1-1 0 0,1 0 1 0 0,0 0-1 0 0,-1 0 1 0 0,1 0-1 0 0,0-1 1 0 0,0 1-1 0 0,-1 0 1 0 0,1 0-1 0 0,0 0 1 0 0,-1 0-1 0 0,0 0 1 0 0,-11 9 404 0 0,-7 23-95 0 0,13-16-221 0 0,1 0 0 0 0,1 1 0 0 0,1-1 0 0 0,0 1 0 0 0,1 0 0 0 0,1 0 1 0 0,1 0-1 0 0,0 0 0 0 0,6 33 0 0 0,16 53-1387 0 0,11-9-4226 0 0,-27-71-1536 0 0,-2-15 2995 0 0</inkml:trace>
</inkml:ink>
</file>

<file path=ppt/ink/ink7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2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7 684 0 0,'0'0'4255'0'0,"7"-6"1768"0"0,5 60-3676 0 0,-12-52-2473 0 0,2 3-311 0 0,-2-5 345 0 0,0 1 0 0 0,0-1 0 0 0,0 1 1 0 0,0 0-1 0 0,0-1 0 0 0,0 1 1 0 0,0 0-1 0 0,1-1 0 0 0,-1 1 1 0 0,0-1-1 0 0,0 1 0 0 0,1-1 0 0 0,-1 1 1 0 0,0-1-1 0 0,0 1 0 0 0,1-1 1 0 0,-1 1-1 0 0,1-1 0 0 0,-1 1 1 0 0,0-1-1 0 0,1 1 0 0 0,-1-1 0 0 0,1 0 1 0 0,-1 1-1 0 0,1-1 0 0 0,1 1 1 0 0,1-2 18 0 0,1 1 1 0 0,-1-1 0 0 0,1 0 0 0 0,0 0 0 0 0,-1 0 0 0 0,1 0 0 0 0,-1-1-1 0 0,0 1 1 0 0,1-1 0 0 0,-1 0 0 0 0,0 0 0 0 0,0 0 0 0 0,0 0 0 0 0,4-5-1 0 0,8-4 2563 0 0,-2 12 951 0 0,-12 5-3067 0 0,1 0-1 0 0,-1 0 1 0 0,0 0 0 0 0,0 1-1 0 0,0-1 1 0 0,-1 0 0 0 0,-1 9-1 0 0,0 27-1220 0 0,-8-6-2482 0 0,1-14-3647 0 0,4-13 3065 0 0</inkml:trace>
</inkml:ink>
</file>

<file path=ppt/ink/ink7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4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58 371 744 0 0,'-50'-27'7249'0'0,"49"27"-6683"0"0,-6-4 3291 0 0,91 11-3576 0 0,1-4 1 0 0,137-11-1 0 0,177-42-72 0 0,-299 36-125 0 0,618-76 274 0 0,-597 72-163 0 0,-129 12-45 0 0,-8-1-165 0 0,-66-6-917 0 0,67 12 517 0 0,0 0 0 0 0,0-2-1 0 0,0 0 1 0 0,-21-7 0 0 0,31 9 319 0 0,0-1 1 0 0,0 0-1 0 0,0 0 0 0 0,0-1 0 0 0,0 1 1 0 0,1-1-1 0 0,-1 0 0 0 0,1 0 0 0 0,-1-1 1 0 0,1 0-1 0 0,0 1 0 0 0,1-1 0 0 0,-1 0 1 0 0,1-1-1 0 0,-1 1 0 0 0,-3-8 1 0 0,7 10 73 0 0,19-30 195 0 0,-14 29-108 0 0,0-1-1 0 0,0 1 1 0 0,1 0 0 0 0,-1 0-1 0 0,1 0 1 0 0,0 1 0 0 0,0 0-1 0 0,0 0 1 0 0,0 0 0 0 0,0 1-1 0 0,0 0 1 0 0,1 0 0 0 0,-1 1-1 0 0,0 0 1 0 0,0 0 0 0 0,1 0-1 0 0,-1 1 1 0 0,0 0 0 0 0,0 0-1 0 0,1 0 1 0 0,-1 1 0 0 0,0 0-1 0 0,-1 0 1 0 0,1 1 0 0 0,0-1-1 0 0,-1 1 1 0 0,1 1 0 0 0,-1-1-1 0 0,5 5 1 0 0,-3-4 9 0 0,0 1 0 0 0,0 1 0 0 0,-1-1 0 0 0,0 1 0 0 0,0 0 0 0 0,-1 0 0 0 0,1 1 0 0 0,-1 0 0 0 0,-1 0 0 0 0,1 0 0 0 0,-1 0 1 0 0,0 1-1 0 0,-1-1 0 0 0,0 1 0 0 0,0 0 0 0 0,-1 0 0 0 0,0 0 0 0 0,0 0 0 0 0,-1 1 0 0 0,0-1 0 0 0,0 11 0 0 0,-3-6 63 0 0,0-1 0 0 0,-1 0 0 0 0,0 0-1 0 0,-1 0 1 0 0,0 0 0 0 0,-1 0 0 0 0,-1-1 0 0 0,1 0 0 0 0,-2 0 0 0 0,-14 19 0 0 0,-35 30-1268 0 0,-8-11-6578 0 0,57-45 4337 0 0</inkml:trace>
</inkml:ink>
</file>

<file path=ppt/ink/ink7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5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309 156 120 0 0,'0'-130'10560'0'0,"1"129"-10501"0"0,-1 0 0 0 0,0 0 0 0 0,0 0 0 0 0,0 0 0 0 0,0 1-1 0 0,0-1 1 0 0,0 0 0 0 0,0 0 0 0 0,0 0 0 0 0,0 0 0 0 0,0 0 0 0 0,-1 1 0 0 0,1-1 0 0 0,0 0 0 0 0,-1 0 0 0 0,1 0 0 0 0,0 1 0 0 0,-1-1 0 0 0,1 0 0 0 0,-1 0 0 0 0,1 1 0 0 0,-1-1 0 0 0,1 0 0 0 0,-1 1 0 0 0,0-1 0 0 0,1 1 0 0 0,-1-1 0 0 0,0 1 0 0 0,0-1 0 0 0,1 1 0 0 0,-1-1 0 0 0,0 1 0 0 0,0 0 0 0 0,1-1 0 0 0,-1 1 0 0 0,0 0 0 0 0,0 0 0 0 0,0 0 0 0 0,0 0 0 0 0,0-1 0 0 0,1 1 0 0 0,-1 0 0 0 0,0 0-1 0 0,0 1 1 0 0,0-1 0 0 0,0 0 0 0 0,0 0 0 0 0,1 0 0 0 0,-1 1 0 0 0,-1-1 0 0 0,-36 20 802 0 0,12-1-408 0 0,2 0 0 0 0,0 2 0 0 0,1 0 0 0 0,1 2 0 0 0,-32 43 1 0 0,45-55-324 0 0,1 1 1 0 0,1 0 0 0 0,0 0-1 0 0,0 1 1 0 0,1 0 0 0 0,1 0-1 0 0,0 0 1 0 0,1 1 0 0 0,1-1-1 0 0,0 1 1 0 0,0 0-1 0 0,2 0 1 0 0,-1 0 0 0 0,2 0-1 0 0,1 17 1 0 0,0-25-93 0 0,0 0-1 0 0,0 0 1 0 0,1 0 0 0 0,0 0-1 0 0,0-1 1 0 0,0 1 0 0 0,1-1-1 0 0,0 1 1 0 0,0-1 0 0 0,0 0-1 0 0,1 0 1 0 0,-1 0 0 0 0,1 0-1 0 0,0-1 1 0 0,9 8 0 0 0,-5-7-12 0 0,0 0 0 0 0,0 0 0 0 0,0 0 0 0 0,1-1 0 0 0,-1-1 0 0 0,1 1 0 0 0,0-1 0 0 0,0-1 0 0 0,15 3 0 0 0,-5-3-42 0 0,1 0 0 0 0,-1-1 0 0 0,1-2 0 0 0,0 0 0 0 0,-1 0 1 0 0,0-2-1 0 0,1-1 0 0 0,-1 0 0 0 0,25-9 0 0 0,-14-2-52 0 0,0 0 0 0 0,-1-2 0 0 0,-1-1 0 0 0,44-36-1 0 0,-70 53 59 0 0,32 11-308 0 0,-28-8 311 0 0,-1 0 1 0 0,0 0-1 0 0,1 0 0 0 0,-1-1 1 0 0,1 0-1 0 0,10 1 0 0 0,-14-2 14 0 0,0 0 1 0 0,-1 0-1 0 0,1 0 0 0 0,0-1 0 0 0,0 1 0 0 0,0-1 1 0 0,0 1-1 0 0,0-1 0 0 0,0 0 0 0 0,0 0 0 0 0,-1 0 1 0 0,1 0-1 0 0,0 0 0 0 0,-1 0 0 0 0,1 0 0 0 0,-1 0 1 0 0,1-1-1 0 0,-1 1 0 0 0,0-1 0 0 0,1 1 1 0 0,-1-1-1 0 0,0 1 0 0 0,0-1 0 0 0,0 0 0 0 0,0 0 1 0 0,1-3-1 0 0,-2 4 21 0 0,-8-29 110 0 0,6 27-274 0 0,0 0 1 0 0,0 0-1 0 0,0 0 0 0 0,0 0 1 0 0,0 0-1 0 0,0 1 0 0 0,-1-1 1 0 0,0 1-1 0 0,1-1 0 0 0,-1 1 1 0 0,0 0-1 0 0,0 0 1 0 0,0 0-1 0 0,-5-2 0 0 0,0 0-2896 0 0,6 3 1819 0 0</inkml:trace>
</inkml:ink>
</file>

<file path=ppt/ink/ink7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5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0 244 0 0,'22'29'6635'0'0,"-3"44"-2486"0"0,-18-71-3725 0 0,0 0 5 0 0,-1-2-398 0 0,0 1 0 0 0,0-1 0 0 0,0 0 0 0 0,0 0 0 0 0,0 0 0 0 0,0 0 0 0 0,0 1 0 0 0,0-1 0 0 0,0 0 0 0 0,0 0 0 0 0,0 0 0 0 0,0 0 0 0 0,0 0 0 0 0,0 1 0 0 0,1-1 0 0 0,-1 0 0 0 0,0 0 0 0 0,0 0 0 0 0,0 0 0 0 0,0 0 0 0 0,0 1 0 0 0,0-1 0 0 0,0 0 0 0 0,0 0-1 0 0,1 0 1 0 0,-1 0 0 0 0,0 0 0 0 0,0 0 0 0 0,0 0 0 0 0,0 0 0 0 0,0 0 0 0 0,1 0 0 0 0,-1 0 0 0 0,0 0 0 0 0,0 0 0 0 0,0 1 0 0 0,0-1 0 0 0,1 0 0 0 0,-1 0 0 0 0,0 0 0 0 0,0 0 0 0 0,0-1 0 0 0,0 1 0 0 0,1 0 0 0 0,-1 0 0 0 0,0 0 0 0 0,0 0 0 0 0,0 0 0 0 0,0 0 0 0 0,0 0 0 0 0,1 0 0 0 0,-1 0 0 0 0,0 0 0 0 0,58-59 1553 0 0,-57 58-1497 0 0,28 12 95 0 0,19 29-2212 0 0,-45-38 1304 0 0,1 0 0 0 0,-1 0 1 0 0,0-1-1 0 0,0 1 0 0 0,1-1 0 0 0,-1 0 0 0 0,1 0 0 0 0,6 1 0 0 0,-7-1-750 0 0,7 1-1544 0 0</inkml:trace>
</inkml:ink>
</file>

<file path=ppt/ink/ink7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6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58 624 0 0,'0'-5'710'0'0,"0"0"0"0"0,-1 1 0 0 0,1-1-1 0 0,-1 0 1 0 0,0 1 0 0 0,0-1 0 0 0,-1 0 0 0 0,-3-8 0 0 0,4 12 175 0 0,1 1-822 0 0,0-1 0 0 0,-1 1 0 0 0,1-1 0 0 0,0 1 1 0 0,-1 0-1 0 0,1-1 0 0 0,-1 1 0 0 0,1 0 0 0 0,0-1 0 0 0,-1 1 0 0 0,1 0 0 0 0,-1 0 0 0 0,1-1 1 0 0,-1 1-1 0 0,1 0 0 0 0,-1 0 0 0 0,1 0 0 0 0,-1-1 0 0 0,1 1 0 0 0,-1 0 0 0 0,0 0 0 0 0,1 0 0 0 0,-1 0 1 0 0,1 0-1 0 0,-1 0 0 0 0,1 0 0 0 0,-1 1 0 0 0,1-1 0 0 0,-1 0 0 0 0,1 0 0 0 0,-1 0 0 0 0,1 0 1 0 0,-1 1-1 0 0,1-1 0 0 0,-1 0 0 0 0,1 0 0 0 0,-1 1 0 0 0,1-1 0 0 0,-1 0 0 0 0,1 1 0 0 0,0-1 0 0 0,-1 1 1 0 0,1-1-1 0 0,0 0 0 0 0,-1 1 0 0 0,1-1 0 0 0,-1 2 0 0 0,-21 19 1121 0 0,11-5-796 0 0,1 0-1 0 0,0 1 1 0 0,1 0-1 0 0,1 0 1 0 0,1 1-1 0 0,0 0 1 0 0,2 1-1 0 0,-6 27 1 0 0,6-16-45 0 0,1 0 0 0 0,1 0 0 0 0,2 1 0 0 0,5 49 0 0 0,-3-69-290 0 0,1 0 1 0 0,1 0 0 0 0,0 0 0 0 0,1 0 0 0 0,0 0 0 0 0,0-1 0 0 0,1 0 0 0 0,0 0-1 0 0,1 0 1 0 0,0 0 0 0 0,1-1 0 0 0,0 0 0 0 0,1-1 0 0 0,-1 1 0 0 0,17 12 0 0 0,-20-17-77 0 0,1-1 1 0 0,0 1-1 0 0,1-1 1 0 0,-1 0 0 0 0,0 0-1 0 0,1 0 1 0 0,0-1 0 0 0,0 1-1 0 0,0-2 1 0 0,0 1-1 0 0,0-1 1 0 0,0 1 0 0 0,0-2-1 0 0,0 1 1 0 0,0-1 0 0 0,0 0-1 0 0,1 0 1 0 0,-1 0-1 0 0,0-1 1 0 0,0 0 0 0 0,0-1-1 0 0,0 1 1 0 0,0-1 0 0 0,0 0-1 0 0,0 0 1 0 0,-1-1-1 0 0,1 0 1 0 0,-1 0 0 0 0,9-6-1 0 0,-11 6 21 0 0,0 0 1 0 0,0 0-1 0 0,-1 0 0 0 0,1 0 0 0 0,-1 0 0 0 0,1-1 1 0 0,-1 1-1 0 0,0-1 0 0 0,0 0 0 0 0,-1 0 0 0 0,1 0 1 0 0,-1 0-1 0 0,0 0 0 0 0,0 0 0 0 0,0 0 0 0 0,0-6 1 0 0,-1 8 80 0 0,-2-3-18 0 0,2 5-56 0 0,0-1 1 0 0,0 1-1 0 0,0 0 0 0 0,0-1 1 0 0,0 1-1 0 0,0 0 0 0 0,0 0 1 0 0,0-1-1 0 0,0 1 0 0 0,0 0 1 0 0,0-1-1 0 0,-1 1 0 0 0,1 0 1 0 0,0 0-1 0 0,0-1 0 0 0,0 1 1 0 0,0 0-1 0 0,0 0 0 0 0,-1-1 1 0 0,1 1-1 0 0,0 0 0 0 0,0 0 1 0 0,0 0-1 0 0,0-1 0 0 0,-1 1 1 0 0,1 0-1 0 0,0 0 1 0 0,0 0-1 0 0,-1 0 0 0 0,1 0 1 0 0,0-1-1 0 0,0 1 0 0 0,-1 0 1 0 0,1 0-1 0 0,0 0 0 0 0,-1 0 1 0 0,1 0-1 0 0,0 0 0 0 0,0 0 1 0 0,-1 0-1 0 0,1 0 0 0 0,-14 3 16 0 0,10-2 2 0 0,-16 32 102 0 0,19-31-138 0 0,1 0 0 0 0,0 0 0 0 0,0-1 0 0 0,0 1 0 0 0,0 0 0 0 0,1 0 0 0 0,-1 0 0 0 0,0 0 0 0 0,1-1 0 0 0,-1 1 0 0 0,1 0 0 0 0,0 0 0 0 0,-1-1 0 0 0,1 1 0 0 0,0-1 0 0 0,0 1-1 0 0,0-1 1 0 0,0 1 0 0 0,1-1 0 0 0,-1 1 0 0 0,0-1 0 0 0,0 0 0 0 0,3 2 0 0 0,-1-2-16 0 0,-1 0-1 0 0,1 0 0 0 0,-1-1 1 0 0,1 1-1 0 0,-1-1 1 0 0,1 0-1 0 0,-1 0 0 0 0,1 0 1 0 0,0 0-1 0 0,-1 0 0 0 0,1 0 1 0 0,-1-1-1 0 0,1 1 0 0 0,-1-1 1 0 0,3 0-1 0 0,13-6-174 0 0,-1-1 0 0 0,0 0 0 0 0,28-19-1 0 0,-32 19 145 0 0,-9 6 28 0 0,-1 0 0 0 0,1-1 0 0 0,0 1 0 0 0,0 1 0 0 0,0-1 0 0 0,0 0 1 0 0,0 1-1 0 0,1 0 0 0 0,-1 0 0 0 0,0 0 0 0 0,7 0 0 0 0,-9 1 33 0 0,33 18 27 0 0,-29-12-60 0 0,1 0 0 0 0,1-1 0 0 0,-1 0-1 0 0,1 0 1 0 0,0 0 0 0 0,0-1 0 0 0,0 0-1 0 0,0 0 1 0 0,1-1 0 0 0,0-1 0 0 0,0 1-1 0 0,-1-1 1 0 0,1-1 0 0 0,0 0 0 0 0,0 0-1 0 0,1 0 1 0 0,-1-1 0 0 0,9-2 0 0 0,-11 2 13 0 0,0-1 1 0 0,0 0-1 0 0,0 0 1 0 0,0-1 0 0 0,0 0-1 0 0,-1 0 1 0 0,1 0 0 0 0,-1-1-1 0 0,1 0 1 0 0,-1 0 0 0 0,0-1-1 0 0,0 0 1 0 0,-1 0-1 0 0,1 0 1 0 0,-1-1 0 0 0,0 0-1 0 0,0 0 1 0 0,0 0 0 0 0,-1-1-1 0 0,1 1 1 0 0,-1-1-1 0 0,-1 0 1 0 0,1 0 0 0 0,3-11-1 0 0,-6 16 61 0 0,0 0 0 0 0,-1 0 0 0 0,1 0 0 0 0,-1-1 0 0 0,1 1-1 0 0,-1 0 1 0 0,0 0 0 0 0,1-1 0 0 0,-1 1 0 0 0,0 0 0 0 0,0-1 0 0 0,0 1-1 0 0,0 0 1 0 0,0 0 0 0 0,0-1 0 0 0,0 1 0 0 0,-1 0 0 0 0,1-1 0 0 0,0 1-1 0 0,-1 0 1 0 0,1 0 0 0 0,-1 0 0 0 0,1-1 0 0 0,-2-1 0 0 0,1 3-3 0 0,-1-1 1 0 0,1 0-1 0 0,0 1 1 0 0,0-1-1 0 0,-1 1 1 0 0,1 0-1 0 0,0-1 1 0 0,-1 1 0 0 0,1 0-1 0 0,-1 0 1 0 0,1 0-1 0 0,0 0 1 0 0,-1 0-1 0 0,1 0 1 0 0,-1 0-1 0 0,1 0 1 0 0,0 1 0 0 0,-3 0-1 0 0,-4 1 93 0 0,-1 1 1 0 0,1 1-1 0 0,0-1 0 0 0,0 1 0 0 0,0 1 1 0 0,-9 6-1 0 0,4 0-150 0 0,0 0 0 0 0,1 0-1 0 0,0 1 1 0 0,1 1 0 0 0,1 0 0 0 0,0 0 0 0 0,-13 24 0 0 0,10-7-3712 0 0,4 3-3391 0 0</inkml:trace>
</inkml:ink>
</file>

<file path=ppt/ink/ink7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6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1700 0 0,'1'9'8465'0'0,"0"12"-4385"0"0,3 79-1374 0 0,6 5-630 0 0,-1-11-1416 0 0,-13-34-3847 0 0,1-52 1849 0 0</inkml:trace>
</inkml:ink>
</file>

<file path=ppt/ink/ink7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7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1049 349 832 0 0,'163'-72'9045'0'0,"-140"64"-8785"0"0,1 0 1 0 0,40-6-1 0 0,-55 10-2189 0 0</inkml:trace>
  <inkml:trace contextRef="#ctx0" brushRef="#br0" timeOffset="1">14 60 1000 0 0,'0'0'1392'0'0,"-13"-5"3321"0"0,36-16-4077 0 0,-6 15-192 0 0,-1 2-228 0 0,2 1-300 0 0,2-1-264 0 0,6 1-348 0 0,-1-2-516 0 0,4 1-1317 0 0,2-1 581 0 0</inkml:trace>
</inkml:ink>
</file>

<file path=ppt/ink/ink7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8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17498 0 0,'1'1'456'0'0,"2"0"-144"0"0,-1-4 2753 0 0,-2-23-4001 0 0,1 7-2925 0 0,-1 3-4777 0 0</inkml:trace>
</inkml:ink>
</file>

<file path=ppt/ink/ink7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7:58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1 117 17186 0 0,'3'-33'547'0'0,"19"-43"1182"0"0,-21 76-1913 0 0,-1-1-1 0 0,0 1 1 0 0,1-1 0 0 0,-1 1 0 0 0,1-1 0 0 0,-1 1 0 0 0,1-1 0 0 0,-1 1-1 0 0,1-1 1 0 0,-1 1 0 0 0,1 0 0 0 0,0-1 0 0 0,-1 1 0 0 0,1 0 0 0 0,-1 0-1 0 0,1-1 1 0 0,0 1 0 0 0,-1 0 0 0 0,1 0 0 0 0,0 0 0 0 0,-1 0 0 0 0,1 0-1 0 0,0 0 1 0 0,-1 0 0 0 0,1 0 0 0 0,0 0 0 0 0,-1 0 0 0 0,1 0 0 0 0,0 0-1 0 0,-1 0 1 0 0,1 1 0 0 0,0-1 0 0 0,-1 0 0 0 0,1 0 0 0 0,0 1-1 0 0,8 1-5187 0 0</inkml:trace>
</inkml:ink>
</file>

<file path=ppt/ink/ink7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8:10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79 872,'0'0'916,"4"-47"5991,-4 24-4824,0 22-876,-1-6 3051,1 7-4147,-3 6-149,0 1 0,0 0 0,1 0 0,-1 0 1,0 12-1,2 15-2661,1-32 2171,1 0 0,-1 0 0,1 0 0,-1 0 0,1 0 0,0-1 0,0 1 0,0 0 0,0-1 0,0 1 0,0 0 0,0-1 0,1 1 0,1 1 0,1 1-2568</inkml:trace>
</inkml:ink>
</file>

<file path=ppt/ink/ink7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8:10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5 868,'17'-5'9819,"-5"10"-6306,8 20-7484,-5-4-894,-9-14 1849</inkml:trace>
</inkml:ink>
</file>

<file path=ppt/ink/ink7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8:11.2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1 320 1052,'7'6'12298,"1"-14"-11979,0 0 1,0-1-1,-1 0 0,0 0 1,0 0-1,-1-1 0,0 0 1,-1-1-1,5-14 0,4-10 374,13-61 1,-23 80-455,-1 0 0,2-28 1,-5 42-180,0 1 16,0 1-69,0 0-1,0 0 0,0 0 0,1-1 0,-1 1 1,0 0-1,0 0 0,0 0 0,0 0 1,0-1-1,0 1 0,0 0 0,0 0 0,0 0 1,0 0-1,0-1 0,0 1 0,0 0 1,0 0-1,0 0 0,0 0 0,0-1 0,0 1 1,0 0-1,0 0 0,0 0 0,0-1 1,0 1-1,0 0 0,0 0 0,0 0 1,0 0-1,0-1 0,0 1 0,-1 0 0,1 0 1,0 0-1,0 0 0,0 0 0,0 0 1,0-1-1,-1 1 0,1 0 0,0 0 0,0 0 1,0 0-1,0 0 0,-1 0 0,1 0 1,0 0-1,0 0 0,0 0 0,0 0 0,-1 0 1,1 0-1,0 0 0,0 0 0,0 0 1,-1 0-1,-6 9 33,-1 0-1,2 0 1,-1 1 0,1 0 0,1 0-1,0 0 1,0 1 0,1 0 0,-4 15-1,6-18-26,0-1 0,1 1 0,-1 0 0,2-1 1,-1 1-1,1 0 0,0 0 0,0 0 0,1-1 0,0 1 0,1 0 0,0-1 0,0 1 0,0-1 0,7 12 0,-8-18-10,0 1 0,0 0 0,0-1 1,0 1-1,1-1 0,-1 1 0,1-1 0,-1 0 1,1 0-1,-1 1 0,1-1 0,0 0 0,0 0 0,-1-1 1,1 1-1,0 0 0,0-1 0,0 1 0,0-1 1,0 1-1,0-1 0,0 0 0,0 0 0,0 0 1,0 0-1,0 0 0,0-1 0,0 1 0,0 0 1,0-1-1,-1 1 0,1-1 0,0 0 0,2-1 0,9-4 22,-1-1-1,0 0 0,0 0 0,11-11 0,4-1-1,7-2-12,-4 2 28,0 1 0,35-13 1,-56 27-31,0 1 1,0 0-1,0 0 1,0 1 0,1 0-1,-1 1 1,1 0 0,-1 1-1,1 0 1,-1 0-1,1 1 1,13 2 0,-19-2 17,0 0 1,-1 0 0,1 1 0,0-1 0,0 1 0,-1 0 0,1 0 0,-1 0 0,0 0 0,0 0 0,1 1 0,-2 0 0,1-1 0,0 1 0,0 0 0,-1 0 0,0 1-1,1-1 1,-1 1 0,0-1 0,-1 1 0,1-1 0,-1 1 0,0 0 0,0 0 0,0 0 0,0 0 0,0 0 0,-1 0 0,0 0 0,0 0 0,0 0 0,-1 5 0,0-6-71,-1 0 0,0 0 0,1 0 0,-1 0 0,0 0 0,-1 0 0,1-1 0,0 1 0,-1-1 0,1 1 0,-1-1 0,0 0 0,0 0 0,0-1 0,0 1 0,0 0 0,0-1 0,0 0 0,-7 2 0,0 0-866,-1 0-1,1-1 0,-1 0 0,-20 0 0,-12-4-6844,19-3 3303</inkml:trace>
</inkml:ink>
</file>

<file path=ppt/ink/ink7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8:11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0 178 20346,'12'-38'-147,"-5"12"359,1 1 0,2 0-1,15-30 1,-25 54-220,2-7 66</inkml:trace>
</inkml:ink>
</file>

<file path=ppt/ink/ink7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8:12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2 8,'6'-1'14145,"-12"14"-14185,-18 49 1484,23-59-2175,0 1 0,0-1 0,0 1 0,1-1 0,-1 1-1,1-1 1,0 1 0,1 5 0,10-3-5806</inkml:trace>
</inkml:ink>
</file>

<file path=ppt/ink/ink7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18T13:48:12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22 684,'14'-7'2007,"12"-7"7418,-24 14-8843,-6 5-2384,-1 1 1274,-25 25-4323,19-21 1746</inkml:trace>
</inkml:ink>
</file>

<file path=ppt/ink/ink7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1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58 176 0 0,'0'0'4773'0'0,"5"-3"-4270"0"0,7-4-232 0 0,1 0 1 0 0,-1 1-1 0 0,1 1 0 0 0,1 0 1 0 0,-1 1-1 0 0,1 0 0 0 0,21-2 1 0 0,51-3-367 0 0,-31 7-1664 0 0,-37 4-426 0 0,1 1 169 0 0</inkml:trace>
</inkml:ink>
</file>

<file path=ppt/ink/ink7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1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70 12749 0 0,'-6'-4'36'0'0,"1"0"1"0"0,0 0-1 0 0,0-1 0 0 0,0 1 0 0 0,1-1 0 0 0,0 0 0 0 0,0 0 1 0 0,0-1-1 0 0,0 1 0 0 0,1-1 0 0 0,-4-9 0 0 0,6 14 1014 0 0,1 7-723 0 0,0 23-30 0 0,2 0-1 0 0,2 0 1 0 0,0-1-1 0 0,2 0 1 0 0,17 51-1 0 0,-1 2 31 0 0,-5-20-104 0 0,-11-46-243 0 0,-1 0-1 0 0,-1 1 0 0 0,0 0 1 0 0,-1 0-1 0 0,-1 1 1 0 0,0-1-1 0 0,-2 0 1 0 0,-1 31-1 0 0,0-41-258 0 0,-1-1-1 0 0,1 0 1 0 0,-1 0 0 0 0,0 0-1 0 0,0-1 1 0 0,-1 1-1 0 0,1 0 1 0 0,-1-1-1 0 0,0 0 1 0 0,-6 7 0 0 0,7-8-378 0 0,-1-1 0 0 0,0 1 1 0 0,0-1-1 0 0,1 0 1 0 0,-1 0-1 0 0,-1 0 0 0 0,1 0 1 0 0,0-1-1 0 0,0 1 1 0 0,-6 0-1 0 0,-10 2-2951 0 0</inkml:trace>
</inkml:ink>
</file>

<file path=ppt/ink/ink7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2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0 400 428 0 0,'1'-8'321'0'0,"0"0"0"0"0,1 0 0 0 0,0 0 0 0 0,0 0 0 0 0,0 1 0 0 0,1-1 0 0 0,0 1 0 0 0,1 0 0 0 0,0 0 0 0 0,0 0 0 0 0,0 0 0 0 0,1 0 0 0 0,0 1 0 0 0,0 0-1 0 0,1 0 1 0 0,0 1 0 0 0,9-8 0 0 0,8-5 380 0 0,0 1-1 0 0,1 1 0 0 0,41-20 1 0 0,-1 5-278 0 0,0 3 1 0 0,2 2-1 0 0,0 4 1 0 0,2 3-1 0 0,0 2 1 0 0,1 4-1 0 0,1 2 1 0 0,95-1 0 0 0,-126 13-1392 0 0,77 10 0 0 0,-93-6-1150 0 0,1 0 0 0 0,28 12 0 0 0,-28-8-431 0 0</inkml:trace>
</inkml:ink>
</file>

<file path=ppt/ink/ink7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3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235 325 840 0 0,'-5'-2'935'0'0,"-4"0"-489"0"0,-18-9 2706 0 0,25 10-2391 0 0,-14 1 1641 0 0,-4 14-1547 0 0,0 0 1 0 0,1 1-1 0 0,-26 27 0 0 0,37-34-640 0 0,1 0 1 0 0,0 0-1 0 0,0 1 1 0 0,1 0-1 0 0,0 0 1 0 0,0 1-1 0 0,1 0 1 0 0,0 0-1 0 0,1 0 1 0 0,-4 13-1 0 0,8-22-190 0 0,-1 0-1 0 0,1 0 1 0 0,0 0-1 0 0,-1 0 1 0 0,1 0-1 0 0,0 0 1 0 0,0 0 0 0 0,0 0-1 0 0,0 0 1 0 0,0 0-1 0 0,0 0 1 0 0,0 0-1 0 0,0 0 1 0 0,0 0-1 0 0,0 0 1 0 0,0 0-1 0 0,1 0 1 0 0,-1 0-1 0 0,0 0 1 0 0,1 0-1 0 0,-1-1 1 0 0,0 1-1 0 0,1 0 1 0 0,0 0-1 0 0,-1 0 1 0 0,1 0 0 0 0,-1-1-1 0 0,1 1 1 0 0,0 0-1 0 0,0-1 1 0 0,-1 1-1 0 0,3 1 1 0 0,-1-2-2 0 0,0 0 0 0 0,1 0 0 0 0,-1 0 0 0 0,1 0 0 0 0,-1 0 0 0 0,0 0 1 0 0,1 0-1 0 0,-1-1 0 0 0,1 0 0 0 0,-1 1 0 0 0,0-1 0 0 0,0 0 0 0 0,3-1 0 0 0,14-7 49 0 0,-1-1 0 0 0,21-16 0 0 0,-36 24-35 0 0,3-3-5 0 0,-4 3-24 0 0,1 0 0 0 0,0 0 0 0 0,-1 0 1 0 0,1 1-1 0 0,0-1 0 0 0,0 1 0 0 0,0 0 0 0 0,0-1 1 0 0,4 0-1 0 0,-5 2-5 0 0,5 4-10 0 0,8 7 41 0 0,-13-7-31 0 0,0 0 1 0 0,0 0 0 0 0,0-1 0 0 0,0 1-1 0 0,0 0 1 0 0,1-1 0 0 0,-1 0 0 0 0,1 0-1 0 0,0 1 1 0 0,0-1 0 0 0,0-1-1 0 0,1 1 1 0 0,-1-1 0 0 0,1 1 0 0 0,-1-1-1 0 0,1 0 1 0 0,0 0 0 0 0,0 0-1 0 0,7 2 1 0 0,-6-4 1 0 0,0 1-1 0 0,0-1 1 0 0,0 0 0 0 0,0-1-1 0 0,0 1 1 0 0,0-1-1 0 0,0 0 1 0 0,0 0 0 0 0,0 0-1 0 0,-1-1 1 0 0,1 0-1 0 0,0 0 1 0 0,-1 0 0 0 0,1 0-1 0 0,-1-1 1 0 0,0 0 0 0 0,6-4-1 0 0,7-7 4 0 0,-1 0 0 0 0,0-1 0 0 0,16-21 0 0 0,27-26-88 0 0,-56 60 79 0 0,0 0 1 0 0,-1 1-1 0 0,1 0 0 0 0,0 0 0 0 0,0-1 1 0 0,0 1-1 0 0,0 1 0 0 0,0-1 0 0 0,0 0 0 0 0,0 1 1 0 0,0 0-1 0 0,0 0 0 0 0,0-1 0 0 0,0 2 1 0 0,0-1-1 0 0,6 1 0 0 0,56 15-33 0 0,-39-9 37 0 0,2 0-97 0 0,0-2-1 0 0,0-1 1 0 0,0-1-1 0 0,0-1 1 0 0,0-2-1 0 0,1 0 1 0 0,53-10-1 0 0,-77 9 64 0 0,1 0 0 0 0,0-1 0 0 0,-1 0 0 0 0,0 0 0 0 0,1-1 0 0 0,-1 0 0 0 0,0 1 0 0 0,0-2 0 0 0,-1 1 0 0 0,1-1-1 0 0,-1 1 1 0 0,7-8 0 0 0,-8 7 23 0 0,-1 1-1 0 0,1-1 1 0 0,-1 0-1 0 0,0 0 0 0 0,0 0 1 0 0,-1-1-1 0 0,1 1 0 0 0,-1 0 1 0 0,0-1-1 0 0,0 1 1 0 0,0 0-1 0 0,-1-1 0 0 0,0 1 1 0 0,1-1-1 0 0,-2 1 1 0 0,1-1-1 0 0,-1-4 0 0 0,13 158-151 0 0,2-6 238 0 0,-10-80-39 0 0,3 0-1 0 0,2-1 1 0 0,30 103 0 0 0,-36-153-34 0 0,-2-10-1 0 0,-1 1 0 0 0,1-1 0 0 0,0 1 0 0 0,0-1 0 0 0,-1 1 0 0 0,1-1 0 0 0,1 0-1 0 0,-1 0 1 0 0,0 1 0 0 0,1-1 0 0 0,-1 0 0 0 0,1 0 0 0 0,-1 0 0 0 0,5 3 0 0 0,-5-4 20 0 0,22-17 17 0 0,-10 2-59 0 0,0 0 1 0 0,-1-1-1 0 0,-1 0 1 0 0,-1-1-1 0 0,0 0 0 0 0,-1 0 1 0 0,0-1-1 0 0,11-34 1 0 0,-5 15-46 0 0,29-75-24 0 0,-6-2 1 0 0,-4-1-1 0 0,22-144 0 0 0,-26 113 1807 0 0,-27 144-294 0 0,2 13-1087 0 0,4 20-6 0 0,3 21 46 0 0,2-1 0 0 0,2 0 0 0 0,2-2 0 0 0,3 0-1 0 0,2-1 1 0 0,34 54 0 0 0,-51-93-1218 0 0,16 32 1895 0 0,-17-28-5190 0 0,-3-2-5180 0 0</inkml:trace>
</inkml:ink>
</file>

<file path=ppt/ink/ink7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3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1 124 12313 0 0,'4'-3'25'0'0,"1"-1"1"0"0,0 0-1 0 0,-1-1 0 0 0,0 1 1 0 0,7-10-1 0 0,9-10 225 0 0,-13 17-127 0 0,1 0 0 0 0,0 1 0 0 0,0 0 0 0 0,0 0 0 0 0,0 1 0 0 0,1 0 0 0 0,14-6 0 0 0,-16 8-511 0 0,1 1 0 0 0,-1 0 1 0 0,1 1-1 0 0,-1-1 1 0 0,1 1-1 0 0,10 1 1 0 0,-13-1-118 0 0,-1 1-758 0 0,1 0-2390 0 0,10 0 520 0 0</inkml:trace>
</inkml:ink>
</file>

<file path=ppt/ink/ink7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4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28 153 608 0 0,'0'0'2548'0'0,"-4"-4"-1362"0"0,2 1-776 0 0,-1 0 0 0 0,1-1 0 0 0,0 1 0 0 0,0-1 0 0 0,0 1 0 0 0,0-1 0 0 0,0 0 0 0 0,1 1 0 0 0,0-1 0 0 0,0 0 0 0 0,0 0 0 0 0,0 0 0 0 0,0 0 0 0 0,1-8 0 0 0,3-24 136 0 0,7-2-6442 0 0,-5 26 3002 0 0</inkml:trace>
</inkml:ink>
</file>

<file path=ppt/ink/ink7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5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76 121 12749 0 0,'-24'-49'-124'0'0,"18"39"224"0"0,0 1 0 0 0,-1 0 0 0 0,0 0 0 0 0,0 0 0 0 0,-11-8 0 0 0,17 15-45 0 0,3 1-1016 0 0,0 0 772 0 0,1 0 0 0 0,-1 1 1 0 0,0-1-1 0 0,0 0 0 0 0,1 1 0 0 0,-1-1 0 0 0,0 1 0 0 0,1 0 1 0 0,-1 0-1 0 0,1 0 0 0 0,-1 0 0 0 0,0 0 0 0 0,4 1 1 0 0,12 4-4598 0 0,-4-3 2036 0 0</inkml:trace>
</inkml:ink>
</file>

<file path=ppt/ink/ink7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5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15689 0 0,'0'0'-163'0'0,"0"2"44"0"0,0 0 119 0 0,0 0-1 0 0,0 0 0 0 0,0 0 0 0 0,1 0 0 0 0,-1-1 1 0 0,0 1-1 0 0,1 0 0 0 0,-1 0 0 0 0,1 0 1 0 0,1 2-1 0 0,1-2-120 0 0,1 0 1 0 0,0 0-1 0 0,0 0 0 0 0,0 0 1 0 0,0-1-1 0 0,0 1 1 0 0,0-1-1 0 0,0 0 1 0 0,1-1-1 0 0,-1 1 1 0 0,0-1-1 0 0,0 1 0 0 0,1-1 1 0 0,-1-1-1 0 0,0 1 1 0 0,8-2-1 0 0,-1-1-150 0 0,0-1 0 0 0,0 0 0 0 0,-1-1 0 0 0,18-10 0 0 0,-5 2 306 0 0,-21 12 178 0 0,0 1-223 0 0,0 1 1 0 0,1-1 0 0 0,-1 1-1 0 0,0-1 1 0 0,0 1 0 0 0,0 0-1 0 0,1 0 1 0 0,-1 0 0 0 0,0 1-1 0 0,-1-1 1 0 0,1 0-1 0 0,0 1 1 0 0,0-1 0 0 0,0 1-1 0 0,-1-1 1 0 0,1 1 0 0 0,-1 0-1 0 0,0 0 1 0 0,1 0 0 0 0,-1 0-1 0 0,2 3 1 0 0,21 24-2575 0 0,-6-13-2099 0 0,-5-10 2002 0 0</inkml:trace>
</inkml:ink>
</file>

<file path=ppt/ink/ink7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6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28 514 220 0 0,'0'0'6737'0'0,"-4"-4"-5936"0"0,1 1-647 0 0,1 0-1 0 0,-1 0 1 0 0,1 0 0 0 0,0 0-1 0 0,0 0 1 0 0,1-1 0 0 0,-1 1-1 0 0,1-1 1 0 0,-1 1-1 0 0,1-1 1 0 0,0 1 0 0 0,1-1-1 0 0,-1 0 1 0 0,1 0 0 0 0,-1 1-1 0 0,1-1 1 0 0,0 0 0 0 0,0 0-1 0 0,1 1 1 0 0,-1-1 0 0 0,1 0-1 0 0,0 1 1 0 0,0-1-1 0 0,2-4 1 0 0,5-16 100 0 0,1 0 1 0 0,1 1-1 0 0,2 0 1 0 0,0 1-1 0 0,1 0 1 0 0,1 1-1 0 0,1 1 1 0 0,1 0-1 0 0,1 1 0 0 0,0 0 1 0 0,2 2-1 0 0,39-30 1 0 0,-51 42-227 0 0,1 0 0 0 0,-1 1 0 0 0,1-1 1 0 0,0 2-1 0 0,0-1 0 0 0,1 1 0 0 0,-1 1 1 0 0,0-1-1 0 0,1 1 0 0 0,0 1 0 0 0,-1 0 0 0 0,1 0 1 0 0,0 0-1 0 0,0 1 0 0 0,0 1 0 0 0,-1-1 1 0 0,14 4-1 0 0,-17-3-17 0 0,1 1 0 0 0,-1 0 1 0 0,0 1-1 0 0,1-1 0 0 0,-1 1 1 0 0,-1 0-1 0 0,1 0 0 0 0,0 0 1 0 0,-1 1-1 0 0,1 0 0 0 0,-1 0 1 0 0,0 0-1 0 0,0 0 0 0 0,-1 0 1 0 0,0 1-1 0 0,1 0 0 0 0,-1 0 1 0 0,-1 0-1 0 0,1 0 0 0 0,-1 0 1 0 0,0 0-1 0 0,0 1 0 0 0,0-1 1 0 0,-1 1-1 0 0,0-1 0 0 0,0 1 1 0 0,0 9-1 0 0,0-4 3 0 0,0-1 1 0 0,-2 0-1 0 0,1 0 0 0 0,-1 1 1 0 0,-1-1-1 0 0,0 0 0 0 0,0 0 1 0 0,-1 0-1 0 0,0 0 0 0 0,-1-1 0 0 0,0 1 1 0 0,0-1-1 0 0,-1 0 0 0 0,0 0 1 0 0,-1 0-1 0 0,0-1 0 0 0,0 0 1 0 0,-1 0-1 0 0,-9 9 0 0 0,14-16-25 0 0,4-3-405 0 0,-1 0 398 0 0,0 0-1 0 0,1 0 1 0 0,-1 0-1 0 0,1 0 1 0 0,-1 0 0 0 0,1 1-1 0 0,0-1 1 0 0,0 1-1 0 0,3-3 1 0 0,-3 2-10 0 0,30-27-360 0 0,1 0 0 0 0,56-35 1 0 0,-36 27 104 0 0,-15 1 173 0 0,-36 35 154 0 0,6-4 157 0 0,-8 4-197 0 0,0 1 0 0 0,0 0 1 0 0,1 0-1 0 0,-1 0 0 0 0,0 0 0 0 0,0 0 1 0 0,0-1-1 0 0,0 1 0 0 0,0 0 1 0 0,0 0-1 0 0,1 0 0 0 0,-1 0 0 0 0,0 0 1 0 0,0 0-1 0 0,0 0 0 0 0,0 0 0 0 0,0-1 1 0 0,1 1-1 0 0,-1 0 0 0 0,0 0 0 0 0,0 0 1 0 0,0 0-1 0 0,0 0 0 0 0,1 0 0 0 0,-1 0 1 0 0,0 0-1 0 0,0 0 0 0 0,0 0 1 0 0,1 0-1 0 0,-1 0 0 0 0,0 0 0 0 0,0 0 1 0 0,0 0-1 0 0,0 0 0 0 0,1 0 0 0 0,-1 1 1 0 0,0-1-1 0 0,0 0 0 0 0,0 0 0 0 0,0 0 1 0 0,1 0-1 0 0,-1 0 0 0 0,0 0 0 0 0,0 0 1 0 0,0 1-1 0 0,0-1 0 0 0,0 0 1 0 0,0 0-1 0 0,0 0 0 0 0,1 0 0 0 0,-1 0 1 0 0,0 1-1 0 0,0-1 0 0 0,0 0 0 0 0,0 0 1 0 0,0 6 8 0 0,0-1 1 0 0,0 1 0 0 0,0-1 0 0 0,1 1-1 0 0,0-1 1 0 0,0 1 0 0 0,0-1 0 0 0,1 0 0 0 0,-1 0-1 0 0,1 0 1 0 0,1 0 0 0 0,2 6 0 0 0,-3-9 2 0 0,-1 0 1 0 0,1 0-1 0 0,-1 0 1 0 0,1 0-1 0 0,0-1 1 0 0,0 1 0 0 0,0-1-1 0 0,0 1 1 0 0,0-1-1 0 0,0 1 1 0 0,0-1-1 0 0,0 0 1 0 0,0 0 0 0 0,1 0-1 0 0,-1 0 1 0 0,0-1-1 0 0,1 1 1 0 0,-1-1 0 0 0,1 1-1 0 0,-1-1 1 0 0,1 0-1 0 0,-1 0 1 0 0,1 0-1 0 0,-1 0 1 0 0,1 0 0 0 0,-1-1-1 0 0,1 1 1 0 0,-1-1-1 0 0,0 1 1 0 0,4-3-1 0 0,11-3 29 0 0,-1-2-1 0 0,0 0 1 0 0,-1-1-1 0 0,0-1 0 0 0,0 0 1 0 0,-1-1-1 0 0,-1 0 1 0 0,0-1-1 0 0,15-18 0 0 0,-22 24-31 0 0,0 0 0 0 0,-1 0 0 0 0,0 0-1 0 0,0-1 1 0 0,-1 0 0 0 0,0 0 0 0 0,0 0-1 0 0,0-1 1 0 0,2-8 0 0 0,-3 9 5 0 0,-3 6 11 0 0,-14-53 192 0 0,5 39-121 0 0,3 8 152 0 0,-2 20-169 0 0,7-10-95 0 0,-1 1 13 0 0,0 1 12 0 0,-1 1-1 0 0,1-1 1 0 0,0 0 0 0 0,0 1 0 0 0,1 0-1 0 0,0-1 1 0 0,-1 10 0 0 0,-2 1 491 0 0,4-14-210 0 0,-6 19 49 0 0,5-20-179 0 0</inkml:trace>
</inkml:ink>
</file>

<file path=ppt/ink/ink7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7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46 1160 0 0,'-4'-46'12376'0'0,"1"60"-10032"0"0,-5 46-1418 0 0,-1 6-68 0 0,1-6-291 0 0,7-40-386 0 0,-2-1 1 0 0,0 1 0 0 0,-1-1-1 0 0,0 1 1 0 0,-2-1-1 0 0,-9 21 1 0 0,15-40-174 0 0,1-1 0 0 0,-1 1 1 0 0,0 0-1 0 0,0 0 0 0 0,1 0 0 0 0,-1 0 1 0 0,0 0-1 0 0,0 0 0 0 0,1 0 0 0 0,-1 0 1 0 0,0 0-1 0 0,1 0 0 0 0,-1 0 0 0 0,0 0 1 0 0,0 0-1 0 0,1 0 0 0 0,-1 0 1 0 0,0 0-1 0 0,0 0 0 0 0,1 0 0 0 0,-1 0 1 0 0,0 0-1 0 0,0 0 0 0 0,1 1 0 0 0,-1-1 1 0 0,0 0-1 0 0,0 0 0 0 0,1 0 0 0 0,-1 0 1 0 0,0 1-1 0 0,0-1 0 0 0,0 0 1 0 0,0 0-1 0 0,1 0 0 0 0,-1 1 0 0 0,0-1 1 0 0,0 0-1 0 0,0 0 0 0 0,0 1 0 0 0,0-1 1 0 0,1 0-1 0 0,-1 0 0 0 0,0 1 0 0 0,0-1 1 0 0,0 0-1 0 0,0 0 0 0 0,0 1 1 0 0,0-1-1 0 0,0 0 0 0 0,0 1 0 0 0,0-1 1 0 0,0 0-1 0 0,0 0 0 0 0,0 1 0 0 0,0-1 1 0 0,-1 0-1 0 0,1 1 0 0 0,42-22 31 0 0,6-3-23 0 0,-42 23-23 0 0,0-1 0 0 0,0 1 0 0 0,0 0 0 0 0,0 1 0 0 0,0-1 0 0 0,0 1 0 0 0,11 1 0 0 0,-14-1 6 0 0,-1 1 1 0 0,1-1 0 0 0,-1 1 0 0 0,1-1-1 0 0,-1 1 1 0 0,0 0 0 0 0,1 0 0 0 0,-1 0 0 0 0,0 0-1 0 0,0 1 1 0 0,1-1 0 0 0,-1 0 0 0 0,0 1-1 0 0,-1 0 1 0 0,1-1 0 0 0,0 1 0 0 0,0 0-1 0 0,-1 0 1 0 0,1 0 0 0 0,-1 0 0 0 0,3 4 0 0 0,-4-4 3 0 0,0 0 0 0 0,1 0 1 0 0,-1 0-1 0 0,0 0 1 0 0,0 0-1 0 0,0 0 1 0 0,-1 0-1 0 0,1 0 1 0 0,0 0-1 0 0,-1 0 1 0 0,1-1-1 0 0,-1 1 0 0 0,0 0 1 0 0,0 0-1 0 0,1 0 1 0 0,-1 0-1 0 0,0-1 1 0 0,-1 1-1 0 0,1 0 1 0 0,0-1-1 0 0,0 1 1 0 0,-1-1-1 0 0,1 0 1 0 0,-1 1-1 0 0,1-1 0 0 0,-1 0 1 0 0,1 0-1 0 0,-1 0 1 0 0,-2 1-1 0 0,-50 27-346 0 0,54-29 135 0 0,-1 0 0 0 0,1 1 0 0 0,-1-1 0 0 0,1 0 0 0 0,-1 0 0 0 0,0 1 0 0 0,1-1 0 0 0,-1 0 0 0 0,0 0 0 0 0,1 0 0 0 0,-1 0-1 0 0,0 0 1 0 0,1 0 0 0 0,-1 0 0 0 0,0 0 0 0 0,1 0 0 0 0,-1 0 0 0 0,1 0 0 0 0,-1 0 0 0 0,0 0 0 0 0,1 0 0 0 0,-1-1 0 0 0,0 1 0 0 0,1 0 0 0 0,-1-1 0 0 0,1 1 0 0 0,-1 0 0 0 0,0-1 0 0 0,-8-3-6519 0 0</inkml:trace>
</inkml:ink>
</file>

<file path=ppt/ink/ink7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7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76 1072 0 0,'-10'-50'4734'0'0,"5"24"1292"0"0,16 58-4516 0 0,2 27-893 0 0,-3 2 0 0 0,-2-1 0 0 0,1 105 0 0 0,-7-111-388 0 0,-8 274 986 0 0,-1-164-676 0 0,7-156-456 0 0,-1 1 0 0 0,0-1 0 0 0,0 0 0 0 0,-1 0 0 0 0,0 0 1 0 0,0 0-1 0 0,-7 13 0 0 0,8-19 300 0 0,0-8-317 0 0,-1-9-60 0 0,1 0 1 0 0,1 0-1 0 0,1 1 0 0 0,0-1 0 0 0,1 0 1 0 0,0 1-1 0 0,2-1 0 0 0,-1 1 1 0 0,2 0-1 0 0,6-17 0 0 0,4-4-65 0 0,2 0 1 0 0,40-63-1 0 0,-55 94 69 0 0,0 1 1 0 0,0 0 0 0 0,0 0-1 0 0,1 0 1 0 0,-1 0-1 0 0,1 0 1 0 0,-1 0 0 0 0,1 0-1 0 0,0 1 1 0 0,0 0-1 0 0,0-1 1 0 0,1 1 0 0 0,-1 0-1 0 0,0 1 1 0 0,1-1 0 0 0,-1 0-1 0 0,1 1 1 0 0,0 0-1 0 0,-1 0 1 0 0,1 0 0 0 0,0 0-1 0 0,0 1 1 0 0,0-1-1 0 0,6 1 1 0 0,-9 1-23 0 0,0 0 0 0 0,0 0 0 0 0,0-1 0 0 0,0 1 1 0 0,0 0-1 0 0,0 0 0 0 0,0 0 0 0 0,0 0 0 0 0,0 1 0 0 0,0-1 0 0 0,-1 0 0 0 0,1 0 0 0 0,0 0 0 0 0,-1 1 0 0 0,1-1 0 0 0,-1 0 1 0 0,1 0-1 0 0,-1 1 0 0 0,0-1 0 0 0,0 0 0 0 0,0 1 0 0 0,1-1 0 0 0,-1 1 0 0 0,-1 1 0 0 0,2 1-266 0 0,-1-3-121 0 0,-15 24-5175 0 0,11-21 4270 0 0</inkml:trace>
</inkml:ink>
</file>

<file path=ppt/ink/ink7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8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63 404 0 0,'0'-16'2084'0'0,"0"2"-388"0"0,5 4-327 0 0,-4-1-61 0 0,4 0-1596 0 0</inkml:trace>
</inkml:ink>
</file>

<file path=ppt/ink/ink7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8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1 265 336 0 0,'0'0'3070'0'0,"21"-5"-483"0"0,11-14-436 0 0,47-37 1 0 0,-69 47-1835 0 0,0 1 0 0 0,0-2 0 0 0,-1 1 1 0 0,0-1-1 0 0,-1 0 0 0 0,0-1 1 0 0,0 0-1 0 0,7-15 0 0 0,-12 18 29 0 0,1-1 0 0 0,-1 1 0 0 0,-1-1 0 0 0,0 0 0 0 0,0 0 0 0 0,0 1 0 0 0,-1-11 0 0 0,-1 17 215 0 0,-24 12-274 0 0,19-7-249 0 0,1 0 1 0 0,0 1-1 0 0,-1-1 1 0 0,1 1-1 0 0,0 1 1 0 0,1-1-1 0 0,-1 0 1 0 0,1 1 0 0 0,0-1-1 0 0,0 1 1 0 0,0 0-1 0 0,1 0 1 0 0,0 0-1 0 0,0 1 1 0 0,0-1-1 0 0,-2 10 1 0 0,3-11-70 0 0,1-1 1 0 0,-1 0 0 0 0,0 1-1 0 0,1-1 1 0 0,0 1 0 0 0,0 0-1 0 0,0-1 1 0 0,0 1 0 0 0,0-1-1 0 0,1 1 1 0 0,0-1 0 0 0,-1 1-1 0 0,1-1 1 0 0,1 0 0 0 0,-1 1-1 0 0,0-1 1 0 0,1 0 0 0 0,0 0-1 0 0,-1 0 1 0 0,1 0 0 0 0,0 0-1 0 0,1 0 1 0 0,-1 0 0 0 0,1-1 0 0 0,-1 1-1 0 0,5 2 1 0 0,-2-2-212 0 0,1 0 0 0 0,0 0 0 0 0,-1-1 0 0 0,1 0 0 0 0,0 0 0 0 0,0-1 0 0 0,0 1 0 0 0,0-1 0 0 0,0-1 0 0 0,0 1 0 0 0,1-1 0 0 0,-1 0 0 0 0,0 0 0 0 0,0-1 0 0 0,0 0 0 0 0,11-3 0 0 0,4-2-1588 0 0,0-2 0 0 0,-1 0 0 0 0,27-15 0 0 0,-44 21 1453 0 0,21-10-2319 0 0</inkml:trace>
</inkml:ink>
</file>

<file path=ppt/ink/ink7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8.7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60 0 0,'27'-27'12189'0'0,"-29"27"-12251"0"0,1 1 0 0 0,0 0 0 0 0,0-1 0 0 0,-1 1 0 0 0,1 0 1 0 0,0 0-1 0 0,0 0 0 0 0,0 0 0 0 0,0 0 0 0 0,0 0 0 0 0,0 0 0 0 0,0 1 0 0 0,0-1 0 0 0,0 0 0 0 0,1 0 0 0 0,-1 1 0 0 0,1-1 0 0 0,-1 1 0 0 0,1-1 0 0 0,-1 0 1 0 0,1 1-1 0 0,0-1 0 0 0,-1 1 0 0 0,1-1 0 0 0,0 1 0 0 0,0 1 0 0 0,10 7-8531 0 0</inkml:trace>
</inkml:ink>
</file>

<file path=ppt/ink/ink7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9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94 484 100 0 0,'-2'-1'411'0'0,"0"0"-1"0"0,0 0 1 0 0,-1 1-1 0 0,1-1 1 0 0,-1 0-1 0 0,1 1 1 0 0,-1-1-1 0 0,1 1 1 0 0,0 0 0 0 0,-1 0-1 0 0,1 0 1 0 0,-1 0-1 0 0,1 1 1 0 0,-1-1-1 0 0,1 0 1 0 0,-1 1-1 0 0,1 0 1 0 0,0 0 0 0 0,-1-1-1 0 0,-3 3 1 0 0,3-1-232 0 0,0 0 0 0 0,0 1 0 0 0,1-1 0 0 0,-1 0 0 0 0,0 1 0 0 0,1 0 0 0 0,0 0 0 0 0,-1 0 0 0 0,1 0 0 0 0,0 0 0 0 0,1 0 0 0 0,-1 0 0 0 0,0 0 0 0 0,1 1 0 0 0,0-1 0 0 0,0 1 0 0 0,0-1 0 0 0,0 1 0 0 0,0 5 0 0 0,1-7-163 0 0,0 0 0 0 0,0 0 0 0 0,0 0 0 0 0,0 0 0 0 0,0 0-1 0 0,1-1 1 0 0,-1 1 0 0 0,1 0 0 0 0,-1 0 0 0 0,1-1 0 0 0,0 1-1 0 0,0 0 1 0 0,0-1 0 0 0,0 1 0 0 0,0-1 0 0 0,0 1 0 0 0,0-1-1 0 0,0 1 1 0 0,2 0 0 0 0,-1-1-31 0 0,0 0 1 0 0,0 0-1 0 0,1 0 0 0 0,-1-1 0 0 0,0 1 1 0 0,0-1-1 0 0,1 0 0 0 0,-1 0 0 0 0,0 0 1 0 0,1 0-1 0 0,-1 0 0 0 0,0 0 0 0 0,0 0 0 0 0,1-1 1 0 0,-1 1-1 0 0,0-1 0 0 0,0 0 0 0 0,0 0 1 0 0,1 1-1 0 0,-1-1 0 0 0,0-1 0 0 0,3-1 1 0 0,46-34-97 0 0,-41 29 77 0 0,3-4 19 0 0,-1-1 0 0 0,0 0 0 0 0,-1-1-1 0 0,0 0 1 0 0,-1 0 0 0 0,0-1 0 0 0,-2-1 0 0 0,0 1-1 0 0,0-2 1 0 0,-2 1 0 0 0,9-30 0 0 0,-6 10 308 0 0,-1-2-1 0 0,-1 1 1 0 0,-3-1-1 0 0,1-54 1 0 0,-5 91-275 0 0,1-8 339 0 0,-1 0-1 0 0,-1 0 1 0 0,1 1 0 0 0,-1-1-1 0 0,-1 0 1 0 0,0 0-1 0 0,0 1 1 0 0,-4-10 0 0 0,2 22-53 0 0,-4 4-208 0 0,1 0 1 0 0,0 1-1 0 0,0 0 0 0 0,1 0 1 0 0,0 0-1 0 0,1 1 0 0 0,0-1 0 0 0,1 1 1 0 0,0 1-1 0 0,0-1 0 0 0,1 1 1 0 0,0-1-1 0 0,1 1 0 0 0,1 0 0 0 0,-1 0 1 0 0,1 18-1 0 0,1 4-231 0 0,0 0 1 0 0,3 0-1 0 0,0 0 0 0 0,13 50 1 0 0,-7-49-1318 0 0,20 51 0 0 0,-23-71-636 0 0,1 0-1 0 0,0 0 0 0 0,14 18 0 0 0,-4-12-1656 0 0</inkml:trace>
</inkml:ink>
</file>

<file path=ppt/ink/ink7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29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8 952 0 0,'2'-8'10177'0'0,"-3"57"-8547"0"0,-17 93-1 0 0,10-94-2410 0 0,2 0 0 0 0,0 88 0 0 0,7-111-477 0 0,0 13-4079 0 0,3-22 2271 0 0</inkml:trace>
</inkml:ink>
</file>

<file path=ppt/ink/ink7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1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7 193 44 0 0,'0'0'11934'0'0,"11"12"-11907"0"0,-8-7-16 0 0,-2-4 129 0 0,-22-3 4001 0 0,104 3-3778 0 0,173-5 141 0 0,-72-9-235 0 0,284-56 0 0 0,-461 68-258 0 0,8-3 8 0 0,-1 1 0 0 0,28-12 0 0 0,-39 14-7 0 0,1-1-1 0 0,-1 1 0 0 0,0-1 1 0 0,0 0-1 0 0,-1 0 1 0 0,1 0-1 0 0,0 0 0 0 0,-1-1 1 0 0,1 1-1 0 0,-1-1 1 0 0,0 1-1 0 0,0-1 1 0 0,0 0-1 0 0,0 0 0 0 0,0 0 1 0 0,-1 0-1 0 0,1 0 1 0 0,0-3-1 0 0,-2 1-34 0 0,-32-41 41 0 0,31 44-45 0 0,20 25 9 0 0,-15-19 38 0 0,-1 0 1 0 0,1 0-1 0 0,-1 1 1 0 0,0 0-1 0 0,0 0 1 0 0,0-1-1 0 0,-1 2 1 0 0,1-1-1 0 0,-1 0 0 0 0,-1 0 1 0 0,1 1-1 0 0,-1-1 1 0 0,0 1-1 0 0,0-1 1 0 0,0 1-1 0 0,-1 0 1 0 0,0-1-1 0 0,0 1 0 0 0,0-1 1 0 0,-1 1-1 0 0,-2 7 1 0 0,2-8-204 0 0,-1-1 0 0 0,0 1 0 0 0,0-1 0 0 0,-1 1 0 0 0,1-1 0 0 0,-1 0 0 0 0,0 0 0 0 0,0 0 0 0 0,-7 6 0 0 0,4-5-585 0 0,0 0 0 0 0,-1 0 1 0 0,1-1-1 0 0,-1 0 0 0 0,0 0 0 0 0,-13 5 0 0 0,-1-1-3464 0 0,-2 4 322 0 0</inkml:trace>
</inkml:ink>
</file>

<file path=ppt/ink/ink7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2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82 9093 0 0,'23'-79'2359'0'0,"-22"77"-2199"0"0,0 25 807 0 0,2 81-845 0 0,2-73-2403 0 0,2 1-3428 0 0</inkml:trace>
</inkml:ink>
</file>

<file path=ppt/ink/ink7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3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12 584 0 0,'0'-1'215'0'0,"1"0"-1"0"0,0 0 1 0 0,-1 0 0 0 0,1 1-1 0 0,0-1 1 0 0,0 0 0 0 0,0 0 0 0 0,0 1-1 0 0,-1-1 1 0 0,1 1 0 0 0,0-1-1 0 0,0 1 1 0 0,0-1 0 0 0,0 1-1 0 0,0 0 1 0 0,1-1 0 0 0,-1 1-1 0 0,0 0 1 0 0,0 0 0 0 0,0 0-1 0 0,0 0 1 0 0,0 0 0 0 0,0 0 0 0 0,0 0-1 0 0,0 0 1 0 0,2 1 0 0 0,-1 1-58 0 0,-1 0 1 0 0,1 0 0 0 0,-1 0 0 0 0,0 0 0 0 0,0 0 0 0 0,0 0 0 0 0,0 0 0 0 0,0 1-1 0 0,0-1 1 0 0,0 4 0 0 0,4 7-860 0 0,13 25-3233 0 0,-13-25 1975 0 0</inkml:trace>
</inkml:ink>
</file>

<file path=ppt/ink/ink7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4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473 176 128 0 0,'6'-37'3866'0'0,"1"-31"1521"0"0,-7 65-5202 0 0,-1-1 1 0 0,1 1-1 0 0,-1 0 1 0 0,1 0-1 0 0,-1-1 1 0 0,0 1-1 0 0,0 0 1 0 0,0 0-1 0 0,-1 0 1 0 0,1 0-1 0 0,-1 0 1 0 0,1 1-1 0 0,-1-1 1 0 0,0 0-1 0 0,0 1 1 0 0,0-1-1 0 0,-5-3 1 0 0,4 4-120 0 0,0 1 1 0 0,0-1-1 0 0,0 1 1 0 0,0-1-1 0 0,-1 1 1 0 0,1 0-1 0 0,-1 0 1 0 0,1 0 0 0 0,0 1-1 0 0,-1-1 1 0 0,1 1-1 0 0,-1 0 1 0 0,0 0-1 0 0,1 0 1 0 0,-1 0-1 0 0,1 1 1 0 0,-1-1-1 0 0,1 1 1 0 0,-1 0-1 0 0,-3 1 1 0 0,-9 4 152 0 0,1 0 0 0 0,-27 15 1 0 0,37-19-139 0 0,-23 15 172 0 0,1 2 1 0 0,0 0-1 0 0,1 2 0 0 0,1 1 1 0 0,2 1-1 0 0,0 0 0 0 0,1 2 0 0 0,1 1 1 0 0,2 1-1 0 0,-20 34 0 0 0,35-55-227 0 0,1 0 0 0 0,0 1-1 0 0,0 0 1 0 0,0-1 0 0 0,1 1 0 0 0,0 0-1 0 0,0 0 1 0 0,1 0 0 0 0,0 0 0 0 0,0 0-1 0 0,0 1 1 0 0,1-1 0 0 0,0 0 0 0 0,1 0-1 0 0,0 0 1 0 0,0 0 0 0 0,0 1 0 0 0,1-1-1 0 0,0-1 1 0 0,0 1 0 0 0,1 0-1 0 0,0 0 1 0 0,0-1 0 0 0,0 0 0 0 0,1 1-1 0 0,0-1 1 0 0,0-1 0 0 0,1 1 0 0 0,0-1-1 0 0,0 1 1 0 0,0-1 0 0 0,0-1 0 0 0,1 1-1 0 0,0-1 1 0 0,0 0 0 0 0,0 0-1 0 0,0-1 1 0 0,1 1 0 0 0,11 3 0 0 0,-4-4-41 0 0,1 0 1 0 0,0-1-1 0 0,0 0 1 0 0,0-2 0 0 0,0 1-1 0 0,0-2 1 0 0,1 0-1 0 0,-1-1 1 0 0,-1 0-1 0 0,1-1 1 0 0,21-8 0 0 0,-1-1-99 0 0,-1-1 1 0 0,0-2-1 0 0,47-29 1 0 0,-24 10-185 0 0,-55 33 260 0 0,41 28-376 0 0,-35-26 409 0 0,0 0-1 0 0,-1 0 1 0 0,1 0 0 0 0,0-1-1 0 0,0 0 1 0 0,0-1 0 0 0,-1 0-1 0 0,1 0 1 0 0,0-1-1 0 0,-1 0 1 0 0,1 0 0 0 0,-1 0-1 0 0,0-1 1 0 0,0-1-1 0 0,0 1 1 0 0,0-1 0 0 0,0 0-1 0 0,7-6 1 0 0,-13 9 15 0 0,0 1 0 0 0,-1-1 0 0 0,1 0 0 0 0,0 1 0 0 0,0-1 0 0 0,-1 0 0 0 0,1 1 0 0 0,-1-1 0 0 0,1 0-1 0 0,-1 0 1 0 0,1 0 0 0 0,-1 0 0 0 0,1 1 0 0 0,-1-1 0 0 0,0 0 0 0 0,1 0 0 0 0,-1 0 0 0 0,0 0 0 0 0,0 0 0 0 0,0 0 0 0 0,1 0 0 0 0,-1 0 0 0 0,0 0 0 0 0,-1 0 0 0 0,1 0 0 0 0,0 0 0 0 0,0 0 0 0 0,0 0 0 0 0,0 0 0 0 0,-1 0 0 0 0,1 0 0 0 0,-1 0-1 0 0,1 0 1 0 0,0 1 0 0 0,-1-1 0 0 0,0 0 0 0 0,1 0 0 0 0,-1 0 0 0 0,1 1 0 0 0,-1-1 0 0 0,0 0 0 0 0,1 1 0 0 0,-3-2 0 0 0,-35-22 184 0 0,17 16-969 0 0,13 6-2557 0 0</inkml:trace>
</inkml:ink>
</file>

<file path=ppt/ink/ink7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4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0 132 0 0,'22'26'7253'0'0,"-20"-15"-5389"0"0,-2-10-1744 0 0,-1 0-1 0 0,1 0 1 0 0,0 0-1 0 0,0 0 1 0 0,0-1 0 0 0,0 1-1 0 0,0 0 1 0 0,1 0-1 0 0,-1 0 1 0 0,0 0 0 0 0,0 0-1 0 0,1 0 1 0 0,-1-1-1 0 0,0 1 1 0 0,1 0 0 0 0,-1 0-1 0 0,0 0 1 0 0,1-1-1 0 0,0 1 1 0 0,-1 0 0 0 0,1 0-1 0 0,-1-1 1 0 0,1 1-1 0 0,0-1 1 0 0,-1 1 0 0 0,1 0-1 0 0,0-1 1 0 0,0 1-1 0 0,-1-1 1 0 0,1 0 0 0 0,0 1-1 0 0,1 0 1 0 0,28-32 886 0 0,-29 30-885 0 0,-1 0-109 0 0,0 1 0 0 0,1-1 0 0 0,-1 1 0 0 0,0-1 0 0 0,0 1 0 0 0,1-1 1 0 0,-1 1-1 0 0,0-1 0 0 0,1 1 0 0 0,-1 0 0 0 0,1-1 0 0 0,-1 1 0 0 0,0 0 0 0 0,1-1 1 0 0,-1 1-1 0 0,1 0 0 0 0,-1 0 0 0 0,1-1 0 0 0,-1 1 0 0 0,1 0 0 0 0,-1 0 0 0 0,1 0 1 0 0,-1 0-1 0 0,1-1 0 0 0,-1 1 0 0 0,1 0 0 0 0,-1 0 0 0 0,1 0 0 0 0,-1 0 0 0 0,1 0 1 0 0,0 0-1 0 0,-1 1 0 0 0,1-1 0 0 0,-1 0 0 0 0,1 0 0 0 0,-1 0 0 0 0,1 1 0 0 0,22 9 188 0 0,-1 12-928 0 0,-7-9-1781 0 0,-3-10-4022 0 0</inkml:trace>
</inkml:ink>
</file>

<file path=ppt/ink/ink7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5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24 184 0 0,'-3'-16'4087'0'0,"1"8"-1437"0"0,-1 10-812 0 0,-4 22-14 0 0,-6 58-1480 0 0,9-54 336 0 0,0 12-266 0 0,1-1 0 0 0,4 52 0 0 0,0-26-39 0 0,0-49-272 0 0,0 1 0 0 0,0 0 1 0 0,2-1-1 0 0,6 24 0 0 0,-7-33-74 0 0,0 0-1 0 0,0-1 1 0 0,1 1 0 0 0,0-1-1 0 0,0 0 1 0 0,1 0-1 0 0,-1 0 1 0 0,1 0-1 0 0,1 0 1 0 0,-1-1-1 0 0,1 0 1 0 0,0 0-1 0 0,6 5 1 0 0,-7-8-20 0 0,0 0-1 0 0,-1-1 1 0 0,1 1-1 0 0,0-1 1 0 0,0 0 0 0 0,0 0-1 0 0,0-1 1 0 0,0 1 0 0 0,0-1-1 0 0,0 0 1 0 0,0 0 0 0 0,0 0-1 0 0,1 0 1 0 0,-1-1-1 0 0,0 0 1 0 0,0 0 0 0 0,0 0-1 0 0,-1 0 1 0 0,1 0 0 0 0,0-1-1 0 0,0 0 1 0 0,4-3-1 0 0,-1 2 45 0 0,0-1-1 0 0,-1 0 0 0 0,0 0 0 0 0,0 0 0 0 0,0-1 0 0 0,-1 0 0 0 0,1-1 0 0 0,-1 1 0 0 0,0-1 0 0 0,-1 0 0 0 0,6-9 0 0 0,-9 14 92 0 0,0-2 94 0 0,-1 3-226 0 0,0 0 0 0 0,0 0 0 0 0,0 0 1 0 0,0 0-1 0 0,-1 0 0 0 0,1 0 0 0 0,0-1 0 0 0,0 1 1 0 0,0 0-1 0 0,0 0 0 0 0,-1 0 0 0 0,1 0 1 0 0,0 0-1 0 0,0 0 0 0 0,0 0 0 0 0,0 0 0 0 0,0 0 1 0 0,-1 0-1 0 0,1 0 0 0 0,0-1 0 0 0,0 1 1 0 0,0 0-1 0 0,0 0 0 0 0,0 0 0 0 0,0 0 1 0 0,0 0-1 0 0,0 0 0 0 0,-1-1 0 0 0,1 1 0 0 0,0 0 1 0 0,0 0-1 0 0,0 0 0 0 0,0 0 0 0 0,0-1 1 0 0,0 1-1 0 0,0 0 0 0 0,0 0 0 0 0,0 0 0 0 0,0 0 1 0 0,0-1-1 0 0,0 1 0 0 0,0 0 0 0 0,0 0 1 0 0,0 0-1 0 0,0 0 0 0 0,0-1 0 0 0,0 1 0 0 0,0 0 1 0 0,1 0-1 0 0,-1 0 0 0 0,0 0 0 0 0,0 0 1 0 0,0-1-1 0 0,0 1 0 0 0,0 0 0 0 0,0 0 0 0 0,0 0 1 0 0,0 0-1 0 0,1 0 0 0 0,-1 0 0 0 0,0 0 1 0 0,0-1-1 0 0,0 1 0 0 0,0 0 0 0 0,0 0 0 0 0,1 0 1 0 0,-1 0-1 0 0,0 0 0 0 0,-3 1 4 0 0,-1 1 1 0 0,0-1-1 0 0,1 1 0 0 0,0 0 1 0 0,-1-1-1 0 0,1 2 0 0 0,0-1 0 0 0,0 0 1 0 0,0 1-1 0 0,0-1 0 0 0,1 1 0 0 0,-1 0 1 0 0,1 0-1 0 0,-1 0 0 0 0,1 0 1 0 0,-2 4-1 0 0,3-5-5 0 0,-1 1-3 0 0,0 0 0 0 0,1 0 1 0 0,-1 1-1 0 0,1-1 0 0 0,0 0 1 0 0,0 1-1 0 0,0-1 1 0 0,0 1-1 0 0,1-1 0 0 0,-1 1 1 0 0,1-1-1 0 0,0 1 0 0 0,0 0 1 0 0,0-1-1 0 0,1 1 0 0 0,-1-1 1 0 0,3 7-1 0 0,-3-10-3 0 0,7 8 37 0 0,-5-8-35 0 0,0 1 0 0 0,-1-1 0 0 0,1 1 0 0 0,0-1-1 0 0,0 0 1 0 0,-1 0 0 0 0,1 0 0 0 0,0 0 0 0 0,0 0 0 0 0,-1 0-1 0 0,1 0 1 0 0,0-1 0 0 0,-1 1 0 0 0,1-1 0 0 0,0 1 0 0 0,3-2 0 0 0,12-6-55 0 0,0-1 1 0 0,-1-1 0 0 0,31-22 0 0 0,-30 20-74 0 0,1-1 1 0 0,24-11-1 0 0,-41 24 114 0 0,-1 0 0 0 0,1 0 0 0 0,0 0 0 0 0,0-1 0 0 0,0 1 0 0 0,0 0 0 0 0,-1 0 0 0 0,1 0 0 0 0,0 0 0 0 0,0 0 0 0 0,0 1 0 0 0,0-1 0 0 0,-1 0 0 0 0,1 0-1 0 0,0 1 1 0 0,0-1 0 0 0,0 0 0 0 0,-1 1 0 0 0,1-1 0 0 0,0 0 0 0 0,0 1 0 0 0,-1-1 0 0 0,1 1 0 0 0,0-1 0 0 0,-1 1 0 0 0,2 1 0 0 0,18 24-75 0 0,3 0-76 0 0,-21-24 114 0 0,1 0-1 0 0,0 0 1 0 0,0 0-1 0 0,0-1 1 0 0,0 1-1 0 0,0-1 1 0 0,0 0-1 0 0,0 0 1 0 0,1 0-1 0 0,-1-1 1 0 0,0 1-1 0 0,0-1 1 0 0,1 1-1 0 0,-1-1 1 0 0,0 0-1 0 0,1 0 1 0 0,-1-1-1 0 0,6 0 1 0 0,-3-1 1 0 0,0-1 0 0 0,0 0 0 0 0,0 0 0 0 0,0 0 0 0 0,-1 0 1 0 0,1-1-1 0 0,-1 0 0 0 0,0 0 0 0 0,6-6 0 0 0,-8 7 102 0 0,1-1-1 0 0,-1 0 0 0 0,0 1 0 0 0,-1-1 0 0 0,1 0 1 0 0,0-1-1 0 0,-1 1 0 0 0,0 0 0 0 0,0-1 1 0 0,-1 0-1 0 0,3-6 0 0 0,-4 9 161 0 0,-35 8 141 0 0,17 4-282 0 0,0 0-1 0 0,1 0 1 0 0,1 2 0 0 0,-26 22 0 0 0,35-27-985 0 0,0 0 1 0 0,1 0-1 0 0,0 1 1 0 0,1-1-1 0 0,-1 1 1 0 0,1 1-1 0 0,-3 8 0 0 0</inkml:trace>
</inkml:ink>
</file>

<file path=ppt/ink/ink7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5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0 456 0 0,'0'0'7929'0'0,"0"5"-6902"0"0,18 254 6675 0 0,-18-255-7865 0 0,0 1 0 0 0,0-1 0 0 0,0 0 1 0 0,-1 1-1 0 0,1-1 0 0 0,-1 0 0 0 0,0 0 0 0 0,-1 1 0 0 0,1-1 0 0 0,-4 8 0 0 0,-13 18-5446 0 0,12-19 1729 0 0</inkml:trace>
</inkml:ink>
</file>

<file path=ppt/ink/ink7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5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866 252 608 0 0,'0'0'828'0'0,"19"-8"-12"0"0,-6 3-48 0 0,0 0-36 0 0,4 0-60 0 0,-8 2-84 0 0,6-2-51 0 0,-5 2-53 0 0,2 0-68 0 0,-1-1-152 0 0,2-1-172 0 0,-3 2-196 0 0,4 0-140 0 0,-6 1-144 0 0,5-1-629 0 0,-5-5-2711 0 0</inkml:trace>
  <inkml:trace contextRef="#ctx0" brushRef="#br0" timeOffset="1">21 89 852 0 0,'-7'-1'2672'0'0,"-6"-9"1101"0"0,29-8-3073 0 0,-1 10-140 0 0,4 3-184 0 0,8 0-208 0 0,3 2-232 0 0,10-5-216 0 0,8 2-224 0 0,-1 1-260 0 0,4 1-484 0 0,1-6-1353 0 0,0 5 597 0 0</inkml:trace>
</inkml:ink>
</file>

<file path=ppt/ink/ink7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6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0 150 16650 0 0,'0'0'2030'0'0,"3"-2"-1711"0"0,20-28 857 0 0,-19 22-991 0 0,-1 0 0 0 0,1 0-1 0 0,-2-1 1 0 0,1 1 0 0 0,1-12-1 0 0,-4 19-206 0 0,5-23-2732 0 0,-5 6-8186 0 0,-6 4 6685 0 0</inkml:trace>
</inkml:ink>
</file>

<file path=ppt/ink/ink7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7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96 11909 0 0,'-1'-9'75'0'0,"0"-1"0"0"0,-1 1 0 0 0,0-1 0 0 0,-4-10-1 0 0,-3-16 1104 0 0,9 34-1327 0 0</inkml:trace>
</inkml:ink>
</file>

<file path=ppt/ink/ink7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4 1156 0 0,'-8'-3'15128'0'0,"8"38"-18117"0"0,0-32 2117 0 0,8 1-681 0 0</inkml:trace>
</inkml:ink>
</file>

<file path=ppt/ink/ink7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8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5 232 0 0,'7'-5'13107'0'0,"-2"38"-12680"0"0,-2-12-2170 0 0,3 3-4834 0 0,-2-13 3515 0 0</inkml:trace>
</inkml:ink>
</file>

<file path=ppt/ink/ink7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8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45 1080 0 0,'2'-26'8561'0'0,"-5"24"-8290"0"0,0 0 0 0 0,0 0 0 0 0,0 0 0 0 0,0 1 0 0 0,0-1 0 0 0,0 1 0 0 0,0 0 0 0 0,0 0 0 0 0,-1 0 0 0 0,1 0 0 0 0,0 0 0 0 0,-1 1 0 0 0,1-1 0 0 0,-1 1 0 0 0,1 0 0 0 0,-1 0 0 0 0,1 0 0 0 0,0 1 0 0 0,-1-1 0 0 0,1 1 0 0 0,-6 1 0 0 0,4 0-102 0 0,0-1 0 0 0,1 0 0 0 0,-1 1 0 0 0,0 0 0 0 0,1 0-1 0 0,-1 0 1 0 0,1 0 0 0 0,0 1 0 0 0,0 0 0 0 0,0 0 0 0 0,0 0 0 0 0,0 0-1 0 0,1 1 1 0 0,0-1 0 0 0,-5 6 0 0 0,8-8-152 0 0,-1 0 0 0 0,1 0 0 0 0,-1 0-1 0 0,1 0 1 0 0,-1 0 0 0 0,1 0 0 0 0,0 0 0 0 0,-1 0 0 0 0,1 0-1 0 0,0 0 1 0 0,0 0 0 0 0,0 1 0 0 0,0-1 0 0 0,0 0 0 0 0,0 0 0 0 0,0 0-1 0 0,0 0 1 0 0,0 0 0 0 0,0 0 0 0 0,1 0 0 0 0,-1 0 0 0 0,0 0-1 0 0,1 0 1 0 0,-1 0 0 0 0,1 0 0 0 0,-1 0 0 0 0,1 0 0 0 0,-1 0 0 0 0,1 0-1 0 0,0 0 1 0 0,-1-1 0 0 0,1 1 0 0 0,0 0 0 0 0,0 0 0 0 0,0-1 0 0 0,0 1-1 0 0,0-1 1 0 0,-1 1 0 0 0,1-1 0 0 0,0 1 0 0 0,0-1 0 0 0,2 1-1 0 0,50 12 143 0 0,-41-11-121 0 0,27 10-215 0 0,1 0-2858 0 0,-13-8-6613 0 0</inkml:trace>
</inkml:ink>
</file>

<file path=ppt/ink/ink7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8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12 176 0 0,'3'-12'14437'0'0,"-1"25"-12064"0"0,-2-10-3079 0 0,0 1 1 0 0,1 0 0 0 0,-1-1 0 0 0,1 1 0 0 0,0-1-1 0 0,0 1 1 0 0,0-1 0 0 0,0 0 0 0 0,4 7 0 0 0,12-9-7041 0 0</inkml:trace>
</inkml:ink>
</file>

<file path=ppt/ink/ink7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39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21 940 0 0,'37'-15'4715'0'0,"-36"14"-4417"0"0,0 1 1 0 0,0-1 0 0 0,0 1 0 0 0,0-1 0 0 0,0 1 0 0 0,-1-1 0 0 0,1 1 0 0 0,0 0 0 0 0,0-1 0 0 0,0 1 0 0 0,0 0 0 0 0,0 0 0 0 0,0 0 0 0 0,0 0 0 0 0,0 0 0 0 0,0 0 0 0 0,0 0 0 0 0,0 0 0 0 0,0 0 0 0 0,0 1 0 0 0,0-1 0 0 0,0 0 0 0 0,2 1 0 0 0,-3 0-231 0 0,0 0 1 0 0,0 0-1 0 0,0 0 1 0 0,0 0-1 0 0,-1 0 1 0 0,1 0-1 0 0,0 0 1 0 0,0 0-1 0 0,0 0 1 0 0,-1 0-1 0 0,1 0 1 0 0,-1 0-1 0 0,1-1 1 0 0,0 1-1 0 0,-1 0 1 0 0,1 0 0 0 0,-1 0-1 0 0,-1 1 1 0 0,-38 45-4390 0 0,38-45 4077 0 0,-14 15-3376 0 0,-3 0 273 0 0</inkml:trace>
</inkml:ink>
</file>

<file path=ppt/ink/ink7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4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7 631 184 0 0,'0'0'877'0'0,"-5"24"2787"0"0,4-9 1839 0 0,3-16-5321 0 0,0 0 1 0 0,0 1-1 0 0,0-1 1 0 0,0 0-1 0 0,0 0 1 0 0,0-1-1 0 0,0 1 1 0 0,0 0 0 0 0,-1-1-1 0 0,1 1 1 0 0,0-1-1 0 0,-1 1 1 0 0,3-4-1 0 0,35-36 252 0 0,-30 33-156 0 0,41-43 224 0 0,-3-2 0 0 0,-1-2 0 0 0,-3-1-1 0 0,65-117 1 0 0,-101 159-420 0 0,-1 0 1 0 0,0-1-1 0 0,-1 0 0 0 0,5-26 1 0 0,-9 35-52 0 0,0 1 0 0 0,-1 0 1 0 0,1 0-1 0 0,-1-1 0 0 0,0 1 0 0 0,0 0 1 0 0,-1-1-1 0 0,0 1 0 0 0,0 0 0 0 0,0 0 1 0 0,0 0-1 0 0,-1 0 0 0 0,0 0 0 0 0,0 0 0 0 0,0 0 1 0 0,-1 0-1 0 0,-4-6 0 0 0,5 9-23 0 0,1 1-1 0 0,-1 0 1 0 0,0-1-1 0 0,1 1 1 0 0,-1 0 0 0 0,0 0-1 0 0,0 0 1 0 0,0 0-1 0 0,0 0 1 0 0,0 0-1 0 0,0 1 1 0 0,0-1 0 0 0,0 1-1 0 0,-1 0 1 0 0,1-1-1 0 0,0 1 1 0 0,0 0-1 0 0,0 0 1 0 0,0 0-1 0 0,-1 0 1 0 0,1 1 0 0 0,0-1-1 0 0,0 1 1 0 0,0-1-1 0 0,0 1 1 0 0,0 0-1 0 0,0-1 1 0 0,0 1-1 0 0,0 0 1 0 0,0 1 0 0 0,0-1-1 0 0,0 0 1 0 0,-1 2-1 0 0,0-1-5 0 0,-1 0 0 0 0,1 1-1 0 0,0-1 1 0 0,1 1 0 0 0,-1-1-1 0 0,0 1 1 0 0,1 0 0 0 0,-1 0 0 0 0,1 0-1 0 0,0 0 1 0 0,0 1 0 0 0,0-1-1 0 0,1 1 1 0 0,-1-1 0 0 0,1 1-1 0 0,0-1 1 0 0,0 1 0 0 0,-1 6 0 0 0,3 5 1 0 0,0 1 1 0 0,1-1-1 0 0,0 0 1 0 0,2 1 0 0 0,-1-1-1 0 0,9 19 1 0 0,44 85 33 0 0,1-1-19 0 0,-52-103-23 0 0,0 0 1 0 0,-1 0-1 0 0,0 0 1 0 0,-2 0-1 0 0,1 1 0 0 0,-1 21 1 0 0,-2-35 6 0 0,0 1 0 0 0,-1-1 1 0 0,1 1-1 0 0,-1-1 1 0 0,1 0-1 0 0,-1 1 0 0 0,0-1 1 0 0,0 0-1 0 0,0 0 1 0 0,0 1-1 0 0,0-1 0 0 0,-4 4 1 0 0,0 2 12 0 0,4-6-19 0 0,0-2-6 0 0,1 0 1 0 0,0 0-1 0 0,-1 0 1 0 0,1 0-1 0 0,-1 0 0 0 0,1 0 1 0 0,0 0-1 0 0,-1 0 1 0 0,1-1-1 0 0,-1 1 1 0 0,1 0-1 0 0,0 0 1 0 0,-1 0-1 0 0,1 0 1 0 0,0-1-1 0 0,-1 1 1 0 0,1 0-1 0 0,0 0 1 0 0,0-1-1 0 0,-1 1 1 0 0,1 0-1 0 0,0-1 1 0 0,0 1-1 0 0,-1 0 1 0 0,1-1-1 0 0,0 1 1 0 0,0 0-1 0 0,0-1 1 0 0,0 1-1 0 0,-1-1 0 0 0,1 1 1 0 0,0 0-1 0 0,0-1 1 0 0,0 1-1 0 0,0-1 1 0 0,0 1-1 0 0,0 0 1 0 0,0-1-1 0 0,0 1 1 0 0,0 0-1 0 0,0-1 1 0 0,0 1-1 0 0,1-1 1 0 0,-1 1-1 0 0,0-1 1 0 0,11-31-236 0 0,22-29-45 0 0,-21 43 238 0 0,20-35-114 0 0,2 3 0 0 0,60-68-1 0 0,-94 117 191 0 0,1 1 0 0 0,-1-1 0 0 0,1 0 0 0 0,0 0 0 0 0,-1 1 0 0 0,1-1 0 0 0,0 0 0 0 0,-1 1 0 0 0,1-1 0 0 0,0 1 0 0 0,0-1 0 0 0,0 1 0 0 0,-1-1 0 0 0,1 1 1 0 0,0 0-1 0 0,0-1 0 0 0,0 1 0 0 0,0 0 0 0 0,0 0 0 0 0,0 0 0 0 0,0 0 0 0 0,0-1 0 0 0,-1 1 0 0 0,1 0 0 0 0,0 1 0 0 0,0-1 0 0 0,0 0 0 0 0,0 0 0 0 0,0 0 0 0 0,0 0 0 0 0,0 1 0 0 0,0-1 0 0 0,0 1 0 0 0,-1-1 0 0 0,1 0 0 0 0,0 1 0 0 0,1 0 0 0 0,23 34 405 0 0,-23-30-404 0 0,1 0 0 0 0,0-1 0 0 0,0 1 0 0 0,0-1 0 0 0,0 0 0 0 0,1 0 0 0 0,0 0 0 0 0,5 5 1 0 0,-7-7-11 0 0,1-1 0 0 0,0 1 0 0 0,0 0 1 0 0,0 0-1 0 0,0-1 0 0 0,0 0 0 0 0,0 0 1 0 0,0 1-1 0 0,0-2 0 0 0,0 1 1 0 0,1 0-1 0 0,-1-1 0 0 0,0 1 0 0 0,1-1 1 0 0,-1 0-1 0 0,0 0 0 0 0,1-1 0 0 0,-1 1 1 0 0,0-1-1 0 0,0 1 0 0 0,1-1 1 0 0,-1 0-1 0 0,0 0 0 0 0,0 0 0 0 0,0-1 1 0 0,0 1-1 0 0,0-1 0 0 0,0 0 0 0 0,0 0 1 0 0,4-4-1 0 0,-1 1-5 0 0,0 1 0 0 0,-1-2 0 0 0,0 1 0 0 0,0-1 0 0 0,0 0 0 0 0,7-12 0 0 0,6-8 71 0 0,-13 20-71 0 0,-1 0-1 0 0,0 0 0 0 0,0-1 1 0 0,-1 1-1 0 0,0-1 0 0 0,3-9 1 0 0,-5 14-13 0 0,1-15-225 0 0,-6 20-305 0 0,-14 12 482 0 0,14-8-3727 0 0</inkml:trace>
</inkml:ink>
</file>

<file path=ppt/ink/ink8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4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7 1000 0 0,'-1'-6'9517'0'0,"0"14"-9314"0"0,-24 300 4101 0 0,20-256-3759 0 0,5-50-470 0 0,1 1 94 0 0,-1-2-145 0 0,-1-1-1 0 0,1 0 1 0 0,0 0-1 0 0,0 1 0 0 0,0-1 1 0 0,0 0-1 0 0,0 0 1 0 0,0 1-1 0 0,0-1 0 0 0,0 0 1 0 0,0 1-1 0 0,0-1 0 0 0,0 0 1 0 0,0 0-1 0 0,0 1 1 0 0,0-1-1 0 0,0 0 0 0 0,0 1 1 0 0,1-1-1 0 0,-1 0 0 0 0,0 0 1 0 0,0 1-1 0 0,0-1 1 0 0,0 0-1 0 0,0 0 0 0 0,1 0 1 0 0,-1 1-1 0 0,0-1 1 0 0,0 0-1 0 0,0 0 0 0 0,1 0 1 0 0,-1 1-1 0 0,0-1 0 0 0,0 0 1 0 0,1 0-1 0 0,-1 0 1 0 0,0 0-1 0 0,0 0 0 0 0,1 0 1 0 0,-1 1-1 0 0,0-1 0 0 0,1 0 1 0 0,24-13 134 0 0,-10 4-20 0 0,0 1 0 0 0,29-11 0 0 0,-41 18-131 0 0,0 0 1 0 0,-1 0 0 0 0,1 0 0 0 0,0 1-1 0 0,0-1 1 0 0,-1 1 0 0 0,1-1-1 0 0,0 1 1 0 0,0 0 0 0 0,0 0 0 0 0,0 0-1 0 0,0 1 1 0 0,-1-1 0 0 0,1 0-1 0 0,0 1 1 0 0,0 0 0 0 0,-1 0 0 0 0,1 0-1 0 0,0 0 1 0 0,-1 0 0 0 0,1 1-1 0 0,-1-1 1 0 0,1 1 0 0 0,1 1 0 0 0,-3-1-4 0 0,0-1-1 0 0,0 1 1 0 0,0-1 0 0 0,-1 1 0 0 0,1-1 0 0 0,0 1 0 0 0,-1-1 0 0 0,1 1 0 0 0,-1 0-1 0 0,0-1 1 0 0,1 1 0 0 0,-1 0 0 0 0,0 0 0 0 0,0-1 0 0 0,0 1 0 0 0,0 0 0 0 0,-1-1 0 0 0,1 1-1 0 0,0 0 1 0 0,-1-1 0 0 0,1 1 0 0 0,-1 0 0 0 0,1-1 0 0 0,-1 1 0 0 0,0-1 0 0 0,0 1-1 0 0,0-1 1 0 0,-1 3 0 0 0,-2 1 15 0 0,0 1 0 0 0,0 0 0 0 0,-1-1-1 0 0,1 0 1 0 0,-9 7 0 0 0,-48 30-1387 0 0,60-41 655 0 0,-11-16-12015 0 0</inkml:trace>
</inkml:ink>
</file>

<file path=ppt/ink/ink8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5.3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41 76 0 0,'-19'-40'10226'0'0,"21"48"-9613"0"0,24 134 1615 0 0,18 138 537 0 0,-35-172-2101 0 0,-1-17-40 0 0,-3 0-1 0 0,-8 94 1 0 0,-7-143-202 0 0,9-54-478 0 0,1-1 1 0 0,0 1-1 0 0,1 0 0 0 0,1 0 1 0 0,-1 0-1 0 0,2 0 1 0 0,0 0-1 0 0,0 0 0 0 0,9-19 1 0 0,55-109-359 0 0,-23 69 126 0 0,-42 67 277 0 0,1 0 1 0 0,0 0-1 0 0,1 0 0 0 0,-1 1 0 0 0,1-1 1 0 0,-1 1-1 0 0,1 0 0 0 0,0 0 1 0 0,0 0-1 0 0,1 0 0 0 0,-1 1 0 0 0,1 0 1 0 0,8-4-1 0 0,-11 6 86 0 0,-1 1-54 0 0,1-1 0 0 0,-1 1 0 0 0,0-1 0 0 0,1 1 0 0 0,-1 0 0 0 0,0-1 0 0 0,1 1 0 0 0,-1 0 0 0 0,0 0 0 0 0,0 0 0 0 0,0 0 0 0 0,0 0 0 0 0,0 0 0 0 0,0 1 0 0 0,0-1 0 0 0,0 0 0 0 0,-1 0 0 0 0,1 1 0 0 0,0-1 0 0 0,-1 0 0 0 0,1 1 0 0 0,-1-1 0 0 0,1 1 0 0 0,-1-1 0 0 0,0 1 0 0 0,1-1 0 0 0,-1 1 0 0 0,0-1 0 0 0,0 3 0 0 0,0-2 37 0 0,-6 56-3565 0 0,5-56 2181 0 0</inkml:trace>
</inkml:ink>
</file>

<file path=ppt/ink/ink8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5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20 0 0,'0'0'1088'0'0,"1"-16"808"0"0,-1 6 300 0 0,0-6-831 0 0,0 6-1261 0 0</inkml:trace>
</inkml:ink>
</file>

<file path=ppt/ink/ink8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6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1024 0 0,'0'0'2912'0'0,"23"4"2692"0"0,26-26-2353 0 0,-48 21-2829 0 0,30-24 649 0 0,-29 24-987 0 0,0-1 26 0 0,0 0 1 0 0,1 0-1 0 0,-1-1 1 0 0,0 0-1 0 0,0 1 1 0 0,0-1-1 0 0,-1 0 1 0 0,1 0-1 0 0,-1 0 1 0 0,0 0-1 0 0,1 0 1 0 0,-1 0-1 0 0,1-5 1 0 0,-2 6-46 0 0,0 1 0 0 0,0 0 0 0 0,1-1 1 0 0,-1 1-1 0 0,0 0 0 0 0,0-1 0 0 0,0 1 1 0 0,-1 0-1 0 0,1-1 0 0 0,0 1 0 0 0,0 0 0 0 0,-1 0 1 0 0,1-1-1 0 0,-1 1 0 0 0,1 0 0 0 0,-1 0 1 0 0,0-1-1 0 0,1 1 0 0 0,-1 0 0 0 0,0 0 0 0 0,0 0 1 0 0,0 0-1 0 0,1 0 0 0 0,-1 0 0 0 0,0 0 1 0 0,0 1-1 0 0,-1-1 0 0 0,1 0 0 0 0,0 0 0 0 0,0 1 1 0 0,0-1-1 0 0,0 1 0 0 0,-3-1 0 0 0,2 0 19 0 0,-15 8 99 0 0,15-6-168 0 0,1-1 0 0 0,-1 1-1 0 0,0-1 1 0 0,0 1 0 0 0,0 0-1 0 0,0 0 1 0 0,0 0-1 0 0,1 0 1 0 0,-1 0 0 0 0,0 0-1 0 0,1 0 1 0 0,-3 3 0 0 0,1-1 11 0 0,0 0 1 0 0,1 1-1 0 0,-1-1 0 0 0,1 1 1 0 0,0-1-1 0 0,0 1 1 0 0,0 0-1 0 0,0 0 1 0 0,1 0-1 0 0,-1 1 1 0 0,1-1-1 0 0,0 0 1 0 0,0 0-1 0 0,0 9 0 0 0,1-10-22 0 0,0-1-1 0 0,1 1 0 0 0,-1 0 0 0 0,1 0 0 0 0,-1 0 0 0 0,1 0 0 0 0,0-1 0 0 0,0 1 0 0 0,0 0 1 0 0,0-1-1 0 0,1 1 0 0 0,-1-1 0 0 0,1 0 0 0 0,-1 1 0 0 0,1-1 0 0 0,0 0 0 0 0,0 0 0 0 0,0 0 1 0 0,0 0-1 0 0,0 0 0 0 0,0 0 0 0 0,1-1 0 0 0,3 3 0 0 0,-1-1-201 0 0,1 0-1 0 0,0-1 1 0 0,-1 0-1 0 0,1 0 1 0 0,0-1 0 0 0,0 1-1 0 0,0-1 1 0 0,0 0-1 0 0,0-1 1 0 0,0 1 0 0 0,1-1-1 0 0,11-2 1 0 0,10-6-3218 0 0,-2-6-3385 0 0,-15 5 3276 0 0</inkml:trace>
</inkml:ink>
</file>

<file path=ppt/ink/ink8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6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24 404 0 0,'1'-23'10788'0'0,"-18"136"-8106"0"0,-1 17-235 0 0,16-113-2154 0 0,2 0-1 0 0,0 0 1 0 0,1 0-1 0 0,1 0 1 0 0,5 26-1 0 0,-5-37-357 0 0,0 0 0 0 0,0 0 0 0 0,0 0 0 0 0,1-1 0 0 0,0 1 0 0 0,0-1-1 0 0,0 0 1 0 0,1 0 0 0 0,5 6 0 0 0,17 9-2740 0 0,-23-19 2008 0 0,0 0 0 0 0,0 0 0 0 0,0 0 0 0 0,0-1 0 0 0,-1 1 0 0 0,1-1 0 0 0,0 1 0 0 0,0-1 0 0 0,4 0 0 0 0,6-2-2945 0 0</inkml:trace>
</inkml:ink>
</file>

<file path=ppt/ink/ink8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7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25 320 944 0 0,'0'3'515'0'0,"1"0"-1"0"0,-1 1 1 0 0,-1-1-1 0 0,1 0 1 0 0,0 0 0 0 0,-1 1-1 0 0,0-1 1 0 0,1 0-1 0 0,-1 0 1 0 0,-1 0 0 0 0,1 0-1 0 0,0 0 1 0 0,-3 4-1 0 0,-6 19 1385 0 0,9-24-1821 0 0,0 1-1 0 0,1-1 1 0 0,-1 0 0 0 0,1 0 0 0 0,0 0 0 0 0,-1 1-1 0 0,1-1 1 0 0,0 0 0 0 0,0 0 0 0 0,1 1 0 0 0,-1-1-1 0 0,0 0 1 0 0,1 0 0 0 0,-1 0 0 0 0,1 1-1 0 0,0-1 1 0 0,0 0 0 0 0,-1 0 0 0 0,1 0 0 0 0,1 0-1 0 0,-1 0 1 0 0,0-1 0 0 0,0 1 0 0 0,1 0 0 0 0,-1 0-1 0 0,1-1 1 0 0,0 1 0 0 0,-1-1 0 0 0,1 1-1 0 0,0-1 1 0 0,0 0 0 0 0,0 0 0 0 0,0 0 0 0 0,0 0-1 0 0,0 0 1 0 0,0 0 0 0 0,4 0 0 0 0,-2 0-129 0 0,1 0 0 0 0,0 0 0 0 0,0-1 0 0 0,0 0 0 0 0,0 0 0 0 0,0 0 1 0 0,0 0-1 0 0,0-1 0 0 0,-1 0 0 0 0,1 0 0 0 0,0 0 0 0 0,0-1 0 0 0,-1 0 0 0 0,1 0 1 0 0,-1 0-1 0 0,5-3 0 0 0,-2 0 1 0 0,1-1 0 0 0,-1 0 0 0 0,-1-1 0 0 0,1 0 0 0 0,-1 0-1 0 0,0 0 1 0 0,-1-1 0 0 0,0 0 0 0 0,0 0 0 0 0,0 0 0 0 0,-1-1 0 0 0,-1 1 0 0 0,1-1 0 0 0,-1 0 0 0 0,-1 0 0 0 0,0 0 0 0 0,2-13 0 0 0,0-16 474 0 0,-2 0 1 0 0,-4-75 0 0 0,0 68 366 0 0,2 37-143 0 0,-1 0 0 0 0,1 0 0 0 0,-1 0 1 0 0,-1 0-1 0 0,0 1 0 0 0,-2-9 0 0 0,3 19-577 0 0,1 0 1 0 0,-1 0-1 0 0,0 1 1 0 0,0-1-1 0 0,0-1 1 0 0,0 1-1 0 0,0 0 1 0 0,-1 0-1 0 0,-2 3 1 0 0,-8 18 246 0 0,6-4-248 0 0,0 0 0 0 0,0 0 0 0 0,2 0 1 0 0,1 1-1 0 0,1 0 0 0 0,0-1 0 0 0,1 1 1 0 0,4 36-1 0 0,-1-47-516 0 0,0 0 1 0 0,0 0-1 0 0,1 0 0 0 0,0 0 1 0 0,1-1-1 0 0,0 1 1 0 0,0-1-1 0 0,1 0 0 0 0,0 0 1 0 0,1-1-1 0 0,-1 0 0 0 0,2 0 1 0 0,-1 0-1 0 0,1 0 1 0 0,1-1-1 0 0,-1-1 0 0 0,1 1 1 0 0,0-1-1 0 0,18 10 1 0 0,8 0-3566 0 0,4-3 310 0 0</inkml:trace>
</inkml:ink>
</file>

<file path=ppt/ink/ink8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7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11 263 14753 0 0,'-8'2'350'0'0,"6"-2"-116"0"0,5-3 1295 0 0,8-3-1494 0 0,0 1-1 0 0,0 1 0 0 0,0 0 0 0 0,1 0 1 0 0,-1 1-1 0 0,1 1 0 0 0,13-2 1 0 0,98-6 140 0 0,-65 7-96 0 0,142-10-116 0 0,-30 3-225 0 0,288-52 0 0 0,-444 59 249 0 0,-1 0 1 0 0,0 0-1 0 0,1-1 1 0 0,-2-1-1 0 0,1 0 1 0 0,0-1 0 0 0,-1-1-1 0 0,0 0 1 0 0,-1 0-1 0 0,0-1 1 0 0,0 0-1 0 0,0-1 1 0 0,12-14 0 0 0,-23 22 118 0 0,1 0 1 0 0,0 0 0 0 0,-1 0 0 0 0,0 0-1 0 0,1 0 1 0 0,-1 0 0 0 0,0 0 0 0 0,1 0-1 0 0,-1 0 1 0 0,0-1 0 0 0,0 1 0 0 0,0 0-1 0 0,0 0 1 0 0,0 0 0 0 0,0-1 0 0 0,0 1 0 0 0,0 0-1 0 0,-1 0 1 0 0,1 0 0 0 0,0 0 0 0 0,-1 0-1 0 0,1 0 1 0 0,-1-1 0 0 0,1 1 0 0 0,-1 0-1 0 0,0 0 1 0 0,1 0 0 0 0,-1 1 0 0 0,-1-3-1 0 0,-14 46-43 0 0,8-17-193 0 0,-2 0-1 0 0,-23 45 1 0 0,6-34-3606 0 0,-7-4-3488 0 0,15-18 2402 0 0</inkml:trace>
</inkml:ink>
</file>

<file path=ppt/ink/ink8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8.6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533 284 9141 0 0,'4'-12'123'0'0,"-1"-1"-1"0"0,0 0 1 0 0,0 0 0 0 0,-2 0-1 0 0,0 0 1 0 0,0-1 0 0 0,-1 1-1 0 0,0 0 1 0 0,-2 0 0 0 0,1 0-1 0 0,-2 0 1 0 0,1 0 0 0 0,-2 0-1 0 0,-7-19 1 0 0,10 28-25 0 0,-1 0 0 0 0,1 0 0 0 0,-1 0 1 0 0,0 0-1 0 0,-1 0 0 0 0,1 1 0 0 0,-1-1 0 0 0,1 1 0 0 0,-1-1 0 0 0,0 1 0 0 0,0 0 1 0 0,-1 0-1 0 0,1 0 0 0 0,-1 1 0 0 0,1-1 0 0 0,-1 1 0 0 0,0 0 0 0 0,0 0 1 0 0,0 0-1 0 0,0 0 0 0 0,-5-1 0 0 0,2 2-4 0 0,0 1 1 0 0,0-1-1 0 0,0 2 1 0 0,0-1 0 0 0,0 1-1 0 0,0 0 1 0 0,0 0-1 0 0,0 0 1 0 0,0 1-1 0 0,1 0 1 0 0,-1 1-1 0 0,-10 5 1 0 0,-7 5 133 0 0,0 0 0 0 0,1 1 0 0 0,1 1 0 0 0,0 2 0 0 0,1 0 0 0 0,1 1 0 0 0,1 1 0 0 0,1 0 0 0 0,0 2 0 0 0,-28 44 1 0 0,30-39 12 0 0,1 0 1 0 0,2 2 0 0 0,1-1-1 0 0,1 2 1 0 0,-13 51 0 0 0,22-70-201 0 0,0 1 0 0 0,0 0 0 0 0,1-1 0 0 0,1 1 0 0 0,0 0 0 0 0,0 0 0 0 0,1 0 0 0 0,0-1 0 0 0,1 1 0 0 0,0 0 0 0 0,1-1 0 0 0,0 0 0 0 0,1 1 0 0 0,0-1 0 0 0,0-1 0 0 0,1 1 0 0 0,1 0 0 0 0,-1-1 0 0 0,2 0 0 0 0,-1-1 0 0 0,1 1 0 0 0,0-1 0 0 0,1-1 0 0 0,0 1 0 0 0,0-1 0 0 0,1-1 0 0 0,-1 1 0 0 0,2-1 0 0 0,-1-1 0 0 0,0 0 0 0 0,1 0 0 0 0,0-1 0 0 0,0 0 0 0 0,1-1 0 0 0,-1 0 0 0 0,1-1 0 0 0,13 2 0 0 0,-6-2-38 0 0,0 0-1 0 0,-1-1 0 0 0,1-1 0 0 0,0-1 0 0 0,0 0 0 0 0,-1-2 0 0 0,1 0 0 0 0,-1-1 0 0 0,0 0 0 0 0,0-1 0 0 0,0-2 0 0 0,0 1 0 0 0,-1-2 1 0 0,0 0-1 0 0,-1-1 0 0 0,0 0 0 0 0,27-24 0 0 0,-41 32-13 0 0,-1 1 9 0 0,0 0-1 0 0,0 0 1 0 0,0 0-1 0 0,0 0 1 0 0,0 0-1 0 0,0-1 1 0 0,0 1 0 0 0,0 0-1 0 0,0 0 1 0 0,0 0-1 0 0,0 0 1 0 0,0 0-1 0 0,0-1 1 0 0,0 1-1 0 0,1 0 1 0 0,-1 0-1 0 0,0 0 1 0 0,0 0 0 0 0,0 0-1 0 0,0 0 1 0 0,0-1-1 0 0,0 1 1 0 0,0 0-1 0 0,0 0 1 0 0,1 0-1 0 0,-1 0 1 0 0,0 0-1 0 0,0 0 1 0 0,0 0 0 0 0,0 0-1 0 0,0 0 1 0 0,1 0-1 0 0,-1 0 1 0 0,0 0-1 0 0,0-1 1 0 0,0 1-1 0 0,0 0 1 0 0,0 0-1 0 0,1 0 1 0 0,-1 0 0 0 0,0 0-1 0 0,0 0 1 0 0,0 1-1 0 0,0-1 1 0 0,0 0-1 0 0,1 0 1 0 0,-1 0-1 0 0,0 0 1 0 0,0 0-1 0 0,0 0 1 0 0,0 0-1 0 0,0 0 1 0 0,1 0 0 0 0,14 8-171 0 0,2 1 91 0 0,-15-8 97 0 0,1 0 1 0 0,-1 0 0 0 0,1 0-1 0 0,-1 0 1 0 0,1-1 0 0 0,0 1-1 0 0,0-1 1 0 0,-1 0-1 0 0,1 0 1 0 0,0 0 0 0 0,-1 0-1 0 0,1 0 1 0 0,0-1-1 0 0,-1 1 1 0 0,1-1 0 0 0,0 0-1 0 0,-1 0 1 0 0,1 0 0 0 0,-1 0-1 0 0,1 0 1 0 0,-1 0-1 0 0,0-1 1 0 0,1 1 0 0 0,-1-1-1 0 0,0 0 1 0 0,0 1 0 0 0,0-1-1 0 0,0 0 1 0 0,0 0-1 0 0,-1 0 1 0 0,1-1 0 0 0,-1 1-1 0 0,1 0 1 0 0,-1-1 0 0 0,0 1-1 0 0,0-1 1 0 0,0 1-1 0 0,0-1 1 0 0,0 1 0 0 0,0-1-1 0 0,-1-3 1 0 0,0 4 67 0 0,0 0-61 0 0,-1 0 0 0 0,1 0 1 0 0,-1 0-1 0 0,0 0 1 0 0,0 0-1 0 0,0 0 0 0 0,0 0 1 0 0,0 0-1 0 0,0 1 1 0 0,0-1-1 0 0,-1 0 1 0 0,1 1-1 0 0,-1-1 0 0 0,1 1 1 0 0,-1-1-1 0 0,1 1 1 0 0,-4-2-1 0 0,-29-15-233 0 0,32 17-127 0 0,-5-2-316 0 0</inkml:trace>
</inkml:ink>
</file>

<file path=ppt/ink/ink8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9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76 0 0,'22'23'6040'0'0,"26"27"2949"0"0,-44-51-8825 0 0,0 0 1 0 0,0 0-1 0 0,-1-1 0 0 0,1 0 0 0 0,0 0 0 0 0,0 0 0 0 0,-1 0 0 0 0,1 0 0 0 0,-1-1 0 0 0,0 0 1 0 0,6-5-1 0 0,4-2 322 0 0,-9 8-715 0 0,1 0 0 0 0,0 1 0 0 0,-1-1 0 0 0,1 1 0 0 0,0 0 0 0 0,0 1 0 0 0,0-1 0 0 0,0 1 0 0 0,-1 0 0 0 0,8 1-1 0 0,-7-1-817 0 0,-1 0 0 0 0,1 0 0 0 0,0 0 0 0 0,0-1 0 0 0,0 1 0 0 0,-1-1 1 0 0,1 0-1 0 0,6-2 0 0 0,0-2-2116 0 0</inkml:trace>
</inkml:ink>
</file>

<file path=ppt/ink/ink8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49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34 1012 0 0,'1'-22'3448'0'0,"-1"10"4511"0"0,-6 82-6498 0 0,-6 170 1204 0 0,12-204-2372 0 0,2 0-1 0 0,2 0 0 0 0,1-1 0 0 0,16 60 0 0 0,-20-92-272 0 0,0 1-1 0 0,0-1-1 0 0,0 1 1 0 0,0-1 0 0 0,1 0 0 0 0,-1 0-1 0 0,1 1 1 0 0,0-1 0 0 0,0-1-1 0 0,3 5 1 0 0,-4-6-17 0 0,1 0 0 0 0,-1 0 0 0 0,1 0 0 0 0,-1 0 0 0 0,1-1 0 0 0,-1 1 0 0 0,1-1 0 0 0,0 1 0 0 0,-1-1 0 0 0,1 1 0 0 0,0-1 0 0 0,-1 0 0 0 0,1 0 0 0 0,0 0 0 0 0,-1 0 0 0 0,1 0 0 0 0,0 0 0 0 0,-1 0 1 0 0,1-1-1 0 0,0 1 0 0 0,-1-1 0 0 0,1 1 0 0 0,-1-1 0 0 0,1 0 0 0 0,-1 1 0 0 0,1-1 0 0 0,-1 0 0 0 0,3-2 0 0 0,4-2 12 0 0,0-1-1 0 0,0 0 1 0 0,0 0 0 0 0,0-1 0 0 0,-1 0 0 0 0,-1-1 0 0 0,12-14 0 0 0,-3 2 139 0 0,-14 19 171 0 0,-1 6-296 0 0,0 8 3 0 0,0-4-24 0 0,0 0 1 0 0,0 0-1 0 0,0 0 0 0 0,4 11 0 0 0,-4-18-7 0 0,0-1 0 0 0,0 1 0 0 0,1-1 0 0 0,-1 1 0 0 0,1-1 0 0 0,0 1 0 0 0,-1-1 0 0 0,1 1 0 0 0,0-1 0 0 0,0 0 0 0 0,0 1 0 0 0,0-1 0 0 0,0 0 0 0 0,0 0 0 0 0,0 0 0 0 0,0 0 0 0 0,0 0 0 0 0,1 0 0 0 0,-1 0 0 0 0,0 0 0 0 0,1 0 0 0 0,-1-1 0 0 0,1 1 0 0 0,-1 0 0 0 0,1-1 0 0 0,-1 0 0 0 0,1 1 0 0 0,-1-1 0 0 0,1 0 0 0 0,-1 1 0 0 0,3-1 0 0 0,-1-1-5 0 0,1 1-1 0 0,-1-1 0 0 0,1 0 1 0 0,-1 0-1 0 0,1 0 1 0 0,-1 0-1 0 0,0-1 1 0 0,0 1-1 0 0,0-1 1 0 0,1 0-1 0 0,-2 0 1 0 0,1 0-1 0 0,5-4 0 0 0,33-38-77 0 0,-30 31 78 0 0,-5 7-31 0 0,0 0 1 0 0,0 1-1 0 0,0 0 0 0 0,1 0 0 0 0,0 0 1 0 0,0 1-1 0 0,12-6 0 0 0,-18 9 22 0 0,2 2 9 0 0,0-1 0 0 0,-1 0 0 0 0,1 1 0 0 0,-1 0 0 0 0,1-1 0 0 0,0 1 0 0 0,-1 0 0 0 0,0 0 0 0 0,1 1 0 0 0,2 1 0 0 0,30 25-1 0 0,-27-20-46 0 0,0-2 1 0 0,1 1 0 0 0,-1-1-1 0 0,1 0 1 0 0,14 6-1 0 0,-19-11 23 0 0,-1 0 0 0 0,1 0-1 0 0,0 0 1 0 0,-1 0-1 0 0,1-1 1 0 0,0 1 0 0 0,0-1-1 0 0,-1 0 1 0 0,1 0-1 0 0,0-1 1 0 0,-1 1 0 0 0,1-1-1 0 0,0 0 1 0 0,-1 0 0 0 0,1 0-1 0 0,-1 0 1 0 0,1-1-1 0 0,-1 1 1 0 0,6-4 0 0 0,-7 2 50 0 0,0 1 0 0 0,1-1 0 0 0,-1 0 0 0 0,0 1 0 0 0,0-1 0 0 0,-1 0 0 0 0,1 0 0 0 0,-1 0 0 0 0,1-1 0 0 0,-1 1 0 0 0,0 0 0 0 0,0 0 0 0 0,0-1 0 0 0,0-5 0 0 0,-1 8-12 0 0,-1 0 1 0 0,1 1-1 0 0,0-1 0 0 0,-1 0 1 0 0,1 1-1 0 0,-1-1 1 0 0,1 1-1 0 0,-1-1 0 0 0,1 1 1 0 0,-1-1-1 0 0,1 1 0 0 0,-1-1 1 0 0,1 1-1 0 0,-1 0 1 0 0,1-1-1 0 0,-1 1 0 0 0,0 0 1 0 0,1-1-1 0 0,-1 1 0 0 0,0 0 1 0 0,1 0-1 0 0,-1 0 0 0 0,0 0 1 0 0,1 0-1 0 0,-1-1 1 0 0,0 1-1 0 0,1 0 0 0 0,-1 1 1 0 0,0-1-1 0 0,0 0 0 0 0,1 0 1 0 0,-1 0-1 0 0,0 0 1 0 0,1 0-1 0 0,-1 1 0 0 0,0-1 1 0 0,1 0-1 0 0,-1 1 0 0 0,1-1 1 0 0,-1 0-1 0 0,0 1 0 0 0,-28 11 153 0 0,17-5-58 0 0,1 1-1 0 0,-1 0 0 0 0,-14 14 0 0 0,3 9-2607 0 0,21-29 1534 0 0,1 1 0 0 0,0 0 0 0 0,-1 0-1 0 0,1 0 1 0 0,1 0 0 0 0,-1 0 0 0 0,0 0 0 0 0,1 0-1 0 0,-1 5 1 0 0</inkml:trace>
</inkml:ink>
</file>

<file path=ppt/ink/ink8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0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2 868 0 0,'5'-2'7447'0'0,"-5"2"-7333"0"0,4 14 3292 0 0,4 33-2699 0 0,-4-18 789 0 0,3 9-27 0 0,-1 1 1 0 0,0 55-1 0 0,1 14-413 0 0,-7-104-1331 0 0,0-1 0 0 0,0 1 1 0 0,0-1-1 0 0,0 1 0 0 0,-1-1 0 0 0,1 1 1 0 0,-1-1-1 0 0,0 1 0 0 0,-3 5 0 0 0,-9 14-6045 0 0</inkml:trace>
</inkml:ink>
</file>

<file path=ppt/ink/ink8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0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827 272 960 0 0,'99'-49'5396'0'0,"-57"27"-2955"0"0,81-31 0 0 0,-106 48-2233 0 0,21-8-3815 0 0</inkml:trace>
  <inkml:trace contextRef="#ctx0" brushRef="#br0" timeOffset="1">59 25 356 0 0,'-18'-1'1164'0'0,"3"1"804"0"0,-3 0-360 0 0,11-5 717 0 0,51 0-2421 0 0,-15 3-260 0 0,2-1-260 0 0,-4 0-445 0 0,15 0-1147 0 0,-11 1 508 0 0</inkml:trace>
</inkml:ink>
</file>

<file path=ppt/ink/ink8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4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37 368 0 0,'0'0'3804'0'0,"1"-3"-3195"0"0,7-30 11819 0 0,-38 167-11854 0 0,22-104-4326 0 0,-1 0-3678 0 0,7-22 3717 0 0</inkml:trace>
</inkml:ink>
</file>

<file path=ppt/ink/ink8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5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6 32 0 0,'-2'-6'13155'0'0,"2"7"-13284"0"0,-11 53 1396 0 0,9-47-1616 0 0,1-1 1 0 0,1 0-1 0 0,-1 1 0 0 0,1-1 1 0 0,0 0-1 0 0,0 1 1 0 0,1-1-1 0 0,1 7 1 0 0,10-6-6109 0 0</inkml:trace>
</inkml:ink>
</file>

<file path=ppt/ink/ink8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5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23 628 0 0,'33'-22'9501'0'0,"-9"44"-9773"0"0,-21-19-437 0 0,0-1 0 0 0,0 1 0 0 0,0-1 0 0 0,1 0 0 0 0,-1 0 0 0 0,1 0-1 0 0,6 2 1 0 0,0 0-1647 0 0</inkml:trace>
</inkml:ink>
</file>

<file path=ppt/ink/ink8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6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56 44 0 0,'-13'-39'6197'0'0,"12"38"-5967"0"0,0-1 0 0 0,1 1 0 0 0,-1 0 0 0 0,0 0 0 0 0,0 0 0 0 0,0 0 0 0 0,0 0 0 0 0,0 0 0 0 0,0 0 0 0 0,-1 0 0 0 0,1 0 0 0 0,0 0 0 0 0,0 0 0 0 0,-1 1 1 0 0,-1-2-1 0 0,3 2-141 0 0,-1 0 0 0 0,0 0 0 0 0,0 0 0 0 0,1 0 0 0 0,-1 0 0 0 0,0 0 0 0 0,0 0 0 0 0,1 1 1 0 0,-1-1-1 0 0,0 0 0 0 0,1 0 0 0 0,-1 1 0 0 0,0-1 0 0 0,1 0 0 0 0,-1 1 0 0 0,0-1 0 0 0,1 0 0 0 0,-1 1 1 0 0,0-1-1 0 0,1 1 0 0 0,-2 0 0 0 0,-2 5 210 0 0,0 0 1 0 0,0 0-1 0 0,1 0 0 0 0,-1 1 1 0 0,-2 8-1 0 0,5-13-238 0 0,-8 23 440 0 0,1 0 0 0 0,0 1 0 0 0,2 0 0 0 0,2 0 0 0 0,0 1 0 0 0,1 0 0 0 0,2-1 0 0 0,1 1 0 0 0,1 0 0 0 0,1-1 0 0 0,8 42-1 0 0,-7-59-351 0 0,0 1-1 0 0,0 0 0 0 0,1 0 1 0 0,0-1-1 0 0,0 0 0 0 0,1 0 0 0 0,7 9 1 0 0,-11-17-133 0 0,1 0 0 0 0,-1 0 0 0 0,0 0 1 0 0,1-1-1 0 0,0 1 0 0 0,-1 0 1 0 0,1-1-1 0 0,-1 1 0 0 0,1-1 0 0 0,0 1 1 0 0,0-1-1 0 0,-1 0 0 0 0,1 0 1 0 0,0 1-1 0 0,-1-1 0 0 0,1 0 0 0 0,0-1 1 0 0,0 1-1 0 0,-1 0 0 0 0,1-1 1 0 0,0 1-1 0 0,-1 0 0 0 0,1-1 1 0 0,0 0-1 0 0,-1 1 0 0 0,1-1 0 0 0,1-2 1 0 0,43-22 41 0 0,-39 20-58 0 0,0 0 0 0 0,0-1-1 0 0,-1 0 1 0 0,0 0 0 0 0,0 0-1 0 0,0-1 1 0 0,-1 1 0 0 0,0-1-1 0 0,-1-1 1 0 0,1 1-1 0 0,-1-1 1 0 0,-1 1 0 0 0,1-1-1 0 0,-1 0 1 0 0,-1-1 0 0 0,0 1-1 0 0,0 0 1 0 0,0-1 0 0 0,-1 1-1 0 0,0-1 1 0 0,-1 1 0 0 0,0-1-1 0 0,0 1 1 0 0,-3-17 0 0 0,-12-57 27 0 0,13 75-26 0 0,0 0-1 0 0,0 0 1 0 0,-1 0 0 0 0,0 1-1 0 0,0-1 1 0 0,-1 1 0 0 0,0 0-1 0 0,0 0 1 0 0,-8-9 0 0 0,9 13-27 0 0,0-1 0 0 0,0 0 0 0 0,0 1 0 0 0,0 0 0 0 0,0 0 1 0 0,-1 0-1 0 0,1 0 0 0 0,-1 0 0 0 0,0 0 0 0 0,1 1 0 0 0,-1 0 1 0 0,0 0-1 0 0,0 0 0 0 0,0 0 0 0 0,0 1 0 0 0,0-1 0 0 0,-6 1 1 0 0,8 0-248 0 0,0 1 0 0 0,-1-1 1 0 0,1 1-1 0 0,0-1 0 0 0,0 1 1 0 0,-1 0-1 0 0,1 0 0 0 0,0 0 1 0 0,0 0-1 0 0,0 0 0 0 0,0 1 1 0 0,-2 1-1 0 0,2-1-523 0 0,0-1 0 0 0,0 1 0 0 0,0 1 0 0 0,1-1 0 0 0,-1 0 0 0 0,1 0 0 0 0,0 1 0 0 0,-1-1 0 0 0,1 0 0 0 0,0 1 0 0 0,0-1 0 0 0,0 4 0 0 0,-2 5-3207 0 0</inkml:trace>
</inkml:ink>
</file>

<file path=ppt/ink/ink8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6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359 101 416 0 0,'1'-4'458'0'0,"0"0"1"0"0,0 0-1 0 0,0 0 0 0 0,0 0 1 0 0,-1 0-1 0 0,1 0 0 0 0,-1 0 1 0 0,0 0-1 0 0,-1 0 0 0 0,1 0 1 0 0,-1 0-1 0 0,0 0 0 0 0,0 0 1 0 0,0 0-1 0 0,0 0 0 0 0,-1 0 1 0 0,1 1-1 0 0,-1-1 0 0 0,0 0 1 0 0,0 1-1 0 0,0 0 0 0 0,-1-1 1 0 0,1 1-1 0 0,-5-4 0 0 0,6 6 55 0 0,0 1-408 0 0,-1 0 0 0 0,1 0 0 0 0,-1 0 0 0 0,1 0 0 0 0,0 0 0 0 0,-1 1 0 0 0,1-1 0 0 0,0 0 0 0 0,-1 1 0 0 0,1 0 0 0 0,0-1 0 0 0,0 1 0 0 0,0 0 0 0 0,-1-1 0 0 0,1 1 0 0 0,0 0 0 0 0,0 0 0 0 0,-1 2 0 0 0,0-2-10 0 0,-7 9 255 0 0,1 1-1 0 0,0 0 1 0 0,1 0-1 0 0,1 1 0 0 0,0 0 1 0 0,-8 20-1 0 0,-19 82 802 0 0,17-55-601 0 0,-88 434 1659 0 0,102-481-2518 0 0,0 0 1 0 0,-2 0 0 0 0,1 0 0 0 0,-1 0 0 0 0,-6 10 0 0 0,-15 12-2919 0 0,23-32 2459 0 0,-1 0-1 0 0,0 0 0 0 0,1 0 0 0 0,-1 0 0 0 0,0 0 1 0 0,0-1-1 0 0,0 1 0 0 0,0-1 0 0 0,0 0 0 0 0,-5 1 1 0 0,-3 0-3337 0 0</inkml:trace>
</inkml:ink>
</file>

<file path=ppt/ink/ink8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6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0 232 796 0 0,'2'-7'520'0'0,"0"0"0"0"0,-1 0 0 0 0,2 0 0 0 0,-1 0 0 0 0,1 0 0 0 0,0 1 0 0 0,1-1 0 0 0,0 1 0 0 0,0 0 0 0 0,0 0 0 0 0,0 0 1 0 0,1 1-1 0 0,0-1 0 0 0,0 1 0 0 0,1 0 0 0 0,-1 1 0 0 0,13-8 0 0 0,4-1-67 0 0,1 2-1 0 0,1 0 1 0 0,44-12 0 0 0,-40 14-2801 0 0,-1-1 0 0 0,33-17 0 0 0,-40 16-424 0 0</inkml:trace>
</inkml:ink>
</file>

<file path=ppt/ink/ink8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8:57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0 204 0 0,'0'0'7864'0'0,"1"4"-7141"0"0,2 29 1190 0 0,-3-28-1876 0 0,-1-1 0 0 0,1 1-1 0 0,0-1 1 0 0,1 1 0 0 0,-1-1-1 0 0,1 1 1 0 0,0-1 0 0 0,0 1-1 0 0,0-1 1 0 0,1 0 0 0 0,-1 0-1 0 0,1 1 1 0 0,0-1 0 0 0,0 0-1 0 0,0-1 1 0 0,1 1 0 0 0,0 0-1 0 0,3 3 1 0 0,-3-6-182 0 0,1 0 0 0 0,0 0 0 0 0,0 0-1 0 0,0-1 1 0 0,0 0 0 0 0,-1 1 0 0 0,1-1 0 0 0,0-1 0 0 0,0 1-1 0 0,0 0 1 0 0,0-1 0 0 0,0 0 0 0 0,0 0 0 0 0,3-1 0 0 0,2-1 270 0 0,1 0 1 0 0,-1 0-1 0 0,0-1 1 0 0,13-7 0 0 0,-21 11 228 0 0,18 7 1191 0 0,-15 3-1023 0 0,0 0-1 0 0,-1 1 0 0 0,-1 0 1 0 0,0 0-1 0 0,0 0 1 0 0,-1 0-1 0 0,0 0 1 0 0,-1 0-1 0 0,0 0 1 0 0,-1 0-1 0 0,-3 20 1 0 0,-18 47-2198 0 0,-10-8-7386 0 0,23-56 4971 0 0</inkml:trace>
</inkml:ink>
</file>

<file path=ppt/ink/ink8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09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29 10117 0 0,'-8'1'273'0'0,"-1"-2"0"0"0,1 1 0 0 0,-1-1 0 0 0,1 0 0 0 0,0-1 0 0 0,0 0 0 0 0,-1 0 0 0 0,1-1 0 0 0,-14-7 0 0 0,20 9-221 0 0,1 1 1 0 0,0-1 0 0 0,0 0 0 0 0,0 0 0 0 0,0 1 0 0 0,0-1 0 0 0,0 1 0 0 0,-1-1 0 0 0,1 1 0 0 0,0-1-1 0 0,-1 1 1 0 0,1 0 0 0 0,0 0 0 0 0,0-1 0 0 0,-1 1 0 0 0,1 0 0 0 0,0 0 0 0 0,-1 0 0 0 0,1 1 0 0 0,0-1-1 0 0,-1 0 1 0 0,1 0 0 0 0,0 1 0 0 0,-1-1 0 0 0,1 1 0 0 0,0-1 0 0 0,-1 1 0 0 0,-1 2-23 0 0,1-1 1 0 0,0 0 0 0 0,0 1 0 0 0,0-1-1 0 0,0 1 1 0 0,1 0 0 0 0,-1-1-1 0 0,-1 6 1 0 0,-1-1-36 0 0,4-6 78 0 0,1 6-1984 0 0,8 9-3531 0 0</inkml:trace>
</inkml:ink>
</file>

<file path=ppt/ink/ink8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09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59 260 0 0,'0'0'1744'0'0,"14"-7"-260"0"0,-3 0-836 0 0,-4 4-68 0 0,2-3 389 0 0,10 0-681 0 0,-5 2-140 0 0,-4 1-152 0 0,8-2-200 0 0,-1 0-180 0 0,-1 0-541 0 0,0 0-999 0 0,-2 2 448 0 0</inkml:trace>
</inkml:ink>
</file>

<file path=ppt/ink/ink8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09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0 142 468 0 0,'6'-1'819'0'0,"-1"0"1"0"0,1 0-1 0 0,0 0 0 0 0,-1-1 1 0 0,1 0-1 0 0,-1 0 0 0 0,0 0 1 0 0,0-1-1 0 0,6-3 0 0 0,33-13-128 0 0,177-25-6791 0 0,-177 39 4268 0 0</inkml:trace>
  <inkml:trace contextRef="#ctx0" brushRef="#br0" timeOffset="1">609 33 976 0 0,'217'1'4314'0'0,"-163"-8"-840"0"0,0-10-8108 0 0,-53 17 4351 0 0,23-9-1880 0 0</inkml:trace>
</inkml:ink>
</file>

<file path=ppt/ink/ink8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0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152 271 252 0 0,'-36'4'2880'0'0,"12"-2"-68"0"0,0 1 1 0 0,-43 11 2816 0 0,73-13-5334 0 0,56-1 150 0 0,-1-3-1 0 0,0-2 1 0 0,65-14-1 0 0,-46 7-233 0 0,-40 6-129 0 0,580-102 929 0 0,-592 103-974 0 0,-19 3-27 0 0,1 1-1 0 0,0-1 1 0 0,-1-1 0 0 0,0 0 0 0 0,1 0 0 0 0,-1 0-1 0 0,0-1 1 0 0,-1-1 0 0 0,1 0 0 0 0,9-6 0 0 0,-17 10-11 0 0,0 0 0 0 0,0-1 0 0 0,-1 1 0 0 0,1 0 0 0 0,0 0 0 0 0,-1 0 0 0 0,1 0 1 0 0,0-1-1 0 0,-1 1 0 0 0,1 0 0 0 0,-1 0 0 0 0,0-1 0 0 0,1 1 0 0 0,-1-1 0 0 0,0 1 1 0 0,0 0-1 0 0,0-1 0 0 0,0 1 0 0 0,0 0 0 0 0,0-1 0 0 0,0 1 0 0 0,-1 0 0 0 0,1-1 1 0 0,0 1-1 0 0,-1 0 0 0 0,1-1 0 0 0,-1 1 0 0 0,1 0 0 0 0,-1 0 0 0 0,0-1 0 0 0,1 1 1 0 0,-1 0-1 0 0,0 0 0 0 0,0 0 0 0 0,0 0 0 0 0,0 0 0 0 0,0 0 0 0 0,0 0 0 0 0,0 0 1 0 0,0 1-1 0 0,-2-2 0 0 0,-7-6-19 0 0,-1 1 0 0 0,0 1 0 0 0,-18-9 0 0 0,15 8 19 0 0,13 6 16 0 0,0 1-15 0 0,1 1 0 0 0,0-1 0 0 0,-1 0 0 0 0,1 1 0 0 0,-1-1 0 0 0,1 1-1 0 0,0-1 1 0 0,-1 1 0 0 0,1-1 0 0 0,0 1 0 0 0,-1-1 0 0 0,1 1 0 0 0,0-1 0 0 0,0 1 0 0 0,0-1 0 0 0,0 1 0 0 0,-1-1 0 0 0,1 1 0 0 0,0-1 0 0 0,0 1 0 0 0,0-1-1 0 0,0 1 1 0 0,0-1 0 0 0,0 1 0 0 0,0 0 0 0 0,0-1 0 0 0,0 1 0 0 0,1-1 0 0 0,-1 1 0 0 0,0-1 0 0 0,0 1 0 0 0,1 0 0 0 0,5 22 1 0 0,-6-22-8 0 0,2 3-33 0 0,-1 0 1 0 0,1 0-1 0 0,-1-1 1 0 0,0 1-1 0 0,0 0 1 0 0,0 0-1 0 0,-1 0 1 0 0,1 0-1 0 0,-1 0 1 0 0,0 0-1 0 0,0 1 1 0 0,-1-1-1 0 0,1 0 1 0 0,-1 0-1 0 0,0 0 1 0 0,0 0-1 0 0,0-1 1 0 0,0 1-1 0 0,-1 0 1 0 0,0 0-1 0 0,1-1 0 0 0,-4 5 1 0 0,-25 23-2898 0 0,-8-8-4447 0 0,25-17 3689 0 0</inkml:trace>
</inkml:ink>
</file>

<file path=ppt/ink/ink8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4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380 95 72 0 0,'-10'-28'3069'0'0,"9"22"-2527"0"0,-1 1-1 0 0,0-1 1 0 0,0 1 0 0 0,0 0-1 0 0,-1 0 1 0 0,0 0 0 0 0,0 0 0 0 0,0 0-1 0 0,0 0 1 0 0,-1 1 0 0 0,-4-4 0 0 0,6 7-463 0 0,0 1 0 0 0,-1-1 0 0 0,1 1 0 0 0,0 0 0 0 0,-1 0 1 0 0,1 0-1 0 0,0 0 0 0 0,-1 0 0 0 0,1 1 0 0 0,0-1 1 0 0,-1 1-1 0 0,1-1 0 0 0,0 1 0 0 0,0 0 0 0 0,0 0 1 0 0,0 0-1 0 0,-3 2 0 0 0,3-3-95 0 0,-12 8 224 0 0,-1 0 0 0 0,1 1 0 0 0,0 0-1 0 0,1 1 1 0 0,0 0 0 0 0,-16 18 0 0 0,-60 76 900 0 0,78-89-961 0 0,0 0-1 0 0,1 0 1 0 0,0 1 0 0 0,1 1-1 0 0,1-1 1 0 0,1 1 0 0 0,-10 34-1 0 0,16-46-120 0 0,0-1 0 0 0,0 1 0 0 0,0 0 0 0 0,1-1-1 0 0,-1 1 1 0 0,1 0 0 0 0,0 0 0 0 0,1 0-1 0 0,-1-1 1 0 0,1 1 0 0 0,0 0 0 0 0,0-1-1 0 0,1 1 1 0 0,-1-1 0 0 0,1 1 0 0 0,0-1 0 0 0,0 0-1 0 0,1 1 1 0 0,-1-1 0 0 0,1 0 0 0 0,0-1-1 0 0,0 1 1 0 0,0 0 0 0 0,1-1 0 0 0,-1 0-1 0 0,1 0 1 0 0,-1 0 0 0 0,1 0 0 0 0,0 0 0 0 0,0-1-1 0 0,1 0 1 0 0,-1 1 0 0 0,0-2 0 0 0,9 4-1 0 0,1-1 1 0 0,1-1 0 0 0,-1 0 0 0 0,1-1 0 0 0,-1 0-1 0 0,1-1 1 0 0,-1-1 0 0 0,1 0 0 0 0,0-1-1 0 0,-1 0 1 0 0,1-1 0 0 0,15-5 0 0 0,-13 2-49 0 0,0 0 0 0 0,0 0 0 0 0,-1-2 0 0 0,0 0 0 0 0,0-1 0 0 0,-1-1 0 0 0,0 0-1 0 0,27-22 1 0 0,-41 30-14 0 0,6 1-45 0 0,-2 2-72 0 0,4 6 133 0 0,-6-6 14 0 0,0 0 1 0 0,0 0-1 0 0,1 0 0 0 0,-1 0 0 0 0,1-1 0 0 0,-1 1 0 0 0,1-1 0 0 0,0 0 0 0 0,0 0 0 0 0,-1-1 0 0 0,1 1 0 0 0,0-1 0 0 0,0 1 0 0 0,0-1 0 0 0,0-1 0 0 0,6 0 0 0 0,56-14 7 0 0,-66 15 0 0 0,2-1-1 0 0,-1 1 16 0 0,1 0 0 0 0,0 0-1 0 0,-1-1 1 0 0,0 1 0 0 0,1-1-1 0 0,-1 1 1 0 0,1-1 0 0 0,-1 0-1 0 0,0 0 1 0 0,1 1 0 0 0,-1-1-1 0 0,0 0 1 0 0,0 0 0 0 0,1 0-1 0 0,-1-1 1 0 0,0 1 0 0 0,0 0-1 0 0,0 0 1 0 0,-1 0-1 0 0,1-1 1 0 0,0 1 0 0 0,0 0-1 0 0,0-2 1 0 0,-1 1 58 0 0,-23-26 129 0 0,15 24-236 0 0,-1-1 1 0 0,1 2-1 0 0,-1-1 1 0 0,0 1-1 0 0,0 1 1 0 0,0 0-1 0 0,-1 0 1 0 0,-17-1-1 0 0,16 2-429 0 0,9 1-62 0 0,-6 3 120 0 0,2-1-1661 0 0</inkml:trace>
</inkml:ink>
</file>

<file path=ppt/ink/ink8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4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0 696 0 0,'6'40'4822'0'0,"-6"-34"-4197"0"0,1 0 0 0 0,0 1 0 0 0,0-1 0 0 0,0 0 0 0 0,1 0 0 0 0,3 8 0 0 0,-5-13-283 0 0,1 0-299 0 0,-1-1-1 0 0,0 0 1 0 0,0 1 0 0 0,0-1-1 0 0,0 0 1 0 0,0 0 0 0 0,0 1-1 0 0,1-1 1 0 0,-1 0 0 0 0,0 0-1 0 0,0 1 1 0 0,0-1 0 0 0,1 0 0 0 0,-1 0-1 0 0,0 1 1 0 0,0-1 0 0 0,1 0-1 0 0,-1 0 1 0 0,0 0 0 0 0,1 0-1 0 0,-1 1 1 0 0,0-1 0 0 0,0 0-1 0 0,1 0 1 0 0,-1 0 0 0 0,0 0-1 0 0,1 0 1 0 0,-1 0 0 0 0,0 0 0 0 0,1 0-1 0 0,-1 0 1 0 0,0 0 0 0 0,1 0-1 0 0,-1 0 1 0 0,0 0 0 0 0,1 0-1 0 0,-1 0 1 0 0,0 0 0 0 0,1 0-1 0 0,-1 0 1 0 0,0-1 0 0 0,0 1-1 0 0,1 0 1 0 0,-1 0 0 0 0,0 0 0 0 0,0-1-1 0 0,1 1 1 0 0,-1 0 0 0 0,0 0-1 0 0,0 0 1 0 0,1-1 0 0 0,-1 1-1 0 0,0 0 1 0 0,0-1 0 0 0,17-13 18 0 0,16-30 614 0 0,-18 27-449 0 0,-14 16-153 0 0,1-2-35 0 0,-2 3-38 0 0,0 0 1 0 0,0 0 0 0 0,0 0-1 0 0,1-1 1 0 0,-1 1-1 0 0,0 0 1 0 0,0 0-1 0 0,0 0 1 0 0,0-1-1 0 0,0 1 1 0 0,0 0 0 0 0,0 0-1 0 0,1 0 1 0 0,-1 0-1 0 0,0 0 1 0 0,0-1-1 0 0,0 1 1 0 0,0 0-1 0 0,1 0 1 0 0,-1 0 0 0 0,0 0-1 0 0,0 0 1 0 0,0 0-1 0 0,0 0 1 0 0,1 0-1 0 0,-1 0 1 0 0,0 0-1 0 0,0 0 1 0 0,0 0 0 0 0,1-1-1 0 0,-1 1 1 0 0,0 0-1 0 0,0 1 1 0 0,0-1-1 0 0,1 0 1 0 0,-1 0-1 0 0,0 0 1 0 0,0 0 0 0 0,0 0-1 0 0,1 0 1 0 0,-1 0-1 0 0,0 0 1 0 0,0 0-1 0 0,0 0 1 0 0,0 0-1 0 0,1 1 1 0 0,5 3-478 0 0,0 0-1 0 0,0 0 1 0 0,0 1-1 0 0,-1 0 1 0 0,9 10 0 0 0,-7-10-481 0 0,0-4-4372 0 0,3 4 2780 0 0</inkml:trace>
</inkml:ink>
</file>

<file path=ppt/ink/ink8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5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41 256 0 0,'-8'-40'6163'0'0,"1"59"-1196"0"0,-22 89-3606 0 0,23-80-1064 0 0,1 1-1 0 0,1 0 1 0 0,0 48-1 0 0,4-68-235 0 0,0 1 1 0 0,1 0-1 0 0,0-1 1 0 0,0 1-1 0 0,1-1 1 0 0,1 1-1 0 0,-1-1 1 0 0,1 0-1 0 0,1 0 0 0 0,0 0 1 0 0,0 0-1 0 0,1 0 1 0 0,0-1-1 0 0,11 14 1 0 0,-13-20-53 0 0,-1 1 1 0 0,1-1-1 0 0,-1 0 1 0 0,1 0-1 0 0,0 0 1 0 0,0-1-1 0 0,0 1 1 0 0,0-1-1 0 0,0 1 1 0 0,1-1-1 0 0,-1 0 1 0 0,0 0-1 0 0,0-1 1 0 0,1 1-1 0 0,-1-1 1 0 0,0 1 0 0 0,1-1-1 0 0,-1 0 1 0 0,1 0-1 0 0,-1-1 1 0 0,0 1-1 0 0,1-1 1 0 0,-1 1-1 0 0,0-1 1 0 0,1 0-1 0 0,-1 0 1 0 0,0-1-1 0 0,0 1 1 0 0,0-1-1 0 0,4-2 1 0 0,-1 1 17 0 0,0-1 1 0 0,0-1 0 0 0,-1 1-1 0 0,1-1 1 0 0,-1 0 0 0 0,0 0-1 0 0,0 0 1 0 0,-1-1 0 0 0,1 1-1 0 0,-1-1 1 0 0,-1 0 0 0 0,7-12-1 0 0,-10 16 250 0 0,-2 3-275 0 0,0 1-1 0 0,0-1 0 0 0,0 1 1 0 0,1 0-1 0 0,-1-1 1 0 0,0 1-1 0 0,1 0 0 0 0,-1 0 1 0 0,-2 4-1 0 0,4-4 0 0 0,-1 0 1 0 0,0-1-1 0 0,1 1 0 0 0,-1 0 0 0 0,1 0 1 0 0,0-1-1 0 0,0 1 0 0 0,-1 0 0 0 0,1 0 1 0 0,0-1-1 0 0,1 1 0 0 0,-1 0 0 0 0,0 0 1 0 0,0-1-1 0 0,1 1 0 0 0,-1 0 0 0 0,1-1 0 0 0,-1 1 1 0 0,1 0-1 0 0,0-1 0 0 0,1 4 0 0 0,0-4-8 0 0,-1 1 0 0 0,1 0 0 0 0,-1-1 0 0 0,1 1 0 0 0,-1-1 0 0 0,1 0 0 0 0,0 1 0 0 0,0-1 0 0 0,0 0 0 0 0,0 0 0 0 0,0 0 0 0 0,0 0 0 0 0,0 0 0 0 0,0-1 0 0 0,0 1-1 0 0,0-1 1 0 0,0 1 0 0 0,0-1 0 0 0,1 0 0 0 0,-1 0 0 0 0,0 0 0 0 0,0 0 0 0 0,0 0 0 0 0,1 0 0 0 0,-1-1 0 0 0,0 1 0 0 0,0-1 0 0 0,3-1 0 0 0,8-2-74 0 0,0-1-1 0 0,-1-1 1 0 0,21-12 0 0 0,6-2-38 0 0,-37 19 97 0 0,8 2 13 0 0,1 0-1 0 0,-1 1 0 0 0,0 0 0 0 0,0 0 0 0 0,12 5 0 0 0,-14-4-130 0 0,0-1 0 0 0,0 1 0 0 0,0-1 0 0 0,0-1 0 0 0,1 1-1 0 0,-1-1 1 0 0,0-1 0 0 0,1 0 0 0 0,-1 0 0 0 0,1-1 0 0 0,14-2 0 0 0,-17 1 64 0 0,0 1 1 0 0,0-1-1 0 0,0-1 1 0 0,0 1 0 0 0,0-1-1 0 0,-1 0 1 0 0,1 0-1 0 0,-1-1 1 0 0,0 1 0 0 0,0-1-1 0 0,7-7 1 0 0,-11 9 119 0 0,-1 1-17 0 0,0 1-1 0 0,0-1 0 0 0,0 0 1 0 0,0 0-1 0 0,0 0 0 0 0,0 0 1 0 0,0 0-1 0 0,0 0 0 0 0,0 1 1 0 0,-1-1-1 0 0,1 0 0 0 0,0 0 0 0 0,-1 0 1 0 0,1 0-1 0 0,-1 1 0 0 0,1-1 1 0 0,0 0-1 0 0,-1 0 0 0 0,0 1 1 0 0,1-1-1 0 0,-1 0 0 0 0,1 1 1 0 0,-1-1-1 0 0,0 1 0 0 0,0-1 0 0 0,1 1 1 0 0,-1-1-1 0 0,0 1 0 0 0,0-1 1 0 0,0 1-1 0 0,-2-1 24 0 0,1 1 1 0 0,0 0-1 0 0,0 0 1 0 0,-1 0-1 0 0,1 0 1 0 0,0 0-1 0 0,0 0 0 0 0,-1 1 1 0 0,1-1-1 0 0,0 1 1 0 0,-4 1-1 0 0,-3 2 57 0 0,1 0 1 0 0,0 0-1 0 0,0 0 0 0 0,1 1 0 0 0,-13 10 1 0 0,16-11-174 0 0,1 0 0 0 0,-1 0 0 0 0,1 1 0 0 0,-1-1-1 0 0,1 1 1 0 0,1 0 0 0 0,-4 5 0 0 0,-1 21-3855 0 0,15-24-1108 0 0</inkml:trace>
</inkml:ink>
</file>

<file path=ppt/ink/ink8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6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 1060 0 0,'15'-13'4334'0'0,"-7"13"639"0"0,-5 11-1556 0 0,-3 9-3768 0 0,13 126 4194 0 0,-11-115-3749 0 0,-2-23-663 0 0,1 0-1 0 0,-1 0 1 0 0,0 0 0 0 0,0 0-1 0 0,-1 0 1 0 0,-1 0 0 0 0,1 0-1 0 0,-4 12 1 0 0,4-19-358 0 0</inkml:trace>
</inkml:ink>
</file>

<file path=ppt/ink/ink8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6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590 242 3892 0 0,'98'-80'2372'0'0,"-45"34"-1061"0"0,-43 33-2049 0 0,-6 7-2889 0 0</inkml:trace>
  <inkml:trace contextRef="#ctx0" brushRef="#br0" timeOffset="1">57 56 560 0 0,'-16'-4'932'0'0,"2"1"-4"0"0,2 1 904 0 0,-3-1 1869 0 0,39-16-3477 0 0,-6 15-212 0 0,1 3-184 0 0,8-4-244 0 0,4 1-228 0 0,-7 2-520 0 0,6-3-1253 0 0,-2 1 557 0 0</inkml:trace>
</inkml:ink>
</file>

<file path=ppt/ink/ink8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6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1 180 0 0,'0'0'6175'0'0,"-9"16"-1929"0"0,-3-1-2040 0 0,1 1 1 0 0,-15 29-1 0 0,-8 12-1016 0 0,-7 6-3429 0 0,29-41-909 0 0,2 0-3323 0 0</inkml:trace>
</inkml:ink>
</file>

<file path=ppt/ink/ink8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7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 1132 0 0,'0'0'11403'0'0,"-2"5"-11015"0"0,-9 22 158 0 0,12-26-564 0 0,0 0 0 0 0,0 0-1 0 0,0 1 1 0 0,0-1 0 0 0,0 0-1 0 0,0 0 1 0 0,0 0 0 0 0,0 0 0 0 0,0 0-1 0 0,0 0 1 0 0,1 0 0 0 0,-1 0-1 0 0,0-1 1 0 0,1 1 0 0 0,-1 0 0 0 0,0-1-1 0 0,1 1 1 0 0,-1-1 0 0 0,1 0-1 0 0,-1 1 1 0 0,1-1 0 0 0,-1 0 0 0 0,1 0-1 0 0,-1 0 1 0 0,1 0 0 0 0,0 0-1 0 0,-1 0 1 0 0,3-1 0 0 0,46-14-688 0 0,-30 7 1013 0 0,-18 8-112 0 0,4 0 403 0 0,-6 0-559 0 0,0 0 1 0 0,1 0 0 0 0,-1 0-1 0 0,0 0 1 0 0,1 0 0 0 0,-1 0-1 0 0,1-1 1 0 0,-1 1 0 0 0,0 0-1 0 0,1 1 1 0 0,-1-1 0 0 0,0 0-1 0 0,1 0 1 0 0,-1 0 0 0 0,1 0-1 0 0,-1 0 1 0 0,0 0 0 0 0,1 0 0 0 0,-1 0-1 0 0,0 1 1 0 0,1-1 0 0 0,-1 0-1 0 0,0 0 1 0 0,0 1 0 0 0,1-1-1 0 0,-1 0 1 0 0,0 0 0 0 0,1 1-1 0 0,-1-1 1 0 0,0 0 0 0 0,0 1-1 0 0,0-1 1 0 0,1 0 0 0 0,-1 1-1 0 0,0-1 1 0 0,0 0 0 0 0,0 1-1 0 0,0-1 1 0 0,0 0 0 0 0,0 1-1 0 0,0-1 1 0 0,0 0 0 0 0,0 1 0 0 0,0-1-1 0 0,0 1 1 0 0,0-1 0 0 0,0 0-1 0 0,0 1 1 0 0,0-1 0 0 0,0 0-1 0 0,0 1 1 0 0,0-1 0 0 0,0 0-1 0 0,0 1 1 0 0,-1-1 0 0 0,1 0-1 0 0,0 1 1 0 0,0-1 0 0 0,0 0-1 0 0,-1 1 1 0 0,1-1 0 0 0,0 0-1 0 0,0 0 1 0 0,-1 1 0 0 0,1-1-1 0 0,0 0 1 0 0,-1 1 0 0 0,-1 2-70 0 0,-44 71-160 0 0,27-50-2809 0 0,-4-2-3340 0 0,12-12 2698 0 0</inkml:trace>
</inkml:ink>
</file>

<file path=ppt/ink/ink8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19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308 360 460 0 0,'3'-8'1332'0'0,"-3"3"2518"0"0,0 2-3546 0 0,-1 0 1 0 0,1 0-1 0 0,-1 0 0 0 0,1 1 1 0 0,-1-1-1 0 0,0 0 1 0 0,0 0-1 0 0,0 1 0 0 0,-1-1 1 0 0,1 1-1 0 0,-1-1 0 0 0,1 1 1 0 0,-1 0-1 0 0,0-1 1 0 0,0 1-1 0 0,0 0 0 0 0,0 0 1 0 0,-3-2-1 0 0,3 3-217 0 0,-1 0 0 0 0,0 0-1 0 0,0 0 1 0 0,0 1 0 0 0,0-1-1 0 0,0 1 1 0 0,1 0 0 0 0,-1 0 0 0 0,0 0-1 0 0,0 0 1 0 0,0 0 0 0 0,0 0-1 0 0,0 1 1 0 0,0 0 0 0 0,0-1-1 0 0,0 1 1 0 0,1 0 0 0 0,-5 2 0 0 0,-11 6 136 0 0,1 1 1 0 0,0 0 0 0 0,0 2 0 0 0,2 0-1 0 0,-1 0 1 0 0,1 1 0 0 0,1 1 0 0 0,0 1-1 0 0,-20 28 1 0 0,27-33-102 0 0,0 1 0 0 0,1 0 0 0 0,0 0-1 0 0,1 0 1 0 0,-7 20 0 0 0,11-27-88 0 0,0 0 0 0 0,0 0 0 0 0,0 0 0 0 0,1 1 0 0 0,-1-1 0 0 0,1 0 1 0 0,0 0-1 0 0,0 0 0 0 0,0 1 0 0 0,1-1 0 0 0,0 0 0 0 0,-1 0 0 0 0,2 0 0 0 0,-1 0 0 0 0,0 0 0 0 0,1 0 0 0 0,0 0 0 0 0,-1-1 0 0 0,6 7 0 0 0,-6-8-28 0 0,1-1-1 0 0,0 1 1 0 0,0-1 0 0 0,0 1-1 0 0,0-1 1 0 0,0 0 0 0 0,0 0-1 0 0,0 0 1 0 0,0 0 0 0 0,1 0-1 0 0,-1-1 1 0 0,0 1 0 0 0,1-1-1 0 0,-1 1 1 0 0,0-1 0 0 0,1 0-1 0 0,-1 0 1 0 0,0 0-1 0 0,1 0 1 0 0,-1-1 0 0 0,0 1-1 0 0,1 0 1 0 0,-1-1 0 0 0,0 0-1 0 0,0 1 1 0 0,1-1 0 0 0,-1 0-1 0 0,3-2 1 0 0,8-3-59 0 0,0 0 0 0 0,-1-1 0 0 0,13-10-1 0 0,-24 17 50 0 0,23-19-107 0 0,-1 0 0 0 0,22-25 1 0 0,-9 10-18 0 0,-36 33 126 0 0,0 1 1 0 0,0-1 0 0 0,1 1-1 0 0,-1-1 1 0 0,0 1 0 0 0,0 0-1 0 0,1-1 1 0 0,-1 1 0 0 0,0-1-1 0 0,1 1 1 0 0,-1 0 0 0 0,0-1-1 0 0,1 1 1 0 0,-1 0 0 0 0,0 0-1 0 0,1-1 1 0 0,-1 1 0 0 0,1 0-1 0 0,-1 0 1 0 0,1-1 0 0 0,-1 1-1 0 0,1 0 1 0 0,-1 0 0 0 0,1 0-1 0 0,-1 0 1 0 0,1 0 0 0 0,-1 0-1 0 0,1 0 1 0 0,-1 0 0 0 0,1 0-1 0 0,-1 0 1 0 0,0 0 0 0 0,1 0-1 0 0,-1 0 1 0 0,1 0 0 0 0,-1 0-1 0 0,1 1 1 0 0,-1-1 0 0 0,1 0-1 0 0,0 0 1 0 0,-1 20-94 0 0,0-7 112 0 0,0-9-17 0 0,0 1-1 0 0,1-1 1 0 0,0 1-1 0 0,0-1 1 0 0,0 0 0 0 0,0 0-1 0 0,1 0 1 0 0,-1 1-1 0 0,1-1 1 0 0,0-1-1 0 0,0 1 1 0 0,1 0 0 0 0,-1 0-1 0 0,1-1 1 0 0,0 0-1 0 0,4 5 1 0 0,-5-7 1 0 0,0 1 0 0 0,0 0 1 0 0,0-1-1 0 0,1 0 0 0 0,-1 1 1 0 0,0-1-1 0 0,1 0 0 0 0,-1 0 0 0 0,1-1 1 0 0,-1 1-1 0 0,1 0 0 0 0,0-1 1 0 0,-1 0-1 0 0,1 0 0 0 0,0 1 0 0 0,-1-1 1 0 0,1-1-1 0 0,-1 1 0 0 0,1 0 1 0 0,0-1-1 0 0,-1 1 0 0 0,1-1 0 0 0,-1 0 1 0 0,1 0-1 0 0,-1 0 0 0 0,1 0 1 0 0,2-2-1 0 0,20-12-67 0 0,-1-1 0 0 0,-1-2 0 0 0,42-39 0 0 0,-15 12-22 0 0,-43 38 47 0 0,19-12-91 0 0,-22 20 126 0 0,0 0 1 0 0,0 0-1 0 0,0 0 0 0 0,0 0 0 0 0,0 1 0 0 0,0 0 1 0 0,0 0-1 0 0,0 0 0 0 0,-1 0 0 0 0,1 1 0 0 0,-1-1 1 0 0,1 1-1 0 0,4 5 0 0 0,-4-4-5 0 0,0 0 0 0 0,1 0 0 0 0,-1-1 0 0 0,1 0 0 0 0,0 0 0 0 0,0 0 1 0 0,0-1-1 0 0,10 4 0 0 0,-7-4-36 0 0,1-1 0 0 0,-1 0 1 0 0,1 0-1 0 0,-1-1 0 0 0,1 0 0 0 0,0 0 1 0 0,-1-1-1 0 0,1 0 0 0 0,-1-1 0 0 0,1 0 1 0 0,-1 0-1 0 0,0-1 0 0 0,0 0 0 0 0,0 0 1 0 0,0-1-1 0 0,11-7 0 0 0,-10 4 26 0 0,0 0-1 0 0,0-1 1 0 0,0 1 0 0 0,-1-2-1 0 0,0 1 1 0 0,-1-1 0 0 0,0 0-1 0 0,0-1 1 0 0,-1 0 0 0 0,0 0-1 0 0,8-21 1 0 0,-5 9 43 0 0,-1 0 0 0 0,-2-1 0 0 0,0 0 0 0 0,-1 0 0 0 0,-1-1 0 0 0,-1 1 1 0 0,-2-1-1 0 0,-1-26 0 0 0,-6-28 613 0 0,6 76-360 0 0,-5 7-156 0 0,-1 4-65 0 0,0 0 0 0 0,0 1 0 0 0,1 0 0 0 0,0-1 0 0 0,0 2 0 0 0,1-1 0 0 0,1 0 0 0 0,0 1 0 0 0,0 0 0 0 0,1-1 0 0 0,0 1 0 0 0,1 0 0 0 0,1 0 0 0 0,-1 0 0 0 0,2 0 0 0 0,-1 0 0 0 0,2 0 0 0 0,-1 0 0 0 0,2 0 0 0 0,-1-1 0 0 0,1 1 0 0 0,1-1 0 0 0,0 1 0 0 0,0-1 0 0 0,9 13 0 0 0,-2-4 67 0 0,1-1-1 0 0,0-1 0 0 0,2 0 1 0 0,0-1-1 0 0,1 0 1 0 0,24 19-1 0 0,-39-34 59 0 0,3-1 104 0 0,-3 0-524 0 0,0 0 0 0 0,1 1 1 0 0,-1-1-1 0 0,1 0 0 0 0,-1 0 1 0 0,0 0-1 0 0,1 0 1 0 0,-1 0-1 0 0,0 0 0 0 0,1 0 1 0 0,-1 0-1 0 0,0 0 0 0 0,1 0 1 0 0,-1 0-1 0 0,1 0 1 0 0,-1 0-1 0 0,0 0 0 0 0,1 0 1 0 0,-1 0-1 0 0,0 0 0 0 0,1-1 1 0 0,-1 1-1 0 0,0 0 1 0 0,1 0-1 0 0,-1 0 0 0 0,0-1 1 0 0,1 1-1 0 0,-1 0 0 0 0,1-1-721 0 0,-1 1 721 0 0,0-1 1 0 0,1 1-1 0 0,-1 0 0 0 0,0-1 1 0 0,0 1-1 0 0,0 0 1 0 0,0-1-1 0 0,0 1 0 0 0,0-1 1 0 0,1 1-1 0 0,-1 0 0 0 0,0-1 1 0 0,0 1-1 0 0,0 0 1 0 0,0-1-1 0 0,0 0 0 0 0,0-3 788 0 0</inkml:trace>
</inkml:ink>
</file>

<file path=ppt/ink/ink8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2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313 294 848 0 0,'0'-14'2912'0'0,"0"-5"-1372"0"0,0 5-383 0 0,3 0-793 0 0,1 5-572 0 0,2-1-1333 0 0,-4 0-2207 0 0</inkml:trace>
  <inkml:trace contextRef="#ctx0" brushRef="#br0" timeOffset="1">9 70 936 0 0,'-9'-9'3284'0'0,"17"-9"-1559"0"0,5 6-993 0 0,1 7-80 0 0,2 2-112 0 0,2-3-112 0 0,-3 2-132 0 0,10 1-160 0 0,0 1-160 0 0,2 1-156 0 0,4-1-172 0 0,-1 2-188 0 0,1-2-732 0 0,0 2-1381 0 0,7-3 609 0 0</inkml:trace>
</inkml:ink>
</file>

<file path=ppt/ink/ink8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20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30 720 0 0,'-74'-30'7637'0'0,"73"31"-7572"0"0,0 0-1 0 0,0-1 1 0 0,0 1-1 0 0,0 0 1 0 0,0-1-1 0 0,0 1 1 0 0,0 0-1 0 0,1 0 0 0 0,-1 0 1 0 0,0 0-1 0 0,1 0 1 0 0,-1 0-1 0 0,0 0 1 0 0,1 0-1 0 0,-1 0 1 0 0,1 0-1 0 0,0 0 0 0 0,-1 1 1 0 0,1-1-1 0 0,0 0 1 0 0,0 0-1 0 0,0 0 1 0 0,0 0-1 0 0,0 1 1 0 0,0-1-1 0 0,0 1 1 0 0,3 37 926 0 0,-2-33-810 0 0,24 165 2313 0 0,6 90-476 0 0,-33 14-432 0 0,2-272-1510 0 0,79-119-253 0 0,-71 106 164 0 0,0 0-1 0 0,0 1 1 0 0,1 0 0 0 0,0 0 0 0 0,0 1 0 0 0,1 0-1 0 0,0 1 1 0 0,1 0 0 0 0,0 1 0 0 0,14-7 0 0 0,-24 12 13 0 0,0 1 1 0 0,0-1 0 0 0,0 1 0 0 0,0-1 0 0 0,1 1 0 0 0,-1 0 0 0 0,0 0 0 0 0,1-1-1 0 0,-1 1 1 0 0,0 0 0 0 0,0 0 0 0 0,1 0 0 0 0,-1 0 0 0 0,0 0 0 0 0,1 1 0 0 0,-1-1 0 0 0,0 0-1 0 0,0 1 1 0 0,1-1 0 0 0,-1 1 0 0 0,0-1 0 0 0,0 1 0 0 0,0-1 0 0 0,0 1 0 0 0,0 0-1 0 0,0-1 1 0 0,0 1 0 0 0,0 0 0 0 0,0 0 0 0 0,0 0 0 0 0,0 0 0 0 0,0 0 0 0 0,0 0-1 0 0,-1 0 1 0 0,1 0 0 0 0,0 0 0 0 0,-1 1 0 0 0,1-1 0 0 0,-1 0 0 0 0,1 0 0 0 0,-1 2-1 0 0,1 2-508 0 0,0-1-1 0 0,0 0 1 0 0,-1 0-1 0 0,0 1 0 0 0,0-1 1 0 0,0 0-1 0 0,0 0 1 0 0,-1 1-1 0 0,0-1 0 0 0,-2 7 1 0 0</inkml:trace>
</inkml:ink>
</file>

<file path=ppt/ink/ink8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20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2 105 456 0 0,'0'-14'1828'0'0,"-1"-3"-160"0"0,1 0-272 0 0,0-1-287 0 0,1 4-369 0 0,-1 2-592 0 0,6 2-804 0 0,5 7-3073 0 0</inkml:trace>
</inkml:ink>
</file>

<file path=ppt/ink/ink8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21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9 92 0 0,'1'-9'8401'0'0,"-4"11"-8222"0"0,0 0 0 0 0,1 0 0 0 0,-1 0 0 0 0,1 1 0 0 0,-1-1 0 0 0,1 1 0 0 0,0-1 0 0 0,0 1 0 0 0,0 0 0 0 0,0 0 0 0 0,-2 3 0 0 0,4-4-112 0 0,-1-1 0 0 0,1 1 0 0 0,-1-1 0 0 0,1 1-1 0 0,-1-1 1 0 0,1 0 0 0 0,0 1 0 0 0,0 0 0 0 0,0-1 0 0 0,0 1-1 0 0,0-1 1 0 0,0 1 0 0 0,0-1 0 0 0,0 1 0 0 0,0-1-1 0 0,1 1 1 0 0,-1-1 0 0 0,1 1 0 0 0,-1-1 0 0 0,1 0 0 0 0,0 1-1 0 0,-1-1 1 0 0,1 0 0 0 0,0 1 0 0 0,0-1 0 0 0,0 0-1 0 0,0 0 1 0 0,0 0 0 0 0,0 0 0 0 0,0 0 0 0 0,0 0 0 0 0,1 0-1 0 0,1 2 1 0 0,2-1 22 0 0,-1 0-1 0 0,1 0 0 0 0,0 0 1 0 0,0 0-1 0 0,0-1 0 0 0,0 1 1 0 0,0-1-1 0 0,0-1 0 0 0,1 1 1 0 0,-1-1-1 0 0,0 0 0 0 0,0 0 1 0 0,0 0-1 0 0,7-2 0 0 0,2 0 30 0 0,-1-1 0 0 0,0 0 0 0 0,0-1 0 0 0,14-7 0 0 0,-8-6-351 0 0</inkml:trace>
</inkml:ink>
</file>

<file path=ppt/ink/ink8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21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0 190 628 0 0,'3'-2'573'0'0,"0"-1"0"0"0,1 0-1 0 0,-1 1 1 0 0,1 0 0 0 0,-1-1-1 0 0,1 1 1 0 0,0 1 0 0 0,6-3 0 0 0,1 1-66 0 0,0 0 0 0 0,0 1 0 0 0,20-1 0 0 0,9-2 63 0 0,17-1 253 0 0,-56 5-665 0 0,1 1 42 0 0,-1 0-131 0 0,1-1-1 0 0,-1 1 0 0 0,1 0 1 0 0,-1-1-1 0 0,0 1 0 0 0,1-1 1 0 0,-1 1-1 0 0,0-1 0 0 0,1 0 1 0 0,-1 1-1 0 0,0-1 0 0 0,0 0 1 0 0,0 0-1 0 0,1 0 0 0 0,-1 0 1 0 0,0 0-1 0 0,1-2 0 0 0,-2-1 173 0 0,1 0 0 0 0,-1-1 0 0 0,0 1 0 0 0,0-1 0 0 0,0 1 0 0 0,-1 0 0 0 0,0-1-1 0 0,0 1 1 0 0,0 0 0 0 0,0 0 0 0 0,-3-8 0 0 0,-24-49 3374 0 0,24 52-2575 0 0,3 7 344 0 0,-1 3-1351 0 0,0-1 0 0 0,1 1 0 0 0,-1-1 0 0 0,1 1-1 0 0,-1 0 1 0 0,1 0 0 0 0,-1 0 0 0 0,1-1-1 0 0,0 1 1 0 0,-1 1 0 0 0,1-1 0 0 0,0 0 0 0 0,0 0-1 0 0,0 0 1 0 0,0 1 0 0 0,0-1 0 0 0,0 0-1 0 0,0 1 1 0 0,0-1 0 0 0,0 1 0 0 0,1-1-1 0 0,-1 1 1 0 0,1 0 0 0 0,-1-1 0 0 0,1 1 0 0 0,0-1-1 0 0,-1 4 1 0 0,-5 46 468 0 0,7-37-460 0 0,0 0 1 0 0,1 0-1 0 0,0 0 1 0 0,1 0-1 0 0,1-1 1 0 0,0 1-1 0 0,10 19 1 0 0,17 28-3471 0 0,3-5-7660 0 0</inkml:trace>
</inkml:ink>
</file>

<file path=ppt/ink/ink8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21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14 12593 0 0,'-2'-14'1178'0'0,"2"14"-1152"0"0,0 0 0 0 0,0 0 0 0 0,0 1 0 0 0,0-1 1 0 0,0 0-1 0 0,0 0 0 0 0,0 0 0 0 0,0 0 0 0 0,0 0 0 0 0,1 0 1 0 0,-1 0-1 0 0,0 0 0 0 0,-1 1 0 0 0,1-1 0 0 0,0 0 1 0 0,0 0-1 0 0,0 0 0 0 0,0 0 0 0 0,0 0 0 0 0,0 0 1 0 0,0 0-1 0 0,0 0 0 0 0,0 1 0 0 0,0-1 0 0 0,0 0 0 0 0,0 0 1 0 0,0 0-1 0 0,0 0 0 0 0,0 0 0 0 0,0 0 0 0 0,0 0 1 0 0,0 0-1 0 0,0 0 0 0 0,-1 0 0 0 0,1 0 0 0 0,0 0 1 0 0,0 0-1 0 0,0 1 0 0 0,0-1 0 0 0,0 0 0 0 0,0 0 1 0 0,0 0-1 0 0,0 0 0 0 0,-1 0 0 0 0,1 0 0 0 0,0 0 0 0 0,0 0 1 0 0,0 0-1 0 0,0 0 0 0 0,0 0 0 0 0,0 0 0 0 0,0 0 1 0 0,0 0-1 0 0,-1 0 0 0 0,1 0 0 0 0,0 0 0 0 0,0-1 1 0 0,0 1-1 0 0,0 0 0 0 0,0 0 0 0 0,0 0 0 0 0,0 0 0 0 0,0 0 1 0 0,-1 0-1 0 0,7 17 187 0 0,-5-13-385 0 0,1 0 1 0 0,0 0-1 0 0,0 0 0 0 0,1-1 0 0 0,-1 1 0 0 0,1-1 0 0 0,0 1 1 0 0,0-1-1 0 0,4 4 0 0 0,-3-4-233 0 0,1-1-1 0 0,-1 0 1 0 0,1 0-1 0 0,-1 0 1 0 0,1-1 0 0 0,-1 1-1 0 0,1-1 1 0 0,0 0 0 0 0,0-1-1 0 0,0 1 1 0 0,0-1-1 0 0,0 0 1 0 0,0 0 0 0 0,-1 0-1 0 0,10-2 1 0 0,-8 1 664 0 0,1 0 0 0 0,-1 1 0 0 0,0-1 0 0 0,1 2 1 0 0,-1-1-1 0 0,0 1 0 0 0,0 0 0 0 0,12 3 0 0 0,-17-3-153 0 0,0 0 0 0 0,0-1-1 0 0,0 1 1 0 0,0 1-1 0 0,0-1 1 0 0,0 0 0 0 0,-1 0-1 0 0,1 0 1 0 0,0 0 0 0 0,-1 0-1 0 0,1 1 1 0 0,0-1 0 0 0,-1 0-1 0 0,1 1 1 0 0,-1-1 0 0 0,0 0-1 0 0,0 1 1 0 0,1-1 0 0 0,-1 1-1 0 0,0-1 1 0 0,0 0 0 0 0,0 1-1 0 0,0-1 1 0 0,-1 1 0 0 0,1-1-1 0 0,0 0 1 0 0,0 1 0 0 0,-1-1-1 0 0,1 0 1 0 0,-1 1-1 0 0,0 1 1 0 0,-17 39 154 0 0,-1-17-2531 0 0,5-11-2850 0 0,4-7 1710 0 0</inkml:trace>
</inkml:ink>
</file>

<file path=ppt/ink/ink8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57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60 328 0 0,'0'0'673'0'0,"-15"-35"4598"0"0,14 33-4964 0 0,1 0 1 0 0,-1 0 0 0 0,0 0-1 0 0,0 0 1 0 0,0 0-1 0 0,0 0 1 0 0,0 0 0 0 0,-1 1-1 0 0,1-1 1 0 0,0 0-1 0 0,-3-1 1 0 0,-4 28-192 0 0,1 1 0 0 0,1 0 1 0 0,2 1-1 0 0,1-1 0 0 0,-1 33 1 0 0,-3 27 48 0 0,-2 45 51 0 0,7-81-106 0 0,-11 66 0 0 0,7-86-56 0 0,-1 7-590 0 0,3-16-3531 0 0,0-24 1526 0 0,-14-11 193 0 0</inkml:trace>
</inkml:ink>
</file>

<file path=ppt/ink/ink8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59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0 738 424 0 0,'0'0'645'0'0,"2"-3"-4"0"0,2-1-499 0 0,-1 0 0 0 0,1 0 1 0 0,0 0-1 0 0,0 1 0 0 0,0 0 0 0 0,1 0 0 0 0,-1 0 0 0 0,1 0 0 0 0,0 1 0 0 0,0-1 0 0 0,-1 1 1 0 0,8-1-1 0 0,72-19 633 0 0,-48 14-468 0 0,254-60 896 0 0,-63 18-472 0 0,234-87-1 0 0,-328 82-547 0 0,-117 47-147 0 0,0-1 0 0 0,0 0 0 0 0,-1-1 0 0 0,0-1 0 0 0,23-22 0 0 0,-34 29-17 0 0,0 0 0 0 0,-1 0 0 0 0,1 0 0 0 0,-1 0-1 0 0,0 0 1 0 0,-1-1 0 0 0,1 1 0 0 0,-1-1 0 0 0,0 0-1 0 0,0 0 1 0 0,0 0 0 0 0,-1 0 0 0 0,1 0-1 0 0,-1 0 1 0 0,0 0 0 0 0,-1 0 0 0 0,1-1 0 0 0,-1 1-1 0 0,0 0 1 0 0,-1 0 0 0 0,1-1 0 0 0,-1 1 0 0 0,0 0-1 0 0,0 0 1 0 0,-1 0 0 0 0,1 0 0 0 0,-1 0 0 0 0,0 0-1 0 0,-1 1 1 0 0,1-1 0 0 0,-1 1 0 0 0,-3-5 0 0 0,-2-2 53 0 0,-1 0 0 0 0,0 1 0 0 0,0 1 1 0 0,-1-1-1 0 0,-1 2 0 0 0,0-1 0 0 0,0 1 0 0 0,0 1 1 0 0,-1 0-1 0 0,-24-10 0 0 0,35 16-64 0 0,0 1 0 0 0,0-1 0 0 0,0 0 0 0 0,-1 1 0 0 0,1 0 0 0 0,0-1 0 0 0,0 1-1 0 0,-1 0 1 0 0,1-1 0 0 0,0 1 0 0 0,-1 0 0 0 0,1 0 0 0 0,0 0 0 0 0,0 0 0 0 0,-1 0 0 0 0,1 0 0 0 0,0 1 0 0 0,-1-1 0 0 0,1 0-1 0 0,0 1 1 0 0,0-1 0 0 0,-1 1 0 0 0,1-1 0 0 0,0 1 0 0 0,0-1 0 0 0,0 1 0 0 0,0 0 0 0 0,0 0 0 0 0,0 0 0 0 0,0-1-1 0 0,0 1 1 0 0,0 0 0 0 0,0 0 0 0 0,1 0 0 0 0,-1 0 0 0 0,0 1 0 0 0,0-1 0 0 0,1 0 0 0 0,-1 0 0 0 0,1 0 0 0 0,-1 1 0 0 0,1-1-1 0 0,0 0 1 0 0,-1 2 0 0 0,0 6 47 0 0,-1 0 1 0 0,2 0-1 0 0,-1 1 0 0 0,2 17 0 0 0,0-18 2 0 0,2 24 278 0 0,10 50 0 0 0,1-4 66 0 0,42 440 1502 0 0,-49-460-1644 0 0,2 52 632 0 0,-9-108-405 0 0,1-10-470 0 0,1-7-12 0 0,2 0 1 0 0,-1 1-1 0 0,2-1 0 0 0,-1 1 0 0 0,2 0 0 0 0,0 0 0 0 0,1 0 1 0 0,0 1-1 0 0,0 0 0 0 0,1 0 0 0 0,1 1 0 0 0,0 0 0 0 0,1 1 1 0 0,0 0-1 0 0,0 0 0 0 0,22-14 0 0 0,-28 22-6 0 0,0 0 0 0 0,1 1-1 0 0,-1-1 1 0 0,0 1 0 0 0,1 0 0 0 0,-1 0-1 0 0,1 0 1 0 0,-1 1 0 0 0,1 0 0 0 0,-1 0-1 0 0,1 0 1 0 0,-1 0 0 0 0,1 1 0 0 0,-1-1-1 0 0,1 1 1 0 0,5 2 0 0 0,5 3 4 0 0,0 1 0 0 0,0 1 0 0 0,15 10 0 0 0,-19-11-4 0 0,1 1 0 0 0,0-2 0 0 0,0 0 0 0 0,1 0 0 0 0,0-2 0 0 0,18 6 0 0 0,-17-8 7 0 0,0 0-1 0 0,0-1 1 0 0,1 0-1 0 0,-1-1 1 0 0,0-1-1 0 0,0-1 1 0 0,0 0-1 0 0,0 0 1 0 0,0-1-1 0 0,0-1 1 0 0,-1-1 0 0 0,0 0-1 0 0,16-8 1 0 0,-19 8-4 0 0,0-1 0 0 0,-1 0 0 0 0,0 0 1 0 0,0-1-1 0 0,0-1 0 0 0,-1 0 0 0 0,0 0 1 0 0,-1 0-1 0 0,0-1 0 0 0,0 0 0 0 0,0 0 1 0 0,-1-1-1 0 0,-1 0 0 0 0,0 0 0 0 0,0 0 1 0 0,-1 0-1 0 0,0-1 0 0 0,2-13 0 0 0,0-26-11 0 0,-5 48 14 0 0,-4-7 3 0 0,3 8-7 0 0,0 0-1 0 0,-1 0 0 0 0,1 0 1 0 0,0 0-1 0 0,0 0 0 0 0,0 0 1 0 0,-1 0-1 0 0,1 0 0 0 0,0 0 1 0 0,-1 0-1 0 0,1 0 0 0 0,-1 0 1 0 0,1 0-1 0 0,-1 0 1 0 0,0 0-1 0 0,1 0 0 0 0,-1 0 1 0 0,0 0-1 0 0,0 1 0 0 0,1-1 1 0 0,-1 0-1 0 0,0 1 0 0 0,0-1 1 0 0,0 1-1 0 0,0-1 0 0 0,0 0 1 0 0,0 1-1 0 0,0 0 0 0 0,-2-1 1 0 0,-46 20-55 0 0,48-18 55 0 0,-14 12-39 0 0,11-8 33 0 0,3-4 8 0 0,-22 27-8 0 0,22-27 8 0 0,-15 32-4 0 0,14-28 2 0 0,1 0 0 0 0,0 0 0 0 0,0 0 0 0 0,0 0 0 0 0,0 0 0 0 0,1 0 0 0 0,0 0 0 0 0,0 0 0 0 0,0 0 0 0 0,1 0 0 0 0,0 0 0 0 0,0 0 0 0 0,0 0 0 0 0,0 0 0 0 0,1 0 0 0 0,0-1 0 0 0,0 1 0 0 0,0 0 0 0 0,0-1 0 0 0,5 7 0 0 0,-5-10 2 0 0,0 0-1 0 0,0 1 1 0 0,0-1-1 0 0,0 0 0 0 0,1 0 1 0 0,-1 0-1 0 0,0 0 1 0 0,0 0-1 0 0,1-1 1 0 0,-1 1-1 0 0,0-1 0 0 0,1 0 1 0 0,-1 1-1 0 0,1-1 1 0 0,-1 0-1 0 0,0 0 0 0 0,1-1 1 0 0,-1 1-1 0 0,0 0 1 0 0,1-1-1 0 0,2 0 1 0 0,54-21 35 0 0,-47 16-36 0 0,80-36 18 0 0,87-34-25 0 0,-165 72 9 0 0,0-1-1 0 0,1 2 1 0 0,-1 0-1 0 0,1 1 1 0 0,0 0 0 0 0,19 1-1 0 0,-30 1-2 0 0,0 0-1 0 0,0 0 1 0 0,1 1-1 0 0,-1 0 0 0 0,0 0 1 0 0,0 0-1 0 0,0 0 1 0 0,-1 0-1 0 0,1 1 0 0 0,0 0 1 0 0,0 0-1 0 0,-1 0 0 0 0,1 0 1 0 0,-1 0-1 0 0,0 1 1 0 0,0 0-1 0 0,0 0 0 0 0,0-1 1 0 0,0 2-1 0 0,0-1 1 0 0,-1 0-1 0 0,1 0 0 0 0,-1 1 1 0 0,0 0-1 0 0,0-1 1 0 0,2 6-1 0 0,-3-5 4 0 0,-1-1 1 0 0,1 1-1 0 0,-1 0 0 0 0,1 0 1 0 0,-1-1-1 0 0,0 1 0 0 0,-1 0 0 0 0,1 0 1 0 0,0-1-1 0 0,-1 1 0 0 0,0 0 1 0 0,0-1-1 0 0,0 1 0 0 0,-1-1 1 0 0,1 1-1 0 0,-1-1 0 0 0,1 0 0 0 0,-1 1 1 0 0,0-1-1 0 0,-1 0 0 0 0,1 0 1 0 0,-5 4-1 0 0,6-6-8 0 0,6-3-7 0 0,53-30 0 0 0,-1-3-1 0 0,-2-2 1 0 0,91-80-1 0 0,-141 112 18 0 0,0 1-1 0 0,-1-1 1 0 0,1 1-1 0 0,-1-1 1 0 0,0 0-1 0 0,-1-1 1 0 0,1 1-1 0 0,-1-1 1 0 0,0 1-1 0 0,-1-1 1 0 0,4-9-1 0 0,-6 12 48 0 0,-23 1 162 0 0,15 6-176 0 0,1 0 0 0 0,0 0 0 0 0,0 1 0 0 0,1 0 0 0 0,-1 0 0 0 0,1 0 0 0 0,0 1 0 0 0,0 0 0 0 0,1 0 0 0 0,-1 1 0 0 0,-6 12 0 0 0,9-16-49 0 0,1 0-1 0 0,1 0 1 0 0,-1 1-1 0 0,1-1 0 0 0,-1 1 1 0 0,1-1-1 0 0,0 1 0 0 0,0 0 1 0 0,0-1-1 0 0,1 1 0 0 0,-1 0 1 0 0,1 0-1 0 0,0-1 0 0 0,0 1 1 0 0,1 0-1 0 0,-1 0 0 0 0,1-1 1 0 0,-1 1-1 0 0,1 0 1 0 0,0-1-1 0 0,1 1 0 0 0,-1 0 1 0 0,1-1-1 0 0,-1 0 0 0 0,1 1 1 0 0,0-1-1 0 0,0 0 0 0 0,0 0 1 0 0,4 3-1 0 0,2 3-403 0 0,1-1 0 0 0,0-1 1 0 0,1 1-1 0 0,-1-1 0 0 0,2-1 0 0 0,-1 0 0 0 0,15 6 1 0 0,45 14-5246 0 0,-30-15 2304 0 0</inkml:trace>
</inkml:ink>
</file>

<file path=ppt/ink/ink8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6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11413 0 0,'4'-39'912'0'0,"-4"37"-664"0"0,0 2-211 0 0,0 0 0 0 0,0 0 0 0 0,1 0 0 0 0,-1 0 0 0 0,0 1-1 0 0,0-1 1 0 0,0 0 0 0 0,0 0 0 0 0,0 0 0 0 0,0 0 0 0 0,1 0 0 0 0,-1 0 0 0 0,0 0 0 0 0,0 0-1 0 0,0 0 1 0 0,0 0 0 0 0,1 0 0 0 0,-1 0 0 0 0,0 0 0 0 0,0 0 0 0 0,0 0 0 0 0,0 0 0 0 0,0 0-1 0 0,1 0 1 0 0,-1 0 0 0 0,0 0 0 0 0,0-1 0 0 0,0 1 0 0 0,0 0 0 0 0,0 0 0 0 0,0 0-1 0 0,1 0 1 0 0,-1 0 0 0 0,0 0 0 0 0,0 0 0 0 0,0 0 0 0 0,0-1 0 0 0,0 1 0 0 0,0 0 0 0 0,0 0-1 0 0,0 0 1 0 0,0 0 0 0 0,0 0 0 0 0,1 0 0 0 0,-1-1 0 0 0,0 1 0 0 0,0 0 0 0 0,0 0 0 0 0,0 0-1 0 0,0 0 1 0 0,0 0 0 0 0,0-1 0 0 0,0 1 0 0 0,0 0 0 0 0,0 0 0 0 0,0 0 0 0 0,0 0 0 0 0,0-1-1 0 0,-1 1 1 0 0,1 0 0 0 0,0 0 0 0 0,0 0 0 0 0,0 0 0 0 0,0-1 0 0 0,11 34 791 0 0,-1 0 0 0 0,-2 0 0 0 0,5 40 0 0 0,-3-17-260 0 0,0 0 160 0 0,5 74-1 0 0,-14-108-1092 0 0,-1 0 0 0 0,-1 0 0 0 0,-1 0 0 0 0,-1 0 1 0 0,-1-1-1 0 0,-9 33 0 0 0,12-52 155 0 0,0 0 0 0 0,0 0 0 0 0,0 0 1 0 0,0 0-1 0 0,0 0 0 0 0,0 0 0 0 0,0 0 0 0 0,-1 0 1 0 0,1 0-1 0 0,-1-1 0 0 0,1 1 0 0 0,-4 2 1 0 0,-15 2-8387 0 0</inkml:trace>
</inkml:ink>
</file>

<file path=ppt/ink/ink8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6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0 595 224 0 0,'55'-22'1038'0'0,"-17"8"-171"0"0,0-2 0 0 0,-2-1 0 0 0,69-43-1 0 0,-95 52-688 0 0,-1 1-1 0 0,0-1 0 0 0,0-1 0 0 0,0 0 1 0 0,-1 0-1 0 0,0-1 0 0 0,-1 1 0 0 0,0-2 1 0 0,-1 1-1 0 0,0-1 0 0 0,-1 0 1 0 0,0 0-1 0 0,0 0 0 0 0,-1-1 0 0 0,-1 0 1 0 0,0 0-1 0 0,2-19 0 0 0,-4 13 85 0 0,-1 0 0 0 0,0 1 0 0 0,-2-1-1 0 0,0 0 1 0 0,-1 1 0 0 0,0 0 0 0 0,-2 0 0 0 0,0 0-1 0 0,-1 0 1 0 0,-1 1 0 0 0,0 0 0 0 0,-18-29 0 0 0,24 44-235 0 0,1 0 1 0 0,-1 0 0 0 0,1 0-1 0 0,-1 0 1 0 0,1 1 0 0 0,-1-1-1 0 0,1 0 1 0 0,-1 1 0 0 0,0-1-1 0 0,1 0 1 0 0,-1 1 0 0 0,0-1-1 0 0,0 1 1 0 0,1-1 0 0 0,-1 1-1 0 0,0-1 1 0 0,0 1 0 0 0,0 0-1 0 0,0-1 1 0 0,1 1 0 0 0,-1 0-1 0 0,0 0 1 0 0,0-1 0 0 0,0 1-1 0 0,0 0 1 0 0,0 0 0 0 0,0 0-1 0 0,0 0 1 0 0,0 0 0 0 0,0 1-1 0 0,0-1 1 0 0,1 0 0 0 0,-1 0-1 0 0,0 0 1 0 0,0 1 0 0 0,0-1-1 0 0,0 1 1 0 0,0-1 0 0 0,1 1-1 0 0,-1-1 1 0 0,0 1 0 0 0,0-1-1 0 0,1 1 1 0 0,-1-1 0 0 0,0 1-1 0 0,0 1 1 0 0,-3 2 60 0 0,1 0-1 0 0,-1 0 1 0 0,1 0 0 0 0,0 0-1 0 0,1 1 1 0 0,-4 7 0 0 0,-5 15 206 0 0,2 0 0 0 0,1 0 0 0 0,1 1 0 0 0,2 0 0 0 0,1 0 0 0 0,-2 54-1 0 0,6-41-74 0 0,2-1 0 0 0,2 1-1 0 0,2-1 1 0 0,12 49 0 0 0,-15-77-161 0 0,1 1 0 0 0,0-2 0 0 0,1 1 1 0 0,5 11-1 0 0,-8-21-49 0 0,-1 1 1 0 0,0 0-1 0 0,1-1 1 0 0,0 0 0 0 0,0 1-1 0 0,-1-1 1 0 0,1 0-1 0 0,1 0 1 0 0,-1 0-1 0 0,0 0 1 0 0,0 0-1 0 0,1 0 1 0 0,-1-1-1 0 0,1 1 1 0 0,-1-1-1 0 0,1 0 1 0 0,0 0-1 0 0,0 0 1 0 0,-1 0 0 0 0,1 0-1 0 0,0 0 1 0 0,0-1-1 0 0,0 0 1 0 0,4 1-1 0 0,30-6-1 0 0,0-1 0 0 0,41-12 0 0 0,45-8-456 0 0,133-16-287 0 0,-247 41 722 0 0,0 0 0 0 0,1-1 0 0 0,-2-1 0 0 0,1 0 0 0 0,0 0 0 0 0,0 0 0 0 0,-1-1 0 0 0,0-1 0 0 0,0 1 0 0 0,0-1 0 0 0,0-1 0 0 0,-1 1 0 0 0,9-9 0 0 0,-15 12-7 0 0,6-14 94 0 0,-7 14-75 0 0,0-1 10 0 0,0 2-7 0 0,0 1 1 0 0,1 0-1 0 0,-1-1 0 0 0,0 1 0 0 0,0 0 0 0 0,0-1 0 0 0,0 1 0 0 0,0 0 0 0 0,0 0 0 0 0,0-1 0 0 0,0 1 0 0 0,0 0 0 0 0,0-1 0 0 0,0 1 1 0 0,0 0-1 0 0,0-1 0 0 0,0 1 0 0 0,0 0 0 0 0,0 0 0 0 0,0-1 0 0 0,-1 1 0 0 0,1 0 0 0 0,0-1 0 0 0,0 1 0 0 0,0 0 0 0 0,0 0 1 0 0,-1-1-1 0 0,1 1 0 0 0,0 0 0 0 0,0 0 0 0 0,0 0 0 0 0,-1-1 0 0 0,1 1 0 0 0,-1 0 0 0 0,0-2 4 0 0,-4-2-11 0 0,-22 6 95 0 0,23-2-89 0 0,-23 8-31 0 0,23-5 27 0 0,-1 1-1 0 0,1-1 1 0 0,1 0-1 0 0,-1 1 0 0 0,0 0 1 0 0,1 0-1 0 0,0 0 0 0 0,0 0 1 0 0,-5 8-1 0 0,6-9 12 0 0,1-1-1 0 0,-1 1 1 0 0,1 0-1 0 0,0 0 1 0 0,-1 0-1 0 0,1 0 1 0 0,0 0 0 0 0,0 5-1 0 0,1-7 0 0 0,0-1-2 0 0,0 1 0 0 0,0 0 0 0 0,0 0 0 0 0,0 0 0 0 0,0 0 0 0 0,1 0 1 0 0,-1 0-1 0 0,0 0 0 0 0,1 0 0 0 0,-1 0 0 0 0,1-1 0 0 0,-1 1 0 0 0,1 0 0 0 0,-1 0 0 0 0,1 0 0 0 0,0-1 0 0 0,-1 1 0 0 0,1 0 0 0 0,0-1 0 0 0,-1 1 0 0 0,1-1 0 0 0,0 1 0 0 0,0-1 0 0 0,0 1 0 0 0,-1-1 0 0 0,1 1 0 0 0,1-1 0 0 0,19 0 23 0 0,0 0 1 0 0,0-2-1 0 0,0-1 0 0 0,-1 0 1 0 0,1-1-1 0 0,35-13 0 0 0,22-4-43 0 0,-59 17 7 0 0,1-1 0 0 0,-1 0 1 0 0,0-2-1 0 0,35-16 0 0 0,-47 18 9 0 0,0 1 1 0 0,0 0-1 0 0,-1-1 0 0 0,0-1 0 0 0,0 1 1 0 0,0-1-1 0 0,-1 0 0 0 0,1 0 0 0 0,-1 0 1 0 0,-1-1-1 0 0,1 0 0 0 0,-1 0 0 0 0,-1 0 1 0 0,6-15-1 0 0,-5 7 159 0 0,0-1-1 0 0,-2 1 1 0 0,0-1 0 0 0,0 0 0 0 0,-2 0 0 0 0,0 0 0 0 0,-1 0-1 0 0,0 0 1 0 0,-2 0 0 0 0,1 1 0 0 0,-2-1 0 0 0,0 1 0 0 0,-1-1-1 0 0,-1 1 1 0 0,0 1 0 0 0,-1-1 0 0 0,-15-23 0 0 0,22 38-131 0 0,-1-1-1 0 0,1 0 1 0 0,-1 0 0 0 0,0 1 0 0 0,1-1 0 0 0,-1 0-1 0 0,1 1 1 0 0,-1-1 0 0 0,0 1 0 0 0,0-1 0 0 0,1 1-1 0 0,-1-1 1 0 0,0 1 0 0 0,0-1 0 0 0,0 1 0 0 0,1 0-1 0 0,-1-1 1 0 0,0 1 0 0 0,0 0 0 0 0,0 0 0 0 0,0 0-1 0 0,0 0 1 0 0,0 0 0 0 0,1 0 0 0 0,-1 0 0 0 0,0 0-1 0 0,0 0 1 0 0,-1 0 0 0 0,0 1-2 0 0,0 0 0 0 0,1 0 0 0 0,-1 0 0 0 0,0 0 1 0 0,1 1-1 0 0,-1-1 0 0 0,1 0 0 0 0,0 1 0 0 0,-1-1 0 0 0,1 1 0 0 0,0-1 0 0 0,-2 4 0 0 0,-22 52 265 0 0,20-36-227 0 0,0-1 0 0 0,2 1 0 0 0,0 0 0 0 0,1 0 0 0 0,2 0 0 0 0,2 36 0 0 0,26 126 150 0 0,-14-131-895 0 0,-1-6-3201 0 0,-8-37 739 0 0,6-4-6966 0 0</inkml:trace>
</inkml:ink>
</file>

<file path=ppt/ink/ink8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7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85 660 0 0,'9'-5'2360'0'0,"6"-5"-1248"0"0,-3 1-32 0 0,-2 2-83 0 0,6-1-101 0 0,-5-1-84 0 0,5 2-88 0 0,-1 0-76 0 0,-5 2-56 0 0,6 0-148 0 0,-2 2-260 0 0,3 1-272 0 0,-3 0-320 0 0,2-2-352 0 0,1 3-4001 0 0</inkml:trace>
</inkml:ink>
</file>

<file path=ppt/ink/ink8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0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188 962 180 0 0,'15'-69'9588'0'0,"-19"73"-9184"0"0,-27 29 141 0 0,1 1-1 0 0,2 1 0 0 0,2 1 1 0 0,1 2-1 0 0,-25 51 1 0 0,49-87-506 0 0,0-1 0 0 0,0 1 1 0 0,0 0-1 0 0,0 0 1 0 0,0 0-1 0 0,1 0 0 0 0,-1 0 1 0 0,0 1-1 0 0,1-1 1 0 0,0 0-1 0 0,0 0 1 0 0,-1 0-1 0 0,1 0 0 0 0,0 1 1 0 0,1 2-1 0 0,1-5-31 0 0,0 0 1 0 0,-1 1-1 0 0,1-1 1 0 0,0-1-1 0 0,-1 1 0 0 0,1 0 1 0 0,0 0-1 0 0,-1-1 0 0 0,1 1 1 0 0,0 0-1 0 0,-1-1 0 0 0,1 0 1 0 0,0 1-1 0 0,-1-1 0 0 0,1 0 1 0 0,-1 0-1 0 0,0 0 0 0 0,1 0 1 0 0,-1 0-1 0 0,0 0 0 0 0,3-3 1 0 0,43-30 109 0 0,-29 20-78 0 0,0 1 0 0 0,0 1-1 0 0,32-15 1 0 0,-48 26-29 0 0,3 1-8 0 0,1 0 1 0 0,-1 1-1 0 0,0 0 1 0 0,1 0-1 0 0,-1 0 1 0 0,0 1 0 0 0,0 0-1 0 0,5 2 1 0 0,6 3 2 0 0,0 0 1 0 0,1-1 0 0 0,0 0 0 0 0,0-2-1 0 0,0 0 1 0 0,0 0 0 0 0,34 0-1 0 0,-44-4-1 0 0,-1 0 0 0 0,1 0 0 0 0,0-1-1 0 0,0 0 1 0 0,-1-1 0 0 0,1 0 0 0 0,-1 0-1 0 0,1 0 1 0 0,-1-1 0 0 0,0 0 0 0 0,0 0-1 0 0,10-6 1 0 0,-11 5 1 0 0,-1 0-1 0 0,1-1 0 0 0,-1 1 0 0 0,0-1 1 0 0,0 0-1 0 0,0 0 0 0 0,-1 0 1 0 0,1-1-1 0 0,3-9 0 0 0,-4 7-4 0 0,-1-1-1 0 0,0 0 1 0 0,0 1-1 0 0,-1-1 1 0 0,0 0-1 0 0,-1 0 1 0 0,0 0-1 0 0,0 0 1 0 0,-1 0-1 0 0,0 0 0 0 0,-1 1 1 0 0,-4-16-1 0 0,6 22 0 0 0,0 2-26 0 0,0-1 25 0 0,1 0 0 0 0,-1 0 0 0 0,1 0-1 0 0,-1 0 1 0 0,1 0 0 0 0,-1 1 0 0 0,1-1 0 0 0,-1 0 0 0 0,1 0 0 0 0,0 1 0 0 0,0-1-1 0 0,-1 1 1 0 0,1-1 0 0 0,0 0 0 0 0,0 1 0 0 0,0 0 0 0 0,-1-1 0 0 0,1 1 0 0 0,0-1-1 0 0,0 1 1 0 0,0 0 0 0 0,0 0 0 0 0,0-1 0 0 0,0 1 0 0 0,0 0 0 0 0,0 0 0 0 0,0 0-1 0 0,0 0 1 0 0,1 0 0 0 0,39-1-5 0 0,-30 1 8 0 0,35-2-6 0 0,0-3 0 0 0,0-1 0 0 0,0-3-1 0 0,-1-2 1 0 0,-1-1 0 0 0,0-3-1 0 0,0-1 1 0 0,-2-2 0 0 0,80-47 0 0 0,-95 48-1 0 0,-1-1 1 0 0,-1-1 0 0 0,-1-1 0 0 0,0-1 0 0 0,-2-1 0 0 0,0-1 0 0 0,-2-1 0 0 0,0 0-1 0 0,-2-2 1 0 0,-1 0 0 0 0,-1-1 0 0 0,-1-1 0 0 0,-1-1 0 0 0,-2 1 0 0 0,13-47 0 0 0,-22 59-7 0 0,-1 1 0 0 0,0 0 0 0 0,-1-1 1 0 0,-1 1-1 0 0,-1-1 0 0 0,0 1 1 0 0,-1-1-1 0 0,-1 1 0 0 0,0 0 0 0 0,-1 0 1 0 0,-9-25-1 0 0,9 32 3 0 0,1 0 1 0 0,-1 0 0 0 0,-1 1-1 0 0,0 0 1 0 0,0 0-1 0 0,0 0 1 0 0,0 0-1 0 0,-1 1 1 0 0,-13-12 0 0 0,14 15 3 0 0,0 0 1 0 0,1 0 0 0 0,-1 0 0 0 0,0 1 0 0 0,-1 0 0 0 0,1 0-1 0 0,0 0 1 0 0,-1 0 0 0 0,1 1 0 0 0,-1 0 0 0 0,1 0 0 0 0,-1 1 0 0 0,1-1-1 0 0,-1 1 1 0 0,0 1 0 0 0,-8 0 0 0 0,7 1 0 0 0,-1 0-1 0 0,0 1 1 0 0,1 0-1 0 0,-1 0 1 0 0,1 1-1 0 0,0 0 1 0 0,0 0-1 0 0,0 1 1 0 0,1-1-1 0 0,-1 2 1 0 0,1-1-1 0 0,1 1 1 0 0,-1-1 0 0 0,1 2-1 0 0,-7 9 1 0 0,-8 11 1 0 0,2 2 0 0 0,-18 38 0 0 0,6-1 9 0 0,4 1 0 0 0,2 1 0 0 0,4 2 0 0 0,2 0 0 0 0,4 1 0 0 0,-7 82 0 0 0,13-70 27 0 0,3 0-1 0 0,9 123 1 0 0,-4-206-33 0 0,0 1 0 0 0,0-1 0 0 0,0 0 1 0 0,0 1-1 0 0,0-1 0 0 0,0 0 0 0 0,0 1 0 0 0,0-1 1 0 0,0 1-1 0 0,0-1 0 0 0,0 0 0 0 0,0 1 1 0 0,0-1-1 0 0,0 0 0 0 0,0 1 0 0 0,0-1 1 0 0,0 0-1 0 0,0 1 0 0 0,1-1 0 0 0,-1 0 0 0 0,0 0 1 0 0,0 1-1 0 0,0-1 0 0 0,1 0 0 0 0,-1 1 1 0 0,0-1-1 0 0,0 0 0 0 0,0 0 0 0 0,1 0 0 0 0,-1 1 1 0 0,0-1-1 0 0,1 0 0 0 0,-1 0 0 0 0,0 0 1 0 0,1 0-1 0 0,-1 1 0 0 0,0-1 0 0 0,1 0 0 0 0,-1 0 1 0 0,0 0-1 0 0,1 0 0 0 0,-1 0 0 0 0,0 0 1 0 0,1 0-1 0 0,-1 0 0 0 0,0 0 0 0 0,1 0 1 0 0,-1 0-1 0 0,0 0 0 0 0,1 0 0 0 0,-1 0 0 0 0,0-1 1 0 0,1 1-1 0 0,-1 0 0 0 0,0 0 0 0 0,1 0 1 0 0,-1-1-1 0 0,20-15 28 0 0,-14 10-28 0 0,-4 4 0 0 0,12-11 0 0 0,1 1-1 0 0,25-15 0 0 0,-33 23-3 0 0,0 1-1 0 0,0-1 0 0 0,1 2 0 0 0,-1-1 0 0 0,1 1 0 0 0,-1 0 1 0 0,1 1-1 0 0,0 0 0 0 0,9 0 0 0 0,173 6 8 0 0,-121-1-24 0 0,98-5 0 0 0,-145-1 9 0 0,0 0 0 0 0,0-2 0 0 0,-1 0 1 0 0,24-9-1 0 0,-41 12 13 0 0,0 0 0 0 0,0-1 0 0 0,0 1 0 0 0,0-1 0 0 0,0 0 0 0 0,0 0 0 0 0,0-1 0 0 0,-1 1 0 0 0,1-1 0 0 0,-1 0 0 0 0,0 0 0 0 0,0 0 0 0 0,0 0 0 0 0,0 0 0 0 0,0-1 0 0 0,-1 1 0 0 0,1-1 0 0 0,-1 0 0 0 0,0 0 0 0 0,0 0 0 0 0,-1 0 0 0 0,1 0 0 0 0,-1 0 0 0 0,0 0 0 0 0,0-1 0 0 0,0 1 0 0 0,0-7 0 0 0,-1 6 2 0 0,0 1-1 0 0,0 0 1 0 0,-1-1-1 0 0,1 1 1 0 0,-1 0-1 0 0,0 0 1 0 0,0 0 0 0 0,-1-1-1 0 0,-2-5 1 0 0,3 9-4 0 0,0-1 0 0 0,-1 0 0 0 0,1 1-1 0 0,0-1 1 0 0,-1 1 0 0 0,1-1 0 0 0,-1 1 0 0 0,0 0 0 0 0,1-1 0 0 0,-1 1 0 0 0,0 0 0 0 0,0 0 0 0 0,1 0 0 0 0,-1 1-1 0 0,0-1 1 0 0,0 0 0 0 0,0 1 0 0 0,0-1 0 0 0,0 1 0 0 0,0-1 0 0 0,-1 1 0 0 0,1 0 0 0 0,0 0 0 0 0,0 0-1 0 0,0 0 1 0 0,-3 1 0 0 0,2 0 0 0 0,0 0 0 0 0,0 0-1 0 0,0 0 1 0 0,1 0 0 0 0,-1 0-1 0 0,0 1 1 0 0,1-1 0 0 0,-1 1-1 0 0,1 0 1 0 0,-1-1 0 0 0,1 1-1 0 0,0 0 1 0 0,0 1 0 0 0,0-1 0 0 0,0 0-1 0 0,0 1 1 0 0,0-1 0 0 0,0 1-1 0 0,1-1 1 0 0,0 1 0 0 0,-1 0-1 0 0,1 0 1 0 0,0-1 0 0 0,0 1-1 0 0,0 0 1 0 0,1 0 0 0 0,-1 6-1 0 0,0-4 2 0 0,0-1 0 0 0,0 1 0 0 0,1 0 0 0 0,0-1 0 0 0,0 1 0 0 0,0 0 0 0 0,0-1 0 0 0,1 1 0 0 0,0 0 0 0 0,0-1 0 0 0,0 1 0 0 0,0-1 0 0 0,1 0 0 0 0,0 1 0 0 0,0-1 0 0 0,4 8 0 0 0,-2-9 0 0 0,-1 0-1 0 0,1 0 0 0 0,0 0 0 0 0,0 0 0 0 0,0 0 1 0 0,0-1-1 0 0,0 1 0 0 0,1-1 0 0 0,-1-1 1 0 0,1 1-1 0 0,-1 0 0 0 0,1-1 0 0 0,0 0 0 0 0,-1 0 1 0 0,1 0-1 0 0,0-1 0 0 0,0 0 0 0 0,0 0 0 0 0,0 0 1 0 0,-1 0-1 0 0,7-2 0 0 0,3-1 1 0 0,-1 0-1 0 0,1-1 1 0 0,-1 0-1 0 0,1-1 1 0 0,-1-1-1 0 0,13-8 1 0 0,-19 10 7 0 0,0-1 1 0 0,0 1-1 0 0,1 1 0 0 0,-1-1 0 0 0,1 2 1 0 0,0-1-1 0 0,0 1 0 0 0,0 0 0 0 0,0 0 1 0 0,0 1-1 0 0,0 0 0 0 0,0 1 0 0 0,0-1 1 0 0,1 2-1 0 0,-1-1 0 0 0,0 1 0 0 0,15 4 1 0 0,-16-3 76 0 0,-1-1 1 0 0,0 0 0 0 0,0 0 0 0 0,1 0-1 0 0,-1-1 1 0 0,11 0 0 0 0,-6 0 37 0 0,-9 0-90 0 0,50-4-2098 0 0,-15 3-5205 0 0,-18-1 3860 0 0</inkml:trace>
</inkml:ink>
</file>

<file path=ppt/ink/ink8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1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16 744 1144 0 0,'0'0'3034'0'0,"-3"-4"-2137"0"0,2 2-701 0 0,-1 0 1 0 0,1 0-1 0 0,0 0 1 0 0,0-1-1 0 0,-1 1 0 0 0,1 0 1 0 0,1-1-1 0 0,-1 1 0 0 0,0-1 1 0 0,1 1-1 0 0,-1-1 0 0 0,1 1 1 0 0,0-1-1 0 0,0 0 1 0 0,0 1-1 0 0,0-1 0 0 0,0 1 1 0 0,0-1-1 0 0,1 1 0 0 0,-1-1 1 0 0,2-2-1 0 0,6-11 63 0 0,15-17 102 0 0,1 2 0 0 0,1 1 0 0 0,2 1 0 0 0,1 1 0 0 0,2 1 0 0 0,0 2 1 0 0,2 0-1 0 0,40-22 0 0 0,-63 42-327 0 0,0 0 1 0 0,0 1-1 0 0,0 0 0 0 0,0 0 0 0 0,1 1 1 0 0,-1 1-1 0 0,1-1 0 0 0,0 2 1 0 0,0-1-1 0 0,0 1 0 0 0,0 1 1 0 0,10 0-1 0 0,-17 1-22 0 0,1-1 0 0 0,-1 1 0 0 0,0-1 0 0 0,0 1 0 0 0,1 0 0 0 0,-1 1 0 0 0,0-1 0 0 0,0 1 0 0 0,0-1 1 0 0,0 1-1 0 0,0 0 0 0 0,-1 0 0 0 0,1 0 0 0 0,0 0 0 0 0,3 4 0 0 0,-4-2-6 0 0,1-1 1 0 0,-1 1 0 0 0,-1 0-1 0 0,1-1 1 0 0,0 1 0 0 0,-1 0-1 0 0,0 0 1 0 0,0 0 0 0 0,0 0-1 0 0,0 0 1 0 0,-1 0 0 0 0,1 1-1 0 0,-1-1 1 0 0,0 0 0 0 0,-1 7-1 0 0,-2 4 12 0 0,0 1 0 0 0,0-1 0 0 0,-1 0-1 0 0,-1-1 1 0 0,-1 1 0 0 0,0-1 0 0 0,-1 0 0 0 0,0-1 0 0 0,-1 0-1 0 0,-1 0 1 0 0,0 0 0 0 0,-1-1 0 0 0,-14 14 0 0 0,130-76-8 0 0,-79 37-11 0 0,-1-1 0 0 0,-1-1 0 0 0,-1-1 0 0 0,0-2 0 0 0,-1 0-1 0 0,40-42 1 0 0,-27 20 99 0 0,-34 39-23 0 0,-2 1 56 0 0,3-6-152 0 0,6 25 488 0 0,-7-12-455 0 0,-1-1 0 0 0,1 0 0 0 0,1 0 0 0 0,-1 0-1 0 0,1 0 1 0 0,0 0 0 0 0,0 0 0 0 0,1-1-1 0 0,-1 0 1 0 0,1 1 0 0 0,0-2 0 0 0,1 1 0 0 0,6 6-1 0 0,-7-9-3 0 0,0-1 0 0 0,0 1 0 0 0,0 0 0 0 0,0-1 0 0 0,0 0 0 0 0,1 0 0 0 0,-1 0 0 0 0,0-1 0 0 0,1 0 0 0 0,-1 1 0 0 0,1-1 0 0 0,-1-1 0 0 0,0 1 0 0 0,1-1 0 0 0,-1 1 0 0 0,0-1 0 0 0,0-1 0 0 0,7-1 0 0 0,0-1-7 0 0,0-1-1 0 0,1 0 0 0 0,-2 0 1 0 0,1-1-1 0 0,-1 0 1 0 0,0-1-1 0 0,0 0 1 0 0,0-1-1 0 0,-1 0 1 0 0,-1 0-1 0 0,1-1 1 0 0,11-16-1 0 0,-6 5 2 0 0,0-2-1 0 0,-1 1 0 0 0,-2-1 1 0 0,0-1-1 0 0,9-28 1 0 0,-15 31 19 0 0,0-1-1 0 0,-2 0 1 0 0,0 1 0 0 0,-1-2 0 0 0,-1 1 0 0 0,-2 0-1 0 0,0 0 1 0 0,-4-27 0 0 0,3 30 106 0 0,2 16-104 0 0,0 1 0 0 0,0-1 0 0 0,0 1-1 0 0,0 0 1 0 0,0-1 0 0 0,0 1 0 0 0,-1 0-1 0 0,1-1 1 0 0,-1 1 0 0 0,1 0 0 0 0,-1-1 0 0 0,1 1-1 0 0,-1 0 1 0 0,0 0 0 0 0,1 0 0 0 0,-1 0-1 0 0,-1-2 1 0 0,2 3-16 0 0,-1 0 1 0 0,0 0-1 0 0,1 0 0 0 0,-1 0 0 0 0,1 0 0 0 0,-1 0 1 0 0,1 0-1 0 0,-1 0 0 0 0,1 0 0 0 0,-1 1 1 0 0,1-1-1 0 0,-1 0 0 0 0,1 0 0 0 0,-1 0 0 0 0,1 1 1 0 0,-1-1-1 0 0,1 0 0 0 0,-1 1 0 0 0,1-1 0 0 0,-1 0 1 0 0,1 1-1 0 0,0-1 0 0 0,-1 0 0 0 0,1 1 1 0 0,0-1-1 0 0,-1 1 0 0 0,1-1 0 0 0,-1 1 0 0 0,-25 50 189 0 0,14-19-107 0 0,1 0 0 0 0,2 1-1 0 0,-8 49 1 0 0,15-71-77 0 0,1 0 0 0 0,0 1-1 0 0,1-1 1 0 0,0 0 0 0 0,0 1 0 0 0,2-1 0 0 0,-1 0 0 0 0,1 0-1 0 0,1 0 1 0 0,0 0 0 0 0,1 0 0 0 0,0 0 0 0 0,0-1-1 0 0,8 12 1 0 0,-7-17-6 0 0,1 1-1 0 0,0-1 1 0 0,0 0-1 0 0,1 0 1 0 0,0 0-1 0 0,-1-1 1 0 0,11 4 0 0 0,27 20-3 0 0,-42-26-3 0 0,-15 21 44 0 0,-2-15-31 0 0,0-1 0 0 0,0-1-1 0 0,-26 8 1 0 0,22-10-3497 0 0,1-2-3670 0 0</inkml:trace>
</inkml:ink>
</file>

<file path=ppt/ink/ink8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2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78 316 0 0,'0'-4'996'0'0,"0"-21"-51"0"0,0-20 5434 0 0,0 41-4920 0 0,-1 7-417 0 0,-1 23-930 0 0,-4 50 647 0 0,-5-1 0 0 0,-2 0 0 0 0,-4-1 0 0 0,-41 113-1 0 0,25-82-329 0 0,21-61-181 0 0,-3 0 1 0 0,-1-1 0 0 0,-37 72 0 0 0,52-114-234 0 0,0 1-1 0 0,0-1 1 0 0,0 1 0 0 0,0-1 0 0 0,-1 0 0 0 0,1 1-1 0 0,0-1 1 0 0,0 0 0 0 0,-1 0 0 0 0,1 0 0 0 0,-1 0-1 0 0,1 0 1 0 0,-1 0 0 0 0,0-1 0 0 0,1 1 0 0 0,-1 0-1 0 0,1-1 1 0 0,-1 1 0 0 0,0-1 0 0 0,0 0 0 0 0,1 1-1 0 0,-4-1 1 0 0,4 0-12 0 0,0 0 0 0 0,1-1 0 0 0,-1 1 0 0 0,0 0 0 0 0,0-1 0 0 0,0 1 0 0 0,1 0 0 0 0,-1-1 0 0 0,0 1 0 0 0,0-1 0 0 0,1 1 0 0 0,-1-1 0 0 0,0 0 0 0 0,1 1 0 0 0,-1-1 0 0 0,1 1 0 0 0,-1-1 0 0 0,1 0 0 0 0,-1 0 0 0 0,1 1 0 0 0,-1-2 0 0 0,0-1 2 0 0,0 0 0 0 0,0 0-1 0 0,0 0 1 0 0,1 0-1 0 0,-1 0 1 0 0,1-1 0 0 0,0 1-1 0 0,0 0 1 0 0,1-5 0 0 0,-1 1-106 0 0,1 0 0 0 0,1 1 0 0 0,-1-1 1 0 0,1 1-1 0 0,1-1 0 0 0,-1 1 1 0 0,1 0-1 0 0,0-1 0 0 0,4-5 1 0 0,10-8-2923 0 0,4 6-3804 0 0</inkml:trace>
</inkml:ink>
</file>

<file path=ppt/ink/ink8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2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1056 0 0,'0'0'2880'0'0,"4"-3"-2050"0"0,3-2-534 0 0,-1 1 0 0 0,1 0 0 0 0,-1 0 0 0 0,1 0-1 0 0,0 1 1 0 0,0 0 0 0 0,1 1 0 0 0,-1-1 0 0 0,1 2 0 0 0,9-3-1 0 0,91-5 574 0 0,-23 3-6005 0 0,-69 3 3023 0 0</inkml:trace>
</inkml:ink>
</file>

<file path=ppt/ink/ink8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2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52 273 480 0 0,'-3'-6'11007'0'0,"-33"140"-9743"0"0,26-106-3952 0 0,7-22-2356 0 0</inkml:trace>
  <inkml:trace contextRef="#ctx0" brushRef="#br0" timeOffset="1">85 86 888 0 0,'0'-11'944'0'0,"0"-2"836"0"0,1-7-1004 0 0,2 11 537 0 0,3-5-753 0 0,-3 8 380 0 0,4-5-516 0 0,5 9-1300 0 0</inkml:trace>
</inkml:ink>
</file>

<file path=ppt/ink/ink8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3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1 280 36 0 0,'16'-1'2285'0'0,"2"-3"-1667"0"0,-1 0-1 0 0,0-2 1 0 0,-1 0 0 0 0,1-1-1 0 0,-1 0 1 0 0,-1-1 0 0 0,21-14-1 0 0,-30 18-456 0 0,0 0 0 0 0,0-1 0 0 0,-1 0-1 0 0,1 0 1 0 0,-1 0 0 0 0,0 0 0 0 0,0-1 0 0 0,-1 0-1 0 0,0 0 1 0 0,0 0 0 0 0,0-1 0 0 0,-1 1 0 0 0,0-1-1 0 0,0 0 1 0 0,0 0 0 0 0,-1 0 0 0 0,0 0 0 0 0,-1 0-1 0 0,1 0 1 0 0,-1-9 0 0 0,-1 14-127 0 0,0 1 0 0 0,0-1 0 0 0,0 1 0 0 0,0-1-1 0 0,0 1 1 0 0,0-1 0 0 0,-1 1 0 0 0,1 0 0 0 0,-1-1 0 0 0,1 1 0 0 0,-1-1 0 0 0,1 1-1 0 0,-1 0 1 0 0,0-1 0 0 0,0 1 0 0 0,1 0 0 0 0,-1 0 0 0 0,0 0 0 0 0,0-1 0 0 0,0 1 0 0 0,-1 0-1 0 0,1 0 1 0 0,0 1 0 0 0,0-1 0 0 0,0 0 0 0 0,-1 0 0 0 0,1 0 0 0 0,0 1 0 0 0,-1-1-1 0 0,1 1 1 0 0,-1-1 0 0 0,1 1 0 0 0,-1 0 0 0 0,1-1 0 0 0,-1 1 0 0 0,1 0 0 0 0,-1 0 0 0 0,1 0-1 0 0,-1 0 1 0 0,-1 1 0 0 0,-3-1 42 0 0,1 1 1 0 0,0 0-1 0 0,0 0 0 0 0,-1 0 0 0 0,1 1 1 0 0,0 0-1 0 0,0 0 0 0 0,1 0 0 0 0,-10 5 1 0 0,12-5-57 0 0,-1-1 1 0 0,1 1 0 0 0,-1 0-1 0 0,1-1 1 0 0,0 1 0 0 0,0 0-1 0 0,0 0 1 0 0,0 1 0 0 0,0-1-1 0 0,0 0 1 0 0,0 1 0 0 0,1-1-1 0 0,-1 1 1 0 0,1-1 0 0 0,0 1-1 0 0,0 0 1 0 0,0 0 0 0 0,0 0-1 0 0,0-1 1 0 0,1 1 0 0 0,-1 0-1 0 0,1 0 1 0 0,0 0 0 0 0,-1 0-1 0 0,1 0 1 0 0,1 0 0 0 0,-1 0-1 0 0,0 0 1 0 0,1 0 0 0 0,0 0-1 0 0,-1-1 1 0 0,1 1 0 0 0,0 0-1 0 0,1 0 1 0 0,-1-1 0 0 0,0 1-1 0 0,1 0 1 0 0,-1-1 0 0 0,1 0-1 0 0,3 4 1 0 0,0 0-19 0 0,1 0 1 0 0,-1 0-1 0 0,1-1 1 0 0,1 0-1 0 0,-1 0 1 0 0,1 0-1 0 0,0-1 0 0 0,0 0 1 0 0,0-1-1 0 0,0 1 1 0 0,1-1-1 0 0,-1-1 0 0 0,16 4 1 0 0,-11-4-113 0 0,0-1-1 0 0,0-1 1 0 0,1 0 0 0 0,-1-1 0 0 0,0 0-1 0 0,0 0 1 0 0,0-2 0 0 0,0 1 0 0 0,0-2-1 0 0,0 1 1 0 0,-1-2 0 0 0,0 1 0 0 0,0-2-1 0 0,0 1 1 0 0,16-12 0 0 0,-10 4-15 0 0,0-1 0 0 0,-1-1 0 0 0,0 0 0 0 0,-2-1 1 0 0,0-1-1 0 0,0 0 0 0 0,20-35 0 0 0,-25 28 1110 0 0,-24 33-452 0 0,2 18-1171 0 0,8 15-4978 0 0,5-37 4326 0 0,-1 5-1457 0 0</inkml:trace>
</inkml:ink>
</file>

<file path=ppt/ink/ink8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4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9 349 268 0 0,'-1'0'178'0'0,"0"-1"0"0"0,1 1-1 0 0,-1-1 1 0 0,0 0 0 0 0,1 1 0 0 0,-1-1 0 0 0,1 0 0 0 0,-1 1-1 0 0,1-1 1 0 0,-1 0 0 0 0,1 0 0 0 0,0 1 0 0 0,-1-1 0 0 0,1 0-1 0 0,0 0 1 0 0,0 0 0 0 0,-1 0 0 0 0,1 1 0 0 0,0-1-1 0 0,0 0 1 0 0,0 0 0 0 0,0 0 0 0 0,0-1 0 0 0,42-58 2342 0 0,-22 33-1186 0 0,32-58-1 0 0,-48 77-1206 0 0,-1 1 1 0 0,1-1-1 0 0,-2 0 1 0 0,1 0-1 0 0,-1 0 1 0 0,0 0-1 0 0,-1 0 1 0 0,1-1-1 0 0,-2 1 1 0 0,1 0-1 0 0,-1-1 1 0 0,-2-16-1 0 0,-1 11 107 0 0,-4-8 575 0 0,6 22-792 0 0,0 0 0 0 0,0 1 0 0 0,0-1 0 0 0,0 0 0 0 0,1 0 0 0 0,-1 1 1 0 0,0-1-1 0 0,0 0 0 0 0,0 1 0 0 0,0-1 0 0 0,0 1 0 0 0,1 0 0 0 0,-1-1 1 0 0,0 1-1 0 0,0-1 0 0 0,1 1 0 0 0,-1 0 0 0 0,0 0 0 0 0,1-1 1 0 0,-1 1-1 0 0,0 1 0 0 0,-6 6 83 0 0,0 1 0 0 0,1-1 0 0 0,0 1 0 0 0,1 1 0 0 0,0-1 0 0 0,0 0 1 0 0,1 1-1 0 0,1 0 0 0 0,-1 0 0 0 0,-2 18 0 0 0,2-9-78 0 0,2 0 0 0 0,0 0 0 0 0,1 0 0 0 0,3 35 0 0 0,-1-47-292 0 0,0 0-1 0 0,0 0 0 0 0,1-1 0 0 0,0 1 1 0 0,1 0-1 0 0,4 9 0 0 0,-5-12-577 0 0,0 0-1 0 0,1 0 0 0 0,-1-1 1 0 0,1 1-1 0 0,0-1 0 0 0,-1 0 1 0 0,5 4-1 0 0,4 0-2146 0 0</inkml:trace>
</inkml:ink>
</file>

<file path=ppt/ink/ink8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4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31 429 540 0 0,'0'0'2812'0'0,"-3"1"-2002"0"0,1-1-702 0 0,1 1 0 0 0,0-1-1 0 0,-1 0 1 0 0,1 1-1 0 0,0-1 1 0 0,0 1-1 0 0,-1 0 1 0 0,1-1 0 0 0,0 1-1 0 0,0 0 1 0 0,0 0-1 0 0,0 0 1 0 0,0 0 0 0 0,0 0-1 0 0,0 0 1 0 0,0 0-1 0 0,0 0 1 0 0,0 0-1 0 0,1 0 1 0 0,-1 0 0 0 0,0 0-1 0 0,1 1 1 0 0,-1-1-1 0 0,1 0 1 0 0,-1 1 0 0 0,1-1-1 0 0,0 0 1 0 0,-1 1-1 0 0,1-1 1 0 0,0 0 0 0 0,0 1-1 0 0,0-1 1 0 0,0 1-1 0 0,0-1 1 0 0,0 0-1 0 0,1 1 1 0 0,-1-1 0 0 0,1 2-1 0 0,0-1-43 0 0,-1 1 0 0 0,1-1 1 0 0,0 0-1 0 0,0-1 0 0 0,0 1 0 0 0,0 0 0 0 0,1 0 0 0 0,-1 0 0 0 0,0-1 0 0 0,1 1 1 0 0,-1 0-1 0 0,1-1 0 0 0,0 0 0 0 0,-1 1 0 0 0,1-1 0 0 0,0 0 0 0 0,0 0 0 0 0,0 0 1 0 0,0 0-1 0 0,0 0 0 0 0,0 0 0 0 0,0 0 0 0 0,0-1 0 0 0,0 1 0 0 0,0-1 0 0 0,3 0 1 0 0,1 0-22 0 0,1 0-1 0 0,-1-1 1 0 0,0 0 0 0 0,0 0 0 0 0,1 0 0 0 0,-1-1 0 0 0,0 0 0 0 0,0 0 0 0 0,0-1 0 0 0,0 0 0 0 0,-1 0 0 0 0,1 0 0 0 0,-1 0 0 0 0,0-1-1 0 0,0 0 1 0 0,0 0 0 0 0,0-1 0 0 0,-1 1 0 0 0,0-1 0 0 0,1 0 0 0 0,-2 0 0 0 0,1 0 0 0 0,3-7 0 0 0,7-13 23 0 0,-1-1-1 0 0,-1 0 1 0 0,15-45 0 0 0,-23 59-29 0 0,3-9 213 0 0,-1 1-1 0 0,-1-1 0 0 0,0 1 1 0 0,-2-1-1 0 0,-1 0 0 0 0,0-1 0 0 0,-1 1 1 0 0,-2 0-1 0 0,0 0 0 0 0,-7-38 1 0 0,7 57 105 0 0,-4 5-200 0 0,-1 0-113 0 0,0 1 0 0 0,1 1 0 0 0,-1-1 0 0 0,1 1 0 0 0,0 0 0 0 0,0 0 0 0 0,0 0 0 0 0,1 0 0 0 0,0 1 0 0 0,0 0 0 0 0,0 0 1 0 0,1 0-1 0 0,0 0 0 0 0,0 1 0 0 0,1-1 0 0 0,-4 13 0 0 0,-4 19 9 0 0,-10 73-1 0 0,11-55-512 0 0,-7 25-961 0 0,-3 18-6353 0 0,15-75 4496 0 0</inkml:trace>
</inkml:ink>
</file>

<file path=ppt/ink/ink8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7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42 424 0 0,'9'-42'11537'0'0,"-7"66"-9344"0"0,-1-10-2572 0 0,0 0 0 0 0,0 0 0 0 0,2 0-1 0 0,-1 0 1 0 0,2-1 0 0 0,6 18 0 0 0,-9-30 208 0 0,0 0 0 0 0,0 0 0 0 0,0 0 0 0 0,0 0 0 0 0,0 0 0 0 0,0 0-1 0 0,1-1 1 0 0,-1 1 0 0 0,0 0 0 0 0,0 0 0 0 0,1-1 0 0 0,-1 1 0 0 0,1-1 0 0 0,2 1 0 0 0,11 0-4263 0 0,2-3 1902 0 0</inkml:trace>
</inkml:ink>
</file>

<file path=ppt/ink/ink8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7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85 972 0 0,'10'-12'1114'0'0,"0"-1"0"0"0,-1 0 0 0 0,9-16 0 0 0,-8 12 736 0 0,-9 16-1113 0 0,-1 5-626 0 0,0-1 0 0 0,-1 1 0 0 0,1-1 0 0 0,-1 0 0 0 0,0 1 0 0 0,0-1 0 0 0,0 0 0 0 0,0 1 0 0 0,0-1 0 0 0,-1 0 0 0 0,-1 3 0 0 0,-28 59-5192 0 0,21-43 2679 0 0</inkml:trace>
</inkml:ink>
</file>

<file path=ppt/ink/ink8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8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52 88 0 0,'-27'-51'8562'0'0,"26"54"-8459"0"0,-1-1 0 0 0,1 1 0 0 0,0 0 0 0 0,0 0 0 0 0,0 0 0 0 0,0 1-1 0 0,0-1 1 0 0,1 0 0 0 0,-1 0 0 0 0,1 0 0 0 0,0 5 0 0 0,0-1-11 0 0,0-1 1 0 0,0 1-1 0 0,1-1 1 0 0,0 1 0 0 0,0-1-1 0 0,1 1 1 0 0,0-1-1 0 0,0 0 1 0 0,0 0-1 0 0,1 0 1 0 0,0 0-1 0 0,7 11 1 0 0,-3-11-65 0 0,-3-3-34 0 0,1-1 1 0 0,-1 1 0 0 0,1-1 0 0 0,0 0-1 0 0,0 0 1 0 0,0-1 0 0 0,0 1-1 0 0,1-1 1 0 0,6 0 0 0 0,-7 0 5 0 0,-3-1 1 0 0,31 17-120 0 0,-15-7-1178 0 0,0-1 0 0 0,1 0 0 0 0,0-2 0 0 0,29 9 0 0 0,-18-7-1211 0 0</inkml:trace>
</inkml:ink>
</file>

<file path=ppt/ink/ink8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9.3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215 335 440 0 0,'-16'-30'5899'0'0,"13"28"-5776"0"0,1 1 0 0 0,0 0-1 0 0,-1 0 1 0 0,1 0-1 0 0,0 1 1 0 0,-1-1 0 0 0,1 1-1 0 0,-1-1 1 0 0,1 1 0 0 0,-1 0-1 0 0,1 0 1 0 0,-1 0 0 0 0,1 0-1 0 0,-1 0 1 0 0,1 0-1 0 0,-1 1 1 0 0,1-1 0 0 0,-1 1-1 0 0,1 0 1 0 0,-1 0 0 0 0,1 0-1 0 0,0 0 1 0 0,0 0 0 0 0,-1 0-1 0 0,1 1 1 0 0,0-1 0 0 0,-2 3-1 0 0,-11 7 292 0 0,0 0 0 0 0,-19 20 0 0 0,31-28-323 0 0,-3 2 0 0 0,1 0-1 0 0,-1 1 1 0 0,1-1-1 0 0,0 1 1 0 0,0 1-1 0 0,1-1 1 0 0,0 1-1 0 0,0-1 0 0 0,1 1 1 0 0,-1 0-1 0 0,2 0 1 0 0,-1 1-1 0 0,1-1 1 0 0,-3 15-1 0 0,5-21-83 0 0,0 0 0 0 0,1 0-1 0 0,-1 0 1 0 0,0 0 0 0 0,0 0-1 0 0,1 0 1 0 0,-1 0 0 0 0,1 0 0 0 0,-1-1-1 0 0,1 1 1 0 0,-1 0 0 0 0,1 0 0 0 0,0-1-1 0 0,-1 1 1 0 0,1 0 0 0 0,0-1-1 0 0,-1 1 1 0 0,1 0 0 0 0,0-1 0 0 0,0 1-1 0 0,0-1 1 0 0,-1 1 0 0 0,1-1-1 0 0,0 0 1 0 0,0 1 0 0 0,0-1 0 0 0,0 0-1 0 0,0 0 1 0 0,0 1 0 0 0,0-1-1 0 0,0 0 1 0 0,0 0 0 0 0,0 0 0 0 0,0 0-1 0 0,0 0 1 0 0,-1-1 0 0 0,1 1 0 0 0,0 0-1 0 0,0 0 1 0 0,0 0 0 0 0,0-1-1 0 0,0 1 1 0 0,1-1 0 0 0,39-13 65 0 0,26-30 43 0 0,-53 34-97 0 0,1-1 0 0 0,1 2 0 0 0,26-13 0 0 0,-36 21-19 0 0,1-1 0 0 0,-1 1 1 0 0,0 0-1 0 0,0 0 0 0 0,1 1 1 0 0,-1 0-1 0 0,0 0 0 0 0,0 1 1 0 0,1 0-1 0 0,-1 0 0 0 0,0 0 1 0 0,11 4-1 0 0,28 3-5 0 0,-38-7 7 0 0,1-1 0 0 0,0 0-1 0 0,-1-1 1 0 0,1 0 0 0 0,0 0 0 0 0,-1 0-1 0 0,1-1 1 0 0,-1 0 0 0 0,0 0-1 0 0,1-1 1 0 0,-1 0 0 0 0,0-1 0 0 0,-1 1-1 0 0,1-1 1 0 0,0 0 0 0 0,-1-1-1 0 0,0 0 1 0 0,0 0 0 0 0,-1 0 0 0 0,1-1-1 0 0,-1 1 1 0 0,0-1 0 0 0,-1-1-1 0 0,1 1 1 0 0,4-10 0 0 0,-1 1-12 0 0,0-1-1 0 0,0 0 1 0 0,-2 0 0 0 0,0-1-1 0 0,-1 0 1 0 0,6-32 0 0 0,-6 11 523 0 0,2-77 1 0 0,-7 113-116 0 0,-3 9-334 0 0,-10 31 55 0 0,2 1 0 0 0,1 1 0 0 0,-8 74 0 0 0,-7 31 107 0 0,-3 9 72 0 0,-16 264 0 0 0,37-314 73 0 0,4-100 467 0 0,-2-11-680 0 0,-3-11-170 0 0,6 2 54 0 0,1 0 0 0 0,1 0 0 0 0,0 0 0 0 0,1 0 0 0 0,1 0 0 0 0,0 0 0 0 0,9-29 0 0 0,-8 31-20 0 0,9-36 20 0 0,1 2 1 0 0,3 0 0 0 0,2 0-1 0 0,30-54 1 0 0,-31 70-32 0 0,2 2 1 0 0,1 0 0 0 0,1 1-1 0 0,1 1 1 0 0,2 1-1 0 0,47-42 1 0 0,-62 62-15 0 0,1 0-1 0 0,-1 1 1 0 0,1 0-1 0 0,1 1 1 0 0,-1-1-1 0 0,1 2 1 0 0,0 0 0 0 0,0 0-1 0 0,0 1 1 0 0,17-2-1 0 0,-24 4 7 0 0,-1 0 0 0 0,1 1 0 0 0,-1 0 0 0 0,1 0 0 0 0,0 0 0 0 0,-1 0 0 0 0,1 0 0 0 0,-1 1 0 0 0,1-1-1 0 0,-1 1 1 0 0,1 0 0 0 0,-1 0 0 0 0,0 1 0 0 0,1-1 0 0 0,-1 1 0 0 0,0-1 0 0 0,0 1 0 0 0,0 0 0 0 0,0 0 0 0 0,0 1-1 0 0,-1-1 1 0 0,1 0 0 0 0,0 1 0 0 0,-1 0 0 0 0,0-1 0 0 0,0 1 0 0 0,0 0 0 0 0,0 0 0 0 0,0 0 0 0 0,-1 1 0 0 0,1-1-1 0 0,-1 0 1 0 0,0 1 0 0 0,0-1 0 0 0,0 1 0 0 0,1 6 0 0 0,-1-2 3 0 0,0-1 0 0 0,-1 1 0 0 0,1 0 0 0 0,-2 0 0 0 0,1 0 0 0 0,-1 0 1 0 0,0 0-1 0 0,-1-1 0 0 0,0 1 0 0 0,0 0 0 0 0,0-1 0 0 0,-1 0 0 0 0,-1 1 0 0 0,1-1 0 0 0,-1 0 0 0 0,0-1 0 0 0,0 1 0 0 0,-1-1 1 0 0,-6 8-1 0 0,1-5-55 0 0,0 1 0 0 0,0-1 0 0 0,-1-1-1 0 0,0 0 1 0 0,0 0 0 0 0,-1-1 0 0 0,0 0 0 0 0,-1-2 0 0 0,1 1 0 0 0,-18 4 0 0 0,4-8-1505 0 0,13-4-1264 0 0</inkml:trace>
</inkml:ink>
</file>

<file path=ppt/ink/ink8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19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1 528 0 0,'0'0'93'0'0,"0"0"0"0"0,0 0-1 0 0,0 0 1 0 0,0 0 0 0 0,0 1 0 0 0,0-1-1 0 0,0 0 1 0 0,0 0 0 0 0,0 0 0 0 0,0 0 0 0 0,0 1-1 0 0,0-1 1 0 0,0 0 0 0 0,0 0 0 0 0,1 0-1 0 0,-1 0 1 0 0,0 0 0 0 0,0 1 0 0 0,0-1-1 0 0,0 0 1 0 0,0 0 0 0 0,1 0 0 0 0,-1 0-1 0 0,0 0 1 0 0,0 0 0 0 0,0 0 0 0 0,0 0 0 0 0,1 0-1 0 0,-1 0 1 0 0,0 0 0 0 0,0 0 0 0 0,0 1-1 0 0,0-1 1 0 0,1 0 0 0 0,-1 0 0 0 0,0 0-1 0 0,0 0 1 0 0,0-1 0 0 0,0 1 0 0 0,1 0 0 0 0,-1 0-1 0 0,0 0 1 0 0,0 0 0 0 0,0 0 0 0 0,0 0-1 0 0,1 0 1 0 0,-1 0 0 0 0,0 0 0 0 0,0 0-1 0 0,0 0 1 0 0,0 0 0 0 0,1-1 0 0 0,-1 1 0 0 0,0 0-1 0 0,0 0 1 0 0,0 0 0 0 0,0 0 0 0 0,0 0-1 0 0,0-1 1 0 0,0 1 0 0 0,0 0 0 0 0,0 0-1 0 0,1-1 1 0 0,3 29 1699 0 0,-2 30-893 0 0,-41 542 4651 0 0,37-586-5489 0 0,-4 53 462 0 0,-16 67-1 0 0,22-133-484 0 0,0-1 1 0 0,0 1-1 0 0,1-1 1 0 0,-1 1-1 0 0,-1 0 0 0 0,1-1 1 0 0,0 1-1 0 0,0-1 1 0 0,0 1-1 0 0,0 0 0 0 0,0-1 1 0 0,0 1-1 0 0,-1-1 0 0 0,1 1 1 0 0,0-1-1 0 0,0 1 1 0 0,-1-1-1 0 0,1 1 0 0 0,-1-1 1 0 0,1 1-1 0 0,0-1 0 0 0,-1 1 1 0 0,1-1-1 0 0,-1 0 1 0 0,1 1-1 0 0,-1-1 0 0 0,1 0 1 0 0,-1 1-1 0 0,1-1 0 0 0,-1 0 1 0 0,0 1-1 0 0,-8-18 215 0 0,7 8-246 0 0,0 1 1 0 0,1-1-1 0 0,0 0 0 0 0,0-13 0 0 0,8-22 20 0 0,2 1 0 0 0,3 0 0 0 0,1 1 0 0 0,1 0-1 0 0,3 1 1 0 0,2 1 0 0 0,1 1 0 0 0,2 0 0 0 0,1 2 0 0 0,29-35 0 0 0,-46 64-24 0 0,-1 0-1 0 0,1 0 1 0 0,1 1-1 0 0,0 0 1 0 0,0 1-1 0 0,0-1 1 0 0,0 1 0 0 0,1 1-1 0 0,0-1 1 0 0,1 1-1 0 0,-1 1 1 0 0,1 0-1 0 0,17-7 1 0 0,-24 11-3 0 0,-1 0 0 0 0,0 0 0 0 0,1 0 0 0 0,-1 0 0 0 0,0 1 0 0 0,0-1 0 0 0,1 0 0 0 0,-1 0 0 0 0,0 1 0 0 0,1-1 0 0 0,-1 1 0 0 0,0-1 0 0 0,0 1 0 0 0,0-1 0 0 0,1 1 0 0 0,-1 0 0 0 0,0 0 0 0 0,0 0 0 0 0,0-1-1 0 0,0 1 1 0 0,0 0 0 0 0,-1 0 0 0 0,1 0 0 0 0,0 1 0 0 0,0-1 0 0 0,-1 0 0 0 0,1 0 0 0 0,0 0 0 0 0,-1 0 0 0 0,1 1 0 0 0,-1-1 0 0 0,0 0 0 0 0,1 1 0 0 0,-1-1 0 0 0,0 0 0 0 0,0 0 0 0 0,0 1 0 0 0,0-1 0 0 0,0 2 0 0 0,-1 52-14 0 0,-1-47 81 0 0,0 0 0 0 0,0 0-1 0 0,0-1 1 0 0,-1 1 0 0 0,0-1-1 0 0,-1 1 1 0 0,0-1 0 0 0,0-1-1 0 0,0 1 1 0 0,-1 0 0 0 0,0-1 0 0 0,0 0-1 0 0,-10 8 1 0 0,-44 34-2498 0 0,19-21-5807 0 0,35-24 6570 0 0</inkml:trace>
</inkml:ink>
</file>

<file path=ppt/ink/ink8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21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0 365 420 0 0,'25'-12'1318'0'0,"0"-2"-1"0"0,-1 0 1 0 0,-1-2-1 0 0,-1 0 1 0 0,40-38-1 0 0,-57 49-1157 0 0,-1 1 1 0 0,-1-1-1 0 0,1 0 0 0 0,-1 0 0 0 0,1 0 0 0 0,-1 0 0 0 0,-1 0 0 0 0,1-1 0 0 0,-1 1 0 0 0,0-1 0 0 0,0 0 0 0 0,-1 0 0 0 0,1 0 0 0 0,0-8 0 0 0,-3 12-130 0 0,1 1 0 0 0,0-1 0 0 0,0 1 0 0 0,-1-1 0 0 0,1 1 0 0 0,-1 0 0 0 0,1-1 0 0 0,-1 1 0 0 0,1 0 0 0 0,-1 0 0 0 0,0-1 0 0 0,0 1 0 0 0,0 0 0 0 0,0 0 0 0 0,0 0 0 0 0,0 0 0 0 0,0 0 0 0 0,0 0 0 0 0,0 0 0 0 0,0 0 0 0 0,0 0 0 0 0,-1 1 0 0 0,1-1 0 0 0,0 0 0 0 0,0 1 0 0 0,-1-1 0 0 0,1 1 0 0 0,-1 0 0 0 0,1-1 0 0 0,0 1 0 0 0,-1 0 0 0 0,1 0 0 0 0,-3 0 0 0 0,-2-1 66 0 0,0 1 0 0 0,1 0 0 0 0,-1 0 0 0 0,0 0 0 0 0,0 1 0 0 0,-8 2 0 0 0,9-1-46 0 0,-1 0 0 0 0,1 0 0 0 0,0 0 0 0 0,-1 1 0 0 0,1 0 0 0 0,0 0 0 0 0,1 1 0 0 0,-1-1 0 0 0,1 1-1 0 0,-1 0 1 0 0,1 0 0 0 0,0 0 0 0 0,0 1 0 0 0,1-1 0 0 0,0 1 0 0 0,-1 0 0 0 0,1 0 0 0 0,1 0 0 0 0,-1 1-1 0 0,1-1 1 0 0,0 1 0 0 0,0-1 0 0 0,-1 9 0 0 0,2-9-34 0 0,1-1 0 0 0,-1 1-1 0 0,1-1 1 0 0,0 1 0 0 0,1 0-1 0 0,-1-1 1 0 0,1 1 0 0 0,0-1-1 0 0,0 1 1 0 0,0-1 0 0 0,0 1 0 0 0,1-1-1 0 0,0 0 1 0 0,0 1 0 0 0,0-1-1 0 0,0 0 1 0 0,1-1 0 0 0,-1 1 0 0 0,1 0-1 0 0,0-1 1 0 0,1 1 0 0 0,-1-1-1 0 0,0 0 1 0 0,1 0 0 0 0,0 0-1 0 0,-1-1 1 0 0,1 1 0 0 0,0-1 0 0 0,5 2-1 0 0,7 2-4 0 0,-1-1 0 0 0,1 0 0 0 0,0-1-1 0 0,0-1 1 0 0,0-1 0 0 0,0 0 0 0 0,1-1-1 0 0,-1-1 1 0 0,0-1 0 0 0,0 0 0 0 0,1-1 0 0 0,-1 0-1 0 0,0-2 1 0 0,0 0 0 0 0,-1 0 0 0 0,28-13-1 0 0,-16 5 0 0 0,-1-1-1 0 0,0-1 1 0 0,0-2-1 0 0,-2 0 1 0 0,0-2-1 0 0,-1 0 1 0 0,0-2-1 0 0,26-30 1 0 0,-46 46-3 0 0,1 0 0 0 0,-1-1 0 0 0,0 1 0 0 0,-1-1 0 0 0,1 0 0 0 0,2-9 0 0 0,1-1 7 0 0,-5 14 2 0 0,-4-5 41 0 0,3 6-52 0 0,0-1-1 0 0,0 1 0 0 0,0 0 0 0 0,0-1 0 0 0,0 1 0 0 0,0-1 0 0 0,0 1 1 0 0,0 0-1 0 0,-1-1 0 0 0,1 1 0 0 0,0-1 0 0 0,0 1 0 0 0,0 0 0 0 0,0-1 0 0 0,-1 1 1 0 0,1 0-1 0 0,0-1 0 0 0,0 1 0 0 0,-1 0 0 0 0,1-1 0 0 0,0 1 0 0 0,-1 0 1 0 0,1 0-1 0 0,0-1 0 0 0,-1 1 0 0 0,1 0 0 0 0,0 0 0 0 0,-1 0 0 0 0,1-1 1 0 0,-1 1-1 0 0,-6 0 56 0 0,-1-1-1 0 0,0 1 1 0 0,1 1 0 0 0,-1 0 0 0 0,1 0 0 0 0,-1 0 0 0 0,1 1-1 0 0,-1 0 1 0 0,1 0 0 0 0,0 1 0 0 0,0 0 0 0 0,0 0 0 0 0,0 1-1 0 0,-8 6 1 0 0,7-6-21 0 0,1 1 0 0 0,-1 0 0 0 0,2 1 0 0 0,-1 0 0 0 0,0 0 0 0 0,1 0 0 0 0,0 1 0 0 0,1 0 0 0 0,0 0 0 0 0,0 1 0 0 0,0-1 0 0 0,-4 12 0 0 0,8-17-30 0 0,0 0 0 0 0,0 1 0 0 0,0-1 0 0 0,1 0 0 0 0,-1 1 0 0 0,1-1 0 0 0,0 0 0 0 0,-1 1 0 0 0,1-1 0 0 0,0 1 0 0 0,1-1 0 0 0,-1 0 0 0 0,0 1 0 0 0,1-1 0 0 0,-1 0 0 0 0,1 1 0 0 0,1 2 0 0 0,-1-3-6 0 0,0-1 1 0 0,0 1-1 0 0,0-1 0 0 0,0 0 1 0 0,1 1-1 0 0,-1-1 0 0 0,0 0 1 0 0,1 0-1 0 0,-1 0 0 0 0,1 0 1 0 0,-1 0-1 0 0,1 0 0 0 0,0 0 1 0 0,-1-1-1 0 0,1 1 0 0 0,0-1 1 0 0,3 1-1 0 0,1 0-3 0 0,0 0 1 0 0,0-1-1 0 0,1 0 1 0 0,-1 0-1 0 0,0-1 1 0 0,0 1-1 0 0,0-1 0 0 0,0-1 1 0 0,0 1-1 0 0,0-1 1 0 0,9-4-1 0 0,-3 0-82 0 0,1-1-1 0 0,-1-1 1 0 0,0 0 0 0 0,-1 0-1 0 0,0-1 1 0 0,-1-1 0 0 0,1 0-1 0 0,-2 0 1 0 0,12-16 0 0 0,-20 25 61 0 0,-4 24-111 0 0,3-21 129 0 0,-1 0 0 0 0,1 0-1 0 0,0 0 1 0 0,0 0 0 0 0,-1 0 0 0 0,1 0-1 0 0,0 1 1 0 0,1-1 0 0 0,-1 0 0 0 0,0 0-1 0 0,1 0 1 0 0,-1 0 0 0 0,1 0-1 0 0,-1 0 1 0 0,1-1 0 0 0,0 1 0 0 0,0 0-1 0 0,0 0 1 0 0,0 0 0 0 0,0-1 0 0 0,0 1-1 0 0,0 0 1 0 0,1-1 0 0 0,-1 1 0 0 0,3 1-1 0 0,-1-1 2 0 0,0 0 0 0 0,0 0 0 0 0,-1 0-1 0 0,1-1 1 0 0,0 1 0 0 0,0-1-1 0 0,1 1 1 0 0,-1-1 0 0 0,0-1 0 0 0,0 1-1 0 0,0 0 1 0 0,1-1 0 0 0,-1 1-1 0 0,0-1 1 0 0,1 0 0 0 0,-1 0 0 0 0,1 0-1 0 0,-1-1 1 0 0,0 1 0 0 0,0-1 0 0 0,1 0-1 0 0,-1 0 1 0 0,0 0 0 0 0,4-2-1 0 0,10-3 16 0 0,0-2-1 0 0,0-1 0 0 0,16-10 0 0 0,-26 15-3 0 0,9-9-7 0 0,0 0 1 0 0,-1-1-1 0 0,-1-1 0 0 0,0 0 1 0 0,-1-1-1 0 0,-1-1 0 0 0,11-19 1 0 0,-22 35-3 0 0,18-35 75 0 0,-17 35-60 0 0,-6 0-95 0 0,3 1 79 0 0,0-1 0 0 0,1 1 0 0 0,-1 0-1 0 0,0-1 1 0 0,0 1 0 0 0,0 0 0 0 0,0 0 0 0 0,0 0-1 0 0,0 0 1 0 0,0 0 0 0 0,0 0 0 0 0,0 0-1 0 0,0 0 1 0 0,0 0 0 0 0,1 1 0 0 0,-1-1-1 0 0,0 0 1 0 0,0 0 0 0 0,0 1 0 0 0,0-1 0 0 0,0 1-1 0 0,0-1 1 0 0,1 1 0 0 0,-1-1 0 0 0,0 1-1 0 0,0-1 1 0 0,1 1 0 0 0,-1 0 0 0 0,0-1-1 0 0,1 1 1 0 0,-1 0 0 0 0,0 1 0 0 0,-1 1-11 0 0,2-1 6 0 0,1 7 18 0 0,1-1-19 0 0,1-1-1 0 0,0 0 1 0 0,1 0-1 0 0,-1 0 1 0 0,1 0-1 0 0,0-1 0 0 0,1 1 1 0 0,0-1-1 0 0,10 10 1 0 0,2 4-3 0 0,-12-14 12 0 0,1-1 1 0 0,0 1-1 0 0,0-2 0 0 0,1 1 0 0 0,-1 0 1 0 0,1-1-1 0 0,0-1 0 0 0,0 1 0 0 0,1-1 1 0 0,-1 0-1 0 0,1-1 0 0 0,-1 0 0 0 0,1 0 1 0 0,0 0-1 0 0,0-1 0 0 0,0 0 0 0 0,0-1 1 0 0,14 0-1 0 0,-16 0 0 0 0,0 0 1 0 0,0-1-1 0 0,0 1 0 0 0,0-1 0 0 0,0 0 1 0 0,-1-1-1 0 0,1 1 0 0 0,0-1 1 0 0,-1 0-1 0 0,1-1 0 0 0,-1 1 1 0 0,0-1-1 0 0,0 0 0 0 0,0-1 0 0 0,0 1 1 0 0,0-1-1 0 0,-1 0 0 0 0,1 0 1 0 0,-1 0-1 0 0,0-1 0 0 0,-1 1 1 0 0,1-1-1 0 0,-1 0 0 0 0,0 0 0 0 0,5-9 1 0 0,-6 5 78 0 0,0 0-1 0 0,0 0 1 0 0,-1 0 0 0 0,0 0 0 0 0,-1 0-1 0 0,0 0 1 0 0,0 0 0 0 0,-1-1 0 0 0,0 1 0 0 0,-1 0-1 0 0,-2-9 1 0 0,4 16 519 0 0,2 8-518 0 0,7 15 10 0 0,0 1 0 0 0,-2 1 1 0 0,-1-1-1 0 0,0 1 0 0 0,-2 0 0 0 0,3 42 0 0 0,-8-60-126 0 0,0 0 0 0 0,0 0-1 0 0,0-1 1 0 0,-1 1 0 0 0,0-1 0 0 0,0 1 0 0 0,0-1-1 0 0,0 0 1 0 0,-1 0 0 0 0,0 0 0 0 0,0 0 0 0 0,0 0-1 0 0,0 0 1 0 0,0-1 0 0 0,-1 0 0 0 0,1 0 0 0 0,-1 0-1 0 0,0 0 1 0 0,0 0 0 0 0,0-1 0 0 0,-5 3 0 0 0,5-3-1047 0 0,0 0 0 0 0,0-1 1 0 0,0 1-1 0 0,0-1 1 0 0,0 0-1 0 0,0 0 0 0 0,-1 0 1 0 0,-6 0-1 0 0,-2-1-2862 0 0</inkml:trace>
</inkml:ink>
</file>

<file path=ppt/ink/ink8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24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144 803 124 0 0,'-137'75'7301'0'0,"136"-75"-7217"0"0,1 1 0 0 0,-1-1 1 0 0,1 1-1 0 0,0-1 1 0 0,-1 1-1 0 0,1-1 1 0 0,-1 1-1 0 0,1-1 0 0 0,0 1 1 0 0,-1-1-1 0 0,1 1 1 0 0,0-1-1 0 0,0 1 0 0 0,-1 0 1 0 0,1-1-1 0 0,0 1 1 0 0,0-1-1 0 0,0 1 0 0 0,0 0 1 0 0,0-1-1 0 0,0 1 1 0 0,0 0-1 0 0,0-1 0 0 0,0 1 1 0 0,0 0-1 0 0,0-1 1 0 0,0 1-1 0 0,0-1 0 0 0,0 1 1 0 0,1 0-1 0 0,-1 0 1 0 0,34-15 172 0 0,-1-1 1 0 0,-1-1 0 0 0,35-24 0 0 0,93-73 142 0 0,-88 62-224 0 0,194-148 269 0 0,-225 164-358 0 0,-1-2 0 0 0,-2-2 0 0 0,65-86 0 0 0,-94 112-58 0 0,-1-1 0 0 0,-1 0-1 0 0,11-28 1 0 0,-15 34-16 0 0,0 1 0 0 0,-1-1 0 0 0,0 0 0 0 0,-1 1 0 0 0,0-1 0 0 0,0 0 0 0 0,-1 0 0 0 0,1 0 0 0 0,-3-10 0 0 0,-10-8 39 0 0,11 25-52 0 0,0 0 1 0 0,0 0-1 0 0,0 0 0 0 0,-1 0 1 0 0,1 0-1 0 0,0 0 0 0 0,-1 1 0 0 0,1-1 1 0 0,-1 0-1 0 0,1 1 0 0 0,-1-1 0 0 0,1 1 1 0 0,-1-1-1 0 0,1 1 0 0 0,-1 0 1 0 0,0-1-1 0 0,1 1 0 0 0,-1 0 0 0 0,1 0 1 0 0,-1 0-1 0 0,0 0 0 0 0,1 1 0 0 0,-1-1 1 0 0,1 0-1 0 0,-1 1 0 0 0,1-1 1 0 0,-1 1-1 0 0,1-1 0 0 0,-1 1 0 0 0,1 0 1 0 0,-1 0-1 0 0,1 0 0 0 0,-2 1 1 0 0,-10 8-1 0 0,0 0 0 0 0,0 1 1 0 0,2 1-1 0 0,-1 0 1 0 0,1 1-1 0 0,1 0 1 0 0,0 0-1 0 0,-7 16 0 0 0,11-20 2 0 0,0 1 0 0 0,2 0 0 0 0,-1 0-1 0 0,1 1 1 0 0,1 0 0 0 0,0-1 0 0 0,0 1-1 0 0,1 0 1 0 0,0 0 0 0 0,1 1 0 0 0,0-1-1 0 0,2 20 1 0 0,0-26-4 0 0,-1-1 1 0 0,1 0-1 0 0,0 0 0 0 0,0 0 0 0 0,1 0 0 0 0,-1 0 0 0 0,1 0 1 0 0,0 0-1 0 0,0 0 0 0 0,0 0 0 0 0,0-1 0 0 0,1 1 0 0 0,-1-1 1 0 0,1 0-1 0 0,0 0 0 0 0,0 0 0 0 0,0 0 0 0 0,7 5 1 0 0,-4-5 1 0 0,-1-1-1 0 0,1 1 1 0 0,-1-1 0 0 0,1-1 0 0 0,0 1 0 0 0,0-1 0 0 0,0 0 0 0 0,0 0 0 0 0,0 0 0 0 0,0-1 0 0 0,0 0 0 0 0,7-1 0 0 0,2-1 4 0 0,-1 0 0 0 0,1-1 0 0 0,-1 0-1 0 0,0-2 1 0 0,0 1 0 0 0,0-2 0 0 0,-1 0 0 0 0,0 0-1 0 0,0-2 1 0 0,16-10 0 0 0,20-26 20 0 0,-1-2 1 0 0,79-99-1 0 0,-75 83-10 0 0,-50 60-6 0 0,0 0 0 0 0,0-1 0 0 0,0 1 0 0 0,0 0 0 0 0,1 1 0 0 0,-1-1 0 0 0,0 0 0 0 0,1 1 0 0 0,0-1 1 0 0,-1 1-1 0 0,1 0 0 0 0,5-2 0 0 0,-6 3 1 0 0,22 13 101 0 0,-16 4-4 0 0,0-1 1 0 0,-1 2-1 0 0,-1-1 1 0 0,5 26 0 0 0,8 23 248 0 0,-19-65-301 0 0,21-6 77 0 0,89-62 158 0 0,-110 67-316 0 0,1-1 1 0 0,0 1-1 0 0,-1 0 1 0 0,1-1 0 0 0,0 1-1 0 0,-1 0 1 0 0,1 0-1 0 0,0 0 1 0 0,-1-1-1 0 0,1 1 1 0 0,0 0 0 0 0,-1 0-1 0 0,1 0 1 0 0,0 0-1 0 0,0 0 1 0 0,-1 0 0 0 0,1 0-1 0 0,0 0 1 0 0,-1 1-1 0 0,1-1 1 0 0,0 0-1 0 0,0 0 1 0 0,-1 0 0 0 0,1 1-1 0 0,-1-1 1 0 0,1 0-1 0 0,0 1 1 0 0,-1-1 0 0 0,1 1-1 0 0,0 0 1 0 0,-1-1-122 0 0,1 1 0 0 0,-1 0 0 0 0,0-1-1 0 0,1 1 1 0 0,-1 0 0 0 0,0 0 0 0 0,0-1 0 0 0,0 1 0 0 0,0 0 0 0 0,1-1 0 0 0,-1 1 0 0 0,0 0 0 0 0,0 0 0 0 0,-1-1 0 0 0,1 1 0 0 0,0 0 0 0 0,0-1 0 0 0,0 1-1 0 0,0 0 1 0 0,-1-1 0 0 0,1 1 0 0 0,0 0 0 0 0,0-1 0 0 0,-1 1 0 0 0,1 0 0 0 0,-1-1 0 0 0,1 1 0 0 0,-1-1 0 0 0,1 1 0 0 0,-1-1 0 0 0,1 1 0 0 0,-1 0-1 0 0,-6 6-3196 0 0</inkml:trace>
</inkml:ink>
</file>

<file path=ppt/ink/ink8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24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86 146 536 0 0,'-21'-28'2857'0'0,"0"-2"0"0"0,-21-41 1 0 0,42 70-2318 0 0,0-1-169 0 0,-1 2-363 0 0,1 0 0 0 0,0-1-1 0 0,0 1 1 0 0,0-1-1 0 0,-1 1 1 0 0,1-1 0 0 0,0 1-1 0 0,0-1 1 0 0,0 1 0 0 0,0-1-1 0 0,0 1 1 0 0,0-1 0 0 0,0 1-1 0 0,0-1 1 0 0,0 1-1 0 0,0-1 1 0 0,1 1 0 0 0,-1-1-1 0 0,0 1 1 0 0,0-1 0 0 0,0 1-1 0 0,0-1 1 0 0,1 1-1 0 0,-1 0 1 0 0,0-1 0 0 0,0 1-1 0 0,1-1 1 0 0,-1 1 0 0 0,1-1-1 0 0,11 3-806 0 0,0 1-1 0 0,0 0 0 0 0,19 8 0 0 0,-5-1-2029 0 0,-2-2 453 0 0</inkml:trace>
</inkml:ink>
</file>

<file path=ppt/ink/ink8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49:59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37 296 696 0 0,'12'30'2435'0'0,"4"18"-1070"0"0,-1 2 0 0 0,7 52 0 0 0,-11-48-466 0 0,26 79 0 0 0,-6-49 1344 0 0,-31-82-1112 0 0,-17-23-562 0 0,-3-4-420 0 0,2 0-1 0 0,1-1 1 0 0,1-1 0 0 0,1 0-1 0 0,1-2 1 0 0,2 1 0 0 0,1-1-1 0 0,1-1 1 0 0,1 0-1 0 0,2 0 1 0 0,-4-35 0 0 0,9 48-136 0 0,1 1 1 0 0,1-1-1 0 0,0 0 1 0 0,1 0 0 0 0,1 1-1 0 0,0-1 1 0 0,1 1 0 0 0,1 0-1 0 0,1-1 1 0 0,0 2 0 0 0,1-1-1 0 0,1 1 1 0 0,0-1-1 0 0,1 2 1 0 0,1-1 0 0 0,0 1-1 0 0,1 1 1 0 0,0 0 0 0 0,1 0-1 0 0,1 1 1 0 0,0 0-1 0 0,14-10 1 0 0,-18 16-9 0 0,1 0 0 0 0,0 0 0 0 0,0 1-1 0 0,1 1 1 0 0,-1-1 0 0 0,1 2 0 0 0,0-1 0 0 0,0 1 0 0 0,0 1 0 0 0,1 0-1 0 0,-1 0 1 0 0,1 1 0 0 0,-1 0 0 0 0,1 1 0 0 0,-1 0 0 0 0,1 1-1 0 0,14 2 1 0 0,-16-1-3 0 0,-1 0 0 0 0,0 1-1 0 0,1 0 1 0 0,-1 0 0 0 0,0 1 0 0 0,0 0-1 0 0,-1 0 1 0 0,1 0 0 0 0,-1 1 0 0 0,0 1-1 0 0,-1-1 1 0 0,1 1 0 0 0,-1 0 0 0 0,0 0-1 0 0,0 1 1 0 0,-1 0 0 0 0,0 0-1 0 0,0 0 1 0 0,0 1 0 0 0,-1-1 0 0 0,5 14-1 0 0,-8-17-6 0 0,1 0-1 0 0,-1 1 0 0 0,1-1 1 0 0,-1 1-1 0 0,0-1 0 0 0,-1 1 1 0 0,1-1-1 0 0,-1 1 1 0 0,0 0-1 0 0,0-1 0 0 0,-1 1 1 0 0,1 0-1 0 0,-1-1 0 0 0,0 1 1 0 0,0-1-1 0 0,0 1 0 0 0,-1-1 1 0 0,-2 5-1 0 0,1-4 43 0 0,-1 1 0 0 0,0-1-1 0 0,0 0 1 0 0,0 0 0 0 0,0 0 0 0 0,-1-1-1 0 0,0 1 1 0 0,0-1 0 0 0,0 0 0 0 0,-1-1-1 0 0,-8 6 1 0 0,-2-2-466 0 0,-1 0 1 0 0,1-1-1 0 0,-1 0 1 0 0,0-1-1 0 0,-1-1 0 0 0,1-1 1 0 0,-1-1-1 0 0,-26 1 1 0 0,42-3-654 0 0</inkml:trace>
</inkml:ink>
</file>

<file path=ppt/ink/ink8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1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61 560 0 0,'0'-2'208'0'0,"-1"0"1"0"0,0 0-1 0 0,1 0 0 0 0,-1 0 1 0 0,0 0-1 0 0,0 0 1 0 0,0 0-1 0 0,-1 0 0 0 0,1 0 1 0 0,0 0-1 0 0,-1 0 0 0 0,1 1 1 0 0,-1-1-1 0 0,1 0 0 0 0,-1 1 1 0 0,0-1-1 0 0,0 1 1 0 0,0 0-1 0 0,0 0 0 0 0,0 0 1 0 0,0 0-1 0 0,-3-1 0 0 0,1 1 25 0 0,0 0-1 0 0,-1 1 0 0 0,1-1 0 0 0,0 1 1 0 0,-1 0-1 0 0,1 0 0 0 0,-1 1 0 0 0,1-1 1 0 0,0 1-1 0 0,-9 2 0 0 0,-3 3 167 0 0,1 0-1 0 0,-1 1 1 0 0,1 0 0 0 0,1 1-1 0 0,-18 14 1 0 0,26-19-291 0 0,1 1-1 0 0,-1 1 1 0 0,1-1 0 0 0,1 1-1 0 0,-1 0 1 0 0,1 0 0 0 0,0 0 0 0 0,0 0-1 0 0,0 1 1 0 0,1 0 0 0 0,-1 0-1 0 0,1 0 1 0 0,1 0 0 0 0,-4 12-1 0 0,6-17-94 0 0,0 1 0 0 0,0-1-1 0 0,0 0 1 0 0,0 0-1 0 0,1 0 1 0 0,-1 1-1 0 0,0-1 1 0 0,1 0-1 0 0,-1 0 1 0 0,1 0-1 0 0,0 0 1 0 0,-1 0-1 0 0,1 0 1 0 0,0 0 0 0 0,-1 0-1 0 0,1 0 1 0 0,0 0-1 0 0,0 0 1 0 0,0 0-1 0 0,0 0 1 0 0,0-1-1 0 0,0 1 1 0 0,0 0-1 0 0,0-1 1 0 0,0 1-1 0 0,0-1 1 0 0,1 1 0 0 0,-1-1-1 0 0,0 0 1 0 0,0 1-1 0 0,0-1 1 0 0,3 0-1 0 0,37 6 194 0 0,-30-6-174 0 0,1-1-1 0 0,-1 0 1 0 0,0-1 0 0 0,1 0-1 0 0,-1 0 1 0 0,0-1 0 0 0,0-1 0 0 0,-1 0-1 0 0,1 0 1 0 0,-1-1 0 0 0,0-1-1 0 0,0 0 1 0 0,0 0 0 0 0,-1 0-1 0 0,14-14 1 0 0,-14 7-5 0 0,-8 12 30 0 0,-3 5-71 0 0,-1 2 15 0 0,1 0 1 0 0,0 0-1 0 0,0 0 1 0 0,0 0-1 0 0,1 0 1 0 0,-1 0-1 0 0,2 1 1 0 0,-1-1-1 0 0,1 0 1 0 0,0 0-1 0 0,1 12 1 0 0,0-16-1 0 0,-1 1 0 0 0,1-1 0 0 0,0 0-1 0 0,-1 1 1 0 0,1-1 0 0 0,1 0 0 0 0,-1 0 0 0 0,0 0 0 0 0,0 0 0 0 0,1 0 0 0 0,-1 0 0 0 0,1 0 0 0 0,0 0 0 0 0,0 0 0 0 0,3 2 0 0 0,-2-2-1 0 0,1 0 1 0 0,-1 0-1 0 0,1-1 1 0 0,0 1-1 0 0,0-1 1 0 0,0 0-1 0 0,-1 0 1 0 0,1-1 0 0 0,0 1-1 0 0,0-1 1 0 0,0 0-1 0 0,0 0 1 0 0,5 0-1 0 0,0-1 6 0 0,0-1 0 0 0,0 0 0 0 0,-1 0 1 0 0,1-1-1 0 0,-1 0 0 0 0,0 0 0 0 0,0-1 0 0 0,0 0 0 0 0,0-1 0 0 0,-1 1 0 0 0,1-1 0 0 0,8-9 0 0 0,-3 3-5 0 0,-1-1-1 0 0,0 0 0 0 0,-1-1 1 0 0,-1 0-1 0 0,15-23 1 0 0,-21 29 1 0 0,0-1 0 0 0,-1 1 0 0 0,0 0 0 0 0,0-1 0 0 0,2-10 0 0 0,-5 18-1 0 0,0 0 1 0 0,0 0-1 0 0,0 0 1 0 0,0 1-1 0 0,0-1 1 0 0,0 0-1 0 0,0 0 0 0 0,0 0 1 0 0,0 0-1 0 0,-1 0 1 0 0,1 0-1 0 0,0 0 1 0 0,0 0-1 0 0,0 0 1 0 0,0 0-1 0 0,0 0 0 0 0,0 0 1 0 0,0 0-1 0 0,0 0 1 0 0,0 0-1 0 0,-1 0 1 0 0,1 0-1 0 0,0 0 1 0 0,0-1-1 0 0,-10 33 3 0 0,6-16 4 0 0,0 0 0 0 0,2 1 0 0 0,-2 17 1 0 0,4-27-5 0 0,0-1 0 0 0,0 1 0 0 0,1-1 0 0 0,-1 1 0 0 0,1-1-1 0 0,1 1 1 0 0,-1-1 0 0 0,1 0 0 0 0,0 0 0 0 0,6 11 0 0 0,-7-15 1 0 0,1 1-1 0 0,-1-1 1 0 0,0 0 0 0 0,1 0-1 0 0,0 0 1 0 0,0-1 0 0 0,-1 1-1 0 0,1 0 1 0 0,0-1-1 0 0,0 1 1 0 0,0-1 0 0 0,1 1-1 0 0,-1-1 1 0 0,0 0 0 0 0,0 0-1 0 0,1 0 1 0 0,-1 0-1 0 0,1 0 1 0 0,-1-1 0 0 0,1 1-1 0 0,4-1 1 0 0,-4 0-3 0 0,0 0 0 0 0,-1-1 0 0 0,1 1-1 0 0,0-1 1 0 0,0 0 0 0 0,0 0 0 0 0,-1 0 0 0 0,1 0 0 0 0,0-1 0 0 0,-1 1-1 0 0,1-1 1 0 0,-1 1 0 0 0,1-1 0 0 0,-1 0 0 0 0,0 0 0 0 0,0 0 0 0 0,0 0-1 0 0,0 0 1 0 0,0-1 0 0 0,0 1 0 0 0,1-4 0 0 0,8-13 1 0 0,0 0 1 0 0,-2 0-1 0 0,0-1 1 0 0,-1 0 0 0 0,-1 0-1 0 0,7-37 1 0 0,-12 53-7 0 0,1-3 1 0 0,-1 5-3 0 0,1-2 7 0 0,12-19-56 0 0,-23 42 60 0 0,6-14 13 0 0,-2 57-8 0 0,4-60-15 0 0,15 14 72 0 0,-14-16-33 0 0,1-1 1 0 0,-1 1 0 0 0,1 0-1 0 0,-1-1 1 0 0,1 1 0 0 0,0-1 0 0 0,-1 1-1 0 0,0-1 1 0 0,1 0 0 0 0,-1 1 0 0 0,1-1-1 0 0,-1 0 1 0 0,0 0 0 0 0,0 0 0 0 0,1 0-1 0 0,-1 0 1 0 0,0-1 0 0 0,0 1-1 0 0,0 0 1 0 0,0 0 0 0 0,0-1 0 0 0,0 1-1 0 0,-1 0 1 0 0,1-1 0 0 0,0 1 0 0 0,-1-1-1 0 0,1 1 1 0 0,-1-1 0 0 0,1 1-1 0 0,-1-1 1 0 0,0 0 0 0 0,0 1 0 0 0,0-3-1 0 0,0 1 109 0 0,16 3-112 0 0,-12 2-29 0 0,-1 0 0 0 0,1 0 0 0 0,-1 1 0 0 0,1-1 0 0 0,-1 1-1 0 0,0 0 1 0 0,0 0 0 0 0,0 0 0 0 0,-1 0 0 0 0,1 0 0 0 0,3 7-1 0 0,-4-6-1 0 0,-1 1 0 0 0,0-1-1 0 0,0 1 1 0 0,0 0-1 0 0,-1 0 1 0 0,0-1 0 0 0,0 1-1 0 0,0 0 1 0 0,0-1 0 0 0,-1 1-1 0 0,-1 6 1 0 0,1-7-2 0 0,0 0 0 0 0,1 0 0 0 0,-1 0 0 0 0,1 0 0 0 0,0 0 0 0 0,0 0 0 0 0,1 1 0 0 0,-1-1 0 0 0,2 6 0 0 0,7 9 26 0 0,-9-17-24 0 0,1 0-1 0 0,0 0 1 0 0,-1-1-1 0 0,1 1 1 0 0,0 0-1 0 0,0 0 1 0 0,0-1 0 0 0,0 1-1 0 0,0 0 1 0 0,0-1-1 0 0,0 1 1 0 0,0-1 0 0 0,1 1-1 0 0,-1-1 1 0 0,1 0-1 0 0,-1 0 1 0 0,1 1-1 0 0,0-1 1 0 0,-1 0 0 0 0,1-1-1 0 0,0 1 1 0 0,0 0-1 0 0,-1 0 1 0 0,1-1-1 0 0,0 1 1 0 0,0-1 0 0 0,0 1-1 0 0,0-1 1 0 0,2 0-1 0 0,8 1 3 0 0,0-1 0 0 0,-1-1 1 0 0,1 0-1 0 0,0 0 0 0 0,-1-2 0 0 0,1 1 0 0 0,-1-1 0 0 0,0-1 0 0 0,0 0 0 0 0,0 0 0 0 0,-1-1 0 0 0,1-1 0 0 0,-1 1 0 0 0,12-10 0 0 0,-10 6 2 0 0,1-1-1 0 0,-1 0 0 0 0,-1-1 0 0 0,0-1 1 0 0,0 1-1 0 0,-1-2 0 0 0,-1 1 0 0 0,0-1 1 0 0,14-28-1 0 0,-21 38-3 0 0,-1-1 1 0 0,1 0-1 0 0,-1 1 0 0 0,0-1 1 0 0,0 0-1 0 0,0 0 0 0 0,-1 0 1 0 0,1 0-1 0 0,-1 0 0 0 0,0 0 0 0 0,0 0 1 0 0,0 1-1 0 0,-1-1 0 0 0,0 0 1 0 0,1 0-1 0 0,-1 0 0 0 0,-1 0 1 0 0,1 1-1 0 0,0-1 0 0 0,-1 0 0 0 0,0 1 1 0 0,0-1-1 0 0,0 1 0 0 0,-3-4 1 0 0,4 6-4 0 0,1 1 0 0 0,0 0 1 0 0,-1 0-1 0 0,1-1 0 0 0,0 1 0 0 0,-1 0 1 0 0,1 0-1 0 0,-1 0 0 0 0,1-1 0 0 0,0 1 1 0 0,-1 0-1 0 0,1 0 0 0 0,-1 0 1 0 0,1 0-1 0 0,-1 0 0 0 0,1 0 0 0 0,0 0 1 0 0,-1 0-1 0 0,1 0 0 0 0,-1 0 1 0 0,1 0-1 0 0,-1 0 0 0 0,1 1 0 0 0,0-1 1 0 0,-1 0-1 0 0,1 0 0 0 0,-1 0 0 0 0,1 0 1 0 0,0 1-1 0 0,-1-1 0 0 0,1 0 1 0 0,0 1-1 0 0,-1-1 0 0 0,1 0 0 0 0,0 0 1 0 0,-1 1-1 0 0,1-1 0 0 0,0 0 0 0 0,0 1 1 0 0,-1-1-1 0 0,1 1 0 0 0,0-1 1 0 0,0 0-1 0 0,-1 1 0 0 0,1 1 3 0 0,-1-1 0 0 0,0 1 0 0 0,1-1-1 0 0,-1 0 1 0 0,0 1 0 0 0,1-1 0 0 0,0 1 0 0 0,-1-1 0 0 0,1 1-1 0 0,0 0 1 0 0,0-1 0 0 0,0 1 0 0 0,0-1 0 0 0,0 1 0 0 0,0-1 0 0 0,1 3-1 0 0,11 29 109 0 0,2 0 0 0 0,1-1-1 0 0,1-1 1 0 0,38 52 0 0 0,-41-63-75 0 0,-12-19-26 0 0,0 1-1 0 0,0-1 0 0 0,0 1 0 0 0,0-1 1 0 0,0 1-1 0 0,-1-1 0 0 0,1 1 0 0 0,0 0 1 0 0,-1 0-1 0 0,1-1 0 0 0,-1 1 0 0 0,0 0 1 0 0,1 0-1 0 0,-1-1 0 0 0,0 1 0 0 0,0 0 1 0 0,0 0-1 0 0,0 0 0 0 0,-1 0 0 0 0,1-1 0 0 0,0 1 1 0 0,-1 0-1 0 0,1 0 0 0 0,-1-1 0 0 0,0 1 1 0 0,-1 2-1 0 0,0-2 11 0 0,0 1 0 0 0,-1 0 0 0 0,0-1 1 0 0,1 0-1 0 0,-1 1 0 0 0,0-1 0 0 0,0-1 0 0 0,0 1 0 0 0,-1 0 0 0 0,1-1 1 0 0,0 1-1 0 0,-6 1 0 0 0,-8 1-238 0 0,0 0 1 0 0,0-1-1 0 0,-1-1 0 0 0,-27 1 1 0 0,-22-8-2711 0 0,23-4-2491 0 0,16 2 1679 0 0</inkml:trace>
</inkml:ink>
</file>

<file path=ppt/ink/ink8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1.6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30 132 12253 0 0,'-1'-11'280'0'0,"1"0"0"0"0,0 1 0 0 0,0-1 0 0 0,1 0 0 0 0,0 1 0 0 0,1-1-1 0 0,4-13 1 0 0,1-7 749 0 0,-7 30-644 0 0,-3 6-3565 0 0,-2 1 2502 0 0,-20 26-4934 0 0,12-22 1992 0 0</inkml:trace>
</inkml:ink>
</file>

<file path=ppt/ink/ink8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3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74 125 6105 0 0,'38'-123'3689'0'0,"-38"121"-2188"0"0,-1 10-1233 0 0,-8 38 191 0 0,-2-2 0 0 0,-2 0 0 0 0,-2 0 0 0 0,-30 59 1 0 0,39-92-841 0 0,-3 6-295 0 0,6-7-7522 0 0</inkml:trace>
</inkml:ink>
</file>

<file path=ppt/ink/ink8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3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1 122 208 0 0,'13'-115'7596'0'0,"-13"113"-7026"0"0,2 1-332 0 0,5-2-113 0 0,-5 2-276 0 0,8 12-459 0 0,7 10-3848 0 0,-13-10 2480 0 0</inkml:trace>
</inkml:ink>
</file>

<file path=ppt/ink/ink8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3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50 352 0 0,'-28'78'8587'0'0,"33"-83"-8309"0"0,110-105 1305 0 0,-115 109-1571 0 0,1 0 1 0 0,0 0-1 0 0,0 0 1 0 0,0 0 0 0 0,0 0-1 0 0,0 1 1 0 0,1-1-1 0 0,-1 0 1 0 0,0 0 0 0 0,0 1-1 0 0,1-1 1 0 0,-1 1-1 0 0,0-1 1 0 0,0 1-1 0 0,1 0 1 0 0,-1-1 0 0 0,1 1-1 0 0,-1 0 1 0 0,0 0-1 0 0,1 0 1 0 0,-1 0 0 0 0,0 0-1 0 0,1 0 1 0 0,-1 0-1 0 0,1 1 1 0 0,-1-1-1 0 0,0 0 1 0 0,3 2 0 0 0,-1 0-218 0 0,0 1 0 0 0,-1-1 1 0 0,1 1-1 0 0,-1 0 0 0 0,1 0 1 0 0,-1 0-1 0 0,0 0 0 0 0,2 6 1 0 0,13 15-4877 0 0,-11-17 2695 0 0</inkml:trace>
</inkml:ink>
</file>

<file path=ppt/ink/ink8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4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15 417 360 0 0,'0'0'5113'0'0,"-2"5"-4600"0"0,0-1-328 0 0,0 1 0 0 0,0-1 1 0 0,0 1-1 0 0,1 0 0 0 0,0 0 1 0 0,0-1-1 0 0,0 1 0 0 0,1 6 0 0 0,0-9-121 0 0,0 0 0 0 0,0 0 0 0 0,0 0 0 0 0,0-1 0 0 0,0 1-1 0 0,1 0 1 0 0,-1 0 0 0 0,1-1 0 0 0,-1 1 0 0 0,1 0 0 0 0,0-1-1 0 0,0 1 1 0 0,0-1 0 0 0,0 1 0 0 0,0-1 0 0 0,0 1 0 0 0,0-1-1 0 0,0 1 1 0 0,0-1 0 0 0,1 0 0 0 0,-1 0 0 0 0,1 0 0 0 0,-1 0-1 0 0,1 0 1 0 0,-1 0 0 0 0,1 0 0 0 0,-1 0 0 0 0,1 0 0 0 0,0-1-1 0 0,2 1 1 0 0,-2 0 140 0 0,34-21 288 0 0,-16 1-336 0 0,0-1 0 0 0,0-1-1 0 0,-2-1 1 0 0,-1 0 0 0 0,-1-2 0 0 0,-1 1 0 0 0,0-2 0 0 0,-2 0 0 0 0,-1-1 0 0 0,-2 0 0 0 0,10-31 0 0 0,-18 48-107 0 0,1 0 1 0 0,-1 0-1 0 0,-1 0 0 0 0,0-1 1 0 0,0 1-1 0 0,0 0 0 0 0,-1-1 0 0 0,-1 1 1 0 0,0 0-1 0 0,0 0 0 0 0,-4-17 1 0 0,3 22-34 0 0,1 1 0 0 0,-1 0 0 0 0,1 0 0 0 0,-1-1 0 0 0,0 1 0 0 0,0 0 0 0 0,0 1 0 0 0,-1-1 0 0 0,1 0 0 0 0,0 1 0 0 0,-1-1 0 0 0,0 1 0 0 0,0 0 0 0 0,0 0 0 0 0,0 0 0 0 0,0 0 0 0 0,0 0 0 0 0,0 1 0 0 0,-1-1 0 0 0,1 1 0 0 0,0 0 0 0 0,-1 0 0 0 0,1 0 1 0 0,-1 1-1 0 0,1-1 0 0 0,-1 1 0 0 0,0 0 0 0 0,1 0 0 0 0,-1 0 0 0 0,1 0 0 0 0,-1 1 0 0 0,0-1 0 0 0,-4 2 0 0 0,5-2-8 0 0,-1 1 1 0 0,1-1-1 0 0,0 1 1 0 0,-1 0-1 0 0,1 0 0 0 0,0 0 1 0 0,0 0-1 0 0,0 1 1 0 0,0-1-1 0 0,0 1 1 0 0,0 0-1 0 0,0 0 0 0 0,0 0 1 0 0,1 0-1 0 0,-1 0 1 0 0,1 1-1 0 0,-1-1 1 0 0,1 1-1 0 0,0-1 0 0 0,0 1 1 0 0,-3 5-1 0 0,5-5-2 0 0,-1 0 0 0 0,1 0 0 0 0,-1-1 0 0 0,1 1 0 0 0,0 0 0 0 0,0 0 0 0 0,0 0 0 0 0,1 0 0 0 0,-1 0 0 0 0,1 0 0 0 0,-1-1 0 0 0,1 1 0 0 0,0 0 0 0 0,0 0 0 0 0,1-1 0 0 0,-1 1 0 0 0,0 0 0 0 0,1-1 0 0 0,-1 0 0 0 0,1 1 0 0 0,0-1 0 0 0,0 0 0 0 0,0 0 0 0 0,0 0 0 0 0,0 0 0 0 0,3 2 0 0 0,31 26 64 0 0,47 31 1 0 0,-60-47-48 0 0,0 2 1 0 0,-1 0-1 0 0,-1 2 0 0 0,0 0 0 0 0,-1 2 0 0 0,-2 0 0 0 0,24 31 0 0 0,-40-47 3 0 0,0 0 1 0 0,1 1-1 0 0,-2-1 0 0 0,1 0 0 0 0,0 1 0 0 0,-1-1 1 0 0,0 1-1 0 0,0-1 0 0 0,0 1 0 0 0,-1-1 0 0 0,1 1 0 0 0,-1 0 1 0 0,0-1-1 0 0,-1 1 0 0 0,1 0 0 0 0,-1-1 0 0 0,0 1 0 0 0,-2 7 1 0 0,-19 29-876 0 0,-11-7-3933 0 0,19-29-1682 0 0</inkml:trace>
</inkml:ink>
</file>

<file path=ppt/ink/ink8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4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70 516 0 0,'9'-61'6947'0'0,"-9"60"-6396"0"0,2-2 100 0 0,-2 3-646 0 0,0 0 0 0 0,0 0 0 0 0,0-1 0 0 0,0 1 0 0 0,0 0 0 0 0,0 0 0 0 0,0 0 0 0 0,0-1 0 0 0,0 1 0 0 0,0 0 0 0 0,0 0 0 0 0,0 0 0 0 0,1 0 0 0 0,-1-1 0 0 0,0 1 0 0 0,0 0 0 0 0,0 0 0 0 0,0 0 0 0 0,0 0-1 0 0,0-1 1 0 0,1 1 0 0 0,-1 0 0 0 0,0 0 0 0 0,0 0 0 0 0,0 0 0 0 0,0 0 0 0 0,1 0 0 0 0,-1 0 0 0 0,0 0 0 0 0,0 0 0 0 0,0-1 0 0 0,0 1 0 0 0,1 0 0 0 0,-1 0 0 0 0,0 0 0 0 0,0 0 0 0 0,0 0 0 0 0,1 0 0 0 0,-1 0 0 0 0,0 0 0 0 0,0 0 0 0 0,0 0 0 0 0,1 1 0 0 0,-1-1 0 0 0,0 0 0 0 0,0 0 0 0 0,0 0 0 0 0,0 0 0 0 0,1 0 0 0 0,-1 0-1 0 0,0 0 1 0 0,1 2-48 0 0,14 14-1069 0 0,-7 1-2739 0 0</inkml:trace>
</inkml:ink>
</file>

<file path=ppt/ink/ink8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5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129 522 36 0 0,'-12'3'1115'0'0,"-1"1"-1"0"0,0 1 1 0 0,1 0 0 0 0,-18 11 0 0 0,26-14-892 0 0,0 1 0 0 0,1-1 1 0 0,-1 1-1 0 0,1 0 1 0 0,0-1-1 0 0,0 2 0 0 0,0-1 1 0 0,0 0-1 0 0,1 0 1 0 0,-1 1-1 0 0,1 0 0 0 0,0-1 1 0 0,0 1-1 0 0,0 0 1 0 0,1 0-1 0 0,-1 0 0 0 0,-1 8 1 0 0,3-10-178 0 0,0 0 1 0 0,1 0-1 0 0,-1 0 0 0 0,0 0 1 0 0,1 0-1 0 0,0 0 0 0 0,-1 0 1 0 0,1-1-1 0 0,0 1 0 0 0,0 0 1 0 0,0 0-1 0 0,0 0 1 0 0,0-1-1 0 0,0 1 0 0 0,1-1 1 0 0,-1 1-1 0 0,0-1 0 0 0,1 1 1 0 0,-1-1-1 0 0,1 0 0 0 0,0 0 1 0 0,-1 0-1 0 0,1 0 1 0 0,2 1-1 0 0,42 18 451 0 0,-27-17-425 0 0,-1-1 0 0 0,1-1-1 0 0,0-1 1 0 0,0 0 0 0 0,0-2-1 0 0,0 0 1 0 0,0-1 0 0 0,0-1 0 0 0,-1 0-1 0 0,0-2 1 0 0,0 0 0 0 0,0-1 0 0 0,-1-1-1 0 0,0 0 1 0 0,0-2 0 0 0,19-14-1 0 0,-24 15-8 0 0,-1-2-1 0 0,0 1 0 0 0,0-1 0 0 0,-2-1 1 0 0,1 0-1 0 0,-1 0 0 0 0,-1-1 0 0 0,7-14 1 0 0,-14 25 76 0 0,3-9 57 0 0,-4 10-179 0 0,0 1-1 0 0,0 0 1 0 0,0 0-1 0 0,0 0 1 0 0,0 0-1 0 0,0 0 1 0 0,0-1-1 0 0,1 1 1 0 0,-1 0-1 0 0,0 0 1 0 0,0 0-1 0 0,0 0 1 0 0,0-1-1 0 0,0 1 1 0 0,0 0-1 0 0,0 0 1 0 0,0 0-1 0 0,0-1 1 0 0,0 1-1 0 0,0 0 1 0 0,0 0-1 0 0,0 0 1 0 0,0-1-1 0 0,0 1 1 0 0,0 0-1 0 0,0 0 1 0 0,0 0-1 0 0,0 0 1 0 0,0-1-1 0 0,0 1 1 0 0,-1 0-1 0 0,1 0 1 0 0,0 0-1 0 0,0 0 1 0 0,0-1-1 0 0,0 1 1 0 0,0 0-1 0 0,0 0 1 0 0,-1 0-1 0 0,1 0 1 0 0,0 0-1 0 0,0-1 1 0 0,0 1-1 0 0,0 0 1 0 0,0 0-1 0 0,-1 0 1 0 0,1 0-1 0 0,0 0 1 0 0,0 0-1 0 0,0 0 1 0 0,-1 0-1 0 0,1 0 1 0 0,0 0-1 0 0,0 0 1 0 0,0 0-1 0 0,-1 0 1 0 0,1 0-1 0 0,0 0 1 0 0,0 0-1 0 0,-1 0 1 0 0,-8 6 33 0 0,-1 0 1 0 0,1 0-1 0 0,1 1 0 0 0,-1 1 1 0 0,1-1-1 0 0,0 2 1 0 0,1-1-1 0 0,-7 10 1 0 0,2 2 138 0 0,12-20-186 0 0,0 1 0 0 0,0-1 0 0 0,0 0 0 0 0,0 0 1 0 0,0 0-1 0 0,0 0 0 0 0,0 0 0 0 0,0 1 0 0 0,0-1 0 0 0,0 0 0 0 0,0 0 0 0 0,0 0 0 0 0,0 0 0 0 0,0 1 0 0 0,0-1 0 0 0,0 0 0 0 0,0 0 0 0 0,0 0 0 0 0,0 0 1 0 0,0 0-1 0 0,0 1 0 0 0,0-1 0 0 0,0 0 0 0 0,0 0 0 0 0,1 0 0 0 0,-1 0 0 0 0,0 0 0 0 0,0 1 0 0 0,0-1 0 0 0,0 0 0 0 0,0 0 0 0 0,0 0 0 0 0,0 0 1 0 0,1 0-1 0 0,-1 0 0 0 0,0 0 0 0 0,0 0 0 0 0,0 0 0 0 0,0 1 0 0 0,0-1 0 0 0,1 0 0 0 0,-1 0 0 0 0,0 0 0 0 0,0 0 0 0 0,0 0 0 0 0,0 0 0 0 0,1 0 1 0 0,-1 0-1 0 0,0 0 0 0 0,0 0 0 0 0,0 0 0 0 0,1 0 0 0 0,38-17 131 0 0,-19 8-180 0 0,-14 7 48 0 0,0 1 0 0 0,1 0 1 0 0,-1 1-1 0 0,0 0 0 0 0,0-1 1 0 0,1 2-1 0 0,-1-1 0 0 0,0 1 1 0 0,0 0-1 0 0,0 0 0 0 0,1 1 1 0 0,9 4-1 0 0,31 4-6 0 0,-36-9 4 0 0,-1-1 1 0 0,1 0 0 0 0,-1-1 0 0 0,1-1 0 0 0,-1 1-1 0 0,0-2 1 0 0,1 1 0 0 0,-1-2 0 0 0,0 1-1 0 0,-1-1 1 0 0,1 0 0 0 0,-1-1 0 0 0,0-1-1 0 0,0 1 1 0 0,0-1 0 0 0,-1-1 0 0 0,1 1-1 0 0,-2-1 1 0 0,12-14 0 0 0,0 0 8 0 0,-2-1 1 0 0,-1-1-1 0 0,0 0 0 0 0,-2-1 1 0 0,-1-1-1 0 0,13-32 0 0 0,-20 41-6 0 0,0 1-1 0 0,-1-1 0 0 0,-1 1 0 0 0,-1-1 0 0 0,0-1 0 0 0,-1 1 0 0 0,0 0 1 0 0,-2-1-1 0 0,0 1 0 0 0,0 0 0 0 0,-2-1 0 0 0,-6-31 0 0 0,7 46 0 0 0,1 0-2 0 0,-1 0-1 0 0,1 0 1 0 0,-1 0 0 0 0,0 0-1 0 0,1 1 1 0 0,-1-1 0 0 0,0 0-1 0 0,0 0 1 0 0,-1 0 0 0 0,1 1-1 0 0,0-1 1 0 0,0 1 0 0 0,-1-1 0 0 0,1 1-1 0 0,-1-1 1 0 0,1 1 0 0 0,-1 0-1 0 0,0 0 1 0 0,-3-2 0 0 0,-10 4-5 0 0,9 1 6 0 0,-1 1 0 0 0,1 1 0 0 0,-1-1 0 0 0,1 1 0 0 0,0 0 0 0 0,1 0 0 0 0,-1 1 1 0 0,1 0-1 0 0,0 0 0 0 0,0 0 0 0 0,0 1 0 0 0,1-1 0 0 0,0 1 0 0 0,0 0 0 0 0,0 0 0 0 0,1 1 0 0 0,0-1 0 0 0,0 1 0 0 0,-4 12 0 0 0,3-7 17 0 0,1-1 0 0 0,0 1 0 0 0,0 0 0 0 0,1 1 0 0 0,0-1 0 0 0,2 0 0 0 0,-1 1-1 0 0,1-1 1 0 0,1 0 0 0 0,0 0 0 0 0,3 14 0 0 0,0-14-4 0 0,0-1 1 0 0,0 1-1 0 0,1-1 0 0 0,1 0 0 0 0,0 0 0 0 0,0-1 0 0 0,1 0 1 0 0,0 0-1 0 0,1 0 0 0 0,0-1 0 0 0,1 0 0 0 0,0-1 1 0 0,0 1-1 0 0,1-2 0 0 0,0 0 0 0 0,0 0 0 0 0,0 0 1 0 0,1-2-1 0 0,0 1 0 0 0,1-1 0 0 0,-1-1 0 0 0,1 0 1 0 0,20 4-1 0 0,-28-8 71 0 0,0 0 0 0 0,0 0 0 0 0,0 0 0 0 0,0 0-1 0 0,0-1 1 0 0,0 1 0 0 0,0-1 0 0 0,-1 0 0 0 0,1-1 0 0 0,0 1 0 0 0,-1-1 0 0 0,6-2 0 0 0,-8 3 77 0 0,-1 2-318 0 0,0 1 0 0 0,0-1 1 0 0,0 1-1 0 0,0-1 0 0 0,-1 0 0 0 0,1 1 0 0 0,0-1 1 0 0,-1 0-1 0 0,1 0 0 0 0,-1 1 0 0 0,0-1 1 0 0,1 0-1 0 0,-1 0 0 0 0,0 0 0 0 0,0 0 0 0 0,1 0 1 0 0,-1 0-1 0 0,0 0 0 0 0,0 0 0 0 0,0 0 0 0 0,-1 0 1 0 0,1 0-1 0 0,0 0 0 0 0,0-1 0 0 0,-2 2 1 0 0,-9 2-2522 0 0,5-3-1882 0 0,-4 0 1194 0 0</inkml:trace>
</inkml:ink>
</file>

<file path=ppt/ink/ink8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05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90 256 0 0,'0'0'1084'0'0,"5"-18"-52"0"0,-3 10-64 0 0,-1-2-44 0 0,4 1 713 0 0,2-6-941 0 0,-4 8-72 0 0,3-1 444 0 0,7 0-612 0 0,-3 5-200 0 0,11 1-592 0 0,-9 1-308 0 0,13 4-3485 0 0,-8 0 1985 0 0</inkml:trace>
</inkml:ink>
</file>

<file path=ppt/ink/ink8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25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1 795 256 0 0,'201'-245'8375'0'0,"-142"180"-7634"0"0,-3-2 0 0 0,-4-2 0 0 0,47-81-1 0 0,-91 136-629 0 0,-2 0 1 0 0,1-1-1 0 0,-2 1 0 0 0,5-21 0 0 0,-8 28-59 0 0,-1-1 0 0 0,0 1 0 0 0,0-1 0 0 0,0 0 0 0 0,-1 1 1 0 0,0-1-1 0 0,-1 1 0 0 0,0-1 0 0 0,0 1 0 0 0,-3-11 0 0 0,4 17-45 0 0,0 0-1 0 0,-1 0 1 0 0,1 1-1 0 0,0-1 1 0 0,-1 0-1 0 0,1 1 1 0 0,0-1-1 0 0,-1 1 1 0 0,1-1-1 0 0,-1 0 0 0 0,1 1 1 0 0,-1-1-1 0 0,1 1 1 0 0,-1-1-1 0 0,1 1 1 0 0,-1-1-1 0 0,0 1 1 0 0,1-1-1 0 0,-1 1 1 0 0,0 0-1 0 0,1-1 1 0 0,-1 1-1 0 0,0 0 1 0 0,1 0-1 0 0,-1 0 1 0 0,0-1-1 0 0,0 1 1 0 0,0 0-1 0 0,-23 8 70 0 0,-18 26-23 0 0,27-16-35 0 0,0 1-1 0 0,1 1 1 0 0,1 0 0 0 0,1 1 0 0 0,0 1-1 0 0,2 0 1 0 0,1 0 0 0 0,1 1 0 0 0,0 0 0 0 0,2 0-1 0 0,1 1 1 0 0,0 0 0 0 0,2 0 0 0 0,1 0-1 0 0,1 0 1 0 0,3 36 0 0 0,0-47-12 0 0,1-1 0 0 0,0 1-1 0 0,1-1 1 0 0,0 0 0 0 0,1 0 0 0 0,1 0 0 0 0,0-1 0 0 0,0 0-1 0 0,1 0 1 0 0,1 0 0 0 0,-1-1 0 0 0,2 0 0 0 0,-1-1 0 0 0,2 0-1 0 0,-1 0 1 0 0,1-1 0 0 0,0 0 0 0 0,1 0 0 0 0,0-1 0 0 0,0-1-1 0 0,0 0 1 0 0,1-1 0 0 0,0 0 0 0 0,0 0 0 0 0,0-1 0 0 0,1-1 0 0 0,-1 0-1 0 0,1-1 1 0 0,0 0 0 0 0,0-1 0 0 0,-1-1 0 0 0,1 0 0 0 0,0 0-1 0 0,0-2 1 0 0,0 1 0 0 0,-1-2 0 0 0,1 1 0 0 0,-1-2 0 0 0,1 0-1 0 0,11-5 1 0 0,-2-2-2 0 0,-2-1-1 0 0,1-2 1 0 0,-1 1-1 0 0,-1-2 1 0 0,-1-1-1 0 0,0 0 1 0 0,-1-1-1 0 0,-1-1 1 0 0,0-1-1 0 0,-1 0 1 0 0,-2-1-1 0 0,0 0 1 0 0,11-25-1 0 0,-11 19 17 0 0,-1-1 0 0 0,-2-1 0 0 0,-1 0 0 0 0,-1 0 0 0 0,6-45 0 0 0,-10 46 33 0 0,-2-1 0 0 0,-1 1 0 0 0,-4-36 0 0 0,-11 0 1005 0 0,14 62-1049 0 0,0 1 1 0 0,0 0-1 0 0,-1-1 0 0 0,1 1 1 0 0,0 0-1 0 0,0-1 0 0 0,-1 1 1 0 0,1 0-1 0 0,-1-1 1 0 0,1 1-1 0 0,0 0 0 0 0,-1 0 1 0 0,1 0-1 0 0,-1-1 0 0 0,1 1 1 0 0,0 0-1 0 0,-1 0 0 0 0,1 0 1 0 0,-1 0-1 0 0,1 0 0 0 0,-1 0 1 0 0,1 0-1 0 0,-1-1 0 0 0,1 2 1 0 0,0-1-1 0 0,-1 0 0 0 0,1 0 1 0 0,-1 0-1 0 0,1 0 0 0 0,-1 0 1 0 0,1 0-1 0 0,-1 0 1 0 0,1 0-1 0 0,0 1 0 0 0,-1-1 1 0 0,1 0-1 0 0,-1 0 0 0 0,1 1 1 0 0,0-1-1 0 0,-1 0 0 0 0,1 1 1 0 0,-1-1-1 0 0,-13 10 116 0 0,9-5-74 0 0,1-1 1 0 0,0 1-1 0 0,0 1 0 0 0,0-1 0 0 0,0 0 0 0 0,1 1 0 0 0,-1 0 0 0 0,2 0 0 0 0,-5 9 0 0 0,-14 59 336 0 0,18-61-306 0 0,-12 59 178 0 0,3 1-1 0 0,4-1 0 0 0,1 117 1 0 0,7-189-258 0 0,0 1 1 0 0,0-1-1 0 0,0 1 1 0 0,0-1-1 0 0,0 1 1 0 0,0 0-1 0 0,0-1 1 0 0,1 1 0 0 0,-1-1-1 0 0,0 1 1 0 0,0-1-1 0 0,1 1 1 0 0,-1-1-1 0 0,0 0 1 0 0,0 1-1 0 0,1-1 1 0 0,-1 1-1 0 0,1-1 1 0 0,-1 0 0 0 0,0 1-1 0 0,1-1 1 0 0,-1 0-1 0 0,1 1 1 0 0,-1-1-1 0 0,1 0 1 0 0,-1 1-1 0 0,1-1 1 0 0,-1 0-1 0 0,1 0 1 0 0,-1 0-1 0 0,1 0 1 0 0,-1 0 0 0 0,1 0-1 0 0,-1 1 1 0 0,1-1-1 0 0,0 0 1 0 0,-1 0-1 0 0,1 0 1 0 0,-1-1-1 0 0,1 1 1 0 0,-1 0-1 0 0,1 0 1 0 0,-1 0 0 0 0,1 0-1 0 0,-1 0 1 0 0,1-1-1 0 0,-1 1 1 0 0,1 0-1 0 0,-1-1 1 0 0,1 1-1 0 0,-1 0 1 0 0,1-1-1 0 0,-1 1 1 0 0,0 0 0 0 0,1-1-1 0 0,0 0 1 0 0,37-24-28 0 0,-29 18 26 0 0,-4 3 4 0 0,0 1 0 0 0,1 0 1 0 0,-1 0-1 0 0,1 1 0 0 0,0-1 0 0 0,0 1 1 0 0,0 1-1 0 0,0-1 0 0 0,0 1 1 0 0,0 0-1 0 0,0 0 0 0 0,9 0 1 0 0,0 2-10 0 0,0 1 0 0 0,0 1 1 0 0,25 7-1 0 0,-38-10 2 0 0,5 2-44 0 0,1-1 0 0 0,-1 1 1 0 0,1-1-1 0 0,0-1 0 0 0,11 0 0 0 0,14-9-3305 0 0,-28 4-714 0 0,-3-1 2193 0 0</inkml:trace>
</inkml:ink>
</file>

<file path=ppt/ink/ink8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25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101 174 13493 0 0,'-12'-3'393'0'0,"0"-1"0"0"0,0 0 0 0 0,0 0-1 0 0,1-2 1 0 0,0 1 0 0 0,-14-10 0 0 0,25 15-369 0 0,-1 0 1 0 0,1-1-1 0 0,-1 1 1 0 0,1 0-1 0 0,-1-1 1 0 0,1 1-1 0 0,0-1 1 0 0,-1 1-1 0 0,1 0 1 0 0,0-1-1 0 0,0 1 1 0 0,-1-1-1 0 0,1 1 1 0 0,0-1-1 0 0,0 1 1 0 0,0-1 0 0 0,-1 1-1 0 0,1-1 1 0 0,0 1-1 0 0,0-1 1 0 0,0 0-1 0 0,0 1 1 0 0,0-1-1 0 0,0 1 1 0 0,0-1-1 0 0,0 1 1 0 0,0-1-1 0 0,0 1 1 0 0,1-1-1 0 0,-1 1 1 0 0,0-1-1 0 0,0 1 1 0 0,0-1-1 0 0,1 1 1 0 0,-1-1-1 0 0,0 1 1 0 0,1-1-1 0 0,-1 1 1 0 0,0 0-1 0 0,1-1 1 0 0,-1 1-1 0 0,0-1 1 0 0,2 0-1 0 0,17-13 175 0 0,13 0-1040 0 0,1 2 0 0 0,0 0 1 0 0,1 2-1 0 0,52-7 1 0 0,6-3-5728 0 0,-46 7 2771 0 0</inkml:trace>
</inkml:ink>
</file>

<file path=ppt/ink/ink8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27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1004 7569 0 0,'0'0'98'0'0,"-3"-4"-42"0"0,0 1-4 0 0,1-1 0 0 0,-1 0 0 0 0,1 0 0 0 0,0 0 0 0 0,0-1 0 0 0,0 1 0 0 0,0-1 0 0 0,1 1 0 0 0,0-1 0 0 0,0 1 0 0 0,0-1 0 0 0,0 0 0 0 0,1 1 0 0 0,0-1 0 0 0,0 0 0 0 0,1-6 0 0 0,0 2 23 0 0,1-1-1 0 0,1 1 1 0 0,-1 0-1 0 0,2 0 0 0 0,-1 0 1 0 0,1 1-1 0 0,9-16 0 0 0,2 2 16 0 0,0 1 0 0 0,2 1 1 0 0,1 0-1 0 0,0 1 0 0 0,26-20 0 0 0,1 2 13 0 0,1 3-1 0 0,3 1 1 0 0,69-35-1 0 0,-80 50-50 0 0,39-12-1 0 0,4 7 49 0 0,-76 22-91 0 0,-1 0-1 0 0,1 0 0 0 0,-1 0 1 0 0,1 0-1 0 0,-1 1 0 0 0,1 0 0 0 0,0 0 1 0 0,-1 0-1 0 0,1 1 0 0 0,0-1 1 0 0,-1 1-1 0 0,1 0 0 0 0,-1 1 1 0 0,0-1-1 0 0,1 1 0 0 0,-1 0 1 0 0,0 0-1 0 0,0 0 0 0 0,0 0 1 0 0,0 1-1 0 0,4 2 0 0 0,-4 0-1 0 0,-1-1 0 0 0,1 1 0 0 0,-1 0 1 0 0,0-1-1 0 0,0 2 0 0 0,-1-1 0 0 0,1 0 0 0 0,-1 0 0 0 0,0 1 0 0 0,0-1 0 0 0,-1 1 0 0 0,0 0 0 0 0,0-1 0 0 0,0 1 0 0 0,-1 0 1 0 0,0 10-1 0 0,-1 5 61 0 0,-2 0 1 0 0,0-1 0 0 0,-1 0 0 0 0,-1 1 0 0 0,-1-2 0 0 0,-1 1-1 0 0,-1-1 1 0 0,-1 0 0 0 0,0 0 0 0 0,-1-1 0 0 0,-1-1-1 0 0,-1 0 1 0 0,0 0 0 0 0,-1-1 0 0 0,-1 0 0 0 0,-1-2 0 0 0,-25 22-1 0 0,21-26 237 0 0,19-10-301 0 0,0 0 1 0 0,0 0 0 0 0,0 0-1 0 0,-1 0 1 0 0,1 0 0 0 0,0 0-1 0 0,0 0 1 0 0,0 0-1 0 0,-1 0 1 0 0,1 0 0 0 0,0 0-1 0 0,0 0 1 0 0,0 0 0 0 0,0 0-1 0 0,0 0 1 0 0,-1 0-1 0 0,1 0 1 0 0,0-1 0 0 0,0 1-1 0 0,0 0 1 0 0,0 0 0 0 0,0 0-1 0 0,-1 0 1 0 0,1 0 0 0 0,0-1-1 0 0,0 1 1 0 0,0 0-1 0 0,0 0 1 0 0,0 0 0 0 0,0 0-1 0 0,0-1 1 0 0,0 1 0 0 0,0 0-1 0 0,0 0 1 0 0,0 0-1 0 0,0 0 1 0 0,0-1 0 0 0,0 1-1 0 0,0 0 1 0 0,0 0 0 0 0,0 0-1 0 0,0-1 1 0 0,0 1-1 0 0,0 0 1 0 0,0 0 0 0 0,0 0-1 0 0,0 0 1 0 0,0-1 0 0 0,1-1 3 0 0,0-1 0 0 0,0 1 0 0 0,1 0 0 0 0,-1 0 0 0 0,1 0 0 0 0,-1-1 0 0 0,1 2 0 0 0,-1-1 1 0 0,1 0-1 0 0,0 0 0 0 0,0 0 0 0 0,0 1 0 0 0,0-1 0 0 0,4-1 0 0 0,36-19 15 0 0,2 3 0 0 0,87-27 0 0 0,-14 5-2 0 0,-83 28-21 0 0,13-5 7 0 0,47-25 1 0 0,-78 34 7 0 0,-1 0 0 0 0,-1-1 1 0 0,1 0-1 0 0,-2-2 0 0 0,1 1 0 0 0,20-25 0 0 0,-32 33 12 0 0,1 0 0 0 0,-1 0 0 0 0,0-1 0 0 0,0 1 0 0 0,0 0 0 0 0,0-1 0 0 0,-1 0 0 0 0,1 1 0 0 0,-1-1 0 0 0,0 0 0 0 0,0 0 0 0 0,-1 0 0 0 0,1-6 1 0 0,0 10-23 0 0,-1-1 0 0 0,0 1 0 0 0,0 0 0 0 0,-1-1 0 0 0,1 1 0 0 0,0 0 0 0 0,0-1 0 0 0,0 1 0 0 0,0-1 0 0 0,0 1 0 0 0,0 0 0 0 0,0-1 0 0 0,-1 1 0 0 0,1 0 0 0 0,0-1 1 0 0,0 1-1 0 0,0 0 0 0 0,-1 0 0 0 0,1-1 0 0 0,0 1 0 0 0,0 0 0 0 0,-1-1 0 0 0,1 1 0 0 0,0 0 0 0 0,-1 0 0 0 0,1 0 0 0 0,0-1 0 0 0,-1 1 0 0 0,1 0 0 0 0,0 0 0 0 0,-1 0 0 0 0,1 0 1 0 0,0 0-1 0 0,-1 0 0 0 0,1 0 0 0 0,-1 0 0 0 0,1 0 0 0 0,-1 0 0 0 0,-20 4 77 0 0,-13 15-5 0 0,31-17-72 0 0,0 0 1 0 0,1 0 0 0 0,0 0 0 0 0,-1 0 0 0 0,1 0 0 0 0,0 1 0 0 0,0-1 0 0 0,0 1 0 0 0,1-1 0 0 0,-1 1-1 0 0,1 0 1 0 0,-1-1 0 0 0,1 1 0 0 0,0 0 0 0 0,0 0 0 0 0,0 0 0 0 0,0 0 0 0 0,1 0 0 0 0,-1 1 0 0 0,1-1 0 0 0,0 0-1 0 0,0 0 1 0 0,0 0 0 0 0,0 0 0 0 0,0 0 0 0 0,1 0 0 0 0,-1 0 0 0 0,1 1 0 0 0,0-1 0 0 0,0 0 0 0 0,0-1-1 0 0,2 4 1 0 0,0-1-5 0 0,0-1 0 0 0,0 0-1 0 0,0-1 1 0 0,0 1-1 0 0,1-1 1 0 0,0 1 0 0 0,-1-1-1 0 0,1 0 1 0 0,0 0-1 0 0,0-1 1 0 0,1 1-1 0 0,-1-1 1 0 0,1 0 0 0 0,-1 0-1 0 0,1 0 1 0 0,0-1-1 0 0,-1 0 1 0 0,1 0 0 0 0,8 1-1 0 0,0-1 1 0 0,0-1 0 0 0,0 0-1 0 0,0-1 1 0 0,0 0 0 0 0,-1-1-1 0 0,1-1 1 0 0,0 0 0 0 0,-1-1-1 0 0,0 0 1 0 0,0-1 0 0 0,0 0 0 0 0,21-13-1 0 0,-17 7 7 0 0,0 0 0 0 0,-1-1-1 0 0,-1-1 1 0 0,0 0 0 0 0,0-1-1 0 0,-2-1 1 0 0,1 0 0 0 0,12-22 0 0 0,-25 36-7 0 0,0 1 0 0 0,1 0 0 0 0,-1 0 0 0 0,0-1 0 0 0,0 1 0 0 0,0 0 0 0 0,0 0 0 0 0,0 0 0 0 0,0-1 0 0 0,1 1 1 0 0,-1 0-1 0 0,0 0 0 0 0,0 0 0 0 0,0-1 0 0 0,0 1 0 0 0,1 0 0 0 0,-1 0 0 0 0,0 0 0 0 0,0 0 0 0 0,1-1 0 0 0,-1 1 0 0 0,0 0 1 0 0,0 0-1 0 0,0 0 0 0 0,1 0 0 0 0,-1 0 0 0 0,0 0 0 0 0,1 0 0 0 0,-1 0 0 0 0,0 0 0 0 0,0 0 0 0 0,1 0 0 0 0,-1 0 1 0 0,0 0-1 0 0,0 0 0 0 0,1 0 0 0 0,-1 0 0 0 0,0 0 0 0 0,0 0 0 0 0,1 1 0 0 0,6 12 6 0 0,1 32-5 0 0,-5-28-16 0 0,-3-16 15 0 0,0 0 0 0 0,0 0-1 0 0,0 0 1 0 0,0 0 0 0 0,1 0 0 0 0,-1 0 0 0 0,0 0 0 0 0,1 0 0 0 0,-1 0-1 0 0,0 0 1 0 0,1 0 0 0 0,-1 0 0 0 0,1 0 0 0 0,-1 0 0 0 0,1-1 0 0 0,0 1-1 0 0,-1 0 1 0 0,1 0 0 0 0,0-1 0 0 0,0 1 0 0 0,-1 0 0 0 0,1-1 0 0 0,0 1-1 0 0,0-1 1 0 0,0 1 0 0 0,0-1 0 0 0,0 0 0 0 0,0 1 0 0 0,0-1 0 0 0,0 0-1 0 0,0 1 1 0 0,0-1 0 0 0,0 0 0 0 0,2 0 0 0 0,1-1-1 0 0,0 0 0 0 0,0-1-1 0 0,0 1 1 0 0,-1-1 0 0 0,1 0 0 0 0,0 0 0 0 0,4-4 0 0 0,1 1 0 0 0,9-4-4 0 0,0 0 0 0 0,1 2 0 0 0,0 0 1 0 0,1 1-1 0 0,-1 1 0 0 0,1 1 0 0 0,27-3 0 0 0,34-8-8 0 0,-70 12 17 0 0,0-1 0 0 0,0 0 1 0 0,0-1-1 0 0,0 0 1 0 0,-1-1-1 0 0,0 0 0 0 0,0-1 1 0 0,-1 0-1 0 0,0 0 0 0 0,0-1 1 0 0,0 0-1 0 0,-1-1 1 0 0,-1 0-1 0 0,1 0 0 0 0,-1-1 1 0 0,-1 0-1 0 0,0 0 1 0 0,0 0-1 0 0,6-18 0 0 0,-1 2-1 0 0,-2 0-1 0 0,-1-1 0 0 0,-2 0 0 0 0,0 0 0 0 0,-1-1 1 0 0,-2 1-1 0 0,0-38 0 0 0,-4 53 4 0 0,0 0 0 0 0,-1 0 0 0 0,0-1-1 0 0,-1 2 1 0 0,-4-14 0 0 0,7 24-6 0 0,-1 0-1 0 0,1 1 0 0 0,-1-1 0 0 0,1 0 1 0 0,-1 0-1 0 0,1 1 0 0 0,-1-1 0 0 0,0 1 1 0 0,1-1-1 0 0,-1 0 0 0 0,0 1 1 0 0,1-1-1 0 0,-1 1 0 0 0,0 0 0 0 0,0-1 1 0 0,0 1-1 0 0,1 0 0 0 0,-1-1 0 0 0,0 1 1 0 0,0 0-1 0 0,0 0 0 0 0,0 0 0 0 0,0-1 1 0 0,1 1-1 0 0,-1 0 0 0 0,0 0 1 0 0,0 1-1 0 0,0-1 0 0 0,0 0 0 0 0,0 0 1 0 0,1 0-1 0 0,-1 0 0 0 0,0 1 0 0 0,0-1 1 0 0,0 0-1 0 0,1 1 0 0 0,-1-1 1 0 0,-1 2-1 0 0,-30 18 145 0 0,23-11-102 0 0,1 0 0 0 0,0 1 1 0 0,0 1-1 0 0,1-1 1 0 0,0 1-1 0 0,1 0 0 0 0,0 1 1 0 0,1 0-1 0 0,1 0 1 0 0,-1 0-1 0 0,2 0 0 0 0,0 0 1 0 0,0 1-1 0 0,1 0 1 0 0,1-1-1 0 0,0 1 1 0 0,1 0-1 0 0,1 19 0 0 0,0-17-22 0 0,1-1-1 0 0,1 1 1 0 0,0-1-1 0 0,1 0 1 0 0,1 0-1 0 0,0 0 1 0 0,0 0-1 0 0,2-1 1 0 0,0 0-1 0 0,0 0 1 0 0,1 0-1 0 0,0-1 1 0 0,1-1-1 0 0,1 1 1 0 0,20 17-1 0 0,-23-22-13 0 0,1-1 0 0 0,0 0 0 0 0,1 0 0 0 0,-1-1 0 0 0,1-1 0 0 0,0 1 0 0 0,1-1 0 0 0,-1-1 0 0 0,1 1 0 0 0,-1-2 0 0 0,1 1 0 0 0,0-1 0 0 0,0-1 0 0 0,0 0 0 0 0,11 0 0 0 0,-12-2-2 0 0,0 0 0 0 0,0-1 1 0 0,0 0-1 0 0,0 0 1 0 0,-1-1-1 0 0,1 0 0 0 0,-1 0 1 0 0,0-1-1 0 0,0 0 1 0 0,0 0-1 0 0,0-1 0 0 0,-1 0 1 0 0,0-1-1 0 0,0 0 1 0 0,0 0-1 0 0,-1 0 0 0 0,7-8 1 0 0,-7 7 6 0 0,0 0 0 0 0,-1 0 1 0 0,0-1-1 0 0,0 0 0 0 0,-1 0 1 0 0,0 0-1 0 0,0 0 0 0 0,-1-1 1 0 0,4-12-1 0 0,-7 19 20 0 0,-1-1-38 0 0,2 2 6 0 0,-1 1 0 0 0,0 0 0 0 0,0-1 0 0 0,0 1 0 0 0,0 0 0 0 0,0-1 0 0 0,0 1 0 0 0,0 0 0 0 0,0-1 0 0 0,0 1 0 0 0,0 0 0 0 0,-1-1 0 0 0,1 1 1 0 0,0 0-1 0 0,0-1 0 0 0,0 1 0 0 0,0 0 0 0 0,0-1 0 0 0,-1 1 0 0 0,1 0 0 0 0,0 0 0 0 0,0-1 0 0 0,0 1 0 0 0,-1 0 0 0 0,1 0 0 0 0,0-1 0 0 0,0 1 0 0 0,-1 0 0 0 0,1 0 0 0 0,0 0 0 0 0,-1-1 0 0 0,1 1 0 0 0,0 0 0 0 0,0 0 0 0 0,-1 0 0 0 0,1 0 0 0 0,0 0 1 0 0,-1 0-1 0 0,1 0 0 0 0,0 0 0 0 0,-1 0 0 0 0,0 0 0 0 0,-2 2-1 0 0,0 1 0 0 0,1-1-1 0 0,-1 1 1 0 0,1 0 0 0 0,-1 0 0 0 0,1 0 0 0 0,0 0 0 0 0,0 1 0 0 0,0-1 0 0 0,1 1 0 0 0,-1-1-1 0 0,1 1 1 0 0,0-1 0 0 0,0 1 0 0 0,0 0 0 0 0,0-1 0 0 0,1 1 0 0 0,-1 0 0 0 0,1 0 0 0 0,0 0-1 0 0,0 0 1 0 0,1-1 0 0 0,0 8 0 0 0,-1-9 2 0 0,0 1-1 0 0,0-1 1 0 0,1 1-1 0 0,-1-1 1 0 0,1 1 0 0 0,-1-1-1 0 0,1 1 1 0 0,0-1-1 0 0,0 0 1 0 0,0 1 0 0 0,0-1-1 0 0,0 0 1 0 0,1 0-1 0 0,-1 0 1 0 0,0 0-1 0 0,1 0 1 0 0,0 0 0 0 0,-1 0-1 0 0,1 0 1 0 0,0-1-1 0 0,0 1 1 0 0,0-1 0 0 0,0 1-1 0 0,1-1 1 0 0,-1 0-1 0 0,0 0 1 0 0,0 0 0 0 0,1 0-1 0 0,-1 0 1 0 0,1 0-1 0 0,-1-1 1 0 0,0 1-1 0 0,6-1 1 0 0,-2 1-1 0 0,0-2 0 0 0,0 1 0 0 0,1-1 0 0 0,-1 1 0 0 0,0-2 0 0 0,0 1 0 0 0,0-1 0 0 0,0 0 0 0 0,8-4 0 0 0,53-28 19 0 0,-53 26 3 0 0,47-23 35 0 0,-60 30 272 0 0,40 18-351 0 0,-37-14-151 0 0,1-1 0 0 0,-1 0-1 0 0,1 0 1 0 0,-1 0-1 0 0,1 0 1 0 0,0-1 0 0 0,0 0-1 0 0,0 0 1 0 0,-1 0-1 0 0,8 0 1 0 0,14-1-731 0 0,0-1 0 0 0,0-1 0 0 0,0-1 0 0 0,-1-1 0 0 0,1-2 0 0 0,-1 0 0 0 0,38-16 0 0 0,-60 21 1093 0 0,-1 0 1 0 0,1 0-1 0 0,-1-1 0 0 0,0 1 0 0 0,1-1 1 0 0,-1 0-1 0 0,0 1 0 0 0,0-1 1 0 0,0 0-1 0 0,0 0 0 0 0,-1 0 1 0 0,1-1-1 0 0,0 1 0 0 0,-1 0 1 0 0,2-6 3072 0 0,30 30-2816 0 0,-27-21-407 0 0,1 0 1 0 0,-1-1 0 0 0,1 1 0 0 0,-1-1 0 0 0,1-1 0 0 0,-1 1 0 0 0,1-1 0 0 0,-1 0 0 0 0,1-1 0 0 0,10-3 0 0 0,-4 0 95 0 0,-1 0 0 0 0,1 0-1 0 0,-2-1 1 0 0,14-8 0 0 0,14-17 4348 0 0,-37 30-3999 0 0,2 9-157 0 0,14-3-4200 0 0,6-4-4692 0 0</inkml:trace>
</inkml:ink>
</file>

<file path=ppt/ink/ink8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28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29 788 0 0,'-21'-5'1520'0'0,"14"3"1080"0"0,-6-4-479 0 0,5 1 763 0 0,2-5-2740 0 0</inkml:trace>
</inkml:ink>
</file>

<file path=ppt/ink/ink8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0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1 864 0 0,'0'0'1940'0'0,"-3"2"-959"0"0,-4 4-584 0 0,1 0 0 0 0,0 0 0 0 0,0 0 0 0 0,0 1 0 0 0,1-1 0 0 0,0 2 0 0 0,0-1 0 0 0,1 0-1 0 0,-5 11 1 0 0,-32 84 1305 0 0,18-42-896 0 0,15-41-886 0 0,-51 135 2059 0 0,42-73-3245 0 0,16-69 71 0 0,1 0 0 0 0,0 0-1 0 0,0 0 1 0 0,4 18 0 0 0,-1-17-1572 0 0</inkml:trace>
</inkml:ink>
</file>

<file path=ppt/ink/ink8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0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0 944 0 0,'0'0'2036'0'0,"-3"6"-1130"0"0,-6 12-69 0 0,2 1 0 0 0,0 0 0 0 0,1 0 0 0 0,0 1 0 0 0,-1 20 0 0 0,3-16-457 0 0,2-1 1 0 0,1 1-1 0 0,1-1 0 0 0,1 1 1 0 0,1-1-1 0 0,1 1 1 0 0,9 33-1 0 0,-10-47-547 0 0,0-1-1 0 0,0 1 1 0 0,-1 0 0 0 0,0 0-1 0 0,0 0 1 0 0,-1 0 0 0 0,-1 0-1 0 0,-3 19 1 0 0,4-28-364 0 0,-4-1 256 0 0,1-1 0 0 0,0 1 0 0 0,0-1 0 0 0,0 0 0 0 0,-1 0 0 0 0,1-1 0 0 0,0 1 0 0 0,0-1 0 0 0,0 1-1 0 0,1-1 1 0 0,-1 0 0 0 0,0 0 0 0 0,1 0 0 0 0,-1-1 0 0 0,1 1 0 0 0,0 0 0 0 0,-1-1 0 0 0,1 0 0 0 0,0 1 0 0 0,-1-5 0 0 0,0 3-533 0 0,-8-9-1066 0 0</inkml:trace>
</inkml:ink>
</file>

<file path=ppt/ink/ink8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1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0 539 308 0 0,'71'-13'404'0'0,"0"-3"-1"0"0,-1-4 1 0 0,-1-2 0 0 0,-2-3-1 0 0,0-4 1 0 0,73-42 0 0 0,-125 62-271 0 0,-2-1 0 0 0,1 0 0 0 0,-2-1 0 0 0,1-1 1 0 0,-1 0-1 0 0,-1 0 0 0 0,0-1 0 0 0,-1 0 0 0 0,12-21 1 0 0,-19 28-45 0 0,0 1 1 0 0,0-1 0 0 0,0 0 0 0 0,-1 1-1 0 0,1-1 1 0 0,-2-1 0 0 0,1 1 0 0 0,0 0 0 0 0,-1 0-1 0 0,0-1 1 0 0,-1 1 0 0 0,0 0 0 0 0,0-1-1 0 0,0 1 1 0 0,0 0 0 0 0,-1-1 0 0 0,0 1 0 0 0,-1 0-1 0 0,1 0 1 0 0,-1 0 0 0 0,0 0 0 0 0,-1 0-1 0 0,1 0 1 0 0,-1 0 0 0 0,-1 1 0 0 0,1-1 0 0 0,-6-6-1 0 0,7 9-13 0 0,0 1-1 0 0,0-1 1 0 0,0 1 0 0 0,0 0-1 0 0,-1 0 1 0 0,1 0-1 0 0,0 0 1 0 0,-1 0-1 0 0,0 1 1 0 0,1-1-1 0 0,-1 1 1 0 0,0-1-1 0 0,0 1 1 0 0,0 0 0 0 0,0 0-1 0 0,0 1 1 0 0,0-1-1 0 0,0 0 1 0 0,0 1-1 0 0,0 0 1 0 0,-6 0-1 0 0,5 1 3 0 0,0 0-1 0 0,0 0 1 0 0,0 1 0 0 0,0 0-1 0 0,1 0 1 0 0,-1 0-1 0 0,0 0 1 0 0,1 0-1 0 0,0 1 1 0 0,-1-1-1 0 0,1 1 1 0 0,0 0-1 0 0,0 0 1 0 0,-2 4-1 0 0,-6 7 97 0 0,1 0-1 0 0,1 1 0 0 0,1 0 1 0 0,0 1-1 0 0,1 0 0 0 0,-8 27 1 0 0,7-11 37 0 0,1 1 0 0 0,2 0 1 0 0,1 1-1 0 0,2-1 0 0 0,3 66 1 0 0,6-33 74 0 0,2-1 1 0 0,19 66-1 0 0,-7-63 17 0 0,-20-66-269 0 0,-1-2-31 0 0,1 0 0 0 0,-1 1 1 0 0,1-1-1 0 0,-1 0 0 0 0,0 0 1 0 0,1 1-1 0 0,-1-1 0 0 0,1 0 0 0 0,-1 0 1 0 0,1 0-1 0 0,-1 0 0 0 0,1 0 1 0 0,-1 0-1 0 0,1 0 0 0 0,-1 0 0 0 0,1 0 1 0 0,-1 0-1 0 0,1 0 0 0 0,-1 0 1 0 0,1 0-1 0 0,-1 0 0 0 0,1 0 0 0 0,-1 0 1 0 0,1-1-1 0 0,0 1 0 0 0,16-8 10 0 0,0 1-1 0 0,1 0 1 0 0,0 1-1 0 0,1 1 0 0 0,-1 1 1 0 0,1 0-1 0 0,0 2 1 0 0,0 0-1 0 0,0 1 0 0 0,24 2 1 0 0,-23-1-7 0 0,7-3 3 0 0,-13-1-13 0 0,-13 4 7 0 0,1 0 1 0 0,-1 0-1 0 0,0 0 0 0 0,0-1 0 0 0,1 1 0 0 0,-1-1 1 0 0,0 1-1 0 0,0-1 0 0 0,0 1 0 0 0,0-1 0 0 0,1 0 1 0 0,-1 1-1 0 0,0-1 0 0 0,0 0 0 0 0,-1 0 0 0 0,1 0 1 0 0,0 0-1 0 0,1-1 0 0 0,0 0-2 0 0,-1 1 5 0 0,25-8-2262 0 0,30 7-3999 0 0,-36 1 3287 0 0</inkml:trace>
</inkml:ink>
</file>

<file path=ppt/ink/ink8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1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532 124 9549 0 0,'-1'-6'45'0'0,"0"0"0"0"0,0 0-1 0 0,-1 1 1 0 0,0-1 0 0 0,0 0 0 0 0,0 1 0 0 0,0 0 0 0 0,-1-1 0 0 0,0 1-1 0 0,0 0 1 0 0,-1 0 0 0 0,1 1 0 0 0,-1-1 0 0 0,0 1 0 0 0,0 0-1 0 0,-1 0 1 0 0,1 0 0 0 0,-1 0 0 0 0,0 1 0 0 0,0 0 0 0 0,0 0 0 0 0,0 0-1 0 0,0 1 1 0 0,-1-1 0 0 0,1 1 0 0 0,-1 1 0 0 0,-10-3 0 0 0,5 2 80 0 0,0 1-1 0 0,0 0 1 0 0,0 0 0 0 0,0 1 0 0 0,0 1-1 0 0,0-1 1 0 0,0 2 0 0 0,0 0 0 0 0,1 0 0 0 0,-1 1-1 0 0,0 0 1 0 0,1 1 0 0 0,0 0 0 0 0,-10 6-1 0 0,-1 3 48 0 0,1 1 0 0 0,0 1-1 0 0,1 0 1 0 0,1 2 0 0 0,0 0-1 0 0,2 1 1 0 0,0 0 0 0 0,1 2-1 0 0,0 0 1 0 0,-22 42-1 0 0,31-50-107 0 0,1 0-1 0 0,1 0 0 0 0,0 0 0 0 0,0 0 1 0 0,1 1-1 0 0,0-1 0 0 0,2 1 0 0 0,-1 0 1 0 0,1-1-1 0 0,1 15 0 0 0,1-18-29 0 0,1 0 0 0 0,-1 0-1 0 0,2 0 1 0 0,-1 0 0 0 0,1-1-1 0 0,0 1 1 0 0,1 0 0 0 0,0-1 0 0 0,0 0-1 0 0,1 0 1 0 0,0 0 0 0 0,1-1-1 0 0,-1 0 1 0 0,1 0 0 0 0,9 8-1 0 0,-4-6-11 0 0,1 0-1 0 0,0-1 1 0 0,0 0-1 0 0,1-1 1 0 0,0-1-1 0 0,0 0 0 0 0,0 0 1 0 0,1-1-1 0 0,0-1 1 0 0,0-1-1 0 0,0 0 0 0 0,0 0 1 0 0,0-1-1 0 0,1-1 1 0 0,-1-1-1 0 0,1 0 1 0 0,-1-1-1 0 0,1 0 0 0 0,-1-1 1 0 0,16-4-1 0 0,-9 1-7 0 0,-1 0-1 0 0,0-1 0 0 0,-1-1 1 0 0,1-1-1 0 0,-1-1 1 0 0,-1 0-1 0 0,0-1 0 0 0,0-1 1 0 0,-1-1-1 0 0,0-1 1 0 0,-1 0-1 0 0,-1-1 0 0 0,20-23 1 0 0,-17 8 24 0 0,-18 29-38 0 0,0-1 0 0 0,0 1 0 0 0,0-1 1 0 0,0 1-1 0 0,-1-1 0 0 0,1 1 0 0 0,0-1 1 0 0,0 1-1 0 0,0-1 0 0 0,0 1 0 0 0,0 0 1 0 0,-1-1-1 0 0,1 1 0 0 0,0-1 0 0 0,0 1 1 0 0,-1-1-1 0 0,1 1 0 0 0,0 0 0 0 0,0-1 0 0 0,-1 1 1 0 0,1 0-1 0 0,0-1 0 0 0,-1 1 0 0 0,1 0 1 0 0,-1 0-1 0 0,1-1 0 0 0,0 1 0 0 0,-1 0 1 0 0,1 0-1 0 0,-1 0 0 0 0,1 0 0 0 0,-1-1 1 0 0,1 1-1 0 0,-1 0 0 0 0,1 0 0 0 0,-1 0 0 0 0,1 0 1 0 0,0 0-1 0 0,-1 0 0 0 0,1 0 0 0 0,-1 0 1 0 0,0 1-1 0 0,-1-1 0 0 0,1 0 0 0 0,0 0 0 0 0,-1 0 0 0 0,1 1 0 0 0,0-1 1 0 0,-1 0-1 0 0,1 1 0 0 0,0 0 0 0 0,0-1 0 0 0,0 1 0 0 0,-1 0 0 0 0,1-1 0 0 0,0 1 0 0 0,0 0 1 0 0,0 0-1 0 0,0 0 0 0 0,0 0 0 0 0,0 0 0 0 0,0 0 0 0 0,1 0 0 0 0,-1 0 0 0 0,0 0 0 0 0,1 1 1 0 0,-1-1-1 0 0,0 0 0 0 0,1 0 0 0 0,0 1 0 0 0,-1-1 0 0 0,1 0 0 0 0,0 1 0 0 0,-1-1 1 0 0,1 2-1 0 0,-1 1-6 0 0,1 0 1 0 0,-1 0-1 0 0,1-1 1 0 0,0 1-1 0 0,0 0 0 0 0,0 0 1 0 0,0 0-1 0 0,2 7 1 0 0,0-7 2 0 0,1-1 1 0 0,-1 0-1 0 0,0 1 1 0 0,1-1-1 0 0,0 0 1 0 0,-1-1-1 0 0,1 1 0 0 0,0 0 1 0 0,1-1-1 0 0,-1 0 1 0 0,0 1-1 0 0,1-1 1 0 0,-1-1-1 0 0,1 1 1 0 0,0 0-1 0 0,-1-1 0 0 0,1 0 1 0 0,0 0-1 0 0,0 0 1 0 0,8 1-1 0 0,0-1 2 0 0,0 0 0 0 0,1 0-1 0 0,-1-1 1 0 0,1 0 0 0 0,17-4 0 0 0,-28 4 5 0 0,-1-1 1 0 0,1 1 0 0 0,0-1 0 0 0,-1 1-1 0 0,1-1 1 0 0,-1 0 0 0 0,0 0 0 0 0,1 0-1 0 0,-1 0 1 0 0,0 0 0 0 0,1 0 0 0 0,-1 0-1 0 0,0 0 1 0 0,2-2 0 0 0,-2 1-3 0 0,0 1 0 0 0,0 0 0 0 0,-1-1 0 0 0,1 1 1 0 0,0-1-1 0 0,-1 1 0 0 0,1-1 0 0 0,-1 1 0 0 0,1-1 0 0 0,-1 1 1 0 0,0-1-1 0 0,0 0 0 0 0,1 1 0 0 0,-1-1 0 0 0,0 1 0 0 0,0-1 0 0 0,-1 0 1 0 0,1 1-1 0 0,0-1 0 0 0,-1 1 0 0 0,1-1 0 0 0,0 1 0 0 0,-1-1 0 0 0,0 1 1 0 0,1-1-1 0 0,-1 1 0 0 0,0-1 0 0 0,0 1 0 0 0,0 0 0 0 0,0-1 1 0 0,0 1-1 0 0,0 0 0 0 0,0 0 0 0 0,-2-2 0 0 0,-3-1-137 0 0,1-1 0 0 0,-1 1 0 0 0,0 0 0 0 0,0 1 0 0 0,0 0 0 0 0,0 0 0 0 0,-1 0 0 0 0,-9-3 0 0 0,14 6-533 0 0,-7-1-216 0 0,6 0-1245 0 0</inkml:trace>
</inkml:ink>
</file>

<file path=ppt/ink/ink8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2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0 268 0 0,'9'23'4751'0'0,"-7"-12"-3798"0"0,-1-6-613 0 0,0 0-1 0 0,0 1 1 0 0,0-1-1 0 0,1 0 1 0 0,0 0-1 0 0,0 0 0 0 0,0 0 1 0 0,0 0-1 0 0,6 7 1 0 0,-7-11 9 0 0,16 1 201 0 0,35-43-114 0 0,-3 2 328 0 0,-47 38-688 0 0,-2 0-72 0 0,0 1 0 0 0,0 0 1 0 0,0 0-1 0 0,0 0 0 0 0,0-1 1 0 0,0 1-1 0 0,0 0 0 0 0,1 0 1 0 0,-1 0-1 0 0,0 0 0 0 0,0 0 1 0 0,0-1-1 0 0,0 1 0 0 0,0 0 1 0 0,1 0-1 0 0,-1 0 0 0 0,0 0 1 0 0,0 0-1 0 0,0 0 0 0 0,1 0 1 0 0,-1 0-1 0 0,0-1 0 0 0,0 1 1 0 0,0 0-1 0 0,1 0 0 0 0,-1 0 1 0 0,0 0-1 0 0,0 0 0 0 0,0 0 1 0 0,1 0-1 0 0,-1 0 0 0 0,0 0 1 0 0,0 0-1 0 0,0 0 0 0 0,1 1 1 0 0,-1-1-1 0 0,0 0 0 0 0,0 0 1 0 0,0 0-1 0 0,0 0 0 0 0,1 0 1 0 0,-1 0-1 0 0,0 0 0 0 0,0 0 1 0 0,0 1-1 0 0,0-1 0 0 0,1 0 1 0 0,-1 0-1 0 0,0 0 0 0 0,0 0 1 0 0,0 0-1 0 0,0 1 0 0 0,0-1 1 0 0,0 0-1 0 0,0 0 0 0 0,1 0 1 0 0,-1 1-1 0 0,0-1 0 0 0,0 0 1 0 0,0 0-1 0 0,0 0 0 0 0,0 1 1 0 0,0-1-1 0 0,0 0 0 0 0,0 0 1 0 0,11 14 103 0 0,-9-10-207 0 0,1 0-1 0 0,0 0 0 0 0,0-1 0 0 0,0 0 1 0 0,0 1-1 0 0,0-1 0 0 0,1 0 0 0 0,0-1 1 0 0,-1 1-1 0 0,1-1 0 0 0,0 1 0 0 0,0-1 1 0 0,0 0-1 0 0,1-1 0 0 0,5 3 0 0 0,-4-3-767 0 0,0 1 0 0 0,0-1 0 0 0,0 0 0 0 0,0-1 0 0 0,0 1 0 0 0,12-2-1 0 0,-1-2-1538 0 0</inkml:trace>
</inkml:ink>
</file>

<file path=ppt/ink/ink8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2.8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47 600 0 0,'-3'-5'907'0'0,"1"0"0"0"0,-1 0 0 0 0,0 0-1 0 0,0 0 1 0 0,-1 1 0 0 0,1 0 0 0 0,-1-1 0 0 0,-5-4-1 0 0,-13 23 205 0 0,15-9-916 0 0,1 0-1 0 0,0 1 1 0 0,1-1-1 0 0,0 2 1 0 0,-1-1-1 0 0,2 0 1 0 0,-1 1-1 0 0,1 0 1 0 0,-6 14-1 0 0,-22 67 793 0 0,26-66-821 0 0,1 1-1 0 0,1 0 1 0 0,1 0 0 0 0,1 0-1 0 0,1 0 1 0 0,1 0 0 0 0,1 0 0 0 0,7 37-1 0 0,-6-51-129 0 0,0-1-1 0 0,0 1 0 0 0,1-1 0 0 0,0 0 0 0 0,1 0 1 0 0,0 0-1 0 0,0-1 0 0 0,1 1 0 0 0,0-1 0 0 0,0 0 1 0 0,8 8-1 0 0,-8-11-20 0 0,1 1-1 0 0,-1-1 1 0 0,1 0 0 0 0,0-1 0 0 0,0 1 0 0 0,0-1 0 0 0,0 0 0 0 0,1-1 0 0 0,-1 0 0 0 0,1 0-1 0 0,-1 0 1 0 0,1-1 0 0 0,0 0 0 0 0,0 0 0 0 0,-1 0 0 0 0,9-1 0 0 0,-7 0-5 0 0,-1-1 0 0 0,0 1 1 0 0,1-1-1 0 0,-1 0 1 0 0,0-1-1 0 0,0 0 0 0 0,0 0 1 0 0,0-1-1 0 0,0 1 0 0 0,-1-1 1 0 0,1-1-1 0 0,-1 1 1 0 0,0-1-1 0 0,0-1 0 0 0,0 1 1 0 0,0-1-1 0 0,-1 0 1 0 0,0 0-1 0 0,0 0 0 0 0,0-1 1 0 0,0 0-1 0 0,3-7 0 0 0,-7 13-8 0 0,0-1 1 0 0,-1 0-1 0 0,1 1 0 0 0,-1-1 0 0 0,1 0 0 0 0,0 0 0 0 0,-1 0 0 0 0,0 0 0 0 0,1 1 0 0 0,-1-1 0 0 0,0 0 0 0 0,1 0 0 0 0,-1 0 0 0 0,0 0 0 0 0,0 0 0 0 0,0 0 0 0 0,0 0 0 0 0,0 0 0 0 0,0 0 1 0 0,0 0-1 0 0,0 0 0 0 0,0 0 0 0 0,0 0 0 0 0,0 0 0 0 0,-1 1 0 0 0,1-1 0 0 0,0 0 0 0 0,-1 0 0 0 0,1 0 0 0 0,-1 0 0 0 0,1 0 0 0 0,-1 1 0 0 0,1-1 0 0 0,-1 0 0 0 0,1 0 0 0 0,-1 1 0 0 0,0-1 1 0 0,1 0-1 0 0,-1 1 0 0 0,0-1 0 0 0,0 1 0 0 0,0-1 0 0 0,1 1 0 0 0,-1-1 0 0 0,0 1 0 0 0,-1-1 0 0 0,0 2-1 0 0,1-1-1 0 0,-1 1 1 0 0,1-1-1 0 0,-1 1 1 0 0,1 0-1 0 0,-1-1 1 0 0,1 1-1 0 0,0 0 1 0 0,-1 0-1 0 0,1 0 1 0 0,0 0-1 0 0,0 0 1 0 0,0 1 0 0 0,-1-1-1 0 0,0 3 1 0 0,2-4-1 0 0,-4 3-1 0 0,1 0 0 0 0,0 1 0 0 0,0-1 0 0 0,0 1-1 0 0,1 0 1 0 0,-1 0 0 0 0,1 0 0 0 0,0 0 0 0 0,0 0 0 0 0,0 0 0 0 0,1 1 0 0 0,-1-1 0 0 0,1 1 0 0 0,0-1 0 0 0,1 1 0 0 0,-1-1 0 0 0,1 1 0 0 0,0 0 0 0 0,0-1 0 0 0,0 1 0 0 0,0 0-1 0 0,1-1 1 0 0,0 1 0 0 0,0-1 0 0 0,0 1 0 0 0,1-1 0 0 0,-1 0 0 0 0,4 6 0 0 0,-3-8 1 0 0,-1 0 1 0 0,1 0-1 0 0,0 0 0 0 0,0-1 1 0 0,0 1-1 0 0,0-1 0 0 0,0 1 0 0 0,0-1 1 0 0,1 0-1 0 0,-1 0 0 0 0,0 0 1 0 0,1 0-1 0 0,-1 0 0 0 0,1-1 0 0 0,-1 1 1 0 0,1-1-1 0 0,-1 1 0 0 0,1-1 1 0 0,-1 0-1 0 0,1 0 0 0 0,0 0 1 0 0,-1 0-1 0 0,1-1 0 0 0,-1 1 0 0 0,1-1 1 0 0,-1 1-1 0 0,1-1 0 0 0,-1 0 1 0 0,3-1-1 0 0,7-3 1 0 0,-1 0 1 0 0,1 0 0 0 0,-1-1-1 0 0,13-10 1 0 0,9-8 14 0 0,47-46 0 0 0,-76 64-26 0 0,-2 5 6 0 0,-1-1-1 0 0,1 1 0 0 0,-1-1 1 0 0,1 1-1 0 0,0 0 1 0 0,0 0-1 0 0,-1 0 0 0 0,1 0 1 0 0,0 0-1 0 0,0 0 1 0 0,0 1-1 0 0,0-1 0 0 0,0 1 1 0 0,0-1-1 0 0,4 0 0 0 0,-4 1 11 0 0,9-3-671 0 0,0 1-8803 0 0</inkml:trace>
</inkml:ink>
</file>

<file path=ppt/ink/ink8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3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64 0 0,'0'0'5641'0'0,"4"3"-5027"0"0,6 5-50 0 0,0 0 0 0 0,-1 1-1 0 0,13 14 1 0 0,19 19 600 0 0,35 27-261 0 0,-75-68-1216 0 0,1-2-232 0 0,1 1 378 0 0,0-1 0 0 0,0 0 0 0 0,-1 0 0 0 0,1 0 0 0 0,0 0 0 0 0,-1 0 0 0 0,1-1 0 0 0,-1 1 0 0 0,1-1 0 0 0,-1 0 1 0 0,0 0-1 0 0,0 1 0 0 0,0-1 0 0 0,0-1 0 0 0,0 1 0 0 0,0 0 0 0 0,0 0 0 0 0,-1-1 0 0 0,1 1 0 0 0,1-4 0 0 0,1-3 136 0 0,1 1 0 0 0,-1-2 0 0 0,-1 1-1 0 0,5-15 1 0 0,-8 22 695 0 0,-4-2-119 0 0,4 4-517 0 0,0 0 0 0 0,0-1 0 0 0,0 1 1 0 0,-1 0-1 0 0,1-1 0 0 0,0 1 0 0 0,0 0 0 0 0,0 0 1 0 0,0-1-1 0 0,0 1 0 0 0,-1 0 0 0 0,1 0 0 0 0,0-1 1 0 0,0 1-1 0 0,-1 0 0 0 0,1 0 0 0 0,0 0 0 0 0,0 0 1 0 0,0-1-1 0 0,-1 1 0 0 0,1 0 0 0 0,0 0 0 0 0,-1 0 1 0 0,1 0-1 0 0,0 0 0 0 0,0 0 0 0 0,-1 0 0 0 0,1 0 0 0 0,0-1 1 0 0,-1 1-1 0 0,1 0 0 0 0,0 0 0 0 0,-1 0 0 0 0,1 1 1 0 0,0-1-1 0 0,0 0 0 0 0,-1 0 0 0 0,1 0 0 0 0,-12 2 322 0 0,0 1 0 0 0,1 1 0 0 0,0 0 0 0 0,-1 1-1 0 0,2 0 1 0 0,-1 0 0 0 0,1 1 0 0 0,-1 0 0 0 0,-13 12-1 0 0,17-12-816 0 0,1 0 0 0 0,0 0 0 0 0,0 0 0 0 0,0 0 0 0 0,1 1 0 0 0,0 0 0 0 0,0 0-1 0 0,-5 12 1 0 0,8-15-2459 0 0,1 5 225 0 0</inkml:trace>
</inkml:ink>
</file>

<file path=ppt/ink/ink8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3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18 11917 0 0,'3'-18'2098'0'0,"-4"31"-1196"0"0,-5 51 218 0 0,7-35-179 0 0,11 56 0 0 0,-8-66-972 0 0,0 0 1 0 0,-2 0 0 0 0,0 1 0 0 0,-1-1-1 0 0,-1 1 1 0 0,-4 26 0 0 0,-7-10-2838 0 0,-1-16-5493 0 0,6-16 4719 0 0</inkml:trace>
</inkml:ink>
</file>

<file path=ppt/ink/ink8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4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1146 331 376 0 0,'7'-3'367'0'0,"268"-70"7333"0"0,-258 69-7774 0 0,11-2-4707 0 0</inkml:trace>
  <inkml:trace contextRef="#ctx0" brushRef="#br0" timeOffset="1">138 87 11893 0 0,'-33'-4'22'0'0,"21"3"11"0"0,-1-1 1 0 0,1 0-1 0 0,0 0 1 0 0,-1-1-1 0 0,1-1 1 0 0,-17-7-1 0 0,28 10-6 0 0,22-14 9 0 0,-6 9-74 0 0,-1 0 0 0 0,1 1 0 0 0,1 1 0 0 0,-1 0 0 0 0,0 1 0 0 0,1 1 0 0 0,0 0 0 0 0,31 2 0 0 0,-39-1-38 0 0,324-6-6934 0 0,-257 5 4318 0 0</inkml:trace>
</inkml:ink>
</file>

<file path=ppt/ink/ink8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4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110 107 556 0 0,'0'-1'253'0'0,"0"1"0"0"0,0-1 0 0 0,0 1 0 0 0,0-1 0 0 0,0 0 0 0 0,0 1-1 0 0,0-1 1 0 0,0 0 0 0 0,0 1 0 0 0,0-1 0 0 0,0 1 0 0 0,0-1 0 0 0,0 0 0 0 0,-1 1 0 0 0,1-1 0 0 0,0 0 0 0 0,0 1 0 0 0,-1-1-1 0 0,1 1 1 0 0,0-1 0 0 0,-1 1 0 0 0,1-1 0 0 0,0 1 0 0 0,-1-1 0 0 0,1 1 0 0 0,-1-1 0 0 0,1 1 0 0 0,-1 0 0 0 0,1-1 0 0 0,-1 1-1 0 0,0 0 1 0 0,1-1 0 0 0,-1 1 0 0 0,1 0 0 0 0,-1 0 0 0 0,0-1 0 0 0,-1 2-63 0 0,-1-1 0 0 0,2 0 1 0 0,-1 1-1 0 0,0 0 0 0 0,0-1 0 0 0,0 1 1 0 0,0 0-1 0 0,0 0 0 0 0,0 0 0 0 0,1 0 1 0 0,-4 2-1 0 0,-2 3 4 0 0,0 0 0 0 0,0 0-1 0 0,1 0 1 0 0,0 1 0 0 0,-6 8 0 0 0,6-6 122 0 0,4-7-232 0 0,0 1 0 0 0,0-1-1 0 0,0 1 1 0 0,0 0 0 0 0,0 0-1 0 0,1-1 1 0 0,-1 1 0 0 0,1 0-1 0 0,0 0 1 0 0,0 0 0 0 0,0 1-1 0 0,0-1 1 0 0,0 0-1 0 0,1 0 1 0 0,0 0 0 0 0,-1 1-1 0 0,1-1 1 0 0,0 0 0 0 0,1 0-1 0 0,-1 1 1 0 0,1-1 0 0 0,-1 0-1 0 0,1 0 1 0 0,2 6-1 0 0,-2-7-66 0 0,1-1 0 0 0,-1 0-1 0 0,0 0 1 0 0,0 0-1 0 0,1-1 1 0 0,-1 1-1 0 0,1 0 1 0 0,-1 0 0 0 0,1-1-1 0 0,-1 1 1 0 0,1-1-1 0 0,-1 1 1 0 0,1-1-1 0 0,-1 0 1 0 0,1 1 0 0 0,0-1-1 0 0,-1 0 1 0 0,1 0-1 0 0,0 0 1 0 0,1-1-1 0 0,37-3 172 0 0,-39 3-182 0 0,13-2 23 0 0,-9 1-9 0 0,0 1 1 0 0,0 0-1 0 0,1 0 1 0 0,-1 0-1 0 0,0 1 0 0 0,1-1 1 0 0,-1 1-1 0 0,0 1 1 0 0,8 0-1 0 0,-5 1-16 0 0,1 0 0 0 0,-1 0 0 0 0,0 1 0 0 0,0 1 0 0 0,14 7 0 0 0,-14-7-3 0 0,-1-1 1 0 0,0 1 0 0 0,1-1 0 0 0,0-1 0 0 0,0 1-1 0 0,9 0 1 0 0,-7-1 4 0 0,0-2 1 0 0,0 1-1 0 0,1-1 0 0 0,-1-1 0 0 0,0 0 0 0 0,1 0 0 0 0,-1-1 0 0 0,0-1 1 0 0,0 1-1 0 0,0-2 0 0 0,-1 1 0 0 0,15-8 0 0 0,-18 7 1 0 0,-1 0 0 0 0,1 0 0 0 0,-1 0-1 0 0,0 0 1 0 0,0-1 0 0 0,-1 0 0 0 0,1 0-1 0 0,-1 0 1 0 0,0-1 0 0 0,0 1 0 0 0,-1-1-1 0 0,0 0 1 0 0,0 0 0 0 0,0 0 0 0 0,-1-1-1 0 0,0 1 1 0 0,0 0 0 0 0,-1-1 0 0 0,1 0-1 0 0,-1-8 1 0 0,1 9 0 0 0,-1 0 0 0 0,-1-1 1 0 0,1 1-1 0 0,-1 0 0 0 0,0-1 0 0 0,-1 1 0 0 0,0 0 0 0 0,0 0 0 0 0,0-1 0 0 0,0 1 1 0 0,-1 0-1 0 0,0 0 0 0 0,-1 0 0 0 0,1 1 0 0 0,-6-10 0 0 0,7 13-8 0 0,0 1 0 0 0,-1-1 0 0 0,1 0 0 0 0,0 1 0 0 0,-1-1 0 0 0,0 1 0 0 0,1-1 0 0 0,-1 1 0 0 0,0 0 0 0 0,1-1 0 0 0,-1 1 0 0 0,0 0 1 0 0,0 0-1 0 0,0 1 0 0 0,0-1 0 0 0,0 0 0 0 0,0 1 0 0 0,0-1 0 0 0,0 1 0 0 0,0-1 0 0 0,-1 1 0 0 0,1 0 0 0 0,0 0 0 0 0,0 0 0 0 0,0 0 0 0 0,0 1 0 0 0,0-1 0 0 0,-1 0 0 0 0,1 1 0 0 0,0 0 0 0 0,0-1 0 0 0,0 1 0 0 0,0 0 0 0 0,0 0 0 0 0,-3 2 0 0 0,1-1 4 0 0,3-2-29 0 0,1 1-8 0 0,-1-1 32 0 0,1 0 0 0 0,0 0 0 0 0,-1 1 1 0 0,1-1-1 0 0,0 0 0 0 0,-1 0 0 0 0,1 1 1 0 0,0-1-1 0 0,0 0 0 0 0,-1 1 0 0 0,1-1 1 0 0,0 1-1 0 0,0-1 0 0 0,-1 0 0 0 0,1 1 1 0 0,0-1-1 0 0,0 1 0 0 0,0-1 0 0 0,0 0 1 0 0,0 1-1 0 0,0-1 0 0 0,-1 1 0 0 0,1-1 0 0 0,0 1 1 0 0,0-1-1 0 0,0 0 0 0 0,1 1 0 0 0,-1-1 1 0 0,0 1-1 0 0,8 6-1 0 0,0 0 0 0 0,0 0 1 0 0,1-1-1 0 0,-1-1 0 0 0,2 1 1 0 0,-1-1-1 0 0,0-1 0 0 0,1 0 0 0 0,0 0 1 0 0,19 4-1 0 0,20 3-12 0 0,49 4 0 0 0,-50-9 5 0 0,-46-5 7 0 0,0-1-1 0 0,0 0 1 0 0,1 1-1 0 0,-1-1 1 0 0,0 1 0 0 0,0 0-1 0 0,0-1 1 0 0,0 1 0 0 0,0 0-1 0 0,0 1 1 0 0,0-1 0 0 0,-1 0-1 0 0,1 0 1 0 0,0 1-1 0 0,0-1 1 0 0,-1 1 0 0 0,1-1-1 0 0,-1 1 1 0 0,0 0 0 0 0,1 0-1 0 0,-1 0 1 0 0,0-1 0 0 0,0 1-1 0 0,0 0 1 0 0,0 0 0 0 0,1 5-1 0 0,9 16 11 0 0,-8-18-3 0 0,1-1-1 0 0,-1 1 1 0 0,1-1 0 0 0,0 0 0 0 0,0 0-1 0 0,0 0 1 0 0,0 0 0 0 0,1-1 0 0 0,-1 0-1 0 0,1 0 1 0 0,0 0 0 0 0,0 0 0 0 0,0-1-1 0 0,1 0 1 0 0,-1 0 0 0 0,0 0 0 0 0,1-1-1 0 0,9 2 1 0 0,-12-3 0 0 0,-1 1 0 0 0,1-1 0 0 0,0 0 0 0 0,-1 0 0 0 0,1-1 0 0 0,-1 1 0 0 0,1-1 0 0 0,0 1 0 0 0,-1-1 0 0 0,1 0 0 0 0,-1 1 0 0 0,1-1 0 0 0,-1-1 0 0 0,0 1 0 0 0,1 0 0 0 0,-1-1 0 0 0,0 1 0 0 0,0-1 0 0 0,0 1 0 0 0,0-1 0 0 0,0 0 0 0 0,0 0 0 0 0,0 0 0 0 0,-1 0 0 0 0,1 0 0 0 0,-1-1 0 0 0,0 1 0 0 0,1 0 0 0 0,-1-1 0 0 0,0 1 0 0 0,0-1 0 0 0,-1 1 0 0 0,1-1 0 0 0,0 1 0 0 0,-1-1 0 0 0,1-4 0 0 0,-1 2 4 0 0,0-1 0 0 0,0 1 1 0 0,0 0-1 0 0,0-1 0 0 0,-1 1 1 0 0,0-1-1 0 0,0 1 0 0 0,-1 0 1 0 0,0 0-1 0 0,0 0 0 0 0,0 0 1 0 0,0 0-1 0 0,-5-8 0 0 0,-2 1-11 0 0,1 1-1 0 0,-2-1 0 0 0,0 1 0 0 0,-12-11 0 0 0,20 21-168 0 0,1 0 0 0 0,0 0 1 0 0,-1 0-1 0 0,1 0 0 0 0,-1 1 1 0 0,1-1-1 0 0,-1 0 0 0 0,1 1 1 0 0,-1-1-1 0 0,0 1 0 0 0,1-1 1 0 0,-4 0-1 0 0,-10 1-5344 0 0,10 0 2469 0 0</inkml:trace>
</inkml:ink>
</file>

<file path=ppt/ink/ink8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5.3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47 440 0 0,'38'22'6870'0'0,"-16"5"-4654"0"0,-21-26-1722 0 0,0 2-307 0 0,0-3-78 0 0,-1 1 0 0 0,0 0 0 0 0,0-1 0 0 0,1 1-1 0 0,-1 0 1 0 0,0-1 0 0 0,1 1 0 0 0,-1 0 0 0 0,0-1 0 0 0,1 1 0 0 0,-1-1 0 0 0,1 1 0 0 0,-1-1 0 0 0,1 1 0 0 0,-1-1 0 0 0,1 1 0 0 0,0-1 0 0 0,-1 0 0 0 0,1 1 0 0 0,-1-1 0 0 0,1 0 0 0 0,1 1 0 0 0,9-15-103 0 0,2 0 1 0 0,0 2-1 0 0,0-1 1 0 0,18-11 0 0 0,-24 19-1050 0 0,1 1 0 0 0,0 0 0 0 0,0 0 0 0 0,0 0 0 0 0,0 1 0 0 0,1 0 0 0 0,10-1 0 0 0,0 0-1435 0 0</inkml:trace>
</inkml:ink>
</file>

<file path=ppt/ink/ink8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5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29 323 464 0 0,'0'0'795'0'0,"-23"56"4993"0"0,22-54-5730 0 0,0-1 0 0 0,1 1 0 0 0,-1-1 0 0 0,1 0 0 0 0,-1 1 0 0 0,1-1 0 0 0,-1 1 0 0 0,1 0 0 0 0,0-1 0 0 0,0 1-1 0 0,0-1 1 0 0,0 1 0 0 0,0-1 0 0 0,0 1 0 0 0,0-1 0 0 0,1 1 0 0 0,-1-1 0 0 0,1 1 0 0 0,-1-1 0 0 0,1 1 0 0 0,-1-1 0 0 0,1 1 0 0 0,0-1 0 0 0,-1 0-1 0 0,1 0 1 0 0,0 1 0 0 0,0-1 0 0 0,0 0 0 0 0,0 0 0 0 0,0 0 0 0 0,1 0 0 0 0,-1 0 0 0 0,0 0 0 0 0,0 0 0 0 0,1 0 0 0 0,-1 0 0 0 0,0-1-1 0 0,1 1 1 0 0,-1 0 0 0 0,1-1 0 0 0,-1 0 0 0 0,1 1 0 0 0,-1-1 0 0 0,1 0 0 0 0,-1 1 0 0 0,1-1 0 0 0,1 0 0 0 0,3 0 7 0 0,1 0 0 0 0,-1 0 1 0 0,0 0-1 0 0,0 0 0 0 0,0-1 1 0 0,0 0-1 0 0,0 0 0 0 0,0-1 1 0 0,11-4-1 0 0,-9 0-32 0 0,0 1 0 0 0,-1-1 0 0 0,1-1 0 0 0,-1 1 0 0 0,-1-1 0 0 0,0-1 0 0 0,0 1 0 0 0,0-1 0 0 0,-1 0 0 0 0,0 0 0 0 0,0-1 0 0 0,-1 1 0 0 0,0-1 0 0 0,-1 0 0 0 0,0 0 0 0 0,0-1 0 0 0,1-10 0 0 0,2-6 233 0 0,-2 0 0 0 0,-1 0 0 0 0,-2-1 0 0 0,0 1 0 0 0,-3-29-1 0 0,1 46-101 0 0,1 2 201 0 0,-1 0 0 0 0,1 0 0 0 0,-1 0 0 0 0,-1 0 0 0 0,1 0 0 0 0,-1 0 0 0 0,-1 1 0 0 0,-3-10 0 0 0,5 15 88 0 0,1 1-429 0 0,0-1 1 0 0,0 1-1 0 0,0 0 0 0 0,0 0 1 0 0,-1-1-1 0 0,1 1 0 0 0,0 0 1 0 0,0 0-1 0 0,0 0 0 0 0,0-1 0 0 0,0 1 1 0 0,-1 0-1 0 0,1 0 0 0 0,0 0 1 0 0,0 0-1 0 0,0-1 0 0 0,0 1 1 0 0,-1 0-1 0 0,1 0 0 0 0,0 0 0 0 0,0 0 1 0 0,-1 0-1 0 0,1 0 0 0 0,0 0 1 0 0,0-1-1 0 0,-1 1 0 0 0,1 0 1 0 0,0 0-1 0 0,0 0 0 0 0,-1 0 0 0 0,1 0 1 0 0,0 0-1 0 0,0 0 0 0 0,-1 0 1 0 0,1 0-1 0 0,0 0 0 0 0,0 1 1 0 0,0-1-1 0 0,-1 0 0 0 0,1 0 0 0 0,0 0 1 0 0,0 0-1 0 0,-1 0 0 0 0,1 0 1 0 0,0 0-1 0 0,0 1 0 0 0,0-1 1 0 0,-1 0-1 0 0,1 0 0 0 0,0 0 0 0 0,0 0 1 0 0,0 1-1 0 0,0-1 0 0 0,-1 0 1 0 0,1 0-1 0 0,0 0 0 0 0,0 1 1 0 0,0-1-1 0 0,0 0 0 0 0,-14 12 506 0 0,14-11-574 0 0,-8 9 226 0 0,1 0-1 0 0,1 0 0 0 0,-1 1 1 0 0,2 0-1 0 0,-1 0 1 0 0,-6 23-1 0 0,-15 75 357 0 0,23-87-440 0 0,-13 66-521 0 0,-2 12-2463 0 0,2-35-2771 0 0,12-48 1320 0 0,2 1 334 0 0</inkml:trace>
</inkml:ink>
</file>

<file path=ppt/ink/ink8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7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22 492 0 0,'-6'-22'4951'0'0,"8"36"-786"0"0,10 38-2137 0 0,-10-49-2003 0 0,-1 0-1 0 0,0 0 1 0 0,1 0 0 0 0,0 0-1 0 0,0 0 1 0 0,0 0-1 0 0,0-1 1 0 0,0 1-1 0 0,0-1 1 0 0,1 1-1 0 0,-1-1 1 0 0,1 0-1 0 0,-1 0 1 0 0,1 0-1 0 0,0 0 1 0 0,0-1 0 0 0,0 1-1 0 0,0-1 1 0 0,0 1-1 0 0,0-1 1 0 0,1 0-1 0 0,-1 0 1 0 0,0-1-1 0 0,0 1 1 0 0,5 0-1 0 0,-2-2-46 0 0,0 1-1 0 0,-1-1 1 0 0,1-1-1 0 0,-1 1 1 0 0,1-1-1 0 0,-1 1 1 0 0,0-2-1 0 0,1 1 1 0 0,-1 0 0 0 0,0-1-1 0 0,-1 0 1 0 0,1 0-1 0 0,0-1 1 0 0,5-5-1 0 0,1-2-43 0 0,-9 8 112 0 0,1 0-1 0 0,-1 1 0 0 0,0-1 1 0 0,1 1-1 0 0,0-1 1 0 0,-1 1-1 0 0,1 0 0 0 0,0 0 1 0 0,0 0-1 0 0,0 1 0 0 0,7-3 1 0 0,-7 32 43 0 0,-2-10-585 0 0,1 0-1 0 0,7 28 0 0 0,-8-39-411 0 0,1-1-1 0 0,1 0 0 0 0,-1 1 0 0 0,1-1 0 0 0,1 0 0 0 0,5 8 0 0 0,1-2-1708 0 0</inkml:trace>
</inkml:ink>
</file>

<file path=ppt/ink/ink8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7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6 140 0 0,'-8'-3'3799'0'0,"8"2"-3602"0"0,-1 1 1 0 0,1 0-1 0 0,-1 0 0 0 0,0-1 1 0 0,1 1-1 0 0,-1 0 1 0 0,0 0-1 0 0,1 0 0 0 0,-1 0 1 0 0,0-1-1 0 0,1 1 1 0 0,-1 0-1 0 0,0 0 0 0 0,1 1 1 0 0,-1-1-1 0 0,1 0 0 0 0,-1 0 1 0 0,0 0-1 0 0,1 0 1 0 0,-1 0-1 0 0,0 1 0 0 0,1-1 1 0 0,-2 1-1 0 0,0 8 250 0 0,-1 1 0 0 0,2 0 1 0 0,-1-1-1 0 0,1 1 0 0 0,1 0 0 0 0,0 0 0 0 0,0 0 1 0 0,1 0-1 0 0,3 11 0 0 0,-4-19-309 0 0,0-1-120 0 0,0-1-1 0 0,0 0 1 0 0,0 0 0 0 0,0 1 0 0 0,-1-1 0 0 0,1 0-1 0 0,0 0 1 0 0,0 1 0 0 0,0-1 0 0 0,0 0 0 0 0,0 1-1 0 0,0-1 1 0 0,0 0 0 0 0,0 0 0 0 0,0 1-1 0 0,0-1 1 0 0,0 0 0 0 0,0 1 0 0 0,1-1 0 0 0,-1 0-1 0 0,0 0 1 0 0,0 1 0 0 0,0-1 0 0 0,0 0-1 0 0,0 0 1 0 0,0 1 0 0 0,1-1 0 0 0,-1 0 0 0 0,0 0-1 0 0,0 1 1 0 0,0-1 0 0 0,1 0 0 0 0,-1 0 0 0 0,0 0-1 0 0,0 0 1 0 0,1 1 0 0 0,-1-1 0 0 0,0 0-1 0 0,0 0 1 0 0,1 0 0 0 0,-1 0 0 0 0,0 0 0 0 0,1 0-1 0 0,16-3 308 0 0,24-18-203 0 0,-35 18-40 0 0,-1 0-51 0 0,27-14 134 0 0,45-17 0 0 0,-67 31-127 0 0,0-1-1 0 0,1 2 1 0 0,-1 0 0 0 0,1 0 0 0 0,-1 0-1 0 0,1 2 1 0 0,0-1 0 0 0,20 3-1 0 0,-28-2-12 0 0,0 1 0 0 0,0 0 0 0 0,-1 0 0 0 0,1 0 0 0 0,0 0 0 0 0,0 1 0 0 0,0-1 0 0 0,-1 1 0 0 0,1 0 0 0 0,-1-1 0 0 0,1 1 0 0 0,-1 0 0 0 0,0 1 0 0 0,0-1-1 0 0,0 0 1 0 0,0 1 0 0 0,0-1 0 0 0,2 5 0 0 0,20 47 575 0 0,-24-52-585 0 0,0 0 0 0 0,0 0 0 0 0,1 0 0 0 0,-1 0-1 0 0,-1 0 1 0 0,1 0 0 0 0,0-1 0 0 0,0 1 0 0 0,-1 0 0 0 0,1 0 0 0 0,-1 0 0 0 0,1 0 0 0 0,-1-1 0 0 0,0 1 0 0 0,0 0 0 0 0,1-1 0 0 0,-1 1 0 0 0,0-1-1 0 0,-1 1 1 0 0,1-1 0 0 0,-3 3 0 0 0,-31 27 162 0 0,28-26-179 0 0,-37 21-695 0 0,17-18-1695 0 0,2-11-4919 0 0,9-5 3669 0 0</inkml:trace>
</inkml:ink>
</file>

<file path=ppt/ink/ink8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8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43 832 0 0,'-21'-43'10656'0'0,"24"44"-11273"0"0,0 0 492 0 0,-1 1 1 0 0,1-1-1 0 0,-1 0 0 0 0,1 1 1 0 0,-1-1-1 0 0,0 1 1 0 0,1 0-1 0 0,-1 0 0 0 0,2 3 1 0 0,11 7-2375 0 0,-5-6-197 0 0,3-1 202 0 0</inkml:trace>
</inkml:ink>
</file>

<file path=ppt/ink/ink8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8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1256 0 0,'0'0'1218'0'0,"4"-10"3624"0"0,-4 10-4758 0 0,0 0-1 0 0,0-1 1 0 0,0 1 0 0 0,0 0 0 0 0,-1 0-1 0 0,1 0 1 0 0,0 0 0 0 0,0 0-1 0 0,0-1 1 0 0,0 1 0 0 0,0 0-1 0 0,0 0 1 0 0,0 0 0 0 0,0 0-1 0 0,0-1 1 0 0,0 1 0 0 0,0 0-1 0 0,0 0 1 0 0,0 0 0 0 0,0 0-1 0 0,0 0 1 0 0,1-1 0 0 0,-1 1 0 0 0,0 0-1 0 0,0 0 1 0 0,0 0 0 0 0,0 0-1 0 0,0 0 1 0 0,0-1 0 0 0,0 1-1 0 0,0 0 1 0 0,0 0 0 0 0,1 0-1 0 0,-1 0 1 0 0,0 0 0 0 0,0 0-1 0 0,0 0 1 0 0,0 0 0 0 0,0 0-1 0 0,0-1 1 0 0,1 1 0 0 0,-1 0-1 0 0,0 0 1 0 0,0 0 0 0 0,0 0 0 0 0,0 0-1 0 0,0 0 1 0 0,1 0 0 0 0,-1 0-1 0 0,0 0 1 0 0,0 0 0 0 0,0 0-1 0 0,0 0 1 0 0,1 0 0 0 0,-1 0-1 0 0,0 0 1 0 0,0 0 0 0 0,0 0-1 0 0,0 1 1 0 0,0-1 0 0 0,1 0-1 0 0,-1 0 1 0 0,0 0 0 0 0,0 0 0 0 0,0 0-1 0 0,3 8 180 0 0,-2-2-217 0 0,1-1 0 0 0,0 1 0 0 0,0 0 1 0 0,1-1-1 0 0,-1 1 0 0 0,5 4 0 0 0,-6-9-84 0 0,0 1 0 0 0,0-1 1 0 0,0 0-1 0 0,0 0 0 0 0,1 0 0 0 0,-1 0 0 0 0,0-1 0 0 0,1 1 0 0 0,-1 0 0 0 0,0 0 0 0 0,1-1 1 0 0,-1 1-1 0 0,1-1 0 0 0,-1 1 0 0 0,1-1 0 0 0,-1 0 0 0 0,1 1 0 0 0,0-1 0 0 0,-1 0 1 0 0,1 0-1 0 0,-1 0 0 0 0,1 0 0 0 0,-1-1 0 0 0,1 1 0 0 0,0 0 0 0 0,-1-1 0 0 0,2 0 0 0 0,5-2-72 0 0,0 0-1 0 0,0 0 0 0 0,-1-1 1 0 0,1-1-1 0 0,-1 1 0 0 0,0-1 1 0 0,11-10-1 0 0,20-13 972 0 0,-37 28-659 0 0,1-2-4 0 0,-1 2-155 0 0,-1-1-1 0 0,1 1 0 0 0,-1-1 0 0 0,1 1 0 0 0,-1-1 1 0 0,1 1-1 0 0,0-1 0 0 0,-1 1 0 0 0,1 0 0 0 0,0-1 0 0 0,-1 1 1 0 0,1 0-1 0 0,0-1 0 0 0,-1 1 0 0 0,1 0 0 0 0,0 0 0 0 0,-1 0 1 0 0,1-1-1 0 0,0 1 0 0 0,0 0 0 0 0,-1 0 0 0 0,1 0 0 0 0,1 1 1 0 0,-7 61-1070 0 0,-1-19-3867 0 0,5-33 2750 0 0,0 7-1056 0 0</inkml:trace>
</inkml:ink>
</file>

<file path=ppt/ink/ink8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8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1 1100 0 0,'-55'108'8429'0'0,"22"-46"-6783"0"0,13-19-1827 0 0,10-21-6374 0 0</inkml:trace>
</inkml:ink>
</file>

<file path=ppt/ink/ink8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9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21 228 0 0,'1'-14'4089'0'0,"-1"14"-3999"0"0,0 0 0 0 0,-1 1 0 0 0,1-1 1 0 0,0 0-1 0 0,0 0 0 0 0,0 0 0 0 0,0 0 1 0 0,-1 0-1 0 0,1 0 0 0 0,0 0 0 0 0,0 0 1 0 0,0 0-1 0 0,-1 0 0 0 0,1 0 0 0 0,0 0 1 0 0,0 0-1 0 0,0 0 0 0 0,0 0 0 0 0,-1 0 1 0 0,1 0-1 0 0,0 0 0 0 0,0 0 0 0 0,0 0 0 0 0,0-1 1 0 0,-1 1-1 0 0,1 0 0 0 0,0 0 0 0 0,0 0 1 0 0,0 0-1 0 0,0 0 0 0 0,0 0 0 0 0,0 0 1 0 0,-1-1-1 0 0,1 1 0 0 0,0 0 0 0 0,0 0 1 0 0,0 0-1 0 0,0 0 0 0 0,0-1 0 0 0,0 1 1 0 0,0 0-1 0 0,0 0 0 0 0,0 0 0 0 0,0 0 1 0 0,0-1-1 0 0,0 1 0 0 0,0 0 0 0 0,-1 0 1 0 0,1 0-1 0 0,1 0 0 0 0,-1-1 0 0 0,0 1 1 0 0,0 0-1 0 0,0 0 0 0 0,0 0 0 0 0,0 0 0 0 0,0-1 1 0 0,0 1-1 0 0,0 0 0 0 0,0 0 0 0 0,0 0 1 0 0,0 0-1 0 0,0-1 0 0 0,0 1 0 0 0,1 0 1 0 0,-1 0-1 0 0,0 0 0 0 0,0 0 0 0 0,0-1 1 0 0,-4 7 63 0 0,1-1 0 0 0,-1 1 0 0 0,1 0 0 0 0,0-1 1 0 0,0 1-1 0 0,1 1 0 0 0,0-1 0 0 0,0 0 0 0 0,0 0 1 0 0,1 1-1 0 0,0-1 0 0 0,0 1 0 0 0,0 0 0 0 0,1 9 1 0 0,0-14-202 0 0,0-1 1 0 0,0 0 0 0 0,0 0 0 0 0,1 1 0 0 0,-1-1-1 0 0,0 0 1 0 0,0 0 0 0 0,1 1 0 0 0,-1-1 0 0 0,0 0 0 0 0,1 0-1 0 0,0 1 1 0 0,-1-1 0 0 0,1 0 0 0 0,0 0 0 0 0,-1 0 0 0 0,1 0-1 0 0,0 0 1 0 0,0 0 0 0 0,0 0 0 0 0,0 0 0 0 0,0-1-1 0 0,0 1 1 0 0,0 0 0 0 0,0 0 0 0 0,2 0 0 0 0,-1-1-30 0 0,0 0 0 0 0,0 1 0 0 0,0-1 0 0 0,0 0 0 0 0,0 0-1 0 0,0-1 1 0 0,0 1 0 0 0,0 0 0 0 0,0-1 0 0 0,0 1 0 0 0,0-1 0 0 0,0 0 0 0 0,0 1 0 0 0,3-3 0 0 0,5-3-135 0 0,0 0 0 0 0,0 0 0 0 0,0-2 0 0 0,11-9 0 0 0,-8 9 1334 0 0,-8 16-892 0 0,-8 29-2333 0 0,1-13-2149 0 0,5-14 1718 0 0</inkml:trace>
</inkml:ink>
</file>

<file path=ppt/ink/ink8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39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4 1068 0 0,'-4'-4'9706'0'0,"-13"9"-9307"0"0,0 0 0 0 0,0 1-1 0 0,1 0 1 0 0,0 2 0 0 0,0-1-1 0 0,1 2 1 0 0,0 0 0 0 0,0 1-1 0 0,1 1 1 0 0,0 0-1 0 0,-15 17 1 0 0,29-28-382 0 0,-1 1 1 0 0,0-1-1 0 0,1 1 1 0 0,-1-1-1 0 0,1 1 0 0 0,-1-1 1 0 0,1 1-1 0 0,-1-1 0 0 0,1 1 1 0 0,-1 0-1 0 0,1-1 1 0 0,0 1-1 0 0,-1 0 0 0 0,1 0 1 0 0,0-1-1 0 0,0 1 0 0 0,-1 0 1 0 0,1 0-1 0 0,0-1 1 0 0,0 1-1 0 0,0 0 0 0 0,0 0 1 0 0,0 0-1 0 0,0-1 0 0 0,0 1 1 0 0,0 0-1 0 0,1 0 1 0 0,-1-1-1 0 0,0 1 0 0 0,0 0 1 0 0,0 0-1 0 0,1 0 0 0 0,1 0 8 0 0,-1 0-1 0 0,0 0 1 0 0,1 0-1 0 0,-1 0 1 0 0,1 0-1 0 0,-1 0 1 0 0,1-1-1 0 0,0 1 0 0 0,-1 0 1 0 0,1-1-1 0 0,0 0 1 0 0,-1 1-1 0 0,4-1 1 0 0,53 1 241 0 0,14-16 18 0 0,-70 15-216 0 0,3 3-117 0 0,0 0 1 0 0,0 1 0 0 0,0 0 0 0 0,0 0 0 0 0,-1 0 0 0 0,6 8 0 0 0,26 30-3681 0 0,-16-27-3066 0 0,-11-10 3292 0 0</inkml:trace>
</inkml:ink>
</file>

<file path=ppt/ink/ink8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0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0 700 0 0,'4'9'9737'0'0,"6"15"-7607"0"0,-8-19-2411 0 0,0-1 0 0 0,0 1-1 0 0,0-1 1 0 0,1 0 0 0 0,-1 1 0 0 0,1-2 0 0 0,0 1 0 0 0,0 0-1 0 0,1 0 1 0 0,-1-1 0 0 0,7 5 0 0 0,-6-8 77 0 0,0 1 0 0 0,0-1 0 0 0,0 0 0 0 0,0-1-1 0 0,1 1 1 0 0,-1-1 0 0 0,0 0 0 0 0,0 0 0 0 0,0 0 0 0 0,0 0 0 0 0,7-4 0 0 0,-5 2 780 0 0,-1 2 0 0 0,1-1 0 0 0,0 1 0 0 0,-1-1 0 0 0,1 2 0 0 0,0-1 0 0 0,12 1 0 0 0,-18 3-509 0 0,1 0-1 0 0,-1-1 1 0 0,0 1 0 0 0,0 0 0 0 0,0 0 0 0 0,-1 0 0 0 0,1 0 0 0 0,0 0 0 0 0,-1 0 0 0 0,0 0 0 0 0,-1 4-1 0 0,-22 49-1333 0 0,3-19-4630 0 0,15-28 3087 0 0</inkml:trace>
</inkml:ink>
</file>

<file path=ppt/ink/ink8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0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0 11205 0 0,'0'0'2125'0'0,"-11"9"-1188"0"0,-21 22-560 0 0,1 2-1 0 0,1 1 0 0 0,-31 49 0 0 0,40-58-1335 0 0,0 0-1420 0 0,10-6-4367 0 0,7-10 3546 0 0</inkml:trace>
</inkml:ink>
</file>

<file path=ppt/ink/ink8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1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7 488 0 0,'-5'-6'10247'0'0,"-13"36"-9368"0"0,18-29-854 0 0,0 0 0 0 0,0 0 0 0 0,-1 0 0 0 0,1 0 0 0 0,0 0 0 0 0,0 0 0 0 0,0 0 1 0 0,0 0-1 0 0,0 0 0 0 0,0 0 0 0 0,0 0 0 0 0,0 0 0 0 0,1 0 0 0 0,-1 0 0 0 0,0 0 1 0 0,1 0-1 0 0,-1 0 0 0 0,1 0 0 0 0,-1 0 0 0 0,1 0 0 0 0,-1-1 0 0 0,1 1 0 0 0,-1 0 0 0 0,1 0 1 0 0,0 0-1 0 0,0-1 0 0 0,-1 1 0 0 0,1 0 0 0 0,0-1 0 0 0,0 1 0 0 0,0-1 0 0 0,0 1 0 0 0,0-1 1 0 0,0 1-1 0 0,0-1 0 0 0,-1 0 0 0 0,1 1 0 0 0,0-1 0 0 0,1 0 0 0 0,-1 0 0 0 0,1 1 0 0 0,4-1 20 0 0,0 1-1 0 0,0 0 0 0 0,0-1 0 0 0,0 0 0 0 0,0-1 0 0 0,0 0 0 0 0,-1 1 0 0 0,1-2 0 0 0,0 1 0 0 0,0-1 0 0 0,-1 0 0 0 0,9-3 0 0 0,-12 4 5 0 0,3 0 218 0 0,9 3 366 0 0,-14 7-615 0 0,-1-4-23 0 0,0-1-147 0 0,-9 31-2029 0 0,10-32 1614 0 0,0 7 36 0 0,2 1-4774 0 0,2 1 2230 0 0</inkml:trace>
</inkml:ink>
</file>

<file path=ppt/ink/ink8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1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1 744 0 0,'-30'0'5188'0'0,"25"4"-4828"0"0,0 0 0 0 0,0 0 0 0 0,0 1 0 0 0,1-1 0 0 0,-1 1 0 0 0,1 0 0 0 0,0 0 0 0 0,1 1 0 0 0,-1-1 0 0 0,1 1 0 0 0,0 0 0 0 0,1 0 0 0 0,-5 12 0 0 0,7-14-280 0 0,-1-1 0 0 0,1 1-1 0 0,0 0 1 0 0,0 0 0 0 0,0-1-1 0 0,0 1 1 0 0,1 0 0 0 0,-1 0-1 0 0,1-1 1 0 0,0 1 0 0 0,0 0 0 0 0,0-1-1 0 0,1 1 1 0 0,0-1 0 0 0,-1 1-1 0 0,1-1 1 0 0,0 0 0 0 0,0 0-1 0 0,1 0 1 0 0,-1 0 0 0 0,1 0-1 0 0,-1 0 1 0 0,1-1 0 0 0,0 1-1 0 0,0-1 1 0 0,4 3 0 0 0,-2-3-41 0 0,-1 0 0 0 0,1 0 0 0 0,0 0 0 0 0,-1 0 0 0 0,1-1 0 0 0,0 0 0 0 0,0 0 0 0 0,0 0 0 0 0,0-1 0 0 0,0 1 0 0 0,0-1 0 0 0,0-1 0 0 0,-1 1 0 0 0,1 0 0 0 0,0-1 0 0 0,0 0 0 0 0,0-1 0 0 0,0 1 0 0 0,-1-1 1 0 0,1 1-1 0 0,0-2 0 0 0,-1 1 0 0 0,0 0 0 0 0,5-4 0 0 0,-4 4 6 0 0,0-1 1 0 0,0 0-1 0 0,-1-1 1 0 0,1 1-1 0 0,-1-1 1 0 0,1 0-1 0 0,-1 0 1 0 0,-1 0-1 0 0,1-1 0 0 0,0 0 1 0 0,-1 1-1 0 0,0-1 1 0 0,0 0-1 0 0,-1 0 1 0 0,1-1-1 0 0,-1 1 1 0 0,0 0-1 0 0,-1-1 1 0 0,1 1-1 0 0,1-11 1 0 0,-1-3 57 0 0,0-7-138 0 0,-12 14-2756 0 0,9 11 1563 0 0</inkml:trace>
</inkml:ink>
</file>

<file path=ppt/ink/ink8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2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382 36 632 0 0,'0'-21'3119'0'0,"-2"7"6274"0"0,-35 81-7949 0 0,3 1 0 0 0,2 2 0 0 0,-23 81 0 0 0,-28 89 117 0 0,78-226-1500 0 0,0 0 0 0 0,-1-1 0 0 0,0 1 0 0 0,-1-1 0 0 0,-12 16 0 0 0,15-24-539 0 0,0 1 0 0 0,0-1 0 0 0,-1 0 0 0 0,0-1 1 0 0,0 1-1 0 0,0-1 0 0 0,0 0 0 0 0,-8 4 0 0 0,12-7 332 0 0,0-1 1 0 0,0 0-1 0 0,-1 0 0 0 0,1 0 1 0 0,0 0-1 0 0,0 0 0 0 0,0 0 1 0 0,0 0-1 0 0,0 0 0 0 0,0 0 0 0 0,0 0 1 0 0,0 0-1 0 0,0-1 0 0 0,0 1 1 0 0,0 0-1 0 0,0-1 0 0 0,0 1 1 0 0,0-1-1 0 0,0 1 0 0 0,0-1 0 0 0,0 0 1 0 0,0 1-1 0 0,1-1 0 0 0,-1 0 1 0 0,0 0-1 0 0,0 1 0 0 0,1-1 1 0 0,-1 0-1 0 0,0 0 0 0 0,1 0 0 0 0,-1 0 1 0 0,1 0-1 0 0,-1 0 0 0 0,1 0 1 0 0,0 0-1 0 0,-1 0 0 0 0,1 0 1 0 0,0 0-1 0 0,0 0 0 0 0,0 0 0 0 0,0-2 1 0 0,-8-41-1589 0 0,9 35 1888 0 0,1 0-1 0 0,0 1 1 0 0,0-1-1 0 0,1 1 1 0 0,0 0-1 0 0,0 0 1 0 0,1 0-1 0 0,0 0 1 0 0,1 1-1 0 0,-1-1 1 0 0,2 1-1 0 0,-1 0 1 0 0,1 1-1 0 0,0-1 1 0 0,9-6-1 0 0,-15 12-146 0 0,7-5-140 0 0,1 0 0 0 0,-1 1 0 0 0,1 0 0 0 0,0 0 0 0 0,0 1 0 0 0,1 0 0 0 0,-1 0 0 0 0,1 1 0 0 0,11-3-1 0 0,13-5-4994 0 0,-19 5 2483 0 0</inkml:trace>
</inkml:ink>
</file>

<file path=ppt/ink/ink8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0 608 0 0,'0'0'9818'0'0,"0"6"-9512"0"0,0-2-401 0 0,-1 38 161 0 0,1-39-439 0 0,1-1 0 0 0,-1 0 0 0 0,0 0 1 0 0,1 1-1 0 0,-1-1 0 0 0,1 0 0 0 0,0 0 0 0 0,0 0 0 0 0,0 0 1 0 0,0 0-1 0 0,0 0 0 0 0,0 0 0 0 0,1 0 0 0 0,-1 0 0 0 0,0 0 0 0 0,1-1 1 0 0,2 3-1 0 0</inkml:trace>
  <inkml:trace contextRef="#ctx0" brushRef="#br0" timeOffset="1">131 70 748 0 0,'0'-1'341'0'0,"1"0"0"0"0,0 1 1 0 0,-1-1-1 0 0,1 1 0 0 0,0-1 0 0 0,-1 1 0 0 0,1-1 1 0 0,0 1-1 0 0,0 0 0 0 0,-1-1 0 0 0,1 1 0 0 0,0 0 1 0 0,0 0-1 0 0,0 0 0 0 0,0-1 0 0 0,-1 1 0 0 0,1 0 1 0 0,0 0-1 0 0,0 0 0 0 0,0 0 0 0 0,0 1 0 0 0,0-1 0 0 0,-1 7-11 0 0,0 0 0 0 0,-1 0 0 0 0,0 0 0 0 0,-1 0 0 0 0,0 0 0 0 0,0-1 0 0 0,0 1 0 0 0,-1 0 0 0 0,0-1 0 0 0,-5 9 0 0 0,0-1-875 0 0,0-1 0 0 0,0 0 1 0 0,-22 24-1 0 0,7-16-4433 0 0,11-8 2126 0 0</inkml:trace>
</inkml:ink>
</file>

<file path=ppt/ink/ink8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4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479 481 8449 0 0,'1'-11'149'0'0,"0"-1"1"0"0,-1 1 0 0 0,0 0 0 0 0,-1-1-1 0 0,0 1 1 0 0,-1 0 0 0 0,0-1-1 0 0,-1 1 1 0 0,0 0 0 0 0,0 1-1 0 0,-2-1 1 0 0,1 1 0 0 0,-1-1 0 0 0,-1 1-1 0 0,0 1 1 0 0,0-1 0 0 0,-1 1-1 0 0,0 0 1 0 0,0 0 0 0 0,-16-13-1 0 0,19 20-102 0 0,0 0 0 0 0,0 0-1 0 0,0 1 1 0 0,0-1 0 0 0,0 1-1 0 0,0 0 1 0 0,-1 0 0 0 0,1 0 0 0 0,0 1-1 0 0,-1-1 1 0 0,1 1 0 0 0,-1 0-1 0 0,1 0 1 0 0,0 1 0 0 0,-1-1-1 0 0,1 1 1 0 0,0 0 0 0 0,-8 3-1 0 0,-7 3 104 0 0,1 1 0 0 0,-33 19 0 0 0,27-14-40 0 0,-4 2 44 0 0,1 1 0 0 0,-31 24-1 0 0,51-35-122 0 0,1 0 0 0 0,0 0 0 0 0,0 1 0 0 0,0-1 0 0 0,1 1 0 0 0,0 1 0 0 0,0-1 0 0 0,0 1 0 0 0,1-1 0 0 0,0 1 0 0 0,1 1 0 0 0,-1-1 0 0 0,1 0 0 0 0,-3 13 0 0 0,6-18-27 0 0,-1 0 1 0 0,1-1 0 0 0,0 1 0 0 0,0 0-1 0 0,0-1 1 0 0,0 1 0 0 0,0 0-1 0 0,0-1 1 0 0,0 1 0 0 0,1-1 0 0 0,-1 1-1 0 0,0 0 1 0 0,1-1 0 0 0,0 1 0 0 0,-1-1-1 0 0,1 1 1 0 0,0-1 0 0 0,0 1 0 0 0,0-1-1 0 0,0 0 1 0 0,0 1 0 0 0,0-1-1 0 0,0 0 1 0 0,3 2 0 0 0,-1-1-1 0 0,0 0 1 0 0,0-1-1 0 0,0 0 1 0 0,0 0-1 0 0,1 0 0 0 0,-1 0 1 0 0,0 0-1 0 0,1-1 1 0 0,-1 1-1 0 0,0-1 0 0 0,6 0 1 0 0,8-1 19 0 0,-1-1 0 0 0,0 0-1 0 0,31-10 1 0 0,-21 3-14 0 0,-1-1-1 0 0,-1-1 0 0 0,33-21 0 0 0,-10 6 23 0 0,-43 25-35 0 0,0 0 0 0 0,0 0 1 0 0,1 0-1 0 0,-1 1 0 0 0,0 0 0 0 0,0 0 0 0 0,0 0 1 0 0,1 0-1 0 0,-1 1 0 0 0,0-1 0 0 0,5 2 0 0 0,21 2 4 0 0,11-7 6 0 0,63-13-1 0 0,-9 1-36 0 0,-33 8-488 0 0,412-65-6747 0 0,-461 69 7467 0 0,-1 0 0 0 0,0-1-1 0 0,0 0 1 0 0,-1-1 0 0 0,1-1-1 0 0,-1 1 1 0 0,20-16 0 0 0,-28 19-85 0 0,0 0 1 0 0,0 0-1 0 0,-1-1 1 0 0,1 1-1 0 0,-1-1 1 0 0,1 0-1 0 0,-1 0 1 0 0,0 0-1 0 0,-1 0 1 0 0,1 0-1 0 0,0 0 1 0 0,-1-1 0 0 0,0 1-1 0 0,1 0 1 0 0,-1-1-1 0 0,-1 1 1 0 0,1-1-1 0 0,0 1 1 0 0,-1-1-1 0 0,0 0 1 0 0,0 1-1 0 0,0-1 1 0 0,0 1-1 0 0,0-1 1 0 0,-1 0-1 0 0,0 1 1 0 0,0-1-1 0 0,0 1 1 0 0,0 0 0 0 0,0-1-1 0 0,0 1 1 0 0,-4-5-1 0 0,-1-3 125 0 0,-2-1 0 0 0,0 1-1 0 0,0 1 1 0 0,-1-1 0 0 0,0 1-1 0 0,0 1 1 0 0,-1 0 0 0 0,-1 0-1 0 0,1 1 1 0 0,-2 1 0 0 0,1-1 0 0 0,-21-8-1 0 0,24 12-338 0 0,1 1 0 0 0,-1 1 0 0 0,1 0 0 0 0,-1 0 0 0 0,0 0 0 0 0,0 1 0 0 0,0 0 0 0 0,1 0 0 0 0,-1 1 0 0 0,-10 1 0 0 0,13 0-408 0 0,-1 0-1 0 0,1 0 1 0 0,-1 1-1 0 0,1-1 1 0 0,0 1 0 0 0,0 1-1 0 0,0-1 1 0 0,0 1-1 0 0,0 0 1 0 0,0 0-1 0 0,1 0 1 0 0,-1 1 0 0 0,1-1-1 0 0,0 1 1 0 0,-6 7-1 0 0,2 1-2841 0 0</inkml:trace>
</inkml:ink>
</file>

<file path=ppt/ink/ink8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4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1 153 13325 0 0,'8'-30'925'0'0,"-1"0"-1"0"0,4-53 0 0 0,-11 81-554 0 0,1 0 82 0 0,1-3 1018 0 0,-2 9-1637 0 0,1 0 0 0 0,0 1 0 0 0,-1-1-1 0 0,2 0 1 0 0,-1 1 0 0 0,0-1-1 0 0,1 0 1 0 0,0 0 0 0 0,0 0 0 0 0,0-1-1 0 0,1 1 1 0 0,-1 0 0 0 0,1-1 0 0 0,0 1-1 0 0,0-1 1 0 0,0 0 0 0 0,0 0-1 0 0,0 0 1 0 0,1-1 0 0 0,0 1 0 0 0,-1-1-1 0 0,1 0 1 0 0,0 1 0 0 0,0-2-1 0 0,0 1 1 0 0,0 0 0 0 0,0-1 0 0 0,1 0-1 0 0,-1 0 1 0 0,0 0 0 0 0,1-1 0 0 0,-1 1-1 0 0,0-1 1 0 0,1 0 0 0 0,5-1-1 0 0,-2 0 68 0 0,0 0 0 0 0,1-1-1 0 0,-1 0 1 0 0,0 0 0 0 0,0-1-1 0 0,0 0 1 0 0,0 0 0 0 0,-1-1-1 0 0,1 0 1 0 0,12-9-1 0 0,20-10 2191 0 0,-38 22-1982 0 0,17-4 93 0 0,-8 25-2180 0 0,-7 0-3795 0 0</inkml:trace>
</inkml:ink>
</file>

<file path=ppt/ink/ink8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6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404 441 220 0 0,'-8'-13'3117'0'0,"4"11"-2879"0"0,1 0 0 0 0,-1 0 1 0 0,1 1-1 0 0,-1-1 0 0 0,0 1 1 0 0,0 0-1 0 0,1 0 0 0 0,-1 0 0 0 0,0 0 1 0 0,0 1-1 0 0,0 0 0 0 0,0 0 0 0 0,0 0 1 0 0,0 0-1 0 0,0 0 0 0 0,0 1 0 0 0,0 0 1 0 0,0 0-1 0 0,1 0 0 0 0,-1 0 0 0 0,0 1 1 0 0,-6 2-1 0 0,-13 7 407 0 0,1 0 0 0 0,-29 19 0 0 0,41-24-366 0 0,8-5-250 0 0,-31 20 972 0 0,-48 38-1 0 0,74-53-853 0 0,0 0 0 0 0,0 0 0 0 0,1 1 1 0 0,-1 0-1 0 0,1 1 0 0 0,1-1 0 0 0,-1 1 0 0 0,2 0 0 0 0,-1 0 1 0 0,1 1-1 0 0,0-1 0 0 0,-4 15 0 0 0,7-21-135 0 0,0 0 0 0 0,1 1-1 0 0,-1-1 1 0 0,1 1 0 0 0,0-1 0 0 0,0 0-1 0 0,0 1 1 0 0,0-1 0 0 0,0 1 0 0 0,0-1-1 0 0,0 0 1 0 0,1 1 0 0 0,0-1 0 0 0,-1 0-1 0 0,1 1 1 0 0,0-1 0 0 0,0 0 0 0 0,0 0 0 0 0,0 1-1 0 0,0-1 1 0 0,1 0 0 0 0,-1 0 0 0 0,3 2-1 0 0,-1-2 23 0 0,0 0-1 0 0,0 0 0 0 0,1-1 0 0 0,-1 1 0 0 0,0-1 0 0 0,0 0 1 0 0,1 0-1 0 0,-1 0 0 0 0,1 0 0 0 0,-1-1 0 0 0,1 1 0 0 0,-1-1 1 0 0,1 0-1 0 0,4 0 0 0 0,5-1 53 0 0,0-1-1 0 0,0 0 1 0 0,0-1-1 0 0,0 0 1 0 0,-1-1 0 0 0,1-1-1 0 0,19-10 1 0 0,65-49-91 0 0,-97 63 4 0 0,1 1-1 0 0,-1 0 1 0 0,1 0 0 0 0,-1-1-1 0 0,1 1 1 0 0,-1 0-1 0 0,1 0 1 0 0,-1 0 0 0 0,1 0-1 0 0,-1 0 1 0 0,1 0-1 0 0,-1 0 1 0 0,1 0 0 0 0,0 0-1 0 0,-1 0 1 0 0,1 0-1 0 0,-1 0 1 0 0,1 0-1 0 0,-1 0 1 0 0,1 0 0 0 0,-1 0-1 0 0,1 1 1 0 0,-1-1-1 0 0,1 0 1 0 0,-1 0 0 0 0,1 1-1 0 0,-1-1 1 0 0,1 0-1 0 0,-1 1 1 0 0,1-1 0 0 0,-1 1-1 0 0,0-1 1 0 0,1 0-1 0 0,-1 1 1 0 0,0-1 0 0 0,1 1-1 0 0,12 26-15 0 0,-13-24 18 0 0,1 0 0 0 0,0 0 1 0 0,1 0-1 0 0,-1 0 1 0 0,1 0-1 0 0,-1 0 0 0 0,1-1 1 0 0,0 1-1 0 0,0-1 1 0 0,0 1-1 0 0,3 2 1 0 0,-1-3-4 0 0,1 0 0 0 0,0 0 1 0 0,-1-1-1 0 0,1 0 0 0 0,0 0 1 0 0,0 0-1 0 0,0 0 0 0 0,0-1 1 0 0,0 0-1 0 0,0 0 0 0 0,0 0 1 0 0,0-1-1 0 0,-1 0 0 0 0,1 0 1 0 0,0 0-1 0 0,0 0 0 0 0,8-4 1 0 0,13-6 36 0 0,0-1 0 0 0,25-16 0 0 0,0 0-54 0 0,-32 22-158 0 0,0 0 0 0 0,1 1 0 0 0,-1 1 0 0 0,1 1 1 0 0,0 1-1 0 0,0 1 0 0 0,28 1 0 0 0,58-6-671 0 0,-90 3 778 0 0,0-1-1 0 0,0 0 1 0 0,-1-1-1 0 0,0-1 1 0 0,1 0 0 0 0,-2-1-1 0 0,1 0 1 0 0,-1-1-1 0 0,0-1 1 0 0,-1-1-1 0 0,0 0 1 0 0,-1 0-1 0 0,0-1 1 0 0,0-1-1 0 0,16-22 1 0 0,-15 17 47 0 0,-1 0-1 0 0,-1-1 1 0 0,-1-1 0 0 0,-1 0 0 0 0,0 0 0 0 0,-2-1-1 0 0,0 0 1 0 0,-1 0 0 0 0,-1-1 0 0 0,-1 1-1 0 0,3-39 1 0 0,-7 45 81 0 0,0 0-1 0 0,-1 0 0 0 0,-1 0 1 0 0,0 0-1 0 0,-1 1 1 0 0,0-1-1 0 0,-1 1 0 0 0,-1-1 1 0 0,0 1-1 0 0,0 0 1 0 0,-10-14-1 0 0,15 27-37 0 0,0-1-1 0 0,0 0 1 0 0,-1 1-1 0 0,1-1 1 0 0,0 0 0 0 0,-1 1-1 0 0,1-1 1 0 0,-1 1 0 0 0,1-1-1 0 0,-1 1 1 0 0,1-1-1 0 0,-1 1 1 0 0,1-1 0 0 0,-1 1-1 0 0,0-1 1 0 0,1 1-1 0 0,-1-1 1 0 0,0 1 0 0 0,1 0-1 0 0,-1 0 1 0 0,0-1 0 0 0,1 1-1 0 0,-1 0 1 0 0,0 0-1 0 0,0 0 1 0 0,1 0 0 0 0,-1 0-1 0 0,0 0 1 0 0,1 0 0 0 0,-2 0-1 0 0,-18 15 413 0 0,16-10-354 0 0,1 0 0 0 0,-1 0 0 0 0,1 1 0 0 0,0 0 0 0 0,1-1-1 0 0,-4 9 1 0 0,4-1-17 0 0,1 0 0 0 0,0 0-1 0 0,1 0 1 0 0,0 0 0 0 0,1 0-1 0 0,0 0 1 0 0,1 0 0 0 0,0 0-1 0 0,2-1 1 0 0,-1 1-1 0 0,1-1 1 0 0,1 0 0 0 0,0 0-1 0 0,1 0 1 0 0,0 0 0 0 0,1-1-1 0 0,0 0 1 0 0,1-1 0 0 0,11 14-1 0 0,5 1 19 0 0,1-1-1 0 0,0 0 0 0 0,2-2 1 0 0,0-1-1 0 0,2-1 0 0 0,33 17 1 0 0,-61-36-92 0 0,1 0 1 0 0,-1-1-1 0 0,1 1 1 0 0,0 0-1 0 0,-1 0 0 0 0,1-1 1 0 0,0 1-1 0 0,-1-1 1 0 0,1 0-1 0 0,0 1 1 0 0,0-1-1 0 0,-1 0 0 0 0,1 0 1 0 0,0 0-1 0 0,0 0 1 0 0,-1-1-1 0 0,1 1 1 0 0,0 0-1 0 0,-1-1 1 0 0,1 1-1 0 0,0-1 0 0 0,-1 1 1 0 0,3-2-1 0 0,2-3-3506 0 0</inkml:trace>
</inkml:ink>
</file>

<file path=ppt/ink/ink8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6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7 140 224 0 0,'-7'-121'10554'0'0,"8"103"-11076"0"0</inkml:trace>
</inkml:ink>
</file>

<file path=ppt/ink/ink8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82 100 0 0,'7'-19'2800'0'0,"2"13"-2478"0"0,-1 0-1 0 0,1 1 1 0 0,0 0 0 0 0,1 0 0 0 0,-1 1 0 0 0,1 1 0 0 0,0-1 0 0 0,-1 2 0 0 0,2-1 0 0 0,13-1 0 0 0,115-6 259 0 0,-101 9-610 0 0,171-2-3980 0 0,-167 2 2329 0 0</inkml:trace>
</inkml:ink>
</file>

<file path=ppt/ink/ink8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7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30 412 0 0,'-27'-11'1558'0'0,"22"8"-1100"0"0,0 0-1 0 0,0 1 1 0 0,0 0 0 0 0,0 0 0 0 0,0 1 0 0 0,-1-1 0 0 0,1 1-1 0 0,-1 0 1 0 0,1 0 0 0 0,-9 1 0 0 0,-9 16 1163 0 0,21-11-1456 0 0,0-1-1 0 0,0 1 0 0 0,1 0 1 0 0,-1 1-1 0 0,1-1 0 0 0,0 0 0 0 0,1 0 1 0 0,-1 0-1 0 0,1 1 0 0 0,0 6 1 0 0,9 61 714 0 0,-3-29-397 0 0,13 128 745 0 0,-7-86-678 0 0,-4 0 1 0 0,-3 102-1 0 0,-8-153-156 0 0,2-41-122 0 0,2-1-253 0 0,0-1 0 0 0,0 0-1 0 0,1 0 1 0 0,0 1 0 0 0,1-1 0 0 0,4-10-1 0 0,4-1 27 0 0,0 0-1 0 0,1 0 1 0 0,1 2-1 0 0,1-1 1 0 0,25-24-1 0 0,-38 41-33 0 0,0 0 0 0 0,-1 0 1 0 0,1 1-1 0 0,0-1 0 0 0,0 0 0 0 0,0 0 0 0 0,0 0 0 0 0,0 1 0 0 0,0-1 0 0 0,1 0 1 0 0,-1 1-1 0 0,0-1 0 0 0,0 1 0 0 0,0 0 0 0 0,1-1 0 0 0,-1 1 0 0 0,0 0 1 0 0,0-1-1 0 0,1 1 0 0 0,-1 0 0 0 0,0 0 0 0 0,3 1 0 0 0,-3-1-14 0 0,0 1-1 0 0,-1-1 0 0 0,1 1 1 0 0,0 0-1 0 0,0-1 0 0 0,0 1 1 0 0,0 0-1 0 0,-1 0 1 0 0,1 0-1 0 0,0 0 0 0 0,-1 0 1 0 0,1 0-1 0 0,0 0 0 0 0,-1 0 1 0 0,0 0-1 0 0,1 0 0 0 0,-1 0 1 0 0,1 0-1 0 0,-1 2 1 0 0,1 2-379 0 0,0 0 0 0 0,0 0 0 0 0,-1 0 0 0 0,1 0 0 0 0,-1 0 1 0 0,0 0-1 0 0,-2 11 0 0 0,-6 5-7101 0 0</inkml:trace>
  <inkml:trace contextRef="#ctx0" brushRef="#br0" timeOffset="1">231 514 216 0 0,'0'0'812'0'0,"-3"-20"-52"0"0,2 5-48 0 0,-1 5 552 0 0,1-5-252 0 0,1-2-372 0 0,3 8-1784 0 0</inkml:trace>
</inkml:ink>
</file>

<file path=ppt/ink/ink8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7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5 276 0 0,'0'0'1111'0'0,"-1"-1"-818"0"0,0 1 0 0 0,0-1 0 0 0,0 1 0 0 0,0-1 0 0 0,0 1 0 0 0,0 0 0 0 0,-1-1 0 0 0,1 1 0 0 0,0 0-1 0 0,0 0 1 0 0,0 0 0 0 0,0 0 0 0 0,-1 0 0 0 0,1 0 0 0 0,-1 0 0 0 0,0 1-152 0 0,0 0 1 0 0,0 0 0 0 0,1 0-1 0 0,-1 0 1 0 0,0 0-1 0 0,1 1 1 0 0,-1-1-1 0 0,1 0 1 0 0,-1 1 0 0 0,1-1-1 0 0,0 1 1 0 0,0-1-1 0 0,0 1 1 0 0,0 0-1 0 0,0-1 1 0 0,0 1 0 0 0,0 0-1 0 0,0 0 1 0 0,1 0-1 0 0,-1 0 1 0 0,1 0-1 0 0,-1 2 1 0 0,1-1-51 0 0,0-1 0 0 0,1 0 0 0 0,0 0-1 0 0,-1 1 1 0 0,1-1 0 0 0,0 0 0 0 0,0 0 0 0 0,0 0 0 0 0,0 0-1 0 0,0 0 1 0 0,0-1 0 0 0,1 1 0 0 0,-1 0 0 0 0,1 0 0 0 0,-1-1-1 0 0,1 1 1 0 0,0-1 0 0 0,0 1 0 0 0,-1-1 0 0 0,1 0 0 0 0,4 2-1 0 0,3 1 16 0 0,0-1 0 0 0,1-1 0 0 0,-1 0 0 0 0,1 0-1 0 0,-1 0 1 0 0,1-1 0 0 0,0-1 0 0 0,-1 0 0 0 0,1 0 0 0 0,0-1-1 0 0,-1 0 1 0 0,1 0 0 0 0,-1-1 0 0 0,1-1 0 0 0,-1 0-1 0 0,12-5 1 0 0,-10 3 185 0 0,-8 4-173 0 0,1-1 0 0 0,-1 0 0 0 0,1 1 1 0 0,-1-2-1 0 0,0 1 0 0 0,0 0 0 0 0,0 0 0 0 0,5-6 0 0 0,-8 7-56 0 0</inkml:trace>
</inkml:ink>
</file>

<file path=ppt/ink/ink8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7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110 271 456 0 0,'0'0'6571'0'0,"-5"-2"-5997"0"0,3 1-639 0 0,-48-15 4473 0 0,48 16-3715 0 0,-34 17 996 0 0,35-16-1665 0 0,-1 0 1 0 0,1 0-1 0 0,0 0 1 0 0,0 1-1 0 0,0-1 1 0 0,0 0-1 0 0,0 1 1 0 0,0-1-1 0 0,0 1 0 0 0,1-1 1 0 0,-1 1-1 0 0,1 0 1 0 0,-1-1-1 0 0,1 1 1 0 0,-1-1-1 0 0,1 1 1 0 0,0 0-1 0 0,0-1 0 0 0,0 1 1 0 0,0 0-1 0 0,0 0 1 0 0,0-1-1 0 0,0 1 1 0 0,0 0-1 0 0,1-1 1 0 0,-1 1-1 0 0,1 0 0 0 0,-1-1 1 0 0,1 1-1 0 0,0-1 1 0 0,-1 1-1 0 0,1-1 1 0 0,0 1-1 0 0,0-1 1 0 0,0 0-1 0 0,0 1 1 0 0,0-1-1 0 0,1 0 0 0 0,-1 0 1 0 0,0 0-1 0 0,0 0 1 0 0,1 0-1 0 0,-1 0 1 0 0,1 0-1 0 0,-1 0 1 0 0,1 0-1 0 0,-1-1 0 0 0,1 1 1 0 0,0-1-1 0 0,1 1 1 0 0,14 3-165 0 0,-1-1 1 0 0,0-1-1 0 0,1 0 0 0 0,-1-1 1 0 0,1-1-1 0 0,-1-1 1 0 0,1 0-1 0 0,-1-1 1 0 0,0 0-1 0 0,0-2 0 0 0,0 0 1 0 0,0-1-1 0 0,0 0 1 0 0,-1-1-1 0 0,0-1 0 0 0,0-1 1 0 0,-1 0-1 0 0,0-1 1 0 0,15-12-1 0 0,-23 16 117 0 0,0-1-1 0 0,-1 0 0 0 0,0-1 1 0 0,0 1-1 0 0,-1-1 1 0 0,0 0-1 0 0,0 0 1 0 0,-1-1-1 0 0,1 1 1 0 0,-2-1-1 0 0,1 0 0 0 0,-1 1 1 0 0,0-1-1 0 0,-1 0 1 0 0,2-12-1 0 0,-3 9 395 0 0,0 1-1 0 0,0-1 0 0 0,-1 1 1 0 0,0-1-1 0 0,-1 1 0 0 0,0-1 1 0 0,0 1-1 0 0,-1 0 0 0 0,-1 0 1 0 0,0 0-1 0 0,-6-12 0 0 0,9 22-293 0 0,0-1 0 0 0,-1 0 0 0 0,1 1 1 0 0,0 0-1 0 0,-1-1 0 0 0,1 1 0 0 0,0-1 0 0 0,-1 1 0 0 0,1 0 0 0 0,-1 0 0 0 0,1 0 0 0 0,-1 0 0 0 0,1 0 1 0 0,0 0-1 0 0,-1 0 0 0 0,1 1 0 0 0,-1-1 0 0 0,1 0 0 0 0,0 1 0 0 0,-1-1 0 0 0,1 1 0 0 0,0 0 0 0 0,0-1 0 0 0,-1 1 1 0 0,1 0-1 0 0,-1 1 0 0 0,-3 2 6 0 0,1 1 1 0 0,0 0 0 0 0,0 0 0 0 0,0 0-1 0 0,1 0 1 0 0,-1 1 0 0 0,1-1 0 0 0,0 1-1 0 0,1 0 1 0 0,0 0 0 0 0,0 0-1 0 0,0 0 1 0 0,1 0 0 0 0,-1 0 0 0 0,1 1-1 0 0,1-1 1 0 0,-1 0 0 0 0,2 10 0 0 0,0 14-998 0 0,2-1 0 0 0,11 50 1 0 0,-12-65-91 0 0,6 12-1918 0 0,-3-11-3862 0 0</inkml:trace>
</inkml:ink>
</file>

<file path=ppt/ink/ink8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48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18 12693 0 0,'0'0'37'0'0,"0"-1"1"0"0,1 1-1 0 0,-1 0 0 0 0,0 0 1 0 0,1-1-1 0 0,-1 1 0 0 0,0 0 1 0 0,0-1-1 0 0,1 1 0 0 0,-1 0 1 0 0,0-1-1 0 0,0 1 0 0 0,0 0 1 0 0,0-1-1 0 0,1 1 0 0 0,-1 0 1 0 0,0-1-1 0 0,0 1 0 0 0,0-1 1 0 0,0 1-1 0 0,0 0 0 0 0,0-1 1 0 0,0 1-1 0 0,0-1 0 0 0,0 1 1 0 0,0 0-1 0 0,0-1 0 0 0,0 1 1 0 0,0-1-1 0 0,0 1 0 0 0,0 0 1 0 0,-1-1-1 0 0,1 1 0 0 0,0 0 1 0 0,0-1-1 0 0,0 1 0 0 0,0 0 0 0 0,-1-1 1 0 0,1 1-1 0 0,0 0 0 0 0,-1-1 1 0 0,1 1-1 0 0,0 0 0 0 0,0 0 1 0 0,-1-1-1 0 0,1 1 0 0 0,-1 0 1 0 0,0-1 142 0 0,2 3-304 0 0,-1 1-1 0 0,1-1 1 0 0,0 1-1 0 0,0-1 1 0 0,0 0-1 0 0,0 1 1 0 0,0-1-1 0 0,1 0 1 0 0,-1 0-1 0 0,1 1 1 0 0,-1-1-1 0 0,1 0 0 0 0,0-1 1 0 0,0 1-1 0 0,-1 0 1 0 0,1 0-1 0 0,1-1 1 0 0,-1 1-1 0 0,0-1 1 0 0,0 0-1 0 0,1 0 1 0 0,-1 0-1 0 0,0 0 1 0 0,1 0-1 0 0,-1 0 1 0 0,1-1-1 0 0,-1 1 1 0 0,1-1-1 0 0,-1 1 0 0 0,1-1 1 0 0,0 0-1 0 0,-1 0 1 0 0,1 0-1 0 0,-1-1 1 0 0,1 1-1 0 0,0-1 1 0 0,-1 1-1 0 0,1-1 1 0 0,2-1-1 0 0,58-13 3748 0 0,-58 19-3234 0 0,-4-4-369 0 0,-1 0 0 0 0,1 0 0 0 0,-1 0 1 0 0,1 0-1 0 0,-1 1 0 0 0,1-1 0 0 0,-1 0 1 0 0,1 0-1 0 0,-1 1 0 0 0,1-1 0 0 0,-1 0 0 0 0,1 0 1 0 0,-1 1-1 0 0,1-1 0 0 0,-1 1 0 0 0,1-1 0 0 0,-1 0 1 0 0,0 1-1 0 0,1-1 0 0 0,-1 1 0 0 0,0-1 1 0 0,0 1-1 0 0,1-1 0 0 0,-1 1 0 0 0,0-1 0 0 0,0 1 1 0 0,1-1-1 0 0,-1 1 0 0 0,0-1 0 0 0,0 1 0 0 0,0-1 1 0 0,0 1-1 0 0,0-1 0 0 0,0 2 0 0 0,-1 3-87 0 0,0 0-1 0 0,0-1 1 0 0,0 1-1 0 0,-1 0 1 0 0,1-1-1 0 0,-1 1 1 0 0,0-1-1 0 0,-1 0 1 0 0,-2 5-1 0 0,-17 22-3732 0 0,12-17-21 0 0,2-2 386 0 0</inkml:trace>
</inkml:ink>
</file>

<file path=ppt/ink/ink8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0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338 35 912 0 0,'-30'-32'5091'0'0,"26"31"-4907"0"0,1 0 1 0 0,0 1 0 0 0,-1-1 0 0 0,1 1 0 0 0,-1 0 0 0 0,1 0 0 0 0,-1 0 0 0 0,1 1 0 0 0,-1-1 0 0 0,1 1 0 0 0,-1 0 0 0 0,1 0 0 0 0,0 0 0 0 0,-1 0 0 0 0,-5 4-1 0 0,-12 5 242 0 0,0 2 0 0 0,1 0 0 0 0,0 1-1 0 0,1 1 1 0 0,0 1 0 0 0,2 0-1 0 0,-1 2 1 0 0,2 0 0 0 0,0 1-1 0 0,-23 35 1 0 0,36-48-343 0 0,0 1-1 0 0,0 0 1 0 0,1 0-1 0 0,0 0 1 0 0,0 1 0 0 0,0-1-1 0 0,1 0 1 0 0,0 1-1 0 0,0-1 1 0 0,1 1-1 0 0,0-1 1 0 0,1 11 0 0 0,-1-15-63 0 0,0 0 1 0 0,1-1-1 0 0,-1 1 1 0 0,1 0 0 0 0,0 0-1 0 0,0 0 1 0 0,-1 0-1 0 0,1-1 1 0 0,0 1 0 0 0,0 0-1 0 0,1-1 1 0 0,-1 1-1 0 0,0-1 1 0 0,0 1 0 0 0,1-1-1 0 0,-1 0 1 0 0,1 1-1 0 0,1 0 1 0 0,0-1-10 0 0,-1 0 0 0 0,1 0 0 0 0,0 0 1 0 0,0 0-1 0 0,0-1 0 0 0,0 1 0 0 0,0-1 0 0 0,0 0 0 0 0,-1 0 0 0 0,1 0 1 0 0,0 0-1 0 0,0 0 0 0 0,0-1 0 0 0,0 1 0 0 0,5-2 0 0 0,6-2 23 0 0,0-1 0 0 0,0-1-1 0 0,-1 0 1 0 0,1-1 0 0 0,-1 0-1 0 0,-1-1 1 0 0,13-9 0 0 0,7-9 72 0 0,36-36 0 0 0,-67 61-96 0 0,3 28-58 0 0,-4-20 53 0 0,0-1 1 0 0,0 1-1 0 0,0-1 1 0 0,1 1-1 0 0,0-1 1 0 0,0 1-1 0 0,1-1 1 0 0,0 1-1 0 0,0-1 1 0 0,0 0-1 0 0,1 0 1 0 0,0 0-1 0 0,0-1 1 0 0,0 1-1 0 0,1 0 1 0 0,8 9-1 0 0,-10-14-5 0 0,0-1 0 0 0,0 1 0 0 0,0 0 0 0 0,0-1 0 0 0,0 1 0 0 0,0-1 0 0 0,0 1 0 0 0,0-1 0 0 0,0 0 0 0 0,0 0 0 0 0,0 0 0 0 0,0 0 0 0 0,1 0 0 0 0,-1-1 0 0 0,0 1 0 0 0,0 0 0 0 0,0-1 0 0 0,0 0 0 0 0,0 0 0 0 0,0 1 0 0 0,0-1 0 0 0,-1 0 0 0 0,3-2 0 0 0,41-25 17 0 0,11-17-41 0 0,-33 26 11 0 0,0 1 1 0 0,29-17 0 0 0,-46 34 9 0 0,0 1-1 0 0,0 0 0 0 0,0 0 1 0 0,0 1-1 0 0,0-1 1 0 0,0 1-1 0 0,7 3 0 0 0,-13-4 5 0 0,11 3 3 0 0,24 7 12 0 0,0-2 1 0 0,1-1-1 0 0,71 5 0 0 0,-105-13-11 0 0,1 0-1 0 0,-1 1 1 0 0,1-1-1 0 0,-1 0 1 0 0,1 0-1 0 0,-1 0 1 0 0,1-1-1 0 0,-1 1 0 0 0,0 0 1 0 0,0-1-1 0 0,0 0 1 0 0,0 1-1 0 0,0-1 1 0 0,0 0-1 0 0,0 0 1 0 0,2-4-1 0 0,-1 3 16 0 0,-2 2-3 0 0,20 0-614 0 0,40 12-2436 0 0,-18-5-2785 0 0,-18-3 2168 0 0</inkml:trace>
</inkml:ink>
</file>

<file path=ppt/ink/ink8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1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1 814 784 0 0,'0'0'1032'0'0,"0"0"-946"0"0,0 0 1 0 0,0 1-1 0 0,0-1 1 0 0,0 1 0 0 0,0-1-1 0 0,0 0 1 0 0,1 1 0 0 0,-1-1-1 0 0,0 0 1 0 0,0 1-1 0 0,1-1 1 0 0,-1 0 0 0 0,0 0-1 0 0,0 1 1 0 0,1-1 0 0 0,-1 0-1 0 0,0 1 1 0 0,0-1-1 0 0,1 0 1 0 0,-1 0 0 0 0,0 0-1 0 0,1 0 1 0 0,-1 1 0 0 0,1-1-1 0 0,-1 0 1 0 0,0 0 0 0 0,1 0-1 0 0,-1 0 1 0 0,0 0-1 0 0,1 0 1 0 0,-1 0 0 0 0,1 0-1 0 0,-1 0 1 0 0,0 0 0 0 0,1 0-1 0 0,-1 0 1 0 0,0 0-1 0 0,1 0 1 0 0,-1 0 0 0 0,1 0-1 0 0,-1 0 1 0 0,0-1 0 0 0,1 1-1 0 0,-1 0 1 0 0,1-1 0 0 0,30-20 589 0 0,-1-1 1 0 0,-1-2 0 0 0,-2-2 0 0 0,0 0-1 0 0,-1-1 1 0 0,-2-2 0 0 0,33-48 0 0 0,-45 57-581 0 0,-1 1 1 0 0,-1-1 0 0 0,0-1 0 0 0,-2 0-1 0 0,0 0 1 0 0,-1-1 0 0 0,-2 1 0 0 0,0-2-1 0 0,-1 1 1 0 0,-1 0 0 0 0,-1-1 0 0 0,-1 1-1 0 0,-1-1 1 0 0,-4-25 0 0 0,3 31-10 0 0,-1-1 0 0 0,-1 1 0 0 0,-1-1 0 0 0,0 1 0 0 0,-1 0 0 0 0,-1 1 0 0 0,-1-1 0 0 0,0 1 0 0 0,-1 1 0 0 0,-18-27 0 0 0,26 42-78 0 0,-1-1-1 0 0,0 0 0 0 0,0 0 1 0 0,0 1-1 0 0,0-1 0 0 0,0 0 1 0 0,0 1-1 0 0,0-1 1 0 0,0 1-1 0 0,0-1 0 0 0,0 1 1 0 0,0 0-1 0 0,0-1 0 0 0,0 1 1 0 0,0 0-1 0 0,0 0 0 0 0,0 0 1 0 0,0 0-1 0 0,0 0 1 0 0,-1 0-1 0 0,1 0 0 0 0,0 0 1 0 0,0 0-1 0 0,0 0 0 0 0,0 1 1 0 0,0-1-1 0 0,0 0 0 0 0,0 1 1 0 0,0-1-1 0 0,0 1 1 0 0,0-1-1 0 0,0 1 0 0 0,0 0 1 0 0,0-1-1 0 0,0 1 0 0 0,0 0 1 0 0,1 0-1 0 0,-1-1 0 0 0,0 1 1 0 0,1 0-1 0 0,-2 2 1 0 0,-29 37 180 0 0,31-40-188 0 0,-9 16 65 0 0,1 1 0 0 0,1-1 1 0 0,0 1-1 0 0,1 1 0 0 0,1-1 1 0 0,1 1-1 0 0,0 0 0 0 0,-1 31 1 0 0,3-21 11 0 0,1 0 0 0 0,2 0 0 0 0,1 1 0 0 0,11 52 0 0 0,-8-60-45 0 0,1 0-1 0 0,1-1 1 0 0,1 0-1 0 0,1 0 1 0 0,23 36-1 0 0,-25-45-20 0 0,1 0-1 0 0,1 0 1 0 0,-1-1 0 0 0,2 0-1 0 0,-1 0 1 0 0,1-1-1 0 0,1-1 1 0 0,-1 1 0 0 0,2-2-1 0 0,18 11 1 0 0,-23-16-6 0 0,-1 1-1 0 0,0-1 1 0 0,1-1 0 0 0,-1 0 0 0 0,1 1 0 0 0,0-2 0 0 0,-1 1-1 0 0,1-1 1 0 0,0 0 0 0 0,-1-1 0 0 0,1 1 0 0 0,-1-1 0 0 0,1-1 0 0 0,0 1-1 0 0,-1-1 1 0 0,0 0 0 0 0,1 0 0 0 0,-1-1 0 0 0,0 0 0 0 0,6-4-1 0 0,-3 1 11 0 0,0 1-1 0 0,-1-2 0 0 0,1 1 0 0 0,-1-1 0 0 0,-1 0 1 0 0,0-1-1 0 0,0 0 0 0 0,0 0 0 0 0,-1 0 0 0 0,0-1 0 0 0,0 0 1 0 0,4-10-1 0 0,-4-19 968 0 0,-4 38-980 0 0,1 0 0 0 0,-1 0 0 0 0,1-1 0 0 0,-1 1 0 0 0,1-1 1 0 0,-1 1-1 0 0,0-1 0 0 0,1 0 0 0 0,-1 0 0 0 0,0 0 0 0 0,0 0 1 0 0,4-2-1 0 0,-3 0 8 0 0,0 0 0 0 0,-1 1 0 0 0,1-1 0 0 0,0 0 0 0 0,-1-1 0 0 0,0 1 1 0 0,0 0-1 0 0,0-1 0 0 0,0 1 0 0 0,0-1 0 0 0,1-4 0 0 0,-2 6-3 0 0,5-14 147 0 0,-3 7 47 0 0,-4 10-35 0 0,0 1-170 0 0,0 0-1 0 0,0 1 0 0 0,0-1 0 0 0,0 0 1 0 0,0 1-1 0 0,0-1 0 0 0,1 1 1 0 0,-1-1-1 0 0,1 1 0 0 0,-1-1 1 0 0,1 1-1 0 0,0-1 0 0 0,0 1 1 0 0,1-1-1 0 0,-1 1 0 0 0,0-1 0 0 0,1 1 1 0 0,-1-1-1 0 0,1 1 0 0 0,0-1 1 0 0,0 1-1 0 0,0-1 0 0 0,0 0 1 0 0,0 0-1 0 0,1 1 0 0 0,-1-1 0 0 0,1 0 1 0 0,-1 0-1 0 0,1 0 0 0 0,0-1 1 0 0,0 1-1 0 0,3 2 0 0 0,3 1 6 0 0,1-1 0 0 0,-1-1 0 0 0,1 1 0 0 0,0-1 0 0 0,0-1 0 0 0,0 0 0 0 0,0 0 0 0 0,1-1 0 0 0,-1 0-1 0 0,0-1 1 0 0,1 0 0 0 0,-1 0 0 0 0,0-1 0 0 0,1 0 0 0 0,-1 0 0 0 0,0-1 0 0 0,0-1 0 0 0,0 0 0 0 0,0 0 0 0 0,-1 0-1 0 0,1-1 1 0 0,-1 0 0 0 0,13-9 0 0 0,-17 9 1 0 0,0 0 0 0 0,0 0-1 0 0,-1 0 1 0 0,0 0-1 0 0,1-1 1 0 0,-1 1 0 0 0,-1-1-1 0 0,1 0 1 0 0,-1 0 0 0 0,0 0-1 0 0,0 0 1 0 0,2-9 0 0 0,-2 2 6 0 0,0-1 0 0 0,-1 0 1 0 0,0 1-1 0 0,-1-1 1 0 0,-3-25-1 0 0,2 36-36 0 0,1 0 9 0 0,0-7 4 0 0,0 6 12 0 0,1 10-19 0 0,21 230 25 0 0,2 50 15 0 0,-23-222-26 0 0,0 2 23 0 0,-2-1 1 0 0,-3 0-1 0 0,-14 76 1 0 0,15-134-10 0 0,0 1 1 0 0,0-1-1 0 0,-1 0 1 0 0,0 1-1 0 0,0-2 0 0 0,-1 1 1 0 0,1 0-1 0 0,-2-1 0 0 0,1 0 1 0 0,-13 12-1 0 0,16-17-5 0 0,0 0 0 0 0,0 0 1 0 0,0 0-1 0 0,-1 0 0 0 0,1-1 0 0 0,0 1 0 0 0,-1-1 0 0 0,1 1 0 0 0,-1-1 0 0 0,0 0 0 0 0,1 0 0 0 0,-1 0 1 0 0,0 0-1 0 0,1-1 0 0 0,-1 1 0 0 0,0-1 0 0 0,0 0 0 0 0,0 0 0 0 0,1 1 0 0 0,-1-2 0 0 0,0 1 1 0 0,0 0-1 0 0,0-1 0 0 0,0 1 0 0 0,1-1 0 0 0,-1 0 0 0 0,0 0 0 0 0,1 0 0 0 0,-1 0 0 0 0,1 0 0 0 0,-1-1 1 0 0,1 1-1 0 0,-1-1 0 0 0,1 1 0 0 0,0-1 0 0 0,0 0 0 0 0,0 0 0 0 0,-3-3 0 0 0,2 0-2 0 0,0 0 0 0 0,-1 0-1 0 0,2 0 1 0 0,-1 0 0 0 0,1-1 0 0 0,-1 1-1 0 0,1-1 1 0 0,1 1 0 0 0,-1-1 0 0 0,1 0-1 0 0,0 0 1 0 0,0 0 0 0 0,1 1 0 0 0,0-1-1 0 0,0 0 1 0 0,1-8 0 0 0,1-7-18 0 0,2 0 1 0 0,0 0 0 0 0,8-24-1 0 0,9-10-136 0 0,3 1-1 0 0,2 1 0 0 0,2 1 1 0 0,47-65-1 0 0,-13 19-251 0 0,46-54-189 0 0,-71 103 500 0 0,-2-1-1 0 0,30-56 1 0 0,-37 62 1175 0 0,-27 43-776 0 0,11 104 667 0 0,-7-63-719 0 0,2 1 0 0 0,23 73 0 0 0,1 1-73 0 0,-30-110-300 0 0,0-1 1 0 0,0 1 0 0 0,-1 0 0 0 0,1 0 0 0 0,-1 0-1 0 0,0-1 1 0 0,0 1 0 0 0,-1 0 0 0 0,1 0-1 0 0,-1 0 1 0 0,0-1 0 0 0,-1 1 0 0 0,1 0-1 0 0,-1-1 1 0 0,-3 7 0 0 0,-11 8-3510 0 0,-8-4-3391 0 0,16-12 3506 0 0</inkml:trace>
</inkml:ink>
</file>

<file path=ppt/ink/ink8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2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29 780 0 0,'4'-3'230'0'0,"1"0"-1"0"0,-1 0 1 0 0,1 0-1 0 0,-1 1 1 0 0,1-1-1 0 0,0 1 1 0 0,0 0-1 0 0,0 0 1 0 0,0 1-1 0 0,1 0 1 0 0,-1 0-1 0 0,0 0 1 0 0,1 0-1 0 0,-1 1 1 0 0,0 0-1 0 0,1 0 1 0 0,-1 0-1 0 0,1 1 1 0 0,-1 0-1 0 0,0 0 1 0 0,0 0-1 0 0,0 1 1 0 0,1 0-1 0 0,-1 0 1 0 0,0 0-1 0 0,-1 0 1 0 0,1 1-1 0 0,0 0 1 0 0,-1 0-1 0 0,8 6 1 0 0,-6-4-101 0 0,-1 0 0 0 0,1 0 1 0 0,-1 1-1 0 0,-1 0 1 0 0,1 0-1 0 0,-1 0 0 0 0,0 0 1 0 0,0 1-1 0 0,0-1 0 0 0,-1 1 1 0 0,0 0-1 0 0,-1 0 0 0 0,0 0 1 0 0,0 1-1 0 0,0-1 0 0 0,-1 1 1 0 0,0-1-1 0 0,0 0 0 0 0,-1 1 1 0 0,0 0-1 0 0,-2 11 0 0 0,1-12-58 0 0,-2-1-1 0 0,1 0 0 0 0,-1 0 0 0 0,0 0 0 0 0,0 0 0 0 0,-1-1 1 0 0,1 1-1 0 0,-1-1 0 0 0,0 0 0 0 0,-1 0 0 0 0,1 0 0 0 0,-1-1 1 0 0,0 1-1 0 0,0-1 0 0 0,-1 0 0 0 0,1-1 0 0 0,-1 1 0 0 0,0-1 1 0 0,0 0-1 0 0,-6 2 0 0 0,7-3-54 0 0,0 0-1 0 0,1 0 1 0 0,-1-1 0 0 0,0 1-1 0 0,0-1 1 0 0,0 0 0 0 0,0 0 0 0 0,0-1-1 0 0,0 0 1 0 0,0 1 0 0 0,0-2-1 0 0,0 1 1 0 0,0-1 0 0 0,0 1-1 0 0,0-1 1 0 0,0-1 0 0 0,0 1 0 0 0,0-1-1 0 0,1 0 1 0 0,-1 0 0 0 0,1 0-1 0 0,-1 0 1 0 0,1-1 0 0 0,0 0-1 0 0,0 0 1 0 0,-6-5 0 0 0,9 7-128 0 0,0-1 1 0 0,0 1-1 0 0,1 0 1 0 0,-1-1 0 0 0,0 1-1 0 0,1-1 1 0 0,-1 0-1 0 0,1 1 1 0 0,0-1-1 0 0,-1 1 1 0 0,1-1-1 0 0,0 0 1 0 0,0 1-1 0 0,0-1 1 0 0,0 1-1 0 0,0-1 1 0 0,0 0-1 0 0,0 1 1 0 0,1-1 0 0 0,-1 1-1 0 0,1-1 1 0 0,-1 0-1 0 0,1-1 1 0 0,21-32-4772 0 0,-7 18 2027 0 0</inkml:trace>
</inkml:ink>
</file>

<file path=ppt/ink/ink8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2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85 484 0 0,'5'9'840'0'0,"-1"0"-1"0"0,0 0 1 0 0,0 0-1 0 0,0 0 1 0 0,-1 1-1 0 0,-1-1 1 0 0,0 1 0 0 0,0 0-1 0 0,-1-1 1 0 0,1 16-1 0 0,4 21 1219 0 0,-3-3-1635 0 0,-12-14-4552 0 0</inkml:trace>
  <inkml:trace contextRef="#ctx0" brushRef="#br0" timeOffset="1">42 74 76 0 0,'2'-9'1888'0'0,"4"-8"-996"0"0,-5 6 692 0 0,1-4-912 0 0,2 9 473 0 0,-1-4-249 0 0,9 5-636 0 0,8 8-748 0 0,-1 4-1065 0 0,-10-4-691 0 0,1 3 520 0 0</inkml:trace>
</inkml:ink>
</file>

<file path=ppt/ink/ink8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3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150 649 784 0 0,'0'0'5701'0'0,"-3"-4"-5067"0"0,1 2-497 0 0,-1 0 0 0 0,1 1 0 0 0,0-1-1 0 0,-1 0 1 0 0,1 1 0 0 0,-1 0 0 0 0,1-1-1 0 0,-1 1 1 0 0,1 0 0 0 0,-1 1 0 0 0,0-1 0 0 0,0 0-1 0 0,1 1 1 0 0,-1-1 0 0 0,0 1 0 0 0,0 0-1 0 0,0 0 1 0 0,0 0 0 0 0,1 1 0 0 0,-1-1-1 0 0,0 0 1 0 0,0 1 0 0 0,1 0 0 0 0,-1 0 0 0 0,0 0-1 0 0,1 0 1 0 0,-1 0 0 0 0,1 0 0 0 0,-4 2-1 0 0,-1 2 173 0 0,-1-1 0 0 0,0 1 0 0 0,1 0 0 0 0,0 1 0 0 0,-12 11 0 0 0,18-16-272 0 0,0 0-1 0 0,0 0 0 0 0,1 1 1 0 0,-1-1-1 0 0,0 0 0 0 0,1 0 1 0 0,-1 0-1 0 0,1 0 0 0 0,-1 1 1 0 0,1-1-1 0 0,0 0 0 0 0,-1 0 1 0 0,1 1-1 0 0,0-1 0 0 0,0 0 1 0 0,0 1-1 0 0,0-1 0 0 0,0 0 1 0 0,0 3-1 0 0,1-2-15 0 0,0 0-1 0 0,0-1 0 0 0,0 1 1 0 0,0 0-1 0 0,0-1 0 0 0,1 1 1 0 0,-1-1-1 0 0,1 1 1 0 0,-1-1-1 0 0,1 0 0 0 0,-1 1 1 0 0,1-1-1 0 0,0 0 0 0 0,-1 0 1 0 0,1 0-1 0 0,0 0 1 0 0,3 1-1 0 0,8 2 33 0 0,0 1-1 0 0,0-1 1 0 0,1-1-1 0 0,0-1 1 0 0,-1 0 0 0 0,1 0-1 0 0,26-2 1 0 0,0-2-173 0 0,58-10 0 0 0,-74 9 70 0 0,0-2 1 0 0,-1-1 0 0 0,0 0 0 0 0,0-2 0 0 0,0-1 0 0 0,-1 0-1 0 0,-1-2 1 0 0,0 0 0 0 0,0-2 0 0 0,-1 0 0 0 0,0-1-1 0 0,25-25 1 0 0,-24 4 315 0 0,-20 33-108 0 0,-12-16 82 0 0,6 18-212 0 0,0 0-1 0 0,0-1 0 0 0,1 1 0 0 0,-1 1 1 0 0,0-1-1 0 0,1 1 0 0 0,-1 0 0 0 0,0 0 0 0 0,1 0 1 0 0,-1 1-1 0 0,1 0 0 0 0,-1-1 0 0 0,1 2 1 0 0,0-1-1 0 0,0 0 0 0 0,0 1 0 0 0,0 0 1 0 0,1 0-1 0 0,-1 0 0 0 0,1 0 0 0 0,-1 0 1 0 0,1 1-1 0 0,0 0 0 0 0,0-1 0 0 0,1 1 1 0 0,-1 0-1 0 0,-1 5 0 0 0,3-8-24 0 0,1 1-1 0 0,-1-1 1 0 0,1 0 0 0 0,0 0-1 0 0,-1 0 1 0 0,1 0-1 0 0,0 1 1 0 0,0-1 0 0 0,0 0-1 0 0,0 0 1 0 0,0 0 0 0 0,0 1-1 0 0,0-1 1 0 0,1 0-1 0 0,-1 0 1 0 0,0 0 0 0 0,1 0-1 0 0,-1 1 1 0 0,1-1 0 0 0,-1 0-1 0 0,1 0 1 0 0,-1 0-1 0 0,1 0 1 0 0,0 0 0 0 0,-1 0-1 0 0,1 0 1 0 0,0-1-1 0 0,0 1 1 0 0,0 0 0 0 0,0 0-1 0 0,0 0 1 0 0,0-1 0 0 0,0 1-1 0 0,0-1 1 0 0,0 1-1 0 0,0 0 1 0 0,0-1 0 0 0,0 0-1 0 0,0 1 1 0 0,2-1 0 0 0,48 12 16 0 0,-30-11-114 0 0,-1-1 0 0 0,0 0-1 0 0,0-2 1 0 0,0 0 0 0 0,0-1-1 0 0,-1-1 1 0 0,1-1 0 0 0,-1-1-1 0 0,0-1 1 0 0,0 0 0 0 0,-1-2-1 0 0,0 0 1 0 0,-1 0 0 0 0,0-2-1 0 0,0 0 1 0 0,23-22 0 0 0,-32 25 68 0 0,-1 0 1 0 0,0-1 0 0 0,0 0 0 0 0,-1 0 0 0 0,0-1-1 0 0,-1 0 1 0 0,0 0 0 0 0,-1 0 0 0 0,0 0 0 0 0,0-1 0 0 0,-1 0-1 0 0,0 1 1 0 0,-1-1 0 0 0,0 0 0 0 0,-1-1 0 0 0,0-13-1 0 0,-2 8 124 0 0,0 1 0 0 0,0-1 0 0 0,-2 1-1 0 0,0 0 1 0 0,0 0 0 0 0,-2 0-1 0 0,0 0 1 0 0,-1 1 0 0 0,0 0 0 0 0,-13-21-1 0 0,14 26 183 0 0,4 8-224 0 0,1 0-1 0 0,-1 0 1 0 0,0 1 0 0 0,0-1 0 0 0,1 0-1 0 0,-2 0 1 0 0,1 1 0 0 0,0-1 0 0 0,0 0-1 0 0,0 1 1 0 0,-1-1 0 0 0,1 1-1 0 0,-1 0 1 0 0,1-1 0 0 0,-1 1 0 0 0,1 0-1 0 0,-1 0 1 0 0,0 0 0 0 0,0 0 0 0 0,-3-1-1 0 0,4 2-36 0 0,-1 1 0 0 0,1-1 0 0 0,-1 1 0 0 0,1-1 0 0 0,-1 1 0 0 0,1 0 0 0 0,-1 0 0 0 0,1 0 0 0 0,0 0 0 0 0,-1 0 0 0 0,1 0 0 0 0,0 0 0 0 0,0 0 0 0 0,0 0 0 0 0,-1 1 0 0 0,1-1 0 0 0,1 0 0 0 0,-1 1 0 0 0,0-1 0 0 0,0 1 0 0 0,0-1 0 0 0,1 1 0 0 0,-1-1 0 0 0,0 4 0 0 0,-9 41 220 0 0,8-25-180 0 0,2 1 1 0 0,1-1-1 0 0,0 1 1 0 0,2-1-1 0 0,0 0 1 0 0,1 0 0 0 0,2 0-1 0 0,14 38 1 0 0,-16-47-51 0 0,2 0 1 0 0,-1 0 0 0 0,2 0 0 0 0,0-1 0 0 0,0 0-1 0 0,1 0 1 0 0,0-1 0 0 0,0 0 0 0 0,2-1-1 0 0,-1 0 1 0 0,1 0 0 0 0,0-1 0 0 0,1 0 0 0 0,0 0-1 0 0,21 10 1 0 0,-24-15-16 0 0,-1-1 1 0 0,0 1-1 0 0,1-1 0 0 0,0-1 1 0 0,-1 1-1 0 0,1-2 0 0 0,0 1 0 0 0,0-1 1 0 0,-1 0-1 0 0,1 0 0 0 0,0-1 1 0 0,0 0-1 0 0,14-4 0 0 0,-10 1-2 0 0,-2 0 1 0 0,1-1-1 0 0,0 0 0 0 0,-1-1 0 0 0,0 0 1 0 0,0-1-1 0 0,-1 1 0 0 0,14-15 0 0 0,-6 4-9 0 0,-1-1 0 0 0,0-1-1 0 0,-2 0 1 0 0,0-2 0 0 0,-1 1-1 0 0,-1-1 1 0 0,-1-1 0 0 0,11-33-1 0 0,-15 34 21 0 0,-1 0-1 0 0,-1 0 0 0 0,-1-1 0 0 0,-1 0 1 0 0,0-26-1 0 0,-4-1-15 0 0,-8-60 0 0 0,9 108 14 0 0,0 1-1 0 0,0 0 1 0 0,0 0 0 0 0,0 0-1 0 0,0-1 1 0 0,0 1-1 0 0,0 0 1 0 0,0 0 0 0 0,0 0-1 0 0,0-1 1 0 0,0 1-1 0 0,0 0 1 0 0,0 0 0 0 0,0 0-1 0 0,0 0 1 0 0,-1-1-1 0 0,1 1 1 0 0,0 0 0 0 0,0 0-1 0 0,0 0 1 0 0,0 0-1 0 0,0 0 1 0 0,0-1 0 0 0,-1 1-1 0 0,1 0 1 0 0,0 0-1 0 0,0 0 1 0 0,0 0 0 0 0,0 0-1 0 0,-1 0 1 0 0,1 0-1 0 0,0 0 1 0 0,0 0 0 0 0,0-1-1 0 0,-1 1 1 0 0,1 0-1 0 0,0 0 1 0 0,0 0 0 0 0,0 0-1 0 0,0 0 1 0 0,-1 0-1 0 0,1 0 1 0 0,0 0 0 0 0,0 0-1 0 0,0 1 1 0 0,-1-1-1 0 0,1 0 1 0 0,0 0 0 0 0,0 0-1 0 0,0 0 1 0 0,-1 0-1 0 0,-12 11 4 0 0,-11 21 56 0 0,17-15-35 0 0,0-1-1 0 0,2 1 1 0 0,0 0 0 0 0,1 0 0 0 0,0 1 0 0 0,2-1-1 0 0,0 1 1 0 0,1 27 0 0 0,2-13 11 0 0,1 0 1 0 0,2 0-1 0 0,14 56 0 0 0,-15-77-29 0 0,0-1-1 0 0,1 0 1 0 0,0 1-1 0 0,1-1 1 0 0,0-1-1 0 0,0 1 1 0 0,1-1-1 0 0,1 0 1 0 0,-1 0-1 0 0,1-1 1 0 0,13 12-1 0 0,-15-15-3 0 0,1-1-1 0 0,-1 0 1 0 0,1-1-1 0 0,0 1 0 0 0,0-1 1 0 0,0 0-1 0 0,0 0 0 0 0,1-1 1 0 0,-1 0-1 0 0,1 0 0 0 0,0-1 1 0 0,-1 1-1 0 0,1-1 0 0 0,0-1 1 0 0,0 0-1 0 0,0 0 1 0 0,-1 0-1 0 0,1 0 0 0 0,11-3 1 0 0,17-6 26 0 0,-1-1 0 0 0,0-1 0 0 0,0-2 0 0 0,-1-2 0 0 0,-1 0 0 0 0,32-22 0 0 0,-8 10 796 0 0,-56 27-800 0 0,1 0 0 0 0,0 1 0 0 0,-1-1 0 0 0,1 0 0 0 0,-1 0 0 0 0,1 1-1 0 0,0-1 1 0 0,-1 0 0 0 0,1 1 0 0 0,-1-1 0 0 0,1 0 0 0 0,-1 1 0 0 0,1-1 0 0 0,-1 1-1 0 0,0-1 1 0 0,1 1 0 0 0,-1-1 0 0 0,1 1 0 0 0,-1-1 0 0 0,0 1 0 0 0,0 0-1 0 0,1-1 1 0 0,-1 1 0 0 0,0-1 0 0 0,0 1 0 0 0,0 0 0 0 0,0-1 0 0 0,1 2 0 0 0,4 16 304 0 0,-4 11-125 0 0,-1-1 0 0 0,-1 1 0 0 0,-2 0 0 0 0,0-1 0 0 0,-8 29 0 0 0,-44 139 190 0 0,51-184-364 0 0,-3 11-225 0 0,-1 0 0 0 0,-2-1-1 0 0,0 0 1 0 0,-1-1 0 0 0,-1 0 0 0 0,-21 28-1 0 0,-13 0-3516 0 0,-8-6-4156 0 0,32-27 3422 0 0</inkml:trace>
</inkml:ink>
</file>

<file path=ppt/ink/ink8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3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185 220 22358 0 0,'-34'-11'-387'0'0,"1"-2"0"0"0,0 0 0 0 0,-44-26 0 0 0,77 39 371 0 0,-1-1-1 0 0,1 1 1 0 0,0 0 0 0 0,-1 0-1 0 0,1 0 1 0 0,-1 0-1 0 0,1-1 1 0 0,0 1 0 0 0,-1 0-1 0 0,1 0 1 0 0,0-1 0 0 0,-1 1-1 0 0,1 0 1 0 0,0-1 0 0 0,-1 1-1 0 0,1 0 1 0 0,0-1 0 0 0,0 1-1 0 0,-1-1 1 0 0,1 1 0 0 0,0 0-1 0 0,0-1 1 0 0,0 1 0 0 0,0-1-1 0 0,0 1 1 0 0,-1 0 0 0 0,1-1-1 0 0,0 1 1 0 0,0-1 0 0 0,0 1-1 0 0,0-1 1 0 0,0 1 0 0 0,0-1-1 0 0,0 1 1 0 0,0 0-1 0 0,1-1 1 0 0,-1 1 0 0 0,0-1-1 0 0,0 1 1 0 0,0-1 0 0 0,0 1-1 0 0,1 0 1 0 0,-1-1 0 0 0,0 1-1 0 0,0 0 1 0 0,1-1 0 0 0,0 0-1 0 0,19-11-376 0 0,-15 9 407 0 0,32-12-386 0 0,1 2 1 0 0,0 1 0 0 0,1 2-1 0 0,0 1 1 0 0,0 3 0 0 0,53-3-1 0 0,-78 7 181 0 0,290-18-4842 0 0,-175 14 560 0 0,5-3 340 0 0</inkml:trace>
</inkml:ink>
</file>

<file path=ppt/ink/ink8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5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0 198 40 0 0,'3'-5'236'0'0,"0"1"-1"0"0,0 1 1 0 0,0-1-1 0 0,1 0 1 0 0,-1 1-1 0 0,1 0 1 0 0,0 0 0 0 0,0 0-1 0 0,0 0 1 0 0,0 0-1 0 0,0 1 1 0 0,1 0-1 0 0,-1 0 1 0 0,1 0-1 0 0,0 0 1 0 0,-1 1 0 0 0,1 0-1 0 0,0 0 1 0 0,0 0-1 0 0,0 1 1 0 0,0-1-1 0 0,0 1 1 0 0,-1 0 0 0 0,1 1-1 0 0,0-1 1 0 0,0 1-1 0 0,0 0 1 0 0,9 3-1 0 0,-5-1-40 0 0,0 0 0 0 0,0 1-1 0 0,-1 0 1 0 0,1 0-1 0 0,-1 1 1 0 0,0 1-1 0 0,0-1 1 0 0,-1 1 0 0 0,1 0-1 0 0,-1 1 1 0 0,-1 0-1 0 0,1 0 1 0 0,-1 0 0 0 0,6 10-1 0 0,9 21 371 0 0,5 28 186 0 0,-17-21-292 0 0,-9-38-377 0 0,1 1 0 0 0,-1-1 1 0 0,-1 0-1 0 0,1 0 0 0 0,-1 0 1 0 0,0 0-1 0 0,-3 9 0 0 0,2-7 136 0 0,2-8-173 0 0,0 0 0 0 0,0 0 1 0 0,0 0-1 0 0,-1 0 0 0 0,1 0 1 0 0,0 0-1 0 0,0 0 0 0 0,-1 0 1 0 0,1 0-1 0 0,-1 0 0 0 0,1 0 1 0 0,-1 0-1 0 0,1-1 0 0 0,-1 1 1 0 0,1 0-1 0 0,-1 0 0 0 0,0-1 1 0 0,0 1-1 0 0,-1 1 0 0 0,1-1 379 0 0,1-17-353 0 0,1 0 0 0 0,1 1-1 0 0,0 0 1 0 0,1-1 0 0 0,6-14-1 0 0,2 0-4 0 0,1 1 0 0 0,20-34 0 0 0,-30 59-56 0 0,9-14-4 0 0,10 8-8 0 0,-14 10 1 0 0,1 0 0 0 0,-1 1-1 0 0,0 0 1 0 0,1 0 0 0 0,-1 1 0 0 0,0 0-1 0 0,0 0 1 0 0,0 0 0 0 0,0 1-1 0 0,-1 0 1 0 0,1 1 0 0 0,10 7 0 0 0,26 10 8 0 0,-10-10-7 0 0,0 0 0 0 0,0-2-1 0 0,1-2 1 0 0,40 4 0 0 0,-58-10 6 0 0,-1 0 0 0 0,0-1 0 0 0,0-1 0 0 0,0 0 0 0 0,0-1 0 0 0,0 0 0 0 0,0-2 0 0 0,0 1 0 0 0,-1-2 0 0 0,1 0 0 0 0,25-14 0 0 0,-36 18-4 0 0,-1-1 0 0 0,1 0 0 0 0,-1 0 1 0 0,0-1-1 0 0,0 1 0 0 0,0 0 0 0 0,0-1 1 0 0,-1 0-1 0 0,1 0 0 0 0,-1 0 0 0 0,1 0 0 0 0,-1 0 1 0 0,0 0-1 0 0,0-1 0 0 0,0 1 0 0 0,-1-1 1 0 0,1 1-1 0 0,-1-1 0 0 0,0 0 0 0 0,0 1 1 0 0,0-1-1 0 0,-1 0 0 0 0,1 0 0 0 0,-1 0 1 0 0,0 1-1 0 0,0-1 0 0 0,0 0 0 0 0,0 0 1 0 0,-1 0-1 0 0,0 0 0 0 0,0 1 0 0 0,0-1 0 0 0,0 0 1 0 0,0 1-1 0 0,-1-1 0 0 0,1 1 0 0 0,-1-1 1 0 0,0 1-1 0 0,0 0 0 0 0,-1-1 0 0 0,1 1 1 0 0,-1 1-1 0 0,1-1 0 0 0,-1 0 0 0 0,0 0 1 0 0,0 1-1 0 0,0 0 0 0 0,0 0 0 0 0,0-1 0 0 0,-1 2 1 0 0,1-1-1 0 0,-1 0 0 0 0,1 1 0 0 0,-1 0 1 0 0,0-1-1 0 0,1 1 0 0 0,-1 1 0 0 0,0-1 1 0 0,0 1-1 0 0,0-1 0 0 0,-5 1 0 0 0,2 0 3 0 0,-1 1-1 0 0,1 0 0 0 0,0 0 1 0 0,0 0-1 0 0,0 1 0 0 0,0 0 1 0 0,0 0-1 0 0,1 0 0 0 0,-1 1 1 0 0,0 0-1 0 0,1 1 0 0 0,0-1 1 0 0,0 1-1 0 0,0 1 0 0 0,0-1 1 0 0,-7 8-1 0 0,10-9 0 0 0,0 0 0 0 0,0 1-1 0 0,0-1 1 0 0,1 1 0 0 0,-1 0 0 0 0,1-1-1 0 0,0 1 1 0 0,0 0 0 0 0,0 0 0 0 0,0 0-1 0 0,1 1 1 0 0,-1-1 0 0 0,1 0 0 0 0,0 1-1 0 0,1-1 1 0 0,-1 0 0 0 0,1 1 0 0 0,0-1-1 0 0,0 1 1 0 0,0-1 0 0 0,1 1 0 0 0,-1-1-1 0 0,1 0 1 0 0,0 1 0 0 0,0-1 0 0 0,1 0-1 0 0,3 8 1 0 0,-1-4-3 0 0,1 0 0 0 0,0 0 0 0 0,0 0 0 0 0,1-1-1 0 0,0 0 1 0 0,1 0 0 0 0,0 0 0 0 0,-1-1 0 0 0,2 0 0 0 0,-1 0 0 0 0,17 9 0 0 0,-11-9 0 0 0,0 0 1 0 0,0-1 0 0 0,1 0 0 0 0,-1-1 0 0 0,1 0-1 0 0,0-2 1 0 0,20 3 0 0 0,-12-4-1 0 0,1 0 0 0 0,-1-2 1 0 0,0 0-1 0 0,0-2 0 0 0,0 0 0 0 0,-1-2 0 0 0,1 0 0 0 0,-1-1 1 0 0,0-1-1 0 0,24-12 0 0 0,-28 9-2 0 0,-1 0-1 0 0,0 0 1 0 0,0-2 0 0 0,-1 0-1 0 0,0-1 1 0 0,18-21 0 0 0,66-95 14 0 0,-55 67 17 0 0,-16 18-45 0 0,-28 43 7 0 0,1 1 10 0 0,0-1 1 0 0,-1 1 0 0 0,1-1 0 0 0,0 1 0 0 0,-1-1-1 0 0,1 1 1 0 0,-1-1 0 0 0,1 0 0 0 0,-1 1-1 0 0,1-1 1 0 0,-1 0 0 0 0,1 1 0 0 0,-1-1 0 0 0,0 0-1 0 0,1 0 1 0 0,-1 1 0 0 0,0-1 0 0 0,0 0-1 0 0,0 0 1 0 0,1 0 0 0 0,-1 1 0 0 0,0-1 0 0 0,0 0-1 0 0,0 0 1 0 0,0 0 0 0 0,0 1 0 0 0,0-1-1 0 0,-1 0 1 0 0,1 0 0 0 0,0 0 0 0 0,0 1 0 0 0,-1-1-1 0 0,1 0 1 0 0,0 0 0 0 0,-1 1 0 0 0,1-1-1 0 0,0 0 1 0 0,-1 1 0 0 0,1-1 0 0 0,-1 0-1 0 0,0 1 1 0 0,1-1 0 0 0,-1 1 0 0 0,1-1 0 0 0,-1 1-1 0 0,0-1 1 0 0,1 1 0 0 0,-2-1 0 0 0,-3 0-5 0 0,0 1 0 0 0,1 0 0 0 0,-1 0 1 0 0,0 0-1 0 0,1 0 0 0 0,-1 1 0 0 0,0 0 0 0 0,1 0 1 0 0,-1 0-1 0 0,1 0 0 0 0,-1 1 0 0 0,1 0 0 0 0,0 0 1 0 0,0 0-1 0 0,0 0 0 0 0,0 1 0 0 0,0 0 0 0 0,0-1 1 0 0,0 1-1 0 0,1 1 0 0 0,-4 3 0 0 0,-11 10-11 0 0,1 1 1 0 0,-24 32-1 0 0,31-37 3 0 0,1 1 0 0 0,0 0 0 0 0,-12 27 0 0 0,21-40-2 0 0,0-1 13 0 0,-1 1 1 0 0,1-1-1 0 0,0 1 0 0 0,0-1 0 0 0,0 1 0 0 0,-1-1 0 0 0,1 0 0 0 0,0 1 0 0 0,0-1 0 0 0,0 1 0 0 0,0-1 0 0 0,0 1 0 0 0,0-1 0 0 0,0 1 1 0 0,0-1-1 0 0,0 1 0 0 0,0-1 0 0 0,0 1 0 0 0,0-1 0 0 0,0 0 0 0 0,0 1 0 0 0,0-1 0 0 0,1 1 0 0 0,-1-1 0 0 0,0 1 0 0 0,3 0 1 0 0,-1 0 0 0 0,1 0 0 0 0,-1-1 0 0 0,1 1 0 0 0,-1-1 0 0 0,1 0 0 0 0,0 1 0 0 0,-1-1 0 0 0,1 0 0 0 0,-1-1 0 0 0,1 1 0 0 0,-1 0 1 0 0,1-1-1 0 0,-1 0 0 0 0,1 1 0 0 0,-1-1 0 0 0,1 0 0 0 0,3-2 0 0 0,49-29-18 0 0,-40 23 16 0 0,-5 2 3 0 0,0-1 0 0 0,-1 0 0 0 0,16-16 0 0 0,17-15 25 0 0,-41 38-35 0 0,0 2 6 0 0,0-1-1 0 0,-1 0 0 0 0,1 1 0 0 0,-1-1 0 0 0,1 1 1 0 0,-1 0-1 0 0,1-1 0 0 0,-1 1 0 0 0,1-1 0 0 0,-1 1 0 0 0,0 0 1 0 0,1-1-1 0 0,-1 1 0 0 0,0 0 0 0 0,0-1 0 0 0,1 1 1 0 0,-1 0-1 0 0,0 0 0 0 0,0-1 0 0 0,0 1 0 0 0,0 0 1 0 0,0 0-1 0 0,0-1 0 0 0,0 1 0 0 0,0 1 0 0 0,0 36-11 0 0,3 13-29 0 0,-3-48 43 0 0,0 0 0 0 0,1 0 0 0 0,0 0 0 0 0,0-1 0 0 0,0 1-1 0 0,0 0 1 0 0,0-1 0 0 0,0 1 0 0 0,1-1 0 0 0,-1 1 0 0 0,1-1-1 0 0,0 0 1 0 0,-1 1 0 0 0,1-1 0 0 0,0 0 0 0 0,4 3 0 0 0,-3-4-1 0 0,-1-1 0 0 0,1 1-1 0 0,0 0 1 0 0,-1-1 0 0 0,1 0 0 0 0,0 0 0 0 0,-1 0 0 0 0,1 0 0 0 0,-1 0 0 0 0,1 0 0 0 0,0-1 0 0 0,-1 1 0 0 0,1-1 0 0 0,-1 0 0 0 0,1 1 0 0 0,-1-1 0 0 0,5-3 0 0 0,15-6 13 0 0,-1-1 1 0 0,0-1-1 0 0,-1-1 1 0 0,20-17-1 0 0,-17 12-28 0 0,45-25 0 0 0,-66 42 36 0 0,0 1 1 0 0,1-1-1 0 0,-1 1 1 0 0,0-1-1 0 0,0 1 0 0 0,1 0 1 0 0,-1 0-1 0 0,0 0 0 0 0,1 0 1 0 0,-1 0-1 0 0,1 0 1 0 0,-1 1-1 0 0,0-1 0 0 0,0 1 1 0 0,1-1-1 0 0,-1 1 1 0 0,0 0-1 0 0,0 0 0 0 0,0 0 1 0 0,0 0-1 0 0,0 1 0 0 0,3 1 1 0 0,47 43 336 0 0,-29-25-341 0 0,-12-12-863 0 0,1 0 0 0 0,-1-1 0 0 0,23 10 0 0 0,-16-12-1648 0 0,-6-3-1738 0 0,0-2 1065 0 0</inkml:trace>
</inkml:ink>
</file>

<file path=ppt/ink/ink8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6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31 844 0 0,'-1'-3'412'0'0,"0"1"-1"0"0,0-1 0 0 0,-1 1 1 0 0,1-1-1 0 0,0 1 1 0 0,-1 0-1 0 0,0 0 1 0 0,1-1-1 0 0,-1 1 1 0 0,-3-3-1 0 0,4 5-297 0 0,1 0-1 0 0,-1 0 1 0 0,1 0 0 0 0,-1-1 0 0 0,1 1 0 0 0,-1 0-1 0 0,1 0 1 0 0,-1 0 0 0 0,1 0 0 0 0,0 0-1 0 0,-1 0 1 0 0,1 0 0 0 0,-1 0 0 0 0,1 0-1 0 0,-1 0 1 0 0,1 0 0 0 0,-1 0 0 0 0,1 0-1 0 0,-1 0 1 0 0,1 1 0 0 0,-1-1 0 0 0,1 0-1 0 0,-1 0 1 0 0,1 1 0 0 0,-1-1 0 0 0,1 0-1 0 0,0 0 1 0 0,-1 1 0 0 0,1-1 0 0 0,0 0-1 0 0,-1 1 1 0 0,1-1 0 0 0,0 1 0 0 0,-1-1-1 0 0,-4 9 334 0 0,1-1-1 0 0,0 0 1 0 0,0 1-1 0 0,1 0 1 0 0,-3 11-1 0 0,6-20-454 0 0,-11 35 714 0 0,-10 52-1 0 0,19-73-572 0 0,0-1-1 0 0,1 0 1 0 0,1 1 0 0 0,0-1-1 0 0,0 1 1 0 0,2-1-1 0 0,3 20 1 0 0,-3-29-112 0 0,-1-1 1 0 0,0 1-1 0 0,1-1 0 0 0,0 1 0 0 0,0-1 1 0 0,0 0-1 0 0,0 0 0 0 0,0 0 0 0 0,1 0 1 0 0,-1 0-1 0 0,1-1 0 0 0,0 1 1 0 0,0-1-1 0 0,0 0 0 0 0,6 4 0 0 0,59 25 133 0 0,-57-27-136 0 0,0 0 1 0 0,0 1 0 0 0,-1 0-1 0 0,0 0 1 0 0,16 12-1 0 0,-23-15-13 0 0,-1 0 1 0 0,1 0-1 0 0,-1 0 0 0 0,0 0 0 0 0,1 0 0 0 0,-1 1 0 0 0,0-1 0 0 0,0 1 0 0 0,0 0 0 0 0,-1-1 0 0 0,1 1 0 0 0,-1 0 0 0 0,0 0 0 0 0,1 0 1 0 0,-1 0-1 0 0,0 0 0 0 0,-1 0 0 0 0,1 0 0 0 0,-1 0 0 0 0,1 1 0 0 0,-1-1 0 0 0,0 0 0 0 0,0 0 0 0 0,0 0 0 0 0,-1 1 0 0 0,1-1 0 0 0,-1 0 1 0 0,1 0-1 0 0,-1 0 0 0 0,0 0 0 0 0,0 0 0 0 0,-1 0 0 0 0,1 0 0 0 0,-1 0 0 0 0,1 0 0 0 0,-1-1 0 0 0,0 1 0 0 0,0-1 0 0 0,0 1 0 0 0,0-1 1 0 0,-4 3-1 0 0,-2 2 4 0 0,0-1 1 0 0,0 0-1 0 0,-1 0 0 0 0,1-1 1 0 0,-1 0-1 0 0,-1 0 1 0 0,1-1-1 0 0,-1 0 1 0 0,1-1-1 0 0,-1 0 1 0 0,-20 3-1 0 0,27-6-126 0 0,0 1 0 0 0,0-1-1 0 0,0 1 1 0 0,0-1 0 0 0,0 0-1 0 0,0 0 1 0 0,0 0 0 0 0,0 0 0 0 0,0-1-1 0 0,0 1 1 0 0,0-1 0 0 0,0 0-1 0 0,0 0 1 0 0,0 0 0 0 0,1 0 0 0 0,-1 0-1 0 0,0 0 1 0 0,1-1 0 0 0,-5-2 0 0 0,7 2-212 0 0,-1 1 0 0 0,1-1 1 0 0,-1 1-1 0 0,1-1 0 0 0,0 1 1 0 0,-1-1-1 0 0,1 1 0 0 0,0-1 0 0 0,0 1 1 0 0,0-1-1 0 0,0 1 0 0 0,0-1 1 0 0,0 1-1 0 0,1-1 0 0 0,-1 1 1 0 0,1-1-1 0 0,-1 1 0 0 0,1-1 1 0 0,-1 1-1 0 0,1 0 0 0 0,1-3 1 0 0,-2 3 60 0 0,7-13-2874 0 0</inkml:trace>
</inkml:ink>
</file>

<file path=ppt/ink/ink8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6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19 688 0 0,'9'4'919'0'0,"1"0"1"0"0,-1 0-1 0 0,1-1 0 0 0,12 2 1 0 0,-9-3-466 0 0,1 0 0 0 0,0-2 1 0 0,0 1-1 0 0,25-4 1 0 0,-11-1 518 0 0,0-2 1 0 0,0-1 0 0 0,38-15 0 0 0,-65 22-893 0 0,-1 0 0 0 0,1 0 0 0 0,-1-1 0 0 0,1 1 0 0 0,-1 0 0 0 0,1 0 0 0 0,-1 0 0 0 0,1 0 0 0 0,-1-1 0 0 0,1 1 0 0 0,-1 0 0 0 0,1 0 0 0 0,-1 0 0 0 0,1 0 0 0 0,-1 0 0 0 0,1 0 0 0 0,-1 0 0 0 0,1 0 1 0 0,-1 1-1 0 0,1-1 0 0 0,-1 0 0 0 0,1 0 0 0 0,-1 0 0 0 0,1 1 0 0 0,-1-1 0 0 0,1 0 0 0 0,-1 0 0 0 0,1 1 0 0 0,-1-1 0 0 0,0 0 0 0 0,1 1 0 0 0,-1-1 0 0 0,1 20 1401 0 0,-20 31-265 0 0,15-39-756 0 0,-23 64 243 0 0,3 1 0 0 0,-21 129 0 0 0,42-192-1707 0 0,-1 30-777 0 0,9-15-7671 0 0,0-18 5419 0 0</inkml:trace>
</inkml:ink>
</file>

<file path=ppt/ink/ink8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0:56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72 304 0 0,'23'-34'10682'0'0,"-23"34"-10547"0"0,-2-26 3910 0 0,2 25-4073 0 0,0 0 0 0 0,-1 0-1 0 0,1 1 1 0 0,-1-1 0 0 0,0 0-1 0 0,1 1 1 0 0,-1-1 0 0 0,1 0-1 0 0,-1 1 1 0 0,0-1 0 0 0,0 1-1 0 0,1-1 1 0 0,-1 1 0 0 0,0-1-1 0 0,0 1 1 0 0,1 0 0 0 0,-1 0-1 0 0,0-1 1 0 0,0 1 0 0 0,0 0 0 0 0,0 0-1 0 0,0 0 1 0 0,1 0 0 0 0,-1 0-1 0 0,0 0 1 0 0,0 0 0 0 0,0 0-1 0 0,0 0 1 0 0,0 0 0 0 0,0 0-1 0 0,0 1 1 0 0,-10 0-492 0 0,-38 6-6615 0 0,30-4 3418 0 0</inkml:trace>
</inkml:ink>
</file>

<file path=ppt/ink/ink8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0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478 1 168 0 0,'-33'1'1257'0'0,"0"1"0"0"0,0 1 0 0 0,0 2 0 0 0,0 2 0 0 0,-41 13 0 0 0,55-13-946 0 0,1-1 0 0 0,0 2 0 0 0,1 1-1 0 0,0 0 1 0 0,0 1 0 0 0,0 0 0 0 0,2 2 0 0 0,-1 0-1 0 0,2 1 1 0 0,-19 19 0 0 0,29-27-230 0 0,0 1-1 0 0,0 0 1 0 0,0 0 0 0 0,1 0-1 0 0,0 1 1 0 0,0-1 0 0 0,0 1-1 0 0,1-1 1 0 0,0 1 0 0 0,0 0-1 0 0,1 0 1 0 0,0 0 0 0 0,0 0-1 0 0,1 0 1 0 0,-1 0 0 0 0,2 0-1 0 0,-1 0 1 0 0,1 0-1 0 0,0 0 1 0 0,0 0 0 0 0,1 0-1 0 0,0 0 1 0 0,0 0 0 0 0,1-1-1 0 0,0 1 1 0 0,0-1 0 0 0,0 0-1 0 0,5 7 1 0 0,6 7 39 0 0,0 0 1 0 0,1-1-1 0 0,1 0 0 0 0,1-2 0 0 0,0 0 1 0 0,37 28-1 0 0,-21-21 9 0 0,69 55 200 0 0,-94-71-279 0 0,0-1-1 0 0,0 1 1 0 0,-1 1 0 0 0,0-1-1 0 0,0 1 1 0 0,-1 1-1 0 0,0-1 1 0 0,8 20 0 0 0,-14-27-44 0 0,1-1 0 0 0,0 1 0 0 0,-1-1 0 0 0,0 1 0 0 0,1 0 0 0 0,-1-1 0 0 0,0 1 1 0 0,0-1-1 0 0,0 1 0 0 0,0-1 0 0 0,0 1 0 0 0,0 0 0 0 0,0-1 0 0 0,0 1 0 0 0,-1-1 0 0 0,1 1 0 0 0,-1-1 1 0 0,1 1-1 0 0,-1-1 0 0 0,0 1 0 0 0,1-1 0 0 0,-1 1 0 0 0,0-1 0 0 0,0 0 0 0 0,-2 3 0 0 0,0-2 1 0 0,0 0 1 0 0,0 0-1 0 0,0 0 0 0 0,0 0 0 0 0,0-1 0 0 0,0 1 0 0 0,-1-1 0 0 0,1 0 0 0 0,-1 0 0 0 0,1 0 0 0 0,-5 0 0 0 0,-6 1 7 0 0,-1 0 1 0 0,1-2-1 0 0,-1 0 0 0 0,-24-3 0 0 0,25 2 7 0 0,1-2-1 0 0,0 1 1 0 0,1-2 0 0 0,-1 0-1 0 0,1 0 1 0 0,-13-7-1 0 0,21 9-119 0 0,-1-1 1 0 0,1 0-1 0 0,0 0 0 0 0,-1 0 0 0 0,1 0 1 0 0,1-1-1 0 0,-1 0 0 0 0,0 0 1 0 0,1 0-1 0 0,0 0 0 0 0,0 0 0 0 0,0-1 1 0 0,1 1-1 0 0,-1-1 0 0 0,1 1 0 0 0,0-1 1 0 0,-2-7-1 0 0,4 10 9 0 0,1 1 0 0 0,-1-1 0 0 0,0 1 0 0 0,0-1-1 0 0,0 1 1 0 0,1-1 0 0 0,-1 1 0 0 0,1 0 0 0 0,-1-1 0 0 0,1 1 0 0 0,0-1 0 0 0,-1 1 0 0 0,1 0-1 0 0,0 0 1 0 0,0-1 0 0 0,0 1 0 0 0,0 0 0 0 0,0 0 0 0 0,2-2 0 0 0,22-18-1677 0 0,12-4-3348 0 0,-16 14 2183 0 0</inkml:trace>
</inkml:ink>
</file>

<file path=ppt/ink/ink8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1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36 108 0 0,'-6'-35'6243'0'0,"5"34"-5592"0"0,-8 28 518 0 0,1-2-771 0 0,1 0-1 0 0,1 1 1 0 0,2-1-1 0 0,0 1 1 0 0,2 0-1 0 0,0 0 1 0 0,4 37-1 0 0,-1-47-284 0 0,1 0 0 0 0,1 0 0 0 0,0 0-1 0 0,1-1 1 0 0,1 1 0 0 0,0-1 0 0 0,1 0-1 0 0,1 0 1 0 0,1-1 0 0 0,0 0 0 0 0,0 0-1 0 0,1 0 1 0 0,12 12 0 0 0,-17-22-77 0 0,-1-1 0 0 0,1 1 0 0 0,0 0 0 0 0,1-1 0 0 0,-1 0 0 0 0,0 0 0 0 0,1 0 0 0 0,0-1 0 0 0,-1 0 0 0 0,1 0 0 0 0,0 0 0 0 0,0 0 0 0 0,1-1 1 0 0,5 2-1 0 0,-9-3 13 0 0,3-2-20 0 0,-1 0 1 0 0,1-1-1 0 0,-1 1 1 0 0,0-1-1 0 0,0 0 0 0 0,4-4 1 0 0,-4 2-15 0 0,-1-1 1 0 0,0 1-1 0 0,-1-1 1 0 0,0 0-1 0 0,1 1 1 0 0,-2-1-1 0 0,1 0 1 0 0,1-10-1 0 0,-2 15-19 0 0,2-1 14 0 0,-1 0 0 0 0,1 0-1 0 0,0 0 1 0 0,0 0 0 0 0,0 1 0 0 0,0-1 0 0 0,0 1 0 0 0,0 0 0 0 0,0 0 0 0 0,0 0 0 0 0,0 1 0 0 0,7-2 0 0 0,-34 0-11 0 0,18 2 3 0 0,3 0-1 0 0,-8 1-6 0 0,9-1 27 0 0,-37-9 814 0 0,36 8-832 0 0,-1 0 1 0 0,1 1-1 0 0,0-1 0 0 0,-1 1 1 0 0,1 0-1 0 0,0 0 1 0 0,-1 0-1 0 0,1 0 0 0 0,0 1 1 0 0,-1-1-1 0 0,1 1 1 0 0,-6 2-1 0 0,8-3-14 0 0,-2 2-15 0 0,-2 1 22 0 0,10 14 28 0 0,-4-16-25 0 0,-1 0 1 0 0,0 0 0 0 0,1-1-1 0 0,-1 1 1 0 0,1 0-1 0 0,-1 0 1 0 0,1 0 0 0 0,-1 0-1 0 0,1-1 1 0 0,0 1 0 0 0,-1 0-1 0 0,1-1 1 0 0,0 1-1 0 0,0 0 1 0 0,0-1 0 0 0,-1 1-1 0 0,1-1 1 0 0,0 1 0 0 0,0-1-1 0 0,0 1 1 0 0,0-1-1 0 0,0 0 1 0 0,0 1 0 0 0,0-1-1 0 0,0 0 1 0 0,0 0-1 0 0,0 0 1 0 0,1 0 0 0 0,0 0 1 0 0,6 3 0 0 0,0 0 1 0 0,0 0 0 0 0,1-1-1 0 0,-1 0 1 0 0,1-1-1 0 0,-1 0 1 0 0,1 0 0 0 0,0-1-1 0 0,0 0 1 0 0,-1-1-1 0 0,1 0 1 0 0,-1 0 0 0 0,12-4-1 0 0,-14 4 2 0 0,0-1 0 0 0,0 0-1 0 0,0 0 1 0 0,0-1 0 0 0,-1 0-1 0 0,1 0 1 0 0,-1 0 0 0 0,0-1-1 0 0,0 0 1 0 0,0 0 0 0 0,-1 0 0 0 0,1 0-1 0 0,-1-1 1 0 0,0 0 0 0 0,0 0-1 0 0,-1 0 1 0 0,0 0 0 0 0,5-8-1 0 0,0-16-4 0 0,-7 27 6 0 0,0 14 0 0 0,1 0 11 0 0,1 0-1 0 0,7 20 1 0 0,-2-5 21 0 0,23 95 46 0 0,64 215 56 0 0,-80-283 53 0 0,-15-54-181 0 0,0 0-1 0 0,-1 0 1 0 0,1 0 0 0 0,0 0-1 0 0,0 0 1 0 0,0 0 0 0 0,0 0 0 0 0,0 0-1 0 0,0 0 1 0 0,0 0 0 0 0,0 0-1 0 0,0 0 1 0 0,0 0 0 0 0,-1 0-1 0 0,1 0 1 0 0,0 0 0 0 0,0 0 0 0 0,0 0-1 0 0,0 0 1 0 0,0 0 0 0 0,0 0-1 0 0,0 0 1 0 0,0 0 0 0 0,0 0-1 0 0,0 1 1 0 0,-1-1 0 0 0,1 0 0 0 0,0 0-1 0 0,0 0 1 0 0,0 0 0 0 0,-12-33 140 0 0,4 4-115 0 0,1 1 0 0 0,1-2 1 0 0,1 1-1 0 0,2-1 1 0 0,1 1-1 0 0,1-1 0 0 0,4-35 1 0 0,-1 46-38 0 0,1 0 1 0 0,0 0 0 0 0,1 1 0 0 0,1 0-1 0 0,1 0 1 0 0,0 0 0 0 0,2 0-1 0 0,0 1 1 0 0,0 0 0 0 0,2 1 0 0 0,0 0-1 0 0,17-21 1 0 0,-22 33-2 0 0,0 0-1 0 0,-1 0 1 0 0,1 0 0 0 0,0 1-1 0 0,1-1 1 0 0,-1 1 0 0 0,1 0-1 0 0,0 1 1 0 0,-1-1-1 0 0,1 1 1 0 0,0 0 0 0 0,0 1-1 0 0,0-1 1 0 0,1 1 0 0 0,-1 0-1 0 0,0 1 1 0 0,0 0-1 0 0,1 0 1 0 0,-1 0 0 0 0,0 1-1 0 0,0-1 1 0 0,0 2 0 0 0,1-1-1 0 0,-1 1 1 0 0,10 4-1 0 0,-5-3 3 0 0,-2 2-1 0 0,1-1 0 0 0,0 1 0 0 0,-1 1 0 0 0,0-1 0 0 0,0 2 0 0 0,-1-1 1 0 0,1 1-1 0 0,-1 0 0 0 0,-1 1 0 0 0,0 0 0 0 0,0 0 0 0 0,0 1 0 0 0,7 13 0 0 0,-12-19 2 0 0,-1 0 0 0 0,0 0-1 0 0,1 0 1 0 0,-1 0 0 0 0,-1 0-1 0 0,1 0 1 0 0,0 0 0 0 0,-1 0-1 0 0,0 0 1 0 0,1 0 0 0 0,-1 0-1 0 0,0 0 1 0 0,-1 1 0 0 0,1-1-1 0 0,-1 0 1 0 0,1 0 0 0 0,-1 0-1 0 0,0 0 1 0 0,-1 3 0 0 0,-1-1-28 0 0,0 0 0 0 0,0 0 0 0 0,0 0 0 0 0,-1 0 0 0 0,0-1 0 0 0,1 1 0 0 0,-2-1 0 0 0,1 0 0 0 0,-9 6 0 0 0,0-2-441 0 0,0 0-1 0 0,0 0 0 0 0,-1-2 1 0 0,0 1-1 0 0,0-2 1 0 0,0 0-1 0 0,-21 4 0 0 0,-18-3-5566 0 0,32-4 2558 0 0</inkml:trace>
</inkml:ink>
</file>

<file path=ppt/ink/ink8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1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1 236 10041 0 0,'0'-9'47'0'0,"0"0"0"0"0,1 0 0 0 0,1 0 0 0 0,-1 0 0 0 0,1 0 0 0 0,1 1 0 0 0,-1-1 0 0 0,1 0-1 0 0,1 1 1 0 0,0 0 0 0 0,0 0 0 0 0,1 0 0 0 0,0 1 0 0 0,0-1 0 0 0,0 1 0 0 0,1 0 0 0 0,0 1 0 0 0,1-1 0 0 0,-1 1 0 0 0,1 0 0 0 0,1 1 0 0 0,-1 0 0 0 0,1 0 0 0 0,0 0 0 0 0,16-6 0 0 0,-8 4-122 0 0,1 1 1 0 0,0 0-1 0 0,0 1 1 0 0,1 0-1 0 0,32-3 0 0 0,-28 7-1902 0 0,0 0 0 0 0,28 3-1 0 0,-21 0-768 0 0</inkml:trace>
</inkml:ink>
</file>

<file path=ppt/ink/ink8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2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10 158 664 0 0,'0'0'4490'0'0,"-2"-5"-3489"0"0,-4-13-59 0 0,5 13-48 0 0,2 2-108 0 0,7-9-388 0 0,0 2 0 0 0,1-1 0 0 0,-1 1 0 0 0,2 0 0 0 0,0 1 1 0 0,0 0-1 0 0,0 1 0 0 0,1 0 0 0 0,0 1 0 0 0,1 0 0 0 0,0 0 0 0 0,0 1 1 0 0,19-6-1 0 0,-29 11-212 0 0,15 15 242 0 0,-16 41 11 0 0,-2-48-412 0 0,0 1 0 0 0,1-1 0 0 0,0 1 0 0 0,0-1 0 0 0,1 1 0 0 0,0-1 0 0 0,0 1 0 0 0,1-1 0 0 0,0 0 0 0 0,0 0 0 0 0,1 1 0 0 0,0-2 0 0 0,0 1 0 0 0,0 0 0 0 0,1 0 0 0 0,0-1 0 0 0,0 0 0 0 0,7 7 0 0 0,29 21 51 0 0,9 11-8 0 0,-46-42-66 0 0,0 1-1 0 0,-1-1 1 0 0,1 1-1 0 0,-1 0 1 0 0,0 0-1 0 0,0-1 1 0 0,-1 1 0 0 0,1 0-1 0 0,-1 1 1 0 0,0-1-1 0 0,0 0 1 0 0,0 0-1 0 0,0 5 1 0 0,-1-6 0 0 0,-1 0-1 0 0,1 0 1 0 0,-1 0 0 0 0,0 0-1 0 0,0-1 1 0 0,0 1 0 0 0,0 0-1 0 0,0 0 1 0 0,-1-1 0 0 0,1 1-1 0 0,-1-1 1 0 0,1 1 0 0 0,-1-1-1 0 0,0 0 1 0 0,0 1 0 0 0,-4 2-1 0 0,-36 28-113 0 0,5-11-5257 0 0</inkml:trace>
</inkml:ink>
</file>

<file path=ppt/ink/ink8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2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55 476 816 0 0,'0'0'4620'0'0,"3"-35"1904"0"0,-16-15-1352 0 0,13 48-5236 0 0,-4-3-1707 0 0,-14-1-10274 0 0</inkml:trace>
  <inkml:trace contextRef="#ctx0" brushRef="#br0" timeOffset="1">9 75 924 0 0,'0'0'1320'0'0,"-2"-15"1028"0"0,1-3-239 0 0,-2 1-393 0 0,2 4-400 0 0,-1 2-1532 0 0</inkml:trace>
</inkml:ink>
</file>

<file path=ppt/ink/ink8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4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9585 0 0,'30'-102'1583'0'0,"-30"100"-837"0"0,10 26-324 0 0,14 52 297 0 0,-16-45-484 0 0,2-1 1 0 0,22 47-1 0 0,-19-50-207 0 0,-3-11-31 0 0,-1 1-1 0 0,0 0 1 0 0,-2 0-1 0 0,0 1 0 0 0,-1-1 1 0 0,-1 2-1 0 0,0-1 1 0 0,-2 1-1 0 0,3 21 1 0 0,-6-39-100 0 0,0 0 0 0 0,0 0 0 0 0,0 0 0 0 0,0 0 0 0 0,-1 0 0 0 0,1-1-1 0 0,0 1 1 0 0,0 0 0 0 0,-1 0 0 0 0,1 0 0 0 0,0 0 0 0 0,-1 0 0 0 0,1-1 0 0 0,-1 1 0 0 0,1 0 0 0 0,-1 0 0 0 0,1-1 0 0 0,-1 1 0 0 0,1 0 0 0 0,-1-1 0 0 0,0 1 0 0 0,0-1-1 0 0,1 1 1 0 0,-1 0 0 0 0,0-1 0 0 0,0 0 0 0 0,1 1 0 0 0,-1-1 0 0 0,0 1 0 0 0,0-1 0 0 0,0 0 0 0 0,0 0 0 0 0,-1 1 0 0 0,-27-4-4989 0 0,14-1 2190 0 0</inkml:trace>
</inkml:ink>
</file>

<file path=ppt/ink/ink8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5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0 321 104 0 0,'9'-14'545'0'0,"1"0"0"0"0,-1 0 0 0 0,2 1 0 0 0,0 1 0 0 0,1 0 0 0 0,0 0 0 0 0,0 1 0 0 0,1 1 0 0 0,16-10 0 0 0,7-3 57 0 0,2 2-1 0 0,52-22 0 0 0,-30 18 86 0 0,90-23-1 0 0,-116 39-620 0 0,0 2 0 0 0,1 2 0 0 0,-1 1-1 0 0,48 0 1 0 0,-70 5-344 0 0,-1 0 0 0 0,1 1 0 0 0,-1 0-1 0 0,16 5 1 0 0,18 13-3737 0 0,-29-12 1957 0 0</inkml:trace>
</inkml:ink>
</file>

<file path=ppt/ink/ink8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5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1 548 0 0,'22'23'907'0'0,"-1"1"0"0"0,0 1 0 0 0,-2 0 0 0 0,-1 2 0 0 0,-1 0 1 0 0,-1 1-1 0 0,19 49 0 0 0,-35-76-832 0 0,0-1 0 0 0,0 1 1 0 0,0-1-1 0 0,0 0 0 0 0,0 1 1 0 0,0-1-1 0 0,0 1 0 0 0,1-1 0 0 0,-1 0 1 0 0,0 1-1 0 0,0-1 0 0 0,0 1 1 0 0,1-1-1 0 0,-1 0 0 0 0,0 1 1 0 0,0-1-1 0 0,1 0 0 0 0,-1 1 1 0 0,0-1-1 0 0,0 0 0 0 0,1 1 0 0 0,-1-1 1 0 0,0 0-1 0 0,1 0 0 0 0,-1 1 1 0 0,1-1-1 0 0,-1 0 0 0 0,0 0 1 0 0,1 0-1 0 0,-1 0 0 0 0,0 0 1 0 0,1 1-1 0 0,-1-1 0 0 0,1 0 0 0 0,8-15 1030 0 0,5-50-1050 0 0,-7 29 342 0 0,-4 24-410 0 0,0 1-1 0 0,1-1 1 0 0,1 1 0 0 0,0 0-1 0 0,7-12 1 0 0,15-8-1961 0 0,11 8-3509 0 0,-26 19 2975 0 0</inkml:trace>
</inkml:ink>
</file>

<file path=ppt/ink/ink8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6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84 80 0 0,'-3'-4'595'0'0,"-1"0"-1"0"0,1 0 1 0 0,-1 1 0 0 0,0-1-1 0 0,0 1 1 0 0,0 0-1 0 0,0 0 1 0 0,0 1 0 0 0,-1-1-1 0 0,1 1 1 0 0,-1 0-1 0 0,-5-2 1 0 0,7 4-473 0 0,0-1 0 0 0,1 1 0 0 0,-1 0 0 0 0,0 0-1 0 0,0 0 1 0 0,0 0 0 0 0,1 1 0 0 0,-1-1 0 0 0,0 1 0 0 0,0-1 0 0 0,1 1 0 0 0,-1 0-1 0 0,1 0 1 0 0,-1 0 0 0 0,1 1 0 0 0,-1-1 0 0 0,1 0 0 0 0,0 1 0 0 0,-1 0 0 0 0,1-1-1 0 0,0 1 1 0 0,0 0 0 0 0,0 0 0 0 0,-2 4 0 0 0,-5 4 213 0 0,-4 4 22 0 0,0 1-1 0 0,2 0 1 0 0,-12 19 0 0 0,21-31-311 0 0,0 1 0 0 0,0-1 1 0 0,1 0-1 0 0,-1 1 1 0 0,1 0-1 0 0,0-1 0 0 0,0 1 1 0 0,0 0-1 0 0,0-1 0 0 0,0 1 1 0 0,1 0-1 0 0,0 0 1 0 0,0 0-1 0 0,0-1 0 0 0,0 1 1 0 0,1 0-1 0 0,-1 0 0 0 0,1 0 1 0 0,0-1-1 0 0,0 1 1 0 0,0-1-1 0 0,2 5 0 0 0,-1-7-30 0 0,-1 1 1 0 0,0-1-1 0 0,0 1 0 0 0,0-1 0 0 0,1 0 1 0 0,-1 0-1 0 0,1 1 0 0 0,-1-1 0 0 0,1 0 0 0 0,-1 0 1 0 0,1-1-1 0 0,0 1 0 0 0,-1 0 0 0 0,1 0 0 0 0,0-1 1 0 0,0 1-1 0 0,-1-1 0 0 0,1 1 0 0 0,0-1 0 0 0,0 0 1 0 0,0 0-1 0 0,0 0 0 0 0,-1 0 0 0 0,1 0 0 0 0,0 0 1 0 0,0-1-1 0 0,0 1 0 0 0,0 0 0 0 0,-1-1 1 0 0,1 1-1 0 0,2-2 0 0 0,8-3 12 0 0,-1 1 1 0 0,0-2-1 0 0,17-10 1 0 0,-16 9 8 0 0,39-32 95 0 0,-39 29-130 0 0,-11 10 19 0 0,2 1-30 0 0,33 15-10 0 0,-33-14 21 0 0,0 0-1 0 0,0-1 1 0 0,1 0-1 0 0,-1 0 1 0 0,0 0 0 0 0,1 0-1 0 0,-1-1 1 0 0,0 1-1 0 0,1-1 1 0 0,4 0-1 0 0,6 1 4 0 0,0-1 0 0 0,0-1-1 0 0,1 0 1 0 0,-1 0 0 0 0,0-2 0 0 0,-1 0-1 0 0,1 0 1 0 0,24-11 0 0 0,-29 11-3 0 0,-1-1 1 0 0,-1 1-1 0 0,1-2 1 0 0,0 1-1 0 0,-1-1 1 0 0,0 0-1 0 0,0-1 1 0 0,-1 1-1 0 0,1-1 1 0 0,-1-1-1 0 0,-1 1 0 0 0,1-1 1 0 0,-1 0-1 0 0,0-1 1 0 0,8-14-1 0 0,-12 19-3 0 0,0 1 0 0 0,1 0 0 0 0,-1-1 0 0 0,0 1 0 0 0,0-1 0 0 0,0 1 0 0 0,-1-1 0 0 0,1 0 0 0 0,-1 1 0 0 0,1-1 0 0 0,-1 0-1 0 0,0 1 1 0 0,0-1 0 0 0,0 0 0 0 0,0 1 0 0 0,0-1 0 0 0,-2-5 0 0 0,0 2 0 0 0,2 4-3 0 0,-8-9 43 0 0,5 11-39 0 0,1 0-1 0 0,0 0 1 0 0,0 0 0 0 0,0 1 0 0 0,-1-1-1 0 0,1 1 1 0 0,0 0 0 0 0,0 0-1 0 0,0 0 1 0 0,0 0 0 0 0,0 0 0 0 0,0 0-1 0 0,0 0 1 0 0,1 0 0 0 0,-1 1-1 0 0,0-1 1 0 0,1 1 0 0 0,-1 0 0 0 0,1-1-1 0 0,-1 1 1 0 0,1 0 0 0 0,0 0-1 0 0,0 0 1 0 0,0-1 0 0 0,0 2 0 0 0,0-1-1 0 0,0 0 1 0 0,0 0 0 0 0,1 0-1 0 0,-1 0 1 0 0,1 0 0 0 0,-1 4 0 0 0,0 0 0 0 0,0 0 1 0 0,0 0 0 0 0,0-1-1 0 0,1 1 1 0 0,0 0 0 0 0,0 0-1 0 0,0 0 1 0 0,1-1 0 0 0,0 1-1 0 0,0 0 1 0 0,1-1 0 0 0,3 10-1 0 0,-3-11 0 0 0,1 0-1 0 0,-1 0 1 0 0,1 0-1 0 0,0 0 1 0 0,0-1-1 0 0,0 1 1 0 0,1-1-1 0 0,-1 0 1 0 0,1 0-1 0 0,0-1 1 0 0,0 1-1 0 0,0-1 1 0 0,0 1-1 0 0,0-1 0 0 0,0-1 1 0 0,1 1-1 0 0,-1 0 1 0 0,1-1-1 0 0,-1 0 1 0 0,1 0-1 0 0,0-1 1 0 0,-1 1-1 0 0,1-1 1 0 0,0 0-1 0 0,-1 0 1 0 0,1 0-1 0 0,0-1 1 0 0,-1 0-1 0 0,1 0 1 0 0,4-1-1 0 0,4-2-1 0 0,0 0 1 0 0,0 0-1 0 0,-1-1 1 0 0,0-1-1 0 0,0 0 0 0 0,-1 0 1 0 0,1-1-1 0 0,-1-1 0 0 0,14-13 1 0 0,29-28 33 0 0,-52 48-34 0 0,-1 0 0 0 0,0 0 0 0 0,0 0 0 0 0,0 0 0 0 0,1 1 0 0 0,-1-1 0 0 0,1 0 0 0 0,-1 1 0 0 0,0-1 0 0 0,1 1 0 0 0,-1 0 0 0 0,1-1 0 0 0,-1 1 0 0 0,1 0 0 0 0,-1 0 0 0 0,1 0 0 0 0,-1 0 0 0 0,1 0 0 0 0,-1 0 0 0 0,1 0 0 0 0,-1 1 0 0 0,1-1 0 0 0,1 1 0 0 0,37 19-6 0 0,0-1 457 0 0,-26-20-474 0 0,-8 0-2184 0 0</inkml:trace>
</inkml:ink>
</file>

<file path=ppt/ink/ink8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6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51 764 0 0,'-2'-2'404'0'0,"-1"0"-1"0"0,1 0 1 0 0,0 0-1 0 0,0 0 1 0 0,0 0 0 0 0,0 0-1 0 0,0 0 1 0 0,0-1-1 0 0,1 1 1 0 0,-1-1-1 0 0,1 0 1 0 0,-2-3 0 0 0,3 5 760 0 0,3-5-470 0 0,-3 5-670 0 0,0 1 0 0 0,0-1 0 0 0,0 1-1 0 0,0 0 1 0 0,0-1 0 0 0,0 1-1 0 0,0-1 1 0 0,0 1 0 0 0,0 0 0 0 0,0-1-1 0 0,0 1 1 0 0,0 0 0 0 0,0-1-1 0 0,1 1 1 0 0,-1 0 0 0 0,0-1-1 0 0,0 1 1 0 0,0 0 0 0 0,1-1 0 0 0,-1 1-1 0 0,0 0 1 0 0,0-1 0 0 0,1 1-1 0 0,-1 0 1 0 0,0 0 0 0 0,1-1 0 0 0,-1 1-1 0 0,0 0 1 0 0,1 0 0 0 0,-1 0-1 0 0,0 0 1 0 0,1-1 0 0 0,0 1-1 0 0,35 9-1260 0 0,-14-2-2395 0 0,-7-3 1490 0 0</inkml:trace>
</inkml:ink>
</file>

<file path=ppt/ink/ink8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7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1 184 10877 0 0,'13'-181'2144'0'0,"-13"179"-994"0"0,1 2-1111 0 0,1 1 0 0 0,-1-1-1 0 0,1 1 1 0 0,-1 0 0 0 0,0 0 0 0 0,0 0-1 0 0,0-1 1 0 0,1 1 0 0 0,-1 0 0 0 0,0 0-1 0 0,0 1 1 0 0,0-1 0 0 0,0 0-1 0 0,0 0 1 0 0,-1 0 0 0 0,1 1 0 0 0,0-1-1 0 0,-1 0 1 0 0,1 1 0 0 0,0 2 0 0 0,11 30 447 0 0,41 209 1286 0 0,-45-190-1592 0 0,-2 0 1 0 0,-2 89-1 0 0,-7-108-1254 0 0,-2-15-960 0 0,-3-11-3422 0 0,-14-24-1260 0 0</inkml:trace>
</inkml:ink>
</file>

<file path=ppt/ink/ink8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7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1 599 416 0 0,'103'-33'1922'0'0,"-52"19"-1507"0"0,-2-2 0 0 0,0-2 0 0 0,-1-2 0 0 0,52-31-1 0 0,-86 42-209 0 0,-1-1 0 0 0,0-1-1 0 0,-1 0 1 0 0,0 0-1 0 0,-1-1 1 0 0,0-1-1 0 0,-1 0 1 0 0,-1 0-1 0 0,0-1 1 0 0,0 0 0 0 0,-1-1-1 0 0,-1 1 1 0 0,7-22-1 0 0,-11 26-23 0 0,0 0-1 0 0,0 0 1 0 0,-1 0-1 0 0,-1 0 0 0 0,0 0 1 0 0,0 0-1 0 0,-1 0 1 0 0,0-1-1 0 0,0 1 0 0 0,-1 0 1 0 0,-1 0-1 0 0,0 0 1 0 0,0 0-1 0 0,-1 0 0 0 0,0 0 1 0 0,-1 1-1 0 0,0-1 1 0 0,0 1-1 0 0,-1 0 0 0 0,-1 0 1 0 0,1 1-1 0 0,-10-11 1 0 0,14 17-129 0 0,0 1 0 0 0,1 0 1 0 0,-1 0-1 0 0,0 0 1 0 0,0 0-1 0 0,0 0 0 0 0,0 0 1 0 0,-1 0-1 0 0,1 0 0 0 0,0 0 1 0 0,0 0-1 0 0,-1 1 0 0 0,1-1 1 0 0,0 1-1 0 0,-1-1 1 0 0,1 1-1 0 0,0-1 0 0 0,-1 1 1 0 0,1 0-1 0 0,-1-1 0 0 0,1 1 1 0 0,-1 0-1 0 0,1 0 0 0 0,-1 0 1 0 0,1 0-1 0 0,0 0 1 0 0,-4 1-1 0 0,3 1 2 0 0,0-1 0 0 0,-1 1-1 0 0,1-1 1 0 0,0 1 0 0 0,0 0 0 0 0,0 0 0 0 0,0 0-1 0 0,0 0 1 0 0,0 0 0 0 0,1 1 0 0 0,-1-1 0 0 0,1 1 0 0 0,-2 3-1 0 0,-3 8 113 0 0,1-1 0 0 0,0 1 0 0 0,1 0-1 0 0,-4 23 1 0 0,6-11-46 0 0,1 0 1 0 0,1 0-1 0 0,1-1 1 0 0,1 1-1 0 0,1 0 1 0 0,2-1-1 0 0,0 1 1 0 0,2-1-1 0 0,1-1 1 0 0,1 1-1 0 0,1-2 1 0 0,1 1-1 0 0,0-1 1 0 0,2-1-1 0 0,1 0 0 0 0,1-1 1 0 0,1 0-1 0 0,18 18 1 0 0,-30-35-89 0 0,1 0 0 0 0,-1-1 0 0 0,1 1 0 0 0,0-1 0 0 0,0 0 0 0 0,0 0 0 0 0,0-1 0 0 0,0 1 0 0 0,1-1 0 0 0,-1 0 0 0 0,1-1 0 0 0,-1 0 0 0 0,1 1 0 0 0,7-1 0 0 0,-2-1 278 0 0,1 0 0 0 0,-1 0 0 0 0,0-1-1 0 0,0-1 1 0 0,0 0 0 0 0,12-4 0 0 0,-21 5-147 0 0,40 1-2102 0 0,-38 2 1404 0 0,1 2-869 0 0,16 6-10729 0 0</inkml:trace>
</inkml:ink>
</file>

<file path=ppt/ink/ink8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8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7 366 1052 0 0,'0'0'4111'0'0,"-2"-5"-3259"0"0,1 1-698 0 0,0 1 1 0 0,0-1-1 0 0,0 0 1 0 0,1 0-1 0 0,-1 0 1 0 0,1 1-1 0 0,0-1 1 0 0,1 0 0 0 0,-1 0-1 0 0,0 1 1 0 0,1-1-1 0 0,0 0 1 0 0,0 0-1 0 0,0 1 1 0 0,1-1-1 0 0,-1 1 1 0 0,1-1 0 0 0,0 1-1 0 0,-1 0 1 0 0,5-5-1 0 0,13-17 63 0 0,2 2 0 0 0,1 0 0 0 0,0 1 0 0 0,2 1 0 0 0,0 2 0 0 0,2 0 0 0 0,0 2 0 0 0,0 0 0 0 0,2 2 0 0 0,0 1 0 0 0,1 2 0 0 0,0 0 0 0 0,1 2 0 0 0,0 1 0 0 0,60-9 1 0 0,-82 16-192 0 0,0 1 0 0 0,-1 1 0 0 0,1-1 0 0 0,0 1 0 0 0,-1 1 0 0 0,1-1 1 0 0,0 1-1 0 0,-1 0 0 0 0,1 1 0 0 0,-1 0 0 0 0,1 0 0 0 0,-1 1 0 0 0,0 0 1 0 0,0 0-1 0 0,0 1 0 0 0,0-1 0 0 0,-1 1 0 0 0,1 1 0 0 0,-1 0 1 0 0,0-1-1 0 0,-1 2 0 0 0,1-1 0 0 0,-1 1 0 0 0,0 0 0 0 0,0 0 0 0 0,-1 0 1 0 0,0 1-1 0 0,0-1 0 0 0,0 1 0 0 0,-1 0 0 0 0,0 0 0 0 0,0 0 0 0 0,-1 1 1 0 0,0-1-1 0 0,2 14 0 0 0,-2-11-8 0 0,-1 0 1 0 0,0 1-1 0 0,-1-1 0 0 0,0 0 0 0 0,-1 1 1 0 0,0-1-1 0 0,0 0 0 0 0,-1 0 1 0 0,0 0-1 0 0,-1 0 0 0 0,-5 11 0 0 0,7-16 11 0 0,-2 0-1 0 0,1 1 1 0 0,-1-1-1 0 0,1 0 0 0 0,-1 0 1 0 0,-1-1-1 0 0,1 1 0 0 0,-1 0 1 0 0,0-1-1 0 0,0 0 0 0 0,0 0 1 0 0,0 0-1 0 0,-1-1 0 0 0,1 1 1 0 0,-1-1-1 0 0,0 0 1 0 0,0-1-1 0 0,0 1 0 0 0,-1-1 1 0 0,1 0-1 0 0,-6 2 0 0 0,9-4-15 0 0,1 1-1 0 0,-1-1 1 0 0,0 0 0 0 0,1 0-1 0 0,-1 1 1 0 0,1-1-1 0 0,-1 0 1 0 0,0 0-1 0 0,1 0 1 0 0,-1-1-1 0 0,0 1 1 0 0,1 0-1 0 0,-1-1 1 0 0,1 1 0 0 0,-1 0-1 0 0,1-1 1 0 0,-1 0-1 0 0,1 1 1 0 0,-1-1-1 0 0,1 0 1 0 0,0 0-1 0 0,-1 0 1 0 0,1 0-1 0 0,0 0 1 0 0,0 0 0 0 0,0 0-1 0 0,-1-1 1 0 0,1 1-1 0 0,1 0 1 0 0,-1-1-1 0 0,0 1 1 0 0,0 0-1 0 0,0-1 1 0 0,1 1-1 0 0,-1-1 1 0 0,1 1 0 0 0,-1-1-1 0 0,1 1 1 0 0,-1-1-1 0 0,1 0 1 0 0,0 1-1 0 0,0-1 1 0 0,0 1-1 0 0,0-4 1 0 0,0 1-6 0 0,0-1 0 0 0,1 1 0 0 0,-1-1 0 0 0,1 1 1 0 0,0 0-1 0 0,0-1 0 0 0,1 1 0 0 0,-1 0 0 0 0,1 0 0 0 0,0 0 0 0 0,0 0 1 0 0,0 0-1 0 0,1 1 0 0 0,-1-1 0 0 0,5-4 0 0 0,-2 4-64 0 0,0 0-1 0 0,0 1 1 0 0,0 0-1 0 0,0 0 1 0 0,0 1-1 0 0,1-1 1 0 0,-1 1 0 0 0,1 0-1 0 0,0 1 1 0 0,-1-1-1 0 0,1 1 1 0 0,0 0-1 0 0,0 1 1 0 0,11-1-1 0 0,6 2-1557 0 0,1 1 1 0 0,32 8-1 0 0,-18-4-2804 0 0,-17-4 1564 0 0</inkml:trace>
</inkml:ink>
</file>

<file path=ppt/ink/ink8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9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73 376 0 0,'-7'-11'1774'0'0,"1"0"-1"0"0,1 0 1 0 0,0 0-1 0 0,-5-17 2112 0 0,11 34-3469 0 0,9 94 1024 0 0,-6 178 0 0 0,-6-155-998 0 0,2-39-80 0 0,0-84-360 0 0,1 0 0 0 0,-1 1 0 0 0,0-1-1 0 0,0 0 1 0 0,0 0 0 0 0,0 1 0 0 0,0-1 0 0 0,0 0 0 0 0,1 1 0 0 0,-1-1 0 0 0,0 0 0 0 0,0 0 0 0 0,1 1 0 0 0,-1-1 0 0 0,0 0 0 0 0,0 0 0 0 0,1 1 0 0 0,-1-1 0 0 0,0 0-1 0 0,0 0 1 0 0,1 0 0 0 0,-1 0 0 0 0,0 0 0 0 0,1 1 0 0 0,-1-1 0 0 0,0 0 0 0 0,1 0 0 0 0,-1 0 0 0 0,0 0 0 0 0,1 0 0 0 0,-1 0 0 0 0,0 0 0 0 0,1 0 0 0 0,-1 0-1 0 0,0 0 1 0 0,1 0 0 0 0,-1 0 0 0 0,0 0 0 0 0,1 0 0 0 0,-1-1 0 0 0,0 1 0 0 0,0 0 0 0 0,1 0 0 0 0,-1 0 0 0 0,0 0 0 0 0,1-1 0 0 0,-1 1 0 0 0,0 0 0 0 0,1-1 0 0 0,14-7-1 0 0,-15 8 4 0 0,15-10 9 0 0,-1-1 0 0 0,0 0 0 0 0,0-1 0 0 0,-1 0 0 0 0,-1-1 0 0 0,12-15 0 0 0,33-33-5 0 0,-37 43 4 0 0,32-36 1 0 0,-51 52-21 0 0,-3 4 9 0 0,0 0-1 0 0,-1 0 0 0 0,1 0 1 0 0,0 0-1 0 0,0 0 0 0 0,1 1 0 0 0,-1-1 1 0 0,0 1-1 0 0,1-1 0 0 0,0 1 0 0 0,-1-1 1 0 0,1 1-1 0 0,0 0 0 0 0,0 0 1 0 0,1 0-1 0 0,-1 0 0 0 0,0-1 0 0 0,1 1 1 0 0,0 4-1 0 0,-2-1-1 0 0,1 0-1 0 0,0 0 1 0 0,1 0 0 0 0,-1 0 0 0 0,1 0 0 0 0,0 0-1 0 0,1 0 1 0 0,-1 0 0 0 0,1 0 0 0 0,0 0-1 0 0,5 12 1 0 0,-3-13-2 0 0,0-1 1 0 0,1 1-1 0 0,0-1 0 0 0,0 1 1 0 0,0-1-1 0 0,0 0 0 0 0,1 0 1 0 0,-1-1-1 0 0,1 0 0 0 0,0 0 1 0 0,0 0-1 0 0,0 0 0 0 0,1-1 1 0 0,-1 1-1 0 0,1-1 0 0 0,-1-1 1 0 0,1 1-1 0 0,0-1 1 0 0,0 0-1 0 0,-1 0 0 0 0,1-1 1 0 0,0 0-1 0 0,0 0 0 0 0,0 0 1 0 0,0 0-1 0 0,9-3 0 0 0,-4 1 7 0 0,0 0-1 0 0,-1 0 1 0 0,1-1 0 0 0,-1 0-1 0 0,0-1 1 0 0,0 0 0 0 0,0-1-1 0 0,0 0 1 0 0,-1-1 0 0 0,0 0-1 0 0,0 0 1 0 0,0-1-1 0 0,13-13 1 0 0,-10 7 23 0 0,6-13 858 0 0,-17 25-382 0 0,1-1-291 0 0,-2 2-206 0 0,0 0 0 0 0,0-1 1 0 0,0 1-1 0 0,0 0 0 0 0,0 0 1 0 0,0 0-1 0 0,0 0 1 0 0,1-1-1 0 0,-1 1 0 0 0,0 0 1 0 0,0 0-1 0 0,0 0 0 0 0,0 0 1 0 0,0 0-1 0 0,0 0 0 0 0,1-1 1 0 0,-1 1-1 0 0,0 0 0 0 0,0 0 1 0 0,0 0-1 0 0,0 0 0 0 0,1 0 1 0 0,-1 0-1 0 0,0 0 0 0 0,0 0 1 0 0,0 0-1 0 0,1 0 1 0 0,-1 0-1 0 0,0 0 0 0 0,0 0 1 0 0,0 0-1 0 0,0 0 0 0 0,1 0 1 0 0,-1 0-1 0 0,0 0 0 0 0,0 0 1 0 0,0 0-1 0 0,1 0 0 0 0,-1 0 1 0 0,0 0-1 0 0,0 0 0 0 0,0 0 1 0 0,0 1-1 0 0,0-1 1 0 0,1 0-1 0 0,-1 0 0 0 0,0 0 1 0 0,0 0-1 0 0,0 0 0 0 0,11 24-1002 0 0,-3-8-1386 0 0,0-2-5072 0 0</inkml:trace>
</inkml:ink>
</file>

<file path=ppt/ink/ink8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9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62 852 0 0,'-4'-10'1140'0'0,"-2"4"-128"0"0,1-4-68 0 0,-1 2-80 0 0,0 0 617 0 0,-1-5 99 0 0,2 6-1364 0 0</inkml:trace>
</inkml:ink>
</file>

<file path=ppt/ink/ink8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09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8041 0 0,'8'36'1013'0'0,"-9"7"-417"0"0,2 0 0 0 0,2-1 1 0 0,1 1-1 0 0,16 63 0 0 0,3-22 125 0 0,40 95 0 0 0,-46-131 47 0 0,-16-39 317 0 0,-12-26-686 0 0,4 2-346 0 0,1 0 1 0 0,1 0-1 0 0,1 0 0 0 0,0-1 1 0 0,1 1-1 0 0,0-1 1 0 0,1 0-1 0 0,1 0 0 0 0,1 0 1 0 0,0 1-1 0 0,1-1 1 0 0,4-20-1 0 0,1-1-20 0 0,2 1 0 0 0,1 1-1 0 0,2 0 1 0 0,16-37 0 0 0,-23 63-27 0 0,7-17 16 0 0,1 1 1 0 0,24-39 0 0 0,-33 59-22 0 0,1-1 0 0 0,0 1 0 0 0,0 0 0 0 0,0 1 1 0 0,0-1-1 0 0,1 1 0 0 0,0-1 0 0 0,0 1 0 0 0,0 1 0 0 0,0-1 0 0 0,1 1 1 0 0,-1 0-1 0 0,1 0 0 0 0,0 1 0 0 0,0-1 0 0 0,0 1 0 0 0,10-2 1 0 0,-13 4-2 0 0,0-1 1 0 0,0 1 0 0 0,-1 0-1 0 0,1 0 1 0 0,0 0 0 0 0,0 0-1 0 0,0 1 1 0 0,0-1 0 0 0,0 1-1 0 0,0-1 1 0 0,-1 1 0 0 0,1 0-1 0 0,0 0 1 0 0,0 1 0 0 0,-1-1-1 0 0,5 3 1 0 0,-6-3 2 0 0,1 1 0 0 0,-1 0-1 0 0,1-1 1 0 0,-1 1 0 0 0,0 0-1 0 0,0 0 1 0 0,0-1 0 0 0,0 1-1 0 0,0 0 1 0 0,0 0 0 0 0,0 0 0 0 0,-1 0-1 0 0,1 1 1 0 0,-1-1 0 0 0,1 0-1 0 0,-1 4 1 0 0,0 0-8 0 0,0-1 0 0 0,0 1-1 0 0,-1 0 1 0 0,0-1 0 0 0,0 1 0 0 0,-1-1-1 0 0,1 0 1 0 0,-1 0 0 0 0,0 1 0 0 0,-1-1-1 0 0,1 0 1 0 0,-1 0 0 0 0,-3 4 0 0 0,-10 10-523 0 0,-1-2 0 0 0,0 0 1 0 0,-21 15-1 0 0,-32 14-7727 0 0,52-37 4711 0 0</inkml:trace>
</inkml:ink>
</file>

<file path=ppt/ink/ink8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1.8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30 117 1216 0 0,'-17'-4'4578'0'0,"16"4"-4379"0"0,1 0 0 0 0,-1 0 0 0 0,1 0 0 0 0,0 0-1 0 0,-1 0 1 0 0,1 0 0 0 0,-1 0 0 0 0,1 0 0 0 0,-1 0 0 0 0,1 0 0 0 0,0 0 0 0 0,-1 0 0 0 0,1 0 0 0 0,-1-1 0 0 0,1 1 0 0 0,0 0 0 0 0,-1 0 0 0 0,1-1 0 0 0,-1 1 0 0 0,1 0 0 0 0,0 0 0 0 0,-1-1-1 0 0,1 1 1 0 0,0 0 0 0 0,0-1 0 0 0,-1 1 0 0 0,1 0 0 0 0,0-1 0 0 0,0 1 0 0 0,0-1 0 0 0,-1 1 0 0 0,1 0 0 0 0,0-1 0 0 0,0 1 0 0 0,0-1 0 0 0,0 1 0 0 0,0 0 0 0 0,0-2 0 0 0,6-3-92 0 0,1-1 1 0 0,-1 0-1 0 0,2 1 1 0 0,-1 1 0 0 0,0-1-1 0 0,1 1 1 0 0,0 0-1 0 0,8-2 1 0 0,78-23-2344 0 0,-29 9-4393 0 0,-40 11 3449 0 0</inkml:trace>
</inkml:ink>
</file>

<file path=ppt/ink/ink8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2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99 8401 0 0,'3'-3'54'0'0,"-1"0"0"0"0,0 0 1 0 0,0 0-1 0 0,0 0 0 0 0,-1-1 0 0 0,1 1 1 0 0,-1-1-1 0 0,0 1 0 0 0,0-1 0 0 0,0 0 1 0 0,0 1-1 0 0,0-1 0 0 0,-1 0 0 0 0,0 0 1 0 0,0 1-1 0 0,0-1 0 0 0,0-4 0 0 0,0 2 104 0 0,-1 4-118 0 0,1 1 0 0 0,0 0 0 0 0,0 0 0 0 0,-1 0 0 0 0,1-1 0 0 0,-1 1 0 0 0,1 0 0 0 0,-1 0 0 0 0,0 0 0 0 0,1 0 0 0 0,-1 0 0 0 0,0 0 0 0 0,0 0 0 0 0,0 0 0 0 0,0 0 0 0 0,1 0 0 0 0,-1 0 0 0 0,0 1 0 0 0,-1-1-1 0 0,1 0 1 0 0,0 1 0 0 0,0-1 0 0 0,0 1 0 0 0,0-1 0 0 0,0 1 0 0 0,-1-1 0 0 0,1 1 0 0 0,0 0 0 0 0,0 0 0 0 0,-1-1 0 0 0,1 1 0 0 0,0 0 0 0 0,0 0 0 0 0,-1 0 0 0 0,1 1 0 0 0,0-1 0 0 0,-3 1 0 0 0,-44 8 686 0 0,29-3-503 0 0,0 1-1 0 0,1 1 1 0 0,0 1-1 0 0,0 1 1 0 0,1 0-1 0 0,1 1 1 0 0,0 1-1 0 0,-15 14 1 0 0,30-26-215 0 0,1 1 1 0 0,-1 0 0 0 0,1 0 0 0 0,0 0 0 0 0,0 0-1 0 0,-1-1 1 0 0,1 1 0 0 0,0 0 0 0 0,0 0 0 0 0,0 0 0 0 0,0 0-1 0 0,0 0 1 0 0,0 0 0 0 0,0 0 0 0 0,0-1 0 0 0,0 1-1 0 0,0 0 1 0 0,1 0 0 0 0,-1 0 0 0 0,0 0 0 0 0,0 0-1 0 0,1-1 1 0 0,-1 1 0 0 0,1 0 0 0 0,-1 0 0 0 0,1-1 0 0 0,-1 1-1 0 0,1 0 1 0 0,-1-1 0 0 0,1 1 0 0 0,0 0 0 0 0,0 0-1 0 0,23 20 76 0 0,3-2-60 0 0,0 0 0 0 0,-1 2-1 0 0,-2 0 1 0 0,0 2 0 0 0,-1 1 0 0 0,-1 1-1 0 0,-1 0 1 0 0,-2 2 0 0 0,-1 0 0 0 0,0 1-1 0 0,19 46 1 0 0,-23-39-7 0 0,-1 1 0 0 0,-2 0 0 0 0,-2 0 0 0 0,9 69 0 0 0,-16-79-5 0 0,0-1 1 0 0,-2 1 0 0 0,-1-1 0 0 0,-1 1-1 0 0,-1-1 1 0 0,-2 0 0 0 0,-14 49 0 0 0,18-70 16 0 0,-1 1 0 0 0,0-1 0 0 0,0 1 0 0 0,0-1 0 0 0,-1 0 0 0 0,1 1 0 0 0,-1-1 0 0 0,0-1 0 0 0,-1 1 0 0 0,1 0 0 0 0,0-1-1 0 0,-1 0 1 0 0,0 0 0 0 0,0 0 0 0 0,0 0 0 0 0,0 0 0 0 0,0-1 0 0 0,-5 3 0 0 0,7-5-21 0 0,0 0 0 0 0,0 0 0 0 0,0 0 0 0 0,0 0 0 0 0,0-1 0 0 0,0 1 0 0 0,0 0 0 0 0,0-1 0 0 0,0 1 0 0 0,0-1-1 0 0,0 0 1 0 0,0 0 0 0 0,1 0 0 0 0,-1 0 0 0 0,0 0 0 0 0,1 0 0 0 0,-1 0 0 0 0,0 0 0 0 0,1-1 0 0 0,0 1 0 0 0,-1 0 0 0 0,1-1 0 0 0,0 1-1 0 0,-1-1 1 0 0,0-3 0 0 0,-25-41-162 0 0,22 29-47 0 0,-1 0-1 0 0,2 0 1 0 0,0 0-1 0 0,1-1 1 0 0,1 1-1 0 0,1-1 1 0 0,0 0-1 0 0,3-24 1 0 0,1 4-583 0 0,3-1 0 0 0,16-64 0 0 0,-10 62 126 0 0,1 1 1 0 0,2 0-1 0 0,32-60 0 0 0,-37 84 597 0 0,-1 0 1 0 0,2 0-1 0 0,0 1 0 0 0,1 1 0 0 0,1 0 1 0 0,0 0-1 0 0,1 1 0 0 0,0 1 1 0 0,1 0-1 0 0,24-13 0 0 0,-32 21 153 0 0,0 0-1 0 0,0 0 1 0 0,1 1-1 0 0,-1 1 0 0 0,1-1 1 0 0,0 1-1 0 0,0 0 0 0 0,0 1 1 0 0,0 0-1 0 0,0 0 1 0 0,0 1-1 0 0,0 0 0 0 0,0 0 1 0 0,0 1-1 0 0,0 0 0 0 0,0 1 1 0 0,0-1-1 0 0,0 1 1 0 0,10 5-1 0 0,-6-2 95 0 0,-1 1 1 0 0,0 1-1 0 0,0 0 1 0 0,0 0-1 0 0,-1 1 1 0 0,0 0-1 0 0,-1 1 1 0 0,0 0-1 0 0,0 1 0 0 0,-1 0 1 0 0,10 14-1 0 0,-13-55 2749 0 0,-2 5-2815 0 0,1 1 0 0 0,1 0 0 0 0,13-38 0 0 0,-16 59-174 0 0,1-3-143 0 0,1-1 1 0 0,0 1 0 0 0,0 0 0 0 0,1 1-1 0 0,8-11 1 0 0,11 3-2774 0 0,-22 14 2439 0 0,1-1 0 0 0,-1 1 1 0 0,1 0-1 0 0,-1 0 0 0 0,0 0 1 0 0,1 0-1 0 0,-1 0 1 0 0,1 1-1 0 0,-1-1 0 0 0,0 1 1 0 0,5 1-1 0 0,8 3-2102 0 0</inkml:trace>
</inkml:ink>
</file>

<file path=ppt/ink/ink8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2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10 920 0 0,'-25'-10'4348'0'0,"17"12"-3961"0"0,0-1-1 0 0,1 1 1 0 0,-1 0 0 0 0,1 0 0 0 0,0 1 0 0 0,0 0 0 0 0,0 1-1 0 0,0-1 1 0 0,0 1 0 0 0,1 1 0 0 0,0-1 0 0 0,0 1-1 0 0,0 0 1 0 0,0 0 0 0 0,1 1 0 0 0,-6 7 0 0 0,10-12-355 0 0,0 0 1 0 0,1 0-1 0 0,-1-1 1 0 0,0 1-1 0 0,1 0 1 0 0,-1 0-1 0 0,1 0 1 0 0,-1 0-1 0 0,1 0 1 0 0,-1 0-1 0 0,1 0 1 0 0,0 0-1 0 0,0 0 1 0 0,-1 0-1 0 0,1 0 1 0 0,0 0-1 0 0,0 0 1 0 0,0 0-1 0 0,0 0 1 0 0,0 0-1 0 0,0 0 1 0 0,0 0-1 0 0,1 0 1 0 0,-1 0-1 0 0,0 0 1 0 0,1 0-1 0 0,-1 0 1 0 0,0 0-1 0 0,1 0 1 0 0,0 1-1 0 0,1 0 9 0 0,0 0 0 0 0,0-1 1 0 0,0 1-1 0 0,0 0 0 0 0,1-1 0 0 0,-1 0 0 0 0,0 1 0 0 0,1-1 0 0 0,-1 0 1 0 0,1 0-1 0 0,4 1 0 0 0,9 1 6 0 0,0 0-1 0 0,31 1 1 0 0,-44-4-53 0 0,78 1-1939 0 0,-23-5-5121 0 0,-38 3 4550 0 0</inkml:trace>
</inkml:ink>
</file>

<file path=ppt/ink/ink8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3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50 132 0 0,'24'-39'5601'0'0,"-22"38"-5449"0"0,-1 0 1 0 0,1 0 0 0 0,0 0-1 0 0,0 0 1 0 0,-1 0 0 0 0,1 0 0 0 0,0 0-1 0 0,0 1 1 0 0,0-1 0 0 0,0 1 0 0 0,0-1-1 0 0,0 1 1 0 0,0 0 0 0 0,0 0 0 0 0,0 0-1 0 0,0 0 1 0 0,0 0 0 0 0,0 0 0 0 0,0 0-1 0 0,2 1 1 0 0,45 17 1043 0 0,-17-6-715 0 0,-11-8-327 0 0,-1-2 0 0 0,0 0 0 0 0,1-1 0 0 0,-1-1 0 0 0,0 0-1 0 0,24-5 1 0 0,11-4-2116 0 0,-1-4-3454 0 0,-37 9 2988 0 0</inkml:trace>
</inkml:ink>
</file>

<file path=ppt/ink/ink8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4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0 189 328 0 0,'7'-6'7363'0'0,"1"13"-6967"0"0,-1 0 0 0 0,0 0 1 0 0,-1 1-1 0 0,0 0 1 0 0,0 1-1 0 0,-1-1 0 0 0,0 1 1 0 0,5 12-1 0 0,32 81 1242 0 0,-42-102-1634 0 0,17 45 686 0 0,-2 0 0 0 0,-3 1 0 0 0,9 52 0 0 0,-21-95-479 0 0,-2-2-67 0 0,2-1-137 0 0,0 1-1 0 0,-1-1 0 0 0,1 0 1 0 0,0 1-1 0 0,0-1 0 0 0,-1 0 1 0 0,1 0-1 0 0,0 0 0 0 0,-1 1 1 0 0,1-1-1 0 0,0 0 1 0 0,-1 0-1 0 0,1 0 0 0 0,0 0 1 0 0,-1 1-1 0 0,1-1 0 0 0,0 0 1 0 0,-1 0-1 0 0,1 0 0 0 0,0 0 1 0 0,-1 0-1 0 0,1 0 1 0 0,-1 0-1 0 0,1 0 0 0 0,0 0 1 0 0,-1 0-1 0 0,1 0 0 0 0,0 0 1 0 0,-1 0-1 0 0,1-1 0 0 0,0 1 1 0 0,-1 0-1 0 0,0 0 0 0 0,-9-11 13 0 0,0 0-1 0 0,1 0 0 0 0,0-1 0 0 0,1 0 0 0 0,1 0 0 0 0,-1-1 0 0 0,2 0 0 0 0,0 0 0 0 0,1-1 0 0 0,0 0 0 0 0,-5-23 0 0 0,-4-24-51 0 0,-6-78 0 0 0,17 118 18 0 0,2 0-1 0 0,0 0 1 0 0,1 0 0 0 0,2 0 0 0 0,0 0 0 0 0,1 0 0 0 0,7-26 0 0 0,-10 47 13 0 0,0-1 0 0 0,0 1 0 0 0,0 0-1 0 0,0 0 1 0 0,0-1 0 0 0,0 1 0 0 0,0 0-1 0 0,1-1 1 0 0,-1 1 0 0 0,0 0-1 0 0,0 0 1 0 0,0-1 0 0 0,0 1 0 0 0,0 0-1 0 0,1 0 1 0 0,-1 0 0 0 0,0-1-1 0 0,0 1 1 0 0,0 0 0 0 0,1 0 0 0 0,-1 0-1 0 0,0-1 1 0 0,0 1 0 0 0,1 0-1 0 0,-1 0 1 0 0,0 0 0 0 0,0 0 0 0 0,1 0-1 0 0,-1 0 1 0 0,0 0 0 0 0,1-1-1 0 0,-1 1 1 0 0,0 0 0 0 0,0 0 0 0 0,1 0-1 0 0,-1 0 1 0 0,0 0 0 0 0,1 0-1 0 0,10 10-25 0 0,8 21 18 0 0,-17-28 1 0 0,7 14-10 0 0,1-1 0 0 0,1 0 0 0 0,1 0 1 0 0,22 23-1 0 0,-29-34-42 0 0,0 0 0 0 0,0-1 1 0 0,1 1-1 0 0,-1-1 0 0 0,1 0 1 0 0,0-1-1 0 0,1 1 0 0 0,-1-1 0 0 0,0 0 1 0 0,1-1-1 0 0,0 0 0 0 0,0 0 1 0 0,-1 0-1 0 0,1-1 0 0 0,13 2 0 0 0,-15-4 18 0 0,1 1-1 0 0,-1-1 1 0 0,1 0-1 0 0,-1-1 1 0 0,0 1-1 0 0,1-1 0 0 0,-1 0 1 0 0,0 0-1 0 0,0-1 1 0 0,0 1-1 0 0,-1-1 1 0 0,1 0-1 0 0,-1-1 0 0 0,0 1 1 0 0,1-1-1 0 0,-1 0 1 0 0,-1 0-1 0 0,1 0 1 0 0,5-8-1 0 0,1-3-32 0 0,-1 0 1 0 0,0 0-1 0 0,-2-1 0 0 0,11-28 0 0 0,6-27 323 0 0,-24 70 168 0 0,-1 7-350 0 0,-2 14-3 0 0,0-1-1 0 0,1 1 1 0 0,2-1 0 0 0,1 32 0 0 0,1-38-44 0 0,0 1 1 0 0,1-1 0 0 0,1 1 0 0 0,0-1-1 0 0,1 0 1 0 0,0 0 0 0 0,1-1 0 0 0,0 1-1 0 0,1-1 1 0 0,0-1 0 0 0,10 12 0 0 0,-13-18-14 0 0,0-1-1 0 0,1 0 1 0 0,0 0 0 0 0,0 0 0 0 0,0 0 0 0 0,0-1 0 0 0,0 0 0 0 0,1 0 0 0 0,-1 0 0 0 0,1 0 0 0 0,0-1 0 0 0,0 0 0 0 0,0-1 0 0 0,0 1 0 0 0,0-1 0 0 0,0 0 0 0 0,0-1 0 0 0,0 1 0 0 0,0-1 0 0 0,1 0 0 0 0,-1-1 0 0 0,0 0 0 0 0,0 0 0 0 0,0 0 0 0 0,0 0 0 0 0,10-5 0 0 0,2-1 6 0 0,-1-2 1 0 0,0 0-1 0 0,0-1 0 0 0,-1-1 0 0 0,0 0 1 0 0,-1-1-1 0 0,-1-1 0 0 0,26-28 0 0 0,-29 29 1 0 0,-11 12-8 0 0,1-1 1 0 0,-1 0-1 0 0,1 0 1 0 0,-1 1-1 0 0,1-1 0 0 0,-1 0 1 0 0,1 1-1 0 0,-1-1 1 0 0,1 0-1 0 0,0 1 0 0 0,-1-1 1 0 0,1 1-1 0 0,0-1 0 0 0,0 1 1 0 0,-1 0-1 0 0,1-1 1 0 0,0 1-1 0 0,0 0 0 0 0,0-1 1 0 0,-1 1-1 0 0,3 0 1 0 0,6 29 70 0 0,-8-25-72 0 0,0 0 0 0 0,0 0-1 0 0,1 0 1 0 0,0 0-1 0 0,0 0 1 0 0,0 0-1 0 0,0-1 1 0 0,0 1-1 0 0,1-1 1 0 0,-1 1 0 0 0,1-1-1 0 0,0 0 1 0 0,0 0-1 0 0,0-1 1 0 0,1 1-1 0 0,-1 0 1 0 0,1-1-1 0 0,-1 0 1 0 0,1 0 0 0 0,0 0-1 0 0,0 0 1 0 0,0-1-1 0 0,0 1 1 0 0,0-1-1 0 0,5 1 1 0 0,-1 0 12 0 0,0-1 0 0 0,0 0 0 0 0,0-1 0 0 0,0 1 1 0 0,0-2-1 0 0,0 1 0 0 0,0-1 0 0 0,0 0 0 0 0,0 0 0 0 0,-1-1 0 0 0,1 0 1 0 0,11-5-1 0 0,-18 6 13 0 0,0 1 1 0 0,0 0-1 0 0,0-1 0 0 0,0 1 1 0 0,0-1-1 0 0,0 1 0 0 0,0-1 1 0 0,0 1-1 0 0,0-1 1 0 0,-1 1-1 0 0,1-1 0 0 0,0 0 1 0 0,0 0-1 0 0,-1 0 1 0 0,1 1-1 0 0,0-1 0 0 0,-1 0 1 0 0,1 0-1 0 0,-1 0 0 0 0,1 0 1 0 0,-1 0-1 0 0,1 0 1 0 0,-1 0-1 0 0,0 0 0 0 0,1 0 1 0 0,-1 0-1 0 0,0 0 0 0 0,0 0 1 0 0,0 0-1 0 0,0 0 1 0 0,0 0-1 0 0,0 0 0 0 0,0 0 1 0 0,0-1-1 0 0,0 1 1 0 0,-1 0-1 0 0,1 0 0 0 0,0 0 1 0 0,-1 0-1 0 0,0-1 0 0 0,0 0 19 0 0,0 0 0 0 0,-1 0 0 0 0,1 0-1 0 0,0 1 1 0 0,-1-1 0 0 0,0 0-1 0 0,1 1 1 0 0,-1-1 0 0 0,0 1-1 0 0,0 0 1 0 0,0-1 0 0 0,0 1 0 0 0,0 0-1 0 0,0 0 1 0 0,-3-1 0 0 0,3 2-91 0 0,10 7-6562 0 0,8 6 5585 0 0,0-10-3094 0 0,-3-4 809 0 0</inkml:trace>
</inkml:ink>
</file>

<file path=ppt/ink/ink8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4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149 260 836 0 0,'0'0'5153'0'0,"-4"5"-4466"0"0,-2 1-273 0 0,1 2 1 0 0,0-1-1 0 0,1 0 0 0 0,-1 1 1 0 0,-5 15-1 0 0,9-21-349 0 0,0 0 1 0 0,0 0 0 0 0,1 0-1 0 0,-1 0 1 0 0,0 0 0 0 0,1 0-1 0 0,0-1 1 0 0,-1 1-1 0 0,1 0 1 0 0,0 0 0 0 0,0 0-1 0 0,0 1 1 0 0,0-1-1 0 0,0 0 1 0 0,1-1 0 0 0,-1 1-1 0 0,1 0 1 0 0,-1 0 0 0 0,1 0-1 0 0,0 0 1 0 0,0 0-1 0 0,-1 0 1 0 0,1-1 0 0 0,1 1-1 0 0,-1 0 1 0 0,0-1 0 0 0,0 1-1 0 0,0-1 1 0 0,1 1-1 0 0,-1-1 1 0 0,1 1 0 0 0,-1-1-1 0 0,1 0 1 0 0,0 0-1 0 0,0 0 1 0 0,2 1 0 0 0,-2-1-15 0 0,0 0 1 0 0,0-1-1 0 0,0 1 0 0 0,0-1 1 0 0,0 0-1 0 0,0 1 1 0 0,1-1-1 0 0,-1 0 1 0 0,0 0-1 0 0,0 0 1 0 0,0-1-1 0 0,1 1 0 0 0,-1 0 1 0 0,0-1-1 0 0,0 0 1 0 0,0 1-1 0 0,0-1 1 0 0,0 0-1 0 0,0 0 1 0 0,0 0-1 0 0,0 0 0 0 0,0 0 1 0 0,-1-1-1 0 0,1 1 1 0 0,0-1-1 0 0,-1 1 1 0 0,1-1-1 0 0,-1 1 0 0 0,1-1 1 0 0,-1 0-1 0 0,0 0 1 0 0,0 0-1 0 0,0 1 1 0 0,0-1-1 0 0,0 0 1 0 0,0 0-1 0 0,0-4 0 0 0,2-1 89 0 0,0 0 0 0 0,0 0 0 0 0,-1-1-1 0 0,0 0 1 0 0,-1 1 0 0 0,0-1 0 0 0,0 0-1 0 0,-1-14 1 0 0,-2 5 110 0 0,-2 0-1 0 0,0 0 1 0 0,-1 1 0 0 0,0-1 0 0 0,-2 1-1 0 0,0 1 1 0 0,0-1 0 0 0,-11-14-1 0 0,12 20-395 0 0,0 1 0 0 0,-1 0 0 0 0,0 0 0 0 0,0 1 0 0 0,-1-1 0 0 0,0 2 0 0 0,-1-1 0 0 0,0 1 0 0 0,0 1 0 0 0,0-1 0 0 0,-1 2 0 0 0,-20-10 0 0 0,16 13-1562 0 0,-3 13-8891 0 0</inkml:trace>
</inkml:ink>
</file>

<file path=ppt/ink/ink8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4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1 421 924 0 0,'15'-1'4600'0'0,"3"-11"-2534"0"0,-13 9-1657 0 0,0 0 0 0 0,0-1-1 0 0,0 2 1 0 0,0-1-1 0 0,1 0 1 0 0,-1 1 0 0 0,1 0-1 0 0,-1 1 1 0 0,1-1 0 0 0,0 1-1 0 0,9-1 1 0 0,-13 2-184 0 0,3 0-122 0 0,-1 0-1 0 0,1 0 1 0 0,-1 0-1 0 0,1 1 0 0 0,-1-1 1 0 0,1 1-1 0 0,-1 0 1 0 0,6 2-1 0 0,24 4 244 0 0,-25-8-326 0 0,0 0-1 0 0,0 0 0 0 0,-1-1 1 0 0,1-1-1 0 0,0 1 0 0 0,-1-1 1 0 0,0-1-1 0 0,1 0 0 0 0,-1 0 1 0 0,-1 0-1 0 0,1-1 1 0 0,-1 0-1 0 0,0-1 0 0 0,0 1 1 0 0,0-1-1 0 0,-1-1 0 0 0,0 1 1 0 0,0-1-1 0 0,0 0 0 0 0,-1-1 1 0 0,0 1-1 0 0,-1-1 0 0 0,0 0 1 0 0,6-15-1 0 0,-5 12 112 0 0,-1 1 0 0 0,0-1 0 0 0,-1 0 0 0 0,0 0 0 0 0,-1 0 0 0 0,0 0 0 0 0,-1-1 0 0 0,0 1 0 0 0,-1 0 0 0 0,0-1 0 0 0,0 1 0 0 0,-1 0 0 0 0,-1-1 0 0 0,0 1 0 0 0,-1 0 0 0 0,0 0 0 0 0,0 0 0 0 0,-1 1 0 0 0,-8-15 0 0 0,11 23-76 0 0,0 1 1 0 0,0-1-1 0 0,0 1 1 0 0,0 0-1 0 0,0 0 1 0 0,0-1-1 0 0,0 1 1 0 0,0 0-1 0 0,-1 0 1 0 0,1 0-1 0 0,0 0 1 0 0,-1 0-1 0 0,1 1 1 0 0,0-1-1 0 0,-1 0 1 0 0,1 1-1 0 0,-1-1 1 0 0,1 1-1 0 0,-1-1 1 0 0,0 1-1 0 0,1 0 1 0 0,-1 0-1 0 0,1-1 1 0 0,-1 1-1 0 0,0 0 1 0 0,1 0-1 0 0,-1 1 1 0 0,0-1-1 0 0,1 0 1 0 0,-1 1-1 0 0,1-1 1 0 0,-1 1-1 0 0,1-1 1 0 0,-1 1-1 0 0,1-1 1 0 0,-1 1-1 0 0,1 0 1 0 0,0 0-1 0 0,-1 0 1 0 0,1 0-1 0 0,0 0 1 0 0,0 0-1 0 0,-1 0 1 0 0,0 3-1 0 0,-4 1 23 0 0,1 1-1 0 0,-1 0 0 0 0,2 0 1 0 0,-1 0-1 0 0,1 1 0 0 0,0-1 1 0 0,0 1-1 0 0,-4 10 1 0 0,4-3-144 0 0,1 1 0 0 0,0 0 1 0 0,0 0-1 0 0,2 0 0 0 0,0 0 1 0 0,1 1-1 0 0,0-1 0 0 0,3 18 1 0 0,1-7-3449 0 0,13 49 0 0 0,-10-57-1277 0 0,-1-3 364 0 0</inkml:trace>
</inkml:ink>
</file>

<file path=ppt/ink/ink8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15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1216 0 0,'16'-8'1272'0'0,"1"1"-68"0"0,-1-4 12 0 0,-3 1-99 0 0,-1 1-85 0 0,0 2-144 0 0,-3 1-48 0 0,-1-1-108 0 0,-3 1 440 0 0,6-1-924 0 0,-51 18-6425 0 0,23-6 3557 0 0</inkml:trace>
</inkml:ink>
</file>

<file path=ppt/ink/ink8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0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462 171 9361 0 0,'-9'-15'154'0'0,"-2"1"1"0"0,0 0 0 0 0,0 0-1 0 0,-1 1 1 0 0,-1 1-1 0 0,0 0 1 0 0,-1 1 0 0 0,0 0-1 0 0,-1 1 1 0 0,-24-12-1 0 0,30 18-88 0 0,0 0 0 0 0,0 1 0 0 0,0 0 0 0 0,0 0 0 0 0,0 1 0 0 0,-1 1 0 0 0,1-1 0 0 0,0 2-1 0 0,-1-1 1 0 0,1 1 0 0 0,-1 1 0 0 0,0 0 0 0 0,1 0 0 0 0,0 1 0 0 0,-1 0 0 0 0,1 0 0 0 0,0 1 0 0 0,0 0-1 0 0,0 1 1 0 0,1 0 0 0 0,-11 6 0 0 0,11-5-21 0 0,0-1 1 0 0,1 2-1 0 0,-1-1 0 0 0,1 1 0 0 0,0 0 1 0 0,1 0-1 0 0,-1 1 0 0 0,1-1 1 0 0,-8 14-1 0 0,12-17-31 0 0,1 0 0 0 0,0 0 0 0 0,0 1 0 0 0,0-1 0 0 0,0 0 0 0 0,0 1 0 0 0,0-1 0 0 0,1 1 0 0 0,0-1 0 0 0,0 1 0 0 0,0-1 0 0 0,0 1 0 0 0,0-1 0 0 0,1 1 0 0 0,-1-1 0 0 0,1 1 0 0 0,0-1 0 0 0,0 0 0 0 0,1 1 0 0 0,-1-1 0 0 0,0 0 0 0 0,1 0 0 0 0,0 0 0 0 0,0 0 0 0 0,0 0 0 0 0,0-1 1 0 0,0 1-1 0 0,4 2 0 0 0,10 12 31 0 0,2 0 0 0 0,0-2 0 0 0,1 0 0 0 0,39 23 0 0 0,-39-27-18 0 0,-1 1-1 0 0,0 1 1 0 0,0 0-1 0 0,-2 1 0 0 0,0 1 1 0 0,18 21-1 0 0,-33-35-22 0 0,1 1-1 0 0,-1 0 1 0 0,1 0-1 0 0,-1 0 1 0 0,0 0-1 0 0,0 1 1 0 0,0-1-1 0 0,0 0 0 0 0,0 0 1 0 0,0 1-1 0 0,-1-1 1 0 0,1 1-1 0 0,-1-1 1 0 0,1 0-1 0 0,-1 1 1 0 0,0-1-1 0 0,0 1 1 0 0,0-1-1 0 0,-1 1 1 0 0,1-1-1 0 0,0 0 1 0 0,-1 1-1 0 0,1-1 1 0 0,-1 1-1 0 0,0-1 0 0 0,0 0 1 0 0,0 0-1 0 0,0 0 1 0 0,0 1-1 0 0,-1-1 1 0 0,1 0-1 0 0,-1 0 1 0 0,1-1-1 0 0,-1 1 1 0 0,0 0-1 0 0,0 0 1 0 0,1-1-1 0 0,-1 1 1 0 0,0-1-1 0 0,-1 0 1 0 0,-2 2-1 0 0,-4 2 7 0 0,0 0 1 0 0,-1 0-1 0 0,1-1 1 0 0,-1 0-1 0 0,0-1 0 0 0,0 0 1 0 0,-1-1-1 0 0,-12 1 1 0 0,12-1-58 0 0,6-1-49 0 0,0-1 1 0 0,0 1 0 0 0,0-1-1 0 0,-1 0 1 0 0,1 0 0 0 0,0 0-1 0 0,0-1 1 0 0,0 0 0 0 0,0 0-1 0 0,-1 0 1 0 0,1 0 0 0 0,-7-4 0 0 0,11 4-8 0 0,0 0 0 0 0,1 1 0 0 0,-1-1 0 0 0,1 1 0 0 0,-1-1 0 0 0,1 0 0 0 0,-1 0 0 0 0,1 1 0 0 0,0-1 0 0 0,-1 0 1 0 0,1 0-1 0 0,0 1 0 0 0,0-1 0 0 0,-1 0 0 0 0,1 0 0 0 0,0 0 0 0 0,0 0 0 0 0,0 1 0 0 0,0-1 0 0 0,0 0 1 0 0,0 0-1 0 0,0 0 0 0 0,0 0 0 0 0,1 1 0 0 0,-1-1 0 0 0,0 0 0 0 0,0 0 0 0 0,1 0 0 0 0,-1 1 0 0 0,1-2 0 0 0,12-24-4254 0 0,2 8 1438 0 0</inkml:trace>
</inkml:ink>
</file>

<file path=ppt/ink/ink8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0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12 736 0 0,'-2'-9'1170'0'0,"-6"7"4311"0"0,2 9-5289 0 0,1-1 1 0 0,0 2-1 0 0,1-1 0 0 0,-1 1 0 0 0,1-1 0 0 0,1 1 0 0 0,0 0 0 0 0,0 0 0 0 0,0 1 0 0 0,1-1 0 0 0,0 0 0 0 0,1 1 0 0 0,0 0 1 0 0,0-1-1 0 0,1 1 0 0 0,0 0 0 0 0,0-1 0 0 0,1 1 0 0 0,0-1 0 0 0,1 1 0 0 0,2 8 0 0 0,-1-4-72 0 0,1 1-1 0 0,0-1 1 0 0,0 0-1 0 0,2-1 1 0 0,0 1-1 0 0,0-1 1 0 0,1 0-1 0 0,0 0 1 0 0,1-1-1 0 0,0 0 0 0 0,1-1 1 0 0,1 1-1 0 0,12 10 1 0 0,-16-17-90 0 0,0 1 0 0 0,0-1 1 0 0,0-1-1 0 0,1 1 0 0 0,-1-1 1 0 0,1 0-1 0 0,0 0 0 0 0,0-1 0 0 0,0 0 1 0 0,0 0-1 0 0,0-1 0 0 0,1 0 1 0 0,-1 0-1 0 0,0-1 0 0 0,1 0 0 0 0,-1 0 1 0 0,0-1-1 0 0,0 0 0 0 0,1 0 0 0 0,-1 0 1 0 0,10-4-1 0 0,-3-1-18 0 0,-1 0 0 0 0,0 0-1 0 0,-1-1 1 0 0,0-1 0 0 0,0 0 0 0 0,0 0-1 0 0,-1-1 1 0 0,0-1 0 0 0,-1 0 0 0 0,12-14-1 0 0,73-87 32 0 0,-94 110-46 0 0,24 32-8 0 0,75 385-11 0 0,-84-324 65 0 0,-15-90-11 0 0,-3-8-16 0 0,-1-8-14 0 0,0 0 1 0 0,1 0 0 0 0,1 0-1 0 0,1 0 1 0 0,-1 0 0 0 0,2 0 0 0 0,0 0-1 0 0,1 0 1 0 0,4-16 0 0 0,40-130-8 0 0,-37 133-5 0 0,2 1 0 0 0,24-46 0 0 0,-31 65 9 0 0,0 1-1 0 0,0-1 1 0 0,0 0-1 0 0,1 1 0 0 0,0 0 1 0 0,1 0-1 0 0,-1 1 1 0 0,1 0-1 0 0,0-1 1 0 0,0 2-1 0 0,1-1 1 0 0,-1 1-1 0 0,1 0 1 0 0,14-6-1 0 0,-19 9 4 0 0,0 1-1 0 0,0-1 1 0 0,0 0 0 0 0,0 1 0 0 0,1 0-1 0 0,-1-1 1 0 0,0 1 0 0 0,0 0 0 0 0,1 0-1 0 0,-1 0 1 0 0,0 1 0 0 0,0-1 0 0 0,0 0-1 0 0,0 1 1 0 0,1-1 0 0 0,-1 1 0 0 0,0 0-1 0 0,0 0 1 0 0,0 0 0 0 0,0 0 0 0 0,0 0-1 0 0,-1 0 1 0 0,1 0 0 0 0,0 1 0 0 0,0-1-1 0 0,-1 1 1 0 0,1-1 0 0 0,-1 1 0 0 0,1 0-1 0 0,-1-1 1 0 0,0 1 0 0 0,0 0 0 0 0,0 0-1 0 0,0 0 1 0 0,0 0 0 0 0,0 0 0 0 0,1 4-1 0 0,0 1 2 0 0,-1 0-1 0 0,0 0 1 0 0,0 0 0 0 0,0 0-1 0 0,-1 0 1 0 0,0 0-1 0 0,0 0 1 0 0,-3 12-1 0 0,0-9-104 0 0,0 0-1 0 0,0 0 0 0 0,-1-1 1 0 0,-1 1-1 0 0,0-1 1 0 0,0 0-1 0 0,0-1 0 0 0,-1 1 1 0 0,-1-1-1 0 0,1 0 0 0 0,-15 12 1 0 0,14-13-834 0 0,-1-1-1 0 0,0 0 1 0 0,0 0 0 0 0,-1-1 0 0 0,1 0 0 0 0,-1-1 0 0 0,-12 5 0 0 0,-6-1-2169 0 0</inkml:trace>
</inkml:ink>
</file>

<file path=ppt/ink/ink8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1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9 194 528 0 0,'-1'-3'206'0'0,"-1"-1"0"0"0,1 1 0 0 0,0 0 0 0 0,0-1 0 0 0,0 1 0 0 0,1-1 0 0 0,-1 1 0 0 0,1-1 0 0 0,0 0-1 0 0,0 1 1 0 0,0-1 0 0 0,0 1 0 0 0,1-1 0 0 0,-1 1 0 0 0,1-1 0 0 0,0 1 0 0 0,0-1 0 0 0,0 1 0 0 0,2-4 0 0 0,1 2-20 0 0,-1 0 0 0 0,1 0 0 0 0,-1 0 0 0 0,1 1 1 0 0,1-1-1 0 0,-1 1 0 0 0,0 0 0 0 0,1 0 0 0 0,0 1 0 0 0,8-5 0 0 0,5-2-33 0 0,0 2 0 0 0,1 0-1 0 0,0 1 1 0 0,0 1 0 0 0,35-6 0 0 0,51-2-1015 0 0,-34 11-2635 0 0,-43 2 1665 0 0</inkml:trace>
</inkml:ink>
</file>

<file path=ppt/ink/ink8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1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3 1136 0 0,'9'-2'6572'0'0,"-7"7"-6325"0"0,0 1 0 0 0,0 0-1 0 0,-1 0 1 0 0,0-1 0 0 0,0 1 0 0 0,-1 0-1 0 0,0 0 1 0 0,0 0 0 0 0,0 0 0 0 0,-1 0-1 0 0,-1 9 1 0 0,-23 77 1317 0 0,17-70-920 0 0,-8 46 0 0 0,12-41-271 0 0,-5 62 664 0 0,9-80-936 0 0,0-1-1 0 0,0 1 1 0 0,1-1 0 0 0,0 0-1 0 0,0 1 1 0 0,1-1 0 0 0,0 0-1 0 0,4 9 1 0 0,-4-14-97 0 0,-1-1 1 0 0,1 0 0 0 0,0 1-1 0 0,0-1 1 0 0,1 0 0 0 0,-1 0-1 0 0,0 0 1 0 0,1 0 0 0 0,-1-1-1 0 0,1 1 1 0 0,-1-1 0 0 0,1 1-1 0 0,0-1 1 0 0,-1 0 0 0 0,1 0-1 0 0,0 0 1 0 0,0 0 0 0 0,0-1-1 0 0,0 1 1 0 0,0-1 0 0 0,0 0-1 0 0,0 0 1 0 0,0 0-1 0 0,0 0 1 0 0,0 0 0 0 0,3-1-1 0 0,12-1-172 0 0,-1-1 0 0 0,0 0 0 0 0,17-7-1 0 0,-12 3-102 0 0,-1-2-1 0 0,1 0 1 0 0,-2-1-1 0 0,32-22 0 0 0,-34 24 773 0 0,-10 12 789 0 0,-7 0-1108 0 0,-1 1 0 0 0,0-1-1 0 0,0 0 1 0 0,0 0 0 0 0,-1 1 0 0 0,1-1 0 0 0,-3 8 0 0 0,0 5-89 0 0,2 0 0 0 0,0 1 0 0 0,1-1 0 0 0,0 1 0 0 0,5 23 0 0 0,12 26-2964 0 0,-15-60 1413 0 0,2 1-1 0 0,-1-1 0 0 0,1 0 0 0 0,0 0 0 0 0,9 12 0 0 0,-4-10-1980 0 0</inkml:trace>
</inkml:ink>
</file>

<file path=ppt/ink/ink8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1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93 510 1316 0 0,'12'-47'8510'0'0,"-3"11"-5392"0"0,-2 14-4118 0 0,-5 17-222 0 0,-5-9-4080 0 0</inkml:trace>
  <inkml:trace contextRef="#ctx0" brushRef="#br0" timeOffset="1">0 92 10337 0 0,'5'-14'-88'0'0,"-5"4"292"0"0,-2-10-32 0 0,4 12 60 0 0,-2-8-88 0 0,0 5-64 0 0,0-2-348 0 0</inkml:trace>
</inkml:ink>
</file>

<file path=ppt/ink/ink8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4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129 103 800 0 0,'2'-17'2282'0'0,"0"0"0"0"0,-2-31 1 0 0,-5 28 2149 0 0,3 22-4364 0 0,1-1 1 0 0,0 1-1 0 0,0-1 1 0 0,0 1-1 0 0,0 0 0 0 0,0 0 1 0 0,0 0-1 0 0,0-1 1 0 0,1 1-1 0 0,-1 0 0 0 0,0 0 1 0 0,1 0-1 0 0,-1 4 1 0 0,-54 240 1522 0 0,17-72-966 0 0,33-153-543 0 0,1-8-27 0 0,0 0 0 0 0,1 0 0 0 0,1 0 0 0 0,0 0 0 0 0,1 1 0 0 0,0-1 0 0 0,1 0 0 0 0,3 25 0 0 0,-2-36-49 0 0,0 0 1 0 0,0-1-1 0 0,0 1 0 0 0,0 0 1 0 0,0-1-1 0 0,0 1 0 0 0,0-1 1 0 0,0 0-1 0 0,0 1 0 0 0,1-1 1 0 0,-1 0-1 0 0,1 0 0 0 0,-1 0 0 0 0,1 0 1 0 0,-1 0-1 0 0,1 0 0 0 0,-1 0 1 0 0,1 0-1 0 0,0-1 0 0 0,0 1 1 0 0,-1-1-1 0 0,1 1 0 0 0,0-1 1 0 0,0 0-1 0 0,0 0 0 0 0,-1 0 1 0 0,1 0-1 0 0,0 0 0 0 0,0 0 0 0 0,0 0 1 0 0,-1 0-1 0 0,3-1 0 0 0,10-1 7 0 0,-1-1-1 0 0,1 0 0 0 0,14-6 1 0 0,-16 6-2 0 0,122-39 86 0 0,12-3-3021 0 0,-145 45 2826 0 0,29-11-2245 0 0,-18 4-3240 0 0</inkml:trace>
</inkml:ink>
</file>

<file path=ppt/ink/ink8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4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18 175 164 0 0,'-18'-14'3326'0'0,"19"12"-3180"0"0,-1-1 0 0 0,1 0-1 0 0,0 1 1 0 0,0-1 0 0 0,0 1-1 0 0,0-1 1 0 0,0 1 0 0 0,1 0-1 0 0,-1-1 1 0 0,1 1 0 0 0,0 0-1 0 0,0 0 1 0 0,-1 0 0 0 0,1 0-1 0 0,0 0 1 0 0,1 1 0 0 0,-1-1-1 0 0,0 0 1 0 0,0 1 0 0 0,1 0-1 0 0,-1-1 1 0 0,5 0 0 0 0,69-31 769 0 0,-62 28-671 0 0,112-36 646 0 0,-32 12-6277 0 0,-84 25 3416 0 0</inkml:trace>
</inkml:ink>
</file>

<file path=ppt/ink/ink8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4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2 148 584 0 0,'-1'-3'202'0'0,"1"0"1"0"0,0 1-1 0 0,-1-1 1 0 0,1 0-1 0 0,1 0 0 0 0,-1 0 1 0 0,0 0-1 0 0,1 1 1 0 0,-1-1-1 0 0,1 0 0 0 0,0 0 1 0 0,0 1-1 0 0,0-1 1 0 0,0 1-1 0 0,0-1 0 0 0,1 1 1 0 0,3-5-1 0 0,-1 2 6 0 0,0 0 0 0 0,1 1 0 0 0,-1 0 0 0 0,1 0 0 0 0,0 0 0 0 0,0 0 0 0 0,10-4 0 0 0,7-2 114 0 0,-1 1 0 0 0,1 1 0 0 0,28-6 1 0 0,-49 14-302 0 0,20-5-118 0 0,-1 1 0 0 0,35-2 1 0 0,11 6-3795 0 0,-47 1 2191 0 0</inkml:trace>
</inkml:ink>
</file>

<file path=ppt/ink/ink8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5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1 260 0 0,'32'10'4268'0'0,"-19"-6"-3133"0"0,-1-1 1 0 0,1 0-1 0 0,24 1 1 0 0,-11 0 2213 0 0,-4 20-3235 0 0,23 49 35 0 0,-21-36-87 0 0,-2 0 0 0 0,19 45 1 0 0,-39-80-24 0 0,-1 0 0 0 0,-1 0 1 0 0,1 0-1 0 0,0 0 0 0 0,-1 0 1 0 0,1 0-1 0 0,-1 0 0 0 0,1 0 1 0 0,-1 0-1 0 0,0 0 1 0 0,0 0-1 0 0,0 1 0 0 0,0-1 1 0 0,0 0-1 0 0,-1 0 0 0 0,1 0 1 0 0,0 0-1 0 0,-1 0 0 0 0,0 0 1 0 0,1 0-1 0 0,-1 0 1 0 0,0 0-1 0 0,0 0 0 0 0,0 0 1 0 0,-3 3-1 0 0,2-4-4 0 0,1 0 1 0 0,0 0-1 0 0,-1 0 0 0 0,0-1 1 0 0,1 1-1 0 0,-1-1 0 0 0,1 1 1 0 0,-1-1-1 0 0,0 1 0 0 0,0-1 0 0 0,1 0 1 0 0,-1 0-1 0 0,0 0 0 0 0,1 0 1 0 0,-1 0-1 0 0,0 0 0 0 0,0 0 1 0 0,1-1-1 0 0,-1 1 0 0 0,0-1 1 0 0,1 1-1 0 0,-1-1 0 0 0,1 1 1 0 0,-1-1-1 0 0,1 0 0 0 0,-1 0 0 0 0,1 0 1 0 0,-1 0-1 0 0,1 0 0 0 0,-2-2 1 0 0,-1 0-2 0 0,1-1 0 0 0,-1 1 0 0 0,1-1 0 0 0,0 1 0 0 0,0-1 0 0 0,1 0 0 0 0,-1 0 0 0 0,1 0 0 0 0,0-1 0 0 0,0 1 0 0 0,0 0 0 0 0,1-1 1 0 0,-1 0-1 0 0,1 1 0 0 0,0-1 0 0 0,0 0 0 0 0,1 1 0 0 0,0-1 0 0 0,-1 0 0 0 0,2 0 0 0 0,-1 1 0 0 0,0-1 0 0 0,1 0 0 0 0,0 0 0 0 0,0 1 0 0 0,2-6 0 0 0,0 1-42 0 0,0-1 0 0 0,1 1 0 0 0,0-1-1 0 0,0 1 1 0 0,1 1 0 0 0,0-1 0 0 0,1 1-1 0 0,0-1 1 0 0,0 2 0 0 0,0-1 0 0 0,10-8-1 0 0,-3 7-618 0 0,0 0-1 0 0,0 1 0 0 0,0 1 0 0 0,23-9 1 0 0,9-6-6381 0 0,-31 15 3823 0 0</inkml:trace>
</inkml:ink>
</file>

<file path=ppt/ink/ink8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5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45 516 0 0,'11'-38'6430'0'0,"-11"38"-6361"0"0,0-1 0 0 0,0 1 0 0 0,1-1 0 0 0,-1 1 0 0 0,0-1 1 0 0,1 1-1 0 0,-1 0 0 0 0,0-1 0 0 0,1 1 0 0 0,-1 0 0 0 0,1-1 0 0 0,-1 1 0 0 0,1 0 0 0 0,-1-1 0 0 0,0 1 1 0 0,1 0-1 0 0,-1 0 0 0 0,1 0 0 0 0,-1 0 0 0 0,1-1 0 0 0,-1 1 0 0 0,1 0 0 0 0,-1 0 0 0 0,1 0 1 0 0,0 0-1 0 0,-1 0 0 0 0,1 0 0 0 0,-1 0 0 0 0,1 0 0 0 0,-1 0 0 0 0,1 1 0 0 0,-1-1 0 0 0,1 0 0 0 0,-1 0 1 0 0,1 0-1 0 0,16 19 1119 0 0,9 37-152 0 0,-23-50-744 0 0,12 38 391 0 0,-1 1-1 0 0,9 57 1 0 0,0-2-55 0 0,-12-60-435 0 0,-5-21-97 0 0,0 1 0 0 0,-2 0 1 0 0,0-1-1 0 0,-1 2 1 0 0,-1-1-1 0 0,0 35 0 0 0,-4-41-738 0 0,-5 23-1086 0 0,-7-19-5670 0 0</inkml:trace>
</inkml:ink>
</file>

<file path=ppt/ink/ink8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5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36 480 0 0,'-3'-27'2609'0'0,"2"26"-1792"0"0,1 0-546 0 0,-1 1 0 0 0,0-1 0 0 0,1 0 0 0 0,-1 1 0 0 0,0-1 0 0 0,0 1 0 0 0,1-1 0 0 0,-1 1 0 0 0,0-1 0 0 0,0 1 0 0 0,0 0 0 0 0,0-1 0 0 0,0 1 0 0 0,0 0 0 0 0,1 0 0 0 0,-1 0 0 0 0,0-1 0 0 0,0 1 0 0 0,0 0 0 0 0,0 0 1 0 0,0 1-1 0 0,-1-1 0 0 0,1 4-152 0 0,1 1 1 0 0,0-1-1 0 0,0 1 1 0 0,0-1-1 0 0,0 1 1 0 0,1-1-1 0 0,0 1 1 0 0,0-1-1 0 0,0 0 1 0 0,0 1-1 0 0,1-1 1 0 0,0 0-1 0 0,0 0 1 0 0,0 0-1 0 0,0 0 1 0 0,0 0-1 0 0,1-1 1 0 0,0 1-1 0 0,0-1 1 0 0,0 1-1 0 0,0-1 1 0 0,7 5-1 0 0,12 11 188 0 0,1-1 0 0 0,36 22-1 0 0,-35-25-84 0 0,84 47-185 0 0,-94-45-1454 0 0</inkml:trace>
</inkml:ink>
</file>

<file path=ppt/ink/ink8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6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410 7 372 0 0,'-5'-7'8142'0'0,"-239"322"-3320"0"0,206-268-4799 0 0,-35 47 751 0 0,44-45-3136 0 0,10 1-3856 0 0,18-41 3093 0 0</inkml:trace>
</inkml:ink>
</file>

<file path=ppt/ink/ink8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7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3 174 584 0 0,'-1'-3'578'0'0,"1"0"0"0"0,-1 1 0 0 0,1-1-1 0 0,0 0 1 0 0,0 0 0 0 0,0 1 0 0 0,0-1 0 0 0,0 0-1 0 0,1 0 1 0 0,0-3 0 0 0,15-19 1707 0 0,-9 18-2120 0 0,1 1 1 0 0,0 0-1 0 0,0 1 0 0 0,16-8 1 0 0,-20 10 15 0 0,19-8 38 0 0,0 0 0 0 0,1 1 0 0 0,0 2 0 0 0,0 0 0 0 0,37-6 0 0 0,24 3-7356 0 0,-70 9 4655 0 0</inkml:trace>
</inkml:ink>
</file>

<file path=ppt/ink/ink8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7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78 240 0 0,'37'-10'3132'0'0,"-23"9"-2715"0"0,0 0 0 0 0,0 2-1 0 0,0-1 1 0 0,0 2 0 0 0,0-1-1 0 0,-1 2 1 0 0,1 0 0 0 0,-1 1 0 0 0,1 0-1 0 0,17 9 1 0 0,-26-11-308 0 0,1 1 0 0 0,-1 0 0 0 0,1 0 0 0 0,-1 1 0 0 0,0-1 0 0 0,0 1 0 0 0,0 0 0 0 0,-1 0 0 0 0,1 1 0 0 0,-1 0 0 0 0,0-1 0 0 0,-1 1 0 0 0,1 1 0 0 0,-1-1 0 0 0,0 0 0 0 0,0 1 0 0 0,-1 0 0 0 0,1-1-1 0 0,-1 1 1 0 0,0 0 0 0 0,-1 0 0 0 0,0 0 0 0 0,0 1 0 0 0,1 9 0 0 0,-2-15-32 0 0,0 1-1 0 0,0-1 1 0 0,0 0-1 0 0,0 1 1 0 0,-1-1-1 0 0,1 1 1 0 0,0-1-1 0 0,0 0 1 0 0,-1 1-1 0 0,1-1 1 0 0,-1 0-1 0 0,1 1 1 0 0,-1-1-1 0 0,0 0 1 0 0,0 1-1 0 0,1-1 1 0 0,-1 0-1 0 0,0 0 1 0 0,0 0-1 0 0,0 0 1 0 0,0 0-1 0 0,0 0 1 0 0,-1 0-1 0 0,-1 1 0 0 0,2-3-59 0 0,0-1 0 0 0,0 1 0 0 0,0-1-1 0 0,0 1 1 0 0,0-1 0 0 0,0 0-1 0 0,0 1 1 0 0,0-1 0 0 0,1 0 0 0 0,-1 0-1 0 0,1 1 1 0 0,-1-1 0 0 0,1 0-1 0 0,0 0 1 0 0,0 0 0 0 0,0 1 0 0 0,0-1-1 0 0,0 0 1 0 0,0 0 0 0 0,0 0-1 0 0,0 0 1 0 0,1-2 0 0 0,11-44 188 0 0,-7 37-244 0 0,0 0 0 0 0,1 1 0 0 0,0 0-1 0 0,0 0 1 0 0,1 0 0 0 0,1 1 0 0 0,-1 0 0 0 0,2 0 0 0 0,-1 1 0 0 0,1 0 0 0 0,0 0 0 0 0,16-8 0 0 0,-15 10-920 0 0,0 1 0 0 0,0 0 0 0 0,0 1 0 0 0,1 0 1 0 0,0 1-1 0 0,0 0 0 0 0,0 0 0 0 0,19-1 0 0 0,-9 3-1317 0 0</inkml:trace>
</inkml:ink>
</file>

<file path=ppt/ink/ink8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7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9 176 0 0,'0'0'2649'0'0,"-4"-9"2723"0"0,-50 73-3185 0 0,51-59-1989 0 0,-1 0-1 0 0,0 1 1 0 0,1 0 0 0 0,0 0 0 0 0,1 0 0 0 0,-1 0-1 0 0,1 0 1 0 0,0 0 0 0 0,1 1 0 0 0,0-1-1 0 0,-1 8 1 0 0,2-12-117 0 0,16-1 204 0 0,83-36-2092 0 0,-16 5-5699 0 0,-68 25 5360 0 0</inkml:trace>
</inkml:ink>
</file>

<file path=ppt/ink/ink8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8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0 409 3004 0 0,'22'-4'52'0'0,"-21"4"118"0"0,0-1-1 0 0,0 1 1 0 0,0-1-1 0 0,0 1 1 0 0,1 0 0 0 0,-1 0-1 0 0,0 0 1 0 0,0 0-1 0 0,0 0 1 0 0,1 0-1 0 0,-1 0 1 0 0,0 0-1 0 0,0 0 1 0 0,0 0-1 0 0,1 1 1 0 0,0-1-1 0 0,14 28 2100 0 0,-15-25-2220 0 0,1 0-1 0 0,-1 0 1 0 0,1 0 0 0 0,0 0 0 0 0,0 0 0 0 0,0-1 0 0 0,0 1 0 0 0,0-1 0 0 0,0 1-1 0 0,1-1 1 0 0,-1 0 0 0 0,1 0 0 0 0,0 0 0 0 0,-1 0 0 0 0,1 0 0 0 0,0-1 0 0 0,0 1-1 0 0,0-1 1 0 0,0 0 0 0 0,1 0 0 0 0,-1 0 0 0 0,0 0 0 0 0,0-1 0 0 0,1 1-1 0 0,-1-1 1 0 0,0 0 0 0 0,1 0 0 0 0,-1 0 0 0 0,0 0 0 0 0,1 0 0 0 0,-1-1 0 0 0,0 0-1 0 0,1 0 1 0 0,-1 0 0 0 0,0 0 0 0 0,5-2 0 0 0,3-2-17 0 0,0 0 1 0 0,0 0-1 0 0,-1-1 0 0 0,0 0 1 0 0,-1 0-1 0 0,1-1 1 0 0,-1-1-1 0 0,0 0 1 0 0,12-14-1 0 0,-10 7 101 0 0,-1 1-1 0 0,0-1 1 0 0,-1-1-1 0 0,-1 0 1 0 0,0 0-1 0 0,-2-1 1 0 0,1 1 0 0 0,-2-2-1 0 0,-1 1 1 0 0,0 0-1 0 0,-1-1 1 0 0,0 0-1 0 0,-2 0 1 0 0,0 1 0 0 0,-1-1-1 0 0,-1 0 1 0 0,-1 0-1 0 0,0 0 1 0 0,-8-29 0 0 0,2 19 2989 0 0,11 52-2338 0 0,14 54-215 0 0,49 113 678 0 0,-30-97-2590 0 0,-27-49-1977 0 0,-11-29-4035 0 0</inkml:trace>
</inkml:ink>
</file>

<file path=ppt/ink/ink8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1:58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77 660 0 0,'0'-10'2860'0'0,"7"-4"-1252"0"0,-3 2-919 0 0,0 6 463 0 0,10-4-656 0 0,-7 7-136 0 0,4-1-224 0 0,5-5-744 0 0,-10 4-620 0 0,4 2-1329 0 0</inkml:trace>
</inkml:ink>
</file>

<file path=ppt/ink/ink8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0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22 124 0 0,'10'-22'9512'0'0,"-22"64"-8240"0"0,-21 51-1 0 0,16-50-7 0 0,-19 75 0 0 0,35-111-1098 0 0,-4 21 363 0 0,5-27-515 0 0,0-1 0 0 0,0 1 0 0 0,0 0 0 0 0,0-1 0 0 0,0 1 0 0 0,0 0 0 0 0,0-1 0 0 0,0 1 0 0 0,0 0 0 0 0,1-1 0 0 0,-1 1 0 0 0,0-1 0 0 0,0 1 0 0 0,1 0 0 0 0,-1-1 0 0 0,0 1 0 0 0,1-1 0 0 0,-1 1 0 0 0,0-1 0 0 0,1 1 0 0 0,-1-1 0 0 0,1 1 0 0 0,-1-1 0 0 0,1 0 0 0 0,-1 1 0 0 0,1-1 0 0 0,-1 1 0 0 0,1-1 0 0 0,-1 0 0 0 0,1 0 0 0 0,0 1 0 0 0,-1-1 0 0 0,2 0 0 0 0,-1 1 59 0 0,5-4 0 0 0,60-36 120 0 0,-47 26-262 0 0,1 0 0 0 0,28-12 0 0 0,-45 25 53 0 0,0-1-1 0 0,0 0 1 0 0,1 1 0 0 0,-1 0-1 0 0,0-1 1 0 0,0 1 0 0 0,0 0-1 0 0,0 1 1 0 0,0-1 0 0 0,0 0-1 0 0,0 1 1 0 0,0 0-1 0 0,0 0 1 0 0,0 0 0 0 0,0 0-1 0 0,5 3 1 0 0,47 31-126 0 0,-26-16 86 0 0,-16-11 34 0 0,0-2-1 0 0,1 1 1 0 0,0-2 0 0 0,0 0 0 0 0,0 0-1 0 0,20 3 1 0 0,-28-7 21 0 0,-1-1 0 0 0,0 1-1 0 0,0-1 1 0 0,0 0 0 0 0,0 0 0 0 0,0-1 0 0 0,0 1 0 0 0,0-1 0 0 0,0-1-1 0 0,0 1 1 0 0,0 0 0 0 0,0-1 0 0 0,0 0 0 0 0,-1 0 0 0 0,1-1-1 0 0,-1 1 1 0 0,1-1 0 0 0,-1 0 0 0 0,0 0 0 0 0,0 0 0 0 0,0-1 0 0 0,3-4-1 0 0,2-3 68 0 0,0-1-1 0 0,-2 1 0 0 0,1-1 0 0 0,-2-1 0 0 0,1 1 0 0 0,-2-1 0 0 0,0 0 0 0 0,0 0 1 0 0,-1-1-1 0 0,-1 0 0 0 0,0 1 0 0 0,-1-1 0 0 0,0 0 0 0 0,-1 0 0 0 0,-1-15 1 0 0,0 16 67 0 0,-5-29-119 0 0,5 40-299 0 0,29 15-10328 0 0,-12-6 7438 0 0</inkml:trace>
</inkml:ink>
</file>

<file path=ppt/ink/ink8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0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22 32 0 0,'-6'3'562'0'0,"-1"0"-1"0"0,1 1 1 0 0,0-1 0 0 0,0 1-1 0 0,0 1 1 0 0,1-1-1 0 0,0 1 1 0 0,-1 0 0 0 0,2 0-1 0 0,-1 1 1 0 0,1 0 0 0 0,0-1-1 0 0,0 1 1 0 0,-6 13 0 0 0,9-16-461 0 0,-1-1 1 0 0,1 1 0 0 0,0 0 0 0 0,0 0 0 0 0,0 0 0 0 0,1 0-1 0 0,-1 0 1 0 0,1 0 0 0 0,0 0 0 0 0,0 0 0 0 0,0 0 0 0 0,0 0-1 0 0,0 0 1 0 0,0 0 0 0 0,1 0 0 0 0,0 0 0 0 0,-1 0 0 0 0,1 0-1 0 0,0 0 1 0 0,1 0 0 0 0,-1 0 0 0 0,0-1 0 0 0,1 1 0 0 0,0 0 0 0 0,-1-1-1 0 0,1 1 1 0 0,0-1 0 0 0,0 0 0 0 0,0 0 0 0 0,1 0 0 0 0,-1 0-1 0 0,1 0 1 0 0,-1 0 0 0 0,1 0 0 0 0,-1-1 0 0 0,1 1 0 0 0,5 1-1 0 0,-5-2-51 0 0,-1 1-1 0 0,1-1 0 0 0,0 0 0 0 0,0 0 0 0 0,1 0 0 0 0,-1-1 0 0 0,0 1 0 0 0,0-1 0 0 0,0 1 1 0 0,0-1-1 0 0,1 0 0 0 0,-1 0 0 0 0,0 0 0 0 0,0-1 0 0 0,0 1 0 0 0,0-1 0 0 0,1 0 0 0 0,-1 0 1 0 0,0 0-1 0 0,0 0 0 0 0,-1 0 0 0 0,1-1 0 0 0,0 0 0 0 0,0 1 0 0 0,-1-1 0 0 0,1 0 0 0 0,-1 0 1 0 0,1 0-1 0 0,-1 0 0 0 0,0-1 0 0 0,0 1 0 0 0,0-1 0 0 0,0 1 0 0 0,0-1 0 0 0,0 0 0 0 0,1-4 1 0 0,1 0 40 0 0,-1-1 1 0 0,0 1-1 0 0,0-1 1 0 0,-1 0-1 0 0,0 0 1 0 0,0 0-1 0 0,0 0 1 0 0,-2 0-1 0 0,1-1 1 0 0,-1 1-1 0 0,0 0 1 0 0,0 0-1 0 0,-2-9 1 0 0,0 10-63 0 0,2 5-62 0 0,0 0 0 0 0,0 0 0 0 0,0 0 0 0 0,0 1 1 0 0,0-1-1 0 0,-1 0 0 0 0,1 0 0 0 0,-1 1 0 0 0,1-1 1 0 0,-1 0-1 0 0,0 1 0 0 0,0-1 0 0 0,0 1 0 0 0,1-1 1 0 0,-1 1-1 0 0,-1-1 0 0 0,1 1 0 0 0,0 0 0 0 0,0-1 1 0 0,-1 1-1 0 0,1 0 0 0 0,0 0 0 0 0,-1 0 0 0 0,1 0 1 0 0,-1 0-1 0 0,-2-1 0 0 0,2 2-567 0 0,-1 2-940 0 0,3-1 1288 0 0,-14 9-944 0 0,7-1-4567 0 0,4-2 2854 0 0</inkml:trace>
</inkml:ink>
</file>

<file path=ppt/ink/ink8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1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0 205 728 0 0,'9'4'529'0'0,"0"2"-1"0"0,-1 0 0 0 0,0 0 1 0 0,0 0-1 0 0,0 1 1 0 0,-1 0-1 0 0,0 0 1 0 0,0 1-1 0 0,-1 0 1 0 0,0 0-1 0 0,0 1 0 0 0,-1-1 1 0 0,0 1-1 0 0,5 13 3896 0 0,-20-43-4196 0 0,9 16-190 0 0,1 4-30 0 0,0 0 1 0 0,-1 0-1 0 0,1 0 0 0 0,0 0 1 0 0,0 1-1 0 0,1-1 0 0 0,-1 0 1 0 0,0 0-1 0 0,0 0 0 0 0,0 0 1 0 0,1 0-1 0 0,-1 0 0 0 0,0 0 1 0 0,1 1-1 0 0,-1-1 1 0 0,1 0-1 0 0,-1 0 0 0 0,1 1 1 0 0,-1-1-1 0 0,1 0 0 0 0,-1 0 1 0 0,1 1-1 0 0,0-1 0 0 0,-1 1 1 0 0,2-2-1 0 0,20-14-354 0 0,-19 14 142 0 0,6-3-185 0 0,0 2-1 0 0,0-1 1 0 0,0 1-1 0 0,1 0 1 0 0,-1 1-1 0 0,1 0 1 0 0,13 0-1 0 0,9-3-672 0 0,-4 0 115 0 0,0 1 0 0 0,44-1 1 0 0,-71 5 1001 0 0,0 1 1 0 0,-1-1 0 0 0,1 1 0 0 0,-1-1 0 0 0,1 0 0 0 0,-1 1 0 0 0,1-1 0 0 0,-1 1 0 0 0,1-1 0 0 0,-1 1 0 0 0,1-1-1 0 0,-1 1 1 0 0,0 0 0 0 0,1-1 0 0 0,-1 1 0 0 0,0 0 0 0 0,1-1 0 0 0,-1 1 0 0 0,0 0 0 0 0,0-1 0 0 0,0 1 0 0 0,0 0 0 0 0,0-1-1 0 0,0 1 1 0 0,0 0 0 0 0,0-1 0 0 0,0 1 0 0 0,0 0 0 0 0,0-1 0 0 0,0 1 0 0 0,0 1 0 0 0,-4 26 895 0 0,4-26-684 0 0,-1 6-67 0 0,-1-3-87 0 0,1-1-1 0 0,0 1 0 0 0,0-1 1 0 0,1 1-1 0 0,0-1 1 0 0,-1 1-1 0 0,1-1 0 0 0,1 1 1 0 0,-1 0-1 0 0,1-1 1 0 0,-1 1-1 0 0,1-1 0 0 0,1 1 1 0 0,-1-1-1 0 0,1 0 0 0 0,0 1 1 0 0,-1-1-1 0 0,5 6 1 0 0,-5-9-99 0 0,0-1 0 0 0,0 1 0 0 0,0-1 0 0 0,0 0 0 0 0,0 1 1 0 0,0-1-1 0 0,0 0 0 0 0,0 1 0 0 0,0-1 0 0 0,0 0 0 0 0,0 0 0 0 0,0 0 1 0 0,0 0-1 0 0,0 0 0 0 0,0 0 0 0 0,0-1 0 0 0,0 1 0 0 0,0 0 0 0 0,0 0 1 0 0,0-1-1 0 0,0 1 0 0 0,0 0 0 0 0,2-2 0 0 0,19-10 147 0 0,-14 2-130 0 0,0 0 1 0 0,0 0 0 0 0,-1-1 0 0 0,-1 0-1 0 0,0 0 1 0 0,0-1 0 0 0,-1 0-1 0 0,0 0 1 0 0,-1 0 0 0 0,4-24-1 0 0,-3 6 360 0 0,-1-1-1 0 0,-2 1 0 0 0,-1-1 0 0 0,-4-41 0 0 0,-2 59 1083 0 0,-2 25-1168 0 0,-5 27-227 0 0,12-26-128 0 0,0 1-1 0 0,1-1 1 0 0,1 0 0 0 0,0 0 0 0 0,1 0-1 0 0,0 0 1 0 0,1 0 0 0 0,0-1 0 0 0,1 0-1 0 0,0 0 1 0 0,13 21 0 0 0,36 46-2421 0 0,5-12-3704 0 0,-27-34 2681 0 0</inkml:trace>
</inkml:ink>
</file>

<file path=ppt/ink/ink8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1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267 66 12581 0 0,'-13'-63'11'0'0,"12"61"838"0"0,-14 24-380 0 0,-66 122 1249 0 0,-16 18 665 0 0,93-155-2221 0 0,-4 4 106 0 0,0 1 0 0 0,2-1 0 0 0,-1 2 0 0 0,2-1 0 0 0,0 1 0 0 0,0 0 1 0 0,1 0-1 0 0,-4 22 0 0 0,8-34-261 0 0,1 0 0 0 0,-1-1 0 0 0,0 1 1 0 0,1 0-1 0 0,-1-1 0 0 0,0 1 0 0 0,1 0 0 0 0,-1-1 1 0 0,1 1-1 0 0,-1-1 0 0 0,1 1 0 0 0,0-1 0 0 0,-1 1 0 0 0,1-1 1 0 0,0 1-1 0 0,-1-1 0 0 0,1 1 0 0 0,0-1 0 0 0,-1 0 1 0 0,1 1-1 0 0,0-1 0 0 0,-1 0 0 0 0,1 0 0 0 0,0 0 0 0 0,0 0 1 0 0,-1 0-1 0 0,2 1 0 0 0,26 2 102 0 0,-23-3-78 0 0,6 1 18 0 0,1 0 1 0 0,0-2 0 0 0,20-1 0 0 0,71-7 7 0 0,-18-2-2410 0 0,-58 4-1548 0 0,-3-1-3917 0 0,-18 3 3819 0 0</inkml:trace>
</inkml:ink>
</file>

<file path=ppt/ink/ink8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1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80 864 0 0,'-9'-11'6165'0'0,"10"9"-6015"0"0,0 0 1 0 0,0 1 0 0 0,0-1 0 0 0,0 0 0 0 0,0 0 0 0 0,1 0 0 0 0,-1 1-1 0 0,0-1 1 0 0,1 0 0 0 0,-1 1 0 0 0,1-1 0 0 0,0 1 0 0 0,-1 0 0 0 0,1 0-1 0 0,0-1 1 0 0,0 1 0 0 0,0 0 0 0 0,0 1 0 0 0,0-1 0 0 0,0 0-1 0 0,0 0 1 0 0,0 1 0 0 0,3-1 0 0 0,69-14 397 0 0,-36 8-1839 0 0,-4-4-4040 0 0,-26 7 2756 0 0</inkml:trace>
</inkml:ink>
</file>

<file path=ppt/ink/ink8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2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28 115 924 0 0,'-2'-1'279'0'0,"1"1"-1"0"0,-1-1 1 0 0,0 1 0 0 0,1-1-1 0 0,-1 0 1 0 0,1 0 0 0 0,-1 0-1 0 0,1 0 1 0 0,0 0 0 0 0,-1 0 0 0 0,1 0-1 0 0,0 0 1 0 0,0 0 0 0 0,0-1-1 0 0,0 1 1 0 0,0-1 0 0 0,0 1-1 0 0,0 0 1 0 0,0-1 0 0 0,0 0-1 0 0,0-1 1 0 0,1 2-141 0 0,0-1 0 0 0,0 1 0 0 0,1 0 0 0 0,-1-1 0 0 0,0 1-1 0 0,1-1 1 0 0,-1 1 0 0 0,0 0 0 0 0,1-1 0 0 0,0 1 0 0 0,-1 0 0 0 0,1 0 0 0 0,0 0 0 0 0,0-1 0 0 0,-1 1 0 0 0,1 0 0 0 0,0 0 0 0 0,0 0 0 0 0,2-1-1 0 0,4-4 176 0 0,0 1-1 0 0,1 0 1 0 0,-1 0-1 0 0,1 0 1 0 0,16-5-1 0 0,-8 4-332 0 0,1 1-1 0 0,0 0 0 0 0,1 2 0 0 0,32-3 1 0 0,30 4-6451 0 0,-59 3 3593 0 0</inkml:trace>
</inkml:ink>
</file>

<file path=ppt/ink/ink8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2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14 9585 0 0,'-11'21'1124'0'0,"9"-18"-1017"0"0,0 1-1 0 0,0-1 0 0 0,1 1 0 0 0,-1-1 0 0 0,1 1 0 0 0,0 0 0 0 0,0-1 1 0 0,0 1-1 0 0,0 0 0 0 0,0 4 0 0 0,-6 60 973 0 0,-2 41 872 0 0,10-113-1940 0 0,0 0 0 0 0,0 1 0 0 0,1-1-1 0 0,-1 0 1 0 0,1 0 0 0 0,0 1 0 0 0,0-1-1 0 0,5-4 1 0 0,6-14 13 0 0,15-59 61 0 0,-15 37-27 0 0,-13 43-59 0 0,0 1 0 0 0,0-1 0 0 0,0 0-1 0 0,0 1 1 0 0,0-1 0 0 0,0 0 0 0 0,1 0-1 0 0,-1 1 1 0 0,0-1 0 0 0,0 0 0 0 0,1 1-1 0 0,-1-1 1 0 0,0 0 0 0 0,1 1 0 0 0,-1-1-1 0 0,0 0 1 0 0,1 1 0 0 0,-1-1 0 0 0,1 1-1 0 0,-1-1 1 0 0,1 1 0 0 0,0-1 0 0 0,-1 1-1 0 0,1-1 1 0 0,-1 1 0 0 0,1 0 0 0 0,0-1-1 0 0,-1 1 1 0 0,1 0 0 0 0,0 0 0 0 0,-1-1-1 0 0,1 1 1 0 0,0 0 0 0 0,-1 0 0 0 0,1 0-1 0 0,0 0 1 0 0,0 0 0 0 0,-1 0 0 0 0,1 0-1 0 0,0 0 1 0 0,0 0 0 0 0,-1 0 0 0 0,1 0-1 0 0,0 0 1 0 0,-1 1 0 0 0,1-1 0 0 0,0 0-1 0 0,-1 1 1 0 0,2-1 0 0 0,26 30-56 0 0,-19-19 59 0 0,-6-8-35 0 0,0 0 0 0 0,0 0-1 0 0,0 0 1 0 0,1 0 0 0 0,-1-1 0 0 0,1 1-1 0 0,0-1 1 0 0,0 0 0 0 0,0 0-1 0 0,0 0 1 0 0,0-1 0 0 0,1 1 0 0 0,-1-1-1 0 0,0 0 1 0 0,0 0 0 0 0,1-1 0 0 0,-1 1-1 0 0,1-1 1 0 0,-1 0 0 0 0,1 0 0 0 0,-1-1-1 0 0,0 1 1 0 0,1-1 0 0 0,-1 0 0 0 0,1 0-1 0 0,-1 0 1 0 0,0-1 0 0 0,0 1 0 0 0,0-1-1 0 0,0 0 1 0 0,4-3 0 0 0,5-4 128 0 0,0-1 0 0 0,-1 0 0 0 0,0-1 1 0 0,0 0-1 0 0,-2-1 0 0 0,1 0 0 0 0,11-18 0 0 0,-21 29 134 0 0,0-2 103 0 0,1-1-377 0 0,-1 6 1692 0 0,-4 25-1675 0 0,2 1 0 0 0,1-1 0 0 0,5 44 1 0 0,12 0-10081 0 0,-12-57 6341 0 0</inkml:trace>
</inkml:ink>
</file>

<file path=ppt/ink/ink8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3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16 748 0 0,'-6'-16'11358'0'0,"1"110"-8701"0"0,-27 156 0 0 0,13-164-1549 0 0,19-84-729 0 0,2-3-378 0 0,-1 0 0 0 0,1 1 1 0 0,0-1-1 0 0,0 0 0 0 0,-1 0 0 0 0,1 0 0 0 0,0 0 0 0 0,-1 0 0 0 0,1-1 1 0 0,-1 1-1 0 0,1 0 0 0 0,0-3 0 0 0,2 1 1 0 0,4-2-72 0 0,-1 1-1 0 0,1 1 0 0 0,0 0 0 0 0,0 0 0 0 0,0 0 0 0 0,1 1 0 0 0,-1 0 0 0 0,14-1 0 0 0,-18 2-6 0 0,0 1 0 0 0,0 0 0 0 0,0 0 0 0 0,-1 0 0 0 0,1 0 0 0 0,0 0 0 0 0,0 1 0 0 0,0 0 0 0 0,0 0 0 0 0,-1 0 0 0 0,1 0 0 0 0,0 0 0 0 0,-1 1 0 0 0,1 0 0 0 0,-1 0 0 0 0,1 0-1 0 0,-1 0 1 0 0,0 0 0 0 0,0 1 0 0 0,4 4 0 0 0,-6-6 47 0 0,0 1 0 0 0,0 0 0 0 0,0 0 0 0 0,-1 0 0 0 0,1 0 0 0 0,-1 0 0 0 0,1 0 0 0 0,-1 0 0 0 0,0 0 0 0 0,0 0 0 0 0,0 0 0 0 0,0 0 0 0 0,0 0 0 0 0,0 0 0 0 0,-1 0 0 0 0,1 0 0 0 0,0 0 0 0 0,-1 0 0 0 0,0 0 0 0 0,0-1 0 0 0,1 1 0 0 0,-1 0 0 0 0,0 0 0 0 0,0-1 0 0 0,0 1 0 0 0,-1 0 0 0 0,1-1 0 0 0,0 1 0 0 0,-1-1-1 0 0,-2 3 1 0 0,-1 1-19 0 0,0 0-1 0 0,0-1 0 0 0,0 1 0 0 0,-1-1 1 0 0,1 0-1 0 0,-1-1 0 0 0,0 1 0 0 0,-7 2 0 0 0,12-6 4 0 0,7-1-364 0 0,27-4 211 0 0,0-1 0 0 0,-1-2-1 0 0,0-2 1 0 0,-1-1 0 0 0,0-1-1 0 0,-1-1 1 0 0,0-2 0 0 0,35-23-1 0 0,-49 22 434 0 0,-9 6 504 0 0,-9 6 1198 0 0,-3 5-1839 0 0,0 0 0 0 0,0 1-1 0 0,0-1 1 0 0,1 1-1 0 0,-1 0 1 0 0,1 1-1 0 0,-1-1 1 0 0,1 1-1 0 0,-6 4 1 0 0,8-6-163 0 0,1 0 0 0 0,0 1 0 0 0,-1-1 1 0 0,1 0-1 0 0,0 0 0 0 0,0 1 0 0 0,-1-1 0 0 0,1 1 0 0 0,0-1 1 0 0,1 1-1 0 0,-1-1 0 0 0,0 1 0 0 0,0 0 0 0 0,1-1 1 0 0,-1 1-1 0 0,1 0 0 0 0,-1 0 0 0 0,1-1 0 0 0,0 1 1 0 0,-1 0-1 0 0,1 0 0 0 0,0 0 0 0 0,0-1 0 0 0,1 1 1 0 0,-1 0-1 0 0,0 0 0 0 0,0 0 0 0 0,1-1 0 0 0,-1 1 1 0 0,1 0-1 0 0,0-1 0 0 0,-1 1 0 0 0,1 0 0 0 0,0-1 1 0 0,0 1-1 0 0,2 2 0 0 0,-2-3-67 0 0,14 17-2750 0 0,-1-10-2521 0 0,-3-4 1994 0 0</inkml:trace>
</inkml:ink>
</file>

<file path=ppt/ink/ink8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3.7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101 391 1068 0 0,'-8'1'1192'0'0,"6"-1"-1202"0"0,-50 10 3223 0 0,50-10-3040 0 0,1 1-1 0 0,-1-1 1 0 0,0 1-1 0 0,0-1 1 0 0,0 1-1 0 0,0 0 1 0 0,0 0-1 0 0,1 0 1 0 0,-1 0-1 0 0,0 0 1 0 0,1 0-1 0 0,-1 0 1 0 0,1 0-1 0 0,-1 1 1 0 0,1-1-1 0 0,0 1 1 0 0,0-1-1 0 0,-1 1 1 0 0,1-1-1 0 0,0 1 1 0 0,0 0-1 0 0,0 0 1 0 0,1-1-1 0 0,-1 1 1 0 0,0 0-1 0 0,0 3 1 0 0,1-4-130 0 0,0 1 1 0 0,-1-1-1 0 0,1 0 0 0 0,0 0 1 0 0,0 1-1 0 0,0-1 1 0 0,0 0-1 0 0,0 1 0 0 0,1-1 1 0 0,-1 0-1 0 0,0 1 1 0 0,1-1-1 0 0,-1 0 0 0 0,0 0 1 0 0,1 0-1 0 0,0 1 1 0 0,-1-1-1 0 0,1 0 0 0 0,0 0 1 0 0,-1 0-1 0 0,1 0 1 0 0,0 0-1 0 0,0 0 0 0 0,0 0 1 0 0,0 0-1 0 0,0 0 0 0 0,0-1 1 0 0,0 1-1 0 0,0 0 1 0 0,1-1-1 0 0,-1 1 0 0 0,0-1 1 0 0,0 1-1 0 0,0-1 1 0 0,1 1-1 0 0,-1-1 0 0 0,0 0 1 0 0,1 0-1 0 0,-1 1 1 0 0,0-1-1 0 0,1 0 0 0 0,-1 0 1 0 0,0 0-1 0 0,0-1 1 0 0,1 1-1 0 0,-1 0 0 0 0,0 0 1 0 0,1-1-1 0 0,-1 1 0 0 0,0-1 1 0 0,0 1-1 0 0,0-1 1 0 0,1 0-1 0 0,-1 1 0 0 0,1-2 1 0 0,6-2 28 0 0,0 0 1 0 0,-1 0 0 0 0,0-1-1 0 0,1 0 1 0 0,-2 0 0 0 0,1-1-1 0 0,6-6 1 0 0,-2-1-1 0 0,0-1 0 0 0,-1 0-1 0 0,0-1 1 0 0,-2 0 0 0 0,1 0 0 0 0,-2-1 0 0 0,0 0 0 0 0,-1 0 0 0 0,-1-1 0 0 0,0 1-1 0 0,-1-1 1 0 0,-1 0 0 0 0,0-1 0 0 0,-2 1 0 0 0,0 0 0 0 0,0-1 0 0 0,-2 1-1 0 0,-5-32 1 0 0,5 38-5 0 0,1 6 139 0 0,-1 1 0 0 0,1 0 0 0 0,0-1 0 0 0,-1 1-1 0 0,0 0 1 0 0,0-1 0 0 0,-1 1 0 0 0,1 0 0 0 0,-1 0-1 0 0,0 0 1 0 0,0 0 0 0 0,0 1 0 0 0,0-1 0 0 0,-1 0-1 0 0,1 1 1 0 0,-7-7 0 0 0,8 10 127 0 0,-2 0-31 0 0,-2 2-242 0 0,1-1-1 0 0,1 1 0 0 0,-1 0 1 0 0,0 0-1 0 0,0 0 1 0 0,1 0-1 0 0,-1 1 0 0 0,1 0 1 0 0,0-1-1 0 0,-1 1 0 0 0,1 0 1 0 0,1 1-1 0 0,-1-1 1 0 0,0 0-1 0 0,1 1 0 0 0,0-1 1 0 0,-1 1-1 0 0,2 0 0 0 0,-1 0 1 0 0,0 0-1 0 0,1 0 1 0 0,-1 0-1 0 0,0 6 0 0 0,-4 14 89 0 0,1-1 0 0 0,-4 45 0 0 0,9-52-546 0 0,0 0 0 0 0,1 0 0 0 0,0 0 0 0 0,7 29 0 0 0,11 24-3987 0 0,-5-37-2644 0 0,-5-19 2998 0 0</inkml:trace>
</inkml:ink>
</file>

<file path=ppt/ink/ink8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4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53 605 740 0 0,'-1'-1'573'0'0,"0"0"0"0"0,-1 0 0 0 0,1 0 0 0 0,-1 1 1 0 0,1-1-1 0 0,-1 0 0 0 0,0 0 0 0 0,1 1 0 0 0,-1-1 0 0 0,0 1 0 0 0,1 0 0 0 0,-1 0 0 0 0,-2-1 0 0 0,2 3-418 0 0,0-1 0 0 0,0 1 0 0 0,0-1 0 0 0,0 1 0 0 0,0 0 0 0 0,0 0 0 0 0,1-1 0 0 0,-1 1 0 0 0,1 1 0 0 0,-1-1 0 0 0,1 0 0 0 0,0 0 0 0 0,0 0 0 0 0,0 1 0 0 0,0-1 0 0 0,0 1 0 0 0,0-1 0 0 0,1 0 0 0 0,-1 1 0 0 0,1-1 0 0 0,0 1 0 0 0,0 0 0 0 0,0-1 0 0 0,0 4 0 0 0,0-4 85 0 0,1 0-159 0 0,0-1 1 0 0,-1 1-1 0 0,1 0 0 0 0,0 0 1 0 0,0-1-1 0 0,0 1 0 0 0,0-1 1 0 0,1 1-1 0 0,-1-1 0 0 0,0 1 1 0 0,1-1-1 0 0,-1 0 0 0 0,1 1 1 0 0,-1-1-1 0 0,1 0 0 0 0,1 1 1 0 0,10-8-30 0 0,-1-1 0 0 0,-1 0-1 0 0,1-1 1 0 0,-1 0 0 0 0,0-1 0 0 0,-1 0 0 0 0,0-1 0 0 0,-1 0 0 0 0,0 0 0 0 0,0-1 0 0 0,10-17 0 0 0,1-3-3 0 0,-2-1 1 0 0,-2 0 0 0 0,17-46-1 0 0,-23 51-27 0 0,-2 0 0 0 0,-1-1 0 0 0,-1 1 0 0 0,3-43 0 0 0,-8 59 51 0 0,0 0 1 0 0,-1 0 0 0 0,0-1 0 0 0,-1 1 0 0 0,0 0 0 0 0,-1 0-1 0 0,-1 0 1 0 0,1 0 0 0 0,-2 0 0 0 0,1 0 0 0 0,-1 1-1 0 0,-1 0 1 0 0,0 0 0 0 0,-8-12 0 0 0,11 19-22 0 0,0 1 0 0 0,0-1 0 0 0,0 1 0 0 0,0 0 0 0 0,0 0 0 0 0,0 0 0 0 0,0 0 0 0 0,-1 0 0 0 0,1 0 0 0 0,-1 1 0 0 0,1-1 0 0 0,-1 1 0 0 0,0 0 0 0 0,0 0 0 0 0,1 0 0 0 0,-5-1 0 0 0,5 2-27 0 0,0 0 0 0 0,0 0 0 0 0,0 0 0 0 0,1 0 0 0 0,-1 1 0 0 0,0-1 0 0 0,0 0 0 0 0,1 1 0 0 0,-1 0 0 0 0,0-1 0 0 0,1 1 0 0 0,-1 0 0 0 0,1 0 0 0 0,-1 0 0 0 0,1 0 0 0 0,-1 0 0 0 0,1 0 0 0 0,-1 0 0 0 0,1 0 0 0 0,-2 2 0 0 0,0 1 8 0 0,1 1-1 0 0,-1-1 1 0 0,0 0 0 0 0,1 1 0 0 0,0-1-1 0 0,0 1 1 0 0,1 0 0 0 0,-1-1-1 0 0,1 1 1 0 0,0 0 0 0 0,0 0 0 0 0,0 0-1 0 0,1 0 1 0 0,0 0 0 0 0,0 0 0 0 0,0 0-1 0 0,2 8 1 0 0,3 4 5 0 0,2-1 0 0 0,0 0 0 0 0,0 0 0 0 0,2-1 0 0 0,0 0 0 0 0,0 0 0 0 0,2-1 0 0 0,0 0 0 0 0,0-1 1 0 0,15 13-1 0 0,-3-2 38 0 0,26 39 0 0 0,-37-47-45 0 0,-1 0-1 0 0,-1 0 0 0 0,0 1 1 0 0,-2 0-1 0 0,0 1 0 0 0,-1 0 1 0 0,0 0-1 0 0,-2 1 0 0 0,0 0 0 0 0,4 30 1 0 0,-9-39-218 0 0,0 0 0 0 0,0 0 1 0 0,-1-1-1 0 0,-1 1 0 0 0,-3 16 1 0 0,4-25-542 0 0,-7 3-806 0 0</inkml:trace>
</inkml:ink>
</file>

<file path=ppt/ink/ink8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4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0 101 572 0 0,'27'-99'12040'0'0,"-27"97"-11933"0"0</inkml:trace>
</inkml:ink>
</file>

<file path=ppt/ink/ink8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5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91 164 0 0,'0'104'12565'0'0,"2"-104"-12497"0"0,0 0 0 0 0,1 0 1 0 0,-1 0-1 0 0,0-1 0 0 0,1 1 0 0 0,-1-1 0 0 0,0 0 0 0 0,0 1 0 0 0,1-1 0 0 0,-1 0 1 0 0,0 0-1 0 0,2-2 0 0 0,-4 3-78 0 0,18-9 266 0 0,-8 4-143 0 0,-1 0 0 0 0,1 1-1 0 0,0 0 1 0 0,16-5 0 0 0,-20 9-97 0 0,0-1 0 0 0,0 1 0 0 0,0 0 0 0 0,1 1 0 0 0,-1-1 1 0 0,0 1-1 0 0,0 1 0 0 0,0-1 0 0 0,10 4 0 0 0,1 0-63 0 0,0-1 1 0 0,1 0-1 0 0,-1-2 1 0 0,1 0-1 0 0,0-1 0 0 0,0 0 1 0 0,0-2-1 0 0,-1 0 1 0 0,1-1-1 0 0,0-1 0 0 0,-1 0 1 0 0,0-1-1 0 0,1-1 1 0 0,-2-1-1 0 0,1-1 0 0 0,-1 0 1 0 0,0-1-1 0 0,0 0 1 0 0,20-16-1 0 0,-29 19 36 0 0,0-1 1 0 0,0 1 0 0 0,-1-1-1 0 0,0 0 1 0 0,0-1-1 0 0,0 1 1 0 0,-1-1-1 0 0,0 0 1 0 0,-1-1-1 0 0,1 1 1 0 0,-1-1-1 0 0,4-10 1 0 0,-8 15 331 0 0,-4 9-165 0 0,-6 8 51 0 0,1 1 0 0 0,0-1 0 0 0,1 2-1 0 0,1-1 1 0 0,0 1 0 0 0,1 1 0 0 0,-7 32 0 0 0,-17 135 1313 0 0,22-116-1056 0 0,-82 475 2072 0 0,90-542-2532 0 0,-13 50 310 0 0,12-49-287 0 0,0 1 0 0 0,0-1 0 0 0,0 0 0 0 0,0 1 0 0 0,-1-1-1 0 0,1 0 1 0 0,0 0 0 0 0,-1 0 0 0 0,0 0 0 0 0,1 0 0 0 0,-1 0 0 0 0,0 0 0 0 0,0-1 0 0 0,0 1 0 0 0,0-1 0 0 0,-4 3 0 0 0,4-3-44 0 0,-23-25-891 0 0,23 17 385 0 0,-1 0 0 0 0,1 0 0 0 0,0 0 0 0 0,1 0 0 0 0,0-1 0 0 0,0 1 0 0 0,1 0 0 0 0,0-10 0 0 0,5-34-6909 0 0,1 25 2998 0 0</inkml:trace>
</inkml:ink>
</file>

<file path=ppt/ink/ink8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5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48 564 0 0,'-18'-23'5773'0'0,"15"21"-5333"0"0,1 0 0 0 0,-1-1 0 0 0,0 1 0 0 0,1 0 1 0 0,-1 1-1 0 0,0-1 0 0 0,0 0 0 0 0,0 1 0 0 0,-1-1 1 0 0,1 1-1 0 0,0 0 0 0 0,0 0 0 0 0,-1 0 0 0 0,1 1 1 0 0,0-1-1 0 0,-1 1 0 0 0,1 0 0 0 0,-1 0 0 0 0,1 0 1 0 0,-7 1-1 0 0,9 0-341 0 0,0 0 0 0 0,0 0 0 0 0,0 0 0 0 0,0 0 0 0 0,0 1 0 0 0,0-1-1 0 0,0 0 1 0 0,0 0 0 0 0,1 1 0 0 0,-1-1 0 0 0,0 1 0 0 0,1-1 0 0 0,-1 0 0 0 0,1 1 0 0 0,-1-1 0 0 0,1 1 0 0 0,0-1 0 0 0,0 1 0 0 0,0 2 0 0 0,0 29 679 0 0,15 31 356 0 0,-12-53-899 0 0,1 1 1 0 0,-1 1 0 0 0,-1-1-1 0 0,1 19 1 0 0,-3-29-211 0 0,-1 0 1 0 0,1 0-1 0 0,-1-1 1 0 0,0 1 0 0 0,0 0-1 0 0,0-1 1 0 0,0 1-1 0 0,0-1 1 0 0,0 1-1 0 0,0-1 1 0 0,0 1-1 0 0,-1-1 1 0 0,1 0-1 0 0,-1 1 1 0 0,1-1-1 0 0,-1 0 1 0 0,1 0-1 0 0,-1 0 1 0 0,1 0-1 0 0,-1-1 1 0 0,0 1-1 0 0,0 0 1 0 0,1-1-1 0 0,-1 1 1 0 0,0-1 0 0 0,0 0-1 0 0,-2 1 1 0 0,-55 6-2417 0 0,50-8 1494 0 0,-6-6-8935 0 0</inkml:trace>
</inkml:ink>
</file>

<file path=ppt/ink/ink8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5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30 103 516 0 0,'0'0'12008'0'0,"-2"-5"-11060"0"0,-12-43 3026 0 0,14 46-3532 0 0,-4-12-456 0 0,-1-7-4463 0 0,1 9-1477 0 0</inkml:trace>
</inkml:ink>
</file>

<file path=ppt/ink/ink8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18T13:52:06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29 135 15893 0 0,'0'0'-176'0'0,"-3"-18"308"0"0,5-1 168 0 0,-2 9 77 0 0,5-12-237 0 0,-3 11-48 0 0,-2 0 64 0 0,1-3-96 0 0,2 4-140 0 0,-13-6-2081 0 0,3 14-299 0 0,-14 0-6597 0 0</inkml:trace>
</inkml:ink>
</file>

<file path=ppt/ink/ink8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04:59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4 400 0 0,'13'0'1156'0'0,"0"0"804"0"0,2-2-824 0 0,-1 0-1192 0 0</inkml:trace>
</inkml:ink>
</file>

<file path=ppt/ink/ink8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9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22 187 360 0 0,'-22'-12'4356'0'0,"32"13"-603"0"0,21 5-3796 0 0,48-1 314 0 0,158-12 1 0 0,-106 0-148 0 0,599-36 330 0 0,-192 10-249 0 0,-493 31-185 0 0,2 1 22 0 0,0-3 0 0 0,46-10 0 0 0,-92 14-38 0 0,0 0-1 0 0,0 0 1 0 0,0 0-1 0 0,0 0 0 0 0,-1 0 1 0 0,1 0-1 0 0,0 0 1 0 0,0 0-1 0 0,0 0 1 0 0,0-1-1 0 0,0 1 0 0 0,-1 0 1 0 0,1-1-1 0 0,0 1 1 0 0,0-1-1 0 0,-1 1 1 0 0,1-1-1 0 0,0 1 0 0 0,0-1 1 0 0,-1 1-1 0 0,1-1 1 0 0,-1 0-1 0 0,1 1 1 0 0,-1-1-1 0 0,1 0 0 0 0,-1 0 1 0 0,1 1-1 0 0,-1-1 1 0 0,1 0-1 0 0,-1 0 1 0 0,0 0-1 0 0,1-1 0 0 0,-2 1-3 0 0,0-1 0 0 0,0 0-1 0 0,0 1 1 0 0,0-1-1 0 0,0 1 1 0 0,0 0-1 0 0,0-1 1 0 0,0 1 0 0 0,-1 0-1 0 0,1 0 1 0 0,0 0-1 0 0,-1 0 1 0 0,1 0 0 0 0,-3-2-1 0 0,-60-26 607 0 0,61 28-377 0 0,-10-7 111 0 0,13 8-329 0 0,0 0 0 0 0,0 0 0 0 0,0 0 1 0 0,0 0-1 0 0,0 1 0 0 0,0-1 0 0 0,0 0 0 0 0,0 0 0 0 0,0 0 0 0 0,0 0 0 0 0,0 0 0 0 0,0 0 1 0 0,0 1-1 0 0,0-1 0 0 0,0 0 0 0 0,0 0 0 0 0,-1 0 0 0 0,1 0 0 0 0,0 0 0 0 0,0 0 1 0 0,0 0-1 0 0,0 0 0 0 0,0 0 0 0 0,0 1 0 0 0,0-1 0 0 0,0 0 0 0 0,-1 0 0 0 0,1 0 0 0 0,0 0 1 0 0,0 0-1 0 0,0 0 0 0 0,0 0 0 0 0,0 0 0 0 0,0 0 0 0 0,0 0 0 0 0,-1 0 0 0 0,1 0 0 0 0,0 0 1 0 0,0 0-1 0 0,0 0 0 0 0,0 0 0 0 0,0 0 0 0 0,0 0 0 0 0,-1 0 0 0 0,1 0 0 0 0,0 0 1 0 0,0 0-1 0 0,0 0 0 0 0,0 0 0 0 0,0-1 0 0 0,0 1 0 0 0,0 0 0 0 0,-1 0 0 0 0,1 0 0 0 0,0 0 1 0 0,0 0-1 0 0,0 0 0 0 0,0 0 0 0 0,0 0 0 0 0,0 0 0 0 0,0-1 0 0 0,0 1 0 0 0,0 0 0 0 0,0 0 1 0 0,0 0-1 0 0,0 0 0 0 0,0 0 0 0 0,-1-1 0 0 0,10 21 21 0 0,2 4 122 0 0,-2 1 1 0 0,12 43 0 0 0,-19-58-198 0 0,0-1 0 0 0,-1 1 0 0 0,-1 0 0 0 0,1-1 0 0 0,-2 1 0 0 0,1 0 0 0 0,-1-1 0 0 0,-1 1 1 0 0,1 0-1 0 0,-2-1 0 0 0,-4 14 0 0 0,-16 29-1819 0 0,3-21-2980 0 0,13-21 1902 0 0</inkml:trace>
</inkml:ink>
</file>

<file path=ppt/ink/ink8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9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1 614 12377 0 0,'6'-2'57'0'0,"-1"-1"-1"0"0,1 0 0 0 0,0 0 1 0 0,-1 0-1 0 0,0-1 1 0 0,0 0-1 0 0,0 0 1 0 0,0 0-1 0 0,0-1 0 0 0,-1 1 1 0 0,0-1-1 0 0,0 0 1 0 0,0-1-1 0 0,-1 1 1 0 0,1-1-1 0 0,-1 1 0 0 0,-1-1 1 0 0,1 0-1 0 0,-1 0 1 0 0,0 0-1 0 0,2-13 1 0 0,3-9 284 0 0,-2-1 0 0 0,-1 0 1 0 0,0-41-1 0 0,-3 63-292 0 0,-1-24 121 0 0,1 1 1 0 0,2-1-1 0 0,1 1 1 0 0,14-49 0 0 0,-16 71-165 0 0,1 1 1 0 0,0-1 0 0 0,0 1 0 0 0,1 0-1 0 0,0 0 1 0 0,0 0 0 0 0,1 0 0 0 0,-1 1 0 0 0,2 0-1 0 0,-1 0 1 0 0,1 0 0 0 0,-1 1 0 0 0,2 0-1 0 0,-1 0 1 0 0,1 0 0 0 0,-1 1 0 0 0,1 0 0 0 0,0 0-1 0 0,1 0 1 0 0,-1 1 0 0 0,1 1 0 0 0,14-5-1 0 0,-6 5-10 0 0,1 0 0 0 0,-1 1-1 0 0,0 0 1 0 0,0 2-1 0 0,1 0 1 0 0,-1 0-1 0 0,0 2 1 0 0,0 0-1 0 0,0 1 1 0 0,-1 0-1 0 0,1 1 1 0 0,-1 1 0 0 0,0 1-1 0 0,-1 0 1 0 0,1 1-1 0 0,14 10 1 0 0,-18-11-13 0 0,-1 0 1 0 0,0 1-1 0 0,0 0 0 0 0,0 1 1 0 0,-1 0-1 0 0,-1 0 0 0 0,0 1 1 0 0,0 0-1 0 0,0 0 1 0 0,-2 1-1 0 0,1 0 0 0 0,-1 1 1 0 0,-1-1-1 0 0,0 1 0 0 0,0 0 1 0 0,-2 0-1 0 0,1 0 1 0 0,-2 1-1 0 0,1-1 0 0 0,-2 1 1 0 0,1 14-1 0 0,-3-19-6 0 0,0 0 0 0 0,0-1-1 0 0,-1 1 1 0 0,0 0 0 0 0,0-1 0 0 0,-1 1-1 0 0,0-1 1 0 0,-7 11 0 0 0,9-15 19 0 0,-1 0-1 0 0,1 0 1 0 0,-1 0-1 0 0,0 0 1 0 0,0 0-1 0 0,-1-1 1 0 0,1 1-1 0 0,0-1 1 0 0,-1 0-1 0 0,0 1 1 0 0,1-1-1 0 0,-1 0 1 0 0,0 0-1 0 0,0-1 1 0 0,0 1 0 0 0,0-1-1 0 0,0 1 1 0 0,-1-1-1 0 0,1 0 1 0 0,0 0-1 0 0,-5 0 1 0 0,6-1 5 0 0,-18-7 9 0 0,20 3-27 0 0,0 1 0 0 0,0-1 0 0 0,0 1 0 0 0,0-1 1 0 0,0 1-1 0 0,1-1 0 0 0,-1 1 0 0 0,1 0 0 0 0,0-1 0 0 0,0 1 0 0 0,0 0 0 0 0,1-1 0 0 0,-1 1 0 0 0,1 0 1 0 0,0 0-1 0 0,0 0 0 0 0,0 0 0 0 0,0 0 0 0 0,0 1 0 0 0,5-5 0 0 0,7-8-98 0 0,2 1-1 0 0,20-16 1 0 0,-25 21 39 0 0,9-6-45 0 0,0 0 0 0 0,1 2 0 0 0,0 1-1 0 0,1 0 1 0 0,37-14 0 0 0,-50 23 86 0 0,0 0 0 0 0,0 0 0 0 0,1 0 0 0 0,-1 2 1 0 0,0-1-1 0 0,1 1 0 0 0,-1 0 0 0 0,1 1 0 0 0,-1 0 1 0 0,1 0-1 0 0,-1 1 0 0 0,1 0 0 0 0,-1 1 0 0 0,0 0 1 0 0,1 1-1 0 0,-1 0 0 0 0,11 5 0 0 0,-9-1 21 0 0,-1 0 0 0 0,0 0 0 0 0,0 1 0 0 0,-1 0 0 0 0,0 1 0 0 0,0-1 0 0 0,9 15 0 0 0,-13-18 10 0 0,-2 1 0 0 0,1 0 0 0 0,0-1 0 0 0,-1 1 0 0 0,0 0 0 0 0,-1 1-1 0 0,1-1 1 0 0,-1 0 0 0 0,0 1 0 0 0,-1 0 0 0 0,0-1 0 0 0,0 1 0 0 0,0 0-1 0 0,-1 11 1 0 0,-7 4-867 0 0,-12-2-5919 0 0</inkml:trace>
</inkml:ink>
</file>

<file path=ppt/ink/ink8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40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77 364 0 0,'5'-54'9698'0'0,"-5"52"-8716"0"0,1-12 2213 0 0,-1 7-4017 0 0,-21 33-10163 0 0</inkml:trace>
</inkml:ink>
</file>

<file path=ppt/ink/ink8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40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1 416 0 0,'14'28'6406'0'0,"0"27"-3889"0"0,-14-54-2192 0 0,6 3 262 0 0,-5-3-567 0 0,-1-1 0 0 0,0 0 0 0 0,1 1 1 0 0,-1-1-1 0 0,1 0 0 0 0,-1 1 0 0 0,0-1 0 0 0,1 0 0 0 0,-1 1 1 0 0,1-1-1 0 0,-1 0 0 0 0,1 0 0 0 0,-1 0 0 0 0,1 0 1 0 0,-1 1-1 0 0,1-1 0 0 0,-1 0 0 0 0,1 0 0 0 0,-1 0 0 0 0,1 0 1 0 0,-1 0-1 0 0,1 0 0 0 0,-1 0 0 0 0,1 0 0 0 0,-1 0 1 0 0,1 0-1 0 0,-1 0 0 0 0,1-1 0 0 0,-1 1 0 0 0,0 0 0 0 0,1 0 1 0 0,-1 0-1 0 0,1-1 0 0 0,-1 1 0 0 0,1 0 0 0 0,-1-1 0 0 0,1 1 1 0 0,30-16 355 0 0,0 1 1 0 0,34-11-1 0 0,-52 22-309 0 0,-1 1-1 0 0,1 0 1 0 0,0 1 0 0 0,0 0 0 0 0,0 1 0 0 0,0 0-1 0 0,0 1 1 0 0,26 4 0 0 0,39 8 246 0 0,125 3 0 0 0,-201-15-257 0 0,8-2 35 0 0</inkml:trace>
</inkml:ink>
</file>

<file path=ppt/ink/ink8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41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27 64 0 0,'0'0'3528'0'0,"-1"-16"-451"0"0,-5 6 411 0 0</inkml:trace>
</inkml:ink>
</file>

<file path=ppt/ink/ink8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41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1 632 116 0 0,'13'-9'8383'0'0,"57"-61"-6001"0"0,-34 22-1406 0 0,-3 0 1 0 0,42-82-1 0 0,-62 105-819 0 0,-2-2 1 0 0,0 0-1 0 0,-2 0 0 0 0,-1-1 0 0 0,-1 0 0 0 0,-1-1 0 0 0,2-35 0 0 0,-8 57-122 0 0,0-1 0 0 0,0 1 0 0 0,-1-1-1 0 0,0 0 1 0 0,-1 1 0 0 0,1 0 0 0 0,-5-9-1 0 0,6 15-34 0 0,-1 1 0 0 0,0-1 0 0 0,1 1 0 0 0,-1 0-1 0 0,0-1 1 0 0,0 1 0 0 0,0 0 0 0 0,1 0-1 0 0,-1-1 1 0 0,0 1 0 0 0,0 0 0 0 0,0 0 0 0 0,0 0-1 0 0,1 0 1 0 0,-1 0 0 0 0,0 0 0 0 0,0 1-1 0 0,0-1 1 0 0,1 0 0 0 0,-1 0 0 0 0,0 0 0 0 0,0 1-1 0 0,0-1 1 0 0,1 0 0 0 0,-1 1 0 0 0,0-1-1 0 0,1 1 1 0 0,-1-1 0 0 0,0 1 0 0 0,1-1 0 0 0,-2 2-1 0 0,-22 14-8 0 0,15-7 15 0 0,1 0-1 0 0,0 1 0 0 0,0 0 1 0 0,1 0-1 0 0,0 0 0 0 0,1 1 0 0 0,1 0 1 0 0,-1 0-1 0 0,2 0 0 0 0,0 1 0 0 0,0 0 1 0 0,1 0-1 0 0,0 0 0 0 0,1 0 1 0 0,0 0-1 0 0,1 1 0 0 0,1-1 0 0 0,0 0 1 0 0,1 1-1 0 0,0-1 0 0 0,0 0 0 0 0,1 0 1 0 0,6 17-1 0 0,-3-11-73 0 0,0-1 1 0 0,1 0-1 0 0,1 0 0 0 0,1-1 1 0 0,0 0-1 0 0,2 0 0 0 0,-1-1 1 0 0,2 0-1 0 0,0-1 0 0 0,1 0 1 0 0,0 0-1 0 0,1-2 0 0 0,0 1 1 0 0,1-2-1 0 0,24 16 0 0 0,-23-19-28 0 0,-1-1-1 0 0,2-1 0 0 0,-1 0 1 0 0,1-1-1 0 0,0-1 0 0 0,0 0 1 0 0,0-1-1 0 0,0-1 0 0 0,1 0 1 0 0,-1-2-1 0 0,1 1 0 0 0,27-5 1 0 0,-26 2 72 0 0,1-2 1 0 0,-1 0 0 0 0,0 0-1 0 0,-1-2 1 0 0,1 0 0 0 0,-1-2-1 0 0,0 1 1 0 0,-1-2 0 0 0,0 0-1 0 0,29-23 1 0 0,-42 30 135 0 0,0 0 1 0 0,-1-1 0 0 0,1 1-1 0 0,-1-1 1 0 0,0 1-1 0 0,0-1 1 0 0,0 0 0 0 0,0 0-1 0 0,0 0 1 0 0,-1 0-1 0 0,1 0 1 0 0,-1 0 0 0 0,0 0-1 0 0,1 0 1 0 0,-2-1-1 0 0,2-4 1 0 0,-2 6 93 0 0,-10-5 166 0 0,10 6-343 0 0,-1 0 0 0 0,1 0 0 0 0,-1 0 0 0 0,0 0 0 0 0,1 1-1 0 0,-1-1 1 0 0,0 0 0 0 0,0 1 0 0 0,0-1 0 0 0,1 0 0 0 0,-1 1 0 0 0,0-1-1 0 0,0 1 1 0 0,0-1 0 0 0,0 1 0 0 0,0 0 0 0 0,0-1 0 0 0,0 1 0 0 0,0 0 0 0 0,0 0-1 0 0,0 0 1 0 0,0-1 0 0 0,0 1 0 0 0,0 0 0 0 0,0 0 0 0 0,0 1 0 0 0,0-1-1 0 0,0 0 1 0 0,-2 1 0 0 0,2-1-33 0 0,0 0 1 0 0,1 1-1 0 0,-1-1 0 0 0,0 1 1 0 0,0 0-1 0 0,0-1 0 0 0,1 1 0 0 0,-1 0 1 0 0,0-1-1 0 0,1 1 0 0 0,-1 0 1 0 0,0 0-1 0 0,1-1 0 0 0,-1 1 0 0 0,1 0 1 0 0,0 0-1 0 0,-1 0 0 0 0,1 0 1 0 0,0 0-1 0 0,-1 0 0 0 0,1 0 0 0 0,0-1 1 0 0,0 1-1 0 0,0 0 0 0 0,0 0 1 0 0,0 0-1 0 0,0 0 0 0 0,0 0 0 0 0,0 0 1 0 0,0 0-1 0 0,0 0 0 0 0,0 0 1 0 0,1 0-1 0 0,-1 0 0 0 0,0 0 0 0 0,1 0 1 0 0,-1 0-1 0 0,1-1 0 0 0,-1 1 1 0 0,1 0-1 0 0,-1 0 0 0 0,1 0 0 0 0,0-1 1 0 0,-1 1-1 0 0,1 0 0 0 0,0-1 1 0 0,-1 1-1 0 0,1 0 0 0 0,0-1 0 0 0,0 1 1 0 0,2 0-1 0 0,7 6-173 0 0,1 0 0 0 0,0 0 0 0 0,16 6 0 0 0,-7-3-30 0 0,-10-3 149 0 0,1-1 0 0 0,0-1 0 0 0,0 1 0 0 0,0-2 0 0 0,0 0 0 0 0,20 5 0 0 0,-15-7 51 0 0,0 0 1 0 0,0-1-1 0 0,0-1 1 0 0,0 0 0 0 0,0-1-1 0 0,1-1 1 0 0,19-5 0 0 0,109-32 125 0 0,-1-1 301 0 0,-142 39-426 0 0,1 1-1 0 0,-1-1 1 0 0,0 1-1 0 0,1-1 1 0 0,-1 1 0 0 0,0 0-1 0 0,1 0 1 0 0,-1 0-1 0 0,1 0 1 0 0,-1 1-1 0 0,0-1 1 0 0,4 1 0 0 0,-5 0-175 0 0,0 0 1 0 0,0 0 0 0 0,-1 0 0 0 0,1 0 0 0 0,0 0-1 0 0,-1 0 1 0 0,1 0 0 0 0,-1 1 0 0 0,1-1-1 0 0,-1 0 1 0 0,0 0 0 0 0,1 0 0 0 0,-1 1 0 0 0,0-1-1 0 0,0 0 1 0 0,0 0 0 0 0,0 2 0 0 0,3 15-2812 0 0,2-10-366 0 0,0 0 255 0 0</inkml:trace>
</inkml:ink>
</file>

<file path=ppt/ink/ink8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42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29 236 0 0,'23'-1'2102'0'0,"-17"1"-1351"0"0,1 0 0 0 0,0-1-1 0 0,0 1 1 0 0,0-2 0 0 0,0 1-1 0 0,-1-1 1 0 0,1 1 0 0 0,-1-2-1 0 0,1 1 1 0 0,11-7 1071 0 0,-65 2-4162 0 0,0 13-2285 0 0,21-4 1979 0 0</inkml:trace>
</inkml:ink>
</file>

<file path=ppt/ink/ink8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3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90 852 0 0,'-6'-11'2021'0'0,"0"-1"0"0"0,1 1 0 0 0,0-1 1 0 0,-5-19-1 0 0,10 29-571 0 0,-1-6-1016 0 0,0 6-92 0 0,1 6 1791 0 0,15 536-1521 0 0,-11-497-561 0 0,-4-41-50 0 0,0-1 1 0 0,0 1 0 0 0,0 0-1 0 0,0-1 1 0 0,1 1 0 0 0,-1-1-1 0 0,0 1 1 0 0,1-1 0 0 0,-1 1-1 0 0,1-1 1 0 0,0 1-1 0 0,-1-1 1 0 0,1 0 0 0 0,0 1-1 0 0,0-1 1 0 0,0 0 0 0 0,0 1-1 0 0,0-1 1 0 0,0 0 0 0 0,0 0-1 0 0,2 2 34 0 0,3-7-30 0 0,13-9-10 0 0,0-1 1 0 0,-1-1-1 0 0,-1 0 0 0 0,24-28 0 0 0,62-84-58 0 0,-21 23 35 0 0,-69 89 41 0 0,-4 6 34 0 0,0-1 0 0 0,0 0 0 0 0,-2-1 0 0 0,1 0 0 0 0,-1 0 0 0 0,-1 0 0 0 0,6-14-1 0 0,-11 23 58 0 0,-7 7-90 0 0,-10 7-11 0 0,0 0 0 0 0,2 2 0 0 0,-1 0 1 0 0,2 0-1 0 0,-12 17 0 0 0,21-27-14 0 0,1 0 0 0 0,0 0 0 0 0,0 0 0 0 0,1 1 0 0 0,-1-1 0 0 0,1 1-1 0 0,0 0 1 0 0,0-1 0 0 0,1 1 0 0 0,-1 0 0 0 0,1 0 0 0 0,0 0 0 0 0,0 0 0 0 0,1 0 0 0 0,0 1 0 0 0,-1-1 0 0 0,2 0 0 0 0,-1 0 0 0 0,1 0 0 0 0,-1 0 0 0 0,1 0 0 0 0,1 0 0 0 0,-1 0 0 0 0,1 0 0 0 0,0-1 0 0 0,4 9-1 0 0,-3-9-34 0 0,1 0 0 0 0,0 0 0 0 0,0 0 0 0 0,0-1-1 0 0,1 1 1 0 0,-1-1 0 0 0,1 0 0 0 0,-1 0 0 0 0,1-1-1 0 0,0 1 1 0 0,0-1 0 0 0,1 0 0 0 0,-1-1-1 0 0,0 1 1 0 0,1-1 0 0 0,-1 0 0 0 0,1 0 0 0 0,-1-1-1 0 0,1 1 1 0 0,9-2 0 0 0,14 0-204 0 0,-1-2 1 0 0,49-11-1 0 0,-65 12 176 0 0,37-10 58 0 0,0-2 0 0 0,62-27 0 0 0,-109 40 163 0 0,10-1 364 0 0,-11 2-524 0 0,-1 0 0 0 0,1-1 0 0 0,0 1 0 0 0,0 0-1 0 0,0 0 1 0 0,-1 0 0 0 0,1-1 0 0 0,0 1 0 0 0,0 0 0 0 0,0 0-1 0 0,0 0 1 0 0,-1 1 0 0 0,1-1 0 0 0,0 0 0 0 0,0 0 0 0 0,0 0 0 0 0,0 0-1 0 0,-1 1 1 0 0,1-1 0 0 0,0 0 0 0 0,0 1 0 0 0,-1-1 0 0 0,1 1-1 0 0,0-1 1 0 0,-1 1 0 0 0,1-1 0 0 0,0 1 0 0 0,-1-1 0 0 0,1 1 0 0 0,-1 0-1 0 0,1-1 1 0 0,-1 1 0 0 0,1 0 0 0 0,-1 0 0 0 0,0-1 0 0 0,1 1 0 0 0,-1 0-1 0 0,0 0 1 0 0,1-1 0 0 0,-1 1 0 0 0,0 0 0 0 0,0 0 0 0 0,0 0-1 0 0,0-1 1 0 0,0 1 0 0 0,0 1 0 0 0,9 21-2972 0 0,-1-11-2521 0 0</inkml:trace>
</inkml:ink>
</file>

<file path=ppt/ink/ink8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3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79 956 0 0,'-10'-30'4735'0'0,"8"-16"414"0"0,3 44-5503 0 0,2 5-1755 0 0,21 20-2048 0 0,-17-17 1781 0 0</inkml:trace>
</inkml:ink>
</file>

<file path=ppt/ink/ink8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3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32 279 460 0 0,'-5'6'490'0'0,"1"0"-1"0"0,1 1 1 0 0,-1 0-1 0 0,1 0 1 0 0,0 0-1 0 0,1 0 1 0 0,-1 1-1 0 0,2-1 1 0 0,-3 12-1 0 0,4-16-404 0 0,0 0-1 0 0,0 0 0 0 0,1 0 1 0 0,-1 0-1 0 0,1 0 0 0 0,-1 0 1 0 0,1 0-1 0 0,0 0 0 0 0,0-1 1 0 0,0 1-1 0 0,1 0 0 0 0,-1-1 1 0 0,1 1-1 0 0,-1-1 0 0 0,1 1 1 0 0,0-1-1 0 0,0 0 0 0 0,0 0 0 0 0,0 0 1 0 0,0 0-1 0 0,1 0 0 0 0,-1 0 1 0 0,0 0-1 0 0,1-1 0 0 0,0 1 1 0 0,-1-1-1 0 0,1 0 0 0 0,3 1 1 0 0,-2 0-46 0 0,1-1 0 0 0,-1-1 1 0 0,0 1-1 0 0,0 0 0 0 0,0-1 1 0 0,1 0-1 0 0,-1 0 0 0 0,0 0 1 0 0,0-1-1 0 0,1 1 0 0 0,-1-1 1 0 0,0 0-1 0 0,0 0 0 0 0,0-1 1 0 0,0 1-1 0 0,0-1 0 0 0,0 0 1 0 0,-1 0-1 0 0,1 0 0 0 0,0 0 1 0 0,-1-1-1 0 0,0 1 0 0 0,1-1 1 0 0,-1 0-1 0 0,0 0 0 0 0,0 0 1 0 0,4-6-1 0 0,2-3 23 0 0,0 0 0 0 0,0-1 1 0 0,-1 0-1 0 0,-1 0 0 0 0,0-1 0 0 0,8-21 1 0 0,-10 15 266 0 0,-1 0 1 0 0,0 0-1 0 0,-2 0 1 0 0,0-1 0 0 0,-1 1-1 0 0,-2-1 1 0 0,0 1-1 0 0,-1 0 1 0 0,0-1 0 0 0,-10-30-1 0 0,12 50-244 0 0,0 0-1 0 0,0 0 1 0 0,0 0 0 0 0,0 0-1 0 0,0 0 1 0 0,0 0-1 0 0,-1 0 1 0 0,1 0-1 0 0,0 0 1 0 0,-1 1 0 0 0,1-1-1 0 0,0 0 1 0 0,-1 0-1 0 0,1 0 1 0 0,-1 0 0 0 0,0 0-1 0 0,1 1 1 0 0,-1-1-1 0 0,0 0 1 0 0,1 1 0 0 0,-1-1-1 0 0,0 0 1 0 0,0 1-1 0 0,0-1 1 0 0,1 1 0 0 0,-1-1-1 0 0,0 1 1 0 0,0-1-1 0 0,0 1 1 0 0,0 0-1 0 0,-1-1 1 0 0,1 2-40 0 0,-1 0 1 0 0,1 0-1 0 0,-1 0 1 0 0,1 1-1 0 0,0-1 1 0 0,-1 0-1 0 0,1 0 1 0 0,0 1-1 0 0,0-1 0 0 0,0 1 1 0 0,0-1-1 0 0,0 1 1 0 0,0-1-1 0 0,1 1 1 0 0,-2 2-1 0 0,-22 69 261 0 0,20-57-319 0 0,2 1 1 0 0,0 0-1 0 0,1 0 1 0 0,0-1-1 0 0,2 1 0 0 0,0 0 1 0 0,5 29-1 0 0,3-4-1465 0 0,27 74 1 0 0,-31-104 0 0 0,0 0 0 0 0,1-1 1 0 0,0 0-1 0 0,15 19 0 0 0,-3-6-2046 0 0</inkml:trace>
</inkml:ink>
</file>

<file path=ppt/ink/ink8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4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467 868 712 0 0,'0'0'2443'0'0,"0"1"-2318"0"0,-1-1 0 0 0,1 0-1 0 0,-1 0 1 0 0,0 0 0 0 0,1 0 0 0 0,-1 0 0 0 0,0 0 0 0 0,1 0 0 0 0,-1 0-1 0 0,0 0 1 0 0,1 0 0 0 0,-1 0 0 0 0,1 0 0 0 0,-1-1 0 0 0,0 1-1 0 0,1 0 1 0 0,-1 0 0 0 0,1-1 0 0 0,-1 1 0 0 0,0 0 0 0 0,1-1 0 0 0,-1 1-1 0 0,0-1 1 0 0,-31-29 1177 0 0,-140-143 3084 0 0,154 151-4072 0 0,1 0 0 0 0,0-1 0 0 0,2-1 0 0 0,1-1 1 0 0,1 0-1 0 0,-17-46 0 0 0,21 44-159 0 0,2 0 0 0 0,0 0 0 0 0,2 0 0 0 0,1-1 1 0 0,2 1-1 0 0,0-1 0 0 0,4-47 0 0 0,-1 65-125 0 0,1 0 0 0 0,0 0-1 0 0,0 1 1 0 0,1-1 0 0 0,0 1 0 0 0,1 0 0 0 0,0-1-1 0 0,1 2 1 0 0,0-1 0 0 0,10-14 0 0 0,-9 17-25 0 0,-1 0 0 0 0,1 1 0 0 0,0-1 0 0 0,0 1-1 0 0,1 1 1 0 0,0-1 0 0 0,-1 1 0 0 0,1 1 0 0 0,1-1 0 0 0,-1 1 0 0 0,1 0 0 0 0,-1 1 0 0 0,1-1 0 0 0,0 2 0 0 0,9-2-1 0 0,-13 2-17 0 0,1 0 0 0 0,-1 0-1 0 0,1 1 1 0 0,0 0 0 0 0,-1 0-1 0 0,1 0 1 0 0,-1 0 0 0 0,1 1-1 0 0,-1 0 1 0 0,1 0 0 0 0,-1 0-1 0 0,1 0 1 0 0,-1 1 0 0 0,0-1-1 0 0,0 1 1 0 0,1 0-1 0 0,-2 1 1 0 0,1-1 0 0 0,0 1-1 0 0,0-1 1 0 0,-1 1 0 0 0,1 0-1 0 0,-1 1 1 0 0,0-1 0 0 0,0 0-1 0 0,0 1 1 0 0,0 0 0 0 0,-1 0-1 0 0,0 0 1 0 0,1 0 0 0 0,-2 0-1 0 0,1 0 1 0 0,0 0-1 0 0,-1 1 1 0 0,0-1 0 0 0,1 1-1 0 0,-1 6 1 0 0,1 5-8 0 0,0 0-1 0 0,-2 0 1 0 0,0 0-1 0 0,0 0 1 0 0,-2 0-1 0 0,0 0 1 0 0,-1 0-1 0 0,0-1 1 0 0,-8 22-1 0 0,-3 2-30 0 0,-3 0 0 0 0,-27 49 0 0 0,11-36 1 0 0,-2-2 0 0 0,-2-1 0 0 0,-76 77 0 0 0,42-42-3 0 0,71-83 54 0 0,-1-1-1 0 0,1 1 1 0 0,0-1-1 0 0,-1 1 1 0 0,1-1-1 0 0,0 1 1 0 0,-1-1-1 0 0,1 1 1 0 0,0 0-1 0 0,0-1 1 0 0,0 1-1 0 0,0-1 1 0 0,0 1-1 0 0,0 0 1 0 0,0-1-1 0 0,0 1 1 0 0,0-1-1 0 0,0 1 1 0 0,0 0-1 0 0,0-1 1 0 0,0 1-1 0 0,0-1 1 0 0,0 1-1 0 0,0-1 1 0 0,1 1-1 0 0,-1 0 1 0 0,0-1-1 0 0,1 1 1 0 0,-1-1-1 0 0,0 1 1 0 0,1-1-1 0 0,-1 1 1 0 0,0-1-1 0 0,1 1 1 0 0,-1-1-1 0 0,1 0 1 0 0,-1 1-1 0 0,1-1 1 0 0,-1 0-1 0 0,1 1 1 0 0,-1-1-1 0 0,1 0 1 0 0,-1 0-1 0 0,2 1 1 0 0,27 8-61 0 0,1-7-343 0 0,0-1 0 0 0,0-2-1 0 0,0-1 1 0 0,43-9 0 0 0,120-35-4896 0 0,-160 37 3555 0 0,42-11-1295 0 0</inkml:trace>
</inkml:ink>
</file>

<file path=ppt/ink/ink8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5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339 618 588 0 0,'20'-36'6406'0'0,"-20"35"-5630"0"0,0-2-287 0 0,1 0 1 0 0,-1 1-1 0 0,0-1 1 0 0,0 0-1 0 0,0 1 0 0 0,-1-1 1 0 0,1 0-1 0 0,-1 1 0 0 0,1-1 1 0 0,-1 0-1 0 0,0 1 1 0 0,-2-5-1 0 0,0 5-364 0 0,0-1 1 0 0,0 1-1 0 0,0 0 1 0 0,-1 0-1 0 0,1 0 1 0 0,-1 0-1 0 0,1 1 0 0 0,-1-1 1 0 0,0 1-1 0 0,1 0 1 0 0,-1 0-1 0 0,0 0 1 0 0,0 1-1 0 0,0 0 0 0 0,0-1 1 0 0,-5 2-1 0 0,0-1-69 0 0,1 2 0 0 0,-1-1 0 0 0,0 1 0 0 0,1 0 0 0 0,-1 1 0 0 0,1 0 0 0 0,-9 5 0 0 0,-2 2-55 0 0,1 1-1 0 0,-1 0 1 0 0,2 2-1 0 0,0 0 1 0 0,-23 23 0 0 0,32-28 8 0 0,0 1 1 0 0,1 0 0 0 0,0 0 0 0 0,0 0-1 0 0,1 1 1 0 0,0 0 0 0 0,1 0 0 0 0,0 1 0 0 0,1-1-1 0 0,0 1 1 0 0,1 0 0 0 0,0 0 0 0 0,1 1-1 0 0,-2 14 1 0 0,4-18-11 0 0,0-1-1 0 0,0 0 1 0 0,1 1-1 0 0,0-1 0 0 0,0 0 1 0 0,1 0-1 0 0,0 0 1 0 0,0 0-1 0 0,0 0 1 0 0,1 0-1 0 0,0-1 1 0 0,1 1-1 0 0,0-1 0 0 0,-1 0 1 0 0,2 0-1 0 0,-1 0 1 0 0,1-1-1 0 0,0 1 1 0 0,0-1-1 0 0,1 0 1 0 0,-1 0-1 0 0,1-1 0 0 0,11 7 1 0 0,0-2-57 0 0,0 1 0 0 0,1-2 0 0 0,1-1 0 0 0,-1 0-1 0 0,1-1 1 0 0,0-1 0 0 0,0-1 0 0 0,1 0 0 0 0,-1-2 0 0 0,1 0 0 0 0,0-1 0 0 0,-1-1 0 0 0,1-1 0 0 0,0-1 0 0 0,-1 0 0 0 0,1-2 0 0 0,33-10-1 0 0,-18 2-46 0 0,0-2-1 0 0,-1-1 0 0 0,-1-2 1 0 0,-1-1-1 0 0,0-2 0 0 0,-2-1 0 0 0,0-1 1 0 0,45-44-1 0 0,-41 33-11 0 0,-2-1-1 0 0,-1-2 1 0 0,-2-1 0 0 0,-1-2 0 0 0,-2-1-1 0 0,27-56 1 0 0,-43 75 108 0 0,-1-1 1 0 0,0 0-1 0 0,-2 0 0 0 0,0-1 1 0 0,-2 0-1 0 0,-1 0 0 0 0,0 0 1 0 0,-2-1-1 0 0,0 1 0 0 0,-2-1 1 0 0,-1 0-1 0 0,-1 1 1 0 0,0-1-1 0 0,-11-39 0 0 0,10 53 142 0 0,0 0-1 0 0,-1 0 1 0 0,-1 0 0 0 0,1 0-1 0 0,-2 1 1 0 0,1-1-1 0 0,-10-10 1 0 0,15 19-121 0 0,-1 1-1 0 0,1-1 0 0 0,-1 1 1 0 0,1-1-1 0 0,-1 1 1 0 0,0-1-1 0 0,1 1 1 0 0,-1-1-1 0 0,0 1 1 0 0,1 0-1 0 0,-1-1 1 0 0,0 1-1 0 0,0 0 1 0 0,1 0-1 0 0,-1-1 1 0 0,0 1-1 0 0,0 0 0 0 0,1 0 1 0 0,-1 0-1 0 0,0 0 1 0 0,0 0-1 0 0,1 0 1 0 0,-1 0-1 0 0,0 0 1 0 0,0 1-1 0 0,1-1 1 0 0,-1 0-1 0 0,-1 1 1 0 0,-20 16 105 0 0,-9 27-22 0 0,16-12-62 0 0,0 2-1 0 0,3-1 1 0 0,1 1 0 0 0,1 1 0 0 0,2 0 0 0 0,1 1 0 0 0,2-1-1 0 0,2 1 1 0 0,1 0 0 0 0,1 0 0 0 0,2 0 0 0 0,11 61-1 0 0,-8-75-21 0 0,1 0 0 0 0,2-1 0 0 0,0 1-1 0 0,1-1 1 0 0,1-1 0 0 0,1 0 0 0 0,1 0-1 0 0,18 24 1 0 0,-23-36-4 0 0,0 0 0 0 0,1-1 0 0 0,0 0 0 0 0,0 0 0 0 0,1 0 0 0 0,0-1 0 0 0,0 0 1 0 0,0-1-1 0 0,1 0 0 0 0,-1 0 0 0 0,1-1 0 0 0,1 0 0 0 0,-1 0 0 0 0,0-1 0 0 0,1-1 0 0 0,0 1 0 0 0,0-1 0 0 0,-1-1 0 0 0,1 0 0 0 0,20-1 0 0 0,-5-2 598 0 0,46-11-1 0 0,-9 1 2346 0 0,-60 12-2481 0 0,20 9-1378 0 0,-14-1-2663 0 0,2 3-5018 0 0</inkml:trace>
</inkml:ink>
</file>

<file path=ppt/ink/ink8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5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10 155 84 0 0,'-3'-16'2157'0'0,"0"0"1"0"0,1 0-1 0 0,1 0 0 0 0,0 0 1 0 0,2-17-1 0 0,-1 8-2344 0 0,0 22-1032 0 0,3-10-7835 0 0</inkml:trace>
</inkml:ink>
</file>

<file path=ppt/ink/ink8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5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0 1000 0 0,'0'0'9004'0'0,"-4"5"-8312"0"0,0 0-502 0 0,0 0 1 0 0,1 1 0 0 0,-1-1-1 0 0,1 1 1 0 0,1 0 0 0 0,-1 0-1 0 0,1 0 1 0 0,0 0 0 0 0,0 1-1 0 0,1-1 1 0 0,-2 11 0 0 0,-4 88 1358 0 0,5-50-933 0 0,-1-6-537 0 0,3 1 0 0 0,1 0 0 0 0,2-1 0 0 0,3 1 0 0 0,13 50 0 0 0,-18-94-443 0 0,1 0 0 0 0,0 0 0 0 0,1 0 1 0 0,-1 0-1 0 0,1 0 0 0 0,6 8 0 0 0,17 12-6361 0 0,-14-18 3154 0 0</inkml:trace>
</inkml:ink>
</file>

<file path=ppt/ink/ink8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1:36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142 461 1036 0 0,'-5'2'1235'0'0,"-6"1"-524"0"0,1 0-1 0 0,-1 2 1 0 0,0-1 0 0 0,1 1 0 0 0,-13 9-1 0 0,18-11-443 0 0,0 0-1 0 0,0 1 0 0 0,1 0 1 0 0,-1 0-1 0 0,1 0 0 0 0,0 1 1 0 0,0 0-1 0 0,0 0 0 0 0,1 0 1 0 0,-1 0-1 0 0,1 0 0 0 0,-2 6 1 0 0,4-10-243 0 0,0 0 0 0 0,1 0 0 0 0,-1 0 0 0 0,1 0 0 0 0,-1 0 0 0 0,1 0 0 0 0,0 0 0 0 0,-1 0 0 0 0,1 0 0 0 0,0 1 0 0 0,0-1 0 0 0,-1 0 0 0 0,1 0 0 0 0,0 0 0 0 0,0 0 0 0 0,0 0 0 0 0,1 0 0 0 0,-1 1 0 0 0,0-1 0 0 0,0 0 0 0 0,1 0 0 0 0,-1 0 0 0 0,0 0 0 0 0,1 0 0 0 0,-1 0 0 0 0,1 0 0 0 0,0 0 0 0 0,-1 0 0 0 0,1 0 0 0 0,0 0 0 0 0,-1 0 0 0 0,1-1 0 0 0,0 1 0 0 0,0 0 0 0 0,0 0 0 0 0,0-1 0 0 0,0 1 0 0 0,-1-1 0 0 0,1 1 0 0 0,1-1 0 0 0,-1 1 0 0 0,0-1 0 0 0,0 1 0 0 0,0-1 0 0 0,0 0 0 0 0,0 0 0 0 0,0 1-1 0 0,0-1 1 0 0,0 0 0 0 0,0 0 0 0 0,1 0 0 0 0,1-1 1 0 0,3 1-73 0 0,1 0 0 0 0,-1-1 0 0 0,0 0 0 0 0,0 0 0 0 0,0-1 0 0 0,1 0 0 0 0,7-3 0 0 0,1-4-30 0 0,-1 0 0 0 0,-1-1 0 0 0,0-1 0 0 0,0 0 0 0 0,-1 0 0 0 0,0-1 0 0 0,-1-1 0 0 0,-1 0 0 0 0,0-1 0 0 0,0 0 0 0 0,-2 0 0 0 0,9-19 0 0 0,9-22 5 0 0,35-113 0 0 0,-30 53 1065 0 0,-22 38 4448 0 0,-33 99-4294 0 0,17-12-926 0 0,-1 0 0 0 0,2 0 0 0 0,-1 0 0 0 0,1 1 1 0 0,1 0-1 0 0,0 0 0 0 0,-6 21 0 0 0,-16 85 772 0 0,24-101-838 0 0,-4 32-136 0 0,2 1 0 0 0,3 73 0 0 0,7 26-6943 0 0,-3-104 1957 0 0,0-15 260 0 0</inkml:trace>
</inkml:ink>
</file>

<file path=ppt/ink/ink8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3.0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292 8 228 0 0,'0'0'94'0'0,"0"0"-1"0"0,0-1 1 0 0,-1 1 0 0 0,1 0-1 0 0,0 0 1 0 0,0-1 0 0 0,0 1-1 0 0,0 0 1 0 0,0 0-1 0 0,0 0 1 0 0,0-1 0 0 0,0 1-1 0 0,0 0 1 0 0,0 0 0 0 0,0-1-1 0 0,0 1 1 0 0,0 0 0 0 0,1 0-1 0 0,-1 0 1 0 0,0-1 0 0 0,0 1-1 0 0,0 0 1 0 0,0 0-1 0 0,0 0 1 0 0,0-1 0 0 0,0 1-1 0 0,1 0 1 0 0,-1 0 0 0 0,0 0-1 0 0,0 0 1 0 0,0 0 0 0 0,0-1-1 0 0,1 1 1 0 0,-1 0 0 0 0,0 0-1 0 0,0 0 1 0 0,0 0 0 0 0,1 0-1 0 0,-1 0 1 0 0,0 0-1 0 0,0 0 1 0 0,1 0 0 0 0,-1 0-1 0 0,0 0 1 0 0,0-1 0 0 0,0 1-1 0 0,1 1 1 0 0,-1-1 0 0 0,0 0-1 0 0,0 0 1 0 0,1 0 0 0 0,-1 0-1 0 0,0 0 1 0 0,0 0-1 0 0,0 0 1 0 0,1 0 0 0 0,-1 0-1 0 0,0 0 1 0 0,0 0 0 0 0,0 0-1 0 0,1 1 1 0 0,-1-1 0 0 0,0 0-1 0 0,0 0 1 0 0,0 0 0 0 0,1 1-1 0 0,6 24 1685 0 0,2 57-2882 0 0,-7-61 1753 0 0,2 43-533 0 0,-8 106 0 0 0,0-105-62 0 0,-27 450 270 0 0,-7 140-10 0 0,4 309 393 0 0,-36 61 1450 0 0,18-669-847 0 0,24-188-552 0 0,1-34 240 0 0,27-133-851 0 0,0 2-90 0 0,0 4-74 0 0,0-5-774 0 0,-3-4-1002 0 0,1 1 1613 0 0,1-1 0 0 0,-1 0 0 0 0,0 0 0 0 0,0 0 0 0 0,1 0 0 0 0,-1-1 0 0 0,1 1 0 0 0,-2-3 0 0 0,-8-15-5086 0 0,7 8 2230 0 0</inkml:trace>
</inkml:ink>
</file>

<file path=ppt/ink/ink8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3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6 476 0 0,'-6'-5'7899'0'0,"222"210"-5730"0"0,-112-103-1648 0 0,88 101-55 0 0,-172-180-1885 0 0</inkml:trace>
</inkml:ink>
</file>

<file path=ppt/ink/ink8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3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0 596 0 0,'-10'14'3369'0'0,"-33"47"2677"0"0,21-28-5831 0 0,2 0-1 0 0,1 1 0 0 0,-17 40 0 0 0,13-28-1100 0 0,3-10-4559 0 0,18-28 2892 0 0</inkml:trace>
</inkml:ink>
</file>

<file path=ppt/ink/ink8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4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1 484 0 0,'0'0'7085'0'0</inkml:trace>
</inkml:ink>
</file>

<file path=ppt/ink/ink8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5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409 268 228 0 0,'2'3'212'0'0,"-1"0"1"0"0,1 0-1 0 0,0 0 0 0 0,-1 0 1 0 0,0 0-1 0 0,0 0 0 0 0,0 1 0 0 0,0-1 1 0 0,0 0-1 0 0,-1 1 0 0 0,1-1 1 0 0,-1 1-1 0 0,0-1 0 0 0,0 1 1 0 0,0-1-1 0 0,-1 0 0 0 0,1 1 1 0 0,-1-1-1 0 0,0 1 0 0 0,0-1 0 0 0,0 0 1 0 0,0 0-1 0 0,0 1 0 0 0,-1-1 1 0 0,0 0-1 0 0,1 0 0 0 0,-1 0 1 0 0,0-1-1 0 0,0 1 0 0 0,-1 0 0 0 0,1-1 1 0 0,-1 0-1 0 0,1 1 0 0 0,-1-1 1 0 0,0 0-1 0 0,1 0 0 0 0,-1 0 1 0 0,-4 1-1 0 0,-2 3-7 0 0,-1-1-1 0 0,-1 0 1 0 0,1-1 0 0 0,0 0-1 0 0,-1 0 1 0 0,0-1 0 0 0,0 0 0 0 0,0-1-1 0 0,0-1 1 0 0,-20 1 0 0 0,20-2-121 0 0,0-1 0 0 0,0-1 0 0 0,0 0 1 0 0,0-1-1 0 0,0 0 0 0 0,0 0 0 0 0,0-1 1 0 0,1-1-1 0 0,0 0 0 0 0,0 0 0 0 0,0-1 0 0 0,1 0 1 0 0,0 0-1 0 0,0-1 0 0 0,0-1 0 0 0,1 1 1 0 0,0-1-1 0 0,-10-14 0 0 0,12 15-77 0 0,1-1 0 0 0,1 0 0 0 0,-1 0 0 0 0,1 0 0 0 0,1 0 0 0 0,0-1 0 0 0,0 0 0 0 0,0 1 0 0 0,1-1 0 0 0,0 0 0 0 0,1 0 0 0 0,0 0 0 0 0,0 0 0 0 0,1 0 0 0 0,0 0 0 0 0,1-1 0 0 0,0 1 0 0 0,1 0 0 0 0,-1 0 0 0 0,2 1 0 0 0,-1-1 0 0 0,1 0 0 0 0,6-11 0 0 0,-6 14-17 0 0,0-1 0 0 0,0 1 0 0 0,1 0 0 0 0,0 0 0 0 0,0 0 0 0 0,1 0 0 0 0,0 1-1 0 0,0 0 1 0 0,0 0 0 0 0,0 0 0 0 0,1 1 0 0 0,0-1 0 0 0,0 1 0 0 0,0 1-1 0 0,0-1 1 0 0,1 1 0 0 0,-1 0 0 0 0,1 1 0 0 0,0-1 0 0 0,0 1 0 0 0,0 1-1 0 0,0-1 1 0 0,0 1 0 0 0,0 0 0 0 0,1 1 0 0 0,-1 0 0 0 0,0 0 0 0 0,0 1-1 0 0,0-1 1 0 0,0 2 0 0 0,1-1 0 0 0,-1 1 0 0 0,-1 0 0 0 0,1 0 0 0 0,0 1 0 0 0,0 0-1 0 0,-1 0 1 0 0,0 0 0 0 0,0 1 0 0 0,0 0 0 0 0,0 0 0 0 0,0 1 0 0 0,7 7-1 0 0,-1 2 10 0 0,-1 0 0 0 0,0 1-1 0 0,0 0 1 0 0,-1 1 0 0 0,-1 0 0 0 0,-1 0-1 0 0,-1 1 1 0 0,0 0 0 0 0,-1 1-1 0 0,0-1 1 0 0,-2 1 0 0 0,0 0-1 0 0,2 36 1 0 0,-2-11 8 0 0,-3 1 0 0 0,-2 0 0 0 0,-1-1 0 0 0,-16 80-1 0 0,9-84 32 0 0,-1 0-1 0 0,-2-1 1 0 0,-23 52-1 0 0,23-65-195 0 0,-2 0 0 0 0,0-1 0 0 0,-21 25 0 0 0,28-35-1064 0 0</inkml:trace>
</inkml:ink>
</file>

<file path=ppt/ink/ink8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5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82 176 0 0,'33'23'4801'0'0,"-27"-13"-4480"0"0,-1 0-1 0 0,0 1 0 0 0,0 0 1 0 0,-1 0-1 0 0,-1 0 1 0 0,1 0-1 0 0,-2 0 0 0 0,0 1 1 0 0,0 0-1 0 0,-1-1 1 0 0,-1 1-1 0 0,0 12 0 0 0,8 55 774 0 0,-8-78-1076 0 0,0-1 0 0 0,0 0 0 0 0,0 1 0 0 0,0-1 0 0 0,0 0 0 0 0,0 1 0 0 0,0-1 0 0 0,0 0 0 0 0,0 1 0 0 0,0-1 0 0 0,0 1 0 0 0,0-1 0 0 0,1 0 0 0 0,-1 0 0 0 0,0 1 0 0 0,0-1 0 0 0,0 0 0 0 0,0 1 0 0 0,1-1 0 0 0,-1 0 0 0 0,0 0 0 0 0,0 1 0 0 0,1-1 0 0 0,-1 0 0 0 0,0 0 0 0 0,1 1 0 0 0,-1-1 0 0 0,0 0 0 0 0,1 0 0 0 0,-1 0 0 0 0,0 0 0 0 0,1 0 0 0 0,-1 1 0 0 0,0-1 0 0 0,1 0 0 0 0,-1 0 0 0 0,0 0 0 0 0,1 0-1 0 0,-1 0 1 0 0,0 0 0 0 0,1 0 0 0 0,-1 0 0 0 0,0 0 0 0 0,1 0 0 0 0,-1-1 0 0 0,0 1 0 0 0,1 0 0 0 0,-1 0 0 0 0,0 0 0 0 0,1 0 0 0 0,-1 0 0 0 0,1-1 0 0 0,21-22 246 0 0,24-52-408 0 0,-38 62 234 0 0,-5 8-112 0 0,-1 0 0 0 0,1 0 1 0 0,1 1-1 0 0,-1-1 0 0 0,0 1 0 0 0,1 0 0 0 0,0 0 1 0 0,0 0-1 0 0,1 1 0 0 0,5-5 0 0 0,-7 7-1 0 0,-1 0 0 0 0,1 0 0 0 0,0 0 0 0 0,-1 1-1 0 0,1-1 1 0 0,0 1 0 0 0,0-1 0 0 0,0 1 0 0 0,0 0 0 0 0,0 0-1 0 0,0 1 1 0 0,-1-1 0 0 0,1 0 0 0 0,0 1 0 0 0,0 0 0 0 0,0-1-1 0 0,-1 1 1 0 0,1 0 0 0 0,0 1 0 0 0,-1-1 0 0 0,4 2 0 0 0,12 7-150 0 0,0-2-1 0 0,1 0 1 0 0,1-1 0 0 0,-1 0 0 0 0,1-2 0 0 0,37 5 0 0 0,-49-9 138 0 0,0 0 1 0 0,0-1-1 0 0,0 0 1 0 0,0-1-1 0 0,-1 0 1 0 0,1 0 0 0 0,0-1-1 0 0,0 0 1 0 0,-1 0-1 0 0,1 0 1 0 0,-1-1-1 0 0,0-1 1 0 0,0 1-1 0 0,0-1 1 0 0,0 0-1 0 0,-1-1 1 0 0,1 1 0 0 0,-1-1-1 0 0,0 0 1 0 0,9-11-1 0 0,-5 3 187 0 0,0-1 0 0 0,-1 0-1 0 0,0 0 1 0 0,-1-1 0 0 0,-1 0-1 0 0,0 0 1 0 0,-1-1 0 0 0,6-23 0 0 0,-3 14 917 0 0,-9 25-1048 0 0,0 0 0 0 0,0-1 1 0 0,0 1-1 0 0,0 0 0 0 0,0 0 0 0 0,0-1 0 0 0,0 1 0 0 0,0 0 0 0 0,1 0 0 0 0,-1 0 0 0 0,0-1 1 0 0,0 1-1 0 0,0 0 0 0 0,0 0 0 0 0,1 0 0 0 0,-1 0 0 0 0,0 0 0 0 0,0-1 0 0 0,0 1 1 0 0,1 0-1 0 0,-1 0 0 0 0,0 0 0 0 0,0 0 0 0 0,1 0 0 0 0,-1 0 0 0 0,0 0 0 0 0,0 0 0 0 0,0 0 1 0 0,1 0-1 0 0,-1 0 0 0 0,0 0 0 0 0,0 0 0 0 0,1 0 0 0 0,-1 0 0 0 0,0 0 0 0 0,0 0 0 0 0,1 0 1 0 0,-1 0-1 0 0,0 0 0 0 0,0 0 0 0 0,0 0 0 0 0,1 0 0 0 0,-1 1 0 0 0,2 2 27 0 0,0 1-1 0 0,0 0 1 0 0,0 0 0 0 0,-1 0-1 0 0,1 0 1 0 0,-1 1-1 0 0,0-1 1 0 0,0 0-1 0 0,0 6 1 0 0,53 335 578 0 0,11 66-161 0 0,-44-276 543 0 0,-21-133-622 0 0,0-11-244 0 0,2-51 20 0 0,2-1-1 0 0,3 1 0 0 0,21-90 0 0 0,-16 107-146 0 0,1 0-1 0 0,2 1 0 0 0,1 0 0 0 0,3 2 1 0 0,38-63-1 0 0,-48 91-22 0 0,-1 1 0 0 0,2 0 0 0 0,-1 1 1 0 0,2 0-1 0 0,-1 0 0 0 0,1 1 0 0 0,1 1 0 0 0,-1 0 0 0 0,26-13 0 0 0,-33 19 5 0 0,0-1 0 0 0,1 1 0 0 0,-1 1 0 0 0,1-1 1 0 0,0 0-1 0 0,0 1 0 0 0,-1 0 0 0 0,1 0 0 0 0,0 1 0 0 0,0-1 0 0 0,0 1 0 0 0,0 0 0 0 0,0 0 0 0 0,0 1 0 0 0,0-1 0 0 0,0 1 0 0 0,0 0 0 0 0,-1 1 1 0 0,1-1-1 0 0,0 1 0 0 0,-1 0 0 0 0,1 0 0 0 0,-1 0 0 0 0,1 1 0 0 0,-1-1 0 0 0,0 1 0 0 0,0 0 0 0 0,0 1 0 0 0,-1-1 0 0 0,1 0 0 0 0,3 6 0 0 0,-6-7 3 0 0,1-1-1 0 0,-1 1 0 0 0,0 0 1 0 0,0 0-1 0 0,0 0 0 0 0,0 0 1 0 0,0 0-1 0 0,0 0 0 0 0,-1 0 1 0 0,1 0-1 0 0,-1 0 0 0 0,0 0 1 0 0,1 0-1 0 0,-1 0 0 0 0,0 1 1 0 0,0-1-1 0 0,0 0 0 0 0,0 0 0 0 0,-1 0 1 0 0,1 0-1 0 0,-1 0 0 0 0,1 0 1 0 0,-2 3-1 0 0,0-1 14 0 0,0 1-1 0 0,-1-1 1 0 0,0 0 0 0 0,0 0 0 0 0,0 0-1 0 0,0 0 1 0 0,0 0 0 0 0,-1-1 0 0 0,-7 6-1 0 0,0-1-136 0 0,0-1 1 0 0,0 0-1 0 0,-1-1 0 0 0,1 0 0 0 0,-1-1 1 0 0,-1 0-1 0 0,-14 4 0 0 0,22-8 343 0 0,-18 3-2011 0 0,21-4 1148 0 0,-1 1 0 0 0,1-1 0 0 0,-1 0 0 0 0,1 0 0 0 0,-1 0-1 0 0,1-1 1 0 0,-1 1 0 0 0,1 0 0 0 0,-1-1 0 0 0,-2-1 0 0 0,-4-4-2846 0 0</inkml:trace>
</inkml:ink>
</file>

<file path=ppt/ink/ink8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6.3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0 596 0 0,'1'2'5254'0'0,"-5"22"-4815"0"0,-13 30 428 0 0,2 1-1 0 0,2 0 0 0 0,-11 108 1 0 0,22-133-690 0 0,2 1 1 0 0,0 0-1 0 0,2 0 0 0 0,1 0 1 0 0,2-1-1 0 0,1 0 0 0 0,1 0 1 0 0,20 51-1 0 0,-22-69-121 0 0,1 0-1 0 0,0-1 1 0 0,1 1-1 0 0,0-2 1 0 0,1 1 0 0 0,0-1-1 0 0,0 0 1 0 0,1-1-1 0 0,1 0 1 0 0,18 14 0 0 0,-25-20-41 0 0,1-1 0 0 0,1 1 0 0 0,-1-1 1 0 0,0 0-1 0 0,1 0 0 0 0,-1-1 0 0 0,1 1 1 0 0,-1-1-1 0 0,1 0 0 0 0,0 0 1 0 0,-1 0-1 0 0,1-1 0 0 0,0 0 0 0 0,0 0 1 0 0,-1 0-1 0 0,1 0 0 0 0,0-1 0 0 0,0 0 1 0 0,-1 0-1 0 0,1 0 0 0 0,0 0 0 0 0,-1-1 1 0 0,0 0-1 0 0,1 0 0 0 0,-1 0 1 0 0,0 0-1 0 0,0-1 0 0 0,0 0 0 0 0,0 0 1 0 0,0 0-1 0 0,5-6 0 0 0,0 1 7 0 0,-1-1 1 0 0,-1 0-1 0 0,1 0 0 0 0,-2 0 0 0 0,1-1 0 0 0,-1 0 1 0 0,-1 0-1 0 0,1-1 0 0 0,3-11 0 0 0,-7 15 127 0 0,0 1 0 0 0,-1-1 0 0 0,0 1 0 0 0,0-1 0 0 0,0 0-1 0 0,0 1 1 0 0,-1-1 0 0 0,0 0 0 0 0,-1 1 0 0 0,0-1 0 0 0,0 0 0 0 0,0 1-1 0 0,-1-1 1 0 0,0 1 0 0 0,0 0 0 0 0,0-1 0 0 0,-4-5 0 0 0,6 13-133 0 0,0-1-1 0 0,0 1 1 0 0,0-1 0 0 0,0 1 0 0 0,0 0-1 0 0,0-1 1 0 0,-1 1 0 0 0,1-1 0 0 0,0 1 0 0 0,0-1-1 0 0,0 1 1 0 0,-1-1 0 0 0,1 1 0 0 0,0-1 0 0 0,-1 0-1 0 0,1 1 1 0 0,-1-1 0 0 0,1 1 0 0 0,0-1 0 0 0,-1 0-1 0 0,1 1 1 0 0,-1-1 0 0 0,1 0 0 0 0,-1 1 0 0 0,1-1-1 0 0,-1 0 1 0 0,1 0 0 0 0,-1 1 0 0 0,1-1-1 0 0,-1 0 1 0 0,1 0 0 0 0,-1 0 0 0 0,1 0 0 0 0,-1 0-1 0 0,0 0 1 0 0,1 0 0 0 0,-1 0 0 0 0,1 0 0 0 0,-1 0-1 0 0,1 0 1 0 0,-1 0 0 0 0,1 0 0 0 0,-1-1 0 0 0,1 1-1 0 0,-1 0 1 0 0,0 0 0 0 0,1-1 0 0 0,0 1-1 0 0,-1 0 1 0 0,1 0 0 0 0,-1-1 0 0 0,1 1 0 0 0,-1-1-1 0 0,1 1 1 0 0,0 0 0 0 0,-1-1 0 0 0,1 1 0 0 0,0-1-1 0 0,-1 1 1 0 0,1-1 0 0 0,0 1 0 0 0,0-1 0 0 0,-1 1-1 0 0,1-1 1 0 0,0 1 0 0 0,0-1 0 0 0,0 1-1 0 0,0-2 1 0 0,-9 38 63 0 0,10-28-298 0 0,0-1-1 0 0,1 1 1 0 0,0 0 0 0 0,0-1 0 0 0,0 1 0 0 0,1-1-1 0 0,1 0 1 0 0,-1 0 0 0 0,1 0 0 0 0,0 0 0 0 0,0-1-1 0 0,9 10 1 0 0,-9-11-546 0 0,0-1 0 0 0,0 0 0 0 0,1 0 0 0 0,-1 0 0 0 0,1-1 0 0 0,0 0 0 0 0,0 1 0 0 0,0-2 0 0 0,0 1 0 0 0,8 2 0 0 0,1-1-2195 0 0</inkml:trace>
</inkml:ink>
</file>

<file path=ppt/ink/ink8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7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9 382 152 0 0,'0'0'6223'0'0,"16"27"-4618"0"0,-15-18-1383 0 0,0 0-1 0 0,0-1 1 0 0,-1 1-1 0 0,0 0 1 0 0,0 0-1 0 0,-1 0 1 0 0,0 0-1 0 0,-1 0 1 0 0,0 0-1 0 0,-1-1 1 0 0,-3 10-1 0 0,5-16-135 0 0,-1-1 23 0 0,2 0-102 0 0,0-1 0 0 0,0 0 0 0 0,0 0 0 0 0,0 0 0 0 0,0 1 0 0 0,-1-1 0 0 0,1 0 0 0 0,0 0 0 0 0,0 0 0 0 0,0 0 0 0 0,0 0 0 0 0,0 1 0 0 0,0-1 0 0 0,-1 0 0 0 0,1 0 0 0 0,0 0 0 0 0,0 0 0 0 0,0 0 0 0 0,0 0 0 0 0,-1 0 0 0 0,1 0 0 0 0,0 1 0 0 0,0-1 0 0 0,0 0 0 0 0,0 0 0 0 0,-1 0 0 0 0,1 0 0 0 0,0 0 0 0 0,0 0 0 0 0,0 0 0 0 0,-1 0 0 0 0,1 0 0 0 0,0 0 0 0 0,0 0 0 0 0,0 0 0 0 0,-1 0 0 0 0,1 0 0 0 0,0-1 0 0 0,0 1 0 0 0,0 0 0 0 0,0 0 0 0 0,-1 0 0 0 0,1 0 0 0 0,0 0 0 0 0,0 0 0 0 0,0 0 0 0 0,0 0 0 0 0,-1-1 0 0 0,1 1 0 0 0,0 0 0 0 0,0 0 0 0 0,0 0 0 0 0,0-1 0 0 0,-1-3-4 0 0,1-1-1 0 0,-1 1 1 0 0,1-1 0 0 0,1 1 0 0 0,-1-1-1 0 0,0 1 1 0 0,1-1 0 0 0,0 1-1 0 0,0-1 1 0 0,1 1 0 0 0,-1 0-1 0 0,1-1 1 0 0,0 1 0 0 0,0 0-1 0 0,0 0 1 0 0,0 0 0 0 0,1 0 0 0 0,0 1-1 0 0,0-1 1 0 0,6-5 0 0 0,-5 4-11 0 0,0 0 0 0 0,1 1 1 0 0,-1 0-1 0 0,1 0 1 0 0,0 0-1 0 0,0 1 0 0 0,0-1 1 0 0,1 1-1 0 0,-1 0 0 0 0,1 1 1 0 0,-1 0-1 0 0,1-1 1 0 0,0 2-1 0 0,0-1 0 0 0,10-1 1 0 0,-12 3 1 0 0,-1 1 1 0 0,1 0 0 0 0,0-1 0 0 0,-1 1 0 0 0,1 0-1 0 0,-1 1 1 0 0,1-1 0 0 0,-1 1 0 0 0,0-1-1 0 0,1 1 1 0 0,-1 0 0 0 0,0 0 0 0 0,0 1-1 0 0,-1-1 1 0 0,1 0 0 0 0,0 1 0 0 0,-1 0 0 0 0,5 5-1 0 0,18 17-58 0 0,-22-23 50 0 0,12 4-8 0 0,-14-5 18 0 0,21-6-24 0 0,4-8 12 0 0,-15 6-9 0 0,0 0 0 0 0,0 1 0 0 0,1 1 0 0 0,0 0 0 0 0,0 1 0 0 0,0 0 0 0 0,0 1-1 0 0,1 0 1 0 0,-1 1 0 0 0,1 0 0 0 0,18 0 0 0 0,7 5-22 0 0,-24 0 15 0 0,0-2-1 0 0,0 0 1 0 0,0 0-1 0 0,0-1 0 0 0,1-1 1 0 0,-1-1-1 0 0,0 0 0 0 0,0 0 1 0 0,15-6-1 0 0,-28 8 42 0 0,0-1 0 0 0,0 1-1 0 0,-1-1 1 0 0,1 1 0 0 0,0-1-1 0 0,0 1 1 0 0,0-1 0 0 0,0 0-1 0 0,0 1 1 0 0,-1-1 0 0 0,1 0-1 0 0,0 0 1 0 0,-1 1 0 0 0,1-1-1 0 0,-1 0 1 0 0,1 0 0 0 0,-1 0-1 0 0,1 0 1 0 0,-1 0 0 0 0,1 0-1 0 0,-1 0 1 0 0,0 0 0 0 0,0 0-1 0 0,1 0 1 0 0,-1 0 0 0 0,0 0-1 0 0,0-1 1 0 0,0 1 1 0 0,-1 1 0 0 0,1-1 0 0 0,0 1 0 0 0,0-1 0 0 0,-1 1-1 0 0,1-1 1 0 0,0 1 0 0 0,-1-1 0 0 0,1 1 0 0 0,0 0 0 0 0,-1-1 0 0 0,1 1 0 0 0,-1-1 0 0 0,1 1 0 0 0,-1 0 0 0 0,1 0-1 0 0,-1-1 1 0 0,1 1 0 0 0,-1 0 0 0 0,1 0 0 0 0,-1-1 0 0 0,1 1 0 0 0,-1 0 0 0 0,1 0 0 0 0,-1 0 0 0 0,1 0 0 0 0,-1 0 0 0 0,0 0-1 0 0,1 0 1 0 0,-1 0 0 0 0,1 0 0 0 0,-1 0 0 0 0,1 0 0 0 0,-1 0 0 0 0,1 1 0 0 0,-1-1 0 0 0,0 0 0 0 0,1 0 0 0 0,-1 0-1 0 0,1 1 1 0 0,-1-1 0 0 0,1 0 0 0 0,0 1 0 0 0,-2 0 0 0 0,0-1-8 0 0,1 1 0 0 0,-1 0 0 0 0,0 0 0 0 0,0 0 0 0 0,0 0 0 0 0,0 0 0 0 0,1 0-1 0 0,-1 1 1 0 0,0-1 0 0 0,1 0 0 0 0,-1 1 0 0 0,1 0 0 0 0,0-1 0 0 0,-1 1 0 0 0,1 0 0 0 0,0-1 0 0 0,0 1 0 0 0,0 0 0 0 0,0 0 0 0 0,1 0 0 0 0,-1 0 0 0 0,0 0 0 0 0,1 0-1 0 0,-1 0 1 0 0,1 0 0 0 0,0 0 0 0 0,0 1 0 0 0,0-1 0 0 0,0 0 0 0 0,0 2 0 0 0,2 1-33 0 0,0-1 1 0 0,0 0-1 0 0,1 1 1 0 0,0-1-1 0 0,-1 0 1 0 0,1 0-1 0 0,1-1 1 0 0,-1 1-1 0 0,0-1 1 0 0,1 0-1 0 0,0 1 1 0 0,0-2-1 0 0,0 1 1 0 0,0 0-1 0 0,0-1 1 0 0,0 0-1 0 0,1 0 1 0 0,-1 0-1 0 0,1 0 1 0 0,-1-1-1 0 0,1 1 1 0 0,0-1-1 0 0,0-1 1 0 0,-1 1-1 0 0,8 0 1 0 0,2 0-110 0 0,-1-1 0 0 0,1 0 1 0 0,0-1-1 0 0,0 0 0 0 0,-1-1 1 0 0,1-1-1 0 0,23-7 0 0 0,-8-4 9 0 0,-1 0 0 0 0,0-2 0 0 0,-1-1 0 0 0,0-2 0 0 0,-2 0 0 0 0,0-2 0 0 0,29-31 0 0 0,-39 38 88 0 0,42-33-58 0 0,-41 35 111 0 0,0-1 0 0 0,0-1 0 0 0,-1 0 0 0 0,19-25-1 0 0,-28 31-1 0 0,-5 6 75 0 0,1 1 1 0 0,-1-1-1 0 0,0 0 1 0 0,1 0-1 0 0,-1 0 1 0 0,0 0 0 0 0,0 0-1 0 0,0 0 1 0 0,-1 0-1 0 0,1 0 1 0 0,0 0-1 0 0,-1 0 1 0 0,1 0 0 0 0,-1-5-1 0 0,0 4 181 0 0,-17-33 1563 0 0,6 23-1115 0 0,7 10-133 0 0,1-1 0 0 0,-1 0-1 0 0,1 0 1 0 0,0 0-1 0 0,0 0 1 0 0,0-1 0 0 0,-3-6-1 0 0,4 14-300 0 0,-5 5-182 0 0,2 1 0 0 0,-1 0 0 0 0,1 0 0 0 0,0 0 0 0 0,1 1 0 0 0,0 0 0 0 0,0 0 0 0 0,1 0 0 0 0,1 0 0 0 0,-1 0 0 0 0,2 1 0 0 0,-1-1-1 0 0,1 16 1 0 0,0 21 166 0 0,8 75-1 0 0,7 5-1654 0 0,-1-44-4549 0 0,-9-69 1619 0 0,1-3 329 0 0</inkml:trace>
</inkml:ink>
</file>

<file path=ppt/ink/ink8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7.6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1880 0 0,'16'-4'3492'0'0,"-2"3"-675"0"0,-5-2 407 0 0,1-4-2240 0 0,-7-2-1644 0 0,2-2-5925 0 0</inkml:trace>
  <inkml:trace contextRef="#ctx0" brushRef="#br0" timeOffset="1">303 56 416 0 0,'0'0'3700'0'0,"9"3"-243"0"0,-45-6-9474 0 0</inkml:trace>
</inkml:ink>
</file>

<file path=ppt/ink/ink8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2 615 412 0 0,'-1'4'9082'0'0,"25"-7"-8771"0"0,-1-1 1 0 0,1-1-1 0 0,25-9 0 0 0,-37 10-234 0 0,0-1-1 0 0,0 0 0 0 0,0 0 0 0 0,-1-1 0 0 0,0-1 1 0 0,0 0-1 0 0,18-15 0 0 0,-27 24-780 0 0,9 12 97 0 0,-9-12 525 0 0,0 1-1 0 0,1-1 0 0 0,-1 0 0 0 0,1 0 1 0 0,-1 0-1 0 0,1-1 0 0 0,0 1 0 0 0,0-1 1 0 0,0 1-1 0 0,0-1 0 0 0,5 1 0 0 0,14 3-428 0 0,0-1-1 0 0,0-2 0 0 0,1 0 0 0 0,-1-2 0 0 0,41-3 0 0 0,-49 2 426 0 0,-1-1 0 0 0,1-1 0 0 0,0 0 0 0 0,-1-1 0 0 0,1 0 0 0 0,-1-1 0 0 0,-1 0 0 0 0,1-1 0 0 0,-1-1 0 0 0,19-12 0 0 0,-28 17 280 0 0,-1 0-1 0 0,1 0 1 0 0,0-1-1 0 0,-1 1 1 0 0,1-1 0 0 0,-1 1-1 0 0,0-1 1 0 0,0 0-1 0 0,0 0 1 0 0,0 0-1 0 0,-1 0 1 0 0,1 0-1 0 0,-1 0 1 0 0,0-1-1 0 0,0 1 1 0 0,1-5-1 0 0,-2 6 540 0 0,-3-2-308 0 0,0 0-380 0 0,3 7 1206 0 0,0 0-1267 0 0,1 0 0 0 0,0 0 0 0 0,0-1 0 0 0,0 1 0 0 0,0-1 0 0 0,1 1 0 0 0,-1-1 0 0 0,1 1 0 0 0,-1-1 0 0 0,1 0 0 0 0,0 0 0 0 0,0 0 0 0 0,0 0 0 0 0,0 0 0 0 0,0 0 0 0 0,1 0 0 0 0,-1-1 0 0 0,0 1 0 0 0,1-1 0 0 0,-1 0 0 0 0,1 0 0 0 0,0 0 0 0 0,-1 0 0 0 0,1 0 0 0 0,0 0 0 0 0,-1-1 0 0 0,1 1 0 0 0,0-1 0 0 0,0 0 0 0 0,0 0 0 0 0,-1 0 0 0 0,1 0 0 0 0,0 0 0 0 0,5-1 0 0 0,2-1-13 0 0,1 0 0 0 0,-1 0-1 0 0,1-1 1 0 0,-1 0 0 0 0,0-1 0 0 0,0 0-1 0 0,0-1 1 0 0,-1 0 0 0 0,0 0-1 0 0,0-1 1 0 0,0 0 0 0 0,0-1 0 0 0,-1 0-1 0 0,0 0 1 0 0,-1 0 0 0 0,0-1-1 0 0,0-1 1 0 0,0 1 0 0 0,-1-1 0 0 0,0 0-1 0 0,-1 0 1 0 0,0-1 0 0 0,-1 0-1 0 0,0 1 1 0 0,5-20 0 0 0,-2 5 488 0 0,-1-1 0 0 0,-2 0 0 0 0,-1 0 0 0 0,0 0 0 0 0,-2 0 0 0 0,-1 0 0 0 0,-1 0-1 0 0,-1-1 1 0 0,-1 1 0 0 0,-7-25 0 0 0,0 26 1400 0 0,10 23-1827 0 0,0 1 0 0 0,0 0 1 0 0,0 0-1 0 0,0 0 0 0 0,-1-1 0 0 0,1 1 0 0 0,0 0 0 0 0,0 0 0 0 0,-1 0 1 0 0,1 0-1 0 0,0 0 0 0 0,0 0 0 0 0,0-1 0 0 0,-1 1 0 0 0,1 0 0 0 0,0 0 1 0 0,0 0-1 0 0,-1 0 0 0 0,1 0 0 0 0,0 0 0 0 0,0 0 0 0 0,-1 0 0 0 0,1 0 1 0 0,0 0-1 0 0,0 0 0 0 0,-1 0 0 0 0,1 0 0 0 0,0 0 0 0 0,0 1 0 0 0,-1-1 1 0 0,1 0-1 0 0,0 0 0 0 0,0 0 0 0 0,0 0 0 0 0,-1 0 0 0 0,1 0 0 0 0,0 1 0 0 0,0-1 1 0 0,0 0-1 0 0,-1 0 0 0 0,1 0 0 0 0,0 1 0 0 0,0-1 0 0 0,0 0 0 0 0,-3 5 2 0 0,1 0-1 0 0,0 0 0 0 0,0 0 0 0 0,0 1 0 0 0,1-1 0 0 0,0 0 1 0 0,-2 11-1 0 0,1 9-551 0 0,0 0 0 0 0,1 1 0 0 0,2-1 0 0 0,0 0 0 0 0,6 27 0 0 0,-3-29-1508 0 0,1-1 1 0 0,2 1-1 0 0,9 23 1 0 0,1-11-1835 0 0</inkml:trace>
</inkml:ink>
</file>

<file path=ppt/ink/ink8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8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35 708 0 0,'0'0'2672'0'0,"13"-13"-1156"0"0,-39 4-1352 0 0,11 3-280 0 0,-2 5-708 0 0,-10-3-896 0 0,2 2 400 0 0</inkml:trace>
</inkml:ink>
</file>

<file path=ppt/ink/ink8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29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89 1728 0 0,'-1'0'149'0'0,"1"0"0"0"0,-1 0 0 0 0,1 0 0 0 0,0 0 0 0 0,-1 1 0 0 0,1-1 1 0 0,-1 0-1 0 0,1 0 0 0 0,0 0 0 0 0,-1 0 0 0 0,1 1 0 0 0,0-1 0 0 0,-1 0 0 0 0,1 0 0 0 0,0 1 0 0 0,-1-1 0 0 0,1 0 0 0 0,0 0 0 0 0,0 1 0 0 0,-1-1 0 0 0,1 0 0 0 0,0 1 0 0 0,0-1 0 0 0,-1 0 0 0 0,1 1 1 0 0,0-1-1 0 0,0 1 0 0 0,0-1 0 0 0,0 0 0 0 0,0 1 0 0 0,0-1 0 0 0,0 1 0 0 0,0-1 0 0 0,0 1 0 0 0,14 5 1230 0 0,31-4-789 0 0,204-21 1422 0 0,-71 4-1310 0 0,1054-39 1349 0 0,-410 49-2919 0 0,-517 2-814 0 0,-99-5-3759 0 0,-115 5 2241 0 0</inkml:trace>
  <inkml:trace contextRef="#ctx0" brushRef="#br0" timeOffset="1">3760 13 1824 0 0,'14'12'15282'0'0,"-38"0"-20223"0"0,6-8-131 0 0,-3-3 1167 0 0</inkml:trace>
</inkml:ink>
</file>

<file path=ppt/ink/ink8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33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502 77 388 0 0,'0'0'1311'0'0,"16"-25"3264"0"0,-12 14 3074 0 0,-5 9-7608 0 0,1 0 0 0 0,-1 0-1 0 0,0 0 1 0 0,0 0 0 0 0,0 0-1 0 0,0 0 1 0 0,0 0-1 0 0,0 0 1 0 0,0 0 0 0 0,-1 0-1 0 0,1 0 1 0 0,-1 1 0 0 0,1-1-1 0 0,-1 1 1 0 0,0-1 0 0 0,0 1-1 0 0,0 0 1 0 0,0-1 0 0 0,0 1-1 0 0,0 0 1 0 0,0 0 0 0 0,0 1-1 0 0,0-1 1 0 0,0 0 0 0 0,0 1-1 0 0,0-1 1 0 0,-1 1 0 0 0,1 0-1 0 0,0-1 1 0 0,0 1-1 0 0,-1 0 1 0 0,1 0 0 0 0,0 1-1 0 0,0-1 1 0 0,-1 0 0 0 0,1 1-1 0 0,0 0 1 0 0,0-1 0 0 0,-4 3-1 0 0,-10 3-66 0 0,1 1 0 0 0,0 0 0 0 0,0 1 0 0 0,-18 14-1 0 0,17-11 125 0 0,-19 12-87 0 0,1 1 0 0 0,2 2 0 0 0,0 2 0 0 0,-34 38 0 0 0,49-47-2 0 0,1 0 1 0 0,2 1 0 0 0,0 0-1 0 0,1 1 1 0 0,1 1 0 0 0,0 0-1 0 0,2 1 1 0 0,-11 36-1 0 0,18-50-13 0 0,1-1-1 0 0,1 1 0 0 0,0-1 0 0 0,0 1 1 0 0,0 0-1 0 0,1 0 0 0 0,0-1 1 0 0,1 1-1 0 0,0 0 0 0 0,0-1 0 0 0,1 1 1 0 0,0 0-1 0 0,1-1 0 0 0,-1 0 0 0 0,2 0 1 0 0,-1 0-1 0 0,9 14 0 0 0,-7-16-6 0 0,-1 0-1 0 0,1-1 1 0 0,1 1-1 0 0,-1-1 1 0 0,1 0-1 0 0,0 0 1 0 0,0-1-1 0 0,0 0 1 0 0,1 0-1 0 0,0 0 1 0 0,0-1-1 0 0,0 0 1 0 0,0 0-1 0 0,0-1 1 0 0,0 0-1 0 0,1 0 1 0 0,-1-1-1 0 0,1 0 1 0 0,-1 0-1 0 0,15 0 1 0 0,10-3-29 0 0,0-1 1 0 0,-1-2-1 0 0,0-1 1 0 0,0-1-1 0 0,0-1 1 0 0,-1-2-1 0 0,48-22 1 0 0,-6-4-650 0 0,123-82 0 0 0,-195 117 676 0 0,1 0 0 0 0,-1 1 0 0 0,1-1 0 0 0,-1 1 1 0 0,1-1-1 0 0,0 1 0 0 0,-1 0 0 0 0,1-1 0 0 0,0 1 1 0 0,-1 0-1 0 0,1-1 0 0 0,0 1 0 0 0,0 0 0 0 0,-1 0 1 0 0,1-1-1 0 0,0 1 0 0 0,0 0 0 0 0,-1 0 0 0 0,1 0 1 0 0,0 0-1 0 0,0 0 0 0 0,0 0 0 0 0,-1 0 0 0 0,1 0 1 0 0,0 1-1 0 0,0-1 0 0 0,-1 0 0 0 0,1 0 0 0 0,0 1 1 0 0,-1-1-1 0 0,1 0 0 0 0,0 1 0 0 0,-1-1 0 0 0,2 1 1 0 0,8 27-150 0 0,-8-21 154 0 0,0 0 9 0 0,1 0 0 0 0,0 0 0 0 0,0 0 0 0 0,0-1-1 0 0,1 1 1 0 0,0-1 0 0 0,0 0 0 0 0,1 0 0 0 0,-1 0 0 0 0,1-1-1 0 0,0 1 1 0 0,1-1 0 0 0,-1-1 0 0 0,1 1 0 0 0,0-1 0 0 0,1 0-1 0 0,-1 0 1 0 0,1-1 0 0 0,-1 1 0 0 0,1-2 0 0 0,0 1 0 0 0,0-1-1 0 0,0 0 1 0 0,0 0 0 0 0,1-1 0 0 0,-1 0 0 0 0,0 0 0 0 0,1-1-1 0 0,-1 0 1 0 0,0 0 0 0 0,1-1 0 0 0,-1 0 0 0 0,0 0 0 0 0,1 0-1 0 0,6-3 1 0 0,-12 3 35 0 0,0 0 0 0 0,0 0 0 0 0,0 0 0 0 0,0 0 0 0 0,0 0 0 0 0,0 0 0 0 0,0 0 0 0 0,-1-1-1 0 0,1 1 1 0 0,0-1 0 0 0,-1 1 0 0 0,1-1 0 0 0,-1 1 0 0 0,0-1 0 0 0,0 0 0 0 0,1 0 0 0 0,-1 0 0 0 0,0 0 0 0 0,0 0 0 0 0,-1 0 0 0 0,1 0-1 0 0,0 0 1 0 0,-1 0 0 0 0,1 0 0 0 0,-1 0 0 0 0,0 0 0 0 0,1-1 0 0 0,-1 1 0 0 0,0 0 0 0 0,0 0 0 0 0,-1 0 0 0 0,1 0 0 0 0,0-1 0 0 0,-1 1-1 0 0,1 0 1 0 0,-1 0 0 0 0,0 0 0 0 0,0 0 0 0 0,-2-3 0 0 0,0-3 47 0 0,-1 0 1 0 0,0 0-1 0 0,-1 1 0 0 0,0 0 1 0 0,0 0-1 0 0,-1 0 0 0 0,0 0 1 0 0,-10-8-1 0 0,6 8-26 0 0,0 0 0 0 0,0 1 0 0 0,-1 0 1 0 0,0 0-1 0 0,-1 2 0 0 0,-15-6 0 0 0,19 7-213 0 0,1 1 0 0 0,-1 1 0 0 0,1-1 0 0 0,-1 1 0 0 0,1 0 0 0 0,-1 1 0 0 0,0 0 0 0 0,1 0 0 0 0,-1 1 0 0 0,0-1 1 0 0,-10 4-1 0 0,-2 6-1771 0 0,10 3-4264 0 0,7-5 3012 0 0</inkml:trace>
</inkml:ink>
</file>

<file path=ppt/ink/ink8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34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0 412 492 0 0,'0'0'1131'0'0,"18"27"5087"0"0,24 83-3091 0 0,-42-109-2698 0 0,33-45-391 0 0,-30 38-25 0 0,-1 1-22 0 0,0 1 0 0 0,1-1 0 0 0,-1 0 0 0 0,1 1 0 0 0,0-1-1 0 0,0 1 1 0 0,1 0 0 0 0,-1 0 0 0 0,1 0 0 0 0,0 0 0 0 0,0 1 0 0 0,5-4 0 0 0,-6 7 2 0 0,0-1 1 0 0,0 1-1 0 0,0 0 1 0 0,0-1-1 0 0,0 1 1 0 0,0 1-1 0 0,0-1 1 0 0,0 0-1 0 0,0 1 1 0 0,5 1-1 0 0,7 1-23 0 0,11 0-59 0 0,6 1-44 0 0,1 0 0 0 0,47-3-1 0 0,-68-2 124 0 0,-1 0-1 0 0,1-1 1 0 0,0-1 0 0 0,-1 0-1 0 0,1 0 1 0 0,-1-1-1 0 0,0 0 1 0 0,0-1 0 0 0,-1-1-1 0 0,15-9 1 0 0,-13 7 30 0 0,-1-2-1 0 0,0 1 1 0 0,-1-1 0 0 0,0-1-1 0 0,0 0 1 0 0,-1 0 0 0 0,-1-1-1 0 0,0 0 1 0 0,0-1 0 0 0,-2 1-1 0 0,1-1 1 0 0,-2-1 0 0 0,5-14-1 0 0,-6 18 42 0 0,-1 0-1 0 0,-1 0 1 0 0,0 0-1 0 0,-1-1 1 0 0,0 1-1 0 0,0 0 1 0 0,-1-1-1 0 0,0 1 1 0 0,-1-1-1 0 0,0 1 0 0 0,-1 0 1 0 0,0 0-1 0 0,-1 0 1 0 0,0 0-1 0 0,0 0 1 0 0,-1 0-1 0 0,0 1 1 0 0,-11-18-1 0 0,14 26-49 0 0,1-1-1 0 0,-1 0 0 0 0,0 0 1 0 0,0 1-1 0 0,0-1 1 0 0,-1 1-1 0 0,1-1 1 0 0,0 1-1 0 0,0-1 1 0 0,-1 1-1 0 0,1 0 1 0 0,-1 0-1 0 0,1 0 1 0 0,-1-1-1 0 0,0 1 0 0 0,1 1 1 0 0,-1-1-1 0 0,0 0 1 0 0,0 0-1 0 0,0 1 1 0 0,1-1-1 0 0,-1 1 1 0 0,0 0-1 0 0,0-1 1 0 0,0 1-1 0 0,0 0 1 0 0,0 0-1 0 0,0 0 0 0 0,0 0 1 0 0,0 0-1 0 0,0 1 1 0 0,1-1-1 0 0,-1 1 1 0 0,0-1-1 0 0,0 1 1 0 0,0 0-1 0 0,0-1 1 0 0,1 1-1 0 0,-1 0 1 0 0,0 0-1 0 0,1 0 0 0 0,-1 1 1 0 0,1-1-1 0 0,-1 0 1 0 0,1 1-1 0 0,0-1 1 0 0,-1 0-1 0 0,1 1 1 0 0,0 0-1 0 0,0-1 1 0 0,-1 3-1 0 0,-6 8 1 0 0,0 0-1 0 0,1 1 0 0 0,1-1 1 0 0,0 1-1 0 0,-6 21 1 0 0,8-19-3 0 0,1 0 1 0 0,1 1-1 0 0,0-1 0 0 0,1 1 1 0 0,1-1-1 0 0,1 1 0 0 0,0-1 1 0 0,1 0-1 0 0,0 1 0 0 0,1-1 1 0 0,1 0-1 0 0,0 0 0 0 0,2-1 1 0 0,-1 0-1 0 0,2 1 0 0 0,12 20 1 0 0,-6-13 1 0 0,1 0 1 0 0,1 0 0 0 0,1-2-1 0 0,1 0 1 0 0,1-1 0 0 0,1 0-1 0 0,0-2 1 0 0,1 0 0 0 0,24 15 0 0 0,-37-28 0 0 0,-1 0 0 0 0,1 0 0 0 0,-1 0 0 0 0,1-1 0 0 0,0 0 1 0 0,0-1-1 0 0,1 1 0 0 0,-1-1 0 0 0,1-1 0 0 0,-1 1 1 0 0,1-1-1 0 0,14 0 0 0 0,-20-2 54 0 0,1 0 0 0 0,-1-1 1 0 0,1 1-1 0 0,-1 0 0 0 0,0-1 1 0 0,1 1-1 0 0,-1-1 0 0 0,0 0 0 0 0,0 0 1 0 0,0 0-1 0 0,-1 0 0 0 0,1 0 1 0 0,0 0-1 0 0,-1 0 0 0 0,1-1 0 0 0,-1 1 1 0 0,0 0-1 0 0,1-1 0 0 0,-1 1 1 0 0,-1-1-1 0 0,1 0 0 0 0,0 1 0 0 0,-1-1 1 0 0,1-3-1 0 0,-1 4 433 0 0,0-3-728 0 0,0-11 1647 0 0,-1 11-4661 0 0</inkml:trace>
</inkml:ink>
</file>

<file path=ppt/ink/ink8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34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86 960 0 0,'-3'-7'1393'0'0,"1"0"-1"0"0,-1 0 0 0 0,1 0 1 0 0,0 0-1 0 0,1 0 1 0 0,-1-13-1 0 0,2 18-633 0 0,1-13 1690 0 0,-1 9-4246 0 0</inkml:trace>
</inkml:ink>
</file>

<file path=ppt/ink/ink8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34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 1336 0 0,'0'0'1332'0'0,"1"-16"1976"0"0,4 10-3019 0 0,0 1 0 0 0,0 0 1 0 0,1 0-1 0 0,0 0 0 0 0,-1 0 0 0 0,1 1 1 0 0,1 0-1 0 0,-1 1 0 0 0,1-1 0 0 0,-1 1 1 0 0,1 0-1 0 0,0 1 0 0 0,0 0 0 0 0,0 0 1 0 0,12-2-1 0 0,17-2-1184 0 0,68-1 1 0 0,-86 6 514 0 0,64-2-3805 0 0,-41 1 1791 0 0</inkml:trace>
</inkml:ink>
</file>

<file path=ppt/ink/ink8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35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9 392 0 0,'0'0'11430'0'0,"0"0"-11402"0"0,1-1 0 0 0,-1 1 0 0 0,0-1-1 0 0,0 1 1 0 0,0-1 0 0 0,1 1-1 0 0,-1 0 1 0 0,0-1 0 0 0,0 1 0 0 0,1-1-1 0 0,-1 1 1 0 0,0 0 0 0 0,1-1 0 0 0,-1 1-1 0 0,1 0 1 0 0,-1-1 0 0 0,0 1-1 0 0,1 0 1 0 0,-1 0 0 0 0,1-1 0 0 0,-1 1-1 0 0,1 0 1 0 0,-1 0 0 0 0,1 0-1 0 0,0 0 1 0 0,83-1 1220 0 0,-82 2-949 0 0,-9-1-264 0 0,-128 7 570 0 0,130-9-319 0 0,1 1-395 0 0,46 7-12070 0 0</inkml:trace>
</inkml:ink>
</file>

<file path=ppt/ink/ink8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37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7 600 0 0,'0'-5'8320'0'0,"0"13"-8286"0"0,1 1 0 0 0,0 0 0 0 0,1-1 0 0 0,-1 1-1 0 0,2-1 1 0 0,-1 0 0 0 0,1 0 0 0 0,0 0 0 0 0,1 0 0 0 0,0 0-1 0 0,0-1 1 0 0,1 1 0 0 0,-1-1 0 0 0,2 0 0 0 0,-1-1 0 0 0,1 1-1 0 0,0-1 1 0 0,0 0 0 0 0,1-1 0 0 0,11 8 0 0 0,-17-12 55 0 0,31-5 653 0 0,-17-6-571 0 0,0-1-1 0 0,-1-1 1 0 0,0-1-1 0 0,0 0 1 0 0,-1 0-1 0 0,13-20 1 0 0,-18 22 225 0 0,-8 11-389 0 0,0-1-1 0 0,0 1 0 0 0,0-1 1 0 0,0 1-1 0 0,1 0 0 0 0,-1-1 0 0 0,0 1 1 0 0,0-1-1 0 0,1 1 0 0 0,-1 0 0 0 0,0-1 1 0 0,0 1-1 0 0,1 0 0 0 0,-1 0 0 0 0,0-1 1 0 0,1 1-1 0 0,-1 0 0 0 0,1 0 0 0 0,-1-1 1 0 0,0 1-1 0 0,1 0 0 0 0,-1 0 1 0 0,1 0-1 0 0,-1 0 0 0 0,0 0 0 0 0,1 0 1 0 0,-1-1-1 0 0,1 1 0 0 0,-1 0 0 0 0,1 0 1 0 0,-1 0-1 0 0,1 0 0 0 0,-1 1 0 0 0,0-1 1 0 0,1 0-1 0 0,-1 0 0 0 0,1 0 0 0 0,-1 0 1 0 0,1 0-1 0 0,-1 0 0 0 0,0 1 0 0 0,1-1 1 0 0,11 2-36 0 0,40 4-155 0 0,0-4 0 0 0,1-1 0 0 0,-1-3 1 0 0,86-14-1 0 0,-97 14-171 0 0,-38 2 274 0 0,15 6-285 0 0,-17-4 327 0 0,-1-2 36 0 0,-1 1 0 0 0,1-1 0 0 0,0 1 0 0 0,-1-1 0 0 0,1 1 0 0 0,0-1 1 0 0,0 1-1 0 0,-1-1 0 0 0,1 1 0 0 0,0 0 0 0 0,0-1 0 0 0,0 1 0 0 0,0 0 0 0 0,0-1 0 0 0,0 1 0 0 0,0-1 0 0 0,0 1 0 0 0,0 0 0 0 0,0-1 1 0 0,0 1-1 0 0,0-1 0 0 0,0 1 0 0 0,1 0 0 0 0,-1-1 0 0 0,0 1 0 0 0,0-1 0 0 0,1 1 0 0 0,-1 0 0 0 0,8 22-96 0 0,-5-19 106 0 0,-1 0 0 0 0,0-1 0 0 0,1 1 0 0 0,0 0 0 0 0,0-1 0 0 0,0 0 0 0 0,1 1 1 0 0,-1-1-1 0 0,1-1 0 0 0,-1 1 0 0 0,1 0 0 0 0,0-1 0 0 0,0 0 0 0 0,0 0 0 0 0,0 0 0 0 0,1 0 0 0 0,-1-1 0 0 0,0 0 0 0 0,1 1 0 0 0,-1-2 0 0 0,1 1 1 0 0,4 0-1 0 0,-7-1 161 0 0,3-8 192 0 0,-4 7-321 0 0,0 0 1 0 0,0 0-1 0 0,0 0 1 0 0,-1 0-1 0 0,1 0 1 0 0,0 0 0 0 0,-1 0-1 0 0,1 0 1 0 0,0 0-1 0 0,-1 0 1 0 0,1 0-1 0 0,-1 0 1 0 0,0 0-1 0 0,1-1 1 0 0,-1 1 0 0 0,0 0-1 0 0,0-2 1 0 0,0-1 48 0 0,-1 0-1 0 0,0-1 1 0 0,0 1 0 0 0,0 0 0 0 0,-1-1 0 0 0,1 1 0 0 0,-1 0 0 0 0,0 0-1 0 0,0 0 1 0 0,-1 0 0 0 0,1 1 0 0 0,-4-5 0 0 0,-39-39 211 0 0,43 45-589 0 0</inkml:trace>
</inkml:ink>
</file>

<file path=ppt/ink/ink8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37.9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66 724 0 0,'0'0'2133'0'0,"14"-6"6092"0"0,-8 6-7200 0 0,-2 4-962 0 0,0 0-1 0 0,1-1 1 0 0,0 1-1 0 0,0-1 1 0 0,0 0-1 0 0,0 0 1 0 0,0 0-1 0 0,1 0 1 0 0,-1-1-1 0 0,1 0 1 0 0,0-1-1 0 0,-1 1 1 0 0,1-1-1 0 0,0 0 1 0 0,0 0-1 0 0,0-1 1 0 0,0 0-1 0 0,0 0 1 0 0,0 0-1 0 0,0-1 1 0 0,-1 0-1 0 0,1 0 1 0 0,0 0-1 0 0,0-1 1 0 0,0 1-1 0 0,-1-2 1 0 0,11-4-1 0 0,19-9-69 0 0,0 3-1 0 0,1 0 1 0 0,0 3-1 0 0,0 1 1 0 0,1 1-1 0 0,74-5 1 0 0,-103 13-5 0 0,6 2-3 0 0,14 3 1 0 0,-27-5 17 0 0,0 0 0 0 0,0 0 0 0 0,0 0 0 0 0,-1 0 0 0 0,1 1 0 0 0,0-1 1 0 0,0 0-1 0 0,0 0 0 0 0,-1 0 0 0 0,1 1 0 0 0,0-1 0 0 0,0 0 0 0 0,-1 1 0 0 0,1-1 0 0 0,0 1 0 0 0,-1-1 1 0 0,1 1-1 0 0,0-1 0 0 0,-1 1 0 0 0,1-1 0 0 0,-1 1 0 0 0,1 0 0 0 0,-1-1 0 0 0,1 1 0 0 0,-1 0 0 0 0,1-1 0 0 0,-1 1 1 0 0,0 0-1 0 0,1 0 0 0 0,-1-1 0 0 0,0 1 0 0 0,0 0 0 0 0,0 0 0 0 0,0 0 0 0 0,1-1 0 0 0,-1 1 0 0 0,0 0 0 0 0,0 0 1 0 0,0 0-1 0 0,-1 0 0 0 0,1-1 0 0 0,0 1 0 0 0,0 0 0 0 0,0 0 0 0 0,-1-1 0 0 0,1 1 0 0 0,0 0 0 0 0,-1 0 0 0 0,1-1 1 0 0,0 1-1 0 0,-1 0 0 0 0,0 1 0 0 0,-35 41-78 0 0,22-28-599 0 0,0 9-2118 0 0,8-10-2231 0 0</inkml:trace>
</inkml:ink>
</file>

<file path=ppt/ink/ink8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0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78 199 280 0 0,'0'0'4790'0'0,"-6"31"-3605"0"0,0 29-187 0 0,3 96 0 0 0,4-94-577 0 0,-6-3 435 0 0,5-57-245 0 0,-1 0-41 0 0,1-2-533 0 0,0 0 0 0 0,0 1-1 0 0,0-1 1 0 0,0 0-1 0 0,0 0 1 0 0,0 0-1 0 0,0 1 1 0 0,0-1-1 0 0,0 0 1 0 0,0 0-1 0 0,0 0 1 0 0,0 1-1 0 0,0-1 1 0 0,0 0-1 0 0,0 0 1 0 0,0 0-1 0 0,0 1 1 0 0,0-1-1 0 0,0 0 1 0 0,0 0-1 0 0,0 0 1 0 0,0 1-1 0 0,-1-1 1 0 0,1 0-1 0 0,0 0 1 0 0,0 0-1 0 0,0 0 1 0 0,0 0-1 0 0,0 1 1 0 0,-1-1-1 0 0,1 0 1 0 0,0 0-1 0 0,0 0 1 0 0,0 0-1 0 0,0 0 1 0 0,-1 0-1 0 0,1 0 1 0 0,0 0-1 0 0,0 0 1 0 0,0 1-1 0 0,-1-1 1 0 0,1 0-1 0 0,0 0 1 0 0,0 0 0 0 0,0 0-1 0 0,-1 0 1 0 0,1 0-1 0 0,0 0 1 0 0,0 0-1 0 0,0-1 1 0 0,-1 1-1 0 0,1 0 1 0 0,0 0-1 0 0,0 0 1 0 0,0 0-1 0 0,-1 0 1 0 0,1 0-1 0 0,-7-12 52 0 0,0 0 1 0 0,1 0-1 0 0,1 0 0 0 0,0-1 1 0 0,0 1-1 0 0,1-1 0 0 0,1-1 0 0 0,0 1 1 0 0,1 0-1 0 0,0-1 0 0 0,1 1 1 0 0,1-1-1 0 0,0 1 0 0 0,1-1 0 0 0,4-24 1 0 0,-2 18-70 0 0,2 0 0 0 0,0 0 0 0 0,1 1 0 0 0,0 0 0 0 0,2 0 0 0 0,0 1 0 0 0,1 0 0 0 0,1 0 0 0 0,1 1 0 0 0,17-22 0 0 0,-22 32-24 0 0,4-6-14 0 0,1 0 0 0 0,0 1 1 0 0,1 0-1 0 0,1 1 0 0 0,0 0 0 0 0,0 1 0 0 0,1 1 0 0 0,15-8 1 0 0,-29 16 9 0 0,0 1-1 0 0,1 0 1 0 0,-1 0 0 0 0,1-1 0 0 0,-1 1 0 0 0,1 0 0 0 0,-1 0 0 0 0,1 0 0 0 0,-1 0 0 0 0,1 0-1 0 0,-1 0 1 0 0,1 0 0 0 0,0 0 0 0 0,-1 0 0 0 0,1 0 0 0 0,-1 0 0 0 0,1 0 0 0 0,-1 0 0 0 0,1 0 0 0 0,-1 0-1 0 0,1 0 1 0 0,-1 1 0 0 0,1-1 0 0 0,-1 0 0 0 0,1 0 0 0 0,-1 1 0 0 0,0-1 0 0 0,1 0 0 0 0,-1 1 0 0 0,1-1-1 0 0,-1 0 1 0 0,0 1 0 0 0,1-1 0 0 0,-1 1 0 0 0,0-1 0 0 0,1 1 0 0 0,4 25-112 0 0,-11 28 3 0 0,4-45 75 0 0,1 0 1 0 0,0 1-1 0 0,1 0 1 0 0,0-1-1 0 0,0 1 1 0 0,1-1 0 0 0,0 1-1 0 0,1-1 1 0 0,0 1-1 0 0,0-1 1 0 0,1 0-1 0 0,0 0 1 0 0,1 0 0 0 0,0 0-1 0 0,1-1 1 0 0,-1 0-1 0 0,11 14 1 0 0,9 7-107 0 0,0-1-1 0 0,2-1 1 0 0,39 32 0 0 0,-2-3-89 0 0,-53-46 132 0 0,0 1 1 0 0,0 0-1 0 0,-1 0 0 0 0,0 1 0 0 0,14 24 0 0 0,-22-34 95 0 0,0 1 0 0 0,0-1 0 0 0,0 0 0 0 0,0 1 0 0 0,0-1 0 0 0,0 1 0 0 0,-1 0 1 0 0,1-1-1 0 0,-1 1 0 0 0,0 0 0 0 0,0-1 0 0 0,0 1 0 0 0,0 0 0 0 0,0-1 0 0 0,0 1 0 0 0,-1 0 1 0 0,1-1-1 0 0,-1 1 0 0 0,0-1 0 0 0,0 1 0 0 0,0-1 0 0 0,0 1 0 0 0,0-1 0 0 0,-1 0 0 0 0,1 1 1 0 0,-1-1-1 0 0,1 0 0 0 0,-1 0 0 0 0,0 0 0 0 0,0 0 0 0 0,0 0 0 0 0,0-1 0 0 0,0 1 0 0 0,0 0 0 0 0,0-1 1 0 0,-1 0-1 0 0,1 0 0 0 0,0 1 0 0 0,-4 0 0 0 0,-11 5 80 0 0,0-1 0 0 0,0-1 0 0 0,-1 0 0 0 0,0-1 0 0 0,0-1 0 0 0,0-1 0 0 0,0 0 0 0 0,0-2 0 0 0,-1 0 0 0 0,1-1 0 0 0,0 0 0 0 0,0-2-1 0 0,-31-7 1 0 0,44 8-470 0 0,-19-4-500 0 0,15 2-5109 0 0,4-3 3372 0 0</inkml:trace>
</inkml:ink>
</file>

<file path=ppt/ink/ink8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1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86 148 68 0 0,'0'0'4109'0'0,"-8"1"-3457"0"0,3-1-641 0 0,0 0 226 0 0,0 1 0 0 0,0-1 0 0 0,0 1 0 0 0,0 0 0 0 0,0 1 0 0 0,0-1 0 0 0,0 1 1 0 0,0 0-1 0 0,1 0 0 0 0,-1 0 0 0 0,1 1 0 0 0,-1 0 0 0 0,-4 4 1359 0 0,22-5-1526 0 0,-11-1-85 0 0,-1 0-1 0 0,1-1 0 0 0,0 1 1 0 0,0-1-1 0 0,-1 0 0 0 0,1 0 1 0 0,0 1-1 0 0,0-1 1 0 0,0 0-1 0 0,-1-1 0 0 0,1 1 1 0 0,0 0-1 0 0,3-1 1 0 0,23-3-297 0 0,1 1 0 0 0,-1 1 1 0 0,1 2-1 0 0,-1 1 1 0 0,46 6-1 0 0,-37-2 184 0 0,1-2 0 0 0,0-2 1 0 0,40-3-1 0 0,-65 0 119 0 0,121-19-142 0 0,-120 17 230 0 0,0 1-1 0 0,0-2 1 0 0,-1 0 0 0 0,1-1 0 0 0,-1 0 0 0 0,-1-1 0 0 0,20-13 0 0 0,-30 19-39 0 0,0-1-1 0 0,0 1 1 0 0,0-1-1 0 0,0 0 1 0 0,-1 0-1 0 0,1 0 1 0 0,-1 0-1 0 0,1 0 1 0 0,-1 0-1 0 0,1 0 1 0 0,-1 0 0 0 0,0 0-1 0 0,0-1 1 0 0,0 1-1 0 0,0-1 1 0 0,-1 1-1 0 0,1 0 1 0 0,-1-1-1 0 0,1 1 1 0 0,-1-1 0 0 0,0 1-1 0 0,0-1 1 0 0,0 0-1 0 0,0 1 1 0 0,-1-1-1 0 0,1 1 1 0 0,-1-1-1 0 0,1 1 1 0 0,-1 0-1 0 0,0-1 1 0 0,0 1 0 0 0,0 0-1 0 0,0-1 1 0 0,0 1-1 0 0,-1 0 1 0 0,1 0-1 0 0,-1 0 1 0 0,1 0-1 0 0,-1 0 1 0 0,0 0-1 0 0,1 1 1 0 0,-1-1 0 0 0,0 0-1 0 0,0 1 1 0 0,-1 0-1 0 0,1-1 1 0 0,0 1-1 0 0,0 0 1 0 0,-1 0-1 0 0,1 0 1 0 0,0 0-1 0 0,-1 1 1 0 0,1-1 0 0 0,-1 1-1 0 0,1-1 1 0 0,-4 1-1 0 0,3 0-28 0 0,1 0 0 0 0,0 0-1 0 0,0 1 1 0 0,-1-1-1 0 0,1 0 1 0 0,0 1 0 0 0,0 0-1 0 0,-1-1 1 0 0,1 1 0 0 0,0 0-1 0 0,0 0 1 0 0,0 1 0 0 0,0-1-1 0 0,0 0 1 0 0,0 1 0 0 0,1-1-1 0 0,-1 1 1 0 0,0-1-1 0 0,1 1 1 0 0,-1 0 0 0 0,1 0-1 0 0,-1-1 1 0 0,1 1 0 0 0,0 0-1 0 0,0 0 1 0 0,0 0 0 0 0,-1 4-1 0 0,-4 8 9 0 0,1 0 0 0 0,0 0 0 0 0,-2 15 0 0 0,5-20-5 0 0,-48 251 164 0 0,0 4-87 0 0,45-243-80 0 0,-2 0-1 0 0,-1 0 1 0 0,0-1 0 0 0,-2 0-1 0 0,0 0 1 0 0,-1-1 0 0 0,-1 0-1 0 0,-16 19 1 0 0,22-31-23 0 0,1 0 0 0 0,-1 0 1 0 0,-1-1-1 0 0,1 0 0 0 0,-1-1 1 0 0,0 1-1 0 0,0-1 0 0 0,-1 0 0 0 0,0-1 1 0 0,1 0-1 0 0,-2 0 0 0 0,1-1 1 0 0,0 0-1 0 0,-1 0 0 0 0,1-1 0 0 0,-1 0 1 0 0,0-1-1 0 0,1 1 0 0 0,-1-2 0 0 0,0 1 1 0 0,0-1-1 0 0,0-1 0 0 0,-10-1 1 0 0,16 1-138 0 0,0 1 0 0 0,0-1 0 0 0,1 0 0 0 0,-1 0 0 0 0,0 0 1 0 0,0-1-1 0 0,1 1 0 0 0,-1-1 0 0 0,1 1 0 0 0,-5-4 0 0 0,-6-17-3832 0 0,8 5 1410 0 0</inkml:trace>
</inkml:ink>
</file>

<file path=ppt/ink/ink8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1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147 220 640 0 0,'-13'-11'1114'0'0,"-1"1"0"0"0,0 1 1 0 0,0 0-1 0 0,-1 0 0 0 0,0 2 0 0 0,-1 0 0 0 0,-16-5 1 0 0,18 7 1255 0 0,20 3-1315 0 0,40 7-1083 0 0,1 0 183 0 0,-23-6-110 0 0,0 0 0 0 0,1-2 1 0 0,-1 0-1 0 0,0-2 0 0 0,-1 0 1 0 0,1-2-1 0 0,24-10 0 0 0,19-12-135 0 0,66-40-1 0 0,-131 68 73 0 0,-1 0-1 0 0,0 1 0 0 0,1-1 1 0 0,-1 0-1 0 0,0 0 1 0 0,1 1-1 0 0,-1-1 0 0 0,1 0 1 0 0,0 1-1 0 0,-1 0 1 0 0,1-1-1 0 0,-1 1 0 0 0,1 0 1 0 0,0 0-1 0 0,-1 0 0 0 0,1 0 1 0 0,-1 0-1 0 0,1 0 1 0 0,0 0-1 0 0,-1 1 0 0 0,1-1 1 0 0,-1 1-1 0 0,1-1 1 0 0,-1 1-1 0 0,1-1 0 0 0,2 3 1 0 0,-2 0 2 0 0,1 0 1 0 0,-1 0 0 0 0,0 0-1 0 0,0 0 1 0 0,0 0-1 0 0,0 1 1 0 0,-1-1-1 0 0,1 1 1 0 0,-1-1 0 0 0,0 1-1 0 0,1 5 1 0 0,7 33-13 0 0,-1 1 0 0 0,-2 1 1 0 0,-3-1-1 0 0,-1 1 0 0 0,-2 0 0 0 0,-2-1 1 0 0,-9 55-1 0 0,-3-19 16 0 0,-4-2 1 0 0,-2 0-1 0 0,-36 82 1 0 0,49-142 2 0 0,0-1 1 0 0,-1 0 0 0 0,-1 0-1 0 0,-1-1 1 0 0,0 0-1 0 0,-1-1 1 0 0,-1 0-1 0 0,-17 16 1 0 0,24-26 31 0 0,0 1 0 0 0,0-1 0 0 0,0 0-1 0 0,0 0 1 0 0,-1 0 0 0 0,0-1 0 0 0,1 0 0 0 0,-1 0 0 0 0,0-1 0 0 0,-1 1 0 0 0,1-1-1 0 0,0 0 1 0 0,-1-1 0 0 0,1 0 0 0 0,-1 0 0 0 0,1 0 0 0 0,-1-1 0 0 0,0 0-1 0 0,1 0 1 0 0,-1-1 0 0 0,1 1 0 0 0,-1-2 0 0 0,1 1 0 0 0,-1-1 0 0 0,-10-3 0 0 0,14 3 5 0 0,-1 0 1 0 0,1 0-1 0 0,0 0 1 0 0,-1 0-1 0 0,1 0 1 0 0,0-1 0 0 0,0 1-1 0 0,0-1 1 0 0,1 0-1 0 0,-1 0 1 0 0,1 0 0 0 0,-1 0-1 0 0,1 0 1 0 0,0 0-1 0 0,0-1 1 0 0,1 1-1 0 0,-4-8 1 0 0,4 5-6 0 0,0-1-1 0 0,-1 0 1 0 0,2 1-1 0 0,-1-1 1 0 0,1 0 0 0 0,0 1-1 0 0,0-1 1 0 0,1 0 0 0 0,3-11-1 0 0,-1 3-101 0 0,2 0 1 0 0,0 1-1 0 0,1 0 0 0 0,0 0 0 0 0,1 0 1 0 0,1 1-1 0 0,0 0 0 0 0,14-17 1 0 0,-7 14-383 0 0,1 0 1 0 0,0 2-1 0 0,1 0 1 0 0,25-16 0 0 0,39-17-4753 0 0,-37 24 2193 0 0</inkml:trace>
</inkml:ink>
</file>

<file path=ppt/ink/ink8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4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0 312 0 0,'0'0'6111'0'0,"15"5"4544"0"0,-8-4-11227 0 0,-6-1 581 0 0,0 0 1 0 0,0 0 0 0 0,0 0 0 0 0,0 1-1 0 0,0-1 1 0 0,0 0 0 0 0,0 1 0 0 0,0-1 0 0 0,0 0-1 0 0,0 1 1 0 0,0 0 0 0 0,0-1 0 0 0,-1 1-1 0 0,1-1 1 0 0,0 1 0 0 0,5 8 7302 0 0</inkml:trace>
</inkml:ink>
</file>

<file path=ppt/ink/ink8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2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59 182 840 0 0,'0'0'221'0'0,"0"0"0"0"0,0-1-1 0 0,0 1 1 0 0,0 0 0 0 0,0-1 0 0 0,0 1 0 0 0,0 0-1 0 0,0-1 1 0 0,0 1 0 0 0,0 0 0 0 0,0-1 0 0 0,0 1-1 0 0,0 0 1 0 0,0 0 0 0 0,0-1 0 0 0,0 1 0 0 0,-3-3 1986 0 0,3 3-1986 0 0,0 0 0 0 0,0 0 0 0 0,-1 0 0 0 0,1-1-1 0 0,0 1 1 0 0,0 0 0 0 0,-1 0 0 0 0,1 0 0 0 0,0 0-1 0 0,-1 0 1 0 0,1 0 0 0 0,0 0 0 0 0,-1 0-1 0 0,0 0 1 0 0,-16 8 1628 0 0,13-5-1745 0 0,-1 0 0 0 0,2 1 1 0 0,-1 0-1 0 0,0-1 0 0 0,1 1 1 0 0,-6 9-1 0 0,8-11 107 0 0,26 12 61 0 0,-13-15-334 0 0,1 1 0 0 0,0-2-1 0 0,-1 0 1 0 0,0 0 0 0 0,1-1-1 0 0,15-6 1 0 0,-18 5-86 0 0,0 1-1 0 0,-1 0 1 0 0,1 1-1 0 0,0 0 1 0 0,0 0 0 0 0,0 1-1 0 0,1 1 1 0 0,-1-1-1 0 0,0 2 1 0 0,0-1 0 0 0,11 3-1 0 0,7 5-110 0 0,1-2-1 0 0,-1-1 0 0 0,1-1 0 0 0,37 1 1 0 0,-59-5 315 0 0,0 0 1 0 0,-1-1 0 0 0,1 1 0 0 0,0-1 0 0 0,-1-1 0 0 0,1 1-1 0 0,-1-1 1 0 0,1 0 0 0 0,-1-1 0 0 0,0 1 0 0 0,0-1 0 0 0,0 0-1 0 0,0-1 1 0 0,0 0 0 0 0,-1 1 0 0 0,1-2 0 0 0,-1 1 0 0 0,0-1-1 0 0,-1 0 1 0 0,1 0 0 0 0,-1 0 0 0 0,0 0 0 0 0,0-1 0 0 0,4-8-1 0 0,-6 10 27 0 0,-1 0-1 0 0,0-1 0 0 0,0 1 0 0 0,0 0 1 0 0,-1 0-1 0 0,1 0 0 0 0,-1-1 1 0 0,0 1-1 0 0,0 0 0 0 0,-1-1 0 0 0,1 1 1 0 0,-1 0-1 0 0,0 0 0 0 0,0 0 0 0 0,-3-6 1 0 0,1 2-72 0 0,0-1 0 0 0,-1 1 0 0 0,0 0 0 0 0,-1 0 0 0 0,-10-13 0 0 0,8 16-898 0 0</inkml:trace>
</inkml:ink>
</file>

<file path=ppt/ink/ink8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2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68 804 0 0,'0'0'3287'0'0,"-7"0"-2660"0"0,-25 0 1299 0 0,44 24-911 0 0,-5-17-623 0 0,0 0 0 0 0,0 0 0 0 0,1-1 1 0 0,0 0-1 0 0,1 0 0 0 0,-1-1 0 0 0,1 0 0 0 0,15 5 0 0 0,-22-9 444 0 0,10-34 699 0 0,-27-65-1670 0 0,15 96-597 0 0,10-9-3407 0 0,2 8 900 0 0,-1-1 249 0 0</inkml:trace>
</inkml:ink>
</file>

<file path=ppt/ink/ink8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3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1 417 684 0 0,'37'24'5771'0'0,"-29"-18"-5480"0"0,0-1 1 0 0,1-1-1 0 0,-1 1 1 0 0,1-2-1 0 0,0 1 1 0 0,0-1 0 0 0,0 0-1 0 0,0-1 1 0 0,17 2-1 0 0,13 0-485 0 0,42-1 0 0 0,-18-2-165 0 0,-39-1 238 0 0,0-1-1 0 0,0-2 0 0 0,0 0 0 0 0,0-2 0 0 0,0-1 0 0 0,-1 0 0 0 0,0-2 0 0 0,0 0 0 0 0,31-18 0 0 0,-45 21 240 0 0,1 0 1 0 0,-1-1-1 0 0,0-1 1 0 0,-1 1-1 0 0,1-1 1 0 0,-1-1-1 0 0,0 0 1 0 0,-1 0-1 0 0,0 0 0 0 0,-1-1 1 0 0,1 0-1 0 0,-1 0 1 0 0,-1 0-1 0 0,0-1 1 0 0,0 0-1 0 0,-1 0 1 0 0,-1-1-1 0 0,1 1 0 0 0,-2-1 1 0 0,1 1-1 0 0,-1-1 1 0 0,-1 0-1 0 0,0 0 1 0 0,-1 0-1 0 0,0 0 1 0 0,0 1-1 0 0,-1-1 0 0 0,-1 0 1 0 0,0 0-1 0 0,0 0 1 0 0,-1 1-1 0 0,0-1 1 0 0,-1 1-1 0 0,0 0 1 0 0,-1 0-1 0 0,-10-16 0 0 0,7 10 352 0 0,6 12-251 0 0,0 0 0 0 0,1 0 0 0 0,-2 0 0 0 0,1 0 0 0 0,0 0 0 0 0,-1 0 0 0 0,0 1 0 0 0,0-1-1 0 0,-6-5 1 0 0,-7 28 125 0 0,11-9-293 0 0,1 1 1 0 0,0-1 0 0 0,1 1-1 0 0,0 0 1 0 0,1 0-1 0 0,0-1 1 0 0,1 2 0 0 0,0-1-1 0 0,0 0 1 0 0,2 11-1 0 0,-1-7-9 0 0,13 198 386 0 0,0-20-1177 0 0,-14-171-66 0 0,0 1 1 0 0,-6 27-1 0 0,-1-10-5633 0 0,5-25 2971 0 0</inkml:trace>
</inkml:ink>
</file>

<file path=ppt/ink/ink8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3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139 120 836 0 0,'3'-2'581'0'0,"0"1"0"0"0,0-1 0 0 0,0 0 0 0 0,0 0 0 0 0,0 0 0 0 0,-1 0 0 0 0,1-1 1 0 0,-1 1-1 0 0,1-1 0 0 0,-1 1 0 0 0,0-1 0 0 0,0 0 0 0 0,0 0 0 0 0,-1 0 0 0 0,1 0 0 0 0,-1 0 0 0 0,1 0 0 0 0,-1-1 0 0 0,0 1 0 0 0,0 0 0 0 0,0-6 0 0 0,0 5-339 0 0,-1 1 1 0 0,0-1-1 0 0,-1 0 0 0 0,1 1 0 0 0,0-1 0 0 0,-1 0 0 0 0,0 1 0 0 0,0-1 0 0 0,0 0 0 0 0,-1 1 1 0 0,1 0-1 0 0,-3-5 0 0 0,2 7-349 0 0,-1 0 1 0 0,0 0 0 0 0,1 0-1 0 0,-1 1 1 0 0,0-1-1 0 0,1 1 1 0 0,-1 0 0 0 0,0-1-1 0 0,1 1 1 0 0,-1 1-1 0 0,0-1 1 0 0,0 0 0 0 0,-4 2-1 0 0,4-2-117 0 0,-87 19-7887 0 0,51-9 4205 0 0</inkml:trace>
</inkml:ink>
</file>

<file path=ppt/ink/ink8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6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688 86 1024 0 0,'-32'-79'8758'0'0,"31"77"-8173"0"0,1 2-555 0 0,-1-1 0 0 0,1 1 0 0 0,0 0 0 0 0,0 0 0 0 0,-1-1 0 0 0,1 1 0 0 0,0 0 0 0 0,0 0 0 0 0,-1-1 0 0 0,1 1 0 0 0,0 0 0 0 0,-1 0 0 0 0,1 0 0 0 0,0-1 0 0 0,-1 1 0 0 0,1 0 0 0 0,0 0-1 0 0,-1 0 1 0 0,1 0 0 0 0,0 0 0 0 0,-1 0 0 0 0,1 0 0 0 0,-1 0 0 0 0,1 0 0 0 0,0 0 0 0 0,-1 0 0 0 0,1 0 0 0 0,0 0 0 0 0,-1 0 0 0 0,1 0 0 0 0,-1 0 0 0 0,1 0 0 0 0,0 1 0 0 0,-1-1 0 0 0,1 0 0 0 0,0 0 0 0 0,-1 0 0 0 0,1 1 0 0 0,0-1 0 0 0,0 0 0 0 0,-1 0 0 0 0,1 1 0 0 0,0-1 0 0 0,0 0 0 0 0,-1 0 0 0 0,1 1 0 0 0,-46 34 430 0 0,2 2 1 0 0,2 2-1 0 0,-59 70 0 0 0,51-54-178 0 0,0 0 34 0 0,3 2-1 0 0,2 1 1 0 0,-60 103-1 0 0,88-130-214 0 0,1 1 0 0 0,2 1 0 0 0,1 0 0 0 0,1 0 0 0 0,2 1 0 0 0,2 1 0 0 0,1 0 0 0 0,1 0 0 0 0,-1 55 0 0 0,7-75-78 0 0,1-1 1 0 0,0 1-1 0 0,1-1 1 0 0,1 1-1 0 0,0-1 1 0 0,1 0-1 0 0,1 0 1 0 0,0-1-1 0 0,0 1 1 0 0,2-1-1 0 0,0 0 1 0 0,12 17-1 0 0,-7-14 0 0 0,2 0 0 0 0,0-1 0 0 0,0-1 1 0 0,1 0-1 0 0,1-1 0 0 0,0-1 0 0 0,35 20 0 0 0,-1-7 0 0 0,0-3 0 0 0,2-3 0 0 0,0-1-1 0 0,1-3 1 0 0,75 12 0 0 0,5-6-1167 0 0,240 6 1 0 0,-258-27-1082 0 0,-4-5-3374 0 0,-55-1 1836 0 0</inkml:trace>
</inkml:ink>
</file>

<file path=ppt/ink/ink8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7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579 73 772 0 0,'-23'-39'5541'0'0,"18"35"-5284"0"0,-1 0-1 0 0,1 0 0 0 0,-1 1 0 0 0,0 0 1 0 0,-1 0-1 0 0,1 1 0 0 0,0 0 1 0 0,-1 0-1 0 0,1 0 0 0 0,-1 0 0 0 0,0 1 1 0 0,1 1-1 0 0,-1-1 0 0 0,0 1 1 0 0,0 0-1 0 0,-8 1 0 0 0,-15 2 92 0 0,0 2-1 0 0,-36 10 0 0 0,53-12-115 0 0,-22 5 206 0 0,0 2 1 0 0,1 1-1 0 0,-52 24 1 0 0,76-30-329 0 0,1 1 0 0 0,0 0 0 0 0,0 0 0 0 0,0 1 0 0 0,1 0 1 0 0,0 0-1 0 0,-8 11 0 0 0,12-14-56 0 0,1 1 0 0 0,-1 0 0 0 0,1 1 0 0 0,0-1 0 0 0,1 0 0 0 0,-1 1 0 0 0,1 0 0 0 0,0-1 0 0 0,0 1 0 0 0,1 0 0 0 0,0 0 0 0 0,0 0 0 0 0,0 12 0 0 0,2-11-26 0 0,-1-1-1 0 0,2 1 0 0 0,-1-1 0 0 0,1 1 1 0 0,0-1-1 0 0,0 1 0 0 0,1-1 1 0 0,0 0-1 0 0,0 0 0 0 0,1 0 0 0 0,-1-1 1 0 0,1 1-1 0 0,0-1 0 0 0,1 0 0 0 0,-1 0 1 0 0,9 7-1 0 0,1 0-2 0 0,0-1 0 0 0,0-1 0 0 0,1 0 0 0 0,1 0 0 0 0,16 6 0 0 0,10 3-445 0 0,1-3-1 0 0,0-1 0 0 0,1-2 0 0 0,59 9 0 0 0,-66-17-1549 0 0,0-1-1 0 0,0-2 1 0 0,42-3-1 0 0,-30-5-1384 0 0</inkml:trace>
</inkml:ink>
</file>

<file path=ppt/ink/ink8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7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169 288 12401 0 0,'-13'-29'1505'0'0,"13"29"-1495"0"0,-2-5 129 0 0,1 1 0 0 0,-1-1 0 0 0,0 1 0 0 0,-1 0 0 0 0,1 0 0 0 0,-1-1 0 0 0,-5-5 0 0 0,6 16-85 0 0,-21 62 146 0 0,-23 110 1 0 0,16-54-7 0 0,13-84 81 0 0,16-39 768 0 0,-1-6-929 0 0,-1-12-58 0 0,0 0 0 0 0,0 1-1 0 0,2-1 1 0 0,0 0 0 0 0,1 0 0 0 0,0 0 0 0 0,2 0 0 0 0,6-33-1 0 0,0 18-11 0 0,0-1 0 0 0,2 1 0 0 0,25-54-1 0 0,-26 69-32 0 0,1 0 1 0 0,1 1-1 0 0,0 0 0 0 0,1 1 0 0 0,1 0 0 0 0,1 0 0 0 0,-1 2 1 0 0,21-16-1 0 0,-6 8-35 0 0,1 2 1 0 0,0 1-1 0 0,57-25 1 0 0,-84 42 16 0 0,-1 0 0 0 0,1 0-1 0 0,0 0 1 0 0,0 0 0 0 0,-1 1 0 0 0,1-1-1 0 0,0 1 1 0 0,0-1 0 0 0,0 1 0 0 0,-1 0 0 0 0,1 0-1 0 0,0 0 1 0 0,0 0 0 0 0,0 0 0 0 0,0 0-1 0 0,0 0 1 0 0,0 1 0 0 0,-1-1 0 0 0,3 1 0 0 0,-3 0 4 0 0,0 0 1 0 0,0 0-1 0 0,0 0 1 0 0,0 0 0 0 0,0 0-1 0 0,-1 0 1 0 0,1 0-1 0 0,0 0 1 0 0,-1 0 0 0 0,1 0-1 0 0,-1 0 1 0 0,1 1 0 0 0,-1-1-1 0 0,0 0 1 0 0,1 0-1 0 0,-1 0 1 0 0,0 1 0 0 0,0-1-1 0 0,0 0 1 0 0,0 0-1 0 0,0 2 1 0 0,-1 11 1 0 0,-1 0 0 0 0,-1-1 0 0 0,0 0 1 0 0,-6 17-1 0 0,3-10-19 0 0,3-7 9 0 0,0-1 0 0 0,1 1 0 0 0,1 0 0 0 0,0 0 0 0 0,1 0-1 0 0,0 0 1 0 0,1 0 0 0 0,1-1 0 0 0,4 19 0 0 0,3 2-19 0 0,2-2 1 0 0,18 37-1 0 0,-14-32 6 0 0,18 54 0 0 0,-32-85 30 0 0,0 0 0 0 0,0 0-1 0 0,0 0 1 0 0,-1-1 0 0 0,0 1 0 0 0,0 0 0 0 0,0 0 0 0 0,0 0 0 0 0,-1 0 0 0 0,1 0 0 0 0,-1 0 0 0 0,-1-1 0 0 0,1 1 0 0 0,-1 0 0 0 0,0-1 0 0 0,0 1 0 0 0,0-1 0 0 0,0 0 0 0 0,-1 1 0 0 0,0-1 0 0 0,1 0 0 0 0,-2-1 0 0 0,1 1 0 0 0,0 0 0 0 0,-1-1 0 0 0,0 0 0 0 0,1 0 0 0 0,-1 0 0 0 0,-1 0 0 0 0,-6 3-1 0 0,2-1-162 0 0,0-1-1 0 0,-1 0 1 0 0,0-1-1 0 0,1 1 0 0 0,-1-2 1 0 0,0 0-1 0 0,-1 0 1 0 0,1 0-1 0 0,0-1 0 0 0,0-1 1 0 0,-1 0-1 0 0,1-1 1 0 0,-14-1-1 0 0,23 1-38 0 0,0 1 1 0 0,0 0-1 0 0,0-1 0 0 0,1 1 0 0 0,-1-1 0 0 0,0 1 1 0 0,0-1-1 0 0,1 1 0 0 0,-1-1 0 0 0,0 1 1 0 0,1-1-1 0 0,-1 1 0 0 0,1-1 0 0 0,-1 0 0 0 0,1 0 1 0 0,-1 1-1 0 0,1-1 0 0 0,-1 0 0 0 0,1 0 1 0 0,0 1-1 0 0,-1-1 0 0 0,1 0 0 0 0,0 0 1 0 0,0 0-1 0 0,-1 0 0 0 0,1 0 0 0 0,0 1 0 0 0,0-1 1 0 0,0 0-1 0 0,0 0 0 0 0,0 0 0 0 0,0 0 1 0 0,1 0-1 0 0,-1 0 0 0 0,0 1 0 0 0,0-1 0 0 0,1 0 1 0 0,-1 0-1 0 0,0 0 0 0 0,1 1 0 0 0,-1-1 1 0 0,1 0-1 0 0,-1 0 0 0 0,1 1 0 0 0,-1-1 0 0 0,1 0 1 0 0,-1 1-1 0 0,2-2 0 0 0,9-11-3017 0 0</inkml:trace>
</inkml:ink>
</file>

<file path=ppt/ink/ink8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8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79 244 0 0,'1'-1'331'0'0,"-1"0"0"0"0,1 0 0 0 0,0 0 0 0 0,-1 0 0 0 0,1 0 0 0 0,0 0 0 0 0,0 1 0 0 0,0-1 0 0 0,-1 0 0 0 0,1 1 0 0 0,0-1 0 0 0,0 0 0 0 0,0 1 0 0 0,0-1 0 0 0,0 1 0 0 0,0-1 0 0 0,0 1 0 0 0,0 0 0 0 0,2-1 0 0 0,-5 20 3463 0 0,-2 12-3448 0 0,4-21-218 0 0,1-1 0 0 0,1 0 0 0 0,0 1 0 0 0,0-1 0 0 0,1 0 0 0 0,0 0 0 0 0,0-1 0 0 0,1 1 0 0 0,0-1 0 0 0,1 1 0 0 0,0-1 0 0 0,0 0 0 0 0,0-1 0 0 0,1 0 0 0 0,1 0 0 0 0,-1 0 0 0 0,1 0 0 0 0,14 9 0 0 0,-21-15-81 0 0,1-1-1 0 0,0 1 1 0 0,0-1 0 0 0,0 0-1 0 0,0 1 1 0 0,0-1 0 0 0,0 0-1 0 0,0 0 1 0 0,0 1 0 0 0,1-1-1 0 0,-1 0 1 0 0,0 0-1 0 0,0 0 1 0 0,0 0 0 0 0,0-1-1 0 0,0 1 1 0 0,0 0 0 0 0,0 0-1 0 0,0-1 1 0 0,0 1 0 0 0,0 0-1 0 0,0-1 1 0 0,0 1 0 0 0,0-1-1 0 0,-1 1 1 0 0,1-1 0 0 0,0 0-1 0 0,0 1 1 0 0,0-1 0 0 0,-1 0-1 0 0,1 0 1 0 0,0 1 0 0 0,-1-1-1 0 0,1 0 1 0 0,0 0 0 0 0,-1 0-1 0 0,1 0 1 0 0,-1 0 0 0 0,0 0-1 0 0,1-1 1 0 0,18-38 733 0 0,-17 33-660 0 0,-1-1-1 0 0,0 1 1 0 0,0-1-1 0 0,-1 1 1 0 0,0-1-1 0 0,0 1 1 0 0,0-1-1 0 0,-1 1 1 0 0,0-1-1 0 0,-1 1 1 0 0,-4-12-1 0 0,-3-5-190 0 0,0 1 0 0 0,-16-24 0 0 0,10 18-1722 0 0,14 27 668 0 0</inkml:trace>
</inkml:ink>
</file>

<file path=ppt/ink/ink8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8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75 772 0 0,'14'49'6640'0'0,"-12"-42"-6360"0"0,0 1-1 0 0,0 0 1 0 0,0-1 0 0 0,1 0-1 0 0,0 1 1 0 0,1-1 0 0 0,0 0-1 0 0,0-1 1 0 0,6 8-1 0 0,-8-11-209 0 0,0 0 0 0 0,1 0 0 0 0,0 0 0 0 0,-1-1 0 0 0,1 1 0 0 0,0-1 0 0 0,0 0 0 0 0,1 0 0 0 0,-1 0 0 0 0,0 0 0 0 0,1 0 0 0 0,-1-1 0 0 0,1 0 0 0 0,-1 0 0 0 0,1 0-1 0 0,0 0 1 0 0,0 0 0 0 0,-1-1 0 0 0,1 1 0 0 0,0-1 0 0 0,5 0 0 0 0,43-7 284 0 0,-37 4-297 0 0,1 1 0 0 0,0 0 0 0 0,0 1-1 0 0,0 1 1 0 0,-1 1 0 0 0,1 0-1 0 0,17 3 1 0 0,33 14-137 0 0,-42-11 25 0 0,1 0-1 0 0,-1-1 1 0 0,1-2 0 0 0,0-1 0 0 0,0 0 0 0 0,31-2-1 0 0,-50-2 129 0 0,0 0-1 0 0,0-1 0 0 0,0 0 0 0 0,-1 0 0 0 0,1 0 0 0 0,0-1 1 0 0,-1 0-1 0 0,0 0 0 0 0,1 0 0 0 0,-1 0 0 0 0,0-1 0 0 0,-1 0 1 0 0,1 0-1 0 0,-1 0 0 0 0,0-1 0 0 0,0 0 0 0 0,0 1 1 0 0,0-1-1 0 0,-1-1 0 0 0,0 1 0 0 0,0 0 0 0 0,3-10 0 0 0,0 0 250 0 0,0 0-1 0 0,-2 0 1 0 0,0-1-1 0 0,0 1 1 0 0,-1-1-1 0 0,-1 0 1 0 0,0-22-1 0 0,-13-3-1457 0 0</inkml:trace>
</inkml:ink>
</file>

<file path=ppt/ink/ink8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49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728 1 224 0 0,'9'1'516'0'0,"0"0"1"0"0,-1 0-1 0 0,0 1 0 0 0,1 0 1 0 0,-1 0-1 0 0,0 1 0 0 0,0 1 0 0 0,0-1 1 0 0,0 1-1 0 0,-1 0 0 0 0,1 1 1 0 0,-1 0-1 0 0,0 0 0 0 0,-1 0 1 0 0,1 1-1 0 0,-1 0 0 0 0,0 0 1 0 0,-1 1-1 0 0,1 0 0 0 0,5 9 1 0 0,-6-5-202 0 0,1 0 1 0 0,-2 0 0 0 0,1 1-1 0 0,-2-1 1 0 0,1 1 0 0 0,-2 0 0 0 0,1 0-1 0 0,-2 0 1 0 0,0 1 0 0 0,0-1 0 0 0,-1 0-1 0 0,0 1 1 0 0,-5 22 0 0 0,-1-7-73 0 0,-2 1 1 0 0,-1-1-1 0 0,-1-1 0 0 0,-1 0 1 0 0,-2 0-1 0 0,0-1 1 0 0,-2-1-1 0 0,-1 0 1 0 0,-1-1-1 0 0,-1-1 0 0 0,-1-1 1 0 0,-29 28-1 0 0,-8 2-645 0 0,-2-3 0 0 0,-2-3 0 0 0,-104 61 1 0 0,1-20-2890 0 0,50-36-1823 0 0,100-46 4317 0 0,-73 31-3613 0 0</inkml:trace>
</inkml:ink>
</file>

<file path=ppt/ink/ink8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1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525 186 224 0 0,'1'-31'2044'0'0,"0"20"-1111"0"0,-1-1 0 0 0,0 0-1 0 0,-1 0 1 0 0,0 0 0 0 0,-5-23 0 0 0,5 31-818 0 0,-1 1 0 0 0,1 0 1 0 0,-1 0-1 0 0,0-1 0 0 0,1 1 0 0 0,-1 1 1 0 0,-1-1-1 0 0,1 0 0 0 0,0 0 1 0 0,-1 1-1 0 0,1-1 0 0 0,-1 1 0 0 0,0 0 1 0 0,0 0-1 0 0,0 0 0 0 0,0 0 1 0 0,0 0-1 0 0,0 1 0 0 0,0-1 1 0 0,-1 1-1 0 0,1 0 0 0 0,0 0 0 0 0,-1 0 1 0 0,1 1-1 0 0,-5-1 0 0 0,-12-1 68 0 0,-1 0-1 0 0,1 2 0 0 0,0 0 0 0 0,0 2 1 0 0,-1 0-1 0 0,-35 9 0 0 0,26-3 9 0 0,0 2 0 0 0,0 1 0 0 0,-47 24 0 0 0,74-33-176 0 0,0-1 1 0 0,0 1 0 0 0,0 0-1 0 0,1-1 1 0 0,-1 1-1 0 0,1 1 1 0 0,-1-1 0 0 0,1 0-1 0 0,0 0 1 0 0,0 1-1 0 0,0-1 1 0 0,0 1 0 0 0,0 0-1 0 0,0 0 1 0 0,1 0-1 0 0,0 0 1 0 0,-1 0 0 0 0,1 0-1 0 0,0 0 1 0 0,0 0-1 0 0,1 0 1 0 0,-1 0 0 0 0,0 4-1 0 0,2-2-4 0 0,-1 0-1 0 0,1-1 1 0 0,0 1 0 0 0,0 0-1 0 0,0-1 1 0 0,1 1-1 0 0,-1-1 1 0 0,1 1 0 0 0,0-1-1 0 0,1 0 1 0 0,-1 1-1 0 0,1-1 1 0 0,-1-1 0 0 0,1 1-1 0 0,6 5 1 0 0,19 18 39 0 0,62 46 0 0 0,-67-56-117 0 0,0 0-1 0 0,-1 2 0 0 0,-1 0 0 0 0,-1 1 1 0 0,27 34-1 0 0,-46-53 58 0 0,0 0 0 0 0,0 1 0 0 0,-1-1 0 0 0,1 0 0 0 0,0 1 0 0 0,-1-1 0 0 0,1 0 0 0 0,0 1 0 0 0,-1-1 1 0 0,0 1-1 0 0,1-1 0 0 0,-1 0 0 0 0,0 1 0 0 0,0-1 0 0 0,0 1 0 0 0,0-1 0 0 0,0 1 0 0 0,0-1 0 0 0,0 1 0 0 0,0-1 0 0 0,-1 1 0 0 0,1-1 0 0 0,0 1 1 0 0,-1-1-1 0 0,1 0 0 0 0,-2 3 0 0 0,0-1 4 0 0,-1-1 0 0 0,1 0 0 0 0,0 1 0 0 0,-1-1 0 0 0,0 0 1 0 0,1 0-1 0 0,-1 0 0 0 0,0-1 0 0 0,0 1 0 0 0,0-1 0 0 0,-5 3 0 0 0,-9 1 45 0 0,0 0 0 0 0,-1-1 0 0 0,-24 2 0 0 0,10-3 143 0 0,1-2 0 0 0,0-2 1 0 0,0-1-1 0 0,0-1 0 0 0,-33-7 0 0 0,63 10-230 0 0,1 0 0 0 0,-1 0-1 0 0,0 0 1 0 0,0 0 0 0 0,1 0 0 0 0,-1 0 0 0 0,0-1 0 0 0,1 1-1 0 0,-1 0 1 0 0,0 0 0 0 0,1 0 0 0 0,-1-1 0 0 0,0 1-1 0 0,1 0 1 0 0,-1-1 0 0 0,1 1 0 0 0,-1-1 0 0 0,0 1 0 0 0,1-1-1 0 0,-1 1 1 0 0,1-1 0 0 0,-1 1 0 0 0,1-1 0 0 0,0 1-1 0 0,-1-1 1 0 0,1 1 0 0 0,0-1 0 0 0,-1 0 0 0 0,13-13-1351 0 0,35-8-1364 0 0,-44 21 2493 0 0,27-11-2843 0 0,7-2 237 0 0</inkml:trace>
</inkml:ink>
</file>

<file path=ppt/ink/ink8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2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57 280 0 0,'-11'-40'5240'0'0,"7"23"2778"0"0,-62 469-6113 0 0,45-375-1641 0 0,20-75-238 0 0,1-1-4 0 0,0-1-22 0 0,0 1 0 0 0,-1-1-1 0 0,1 0 1 0 0,0 0-1 0 0,0 1 1 0 0,0-1 0 0 0,0 0-1 0 0,0 1 1 0 0,0-1 0 0 0,0 0-1 0 0,0 1 1 0 0,-1-1-1 0 0,1 0 1 0 0,0 1 0 0 0,0-1-1 0 0,1 0 1 0 0,-1 1 0 0 0,0-1-1 0 0,0 0 1 0 0,0 1-1 0 0,0-1 1 0 0,0 0 0 0 0,0 1-1 0 0,0-1 1 0 0,0 0 0 0 0,1 0-1 0 0,-1 1 1 0 0,0-1-1 0 0,0 0 1 0 0,0 0 0 0 0,1 1-1 0 0,-1-1 1 0 0,0 0 0 0 0,0 0-1 0 0,1 1 1 0 0,-1-1-1 0 0,10-3-22 0 0,0 0 0 0 0,0-1 1 0 0,0 0-1 0 0,-1 0 0 0 0,1-1 0 0 0,-1 0 0 0 0,11-9 0 0 0,63-55-269 0 0,-41 32 129 0 0,11-17-19 0 0,-34 33 127 0 0,-18 20 67 0 0,1-5-83 0 0,-2 6 69 0 0,0 0 1 0 0,0 0-1 0 0,0 0 0 0 0,0 0 0 0 0,0 0 1 0 0,0 0-1 0 0,0 0 0 0 0,0 0 1 0 0,0 0-1 0 0,0 0 0 0 0,0 0 1 0 0,0 1-1 0 0,0-1 0 0 0,0 0 1 0 0,0 0-1 0 0,0 0 0 0 0,0 0 1 0 0,1 0-1 0 0,-1 0 0 0 0,0 0 1 0 0,0 0-1 0 0,0 0 0 0 0,0 0 1 0 0,0 0-1 0 0,0 0 0 0 0,0 0 1 0 0,0 0-1 0 0,0 0 0 0 0,0 0 1 0 0,0 0-1 0 0,0 0 0 0 0,1 0 0 0 0,-1 0 1 0 0,0 0-1 0 0,0 0 0 0 0,0 0 1 0 0,0 0-1 0 0,0 0 0 0 0,0 0 1 0 0,0 0-1 0 0,0 0 0 0 0,0 0 1 0 0,2 10-137 0 0,-1-1 0 0 0,2 1 0 0 0,-1 0 1 0 0,1 0-1 0 0,1-1 0 0 0,0 1 1 0 0,0-1-1 0 0,1 0 0 0 0,0-1 0 0 0,0 1 1 0 0,1-1-1 0 0,0 0 0 0 0,0 0 0 0 0,1-1 1 0 0,0 0-1 0 0,13 11 0 0 0,-12-14-472 0 0,4 4-1589 0 0,-6-4-2273 0 0</inkml:trace>
</inkml:ink>
</file>

<file path=ppt/ink/ink8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2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56 132 0 0,'-4'-36'7085'0'0,"3"26"-7382"0"0,-1 1-3285 0 0</inkml:trace>
</inkml:ink>
</file>

<file path=ppt/ink/ink8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3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316 1 92 0 0,'0'0'7319'0'0,"-6"2"-7015"0"0,-35 17 470 0 0,1 3 0 0 0,0 0-1 0 0,-57 46 1 0 0,58-35-97 0 0,37-32-622 0 0,-26 29 267 0 0,27-29-306 0 0,-11 23 93 0 0,4-13-76 0 0,7-9-14 0 0,10 19-10 0 0,21-14 142 0 0,1 0 0 0 0,0-2 0 0 0,47 2 1 0 0,-41-4-80 0 0,63 12 1 0 0,-83-6-1198 0 0,-8-2-5946 0 0</inkml:trace>
</inkml:ink>
</file>

<file path=ppt/ink/ink8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3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22 124 0 0,'-1'-21'15311'0'0,"2"37"-15182"0"0,0 1-1 0 0,-1-1 0 0 0,-1 1 1 0 0,-3 19-1 0 0,0 4-1571 0 0,4-35 541 0 0,0-1 1 0 0,0 0-1 0 0,0 1 1 0 0,-1-1-1 0 0,0 1 1 0 0,0-1-1 0 0,0 0 1 0 0,0 1-1 0 0,-3 5 1 0 0</inkml:trace>
</inkml:ink>
</file>

<file path=ppt/ink/ink8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4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0 158 11249 0 0,'4'-11'386'0'0,"-2"1"0"0"0,1-1 0 0 0,-1 0 0 0 0,-1 1 0 0 0,0-21 0 0 0,-1 21 220 0 0,1-1 0 0 0,0 1 0 0 0,0 0 0 0 0,1 0 1 0 0,3-11-1 0 0,-4 19-768 0 0,6 20-5756 0 0,-4-8 1097 0 0,1 4 1276 0 0</inkml:trace>
</inkml:ink>
</file>

<file path=ppt/ink/ink8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4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24 200 720 0 0,'-13'156'5307'0'0,"8"-119"-4666"0"0,1 0 0 0 0,2 0 0 0 0,5 72 0 0 0,58 189 2305 0 0,-54-270-2641 0 0,-2-6 2556 0 0,-5-27-1477 0 0,-11-54-1121 0 0,-3-11 69 0 0,8 25-332 0 0,1-1-1 0 0,3 0 1 0 0,1-1-1 0 0,3 1 0 0 0,1 0 1 0 0,3 0-1 0 0,2 1 1 0 0,1-1-1 0 0,3 2 1 0 0,22-58-1 0 0,-24 80-55 0 0,2-1-1 0 0,1 2 1 0 0,0 0-1 0 0,2 0 1 0 0,0 2-1 0 0,1 0 1 0 0,20-18-1 0 0,-31 32 34 0 0,1 0-1 0 0,0 0 0 0 0,0 1 1 0 0,0 0-1 0 0,1 0 1 0 0,0 1-1 0 0,-1 0 1 0 0,1 0-1 0 0,0 0 0 0 0,1 1 1 0 0,-1 0-1 0 0,0 0 1 0 0,0 1-1 0 0,1 0 1 0 0,-1 0-1 0 0,1 1 0 0 0,-1 0 1 0 0,1 0-1 0 0,-1 1 1 0 0,1 0-1 0 0,-1 0 0 0 0,1 1 1 0 0,-1 0-1 0 0,0 0 1 0 0,0 1-1 0 0,0 0 1 0 0,0 0-1 0 0,-1 0 0 0 0,1 1 1 0 0,-1 0-1 0 0,0 0 1 0 0,0 1-1 0 0,0 0 1 0 0,0 0-1 0 0,-1 0 0 0 0,0 1 1 0 0,0-1-1 0 0,-1 1 1 0 0,1 0-1 0 0,-1 1 1 0 0,0-1-1 0 0,-1 1 0 0 0,0 0 1 0 0,0 0-1 0 0,0 0 1 0 0,-1 0-1 0 0,0 0 1 0 0,-1 0-1 0 0,2 9 0 0 0,-3-11 16 0 0,0 0-1 0 0,0 1 1 0 0,0-1-1 0 0,-1 0 1 0 0,1 0-1 0 0,-1 0 1 0 0,-1 0-1 0 0,1 1 1 0 0,-1-1-1 0 0,0-1 1 0 0,0 1-1 0 0,0 0 1 0 0,-6 8-1 0 0,2-5 4 0 0,0 0 1 0 0,-1 0-1 0 0,0-1 0 0 0,0 0 0 0 0,0 0 0 0 0,-16 9 1 0 0,1-2-18 0 0,-1-1-1 0 0,0-1 1 0 0,-1-2 0 0 0,-44 14 0 0 0,52-19-238 0 0,-48 13-818 0 0,24-13-3301 0 0</inkml:trace>
</inkml:ink>
</file>

<file path=ppt/ink/ink8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5.0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364 102 800 0 0,'11'-23'4240'0'0,"-10"20"-3986"0"0,-1 1 0 0 0,0-1 0 0 0,0 1 1 0 0,0-1-1 0 0,0 1 0 0 0,0-1 0 0 0,0 0 0 0 0,-1 1 1 0 0,1-1-1 0 0,-1 1 0 0 0,0-1 0 0 0,1 1 0 0 0,-1 0 0 0 0,0-1 1 0 0,-1 1-1 0 0,1 0 0 0 0,0-1 0 0 0,-1 1 0 0 0,1 0 1 0 0,-1 0-1 0 0,-3-3 0 0 0,1 3-74 0 0,1-1-1 0 0,-1 1 1 0 0,-1-1-1 0 0,1 1 1 0 0,0 1-1 0 0,0-1 1 0 0,-1 0-1 0 0,1 1 1 0 0,-1 0-1 0 0,1 0 1 0 0,-7 0-1 0 0,-10 0 42 0 0,0 1 0 0 0,1 0-1 0 0,-1 2 1 0 0,-29 6 0 0 0,-35 13 444 0 0,79-19-616 0 0,0 1 0 0 0,-1 0 0 0 0,1 0 0 0 0,0 0 0 0 0,1 0 0 0 0,-1 1 0 0 0,1 0 0 0 0,-1 1 0 0 0,1-1 0 0 0,-8 10 0 0 0,12-13-54 0 0,0 0 0 0 0,0 0-1 0 0,0 0 1 0 0,1 0 0 0 0,-1 0 0 0 0,0 0-1 0 0,0 0 1 0 0,1 0 0 0 0,-1 1 0 0 0,1-1-1 0 0,-1 0 1 0 0,1 0 0 0 0,0 1 0 0 0,-1-1 0 0 0,1 0-1 0 0,0 1 1 0 0,0-1 0 0 0,0 0 0 0 0,0 1-1 0 0,0-1 1 0 0,0 0 0 0 0,0 1 0 0 0,1-1-1 0 0,-1 0 1 0 0,0 0 0 0 0,1 1 0 0 0,-1-1-1 0 0,1 0 1 0 0,-1 0 0 0 0,1 1 0 0 0,-1-1 0 0 0,1 0-1 0 0,0 0 1 0 0,0 0 0 0 0,0 0 0 0 0,0 0-1 0 0,0 0 1 0 0,0 0 0 0 0,1 1 0 0 0,3 1-12 0 0,1 0 1 0 0,-1 0 0 0 0,1 0 0 0 0,0 0-1 0 0,0-1 1 0 0,6 2 0 0 0,-6-2 14 0 0,17 5-17 0 0,0 2 0 0 0,-1 1-1 0 0,0 1 1 0 0,0 0 0 0 0,-1 2-1 0 0,-1 0 1 0 0,35 31-1 0 0,-42-32 21 0 0,-1 2 0 0 0,0-1-1 0 0,-1 1 1 0 0,-1 1-1 0 0,0 0 1 0 0,-1 0-1 0 0,0 1 1 0 0,-2 0-1 0 0,1 1 1 0 0,-2-1-1 0 0,7 27 1 0 0,-5-6 11 0 0,-1 0 0 0 0,-1 1 0 0 0,-2-1 0 0 0,-2 59 0 0 0,-2-84-15 0 0,-1 0 1 0 0,0 1 0 0 0,0-1 0 0 0,-1-1 0 0 0,-1 1-1 0 0,0 0 1 0 0,-1-1 0 0 0,0 1 0 0 0,0-1 0 0 0,-1 0-1 0 0,-1 0 1 0 0,0-1 0 0 0,-1 0 0 0 0,0 0 0 0 0,0 0-1 0 0,-1-1 1 0 0,0 0 0 0 0,-10 8 0 0 0,13-14 2 0 0,1 1 0 0 0,-1-1 1 0 0,0-1-1 0 0,0 1 1 0 0,-1-1-1 0 0,1 0 0 0 0,0 0 1 0 0,-1 0-1 0 0,1-1 0 0 0,-1 0 1 0 0,0 0-1 0 0,1 0 1 0 0,-1-1-1 0 0,0 0 0 0 0,1 0 1 0 0,-1 0-1 0 0,0-1 0 0 0,1 0 1 0 0,-1 0-1 0 0,0 0 1 0 0,1-1-1 0 0,0 0 0 0 0,-1 0 1 0 0,1 0-1 0 0,0-1 0 0 0,0 0 1 0 0,0 0-1 0 0,0 0 1 0 0,1 0-1 0 0,-1-1 0 0 0,-4-5 1 0 0,-3-1-2 0 0,2 0 1 0 0,0-1 0 0 0,0-1 0 0 0,1 0-1 0 0,0 0 1 0 0,1 0 0 0 0,0-1 0 0 0,1-1-1 0 0,1 1 1 0 0,-9-27 0 0 0,11 22-3 0 0,1 0 0 0 0,1-1 0 0 0,1 1 0 0 0,0-1-1 0 0,1 1 1 0 0,1 0 0 0 0,1-1 0 0 0,1 1 0 0 0,0 0 0 0 0,1 0 0 0 0,1 0 0 0 0,1 0-1 0 0,0 1 1 0 0,2 0 0 0 0,0 0 0 0 0,15-24 0 0 0,-5 13-7 0 0,2 0-1 0 0,0 1 1 0 0,2 1 0 0 0,0 2 0 0 0,2 0-1 0 0,1 1 1 0 0,1 1 0 0 0,34-23 0 0 0,-45 37-14 0 0,-1 0 0 0 0,1 0 0 0 0,0 1 0 0 0,30-9 0 0 0,-29 12-7 0 0,0 1 0 0 0,0 0 1 0 0,0 1-1 0 0,0 1 0 0 0,0 0 1 0 0,0 1-1 0 0,0 1 1 0 0,23 4-1 0 0,-26-3 17 0 0,-1 1 0 0 0,1 0-1 0 0,-1 1 1 0 0,0 1 0 0 0,0 0 0 0 0,0 1 0 0 0,-1 0 0 0 0,0 1 0 0 0,0 0-1 0 0,-1 0 1 0 0,0 1 0 0 0,0 1 0 0 0,0 0 0 0 0,-1 0 0 0 0,-1 0 0 0 0,0 1-1 0 0,0 1 1 0 0,-1-1 0 0 0,12 24 0 0 0,-4 18 501 0 0,-15-51 573 0 0,-1-7-850 0 0,-1-5-118 0 0,1-1 0 0 0,1 0 0 0 0,0 1 0 0 0,1-1-1 0 0,0 0 1 0 0,1 1 0 0 0,0-1 0 0 0,1 1 0 0 0,0-1 0 0 0,0 1-1 0 0,2 0 1 0 0,-1 1 0 0 0,1-1 0 0 0,1 1 0 0 0,8-12-1 0 0,-10 15-235 0 0,1 0 0 0 0,0 0 0 0 0,1 0 0 0 0,0 1 0 0 0,0 0 0 0 0,0 0 0 0 0,1 1 0 0 0,0-1-1 0 0,0 1 1 0 0,9-4 0 0 0,-12 7-202 0 0,1 0 0 0 0,-1 0 0 0 0,1 1 0 0 0,0-1 0 0 0,-1 1 0 0 0,1 0 0 0 0,0 1 0 0 0,0-1 0 0 0,0 1 0 0 0,0 0 0 0 0,0 0 0 0 0,0 1 0 0 0,-1-1 0 0 0,1 1 0 0 0,0 0 0 0 0,0 0 0 0 0,-1 1 0 0 0,9 3 0 0 0,2 1-3020 0 0,1 0 257 0 0</inkml:trace>
</inkml:ink>
</file>

<file path=ppt/ink/ink8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2:55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43 44 0 0,'-7'-40'8796'0'0,"3"39"-8631"0"0,0 0 0 0 0,0 1 0 0 0,1 0 0 0 0,-1-1-1 0 0,0 2 1 0 0,0-1 0 0 0,0 0 0 0 0,1 1 0 0 0,-1-1 0 0 0,0 1 0 0 0,0 0-1 0 0,1 0 1 0 0,-1 1 0 0 0,1-1 0 0 0,-1 1 0 0 0,-4 3 0 0 0,-60 35 632 0 0,63-36-643 0 0,-1 0-78 0 0,1 0 0 0 0,0 1-1 0 0,1-1 1 0 0,-1 1-1 0 0,1 0 1 0 0,0 0 0 0 0,0 1-1 0 0,0-1 1 0 0,1 1-1 0 0,-1 0 1 0 0,-2 9 0 0 0,5-14-64 0 0,1 1-1 0 0,-1-1 1 0 0,1 1 0 0 0,0-1 0 0 0,-1 1 0 0 0,1-1 0 0 0,0 1 0 0 0,0 0 0 0 0,0-1 0 0 0,0 1 0 0 0,0-1 0 0 0,0 1 0 0 0,1-1 0 0 0,-1 1 0 0 0,0 0 0 0 0,1-1 0 0 0,0 1 0 0 0,-1-1 0 0 0,1 0 0 0 0,1 3 0 0 0,-1-3-17 0 0,1 1 1 0 0,0-1-1 0 0,0 1 1 0 0,0-1-1 0 0,0 0 1 0 0,0 0-1 0 0,0 0 1 0 0,0 0-1 0 0,0 0 1 0 0,1 0-1 0 0,-1-1 1 0 0,0 1-1 0 0,0-1 1 0 0,1 0-1 0 0,-1 1 1 0 0,0-1-1 0 0,1 0 1 0 0,3-1-1 0 0,17-1-158 0 0,0-1 0 0 0,0-1 0 0 0,0-1 0 0 0,0-2 0 0 0,26-10-1 0 0,-43 15 14 0 0,1 0-1 0 0,-1 1 0 0 0,0 0 0 0 0,1 0 0 0 0,-1 1 0 0 0,1-1 0 0 0,-1 1 0 0 0,14 2 0 0 0,-18-1 51 0 0,48-7-314 0 0,31-24 188 0 0,-68 24 247 0 0,1 0 0 0 0,0 1-1 0 0,0 0 1 0 0,0 1 0 0 0,1 1 0 0 0,-1 0 0 0 0,18-1-1 0 0,-30 4-13 0 0,-1 0-1 0 0,0 0 0 0 0,0 0 1 0 0,0 0-1 0 0,0 0 0 0 0,1 0 1 0 0,-1 0-1 0 0,0 1 0 0 0,0-1 1 0 0,0 0-1 0 0,0 1 0 0 0,0-1 1 0 0,0 1-1 0 0,0-1 0 0 0,0 1 1 0 0,0-1-1 0 0,0 1 0 0 0,0 0 1 0 0,0 0-1 0 0,0-1 0 0 0,0 1 1 0 0,0 0-1 0 0,0 0 0 0 0,-1 0 1 0 0,1 0-1 0 0,0 1 0 0 0,0 0 6 0 0,-1 0-1 0 0,1 0 1 0 0,-1 0-1 0 0,0 0 1 0 0,0 0-1 0 0,0 0 0 0 0,0 0 1 0 0,0 0-1 0 0,0 0 1 0 0,0 0-1 0 0,-1 0 1 0 0,1 0-1 0 0,-2 3 0 0 0,-1 4 39 0 0,-1 0-1 0 0,0 0 0 0 0,-1 0 0 0 0,-8 11 0 0 0,13-18-10 0 0,142-75 1289 0 0,-128 68-1321 0 0,-8 2-9 0 0,0 1 0 0 0,0 0 0 0 0,0 0 0 0 0,0 1 0 0 0,0 0 0 0 0,1 0 0 0 0,-1 0 0 0 0,0 1 0 0 0,1 0 0 0 0,8 1 0 0 0,-9-1-4 0 0,1 1-1 0 0,-1-1 1 0 0,0 2 0 0 0,0-1-1 0 0,0 1 1 0 0,0-1 0 0 0,-1 2-1 0 0,1-1 1 0 0,0 1 0 0 0,-1 0-1 0 0,1 0 1 0 0,7 6-1 0 0,-10-6 9 0 0,-1-1-1 0 0,1 1 0 0 0,-1 0 0 0 0,0 0 0 0 0,0 0 0 0 0,0 0 0 0 0,0 0 0 0 0,-1 1 0 0 0,1-1 0 0 0,-1 0 0 0 0,0 1 0 0 0,0-1 1 0 0,0 1-1 0 0,0-1 0 0 0,0 1 0 0 0,-1 0 0 0 0,0-1 0 0 0,0 1 0 0 0,0 0 0 0 0,0-1 0 0 0,0 1 0 0 0,-1 0 0 0 0,0-1 0 0 0,1 1 0 0 0,-4 6 0 0 0,4-9 11 0 0,-1 2 0 0 0,0 5-11 0 0,1-8 0 0 0,0 1 0 0 0,0-1 0 0 0,0 1 0 0 0,1-1-1 0 0,-1 1 1 0 0,0-1 0 0 0,0 1 0 0 0,0-1 0 0 0,0 0 0 0 0,1 1 0 0 0,-1-1-1 0 0,0 1 1 0 0,0-1 0 0 0,1 0 0 0 0,-1 1 0 0 0,0-1 0 0 0,0 0-1 0 0,1 1 1 0 0,-1-1 0 0 0,1 0 0 0 0,-1 1 0 0 0,0-1 0 0 0,1 0 0 0 0,-1 0-1 0 0,1 1 1 0 0,-1-1 0 0 0,0 0 0 0 0,1 0 0 0 0,-1 0 0 0 0,1 0-1 0 0,-1 0 1 0 0,1 0 0 0 0,-1 0 0 0 0,1 1 0 0 0,-1-1 0 0 0,1-1 0 0 0,0 1-1 0 0,15 0 24 0 0,-15 0-27 0 0,44-10 31 0 0,-37 8-5 0 0,0-1 1 0 0,-1 2-1 0 0,1-1 1 0 0,0 1 0 0 0,1 0-1 0 0,-1 1 1 0 0,0-1-1 0 0,0 2 1 0 0,0-1 0 0 0,14 4-1 0 0,-21-4-47 0 0,0 0 0 0 0,0 0 0 0 0,0 1 0 0 0,0-1 0 0 0,0 1-1 0 0,0-1 1 0 0,0 1 0 0 0,0-1 0 0 0,0 1 0 0 0,0-1 0 0 0,0 1 0 0 0,0 0-1 0 0,-1-1 1 0 0,1 1 0 0 0,0 0 0 0 0,0 0 0 0 0,0 1 0 0 0,2 21-6889 0 0,-3-22 6522 0 0</inkml:trace>
</inkml:ink>
</file>

<file path=ppt/ink/ink8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5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162 419 864 0 0,'-29'-24'4264'0'0,"27"23"-4109"0"0,1 0-1 0 0,-1 0 1 0 0,0 1-1 0 0,1-1 1 0 0,-1 0-1 0 0,0 1 1 0 0,0-1-1 0 0,0 1 1 0 0,1-1-1 0 0,-1 1 1 0 0,0 0-1 0 0,0 0 1 0 0,0 0-1 0 0,0 0 1 0 0,0 0-1 0 0,0 0 1 0 0,1 1-1 0 0,-1-1 1 0 0,0 0-1 0 0,0 1 1 0 0,0 0-1 0 0,-2 1 1 0 0,0 0-34 0 0,0 0 0 0 0,1 1 0 0 0,-1 0 0 0 0,1 0 1 0 0,-1 0-1 0 0,1 0 0 0 0,0 1 0 0 0,0-1 0 0 0,-3 6 0 0 0,-2 4 22 0 0,1 1-1 0 0,0 0 0 0 0,1 0 1 0 0,-9 30-1 0 0,12-33-73 0 0,1 1-1 0 0,1-1 1 0 0,0 1-1 0 0,0 0 1 0 0,1 0-1 0 0,0-1 1 0 0,1 1-1 0 0,1 0 1 0 0,0-1 0 0 0,0 1-1 0 0,1-1 1 0 0,5 13-1 0 0,-5-16-35 0 0,1 0 0 0 0,-1-1 0 0 0,1 1 0 0 0,1-1 0 0 0,-1 0 0 0 0,1 0 0 0 0,0 0 0 0 0,1 0 0 0 0,0-1 0 0 0,0 0 0 0 0,0 0 0 0 0,1-1 0 0 0,0 0 0 0 0,0 0 0 0 0,0-1 0 0 0,0 1 0 0 0,11 3 0 0 0,-13-6-14 0 0,0-1 0 0 0,1-1 0 0 0,-1 1 0 0 0,0 0 0 0 0,0-1 0 0 0,1 0 0 0 0,-1-1 0 0 0,0 1 0 0 0,1-1 1 0 0,-1 0-1 0 0,0 0 0 0 0,0 0 0 0 0,0-1 0 0 0,0 0 0 0 0,0 0 0 0 0,0 0 0 0 0,0-1 0 0 0,-1 0 0 0 0,1 1 0 0 0,6-7 0 0 0,3-2 53 0 0,-1-1 1 0 0,1 0 0 0 0,-2 0 0 0 0,21-27 0 0 0,-21 22-10 0 0,-1-1 0 0 0,-1 0 0 0 0,0 0 0 0 0,-1-1 0 0 0,-1 0 0 0 0,-1-1 1 0 0,-1 0-1 0 0,6-32 0 0 0,-10 41-38 0 0,0 0 0 0 0,-1 0 0 0 0,0 0 0 0 0,-1 0 0 0 0,0 0 0 0 0,-1 0 0 0 0,0 0 0 0 0,-1 0 0 0 0,0 1 0 0 0,-1-1 0 0 0,0 1 0 0 0,-1-1 0 0 0,0 1 0 0 0,0 0 0 0 0,-1 0 0 0 0,0 1 0 0 0,-1-1 0 0 0,-8-9 0 0 0,10 14-13 0 0,0 1 1 0 0,-1 0 0 0 0,0 0 0 0 0,0 1 0 0 0,0-1-1 0 0,0 1 1 0 0,-1 0 0 0 0,1 0 0 0 0,-1 1 0 0 0,0 0-1 0 0,1 0 1 0 0,-10-2 0 0 0,11 3-12 0 0,-1 0-1 0 0,1 0 1 0 0,-1 1 0 0 0,1 0-1 0 0,-1 0 1 0 0,1 0 0 0 0,-1 0-1 0 0,1 0 1 0 0,0 1 0 0 0,-1 0 0 0 0,1 0-1 0 0,0 0 1 0 0,-1 1 0 0 0,1-1-1 0 0,0 1 1 0 0,0 0 0 0 0,-5 3-1 0 0,9-4-2 0 0,-1-1-1 0 0,0 1 1 0 0,0 0-1 0 0,1-1 1 0 0,-1 1 0 0 0,1 0-1 0 0,-1-1 1 0 0,0 1-1 0 0,1 0 1 0 0,-1 0-1 0 0,1 0 1 0 0,0 0-1 0 0,-1-1 1 0 0,1 1-1 0 0,0 0 1 0 0,-1 0 0 0 0,1 0-1 0 0,0 0 1 0 0,0 0-1 0 0,0 0 1 0 0,0 0-1 0 0,0 0 1 0 0,0 0-1 0 0,0 0 1 0 0,0 0-1 0 0,0 0 1 0 0,0 0 0 0 0,0 0-1 0 0,1 0 1 0 0,-1-1-1 0 0,0 1 1 0 0,1 0-1 0 0,-1 0 1 0 0,1 0-1 0 0,-1 0 1 0 0,2 1-1 0 0,0 1-2 0 0,0-1 0 0 0,0 1 0 0 0,0-1-1 0 0,1 0 1 0 0,-1 1 0 0 0,1-1-1 0 0,-1 0 1 0 0,1-1 0 0 0,4 4-1 0 0,13 3-5 0 0,1 0 0 0 0,0-2 0 0 0,0 0 0 0 0,1-1 0 0 0,-1-1 0 0 0,1-1 0 0 0,0-1 0 0 0,0-1 0 0 0,37-3 0 0 0,-25-1-32 0 0,-1-2-1 0 0,0-1 1 0 0,0-1-1 0 0,0-2 0 0 0,52-22 1 0 0,-70 24 43 0 0,0 0-1 0 0,0-1 1 0 0,-1 0 0 0 0,0-1 0 0 0,-1-1-1 0 0,0-1 1 0 0,0 1 0 0 0,-1-2 0 0 0,0 0-1 0 0,-1 0 1 0 0,-1-1 0 0 0,0 0 0 0 0,0-1-1 0 0,-2 0 1 0 0,1-1 0 0 0,-2 0 0 0 0,0 0-1 0 0,-1 0 1 0 0,0-1 0 0 0,3-19 0 0 0,-9 34 7 0 0,1 1 1 0 0,-1-1-1 0 0,0 0 1 0 0,1 1 0 0 0,-1-1-1 0 0,0 1 1 0 0,0-1 0 0 0,1 1-1 0 0,-1-1 1 0 0,0 0 0 0 0,0 1-1 0 0,0-1 1 0 0,0 0 0 0 0,0 1-1 0 0,0-1 1 0 0,0 0-1 0 0,0 1 1 0 0,0-1 0 0 0,0 1-1 0 0,-1-1 1 0 0,1 0 0 0 0,0 1-1 0 0,0-1 1 0 0,-1 1 0 0 0,1-1-1 0 0,0 0 1 0 0,0 1 0 0 0,-1-1-1 0 0,1 1 1 0 0,-1-1-1 0 0,1 1 1 0 0,0 0 0 0 0,-1-1-1 0 0,1 1 1 0 0,-1-1 0 0 0,1 1-1 0 0,-2-1 1 0 0,-18 17 51 0 0,-22 40-84 0 0,30-35 26 0 0,0 1 0 0 0,1 0 0 0 0,2 0 0 0 0,0 2 0 0 0,2-1 0 0 0,0 1 0 0 0,2 0 0 0 0,0 0 0 0 0,2 0 0 0 0,1 1 0 0 0,0-1 0 0 0,3 27 0 0 0,-1-50-7 0 0,0 1 0 0 0,1 0 1 0 0,-1 0-1 0 0,0-1 0 0 0,1 1 0 0 0,-1 0 0 0 0,1-1 0 0 0,-1 1 1 0 0,1-1-1 0 0,0 1 0 0 0,0-1 0 0 0,0 1 0 0 0,0-1 1 0 0,0 1-1 0 0,0-1 0 0 0,0 0 0 0 0,0 0 0 0 0,0 1 1 0 0,1-1-1 0 0,-1 0 0 0 0,1 0 0 0 0,1 1 0 0 0,0-1 4 0 0,-1 0 0 0 0,1-1 0 0 0,0 1 0 0 0,0-1 0 0 0,-1 1-1 0 0,1-1 1 0 0,0 0 0 0 0,0 0 0 0 0,0 0 0 0 0,-1-1 0 0 0,1 1-1 0 0,5-2 1 0 0,8-3 10 0 0,0 0 1 0 0,0-2-1 0 0,27-15 0 0 0,-28 14-22 0 0,3-1 78 0 0,28-14-321 0 0,-37 24 30 0 0,-20 15 17 0 0,-5-1-440 0 0,-2 2-735 0 0,11-2-4821 0 0,4-7 3460 0 0</inkml:trace>
</inkml:ink>
</file>

<file path=ppt/ink/ink8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5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257 0 440 0 0,'14'12'356'0'0,"0"-1"0"0"0,0 2 0 0 0,-1 0 0 0 0,-1 0 0 0 0,0 1 0 0 0,-1 0 0 0 0,-1 1 0 0 0,0 1 0 0 0,-1 0 0 0 0,-1 0 0 0 0,0 0 0 0 0,-1 1 0 0 0,-1 0 1 0 0,5 20-1 0 0,-5-12-210 0 0,-1 0 1 0 0,-1 0 0 0 0,-2 0 0 0 0,0 0 0 0 0,-1 1 0 0 0,-2-1 0 0 0,-1 1 0 0 0,-1-1 0 0 0,-9 39 0 0 0,8-51-78 0 0,-1 0 0 0 0,0 0 0 0 0,-1 0 0 0 0,-1-1 0 0 0,0 0 0 0 0,-1 0 0 0 0,0-1 0 0 0,-1 1 0 0 0,0-2 0 0 0,0 0 0 0 0,-1 0 0 0 0,-1 0 0 0 0,1-1 0 0 0,-2-1 0 0 0,1 0 0 0 0,-1-1 0 0 0,0 0 0 0 0,-1 0 0 0 0,0-1 0 0 0,0-1 0 0 0,0 0 0 0 0,0-1 0 0 0,-1-1 0 0 0,0 0 0 0 0,-14 1 0 0 0,23-3-2 0 0,1-1 0 0 0,-1-1 0 0 0,1 1 0 0 0,-1 0-1 0 0,1-1 1 0 0,-1 0 0 0 0,1 0 0 0 0,-1 0 0 0 0,1-1 0 0 0,0 0 0 0 0,0 1-1 0 0,0-1 1 0 0,0-1 0 0 0,0 1 0 0 0,0-1 0 0 0,-6-5 0 0 0,5 3-3 0 0,0 0 0 0 0,0-1-1 0 0,1 0 1 0 0,0 0 0 0 0,0-1 0 0 0,0 1 0 0 0,1-1 0 0 0,0 0 0 0 0,-4-10 0 0 0,2-1-81 0 0,1-1 0 0 0,0 0-1 0 0,2 0 1 0 0,0 0 0 0 0,1 0-1 0 0,1 0 1 0 0,2-22 0 0 0,4 6-1016 0 0,1 1 0 0 0,20-58 0 0 0,-12 45-1972 0 0,-1 2 427 0 0</inkml:trace>
</inkml:ink>
</file>

<file path=ppt/ink/ink8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6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52 208 0 0,'-2'-37'6342'0'0,"1"22"-9706"0"0</inkml:trace>
</inkml:ink>
</file>

<file path=ppt/ink/ink8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6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0 528 312 0 0,'0'0'1518'0'0,"18"-1"455"0"0,-1-6-841 0 0,-10 5-737 0 0,0-1 1 0 0,0 0-1 0 0,0 0 0 0 0,-1 0 1 0 0,0 0-1 0 0,1-1 0 0 0,-1-1 1 0 0,-1 1-1 0 0,1-1 0 0 0,5-5 1 0 0,-11 9 543 0 0,24 4-3121 0 0,-8-2 1546 0 0,0 0 0 0 0,-1-2-1 0 0,1 0 1 0 0,0-1-1 0 0,-1 0 1 0 0,0-1-1 0 0,18-6 1 0 0,-15 4 1251 0 0,0 1 1 0 0,0 0-1 0 0,33-1 1 0 0,-50 6-577 0 0,0 0 0 0 0,0-1 0 0 0,0 1 1 0 0,-1 0-1 0 0,1 0 0 0 0,0 0 0 0 0,-1 0 0 0 0,1 0 0 0 0,0 0 1 0 0,-1 0-1 0 0,1 0 0 0 0,-1 0 0 0 0,1 0 0 0 0,-1 0 1 0 0,0 0-1 0 0,0 0 0 0 0,1 0 0 0 0,-1 1 0 0 0,0-1 1 0 0,0 0-1 0 0,0 0 0 0 0,0 0 0 0 0,0 0 0 0 0,0 0 0 0 0,-1 2 1 0 0,8 27 299 0 0,-5-28-320 0 0,0 1 0 0 0,0-1 0 0 0,1 0 0 0 0,-1 1 0 0 0,1-1 0 0 0,0 0 1 0 0,0-1-1 0 0,-1 1 0 0 0,1 0 0 0 0,0-1 0 0 0,0 0 0 0 0,1 1 0 0 0,-1-1 0 0 0,0 0 0 0 0,0-1 0 0 0,5 2 0 0 0,-1-2-1 0 0,0 1 0 0 0,1-1 0 0 0,-1-1 0 0 0,1 1 0 0 0,-1-1 0 0 0,0 0 0 0 0,9-3 0 0 0,0-1 4 0 0,1-1-1 0 0,-1-1 0 0 0,-1 0 0 0 0,1-1 0 0 0,25-17 0 0 0,-29 16 58 0 0,-1 0 0 0 0,1 0 0 0 0,-2-1 0 0 0,1-1 0 0 0,-1 0 0 0 0,-1 0 0 0 0,0-1 0 0 0,-1 0 0 0 0,0-1 0 0 0,0 1 0 0 0,-2-2 0 0 0,0 1 0 0 0,0-1 0 0 0,-1 0 0 0 0,-1 0 0 0 0,0 0-1 0 0,-1 0 1 0 0,0-1 0 0 0,-2 0 0 0 0,1 1 0 0 0,-2-1 0 0 0,0 0 0 0 0,-1 0 0 0 0,0 1 0 0 0,-1-1 0 0 0,-1 1 0 0 0,0-1 0 0 0,-6-16 0 0 0,7 26 32 0 0,0 0 0 0 0,0 0 0 0 0,0 0 0 0 0,-1 1 0 0 0,1-1 0 0 0,-1 1 0 0 0,0-1-1 0 0,-1 1 1 0 0,1 0 0 0 0,-1 0 0 0 0,1 1 0 0 0,-1-1 0 0 0,0 1 0 0 0,0 0 0 0 0,-1 0 0 0 0,-4-3 0 0 0,8 6-97 0 0,0 0 0 0 0,-1 1 1 0 0,1-1-1 0 0,0 0 0 0 0,0 0 0 0 0,0 1 0 0 0,0-1 1 0 0,-1 1-1 0 0,1-1 0 0 0,0 1 0 0 0,0 0 0 0 0,0-1 1 0 0,0 1-1 0 0,0 0 0 0 0,0 0 0 0 0,1-1 0 0 0,-1 1 1 0 0,0 0-1 0 0,0 0 0 0 0,0 0 0 0 0,1 0 0 0 0,-1 0 1 0 0,0 2-1 0 0,-14 25 136 0 0,12-18-123 0 0,0 0-1 0 0,0 1 1 0 0,1 0 0 0 0,1-1 0 0 0,-1 1 0 0 0,2 0-1 0 0,0 0 1 0 0,0 0 0 0 0,1 0 0 0 0,0 0 0 0 0,0-1-1 0 0,2 1 1 0 0,-1 0 0 0 0,1-1 0 0 0,1 0 0 0 0,0 0-1 0 0,0 0 1 0 0,1 0 0 0 0,0 0 0 0 0,9 11-1 0 0,4 5 14 0 0,2-1-1 0 0,0 0 0 0 0,2-2 0 0 0,1 0 1 0 0,42 32-1 0 0,-50-41-131 0 0,-12-11-59 0 0,0 0-1 0 0,-1 0 1 0 0,1 0-1 0 0,0-1 1 0 0,1 1-1 0 0,-1-1 1 0 0,0 0-1 0 0,0 0 0 0 0,1 0 1 0 0,0 0-1 0 0,-1-1 1 0 0,8 3-1 0 0,-7-20-1899 0 0,-2 8-1726 0 0,-2-3 997 0 0</inkml:trace>
</inkml:ink>
</file>

<file path=ppt/ink/ink8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6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38 568 0 0,'13'-23'8677'0'0,"-11"16"-8825"0"0,-1-1-4218 0 0</inkml:trace>
</inkml:ink>
</file>

<file path=ppt/ink/ink8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7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1 224 80 0 0,'31'15'4656'0'0,"-18"-10"-3755"0"0,1-1-1 0 0,-1 0 0 0 0,1 0 0 0 0,28 2 0 0 0,-11-4-39 0 0,1-2 0 0 0,49-5 0 0 0,-63-1-1994 0 0,-4-9-4779 0 0</inkml:trace>
  <inkml:trace contextRef="#ctx0" brushRef="#br0" timeOffset="1">181 51 100 0 0,'0'0'1116'0'0,"-3"-8"924"0"0,-1-3 421 0 0,5-4-1269 0 0,5 4-628 0 0,11 8-572 0 0,5 1-592 0 0,-7 4-544 0 0,-4-1-1245 0 0,8 3 553 0 0</inkml:trace>
</inkml:ink>
</file>

<file path=ppt/ink/ink8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7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14 161 132 0 0,'0'0'13496'0'0,"-2"-5"-12576"0"0,-1-15 157 0 0,1 0 0 0 0,2-34 0 0 0,0 44-1961 0 0,-3-15-3768 0 0,1 12-140 0 0,1-1 601 0 0</inkml:trace>
</inkml:ink>
</file>

<file path=ppt/ink/ink8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07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9 114 516 0 0,'-1'-5'621'0'0,"-1"-4"704"0"0,0-1-1 0 0,1 0 1 0 0,0 1 0 0 0,0-1-1 0 0,1 0 1 0 0,0 0 0 0 0,1 1 0 0 0,3-18-1 0 0,-4 26-1450 0 0,1 1 62 0 0,-1-1 0 0 0,0 1 0 0 0,1 0 0 0 0,-1-1 0 0 0,0 1 0 0 0,1 0 1 0 0,-1 0-1 0 0,0 0 0 0 0,1-1 0 0 0,-1 1 0 0 0,1 0 0 0 0,-1 0 0 0 0,1 0 0 0 0,-1 0 0 0 0,0 0 0 0 0,1 0 0 0 0,-1 0 0 0 0,1 0 0 0 0,-1 0 0 0 0,1 0 0 0 0,-1 0 0 0 0,0 0 0 0 0,1 0 0 0 0,-1 0 0 0 0,1 0 0 0 0,-1 0 1 0 0,0 1-1 0 0,1-1 0 0 0,-1 0 0 0 0,1 0 0 0 0,-1 0 0 0 0,0 1 0 0 0,1-1 0 0 0,-1 0 0 0 0,0 0 0 0 0,1 1 0 0 0,-1-1 0 0 0,1 1 0 0 0,12 7-1860 0 0,-2-2-1298 0 0,0 0 245 0 0</inkml:trace>
  <inkml:trace contextRef="#ctx0" brushRef="#br0" timeOffset="1">653 442 668 0 0,'32'0'700'0'0,"9"-2"-76"0"0,4-1-48 0 0,-12 2-116 0 0,-3-1-232 0 0,1-3-320 0 0,-4 2-440 0 0,-5-1-568 0 0,-3 1 252 0 0</inkml:trace>
</inkml:ink>
</file>

<file path=ppt/ink/ink8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2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138 380 256 0 0,'0'-1'137'0'0,"0"1"1"0"0,0-1-1 0 0,0 1 1 0 0,0 0-1 0 0,-1-1 1 0 0,1 1-1 0 0,0-1 0 0 0,0 1 1 0 0,-1 0-1 0 0,1-1 1 0 0,0 1-1 0 0,-1 0 0 0 0,1-1 1 0 0,0 1-1 0 0,-1 0 1 0 0,1 0-1 0 0,-1-1 1 0 0,1 1-1 0 0,-1 0 0 0 0,1 0 1 0 0,0 0-1 0 0,-1-1 1 0 0,1 1-1 0 0,-1 0 1 0 0,1 0-1 0 0,-1 0 0 0 0,1 0 1 0 0,-1 0-1 0 0,1 0 1 0 0,-1 0-1 0 0,1 0 0 0 0,0 0 1 0 0,-1 0-1 0 0,1 0 1 0 0,-1 0-1 0 0,1 1 1 0 0,-1-1-1 0 0,1 0 0 0 0,-1 0 1 0 0,0 1-1 0 0,-11 21 1481 0 0,0 40-1502 0 0,12-58 219 0 0,-25 251 1325 0 0,24-209-1407 0 0,2 0 0 0 0,3 0 0 0 0,13 70 0 0 0,-7-69 36 0 0,-3-20 485 0 0,-1 0-1 0 0,4 55 1 0 0,-33-103-240 0 0,17 11-457 0 0,0-1 0 0 0,0 0 0 0 0,1 0 0 0 0,0 0 0 0 0,1 0-1 0 0,1-1 1 0 0,-4-17 0 0 0,-1 0 28 0 0,-8-38-6 0 0,2-1 1 0 0,4 0 0 0 0,3-1 0 0 0,2 0 0 0 0,4 0 0 0 0,13-122-1 0 0,-6 145-68 0 0,21-81 1 0 0,-22 110-34 0 0,1-1 0 0 0,1 1 0 0 0,0 0 1 0 0,1 0-1 0 0,1 1 0 0 0,0 0 0 0 0,20-24 0 0 0,-25 34-3 0 0,1 1-1 0 0,0-1 1 0 0,1 1-1 0 0,-1 1 1 0 0,1-1-1 0 0,0 1 1 0 0,0 0-1 0 0,0 0 0 0 0,1 0 1 0 0,-1 1-1 0 0,1 0 1 0 0,0 1-1 0 0,0-1 1 0 0,0 1-1 0 0,0 1 0 0 0,0-1 1 0 0,0 1-1 0 0,1 0 1 0 0,-1 1-1 0 0,0 0 1 0 0,1 0-1 0 0,-1 1 1 0 0,0-1-1 0 0,0 2 0 0 0,1-1 1 0 0,-1 1-1 0 0,0 0 1 0 0,0 0-1 0 0,-1 1 1 0 0,1 0-1 0 0,0 0 1 0 0,-1 1-1 0 0,0 0 0 0 0,0 0 1 0 0,0 0-1 0 0,0 1 1 0 0,-1 0-1 0 0,1 0 1 0 0,-1 0-1 0 0,-1 1 1 0 0,7 8-1 0 0,-4-5-3 0 0,-1 1 0 0 0,-1-1 1 0 0,1 2-1 0 0,-2-1 0 0 0,1 0 0 0 0,-2 1 0 0 0,1 0 0 0 0,-1 0 1 0 0,-1 0-1 0 0,0 0 0 0 0,0 1 0 0 0,-1 11 0 0 0,-1-15 7 0 0,-1 1 0 0 0,0-1-1 0 0,0 0 1 0 0,-1 0 0 0 0,0 0-1 0 0,0 0 1 0 0,-1 0 0 0 0,0-1 0 0 0,0 1-1 0 0,-1-1 1 0 0,0 1 0 0 0,0-1-1 0 0,-1 0 1 0 0,0-1 0 0 0,0 1 0 0 0,0-1-1 0 0,-9 7 1 0 0,1-2-46 0 0,-1 0 0 0 0,0-1 1 0 0,-1-1-1 0 0,0 0 0 0 0,0-1 0 0 0,-1-1 0 0 0,0 0 0 0 0,-32 9 1 0 0,-29-2-8588 0 0</inkml:trace>
</inkml:ink>
</file>

<file path=ppt/ink/ink8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2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1 404 0 0,'3'4'312'0'0,"0"0"1"0"0,0 1-1 0 0,-1-1 1 0 0,0 1-1 0 0,1 0 0 0 0,-1-1 1 0 0,-1 1-1 0 0,1 0 0 0 0,-1 0 1 0 0,0 0-1 0 0,0 1 1 0 0,0-1-1 0 0,-1 10 0 0 0,-1-1 118 0 0,0 1 0 0 0,-2-1-1 0 0,-5 21 1 0 0,-4 22 687 0 0,7-36 242 0 0,5-21-1324 0 0,0-1 0 0 0,0 1 0 0 0,0 0 0 0 0,0 0 0 0 0,0 0 0 0 0,0 0 0 0 0,0 0 0 0 0,0 0 0 0 0,0 0 0 0 0,0 0 0 0 0,0 0 0 0 0,0-1 0 0 0,0 1 0 0 0,0 0 0 0 0,0 0 0 0 0,0 0 0 0 0,0 0 0 0 0,0 0 0 0 0,0 0 0 0 0,0 0 0 0 0,0 0 0 0 0,0 0 0 0 0,0 0 0 0 0,0 0 0 0 0,0-1 0 0 0,0 1 0 0 0,0 0 0 0 0,0 0 0 0 0,-1 0 0 0 0,1 0 0 0 0,0 0 0 0 0,0 0 0 0 0,0 0-1 0 0,0 0 1 0 0,0 0 0 0 0,0 0 0 0 0,0 0 0 0 0,0 0 0 0 0,0 0 0 0 0,-1 0 0 0 0,1 0 0 0 0,0 0 0 0 0,0 0 0 0 0,0 0 0 0 0,0 0 0 0 0,0 0 0 0 0,0 0 0 0 0,0 0 0 0 0,0 0 0 0 0,0 0 0 0 0,-1 0 0 0 0,1 0 0 0 0,0 0 0 0 0,0 0 0 0 0,0 0 0 0 0,0 0 0 0 0,0 0 0 0 0,0 1 0 0 0,0-1 0 0 0,0 0 0 0 0,0 0 0 0 0,0 0 0 0 0,0 0 0 0 0,0 0 0 0 0,0 0 0 0 0,-1 0 0 0 0,1-3 99 0 0,0-1 0 0 0,-1 0 0 0 0,1 1 0 0 0,0-1 0 0 0,1 1 0 0 0,-1-1 0 0 0,1 1 0 0 0,-1-1 0 0 0,3-4 0 0 0,1-5-119 0 0,1 0 0 0 0,1 1 1 0 0,0-1-1 0 0,1 1 0 0 0,1 0 0 0 0,-1 1 1 0 0,2 0-1 0 0,0 0 0 0 0,14-13 0 0 0,-16 16-1043 0 0,1 1 0 0 0,1 1 0 0 0,0 0 0 0 0,-1 0 0 0 0,2 0-1 0 0,-1 1 1 0 0,19-7 0 0 0,-17 9-1551 0 0</inkml:trace>
</inkml:ink>
</file>

<file path=ppt/ink/ink8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3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0 127 188 0 0,'0'0'787'0'0,"23"-7"1411"0"0,-1-1-1226 0 0,-1-2 0 0 0,0 0 0 0 0,-1-2 0 0 0,0 0 0 0 0,0-1 0 0 0,33-30 0 0 0,-53 43-934 0 0,0 0 0 0 0,0 0 0 0 0,0 0 1 0 0,1-1-1 0 0,-1 1 0 0 0,0 0 0 0 0,0 0 0 0 0,0-1 1 0 0,0 1-1 0 0,0 0 0 0 0,0 0 0 0 0,0-1 0 0 0,0 1 0 0 0,0 0 1 0 0,0-1-1 0 0,0 1 0 0 0,0 0 0 0 0,0 0 0 0 0,0-1 1 0 0,0 1-1 0 0,0 0 0 0 0,0 0 0 0 0,0-1 0 0 0,0 1 1 0 0,0 0-1 0 0,0 0 0 0 0,0-1 0 0 0,0 1 0 0 0,0 0 0 0 0,-1 0 1 0 0,1-1-1 0 0,0 1 0 0 0,0 0 0 0 0,0 0 0 0 0,0-1 1 0 0,-1 1-1 0 0,1 0 0 0 0,0 0 0 0 0,0 0 0 0 0,0 0 0 0 0,-1 0 1 0 0,1-1-1 0 0,0 1 0 0 0,0 0 0 0 0,-1 0 0 0 0,1 0 1 0 0,0 0-1 0 0,-1 0 0 0 0,1 0 0 0 0,0 0 0 0 0,0 0 1 0 0,-1 0-1 0 0,1 0 0 0 0,-2-1-34 0 0,1 1 1 0 0,0 0-1 0 0,0-1 1 0 0,-1 1-1 0 0,1 0 0 0 0,0 0 1 0 0,-1 0-1 0 0,1 0 1 0 0,0 0-1 0 0,-1 0 1 0 0,1 1-1 0 0,0-1 0 0 0,-1 0 1 0 0,1 1-1 0 0,-2 0 1 0 0,-2 2 40 0 0,-1 0 1 0 0,1 0-1 0 0,-1 1 1 0 0,1 0-1 0 0,0 0 1 0 0,1 0-1 0 0,-1 1 1 0 0,1-1-1 0 0,0 1 1 0 0,0 0-1 0 0,0 1 1 0 0,1-1-1 0 0,-5 9 1 0 0,7-11-194 0 0,0 0 1 0 0,0 0 0 0 0,1 0 0 0 0,-1 0 0 0 0,1 0 0 0 0,-1 0-1 0 0,1-1 1 0 0,0 1 0 0 0,0 0 0 0 0,1 0 0 0 0,-1 0-1 0 0,0 0 1 0 0,1 0 0 0 0,0 0 0 0 0,0 0 0 0 0,0 0 0 0 0,0-1-1 0 0,0 1 1 0 0,0 0 0 0 0,1-1 0 0 0,-1 1 0 0 0,1-1 0 0 0,0 1-1 0 0,0-1 1 0 0,0 0 0 0 0,0 0 0 0 0,0 0 0 0 0,0 0 0 0 0,1 0-1 0 0,-1 0 1 0 0,1-1 0 0 0,-1 1 0 0 0,4 0 0 0 0,11 7-2784 0 0,5-4 223 0 0</inkml:trace>
</inkml:ink>
</file>

<file path=ppt/ink/ink8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3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94 531 348 0 0,'0'0'1583'0'0,"-7"1"-828"0"0,-2 1-674 0 0,-35 8 1784 0 0,42-9-1715 0 0,0-1 1 0 0,0 1-1 0 0,0 0 0 0 0,0 0 1 0 0,0 0-1 0 0,0 0 0 0 0,0 1 0 0 0,0-1 1 0 0,0 0-1 0 0,1 1 0 0 0,-1 0 1 0 0,0-1-1 0 0,1 1 0 0 0,0 0 0 0 0,-1-1 1 0 0,1 1-1 0 0,-2 4 0 0 0,2-4 312 0 0,6 3-141 0 0,-5-4-304 0 0,1 0 0 0 0,-1-1 0 0 0,0 1 0 0 0,1-1 0 0 0,-1 1 1 0 0,0 0-1 0 0,1-1 0 0 0,-1 1 0 0 0,1-1 0 0 0,-1 1 0 0 0,1-1 0 0 0,-1 1 1 0 0,1-1-1 0 0,-1 1 0 0 0,1-1 0 0 0,-1 1 0 0 0,1-1 0 0 0,0 0 0 0 0,-1 1 1 0 0,1-1-1 0 0,0 0 0 0 0,-1 0 0 0 0,1 0 0 0 0,0 1 0 0 0,-1-1 0 0 0,1 0 1 0 0,0 0-1 0 0,-1 0 0 0 0,1 0 0 0 0,0 0 0 0 0,0 0 0 0 0,0 0 0 0 0,16-4 99 0 0,-1-1 0 0 0,0 0 0 0 0,-1-2 0 0 0,1 1-1 0 0,-1-2 1 0 0,-1 0 0 0 0,1 0 0 0 0,-1-2 0 0 0,-1 0-1 0 0,1 0 1 0 0,20-23 0 0 0,-12 10 35 0 0,-1 0-1 0 0,0-2 1 0 0,-2-1 0 0 0,-2 0 0 0 0,23-43 0 0 0,-31 50-32 0 0,-1 0 1 0 0,0-1-1 0 0,-2 0 0 0 0,0 0 1 0 0,3-26-1 0 0,-8 41-57 0 0,0-1 1 0 0,0 0-1 0 0,0 1 0 0 0,-1-1 0 0 0,0 0 0 0 0,0 1 0 0 0,-1-1 0 0 0,0 1 0 0 0,0-1 0 0 0,0 0 0 0 0,0 1 0 0 0,-1 0 1 0 0,0-1-1 0 0,0 1 0 0 0,0 0 0 0 0,-1 0 0 0 0,0 0 0 0 0,0 0 0 0 0,0 1 0 0 0,0-1 0 0 0,-1 1 0 0 0,0 0 0 0 0,-8-8 1 0 0,11 11-57 0 0,0 0 1 0 0,-1 1-1 0 0,1-1 1 0 0,0 0-1 0 0,0 0 1 0 0,-1 1-1 0 0,1-1 1 0 0,-1 0-1 0 0,1 1 1 0 0,0 0-1 0 0,-1-1 1 0 0,1 1-1 0 0,-1 0 1 0 0,1 0-1 0 0,-1-1 1 0 0,1 1 0 0 0,-1 1-1 0 0,1-1 1 0 0,-1 0-1 0 0,1 0 1 0 0,-1 0-1 0 0,1 1 1 0 0,-1-1-1 0 0,1 1 1 0 0,0-1-1 0 0,-1 1 1 0 0,1-1-1 0 0,0 1 1 0 0,-1 0-1 0 0,1 0 1 0 0,0 0-1 0 0,0 0 1 0 0,0 0-1 0 0,-1 0 1 0 0,1 0 0 0 0,0 0-1 0 0,0 0 1 0 0,1 0-1 0 0,-1 1 1 0 0,0-1-1 0 0,0 0 1 0 0,1 1-1 0 0,-1-1 1 0 0,1 0-1 0 0,-1 1 1 0 0,1-1-1 0 0,-1 1 1 0 0,1-1-1 0 0,0 1 1 0 0,0-1-1 0 0,0 1 1 0 0,0-1 0 0 0,0 1-1 0 0,0-1 1 0 0,0 1-1 0 0,0-1 1 0 0,0 1-1 0 0,1-1 1 0 0,-1 0-1 0 0,1 1 1 0 0,-1-1-1 0 0,1 1 1 0 0,0-1-1 0 0,-1 0 1 0 0,1 1-1 0 0,1 0 1 0 0,16 20 35 0 0,1 0 0 0 0,1-2 0 0 0,1 0 1 0 0,41 29-1 0 0,-34-27-2 0 0,-1 0 0 0 0,39 42 0 0 0,-57-54 41 0 0,-1 1 0 0 0,0 0 1 0 0,-1 1-1 0 0,0 0 1 0 0,0 0-1 0 0,-1 0 1 0 0,6 22-1 0 0,-10-31-160 0 0,-1 1 1 0 0,-1 0-1 0 0,1-1 1 0 0,-1 1-1 0 0,1 0 0 0 0,-1 0 1 0 0,0 0-1 0 0,0-1 1 0 0,-1 1-1 0 0,1 0 0 0 0,-1 0 1 0 0,0-1-1 0 0,0 1 1 0 0,0 0-1 0 0,0-1 0 0 0,-4 6 1 0 0,3-6-276 0 0,0 0 0 0 0,0 0 0 0 0,-1 0 0 0 0,0 0 0 0 0,1-1 0 0 0,-1 1 0 0 0,0-1 0 0 0,0 0 0 0 0,0 0 0 0 0,0 0 0 0 0,-1 0 0 0 0,-4 1 0 0 0,3-1-2926 0 0,-7 1 248 0 0</inkml:trace>
</inkml:ink>
</file>

<file path=ppt/ink/ink8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4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92 272 0 0,'36'-82'9214'0'0,"-35"81"-8850"0"0,0-8-162 0 0,11 23-6152 0 0,-10-10 3640 0 0</inkml:trace>
</inkml:ink>
</file>

<file path=ppt/ink/ink8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4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22 407 416 0 0,'-2'2'352'0'0,"0"1"0"0"0,-1 0 0 0 0,1 0 0 0 0,0 0 1 0 0,1 0-1 0 0,-1 0 0 0 0,1 0 0 0 0,-1 0 0 0 0,1 1 0 0 0,0-1 0 0 0,0 0 0 0 0,0 1 0 0 0,1-1 1 0 0,-1 5-1 0 0,1-6-274 0 0,1 1 0 0 0,-1-1 0 0 0,1 0 0 0 0,0 0 0 0 0,-1 0 1 0 0,1 0-1 0 0,0-1 0 0 0,0 1 0 0 0,0 0 0 0 0,1 0 0 0 0,-1-1 0 0 0,0 1 1 0 0,1 0-1 0 0,-1-1 0 0 0,1 1 0 0 0,-1-1 0 0 0,1 0 0 0 0,0 1 0 0 0,-1-1 1 0 0,1 0-1 0 0,0 0 0 0 0,0 0 0 0 0,0 0 0 0 0,0-1 0 0 0,4 2 0 0 0,5 1 60 0 0,1 0 0 0 0,-1 0 0 0 0,1-1-1 0 0,0-1 1 0 0,0 0 0 0 0,0-1-1 0 0,0 0 1 0 0,0 0 0 0 0,0-2-1 0 0,0 1 1 0 0,15-5 0 0 0,-5 0 23 0 0,1-1 0 0 0,-1 0 1 0 0,0-2-1 0 0,37-21 0 0 0,-42 19-46 0 0,-1-1 0 0 0,0 0 0 0 0,-1-1 0 0 0,-1-1 0 0 0,0 0 0 0 0,0-1 0 0 0,-2 0-1 0 0,0-1 1 0 0,-1-1 0 0 0,13-23 0 0 0,-18 29 67 0 0,-1 1 0 0 0,0-1-1 0 0,0 0 1 0 0,-1-1 0 0 0,-1 1 0 0 0,0-1 0 0 0,0 1-1 0 0,-1-1 1 0 0,-1 0 0 0 0,0 0 0 0 0,0 0 0 0 0,-2 0-1 0 0,1 0 1 0 0,-1 0 0 0 0,-1 1 0 0 0,0-1-1 0 0,-1 0 1 0 0,-5-13 0 0 0,7 22 79 0 0,-6-18 522 0 0,7 21-764 0 0,0-1 1 0 0,0 1-1 0 0,0 0 0 0 0,0 0 1 0 0,0-1-1 0 0,0 1 1 0 0,0 0-1 0 0,0 0 0 0 0,0-1 1 0 0,0 1-1 0 0,0 0 0 0 0,0 0 1 0 0,0-1-1 0 0,-1 1 1 0 0,1 0-1 0 0,0 0 0 0 0,0 0 1 0 0,0-1-1 0 0,0 1 1 0 0,0 0-1 0 0,-1 0 0 0 0,1 0 1 0 0,0-1-1 0 0,0 1 1 0 0,0 0-1 0 0,0 0 0 0 0,-1 0 1 0 0,1 0-1 0 0,0 0 1 0 0,0-1-1 0 0,-1 1 0 0 0,1 0 1 0 0,0 0-1 0 0,0 0 1 0 0,0 0-1 0 0,-1 0 0 0 0,1 0 1 0 0,0 0-1 0 0,0 0 1 0 0,-1 0-1 0 0,1 0 0 0 0,0 0 1 0 0,0 0-1 0 0,-1 0 1 0 0,1 0-1 0 0,0 0 0 0 0,0 0 1 0 0,-1 0-1 0 0,1 0 1 0 0,0 0-1 0 0,0 0 0 0 0,-1 1 1 0 0,1-1-1 0 0,0 0 1 0 0,0 0-1 0 0,0 0 0 0 0,-1 0 1 0 0,1 0-1 0 0,0 1 0 0 0,0-1 1 0 0,-10 20 60 0 0,1 1-1 0 0,2 0 1 0 0,0 0 0 0 0,1 0-1 0 0,1 1 1 0 0,1 0-1 0 0,1 0 1 0 0,1 0 0 0 0,0 1-1 0 0,2-1 1 0 0,1 0 0 0 0,1 0-1 0 0,1 0 1 0 0,10 41 0 0 0,-8-42-196 0 0,-1 2 0 0 0,2 30 0 0 0,-10-2-2114 0 0,4-48 1723 0 0,-1 1 0 0 0,0-1 0 0 0,-1 1 0 0 0,1-1 0 0 0,0 0 0 0 0,-1 1 0 0 0,0-1-1 0 0,0 0 1 0 0,0 0 0 0 0,-3 3 0 0 0,-1-2-3344 0 0</inkml:trace>
</inkml:ink>
</file>

<file path=ppt/ink/ink8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4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1096 0 0,'9'-3'1952'0'0,"8"-4"-1128"0"0,-10 3 608 0 0,7 2-687 0 0,-5-2-813 0 0,5 1-1285 0 0</inkml:trace>
</inkml:ink>
</file>

<file path=ppt/ink/ink8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6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20 616 0 0,'5'-11'2339'0'0,"-1"3"2562"0"0,-5 14-1762 0 0,-2 10-3858 0 0,-15 74 1734 0 0,10-53-558 0 0,-5 51 1 0 0,6 185 1023 0 0,5-220-1495 0 0,0 27-743 0 0,10-28-7017 0 0,-7-47 4880 0 0</inkml:trace>
</inkml:ink>
</file>

<file path=ppt/ink/ink8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7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1 586 52 0 0,'29'1'625'0'0,"0"-1"0"0"0,1-2 0 0 0,-1-1 0 0 0,0-1-1 0 0,36-11 1 0 0,-10 4-143 0 0,6-2 224 0 0,-1-2 0 0 0,114-45 1 0 0,-148 48-492 0 0,0 0 0 0 0,-1-2 0 0 0,0 0 0 0 0,-1-2 0 0 0,-1-1 0 0 0,0 0 0 0 0,-1-2 0 0 0,32-36 0 0 0,-48 46-125 0 0,0 0-1 0 0,-1 0 0 0 0,0 0 0 0 0,0-1 1 0 0,-1 0-1 0 0,-1 0 0 0 0,1 0 0 0 0,-2 0 1 0 0,1 0-1 0 0,-2-1 0 0 0,1 1 1 0 0,-1-1-1 0 0,-1 0 0 0 0,0 1 0 0 0,-2-17 1 0 0,2 22-36 0 0,0 0 1 0 0,-1 0 0 0 0,0 0 0 0 0,0 1 0 0 0,-1-1 0 0 0,1 0 0 0 0,-1 0-1 0 0,0 1 1 0 0,0-1 0 0 0,0 1 0 0 0,-1-1 0 0 0,0 1 0 0 0,0 0 0 0 0,0 0 0 0 0,0 0-1 0 0,0 0 1 0 0,-1 1 0 0 0,0-1 0 0 0,0 1 0 0 0,0 0 0 0 0,0 0 0 0 0,0 1 0 0 0,0-1-1 0 0,-1 1 1 0 0,1 0 0 0 0,-1 0 0 0 0,0 0 0 0 0,0 1 0 0 0,0 0 0 0 0,1-1-1 0 0,-1 2 1 0 0,0-1 0 0 0,-10 0 0 0 0,12 2-42 0 0,1 0-1 0 0,-1 0 1 0 0,1 0 0 0 0,0 0-1 0 0,-1 0 1 0 0,1 0 0 0 0,0 1 0 0 0,0-1-1 0 0,0 1 1 0 0,-1 0 0 0 0,2-1-1 0 0,-1 1 1 0 0,0 0 0 0 0,0 0-1 0 0,1 0 1 0 0,-3 4 0 0 0,-22 36 94 0 0,13-15-25 0 0,1 1 0 0 0,1 1 0 0 0,1 0 0 0 0,2 0-1 0 0,-8 52 1 0 0,-6 155 508 0 0,21-216-542 0 0,-4 80 181 0 0,3-32 19 0 0,-14 90 1 0 0,11-141 2258 0 0,7-39-1953 0 0,-1 11-511 0 0,1 0 0 0 0,0 0 1 0 0,8-21-1 0 0,-9 30-53 0 0,1 1 1 0 0,0-1-1 0 0,0 0 0 0 0,0 1 1 0 0,0-1-1 0 0,0 1 0 0 0,0 0 1 0 0,0 0-1 0 0,1 0 1 0 0,-1 0-1 0 0,0 0 0 0 0,1 0 1 0 0,-1 1-1 0 0,0-1 0 0 0,1 1 1 0 0,-1-1-1 0 0,1 1 0 0 0,-1 0 1 0 0,1 0-1 0 0,-1 0 1 0 0,3 1-1 0 0,67 6-223 0 0,-44-3 71 0 0,6 0-24 0 0,0-2 1 0 0,1-2 0 0 0,-1-1 0 0 0,0-1 0 0 0,63-13 0 0 0,-96 15 217 0 0,1 0 0 0 0,0-1 0 0 0,-1 1-1 0 0,1 0 1 0 0,0-1 0 0 0,-1 1-1 0 0,1-1 1 0 0,-1 1 0 0 0,1-1 0 0 0,-1 0-1 0 0,1 1 1 0 0,-1-1 0 0 0,1 0 0 0 0,-1 0-1 0 0,0 0 1 0 0,0 0 0 0 0,1-1-1 0 0,-1 1 1 0 0,0 0 0 0 0,0 0 0 0 0,0-1-1 0 0,0 1 1 0 0,0-1 0 0 0,-1 1-1 0 0,1 0 1 0 0,0-1 0 0 0,-1 0 0 0 0,1 1-1 0 0,-1-1 1 0 0,1-2 0 0 0,-1 2 807 0 0,3 6-2477 0 0,2 2 1194 0 0,1 0 0 0 0,0-1 0 0 0,0 1 0 0 0,0-1 0 0 0,0 0 0 0 0,1-1 1 0 0,14 7-1 0 0,33 12-5608 0 0,-27-15 2729 0 0</inkml:trace>
</inkml:ink>
</file>

<file path=ppt/ink/ink8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7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594 130 312 0 0,'2'-1'324'0'0,"0"0"0"0"0,0 0 0 0 0,1 0 0 0 0,-1-1 0 0 0,-1 1 0 0 0,1 0 1 0 0,0-1-1 0 0,0 0 0 0 0,0 1 0 0 0,-1-1 0 0 0,1 0 0 0 0,-1 0 0 0 0,0 0 0 0 0,1 0 0 0 0,-1 0 0 0 0,0 0 0 0 0,0 0 0 0 0,0 0 0 0 0,0 0 0 0 0,-1 0 1 0 0,1-1-1 0 0,0 1 0 0 0,-1 0 0 0 0,0-1 0 0 0,1 1 0 0 0,-1 0 0 0 0,0-1 0 0 0,0 1 0 0 0,-1-1 0 0 0,1 1 0 0 0,0 0 0 0 0,-1-1 0 0 0,0-2 0 0 0,-1 2-195 0 0,1-1 0 0 0,-1 1-1 0 0,0 0 1 0 0,1-1-1 0 0,-1 1 1 0 0,-1 0-1 0 0,1 0 1 0 0,0 1-1 0 0,-1-1 1 0 0,0 0-1 0 0,1 1 1 0 0,-1-1-1 0 0,0 1 1 0 0,0 0 0 0 0,0 0-1 0 0,-1 0 1 0 0,1 1-1 0 0,0-1 1 0 0,-7-1-1 0 0,-4 0-35 0 0,1 1 0 0 0,-1 1 0 0 0,0 0 0 0 0,0 1 0 0 0,0 0 0 0 0,1 1 0 0 0,-18 3 0 0 0,-91 25 214 0 0,78-16-140 0 0,-80 35 0 0 0,111-42-141 0 0,0 0 0 0 0,0 1 0 0 0,1 1 0 0 0,0 0 0 0 0,1 0 0 0 0,0 2 0 0 0,0-1 0 0 0,1 1 0 0 0,0 1 0 0 0,-11 14-1 0 0,19-21-23 0 0,0-1 0 0 0,0 1 0 0 0,1 0 0 0 0,-1 0 0 0 0,1 0 0 0 0,-1 0 0 0 0,1 0 0 0 0,1 0-1 0 0,-1 0 1 0 0,0 0 0 0 0,1 1 0 0 0,0-1 0 0 0,0 0 0 0 0,0 0 0 0 0,1 0 0 0 0,-1 0 0 0 0,1 1-1 0 0,0-1 1 0 0,0 0 0 0 0,1 0 0 0 0,-1 0 0 0 0,1-1 0 0 0,0 1 0 0 0,0 0 0 0 0,0 0 0 0 0,0-1 0 0 0,1 0-1 0 0,-1 1 1 0 0,1-1 0 0 0,5 4 0 0 0,2 4-1 0 0,1-2 1 0 0,0 1-1 0 0,0-1 0 0 0,1-1 1 0 0,0 0-1 0 0,1-1 0 0 0,21 9 1 0 0,-5-7-116 0 0,0-1 1 0 0,0-2 0 0 0,0-1-1 0 0,1-1 1 0 0,0-1 0 0 0,0-2-1 0 0,0-1 1 0 0,50-7 0 0 0,-55 4 27 0 0,0-1 1 0 0,0-1 0 0 0,-1-1 0 0 0,0-1-1 0 0,0-2 1 0 0,0 0 0 0 0,-1-1-1 0 0,-1-2 1 0 0,0 0 0 0 0,0-1 0 0 0,21-18-1 0 0,-29 19 361 0 0,-13 16-198 0 0,-2-3-83 0 0,1 0 0 0 0,-1 0 1 0 0,1 1-1 0 0,0-1 0 0 0,-1 0 0 0 0,1 0 1 0 0,0 0-1 0 0,0 0 0 0 0,0 1 1 0 0,0-1-1 0 0,0 0 0 0 0,0 0 0 0 0,0 0 1 0 0,0 0-1 0 0,1 1 0 0 0,-1-1 1 0 0,0 0-1 0 0,1 0 0 0 0,-1 0 1 0 0,1 0-1 0 0,-1 0 0 0 0,1 0 0 0 0,-1 0 1 0 0,1 0-1 0 0,0 0 0 0 0,-1 0 1 0 0,1 0-1 0 0,0 0 0 0 0,0 0 0 0 0,0-1 1 0 0,0 1-1 0 0,0 0 0 0 0,1 0 1 0 0,3 2-28 0 0,1-1 0 0 0,-1 0 0 0 0,0 0 0 0 0,1 0 0 0 0,-1-1 0 0 0,12 2 0 0 0,-15-3 38 0 0,0 0 1 0 0,1 0-1 0 0,-1 0 1 0 0,0 0 0 0 0,0 0-1 0 0,0 0 1 0 0,0-1 0 0 0,1 1-1 0 0,-1-1 1 0 0,0 0-1 0 0,0 1 1 0 0,0-1 0 0 0,0 0-1 0 0,0 0 1 0 0,0 0-1 0 0,0 0 1 0 0,0-1 0 0 0,-1 1-1 0 0,4-3 1 0 0,-4 3 10 0 0,-1 0 1 0 0,1 0-1 0 0,-1 0 1 0 0,1 0-1 0 0,-1 0 0 0 0,1 0 1 0 0,-1 0-1 0 0,1 0 1 0 0,-1 0-1 0 0,0 0 0 0 0,0 0 1 0 0,0 0-1 0 0,0-1 1 0 0,1 1-1 0 0,-1 0 0 0 0,-1 0 1 0 0,1 0-1 0 0,0 0 1 0 0,0 0-1 0 0,0 0 0 0 0,-1 0 1 0 0,1-1-1 0 0,0 1 1 0 0,-1 0-1 0 0,1 0 0 0 0,-1 0 1 0 0,1 0-1 0 0,-1 0 1 0 0,-1-1-1 0 0,-26-29 197 0 0,11 13-726 0 0,6 10-1945 0 0</inkml:trace>
</inkml:ink>
</file>

<file path=ppt/ink/ink8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8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16 0 0,'26'71'6581'0'0,"-25"-69"-6313"0"0,7 17 2989 0 0,50-1-2771 0 0,-48-14-1440 0 0,-1-1 0 0 0,0 0 0 0 0,1 0 0 0 0,-1-1 0 0 0,1 0 0 0 0,11 1 0 0 0</inkml:trace>
</inkml:ink>
</file>

<file path=ppt/ink/ink8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9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37 1192 0 0,'-5'-24'3620'0'0,"5"22"-2500"0"0,-6-8 5149 0 0,-8 29-5904 0 0,2 2 0 0 0,0-1 0 0 0,1 1 0 0 0,-14 39 0 0 0,8-12 83 0 0,-13 64-1 0 0,22-76-239 0 0,-5 54-1 0 0,12-79-175 0 0,1-1 0 0 0,0 0 0 0 0,1 1-1 0 0,-1-1 1 0 0,2 0 0 0 0,0 0 0 0 0,0 1-1 0 0,1-2 1 0 0,0 1 0 0 0,5 12-1 0 0,-5-17-34 0 0,-2-1-13 0 0,1 0-1 0 0,-1 0 0 0 0,1 0 1 0 0,0 0-1 0 0,0-1 1 0 0,0 1-1 0 0,1-1 0 0 0,-1 1 1 0 0,1-1-1 0 0,0 0 0 0 0,0 0 1 0 0,0 0-1 0 0,0 0 1 0 0,1-1-1 0 0,-1 1 0 0 0,0-1 1 0 0,1 0-1 0 0,0 0 0 0 0,0 0 1 0 0,-1-1-1 0 0,1 1 1 0 0,0-1-1 0 0,0 0 0 0 0,6 1 1 0 0,3-2-34 0 0,-1-1 0 0 0,0 0 0 0 0,1 0 0 0 0,-1-1 0 0 0,0-1 0 0 0,0 0 0 0 0,-1-1 0 0 0,1 0 0 0 0,-1-1 0 0 0,0 0 0 0 0,0-1 0 0 0,0 0 0 0 0,-1 0 0 0 0,0-1 0 0 0,0-1 0 0 0,0 0 0 0 0,9-10 0 0 0,-22 19 82 0 0,0 0 1 0 0,0 0 0 0 0,0 1-1 0 0,0 0 1 0 0,0-1 0 0 0,0 1-1 0 0,1 0 1 0 0,-1 1 0 0 0,1-1-1 0 0,-1 0 1 0 0,1 1 0 0 0,0-1-1 0 0,0 1 1 0 0,0-1 0 0 0,0 1-1 0 0,1 0 1 0 0,-1 0 0 0 0,1 0-1 0 0,-2 4 1 0 0,3-6-62 0 0,-1 1-1 0 0,0 0 1 0 0,1-1 0 0 0,-1 1-1 0 0,1 0 1 0 0,-1 0 0 0 0,1 0-1 0 0,0-1 1 0 0,0 1 0 0 0,0 0-1 0 0,0 0 1 0 0,0 0 0 0 0,0-1 0 0 0,0 1-1 0 0,1 0 1 0 0,-1 0 0 0 0,1 0-1 0 0,-1-1 1 0 0,1 1 0 0 0,0 0-1 0 0,0-1 1 0 0,0 1 0 0 0,0-1-1 0 0,0 1 1 0 0,0-1 0 0 0,0 1-1 0 0,0-1 1 0 0,0 1 0 0 0,1-1-1 0 0,-1 0 1 0 0,0 0 0 0 0,1 0-1 0 0,-1 0 1 0 0,1 0 0 0 0,0 0-1 0 0,-1 0 1 0 0,1 0 0 0 0,0-1-1 0 0,-1 1 1 0 0,1-1 0 0 0,0 1-1 0 0,0-1 1 0 0,0 0 0 0 0,-1 0-1 0 0,1 1 1 0 0,0-1 0 0 0,0 0-1 0 0,3-1 1 0 0,4 0-60 0 0,0 1 0 0 0,0-2 0 0 0,0 1 1 0 0,-1-1-1 0 0,1 0 0 0 0,-1-1 0 0 0,1 0 0 0 0,14-8 0 0 0,141-85-450 0 0,-162 93 541 0 0,12-1 18 0 0,-10 5-13 0 0,1 0 0 0 0,-1 0-1 0 0,0 0 1 0 0,0 0 0 0 0,0 1-1 0 0,0 0 1 0 0,0 0 0 0 0,0 0-1 0 0,0 0 1 0 0,-1 0-1 0 0,1 1 1 0 0,-1 0 0 0 0,0 0-1 0 0,0 0 1 0 0,0 0 0 0 0,4 5-1 0 0,9 7 13 0 0,18 14 68 0 0,-28-22-220 0 0,1-1 0 0 0,-1 0 0 0 0,1 0 1 0 0,0-1-1 0 0,1 0 0 0 0,0 0 0 0 0,-1 0 0 0 0,1-1 0 0 0,1-1 0 0 0,-1 1 0 0 0,0-1 1 0 0,16 3-1 0 0,-20-6 77 0 0,-1 0 1 0 0,0 0-1 0 0,1 0 1 0 0,-1-1 0 0 0,0 0-1 0 0,1 1 1 0 0,-1-1-1 0 0,0 0 1 0 0,0-1 0 0 0,0 1-1 0 0,0-1 1 0 0,0 1-1 0 0,0-1 1 0 0,0 0-1 0 0,-1 0 1 0 0,1 0 0 0 0,0 0-1 0 0,2-4 1 0 0,-3 5 101 0 0,-1-1 0 0 0,1 0 1 0 0,-1 0-1 0 0,1 0 0 0 0,-1 0 1 0 0,0 0-1 0 0,1 0 0 0 0,-1 0 1 0 0,0-1-1 0 0,0 1 0 0 0,-1 0 1 0 0,1 0-1 0 0,0-1 0 0 0,-1 1 1 0 0,0-1-1 0 0,1 1 0 0 0,-1 0 1 0 0,0-1-1 0 0,0 1 0 0 0,0-1 1 0 0,0 1-1 0 0,-2-4 0 0 0,1 4 1 0 0,0 0-1 0 0,0 1 1 0 0,-1-1-1 0 0,1 1 1 0 0,0-1 0 0 0,-1 1-1 0 0,1 0 1 0 0,-1 0-1 0 0,0-1 1 0 0,1 1-1 0 0,-1 0 1 0 0,0 0-1 0 0,0 1 1 0 0,0-1-1 0 0,0 0 1 0 0,0 1-1 0 0,0-1 1 0 0,0 1 0 0 0,0-1-1 0 0,0 1 1 0 0,0 0-1 0 0,0 0 1 0 0,0 0-1 0 0,0 0 1 0 0,0 0-1 0 0,0 1 1 0 0,0-1-1 0 0,-3 2 1 0 0,-58 15 444 0 0,49-11-451 0 0,-1 1 1 0 0,1 0-1 0 0,0 1 0 0 0,0 1 0 0 0,1 0 1 0 0,1 1-1 0 0,-17 15 0 0 0,-8 24-7535 0 0</inkml:trace>
</inkml:ink>
</file>

<file path=ppt/ink/ink8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9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1 584 0 0,'-1'3'9726'0'0,"-7"26"-9300"0"0,-5 16 776 0 0,1 0-1 0 0,3 1 1 0 0,-6 88 0 0 0,2-8-694 0 0,2-93-2084 0 0,-6-8-3575 0 0</inkml:trace>
</inkml:ink>
</file>

<file path=ppt/ink/ink8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19.7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1073 352 88 0 0,'168'-17'6733'0'0,"-118"15"-6101"0"0,69 5 0 0 0,-74-2-2347 0 0,-29-1-1083 0 0</inkml:trace>
  <inkml:trace contextRef="#ctx0" brushRef="#br0" timeOffset="1">108 24 15957 0 0,'-27'-4'212'0'0,"10"3"-112"0"0,1-3-104 0 0,4 3-64 0 0,3-1-16 0 0,-9 0-32 0 0,10-2 68 0 0,42-1-9860 0 0</inkml:trace>
</inkml:ink>
</file>

<file path=ppt/ink/ink8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1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464 30 968 0 0,'0'0'1014'0'0,"-1"-3"-541"0"0,0 0 0 0 0,0 0 0 0 0,0 0 1 0 0,-1 0-1 0 0,1 1 0 0 0,-1-1 1 0 0,0 1-1 0 0,0-1 0 0 0,-2-1 1 0 0,-5 5-284 0 0,0 2 1 0 0,0-1 0 0 0,0 1 0 0 0,1 0 0 0 0,-1 1 0 0 0,1 0-1 0 0,0 0 1 0 0,0 1 0 0 0,-13 11 0 0 0,-67 60 570 0 0,73-62-613 0 0,-13 11 97 0 0,2 2 0 0 0,1 0 0 0 0,1 2 0 0 0,1 1 0 0 0,2 1 0 0 0,-30 57 0 0 0,42-70-158 0 0,2 1 0 0 0,0 0 1 0 0,1 0-1 0 0,1 0 0 0 0,0 0 0 0 0,2 1 1 0 0,0 0-1 0 0,2 0 0 0 0,0 0 0 0 0,1 0 1 0 0,1 0-1 0 0,0-1 0 0 0,2 1 1 0 0,7 26-1 0 0,-2-19-128 0 0,1 0 1 0 0,2 0-1 0 0,0-1 1 0 0,2 0-1 0 0,1-1 1 0 0,1-1-1 0 0,1 0 1 0 0,1-1-1 0 0,1-1 1 0 0,27 26-1 0 0,-35-40-315 0 0,-1 1-1 0 0,2-2 0 0 0,-1 1 0 0 0,1-2 0 0 0,16 9 0 0 0,33 4-4688 0 0,-28-16 2273 0 0</inkml:trace>
</inkml:ink>
</file>

<file path=ppt/ink/ink8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2.6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278 311 416 0 0,'-11'-2'434'0'0,"0"1"-1"0"0,1 0 1 0 0,-1 1-1 0 0,0 1 1 0 0,0 0-1 0 0,1 0 1 0 0,-1 1-1 0 0,1 0 1 0 0,-1 1-1 0 0,1 0 1 0 0,0 0-1 0 0,0 1 1 0 0,-18 11-1 0 0,20-11-254 0 0,0 0-1 0 0,0 1 1 0 0,0 0-1 0 0,1 1 1 0 0,0-1-1 0 0,0 1 0 0 0,0 1 1 0 0,1-1-1 0 0,0 1 1 0 0,0 0-1 0 0,1 1 1 0 0,0-1-1 0 0,0 1 1 0 0,1 0-1 0 0,0 0 0 0 0,-5 14 1 0 0,8-16-110 0 0,0-1 0 0 0,1 0 1 0 0,-1 1-1 0 0,1-1 0 0 0,1 0 0 0 0,-1 1 1 0 0,1-1-1 0 0,0 0 0 0 0,0 0 1 0 0,0 1-1 0 0,1-1 0 0 0,0 0 0 0 0,0 0 1 0 0,0 0-1 0 0,1-1 0 0 0,-1 1 0 0 0,1 0 1 0 0,0-1-1 0 0,0 0 0 0 0,7 7 0 0 0,-6-7-36 0 0,-1-1 0 0 0,0 0 0 0 0,1 0 0 0 0,-1-1 0 0 0,1 1 0 0 0,0-1 0 0 0,0 0 0 0 0,0 0 0 0 0,0 0 0 0 0,0 0 0 0 0,1-1-1 0 0,-1 1 1 0 0,0-1 0 0 0,1 0 0 0 0,-1-1 0 0 0,1 1 0 0 0,-1-1 0 0 0,1 0 0 0 0,-1 0 0 0 0,1 0 0 0 0,-1-1 0 0 0,1 1 0 0 0,-1-1 0 0 0,8-2-1 0 0,2-2-5 0 0,-1 0 0 0 0,1-1-1 0 0,-1 0 1 0 0,-1-1-1 0 0,1-1 1 0 0,-1 0 0 0 0,-1 0-1 0 0,1-1 1 0 0,-1-1-1 0 0,-1 0 1 0 0,0 0-1 0 0,0-1 1 0 0,-1 0 0 0 0,-1-1-1 0 0,0 0 1 0 0,0 0-1 0 0,-1-1 1 0 0,-1 0 0 0 0,0 0-1 0 0,-1-1 1 0 0,0 1-1 0 0,-1-1 1 0 0,3-22-1 0 0,-6 32-21 0 0,0 1-1 0 0,-1-1 1 0 0,1 0-1 0 0,-1 0 1 0 0,0 0-1 0 0,0 0 0 0 0,-1 0 1 0 0,1 0-1 0 0,-1 0 1 0 0,0 0-1 0 0,0 0 1 0 0,0 0-1 0 0,0 1 0 0 0,-1-1 1 0 0,1 0-1 0 0,-1 1 1 0 0,0-1-1 0 0,0 1 1 0 0,-1 0-1 0 0,1 0 0 0 0,-1 0 1 0 0,1 0-1 0 0,-1 0 1 0 0,0 0-1 0 0,0 1 1 0 0,0-1-1 0 0,-1 1 1 0 0,1 0-1 0 0,0 0 0 0 0,-1 0 1 0 0,0 0-1 0 0,1 1 1 0 0,-1-1-1 0 0,0 1 1 0 0,0 0-1 0 0,0 0 0 0 0,1 1 1 0 0,-1-1-1 0 0,-8 0 1 0 0,-2 1-7 0 0,1 0 1 0 0,-1 1-1 0 0,0 0 0 0 0,1 1 1 0 0,-1 0-1 0 0,1 1 1 0 0,-1 1-1 0 0,1 0 1 0 0,0 1-1 0 0,-16 8 0 0 0,24-10-10 0 0,-1 0-1 0 0,1 0 1 0 0,0 1-1 0 0,0-1 1 0 0,0 1-1 0 0,0 0 1 0 0,1 1-1 0 0,-1-1 1 0 0,1 1-1 0 0,0 0 1 0 0,0 0-1 0 0,1 0 1 0 0,0 1-1 0 0,-5 8 0 0 0,8-12 3 0 0,-1-1 0 0 0,1 1 0 0 0,-1 0 0 0 0,1-1-1 0 0,0 1 1 0 0,0 0 0 0 0,0 0 0 0 0,0-1 0 0 0,0 1-1 0 0,0 0 1 0 0,0 0 0 0 0,1-1 0 0 0,-1 1 0 0 0,0 0 0 0 0,1-1-1 0 0,0 1 1 0 0,-1 0 0 0 0,1-1 0 0 0,0 1 0 0 0,0-1-1 0 0,0 1 1 0 0,0-1 0 0 0,0 1 0 0 0,0-1 0 0 0,0 0-1 0 0,0 0 1 0 0,1 1 0 0 0,-1-1 0 0 0,0 0 0 0 0,1 0-1 0 0,-1 0 1 0 0,1-1 0 0 0,-1 1 0 0 0,1 0 0 0 0,0 0-1 0 0,-1-1 1 0 0,1 1 0 0 0,0-1 0 0 0,-1 1 0 0 0,4-1-1 0 0,7 3-27 0 0,-1-1 0 0 0,0 0 0 0 0,1-1 0 0 0,16 1 0 0 0,16-6-78 0 0,0-1 0 0 0,-1-2 0 0 0,0-2 1 0 0,0-2-1 0 0,68-28 0 0 0,-104 37 130 0 0,-4 0-6 0 0,0 1-1 0 0,0 0 1 0 0,1 0-1 0 0,-1 0 0 0 0,0 0 1 0 0,0 0-1 0 0,0 1 1 0 0,1 0-1 0 0,-1-1 1 0 0,5 2-1 0 0,-7-1-3 0 0,1 1 0 0 0,-1 0 0 0 0,0 0 0 0 0,0 0-1 0 0,0 0 1 0 0,0 0 0 0 0,0 0 0 0 0,0 0 0 0 0,0 0 0 0 0,-1 1 0 0 0,1-1 0 0 0,0 0 0 0 0,-1 1-1 0 0,1-1 1 0 0,-1 0 0 0 0,1 1 0 0 0,-1-1 0 0 0,1 1 0 0 0,-1-1 0 0 0,0 0 0 0 0,0 1 0 0 0,0-1-1 0 0,0 1 1 0 0,0-1 0 0 0,0 1 0 0 0,0-1 0 0 0,0 1 0 0 0,-1-1 0 0 0,0 3 0 0 0,-2 26 36 0 0,2-22-27 0 0,-1 0-1 0 0,1 0 1 0 0,1 0 0 0 0,-1 0 0 0 0,1 0-1 0 0,1 0 1 0 0,0 0 0 0 0,0 0-1 0 0,0 0 1 0 0,1 0 0 0 0,0 0-1 0 0,5 11 1 0 0,-6-18-8 0 0,0-1 0 0 0,0 1 0 0 0,-1 0 0 0 0,1-1 0 0 0,0 1 0 0 0,0 0 0 0 0,0-1 0 0 0,0 1 0 0 0,0-1 0 0 0,0 0 1 0 0,0 1-1 0 0,0-1 0 0 0,0 0 0 0 0,1 1 0 0 0,-1-1 0 0 0,0 0 0 0 0,0 0 0 0 0,0 0 0 0 0,0 0 0 0 0,0 0 0 0 0,0 0 0 0 0,0 0 0 0 0,0-1 0 0 0,1 1 0 0 0,-1 0 0 0 0,0-1 0 0 0,1 0 0 0 0,33-13 36 0 0,-27 11-35 0 0,12-5-126 0 0,0 1-1 0 0,1 1 1 0 0,0 0 0 0 0,1 2 0 0 0,-1 1-1 0 0,1 0 1 0 0,36 1 0 0 0,-16 1-15 0 0,-28 0 144 0 0,1 0 0 0 0,-1-1 1 0 0,0-1-1 0 0,0 0 0 0 0,0-1 1 0 0,0-1-1 0 0,-1 0 0 0 0,1 0 1 0 0,-1-1-1 0 0,0-1 0 0 0,-1 0 1 0 0,0-1-1 0 0,0-1 0 0 0,-1 0 1 0 0,18-17-1 0 0,-21 17 90 0 0,-1 0 0 0 0,1-1 0 0 0,-2 0 0 0 0,1-1 0 0 0,-1 1 0 0 0,-1-1 0 0 0,0 0 0 0 0,-1-1 1 0 0,0 1-1 0 0,0-1 0 0 0,-1 1 0 0 0,-1-1 0 0 0,0 0 0 0 0,-1 0 0 0 0,0-1 0 0 0,0 1 0 0 0,-2 0 0 0 0,-2-22 0 0 0,-13-69 2965 0 0,16 101-2798 0 0,0-5 34 0 0,0 7-287 0 0,0 1 0 0 0,0-1 1 0 0,0 0-1 0 0,0 0 0 0 0,0 0 1 0 0,0 0-1 0 0,0 0 1 0 0,0 0-1 0 0,0 0 0 0 0,0 0 1 0 0,0 0-1 0 0,0 0 0 0 0,0 1 1 0 0,0-1-1 0 0,-1 0 0 0 0,1 0 1 0 0,0 0-1 0 0,0 0 1 0 0,0 0-1 0 0,0 0 0 0 0,0 0 1 0 0,0 0-1 0 0,0 0 0 0 0,0 0 1 0 0,0 0-1 0 0,-1 0 0 0 0,1 0 1 0 0,0 0-1 0 0,0 0 1 0 0,0 0-1 0 0,0 0 0 0 0,0 0 1 0 0,0 0-1 0 0,0 0 0 0 0,-1 0 1 0 0,1 0-1 0 0,0 0 0 0 0,0 0 1 0 0,0 0-1 0 0,0 0 1 0 0,0 0-1 0 0,0 0 0 0 0,0 0 1 0 0,0-1-1 0 0,0 1 0 0 0,0 0 1 0 0,-1 0-1 0 0,1 0 0 0 0,0 0 1 0 0,0 0-1 0 0,0 0 1 0 0,0 0-1 0 0,0 0 0 0 0,-8 15 64 0 0,0 2 0 0 0,1-1 0 0 0,1 1 0 0 0,1 0 0 0 0,0 0 1 0 0,1 0-1 0 0,1 1 0 0 0,-2 35 0 0 0,9 156 86 0 0,0-137-374 0 0,-3-22-1776 0 0,-1-29-5251 0 0,0-16 4322 0 0</inkml:trace>
</inkml:ink>
</file>

<file path=ppt/ink/ink8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3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83 500 0 0,'3'-5'386'0'0,"0"0"0"0"0,0 0-1 0 0,0 0 1 0 0,1 0 0 0 0,0 0 0 0 0,0 1 0 0 0,0-1-1 0 0,1 1 1 0 0,-1 0 0 0 0,1 1 0 0 0,0-1 0 0 0,0 1-1 0 0,0 0 1 0 0,1 0 0 0 0,-1 1 0 0 0,1-1 0 0 0,-1 1-1 0 0,1 0 1 0 0,8-1 0 0 0,51-5-525 0 0,1 10-4296 0 0,-51-1 2385 0 0</inkml:trace>
</inkml:ink>
</file>

<file path=ppt/ink/ink8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3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8 336 0 0,'-6'-1'479'0'0,"0"-1"0"0"0,0 1 0 0 0,0-1 0 0 0,-1 2 0 0 0,1-1-1 0 0,0 1 1 0 0,-1 0 0 0 0,1 0 0 0 0,0 1 0 0 0,0 0 0 0 0,-1 0 0 0 0,1 0 0 0 0,0 1 0 0 0,0 0 0 0 0,0 0 0 0 0,-8 4-1 0 0,12-4-417 0 0,1-1-1 0 0,-1 0 0 0 0,1 1 0 0 0,0-1 0 0 0,-1 1 0 0 0,1 0 0 0 0,0-1 0 0 0,0 1 0 0 0,0 0 1 0 0,0-1-1 0 0,1 1 0 0 0,-1 0 0 0 0,0 0 0 0 0,1 0 0 0 0,-1 0 0 0 0,1 0 0 0 0,0 0 0 0 0,0 0 0 0 0,0-1 1 0 0,0 1-1 0 0,0 0 0 0 0,0 0 0 0 0,1 4 0 0 0,12 46 497 0 0,-10-41-393 0 0,14 41 262 0 0,-9-33-251 0 0,-2 0 0 0 0,0 0 0 0 0,-1 1 0 0 0,-2 0 0 0 0,4 33 0 0 0,-7-51-48 0 0,19-23-134 0 0,-2 7-49 0 0,0 0 1 0 0,0 1-1 0 0,2 1 0 0 0,-1 0 1 0 0,1 2-1 0 0,1 0 0 0 0,0 1 0 0 0,26-7 1 0 0,-40 14 50 0 0,0 1-1 0 0,0-1 1 0 0,0 2 0 0 0,1-1 0 0 0,-1 1 0 0 0,0 0 0 0 0,0 0 0 0 0,0 0 0 0 0,10 3-1 0 0,-14-2 12 0 0,-1-1-1 0 0,1 1 0 0 0,-1 0 1 0 0,1-1-1 0 0,-1 1 0 0 0,0 0 0 0 0,1 0 1 0 0,-1 0-1 0 0,0 0 0 0 0,0 0 0 0 0,1 0 1 0 0,-1 1-1 0 0,0-1 0 0 0,0 0 1 0 0,0 1-1 0 0,-1-1 0 0 0,1 0 0 0 0,0 1 1 0 0,0-1-1 0 0,-1 1 0 0 0,1-1 1 0 0,-1 1-1 0 0,0 0 0 0 0,1-1 0 0 0,-1 1 1 0 0,0-1-1 0 0,0 1 0 0 0,0 0 0 0 0,0-1 1 0 0,0 1-1 0 0,0 2 0 0 0,-1 2-95 0 0,1-1 1 0 0,-1 0-1 0 0,0 0 0 0 0,-1 0 0 0 0,1 0 0 0 0,-1 0 0 0 0,-3 8 0 0 0,-18 7-6084 0 0</inkml:trace>
</inkml:ink>
</file>

<file path=ppt/ink/ink8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3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98 260 0 0,'20'-39'3622'0'0,"14"-18"3305"0"0,-33 55-6674 0 0,9 19-3607 0 0,-6 2-470 0 0,-2-9 1640 0 0</inkml:trace>
</inkml:ink>
</file>

<file path=ppt/ink/ink8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4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127 487 608 0 0,'0'-11'1721'0'0,"-3"6"2245"0"0,3 4-3827 0 0,0 1 1 0 0,-1-1 0 0 0,1 1 0 0 0,-1-1 0 0 0,1 1 0 0 0,0 0 0 0 0,-1-1 0 0 0,1 1 0 0 0,-1-1 0 0 0,1 1-1 0 0,-1 0 1 0 0,1-1 0 0 0,-1 1 0 0 0,0 0 0 0 0,1 0 0 0 0,-1-1 0 0 0,1 1 0 0 0,-1 0 0 0 0,0 0 0 0 0,1 0 0 0 0,-1 0-1 0 0,1 0 1 0 0,-1 0 0 0 0,0 0 0 0 0,1 0 0 0 0,-1 0 0 0 0,0 0 0 0 0,1 0 0 0 0,-1 0 0 0 0,1 0 0 0 0,-1 1-1 0 0,1-1 1 0 0,-1 0 0 0 0,0 0 0 0 0,1 1 0 0 0,-1-1 0 0 0,1 0 0 0 0,-2 2 0 0 0,-15 23-288 0 0,7-9 895 0 0,9-14-681 0 0,0 2 49 0 0,0 0-1 0 0,-1 0 0 0 0,1 0 1 0 0,-1 0-1 0 0,0 0 0 0 0,0 0 1 0 0,-1-1-1 0 0,1 1 0 0 0,-1-1 1 0 0,-4 5-1 0 0,6-7-106 0 0,-9 3 1 0 0,3 1-13 0 0,4-3 3 0 0,-21 19-38 0 0,22-4-13 0 0,2-14 36 0 0,0-3-8 0 0,0 1 23 0 0,0-1 1 0 0,0 1 0 0 0,0-1 0 0 0,0 1 0 0 0,0-1 0 0 0,0 1 0 0 0,0-1 0 0 0,0 1 0 0 0,0 0 0 0 0,0-1 0 0 0,0 1 0 0 0,0-1 0 0 0,1 1 0 0 0,-1-1 0 0 0,0 1 0 0 0,0-1 0 0 0,1 0-1 0 0,-1 1 1 0 0,0-1 0 0 0,1 1 0 0 0,-1-1 0 0 0,0 1 0 0 0,1-1 0 0 0,-1 0 0 0 0,1 1 0 0 0,-1-1 0 0 0,1 0 0 0 0,-1 0 0 0 0,1 1 0 0 0,-1-1 0 0 0,1 0 0 0 0,-1 0 0 0 0,1 1 0 0 0,-1-1-1 0 0,1 0 1 0 0,0 0 0 0 0,20 10 114 0 0,-21-10-97 0 0,2 1 33 0 0,1-3 12 0 0,6-5 18 0 0,-1 0 1 0 0,-1-1 0 0 0,1 1 0 0 0,-1-1 0 0 0,-1-1 0 0 0,0 1 0 0 0,0-1 0 0 0,0 0 0 0 0,-1-1-1 0 0,0 1 1 0 0,-1-1 0 0 0,0 0 0 0 0,-1 0 0 0 0,4-19 0 0 0,2-16 195 0 0,-3 0-1 0 0,2-51 1 0 0,-7 82-225 0 0,1-21-11 0 0,18-178 406 0 0,-16 177-452 0 0,-14 56-7 0 0,-13 56-3 0 0,13-39 13 0 0,2 0 1 0 0,2 1 0 0 0,1 0-1 0 0,1 63 1 0 0,5-80-13 0 0,0 0 0 0 0,2-1 0 0 0,0 1 0 0 0,1 0 0 0 0,1-1 1 0 0,1 0-1 0 0,0 0 0 0 0,2-1 0 0 0,1 1 0 0 0,11 18 0 0 0,-19-35 1 0 0,1 0 0 0 0,0 0 0 0 0,0-1 0 0 0,0 1 0 0 0,0-1-1 0 0,0 0 1 0 0,1 0 0 0 0,-1 0 0 0 0,1 0 0 0 0,-1 0-1 0 0,1 0 1 0 0,0 0 0 0 0,0-1 0 0 0,-1 1 0 0 0,1-1-1 0 0,0 0 1 0 0,1 0 0 0 0,-1 0 0 0 0,0-1 0 0 0,0 1-1 0 0,0-1 1 0 0,0 1 0 0 0,0-1 0 0 0,1 0 0 0 0,-1 0-1 0 0,0 0 1 0 0,0-1 0 0 0,0 1 0 0 0,1-1 0 0 0,-1 0-1 0 0,0 0 1 0 0,0 0 0 0 0,0 0 0 0 0,0 0 0 0 0,-1-1-1 0 0,1 1 1 0 0,5-4 0 0 0,-1 0-15 0 0,0 0-1 0 0,0 0 0 0 0,0-1 1 0 0,-1 0-1 0 0,1 0 1 0 0,-1-1-1 0 0,-1 1 1 0 0,1-1-1 0 0,-1 0 1 0 0,-1-1-1 0 0,1 1 1 0 0,5-14-1 0 0,0 4 666 0 0,-2 29-103 0 0,3 7-801 0 0,-4-9-376 0 0,0 1-1 0 0,1-2 1 0 0,0 1 0 0 0,15 12 0 0 0,-18-18-276 0 0,0 0 0 0 0,0-1 1 0 0,0 0-1 0 0,1 0 0 0 0,-1-1 1 0 0,1 1-1 0 0,6 1 1 0 0,4 0-2210 0 0</inkml:trace>
</inkml:ink>
</file>

<file path=ppt/ink/ink8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4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511 0 192 0 0,'5'6'608'0'0,"0"-1"0"0"0,0 1 0 0 0,-1 0 0 0 0,0 0 0 0 0,0 1 0 0 0,0-1 0 0 0,-1 1 0 0 0,0 0 0 0 0,0 0 0 0 0,-1 0 0 0 0,1 0 0 0 0,-2 0 0 0 0,1 1 0 0 0,0 13 0 0 0,-1-8-229 0 0,-2 0-1 0 0,0-1 1 0 0,0 1 0 0 0,-2 0-1 0 0,1-1 1 0 0,-1 0 0 0 0,-1 1-1 0 0,-6 13 1 0 0,-5 5-61 0 0,-2 0 1 0 0,0 0-1 0 0,-2-2 1 0 0,-2 0-1 0 0,-36 39 1 0 0,24-33-482 0 0,-2-1 1 0 0,-1-3-1 0 0,-60 43 0 0 0,57-49-3849 0 0,-75 36 0 0 0,76-45 660 0 0</inkml:trace>
</inkml:ink>
</file>

<file path=ppt/ink/ink8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7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45 684 0 0,'0'-14'4120'0'0,"-7"-8"-648"0"0,7 21-2185 0 0,0 0-1239 0 0,0 1 1 0 0,0 0-1 0 0,-1-1 1 0 0,1 1-1 0 0,0 0 1 0 0,0-1-1 0 0,0 1 0 0 0,0 0 1 0 0,0 0-1 0 0,0-1 1 0 0,0 1-1 0 0,0 0 1 0 0,-1-1-1 0 0,1 1 1 0 0,0 0-1 0 0,0 0 1 0 0,0-1-1 0 0,-1 1 0 0 0,1 0 1 0 0,0 0-1 0 0,0 0 1 0 0,0-1-1 0 0,-1 1 1 0 0,1 0-1 0 0,0 0 1 0 0,-1 0-1 0 0,1 0 0 0 0,0 0 1 0 0,0-1-1 0 0,-1 1 1 0 0,1 0-1 0 0,0 0 1 0 0,-1 0-1 0 0,1 0 1 0 0,0 0-1 0 0,-1 0 0 0 0,1 0 1 0 0,0 0-1 0 0,0 0 1 0 0,-1 0-1 0 0,1 0 1 0 0,0 0-1 0 0,-1 0 1 0 0,0 1-1 0 0,-20 12 238 0 0,0 1 1 0 0,0 1-1 0 0,2 1 1 0 0,0 0-1 0 0,-22 26 0 0 0,33-35-231 0 0,1 1-1 0 0,1 0 0 0 0,-1 0 0 0 0,2 1 0 0 0,-1 0 0 0 0,1 0 1 0 0,0 0-1 0 0,1 1 0 0 0,0 0 0 0 0,1-1 0 0 0,0 1 0 0 0,0 1 1 0 0,1-1-1 0 0,0 0 0 0 0,0 21 0 0 0,2-29-46 0 0,0 0-1 0 0,0 0 1 0 0,0 0 0 0 0,1 0 0 0 0,-1 0-1 0 0,1-1 1 0 0,-1 1 0 0 0,1 0-1 0 0,0 0 1 0 0,0 0 0 0 0,0-1 0 0 0,0 1-1 0 0,0 0 1 0 0,0-1 0 0 0,0 1-1 0 0,0-1 1 0 0,1 0 0 0 0,-1 1 0 0 0,0-1-1 0 0,1 0 1 0 0,-1 0 0 0 0,4 2 0 0 0,-2-1-4 0 0,1-1 0 0 0,-1 0 1 0 0,1 0-1 0 0,-1-1 1 0 0,1 1-1 0 0,0-1 1 0 0,-1 1-1 0 0,1-1 1 0 0,-1 0-1 0 0,1 0 1 0 0,4-2-1 0 0,7 0-51 0 0,0-2-1 0 0,0 0 1 0 0,-1-1-1 0 0,21-10 1 0 0,102-66-942 0 0,-130 81 934 0 0,0-1 0 0 0,0 1 0 0 0,-1 1 0 0 0,1-1 0 0 0,0 1 0 0 0,0 0 0 0 0,-1 1 1 0 0,1-1-1 0 0,-1 1 0 0 0,1 0 0 0 0,10 6 0 0 0,14 2-89 0 0,-17-7 124 0 0,0 0 0 0 0,0-1 0 0 0,1-1 0 0 0,-1-1 0 0 0,0 0-1 0 0,1-1 1 0 0,-1 0 0 0 0,0-1 0 0 0,1-1 0 0 0,-1 0 0 0 0,25-10-1 0 0,-34 11 74 0 0,0 0 0 0 0,-1-1 0 0 0,1 0-1 0 0,-1 0 1 0 0,0 0 0 0 0,0 0-1 0 0,0-1 1 0 0,-1 0 0 0 0,1 0 0 0 0,-1 0-1 0 0,0 0 1 0 0,0 0 0 0 0,0 0-1 0 0,0-1 1 0 0,-1 0 0 0 0,0 1-1 0 0,3-10 1 0 0,-4 11-10 0 0,0-1 0 0 0,0 0 0 0 0,0 1-1 0 0,0-1 1 0 0,-1 1 0 0 0,0-1 0 0 0,1 0 0 0 0,-1 0 0 0 0,-1 1-1 0 0,1-1 1 0 0,-1 0 0 0 0,1 1 0 0 0,-1-1 0 0 0,0 1 0 0 0,0-1-1 0 0,-1 1 1 0 0,1-1 0 0 0,-1 1 0 0 0,1 0 0 0 0,-1 0 0 0 0,0 0-1 0 0,0 0 1 0 0,-1 0 0 0 0,1 0 0 0 0,-3-2 0 0 0,-1 0-6 0 0,0 1 1 0 0,1 0-1 0 0,-1 0 0 0 0,-1 0 1 0 0,1 1-1 0 0,0 0 1 0 0,-1 1-1 0 0,0-1 1 0 0,-13-2-1 0 0,-8-3 1 0 0,26 7-14 0 0,1 1-59 0 0,1 0 29 0 0,-1 0 1 0 0,1 0-1 0 0,0-1 1 0 0,0 1-1 0 0,0 0 1 0 0,-1 0-1 0 0,1 0 0 0 0,0 0 1 0 0,0 0-1 0 0,0 0 1 0 0,-1 0-1 0 0,1-1 1 0 0,0 1-1 0 0,0 0 0 0 0,-1 0 1 0 0,1 0-1 0 0,0 0 1 0 0,0 0-1 0 0,-1 0 1 0 0,1 0-1 0 0,0 0 0 0 0,0 0 1 0 0,-1 0-1 0 0,1 1 1 0 0,0-1-1 0 0,0 0 1 0 0,0 0-1 0 0,-1 0 1 0 0,1 0-1 0 0,0 0 0 0 0,0 0 1 0 0,0 0-1 0 0,-1 0 1 0 0,1 1-1 0 0,0-1 1 0 0,0 0-1 0 0,0 0 0 0 0,-1 0 1 0 0,1 0-1 0 0,0 1 1 0 0,0-1-1 0 0,0 0 1 0 0,0 0-1 0 0,0 1 0 0 0,0-1 1 0 0,0 0-1 0 0,-1 0 1 0 0,1 0-1 0 0,0 1 1 0 0,0-1-1 0 0,0 0 1 0 0,0 0-1 0 0,0 1 0 0 0,0-1 1 0 0,0 0-1 0 0,0 0 1 0 0,0 1-1 0 0,0-1 1 0 0,0 0-1 0 0,7 7-2 0 0,-1-1 0 0 0,1-1 0 0 0,0 1 0 0 0,0-1 0 0 0,0 0 1 0 0,1-1-1 0 0,0 1 0 0 0,0-2 0 0 0,0 1 0 0 0,0-1 0 0 0,14 3 0 0 0,20 5-16 0 0,50 4 1 0 0,-20-3-64 0 0,-32-4-24 0 0,-7-3-354 0 0,-1 2 0 0 0,37 14 1 0 0,-66-20 387 0 0,-1 0 0 0 0,1 1 0 0 0,0 0 0 0 0,0 0 0 0 0,-1 0 0 0 0,1 0 0 0 0,-1 0-1 0 0,0 0 1 0 0,1 0 0 0 0,-1 1 0 0 0,3 4 0 0 0,11 10-380 0 0,-15-16 375 0 0,1-1 98 0 0,0 1 0 0 0,1-1 0 0 0,-1 0 0 0 0,0 1-1 0 0,1-1 1 0 0,-1 0 0 0 0,0 0 0 0 0,0-1 0 0 0,1 1 0 0 0,-1 0-1 0 0,0-1 1 0 0,0 1 0 0 0,1-1 0 0 0,-1 0 0 0 0,0 0 0 0 0,0 0-1 0 0,0 0 1 0 0,0 0 0 0 0,0 0 0 0 0,0 0 0 0 0,0-1 0 0 0,-1 1-1 0 0,1-1 1 0 0,0 1 0 0 0,-1-1 0 0 0,1 0 0 0 0,-1 0-1 0 0,1 1 1 0 0,-1-1 0 0 0,0 0 0 0 0,0 0 0 0 0,0-1 0 0 0,1-3-1 0 0,0 1 112 0 0,0 0-1 0 0,-1 0 0 0 0,0 0 0 0 0,0-1 0 0 0,0 1 0 0 0,-1 0 0 0 0,0 0 0 0 0,0-1 0 0 0,0 1 0 0 0,-1 0 1 0 0,0-1-1 0 0,0 1 0 0 0,0 0 0 0 0,-3-9 0 0 0,2 9-49 0 0,-1 1-1 0 0,1 0 1 0 0,-1-1 0 0 0,1 1 0 0 0,-1 1-1 0 0,-1-1 1 0 0,1 0 0 0 0,-6-5 0 0 0,8 8-228 0 0,-1 0 1 0 0,1 0-1 0 0,-1 0 1 0 0,1 1-1 0 0,-1-1 1 0 0,1 0-1 0 0,-1 0 1 0 0,0 1-1 0 0,1-1 1 0 0,-1 1-1 0 0,0 0 1 0 0,-2-1-1 0 0,2 1-228 0 0,1 0 0 0 0,-1 0 0 0 0,1 1-1 0 0,0-1 1 0 0,-1 0 0 0 0,1 1 0 0 0,0-1-1 0 0,-1 1 1 0 0,1-1 0 0 0,0 1 0 0 0,-1 0-1 0 0,1 0 1 0 0,0-1 0 0 0,0 1 0 0 0,0 0-1 0 0,0 0 1 0 0,0 0 0 0 0,-1 2-1 0 0,-5 4-2530 0 0</inkml:trace>
</inkml:ink>
</file>

<file path=ppt/ink/ink8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7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0 596 0 0,'5'3'391'0'0,"-2"-1"1"0"0,1 1-1 0 0,0 0 1 0 0,-1-1-1 0 0,1 2 0 0 0,-1-1 1 0 0,5 6-1 0 0,-6-6-143 0 0,1 1-1 0 0,-1 0 1 0 0,0 0 0 0 0,0-1-1 0 0,-1 2 1 0 0,1-1-1 0 0,-1 0 1 0 0,0 0-1 0 0,0 0 1 0 0,0 1 0 0 0,-1-1-1 0 0,1 0 1 0 0,-1 6-1 0 0,5 4 1131 0 0,-5-13-1295 0 0,0-1 0 0 0,1 1 1 0 0,-1-1-1 0 0,0 1 0 0 0,0-1 1 0 0,0 1-1 0 0,0-1 0 0 0,1 1 1 0 0,-1-1-1 0 0,0 1 0 0 0,1-1 1 0 0,-1 0-1 0 0,0 1 0 0 0,1-1 1 0 0,-1 1-1 0 0,0-1 0 0 0,1 0 1 0 0,-1 1-1 0 0,1-1 0 0 0,-1 0 0 0 0,0 0 1 0 0,1 1-1 0 0,-1-1 0 0 0,1 0 1 0 0,-1 0-1 0 0,1 0 0 0 0,-1 0 1 0 0,1 1-1 0 0,-1-1 0 0 0,1 0 1 0 0,0 0-1 0 0,14-9-525 0 0,0 1 0 0 0,1 1 0 0 0,30-9 0 0 0,21 0-5081 0 0,-51 12 3305 0 0</inkml:trace>
</inkml:ink>
</file>

<file path=ppt/ink/ink8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7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1 336 528 0 0,'12'0'4485'0'0,"-8"13"-3289"0"0,-4-13-1173 0 0,0 1 1 0 0,0-1-1 0 0,0 1 1 0 0,0-1-1 0 0,0 1 1 0 0,0-1-1 0 0,0 1 1 0 0,0-1-1 0 0,0 1 1 0 0,0-1-1 0 0,0 1 1 0 0,1-1-1 0 0,-1 1 1 0 0,0-1-1 0 0,0 1 0 0 0,0-1 1 0 0,1 1-1 0 0,-1-1 1 0 0,0 1-1 0 0,1-1 1 0 0,-1 0-1 0 0,0 1 1 0 0,1-1-1 0 0,-1 0 1 0 0,0 1-1 0 0,1-1 1 0 0,-1 0-1 0 0,1 1 1 0 0,-1-1-1 0 0,0 0 1 0 0,1 0-1 0 0,-1 1 0 0 0,1-1 1 0 0,-1 0-1 0 0,1 0 1 0 0,0 0-1 0 0,1 0 23 0 0,0 0-1 0 0,1-1 0 0 0,-1 1 0 0 0,0-1 0 0 0,0 0 1 0 0,0 0-1 0 0,0 0 0 0 0,-1 0 0 0 0,1 0 1 0 0,0 0-1 0 0,0 0 0 0 0,0 0 0 0 0,-1-1 1 0 0,1 1-1 0 0,-1-1 0 0 0,1 1 0 0 0,-1-1 1 0 0,0 0-1 0 0,1 0 0 0 0,-1 1 0 0 0,0-1 0 0 0,1-2 1 0 0,20-51 576 0 0,-16 40-463 0 0,3-14 208 0 0,-2-1 0 0 0,-1 1 0 0 0,-1-1-1 0 0,2-48 1 0 0,-4 38 499 0 0,-4 13 1025 0 0,-10 52-1494 0 0,-8 63-313 0 0,14-42-341 0 0,2 67 1 0 0,4-87-1195 0 0,2 1-1 0 0,6 26 1 0 0,-5-29-1994 0 0,-2-4 262 0 0</inkml:trace>
</inkml:ink>
</file>

<file path=ppt/ink/ink8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29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85 200 0 0,'2'-72'7262'0'0,"-2"69"-6561"0"0,2-4 54 0 0,-2 4-425 0 0,-6 7 1666 0 0,-22 25-1602 0 0,1 2-1 0 0,-35 52 0 0 0,-44 85 499 0 0,70-109-563 0 0,35-59-326 0 0,1 1 0 0 0,-1 0-1 0 0,1-1 1 0 0,0 1 0 0 0,-1 0 0 0 0,1 0-1 0 0,-1-1 1 0 0,1 1 0 0 0,0 0-1 0 0,0 0 1 0 0,-1 0 0 0 0,1-1 0 0 0,0 1-1 0 0,0 0 1 0 0,0 0 0 0 0,0 0-1 0 0,0 0 1 0 0,0-1 0 0 0,0 1 0 0 0,0 0-1 0 0,0 0 1 0 0,1 0 0 0 0,-1-1 0 0 0,0 1-1 0 0,1 0 1 0 0,-1 0 0 0 0,0 0-1 0 0,1-1 1 0 0,-1 1 0 0 0,1 0 0 0 0,-1-1-1 0 0,1 1 1 0 0,-1 0 0 0 0,1-1-1 0 0,-1 1 1 0 0,1-1 0 0 0,0 1 0 0 0,-1-1-1 0 0,1 1 1 0 0,0-1 0 0 0,-1 1-1 0 0,1-1 1 0 0,0 0 0 0 0,0 1 0 0 0,-1-1-1 0 0,1 0 1 0 0,0 0 0 0 0,0 0 0 0 0,0 1-1 0 0,-1-1 1 0 0,1 0 0 0 0,0 0-1 0 0,2 0 1 0 0,57 1-6 0 0,-45-1 11 0 0,70-2-83 0 0,-54 0 4 0 0,-1 2 0 0 0,49 5 0 0 0,-67-4 25 0 0,48 12-313 0 0,-58-12 322 0 0,1-1 0 0 0,-1 1-1 0 0,1 0 1 0 0,-1 0 0 0 0,0 1-1 0 0,0-1 1 0 0,0 0 0 0 0,0 1-1 0 0,0-1 1 0 0,0 1 0 0 0,0 0-1 0 0,0 0 1 0 0,0 0 0 0 0,-1 0-1 0 0,1 0 1 0 0,-1 0 0 0 0,1 0-1 0 0,-1 0 1 0 0,0 0 0 0 0,1 3-1 0 0,-2-3 20 0 0,0 1-1 0 0,0-1 0 0 0,0 0 0 0 0,0 1 0 0 0,0-1 0 0 0,-1 0 0 0 0,1 1 0 0 0,-1-1 0 0 0,1 0 0 0 0,-1 0 0 0 0,0 0 0 0 0,0 0 1 0 0,0 0-1 0 0,0 0 0 0 0,-1 0 0 0 0,1 0 0 0 0,0 0 0 0 0,-1 0 0 0 0,1 0 0 0 0,-1-1 0 0 0,0 1 0 0 0,0-1 0 0 0,1 1 0 0 0,-1-1 1 0 0,0 0-1 0 0,-4 2 0 0 0,-5 4-15 0 0,1-1 0 0 0,-1-1 0 0 0,-18 7 0 0 0,15-7 140 0 0,0-1-1 0 0,0 0 1 0 0,0-1 0 0 0,0 0 0 0 0,-1-1 0 0 0,0-1-1 0 0,1 0 1 0 0,-1-1 0 0 0,0-1 0 0 0,1 0 0 0 0,-1-1 0 0 0,1-1-1 0 0,0 0 1 0 0,-1 0 0 0 0,1-2 0 0 0,1 0 0 0 0,-1 0-1 0 0,1-2 1 0 0,0 1 0 0 0,-13-10 0 0 0,25 15-114 0 0,0 0 1 0 0,0 1-1 0 0,0-1 1 0 0,0 0-1 0 0,0 0 1 0 0,0 0-1 0 0,0 0 1 0 0,0 0-1 0 0,1 0 1 0 0,-1 0-1 0 0,0 0 0 0 0,1 0 1 0 0,-1 0-1 0 0,1 0 1 0 0,-1 0-1 0 0,1 0 1 0 0,-1 0-1 0 0,1-1 1 0 0,0 1-1 0 0,0 0 1 0 0,0 0-1 0 0,0-1 0 0 0,-1 1 1 0 0,2 0-1 0 0,-1 0 1 0 0,0-1-1 0 0,0 1 1 0 0,0 0-1 0 0,0 0 1 0 0,1 0-1 0 0,-1-1 1 0 0,1 1-1 0 0,-1 0 0 0 0,1 0 1 0 0,-1 0-1 0 0,1 0 1 0 0,0 0-1 0 0,-1 0 1 0 0,2-2-1 0 0,0 1-296 0 0,0 0 0 0 0,0 0-1 0 0,1 0 1 0 0,-1 0 0 0 0,0 0 0 0 0,1 1-1 0 0,-1-1 1 0 0,1 1 0 0 0,-1-1 0 0 0,1 1-1 0 0,0 0 1 0 0,-1 0 0 0 0,1 0 0 0 0,0 0-1 0 0,5 0 1 0 0,6 0-3001 0 0,3 0 252 0 0</inkml:trace>
</inkml:ink>
</file>

<file path=ppt/ink/ink8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0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40 444 0 0,'1'-1'258'0'0,"0"0"1"0"0,-1 0-1 0 0,1 0 0 0 0,0 0 1 0 0,-1 0-1 0 0,1 0 1 0 0,-1 0-1 0 0,1-1 0 0 0,-1 1 1 0 0,0 0-1 0 0,0 0 0 0 0,1-1 1 0 0,-1 1-1 0 0,0 0 0 0 0,0 0 1 0 0,0-1-1 0 0,0 1 1 0 0,0 0-1 0 0,-1 0 0 0 0,1-1 1 0 0,0 1-1 0 0,0 0 0 0 0,-1 0 1 0 0,1 0-1 0 0,-1-1 0 0 0,1 1 1 0 0,-1 0-1 0 0,0 0 1 0 0,1 0-1 0 0,-3-2 0 0 0,1 3-121 0 0,0-1 0 0 0,0 1 0 0 0,-1 0 0 0 0,1-1 1 0 0,0 1-1 0 0,0 0 0 0 0,-1 1 0 0 0,1-1 0 0 0,0 0 0 0 0,0 1 0 0 0,0-1 0 0 0,-1 1 0 0 0,1-1 0 0 0,0 1 0 0 0,-3 2 0 0 0,-13 5 143 0 0,1 0-1 0 0,-31 21 0 0 0,42-24-191 0 0,-1-1 0 0 0,1 1 0 0 0,0 0 0 0 0,1 1 0 0 0,-1-1 0 0 0,1 1 0 0 0,0 0-1 0 0,1 0 1 0 0,-1 1 0 0 0,1-1 0 0 0,0 1 0 0 0,1 0 0 0 0,0 0 0 0 0,-5 14 0 0 0,8-19 8 0 0,0-1-88 0 0,0 0-1 0 0,1 0 0 0 0,-1-1 1 0 0,0 1-1 0 0,1 0 1 0 0,-1 0-1 0 0,1 0 0 0 0,-1 0 1 0 0,1 0-1 0 0,-1-1 1 0 0,1 1-1 0 0,0 0 0 0 0,-1 0 1 0 0,1-1-1 0 0,0 1 1 0 0,0 0-1 0 0,-1-1 0 0 0,1 1 1 0 0,0-1-1 0 0,0 1 1 0 0,0-1-1 0 0,0 1 0 0 0,0-1 1 0 0,0 0-1 0 0,-1 1 1 0 0,1-1-1 0 0,2 0 1 0 0,7-1-41 0 0,-1-1 0 0 0,1 0 1 0 0,-1 0-1 0 0,1-1 1 0 0,-1 0-1 0 0,14-7 1 0 0,8-2-187 0 0,-30 11 163 0 0,0 1 46 0 0,-1 0 0 0 0,0 0-1 0 0,0-1 1 0 0,0 1-1 0 0,1 0 1 0 0,-1 0-1 0 0,0 0 1 0 0,0 0-1 0 0,1 0 1 0 0,-1-1-1 0 0,0 1 1 0 0,0 0-1 0 0,1 0 1 0 0,-1 0-1 0 0,0 0 1 0 0,1 0-1 0 0,-1 0 1 0 0,0 0-1 0 0,0 0 1 0 0,1 0-1 0 0,-1 0 1 0 0,0 0-1 0 0,1 0 1 0 0,-1 0-1 0 0,0 0 1 0 0,0 1-1 0 0,1-1 1 0 0,-1 0 0 0 0,0 0-1 0 0,0 0 1 0 0,1 0-1 0 0,-1 0 1 0 0,0 0-1 0 0,0 1 1 0 0,1-1-1 0 0,-2 6 3 0 0,-1-3-3 0 0,2 0 0 0 0,-1 1 0 0 0,0-1 0 0 0,1 0 1 0 0,-1 1-1 0 0,1-1 0 0 0,0 1 0 0 0,0-1 0 0 0,1 1 1 0 0,-1-1-1 0 0,1 0 0 0 0,-1 1 0 0 0,1-1 0 0 0,0 0 1 0 0,2 5-1 0 0,-2-7 25 0 0,15-1 1 0 0,28-6-83 0 0,83-25 0 0 0,-83 19-125 0 0,88-14 1 0 0,-125 25 178 0 0,-4 0-21 0 0,1 0 1 0 0,-1 1 0 0 0,1-1-1 0 0,0 1 1 0 0,-1 0 0 0 0,1 0 0 0 0,0 0-1 0 0,-1 0 1 0 0,1 1 0 0 0,0-1 0 0 0,-1 1-1 0 0,1 0 1 0 0,-1 0 0 0 0,1 0 0 0 0,-1 0-1 0 0,1 1 1 0 0,-1 0 0 0 0,0-1-1 0 0,0 1 1 0 0,0 0 0 0 0,4 4 0 0 0,-6-5 26 0 0,-1 0 0 0 0,0 0 1 0 0,1 0-1 0 0,-1 0 1 0 0,0 0-1 0 0,0 0 0 0 0,1 0 1 0 0,-1 0-1 0 0,0 0 0 0 0,0 0 1 0 0,0 0-1 0 0,0 0 1 0 0,0 0-1 0 0,-1 0 0 0 0,1 0 1 0 0,0 0-1 0 0,0 0 1 0 0,-1 0-1 0 0,1 0 0 0 0,0 0 1 0 0,-1-1-1 0 0,1 1 0 0 0,-1 0 1 0 0,1 0-1 0 0,-1 0 1 0 0,0 0-1 0 0,-18 21-104 0 0,-18 16-188 0 0,46-35 287 0 0,-9-2 12 0 0,0-1 0 0 0,1 1 0 0 0,-1-1 0 0 0,1 0 0 0 0,-1 1 0 0 0,1-1 0 0 0,-1 1 0 0 0,1-1-1 0 0,-1 0 1 0 0,1 1 0 0 0,0-1 0 0 0,-1 0 0 0 0,1 0 0 0 0,-1 0 0 0 0,1 1 0 0 0,0-1 0 0 0,-1 0 0 0 0,1 0 0 0 0,0 0 0 0 0,-1 0 0 0 0,1 0-1 0 0,-1 0 1 0 0,1 0 0 0 0,0 0 0 0 0,37-6 318 0 0,-1-2 0 0 0,0-1 0 0 0,65-26 0 0 0,-101 35-55 0 0,7-3 660 0 0,-8 3-892 0 0,1 0 0 0 0,-1 0 0 0 0,1-1 0 0 0,-1 1 0 0 0,1 0 0 0 0,0 0 0 0 0,-1 0 0 0 0,1 0-1 0 0,-1-1 1 0 0,1 1 0 0 0,0 0 0 0 0,-1 0 0 0 0,1 0 0 0 0,-1 0 0 0 0,1 1 0 0 0,0-1 0 0 0,-1 0 0 0 0,1 0 0 0 0,-1 0 0 0 0,1 0 0 0 0,-1 1 0 0 0,1-1 0 0 0,0 0-1 0 0,-1 0 1 0 0,1 1 0 0 0,-1-1 0 0 0,1 0 0 0 0,-1 1 0 0 0,0-1 0 0 0,1 1 0 0 0,0 0 0 0 0,11 6-265 0 0,0 1 0 0 0,0-2 0 0 0,1 0 0 0 0,-1 0 0 0 0,2-1-1 0 0,-1-1 1 0 0,0 0 0 0 0,1-1 0 0 0,0-1 0 0 0,16 2 0 0 0,14-1-3165 0 0,88-6-1 0 0,-92-2 1066 0 0</inkml:trace>
</inkml:ink>
</file>

<file path=ppt/ink/ink8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1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86 482 128 0 0,'3'-1'101'0'0,"22"-12"1182"0"0,-25 13-1184 0 0,1-1 1 0 0,0 1-1 0 0,-1-1 0 0 0,1 1 1 0 0,-1-1-1 0 0,1 0 0 0 0,-1 1 0 0 0,1-1 1 0 0,-1 1-1 0 0,1-1 0 0 0,-1 0 1 0 0,0 1-1 0 0,1-1 0 0 0,-1 0 1 0 0,0 0-1 0 0,0 1 0 0 0,1-1 0 0 0,-1 0 1 0 0,0 0-1 0 0,0 1 0 0 0,0-1 1 0 0,0 0-1 0 0,0 0 0 0 0,0 0 1 0 0,0 1-1 0 0,0-1 0 0 0,-1 0 0 0 0,1-1 1 0 0,-2 1 22 0 0,1-1 0 0 0,-1 1 0 0 0,1 0 0 0 0,-1 0 0 0 0,1 0 0 0 0,-1 0 0 0 0,0 0 1 0 0,0 0-1 0 0,1 0 0 0 0,-1 1 0 0 0,0-1 0 0 0,0 1 0 0 0,0-1 0 0 0,0 1 0 0 0,0 0 0 0 0,0 0 1 0 0,-3 0-1 0 0,-31-1 1176 0 0,34 1-1218 0 0,-1 0 1 0 0,1 1-1 0 0,-1-1 0 0 0,1 1 1 0 0,-1 0-1 0 0,1-1 1 0 0,0 1-1 0 0,-1 0 0 0 0,1 1 1 0 0,0-1-1 0 0,0 0 0 0 0,0 1 1 0 0,0-1-1 0 0,0 1 0 0 0,0-1 1 0 0,0 1-1 0 0,0 0 0 0 0,0 0 1 0 0,1 0-1 0 0,-1 0 0 0 0,-1 3 1 0 0,3-4-64 0 0,0 0-1 0 0,-1 0 1 0 0,1-1 0 0 0,0 1 0 0 0,0 0-1 0 0,0 0 1 0 0,0 0 0 0 0,0 0 0 0 0,0-1-1 0 0,0 1 1 0 0,0 0 0 0 0,0 0 0 0 0,0 0 0 0 0,0-1-1 0 0,0 1 1 0 0,1 0 0 0 0,-1 0 0 0 0,0 0-1 0 0,0-1 1 0 0,1 1 0 0 0,-1 0 0 0 0,1 0-1 0 0,-1-1 1 0 0,1 2 0 0 0,1-1-26 0 0,0 0 1 0 0,-1 1-1 0 0,1-1 0 0 0,0 0 1 0 0,0 0-1 0 0,0 0 1 0 0,0 0-1 0 0,0-1 0 0 0,-1 1 1 0 0,2 0-1 0 0,-1-1 0 0 0,0 1 1 0 0,0-1-1 0 0,2 0 1 0 0,6 2-32 0 0,0-2 1 0 0,1 1-1 0 0,-1-2 1 0 0,0 1 0 0 0,0-1-1 0 0,0-1 1 0 0,0 0 0 0 0,0 0-1 0 0,0-1 1 0 0,0 0-1 0 0,-1-1 1 0 0,18-9 0 0 0,-15 6 38 0 0,0-1 0 0 0,-1-1 0 0 0,1 0 0 0 0,-2 0 0 0 0,1-1 0 0 0,-1-1 0 0 0,-1 1 0 0 0,13-20 0 0 0,-10 12 163 0 0,-1-2 1 0 0,-1 0 0 0 0,0 0-1 0 0,-2 0 1 0 0,0-1 0 0 0,7-32-1 0 0,-11 33 271 0 0,-1 1 0 0 0,0-1 0 0 0,-1-37 0 0 0,-9-18 3282 0 0,6 73-2721 0 0,-12 17-801 0 0,1 0 1 0 0,1 1 0 0 0,0 0 0 0 0,1 1 0 0 0,1 0 0 0 0,0 1 0 0 0,1 0 0 0 0,1 0 0 0 0,-8 36-1 0 0,1 7 233 0 0,-9 110 0 0 0,15-81-1037 0 0,-10 94-1857 0 0,12-150-2096 0 0,-15 50 0 0 0,12-56 297 0 0</inkml:trace>
</inkml:ink>
</file>

<file path=ppt/ink/ink8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3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473 41 640 0 0,'-7'-6'542'0'0,"0"2"0"0"0,-1-1 0 0 0,0 1 0 0 0,0 0 0 0 0,-1 1-1 0 0,1-1 1 0 0,-1 2 0 0 0,1-1 0 0 0,-1 1 0 0 0,0 1 0 0 0,0 0 0 0 0,0 0 0 0 0,0 0 0 0 0,0 1 0 0 0,-9 1-1 0 0,5 2-351 0 0,1-1-1 0 0,-1 1 0 0 0,1 1 0 0 0,-1 0 0 0 0,1 1 1 0 0,1 1-1 0 0,-1 0 0 0 0,1 0 0 0 0,-19 14 0 0 0,10-5 2 0 0,0 2 0 0 0,2-1 0 0 0,0 2-1 0 0,1 1 1 0 0,1 0 0 0 0,1 1 0 0 0,-16 25-1 0 0,26-35-122 0 0,0-1-1 0 0,0 1 1 0 0,1 0-1 0 0,1 0 1 0 0,0 0-1 0 0,0 0 0 0 0,1 1 1 0 0,-2 17-1 0 0,4-22-38 0 0,0 0 1 0 0,0 0-1 0 0,1 1 0 0 0,0-1 0 0 0,0 0 0 0 0,0 0 0 0 0,1 0 0 0 0,0 0 0 0 0,0 0 0 0 0,0 0 0 0 0,1-1 0 0 0,0 1 0 0 0,0-1 0 0 0,1 1 1 0 0,6 7-1 0 0,-7-9-10 0 0,1 0-1 0 0,-1-1 1 0 0,1 1 0 0 0,0-1 0 0 0,-1 0 0 0 0,1 0 0 0 0,1 0 0 0 0,-1 0 0 0 0,0-1 0 0 0,1 0 0 0 0,-1 0 0 0 0,1 0 0 0 0,0 0-1 0 0,0-1 1 0 0,0 0 0 0 0,-1 0 0 0 0,1 0 0 0 0,9 0 0 0 0,-7-2 13 0 0,1 0 0 0 0,-1 0 1 0 0,0 0-1 0 0,0-1 0 0 0,1 0 0 0 0,-1 0 0 0 0,-1-1 1 0 0,1 0-1 0 0,0 0 0 0 0,-1-1 0 0 0,11-7 0 0 0,-6 3 50 0 0,0-1 0 0 0,-1 0-1 0 0,0-1 1 0 0,0 0 0 0 0,-1 0-1 0 0,-1-1 1 0 0,0 0 0 0 0,0 0-1 0 0,-1-1 1 0 0,0 0-1 0 0,-1-1 1 0 0,-1 1 0 0 0,6-17-1 0 0,-9 19-45 0 0,-1 1 0 0 0,0 0 0 0 0,0-1-1 0 0,-1 1 1 0 0,0-1 0 0 0,0 1-1 0 0,-1 0 1 0 0,0-1 0 0 0,-1 1 0 0 0,0 0-1 0 0,-1 0 1 0 0,0 0 0 0 0,0 0-1 0 0,-1 0 1 0 0,0 1 0 0 0,0-1 0 0 0,-1 1-1 0 0,0 0 1 0 0,-1 1 0 0 0,0-1-1 0 0,0 1 1 0 0,0 0 0 0 0,-1 1 0 0 0,0-1-1 0 0,0 1 1 0 0,-1 1 0 0 0,0-1-1 0 0,0 1 1 0 0,-10-4 0 0 0,18 9-244 0 0,-1-1 0 0 0,1 1 0 0 0,-1 0 0 0 0,1 0 0 0 0,-1 0 0 0 0,1 0 1 0 0,0-1-1 0 0,-1 1 0 0 0,1 0 0 0 0,-1 0 0 0 0,1 0 0 0 0,-1 0 0 0 0,1 0 0 0 0,-1 0 0 0 0,1 0 0 0 0,-1 1 1 0 0,1-1-1 0 0,-1 0 0 0 0,1 0 0 0 0,0 0 0 0 0,-1 0 0 0 0,1 0 0 0 0,-1 1 0 0 0,1-1 0 0 0,0 0 0 0 0,-1 0 1 0 0,1 1-1 0 0,-1-1 0 0 0,1 0 0 0 0,0 1 0 0 0,-1-1 0 0 0,1 0 0 0 0,0 1 0 0 0,0-1 0 0 0,-1 1 0 0 0,1-1 1 0 0,0 0-1 0 0,0 1 0 0 0,0-1 0 0 0,-1 1 0 0 0,1-1 0 0 0,0 1 0 0 0,0-1 0 0 0,0 1 0 0 0,0-1 0 0 0,0 0 1 0 0,0 1-1 0 0,0-1 0 0 0,0 1 0 0 0,0-1 0 0 0,0 1 0 0 0,0 0 0 0 0,0 1 557 0 0</inkml:trace>
</inkml:ink>
</file>

<file path=ppt/ink/ink8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3.7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0 208 0 0,'3'2'552'0'0,"0"0"-1"0"0,-1 0 1 0 0,1 0 0 0 0,0 0-1 0 0,-1 1 1 0 0,1-1 0 0 0,-1 1-1 0 0,1-1 1 0 0,-1 1 0 0 0,3 6 0 0 0,-1-1-170 0 0,-1-1 0 0 0,0 1 1 0 0,-1 0-1 0 0,0 1 0 0 0,2 13 1 0 0,3 14 679 0 0,-6-35-1021 0 0,-1 1 1 0 0,0-1-1 0 0,1 0 0 0 0,-1 0 1 0 0,1 1-1 0 0,-1-1 0 0 0,1 0 1 0 0,-1 0-1 0 0,1 0 0 0 0,0 0 1 0 0,0 0-1 0 0,-1 0 0 0 0,1 0 1 0 0,0 0-1 0 0,0 0 1 0 0,0 0-1 0 0,0 0 0 0 0,0-1 1 0 0,0 1-1 0 0,0 0 0 0 0,1-1 1 0 0,-1 1-1 0 0,0-1 0 0 0,0 1 1 0 0,0-1-1 0 0,1 0 0 0 0,-1 1 1 0 0,0-1-1 0 0,0 0 0 0 0,1 0 1 0 0,-1 0-1 0 0,0 0 1 0 0,1 0-1 0 0,-1 0 0 0 0,0 0 1 0 0,0 0-1 0 0,1-1 0 0 0,-1 1 1 0 0,0 0-1 0 0,0-1 0 0 0,1 1 1 0 0,0-1-1 0 0,8-4-2 0 0,0 0 0 0 0,0 0 0 0 0,0-1 0 0 0,10-8-1 0 0,1 0 324 0 0,-8 6-203 0 0,-2 1 32 0 0,-1 1-1 0 0,1 1 1 0 0,0-1-1 0 0,0 2 0 0 0,13-5 1 0 0,-20 9-151 0 0,0-1 1 0 0,0 0-1 0 0,0 1 0 0 0,0 0 1 0 0,0 0-1 0 0,0 0 1 0 0,0 1-1 0 0,0-1 0 0 0,0 1 1 0 0,0 0-1 0 0,0 0 1 0 0,-1 0-1 0 0,1 0 0 0 0,0 1 1 0 0,-1 0-1 0 0,1-1 0 0 0,-1 1 1 0 0,1 1-1 0 0,5 4 1 0 0,46 47-302 0 0,-13-10-1763 0 0,4-10-4885 0 0,-33-29 4162 0 0</inkml:trace>
</inkml:ink>
</file>

<file path=ppt/ink/ink8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4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1 996 0 0,'0'0'6121'0'0,"-7"0"-5506"0"0,-1 1-353 0 0,1 0 1 0 0,-1 0-1 0 0,1 1 1 0 0,0 0-1 0 0,-1 0 1 0 0,1 1-1 0 0,0 0 1 0 0,0 0-1 0 0,1 1 1 0 0,-1 0-1 0 0,1 0 0 0 0,0 0 1 0 0,-10 9-1 0 0,16-12 236 0 0,-1-1-487 0 0,1 0 0 0 0,0 0 0 0 0,0 1 0 0 0,0-1 0 0 0,-1 0 1 0 0,1 0-1 0 0,0 0 0 0 0,0 0 0 0 0,0 1 0 0 0,0-1 0 0 0,-1 0 0 0 0,1 0 1 0 0,0 0-1 0 0,0 0 0 0 0,0 1 0 0 0,0-1 0 0 0,0 0 0 0 0,0 0 0 0 0,0 1 1 0 0,0-1-1 0 0,0 0 0 0 0,0 0 0 0 0,0 0 0 0 0,0 1 0 0 0,0-1 0 0 0,0 0 1 0 0,0 0-1 0 0,0 1 0 0 0,0-1 0 0 0,0 0 0 0 0,0 0 0 0 0,0 1 0 0 0,0-1 1 0 0,0 0-1 0 0,0 0 0 0 0,0 0 0 0 0,0 1 0 0 0,0-1 0 0 0,1 0 0 0 0,-1 0 1 0 0,0 0-1 0 0,0 1 0 0 0,0-1 0 0 0,0 0 0 0 0,0 0 0 0 0,1 0 0 0 0,-1 0 1 0 0,0 0-1 0 0,0 1 0 0 0,0-1 0 0 0,1 0 0 0 0,-1 0 0 0 0,0 0 0 0 0,0 0 1 0 0,0 0-1 0 0,1 0 0 0 0,-1 0 0 0 0,0 0 0 0 0,0 0 0 0 0,1 0 0 0 0,-1 0 1 0 0,0 0-1 0 0,0 0 0 0 0,1 0 0 0 0,20 6 465 0 0,40 2-977 0 0,82 22 0 0 0,-77-15-5768 0 0,-42-9 2984 0 0</inkml:trace>
</inkml:ink>
</file>

<file path=ppt/ink/ink8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5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312 420 388 0 0,'-11'-32'5028'0'0,"8"29"-4725"0"0,0 0-1 0 0,0 0 0 0 0,0 0 0 0 0,0 1 0 0 0,-1-1 0 0 0,1 1 0 0 0,-1 0 0 0 0,0 0 1 0 0,1 0-1 0 0,-1 0 0 0 0,0 1 0 0 0,0-1 0 0 0,0 1 0 0 0,-8-1 0 0 0,3 1-25 0 0,0 0 0 0 0,0 1 0 0 0,0 0 0 0 0,0 0 0 0 0,0 1 0 0 0,-17 4 0 0 0,16-3-152 0 0,-1 0 1 0 0,1 2 0 0 0,0-1-1 0 0,0 1 1 0 0,1 1 0 0 0,-1-1-1 0 0,1 2 1 0 0,0-1 0 0 0,0 1 0 0 0,1 1-1 0 0,0 0 1 0 0,-14 14 0 0 0,19-18-101 0 0,1 1 0 0 0,-1-1 0 0 0,1 1 1 0 0,0 0-1 0 0,0 0 0 0 0,0 0 0 0 0,0 0 1 0 0,1 0-1 0 0,-1 0 0 0 0,1 0 0 0 0,0 0 1 0 0,0 1-1 0 0,1-1 0 0 0,-1 0 0 0 0,1 1 1 0 0,0-1-1 0 0,0 1 0 0 0,1-1 1 0 0,0 6-1 0 0,1-5-5 0 0,0 0 0 0 0,0 0 0 0 0,1 0 1 0 0,-1 0-1 0 0,1-1 0 0 0,0 1 0 0 0,1-1 1 0 0,-1 0-1 0 0,1 0 0 0 0,0 0 0 0 0,-1 0 1 0 0,2-1-1 0 0,6 5 0 0 0,4 2-16 0 0,0-2 1 0 0,0 0-1 0 0,0-1 1 0 0,1-1-1 0 0,1 0 0 0 0,-1-1 1 0 0,1 0-1 0 0,28 3 1 0 0,-15-7-44 0 0,1-2 0 0 0,-1 0 1 0 0,1-2-1 0 0,-1-2 0 0 0,0 0 1 0 0,-1-2-1 0 0,1-1 0 0 0,-1-2 1 0 0,-1 0-1 0 0,51-28 0 0 0,-71 34 64 0 0,-1 0-1 0 0,-1 0 1 0 0,1 0 0 0 0,0-1-1 0 0,-1 0 1 0 0,0 0-1 0 0,0-1 1 0 0,-1 0-1 0 0,1 0 1 0 0,-1 0 0 0 0,-1 0-1 0 0,1-1 1 0 0,-1 0-1 0 0,6-13 1 0 0,-9 18 158 0 0,-6-6-65 0 0,5 8-115 0 0,0 0 1 0 0,0-1 0 0 0,0 1-1 0 0,0-1 1 0 0,-1 1-1 0 0,1 0 1 0 0,0-1-1 0 0,0 1 1 0 0,0 0 0 0 0,0-1-1 0 0,0 1 1 0 0,-1-1-1 0 0,1 1 1 0 0,0 0 0 0 0,0-1-1 0 0,-1 1 1 0 0,1 0-1 0 0,0 0 1 0 0,0-1-1 0 0,-1 1 1 0 0,1 0 0 0 0,0-1-1 0 0,-1 1 1 0 0,1 0-1 0 0,-1 0 1 0 0,1 0 0 0 0,0 0-1 0 0,-1-1 1 0 0,1 1-1 0 0,0 0 1 0 0,-1 0-1 0 0,1 0 1 0 0,-1 0 0 0 0,1 0-1 0 0,0 0 1 0 0,-1 0-1 0 0,-5 0 8 0 0,0 1-1 0 0,1 0 0 0 0,-1 1 1 0 0,1-1-1 0 0,0 1 1 0 0,-1 0-1 0 0,1 0 0 0 0,0 1 1 0 0,0-1-1 0 0,0 1 0 0 0,-4 4 1 0 0,6-6-18 0 0,1 0 1 0 0,0 1-1 0 0,0-1 1 0 0,1 1-1 0 0,-1-1 1 0 0,0 1-1 0 0,0 0 1 0 0,1 0-1 0 0,-1 0 1 0 0,1 0 0 0 0,-1 0-1 0 0,1 0 1 0 0,0 0-1 0 0,0 1 1 0 0,0-1-1 0 0,0 0 1 0 0,1 0-1 0 0,-1 1 1 0 0,0-1-1 0 0,1 1 1 0 0,0-1-1 0 0,-1 1 1 0 0,1-1-1 0 0,0 1 1 0 0,0-1-1 0 0,1 0 1 0 0,-1 1-1 0 0,1 3 1 0 0,1-4-20 0 0,-1 1-1 0 0,1-1 1 0 0,0 1 0 0 0,0-1-1 0 0,0 0 1 0 0,0 0 0 0 0,0 0-1 0 0,0 0 1 0 0,0 0-1 0 0,1 0 1 0 0,-1-1 0 0 0,1 1-1 0 0,-1-1 1 0 0,1 1 0 0 0,0-1-1 0 0,0 0 1 0 0,-1 0 0 0 0,1 0-1 0 0,0-1 1 0 0,0 1 0 0 0,0-1-1 0 0,4 1 1 0 0,5 0-172 0 0,0 0 1 0 0,0-1-1 0 0,23-2 1 0 0,-5-1-31 0 0,-1-2 1 0 0,0 0-1 0 0,0-2 0 0 0,-1-1 1 0 0,0-2-1 0 0,32-14 0 0 0,-38 13 154 0 0,55-33 1217 0 0,-75 43-940 0 0,4 1 119 0 0,-6 0-307 0 0,1 0 0 0 0,-1 0 0 0 0,0 0-1 0 0,1 0 1 0 0,-1 0 0 0 0,1 0 0 0 0,-1 0 0 0 0,1 0-1 0 0,-1 0 1 0 0,0 0 0 0 0,1 0 0 0 0,-1 0 0 0 0,1 1 0 0 0,-1-1-1 0 0,0 0 1 0 0,1 0 0 0 0,-1 0 0 0 0,0 1 0 0 0,1-1-1 0 0,-1 0 1 0 0,0 0 0 0 0,1 1 0 0 0,-1-1 0 0 0,0 0-1 0 0,0 1 1 0 0,1-1 0 0 0,-1 0 0 0 0,0 1 0 0 0,0-1-1 0 0,1 0 1 0 0,-1 1 0 0 0,0-1 0 0 0,0 1 0 0 0,0-1 0 0 0,0 0-1 0 0,0 1 1 0 0,0-1 0 0 0,0 1 0 0 0,0-1 0 0 0,0 0-1 0 0,0 1 1 0 0,0-1 0 0 0,0 1 0 0 0,0-1 0 0 0,0 1-1 0 0,0-1 1 0 0,0 0 0 0 0,0 1 0 0 0,-1 0 0 0 0,2 2-21 0 0,-1 0 0 0 0,0 0 0 0 0,1 0 1 0 0,0 0-1 0 0,0 0 0 0 0,0 0 0 0 0,0 0 1 0 0,0 0-1 0 0,0 0 0 0 0,1 0 0 0 0,-1-1 0 0 0,1 1 1 0 0,0-1-1 0 0,0 1 0 0 0,0-1 0 0 0,0 1 1 0 0,1-1-1 0 0,-1 0 0 0 0,0 0 0 0 0,5 2 1 0 0,-2-2-68 0 0,1 0 0 0 0,-1-1-1 0 0,0 0 1 0 0,1 0 0 0 0,-1 0 0 0 0,1 0 0 0 0,0-1 0 0 0,-1 0 0 0 0,1 0 0 0 0,-1-1 0 0 0,8-1 0 0 0,9-2-111 0 0,-1 0-1 0 0,1-2 0 0 0,-1 0 1 0 0,0-1-1 0 0,0-1 0 0 0,-1-2 1 0 0,0 0-1 0 0,-1 0 0 0 0,0-2 1 0 0,-1-1-1 0 0,0 0 0 0 0,-1-1 1 0 0,0-1-1 0 0,-1 0 0 0 0,-1-1 1 0 0,-1-1-1 0 0,0-1 0 0 0,-1 0 1 0 0,-1 0-1 0 0,-1-1 0 0 0,0-1 1 0 0,-1 0-1 0 0,-2 0 0 0 0,0-1 1 0 0,-1 0-1 0 0,6-30 0 0 0,-12 44 311 0 0,0 1 1 0 0,-1 0-1 0 0,0-1 0 0 0,0 1 0 0 0,0 0 0 0 0,-1 0 0 0 0,0-1 0 0 0,0 1 0 0 0,0 0 0 0 0,-4-9 0 0 0,4 12-30 0 0,-1 0 0 0 0,1 0 0 0 0,-1 0 0 0 0,1 0 0 0 0,-1 0-1 0 0,0 0 1 0 0,0 0 0 0 0,0 1 0 0 0,-1-1 0 0 0,1 1 0 0 0,0 0 0 0 0,-1-1 0 0 0,0 1 0 0 0,0 0 0 0 0,1 0 0 0 0,-1 1 0 0 0,0-1 0 0 0,-1 1-1 0 0,-3-2 1 0 0,5 2-72 0 0,-1 1 0 0 0,0 0-1 0 0,1 0 1 0 0,-1 0 0 0 0,0 0-1 0 0,1 1 1 0 0,-1-1 0 0 0,0 1-1 0 0,1-1 1 0 0,-1 1 0 0 0,0 0-1 0 0,1 0 1 0 0,-1 0-1 0 0,1 0 1 0 0,0 0 0 0 0,-1 1-1 0 0,1-1 1 0 0,0 1 0 0 0,0 0-1 0 0,-4 3 1 0 0,-34 40 184 0 0,38-42-193 0 0,-9 13 19 0 0,1 0-1 0 0,1 1 1 0 0,0 0 0 0 0,1 0 0 0 0,1 1-1 0 0,1 0 1 0 0,0 1 0 0 0,1-1 0 0 0,2 1-1 0 0,-1 0 1 0 0,2 0 0 0 0,1 0 0 0 0,0 1-1 0 0,1-1 1 0 0,1 0 0 0 0,1 0 0 0 0,1 0-1 0 0,1 0 1 0 0,0 0 0 0 0,1-1 0 0 0,1 1-1 0 0,1-1 1 0 0,9 17 0 0 0,-14-31-27 0 0,1 1-1 0 0,0-1 1 0 0,0 0 0 0 0,1 0 0 0 0,-1 0 0 0 0,1 0-1 0 0,0-1 1 0 0,-1 1 0 0 0,2-1 0 0 0,-1 0-1 0 0,0 0 1 0 0,1 0 0 0 0,-1-1 0 0 0,1 1 0 0 0,0-1-1 0 0,0-1 1 0 0,0 1 0 0 0,0 0 0 0 0,0-1-1 0 0,0 0 1 0 0,0-1 0 0 0,0 1 0 0 0,0-1 0 0 0,1 0-1 0 0,-1 0 1 0 0,0 0 0 0 0,0-1 0 0 0,0 0-1 0 0,10-2 1 0 0,1-2 31 0 0,-1 0-1 0 0,0-2 1 0 0,0 1-1 0 0,0-2 1 0 0,-1 0 0 0 0,0-1-1 0 0,-1 0 1 0 0,16-14-1 0 0,-21 6 239 0 0,-7 16-268 0 0,-1 1-1 0 0,0 0 1 0 0,0 0-1 0 0,0 0 1 0 0,1 0-1 0 0,-1 0 0 0 0,0-1 1 0 0,0 1-1 0 0,0 0 1 0 0,0 0-1 0 0,1 0 1 0 0,-1-1-1 0 0,0 1 1 0 0,0 0-1 0 0,0 0 0 0 0,0-1 1 0 0,0 1-1 0 0,0 0 1 0 0,0 0-1 0 0,0-1 1 0 0,0 1-1 0 0,1 0 1 0 0,-1 0-1 0 0,0-1 0 0 0,0 1 1 0 0,0 0-1 0 0,0 0 1 0 0,-1 0-1 0 0,1-1 1 0 0,0 1-1 0 0,0 0 1 0 0,0 0-1 0 0,0-1 0 0 0,0 1 1 0 0,0 0-1 0 0,0 0 1 0 0,0-1-1 0 0,0 1 1 0 0,-1 0-1 0 0,1 0 0 0 0,0 0 1 0 0,0-1-1 0 0,0 1 1 0 0,0 0-1 0 0,-1 0 1 0 0,1 0-1 0 0,0 0 1 0 0,0 0-1 0 0,0-1 0 0 0,-1 1 1 0 0,1 0-1 0 0,0 0 1 0 0,0 0-1 0 0,-1 0 1 0 0,1 0-1 0 0,0 0 1 0 0,0 0-1 0 0,-1 0 0 0 0,1 0 1 0 0,0 0-1 0 0,-5 3-15 0 0,1 0 0 0 0,0 0 0 0 0,0 1 0 0 0,0 0 0 0 0,1 0-1 0 0,-1 0 1 0 0,1 0 0 0 0,0 0 0 0 0,0 1 0 0 0,0-1 0 0 0,1 1 0 0 0,0 0-1 0 0,0 0 1 0 0,0 0 0 0 0,0 0 0 0 0,1 0 0 0 0,0 0 0 0 0,-1 6 0 0 0,2-6-12 0 0,3 0-2 0 0,-1-4 18 0 0,-1 0 1 0 0,0 0 0 0 0,0 0 0 0 0,0 0 0 0 0,1 0 0 0 0,-1 0 0 0 0,0-1 0 0 0,1 1-1 0 0,-1 0 1 0 0,1-1 0 0 0,-1 1 0 0 0,1-1 0 0 0,-1 0 0 0 0,1 1 0 0 0,-1-1-1 0 0,1 0 1 0 0,-1 0 0 0 0,1 0 0 0 0,-1 0 0 0 0,1 0 0 0 0,-1 0 0 0 0,4-1 0 0 0,36-8-96 0 0,-36 8 79 0 0,131-26-369 0 0,-132 26 389 0 0,1 1 1 0 0,0-1 0 0 0,-1 1 0 0 0,1 1 0 0 0,0-1 0 0 0,0 0 0 0 0,-1 1 0 0 0,1 0 0 0 0,-1 0 0 0 0,1 1 0 0 0,-1-1 0 0 0,1 1-1 0 0,-1 0 1 0 0,0 0 0 0 0,0 1 0 0 0,0-1 0 0 0,8 7 0 0 0,-7-6-64 0 0,1 1 0 0 0,0-1 0 0 0,0 0 0 0 0,0 0 0 0 0,0 0 0 0 0,8 1 0 0 0,-11-3-176 0 0,0-1-1 0 0,-1 0 1 0 0,1 0-1 0 0,0 0 1 0 0,0 0-1 0 0,-1 0 1 0 0,1-1 0 0 0,0 1-1 0 0,0-1 1 0 0,-1 1-1 0 0,1-1 1 0 0,-1 0-1 0 0,1 0 1 0 0,-1-1 0 0 0,1 1-1 0 0,-1 0 1 0 0,1-1-1 0 0,-1 0 1 0 0,3-2-1 0 0,2-2-2843 0 0</inkml:trace>
</inkml:ink>
</file>

<file path=ppt/ink/ink8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5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40 412 0 0,'0'0'1080'0'0,"4"-8"896"0"0,2 1 297 0 0,1-4-1313 0 0,0 6-1164 0 0,-2-3-3365 0 0</inkml:trace>
</inkml:ink>
</file>

<file path=ppt/ink/ink8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7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185 138 80 0 0,'0'0'993'0'0,"-10"-46"10404"0"0,5 49-11176 0 0,-12 10-81 0 0,1 1-1 0 0,0 1 1 0 0,1 1-1 0 0,1 0 1 0 0,0 0-1 0 0,1 2 1 0 0,1-1-1 0 0,1 2 1 0 0,0 0-1 0 0,2 0 1 0 0,-9 23-1 0 0,18-42-134 0 0,-1 1-1 0 0,1 0 0 0 0,-1 0 1 0 0,1 0-1 0 0,-1 0 0 0 0,1 0 1 0 0,0 0-1 0 0,0 0 0 0 0,0 0 0 0 0,-1 0 1 0 0,1 0-1 0 0,0 0 0 0 0,0 0 1 0 0,1 1-1 0 0,-1-1 0 0 0,0 0 1 0 0,0 0-1 0 0,0 0 0 0 0,1 0 1 0 0,-1 0-1 0 0,0 0 0 0 0,1 0 1 0 0,-1 0-1 0 0,1-1 0 0 0,-1 1 0 0 0,1 0 1 0 0,-1 0-1 0 0,1 0 0 0 0,0 0 1 0 0,0-1-1 0 0,-1 1 0 0 0,2 1 1 0 0,1-2 2 0 0,-1 1 0 0 0,0 0 0 0 0,1-1 0 0 0,-1 0 0 0 0,1 1 0 0 0,-1-1 0 0 0,1 0 0 0 0,-1 0 0 0 0,1 0 0 0 0,-1-1 1 0 0,1 1-1 0 0,4-2 0 0 0,9-2 17 0 0,-1-1 1 0 0,0-1 0 0 0,17-9 0 0 0,43-36 17 0 0,-59 39-68 0 0,0 1 0 0 0,1 0-1 0 0,23-11 1 0 0,-38 21 3 0 0,6 2-10 0 0,1 0 1 0 0,-1 1 0 0 0,0 0-1 0 0,1 0 1 0 0,-1 1 0 0 0,12 5 0 0 0,-11-4 31 0 0,0 0 0 0 0,0-1 1 0 0,1 0-1 0 0,-1-1 1 0 0,1 0-1 0 0,17 2 1 0 0,-10-5 33 0 0,-1 0-1 0 0,1-1 1 0 0,0 0 0 0 0,-1-2 0 0 0,0 0 0 0 0,1-1 0 0 0,-2 0 0 0 0,1-1-1 0 0,-1-1 1 0 0,0-1 0 0 0,0 0 0 0 0,-1 0 0 0 0,15-13 0 0 0,-27 19 16 0 0,1-1 0 0 0,0 0 0 0 0,-1 0 0 0 0,0 0 0 0 0,0 0 0 0 0,0 0 0 0 0,0 0 0 0 0,0-1 0 0 0,0 1 0 0 0,-1-1 0 0 0,0 1 1 0 0,0-1-1 0 0,0 0 0 0 0,0 0 0 0 0,0 1 0 0 0,-1-1 0 0 0,0 0 0 0 0,0 0 0 0 0,0 1 0 0 0,0-1 0 0 0,0 0 0 0 0,-1 0 0 0 0,1 0 0 0 0,-1 1 0 0 0,-2-5 1 0 0,2 3-34 0 0,-1 0 1 0 0,0 0 0 0 0,0 0-1 0 0,-1 0 1 0 0,1 0 0 0 0,-1 0 0 0 0,0 0-1 0 0,-1 1 1 0 0,1 0 0 0 0,-1 0-1 0 0,0 0 1 0 0,0 0 0 0 0,0 0 0 0 0,0 1-1 0 0,-1-1 1 0 0,-5-2 0 0 0,9 5-395 0 0,-3 3-2170 0 0,-7 4 2032 0 0,6 2-1332 0 0,9 1-4029 0 0,7 2 2929 0 0</inkml:trace>
</inkml:ink>
</file>

<file path=ppt/ink/ink8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8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0 92 0 0,'0'0'1576'0'0,"-1"4"-826"0"0,-3 4-328 0 0,1 0 0 0 0,0 1 0 0 0,1-1 0 0 0,0 1 0 0 0,0-1 0 0 0,1 1 0 0 0,0 0 0 0 0,1 0 1 0 0,0 14-1 0 0,1-17-278 0 0,0-1-1 0 0,0 1 1 0 0,1-1 0 0 0,-1 0 0 0 0,1 1 0 0 0,0-1 0 0 0,1 0 0 0 0,-1 0-1 0 0,1-1 1 0 0,0 1 0 0 0,0 0 0 0 0,0-1 0 0 0,1 0 0 0 0,-1 0-1 0 0,1 0 1 0 0,9 7 0 0 0,-13-11-82 0 0,1 1 0 0 0,-1-1 0 0 0,1 1 0 0 0,-1-1 0 0 0,1 1-1 0 0,0-1 1 0 0,-1 0 0 0 0,1 1 0 0 0,-1-1 0 0 0,1 0 0 0 0,0 1 0 0 0,-1-1 0 0 0,1 0-1 0 0,0 0 1 0 0,-1 0 0 0 0,1 1 0 0 0,0-1 0 0 0,-1 0 0 0 0,1 0 0 0 0,0 0 0 0 0,0 0 0 0 0,-1 0-1 0 0,1 0 1 0 0,0-1 0 0 0,-1 1 0 0 0,1 0 0 0 0,0 0 0 0 0,-1 0 0 0 0,1-1 0 0 0,0 1-1 0 0,-1 0 1 0 0,1-1 0 0 0,0 1 0 0 0,-1 0 0 0 0,1-1 0 0 0,-1 1 0 0 0,1-1 0 0 0,-1 1-1 0 0,1-1 1 0 0,-1 1 0 0 0,1-1 0 0 0,-1 0 0 0 0,0 1 0 0 0,1-1 0 0 0,-1 1 0 0 0,0-1-1 0 0,1 0 1 0 0,-1 1 0 0 0,0-1 0 0 0,0 0 0 0 0,0 1 0 0 0,0-1 0 0 0,1-1 0 0 0,0-2 72 0 0,-1 1 1 0 0,1-1 0 0 0,-1 0-1 0 0,1 0 1 0 0,-1 0 0 0 0,0 0 0 0 0,-1 0-1 0 0,1 0 1 0 0,-2-6 0 0 0,0 1-164 0 0,-2 0 1 0 0,1 0-1 0 0,-1 0 1 0 0,0 0 0 0 0,-1 1-1 0 0,0-1 1 0 0,0 1 0 0 0,-11-12-1 0 0,15 19-630 0 0</inkml:trace>
</inkml:ink>
</file>

<file path=ppt/ink/ink8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8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40 0 0,'9'3'326'0'0,"0"1"-1"0"0,0-1 1 0 0,-1 2-1 0 0,0-1 1 0 0,0 1 0 0 0,0 0-1 0 0,0 1 1 0 0,-1 0 0 0 0,0 0-1 0 0,0 0 1 0 0,-1 1-1 0 0,1 0 1 0 0,-1 1 0 0 0,-1-1-1 0 0,0 1 1 0 0,0 0-1 0 0,0 1 1 0 0,-1-1 0 0 0,0 1-1 0 0,4 15 3201 0 0,11-45-3490 0 0,-10 14-476 0 0,0 0-1 0 0,0 0 0 0 0,1 1 0 0 0,0 0 1 0 0,0 1-1 0 0,0 0 0 0 0,1 0 1 0 0,0 1-1 0 0,20-4 0 0 0,-11 2-1736 0 0,-2 0 187 0 0</inkml:trace>
</inkml:ink>
</file>

<file path=ppt/ink/ink8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8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18 352 64 0 0,'0'3'286'0'0,"-1"0"-1"0"0,1-1 1 0 0,0 1 0 0 0,-1 0 0 0 0,1-1-1 0 0,-1 1 1 0 0,0 0 0 0 0,0-1-1 0 0,-2 5 1 0 0,1-4-49 0 0,1 1 0 0 0,-1-1 0 0 0,1 1 0 0 0,0 0 0 0 0,0-1 0 0 0,0 1-1 0 0,0 7 1 0 0,1-10-217 0 0,1 0-1 0 0,-1 0 0 0 0,0 0 0 0 0,1 0 1 0 0,-1 0-1 0 0,1 0 0 0 0,-1-1 0 0 0,1 1 1 0 0,-1 0-1 0 0,1 0 0 0 0,0 0 0 0 0,-1-1 1 0 0,1 1-1 0 0,0 0 0 0 0,-1-1 0 0 0,1 1 1 0 0,0 0-1 0 0,0-1 0 0 0,0 1 0 0 0,0-1 1 0 0,0 1-1 0 0,0-1 0 0 0,0 0 0 0 0,0 1 1 0 0,0-1-1 0 0,-1 0 0 0 0,1 0 0 0 0,0 0 1 0 0,0 0-1 0 0,1 0 0 0 0,-1 0 0 0 0,0 0 1 0 0,0 0-1 0 0,0 0 0 0 0,0 0 0 0 0,1-1 1 0 0,6 1-24 0 0,0 0 0 0 0,0-1 0 0 0,0 0 0 0 0,0-1 0 0 0,-1 1 1 0 0,1-2-1 0 0,0 1 0 0 0,-1-1 0 0 0,1 0 0 0 0,-1-1 1 0 0,0 1-1 0 0,0-1 0 0 0,9-7 0 0 0,-8 3 22 0 0,1 0 1 0 0,-1 0-1 0 0,0 0 0 0 0,-1-1 0 0 0,0 0 0 0 0,0-1 1 0 0,-1 0-1 0 0,9-17 0 0 0,-7 8 340 0 0,0-1-1 0 0,-2-1 1 0 0,0 1 0 0 0,-1-1-1 0 0,-1 0 1 0 0,-1 0 0 0 0,-1-1-1 0 0,0 1 1 0 0,-4-42 0 0 0,-11 14 2701 0 0,13 47-2686 0 0,-6 3 97 0 0,6-2-456 0 0,0 1-1 0 0,-1 0 1 0 0,1 0 0 0 0,-1 0-1 0 0,1 0 1 0 0,-1 0 0 0 0,1-1-1 0 0,-1 1 1 0 0,1 0 0 0 0,0 0-1 0 0,-1 0 1 0 0,1 0 0 0 0,-1 0-1 0 0,1 0 1 0 0,-1 1 0 0 0,1-1-1 0 0,-1 0 1 0 0,1 0 0 0 0,0 0-1 0 0,-1 0 1 0 0,1 0 0 0 0,-1 1-1 0 0,1-1 1 0 0,-1 0 0 0 0,1 0 0 0 0,0 1-1 0 0,-1-1 1 0 0,0 1 0 0 0,-6 8 51 0 0,0 1 1 0 0,0 0 0 0 0,1 0 0 0 0,0 0 0 0 0,0 1 0 0 0,1 0-1 0 0,1 0 1 0 0,0 0 0 0 0,0 0 0 0 0,1 1 0 0 0,1 0 0 0 0,0-1-1 0 0,0 1 1 0 0,1 0 0 0 0,1 0 0 0 0,0 0 0 0 0,2 16-1 0 0,0-7-338 0 0,1-1-1 0 0,1 0 1 0 0,0 0-1 0 0,2-1 0 0 0,0 0 1 0 0,1 1-1 0 0,1-2 0 0 0,0 1 1 0 0,20 29-1 0 0,-15-32-1875 0 0,0-1-1 0 0,29 27 1 0 0,-13-16-954 0 0</inkml:trace>
</inkml:ink>
</file>

<file path=ppt/ink/ink8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39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73 848 0 0,'0'-2'248'0'0,"0"1"1"0"0,0-1-1 0 0,0 1 0 0 0,0-1 1 0 0,-1 1-1 0 0,1 0 0 0 0,-1-1 0 0 0,1 1 1 0 0,-1 0-1 0 0,1-1 0 0 0,-1 1 1 0 0,0 0-1 0 0,1 0 0 0 0,-1 0 0 0 0,0-1 1 0 0,0 1-1 0 0,0 0 0 0 0,0 0 1 0 0,0 0-1 0 0,0 0 0 0 0,0 0 0 0 0,0 1 1 0 0,0-1-1 0 0,-1 0 0 0 0,1 0 1 0 0,0 1-1 0 0,-1-1 0 0 0,-1 0 0 0 0,0 1-47 0 0,0 0 0 0 0,0 0-1 0 0,0 0 1 0 0,-1 0 0 0 0,1 1-1 0 0,0-1 1 0 0,0 1 0 0 0,0 0-1 0 0,0 0 1 0 0,0 0 0 0 0,0 0-1 0 0,-4 2 1 0 0,-4 3 90 0 0,1 1 1 0 0,-1 0-1 0 0,1 0 0 0 0,0 1 1 0 0,-15 15-1 0 0,-3 20 689 0 0,27-41-784 0 0,2 0-183 0 0,0-1 0 0 0,-1 0 0 0 0,1 0 0 0 0,0 1 1 0 0,0-1-1 0 0,0 0 0 0 0,0 0 0 0 0,0 0 0 0 0,0 0 1 0 0,1 0-1 0 0,-1 0 0 0 0,0 0 0 0 0,0-1 1 0 0,1 1-1 0 0,1 1 0 0 0,21-6-85 0 0,0 0 1 0 0,0-1-1 0 0,41-16 1 0 0,-38 11-40 0 0,1 2 0 0 0,48-9 1 0 0,-67 16 86 0 0,0 1 1 0 0,0-1 0 0 0,0 1-1 0 0,0 1 1 0 0,0 0-1 0 0,-1 0 1 0 0,1 0 0 0 0,0 1-1 0 0,0 1 1 0 0,-1 0 0 0 0,1 0-1 0 0,14 8 1 0 0,-9-3 10 0 0,0-1 1 0 0,0-1-1 0 0,18 7 0 0 0,-28-12 42 0 0,0 0-1 0 0,-1 0 0 0 0,1 0 0 0 0,0-1 0 0 0,0 1 1 0 0,0-1-1 0 0,0 0 0 0 0,0 0 0 0 0,0-1 1 0 0,0 1-1 0 0,0-1 0 0 0,0 0 0 0 0,0 0 0 0 0,-1 0 1 0 0,1 0-1 0 0,0-1 0 0 0,4-2 0 0 0,16-12-112 0 0,-1-1-1 0 0,-1-2 1 0 0,25-26-1 0 0,-3 3-6804 0 0,-30 30 3457 0 0</inkml:trace>
</inkml:ink>
</file>

<file path=ppt/ink/ink8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0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65 472 0 0,'6'-29'4192'0'0,"0"-7"2485"0"0,-10 42-6341 0 0,-6 10-138 0 0,1 1-1 0 0,0 1 1 0 0,1 0 0 0 0,1 0-1 0 0,0 1 1 0 0,2-1 0 0 0,-5 26-1 0 0,7-28-110 0 0,1-1-1 0 0,0 0 0 0 0,2 1 0 0 0,0-1 1 0 0,0 0-1 0 0,1 1 0 0 0,1-1 0 0 0,1 0 1 0 0,0 0-1 0 0,7 19 0 0 0,-10-32-75 0 0,1 0-1 0 0,0-1 0 0 0,-1 1 1 0 0,1-1-1 0 0,0 1 0 0 0,0-1 0 0 0,0 1 1 0 0,0-1-1 0 0,0 0 0 0 0,0 1 1 0 0,0-1-1 0 0,1 0 0 0 0,-1 0 1 0 0,0 0-1 0 0,1 0 0 0 0,-1 0 1 0 0,1 0-1 0 0,-1 0 0 0 0,1-1 1 0 0,-1 1-1 0 0,1 0 0 0 0,0-1 0 0 0,2 1 1 0 0,-1-1 2 0 0,1 0 0 0 0,-1 0 0 0 0,1 0 0 0 0,-1-1-1 0 0,1 1 1 0 0,-1-1 0 0 0,0 0 0 0 0,1 0 0 0 0,-1 0 0 0 0,0 0 0 0 0,3-2 0 0 0,7-4 12 0 0,0 0 0 0 0,-1-1-1 0 0,-1-1 1 0 0,15-13 0 0 0,-11 9-17 0 0,-1 0-1 0 0,-1-1 1 0 0,0 0-1 0 0,-1-1 1 0 0,-1-1 0 0 0,12-20-1 0 0,-22 35-30 0 0,9-4-65 0 0,-10 5 83 0 0,1-1 1 0 0,0 1 0 0 0,0-1 0 0 0,0 1-1 0 0,-1-1 1 0 0,1 1 0 0 0,0 0 0 0 0,0-1-1 0 0,0 1 1 0 0,0 0 0 0 0,0 0 0 0 0,0 0-1 0 0,0-1 1 0 0,0 1 0 0 0,-1 0 0 0 0,1 0-1 0 0,0 0 1 0 0,0 1 0 0 0,2-1 0 0 0,32 4 23 0 0,0-2 1 0 0,61-4-1 0 0,-61-8 142 0 0,2 0 1925 0 0,-36 11-2078 0 0,0-1 1 0 0,-1 1 0 0 0,1-1-1 0 0,-1 1 1 0 0,1 0 0 0 0,0-1-1 0 0,-1 1 1 0 0,0 0 0 0 0,1-1-1 0 0,-1 1 1 0 0,1 0 0 0 0,-1 0 0 0 0,0 0-1 0 0,1-1 1 0 0,-1 1 0 0 0,0 0-1 0 0,0 0 1 0 0,0 0 0 0 0,0 0-1 0 0,0-1 1 0 0,0 1 0 0 0,0 0-1 0 0,0 0 1 0 0,0 0 0 0 0,0 0 0 0 0,0 0-1 0 0,0-1 1 0 0,-1 1 0 0 0,1 0-1 0 0,0 0 1 0 0,-1 0 0 0 0,1-1-1 0 0,0 1 1 0 0,-2 1 0 0 0,0 12-402 0 0,3-1-823 0 0,2 13-630 0 0,4-12-2772 0 0</inkml:trace>
</inkml:ink>
</file>

<file path=ppt/ink/ink8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0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1 102 836 0 0,'13'-95'8887'0'0,"-8"89"-9019"0"0,15 28-7719 0 0</inkml:trace>
</inkml:ink>
</file>

<file path=ppt/ink/ink8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0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0 216 0 0,'0'0'5240'0'0,"-5"2"-4573"0"0,2-1-515 0 0,0 1-1 0 0,0-1 1 0 0,1 1-1 0 0,-1-1 1 0 0,0 1-1 0 0,1 0 1 0 0,-1 0-1 0 0,1 0 1 0 0,0 1 0 0 0,0-1-1 0 0,-1 0 1 0 0,2 1-1 0 0,-4 5 1 0 0,4-7-91 0 0,0 1 1 0 0,1-1 0 0 0,-1 1-1 0 0,0 0 1 0 0,1-1 0 0 0,0 1-1 0 0,-1 0 1 0 0,1 0-1 0 0,0-1 1 0 0,0 1 0 0 0,0 0-1 0 0,0 0 1 0 0,0-1 0 0 0,1 1-1 0 0,-1 0 1 0 0,0-1 0 0 0,1 1-1 0 0,-1 0 1 0 0,1-1 0 0 0,0 1-1 0 0,-1 0 1 0 0,1-1 0 0 0,0 1-1 0 0,0-1 1 0 0,0 0-1 0 0,0 1 1 0 0,0-1 0 0 0,1 0-1 0 0,-1 1 1 0 0,0-1 0 0 0,0 0-1 0 0,3 2 1 0 0,1 0-1 0 0,0-1-1 0 0,-1 1 1 0 0,1-1-1 0 0,0 1 1 0 0,1-1-1 0 0,-1-1 1 0 0,0 1-1 0 0,1-1 1 0 0,-1 0 0 0 0,0 0-1 0 0,1 0 1 0 0,-1-1-1 0 0,1 0 1 0 0,0 0-1 0 0,-1 0 1 0 0,1-1 0 0 0,-1 0-1 0 0,11-3 1 0 0,7-3 505 0 0,-1 0 1 0 0,42-20 0 0 0,-60 25-392 0 0,-3 1-114 0 0,1 1 1 0 0,-1 0 0 0 0,1-1 0 0 0,0 1 0 0 0,-1 0 0 0 0,1 0 0 0 0,0 0 0 0 0,-1 0 0 0 0,1 0 0 0 0,-1 1 0 0 0,1-1 0 0 0,0 0-1 0 0,-1 1 1 0 0,1-1 0 0 0,-1 1 0 0 0,1-1 0 0 0,-1 1 0 0 0,1 0 0 0 0,-1 0 0 0 0,1 0 0 0 0,-1 0 0 0 0,0 0 0 0 0,0 0 0 0 0,1 0-1 0 0,-1 0 1 0 0,0 0 0 0 0,1 2 0 0 0,36 47-2364 0 0,-12-15-1708 0 0,-14-25 705 0 0,-1-1 252 0 0</inkml:trace>
</inkml:ink>
</file>

<file path=ppt/ink/ink8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1.2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62 168 0 0,'7'-8'10666'0'0,"4"20"-10314"0"0,0 1 0 0 0,0 0-1 0 0,-2 0 1 0 0,16 28 0 0 0,16 21 136 0 0,-34-51-316 0 0,0-2 1 0 0,1 1 0 0 0,1-1-1 0 0,0-1 1 0 0,0 1 0 0 0,13 8-1 0 0,-20-16 467 0 0,0-2-572 0 0,0 0-1 0 0,0 1 1 0 0,0-1-1 0 0,0 0 1 0 0,0 0-1 0 0,0 0 1 0 0,0 0-1 0 0,0-1 1 0 0,0 1-1 0 0,0 0 1 0 0,-1-1-1 0 0,1 1 1 0 0,0-1-1 0 0,-1 0 1 0 0,1 0-1 0 0,-1 1 1 0 0,0-1-1 0 0,0 0 1 0 0,0 0 0 0 0,0 0-1 0 0,0 0 1 0 0,1-3-1 0 0,21-57 461 0 0,-20 50-376 0 0,15-37-16 0 0,6-23-196 0 0,-13 25-3109 0 0,-11 46 2228 0 0,3-2-1942 0 0</inkml:trace>
</inkml:ink>
</file>

<file path=ppt/ink/ink8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1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1 106 480 0 0,'0'0'1744'0'0,"22"-8"635"0"0,39-25 1039 0 0,-57 31-3232 0 0,-1 0 0 0 0,0-1-1 0 0,1 1 1 0 0,-1-1 0 0 0,-1 0 0 0 0,1 0-1 0 0,0 0 1 0 0,-1 0 0 0 0,1 0 0 0 0,-1-1-1 0 0,0 1 1 0 0,0-1 0 0 0,-1 0 0 0 0,1 1-1 0 0,1-6 1 0 0,-3 8 907 0 0,0 0-1068 0 0,-1 0 0 0 0,1 1 0 0 0,-1-1 0 0 0,1 1 0 0 0,-1-1 0 0 0,1 0 0 0 0,-1 1 0 0 0,1-1 0 0 0,-1 1 0 0 0,0 0 0 0 0,1-1 0 0 0,-1 1 0 0 0,0-1 0 0 0,0 1 0 0 0,1 0 0 0 0,-1 0 0 0 0,0-1 0 0 0,0 1 0 0 0,1 0 0 0 0,-1 0 0 0 0,0 0 0 0 0,0 0 0 0 0,1 0 0 0 0,-1 0 0 0 0,-1 0 0 0 0,-3 3 25 0 0,0 1 1 0 0,1-1-1 0 0,-1 1 0 0 0,1 0 1 0 0,-1 0-1 0 0,1 1 1 0 0,0-1-1 0 0,1 1 0 0 0,-1 0 1 0 0,1 0-1 0 0,0 0 1 0 0,-4 11-1 0 0,6-14-149 0 0,0 0 0 0 0,0 0 0 0 0,0 0 1 0 0,0 1-1 0 0,0-1 0 0 0,1 0 0 0 0,-1 0 0 0 0,1 1 1 0 0,0-1-1 0 0,-1 0 0 0 0,1 1 0 0 0,0-1 0 0 0,0 1 0 0 0,1-1 1 0 0,-1 0-1 0 0,0 1 0 0 0,1-1 0 0 0,0 0 0 0 0,-1 0 0 0 0,1 1 1 0 0,0-1-1 0 0,0 0 0 0 0,0 0 0 0 0,0 0 0 0 0,1 0 0 0 0,-1 0 1 0 0,1 0-1 0 0,-1-1 0 0 0,1 1 0 0 0,-1 0 0 0 0,1-1 1 0 0,0 1-1 0 0,0-1 0 0 0,0 1 0 0 0,0-1 0 0 0,0 0 0 0 0,4 2 1 0 0,10 2-4667 0 0,-6-3 2026 0 0</inkml:trace>
</inkml:ink>
</file>

<file path=ppt/ink/ink8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1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4 392 0 0,'6'0'493'0'0,"-4"-1"-279"0"0,-1 0 0 0 0,1 1-1 0 0,-1 0 1 0 0,1-1 0 0 0,-1 1 0 0 0,1 0 0 0 0,-1 0 0 0 0,1 0 0 0 0,0 0 0 0 0,-1 0 0 0 0,1 0 0 0 0,-1 0 0 0 0,1 1 0 0 0,-1-1-1 0 0,1 1 1 0 0,-1-1 0 0 0,1 1 0 0 0,-1-1 0 0 0,1 1 0 0 0,-1 0 0 0 0,0 0 0 0 0,1-1 0 0 0,-1 1 0 0 0,2 3 0 0 0,-2-3 117 0 0,11 7 1248 0 0,-11-7-1526 0 0,-1 0 1 0 0,1-1-1 0 0,-1 1 0 0 0,1 0 0 0 0,-1 0 0 0 0,1-1 0 0 0,0 1 1 0 0,0-1-1 0 0,-1 1 0 0 0,1-1 0 0 0,0 1 0 0 0,0-1 0 0 0,-1 1 1 0 0,1-1-1 0 0,0 0 0 0 0,0 1 0 0 0,0-1 0 0 0,0 0 0 0 0,0 0 1 0 0,-1 1-1 0 0,1-1 0 0 0,0 0 0 0 0,0 0 0 0 0,0 0 0 0 0,0 0 1 0 0,0 0-1 0 0,0-1 0 0 0,0 1 0 0 0,1 0 0 0 0,24-8-1142 0 0,11-3-3878 0 0</inkml:trace>
</inkml:ink>
</file>

<file path=ppt/ink/ink8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2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11 316 0 0,'0'0'1809'0'0,"-11"-10"6109"0"0,-22 161-6057 0 0,32-146-1807 0 0,0 10 127 0 0,12-12-237 0 0,-8-3-55 0 0,8-3-2 0 0,0-1 1 0 0,-1-1 0 0 0,18-9 0 0 0,-24 12 69 0 0,35-16-342 0 0,59-19-1 0 0,-1 1 2289 0 0,-96 35-1415 0 0,12 0 775 0 0,-11 5-1213 0 0,0 0-44 0 0,0 0 0 0 0,1 0 0 0 0,-1 0 0 0 0,1 0 0 0 0,-1-1 0 0 0,1 1 0 0 0,0-1 0 0 0,1 0 0 0 0,-1 0 0 0 0,0 0 0 0 0,1 0 0 0 0,0-1 0 0 0,5 3 0 0 0,53 4-3621 0 0,-28-7-2170 0 0,-19 1 2920 0 0</inkml:trace>
</inkml:ink>
</file>

<file path=ppt/ink/ink8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2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28 0 0,'36'6'2675'0'0,"1"1"6841"0"0,-33-7-8319 0 0,2 0-2574 0 0</inkml:trace>
</inkml:ink>
</file>

<file path=ppt/ink/ink8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6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1 772 0 0,'7'3'10280'0'0,"-7"-4"-10100"0"0,-4 32 2112 0 0,-15 40-2047 0 0,-10 8-305 0 0,28-77-444 0 0,1 7-608 0 0,27-29-8889 0 0</inkml:trace>
</inkml:ink>
</file>

<file path=ppt/ink/ink8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6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58 588 0 0,'4'-49'5908'0'0,"-4"48"-5181"0"0,5-3-1447 0 0,0 1-3017 0 0</inkml:trace>
</inkml:ink>
</file>

<file path=ppt/ink/ink8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6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13 108 0 0,'1'2'681'0'0,"0"1"0"0"0,1 0-1 0 0,0 0 1 0 0,-1-1 0 0 0,1 1 0 0 0,0-1 0 0 0,0 0-1 0 0,0 0 1 0 0,1 1 0 0 0,3 2 0 0 0,27-20 587 0 0,-25 10-939 0 0,0 1 0 0 0,-1 1 0 0 0,1-1 1 0 0,1 1-1 0 0,-1 1 0 0 0,0-1 0 0 0,10 0 0 0 0,-12 4-523 0 0,0 0-1 0 0,1 1 0 0 0,-1-1 1 0 0,0 1-1 0 0,0 1 0 0 0,0-1 1 0 0,-1 1-1 0 0,1 0 1 0 0,-1 1-1 0 0,6 3 0 0 0,31 16-4847 0 0,-20-15 2615 0 0</inkml:trace>
</inkml:ink>
</file>

<file path=ppt/ink/ink8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7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4 692 0 0,'-20'-3'2946'0'0,"-57"4"3664"0"0,77-1-6589 0 0,0 0 0 0 0,-1 1 0 0 0,1-1 0 0 0,0 0-1 0 0,0 0 1 0 0,-1 0 0 0 0,1 0 0 0 0,0 0 0 0 0,0 0 0 0 0,-1 1 0 0 0,1-1 0 0 0,0 0 0 0 0,0 0 0 0 0,0 0 0 0 0,-1 0 0 0 0,1 1 0 0 0,0-1 0 0 0,0 0 0 0 0,0 0 0 0 0,0 1 0 0 0,0-1 0 0 0,-1 0 0 0 0,1 0 0 0 0,0 1 0 0 0,0-1 0 0 0,0 0 0 0 0,0 0 0 0 0,0 1 0 0 0,0-1 0 0 0,0 0 0 0 0,0 0 0 0 0,0 1 0 0 0,0-1 0 0 0,0 0 0 0 0,0 1 0 0 0,0-1 0 0 0,0 0 0 0 0,0 0 0 0 0,0 1 0 0 0,0-1 0 0 0,1 0 0 0 0,-1 0 0 0 0,0 1 0 0 0,0-1-1 0 0,0 0 1 0 0,0 0 0 0 0,0 0 0 0 0,1 1 0 0 0,-1-1 0 0 0,0 0 0 0 0,0 0 0 0 0,0 0 0 0 0,1 1 0 0 0,-1-1 0 0 0,0 0 0 0 0,0 0 0 0 0,1 0 0 0 0,-1 0 0 0 0,0 0 0 0 0,0 0 0 0 0,1 0 0 0 0,11 14 410 0 0,-3-8-668 0 0,1 0 59 0 0,0 0 0 0 0,0-1-1 0 0,0 0 1 0 0,0-1 0 0 0,1 0 0 0 0,0-1-1 0 0,11 2 1 0 0,-12-2-490 0 0,24 4-4097 0 0,-16-3 2018 0 0</inkml:trace>
</inkml:ink>
</file>

<file path=ppt/ink/ink8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7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374 378 768 0 0,'19'-31'2129'0'0,"-1"0"-1"0"0,27-67 1 0 0,-40 87-1806 0 0,-2 0 0 0 0,1-1 1 0 0,-1 1-1 0 0,-1-1 1 0 0,0 0-1 0 0,-1 0 0 0 0,0 0 1 0 0,-1 0-1 0 0,0 0 1 0 0,-1 0-1 0 0,-1 0 0 0 0,-4-22 1 0 0,5 32-295 0 0,1 0 0 0 0,0 0 1 0 0,-1 0-1 0 0,1 0 0 0 0,-1 0 1 0 0,0 1-1 0 0,1-1 0 0 0,-1 0 0 0 0,0 0 1 0 0,0 0-1 0 0,0 1 0 0 0,0-1 1 0 0,-1 1-1 0 0,1-1 0 0 0,0 1 1 0 0,-1-1-1 0 0,1 1 0 0 0,-1 0 1 0 0,1-1-1 0 0,-1 1 0 0 0,0 0 0 0 0,0 0 1 0 0,1 0-1 0 0,-1 0 0 0 0,0 1 1 0 0,0-1-1 0 0,0 1 0 0 0,0-1 1 0 0,0 1-1 0 0,0-1 0 0 0,0 1 1 0 0,0 0-1 0 0,0 0 0 0 0,0 0 0 0 0,0 0 1 0 0,0 0-1 0 0,0 0 0 0 0,0 1 1 0 0,0-1-1 0 0,0 1 0 0 0,1-1 1 0 0,-1 1-1 0 0,0 0 0 0 0,-2 1 1 0 0,-6 3-1 0 0,1 1 0 0 0,0 0 1 0 0,0 1-1 0 0,1-1 0 0 0,0 2 1 0 0,-14 15-1 0 0,-8 13 16 0 0,2 2 0 0 0,1 0 0 0 0,2 2 0 0 0,-28 62 0 0 0,20-26 17 0 0,-39 133 0 0 0,62-166-26 0 0,-7 61 0 0 0,0 2 24 0 0,13-86-20 0 0,1 2 0 0 0,-1 23 1 0 0,4-43 12 0 0,0 0 17 0 0,0-1-67 0 0,0-1 0 0 0,0 0 0 0 0,0 0 0 0 0,0 1 0 0 0,0-1 0 0 0,0 0 0 0 0,0 0 0 0 0,0 1-1 0 0,0-1 1 0 0,0 0 0 0 0,0 0 0 0 0,0 1 0 0 0,0-1 0 0 0,0 0 0 0 0,0 0 0 0 0,0 0 0 0 0,0 1 0 0 0,0-1 0 0 0,0 0-1 0 0,0 0 1 0 0,0 1 0 0 0,1-1 0 0 0,-1 0 0 0 0,0 0 0 0 0,0 0 0 0 0,0 0 0 0 0,0 1 0 0 0,0-1 0 0 0,1 0 0 0 0,-1 0-1 0 0,0 0 1 0 0,0 0 0 0 0,0 0 0 0 0,1 1 0 0 0,-1-1 0 0 0,0 0 0 0 0,0 0 0 0 0,0 0 0 0 0,1 0 0 0 0,-1 0 0 0 0,0 0-1 0 0,0 0 1 0 0,1 0 0 0 0,-1 0 0 0 0,0 0 0 0 0,0 0 0 0 0,1 0 0 0 0,-1 0 0 0 0,0 0 0 0 0,0 0 0 0 0,1 0 0 0 0,-1 0-1 0 0,0 0 1 0 0,1 0 0 0 0,147-114 4 0 0,51-35 156 0 0,-158 126 164 0 0,-28 16-31 0 0,0 0 1 0 0,0-1-1 0 0,12-10 0 0 0,-24 17-140 0 0,3 10-519 0 0,-4-8 296 0 0,1 0-1 0 0,-1-1 1 0 0,1 1 0 0 0,-1 0-1 0 0,1 0 1 0 0,-1 0 0 0 0,0 0 0 0 0,0 0-1 0 0,1 0 1 0 0,-1 0 0 0 0,0 0-1 0 0,0 0 1 0 0,0 0 0 0 0,0 0 0 0 0,0-1-1 0 0,0 1 1 0 0,0 0 0 0 0,0 0 0 0 0,0 0-1 0 0,0 0 1 0 0,-1 0 0 0 0,1 0-1 0 0,0 0 1 0 0,-1 1 0 0 0,-11 22-1759 0 0,1-8-4103 0 0</inkml:trace>
</inkml:ink>
</file>

<file path=ppt/ink/ink8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7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1100 0 0,'1'-8'2260'0'0,"7"-10"-248"0"0,-2 4-1139 0 0,-5 8 619 0 0,3-6-524 0 0,3 4-1108 0 0,6 8-6921 0 0</inkml:trace>
</inkml:ink>
</file>

<file path=ppt/ink/ink8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8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0 252 0 0,'10'34'3660'0'0,"-6"-25"-3373"0"0,1 0 1 0 0,-1-1 0 0 0,2 1 0 0 0,-1-1 0 0 0,1 0-1 0 0,1-1 1 0 0,-1 1 0 0 0,1-1 0 0 0,0 0 0 0 0,1-1-1 0 0,10 7 1 0 0,-5-5-105 0 0,1-1 0 0 0,0 0 0 0 0,1-2 0 0 0,-1 1 0 0 0,1-2 0 0 0,18 4-1 0 0,-30-8-105 0 0,-1 0 0 0 0,1 0 0 0 0,-1-1-1 0 0,1 1 1 0 0,-1-1 0 0 0,1 0-1 0 0,-1 1 1 0 0,1-1 0 0 0,-1 0 0 0 0,0 0-1 0 0,1-1 1 0 0,-1 1 0 0 0,0 0-1 0 0,0-1 1 0 0,0 1 0 0 0,0-1 0 0 0,3-4-1 0 0,-5 5-56 0 0,-1 0 0 0 0,1 0-1 0 0,-1-1 1 0 0,1 1 0 0 0,-1 0 0 0 0,0 0-1 0 0,0 0 1 0 0,0 0 0 0 0,1 0 0 0 0,-1 0-1 0 0,0 0 1 0 0,0 0 0 0 0,-1 0 0 0 0,1 0-1 0 0,0 1 1 0 0,0-1 0 0 0,0 0 0 0 0,0 1-1 0 0,-1-1 1 0 0,1 1 0 0 0,0-1 0 0 0,0 1-1 0 0,-1-1 1 0 0,1 1 0 0 0,-2 0 0 0 0,-39-8 457 0 0,41 8-456 0 0,-6-1-6 0 0,0 0 1 0 0,-1 0-1 0 0,1 1 1 0 0,0 0-1 0 0,-1 0 1 0 0,1 1-1 0 0,0 0 1 0 0,-1 0-1 0 0,1 1 0 0 0,0 0 1 0 0,0 0-1 0 0,0 1 1 0 0,1-1-1 0 0,-1 2 1 0 0,0-1-1 0 0,1 1 1 0 0,0 0-1 0 0,0 0 1 0 0,0 0-1 0 0,1 1 1 0 0,-1 0-1 0 0,-4 6 1 0 0,2-3-1547 0 0,-2 6 942 0 0,9-2-4110 0 0,2 1 2124 0 0</inkml:trace>
</inkml:ink>
</file>

<file path=ppt/ink/ink8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8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0 864 0 0,'0'0'1604'0'0,"15"0"1419"0"0,143 7 857 0 0,-156-7-3729 0 0,4-4 171 0 0</inkml:trace>
</inkml:ink>
</file>

<file path=ppt/ink/ink8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8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85 290 712 0 0,'-38'-14'5968'0'0,"36"14"-5980"0"0,0 0 106 0 0,0 0-1 0 0,1 0 1 0 0,-1-1 0 0 0,0 2-1 0 0,1-1 1 0 0,-1 0 0 0 0,0 0-1 0 0,0 0 1 0 0,1 1 0 0 0,-1-1-1 0 0,0 1 1 0 0,1 0 0 0 0,-1-1-1 0 0,1 1 1 0 0,-1 0-1 0 0,1 0 1 0 0,-1 0 0 0 0,1 0-1 0 0,-1 0 1 0 0,1 0 0 0 0,0 0-1 0 0,0 0 1 0 0,-1 1 0 0 0,1-1-1 0 0,0 1 1 0 0,0-1 0 0 0,1 1-1 0 0,-1-1 1 0 0,-1 4 0 0 0,1-4 265 0 0,20 17 247 0 0,-14-17-571 0 0,1 0 1 0 0,-1 0-1 0 0,1-1 1 0 0,-1 0-1 0 0,1 0 1 0 0,-1 0-1 0 0,1 0 1 0 0,-1-1-1 0 0,0 0 1 0 0,1 0-1 0 0,-1-1 1 0 0,0 1-1 0 0,0-1 1 0 0,0 0-1 0 0,0-1 1 0 0,0 1-1 0 0,8-6 1 0 0,4-4 10 0 0,0 0 1 0 0,-1-1-1 0 0,18-17 1 0 0,-19 15-17 0 0,0-1 0 0 0,-1 0 0 0 0,22-35 1 0 0,-30 43 89 0 0,-2-1 0 0 0,1 0 0 0 0,-1 0 0 0 0,-1 0 0 0 0,1 0 0 0 0,-2-1 0 0 0,1 1 0 0 0,-1-1 0 0 0,-1 0 0 0 0,1-14 0 0 0,-2 23-102 0 0,1 1 1 0 0,-1-1 0 0 0,0 1-1 0 0,0-1 1 0 0,0 0 0 0 0,0 1-1 0 0,0-1 1 0 0,1 1 0 0 0,-1-1-1 0 0,0 0 1 0 0,0 1 0 0 0,0-1-1 0 0,-1 1 1 0 0,1-1 0 0 0,0 0 0 0 0,0 1-1 0 0,0-1 1 0 0,0 1 0 0 0,-1-1-1 0 0,1 1 1 0 0,0-1 0 0 0,0 1-1 0 0,-1-1 1 0 0,1 1 0 0 0,0-1-1 0 0,-1 1 1 0 0,1-1 0 0 0,-1 1 0 0 0,1-1-1 0 0,0 1 1 0 0,-1 0 0 0 0,1-1-1 0 0,-1 1 1 0 0,1 0 0 0 0,-1-1-1 0 0,1 1 1 0 0,-1 0 0 0 0,0 0-1 0 0,1 0 1 0 0,-1-1 0 0 0,1 1-1 0 0,-1 0 1 0 0,1 0 0 0 0,-1 0 0 0 0,0 0-1 0 0,1 0 1 0 0,-1 0 0 0 0,1 0-1 0 0,-1 0 1 0 0,0 0 0 0 0,1 0-1 0 0,-1 1 1 0 0,1-1 0 0 0,-1 0-1 0 0,1 0 1 0 0,-1 0 0 0 0,0 1 0 0 0,1-1-1 0 0,-1 0 1 0 0,1 1 0 0 0,0-1-1 0 0,-1 0 1 0 0,1 1 0 0 0,-1 0-1 0 0,-2 1 3 0 0,0 0 0 0 0,1 0 0 0 0,0 0 0 0 0,-1 0 0 0 0,1 1 0 0 0,0-1 0 0 0,0 1 0 0 0,0-1 0 0 0,1 1 0 0 0,-4 5 0 0 0,3 4-63 0 0,-1 0-1 0 0,2 0 1 0 0,-1 0 0 0 0,2 0-1 0 0,-1 0 1 0 0,2 0 0 0 0,0 0-1 0 0,0 0 1 0 0,1 0 0 0 0,5 19-1 0 0,-1-14-1888 0 0,0 0 0 0 0,0 0-1 0 0,16 25 1 0 0,-9-19-1424 0 0</inkml:trace>
  <inkml:trace contextRef="#ctx0" brushRef="#br0" timeOffset="1">855 751 23222 0 0,'0'0'-452'0'0,"-35"-26"-9625"0"0,16 18 4785 0 0,4 2 1219 0 0</inkml:trace>
</inkml:ink>
</file>

<file path=ppt/ink/ink8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49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427 837 584 0 0,'-275'117'4109'0'0,"128"-59"-133"0"0,147-58-3929 0 0,0 0 0 0 0,0 0 1 0 0,1-1-1 0 0,-1 1 0 0 0,0 0 0 0 0,0 0 1 0 0,0 0-1 0 0,0 0 0 0 0,0 0 0 0 0,0-1 1 0 0,0 1-1 0 0,1 0 0 0 0,-1 0 0 0 0,0 0 1 0 0,0 0-1 0 0,0-1 0 0 0,0 1 1 0 0,0 0-1 0 0,0 0 0 0 0,0 0 0 0 0,0 0 1 0 0,0-1-1 0 0,0 1 0 0 0,0 0 0 0 0,0 0 1 0 0,0 0-1 0 0,0-1 0 0 0,0 1 0 0 0,0 0 1 0 0,0 0-1 0 0,0 0 0 0 0,0 0 0 0 0,0-1 1 0 0,-1 1-1 0 0,1 0 0 0 0,0 0 1 0 0,0 0-1 0 0,0 0 0 0 0,0-1 0 0 0,0 1 1 0 0,0 0-1 0 0,0 0 0 0 0,-1 0 0 0 0,1 0 1 0 0,0 0-1 0 0,0 0 0 0 0,0-1 0 0 0,0 1 1 0 0,-1 0-1 0 0,1 0 0 0 0,0 0 0 0 0,0 0 1 0 0,0 0-1 0 0,0 0 0 0 0,-1 0 1 0 0,1 0-1 0 0,0 0 0 0 0,0 0 0 0 0,0 0 1 0 0,-1 0-1 0 0,1 0 0 0 0,0 0 0 0 0,0 0 1 0 0,0 0-1 0 0,0 0 0 0 0,-1 0 0 0 0,1 0 1 0 0,10-17-21 0 0,1 5 112 0 0,0 1 0 0 0,0 0 1 0 0,2 1-1 0 0,-1 0 0 0 0,20-11 1 0 0,12-10 98 0 0,338-255 1060 0 0,142-152 11 0 0,-508 424-1205 0 0,0-2 1 0 0,-1 0 0 0 0,0 0-1 0 0,-2-2 1 0 0,20-30 0 0 0,-33 48-104 0 0,1-1 0 0 0,-1 0 0 0 0,1 1 0 0 0,-1-1 0 0 0,1 0 0 0 0,-1 0 0 0 0,0 1-1 0 0,0-1 1 0 0,1 0 0 0 0,-1 0 0 0 0,0 0 0 0 0,0 1 0 0 0,0-1 0 0 0,0 0 0 0 0,0 0 0 0 0,0 0 0 0 0,0 1 0 0 0,0-1 0 0 0,0 0 0 0 0,0 0 0 0 0,0 0 0 0 0,0 1 0 0 0,0-1 0 0 0,-1 0 0 0 0,1 0 0 0 0,0 0 0 0 0,-1 1 0 0 0,1-1 0 0 0,-1 0 0 0 0,0-1-1 0 0,-1 2 1 0 0,1-1 0 0 0,-1 1 0 0 0,1-1-1 0 0,-1 1 1 0 0,1-1 0 0 0,-1 1-1 0 0,1 0 1 0 0,-1 0 0 0 0,0-1 0 0 0,1 1-1 0 0,-1 0 1 0 0,0 1 0 0 0,1-1-1 0 0,-3 0 1 0 0,-55 18-3 0 0,40-11-20 0 0,1 1 0 0 0,-1 1-1 0 0,1 0 1 0 0,-23 18-1 0 0,35-22 16 0 0,0 0-1 0 0,1 0 0 0 0,-1 0 1 0 0,1 1-1 0 0,0 0 0 0 0,1 0 1 0 0,0 0-1 0 0,0 0 0 0 0,0 1 1 0 0,0 0-1 0 0,1 0 0 0 0,0 0 1 0 0,1 0-1 0 0,0 0 0 0 0,-2 10 1 0 0,1 1-21 0 0,1 0 0 0 0,1 0 0 0 0,1 0-1 0 0,1 0 1 0 0,0 0 0 0 0,1-1 0 0 0,5 23 0 0 0,8 13-128 0 0,21 53-1 0 0,-23-75 36 0 0,-2 1 0 0 0,-1 1 0 0 0,-1 0-1 0 0,-2 0 1 0 0,-2 1 0 0 0,3 34 0 0 0,-9-64 103 0 0,1-1-1 0 0,-1 0 1 0 0,1 0 0 0 0,-1 0 0 0 0,0 0 0 0 0,0 1 0 0 0,0-1 0 0 0,-1 0 0 0 0,-1 3 0 0 0,2-3-281 0 0,4-13 228 0 0,0 0 1 0 0,1 0 0 0 0,0 1 0 0 0,1-1 0 0 0,0 1 0 0 0,1 0 0 0 0,0 1-1 0 0,12-15 1 0 0,70-66-347 0 0,-57 58 362 0 0,-19 21 208 0 0,-1 1 0 0 0,2 0 0 0 0,-1 0 0 0 0,1 1 0 0 0,0 1 0 0 0,1 0 0 0 0,15-5 0 0 0,-28 12-53 0 0,0 0-114 0 0,0 0 1 0 0,0 1-1 0 0,0-1 0 0 0,0 1 1 0 0,0-1-1 0 0,0 1 1 0 0,0-1-1 0 0,0 1 0 0 0,-1 0 1 0 0,1-1-1 0 0,0 1 1 0 0,0 0-1 0 0,-1 0 1 0 0,1-1-1 0 0,0 1 0 0 0,-1 0 1 0 0,1 0-1 0 0,-1 0 1 0 0,1 0-1 0 0,-1 0 1 0 0,1 0-1 0 0,-1 0 0 0 0,0 0 1 0 0,1 0-1 0 0,-1 0 1 0 0,0 0-1 0 0,0 0 1 0 0,0 0-1 0 0,0 0 0 0 0,0 0 1 0 0,0 0-1 0 0,0 0 1 0 0,0 0-1 0 0,0 0 1 0 0,0 0-1 0 0,-1 0 0 0 0,1 0 1 0 0,0 0-1 0 0,-1 0 1 0 0,1 0-1 0 0,-2 2 1 0 0,-2 14-985 0 0,-1 2-1195 0 0,1-8-2924 0 0</inkml:trace>
</inkml:ink>
</file>

<file path=ppt/ink/ink8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0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90 180 0 0,'1'-13'968'0'0,"-1"2"-92"0"0,3 1-96 0 0,-1-2 536 0 0,-2-4-336 0 0,0 3-607 0 0,4 4-522 0 0,7 3-2751 0 0</inkml:trace>
</inkml:ink>
</file>

<file path=ppt/ink/ink8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0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11 504 0 0,'0'0'16588'0'0,"-6"-2"-16486"0"0,-16-5-16 0 0,17 5 447 0 0,11 3-656 0 0,5 1 112 0 0,-1-1 0 0 0,1 2 0 0 0,-1 0 0 0 0,0 0 0 0 0,0 0 0 0 0,0 2 0 0 0,0-1 0 0 0,12 8 0 0 0,-19-10 6 0 0,0 1 1 0 0,0-1-1 0 0,0 1 0 0 0,0 0 0 0 0,-1-1 0 0 0,1 1 0 0 0,-1 0 1 0 0,0 1-1 0 0,0-1 0 0 0,0 0 0 0 0,0 0 0 0 0,0 1 1 0 0,-1 0-1 0 0,1-1 0 0 0,-1 1 0 0 0,0 0 0 0 0,0-1 0 0 0,-1 1 1 0 0,1 0-1 0 0,-1 0 0 0 0,0 0 0 0 0,0-1 0 0 0,0 1 1 0 0,0 0-1 0 0,-1 0 0 0 0,1 0 0 0 0,-3 7 0 0 0,-1-2 9 0 0,0 0-1 0 0,0 1 1 0 0,-1-1-1 0 0,0-1 1 0 0,-1 1-1 0 0,0-1 1 0 0,0 0-1 0 0,-1 0 1 0 0,0-1-1 0 0,-8 8 1 0 0,-26 31-743 0 0,40-44 678 0 0,1-1 0 0 0,0 0 1 0 0,-1 0-1 0 0,1 0 1 0 0,0 1-1 0 0,0-1 1 0 0,-1 0-1 0 0,1 1 1 0 0,0-1-1 0 0,0 0 1 0 0,1 0-1 0 0,-1 1 0 0 0,0-1 1 0 0,0 0-1 0 0,0 0 1 0 0,1 1-1 0 0,-1-1 1 0 0,1 0-1 0 0,-1 0 1 0 0,1 0-1 0 0,0 1 1 0 0,-1-1-1 0 0,1 0 1 0 0,0 0-1 0 0,0 0 0 0 0,-1 0 1 0 0,1 0-1 0 0,1 0 1 0 0,30 29-404 0 0,-27-25 285 0 0,3 2 103 0 0,0 0 0 0 0,-1 0 0 0 0,0 1 1 0 0,0 0-1 0 0,-1 1 0 0 0,0-1 0 0 0,-1 1 1 0 0,0 0-1 0 0,0 1 0 0 0,-1-1 1 0 0,0 1-1 0 0,-1 0 0 0 0,0 0 0 0 0,0 0 1 0 0,-1 0-1 0 0,0 0 0 0 0,-1 1 0 0 0,0 11 1 0 0,-2-10 44 0 0,0 0 0 0 0,0 0 0 0 0,-2 0 0 0 0,1 0 0 0 0,-1 0 0 0 0,-1-1 1 0 0,0 1-1 0 0,-1-1 0 0 0,0 0 0 0 0,-1 0 0 0 0,0-1 0 0 0,-1 0 0 0 0,0 0 1 0 0,0 0-1 0 0,-12 11 0 0 0,-51 43 93 0 0,69-63 119 0 0,7-6-164 0 0,55-41-97 0 0,-1-3 1 0 0,-3-3-1 0 0,89-104 1 0 0,-144 154 90 0 0,106-143 40 0 0,-93 122 638 0 0,-1-1 0 0 0,-1 0-1 0 0,-1-1 1 0 0,14-42-1 0 0,-28 44 735 0 0,2 22-1401 0 0,0 1-1 0 0,0 0 0 0 0,1-1 0 0 0,-1 1 0 0 0,0 0 0 0 0,0-1 0 0 0,0 1 1 0 0,0 0-1 0 0,0-1 0 0 0,0 1 0 0 0,0 0 0 0 0,0 0 0 0 0,0-1 0 0 0,-1 1 0 0 0,1 0 1 0 0,0-1-1 0 0,0 1 0 0 0,0 0 0 0 0,0-1 0 0 0,0 1 0 0 0,0 0 0 0 0,-1 0 1 0 0,1-1-1 0 0,0 1 0 0 0,0 0 0 0 0,0 0 0 0 0,-1-1 0 0 0,1 1 0 0 0,0 0 0 0 0,0 0 1 0 0,-1 0-1 0 0,1 0 0 0 0,0-1 0 0 0,0 1 0 0 0,-1 0 0 0 0,1 0 0 0 0,0 0 1 0 0,-1 0-1 0 0,1 0 0 0 0,0 0 0 0 0,-1 0 0 0 0,1 0 0 0 0,0 0 0 0 0,-1 0 0 0 0,1 0 1 0 0,0 0-1 0 0,0 0 0 0 0,-1 0 0 0 0,1 0 0 0 0,0 0 0 0 0,-1 0 0 0 0,1 0 1 0 0,0 0-1 0 0,-1 0 0 0 0,1 0 0 0 0,0 0 0 0 0,0 1 0 0 0,-1-1 0 0 0,1 0 0 0 0,0 0 1 0 0,0 0-1 0 0,-1 1 0 0 0,1-1 0 0 0,0 0 0 0 0,0 0 0 0 0,-1 1 0 0 0,-2 4-79 0 0,0-1 0 0 0,0 1 0 0 0,0 0-1 0 0,1 0 1 0 0,-1 0 0 0 0,1 1-1 0 0,1-1 1 0 0,-1 1 0 0 0,1-1 0 0 0,-1 1-1 0 0,2-1 1 0 0,-1 1 0 0 0,1-1-1 0 0,0 1 1 0 0,0 0 0 0 0,1 9 0 0 0,1 0-613 0 0,1 0 0 0 0,1 0 0 0 0,0 0 0 0 0,7 15 0 0 0,19 23-6312 0 0,-11-31 2833 0 0</inkml:trace>
</inkml:ink>
</file>

<file path=ppt/ink/ink8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1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58 448 0 0,'-7'-50'8693'0'0,"6"48"-7234"0"0,1 2-1426 0 0,0 0 1 0 0,0-1-1 0 0,0 1 0 0 0,0 0 0 0 0,-1-1 0 0 0,1 1 0 0 0,0 0 0 0 0,0 0 0 0 0,0-1 0 0 0,-1 1 0 0 0,1 0 0 0 0,0-1 1 0 0,0 1-1 0 0,-1 0 0 0 0,1 0 0 0 0,0 0 0 0 0,-1-1 0 0 0,1 1 0 0 0,0 0 0 0 0,-1 0 0 0 0,1 0 0 0 0,0 0 1 0 0,-1 0-1 0 0,1 0 0 0 0,0 0 0 0 0,-1-1 0 0 0,1 1 0 0 0,-1 0 0 0 0,1 0 0 0 0,0 0 0 0 0,-1 0 0 0 0,1 1 1 0 0,0-1-1 0 0,-1 0 0 0 0,1 0 0 0 0,0 0 0 0 0,-1 0 0 0 0,1 0 0 0 0,0 0 0 0 0,-1 0 0 0 0,1 1 0 0 0,0-1 1 0 0,-1 0-1 0 0,1 0 0 0 0,0 0 0 0 0,0 1 0 0 0,-1-1 0 0 0,1 0 0 0 0,-1 1 0 0 0,-14 10 383 0 0,15-11-409 0 0,-21 19 278 0 0,2 0 1 0 0,0 2-1 0 0,2 0 0 0 0,0 0 1 0 0,1 2-1 0 0,1 0 0 0 0,2 1 1 0 0,-16 34-1 0 0,27-53-239 0 0,1 0 0 0 0,-1 0 0 0 0,1 0 0 0 0,0 0 0 0 0,0 1 0 0 0,0-1 0 0 0,1 0 0 0 0,-1 0 0 0 0,1 0 0 0 0,1 1 0 0 0,-1-1 0 0 0,1 0 0 0 0,0 0 0 0 0,0 0 0 0 0,3 9 0 0 0,-3-13-35 0 0,0 1-1 0 0,0-1 1 0 0,0 0-1 0 0,0 0 0 0 0,1 0 1 0 0,-1 0-1 0 0,0 0 1 0 0,1 0-1 0 0,-1 0 1 0 0,0 0-1 0 0,1 0 1 0 0,-1-1-1 0 0,1 1 1 0 0,-1 0-1 0 0,1-1 1 0 0,-1 1-1 0 0,1-1 1 0 0,0 0-1 0 0,-1 1 1 0 0,1-1-1 0 0,-1 0 1 0 0,1 0-1 0 0,0 0 0 0 0,-1 0 1 0 0,1-1-1 0 0,0 1 1 0 0,-1 0-1 0 0,3-1 1 0 0,45-14 21 0 0,-46 15-34 0 0,49-27-85 0 0,-43 21-25 0 0,1 1 0 0 0,-1 0-1 0 0,1 1 1 0 0,1-1 0 0 0,17-3-1 0 0,-26 7 45 0 0,39 19-272 0 0,-28-12 261 0 0,0-1 0 0 0,0 0 0 0 0,1 0 0 0 0,0-1 0 0 0,0-1 0 0 0,14 2 0 0 0,-20-5 68 0 0,0 0 0 0 0,-1-1 0 0 0,1 1 0 0 0,0-1-1 0 0,-1-1 1 0 0,1 0 0 0 0,-1 0 0 0 0,0 0-1 0 0,1-1 1 0 0,-1 0 0 0 0,0 0 0 0 0,-1-1 0 0 0,8-4-1 0 0,97-69-40 0 0,-60 40-14 0 0,58-32 0 0 0,-107 68 53 0 0,1-1 0 0 0,-1 1 1 0 0,0 0-1 0 0,1 0 0 0 0,-1 1 1 0 0,1-1-1 0 0,-1 0 1 0 0,1 1-1 0 0,-1 0 0 0 0,1-1 1 0 0,0 1-1 0 0,-1 0 0 0 0,1 0 1 0 0,-1 1-1 0 0,1-1 0 0 0,-1 0 1 0 0,1 1-1 0 0,3 0 0 0 0,-5 1 8 0 0,1-1-1 0 0,0 1 0 0 0,0-1 1 0 0,-1 1-1 0 0,1-1 0 0 0,-1 1 1 0 0,0 0-1 0 0,1-1 0 0 0,-1 1 1 0 0,0 0-1 0 0,0 0 0 0 0,0 0 0 0 0,0 0 1 0 0,-1 0-1 0 0,1 0 0 0 0,0 0 1 0 0,-1 1-1 0 0,0-1 0 0 0,1 0 1 0 0,-1 0-1 0 0,0 0 0 0 0,0 0 0 0 0,0 1 1 0 0,0-1-1 0 0,-1 0 0 0 0,1 0 1 0 0,0 0-1 0 0,-2 4 0 0 0,-1 7-27 0 0,0 0 0 0 0,0-1 0 0 0,-1 1 0 0 0,-8 15 0 0 0,-1-4-2424 0 0,-1-3-3532 0 0</inkml:trace>
</inkml:ink>
</file>

<file path=ppt/ink/ink8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2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83 988 0 0,'3'-9'1132'0'0,"1"-5"-56"0"0,1 5 1020 0 0,-4-11-307 0 0,2 10-437 0 0,2-2-800 0 0,-4 3-952 0 0</inkml:trace>
</inkml:ink>
</file>

<file path=ppt/ink/ink8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2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13 228 0 0,'0'0'3627'0'0,"-1"13"-2436"0"0,1-12-1074 0 0,0-1 0 0 0,0 0 0 0 0,0 0 0 0 0,0 1 0 0 0,0-1 0 0 0,0 0 0 0 0,-1 1 0 0 0,1-1 0 0 0,0 0 0 0 0,0 0 1 0 0,0 1-1 0 0,0-1 0 0 0,0 0 0 0 0,0 1 0 0 0,0-1 0 0 0,0 0 0 0 0,1 0 0 0 0,-1 1 0 0 0,0-1 0 0 0,0 0 0 0 0,0 1 0 0 0,0-1 0 0 0,0 0 0 0 0,0 0 0 0 0,0 1 0 0 0,1-1 0 0 0,-1 0 1 0 0,0 0-1 0 0,0 1 0 0 0,0-1 0 0 0,1 0 0 0 0,-1 0 0 0 0,0 0 0 0 0,0 0 0 0 0,1 1 0 0 0,-1-1 0 0 0,0 0 0 0 0,0 0 0 0 0,1 0 0 0 0,-1 0 0 0 0,0 0 0 0 0,0 0 0 0 0,1 0 0 0 0,-1 1 1 0 0,0-1-1 0 0,1 0 0 0 0,61-35 1359 0 0,-61 34-1056 0 0,2 2-410 0 0,26 21-1067 0 0,-26-18 394 0 0,0-1 1 0 0,0 0 0 0 0,1 0 0 0 0,-1 0 0 0 0,1-1 0 0 0,0 1 0 0 0,0-1 0 0 0,0 0 0 0 0,5 2 0 0 0,9 1-2026 0 0</inkml:trace>
</inkml:ink>
</file>

<file path=ppt/ink/ink8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2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39 340 252 0 0,'0'0'9948'0'0,"16"4"-9124"0"0,-7-8-648 0 0,-1-1 1 0 0,0 0-1 0 0,0 0 0 0 0,0 0 1 0 0,0-1-1 0 0,-1-1 1 0 0,0 1-1 0 0,0-1 1 0 0,0 0-1 0 0,-1-1 1 0 0,0 1-1 0 0,-1-1 0 0 0,0 0 1 0 0,0-1-1 0 0,-1 1 1 0 0,4-11-1 0 0,-5 13-136 0 0,0 0 1 0 0,-1-1-1 0 0,0 1 0 0 0,0-1 0 0 0,0 0 0 0 0,-1 0 0 0 0,0 0 1 0 0,0 1-1 0 0,-1-1 0 0 0,0 0 0 0 0,0 0 0 0 0,-1 0 0 0 0,0 0 1 0 0,0 0-1 0 0,-1 1 0 0 0,1-1 0 0 0,-1 0 0 0 0,-1 1 0 0 0,1-1 1 0 0,-1 1-1 0 0,0 0 0 0 0,-1 0 0 0 0,-6-9 0 0 0,4 10-39 0 0,0 0 0 0 0,0 0 0 0 0,-1 0 0 0 0,1 1-1 0 0,-1 0 1 0 0,0 0 0 0 0,-1 0 0 0 0,1 1 0 0 0,0 0-1 0 0,-1 1 1 0 0,0 0 0 0 0,0 0 0 0 0,0 0 0 0 0,0 1-1 0 0,0 0 1 0 0,0 1 0 0 0,0 0 0 0 0,-10 1 0 0 0,13 4-49 0 0,11 6 43 0 0,17 6 22 0 0,53 20 16 0 0,-40-21-91 0 0,-1 2-1 0 0,44 29 0 0 0,-67-38-18 0 0,-2-1 1 0 0,1 1-1 0 0,-1 1 0 0 0,0 0 1 0 0,-1 0-1 0 0,-1 1 1 0 0,1 0-1 0 0,-2 0 0 0 0,1 1 1 0 0,8 21-1 0 0,0 15-235 0 0,-14-38 235 0 0,0-1 1 0 0,1 0 0 0 0,1 0 0 0 0,-1 0-1 0 0,9 14 1 0 0,-11-22 122 0 0,0 1 160 0 0,-2-2-187 0 0,1 0 1 0 0,0 0 0 0 0,0 0 0 0 0,0 0-1 0 0,0 1 1 0 0,0-1 0 0 0,0 0 0 0 0,0 0-1 0 0,0 0 1 0 0,0 0 0 0 0,0 0 0 0 0,0 1-1 0 0,0-1 1 0 0,0 0 0 0 0,0 0 0 0 0,0 0-1 0 0,0 0 1 0 0,0 0 0 0 0,0 1 0 0 0,0-1-1 0 0,0 0 1 0 0,0 0 0 0 0,0 0 0 0 0,0 0-1 0 0,1 0 1 0 0,-1 1 0 0 0,0-1 0 0 0,0 0-1 0 0,0 0 1 0 0,0 0 0 0 0,0 0 0 0 0,0 0-1 0 0,0 0 1 0 0,0 0 0 0 0,1 0 0 0 0,-1 1-1 0 0,0-1 1 0 0,0 0 0 0 0,0 0-1 0 0,0 0 1 0 0,0 0 0 0 0,1 0 0 0 0,-1 0-1 0 0,0 0 1 0 0,0 0 0 0 0,0 0 0 0 0,0 0-1 0 0,0 0 1 0 0,1 0 0 0 0,-1 0 0 0 0,0 0-1 0 0,0 0 1 0 0,0 0 0 0 0,0 0 0 0 0,0 0-1 0 0,1 0 1 0 0,-1 0 0 0 0,0 0 0 0 0,0-1-1 0 0,4-6 214 0 0,0-1-1 0 0,0 0 1 0 0,-1-1-1 0 0,0 1 1 0 0,-1-1-1 0 0,0 1 1 0 0,0-1-1 0 0,-1 0 1 0 0,0 1-1 0 0,-1-16 1 0 0,0 16-197 0 0,0 1 1 0 0,-1-1 0 0 0,0 1 0 0 0,0 0-1 0 0,0-1 1 0 0,-1 1 0 0 0,0 0 0 0 0,-1 0-1 0 0,0 0 1 0 0,0 0 0 0 0,0 0 0 0 0,-1 1-1 0 0,-8-11 1 0 0,-3 8-2260 0 0</inkml:trace>
</inkml:ink>
</file>

<file path=ppt/ink/ink8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3.2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1196 0 0,'0'0'2025'0'0,"14"15"3684"0"0,-14-9-5494 0 0,0 0 0 0 0,1 0 0 0 0,-1-1 0 0 0,1 1-1 0 0,1 0 1 0 0,-1-1 0 0 0,1 1 0 0 0,0-1 0 0 0,0 1 0 0 0,5 8-1 0 0,-5-11-221 0 0,0-1 0 0 0,0 0 0 0 0,0 1 0 0 0,0-1 0 0 0,0 0 0 0 0,0 0 0 0 0,0 0-1 0 0,1-1 1 0 0,-1 1 0 0 0,1 0 0 0 0,-1-1 0 0 0,1 1 0 0 0,0-1 0 0 0,-1 0-1 0 0,1 0 1 0 0,0 0 0 0 0,0-1 0 0 0,0 1 0 0 0,0 0 0 0 0,0-1 0 0 0,0 0-1 0 0,0 0 1 0 0,0 0 0 0 0,3 0 0 0 0,50-1-444 0 0,-43 1 578 0 0,1 1-1 0 0,-1-2 0 0 0,0 0 0 0 0,1 0 1 0 0,-1-1-1 0 0,0-1 0 0 0,18-6 0 0 0,-26 7 131 0 0,0 0 0 0 0,-1-1 0 0 0,0 0 0 0 0,1 0 0 0 0,-1 0 0 0 0,0 0 0 0 0,0 0-1 0 0,0-1 1 0 0,-1 0 0 0 0,1 0 0 0 0,-1 0 0 0 0,0 0 0 0 0,0 0 0 0 0,-1-1 0 0 0,4-6-1 0 0,-5 8-105 0 0,1-1-1 0 0,-1 1 0 0 0,0 0 0 0 0,-1-1 1 0 0,1 1-1 0 0,-1-1 0 0 0,1 1 0 0 0,-1-1 0 0 0,0 1 1 0 0,0-1-1 0 0,-1 0 0 0 0,1 1 0 0 0,-1-1 1 0 0,0 1-1 0 0,1 0 0 0 0,-2-1 0 0 0,1 1 1 0 0,0 0-1 0 0,-1-1 0 0 0,1 1 0 0 0,-1 0 1 0 0,-3-4-1 0 0,3 6-669 0 0,1-1 1 0 0,-1 1 0 0 0,0-1-1 0 0,0 1 1 0 0,0 0-1 0 0,0 0 1 0 0,0 0 0 0 0,0 0-1 0 0,-1 0 1 0 0,1 1-1 0 0,0-1 1 0 0,0 1 0 0 0,-1-1-1 0 0,1 1 1 0 0,0 0-1 0 0,0 0 1 0 0,-1 0 0 0 0,1 0-1 0 0,0 0 1 0 0,-5 1-1 0 0,5-1-609 0 0</inkml:trace>
</inkml:ink>
</file>

<file path=ppt/ink/ink8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3:53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19 540 0 0,'13'0'13619'0'0,"-10"-5"-12425"0"0,-3-1-2911 0 0,-24-2-8723 0 0</inkml:trace>
</inkml:ink>
</file>

<file path=ppt/ink/ink8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38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38 389 8413,'0'0'88,"-3"-1"24,-31-19 3593,37 17-3504,18-13 20,1 1-1,1 1 1,0 1 0,36-14-1,-34 16-110,0-1 0,0-1-1,-1-1 1,41-33 0,-58 40-77,16-13 149,29-34-1,-47 49-149,0-2-1,-1 1 1,0 0 0,0-1-1,0 0 1,0 0-1,-1 0 1,-1 0 0,1-1-1,2-14 1,-5 20-29,-3-2-15,3 3 12,0 1-1,0 0 0,0 0 0,0-1 0,0 1 0,0 0 0,0-1 0,-1 1 0,1 0 1,0 0-1,0-1 0,0 1 0,0 0 0,-1 0 0,1-1 0,0 1 0,0 0 0,0 0 1,-1 0-1,1-1 0,0 1 0,0 0 0,-1 0 0,1 0 0,0 0 0,0 0 0,-1 0 0,1-1 1,0 1-1,0 0 0,-1 0 0,1 0 0,0 0 0,-1 0 0,1 0 0,0 0 0,0 0 1,-1 0-1,1 0 0,0 0 0,-1 0 0,1 1 0,0-1 0,0 0 0,-1 0 0,-6 3-3,1 0 0,-1 1 0,1-1 0,0 1 0,0 0 0,0 1-1,1-1 1,0 1 0,-1 1 0,-4 5 0,8-7-7,0-1-1,-1 1 1,1 0 0,1 0 0,-1-1 0,1 1-1,-1 0 1,1 0 0,0 1 0,0-1-1,1 0 1,-1 0 0,1 0 0,0 0-1,0 1 1,1-1 0,-1 0 0,1 0-1,0 0 1,2 8 0,1-2-11,1-1 0,0 1 1,0-1-1,1 0 0,0 0 0,0 0 0,1-1 1,0 0-1,1 0 0,-1-1 0,2 0 0,-1-1 1,1 1-1,0-2 0,0 1 0,0-1 0,1 0 1,0-1-1,0-1 0,19 6 0,-12-5 10,1 0-1,-1-2 1,1 0-1,0 0 1,0-2-1,-1 0 1,1-1-1,0-1 1,0-1 0,-1 0-1,28-9 1,-26 6 9,-1-1-1,-1-1 1,1 0 0,-1-1 0,-1-1 0,0 0 0,0-1 0,-1-1 0,0-1 0,-1 0 0,-1-1-1,0 0 1,11-17 0,44-67 138,-67 96-157,2 4-1,-1 0 20,1 0 0,-1 1 0,0-1 1,0 1-1,1-1 0,-2 1 0,1-1 0,0 1 0,0 0 0,-1 0 0,0 0 1,1 0-1,-1 0 0,0 0 0,0 5 0,11 62-14,-11-54 13,25 511-31,-25-509 73,-2 1 1,0-1 0,-1 0 0,-1 0 0,-1 0-1,-6 20 1,9-34 20,-1 0 0,0 0 0,1 0 0,-1 0 0,-1 0-1,1-1 1,0 1 0,-1-1 0,0 0 0,0 1 0,0-1-1,0 0 1,0-1 0,-1 1 0,1-1 0,-1 1 0,0-1 0,1 0-1,-1 0 1,0-1 0,0 1 0,0-1 0,-1 0 0,1 0 0,0 0-1,0-1 1,-1 1 0,1-1 0,0 0 0,-1 0 0,-7-2-1,3 0-80,-1 0 0,1-1-1,0 0 1,0 0 0,0-1-1,1 0 1,-1-1-1,1 0 1,-14-11 0,15 11-1227,1-1 1,0 0 0,0 0 0,1 0-1,-1-1 1,-7-12 0,5 4-2754</inkml:trace>
</inkml:ink>
</file>

<file path=ppt/ink/ink8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39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1176,'0'0'9600,"2"-5"-9591,5-16-124,-6 16-134,-8-20-8264</inkml:trace>
</inkml:ink>
</file>

<file path=ppt/ink/ink8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39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26 112 200,'-9'-26'2000,"6"19"-1435,0-1 1,1 1-1,-1-1 1,2 1-1,-1-1 1,1 0-1,0 0 1,1 0-1,0-9 1,18 37-4431,-5-7 1619</inkml:trace>
</inkml:ink>
</file>

<file path=ppt/ink/ink8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40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207 645 244,'-18'0'1991,"8"2"-1773,-1 0 0,1 0 0,0 1 0,0 0 0,0 1 1,1 0-1,-1 1 0,1 0 0,0 1 0,0-1 0,0 2 0,1-1 0,0 1 0,0 0 1,1 1-1,0 0 0,0 0 0,1 0 0,0 1 0,-5 10 0,11-18-196,-1 0 0,0 0-1,1 0 1,-1 0 0,1 0 0,0 0-1,-1 0 1,1 0 0,0 0-1,0 1 1,-1-1 0,1 0 0,0 0-1,0 0 1,0 0 0,0 0-1,1 1 1,-1-1 0,0 0-1,0 0 1,1 0 0,-1 0 0,1 0-1,0 2 1,0-2 10,0-1 0,0 1 0,0-1 0,0 1 0,0 0 0,0-1 0,1 0 1,-1 1-1,0-1 0,0 0 0,0 0 0,1 1 0,-1-1 0,0 0 0,0 0 0,1 0 0,-1-1 0,1 1 0,6-1 62,-1-1 0,0 0-1,1 0 1,-1-1 0,10-4-1,-2-4-1,0 0-1,-1 0 0,0-1 0,-1-1 0,0 0 0,-2-1 0,1 0 1,-1-1-1,-1 0 0,-1-1 0,0 0 0,11-30 0,-6 9 26,-2 0-1,-1-1 1,-2 0-1,8-74 1,-15 86 56,0-1 0,-2 0 0,-1 0 0,-1 0 0,-1 0 0,-2 0 0,0 1 0,-2 0 0,-1 0 0,-12-27 0,19 51-59,-17 77-15,20-41-77,1 1 0,2 0 0,2-1 0,1 0 0,1-1 0,22 50 0,-5-8 26,25 67-409,-9-50-4690,-36-82 2324,1 0 207</inkml:trace>
</inkml:ink>
</file>

<file path=ppt/ink/ink8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41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57 516,'2'-1'338,"0"1"0,1-1 0,-1 1 0,0 0 1,1 0-1,-1-1 0,0 2 0,1-1 0,-1 0 0,0 0 0,0 1 0,1 0 0,-1-1 0,0 1 0,3 1 1,36 26 1567,-32-19-1641,1 1-1,-1 0 0,-1 1 1,14 21-1,10 26 951,-31-57-1004,0 0 98,-1-1-286,0-1 0,0 1-1,0 0 1,0 0 0,0 0-1,0 0 1,0 0 0,0-1 0,1 1-1,-1 0 1,0 0 0,0 0 0,0 0-1,0 0 1,0 0 0,0 0 0,1 0-1,-1 0 1,0 0 0,0 0 0,0 0-1,0-1 1,1 1 0,-1 0 0,0 0-1,0 0 1,0 0 0,0 0-1,0 0 1,1 0 0,-1 1 0,0-1-1,0 0 1,0 0 0,0 0 0,0 0-1,1 0 1,-1 0 0,0 0 0,0 0-1,0 0 1,0 0 0,0 0 0,0 0-1,1 1 1,-1-1 0,0 0 0,0 0-1,0 0 1,0 0 0,0 0 0,0 0-1,0 1 1,0-1 0,0 0-1,0 0 1,0 0 0,0 0 0,0 0-1,1 1 1,-1-1 0,0 0 0,0 0-1,-1 0 1,6-19-87,-1-1-1,2 1 1,1 0-1,17-35 1,-18 42-1110,1 0 1,1 1 0,0 0 0,1 0-1,11-11 1,-7 11-1644</inkml:trace>
</inkml:ink>
</file>

<file path=ppt/ink/ink8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41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1 169 80,'0'0'147,"1"1"0,-1-1 0,1 0-1,-1 0 1,1 0 0,-1 1 0,1-1 0,-1 0 0,1 0 0,-1 0-1,1 0 1,-1 0 0,1 0 0,-1 0 0,1 0 0,-1 0 0,1 0-1,-1-1 1,1 1 0,-1 0 0,1 0 0,-1 0 0,1-1 0,-1 1-1,1 0 1,-1 0 0,1-1 0,-1 1 0,0 0 0,1-1 0,0 0-1,34-20 1716,31-27-282,-58 42-1331,-1-2-1,0 1 0,-1-1 0,1 0 0,-2-1 0,1 1 1,-1-1-1,6-12 0,-10 18 124,-3 2-357,1 0 0,0 0 0,0 0 0,0 1 0,0-1 0,-1 0 0,1 1 0,0-1 0,-1 0 0,1 1 0,-1 0 0,1-1 0,0 1 0,-1 0 0,1 0 0,-1-1 0,1 1 0,-1 0 0,1 1 0,-1-1 0,1 0 0,-1 0 0,-2 1 0,0 1-1,0 0 0,0 0 0,0 0 0,0 0 0,0 1 0,0-1 0,0 1 0,-3 3 1,2-1-9,-1 0 1,1 1-1,1-1 1,-1 1-1,1 0 1,0 0-1,0 0 1,1 1-1,0 0 1,-4 10-1,6-13 1,1 0 0,-1 0-1,1 0 1,0 0 0,0 0 0,0 0 0,1 1-1,-1-1 1,1 0 0,0 0 0,0 0 0,1-1-1,-1 1 1,1 0 0,0 0 0,0-1 0,4 7-1,-1-5-74,0 0-1,0 0 0,0 0 0,1 0 0,0-1 1,0 0-1,0 0 0,0-1 0,10 5 0,6 0-391,0-1-1,1-1 1,0-1 0,0-1-1,30 2 1,-28-5-1013,0-1 0,27-3 0,-15-1-573</inkml:trace>
</inkml:ink>
</file>

<file path=ppt/ink/ink8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41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71 772,'0'-15'4418,"0"13"-4266,0 1-1,-1-1 0,1 1 1,-1-1-1,0 1 0,1-1 1,-1 1-1,0 0 0,0-1 1,0 1-1,0 0 0,0 0 1,0 0-1,0 0 0,-1 0 0,1 0 1,0 0-1,-3-2 0,2 3 299,-21-2 635,16 3-925,0 0 0,0 1 0,0-1 0,0 1 0,0 1 0,0-1 0,-10 7 0,13-7-101,1 0-1,-1 0 0,1 1 0,0-1 1,0 1-1,0 0 0,0-1 0,0 1 1,0 1-1,1-1 0,0 0 0,-1 1 1,1-1-1,1 1 0,-3 5 0,3-7 11,1 0-60,1-1 0,-1 0 0,0 0 0,1 1 0,-1-1 0,1 0 0,-1 0 0,1 0 0,0 1 0,0-1 0,-1 0-1,1 0 1,0 0 0,0 0 0,0 0 0,0-1 0,0 1 0,2 1 0,7 1-95,-1-1 0,1-1 0,0 0 0,-1 0 0,1-1 0,0 0 1,0-1-1,13-2 0,25 0-256,-47 3 290,58 2-268,-40-3 315,0-1 1,-1 0 0,1-2-1,-1 0 1,0 0 0,22-10-1,105-54 387,-135 63-312,28-18 924,-37 22-718,23 6 0,-11 16-215,-12-18-50,0-1 0,0 0-1,0 0 1,1 0 0,-1 0 0,0 0-1,1 0 1,-1-1 0,1 1 0,-1 0-1,1-1 1,0 1 0,0-1-1,0 0 1,0 1 0,0-1 0,0 0-1,0 0 1,0 0 0,1 0-1,-1-1 1,0 1 0,0-1 0,1 1-1,-1-1 1,4 0 0,32-1 617,-1-2 0,1-2 1,51-12-1,-28 0 1233,-59 17-1974,14-4-3001,-13 4 2380,3-1-178,2 3-4372,5 2 1289</inkml:trace>
</inkml:ink>
</file>

<file path=ppt/ink/ink8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51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64 0 0,'0'0'1260'0'0,"4"-40"7361"0"0,4 100-7724 0 0,-3-34-838 0 0,-1 0 0 0 0,1 26-1 0 0,-5-10 51 0 0,-8 53 0 0 0,8-94-9 0 0,0 0-78 0 0,0-1-1 0 0,0 0 1 0 0,-1 0-1 0 0,1 0 0 0 0,0 1 1 0 0,0-1-1 0 0,0 0 0 0 0,0 0 1 0 0,0 0-1 0 0,0 1 1 0 0,0-1-1 0 0,0 0 0 0 0,0 0 1 0 0,0 1-1 0 0,0-1 0 0 0,0 0 1 0 0,0 0-1 0 0,0 1 1 0 0,0-1-1 0 0,0 0 0 0 0,0 0 1 0 0,0 0-1 0 0,0 1 1 0 0,0-1-1 0 0,0 0 0 0 0,0 0 1 0 0,0 1-1 0 0,0-1 0 0 0,1 0 1 0 0,-1 0-1 0 0,0 0 1 0 0,0 1-1 0 0,0-1 0 0 0,0 0 1 0 0,0 0-1 0 0,1 0 1 0 0,-1 0-1 0 0,0 0 0 0 0,0 1 1 0 0,0-1-1 0 0,1 0 0 0 0,-1 0 1 0 0,6-5-348 0 0,11-9-1052 0 0,-5 0-4299 0 0,-4 5 2934 0 0</inkml:trace>
</inkml:ink>
</file>

<file path=ppt/ink/ink8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51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14 308 0 0,'-31'-10'3841'0'0,"31"10"-3785"0"0,0 0-1 0 0,0 0 0 0 0,0 0 0 0 0,0 0 1 0 0,0-1-1 0 0,0 1 0 0 0,0 0 0 0 0,0 0 1 0 0,0 0-1 0 0,0 0 0 0 0,0 0 0 0 0,0 0 0 0 0,0 0 1 0 0,0 0-1 0 0,0-1 0 0 0,0 1 0 0 0,0 0 1 0 0,0 0-1 0 0,0 0 0 0 0,0 0 0 0 0,0 0 0 0 0,0 0 1 0 0,0 0-1 0 0,0 0 0 0 0,0 0 0 0 0,0-1 1 0 0,0 1-1 0 0,-1 0 0 0 0,1 0 0 0 0,0 0 1 0 0,0 0-1 0 0,0 0 0 0 0,0 0 0 0 0,0 0 0 0 0,0 0 1 0 0,0 0-1 0 0,0 0 0 0 0,0 0 0 0 0,0 0 1 0 0,0 0-1 0 0,-1 0 0 0 0,1-1 0 0 0,50 6 1873 0 0,3-1-1589 0 0,1048 8 2695 0 0,-299-9-2047 0 0,-2 32-63 0 0,-488-12-360 0 0,-287-21-388 0 0,-68-1-467 0 0,-47 0-835 0 0,-15 12-937 0 0,-13 1-3742 0 0,68-11 2882 0 0</inkml:trace>
</inkml:ink>
</file>

<file path=ppt/ink/ink8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52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99 756,'-2'1'216,"1"-1"1,-1 0-1,0 0 0,1-1 1,-1 1-1,1 0 0,-1 0 0,1-1 1,-1 1-1,1-1 0,-1 1 1,1-1-1,-1 0 0,1 0 1,-1 1-1,-1-3 0,3 2-124,1 0-1,-1 1 0,1-1 1,-1 0-1,1 1 1,0-1-1,-1 0 1,1 1-1,0-1 0,0 1 1,-1-1-1,1 1 1,0-1-1,0 1 0,0 0 1,-1-1-1,1 1 1,0 0-1,0 0 1,1-1-1,67-16 992,-65 17-1042,158-27 894,1 8 0,211 3 0,-140 27-1864,-79 7-4216,-111-13 2777</inkml:trace>
</inkml:ink>
</file>

<file path=ppt/ink/ink8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52.8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0 104 792,'5'-14'880,"-3"11"807,-2 0-809,1 1 0,0 0 1,0-1-1,0 1 0,0 0 1,0 0-1,0-1 0,1 1 0,-1 0 1,3-2-1,-2 4-849,-1 0 0,1 0 1,-1 0-1,1 0 0,-1 0 0,1 0 1,-1-1-1,0 1 0,1 0 0,-1-1 1,1 1-1,-1-1 0,0 1 0,1-1 0,-1 0 1,0 1-1,1-1 0,-1 0 0,0 0 1,1-1-1,-1 1 48,21-38 594,-21 39-783,-1-1 1,0 1-1,1-1 1,-1 0-1,0 1 1,1-1-1,-1 1 1,1-1-1,-1 1 1,1-1-1,-1 1 1,1 0-1,0-1 1,-1 1-1,1 0 1,-1-1-1,1 1 1,0 0-1,-1 0 1,1-1-1,0 1 0,-1 0 1,1 0-1,0 0 1,-1 0-1,1 0 1,0 0-1,0 0 1,0 0-1,22 20-6802,-18-15 4592</inkml:trace>
</inkml:ink>
</file>

<file path=ppt/ink/ink8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55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56 0 0,'3'-18'3867'0'0,"0"7"-1241"0"0,-1 11-1100 0 0,10 58-1347 0 0,-4-1-1 0 0,3 116 1 0 0,-21 128 143 0 0,0-94 275 0 0,15 87 261 0 0,0-64 127 0 0,1-172-660 0 0,-5-53-280 0 0,1 0 0 0 0,-1 0 0 0 0,1 0 0 0 0,0 0 0 0 0,0 0 0 0 0,0 0 0 0 0,5 7 0 0 0,-4-9-28 0 0,-1 0-1 0 0,1 0 1 0 0,0-1 0 0 0,0 1 0 0 0,0 0-1 0 0,1-1 1 0 0,-1 0 0 0 0,0 0 0 0 0,1 0 0 0 0,0 0-1 0 0,-1 0 1 0 0,1-1 0 0 0,0 1 0 0 0,0-1-1 0 0,4 1 1 0 0,68 10 54 0 0,-55-10-54 0 0,347 25 73 0 0,-136-15-57 0 0,1190 75-148 0 0,-1206-77 18 0 0,87 2 3 0 0,195 8 6 0 0,-141-2 96 0 0,-3-3 135 0 0,128 4 174 0 0,-55 1-130 0 0,-10-1 4 0 0,-357-17-166 0 0,442 2 194 0 0,164-6 5 0 0,-438 1-170 0 0,207-7 12 0 0,20-15 49 0 0,-442 21-51 0 0,0 0 0 0 0,0 0-1 0 0,-1-2 1 0 0,1 1 0 0 0,-1-2 0 0 0,0 1 0 0 0,0-2 0 0 0,-1 0-1 0 0,1 0 1 0 0,-1-1 0 0 0,19-15 0 0 0,-21 12-52 0 0,0 1 1 0 0,-1-2-1 0 0,0 1 0 0 0,-1-1 1 0 0,0 0-1 0 0,-1 0 1 0 0,0-1-1 0 0,0 0 0 0 0,-2 0 1 0 0,1-1-1 0 0,-2 1 0 0 0,5-24 1 0 0,3-4 9 0 0,133-473 571 0 0,-137 491-566 0 0,17-57 190 0 0,24-149 0 0 0,-39 64 648 0 0,-9 160-798 0 0,4-24 256 0 0,4-48 501 0 0,-8 73-721 0 0,1-1-79 0 0,4-34 493 0 0,-2 23 31 0 0,12-47 1288 0 0,-11 59-1916 0 0,0 0 0 0 0,-1 0 0 0 0,0-1 0 0 0,1 0 0 0 0,-1 1 0 0 0,-1-1 0 0 0,1 0 0 0 0,0-1 0 0 0,1-4 0 0 0,-3 7 43 0 0,-1 1-13 0 0,1-1 20 0 0,-1 0 0 0 0,0 1 0 0 0,0-1 0 0 0,0 0-1 0 0,0 1 1 0 0,-1-1 0 0 0,1 0 0 0 0,0 1 0 0 0,-1-1 0 0 0,1 0 0 0 0,-1 1 0 0 0,0-1 0 0 0,1 1-1 0 0,-1-1 1 0 0,-1-1 0 0 0,0 2 21 0 0,0 1-1 0 0,0-1 1 0 0,0 1-1 0 0,0 0 1 0 0,0-1-1 0 0,1 1 1 0 0,-1 0-1 0 0,0 0 1 0 0,0 0-1 0 0,0 1 1 0 0,0-1-1 0 0,0 0 1 0 0,0 1-1 0 0,1-1 1 0 0,-1 1 0 0 0,0 0-1 0 0,0-1 1 0 0,-2 3-1 0 0,-45 16-66 0 0,2 3 0 0 0,1 2 0 0 0,-82 55-1 0 0,49-16-38 0 0,77-61 135 0 0,-7 6 5 0 0,7-6 26 0 0,9-6 245 0 0,42-30-252 0 0,73-40 1 0 0,-95 60-54 0 0,1 2 1 0 0,0 0 0 0 0,1 2-1 0 0,0 1 1 0 0,31-5 0 0 0,-52 13-4 0 0,0 0 0 0 0,-1 1 0 0 0,1 0 1 0 0,0 1-1 0 0,-1 0 0 0 0,1 0 0 0 0,-1 0 0 0 0,1 1 1 0 0,-1 0-1 0 0,0 1 0 0 0,0-1 0 0 0,0 1 0 0 0,0 1 1 0 0,0-1-1 0 0,7 6 0 0 0,-6-3-234 0 0,0 0-1 0 0,0 0 1 0 0,-1 0-1 0 0,0 1 1 0 0,0 0-1 0 0,-1 1 1 0 0,0-1-1 0 0,0 1 1 0 0,-1 0-1 0 0,0 1 1 0 0,5 11-1 0 0,-5 2-2728 0 0,-7-8-2716 0 0,-3 11 1500 0 0</inkml:trace>
</inkml:ink>
</file>

<file path=ppt/ink/ink8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56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13 360 0 0,'26'-10'6904'0'0,"-26"10"-6819"0"0,1 0 1 0 0,-1 0-1 0 0,0-1 1 0 0,0 1-1 0 0,0 0 1 0 0,1 0-1 0 0,-1 0 1 0 0,0 0-1 0 0,0 0 1 0 0,0 0-1 0 0,1 0 1 0 0,-1 0-1 0 0,0 0 1 0 0,0 0-1 0 0,0 0 1 0 0,1 0-1 0 0,-1 0 1 0 0,0 0-1 0 0,0 1 1 0 0,0-1-1 0 0,1 0 1 0 0,-1 0-1 0 0,0 0 1 0 0,0 0-1 0 0,0 0 1 0 0,0 0-1 0 0,1 0 1 0 0,-1 1-1 0 0,0-1 1 0 0,0 0-1 0 0,0 0 1 0 0,0 0-1 0 0,0 0 0 0 0,1 1 1 0 0,-1-1-1 0 0,0 0 1 0 0,0 0-1 0 0,0 0 1 0 0,0 0-1 0 0,0 1 1 0 0,0-1-1 0 0,0 0 1 0 0,0 0-1 0 0,0 0 1 0 0,0 1-1 0 0,0-1 1 0 0,0 0-1 0 0,0 0 1 0 0,0 0-1 0 0,0 1 1 0 0,-2 4 81 0 0,0 0 1 0 0,-1-1-1 0 0,0 1 1 0 0,0 0-1 0 0,0-1 1 0 0,0 0-1 0 0,-6 5 1 0 0,-42 55 124 0 0,-58 93 1 0 0,101-143-201 0 0,-2 0 1 0 0,-20 22 0 0 0,29-35 861 0 0,6-9-822 0 0,13-20-135 0 0,2 1-1 0 0,2 1 1 0 0,0 1 0 0 0,1 1 0 0 0,2 0 0 0 0,0 2 0 0 0,1 1 0 0 0,2 2-1 0 0,0 0 1 0 0,1 2 0 0 0,0 0 0 0 0,1 3 0 0 0,49-18 0 0 0,-66 29 8 0 0,0 0 1 0 0,-1 1-1 0 0,1 1 1 0 0,0-1-1 0 0,0 2 1 0 0,0 0-1 0 0,0 1 1 0 0,0 0-1 0 0,0 1 1 0 0,0 0 0 0 0,-1 1-1 0 0,1 0 1 0 0,15 7-1 0 0,9 7 121 0 0,-1 1-1 0 0,64 44 0 0 0,-38-22 132 0 0,-49-31-595 0 0,0 1 1 0 0,23 21 0 0 0,5 6-7601 0 0,-27-27 4209 0 0</inkml:trace>
</inkml:ink>
</file>

<file path=ppt/ink/ink8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59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31 164 0 0,'0'-1'184'0'0,"0"0"0"0"0,1 1 0 0 0,-1-1 0 0 0,0 0 0 0 0,0 1 0 0 0,0-1 0 0 0,0 0 0 0 0,1 1 0 0 0,-1-1 0 0 0,0 0 0 0 0,0 1 0 0 0,0-1 0 0 0,0 0 0 0 0,-1 0 0 0 0,1 1 0 0 0,0-1 0 0 0,0 0 0 0 0,0 1 0 0 0,0-1 0 0 0,-1 0 0 0 0,1 1 0 0 0,0-1 0 0 0,-1 1 0 0 0,1-1 0 0 0,0 0 0 0 0,-1 1 0 0 0,1-1 0 0 0,-1 1 0 0 0,1-1 0 0 0,-1 1 0 0 0,1-1 0 0 0,-2 0 0 0 0,1 0-744 0 0,-1-1 1215 0 0,-22 12-146 0 0,21-9-430 0 0,-6 3 97 0 0,-1 1 1 0 0,1 1 0 0 0,0 0 0 0 0,0 0-1 0 0,1 1 1 0 0,-1 0 0 0 0,2 1-1 0 0,-1-1 1 0 0,-10 15 0 0 0,14-16-125 0 0,0 0-1 0 0,0 0 1 0 0,0 0 0 0 0,1 0-1 0 0,0 1 1 0 0,0-1 0 0 0,1 1-1 0 0,-1 0 1 0 0,2 0 0 0 0,-1 0-1 0 0,1 0 1 0 0,0 0 0 0 0,0 0-1 0 0,1 11 1 0 0,0-15-19 0 0,0 0 1 0 0,1 0-1 0 0,-1-1 1 0 0,1 1-1 0 0,-1 0 1 0 0,1-1-1 0 0,0 1 1 0 0,0 0-1 0 0,0-1 0 0 0,1 1 1 0 0,-1-1-1 0 0,0 0 1 0 0,1 1-1 0 0,0-1 1 0 0,-1 0-1 0 0,1 0 1 0 0,0 0-1 0 0,0 0 1 0 0,0 0-1 0 0,1 0 0 0 0,-1-1 1 0 0,0 1-1 0 0,1-1 1 0 0,-1 1-1 0 0,1-1 1 0 0,-1 0-1 0 0,1 0 1 0 0,0 0-1 0 0,-1-1 1 0 0,1 1-1 0 0,0 0 0 0 0,-1-1 1 0 0,1 0-1 0 0,0 0 1 0 0,0 0-1 0 0,4 0 1 0 0,4-1 81 0 0,-1 0 0 0 0,0-1 0 0 0,0 0 1 0 0,0-1-1 0 0,0 0 0 0 0,0 0 0 0 0,0-1 1 0 0,11-7-1 0 0,-14 8-68 0 0,-1-1 0 0 0,0 0 1 0 0,0 0-1 0 0,0 0 0 0 0,-1-1 1 0 0,1 1-1 0 0,-1-2 0 0 0,0 1 1 0 0,0 0-1 0 0,-1-1 0 0 0,0 0 1 0 0,0 0-1 0 0,0 0 0 0 0,-1-1 1 0 0,0 1-1 0 0,0-1 0 0 0,0 0 1 0 0,-1 0-1 0 0,0 0 0 0 0,-1 0 1 0 0,1 0-1 0 0,0-12 1 0 0,-2 16-42 0 0,0-1 1 0 0,0 1 0 0 0,-1 0 0 0 0,1-1 0 0 0,-1 1 0 0 0,1 0 0 0 0,-1 0 0 0 0,0-1 0 0 0,-1 1 0 0 0,1 0 0 0 0,0 0 0 0 0,-1 0 0 0 0,0 0 0 0 0,1 0-1 0 0,-1 1 1 0 0,0-1 0 0 0,-1 0 0 0 0,1 1 0 0 0,0 0 0 0 0,-1-1 0 0 0,1 1 0 0 0,-1 0 0 0 0,0 0 0 0 0,0 1 0 0 0,0-1 0 0 0,0 0 0 0 0,-5-1 0 0 0,0-1-17 0 0,0 1-1 0 0,-1 0 1 0 0,1 1 0 0 0,-1 0 0 0 0,1 0 0 0 0,-1 1 0 0 0,0 0 0 0 0,1 1 0 0 0,-14 0 0 0 0,21 0 7 0 0,0 0 0 0 0,0 0 0 0 0,0 0 0 0 0,0 0 0 0 0,0 0 1 0 0,0 1-1 0 0,0-1 0 0 0,0 0 0 0 0,1 0 0 0 0,-1 1 0 0 0,0-1 0 0 0,0 1 0 0 0,0-1 1 0 0,0 1-1 0 0,0-1 0 0 0,0 1 0 0 0,1-1 0 0 0,-1 1 0 0 0,0 0 0 0 0,1-1 0 0 0,-1 1 0 0 0,0 0 1 0 0,1 0-1 0 0,-1-1 0 0 0,1 1 0 0 0,-1 0 0 0 0,0 2 0 0 0,1-1 2 0 0,0-1 0 0 0,0 1 0 0 0,0 0-1 0 0,0 0 1 0 0,0 0 0 0 0,0-1 0 0 0,1 1-1 0 0,-1 0 1 0 0,1 0 0 0 0,-1-1 0 0 0,1 1 0 0 0,0 0-1 0 0,1 2 1 0 0,2 2-6 0 0,0 0 0 0 0,-1-1 0 0 0,2 1 0 0 0,-1-1 0 0 0,1 0 0 0 0,9 8 0 0 0,2-3-64 0 0,1-1 0 0 0,0-1 0 0 0,1 0 1 0 0,0-1-1 0 0,29 8 0 0 0,-34-12 27 0 0,-1-1 0 0 0,0 0 0 0 0,0-1 0 0 0,1 0 0 0 0,-1 0 0 0 0,1-1 0 0 0,-1-1-1 0 0,1 0 1 0 0,18-5 0 0 0,-21 3 10 0 0,27-1 42 0 0,-35 4-17 0 0,25 26-147 0 0,-24-23 167 0 0,1 0 0 0 0,-1-1 0 0 0,1 1 0 0 0,0-1 0 0 0,-1 0 1 0 0,1-1-1 0 0,0 1 0 0 0,0 0 0 0 0,0-1 0 0 0,1 0 0 0 0,-1 0 0 0 0,0 0 0 0 0,0-1 1 0 0,1 0-1 0 0,3 1 0 0 0,51 0 74 0 0,-34 1-166 0 0,-1-1 1 0 0,1-1-1 0 0,-1-2 1 0 0,46-7-1 0 0,-64 7 139 0 0,1 0 0 0 0,-1 0 0 0 0,0 0-1 0 0,0-1 1 0 0,0 0 0 0 0,0 0-1 0 0,0-1 1 0 0,-1 0 0 0 0,1 0 0 0 0,-1 0-1 0 0,0 0 1 0 0,-1-1 0 0 0,1 0 0 0 0,-1 0-1 0 0,0 0 1 0 0,0 0 0 0 0,0-1-1 0 0,-1 1 1 0 0,1-1 0 0 0,-1 0 0 0 0,-1 0-1 0 0,1 0 1 0 0,1-8 0 0 0,9-40 2881 0 0,-12 53-2252 0 0,1 4-650 0 0,13 18-322 0 0,-1 0 0 0 0,12 24 1 0 0,-11-3-9184 0 0</inkml:trace>
</inkml:ink>
</file>

<file path=ppt/ink/ink8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5:00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42 592,'10'-8'2196,"-3"-3"-300,2 2-387,-5 3-673,5-2-1144</inkml:trace>
</inkml:ink>
</file>

<file path=ppt/ink/ink8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5:16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0 236,'0'0'1652,"-18"3"-372,10-3-1196,0 1 0,-1 0-1,1 0 1,0 0 0,0 1-1,0 0 1,0 1 0,0 0-1,0 0 1,1 1 0,-1-1-1,1 2 1,0-1 0,1 1-1,-12 10 1,17-14-71,0 0-1,1 0 1,-1 0 0,1 0-1,-1-1 1,1 1-1,-1 0 1,1 0 0,-1 0-1,1 0 1,0 1 0,0-1-1,0 0 1,0 0-1,0 0 1,0 0 0,0 0-1,0 0 1,0 0 0,0 0-1,0 0 1,0 0-1,1 0 1,-1 0 0,1 0-1,-1 0 1,0 0 0,1 0-1,0 0 1,-1 0-1,1 0 1,0-1 0,-1 1-1,1 0 1,0 0 0,0-1-1,-1 1 1,2 0-1,42 27 268,-26-19-134,6 8-42,25 20 32,-46-35-130,-1 1 0,0 0 0,0 0 0,0 0 0,0 0 0,0 0-1,0 0 1,-1 0 0,1 1 0,-1-1 0,0 0 0,0 1 0,0-1 0,0 6 0,-1-6 19,-27 25 689,27-28-707,1 0-1,-1 0 0,0 0 1,0 0-1,0 0 1,0 0-1,0 0 0,0 0 1,0 0-1,0 0 1,1 0-1,-1-1 0,0 1 1,0 0-1,0 0 1,0 0-1,0 0 1,0 0-1,0 0 0,0 0 1,0 0-1,0 0 1,0-1-1,0 1 0,0 0 1,0 0-1,0 0 1,0 0-1,0 0 0,0 0 1,0 0-1,0-1 1,0 1-1,0 0 0,0 0 1,0 0-1,0 0 1,0 0-1,0 0 0,0 0 1,0 0-1,0-1 1,0 1-1,0 0 0,0 0 1,0 0-1,0 0 1,0 0-1,-1 0 0,1 0 1,0 0-1,0 0 1,0 0-1,0 0 0,0-1 1,0 1-1,0 0 1,0 0-1,-1 0 0,1 0 1,0 0-1,0 0 1,0 0-1,0 0 0,0 0 1,0 0-1,0 0 1,-1 0-1,1 0 0,10-16 65,20-16-187,-24 28 100,1 0 0,0 0 0,0 0 0,0 1 0,0 0 0,1 0 0,0 1 0,-1 0 0,1 0 0,13-1 0,-16 3 0,1 1-1,0-1 1,0 1 0,-1 0 0,1 1 0,-1-1-1,1 1 1,-1 0 0,1 0 0,-1 1 0,0-1-1,0 1 1,0 1 0,-1-1 0,6 5 0,-9-7 20,3 3 307</inkml:trace>
</inkml:ink>
</file>

<file path=ppt/ink/ink8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57 132 0 0,'5'-12'2052'0'0,"1"2"-208"0"0,-2-1-315 0 0,0 1-285 0 0,0 3 96 0 0,2 0-1460 0 0</inkml:trace>
</inkml:ink>
</file>

<file path=ppt/ink/ink8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5:17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44 210 156,'-6'7'367,"1"0"0,0 0 0,1 0 0,0 0 0,0 1 0,1 0 0,-1 0 0,2 0 0,-4 15 0,5-21-168,4 14 894,-3-16-1040,0 1-1,0-1 1,0 1 0,1 0 0,-1-1 0,0 1 0,0-1-1,1 1 1,-1-1 0,0 1 0,1-1 0,-1 1 0,0-1-1,1 0 1,-1 1 0,1-1 0,-1 1 0,1-1 0,-1 0 0,1 1-1,-1-1 1,1 0 0,0 0 0,-1 1 0,1-1 0,-1 0-1,1 0 1,-1 0 0,1 0 0,0 0 0,-1 0 0,1 0-1,-1 0 1,1 0 0,1 0 0,7-4 139,-1 1-1,1-2 1,-1 1 0,1-1 0,-1 0 0,-1-1-1,1 0 1,-1 0 0,7-8 0,2-3 66,0-1 1,20-32 0,-24 29-86,-1 0 0,-1-1 0,-1 0 0,9-37 0,-12 22 325,-11 34-379,-9 12-145,10-4 23,0 0 0,1 0-1,-1 0 1,1 0 0,1 0-1,-1 1 1,1-1 0,-1 1 0,2 0-1,-1 0 1,1-1 0,0 1-1,0 0 1,0 0 0,1 1-1,0-1 1,0 6 0,2 6 7,0-1 0,0 0 1,2 0-1,8 26 0,-11-38 6,1 1 1,1-1-1,-1 0 0,1 0 0,-1 0 0,1 0 0,1-1 0,-1 1 1,1-1-1,0 1 0,0-1 0,0-1 0,0 1 0,1 0 0,-1-1 0,1 0 1,0 0-1,6 2 0,-7-4 29,0 0 1,0 0-1,0 0 1,0-1-1,0 1 0,0-1 1,0 0-1,0-1 1,0 1-1,0-1 1,0 1-1,0-1 1,0 0-1,0-1 0,0 1 1,-1-1-1,1 0 1,0 0-1,-1 0 1,0 0-1,1 0 1,-1-1-1,0 1 0,0-1 1,0 0-1,3-5 1,1 1 322,-4 4-137,0-1-1,0 1 0,0-1 1,0 1-1,0-1 1,-1 0-1,3-5 0,-5 7 34,0 1-259,1 1 1,-1-1-1,0 0 1,0 1 0,0-1-1,1 1 1,-1-1-1,0 0 1,1 1-1,-1-1 1,0 1-1,1-1 1,-1 0 0,1 1-1,-1-1 1,1 1-1,-1 0 1,1-1-1,-1 1 1,1-1 0,-1 1-1,1 0 1,0-1-1,-1 1 1,2 0-1,1 13-587,8 21-1928,-2-13-3390,-4-14 2651</inkml:trace>
</inkml:ink>
</file>

<file path=ppt/ink/ink8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19.0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7 672 0 0,'1'-6'10345'0'0,"-8"27"-10147"0"0,2-6 28 0 0,1-1 1 0 0,0 2-1 0 0,1-1 1 0 0,-2 20-1 0 0,3-15-37 0 0,1-17-149 0 0,1 0 0 0 0,0-1 1 0 0,0 1-1 0 0,-1 0 0 0 0,2 0 1 0 0,-1-1-1 0 0,0 1 0 0 0,0 0 1 0 0,2 4-1 0 0,-1-6 14 0 0,9 0 77 0 0,7-6-46 0 0,11-9-83 0 0,-25 13-33 0 0,0 1 1 0 0,0-1-1 0 0,0 1 1 0 0,0-1-1 0 0,1 1 1 0 0,-1 0-1 0 0,0 0 1 0 0,0 0-1 0 0,0 1 1 0 0,1-1-1 0 0,-1 1 1 0 0,0 0-1 0 0,0 0 1 0 0,0 0-1 0 0,0 0 1 0 0,0 0-1 0 0,0 1 1 0 0,-1-1-1 0 0,1 1 1 0 0,0 0-1 0 0,-1 0 1 0 0,1 0-1 0 0,3 4 1 0 0,-3-3 19 0 0,-1-1 0 0 0,1 0 0 0 0,0 1 0 0 0,0-1 0 0 0,0-1 0 0 0,1 1 0 0 0,-1 0 0 0 0,0-1 0 0 0,1 1 0 0 0,-1-1 0 0 0,1 0 0 0 0,-1 0 0 0 0,1-1-1 0 0,-1 1 1 0 0,1-1 0 0 0,0 1 0 0 0,4-1 0 0 0,-3-2 57 0 0,0 1-1 0 0,-1 0 0 0 0,1-1 0 0 0,-1 0 0 0 0,0 0 0 0 0,0 0 0 0 0,0-1 1 0 0,0 1-1 0 0,0-1 0 0 0,0 0 0 0 0,0 0 0 0 0,-1 0 0 0 0,0-1 0 0 0,1 1 0 0 0,-1-1 1 0 0,0 0-1 0 0,-1 1 0 0 0,1-2 0 0 0,-1 1 0 0 0,0 0 0 0 0,0 0 0 0 0,0-1 1 0 0,0 1-1 0 0,-1-1 0 0 0,1-6 0 0 0,-1 10 6 0 0,-1-5-16 0 0,-1 0 0 0 0,1 1 0 0 0,-1-1-1 0 0,-1 0 1 0 0,1 1 0 0 0,-3-7 0 0 0,-10-19-381 0 0,71 48 309 0 0,76 11 0 0 0,-131-27 23 0 0,-1-1 2 0 0,0 0-1 0 0,1 1 1 0 0,-1-1 0 0 0,0 0-1 0 0,0 1 1 0 0,0-1-1 0 0,0 1 1 0 0,0 0 0 0 0,0-1-1 0 0,0 1 1 0 0,0 0-1 0 0,0 0 1 0 0,0-1 0 0 0,0 1-1 0 0,0 0 1 0 0,-1 0-1 0 0,1 0 1 0 0,0 0-1 0 0,-1 0 1 0 0,1 0 0 0 0,-1 0-1 0 0,1 0 1 0 0,-1 0-1 0 0,1 1 1 0 0,-1-1 0 0 0,0 0-1 0 0,1 0 1 0 0,-1 0-1 0 0,0 1 1 0 0,0-1 0 0 0,0 0-1 0 0,0 2 1 0 0,1 1 12 0 0,-1 0-1 0 0,1 0 1 0 0,0 0 0 0 0,1-1-1 0 0,-1 1 1 0 0,1 0 0 0 0,0-1 0 0 0,-1 1-1 0 0,5 4 1 0 0,-3-5 18 0 0,0 0 0 0 0,1 0 0 0 0,0 0 0 0 0,0 0 1 0 0,-1 0-1 0 0,2-1 0 0 0,-1 0 0 0 0,0 0 0 0 0,5 2 0 0 0,-8-4 253 0 0,2-1-90 0 0,0 0-114 0 0,-1-1 1 0 0,1 1-1 0 0,-1-1 1 0 0,0 0 0 0 0,0 1-1 0 0,1-1 1 0 0,-1 0-1 0 0,-1 0 1 0 0,1-1-1 0 0,0 1 1 0 0,0 0-1 0 0,-1 0 1 0 0,1-1-1 0 0,-1 1 1 0 0,0-1-1 0 0,0 0 1 0 0,0 1-1 0 0,0-1 1 0 0,0 0-1 0 0,0 1 1 0 0,-1-1-1 0 0,0 0 1 0 0,1-4-1 0 0,-1 2-50 0 0,0-1 0 0 0,0 1 0 0 0,0-1 0 0 0,-1 1 0 0 0,0-1 0 0 0,0 1-1 0 0,0 0 1 0 0,0-1 0 0 0,-1 1 0 0 0,0 0 0 0 0,-5-8 0 0 0,-2 5-701 0 0,-16 4-8120 0 0,24 4 8720 0 0</inkml:trace>
</inkml:ink>
</file>

<file path=ppt/ink/ink8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19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1 504 0 0,'0'0'1661'0'0,"16"4"818"0"0,28 24 752 0 0,-43-27-3079 0 0,0-1-46 0 0,0 1-1 0 0,0-1 0 0 0,0 1 0 0 0,0-1 0 0 0,0 0 0 0 0,0 1 1 0 0,0-1-1 0 0,0 0 0 0 0,0 0 0 0 0,0 1 0 0 0,0-1 0 0 0,0 0 1 0 0,0 0-1 0 0,0 0 0 0 0,0 0 0 0 0,0 0 0 0 0,0-1 0 0 0,0 1 1 0 0,0 0-1 0 0,0 0 0 0 0,0-1 0 0 0,0 1 0 0 0,0 0 0 0 0,0-1 0 0 0,1 0 1 0 0,6-5-628 0 0,10-5-765 0 0,-4 4-3302 0 0,-2 3 2133 0 0</inkml:trace>
</inkml:ink>
</file>

<file path=ppt/ink/ink8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19.7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0 144 516 0 0,'9'15'3887'0'0,"10"-7"-2368"0"0,-16-8-1334 0 0,-1 1 164 0 0,17-2 568 0 0,-14-2-792 0 0,-1 1 0 0 0,1-1 0 0 0,-1 1 0 0 0,0-1 0 0 0,0 0 0 0 0,0-1 0 0 0,0 1 0 0 0,-1-1 0 0 0,1 0 0 0 0,-1 0 0 0 0,0 0 0 0 0,0 0 0 0 0,2-5 0 0 0,26-63 2446 0 0,-16 31 1686 0 0,-14 39-3219 0 0,0 8-892 0 0,1 4-213 0 0,4 26 35 0 0,2 52-1 0 0,-13-23-2935 0 0,4-59 2006 0 0,0 0 1 0 0,-1-1-1 0 0,0 1 0 0 0,0 0 1 0 0,-1 0-1 0 0,0-1 1 0 0,-5 9-1 0 0,0-3-2608 0 0</inkml:trace>
</inkml:ink>
</file>

<file path=ppt/ink/ink8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3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565 106 56 0 0,'-32'-83'8376'0'0,"31"81"-8299"0"0,0 0 0 0 0,-1 1 0 0 0,1-1 0 0 0,-1 0 0 0 0,1 1 0 0 0,-1 0 0 0 0,0-1 0 0 0,1 1 0 0 0,-1 0 0 0 0,0 0 0 0 0,0 0 0 0 0,0 0 0 0 0,0 0 0 0 0,0 0 0 0 0,0 1 0 0 0,0-1 0 0 0,0 1 0 0 0,0-1 0 0 0,0 1 0 0 0,0 0 0 0 0,-1 0 0 0 0,1 0 0 0 0,0 0 0 0 0,0 0 0 0 0,0 0 0 0 0,-3 1 0 0 0,-57 12 286 0 0,24-1-204 0 0,2 2 0 0 0,-1 1 0 0 0,2 2 0 0 0,-47 29 0 0 0,64-35-92 0 0,1 2 0 0 0,1 0-1 0 0,0 0 1 0 0,1 1-1 0 0,0 1 1 0 0,1 1 0 0 0,1 0-1 0 0,0 1 1 0 0,1 0-1 0 0,-10 21 1 0 0,19-33-50 0 0,0 0 1 0 0,1 0-1 0 0,0 1 0 0 0,0-1 1 0 0,1 0-1 0 0,-1 1 0 0 0,1-1 1 0 0,0 1-1 0 0,1-1 1 0 0,-1 1-1 0 0,1-1 0 0 0,0 1 1 0 0,0-1-1 0 0,1 1 0 0 0,0 0 1 0 0,0-1-1 0 0,0 0 1 0 0,0 1-1 0 0,1-1 0 0 0,0 0 1 0 0,0 1-1 0 0,1-1 0 0 0,-1-1 1 0 0,1 1-1 0 0,0 0 0 0 0,8 8 1 0 0,-3-5 8 0 0,0-1 0 0 0,0 0 1 0 0,1 0-1 0 0,0-1 0 0 0,0 0 1 0 0,1 0-1 0 0,0-1 0 0 0,0 0 0 0 0,0-1 1 0 0,1 0-1 0 0,-1-1 0 0 0,20 4 1 0 0,5-3 10 0 0,0 0 1 0 0,-1-2 0 0 0,1-2 0 0 0,0-1 0 0 0,57-9 0 0 0,-7-6-231 0 0,89-29 0 0 0,-126 27-13 0 0,-37 13 86 0 0,-1 1 0 0 0,0 0 0 0 0,1 1 0 0 0,0 0 0 0 0,0 0 0 0 0,16-1 0 0 0,-25 5 105 0 0,0 0 0 0 0,0 0-1 0 0,0 0 1 0 0,0 0-1 0 0,-1 0 1 0 0,1 0-1 0 0,0 0 1 0 0,0 0 0 0 0,-1 1-1 0 0,1-1 1 0 0,-1 1-1 0 0,1 0 1 0 0,-1-1-1 0 0,0 1 1 0 0,1 0 0 0 0,0 2-1 0 0,0-1-4 0 0,1 0 0 0 0,-1 1-1 0 0,1-1 1 0 0,-1-1 0 0 0,1 1 0 0 0,0 0 0 0 0,0-1-1 0 0,0 1 1 0 0,1-1 0 0 0,3 2 0 0 0,-3-2 155 0 0,1-1 0 0 0,0 1 0 0 0,1-1 0 0 0,-1 0 1 0 0,0 0-1 0 0,0 0 0 0 0,1-1 0 0 0,-1 0 0 0 0,6 0 0 0 0,-10 0-100 0 0,0-1 0 0 0,1 1-1 0 0,-1 0 1 0 0,0-1-1 0 0,1 1 1 0 0,-1-1 0 0 0,0 0-1 0 0,0 1 1 0 0,0-1-1 0 0,0 0 1 0 0,0 0 0 0 0,1 1-1 0 0,-1-1 1 0 0,-1 0-1 0 0,1 0 1 0 0,0 0 0 0 0,0 0-1 0 0,0 0 1 0 0,0-1-1 0 0,-1 1 1 0 0,1 0 0 0 0,-1 0-1 0 0,1 0 1 0 0,-1-1-1 0 0,1 1 1 0 0,-1 0 0 0 0,1-1-1 0 0,-1 1 1 0 0,0 0-1 0 0,0-1 1 0 0,0 1 0 0 0,0 0-1 0 0,0-1 1 0 0,0 1-1 0 0,0 0 1 0 0,0-1 0 0 0,-1 1-1 0 0,1 0 1 0 0,0 0-1 0 0,-2-3 1 0 0,1 1-5 0 0,0 1 0 0 0,0-1 0 0 0,0 0 0 0 0,0 1 0 0 0,-1-1 0 0 0,1 1 0 0 0,-1-1 0 0 0,0 1 0 0 0,0-1 0 0 0,0 1 1 0 0,0 0-1 0 0,0 0 0 0 0,0 0 0 0 0,-1 0 0 0 0,-4-2 0 0 0,-43-22 185 0 0,35 19-176 0 0,12 5-158 0 0,-1 1 0 0 0,1 0 0 0 0,-1-1 0 0 0,1 1 0 0 0,-1 0 0 0 0,0 1 0 0 0,1-1 0 0 0,-1 1-1 0 0,0-1 1 0 0,0 1 0 0 0,1 0 0 0 0,-1 1 0 0 0,-6 0 0 0 0,-26 12-7941 0 0</inkml:trace>
</inkml:ink>
</file>

<file path=ppt/ink/ink8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43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5 988,'0'0'998,"13"1"4111,-12 2-4978,0 1 1,1-1-1,-1 1 1,-1-1-1,1 1 1,0-1-1,-1 1 1,0-1-1,0 1 1,0 0-1,0-1 1,-1 1-1,0 4 1,-16 53 774,8-27-447,6-18 104,9-20-173,3-6-436,-7 8 53,16-15 122,0 2 0,40-26 0,-49 36-100,1 1-1,0-1 1,-1 2 0,1-1 0,1 1-1,-1 1 1,0 0 0,1 0-1,-1 1 1,14 0 0,-21 2-30,0 0-1,1 0 1,-1 0 0,1 1 0,-1-1 0,0 1-1,0-1 1,0 1 0,0 0 0,0 0 0,0 1-1,-1-1 1,1 1 0,-1-1 0,0 1 0,1 0-1,-1 0 1,2 3 0,14 15 24,-17-21-4,6 2 184,-6-1-188,-1-1 1,1 1 0,0-1 0,0 0-1,-1 1 1,1-1 0,0 0 0,0 0 0,0 0-1,-1 1 1,1-1 0,0 0 0,0 0 0,0 0-1,-1 0 1,1-1 0,0 1 0,0 0 0,0 0-1,-1 0 1,1-1 0,0 1 0,0 0-1,-1-1 1,1 1 0,1-1 0,5-6 4,1 0 1,0 1 0,1 0-1,0 0 1,0 1 0,0 0-1,0 0 1,1 1 0,0 1 0,0-1-1,0 2 1,0-1 0,0 1-1,1 1 1,-1 0 0,1 1-1,11 0 1,44 9-175,-33-4 22,1 0 0,0-2 0,0-2 0,40-3 0,-72 1 169,-1 1 0,1 0-1,0 0 1,0-1 0,0 1 0,-1-1 0,1 1 0,0-1 0,-1 0-1,1 1 1,0-1 0,-1 0 0,1 0 0,-1 0 0,0-1 0,1 1-1,-1 0 1,0 0 0,1-1 0,-1 1 0,0-1 0,0 1 0,0-1 0,0 1-1,-1-1 1,1 0 0,0 1 0,-1-1 0,1 0 0,-1 0 0,0 0-1,1 1 1,-1-5 0,0 4 409,-1-12 270,2 6-495,3 8-1355,10 13 352,1-2 0,1 0 0,0 0 0,0-1 0,1-1 0,0-1 0,25 9-1,-8-3-1506,14 8-567</inkml:trace>
</inkml:ink>
</file>

<file path=ppt/ink/ink8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44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98 696,'1'-59'5304,"0"20"3667,18 88-7925,84 374 1246,-97-389-2040,4 44 0,-9-67-497,-1 0 0,0 0 0,-1-1 0,0 1 0,0 0 1,-1 0-1,-1-1 0,-4 14 0,6-22-75,1-1 1,-1 1-1,0 0 1,0-1-1,0 1 0,0-1 1,-1 1-1,1-1 1,0 0-1,-1 1 1,1-1-1,0 0 1,-1 0-1,0 0 0,1 0 1,-1 0-1,0 0 1,1-1-1,-4 2 1</inkml:trace>
</inkml:ink>
</file>

<file path=ppt/ink/ink8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4:44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5 117 472,'-1'-1'191,"0"0"0,1 0-1,0 1 1,-1-1 0,1 0 0,-1 0 0,1 0-1,0 0 1,0 0 0,-1 0 0,1 0 0,0 0-1,0 0 1,0 0 0,0 0 0,0 0-1,0 0 1,1 0 0,-1 0 0,0 0 0,0 0-1,1 0 1,-1 0 0,0 0 0,1 1 0,-1-1-1,1 0 1,-1 0 0,1 0 0,0 0 0,3-3 113,-1 1 0,0 0 0,1 0 0,-1 0 1,1 1-1,0 0 0,5-3 0,74-26 1414,-80 30-1562,28-8 306,1 2 0,0 1 0,54-2 1,-24 8-2465,-2 5-3417,-42-3 2537</inkml:trace>
</inkml:ink>
</file>

<file path=ppt/ink/ink8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4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42 312 0 0,'31'2'3316'0'0,"-22"0"-3048"0"0,-1 1 0 0 0,0 0 0 0 0,0 0-1 0 0,-1 1 1 0 0,1 0 0 0 0,-1 0 0 0 0,1 1-1 0 0,-1 0 1 0 0,-1 0 0 0 0,1 0 0 0 0,-1 1-1 0 0,0 0 1 0 0,0 1 0 0 0,0-1 0 0 0,-1 1-1 0 0,0 0 1 0 0,-1 0 0 0 0,0 1 0 0 0,0-1-1 0 0,0 1 1 0 0,3 10 0 0 0,-7-17-214 0 0,0-1 0 0 0,0 1 0 0 0,-1-1 1 0 0,1 1-1 0 0,0-1 0 0 0,0 1 0 0 0,0-1 0 0 0,0 1 1 0 0,1-1-1 0 0,-1 1 0 0 0,0-1 0 0 0,0 1 0 0 0,0-1 1 0 0,0 0-1 0 0,0 1 0 0 0,1-1 0 0 0,-1 1 0 0 0,0-1 1 0 0,0 1-1 0 0,1-1 0 0 0,-1 0 0 0 0,0 1 0 0 0,0-1 1 0 0,1 0-1 0 0,-1 1 0 0 0,1-1 0 0 0,-1 0 0 0 0,0 1 1 0 0,1-1-1 0 0,-1 0 0 0 0,1 0 0 0 0,-1 1 0 0 0,0-1 0 0 0,1 0 1 0 0,-1 0-1 0 0,1 0 0 0 0,-1 0 0 0 0,1 0 0 0 0,-1 0 1 0 0,1 0-1 0 0,-1 0 0 0 0,1 0 0 0 0,-1 0 0 0 0,1 0 1 0 0,-1 0-1 0 0,1 0 0 0 0,-1 0 0 0 0,0 0 0 0 0,1 0 1 0 0,-1 0-1 0 0,1 0 0 0 0,-1-1 0 0 0,1 1 0 0 0,-1 0 1 0 0,0 0-1 0 0,1-1 0 0 0,-1 1 0 0 0,1 0 0 0 0,-1-1 1 0 0,0 1-1 0 0,1 0 0 0 0,-1-1 0 0 0,0 1 0 0 0,0 0 1 0 0,1-2-1 0 0,17-26 1562 0 0,-17 27-1783 0 0,11-22 301 0 0,29-42 0 0 0,-6 27-2691 0 0,-30 35 1682 0 0,-1 0 0 0 0,0 0 0 0 0,1 0 0 0 0,-1 1 0 0 0,1-1 0 0 0,0 1 0 0 0,6-2 0 0 0,4 1-2085 0 0</inkml:trace>
</inkml:ink>
</file>

<file path=ppt/ink/ink8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5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16 224 0 0,'0'0'4838'0'0,"25"20"712"0"0,-22-13-5433 0 0,0 0 1 0 0,1 0 0 0 0,0-1-1 0 0,1 1 1 0 0,-1-1 0 0 0,1 0 0 0 0,0 0-1 0 0,1-1 1 0 0,0 0 0 0 0,-1 0-1 0 0,2 0 1 0 0,-1 0 0 0 0,0-1 0 0 0,1 0-1 0 0,0-1 1 0 0,0 1 0 0 0,0-1-1 0 0,0-1 1 0 0,1 1 0 0 0,-1-1-1 0 0,14 2 1 0 0,-14-4-94 0 0,-1 1 0 0 0,1-1-1 0 0,0 0 1 0 0,0-1 0 0 0,0 1-1 0 0,-1-2 1 0 0,1 1 0 0 0,0-1-1 0 0,-1 1 1 0 0,1-2 0 0 0,-1 1-1 0 0,0-1 1 0 0,0 0 0 0 0,0 0-1 0 0,0-1 1 0 0,9-6 0 0 0,-4 0 161 0 0,0 1 0 0 0,0-2 0 0 0,-1 1 0 0 0,-1-2 0 0 0,1 1 0 0 0,10-19 0 0 0,-20 29-53 0 0,0 1-125 0 0,0-1-1 0 0,0 1 0 0 0,0 0 0 0 0,0-1 0 0 0,-1 1 1 0 0,1-1-1 0 0,0 1 0 0 0,0 0 0 0 0,0-1 1 0 0,0 1-1 0 0,0-1 0 0 0,0 1 0 0 0,0 0 1 0 0,0-1-1 0 0,0 1 0 0 0,0-1 0 0 0,1 1 0 0 0,-1 0 1 0 0,0-1-1 0 0,0 1 0 0 0,0-1 0 0 0,0 1 1 0 0,1 0-1 0 0,-1-1 0 0 0,0 1 0 0 0,0 0 0 0 0,1-1 1 0 0,-1 1-1 0 0,0 0 0 0 0,0-1 0 0 0,1 1 1 0 0,-1 0-1 0 0,0 0 0 0 0,1-1 0 0 0,-1 1 0 0 0,0 0 1 0 0,1 0-1 0 0,-1 0 0 0 0,1 0 0 0 0,-1-1 1 0 0,0 1-1 0 0,1 0 0 0 0,-1 0 0 0 0,1 0 0 0 0,-1 0 1 0 0,0 0-1 0 0,1 0 0 0 0,-1 0 0 0 0,1 0 1 0 0,-1 0-1 0 0,1 0 0 0 0,-1 0 0 0 0,0 0 0 0 0,1 1 1 0 0,-1-1-1 0 0,1 0 0 0 0,-1 0 0 0 0,0 0 1 0 0,1 0-1 0 0,-1 1 0 0 0,0-1 0 0 0,1 0 0 0 0,-1 0 1 0 0,0 1-1 0 0,1-1 0 0 0,-1 1 0 0 0,27 24 31 0 0,-21-18 15 0 0,0-2-37 0 0,0-1 0 0 0,1 0 0 0 0,0 0 0 0 0,0 0 0 0 0,0-1 0 0 0,0 0 0 0 0,0 0 0 0 0,1-1 0 0 0,-1 0 0 0 0,1 0 0 0 0,-1-1 0 0 0,1 0 0 0 0,0 0 1 0 0,0-1-1 0 0,0 0 0 0 0,-1 0 0 0 0,1-1 0 0 0,15-3 0 0 0,-14 2-726 0 0,0 1 0 0 0,0 0 0 0 0,0 1 0 0 0,0 0 0 0 0,0 0 0 0 0,10 2 0 0 0,12 0-4479 0 0,-17-3 2010 0 0</inkml:trace>
</inkml:ink>
</file>

<file path=ppt/ink/ink8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5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94 180 0 0,'5'-1'876'0'0,"0"0"0"0"0,0 1 1 0 0,0-2-1 0 0,1 1 0 0 0,-1-1 0 0 0,-1 1 0 0 0,1-1 0 0 0,0-1 1 0 0,0 1-1 0 0,-1-1 0 0 0,1 1 0 0 0,-1-1 0 0 0,0-1 1 0 0,0 1-1 0 0,0-1 0 0 0,0 1 0 0 0,-1-1 0 0 0,1 0 0 0 0,-1 0 1 0 0,5-9-1 0 0,16-15 3515 0 0,-19 25-3237 0 0</inkml:trace>
</inkml:ink>
</file>

<file path=ppt/ink/ink8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6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12 768 0 0,'-43'-9'4145'0'0,"35"6"-847"0"0,12 3-1332 0 0,28 5-789 0 0,61 6-1036 0 0,355 0 981 0 0,-62-3-605 0 0,164 9 99 0 0,-303-13-398 0 0,154 7 293 0 0,-331-9 250 0 0,-67-2-538 0 0,-6-1-200 0 0,1-1 0 0 0,-1 1-1 0 0,1-1 1 0 0,-1 1-1 0 0,0 0 1 0 0,0 0 0 0 0,1 0-1 0 0,-1 0 1 0 0,0 1 0 0 0,0-1-1 0 0,0 1 1 0 0,0 0-1 0 0,0 0 1 0 0,0 0 0 0 0,-4 0-1 0 0,-76-3-526 0 0,68 3 318 0 0,-229 6-2960 0 0,41 1-4059 0 0,157-7 4513 0 0</inkml:trace>
</inkml:ink>
</file>

<file path=ppt/ink/ink8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6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9 504 0 0,'-88'-8'7130'0'0,"100"7"-6472"0"0,983 10 3032 0 0,-950-7-3566 0 0,312 18 587 0 0,-146-9-276 0 0,375 15 677 0 0,-530-23-915 0 0,30-2 212 0 0,-84-1-437 0 0,-9 2-746 0 0,-204 21-7064 0 0,137-17 4280 0 0</inkml:trace>
</inkml:ink>
</file>

<file path=ppt/ink/ink8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8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401 194 292 0 0,'2'-34'6413'0'0,"-8"-8"-2914"0"0,5 40-3140 0 0,-17-18 890 0 0,5 19-1172 0 0,-1 0 0 0 0,0 1 0 0 0,0 0 0 0 0,1 1 0 0 0,-1 1 0 0 0,0 0 0 0 0,1 1 0 0 0,-1 0 0 0 0,1 1 0 0 0,0 1 0 0 0,0 0-1 0 0,1 1 1 0 0,-14 7 0 0 0,10-4-46 0 0,0 1 0 0 0,0 1-1 0 0,0 0 1 0 0,2 1 0 0 0,-1 1 0 0 0,2 0-1 0 0,0 1 1 0 0,0 1 0 0 0,-12 18 0 0 0,22-29-23 0 0,1 1 0 0 0,-1-1 1 0 0,1 0-1 0 0,0 1 0 0 0,0 0 1 0 0,1-1-1 0 0,-1 1 0 0 0,1 0 1 0 0,0 0-1 0 0,0 0 0 0 0,1-1 1 0 0,-1 1-1 0 0,1 0 0 0 0,0 0 1 0 0,1 0-1 0 0,-1 0 1 0 0,1 0-1 0 0,0 0 0 0 0,0 0 1 0 0,0 0-1 0 0,1-1 0 0 0,0 1 1 0 0,0-1-1 0 0,0 1 0 0 0,0-1 1 0 0,1 0-1 0 0,0 1 0 0 0,-1-1 1 0 0,2 0-1 0 0,3 4 1 0 0,0-2-6 0 0,0 1 0 0 0,0-1 0 0 0,0 0 0 0 0,1-1 0 0 0,0 0 1 0 0,0 0-1 0 0,1 0 0 0 0,-1-1 0 0 0,1-1 0 0 0,0 1 1 0 0,0-2-1 0 0,0 1 0 0 0,1-1 0 0 0,17 2 0 0 0,5-4-5 0 0,0-1-1 0 0,-1-2 0 0 0,1-1 1 0 0,-1-1-1 0 0,53-17 0 0 0,-8-4-37 0 0,78-36-1 0 0,-140 55 40 0 0,0 0 1 0 0,0 0 0 0 0,0-1-1 0 0,-1-1 1 0 0,0 0-1 0 0,-1-1 1 0 0,15-14 0 0 0,-25 20-1 0 0,0-2-12 0 0,-2 4-7 0 0,-1 1 17 0 0,1 0 1 0 0,-1 0-1 0 0,1 0 1 0 0,-1-1-1 0 0,0 1 1 0 0,1 0-1 0 0,-1 1 1 0 0,0-1-1 0 0,0 0 1 0 0,0 0-1 0 0,0 0 1 0 0,0 0-1 0 0,0 1 1 0 0,0-1-1 0 0,0 0 1 0 0,0 1-1 0 0,0-1 1 0 0,0 1-1 0 0,0-1 1 0 0,0 1-1 0 0,-1 0 1 0 0,1-1-1 0 0,0 1 1 0 0,0 0-1 0 0,-1 0 1 0 0,1 0-1 0 0,0 0 1 0 0,0 0-1 0 0,-1 0 1 0 0,0 0-1 0 0,-41 2-59 0 0,39-1 53 0 0,0-1-1 0 0,1 1 1 0 0,-1 0 0 0 0,1 0-1 0 0,-1 0 1 0 0,1 0-1 0 0,-1 1 1 0 0,1-1 0 0 0,0 1-1 0 0,0 0 1 0 0,0 0-1 0 0,0 0 1 0 0,0 1 0 0 0,0-1-1 0 0,0 1 1 0 0,1-1-1 0 0,-1 1 1 0 0,1 0 0 0 0,0 0-1 0 0,0 0 1 0 0,0 0-1 0 0,0 1 1 0 0,0-1 0 0 0,-1 7-1 0 0,2-7 9 0 0,1 1 0 0 0,0-1 0 0 0,0 0 0 0 0,0 0 0 0 0,0 1 1 0 0,1-1-1 0 0,-1 0 0 0 0,1 0 0 0 0,0 0 0 0 0,0 0 0 0 0,0 1 0 0 0,0-1 0 0 0,1-1 0 0 0,-1 1 0 0 0,1 0 0 0 0,0 0 0 0 0,-1 0 0 0 0,1-1 0 0 0,1 1 0 0 0,-1-1 0 0 0,0 0 0 0 0,0 1 1 0 0,1-1-1 0 0,0 0 0 0 0,-1 0 0 0 0,1-1 0 0 0,5 3 0 0 0,0 0-32 0 0,-1-1 1 0 0,1 0-1 0 0,1 0 1 0 0,-1-1-1 0 0,0 0 1 0 0,1 0-1 0 0,-1-1 0 0 0,1 0 1 0 0,-1-1-1 0 0,1 0 1 0 0,-1 0-1 0 0,17-3 1 0 0,-8 1-25 0 0,-1-2 1 0 0,0 0 0 0 0,0-1 0 0 0,0 0-1 0 0,26-13 1 0 0,-28 10 26 0 0,-12 6 41 0 0,0 1 0 0 0,-1-1 1 0 0,1 1-1 0 0,0 0 0 0 0,0 0 1 0 0,1-1-1 0 0,-1 2 1 0 0,0-1-1 0 0,0 0 0 0 0,0 0 1 0 0,1 1-1 0 0,-1-1 1 0 0,0 1-1 0 0,1 0 0 0 0,-1 0 1 0 0,0-1-1 0 0,1 2 1 0 0,-1-1-1 0 0,0 0 0 0 0,1 0 1 0 0,2 2-1 0 0,-2-1 1 0 0,-1-1-5 0 0,13 5-31 0 0,1-1 0 0 0,0-1 0 0 0,0-1 0 0 0,0 0 0 0 0,0-1 0 0 0,1-1 0 0 0,-1 0 0 0 0,0-1 0 0 0,0-1 0 0 0,0 0 0 0 0,21-7 0 0 0,-23 4-18 0 0,-1 0 1 0 0,1-1-1 0 0,-1-1 0 0 0,0 0 0 0 0,-1-1 1 0 0,1 0-1 0 0,-1-1 0 0 0,-1 0 0 0 0,0-1 1 0 0,0-1-1 0 0,17-21 0 0 0,-21 23 117 0 0,0-1 0 0 0,0 0-1 0 0,-1 0 1 0 0,0 0 0 0 0,0 0 0 0 0,-1-1-1 0 0,-1 0 1 0 0,0 0 0 0 0,-1-1-1 0 0,0 1 1 0 0,0-1 0 0 0,-1 1 0 0 0,-1-1-1 0 0,0 0 1 0 0,0 0 0 0 0,-1 0 0 0 0,-1 1-1 0 0,0-1 1 0 0,-4-16 0 0 0,5 26 26 0 0,-1 0-60 0 0,1 2-40 0 0,0 0-1 0 0,0 0 1 0 0,0 0 0 0 0,0 0 0 0 0,0 0 0 0 0,0 0-1 0 0,0-1 1 0 0,0 1 0 0 0,0 0 0 0 0,0 0 0 0 0,0 0-1 0 0,0 0 1 0 0,0 0 0 0 0,0 0 0 0 0,0 0 0 0 0,0-1 0 0 0,0 1-1 0 0,0 0 1 0 0,0 0 0 0 0,0 0 0 0 0,0 0 0 0 0,0 0-1 0 0,0 0 1 0 0,0-1 0 0 0,0 1 0 0 0,0 0 0 0 0,0 0 0 0 0,0 0-1 0 0,0 0 1 0 0,0 0 0 0 0,0 0 0 0 0,-1 0 0 0 0,1 0-1 0 0,0 0 1 0 0,0-1 0 0 0,0 1 0 0 0,0 0 0 0 0,0 0 0 0 0,0 0-1 0 0,0 0 1 0 0,-1 0 0 0 0,1 0 0 0 0,0 0 0 0 0,0 0-1 0 0,0 0 1 0 0,0 0 0 0 0,0 0 0 0 0,0 0 0 0 0,0 0 0 0 0,-1 0-1 0 0,1 0 1 0 0,0 0 0 0 0,0 0 0 0 0,0 0 0 0 0,0 0-1 0 0,0 0 1 0 0,0 0 0 0 0,-1 0 0 0 0,1 0 0 0 0,0 0 0 0 0,0 0-1 0 0,0 0 1 0 0,0 0 0 0 0,0 0 0 0 0,0 1 0 0 0,0-1-1 0 0,-1 0 1 0 0,-4 12 9 0 0,-1 1-1 0 0,1-1 0 0 0,1 1 1 0 0,1 0-1 0 0,0 1 0 0 0,0-1 1 0 0,1 0-1 0 0,1 1 1 0 0,0 20-1 0 0,1-16 8 0 0,1 0 1 0 0,1-1-1 0 0,0 1 1 0 0,1 0-1 0 0,1-1 1 0 0,0 0-1 0 0,9 19 1 0 0,-11-32-6 0 0,0 0 1 0 0,0 0-1 0 0,0 0 0 0 0,1 0 1 0 0,-1 0-1 0 0,1-1 1 0 0,0 1-1 0 0,0-1 1 0 0,1 0-1 0 0,-1 0 1 0 0,1 0-1 0 0,0 0 1 0 0,-1-1-1 0 0,1 1 1 0 0,0-1-1 0 0,0 0 1 0 0,1 0-1 0 0,-1 0 1 0 0,0-1-1 0 0,1 0 1 0 0,-1 0-1 0 0,1 0 1 0 0,-1 0-1 0 0,1 0 1 0 0,-1-1-1 0 0,1 0 1 0 0,7-1-1 0 0,10-1 92 0 0,-1-2-1 0 0,1 0 1 0 0,-1-1-1 0 0,33-13 1 0 0,-20 6 229 0 0,-25 10-248 0 0,1 0 1 0 0,-1 1-1 0 0,0 0 1 0 0,1 1-1 0 0,-1 0 1 0 0,1 0-1 0 0,-1 1 1 0 0,16 3-1 0 0,27 1-21 0 0,-27 2-1300 0 0,-13-3-7167 0 0</inkml:trace>
</inkml:ink>
</file>

<file path=ppt/ink/ink8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8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0 100 484 0 0,'0'0'1660'0'0,"6"-16"-120"0"0,-2 6-32 0 0,2 0 1397 0 0,1-4-1637 0 0,0 1-136 0 0,-1 6-184 0 0,0 1-272 0 0,2-4-272 0 0,3 2-728 0 0,2 4-2324 0 0,1 3-4401 0 0</inkml:trace>
</inkml:ink>
</file>

<file path=ppt/ink/ink8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4:49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1 156 0 0,'-25'2'1267'0'0,"7"1"1051"0"0,8-3 3588 0 0,474 10-4084 0 0,-258-12-1477 0 0,886 28 1043 0 0,-400 10-567 0 0,-256-29 1419 0 0,-384-8 763 0 0,-49 1-3169 0 0,-9 3-4766 0 0,0 1 4303 0 0,-13 9-1422 0 0,-2-4-2273 0 0,0-1 292 0 0</inkml:trace>
</inkml:ink>
</file>

<file path=ppt/ink/ink8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22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2879 711 44 0 0,'-32'-70'5229'0'0,"-19"-49"-1334"0"0,46 105-3769 0 0,-2 0 0 0 0,0 1 0 0 0,-1 0-1 0 0,0 0 1 0 0,0 1 0 0 0,-2 0 0 0 0,1 1 0 0 0,-2 0-1 0 0,1 0 1 0 0,-22-16 0 0 0,-6-1-20 0 0,0 2 0 0 0,-48-24 0 0 0,-244-120 74 0 0,294 154-180 0 0,0 1 1 0 0,-1 1-1 0 0,0 3 1 0 0,-1 1-1 0 0,0 1 1 0 0,0 3-1 0 0,-67-4 1 0 0,-290 4-117 0 0,218 9 93 0 0,167-3 23 0 0,-401 15-59 0 0,339-5 38 0 0,0 3 1 0 0,-132 43-1 0 0,164-44 61 0 0,1 2-1 0 0,0 2 0 0 0,2 1 1 0 0,0 2-1 0 0,1 2 0 0 0,-65 48 1 0 0,88-57-30 0 0,1 0 1 0 0,0 2-1 0 0,0-1 0 0 0,1 1 1 0 0,1 1-1 0 0,1 0 1 0 0,0 1-1 0 0,1-1 1 0 0,-9 24-1 0 0,7-8 99 0 0,1 0 1 0 0,2 0-1 0 0,1 1 0 0 0,-2 44 0 0 0,7-45 61 0 0,2 0 0 0 0,2 0 0 0 0,0 0-1 0 0,16 57 1 0 0,-14-66-41 0 0,2-1-1 0 0,1 0 0 0 0,0 0 1 0 0,1 0-1 0 0,2-2 1 0 0,18 30-1 0 0,90 101 574 0 0,-102-131-628 0 0,1-1 1 0 0,0-1-1 0 0,2-1 0 0 0,0-1 0 0 0,0 0 1 0 0,2-1-1 0 0,24 11 0 0 0,-8-7 85 0 0,1-2 0 0 0,0-2 0 0 0,62 14-1 0 0,51 10-67 0 0,102 22 83 0 0,393 21-129 0 0,-306-57 38 0 0,-282-21 100 0 0,89-7 0 0 0,-26 0-5 0 0,-29 2-30 0 0,125-17 0 0 0,-196 16-56 0 0,-1-1 0 0 0,0-1 0 0 0,0-1 0 0 0,0-1 0 0 0,0-1-1 0 0,-1 0 1 0 0,-1-2 0 0 0,0 0 0 0 0,0-1 0 0 0,0-1 0 0 0,-2-1 0 0 0,0-1-1 0 0,18-17 1 0 0,-24 17 62 0 0,0 0 0 0 0,-1-1-1 0 0,0-1 1 0 0,-2 0-1 0 0,14-32 1 0 0,4-6-22 0 0,-6 15-85 0 0,-1-1 0 0 0,20-62 0 0 0,-34 81-51 0 0,1 0 0 0 0,-2-1 1 0 0,-1 0-1 0 0,-1 0 0 0 0,-1 0 1 0 0,-3-40-1 0 0,1 49-5 0 0,-1 0 0 0 0,-1 1-1 0 0,0-1 1 0 0,-1 1 0 0 0,-1 0 0 0 0,0 0 0 0 0,0 1 0 0 0,-1-1-1 0 0,0 1 1 0 0,-1 0 0 0 0,-1 1 0 0 0,1 0 0 0 0,-2 0-1 0 0,1 0 1 0 0,-12-9 0 0 0,-16-11-111 0 0,-1 2 1 0 0,-77-44-1 0 0,6 4-1151 0 0,88 56-963 0 0,1 10-5601 0 0,7 2 3762 0 0</inkml:trace>
</inkml:ink>
</file>

<file path=ppt/ink/ink8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23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27 152 0 0,'6'-17'5178'0'0,"-5"8"1743"0"0,-27 44-6695 0 0,8-10-69 0 0,0 1 0 0 0,-17 33 1 0 0,16-26-58 0 0,15-28-49 0 0,0 0 0 0 0,0 1 1 0 0,1-1-1 0 0,0 1 0 0 0,0 0 0 0 0,1 0 1 0 0,0 0-1 0 0,0 0 0 0 0,0 1 0 0 0,-1 11 1 0 0,28-23 81 0 0,39-33-26 0 0,-62 37-111 0 0,-1 0 0 0 0,0 0 1 0 0,0 0-1 0 0,0 1 1 0 0,0-1-1 0 0,1 0 0 0 0,-1 0 1 0 0,0 1-1 0 0,1-1 1 0 0,-1 1-1 0 0,1 0 0 0 0,-1-1 1 0 0,0 1-1 0 0,1 0 1 0 0,-1 0-1 0 0,1-1 1 0 0,-1 1-1 0 0,1 1 0 0 0,-1-1 1 0 0,1 0-1 0 0,-1 0 1 0 0,1 0-1 0 0,-1 1 0 0 0,0-1 1 0 0,3 2-1 0 0,27 26-234 0 0,-27-23 214 0 0,0-1 1 0 0,1 1-1 0 0,-1-1 0 0 0,1 0 1 0 0,0 0-1 0 0,0 0 0 0 0,0-1 1 0 0,8 5-1 0 0,-11-8 52 0 0,0 1 1 0 0,0-1-1 0 0,0 0 1 0 0,0 0-1 0 0,0 0 0 0 0,0 0 1 0 0,0 0-1 0 0,0 0 1 0 0,0 0-1 0 0,0 0 0 0 0,0-1 1 0 0,0 1-1 0 0,0-1 1 0 0,0 0-1 0 0,0 0 0 0 0,0 1 1 0 0,-1-1-1 0 0,1 0 1 0 0,0 0-1 0 0,-1-1 0 0 0,1 1 1 0 0,0 0-1 0 0,-1 0 1 0 0,1-1-1 0 0,-1 1 0 0 0,0-1 1 0 0,0 0-1 0 0,1 1 1 0 0,-1-1-1 0 0,0 0 0 0 0,0 0 1 0 0,1-3-1 0 0,5-8 185 0 0,-1 0 0 0 0,0-1 0 0 0,4-17 0 0 0,-9 29-196 0 0,23-77 702 0 0,-23 77-746 0 0,-1 1-567 0 0,0-5 1077 0 0,-19 36-11093 0 0</inkml:trace>
</inkml:ink>
</file>

<file path=ppt/ink/ink8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24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19 904 0 0,'-16'-18'6071'0'0,"12"20"-5685"0"0,2 0-297 0 0,-1 0-1 0 0,1 0 1 0 0,0 1 0 0 0,0-1 0 0 0,-1 1 0 0 0,1 0-1 0 0,1-1 1 0 0,-1 1 0 0 0,0 0 0 0 0,1 0 0 0 0,0 0 0 0 0,-1 0-1 0 0,1 1 1 0 0,0-1 0 0 0,1 0 0 0 0,-1 0 0 0 0,0 1 0 0 0,1-1-1 0 0,0 0 1 0 0,0 1 0 0 0,0-1 0 0 0,0 0 0 0 0,1 0 0 0 0,-1 1-1 0 0,1-1 1 0 0,0 0 0 0 0,0 0 0 0 0,0 1 0 0 0,0-1 0 0 0,0 0-1 0 0,1 0 1 0 0,-1 0 0 0 0,4 4 1634 0 0,-4-7-1712 0 0,-1 0 0 0 0,0-1-1 0 0,0 1 1 0 0,0-1 0 0 0,0 1-1 0 0,1 0 1 0 0,-1-1 0 0 0,0 1 0 0 0,0-1-1 0 0,1 1 1 0 0,-1 0 0 0 0,0-1-1 0 0,1 1 1 0 0,-1 0 0 0 0,0 0 0 0 0,1-1-1 0 0,-1 1 1 0 0,0 0 0 0 0,1 0 0 0 0,-1 0-1 0 0,1-1 1 0 0,-1 1 0 0 0,0 0-1 0 0,1 0 1 0 0,-1 0 0 0 0,1 0 0 0 0,-1 0-1 0 0,1 0 1 0 0,0 0 3 0 0,0-1-1 0 0,0 1 1 0 0,-1 0 0 0 0,1 0-1 0 0,0-1 1 0 0,0 1 0 0 0,0 0 0 0 0,-1-1-1 0 0,1 1 1 0 0,0-1 0 0 0,0 1-1 0 0,-1-1 1 0 0,1 0 0 0 0,0 1-1 0 0,-1-1 1 0 0,1 1 0 0 0,-1-1-1 0 0,1 0 1 0 0,0 0 0 0 0,1-6 133 0 0,0 0 0 0 0,0 0 0 0 0,-1 0 0 0 0,0 0 0 0 0,0 0 0 0 0,-1-11 0 0 0,0 16-189 0 0,-11-17-1185 0 0,4 9-6558 0 0</inkml:trace>
</inkml:ink>
</file>

<file path=ppt/ink/ink8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24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0 284 0 0,'19'22'2860'0'0,"-11"19"-1467"0"0,8 18-86 0 0,-15-58-814 0 0,-1 1 11 0 0,0-2-466 0 0,0 1 0 0 0,0-1-1 0 0,0 0 1 0 0,0 0 0 0 0,0 0-1 0 0,0 0 1 0 0,0 1 0 0 0,0-1 0 0 0,0 0-1 0 0,0 0 1 0 0,0 0 0 0 0,0 0 0 0 0,0 0-1 0 0,0 1 1 0 0,0-1 0 0 0,1 0-1 0 0,-1 0 1 0 0,0 0 0 0 0,0 0 0 0 0,0 1-1 0 0,0-1 1 0 0,0 0 0 0 0,0 0 0 0 0,0 0-1 0 0,0 0 1 0 0,0 0 0 0 0,1 0-1 0 0,-1 0 1 0 0,0 1 0 0 0,0-1 0 0 0,0 0-1 0 0,0 0 1 0 0,0 0 0 0 0,1 0 0 0 0,-1 0-1 0 0,0 0 1 0 0,0 0 0 0 0,0 0 0 0 0,0 0-1 0 0,0 0 1 0 0,1 0 0 0 0,-1 0-1 0 0,0 0 1 0 0,0 0 0 0 0,0 0 0 0 0,0 0-1 0 0,1 0 1 0 0,-1 0 0 0 0,0 0 0 0 0,0 0-1 0 0,0 0 1 0 0,0 0 0 0 0,0 0-1 0 0,1 0 1 0 0,-1 0 0 0 0,0 0 0 0 0,0-1-1 0 0,0 1 1 0 0,0 0 0 0 0,29-20 308 0 0,13-9-1932 0 0,-10 13-2703 0 0,-20 11 2277 0 0</inkml:trace>
</inkml:ink>
</file>

<file path=ppt/ink/ink8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24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4 248 360 0 0,'0'0'60'0'0,"0"0"1"0"0,-1 0-1 0 0,1 0 0 0 0,0 0 1 0 0,0 0-1 0 0,0 1 0 0 0,-1-1 1 0 0,1 0-1 0 0,0 0 0 0 0,0 0 1 0 0,0 1-1 0 0,0-1 0 0 0,0 0 1 0 0,-1 0-1 0 0,1 0 0 0 0,0 1 1 0 0,0-1-1 0 0,0 0 0 0 0,0 0 1 0 0,0 0-1 0 0,0 1 0 0 0,0-1 1 0 0,0 0-1 0 0,0 0 0 0 0,0 1 1 0 0,0-1-1 0 0,0 0 0 0 0,0 0 1 0 0,0 1-1 0 0,0-1 0 0 0,0 0 1 0 0,0 0-1 0 0,0 0 0 0 0,0 1 0 0 0,0-1 1 0 0,0 0-1 0 0,1 0 0 0 0,-1 0 1 0 0,0 1-1 0 0,0-1 0 0 0,0 0 1 0 0,0 0-1 0 0,0 0 0 0 0,1 1 1 0 0,-1-1-1 0 0,0 0 0 0 0,0 0 1 0 0,0 0-1 0 0,1 0 0 0 0,-1 0 1 0 0,0 0-1 0 0,0 1 0 0 0,0-1 1 0 0,1 0-1 0 0,-1 0 0 0 0,0 0 1 0 0,0 0-1 0 0,1 0 0 0 0,-1 0 1 0 0,0 0-1 0 0,0 0 0 0 0,1 0 1 0 0,-1 0-1 0 0,0 0 0 0 0,0 0 1 0 0,0 0-1 0 0,1 0 0 0 0,-1 0 1 0 0,26-14 1549 0 0,24-26-267 0 0,-44 32-1074 0 0,-1 0 0 0 0,1 0-1 0 0,-1-1 1 0 0,-1 0 0 0 0,1 0 0 0 0,-2 0 0 0 0,1 0 0 0 0,-1-1-1 0 0,3-19 1 0 0,10-27 1703 0 0,-15 52-1562 0 0,0 0 0 0 0,-1 0 1 0 0,0 0-1 0 0,0 0 0 0 0,0 0 1 0 0,-1 0-1 0 0,-1-7 0 0 0,-5 21-649 0 0,0 1-1 0 0,0 0 1 0 0,1 1-1 0 0,0-1 1 0 0,1 1-1 0 0,0 0 1 0 0,-4 17 0 0 0,6-15-1693 0 0,0 0 0 0 0,1 1 0 0 0,-1 26 0 0 0,4-19-1315 0 0</inkml:trace>
  <inkml:trace contextRef="#ctx0" brushRef="#br0" timeOffset="1">299 367 528 0 0,'13'-5'1776'0'0,"-7"-1"-644"0"0,3 0-768 0 0</inkml:trace>
</inkml:ink>
</file>

<file path=ppt/ink/ink8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5:26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30 448 0 0,'0'0'8952'0'0,"3"-3"-8834"0"0,10-10-6 0 0,-10 10-14 0 0,26-4 300 0 0,72 3-28 0 0,27 11-280 0 0,419 20 50 0 0,-389-22-132 0 0,148 19 19 0 0,-147-9-19 0 0,279 26-20 0 0,84 8-4 0 0,-264-31 203 0 0,109-8 651 0 0,-282-7 159 0 0,-84-3-696 0 0,12-1 85 0 0</inkml:trace>
</inkml:ink>
</file>

<file path=ppt/ink/ink8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04:59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4 400 0 0,'13'0'1156'0'0,"0"0"804"0"0,2-2-824 0 0,-1 0-1192 0 0</inkml:trace>
</inkml:ink>
</file>

<file path=ppt/ink/ink8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1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489 126 624 0 0,'3'-4'621'0'0,"0"1"0"0"0,-1-1 0 0 0,0 0 0 0 0,0 0 1 0 0,0 0-1 0 0,0 0 0 0 0,-1-1 0 0 0,1 1 0 0 0,-1 0 0 0 0,0-1 0 0 0,0 1 0 0 0,-1-1 0 0 0,1 1 1 0 0,-1-1-1 0 0,0 1 0 0 0,-1-1 0 0 0,1 1 0 0 0,-1 0 0 0 0,0-6 0 0 0,-1-17 1159 0 0,2 26-1763 0 0,-1 1 1 0 0,1-1-1 0 0,0 1 0 0 0,-1-1 0 0 0,1 1 1 0 0,0-1-1 0 0,-1 1 0 0 0,1-1 1 0 0,-1 1-1 0 0,1-1 0 0 0,-1 1 1 0 0,1 0-1 0 0,-1-1 0 0 0,1 1 0 0 0,-1 0 1 0 0,1 0-1 0 0,-1-1 0 0 0,1 1 1 0 0,-1 0-1 0 0,1 0 0 0 0,-1 0 0 0 0,0 0 1 0 0,1 0-1 0 0,-1 0 0 0 0,1 0 1 0 0,-1 0-1 0 0,0 0 0 0 0,1 0 0 0 0,-1 0 1 0 0,1 0-1 0 0,-2 0 0 0 0,-16 2 105 0 0,-3 4-57 0 0,0 1-1 0 0,1 1 1 0 0,0 1-1 0 0,0 1 0 0 0,1 1 1 0 0,-31 22-1 0 0,21-14-15 0 0,-16 10 20 0 0,-57 48 0 0 0,88-66-62 0 0,1 1 0 0 0,1 1 0 0 0,0 0 0 0 0,1 0 0 0 0,0 1 0 0 0,1 0 0 0 0,1 1-1 0 0,-11 22 1 0 0,18-32-5 0 0,0 0 0 0 0,0 0 0 0 0,0 0 0 0 0,1 1 0 0 0,0-1 0 0 0,0 0 0 0 0,0 1 0 0 0,0-1 0 0 0,1 1 0 0 0,0 0-1 0 0,0-1 1 0 0,1 1 0 0 0,0-1 0 0 0,0 1 0 0 0,0-1 0 0 0,0 0 0 0 0,5 10 0 0 0,-3-9-2 0 0,1 0 1 0 0,-1 0-1 0 0,2-1 0 0 0,-1 1 1 0 0,1-1-1 0 0,-1 0 0 0 0,2-1 1 0 0,-1 1-1 0 0,0-1 1 0 0,1 0-1 0 0,0 0 0 0 0,9 4 1 0 0,6 1-111 0 0,0 0 1 0 0,1-2-1 0 0,-1-1 1 0 0,1 0-1 0 0,1-2 1 0 0,-1 0-1 0 0,37 0 1 0 0,2-3-1274 0 0,118-14 0 0 0,-20-18-5528 0 0,-106 17 3711 0 0</inkml:trace>
</inkml:ink>
</file>

<file path=ppt/ink/ink8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2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26 188 212 0 0,'0'-1'307'0'0,"-1"0"-1"0"0,0 1 1 0 0,1-1-1 0 0,-1 1 1 0 0,0-1-1 0 0,0 1 1 0 0,0-1-1 0 0,0 1 1 0 0,0-1-1 0 0,0 1 1 0 0,1 0 0 0 0,-1 0-1 0 0,0-1 1 0 0,0 1-1 0 0,0 0 1 0 0,0 0-1 0 0,0 0 1 0 0,0 0-1 0 0,0 0 1 0 0,0 0-1 0 0,0 0 1 0 0,0 1 0 0 0,0-1-1 0 0,0 0 1 0 0,0 0-1 0 0,0 1 1 0 0,-1 0-1 0 0,12 31 3296 0 0,-5-18-4252 0 0,8 29 1145 0 0,-1 0 0 0 0,7 56 0 0 0,-14-70-331 0 0,-3 11 1438 0 0,-10-67-1534 0 0,2-1 0 0 0,0 0 0 0 0,2 0 0 0 0,1 0 0 0 0,1 0-1 0 0,1 0 1 0 0,2-1 0 0 0,1 1 0 0 0,1 0 0 0 0,1 0 0 0 0,13-43 0 0 0,-15 65-69 0 0,0 0 0 0 0,1 0 0 0 0,0 0 0 0 0,0 0 1 0 0,0 1-1 0 0,1-1 0 0 0,-1 1 0 0 0,1 0 0 0 0,1 0 0 0 0,-1 0 0 0 0,1 1 1 0 0,0 0-1 0 0,0-1 0 0 0,0 2 0 0 0,0-1 0 0 0,1 0 0 0 0,-1 1 0 0 0,1 0 1 0 0,0 1-1 0 0,0-1 0 0 0,0 1 0 0 0,0 0 0 0 0,1 1 0 0 0,11-2 0 0 0,-16 3-3 0 0,0 0 0 0 0,1 1 0 0 0,-1-1-1 0 0,0 1 1 0 0,0 0 0 0 0,0 0 0 0 0,0-1-1 0 0,0 1 1 0 0,0 1 0 0 0,0-1-1 0 0,0 0 1 0 0,0 0 0 0 0,0 1 0 0 0,0-1-1 0 0,-1 1 1 0 0,1-1 0 0 0,-1 1 0 0 0,1 0-1 0 0,-1 0 1 0 0,0 0 0 0 0,0 0-1 0 0,0 0 1 0 0,0 0 0 0 0,0 0 0 0 0,0 0-1 0 0,0 0 1 0 0,0 3 0 0 0,3 7-7 0 0,-1 1 0 0 0,0-1 1 0 0,1 19-1 0 0,-3-22 9 0 0,1 12-11 0 0,1 0-1 0 0,2 0 0 0 0,0 0 0 0 0,8 22 0 0 0,-8-33 6 0 0,0-1 0 0 0,0 1-1 0 0,0-1 1 0 0,1 0 0 0 0,1-1 0 0 0,0 0-1 0 0,0 0 1 0 0,0 0 0 0 0,1-1 0 0 0,9 8-1 0 0,67 37-29 0 0,-68-43 22 0 0,1 0-1 0 0,-2 1 0 0 0,1 1 1 0 0,-1 0-1 0 0,-1 1 0 0 0,14 15 1 0 0,-26-26 13 0 0,-1 1 1 0 0,0-1-1 0 0,1 1 1 0 0,-1 0-1 0 0,0 0 1 0 0,0-1-1 0 0,0 1 1 0 0,-1 0-1 0 0,1 0 1 0 0,0 0 0 0 0,-1 0-1 0 0,1 0 1 0 0,-1 0-1 0 0,1 0 1 0 0,-1 0-1 0 0,0 0 1 0 0,0 0-1 0 0,0 0 1 0 0,0 0-1 0 0,0 1 1 0 0,-1-1-1 0 0,0 3 1 0 0,-1-1 1 0 0,0-1 1 0 0,0 1 0 0 0,0-1-1 0 0,0 0 1 0 0,0 0 0 0 0,-1 0-1 0 0,1 0 1 0 0,-1 0-1 0 0,0 0 1 0 0,0-1 0 0 0,-4 4-1 0 0,-8 3 9 0 0,-1 0 0 0 0,0 0-1 0 0,0-2 1 0 0,-19 7-1 0 0,15-7-305 0 0,-2 0-1 0 0,1 0 1 0 0,-1-2-1 0 0,0-1 0 0 0,-40 3 1 0 0,50-11-1397 0 0</inkml:trace>
</inkml:ink>
</file>

<file path=ppt/ink/ink8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2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72 0 0,'10'-14'3701'0'0,"-2"10"1622"0"0,-11 20-5072 0 0,0 1 0 0 0,1-1 0 0 0,1 0 0 0 0,0 1 0 0 0,1-1 0 0 0,1 1 1 0 0,4 20-1 0 0,-4-31-186 0 0,0 0 0 0 0,1 0 0 0 0,-1 1 0 0 0,2-1 1 0 0,-1 0-1 0 0,1-1 0 0 0,0 1 0 0 0,0 0 0 0 0,0-1 1 0 0,1 1-1 0 0,0-1 0 0 0,0 0 0 0 0,0-1 1 0 0,1 1-1 0 0,-1-1 0 0 0,1 0 0 0 0,0 0 0 0 0,0 0 1 0 0,1 0-1 0 0,-1-1 0 0 0,1 0 0 0 0,7 3 0 0 0,-10-6-12 0 0,0 1-1 0 0,0-1 0 0 0,-1 0 1 0 0,1 1-1 0 0,0-1 0 0 0,0-1 1 0 0,0 1-1 0 0,0 0 0 0 0,0-1 1 0 0,0 1-1 0 0,-1-1 0 0 0,1 0 1 0 0,0 0-1 0 0,-1 0 0 0 0,1 0 1 0 0,0 0-1 0 0,-1-1 0 0 0,1 1 1 0 0,-1-1-1 0 0,0 0 0 0 0,0 0 1 0 0,3-2-1 0 0,44-49 784 0 0,-47 50-781 0 0,4-5-17 0 0,0 0 0 0 0,-1 0 0 0 0,0-1 0 0 0,0 1-1 0 0,-1-1 1 0 0,0 0 0 0 0,-1 0 0 0 0,0 0 0 0 0,0-1 0 0 0,-1 1 0 0 0,0-1 0 0 0,-1 1 0 0 0,1-13 0 0 0,-3 20-282 0 0,1 0 1 0 0,-1 0-1 0 0,1 0 1 0 0,-1 0-1 0 0,0 1 0 0 0,0-1 1 0 0,0 0-1 0 0,0 1 0 0 0,0-1 1 0 0,0 1-1 0 0,-1-1 1 0 0,1 1-1 0 0,0 0 0 0 0,-1-1 1 0 0,1 1-1 0 0,-1 0 1 0 0,1 0-1 0 0,-1 0 0 0 0,0 0 1 0 0,1 0-1 0 0,-1 0 0 0 0,0 0 1 0 0,0 1-1 0 0,1-1 1 0 0,-1 1-1 0 0,0-1 0 0 0,0 1 1 0 0,-3 0-1 0 0,-3-2-2418 0 0</inkml:trace>
</inkml:ink>
</file>

<file path=ppt/ink/ink8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3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0 644 0 0,'29'17'6473'0'0,"-12"18"-5040"0"0,-6-12-650 0 0,0 0 0 0 0,25 34 0 0 0,-27-45-738 0 0,1-2 1368 0 0,10-16-678 0 0,-11 2-724 0 0,1 0 0 0 0,-1 1 0 0 0,1 0 0 0 0,0 1 0 0 0,0 0 0 0 0,1 0 0 0 0,-1 1 0 0 0,11 0 0 0 0,83 10-316 0 0,-80-6 644 0 0,0 0 0 0 0,43-2 0 0 0,-64-1-172 0 0,-1-1 1 0 0,0 1 0 0 0,0-1 0 0 0,0 1 0 0 0,0-1 0 0 0,0 0-1 0 0,0 1 1 0 0,0-1 0 0 0,0 0 0 0 0,0 0 0 0 0,0-1 0 0 0,-1 1-1 0 0,1 0 1 0 0,0-1 0 0 0,-1 1 0 0 0,1-1 0 0 0,-1 1 0 0 0,1-1-1 0 0,-1 0 1 0 0,0 1 0 0 0,0-1 0 0 0,1 0 0 0 0,-1 0 0 0 0,-1 0-1 0 0,1 0 1 0 0,0 0 0 0 0,0 0 0 0 0,-1 0 0 0 0,1 0 0 0 0,-1 0-1 0 0,0-1 1 0 0,0 1 0 0 0,1 0 0 0 0,-1 0 0 0 0,-1-4 0 0 0,0-6 571 0 0,0 0 0 0 0,0 1 0 0 0,-1-1 0 0 0,-6-17 0 0 0,7 27-621 0 0,1 0-3 0 0,-1-3 981 0 0,1 0-4765 0 0</inkml:trace>
</inkml:ink>
</file>

<file path=ppt/ink/ink8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4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278 125 408 0 0,'0'0'1560'0'0,"3"-11"6629"0"0,-52-49-6146 0 0,47 58-1995 0 0,-32-26 635 0 0,33 27-612 0 0,-41-17 264 0 0,38 17-330 0 0,-1 0-1 0 0,1 0 1 0 0,-1 0 0 0 0,1 1-1 0 0,-1-1 1 0 0,0 1-1 0 0,1 1 1 0 0,-1-1-1 0 0,1 0 1 0 0,-1 1 0 0 0,1 0-1 0 0,-1 0 1 0 0,-5 3-1 0 0,-27 3-28 0 0,33-6 22 0 0,-1 0 0 0 0,1 0 0 0 0,0 0 0 0 0,0 0 0 0 0,-1 1 0 0 0,1-1 0 0 0,-7 5 0 0 0,10-5-102 0 0,-4 10-1447 0 0,7-4 979 0 0,6 19-5557 0 0</inkml:trace>
</inkml:ink>
</file>

<file path=ppt/ink/ink8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5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15145 0 0,'10'-50'6163'0'0,"-11"50"-6240"0"0,1 0 0 0 0,0 0 0 0 0,0-1 0 0 0,0 1 0 0 0,0 0 1 0 0,0 0-1 0 0,0-1 0 0 0,1 1 0 0 0,-1 0 0 0 0,0 0 0 0 0,0 0 0 0 0,0-1 0 0 0,0 1 0 0 0,0 0 0 0 0,0 0 1 0 0,0-1-1 0 0,0 1 0 0 0,0 0 0 0 0,1 0 0 0 0,-1 0 0 0 0,0 0 0 0 0,0-1 0 0 0,0 1 0 0 0,0 0 0 0 0,1 0 1 0 0,-1 0-1 0 0,0 0 0 0 0,0-1 0 0 0,0 1 0 0 0,1 0 0 0 0,-1 0 0 0 0,0 0 0 0 0,0 0 0 0 0,0 0 0 0 0,1 0 1 0 0,-1 0-1 0 0,0 0 0 0 0,0 0 0 0 0,1 0 0 0 0,-1 0 0 0 0,0 0 0 0 0,0 0 0 0 0,1 0 0 0 0,-1 0 0 0 0,0 0 1 0 0,0 0-1 0 0,1 0 0 0 0,-1 0 0 0 0,0 0 0 0 0,0 0 0 0 0,0 0 0 0 0,1 1 0 0 0,-1-1 0 0 0,0 0 0 0 0,0 0 1 0 0,0 0-1 0 0,1 0 0 0 0,-1 0 0 0 0,0 1 0 0 0,0-1 0 0 0,0 0 0 0 0,1 1 0 0 0,11 14-8914 0 0,-9-8 4787 0 0</inkml:trace>
</inkml:ink>
</file>

<file path=ppt/ink/ink8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4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52 17062 0 0,'-8'6'2319'0'0,"-12"8"-2126"0"0,14-8 5475 0 0,-8-42-14247 0 0,4 13 663 0 0,4 4 2997 0 0</inkml:trace>
</inkml:ink>
</file>

<file path=ppt/ink/ink8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5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33 712 0 0,'16'1'920'0'0,"-1"1"1"0"0,1-2-1 0 0,0 0 1 0 0,-1-1-1 0 0,1 0 0 0 0,-1-1 1 0 0,27-7-1 0 0,8-1 322 0 0,90-3 1211 0 0,-128 14-3053 0 0,-15 4-1979 0 0,-15 5-1154 0 0,17-10 3931 0 0,-19 7-3042 0 0</inkml:trace>
</inkml:ink>
</file>

<file path=ppt/ink/ink8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6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150 508 820 0 0,'-25'-109'13424'0'0,"31"145"-13064"0"0,-2 1-1 0 0,-1 0 1 0 0,-2-1-1 0 0,-1 1 1 0 0,-7 46-1 0 0,0 34 104 0 0,-1 156 518 0 0,0-245-827 0 0,3-13 650 0 0,4-5 664 0 0,-12-30-910 0 0,8 14-457 0 0,-6-12 59 0 0,2 0-1 0 0,0-1 1 0 0,2 0 0 0 0,0 0-1 0 0,-9-37 1 0 0,8 13-76 0 0,-5-70 1 0 0,10 51-200 0 0,2 0-1 0 0,3 1 1 0 0,19-117 0 0 0,-16 151 48 0 0,1 0 0 0 0,2 1-1 0 0,0 1 1 0 0,2-1 0 0 0,0 1-1 0 0,2 1 1 0 0,1 0 0 0 0,1 0 0 0 0,0 2-1 0 0,2 0 1 0 0,25-28 0 0 0,-31 41 35 0 0,0 0 0 0 0,0 1 0 0 0,1 0 0 0 0,0 0 0 0 0,0 1 0 0 0,1 1 0 0 0,0 0 0 0 0,0 0 0 0 0,0 1 0 0 0,1 1 0 0 0,0 0 0 0 0,-1 1 0 0 0,2 0 0 0 0,-1 1 0 0 0,0 0 0 0 0,0 1 1 0 0,1 1-1 0 0,-1 0 0 0 0,17 2 0 0 0,-13 1-6 0 0,1 1 1 0 0,-1 0-1 0 0,0 1 0 0 0,0 1 1 0 0,-1 0-1 0 0,0 1 1 0 0,0 1-1 0 0,-1 1 0 0 0,1 0 1 0 0,-2 1-1 0 0,0 1 1 0 0,0 0-1 0 0,-1 0 0 0 0,14 16 1 0 0,-17-16-3 0 0,-1 0 0 0 0,0 0 1 0 0,-1 1-1 0 0,0-1 0 0 0,-1 2 1 0 0,0-1-1 0 0,-1 1 0 0 0,-1 0 1 0 0,0 1-1 0 0,6 25 0 0 0,-9-31 28 0 0,-2-1-1 0 0,1 1 1 0 0,-1 0 0 0 0,0-1-1 0 0,0 1 1 0 0,-1 0-1 0 0,0-1 1 0 0,-1 1 0 0 0,0-1-1 0 0,0 1 1 0 0,0-1-1 0 0,-1 0 1 0 0,0 0 0 0 0,0 0-1 0 0,-1 0 1 0 0,0-1-1 0 0,0 1 1 0 0,-1-1 0 0 0,0 0-1 0 0,0 0 1 0 0,-8 7-1 0 0,-3 1-76 0 0,0 0 0 0 0,0-2-1 0 0,-1 0 1 0 0,-31 17 0 0 0,40-26-329 0 0,0 1 0 0 0,1-1 0 0 0,-2 0 0 0 0,1-1 0 0 0,0 0 0 0 0,-12 1 0 0 0,16-3-188 0 0,1 1-1 0 0,-1-1 0 0 0,0 0 0 0 0,0-1 1 0 0,0 1-1 0 0,0-1 0 0 0,1 0 0 0 0,-1 0 1 0 0,0 0-1 0 0,1 0 0 0 0,-1-1 0 0 0,1 1 1 0 0,-1-1-1 0 0,-5-4 0 0 0,2 0-2996 0 0</inkml:trace>
</inkml:ink>
</file>

<file path=ppt/ink/ink8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7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76 0 0,'9'6'642'0'0,"-1"1"0"0"0,1 1 1 0 0,-2 0-1 0 0,1 0 0 0 0,-1 0 0 0 0,0 1 0 0 0,10 18 0 0 0,-11-16-366 0 0,-2 0 0 0 0,1 0 0 0 0,-1 1-1 0 0,-1 0 1 0 0,0 0 0 0 0,-1 0-1 0 0,0 0 1 0 0,-1 0 0 0 0,0 0 0 0 0,-1 0-1 0 0,-2 16 1 0 0,1 24 4233 0 0,3-57-4177 0 0,8-17-127 0 0,1 0 0 0 0,1 1 0 0 0,1 0 0 0 0,1 2 0 0 0,1-1 0 0 0,21-20 0 0 0,-21 24-869 0 0,1 2 0 0 0,34-25 0 0 0,-39 32-626 0 0,1 0 1 0 0,1 0-1 0 0,-1 1 0 0 0,1 0 0 0 0,16-4 1 0 0,-13 7-1563 0 0</inkml:trace>
</inkml:ink>
</file>

<file path=ppt/ink/ink8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7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0 125 448 0 0,'0'0'730'0'0,"28"-14"1912"0"0,-5 1-1699 0 0,-12 8-377 0 0,-1-1-1 0 0,0 0 1 0 0,0-1-1 0 0,0 0 1 0 0,-1 0-1 0 0,0-1 0 0 0,-1-1 1 0 0,12-13-1 0 0,-20 22-527 0 0,1-1 0 0 0,-1 1 0 0 0,0-1 0 0 0,0 1 0 0 0,0-1 0 0 0,1 1 0 0 0,-1-1 0 0 0,0 1 0 0 0,0-1 0 0 0,0 1 0 0 0,0-1 0 0 0,0 0 0 0 0,0 1 0 0 0,0-1 0 0 0,0 1 0 0 0,0-1 0 0 0,0 0 0 0 0,0 1 0 0 0,0-1 0 0 0,-1 1 0 0 0,1-1 0 0 0,0 1 0 0 0,0-1 0 0 0,0 1 0 0 0,-1-1 0 0 0,1 1 0 0 0,0-1 0 0 0,-1 1 0 0 0,1-1 0 0 0,-1 1 0 0 0,1 0 0 0 0,0-1 0 0 0,-1 1 0 0 0,1-1 0 0 0,-1 1 0 0 0,1 0 0 0 0,-1-1 0 0 0,1 1 0 0 0,-1 0 0 0 0,1 0 0 0 0,-1 0 0 0 0,1-1 0 0 0,-1 1 0 0 0,1 0 0 0 0,-1 0 0 0 0,0 0 0 0 0,1 0 0 0 0,-1 0 0 0 0,1 0 0 0 0,-1 0 0 0 0,1 0 0 0 0,-2 0 0 0 0,-5 3 4 0 0,-1 1 1 0 0,1-1-1 0 0,0 1 1 0 0,0 1 0 0 0,0-1-1 0 0,1 1 1 0 0,0 1-1 0 0,0-1 1 0 0,0 1-1 0 0,0 0 1 0 0,-5 8-1 0 0,9-11-49 0 0,0-1 0 0 0,1 1 0 0 0,-1 0 1 0 0,1 0-1 0 0,0 0 0 0 0,0 0 0 0 0,0 0 0 0 0,0 0 0 0 0,0 0 0 0 0,1 0 0 0 0,0 0 0 0 0,-1 0 0 0 0,1 0 0 0 0,0 0 0 0 0,0 0 0 0 0,1 0 0 0 0,-1 0 0 0 0,1 0 0 0 0,-1 0 0 0 0,1 0 0 0 0,0 0 0 0 0,0 0 0 0 0,0 0 0 0 0,1 0 0 0 0,-1 0 0 0 0,1-1 0 0 0,-1 1 0 0 0,1-1 0 0 0,0 1 0 0 0,0-1 0 0 0,0 1 0 0 0,1-1 0 0 0,3 3 0 0 0,-2-1-239 0 0,1 0 0 0 0,-1-1 1 0 0,1 0-1 0 0,-1 0 0 0 0,1 0 0 0 0,0 0 0 0 0,0-1 0 0 0,1 0 0 0 0,-1 0 1 0 0,11 2-1 0 0,33 1-4365 0 0,-22-5 1895 0 0</inkml:trace>
</inkml:ink>
</file>

<file path=ppt/ink/ink8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8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167 451 96 0 0,'0'0'3587'0'0,"-8"0"-2718"0"0,-6 1-262 0 0,0 1 0 0 0,0 1 0 0 0,0 0 0 0 0,-22 8 0 0 0,32-10-473 0 0,0 0 0 0 0,1 0 0 0 0,-1 0 0 0 0,1 0-1 0 0,0 1 1 0 0,0 0 0 0 0,-1 0 0 0 0,1 0 0 0 0,0 0 0 0 0,0 0 0 0 0,1 1 0 0 0,-1-1 0 0 0,0 1 0 0 0,1-1 0 0 0,-1 1 0 0 0,1 0 0 0 0,0 0 0 0 0,0 0 0 0 0,0 1-1 0 0,1-1 1 0 0,-1 0 0 0 0,1 1 0 0 0,0-1 0 0 0,-1 1 0 0 0,0 5 0 0 0,3-7-103 0 0,-1 0-1 0 0,0-1 1 0 0,1 1-1 0 0,-1 0 1 0 0,1 0-1 0 0,-1-1 1 0 0,1 1-1 0 0,0 0 1 0 0,0-1-1 0 0,-1 1 1 0 0,1-1-1 0 0,0 1 1 0 0,1-1-1 0 0,-1 1 1 0 0,0-1-1 0 0,0 0 1 0 0,1 0-1 0 0,-1 1 0 0 0,0-1 1 0 0,1 0-1 0 0,-1 0 1 0 0,1 0-1 0 0,0-1 1 0 0,-1 1-1 0 0,1 0 1 0 0,0-1-1 0 0,-1 1 1 0 0,1-1-1 0 0,0 1 1 0 0,0-1-1 0 0,-1 0 1 0 0,1 1-1 0 0,0-1 1 0 0,0 0-1 0 0,2-1 1 0 0,6 2 35 0 0,0-1 1 0 0,1-1-1 0 0,-1 0 1 0 0,17-4-1 0 0,-4-1-9 0 0,0-2-1 0 0,0-1 1 0 0,-1 0-1 0 0,0-2 0 0 0,-1-1 1 0 0,0 0-1 0 0,-1-2 1 0 0,0 0-1 0 0,-1-1 1 0 0,-1-1-1 0 0,0-1 1 0 0,-2 0-1 0 0,0-1 1 0 0,0-1-1 0 0,-2-1 1 0 0,0 0-1 0 0,-2 0 0 0 0,0-2 1 0 0,-1 1-1 0 0,-1-2 1 0 0,13-45-1 0 0,-21 60-40 0 0,0-1 0 0 0,-1 1 0 0 0,0-1 0 0 0,-1 0 0 0 0,0 1 0 0 0,0-1 0 0 0,-1 1 0 0 0,0-1-1 0 0,0 1 1 0 0,-1-1 0 0 0,0 1 0 0 0,0 0 0 0 0,-7-15 0 0 0,7 20-17 0 0,1 0-1 0 0,-1 0 1 0 0,0 0 0 0 0,0 0 0 0 0,0 1-1 0 0,0-1 1 0 0,-1 0 0 0 0,1 1-1 0 0,-1-1 1 0 0,1 1 0 0 0,-1 0 0 0 0,0 0-1 0 0,0 0 1 0 0,0 0 0 0 0,0 1 0 0 0,0-1-1 0 0,-1 1 1 0 0,1 0 0 0 0,0 0-1 0 0,-1 0 1 0 0,1 0 0 0 0,-1 0 0 0 0,1 1-1 0 0,-1 0 1 0 0,1-1 0 0 0,-1 1-1 0 0,1 1 1 0 0,-1-1 0 0 0,1 0 0 0 0,-1 1-1 0 0,1 0 1 0 0,0 0 0 0 0,-1 0 0 0 0,1 0-1 0 0,-5 3 1 0 0,6-4-2 0 0,-1 1 0 0 0,1 0 0 0 0,0 0 0 0 0,0 0-1 0 0,-1 0 1 0 0,1 0 0 0 0,0 1 0 0 0,0-1 0 0 0,1 1 0 0 0,-1-1 0 0 0,0 1 0 0 0,0 0 0 0 0,1 0 0 0 0,-1-1 0 0 0,1 1-1 0 0,-1 0 1 0 0,1 0 0 0 0,0 1 0 0 0,0-1 0 0 0,0 0 0 0 0,0 0 0 0 0,-1 3 0 0 0,2-1 0 0 0,0 0 0 0 0,0-1 0 0 0,0 1-1 0 0,0-1 1 0 0,1 1 0 0 0,-1 0 0 0 0,1-1 0 0 0,0 1 0 0 0,0-1 0 0 0,0 0 0 0 0,1 1 0 0 0,-1-1 0 0 0,3 4-1 0 0,4 7 2 0 0,1-2-1 0 0,1 1 0 0 0,0-1 1 0 0,0 0-1 0 0,20 16 0 0 0,77 60 2 0 0,-51-44-1 0 0,-2 2-1 0 0,69 77 1 0 0,-122-122 5 0 0,1 0-1 0 0,-1 1 1 0 0,0 0-1 0 0,1-1 1 0 0,-1 1-1 0 0,0 0 1 0 0,0-1-1 0 0,0 1 1 0 0,0 0-1 0 0,-1 0 1 0 0,1 0-1 0 0,-1 0 1 0 0,1 0-1 0 0,-1 0 1 0 0,1 0-1 0 0,-1 4 1 0 0,0-5-41 0 0,0 0 0 0 0,-1 0 0 0 0,1 0 0 0 0,-1 0 0 0 0,1 0 0 0 0,-1 0 0 0 0,1 0 0 0 0,-1 0 1 0 0,0 0-1 0 0,1 0 0 0 0,-1-1 0 0 0,0 1 0 0 0,0 0 0 0 0,1 0 0 0 0,-1-1 0 0 0,0 1 0 0 0,0-1 0 0 0,0 1 0 0 0,0-1 1 0 0,0 1-1 0 0,-2 0 0 0 0,-3 1-557 0 0,-1 0 0 0 0,0-1-1 0 0,1 0 1 0 0,-1 0 0 0 0,0 0 0 0 0,-13-2 0 0 0,6 1-2744 0 0</inkml:trace>
</inkml:ink>
</file>

<file path=ppt/ink/ink8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8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29 260 0 0,'10'-6'2500'0'0,"-7"-1"-484"0"0,3-1 161 0 0,1 0-1837 0 0</inkml:trace>
</inkml:ink>
</file>

<file path=ppt/ink/ink8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18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51 406 524 0 0,'-44'28'5277'0'0,"43"-27"-5221"0"0,0 1 1 0 0,0-1-1 0 0,1 0 0 0 0,-1 1 0 0 0,1 0 0 0 0,-1-1 0 0 0,1 1 1 0 0,-1-1-1 0 0,1 1 0 0 0,0-1 0 0 0,0 1 0 0 0,0 0 0 0 0,0-1 0 0 0,0 1 1 0 0,0 0-1 0 0,0-1 0 0 0,1 1 0 0 0,-1-1 0 0 0,1 1 0 0 0,-1-1 1 0 0,1 1-1 0 0,-1-1 0 0 0,1 1 0 0 0,0-1 0 0 0,0 1 0 0 0,0-1 1 0 0,-1 0-1 0 0,1 1 0 0 0,1-1 0 0 0,-1 0 0 0 0,0 0 0 0 0,0 0 1 0 0,0 0-1 0 0,1 0 0 0 0,-1 0 0 0 0,0 0 0 0 0,1 0 0 0 0,-1 0 1 0 0,1-1-1 0 0,-1 1 0 0 0,1-1 0 0 0,-1 1 0 0 0,1-1 0 0 0,0 0 1 0 0,-1 1-1 0 0,1-1 0 0 0,-1 0 0 0 0,1 0 0 0 0,0 0 0 0 0,-1 0 1 0 0,3-1-1 0 0,7 1 70 0 0,-1-1 1 0 0,1 0 0 0 0,-1 0 0 0 0,0-2-1 0 0,1 1 1 0 0,17-8 0 0 0,-3-2 55 0 0,0-1 0 0 0,-1-1 0 0 0,-1-2 0 0 0,0 0 0 0 0,-2-1 0 0 0,0-1 0 0 0,0-1 0 0 0,24-31 0 0 0,-23 23 153 0 0,0-1 1 0 0,-2-2-1 0 0,-1 0 0 0 0,-2-1 0 0 0,-1 0 1 0 0,14-39-1 0 0,-22 34 815 0 0,-14 24-604 0 0,5 11-536 0 0,0 1 0 0 0,0 0-1 0 0,0 0 1 0 0,0 0 0 0 0,0 0-1 0 0,0 0 1 0 0,0 0-1 0 0,0 0 1 0 0,0 0 0 0 0,0 0-1 0 0,0 1 1 0 0,0-1-1 0 0,1 0 1 0 0,-1 1 0 0 0,0-1-1 0 0,0 0 1 0 0,0 1 0 0 0,0-1-1 0 0,-1 2 1 0 0,-4 1 6 0 0,1 0 0 0 0,-1 1 0 0 0,1 0 0 0 0,-1 0 0 0 0,1 0 0 0 0,1 1 0 0 0,-1 0 0 0 0,0 0 0 0 0,1 0 0 0 0,0 0 1 0 0,1 1-1 0 0,-1 0 0 0 0,1-1 0 0 0,0 1 0 0 0,0 0 0 0 0,1 1 0 0 0,-1-1 0 0 0,2 0 0 0 0,-1 1 0 0 0,1-1 0 0 0,-1 1 0 0 0,2 0 0 0 0,-1-1 1 0 0,1 1-1 0 0,0 0 0 0 0,0-1 0 0 0,1 1 0 0 0,0-1 0 0 0,0 1 0 0 0,1-1 0 0 0,0 1 0 0 0,0-1 0 0 0,0 0 0 0 0,1 1 0 0 0,0-1 0 0 0,6 9 0 0 0,9 11 17 0 0,2 0-1 0 0,1-1 1 0 0,1-2-1 0 0,1 0 0 0 0,44 33 1 0 0,-30-24 29 0 0,51 53 0 0 0,-86-82-67 0 0,1 1-1 0 0,-1-1 1 0 0,0 1 0 0 0,1-1-1 0 0,-2 1 1 0 0,1 0 0 0 0,0-1-1 0 0,1 9 1 0 0,-2-11-37 0 0,-16 3-463 0 0,14-3 373 0 0,0 0-1 0 0,-1-1 1 0 0,1 1 0 0 0,0 0 0 0 0,-1-1 0 0 0,1 0 0 0 0,-1 1-1 0 0,1-1 1 0 0,-1 0 0 0 0,1 0 0 0 0,-1 0 0 0 0,1 0 0 0 0,-1 0-1 0 0,1 0 1 0 0,0 0 0 0 0,-1 0 0 0 0,1-1 0 0 0,-1 1 0 0 0,1 0-1 0 0,-3-2 1 0 0,-30-14-6300 0 0,21 8 2723 0 0</inkml:trace>
</inkml:ink>
</file>

<file path=ppt/ink/ink8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0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87 540 0 0,'1'-8'719'0'0,"0"1"119"0"0,0 0 1 0 0,0 0 0 0 0,-1 0-1 0 0,0 0 1 0 0,0 0-1 0 0,-2-9 1 0 0,2 14 233 0 0,-1-11 1022 0 0,0 7 2305 0 0,-3 187-3190 0 0,1 39-374 0 0,26 27-91 0 0,-14-159-547 0 0,-5-61-363 0 0,-2-11-992 0 0,-1-1 1 0 0,0 32-1 0 0,-4-38-397 0 0</inkml:trace>
</inkml:ink>
</file>

<file path=ppt/ink/ink8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0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0 712 464 0 0,'1'-2'140'0'0,"1"-1"0"0"0,-1 1 1 0 0,1 0-1 0 0,0 0 0 0 0,0 0 0 0 0,0 0 0 0 0,0 0 0 0 0,0 0 1 0 0,0 1-1 0 0,0-1 0 0 0,0 1 0 0 0,1-1 0 0 0,-1 1 0 0 0,1 0 1 0 0,-1 0-1 0 0,1 0 0 0 0,2-1 0 0 0,55-12 836 0 0,-33 8-641 0 0,74-21 631 0 0,182-53 796 0 0,-228 61-1352 0 0,-1-2-1 0 0,-1-3 1 0 0,51-31 0 0 0,-88 45-215 0 0,0 0 1 0 0,-1-1-1 0 0,0-1 0 0 0,-1-1 1 0 0,0 0-1 0 0,-1-1 0 0 0,0 0 1 0 0,-2-1-1 0 0,12-17 1 0 0,-19 26-106 0 0,0-1 1 0 0,-1 0 0 0 0,0 0-1 0 0,0 0 1 0 0,0 0 0 0 0,-1 0-1 0 0,0-1 1 0 0,-1 1 0 0 0,1-1-1 0 0,-1 1 1 0 0,-1-1 0 0 0,1 1 0 0 0,-1-1-1 0 0,-1 0 1 0 0,0 1 0 0 0,0-1-1 0 0,0 1 1 0 0,-1-1 0 0 0,0 1-1 0 0,0 0 1 0 0,-1 0 0 0 0,0 0-1 0 0,0 0 1 0 0,-8-12 0 0 0,7 11-12 0 0,-1 1 0 0 0,1 1 0 0 0,-1-1-1 0 0,-1 1 1 0 0,1 0 0 0 0,-1 0 0 0 0,0 0 0 0 0,-1 1 0 0 0,1 0 0 0 0,-1 0 0 0 0,0 1 0 0 0,0 0 0 0 0,0 0 0 0 0,-1 0-1 0 0,0 1 1 0 0,1 0 0 0 0,-1 1 0 0 0,0 0 0 0 0,-15-3 0 0 0,20 6-72 0 0,-1-1 0 0 0,1 1 0 0 0,0 0-1 0 0,0 0 1 0 0,0 0 0 0 0,0 0 0 0 0,0 0 0 0 0,0 1 0 0 0,0-1 0 0 0,0 1 0 0 0,1 0-1 0 0,-1 0 1 0 0,1 0 0 0 0,-1 0 0 0 0,1 0 0 0 0,0 1 0 0 0,-1-1 0 0 0,1 1-1 0 0,1-1 1 0 0,-1 1 0 0 0,-3 5 0 0 0,-1 3 9 0 0,1 0 0 0 0,0 1 0 0 0,1-1 0 0 0,-4 16 0 0 0,2-2-1 0 0,2 1 0 0 0,0 0 0 0 0,2 0 0 0 0,1 0 0 0 0,1 0 0 0 0,1 0 0 0 0,5 26 0 0 0,44 180 152 0 0,-37-185-107 0 0,-6-14-50 0 0,-6-22 4 0 0,2 1 0 0 0,0-1 0 0 0,0 1 0 0 0,1-1 0 0 0,8 16 0 0 0,-3-8 40 0 0,-9-18-42 0 0,1 0 0 0 0,-1 0 0 0 0,0-1 0 0 0,0 1 0 0 0,1 0 0 0 0,-1 0 0 0 0,0 0 0 0 0,1 0 0 0 0,-1-1 0 0 0,1 1 0 0 0,-1 0 0 0 0,1 0 0 0 0,-1-1 0 0 0,1 1 0 0 0,0 0-1 0 0,-1-1 1 0 0,1 1 0 0 0,0-1 0 0 0,-1 1 0 0 0,1-1 0 0 0,0 1 0 0 0,0-1 0 0 0,0 1 0 0 0,-1-1 0 0 0,1 0 0 0 0,0 1 0 0 0,0-1 0 0 0,0 0 0 0 0,0 0 0 0 0,0 0 0 0 0,0 0 0 0 0,0 0-1 0 0,-1 0 1 0 0,1 0 0 0 0,0 0 0 0 0,0 0 0 0 0,0 0 0 0 0,1 0 0 0 0,2-1-11 0 0,262-11-437 0 0,-252 12 495 0 0,0-1 1 0 0,0-1 0 0 0,0 0 0 0 0,0 0-1 0 0,0-2 1 0 0,0 0 0 0 0,-1 0-1 0 0,1-1 1 0 0,-1-1 0 0 0,14-8-1 0 0,-25 13 131 0 0,8-9 882 0 0,-2 8-996 0 0,0 7-963 0 0,0 0 0 0 0,0 0 0 0 0,0-1 0 0 0,1 0 0 0 0,0 0 0 0 0,-1-1 1 0 0,1 0-1 0 0,0-1 0 0 0,1 0 0 0 0,-1 0 0 0 0,10 0 0 0 0,19 0-2813 0 0</inkml:trace>
</inkml:ink>
</file>

<file path=ppt/ink/ink8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2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460 518 1452 0 0,'-5'-9'925'0'0,"0"0"0"0"0,-1 0-1 0 0,0 0 1 0 0,-1 0 0 0 0,0 1-1 0 0,0 0 1 0 0,-1 1 0 0 0,0 0 0 0 0,-14-11-1 0 0,15 14-684 0 0,0 0 0 0 0,1 1 0 0 0,-1-1 0 0 0,0 2 0 0 0,-1-1-1 0 0,1 1 1 0 0,0 0 0 0 0,-1 0 0 0 0,1 1 0 0 0,-1 0 0 0 0,0 0 0 0 0,1 1 0 0 0,-1 0-1 0 0,-11 2 1 0 0,0 1-22 0 0,0 1 0 0 0,0 0 0 0 0,1 2 0 0 0,-1 0 0 0 0,1 1 0 0 0,1 1 0 0 0,-1 1 0 0 0,-25 17 0 0 0,37-22-165 0 0,0 1 0 0 0,1-1 1 0 0,-1 1-1 0 0,1 0 0 0 0,0 1 0 0 0,1-1 0 0 0,-1 1 1 0 0,1 0-1 0 0,0 0 0 0 0,0 1 0 0 0,-3 8 0 0 0,5-10-27 0 0,1 0 0 0 0,0 0 0 0 0,0 0-1 0 0,0 0 1 0 0,1 1 0 0 0,0-1 0 0 0,0 0 0 0 0,0 0-1 0 0,0 0 1 0 0,1 0 0 0 0,0 0 0 0 0,0 0 0 0 0,0 0-1 0 0,1 0 1 0 0,-1 0 0 0 0,1 0 0 0 0,5 8 0 0 0,-2-6-7 0 0,0 0 0 0 0,0 0 0 0 0,1-1 0 0 0,0 1 0 0 0,0-1 0 0 0,0-1 0 0 0,1 1 0 0 0,0-1 0 0 0,0 0 0 0 0,0-1 0 0 0,0 0 0 0 0,1 0 0 0 0,8 3 1 0 0,10 3-67 0 0,0-1 1 0 0,47 9 0 0 0,-38-12-75 0 0,1-3 1 0 0,-1 0-1 0 0,1-3 0 0 0,-1 0 0 0 0,1-3 0 0 0,-1-1 1 0 0,45-10-1 0 0,-2-6-108 0 0,-2-2-1 0 0,86-38 1 0 0,-81 20 108 0 0,-75 37 145 0 0,0-1-1 0 0,0 1 0 0 0,-1-1 0 0 0,1-1 1 0 0,-1 1-1 0 0,0-1 0 0 0,0 0 1 0 0,-1 0-1 0 0,1-1 0 0 0,5-9 0 0 0,-10 14-15 0 0,1 0 0 0 0,0 0-1 0 0,-1 0 1 0 0,1 0-1 0 0,-1 0 1 0 0,0-1-1 0 0,1 1 1 0 0,-1 0-1 0 0,0 0 1 0 0,0-1-1 0 0,1 1 1 0 0,-1 0-1 0 0,0 0 1 0 0,0-1-1 0 0,-1 1 1 0 0,1 0-1 0 0,0 0 1 0 0,0-1-1 0 0,-1 1 1 0 0,1 0 0 0 0,0 0-1 0 0,-1 0 1 0 0,1-1-1 0 0,-1 1 1 0 0,0 0-1 0 0,1 0 1 0 0,-1 0-1 0 0,-1-2 1 0 0,-1 1-6 0 0,0 0 0 0 0,1 1 0 0 0,-1-1 0 0 0,0 0 0 0 0,0 1 0 0 0,0 0 0 0 0,0 0 0 0 0,0 0 0 0 0,0 0 0 0 0,0 0 0 0 0,-4 0 0 0 0,-5-1-11 0 0,1 1 0 0 0,-1 1-1 0 0,1 0 1 0 0,-1 0 0 0 0,-12 3-1 0 0,18-2 4 0 0,0 1 1 0 0,0 0-1 0 0,0 0 0 0 0,1 1 1 0 0,-1 0-1 0 0,1 0 0 0 0,0 0 1 0 0,-1 1-1 0 0,2-1 0 0 0,-1 1 1 0 0,0 0-1 0 0,1 1 0 0 0,0-1 1 0 0,0 1-1 0 0,0 0 0 0 0,0 0 1 0 0,1 0-1 0 0,0 0 0 0 0,0 1 1 0 0,-4 9-1 0 0,6-11-9 0 0,-1 0 0 0 0,1 0 0 0 0,1 0 0 0 0,-1 0 0 0 0,0 0 0 0 0,1 1 0 0 0,0-1 0 0 0,0 0 0 0 0,0 0 0 0 0,0 0 0 0 0,1 1 0 0 0,0-1 0 0 0,0 0 0 0 0,0 0 0 0 0,0 0 0 0 0,1 0 0 0 0,-1 0 0 0 0,1 0 0 0 0,0 0 0 0 0,0-1 0 0 0,0 1 0 0 0,1-1 0 0 0,-1 1 0 0 0,1-1 0 0 0,0 0 0 0 0,0 0 0 0 0,0 0 0 0 0,1-1 0 0 0,-1 1 0 0 0,6 3 0 0 0,0-1-77 0 0,0 0-1 0 0,1-1 0 0 0,0 0 1 0 0,0 0-1 0 0,0-1 1 0 0,0-1-1 0 0,1 1 0 0 0,-1-2 1 0 0,1 1-1 0 0,-1-2 1 0 0,1 1-1 0 0,-1-1 1 0 0,1-1-1 0 0,0 0 0 0 0,-1 0 1 0 0,1-1-1 0 0,-1-1 1 0 0,0 0-1 0 0,0 0 1 0 0,15-7-1 0 0,10-6 14 0 0,-2-2-1 0 0,0 0 1 0 0,-1-3 0 0 0,43-34-1 0 0,-67 47 434 0 0,15-11 825 0 0,-21 20-1174 0 0,-1 0 1 0 0,0 0-1 0 0,0 1 1 0 0,0-1-1 0 0,0 0 1 0 0,0 1-1 0 0,-1-1 1 0 0,1 0-1 0 0,0 1 1 0 0,-1-1-1 0 0,1 1 1 0 0,-1-1-1 0 0,1 1 1 0 0,-1 0-1 0 0,0-1 1 0 0,1 1-1 0 0,-1-1 1 0 0,0 1-1 0 0,0 0 1 0 0,0-1-1 0 0,0 1 1 0 0,-1-1-1 0 0,0 4 1 0 0,5 22 64 0 0,-1-25-91 0 0,1 0 0 0 0,-1 0 0 0 0,1-1 0 0 0,-1 1-1 0 0,1-1 1 0 0,-1 0 0 0 0,1 1 0 0 0,0-2 0 0 0,0 1 0 0 0,-1 0 0 0 0,1-1 0 0 0,0 0-1 0 0,0 0 1 0 0,0 0 0 0 0,0 0 0 0 0,0 0 0 0 0,-1-1 0 0 0,1 0 0 0 0,4-1 0 0 0,83-25-981 0 0,-75 21 759 0 0,8-2-57 0 0,-1-2 1 0 0,0 0 0 0 0,0-2 0 0 0,-1 0 0 0 0,0-2 0 0 0,30-24 0 0 0,-38 26 227 0 0,-1-1 0 0 0,0-1 1 0 0,-1 0-1 0 0,0-1 0 0 0,-1 0 0 0 0,0-1 1 0 0,-2 0-1 0 0,0 0 0 0 0,11-28 1 0 0,-14 28 264 0 0,0-1 1 0 0,-1 0 0 0 0,0 0 0 0 0,-2 0-1 0 0,0-1 1 0 0,-1 1 0 0 0,0-1 0 0 0,-2 0 0 0 0,0 1-1 0 0,-1-1 1 0 0,-1 0 0 0 0,0 1 0 0 0,-1 0-1 0 0,-1-1 1 0 0,-8-20 0 0 0,12 37-142 0 0,-1-1-1 0 0,1 1 1 0 0,-1 0-1 0 0,1-1 1 0 0,-1 1 0 0 0,1 0-1 0 0,-1-1 1 0 0,0 1 0 0 0,1 0-1 0 0,-1 0 1 0 0,0-1 0 0 0,0 1-1 0 0,0 0 1 0 0,0 0-1 0 0,0 0 1 0 0,0 0 0 0 0,0 0-1 0 0,-1 0 1 0 0,1 1 0 0 0,0-1-1 0 0,0 0 1 0 0,-1 1 0 0 0,1-1-1 0 0,0 1 1 0 0,-1-1-1 0 0,1 1 1 0 0,-3-1 0 0 0,2 2-24 0 0,0-1 0 0 0,1 1 0 0 0,-1 0 0 0 0,0 0 0 0 0,0 0 0 0 0,0 0 0 0 0,1 0 1 0 0,-1 1-1 0 0,0-1 0 0 0,1 0 0 0 0,0 1 0 0 0,-1-1 0 0 0,1 1 0 0 0,0 0 0 0 0,-1-1 0 0 0,0 4 0 0 0,-7 10 19 0 0,1 0 0 0 0,1 0 0 0 0,-8 26 0 0 0,6-9-47 0 0,1 0 1 0 0,2 1 0 0 0,1-1 0 0 0,2 1-1 0 0,1 0 1 0 0,2 0 0 0 0,1 0 0 0 0,1 0-1 0 0,2 0 1 0 0,1-1 0 0 0,2 1-1 0 0,11 33 1 0 0,-15-59-95 0 0,0 0 0 0 0,0 0 0 0 0,1 0 0 0 0,-1 0 1 0 0,2 0-1 0 0,-1-1 0 0 0,1 0 0 0 0,0 0 0 0 0,8 8 0 0 0,-9-11 44 0 0,-1-1-1 0 0,0 1 1 0 0,1-1-1 0 0,0 0 1 0 0,-1 0-1 0 0,1 0 1 0 0,0-1-1 0 0,0 1 1 0 0,0-1 0 0 0,0 0-1 0 0,0 0 1 0 0,1 0-1 0 0,-1-1 1 0 0,0 1-1 0 0,0-1 1 0 0,1 0-1 0 0,-1 0 1 0 0,7-2 0 0 0,4-2 135 0 0,1-1 0 0 0,-1 0 1 0 0,1-1-1 0 0,-2-1 0 0 0,1-1 1 0 0,-1 0-1 0 0,0 0 0 0 0,-1-2 1 0 0,1 1-1 0 0,21-24 0 0 0,-33 32 111 0 0,13 2-41 0 0,1 1 1 0 0,-1 0 0 0 0,29 9 0 0 0,-26-6-25 0 0,0-1 0 0 0,27 2 0 0 0,-26-8-463 0 0,-17 1-301 0 0,-1 1 0 0 0,1-1 0 0 0,0 0 0 0 0,-1 0 0 0 0,1 0 0 0 0,-1 0 0 0 0,1 0 0 0 0,-1 0 0 0 0,1 0 0 0 0,-1-1 0 0 0,0 1 0 0 0,1-1 0 0 0,0-1 0 0 0,3-4-3176 0 0</inkml:trace>
</inkml:ink>
</file>

<file path=ppt/ink/ink8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2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1168 0 0,'0'0'3300'0'0,"6"-13"-2003"0"0,-1 8 927 0 0,5-5-1304 0 0,-3 5-156 0 0,5-3-256 0 0,-3 5-320 0 0,3 1-416 0 0,6-1-468 0 0,1-1-880 0 0,11 1-1709 0 0,9-2 761 0 0</inkml:trace>
</inkml:ink>
</file>

<file path=ppt/ink/ink8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2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248 107 12129 0 0,'-2'-20'952'0'0,"0"0"-1"0"0,-11-35 0 0 0,13 53-476 0 0,0 2-440 0 0,0 0 0 0 0,0-1 0 0 0,0 1 0 0 0,0 0 0 0 0,0-1-1 0 0,0 1 1 0 0,0 0 0 0 0,0-1 0 0 0,0 1 0 0 0,0 0 0 0 0,0-1 0 0 0,0 1 0 0 0,0 0 0 0 0,0-1 0 0 0,-1 1 0 0 0,1 0-1 0 0,0-1 1 0 0,0 1 0 0 0,0 0 0 0 0,0-1 0 0 0,-1 1 0 0 0,1 0 0 0 0,0 0 0 0 0,0-1 0 0 0,-1 1 0 0 0,1 0-1 0 0,0 0 1 0 0,0 0 0 0 0,-1-1 0 0 0,1 1 0 0 0,0 0 0 0 0,-1 0 0 0 0,1 0 0 0 0,0 0 0 0 0,0-1 0 0 0,-1 1-1 0 0,1 0 1 0 0,0 0 0 0 0,-1 0 0 0 0,1 0 0 0 0,0 0 0 0 0,-1 0 0 0 0,1 0 0 0 0,-1 0 0 0 0,1 0 0 0 0,0 0-1 0 0,-1 0 1 0 0,1 0 0 0 0,-21 14 64 0 0,1-1 0 0 0,1 2-1 0 0,1 1 1 0 0,0 0 0 0 0,1 1-1 0 0,0 1 1 0 0,2 1 0 0 0,0 0-1 0 0,1 1 1 0 0,-18 34 0 0 0,30-50-94 0 0,0 0 1 0 0,0 1-1 0 0,0-1 1 0 0,1 0-1 0 0,-1 1 1 0 0,1-1-1 0 0,0 1 1 0 0,0-1-1 0 0,1 1 1 0 0,0 0-1 0 0,-1-1 1 0 0,1 1-1 0 0,1 0 1 0 0,-1-1-1 0 0,2 7 1 0 0,-1-8-27 0 0,0-1 1 0 0,1 0 0 0 0,-1 0-1 0 0,1 0 1 0 0,-1 0 0 0 0,1 0 0 0 0,0-1-1 0 0,-1 1 1 0 0,1 0 0 0 0,0-1-1 0 0,0 1 1 0 0,0-1 0 0 0,1 0-1 0 0,-1 1 1 0 0,0-1 0 0 0,0 0 0 0 0,1 0-1 0 0,-1-1 1 0 0,0 1 0 0 0,1 0-1 0 0,-1-1 1 0 0,1 0 0 0 0,-1 1-1 0 0,1-1 1 0 0,-1 0 0 0 0,1 0-1 0 0,-1-1 1 0 0,1 1 0 0 0,-1 0 0 0 0,3-2-1 0 0,14 0-194 0 0,0-2 0 0 0,-1-1 1 0 0,1 0-1 0 0,-1-2 0 0 0,17-8 0 0 0,-21 9-5 0 0,-1 0 1 0 0,1 1-1 0 0,0 0 1 0 0,0 1-1 0 0,1 0 1 0 0,-1 2-1 0 0,1-1 0 0 0,0 2 1 0 0,25 0-1 0 0,-6 5 60 0 0,104 7-585 0 0,-124-10 894 0 0,1-2 0 0 0,-1 0-1 0 0,1 0 1 0 0,-1-1-1 0 0,0-1 1 0 0,0 0 0 0 0,17-7-1 0 0,-28 8-15 0 0,-1 0-1 0 0,1 0 0 0 0,0 0 1 0 0,-1 0-1 0 0,1 0 0 0 0,-1 0 1 0 0,0-1-1 0 0,0 1 0 0 0,0-1 1 0 0,0 0-1 0 0,0 0 0 0 0,-1 1 1 0 0,1-1-1 0 0,-1 0 0 0 0,1 0 1 0 0,-1-1-1 0 0,0 1 0 0 0,-1 0 1 0 0,1 0-1 0 0,0 0 0 0 0,-1-1 1 0 0,0 1-1 0 0,0 0 0 0 0,0-1 1 0 0,0 1-1 0 0,-1-5 0 0 0,0-9 0 0 0,-2 0-1 0 0,0-1 0 0 0,-6-21 1 0 0,7 33-481 0 0,2 5-509 0 0</inkml:trace>
</inkml:ink>
</file>

<file path=ppt/ink/ink8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3.3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43 84 0 0,'0'0'2846'0'0,"-6"0"-1910"0"0,-2 0-539 0 0,0 0-1 0 0,0 1 1 0 0,0 0 0 0 0,0 1 0 0 0,1 0 0 0 0,-10 3 0 0 0,11-3-90 0 0,1 1 0 0 0,-1-1 0 0 0,1 1 0 0 0,0 0 1 0 0,0 0-1 0 0,0 1 0 0 0,1 0 0 0 0,-1 0 1 0 0,1 0-1 0 0,0 0 0 0 0,0 0 0 0 0,0 1 0 0 0,0 0 1 0 0,1 0-1 0 0,-4 7 0 0 0,7-10-259 0 0,-1 0 1 0 0,1 0-1 0 0,-1 0 0 0 0,1 0 1 0 0,0 0-1 0 0,0 0 1 0 0,0 1-1 0 0,0-1 0 0 0,0 0 1 0 0,1 0-1 0 0,-1 0 0 0 0,1 0 1 0 0,-1 0-1 0 0,1 0 0 0 0,0 0 1 0 0,-1 0-1 0 0,1-1 0 0 0,0 1 1 0 0,0 0-1 0 0,1 0 0 0 0,-1 0 1 0 0,0-1-1 0 0,0 1 1 0 0,1-1-1 0 0,-1 1 0 0 0,1-1 1 0 0,1 2-1 0 0,0-1 5 0 0,-1 0 0 0 0,1 1 0 0 0,0-1 0 0 0,-1 0-1 0 0,1-1 1 0 0,0 1 0 0 0,0 0 0 0 0,1-1 0 0 0,-1 1 0 0 0,0-1 0 0 0,0 0 0 0 0,1 0-1 0 0,-1-1 1 0 0,0 1 0 0 0,1-1 0 0 0,5 1 0 0 0,-4-2 26 0 0,0 1-1 0 0,-1-1 1 0 0,1 0-1 0 0,0-1 1 0 0,-1 1 0 0 0,1-1-1 0 0,-1 0 1 0 0,0 0 0 0 0,1 0-1 0 0,-1 0 1 0 0,0-1 0 0 0,0 0-1 0 0,-1 0 1 0 0,1 0-1 0 0,0 0 1 0 0,-1-1 0 0 0,0 1-1 0 0,0-1 1 0 0,0 0 0 0 0,0 0-1 0 0,-1 0 1 0 0,1 0-1 0 0,-1 0 1 0 0,0-1 0 0 0,0 1-1 0 0,-1-1 1 0 0,1 1 0 0 0,-1-1-1 0 0,0 1 1 0 0,0-1 0 0 0,-1 0-1 0 0,1-7 1 0 0,-1 8-69 0 0,0 1 0 0 0,1-1 0 0 0,-2 0 0 0 0,1 0 0 0 0,0 1 0 0 0,-1-1 0 0 0,1 0 0 0 0,-1 1 1 0 0,0-1-1 0 0,-1 1 0 0 0,1-1 0 0 0,0 1 0 0 0,-1-1 0 0 0,0 1 0 0 0,-3-5 0 0 0,-11-5-2956 0 0,-6 4-4247 0 0,10 6 3576 0 0</inkml:trace>
</inkml:ink>
</file>

<file path=ppt/ink/ink8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3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1 452 0 0,'21'23'2188'0'0,"-18"-20"-1937"0"0,0 0 0 0 0,0 0-1 0 0,0 0 1 0 0,0 0 0 0 0,-1 1 0 0 0,1-1 0 0 0,-1 1 0 0 0,0-1 0 0 0,0 1 0 0 0,0 0 0 0 0,0 0 0 0 0,-1 0-1 0 0,0 0 1 0 0,2 7 0 0 0,-3-10-160 0 0,0 0 0 0 0,0-1 0 0 0,0 1 0 0 0,-1-1 0 0 0,1 1 0 0 0,0-1 0 0 0,0 1-1 0 0,1-1 1 0 0,-1 1 0 0 0,0-1 0 0 0,0 1 0 0 0,0-1 0 0 0,0 1 0 0 0,0-1 0 0 0,1 1 0 0 0,-1-1-1 0 0,0 1 1 0 0,0-1 0 0 0,1 1 0 0 0,-1-1 0 0 0,0 1 0 0 0,1-1 0 0 0,-1 0 0 0 0,0 1 0 0 0,1-1 0 0 0,-1 1-1 0 0,1-1 1 0 0,-1 0 0 0 0,1 0 0 0 0,-1 1 0 0 0,0-1 0 0 0,1 0 0 0 0,-1 0 0 0 0,1 1 0 0 0,-1-1-1 0 0,1 0 1 0 0,0 0 0 0 0,-1 0 0 0 0,1 0 0 0 0,-1 0 0 0 0,1 0 0 0 0,-1 0 0 0 0,1 0 0 0 0,-1 0 0 0 0,1 0-1 0 0,-1 0 1 0 0,1 0 0 0 0,-1 0 0 0 0,1 0 0 0 0,-1-1 0 0 0,2 1 0 0 0,25-20 2389 0 0,-17 12-3417 0 0,3-1 294 0 0,1 1 0 0 0,0 0 0 0 0,30-12 0 0 0,17 1-4683 0 0,-37 13 2639 0 0</inkml:trace>
</inkml:ink>
</file>

<file path=ppt/ink/ink8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3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25 348 24 0 0,'1'0'96'0'0,"-1"1"0"0"0,0-1 0 0 0,1 1 0 0 0,-1-1 0 0 0,0 1 0 0 0,1-1 0 0 0,-1 1 0 0 0,0-1 0 0 0,0 1 0 0 0,1-1 0 0 0,-1 1-1 0 0,0-1 1 0 0,0 1 0 0 0,0-1 0 0 0,0 1 0 0 0,0 0 0 0 0,0-1 0 0 0,0 1 0 0 0,0-1 0 0 0,0 1 0 0 0,0-1 0 0 0,0 1 0 0 0,0 0 0 0 0,-1 0 0 0 0,-7 13 327 0 0,-9 19 1532 0 0,17-32-1888 0 0,-1 0 1 0 0,1 1-1 0 0,-1-1 1 0 0,1 1-1 0 0,0-1 1 0 0,0 0-1 0 0,-1 1 1 0 0,1-1-1 0 0,0 1 1 0 0,0-1-1 0 0,1 1 1 0 0,-1-1-1 0 0,0 0 1 0 0,0 1-1 0 0,1-1 1 0 0,-1 1-1 0 0,0-1 1 0 0,1 0-1 0 0,0 1 1 0 0,-1-1-1 0 0,2 1 1 0 0,-1-1-37 0 0,0 0 0 0 0,0-1 0 0 0,0 1 0 0 0,0-1-1 0 0,0 1 1 0 0,0-1 0 0 0,0 0 0 0 0,0 1 0 0 0,0-1 0 0 0,0 0 0 0 0,0 0 0 0 0,0 0 0 0 0,0 0 0 0 0,0 0 0 0 0,1 0 0 0 0,-1 0-1 0 0,0 0 1 0 0,0 0 0 0 0,0 0 0 0 0,0-1 0 0 0,0 1 0 0 0,0 0 0 0 0,2-1 0 0 0,25-11 284 0 0,-27 12-307 0 0,13-9 143 0 0,1 0 1 0 0,-1-1 0 0 0,0 0-1 0 0,-1-1 1 0 0,0-1 0 0 0,-1 0-1 0 0,-1-1 1 0 0,0 0 0 0 0,0-1 0 0 0,-1 0-1 0 0,-1 0 1 0 0,13-28 0 0 0,-4 2 1441 0 0,-1-1 0 0 0,-3 0 0 0 0,17-78 0 0 0,-33 112 1033 0 0,-8 12-2162 0 0,-9 11-586 0 0,11-8 194 0 0,0 1-1 0 0,1 1 1 0 0,0 0 0 0 0,1 0-1 0 0,0 0 1 0 0,1 0 0 0 0,-1 1 0 0 0,2 0-1 0 0,-5 14 1 0 0,1 9 11 0 0,-8 62 0 0 0,12-65-1014 0 0,-1 1 0 0 0,-13 41 1 0 0,9-43-482 0 0,-2 6-1713 0 0,1-12-2059 0 0,2-10 1227 0 0</inkml:trace>
</inkml:ink>
</file>

<file path=ppt/ink/ink8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5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279 155 672 0 0,'-15'-64'4699'0'0,"0"9"111"0"0,14 20 1873 0 0,-15 74-6177 0 0,2-11-318 0 0,-176 420 843 0 0,185-439-1000 0 0,4-7-29 0 0,-1 1 0 0 0,1 0 0 0 0,0 0-1 0 0,-1-1 1 0 0,1 1 0 0 0,1 0 0 0 0,-1 0 0 0 0,-1 6-1 0 0,8-10-123 0 0,82-24-367 0 0,-57 15 198 0 0,1 1 0 0 0,0 1-1 0 0,59-6 1 0 0,-83 13 191 0 0,1 1 1 0 0,-1 0-1 0 0,1 1 1 0 0,-1-1-1 0 0,0 1 0 0 0,0 1 1 0 0,1 0-1 0 0,-1 0 0 0 0,0 1 1 0 0,0 0-1 0 0,-1 0 1 0 0,1 0-1 0 0,-1 1 0 0 0,1 1 1 0 0,-1-1-1 0 0,-1 1 1 0 0,1 0-1 0 0,-1 1 0 0 0,1-1 1 0 0,4 8-1 0 0,-9-11 67 0 0,0-1 0 0 0,-1 1 0 0 0,1 0 1 0 0,-1 0-1 0 0,0 0 0 0 0,0 1 0 0 0,0-1 0 0 0,0 0 0 0 0,0 0 0 0 0,0 1 1 0 0,0-1-1 0 0,-1 0 0 0 0,1 1 0 0 0,-1-1 0 0 0,1 1 0 0 0,-1-1 0 0 0,0 1 1 0 0,0-1-1 0 0,0 0 0 0 0,-1 1 0 0 0,0 3 0 0 0,0-3 3 0 0,-1 1 0 0 0,1-1 0 0 0,-1 1 0 0 0,0-1-1 0 0,0 0 1 0 0,0 0 0 0 0,-1 0 0 0 0,1 0 0 0 0,-1 0 0 0 0,0 0-1 0 0,0 0 1 0 0,-4 2 0 0 0,-4 3 43 0 0,-1-1 0 0 0,0 0 0 0 0,0 0 0 0 0,-1-2 0 0 0,0 1-1 0 0,-19 4 1 0 0,12-5 206 0 0,-1-1-1 0 0,0-1 0 0 0,1-1 1 0 0,-1 0-1 0 0,-34-3 1 0 0,42 0-21 0 0,0-1 1 0 0,0 0-1 0 0,0-1 1 0 0,0 0-1 0 0,1-1 0 0 0,-1 0 1 0 0,1-1-1 0 0,0 0 1 0 0,1-1-1 0 0,-13-9 1 0 0,22 14-210 0 0,0 0 1 0 0,0 0 0 0 0,0-1-1 0 0,1 1 1 0 0,-1-1-1 0 0,0 1 1 0 0,1-1-1 0 0,0 0 1 0 0,-1 0 0 0 0,1 1-1 0 0,0-1 1 0 0,0 0-1 0 0,0 0 1 0 0,0 0-1 0 0,0 0 1 0 0,0 0-1 0 0,1-1 1 0 0,-1 1 0 0 0,1 0-1 0 0,-1 0 1 0 0,1 0-1 0 0,0 0 1 0 0,0-1-1 0 0,0 1 1 0 0,0 0-1 0 0,0 0 1 0 0,0-1 0 0 0,1 1-1 0 0,-1 0 1 0 0,1 0-1 0 0,0 0 1 0 0,-1 0-1 0 0,1 0 1 0 0,0 0-1 0 0,0 0 1 0 0,0 0 0 0 0,1 0-1 0 0,2-3 1 0 0,0-1-281 0 0,0 1 1 0 0,1 0 0 0 0,0 0 0 0 0,0 0-1 0 0,1 1 1 0 0,-1-1 0 0 0,1 1 0 0 0,0 1-1 0 0,0-1 1 0 0,0 1 0 0 0,7-3 0 0 0,32-6-2395 0 0,-15 8-2296 0 0,-11 3 1784 0 0</inkml:trace>
</inkml:ink>
</file>

<file path=ppt/ink/ink8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6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39 20 0 0,'9'-28'5533'0'0,"-9"27"-5390"0"0,0 1 0 0 0,0-1 1 0 0,0 1-1 0 0,0 0 0 0 0,0-1 0 0 0,0 1 0 0 0,0-1 1 0 0,0 1-1 0 0,0 0 0 0 0,0-1 0 0 0,-1 1 0 0 0,1 0 0 0 0,0-1 1 0 0,0 1-1 0 0,0-1 0 0 0,0 1 0 0 0,-1 0 0 0 0,1-1 0 0 0,0 1 1 0 0,0 0-1 0 0,-1-1 0 0 0,1 1 0 0 0,0 0 0 0 0,-1 0 0 0 0,1-1 1 0 0,0 1-1 0 0,-1 0 0 0 0,1 0 0 0 0,0 0 0 0 0,-1-1 0 0 0,1 1 1 0 0,-1 0-1 0 0,1 0 0 0 0,-20 3 2745 0 0,-7 11-3485 0 0,18-10 717 0 0,-1 2 1 0 0,1 0-1 0 0,1 0 0 0 0,-1 0 1 0 0,1 1-1 0 0,0 0 0 0 0,1 1 1 0 0,-1 0-1 0 0,2 0 1 0 0,-1 0-1 0 0,1 1 0 0 0,-10 18 1 0 0,16-25-111 0 0,14 15-130 0 0,-4-18 41 0 0,1-1-1 0 0,-1 0 1 0 0,1-1-1 0 0,-1 0 1 0 0,0-1-1 0 0,13-6 0 0 0,19-6-335 0 0,-40 15 365 0 0,-2 2 37 0 0,1-1-1 0 0,0 0 0 0 0,-1 0 1 0 0,1 0-1 0 0,-1 0 0 0 0,1 1 1 0 0,0-1-1 0 0,-1 0 0 0 0,1 1 1 0 0,-1-1-1 0 0,1 0 0 0 0,-1 1 1 0 0,1-1-1 0 0,-1 1 0 0 0,1-1 1 0 0,-1 1-1 0 0,1-1 0 0 0,-1 1 1 0 0,1-1-1 0 0,-1 1 0 0 0,0-1 0 0 0,1 1 1 0 0,-1 0-1 0 0,0-1 0 0 0,0 1 1 0 0,0-1-1 0 0,1 1 0 0 0,-1 0 1 0 0,0-1-1 0 0,0 1 0 0 0,0 0 1 0 0,0-1-1 0 0,0 1 0 0 0,0 0 1 0 0,0-1-1 0 0,0 1 0 0 0,0 0 1 0 0,-1 0-1 0 0,-5 38-64 0 0,2-15 11 0 0,4-22 56 0 0,1 1-2 0 0,-2-3 16 0 0,1 1 0 0 0,0 0-1 0 0,0 0 1 0 0,0 0 0 0 0,0-1-1 0 0,0 1 1 0 0,0 0 0 0 0,0 0 0 0 0,0-1-1 0 0,0 1 1 0 0,0 0 0 0 0,0 0-1 0 0,0-1 1 0 0,1 1 0 0 0,-1 0-1 0 0,0 0 1 0 0,1-1 0 0 0,-1 1-1 0 0,0 0 1 0 0,1-1 0 0 0,-1 1-1 0 0,1 0 1 0 0,-1-1 0 0 0,1 1-1 0 0,-1-1 1 0 0,2 2 0 0 0,10-5 7 0 0,-1 1 0 0 0,1-2-1 0 0,-1 1 1 0 0,0-1 0 0 0,0-1 0 0 0,0 0 0 0 0,-1-1 0 0 0,13-8 0 0 0,34-16-33 0 0,-23 15-6 0 0,67-23-20 0 0,-92 35 14 0 0,1 0 0 0 0,1 1 0 0 0,-1 1 0 0 0,0-1 0 0 0,0 2 0 0 0,1-1 0 0 0,19 3 0 0 0,-29-2 25 0 0,1 0 0 0 0,-1 0-1 0 0,0 1 1 0 0,0-1 0 0 0,0 0-1 0 0,0 0 1 0 0,0 1 0 0 0,0-1-1 0 0,0 0 1 0 0,0 1 0 0 0,-1-1-1 0 0,1 1 1 0 0,0-1-1 0 0,0 1 1 0 0,0 0 0 0 0,0-1-1 0 0,0 1 1 0 0,-1 0 0 0 0,1 0-1 0 0,0-1 1 0 0,-1 1 0 0 0,1 0-1 0 0,-1 0 1 0 0,1 0 0 0 0,-1 0-1 0 0,1 0 1 0 0,-1 0-1 0 0,1 1 1 0 0,-1 0-2 0 0,0 1 0 0 0,0-1 0 0 0,0 0 0 0 0,0 0 0 0 0,-1 1 0 0 0,1-1 0 0 0,-1 0 0 0 0,1 0 0 0 0,-1 1 0 0 0,0-1 0 0 0,0 0 0 0 0,-1 2 0 0 0,-4 6-39 0 0,1-1-1 0 0,-2 0 0 0 0,-13 16 0 0 0,19-24 8 0 0,2 0-89 0 0,0 0 128 0 0,1-1 1 0 0,-1 1 0 0 0,0 0 0 0 0,0 0 0 0 0,1-1 0 0 0,-1 1-1 0 0,0-1 1 0 0,1 1 0 0 0,-1-1 0 0 0,1 1 0 0 0,-1-1 0 0 0,1 0 0 0 0,-1 0-1 0 0,1 0 1 0 0,-1 0 0 0 0,0 0 0 0 0,1 0 0 0 0,-1 0 0 0 0,1 0 0 0 0,-1-1-1 0 0,1 1 1 0 0,1-1 0 0 0,41-6-74 0 0,-32 4 130 0 0,33-8 272 0 0,-1-2 0 0 0,0-2 0 0 0,67-33 0 0 0,-110 47 49 0 0,8-2 32 0 0,-6 1-112 0 0,-7 4 1489 0 0,3-1-1784 0 0,-2-1-22 0 0,1 1 1 0 0,-1 0 0 0 0,1 0 0 0 0,-1 1-1 0 0,1-1 1 0 0,0 0 0 0 0,0 1 0 0 0,-1-1-1 0 0,1 1 1 0 0,0 0 0 0 0,1 0 0 0 0,-1 0-1 0 0,0 0 1 0 0,0 0 0 0 0,1 0-1 0 0,-1 0 1 0 0,1 1 0 0 0,-2 4 0 0 0,2-6-345 0 0,9 20-639 0 0,-6-18 837 0 0,0 0 1 0 0,0 0 0 0 0,0-1-1 0 0,1 1 1 0 0,-1-1-1 0 0,1 0 1 0 0,-1 1-1 0 0,1-1 1 0 0,0-1-1 0 0,0 1 1 0 0,0 0 0 0 0,0-1-1 0 0,0 1 1 0 0,0-1-1 0 0,0 0 1 0 0,0 0-1 0 0,1 0 1 0 0,5 1-1 0 0,62 5-5057 0 0,-69-7 4900 0 0,28 0-2383 0 0</inkml:trace>
</inkml:ink>
</file>

<file path=ppt/ink/ink8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7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44 512 460 0 0,'0'0'685'0'0,"7"-3"76"0"0,-4 1-221 0 0,-7 3 2725 0 0,2-1-3196 0 0,-1 0 1 0 0,1 1 0 0 0,-1 0 0 0 0,1-1-1 0 0,0 1 1 0 0,-1 0 0 0 0,1 0 0 0 0,0 0 0 0 0,0 1-1 0 0,0-1 1 0 0,0 0 0 0 0,0 1 0 0 0,0 0 0 0 0,0-1-1 0 0,0 1 1 0 0,1 0 0 0 0,-1 0 0 0 0,0 0-1 0 0,1 0 1 0 0,0 0 0 0 0,-1 0 0 0 0,1 0 0 0 0,0 0-1 0 0,0 1 1 0 0,0-1 0 0 0,0 3 0 0 0,1-3 243 0 0,6 3-117 0 0,-6-4-192 0 0,0-1 1 0 0,0 1-1 0 0,0-1 0 0 0,0 0 1 0 0,1 1-1 0 0,-1-1 0 0 0,0 0 1 0 0,0 1-1 0 0,0-1 0 0 0,1 0 1 0 0,-1 0-1 0 0,0 1 0 0 0,0-1 0 0 0,1 0 1 0 0,-1 1-1 0 0,0-1 0 0 0,1 0 1 0 0,-1 0-1 0 0,0 0 0 0 0,1 1 1 0 0,-1-1-1 0 0,0 0 0 0 0,1 0 1 0 0,-1 0-1 0 0,0 0 0 0 0,1 0 1 0 0,-1 0-1 0 0,0 0 0 0 0,1 0 1 0 0,-1 0-1 0 0,1 0 0 0 0,-1 0 0 0 0,0 0 1 0 0,1 0-1 0 0,-1 0 0 0 0,8-1 31 0 0,-1 0 0 0 0,0-1-1 0 0,0 0 1 0 0,0 0-1 0 0,0-1 1 0 0,0 0 0 0 0,-1 0-1 0 0,1-1 1 0 0,-1 1-1 0 0,0-2 1 0 0,0 1 0 0 0,6-6-1 0 0,-2 1 34 0 0,-1-1 0 0 0,0 0 0 0 0,-1 0-1 0 0,0-1 1 0 0,-1 0 0 0 0,7-15 0 0 0,0-4 203 0 0,-1-1 0 0 0,-2 0 0 0 0,-1 0-1 0 0,9-53 1 0 0,-16 67 40 0 0,0 1 1 0 0,-2-1-1 0 0,1 0 0 0 0,-2 0 0 0 0,0 0 0 0 0,-2 0 0 0 0,1 0 0 0 0,-2 0 0 0 0,0 0 0 0 0,-8-23 1 0 0,6 26 503 0 0,2 9-102 0 0,-4 14-521 0 0,4-4-265 0 0,-6 13 127 0 0,0 0-1 0 0,2 1 1 0 0,0-1 0 0 0,1 1-1 0 0,1 1 1 0 0,1-1 0 0 0,1 1-1 0 0,0 0 1 0 0,1 23 0 0 0,1-14-393 0 0,2 0 0 0 0,1 0 1 0 0,1 0-1 0 0,1 0 0 0 0,2-1 1 0 0,9 31-1 0 0,-8-40-981 0 0,0 0 0 0 0,1-1 0 0 0,1 0-1 0 0,1-1 1 0 0,21 29 0 0 0,-6-14-1973 0 0</inkml:trace>
</inkml:ink>
</file>

<file path=ppt/ink/ink8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7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374 127 1328 0 0,'-2'-8'695'0'0,"0"0"0"0"0,0 0 1 0 0,-1 0-1 0 0,-1 0 0 0 0,1 0 0 0 0,-1 1 0 0 0,-1 0 1 0 0,1 0-1 0 0,-1 0 0 0 0,0 0 0 0 0,-1 0 0 0 0,0 1 1 0 0,0 0-1 0 0,0 1 0 0 0,-11-8 0 0 0,14 11-576 0 0,-1 1-1 0 0,1 0 1 0 0,-1 0-1 0 0,1 1 1 0 0,-1-1-1 0 0,0 1 1 0 0,1 0-1 0 0,-1 0 1 0 0,0 0-1 0 0,1 0 1 0 0,-1 0-1 0 0,0 1 1 0 0,1 0-1 0 0,-1 0 0 0 0,-6 2 1 0 0,-50 23 861 0 0,45-18-776 0 0,2 1-1 0 0,-1 0 0 0 0,1 1 0 0 0,1 0 1 0 0,-23 25-1 0 0,28-27-176 0 0,-1 1 0 0 0,1-1-1 0 0,1 1 1 0 0,0 1 0 0 0,0-1 0 0 0,1 1 0 0 0,0 0 0 0 0,1 1 0 0 0,-6 16 0 0 0,10-25-52 0 0,-1 0 0 0 0,0 0 0 0 0,1 1 0 0 0,-1-1 1 0 0,1 0-1 0 0,0 0 0 0 0,0 0 0 0 0,0 1 1 0 0,0-1-1 0 0,0 0 0 0 0,0 0 0 0 0,1 0 0 0 0,-1 1 1 0 0,1-1-1 0 0,0 0 0 0 0,-1 0 0 0 0,1 0 0 0 0,0 0 1 0 0,0 0-1 0 0,0 0 0 0 0,0 0 0 0 0,1 0 1 0 0,-1-1-1 0 0,2 3 0 0 0,0-3 3 0 0,0 1 1 0 0,-1-1-1 0 0,1 0 1 0 0,0-1-1 0 0,0 1 1 0 0,0 0-1 0 0,0-1 1 0 0,0 0-1 0 0,0 1 1 0 0,0-1-1 0 0,0 0 1 0 0,0 0-1 0 0,0-1 1 0 0,-1 1-1 0 0,1-1 1 0 0,0 0-1 0 0,5-1 1 0 0,32-11-138 0 0,-2-2-1 0 0,0-2 1 0 0,54-31 0 0 0,32-16-94 0 0,-86 47 177 0 0,72-29-97 0 0,-97 42 138 0 0,-1 1 0 0 0,1-1 0 0 0,0 2 0 0 0,0 0 0 0 0,0 1 0 0 0,24 0 0 0 0,-35 1 30 0 0,0 0-1 0 0,0 0 1 0 0,0 0-1 0 0,0 0 1 0 0,0 0-1 0 0,0 1 1 0 0,0-1-1 0 0,0 1 1 0 0,0 0-1 0 0,0 0 1 0 0,0-1-1 0 0,0 1 1 0 0,0 0-1 0 0,-1 0 1 0 0,1 1-1 0 0,0-1 1 0 0,-1 0-1 0 0,1 1 0 0 0,-1-1 1 0 0,1 1-1 0 0,-1-1 1 0 0,0 1-1 0 0,1 0 1 0 0,-1-1-1 0 0,0 1 1 0 0,0 0-1 0 0,0 0 1 0 0,0 0-1 0 0,-1 0 1 0 0,2 2-1 0 0,-1 6-1 0 0,0-1 0 0 0,-1 0-1 0 0,0 0 1 0 0,-1 1 0 0 0,-2 17-1 0 0,-2 22-55 0 0,3-43-3 0 0,-1 11-36 0 0,32-24 89 0 0,17-15 522 0 0,93-31-1 0 0,-137 52-511 0 0,-1 1 0 0 0,0 0-1 0 0,1 0 1 0 0,-1 0-1 0 0,1 0 1 0 0,-1 0 0 0 0,1 0-1 0 0,-1 0 1 0 0,0 0 0 0 0,1 0-1 0 0,-1 1 1 0 0,1-1-1 0 0,-1 1 1 0 0,0-1 0 0 0,1 1-1 0 0,-1-1 1 0 0,0 1-1 0 0,0 0 1 0 0,0 0 0 0 0,1 0-1 0 0,-1-1 1 0 0,0 1 0 0 0,0 0-1 0 0,0 0 1 0 0,0 1-1 0 0,0-1 1 0 0,-1 0 0 0 0,1 0-1 0 0,0 0 1 0 0,0 0-1 0 0,-1 1 1 0 0,1-1 0 0 0,-1 0-1 0 0,1 1 1 0 0,-1-1 0 0 0,0 1-1 0 0,1-1 1 0 0,-1 0-1 0 0,0 2 1 0 0,2 9-657 0 0,0 0 0 0 0,-1 0 0 0 0,0 18 0 0 0,0-20-509 0 0,0 13-4297 0 0,3-13 2333 0 0</inkml:trace>
</inkml:ink>
</file>

<file path=ppt/ink/ink8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8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63 304 0 0,'7'-25'1326'0'0,"1"-5"4841"0"0,-6 23-1016 0 0,-7 28-3565 0 0,4-16-1769 0 0,-9 49 951 0 0,2 2-1 0 0,0 72 1 0 0,-1 13-661 0 0,7-129-639 0 0,1 1 0 0 0,-2-1-1 0 0,0 1 1 0 0,0-1 0 0 0,-1 0 0 0 0,0 0 0 0 0,-1-1-1 0 0,-1 1 1 0 0,-8 13 0 0 0,13-25 309 0 0,1 1 1 0 0,-1 0-1 0 0,0-1 0 0 0,0 1 0 0 0,0 0 0 0 0,1-1 1 0 0,-1 1-1 0 0,0-1 0 0 0,0 1 0 0 0,0-1 1 0 0,0 0-1 0 0,0 1 0 0 0,0-1 0 0 0,0 0 1 0 0,0 0-1 0 0,0 0 0 0 0,0 1 0 0 0,0-1 0 0 0,0 0 1 0 0,0 0-1 0 0,-2-1 0 0 0,0 1-1871 0 0</inkml:trace>
</inkml:ink>
</file>

<file path=ppt/ink/ink8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8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0 876 3084 0 0,'10'-12'76'0'0,"1"1"0"0"0,1 0-1 0 0,0 1 1 0 0,0 0 0 0 0,1 1 0 0 0,0 0-1 0 0,0 1 1 0 0,22-9 0 0 0,20-14 353 0 0,139-102 1825 0 0,-165 110-1821 0 0,-2-1 1 0 0,-1 0-1 0 0,-1-3 0 0 0,33-43 0 0 0,-16 12 429 0 0,45-85 0 0 0,-77 124-542 0 0,-1 0 0 0 0,0-1 0 0 0,-2 0 0 0 0,0-1 0 0 0,-2 0 0 0 0,0 0 0 0 0,-1 0 0 0 0,1-41 0 0 0,-4 61-307 0 0,-1 0 1 0 0,0 1-1 0 0,0-1 0 0 0,0 0 0 0 0,0 1 0 0 0,0-1 0 0 0,0 0 1 0 0,0 1-1 0 0,0-1 0 0 0,0 0 0 0 0,0 1 0 0 0,0-1 0 0 0,0 0 1 0 0,0 0-1 0 0,-1 1 0 0 0,1-1 0 0 0,0 1 0 0 0,-1-1 0 0 0,1 0 1 0 0,0 1-1 0 0,-1-1 0 0 0,1 1 0 0 0,0-1 0 0 0,-1 0 1 0 0,1 1-1 0 0,-1 0 0 0 0,1-1 0 0 0,-1 1 0 0 0,0-1 0 0 0,1 1 1 0 0,-1-1-1 0 0,1 1 0 0 0,-1 0 0 0 0,0 0 0 0 0,-1-1 0 0 0,0 1-5 0 0,1 1 0 0 0,-1-1 0 0 0,0 1 0 0 0,0-1-1 0 0,0 1 1 0 0,0 0 0 0 0,1 0 0 0 0,-1 0 0 0 0,0 0-1 0 0,1 0 1 0 0,-1 0 0 0 0,-2 3 0 0 0,-40 43 12 0 0,24-19-5 0 0,1 1 1 0 0,2 1 0 0 0,-24 55-1 0 0,-27 101 58 0 0,44-116-39 0 0,12-33-6 0 0,2 0 1 0 0,2 1-1 0 0,1 0 1 0 0,1 1-1 0 0,3-1 1 0 0,2 72-1 0 0,1-108-12 0 0,0 0 0 0 0,0 0 0 0 0,0 0 1 0 0,0 0-1 0 0,0 0 0 0 0,1 0 0 0 0,-1 0 0 0 0,1-1 0 0 0,-1 1 0 0 0,1 0 0 0 0,0 0 0 0 0,0 0 0 0 0,0 0 0 0 0,0-1 0 0 0,0 1 0 0 0,0 0 0 0 0,0-1 0 0 0,1 1 0 0 0,-1-1 1 0 0,0 1-1 0 0,1-1 0 0 0,-1 0 0 0 0,1 0 0 0 0,0 1 0 0 0,-1-1 0 0 0,1 0 0 0 0,0-1 0 0 0,0 1 0 0 0,0 0 0 0 0,0 0 0 0 0,2 0 0 0 0,4-1 19 0 0,0 1 0 0 0,0-2 0 0 0,0 1-1 0 0,-1-1 1 0 0,1 0 0 0 0,0-1 0 0 0,8-2-1 0 0,16-1-105 0 0,1 0-1 0 0,-1 3 0 0 0,1 0 0 0 0,61 7 0 0 0,-52-2-1012 0 0,0-3-1 0 0,52-4 1 0 0,103-13-5264 0 0,-195 17 6590 0 0,1-2-510 0 0,0 1 0 0 0,1 0 0 0 0,-1-1 0 0 0,0 1 0 0 0,0-1 0 0 0,0 0 0 0 0,-1 0 0 0 0,1 0 0 0 0,3-4 0 0 0</inkml:trace>
</inkml:ink>
</file>

<file path=ppt/ink/ink8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29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584 188 1432 0 0,'0'-12'1317'0'0,"0"-1"0"0"0,-1 1 0 0 0,-1-1 0 0 0,0 1 0 0 0,-1 0 1 0 0,0 0-1 0 0,-9-22 0 0 0,10 29-1161 0 0,0 1 0 0 0,-1 0 0 0 0,1 0 0 0 0,-1 0 0 0 0,1 0 0 0 0,-1 0 0 0 0,-1 0 0 0 0,1 1 0 0 0,0 0 0 0 0,-1 0 0 0 0,0 0 0 0 0,0 0 0 0 0,1 0 0 0 0,-2 1 0 0 0,1-1 0 0 0,0 1 0 0 0,0 0 0 0 0,-1 0 0 0 0,1 1 0 0 0,-1 0 0 0 0,0-1 0 0 0,1 1 0 0 0,-7 0 0 0 0,-1 1-71 0 0,0 1 1 0 0,0 0-1 0 0,0 0 0 0 0,0 2 1 0 0,0-1-1 0 0,0 1 1 0 0,1 1-1 0 0,-13 5 0 0 0,3 0 51 0 0,0 1-1 0 0,1 1 1 0 0,-27 19 0 0 0,21-10-8 0 0,2 0 1 0 0,0 2-1 0 0,2 1 1 0 0,-31 38 0 0 0,42-46-82 0 0,0 1 0 0 0,1-1 0 0 0,0 1 0 0 0,2 1 1 0 0,0 0-1 0 0,0 0 0 0 0,2 1 0 0 0,0 0 0 0 0,-3 20 0 0 0,7-30-44 0 0,1 0 1 0 0,1-1-1 0 0,-1 1 0 0 0,1-1 0 0 0,1 1 0 0 0,-1-1 0 0 0,1 1 0 0 0,0 0 0 0 0,1-1 0 0 0,0 0 0 0 0,0 1 0 0 0,1-1 1 0 0,0 0-1 0 0,0 0 0 0 0,0 0 0 0 0,1-1 0 0 0,0 1 0 0 0,0-1 0 0 0,1 0 0 0 0,0 0 0 0 0,0-1 0 0 0,0 1 0 0 0,1-1 0 0 0,0 0 1 0 0,0 0-1 0 0,0-1 0 0 0,0 0 0 0 0,1 0 0 0 0,0 0 0 0 0,-1-1 0 0 0,1 0 0 0 0,1-1 0 0 0,-1 1 0 0 0,0-1 0 0 0,1-1 1 0 0,-1 1-1 0 0,1-1 0 0 0,-1 0 0 0 0,1-1 0 0 0,10-1 0 0 0,8 2-155 0 0,1-2 0 0 0,-1-1-1 0 0,0-1 1 0 0,0-1 0 0 0,-1-2 0 0 0,1 0 0 0 0,-1-2 0 0 0,-1 0-1 0 0,1-2 1 0 0,-1-1 0 0 0,-1-1 0 0 0,0 0 0 0 0,-1-2-1 0 0,0-1 1 0 0,33-30 0 0 0,-55 45 143 0 0,15-18-111 0 0,-8 8-11 0 0,-7 10 126 0 0,0 0 1 0 0,-1 0-1 0 0,1 0 0 0 0,0 0 0 0 0,0 0 0 0 0,0 0 0 0 0,0 0 0 0 0,0 0 1 0 0,0 0-1 0 0,0 0 0 0 0,0 0 0 0 0,0 0 0 0 0,0 0 0 0 0,0 0 0 0 0,-1 0 0 0 0,1 0 1 0 0,0 0-1 0 0,0 0 0 0 0,0 0 0 0 0,0 0 0 0 0,0 0 0 0 0,0 0 0 0 0,0 0 1 0 0,0 0-1 0 0,0 0 0 0 0,0 0 0 0 0,-1 0 0 0 0,1 0 0 0 0,0 0 0 0 0,0 0 1 0 0,0 0-1 0 0,0 0 0 0 0,0 0 0 0 0,0 0 0 0 0,0 0 0 0 0,0 0 0 0 0,0 0 1 0 0,0 0-1 0 0,0 0 0 0 0,0-1 0 0 0,0 1 0 0 0,0 0 0 0 0,-1 0 0 0 0,1 0 1 0 0,0 0-1 0 0,0 0 0 0 0,0 0 0 0 0,0 0 0 0 0,0 0 0 0 0,0 0 0 0 0,0 0 0 0 0,0-1 1 0 0,0 1-1 0 0,0 0 0 0 0,0 0 0 0 0,0 0 0 0 0,0 0 0 0 0,0 0 0 0 0,0 0 1 0 0,0 0-1 0 0,0 0 0 0 0,0 0 0 0 0,1 0 0 0 0,-1-1 0 0 0,0 1 0 0 0,-5 2-13 0 0,1 0-1 0 0,-1 0 0 0 0,1 0 1 0 0,0 0-1 0 0,0 1 0 0 0,0-1 1 0 0,-7 7-1 0 0,10-8 12 0 0,0 0 1 0 0,1 0-1 0 0,-1 0 1 0 0,0 0-1 0 0,1 0 0 0 0,-1 1 1 0 0,1-1-1 0 0,-1 0 0 0 0,1 0 1 0 0,-1 0-1 0 0,1 0 0 0 0,0 1 1 0 0,-1-1-1 0 0,1 0 1 0 0,0 0-1 0 0,0 1 0 0 0,0-1 1 0 0,0 0-1 0 0,0 0 0 0 0,1 0 1 0 0,-1 1-1 0 0,0-1 0 0 0,0 0 1 0 0,1 0-1 0 0,-1 0 1 0 0,1 1-1 0 0,-1-1 0 0 0,1 0 1 0 0,-1 0-1 0 0,1 0 0 0 0,0 0 1 0 0,-1 0-1 0 0,1 0 0 0 0,0 0 1 0 0,0 0-1 0 0,0 0 0 0 0,0-1 1 0 0,0 1-1 0 0,0 0 1 0 0,0-1-1 0 0,0 1 0 0 0,0 0 1 0 0,2 0-1 0 0,1 1 66 0 0,-1 0 0 0 0,0 0 0 0 0,1-1 0 0 0,-1 0 0 0 0,1 1 1 0 0,0-1-1 0 0,-1 0 0 0 0,1-1 0 0 0,0 1 0 0 0,-1 0 0 0 0,1-1 0 0 0,0 0 0 0 0,0 0 0 0 0,-1 0 0 0 0,1-1 0 0 0,0 1 1 0 0,0-1-1 0 0,-1 0 0 0 0,1 0 0 0 0,0 0 0 0 0,-1 0 0 0 0,1-1 0 0 0,-1 0 0 0 0,0 1 0 0 0,1-1 0 0 0,-1 0 0 0 0,0-1 1 0 0,0 1-1 0 0,0 0 0 0 0,-1-1 0 0 0,1 0 0 0 0,-1 1 0 0 0,1-1 0 0 0,-1 0 0 0 0,0-1 0 0 0,0 1 0 0 0,0 0 0 0 0,0 0 1 0 0,-1-1-1 0 0,1 1 0 0 0,-1-1 0 0 0,1-4 0 0 0,-2 5 8 0 0,1 0 1 0 0,-1 0-1 0 0,0 0 1 0 0,-1 0-1 0 0,1 1 1 0 0,-1-1-1 0 0,1 0 0 0 0,-1 0 1 0 0,0 1-1 0 0,0-1 1 0 0,0 0-1 0 0,0 1 1 0 0,0-1-1 0 0,-1 1 0 0 0,1-1 1 0 0,-1 1-1 0 0,0 0 1 0 0,-2-3-1 0 0,-34-32-1449 0 0,25 30-376 0 0,7 4-551 0 0</inkml:trace>
</inkml:ink>
</file>

<file path=ppt/ink/ink8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0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1 316 560 0 0,'5'4'871'0'0,"1"0"0"0"0,-1 1-1 0 0,0 0 1 0 0,0 0 0 0 0,0 0 0 0 0,-1 1-1 0 0,0-1 1 0 0,0 1 0 0 0,5 10 0 0 0,-8-14-45 0 0,-1-2-798 0 0,0 0 0 0 0,0 0-1 0 0,0 0 1 0 0,0 1 0 0 0,0-1-1 0 0,0 0 1 0 0,0 0 0 0 0,1 0-1 0 0,-1 1 1 0 0,0-1 0 0 0,0 0-1 0 0,0 0 1 0 0,0 0 0 0 0,0 0-1 0 0,0 0 1 0 0,0 1 0 0 0,1-1-1 0 0,-1 0 1 0 0,0 0 0 0 0,0 0-1 0 0,0 0 1 0 0,0 0 0 0 0,0 0-1 0 0,1 1 1 0 0,-1-1 0 0 0,0 0-1 0 0,0 0 1 0 0,0 0 0 0 0,1 0-1 0 0,-1 0 1 0 0,0 0 0 0 0,0 0-1 0 0,0 0 1 0 0,1 0 0 0 0,-1 0-1 0 0,0 0 1 0 0,0 0-1 0 0,0 0 1 0 0,1 0 0 0 0,-1 0-1 0 0,0 0 1 0 0,0 0 0 0 0,0 0-1 0 0,0 0 1 0 0,1 0 0 0 0,-1-1-1 0 0,0 1 1 0 0,0 0 0 0 0,0 0-1 0 0,0 0 1 0 0,1 0 0 0 0,-1 0-1 0 0,0 0 1 0 0,0-1 0 0 0,0 1-1 0 0,0 0 1 0 0,0 0 0 0 0,1 0-1 0 0,-1-1 1 0 0,15-10 1218 0 0,-11 7-1307 0 0,-1 3 55 0 0,0-1 1 0 0,-1 1-1 0 0,1 0 0 0 0,0 0 0 0 0,0 0 0 0 0,0 1 0 0 0,0-1 1 0 0,-1 1-1 0 0,1 0 0 0 0,0-1 0 0 0,0 1 0 0 0,0 1 0 0 0,0-1 1 0 0,0 0-1 0 0,0 1 0 0 0,0-1 0 0 0,0 1 0 0 0,0 0 0 0 0,-1 0 1 0 0,1 0-1 0 0,0 0 0 0 0,-1 1 0 0 0,1-1 0 0 0,0 1 0 0 0,2 2 1 0 0,12 4-147 0 0,-10-5 105 0 0,0 0 0 0 0,-1-1 0 0 0,1 0 0 0 0,0 0 0 0 0,0 0 0 0 0,1-1 0 0 0,-1 0 0 0 0,0-1 0 0 0,0 1 0 0 0,1-1 0 0 0,-1-1 0 0 0,0 1 0 0 0,0-1 0 0 0,0-1 0 0 0,0 1 1 0 0,0-1-1 0 0,0-1 0 0 0,0 1 0 0 0,0-1 0 0 0,-1 0 0 0 0,1 0 0 0 0,-1-1 0 0 0,0 0 0 0 0,0 0 0 0 0,0-1 0 0 0,7-7 0 0 0,-2 1 151 0 0,-1 0 0 0 0,0-1-1 0 0,-1 0 1 0 0,-1-1 0 0 0,0 0 0 0 0,0 0 0 0 0,-2-1 0 0 0,1 1-1 0 0,-2-2 1 0 0,0 1 0 0 0,6-30 0 0 0,10-96 1555 0 0,-21 139-1627 0 0,0 1 0 0 0,0-1 0 0 0,1 0 0 0 0,-1 1 0 0 0,0-1 0 0 0,0 0 0 0 0,0 1 0 0 0,0-1 0 0 0,0 0 0 0 0,0 0 0 0 0,0 1 0 0 0,0-1-1 0 0,0 0 1 0 0,0 1 0 0 0,0-1 0 0 0,0 0 0 0 0,-1 1 0 0 0,1-1 0 0 0,0 0 0 0 0,0 1 0 0 0,-1-1 0 0 0,1 0 0 0 0,-1 1 0 0 0,1-1 0 0 0,0 0 0 0 0,-1 1 0 0 0,1-1-1 0 0,-1 1 1 0 0,1-1 0 0 0,-1 1 0 0 0,-1-1 0 0 0,-16 14 179 0 0,-15 38-188 0 0,28-40-8 0 0,0 0 1 0 0,1 0 0 0 0,0 0 0 0 0,1 1-1 0 0,1-1 1 0 0,0 1 0 0 0,0 0-1 0 0,1 0 1 0 0,0 0 0 0 0,1 0 0 0 0,1 0-1 0 0,0 0 1 0 0,4 21 0 0 0,-1-18-86 0 0,1 0 0 0 0,0-1 0 0 0,1 1 0 0 0,0-1 0 0 0,1 0 0 0 0,1-1 1 0 0,0 1-1 0 0,1-1 0 0 0,20 22 0 0 0,-23-28-51 0 0,1-1 0 0 0,0-1 0 0 0,0 1 1 0 0,1-1-1 0 0,-1 0 0 0 0,1-1 0 0 0,0 0 0 0 0,0 0 0 0 0,1-1 0 0 0,-1 0 0 0 0,1 0 1 0 0,16 2-1 0 0,-20-4 63 0 0,0 0 0 0 0,-1-1 0 0 0,1 1-1 0 0,0-1 1 0 0,0 0 0 0 0,0-1 0 0 0,0 1 0 0 0,0-1 0 0 0,0 0 0 0 0,0 0 0 0 0,0 0 0 0 0,0-1 0 0 0,-1 0 0 0 0,1 0 0 0 0,-1 0 0 0 0,1 0 0 0 0,-1-1 0 0 0,0 1-1 0 0,0-1 1 0 0,0 0 0 0 0,0-1 0 0 0,-1 1 0 0 0,7-8 0 0 0,1-4-30 0 0,-10 14 100 0 0,0 0 1 0 0,0-1-1 0 0,0 1 0 0 0,0 0 1 0 0,0-1-1 0 0,0 1 0 0 0,0-1 1 0 0,-1 0-1 0 0,1 1 0 0 0,0-1 0 0 0,-1 1 1 0 0,1-1-1 0 0,-1 0 0 0 0,0 1 1 0 0,0-1-1 0 0,1 0 0 0 0,-1 0 1 0 0,0 1-1 0 0,-1-4 0 0 0,1 3 75 0 0,-5-3-73 0 0,5 4-13 0 0,0 1 0 0 0,0 0 0 0 0,-1-1 0 0 0,1 1 0 0 0,0 0 0 0 0,0-1 0 0 0,0 1 0 0 0,0 0 0 0 0,-1-1 0 0 0,1 1 0 0 0,0 0 0 0 0,0 0 1 0 0,-1-1-1 0 0,1 1 0 0 0,0 0 0 0 0,0 0 0 0 0,-1-1 0 0 0,1 1 0 0 0,0 0 0 0 0,-1 0 0 0 0,1 0 0 0 0,0 0 0 0 0,-1 0 0 0 0,1-1 0 0 0,0 1 0 0 0,-1 0 1 0 0,1 0-1 0 0,-1 0 0 0 0,1 0 0 0 0,0 0 0 0 0,-1 0 0 0 0,1 0 0 0 0,0 0 0 0 0,-1 0 0 0 0,1 0 0 0 0,0 1 0 0 0,-1-1 0 0 0,1 0 0 0 0,-1 0 0 0 0,-2 2-1 0 0,0 1-1 0 0,-1-1 1 0 0,2 1-1 0 0,-1 0 1 0 0,0 0-1 0 0,0 0 1 0 0,1 0-1 0 0,0 0 1 0 0,0 0-1 0 0,0 1 1 0 0,0-1-1 0 0,0 1 0 0 0,0-1 1 0 0,1 1-1 0 0,-2 6 1 0 0,3-8-8 0 0,3 4-40 0 0,-3-5 40 0 0,1 0 0 0 0,-1-1-1 0 0,0 1 1 0 0,0 0 0 0 0,1 0 0 0 0,-1 0-1 0 0,0-1 1 0 0,1 1 0 0 0,-1 0 0 0 0,1-1-1 0 0,-1 1 1 0 0,1 0 0 0 0,-1-1 0 0 0,1 1-1 0 0,0-1 1 0 0,-1 1 0 0 0,1 0 0 0 0,0-1-1 0 0,-1 0 1 0 0,1 1 0 0 0,0-1 0 0 0,-1 1-1 0 0,1-1 1 0 0,1 1 0 0 0,5-1-29 0 0,0 0-1 0 0,0 0 1 0 0,0-1 0 0 0,0 1 0 0 0,0-1 0 0 0,0-1 0 0 0,-1 0 0 0 0,1 0-1 0 0,0 0 1 0 0,-1 0 0 0 0,0-1 0 0 0,1 0 0 0 0,-1-1 0 0 0,0 1 0 0 0,8-8-1 0 0,-6 6 37 0 0,1-1-1 0 0,0 1 0 0 0,0 0 1 0 0,0 1-1 0 0,1 0 1 0 0,0 1-1 0 0,19-5 0 0 0,-17 8-4 0 0,-7-1 6 0 0,0 2-1 0 0,0-1 0 0 0,0 1 0 0 0,0-1 0 0 0,1 1 1 0 0,-1 1-1 0 0,-1-1 0 0 0,1 1 0 0 0,0 0 0 0 0,0 0 0 0 0,-1 0 1 0 0,1 0-1 0 0,-1 1 0 0 0,1 0 0 0 0,-1 0 0 0 0,0 0 1 0 0,5 6-1 0 0,4 2-49 0 0,5 3-146 0 0,38 26-1483 0 0,-52-37 1453 0 0,-1-1 0 0 0,1 0 0 0 0,1 0-1 0 0,-1-1 1 0 0,0 1 0 0 0,0-1 0 0 0,1 0-1 0 0,-1 0 1 0 0,0 0 0 0 0,1-1-1 0 0,-1 0 1 0 0,6 0 0 0 0,-7 0 347 0 0,0-1 1 0 0,0 0-1 0 0,-1-1 1 0 0,1 1 0 0 0,0 0-1 0 0,-1-1 1 0 0,1 1-1 0 0,-1-1 1 0 0,1 0-1 0 0,-1 0 1 0 0,0 0-1 0 0,0 0 1 0 0,0 0-1 0 0,0-1 1 0 0,0 1-1 0 0,0-1 1 0 0,-1 1-1 0 0,1-1 1 0 0,-1 1-1 0 0,0-1 1 0 0,1 0-1 0 0,-1 0 1 0 0,-1 0-1 0 0,1 1 1 0 0,0-1-1 0 0,0-3 1 0 0,-1 4 454 0 0,0 0-164 0 0,0 1-351 0 0,0 1 0 0 0,0-1 0 0 0,0 0-1 0 0,0 1 1 0 0,0-1 0 0 0,-1 0 0 0 0,1 0 0 0 0,0 1 0 0 0,0-1-1 0 0,0 0 1 0 0,-1 1 0 0 0,1-1 0 0 0,0 0 0 0 0,-1 1 0 0 0,1-1-1 0 0,-1 0 1 0 0,1 1 0 0 0,0-1 0 0 0,-1 1 0 0 0,1-1 0 0 0,-1 1 0 0 0,0-1-1 0 0,1 1 1 0 0,-1-1 0 0 0,1 1 0 0 0,-1 0 0 0 0,0-1 0 0 0,1 1-1 0 0,-1 0 1 0 0,0-1 0 0 0,1 1 0 0 0,-1 0 0 0 0,0 0 0 0 0,0 0-1 0 0,0 0 1 0 0,-6 0 75 0 0,0 1-1 0 0,0-1 1 0 0,1 2-1 0 0,-1-1 1 0 0,0 1 0 0 0,1 0-1 0 0,-1 0 1 0 0,1 1-1 0 0,-1 0 1 0 0,1 0-1 0 0,0 1 1 0 0,1-1 0 0 0,-1 1-1 0 0,0 1 1 0 0,-6 6-1 0 0,-29 34-973 0 0,6 4-4096 0 0,30-36-1968 0 0</inkml:trace>
</inkml:ink>
</file>

<file path=ppt/ink/ink8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1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 20 0 0,'1'-1'317'0'0,"0"1"-1"0"0,0 0 1 0 0,0-1-1 0 0,-1 1 1 0 0,1 0-1 0 0,0 0 1 0 0,0-1-1 0 0,0 1 1 0 0,0 0 0 0 0,0 0-1 0 0,0 0 1 0 0,0 0-1 0 0,-1 0 1 0 0,1 0-1 0 0,0 1 1 0 0,0-1-1 0 0,0 0 1 0 0,0 0 0 0 0,0 0-1 0 0,-1 1 1 0 0,1-1-1 0 0,0 1 1 0 0,0-1-1 0 0,0 0 1 0 0,-1 1-1 0 0,1 0 1 0 0,0-1 0 0 0,-1 1-1 0 0,1-1 1 0 0,1 2-1 0 0,2 31 2456 0 0,-1 159 1689 0 0,-2-139-4235 0 0,-3 80 1199 0 0,-5-46-8980 0 0</inkml:trace>
</inkml:ink>
</file>

<file path=ppt/ink/ink8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1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1332 359 584 0 0,'11'-3'1048'0'0,"3"-1"-56"0"0,-1 2-60 0 0,3-2-56 0 0,-6 3-84 0 0,2-1 569 0 0,9 0-773 0 0,-11 1 172 0 0,13 1-624 0 0,-15 1-176 0 0,3 3-196 0 0,7-6-924 0 0,-8 4-2253 0 0</inkml:trace>
  <inkml:trace contextRef="#ctx0" brushRef="#br0" timeOffset="1">6 17 1068 0 0,'0'0'1976'0'0,"-6"8"3457"0"0,34-5-4429 0 0,-17-3-96 0 0,5 0-136 0 0,2-1-296 0 0,1-3-400 0 0,1 4-472 0 0,9-1-552 0 0,3-4-780 0 0,8 0-1873 0 0,0-6 829 0 0</inkml:trace>
</inkml:ink>
</file>

<file path=ppt/ink/ink8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6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0 224 0 0,'0'0'10870'0'0,"-7"1"-10067"0"0,0 1-602 0 0,0 0-1 0 0,0 0 1 0 0,1 1-1 0 0,-1 0 1 0 0,1 0 0 0 0,-1 1-1 0 0,1 0 1 0 0,0 0-1 0 0,1 0 1 0 0,-1 1 0 0 0,1 0-1 0 0,0 0 1 0 0,0 0-1 0 0,-6 9 1 0 0,-4 2 124 0 0,1 1-1 0 0,0 0 1 0 0,1 1 0 0 0,1 0 0 0 0,1 1-1 0 0,1 0 1 0 0,-9 23 0 0 0,18-42-339 0 0,1 1 0 0 0,-1 0 0 0 0,1-1 1 0 0,0 1-1 0 0,-1 0 0 0 0,1 0 0 0 0,0-1 0 0 0,-1 1 1 0 0,1 0-1 0 0,0 0 0 0 0,0 0 0 0 0,0-1 1 0 0,0 1-1 0 0,0 0 0 0 0,0 0 0 0 0,0 0 0 0 0,0 0 1 0 0,0-1-1 0 0,0 1 0 0 0,0 0 0 0 0,0 0 1 0 0,1 0-1 0 0,-1-1 0 0 0,0 1 0 0 0,1 0 1 0 0,-1 0-1 0 0,0-1 0 0 0,1 1 0 0 0,-1 0 0 0 0,1-1 1 0 0,-1 1-1 0 0,1 0 0 0 0,-1-1 0 0 0,1 1 1 0 0,0-1-1 0 0,-1 1 0 0 0,1-1 0 0 0,0 1 1 0 0,-1-1-1 0 0,1 1 0 0 0,0-1 0 0 0,0 0 0 0 0,-1 1 1 0 0,1-1-1 0 0,0 0 0 0 0,0 0 0 0 0,0 0 1 0 0,0 1-1 0 0,-1-1 0 0 0,1 0 0 0 0,0 0 1 0 0,0 0-1 0 0,0 0 0 0 0,0-1 0 0 0,0 1 0 0 0,42-10-278 0 0,4-14-71 0 0,-34 17 168 0 0,0 0 0 0 0,1 1 0 0 0,-1 1 0 0 0,15-4-1 0 0,-23 9 118 0 0,0 0 0 0 0,0 0 0 0 0,0 1 0 0 0,0 0 0 0 0,-1 0 0 0 0,1 0 0 0 0,0 1 0 0 0,-1-1 0 0 0,1 1 0 0 0,-1 0 0 0 0,1 0 0 0 0,-1 1 0 0 0,0-1 0 0 0,0 1 0 0 0,0 0 0 0 0,4 4 0 0 0,34 18-419 0 0,-32-21 484 0 0,0-1-1 0 0,0 0 1 0 0,0-1 0 0 0,0-1-1 0 0,1 1 1 0 0,-1-1-1 0 0,0-1 1 0 0,1 0 0 0 0,-1-1-1 0 0,0 0 1 0 0,20-4 0 0 0,-25 3 184 0 0,0 1-1 0 0,0-1 1 0 0,0 0 0 0 0,0-1 0 0 0,0 1 0 0 0,0-1-1 0 0,-1 0 1 0 0,1 0 0 0 0,-1 0 0 0 0,0-1-1 0 0,0 1 1 0 0,0-1 0 0 0,-1 0 0 0 0,1-1 0 0 0,-1 1-1 0 0,0 0 1 0 0,0-1 0 0 0,0 0 0 0 0,-1 0 0 0 0,1 1-1 0 0,-1-1 1 0 0,-1-1 0 0 0,1 1 0 0 0,1-7 0 0 0,-2 4 128 0 0,0 0-1 0 0,-1-1 1 0 0,0 1 0 0 0,0-1 0 0 0,-1 1 0 0 0,-1-10 0 0 0,1 13-194 0 0,0 0 0 0 0,0 1 0 0 0,0-1 0 0 0,-1 1 0 0 0,1-1 0 0 0,-1 1-1 0 0,0 0 1 0 0,0 0 0 0 0,-1 0 0 0 0,1 0 0 0 0,-1 0 0 0 0,-5-6 0 0 0,7 10-393 0 0,0-8 439 0 0</inkml:trace>
</inkml:ink>
</file>

<file path=ppt/ink/ink8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6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35 556 0 0,'-14'5'942'0'0,"0"0"-1"0"0,0 1 1 0 0,1 0 0 0 0,0 1 0 0 0,1 1-1 0 0,0 0 1 0 0,-19 17 0 0 0,28-23-831 0 0,0 1 1 0 0,0-1 0 0 0,1 1 0 0 0,-1 0-1 0 0,1 0 1 0 0,0 0 0 0 0,0 0 0 0 0,0 0-1 0 0,0 0 1 0 0,0 1 0 0 0,1-1-1 0 0,-1 1 1 0 0,1-1 0 0 0,0 1 0 0 0,0-1-1 0 0,1 1 1 0 0,-1 0 0 0 0,1-1-1 0 0,0 1 1 0 0,0 0 0 0 0,0 0 0 0 0,0-1-1 0 0,0 1 1 0 0,1 0 0 0 0,0-1 0 0 0,0 1-1 0 0,0 0 1 0 0,0-1 0 0 0,0 1-1 0 0,1-1 1 0 0,0 0 0 0 0,-1 1 0 0 0,1-1-1 0 0,0 0 1 0 0,5 5 0 0 0,-6-6-57 0 0,0 0 1 0 0,1 0 0 0 0,-1 0 0 0 0,1 0-1 0 0,0 0 1 0 0,0 0 0 0 0,-1-1-1 0 0,1 1 1 0 0,0-1 0 0 0,0 1 0 0 0,1-1-1 0 0,-1 0 1 0 0,0 0 0 0 0,0 1-1 0 0,1-2 1 0 0,-1 1 0 0 0,0 0 0 0 0,1 0-1 0 0,-1-1 1 0 0,1 1 0 0 0,-1-1-1 0 0,1 0 1 0 0,-1 0 0 0 0,1 0 0 0 0,-1 0-1 0 0,1 0 1 0 0,-1-1 0 0 0,1 1-1 0 0,-1-1 1 0 0,1 1 0 0 0,-1-1 0 0 0,0 0-1 0 0,1 0 1 0 0,-1 0 0 0 0,0 0-1 0 0,0 0 1 0 0,0-1 0 0 0,1 1 0 0 0,-1-1-1 0 0,-1 1 1 0 0,4-4 0 0 0,1-1 79 0 0,-1 1 1 0 0,0-1 0 0 0,0 0-1 0 0,-1 0 1 0 0,0-1-1 0 0,0 1 1 0 0,0-1 0 0 0,-1 0-1 0 0,0 0 1 0 0,0 0 0 0 0,-1-1-1 0 0,3-10 1 0 0,-4 11-105 0 0,-1 0-1 0 0,1-1 1 0 0,-1 1 0 0 0,-1 0-1 0 0,1 0 1 0 0,-1 0 0 0 0,0 0-1 0 0,-1 0 1 0 0,0 0 0 0 0,-4-12 0 0 0,-7-7-3051 0 0,-3-2-4566 0 0</inkml:trace>
</inkml:ink>
</file>

<file path=ppt/ink/ink8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6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1 186 88 0 0,'5'3'258'0'0,"1"0"1"0"0,-1 0-1 0 0,0 1 1 0 0,0-1-1 0 0,-1 1 1 0 0,1 1-1 0 0,-1-1 1 0 0,0 1-1 0 0,0-1 0 0 0,0 1 1 0 0,-1 0-1 0 0,1 1 1 0 0,4 10-1 0 0,-3-4 86 0 0,-1-1 0 0 0,0 1 0 0 0,0 0 0 0 0,-2 0 0 0 0,3 22 0 0 0,-7-15 5640 0 0,5-27-5956 0 0,1-1 0 0 0,0 1 0 0 0,0 0 0 0 0,1 0 0 0 0,-1 1 0 0 0,2-1-1 0 0,-1 1 1 0 0,1 0 0 0 0,0 1 0 0 0,1-1 0 0 0,0 1 0 0 0,14-10 0 0 0,-13 11-372 0 0,1 1 0 0 0,0-1 0 0 0,0 1 1 0 0,0 1-1 0 0,0 0 0 0 0,1 0 0 0 0,-1 1 1 0 0,1 0-1 0 0,-1 1 0 0 0,1 0 1 0 0,0 0-1 0 0,15 2 0 0 0,-24-1 323 0 0,68 9-1536 0 0,-66-9 1567 0 0,0 1-1 0 0,0 0 1 0 0,0 0 0 0 0,-1 0-1 0 0,1 0 1 0 0,0 1 0 0 0,0-1-1 0 0,-1 1 1 0 0,1-1 0 0 0,-1 1-1 0 0,0 0 1 0 0,1 0 0 0 0,-1 0-1 0 0,0 0 1 0 0,0 0 0 0 0,0 1-1 0 0,0-1 1 0 0,-1 1 0 0 0,3 4-1 0 0,-3-4 111 0 0,0 0 0 0 0,-1 1 0 0 0,1-1 0 0 0,-1 1 0 0 0,0-1 0 0 0,0 0 0 0 0,0 1 0 0 0,0-1 0 0 0,-2 5 0 0 0,2-6-74 0 0,-1 0 0 0 0,1 0-1 0 0,-1 0 1 0 0,1-1 0 0 0,-1 1-1 0 0,1 0 1 0 0,0 0 0 0 0,0 0 0 0 0,0 0-1 0 0,0 0 1 0 0,0 0 0 0 0,1 0-1 0 0,-1 0 1 0 0,1 0 0 0 0,-1 0 0 0 0,1-1-1 0 0,-1 1 1 0 0,1 0 0 0 0,0 0-1 0 0,0-1 1 0 0,0 1 0 0 0,0 0-1 0 0,0-1 1 0 0,1 1 0 0 0,-1-1 0 0 0,0 1-1 0 0,1-1 1 0 0,-1 0 0 0 0,1 0-1 0 0,-1 0 1 0 0,1 1 0 0 0,-1-1-1 0 0,1-1 1 0 0,2 2 0 0 0,2 1 42 0 0,0-1 0 0 0,0 0 0 0 0,0-1 1 0 0,0 1-1 0 0,0-1 0 0 0,0 0 0 0 0,0-1 1 0 0,0 1-1 0 0,0-1 0 0 0,0-1 0 0 0,1 1 0 0 0,-1-1 1 0 0,0 0-1 0 0,0 0 0 0 0,0-1 0 0 0,0 0 1 0 0,10-4-1 0 0,-8 1 19 0 0,-1 0 1 0 0,1 0 0 0 0,-1 0-1 0 0,0-1 1 0 0,0 0-1 0 0,-1-1 1 0 0,0 0 0 0 0,0 0-1 0 0,0 0 1 0 0,-1 0-1 0 0,5-10 1 0 0,-1-1 223 0 0,0-1 0 0 0,-1 0 0 0 0,-1 0 0 0 0,0-1 0 0 0,-2 0 0 0 0,0 0 1 0 0,-1 0-1 0 0,-1-1 0 0 0,0-40 0 0 0,-3 51-77 0 0,0 7-22 0 0,0-1-1 0 0,0 0 1 0 0,-1 0 0 0 0,1 0 0 0 0,-1 0 0 0 0,0 0 0 0 0,0 0 0 0 0,-2-4 0 0 0,2 7 439 0 0,-2 2-628 0 0,-1 1-1 0 0,1 0 1 0 0,0 0-1 0 0,0 1 1 0 0,-1-1 0 0 0,1 1-1 0 0,1-1 1 0 0,-1 1-1 0 0,0 0 1 0 0,1 0 0 0 0,-1 0-1 0 0,1 0 1 0 0,0 1-1 0 0,0-1 1 0 0,0 1-1 0 0,1-1 1 0 0,-1 1 0 0 0,1 0-1 0 0,0-1 1 0 0,0 1-1 0 0,0 0 1 0 0,-1 7 0 0 0,0 4-232 0 0,-1 1 0 0 0,2 0 0 0 0,0 0 0 0 0,2 24 0 0 0,0-32-167 0 0,0 1 1 0 0,1-1 0 0 0,0 0-1 0 0,0 0 1 0 0,1 0-1 0 0,0 0 1 0 0,0-1 0 0 0,7 13-1 0 0,-7-16-410 0 0,0 0 0 0 0,0 0 0 0 0,0-1 0 0 0,0 1 0 0 0,1-1 0 0 0,-1 1 0 0 0,1-1 0 0 0,0 0 0 0 0,0 0 0 0 0,5 2 0 0 0,7 2-2989 0 0</inkml:trace>
</inkml:ink>
</file>

<file path=ppt/ink/ink8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9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361 88 820 0 0,'-3'-6'637'0'0,"0"0"-1"0"0,0 0 1 0 0,-1 1-1 0 0,0 0 0 0 0,0 0 1 0 0,0 0-1 0 0,-1 0 1 0 0,1 1-1 0 0,-1-1 1 0 0,0 1-1 0 0,0 0 1 0 0,-1 1-1 0 0,1-1 1 0 0,-1 1-1 0 0,0 0 1 0 0,0 1-1 0 0,0 0 1 0 0,0-1-1 0 0,-7 0 1 0 0,6 1-307 0 0,1 1 1 0 0,-1 1 0 0 0,0-1 0 0 0,1 1-1 0 0,-1 0 1 0 0,-12 2 0 0 0,17-2-279 0 0,0 0-1 0 0,0 0 1 0 0,0 1 0 0 0,0-1 0 0 0,0 1 0 0 0,0 0-1 0 0,0 0 1 0 0,0-1 0 0 0,0 1 0 0 0,0 0 0 0 0,1 1-1 0 0,-1-1 1 0 0,0 0 0 0 0,1 0 0 0 0,-1 1-1 0 0,1-1 1 0 0,-1 1 0 0 0,1 0 0 0 0,0-1 0 0 0,-1 1-1 0 0,1 0 1 0 0,0 0 0 0 0,0-1 0 0 0,0 1 0 0 0,0 0-1 0 0,1 0 1 0 0,-1 0 0 0 0,1 0 0 0 0,-1 0 0 0 0,1 0-1 0 0,0 1 1 0 0,-1-1 0 0 0,1 0 0 0 0,0 0 0 0 0,0 0-1 0 0,1 0 1 0 0,-1 3 0 0 0,3 9 38 0 0,0 0 0 0 0,0-1 1 0 0,1 1-1 0 0,10 20 0 0 0,-4-5-66 0 0,-9-28-4 0 0,-7 15 47 0 0,-7-10-222 0 0,0 0 0 0 0,-1-1 0 0 0,0 0 0 0 0,-1-1 1 0 0,1 0-1 0 0,0-2 0 0 0,-21 2 0 0 0,28-3-1428 0 0,-1-1-1 0 0,1 0 1 0 0,-1-1 0 0 0,1 0 0 0 0,-11-2 0 0 0</inkml:trace>
</inkml:ink>
</file>

<file path=ppt/ink/ink8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3.0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41 1244 0 0,'13'-40'7640'0'0,"-17"46"-7171"0"0,1-1-421 0 0,-190 339 2015 0 0,174-304-1911 0 0,3 0 0 0 0,1 1 1 0 0,1 1-1 0 0,3 1 0 0 0,1-1 0 0 0,3 1 1 0 0,-3 51-1 0 0,9-75-104 0 0,2 0 1 0 0,0-1-1 0 0,1 1 0 0 0,1-1 1 0 0,1 1-1 0 0,0-1 0 0 0,1 0 1 0 0,1 0-1 0 0,1-1 0 0 0,0 0 1 0 0,2 0-1 0 0,0 0 0 0 0,19 25 1 0 0,-19-31-218 0 0,0 0 1 0 0,1 0 0 0 0,1-1-1 0 0,0-1 1 0 0,0 0-1 0 0,1 0 1 0 0,0-1-1 0 0,1 0 1 0 0,-1-1 0 0 0,2-1-1 0 0,-1 0 1 0 0,0-1-1 0 0,1 0 1 0 0,0-1 0 0 0,0-1-1 0 0,1 0 1 0 0,-1-1-1 0 0,16 1 1 0 0,-9-2-1507 0 0,0-2 0 0 0,26-2 0 0 0,1-4-1215 0 0</inkml:trace>
</inkml:ink>
</file>

<file path=ppt/ink/ink8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4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273 222 1076 0 0,'-2'0'1145'0'0,"-17"-2"592"0"0,9 3-1481 0 0,0-1 1 0 0,0 2-1 0 0,0-1 0 0 0,1 1 0 0 0,-1 1 0 0 0,1 0 0 0 0,-1 0 0 0 0,1 1 1 0 0,0 0-1 0 0,0 1 0 0 0,1-1 0 0 0,-1 2 0 0 0,1-1 0 0 0,0 1 0 0 0,1 1 0 0 0,-1-1 1 0 0,1 1-1 0 0,1 1 0 0 0,-1-1 0 0 0,1 1 0 0 0,0 0 0 0 0,1 0 0 0 0,-5 11 0 0 0,4-9-158 0 0,0 0-1 0 0,1 1 0 0 0,0-1 0 0 0,1 1 0 0 0,1 0 0 0 0,-1 0 0 0 0,2 0 0 0 0,-1 0 0 0 0,2 1 0 0 0,-1-1 1 0 0,2 1-1 0 0,-1-1 0 0 0,2 1 0 0 0,-1-1 0 0 0,2 0 0 0 0,-1 1 0 0 0,2-1 0 0 0,-1 0 0 0 0,2 0 0 0 0,4 13 0 0 0,-7-21-54 0 0,1-1-1 0 0,-1 1 1 0 0,0 0-1 0 0,1-1 1 0 0,-1 1-1 0 0,1-1 1 0 0,0 0-1 0 0,0 1 1 0 0,0-1-1 0 0,0 0 1 0 0,0 0-1 0 0,0 0 1 0 0,0-1-1 0 0,1 1 1 0 0,-1 0-1 0 0,1-1 1 0 0,0 0-1 0 0,-1 1 1 0 0,1-1-1 0 0,0 0 0 0 0,0 0 1 0 0,-1-1-1 0 0,1 1 1 0 0,0-1-1 0 0,0 1 1 0 0,0-1-1 0 0,0 0 1 0 0,0 0-1 0 0,0 0 1 0 0,0 0-1 0 0,0-1 1 0 0,0 1-1 0 0,-1-1 1 0 0,1 0-1 0 0,0 0 1 0 0,0 0-1 0 0,-1 0 1 0 0,1 0-1 0 0,0 0 1 0 0,-1-1-1 0 0,1 1 0 0 0,-1-1 1 0 0,4-3-1 0 0,6-4 99 0 0,0-1-1 0 0,0 0 0 0 0,-1-1 1 0 0,0-1-1 0 0,-1 1 0 0 0,14-23 0 0 0,-17 24-83 0 0,-1 0 0 0 0,-1-1 0 0 0,0 0 0 0 0,-1 1 0 0 0,0-2-1 0 0,0 1 1 0 0,-1 0 0 0 0,-1-1 0 0 0,0 1 0 0 0,0-1-1 0 0,-1 0 1 0 0,-1-19 0 0 0,-1 26-51 0 0,1 1-1 0 0,-1-1 1 0 0,0 1 0 0 0,0-1-1 0 0,0 1 1 0 0,0 0-1 0 0,-1-1 1 0 0,0 1 0 0 0,0 0-1 0 0,0 0 1 0 0,-1 0 0 0 0,1 0-1 0 0,-1 1 1 0 0,0-1-1 0 0,0 1 1 0 0,0-1 0 0 0,0 1-1 0 0,-1 0 1 0 0,1 0 0 0 0,-1 0-1 0 0,0 1 1 0 0,0 0-1 0 0,0-1 1 0 0,0 1 0 0 0,0 0-1 0 0,0 1 1 0 0,-1-1-1 0 0,1 1 1 0 0,0 0 0 0 0,-1 0-1 0 0,0 0 1 0 0,1 1 0 0 0,-1 0-1 0 0,-6 0 1 0 0,-2 0-17 0 0,0 0 1 0 0,1 1-1 0 0,-1 1 0 0 0,0 0 1 0 0,-18 5-1 0 0,26-6-2 0 0,1 0 0 0 0,1 1 0 0 0,-1-1 0 0 0,0 0 0 0 0,0 1 0 0 0,0 0 0 0 0,1 0 0 0 0,-1 0 0 0 0,1 1 0 0 0,0-1 0 0 0,-1 1 0 0 0,1 0 0 0 0,0 0 0 0 0,1 0 0 0 0,-1 0 0 0 0,0 0 0 0 0,1 0 0 0 0,0 1-1 0 0,0-1 1 0 0,-4 8 0 0 0,6-9-2 0 0,0 0-1 0 0,0 0 0 0 0,1-1 0 0 0,-1 1 0 0 0,0 0 1 0 0,1 0-1 0 0,-1-1 0 0 0,1 1 0 0 0,-1 0 0 0 0,1-1 0 0 0,0 1 1 0 0,-1-1-1 0 0,1 1 0 0 0,0 0 0 0 0,0-1 0 0 0,0 0 1 0 0,0 1-1 0 0,1-1 0 0 0,-1 0 0 0 0,0 0 0 0 0,0 1 0 0 0,1-1 1 0 0,-1 0-1 0 0,1 0 0 0 0,-1 0 0 0 0,1-1 0 0 0,-1 1 1 0 0,1 0-1 0 0,0-1 0 0 0,-1 1 0 0 0,1-1 0 0 0,2 1 0 0 0,62 15-307 0 0,-62-15 298 0 0,16 0-72 0 0,0 0 1 0 0,1-1-1 0 0,-1-1 0 0 0,0-1 0 0 0,22-5 0 0 0,8 0-80 0 0,24-7-74 0 0,0-2 1 0 0,74-28-1 0 0,-144 42 242 0 0,-2 2-4 0 0,-1 0-45 0 0,0 0 56 0 0,0 0 1 0 0,-1 1-1 0 0,1-1 0 0 0,0 0 0 0 0,0 0 0 0 0,-1 1 0 0 0,1-1 0 0 0,0 1 1 0 0,-1-1-1 0 0,1 1 0 0 0,0-1 0 0 0,-1 1 0 0 0,1-1 0 0 0,-1 1 0 0 0,1-1 0 0 0,-1 1 1 0 0,1 0-1 0 0,-1-1 0 0 0,1 1 0 0 0,-1 0 0 0 0,1-1 0 0 0,-1 1 0 0 0,0 0 1 0 0,0 0-1 0 0,1-1 0 0 0,-1 1 0 0 0,0 0 0 0 0,0 0 0 0 0,0 0 0 0 0,0-1 0 0 0,0 1 1 0 0,0 0-1 0 0,0 0 0 0 0,0 0 0 0 0,0-1 0 0 0,0 1 0 0 0,-1 1 0 0 0,-6 41-37 0 0,4-27 19 0 0,7 35 7 0 0,-4-49 19 0 0,0-1 0 0 0,0 1 0 0 0,1 0 0 0 0,-1 0 0 0 0,1 0 0 0 0,-1 0 0 0 0,1 0 0 0 0,0-1 1 0 0,-1 1-1 0 0,1 0 0 0 0,0-1 0 0 0,0 1 0 0 0,0 0 0 0 0,1-1 0 0 0,-1 1 0 0 0,0-1 0 0 0,1 0 0 0 0,-1 1 0 0 0,1-1 0 0 0,-1 0 0 0 0,1 0 0 0 0,-1 0 0 0 0,4 2 0 0 0,-1-3-5 0 0,-1 0 0 0 0,1-1 1 0 0,-1 1-1 0 0,0 0 0 0 0,1-1 0 0 0,-1 0 0 0 0,0 0 0 0 0,1 0 0 0 0,-1 0 0 0 0,0 0 0 0 0,0-1 1 0 0,4-2-1 0 0,37-26-92 0 0,-35 23 51 0 0,-5 4 33 0 0,4-3-77 0 0,1-1 1 0 0,0 1 0 0 0,1 1-1 0 0,-1-1 1 0 0,19-6-1 0 0,-23 12 40 0 0,0 1-1 0 0,0 0 1 0 0,0-1 0 0 0,0 1-1 0 0,0 1 1 0 0,0-1 0 0 0,6 3-1 0 0,5 2-70 0 0,1-2 30 0 0,1-1 0 0 0,-1-1 0 0 0,1 0 0 0 0,0-1 0 0 0,0-1 0 0 0,-1-1 0 0 0,31-4 0 0 0,-41 3 130 0 0,0 1-1 0 0,0-1 1 0 0,0 0-1 0 0,-1 0 1 0 0,1-1-1 0 0,-1 0 1 0 0,1 0-1 0 0,-1-1 1 0 0,0 0-1 0 0,0 0 1 0 0,-1 0-1 0 0,1-1 1 0 0,-1 1-1 0 0,0-1 1 0 0,0-1-1 0 0,-1 1 0 0 0,1-1 1 0 0,-1 0-1 0 0,0 0 1 0 0,-1 0-1 0 0,0 0 1 0 0,3-7-1 0 0,1-6 275 0 0,-2 0 0 0 0,0 0 0 0 0,-1 0-1 0 0,0-1 1 0 0,-2 1 0 0 0,-1-1-1 0 0,0 0 1 0 0,-1 1 0 0 0,-1-1-1 0 0,-1 0 1 0 0,-1 1 0 0 0,-6-23 0 0 0,5 23 910 0 0,1 62-1143 0 0,2 0 0 0 0,2 0 1 0 0,2 1-1 0 0,2-1 0 0 0,15 65 0 0 0,6 47-1296 0 0,-26-147 553 0 0,1 1 0 0 0,-1 0 0 0 0,-1-1 0 0 0,-2 16 0 0 0,-2 0-6357 0 0</inkml:trace>
</inkml:ink>
</file>

<file path=ppt/ink/ink8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4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96 408 0 0,'0'-3'345'0'0,"-1"1"1"0"0,1 0-1 0 0,0 0 0 0 0,-1 0 1 0 0,1-1-1 0 0,0 1 1 0 0,0 0-1 0 0,0 0 0 0 0,1-1 1 0 0,-1 1-1 0 0,0 0 0 0 0,1 0 1 0 0,0 0-1 0 0,-1 0 0 0 0,1-1 1 0 0,0 1-1 0 0,0 0 1 0 0,0 0-1 0 0,0 1 0 0 0,1-1 1 0 0,0-2-1 0 0,1 1-98 0 0,1 0 1 0 0,-1 0-1 0 0,1 1 1 0 0,-1-1-1 0 0,1 1 1 0 0,0 0-1 0 0,0 0 1 0 0,0 0-1 0 0,0 0 1 0 0,5-1-1 0 0,11-2-301 0 0,1 1 0 0 0,-1 0 0 0 0,34 0 0 0 0,-45 4 121 0 0,72-3-1788 0 0,-26 4-2707 0 0,-31 1 1934 0 0</inkml:trace>
</inkml:ink>
</file>

<file path=ppt/ink/ink8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4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26 68 0 0,'-2'-3'259'0'0,"-1"1"-1"0"0,1 0 1 0 0,-1-1-1 0 0,0 1 1 0 0,0 1-1 0 0,0-1 1 0 0,-1 0-1 0 0,1 1 1 0 0,0-1 0 0 0,0 1-1 0 0,-1 0 1 0 0,1 0-1 0 0,-1 0 1 0 0,1 1-1 0 0,-1-1 1 0 0,0 1-1 0 0,1 0 1 0 0,-1 0-1 0 0,1 0 1 0 0,-1 0 0 0 0,1 1-1 0 0,-1-1 1 0 0,1 1-1 0 0,-1 0 1 0 0,1 0-1 0 0,-6 3 1 0 0,4-2-101 0 0,0 0 0 0 0,1 0 0 0 0,-1 0-1 0 0,1 1 1 0 0,0-1 0 0 0,0 1 0 0 0,0 1 0 0 0,0-1 0 0 0,0 0 0 0 0,1 1 0 0 0,0 0 0 0 0,-1-1 0 0 0,1 1 0 0 0,1 1-1 0 0,-1-1 1 0 0,1 0 0 0 0,-1 1 0 0 0,1-1 0 0 0,-2 7 0 0 0,3 1-35 0 0,0 0 0 0 0,1 0 1 0 0,0-1-1 0 0,0 1 0 0 0,1 0 1 0 0,1 0-1 0 0,0-1 0 0 0,1 1 0 0 0,0-1 1 0 0,1 0-1 0 0,0 0 0 0 0,6 11 0 0 0,-4-8-66 0 0,0 1-1 0 0,-2-1 0 0 0,1 1 0 0 0,-2 0 1 0 0,0 0-1 0 0,1 21 0 0 0,-4-34-59 0 0,0 0 2 0 0,0-1 0 0 0,1 1 0 0 0,-1 0 0 0 0,-1 0 0 0 0,1 0 0 0 0,0-1 0 0 0,0 1 0 0 0,-1 0 0 0 0,1 0 0 0 0,-1-1 0 0 0,1 1 0 0 0,-1 0 0 0 0,0-1 0 0 0,0 1 0 0 0,1-1 0 0 0,-1 1 0 0 0,0-1 0 0 0,-1 1 0 0 0,1-1 0 0 0,0 0 0 0 0,0 1 0 0 0,0-1 0 0 0,-1 0 0 0 0,1 0-1 0 0,-1 0 1 0 0,-1 1 0 0 0,1-1-8 0 0,1-2-45 0 0,0 1 39 0 0,0-1-1 0 0,0 0 0 0 0,0 0 0 0 0,0 0 0 0 0,0 0 1 0 0,0 1-1 0 0,0-1 0 0 0,0 0 0 0 0,1-1 0 0 0,-1 1 1 0 0,0 0-1 0 0,1 0 0 0 0,-1 0 0 0 0,0 0 0 0 0,1 0 1 0 0,0-1-1 0 0,-1 1 0 0 0,1 0 0 0 0,0 0 0 0 0,-1-1 1 0 0,1 1-1 0 0,0 0 0 0 0,0-1 0 0 0,0 1 0 0 0,0 0 1 0 0,0-1-1 0 0,1 0 0 0 0,10-15-91 0 0,1 1-1 0 0,1 0 1 0 0,0 1-1 0 0,1 0 1 0 0,1 1 0 0 0,0 1-1 0 0,1 0 1 0 0,18-11-1 0 0,-24 18 98 0 0,0-1 0 0 0,0 1 0 0 0,1 1-1 0 0,0 0 1 0 0,0 0 0 0 0,0 1 0 0 0,1 0-1 0 0,-1 1 1 0 0,1 1 0 0 0,0 0 0 0 0,0 0-1 0 0,0 1 1 0 0,0 1 0 0 0,0 0 0 0 0,13 1-1 0 0,-21 0 52 0 0,0 0-1 0 0,-1 1 0 0 0,1-1 1 0 0,-1 0-1 0 0,1 1 0 0 0,-1 0 1 0 0,0 0-1 0 0,1 0 0 0 0,-1 0 1 0 0,0 1-1 0 0,0-1 0 0 0,-1 1 1 0 0,1-1-1 0 0,-1 1 0 0 0,1 0 1 0 0,-1 0-1 0 0,0 1 0 0 0,0-1 1 0 0,0 0-1 0 0,0 0 0 0 0,-1 1 1 0 0,1 0-1 0 0,-1-1 0 0 0,0 1 1 0 0,0-1-1 0 0,1 6 0 0 0,-2-3-184 0 0,1-1 0 0 0,-1 1 0 0 0,0 0 1 0 0,0-1-1 0 0,0 1 0 0 0,-1-1 0 0 0,0 1 0 0 0,0-1 0 0 0,-3 11 0 0 0,2-12-528 0 0,0 1 1 0 0,0-1-1 0 0,0 0 0 0 0,0 0 1 0 0,-1 0-1 0 0,0-1 0 0 0,-4 6 0 0 0,-2 0-2036 0 0</inkml:trace>
</inkml:ink>
</file>

<file path=ppt/ink/ink8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5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56 336 0 0,'0'0'1420'0'0,"6"-16"1044"0"0,-2 5-323 0 0,0 0-197 0 0,0 2-44 0 0,-1 1-1688 0 0,15 12-8673 0 0</inkml:trace>
</inkml:ink>
</file>

<file path=ppt/ink/ink8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35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121 401 668 0 0,'-21'20'1508'0'0,"6"-7"-585"0"0,1 1-1 0 0,0 0 1 0 0,-21 29-1 0 0,32-39-788 0 0,1 0-1 0 0,-1 0 1 0 0,1 0 0 0 0,0 0 0 0 0,0 0 0 0 0,1 1-1 0 0,-1-1 1 0 0,1 0 0 0 0,0 1 0 0 0,0 0-1 0 0,0-1 1 0 0,1 1 0 0 0,0-1 0 0 0,0 1 0 0 0,0 0-1 0 0,0-1 1 0 0,1 1 0 0 0,-1-1 0 0 0,1 1-1 0 0,0-1 1 0 0,1 1 0 0 0,1 4 0 0 0,-2-8-106 0 0,-1 0 0 0 0,1 0 0 0 0,-1 1 0 0 0,1-1 0 0 0,0 0 0 0 0,-1 0 0 0 0,1 0 0 0 0,0 0 0 0 0,0 0 0 0 0,0 0 0 0 0,0 0 0 0 0,0-1 0 0 0,0 1 0 0 0,0 0 0 0 0,0 0 0 0 0,0-1 0 0 0,0 1 1 0 0,0-1-1 0 0,0 1 0 0 0,1-1 0 0 0,-1 1 0 0 0,0-1 0 0 0,0 0 0 0 0,1 0 0 0 0,-1 1 0 0 0,0-1 0 0 0,1 0 0 0 0,1 0 0 0 0,1-1 15 0 0,0 0-1 0 0,0 0 1 0 0,0 0-1 0 0,0-1 1 0 0,-1 1-1 0 0,1-1 1 0 0,0 0-1 0 0,-1 0 1 0 0,5-4-1 0 0,7-5 93 0 0,0-1-1 0 0,-2-1 0 0 0,15-15 0 0 0,-3-5 24 0 0,-2-2-1 0 0,-1 0 0 0 0,-1-2 0 0 0,-2 0 1 0 0,-2-1-1 0 0,-2-1 0 0 0,12-43 0 0 0,-19 54 484 0 0,-2-1 0 0 0,-1 0-1 0 0,-1 0 1 0 0,-1-1 0 0 0,-2-36-1 0 0,-7 70-551 0 0,-5 6-66 0 0,0 0 0 0 0,0 0 0 0 0,2 1-1 0 0,-1 0 1 0 0,1 0 0 0 0,1 1 0 0 0,0 1 0 0 0,1-1 0 0 0,0 1 0 0 0,1 1 0 0 0,0-1 0 0 0,1 1 0 0 0,0 0 0 0 0,2 0 0 0 0,-1 0 0 0 0,0 15-1 0 0,2-11-73 0 0,0-1-1 0 0,2 0 1 0 0,0 1-1 0 0,1-1 1 0 0,1 1-1 0 0,0-1 1 0 0,1 0-1 0 0,1 0 1 0 0,1 0-1 0 0,0 0 1 0 0,1-1-1 0 0,1 0 1 0 0,15 25-1 0 0,-18-33-70 0 0,2 0 0 0 0,-1 0-1 0 0,1-1 1 0 0,0 0 0 0 0,1 0-1 0 0,-1-1 1 0 0,1 0 0 0 0,1 0-1 0 0,-1 0 1 0 0,1-1 0 0 0,14 7-1 0 0,-17-10 92 0 0,-1 0-1 0 0,1-1 0 0 0,0 1 0 0 0,0-1 1 0 0,0 0-1 0 0,0-1 0 0 0,0 1 0 0 0,1-1 1 0 0,-1 0-1 0 0,0 0 0 0 0,0-1 0 0 0,0 1 1 0 0,0-1-1 0 0,0 0 0 0 0,0-1 0 0 0,0 1 1 0 0,0-1-1 0 0,-1 0 0 0 0,1 0 0 0 0,0-1 1 0 0,-1 1-1 0 0,8-7 0 0 0,2-2 573 0 0,0-1 0 0 0,-1-1 0 0 0,0 0 0 0 0,19-26 0 0 0,-15 17 3259 0 0,-14 47-3958 0 0,-2-17-214 0 0,0 0-1 0 0,1 0 1 0 0,0 0 0 0 0,1 0 0 0 0,-1 0 0 0 0,1-1 0 0 0,1 1-1 0 0,0-1 1 0 0,0 0 0 0 0,0 0 0 0 0,9 11 0 0 0,-7-12-811 0 0,0 0 1 0 0,1 0 0 0 0,-1 0-1 0 0,1 0 1 0 0,1-1 0 0 0,10 6-1 0 0,6 1-2748 0 0</inkml:trace>
</inkml:ink>
</file>

<file path=ppt/ink/ink8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41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42 388 0 0,'-19'-40'8055'0'0,"19"38"-7030"0"0,12 11 5133 0 0,48 39-5668 0 0,-21-10-227 0 0,-3 2 1 0 0,-1 1-1 0 0,44 68 0 0 0,-63-83-186 0 0,-1 0 0 0 0,-2 1-1 0 0,-1 1 1 0 0,-1 0 0 0 0,-1 0 0 0 0,-2 1 0 0 0,9 54 0 0 0,-12-45 3 0 0,-2 0 1 0 0,-2 0 0 0 0,-2 1 0 0 0,-1-1 0 0 0,-11 57-1 0 0,8-69-9 0 0,-2 0 0 0 0,-1 0 0 0 0,-1 0-1 0 0,-1-1 1 0 0,-1 0 0 0 0,-1-1 0 0 0,-1 0-1 0 0,-27 34 1 0 0,-3-3 624 0 0,-4-3 0 0 0,-1-1-1 0 0,-3-3 1 0 0,-1-2 0 0 0,-95 63-1 0 0,106-85-1208 0 0,40-23-197 0 0</inkml:trace>
</inkml:ink>
</file>

<file path=ppt/ink/ink8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3T06:16:44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0 236,'0'0'27727</inkml:trace>
</inkml:ink>
</file>

<file path=ppt/ink/ink8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47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543 185 180 0 0,'1'-10'1028'0'0,"1"0"-1"0"0,-2-1 1 0 0,1 1-1 0 0,-2-1 1 0 0,1 1-1 0 0,-1 0 1 0 0,-1-1-1 0 0,0 1 1 0 0,0 0 0 0 0,-5-11-1 0 0,6 17-896 0 0,-1 1-1 0 0,0-1 1 0 0,1 1-1 0 0,-2-1 1 0 0,1 1 0 0 0,0 0-1 0 0,0 0 1 0 0,-1 0-1 0 0,0 0 1 0 0,0 0 0 0 0,1 1-1 0 0,-2-1 1 0 0,1 1-1 0 0,0-1 1 0 0,0 1 0 0 0,-1 1-1 0 0,1-1 1 0 0,-1 0-1 0 0,1 1 1 0 0,-1-1-1 0 0,0 1 1 0 0,0 0 0 0 0,0 0-1 0 0,0 1 1 0 0,1-1-1 0 0,-1 1 1 0 0,0 0 0 0 0,0 0-1 0 0,-7 1 1 0 0,4 0-68 0 0,-1-1 1 0 0,1 2-1 0 0,0-1 0 0 0,0 1 1 0 0,0 0-1 0 0,0 0 1 0 0,0 1-1 0 0,0 0 1 0 0,1 0-1 0 0,-1 1 0 0 0,1 0 1 0 0,-10 8-1 0 0,13-9-46 0 0,-1 1 0 0 0,1-1-1 0 0,0 1 1 0 0,1 0 0 0 0,-1 0 0 0 0,1 0-1 0 0,0 0 1 0 0,0 0 0 0 0,0 1 0 0 0,0-1-1 0 0,1 0 1 0 0,0 1 0 0 0,0 0 0 0 0,0-1-1 0 0,0 1 1 0 0,1 0 0 0 0,0-1 0 0 0,0 1-1 0 0,0 0 1 0 0,1 8 0 0 0,6 18 25 0 0,0 0 0 0 0,2 0 0 0 0,26 57 0 0 0,-24-63-40 0 0,-1 0 1 0 0,-1 0 0 0 0,-1 1 0 0 0,-1 0-1 0 0,-1 1 1 0 0,2 31 0 0 0,-8-48 13 0 0,-1 0 1 0 0,-1 0 0 0 0,1 0-1 0 0,-1 0 1 0 0,-1 0 0 0 0,0-1 0 0 0,0 1-1 0 0,-1-1 1 0 0,0 0 0 0 0,-1 0-1 0 0,0 0 1 0 0,0 0 0 0 0,-1-1 0 0 0,0 0-1 0 0,0 0 1 0 0,-1-1 0 0 0,0 0-1 0 0,0 0 1 0 0,-1 0 0 0 0,0-1 0 0 0,0 0-1 0 0,-1-1 1 0 0,-17 9 0 0 0,16-9 51 0 0,0 0 0 0 0,-1-1-1 0 0,1-1 1 0 0,-1 0 0 0 0,0 0 0 0 0,0-1 0 0 0,0 0 0 0 0,0-1 0 0 0,0 0 0 0 0,-1-1 0 0 0,1 0 0 0 0,-12-2 0 0 0,15 0-1 0 0,-1 0 1 0 0,1 0-1 0 0,-1 0 1 0 0,1-1-1 0 0,0-1 0 0 0,0 1 1 0 0,0-1-1 0 0,1-1 1 0 0,-1 1-1 0 0,-7-7 1 0 0,12 8-115 0 0,0 1 1 0 0,0-1 0 0 0,0 0 0 0 0,0 0 0 0 0,1 0-1 0 0,-1-1 1 0 0,1 1 0 0 0,0-1 0 0 0,-3-4-1 0 0,4 5-42 0 0,1 0 0 0 0,-1 1 0 0 0,0-1 0 0 0,0 0-1 0 0,1 0 1 0 0,0 0 0 0 0,0 0 0 0 0,-1 0 0 0 0,2 0-1 0 0,-1 1 1 0 0,0-1 0 0 0,0 0 0 0 0,1 0 0 0 0,0 0-1 0 0,0 0 1 0 0,0 0 0 0 0,1-2 0 0 0,1-1-417 0 0,0 1 0 0 0,0 0 0 0 0,0 0 0 0 0,1 0 0 0 0,0 0 0 0 0,6-6 0 0 0,34-24-6365 0 0,-22 23 3322 0 0</inkml:trace>
</inkml:ink>
</file>

<file path=ppt/ink/ink8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48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69 1092 0 0,'3'-69'14389'0'0,"-3"76"-14144"0"0,-5 61 257 0 0,-2 0-1 0 0,-26 102 1 0 0,9-51-159 0 0,19-90-259 0 0,1-12-17 0 0,1 0 0 0 0,0 0 0 0 0,1 1-1 0 0,1-1 1 0 0,2 20 0 0 0,-1-31-37 0 0,1-5 7 0 0,-1-1-35 0 0,0 1 0 0 0,0-1 0 0 0,1 1 1 0 0,-1-1-1 0 0,1 0 0 0 0,-1 1 0 0 0,0-1 0 0 0,1 0 1 0 0,-1 1-1 0 0,1-1 0 0 0,-1 0 0 0 0,0 0 1 0 0,1 0-1 0 0,-1 1 0 0 0,1-1 0 0 0,-1 0 0 0 0,1 0 1 0 0,-1 0-1 0 0,1 0 0 0 0,-1 0 0 0 0,1 0 1 0 0,-1 0-1 0 0,1 0 0 0 0,-1 0 0 0 0,1 0 0 0 0,-1 0 1 0 0,1 0-1 0 0,-1 0 0 0 0,2 0 0 0 0,66-48-230 0 0,-2-2 1 0 0,-3-4-1 0 0,65-69 0 0 0,-126 122 201 0 0,-3 1 23 0 0,1 0 0 0 0,0 0 0 0 0,0 0 0 0 0,0 0 0 0 0,0 0 0 0 0,0 0-1 0 0,-1 0 1 0 0,1 0 0 0 0,0 0 0 0 0,0 0 0 0 0,0 0 0 0 0,0 0 0 0 0,0 0 0 0 0,0-1-1 0 0,-1 1 1 0 0,1 0 0 0 0,0 0 0 0 0,0 0 0 0 0,0 0 0 0 0,0 0 0 0 0,0 0 0 0 0,0 0-1 0 0,0-1 1 0 0,0 1 0 0 0,0 0 0 0 0,-1 0 0 0 0,1 0 0 0 0,0 0 0 0 0,0 0 0 0 0,0 0-1 0 0,0-1 1 0 0,0 1 0 0 0,0 0 0 0 0,0 0 0 0 0,0 0 0 0 0,0 0 0 0 0,0 0 0 0 0,0-1-1 0 0,0 1 1 0 0,0 0 0 0 0,0 0 0 0 0,0 0 0 0 0,0 0 0 0 0,0 0 0 0 0,0-1 0 0 0,1 1-1 0 0,-1 0 1 0 0,0 0 0 0 0,0 0 0 0 0,0 0 0 0 0,0 0 0 0 0,0 0 0 0 0,0-1 0 0 0,0 1-1 0 0,0 0 1 0 0,0 0 0 0 0,1 0 0 0 0,-1 0 0 0 0,0 0 0 0 0,-7 4-21 0 0,0 1-1 0 0,1 0 1 0 0,0 0-1 0 0,-1 0 1 0 0,2 1 0 0 0,-1 0-1 0 0,1 0 1 0 0,0 0 0 0 0,0 1-1 0 0,1 0 1 0 0,-1 0-1 0 0,2 0 1 0 0,-1 0 0 0 0,1 1-1 0 0,0-1 1 0 0,0 1 0 0 0,-2 14-1 0 0,5-20 17 0 0,-1 0 1 0 0,1 0-1 0 0,0 0 0 0 0,0 0 0 0 0,0 0 0 0 0,0 0 1 0 0,0 0-1 0 0,1 0 0 0 0,-1 0 0 0 0,1-1 0 0 0,-1 1 1 0 0,1 0-1 0 0,0 0 0 0 0,-1 0 0 0 0,1 0 0 0 0,0-1 1 0 0,0 1-1 0 0,0 0 0 0 0,0-1 0 0 0,1 1 0 0 0,-1-1 0 0 0,0 1 1 0 0,1-1-1 0 0,-1 0 0 0 0,1 0 0 0 0,-1 1 0 0 0,1-1 1 0 0,0 0-1 0 0,0 0 0 0 0,-1-1 0 0 0,1 1 0 0 0,0 0 1 0 0,0 0-1 0 0,0-1 0 0 0,0 1 0 0 0,0-1 0 0 0,-1 0 1 0 0,1 0-1 0 0,3 1 0 0 0,4 0-11 0 0,-1-1 1 0 0,1 1-1 0 0,0-1 0 0 0,0-1 0 0 0,0 0 1 0 0,0 0-1 0 0,9-3 0 0 0,8-4-72 0 0,-17 5 192 0 0,0 0-1 0 0,0 1 1 0 0,1-1-1 0 0,-1 2 0 0 0,12-1 1 0 0,-19 10-951 0 0,6 19-8801 0 0</inkml:trace>
</inkml:ink>
</file>

<file path=ppt/ink/ink8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48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82 1044 0 0,'-2'-21'1276'0'0,"1"13"932"0"0,-2-10-271 0 0,0 4-373 0 0,0 4-632 0 0,2 0-1116 0 0</inkml:trace>
</inkml:ink>
</file>

<file path=ppt/ink/ink8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49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1 280 0 0,'-1'4'935'0'0,"-1"16"-24"0"0,-24 204 4983 0 0,6 119-2856 0 0,16-198-1288 0 0,4-143-1652 0 0,0 0 0 0 0,0-1 1 0 0,1 1-1 0 0,-1 0 0 0 0,0 0 1 0 0,0 0-1 0 0,-1 0 0 0 0,1-1 1 0 0,0 1-1 0 0,-1 0 0 0 0,1 0 1 0 0,-1 0-1 0 0,1-1 0 0 0,-1 1 1 0 0,0 0-1 0 0,-2 2 0 0 0,3-4-50 0 0,-1-1-1 0 0,0 1 0 0 0,0-1 1 0 0,0 1-1 0 0,0-1 0 0 0,1 1 1 0 0,-1-1-1 0 0,0 0 1 0 0,0 1-1 0 0,1-1 0 0 0,-1 0 1 0 0,1 0-1 0 0,-1 0 0 0 0,1 1 1 0 0,-1-1-1 0 0,1 0 1 0 0,-1 0-1 0 0,1 0 0 0 0,-1 0 1 0 0,1 0-1 0 0,0-1 0 0 0,-24-70 474 0 0,21 47-503 0 0,1 0-1 0 0,2-1 1 0 0,0 0-1 0 0,2 1 1 0 0,0 0 0 0 0,11-46-1 0 0,54-145-151 0 0,-60 197 111 0 0,1 1-1 0 0,1 1 1 0 0,0-1 0 0 0,1 1 0 0 0,19-23 0 0 0,-25 35 7 0 0,-1 0 0 0 0,1 1 0 0 0,-1 0 0 0 0,1 0 1 0 0,0 0-1 0 0,1 0 0 0 0,-1 1 0 0 0,1 0 0 0 0,-1-1 1 0 0,1 2-1 0 0,0-1 0 0 0,0 1 0 0 0,0-1 1 0 0,1 1-1 0 0,-1 1 0 0 0,0-1 0 0 0,1 1 0 0 0,0 0 1 0 0,-1 0-1 0 0,1 0 0 0 0,-1 1 0 0 0,1 0 1 0 0,8 1-1 0 0,-11-1 10 0 0,0 1 0 0 0,0-1-1 0 0,-1 1 1 0 0,1 0 0 0 0,0 0 0 0 0,0 0 0 0 0,-1 0 0 0 0,1 1 0 0 0,-1-1 0 0 0,1 1 0 0 0,-1-1 0 0 0,0 1 0 0 0,1 0 0 0 0,-1 0-1 0 0,0 0 1 0 0,0 0 0 0 0,0 0 0 0 0,-1 0 0 0 0,1 1 0 0 0,0-1 0 0 0,-1 1 0 0 0,1-1 0 0 0,-1 1 0 0 0,0 0 0 0 0,0-1-1 0 0,0 1 1 0 0,-1 0 0 0 0,1 0 0 0 0,0-1 0 0 0,-1 1 0 0 0,0 0 0 0 0,0 0 0 0 0,0 0 0 0 0,0 0 0 0 0,0 0 0 0 0,-1 4-1 0 0,-1 1 11 0 0,0 0-1 0 0,0-1 1 0 0,0 1-1 0 0,-1-1 1 0 0,0 0-1 0 0,-1 0 1 0 0,0 0-1 0 0,0 0 1 0 0,0-1-1 0 0,-1 1 1 0 0,0-1-1 0 0,-6 6 1 0 0,2-3-160 0 0,0-2 0 0 0,0 1 0 0 0,-1-1-1 0 0,0-1 1 0 0,0 0 0 0 0,-1 0 0 0 0,0-1 0 0 0,0 0 0 0 0,0-1 0 0 0,-20 5 0 0 0,16-10-2316 0 0,9-3-2355 0 0,-4-6 1274 0 0</inkml:trace>
</inkml:ink>
</file>

<file path=ppt/ink/ink8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49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493 104 896 0 0,'1'-2'493'0'0,"0"-1"1"0"0,1 0-1 0 0,-1 0 0 0 0,-1 1 0 0 0,1-1 1 0 0,0 0-1 0 0,-1 0 0 0 0,1 0 0 0 0,-1 0 1 0 0,0 0-1 0 0,0 0 0 0 0,0 0 0 0 0,-1 0 1 0 0,1 0-1 0 0,-1 0 0 0 0,1 0 0 0 0,-1 0 1 0 0,0 0-1 0 0,0 1 0 0 0,-2-4 1 0 0,2 3-203 0 0,-2 0 0 0 0,1 1 0 0 0,0-1 0 0 0,-1 1 0 0 0,1-1 0 0 0,-1 1 0 0 0,1 0 0 0 0,-1 0 1 0 0,0 0-1 0 0,0 0 0 0 0,0 0 0 0 0,0 1 0 0 0,-1-1 0 0 0,1 1 0 0 0,-3-1 0 0 0,0 0-168 0 0,0 1-1 0 0,0 0 1 0 0,0 0-1 0 0,-1 0 1 0 0,1 1-1 0 0,0-1 0 0 0,0 2 1 0 0,0-1-1 0 0,0 1 1 0 0,0-1-1 0 0,0 2 1 0 0,0-1-1 0 0,0 1 0 0 0,0 0 1 0 0,0 0-1 0 0,1 0 1 0 0,-1 1-1 0 0,1 0 1 0 0,-8 5-1 0 0,4 1-53 0 0,0 0 1 0 0,1 1-1 0 0,0 0 1 0 0,0 0-1 0 0,1 1 1 0 0,0 0-1 0 0,1 0 1 0 0,1 1-1 0 0,-1 0 1 0 0,2-1-1 0 0,0 2 1 0 0,0-1-1 0 0,-3 21 1 0 0,1 13 39 0 0,2 1 1 0 0,2 66-1 0 0,2-34-73 0 0,0 37-184 0 0,2-72 6 0 0,-2 0 0 0 0,-2-1-1 0 0,-2 1 1 0 0,-14 62 0 0 0,16-97 122 0 0,-1-1-1 0 0,-1 0 1 0 0,0 0 0 0 0,0 0 0 0 0,0 0-1 0 0,-1 0 1 0 0,0-1 0 0 0,-6 8-1 0 0,8-12 13 0 0,0 1 0 0 0,0-1 0 0 0,-1 0 0 0 0,1 0 0 0 0,0 0 0 0 0,-1-1 0 0 0,0 1 0 0 0,0-1 0 0 0,0 0 0 0 0,0 0 0 0 0,0 0-1 0 0,0-1 1 0 0,0 1 0 0 0,-1-1 0 0 0,1 0 0 0 0,0 0 0 0 0,-7 0 0 0 0,8-1-72 0 0,0 0-1 0 0,0 0 1 0 0,-1-1-1 0 0,1 1 1 0 0,0-1 0 0 0,0 0-1 0 0,0 0 1 0 0,0 0-1 0 0,0 0 1 0 0,0-1-1 0 0,0 1 1 0 0,1-1 0 0 0,-1 1-1 0 0,0-1 1 0 0,1 0-1 0 0,0 0 1 0 0,-1 0 0 0 0,1-1-1 0 0,0 1 1 0 0,0 0-1 0 0,0-1 1 0 0,0 0-1 0 0,0 1 1 0 0,1-1 0 0 0,-1 0-1 0 0,1 0 1 0 0,0 0-1 0 0,0 0 1 0 0,0 0 0 0 0,0 0-1 0 0,0 0 1 0 0,1 0-1 0 0,-1-4 1 0 0,0-7-1365 0 0,-1-1 1 0 0,2 1 0 0 0,0 0-1 0 0,1-1 1 0 0,4-24 0 0 0,3-4-2555 0 0</inkml:trace>
</inkml:ink>
</file>

<file path=ppt/ink/ink8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49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1 105 1360 0 0,'17'-2'3674'0'0,"-13"2"-3387"0"0,-1 1 0 0 0,1 0 1 0 0,-1 0-1 0 0,1 0 0 0 0,-1 0 0 0 0,0 1 1 0 0,1-1-1 0 0,-1 1 0 0 0,0 0 1 0 0,0 0-1 0 0,0 0 0 0 0,0 0 0 0 0,0 1 1 0 0,-1-1-1 0 0,1 1 0 0 0,-1 0 0 0 0,1-1 1 0 0,1 5-1 0 0,-1-2-119 0 0,0 1 0 0 0,0 0 1 0 0,0-1-1 0 0,-1 1 0 0 0,0 0 0 0 0,0 0 1 0 0,-1 1-1 0 0,0-1 0 0 0,0 0 0 0 0,0 8 0 0 0,-1 11 835 0 0,-2-1-1 0 0,-7 43 0 0 0,8-65-793 0 0,5-21-185 0 0,1 1 0 0 0,1 0 0 0 0,1 0 0 0 0,0 1-1 0 0,1 0 1 0 0,1 0 0 0 0,1 1 0 0 0,18-25 0 0 0,-11 20-1236 0 0,37-36-1 0 0,-35 40-2792 0 0,43-30 0 0 0,-48 39 999 0 0</inkml:trace>
</inkml:ink>
</file>

<file path=ppt/ink/ink8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0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0 740 0 0,'0'0'9720'0'0,"-4"4"-9259"0"0,-28 20 439 0 0,23-19-693 0 0,1 1 1 0 0,0 0-1 0 0,0 0 1 0 0,0 1 0 0 0,1-1-1 0 0,-1 2 1 0 0,2-1-1 0 0,-1 1 1 0 0,1 0 0 0 0,1 1-1 0 0,-1-1 1 0 0,1 1-1 0 0,1 0 1 0 0,-5 11 0 0 0,9-19-203 0 0,-1 0 0 0 0,1 1 0 0 0,-1-1 0 0 0,1 1 1 0 0,0-1-1 0 0,-1 1 0 0 0,1-1 0 0 0,0 0 0 0 0,0 1 0 0 0,0-1 1 0 0,0 1-1 0 0,0-1 0 0 0,0 1 0 0 0,1-1 0 0 0,-1 1 0 0 0,0-1 1 0 0,1 0-1 0 0,-1 1 0 0 0,1-1 0 0 0,-1 0 0 0 0,1 1 0 0 0,0-1 1 0 0,0 0-1 0 0,0 0 0 0 0,-1 1 0 0 0,1-1 0 0 0,0 0 0 0 0,0 0 1 0 0,0 0-1 0 0,1 0 0 0 0,-1 0 0 0 0,0-1 0 0 0,0 1 1 0 0,0 0-1 0 0,1 0 0 0 0,-1-1 0 0 0,0 1 0 0 0,1-1 0 0 0,-1 1 1 0 0,1-1-1 0 0,-1 0 0 0 0,0 1 0 0 0,1-1 0 0 0,-1 0 0 0 0,1 0 1 0 0,-1 0-1 0 0,1 0 0 0 0,-1 0 0 0 0,1 0 0 0 0,-1-1 0 0 0,2 0 1 0 0,14-1-75 0 0,-1-1 0 0 0,0 0 0 0 0,29-11 0 0 0,-23 7-30 0 0,9 3-2291 0 0,-10 11-4900 0 0</inkml:trace>
</inkml:ink>
</file>

<file path=ppt/ink/ink8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0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7 1020 0 0,'1'0'353'0'0,"-1"-1"-1"0"0,1 0 0 0 0,0 1 1 0 0,-1-1-1 0 0,1 1 1 0 0,0-1-1 0 0,0 1 0 0 0,0-1 1 0 0,0 1-1 0 0,-1 0 1 0 0,1 0-1 0 0,0-1 1 0 0,0 1-1 0 0,0 0 0 0 0,0 0 1 0 0,0 0-1 0 0,0 0 1 0 0,1 0-1 0 0,-1 1-259 0 0,0 1-1 0 0,0 0 1 0 0,1 0 0 0 0,-1-1-1 0 0,0 1 1 0 0,-1 0 0 0 0,1 0-1 0 0,0 0 1 0 0,-1 0 0 0 0,1 0-1 0 0,-1 0 1 0 0,1 0 0 0 0,-1 0-1 0 0,0 0 1 0 0,0 1 0 0 0,0-1-1 0 0,0 0 1 0 0,0 0 0 0 0,-1 0-1 0 0,1 0 1 0 0,-1 0-1 0 0,1 0 1 0 0,-2 3 0 0 0,-25 59 977 0 0,11-28-186 0 0,16-34-769 0 0,8-5-4 0 0,1 0-1 0 0,0-1 0 0 0,-1 0 1 0 0,0 0-1 0 0,0-1 1 0 0,12-9-1 0 0,2 0-10 0 0,-1 2-47 0 0,-10 4-27 0 0,-1 1 1 0 0,1 1-1 0 0,1 0 1 0 0,-1 0 0 0 0,1 1-1 0 0,0 1 1 0 0,0 0-1 0 0,0 1 1 0 0,1 0 0 0 0,18-2-1 0 0,-26 6 117 0 0,0-1-1 0 0,0 1 0 0 0,0 0 1 0 0,0 1-1 0 0,0-1 1 0 0,0 1-1 0 0,-1 0 0 0 0,9 5 1 0 0,24 8 3465 0 0,-31-14-3445 0 0,12 5 329 0 0,-7 4-4611 0 0</inkml:trace>
</inkml:ink>
</file>

<file path=ppt/ink/ink8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0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10 572 0 0,'4'2'3566'0'0,"22"8"10851"0"0,-14-7-12104 0 0,86-15-300 0 0,-63 8-5988 0 0,1-2-5703 0 0,-17 4 4490 0 0</inkml:trace>
</inkml:ink>
</file>

<file path=ppt/ink/ink8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2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251 445 468 0 0,'0'-4'1302'0'0,"-11"-63"11475"0"0,10 74-12308 0 0,-36 348 2168 0 0,29-288-2212 0 0,-18 74 1 0 0,8-57 256 0 0,18-83-669 0 0,0-1 0 0 0,0 0 0 0 0,0 1 0 0 0,0-1-1 0 0,0 0 1 0 0,0 1 0 0 0,-1-1 0 0 0,1 0 0 0 0,0 1-1 0 0,0-1 1 0 0,0 0 0 0 0,-1 0 0 0 0,1 1-1 0 0,0-1 1 0 0,-1 0 0 0 0,1 0 0 0 0,0 1 0 0 0,0-1-1 0 0,-1 0 1 0 0,1 0 0 0 0,0 0 0 0 0,-1 0 0 0 0,1 1-1 0 0,0-1 1 0 0,-1 0 0 0 0,1 0 0 0 0,-1 0 0 0 0,1 0-1 0 0,0 0 1 0 0,-1 0 0 0 0,1 0 0 0 0,0 0 0 0 0,-1 0-1 0 0,1 0 1 0 0,0 0 0 0 0,-1 0 0 0 0,1 0-1 0 0,0 0 1 0 0,-1-1 0 0 0,1 1 0 0 0,0 0 0 0 0,-1 0-1 0 0,1 0 1 0 0,0 0 0 0 0,-1-1 0 0 0,1 1 0 0 0,0 0-1 0 0,-1 0 1 0 0,1-1 0 0 0,-16-10-48 0 0,15 10 75 0 0,-7-7 7 0 0,0-1 1 0 0,0 1-1 0 0,1-1 0 0 0,0-1 1 0 0,1 0-1 0 0,0 0 0 0 0,0 0 0 0 0,-6-18 1 0 0,3 5 21 0 0,1 0 0 0 0,-9-47 1 0 0,10 26-114 0 0,2-1 0 0 0,2 0 0 0 0,2-1 0 0 0,2 1 0 0 0,1 0 0 0 0,3 0 0 0 0,2 0 0 0 0,2 1 1 0 0,1 0-1 0 0,27-69 0 0 0,-28 92-13 0 0,-1 2 1 0 0,2-1 0 0 0,1 1-1 0 0,1 1 1 0 0,0 0-1 0 0,1 0 1 0 0,1 1-1 0 0,19-18 1 0 0,-26 29 14 0 0,0 0 0 0 0,0 0 0 0 0,1 1-1 0 0,0 0 1 0 0,0 0 0 0 0,0 1 0 0 0,0 0 0 0 0,1 1 0 0 0,13-5 0 0 0,-15 7 1 0 0,-1 0 0 0 0,0 0 0 0 0,0 1 1 0 0,1 0-1 0 0,-1 0 0 0 0,0 0 0 0 0,0 1 1 0 0,1 0-1 0 0,-1 0 0 0 0,0 1 0 0 0,0-1 0 0 0,0 1 1 0 0,0 1-1 0 0,-1-1 0 0 0,8 5 0 0 0,-6-3 6 0 0,0 1 0 0 0,0 0 0 0 0,0 1 0 0 0,-1-1 0 0 0,0 1-1 0 0,0 1 1 0 0,-1-1 0 0 0,1 1 0 0 0,-2 0 0 0 0,1 0-1 0 0,-1 0 1 0 0,0 1 0 0 0,0-1 0 0 0,-1 1 0 0 0,0 0 0 0 0,0 0-1 0 0,-1 1 1 0 0,0-1 0 0 0,0 0 0 0 0,-1 1 0 0 0,0-1 0 0 0,-1 1-1 0 0,0-1 1 0 0,-1 10 0 0 0,0-1 2 0 0,-1-1 0 0 0,0 0 0 0 0,-2 0 0 0 0,0 0 0 0 0,0 0 0 0 0,-1-1 0 0 0,-1 0 0 0 0,-1 0 0 0 0,0 0 1 0 0,-1-1-1 0 0,-17 23 0 0 0,13-21-10 0 0,-1-1 0 0 0,-1-1 0 0 0,0 0 1 0 0,-1-1-1 0 0,-28 19 0 0 0,-15-3-2669 0 0,44-27 0 0 0,8-5-2248 0 0,-5-5 1311 0 0</inkml:trace>
</inkml:ink>
</file>

<file path=ppt/ink/ink8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3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1 640 0 0,'10'6'391'0'0,"0"0"1"0"0,-1 1-1 0 0,1 1 1 0 0,-2-1-1 0 0,1 2 1 0 0,-1-1-1 0 0,0 1 1 0 0,0 0-1 0 0,-1 1 0 0 0,-1 0 1 0 0,0 0-1 0 0,0 0 1 0 0,-1 1-1 0 0,0 0 1 0 0,-1 0-1 0 0,0 0 0 0 0,0 0 1 0 0,-2 1-1 0 0,3 11 1 0 0,0 2 2396 0 0,-6-31-2622 0 0,1 0 0 0 0,0-1-1 0 0,1 1 1 0 0,0 0 0 0 0,0-1 0 0 0,2-7 0 0 0,4-6-729 0 0,1 0 0 0 0,21-37 1 0 0,13 0-5405 0 0,-29 43 3284 0 0</inkml:trace>
</inkml:ink>
</file>

<file path=ppt/ink/ink8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3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0 212 256 0 0,'31'5'2374'0'0,"-12"-7"-1785"0"0,1-1-1 0 0,-1-1 1 0 0,1 0 0 0 0,-1-2-1 0 0,-1 0 1 0 0,1-1-1 0 0,-1-1 1 0 0,0 0-1 0 0,-1-1 1 0 0,0-2-1 0 0,0 1 1 0 0,28-26 0 0 0,-35 26 3 0 0,0-1 0 0 0,-1 0 0 0 0,13-20 0 0 0,-21 30-553 0 0,-1 0 0 0 0,1 0 0 0 0,-1 0 0 0 0,0-1 0 0 0,1 1 0 0 0,-1 0 0 0 0,0 0 0 0 0,0 0 0 0 0,1 0 0 0 0,-1 0 0 0 0,0 0 0 0 0,0 0-1 0 0,0 0 1 0 0,0-1 0 0 0,0 1 0 0 0,-1 0 0 0 0,1 0 0 0 0,0 0 0 0 0,0 0 0 0 0,-1 0 0 0 0,1 0 0 0 0,-1 0 0 0 0,1 0 0 0 0,-1 0 0 0 0,1 0-1 0 0,-1 0 1 0 0,0 0 0 0 0,1 0 0 0 0,-1 0 0 0 0,0 1 0 0 0,0-1 0 0 0,0 0 0 0 0,0 0 0 0 0,1 1 0 0 0,-1-1 0 0 0,0 1 0 0 0,0-1-1 0 0,0 1 1 0 0,0-1 0 0 0,0 1 0 0 0,-1-1 0 0 0,1 1 0 0 0,0 0 0 0 0,0 0 0 0 0,0-1 0 0 0,0 1 0 0 0,0 0 0 0 0,0 0 0 0 0,0 0 0 0 0,-1 0-1 0 0,1 1 1 0 0,0-1 0 0 0,0 0 0 0 0,0 0 0 0 0,-2 1 0 0 0,-8 3 26 0 0,0 1 1 0 0,0 0-1 0 0,1 0 0 0 0,-1 1 0 0 0,1 0 1 0 0,1 1-1 0 0,-1 0 0 0 0,-10 11 0 0 0,16-15-102 0 0,0 1-1 0 0,1-1 0 0 0,0 1 0 0 0,-1 0 0 0 0,1 0 1 0 0,1 0-1 0 0,-1 0 0 0 0,0 0 0 0 0,1 1 0 0 0,0-1 1 0 0,0 1-1 0 0,0-1 0 0 0,1 1 0 0 0,0 0 0 0 0,0 0 1 0 0,0 0-1 0 0,0 0 0 0 0,1 0 0 0 0,-1 0 0 0 0,1 0 1 0 0,1 0-1 0 0,1 9 0 0 0,-1-10-90 0 0,0-1 1 0 0,1 0-1 0 0,0 0 0 0 0,-1 0 1 0 0,1 0-1 0 0,0 0 0 0 0,1 0 0 0 0,-1 0 1 0 0,0-1-1 0 0,1 1 0 0 0,0-1 1 0 0,-1 0-1 0 0,1 0 0 0 0,0 0 1 0 0,0 0-1 0 0,0 0 0 0 0,0 0 1 0 0,1-1-1 0 0,-1 0 0 0 0,0 0 1 0 0,1 0-1 0 0,-1 0 0 0 0,1 0 0 0 0,-1 0 1 0 0,1-1-1 0 0,4 0 0 0 0,7 1-1177 0 0,1-1 0 0 0,-1 0 0 0 0,0-1 0 0 0,26-5 0 0 0,-11-1-1270 0 0</inkml:trace>
</inkml:ink>
</file>

<file path=ppt/ink/ink8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4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1 375 80 0 0,'104'-53'1867'0'0,"-33"16"5396"0"0,-74 43-6929 0 0,-22 31 167 0 0,15-25-221 0 0,1 1 0 0 0,1 0-1 0 0,0 0 1 0 0,-9 21 0 0 0,17-33-262 0 0,-1 0 1 0 0,0 0 0 0 0,1 0-1 0 0,-1 0 1 0 0,1 0 0 0 0,0 0-1 0 0,-1 0 1 0 0,1 0-1 0 0,0 0 1 0 0,0 0 0 0 0,-1 0-1 0 0,1 0 1 0 0,0 0 0 0 0,0 0-1 0 0,0 0 1 0 0,0 0-1 0 0,1 0 1 0 0,-1 0 0 0 0,0 0-1 0 0,0 0 1 0 0,1 0 0 0 0,-1 1-1 0 0,0-1 1 0 0,1 0-1 0 0,-1-1 1 0 0,1 1 0 0 0,-1 0-1 0 0,1 0 1 0 0,0 0 0 0 0,-1 0-1 0 0,1 0 1 0 0,1 0 0 0 0,0 0-3 0 0,0-1 0 0 0,0 0 0 0 0,0 0 0 0 0,0 0 1 0 0,0 0-1 0 0,0-1 0 0 0,0 1 0 0 0,0-1 0 0 0,1 1 0 0 0,-1-1 1 0 0,0 0-1 0 0,-1 1 0 0 0,1-1 0 0 0,3-2 0 0 0,11-6 51 0 0,-1 0 0 0 0,25-20-1 0 0,-15 6 6 0 0,-1 0-1 0 0,-1-1 1 0 0,40-54-1 0 0,-55 66-52 0 0,0 0 0 0 0,-1-1 0 0 0,0 0-1 0 0,-1-1 1 0 0,0 1 0 0 0,-1-1 0 0 0,-1 0-1 0 0,0 0 1 0 0,-1-1 0 0 0,-1 1 0 0 0,2-24 0 0 0,-4 36-19 0 0,-1-1 0 0 0,1 1 1 0 0,0-1-1 0 0,-1 0 0 0 0,0 1 1 0 0,0-1-1 0 0,0 1 0 0 0,0-1 1 0 0,0 1-1 0 0,0 0 1 0 0,-1-1-1 0 0,1 1 0 0 0,-1 0 1 0 0,1 0-1 0 0,-1 0 0 0 0,0 0 1 0 0,0 0-1 0 0,0 0 0 0 0,0 1 1 0 0,0-1-1 0 0,0 1 1 0 0,-1-1-1 0 0,1 1 0 0 0,0 0 1 0 0,-1 0-1 0 0,1 0 0 0 0,-1 0 1 0 0,1 0-1 0 0,-1 1 0 0 0,0-1 1 0 0,1 1-1 0 0,-1 0 1 0 0,0-1-1 0 0,1 1 0 0 0,-1 0 1 0 0,0 1-1 0 0,1-1 0 0 0,-1 0 1 0 0,1 1-1 0 0,-1-1 0 0 0,0 1 1 0 0,1 0-1 0 0,-1 0 1 0 0,1 0-1 0 0,0 0 0 0 0,-1 1 1 0 0,1-1-1 0 0,0 1 0 0 0,0-1 1 0 0,0 1-1 0 0,0 0 0 0 0,0-1 1 0 0,0 1-1 0 0,-2 3 1 0 0,3-3-3 0 0,0-1 0 0 0,1 1 0 0 0,-1 0 0 0 0,1-1 0 0 0,0 1 0 0 0,0 0 0 0 0,-1-1 0 0 0,1 1 0 0 0,0 0 1 0 0,0-1-1 0 0,1 1 0 0 0,-1 0 0 0 0,0-1 0 0 0,0 1 0 0 0,1 0 0 0 0,-1-1 0 0 0,1 1 0 0 0,-1-1 1 0 0,1 1-1 0 0,0-1 0 0 0,0 1 0 0 0,0-1 0 0 0,1 2 0 0 0,27 32 59 0 0,-25-31-50 0 0,29 31 48 0 0,-17-20-32 0 0,0 1 0 0 0,-2 0 0 0 0,0 1 1 0 0,19 31-1 0 0,-30-41-4 0 0,1 0 0 0 0,-1 0 0 0 0,-1 0 0 0 0,0 0 0 0 0,0 1-1 0 0,0-1 1 0 0,-1 1 0 0 0,0-1 0 0 0,0 1 0 0 0,-1 0 0 0 0,0-1 0 0 0,0 1 0 0 0,-1 0 0 0 0,0-1 0 0 0,0 1 0 0 0,-1-1 0 0 0,-3 11 0 0 0,3-11-330 0 0,-1 1 0 0 0,0-1 0 0 0,0 0 1 0 0,-1 0-1 0 0,0 0 0 0 0,-7 9 1 0 0</inkml:trace>
</inkml:ink>
</file>

<file path=ppt/ink/ink8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4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34 944 0 0,'13'-29'7010'0'0,"-12"28"-7122"0"0,-1 1 0 0 0,1 0 0 0 0,-1-1 0 0 0,1 1 0 0 0,-1 0 0 0 0,1-1 0 0 0,0 1 0 0 0,-1 0 0 0 0,1 0 0 0 0,-1-1 1 0 0,1 1-1 0 0,0 0 0 0 0,-1 0 0 0 0,1 0 0 0 0,0 0 0 0 0,-1 0 0 0 0,1 0 0 0 0,-1 0 0 0 0,1 0 0 0 0,0 0 0 0 0,-1 0 0 0 0,1 0 0 0 0,0 0 1 0 0,-1 1-1 0 0,1-1 0 0 0,-1 0 0 0 0,1 0 0 0 0,-1 1 0 0 0,1-1 0 0 0,0 0 0 0 0,-1 1 0 0 0,1-1 0 0 0,-1 1 0 0 0,1-1 0 0 0,8 7-2160 0 0</inkml:trace>
</inkml:ink>
</file>

<file path=ppt/ink/ink8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4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15 375 808 0 0,'-2'3'381'0'0,"0"0"1"0"0,1 0-1 0 0,-1 1 0 0 0,1-1 0 0 0,-1 0 1 0 0,1 0-1 0 0,0 1 0 0 0,0-1 0 0 0,1 1 1 0 0,-1-1-1 0 0,1 1 0 0 0,-1-1 1 0 0,1 1-1 0 0,0 0 0 0 0,1 5 0 0 0,0-7-315 0 0,-1-1-1 0 0,1 1 0 0 0,0 0 0 0 0,0 0 1 0 0,-1-1-1 0 0,1 1 0 0 0,0-1 1 0 0,0 1-1 0 0,1-1 0 0 0,-1 1 0 0 0,0-1 1 0 0,0 1-1 0 0,1-1 0 0 0,-1 0 0 0 0,1 0 1 0 0,-1 0-1 0 0,1 0 0 0 0,-1 0 1 0 0,1 0-1 0 0,0 0 0 0 0,0 0 0 0 0,-1-1 1 0 0,1 1-1 0 0,0-1 0 0 0,0 1 0 0 0,0-1 1 0 0,-1 0-1 0 0,1 0 0 0 0,0 1 1 0 0,0-1-1 0 0,0 0 0 0 0,0-1 0 0 0,0 1 1 0 0,0 0-1 0 0,2-1 0 0 0,12-2 32 0 0,0 0 1 0 0,1-1-1 0 0,-2 0 0 0 0,1-1 0 0 0,-1-1 0 0 0,1-1 0 0 0,-2 0 0 0 0,1-1 1 0 0,-1 0-1 0 0,0-1 0 0 0,-1-1 0 0 0,0 0 0 0 0,0-1 0 0 0,-1 0 1 0 0,-1-1-1 0 0,0-1 0 0 0,-1 1 0 0 0,0-2 0 0 0,0 1 0 0 0,-2-1 1 0 0,0-1-1 0 0,0 0 0 0 0,-2 0 0 0 0,0 0 0 0 0,6-22 0 0 0,-6 15 239 0 0,-1 1-1 0 0,0-1 1 0 0,0-23-1 0 0,-2-30 4220 0 0,-7 78-4364 0 0,-5 5-124 0 0,1 1 0 0 0,1 0 0 0 0,0 0 0 0 0,0 0 0 0 0,1 1 0 0 0,0 0-1 0 0,0 0 1 0 0,1 1 0 0 0,0-1 0 0 0,1 1 0 0 0,1 0 0 0 0,0 0 0 0 0,0 1 0 0 0,-1 14 0 0 0,-4 28 237 0 0,-1 90 0 0 0,9-140-290 0 0,0 97-880 0 0,7-37-3224 0 0,-2-44-3881 0 0</inkml:trace>
</inkml:ink>
</file>

<file path=ppt/ink/ink8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5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0 121 1212 0 0,'11'-5'2372'0'0,"4"-5"-1324"0"0,-2 2-51 0 0,1-2-89 0 0,1 4-88 0 0,1-3-92 0 0,-2 0-144 0 0,2 1-232 0 0,2-1-296 0 0,-1 2-304 0 0,7-3-360 0 0,-4 2-764 0 0,4-3-1485 0 0,-2 0 657 0 0</inkml:trace>
</inkml:ink>
</file>

<file path=ppt/ink/ink8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6.1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191 116 888 0 0,'2'-44'2593'0'0,"-3"37"-1980"0"0,1 1 0 0 0,0 0 0 0 0,0 0 0 0 0,0 0 0 0 0,1 0 0 0 0,1-6 0 0 0,-5-10 6402 0 0,-112 698-4090 0 0,111-652-3022 0 0,-5 23-1987 0 0,-21 71 0 0 0,24-109 838 0 0,-21-23-8607 0 0</inkml:trace>
</inkml:ink>
</file>

<file path=ppt/ink/ink8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6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1 623 680 0 0,'0'0'723'0'0,"4"-2"-64"0"0,18-3-103 0 0,1 1 0 0 0,0 1 0 0 0,0 1 0 0 0,43 1 0 0 0,17-1 111 0 0,296-43 1192 0 0,-320 34-1605 0 0,0-2 0 0 0,-1-3 0 0 0,-1-3-1 0 0,71-33 1 0 0,-110 43-158 0 0,0 0 0 0 0,-1-2-1 0 0,0 0 1 0 0,-1-1 0 0 0,0 0-1 0 0,-1-1 1 0 0,-1-1-1 0 0,0-1 1 0 0,0 0 0 0 0,14-22-1 0 0,-22 27 47 0 0,0 0 0 0 0,-1 0 0 0 0,0-1 1 0 0,0 1-1 0 0,-2-1 0 0 0,1 0 0 0 0,-1 0 0 0 0,-1-1 0 0 0,0 1 0 0 0,0 0 0 0 0,-1-1 0 0 0,-1 1 0 0 0,0-1 1 0 0,0 0-1 0 0,-1 1 0 0 0,-1 0 0 0 0,0-1 0 0 0,0 1 0 0 0,-6-15 0 0 0,6 19 94 0 0,-1 0-1 0 0,0 0 1 0 0,0 0-1 0 0,0 0 0 0 0,-8-10 1 0 0,10 16 27 0 0,-1 1-254 0 0,1 1 0 0 0,-1 0 0 0 0,0-1 0 0 0,1 1-1 0 0,-1 0 1 0 0,1 0 0 0 0,-1 0 0 0 0,1 1 0 0 0,-1-1 0 0 0,1 0-1 0 0,0 0 1 0 0,0 1 0 0 0,-1-1 0 0 0,1 1 0 0 0,0-1-1 0 0,0 1 1 0 0,1 0 0 0 0,-1-1 0 0 0,-1 3 0 0 0,-14 35 60 0 0,16-38-69 0 0,-36 117 263 0 0,-39 238 0 0 0,50-219-159 0 0,20-108-71 0 0,-4 21 70 0 0,-28 87-1 0 0,17-66 155 0 0,20-69-206 0 0,-4 3-38 0 0,3-3 294 0 0,2-7 1526 0 0,5-18-1921 0 0,-5 23 74 0 0,0-1-1 0 0,0 0 1 0 0,0 0 0 0 0,0 1 0 0 0,0-1 0 0 0,0 1 0 0 0,0-1 0 0 0,0 1 0 0 0,0-1 0 0 0,1 1 0 0 0,-1 0-1 0 0,0-1 1 0 0,0 1 0 0 0,0 0 0 0 0,1 0 0 0 0,-1 0 0 0 0,0 0 0 0 0,0 0 0 0 0,2 0 0 0 0,30 2-209 0 0,-28-2 166 0 0,31 2-251 0 0,22 0-434 0 0,96-6-1 0 0,-139 3 679 0 0,-1-1-1 0 0,1-1 1 0 0,0 0 0 0 0,-1-1-1 0 0,1-1 1 0 0,-1 0 0 0 0,0-1 0 0 0,-1 0-1 0 0,1-1 1 0 0,-1-1 0 0 0,20-14-1 0 0,-32 20 127 0 0,0 1-1 0 0,1-1 1 0 0,-1 1-1 0 0,0-1 1 0 0,1 0-1 0 0,-1 1 1 0 0,0-1-1 0 0,0 0 1 0 0,0 0-1 0 0,-1 0 0 0 0,1 0 1 0 0,0 0-1 0 0,-1 0 1 0 0,1 0-1 0 0,-1 0 1 0 0,0 0-1 0 0,0 0 1 0 0,0-3-1 0 0,0 4-33 0 0,0 0 0 0 0,0 0 0 0 0,0 0-1 0 0,0 0 1 0 0,-1 0 0 0 0,1 0 0 0 0,0 0 0 0 0,-1 0 0 0 0,1 0-1 0 0,-1 0 1 0 0,1 0 0 0 0,-1 0 0 0 0,0 0 0 0 0,1 0 0 0 0,-1 0-1 0 0,0 1 1 0 0,1-1 0 0 0,-1 0 0 0 0,0 1 0 0 0,0-1-1 0 0,0 0 1 0 0,0 1 0 0 0,0-1 0 0 0,0 1 0 0 0,0-1 0 0 0,0 1-1 0 0,0-1 1 0 0,0 1 0 0 0,0 0 0 0 0,0 0 0 0 0,0 0 0 0 0,0-1-1 0 0,0 1 1 0 0,0 0 0 0 0,-2 0 0 0 0,2 0-62 0 0,1 0 0 0 0,-1 0 1 0 0,0 0-1 0 0,1-1 0 0 0,-1 1 1 0 0,0 0-1 0 0,0 0 0 0 0,1 0 0 0 0,-1 0 1 0 0,0 0-1 0 0,1 0 0 0 0,-1 0 1 0 0,0 1-1 0 0,0-1 0 0 0,1 0 1 0 0,-1 0-1 0 0,0 0 0 0 0,1 1 0 0 0,-1-1 1 0 0,0 0-1 0 0,1 1 0 0 0,-1-1 1 0 0,1 1-1 0 0,-1-1 0 0 0,0 1 0 0 0,1-1 1 0 0,-1 1-1 0 0,1-1 0 0 0,0 1 1 0 0,-1-1-1 0 0,1 1 0 0 0,-1 0 1 0 0,1-1-1 0 0,0 1 0 0 0,-1-1 0 0 0,1 1 1 0 0,0 0-1 0 0,0-1 0 0 0,0 1 1 0 0,-1 0-1 0 0,1 0 0 0 0,0-1 0 0 0,0 1 1 0 0,0 0-1 0 0,0 0 0 0 0,0-1 1 0 0,0 1-1 0 0,0 0 0 0 0,1-1 0 0 0,-1 1 1 0 0,0 0-1 0 0,0-1 0 0 0,0 1 1 0 0,1 0-1 0 0,-1-1 0 0 0,0 1 1 0 0,1 0-1 0 0,-1-1 0 0 0,1 2 0 0 0,1 1-215 0 0,0 0 1 0 0,0 0-1 0 0,0-1 0 0 0,0 1 0 0 0,1 0 0 0 0,-1-1 0 0 0,1 1 0 0 0,0-1 0 0 0,0 0 0 0 0,0 0 0 0 0,3 2 0 0 0,39 8-5547 0 0,-16-8 2457 0 0</inkml:trace>
</inkml:ink>
</file>

<file path=ppt/ink/ink8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7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458 86 912 0 0,'-4'-7'660'0'0,"1"1"1"0"0,-2 0-1 0 0,1-1 0 0 0,-1 1 0 0 0,0 1 1 0 0,0-1-1 0 0,0 1 0 0 0,-1 0 0 0 0,0 0 1 0 0,0 0-1 0 0,-12-6 0 0 0,14 9-497 0 0,-1 0 0 0 0,1 1-1 0 0,-1-1 1 0 0,0 1 0 0 0,1 0 0 0 0,-1 0 0 0 0,0 0-1 0 0,0 1 1 0 0,0-1 0 0 0,0 1 0 0 0,0 1 0 0 0,0-1-1 0 0,1 1 1 0 0,-1-1 0 0 0,0 1 0 0 0,0 1 0 0 0,0-1-1 0 0,1 1 1 0 0,-7 2 0 0 0,-9 7-12 0 0,1 0 1 0 0,0 0-1 0 0,0 2 0 0 0,1 1 1 0 0,1 0-1 0 0,0 1 1 0 0,1 0-1 0 0,0 2 0 0 0,2 0 1 0 0,0 1-1 0 0,1 0 0 0 0,1 1 1 0 0,0 0-1 0 0,1 1 0 0 0,2 0 1 0 0,0 1-1 0 0,1 0 0 0 0,1 0 1 0 0,-5 26-1 0 0,11-39-137 0 0,0-1 0 0 0,0 1 0 0 0,1 0 0 0 0,0 0 0 0 0,1 0 0 0 0,-1 0 0 0 0,2 0 0 0 0,-1-1 0 0 0,1 1 0 0 0,0 0 0 0 0,1-1 0 0 0,-1 1 0 0 0,1-1 0 0 0,1 0 0 0 0,0 0 0 0 0,0 0 0 0 0,0-1 0 0 0,1 1 0 0 0,0-1 0 0 0,0 0 0 0 0,0 0 0 0 0,11 7 1 0 0,-8-6-34 0 0,1-1 0 0 0,0-1 0 0 0,0 0 0 0 0,1 0 1 0 0,0-1-1 0 0,-1 0 0 0 0,2-1 0 0 0,-1 0 1 0 0,0-1-1 0 0,0 0 0 0 0,1 0 0 0 0,-1-1 0 0 0,1 0 1 0 0,0-1-1 0 0,-1 0 0 0 0,18-3 0 0 0,2-3-113 0 0,-1 0 0 0 0,0-2-1 0 0,0-2 1 0 0,-1 0 0 0 0,0-2-1 0 0,-1-1 1 0 0,0-1 0 0 0,-1-1 0 0 0,-1-1-1 0 0,0-2 1 0 0,-2 0 0 0 0,33-32-1 0 0,-43 35 153 0 0,-13 15-19 0 0,0 0-1 0 0,0 0 1 0 0,0 0 0 0 0,0-1-1 0 0,0 1 1 0 0,0 0-1 0 0,0 0 1 0 0,0 0 0 0 0,0 0-1 0 0,0 0 1 0 0,0 0 0 0 0,0 0-1 0 0,0 0 1 0 0,0 0-1 0 0,0 0 1 0 0,0-1 0 0 0,0 1-1 0 0,0 0 1 0 0,0 0-1 0 0,0 0 1 0 0,0 0 0 0 0,0 0-1 0 0,0 0 1 0 0,0 0 0 0 0,0 0-1 0 0,0 0 1 0 0,0-1-1 0 0,0 1 1 0 0,0 0 0 0 0,0 0-1 0 0,0 0 1 0 0,0 0 0 0 0,0 0-1 0 0,0 0 1 0 0,0 0-1 0 0,0 0 1 0 0,0 0 0 0 0,0 0-1 0 0,0 0 1 0 0,-1 0-1 0 0,1 0 1 0 0,0-1 0 0 0,0 1-1 0 0,0 0 1 0 0,0 0 0 0 0,0 0-1 0 0,0 0 1 0 0,0 0-1 0 0,0 0 1 0 0,0 0 0 0 0,0 0-1 0 0,-1 0 1 0 0,1 0-1 0 0,0 0 1 0 0,0 0 0 0 0,0 0-1 0 0,0 0 1 0 0,0 0 0 0 0,0 0-1 0 0,0 0 1 0 0,0 0-1 0 0,0 0 1 0 0,-1 0 0 0 0,1 0-1 0 0,0 0 1 0 0,0 1 0 0 0,0-1-1 0 0,0 0 1 0 0,-3 1 4 0 0,1 0 0 0 0,-1 1 0 0 0,1-1 0 0 0,-1 1 0 0 0,1-1 1 0 0,0 1-1 0 0,0 0 0 0 0,0 0 0 0 0,-3 4 0 0 0,3-4-27 0 0,1 0 0 0 0,0-1 0 0 0,0 1 0 0 0,0 1 0 0 0,0-1 0 0 0,1 0 0 0 0,-1 0 0 0 0,0 0 0 0 0,1 0 0 0 0,0 0 0 0 0,-1 1 0 0 0,1-1 0 0 0,0 0 0 0 0,0 0 0 0 0,0 1 0 0 0,1-1 0 0 0,-1 0 0 0 0,1 0 0 0 0,-1 0 0 0 0,2 5 0 0 0,-1-4-33 0 0,1 1 0 0 0,-1-1-1 0 0,1 0 1 0 0,-1 1 0 0 0,1-1-1 0 0,0 0 1 0 0,0 0 0 0 0,0 0-1 0 0,1 0 1 0 0,-1-1-1 0 0,6 5 1 0 0,-4-4 21 0 0,1-1-1 0 0,-1 1 0 0 0,1-1 1 0 0,0 0-1 0 0,0 0 0 0 0,0-1 1 0 0,0 1-1 0 0,0-1 1 0 0,0 0-1 0 0,0-1 0 0 0,0 1 1 0 0,0-1-1 0 0,0 0 1 0 0,1 0-1 0 0,-1-1 0 0 0,0 0 1 0 0,6-1-1 0 0,-8 1 111 0 0,1 1 0 0 0,-1-1 0 0 0,1-1 0 0 0,-1 1 0 0 0,1-1 0 0 0,-1 1 0 0 0,0-1 0 0 0,0 0 0 0 0,0 0 0 0 0,0 0 0 0 0,0 0 0 0 0,0-1 0 0 0,-1 1 0 0 0,1-1 0 0 0,-1 0 0 0 0,0 0 0 0 0,1 0 0 0 0,-1 0 0 0 0,-1 0 0 0 0,1 0 0 0 0,0 0 0 0 0,-1-1 0 0 0,1 1 0 0 0,0-5 0 0 0,-3 4 7 0 0,0 1 1 0 0,0-1-1 0 0,0 1 0 0 0,0-1 0 0 0,-1 1 1 0 0,0-1-1 0 0,1 1 0 0 0,-1 0 1 0 0,0 0-1 0 0,-1 0 0 0 0,1 0 1 0 0,0 0-1 0 0,-1 0 0 0 0,0 1 0 0 0,-5-5 1 0 0,-31-17-259 0 0,13 18-5279 0 0</inkml:trace>
</inkml:ink>
</file>

<file path=ppt/ink/ink8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7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1 988 0 0,'0'0'1871'0'0,"6"42"4334"0"0,-7-42-6150 0 0,1 1 0 0 0,0-1 0 0 0,0 1 0 0 0,0-1 0 0 0,0 1 1 0 0,0-1-1 0 0,0 1 0 0 0,0-1 0 0 0,0 1 0 0 0,0-1 0 0 0,0 1 0 0 0,0-1 0 0 0,0 1 0 0 0,1-1 0 0 0,-1 1 0 0 0,0-1 0 0 0,0 0 0 0 0,0 1 0 0 0,1-1 0 0 0,-1 1 0 0 0,0-1 0 0 0,1 1 0 0 0,-1-1 1 0 0,0 0-1 0 0,1 1 0 0 0,-1-1 0 0 0,0 0 0 0 0,1 1 0 0 0,-1-1 0 0 0,1 0 0 0 0,-1 0 0 0 0,1 1 0 0 0,-1-1 0 0 0,0 0 0 0 0,1 0 0 0 0,-1 0 0 0 0,1 1 0 0 0,-1-1 0 0 0,1 0 0 0 0,-1 0 0 0 0,1 0 1 0 0,-1 0-1 0 0,1 0 0 0 0,-1 0 0 0 0,1 0 0 0 0,-1 0 0 0 0,1 0 0 0 0,-1-1 0 0 0,1 1 0 0 0,-1 0 0 0 0,2 0 0 0 0,1-2 95 0 0,1 0 1 0 0,-1 0-1 0 0,1 0 1 0 0,-1 0-1 0 0,0 0 0 0 0,0-1 1 0 0,5-4-1 0 0,-7 6-124 0 0,-1 0 0 0 0,1 0 0 0 0,0 1-1 0 0,0-1 1 0 0,0 0 0 0 0,0 1 0 0 0,-1-1 0 0 0,1 1 0 0 0,0-1 0 0 0,0 1 0 0 0,0-1-1 0 0,0 1 1 0 0,0 0 0 0 0,0-1 0 0 0,0 1 0 0 0,0 0 0 0 0,0 0 0 0 0,0 0 0 0 0,0 0 0 0 0,1 0-1 0 0,-1 0 1 0 0,0 0 0 0 0,0 0 0 0 0,0 0 0 0 0,0 0 0 0 0,0 1 0 0 0,0-1 0 0 0,0 0-1 0 0,0 1 1 0 0,0-1 0 0 0,0 1 0 0 0,0-1 0 0 0,-1 1 0 0 0,1-1 0 0 0,0 1 0 0 0,0 0 0 0 0,0-1-1 0 0,1 3 1 0 0,31 43-634 0 0,-30-40-758 0 0,0 0 0 0 0,1 0 0 0 0,0-1 0 0 0,0 1 0 0 0,7 5-1 0 0</inkml:trace>
</inkml:ink>
</file>

<file path=ppt/ink/ink8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8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39 256 0 0,'0'-22'4416'0'0,"-6"6"3188"0"0,-13 41-7104 0 0,1 1-1 0 0,1 0 1 0 0,1 2 0 0 0,-23 56-1 0 0,15-34-150 0 0,7-11-132 0 0,1 0 0 0 0,2 2-1 0 0,1-1 1 0 0,3 1-1 0 0,-10 75 1 0 0,19-105-247 0 0,0 1 0 0 0,1-1 0 0 0,1 0-1 0 0,0 1 1 0 0,1-1 0 0 0,0 0 0 0 0,0 1 0 0 0,1-1 0 0 0,1-1 0 0 0,0 1 0 0 0,6 12 0 0 0,-7-18-6 0 0,-1 0 0 0 0,1-1 1 0 0,1 1-1 0 0,-1-1 0 0 0,1 0 1 0 0,-1 0-1 0 0,1 0 0 0 0,1 0 1 0 0,-1 0-1 0 0,0-1 0 0 0,1 0 0 0 0,-1 0 1 0 0,1 0-1 0 0,0-1 0 0 0,0 1 1 0 0,0-1-1 0 0,1 0 0 0 0,-1-1 1 0 0,0 1-1 0 0,1-1 0 0 0,-1 0 0 0 0,1-1 1 0 0,-1 1-1 0 0,12-1 0 0 0,-7-1 25 0 0,0-1-1 0 0,1 0 1 0 0,-1 0-1 0 0,0-1 1 0 0,0 0-1 0 0,0-1 1 0 0,-1 0 0 0 0,1 0-1 0 0,-1-1 1 0 0,0 0-1 0 0,0-1 1 0 0,0 0-1 0 0,-1 0 1 0 0,0-1-1 0 0,0 0 1 0 0,-1-1-1 0 0,0 0 1 0 0,0 0-1 0 0,-1 0 1 0 0,0-1-1 0 0,8-15 1 0 0,-13 23 38 0 0,-1 0 0 0 0,1 0 0 0 0,0 0 1 0 0,0 0-1 0 0,-1 0 0 0 0,1 0 0 0 0,-1-1 0 0 0,1 1 1 0 0,-1 0-1 0 0,1 0 0 0 0,-1-1 0 0 0,0 1 0 0 0,0 0 1 0 0,0 0-1 0 0,0-1 0 0 0,0 1 0 0 0,0 0 0 0 0,0-1 1 0 0,0 1-1 0 0,0 0 0 0 0,0-1 0 0 0,-1 1 0 0 0,0-1 1 0 0,0 1-16 0 0,0 1 1 0 0,0 0-1 0 0,0 0 1 0 0,0 0 0 0 0,0 0-1 0 0,0 0 1 0 0,0 0 0 0 0,0 0-1 0 0,0 0 1 0 0,0 0-1 0 0,0 1 1 0 0,-1-1 0 0 0,1 0-1 0 0,0 1 1 0 0,0-1-1 0 0,0 1 1 0 0,0-1 0 0 0,1 1-1 0 0,-1-1 1 0 0,-2 2 0 0 0,-4 2-4 0 0,0 1 1 0 0,0 0 0 0 0,0 1 0 0 0,1-1 0 0 0,0 1 0 0 0,-8 9 0 0 0,9-7-67 0 0,1 0 1 0 0,0 0-1 0 0,0 0 0 0 0,1 0 0 0 0,0 1 0 0 0,0-1 0 0 0,1 1 1 0 0,0 0-1 0 0,-1 15 0 0 0,3-23 35 0 0,0 0 0 0 0,0 0 0 0 0,0 1 0 0 0,0-1 0 0 0,0 0 1 0 0,0 0-1 0 0,0 0 0 0 0,1 0 0 0 0,-1 0 0 0 0,0 0 0 0 0,1 0 0 0 0,-1 0 0 0 0,0 0 0 0 0,1 0 0 0 0,-1 0 0 0 0,1 0 0 0 0,0 0 1 0 0,-1 0-1 0 0,1 0 0 0 0,0-1 0 0 0,-1 1 0 0 0,1 0 0 0 0,0 0 0 0 0,0-1 0 0 0,0 1 0 0 0,0-1 0 0 0,0 1 0 0 0,0 0 0 0 0,0-1 0 0 0,0 0 1 0 0,0 1-1 0 0,0-1 0 0 0,0 0 0 0 0,0 1 0 0 0,0-1 0 0 0,0 0 0 0 0,0 0 0 0 0,0 0 0 0 0,0 0 0 0 0,0 0 0 0 0,0 0 0 0 0,0 0 1 0 0,0 0-1 0 0,1 0 0 0 0,0-1 0 0 0,5 0-31 0 0,-1-1 0 0 0,0 1 0 0 0,1-1-1 0 0,-1 0 1 0 0,12-6 0 0 0,10-9-128 0 0,38-31-1 0 0,-47 33 115 0 0,0 1 0 0 0,1 0 0 0 0,0 2 0 0 0,30-14 0 0 0,-48 26 61 0 0,0-1 1 0 0,-1 1-1 0 0,1 0 1 0 0,0 0 0 0 0,-1 0-1 0 0,1 0 1 0 0,0 0-1 0 0,-1 0 1 0 0,1 1 0 0 0,0-1-1 0 0,-1 1 1 0 0,1-1 0 0 0,0 1-1 0 0,-1-1 1 0 0,1 1-1 0 0,-1 0 1 0 0,1 0 0 0 0,-1-1-1 0 0,1 1 1 0 0,-1 0-1 0 0,0 1 1 0 0,1-1 0 0 0,-1 0-1 0 0,0 0 1 0 0,0 0 0 0 0,0 1-1 0 0,0-1 1 0 0,0 1-1 0 0,0-1 1 0 0,1 3 0 0 0,28 58-36 0 0,-19-38-20 0 0,-7-16-135 0 0,0 0 1 0 0,0-1-1 0 0,1 0 1 0 0,1 0 0 0 0,-1 0-1 0 0,1-1 1 0 0,0 0-1 0 0,0 0 1 0 0,1 0-1 0 0,0-1 1 0 0,9 6-1 0 0,-13-10 132 0 0,0 1-1 0 0,-1-1 1 0 0,1 0-1 0 0,0 0 1 0 0,0-1-1 0 0,0 1 1 0 0,0 0-1 0 0,0-1 1 0 0,0 0-1 0 0,0 0 0 0 0,0 0 1 0 0,0 0-1 0 0,0 0 1 0 0,0-1-1 0 0,-1 1 1 0 0,1-1-1 0 0,0 0 1 0 0,0 0-1 0 0,0 0 1 0 0,0 0-1 0 0,-1 0 1 0 0,1-1-1 0 0,-1 1 1 0 0,1-1-1 0 0,-1 1 1 0 0,1-1-1 0 0,-1 0 1 0 0,0 0-1 0 0,0 0 1 0 0,0-1-1 0 0,0 1 1 0 0,0 0-1 0 0,0-1 0 0 0,-1 1 1 0 0,3-6-1 0 0,-1 5 292 0 0,-1-1 0 0 0,0 1 0 0 0,0-1-1 0 0,0 0 1 0 0,0 0 0 0 0,-1 0-1 0 0,0 0 1 0 0,0 0 0 0 0,0 0-1 0 0,0 0 1 0 0,0-1 0 0 0,-1 1-1 0 0,0 0 1 0 0,1 0 0 0 0,-2-1-1 0 0,1 1 1 0 0,0 0 0 0 0,-1 0 0 0 0,0 0-1 0 0,-2-8 1 0 0,1 11-165 0 0,1 0 0 0 0,-1 0-1 0 0,1 1 1 0 0,-1-1 0 0 0,1 0 0 0 0,-1 1 0 0 0,1-1 0 0 0,-1 1-1 0 0,0-1 1 0 0,1 1 0 0 0,-1 0 0 0 0,1 0 0 0 0,-1 0 0 0 0,0 0-1 0 0,1 0 1 0 0,-1 0 0 0 0,0 0 0 0 0,1 0 0 0 0,-1 1 0 0 0,0-1-1 0 0,1 1 1 0 0,-2 0 0 0 0,-15 5 4 0 0,1 0-1 0 0,-1 1 1 0 0,2 1-1 0 0,-1 1 1 0 0,1 0-1 0 0,1 1 1 0 0,0 1-1 0 0,0 0 1 0 0,-17 18-1 0 0,22-20-1864 0 0,1 1-1 0 0,0 1 1 0 0,1 0-1 0 0,-11 17 1 0 0,15-21-1695 0 0</inkml:trace>
</inkml:ink>
</file>

<file path=ppt/ink/ink8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9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13 968 0 0,'6'-12'13898'0'0,"-38"125"-11068"0"0,-19 145 1 0 0,50-252-2787 0 0,-6 33 95 0 0,4-14-1415 0 0,-2 0 0 0 0,0 0 0 0 0,-16 41 0 0 0,13-51-1555 0 0,0-9-2896 0 0</inkml:trace>
</inkml:ink>
</file>

<file path=ppt/ink/ink8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6:59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739 327 1044 0 0,'11'-2'2272'0'0,"3"-2"-1312"0"0,-5 0-60 0 0,3 1-79 0 0,0 0-89 0 0,2-2-72 0 0,3 2-76 0 0,1-1-64 0 0,0 1-116 0 0,1 1-132 0 0,0 1-172 0 0,1-1-216 0 0,-4 2-232 0 0,2-1-236 0 0,0 1-788 0 0,-3-4-1485 0 0,-6 1 657 0 0</inkml:trace>
  <inkml:trace contextRef="#ctx0" brushRef="#br0" timeOffset="1">0 67 1732 0 0,'0'0'6589'0'0,"23"-24"-6657"0"0,-8 14-560 0 0,-3 0-644 0 0,1 0-1377 0 0,-1-2 609 0 0</inkml:trace>
</inkml:ink>
</file>

<file path=ppt/ink/ink8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1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72 576 0 0,'9'-51'6738'0'0,"-8"38"-2061"0"0,-2 5-2142 0 0,-42 75-1793 0 0,24-40-540 0 0,1 2 0 0 0,1 0 1 0 0,2 0-1 0 0,0 2 0 0 0,-13 42 1 0 0,26-63-164 0 0,0 0 1 0 0,0 0 0 0 0,1 0 0 0 0,0 0 0 0 0,1 15 0 0 0,0-22-32 0 0,0-1 1 0 0,1 1-1 0 0,-1 0 0 0 0,0-1 0 0 0,1 1 1 0 0,0 0-1 0 0,0-1 0 0 0,0 1 0 0 0,0-1 0 0 0,0 1 1 0 0,0-1-1 0 0,0 1 0 0 0,1-1 0 0 0,-1 0 1 0 0,1 0-1 0 0,0 0 0 0 0,0 0 0 0 0,0 0 1 0 0,0 0-1 0 0,0 0 0 0 0,0 0 0 0 0,0-1 0 0 0,1 1 1 0 0,2 0-1 0 0,2-1-8 0 0,0-1-1 0 0,0-1 1 0 0,0 0-1 0 0,0 0 1 0 0,0 0 0 0 0,0-1-1 0 0,-1 0 1 0 0,1 0 0 0 0,0 0-1 0 0,11-7 1 0 0,37-23-119 0 0,-42 23 7 0 0,1 1 0 0 0,25-12 0 0 0,-37 20 66 0 0,14 1-187 0 0,8 8 159 0 0,-12-4 46 0 0,-1 0 1 0 0,0-1-1 0 0,1-1 0 0 0,15 3 0 0 0,-21-6 27 0 0,0 0 1 0 0,0 0-1 0 0,0 0 0 0 0,0-1 1 0 0,0 0-1 0 0,-1 0 0 0 0,1 0 1 0 0,0-1-1 0 0,-1 1 0 0 0,1-1 1 0 0,-1-1-1 0 0,8-3 0 0 0,6-6 7 0 0,-1-2 0 0 0,0 0-1 0 0,-1 0 1 0 0,0-2 0 0 0,-1 0-1 0 0,19-26 1 0 0,-15 19 3 0 0,0 1 0 0 0,45-38-1 0 0,-60 56-27 0 0,0 0-1 0 0,0 1 1 0 0,1-1-1 0 0,-1 1 1 0 0,1 0-1 0 0,-1 1 1 0 0,1-1-1 0 0,6-1 1 0 0,-10 4 12 0 0,0 0 1 0 0,0 0 0 0 0,0 0-1 0 0,0 0 1 0 0,0 0 0 0 0,0 0 0 0 0,0 1-1 0 0,0-1 1 0 0,-1 1 0 0 0,1-1-1 0 0,0 1 1 0 0,0 0 0 0 0,0 0-1 0 0,-1 0 1 0 0,1 0 0 0 0,0 0 0 0 0,-1 0-1 0 0,1 0 1 0 0,-1 0 0 0 0,1 1-1 0 0,-1-1 1 0 0,0 0 0 0 0,0 1 0 0 0,1-1-1 0 0,-1 1 1 0 0,0 0 0 0 0,0-1-1 0 0,0 1 1 0 0,1 3 0 0 0,21 45-150 0 0,-18-36 92 0 0,1 0 1 0 0,1 0-1 0 0,1-1 1 0 0,15 21-1 0 0,-20-30 49 0 0,0 0-1 0 0,1-1 0 0 0,0 0 1 0 0,-1 1-1 0 0,1-2 0 0 0,1 1 1 0 0,-1 0-1 0 0,0-1 0 0 0,0 0 1 0 0,1 0-1 0 0,-1 0 0 0 0,1 0 0 0 0,0-1 1 0 0,0 0-1 0 0,-1 0 0 0 0,1 0 1 0 0,0 0-1 0 0,10-1 0 0 0,-6 0 18 0 0,1-1-1 0 0,-1 0 0 0 0,0-1 1 0 0,0 0-1 0 0,0 0 1 0 0,0-1-1 0 0,0-1 0 0 0,0 1 1 0 0,-1-1-1 0 0,1-1 0 0 0,-1 1 1 0 0,0-1-1 0 0,9-9 0 0 0,-14 12 24 0 0,-1 0-1 0 0,1 0 1 0 0,-1 0-1 0 0,0-1 1 0 0,0 1-1 0 0,0-1 0 0 0,0 0 1 0 0,0 1-1 0 0,0-1 1 0 0,-1 0-1 0 0,1 0 1 0 0,-1 0-1 0 0,0 0 0 0 0,0 0 1 0 0,0 0-1 0 0,-1-1 1 0 0,1 1-1 0 0,-1 0 1 0 0,1 0-1 0 0,-1-1 1 0 0,0 1-1 0 0,0 0 0 0 0,-1 0 1 0 0,1-1-1 0 0,-1 1 1 0 0,0 0-1 0 0,1 0 1 0 0,-1 0-1 0 0,-1 0 0 0 0,1 0 1 0 0,0 0-1 0 0,-1 0 1 0 0,1 0-1 0 0,-1 0 1 0 0,0 1-1 0 0,0-1 0 0 0,0 0 1 0 0,0 1-1 0 0,-1 0 1 0 0,-3-3-1 0 0,-5-5-7 0 0,-1 0 0 0 0,0 2 0 0 0,-1-1 0 0 0,0 2 0 0 0,0 0 0 0 0,-1 0 0 0 0,0 1 0 0 0,0 1 0 0 0,0 0 0 0 0,-1 1 0 0 0,1 1 0 0 0,-23-3 0 0 0,36 6-118 0 0,0 0-1 0 0,-1 0 0 0 0,1 0 1 0 0,0 0-1 0 0,0 0 0 0 0,-1 1 0 0 0,1-1 1 0 0,0 0-1 0 0,0 1 0 0 0,-1-1 1 0 0,1 1-1 0 0,0-1 0 0 0,0 1 0 0 0,0 0 1 0 0,0-1-1 0 0,0 1 0 0 0,0 0 1 0 0,0 0-1 0 0,0 0 0 0 0,0 0 0 0 0,0 0 1 0 0,-1 1-1 0 0,-6 14-7743 0 0</inkml:trace>
</inkml:ink>
</file>

<file path=ppt/ink/ink8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2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23 688 0 0,'78'82'7110'0'0,"-77"-81"-6299"0"0,7 3 3782 0 0,13-36-3615 0 0,9-9-2281 0 0,-26 38 899 0 0,-1 0 0 0 0,1 0 0 0 0,0 1 1 0 0,0-1-1 0 0,0 1 0 0 0,0 0 1 0 0,0 0-1 0 0,0 0 0 0 0,0 1 0 0 0,1-1 1 0 0,4 0-1 0 0,9-2-2638 0 0,-2-1 232 0 0</inkml:trace>
</inkml:ink>
</file>

<file path=ppt/ink/ink8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2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78 313 316 0 0,'-27'27'2505'0'0,"23"-25"-2211"0"0,0 2-1 0 0,0-1 1 0 0,0 0 0 0 0,0 1 0 0 0,1-1-1 0 0,0 1 1 0 0,0 0 0 0 0,0 0-1 0 0,0 1 1 0 0,1-1 0 0 0,-1 0-1 0 0,1 1 1 0 0,0 0 0 0 0,0-1 0 0 0,1 1-1 0 0,-2 7 1 0 0,3-10-94 0 0,1-1-163 0 0,-1 0 1 0 0,1 0-1 0 0,0-1 0 0 0,0 1 0 0 0,-1 0 1 0 0,1 0-1 0 0,0-1 0 0 0,0 1 0 0 0,0-1 1 0 0,0 1-1 0 0,0-1 0 0 0,0 1 1 0 0,0-1-1 0 0,0 0 0 0 0,0 1 0 0 0,0-1 1 0 0,0 0-1 0 0,0 0 0 0 0,0 0 0 0 0,1 0 1 0 0,-1 0-1 0 0,0 0 0 0 0,0 0 0 0 0,2 0 1 0 0,24-19 172 0 0,-21 13-149 0 0,0 0 0 0 0,-1 0 0 0 0,0-1 0 0 0,0 0-1 0 0,0 0 1 0 0,-1-1 0 0 0,0 1 0 0 0,6-16 0 0 0,17-70 375 0 0,-21 69-324 0 0,19-103 845 0 0,-20 42 2563 0 0,-6 83-2400 0 0,-4 9-430 0 0,-8 23-201 0 0,-10 39-283 0 0,15-22-232 0 0,1 0 0 0 0,1 65 0 0 0,6-91-826 0 0,1 1-1 0 0,1 0 1 0 0,0-1 0 0 0,2 1-1 0 0,1-1 1 0 0,0 0 0 0 0,13 30 0 0 0,-6-31-3062 0 0,2 1 298 0 0</inkml:trace>
</inkml:ink>
</file>

<file path=ppt/ink/ink8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4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33 1092 0 0,'1'-21'4568'0'0,"-2"10"3555"0"0,-19 110-7679 0 0,-5-1-1 0 0,-4-2 1 0 0,-49 110-1 0 0,36-133-15 0 0,41-72-222 0 0,6-5-286 0 0,12-12-23 0 0,1 0-1 0 0,1 2 1 0 0,1 0-1 0 0,38-21 0 0 0,-44 28-5 0 0,1 0 0 0 0,0 1 0 0 0,0 1 0 0 0,0 0-1 0 0,1 1 1 0 0,0 0 0 0 0,0 2 0 0 0,26-2 0 0 0,-38 4 82 0 0,0 0 1 0 0,0 0 0 0 0,0 0 0 0 0,0 1 0 0 0,0-1-1 0 0,0 1 1 0 0,0 0 0 0 0,0 0 0 0 0,0 1-1 0 0,0-1 1 0 0,0 1 0 0 0,0 0 0 0 0,-1 0 0 0 0,1 0-1 0 0,-1 1 1 0 0,0-1 0 0 0,0 1 0 0 0,0 0-1 0 0,0 0 1 0 0,0 0 0 0 0,0 0 0 0 0,-1 0 0 0 0,1 0-1 0 0,-1 1 1 0 0,0-1 0 0 0,0 1 0 0 0,0 0-1 0 0,-1 0 1 0 0,3 6 0 0 0,-3-5 11 0 0,0 0 0 0 0,-1 0 0 0 0,1 0 0 0 0,-1 0-1 0 0,0 1 1 0 0,0-1 0 0 0,-1 0 0 0 0,1 0 0 0 0,-1 0 0 0 0,0 0 0 0 0,-1 0 0 0 0,1 0 0 0 0,-1 0 0 0 0,0 0-1 0 0,0 0 1 0 0,-1 0 0 0 0,1-1 0 0 0,-1 0 0 0 0,0 1 0 0 0,0-1 0 0 0,-1 0 0 0 0,-7 7 0 0 0,1-2 50 0 0,-1-1 0 0 0,-1-1 1 0 0,1 0-1 0 0,-1 0 0 0 0,0-1 0 0 0,-1 0 1 0 0,0-1-1 0 0,1-1 0 0 0,-2 0 1 0 0,-14 2-1 0 0,19-4 43 0 0,0 0-1 0 0,0-1 1 0 0,0 0-1 0 0,0-1 1 0 0,0 0-1 0 0,0 0 1 0 0,0-1-1 0 0,0 0 1 0 0,0-1 0 0 0,0 0-1 0 0,0 0 1 0 0,1-1-1 0 0,-1 0 1 0 0,1-1-1 0 0,0 0 1 0 0,-11-6-1 0 0,17 8-138 0 0,0 0 0 0 0,1 1 0 0 0,-1-1 0 0 0,0 0 0 0 0,1 0 0 0 0,-1 1 0 0 0,1-1 0 0 0,0 0 0 0 0,-1-1 0 0 0,1 1 0 0 0,0 0 0 0 0,0 0 0 0 0,1 0-1 0 0,-1-1 1 0 0,0 1 0 0 0,0-4 0 0 0,1 4-506 0 0,2-2-132 0 0,13-19-986 0 0,10 3-4014 0 0,-12 12 2608 0 0</inkml:trace>
</inkml:ink>
</file>

<file path=ppt/ink/ink8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4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259 58 856 0 0,'-2'-16'4147'0'0,"2"14"-3664"0"0,0 0-1 0 0,0 0 1 0 0,0 0-1 0 0,0 0 1 0 0,-1 0-1 0 0,1-1 1 0 0,-1 1-1 0 0,0 0 1 0 0,1 0-1 0 0,-1 1 1 0 0,0-1-1 0 0,0 0 1 0 0,-2-3-1 0 0,2 4 90 0 0,0 0-477 0 0,1 0 1 0 0,-1 1-1 0 0,0-1 1 0 0,0 0-1 0 0,0 0 1 0 0,1 1-1 0 0,-1-1 1 0 0,0 1-1 0 0,0-1 1 0 0,0 1-1 0 0,0-1 1 0 0,0 1 0 0 0,0-1-1 0 0,0 1 1 0 0,0 0-1 0 0,0 0 1 0 0,0-1-1 0 0,-1 1 1 0 0,1 0-1 0 0,0 0 1 0 0,0 0-1 0 0,0 0 1 0 0,0 0-1 0 0,0 0 1 0 0,0 1-1 0 0,-2-1 1 0 0,-25 5 396 0 0,13 1-389 0 0,0 1-1 0 0,0 1 1 0 0,1 0 0 0 0,0 1 0 0 0,0 0 0 0 0,1 1 0 0 0,0 0-1 0 0,1 2 1 0 0,0-1 0 0 0,1 1 0 0 0,0 1 0 0 0,-9 14 0 0 0,19-26-100 0 0,0 0 0 0 0,0 1 0 0 0,0-1 0 0 0,0 0 0 0 0,0 1 0 0 0,0-1 0 0 0,0 1 0 0 0,1-1 0 0 0,-1 1 0 0 0,0-1 0 0 0,1 1 0 0 0,-1 0 0 0 0,1-1 0 0 0,0 1 0 0 0,0 0 0 0 0,0-1 0 0 0,-1 1 0 0 0,1 0 0 0 0,1-1 0 0 0,-1 1 0 0 0,0 2 0 0 0,1-3-8 0 0,0 0 0 0 0,0 0 0 0 0,0 0 0 0 0,0 0 0 0 0,0 0 0 0 0,0-1 0 0 0,0 1 0 0 0,0 0 0 0 0,0 0 0 0 0,0-1 0 0 0,0 1-1 0 0,0-1 1 0 0,0 1 0 0 0,1-1 0 0 0,-1 0 0 0 0,0 1 0 0 0,0-1 0 0 0,1 0 0 0 0,-1 0 0 0 0,0 0 0 0 0,2 0 0 0 0,6 0-66 0 0,1 0-1 0 0,-1-1 1 0 0,0 0 0 0 0,0-1-1 0 0,15-4 1 0 0,-24 6 52 0 0,1-1 1 0 0,0 1-1 0 0,-1-1 1 0 0,1 1-1 0 0,0 0 1 0 0,0-1-1 0 0,0 1 1 0 0,-1 0-1 0 0,1 0 1 0 0,0-1-1 0 0,0 1 0 0 0,0 0 1 0 0,0 0-1 0 0,-1 0 1 0 0,1 0-1 0 0,0 0 1 0 0,0 0-1 0 0,0 0 1 0 0,0 1-1 0 0,0-1 1 0 0,-1 0-1 0 0,1 0 1 0 0,0 1-1 0 0,0-1 1 0 0,0 0-1 0 0,-1 1 0 0 0,1-1 1 0 0,0 1-1 0 0,-1-1 1 0 0,1 1-1 0 0,0-1 1 0 0,-1 1-1 0 0,1-1 1 0 0,0 1-1 0 0,-1 0 1 0 0,1-1-1 0 0,-1 1 1 0 0,1 1-1 0 0,0 0-25 0 0,-5 16-75 0 0,3-15 99 0 0,0-1 0 0 0,1 1 0 0 0,-1 0 0 0 0,1-1 0 0 0,0 1 0 0 0,0-1 0 0 0,0 1 0 0 0,0 0 0 0 0,0-1 0 0 0,1 1 0 0 0,-1-1 0 0 0,1 1 0 0 0,0 0 0 0 0,0-1 0 0 0,0 0 0 0 0,0 1 0 0 0,0-1 0 0 0,0 0 0 0 0,2 3 0 0 0,0-4 7 0 0,0-1 0 0 0,0 0 1 0 0,0 1-1 0 0,0-1 0 0 0,0 0 0 0 0,0 0 1 0 0,0-1-1 0 0,0 1 0 0 0,0 0 0 0 0,0-1 1 0 0,0 0-1 0 0,0 0 0 0 0,3-1 0 0 0,0 0-2 0 0,37-11-139 0 0,-2-3 0 0 0,41-19-1 0 0,-42 16-45 0 0,81-26 0 0 0,-108 42 166 0 0,-9 1 9 0 0,-1 1 0 0 0,1-1 1 0 0,0 1-1 0 0,0 0 0 0 0,0 1 1 0 0,0-1-1 0 0,0 1 0 0 0,0-1 1 0 0,0 1-1 0 0,0 0 0 0 0,1 1 1 0 0,-1-1-1 0 0,0 1 1 0 0,0 0-1 0 0,0 0 0 0 0,4 1 1 0 0,-7-1 14 0 0,0-1-1 0 0,-1 1 1 0 0,1 0 0 0 0,0-1 0 0 0,0 1 0 0 0,-1 0 0 0 0,1-1 0 0 0,0 1 0 0 0,-1 0 0 0 0,1 0 0 0 0,-1-1 0 0 0,1 1 0 0 0,-1 0 0 0 0,1 0 0 0 0,-1 0 0 0 0,0 0 0 0 0,1 0 0 0 0,-1 0 0 0 0,0-1 0 0 0,0 1 0 0 0,0 0 0 0 0,0 0 0 0 0,1 0 0 0 0,-1 0 0 0 0,-1 1 0 0 0,-9 29-138 0 0,5-22 120 0 0,0-1 0 0 0,-1 0 0 0 0,0 0 0 0 0,-12 11 1 0 0,17-18 89 0 0,-19 21-394 0 0,17-12-43 0 0,20-8 127 0 0,6-7 140 0 0,-1 0 0 0 0,-1-2 0 0 0,1-1 0 0 0,-1 0 0 0 0,0-2 0 0 0,-1 0 0 0 0,0-1 0 0 0,20-15 0 0 0,-25 12 1322 0 0,-15 14-1188 0 0,0 0 0 0 0,0 0 0 0 0,0 0 1 0 0,0 0-1 0 0,0 0 0 0 0,1 0 0 0 0,-1 0 0 0 0,0-1 0 0 0,0 1 0 0 0,0 0 0 0 0,0 0 1 0 0,0 0-1 0 0,0 0 0 0 0,0 0 0 0 0,0 0 0 0 0,0 0 0 0 0,0 0 0 0 0,0-1 0 0 0,0 1 1 0 0,0 0-1 0 0,0 0 0 0 0,0 0 0 0 0,0 0 0 0 0,0 0 0 0 0,0 0 0 0 0,0 0 0 0 0,0-1 1 0 0,0 1-1 0 0,0 0 0 0 0,0 0 0 0 0,0 0 0 0 0,0 0 0 0 0,0 0 0 0 0,0 0 0 0 0,0 0 1 0 0,0 0-1 0 0,-1-1 0 0 0,1 1 0 0 0,0 0 0 0 0,0 0 0 0 0,0 0 0 0 0,0 0 0 0 0,0 0 1 0 0,0 0-1 0 0,0 0 0 0 0,0 0 0 0 0,0 0 0 0 0,-1 0 0 0 0,1 0 0 0 0,0 0 0 0 0,0 0 0 0 0,0 0 1 0 0,0 0-1 0 0,0 0 0 0 0,0 0 0 0 0,0 0 0 0 0,-1 0 0 0 0,1 0 0 0 0,0 0 0 0 0,0 0 1 0 0,0 0-1 0 0,-3 0 58 0 0,0 1 0 0 0,0 0 0 0 0,0 0 1 0 0,0 0-1 0 0,0 0 0 0 0,0 0 0 0 0,0 1 1 0 0,0-1-1 0 0,-4 4 0 0 0,5-3-207 0 0,1-1 1 0 0,-1 1-1 0 0,1 0 1 0 0,-1-1-1 0 0,1 1 0 0 0,0 0 1 0 0,0 0-1 0 0,-1 0 1 0 0,1 0-1 0 0,1 0 0 0 0,-1 0 1 0 0,0 0-1 0 0,0 0 1 0 0,1 0-1 0 0,-1 0 0 0 0,1 0 1 0 0,0 1-1 0 0,0-1 1 0 0,-1 0-1 0 0,2 0 0 0 0,-1 0 1 0 0,0 1-1 0 0,0-1 1 0 0,1 0-1 0 0,-1 0 0 0 0,1 0 1 0 0,-1 0-1 0 0,1 0 1 0 0,0 1-1 0 0,0-1 0 0 0,0-1 1 0 0,0 1-1 0 0,0 0 0 0 0,1 0 1 0 0,2 3-1 0 0,18 5-4995 0 0,-8-9 2194 0 0</inkml:trace>
</inkml:ink>
</file>

<file path=ppt/ink/ink8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5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46 401 88 0 0,'0'0'6378'0'0,"-6"2"-5763"0"0,-1-2-394 0 0,6 0-151 0 0,-1 0 0 0 0,0 0 0 0 0,1 1 0 0 0,-1-1 0 0 0,0 0 0 0 0,1 1 0 0 0,-1-1 0 0 0,1 1 0 0 0,-1-1 0 0 0,0 1 0 0 0,1 0 0 0 0,0 0 0 0 0,-1 0 0 0 0,1 0 0 0 0,-1 0 0 0 0,1 0 0 0 0,-2 1 0 0 0,2-1 321 0 0,1 4 49 0 0,-1-5-424 0 0,1 0-1 0 0,0 1 0 0 0,0-1 1 0 0,-1 1-1 0 0,1-1 1 0 0,0 1-1 0 0,0-1 1 0 0,0 1-1 0 0,0-1 0 0 0,0 1 1 0 0,-1-1-1 0 0,1 1 1 0 0,0-1-1 0 0,0 1 1 0 0,0-1-1 0 0,0 1 0 0 0,1-1 1 0 0,-1 1-1 0 0,0-1 1 0 0,0 1-1 0 0,0-1 0 0 0,0 1 1 0 0,0-1-1 0 0,1 1 1 0 0,-1-1-1 0 0,0 0 1 0 0,0 1-1 0 0,1-1 0 0 0,-1 1 1 0 0,0-1-1 0 0,1 0 1 0 0,-1 1-1 0 0,0-1 1 0 0,1 1-1 0 0,-1-1 0 0 0,1 0 1 0 0,-1 0-1 0 0,1 1 1 0 0,-1-1-1 0 0,0 0 1 0 0,1 0-1 0 0,-1 0 0 0 0,1 1 1 0 0,-1-1-1 0 0,1 0 1 0 0,-1 0-1 0 0,1 0 1 0 0,-1 0-1 0 0,1 0 0 0 0,-1 0 1 0 0,1 0-1 0 0,-1 0 1 0 0,1 0-1 0 0,-1 0 1 0 0,2-1-1 0 0,3 1-6 0 0,1-1 0 0 0,0 0 0 0 0,-1-1 0 0 0,1 0 0 0 0,-1 0 0 0 0,0 0 0 0 0,1 0 0 0 0,-1-1 1 0 0,0 0-1 0 0,0 0 0 0 0,-1 0 0 0 0,1 0 0 0 0,5-6 0 0 0,-3 1 20 0 0,1 0 0 0 0,-1-1 0 0 0,0 1-1 0 0,-1-2 1 0 0,0 1 0 0 0,7-15 0 0 0,-3 0 152 0 0,-1 0 0 0 0,-1-1 0 0 0,-1 0 0 0 0,-1-1 0 0 0,3-29 0 0 0,-3-19 1488 0 0,-9 3 3329 0 0,3 69-4417 0 0,-41 56 267 0 0,30-26-1102 0 0,1 0 1 0 0,1 0-1 0 0,2 1 0 0 0,-8 54 1 0 0,14-66-468 0 0,1 0 0 0 0,0 0 0 0 0,1 0 0 0 0,3 18 1 0 0,-2-24-480 0 0,1 0 1 0 0,0 0 0 0 0,0-1 0 0 0,1 1 0 0 0,1-1-1 0 0,10 19 1 0 0,2-7-2458 0 0</inkml:trace>
</inkml:ink>
</file>

<file path=ppt/ink/ink8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5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319 106 280 0 0,'1'-7'1336'0'0,"-1"-1"1"0"0,1 1-1 0 0,-1-1 0 0 0,-1 0 0 0 0,1 1 1 0 0,-2-1-1 0 0,-1-10 0 0 0,2 16-1157 0 0,0 0 1 0 0,1 0-1 0 0,-1 1 0 0 0,0-1 0 0 0,0 0 0 0 0,0 0 0 0 0,-1 0 0 0 0,1 1 0 0 0,0-1 0 0 0,0 1 0 0 0,-1-1 0 0 0,1 1 0 0 0,-1-1 1 0 0,0 1-1 0 0,1 0 0 0 0,-1 0 0 0 0,0 0 0 0 0,0 0 0 0 0,0 0 0 0 0,0 0 0 0 0,1 0 0 0 0,-1 0 0 0 0,0 1 0 0 0,0-1 1 0 0,-1 1-1 0 0,1 0 0 0 0,0 0 0 0 0,0-1 0 0 0,0 1 0 0 0,0 0 0 0 0,0 1 0 0 0,-3-1 0 0 0,-10 3-27 0 0,1 1 0 0 0,0 0 0 0 0,0 1 0 0 0,0 0 0 0 0,0 1 0 0 0,1 0 0 0 0,0 2 0 0 0,0-1 0 0 0,1 1 0 0 0,0 1 0 0 0,1 0 0 0 0,0 1 0 0 0,0 0 0 0 0,1 1 0 0 0,0 0 0 0 0,0 1 0 0 0,2 0 0 0 0,-1 0 0 0 0,2 1 0 0 0,-8 14 1 0 0,14-25-190 0 0,0 0 0 0 0,0 0 0 0 0,0 0 0 0 0,0 0 1 0 0,1 0-1 0 0,-1 0 0 0 0,0 0 0 0 0,1 1 1 0 0,0-1-1 0 0,-1 0 0 0 0,1 0 0 0 0,0 0 0 0 0,0 0 1 0 0,0 1-1 0 0,0-1 0 0 0,1 0 0 0 0,-1 0 0 0 0,2 4 1 0 0,-2-5 23 0 0,1 0 0 0 0,0 0 0 0 0,0-1 1 0 0,0 1-1 0 0,0 0 0 0 0,0 0 0 0 0,0-1 1 0 0,0 1-1 0 0,1-1 0 0 0,-1 1 0 0 0,0-1 0 0 0,0 1 1 0 0,0-1-1 0 0,0 0 0 0 0,1 0 0 0 0,-1 0 1 0 0,0 1-1 0 0,0-1 0 0 0,1 0 0 0 0,-1 0 0 0 0,0-1 1 0 0,0 1-1 0 0,2 0 0 0 0,12-4-31 0 0,0 0 0 0 0,0 0-1 0 0,-1-2 1 0 0,15-6 0 0 0,-17 7-47 0 0,55-24-105 0 0,-28 10 55 0 0,1 3 1 0 0,0 1-1 0 0,1 2 0 0 0,56-10 0 0 0,-90 22 108 0 0,-1 0-1 0 0,1 1 1 0 0,0 0-1 0 0,0 0 1 0 0,0 0-1 0 0,0 1 1 0 0,0 0-1 0 0,10 3 1 0 0,-14-3 13 0 0,0 1 0 0 0,0-1 0 0 0,0 1 0 0 0,0-1-1 0 0,0 1 1 0 0,0 0 0 0 0,0 0 0 0 0,0 0 0 0 0,-1 0 0 0 0,1 1 0 0 0,-1-1 0 0 0,0 1 0 0 0,1 0 0 0 0,-1-1 0 0 0,-1 1-1 0 0,1 0 1 0 0,0 0 0 0 0,2 7 0 0 0,5 45-841 0 0,-8-53 732 0 0,-1 1-54 0 0,0-3 173 0 0,0 0 1 0 0,0 0 0 0 0,0 1 0 0 0,0-1 0 0 0,0 0 0 0 0,0 0 0 0 0,0 0 0 0 0,0 1 0 0 0,0-1 0 0 0,0 0 0 0 0,0 0-1 0 0,0 0 1 0 0,0 1 0 0 0,0-1 0 0 0,0 0 0 0 0,0 0 0 0 0,0 0 0 0 0,0 1 0 0 0,0-1 0 0 0,0 0 0 0 0,0 0 0 0 0,0 0 0 0 0,1 1-1 0 0,-1-1 1 0 0,0 0 0 0 0,0 0 0 0 0,0 0 0 0 0,0 0 0 0 0,0 1 0 0 0,1-1 0 0 0,-1 0 0 0 0,0 0 0 0 0,0 0 0 0 0,0 0-1 0 0,0 0 1 0 0,1 0 0 0 0,-1 0 0 0 0,0 1 0 0 0,0-1 0 0 0,0 0 0 0 0,1 0 0 0 0,-1 0 0 0 0,0 0 0 0 0,0 0 0 0 0,0 0-1 0 0,1 0 1 0 0,-1 0 0 0 0,0 0 0 0 0,1 0 0 0 0,25-8-139 0 0,51-23 1 0 0,-50 19 185 0 0,52-15 0 0 0,-78 27-36 0 0,0 0 1 0 0,0 0-1 0 0,0 0 0 0 0,0 0 0 0 0,0 0 0 0 0,0 0 0 0 0,0 0 0 0 0,0 0 0 0 0,0 1 0 0 0,0-1 0 0 0,0 0 0 0 0,0 1 0 0 0,0-1 0 0 0,0 1 0 0 0,-1-1 1 0 0,1 1-1 0 0,0-1 0 0 0,0 1 0 0 0,0 0 0 0 0,-1-1 0 0 0,1 1 0 0 0,0 0 0 0 0,-1 0 0 0 0,1-1 0 0 0,0 1 0 0 0,-1 0 0 0 0,1 0 0 0 0,-1 0 0 0 0,1 0 1 0 0,-1 0-1 0 0,0 0 0 0 0,1 0 0 0 0,-1 0 0 0 0,0 0 0 0 0,0 0 0 0 0,0 0 0 0 0,0 0 0 0 0,0 0 0 0 0,0 0 0 0 0,0 0 0 0 0,0 0 0 0 0,0 0 1 0 0,-1 2-1 0 0,-4 47-440 0 0,-4 3-1151 0 0,10-24-708 0 0,7-7-3452 0 0,3-12 2745 0 0</inkml:trace>
</inkml:ink>
</file>

<file path=ppt/ink/ink8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6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1 436 0 0,'-1'2'7397'0'0,"-1"5"-3868"0"0,-17 42-2747 0 0,-11 23 417 0 0,2 0 1 0 0,-31 135 0 0 0,27-86-2684 0 0,18-82-361 0 0,7-21-2039 0 0,4-10 685 0 0,-1 1 200 0 0</inkml:trace>
</inkml:ink>
</file>

<file path=ppt/ink/ink8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6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0 518 820 0 0,'91'-55'4824'0'0,"-35"19"-3213"0"0,-24 17-1056 0 0,-1-2 1 0 0,0-1-1 0 0,-2-2 1 0 0,-1-1 0 0 0,0-1-1 0 0,-2-1 1 0 0,-2-2-1 0 0,0 0 1 0 0,35-58 0 0 0,-49 67 150 0 0,0 0 0 0 0,10-34 0 0 0,-19 52-397 0 0,-1 1-208 0 0,1 0-1 0 0,-1 0 1 0 0,1 0-1 0 0,-1 0 1 0 0,0 0-1 0 0,0-1 1 0 0,0 1 0 0 0,0 0-1 0 0,0 0 1 0 0,0-1-1 0 0,0 1 1 0 0,0 0-1 0 0,0 0 1 0 0,0 0-1 0 0,-1 0 1 0 0,0-2 0 0 0,-19 24-37 0 0,1 2 1 0 0,2 0 0 0 0,0 1 0 0 0,1 1 0 0 0,1 0 0 0 0,2 1-1 0 0,-14 35 1 0 0,-2 17 16 0 0,3 1-1 0 0,-18 98 1 0 0,35-144-59 0 0,-4 22 40 0 0,13-53-70 0 0,11-9-129 0 0,-1 0 91 0 0,0 0 0 0 0,1 1 0 0 0,0 0 0 0 0,22-8 1 0 0,-31 14-3 0 0,15-1 17 0 0,14 7 6 0 0,16 4-27 0 0,63 5 0 0 0,-94-15 8 0 0,1 1 0 0 0,-1-2 1 0 0,1 0-1 0 0,-1-1 0 0 0,0-1 0 0 0,1 0 0 0 0,26-10 1 0 0,-26-1-655 0 0,-9 5-5671 0 0</inkml:trace>
</inkml:ink>
</file>

<file path=ppt/ink/ink8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7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1712 0 0,'15'8'8329'0'0,"-5"-4"-3659"0"0,-8-6-4528 0 0,-13-18-5761 0 0,1 11 425 0 0</inkml:trace>
</inkml:ink>
</file>

<file path=ppt/ink/ink8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9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613 445 200 0 0,'2'-5'486'0'0,"-1"0"1"0"0,0 0-1 0 0,0 1 0 0 0,0-1 1 0 0,0 0-1 0 0,-1 0 0 0 0,1 0 1 0 0,-1 0-1 0 0,-1 0 0 0 0,1 0 0 0 0,-1 0 1 0 0,0 0-1 0 0,0 0 0 0 0,0 0 1 0 0,0 1-1 0 0,-1-1 0 0 0,0 0 1 0 0,-4-6-1 0 0,1-1 112 0 0,-1 1 1 0 0,-1-1 0 0 0,0 1-1 0 0,-1 0 1 0 0,-14-17-1 0 0,18 25-521 0 0,0-1 1 0 0,-1 1-1 0 0,1-1 0 0 0,0 1 0 0 0,-1 1 0 0 0,0-1 0 0 0,1 1 0 0 0,-1-1 1 0 0,0 1-1 0 0,0 1 0 0 0,-1-1 0 0 0,1 1 0 0 0,0 0 0 0 0,-7-1 1 0 0,2 2-22 0 0,0 0 0 0 0,0 0 1 0 0,0 1-1 0 0,0 0 1 0 0,0 1-1 0 0,1 0 0 0 0,-12 4 1 0 0,-7 5-4 0 0,1 1 1 0 0,1 0 0 0 0,0 2-1 0 0,-29 21 1 0 0,35-20-15 0 0,-1 0-1 0 0,2 2 1 0 0,0 0 0 0 0,1 1-1 0 0,1 1 1 0 0,1 0 0 0 0,0 1-1 0 0,-23 43 1 0 0,33-52-19 0 0,1 0 0 0 0,0 0 0 0 0,1 1 0 0 0,0 0 0 0 0,1 0 0 0 0,0 0 1 0 0,1 1-1 0 0,-1 22 0 0 0,3-26-4 0 0,1 0 0 0 0,0 0 1 0 0,0 0-1 0 0,1 0 1 0 0,0 0-1 0 0,1 0 0 0 0,0 0 1 0 0,0-1-1 0 0,1 0 1 0 0,0 1-1 0 0,0-1 0 0 0,1-1 1 0 0,7 10-1 0 0,-6-10 0 0 0,0 0 0 0 0,1-1 0 0 0,0 1 0 0 0,0-1 0 0 0,0-1 0 0 0,1 0-1 0 0,0 0 1 0 0,0 0 0 0 0,0-1 0 0 0,1 0 0 0 0,0-1 0 0 0,-1 1 0 0 0,13 1 0 0 0,-1 0 3 0 0,1-1 0 0 0,1-2 0 0 0,-1 0 1 0 0,37-1-1 0 0,-27-4-1 0 0,0-1 1 0 0,-1-1-1 0 0,0-2 0 0 0,0-1 1 0 0,56-23-1 0 0,137-79 43 0 0,-205 100-54 0 0,45-24 41 0 0,-1-3 0 0 0,-1-2-1 0 0,91-79 1 0 0,-149 114 15 0 0,1 0-1 0 0,-1 0 1 0 0,0 0-1 0 0,0 0 0 0 0,0-1 1 0 0,-1 1-1 0 0,1-1 1 0 0,-1 1-1 0 0,0-1 1 0 0,0 0-1 0 0,1-6 1 0 0,-3 9 41 0 0,-10-3 48 0 0,9 4-146 0 0,0 0 0 0 0,1 1 1 0 0,-1-1-1 0 0,0 1 0 0 0,0-1 1 0 0,0 0-1 0 0,0 1 0 0 0,0-1 0 0 0,0 1 1 0 0,0 0-1 0 0,0-1 0 0 0,0 1 0 0 0,0 0 1 0 0,0 0-1 0 0,0 0 0 0 0,0-1 1 0 0,0 1-1 0 0,0 0 0 0 0,0 0 0 0 0,-1 1 1 0 0,-18 2 5 0 0,0 1 1 0 0,1 1 0 0 0,0 1-1 0 0,0 1 1 0 0,0 0 0 0 0,1 2-1 0 0,0 0 1 0 0,1 1 0 0 0,0 0-1 0 0,0 2 1 0 0,1 0 0 0 0,1 0-1 0 0,0 2 1 0 0,0 0 0 0 0,2 1-1 0 0,-22 28 1 0 0,33-39-34 0 0,0-1 1 0 0,0 1-1 0 0,0-1 0 0 0,0 1 1 0 0,0 0-1 0 0,1 0 0 0 0,0-1 1 0 0,0 1-1 0 0,0 0 1 0 0,0 0-1 0 0,1 0 0 0 0,-1 0 1 0 0,1 1-1 0 0,0-1 0 0 0,0 0 1 0 0,1 0-1 0 0,-1 0 0 0 0,1 0 1 0 0,0 0-1 0 0,0 0 1 0 0,0 0-1 0 0,0-1 0 0 0,1 1 1 0 0,1 4-1 0 0,0-4-27 0 0,1 0 1 0 0,-1 1-1 0 0,1-1 0 0 0,-1-1 0 0 0,1 1 1 0 0,0 0-1 0 0,0-1 0 0 0,1 0 1 0 0,-1 0-1 0 0,1 0 0 0 0,0 0 0 0 0,-1-1 1 0 0,1 0-1 0 0,0 0 0 0 0,1 0 1 0 0,-1-1-1 0 0,8 2 0 0 0,9 0-109 0 0,0-2 0 0 0,0 0 1 0 0,0-2-1 0 0,0 0 0 0 0,0-1 0 0 0,0-2 0 0 0,0 0 0 0 0,-1-1 0 0 0,41-15 0 0 0,13-11-301 0 0,93-52 0 0 0,15-25 910 0 0,-183 108-422 0 0,0 0-1 0 0,1-1 1 0 0,-1 1 0 0 0,0-1 0 0 0,1 1 0 0 0,-1-1 0 0 0,0 1 0 0 0,1 0 0 0 0,-1-1 0 0 0,1 1 0 0 0,-1 0-1 0 0,1 0 1 0 0,-1-1 0 0 0,1 1 0 0 0,-1 0 0 0 0,1 0 0 0 0,-1 0 0 0 0,1-1 0 0 0,-1 1 0 0 0,1 0 0 0 0,-1 0 0 0 0,1 0-1 0 0,0 0 1 0 0,-1 0 0 0 0,1 0 0 0 0,-1 0 0 0 0,1 0 0 0 0,-1 1 0 0 0,1-1 0 0 0,-1 0 0 0 0,1 0 0 0 0,-1 0-1 0 0,1 0 1 0 0,0 1 0 0 0,-8 18 306 0 0,-1-4-355 0 0,-1 6 88 0 0,0 0-1 0 0,2 1 1 0 0,-7 31-1 0 0,14-51 13 0 0,8-5-94 0 0,0-1-1 0 0,-1 0 0 0 0,1 0 1 0 0,-1 0-1 0 0,0-1 0 0 0,0 0 0 0 0,0-1 1 0 0,0 0-1 0 0,9-11 0 0 0,-3 5-131 0 0,0 0-1 0 0,1 1 1 0 0,22-14 0 0 0,-32 23 83 0 0,1 1 1 0 0,0 0 0 0 0,0 0-1 0 0,-1 1 1 0 0,1 0 0 0 0,0 0-1 0 0,0 0 1 0 0,0 0 0 0 0,-1 1-1 0 0,1-1 1 0 0,0 1 0 0 0,-1 0-1 0 0,1 1 1 0 0,0-1 0 0 0,-1 1-1 0 0,0 0 1 0 0,1 0 0 0 0,-1 0-1 0 0,5 4 1 0 0,-2-2-26 0 0,1 0 1 0 0,0-1 0 0 0,-1 0-1 0 0,1 0 1 0 0,14 2-1 0 0,-9-4 83 0 0,0 0 0 0 0,0-1 0 0 0,0 0 0 0 0,0-1 0 0 0,0-1 0 0 0,0 0 0 0 0,0 0 0 0 0,-1-1 0 0 0,1-1 0 0 0,-1 0 0 0 0,0-1 0 0 0,0 0 0 0 0,0-1 0 0 0,-1 0-1 0 0,0-1 1 0 0,0-1 0 0 0,-1 1 0 0 0,1-1 0 0 0,-2-1 0 0 0,1 0 0 0 0,-1-1 0 0 0,-1 1 0 0 0,0-2 0 0 0,0 1 0 0 0,11-21 0 0 0,-7 7 202 0 0,-2-1 0 0 0,0 0-1 0 0,-1 0 1 0 0,-2-1 0 0 0,-1 0 0 0 0,0 0 0 0 0,-2 0 0 0 0,-1-1 0 0 0,-2 0 0 0 0,0 1-1 0 0,-2-1 1 0 0,-4-29 0 0 0,5 54-148 0 0,0 1 0 0 0,0 0 0 0 0,0-1 0 0 0,0 1 0 0 0,0 0 0 0 0,0-1 0 0 0,-1 1 0 0 0,1 0 0 0 0,-1-1 1 0 0,1 1-1 0 0,-1 0 0 0 0,1-1 0 0 0,-1 1 0 0 0,0 0 0 0 0,0 0 0 0 0,0 0 0 0 0,1 0 0 0 0,-1 0 0 0 0,0 0 0 0 0,-2-2 0 0 0,2 3-32 0 0,0 0-1 0 0,0 0 1 0 0,0 0-1 0 0,0 0 1 0 0,0 0-1 0 0,0 0 1 0 0,1 0 0 0 0,-1 0-1 0 0,0 0 1 0 0,0 1-1 0 0,0-1 1 0 0,0 0 0 0 0,0 0-1 0 0,0 1 1 0 0,0-1-1 0 0,0 1 1 0 0,1-1-1 0 0,-1 1 1 0 0,0-1 0 0 0,0 1-1 0 0,1-1 1 0 0,-2 2-1 0 0,-6 6 11 0 0,0 0 0 0 0,0 1-1 0 0,-10 16 1 0 0,15-22 3 0 0,-15 26-23 0 0,1 0 1 0 0,2 0 0 0 0,1 2-1 0 0,1-1 1 0 0,2 2-1 0 0,1 0 1 0 0,1 0-1 0 0,2 1 1 0 0,1-1-1 0 0,2 2 1 0 0,1-1-1 0 0,1 0 1 0 0,2 1-1 0 0,5 38 1 0 0,-3-59-68 0 0,0 0-1 0 0,1 0 1 0 0,1 0 0 0 0,0 0 0 0 0,0-1 0 0 0,1 1-1 0 0,1-1 1 0 0,9 15 0 0 0,-13-24 43 0 0,1 1 0 0 0,-1-1 0 0 0,1-1 0 0 0,0 1 0 0 0,-1 0-1 0 0,1-1 1 0 0,0 1 0 0 0,0-1 0 0 0,1 0 0 0 0,-1 0 0 0 0,0 0 0 0 0,1 0 0 0 0,-1-1 0 0 0,1 1 0 0 0,0-1 0 0 0,-1 0 0 0 0,1 0 0 0 0,0 0 0 0 0,0-1-1 0 0,0 0 1 0 0,0 1 0 0 0,0-1 0 0 0,-1 0 0 0 0,1-1 0 0 0,0 1 0 0 0,0-1 0 0 0,0 1 0 0 0,-1-1 0 0 0,1-1 0 0 0,0 1 0 0 0,-1 0 0 0 0,7-4 0 0 0,10-5 3 0 0,-1 0 0 0 0,0-2 0 0 0,0 0 0 0 0,-1-2 1 0 0,-1 1-1 0 0,0-2 0 0 0,-1-1 0 0 0,-1 0 0 0 0,24-32 1 0 0,-24 29 36 0 0,16-27 1038 0 0,-30 45-433 0 0,-5 1-617 0 0,0 1 0 0 0,-1 0 0 0 0,1 0 0 0 0,0 0 0 0 0,0 1 0 0 0,0-1 0 0 0,0 1 0 0 0,0 0 0 0 0,0 0 0 0 0,1 0 0 0 0,-1 1 0 0 0,1-1 0 0 0,-1 1 0 0 0,1 0 0 0 0,-4 4 0 0 0,-39 49-17 0 0,44-54-8 0 0,1 0 0 0 0,0-1 0 0 0,0 1 0 0 0,0 0 0 0 0,0 0 0 0 0,1 0 0 0 0,-1 0 0 0 0,0 0-1 0 0,1 0 1 0 0,-1-1 0 0 0,1 1 0 0 0,0 1 0 0 0,-1 1 0 0 0,2-4-3 0 0,-1 1 1 0 0,0 0-1 0 0,0 0 0 0 0,0-1 1 0 0,0 1-1 0 0,1 0 0 0 0,-1-1 1 0 0,0 1-1 0 0,1 0 0 0 0,-1-1 1 0 0,1 1-1 0 0,-1 0 0 0 0,0-1 1 0 0,1 1-1 0 0,-1-1 0 0 0,1 1 1 0 0,0-1-1 0 0,-1 1 0 0 0,1-1 0 0 0,-1 0 1 0 0,1 1-1 0 0,0-1 0 0 0,0 1 1 0 0,2 0-11 0 0,0-1 1 0 0,-1 1-1 0 0,1 0 1 0 0,0-1-1 0 0,0 0 0 0 0,0 0 1 0 0,-1 0-1 0 0,1 0 1 0 0,0 0-1 0 0,0 0 1 0 0,0-1-1 0 0,-1 0 1 0 0,5-1-1 0 0,221-94-1230 0 0,-227 96 1234 0 0,1-1-1 0 0,0 0 1 0 0,0 1-1 0 0,-1-1 1 0 0,1 1-1 0 0,0-1 1 0 0,0 1-1 0 0,0 0 1 0 0,0 0-1 0 0,0 0 1 0 0,0 0-1 0 0,0 0 1 0 0,-1 0-1 0 0,1 1 1 0 0,0-1-1 0 0,0 1 1 0 0,0-1-1 0 0,0 1 0 0 0,-1-1 1 0 0,1 1-1 0 0,0 0 1 0 0,-1 0-1 0 0,4 2 1 0 0,-2 1 11 0 0,0 0 0 0 0,0 0-1 0 0,0 0 1 0 0,0 0 0 0 0,-1 0 0 0 0,1 1 0 0 0,1 5 0 0 0,-3-6 52 0 0,1 0 0 0 0,-1 0 1 0 0,1-1-1 0 0,0 1 0 0 0,0 0 1 0 0,0-1-1 0 0,1 0 0 0 0,-1 1 1 0 0,1-1-1 0 0,-1 0 0 0 0,1 0 1 0 0,0-1-1 0 0,1 1 0 0 0,-1-1 1 0 0,0 1-1 0 0,7 2 0 0 0,-1-2-136 0 0,0 0 1 0 0,1-1-1 0 0,0-1 0 0 0,-1 0 1 0 0,1 0-1 0 0,0-1 0 0 0,-1 0 1 0 0,1 0-1 0 0,0-1 0 0 0,-1-1 0 0 0,17-4 1 0 0,-17 4-1042 0 0,-1-1 1 0 0,1 0 0 0 0,-1-1-1 0 0,0 0 1 0 0,-1 0-1 0 0,1 0 1 0 0,13-12 0 0 0,-7 3-2318 0 0</inkml:trace>
</inkml:ink>
</file>

<file path=ppt/ink/ink8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09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61 1888 0 0,'0'0'3320'0'0,"-13"2"3405"0"0,56-13-5981 0 0,-15 5-300 0 0,19 0-296 0 0,5-1-340 0 0,1 2-384 0 0,4-1-460 0 0,21-2-876 0 0,2 3-2068 0 0,5-3 911 0 0</inkml:trace>
</inkml:ink>
</file>

<file path=ppt/ink/ink8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10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268 11 1268 0 0,'9'-10'14204'0'0,"-45"37"-13684"0"0,1 2 0 0 0,1 1 0 0 0,1 1 0 0 0,2 2 0 0 0,-47 65 0 0 0,73-89-435 0 0,1 0-1 0 0,-1 0 1 0 0,1 0 0 0 0,1 0 0 0 0,0 1 0 0 0,-3 12 0 0 0,6-21-79 0 0,0 0 0 0 0,0 0 0 0 0,0 0 0 0 0,0 0 1 0 0,1 0-1 0 0,-1 1 0 0 0,0-1 0 0 0,0 0 0 0 0,1 0 1 0 0,-1 0-1 0 0,1 0 0 0 0,-1 0 0 0 0,1 0 0 0 0,-1 0 0 0 0,1 0 1 0 0,0 0-1 0 0,-1 0 0 0 0,1-1 0 0 0,0 1 0 0 0,0 0 0 0 0,-1 0 1 0 0,1 0-1 0 0,0-1 0 0 0,0 1 0 0 0,0-1 0 0 0,0 1 1 0 0,0-1-1 0 0,0 1 0 0 0,0-1 0 0 0,0 1 0 0 0,0-1 0 0 0,0 0 1 0 0,1 1-1 0 0,-1-1 0 0 0,0 0 0 0 0,0 0 0 0 0,2 0 0 0 0,41 2 124 0 0,-18-8-232 0 0,0-1 0 0 0,-1 0 0 0 0,0-2 0 0 0,0-1 0 0 0,-1-1 0 0 0,37-23 0 0 0,-11 7-657 0 0,-48 27 708 0 0,0-1 1 0 0,-1 1-1 0 0,1 0 1 0 0,0-1-1 0 0,0 1 0 0 0,-1 0 1 0 0,1 0-1 0 0,0 0 1 0 0,0 0-1 0 0,0 1 1 0 0,-1-1-1 0 0,1 0 0 0 0,0 1 1 0 0,-1-1-1 0 0,1 1 1 0 0,0 0-1 0 0,-1-1 0 0 0,1 1 1 0 0,-1 0-1 0 0,3 2 1 0 0,35 26-254 0 0,-19-14 107 0 0,-10-9 145 0 0,2 0-1 0 0,-1-1 0 0 0,0-1 1 0 0,1 0-1 0 0,0 0 0 0 0,0-1 1 0 0,0-1-1 0 0,0 0 0 0 0,0 0 1 0 0,25-1-1 0 0,-30-1 147 0 0,0 0 0 0 0,0-1 0 0 0,0 1 0 0 0,1-1 0 0 0,-1-1 0 0 0,0 1 0 0 0,-1-1 0 0 0,1-1 0 0 0,0 1-1 0 0,-1-1 1 0 0,1 0 0 0 0,-1-1 0 0 0,0 1 0 0 0,0-1 0 0 0,0 0 0 0 0,0-1 0 0 0,-1 1 0 0 0,0-1 0 0 0,0 0 0 0 0,6-9 0 0 0,-8 10 45 0 0,0-1 0 0 0,-1 0 0 0 0,0 0 0 0 0,0 0 0 0 0,-1 0 0 0 0,1-1 0 0 0,-1 1 0 0 0,0 0 0 0 0,-1-1 0 0 0,1 1 0 0 0,-1 0 0 0 0,0-1 0 0 0,0 1 0 0 0,-1 0 0 0 0,0-1 0 0 0,0 1 0 0 0,0 0 1 0 0,0-1-1 0 0,-1 1 0 0 0,0 0 0 0 0,0 0 0 0 0,0 0 0 0 0,-6-8 0 0 0,3 5-296 0 0,0 1 0 0 0,0 0 0 0 0,-1 0 1 0 0,1 0-1 0 0,-2 1 0 0 0,1 0 0 0 0,-1 0 0 0 0,0 0 1 0 0,0 1-1 0 0,0 0 0 0 0,-1 1 0 0 0,0 0 1 0 0,-12-5-1 0 0,18 8-931 0 0,-9 11-3357 0 0</inkml:trace>
</inkml:ink>
</file>

<file path=ppt/ink/ink8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10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1 176 0 0,'-5'1'1061'0'0,"-14"7"86"0"0,1 0 1 0 0,1 1-1 0 0,-1 0 0 0 0,-25 20 1 0 0,35-23-821 0 0,0 1 0 0 0,1-1 1 0 0,-1 1-1 0 0,1 1 0 0 0,1-1 0 0 0,-1 1 1 0 0,1 0-1 0 0,1 1 0 0 0,-1 0 0 0 0,2-1 1 0 0,-6 14-1 0 0,9-20-260 0 0,0 0 1 0 0,1 0-1 0 0,-1 0 0 0 0,1 0 0 0 0,0 1 1 0 0,0-1-1 0 0,-1 0 0 0 0,1 0 0 0 0,1 1 1 0 0,-1-1-1 0 0,0 0 0 0 0,0 0 1 0 0,1 0-1 0 0,-1 0 0 0 0,1 1 0 0 0,0-1 1 0 0,0 0-1 0 0,0 0 0 0 0,0 0 0 0 0,0 0 1 0 0,0-1-1 0 0,0 1 0 0 0,1 0 1 0 0,-1 0-1 0 0,1-1 0 0 0,-1 1 0 0 0,1-1 1 0 0,-1 1-1 0 0,1-1 0 0 0,0 1 1 0 0,0-1-1 0 0,0 0 0 0 0,0 0 0 0 0,0 0 1 0 0,0 0-1 0 0,0-1 0 0 0,0 1 0 0 0,0 0 1 0 0,5 0-1 0 0,1 1 80 0 0,0 0 0 0 0,0-1 1 0 0,0 0-1 0 0,1 0 0 0 0,-1-1 0 0 0,0 0 0 0 0,1-1 1 0 0,-1 1-1 0 0,11-4 0 0 0,-10 2 68 0 0,-1-1-1 0 0,1 0 1 0 0,-1 0-1 0 0,0-1 1 0 0,0-1-1 0 0,0 1 1 0 0,0-1-1 0 0,-1 0 1 0 0,0-1-1 0 0,0 0 1 0 0,11-13-1 0 0,-15 16-102 0 0,0-1 1 0 0,0 0-1 0 0,-1 0 1 0 0,0 0-1 0 0,0 0 1 0 0,0-1-1 0 0,0 1 1 0 0,-1 0-1 0 0,1-1 1 0 0,-1 1-1 0 0,0-1 0 0 0,-1 0 1 0 0,1 1-1 0 0,-1-1 1 0 0,0 0-1 0 0,0 1 1 0 0,0-1-1 0 0,-1 0 1 0 0,1 1-1 0 0,-1-1 0 0 0,0 0 1 0 0,-1 1-1 0 0,1-1 1 0 0,-5-7-1 0 0,4 9-341 0 0,1 0 0 0 0,-1 0 0 0 0,-1 0 0 0 0,1 0 0 0 0,0 0 0 0 0,-1 1 1 0 0,1-1-1 0 0,-1 1 0 0 0,0 0 0 0 0,0 0 0 0 0,0 0 0 0 0,0 0 0 0 0,-7-3 0 0 0,-23-7-9485 0 0</inkml:trace>
</inkml:ink>
</file>

<file path=ppt/ink/ink8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11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15 448 0 0,'12'3'1026'0'0,"-1"2"1"0"0,0-1-1 0 0,0 2 0 0 0,0-1 0 0 0,0 2 1 0 0,10 7-1 0 0,-9-4-623 0 0,0 0 0 0 0,-1 0 0 0 0,0 1 0 0 0,-1 1 0 0 0,0 0 0 0 0,-1 0 0 0 0,11 20 0 0 0,-12 2 882 0 0,-8-25 4532 0 0,2-19-5788 0 0,0 0 0 0 0,0 0-1 0 0,1 0 1 0 0,0 0 0 0 0,1 0-1 0 0,0 1 1 0 0,0 0 0 0 0,1 0-1 0 0,0 0 1 0 0,1 0-1 0 0,0 1 1 0 0,0 0 0 0 0,11-11-1 0 0,-9 12-663 0 0,0 0 0 0 0,1 1 0 0 0,0 0-1 0 0,0 0 1 0 0,0 1 0 0 0,0 0-1 0 0,1 0 1 0 0,0 1 0 0 0,0 1 0 0 0,1 0-1 0 0,-1 0 1 0 0,0 1 0 0 0,16-2 0 0 0,-1 1-2949 0 0,-1 2 274 0 0</inkml:trace>
</inkml:ink>
</file>

<file path=ppt/ink/ink8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11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15 489 428 0 0,'1'2'193'0'0,"0"-1"-1"0"0,0 0 1 0 0,0 0-1 0 0,0 1 1 0 0,0-1-1 0 0,0 1 1 0 0,0-1-1 0 0,-1 1 1 0 0,1-1-1 0 0,0 1 1 0 0,-1-1 0 0 0,1 1-1 0 0,-1 0 1 0 0,0-1-1 0 0,0 1 1 0 0,1 0-1 0 0,-1-1 1 0 0,0 1-1 0 0,0 0 1 0 0,-1 1-1 0 0,-11 34 2773 0 0,-1 1-728 0 0,13-37-2215 0 0,0-1 0 0 0,0 1 0 0 0,0-1-1 0 0,0 1 1 0 0,0-1 0 0 0,-1 1 0 0 0,1-1 0 0 0,0 1 0 0 0,0-1 0 0 0,0 1-1 0 0,1-1 1 0 0,-1 1 0 0 0,0-1 0 0 0,0 1 0 0 0,0-1 0 0 0,0 1 0 0 0,0-1 0 0 0,1 1-1 0 0,-1-1 1 0 0,0 1 0 0 0,0-1 0 0 0,1 0 0 0 0,-1 1 0 0 0,0-1 0 0 0,1 1 0 0 0,-1-1-1 0 0,0 0 1 0 0,1 1 0 0 0,-1-1 0 0 0,0 0 0 0 0,1 1 0 0 0,-1-1 0 0 0,1 0-1 0 0,-1 0 1 0 0,1 0 0 0 0,-1 1 0 0 0,1-1 0 0 0,-1 0 0 0 0,1 0 0 0 0,-1 0 0 0 0,1 0-1 0 0,-1 0 1 0 0,1 0 0 0 0,-1 0 0 0 0,1 0 0 0 0,-1 0 0 0 0,1 0 0 0 0,-1 0 0 0 0,1 0-1 0 0,-1 0 1 0 0,1 0 0 0 0,-1 0 0 0 0,1-1 0 0 0,-1 1 0 0 0,1 0 0 0 0,-1 0 0 0 0,0-1-1 0 0,1 1 1 0 0,-1 0 0 0 0,1 0 0 0 0,-1-1 0 0 0,0 1 0 0 0,1-1 0 0 0,0 0-1 0 0,28-20 349 0 0,-14 2-223 0 0,-1 0 0 0 0,0-2-1 0 0,-1 1 1 0 0,-2-2 0 0 0,0 1-1 0 0,-1-2 1 0 0,-1 1 0 0 0,-1-1-1 0 0,5-26 1 0 0,-6 16 162 0 0,-1 0 0 0 0,-2 0 1 0 0,-2-1-1 0 0,-1 1 0 0 0,-1-1 0 0 0,-5-32 0 0 0,4 54 382 0 0,-1 0 0 0 0,0 1 0 0 0,-1-1 0 0 0,0 1 0 0 0,-5-12-1 0 0,7 21 120 0 0,-3 6-596 0 0,-4 7-135 0 0,0-1 1 0 0,1 1-1 0 0,0 0 1 0 0,1 0-1 0 0,0 1 1 0 0,1 0-1 0 0,0 0 1 0 0,1 0-1 0 0,1 1 1 0 0,-1-1-1 0 0,2 1 1 0 0,0 0-1 0 0,1-1 1 0 0,0 19-1 0 0,1 26-474 0 0,14 110 0 0 0,-9-131-271 0 0,-2-8-294 0 0,11 79-2294 0 0,-1-38-5503 0 0,-9-54 4804 0 0</inkml:trace>
</inkml:ink>
</file>

<file path=ppt/ink/ink8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17:12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34 27403 0 0,'-2'1'-18'0'0,"1"0"0"0"0,0 0 1 0 0,0-1-1 0 0,-1 1 1 0 0,1-1-1 0 0,0 1 1 0 0,-1-1-1 0 0,1 1 1 0 0,0-1-1 0 0,-1 0 0 0 0,1 0 1 0 0,-1 1-1 0 0,1-1 1 0 0,0 0-1 0 0,-1-1 1 0 0,1 1-1 0 0,-1 0 1 0 0,1 0-1 0 0,0 0 1 0 0,-3-2-1 0 0,-6-5 267 0 0,4 0-340 0 0,1 0-1546 0 0,-4-2-3188 0 0,3 2-839 0 0</inkml:trace>
</inkml:ink>
</file>

<file path=ppt/ink/ink8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5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29 264 0 0,'0'0'1489'0'0,"3"-17"1267"0"0,-3 16-2636 0 0,0 1 0 0 0,0 0 0 0 0,0-1 0 0 0,-1 1 0 0 0,1 0 0 0 0,0-1 0 0 0,0 1 0 0 0,0 0 0 0 0,0-1 0 0 0,0 1 0 0 0,0-1 0 0 0,0 1 1 0 0,0 0-1 0 0,1-1 0 0 0,-1 1 0 0 0,0 0 0 0 0,0-1 0 0 0,0 1 0 0 0,0 0 0 0 0,0-1 0 0 0,1 1 0 0 0,-1 0 0 0 0,0-1 0 0 0,0 1 0 0 0,0 0 1 0 0,1 0-1 0 0,-1-1 0 0 0,0 1 0 0 0,1 0 0 0 0,-1 0 0 0 0,0-1 0 0 0,0 1 0 0 0,1 0 0 0 0,-1 0 0 0 0,0 0 0 0 0,1-1 0 0 0,-1 1 0 0 0,1 0 1 0 0,11 27 25 0 0,-1 1 0 0 0,-1 1 1 0 0,9 46-1 0 0,8 25 23 0 0,-20-79-126 0 0,1-1-1 0 0,0 0 0 0 0,2 0 0 0 0,0-1 1 0 0,1 0-1 0 0,1-1 0 0 0,1 0 0 0 0,0-1 1 0 0,19 18-1 0 0,-31-34-35 0 0,0-1 0 0 0,1 1 0 0 0,-1 0 0 0 0,1-1 0 0 0,-1 1 0 0 0,1-1 0 0 0,-1 0 0 0 0,1 0 0 0 0,-1 1 0 0 0,1-1 0 0 0,-1 0 0 0 0,1 0 0 0 0,0 0 0 0 0,-1-1 0 0 0,1 1 0 0 0,-1 0 0 0 0,1 0 0 0 0,-1-1 0 0 0,1 1 0 0 0,-1-1 0 0 0,0 0 0 0 0,1 1 0 0 0,-1-1 0 0 0,1 0 0 0 0,-1 0 0 0 0,0 0 0 0 0,2-1 0 0 0,36-28 63 0 0,-38 29-64 0 0,116-120-55 0 0,-76 133-215 0 0,-24-2 161 0 0,-12-8 97 0 0,-1 1 0 0 0,1-1 0 0 0,0 0 0 0 0,0 0-1 0 0,-1 0 1 0 0,2-1 0 0 0,-1 0 0 0 0,0 0 0 0 0,0 0-1 0 0,0 0 1 0 0,8-1 0 0 0,-10 0 38 0 0,0 0-1 0 0,0-1 1 0 0,0 1 0 0 0,0-1-1 0 0,0 0 1 0 0,0 0 0 0 0,0 0-1 0 0,0 0 1 0 0,0-1 0 0 0,0 1-1 0 0,-1-1 1 0 0,1 0 0 0 0,-1 0 0 0 0,1 0-1 0 0,-1 0 1 0 0,0 0 0 0 0,1 0-1 0 0,-1 0 1 0 0,0-1 0 0 0,-1 1-1 0 0,1-1 1 0 0,0 0 0 0 0,-1 1-1 0 0,2-5 1 0 0,4-8 146 0 0,0 1-1 0 0,-2-1 1 0 0,6-20 0 0 0,-6 17-26 0 0,-1-1 1 0 0,-1 1-1 0 0,0-1 1 0 0,-2 1 0 0 0,0-1-1 0 0,-3-27 1 0 0,2 44-149 0 0,0-1-415 0 0,0-2 1294 0 0,-3 41-12193 0 0</inkml:trace>
</inkml:ink>
</file>

<file path=ppt/ink/ink8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6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54 616 0 0,'0'0'599'0'0,"-14"-45"4251"0"0,13 43-4567 0 0,0 1-224 0 0,0 1-1 0 0,0-1 1 0 0,-1 0 0 0 0,1 1 0 0 0,0-1-1 0 0,0 1 1 0 0,0-1 0 0 0,-1 1 0 0 0,1 0-1 0 0,0-1 1 0 0,0 1 0 0 0,-1 0-1 0 0,1 0 1 0 0,0 0 0 0 0,0 0 0 0 0,-1 0-1 0 0,1 0 1 0 0,0 0 0 0 0,-1 0 0 0 0,0 1-1 0 0,-6 4-23 0 0,1-1-1 0 0,0 1 0 0 0,0 0 0 0 0,0 1 0 0 0,1 0 0 0 0,0 0 0 0 0,0 0 1 0 0,1 1-1 0 0,-1 0 0 0 0,1 0 0 0 0,1 0 0 0 0,-1 1 0 0 0,1-1 0 0 0,1 1 1 0 0,0 0-1 0 0,0 0 0 0 0,-3 13 0 0 0,4-15-23 0 0,0 1 0 0 0,0 0-1 0 0,1 0 1 0 0,0 0 0 0 0,1 0 0 0 0,0 0-1 0 0,0 0 1 0 0,0 0 0 0 0,1 0 0 0 0,-1 0-1 0 0,2 0 1 0 0,-1-1 0 0 0,1 1 0 0 0,0 0-1 0 0,1-1 1 0 0,-1 1 0 0 0,1-1 0 0 0,1 0-1 0 0,-1 0 1 0 0,1 0 0 0 0,0 0 0 0 0,8 9-1 0 0,-10-14-1 0 0,-1 1 0 0 0,0-1 0 0 0,1 0 0 0 0,-1 0 0 0 0,1 0 0 0 0,-1 0 0 0 0,1 0 0 0 0,-1 0 0 0 0,1-1 0 0 0,0 1 0 0 0,-1 0-1 0 0,1-1 1 0 0,0 1 0 0 0,0-1 0 0 0,0 0 0 0 0,-1 1 0 0 0,1-1 0 0 0,0 0 0 0 0,0 0 0 0 0,0 0 0 0 0,-1 0 0 0 0,1-1 0 0 0,0 1 0 0 0,3-1-1 0 0,-1-1 25 0 0,-1 0 0 0 0,0 0 0 0 0,1 0 0 0 0,-1 0 0 0 0,0 0-1 0 0,0-1 1 0 0,0 0 0 0 0,-1 1 0 0 0,1-1 0 0 0,-1 0-1 0 0,4-5 1 0 0,0-1 73 0 0,0-1-1 0 0,-1 0 1 0 0,0 0-1 0 0,0-1 1 0 0,-1 1-1 0 0,0-1 1 0 0,2-16-1 0 0,-4 19-79 0 0,-1-1-1 0 0,0 1 1 0 0,-1-1 0 0 0,0 1-1 0 0,0-1 1 0 0,-1 1-1 0 0,0-1 1 0 0,0 1-1 0 0,-1-1 1 0 0,0 1 0 0 0,-1 0-1 0 0,0 0 1 0 0,-7-14-1 0 0,10 22-113 0 0,-1-1 0 0 0,0 1 0 0 0,1 0-1 0 0,-1-1 1 0 0,0 1 0 0 0,1 0 0 0 0,-1-1-1 0 0,0 1 1 0 0,0 0 0 0 0,1 0 0 0 0,-1 0 0 0 0,0-1-1 0 0,0 1 1 0 0,1 0 0 0 0,-1 0 0 0 0,0 0-1 0 0,0 1 1 0 0,0-1 0 0 0,1 0 0 0 0,-1 0-1 0 0,0 0 1 0 0,0 0 0 0 0,1 1 0 0 0,-1-1 0 0 0,0 0-1 0 0,1 1 1 0 0,-1-1 0 0 0,-1 1 0 0 0,-17 11-3806 0 0</inkml:trace>
</inkml:ink>
</file>

<file path=ppt/ink/ink8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7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1 448 0 0,'6'3'202'0'0,"0"0"0"0"0,0 0 1 0 0,-1 1-1 0 0,1 0 0 0 0,-1 0 0 0 0,0 0 0 0 0,0 1 0 0 0,-1-1 1 0 0,1 1-1 0 0,-1 0 0 0 0,0 1 0 0 0,0-1 0 0 0,-1 1 1 0 0,1 0-1 0 0,-1-1 0 0 0,-1 1 0 0 0,1 1 0 0 0,-1-1 0 0 0,0 0 1 0 0,2 10-1 0 0,-1-7 2319 0 0,0-10-1236 0 0,8-20-1132 0 0,11-19-1162 0 0,-17 35 361 0 0,1-1 0 0 0,-1 1 0 0 0,2 0 0 0 0,-1 1 0 0 0,0 0 0 0 0,8-4 0 0 0,-5 4-1100 0 0</inkml:trace>
</inkml:ink>
</file>

<file path=ppt/ink/ink8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7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1 369 340 0 0,'3'1'275'0'0,"0"1"0"0"0,0-1-1 0 0,0 1 1 0 0,1-1 0 0 0,-1 0 0 0 0,0 0-1 0 0,1-1 1 0 0,3 2 0 0 0,-1-5-190 0 0,-1-1 0 0 0,0 1 0 0 0,0-1-1 0 0,0 0 1 0 0,-1 0 0 0 0,1 0 0 0 0,-1-1 0 0 0,0 1 0 0 0,0-1 0 0 0,-1 0-1 0 0,0 0 1 0 0,1-1 0 0 0,-2 1 0 0 0,1-1 0 0 0,-1 1 0 0 0,1-1 0 0 0,-2 0-1 0 0,1 0 1 0 0,-1 0 0 0 0,0 0 0 0 0,0 0 0 0 0,0-10 0 0 0,1-2 116 0 0,-2 0 1 0 0,0-1-1 0 0,-1 1 1 0 0,-1 0-1 0 0,0 0 1 0 0,-10-30-1 0 0,-17-42 2197 0 0,29 89-2214 0 0,-2-2 37 0 0,0-2-221 0 0,1 7 534 0 0,2 17-527 0 0,1 0 0 0 0,1 0 0 0 0,1 0 0 0 0,1-1 1 0 0,0 0-1 0 0,15 32 0 0 0,-1-9-3002 0 0,45 72 0 0 0,-50-92 983 0 0</inkml:trace>
</inkml:ink>
</file>

<file path=ppt/ink/ink8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7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8 0 0,'6'-5'385'0'0,"-1"1"0"0"0,1 0 0 0 0,-1 0 1 0 0,1 0-1 0 0,1 1 0 0 0,-1 0 0 0 0,0 0 0 0 0,1 0 0 0 0,-1 1 1 0 0,1 0-1 0 0,0 0 0 0 0,12-1 0 0 0,-18 3-353 0 0,0 0 0 0 0,0 0 0 0 0,0 0 0 0 0,0 1 0 0 0,1-1-1 0 0,-1 0 1 0 0,0 1 0 0 0,0-1 0 0 0,0 0 0 0 0,0 1 0 0 0,0-1 0 0 0,0 1 0 0 0,-1 0 0 0 0,1-1-1 0 0,0 1 1 0 0,0 0 0 0 0,0-1 0 0 0,0 1 0 0 0,-1 0 0 0 0,1 0 0 0 0,0 0 0 0 0,-1 0 0 0 0,1 0-1 0 0,-1 0 1 0 0,1 0 0 0 0,-1 0 0 0 0,1 0 0 0 0,-1 0 0 0 0,0 0 0 0 0,1 0 0 0 0,-1 0 0 0 0,0 1-1 0 0,0 34 365 0 0,-6-15-256 0 0,-1 0 0 0 0,-1-1-1 0 0,0 0 1 0 0,-2-1 0 0 0,-19 31-1 0 0,-6 14 121 0 0,34-63-247 0 0,1-1 0 0 0,0 1 0 0 0,-1 0 0 0 0,1-1 0 0 0,0 1 0 0 0,0-1 0 0 0,0 1-1 0 0,-1 0 1 0 0,1-1 0 0 0,0 1 0 0 0,0 0 0 0 0,0-1 0 0 0,0 1 0 0 0,0-1 0 0 0,0 1 0 0 0,0 0 0 0 0,0-1 0 0 0,0 1 0 0 0,1 0 0 0 0,-1-1 0 0 0,0 1 0 0 0,0-1 0 0 0,1 1 0 0 0,-1 0 0 0 0,0-1 0 0 0,0 1 0 0 0,1-1 0 0 0,-1 1 0 0 0,1 0 0 0 0,21 8 263 0 0,30-7-82 0 0,-48-2-205 0 0,35-4-1102 0 0,0-1 0 0 0,42-11 0 0 0,-57 10-657 0 0,3 1-90 0 0</inkml:trace>
</inkml:ink>
</file>

<file path=ppt/ink/ink8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8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1 104 208 0 0,'0'2'8623'0'0,"3"22"-8543"0"0,1 5 105 0 0,2-1 1 0 0,1 0-1 0 0,1 0 0 0 0,1-1 1 0 0,1 0-1 0 0,2-1 0 0 0,1 0 1 0 0,0-1-1 0 0,26 34 0 0 0,-39-58-164 0 0,1-1 1 0 0,-1 1-1 0 0,1 0 0 0 0,-1-1 0 0 0,1 1 0 0 0,0-1 0 0 0,0 1 1 0 0,-1-1-1 0 0,1 1 0 0 0,0-1 0 0 0,0 0 0 0 0,-1 1 0 0 0,1-1 0 0 0,0 0 1 0 0,0 1-1 0 0,0-1 0 0 0,0 0 0 0 0,0 0 0 0 0,-1 0 0 0 0,1 0 1 0 0,0 0-1 0 0,0 0 0 0 0,0 0 0 0 0,0 0 0 0 0,0 0 0 0 0,-1 0 0 0 0,1 0 1 0 0,0-1-1 0 0,0 1 0 0 0,0 0 0 0 0,0-1 0 0 0,-1 1 0 0 0,1-1 1 0 0,0 1-1 0 0,0-1 0 0 0,-1 1 0 0 0,1-1 0 0 0,0 1 0 0 0,-1-1 0 0 0,2-1 1 0 0,25-31 505 0 0,-25 31-497 0 0,14-27 229 0 0,-1 0 0 0 0,-1-1 0 0 0,13-39 0 0 0,-12 30-138 0 0,0 2 24 0 0,-2-2 0 0 0,-1 1 0 0 0,7-41 1 0 0,-16 70-268 0 0,-13 37-11547 0 0</inkml:trace>
</inkml:ink>
</file>

<file path=ppt/ink/ink8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8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64 122 748 0 0,'31'-20'2896'0'0,"-22"13"-2240"0"0,0 0 0 0 0,0 0 0 0 0,-1-1 0 0 0,0-1 0 0 0,0 1 0 0 0,-1-1 0 0 0,8-13-1 0 0,-15 21-350 0 0,-1-4 67 0 0,1 4-353 0 0,0 1 0 0 0,0-1 0 0 0,0 1 0 0 0,0-1 0 0 0,0 1 0 0 0,0-1 0 0 0,0 1 0 0 0,0-1-1 0 0,0 1 1 0 0,0-1 0 0 0,0 1 0 0 0,0-1 0 0 0,-1 1 0 0 0,1-1 0 0 0,0 1 0 0 0,0-1 0 0 0,-1 1-1 0 0,1-1 1 0 0,0 1 0 0 0,0 0 0 0 0,-1-1 0 0 0,1 1 0 0 0,-1-1 0 0 0,1 1 0 0 0,-1-1 0 0 0,-5 0 27 0 0,0-1 0 0 0,0 1 0 0 0,0 0 0 0 0,0 1 0 0 0,0-1 0 0 0,0 1 0 0 0,-1 0 0 0 0,1 1 0 0 0,0-1 1 0 0,0 1-1 0 0,0 1 0 0 0,0-1 0 0 0,0 1 0 0 0,0 0 0 0 0,0 0 0 0 0,1 1 0 0 0,-1 0 0 0 0,1 0 0 0 0,-9 6 1 0 0,11-7-44 0 0,1-1 0 0 0,-1 1 0 0 0,1 0 0 0 0,0 0 0 0 0,-1 0 0 0 0,1 1 0 0 0,0-1 0 0 0,1 0 0 0 0,-1 1 0 0 0,0-1 0 0 0,1 1 0 0 0,-1 0 0 0 0,1-1 0 0 0,0 1 0 0 0,0 0 0 0 0,0 0 0 0 0,0 0 0 0 0,0 0 0 0 0,1 0 0 0 0,-1 0 0 0 0,1 0 0 0 0,0 0 0 0 0,0 0 0 0 0,0 0 0 0 0,0 0 0 0 0,1 0 0 0 0,-1 0 0 0 0,1 0 0 0 0,-1 0 0 0 0,1 0 0 0 0,0 0 0 0 0,1 0 0 0 0,-1-1 0 0 0,0 1 0 0 0,1 0 1 0 0,-1-1-1 0 0,1 1 0 0 0,0-1 0 0 0,0 1 0 0 0,0-1 0 0 0,0 0 0 0 0,3 2 0 0 0,2 4-187 0 0,1-1-1 0 0,0 0 1 0 0,1-1 0 0 0,-1 0 0 0 0,1 0 0 0 0,0-1 0 0 0,1 0 0 0 0,-1-1 0 0 0,1 0 0 0 0,15 4-1 0 0,-9-3-1084 0 0,1-2-1 0 0,0 0 0 0 0,19 0 0 0 0,-7-1-985 0 0</inkml:trace>
</inkml:ink>
</file>

<file path=ppt/ink/ink8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8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18 432 0 0,'-40'-16'3864'0'0,"35"16"-3606"0"0,0-1 1 0 0,0 1-1 0 0,1 0 1 0 0,-1 0-1 0 0,0 0 1 0 0,0 1-1 0 0,1 0 0 0 0,-1 0 1 0 0,0 0-1 0 0,1 0 1 0 0,-1 1-1 0 0,1 0 1 0 0,-6 2-1 0 0,8-2-215 0 0,0 0 0 0 0,0 0 0 0 0,0 0 1 0 0,1 1-1 0 0,-1-1 0 0 0,1 0 0 0 0,-1 1 0 0 0,1 0 0 0 0,0-1 0 0 0,-1 1 0 0 0,2-1 0 0 0,-1 1 0 0 0,0 0 0 0 0,0 0 0 0 0,1 0 0 0 0,-1 0 0 0 0,1-1 1 0 0,0 1-1 0 0,0 0 0 0 0,0 0 0 0 0,1 0 0 0 0,-1 0 0 0 0,0 0 0 0 0,1-1 0 0 0,1 5 0 0 0,-1-3-139 0 0,0 0 0 0 0,0 0 0 0 0,1-1 0 0 0,-1 1 0 0 0,1 0 0 0 0,0-1 0 0 0,0 1 0 0 0,1-1 0 0 0,-1 0 0 0 0,0 1 0 0 0,1-1 0 0 0,0 0 0 0 0,5 4 0 0 0,30 17-3812 0 0,-14-15 1782 0 0</inkml:trace>
</inkml:ink>
</file>

<file path=ppt/ink/ink8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9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0 138 4 0 0,'0'0'5387'0'0,"20"-2"-4989"0"0,462-30 689 0 0,-190 15-872 0 0,-185 10-145 0 0,691-21 284 0 0,-582 34-306 0 0,523 5 70 0 0,398-38 118 0 0,-910 22-56 0 0,187-9 230 0 0,254-8 439 0 0,-638 24-820 0 0,-22-1 11 0 0,0 0-1 0 0,0 0 1 0 0,0-1-1 0 0,0-1 1 0 0,-1 1-1 0 0,1-1 0 0 0,11-3 1 0 0,-49 18-1449 0 0,2-2-2387 0 0,6-6 1264 0 0</inkml:trace>
</inkml:ink>
</file>

<file path=ppt/ink/ink8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3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510 70 292 0 0,'0'0'2297'0'0,"17"-10"3552"0"0,-18-9-4591 0 0,-1 17-1224 0 0,1-1-1 0 0,-1 0 1 0 0,1 1-1 0 0,-1 0 0 0 0,0-1 1 0 0,0 1-1 0 0,0 0 1 0 0,0 0-1 0 0,-1 0 1 0 0,1 0-1 0 0,0 0 0 0 0,-1 1 1 0 0,1-1-1 0 0,-1 1 1 0 0,0-1-1 0 0,0 1 1 0 0,-3-1-1 0 0,-1 0-14 0 0,1 1-1 0 0,0 0 0 0 0,0 1 1 0 0,-1-1-1 0 0,1 1 1 0 0,0 0-1 0 0,0 1 1 0 0,-7 1-1 0 0,-13 3-31 0 0,1 2-1 0 0,0 1 0 0 0,-29 13 1 0 0,38-15 55 0 0,-11 4-56 0 0,1 2 0 0 0,1 0 0 0 0,0 2 0 0 0,0 0 0 0 0,2 2 0 0 0,-32 27 0 0 0,49-38 6 0 0,0 0 1 0 0,0 1 0 0 0,1 0 0 0 0,0 0 0 0 0,0 0 0 0 0,0 1 0 0 0,1 0-1 0 0,0 0 1 0 0,1 0 0 0 0,-1 0 0 0 0,1 1 0 0 0,1-1 0 0 0,-1 1 0 0 0,1 0-1 0 0,1-1 1 0 0,-1 1 0 0 0,1 0 0 0 0,1 0 0 0 0,-1 0 0 0 0,1 0 0 0 0,1 0-1 0 0,0 0 1 0 0,0 0 0 0 0,0 0 0 0 0,1 0 0 0 0,0-1 0 0 0,5 12 0 0 0,-3-7 3 0 0,1-1 0 0 0,1 0 0 0 0,0 0 0 0 0,0-1 0 0 0,1 0 0 0 0,11 14 0 0 0,-6-12 11 0 0</inkml:trace>
</inkml:ink>
</file>

<file path=ppt/ink/ink8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14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0 1 10129 0 0</inkml:trace>
</inkml:ink>
</file>

<file path=ppt/ink/ink8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2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130 234 428 0 0,'0'0'763'0'0,"-3"-12"7647"0"0,-1 12-8370 0 0,1 1 0 0 0,-1-1 0 0 0,1 1 0 0 0,0 0 0 0 0,-1 0 0 0 0,1 0 0 0 0,0 0 0 0 0,0 1 0 0 0,0-1 0 0 0,0 1 0 0 0,0 0 0 0 0,0-1 0 0 0,0 2 0 0 0,-3 2 0 0 0,-43 42 291 0 0,27-24-199 0 0,20-20-118 0 0,0 5 0 0 0,2-7-6 0 0,0-1-6 0 0,0 0-1 0 0,0 0 0 0 0,0 0 0 0 0,0 1 0 0 0,1-1 0 0 0,-1 0 1 0 0,0 0-1 0 0,0 0 0 0 0,0 0 0 0 0,0 0 0 0 0,0 0 1 0 0,0 0-1 0 0,0 0 0 0 0,1 0 0 0 0,-1 1 0 0 0,0-1 0 0 0,0 0 1 0 0,0 0-1 0 0,0 0 0 0 0,0 0 0 0 0,0 0 0 0 0,0 0 1 0 0,0 1-1 0 0,0-1 0 0 0,0 0 0 0 0,0 0 0 0 0,0 0 1 0 0,0 0-1 0 0,0 0 0 0 0,0 1 0 0 0,0-1 0 0 0,0 0 0 0 0,0 0 1 0 0,0 0-1 0 0,0 0 0 0 0,0 0 0 0 0,0 1 0 0 0,0-1 1 0 0,0 0-1 0 0,0 0 0 0 0,0 0 0 0 0,0 0 0 0 0,0 0 0 0 0,0 0 1 0 0,0 1-1 0 0,0-1 0 0 0,-1 0 0 0 0,1 0 0 0 0,0 0 1 0 0,0 0-1 0 0,0 0 0 0 0,0 0 0 0 0,0 0 0 0 0,46-19 10 0 0,-44 18-28 0 0,21-7-89 0 0,19 20 23 0 0,-21-6 44 0 0,0 0-1 0 0,0-1 1 0 0,1-2-1 0 0,30 2 1 0 0,-46-4 38 0 0,-1-2 0 0 0,1 1 0 0 0,-1 0-1 0 0,1-1 1 0 0,-1 0 0 0 0,1-1 0 0 0,-1 1 0 0 0,0-1 0 0 0,0 0-1 0 0,0 0 1 0 0,0 0 0 0 0,0-1 0 0 0,0 0 0 0 0,-1 0 0 0 0,1 0 0 0 0,-1 0-1 0 0,0-1 1 0 0,0 0 0 0 0,0 0 0 0 0,0 0 0 0 0,-1 0 0 0 0,1-1-1 0 0,2-4 1 0 0,1-4 68 0 0,-1-1-1 0 0,0 0 1 0 0,-1 0-1 0 0,-1 0 1 0 0,0 0-1 0 0,-1 0 1 0 0,0-1-1 0 0,-1 0 1 0 0,-1 0-1 0 0,0 1 1 0 0,-1-1-1 0 0,-1 0 1 0 0,0 0 0 0 0,-1 0-1 0 0,0 1 1 0 0,-8-23-1 0 0,2 26 346 0 0,6 29-300 0 0,4 47-196 0 0,-2-49 129 0 0,2 7-34 0 0,0 0 1 0 0,2-1 0 0 0,0 1-1 0 0,1-1 1 0 0,1 0-1 0 0,10 23 1 0 0,-7 0-107 0 0,-8-29-7746 0 0</inkml:trace>
</inkml:ink>
</file>

<file path=ppt/ink/ink8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2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53 180 0 0,'37'-13'4206'0'0,"-3"2"-2869"0"0,-1 2 0 0 0,2 1 0 0 0,41-4 0 0 0,-73 12-1417 0 0,8 2-213 0 0,-11-2 254 0 0,0 0 0 0 0,0 0-1 0 0,1 0 1 0 0,-1 0 0 0 0,0 0-1 0 0,0 0 1 0 0,0 0 0 0 0,1 0-1 0 0,-1 0 1 0 0,0 0 0 0 0,0 0-1 0 0,0 0 1 0 0,1 0 0 0 0,-1 0-1 0 0,0 0 1 0 0,0 0-1 0 0,0 1 1 0 0,0-1 0 0 0,1 0-1 0 0,-1 0 1 0 0,0 0 0 0 0,0 0-1 0 0,0 0 1 0 0,0 0 0 0 0,0 1-1 0 0,0-1 1 0 0,1 0 0 0 0,-1 0-1 0 0,0 0 1 0 0,0 1 0 0 0,0-1-1 0 0,0 0 1 0 0,0 0 0 0 0,0 0-1 0 0,0 1 1 0 0,0-1 0 0 0,0 0-1 0 0,0 0 1 0 0,0 0 0 0 0,0 1-1 0 0,0-1 1 0 0,0 0 0 0 0,0 0-1 0 0,0 0 1 0 0,0 1-1 0 0,0-1 1 0 0,0 0 0 0 0,0 0-1 0 0,0 0 1 0 0,0 0 0 0 0,0 1-1 0 0,-1-1 1 0 0,1 0 0 0 0,0 0-1 0 0,0 0 1 0 0,0 0 0 0 0,0 1-1 0 0,0-1 1 0 0,-1 0 0 0 0,1 0-1 0 0,0 0 1 0 0,0 0 0 0 0,-27 14-3370 0 0,16-10 1455 0 0</inkml:trace>
</inkml:ink>
</file>

<file path=ppt/ink/ink8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4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15 460 296 0 0,'0'0'3358'0'0,"6"-2"-2864"0"0,17-11-16 0 0,0 0 0 0 0,-1-1 0 0 0,0-2 0 0 0,-1 0 0 0 0,0-1 0 0 0,24-28 0 0 0,-36 36-383 0 0,-1 0-1 0 0,0-1 1 0 0,-1 1-1 0 0,0-1 1 0 0,-1-1 0 0 0,0 0-1 0 0,0 1 1 0 0,-1-2-1 0 0,0 1 1 0 0,-1-1-1 0 0,-1 1 1 0 0,0-1-1 0 0,0 0 1 0 0,-1 0-1 0 0,-1 0 1 0 0,1-21 0 0 0,-3 26-65 0 0,0 0 0 0 0,-1-1 0 0 0,0 1 0 0 0,0 0 0 0 0,0 0 0 0 0,-1 0 0 0 0,0 0 0 0 0,0 1 0 0 0,-1-1 0 0 0,0 1 0 0 0,0-1 0 0 0,0 1 0 0 0,-1 1 0 0 0,0-1 0 0 0,-8-6 0 0 0,13 11-30 0 0,-1 1 0 0 0,1-1 0 0 0,-1 1 1 0 0,0-1-1 0 0,1 1 0 0 0,-1-1 1 0 0,0 1-1 0 0,1 0 0 0 0,-1-1 0 0 0,0 1 1 0 0,0 0-1 0 0,1 0 0 0 0,-1-1 1 0 0,0 1-1 0 0,0 0 0 0 0,1 0 0 0 0,-1 0 1 0 0,0 0-1 0 0,0 0 0 0 0,0 0 1 0 0,1 0-1 0 0,-3 1 0 0 0,0 0-2 0 0,0 0-1 0 0,0 0 1 0 0,0 0-1 0 0,0 0 1 0 0,0 1 0 0 0,0 0-1 0 0,0-1 1 0 0,0 1-1 0 0,0 0 1 0 0,1 0-1 0 0,-1 1 1 0 0,1-1-1 0 0,-1 0 1 0 0,1 1 0 0 0,0 0-1 0 0,0-1 1 0 0,0 1-1 0 0,1 0 1 0 0,-1 0-1 0 0,1 0 1 0 0,-1 0 0 0 0,1 0-1 0 0,0 0 1 0 0,0 1-1 0 0,0 3 1 0 0,-3 4-4 0 0,-14 38-9 0 0,2 2-1 0 0,2 0 1 0 0,-11 86 0 0 0,-2 162 71 0 0,23-182-32 0 0,4-66-68 0 0,-2 0-1 0 0,-3 0 1 0 0,-16 76-1 0 0,21-127-95 0 0,0 1-1 0 0,0-1 1 0 0,0 1-1 0 0,0-1 1 0 0,0 1-1 0 0,0-1 1 0 0,0 1-1 0 0,0-1 1 0 0,0 1 0 0 0,0-1-1 0 0,0 1 1 0 0,0-1-1 0 0,0 1 1 0 0,-1-1-1 0 0,1 1 1 0 0,0-1-1 0 0,0 1 1 0 0,-1-1-1 0 0,1 1 1 0 0,0-1-1 0 0,-1 0 1 0 0,1 1-1 0 0,0-1 1 0 0,-1 0 0 0 0,1 1-1 0 0,-1-1 1 0 0,1 0-1 0 0,-1 1 1 0 0,1-1-1 0 0,0 0 1 0 0,-1 0-1 0 0,1 1 1 0 0,-1-1-1 0 0,1 0 1 0 0,-1 0-1 0 0,0 0 1 0 0,-1 0-69 0 0</inkml:trace>
</inkml:ink>
</file>

<file path=ppt/ink/ink8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5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2 114 48 0 0,'-2'-11'3228'0'0,"9"-10"-2580"0"0,-1 16-88 0 0,-1-2-56 0 0,3 1-112 0 0,5-2-127 0 0,0-1-149 0 0,3 0-168 0 0,1 1-188 0 0,5-1-197 0 0,-5 2-403 0 0,-2-1-908 0 0,0 3 400 0 0</inkml:trace>
</inkml:ink>
</file>

<file path=ppt/ink/ink8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5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53 364 0 0,'3'-1'98'0'0,"0"-1"1"0"0,-1 0-1 0 0,1 1 0 0 0,0 0 0 0 0,0-1 1 0 0,0 1-1 0 0,0 1 0 0 0,0-1 0 0 0,0 0 1 0 0,1 1-1 0 0,-1-1 0 0 0,0 1 1 0 0,0 0-1 0 0,0 0 0 0 0,1 0 0 0 0,-1 1 1 0 0,0-1-1 0 0,0 1 0 0 0,0-1 0 0 0,0 1 1 0 0,0 0-1 0 0,0 0 0 0 0,0 1 1 0 0,0-1-1 0 0,0 1 0 0 0,0-1 0 0 0,-1 1 1 0 0,1 0-1 0 0,-1 0 0 0 0,1 0 0 0 0,-1 0 1 0 0,0 0-1 0 0,0 1 0 0 0,0-1 1 0 0,0 1-1 0 0,0 0 0 0 0,0-1 0 0 0,-1 1 1 0 0,1 0-1 0 0,-1 0 0 0 0,0 0 0 0 0,0 0 1 0 0,0 0-1 0 0,0 0 0 0 0,0 0 0 0 0,-1 0 1 0 0,0 0-1 0 0,1 1 0 0 0,-1-1 1 0 0,0 0-1 0 0,-1 0 0 0 0,1 0 0 0 0,0 1 1 0 0,-1-1-1 0 0,-1 4 0 0 0,-12 36 559 0 0,14-41 497 0 0,3-9-1063 0 0,6-8-49 0 0,1 0 1 0 0,0 1 0 0 0,1 0 0 0 0,0 1-1 0 0,1 0 1 0 0,1 1 0 0 0,0 0-1 0 0,0 1 1 0 0,1 0 0 0 0,1 1 0 0 0,0 1-1 0 0,22-11 1 0 0,-34 19-46 0 0,-1 0 0 0 0,0 1 0 0 0,1-1 0 0 0,-1 1 0 0 0,1-1 0 0 0,-1 1 0 0 0,1 0 0 0 0,-1 0 0 0 0,1 0 0 0 0,-1 0 0 0 0,1 0 1 0 0,-1 0-1 0 0,1 1 0 0 0,-1-1 0 0 0,0 1 0 0 0,1 0 0 0 0,-1 0 0 0 0,0 0 0 0 0,1 0 0 0 0,2 2 0 0 0,-1-1 7 0 0,0 1 0 0 0,-1 1 0 0 0,1-1 0 0 0,-1 0 1 0 0,0 1-1 0 0,0 0 0 0 0,0 0 0 0 0,0 0 0 0 0,0 0 0 0 0,2 5 0 0 0,-2-2 8 0 0,0-1 0 0 0,0 1 0 0 0,-1 0 0 0 0,0 0 0 0 0,0 0-1 0 0,0 0 1 0 0,-1 0 0 0 0,0 0 0 0 0,-1 1 0 0 0,1-1-1 0 0,-1 0 1 0 0,-1 0 0 0 0,0 1 0 0 0,-1 6 0 0 0,1-6-240 0 0,-4 12-273 0 0,-3-14-3811 0 0,-5-6 2372 0 0</inkml:trace>
</inkml:ink>
</file>

<file path=ppt/ink/ink8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5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12 584 0 0,'0'0'704'0'0,"2"-12"1520"0"0</inkml:trace>
</inkml:ink>
</file>

<file path=ppt/ink/ink8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6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84 336 184 0 0,'-4'7'510'0'0,"1"1"0"0"0,0 0-1 0 0,0-1 1 0 0,-4 18 0 0 0,7-23-427 0 0,0-1 1 0 0,-1 1-1 0 0,1 0 1 0 0,0 0-1 0 0,0-1 1 0 0,0 1-1 0 0,0 0 1 0 0,1 0-1 0 0,-1-1 1 0 0,0 1-1 0 0,1 0 1 0 0,-1-1-1 0 0,1 1 1 0 0,-1 0-1 0 0,1-1 1 0 0,0 1-1 0 0,0 0 1 0 0,0-1-1 0 0,0 0 1 0 0,0 1-1 0 0,0-1 1 0 0,0 1-1 0 0,1-1 1 0 0,-1 0-1 0 0,0 0 1 0 0,1 0-1 0 0,-1 0 1 0 0,1 0-1 0 0,-1 0 1 0 0,3 1-1 0 0,-2-2-13 0 0,0 1 0 0 0,-1-1 0 0 0,1 0 0 0 0,0 0-1 0 0,-1 0 1 0 0,1 0 0 0 0,0 0 0 0 0,-1 0 0 0 0,1 0 0 0 0,0-1 0 0 0,-1 1-1 0 0,1 0 1 0 0,0-1 0 0 0,-1 0 0 0 0,1 1 0 0 0,-1-1 0 0 0,1 0 0 0 0,-1 0-1 0 0,1 0 1 0 0,-1 0 0 0 0,1 0 0 0 0,-1 0 0 0 0,0 0 0 0 0,0 0 0 0 0,0-1-1 0 0,0 1 1 0 0,2-3 0 0 0,24-39 1192 0 0,-22 30-988 0 0,-1 0 0 0 0,0-1 0 0 0,-1 0-1 0 0,0 0 1 0 0,-1 0 0 0 0,-1 0-1 0 0,0 0 1 0 0,-1 0 0 0 0,0 0-1 0 0,-1 0 1 0 0,-1-1 0 0 0,-5-17-1 0 0,5 21-135 0 0,-1 0-1 0 0,0 0 0 0 0,0 0 0 0 0,-2 1 0 0 0,1 0 0 0 0,-1 0 1 0 0,-1 0-1 0 0,1 0 0 0 0,-2 1 0 0 0,1 0 0 0 0,-1 0 0 0 0,-1 1 1 0 0,0 0-1 0 0,0 0 0 0 0,0 1 0 0 0,-12-8 0 0 0,18 13-192 0 0,0 1-1 0 0,-1 0 1 0 0,1 0-1 0 0,0 0 1 0 0,0 0-1 0 0,-1 0 1 0 0,1 0-1 0 0,-1 1 1 0 0,1-1-1 0 0,0 1 1 0 0,-1 0-1 0 0,1 0 1 0 0,-6 0-1 0 0,7 0-27 0 0,0 0 0 0 0,0 1 0 0 0,0-1-1 0 0,0 0 1 0 0,-1 1 0 0 0,1-1 0 0 0,0 1 0 0 0,0 0-1 0 0,0-1 1 0 0,0 1 0 0 0,0 0 0 0 0,0 0 0 0 0,1-1-1 0 0,-1 1 1 0 0,0 0 0 0 0,0 0 0 0 0,0 0 0 0 0,1 0-1 0 0,-1 0 1 0 0,0 2 0 0 0,0 1-343 0 0,0-1 0 0 0,0 1 1 0 0,0 0-1 0 0,0-1 0 0 0,1 1 1 0 0,0 0-1 0 0,0-1 0 0 0,0 1 1 0 0,0 0-1 0 0,1 0 0 0 0,-1-1 1 0 0,1 1-1 0 0,0 0 0 0 0,0-1 0 0 0,0 1 1 0 0,1-1-1 0 0,1 4 0 0 0,5 7-1960 0 0</inkml:trace>
</inkml:ink>
</file>

<file path=ppt/ink/ink8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6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25 460 0 0,'-6'1'771'0'0,"3"-1"-806"0"0,-9 2 919 0 0,0 0 0 0 0,0 1-1 0 0,0 0 1 0 0,0 1 0 0 0,1 1 0 0 0,-15 6 0 0 0,25-10-687 0 0,1-1-184 0 0,0 0 1 0 0,-1 0-1 0 0,1 0 1 0 0,0 0-1 0 0,0 0 1 0 0,0 1-1 0 0,-1-1 0 0 0,1 0 1 0 0,0 0-1 0 0,0 0 1 0 0,0 0-1 0 0,0 0 1 0 0,-1 0-1 0 0,1 0 0 0 0,0 1 1 0 0,0-1-1 0 0,0 0 1 0 0,0 0-1 0 0,0 0 1 0 0,0 0-1 0 0,0 0 0 0 0,-1 1 1 0 0,1-1-1 0 0,0 0 1 0 0,0 0-1 0 0,0 0 1 0 0,0 1-1 0 0,0-1 0 0 0,0 0 1 0 0,0 0-1 0 0,0 0 1 0 0,0 0-1 0 0,0 1 1 0 0,0-1-1 0 0,0 0 0 0 0,0 0 1 0 0,0 0-1 0 0,0 1 1 0 0,0-1-1 0 0,0 0 1 0 0,0 0-1 0 0,0 0 0 0 0,0 0 1 0 0,0 1-1 0 0,1-1 1 0 0,-1 0-1 0 0,0 0 1 0 0,0 0-1 0 0,0 0 0 0 0,0 1 1 0 0,0-1-1 0 0,0 0 1 0 0,1 0-1 0 0,-1 0 1 0 0,0 0-1 0 0,0 0 0 0 0,0 1 1 0 0,15 8-22 0 0,15-6-209 0 0,0-1-1 0 0,0-2 0 0 0,56-7 1 0 0,-71 5 276 0 0,-1 0 0 0 0,0-2 0 0 0,-1 1 0 0 0,1-2 0 0 0,-1 0 0 0 0,1 0 0 0 0,-1-2 0 0 0,-1 1 1 0 0,1-2-1 0 0,18-13 0 0 0,-30 20 187 0 0,0 0 154 0 0,-1 1-373 0 0,0-1 0 0 0,1 1 0 0 0,-1 0-1 0 0,0 0 1 0 0,0 0 0 0 0,0 0-1 0 0,0 0 1 0 0,0 0 0 0 0,0-1-1 0 0,0 1 1 0 0,0 0 0 0 0,0 0 0 0 0,0 0-1 0 0,0 0 1 0 0,0 0 0 0 0,1 0-1 0 0,-1 0 1 0 0,0 0 0 0 0,0 0-1 0 0,0-1 1 0 0,0 1 0 0 0,0 0 0 0 0,0 0-1 0 0,1 0 1 0 0,-1 0 0 0 0,0 0-1 0 0,0 0 1 0 0,0 0 0 0 0,0 0 0 0 0,0 0-1 0 0,0 0 1 0 0,1 0 0 0 0,-1 0-1 0 0,0 0 1 0 0,0 0 0 0 0,0 0-1 0 0,0 0 1 0 0,0 0 0 0 0,1 0 0 0 0,-1 0-1 0 0,0 1 1 0 0,0-1 0 0 0,0 0-1 0 0,0 0 1 0 0,0 0 0 0 0,0 0-1 0 0,0 0 1 0 0,1 0 0 0 0,-1 0 0 0 0,0 0-1 0 0,0 0 1 0 0,0 0 0 0 0,0 1-1 0 0,0-1 1 0 0,0 0 0 0 0,0 0 0 0 0,0 0-1 0 0,0 0 1 0 0,-2 19 99 0 0,-1 0 1 0 0,-2 0-1 0 0,0-1 1 0 0,0 1-1 0 0,-2-1 0 0 0,-14 28 1 0 0,1 1 12 0 0,-96 261 110 0 0,44-101-6951 0 0,59-168 3930 0 0</inkml:trace>
</inkml:ink>
</file>

<file path=ppt/ink/ink8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8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49 304 0 0,'0'-2'215'0'0,"-1"0"0"0"0,1 0 0 0 0,-1 1 0 0 0,0-1 0 0 0,1 0 0 0 0,-1 0-1 0 0,0 1 1 0 0,0-1 0 0 0,0 0 0 0 0,0 1 0 0 0,0-1 0 0 0,0 1 0 0 0,-1-1 0 0 0,1 1 0 0 0,0 0 0 0 0,-1 0 0 0 0,1-1-1 0 0,-1 1 1 0 0,1 0 0 0 0,-1 0 0 0 0,0 0 0 0 0,1 1 0 0 0,-1-1 0 0 0,-2-1 0 0 0,-5-2 644 0 0,7 3-74 0 0,-24-7 1382 0 0,15 17-2088 0 0,0 0 0 0 0,1 1 0 0 0,0 0 0 0 0,1 0 0 0 0,0 1 0 0 0,1 0-1 0 0,0 1 1 0 0,0 0 0 0 0,1 0 0 0 0,1 0 0 0 0,-9 23 0 0 0,15-33-74 0 0,-1-1 0 0 0,0 1 1 0 0,0-1-1 0 0,1 1 0 0 0,-1-1 0 0 0,1 1 0 0 0,-1-1 1 0 0,1 1-1 0 0,0 0 0 0 0,0-1 0 0 0,-1 1 1 0 0,1-1-1 0 0,0 1 0 0 0,1 0 0 0 0,-1-1 0 0 0,0 1 1 0 0,0 0-1 0 0,1-1 0 0 0,0 4 0 0 0,0-4 0 0 0,0-1 0 0 0,-1 1 0 0 0,1 0 0 0 0,0 0 0 0 0,0-1 0 0 0,0 1-1 0 0,0 0 1 0 0,0-1 0 0 0,0 1 0 0 0,0-1 0 0 0,0 1 0 0 0,0-1 0 0 0,0 0-1 0 0,0 1 1 0 0,0-1 0 0 0,1 0 0 0 0,-1 0 0 0 0,0 0 0 0 0,0 0 0 0 0,0 0 0 0 0,2 0-1 0 0,2 0 8 0 0,0-1 0 0 0,1 0 0 0 0,-1 0 0 0 0,0 0 0 0 0,0-1 0 0 0,0 1 0 0 0,0-1 0 0 0,0 0 0 0 0,0-1 0 0 0,5-3 0 0 0,79-43 90 0 0,-87 48-115 0 0,-1 1-9 0 0,0 1 17 0 0,0-1 0 0 0,0 1 0 0 0,0-1 0 0 0,0 1 0 0 0,0 0-1 0 0,0-1 1 0 0,0 1 0 0 0,-1 0 0 0 0,1 0 0 0 0,0-1 0 0 0,0 1 0 0 0,-1 0 0 0 0,1 0-1 0 0,0 0 1 0 0,-1 0 0 0 0,1 0 0 0 0,-1 0 0 0 0,1 0 0 0 0,-1 0 0 0 0,0 0-1 0 0,1 0 1 0 0,-1 1 0 0 0,0-1 0 0 0,0 0 0 0 0,0 2 0 0 0,1-1 2 0 0,-1 0 0 0 0,1 0 0 0 0,-1 0 0 0 0,1 0 0 0 0,0 0 0 0 0,0-1 0 0 0,0 1 1 0 0,0 0-1 0 0,0 0 0 0 0,0-1 0 0 0,2 3 0 0 0,-1-3 11 0 0,1 0 0 0 0,0-1 0 0 0,0 0 0 0 0,1 0 0 0 0,-1 0 0 0 0,0 0 0 0 0,0 0 0 0 0,0-1-1 0 0,1 1 1 0 0,4-3 0 0 0,14-6-26 0 0,-1-2 1 0 0,22-14-1 0 0,37-17-203 0 0,-75 40 203 0 0,1 1 0 0 0,0-1 0 0 0,0 1-1 0 0,0 0 1 0 0,0 1 0 0 0,0-1 0 0 0,0 1-1 0 0,0 0 1 0 0,0 1 0 0 0,0 0 0 0 0,0 0 0 0 0,0 0-1 0 0,0 0 1 0 0,0 1 0 0 0,-1 0 0 0 0,8 4-1 0 0,19 4 60 0 0,-30-10 15 0 0,27 3-440 0 0,-22-2-4741 0 0</inkml:trace>
</inkml:ink>
</file>

<file path=ppt/ink/ink8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9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33 800 0 0,'5'-12'1942'0'0,"1"-9"9467"0"0,-3 49-10696 0 0,14 70 359 0 0,22 162-159 0 0,-38-236-1653 0 0,-5 48-1 0 0,1-11-2506 0 0,-2-49 958 0 0,-6-5-5103 0 0</inkml:trace>
</inkml:ink>
</file>

<file path=ppt/ink/ink8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29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0 371 392 0 0,'27'-10'706'0'0,"-1"-2"0"0"0,0 0 0 0 0,-1-1 0 0 0,34-24 0 0 0,-52 32-536 0 0,-1 0 0 0 0,0-1 0 0 0,0 1 0 0 0,0-1-1 0 0,0-1 1 0 0,-1 1 0 0 0,0-1 0 0 0,-1 0 0 0 0,1 0 0 0 0,-1 0 0 0 0,-1-1-1 0 0,1 1 1 0 0,-2-1 0 0 0,1 0 0 0 0,-1 0 0 0 0,0 0 0 0 0,0 0 0 0 0,-1 0-1 0 0,1-17 1 0 0,-2 18-14 0 0,-1-1-1 0 0,0 0 0 0 0,0 1 0 0 0,-1-1 0 0 0,1 0 1 0 0,-2 1-1 0 0,1 0 0 0 0,-5-10 0 0 0,5 13-85 0 0,0 0 0 0 0,0 0-1 0 0,-1 0 1 0 0,1 1-1 0 0,-1-1 1 0 0,0 1-1 0 0,0 0 1 0 0,0-1 0 0 0,0 1-1 0 0,-1 1 1 0 0,1-1-1 0 0,-1 0 1 0 0,0 1-1 0 0,0 0 1 0 0,-5-3 0 0 0,7 5-62 0 0,0 0 0 0 0,0 0 0 0 0,0 0 0 0 0,1 0 1 0 0,-1 0-1 0 0,0 1 0 0 0,0-1 0 0 0,1 1 0 0 0,-1-1 0 0 0,0 1 1 0 0,1-1-1 0 0,-1 1 0 0 0,0 0 0 0 0,1 0 0 0 0,-1 0 1 0 0,1 0-1 0 0,-1 0 0 0 0,1 0 0 0 0,0 0 0 0 0,-1 1 1 0 0,1-1-1 0 0,0 0 0 0 0,0 1 0 0 0,0-1 0 0 0,0 1 1 0 0,0-1-1 0 0,0 1 0 0 0,0 1 0 0 0,-23 48 69 0 0,16-25-60 0 0,2 1 0 0 0,1-1 0 0 0,2 1 0 0 0,0 1 0 0 0,2-1 1 0 0,0 0-1 0 0,2 0 0 0 0,2 1 0 0 0,0-1 0 0 0,1 0 0 0 0,2-1 1 0 0,1 1-1 0 0,1-1 0 0 0,1-1 0 0 0,15 30 0 0 0,-22-51-13 0 0,-1-1 1 0 0,1 0-1 0 0,0 0 0 0 0,0 0 0 0 0,0 0 0 0 0,1 0 1 0 0,-1 0-1 0 0,1-1 0 0 0,-1 1 0 0 0,1-1 0 0 0,0 0 0 0 0,0 0 1 0 0,0 0-1 0 0,0 0 0 0 0,1 0 0 0 0,-1 0 0 0 0,0-1 1 0 0,1 0-1 0 0,-1 0 0 0 0,1 0 0 0 0,-1 0 0 0 0,1 0 0 0 0,-1-1 1 0 0,1 1-1 0 0,0-1 0 0 0,-1 0 0 0 0,1 0 0 0 0,5-1 1 0 0,7-2 182 0 0,0 0 0 0 0,0-1 0 0 0,0-1 1 0 0,27-11-1 0 0,-41 15-133 0 0,0 0 68 0 0,36-9 860 0 0,17 9-3462 0 0,-18-3-2685 0 0,-16 1 2356 0 0</inkml:trace>
</inkml:ink>
</file>

<file path=ppt/ink/ink8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30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44 448 0 0,'-21'-43'9785'0'0,"6"122"-8412"0"0,-13 236 617 0 0,24-282-1832 0 0,-2 12 202 0 0,5-43-380 0 0,8-6-290 0 0,15-8 193 0 0,9-4-229 0 0,0 1 0 0 0,38-13-1 0 0,-62 25 263 0 0,1 0 0 0 0,0 1 0 0 0,0 0-1 0 0,0 0 1 0 0,0 1 0 0 0,1 0 0 0 0,-1 1 0 0 0,0 0-1 0 0,0 0 1 0 0,1 1 0 0 0,-1 0 0 0 0,0 0 0 0 0,0 1-1 0 0,0 0 1 0 0,9 3 0 0 0,-15-4 66 0 0,0 0 0 0 0,-1-1 0 0 0,1 1 0 0 0,-1 0 0 0 0,1 0 0 0 0,-1 0 0 0 0,0 0 0 0 0,1 0 0 0 0,-1 0 0 0 0,0 0 0 0 0,0 0 0 0 0,0 0 0 0 0,1 1 0 0 0,-1-1 0 0 0,0 0 0 0 0,-1 1 0 0 0,1-1 0 0 0,0 1 0 0 0,0-1 0 0 0,-1 1 0 0 0,1-1 0 0 0,-1 1 0 0 0,1 0 0 0 0,-1-1 1 0 0,0 1-1 0 0,1 1 0 0 0,-2 0 5 0 0,1 0 0 0 0,-1 0 0 0 0,0 0 0 0 0,0 0-1 0 0,0 0 1 0 0,0 0 0 0 0,-1-1 0 0 0,1 1 0 0 0,-1-1 0 0 0,1 1 0 0 0,-1-1 0 0 0,0 1 0 0 0,-3 2 0 0 0,-5 5 21 0 0,0-1 0 0 0,-1 0 0 0 0,0-1-1 0 0,-1 0 1 0 0,-12 7 0 0 0,9-7 30 0 0,0-1-1 0 0,0 0 1 0 0,-1-1 0 0 0,1-1 0 0 0,-1 0 0 0 0,-1-1 0 0 0,1-1 0 0 0,-1 0-1 0 0,-23 0 1 0 0,39-4-202 0 0,0 1-1 0 0,-1 0 1 0 0,1-1-1 0 0,-1 1 1 0 0,1-1-1 0 0,0 0 1 0 0,0 1-1 0 0,-1-1 1 0 0,1 0-1 0 0,0 0 1 0 0,0 0-1 0 0,0 0 1 0 0,0 0-1 0 0,0 0 1 0 0,0 0-1 0 0,0 0 1 0 0,0 0-1 0 0,1 0 1 0 0,-1 0 0 0 0,0-1-1 0 0,1 1 1 0 0,-1 0-1 0 0,1 0 1 0 0,-1-1-1 0 0,1 1 1 0 0,-1-1-1 0 0,1 1 1 0 0,0 0-1 0 0,0-1 1 0 0,0 1-1 0 0,0-1 1 0 0,0 1-1 0 0,0 0 1 0 0,0-1-1 0 0,0 1 1 0 0,0-1-1 0 0,2-2 1 0 0,-2 3-276 0 0</inkml:trace>
</inkml:ink>
</file>

<file path=ppt/ink/ink8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31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0 300 348 0 0,'25'-3'2009'0'0,"-18"2"-1636"0"0,6-2 387 0 0,0-1 0 0 0,0 0 1 0 0,19-9-1 0 0,-28 12-605 0 0,-1-1 0 0 0,1 0 0 0 0,-1 0 0 0 0,0-1 0 0 0,0 1 0 0 0,0 0 0 0 0,-1-1 0 0 0,1 0 0 0 0,0 0 0 0 0,-1 0 1 0 0,0 0-1 0 0,0 0 0 0 0,0 0 0 0 0,0 0 0 0 0,0-1 0 0 0,0 1 0 0 0,-1-1 0 0 0,1-3 0 0 0,-2 5-96 0 0,1 1 0 0 0,-1-1 1 0 0,-1 1-1 0 0,1-1 0 0 0,0 1 1 0 0,0-1-1 0 0,0 1 0 0 0,-1-1 1 0 0,1 1-1 0 0,-1-1 0 0 0,1 1 1 0 0,-1 0-1 0 0,0-1 0 0 0,1 1 1 0 0,-1 0-1 0 0,0-1 0 0 0,0 1 1 0 0,-1-1-1 0 0,1 1-44 0 0,1 0 1 0 0,0 1-1 0 0,-1-1 1 0 0,1 1-1 0 0,-1-1 1 0 0,0 1-1 0 0,1-1 1 0 0,-1 1-1 0 0,1-1 1 0 0,-1 1-1 0 0,0 0 1 0 0,1-1-1 0 0,-1 1 1 0 0,0 0-1 0 0,1-1 1 0 0,-1 1-1 0 0,0 0 1 0 0,0 0-1 0 0,1 0 1 0 0,-1 0-1 0 0,0 0 1 0 0,0 0-1 0 0,1 0 1 0 0,-1 0-1 0 0,0 0 1 0 0,0 0-1 0 0,1 0 0 0 0,-1 0 1 0 0,0 0-1 0 0,1 1 1 0 0,-1-1-1 0 0,0 0 1 0 0,1 1-1 0 0,-1-1 1 0 0,0 0-1 0 0,1 1 1 0 0,-2 0-1 0 0,-2 3 2 0 0,1 0-1 0 0,-1 0 1 0 0,1 0 0 0 0,0 1-1 0 0,0-1 1 0 0,1 1-1 0 0,-4 8 1 0 0,5-11-12 0 0,0 0 1 0 0,0 1 0 0 0,0-1 0 0 0,0 0-1 0 0,1 1 1 0 0,0-1 0 0 0,-1 1 0 0 0,1-1-1 0 0,0 1 1 0 0,0-1 0 0 0,0 1 0 0 0,0-1-1 0 0,1 1 1 0 0,-1-1 0 0 0,1 0 0 0 0,-1 1-1 0 0,1-1 1 0 0,0 0 0 0 0,0 1 0 0 0,0-1-1 0 0,0 0 1 0 0,3 4 0 0 0,-3-5-3 0 0,1 1 1 0 0,0-1-1 0 0,0 0 0 0 0,0 0 1 0 0,0 0-1 0 0,0 0 0 0 0,0 0 1 0 0,0 0-1 0 0,0-1 1 0 0,0 1-1 0 0,0-1 0 0 0,0 1 1 0 0,0-1-1 0 0,1 0 0 0 0,-1 0 1 0 0,0 0-1 0 0,0 0 0 0 0,0 0 1 0 0,4-1-1 0 0,46-9-142 0 0,-41 7 81 0 0,54-16-229 0 0,-45 13 92 0 0,0 0-1 0 0,0 1 0 0 0,1 1 1 0 0,34-3-1 0 0,-53 7 171 0 0,0 1 0 0 0,1-1-1 0 0,-1 1 1 0 0,1-1 0 0 0,-1 1-1 0 0,0 0 1 0 0,1 0 0 0 0,-1 0-1 0 0,0 0 1 0 0,0 0 0 0 0,0 0 0 0 0,1 1-1 0 0,-1-1 1 0 0,-1 1 0 0 0,1-1-1 0 0,0 1 1 0 0,0 0 0 0 0,-1 0-1 0 0,1-1 1 0 0,-1 1 0 0 0,1 1 0 0 0,-1-1-1 0 0,0 0 1 0 0,0 0 0 0 0,0 0-1 0 0,0 1 1 0 0,0-1 0 0 0,1 4-1 0 0,-2-4 6 0 0,1 1-1 0 0,0 0 0 0 0,0-1 0 0 0,0 1 1 0 0,0-1-1 0 0,1 0 0 0 0,-1 1 0 0 0,1-1 0 0 0,-1 0 1 0 0,1 0-1 0 0,0 0 0 0 0,0 0 0 0 0,0 0 0 0 0,0-1 1 0 0,0 1-1 0 0,0 0 0 0 0,1-1 0 0 0,-1 0 1 0 0,5 3-1 0 0,-1-4-8 0 0,0 1 0 0 0,0-1 1 0 0,0 0-1 0 0,0 0 0 0 0,0-1 1 0 0,-1 0-1 0 0,1 0 0 0 0,0 0 1 0 0,0 0-1 0 0,0-1 0 0 0,-1 0 1 0 0,1-1-1 0 0,-1 1 0 0 0,0-1 0 0 0,0 0 1 0 0,1 0-1 0 0,-2 0 0 0 0,1-1 1 0 0,6-5-1 0 0,11-12 25 0 0,-1 0 0 0 0,29-36 1 0 0,-39 44 33 0 0,14-17 117 0 0,88-114 4441 0 0,-111 146-4558 0 0,-1 0 0 0 0,1 0 0 0 0,-1 0-1 0 0,0 0 1 0 0,1 0 0 0 0,-1 1 0 0 0,0-1 0 0 0,-1 0 0 0 0,1 1-1 0 0,0-1 1 0 0,-1 0 0 0 0,1 1 0 0 0,-1-1 0 0 0,0 1 0 0 0,1-1-1 0 0,-2 5 1 0 0,2-1 72 0 0,8 71 402 0 0,-3 128 0 0 0,-6-180-445 0 0,0-25-61 0 0,-3 52-260 0 0,-4-26-1656 0 0,-5-7-4394 0 0</inkml:trace>
</inkml:ink>
</file>

<file path=ppt/ink/ink8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31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47 416 0 0,'15'-7'1104'0'0,"1"2"-68"0"0,-2 0-72 0 0,0 2-72 0 0,-5-2-80 0 0,0 0-99 0 0,0 2 199 0 0,3-4-908 0 0,-2 1-1505 0 0</inkml:trace>
</inkml:ink>
</file>

<file path=ppt/ink/ink8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37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1 144 0 0,'-1'16'4925'0'0,"6"35"-3897"0"0,11 60-910 0 0,26 286 917 0 0,-6-33-288 0 0,-28-269-547 0 0,-7-70-120 0 0,1 0 0 0 0,1 0 1 0 0,1 0-1 0 0,9 33 1 0 0,-11-47 170 0 0,-1 1-1043 0 0</inkml:trace>
</inkml:ink>
</file>

<file path=ppt/ink/ink8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38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1 286 304 0 0,'19'-24'1740'0'0,"-5"19"-1586"0"0,0-1-1 0 0,0 2 1 0 0,0-1-1 0 0,1 2 0 0 0,-1 0 1 0 0,1 1-1 0 0,0 0 1 0 0,20 1-1 0 0,7-1 55 0 0,204-19 516 0 0,250 12 0 0 0,-143 24-548 0 0,495 1 154 0 0,129-80-159 0 0,-518 29-53 0 0,-125 18-45 0 0,17-10 82 0 0,-98 11-30 0 0,459-15 309 0 0,65 40-80 0 0,339-13 10 0 0,-164-11 17 0 0,-465 0-212 0 0,292 2 1 0 0,-767 13-152 0 0,-2-1 16 0 0,1 1 0 0 0,-1 0 0 0 0,0 0-1 0 0,1 1 1 0 0,-1 1 0 0 0,0-1 0 0 0,0 2 0 0 0,1-1-1 0 0,-2 1 1 0 0,1 1 0 0 0,0 0 0 0 0,10 6 0 0 0,-7-1 6 0 0,0 0-1 0 0,-1 1 1 0 0,-1 0 0 0 0,1 1 0 0 0,-2 0 0 0 0,1 1 0 0 0,-2 0-1 0 0,0 1 1 0 0,0 0 0 0 0,10 21 0 0 0,-7-7 99 0 0,-2-1-1 0 0,0 2 1 0 0,-2-1 0 0 0,7 50 0 0 0,7 52 310 0 0,-7 0 1 0 0,-5 0-1 0 0,-5 1 1 0 0,-14 144-1 0 0,6-212-321 0 0,4-45-295 0 0,-2 1 0 0 0,0-1 0 0 0,-1 0 0 0 0,0 0 0 0 0,-8 23 0 0 0,10-38-252 0 0,-1-1-1 0 0,0 1 0 0 0,0-1 0 0 0,0 0 0 0 0,0 0 1 0 0,-1 1-1 0 0,1-1 0 0 0,0 0 0 0 0,0 0 0 0 0,-1 0 1 0 0,1 0-1 0 0,-1 0 0 0 0,-1 0 0 0 0,-10 4-2499 0 0</inkml:trace>
</inkml:ink>
</file>

<file path=ppt/ink/ink8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39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215 613 212 0 0,'0'0'907'0'0,"-51"10"753"0"0,-97 36-530 0 0,132-38-894 0 0,25-1 60 0 0,28 0 8 0 0,62-6-17 0 0,0-4 0 0 0,0-4 0 0 0,101-22 0 0 0,-95 14-135 0 0,1157-165 720 0 0,818-18 28 0 0,-512 130-216 0 0,167 4 1011 0 0,-1111 39-1117 0 0,-161 6-187 0 0,-244 11-246 0 0,346-33 622 0 0,-500 32 510 0 0,-64 8-990 0 0,-1 1-273 0 0,1-1 0 0 0,-1 1 1 0 0,0-1-1 0 0,0 1 0 0 0,0-1 1 0 0,0 1-1 0 0,0-1 0 0 0,0 1 0 0 0,0-1 1 0 0,0 1-1 0 0,0-1 0 0 0,0 1 1 0 0,0-1-1 0 0,0 1 0 0 0,0-1 1 0 0,-1 1-1 0 0,1-1 0 0 0,0 1 1 0 0,0-1-1 0 0,-1 1 0 0 0,1-1 1 0 0,0 1-1 0 0,0 0 0 0 0,-1-1 1 0 0,1 1-1 0 0,-1-1 0 0 0,-6-2-304 0 0,-1 1 0 0 0,1 0 0 0 0,-1 1 1 0 0,0-1-1 0 0,0 1 0 0 0,1 1 0 0 0,-1 0 0 0 0,0 0 0 0 0,0 0 0 0 0,0 1 0 0 0,1 0 0 0 0,-1 0 0 0 0,0 1 0 0 0,-11 4 0 0 0,-17 2-4152 0 0,13-4 1494 0 0</inkml:trace>
</inkml:ink>
</file>

<file path=ppt/ink/ink8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39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569 405 560 0 0,'-16'2'1494'0'0,"-1"-1"1"0"0,1 0-1 0 0,-19-2 0 0 0,-63-11 80 0 0,62 4-1359 0 0,1-1 1 0 0,0-2-1 0 0,-53-24 1 0 0,69 25-56 0 0,1 0 0 0 0,0-1 0 0 0,1-1 0 0 0,-21-18 1 0 0,29 22-87 0 0,1 0 0 0 0,0 0 0 0 0,1 0 0 0 0,-1-1 0 0 0,2 0 0 0 0,-1-1 0 0 0,2 1 0 0 0,-1-1 0 0 0,-6-17 0 0 0,10 22-59 0 0,1 1 1 0 0,0 0-1 0 0,0-1 1 0 0,1 1-1 0 0,-1-1 1 0 0,1 1-1 0 0,0-1 1 0 0,0 1-1 0 0,0 0 1 0 0,1-1 0 0 0,-1 1-1 0 0,1-1 1 0 0,0 1-1 0 0,1 0 1 0 0,-1-1-1 0 0,1 1 1 0 0,0 0-1 0 0,0 0 1 0 0,0 0-1 0 0,0 0 1 0 0,1 1-1 0 0,-1-1 1 0 0,1 1 0 0 0,0-1-1 0 0,0 1 1 0 0,0 0-1 0 0,1 0 1 0 0,-1 0-1 0 0,1 1 1 0 0,0-1-1 0 0,6-3 1 0 0,-2 2-13 0 0,-1 1 0 0 0,1-1 0 0 0,0 1 0 0 0,0 0 0 0 0,0 1 1 0 0,0 0-1 0 0,0 0 0 0 0,0 1 0 0 0,1 0 0 0 0,-1 1 0 0 0,1-1 0 0 0,-1 2 0 0 0,0-1 0 0 0,1 1 0 0 0,-1 0 1 0 0,9 3-1 0 0,-8-1-6 0 0,1 1 0 0 0,-1 0 0 0 0,0 0 0 0 0,0 1 0 0 0,-1 0 0 0 0,0 1 0 0 0,1 0 0 0 0,-2 0 0 0 0,1 0 0 0 0,-1 1 0 0 0,0 0 0 0 0,9 13 0 0 0,-8-8 2 0 0,0 1 0 0 0,-1 0 0 0 0,0 1-1 0 0,-1-1 1 0 0,0 1 0 0 0,-1 0-1 0 0,4 24 1 0 0,-3 1 7 0 0,-1-1 0 0 0,-2 1 0 0 0,-2 0 0 0 0,-2 0-1 0 0,-8 59 1 0 0,-27 76 37 0 0,0-3-98 0 0,32-155 241 0 0,2-7-1954 0 0,23-34-5844 0 0</inkml:trace>
</inkml:ink>
</file>

<file path=ppt/ink/ink8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0.4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0 201 228 0 0,'1'38'2092'0'0,"-1"-36"-2016"0"0,0 0 1 0 0,1 0 0 0 0,-1 1-1 0 0,0-1 1 0 0,1 0 0 0 0,-1 0-1 0 0,1 0 1 0 0,-1 0 0 0 0,1 1-1 0 0,0-1 1 0 0,0 0 0 0 0,0 0-1 0 0,0 0 1 0 0,1-1 0 0 0,-1 1-1 0 0,0 0 1 0 0,1 0 0 0 0,-1-1-1 0 0,1 1 1 0 0,0-1 0 0 0,-1 1-1 0 0,1-1 1 0 0,0 0 0 0 0,0 1-1 0 0,0-1 1 0 0,0 0 0 0 0,0 0-1 0 0,0-1 1 0 0,0 1 0 0 0,0 0-1 0 0,1-1 1 0 0,-1 1 0 0 0,0-1-1 0 0,0 0 1 0 0,1 1 0 0 0,-1-1-1 0 0,0 0 1 0 0,0-1 0 0 0,1 1-1 0 0,-1 0 1 0 0,0-1 0 0 0,0 1 0 0 0,0-1-1 0 0,0 1 1 0 0,1-1 0 0 0,-1 0-1 0 0,0 0 1 0 0,3-2 0 0 0,45-23 460 0 0,-36 18-515 0 0,-1 0 1 0 0,1 1-1 0 0,1 1 0 0 0,22-7 1 0 0,-32 12-31 0 0,-1 1-1 0 0,1-1 1 0 0,0 1 0 0 0,-1-1 0 0 0,1 1-1 0 0,0 0 1 0 0,0 1 0 0 0,-1-1 0 0 0,1 1 0 0 0,-1 0-1 0 0,1 0 1 0 0,0 1 0 0 0,-1-1 0 0 0,0 1-1 0 0,1 0 1 0 0,-1 0 0 0 0,0 1 0 0 0,0-1-1 0 0,5 5 1 0 0,-3-2-8 0 0,2 2 10 0 0,1-1 1 0 0,0 0-1 0 0,0 0 0 0 0,0 0 0 0 0,11 4 1 0 0,-18-10 15 0 0,1 1 0 0 0,-1 0 0 0 0,1 0 0 0 0,-1-1 0 0 0,1 0 0 0 0,-1 1 0 0 0,1-1 0 0 0,-1 0 0 0 0,1 0 0 0 0,0 0 0 0 0,-1 0 0 0 0,1-1 0 0 0,-1 1 0 0 0,1-1 0 0 0,-1 0 0 0 0,0 0 0 0 0,1 1 1 0 0,-1-1-1 0 0,0-1 0 0 0,1 1 0 0 0,-1 0 0 0 0,0-1 0 0 0,0 1 0 0 0,0-1 0 0 0,0 1 0 0 0,2-3 0 0 0,39-42 337 0 0,-43 45-347 0 0,1 1 0 0 0,0-1-1 0 0,-1 1 1 0 0,1-1 0 0 0,0 1 0 0 0,-1 0 0 0 0,1 0 0 0 0,0-1 0 0 0,0 1 0 0 0,0 0 0 0 0,-1 0 0 0 0,1 0 0 0 0,0-1 0 0 0,0 1 0 0 0,0 0 0 0 0,-1 0 0 0 0,1 0 0 0 0,0 1-1 0 0,0-1 1 0 0,-1 0 0 0 0,1 0 0 0 0,0 0 0 0 0,0 1 0 0 0,0-1 0 0 0,-1 0 0 0 0,1 0 0 0 0,0 1 0 0 0,-1-1 0 0 0,1 1 0 0 0,0-1 0 0 0,-1 1 0 0 0,1-1 0 0 0,0 1-1 0 0,-1-1 1 0 0,1 1 0 0 0,-1 0 0 0 0,1-1 0 0 0,0 2 0 0 0,17 26 23 0 0,-18-27-21 0 0,21 44 79 0 0,-3 1 0 0 0,19 72 0 0 0,9 23-6 0 0,-16-62 1382 0 0,-29-77-237 0 0,-1-9-899 0 0,3-158 957 0 0,-5 114-1142 0 0,2 1 0 0 0,3 0 1 0 0,2 0-1 0 0,13-61 0 0 0,-12 89-110 0 0,0 0 0 0 0,2 1 0 0 0,0-1 0 0 0,18-30 0 0 0,-24 48-29 0 0,0-1 0 0 0,1 1 0 0 0,0 0 0 0 0,-1 0 0 0 0,1 1 1 0 0,1-1-1 0 0,-1 0 0 0 0,0 1 0 0 0,1 0 0 0 0,0 0 0 0 0,0 0 0 0 0,0 0 0 0 0,0 1 0 0 0,0-1 0 0 0,0 1 0 0 0,1 0 0 0 0,-1 0 0 0 0,1 1 0 0 0,-1-1 1 0 0,1 1-1 0 0,0 0 0 0 0,0 0 0 0 0,-1 1 0 0 0,1-1 0 0 0,0 1 0 0 0,0 0 0 0 0,0 1 0 0 0,5 0 0 0 0,-5 0 0 0 0,0 1 0 0 0,0 0 0 0 0,-1 0 0 0 0,1 0 0 0 0,-1 1 0 0 0,0-1 0 0 0,0 1 0 0 0,1 0 0 0 0,-2 0 0 0 0,1 0 0 0 0,0 1 0 0 0,-1-1 0 0 0,1 1 0 0 0,-1 0 0 0 0,0 0 0 0 0,-1 0 0 0 0,1 0 0 0 0,-1 1 0 0 0,1-1 0 0 0,-1 1 0 0 0,-1-1 0 0 0,1 1 0 0 0,-1 0 0 0 0,1 0 0 0 0,-1 0 0 0 0,0 9 0 0 0,0-6 7 0 0,0 0 0 0 0,-1-1 1 0 0,0 1-1 0 0,0 0 0 0 0,-1-1 1 0 0,0 1-1 0 0,0 0 0 0 0,-1-1 1 0 0,0 1-1 0 0,0-1 0 0 0,-1 0 1 0 0,0 0-1 0 0,0 0 0 0 0,0 0 0 0 0,-1 0 1 0 0,-8 10-1 0 0,4-9 30 0 0,-1 0-1 0 0,-1-1 0 0 0,1 0 1 0 0,-1 0-1 0 0,0-1 1 0 0,-1 0-1 0 0,1-1 1 0 0,-1 0-1 0 0,-17 5 1 0 0,22-8-58 0 0,0 0 0 0 0,0 0 0 0 0,0-1 0 0 0,0 0 0 0 0,0 0 0 0 0,0 0 0 0 0,0-1 0 0 0,-1 0 0 0 0,1 0 0 0 0,0 0 0 0 0,0-1 0 0 0,0 0 0 0 0,0 0 0 0 0,0-1 0 0 0,0 1 0 0 0,0-2 0 0 0,0 1 0 0 0,1 0 0 0 0,-9-6 0 0 0,13 7-71 0 0,0 0-1 0 0,0 0 0 0 0,1 0 0 0 0,-1 0 0 0 0,0 0 0 0 0,1 0 0 0 0,-1 0 0 0 0,0-1 0 0 0,1 1 0 0 0,0 0 1 0 0,-1 0-1 0 0,1-1 0 0 0,0 1 0 0 0,-1 0 0 0 0,1-1 0 0 0,0 1 0 0 0,0 0 0 0 0,0-1 0 0 0,0 1 1 0 0,0 0-1 0 0,0-1 0 0 0,1 1 0 0 0,-1 0 0 0 0,0 0 0 0 0,1-1 0 0 0,0-1 0 0 0,16-32-4570 0 0,-2 15 1819 0 0</inkml:trace>
</inkml:ink>
</file>

<file path=ppt/ink/ink8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0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0 341 448 0 0,'6'3'414'0'0,"-1"1"0"0"0,0 0 0 0 0,0 1 0 0 0,0-1 0 0 0,0 1 0 0 0,-1 0 0 0 0,0 0 0 0 0,0 0 0 0 0,3 7 0 0 0,-7-12-349 0 0,0 1 0 0 0,0-1 0 0 0,1 1 0 0 0,-1-1 0 0 0,0 1 0 0 0,0-1 0 0 0,0 1 0 0 0,1-1 0 0 0,-1 1 0 0 0,0-1 0 0 0,0 1-1 0 0,1-1 1 0 0,-1 0 0 0 0,1 1 0 0 0,-1-1 0 0 0,0 0 0 0 0,1 1 0 0 0,-1-1 0 0 0,1 0 0 0 0,-1 1 0 0 0,0-1 0 0 0,1 0 0 0 0,-1 0-1 0 0,1 1 1 0 0,-1-1 0 0 0,1 0 0 0 0,-1 0 0 0 0,1 0 0 0 0,-1 0 0 0 0,1 0 0 0 0,0 0 0 0 0,9-13 1061 0 0,1-29-302 0 0,-11 39-717 0 0,14-73 783 0 0,14-59 118 0 0,-23 118-744 0 0,1-1 0 0 0,0 2 0 0 0,1-1 0 0 0,1 1 0 0 0,13-22 0 0 0,-20 37-253 0 0,-1 0-1 0 0,1 0 1 0 0,-1 1-1 0 0,1-1 1 0 0,-1 0-1 0 0,1 1 1 0 0,0-1-1 0 0,-1 0 1 0 0,1 1-1 0 0,0-1 1 0 0,-1 1 0 0 0,1-1-1 0 0,0 1 1 0 0,0-1-1 0 0,0 1 1 0 0,0 0-1 0 0,-1-1 1 0 0,1 1-1 0 0,0 0 1 0 0,0 0-1 0 0,0-1 1 0 0,0 1-1 0 0,0 0 1 0 0,0 0 0 0 0,-1 0-1 0 0,1 0 1 0 0,0 0-1 0 0,0 0 1 0 0,0 1-1 0 0,0-1 1 0 0,0 0-1 0 0,0 0 1 0 0,0 1-1 0 0,-1-1 1 0 0,1 0-1 0 0,0 1 1 0 0,0-1-1 0 0,0 1 1 0 0,-1-1 0 0 0,1 1-1 0 0,0-1 1 0 0,-1 1-1 0 0,1-1 1 0 0,0 1-1 0 0,-1 0 1 0 0,1 0-1 0 0,-1-1 1 0 0,1 1-1 0 0,-1 0 1 0 0,1 1-1 0 0,24 41 133 0 0,102 284 317 0 0,-78-194-310 0 0,4 32-2132 0 0,-51-152 547 0 0</inkml:trace>
</inkml:ink>
</file>

<file path=ppt/ink/ink8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1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1 137 260 0 0,'0'0'1324'0'0,"4"-18"-128"0"0,-3 10-112 0 0,5-1-128 0 0,2 0-83 0 0,2-1-101 0 0,0 0-80 0 0,7 1-80 0 0,-1-1-92 0 0,11 0-164 0 0,0 0-228 0 0,16 2-264 0 0,1 0-400 0 0,5 0-816 0 0,0 3-1465 0 0,4 0 649 0 0</inkml:trace>
</inkml:ink>
</file>

<file path=ppt/ink/ink8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2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22 113 144 0 0,'-16'-9'2329'0'0,"10"3"3021"0"0,180 23-4710 0 0,287-7 1 0 0,-233-11-433 0 0,-22 3-51 0 0,406 9 250 0 0,293 18 36 0 0,-655-25-322 0 0,-90-3-44 0 0,251-7 403 0 0,-394 1-77 0 0,-23-5-192 0 0,-17-5-127 0 0,-10 0 0 0 0,0 3-1 0 0,-57-15 1 0 0,53 17 19 0 0,-69-28 0 0 0,105 38-105 0 0,1 0 0 0 0,0 0 0 0 0,-1 0 0 0 0,1-1 0 0 0,-1 1-1 0 0,1 0 1 0 0,-1 0 0 0 0,1 0 0 0 0,-1 0 0 0 0,1-1 0 0 0,0 1-1 0 0,-1 0 1 0 0,1 0 0 0 0,0-1 0 0 0,-1 1 0 0 0,1 0 0 0 0,0-1-1 0 0,-1 1 1 0 0,1 0 0 0 0,0-1 0 0 0,-1 1 0 0 0,1-1 0 0 0,0 1-1 0 0,0 0 1 0 0,0-1 0 0 0,-1 1 0 0 0,1-1 0 0 0,0 1-1 0 0,0-1 1 0 0,0 1 0 0 0,0-1 0 0 0,0 1 0 0 0,0 0 0 0 0,0-1-1 0 0,0 1 1 0 0,0-1 0 0 0,16-9-29 0 0,31-1-13 0 0,-34 11 26 0 0,0 1 0 0 0,1 0 0 0 0,-1 0 0 0 0,0 2 0 0 0,-1-1 0 0 0,1 2 0 0 0,0-1 0 0 0,-1 2 0 0 0,15 7-1 0 0,-22-10 13 0 0,0 1 0 0 0,-1-1 0 0 0,0 1 0 0 0,1 0-1 0 0,-1 1 1 0 0,0-1 0 0 0,0 1 0 0 0,-1 0 0 0 0,1 0-1 0 0,-1 0 1 0 0,4 7 0 0 0,-5-8 4 0 0,-1 0 1 0 0,0 0 0 0 0,1 0-1 0 0,-2 0 1 0 0,1 1 0 0 0,0-1-1 0 0,-1 0 1 0 0,1 1 0 0 0,-1-1-1 0 0,0 0 1 0 0,0 1-1 0 0,0-1 1 0 0,-1 1 0 0 0,1-1-1 0 0,-1 0 1 0 0,0 1 0 0 0,0-1-1 0 0,0 0 1 0 0,-2 5-1 0 0,-7 9-188 0 0,0-1-1 0 0,-1 0 0 0 0,-1 0 0 0 0,0-1 0 0 0,-1 0 1 0 0,-1-2-1 0 0,0 1 0 0 0,-1-2 0 0 0,-20 14 1 0 0,-16 16-4944 0 0,42-33 2505 0 0</inkml:trace>
</inkml:ink>
</file>

<file path=ppt/ink/ink8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2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1452 1213 1168 0 0,'-54'-257'7790'0'0,"26"137"-5793"0"0,-13-129 1 0 0,37 198-1628 0 0,-3 1 0 0 0,-26-99 1 0 0,28 132-377 0 0,-1 1 0 0 0,-1 1 1 0 0,0-1-1 0 0,0 1 1 0 0,-2 0-1 0 0,0 1 0 0 0,-1 0 1 0 0,0 0-1 0 0,-1 1 0 0 0,0 0 1 0 0,-1 1-1 0 0,-26-20 1 0 0,11 14-64 0 0,-1 2-1 0 0,-1 0 1 0 0,-1 2 0 0 0,0 1 0 0 0,0 2 0 0 0,-1 1 0 0 0,-1 1 0 0 0,0 2 0 0 0,0 1 0 0 0,0 1 0 0 0,0 2 0 0 0,-1 1-1 0 0,0 2 1 0 0,1 1 0 0 0,-34 5 0 0 0,59-5-2 0 0,1 1 1 0 0,0-1-1 0 0,-1 1 0 0 0,1 0 0 0 0,0 0 1 0 0,0 1-1 0 0,0 0 0 0 0,0 0 0 0 0,0 0 1 0 0,1 1-1 0 0,-10 8 0 0 0,13-10 36 0 0,0 0 0 0 0,0 0 0 0 0,0 1 0 0 0,1-1 0 0 0,-1 1 0 0 0,1-1 0 0 0,0 1 0 0 0,0 0 0 0 0,0-1 0 0 0,0 1 0 0 0,0 0-1 0 0,0 0 1 0 0,1 0 0 0 0,-1 0 0 0 0,1 0 0 0 0,0-1 0 0 0,0 1 0 0 0,0 0 0 0 0,0 0 0 0 0,1 0 0 0 0,-1 0 0 0 0,1 0 0 0 0,-1 0 0 0 0,1 0 0 0 0,0-1-1 0 0,0 1 1 0 0,3 4 0 0 0,9 19-302 0 0,1-1 0 0 0,29 38 0 0 0,-32-49 185 0 0,0 0 1 0 0,-1 0 0 0 0,-1 1-1 0 0,-1 1 1 0 0,0 0-1 0 0,-1 0 1 0 0,0 0-1 0 0,-1 1 1 0 0,6 33-1 0 0,-11-29 79 0 0,0 1-1 0 0,-2-1 1 0 0,0 1-1 0 0,-2-1 1 0 0,0 0-1 0 0,-2 0 1 0 0,0 0-1 0 0,-1-1 1 0 0,-1 1-1 0 0,-1-1 1 0 0,-1-1-1 0 0,-17 30 1 0 0,-17 21-151 0 0,-99 121-1 0 0,121-165 170 0 0,-90 104-108 0 0,62-76 76 0 0,2 2 0 0 0,-78 124 0 0 0,114-161 79 0 0,1 1 0 0 0,1 0 0 0 0,1 0 0 0 0,1 1-1 0 0,0 0 1 0 0,2 0 0 0 0,0 1 0 0 0,2 0 0 0 0,0 0 0 0 0,1 0 0 0 0,2 0 0 0 0,0 0 0 0 0,1 0 0 0 0,5 29 0 0 0,9 8 27 0 0,2 0-1 0 0,36 84 1 0 0,-32-96-20 0 0,-3 2 1 0 0,-2 0-1 0 0,-2 1 1 0 0,8 57-1 0 0,-21-77 13 0 0,-1 1-1 0 0,-1 0 1 0 0,-2 0-1 0 0,-8 42 1 0 0,2-20 0 0 0,8-46-8 0 0,0 1-1 0 0,1-1 0 0 0,0 0 0 0 0,0 1 1 0 0,1-1-1 0 0,0 0 0 0 0,0 0 1 0 0,1 0-1 0 0,-1 0 0 0 0,2 0 0 0 0,-1 0 1 0 0,1 0-1 0 0,5 10 0 0 0,-2-8-23 0 0,1 0 0 0 0,-1 0 0 0 0,2 0 0 0 0,-1-1 0 0 0,1 0 0 0 0,0 0-1 0 0,19 12 1 0 0,7 0-197 0 0,0-1 0 0 0,1-1-1 0 0,71 23 1 0 0,-102-40 195 0 0,360 106-3461 0 0,-292-90 2269 0 0</inkml:trace>
</inkml:ink>
</file>

<file path=ppt/ink/ink8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3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2719 520 0 0,'456'35'1810'0'0,"3"-38"-465"0"0,-369-6-1121 0 0,-1-3-1 0 0,0-4 1 0 0,88-28-1 0 0,-115 23-131 0 0,0-2 0 0 0,-2-3 0 0 0,0-2 0 0 0,108-71 0 0 0,-67 25-188 0 0,-4-4-1 0 0,-3-4 1 0 0,-4-4-1 0 0,117-145 1 0 0,-163 177 89 0 0,13-13 548 0 0,-4-3 0 0 0,-2-2 0 0 0,56-107 0 0 0,-87 140-95 0 0,-1 0-1 0 0,-3-2 1 0 0,-1 0-1 0 0,-2 0 1 0 0,9-49 0 0 0,-16 48-168 0 0,-2 0 1 0 0,-2 0-1 0 0,-2 0 0 0 0,-2 0 1 0 0,-1 0-1 0 0,-2 0 1 0 0,-3 1-1 0 0,-1 0 1 0 0,-1 0-1 0 0,-3 1 1 0 0,-1 0-1 0 0,-2 1 1 0 0,-1 1-1 0 0,-3 1 1 0 0,-1 0-1 0 0,-1 1 1 0 0,-2 2-1 0 0,-1 0 1 0 0,-49-48-1 0 0,29 39-69 0 0,-1 2-1 0 0,-2 2 0 0 0,-64-40 1 0 0,71 54-229 0 0,-1 1-1 0 0,-1 3 1 0 0,0 1 0 0 0,-89-27 0 0 0,108 42-362 0 0,1 1 0 0 0,-1 0 1 0 0,1 2-1 0 0,-1 1 0 0 0,0 1 0 0 0,0 1 0 0 0,-45 8 0 0 0,29-1-3222 0 0,-72 25 0 0 0,73-20 555 0 0</inkml:trace>
</inkml:ink>
</file>

<file path=ppt/ink/ink8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3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4 812 0 0,'0'0'2296'0'0,"-7"-3"2754"0"0,-4 38-4598 0 0,2 0 0 0 0,2 1 0 0 0,1 0 0 0 0,1 0 0 0 0,2 0 0 0 0,3 48 0 0 0,4-25 8 0 0,-4-57-431 0 0,1 1 0 0 0,-1-1 1 0 0,1 1-1 0 0,0-1 0 0 0,-1 1 0 0 0,1-1 0 0 0,0 0 1 0 0,1 1-1 0 0,-1-1 0 0 0,0 0 0 0 0,1 0 0 0 0,-1 0 0 0 0,1 0 1 0 0,-1 0-1 0 0,1 0 0 0 0,0 0 0 0 0,0-1 0 0 0,0 1 1 0 0,3 2-1 0 0,-1-4-22 0 0,-1 1 1 0 0,0-1-1 0 0,0 0 0 0 0,0 1 1 0 0,1-1-1 0 0,-1-1 1 0 0,0 1-1 0 0,0 0 1 0 0,1-1-1 0 0,-1 0 0 0 0,0 0 1 0 0,0 0-1 0 0,5-2 1 0 0,39-19-120 0 0,-47 22 112 0 0,48-30-246 0 0,-2-2-1 0 0,62-54 1 0 0,-106 86 232 0 0,-1-1 1 0 0,0 0-1 0 0,0 0 1 0 0,0 1-1 0 0,1-1 0 0 0,-1 1 1 0 0,0-1-1 0 0,0 1 0 0 0,1-1 1 0 0,-1 1-1 0 0,0 0 1 0 0,1 0-1 0 0,-1 0 0 0 0,0 0 1 0 0,1 0-1 0 0,-1 0 0 0 0,1 0 1 0 0,-1 0-1 0 0,0 0 1 0 0,1 1-1 0 0,-1-1 0 0 0,0 0 1 0 0,1 1-1 0 0,-1-1 1 0 0,0 1-1 0 0,0 0 0 0 0,0-1 1 0 0,1 1-1 0 0,1 1 0 0 0,34 33-80 0 0,-20-17 38 0 0,-5-10 69 0 0,0 1 0 0 0,0-2 0 0 0,1 0 0 0 0,14 7 0 0 0,-24-13 75 0 0,1 1 0 0 0,-1-1 1 0 0,1 1-1 0 0,-1-1 0 0 0,1 0 1 0 0,0 0-1 0 0,0-1 1 0 0,-1 1-1 0 0,1-1 0 0 0,0 0 1 0 0,0 0-1 0 0,-1 0 1 0 0,1 0-1 0 0,0 0 0 0 0,0-1 1 0 0,-1 0-1 0 0,1 0 0 0 0,-1 0 1 0 0,1 0-1 0 0,5-3 1 0 0,-6 1 35 0 0,1 0 0 0 0,-1-1 0 0 0,0 1 0 0 0,0-1 0 0 0,-1 1 1 0 0,1-1-1 0 0,-1 0 0 0 0,0 0 0 0 0,0 0 0 0 0,0 0 0 0 0,0-1 1 0 0,-1 1-1 0 0,0 0 0 0 0,1-1 0 0 0,-2 1 0 0 0,1-1 0 0 0,0 1 1 0 0,-1-7-1 0 0,0-10 68 0 0,-1 0 1 0 0,-5-34 0 0 0,3 31-711 0 0,3 21-143 0 0,-1-7-930 0 0</inkml:trace>
</inkml:ink>
</file>

<file path=ppt/ink/ink8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4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16 904 0 0,'0'0'852'0'0,"-4"0"-64"0"0,0 1-660 0 0,0-1 1 0 0,0 1-1 0 0,0 0 1 0 0,0 0-1 0 0,0 0 1 0 0,0 1-1 0 0,0-1 1 0 0,1 1-1 0 0,-1 0 1 0 0,1 0-1 0 0,-1 0 1 0 0,1 1-1 0 0,0-1 1 0 0,0 1-1 0 0,0 0 1 0 0,0 0-1 0 0,0 0 1 0 0,1 0-1 0 0,-1 0 1 0 0,1 0-1 0 0,0 1 1 0 0,0-1-1 0 0,0 1 1 0 0,0 0-1 0 0,1-1 1 0 0,-1 1-1 0 0,1 0 1 0 0,0 0-1 0 0,0 0 1 0 0,1 0-1 0 0,-1 0 1 0 0,1 0-1 0 0,0 0 1 0 0,0 0-1 0 0,0 0 1 0 0,1 0-1 0 0,-1 0 1 0 0,3 7-1 0 0,-2-5-30 0 0,0 0 0 0 0,1 0 1 0 0,0 0-1 0 0,1 0 0 0 0,-1-1 0 0 0,1 1 0 0 0,0-1 0 0 0,0 0 0 0 0,1 0 0 0 0,7 9 0 0 0,-9-13-57 0 0,-1 1 0 0 0,0-1-1 0 0,1 0 1 0 0,-1 0 0 0 0,0 0-1 0 0,1 0 1 0 0,0 0 0 0 0,-1 0 0 0 0,1 0-1 0 0,-1 0 1 0 0,1-1 0 0 0,0 1 0 0 0,0-1-1 0 0,-1 1 1 0 0,1-1 0 0 0,0 0 0 0 0,0 0-1 0 0,0 0 1 0 0,-1 0 0 0 0,1 0 0 0 0,0 0-1 0 0,0 0 1 0 0,0 0 0 0 0,-1-1-1 0 0,1 1 1 0 0,0-1 0 0 0,0 1 0 0 0,-1-1-1 0 0,1 0 1 0 0,0 1 0 0 0,-1-1 0 0 0,1 0-1 0 0,-1 0 1 0 0,1 0 0 0 0,-1-1 0 0 0,0 1-1 0 0,1 0 1 0 0,-1 0 0 0 0,0-1 0 0 0,2-2-1 0 0,-1 0 41 0 0,1 0 0 0 0,-1 0 0 0 0,0-1 0 0 0,0 1 0 0 0,0-1 0 0 0,-1 1 0 0 0,1-1 0 0 0,-1 0 0 0 0,0 0 0 0 0,-1 0 0 0 0,1 0 1 0 0,-1-6-1 0 0,0-1 79 0 0,0 0 0 0 0,-1 0 0 0 0,-4-23 0 0 0,-10-12-979 0 0,2 31-5534 0 0</inkml:trace>
</inkml:ink>
</file>

<file path=ppt/ink/ink8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4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83 412 0 0,'0'0'4814'0'0,"3"-3"-3344"0"0,22-12 7555 0 0,-14 10-8934 0 0,-9 5-104 0 0,1 1 2 0 0,3 3-1 0 0,0 0-1 0 0,0 0 1 0 0,0 0-1 0 0,-1 1 1 0 0,0 0-1 0 0,0 0 1 0 0,0 1-1 0 0,0-1 1 0 0,-1 1 0 0 0,0 0-1 0 0,0 0 1 0 0,0 0-1 0 0,-1 0 1 0 0,0 1-1 0 0,0 0 1 0 0,-1-1-1 0 0,0 1 1 0 0,2 13-1 0 0,-4-20 13 0 0,2 9-36 0 0,0 0-1 0 0,-1 0 0 0 0,0 1 0 0 0,-1-1 1 0 0,0 0-1 0 0,-2 17 0 0 0,0 17-25 0 0,2-44 72 0 0,0 1 0 0 0,0 0 0 0 0,0 0 0 0 0,0 0 0 0 0,0 0 0 0 0,-1 0 0 0 0,1-1 0 0 0,0 1 0 0 0,0 0 0 0 0,0 0 0 0 0,0 0 0 0 0,0 0 0 0 0,0 0 0 0 0,0 0 0 0 0,-1-1 0 0 0,1 1 0 0 0,0 0 0 0 0,0 0 0 0 0,0 0 0 0 0,0 0 1 0 0,0 0-1 0 0,-1 0 0 0 0,1 0 0 0 0,0 0 0 0 0,0 0 0 0 0,0 0 0 0 0,0 0 0 0 0,0 0 0 0 0,-1 0 0 0 0,1 0 0 0 0,0 0 0 0 0,0 0 0 0 0,0 0 0 0 0,0 0 0 0 0,-1 0 0 0 0,1 0 0 0 0,0 0 0 0 0,0 0 0 0 0,0 0 0 0 0,0 0 0 0 0,-1 0 0 0 0,1 0 0 0 0,0 0 0 0 0,0 0 0 0 0,0 0 0 0 0,0 1 0 0 0,0-1 0 0 0,0 0 0 0 0,-1 0 0 0 0,1 0 0 0 0,0 0 0 0 0,0 0 0 0 0,0 0 0 0 0,0 1 0 0 0,0-1 0 0 0,0 0 0 0 0,0 0 0 0 0,0 0 0 0 0,0 1 0 0 0,-1-3 19 0 0,0 1-1 0 0,0-1 1 0 0,0 0 0 0 0,1 1-1 0 0,-1-1 1 0 0,1 0-1 0 0,-1 1 1 0 0,1-1 0 0 0,0 0-1 0 0,0 0 1 0 0,0 1-1 0 0,0-4 1 0 0,3-23 200 0 0,1 0 1 0 0,2 1 0 0 0,10-32 0 0 0,-13 49-484 0 0,1 0 1 0 0,0 1-1 0 0,0-1 0 0 0,1 1 1 0 0,0 0-1 0 0,0 0 1 0 0,1 1-1 0 0,0 0 1 0 0,1 0-1 0 0,0 0 1 0 0,0 0-1 0 0,10-7 1 0 0,-13 13-350 0 0,0 0-1 0 0,0 0 1 0 0,0 1 0 0 0,1-1-1 0 0,-1 1 1 0 0,0 0 0 0 0,7-1-1 0 0,0-1-3046 0 0</inkml:trace>
</inkml:ink>
</file>

<file path=ppt/ink/ink8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5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109 296 424 0 0,'0'0'4518'0'0,"-3"-4"-3951"0"0,2 3-497 0 0,0 0-1 0 0,0 0 0 0 0,-1-1 1 0 0,1 1-1 0 0,0 0 1 0 0,-1 0-1 0 0,1 0 0 0 0,-1 0 1 0 0,1 1-1 0 0,-1-1 0 0 0,0 0 1 0 0,1 1-1 0 0,-1-1 1 0 0,0 1-1 0 0,1-1 0 0 0,-1 1 1 0 0,0 0-1 0 0,0-1 1 0 0,1 1-1 0 0,-1 0 0 0 0,0 0 1 0 0,0 1-1 0 0,1-1 0 0 0,-1 0 1 0 0,0 1-1 0 0,0-1 1 0 0,1 1-1 0 0,-1-1 0 0 0,0 1 1 0 0,1 0-1 0 0,-1-1 1 0 0,1 1-1 0 0,-1 0 0 0 0,1 0 1 0 0,-1 0-1 0 0,1 0 1 0 0,0 1-1 0 0,0-1 0 0 0,-1 0 1 0 0,-1 3-1 0 0,-1 2 35 0 0,-1 0 0 0 0,1 0 0 0 0,0 0 0 0 0,1 0 0 0 0,0 1-1 0 0,0-1 1 0 0,0 1 0 0 0,1 0 0 0 0,-4 14 0 0 0,5-19-92 0 0,1 0 0 0 0,-1 0-1 0 0,1 0 1 0 0,-1 0 0 0 0,1 0 0 0 0,0 1 0 0 0,-1-1 0 0 0,1 0-1 0 0,0 0 1 0 0,1 0 0 0 0,-1 0 0 0 0,0 0 0 0 0,0 0-1 0 0,1 0 1 0 0,0 1 0 0 0,-1-1 0 0 0,1 0 0 0 0,0-1 0 0 0,0 1-1 0 0,0 0 1 0 0,0 0 0 0 0,0 0 0 0 0,0 0 0 0 0,1-1 0 0 0,-1 1-1 0 0,0-1 1 0 0,1 1 0 0 0,0-1 0 0 0,-1 1 0 0 0,1-1-1 0 0,0 0 1 0 0,-1 0 0 0 0,1 0 0 0 0,0 0 0 0 0,0 0 0 0 0,0 0-1 0 0,3 1 1 0 0,-1-2-14 0 0,0 0 0 0 0,-1 0 1 0 0,1 0-1 0 0,0-1 0 0 0,-1 1 0 0 0,1-1 0 0 0,-1 0 0 0 0,1 0 0 0 0,-1 0 0 0 0,1-1 0 0 0,-1 1 1 0 0,0-1-1 0 0,1 1 0 0 0,-1-1 0 0 0,0 0 0 0 0,0 0 0 0 0,0-1 0 0 0,-1 1 0 0 0,6-6 0 0 0,4-5-13 0 0,0-1-1 0 0,16-25 1 0 0,-23 32 15 0 0,6-12 215 0 0,0 0 1 0 0,-1-1-1 0 0,-1 0 0 0 0,-1-1 0 0 0,-1 1 0 0 0,-1-2 0 0 0,0 1 1 0 0,-2-1-1 0 0,-1 0 0 0 0,0 0 0 0 0,-2 0 0 0 0,0 0 0 0 0,-4-33 1 0 0,3 53-30 0 0,0 2-170 0 0,0-1 0 0 0,0 1 0 0 0,0 0 0 0 0,0-1 0 0 0,0 1-1 0 0,0 0 1 0 0,0 0 0 0 0,0-1 0 0 0,-1 1 0 0 0,1 0 0 0 0,0-1 0 0 0,0 1 0 0 0,0 0 0 0 0,0 0-1 0 0,0-1 1 0 0,-1 1 0 0 0,1 0 0 0 0,0-1 0 0 0,0 1 0 0 0,0 0 0 0 0,-1 0 0 0 0,1 0 0 0 0,0-1-1 0 0,0 1 1 0 0,-1 0 0 0 0,1 0 0 0 0,0 0 0 0 0,-1 0 0 0 0,1 0 0 0 0,0-1 0 0 0,0 1-1 0 0,-1 0 1 0 0,1 0 0 0 0,0 0 0 0 0,-1 0 0 0 0,1 0 0 0 0,0 0 0 0 0,-1 0 0 0 0,1 0 0 0 0,0 0-1 0 0,-1 0 1 0 0,1 0 0 0 0,0 0 0 0 0,0 0 0 0 0,-1 0 0 0 0,1 1 0 0 0,0-1 0 0 0,-1 0-1 0 0,1 0 1 0 0,-1 0 0 0 0,-6 10 33 0 0,0 1 0 0 0,0-1 0 0 0,1 1-1 0 0,1 0 1 0 0,-1 1 0 0 0,2-1 0 0 0,0 1 0 0 0,0 0-1 0 0,1 0 1 0 0,1 0 0 0 0,0 1 0 0 0,0-1 0 0 0,1 17-1 0 0,0 17-1258 0 0,3 1 0 0 0,8 58 0 0 0,-3-77-4143 0 0,-1-17 2278 0 0</inkml:trace>
</inkml:ink>
</file>

<file path=ppt/ink/ink8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5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8 384 0 0,'5'-2'602'0'0,"0"1"0"0"0,0-1-1 0 0,0 1 1 0 0,0 1 0 0 0,0-1 0 0 0,1 1 0 0 0,-1 0 0 0 0,0 0-1 0 0,9 2 1 0 0,-13-2-539 0 0,0 1 1 0 0,0-1-1 0 0,0 0 0 0 0,-1 1 0 0 0,1-1 0 0 0,0 1 0 0 0,0 0 0 0 0,0-1 1 0 0,-1 1-1 0 0,1 0 0 0 0,0-1 0 0 0,-1 1 0 0 0,1 0 0 0 0,-1 0 0 0 0,1 0 1 0 0,-1-1-1 0 0,1 1 0 0 0,-1 0 0 0 0,0 0 0 0 0,1 0 0 0 0,-1 1 1 0 0,1 2-15 0 0,-1-1 1 0 0,0 1-1 0 0,0-1 1 0 0,0 1 0 0 0,0-1-1 0 0,0 1 1 0 0,-1-1-1 0 0,-1 6 1 0 0,-3 8 188 0 0,-1 0 0 0 0,-1-1 0 0 0,-8 17 0 0 0,7-18 8 0 0,1 0 0 0 0,1 1 0 0 0,-7 21 0 0 0,13-35-220 0 0,-1 0 0 0 0,1-1 1 0 0,-1 1-1 0 0,1 0 0 0 0,0 0 0 0 0,0-1 1 0 0,-1 1-1 0 0,1 0 0 0 0,1 0 1 0 0,-1 0-1 0 0,0-1 0 0 0,0 1 1 0 0,1 0-1 0 0,-1 0 0 0 0,1-1 1 0 0,-1 1-1 0 0,1 0 0 0 0,0-1 1 0 0,-1 1-1 0 0,1-1 0 0 0,0 1 0 0 0,0-1 1 0 0,0 1-1 0 0,0-1 0 0 0,1 1 1 0 0,-1-1-1 0 0,0 0 0 0 0,1 0 1 0 0,-1 0-1 0 0,0 0 0 0 0,1 0 1 0 0,-1 0-1 0 0,1 0 0 0 0,0 0 1 0 0,-1 0-1 0 0,1-1 0 0 0,0 1 0 0 0,-1-1 1 0 0,1 1-1 0 0,0-1 0 0 0,0 0 1 0 0,-1 0-1 0 0,1 0 0 0 0,0 0 1 0 0,0 0-1 0 0,0 0 0 0 0,-1 0 1 0 0,4-1-1 0 0,5 0-556 0 0,0 0 0 0 0,-1-1 0 0 0,1 0 0 0 0,0 0 0 0 0,-1-1 0 0 0,0 0 0 0 0,17-9 0 0 0,-4-1-2205 0 0,0-1 211 0 0</inkml:trace>
</inkml:ink>
</file>

<file path=ppt/ink/ink8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6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7 628 0 0,'0'0'3926'0'0,"1"5"-3498"0"0,11 86 1447 0 0,-6-35-1009 0 0,-6-52-735 0 0,1 0 34 0 0,-1-1-1 0 0,0 0 1 0 0,0 0-1 0 0,1 1 1 0 0,0-1-1 0 0,0 0 1 0 0,0 0-1 0 0,0 0 1 0 0,0 0-1 0 0,1 0 1 0 0,-1 0-1 0 0,1 0 1 0 0,0 0-1 0 0,2 3 1 0 0,-3-5 569 0 0,19-20-116 0 0,-12 9-646 0 0,-1-1 0 0 0,0 0 0 0 0,0 0-1 0 0,-1-1 1 0 0,0 0 0 0 0,-1 0 0 0 0,-1 0 0 0 0,0 0-1 0 0,4-20 1 0 0,7-19-6386 0 0,-12 42 3612 0 0</inkml:trace>
</inkml:ink>
</file>

<file path=ppt/ink/ink8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6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1 115 296 0 0,'6'-1'380'0'0,"1"0"0"0"0,-1-1-1 0 0,0 0 1 0 0,1 0 0 0 0,-1 0 0 0 0,0 0-1 0 0,0-1 1 0 0,0 0 0 0 0,-1-1 0 0 0,1 1 0 0 0,-1-1-1 0 0,0 0 1 0 0,0 0 0 0 0,0-1 0 0 0,0 1-1 0 0,-1-1 1 0 0,6-9 0 0 0,-9-13 1445 0 0,-1 26-1762 0 0,0 0-1 0 0,0 0 1 0 0,-1 0 0 0 0,1 0 0 0 0,0 0-1 0 0,0 0 1 0 0,-1 0 0 0 0,1 0 0 0 0,0 1 0 0 0,-1-1-1 0 0,1 0 1 0 0,-1 0 0 0 0,1 0 0 0 0,-1 0-1 0 0,0 0 1 0 0,1 1 0 0 0,-1-1 0 0 0,0 0-1 0 0,1 1 1 0 0,-1-1 0 0 0,0 0 0 0 0,0 1-1 0 0,0-1 1 0 0,0 1 0 0 0,1-1 0 0 0,-1 1-1 0 0,0 0 1 0 0,-2-1 0 0 0,0 1-12 0 0,0 1 1 0 0,0-1-1 0 0,0 1 1 0 0,0 0-1 0 0,0 0 1 0 0,0 0-1 0 0,0 1 1 0 0,0-1-1 0 0,0 1 1 0 0,1-1-1 0 0,-1 1 1 0 0,0 0-1 0 0,1 0 1 0 0,-1 0-1 0 0,1 1 1 0 0,0-1-1 0 0,0 0 1 0 0,0 1-1 0 0,0-1 1 0 0,0 1-1 0 0,1 0 1 0 0,-1 0-1 0 0,1 0 1 0 0,0 0-1 0 0,-1 0 1 0 0,1 0-1 0 0,1 0 1 0 0,-1 0-1 0 0,-1 6 1 0 0,2-4-167 0 0,-1 0 0 0 0,1-1 0 0 0,0 1 1 0 0,0-1-1 0 0,0 1 0 0 0,0 0 0 0 0,1-1 0 0 0,0 1 0 0 0,2 7 0 0 0,-2-9-271 0 0,0 0-1 0 0,0 0 1 0 0,1 0 0 0 0,-1-1-1 0 0,1 1 1 0 0,0-1-1 0 0,-1 1 1 0 0,1-1-1 0 0,0 1 1 0 0,1-1-1 0 0,-1 0 1 0 0,0 0-1 0 0,1 0 1 0 0,-1 0-1 0 0,4 1 1 0 0,8 3-2424 0 0</inkml:trace>
</inkml:ink>
</file>

<file path=ppt/ink/ink8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6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0 864 0 0,'-33'28'5254'0'0,"32"-25"-5100"0"0,1-1 0 0 0,-1 0 0 0 0,0 0 0 0 0,1 1 1 0 0,0-1-1 0 0,-1 1 0 0 0,1-1 0 0 0,0 0 0 0 0,0 1 0 0 0,1-1 0 0 0,-1 0 1 0 0,0 1-1 0 0,1-1 0 0 0,-1 0 0 0 0,1 1 0 0 0,0-1 0 0 0,0 0 0 0 0,0 0 1 0 0,0 0-1 0 0,0 0 0 0 0,0 0 0 0 0,1 0 0 0 0,-1 0 0 0 0,1 0 0 0 0,-1 0 1 0 0,1 0-1 0 0,0-1 0 0 0,-1 1 0 0 0,1-1 0 0 0,3 2 0 0 0,5 6 237 0 0,1-1-1 0 0,1-1 0 0 0,19 11 0 0 0,-21-13-560 0 0,1-1 0 0 0,-1 0 0 0 0,1-1-1 0 0,-1 0 1 0 0,13 1 0 0 0,28 0-6383 0 0</inkml:trace>
</inkml:ink>
</file>

<file path=ppt/ink/ink8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48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9 280 320 0 0,'0'0'1744'0'0,"-9"-5"3610"0"0,33-2-4515 0 0,10 1-412 0 0,-1 2-1 0 0,56-1 1 0 0,-32 3-216 0 0,643-27 1031 0 0,389 24-261 0 0,-353 10-486 0 0,-580-3-401 0 0,-64 1 468 0 0,126-13-1 0 0,-218 10-550 0 0,0 0-1 0 0,1 0 0 0 0,-1-1 1 0 0,0 1-1 0 0,1 0 0 0 0,-1 0 1 0 0,0 0-1 0 0,1 0 0 0 0,-1-1 1 0 0,0 1-1 0 0,1 0 1 0 0,-1 0-1 0 0,0-1 0 0 0,0 1 1 0 0,1 0-1 0 0,-1 0 0 0 0,0-1 1 0 0,0 1-1 0 0,1 0 0 0 0,-1-1 1 0 0,0 1-1 0 0,0 0 0 0 0,0-1 1 0 0,0 1-1 0 0,0 0 0 0 0,1-1 1 0 0,-1 1-1 0 0,0-1 1 0 0,0 1-1 0 0,0 0 0 0 0,0-1 1 0 0,0 1-1 0 0,0 0 0 0 0,0-1 1 0 0,0 1-1 0 0,0-1 0 0 0,-1 1 1 0 0,1 0-1 0 0,0-1 0 0 0,0 1 1 0 0,0 0-1 0 0,0-1 1 0 0,0 1-1 0 0,-1 0 0 0 0,1-1 1 0 0,0 1-1 0 0,0 0 0 0 0,-1 0 1 0 0,1-1-1 0 0,0 1 0 0 0,0 0 1 0 0,-1-1-1 0 0,-10-13 102 0 0,11 14-113 0 0,-18-16 37 0 0,-1 1-1 0 0,0 1 1 0 0,-1 1-1 0 0,0 1 1 0 0,-1 1-1 0 0,0 0 1 0 0,-36-11-1 0 0,-20-12-303 0 0,-2-3-442 0 0,78 36 555 0 0,8 1-655 0 0,2 1 771 0 0,-1 0 0 0 0,0 1 0 0 0,1 0 0 0 0,-1 0 0 0 0,0 1 0 0 0,0 0 0 0 0,11 7 0 0 0,-13-7 12 0 0,-1 0 0 0 0,0 0 0 0 0,0 0 0 0 0,0 1 0 0 0,0 0 0 0 0,-1 0 0 0 0,0 0 0 0 0,0 0 0 0 0,0 1-1 0 0,0 0 1 0 0,0-1 0 0 0,-1 1 0 0 0,4 9 0 0 0,-6-12 22 0 0,0 0 0 0 0,-1 0 0 0 0,1 0 0 0 0,-1 0 0 0 0,0 0-1 0 0,0 0 1 0 0,0 0 0 0 0,0 0 0 0 0,0-1 0 0 0,0 1 0 0 0,0 0 0 0 0,0 0 0 0 0,-1 0 0 0 0,1 0-1 0 0,-1 0 1 0 0,0 0 0 0 0,1-1 0 0 0,-1 1 0 0 0,-2 2 0 0 0,0 1 6 0 0,0-1 1 0 0,0 0-1 0 0,0 0 1 0 0,-1 0-1 0 0,0 0 0 0 0,0-1 1 0 0,-5 4-1 0 0,-6 3-169 0 0,0-1-1 0 0,-1 0 1 0 0,-22 8-1 0 0,-63 22-5774 0 0,73-30 2970 0 0</inkml:trace>
</inkml:ink>
</file>

<file path=ppt/ink/ink8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0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520 286 56 0 0,'1'-27'4486'0'0,"-7"17"-4120"0"0,-2 0-1 0 0,1 0 0 0 0,-1 0 0 0 0,-1 1 0 0 0,0 0 1 0 0,0 1-1 0 0,-1 0 0 0 0,0 0 0 0 0,0 1 0 0 0,-1 1 1 0 0,1 0-1 0 0,-2 0 0 0 0,1 1 0 0 0,-1 0 0 0 0,1 1 1 0 0,-15-4-1 0 0,15 6-301 0 0,-1 0 1 0 0,1 0 0 0 0,0 1 0 0 0,-1 0 0 0 0,1 1-1 0 0,-1 1 1 0 0,1-1 0 0 0,0 2 0 0 0,-1 0-1 0 0,1 0 1 0 0,0 1 0 0 0,0 0 0 0 0,0 1-1 0 0,1 0 1 0 0,-1 1 0 0 0,1 0 0 0 0,0 1-1 0 0,-11 8 1 0 0,9-6-31 0 0,2 1-1 0 0,-1 0 1 0 0,1 1 0 0 0,1 0-1 0 0,-1 1 1 0 0,2-1 0 0 0,0 2-1 0 0,0-1 1 0 0,1 1 0 0 0,-10 21-1 0 0,15-26-24 0 0,0 0 0 0 0,0 0 1 0 0,0 1-1 0 0,0-1 0 0 0,1 0 0 0 0,1 0 0 0 0,-1 1 0 0 0,1-1 0 0 0,0 1 0 0 0,1-1 0 0 0,0 0 0 0 0,0 1 0 0 0,0-1 0 0 0,1 0 1 0 0,0 0-1 0 0,1 0 0 0 0,-1 0 0 0 0,1 0 0 0 0,1-1 0 0 0,-1 1 0 0 0,9 10 0 0 0,0-2-57 0 0,1-1-1 0 0,0 0 1 0 0,1-1 0 0 0,0 0-1 0 0,1-1 1 0 0,1-1-1 0 0,0 0 1 0 0,1-1 0 0 0,-1-1-1 0 0,2 0 1 0 0,-1-2-1 0 0,1 0 1 0 0,0-1 0 0 0,1 0-1 0 0,0-2 1 0 0,0 0-1 0 0,19 1 1 0 0,8-1-229 0 0,-1-3 0 0 0,1-1 0 0 0,-1-2 0 0 0,0-2-1 0 0,0-2 1 0 0,51-13 0 0 0,-56 8 278 0 0,0-2 0 0 0,-1-2 0 0 0,-1-1 0 0 0,0-3 0 0 0,-1 0 0 0 0,59-43 0 0 0,-95 61 33 0 0,-1 1 0 0 0,1 0 0 0 0,0-1 0 0 0,0 1 0 0 0,-1 0 1 0 0,1-1-1 0 0,0 1 0 0 0,-1-1 0 0 0,1 1 0 0 0,-1-1 0 0 0,1 0 0 0 0,-1 1 0 0 0,1-1 1 0 0,-1 0-1 0 0,1 1 0 0 0,-1-1 0 0 0,1 0 0 0 0,-1 1 0 0 0,0-1 0 0 0,1 0 0 0 0,-1 0 0 0 0,0 0 1 0 0,0 1-1 0 0,0-1 0 0 0,0 0 0 0 0,1-1 0 0 0,-17-7 606 0 0,-25 7-224 0 0,-13 22-12 0 0,52-20-356 0 0,30-2 208 0 0,7-1-357 0 0,0 2 0 0 0,63 6-1 0 0,19 0-211 0 0,-96-6 274 0 0,0 0 1 0 0,-1-2-1 0 0,1 0 0 0 0,-1-1 1 0 0,0-2-1 0 0,0 0 0 0 0,0 0 1 0 0,-1-2-1 0 0,27-14 0 0 0,-38 17 71 0 0,-1 0 0 0 0,1 0 0 0 0,-1-1-1 0 0,-1 1 1 0 0,1-2 0 0 0,-1 1 0 0 0,0-1-1 0 0,0 0 1 0 0,-1 0 0 0 0,0 0-1 0 0,0-1 1 0 0,-1 0 0 0 0,1 0 0 0 0,-2 0-1 0 0,1 0 1 0 0,-1-1 0 0 0,-1 1 0 0 0,0-1-1 0 0,0 0 1 0 0,0 0 0 0 0,-1 1 0 0 0,-1-1-1 0 0,1 0 1 0 0,-2-13 0 0 0,-1-3 260 0 0,0 0 1 0 0,-8-31 0 0 0,8 48-172 0 0,-1 0 0 0 0,0 0 0 0 0,0 0 1 0 0,0 0-1 0 0,-1 0 0 0 0,0 1 0 0 0,0-1 0 0 0,-1 1 0 0 0,0 1 0 0 0,-8-10 1 0 0,11 15-37 0 0,-2 3-50 0 0,-1 2-25 0 0,0 1-1 0 0,0 0 1 0 0,1 0-1 0 0,-1 0 1 0 0,1 0-1 0 0,0 0 1 0 0,1 1-1 0 0,-1 0 1 0 0,1 0-1 0 0,0 0 1 0 0,0 0-1 0 0,1 0 1 0 0,0 1-1 0 0,-2 9 1 0 0,-5 23 34 0 0,-6 48 1 0 0,11-55-41 0 0,-8 151 325 0 0,7-78-3695 0 0,2-97 1642 0 0</inkml:trace>
</inkml:ink>
</file>

<file path=ppt/ink/ink8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1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64 180 0 0,'7'-4'1656'0'0,"11"-3"-936"0"0,-3 4-76 0 0,0-3-72 0 0,3 1-44 0 0,7 0-60 0 0,2-2-104 0 0,1 2-160 0 0,4 1-236 0 0,-3 1-296 0 0,1-2-504 0 0,13 2-896 0 0,0-4 396 0 0</inkml:trace>
</inkml:ink>
</file>

<file path=ppt/ink/ink8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4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62 148 0 0,'0'0'5937'0'0,"11"-6"-2707"0"0,-11-1-4101 0 0,0 6 1409 0 0,0-1 0 0 0,0 0 1 0 0,0 0-1 0 0,0 0 0 0 0,0 0 1 0 0,0 0-1 0 0,-1 0 1 0 0,1 0-1 0 0,-1 0 0 0 0,1 1 1 0 0,-2-5-1 0 0,0 3-263 0 0,1 2-236 0 0,0-1 0 0 0,-1 1 0 0 0,1-1 0 0 0,0 1-1 0 0,-1 0 1 0 0,1-1 0 0 0,-1 1 0 0 0,1 0 0 0 0,-1 0 0 0 0,0 0 0 0 0,1 0 0 0 0,-1 0 0 0 0,0 1 0 0 0,0-1 0 0 0,0 0 0 0 0,0 1 0 0 0,1 0 0 0 0,-1-1 0 0 0,0 1 0 0 0,0 0 0 0 0,0 0 0 0 0,0 0 0 0 0,0 0 0 0 0,0 0 0 0 0,-3 1-1 0 0,-1 4-43 0 0,-1 1 0 0 0,1-1 0 0 0,1 1 0 0 0,-1 1-1 0 0,1-1 1 0 0,0 1 0 0 0,0 0 0 0 0,1 0 0 0 0,0 0-1 0 0,0 1 1 0 0,1 0 0 0 0,0-1 0 0 0,0 1 0 0 0,1 0-1 0 0,0 0 1 0 0,0 1 0 0 0,1-1 0 0 0,0 0-1 0 0,1 12 1 0 0,-1-9 4 0 0,1 1-1 0 0,0-1 1 0 0,1 0-1 0 0,1 1 1 0 0,0-1 0 0 0,0 0-1 0 0,1 0 1 0 0,0-1-1 0 0,1 1 1 0 0,1-1-1 0 0,-1 1 1 0 0,1-1-1 0 0,1 0 1 0 0,9 12-1 0 0,-10-16 9 0 0,0-1 0 0 0,0 0 0 0 0,0-1-1 0 0,1 1 1 0 0,-1-1 0 0 0,1 0-1 0 0,0 0 1 0 0,0-1 0 0 0,1 0 0 0 0,-1 0-1 0 0,1 0 1 0 0,-1-1 0 0 0,1 0-1 0 0,0 0 1 0 0,0-1 0 0 0,0 0 0 0 0,0 0-1 0 0,0 0 1 0 0,0-1 0 0 0,0 0-1 0 0,0-1 1 0 0,0 1 0 0 0,0-1 0 0 0,0-1-1 0 0,0 1 1 0 0,0-1 0 0 0,-1 0-1 0 0,12-6 1 0 0,-9 4 56 0 0,0-1 0 0 0,0 0 1 0 0,0 0-1 0 0,-1-1 0 0 0,0 0 0 0 0,0 0 0 0 0,0-1 0 0 0,-1 0 1 0 0,0-1-1 0 0,-1 1 0 0 0,1-1 0 0 0,-2 0 0 0 0,1-1 1 0 0,-1 0-1 0 0,0 0 0 0 0,-1 0 0 0 0,0 0 0 0 0,0 0 0 0 0,3-17 1 0 0,-5 18-13 0 0,0-1 1 0 0,-1 1-1 0 0,0-1 1 0 0,0 0-1 0 0,-1 1 1 0 0,0-1-1 0 0,0 0 1 0 0,-1 1-1 0 0,0-1 1 0 0,-1 0-1 0 0,0 1 1 0 0,0 0-1 0 0,-1-1 1 0 0,0 1-1 0 0,0 0 1 0 0,-1 0-1 0 0,0 0 1 0 0,-1 1-1 0 0,-5-8 1 0 0,9 14-556 0 0,-1 1-420 0 0,0 1 699 0 0,0-1-1 0 0,-1 1 0 0 0,1 0 0 0 0,1 0 1 0 0,-1 0-1 0 0,0 0 0 0 0,0 1 0 0 0,0-1 0 0 0,1 0 1 0 0,-1 1-1 0 0,0-1 0 0 0,1 1 0 0 0,-1-1 0 0 0,1 1 1 0 0,0 0-1 0 0,0 0 0 0 0,-2 3 0 0 0,-6 9-5915 0 0,5-5 2248 0 0</inkml:trace>
</inkml:ink>
</file>

<file path=ppt/ink/ink8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4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66 1492 0 0,'0'0'1491'0'0,"-3"-45"10759"0"0,3 41-13224 0 0,0-8 4903 0 0,0 7-7029 0 0</inkml:trace>
</inkml:ink>
</file>

<file path=ppt/ink/ink8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5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58 368 0 0,'4'-37'5391'0'0,"-3"23"-896"0"0,0 7 513 0 0,-4 23-4901 0 0,-4 27 330 0 0,-1 45 0 0 0,8-75-504 0 0,0 0-1 0 0,0 0 0 0 0,2 1 1 0 0,-1-1-1 0 0,2 0 1 0 0,0 0-1 0 0,0-1 0 0 0,7 18 1 0 0,-9-29 43 0 0,-1 1-1 0 0,1 0 1 0 0,0-1 0 0 0,0 1 0 0 0,0-1-1 0 0,0 1 1 0 0,0-1 0 0 0,0 1 0 0 0,0-1 0 0 0,0 1-1 0 0,1-1 1 0 0,-1 0 0 0 0,0 0 0 0 0,1 0 0 0 0,-1 0-1 0 0,1 0 1 0 0,-1 0 0 0 0,1 0 0 0 0,0 0-1 0 0,-1-1 1 0 0,4 2 0 0 0,-4-2-22 0 0,21-7-36 0 0,-17 5 106 0 0,-1 0 1 0 0,1 0-1 0 0,-1 0 1 0 0,0 0-1 0 0,0-1 1 0 0,0 0-1 0 0,7-6 1 0 0,12-7 930 0 0,-21 15-666 0 0,6-7 311 0 0,-2 4-198 0 0,-6 7 227 0 0,-33 113-744 0 0,29-100-1279 0 0,1 1 0 0 0,-1 29 0 0 0,4-43 644 0 0,0-1 301 0 0,0 0 0 0 0,0-1 0 0 0,0 1 0 0 0,0 0-1 0 0,0 0 1 0 0,0-1 0 0 0,0 1 0 0 0,1 0 0 0 0,-1 0-1 0 0,1-1 1 0 0,-1 1 0 0 0,1 0 0 0 0,0-1 0 0 0,-1 1-1 0 0,3 1 1 0 0</inkml:trace>
</inkml:ink>
</file>

<file path=ppt/ink/ink8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6.0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60 76 0 0,'0'0'7645'0'0,"-1"-2"-7126"0"0,0 1 1 0 0,0 0 0 0 0,1 0 0 0 0,-1-1-1 0 0,1 1 1 0 0,-1-1 0 0 0,1 1-1 0 0,0 0 1 0 0,0-1 0 0 0,0 1 0 0 0,-1-1-1 0 0,1 1 1 0 0,1-3 0 0 0,6-1-418 0 0,0 0 1 0 0,1 0 0 0 0,-1 1 0 0 0,1 0 0 0 0,0 1-1 0 0,1-1 1 0 0,14-2 0 0 0,-22 5-87 0 0,2 1 2 0 0,0 0-26 0 0,1 0 1 0 0,-1 0 0 0 0,0 0-1 0 0,1 0 1 0 0,-1 1-1 0 0,0-1 1 0 0,1 1 0 0 0,-1 0-1 0 0,0 0 1 0 0,1 0-1 0 0,-1 1 1 0 0,0-1 0 0 0,0 1-1 0 0,0-1 1 0 0,0 1-1 0 0,-1 0 1 0 0,1 0-1 0 0,0 0 1 0 0,-1 1 0 0 0,1-1-1 0 0,-1 1 1 0 0,0-1-1 0 0,0 1 1 0 0,0 0 0 0 0,0 0-1 0 0,0 0 1 0 0,-1 0-1 0 0,1 0 1 0 0,-1 0 0 0 0,0 0-1 0 0,0 0 1 0 0,0 1-1 0 0,0-1 1 0 0,-1 0 0 0 0,1 1-1 0 0,-1-1 1 0 0,0 1-1 0 0,0-1 1 0 0,0 0 0 0 0,-1 5-1 0 0,1 3-31 0 0,-2 1-1 0 0,1-1 1 0 0,-2 0-1 0 0,1 0 1 0 0,-2 0 0 0 0,1 0-1 0 0,-2 0 1 0 0,1-1-1 0 0,-11 18 1 0 0,-6 0-20 0 0,12-17 19 0 0,1 0 0 0 0,0 0 0 0 0,-8 19 1 0 0,10-24 19 0 0,6-6 24 0 0,0 0 1 0 0,-1 0-1 0 0,1 0 1 0 0,0 0-1 0 0,0 0 1 0 0,-1 0-1 0 0,1 0 1 0 0,0 0 0 0 0,-1 0-1 0 0,1 1 1 0 0,0-1-1 0 0,0 0 1 0 0,-1 0-1 0 0,1 0 1 0 0,0 0-1 0 0,0 0 1 0 0,0 1-1 0 0,-1-1 1 0 0,1 0-1 0 0,0 0 1 0 0,0 1 0 0 0,0-1-1 0 0,0 0 1 0 0,-1 0-1 0 0,1 0 1 0 0,0 1-1 0 0,0-1 1 0 0,0 0-1 0 0,0 1 1 0 0,0-1-1 0 0,0 0 1 0 0,0 0-1 0 0,0 1 1 0 0,0-1 0 0 0,0 0-1 0 0,0 0 1 0 0,0 1-1 0 0,0-1 1 0 0,0 0-1 0 0,0 1 1 0 0,0-1-1 0 0,0 0 1 0 0,0 0-1 0 0,0 1 1 0 0,0-1 0 0 0,0 0-1 0 0,0 0 1 0 0,1 1-1 0 0,-1-1 1 0 0,0 0-1 0 0,0 1 1 0 0,24-1-97 0 0,-1-1 1 0 0,1-1-1 0 0,29-7 0 0 0,-22 5-647 0 0,20-10-2022 0 0,-18 2-2766 0 0,-18 5 2288 0 0</inkml:trace>
</inkml:ink>
</file>

<file path=ppt/ink/ink8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6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8 440 0 0,'-6'-7'8563'0'0,"1"19"-8333"0"0,1 1 0 0 0,0 0 0 0 0,0 0-1 0 0,1 0 1 0 0,-1 21 0 0 0,3-29-168 0 0,0 0-1 0 0,1 0 1 0 0,0 0 0 0 0,0 1-1 0 0,0-1 1 0 0,1 0 0 0 0,-1 0-1 0 0,1 0 1 0 0,0 0 0 0 0,1 0-1 0 0,0 0 1 0 0,-1 0 0 0 0,1-1-1 0 0,1 1 1 0 0,-1 0 0 0 0,1-1-1 0 0,0 0 1 0 0,4 6 0 0 0,-5-9-45 0 0,-1 0 0 0 0,1 0 0 0 0,0-1 0 0 0,-1 1-1 0 0,1-1 1 0 0,0 1 0 0 0,-1-1 0 0 0,1 0 0 0 0,0 1 0 0 0,0-1 0 0 0,-1 0 0 0 0,1 0 0 0 0,0 0 0 0 0,-1-1 0 0 0,1 1 0 0 0,0 0 0 0 0,0-1 0 0 0,2 0 0 0 0,35-13 234 0 0,-34 12-173 0 0,56-21 1351 0 0,-59 22-1018 0 0,13 22-62 0 0,-14 10-617 0 0,-2-1 0 0 0,-1 0 0 0 0,-1 0-1 0 0,-1 0 1 0 0,-10 32 0 0 0,10-43-1380 0 0</inkml:trace>
</inkml:ink>
</file>

<file path=ppt/ink/ink8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9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83 136 0 0,'0'0'12390'0'0,"0"-31"-9437"0"0,4 23 1320 0 0,1-3-2479 0 0,3-5-1090 0 0,-7 15-265 0 0,3-14 476 0 0</inkml:trace>
</inkml:ink>
</file>

<file path=ppt/ink/ink8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4:59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17 120 0 0,'0'0'5431'0'0,"-2"-11"-4892"0"0,2 6 3146 0 0,-2 35 716 0 0,-15 108-4095 0 0,2 1-517 0 0,17-110-2255 0 0,-1-15-4153 0 0</inkml:trace>
</inkml:ink>
</file>

<file path=ppt/ink/ink8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0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34 788 0 0,'3'-3'700'0'0,"0"0"1"0"0,0-1-1 0 0,1 1 1 0 0,-1 1-1 0 0,1-1 0 0 0,-1 0 1 0 0,1 1-1 0 0,0 0 1 0 0,6-3-1 0 0,-8 5-555 0 0,0-1-1 0 0,0 0 0 0 0,0 1 1 0 0,0-1-1 0 0,0 1 1 0 0,0 0-1 0 0,1-1 1 0 0,-1 1-1 0 0,0 0 1 0 0,0 1-1 0 0,0-1 1 0 0,0 0-1 0 0,0 0 1 0 0,0 1-1 0 0,0 0 1 0 0,0-1-1 0 0,0 1 1 0 0,0 0-1 0 0,2 1 1 0 0,-2-1-109 0 0,-1 0 0 0 0,0 0 1 0 0,0 0-1 0 0,0 1 0 0 0,-1-1 1 0 0,1 0-1 0 0,0 0 1 0 0,0 1-1 0 0,-1-1 0 0 0,1 1 1 0 0,-1-1-1 0 0,1 0 0 0 0,-1 1 1 0 0,1-1-1 0 0,-1 1 1 0 0,0-1-1 0 0,0 1 0 0 0,0-1 1 0 0,0 1-1 0 0,0 0 0 0 0,0-1 1 0 0,0 1-1 0 0,-1 1 0 0 0,-8 36 431 0 0,8-37-422 0 0,-61 148 940 0 0,61-149-973 0 0,1 0 0 0 0,-1 0-1 0 0,1 1 1 0 0,0-1 0 0 0,-1 0 0 0 0,1 1-1 0 0,0-1 1 0 0,0 0 0 0 0,0 1 0 0 0,0-1-1 0 0,0 0 1 0 0,0 0 0 0 0,0 1 0 0 0,1-1-1 0 0,-1 0 1 0 0,0 1 0 0 0,1-1 0 0 0,-1 0-1 0 0,1 0 1 0 0,-1 0 0 0 0,1 1 0 0 0,0-1-1 0 0,-1 0 1 0 0,3 2 0 0 0,-1-2-12 0 0,0 1 1 0 0,0 0-1 0 0,0-1 0 0 0,1 1 1 0 0,-1-1-1 0 0,0 0 0 0 0,1 0 1 0 0,0 0-1 0 0,-1 0 0 0 0,1 0 1 0 0,3 0-1 0 0,4 1-315 0 0,1 0 0 0 0,0-2 1 0 0,-1 1-1 0 0,22-3 0 0 0,41-10-6010 0 0,-48 5 3259 0 0</inkml:trace>
</inkml:ink>
</file>

<file path=ppt/ink/ink8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0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12 300 0 0,'7'-8'1375'0'0,"-7"8"-1298"0"0,0 0 0 0 0,0-1 0 0 0,0 1 0 0 0,0 0 0 0 0,0 0 0 0 0,0 0 0 0 0,0 0 0 0 0,0 0 0 0 0,0-1 0 0 0,0 1 0 0 0,0 0 1 0 0,0 0-1 0 0,0 0 0 0 0,0 0 0 0 0,0 0 0 0 0,0 0 0 0 0,1-1 0 0 0,-1 1 0 0 0,0 0 0 0 0,0 0 0 0 0,0 0 0 0 0,0 0 0 0 0,0 0 0 0 0,0 0 0 0 0,0 0 0 0 0,0 0 0 0 0,1-1 0 0 0,-1 1 0 0 0,0 0 0 0 0,0 0 0 0 0,0 0 0 0 0,0 0 0 0 0,0 0 0 0 0,1 0 1 0 0,-1 0-1 0 0,0 0 0 0 0,0 0 0 0 0,0 0 0 0 0,0 0 0 0 0,0 0 0 0 0,1 0 0 0 0,-1 0 0 0 0,0 0 0 0 0,0 0 0 0 0,0 0 0 0 0,0 0 0 0 0,0 0 0 0 0,1 0 0 0 0,-1 0 0 0 0,0 1 0 0 0,0-1 0 0 0,0 0 0 0 0,0 0 0 0 0,0 0 0 0 0,0 0 0 0 0,0 0 0 0 0,1 0 1 0 0,-1 0-1 0 0,0 0 0 0 0,0 0 0 0 0,0 1 0 0 0,0-1 0 0 0,0 0 0 0 0,0 0 0 0 0,0 0 0 0 0,0 0 0 0 0,0 1 0 0 0,1 8 49 0 0,-1 1 1 0 0,1 0-1 0 0,1 0 0 0 0,0 0 1 0 0,0 0-1 0 0,1-1 0 0 0,0 1 1 0 0,0-1-1 0 0,1 0 0 0 0,1 0 0 0 0,-1 0 1 0 0,12 15-1 0 0,-10-17-9 0 0,0 1 0 0 0,-1 0 0 0 0,0 0 0 0 0,-1 1 0 0 0,0-1 0 0 0,0 1 0 0 0,-1 0-1 0 0,0 0 1 0 0,0 0 0 0 0,1 12 0 0 0,-4-19-45 0 0,-1 0-1 0 0,1 0 0 0 0,-1 0 1 0 0,0 0-1 0 0,0 0 0 0 0,1 0 1 0 0,-1 0-1 0 0,0-1 1 0 0,-1 1-1 0 0,1 0 0 0 0,0-1 1 0 0,0 1-1 0 0,-1 0 0 0 0,1-1 1 0 0,-1 0-1 0 0,1 1 1 0 0,-1-1-1 0 0,0 0 0 0 0,0 0 1 0 0,1 0-1 0 0,-1 0 0 0 0,-3 1 1 0 0,-44 17 108 0 0,41-16-702 0 0,-3-1-2100 0 0</inkml:trace>
</inkml:ink>
</file>

<file path=ppt/ink/ink8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1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18 304 0 0,'0'0'5501'0'0,"36"-14"-7178"0"0,-19 11-1371 0 0</inkml:trace>
</inkml:ink>
</file>

<file path=ppt/ink/ink8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1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18 400 0 0,'15'-2'600'0'0,"-6"-2"392"0"0,8 1-352 0 0,0-1-548 0 0,-1 4-236 0 0,-2 0-288 0 0,9-3-464 0 0,-1 1 204 0 0</inkml:trace>
  <inkml:trace contextRef="#ctx0" brushRef="#br0" timeOffset="1">695 52 912 0 0,'0'0'1128'0'0,"14"-3"1140"0"0,-2-2-195 0 0,0-3-401 0 0,-5 3-568 0 0,1-1-904 0 0</inkml:trace>
</inkml:ink>
</file>

<file path=ppt/ink/ink8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3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72 0 0,'0'0'8899'0'0,"5"21"-8038"0"0,-21 327 2179 0 0,19-289-2526 0 0,-3-57-481 0 0,2 14-978 0 0</inkml:trace>
</inkml:ink>
</file>

<file path=ppt/ink/ink8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3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0 142 32 0 0,'6'-28'3453'0'0,"0"20"-3063"0"0,0 1 0 0 0,0 0 0 0 0,1 0 0 0 0,0 1 0 0 0,1 0 0 0 0,-1 0 0 0 0,1 1 0 0 0,0 0 0 0 0,0 0 0 0 0,1 0 0 0 0,-1 2 0 0 0,1-1 0 0 0,15-3 0 0 0,12-4 170 0 0,76-11-1 0 0,-83 23-1549 0 0,-27-1 755 0 0,-1 0 0 0 0,0 0 0 0 0,0 0 0 0 0,0 0-1 0 0,0 0 1 0 0,0 0 0 0 0,1 1 0 0 0,-1-1 0 0 0,0 0-1 0 0,0 1 1 0 0,0-1 0 0 0,0 1 0 0 0,0-1 0 0 0,0 1 0 0 0,0 0-1 0 0,0-1 1 0 0,0 1 0 0 0,0 0 0 0 0,-1 0 0 0 0,1 0 0 0 0,1 1-1 0 0,-1 4-1960 0 0</inkml:trace>
</inkml:ink>
</file>

<file path=ppt/ink/ink8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4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31 816 0 0,'0'0'2840'0'0,"-3"9"1001"0"0,36-22-3621 0 0,-23 9-152 0 0,2 2-184 0 0,2-1-212 0 0,0-3-212 0 0,-5 3-596 0 0,3-1-1225 0 0,0-1 541 0 0</inkml:trace>
</inkml:ink>
</file>

<file path=ppt/ink/ink8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4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1 380 0 0,'2'5'484'0'0,"1"0"-1"0"0,-1 0 1 0 0,0 0-1 0 0,0 0 1 0 0,-1 1 0 0 0,1-1-1 0 0,-1 0 1 0 0,0 1-1 0 0,-1-1 1 0 0,1 1 0 0 0,-2 8-1 0 0,1-12-119 0 0,-3 11-68 0 0,3-12-252 0 0,0-1 0 0 0,0 0 1 0 0,0 0-1 0 0,0 0 0 0 0,0 1 0 0 0,-1-1 0 0 0,1 0 0 0 0,0 0 0 0 0,0 0 0 0 0,0 1 0 0 0,0-1 0 0 0,0 0 0 0 0,0 0 0 0 0,0 1 0 0 0,0-1 1 0 0,0 0-1 0 0,0 0 0 0 0,0 1 0 0 0,0-1 0 0 0,0 0 0 0 0,0 0 0 0 0,0 1 0 0 0,0-1 0 0 0,0 0 0 0 0,0 0 0 0 0,0 0 0 0 0,0 1 0 0 0,0-1 0 0 0,0 0 1 0 0,0 0-1 0 0,1 1 0 0 0,-1-1 0 0 0,0 0 0 0 0,0 0 0 0 0,0 0 0 0 0,0 0 0 0 0,0 1 0 0 0,1-1 0 0 0,-1 0 0 0 0,0 0 0 0 0,0 0 0 0 0,0 0 1 0 0,1 0-1 0 0,-1 1 0 0 0,0-1 0 0 0,0 0 0 0 0,1 0 0 0 0,-1 0 0 0 0,0 0 0 0 0,0 0 0 0 0,0 0 0 0 0,1 0 0 0 0,-1 0 0 0 0,0 0 0 0 0,1 0 1 0 0,12-8 51 0 0,71-37 399 0 0,-79 42-474 0 0,0 1 1 0 0,1 0-1 0 0,-1 0 1 0 0,0 1-1 0 0,1-1 0 0 0,-1 1 1 0 0,1 0-1 0 0,0 1 1 0 0,-1-1-1 0 0,1 1 1 0 0,-1 0-1 0 0,1 1 0 0 0,0-1 1 0 0,7 3-1 0 0,-11-2-10 0 0,1 1 0 0 0,0-1 0 0 0,0 1-1 0 0,-1 0 1 0 0,1 0 0 0 0,-1 0 0 0 0,0 0 0 0 0,0 0-1 0 0,1 0 1 0 0,-1 1 0 0 0,-1-1 0 0 0,1 1-1 0 0,0-1 1 0 0,0 1 0 0 0,-1 0 0 0 0,0 0 0 0 0,2 4-1 0 0,-1-1 18 0 0,0 1-1 0 0,0 0 0 0 0,0 0 0 0 0,-1 0 0 0 0,0 0 1 0 0,0 9-1 0 0,-2-12-19 0 0,1-1 0 0 0,-1 1 0 0 0,0-1-1 0 0,0 1 1 0 0,0-1 0 0 0,0 1 0 0 0,-1-1 0 0 0,1 0 0 0 0,-1 1 0 0 0,0-1 0 0 0,0 0-1 0 0,0 0 1 0 0,-4 4 0 0 0,5-5-334 0 0,-1-1 0 0 0,1 1 0 0 0,-1 0 0 0 0,0-1 0 0 0,0 0 0 0 0,1 1 1 0 0,-1-1-1 0 0,0 0 0 0 0,0 0 0 0 0,0 0 0 0 0,-1 0 0 0 0,-3 1 0 0 0</inkml:trace>
</inkml:ink>
</file>

<file path=ppt/ink/ink8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4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24 204 0 0,'0'0'2751'0'0,"7"-18"734"0"0,-5 13-6460 0 0</inkml:trace>
</inkml:ink>
</file>

<file path=ppt/ink/ink8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5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120 324 68 0 0,'-17'-17'3328'0'0,"14"17"-3152"0"0,1-1 1 0 0,-1 1-1 0 0,0-1 0 0 0,0 1 0 0 0,0 0 0 0 0,0 0 1 0 0,0 0-1 0 0,0 1 0 0 0,0-1 0 0 0,0 1 0 0 0,0-1 0 0 0,0 1 1 0 0,1 0-1 0 0,-1 0 0 0 0,0 1 0 0 0,1-1 0 0 0,-1 0 0 0 0,0 1 1 0 0,1 0-1 0 0,0-1 0 0 0,-4 5 0 0 0,1-1 47 0 0,0 2 0 0 0,0-1 0 0 0,1 1 0 0 0,0-1-1 0 0,0 1 1 0 0,-5 14 0 0 0,8-19-166 0 0,5 8 22 0 0,-4-10-75 0 0,0 1 1 0 0,0 0-1 0 0,0 0 0 0 0,0-1 1 0 0,0 1-1 0 0,0 0 1 0 0,0 0-1 0 0,1-1 1 0 0,-1 1-1 0 0,0 0 1 0 0,0-1-1 0 0,1 1 1 0 0,-1 0-1 0 0,0-1 1 0 0,1 1-1 0 0,-1-1 0 0 0,1 1 1 0 0,-1 0-1 0 0,1-1 1 0 0,-1 1-1 0 0,1-1 1 0 0,-1 1-1 0 0,1-1 1 0 0,0 1-1 0 0,-1-1 1 0 0,1 0-1 0 0,-1 1 1 0 0,1-1-1 0 0,1 1 1 0 0,3-1 50 0 0,0 0 1 0 0,0 0 0 0 0,0-1 0 0 0,0 0 0 0 0,0 1 0 0 0,0-2 0 0 0,0 1 0 0 0,-1 0 0 0 0,1-1 0 0 0,0 0 0 0 0,-1 0 0 0 0,1 0 0 0 0,-1-1 0 0 0,0 0 0 0 0,0 1-1 0 0,0-2 1 0 0,0 1 0 0 0,0 0 0 0 0,-1-1 0 0 0,0 1 0 0 0,1-1 0 0 0,-1 0 0 0 0,0 0 0 0 0,-1 0 0 0 0,1-1 0 0 0,-1 1 0 0 0,0-1 0 0 0,3-8 0 0 0,0 0 201 0 0,0 0 0 0 0,-1 0 0 0 0,-1-1 0 0 0,0 1 0 0 0,-1-1 0 0 0,-1 0 0 0 0,0 0 0 0 0,0 1 0 0 0,-3-21 1 0 0,0 22-129 0 0,0 0 0 0 0,0 1 0 0 0,-1-1 0 0 0,-1 1 0 0 0,0 0 0 0 0,0 0 0 0 0,-1 0 0 0 0,0 0 1 0 0,-1 1-1 0 0,-1 0 0 0 0,1 0 0 0 0,-2 1 0 0 0,-14-16 0 0 0,21 24-237 0 0,0 0 0 0 0,-1 0 0 0 0,0 0 0 0 0,1 0 0 0 0,-1 0 0 0 0,0 0 0 0 0,1 0-1 0 0,-1 1 1 0 0,0-1 0 0 0,0 1 0 0 0,0-1 0 0 0,1 1 0 0 0,-1 0 0 0 0,0-1 0 0 0,0 1 0 0 0,0 0 0 0 0,0 0 0 0 0,0 0 0 0 0,0 1 0 0 0,0-1 0 0 0,1 0-1 0 0,-1 1 1 0 0,0-1 0 0 0,0 1 0 0 0,0 0 0 0 0,1-1 0 0 0,-1 1 0 0 0,0 0 0 0 0,1 0 0 0 0,-3 2 0 0 0,-12 18-6588 0 0,10-9 3852 0 0</inkml:trace>
</inkml:ink>
</file>

<file path=ppt/ink/ink8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5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16 496 0 0,'0'0'9792'0'0,"10"35"-9591"0"0,-4-33-273 0 0,1 0 0 0 0,0-1 1 0 0,-1 1-1 0 0,1-2 0 0 0,0 1 0 0 0,0-1 0 0 0,0 0 1 0 0,0 0-1 0 0,-1-1 0 0 0,14-2 0 0 0,74-24-416 0 0,-34 8 347 0 0,-56 19 149 0 0,32-7 396 0 0,-35 6-379 0 0,-1 1 0 0 0,1 0 1 0 0,0 0-1 0 0,0 0 0 0 0,0 0 0 0 0,-1 0 0 0 0,1 0 0 0 0,0 0 0 0 0,0 0 0 0 0,-1 0 1 0 0,1 0-1 0 0,0 0 0 0 0,0 1 0 0 0,-1-1 0 0 0,1 0 0 0 0,0 0 0 0 0,0 1 0 0 0,-1-1 1 0 0,1 1-1 0 0,0-1 0 0 0,-1 1 0 0 0,1-1 0 0 0,-1 1 0 0 0,1-1 0 0 0,0 1 0 0 0,-1-1 1 0 0,1 1-1 0 0,-1-1 0 0 0,0 1 0 0 0,1 0 0 0 0,-1-1 0 0 0,1 1 0 0 0,-1 0 0 0 0,0 0 1 0 0,0-1-1 0 0,1 1 0 0 0,-1 0 0 0 0,0 0 0 0 0,0-1 0 0 0,0 1 0 0 0,0 0 0 0 0,0 0 0 0 0,0 1 1 0 0,-7 33 325 0 0,-2-1 0 0 0,-1 1 0 0 0,-2-1 0 0 0,-1-1 0 0 0,-33 60 0 0 0,-23 60-555 0 0,36-66-1548 0 0,10-30-3750 0 0,13-35 2554 0 0</inkml:trace>
</inkml:ink>
</file>

<file path=ppt/ink/ink8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7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9 796 0 0,'-3'-9'6952'0'0,"-4"9"-6830"0"0,1 1 0 0 0,-1-1 0 0 0,1 1 0 0 0,-1 0 0 0 0,1 1 0 0 0,0 0 0 0 0,0 0 0 0 0,0 0 0 0 0,0 1 0 0 0,0-1 0 0 0,0 2 0 0 0,0-1 0 0 0,1 0 0 0 0,-1 1 0 0 0,1 0 0 0 0,0 1 0 0 0,1-1 0 0 0,-1 1 0 0 0,1 0 0 0 0,0 0 0 0 0,0 0 0 0 0,0 0 0 0 0,1 1 0 0 0,-1 0 0 0 0,1-1 0 0 0,1 1 0 0 0,-1 0 0 0 0,-2 12 0 0 0,3-11-76 0 0,0 0-1 0 0,0 0 1 0 0,1 0 0 0 0,0 0-1 0 0,0 0 1 0 0,1 0-1 0 0,0 0 1 0 0,0 0-1 0 0,0 0 1 0 0,1 0 0 0 0,0 0-1 0 0,1 0 1 0 0,0 0-1 0 0,0 0 1 0 0,0 0 0 0 0,1 0-1 0 0,0-1 1 0 0,0 0-1 0 0,0 1 1 0 0,1-1-1 0 0,0 0 1 0 0,1-1 0 0 0,-1 1-1 0 0,1-1 1 0 0,0 0-1 0 0,0 0 1 0 0,7 5-1 0 0,-10-8 4 0 0,1 0 0 0 0,0 0 0 0 0,0 0 0 0 0,0 0 0 0 0,0-1 0 0 0,0 1-1 0 0,0-1 1 0 0,1 0 0 0 0,-1 0 0 0 0,0 0 0 0 0,1 0 0 0 0,-1 0 0 0 0,1-1-1 0 0,-1 0 1 0 0,1 1 0 0 0,-1-1 0 0 0,1-1 0 0 0,-1 1 0 0 0,1 0 0 0 0,-1-1-1 0 0,0 0 1 0 0,1 0 0 0 0,-1 0 0 0 0,0 0 0 0 0,1 0 0 0 0,-1-1 0 0 0,0 1-1 0 0,0-1 1 0 0,0 0 0 0 0,0 0 0 0 0,0 0 0 0 0,-1 0 0 0 0,1-1 0 0 0,2-2-1 0 0,0-1 89 0 0,-1 0-1 0 0,1 0 1 0 0,-1-1-1 0 0,0 1 1 0 0,-1-1-1 0 0,1 0 0 0 0,-2 0 1 0 0,1 0-1 0 0,-1 0 1 0 0,0-1-1 0 0,0 1 1 0 0,0-1-1 0 0,-1 0 0 0 0,0-10 1 0 0,-1 8-121 0 0,0 0 1 0 0,-1-1 0 0 0,0 1-1 0 0,-1 0 1 0 0,0 0 0 0 0,0 0 0 0 0,-1 0-1 0 0,-1 0 1 0 0,1 1 0 0 0,-1 0-1 0 0,-1-1 1 0 0,0 1 0 0 0,0 1-1 0 0,-9-11 1 0 0,14 19-104 0 0,-1-1 0 0 0,0 1-1 0 0,1 0 1 0 0,-1 0 0 0 0,0 0 0 0 0,1-1 0 0 0,-1 1 0 0 0,0 0-1 0 0,1 0 1 0 0,-1 0 0 0 0,0 0 0 0 0,1 0 0 0 0,-1 0 0 0 0,0 1-1 0 0,1-1 1 0 0,-1 0 0 0 0,0 0 0 0 0,1 0 0 0 0,-1 1 0 0 0,1-1 0 0 0,-1 0-1 0 0,0 0 1 0 0,1 1 0 0 0,-1-1 0 0 0,1 1 0 0 0,-1-1 0 0 0,1 1-1 0 0,-1-1 1 0 0,1 1 0 0 0,-1-1 0 0 0,0 2 0 0 0,-13 15-3741 0 0,11-9 62 0 0</inkml:trace>
</inkml:ink>
</file>

<file path=ppt/ink/ink8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8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0 110 592 0 0,'3'-4'1041'0'0,"-1"0"1"0"0,0-1-1 0 0,-1 0 0 0 0,1 1 1 0 0,-1-1-1 0 0,0 0 0 0 0,0 1 0 0 0,-1-1 1 0 0,1 0-1 0 0,-1 0 0 0 0,0 0 1 0 0,-1 0-1 0 0,1 0 0 0 0,-2-5 0 0 0,0-19 2004 0 0,4 24-1854 0 0</inkml:trace>
</inkml:ink>
</file>

<file path=ppt/ink/ink8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8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19 44 0 0,'11'-19'13076'0'0,"-14"67"-10672"0"0,1-26-2264 0 0,-12 79 637 0 0,1-16-3531 0 0,12-32-5014 0 0,2-44 4441 0 0</inkml:trace>
</inkml:ink>
</file>

<file path=ppt/ink/ink8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8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27 368 0 0,'9'-21'7413'0'0,"-8"20"-7324"0"0,0 1 1 0 0,1-1-1 0 0,-1 0 1 0 0,0 1-1 0 0,0-1 1 0 0,0 1 0 0 0,0 0-1 0 0,1-1 1 0 0,-1 1-1 0 0,0 0 1 0 0,0 0-1 0 0,1 0 1 0 0,-1 0-1 0 0,0 0 1 0 0,0 0 0 0 0,1 0-1 0 0,-1 0 1 0 0,0 0-1 0 0,0 1 1 0 0,1-1-1 0 0,-1 1 1 0 0,0-1-1 0 0,0 1 1 0 0,0-1 0 0 0,0 1-1 0 0,0-1 1 0 0,0 1-1 0 0,0 0 1 0 0,0 0-1 0 0,1 1 1 0 0,1 1 19 0 0,-2-1 0 0 0,1 2 0 0 0,0-1 0 0 0,-1 0 0 0 0,1 0 0 0 0,-1 0 0 0 0,0 1 0 0 0,0-1 0 0 0,0 1 0 0 0,0 6 1 0 0,0 4 50 0 0,0 0 1 0 0,-1 1 0 0 0,0-1 0 0 0,-5 25-1 0 0,2-24 12 0 0,1-1 0 0 0,1 1-1 0 0,1-1 1 0 0,0 16 0 0 0,1-29-149 0 0,-1 0 0 0 0,1 0 1 0 0,0 0-1 0 0,0-1 0 0 0,-1 1 1 0 0,1 0-1 0 0,0 0 0 0 0,0 0 1 0 0,0-1-1 0 0,0 1 1 0 0,-1-1-1 0 0,1 1 0 0 0,0-1 1 0 0,0 1-1 0 0,0-1 0 0 0,0 1 1 0 0,1-1-1 0 0,-1 0 1 0 0,0 1-1 0 0,0-1 0 0 0,0 0 1 0 0,2 0-1 0 0,24 3 191 0 0,3-5-503 0 0,49-4-1409 0 0,-28-7-4788 0 0,-31 6 3281 0 0</inkml:trace>
</inkml:ink>
</file>

<file path=ppt/ink/ink8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09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7 912 0 0,'-4'-6'6848'0'0,"-9"18"-6611"0"0,1 0 1 0 0,1 1-1 0 0,0 1 0 0 0,1 0 1 0 0,1 1-1 0 0,0 0 0 0 0,1 0 1 0 0,0 1-1 0 0,2 0 0 0 0,-7 19 1 0 0,9-24-166 0 0,1 0 1 0 0,0 1-1 0 0,1-1 1 0 0,0 1-1 0 0,1-1 1 0 0,0 1-1 0 0,1-1 1 0 0,0 1-1 0 0,1 0 1 0 0,0-1-1 0 0,1 1 1 0 0,0-1-1 0 0,1 1 1 0 0,0-1-1 0 0,1 0 1 0 0,7 17-1 0 0,-9-26 3 0 0,-1 0 0 0 0,1 1 1 0 0,-1-1-1 0 0,1 0 0 0 0,0 0 0 0 0,0 1 0 0 0,0-1 0 0 0,0-1 1 0 0,0 1-1 0 0,1 0 0 0 0,-1 0 0 0 0,0-1 0 0 0,1 0 0 0 0,3 2 1 0 0,-5-2 234 0 0,22-10 767 0 0,-21 6-991 0 0,1 0 0 0 0,-1 0 0 0 0,0-1 0 0 0,0 1 0 0 0,-1 0 0 0 0,1-1 0 0 0,-1 0 1 0 0,0 1-1 0 0,1-1 0 0 0,-2 0 0 0 0,1 1 0 0 0,0-1 0 0 0,-1 0 0 0 0,0 0 0 0 0,1 0 0 0 0,-2 0 0 0 0,1 1 0 0 0,0-1 0 0 0,-1 0 0 0 0,0 0 1 0 0,0 0-1 0 0,0 1 0 0 0,0-1 0 0 0,0 0 0 0 0,-1 1 0 0 0,1-1 0 0 0,-1 1 0 0 0,0 0 0 0 0,0 0 0 0 0,-1 0 0 0 0,1-1 0 0 0,-5-3 0 0 0,3 3-306 0 0,-1 0 0 0 0,0 0-1 0 0,0 0 1 0 0,0 1-1 0 0,0-1 1 0 0,-1 1 0 0 0,1 0-1 0 0,-1 1 1 0 0,0-1-1 0 0,0 1 1 0 0,0 1 0 0 0,0-1-1 0 0,0 1 1 0 0,0 0-1 0 0,0 0 1 0 0,-1 0 0 0 0,1 1-1 0 0,0 0 1 0 0,-11 2-1 0 0,-18 5-5983 0 0,21-3 2634 0 0</inkml:trace>
</inkml:ink>
</file>

<file path=ppt/ink/ink8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0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86 556 0 0,'0'0'2098'0'0,"-1"-1"-1617"0"0,0 0 1 0 0,1 0-1 0 0,-1 0 0 0 0,0-1 0 0 0,1 1 0 0 0,-1 0 1 0 0,1 0-1 0 0,0-1 0 0 0,-1 1 0 0 0,1 0 0 0 0,0-1 1 0 0,0 1-1 0 0,-1 0 0 0 0,1-2 0 0 0,25-24-5536 0 0,-22 24 6154 0 0,-2 1-926 0 0,9-10 1169 0 0,-9 12-1238 0 0,0-1-1 0 0,0 1 0 0 0,0-1 1 0 0,-1 1-1 0 0,1-1 0 0 0,0 1 1 0 0,-1-1-1 0 0,1 1 0 0 0,0-1 0 0 0,-1 0 1 0 0,1 1-1 0 0,-1-1 0 0 0,1 0 1 0 0,-1 1-1 0 0,0-1 0 0 0,1 0 0 0 0,-1 0 1 0 0,0 0-1 0 0,1 1 0 0 0,-1-1 1 0 0,0 0-1 0 0,0 0 0 0 0,0 0 0 0 0,1 0 1 0 0,-1 0-1 0 0,0 1 0 0 0,0-2 1 0 0,-1 2-53 0 0,1-1 0 0 0,0 1 0 0 0,-1 0 1 0 0,1 0-1 0 0,-1 0 0 0 0,1 0 0 0 0,0 0 1 0 0,-1 0-1 0 0,1-1 0 0 0,0 1 0 0 0,-1 0 1 0 0,1 0-1 0 0,-1 0 0 0 0,1 0 0 0 0,0 1 1 0 0,-1-1-1 0 0,1 0 0 0 0,0 0 0 0 0,-1 0 1 0 0,1 0-1 0 0,0 0 0 0 0,-1 0 0 0 0,1 0 1 0 0,0 1-1 0 0,-1-1 0 0 0,1 0 1 0 0,0 0-1 0 0,-1 1 0 0 0,1-1 0 0 0,0 0 1 0 0,0 0-1 0 0,-1 1 0 0 0,1-1 0 0 0,0 0 1 0 0,0 1-1 0 0,-1-1 0 0 0,1 0 0 0 0,0 1 1 0 0,-22 25 353 0 0,-17 37-421 0 0,34-49 35 0 0,0-1-1 0 0,1 1 1 0 0,0-1 0 0 0,1 1-1 0 0,0 1 1 0 0,1-1 0 0 0,0 17 0 0 0,2-26-10 0 0,0 0 0 0 0,0 1 1 0 0,1-1-1 0 0,-1 1 0 0 0,1-1 1 0 0,0 0-1 0 0,1 0 0 0 0,-1 0 1 0 0,1 0-1 0 0,0 0 0 0 0,0 0 1 0 0,1 0-1 0 0,0 0 0 0 0,-1-1 1 0 0,1 1-1 0 0,1-1 0 0 0,-1 0 1 0 0,1 0-1 0 0,-1 0 0 0 0,1 0 1 0 0,1-1-1 0 0,5 5 1 0 0,-7-6 21 0 0,1-1 0 0 0,-1 1 0 0 0,1-1 0 0 0,0 1 0 0 0,0-1 0 0 0,-1 0 0 0 0,1 0 0 0 0,0-1 0 0 0,0 1 0 0 0,0-1 1 0 0,0 0-1 0 0,0 0 0 0 0,0 0 0 0 0,0-1 0 0 0,0 1 0 0 0,0-1 0 0 0,-1 0 0 0 0,1 0 0 0 0,0 0 0 0 0,0-1 0 0 0,-1 1 0 0 0,1-1 1 0 0,-1 0-1 0 0,1 0 0 0 0,-1 0 0 0 0,0-1 0 0 0,0 1 0 0 0,0-1 0 0 0,0 1 0 0 0,0-1 0 0 0,-1 0 0 0 0,1 0 0 0 0,2-4 1 0 0,1-1 150 0 0,0-1 0 0 0,0 0 1 0 0,-1 0-1 0 0,0 0 1 0 0,0 0-1 0 0,-1-1 1 0 0,0 0-1 0 0,-1 0 1 0 0,0 0-1 0 0,-1 0 0 0 0,2-16 1 0 0,-3 11 171 0 0,-1 0 1 0 0,0 0 0 0 0,-5-24-1 0 0,4 34-384 0 0,0 0-1 0 0,0 0 0 0 0,-1 0 1 0 0,0 0-1 0 0,0 0 0 0 0,0 0 0 0 0,0 1 1 0 0,-1-1-1 0 0,0 1 0 0 0,0-1 1 0 0,0 1-1 0 0,-1 0 0 0 0,-4-5 1 0 0,7 9-354 0 0,0-1 0 0 0,0 1 0 0 0,0-1 0 0 0,0 1 0 0 0,0 0 0 0 0,0 0 0 0 0,0-1 0 0 0,1 1 0 0 0,-1 0 0 0 0,0 0 0 0 0,0 0 0 0 0,0 0 0 0 0,0 0 0 0 0,0 0 0 0 0,0 0 0 0 0,0 0 0 0 0,0 1 0 0 0,0-1 0 0 0,0 0 0 0 0,0 0 0 0 0,0 1 0 0 0,0-1 0 0 0,0 1 1 0 0,0-1-1 0 0,0 1 0 0 0,0-1 0 0 0,-1 2 0 0 0,1-1 490 0 0</inkml:trace>
</inkml:ink>
</file>

<file path=ppt/ink/ink8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0.6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 1524 0 0,'0'0'1547'0'0,"1"-9"928"0"0,0 3 1061 0 0,12-54 4879 0 0,-13 58-8434 0 0,2-3 266 0 0,-1 0-2763 0 0</inkml:trace>
</inkml:ink>
</file>

<file path=ppt/ink/ink8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80 948 0 0,'-24'-45'5865'0'0,"19"41"-5570"0"0,-1 0 1 0 0,1 0-1 0 0,-1 1 1 0 0,0 0 0 0 0,0 0-1 0 0,-1 0 1 0 0,1 1-1 0 0,0 0 1 0 0,-1 0-1 0 0,0 1 1 0 0,1 0 0 0 0,-1 0-1 0 0,0 0 1 0 0,0 1-1 0 0,1 0 1 0 0,-15 2 0 0 0,16-2-231 0 0,0 1 0 0 0,0 0 0 0 0,0 0 0 0 0,-1 1 0 0 0,1-1 0 0 0,1 1 0 0 0,-1 0 0 0 0,0 0 0 0 0,0 1 0 0 0,1-1 0 0 0,-1 1 1 0 0,1 0-1 0 0,0 1 0 0 0,0-1 0 0 0,0 1 0 0 0,0-1 0 0 0,1 1 0 0 0,-1 0 0 0 0,1 1 0 0 0,0-1 0 0 0,0 0 0 0 0,-3 9 1 0 0,5-11-61 0 0,0 1 0 0 0,0-1 1 0 0,0 1-1 0 0,0-1 1 0 0,0 1-1 0 0,1 0 1 0 0,-1-1-1 0 0,1 1 1 0 0,0-1-1 0 0,0 1 1 0 0,0 0-1 0 0,0-1 0 0 0,0 1 1 0 0,1 0-1 0 0,-1-1 1 0 0,1 1-1 0 0,0-1 1 0 0,0 1-1 0 0,0-1 1 0 0,0 1-1 0 0,0-1 1 0 0,0 0-1 0 0,1 1 0 0 0,-1-1 1 0 0,1 0-1 0 0,-1 0 1 0 0,4 3-1 0 0,3 1 10 0 0,0 0-1 0 0,0 0 0 0 0,1-1 1 0 0,-1-1-1 0 0,1 1 1 0 0,10 2-1 0 0,2 0-42 0 0,22 9-82 0 0,-41-16 108 0 0,-1 1 0 0 0,0 0 0 0 0,0 0-1 0 0,0 0 1 0 0,1 0 0 0 0,-1-1-1 0 0,0 1 1 0 0,0 1 0 0 0,0-1 0 0 0,0 0-1 0 0,-1 0 1 0 0,1 0 0 0 0,0 0-1 0 0,0 1 1 0 0,-1-1 0 0 0,1 0-1 0 0,-1 1 1 0 0,1-1 0 0 0,-1 1 0 0 0,1-1-1 0 0,-1 0 1 0 0,0 1 0 0 0,0-1-1 0 0,0 1 1 0 0,0-1 0 0 0,0 3 0 0 0,-2 9-59 0 0,0 1 1 0 0,-1-1-1 0 0,-1 0 1 0 0,-10 23-1 0 0,-2 10-3128 0 0,16-45 2887 0 0,0 0-1 0 0,1 0 1 0 0,-1 0-1 0 0,0 0 1 0 0,0 0 0 0 0,1 0-1 0 0,-1 0 1 0 0,1 0 0 0 0,-1 0-1 0 0,1-1 1 0 0,-1 1-1 0 0,1 0 1 0 0,0 0 0 0 0,-1-1-1 0 0,1 1 1 0 0,0 0-1 0 0,0-1 1 0 0,0 1 0 0 0</inkml:trace>
</inkml:ink>
</file>

<file path=ppt/ink/ink8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1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45 732 0 0,'-2'-14'3370'0'0,"-2"11"-3127"0"0,0 0-1 0 0,0 0 0 0 0,0 0 0 0 0,-1 0 0 0 0,1 1 0 0 0,-1-1 0 0 0,1 1 0 0 0,-1 1 1 0 0,0-1-1 0 0,0 1 0 0 0,0-1 0 0 0,0 1 0 0 0,0 1 0 0 0,0-1 0 0 0,0 1 1 0 0,0 0-1 0 0,0 0 0 0 0,-1 0 0 0 0,1 1 0 0 0,0 0 0 0 0,0 0 0 0 0,0 0 0 0 0,-6 3 1 0 0,10-3-211 0 0,-1 0 0 0 0,1 0 0 0 0,0 0 0 0 0,0 0 0 0 0,0 0 0 0 0,0 0 0 0 0,0 0 0 0 0,0 1 0 0 0,0-1 1 0 0,1 0-1 0 0,-1 1 0 0 0,0-1 0 0 0,1 1 0 0 0,-1-1 0 0 0,1 1 0 0 0,0-1 0 0 0,-1 1 0 0 0,1-1 1 0 0,0 1-1 0 0,0-1 0 0 0,0 1 0 0 0,0-1 0 0 0,0 1 0 0 0,0-1 0 0 0,0 1 0 0 0,1-1 0 0 0,0 3 0 0 0,15 52 179 0 0,-8-32-128 0 0,-6-15-56 0 0,-1 0-1 0 0,-1 1 1 0 0,1-1 0 0 0,-1 1 0 0 0,-1-1 0 0 0,0 1-1 0 0,0-1 1 0 0,-1 0 0 0 0,-3 11 0 0 0,-3 3-396 0 0,0-1 1 0 0,-16 30-1 0 0,8-23-5399 0 0</inkml:trace>
</inkml:ink>
</file>

<file path=ppt/ink/ink8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1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608 9 596 0 0,'0'0'946'0'0,"-18"-8"1438"0"0,7 11-2130 0 0,1 0 0 0 0,-1 1-1 0 0,1 0 1 0 0,0 0 0 0 0,0 1-1 0 0,0 1 1 0 0,1 0 0 0 0,0 0 0 0 0,0 0-1 0 0,0 2 1 0 0,1-1 0 0 0,-12 14-1 0 0,-3 3 78 0 0,2 2 0 0 0,1 1 0 0 0,-19 31 0 0 0,31-43-222 0 0,1 0-1 0 0,0 1 1 0 0,1-1 0 0 0,1 2-1 0 0,0-1 1 0 0,1 1-1 0 0,1-1 1 0 0,1 1 0 0 0,-1 22-1 0 0,2-28-53 0 0,1 1 1 0 0,0-1-1 0 0,1 1 0 0 0,1-1 1 0 0,0 0-1 0 0,0 1 0 0 0,1-1 1 0 0,0 0-1 0 0,1 0 0 0 0,0-1 0 0 0,1 1 1 0 0,0-1-1 0 0,1 0 0 0 0,11 15 1 0 0,-13-20 95 0 0,0-1 1 0 0,0 1 0 0 0,1-2-1 0 0,0 1 1 0 0,9 6 0 0 0,-13-9-58 0 0,1 0 1 0 0,-1-1-1 0 0,0 1 1 0 0,1 0 0 0 0,-1-1-1 0 0,0 1 1 0 0,1-1-1 0 0,-1 1 1 0 0,1-1 0 0 0,-1 0-1 0 0,1 0 1 0 0,-1 0-1 0 0,1 1 1 0 0,-1-1 0 0 0,1-1-1 0 0,-1 1 1 0 0,1 0-1 0 0,-1 0 1 0 0,1 0 0 0 0,-1-1-1 0 0,0 1 1 0 0,1-1-1 0 0,-1 1 1 0 0,1-1 0 0 0,1-1-1 0 0,-2 1-37 0 0,-1 0 0 0 0,0-1 0 0 0,1 1-1 0 0,-1 0 1 0 0,0 0 0 0 0,0-1 0 0 0,1 1 0 0 0,-1 0-1 0 0,0 0 1 0 0,0-1 0 0 0,0 1 0 0 0,-1 0-1 0 0,1 0 1 0 0,0-1 0 0 0,0 1 0 0 0,-1 0 0 0 0,1 0-1 0 0,-1-1 1 0 0,1 1 0 0 0,-1 0 0 0 0,1 0 0 0 0,-1 0-1 0 0,0 0 1 0 0,0-1 0 0 0,0 0-46 0 0,-3-3-40 0 0,1 0-1 0 0,-1 0 0 0 0,0 0 1 0 0,0 0-1 0 0,0 1 1 0 0,-1-1-1 0 0,1 1 1 0 0,-1 0-1 0 0,0 1 1 0 0,0-1-1 0 0,-1 1 1 0 0,1 0-1 0 0,-1 0 1 0 0,1 1-1 0 0,-1-1 0 0 0,0 1 1 0 0,-9-1-1 0 0,-14-4-1006 0 0,0 2 0 0 0,-42-3 0 0 0,31 4-377 0 0,-39-5-2452 0 0,0-2 295 0 0</inkml:trace>
</inkml:ink>
</file>

<file path=ppt/ink/ink8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2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49 92 0 0,'-8'-35'12401'0'0,"15"25"-13874"0"0,6 8-3986 0 0,0 1 2330 0 0</inkml:trace>
</inkml:ink>
</file>

<file path=ppt/ink/ink8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3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56 0 0,'0'0'1236'0'0,"12"-7"-108"0"0,-4 4 788 0 0,3-2-371 0 0,3-3-901 0 0,-7 5 164 0 0,8 0-732 0 0,-4-1-264 0 0,4-1-232 0 0,-3 4-716 0 0,1-3-1225 0 0,5 1 541 0 0</inkml:trace>
  <inkml:trace contextRef="#ctx0" brushRef="#br0" timeOffset="1">494 44 752 0 0,'14'0'3408'0'0,"5"-5"-1351"0"0,-6 3-325 0 0,-4-5-72 0 0,2 6-1524 0 0</inkml:trace>
</inkml:ink>
</file>

<file path=ppt/ink/ink8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8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84 268 0 0,'0'-54'5862'0'0,"0"52"-4957"0"0,-5-15 2513 0 0,5 16-3345 0 0,0 1 1 0 0,0 0 0 0 0,0-1-1 0 0,0 1 1 0 0,0 0 0 0 0,0-1-1 0 0,0 1 1 0 0,0-1 0 0 0,0 1 0 0 0,0 0-1 0 0,0-1 1 0 0,0 1 0 0 0,0 0-1 0 0,0-1 1 0 0,0 1 0 0 0,-1 0-1 0 0,1-1 1 0 0,0 1 0 0 0,0 0-1 0 0,0 0 1 0 0,0-1 0 0 0,-1 1-1 0 0,1 0 1 0 0,0-1 0 0 0,0 1 0 0 0,-1 0-1 0 0,1 0 1 0 0,0 0 0 0 0,-1-1-1 0 0,1 1 1 0 0,0 0 0 0 0,0 0-1 0 0,-1 0 1 0 0,1 0 0 0 0,0-1-1 0 0,-1 1 1 0 0,1 0 0 0 0,0 0-1 0 0,-1 0 1 0 0,1 0 0 0 0,-1 0-1 0 0,1 0 1 0 0,0 0 0 0 0,-1 0 0 0 0,1 0-1 0 0,-1 0 1 0 0,-109 198 1523 0 0,102-178-1458 0 0,14-13-319 0 0,26-15-220 0 0,-23 5 475 0 0,8-2-133 0 0,0 1 1 0 0,0 1-1 0 0,0 0 0 0 0,22-1 1 0 0,-32 4 10 0 0,0 0 0 0 0,0 0 1 0 0,0 1-1 0 0,0-1 0 0 0,0 1 0 0 0,0 1 1 0 0,0-1-1 0 0,0 1 0 0 0,-1 1 1 0 0,1-1-1 0 0,-1 1 0 0 0,0 0 0 0 0,7 4 1 0 0,-11-5 35 0 0,-1-1 1 0 0,1 0 0 0 0,-1 0 0 0 0,1 1-1 0 0,-1-1 1 0 0,0 0 0 0 0,1 1-1 0 0,-1 0 1 0 0,0-1 0 0 0,0 1 0 0 0,0 0-1 0 0,0-1 1 0 0,0 1 0 0 0,-1 0 0 0 0,1 0-1 0 0,-1 0 1 0 0,1 0 0 0 0,-1 0-1 0 0,1 0 1 0 0,-1 0 0 0 0,0 0 0 0 0,0 0-1 0 0,0 0 1 0 0,0 0 0 0 0,0 0-1 0 0,-1-1 1 0 0,1 1 0 0 0,0 0 0 0 0,-1 0-1 0 0,0 0 1 0 0,1 0 0 0 0,-1 0 0 0 0,0 0-1 0 0,0-1 1 0 0,0 1 0 0 0,0 0-1 0 0,0-1 1 0 0,0 1 0 0 0,-1-1 0 0 0,1 1-1 0 0,-1-1 1 0 0,1 0 0 0 0,-3 2 0 0 0,-4 5 8 0 0,0-1 1 0 0,-1 0-1 0 0,0 0 0 0 0,-1-1 1 0 0,0 0-1 0 0,-10 4 1 0 0,9-5 54 0 0,-1-1-1 0 0,0 0 1 0 0,1 0-1 0 0,-1-1 1 0 0,-1-1 0 0 0,1 0-1 0 0,0 0 1 0 0,-17-1-1 0 0,27-1-94 0 0,-9-2-501 0 0,12-4-3356 0 0,18-12 2945 0 0,-2 5-3306 0 0,-7 7 1715 0 0</inkml:trace>
</inkml:ink>
</file>

<file path=ppt/ink/ink8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9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0 182 684 0 0,'15'-1'989'0'0,"0"-1"0"0"0,0 0 0 0 0,-1 0 0 0 0,1-2 0 0 0,-1 0-1 0 0,0 0 1 0 0,0-1 0 0 0,23-13 0 0 0,-36 18-113 0 0,-1 0-832 0 0,0 0 0 0 0,0 0 0 0 0,0 0 0 0 0,0 0 0 0 0,-1 0 0 0 0,1 0 0 0 0,0 0 0 0 0,0 0-1 0 0,0 0 1 0 0,0 0 0 0 0,0 0 0 0 0,0 0 0 0 0,0 0 0 0 0,0 1 0 0 0,0-1 0 0 0,0 0 0 0 0,0 0 0 0 0,0 0-1 0 0,0 0 1 0 0,0 0 0 0 0,0 0 0 0 0,0 0 0 0 0,0 0 0 0 0,0 0 0 0 0,0 0 0 0 0,0 0 0 0 0,0 1 0 0 0,0-1-1 0 0,0 0 1 0 0,0 0 0 0 0,0 0 0 0 0,0 0 0 0 0,0 0 0 0 0,0 0 0 0 0,0 0 0 0 0,0 0 0 0 0,0 0 0 0 0,0 0 0 0 0,0 0-1 0 0,0 1 1 0 0,-1 0-49 0 0,-1 0 0 0 0,0 0-1 0 0,1 1 1 0 0,-1-1-1 0 0,1 1 1 0 0,-1-1 0 0 0,1 1-1 0 0,-1 0 1 0 0,1-1 0 0 0,0 1-1 0 0,-1 2 1 0 0,2-3 37 0 0,-1 1-39 0 0,0-1-1 0 0,1 1 0 0 0,-1-1 0 0 0,1 1 1 0 0,-1-1-1 0 0,1 1 0 0 0,0 0 0 0 0,0-1 1 0 0,0 1-1 0 0,0 0 0 0 0,0-1 0 0 0,0 1 0 0 0,0-1 1 0 0,0 1-1 0 0,1 0 0 0 0,-1-1 0 0 0,1 1 1 0 0,-1-1-1 0 0,1 1 0 0 0,0-1 0 0 0,-1 1 1 0 0,3 2-1 0 0,4-3-34 0 0,0 1 0 0 0,0-1-1 0 0,0-1 1 0 0,1 1 0 0 0,-1-1 0 0 0,0-1 0 0 0,0 1 0 0 0,0-1 0 0 0,0 0-1 0 0,14-5 1 0 0,1 2-96 0 0,49 7-530 0 0,-69-3 617 0 0,-1 1 41 0 0,0 0 0 0 0,0 0-1 0 0,-1 0 1 0 0,1-1 0 0 0,0 1 0 0 0,0-1 0 0 0,0 1-1 0 0,1-1 1 0 0,-1 1 0 0 0,0-1 0 0 0,0 1 0 0 0,0-1 0 0 0,0 0-1 0 0,0 0 1 0 0,0 1 0 0 0,1-1 0 0 0,-1 0 0 0 0,0 0-1 0 0,0 0 1 0 0,0 0 0 0 0,2-1 0 0 0,30-2-80 0 0,-14-7 87 0 0,-1-1-1 0 0,0-1 1 0 0,-1 0-1 0 0,-1-1 1 0 0,1-1-1 0 0,-2-1 1 0 0,22-26 0 0 0,23-20 969 0 0,-59 60-935 0 0,-1 0 0 0 0,1 0-1 0 0,0 0 1 0 0,-1 0-1 0 0,1 0 1 0 0,0 0 0 0 0,0 1-1 0 0,0-1 1 0 0,0 0-1 0 0,0 0 1 0 0,0 1-1 0 0,0-1 1 0 0,0 1 0 0 0,0-1-1 0 0,0 1 1 0 0,0-1-1 0 0,0 1 1 0 0,0 0 0 0 0,0 0-1 0 0,1-1 1 0 0,-1 1-1 0 0,0 0 1 0 0,0 0 0 0 0,0 0-1 0 0,0 0 1 0 0,1 0-1 0 0,-1 0 1 0 0,0 1 0 0 0,0-1-1 0 0,0 0 1 0 0,0 1-1 0 0,0-1 1 0 0,1 0-1 0 0,0 2 1 0 0,0 1-5 0 0,1 0 0 0 0,-1 0 0 0 0,0 1 0 0 0,0-1 0 0 0,0 1 0 0 0,-1 0 0 0 0,1-1 0 0 0,-1 1 0 0 0,1 6-1 0 0,5 13 59 0 0,-2 0-1 0 0,0 0 0 0 0,-2 1 0 0 0,1 33 0 0 0,-7 16-2472 0 0,3-71 1402 0 0</inkml:trace>
</inkml:ink>
</file>

<file path=ppt/ink/ink8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19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22 400 0 0,'33'-10'6773'0'0,"1"0"-4796"0"0,-19 9-7509 0 0</inkml:trace>
</inkml:ink>
</file>

<file path=ppt/ink/ink8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2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165 154 24 0 0,'0'0'7486'0'0,"-3"-18"-4802"0"0,2 15-2535 0 0,-1 1 0 0 0,0-1-1 0 0,0 1 1 0 0,0 0-1 0 0,0 0 1 0 0,0-1 0 0 0,-1 2-1 0 0,1-1 1 0 0,-1 0 0 0 0,1 0-1 0 0,-1 1 1 0 0,0-1 0 0 0,0 1-1 0 0,1 0 1 0 0,-7-2-1 0 0,7 2-107 0 0,0 2-35 0 0,0-1 0 0 0,-1 1 0 0 0,1-1-1 0 0,0 1 1 0 0,-1 0 0 0 0,1-1 0 0 0,0 1 0 0 0,0 1 0 0 0,0-1-1 0 0,0 0 1 0 0,-4 3 0 0 0,-3 3-12 0 0,1 0 0 0 0,0 0 0 0 0,0 1 0 0 0,1 0 0 0 0,0 0 0 0 0,1 1 0 0 0,-1 0 0 0 0,2 0 0 0 0,-8 15 0 0 0,11-21 7 0 0,1-1 0 0 0,0 1 0 0 0,0 0 0 0 0,0 0 0 0 0,0 0 0 0 0,1 0 0 0 0,-1 0 0 0 0,1 0 0 0 0,0 0 0 0 0,-1 0 0 0 0,1 0 0 0 0,1 0 0 0 0,-1 0 0 0 0,0 0 0 0 0,1 0 0 0 0,0 0 0 0 0,-1 0 0 0 0,1-1 0 0 0,0 1 0 0 0,1 0 0 0 0,-1 0 0 0 0,0-1 0 0 0,1 1 0 0 0,-1 0 0 0 0,1-1 0 0 0,0 0 0 0 0,0 1 0 0 0,0-1 0 0 0,0 0 0 0 0,0 0 0 0 0,1 0 0 0 0,-1 0 0 0 0,1-1 0 0 0,-1 1 0 0 0,1 0 0 0 0,-1-1 0 0 0,1 0 0 0 0,0 0 0 0 0,3 1-1 0 0,-1 1 31 0 0,0-1-1 0 0,1 0 1 0 0,-1 0-1 0 0,1-1 1 0 0,-1 0-1 0 0,1 0 1 0 0,-1 0-1 0 0,1 0 1 0 0,0-1-1 0 0,-1 0 1 0 0,1 0-1 0 0,0-1 1 0 0,-1 0-1 0 0,1 0 0 0 0,-1 0 1 0 0,1 0-1 0 0,-1-1 1 0 0,1 0-1 0 0,-1 0 1 0 0,0-1-1 0 0,0 1 1 0 0,0-1-1 0 0,0 0 1 0 0,-1 0-1 0 0,1-1 1 0 0,-1 1-1 0 0,0-1 1 0 0,4-4-1 0 0,-1 0 119 0 0,-1-1 0 0 0,0 1 0 0 0,0-1 1 0 0,-1 0-1 0 0,0-1 0 0 0,-1 1 0 0 0,0-1 0 0 0,-1 0 0 0 0,0 0 0 0 0,0 0 0 0 0,-1 0 0 0 0,0-1 1 0 0,-1 1-1 0 0,0-17 0 0 0,0 16-14 0 0,-1 0 1 0 0,0 0 0 0 0,-1 0-1 0 0,-1 1 1 0 0,0-1 0 0 0,0 0 0 0 0,-1 1-1 0 0,0-1 1 0 0,-6-11 0 0 0,8 20-478 0 0,0 2-323 0 0,0 0 490 0 0,-1 1 1 0 0,1-1-1 0 0,0 0 1 0 0,-1 1-1 0 0,1-1 0 0 0,0 0 1 0 0,0 1-1 0 0,-1 0 1 0 0,1-1-1 0 0,0 1 0 0 0,0 0 1 0 0,0-1-1 0 0,0 1 1 0 0,0 0-1 0 0,0 0 0 0 0,0 0 1 0 0,0 0-1 0 0,0 0 1 0 0,0 0-1 0 0,0 0 0 0 0,0 2 1 0 0,-9 17-6285 0 0</inkml:trace>
</inkml:ink>
</file>

<file path=ppt/ink/ink8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2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1196 0 0,'2'-3'880'0'0,"0"0"0"0"0,-1-1 0 0 0,1 1 0 0 0,-1 0 0 0 0,0-1 0 0 0,0 0 0 0 0,-1 1 0 0 0,1-1 0 0 0,-1 1 0 0 0,1-1 0 0 0,-1 0 0 0 0,-1-5 0 0 0,1 7 661 0 0,1-4-340 0 0,4-14-1497 0 0,4 15-7423 0 0,-9 5 7398 0 0,1 0-1 0 0,-1 1 0 0 0,0-1 1 0 0,2 0-1 0 0,19 6-2913 0 0</inkml:trace>
</inkml:ink>
</file>

<file path=ppt/ink/ink8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3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70 472 0 0,'0'0'5272'0'0,"-12"-6"-4571"0"0,10 1 3442 0 0,3 2-3998 0 0,0 0 0 0 0,0 0 1 0 0,0 1-1 0 0,0-1 0 0 0,1 1 1 0 0,-1-1-1 0 0,1 1 0 0 0,-1 0 1 0 0,1-1-1 0 0,0 1 0 0 0,0 0 1 0 0,0 0-1 0 0,0 0 0 0 0,0 0 1 0 0,1 1-1 0 0,-1-1 0 0 0,0 0 1 0 0,4-1-1 0 0,1 1-102 0 0,-1-1 0 0 0,1 1 0 0 0,0 0 0 0 0,0 1 0 0 0,0-1 0 0 0,0 1 0 0 0,7 1 0 0 0,-11-1-41 0 0,0 1 0 0 0,-1-1 0 0 0,1 1 0 0 0,0 0 0 0 0,0 0 0 0 0,-1 1 0 0 0,1-1 0 0 0,0 1 0 0 0,-1-1 0 0 0,1 1 0 0 0,0 0 0 0 0,-1 0 0 0 0,1 0 0 0 0,-1 0 0 0 0,1 0 0 0 0,-1 1 0 0 0,0-1 0 0 0,1 1 0 0 0,-1-1 0 0 0,0 1 0 0 0,0 0 0 0 0,0 0 0 0 0,0 0 0 0 0,0 0 0 0 0,-1 0 0 0 0,4 5 0 0 0,-4-3-4 0 0,0-1 0 0 0,0 1 0 0 0,-1 0 0 0 0,1 0 0 0 0,-1-1 0 0 0,0 1 0 0 0,0 0 0 0 0,0 0 0 0 0,0-1 0 0 0,-1 1 0 0 0,1 0 0 0 0,-1 0 0 0 0,0-1 0 0 0,0 1 0 0 0,-1 0 0 0 0,1-1 0 0 0,-1 1 0 0 0,1-1 0 0 0,-4 4 0 0 0,-18 31 13 0 0,-2-1-1 0 0,-51 56 1 0 0,76-92-9 0 0,-1-1 0 0 0,0 1 0 0 0,0 0 0 0 0,0-1 0 0 0,1 1 0 0 0,-1 0 0 0 0,0 0 0 0 0,1 0 0 0 0,-1 0 0 0 0,1 0 0 0 0,-1 0 0 0 0,1-1 0 0 0,-1 1 0 0 0,1 0 0 0 0,0 0 0 0 0,-1 1 0 0 0,1-1 1 0 0,0 0-1 0 0,0 0 0 0 0,0 0 0 0 0,0 0 0 0 0,0 0 0 0 0,0 0 0 0 0,0 0 0 0 0,1 2 0 0 0,-1-2-12 0 0,1 0 1 0 0,0-1-1 0 0,0 1 1 0 0,0 0-1 0 0,0 0 1 0 0,0-1-1 0 0,0 1 1 0 0,1 0-1 0 0,-1-1 1 0 0,0 1-1 0 0,0-1 1 0 0,0 0-1 0 0,0 1 1 0 0,1-1-1 0 0,-1 0 1 0 0,0 0-1 0 0,0 0 1 0 0,2 0-1 0 0,64-4-1169 0 0,-60 3 828 0 0,31-7-2027 0 0,-15-3-2052 0 0,-9 5 1461 0 0</inkml:trace>
</inkml:ink>
</file>

<file path=ppt/ink/ink8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3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9 904 0 0,'-5'-9'10784'0'0,"-14"107"-9588"0"0,-2 11-393 0 0,3-43-980 0 0,12-23-2802 0 0,6-41 1944 0 0,-1 11-3669 0 0</inkml:trace>
</inkml:ink>
</file>

<file path=ppt/ink/ink8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4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80 360 0 0,'0'-2'380'0'0,"-1"1"1"0"0,1-1-1 0 0,-1 0 1 0 0,1 1-1 0 0,0-1 0 0 0,-1 1 1 0 0,1-1-1 0 0,0 0 1 0 0,0 1-1 0 0,0-1 1 0 0,0 0-1 0 0,0 1 0 0 0,1-1 1 0 0,-1 1-1 0 0,0-1 1 0 0,1 0-1 0 0,-1 1 0 0 0,1-1 1 0 0,1-2-1 0 0,0 2-120 0 0,-1 0-1 0 0,1 0 0 0 0,0-1 1 0 0,0 1-1 0 0,0 0 1 0 0,0 0-1 0 0,1 1 0 0 0,-1-1 1 0 0,0 0-1 0 0,4-1 1 0 0,4-1 100 0 0,-1 0 0 0 0,1 0 0 0 0,0 1 0 0 0,19-3 0 0 0,-26 5-189 0 0,29 14 494 0 0,-32-12-648 0 0,1 0 0 0 0,-1 1 0 0 0,0-1-1 0 0,1 1 1 0 0,-1-1 0 0 0,0 0 0 0 0,0 1 0 0 0,0-1 0 0 0,0 1 0 0 0,0-1-1 0 0,0 0 1 0 0,-1 1 0 0 0,1-1 0 0 0,0 0 0 0 0,-1 1 0 0 0,1-1 0 0 0,-1 2 0 0 0,-2 9 38 0 0,3-2-35 0 0,0 1 1 0 0,1-1-1 0 0,0 0 1 0 0,1 0 0 0 0,0 0-1 0 0,1 0 1 0 0,0 0-1 0 0,6 13 1 0 0,8 35-147 0 0,-16-55 125 0 0,-1-1 0 0 0,0 1 1 0 0,0 0-1 0 0,0-1 0 0 0,0 1 1 0 0,-1 0-1 0 0,1-1 0 0 0,-1 1 0 0 0,0-1 1 0 0,1 1-1 0 0,-1-1 0 0 0,0 1 0 0 0,-1-1 1 0 0,1 1-1 0 0,0-1 0 0 0,-1 0 1 0 0,1 0-1 0 0,-1 0 0 0 0,0 0 0 0 0,0 0 1 0 0,1 0-1 0 0,-1 0 0 0 0,-4 3 1 0 0,-6 3-299 0 0,0 0 0 0 0,-1 0 1 0 0,-16 6-1 0 0,3 0-3478 0 0,22-12 414 0 0,-7 1 255 0 0</inkml:trace>
</inkml:ink>
</file>

<file path=ppt/ink/ink8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4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126 151 196 0 0,'12'-63'9010'0'0,"-12"61"-8310"0"0,3-16 3471 0 0,-2 6-1204 0 0,-5 10-2649 0 0,-16 17-335 0 0,1 1-1 0 0,-22 23 0 0 0,35-33 6 0 0,0 0 0 0 0,0 0 0 0 0,1 1 0 0 0,0 0 0 0 0,1 0 0 0 0,0 0 0 0 0,0 1 0 0 0,0-1 0 0 0,1 1-1 0 0,0 0 1 0 0,-2 9 0 0 0,4-14-4 0 0,1-1-1 0 0,-1 1 0 0 0,1-1 1 0 0,0 1-1 0 0,0 0 0 0 0,0-1 0 0 0,0 1 1 0 0,0-1-1 0 0,1 1 0 0 0,-1 0 1 0 0,1-1-1 0 0,0 1 0 0 0,0-1 1 0 0,0 1-1 0 0,0-1 0 0 0,0 0 1 0 0,0 1-1 0 0,0-1 0 0 0,1 0 1 0 0,-1 0-1 0 0,1 0 0 0 0,0 0 1 0 0,0 0-1 0 0,0 0 0 0 0,-1-1 1 0 0,2 1-1 0 0,-1-1 0 0 0,0 1 1 0 0,0-1-1 0 0,0 0 0 0 0,1 1 1 0 0,-1-1-1 0 0,0 0 0 0 0,1-1 1 0 0,-1 1-1 0 0,1 0 0 0 0,0-1 1 0 0,-1 1-1 0 0,1-1 0 0 0,-1 0 0 0 0,1 0 1 0 0,5 0-1 0 0,2-1-10 0 0,0 1-1 0 0,0-1 1 0 0,0-1 0 0 0,0 1-1 0 0,0-2 1 0 0,0 1 0 0 0,0-2-1 0 0,0 1 1 0 0,13-8-1 0 0,-14 6 58 0 0,-1-1-1 0 0,0 1 0 0 0,0-1 0 0 0,-1-1 0 0 0,0 1 1 0 0,0-1-1 0 0,0-1 0 0 0,-1 1 0 0 0,0-1 1 0 0,-1 0-1 0 0,1 0 0 0 0,-2-1 0 0 0,1 0 0 0 0,-1 0 1 0 0,0 0-1 0 0,-1 0 0 0 0,0 0 0 0 0,-1-1 0 0 0,0 1 1 0 0,0-1-1 0 0,-1 0 0 0 0,0 0 0 0 0,-1 1 0 0 0,-1-19 1 0 0,0 25-73 0 0,1 0 0 0 0,-1 1 0 0 0,0-1 0 0 0,0 0 0 0 0,-1 1 0 0 0,1-1 0 0 0,0 1 0 0 0,-1-1 0 0 0,0 1 0 0 0,1 0 1 0 0,-1-1-1 0 0,0 1 0 0 0,0 0 0 0 0,-3-2 0 0 0,0-1-734 0 0,3 6 447 0 0,0-1 0 0 0,-1 1 0 0 0,1-1-1 0 0,0 1 1 0 0,0 0 0 0 0,-1 0 0 0 0,1 0 0 0 0,0 0 0 0 0,0 0 0 0 0,0 0 0 0 0,0 0 0 0 0,-3 3 0 0 0,-3 2-4528 0 0</inkml:trace>
</inkml:ink>
</file>

<file path=ppt/ink/ink8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5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 44 0 0,'16'-27'9072'0'0,"-16"24"-8625"0"0,0 0 0 0 0,0-1-1 0 0,0 1 1 0 0,1 0 0 0 0,-1 0-1 0 0,1-1 1 0 0,0 1 0 0 0,0 0 0 0 0,0 0-1 0 0,3-5 1 0 0,-3 7-376 0 0,13-12-2711 0 0,-3 6-3631 0 0,0 7 3349 0 0</inkml:trace>
</inkml:ink>
</file>

<file path=ppt/ink/ink8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5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20 316 0 0,'-9'-20'10766'0'0,"9"26"-10506"0"0,1 18 9 0 0,-2-1-1 0 0,0 0 1 0 0,-2 0-1 0 0,-1 0 1 0 0,0 0-1 0 0,-10 25 1 0 0,3-3 0 0 0,11-44-271 0 0,-1 1 0 0 0,1 0-1 0 0,-1 0 1 0 0,1 0 0 0 0,-1-1 0 0 0,1 1-1 0 0,0 0 1 0 0,0 0 0 0 0,0 0-1 0 0,0 0 1 0 0,0 0 0 0 0,1 0 0 0 0,-1 0-1 0 0,0-1 1 0 0,1 1 0 0 0,-1 0-1 0 0,1 0 1 0 0,0 0 0 0 0,0-1 0 0 0,0 1-1 0 0,0 0 1 0 0,2 2 0 0 0,-2-3-10 0 0,1 0 0 0 0,0 0 1 0 0,-1 0-1 0 0,1-1 0 0 0,0 1 1 0 0,0 0-1 0 0,0-1 0 0 0,0 1 1 0 0,0-1-1 0 0,0 0 0 0 0,-1 1 0 0 0,1-1 1 0 0,0 0-1 0 0,0 0 0 0 0,0-1 1 0 0,0 1-1 0 0,0 0 0 0 0,2-1 1 0 0,5-1 20 0 0,-1-1 0 0 0,1 0 0 0 0,0 0 0 0 0,-1 0 0 0 0,0-1 0 0 0,0-1 0 0 0,0 1 0 0 0,8-7 0 0 0,6-2 2410 0 0,-22 13-2384 0 0,1 1 0 0 0,-1-1 0 0 0,1 0-1 0 0,-1 0 1 0 0,0 0 0 0 0,1 0-1 0 0,-1 1 1 0 0,0-1 0 0 0,1 0-1 0 0,-1 0 1 0 0,0 1 0 0 0,1-1-1 0 0,-1 0 1 0 0,0 0 0 0 0,0 1 0 0 0,1-1-1 0 0,-1 0 1 0 0,0 1 0 0 0,0-1-1 0 0,1 0 1 0 0,-1 1 0 0 0,0-1-1 0 0,0 0 1 0 0,0 1 0 0 0,0-1 0 0 0,0 1-1 0 0,0-1 1 0 0,0 0 0 0 0,0 1-1 0 0,0-1 1 0 0,0 1 0 0 0,0-1-1 0 0,0 0 1 0 0,0 1 0 0 0,-10 56-820 0 0,2-17-2461 0 0,8-34 2940 0 0,2 13-6386 0 0</inkml:trace>
</inkml:ink>
</file>

<file path=ppt/ink/ink8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5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0 208 0 0,'0'0'4593'0'0,"29"34"-1383"0"0,-21-23-2801 0 0,-2 0 0 0 0,1 1 0 0 0,-2-1 0 0 0,0 1-1 0 0,0 0 1 0 0,-1 1 0 0 0,0-1 0 0 0,1 14-1 0 0,-4-25-402 0 0,-1 1-1 0 0,0 0 0 0 0,1-1 0 0 0,-1 1 1 0 0,0 0-1 0 0,0 0 0 0 0,0-1 1 0 0,-1 1-1 0 0,1 0 0 0 0,0-1 0 0 0,-1 1 1 0 0,1-1-1 0 0,-1 1 0 0 0,1 0 0 0 0,-1-1 1 0 0,0 1-1 0 0,0-1 0 0 0,1 1 0 0 0,-1-1 1 0 0,0 0-1 0 0,0 1 0 0 0,-1-1 1 0 0,1 0-1 0 0,0 0 0 0 0,0 0 0 0 0,-1 0 1 0 0,1 0-1 0 0,0 0 0 0 0,-1 0 0 0 0,1 0 1 0 0,-1 0-1 0 0,1-1 0 0 0,-1 1 0 0 0,0 0 1 0 0,-1 0-1 0 0,-2 0-690 0 0,-1 0 1 0 0,1 0-1 0 0,-1-1 1 0 0,1 1-1 0 0,-1-1 1 0 0,0-1-1 0 0,1 1 1 0 0,-1-1-1 0 0,-7-1 0 0 0,-2-2-2145 0 0</inkml:trace>
</inkml:ink>
</file>

<file path=ppt/ink/ink8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6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1028 0 0,'9'-5'940'0'0,"1"2"-84"0"0,-1-2-104 0 0,3 0-84 0 0,-2 0-156 0 0,0 2-200 0 0,-2 0-292 0 0,4 0-280 0 0,7-4-2224 0 0,-8 3 1192 0 0</inkml:trace>
</inkml:ink>
</file>

<file path=ppt/ink/ink8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26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709 1 388 0 0,'0'0'1908'0'0,"-7"0"-1085"0"0,-1 2-580 0 0,1 0 0 0 0,-1 1 0 0 0,1 0 0 0 0,0 0 0 0 0,0 0 0 0 0,0 1 0 0 0,1 0 0 0 0,-1 0-1 0 0,1 1 1 0 0,0-1 0 0 0,0 2 0 0 0,-10 10 0 0 0,-1 1 226 0 0,1 0 0 0 0,1 2-1 0 0,1 0 1 0 0,-24 41 0 0 0,32-50-333 0 0,0 1-1 0 0,1 0 1 0 0,1 0 0 0 0,0 1-1 0 0,0-1 1 0 0,1 1 0 0 0,0 0-1 0 0,1 0 1 0 0,1 0 0 0 0,0 0-1 0 0,1 19 1 0 0,0-29-51 0 0,0 1 0 0 0,0-1 0 0 0,0 0 0 0 0,1 0-1 0 0,-1 0 1 0 0,1 0 0 0 0,-1 0 0 0 0,1 1 0 0 0,0-1 0 0 0,-1 0 0 0 0,1 0 0 0 0,0-1 0 0 0,1 1-1 0 0,-1 0 1 0 0,0 0 0 0 0,0 0 0 0 0,1-1 0 0 0,-1 1 0 0 0,1-1 0 0 0,0 1 0 0 0,-1-1 0 0 0,1 1-1 0 0,0-1 1 0 0,0 0 0 0 0,0 0 0 0 0,-1 0 0 0 0,1 0 0 0 0,1 0 0 0 0,-1-1 0 0 0,0 1 0 0 0,0-1-1 0 0,0 1 1 0 0,0-1 0 0 0,0 1 0 0 0,0-1 0 0 0,4 0 0 0 0,-4 0 575 0 0,18-19 2047 0 0,-20 17-2636 0 0,0 1 1 0 0,0-1-1 0 0,0 0 0 0 0,0 0 1 0 0,0 0-1 0 0,0 1 0 0 0,0-1 1 0 0,0 0-1 0 0,-1 0 0 0 0,1 0 1 0 0,-1 1-1 0 0,1-1 0 0 0,-1 0 1 0 0,0 1-1 0 0,1-1 0 0 0,-1 1 1 0 0,0-1-1 0 0,0 0 0 0 0,0 1 1 0 0,0 0-1 0 0,-1-1 0 0 0,1 1 1 0 0,0 0-1 0 0,-1 0 0 0 0,1-1 1 0 0,0 1-1 0 0,-1 0 0 0 0,0 0 1 0 0,1 1-1 0 0,-1-1 0 0 0,1 0 1 0 0,-1 0-1 0 0,-3 0 0 0 0,-7-4-175 0 0,0 0-1 0 0,0 1 0 0 0,-18-4 1 0 0,-17 1-1372 0 0,-1 3 0 0 0,0 1 0 0 0,-64 4 1 0 0,13 1-3685 0 0,11-3 827 0 0</inkml:trace>
</inkml:ink>
</file>

<file path=ppt/ink/ink8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34.0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75 380 0 0,'-55'-25'3437'0'0,"44"19"-2652"0"0,0 0 0 0 0,-1 0 0 0 0,-18-4 0 0 0,-71-11 3248 0 0,99 20-3596 0 0,7 5-368 0 0,5 3-39 0 0,-1-2 0 0 0,1 1 0 0 0,0-1 0 0 0,1-1-1 0 0,-1 0 1 0 0,1 0 0 0 0,0-1 0 0 0,20 3 0 0 0,105 7 188 0 0,-116-12-184 0 0,822 2 1005 0 0,-388-9-561 0 0,240 13 223 0 0,176 0 311 0 0,-681-4-605 0 0,99-3 646 0 0,-234-1 2465 0 0,-93 34-12293 0 0,9-14 3064 0 0,12-11 2484 0 0</inkml:trace>
</inkml:ink>
</file>

<file path=ppt/ink/ink8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5:34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81 247 456 0 0,'-70'-35'5234'0'0,"68"34"-4820"0"0,-7-1-52 0 0,18 0 2426 0 0,160 5-1768 0 0,218-25 1 0 0,-253 11-726 0 0,6 1-50 0 0,1275-81 1563 0 0,-945 73-1240 0 0,471-28 1076 0 0,-780 34 835 0 0,-141 14-1080 0 0,-26 7-4139 0 0,-4 0 2782 0 0,1 0-2379 0 0,-1-1-1 0 0,0 0 1 0 0,-20 12 0 0 0,8-5-1985 0 0</inkml:trace>
</inkml:ink>
</file>

<file path=ppt/ink/ink8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04:59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4 400 0 0,'13'0'1156'0'0,"0"0"804"0"0,2-2-824 0 0,-1 0-1192 0 0</inkml:trace>
</inkml:ink>
</file>

<file path=ppt/ink/ink8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5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80 516 0 0,'1'-7'1221'0'0,"2"-19"7068"0"0,-5 21-8191 0 0,-1 1 0 0 0,1 1 0 0 0,-1-1 0 0 0,0 0 0 0 0,-1 1 1 0 0,1-1-1 0 0,-1 1 0 0 0,1 0 0 0 0,-1 0 0 0 0,0 0 1 0 0,-7-3-1 0 0,9 6-102 0 0,1-1 5 0 0,-1 1 0 0 0,1-1-1 0 0,-1 1 1 0 0,1 0-1 0 0,-1 0 1 0 0,1 0 0 0 0,-1 0-1 0 0,1 0 1 0 0,-1 0 0 0 0,1 1-1 0 0,-1-1 1 0 0,1 0-1 0 0,-1 1 1 0 0,1-1 0 0 0,-1 1-1 0 0,-1 1 1 0 0,-29 10-27 0 0,25-8 20 0 0,0-1 0 0 0,1 1 0 0 0,0 1 0 0 0,-1-1 0 0 0,2 1-1 0 0,-1 0 1 0 0,1 0 0 0 0,-1 1 0 0 0,1-1 0 0 0,1 1 0 0 0,-1 0 0 0 0,1 1 0 0 0,0-1 0 0 0,1 1 0 0 0,-1 0-1 0 0,1 0 1 0 0,1 0 0 0 0,-1 0 0 0 0,1 0 0 0 0,1 1 0 0 0,-1-1 0 0 0,0 10 0 0 0,2-11 8 0 0,0-1 1 0 0,0 1 0 0 0,0-1-1 0 0,0 0 1 0 0,1 1-1 0 0,0-1 1 0 0,0 0 0 0 0,1 1-1 0 0,0-1 1 0 0,-1 0-1 0 0,2 0 1 0 0,-1 0 0 0 0,1 0-1 0 0,-1-1 1 0 0,1 1 0 0 0,0-1-1 0 0,1 1 1 0 0,-1-1-1 0 0,1 0 1 0 0,0 0 0 0 0,0-1-1 0 0,0 1 1 0 0,1-1-1 0 0,-1 0 1 0 0,1 0 0 0 0,-1 0-1 0 0,1-1 1 0 0,0 0 0 0 0,0 1-1 0 0,0-2 1 0 0,9 3-1 0 0,-9-2 28 0 0,0-1 1 0 0,0 0-1 0 0,0 0 0 0 0,0 0 0 0 0,0-1 0 0 0,0 1 0 0 0,0-1 0 0 0,1 0 0 0 0,-1-1 1 0 0,0 1-1 0 0,0-1 0 0 0,0 0 0 0 0,0 0 0 0 0,0-1 0 0 0,0 0 0 0 0,0 0 0 0 0,-1 0 1 0 0,1 0-1 0 0,0 0 0 0 0,-1-1 0 0 0,0 0 0 0 0,0 0 0 0 0,0 0 0 0 0,0-1 0 0 0,0 1 1 0 0,-1-1-1 0 0,1 0 0 0 0,-1 0 0 0 0,0 0 0 0 0,0-1 0 0 0,0 1 0 0 0,-1-1 0 0 0,0 1 1 0 0,0-1-1 0 0,0 0 0 0 0,0 0 0 0 0,-1 0 0 0 0,2-8 0 0 0,-2 5 3 0 0,1-1-1 0 0,-1 0 1 0 0,-1 0-1 0 0,0 1 0 0 0,0-1 1 0 0,-1 0-1 0 0,0 1 1 0 0,0-1-1 0 0,-1 0 1 0 0,0 1-1 0 0,-1 0 1 0 0,0-1-1 0 0,0 1 1 0 0,-1 0-1 0 0,0 1 1 0 0,0-1-1 0 0,-1 1 1 0 0,1-1-1 0 0,-10-9 1 0 0,12 16-428 0 0,-1-2 149 0 0,0 1-1660 0 0</inkml:trace>
</inkml:ink>
</file>

<file path=ppt/ink/ink8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5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0 176 0 0,'0'0'1047'0'0,"9"14"229"0"0,42 142 2003 0 0,-50-154-3080 0 0,0 0 0 0 0,0 0 0 0 0,0 0 0 0 0,0 0 0 0 0,0 0-1 0 0,1-1 1 0 0,-1 1 0 0 0,1 0 0 0 0,-1-1 0 0 0,1 1 0 0 0,0-1 0 0 0,-1 1 0 0 0,1-1 0 0 0,0 0 0 0 0,3 2 0 0 0,-3-2 202 0 0,23-30 852 0 0,-5-11-581 0 0,10-16-1260 0 0,-1 24-5779 0 0,-17 23 3927 0 0</inkml:trace>
</inkml:ink>
</file>

<file path=ppt/ink/ink8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5.8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81 312 0 0,'17'-5'2212'0'0,"-11"1"-1727"0"0,-1 0-1 0 0,1-1 1 0 0,-1 1 0 0 0,0-1-1 0 0,-1 0 1 0 0,1-1-1 0 0,-1 1 1 0 0,0-1-1 0 0,6-11 1 0 0,-9 16-117 0 0,-1 1-344 0 0,0 0 0 0 0,0-1 0 0 0,0 1 0 0 0,0 0 1 0 0,1 0-1 0 0,-1 0 0 0 0,0 0 0 0 0,0 0 0 0 0,0 0 0 0 0,0 0 0 0 0,1 0 0 0 0,-1-1 0 0 0,0 1 0 0 0,0 0 1 0 0,0 0-1 0 0,0 0 0 0 0,0 0 0 0 0,0-1 0 0 0,1 1 0 0 0,-1 0 0 0 0,0 0 0 0 0,0 0 0 0 0,0 0 1 0 0,0-1-1 0 0,0 1 0 0 0,0 0 0 0 0,0 0 0 0 0,0 0 0 0 0,0-1 0 0 0,0 1 0 0 0,0 0 0 0 0,0 0 0 0 0,0 0 1 0 0,0-1-1 0 0,0 1 0 0 0,0 0 0 0 0,0 0 0 0 0,0 0 0 0 0,0-1 0 0 0,0 1 0 0 0,-1 0 0 0 0,1 0 0 0 0,0 0 1 0 0,0 0-1 0 0,0-1 0 0 0,0 1 0 0 0,0 0 0 0 0,0 0 0 0 0,-1 0 0 0 0,1 0 0 0 0,0 0 0 0 0,0 0 0 0 0,0-1 1 0 0,0 1-1 0 0,0 0 0 0 0,-1 0 0 0 0,1 0 0 0 0,0 0 0 0 0,0 0 0 0 0,0 0 0 0 0,-1 0 0 0 0,1 0 1 0 0,0 0-1 0 0,-1-1-7 0 0,1 1 1 0 0,-1-1-1 0 0,0 1 1 0 0,1 0-1 0 0,-1-1 1 0 0,0 1-1 0 0,1 0 1 0 0,-1-1-1 0 0,0 1 1 0 0,0 0 0 0 0,1 0-1 0 0,-1-1 1 0 0,0 1-1 0 0,0 0 1 0 0,1 0-1 0 0,-1 0 1 0 0,0 0-1 0 0,0 0 1 0 0,1 0-1 0 0,-1 1 1 0 0,0-1 0 0 0,0 0-1 0 0,1 0 1 0 0,-1 0-1 0 0,0 1 1 0 0,0-1-1 0 0,-8 6 42 0 0,1-1 0 0 0,0 1 0 0 0,1 0 0 0 0,0 1 0 0 0,0 0 0 0 0,0 0 0 0 0,-6 9 0 0 0,12-15-55 0 0,-1 1 0 0 0,1 0 0 0 0,-1-1 0 0 0,1 1 0 0 0,0 0 0 0 0,0 0 0 0 0,0 0 0 0 0,0 0 0 0 0,0 0 1 0 0,0 0-1 0 0,1 0 0 0 0,-1 0 0 0 0,1 0 0 0 0,-1 0 0 0 0,1 0 0 0 0,0 1 0 0 0,-1-1 0 0 0,1 0 0 0 0,1 0 0 0 0,-1 0 0 0 0,0 0 1 0 0,0 1-1 0 0,1-1 0 0 0,-1 0 0 0 0,1 0 0 0 0,0 0 0 0 0,0 0 0 0 0,-1 0 0 0 0,1 0 0 0 0,0 0 0 0 0,1 0 0 0 0,-1-1 0 0 0,0 1 1 0 0,1 0-1 0 0,-1-1 0 0 0,1 1 0 0 0,-1 0 0 0 0,4 1 0 0 0,0 0-25 0 0,0-2-1 0 0,0 1 1 0 0,-1 0 0 0 0,1-1 0 0 0,1 0 0 0 0,-1 0-1 0 0,0-1 1 0 0,0 1 0 0 0,0-1 0 0 0,0 0-1 0 0,0-1 1 0 0,0 1 0 0 0,1-1 0 0 0,-1 0 0 0 0,0 0-1 0 0,0-1 1 0 0,-1 1 0 0 0,6-3 0 0 0,51-19-323 0 0,-27 10 29 0 0,50-13 1 0 0,-73 23 233 0 0,-9 3 70 0 0,0-1-1 0 0,-1 0 1 0 0,1 1 0 0 0,-1 0 0 0 0,1-1 0 0 0,0 1 0 0 0,0 0 0 0 0,-1 0 0 0 0,1 0 0 0 0,0 0 0 0 0,-1 0 0 0 0,1 0 0 0 0,0 1 0 0 0,-1-1 0 0 0,1 0 0 0 0,0 1 0 0 0,-1 0 0 0 0,1-1 0 0 0,0 1 0 0 0,-1 0 0 0 0,1 0 0 0 0,-1 0 0 0 0,0-1-1 0 0,1 2 1 0 0,-1-1 0 0 0,0 0 0 0 0,1 0 0 0 0,-1 0 0 0 0,0 1 0 0 0,0-1 0 0 0,1 3 0 0 0,67 56-799 0 0,-18-26-3312 0 0,-27-23 2072 0 0</inkml:trace>
</inkml:ink>
</file>

<file path=ppt/ink/ink8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6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28 700 0 0,'3'-28'9332'0'0,"2"53"-7543"0"0,1 60-1705 0 0,-25 130 652 0 0,-4-73-3999 0 0,14-120-1369 0 0,6-14 1962 0 0</inkml:trace>
</inkml:ink>
</file>

<file path=ppt/ink/ink8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6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0 425 424 0 0,'17'-9'391'0'0,"0"-1"0"0"0,-1 0 0 0 0,-1-2-1 0 0,0 0 1 0 0,0-1 0 0 0,-1 0 0 0 0,-1-1 0 0 0,0 0-1 0 0,19-29 1 0 0,-26 33-166 0 0,0 0 0 0 0,0 0 0 0 0,-1 0-1 0 0,-1-1 1 0 0,0 1 0 0 0,0-1 0 0 0,-1 0-1 0 0,0 0 1 0 0,-1-1 0 0 0,-1 1 0 0 0,1 0-1 0 0,-2-1 1 0 0,0 1 0 0 0,0-1 0 0 0,-1 1 0 0 0,0 0-1 0 0,-5-19 1 0 0,-19-29 1733 0 0,22 63-1908 0 0,-11 19-8 0 0,0 0 1 0 0,2 0 0 0 0,0 1-1 0 0,2 1 1 0 0,1 0 0 0 0,1 0 0 0 0,-7 39-1 0 0,7-16 18 0 0,2 1 0 0 0,2-1-1 0 0,4 65 1 0 0,9 8 222 0 0,-8-119-163 0 0,-1-2-115 0 0,1 0 0 0 0,-1 1 0 0 0,1-1 0 0 0,-1 0 1 0 0,0 0-1 0 0,1 1 0 0 0,-1-1 0 0 0,1 0 0 0 0,-1 0 0 0 0,1 0 0 0 0,0 0 0 0 0,-1 0 0 0 0,1 1 1 0 0,-1-1-1 0 0,1 0 0 0 0,-1 0 0 0 0,1-1 0 0 0,-1 1 0 0 0,1 0 0 0 0,-1 0 0 0 0,1 0 0 0 0,-1 0 1 0 0,1 0-1 0 0,0-1 0 0 0,18-11 17 0 0,-14 8-25 0 0,1 0 0 0 0,0 0 0 0 0,0 0 0 0 0,1 1 0 0 0,-1 0 0 0 0,0 0 0 0 0,1 1 0 0 0,0-1 0 0 0,0 1-1 0 0,0 1 1 0 0,0-1 0 0 0,0 1 0 0 0,0 1 0 0 0,0-1 0 0 0,0 1 0 0 0,10 1 0 0 0,35 9 9 0 0,1-3 0 0 0,70 0 0 0 0,-117-7 156 0 0,-1 0 0 0 0,1-1-1 0 0,0 0 1 0 0,-1 0 0 0 0,1 0-1 0 0,-1-1 1 0 0,1 0 0 0 0,-1 0 0 0 0,1 0-1 0 0,-1-1 1 0 0,0 1 0 0 0,0-1 0 0 0,5-5-1 0 0,-9 7 720 0 0,-1 1-926 0 0,1-1 1 0 0,-1 0 0 0 0,1 1 0 0 0,-1 0 0 0 0,1-1 0 0 0,0 1-1 0 0,-1-1 1 0 0,1 1 0 0 0,-1 0 0 0 0,1-1 0 0 0,0 1-1 0 0,-1 0 1 0 0,1-1 0 0 0,0 1 0 0 0,0 0 0 0 0,-1 0-1 0 0,1 0 1 0 0,0 0 0 0 0,-1 0 0 0 0,1 0 0 0 0,0 0-1 0 0,1 0 1 0 0,-2 4-142 0 0,0 0 0 0 0,1 0 0 0 0,-1 0 0 0 0,1 0-1 0 0,0 0 1 0 0,0 0 0 0 0,0-1 0 0 0,1 1 0 0 0,-1 0 0 0 0,1-1-1 0 0,0 1 1 0 0,0-1 0 0 0,0 0 0 0 0,1 1 0 0 0,-1-1 0 0 0,5 4-1 0 0,1 1-725 0 0,0-1-1 0 0,0-1 0 0 0,1 0 0 0 0,-1 0 0 0 0,15 7 0 0 0,4 0-1824 0 0</inkml:trace>
</inkml:ink>
</file>

<file path=ppt/ink/ink8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7.7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1 813 748 0 0,'0'0'6681'0'0,"4"-3"-6143"0"0,23-15 537 0 0,42-22 1 0 0,-52 33-871 0 0,0-2 0 0 0,-1 1-1 0 0,-1-2 1 0 0,0 0 0 0 0,0-1 0 0 0,-1-1 0 0 0,0 0 0 0 0,-1-1-1 0 0,0 0 1 0 0,19-28 0 0 0,-17 14-69 0 0,-1-1 0 0 0,-2 0 0 0 0,-1-1 0 0 0,-1 0-1 0 0,9-44 1 0 0,16-156 177 0 0,-32 166-256 0 0,-3 42-28 0 0,1 0 0 0 0,7-34 1 0 0,-8 53-46 0 0,0 2 9 0 0,-1 0-1 0 0,1 0 1 0 0,0 0 0 0 0,-1 0-1 0 0,1 0 1 0 0,-1 0 0 0 0,1 0 0 0 0,0 0-1 0 0,-1 0 1 0 0,1 0 0 0 0,-1 0-1 0 0,1 0 1 0 0,0 0 0 0 0,-1 0-1 0 0,1 0 1 0 0,0 1 0 0 0,-1-1 0 0 0,1 0-1 0 0,0 0 1 0 0,-1 0 0 0 0,1 1-1 0 0,0-1 1 0 0,-1 0 0 0 0,1 0-1 0 0,0 1 1 0 0,0-1 0 0 0,-1 0 0 0 0,1 1-1 0 0,0-1 1 0 0,0 0 0 0 0,0 1-1 0 0,-1-1 1 0 0,1 0 0 0 0,0 1-1 0 0,0-1 1 0 0,0 0 0 0 0,0 1 0 0 0,0-1-1 0 0,0 1 1 0 0,0-1 0 0 0,-19 35-74 0 0,-13 40 72 0 0,8-2-27 0 0,-20 108 0 0 0,39-159 39 0 0,2 0 0 0 0,1 0 0 0 0,1 1 1 0 0,1-1-1 0 0,1 1 0 0 0,0-1 0 0 0,2 0 0 0 0,1 0 0 0 0,11 36 0 0 0,-14-53-53 0 0,1 0 0 0 0,0 0 0 0 0,1 0 1 0 0,-1 0-1 0 0,1-1 0 0 0,0 1 0 0 0,0-1 0 0 0,1 0 0 0 0,-1 0 0 0 0,1 0 1 0 0,0 0-1 0 0,0-1 0 0 0,0 1 0 0 0,1-1 0 0 0,-1 0 0 0 0,1 0 1 0 0,5 2-1 0 0,-3-2-73 0 0,1-1 1 0 0,0 1 0 0 0,0-2-1 0 0,0 1 1 0 0,0-1-1 0 0,0 0 1 0 0,0-1-1 0 0,1 0 1 0 0,-1 0 0 0 0,11-2-1 0 0,0-1-51 0 0,0-2-1 0 0,0 0 0 0 0,-1-1 1 0 0,0 0-1 0 0,0-2 1 0 0,0 0-1 0 0,-1-1 0 0 0,30-20 1 0 0,-39 22 429 0 0,0 1 1 0 0,0-1-1 0 0,-1-1 1 0 0,0 0-1 0 0,0 0 1 0 0,-1 0-1 0 0,0 0 1 0 0,0-1-1 0 0,8-17 1 0 0,-14 25 10 0 0,0 0-235 0 0,0 1-1 0 0,0-1 1 0 0,0 1-1 0 0,0 0 0 0 0,0-1 1 0 0,0 1-1 0 0,0-1 0 0 0,0 1 1 0 0,0 0-1 0 0,0-1 1 0 0,0 1-1 0 0,0-1 0 0 0,0 1 1 0 0,0-1-1 0 0,-1 1 0 0 0,1 0 1 0 0,0-1-1 0 0,0 1 1 0 0,-1 0-1 0 0,1-1 0 0 0,0 1 1 0 0,0 0-1 0 0,-1-1 0 0 0,1 1 1 0 0,0 0-1 0 0,-1 0 1 0 0,1-1-1 0 0,-1 1 0 0 0,1 0 1 0 0,0 0-1 0 0,-1 0 0 0 0,1-1 1 0 0,0 1-1 0 0,-1 0 1 0 0,1 0-1 0 0,-1 0 0 0 0,1 0 1 0 0,-1 0-1 0 0,1 0 0 0 0,0 0 1 0 0,-1 0-1 0 0,1 0 1 0 0,-1 0-1 0 0,1 0 0 0 0,-1 0 1 0 0,-3 0-142 0 0,1 0 201 0 0,-1 2-15 0 0,-5 1-37 0 0,1 0 0 0 0,-1 1-1 0 0,1 0 1 0 0,0 0 0 0 0,1 1 0 0 0,-1 0 0 0 0,1 0-1 0 0,0 1 1 0 0,0 0 0 0 0,-9 12 0 0 0,15-18-35 0 0,0 1 0 0 0,1 0 0 0 0,-1 0 0 0 0,1 0 0 0 0,-1 0 0 0 0,1-1 0 0 0,0 1 0 0 0,-1 0 0 0 0,1 0 1 0 0,0 0-1 0 0,-1 0 0 0 0,1 0 0 0 0,0 0 0 0 0,0 0 0 0 0,0 0 0 0 0,0 0 0 0 0,0 0 0 0 0,0 0 0 0 0,0 0 0 0 0,1 0 0 0 0,-1 0 0 0 0,0 0 0 0 0,0 0 0 0 0,1 0 0 0 0,-1 0 0 0 0,0-1 0 0 0,1 1 1 0 0,-1 0-1 0 0,1 0 0 0 0,0 0 0 0 0,-1 0 0 0 0,1-1 0 0 0,-1 1 0 0 0,1 0 0 0 0,0-1 0 0 0,0 1 0 0 0,-1 0 0 0 0,1-1 0 0 0,0 1 0 0 0,0-1 0 0 0,0 1 0 0 0,0-1 0 0 0,0 0 0 0 0,0 1 1 0 0,-1-1-1 0 0,1 0 0 0 0,2 1 0 0 0,7 1 16 0 0,1 1 0 0 0,0-2 0 0 0,21 2 0 0 0,-10-1-51 0 0,34 13-276 0 0,-24-3-1931 0 0,5-5-4689 0 0,-22-6 4236 0 0</inkml:trace>
</inkml:ink>
</file>

<file path=ppt/ink/ink8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8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16 160 0 0,'2'-4'460'0'0,"12"-8"10127"0"0,93 32-9881 0 0,-103-18-685 0 0,-3-1-19 0 0,0-1 1 0 0,0 1-1 0 0,1-1 1 0 0,-1 1-1 0 0,0 0 1 0 0,0 0-1 0 0,0 0 1 0 0,0 0-1 0 0,0 0 1 0 0,0 0-1 0 0,0 0 1 0 0,0 0-1 0 0,0 0 1 0 0,-1 0-1 0 0,1 0 1 0 0,0 1-1 0 0,-1-1 0 0 0,1 0 1 0 0,-1 0-1 0 0,1 1 1 0 0,-1-1-1 0 0,0 0 1 0 0,1 1-1 0 0,-1-1 1 0 0,0 0-1 0 0,0 1 1 0 0,0-1-1 0 0,0 1 1 0 0,0-1-1 0 0,0 0 1 0 0,-1 1-1 0 0,1-1 1 0 0,0 0-1 0 0,-1 1 1 0 0,1-1-1 0 0,-1 0 1 0 0,1 1-1 0 0,-1-1 1 0 0,0 0-1 0 0,-1 2 1 0 0,-3 3 8 0 0,0 0 0 0 0,-1-1 1 0 0,0 1-1 0 0,0-1 1 0 0,-11 7-1 0 0,5-3 3 0 0,-14 12 34 0 0,15-11-52 0 0,0-1 1 0 0,0 0-1 0 0,-16 8 1 0 0,27-16 0 0 0,-1 0-1 0 0,1 0 1 0 0,0 0 0 0 0,0 0 0 0 0,-1 0 0 0 0,1 0 0 0 0,0 0-1 0 0,0 0 1 0 0,0 0 0 0 0,0 0 0 0 0,0 0 0 0 0,1 0-1 0 0,-1 0 1 0 0,0 0 0 0 0,0 0 0 0 0,1 0 0 0 0,-1 0 0 0 0,0 0-1 0 0,1 0 1 0 0,-1 0 0 0 0,1 0 0 0 0,-1 0 0 0 0,1 0-1 0 0,0 0 1 0 0,1 1 0 0 0,6 7-4 0 0,0 0-1 0 0,1 0 1 0 0,16 12-1 0 0,-18-15-47 0 0,0-1 0 0 0,-1 1 0 0 0,1 0 1 0 0,-1 0-1 0 0,-1 1 0 0 0,7 9 0 0 0,-10-13 18 0 0,0 1 1 0 0,-1-1-1 0 0,0 1 0 0 0,0 0 1 0 0,0-1-1 0 0,0 1 0 0 0,0 0 0 0 0,-1 0 1 0 0,1-1-1 0 0,-1 1 0 0 0,0 0 1 0 0,-1 0-1 0 0,1 0 0 0 0,0 0 0 0 0,-1-1 1 0 0,0 1-1 0 0,0 0 0 0 0,-2 5 1 0 0,0-3 5 0 0,1-1 0 0 0,-1 1 1 0 0,0-1-1 0 0,0 0 0 0 0,0 1 0 0 0,-1-2 1 0 0,1 1-1 0 0,-1 0 0 0 0,0-1 1 0 0,-1 0-1 0 0,1 0 0 0 0,-1 0 1 0 0,-10 6-1 0 0,-1 0 182 0 0,-2-2 0 0 0,-34 13 0 0 0,40-16 106 0 0,10-5 21 0 0,0 1-169 0 0,1-1 0 0 0,-1 1 1 0 0,0-1-1 0 0,0 0 0 0 0,0 0 0 0 0,0 0 1 0 0,0 0-1 0 0,0 0 0 0 0,0 0 1 0 0,0-1-1 0 0,1 1 0 0 0,-1-1 0 0 0,0 1 1 0 0,0-1-1 0 0,0 0 0 0 0,1 1 1 0 0,-1-1-1 0 0,0 0 0 0 0,1 0 0 0 0,-1 0 1 0 0,-2-3-1 0 0,4 2-96 0 0,-1-1 0 0 0,1 1 0 0 0,0-1 0 0 0,0 1 1 0 0,0-1-1 0 0,1 1 0 0 0,-1-1 0 0 0,0 1 0 0 0,1-1 0 0 0,0 1 0 0 0,-1-1 1 0 0,1 1-1 0 0,0 0 0 0 0,0-1 0 0 0,1 1 0 0 0,-1 0 0 0 0,0 0 0 0 0,1 0 0 0 0,-1 0 1 0 0,1 0-1 0 0,0 0 0 0 0,-1 0 0 0 0,1 1 0 0 0,0-1 0 0 0,0 1 0 0 0,3-3 0 0 0,29-15-2530 0 0,0 7-3601 0 0,-21 9 2947 0 0</inkml:trace>
</inkml:ink>
</file>

<file path=ppt/ink/ink8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9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26 640 0 0,'10'-18'15141'0'0,"-11"11"-15063"0"0,3 21-35 0 0,-1-9-54 0 0,0 1 19 0 0,29 38 33 0 0,-27-40-34 0 0,1-1 0 0 0,0-1 1 0 0,0 1-1 0 0,0 0 0 0 0,0-1 0 0 0,1 0 0 0 0,-1 0 0 0 0,1 0 0 0 0,-1-1 0 0 0,1 0 1 0 0,0 1-1 0 0,-1-2 0 0 0,1 1 0 0 0,0 0 0 0 0,0-1 0 0 0,0 0 0 0 0,-1 0 0 0 0,1 0 1 0 0,0-1-1 0 0,0 0 0 0 0,0 0 0 0 0,-1 0 0 0 0,1 0 0 0 0,0-1 0 0 0,-1 0 0 0 0,0 0 1 0 0,1 0-1 0 0,-1 0 0 0 0,0-1 0 0 0,0 1 0 0 0,0-1 0 0 0,0 0 0 0 0,-1 0 1 0 0,1-1-1 0 0,-1 1 0 0 0,0-1 0 0 0,0 0 0 0 0,4-5 0 0 0,-5 7-457 0 0,-3 10 176 0 0,-9 27 96 0 0,-17 46 167 0 0,-10 40 46 0 0,28-85-30 0 0,-1-1 0 0 0,-17 36 0 0 0,-24 50 102 0 0,43-107-95 0 0,-2 0 0 0 0,-20 25-1 0 0,21-27-12 0 0,4-8 4 0 0,1-1-1 0 0,0 1 1 0 0,-1-1-1 0 0,0 0 1 0 0,0 0 0 0 0,0-1-1 0 0,-6 3 1 0 0,2-3 10 0 0,5-1-29 0 0,-3 2 24 0 0,3-1 2 0 0,1-1 0 0 0,-1-1 0 0 0,0 1 0 0 0,0 0 0 0 0,0-1 1 0 0,0 0-1 0 0,0 0 0 0 0,0 0 0 0 0,0 0 0 0 0,1-1 0 0 0,-1 0 0 0 0,0 1 0 0 0,0-1 0 0 0,0-1 0 0 0,1 1 0 0 0,-5-3 0 0 0,6 4 13 0 0,-10-15 44 0 0,10 13-62 0 0,-1 0 1 0 0,1-1-1 0 0,0 1 1 0 0,0-1-1 0 0,0 1 1 0 0,0-1-1 0 0,1 0 1 0 0,-3-5-1 0 0,0-13 43 0 0,3 17-45 0 0,0 0-1 0 0,0 0 1 0 0,1 0 0 0 0,0 1-1 0 0,-1-1 1 0 0,1 0 0 0 0,1 0-1 0 0,-1 0 1 0 0,0 0 0 0 0,1 0-1 0 0,2-7 1 0 0,-1 4-12 0 0,1 1-1 0 0,0-1 1 0 0,0 1-1 0 0,1 0 1 0 0,-1 0-1 0 0,1 0 1 0 0,1 0 0 0 0,-1 1-1 0 0,1-1 1 0 0,0 1-1 0 0,0 0 1 0 0,0 1-1 0 0,1-1 1 0 0,0 1-1 0 0,11-6 1 0 0,-4 3-8 0 0,1 1 0 0 0,0 0 0 0 0,1 1 0 0 0,-1 1 0 0 0,1 0 0 0 0,22-2-1 0 0,18 1-1840 0 0,-53 5 1086 0 0,8 4-6206 0 0</inkml:trace>
</inkml:ink>
</file>

<file path=ppt/ink/ink8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00.7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231 574 88 0 0,'24'-21'4763'0'0,"-22"20"-4467"0"0,0-1 0 0 0,0 0 0 0 0,0 0-1 0 0,0-1 1 0 0,0 1 0 0 0,-1 0 0 0 0,1 0 0 0 0,-1-1-1 0 0,1 1 1 0 0,-1-1 0 0 0,0 0 0 0 0,0 1 0 0 0,0-1 0 0 0,-1 0-1 0 0,2-3 1 0 0,-2 4 190 0 0,-13-16 60 0 0,5 16-490 0 0,-1 0 0 0 0,1 0 0 0 0,-1 1-1 0 0,1 0 1 0 0,-1 0 0 0 0,0 1 0 0 0,1 0-1 0 0,-1 1 1 0 0,1 0 0 0 0,-1 0 0 0 0,1 1-1 0 0,-1 0 1 0 0,-10 4 0 0 0,8-2-37 0 0,1 0 0 0 0,0 0 0 0 0,0 1-1 0 0,0 1 1 0 0,1-1 0 0 0,-1 2 0 0 0,1-1 0 0 0,1 1 0 0 0,-1 0 0 0 0,-8 11-1 0 0,14-15-14 0 0,1-1-1 0 0,0 1 0 0 0,0 0 1 0 0,0 0-1 0 0,0 0 0 0 0,1 1 1 0 0,-1-1-1 0 0,1 0 1 0 0,-1 1-1 0 0,1-1 0 0 0,0 1 1 0 0,1-1-1 0 0,-1 1 0 0 0,1-1 1 0 0,-1 1-1 0 0,1-1 0 0 0,0 1 1 0 0,0 0-1 0 0,1-1 0 0 0,-1 1 1 0 0,1-1-1 0 0,0 1 0 0 0,0-1 1 0 0,0 1-1 0 0,0-1 0 0 0,0 1 1 0 0,1-1-1 0 0,0 0 1 0 0,2 4-1 0 0,-1-3-5 0 0,0 0 0 0 0,1-1-1 0 0,-1 1 1 0 0,1-1 0 0 0,-1 0 0 0 0,1 0 0 0 0,0 0 0 0 0,0-1 0 0 0,0 1-1 0 0,1-1 1 0 0,-1 0 0 0 0,0 0 0 0 0,1-1 0 0 0,-1 1 0 0 0,1-1 0 0 0,0 0-1 0 0,0 0 1 0 0,-1-1 0 0 0,1 1 0 0 0,0-1 0 0 0,9-1 0 0 0,1-1-14 0 0,0 0 0 0 0,0-1 0 0 0,0-1 0 0 0,0 0 0 0 0,-1-2 0 0 0,0 1 1 0 0,0-2-1 0 0,0 0 0 0 0,20-14 0 0 0,-15 7-1 0 0,-1 0 0 0 0,0-2 1 0 0,-1 0-1 0 0,-1-1 0 0 0,24-33 0 0 0,-11 7 45 0 0,-3-2-1 0 0,-1-1 0 0 0,-2-1 1 0 0,-2-1-1 0 0,14-51 0 0 0,19-100 2168 0 0,-53 198-1831 0 0,-7 6-326 0 0,-11 18 3 0 0,0 0 1 0 0,2 1-1 0 0,1 1 0 0 0,0 0 0 0 0,2 1 0 0 0,-16 50 0 0 0,12-21-108 0 0,1 0 0 0 0,-10 89 1 0 0,23-128-340 0 0,1 0 0 0 0,1 1 0 0 0,1 16 0 0 0,10 8-1957 0 0,-10-40 2050 0 0,0 1-1 0 0,0 0 1 0 0,0-1 0 0 0,0 1-1 0 0,0-1 1 0 0,0 0 0 0 0,1 1-1 0 0,-1-1 1 0 0,0 0 0 0 0,1 0-1 0 0,-1 0 1 0 0,1 0 0 0 0,0 0-1 0 0,-1 0 1 0 0,1 0-1 0 0,0 0 1 0 0,2 0 0 0 0,7 1-2287 0 0</inkml:trace>
</inkml:ink>
</file>

<file path=ppt/ink/ink8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01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1 736 0 0,'0'0'3651'0'0,"-6"2"-3218"0"0,-4 3-238 0 0,0 1 0 0 0,1 0 1 0 0,0 0-1 0 0,0 1 0 0 0,0 0 0 0 0,1 0 0 0 0,0 1 1 0 0,1 0-1 0 0,-11 15 0 0 0,14-19-129 0 0,1 0-1 0 0,0 0 0 0 0,1 0 1 0 0,-1 1-1 0 0,1 0 1 0 0,-1-1-1 0 0,1 1 0 0 0,1 0 1 0 0,-1 0-1 0 0,1 0 1 0 0,0 0-1 0 0,0 0 1 0 0,0 0-1 0 0,1 0 0 0 0,0 0 1 0 0,0 1-1 0 0,0-1 1 0 0,0 0-1 0 0,1 0 0 0 0,0 0 1 0 0,0 0-1 0 0,0 0 1 0 0,1 0-1 0 0,2 5 0 0 0,-3-8-36 0 0,0-1 0 0 0,0 0 0 0 0,0 0 0 0 0,0 0 0 0 0,0 0-1 0 0,0 0 1 0 0,0 0 0 0 0,1 0 0 0 0,-1 0 0 0 0,0 0-1 0 0,1 0 1 0 0,-1-1 0 0 0,0 1 0 0 0,1 0 0 0 0,-1-1 0 0 0,1 1-1 0 0,-1-1 1 0 0,1 0 0 0 0,0 0 0 0 0,-1 1 0 0 0,1-1 0 0 0,-1 0-1 0 0,1 0 1 0 0,-1 0 0 0 0,1-1 0 0 0,-1 1 0 0 0,1 0-1 0 0,-1 0 1 0 0,1-1 0 0 0,-1 1 0 0 0,1-1 0 0 0,-1 0 0 0 0,1 1-1 0 0,-1-1 1 0 0,2-1 0 0 0,5-2 135 0 0,-1 0 1 0 0,0 0-1 0 0,0-1 0 0 0,0 0 1 0 0,6-6-1 0 0,-5 3 101 0 0,-1-1 0 0 0,-1 0-1 0 0,1 0 1 0 0,-1 0 0 0 0,-1-1 0 0 0,0 0 0 0 0,0 0 0 0 0,6-20 0 0 0,-10 28-197 0 0,1-3 56 0 0,0 1-1 0 0,-1-1 0 0 0,1 0 0 0 0,-1 0 0 0 0,0 1 1 0 0,0-10-1 0 0,-1 11-268 0 0,-3 0-221 0 0,3 3 315 0 0,0-1 1 0 0,0 1 0 0 0,0 0-1 0 0,0 0 1 0 0,0-1-1 0 0,0 1 1 0 0,0 0-1 0 0,-1 0 1 0 0,1 0 0 0 0,0-1-1 0 0,0 1 1 0 0,0 0-1 0 0,0 0 1 0 0,0 0 0 0 0,-1 0-1 0 0,1-1 1 0 0,0 1-1 0 0,0 0 1 0 0,0 0-1 0 0,-1 0 1 0 0,1 0 0 0 0,0 0-1 0 0,0 0 1 0 0,0-1-1 0 0,-1 1 1 0 0,1 0-1 0 0,0 0 1 0 0,0 0 0 0 0,-1 0-1 0 0,1 0 1 0 0,0 0-1 0 0,0 0 1 0 0,-1 0 0 0 0,1 0-1 0 0,0 0 1 0 0,0 0-1 0 0,0 0 1 0 0,-1 0-1 0 0,1 0 1 0 0,0 1 0 0 0,0-1-1 0 0,-1 0 1 0 0,1 0-1 0 0,-10 4-664 0 0,-9 7-4530 0 0</inkml:trace>
</inkml:ink>
</file>

<file path=ppt/ink/ink8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01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407 87 804 0 0,'8'-38'5157'0'0,"-8"35"-5023"0"0,-1 1 1 0 0,1 0-1 0 0,-1 0 0 0 0,1 0 0 0 0,-1 0 0 0 0,0 0 0 0 0,0 0 0 0 0,0 0 1 0 0,0 0-1 0 0,0 0 0 0 0,0 0 0 0 0,0 0 0 0 0,-1 1 0 0 0,1-1 0 0 0,-1 0 1 0 0,1 1-1 0 0,-1-1 0 0 0,0 1 0 0 0,1 0 0 0 0,-1 0 0 0 0,-2-2 0 0 0,0 2-31 0 0,0-1 0 0 0,0 1 0 0 0,1 0-1 0 0,-1 0 1 0 0,0 1 0 0 0,0-1 0 0 0,0 1-1 0 0,0 0 1 0 0,0 0 0 0 0,0 0 0 0 0,-5 1-1 0 0,2 0-30 0 0,0 0 0 0 0,1 0-1 0 0,-1 1 1 0 0,1 0-1 0 0,-1 1 1 0 0,1-1 0 0 0,0 1-1 0 0,-1 0 1 0 0,2 1-1 0 0,-1 0 1 0 0,0 0 0 0 0,1 0-1 0 0,-9 9 1 0 0,12-12-67 0 0,1 0-1 0 0,-1 1 1 0 0,1 0 0 0 0,0-1 0 0 0,-1 1 0 0 0,1 0 0 0 0,0-1 0 0 0,0 1 0 0 0,1 0 0 0 0,-1 0-1 0 0,0 0 1 0 0,0 0 0 0 0,1 0 0 0 0,-1 0 0 0 0,1 0 0 0 0,0 0 0 0 0,0 0 0 0 0,0 0 0 0 0,0 0 0 0 0,0 0-1 0 0,0 0 1 0 0,0 0 0 0 0,0 0 0 0 0,2 3 0 0 0,-1-4-14 0 0,0 1 1 0 0,1 0-1 0 0,0 0 0 0 0,-1-1 0 0 0,1 1 1 0 0,0-1-1 0 0,0 0 0 0 0,0 1 1 0 0,0-1-1 0 0,0 0 0 0 0,0 0 0 0 0,0 0 1 0 0,0 0-1 0 0,0-1 0 0 0,0 1 0 0 0,1 0 1 0 0,3-1-1 0 0,4 2-26 0 0,1-1 0 0 0,-1 0 0 0 0,0-1 0 0 0,1-1 1 0 0,-1 1-1 0 0,0-1 0 0 0,1-1 0 0 0,12-4 0 0 0,-15 3 67 0 0,34-8 941 0 0,-40 10-961 0 0,11 5 37 0 0,-13-3-46 0 0,1 1 0 0 0,0-1 0 0 0,-1 1 0 0 0,1-1 0 0 0,-1 1 0 0 0,1 0 0 0 0,-1-1 1 0 0,0 1-1 0 0,0 0 0 0 0,0 0 0 0 0,0-1 0 0 0,0 1 0 0 0,0 0 0 0 0,0-1 0 0 0,-1 1 0 0 0,0 2 0 0 0,-19 89 62 0 0,-5-2 0 0 0,-59 145 0 0 0,27-81-1 0 0,45-121-15 0 0,-2 0 1 0 0,0-1 0 0 0,-3-1-1 0 0,0 0 1 0 0,-41 53 0 0 0,56-83 37 0 0,1 0 0 0 0,0 0-1 0 0,-1 0 1 0 0,0 0 0 0 0,0 0 0 0 0,1 0 0 0 0,-1-1 0 0 0,0 1 0 0 0,0-1 0 0 0,0 1-1 0 0,-1-1 1 0 0,1 0 0 0 0,0 0 0 0 0,0 0 0 0 0,-1 0 0 0 0,1 0 0 0 0,-1-1 0 0 0,1 1-1 0 0,-1-1 1 0 0,1 1 0 0 0,-1-1 0 0 0,1 0 0 0 0,-1 0 0 0 0,1 0 0 0 0,-1 0 0 0 0,1 0-1 0 0,-1-1 1 0 0,1 1 0 0 0,-1-1 0 0 0,1 0 0 0 0,0 0 0 0 0,-1 0 0 0 0,1 0 0 0 0,0 0-1 0 0,0 0 1 0 0,0 0 0 0 0,-1-1 0 0 0,-1-1 0 0 0,1 0 45 0 0,0 0 0 0 0,0 0 0 0 0,1-1 0 0 0,-1 1 0 0 0,1-1 0 0 0,-1 1 0 0 0,1-1 0 0 0,1 0 0 0 0,-1 0 0 0 0,0 0 0 0 0,1 0 0 0 0,0 0 0 0 0,0 0 0 0 0,0 0 0 0 0,0 0 0 0 0,1 0 0 0 0,-1 0 0 0 0,1-1 0 0 0,0 1 0 0 0,1 0 0 0 0,-1 0 0 0 0,2-7 0 0 0,4-8 19 0 0,1 0 1 0 0,1 0-1 0 0,1 1 1 0 0,1 0-1 0 0,0 1 1 0 0,1 0-1 0 0,1 0 1 0 0,0 1-1 0 0,29-27 1 0 0,-13 16-867 0 0,1 1 0 0 0,1 2 0 0 0,2 1 0 0 0,44-24 0 0 0,23 2-7595 0 0,-49 22 3514 0 0</inkml:trace>
</inkml:ink>
</file>

<file path=ppt/ink/ink8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33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52 156 0 0,'0'0'356'0'0,"-6"-40"7538"0"0,5 29-4883 0 0,3 30-2491 0 0,1 43-664 0 0,-6 5 288 0 0,7 109 1 0 0,2-31 15 0 0,-5-127-134 0 0,-1-14-47 0 0,1-1 1 0 0,-1 1-1 0 0,0 0 0 0 0,0 0 1 0 0,-1 0-1 0 0,1 0 0 0 0,-1-1 0 0 0,1 1 1 0 0,-3 5-1 0 0,2-7-182 0 0,4 7-252 0 0,-8-6-2851 0 0,-3-4 2853 0 0,0-3-2871 0 0,-6-7 892 0 0</inkml:trace>
</inkml:ink>
</file>

<file path=ppt/ink/ink8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34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5 245 352 0 0,'-1'0'106'0'0,"1"0"-1"0"0,0 0 1 0 0,-1-1 0 0 0,1 1-1 0 0,0 0 1 0 0,-1-1 0 0 0,1 1-1 0 0,0 0 1 0 0,0-1 0 0 0,-1 1 0 0 0,1-1-1 0 0,0 1 1 0 0,0 0 0 0 0,0-1-1 0 0,0 1 1 0 0,-1-1 0 0 0,1 1-1 0 0,0-1 1 0 0,0 1 0 0 0,0 0-1 0 0,0-1 1 0 0,0 1 0 0 0,0-1-1 0 0,0 1 1 0 0,0-1 0 0 0,0 1-1 0 0,0 0 1 0 0,0-1 0 0 0,1 1-1 0 0,-1-1 1 0 0,0 1 0 0 0,0-1-1 0 0,0 1 1 0 0,1 0 0 0 0,-1-1 0 0 0,0 1-1 0 0,0 0 1 0 0,1-1 0 0 0,-1 1-1 0 0,23-8 1420 0 0,48 7-1673 0 0,-50 2 654 0 0,314-6 590 0 0,181-5-249 0 0,-403 7-676 0 0,-70 4-54 0 0,0-2 1 0 0,0-2-1 0 0,0-1 0 0 0,48-13 1 0 0,-89 17-107 0 0,0-1-1 0 0,0 1 1 0 0,0 0 0 0 0,0-1-1 0 0,0 0 1 0 0,0 1 0 0 0,-1-1-1 0 0,1 0 1 0 0,0 0 0 0 0,-1 0-1 0 0,1 0 1 0 0,0 0 0 0 0,-1 0-1 0 0,1-1 1 0 0,-1 1 0 0 0,0-1-1 0 0,1 1 1 0 0,-1-1 0 0 0,0 1-1 0 0,0-1 1 0 0,0 1 0 0 0,0-1-1 0 0,0 0 1 0 0,0 0 0 0 0,0-2-1 0 0,-1 1-2 0 0,0 1 0 0 0,0-1-1 0 0,-1 0 1 0 0,1 0 0 0 0,-1 1-1 0 0,0-1 1 0 0,1 0 0 0 0,-1 1-1 0 0,0-1 1 0 0,-1 1 0 0 0,1-1-1 0 0,0 1 1 0 0,-1-1 0 0 0,1 1-1 0 0,-4-3 1 0 0,-6-8 32 0 0,-1 0-1 0 0,0 1 1 0 0,-1 0-1 0 0,-22-14 1 0 0,1-1 117 0 0,33 26-139 0 0,0 2-23 0 0,-1-1 0 0 0,0 1 0 0 0,0-1 0 0 0,1 1 0 0 0,-1 0 0 0 0,0 0 0 0 0,1 0 0 0 0,-1 0 1 0 0,1 0-1 0 0,0 0 0 0 0,-1 0 0 0 0,1 0 0 0 0,0 1 0 0 0,-1-1 0 0 0,1 1 0 0 0,0-1 0 0 0,0 1 0 0 0,0-1 1 0 0,0 1-1 0 0,1-1 0 0 0,-1 1 0 0 0,-1 3 0 0 0,-12 50-7 0 0,5-19 7 0 0,-9 33 58 0 0,3 1 0 0 0,2 0 0 0 0,-3 96 1 0 0,13-132-28 0 0,-2 139 171 0 0,6-124-77 0 0,-1-47-96 0 0,0-2 19 0 0,0 1-1 0 0,0 0 1 0 0,1-1-1 0 0,-1 1 1 0 0,0 0-1 0 0,1-1 0 0 0,-1 1 1 0 0,0-1-1 0 0,1 1 1 0 0,-1-1-1 0 0,1 1 1 0 0,-1 0-1 0 0,1-1 1 0 0,-1 0-1 0 0,1 1 0 0 0,-1-1 1 0 0,1 1-1 0 0,0-1 1 0 0,-1 0-1 0 0,1 1 1 0 0,-1-1-1 0 0,1 0 1 0 0,0 1-1 0 0,0-1 0 0 0,-1 0 1 0 0,2 0-1 0 0,6-10 57 0 0,5-5 22 0 0,0-2 1 0 0,-2 1-1 0 0,1-2 1 0 0,10-23-1 0 0,-21 39-121 0 0,0-1 0 0 0,1 1-1 0 0,-1 0 1 0 0,1-1-1 0 0,0 1 1 0 0,0 0 0 0 0,0 0-1 0 0,0 0 1 0 0,0 0 0 0 0,0 0-1 0 0,0 1 1 0 0,0-1-1 0 0,1 1 1 0 0,-1-1 0 0 0,1 1-1 0 0,-1 0 1 0 0,1 0-1 0 0,-1 0 1 0 0,1 0 0 0 0,0 1-1 0 0,3-2 1 0 0,126 22-272 0 0,-85-11 146 0 0,1-2 1 0 0,50 0 0 0 0,-93-7 117 0 0,-1 0 1 0 0,1 0-1 0 0,-1-1 0 0 0,1 1 1 0 0,-1-1-1 0 0,0 0 1 0 0,1 0-1 0 0,-1-1 0 0 0,0 1 1 0 0,0-1-1 0 0,1 0 1 0 0,-1 0-1 0 0,5-4 0 0 0,-8 4 18 0 0,0 1-1 0 0,0 0 0 0 0,0-1 0 0 0,0 1 0 0 0,0-1 0 0 0,0 1 1 0 0,0-1-1 0 0,0 1 0 0 0,-1-1 0 0 0,1 0 0 0 0,-1 1 1 0 0,1-1-1 0 0,-1 0 0 0 0,0 1 0 0 0,0-1 0 0 0,1 0 0 0 0,-1 1 1 0 0,0-1-1 0 0,-1 0 0 0 0,1 0 0 0 0,0 1 0 0 0,0-1 1 0 0,-1 0-1 0 0,1 0 0 0 0,-1 1 0 0 0,1-1 0 0 0,-1 1 0 0 0,0-1 1 0 0,0 1-1 0 0,0-1 0 0 0,0 1 0 0 0,0-1 0 0 0,0 1 1 0 0,0 0-1 0 0,0-1 0 0 0,-3-1 0 0 0,3 1 11 0 0,1 1 0 0 0,-1 0 0 0 0,0-1 0 0 0,0 1 0 0 0,0 0 0 0 0,-1 0 0 0 0,1 0 0 0 0,0-1 0 0 0,0 1 0 0 0,-1 0 0 0 0,1 1 0 0 0,0-1 1 0 0,-1 0-1 0 0,1 0 0 0 0,-1 1 0 0 0,1-1 0 0 0,-1 0 0 0 0,1 1 0 0 0,-1 0 0 0 0,0-1 0 0 0,1 1 0 0 0,-1 0 0 0 0,1 0 0 0 0,-1 0 0 0 0,0 0 0 0 0,1 0 0 0 0,-1 0 0 0 0,0 0 0 0 0,1 1 0 0 0,-1-1 0 0 0,-1 1 0 0 0,2 0-18 0 0,-1 0 0 0 0,1 0 0 0 0,0 0-1 0 0,0 1 1 0 0,0-1 0 0 0,0 0 0 0 0,0 0 0 0 0,0 1 0 0 0,0-1-1 0 0,0 1 1 0 0,1-1 0 0 0,-1 1 0 0 0,1-1 0 0 0,-1 1 0 0 0,1-1-1 0 0,-1 1 1 0 0,1 0 0 0 0,0-1 0 0 0,0 1 0 0 0,0-1 0 0 0,0 1-1 0 0,0 0 1 0 0,0-1 0 0 0,0 1 0 0 0,0 0 0 0 0,1-1 0 0 0,-1 1-1 0 0,1-1 1 0 0,0 3 0 0 0,2 5-218 0 0,1 1 0 0 0,1 0-1 0 0,-1-1 1 0 0,1 0 0 0 0,1 0-1 0 0,0-1 1 0 0,0 0 0 0 0,1 0 0 0 0,13 14-1 0 0,-8-12-1151 0 0,1 0 0 0 0,0 0-1 0 0,14 8 1 0 0,2-3-1375 0 0</inkml:trace>
</inkml:ink>
</file>

<file path=ppt/ink/ink8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35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32 492 0 0,'4'-8'1098'0'0,"-5"3"2202"0"0,-2 3-3197 0 0,0-1 1 0 0,0 1-1 0 0,0 1 1 0 0,-1-1 0 0 0,1 0-1 0 0,-1 1 1 0 0,1 0-1 0 0,-1 0 1 0 0,1 0-1 0 0,-1 0 1 0 0,0 0 0 0 0,1 1-1 0 0,-1-1 1 0 0,0 1-1 0 0,1 0 1 0 0,-1 1-1 0 0,0-1 1 0 0,1 0 0 0 0,-1 1-1 0 0,0 0 1 0 0,-4 1-1 0 0,-86 24 645 0 0,92-25-705 0 0,-15 4 115 0 0,12-4-100 0 0,0 0-1 0 0,0 1 1 0 0,0-1-1 0 0,0 1 1 0 0,0 1-1 0 0,0-1 1 0 0,1 1-1 0 0,-1 0 0 0 0,1 0 1 0 0,0 0-1 0 0,-5 4 1 0 0,9-6-50 0 0,0 0 0 0 0,0 0 0 0 0,-1 0 0 0 0,1 0 1 0 0,0 0-1 0 0,0 0 0 0 0,0 0 0 0 0,0 0 0 0 0,1 0 0 0 0,-1 0 1 0 0,0 0-1 0 0,0 0 0 0 0,1 0 0 0 0,-1 0 0 0 0,0 0 1 0 0,1 0-1 0 0,-1 0 0 0 0,1 0 0 0 0,-1-1 0 0 0,1 1 0 0 0,0 0 1 0 0,-1 0-1 0 0,1-1 0 0 0,0 1 0 0 0,-1 0 0 0 0,1-1 0 0 0,1 2 1 0 0,-2-2-10 0 0,7 4-38 0 0,1 1 0 0 0,-1-1 0 0 0,1-1-1 0 0,0 0 1 0 0,0 0 0 0 0,0 0 0 0 0,1-1-1 0 0,12 1 1 0 0,2 3-177 0 0,-19-6 192 0 0,-1 1 0 0 0,1 0 0 0 0,-1 0 0 0 0,1 0 0 0 0,-1 1 0 0 0,0-1 0 0 0,1 1 0 0 0,-1 0 0 0 0,0-1 0 0 0,0 2 0 0 0,0-1 0 0 0,-1 0 0 0 0,1 0 0 0 0,0 1 1 0 0,-1 0-1 0 0,0-1 0 0 0,1 1 0 0 0,-1 0 0 0 0,0 0 0 0 0,-1 0 0 0 0,1 0 0 0 0,0 1 0 0 0,-1-1 0 0 0,0 0 0 0 0,0 1 0 0 0,0-1 0 0 0,0 1 0 0 0,0-1 0 0 0,-1 1 0 0 0,1-1 0 0 0,-1 1 0 0 0,0 0 0 0 0,0-1 0 0 0,-2 7 0 0 0,-2 10-6 0 0,0 0-1 0 0,-2 0 1 0 0,-1-1-1 0 0,0 0 1 0 0,-12 21-1 0 0,-6 16-28 0 0,22-46 42 0 0,0 0 0 0 0,0 0 0 0 0,1 0 1 0 0,0 0-1 0 0,0 1 0 0 0,1 18 0 0 0,1-28 18 0 0,0 1-1 0 0,0 0 1 0 0,0-1-1 0 0,1 1 1 0 0,-1 0 0 0 0,1 0-1 0 0,-1-1 1 0 0,1 1-1 0 0,-1-1 1 0 0,1 1-1 0 0,0-1 1 0 0,0 1 0 0 0,0-1-1 0 0,0 1 1 0 0,0-1-1 0 0,0 0 1 0 0,0 1-1 0 0,1-1 1 0 0,1 2 0 0 0,-1-2 2 0 0,1-1 1 0 0,-1 1-1 0 0,0 0 1 0 0,1 0-1 0 0,-1-1 1 0 0,1 0 0 0 0,-1 1-1 0 0,1-1 1 0 0,-1 0-1 0 0,1 0 1 0 0,0 0-1 0 0,-1-1 1 0 0,1 1-1 0 0,-1-1 1 0 0,0 1 0 0 0,1-1-1 0 0,3-1 1 0 0,16-7-2 0 0,-1 0 0 0 0,0-1 0 0 0,-1-1-1 0 0,0-1 1 0 0,-1-1 0 0 0,0-1 0 0 0,-1 0 0 0 0,0-2 0 0 0,17-18 0 0 0,-3-3 143 0 0,0 0-1 0 0,-3-2 1 0 0,33-56-1 0 0,-49 74 512 0 0,-1-1 0 0 0,-1-1 0 0 0,-1 0 0 0 0,9-30 0 0 0,-18 52-384 0 0,3-12 214 0 0,-2 7-150 0 0,-2 9 393 0 0,-3 12-693 0 0,1 1 1 0 0,0-1 0 0 0,1 0 0 0 0,1 1 0 0 0,3 29 0 0 0,-2-41-35 0 0,0 0-1 0 0,-1 0 1 0 0,1-1 0 0 0,1 1 0 0 0,-1 0 0 0 0,0 0 0 0 0,1-1-1 0 0,0 1 1 0 0,0-1 0 0 0,0 1 0 0 0,0-1 0 0 0,0 0 0 0 0,1 0-1 0 0,0 0 1 0 0,-1 0 0 0 0,1 0 0 0 0,0-1 0 0 0,0 1-1 0 0,1-1 1 0 0,-1 0 0 0 0,0 0 0 0 0,1 0 0 0 0,-1 0 0 0 0,1-1-1 0 0,0 1 1 0 0,-1-1 0 0 0,1 0 0 0 0,0 0 0 0 0,7 1 0 0 0,-2-2-42 0 0,-1 0 0 0 0,1 0 1 0 0,-1-1-1 0 0,1 0 1 0 0,-1 0-1 0 0,0-1 1 0 0,0 0-1 0 0,0 0 0 0 0,0-1 1 0 0,11-5-1 0 0,1-2-108 0 0,-1-2 0 0 0,31-21-1 0 0,-49 32 113 0 0,41-8-411 0 0,-23 8 412 0 0,1-2 0 0 0,-1 0 0 0 0,0-1 0 0 0,0-1 0 0 0,26-10 0 0 0,-43 14 257 0 0,6 1 453 0 0,-7 0-673 0 0,0-1 0 0 0,0 1 0 0 0,-1 0-1 0 0,1 0 1 0 0,0 0 0 0 0,0 0 0 0 0,0 0-1 0 0,-1 0 1 0 0,1 0 0 0 0,0 0-1 0 0,0 0 1 0 0,0 0 0 0 0,-1 0 0 0 0,1 1-1 0 0,0-1 1 0 0,0 0 0 0 0,-1 0 0 0 0,1 1-1 0 0,0-1 1 0 0,-1 1 0 0 0,1-1 0 0 0,0 1-1 0 0,-1-1 1 0 0,1 1 0 0 0,0-1 0 0 0,-1 1-1 0 0,1-1 1 0 0,-1 1 0 0 0,1 0-1 0 0,-1-1 1 0 0,0 1 0 0 0,1 0 0 0 0,-1-1-1 0 0,1 1 1 0 0,-1 1 0 0 0,9 12-2050 0 0,-7-12 1491 0 0,0 2-234 0 0,1 2-3134 0 0,2 3 897 0 0</inkml:trace>
</inkml:ink>
</file>

<file path=ppt/ink/ink8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35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77 440 0 0,'7'-74'7532'0'0,"-7"72"-7365"0"0,10 25-5047 0 0,-8-19 3045 0 0</inkml:trace>
</inkml:ink>
</file>

<file path=ppt/ink/ink8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35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57 344 544 0 0,'-34'-8'3730'0'0,"33"8"-3644"0"0,0 0 0 0 0,0 1 0 0 0,0-1 0 0 0,0 0 0 0 0,-1 1-1 0 0,1-1 1 0 0,1 0 0 0 0,-1 1 0 0 0,0 0 0 0 0,0-1 0 0 0,0 1-1 0 0,0-1 1 0 0,0 1 0 0 0,0 0 0 0 0,1 0 0 0 0,-1-1 0 0 0,0 1 0 0 0,0 0-1 0 0,1 0 1 0 0,-1 0 0 0 0,1 0 0 0 0,-1 0 0 0 0,1 0 0 0 0,-1 0 0 0 0,1 0-1 0 0,0 0 1 0 0,-1 0 0 0 0,1 1 0 0 0,0 0-40 0 0,0 1 1 0 0,0-1-1 0 0,0 0 1 0 0,1 0-1 0 0,-1 0 0 0 0,1 0 1 0 0,0 0-1 0 0,-1 0 0 0 0,1 0 1 0 0,0 0-1 0 0,0 0 1 0 0,0 0-1 0 0,0 0 0 0 0,0 0 1 0 0,3 3-1 0 0,21 23 164 0 0,-21-24-231 0 0,1 0 1 0 0,-1 0-1 0 0,1-1 0 0 0,0 0 0 0 0,0 0 1 0 0,0 0-1 0 0,0 0 0 0 0,0-1 0 0 0,1 0 1 0 0,-1 0-1 0 0,1 0 0 0 0,-1-1 0 0 0,1 0 1 0 0,0 0-1 0 0,0 0 0 0 0,-1-1 0 0 0,1 0 1 0 0,0 0-1 0 0,0 0 0 0 0,0-1 0 0 0,-1 0 1 0 0,1 0-1 0 0,0 0 0 0 0,-1-1 0 0 0,1 1 1 0 0,-1-2-1 0 0,1 1 0 0 0,-1 0 0 0 0,6-5 0 0 0,-1 1 25 0 0,0-1 0 0 0,-1 0-1 0 0,0 0 1 0 0,0-1 0 0 0,-1-1-1 0 0,0 1 1 0 0,0-1 0 0 0,-1 0-1 0 0,0-1 1 0 0,-1 0 0 0 0,0 0-1 0 0,0 0 1 0 0,6-18 0 0 0,-1-9 664 0 0,-2 0 0 0 0,-1-1 1 0 0,-3 0-1 0 0,0-1 1 0 0,-2-56-1 0 0,-4 80 633 0 0,-1 13-548 0 0,-6 27-361 0 0,-5 48-402 0 0,9-35 76 0 0,-7 96 24 0 0,11-119-174 0 0,0 0-1 0 0,1 0 1 0 0,1-1-1 0 0,1 1 1 0 0,0 0-1 0 0,8 23 1 0 0,-10-36 68 0 0,0 1 0 0 0,0-1 0 0 0,0 0 0 0 0,0 0 0 0 0,0-1 0 0 0,1 1 0 0 0,-1 0 0 0 0,1 0 0 0 0,-1-1 0 0 0,1 1 1 0 0,-1 0-1 0 0,1-1 0 0 0,0 0 0 0 0,0 1 0 0 0,0-1 0 0 0,0 0 0 0 0,0 0 0 0 0,0 0 0 0 0,0 0 0 0 0,0-1 0 0 0,1 1 0 0 0,-1 0 0 0 0,0-1 0 0 0,0 0 0 0 0,1 1 0 0 0,-1-1 0 0 0,0 0 1 0 0,0 0-1 0 0,1 0 0 0 0,-1-1 0 0 0,4 0 0 0 0,-1 0 51 0 0,-1 0 0 0 0,1 0-1 0 0,-1-1 1 0 0,0 1 0 0 0,1-1 0 0 0,-1 0 0 0 0,0-1 0 0 0,0 1 0 0 0,0-1 0 0 0,0 1 0 0 0,-1-1 0 0 0,1 0-1 0 0,-1-1 1 0 0,6-6 0 0 0,-8 9 151 0 0,5-3 126 0 0,-5 4-273 0 0,-1-1 1 0 0,1 1-1 0 0,-1-1 1 0 0,1 1-1 0 0,0 0 0 0 0,-1-1 1 0 0,1 1-1 0 0,-1 0 1 0 0,1-1-1 0 0,0 1 0 0 0,-1 0 1 0 0,1 0-1 0 0,0-1 1 0 0,-1 1-1 0 0,1 0 0 0 0,0 0 1 0 0,-1 0-1 0 0,1 0 1 0 0,0 0-1 0 0,-1 0 0 0 0,1 0 1 0 0,0 0-1 0 0,1 1 1 0 0,4 4-57 0 0,1 0 0 0 0,0 1 0 0 0,-1 0 0 0 0,10 12 0 0 0,12 12-2045 0 0,6-7-3754 0 0,-11-13 2074 0 0</inkml:trace>
</inkml:ink>
</file>

<file path=ppt/ink/ink8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45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41 608 0 0,'-18'-40'7529'0'0,"16"47"-7312"0"0,-99 370 1258 0 0,82-305-1273 0 0,-43 139 545 0 0,55-190-90 0 0,6-19 185 0 0,27-57 139 0 0,-19 46-973 0 0,0-1 0 0 0,0 1 0 0 0,1 1 0 0 0,0-1 0 0 0,1 2 0 0 0,0-1 0 0 0,0 1 0 0 0,1 0 0 0 0,0 1 0 0 0,0 0 0 0 0,0 1 0 0 0,1 0 0 0 0,-1 0 0 0 0,1 1 0 0 0,22-4 0 0 0,-25 6-17 0 0,-1 1-1 0 0,1 0 1 0 0,-1 1-1 0 0,1 0 1 0 0,0 0-1 0 0,-1 1 1 0 0,1 0-1 0 0,-1 0 1 0 0,1 0-1 0 0,-1 1 1 0 0,0 1-1 0 0,0-1 1 0 0,0 1-1 0 0,0 0 1 0 0,0 0-1 0 0,0 1 1 0 0,-1 0-1 0 0,0 0 1 0 0,1 1-1 0 0,-2 0 1 0 0,1 0-1 0 0,0 0 1 0 0,-1 1-1 0 0,0 0 1 0 0,5 7-1 0 0,-9-11 10 0 0,0 0-1 0 0,0 0 0 0 0,0 0 1 0 0,-1 0-1 0 0,1 1 1 0 0,-1-1-1 0 0,1 0 1 0 0,-1 0-1 0 0,0 0 0 0 0,0 0 1 0 0,0 0-1 0 0,0 1 1 0 0,0-1-1 0 0,0 0 0 0 0,-1 0 1 0 0,1 0-1 0 0,-1 0 1 0 0,1 0-1 0 0,-1 0 0 0 0,0 0 1 0 0,0 0-1 0 0,0 0 1 0 0,0 0-1 0 0,0 0 1 0 0,0 0-1 0 0,0 0 0 0 0,-1-1 1 0 0,1 1-1 0 0,-1 0 1 0 0,1-1-1 0 0,-1 0 0 0 0,-1 2 1 0 0,-4 3 1 0 0,-1 1 0 0 0,1-2 1 0 0,-1 1-1 0 0,0-1 0 0 0,-15 8 0 0 0,6-7 23 0 0,1 0 0 0 0,-1-1 0 0 0,0-1 0 0 0,-23 4 1 0 0,31-7-203 0 0,-1 0 0 0 0,1-1 0 0 0,-1 0 0 0 0,1 0 0 0 0,-1-1 0 0 0,1 0 1 0 0,-1-1-1 0 0,1 0 0 0 0,-13-4 0 0 0,21 6-108 0 0,-1-1 0 0 0,1 1 1 0 0,-1-1-1 0 0,1 1 0 0 0,-1-1 0 0 0,1 0 0 0 0,-1 1 0 0 0,1-1 1 0 0,0 0-1 0 0,-1 0 0 0 0,1 0 0 0 0,0 0 0 0 0,0 0 1 0 0,0 0-1 0 0,0 0 0 0 0,0-1 0 0 0,0 1 0 0 0,0 0 0 0 0,0-1 1 0 0,0 1-1 0 0,1-1 0 0 0,-2-1 0 0 0,-1-7-2469 0 0</inkml:trace>
</inkml:ink>
</file>

<file path=ppt/ink/ink8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45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19 640 0 0,'17'6'603'0'0,"0"0"1"0"0,-1 2-1 0 0,0 0 0 0 0,-1 1 1 0 0,1 0-1 0 0,15 14 0 0 0,-27-20-548 0 0,-1 0-1 0 0,1 0 0 0 0,-1 0 1 0 0,0 0-1 0 0,1 1 1 0 0,-1-1-1 0 0,-1 1 0 0 0,1 0 1 0 0,-1 0-1 0 0,1 0 0 0 0,-1 0 1 0 0,0 0-1 0 0,-1 0 0 0 0,1 0 1 0 0,-1 1-1 0 0,0-1 1 0 0,0 1-1 0 0,0-1 0 0 0,0 1 1 0 0,-1 0-1 0 0,0-1 0 0 0,0 1 1 0 0,0-1-1 0 0,0 1 0 0 0,-1 0 1 0 0,0-1-1 0 0,0 1 1 0 0,-3 8-1 0 0,2-9 51 0 0,-1 1 1 0 0,1-1-1 0 0,-1 1 0 0 0,0-1 1 0 0,0 0-1 0 0,-1 0 0 0 0,1 0 1 0 0,-1 0-1 0 0,0-1 0 0 0,0 0 1 0 0,0 1-1 0 0,0-1 0 0 0,-1-1 1 0 0,1 1-1 0 0,-1-1 0 0 0,-7 3 1 0 0,10-4 415 0 0,-15-11 95 0 0,17 7-583 0 0,-1 0 1 0 0,1-1 0 0 0,1 1 0 0 0,-1-1 0 0 0,0 1 0 0 0,1 0 0 0 0,0-1 0 0 0,0 1-1 0 0,0 0 1 0 0,0 0 0 0 0,0-1 0 0 0,1 1 0 0 0,-1 0 0 0 0,1 0 0 0 0,0 1 0 0 0,0-1 0 0 0,0 0-1 0 0,0 0 1 0 0,0 1 0 0 0,4-3 0 0 0,57-53 185 0 0,-53 50-189 0 0,13-9-214 0 0,1 1 0 0 0,0 2 0 0 0,1 0 1 0 0,0 2-1 0 0,1 0 0 0 0,0 2 0 0 0,1 1 0 0 0,53-11 0 0 0,-29 9-315 0 0,-50 11 437 0 0,0 0-69 0 0,0 0 124 0 0,-1 0-1 0 0,1 0 1 0 0,-1 0-1 0 0,1 0 1 0 0,-1 0-1 0 0,1 0 0 0 0,-1 0 1 0 0,1 0-1 0 0,0 0 1 0 0,-1 1-1 0 0,1-1 1 0 0,-1 0-1 0 0,1 0 1 0 0,-1 0-1 0 0,1 1 1 0 0,-1-1-1 0 0,1 0 1 0 0,-1 1-1 0 0,0-1 1 0 0,1 1-1 0 0,-1-1 1 0 0,1 0-1 0 0,-1 1 0 0 0,0-1 1 0 0,1 2-1 0 0,-22 56-63 0 0,13-41 43 0 0,2 1 0 0 0,0 1 0 0 0,-4 22 0 0 0,9-34 37 0 0,0 0 0 0 0,1 0 0 0 0,-1 0-1 0 0,2 0 1 0 0,-1 0 0 0 0,1 0 0 0 0,0 0-1 0 0,1 0 1 0 0,-1 0 0 0 0,1 0 0 0 0,1-1-1 0 0,5 12 1 0 0,-8-17 18 0 0,0 1-1 0 0,1-1 1 0 0,-1 0-1 0 0,1 0 1 0 0,-1 0-1 0 0,1 0 1 0 0,-1 0-1 0 0,1 0 1 0 0,0 0-1 0 0,0 0 1 0 0,-1 0-1 0 0,1 0 1 0 0,0 0-1 0 0,0-1 1 0 0,0 1-1 0 0,0 0 1 0 0,0 0-1 0 0,0-1 1 0 0,0 1-1 0 0,0-1 1 0 0,0 1-1 0 0,0-1 1 0 0,1 1-1 0 0,-1-1 1 0 0,0 0-1 0 0,0 0 1 0 0,0 1-1 0 0,0-1 1 0 0,1 0-1 0 0,-1 0 1 0 0,0 0-1 0 0,0 0 1 0 0,0-1-1 0 0,1 1 1 0 0,-1 0-1 0 0,0 0 1 0 0,0-1-1 0 0,0 1 1 0 0,0 0-1 0 0,1-1 1 0 0,-1 0-1 0 0,0 1 1 0 0,0-1-1 0 0,0 1 1 0 0,0-1-1 0 0,0 0 1 0 0,0 0-1 0 0,-1 0 1 0 0,1 1-1 0 0,0-1 1 0 0,1-2 0 0 0,2-2 121 0 0,0 1 1 0 0,-1-1-1 0 0,1 0 1 0 0,-1 0-1 0 0,0 0 1 0 0,0 0 0 0 0,-1-1-1 0 0,0 1 1 0 0,2-8-1 0 0,-2 3-33 0 0,0 0-1 0 0,-2 0 0 0 0,1-1 1 0 0,-1 1-1 0 0,0 0 0 0 0,-1-1 1 0 0,-1 1-1 0 0,1 0 0 0 0,-2 0 1 0 0,1 0-1 0 0,-1 0 0 0 0,-1 0 1 0 0,0 1-1 0 0,0-1 0 0 0,-9-12 1 0 0,13 21-251 0 0,-1 0 0 0 0,0 1 0 0 0,0-1 0 0 0,1 0 0 0 0,-1 1 0 0 0,0-1 1 0 0,0 1-1 0 0,0-1 0 0 0,0 1 0 0 0,0 0 0 0 0,1-1 0 0 0,-1 1 0 0 0,0 0 0 0 0,0 0 0 0 0,0-1 1 0 0,0 1-1 0 0,0 0 0 0 0,0 0 0 0 0,0 0 0 0 0,0 0 0 0 0,0 0 0 0 0,-1 1 0 0 0,-7 3-4632 0 0,0 5 2224 0 0</inkml:trace>
</inkml:ink>
</file>

<file path=ppt/ink/ink8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46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0 104 0 0,'0'0'2607'0'0,"4"15"-1237"0"0,-19 98 1642 0 0,15-112-2989 0 0,0 0 0 0 0,0 0 1 0 0,0 0-1 0 0,0 0 0 0 0,0 0 1 0 0,1 0-1 0 0,-1 0 0 0 0,0 0 0 0 0,1 0 1 0 0,-1 0-1 0 0,0 0 0 0 0,1 0 1 0 0,-1 0-1 0 0,1 0 0 0 0,-1 0 1 0 0,1 0-1 0 0,0 0 0 0 0,-1 0 1 0 0,1-1-1 0 0,0 1 0 0 0,0 0 1 0 0,0-1-1 0 0,-1 1 0 0 0,1 0 0 0 0,0-1 1 0 0,0 1-1 0 0,0-1 0 0 0,0 1 1 0 0,0-1-1 0 0,0 0 0 0 0,0 1 1 0 0,0-1-1 0 0,0 0 0 0 0,0 0 1 0 0,0 0-1 0 0,0 0 0 0 0,0 1 1 0 0,1-2-1 0 0,0 1 0 0 0,57-10 130 0 0,-10 1-63 0 0,25 13-113 0 0,-43-1-7 0 0,-1-1 1 0 0,36-4-1 0 0,-63 2 91 0 0,-1 0 1 0 0,1 0-1 0 0,-1-1 1 0 0,0 1-1 0 0,1-1 0 0 0,-1 0 1 0 0,1 0-1 0 0,-1 1 1 0 0,0-2-1 0 0,0 1 1 0 0,0 0-1 0 0,1 0 0 0 0,-1-1 1 0 0,0 1-1 0 0,-1-1 1 0 0,1 1-1 0 0,0-1 0 0 0,0 0 1 0 0,-1 0-1 0 0,1 0 1 0 0,-1 0-1 0 0,1 0 0 0 0,-1 0 1 0 0,0 0-1 0 0,0 0 1 0 0,0-1-1 0 0,0 1 0 0 0,0 0 1 0 0,-1-1-1 0 0,2-4 1 0 0,-2 6 142 0 0,-7-26 298 0 0,4 22-515 0 0,0 1-1 0 0,0-1 1 0 0,0 1-1 0 0,-1 0 0 0 0,0 0 1 0 0,1 0-1 0 0,-1 0 1 0 0,-1 1-1 0 0,1-1 1 0 0,-5-2-1 0 0,7 5-478 0 0,-13 5-1916 0 0,9-3-936 0 0</inkml:trace>
</inkml:ink>
</file>

<file path=ppt/ink/ink8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46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64 0 0,'12'83'3524'0'0,"-12"-82"-3310"0"0,11 36 1327 0 0,-1-37-1291 0 0,0-1 0 0 0,0 0-1 0 0,0-1 1 0 0,0 0 0 0 0,0 0 0 0 0,0-1-1 0 0,-1-1 1 0 0,16-7 0 0 0,16-4 864 0 0,-39 14-923 0 0,7 4-4 0 0,11 8-270 0 0,11 22-5165 0 0</inkml:trace>
</inkml:ink>
</file>

<file path=ppt/ink/ink8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47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239 368 668 0 0,'35'-20'3119'0'0,"-11"3"-1856"0"0,-9 7-792 0 0,-1 1 0 0 0,0-2 0 0 0,-1 0 0 0 0,0 0 0 0 0,0-1 0 0 0,-1-1 0 0 0,-1 0-1 0 0,0 0 1 0 0,-1-1 0 0 0,8-16 0 0 0,-15 24-407 0 0,-2 0 0 0 0,1-1 0 0 0,-1 1 0 0 0,0 0-1 0 0,0-1 1 0 0,-1 1 0 0 0,0-1 0 0 0,0 1 0 0 0,0-1 0 0 0,-1 1-1 0 0,0-1 1 0 0,-1 1 0 0 0,1 0 0 0 0,-1-1 0 0 0,0 1 0 0 0,0 0-1 0 0,-1 0 1 0 0,0 1 0 0 0,0-1 0 0 0,-1 0 0 0 0,-5-7 0 0 0,7 10-50 0 0,0 0 1 0 0,-1 0-1 0 0,1 0 1 0 0,-1 1-1 0 0,1-1 1 0 0,-1 1-1 0 0,0-1 1 0 0,0 1-1 0 0,-1 0 1 0 0,1 0-1 0 0,0 0 1 0 0,-1 0-1 0 0,1 1 1 0 0,-1-1-1 0 0,1 1 1 0 0,-1 0-1 0 0,1 0 1 0 0,-1 1-1 0 0,0-1 1 0 0,0 1-1 0 0,0-1 1 0 0,1 1-1 0 0,-1 0 1 0 0,0 1-1 0 0,0-1 1 0 0,1 1-1 0 0,-1-1 1 0 0,0 1-1 0 0,0 0 1 0 0,1 1-1 0 0,-1-1 1 0 0,1 0-1 0 0,-1 1 1 0 0,1 0-1 0 0,0 0 1 0 0,0 0-1 0 0,-4 3 1 0 0,-5 6-6 0 0,1 0 0 0 0,0 1 0 0 0,0 0 0 0 0,2 1 0 0 0,-1 0 0 0 0,2 1 0 0 0,0 0 0 0 0,0 0 1 0 0,1 0-1 0 0,1 1 0 0 0,-7 25 0 0 0,-4 22 26 0 0,-15 95 0 0 0,-6 266 114 0 0,25-224-38 0 0,12-186-74 0 0,0 0 0 0 0,0 0 0 0 0,-2-1 0 0 0,0 1 0 0 0,-8 22 0 0 0,11-35-37 0 0,0 1 0 0 0,-1-1 0 0 0,1 1 0 0 0,0-1 0 0 0,-1 0-1 0 0,1 1 1 0 0,0-1 0 0 0,-1 0 0 0 0,1 1 0 0 0,-1-1 0 0 0,1 0 0 0 0,-1 0 0 0 0,1 0-1 0 0,-1 1 1 0 0,1-1 0 0 0,0 0 0 0 0,-1 0 0 0 0,1 0 0 0 0,-1 0 0 0 0,1 0 0 0 0,-1 0 0 0 0,1 0-1 0 0,-1 0 1 0 0,1 0 0 0 0,-1 0 0 0 0,1 0 0 0 0,-1 0 0 0 0,1 0 0 0 0,-1 0 0 0 0,1 0-1 0 0,-1-1 1 0 0,1 1 0 0 0,-1 0 0 0 0,1 0 0 0 0,-1-1 0 0 0,1 1 0 0 0,-1 0 0 0 0,1 0-1 0 0,-1-1 1 0 0,-12-10-35 0 0,10 7 22 0 0,0 0 1 0 0,1-1-1 0 0,0 1 0 0 0,-1 0 0 0 0,2-1 0 0 0,-1 1 1 0 0,0-1-1 0 0,1 1 0 0 0,0-1 0 0 0,0 0 0 0 0,0 1 0 0 0,1-1 1 0 0,0 0-1 0 0,0 0 0 0 0,0 0 0 0 0,1-9 0 0 0,2-2-36 0 0,-1-1 0 0 0,2 1-1 0 0,8-23 1 0 0,-3 15 2 0 0,2 1 0 0 0,0 0 1 0 0,2 1-1 0 0,0 1 0 0 0,1 0 1 0 0,27-30-1 0 0,-13 21-16 0 0,1 1 0 0 0,2 1 0 0 0,43-30-1 0 0,-59 46 22 0 0,0 1-1 0 0,1 1 0 0 0,1 0 0 0 0,0 1 1 0 0,0 1-1 0 0,0 0 0 0 0,34-9 0 0 0,-49 17 16 0 0,36 19-66 0 0,-27-9 116 0 0,0 0-1 0 0,0-1 1 0 0,1 0-1 0 0,0-1 0 0 0,17 8 1 0 0,-25-14-14 0 0,0 0 0 0 0,0 0 0 0 0,0-1-1 0 0,0 1 1 0 0,1-1 0 0 0,-1 0 0 0 0,1 0 0 0 0,-1-1 0 0 0,0 1 0 0 0,1-1 0 0 0,0 0 0 0 0,-1 0-1 0 0,1-1 1 0 0,-1 1 0 0 0,0-1 0 0 0,1 0 0 0 0,-1 0 0 0 0,0 0 0 0 0,1-1 0 0 0,-1 0 0 0 0,5-2-1 0 0,-6 1 61 0 0,0 1 0 0 0,0-1 1 0 0,0 0-1 0 0,-1 0 0 0 0,0 0 0 0 0,1 0 0 0 0,-1 0 0 0 0,0 0 0 0 0,0 0 0 0 0,-1-1 0 0 0,1 1 0 0 0,-1-1 0 0 0,0 1 0 0 0,1-1 0 0 0,-2 0 0 0 0,1 1 0 0 0,0-1 0 0 0,-1 0 0 0 0,0 0 0 0 0,1 0 0 0 0,-2 1 0 0 0,1-7 0 0 0,-1 5 35 0 0,1-1-1 0 0,-1 0 1 0 0,0 0-1 0 0,0 1 1 0 0,0-1-1 0 0,-1 1 0 0 0,0-1 1 0 0,0 1-1 0 0,-1 0 1 0 0,1 0-1 0 0,-1 0 1 0 0,0 0-1 0 0,-1 0 1 0 0,-3-5-1 0 0,5 9-188 0 0,1 1-100 0 0,-1 0 0 0 0,1 0 1 0 0,-1 0-1 0 0,0 0 0 0 0,1 0 1 0 0,-1 0-1 0 0,1 0 0 0 0,-1 0 1 0 0,1 1-1 0 0,-1-1 0 0 0,0 1 1 0 0,1-1-1 0 0,0 1 0 0 0,-1 0 1 0 0,1 0-1 0 0,-1-1 0 0 0,1 1 1 0 0,0 0-1 0 0,0 0 0 0 0,-1 0 1 0 0,1 0-1 0 0,0 1 0 0 0,0-1 1 0 0,0 0-1 0 0,0 0 0 0 0,0 1 1 0 0,0-1-1 0 0,1 0 0 0 0,-1 1 1 0 0,0-1-1 0 0,0 4 0 0 0,-4 4-3745 0 0</inkml:trace>
</inkml:ink>
</file>

<file path=ppt/ink/ink8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47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12 208 0 0,'41'-11'3754'0'0,"-34"12"-3581"0"0,0 0 0 0 0,1 0 0 0 0,-1 1 0 0 0,0 0 0 0 0,0 0 0 0 0,0 1 0 0 0,0 0 0 0 0,0 0 0 0 0,-1 1 1 0 0,0 0-1 0 0,1 0 0 0 0,-1 0 0 0 0,-1 1 0 0 0,1 0 0 0 0,-1 0 0 0 0,0 0 0 0 0,0 1 0 0 0,0 0 0 0 0,-1 0 0 0 0,5 8 1 0 0,12 18 169 0 0,-2 2 1 0 0,24 60 0 0 0,-30-63-85 0 0,1 1-164 0 0,-8-17-650 0 0,0 0 1 0 0,1 0 0 0 0,10 15 0 0 0,-8-27-3133 0 0</inkml:trace>
</inkml:ink>
</file>

<file path=ppt/ink/ink8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48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584 25 904 0 0,'0'-1'126'0'0,"0"0"0"0"0,0 1 0 0 0,1-1 1 0 0,-1 0-1 0 0,0 0 0 0 0,0 0 0 0 0,0 0 0 0 0,0 1 0 0 0,-1-1 0 0 0,1 0 0 0 0,0 0 0 0 0,0 0 0 0 0,0 0 1 0 0,-1 1-1 0 0,1-1 0 0 0,0 0 0 0 0,-1 0 0 0 0,1 1 0 0 0,0-1 0 0 0,-1 0 0 0 0,1 0 0 0 0,-1 1 0 0 0,0-1 1 0 0,1 1-1 0 0,-1-1 0 0 0,1 0 0 0 0,-1 1 0 0 0,0-1 0 0 0,1 1 0 0 0,-1 0 0 0 0,-1-1 0 0 0,0 0 15 0 0,-1 1-1 0 0,1-1 0 0 0,0 1 0 0 0,-1 0 0 0 0,1 0 0 0 0,-1 0 0 0 0,1 0 0 0 0,0 1 0 0 0,-1-1 0 0 0,1 1 0 0 0,-3 0 0 0 0,-67 30 632 0 0,64-27-443 0 0,-51 28 251 0 0,3 3-1 0 0,-79 64 1 0 0,-38 23-5888 0 0,134-98 2972 0 0</inkml:trace>
</inkml:ink>
</file>

<file path=ppt/ink/ink8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0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27 424 0 0,'5'-15'4032'0'0,"-5"14"-3890"0"0,0 1-1 0 0,0-1 0 0 0,0 1 0 0 0,0-1 0 0 0,0 1 0 0 0,0-1 0 0 0,0 1 0 0 0,1-1 0 0 0,-1 1 0 0 0,0-1 0 0 0,0 1 0 0 0,0-1 0 0 0,1 1 0 0 0,-1 0 0 0 0,0-1 0 0 0,1 1 0 0 0,-1 0 0 0 0,0-1 0 0 0,1 1 0 0 0,-1 0 0 0 0,1-1 0 0 0,-1 1 0 0 0,0 0 0 0 0,1-1 0 0 0,-1 1 0 0 0,1 0 0 0 0,-1 0 0 0 0,1 0 0 0 0,-1 0 0 0 0,1-1 0 0 0,-1 1 0 0 0,1 0 0 0 0,5 5-48 0 0,0 1 0 0 0,0 0 0 0 0,-1 0 0 0 0,0 0 1 0 0,0 0-1 0 0,0 1 0 0 0,-1 0 0 0 0,0 0 0 0 0,0 0 0 0 0,-1 0 0 0 0,0 1 0 0 0,-1-1 0 0 0,4 15 0 0 0,3 16 158 0 0,5 60 0 0 0,-12-79-171 0 0,0 8-5 0 0,0 0 0 0 0,-2 1 1 0 0,-1-1-1 0 0,-1 0 0 0 0,-1 1 0 0 0,-1-1 1 0 0,-10 32-1 0 0,10-46-44 0 0,0-1 0 0 0,-1 1-1 0 0,0-1 1 0 0,-1 0 0 0 0,0 0 0 0 0,-1-1 0 0 0,0 0 0 0 0,-1 0 0 0 0,0 0 0 0 0,-1-1-1 0 0,0 0 1 0 0,-1-1 0 0 0,1 0 0 0 0,-2-1 0 0 0,1 0 0 0 0,-22 12 0 0 0,29-18-18 0 0,-1 0 0 0 0,0 0 0 0 0,-1-1 1 0 0,1 1-1 0 0,0-1 0 0 0,0 0 0 0 0,-1 0 0 0 0,1 0 0 0 0,0 0 1 0 0,-1-1-1 0 0,1 0 0 0 0,-1 0 0 0 0,1 0 0 0 0,0-1 1 0 0,-1 1-1 0 0,1-1 0 0 0,-1 0 0 0 0,1 0 0 0 0,0-1 1 0 0,0 1-1 0 0,0-1 0 0 0,0 0 0 0 0,0 0 0 0 0,0 0 0 0 0,0 0 1 0 0,1-1-1 0 0,-1 0 0 0 0,1 0 0 0 0,0 0 0 0 0,0 0 1 0 0,0 0-1 0 0,0-1 0 0 0,0 1 0 0 0,1-1 0 0 0,-5-6 0 0 0,3 1 2 0 0,-1 0 0 0 0,1 0-1 0 0,0 0 1 0 0,1 0 0 0 0,0-1-1 0 0,1 1 1 0 0,0-1 0 0 0,0 0-1 0 0,1 1 1 0 0,0-1-1 0 0,1 0 1 0 0,0 0 0 0 0,1 0-1 0 0,0 0 1 0 0,3-12 0 0 0,-3 17-10 0 0,2-1 1 0 0,-1 1 0 0 0,1 0 0 0 0,-1-1 0 0 0,1 1 0 0 0,1 0-1 0 0,-1 1 1 0 0,1-1 0 0 0,0 1 0 0 0,0-1 0 0 0,0 1 0 0 0,1 0-1 0 0,-1 1 1 0 0,1-1 0 0 0,0 1 0 0 0,0 0 0 0 0,0 0 0 0 0,1 0 0 0 0,7-2-1 0 0,-8 3-191 0 0,0 0 0 0 0,1 1 0 0 0,-1 0 0 0 0,1 0-1 0 0,0 0 1 0 0,-1 1 0 0 0,1 0 0 0 0,0 0 0 0 0,6 1-1 0 0,-7-1-380 0 0,0 1 0 0 0,-1 1 0 0 0,1-1 0 0 0,0 1 0 0 0,-1-1 0 0 0,0 1-1 0 0,1 0 1 0 0,-1 1 0 0 0,0-1 0 0 0,0 1 0 0 0,7 6 0 0 0,-4-2-1841 0 0</inkml:trace>
</inkml:ink>
</file>

<file path=ppt/ink/ink8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0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64 320 0 0,'0'-9'1265'0'0,"0"0"1"0"0,1-1-1 0 0,0 1 0 0 0,4-15 1 0 0,-5 22-983 0 0,3 2-357 0 0,0 0 1 0 0,-1 0-1 0 0,1 0 1 0 0,0 0-1 0 0,-1 0 1 0 0,1 1-1 0 0,-1-1 1 0 0,1 1-1 0 0,-1 0 1 0 0,1 0-1 0 0,-1 0 1 0 0,1 0-1 0 0,1 2 1 0 0,11 10-2730 0 0,-7-3 1057 0 0</inkml:trace>
</inkml:ink>
</file>

<file path=ppt/ink/ink8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0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0 684 0 0,'0'0'3726'0'0,"-1"16"-1957"0"0,3 4-1461 0 0,1 0-1 0 0,2 1 1 0 0,-1-1 0 0 0,2-1 0 0 0,1 1 0 0 0,0-1 0 0 0,2 0 0 0 0,16 28 0 0 0,-24-45-281 0 0,1 1-1 0 0,-1-1 0 0 0,1 1 1 0 0,0-1-1 0 0,0 0 0 0 0,-1 0 1 0 0,2 1-1 0 0,-1-1 0 0 0,0-1 1 0 0,0 1-1 0 0,1 0 0 0 0,-1-1 1 0 0,0 1-1 0 0,1-1 0 0 0,0 1 1 0 0,-1-1-1 0 0,1 0 0 0 0,0 0 1 0 0,0-1-1 0 0,-1 1 1 0 0,1 0-1 0 0,5-1 0 0 0,-5 0-17 0 0,1-1-1 0 0,0 0 1 0 0,0 0-1 0 0,-1 0 1 0 0,1 0 0 0 0,0-1-1 0 0,-1 0 1 0 0,1 1-1 0 0,-1-1 1 0 0,0-1-1 0 0,0 1 1 0 0,0 0-1 0 0,0-1 1 0 0,4-4 0 0 0,5-5 146 0 0,-2-1 1 0 0,1-1-1 0 0,-2 0 1 0 0,0 0-1 0 0,0-1 1 0 0,7-19-1 0 0,0 5 972 0 0,-15 28-775 0 0,-1 1-345 0 0,1-1 0 0 0,-1 1-1 0 0,0-1 1 0 0,0 1 0 0 0,0 0 0 0 0,0-1 0 0 0,0 1 0 0 0,1 0 0 0 0,-1-1-1 0 0,0 1 1 0 0,0 0 0 0 0,1-1 0 0 0,-1 1 0 0 0,0 0 0 0 0,0-1 0 0 0,1 1-1 0 0,-1 0 1 0 0,0 0 0 0 0,1-1 0 0 0,-1 1 0 0 0,0 0 0 0 0,1 0 0 0 0,-1 0-1 0 0,1 0 1 0 0,-1-1 0 0 0,0 1 0 0 0,1 0 0 0 0,-1 0 0 0 0,1 0 0 0 0,-1 0-1 0 0,0 0 1 0 0,1 0 0 0 0,-1 0 0 0 0,1 0 0 0 0,5 5-168 0 0,-1 0-1 0 0,1 0 1 0 0,-1 1 0 0 0,-1-1 0 0 0,1 1-1 0 0,4 8 1 0 0,25 28-6410 0 0,-23-31 3875 0 0</inkml:trace>
</inkml:ink>
</file>

<file path=ppt/ink/ink8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1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5 182 684 0 0,'0'0'721'0'0,"3"-6"3208"0"0,-3 6-3849 0 0,3 7 32 0 0,-2 0 1 0 0,1 0-1 0 0,-1 0 0 0 0,0 1 1 0 0,-1-1-1 0 0,0 0 0 0 0,0 0 1 0 0,0 1-1 0 0,-1-1 0 0 0,0 0 1 0 0,0 0-1 0 0,-1 0 0 0 0,-4 10 1 0 0,1 3 179 0 0,9-15 263 0 0,25-22 341 0 0,-11 4-1035 0 0,2 0 211 0 0,-7 4-38 0 0,0 0-1 0 0,1 1 0 0 0,0 1 1 0 0,16-6-1 0 0,-28 12-31 0 0,52 4-31 0 0,59 6 118 0 0,-87-5-324 0 0,0-1-1 0 0,1-2 0 0 0,-1 0 0 0 0,49-6 0 0 0,-69 3 223 0 0,-1 1-1 0 0,0-1 1 0 0,0 0-1 0 0,0 0 1 0 0,0 0 0 0 0,0-1-1 0 0,-1 1 1 0 0,1-1-1 0 0,-1 0 1 0 0,0-1-1 0 0,0 1 1 0 0,0-1-1 0 0,0 0 1 0 0,0 0-1 0 0,-1 0 1 0 0,0 0-1 0 0,0-1 1 0 0,0 1-1 0 0,3-6 1 0 0,-2 0 208 0 0,1 0 0 0 0,-1 0 0 0 0,-1-1 0 0 0,0 1 0 0 0,-1 0-1 0 0,1-1 1 0 0,-2 0 0 0 0,1-21 0 0 0,3-20 1964 0 0,-5 50-1573 0 0,-3 8-524 0 0,-9 28 30 0 0,1 0-1 0 0,1 0 1 0 0,-7 51 0 0 0,-6 116-22 0 0,20-153-350 0 0,3-46 268 0 0,8-4-11 0 0,-1 0 12 0 0,1-1 0 0 0,-1 0 0 0 0,1 0 0 0 0,-1 0 0 0 0,0-1 0 0 0,0 0 0 0 0,7-6 0 0 0,19-9-23 0 0,-17 12-9 0 0,-3 0-14 0 0,1 0 0 0 0,-1 1 0 0 0,1 1 1 0 0,1 0-1 0 0,-1 1 0 0 0,1 1 0 0 0,23-3 1 0 0,-40 6 53 0 0,0 0 0 0 0,0 1 0 0 0,0-1 1 0 0,0 1-1 0 0,0 0 0 0 0,0 0 0 0 0,1 0 1 0 0,-1 0-1 0 0,0 0 0 0 0,1 0 0 0 0,-1 0 1 0 0,-1 2-1 0 0,-4 2-1 0 0,-6 0-103 0 0,0 0 0 0 0,0-1 0 0 0,0 0 0 0 0,0-2 0 0 0,-1 1 0 0 0,1-1 0 0 0,-1-1 0 0 0,-19-1 0 0 0,-21-6-5996 0 0,51 5 3625 0 0</inkml:trace>
</inkml:ink>
</file>

<file path=ppt/ink/ink8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7:52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29 146 188 0 0,'48'-10'1948'0'0,"0"-2"0"0"0,-1-2 0 0 0,69-31-1 0 0,-113 44-1816 0 0,-1 0 0 0 0,0 0 1 0 0,0 0-1 0 0,1 0 0 0 0,-1 0 0 0 0,0-1 0 0 0,0 1 0 0 0,0-1 0 0 0,-1 1 0 0 0,1-1 0 0 0,0 0 0 0 0,0 0 0 0 0,-1 1 0 0 0,1-1 0 0 0,-1 0 0 0 0,0-1 0 0 0,0 1 0 0 0,0 0 0 0 0,2-3 0 0 0,-3 3 155 0 0,-2-1-28 0 0,0 1-222 0 0,0 0 0 0 0,1 0 1 0 0,-1 0-1 0 0,0 0 0 0 0,0 0 0 0 0,0 1 0 0 0,-1-1 0 0 0,1 1 0 0 0,0 0 0 0 0,-1-1 0 0 0,1 1 0 0 0,0 0 0 0 0,-1 0 0 0 0,1 0 0 0 0,-1 1 0 0 0,0-1 0 0 0,1 1 1 0 0,-1-1-1 0 0,1 1 0 0 0,-1 0 0 0 0,0 0 0 0 0,1 0 0 0 0,-1 0 0 0 0,0 1 0 0 0,1-1 0 0 0,-1 1 0 0 0,0-1 0 0 0,1 1 0 0 0,-1 0 0 0 0,1 0 0 0 0,0 0 0 0 0,-1 0 1 0 0,-3 4-1 0 0,2-2-20 0 0,1 0 1 0 0,0 0 0 0 0,0 0-1 0 0,0 0 1 0 0,0 1 0 0 0,0 0-1 0 0,1-1 1 0 0,0 1 0 0 0,-1 0 0 0 0,2 0-1 0 0,-1 0 1 0 0,0 1 0 0 0,1-1-1 0 0,0 0 1 0 0,0 0 0 0 0,0 1-1 0 0,0-1 1 0 0,1 1 0 0 0,0-1-1 0 0,0 8 1 0 0,0-3-20 0 0,2 1 31 0 0,-2 0 0 0 0,0-1 0 0 0,0 1 0 0 0,0 0 1 0 0,-1-1-1 0 0,-3 13 0 0 0,2-19-61 0 0,1 1-1 0 0,0-1 1 0 0,-1 0-1 0 0,0 0 1 0 0,0 0 0 0 0,0 0-1 0 0,0 0 1 0 0,0 0-1 0 0,-1-1 1 0 0,1 1 0 0 0,-1-1-1 0 0,0 0 1 0 0,1 0 0 0 0,-1 1-1 0 0,0-2 1 0 0,0 1-1 0 0,-1 0 1 0 0,1-1 0 0 0,0 1-1 0 0,0-1 1 0 0,-6 1-1 0 0,-71 16-2176 0 0,29-17-2704 0 0,46-2 2070 0 0</inkml:trace>
</inkml:ink>
</file>

<file path=ppt/ink/ink8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04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33 572 0 0,'0'0'755'0'0,"-8"-32"6599"0"0,2 67-7254 0 0,0 0 0 0 0,0 60-1 0 0,1-19-35 0 0,-33 654 1287 0 0,29-480-912 0 0,0-28 9 0 0,9-218-454 0 0,0-1-1 0 0,0 1 1 0 0,0 0-1 0 0,-1-1 0 0 0,1 1 1 0 0,-1-1-1 0 0,0 1 1 0 0,0-1-1 0 0,-2 5 0 0 0,-2-9-987 0 0,0-17 70 0 0,8-14-2816 0 0,-1 27 2892 0 0,4-15-1802 0 0</inkml:trace>
</inkml:ink>
</file>

<file path=ppt/ink/ink8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06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18 132 0 0,'0'0'1135'0'0,"-7"-10"1554"0"0,7 10-2635 0 0,1 0-1 0 0,-1 0 0 0 0,0 0 0 0 0,0 0 0 0 0,0 0 0 0 0,0 0 0 0 0,1 0 1 0 0,-1 0-1 0 0,0 0 0 0 0,0 0 0 0 0,0 0 0 0 0,1 0 0 0 0,-1 0 0 0 0,0 0 1 0 0,0 0-1 0 0,0 0 0 0 0,0 0 0 0 0,1 0 0 0 0,-1 0 0 0 0,0 0 0 0 0,0 0 1 0 0,0 0-1 0 0,1 0 0 0 0,-1 0 0 0 0,0 0 0 0 0,0 0 0 0 0,0 0 0 0 0,0-1 1 0 0,0 1-1 0 0,1 0 0 0 0,-1 0 0 0 0,0 0 0 0 0,0 0 0 0 0,0 0 0 0 0,0-1 1 0 0,0 1-1 0 0,0 0 0 0 0,0 0 0 0 0,0 0 0 0 0,1 0 0 0 0,-1-1 0 0 0,0 1 1 0 0,0 0-1 0 0,0 0 0 0 0,0 0 0 0 0,0 0 0 0 0,0-1 0 0 0,0 1 0 0 0,0 0 1 0 0,0 0-1 0 0,0 0 0 0 0,0-1 0 0 0,0 1 0 0 0,0 0 0 0 0,0 0 0 0 0,-1 0 1 0 0,1 0-1 0 0,0-1 0 0 0,0 1 0 0 0,0 0 0 0 0,0 0 0 0 0,0 0 1 0 0,0 0-1 0 0,0-1 0 0 0,0 1 0 0 0,-1 0 0 0 0,1 0 0 0 0,0 0 0 0 0,69 16 69 0 0,2-4-1 0 0,-1-2 1 0 0,102 1 0 0 0,225-19 65 0 0,-301 4-138 0 0,1325-17 228 0 0,-1284 24-266 0 0,679 2 86 0 0,-266-8 40 0 0,-373 3 4 0 0,1024 63 289 0 0,-1013-46-414 0 0,326 25 36 0 0,-140-13 13 0 0,175 10 205 0 0,-84-3-48 0 0,376 71-17 0 0,-443-26 482 0 0,-292-49-427 0 0,-92-26-243 0 0,-1 1 0 0 0,1 1 0 0 0,-2 0 0 0 0,21 16-1 0 0,-18-11 13 0 0,-1 1-1 0 0,0 1 1 0 0,-1 0 0 0 0,-1 1-1 0 0,0 1 1 0 0,-1 0-1 0 0,-1 0 1 0 0,0 1-1 0 0,-2 0 1 0 0,11 29-1 0 0,-10-27 65 0 0,-1 0 0 0 0,-1 0 0 0 0,-1 0-1 0 0,-1 1 1 0 0,0 0 0 0 0,-2 0 0 0 0,2 33-1 0 0,2 188 450 0 0,-1-178-333 0 0,19 82 1 0 0,5 45 303 0 0,-29-160-401 0 0,-2 0 0 0 0,-1 1 1 0 0,-1-1-1 0 0,-9 33 0 0 0,1 3 100 0 0,-4 29 253 0 0,15-94-429 0 0,-5 1-347 0 0,5-2 249 0 0,-1-1 0 0 0,1 1-1 0 0,0-1 1 0 0,-1 1 0 0 0,1-1-1 0 0,-1 0 1 0 0,1 1 0 0 0,0-1-1 0 0,-1 0 1 0 0,1 1 0 0 0,-1-1 0 0 0,1 0-1 0 0,-1 1 1 0 0,1-1 0 0 0,-1 0-1 0 0,1 0 1 0 0,-1 0 0 0 0,1 0-1 0 0,-1 1 1 0 0,0-1 0 0 0,1 0-1 0 0,-1 0 1 0 0,1 0 0 0 0,-1 0-1 0 0,1 0 1 0 0,-1 0 0 0 0,1 0-1 0 0,-1-1 1 0 0,1 1 0 0 0,-1 0-1 0 0,0 0 1 0 0,1 0 0 0 0,-1 0-1 0 0,1-1 1 0 0,-1 1 0 0 0,-39-13-6125 0 0,18 4 2608 0 0</inkml:trace>
</inkml:ink>
</file>

<file path=ppt/ink/ink8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08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1 276 0 0,'31'1'385'0'0,"-25"-1"-49"0"0,5 0 185 0 0,-1 0 0 0 0,0 0-1 0 0,20 4 1 0 0,25 6 373 0 0,9 2-378 0 0,0-3 1 0 0,79 2 0 0 0,424 8 424 0 0,-353 5-808 0 0,-29-2-93 0 0,-43-11-12 0 0,865 52 95 0 0,-548-39 528 0 0,309 6 954 0 0,-566-31-1318 0 0,436 13 223 0 0,-314 0-366 0 0,-139-7-97 0 0,226 3 16 0 0,85-15-22 0 0,3-6-41 0 0,-241 4 13 0 0,243 7 747 0 0,-282 2-274 0 0,-172 0-398 0 0,713 16 860 0 0,-312 6-621 0 0,-155-20 749 0 0,-291-2-1050 0 0,48 0 2536 0 0,-48 0-2461 0 0,-8-2-1983 0 0,-30-8-515 0 0,-1 1-3137 0 0,9 1 1759 0 0</inkml:trace>
</inkml:ink>
</file>

<file path=ppt/ink/ink8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10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283 1 536 0 0,'0'0'612'0'0,"-9"0"5203"0"0,-9 84-5009 0 0,4 1-1 0 0,-4 104 1 0 0,3-18 85 0 0,-52 300 983 0 0,59-415-1622 0 0,-6 50 662 0 0,-5 0 0 0 0,-54 177 0 0 0,63-249-542 0 0,2-4 263 0 0,-1-11 406 0 0,8-18-757 0 0,34-19-14911 0 0</inkml:trace>
</inkml:ink>
</file>

<file path=ppt/ink/ink8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11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53 652 0 0,'-4'-25'3471'0'0,"1"10"-673"0"0,4 3 1604 0 0,2 155-3753 0 0,-6-29 23 0 0,-22 140 0 0 0,24-245-645 0 0,-33 297 842 0 0,-14 109 348 0 0,10-231-629 0 0,-2 18 270 0 0,26-146-307 0 0,14-54-429 0 0,-5 9 238 0 0,3-5 1824 0 0,-18-38-5673 0 0,-11-21-5432 0 0,16 29 4599 0 0</inkml:trace>
</inkml:ink>
</file>

<file path=ppt/ink/ink8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3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72 372 0 0,'16'-31'3256'0'0,"1"-9"1378"0"0,-22 40-4525 0 0,-2 2-80 0 0,1-1-1 0 0,-1 1 0 0 0,0 0 0 0 0,1 1 1 0 0,-1 0-1 0 0,1 0 0 0 0,0 0 0 0 0,0 1 1 0 0,0 0-1 0 0,-9 8 0 0 0,-61 57 183 0 0,66-59-177 0 0,-11 11 24 0 0,1 0-1 0 0,1 1 0 0 0,1 1 0 0 0,1 1 0 0 0,1 0 1 0 0,1 1-1 0 0,1 1 0 0 0,1 0 0 0 0,2 1 0 0 0,0 0 1 0 0,2 1-1 0 0,1 0 0 0 0,1 0 0 0 0,2 1 0 0 0,1 0 1 0 0,1 0-1 0 0,1 0 0 0 0,2 0 0 0 0,1 1 0 0 0,1-1 1 0 0,1 0-1 0 0,12 48 0 0 0,-2-39 3 0 0,2-1-1 0 0,1 0 1 0 0,1-1 0 0 0,3-1-1 0 0,0 0 1 0 0,3-2 0 0 0,0-1-1 0 0,2 0 1 0 0,30 28 0 0 0,2-11-550 0 0,-56-48 8 0 0,2-4-1157 0 0,-1 2 1195 0 0,6-5 37 0 0,-3-3-2827 0 0,-1-3 902 0 0</inkml:trace>
</inkml:ink>
</file>

<file path=ppt/ink/ink8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4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44 156 0 0,'10'-43'10866'0'0,"-22"103"-10474"0"0,-66 251 813 0 0,72-295-1645 0 0,-1 0 0 0 0,-1 0 0 0 0,0 0 1 0 0,-11 15-1 0 0,18-29-18 0 0,-3-6-2135 0 0,1 1 2295 0 0,1 0-37 0 0,-1 1 0 0 0,1 0 0 0 0,0-1 0 0 0,1 1-1 0 0,-1-1 1 0 0,0 0 0 0 0,1 1 0 0 0,-1-1 0 0 0,0-4 0 0 0,-5-7-1757 0 0</inkml:trace>
</inkml:ink>
</file>

<file path=ppt/ink/ink8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5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0 365 292 0 0,'15'-3'941'0'0,"46"11"-130"0"0,189 12 734 0 0,-224-20-1397 0 0,-1-1-1 0 0,1-1 0 0 0,-1-2 0 0 0,0 0 0 0 0,0-1 0 0 0,0-2 0 0 0,39-16 0 0 0,-55 19-39 0 0,0 0 1 0 0,0-1-1 0 0,0 0 0 0 0,-1 0 0 0 0,0-1 0 0 0,0 0 0 0 0,-1 0 0 0 0,1-1 0 0 0,-1 0 0 0 0,-1-1 0 0 0,0 1 0 0 0,0-1 0 0 0,0 0 0 0 0,-1-1 0 0 0,0 0 0 0 0,0 1 0 0 0,-1-1 0 0 0,-1-1 0 0 0,1 1 0 0 0,-1 0 0 0 0,-1-1 1 0 0,0 0-1 0 0,0 0 0 0 0,-1 1 0 0 0,0-1 0 0 0,-1 0 0 0 0,0 0 0 0 0,-1 0 0 0 0,0 0 0 0 0,0 0 0 0 0,-1 0 0 0 0,-6-18 0 0 0,-15-24 909 0 0,22 51-858 0 0,1 0-154 0 0,-1 1 0 0 0,1-1 0 0 0,0 1 0 0 0,-1 0 0 0 0,1 0 0 0 0,0-1 0 0 0,-1 1 0 0 0,1 0 0 0 0,-1-1 0 0 0,1 1 0 0 0,-1 0 0 0 0,1 0 0 0 0,-1 0 0 0 0,1 0 0 0 0,0-1 0 0 0,-1 1 0 0 0,1 0 0 0 0,-1 0 0 0 0,1 0 0 0 0,-1 0 1 0 0,1 0-1 0 0,-1 0 0 0 0,1 0 0 0 0,-1 0 0 0 0,1 0 0 0 0,-1 1 0 0 0,0-1 0 0 0,-8 7 20 0 0,1 0 0 0 0,-1 1 0 0 0,2 0-1 0 0,-1 0 1 0 0,1 1 0 0 0,0-1 0 0 0,1 2 0 0 0,0-1 0 0 0,-8 19 0 0 0,-39 105 366 0 0,41-101-242 0 0,-10 32 134 0 0,3 1-1 0 0,-13 82 0 0 0,32-146-251 0 0,-6 9-88 0 0,6-10 82 0 0,1 0-1 0 0,-1 0 1 0 0,0 0-1 0 0,0 0 0 0 0,0 0 1 0 0,0 0-1 0 0,1 0 0 0 0,-1 0 1 0 0,0 0-1 0 0,0 0 1 0 0,0 0-1 0 0,0 0 0 0 0,0 0 1 0 0,1 0-1 0 0,-1 0 0 0 0,0 0 1 0 0,0 1-1 0 0,0-1 1 0 0,0 0-1 0 0,0 0 0 0 0,1 0 1 0 0,-1 0-1 0 0,0 0 0 0 0,0 0 1 0 0,0 0-1 0 0,0 0 0 0 0,0 1 1 0 0,0-1-1 0 0,0 0 1 0 0,0 0-1 0 0,0 0 0 0 0,1 0 1 0 0,-1 0-1 0 0,0 1 0 0 0,0-1 1 0 0,0 0-1 0 0,0 0 1 0 0,0 0-1 0 0,0 0 0 0 0,0 0 1 0 0,0 1-1 0 0,0-1 0 0 0,0 0 1 0 0,0 0-1 0 0,0 0 1 0 0,0 0-1 0 0,0 1 0 0 0,0-1 1 0 0,0 0-1 0 0,0 0 0 0 0,-1 0 1 0 0,1 0-1 0 0,0 0 1 0 0,0 1-1 0 0,0-1 0 0 0,0 0 1 0 0,0 0-1 0 0,0 0 0 0 0,0 0 1 0 0,0 0-1 0 0,0 0 1 0 0,-1 0-1 0 0,1 1 0 0 0,0-1 1 0 0,0 0-1 0 0,0 0 0 0 0,0 0 1 0 0,-1 0-1 0 0,52-27 71 0 0,-42 21-91 0 0,1 0 1 0 0,0 0 0 0 0,0 1 0 0 0,0 1 0 0 0,0 0 0 0 0,1 0 0 0 0,0 1-1 0 0,13-2 1 0 0,0 3-15 0 0,0 2-1 0 0,0 1 0 0 0,37 6 1 0 0,35 2 44 0 0,-93-9-5 0 0,8-2 78 0 0,-10 2-89 0 0,0 1 0 0 0,0-1 1 0 0,-1 0-1 0 0,1 0 0 0 0,0 0 0 0 0,-1-1 0 0 0,1 1 0 0 0,0 0 0 0 0,-1 0 0 0 0,1 0 1 0 0,0 0-1 0 0,-1-1 0 0 0,1 1 0 0 0,0 0 0 0 0,-1 0 0 0 0,1-1 0 0 0,-1 1 1 0 0,1-1-1 0 0,-1 1 0 0 0,1-1 0 0 0,-1 1 0 0 0,1 0 0 0 0,-1-1 0 0 0,1 0 0 0 0,-1 1 1 0 0,1-1-1 0 0,-1 1 0 0 0,0-1 0 0 0,1 1 0 0 0,0-3 1732 0 0,-2 8-2214 0 0,3 40-1300 0 0,13-13-5668 0 0,-10-25 4147 0 0</inkml:trace>
</inkml:ink>
</file>

<file path=ppt/ink/ink8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5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1 732 0 0,'0'0'1730'0'0,"-2"43"2712"0"0,-3-23-3994 0 0,-1 0 1 0 0,-1-1-1 0 0,-1 0 0 0 0,-20 34 1 0 0,-25 28-5920 0 0,48-72 3400 0 0</inkml:trace>
</inkml:ink>
</file>

<file path=ppt/ink/ink8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5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252 85 88 0 0,'-2'-5'234'0'0,"1"1"1"0"0,0 0-1 0 0,-1 0 1 0 0,0 0-1 0 0,0 1 1 0 0,0-1-1 0 0,-1 0 0 0 0,1 1 1 0 0,-1-1-1 0 0,1 1 1 0 0,-1 0-1 0 0,-1 0 1 0 0,1 0-1 0 0,0 0 0 0 0,0 1 1 0 0,-1-1-1 0 0,0 1 1 0 0,1 0-1 0 0,-1 0 1 0 0,0 0-1 0 0,0 1 0 0 0,0-1 1 0 0,0 1-1 0 0,-1 0 1 0 0,-4-1-1 0 0,-5-1 66 0 0,0 0 0 0 0,0 1-1 0 0,1 1 1 0 0,-1 0 0 0 0,0 1 0 0 0,-22 2-1 0 0,34-2-269 0 0,1 0 0 0 0,-1 0 0 0 0,1 0 0 0 0,-1 1 0 0 0,1-1 0 0 0,-1 0 0 0 0,1 1 0 0 0,-1-1 0 0 0,1 1 0 0 0,0-1 0 0 0,-1 1 0 0 0,1 0 0 0 0,0 0 1 0 0,-1 0-1 0 0,1-1 0 0 0,0 1 0 0 0,0 0 0 0 0,0 0 0 0 0,0 0 0 0 0,0 1 0 0 0,-2 1 0 0 0,3-2-18 0 0,0 0 0 0 0,0 0 0 0 0,0 1 0 0 0,0-1 0 0 0,0 0 0 0 0,0 0 1 0 0,0 1-1 0 0,0-1 0 0 0,0 0 0 0 0,1 0 0 0 0,-1 1 0 0 0,0-1 1 0 0,1 0-1 0 0,-1 0 0 0 0,1 0 0 0 0,-1 0 0 0 0,1 0 0 0 0,0 1 0 0 0,1 0 1 0 0,6 8-60 0 0,0-1 0 0 0,1 0 0 0 0,18 15 0 0 0,-19-18-26 0 0,-5-4 48 0 0,0 0 0 0 0,0 1 0 0 0,-1 0 0 0 0,1-1 0 0 0,-1 1-1 0 0,0 0 1 0 0,1 0 0 0 0,-1 0 0 0 0,-1 0 0 0 0,1 1 0 0 0,0-1 0 0 0,-1 0 0 0 0,0 1 0 0 0,1-1-1 0 0,-1 1 1 0 0,-1-1 0 0 0,1 1 0 0 0,0 6 0 0 0,-1-6 14 0 0,-1 1 0 0 0,0 0 0 0 0,0-1 0 0 0,0 1 0 0 0,-1-1 0 0 0,1 1 0 0 0,-1-1-1 0 0,0 0 1 0 0,0 0 0 0 0,-1 0 0 0 0,1 0 0 0 0,-1 0 0 0 0,-5 5 0 0 0,-9 13 11 0 0,0 1 0 0 0,2 1 1 0 0,-18 34-1 0 0,32-56 10 0 0,0 0-1 0 0,0 0 1 0 0,0 0 0 0 0,0 0 0 0 0,0 1-1 0 0,0-1 1 0 0,0 0 0 0 0,1 0 0 0 0,-1 1-1 0 0,1-1 1 0 0,0 0 0 0 0,0 1 0 0 0,0-1-1 0 0,0 0 1 0 0,0 1 0 0 0,0-1 0 0 0,1 0-1 0 0,-1 0 1 0 0,1 1 0 0 0,-1-1 0 0 0,1 0-1 0 0,0 0 1 0 0,0 0 0 0 0,0 1 0 0 0,0-1-1 0 0,0 0 1 0 0,0-1 0 0 0,1 1 0 0 0,-1 0-1 0 0,1 0 1 0 0,-1 0 0 0 0,1-1 0 0 0,3 3-1 0 0,-1-2-300 0 0,0 0 0 0 0,0 0 0 0 0,0-1 0 0 0,1 1 0 0 0,-1-1 0 0 0,0 0 0 0 0,0-1 0 0 0,1 1 0 0 0,-1-1 0 0 0,0 1 0 0 0,1-1 0 0 0,-1-1 0 0 0,1 1 0 0 0,-1-1 0 0 0,0 1 0 0 0,0-1 0 0 0,7-3 0 0 0,3 1-1615 0 0</inkml:trace>
</inkml:ink>
</file>

<file path=ppt/ink/ink8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6.4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0 44 0 0,'0'0'9025'0'0,"-3"5"-8884"0"0,-7 12 29 0 0,-3 3 124 0 0,-18 41 0 0 0,29-55-254 0 0,-1-1 0 0 0,2 1 0 0 0,-1 0 0 0 0,0 0 0 0 0,1 0 0 0 0,0 0 0 0 0,1 0 0 0 0,-1 0 0 0 0,1 0 0 0 0,0 0 0 0 0,1 0 0 0 0,2 12 0 0 0,-3-17-33 0 0,1 1 0 0 0,0-1 1 0 0,0 0-1 0 0,0 1 0 0 0,0-1 0 0 0,1 0 1 0 0,-1 0-1 0 0,0 0 0 0 0,0 0 1 0 0,1 0-1 0 0,-1 0 0 0 0,1 0 1 0 0,-1 0-1 0 0,1-1 0 0 0,-1 1 1 0 0,1 0-1 0 0,-1-1 0 0 0,1 1 0 0 0,-1-1 1 0 0,1 0-1 0 0,0 0 0 0 0,-1 1 1 0 0,1-1-1 0 0,0 0 0 0 0,-1 0 1 0 0,1-1-1 0 0,0 1 0 0 0,-1 0 1 0 0,1 0-1 0 0,2-2 0 0 0,3 1 4 0 0,0 0 0 0 0,0-1 0 0 0,0 0 0 0 0,-1 0 0 0 0,1 0 0 0 0,8-6 0 0 0,-5 1 7 0 0,0-1 0 0 0,0 0 0 0 0,16-18 0 0 0,7-6 147 0 0,-32 31-103 0 0,18-21 300 0 0,-18 21-361 0 0,-1 4 4 0 0,0-1-1 0 0,1 1 0 0 0,-1-1 1 0 0,1 1-1 0 0,0-1 1 0 0,0 1-1 0 0,0-1 1 0 0,0 0-1 0 0,0 1 1 0 0,0-1-1 0 0,1 0 0 0 0,-1 0 1 0 0,1 0-1 0 0,0 0 1 0 0,-1 0-1 0 0,1 0 1 0 0,0-1-1 0 0,0 1 1 0 0,0-1-1 0 0,0 1 1 0 0,0-1-1 0 0,1 0 0 0 0,-1 1 1 0 0,0-1-1 0 0,4 1 1 0 0,1 1 11 0 0,1-1 0 0 0,-1 0-1 0 0,1 0 1 0 0,-1 0 0 0 0,1-1 0 0 0,13 1 0 0 0,-18-2 6 0 0,2 0-323 0 0,26 2 1425 0 0,-18 6-3703 0 0,-12-7 2127 0 0,0 2 262 0 0</inkml:trace>
</inkml:ink>
</file>

<file path=ppt/ink/ink8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6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36 0 0,'1'-3'648'0'0,"1"0"-1"0"0,-1-1 1 0 0,0 1-1 0 0,0 0 1 0 0,0 0-1 0 0,-1 0 1 0 0,1-1-1 0 0,-1 1 1 0 0,0 0 0 0 0,0-1-1 0 0,0-5 1 0 0,-1 7 458 0 0,6-6-298 0 0</inkml:trace>
</inkml:ink>
</file>

<file path=ppt/ink/ink8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7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31 178 508 0 0,'0'0'3335'0'0,"-7"-4"-2311"0"0,2 7 2000 0 0,3-1-2957 0 0,-1 1 1 0 0,2 0-1 0 0,-1 0 1 0 0,0 1-1 0 0,1-1 1 0 0,-1 0-1 0 0,1 0 0 0 0,0 1 1 0 0,0-1-1 0 0,0 1 1 0 0,1-1-1 0 0,-1 1 1 0 0,1-1-1 0 0,0 1 1 0 0,0-1-1 0 0,0 1 1 0 0,0-1-1 0 0,1 1 1 0 0,-1-1-1 0 0,1 1 1 0 0,0-1-1 0 0,0 1 0 0 0,0-1 1 0 0,1 0-1 0 0,1 4 1 0 0,-2-6-57 0 0,0-1 1 0 0,1 1-1 0 0,-1 0 0 0 0,0 0 1 0 0,1-1-1 0 0,-1 1 1 0 0,0 0-1 0 0,1-1 0 0 0,-1 0 1 0 0,1 1-1 0 0,-1-1 0 0 0,1 0 1 0 0,-1 0-1 0 0,1 1 1 0 0,-1-1-1 0 0,1 0 0 0 0,-1-1 1 0 0,1 1-1 0 0,-1 0 1 0 0,1 0-1 0 0,-1-1 0 0 0,1 1 1 0 0,-1-1-1 0 0,1 1 0 0 0,-1-1 1 0 0,0 0-1 0 0,1 1 1 0 0,-1-1-1 0 0,0 0 0 0 0,2-2 1 0 0,38-29 110 0 0,-26 15-44 0 0,0-1 1 0 0,-1 0-1 0 0,-1-1 0 0 0,0-1 0 0 0,-2 0 1 0 0,0-1-1 0 0,-1 0 0 0 0,9-30 0 0 0,-11 24-8 0 0,-16 50 10 0 0,-14 57 12 0 0,20-69-94 0 0,0 1-1 0 0,1 0 0 0 0,0-1 0 0 0,1 18 0 0 0,0-27 12 0 0,0-1 0 0 0,0 0 0 0 0,0 0 0 0 0,0 0 0 0 0,1 0 0 0 0,-1 1 0 0 0,0-1 0 0 0,0 0 0 0 0,1 0 0 0 0,-1 0-1 0 0,0 0 1 0 0,1 0 0 0 0,0 0 0 0 0,-1 0 0 0 0,1 0 0 0 0,-1 0 0 0 0,1 0 0 0 0,0 0 0 0 0,0 0 0 0 0,0 0 0 0 0,-1 0 0 0 0,1-1-1 0 0,0 1 1 0 0,0 0 0 0 0,0-1 0 0 0,0 1 0 0 0,0 0 0 0 0,0-1 0 0 0,0 1 0 0 0,1-1 0 0 0,-1 0 0 0 0,0 1 0 0 0,0-1 0 0 0,2 0 0 0 0,6 3 499 0 0,-8-3-208 0 0,19 28-312 0 0,-7-13-1123 0 0,-12-13 671 0 0,0 0 0 0 0,0-1-1 0 0,0 1 1 0 0,0 0 0 0 0,1-1-1 0 0,-1 1 1 0 0,1-1 0 0 0,-1 0-1 0 0,1 1 1 0 0,-1-1 0 0 0,1 0-1 0 0,3 2 1 0 0,6 0-2346 0 0</inkml:trace>
</inkml:ink>
</file>

<file path=ppt/ink/ink8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8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5 656 0 0,'0'0'96'0'0,"0"0"-1"0"0,0 0 1 0 0,0 0 0 0 0,0-1 0 0 0,0 1-1 0 0,0 0 1 0 0,0 0 0 0 0,0 0-1 0 0,0-1 1 0 0,0 1 0 0 0,0 0 0 0 0,0 0-1 0 0,0 0 1 0 0,0-1 0 0 0,0 1-1 0 0,1 0 1 0 0,-1 0 0 0 0,0 0 0 0 0,0 0-1 0 0,0 0 1 0 0,0-1 0 0 0,0 1-1 0 0,1 0 1 0 0,-1 0 0 0 0,0 0 0 0 0,0 0-1 0 0,0 0 1 0 0,0 0 0 0 0,1 0-1 0 0,-1 0 1 0 0,0-1 0 0 0,0 1 0 0 0,0 0-1 0 0,1 0 1 0 0,-1 0 0 0 0,0 0-1 0 0,0 0 1 0 0,0 0 0 0 0,1 0 0 0 0,-1 0-1 0 0,0 0 1 0 0,0 0 0 0 0,0 0-1 0 0,1 0 1 0 0,-1 1 0 0 0,0-1 0 0 0,0 0-1 0 0,0 0 1 0 0,1 0 0 0 0,-1 0-1 0 0,0 0 1 0 0,17 10 844 0 0,-12-6-935 0 0,-1 0-1 0 0,0 0 1 0 0,0 0 0 0 0,0 0-1 0 0,0 0 1 0 0,3 6-1 0 0,0 5 102 0 0,-1 0 0 0 0,0 1 0 0 0,-1 0-1 0 0,-1 0 1 0 0,0 0 0 0 0,-1 0 0 0 0,-1 0-1 0 0,0 1 1 0 0,-1 0 0 0 0,-1-1 0 0 0,-1 1-1 0 0,0-1 1 0 0,-6 26 0 0 0,-1-8 17 0 0,-2 1 1 0 0,-1-2 0 0 0,-2 1-1 0 0,-1-2 1 0 0,-24 41-1 0 0,12-27 23 0 0,-2-1 0 0 0,-60 74 0 0 0,75-104 23 0 0,-1 0-1 0 0,0-1 1 0 0,-1-1 0 0 0,-1 0 0 0 0,0-1-1 0 0,0-1 1 0 0,-1 0 0 0 0,0-1 0 0 0,-1-1-1 0 0,-32 11 1 0 0,-28-5 1719 0 0,76-15-1702 0 0,-4 0 14 0 0,1 0 0 0 0,-1 0 0 0 0,1 0 0 0 0,0-1 0 0 0,-11-2 0 0 0,-11-22-568 0 0,25 24 356 0 0,3-1-91 0 0,-1 1 10 0 0,0 0 0 0 0,0 0 1 0 0,-1 0-1 0 0,1 0 0 0 0,0-1 0 0 0,0 1 0 0 0,-1 0 0 0 0,1 0 0 0 0,0 0 0 0 0,-1 0 0 0 0,1 0 0 0 0,-1 0 0 0 0,1 0 0 0 0,-1 0 0 0 0,0 0 0 0 0,1 0 1 0 0,-1 0-1 0 0,0 0 0 0 0,0 0 0 0 0,0 0 0 0 0,0 1 0 0 0,-1-2 0 0 0,-10-8-5458 0 0</inkml:trace>
</inkml:ink>
</file>

<file path=ppt/ink/ink8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29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441 28 508 0 0,'-23'-28'4802'0'0,"12"28"-4639"0"0,0 0 0 0 0,1 1 1 0 0,-1 0-1 0 0,1 1 0 0 0,-1 0 1 0 0,1 0-1 0 0,0 1 0 0 0,0 1 1 0 0,0 0-1 0 0,0 0 0 0 0,1 1 1 0 0,-1 0-1 0 0,1 0 0 0 0,0 1 0 0 0,1 0 1 0 0,0 1-1 0 0,-9 9 0 0 0,-9 8 59 0 0,1 2-1 0 0,1 1 0 0 0,-35 53 1 0 0,45-57-122 0 0,1 0-1 0 0,1 0 1 0 0,1 1 0 0 0,1 1-1 0 0,1 0 1 0 0,1 0 0 0 0,2 1-1 0 0,0-1 1 0 0,-3 53 0 0 0,7-55-61 0 0,2 0 0 0 0,1 0 0 0 0,0 0 0 0 0,2 0 0 0 0,1 0 0 0 0,0-1 0 0 0,2 1 0 0 0,0-1 0 0 0,2-1 0 0 0,0 1 0 0 0,19 33 0 0 0,-22-48-233 0 0,0 0 1 0 0,0 0-1 0 0,0 0 1 0 0,1-1 0 0 0,-1 0-1 0 0,14 11 1 0 0,-15-15-326 0 0,-1 0 0 0 0,1 1 0 0 0,-1-1 0 0 0,1-1 0 0 0,0 1 0 0 0,0 0 0 0 0,0-1 0 0 0,0 0 0 0 0,7 1 0 0 0,3 0-1765 0 0</inkml:trace>
</inkml:ink>
</file>

<file path=ppt/ink/ink8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36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18 68 0 0,'1'-18'9184'0'0,"-29"80"-8960"0"0,-3-1-1 0 0,-3-2 1 0 0,-3-2 0 0 0,-50 64-1 0 0,75-105-260 0 0,0 0 0 0 0,2 1-1 0 0,-9 19 1 0 0,-6 25-2928 0 0,25-59 2218 0 0</inkml:trace>
</inkml:ink>
</file>

<file path=ppt/ink/ink8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37.0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0 353 64 0 0,'0'0'2887'0'0,"2"-1"-2777"0"0,0-1 0 0 0,0 1 1 0 0,0-1-1 0 0,0 1 0 0 0,0 0 0 0 0,0 0 1 0 0,0 0-1 0 0,1 0 0 0 0,-1 0 0 0 0,3 0 1 0 0,78 7 943 0 0,-3 0-451 0 0,0-3 1 0 0,98-9-1 0 0,-156 4-552 0 0,0-1-1 0 0,-1-1 0 0 0,1-1 1 0 0,-1-1-1 0 0,0-1 1 0 0,0 0-1 0 0,-1-2 1 0 0,0 0-1 0 0,-1-2 1 0 0,0 0-1 0 0,0-1 1 0 0,32-27-1 0 0,-43 30 10 0 0,0 1 0 0 0,-1-2 0 0 0,0 1 0 0 0,-1-1 0 0 0,0 0 0 0 0,-1 0 0 0 0,1 0 0 0 0,-2-1-1 0 0,0 0 1 0 0,0 0 0 0 0,-1 0 0 0 0,0 0 0 0 0,-1 0 0 0 0,0-1 0 0 0,-1 1 0 0 0,0-1 0 0 0,-1 1 0 0 0,-1-14 0 0 0,0 23 36 0 0,1 2-89 0 0,0 0 0 0 0,1 0 0 0 0,-1-1 1 0 0,0 1-1 0 0,0 0 0 0 0,0 0 0 0 0,0-1 0 0 0,0 1 1 0 0,0 0-1 0 0,0 0 0 0 0,0 0 0 0 0,0-1 0 0 0,0 1 1 0 0,0 0-1 0 0,0 0 0 0 0,0-1 0 0 0,0 1 1 0 0,0 0-1 0 0,0 0 0 0 0,0 0 0 0 0,0-1 0 0 0,0 1 1 0 0,0 0-1 0 0,0 0 0 0 0,-1 0 0 0 0,1-1 0 0 0,0 1 1 0 0,0 0-1 0 0,0 0 0 0 0,0 0 0 0 0,0-1 0 0 0,0 1 1 0 0,-1 0-1 0 0,1 0 0 0 0,0 0 0 0 0,0 0 0 0 0,0 0 1 0 0,-1 0-1 0 0,1-1 0 0 0,0 1 0 0 0,0 0 0 0 0,0 0 1 0 0,-1 0-1 0 0,1 0 0 0 0,0 0 0 0 0,0 0 0 0 0,-1 0 1 0 0,1 0-1 0 0,0 0 0 0 0,0 0 0 0 0,0 0 1 0 0,-1 0-1 0 0,1 0 0 0 0,0 0 0 0 0,0 0 0 0 0,-1 0 1 0 0,-17 16 17 0 0,1 1 1 0 0,0 1 0 0 0,2 0-1 0 0,-21 32 1 0 0,-51 95 70 0 0,47-76-50 0 0,10-10 20 0 0,22-41-25 0 0,-1-1 1 0 0,-19 30-1 0 0,27-46-23 0 0,-7 14 1695 0 0,76-71-1392 0 0,-67 55-320 0 0,0 1-9 0 0,0-1 6 0 0,0 1 1 0 0,0-1-1 0 0,0 1 1 0 0,0 0-1 0 0,1 0 1 0 0,-1-1-1 0 0,0 1 1 0 0,0 0-1 0 0,0 0 1 0 0,1 0-1 0 0,-1 0 0 0 0,0 0 1 0 0,0 1-1 0 0,0-1 1 0 0,0 0-1 0 0,0 0 1 0 0,1 1-1 0 0,-1-1 1 0 0,0 1-1 0 0,1 0 1 0 0,-1-1 0 0 0,80 23 17 0 0,47 11 44 0 0,-113-31-53 0 0,1-1 0 0 0,-1 0 0 0 0,0-1 0 0 0,1-1 0 0 0,-1-1 0 0 0,20-2 0 0 0,-33 2 30 0 0,0 1 0 0 0,1-1 0 0 0,-1 0-1 0 0,0 0 1 0 0,0 0 0 0 0,0 0 0 0 0,1 0 0 0 0,-1 0 0 0 0,0-1 0 0 0,0 1-1 0 0,-1-1 1 0 0,1 1 0 0 0,0-1 0 0 0,0 0 0 0 0,-1 0 0 0 0,1 0 0 0 0,-1 0-1 0 0,0 0 1 0 0,1 0 0 0 0,-1 0 0 0 0,1-4 0 0 0,-1 5 346 0 0,-18-28 327 0 0,17 29-744 0 0,-1 0 1 0 0,0-1-1 0 0,0 1 0 0 0,0 0 1 0 0,1 0-1 0 0,-1 0 1 0 0,0 0-1 0 0,0 0 1 0 0,0 0-1 0 0,0 0 1 0 0,1 0-1 0 0,-1 0 0 0 0,0 0 1 0 0,0 0-1 0 0,0 1 1 0 0,1-1-1 0 0,-1 0 1 0 0,0 1-1 0 0,0-1 1 0 0,1 0-1 0 0,-1 1 1 0 0,0-1-1 0 0,1 1 0 0 0,-1-1 1 0 0,0 1-1 0 0,1-1 1 0 0,-1 1-1 0 0,0 0 1 0 0,-17 29-871 0 0,15-23 69 0 0,1-1 0 0 0,0 0 0 0 0,0 1 0 0 0,0-1 0 0 0,1 1 1 0 0,0 0-1 0 0,0-1 0 0 0,1 8 0 0 0,4-5-1661 0 0</inkml:trace>
</inkml:ink>
</file>

<file path=ppt/ink/ink8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37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4 144 0 0,'2'-1'365'0'0,"-1"0"1"0"0,0 1-1 0 0,0-1 0 0 0,1 1 0 0 0,-1 0 1 0 0,0 0-1 0 0,1-1 0 0 0,-1 1 1 0 0,1 0-1 0 0,-1 0 0 0 0,0 0 0 0 0,1 0 1 0 0,-1 1-1 0 0,0-1 0 0 0,3 1 1 0 0,-11 31 309 0 0,-2-1 0 0 0,-1 0 1 0 0,-22 48-1 0 0,-9 24-966 0 0,34-71-876 0 0,8-18-2383 0 0,2-1 1480 0 0</inkml:trace>
</inkml:ink>
</file>

<file path=ppt/ink/ink8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37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29 748 0 0,'9'-18'3974'0'0,"-5"8"444"0"0,-8 15-4199 0 0,-75 109 838 0 0,44-60-570 0 0,-52 61-1 0 0,86-114-167 0 0,3-3-318 0 0,0 1-1 0 0,0 0 0 0 0,0 0 0 0 0,0 0 0 0 0,1 1 1 0 0,-1-1-1 0 0,0 0 0 0 0,1 1 0 0 0,-1-1 0 0 0,3 1 0 0 0,-2-1-1 0 0,85-21-138 0 0,-80 21 112 0 0,-1 0 0 0 0,1 1-1 0 0,-1 0 1 0 0,0 0-1 0 0,1 1 1 0 0,-1-1 0 0 0,1 2-1 0 0,-1-1 1 0 0,11 4-1 0 0,-17-4 23 0 0,1-1-1 0 0,-1 1 0 0 0,0-1 0 0 0,1 1 0 0 0,-1 0 1 0 0,0-1-1 0 0,0 1 0 0 0,0 0 0 0 0,0 0 0 0 0,0 0 1 0 0,0 0-1 0 0,0 0 0 0 0,0 0 0 0 0,0 0 0 0 0,0 0 1 0 0,0 1-1 0 0,-1-1 0 0 0,1 0 0 0 0,0 0 0 0 0,-1 1 1 0 0,1-1-1 0 0,-1 0 0 0 0,1 1 0 0 0,-1-1 0 0 0,0 0 1 0 0,0 1-1 0 0,0-1 0 0 0,1 1 0 0 0,-1-1 0 0 0,-1 0 1 0 0,1 1-1 0 0,0-1 0 0 0,0 1 0 0 0,0-1 0 0 0,-1 0 1 0 0,1 1-1 0 0,-1-1 0 0 0,0 2 0 0 0,-1 2-2 0 0,-1 0 1 0 0,1 0-1 0 0,-1 0 0 0 0,0-1 1 0 0,0 0-1 0 0,0 1 0 0 0,-1-1 0 0 0,0-1 1 0 0,-5 6-1 0 0,4-6-3 0 0,1 0 0 0 0,0 0 0 0 0,0-1 0 0 0,-1 1 0 0 0,0-1 1 0 0,1-1-1 0 0,-1 1 0 0 0,0-1 0 0 0,0 1 0 0 0,0-1 0 0 0,-8 0 0 0 0,9-1-451 0 0,-1 1 0 0 0,0-2-1 0 0,1 1 1 0 0,0 0 0 0 0,-1-1 0 0 0,1 0-1 0 0,-1 0 1 0 0,-6-3 0 0 0,7 1-2076 0 0,-3-7 194 0 0</inkml:trace>
</inkml:ink>
</file>

<file path=ppt/ink/ink8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38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0 392 0 0,'24'42'3090'0'0,"-23"-37"-2985"0"0,0 0-1 0 0,-1 0 1 0 0,0-1-1 0 0,0 1 1 0 0,0 0-1 0 0,0 0 1 0 0,-1 0-1 0 0,0 0 1 0 0,0-1-1 0 0,0 1 1 0 0,-1 0-1 0 0,1-1 0 0 0,-1 1 1 0 0,0-1-1 0 0,-1 0 1 0 0,1 1-1 0 0,-1-1 1 0 0,1 0-1 0 0,-1-1 1 0 0,-6 7-1 0 0,4-5 36 0 0,0 0 0 0 0,-1 0-1 0 0,0-1 1 0 0,1 1 0 0 0,-1-1-1 0 0,-1-1 1 0 0,1 1 0 0 0,-1-1 0 0 0,1 0-1 0 0,-1-1 1 0 0,0 1 0 0 0,0-1-1 0 0,-8 1 1 0 0,13-3 109 0 0,-3 0 69 0 0,5 0-300 0 0,0 0 0 0 0,-1 0 1 0 0,1 1-1 0 0,0-1 0 0 0,0 0 1 0 0,-1 0-1 0 0,1 0 0 0 0,0 0 0 0 0,0 0 1 0 0,-1 0-1 0 0,1 0 0 0 0,0 0 1 0 0,0 0-1 0 0,-1 0 0 0 0,1 0 0 0 0,0 0 1 0 0,0 0-1 0 0,-1 0 0 0 0,1 0 0 0 0,0 0 1 0 0,0 0-1 0 0,-1 0 0 0 0,1-1 1 0 0,0 1-1 0 0,0 0 0 0 0,-1 0 0 0 0,1 0 1 0 0,0 0-1 0 0,0 0 0 0 0,0-1 1 0 0,-1 1-1 0 0,1 0 0 0 0,0 0 0 0 0,0 0 1 0 0,0-1-1 0 0,0 1 0 0 0,-1 0 0 0 0,2-4 1 0 0,0 1 0 0 0,0 0 0 0 0,0 0 0 0 0,0 0 0 0 0,0 1 0 0 0,0-1 0 0 0,1 0 0 0 0,-1 0 0 0 0,1 1 0 0 0,0-1 0 0 0,0 1 0 0 0,0-1 0 0 0,0 1 0 0 0,0 0 0 0 0,1 0 0 0 0,-1 0 0 0 0,1 0 0 0 0,-1 0 0 0 0,1 0 0 0 0,0 1 0 0 0,0-1 0 0 0,3 0 0 0 0,73-35-230 0 0,-74 35 206 0 0,160-56-490 0 0,-163 58 458 0 0,-1 0-50 0 0,1 0 82 0 0,-1 0-1 0 0,0 1 1 0 0,0-1-1 0 0,0 1 1 0 0,0-1-1 0 0,0 1 0 0 0,0-1 1 0 0,0 1-1 0 0,0 0 1 0 0,0 0-1 0 0,0-1 1 0 0,-1 1-1 0 0,1 0 1 0 0,0 0-1 0 0,0 0 1 0 0,-1 0-1 0 0,1 0 0 0 0,0 0 1 0 0,-1 0-1 0 0,1 1 1 0 0,14 33-31 0 0,-4-10 18 0 0,-7-19 71 0 0,0-1 0 0 0,0 1 0 0 0,1-1 0 0 0,0 0 0 0 0,0 0-1 0 0,0 0 1 0 0,1-1 0 0 0,0 1 0 0 0,0-1 0 0 0,0-1 0 0 0,10 5-1 0 0,-15-7 185 0 0,1-1-189 0 0,-1 0 0 0 0,1-1 0 0 0,-1 1 1 0 0,1 0-1 0 0,-1-1 0 0 0,1 1 0 0 0,-1-1 1 0 0,1 1-1 0 0,-1-1 0 0 0,1 0 1 0 0,-1 0-1 0 0,0 1 0 0 0,0-1 0 0 0,1 0 1 0 0,-1 0-1 0 0,0 0 0 0 0,0 0 0 0 0,0-1 1 0 0,0 1-1 0 0,0 0 0 0 0,0 0 1 0 0,0-1-1 0 0,0 1 0 0 0,-1 0 0 0 0,1-1 1 0 0,-1 1-1 0 0,1-1 0 0 0,-1 1 1 0 0,1-1-1 0 0,-1 1 0 0 0,0-1 0 0 0,1 1 1 0 0,-1-1-1 0 0,0-1 0 0 0,1-9 97 0 0,-1 0 0 0 0,0 0 0 0 0,-3-18 0 0 0,1 7-66 0 0,-2 0-7019 0 0</inkml:trace>
</inkml:ink>
</file>

<file path=ppt/ink/ink8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39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0 276 0 0,'0'0'2519'0'0,"-6"23"-1266"0"0,-7 46 16 0 0,12-67-1183 0 0,5 22 1420 0 0,46-14-777 0 0,-31-6-506 0 0,1-1 0 0 0,27 2 0 0 0,-45-5-187 0 0,0 0 1 0 0,0 0 0 0 0,-1 0-1 0 0,1-1 1 0 0,0 1 0 0 0,0-1-1 0 0,0 1 1 0 0,0-1 0 0 0,0 1-1 0 0,-1-1 1 0 0,1 0 0 0 0,0 0-1 0 0,-1 0 1 0 0,1 0 0 0 0,-1 0-1 0 0,1 0 1 0 0,-1-1 0 0 0,1 1-1 0 0,1-3 1 0 0,17-35 426 0 0,-18 34-435 0 0,0 0-1 0 0,0 0 1 0 0,0 0-1 0 0,1 0 1 0 0,-1 0-1 0 0,1 0 1 0 0,0 1 0 0 0,1-1-1 0 0,-1 1 1 0 0,1 0-1 0 0,0 0 1 0 0,7-5 0 0 0,-9 7-30 0 0,0 1 1 0 0,1 0-1 0 0,-1-1 0 0 0,1 1 1 0 0,-1 0-1 0 0,1 0 1 0 0,-1 1-1 0 0,1-1 1 0 0,0 0-1 0 0,0 1 1 0 0,-1 0-1 0 0,1-1 1 0 0,0 1-1 0 0,0 0 1 0 0,-1 0-1 0 0,1 1 1 0 0,0-1-1 0 0,0 1 1 0 0,-1-1-1 0 0,1 1 0 0 0,0 0 1 0 0,-1 0-1 0 0,1 0 1 0 0,-1 0-1 0 0,1 1 1 0 0,-1-1-1 0 0,1 0 1 0 0,-1 1-1 0 0,0 0 1 0 0,0 0-1 0 0,0 0 1 0 0,0 0-1 0 0,2 2 1 0 0,-1 2-7 0 0,0 0 1 0 0,-1 0 0 0 0,0 0 0 0 0,0 1 0 0 0,0-1 0 0 0,0 1-1 0 0,-1-1 1 0 0,-1 1 0 0 0,1 0 0 0 0,-1-1 0 0 0,0 12 0 0 0,0-10 23 0 0,0-6 177 0 0,0-2-189 0 0,0 0 1 0 0,1 1-1 0 0,-1-1 0 0 0,1 0 1 0 0,-1 0-1 0 0,1 1 0 0 0,0-1 1 0 0,-1 0-1 0 0,1 0 0 0 0,-1 0 1 0 0,1 0-1 0 0,-1 0 0 0 0,1 0 1 0 0,-1 0-1 0 0,1 0 0 0 0,0 0 1 0 0,-1 0-1 0 0,1 0 1 0 0,-1 0-1 0 0,1 0 0 0 0,-1 0 1 0 0,1 0-1 0 0,-1-1 0 0 0,2 1 1 0 0,16-12 8 0 0,-6 4 110 0 0,1 0 1 0 0,0 1-1 0 0,17-7 0 0 0,-28 13 59 0 0,20 29-228 0 0,-22-25-109 0 0,5 17-1070 0 0,-4-5-3549 0 0,-1-8 2224 0 0</inkml:trace>
</inkml:ink>
</file>

<file path=ppt/ink/ink8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39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779 1 644 0 0,'4'4'258'0'0,"0"1"0"0"0,0 0 0 0 0,0 0 0 0 0,-1 0-1 0 0,0 0 1 0 0,0 1 0 0 0,0-1 0 0 0,0 1 0 0 0,-1 0 0 0 0,0 0 0 0 0,0 0-1 0 0,-1 0 1 0 0,0 0 0 0 0,2 12 0 0 0,-2 1 132 0 0,-1-1 1 0 0,0 1-1 0 0,-5 31 1 0 0,0-25-150 0 0,-1-1 0 0 0,-1 0 0 0 0,-1-1 0 0 0,-1 1 0 0 0,-1-2 0 0 0,-1 1-1 0 0,-1-1 1 0 0,-1-1 0 0 0,-1 0 0 0 0,0-1 0 0 0,-2-1 0 0 0,0 0 0 0 0,-20 17 0 0 0,0-3 5 0 0,-1-2 0 0 0,-2-2 0 0 0,-1-1 0 0 0,-1-2 1 0 0,-76 36-1 0 0,-59 9-385 0 0,142-61-2898 0 0,-55 9-1 0 0,59-15 388 0 0</inkml:trace>
</inkml:ink>
</file>

<file path=ppt/ink/ink8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4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153 195 596 0 0,'1'-3'574'0'0,"0"0"0"0"0,0 0 0 0 0,-1 0 0 0 0,1-1 0 0 0,-1 1 0 0 0,0 0-1 0 0,1 0 1 0 0,-2 0 0 0 0,1-1 0 0 0,0 1 0 0 0,-1 0 0 0 0,1 0 0 0 0,-2-4 0 0 0,1 6-499 0 0,1 0 0 0 0,-1 0 1 0 0,1 1-1 0 0,-1-1 0 0 0,1 0 0 0 0,-1 0 0 0 0,1 1 1 0 0,-1-1-1 0 0,0 0 0 0 0,1 1 0 0 0,-1-1 1 0 0,0 1-1 0 0,0-1 0 0 0,0 1 0 0 0,1-1 1 0 0,-1 1-1 0 0,0-1 0 0 0,0 1 0 0 0,0 0 1 0 0,0 0-1 0 0,0-1 0 0 0,0 1 0 0 0,0 0 1 0 0,1 0-1 0 0,-1 0 0 0 0,0 0 0 0 0,0 0 1 0 0,0 0-1 0 0,0 0 0 0 0,-1 1 0 0 0,-31 5 423 0 0,28-5-326 0 0,0 0-107 0 0,0 0-1 0 0,0 1 1 0 0,1-1-1 0 0,-1 1 1 0 0,1 0 0 0 0,-1 1-1 0 0,1-1 1 0 0,0 1-1 0 0,-1-1 1 0 0,1 1-1 0 0,1 0 1 0 0,-1 1 0 0 0,0-1-1 0 0,1 1 1 0 0,0 0-1 0 0,0 0 1 0 0,0 0 0 0 0,0 0-1 0 0,0 0 1 0 0,1 0-1 0 0,0 1 1 0 0,-3 7-1 0 0,4-8-49 0 0,0 0 0 0 0,1 0 0 0 0,0 0 0 0 0,-1-1-1 0 0,1 1 1 0 0,0 0 0 0 0,1 0 0 0 0,-1 0 0 0 0,1 0 0 0 0,0-1-1 0 0,-1 1 1 0 0,2 0 0 0 0,-1-1 0 0 0,0 1 0 0 0,1-1-1 0 0,0 1 1 0 0,-1-1 0 0 0,2 1 0 0 0,-1-1 0 0 0,0 0-1 0 0,0 0 1 0 0,1 0 0 0 0,0-1 0 0 0,-1 1 0 0 0,1 0-1 0 0,0-1 1 0 0,1 0 0 0 0,-1 0 0 0 0,4 3 0 0 0,0-2-4 0 0,0 1 1 0 0,0-1-1 0 0,0 0 1 0 0,1-1-1 0 0,-1 1 1 0 0,0-1-1 0 0,1-1 1 0 0,0 0 0 0 0,-1 0-1 0 0,1 0 1 0 0,0-1-1 0 0,-1 0 1 0 0,1 0-1 0 0,0-1 1 0 0,-1 0-1 0 0,1-1 1 0 0,0 1 0 0 0,-1-2-1 0 0,0 1 1 0 0,1-1-1 0 0,-1 0 1 0 0,13-7-1 0 0,-14 6 72 0 0,0 0-1 0 0,0 0 1 0 0,-1-1-1 0 0,1 0 1 0 0,-1 0-1 0 0,0 0 1 0 0,0 0-1 0 0,0-1 1 0 0,-1 0-1 0 0,0 0 1 0 0,0 0-1 0 0,-1 0 0 0 0,0-1 1 0 0,0 1-1 0 0,0-1 1 0 0,-1 0-1 0 0,1 0 1 0 0,-2 0-1 0 0,1 0 1 0 0,-1 0-1 0 0,0 0 1 0 0,-1 0-1 0 0,0-1 1 0 0,0-9-1 0 0,-1 8-54 0 0,0 0 0 0 0,-1 1-1 0 0,1-1 1 0 0,-2 0 0 0 0,1 0 0 0 0,-1 1-1 0 0,-1 0 1 0 0,1-1 0 0 0,-2 1 0 0 0,1 1-1 0 0,-1-1 1 0 0,0 0 0 0 0,0 1 0 0 0,-1 0-1 0 0,0 1 1 0 0,0-1 0 0 0,-1 1 0 0 0,-10-8 0 0 0,16 14-122 0 0,0 0 0 0 0,0-1 1 0 0,-1 1-1 0 0,1 0 1 0 0,0 0-1 0 0,0 0 0 0 0,0 0 1 0 0,0 0-1 0 0,-1 0 1 0 0,1 0-1 0 0,0 1 1 0 0,0-1-1 0 0,0 0 0 0 0,0 0 1 0 0,0 1-1 0 0,0-1 1 0 0,0 1-1 0 0,0-1 1 0 0,0 1-1 0 0,0 0 0 0 0,0-1 1 0 0,0 1-1 0 0,0 0 1 0 0,0 0-1 0 0,-1 1 1 0 0,-18 21-2609 0 0,12-6-2892 0 0</inkml:trace>
</inkml:ink>
</file>

<file path=ppt/ink/ink8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4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1 560 0 0,'0'0'2778'0'0,"12"0"219"0"0,20 49-888 0 0,44 92 1 0 0,-75-141-2046 0 0,-1 0 0 0 0,1 1 0 0 0,0-1 0 0 0,-1 0 0 0 0,1 0 0 0 0,0 0 0 0 0,-1 0-1 0 0,1 0 1 0 0,0 0 0 0 0,-1 0 0 0 0,1 0 0 0 0,0 0 0 0 0,-1 0 0 0 0,1 0 0 0 0,0 0 0 0 0,-1 0 0 0 0,1 0-1 0 0,0-1 1 0 0,-1 1 0 0 0,1 0 0 0 0,-1 0 0 0 0,1-1 0 0 0,-1 1 0 0 0,1 0 0 0 0,0-1 0 0 0,-1 1 0 0 0,1-1-1 0 0,-1 1 1 0 0,0-1 0 0 0,1 1 0 0 0,-1-1 0 0 0,1 1 0 0 0,-1-1 0 0 0,0 1 0 0 0,1-1 0 0 0,-1 0-1 0 0,28-30-345 0 0,-19 21 186 0 0,39-37-2023 0 0,-16 17-3563 0 0,-19 21 3015 0 0</inkml:trace>
</inkml:ink>
</file>

<file path=ppt/ink/ink8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4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68 584 0 0,'0'0'3822'0'0,"3"-2"-3174"0"0,10-5-19 0 0,-10 5-16 0 0,15-25 2507 0 0,-17 24-3185 0 0,-1 2 183 0 0,1 0-1 0 0,-1 1 1 0 0,0-1-1 0 0,0 0 1 0 0,1 0-1 0 0,-1 0 1 0 0,0 0-1 0 0,0 0 1 0 0,0 0-1 0 0,0 1 1 0 0,0-1-1 0 0,0 0 1 0 0,0 0 0 0 0,0 0-1 0 0,0 0 1 0 0,0 0-1 0 0,-1 0 1 0 0,1 0-1 0 0,0 1 1 0 0,0-1-1 0 0,-1 0 1 0 0,1 0-1 0 0,-1 0 1 0 0,1 1-1 0 0,-1-1 1 0 0,1 0-1 0 0,-2-1 1 0 0,0 0 35 0 0,-1 5-13 0 0,-12 6-35 0 0,2 1 0 0 0,-1 1 0 0 0,1 0 0 0 0,1 1 0 0 0,-18 21 0 0 0,26-28-90 0 0,0 0 0 0 0,0 0 0 0 0,1 0 0 0 0,0 0 0 0 0,-1 1 0 0 0,2-1 0 0 0,-1 1 0 0 0,1 0 0 0 0,0 0 0 0 0,0 0 0 0 0,0 0 0 0 0,1 0 0 0 0,0 0 0 0 0,0 0 0 0 0,1 0 0 0 0,-1 1 0 0 0,1-1 0 0 0,1 0 0 0 0,1 9 0 0 0,-1-13-17 0 0,-1-1-1 0 0,1 1 0 0 0,0-1 0 0 0,0 1 1 0 0,0-1-1 0 0,1 1 0 0 0,-1-1 0 0 0,0 0 1 0 0,1 1-1 0 0,-1-1 0 0 0,0 0 0 0 0,1 0 1 0 0,0 0-1 0 0,-1 0 0 0 0,1 0 0 0 0,-1 0 1 0 0,1-1-1 0 0,0 1 0 0 0,0-1 0 0 0,-1 1 1 0 0,1-1-1 0 0,0 1 0 0 0,0-1 0 0 0,0 0 1 0 0,-1 0-1 0 0,1 0 0 0 0,0 0 0 0 0,0 0 1 0 0,0-1-1 0 0,0 1 0 0 0,2-1 0 0 0,61-15-372 0 0,-59 14 334 0 0,196-82-1054 0 0,-114 45 491 0 0,-88 38 597 0 0,1 1-1 0 0,-1-1 1 0 0,1 1 0 0 0,0-1 0 0 0,-1 1 0 0 0,1 0 0 0 0,0-1 0 0 0,0 1 0 0 0,-1 0-1 0 0,1 0 1 0 0,0-1 0 0 0,-1 1 0 0 0,1 0 0 0 0,0 0 0 0 0,0 0 0 0 0,-1 0 0 0 0,1 0-1 0 0,0 0 1 0 0,0 0 0 0 0,0 0 0 0 0,-1 1 0 0 0,1-1 0 0 0,0 0 0 0 0,-1 0 0 0 0,1 1-1 0 0,0-1 1 0 0,0 0 0 0 0,-1 1 0 0 0,1-1 0 0 0,-1 0 0 0 0,1 1 0 0 0,0-1 0 0 0,-1 1-1 0 0,1-1 1 0 0,-1 1 0 0 0,1 0 0 0 0,-1-1 0 0 0,1 1 0 0 0,-1-1 0 0 0,0 1 0 0 0,1 0-1 0 0,-1-1 1 0 0,0 1 0 0 0,1 0 0 0 0,-1 0 0 0 0,0-1 0 0 0,0 1 0 0 0,0 0 0 0 0,1 1-1 0 0,-4 47 42 0 0,0-26-277 0 0,9 16-1532 0 0,10-17-2864 0 0,-5-13 2001 0 0</inkml:trace>
</inkml:ink>
</file>

<file path=ppt/ink/ink8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5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1 704 0 0,'0'0'6657'0'0,"1"0"-6579"0"0,0 0 0 0 0,0 1-1 0 0,0-1 1 0 0,-1 0 0 0 0,1 1-1 0 0,0-1 1 0 0,0 0-1 0 0,0 1 1 0 0,-1-1 0 0 0,1 1-1 0 0,0-1 1 0 0,-1 1 0 0 0,1-1-1 0 0,0 1 1 0 0,-1 0 0 0 0,1-1-1 0 0,-1 1 1 0 0,1 0 0 0 0,-1 0-1 0 0,1-1 1 0 0,0 3-1 0 0,7 344 4525 0 0,-8-254-4583 0 0,0-52-8690 0 0</inkml:trace>
</inkml:ink>
</file>

<file path=ppt/ink/ink8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6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0 487 28 0 0,'66'-4'775'0'0,"0"-3"0"0"0,124-29 0 0 0,-168 31-590 0 0,-1-2 0 0 0,0 0 1 0 0,0-2-1 0 0,-1 0 1 0 0,0-1-1 0 0,0-1 1 0 0,-2-1-1 0 0,1-1 0 0 0,-1 0 1 0 0,-1-1-1 0 0,-1-1 1 0 0,24-27-1 0 0,-35 35-64 0 0,-1 1 0 0 0,1-1-1 0 0,-1 0 1 0 0,0 0 0 0 0,-1 0 0 0 0,0-1-1 0 0,0 1 1 0 0,-1-1 0 0 0,0 1-1 0 0,0-1 1 0 0,0 0 0 0 0,-1 0 0 0 0,-1 0-1 0 0,1 0 1 0 0,-2-15 0 0 0,-2 5 437 0 0,0 1 1 0 0,-1 0-1 0 0,-1 0 0 0 0,-1 1 1 0 0,-14-31-1 0 0,20 46-543 0 0,0 1 1 0 0,-1 0-1 0 0,1-1 0 0 0,0 1 1 0 0,0 0-1 0 0,0-1 1 0 0,0 1-1 0 0,0 0 0 0 0,-1 0 1 0 0,1-1-1 0 0,0 1 0 0 0,0 0 1 0 0,0 0-1 0 0,-1-1 1 0 0,1 1-1 0 0,0 0 0 0 0,0 0 1 0 0,-1 0-1 0 0,1-1 0 0 0,0 1 1 0 0,-1 0-1 0 0,1 0 1 0 0,0 0-1 0 0,0 0 0 0 0,-1 0 1 0 0,1 0-1 0 0,0-1 0 0 0,-1 1 1 0 0,1 0-1 0 0,0 0 1 0 0,-1 0-1 0 0,1 0 0 0 0,0 0 1 0 0,-1 0-1 0 0,1 1 0 0 0,0-1 1 0 0,-1 0-1 0 0,1 0 1 0 0,0 0-1 0 0,-1 0 0 0 0,1 0 1 0 0,0 0-1 0 0,0 0 0 0 0,-1 1 1 0 0,1-1-1 0 0,0 0 1 0 0,-1 0-1 0 0,1 1 0 0 0,-8 7 44 0 0,0 0-1 0 0,1 0 0 0 0,-1 1 0 0 0,2 0 1 0 0,-1 1-1 0 0,2 0 0 0 0,-1 0 0 0 0,1 0 1 0 0,-6 20-1 0 0,-30 105 317 0 0,29-71-192 0 0,2 1 0 0 0,3 0 1 0 0,3 110-1 0 0,11-129-2 0 0,-6-44-152 0 0,-1-2-25 0 0,0 1 0 0 0,0-1 0 0 0,0 1 0 0 0,0-1 0 0 0,0 1-1 0 0,0-1 1 0 0,0 1 0 0 0,0-1 0 0 0,0 1 0 0 0,0-1 0 0 0,0 1 0 0 0,0-1 0 0 0,1 1-1 0 0,-1-1 1 0 0,0 1 0 0 0,0-1 0 0 0,1 1 0 0 0,-1-1 0 0 0,0 0 0 0 0,0 1 0 0 0,1-1-1 0 0,-1 1 1 0 0,1-1 0 0 0,-1 0 0 0 0,0 1 0 0 0,1-1 0 0 0,-1 0 0 0 0,1 0 0 0 0,-1 1-1 0 0,1-1 1 0 0,-1 0 0 0 0,1 0 0 0 0,-1 0 0 0 0,1 1 0 0 0,-1-1 0 0 0,1 0 0 0 0,-1 0-1 0 0,1 0 1 0 0,-1 0 0 0 0,1 0 0 0 0,-1 0 0 0 0,1 0 0 0 0,-1 0 0 0 0,1 0 0 0 0,-1 0-1 0 0,1 0 1 0 0,-1-1 0 0 0,1 1 0 0 0,-1 0 0 0 0,1 0 0 0 0,-1 0 0 0 0,1-1 0 0 0,11-3 25 0 0,2-1-18 0 0,1 1 1 0 0,-1 0-1 0 0,1 1 0 0 0,0 0 1 0 0,1 1-1 0 0,24 1 1 0 0,75 12-52 0 0,32 0 153 0 0,-145-11-18 0 0,-1 0 1 0 0,0 0 0 0 0,0 0 0 0 0,0-1-1 0 0,1 1 1 0 0,-1 0 0 0 0,0-1 0 0 0,0 1-1 0 0,0-1 1 0 0,0 1 0 0 0,0-1 0 0 0,0 0-1 0 0,0 1 1 0 0,0-1 0 0 0,0 0 0 0 0,0 0 0 0 0,0 0-1 0 0,0 0 1 0 0,0 0 0 0 0,-1 0 0 0 0,1 0-1 0 0,0 0 1 0 0,-1 0 0 0 0,1 0 0 0 0,-1 0-1 0 0,1 0 1 0 0,-1 0 0 0 0,0 0 0 0 0,1-1-1 0 0,-1 1 1 0 0,0 0 0 0 0,0 0 0 0 0,0 0 0 0 0,0-3-1 0 0,1 1-179 0 0,-1 0 33 0 0,32 27-4066 0 0,13-5-1908 0 0,-9-7 2556 0 0</inkml:trace>
</inkml:ink>
</file>

<file path=ppt/ink/ink8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1 770 444 0 0,'0'0'2809'0'0,"2"-23"429"0"0,119-108 2242 0 0,-5 5-3713 0 0,-102 108-1631 0 0,0-1-1 0 0,-2 0 1 0 0,0-1-1 0 0,-1 0 1 0 0,13-33-1 0 0,-16 31-93 0 0,-1-1 0 0 0,-1 1-1 0 0,-1-1 1 0 0,-2 0-1 0 0,0 0 1 0 0,-1-1-1 0 0,-1 1 1 0 0,-1-1 0 0 0,-1 1-1 0 0,-1 0 1 0 0,-1 0-1 0 0,-9-31 1 0 0,12 54-46 0 0,0-1 0 0 0,0 1 1 0 0,0-1-1 0 0,0 1 0 0 0,0-1 0 0 0,0 1 0 0 0,0 0 0 0 0,-1-1 1 0 0,1 1-1 0 0,0-1 0 0 0,0 1 0 0 0,0 0 0 0 0,-1-1 0 0 0,1 1 0 0 0,0 0 1 0 0,0-1-1 0 0,-1 1 0 0 0,1 0 0 0 0,0-1 0 0 0,-1 1 0 0 0,1 0 1 0 0,-1-1-1 0 0,1 1 0 0 0,0 0 0 0 0,-1 0 0 0 0,1 0 0 0 0,-1 0 1 0 0,1-1-1 0 0,0 1 0 0 0,-1 0 0 0 0,1 0 0 0 0,-1 0 0 0 0,1 0 1 0 0,-1 0-1 0 0,1 0 0 0 0,-1 0 0 0 0,1 0 0 0 0,0 0 0 0 0,-1 0 1 0 0,1 0-1 0 0,-1 0 0 0 0,1 0 0 0 0,-1 1 0 0 0,1-1 0 0 0,0 0 1 0 0,-1 0-1 0 0,0 1 0 0 0,-22 23-59 0 0,-20 48 41 0 0,40-67 10 0 0,-29 53 18 0 0,3 1 0 0 0,-32 94 0 0 0,54-131-66 0 0,1 0-1 0 0,1 1 1 0 0,1 0-1 0 0,0 0 1 0 0,2 0-1 0 0,1 0 1 0 0,1 0-1 0 0,1 1 1 0 0,1-1-1 0 0,9 41 1 0 0,-10-57-86 0 0,2 1 1 0 0,-1-1-1 0 0,1 0 0 0 0,0 0 1 0 0,1 0-1 0 0,-1-1 0 0 0,1 1 0 0 0,1-1 1 0 0,-1 0-1 0 0,1 0 0 0 0,0 0 1 0 0,1-1-1 0 0,-1 1 0 0 0,1-1 1 0 0,0-1-1 0 0,10 7 0 0 0,-6-6-529 0 0,0 0 0 0 0,0-1-1 0 0,0 0 1 0 0,0-1-1 0 0,1 0 1 0 0,0-1 0 0 0,0 0-1 0 0,-1 0 1 0 0,1-2 0 0 0,21 1-1 0 0,-5-3-1718 0 0</inkml:trace>
</inkml:ink>
</file>

<file path=ppt/ink/ink8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7.3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60 123 52 0 0,'8'-10'1122'0'0,"-1"0"1"0"0,0-1-1 0 0,-1 0 1 0 0,0 0-1 0 0,-1 0 1 0 0,6-20-1 0 0,-10 30-480 0 0,-1 0-409 0 0,1 0 0 0 0,-1-1 0 0 0,1 1 0 0 0,-1 0 0 0 0,0 0 0 0 0,1-1 0 0 0,-1 1 0 0 0,0 0 0 0 0,0-1 0 0 0,0 1 0 0 0,0 0 0 0 0,0 0 0 0 0,0-1 0 0 0,0 1 0 0 0,-1 0 0 0 0,1-1 0 0 0,0 1 0 0 0,-2-2 0 0 0,-4 4-153 0 0,1 0-1 0 0,-1 1 1 0 0,0 0 0 0 0,1 0 0 0 0,-1 0-1 0 0,1 0 1 0 0,-1 1 0 0 0,1 0 0 0 0,0 0-1 0 0,0 1 1 0 0,1-1 0 0 0,-1 1 0 0 0,-7 9-1 0 0,-1-2 101 0 0,11-10-162 0 0,1 0-1 0 0,0 0 1 0 0,0 0-1 0 0,-1 0 1 0 0,1 0 0 0 0,0 0-1 0 0,0 1 1 0 0,0-1-1 0 0,1 0 1 0 0,-1 1 0 0 0,0-1-1 0 0,0 0 1 0 0,1 1 0 0 0,-1-1-1 0 0,1 1 1 0 0,-1 2-1 0 0,1-3-4 0 0,0 0 0 0 0,0-1 0 0 0,0 1 0 0 0,0 0 0 0 0,1 0-1 0 0,-1 0 1 0 0,0-1 0 0 0,1 1 0 0 0,-1 0 0 0 0,0 0 0 0 0,1-1-1 0 0,-1 1 1 0 0,1 0 0 0 0,-1-1 0 0 0,1 1 0 0 0,0-1 0 0 0,-1 1-1 0 0,1 0 1 0 0,0-1 0 0 0,-1 1 0 0 0,1-1 0 0 0,1 1-1 0 0,7 3-54 0 0,0-1 0 0 0,0 0 0 0 0,1 0 0 0 0,15 2-1 0 0,11 4-1449 0 0,-28-5 1041 0 0,-1-1 0 0 0,0-1 0 0 0,1 0 1 0 0,0 0-1 0 0,12 2 0 0 0,22-1-5278 0 0,-28-1 3066 0 0</inkml:trace>
</inkml:ink>
</file>

<file path=ppt/ink/ink8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7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43 204 0 0,'0'-13'3327'0'0,"4"-13"8007"0"0,4 25-11249 0 0,-1 0-1 0 0,0 0 0 0 0,1 1 0 0 0,-1 0 0 0 0,1 0 0 0 0,13 3 0 0 0,45 1 25 0 0,-66-3-110 0 0,0-1 0 0 0,1 0-1 0 0,-1 0 1 0 0,0 1 0 0 0,1-1 0 0 0,-1 0 0 0 0,0 1 0 0 0,1-1 0 0 0,-1 0-1 0 0,0 1 1 0 0,1-1 0 0 0,-1 1 0 0 0,0-1 0 0 0,0 1 0 0 0,0-1 0 0 0,1 0 0 0 0,-1 1-1 0 0,0-1 1 0 0,0 1 0 0 0,0-1 0 0 0,0 1 0 0 0,0-1 0 0 0,0 1 0 0 0,0-1 0 0 0,0 1-1 0 0,0-1 1 0 0,0 1 0 0 0,0-1 0 0 0,0 1 0 0 0,0-1 0 0 0,0 1 0 0 0,-1-1 0 0 0,1 0-1 0 0,0 1 1 0 0,0-1 0 0 0,0 1 0 0 0,-1-1 0 0 0,1 0 0 0 0,0 1 0 0 0,-1-1 0 0 0,1 1-1 0 0,0-1 1 0 0,-1 0 0 0 0,1 1 0 0 0,-1-1 0 0 0,-15 24-9 0 0,-25 7 21 0 0,-7 8-622 0 0,48-38 593 0 0,-1 0 1 0 0,0 0 0 0 0,1 0-1 0 0,-1 0 1 0 0,1 0 0 0 0,-1 0-1 0 0,1 1 1 0 0,-1-1 0 0 0,1 0-1 0 0,0 0 1 0 0,0 0-1 0 0,0 1 1 0 0,0-1 0 0 0,0 0-1 0 0,0 0 1 0 0,0 0 0 0 0,0 1-1 0 0,0-1 1 0 0,0 0 0 0 0,1 0-1 0 0,-1 0 1 0 0,0 1 0 0 0,1-1-1 0 0,-1 0 1 0 0,1 0-1 0 0,-1 0 1 0 0,1 0 0 0 0,0 0-1 0 0,0 1 1 0 0,29 33-127 0 0,-18-23 77 0 0,-2 0 8 0 0,0 1-1 0 0,0 1 1 0 0,-2-1-1 0 0,1 2 1 0 0,-2-1 0 0 0,0 1-1 0 0,-1 0 1 0 0,0 0-1 0 0,4 19 1 0 0,-9-29 39 0 0,0 1 1 0 0,0-1-1 0 0,0 0 0 0 0,-1 1 1 0 0,0-1-1 0 0,0 1 0 0 0,0-1 1 0 0,-1 1-1 0 0,0-1 1 0 0,0 1-1 0 0,0-1 0 0 0,-1 0 1 0 0,1 0-1 0 0,-1 0 1 0 0,-1 0-1 0 0,1 0 0 0 0,-1 0 1 0 0,0 0-1 0 0,0-1 1 0 0,0 1-1 0 0,0-1 0 0 0,-1 0 1 0 0,0 0-1 0 0,0 0 0 0 0,0 0 1 0 0,0-1-1 0 0,0 0 1 0 0,-1 0-1 0 0,0 0 0 0 0,1 0 1 0 0,-7 2-1 0 0,2-1 72 0 0,0 0 1 0 0,-1-1-1 0 0,1 0 0 0 0,0-1 1 0 0,-1 0-1 0 0,0 0 0 0 0,1-1 1 0 0,-18 0-1 0 0,24 0 1 0 0,-1-2 0 0 0,1 1 0 0 0,-1 0-1 0 0,1-1 1 0 0,0 1 0 0 0,-1-1 0 0 0,1 0 0 0 0,0 0 0 0 0,-1-1 0 0 0,1 1 0 0 0,0-1 0 0 0,0 1 0 0 0,0-1-1 0 0,0 0 1 0 0,0 0 0 0 0,0 0 0 0 0,1-1 0 0 0,-1 1 0 0 0,1-1 0 0 0,0 1 0 0 0,-1-1 0 0 0,1 0-1 0 0,0 0 1 0 0,1 0 0 0 0,-1 0 0 0 0,-2-6 0 0 0,3 7-121 0 0,1-1-1 0 0,-1 1 1 0 0,1-1 0 0 0,-1 1-1 0 0,1-1 1 0 0,0 1 0 0 0,0-1-1 0 0,0 0 1 0 0,1 1 0 0 0,-1-1-1 0 0,1 1 1 0 0,-1 0 0 0 0,1-1-1 0 0,0 1 1 0 0,0-1 0 0 0,0 1-1 0 0,0 0 1 0 0,0 0 0 0 0,1-1-1 0 0,-1 1 1 0 0,0 0-1 0 0,1 0 1 0 0,0 0 0 0 0,0 1-1 0 0,3-4 1 0 0,5-3-1604 0 0,-1 0 0 0 0,2 1 0 0 0,19-10 0 0 0,-26 15 844 0 0,18-11-2297 0 0</inkml:trace>
</inkml:ink>
</file>

<file path=ppt/ink/ink8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8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61 312 0 0,'16'-22'11120'0'0,"19"0"-8061"0"0,-17 11-2266 0 0,-17 10-675 0 0,-1 1-104 0 0,0 0 0 0 0,0 0-1 0 0,0-1 1 0 0,0 1 0 0 0,0 0 0 0 0,0 0-1 0 0,0 0 1 0 0,0 0 0 0 0,0-1 0 0 0,0 1-1 0 0,0 0 1 0 0,1 0 0 0 0,-1 0-1 0 0,0-1 1 0 0,0 1 0 0 0,0 0 0 0 0,0 0-1 0 0,0 0 1 0 0,0 0 0 0 0,0-1 0 0 0,1 1-1 0 0,-1 0 1 0 0,0 0 0 0 0,0 0 0 0 0,0 0-1 0 0,0 0 1 0 0,0 0 0 0 0,1 0 0 0 0,-1-1-1 0 0,0 1 1 0 0,0 0 0 0 0,0 0 0 0 0,1 0-1 0 0,-1 0 1 0 0,0 0 0 0 0,0 0 0 0 0,0 0-1 0 0,0 0 1 0 0,1 0 0 0 0,-1 0 0 0 0,0 0-1 0 0,0 0 1 0 0,0 0 0 0 0,1 0 0 0 0,-1 0-1 0 0,0 0 1 0 0,0 0 0 0 0,0 0 0 0 0,1 1-1 0 0,-1-1 1 0 0,0 0 0 0 0,0 0-1 0 0,0 0 1 0 0,0 0 0 0 0,1 0 0 0 0,-1 0-1 0 0,3 9-11 0 0,0 0 0 0 0,-1 0 0 0 0,0 0-1 0 0,0 0 1 0 0,-1 0 0 0 0,0 0 0 0 0,-1 15-1 0 0,-7 73-10 0 0,3-54 5 0 0,0 7 29 0 0,-13 67 0 0 0,13-101-21 0 0,0 0 0 0 0,-1 0 0 0 0,0-1-1 0 0,-2 0 1 0 0,0 0 0 0 0,0 0 0 0 0,-19 26 0 0 0,24-39 9 0 0,1 0 0 0 0,-1 0 0 0 0,0 0 0 0 0,1-1 0 0 0,-1 1 0 0 0,0-1 0 0 0,0 1 0 0 0,0-1 0 0 0,0 0 0 0 0,0 0 0 0 0,0 0 0 0 0,0 0 0 0 0,-1 0 0 0 0,1 0 0 0 0,0 0 0 0 0,-1-1 0 0 0,1 1 0 0 0,0-1 0 0 0,-1 0 0 0 0,1 0 0 0 0,-1 0 0 0 0,1 0 0 0 0,0 0 0 0 0,-1 0 0 0 0,1-1 0 0 0,0 1 0 0 0,-1-1-1 0 0,1 1 1 0 0,0-1 0 0 0,0 0 0 0 0,-1 0 0 0 0,1 0 0 0 0,0 0 0 0 0,0-1 0 0 0,0 1 0 0 0,-2-2 0 0 0,0 0-2 0 0,1 0 0 0 0,-1 0 0 0 0,1 0 0 0 0,-1 0 0 0 0,1-1 0 0 0,0 1 0 0 0,1-1-1 0 0,-1 0 1 0 0,1 0 0 0 0,-1 0 0 0 0,1 0 0 0 0,0 0 0 0 0,1 0 0 0 0,-1 0 0 0 0,1-1 0 0 0,0 1-1 0 0,0-1 1 0 0,-1-6 0 0 0,3 4-188 0 0,0 1 1 0 0,0 0-1 0 0,0 0 0 0 0,1 0 1 0 0,0 0-1 0 0,0 1 0 0 0,0-1 0 0 0,1 0 1 0 0,0 1-1 0 0,0 0 0 0 0,1-1 0 0 0,-1 1 1 0 0,1 0-1 0 0,0 1 0 0 0,0-1 0 0 0,1 1 1 0 0,5-5-1 0 0,12-8-2300 0 0,-1 1-1 0 0,38-21 1 0 0,-15 10-1092 0 0</inkml:trace>
</inkml:ink>
</file>

<file path=ppt/ink/ink8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9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378 29 188 0 0,'45'-28'6735'0'0,"-44"27"-5679"0"0,0 2-991 0 0,-1 0 0 0 0,1 0 0 0 0,-1 0 0 0 0,1 1 0 0 0,-1-1 0 0 0,0 0 0 0 0,1 0 0 0 0,-1 0 0 0 0,0 1 0 0 0,0-1 0 0 0,0 0 0 0 0,0 0 0 0 0,0 0 0 0 0,0 1 0 0 0,0-1 0 0 0,-1 0 0 0 0,1 0 0 0 0,0 0 0 0 0,-1 2 0 0 0,-7 24 341 0 0,8-26-391 0 0,-89 256 2091 0 0,50-150-1488 0 0,-11 10 17 0 0,39-93-177 0 0,11-24-451 0 0,0 0 1 0 0,0 0-1 0 0,0 0 1 0 0,0 0 0 0 0,0 0-1 0 0,0 0 1 0 0,0 0-1 0 0,0 0 1 0 0,0-1-1 0 0,0 1 1 0 0,0 0 0 0 0,0 0-1 0 0,0 0 1 0 0,0 0-1 0 0,0 0 1 0 0,0 0 0 0 0,0 0-1 0 0,0 0 1 0 0,0 0-1 0 0,0-1 1 0 0,-1 1-1 0 0,1 0 1 0 0,0 0 0 0 0,0 0-1 0 0,0 0 1 0 0,0 0-1 0 0,0 0 1 0 0,0 0 0 0 0,0 0-1 0 0,0 0 1 0 0,0 0-1 0 0,0 0 1 0 0,-1 0 0 0 0,1 0-1 0 0,0 0 1 0 0,0 0-1 0 0,0 0 1 0 0,0 0-1 0 0,0 0 1 0 0,0 0 0 0 0,0 0-1 0 0,-1 0 1 0 0,1 0-1 0 0,0 0 1 0 0,0 0 0 0 0,0 0-1 0 0,0 0 1 0 0,0 0-1 0 0,0 0 1 0 0,0 0-1 0 0,0 0 1 0 0,0 0 0 0 0,-1 0-1 0 0,1 0 1 0 0,0 0-1 0 0,0 0 1 0 0,0 0 0 0 0,0 1-1 0 0,0-1 1 0 0,0 0-1 0 0,3-45 610 0 0,-1 12-734 0 0,-1 27 102 0 0,-1 0 1 0 0,-1 0 0 0 0,1 0-1 0 0,-1 0 1 0 0,0 1 0 0 0,0-1 0 0 0,-1 0-1 0 0,0 1 1 0 0,0-1 0 0 0,0 1-1 0 0,0-1 1 0 0,-6-7 0 0 0,6 10 4 0 0,-1 1 1 0 0,1-1-1 0 0,-1 1 0 0 0,1 0 1 0 0,-1 0-1 0 0,0 0 1 0 0,0 1-1 0 0,0-1 1 0 0,0 0-1 0 0,0 1 0 0 0,0 0 1 0 0,0 0-1 0 0,-1 0 1 0 0,1 0-1 0 0,0 0 0 0 0,-1 1 1 0 0,1 0-1 0 0,0-1 1 0 0,-1 1-1 0 0,1 1 0 0 0,-1-1 1 0 0,1 0-1 0 0,-5 2 1 0 0,-3-1-18 0 0,0 2 1 0 0,1-1 0 0 0,-1 1 0 0 0,1 1 0 0 0,-19 8 0 0 0,26-10 17 0 0,0-1-1 0 0,0 1 1 0 0,0 0 0 0 0,0 0-1 0 0,0 0 1 0 0,1 0 0 0 0,-1 0-1 0 0,1 1 1 0 0,-1-1 0 0 0,1 1 0 0 0,0-1-1 0 0,0 1 1 0 0,0 0 0 0 0,0 0-1 0 0,0 0 1 0 0,1 0 0 0 0,0 0-1 0 0,-1 1 1 0 0,1-1 0 0 0,0 0 0 0 0,1 1-1 0 0,-1-1 1 0 0,0 5 0 0 0,1-5-2 0 0,1 1 1 0 0,0-1 0 0 0,0 0-1 0 0,0 0 1 0 0,0 1 0 0 0,0-1-1 0 0,1 0 1 0 0,-1 0 0 0 0,1 0 0 0 0,0-1-1 0 0,0 1 1 0 0,0 0 0 0 0,0-1-1 0 0,0 1 1 0 0,0-1 0 0 0,1 0-1 0 0,-1 1 1 0 0,1-1 0 0 0,0 0-1 0 0,0-1 1 0 0,0 1 0 0 0,6 2 0 0 0,7 4-135 0 0,1-1 1 0 0,32 9 0 0 0,-42-14 82 0 0,11 2-103 0 0,-1 0 0 0 0,1-1 0 0 0,0-1 0 0 0,0-1 0 0 0,34-2 0 0 0,89-18-752 0 0,-118 16 755 0 0,10-2-89 0 0,-21 4 192 0 0,0-1 1 0 0,0 0-1 0 0,20-7 0 0 0,-31 8 53 0 0,52-8 94 0 0,-52 9 2 0 0,0 0-1 0 0,0-1 0 0 0,1 1 0 0 0,-1 0 1 0 0,0-1-1 0 0,0 1 0 0 0,0 0 0 0 0,0-1 1 0 0,0 0-1 0 0,0 1 0 0 0,0-1 1 0 0,0 1-1 0 0,0-1 0 0 0,0 0 0 0 0,0 0 1 0 0,0 0-1 0 0,0 0 0 0 0,0 1 0 0 0,-1-1 1 0 0,1 0-1 0 0,0 0 0 0 0,-1 0 0 0 0,1-1 1 0 0,-1 1-1 0 0,1 0 0 0 0,-1 0 1 0 0,1 0-1 0 0,-1 0 0 0 0,0 0 0 0 0,1-1 1 0 0,-1 1-1 0 0,0 0 0 0 0,0 0 0 0 0,0 0 1 0 0,0-1-1 0 0,0 1 0 0 0,0 0 1 0 0,-1 0-1 0 0,1-1 0 0 0,0 1 0 0 0,-1 0 1 0 0,1 0-1 0 0,0 0 0 0 0,-1 0 0 0 0,-1-2 1 0 0,1 0 60 0 0,-7-1-41 0 0,7 3-106 0 0,0 0 0 0 0,0 0 1 0 0,0 1-1 0 0,0-1 0 0 0,0 0 1 0 0,0 1-1 0 0,0-1 0 0 0,0 1 1 0 0,0-1-1 0 0,-1 1 0 0 0,1 0 1 0 0,0-1-1 0 0,0 1 1 0 0,0 0-1 0 0,0 0 0 0 0,-1 0 1 0 0,1 0-1 0 0,0 0 0 0 0,0 0 1 0 0,0 0-1 0 0,-1 0 0 0 0,0 1 1 0 0,-4 1-12 0 0,1 0 0 0 0,-1 0-1 0 0,1 1 1 0 0,0 0 0 0 0,0 0 0 0 0,0 0 0 0 0,0 0 0 0 0,1 1 0 0 0,-1 0 0 0 0,1 0 0 0 0,0 0 0 0 0,0 1 0 0 0,0-1-1 0 0,1 1 1 0 0,-1 0 0 0 0,1 0 0 0 0,1 0 0 0 0,-1 1 0 0 0,1-1 0 0 0,-1 1 0 0 0,-1 10 0 0 0,3-14 9 0 0,1-2 3 0 0,0 1-1 0 0,-1-1 1 0 0,1 1-1 0 0,0-1 1 0 0,0 1 0 0 0,0-1-1 0 0,-1 1 1 0 0,1-1-1 0 0,0 1 1 0 0,0-1 0 0 0,0 1-1 0 0,0 0 1 0 0,0-1-1 0 0,0 1 1 0 0,0-1 0 0 0,0 1-1 0 0,0-1 1 0 0,1 1-1 0 0,-1-1 1 0 0,0 1 0 0 0,0-1-1 0 0,0 1 1 0 0,1-1-1 0 0,-1 1 1 0 0,0-1 0 0 0,0 1-1 0 0,1-1 1 0 0,-1 1-1 0 0,1-1 1 0 0,-1 1 0 0 0,0-1-1 0 0,1 0 1 0 0,-1 1-1 0 0,1-1 1 0 0,0 2 3 0 0,1 0 269 0 0,2-6-146 0 0,0-1-42 0 0,1 1-1 0 0,-1-1 1 0 0,0 0-1 0 0,0 0 0 0 0,-1-1 1 0 0,1 1-1 0 0,-1-1 1 0 0,0 1-1 0 0,-1-1 1 0 0,1 0-1 0 0,-1 0 0 0 0,-1-1 1 0 0,1 1-1 0 0,-1 0 1 0 0,0-1-1 0 0,0 1 0 0 0,-1-8 1 0 0,0 11-108 0 0,1-3 906 0 0</inkml:trace>
</inkml:ink>
</file>

<file path=ppt/ink/ink8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9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283 57 708 0 0,'1'-2'266'0'0,"0"1"0"0"0,0-1-1 0 0,-1 0 1 0 0,1 0 0 0 0,0 0 0 0 0,-1 0 0 0 0,1 0-1 0 0,-1 1 1 0 0,0-1 0 0 0,0 0 0 0 0,1 0 0 0 0,-1 0-1 0 0,0 0 1 0 0,-1 0 0 0 0,1 0 0 0 0,0 0 0 0 0,-1 0-1 0 0,1 0 1 0 0,-1 0 0 0 0,1 0 0 0 0,-1 0 0 0 0,0 1-1 0 0,0-1 1 0 0,0 0 0 0 0,0 0 0 0 0,0 1 0 0 0,0-1-1 0 0,-3-2 1 0 0,3 3 173 0 0,-3 1-252 0 0,1 0-1 0 0,-1 0 1 0 0,0 1-1 0 0,1 0 1 0 0,-1-1-1 0 0,0 1 1 0 0,1 0-1 0 0,-1 1 1 0 0,1-1-1 0 0,-7 4 1 0 0,8-4-144 0 0,0 0 0 0 0,1 1-1 0 0,-1-1 1 0 0,0 1 0 0 0,1-1 0 0 0,-1 1 0 0 0,1-1 0 0 0,0 1-1 0 0,-1 0 1 0 0,1 0 0 0 0,0 0 0 0 0,0 0 0 0 0,0 0-1 0 0,1 0 1 0 0,-1 0 0 0 0,0 0 0 0 0,1 0 0 0 0,-1 0-1 0 0,1 0 1 0 0,0 0 0 0 0,-1 1 0 0 0,1 2 0 0 0,0-3 13 0 0,7 2 39 0 0,-6-3-87 0 0,-1 0 0 0 0,1-1 0 0 0,-1 1 1 0 0,1-1-1 0 0,0 1 0 0 0,-1-1 0 0 0,1 1 1 0 0,0-1-1 0 0,0 1 0 0 0,-1-1 0 0 0,1 1 1 0 0,0-1-1 0 0,0 0 0 0 0,0 1 0 0 0,-1-1 1 0 0,1 0-1 0 0,0 0 0 0 0,0 0 0 0 0,0 0 1 0 0,0 0-1 0 0,-1 0 0 0 0,1 0 0 0 0,0 0 1 0 0,0 0-1 0 0,1 0 0 0 0,35-9 105 0 0,-27 6-35 0 0,-1 1 0 0 0,1 0 0 0 0,0 0 0 0 0,16 0 0 0 0,-22 3-63 0 0,0-1 0 0 0,0 0 0 0 0,0 1 1 0 0,-1 0-1 0 0,1 0 0 0 0,0 0 1 0 0,-1 0-1 0 0,1 1 0 0 0,-1 0 1 0 0,1-1-1 0 0,-1 1 0 0 0,0 0 1 0 0,0 1-1 0 0,1-1 0 0 0,-2 0 1 0 0,5 5-1 0 0,3 4 24 0 0,-2 0 0 0 0,0 0 0 0 0,0 1 0 0 0,-1 0 0 0 0,0 0 0 0 0,-1 0 0 0 0,0 1 0 0 0,-1 0 1 0 0,-1 0-1 0 0,0 1 0 0 0,0-1 0 0 0,-2 1 0 0 0,0 0 0 0 0,0 0 0 0 0,-1 0 0 0 0,-1 0 0 0 0,0 0 0 0 0,-3 15 0 0 0,0-3 22 0 0,-2-1 1 0 0,0 0-1 0 0,-2 0 0 0 0,-1 0 0 0 0,0-1 1 0 0,-2 0-1 0 0,-1-1 0 0 0,-27 43 0 0 0,19-38-14 0 0,-1 0-1 0 0,-1-2 1 0 0,-2 0-1 0 0,-30 27 0 0 0,41-43 34 0 0,0 0 0 0 0,0-1 0 0 0,-1-1 0 0 0,0 1 0 0 0,-1-2 0 0 0,0 0 0 0 0,0-1 0 0 0,0 0 0 0 0,-1-1 0 0 0,0-1 0 0 0,-24 5 0 0 0,37-9-1 0 0,-1 0 1 0 0,1 1-1 0 0,0-1 1 0 0,0 0-1 0 0,0 0 1 0 0,0 0-1 0 0,0 0 1 0 0,0 0-1 0 0,0-1 1 0 0,0 1-1 0 0,0-1 1 0 0,0 1-1 0 0,0-1 1 0 0,0 0-1 0 0,0 1 1 0 0,0-1-1 0 0,1 0 1 0 0,-1 0-1 0 0,0-1 1 0 0,0 1-1 0 0,1 0 1 0 0,-1 0-1 0 0,1-1 1 0 0,-1 1-1 0 0,1-1 1 0 0,0 0-1 0 0,0 1 1 0 0,-1-1-1 0 0,1 0 1 0 0,0 1-1 0 0,0-1 1 0 0,1 0-1 0 0,-1 0 1 0 0,0 0-1 0 0,1 0 1 0 0,-1 0-1 0 0,1 0 1 0 0,-1-3-1 0 0,1-1 50 0 0,-1 0 1 0 0,1 0-1 0 0,1 0 0 0 0,-1 0 0 0 0,1 0 0 0 0,0 0 0 0 0,0 0 1 0 0,1 0-1 0 0,0 0 0 0 0,0 0 0 0 0,5-10 0 0 0,2 2-123 0 0,1-1-1 0 0,0 1 1 0 0,1 1 0 0 0,1 0-1 0 0,0 0 1 0 0,1 2 0 0 0,0-1-1 0 0,1 1 1 0 0,0 1 0 0 0,18-10-1 0 0,64-27-3328 0 0,3 13-5926 0 0,-74 26 4952 0 0</inkml:trace>
</inkml:ink>
</file>

<file path=ppt/ink/ink8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1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20 300 0 0,'0'0'7052'0'0,"-3"3"-7009"0"0,-8 28 1133 0 0,11-37-1098 0 0,-1-32 425 0 0,1 36 62 0 0,-2-6-448 0 0,2 8-107 0 0,0 0 1 0 0,0 0-1 0 0,0 1 0 0 0,0-1 1 0 0,0 0-1 0 0,0 0 0 0 0,0 0 1 0 0,0 0-1 0 0,0 0 0 0 0,0 0 1 0 0,0 0-1 0 0,-1 0 0 0 0,1 0 1 0 0,0 1-1 0 0,0-1 0 0 0,0 0 1 0 0,0 0-1 0 0,0 0 0 0 0,0 0 1 0 0,0 0-1 0 0,0 0 0 0 0,0 0 1 0 0,-1 0-1 0 0,1 0 0 0 0,0 0 1 0 0,0 0-1 0 0,0 0 0 0 0,0 0 1 0 0,0 0-1 0 0,0 0 0 0 0,0 0 1 0 0,0 0-1 0 0,-1 0 0 0 0,1 0 1 0 0,0 0-1 0 0,0 0 0 0 0,0 0 1 0 0,0 0-1 0 0,0 0 1 0 0,0 0-1 0 0,0 0 0 0 0,0 0 1 0 0,-1 0-1 0 0,1 0 0 0 0,0 0 1 0 0,0 0-1 0 0,0 0 0 0 0,0-1 1 0 0,0 1-1 0 0,0 0 0 0 0,0 0 1 0 0,0 0-1 0 0,0 0 0 0 0,-89 364 414 0 0,18-56 111 0 0,57-265-1444 0 0,14-41 549 0 0,-2 0-449 0 0,-2 2 747 0 0,-17-28-7333 0 0</inkml:trace>
</inkml:ink>
</file>

<file path=ppt/ink/ink8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2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0 317 232 0 0,'0'0'1855'0'0,"6"-1"-1341"0"0,40-5 73 0 0,0 2 0 0 0,60 3-1 0 0,4 0-186 0 0,889-113 1439 0 0,-808 75-1086 0 0,-189 39-712 0 0,0 0 1 0 0,-1-1-1 0 0,1 1 0 0 0,-1-1 1 0 0,1 1-1 0 0,-1-1 1 0 0,1 0-1 0 0,-1 0 0 0 0,0 1 1 0 0,1-1-1 0 0,-1 0 1 0 0,0 0-1 0 0,0 0 1 0 0,0 0-1 0 0,1-1 0 0 0,-1 1 1 0 0,0 0-1 0 0,0 0 1 0 0,-1-1-1 0 0,1 1 0 0 0,0 0 1 0 0,0-1-1 0 0,-1 1 1 0 0,1-1-1 0 0,0-1 1 0 0,-1 0 14 0 0,0 1 0 0 0,0-1 0 0 0,0 0 1 0 0,-1 1-1 0 0,1-1 0 0 0,-1 0 0 0 0,1 1 1 0 0,-1-1-1 0 0,0 1 0 0 0,0-1 1 0 0,0 1-1 0 0,0 0 0 0 0,-3-5 0 0 0,-2-1 70 0 0,0-1-1 0 0,-1 1 0 0 0,0 0 0 0 0,-1 0 1 0 0,1 1-1 0 0,-15-11 0 0 0,20 16-109 0 0,0 1-1 0 0,0-1 0 0 0,-1 0 1 0 0,1 1-1 0 0,-1-1 0 0 0,1 1 1 0 0,-1 0-1 0 0,1 0 0 0 0,-1 0 1 0 0,0 0-1 0 0,0 1 1 0 0,1-1-1 0 0,-1 1 0 0 0,0-1 1 0 0,0 1-1 0 0,0 0 0 0 0,0 0 1 0 0,1 0-1 0 0,-1 0 0 0 0,0 1 1 0 0,0-1-1 0 0,0 1 0 0 0,1 0 1 0 0,-1 0-1 0 0,-4 2 1 0 0,2 1-11 0 0,0 0 1 0 0,0 1 0 0 0,1-1 0 0 0,-1 1 0 0 0,1 0 0 0 0,0 0 0 0 0,1 0 0 0 0,-1 1 0 0 0,1 0-1 0 0,-4 9 1 0 0,-8 23 35 0 0,1 1-1 0 0,2 0 1 0 0,-12 72 0 0 0,-4 12 79 0 0,-67 230 227 0 0,58-187-83 0 0,32-138 158 0 0,8-24 321 0 0,13-36 623 0 0,-2 4-1417 0 0,29-40 388 0 0,-42 67-345 0 0,-1 0 7 0 0,1 1 1 0 0,-1 0-1 0 0,0-1 0 0 0,0 1 1 0 0,0 0-1 0 0,1-1 1 0 0,-1 1-1 0 0,0 0 1 0 0,1 0-1 0 0,-1-1 0 0 0,0 1 1 0 0,0 0-1 0 0,1 0 1 0 0,-1 0-1 0 0,0 0 1 0 0,1-1-1 0 0,-1 1 0 0 0,0 0 1 0 0,1 0-1 0 0,-1 0 1 0 0,1 0-1 0 0,-1 0 1 0 0,0 0-1 0 0,1 0 1 0 0,-1 0-1 0 0,0 0 0 0 0,1 0 1 0 0,-1 0-1 0 0,0 0 1 0 0,1 0-1 0 0,-1 0 1 0 0,0 0-1 0 0,1 1 0 0 0,-1-1 1 0 0,1 0-1 0 0,-1 0 1 0 0,0 0-1 0 0,1 1 1 0 0,42 17 2 0 0,-14-4-6 0 0,1-2 0 0 0,0-1 0 0 0,1-1 0 0 0,32 5 0 0 0,-37-10 10 0 0,-1-1-1 0 0,1-2 0 0 0,-1 0 0 0 0,1-2 1 0 0,0-1-1 0 0,0-1 0 0 0,-1-1 0 0 0,1-1 1 0 0,38-12-1 0 0,-60 14 7 0 0,1 0-1 0 0,-1-1 1 0 0,1 1-1 0 0,-1-1 1 0 0,0 0 0 0 0,0 0-1 0 0,0 0 1 0 0,-1 0-1 0 0,1-1 1 0 0,-1 0 0 0 0,0 0-1 0 0,0 1 1 0 0,0-2 0 0 0,0 1-1 0 0,-1 0 1 0 0,0-1-1 0 0,3-5 1 0 0,-5 7 12 0 0,1 1 0 0 0,0 0 0 0 0,-1 0 0 0 0,0-1 0 0 0,0 1 0 0 0,1 0 0 0 0,-1 0 0 0 0,-1-1-1 0 0,1 1 1 0 0,0 0 0 0 0,0-1 0 0 0,-1 1 0 0 0,0 0 0 0 0,1 0 0 0 0,-1 0 0 0 0,0 0 0 0 0,0-1 0 0 0,0 1 0 0 0,0 0 0 0 0,0 0 0 0 0,-1 1 0 0 0,1-1 0 0 0,0 0 0 0 0,-1 0 0 0 0,0 1-1 0 0,1-1 1 0 0,-1 1 0 0 0,0-1 0 0 0,0 1 0 0 0,0 0 0 0 0,0-1 0 0 0,0 1 0 0 0,0 0 0 0 0,0 1 0 0 0,0-1 0 0 0,0 0 0 0 0,0 0 0 0 0,-4 0 0 0 0,2 0 0 0 0,1 0 0 0 0,0 0-1 0 0,-1 0 1 0 0,0 0 0 0 0,1 1 0 0 0,-1 0 0 0 0,1-1 0 0 0,-1 1 0 0 0,0 0 0 0 0,1 1 0 0 0,-1-1 0 0 0,1 1-1 0 0,-1-1 1 0 0,0 1 0 0 0,1 0 0 0 0,-4 2 0 0 0,5-1-58 0 0,0-1 0 0 0,0 1-1 0 0,0-1 1 0 0,0 1 0 0 0,1 0 0 0 0,-1 0-1 0 0,1 0 1 0 0,-1 0 0 0 0,1 0 0 0 0,0 0-1 0 0,-1 1 1 0 0,1-1 0 0 0,1 0 0 0 0,-1 1-1 0 0,0-1 1 0 0,0 0 0 0 0,1 1 0 0 0,0-1-1 0 0,-1 1 1 0 0,1-1 0 0 0,0 1 0 0 0,0-1-1 0 0,0 1 1 0 0,0-1 0 0 0,1 3 0 0 0,0 2-405 0 0,1-1 1 0 0,-1 0-1 0 0,1 0 1 0 0,0 0-1 0 0,0 0 1 0 0,1 0-1 0 0,0 0 1 0 0,0 0-1 0 0,0-1 1 0 0,1 0-1 0 0,0 1 1 0 0,0-1-1 0 0,0-1 1 0 0,0 1-1 0 0,1-1 1 0 0,0 1-1 0 0,0-1 1 0 0,6 3-1 0 0,26 15-3274 0 0</inkml:trace>
</inkml:ink>
</file>

<file path=ppt/ink/ink8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4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430 139 348 0 0,'0'0'723'0'0,"-9"-48"3333"0"0,9 44-3808 0 0,0-1-1 0 0,0 1 1 0 0,-1 0 0 0 0,0 0-1 0 0,0 0 1 0 0,0-1 0 0 0,0 1-1 0 0,0 0 1 0 0,-1 0-1 0 0,0 0 1 0 0,0 1 0 0 0,0-1-1 0 0,0 0 1 0 0,-1 1-1 0 0,1-1 1 0 0,-7-5 0 0 0,5 7-151 0 0,0-1 0 0 0,0 1 0 0 0,-1 0 0 0 0,1 0 0 0 0,0 1 1 0 0,-1 0-1 0 0,1-1 0 0 0,-1 1 0 0 0,0 1 0 0 0,1-1 0 0 0,-1 1 0 0 0,0 0 1 0 0,0 0-1 0 0,1 0 0 0 0,-9 2 0 0 0,-17 3 26 0 0,1 1-1 0 0,1 1 1 0 0,0 2-1 0 0,0 1 1 0 0,0 1-1 0 0,1 2 1 0 0,-39 24-1 0 0,62-35-105 0 0,1 0-1 0 0,-1 1 1 0 0,1 0 0 0 0,0-1-1 0 0,-1 1 1 0 0,1 0 0 0 0,1 1-1 0 0,-1-1 1 0 0,0 0 0 0 0,1 1-1 0 0,0 0 1 0 0,0-1 0 0 0,0 1-1 0 0,0 0 1 0 0,0 0 0 0 0,-1 6-1 0 0,4-9-12 0 0,-1 0-1 0 0,0 1 0 0 0,0-1 0 0 0,1 0 1 0 0,-1 1-1 0 0,1-1 0 0 0,-1 0 0 0 0,1 0 1 0 0,-1 1-1 0 0,1-1 0 0 0,0 0 0 0 0,0 0 1 0 0,0 0-1 0 0,-1 0 0 0 0,1 0 0 0 0,0 0 1 0 0,0 0-1 0 0,0 0 0 0 0,1-1 0 0 0,-1 1 1 0 0,0 0-1 0 0,0 0 0 0 0,0-1 0 0 0,2 1 1 0 0,30 13 30 0 0,-10-8-21 0 0,0-2-1 0 0,0 0 1 0 0,0-2 0 0 0,1-1 0 0 0,28-1-1 0 0,-22-1-17 0 0,0 2 0 0 0,49 7 0 0 0,-76-8 3 0 0,0 1-1 0 0,-1-1 1 0 0,1 1-1 0 0,0-1 1 0 0,-1 1-1 0 0,1 0 1 0 0,0 0-1 0 0,-1 0 1 0 0,1 1-1 0 0,-1-1 1 0 0,0 1-1 0 0,1-1 1 0 0,-1 1-1 0 0,0 0 1 0 0,0 0-1 0 0,0-1 1 0 0,0 2-1 0 0,0-1 1 0 0,-1 0 0 0 0,1 0-1 0 0,-1 1 1 0 0,1-1-1 0 0,-1 0 1 0 0,0 1-1 0 0,0-1 1 0 0,0 1-1 0 0,0 0 1 0 0,0-1-1 0 0,-1 1 1 0 0,1 0-1 0 0,-1 0 1 0 0,0-1-1 0 0,1 1 1 0 0,-1 0-1 0 0,-1 0 1 0 0,1 0-1 0 0,-1 4 1 0 0,-3 11-23 0 0,-1 0 1 0 0,0-1-1 0 0,-2 0 1 0 0,-15 31 0 0 0,4-7 6 0 0,11-24 15 0 0,1 0-1 0 0,0 0 1 0 0,1 1-1 0 0,1 0 1 0 0,-3 23-1 0 0,8-36 6 0 0,0-3-1 0 0,0-1 0 0 0,0 1-1 0 0,0-1 1 0 0,0 1 0 0 0,0-1-1 0 0,0 0 1 0 0,0 1 0 0 0,0-1-1 0 0,1 0 1 0 0,-1 0 0 0 0,1 0-1 0 0,-1 0 1 0 0,1 0 0 0 0,-1 0-1 0 0,1 0 1 0 0,-1-1 0 0 0,1 1-1 0 0,0 0 1 0 0,-1-1-1 0 0,1 1 1 0 0,0-1 0 0 0,0 0-1 0 0,-1 0 1 0 0,1 0 0 0 0,0 1-1 0 0,0-1 1 0 0,-1-1 0 0 0,1 1-1 0 0,0 0 1 0 0,0 0 0 0 0,-1-1-1 0 0,1 1 1 0 0,0-1 0 0 0,-1 0-1 0 0,1 1 1 0 0,0-1 0 0 0,-1 0-1 0 0,3-1 1 0 0,-1 1 0 0 0,18-8 6 0 0,-1 0 0 0 0,0-1 0 0 0,0-1 0 0 0,-1-1 0 0 0,-1-1 0 0 0,0 0 1 0 0,0-2-1 0 0,19-20 0 0 0,15-21-8 0 0,46-65 1 0 0,-77 95 0 0 0,-4 3 6 0 0,-2 0 0 0 0,0-2-1 0 0,-1 1 1 0 0,11-31-1 0 0,-2 11 25 0 0,-23 43-57 0 0,0 7-76 0 0,-1 3 101 0 0,-2 13-2 0 0,2 0 0 0 0,0 0 0 0 0,2-1 0 0 0,4 35 0 0 0,-4-52 10 0 0,0-1-1 0 0,0 1 1 0 0,1-1 0 0 0,-1 0-1 0 0,1 0 1 0 0,-1 1-1 0 0,1-1 1 0 0,0 0-1 0 0,0 0 1 0 0,0-1-1 0 0,1 1 1 0 0,-1 0-1 0 0,1-1 1 0 0,-1 1-1 0 0,1-1 1 0 0,0 0-1 0 0,0 0 1 0 0,0 0-1 0 0,0 0 1 0 0,0-1-1 0 0,5 3 1 0 0,-2-3 2 0 0,0 0 0 0 0,-1 0 1 0 0,1-1-1 0 0,0 1 0 0 0,0-1 1 0 0,0-1-1 0 0,0 1 0 0 0,0-1 0 0 0,0 0 1 0 0,-1 0-1 0 0,12-4 0 0 0,3-3 14 0 0,0 0-1 0 0,-1-2 0 0 0,-1 0 0 0 0,1-1 1 0 0,-2-1-1 0 0,22-18 0 0 0,-28 19-1 0 0,30-25 28 0 0,-37 35-56 0 0,-1 0 0 0 0,1 1 0 0 0,0-1 0 0 0,0 1 1 0 0,-1 0-1 0 0,1 0 0 0 0,0 0 0 0 0,0 1 0 0 0,0-1 0 0 0,-1 1 1 0 0,1 0-1 0 0,0 0 0 0 0,-1 0 0 0 0,1 0 0 0 0,-1 1 0 0 0,6 3 0 0 0,35 8 408 0 0,-44-13-335 0 0,1 0 0 0 0,0-1 0 0 0,-1 1 0 0 0,1 0-1 0 0,-1 1 1 0 0,1-1 0 0 0,-1 0 0 0 0,1 0 0 0 0,-1 0 0 0 0,1 0 0 0 0,-1 0 0 0 0,1 0 0 0 0,-1 1 0 0 0,1-1 0 0 0,-1 0 0 0 0,1 0-1 0 0,-1 1 1 0 0,1-1 0 0 0,-1 0 0 0 0,1 1 0 0 0,-1-1 0 0 0,0 1 0 0 0,1-1 0 0 0,-1 0 0 0 0,0 1 0 0 0,1-1 0 0 0,-1 1 0 0 0,0-1 0 0 0,1 1-1 0 0,-1-1 1 0 0,0 1 0 0 0,0-1 0 0 0,0 1 0 0 0,0-1 0 0 0,1 1 0 0 0,-1-1 0 0 0,0 1 0 0 0,0-1 0 0 0,0 1 0 0 0,0 0 0 0 0,0-1 0 0 0,0 1-1 0 0,0-1 1 0 0,-1 1 0 0 0,1-1 0 0 0,0 1 0 0 0,0-1 0 0 0,0 1 0 0 0,0-1 0 0 0,-1 1 0 0 0,1-1 0 0 0,0 1 0 0 0,0-1 0 0 0,-1 1-1 0 0,1-1 1 0 0,-1 1 0 0 0,1-1 0 0 0,-1 1 0 0 0,-1 2-35 0 0,-8 37-839 0 0,-5-2-1308 0 0,9-9-3074 0 0</inkml:trace>
</inkml:ink>
</file>

<file path=ppt/ink/ink8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4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28 64 0 0,'0'0'1118'0'0,"-8"-16"4205"0"0,5 6-2657 0 0,6 9-4838 0 0,18 15-479 0 0,-10-6 203 0 0</inkml:trace>
</inkml:ink>
</file>

<file path=ppt/ink/ink8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4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102 250 496 0 0,'-33'-16'5285'0'0,"31"15"-5159"0"0,0 1 1 0 0,0-1-1 0 0,0 1 0 0 0,0 0 1 0 0,0 0-1 0 0,0 0 0 0 0,0 0 0 0 0,0 0 1 0 0,0 0-1 0 0,0 0 0 0 0,0 1 1 0 0,0-1-1 0 0,0 1 0 0 0,0 0 0 0 0,0-1 1 0 0,0 1-1 0 0,1 0 0 0 0,-1 0 1 0 0,0 0-1 0 0,0 0 0 0 0,1 0 0 0 0,-1 1 1 0 0,1-1-1 0 0,-1 1 0 0 0,1-1 1 0 0,-1 1-1 0 0,1-1 0 0 0,0 1 0 0 0,0-1 1 0 0,0 1-1 0 0,0 0 0 0 0,0 0 0 0 0,0 0 1 0 0,0 0-1 0 0,1 0 0 0 0,-2 3 1 0 0,1-1-78 0 0,-1 1 1 0 0,1-1-1 0 0,-1 1 1 0 0,1-1-1 0 0,1 1 1 0 0,-1 0-1 0 0,1 0 1 0 0,0-1-1 0 0,0 1 1 0 0,0 0 0 0 0,0 0-1 0 0,1-1 1 0 0,0 1-1 0 0,0 0 1 0 0,0-1-1 0 0,1 1 1 0 0,0-1-1 0 0,-1 1 1 0 0,2-1-1 0 0,-1 0 1 0 0,0 0 0 0 0,1 0-1 0 0,0 0 1 0 0,0 0-1 0 0,5 5 1 0 0,-5-6-38 0 0,0 0-1 0 0,1-1 1 0 0,-1 0 0 0 0,0 1 0 0 0,1-1 0 0 0,-1 0 0 0 0,1-1 0 0 0,0 1 0 0 0,-1 0 0 0 0,1-1 0 0 0,0 0-1 0 0,0 0 1 0 0,0 0 0 0 0,0-1 0 0 0,0 1 0 0 0,0-1 0 0 0,0 0 0 0 0,0 0 0 0 0,0 0 0 0 0,0-1 0 0 0,0 0-1 0 0,0 1 1 0 0,0-1 0 0 0,0-1 0 0 0,-1 1 0 0 0,1 0 0 0 0,0-1 0 0 0,-1 0 0 0 0,1 0 0 0 0,4-3-1 0 0,5-5 3 0 0,0-1 0 0 0,0 0-1 0 0,-2 0 1 0 0,1-1 0 0 0,-2-1-1 0 0,1 0 1 0 0,-2 0 0 0 0,0-1-1 0 0,0 0 1 0 0,8-21-1 0 0,-1-3 15 0 0,-2 0 0 0 0,19-81-1 0 0,-23 74 218 0 0,-10 43-222 0 0,-31 158 4 0 0,25-122-30 0 0,2-20 13 0 0,1-1 0 0 0,1 1 1 0 0,1 0-1 0 0,0 0 0 0 0,0 0 0 0 0,2 0 0 0 0,-1 0 0 0 0,2 0 0 0 0,3 17 1 0 0,-4-30-7 0 0,-1 1 1 0 0,1 0 0 0 0,0-1 0 0 0,-1 1-1 0 0,1-1 1 0 0,0 1 0 0 0,0-1 0 0 0,0 1-1 0 0,0-1 1 0 0,0 0 0 0 0,0 1 0 0 0,1-1-1 0 0,-1 0 1 0 0,0 0 0 0 0,1 0 0 0 0,-1 0-1 0 0,1 0 1 0 0,-1 0 0 0 0,1 0 0 0 0,-1-1-1 0 0,1 1 1 0 0,2 0 0 0 0,0 0 1 0 0,0-1 0 0 0,-1 1 1 0 0,1-1-1 0 0,0-1 0 0 0,-1 1 0 0 0,1 0 0 0 0,0-1 1 0 0,-1 0-1 0 0,1 1 0 0 0,4-3 0 0 0,9-4 14 0 0,-1-1 0 0 0,0 0 0 0 0,22-16 0 0 0,-31 20-9 0 0,11-11 161 0 0,-16 13-70 0 0,0 0 0 0 0,0 0 0 0 0,0 0 0 0 0,0 0 0 0 0,0 1 0 0 0,0-1 0 0 0,1 1 1 0 0,-1-1-1 0 0,1 1 0 0 0,-1 0 0 0 0,5-1 0 0 0,-5 3-87 0 0,0 1 0 0 0,-1 0 0 0 0,1-1 0 0 0,0 1 0 0 0,0 0 0 0 0,-1 0 0 0 0,0 0 0 0 0,1 0 0 0 0,-1 0 0 0 0,0 1 0 0 0,0-1 0 0 0,0 0 0 0 0,0 1 0 0 0,0-1 0 0 0,0 3 0 0 0,8 15 38 0 0,-3-11-303 0 0,1 1 1 0 0,0-1 0 0 0,0 0-1 0 0,1-1 1 0 0,0 0-1 0 0,1 0 1 0 0,9 7 0 0 0,-10-11-705 0 0,-1 1 1 0 0,1-1-1 0 0,0-1 1 0 0,0 0 0 0 0,0 0-1 0 0,11 3 1 0 0,9 0-2437 0 0</inkml:trace>
</inkml:ink>
</file>

<file path=ppt/ink/ink8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7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73 300 0 0,'-1'-70'9038'0'0,"1"68"-6899"0"0,-2 7-1904 0 0,-64 221 884 0 0,40-126-829 0 0,10-43-127 0 0,4-5 52 0 0,-3-1 0 0 0,-2 0 0 0 0,-44 89 0 0 0,60-138-117 0 0,0-2-83 0 0,0-1 0 0 0,1 1 0 0 0,-1 0 1 0 0,0 0-1 0 0,0 0 0 0 0,0 0 0 0 0,1-1 0 0 0,-1 1 0 0 0,0 0 1 0 0,0-1-1 0 0,1 1 0 0 0,-1 0 0 0 0,0-1 0 0 0,1 1 0 0 0,-1-1 0 0 0,0 1 1 0 0,1-1-1 0 0,-1 0 0 0 0,1 1 0 0 0,-1-1 0 0 0,1 1 0 0 0,-1-1 1 0 0,1 0-1 0 0,-1 0 0 0 0,1 1 0 0 0,-1-2 0 0 0,-4-28 105 0 0,14-30-96 0 0,-5 47-40 0 0,1 1 0 0 0,0-1-1 0 0,1 1 1 0 0,1 1 0 0 0,0-1-1 0 0,1 1 1 0 0,0 0 0 0 0,0 1-1 0 0,1 0 1 0 0,0 0 0 0 0,1 1 0 0 0,18-14-1 0 0,-20 17-17 0 0,0 0 0 0 0,0 1 1 0 0,0 0-1 0 0,1 1 0 0 0,0 0 0 0 0,0 0 0 0 0,0 1 0 0 0,0 0 0 0 0,0 0 0 0 0,1 1 0 0 0,-1 0 1 0 0,1 1-1 0 0,0 0 0 0 0,-1 0 0 0 0,1 1 0 0 0,0 1 0 0 0,-1 0 0 0 0,11 2 0 0 0,-14-2 14 0 0,0 1 1 0 0,-1 0-1 0 0,0 1 0 0 0,1-1 0 0 0,-1 1 0 0 0,0 0 0 0 0,0 1 0 0 0,-1-1 1 0 0,1 1-1 0 0,-1 0 0 0 0,1 0 0 0 0,-1 0 0 0 0,0 0 0 0 0,-1 1 1 0 0,1 0-1 0 0,-1 0 0 0 0,0 0 0 0 0,0 0 0 0 0,-1 0 0 0 0,1 0 0 0 0,-1 1 1 0 0,0 0-1 0 0,-1-1 0 0 0,1 1 0 0 0,-1 0 0 0 0,0-1 0 0 0,0 12 0 0 0,-1-8 8 0 0,1-1 0 0 0,-2 0-1 0 0,1 0 1 0 0,-1 0 0 0 0,0 0-1 0 0,-1 0 1 0 0,0 0 0 0 0,0 0-1 0 0,-1 0 1 0 0,0 0 0 0 0,0-1-1 0 0,-1 1 1 0 0,0-1 0 0 0,0 0-1 0 0,0 0 1 0 0,-1-1 0 0 0,0 1-1 0 0,-1-1 1 0 0,-6 6 0 0 0,1-4 30 0 0,0-1 0 0 0,0-1 1 0 0,0 0-1 0 0,-1-1 1 0 0,0 0-1 0 0,0 0 0 0 0,0-2 1 0 0,0 1-1 0 0,-1-2 1 0 0,1 1-1 0 0,-17-1 0 0 0,20-1-42 0 0,0 0 0 0 0,0-1 0 0 0,-1 0 0 0 0,1-1 0 0 0,0 0-1 0 0,0 0 1 0 0,0-1 0 0 0,0 0 0 0 0,0-1 0 0 0,0 0 0 0 0,1-1-1 0 0,-1 1 1 0 0,1-2 0 0 0,0 1 0 0 0,0-1 0 0 0,-8-6 0 0 0,15 10-61 0 0,0 0 0 0 0,0-1 0 0 0,0 1 0 0 0,0 0 0 0 0,1 0 0 0 0,-1-1 0 0 0,0 1 0 0 0,0-1 0 0 0,1 1 0 0 0,-1 0 0 0 0,1-1 0 0 0,-1 1 1 0 0,1-1-1 0 0,0 1 0 0 0,0-1 0 0 0,0 0 0 0 0,-1 1 0 0 0,1-1 0 0 0,1 1 0 0 0,-1-1 0 0 0,0 1 0 0 0,0-1 0 0 0,1 1 0 0 0,-1-1 0 0 0,1-1 1 0 0,19-34-5541 0 0,-7 23 2747 0 0</inkml:trace>
</inkml:ink>
</file>

<file path=ppt/ink/ink8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8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56 0 0,'8'3'983'0'0,"1"-1"-217"0"0,0 1 0 0 0,0 1 0 0 0,0-1 0 0 0,0 1 1 0 0,14 9-1 0 0,-20-10-672 0 0,0 0 0 0 0,0 0 0 0 0,-1 0 0 0 0,1 0 0 0 0,0 0 0 0 0,-1 1 1 0 0,0-1-1 0 0,0 1 0 0 0,0 0 0 0 0,0 0 0 0 0,-1-1 0 0 0,1 1 0 0 0,-1 0 1 0 0,0 0-1 0 0,0 0 0 0 0,0 7 0 0 0,-1-5-2 0 0,0 0 0 0 0,-1 0 0 0 0,1 0 0 0 0,-1 0-1 0 0,-1 0 1 0 0,1 0 0 0 0,-1-1 0 0 0,0 1 0 0 0,0 0 0 0 0,-1-1 0 0 0,1 1 0 0 0,-1-1 0 0 0,-1 0-1 0 0,1 0 1 0 0,-1 0 0 0 0,0-1 0 0 0,0 1 0 0 0,0-1 0 0 0,0 0 0 0 0,-1 0 0 0 0,0 0 0 0 0,0-1-1 0 0,0 1 1 0 0,0-1 0 0 0,0 0 0 0 0,-1-1 0 0 0,-8 4 0 0 0,12-6 424 0 0,2-16-266 0 0,-1 14-242 0 0,1 1 0 0 0,0-1-1 0 0,0 1 1 0 0,0-1 0 0 0,0 0-1 0 0,0 1 1 0 0,1-1 0 0 0,-1 1-1 0 0,0-1 1 0 0,1 1 0 0 0,-1 0 0 0 0,1-1-1 0 0,0 1 1 0 0,-1-1 0 0 0,3-1-1 0 0,8-14-7 0 0,1 0-1 0 0,1 1 1 0 0,1 1-1 0 0,0 0 1 0 0,1 1-1 0 0,22-16 1 0 0,0 4-127 0 0,70-38 1 0 0,-103 61 105 0 0,0 1 0 0 0,1 0 1 0 0,-1 0-1 0 0,0 0 0 0 0,1 1 1 0 0,0 0-1 0 0,-1 0 0 0 0,1 0 1 0 0,0 0-1 0 0,-1 0 0 0 0,9 1 1 0 0,-11 1 13 0 0,0-1 0 0 0,0 1 1 0 0,-1-1-1 0 0,1 1 0 0 0,-1 0 1 0 0,1 0-1 0 0,-1 0 0 0 0,1 0 1 0 0,-1 0-1 0 0,1 0 0 0 0,-1 0 1 0 0,0 1-1 0 0,0-1 1 0 0,1 0-1 0 0,-1 1 0 0 0,0-1 1 0 0,0 1-1 0 0,0-1 0 0 0,-1 1 1 0 0,1 0-1 0 0,0-1 0 0 0,-1 1 1 0 0,1 0-1 0 0,-1-1 0 0 0,1 1 1 0 0,-1 0-1 0 0,0 0 0 0 0,1-1 1 0 0,-1 1-1 0 0,0 0 1 0 0,0 0-1 0 0,-1-1 0 0 0,1 5 1 0 0,0 14-16 0 0,1 0 0 0 0,1 0 1 0 0,8 35-1 0 0,-8-48 24 0 0,0 0-1 0 0,0 0 1 0 0,1 0-1 0 0,-1 0 1 0 0,2-1-1 0 0,-1 1 1 0 0,1-1 0 0 0,0 0-1 0 0,0 0 1 0 0,0 0-1 0 0,1-1 1 0 0,0 1-1 0 0,9 7 1 0 0,-13-12 13 0 0,0 0 0 0 0,0-1 0 0 0,0 1 0 0 0,0 0 0 0 0,0 0 0 0 0,0-1 0 0 0,0 1 0 0 0,0-1-1 0 0,1 1 1 0 0,-1-1 0 0 0,0 1 0 0 0,0-1 0 0 0,0 0 0 0 0,1 0 0 0 0,-1 1 0 0 0,0-1 0 0 0,0 0 0 0 0,1 0 0 0 0,-1 0 0 0 0,0 0 0 0 0,0-1 0 0 0,1 1 0 0 0,-1 0 0 0 0,0-1 0 0 0,0 1 0 0 0,1 0 0 0 0,-1-1 0 0 0,0 1-1 0 0,0-1 1 0 0,0 0 0 0 0,0 1 0 0 0,0-1 0 0 0,0 0 0 0 0,0 0 0 0 0,0 1 0 0 0,0-1 0 0 0,0 0 0 0 0,0 0 0 0 0,-1 0 0 0 0,1 0 0 0 0,0 0 0 0 0,-1 0 0 0 0,1-1 0 0 0,0 1 0 0 0,-1-1 0 0 0,3-4 86 0 0,-1 0-1 0 0,0 0 1 0 0,0 0 0 0 0,-1 0 0 0 0,0 0 0 0 0,0 0 0 0 0,0-10 0 0 0,-2 4-94 0 0,0 0 0 0 0,-1 1 0 0 0,0-1 0 0 0,-1 1 0 0 0,0-1 1 0 0,-1 1-1 0 0,0 0 0 0 0,-1 1 0 0 0,0-1 0 0 0,-10-14 0 0 0,12 18-456 0 0,2 4-1243 0 0</inkml:trace>
</inkml:ink>
</file>

<file path=ppt/ink/ink8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8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0 88 0 0,'0'0'658'0'0,"-4"30"2527"0"0,-11 28-1487 0 0,10-43-1110 0 0,1-1 0 0 0,0 1-1 0 0,1 0 1 0 0,-2 28-1 0 0,6-42-570 0 0,-1-1 0 0 0,0 1 0 0 0,1 0 0 0 0,-1-1 0 0 0,1 1 0 0 0,0-1 0 0 0,-1 1-1 0 0,1-1 1 0 0,-1 0 0 0 0,1 1 0 0 0,0-1 0 0 0,-1 1 0 0 0,1-1 0 0 0,0 0-1 0 0,-1 0 1 0 0,1 1 0 0 0,0-1 0 0 0,-1 0 0 0 0,1 0 0 0 0,0 0 0 0 0,0 0 0 0 0,-1 0-1 0 0,1 0 1 0 0,0 0 0 0 0,0 0 0 0 0,-1 0 0 0 0,1 0 0 0 0,0 0 0 0 0,-1-1 0 0 0,1 1-1 0 0,0 0 1 0 0,-1 0 0 0 0,1-1 0 0 0,1 0 0 0 0,19-5 83 0 0,0-1-40 0 0,1 0 0 0 0,0 2 0 0 0,0 0-1 0 0,0 2 1 0 0,38-2 0 0 0,-56 5 33 0 0,0 0 1 0 0,1 0 0 0 0,-1 0-1 0 0,0 0 1 0 0,0-1-1 0 0,0 1 1 0 0,0-1-1 0 0,0 0 1 0 0,0 0-1 0 0,0-1 1 0 0,0 1 0 0 0,0-1-1 0 0,-1 0 1 0 0,1 0-1 0 0,-1 0 1 0 0,1 0-1 0 0,-1-1 1 0 0,0 1-1 0 0,0-1 1 0 0,0 0-1 0 0,0 0 1 0 0,0 0 0 0 0,2-4-1 0 0,-3 3 36 0 0,-1 1 0 0 0,0-1 0 0 0,0 1 0 0 0,0-1 0 0 0,0 0 0 0 0,-1 1 0 0 0,1-1 0 0 0,-1 0 0 0 0,0 0 0 0 0,0 1 0 0 0,0-1 0 0 0,-1 0 0 0 0,1 1 0 0 0,-1-1 1 0 0,0 0-1 0 0,0 1 0 0 0,0-1 0 0 0,0 1 0 0 0,-1-1 0 0 0,0 1 0 0 0,-3-6 0 0 0,-11-8-1514 0 0,3 13-6510 0 0</inkml:trace>
</inkml:ink>
</file>

<file path=ppt/ink/ink8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9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0 480 0 0,'2'10'1128'0'0,"3"38"2484"0"0,-5-45-3339 0 0,0 7 272 0 0,0-10-503 0 0,0 0 0 0 0,0 1 0 0 0,0-1 0 0 0,0 0 0 0 0,0 0 0 0 0,0 1 0 0 0,0-1 0 0 0,0 0 0 0 0,0 0 0 0 0,0 1 0 0 0,0-1 1 0 0,0 0-1 0 0,1 0 0 0 0,-1 1 0 0 0,0-1 0 0 0,0 0 0 0 0,0 0 0 0 0,0 0 0 0 0,0 1 0 0 0,1-1 0 0 0,-1 0 0 0 0,0 0 0 0 0,0 0 0 0 0,0 1 0 0 0,1-1 0 0 0,-1 0 0 0 0,0 0 0 0 0,0 0 0 0 0,0 0 0 0 0,1 0 0 0 0,-1 0 0 0 0,0 1 0 0 0,0-1 0 0 0,1 0 0 0 0,-1 0 1 0 0,0 0-1 0 0,0 0 0 0 0,1 0 0 0 0,-1 0 0 0 0,0 0 0 0 0,0 0 0 0 0,1 0 0 0 0,-1 0 0 0 0,0 0 0 0 0,0 0 0 0 0,1 0 0 0 0,-1 0 0 0 0,1-1 0 0 0,2 0-50 0 0,5-3 229 0 0,1 0-1 0 0,-1 1 1 0 0,1 0-1 0 0,0 1 1 0 0,14-2 0 0 0,-20 4-111 0 0,32 10 338 0 0,-25 1-729 0 0,10 11-5029 0 0</inkml:trace>
</inkml:ink>
</file>

<file path=ppt/ink/ink8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8:59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203 371 792 0 0,'13'-2'7396'0'0,"34"-7"-5772"0"0,63-18-1361 0 0,-89 20-150 0 0,-1-2 1 0 0,1 0 0 0 0,-2-2-1 0 0,1 0 1 0 0,-1-1-1 0 0,27-22 1 0 0,-41 29-99 0 0,0 0 1 0 0,0 0 0 0 0,0 0 0 0 0,-1 0-1 0 0,0-1 1 0 0,0 0 0 0 0,0 1 0 0 0,0-2-1 0 0,-1 1 1 0 0,0 0 0 0 0,-1-1-1 0 0,1 1 1 0 0,-1-1 0 0 0,0 0 0 0 0,-1 0-1 0 0,0 1 1 0 0,0-1 0 0 0,0 0 0 0 0,-1 0-1 0 0,0 0 1 0 0,-1 0 0 0 0,1 0 0 0 0,-1 0-1 0 0,-4-14 1 0 0,-20-37 274 0 0,24 57-286 0 0,0 0 1 0 0,0 0-1 0 0,0 0 0 0 0,0 0 0 0 0,0 1 1 0 0,-1-1-1 0 0,1 0 0 0 0,0 1 0 0 0,0-1 1 0 0,0 1-1 0 0,-1-1 0 0 0,1 1 0 0 0,0 0 1 0 0,-1-1-1 0 0,1 1 0 0 0,0 0 0 0 0,-1 0 1 0 0,1 0-1 0 0,0 0 0 0 0,-1 0 0 0 0,1 0 1 0 0,0 0-1 0 0,-1 1 0 0 0,1-1 0 0 0,0 0 1 0 0,-1 1-1 0 0,1-1 0 0 0,-2 2 0 0 0,-7 4 50 0 0,0 1-1 0 0,0 0 0 0 0,1 1 0 0 0,-1 0 0 0 0,2 1 0 0 0,-1 0 0 0 0,1 0 0 0 0,1 1 0 0 0,0 0 0 0 0,-9 16 1 0 0,-10 21 247 0 0,-21 54 1 0 0,34-72-169 0 0,-30 84 338 0 0,5 1 1 0 0,-24 128 0 0 0,-1-2 33 0 0,59-226-761 0 0,0 1-1 0 0,-1-1 1 0 0,-1 0 0 0 0,0 0-1 0 0,-1-1 1 0 0,-1 0-1 0 0,0 0 1 0 0,-1-1-1 0 0,0 0 1 0 0,-15 15-1 0 0,24-27 247 0 0,-15 8-1776 0 0,6-8-2949 0 0,-9-4 1602 0 0</inkml:trace>
</inkml:ink>
</file>

<file path=ppt/ink/ink8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0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1 188 360 0 0,'23'-12'927'0'0,"1"1"0"0"0,1 1 1 0 0,0 1-1 0 0,34-8 0 0 0,107-13 247 0 0,-66 14-525 0 0,-47 6-33 0 0,94-30 0 0 0,-147 40-615 0 0,36-10 1683 0 0,-36 11-1615 0 0,0 0-1 0 0,1 0 1 0 0,-1 0 0 0 0,0 0 0 0 0,0 0 0 0 0,0 0 0 0 0,0 1 0 0 0,0-1 0 0 0,0 0-1 0 0,0 0 1 0 0,-1 0 0 0 0,1 0 0 0 0,0 0 0 0 0,-1 0 0 0 0,1 0 0 0 0,0 0 0 0 0,-1 0-1 0 0,0 0 1 0 0,1 0 0 0 0,-1 0 0 0 0,0 1 0 0 0,-1 1-98 0 0,1 1 63 0 0,0 0 1 0 0,0-1-1 0 0,0 1 1 0 0,0 0 0 0 0,0 0-1 0 0,1 0 1 0 0,0-1-1 0 0,0 1 1 0 0,0 0-1 0 0,0 0 1 0 0,1 0 0 0 0,-1 0-1 0 0,4 4 3531 0 0,-2-30-3400 0 0,-3 16-144 0 0,1 0 0 0 0,-1 0 0 0 0,-1 1 0 0 0,1-1 0 0 0,-1 0 0 0 0,0 1 0 0 0,0-1 0 0 0,-1 1 0 0 0,0 0 0 0 0,-4-7 0 0 0,4 6-656 0 0,2 5-119 0 0,-1-9-877 0 0</inkml:trace>
</inkml:ink>
</file>

<file path=ppt/ink/ink8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0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88 0 0,'18'3'2894'0'0,"-7"5"-2430"0"0,-1 0 1 0 0,1 0-1 0 0,-2 1 0 0 0,1 1 0 0 0,-1-1 0 0 0,0 2 0 0 0,-1-1 0 0 0,-1 1 1 0 0,13 22-1 0 0,-4-2-125 0 0,-1 1 0 0 0,18 54 0 0 0,-22-32-3670 0 0</inkml:trace>
</inkml:ink>
</file>

<file path=ppt/ink/ink8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0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505 17 408 0 0,'-14'-8'888'0'0,"4"6"-36"0"0,-5-4-8 0 0,-2 6-28 0 0,-9 4-32 0 0,0-2-80 0 0,-3 8-79 0 0,-9 3-53 0 0,1 3-48 0 0,-2 5-72 0 0,3 2-72 0 0,-2 1-240 0 0,-1 4-360 0 0,4-2-400 0 0,-3 1-576 0 0,4-1-1285 0 0,1-4 569 0 0</inkml:trace>
</inkml:ink>
</file>

<file path=ppt/ink/ink8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2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0 168 0 0,'-4'18'940'0'0,"1"0"1"0"0,2 0-1 0 0,-1 0 1 0 0,2 0-1 0 0,4 34 1 0 0,-3-39-771 0 0,1-2 1 0 0,0 1-1 0 0,1 0 0 0 0,0 0 1 0 0,1-1-1 0 0,0 1 1 0 0,1-1-1 0 0,1 0 1 0 0,10 16-1 0 0,-15-26-154 0 0,0 0-1 0 0,0 0 0 0 0,0 0 1 0 0,0 1-1 0 0,0-1 0 0 0,1-1 1 0 0,-1 1-1 0 0,0 0 0 0 0,1 0 1 0 0,-1 0-1 0 0,1-1 0 0 0,-1 1 0 0 0,1-1 1 0 0,-1 1-1 0 0,1-1 0 0 0,-1 1 1 0 0,1-1-1 0 0,-1 0 0 0 0,1 0 1 0 0,0 0-1 0 0,-1 0 0 0 0,1 0 1 0 0,-1 0-1 0 0,1 0 0 0 0,0-1 1 0 0,-1 1-1 0 0,1 0 0 0 0,-1-1 1 0 0,1 1-1 0 0,-1-1 0 0 0,1 0 0 0 0,-1 0 1 0 0,0 1-1 0 0,1-1 0 0 0,-1 0 1 0 0,0 0-1 0 0,1 0 0 0 0,-1 0 1 0 0,0-1-1 0 0,1 0 0 0 0,5-5 33 0 0,0 0-1 0 0,-1 0 0 0 0,0 0 1 0 0,0-1-1 0 0,5-9 0 0 0,28-61 2240 0 0,-38 77-2027 0 0,-1 0-210 0 0,1 1 0 0 0,-1-1 1 0 0,0 0-1 0 0,0 1 0 0 0,1-1 0 0 0,-1 1 1 0 0,1-1-1 0 0,-1 1 0 0 0,0-1 1 0 0,1 1-1 0 0,-1-1 0 0 0,1 1 1 0 0,-1-1-1 0 0,1 1 0 0 0,-1 0 0 0 0,1-1 1 0 0,-1 1-1 0 0,1 0 0 0 0,0-1 1 0 0,-1 1-1 0 0,1 0 0 0 0,0 0 1 0 0,-1 0-1 0 0,1-1 0 0 0,-1 1 1 0 0,2 0-1 0 0,15 46-136 0 0,1 2-2011 0 0,-5-17-3342 0 0,-7-25 2789 0 0</inkml:trace>
</inkml:ink>
</file>

<file path=ppt/ink/ink8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3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1 267 120 0 0,'7'-7'7113'0'0,"-5"11"-7031"0"0,0-1-1 0 0,-1 1 1 0 0,1-1-1 0 0,-1 1 1 0 0,0 0-1 0 0,1 0 1 0 0,-2 0-1 0 0,1-1 1 0 0,0 1-1 0 0,-1 0 1 0 0,0 0-1 0 0,0 0 1 0 0,0 0-1 0 0,0 0 1 0 0,0 0-1 0 0,-1 0 1 0 0,0 0-1 0 0,0 0 1 0 0,0-1-1 0 0,-2 6 1 0 0,3-9-57 0 0,0 0-1 0 0,0 0 1 0 0,0 0 0 0 0,0 0 0 0 0,0 0 0 0 0,1 0-1 0 0,-1 0 1 0 0,0 0 0 0 0,0 0 0 0 0,0 0 0 0 0,0 0-1 0 0,0 0 1 0 0,0 0 0 0 0,0 0 0 0 0,1 0-1 0 0,-1 0 1 0 0,0 0 0 0 0,0 0 0 0 0,0 0 0 0 0,0 0-1 0 0,0 0 1 0 0,0 0 0 0 0,0 0 0 0 0,0 0 0 0 0,1 0-1 0 0,-1 1 1 0 0,0-1 0 0 0,0 0 0 0 0,0 0-1 0 0,0 0 1 0 0,0 0 0 0 0,0 0 0 0 0,0 0 0 0 0,0 0-1 0 0,0 0 1 0 0,0 0 0 0 0,0 1 0 0 0,0-1 0 0 0,0 0-1 0 0,0 0 1 0 0,0 0 0 0 0,0 0 0 0 0,0 0 0 0 0,0 0-1 0 0,0 0 1 0 0,0 1 0 0 0,0-1 0 0 0,0 0-1 0 0,0 0 1 0 0,0 0 0 0 0,0 0 0 0 0,0 0 0 0 0,0 0-1 0 0,0 1 1 0 0,16-16 416 0 0,-7 6-431 0 0,0 1-1 0 0,1 0 0 0 0,0 0 1 0 0,0 1-1 0 0,0 0 0 0 0,17-7 0 0 0,-24 13-16 0 0,-1 0 0 0 0,0 1-1 0 0,1-1 1 0 0,-1 1-1 0 0,1-1 1 0 0,-1 1 0 0 0,1 0-1 0 0,-1 0 1 0 0,0 0 0 0 0,1 1-1 0 0,3 0 1 0 0,-4-1 15 0 0,0 1 0 0 0,0-1 0 0 0,0 0 0 0 0,1 1 0 0 0,-1-1 0 0 0,0 0 0 0 0,0-1 0 0 0,0 1 0 0 0,0 0 1 0 0,0-1-1 0 0,0 1 0 0 0,1-1 0 0 0,-1 1 0 0 0,0-1 0 0 0,-1 0 0 0 0,4-1 0 0 0,-1-1-56 0 0,1 0 1 0 0,0 0-1 0 0,0 0 0 0 0,0 1 0 0 0,1 0 1 0 0,-1 0-1 0 0,0 0 0 0 0,1 1 1 0 0,-1 0-1 0 0,1 0 0 0 0,0 0 0 0 0,-1 0 1 0 0,1 1-1 0 0,0 0 0 0 0,0 1 1 0 0,-1-1-1 0 0,1 1 0 0 0,-1 0 1 0 0,1 0-1 0 0,-1 1 0 0 0,1 0 0 0 0,-1 0 1 0 0,0 0-1 0 0,1 0 0 0 0,-1 1 1 0 0,8 5-1 0 0,-3-1-76 0 0,1 0-79 0 0,-1-1-1 0 0,1 0 1 0 0,21 8 0 0 0,-30-13 184 0 0,1 0-1 0 0,-1 0 1 0 0,0-1 0 0 0,1 1 0 0 0,-1-1 0 0 0,0 1 0 0 0,1-1-1 0 0,-1 0 1 0 0,1 0 0 0 0,-1 0 0 0 0,1 0 0 0 0,-1 0-1 0 0,0-1 1 0 0,1 1 0 0 0,-1-1 0 0 0,0 0 0 0 0,1 1 0 0 0,-1-1-1 0 0,0 0 1 0 0,0 0 0 0 0,0-1 0 0 0,1 1 0 0 0,-1 0 0 0 0,0-1-1 0 0,-1 1 1 0 0,3-3 0 0 0,4-6 71 0 0,0-1 0 0 0,-1 1 0 0 0,-1-1-1 0 0,0-1 1 0 0,-1 1 0 0 0,0-1 0 0 0,6-22 0 0 0,16-94 1633 0 0,-18 75-95 0 0,-9 52-938 0 0,-2 8-600 0 0,-112 634 383 0 0,110-597-389 0 0,4-33-26 0 0,-1 1 0 0 0,-1-1-1 0 0,1 1 1 0 0,-2-1 0 0 0,1 0-1 0 0,-7 16 1 0 0,7-19 88 0 0,0 2-14 0 0,2-10-51 0 0,0 0-1 0 0,0 0 0 0 0,0 0 1 0 0,-1-1 296 0 0,1 1-297 0 0,0 0 0 0 0,0 0 1 0 0,0 0-1 0 0,0 0 1 0 0,0 0-1 0 0,0 0 0 0 0,0 0 1 0 0,0 0-1 0 0,0 0 0 0 0,0 0 1 0 0,0 0-1 0 0,0 0 1 0 0,-1 0-1 0 0,1 0 0 0 0,0 0 1 0 0,0 0-1 0 0,0 0 0 0 0,0 0 1 0 0,0 0-1 0 0,0 0 1 0 0,0 0-1 0 0,0 0 0 0 0,0 0 1 0 0,0 0-1 0 0,0 0 0 0 0,0 0 1 0 0,0 0-1 0 0,0 0 0 0 0,0 0 1 0 0,-1 1 126 0 0,1-1-126 0 0,-3-19 51 0 0,1 1 0 0 0,1-1 0 0 0,0 0 0 0 0,2 1 1 0 0,0-1-1 0 0,1 0 0 0 0,1 1 0 0 0,0-1 0 0 0,12-32 1 0 0,-6 23-47 0 0,2 0 1 0 0,0 1 0 0 0,2 0-1 0 0,1 1 1 0 0,31-43 0 0 0,-29 47-12 0 0,35-34 1 0 0,-47 52-42 0 0,0 0 0 0 0,0 0 1 0 0,1 1-1 0 0,0-1 0 0 0,0 1 1 0 0,0 0-1 0 0,0 0 0 0 0,0 1 1 0 0,0-1-1 0 0,1 1 0 0 0,-1 0 1 0 0,1 1-1 0 0,0-1 0 0 0,10 0 1 0 0,-15 1-15 0 0,1 1 1 0 0,0 0-1 0 0,0 0 1 0 0,0 0-1 0 0,-1 0 0 0 0,1 0 1 0 0,0 0-1 0 0,0 0 1 0 0,-1 0-1 0 0,1 1 0 0 0,0-1 1 0 0,0 1-1 0 0,-1-1 1 0 0,1 1-1 0 0,0 0 1 0 0,-1 0-1 0 0,1 0 0 0 0,-1 0 1 0 0,1 0-1 0 0,-1 0 1 0 0,0 0-1 0 0,1 0 0 0 0,-1 0 1 0 0,0 1-1 0 0,0-1 1 0 0,0 0-1 0 0,1 1 1 0 0,-2-1-1 0 0,1 1 0 0 0,0 0 1 0 0,0-1-1 0 0,0 1 1 0 0,-1 0-1 0 0,1-1 0 0 0,0 3 1 0 0,-2-1-1 0 0,1 0 0 0 0,0 0 0 0 0,-1 0 0 0 0,0 0 0 0 0,1-1 0 0 0,-1 1 0 0 0,-1 0 0 0 0,1 0 0 0 0,0-1 0 0 0,-1 1 0 0 0,1-1 0 0 0,-1 1 0 0 0,1-1 0 0 0,-1 0 0 0 0,0 1 0 0 0,0-1 0 0 0,-1 0 0 0 0,1 0 0 0 0,0 0 0 0 0,-4 2 0 0 0,-4 2-113 0 0,-1-1-1 0 0,1 0 1 0 0,-1-1-1 0 0,0 0 1 0 0,-18 4-1 0 0,15-4-336 0 0,13-4-79 0 0,-6-3-437 0 0,-1 2 290 0 0,5-3-2514 0 0,2-7-155 0 0</inkml:trace>
</inkml:ink>
</file>

<file path=ppt/ink/ink8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03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0 170 540 0 0,'17'-3'896'0'0,"0"-2"-1"0"0,-1 0 0 0 0,0-1 1 0 0,0 0-1 0 0,-1-2 1 0 0,0 0-1 0 0,0 0 1 0 0,-1-1-1 0 0,22-18 1 0 0,-31 23-671 0 0,-1 0 0 0 0,0 0-1 0 0,0 0 1 0 0,0-1 0 0 0,-1 1 0 0 0,1-1 0 0 0,-1 0 0 0 0,0 0-1 0 0,0 0 1 0 0,-1 0 0 0 0,1 0 0 0 0,-1-1 0 0 0,2-8-1 0 0,-4 12-31 0 0,2-1-145 0 0,0-2-44 0 0,-1 7-53 0 0,1 36 39 0 0,0-23 15 0 0,-1 1 1 0 0,0-1 0 0 0,-3 24 0 0 0,1-36-8 0 0,1 1 1 0 0,-1 0-1 0 0,0 0 1 0 0,0-1-1 0 0,0 1 0 0 0,0-1 1 0 0,-1 1-1 0 0,1-1 1 0 0,-1 0-1 0 0,0 1 0 0 0,0-1 1 0 0,0 0-1 0 0,-1 0 1 0 0,1 0-1 0 0,-1-1 1 0 0,1 1-1 0 0,-1 0 0 0 0,0-1 1 0 0,-6 4-1 0 0,-38 15-1383 0 0,13-15-5388 0 0</inkml:trace>
</inkml:ink>
</file>

<file path=ppt/ink/ink8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11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44 732 0 0,'-7'-43'6063'0'0,"-1"160"-3840"0"0,-73 432-716 0 0,43-341-1133 0 0,-55 289 526 0 0,50-196-184 0 0,42-289-698 0 0,0-3-19 0 0,0 0-1 0 0,-1 1 0 0 0,0-1 1 0 0,-5 14-1 0 0,6-22-239 0 0,15-41-9739 0 0</inkml:trace>
</inkml:ink>
</file>

<file path=ppt/ink/ink8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13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0 592 0 0,'-7'4'7309'0'0,"24"4"-7204"0"0,0-1 0 0 0,1-1 0 0 0,0 0 0 0 0,0-1 1 0 0,30 4-1 0 0,105 6 155 0 0,-100-11-192 0 0,620 9 336 0 0,-428-15-299 0 0,-110 2-36 0 0,886 12 489 0 0,505 68 326 0 0,-1260-62-699 0 0,688 54 502 0 0,-689-49-518 0 0,73 8 105 0 0,-87-19-15 0 0,-104-9-110 0 0,527 5 420 0 0,-393-20-241 0 0,26-3 184 0 0,-212 11-424 0 0,-51 3 257 0 0,70-10 1 0 0,-17-2 480 0 0,9 11-402 0 0,-103 2-214 0 0,20 1 759 0 0,-6-2-668 0 0,46-12-1896 0 0,-64 13 1503 0 0,0 0 0 0 0,0 0 0 0 0,0 0 0 0 0,0-1 0 0 0,0 1 0 0 0,0 0 0 0 0,0-1-1 0 0,0 1 1 0 0,0-1 0 0 0,0 1 0 0 0,1-1 0 0 0,-1 0 0 0 0,0 1 0 0 0,0-1 0 0 0,0 0 0 0 0,1 0 0 0 0,-2-1 0 0 0,-16-11-1666 0 0,13 11 1144 0 0,-1 0-897 0 0,-1-2-2561 0 0,-11-3 522 0 0</inkml:trace>
</inkml:ink>
</file>

<file path=ppt/ink/ink8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15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35 192 0 0,'2'-10'756'0'0,"1"-1"-916"0"0,3-2-428 0 0</inkml:trace>
</inkml:ink>
</file>

<file path=ppt/ink/ink8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21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1 200 0 0,'0'0'517'0'0,"-38"7"1292"0"0,28-5-1693 0 0,0 0 0 0 0,0 1 1 0 0,0 0-1 0 0,1 1 1 0 0,-1 0-1 0 0,1 1 0 0 0,0-1 1 0 0,0 2-1 0 0,1-1 1 0 0,-1 1-1 0 0,-11 11 0 0 0,19-16-64 0 0,-12 7 326 0 0,13-8-357 0 0,-1 0 1 0 0,1 0-1 0 0,0 0 1 0 0,-1 0-1 0 0,1 0 1 0 0,0 0-1 0 0,-1 0 1 0 0,1 0-1 0 0,0 0 1 0 0,0 1-1 0 0,-1-1 1 0 0,1 0-1 0 0,0 0 1 0 0,-1 0-1 0 0,1 1 1 0 0,0-1-1 0 0,0 0 1 0 0,0 0-1 0 0,-1 1 1 0 0,1-1-1 0 0,0 0 1 0 0,0 1-1 0 0,0-1 0 0 0,0 0 1 0 0,-1 0-1 0 0,1 1 1 0 0,0-1-1 0 0,0 0 1 0 0,0 1-1 0 0,0-1 1 0 0,0 0-1 0 0,0 1 1 0 0,0-1-1 0 0,0 0 1 0 0,0 1-1 0 0,0-1 1 0 0,0 0-1 0 0,0 1 1 0 0,0-1-1 0 0,0 0 1 0 0,0 1-1 0 0,0-1 1 0 0,1 1-1 0 0,16 5 133 0 0,0 0-1 0 0,1-1 1 0 0,0-1-1 0 0,0-1 1 0 0,33 2 0 0 0,101-4 247 0 0,-65-2-218 0 0,899-14 893 0 0,-14 1-636 0 0,-764 15-364 0 0,448 9 165 0 0,223-6 166 0 0,-70 3 115 0 0,-561-3-447 0 0,116 9 103 0 0,59 4-29 0 0,520 5 1085 0 0,-873-20-1110 0 0,326 12 520 0 0,-174-7 55 0 0,-10 9-339 0 0,-195-15-362 0 0,0 1 0 0 0,0 1 1 0 0,-1 0-1 0 0,29 11 0 0 0,-43-13 6 0 0,37 19-41 0 0,-34-17 34 0 0,-2-2 1 0 0,-1 0-1 0 0,0 1 1 0 0,0-1 0 0 0,0 1 0 0 0,0-1 0 0 0,0 1-1 0 0,0 0 1 0 0,0-1 0 0 0,0 1 0 0 0,-1 0 0 0 0,1 0 0 0 0,-1 1-1 0 0,1-1 1 0 0,-1 0 0 0 0,0 0 0 0 0,0 1 0 0 0,0-1-1 0 0,1 5 1 0 0,13 42-25 0 0,-9-15 33 0 0,-2-1 0 0 0,-1 1 0 0 0,-1 0 0 0 0,-2 0 0 0 0,-2 0 0 0 0,-1 0 0 0 0,-8 36 0 0 0,4-13 5 0 0,-1 61 0 0 0,5-64 26 0 0,-17 96 0 0 0,3-33-6 0 0,-22 107 156 0 0,7-47 484 0 0,4 82 337 0 0,27-249-978 0 0,-30 157 706 0 0,1-55 183 0 0,30-110-871 0 0,-6 17 951 0 0,2-1-2714 0 0</inkml:trace>
</inkml:ink>
</file>

<file path=ppt/ink/ink8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22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390 27 268 0 0,'52'-26'9676'0'0,"-30"45"-8962"0"0,-16-6-596 0 0,-1 0 0 0 0,0 1 0 0 0,-1 0-1 0 0,0 0 1 0 0,-1 0 0 0 0,-1 0 0 0 0,0 1 0 0 0,-1-1 0 0 0,0 16 0 0 0,-3 10 56 0 0,-1-1 0 0 0,-8 41 0 0 0,2-32-53 0 0,-2-1-1 0 0,-2-1 1 0 0,-2 0 0 0 0,-2-1 0 0 0,-2 0-1 0 0,-31 51 1 0 0,43-86-99 0 0,0 0 0 0 0,0-1 0 0 0,-1 0 1 0 0,-1 0-1 0 0,1-1 0 0 0,-1 0 0 0 0,-1-1 0 0 0,0 0 0 0 0,0 0 0 0 0,0-1 1 0 0,0 0-1 0 0,-1-1 0 0 0,0 0 0 0 0,-1-1 0 0 0,-17 4 0 0 0,24-6 20 0 0,-1-1-1 0 0,0 0 1 0 0,0 0-1 0 0,0 0 0 0 0,0-1 1 0 0,0 0-1 0 0,0 0 1 0 0,1-1-1 0 0,-1 1 0 0 0,0-1 1 0 0,0-1-1 0 0,0 1 1 0 0,1-1-1 0 0,-1 0 0 0 0,1 0 1 0 0,-1-1-1 0 0,1 1 1 0 0,0-1-1 0 0,0-1 0 0 0,0 1 1 0 0,0 0-1 0 0,1-1 1 0 0,-1 0-1 0 0,1 0 0 0 0,0-1 1 0 0,0 1-1 0 0,1-1 1 0 0,-1 0-1 0 0,1 0 0 0 0,0 0 1 0 0,0 0-1 0 0,1 0 1 0 0,-3-7-1 0 0,3 6-8 0 0,0 0 0 0 0,0-1 0 0 0,0 1 0 0 0,1 0 0 0 0,0-1-1 0 0,0 1 1 0 0,1 0 0 0 0,0-1 0 0 0,0 1 0 0 0,0-1 0 0 0,1 1 0 0 0,0 0 0 0 0,0-1 0 0 0,0 1 0 0 0,1 0 0 0 0,0 0-1 0 0,0 0 1 0 0,1 0 0 0 0,0 0 0 0 0,0 0 0 0 0,0 1 0 0 0,0-1 0 0 0,1 1 0 0 0,8-8 0 0 0,2-2-640 0 0,1 1 0 0 0,1 0 0 0 0,1 1 0 0 0,0 1 0 0 0,0 1 0 0 0,26-12 0 0 0,-1-1-5713 0 0,-28 17 3384 0 0</inkml:trace>
</inkml:ink>
</file>

<file path=ppt/ink/ink8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22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58 144 17794 0 0,'-2'-132'1685'0'0,"2"129"-1523"0"0,0 1-601 0 0,-1-5 939 0 0,-29 23-11937 0 0,5-4 6788 0 0</inkml:trace>
</inkml:ink>
</file>

<file path=ppt/ink/ink8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27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32 141 212 0 0,'0'0'1043'0'0,"-16"-1"1880"0"0,0 0 7196 0 0,60 0-9706 0 0,69-11 0 0 0,-29 3-244 0 0,879-40 760 0 0,-893 45-857 0 0,-20 1 38 0 0,56 4 1 0 0,-101-1-89 0 0,-4 1-10 0 0,1-1-1 0 0,0 1 1 0 0,0-1 0 0 0,-1 0-1 0 0,1 0 1 0 0,0 0-1 0 0,0 0 1 0 0,0 0 0 0 0,-1 0-1 0 0,1 0 1 0 0,0-1 0 0 0,0 1-1 0 0,-1-1 1 0 0,1 1 0 0 0,0-1-1 0 0,-1 0 1 0 0,1 1 0 0 0,0-1-1 0 0,-1 0 1 0 0,1 0 0 0 0,2-2-1 0 0,-3 1 11 0 0,-29-25-12 0 0,-1 2-842 0 0,30 28 813 0 0,-1-1 0 0 0,0 1 0 0 0,0 0 0 0 0,0-1 0 0 0,0 1 0 0 0,0 0 0 0 0,0-1 0 0 0,-1 1 0 0 0,1-1 0 0 0,-1 1 0 0 0,0-1 0 0 0,0 1 0 0 0,0-1 0 0 0,0 0 0 0 0,0 1 0 0 0,0-1 0 0 0,-1 0 0 0 0,1 0 0 0 0,-1 0 0 0 0,1 0 0 0 0,-1 0 0 0 0,0 0 0 0 0,0 0 0 0 0,0 0 0 0 0,0-1 0 0 0,0 1 0 0 0,0-1 0 0 0,-5 3 0 0 0,-9 6-339 0 0,-96 55-1408 0 0,98-59-139 0 0,0 0 0 0 0,-1-1 0 0 0,-22 6 0 0 0,22-9-1300 0 0</inkml:trace>
</inkml:ink>
</file>

<file path=ppt/ink/ink8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48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0 444 0 0,'0'0'8189'0'0</inkml:trace>
</inkml:ink>
</file>

<file path=ppt/ink/ink8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58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59 244 0 0,'0'0'6141'0'0,"1"-15"-2570"0"0,-2 13-3488 0 0,0-1 0 0 0,-1 1 1 0 0,1-1-1 0 0,-1 1 1 0 0,0-1-1 0 0,0 1 0 0 0,0 0 1 0 0,0 0-1 0 0,0 0 0 0 0,0 0 1 0 0,-1 1-1 0 0,1-1 1 0 0,0 0-1 0 0,-1 1 0 0 0,0 0 1 0 0,1-1-1 0 0,-1 1 1 0 0,-5-1-1 0 0,0 0-5 0 0,-1 0 0 0 0,1 1 0 0 0,-1 0 0 0 0,1 1-1 0 0,-1 0 1 0 0,-13 1 0 0 0,-3 3 21 0 0,0 0-1 0 0,0 2 1 0 0,-42 15-1 0 0,60-18-91 0 0,0 0-1 0 0,1 0 1 0 0,-1 0-1 0 0,1 1 1 0 0,0 0-1 0 0,0 0 1 0 0,-7 7-1 0 0,12-10-20 0 0,0 0 0 0 0,0 1-1 0 0,0-1 1 0 0,0 0-1 0 0,0 0 1 0 0,0 0-1 0 0,1 0 1 0 0,-1 1 0 0 0,0-1-1 0 0,1 0 1 0 0,-1 1-1 0 0,1-1 1 0 0,0 0-1 0 0,-1 1 1 0 0,1-1 0 0 0,0 1-1 0 0,0-1 1 0 0,0 0-1 0 0,0 1 1 0 0,0-1-1 0 0,0 1 1 0 0,0-1 0 0 0,1 0-1 0 0,-1 1 1 0 0,0-1-1 0 0,1 1 1 0 0,-1-1-1 0 0,1 0 1 0 0,-1 1 0 0 0,1-1-1 0 0,0 0 1 0 0,0 0-1 0 0,-1 0 1 0 0,1 0-1 0 0,0 1 1 0 0,0-1 0 0 0,0 0-1 0 0,0 0 1 0 0,0-1-1 0 0,0 1 1 0 0,1 0-1 0 0,-1 0 1 0 0,0 0 0 0 0,0-1-1 0 0,3 2 1 0 0,9 5-145 0 0,1 0 0 0 0,-1-1 0 0 0,1-1 0 0 0,0 0 0 0 0,1 0 0 0 0,29 4 0 0 0,8 3-498 0 0,-50-12 628 0 0,0 1 1 0 0,0 0 0 0 0,0-1-1 0 0,-1 1 1 0 0,1 0 0 0 0,0 0 0 0 0,-1 0-1 0 0,1 1 1 0 0,0-1 0 0 0,-1 0-1 0 0,1 1 1 0 0,-1-1 0 0 0,0 1 0 0 0,0-1-1 0 0,1 1 1 0 0,-1-1 0 0 0,0 1-1 0 0,0 0 1 0 0,0 0 0 0 0,-1-1 0 0 0,1 1-1 0 0,0 0 1 0 0,-1 0 0 0 0,1 0-1 0 0,-1 0 1 0 0,0 0 0 0 0,1 0 0 0 0,-1 0-1 0 0,0 0 1 0 0,0 0 0 0 0,0 0-1 0 0,-1 0 1 0 0,1 0 0 0 0,0 0 0 0 0,-1 0-1 0 0,-1 3 1 0 0,-1 9-14 0 0,-2-1 1 0 0,0 1-1 0 0,-14 24 0 0 0,14-26-1 0 0,-10 17 30 0 0,2 1-1 0 0,0 1 1 0 0,-8 37 0 0 0,21-66 178 0 0,9-5-142 0 0,0 0 0 0 0,1-1-1 0 0,-1 0 1 0 0,0-1-1 0 0,-1 0 1 0 0,1 0-1 0 0,-1 0 1 0 0,10-10-1 0 0,39-33 206 0 0,-1-2-1 0 0,-3-3 1 0 0,89-115-1 0 0,-138 163-78 0 0,-2 1-42 0 0,0 1 0 0 0,1-1 0 0 0,-1 1 0 0 0,1 0 0 0 0,0 0 0 0 0,0 0 0 0 0,0 0 0 0 0,0 1 0 0 0,5-3 0 0 0,-8 8-95 0 0,2 14-4 0 0,13 59 72 0 0,-15-73-74 0 0,1 0 1 0 0,0 0-1 0 0,1-1 1 0 0,-1 1-1 0 0,0 0 1 0 0,1-1-1 0 0,-1 1 1 0 0,1-1 0 0 0,0 0-1 0 0,0 1 1 0 0,0-1-1 0 0,0 0 1 0 0,0 0-1 0 0,1 0 1 0 0,-1 0-1 0 0,1-1 1 0 0,-1 1 0 0 0,3 1-1 0 0,1-1 4 0 0,-1-1 1 0 0,0 1-1 0 0,1-1 0 0 0,-1 0 0 0 0,1-1 0 0 0,0 1 1 0 0,-1-1-1 0 0,1 0 0 0 0,-1 0 0 0 0,1-1 1 0 0,6-1-1 0 0,61-18 53 0 0,-45 11-36 0 0,32-19 57 0 0,-25 10 581 0 0,-33 17-478 0 0,28-10-318 0 0,-16 35-2445 0 0,-13-23 2265 0 0,1 0 1 0 0,-1 0-1 0 0,0 0 0 0 0,1 0 1 0 0,-1-1-1 0 0,0 1 0 0 0,1 0 1 0 0,-1-1-1 0 0,1 1 1 0 0,-1-1-1 0 0,1 1 0 0 0,-1-1 1 0 0,1 0-1 0 0,0 1 0 0 0,-1-1 1 0 0,1 0-1 0 0,-1 0 1 0 0,1 0-1 0 0,0 0 0 0 0,2-1 1 0 0,12-2-1622 0 0</inkml:trace>
</inkml:ink>
</file>

<file path=ppt/ink/ink8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58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120 188 236 0 0,'0'0'845'0'0,"-48"9"4610"0"0,43-7-5330 0 0,0 0-1 0 0,1 1 1 0 0,0 0 0 0 0,-1-1 0 0 0,1 2-1 0 0,0-1 1 0 0,0 0 0 0 0,1 1 0 0 0,-1 0-1 0 0,1 0 1 0 0,0 0 0 0 0,0 0 0 0 0,0 0-1 0 0,0 1 1 0 0,1-1 0 0 0,0 1-1 0 0,0-1 1 0 0,0 1 0 0 0,0 0 0 0 0,1 0-1 0 0,0 0 1 0 0,0 0 0 0 0,0 0 0 0 0,1 0-1 0 0,0 0 1 0 0,0 1 0 0 0,0-1 0 0 0,0 0-1 0 0,1 0 1 0 0,0 0 0 0 0,0 0 0 0 0,0 0-1 0 0,2 5 1 0 0,-2-9-124 0 0,0 0-1 0 0,0 0 1 0 0,-1 1 0 0 0,1-1-1 0 0,0 0 1 0 0,0 0-1 0 0,0 0 1 0 0,1 0 0 0 0,-1 0-1 0 0,0-1 1 0 0,0 1 0 0 0,0 0-1 0 0,1-1 1 0 0,-1 1 0 0 0,0 0-1 0 0,1-1 1 0 0,-1 1 0 0 0,0-1-1 0 0,1 0 1 0 0,-1 0 0 0 0,1 1-1 0 0,-1-1 1 0 0,1 0-1 0 0,-1 0 1 0 0,0 0 0 0 0,1 0-1 0 0,-1-1 1 0 0,1 1 0 0 0,-1 0-1 0 0,3-1 1 0 0,36-14 25 0 0,-40 15-26 0 0,18-11 28 0 0,0 0 0 0 0,-1-1 1 0 0,-1-1-1 0 0,0-1 0 0 0,-1 0 1 0 0,0-1-1 0 0,-1 0 0 0 0,-1-1 0 0 0,-1-1 1 0 0,0 0-1 0 0,-1-1 0 0 0,-1 0 0 0 0,0-1 1 0 0,-2 0-1 0 0,10-29 0 0 0,12-21 1031 0 0,-35 90-956 0 0,2 0 0 0 0,0 1-1 0 0,2-1 1 0 0,1 34-1 0 0,0-44-122 0 0,1 0 0 0 0,1 1-1 0 0,0-1 1 0 0,0-1 0 0 0,1 1-1 0 0,1 0 1 0 0,-1-1 0 0 0,2 1-1 0 0,0-1 1 0 0,0 0 0 0 0,0 0-1 0 0,10 11 1 0 0,-13-19 17 0 0,-1-1 0 0 0,1 1-1 0 0,-1-1 1 0 0,1 0 0 0 0,0 1 0 0 0,0-1-1 0 0,0 0 1 0 0,-1 0 0 0 0,1 0 0 0 0,0-1-1 0 0,0 1 1 0 0,0 0 0 0 0,0-1 0 0 0,0 1-1 0 0,0-1 1 0 0,1 0 0 0 0,-1 0 0 0 0,0 1-1 0 0,0-1 1 0 0,2-1 0 0 0,44-9 306 0 0,-31 5 79 0 0,-15 5-189 0 0,13-3 807 0 0,-13 4-1103 0 0,-1 0 0 0 0,0 0 1 0 0,0 0-1 0 0,0 0 0 0 0,0 0 0 0 0,0 0 0 0 0,0 1 0 0 0,0-1 0 0 0,0 0 0 0 0,0 0 0 0 0,-1 1 0 0 0,1-1 0 0 0,-1 1 0 0 0,1-1 0 0 0,-1 1 1 0 0,1-1-1 0 0,-1 1 0 0 0,0-1 0 0 0,0 1 0 0 0,1-1 0 0 0,-1 1 0 0 0,0-1 0 0 0,-1 1 0 0 0,1 2 0 0 0,6 27-6612 0 0,1-21 3842 0 0</inkml:trace>
</inkml:ink>
</file>

<file path=ppt/ink/ink8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59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1 668 0 0,'11'14'6439'0'0,"-15"6"-6085"0"0,-2 0-1 0 0,-1 0 1 0 0,0 0 0 0 0,-2-1 0 0 0,0 0 0 0 0,-22 35 0 0 0,9-17-1531 0 0,6-9-2971 0 0,10-16 1753 0 0</inkml:trace>
</inkml:ink>
</file>

<file path=ppt/ink/ink8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59.4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12 1136 0 0,'3'-12'5467'0'0,"-3"17"-2471"0"0,-6 39-1764 0 0,-5 39-997 0 0,8-19 137 0 0,-4 0 0 0 0,-27 122-1 0 0,28-172-722 0 0,-1 4-998 0 0,5-5-4915 0 0</inkml:trace>
</inkml:ink>
</file>

<file path=ppt/ink/ink8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49:59.8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0 435 340 0 0,'29'-11'764'0'0,"130"-58"2368"0"0,-139 59-2732 0 0,-1-1 1 0 0,0-1-1 0 0,-1-1 1 0 0,0 0-1 0 0,27-28 1 0 0,-36 32-183 0 0,0-1 1 0 0,0 0 0 0 0,-1-1-1 0 0,0 0 1 0 0,-1 0 0 0 0,0-1-1 0 0,-1 1 1 0 0,0-1 0 0 0,-1-1-1 0 0,-1 1 1 0 0,0-1 0 0 0,0 0 0 0 0,-1 0-1 0 0,-1 0 1 0 0,0 0 0 0 0,-1 0-1 0 0,0-19 1 0 0,-1 32-204 0 0,0-1-1 0 0,0 0 1 0 0,0 0-1 0 0,0 1 1 0 0,0-1-1 0 0,0 0 1 0 0,0 0-1 0 0,0 0 1 0 0,0 1 0 0 0,0-1-1 0 0,0 0 1 0 0,0 0-1 0 0,-1 1 1 0 0,1-1-1 0 0,0 0 1 0 0,0 1-1 0 0,-1-1 1 0 0,1 0 0 0 0,-1 1-1 0 0,1-1 1 0 0,-1 0-1 0 0,1 1 1 0 0,-1-1-1 0 0,1 1 1 0 0,-1-1 0 0 0,1 1-1 0 0,-1-1 1 0 0,1 1-1 0 0,-1-1 1 0 0,0 1-1 0 0,1-1 1 0 0,-1 1-1 0 0,0 0 1 0 0,0 0 0 0 0,1-1-1 0 0,-1 1 1 0 0,0 0-1 0 0,0 0 1 0 0,1 0-1 0 0,-1 0 1 0 0,0 0-1 0 0,0 0 1 0 0,0 0 0 0 0,1 0-1 0 0,-1 0 1 0 0,0 0-1 0 0,0 0 1 0 0,1 0-1 0 0,-1 1 1 0 0,0-1-1 0 0,0 0 1 0 0,1 0 0 0 0,-1 1-1 0 0,0-1 1 0 0,0 1-1 0 0,-40 25 186 0 0,31-16-164 0 0,0 0-1 0 0,1 0 1 0 0,0 1-1 0 0,1 0 0 0 0,0 0 1 0 0,1 1-1 0 0,0 0 1 0 0,-5 14-1 0 0,-36 106 173 0 0,44-120-189 0 0,-16 79 99 0 0,16-65-67 0 0,-13 44 0 0 0,14-58-5 0 0,0 0 0 0 0,0 0 0 0 0,1 0 0 0 0,1 0-1 0 0,0 16 1 0 0,1-26-3 0 0,14 3 150 0 0,8-10-157 0 0,1 2 1 0 0,-1 0 0 0 0,1 2-1 0 0,40 2 1 0 0,92 19-28 0 0,-135-17-1 0 0,28-3 1268 0 0,-39-2-3818 0 0,-2-2-3345 0 0</inkml:trace>
</inkml:ink>
</file>

<file path=ppt/ink/ink8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00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1272 0 0,'41'-29'16081'0'0,"-19"54"-26184"0"0,-15-16 6025 0 0</inkml:trace>
</inkml:ink>
</file>

<file path=ppt/ink/ink8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04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289 1 584 0 0,'0'0'7169'0'0,"-7"0"-6901"0"0,-30 4 39 0 0,0 1 0 0 0,0 3 0 0 0,1 0 1 0 0,0 3-1 0 0,-48 20 0 0 0,84-31-300 0 0,-1 0 1 0 0,0 0-1 0 0,1 0 1 0 0,-1 0-1 0 0,0 1 1 0 0,1-1-1 0 0,-1 0 1 0 0,0 0-1 0 0,1 1 1 0 0,-1-1-1 0 0,1 0 1 0 0,-1 1-1 0 0,0-1 1 0 0,1 1-1 0 0,-1-1 1 0 0,1 1-1 0 0,-1-1 1 0 0,1 1-1 0 0,-1-1 1 0 0,1 1 0 0 0,0-1-1 0 0,-1 1 1 0 0,1-1-1 0 0,0 1 1 0 0,-1 0-1 0 0,1-1 1 0 0,0 1-1 0 0,-1 1 1 0 0,16 9 24 0 0,36 2-206 0 0,-23-12 4 0 0,-18-1 50 0 0,0 0-1 0 0,0 0 0 0 0,-1 1 1 0 0,1 1-1 0 0,0-1 0 0 0,0 2 1 0 0,-1-1-1 0 0,0 1 0 0 0,1 1 0 0 0,11 5 1 0 0,-21-8 105 0 0,1 1 0 0 0,-1-1 0 0 0,0 0 0 0 0,1 0 0 0 0,-1 0 1 0 0,0 1-1 0 0,0-1 0 0 0,0 0 0 0 0,0 1 0 0 0,0-1 0 0 0,0 0 0 0 0,0 0 1 0 0,0 1-1 0 0,-1-1 0 0 0,1 0 0 0 0,0 0 0 0 0,-1 1 0 0 0,1-1 0 0 0,-1 0 1 0 0,1 0-1 0 0,-1 0 0 0 0,0 0 0 0 0,1 0 0 0 0,-1 0 0 0 0,0 0 0 0 0,0 0 1 0 0,0 0-1 0 0,0 0 0 0 0,-1 1 0 0 0,-28 29-81 0 0,14-18 96 0 0,2 0 0 0 0,0 0 0 0 0,0 1 0 0 0,2 1 0 0 0,0 0 0 0 0,-20 33 0 0 0,31-46 1 0 0,0-1 0 0 0,1 0 0 0 0,-1 0 0 0 0,1 1 0 0 0,-1-1 0 0 0,1 0 0 0 0,0 1 0 0 0,0-1 0 0 0,-1 0 0 0 0,1 1 1 0 0,0-1-1 0 0,0 1 0 0 0,0-1 0 0 0,0 0 0 0 0,1 1 0 0 0,-1-1 0 0 0,0 0 0 0 0,0 1 0 0 0,1-1 0 0 0,-1 0 0 0 0,1 1 0 0 0,-1-1 0 0 0,1 0 0 0 0,0 0 1 0 0,0 0-1 0 0,-1 1 0 0 0,1-1 0 0 0,0 0 0 0 0,0 0 0 0 0,0 0 0 0 0,0 0 0 0 0,0 0 0 0 0,0-1 0 0 0,0 1 0 0 0,0 0 0 0 0,1 0 0 0 0,-1-1 1 0 0,0 1-1 0 0,0-1 0 0 0,1 1 0 0 0,-1-1 0 0 0,0 1 0 0 0,3-1 0 0 0,1 2-235 0 0,0-1 1 0 0,-1 0-1 0 0,1-1 1 0 0,0 1-1 0 0,0-1 1 0 0,0 0-1 0 0,0 0 1 0 0,0-1-1 0 0,0 1 1 0 0,6-2-1 0 0,3-4-1803 0 0,1 1 155 0 0</inkml:trace>
</inkml:ink>
</file>

<file path=ppt/ink/ink8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05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1 356 0 0,'0'0'7053'0'0,"-2"4"-6921"0"0,-7 15 71 0 0,1 1 1 0 0,1 1-1 0 0,1-1 0 0 0,1 1 0 0 0,-4 33 0 0 0,9-53-186 0 0,0 1-1 0 0,0-1 1 0 0,0 1-1 0 0,0-1 1 0 0,0 1 0 0 0,1-1-1 0 0,-1 1 1 0 0,0-1-1 0 0,1 0 1 0 0,0 1-1 0 0,-1-1 1 0 0,1 1-1 0 0,0-1 1 0 0,-1 0 0 0 0,1 0-1 0 0,0 1 1 0 0,0-1-1 0 0,0 0 1 0 0,0 0-1 0 0,0 0 1 0 0,0 0 0 0 0,0 0-1 0 0,1 0 1 0 0,-1 0-1 0 0,2 1 1 0 0,-1-2 52 0 0,15-1 157 0 0,-3-4-181 0 0,-2-1 0 0 0,1 0 0 0 0,-1-1 0 0 0,0 0 0 0 0,0-1 0 0 0,-1 0 0 0 0,0-1 0 0 0,17-17 0 0 0,18-15 717 0 0,-44 40-665 0 0,4-8 214 0 0,-6 9-308 0 0,0 0 0 0 0,0 0 0 0 0,0 0-1 0 0,0 0 1 0 0,1 0 0 0 0,-1 0 0 0 0,0 1 0 0 0,0-1-1 0 0,0 0 1 0 0,0 0 0 0 0,0 0 0 0 0,0 0 0 0 0,0 0-1 0 0,0 0 1 0 0,0 1 0 0 0,1-1 0 0 0,-1 0 0 0 0,0 0-1 0 0,0 0 1 0 0,0 0 0 0 0,0 0 0 0 0,0 0 0 0 0,1 0 0 0 0,-1 0-1 0 0,0 0 1 0 0,0 0 0 0 0,0 0 0 0 0,0 0 0 0 0,0 0-1 0 0,1 0 1 0 0,-1 0 0 0 0,0 0 0 0 0,0 0 0 0 0,0 0-1 0 0,0 0 1 0 0,0 0 0 0 0,1 0 0 0 0,-1 0 0 0 0,0 0-1 0 0,0 0 1 0 0,0 0 0 0 0,0 0 0 0 0,0 0 0 0 0,1 0 0 0 0,-1 0-1 0 0,0-1 1 0 0,0 1 0 0 0,0 0 0 0 0,0 0 0 0 0,0 0-1 0 0,0 0 1 0 0,0 0 0 0 0,0 0 0 0 0,1 0 0 0 0,-1-1-1 0 0,0 1 1 0 0,0 0 0 0 0,0 0 0 0 0,0 0 0 0 0,-1 5 4 0 0,1 1 0 0 0,-1-1 0 0 0,1 1 0 0 0,0-1 0 0 0,1 1 0 0 0,-1 0 0 0 0,1-1 0 0 0,0 0 0 0 0,1 1 0 0 0,3 8 0 0 0,-4-12-5 0 0,0 0 0 0 0,0 0 0 0 0,0-1 0 0 0,0 1 0 0 0,1 0 0 0 0,-1-1 0 0 0,1 1 0 0 0,-1-1 0 0 0,1 1 1 0 0,-1-1-1 0 0,1 0 0 0 0,0 0 0 0 0,0 0 0 0 0,0 0 0 0 0,0 0 0 0 0,0 0 0 0 0,0 0 0 0 0,0-1 0 0 0,0 1 0 0 0,0-1 0 0 0,0 1 0 0 0,0-1 0 0 0,0 0 0 0 0,0 0 0 0 0,0 0 0 0 0,0 0 0 0 0,0 0 1 0 0,1-1-1 0 0,-1 1 0 0 0,0 0 0 0 0,0-1 0 0 0,0 0 0 0 0,0 1 0 0 0,0-1 0 0 0,0 0 0 0 0,2-2 0 0 0,33-12 138 0 0,59-35 1 0 0,-96 50-137 0 0,27-13 923 0 0,-27 13-918 0 0,0 1-1 0 0,1-1 1 0 0,-1 0-1 0 0,1 0 1 0 0,-1 1-1 0 0,0-1 1 0 0,1 0-1 0 0,-1 1 1 0 0,0-1-1 0 0,1 1 1 0 0,-1-1-1 0 0,0 0 1 0 0,0 1-1 0 0,1-1 1 0 0,-1 1-1 0 0,0-1 0 0 0,0 1 1 0 0,0-1-1 0 0,1 1 1 0 0,-1-1-1 0 0,0 1 1 0 0,0-1-1 0 0,0 1 1 0 0,0-1-1 0 0,0 1 1 0 0,0-1-1 0 0,0 1 1 0 0,0-1-1 0 0,0 1 1 0 0,-1-1-1 0 0,1 1 1 0 0,0-1-1 0 0,0 1 1 0 0,0-1-1 0 0,0 0 1 0 0,-1 1-1 0 0,1 0 1 0 0,-1 3-16 0 0,-22 28-945 0 0,8-9-6333 0 0,13-18 4655 0 0</inkml:trace>
</inkml:ink>
</file>

<file path=ppt/ink/ink8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05.7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53 640 0 0,'10'-24'4086'0'0,"-2"7"-1826"0"0,-6 6-5464 0 0</inkml:trace>
</inkml:ink>
</file>

<file path=ppt/ink/ink8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07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0 92 0 0,'0'0'12999'0'0,"-34"35"-13223"0"0,33-34 221 0 0,0 0 1 0 0,0 0 0 0 0,0 0-1 0 0,0 0 1 0 0,0 0 0 0 0,0 0-1 0 0,0 0 1 0 0,0 0 0 0 0,0 1-1 0 0,1-1 1 0 0,-1 0 0 0 0,1 1-1 0 0,-1-1 1 0 0,1 1 0 0 0,-1-1-1 0 0,1 0 1 0 0,0 1 0 0 0,-1-1-1 0 0,1 1 1 0 0,0-1 0 0 0,0 1-1 0 0,0-1 1 0 0,0 1 0 0 0,1-1-1 0 0,-1 0 1 0 0,0 1 0 0 0,0-1 0 0 0,1 1-1 0 0,-1-1 1 0 0,1 0 0 0 0,0 1-1 0 0,-1-1 1 0 0,1 0 0 0 0,0 1-1 0 0,0-1 1 0 0,-1 0 0 0 0,1 0-1 0 0,0 0 1 0 0,0 0 0 0 0,0 0-1 0 0,2 2 1 0 0,3 2 31 0 0,0-1 1 0 0,0 1-1 0 0,1-1 1 0 0,-1 0-1 0 0,14 6 1 0 0,-19-10-53 0 0,54 0-1254 0 0,-18-13-1036 0 0,-14 1-2791 0 0</inkml:trace>
</inkml:ink>
</file>

<file path=ppt/ink/ink8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09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10 520 0 0,'0'0'3674'0'0,"3"-10"4585"0"0,-8 31-8211 0 0,-1-1 0 0 0,-1 0 1 0 0,0-1-1 0 0,-19 35 0 0 0,15-20 39 0 0,11-34-86 0 0,0-1 0 0 0,0 1-1 0 0,0 0 1 0 0,0 0 0 0 0,1 0 0 0 0,-1 0-1 0 0,0 0 1 0 0,0 0 0 0 0,0-1 0 0 0,0 1-1 0 0,0 0 1 0 0,1 0 0 0 0,-1 0 0 0 0,0 0-1 0 0,0 0 1 0 0,0 0 0 0 0,0 0 0 0 0,1 0-1 0 0,-1 0 1 0 0,0 0 0 0 0,0 0 0 0 0,0 0-1 0 0,0 0 1 0 0,1 0 0 0 0,-1 0 0 0 0,0 0-1 0 0,0 0 1 0 0,0 0 0 0 0,0 0 0 0 0,1 0-1 0 0,-1 0 1 0 0,0 0 0 0 0,0 0 0 0 0,0 0-1 0 0,0 0 1 0 0,1 0 0 0 0,-1 0-1 0 0,0 1 1 0 0,0-1 0 0 0,0 0 0 0 0,0 0-1 0 0,0 0 1 0 0,0 0 0 0 0,1 0 0 0 0,-1 0-1 0 0,0 1 1 0 0,0-1 0 0 0,0 0 0 0 0,0 0-1 0 0,0 0 1 0 0,0 0 0 0 0,0 0 0 0 0,0 1-1 0 0,0-1 1 0 0,0 0 0 0 0,0 0 0 0 0,0 0-1 0 0,0 0 1 0 0,0 1 0 0 0,0-1 0 0 0,0 0-1 0 0,0 0 1 0 0,0 0 0 0 0,0 1 0 0 0,0-1-1 0 0,0 0 1 0 0,0 0 0 0 0,0 0 0 0 0,28-9-39 0 0,27-18-99 0 0,-25 9 67 0 0,-5 2 37 0 0,42-19-1 0 0,-65 34 79 0 0,-1 14 55 0 0,-1-6-173 0 0,0-1-1 0 0,0 1 0 0 0,1-1 1 0 0,0 1-1 0 0,0-1 1 0 0,0 1-1 0 0,1-1 1 0 0,0 0-1 0 0,0 1 1 0 0,5 6-1 0 0,-2-8-627 0 0,0 0 0 0 0,1-1-1 0 0,0 0 1 0 0,0 0 0 0 0,0 0 0 0 0,0-1 0 0 0,0 0 0 0 0,1 0-1 0 0,8 2 1 0 0,4 0-2028 0 0</inkml:trace>
</inkml:ink>
</file>

<file path=ppt/ink/ink8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09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0 40 0 0,'0'0'6378'0'0,"-19"27"-3542"0"0,13-13-2574 0 0,-1-1 1 0 0,-1 0 0 0 0,-1 0 0 0 0,1 0 0 0 0,-13 12 0 0 0,8-8-121 0 0,9-12-250 0 0,-22 30-1242 0 0,17-11-4297 0 0</inkml:trace>
</inkml:ink>
</file>

<file path=ppt/ink/ink8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0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1 272 0 0,'-1'1'8074'0'0,"-10"17"-7973"0"0,-67 94 1370 0 0,33-53-899 0 0,44-58-52 0 0,6-1-476 0 0,87-16 61 0 0,-86 15-112 0 0,0 0 0 0 0,0 1 0 0 0,-1 0 0 0 0,1 0-1 0 0,0 1 1 0 0,0 0 0 0 0,0 0 0 0 0,-1 0 0 0 0,1 0 0 0 0,-1 1 0 0 0,1 0 0 0 0,-1 0-1 0 0,1 1 1 0 0,-1-1 0 0 0,8 7 0 0 0,-12-9 5 0 0,-1 1 0 0 0,1 0 1 0 0,0 0-1 0 0,-1-1 0 0 0,1 1 0 0 0,-1 0 0 0 0,1 0 0 0 0,-1 0 1 0 0,1 0-1 0 0,-1 0 0 0 0,0 0 0 0 0,1 0 0 0 0,-1 0 1 0 0,0 0-1 0 0,0 0 0 0 0,0 0 0 0 0,0 0 0 0 0,1 0 0 0 0,-2 0 1 0 0,1 0-1 0 0,0 0 0 0 0,0 0 0 0 0,0 0 0 0 0,0 0 1 0 0,-1 0-1 0 0,0 1 0 0 0,0 1 5 0 0,0-1 0 0 0,-1 0-1 0 0,0 0 1 0 0,1 0 0 0 0,-1 0 0 0 0,0 0 0 0 0,0 0-1 0 0,0 0 1 0 0,0 0 0 0 0,-3 1 0 0 0,0 0 0 0 0,0 0 0 0 0,0 0 1 0 0,-1 0-1 0 0,1-1 1 0 0,-1 0-1 0 0,0 0 0 0 0,0 0 1 0 0,-9 1-1 0 0,13-3-118 0 0,0 0 0 0 0,0 0 0 0 0,0 0 1 0 0,-1 0-1 0 0,1 0 0 0 0,0-1 0 0 0,0 1 0 0 0,0-1 0 0 0,0 1 1 0 0,0-1-1 0 0,-3-1 0 0 0,-10-14-5305 0 0</inkml:trace>
</inkml:ink>
</file>

<file path=ppt/ink/ink8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0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38 152 0 0,'13'30'3628'0'0,"-13"-28"-3516"0"0,0 1 1 0 0,0-1-1 0 0,1 0 0 0 0,-1 1 0 0 0,-1-1 0 0 0,1 1 0 0 0,0-1 0 0 0,0 1 1 0 0,-1-1-1 0 0,0 0 0 0 0,1 1 0 0 0,-1-1 0 0 0,0 0 0 0 0,-2 3 0 0 0,-3 15 328 0 0,6-18-269 0 0,-29 23 702 0 0,30-31 865 0 0,14-9-1409 0 0,23-15-359 0 0,-9 15 50 0 0,-11 4-26 0 0,0 2 0 0 0,1 0 0 0 0,21-7 0 0 0,-38 16-9 0 0,12 1-111 0 0,23 53 111 0 0,-36-52 62 0 0,0-1-1 0 0,0 0 1 0 0,1 0 0 0 0,-1 0-1 0 0,0 0 1 0 0,0 0 0 0 0,1 0 0 0 0,-1-1-1 0 0,1 1 1 0 0,-1 0 0 0 0,1-1 0 0 0,-1 1-1 0 0,1-1 1 0 0,-1 1 0 0 0,1-1-1 0 0,-1 0 1 0 0,1 1 0 0 0,-1-1 0 0 0,1 0-1 0 0,0 0 1 0 0,-1 0 0 0 0,1-1-1 0 0,-1 1 1 0 0,1 0 0 0 0,0 0 0 0 0,-1-1-1 0 0,1 1 1 0 0,-1-1 0 0 0,1 0 0 0 0,-1 1-1 0 0,0-1 1 0 0,1 0 0 0 0,-1 0-1 0 0,3-1 1 0 0,-2 0 73 0 0,0 0-1 0 0,0 0 1 0 0,0-1-1 0 0,0 1 1 0 0,0 0 0 0 0,-1-1-1 0 0,1 1 1 0 0,-1-1-1 0 0,1 1 1 0 0,-1-1-1 0 0,0 0 1 0 0,0 0 0 0 0,0 1-1 0 0,-1-1 1 0 0,1 0-1 0 0,-1 0 1 0 0,1-4-1 0 0,-1 5 38 0 0,-14-38-28 0 0,7 36-488 0 0,-15-2-7317 0 0</inkml:trace>
</inkml:ink>
</file>

<file path=ppt/ink/ink8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1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1 224 0 0,'0'0'2334'0'0,"-3"16"-404"0"0,2-11-1771 0 0,-1-1 1 0 0,1 0 0 0 0,0 1 0 0 0,1-1-1 0 0,-1 0 1 0 0,1 1 0 0 0,0-1 0 0 0,0 1-1 0 0,0 5 1 0 0,1-8 16 0 0,1 13 410 0 0,-1-14-553 0 0,-1 0 0 0 0,1 0 0 0 0,-1 0-1 0 0,0 0 1 0 0,1 0 0 0 0,0 0 0 0 0,-1-1-1 0 0,1 1 1 0 0,-1 0 0 0 0,1 0-1 0 0,0-1 1 0 0,0 1 0 0 0,-1 0 0 0 0,1-1-1 0 0,0 1 1 0 0,0 0 0 0 0,0-1 0 0 0,0 1-1 0 0,0-1 1 0 0,0 0 0 0 0,0 1 0 0 0,0-1-1 0 0,0 0 1 0 0,0 1 0 0 0,0-1 0 0 0,0 0-1 0 0,0 0 1 0 0,0 0 0 0 0,0 0 0 0 0,0 0-1 0 0,0 0 1 0 0,0 0 0 0 0,0 0 0 0 0,2-1-1 0 0,38-16 395 0 0,-30 12-125 0 0,-9 4-93 0 0,33-10 673 0 0,-5 5-825 0 0,-27 5-62 0 0,1 1 1 0 0,-1-1 0 0 0,1 0-1 0 0,-1 1 1 0 0,0 0 0 0 0,1-1-1 0 0,-1 1 1 0 0,1 1 0 0 0,-1-1-1 0 0,1 0 1 0 0,-1 1 0 0 0,1 0-1 0 0,-1 0 1 0 0,0 0 0 0 0,4 2-1 0 0,-6-3 11 0 0,1 1-6 0 0,5 0 0 0 0,-5-1 24 0 0,0 1-18 0 0,0-1 0 0 0,0 0 1 0 0,0 1-1 0 0,0-1 0 0 0,0 0 0 0 0,0 0 0 0 0,0 0 0 0 0,0 0 0 0 0,0 0 0 0 0,0-1 0 0 0,0 1 0 0 0,2-1 0 0 0,11 0 119 0 0,13 5 914 0 0,-13 4-1565 0 0,-15-8 366 0 0,0 1 0 0 0,0-1 1 0 0,1 0-1 0 0,-1 1 0 0 0,0-1 1 0 0,0 0-1 0 0,0 1 0 0 0,0-1 0 0 0,0 1 1 0 0,0-1-1 0 0,0 0 0 0 0,0 1 1 0 0,0-1-1 0 0,0 1 0 0 0,0-1 0 0 0,0 1 1 0 0,0-1-1 0 0,0 0 0 0 0,0 1 1 0 0,0-1-1 0 0,0 1 0 0 0,0-1 0 0 0,0 0 1 0 0,-1 1-1 0 0,1-1 0 0 0,0 0 1 0 0,0 1-1 0 0,0-1 0 0 0,-1 0 0 0 0,1 1 1 0 0,0-1-1 0 0,-1 0 0 0 0,1 1 1 0 0,0-1-1 0 0,-1 0 0 0 0,-9 11-2541 0 0</inkml:trace>
</inkml:ink>
</file>

<file path=ppt/ink/ink8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4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70 36 0 0,'15'-26'7253'0'0,"-15"24"-7118"0"0,-1 0 0 0 0,0 0-1 0 0,1 0 1 0 0,-1 1 0 0 0,0-1 0 0 0,0 0 0 0 0,0 0 0 0 0,0 0 0 0 0,0 1 0 0 0,0-1 0 0 0,0 1 0 0 0,-1-1 0 0 0,1 1 0 0 0,-1-1 0 0 0,1 1 0 0 0,-1 0 0 0 0,0 0 0 0 0,1-1 0 0 0,-1 1-1 0 0,0 0 1 0 0,0 1 0 0 0,-2-2 0 0 0,-3 0 0 0 0,1 0 0 0 0,0 1-1 0 0,-1-1 1 0 0,0 2 0 0 0,1-1-1 0 0,-1 1 1 0 0,-7 0 0 0 0,-8 2 19 0 0,1 1 1 0 0,-1 0 0 0 0,-31 11 0 0 0,51-14-146 0 0,0 1-1 0 0,0-1 1 0 0,0 1 0 0 0,0-1-1 0 0,0 1 1 0 0,1 0-1 0 0,-1 0 1 0 0,0 0 0 0 0,0 0-1 0 0,1 0 1 0 0,-1 0-1 0 0,0 1 1 0 0,1-1 0 0 0,-1 0-1 0 0,1 1 1 0 0,0-1-1 0 0,-1 1 1 0 0,1 0 0 0 0,0-1-1 0 0,-1 3 1 0 0,1-1-69 0 0,17 21-202 0 0,5-14-105 0 0,1-1 1 0 0,0 0 0 0 0,37 8-1 0 0,23 8-1398 0 0,-81-25 1744 0 0,-1 0 0 0 0,1 1 0 0 0,0-1 0 0 0,0 1 0 0 0,0-1 0 0 0,0 1 0 0 0,-1-1 0 0 0,1 1 0 0 0,0 0 0 0 0,0-1 0 0 0,-1 1 0 0 0,1 0 0 0 0,-1-1 0 0 0,1 1 0 0 0,-1 0 0 0 0,1 0 0 0 0,-1 0 0 0 0,1 0 0 0 0,-1 0 0 0 0,0-1 0 0 0,1 1 0 0 0,-1 0 0 0 0,0 0 0 0 0,0 0 0 0 0,0 0 0 0 0,1 0 0 0 0,-1 0 0 0 0,0 0 0 0 0,0 0 0 0 0,-1 0 0 0 0,1 0 0 0 0,0 0 0 0 0,0 0 0 0 0,0 0 0 0 0,-1 0 0 0 0,1 0 0 0 0,0-1 0 0 0,-1 1 0 0 0,1 0 0 0 0,-1 0 0 0 0,1 0 0 0 0,-1 0 0 0 0,1-1-1 0 0,-1 1 1 0 0,0 0 0 0 0,0 0 0 0 0,-31 34-179 0 0,32-35 194 0 0,-102 78 4 0 0,58-37 91 0 0,43-40-32 0 0,10 4-3 0 0,-8-5-52 0 0,-1 1-1 0 0,1 0 1 0 0,0-1 0 0 0,0 1 0 0 0,-1-1 0 0 0,1 1 0 0 0,0-1 0 0 0,0 1 0 0 0,0-1 0 0 0,0 1 0 0 0,0-1 0 0 0,-1 0 0 0 0,1 1 0 0 0,0-1 0 0 0,0 0 0 0 0,0 0 0 0 0,0 0 0 0 0,0 0 0 0 0,0 0 0 0 0,0 0 0 0 0,0 0-1 0 0,0 0 1 0 0,2 0 0 0 0,14-5 8 0 0,0 0 0 0 0,0 0 0 0 0,0-2-1 0 0,-1 0 1 0 0,0-1 0 0 0,-1 0-1 0 0,1-1 1 0 0,16-14 0 0 0,-12 8 208 0 0,-1-1 0 0 0,-1 0 0 0 0,-1-2 0 0 0,0 0 0 0 0,21-30 1 0 0,-7 7 1443 0 0,-30 40-1500 0 0,0-1 42 0 0,-1 2-193 0 0,0 0 0 0 0,0 0 0 0 0,0 0 1 0 0,0 0-1 0 0,0-1 0 0 0,0 1 0 0 0,1 0 1 0 0,-1 0-1 0 0,0 0 0 0 0,0 0 1 0 0,0 0-1 0 0,0 0 0 0 0,0-1 0 0 0,0 1 1 0 0,0 0-1 0 0,0 0 0 0 0,0 0 0 0 0,0 0 1 0 0,0 0-1 0 0,0 0 0 0 0,1 0 0 0 0,-1-1 1 0 0,0 1-1 0 0,0 0 0 0 0,0 0 1 0 0,0 0-1 0 0,0 0 0 0 0,0 0 0 0 0,0 0 1 0 0,1 0-1 0 0,-1 0 0 0 0,0 0 0 0 0,0 0 1 0 0,0 0-1 0 0,0 0 0 0 0,0 0 0 0 0,1 0 1 0 0,-1 0-1 0 0,0 0 0 0 0,0 0 1 0 0,0 0-1 0 0,0 0 0 0 0,0 0 0 0 0,1 0 1 0 0,-1 0-1 0 0,0 0 0 0 0,0 0 0 0 0,0 0 1 0 0,0 0-1 0 0,0 0 0 0 0,0 0 0 0 0,1 0 1 0 0,-1 0-1 0 0,0 0 0 0 0,0 1 1 0 0,0-1-1 0 0,0 0 0 0 0,2 5 5 0 0,0 0-1 0 0,0 0 1 0 0,0 0 0 0 0,1 0-1 0 0,0 0 1 0 0,-1-1 0 0 0,2 0-1 0 0,-1 1 1 0 0,0-1 0 0 0,1 0-1 0 0,0 0 1 0 0,0-1 0 0 0,0 1-1 0 0,1-1 1 0 0,6 4 0 0 0,-3-3 1 0 0,1-1 1 0 0,-1 0 0 0 0,1-1-1 0 0,-1 1 1 0 0,1-2-1 0 0,0 1 1 0 0,0-2 0 0 0,0 1-1 0 0,10-1 1 0 0,85-7 1276 0 0,-102 6-805 0 0,4-1-727 0 0,-4-11-10089 0 0,-3 9 12003 0 0,0 1-2042 0 0,24-35 1813 0 0,-9 9 1847 0 0,-11 22-8252 0 0</inkml:trace>
</inkml:ink>
</file>

<file path=ppt/ink/ink8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5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41 151 356 0 0,'0'0'7669'0'0,"2"-5"-7211"0"0,6-14-49 0 0,-6 14 283 0 0,-13 5 92 0 0,-18 3 288 0 0,28-3-1060 0 0,1 1 0 0 0,-1-1-1 0 0,0 1 1 0 0,0 0 0 0 0,0 0-1 0 0,0-1 1 0 0,1 1-1 0 0,-1 0 1 0 0,0 0 0 0 0,1 0-1 0 0,-1 0 1 0 0,1 0 0 0 0,-1 0-1 0 0,1 0 1 0 0,-1 0 0 0 0,1 0-1 0 0,0 0 1 0 0,-1 0 0 0 0,1 0-1 0 0,0 0 1 0 0,0 1-1 0 0,0-1 1 0 0,0 0 0 0 0,0 0-1 0 0,0 2 1 0 0,0-1 21 0 0,14 24-47 0 0,-9-22-4 0 0,1-1-1 0 0,-1 0 1 0 0,1 0 0 0 0,0 0 0 0 0,0-1 0 0 0,0 1 0 0 0,0-2 0 0 0,0 1-1 0 0,0 0 1 0 0,1-1 0 0 0,-1-1 0 0 0,0 1 0 0 0,1-1 0 0 0,-1 0 0 0 0,1 0-1 0 0,-1 0 1 0 0,0-1 0 0 0,1 0 0 0 0,-1-1 0 0 0,0 1 0 0 0,0-1 0 0 0,0-1-1 0 0,0 1 1 0 0,0-1 0 0 0,0 0 0 0 0,5-3 0 0 0,2-3 137 0 0,0 0 1 0 0,-1 0-1 0 0,0-2 1 0 0,-1 1 0 0 0,0-1-1 0 0,0-1 1 0 0,-1 0-1 0 0,-1 0 1 0 0,15-27-1 0 0,-3 1 1456 0 0,-20 37-1340 0 0,2-6 19 0 0,-1 5-98 0 0,-2 7 784 0 0,-4 12-866 0 0,-6 49-297 0 0,10-62 176 0 0,0-1-1 0 0,-1 1 1 0 0,1 0 0 0 0,1 0 0 0 0,-1-1-1 0 0,1 1 1 0 0,-1 0 0 0 0,1 0 0 0 0,0-1-1 0 0,0 1 1 0 0,1-1 0 0 0,-1 1 0 0 0,1-1 0 0 0,4 7-1 0 0,-4-8 42 0 0,0-1-1 0 0,1 0 1 0 0,-1 0-1 0 0,1 0 1 0 0,0 0-1 0 0,-1 0 0 0 0,1 0 1 0 0,-1-1-1 0 0,1 1 1 0 0,0-1-1 0 0,0 0 1 0 0,-1 0-1 0 0,1 0 1 0 0,0 0-1 0 0,-1 0 0 0 0,1-1 1 0 0,0 1-1 0 0,0-1 1 0 0,4-1-1 0 0,15-1 1777 0 0,-16 4-1897 0 0,0 0 0 0 0,0 0 0 0 0,0 1 0 0 0,-1-1 0 0 0,1 1 0 0 0,9 6 0 0 0,28 7-8569 0 0,-27-10 4861 0 0</inkml:trace>
</inkml:ink>
</file>

<file path=ppt/ink/ink8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6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1 844 0 0,'0'0'10794'0'0,"0"4"-10552"0"0,1 5-106 0 0,-1 0 0 0 0,-1 0 0 0 0,0 0 1 0 0,0 0-1 0 0,-1 0 0 0 0,0 0 0 0 0,0 0 0 0 0,-1-1 0 0 0,0 1 1 0 0,-6 10-1 0 0,-14 51-3006 0 0,22-69 2150 0 0,1 12-575 0 0</inkml:trace>
</inkml:ink>
</file>

<file path=ppt/ink/ink8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96 129 724 0 0,'4'-6'695'0'0,"1"0"-1"0"0,-1 0 0 0 0,0-1 1 0 0,-1 1-1 0 0,1-1 1 0 0,-1 0-1 0 0,-1 0 1 0 0,1 0-1 0 0,-1 0 1 0 0,-1 0-1 0 0,1-1 0 0 0,-1 1 1 0 0,0-11-1 0 0,0 13-170 0 0,2-9 385 0 0,-4 14-872 0 0,1 0 0 0 0,0 0 1 0 0,0 0-1 0 0,0 0 0 0 0,0 0 1 0 0,0 0-1 0 0,0 0 0 0 0,0 0 0 0 0,0 0 1 0 0,-1 0-1 0 0,1 0 0 0 0,0 0 1 0 0,0 0-1 0 0,0 0 0 0 0,0 0 1 0 0,0 0-1 0 0,0 0 0 0 0,0 0 1 0 0,0 0-1 0 0,0 0 0 0 0,-1 0 0 0 0,1 0 1 0 0,0 0-1 0 0,0 0 0 0 0,0 0 1 0 0,0 0-1 0 0,0 0 0 0 0,0 0 1 0 0,0 0-1 0 0,0-1 0 0 0,0 1 1 0 0,0 0-1 0 0,0 0 0 0 0,0 0 0 0 0,-1 0 1 0 0,1 0-1 0 0,0 0 0 0 0,0 0 1 0 0,0 0-1 0 0,0 0 0 0 0,0 0 1 0 0,0-1-1 0 0,0 1 0 0 0,0 0 1 0 0,0 0-1 0 0,0 0 0 0 0,0 0 1 0 0,0 0-1 0 0,0 0 0 0 0,0 0 0 0 0,0 0 1 0 0,0-1-1 0 0,0 1 0 0 0,0 0 1 0 0,0 0-1 0 0,0 0 0 0 0,1 0 1 0 0,-11 11 2 0 0,2 1 0 0 0,0-1 0 0 0,0 2 0 0 0,1-1 0 0 0,0 1 1 0 0,2 0-1 0 0,-1 1 0 0 0,-6 25 0 0 0,0 14 38 0 0,-6 57 0 0 0,5-24 5 0 0,9-56-25 0 0,3-19-66 0 0,-1-1 0 0 0,0 1-1 0 0,-1-1 1 0 0,-4 14 0 0 0,4-17-745 0 0,10-18 466 0 0,0-1 228 0 0,0 1 1 0 0,1 0 0 0 0,15-17 0 0 0,1 9-62 0 0,0 2 0 0 0,1 0 0 0 0,0 2 1 0 0,43-18-1 0 0,-67 32 109 0 0,0 1 1 0 0,0-1-1 0 0,0 1 1 0 0,0-1-1 0 0,0 1 1 0 0,0 0-1 0 0,0-1 1 0 0,0 1-1 0 0,0 0 0 0 0,0 0 1 0 0,0 0-1 0 0,0 0 1 0 0,0 0-1 0 0,0 0 1 0 0,0 0-1 0 0,0 0 1 0 0,0 1-1 0 0,0-1 1 0 0,0 0-1 0 0,0 0 1 0 0,0 1-1 0 0,0-1 0 0 0,1 1 1 0 0,18 22-94 0 0,1 6 2101 0 0,-20-31-2034 0 0,0 1 0 0 0,-1 0-1 0 0,1-1 1 0 0,-1 1 0 0 0,1-1 0 0 0,-1 1-1 0 0,1-1 1 0 0,-1 0 0 0 0,0 1 0 0 0,0-1-1 0 0,0 1 1 0 0,0-1 0 0 0,0 1 0 0 0,0-1-1 0 0,0 0 1 0 0,0 1 0 0 0,-1-3 0 0 0,0 3-259 0 0,1-1 1 0 0,-1 1 0 0 0,1-1-1 0 0,0 0 1 0 0,0 1-1 0 0,0-1 1 0 0,0 1 0 0 0,0-1-1 0 0,0 1 1 0 0,0-1 0 0 0,0 1-1 0 0,0-1 1 0 0,1 1-1 0 0,-1-1 1 0 0,1 1 0 0 0,-1-1-1 0 0,1 1 1 0 0,0-1 0 0 0,-1 1-1 0 0,1 0 1 0 0,0-1-1 0 0,2-1 1 0 0,0 0-2341 0 0,4-4 200 0 0</inkml:trace>
</inkml:ink>
</file>

<file path=ppt/ink/ink8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17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10 472 0 0,'0'0'667'0'0,"26"-10"5037"0"0,-20 14-5483 0 0,0 0 1 0 0,-1 1-1 0 0,1 0 1 0 0,-1 0-1 0 0,1 0 0 0 0,-2 0 1 0 0,1 1-1 0 0,0 0 1 0 0,-1 0-1 0 0,0 0 1 0 0,5 13-1 0 0,16 20 359 0 0,-22-36-506 0 0,-1 1-88 0 0,1-1-1 0 0,-1 1 0 0 0,1-1 0 0 0,-1 1 0 0 0,1-1 0 0 0,0 0 0 0 0,1 0 0 0 0,-1-1 0 0 0,0 1 0 0 0,1-1 0 0 0,-1 1 0 0 0,1-1 1 0 0,0 0-1 0 0,0-1 0 0 0,0 1 0 0 0,5 1 0 0 0,-7-3-27 0 0,26-14-51 0 0,-22 8 95 0 0,-4 4 128 0 0,1-1 0 0 0,-1 1 0 0 0,0 0 0 0 0,0-1 0 0 0,0 0 0 0 0,-1 1 0 0 0,1-1-1 0 0,-1 0 1 0 0,1 0 0 0 0,-1 0 0 0 0,1-3 0 0 0,-1 4 53 0 0,-41-8 254 0 0,24 10-371 0 0,0 1-1 0 0,0 0 1 0 0,1 2-1 0 0,-1 0 1 0 0,-25 8 0 0 0,-80 35-659 0 0,53-19-734 0 0,-69 24-3828 0 0,66-25 2193 0 0</inkml:trace>
</inkml:ink>
</file>

<file path=ppt/ink/ink8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5T12:50:26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399 31 68,'0'0'812,"-1"-3"42,0-1 1,-1 1-1,1 0 0,-1 0 1,0 0-1,0 0 0,0 0 0,-2-3 1,-2 7-779,1 0 1,-1 1-1,1-1 1,-1 1-1,1 1 1,0-1-1,0 0 1,0 1-1,1 0 1,-1 0 0,-7 8-1,-54 49 268,53-48-249,-15 17 46,1 0 0,2 2 0,1 0 0,-28 49 0,40-59-76,1 0-1,1 1 1,1 1-1,0 0 1,2 0 0,1 0-1,1 1 1,-3 36-1,7-50-38,2 1-1,-1-1 1,2 0-1,-1 1 1,1-1-1,1 0 0,-1 0 1,2-1-1,0 1 1,0 0-1,0-1 1,1 0-1,1 0 0,-1-1 1,2 1-1,-1-1 1,1 0-1,0-1 1,0 0-1,1 0 1,0-1-1,14 9 0,-6-5-310,0 0 0,1-1-1,1-1 1,31 11-1,-27-13-1078,0-1-1,-1 0 1,38 2-1,-15-7-1399</inkml:trace>
</inkml:ink>
</file>

<file path=ppt/ink/ink8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26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23 780 0 0,'28'-19'5425'0'0,"-26"18"-5305"0"0,0 0 1 0 0,0 1-1 0 0,0 0 1 0 0,0-1-1 0 0,0 1 1 0 0,0 0 0 0 0,0 0-1 0 0,0 0 1 0 0,0 0-1 0 0,0 0 1 0 0,0 0 0 0 0,0 1-1 0 0,0-1 1 0 0,0 1-1 0 0,0-1 1 0 0,0 1-1 0 0,0 0 1 0 0,0 0 0 0 0,0 0-1 0 0,1 1 1 0 0,1 1-15 0 0,0 0 1 0 0,-1 0 0 0 0,1 1-1 0 0,-1-1 1 0 0,0 1-1 0 0,0 0 1 0 0,0 0 0 0 0,3 6-1 0 0,0 3 8 0 0,0 1 0 0 0,0-1 0 0 0,-1 1 0 0 0,5 29 0 0 0,-6-25-59 0 0,-2 0 1 0 0,0 0 0 0 0,-1 0-1 0 0,0 0 1 0 0,-2 0 0 0 0,0 0-1 0 0,-1 0 1 0 0,-1 0 0 0 0,-1 0-1 0 0,0 0 1 0 0,-2-1 0 0 0,1 0 0 0 0,-2 0-1 0 0,-1 0 1 0 0,0-1 0 0 0,-1 0-1 0 0,0-1 1 0 0,-1 0 0 0 0,-1 0-1 0 0,-1-1 1 0 0,0-1 0 0 0,0 0-1 0 0,-2 0 1 0 0,-22 16 0 0 0,-63 36-1003 0 0,30-27-4696 0 0,45-27 2791 0 0</inkml:trace>
</inkml:ink>
</file>

<file path=ppt/ink/ink8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5T12:50:27.7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62 716,'1'-55'8607,"-1"55"-8587,0-1 0,-1 1 0,1-1 0,0 1 0,0 0 0,0-1 0,-1 1 0,1 0 0,0 0 0,0-1 0,-1 1 0,1 0 0,0-1 0,-1 1 0,1 0 0,0 0 0,-1 0 0,1-1 0,0 1 0,-1 0 0,1 0 0,0 0 0,-1 0 0,1 0-1,-1 0 1,1 0 0,0-1 0,-1 1 0,1 0 0,-1 1 0,1-1 0,0 0 0,-1 0 0,1 0 0,-1 0 0,1 0 0,0 0 0,-1 0 0,1 0 0,0 1 0,-1-1 0,1 0 0,0 0 0,-1 1 0,1-1 0,0 0 0,-1 0 0,1 1 0,0-1 0,-18 10 194,18-10-216,-9 6 68,0 0 1,0 1 0,1 0 0,0 0 0,0 1-1,1 0 1,0 1 0,0-1 0,1 1 0,0 1 0,0-1-1,1 1 1,1 0 0,0 0 0,0 0 0,-4 19-1,6-21-58,1 0-1,0-1 0,1 1 1,0 0-1,0 0 1,0-1-1,1 1 0,0 0 1,1-1-1,0 1 0,0-1 1,0 0-1,1 1 0,0-1 1,0 0-1,1 0 0,0-1 1,0 1-1,1-1 0,0 0 1,0 0-1,0-1 0,1 1 1,7 5-1,7 1-703,0-1 0,1 0 1,0-2-1,1 0 0,0-2 0,0 0 1,0-2-1,1 0 0,34 2 0,18 1-2059</inkml:trace>
</inkml:ink>
</file>

<file path=ppt/ink/ink8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28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16 572 0 0,'-6'-10'4815'0'0,"4"4"-2256"0"0,5 8-567 0 0,10 16-1737 0 0,1 1 1 0 0,-2 0 0 0 0,-1 0 0 0 0,0 1-1 0 0,11 30 1 0 0,-20-43-223 0 0,1 0-1 0 0,-2 1 1 0 0,1-1-1 0 0,-1 0 1 0 0,0 1-1 0 0,0-1 1 0 0,-1 1-1 0 0,1-1 1 0 0,-2 1 0 0 0,1-1-1 0 0,-1 1 1 0 0,-1-1-1 0 0,1 1 1 0 0,-1-1-1 0 0,0 0 1 0 0,-1 0-1 0 0,0 0 1 0 0,0 0-1 0 0,0 0 1 0 0,-1-1-1 0 0,-5 7 1 0 0,-8 7-83 0 0,0-1 1 0 0,-2-1-1 0 0,0 0 0 0 0,-1-2 1 0 0,-43 29-1 0 0,-12-1-6502 0 0,61-36 3546 0 0</inkml:trace>
</inkml:ink>
</file>

<file path=ppt/ink/ink8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29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632 18 88 0 0,'-8'-3'280'0'0,"0"0"0"0"0,0 0 1 0 0,0 1-1 0 0,0 0 0 0 0,0 0 0 0 0,-1 1 1 0 0,1 0-1 0 0,0 1 0 0 0,-1 0 0 0 0,1 0 1 0 0,-1 0-1 0 0,1 1 0 0 0,0 1 0 0 0,-1 0 0 0 0,1 0 1 0 0,0 0-1 0 0,0 1 0 0 0,0 0 0 0 0,1 0 1 0 0,-1 1-1 0 0,1 0 0 0 0,-10 7 0 0 0,-25 18 147 0 0,2 0-1 0 0,1 3 0 0 0,1 1 0 0 0,2 2 0 0 0,1 2 1 0 0,2 1-1 0 0,2 1 0 0 0,1 2 0 0 0,-30 55 1 0 0,51-78-324 0 0,1 2 1 0 0,0-1-1 0 0,2 1 1 0 0,0 0-1 0 0,1 0 1 0 0,1 1-1 0 0,1 0 1 0 0,0-1-1 0 0,2 1 1 0 0,2 35-1 0 0,1-41-106 0 0,0 1-1 0 0,1-1 0 0 0,0 0 0 0 0,1-1 0 0 0,1 1 0 0 0,1-1 0 0 0,0 0 0 0 0,0 0 1 0 0,2-1-1 0 0,-1 0 0 0 0,2 0 0 0 0,0 0 0 0 0,0-1 0 0 0,1-1 0 0 0,15 14 0 0 0,-3-6-375 0 0,1-2-1 0 0,0-1 1 0 0,1-1-1 0 0,1-1 0 0 0,35 15 1 0 0,71 20-4132 0 0,-52-26 1651 0 0</inkml:trace>
</inkml:ink>
</file>

<file path=ppt/ink/ink8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0:30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546 9 596 0 0,'-16'-8'9205'0'0,"14"20"-9025"0"0,1-1 1 0 0,0 1-1 0 0,1 0 1 0 0,1 0-1 0 0,0 0 0 0 0,0 0 1 0 0,5 17-1 0 0,3 38 492 0 0,-8-18-128 0 0,-2-1 1 0 0,-2 0-1 0 0,-15 78 0 0 0,16-112-449 0 0,-2-1-1 0 0,1 0 0 0 0,-2 0 0 0 0,0 0 0 0 0,0-1 1 0 0,-1 1-1 0 0,-1-1 0 0 0,0-1 0 0 0,0 1 0 0 0,-2-1 0 0 0,1-1 1 0 0,-1 0-1 0 0,0 0 0 0 0,-1 0 0 0 0,-1-1 0 0 0,1-1 1 0 0,-20 13-1 0 0,-1-5-186 0 0,0-1 1 0 0,-1-2-1 0 0,-1-1 1 0 0,-36 9-1 0 0,44-15-2005 0 0,-1-2 0 0 0,1 0-1 0 0,-38-1 1 0 0,23-5-1809 0 0</inkml:trace>
</inkml:ink>
</file>

<file path=ppt/ink/ink8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1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13 151 208 0 0,'-13'-69'7662'0'0,"13"67"-7143"0"0,10-45 2906 0 0,-8 44-3354 0 0,0 1 0 0 0,0-1 0 0 0,0 1 0 0 0,0 0-1 0 0,1 0 1 0 0,-1 0 0 0 0,1 0 0 0 0,-1 0 0 0 0,1 0-1 0 0,0 0 1 0 0,0 1 0 0 0,0 0 0 0 0,0-1 0 0 0,0 1 0 0 0,0 0-1 0 0,0 1 1 0 0,0-1 0 0 0,0 0 0 0 0,6 0 0 0 0,1 1-55 0 0,0 0 1 0 0,0 1-1 0 0,0 0 1 0 0,-1 1-1 0 0,1 0 1 0 0,0 0-1 0 0,-1 1 1 0 0,0 0-1 0 0,1 1 1 0 0,-1 0-1 0 0,0 0 1 0 0,-1 1-1 0 0,1 0 1 0 0,-1 1 0 0 0,0 0-1 0 0,0 0 1 0 0,-1 0-1 0 0,0 1 1 0 0,0 1-1 0 0,-1-1 1 0 0,1 1-1 0 0,-2 0 1 0 0,1 0-1 0 0,8 18 1 0 0,-7-13-6 0 0,0 1-1 0 0,-1 0 1 0 0,-1 0 0 0 0,0 0-1 0 0,-1 1 1 0 0,-1 0 0 0 0,0 0-1 0 0,-1 0 1 0 0,0 0 0 0 0,-1 0-1 0 0,-1 0 1 0 0,0 0 0 0 0,-2 0-1 0 0,1 0 1 0 0,-8 28 0 0 0,-34 55 147 0 0,43-97-118 0 0,0-1-36 0 0,0 0-1 0 0,0 0 1 0 0,0 1-1 0 0,0-1 1 0 0,0 0-1 0 0,0 0 1 0 0,0 0-1 0 0,0 1 0 0 0,0-1 1 0 0,0 0-1 0 0,0 0 1 0 0,0 0-1 0 0,0 1 1 0 0,0-1-1 0 0,0 0 1 0 0,0 0-1 0 0,0 0 1 0 0,-1 0-1 0 0,1 1 1 0 0,0-1-1 0 0,0 0 1 0 0,0 0-1 0 0,0 0 0 0 0,0 0 1 0 0,0 1-1 0 0,-1-1 1 0 0,1 0-1 0 0,0 0 1 0 0,0 0-1 0 0,0 0 1 0 0,0 0-1 0 0,-1 0 1 0 0,1 0-1 0 0,0 1 1 0 0,0-1-1 0 0,0 0 0 0 0,0 0 1 0 0,-1 0-1 0 0,1 0 1 0 0,0 0-1 0 0,0 0 1 0 0,0 0-1 0 0,-1 0 1 0 0,1 0-1 0 0,0 0 1 0 0,0 0-1 0 0,0 0 1 0 0,-1 0-1 0 0,1 0 1 0 0,0 0-1 0 0,0 0 0 0 0,0 0 1 0 0,-1-1-1 0 0,1 1 1 0 0,0 0-1 0 0,0 0 1 0 0,0 0-1 0 0,0 0 1 0 0,-1 0-1 0 0,1-1 1 0 0,-1-4-7 0 0,0 0 0 0 0,0-1 0 0 0,0 1 0 0 0,1-1 1 0 0,0 1-1 0 0,0 0 0 0 0,0-1 0 0 0,1 1 0 0 0,0-1 1 0 0,0 1-1 0 0,0 0 0 0 0,0-1 0 0 0,1 1 0 0 0,3-7 1 0 0,10-18-48 0 0,2 0 1 0 0,0 1-1 0 0,2 1 1 0 0,1 0 0 0 0,1 2-1 0 0,2 0 1 0 0,0 2-1 0 0,53-43 1 0 0,-29 33-122 0 0,-45 33 147 0 0,8 18-206 0 0,2 38 181 0 0,-10-44 38 0 0,0 1 1 0 0,0-1 0 0 0,1 0-1 0 0,1 1 1 0 0,8 17-1 0 0,-6-17 2 0 0,0-1-1 0 0,1-1 1 0 0,0 1 0 0 0,1-1-1 0 0,0-1 1 0 0,14 14-1 0 0,-18-20 10 0 0,0 0-1 0 0,0-1 0 0 0,0 1 0 0 0,1-1 1 0 0,-1 0-1 0 0,0-1 0 0 0,1 1 0 0 0,0-1 1 0 0,-1 0-1 0 0,1 0 0 0 0,0 0 0 0 0,-1-1 1 0 0,1 1-1 0 0,0-1 0 0 0,0 0 1 0 0,0-1-1 0 0,-1 1 0 0 0,1-1 0 0 0,0 0 1 0 0,6-2-1 0 0,-1 0 3 0 0,1-1 0 0 0,-1 0 0 0 0,0 0 0 0 0,-1-1 0 0 0,1 0 0 0 0,-1 0 0 0 0,0-1 0 0 0,0-1 0 0 0,-1 0 0 0 0,11-10 0 0 0,-1-2 7 0 0,-2 0 0 0 0,0-1 0 0 0,15-27-1 0 0,-29 44 3 0 0,-1-1-1 0 0,1 0 0 0 0,-1 0 1 0 0,0 1-1 0 0,0-1 0 0 0,0 0 1 0 0,0 0-1 0 0,-1 0 1 0 0,0 0-1 0 0,0 0 0 0 0,0 0 1 0 0,0 0-1 0 0,0 0 0 0 0,-1 0 1 0 0,0 0-1 0 0,0 0 1 0 0,-1-4-1 0 0,1 6-35 0 0,-2 3-54 0 0,1 0 73 0 0,0 1 1 0 0,0-1 0 0 0,0 1 0 0 0,0 0 0 0 0,0 0 0 0 0,0 0 0 0 0,0 0 0 0 0,1 0 0 0 0,-1 0 0 0 0,1 0 0 0 0,-1 1 0 0 0,1-1 0 0 0,-2 5 0 0 0,-17 38-78 0 0,19-42 81 0 0,0 1 1 0 0,0 0-1 0 0,0 0 1 0 0,0 0-1 0 0,1 0 1 0 0,-1 0-1 0 0,1 0 0 0 0,0 0 1 0 0,0 0-1 0 0,1 0 1 0 0,-1 0-1 0 0,1 0 1 0 0,0 0-1 0 0,0 0 1 0 0,0 0-1 0 0,0 0 1 0 0,1-1-1 0 0,0 1 0 0 0,0 0 1 0 0,0-1-1 0 0,0 1 1 0 0,0-1-1 0 0,1 0 1 0 0,-1 0-1 0 0,1 0 1 0 0,0 0-1 0 0,0 0 0 0 0,0-1 1 0 0,0 1-1 0 0,0-1 1 0 0,1 0-1 0 0,-1 0 1 0 0,1 0-1 0 0,-1 0 1 0 0,1-1-1 0 0,0 1 0 0 0,0-1 1 0 0,0 0-1 0 0,0 0 1 0 0,0 0-1 0 0,0-1 1 0 0,0 0-1 0 0,0 1 1 0 0,0-1-1 0 0,0-1 1 0 0,0 1-1 0 0,0 0 0 0 0,4-2 1 0 0,6-1 3 0 0,0 0 0 0 0,0-1 0 0 0,0 0 1 0 0,0-1-1 0 0,-1-1 0 0 0,0 0 0 0 0,0-1 0 0 0,20-15 0 0 0,-8 3 42 0 0,-2-1-1 0 0,43-46 0 0 0,-40 20 483 0 0,-24 45-455 0 0,3-10 215 0 0,-1 6-201 0 0,-3 8-138 0 0,-2 2 52 0 0,-1 8-1 0 0,1-1 0 0 0,1 1 0 0 0,0 0 0 0 0,0-1 1 0 0,1 1-1 0 0,3 13 0 0 0,-2-20 3 0 0,0-1-1 0 0,0 0 1 0 0,0 0 0 0 0,1 0 0 0 0,0 0-1 0 0,0-1 1 0 0,0 1 0 0 0,0-1 0 0 0,1 0-1 0 0,0 1 1 0 0,-1-2 0 0 0,2 1 0 0 0,4 3-1 0 0,-6-4-2 0 0,1-2 0 0 0,0 1 0 0 0,0 0 0 0 0,0-1 0 0 0,0 0 0 0 0,0 1-1 0 0,0-2 1 0 0,0 1 0 0 0,0 0 0 0 0,1-1 0 0 0,-1 0 0 0 0,0 0 0 0 0,0 0 0 0 0,0 0-1 0 0,1-1 1 0 0,-1 0 0 0 0,0 0 0 0 0,7-2 0 0 0,-2 0-4 0 0,0 0-1 0 0,0-1 1 0 0,-1 0 0 0 0,1-1 0 0 0,-1 0-1 0 0,0 0 1 0 0,0-1 0 0 0,-1 0-1 0 0,1 0 1 0 0,-1-1 0 0 0,-1 0 0 0 0,1 0-1 0 0,-1 0 1 0 0,-1-1 0 0 0,1 0 0 0 0,7-15-1 0 0,-12 21 73 0 0,-1 1 13 0 0,1 1-75 0 0,-1 0 0 0 0,1-1 0 0 0,-1 1 0 0 0,1-1 0 0 0,0 1 0 0 0,-1 0 1 0 0,1-1-1 0 0,-1 0 0 0 0,0 1 0 0 0,1-1 0 0 0,-1 1 0 0 0,1-1 0 0 0,-1 1 0 0 0,0-1 0 0 0,0 0 0 0 0,1 1 0 0 0,-1-1 0 0 0,0 0 0 0 0,0 1 0 0 0,0-1 0 0 0,0 0 0 0 0,1 1 0 0 0,-1-2 0 0 0,33 41-1088 0 0,-26-31-66 0 0,-3-4-97 0 0,3 3 667 0 0,2-2-4505 0 0,3 2 2250 0 0</inkml:trace>
</inkml:ink>
</file>

<file path=ppt/ink/ink8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1 379 752 0 0,'0'0'4310'0'0,"29"-17"-2609"0"0,-23 17-1630 0 0,1 0 0 0 0,-1 0 0 0 0,0 1 1 0 0,0 0-1 0 0,0 0 0 0 0,0 1 0 0 0,0 0 1 0 0,0 0-1 0 0,0 0 0 0 0,-1 0 0 0 0,1 1 1 0 0,-1 0-1 0 0,0 1 0 0 0,1-1 0 0 0,-1 1 1 0 0,-1 0-1 0 0,1 0 0 0 0,-1 0 0 0 0,1 1 1 0 0,-1-1-1 0 0,0 1 0 0 0,-1 0 0 0 0,1 0 1 0 0,-1 1-1 0 0,0-1 0 0 0,-1 1 0 0 0,1-1 1 0 0,-1 1-1 0 0,2 8 0 0 0,-4-13-27 0 0,0 0 1 0 0,0 0-1 0 0,1 0 1 0 0,-1 0-1 0 0,0 0 1 0 0,0 0-1 0 0,0-1 1 0 0,1 1-1 0 0,-1 0 1 0 0,0 0-1 0 0,1 0 1 0 0,-1 0 0 0 0,1-1-1 0 0,-1 1 1 0 0,1 0-1 0 0,-1 0 1 0 0,1-1-1 0 0,0 1 1 0 0,-1 0-1 0 0,1-1 1 0 0,0 1-1 0 0,-1-1 1 0 0,1 1-1 0 0,0-1 1 0 0,0 1-1 0 0,0-1 1 0 0,0 1 0 0 0,-1-1-1 0 0,2 1 1 0 0,9-13-34 0 0,1 0 1 0 0,0 1 0 0 0,1 1 0 0 0,0 0-1 0 0,1 1 1 0 0,-1 0 0 0 0,2 1 0 0 0,-1 1-1 0 0,1 0 1 0 0,0 1 0 0 0,1 0 0 0 0,26-5-1 0 0,-37 10-20 0 0,13-3-7 0 0,5 6-41 0 0,-21-2 43 0 0,-1 0 24 0 0,1 0-1 0 0,0 1 1 0 0,0-1 0 0 0,0 0 0 0 0,-1 0 0 0 0,1-1 0 0 0,0 1 0 0 0,0 0 0 0 0,-1 0 0 0 0,1-1 0 0 0,0 1 0 0 0,-1-1 0 0 0,1 0-1 0 0,0 0 1 0 0,-1 1 0 0 0,1-1 0 0 0,-1 0 0 0 0,1 0 0 0 0,-1 0 0 0 0,0 0 0 0 0,1-1 0 0 0,0 0 0 0 0,0 0 19 0 0,-16 28-280 0 0,13-24 243 0 0,-2 4-2 0 0,2-4 0 0 0,2 1-1 0 0,-1 0 10 0 0,1 0 0 0 0,0 0 0 0 0,-1 0 0 0 0,1 0 0 0 0,1 0 0 0 0,-1 0 0 0 0,0 0 0 0 0,1-1 0 0 0,-1 1 0 0 0,1 0 0 0 0,0-1 0 0 0,3 4 0 0 0,-2-3 5 0 0,-2-2 4 0 0,0-1-3 0 0,1 1 0 0 0,-1-1 1 0 0,0 0-1 0 0,0 0 0 0 0,0 0 1 0 0,0 1-1 0 0,0-1 0 0 0,0 0 1 0 0,0-1-1 0 0,1 1 0 0 0,-1 0 1 0 0,0 0-1 0 0,0 0 0 0 0,0-1 1 0 0,0 1-1 0 0,0 0 0 0 0,0-1 1 0 0,0 1-1 0 0,0-1 0 0 0,0 1 1 0 0,0-1-1 0 0,0 0 0 0 0,0 1 1 0 0,0-1-1 0 0,0 0 0 0 0,1-1 1 0 0,14-36 50 0 0,-15 37-52 0 0,-1 0-13 0 0,0 1 4 0 0,0-1 1 0 0,0 1-1 0 0,0 0 0 0 0,0-1 1 0 0,1 1-1 0 0,-1 0 0 0 0,0 0 1 0 0,0-1-1 0 0,1 1 1 0 0,-1 0-1 0 0,0-1 0 0 0,0 1 1 0 0,1 0-1 0 0,-1 0 0 0 0,0-1 1 0 0,1 1-1 0 0,-1 0 0 0 0,0 0 1 0 0,0 0-1 0 0,1 0 0 0 0,-1-1 1 0 0,1 1-1 0 0,-1 0 0 0 0,0 0 1 0 0,1 0-1 0 0,-1 0 1 0 0,0 0-1 0 0,1 0 0 0 0,-1 0 1 0 0,0 0-1 0 0,1 0 0 0 0,-1 0 1 0 0,1 0-1 0 0,-1 0 0 0 0,0 0 1 0 0,1 0-1 0 0,-1 0 0 0 0,0 1 1 0 0,1-1-1 0 0,26 6 4 0 0,-1 0 3 0 0,-13-6 5 0 0,0-1 0 0 0,0 0 0 0 0,0-1 0 0 0,0 0 0 0 0,0-1 0 0 0,-1-1 0 0 0,1 0 0 0 0,-1-1 0 0 0,22-11 0 0 0,-27 12 15 0 0,1-1 1 0 0,-1 0 0 0 0,0-1 0 0 0,0 0 0 0 0,-1 0 0 0 0,0 0-1 0 0,0-1 1 0 0,0 1 0 0 0,-1-1 0 0 0,0-1 0 0 0,0 1 0 0 0,0-1-1 0 0,-1 0 1 0 0,-1 0 0 0 0,1 0 0 0 0,2-10 0 0 0,-2-1 175 0 0,0-1 0 0 0,-2 1 0 0 0,0 0 0 0 0,-1-1 0 0 0,-1 0 0 0 0,0 1 0 0 0,-2-1 0 0 0,0 1 0 0 0,-1 0 0 0 0,-7-23 0 0 0,10 43-188 0 0,0-1 0 0 0,0 0 0 0 0,0 0 0 0 0,0 0 1 0 0,0 0-1 0 0,0 1 0 0 0,0-1 0 0 0,-1 0 0 0 0,1 0 0 0 0,0 0 0 0 0,0 0 1 0 0,0 1-1 0 0,0-1 0 0 0,0 0 0 0 0,0 0 0 0 0,-1 0 0 0 0,1 0 0 0 0,0 0 1 0 0,0 0-1 0 0,0 1 0 0 0,0-1 0 0 0,0 0 0 0 0,-1 0 0 0 0,1 0 1 0 0,0 0-1 0 0,0 0 0 0 0,0 0 0 0 0,0 0 0 0 0,-1 0 0 0 0,1 0 0 0 0,0 0 1 0 0,0 0-1 0 0,0 0 0 0 0,-1 0 0 0 0,1 0 0 0 0,0 0 0 0 0,0 0 0 0 0,0 0 1 0 0,-1 0-1 0 0,1 0 0 0 0,0 0 0 0 0,0 0 0 0 0,0 0 0 0 0,0 0 0 0 0,-1-1 1 0 0,1 1-1 0 0,0 0 0 0 0,0 0 0 0 0,0 0 0 0 0,0 0 0 0 0,0 0 1 0 0,0 0-1 0 0,-1-1 0 0 0,1 1 0 0 0,0 0 0 0 0,0 0 0 0 0,0 0 0 0 0,0 0 1 0 0,0 0-1 0 0,0-1 0 0 0,0 1 0 0 0,0 0 0 0 0,0 0 0 0 0,0 0 0 0 0,0-1 1 0 0,0 1-1 0 0,0 0 0 0 0,0 0 0 0 0,-12 25 178 0 0,-3 36-112 0 0,14-19-136 0 0,1-1 0 0 0,11 77 0 0 0,-4-76-3906 0 0,16 49-1 0 0,-15-67 732 0 0</inkml:trace>
</inkml:ink>
</file>

<file path=ppt/ink/ink8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4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31 1008 0 0,'0'0'4213'0'0,"-6"-6"1036"0"0,-2 17-5003 0 0,0 0 0 0 0,0 1 0 0 0,1 0 0 0 0,1 0 0 0 0,0 1 0 0 0,1 0 1 0 0,0 0-1 0 0,1 0 0 0 0,0 1 0 0 0,-2 21 0 0 0,6-33-107 0 0,8 2-36 0 0,6 0-89 0 0,-12-4-70 0 0,1-2-18 0 0,5-2 23 0 0,0 0-1 0 0,0 0 0 0 0,1 1 1 0 0,-1 1-1 0 0,1-1 1 0 0,-1 2-1 0 0,1-1 0 0 0,0 1 1 0 0,-1 0-1 0 0,1 1 1 0 0,0 0-1 0 0,0 0 0 0 0,0 1 1 0 0,10 2-1 0 0,7 1-29 0 0,0-2-1 0 0,46 0 1 0 0,-61-2 133 0 0,1-1 1 0 0,-1-1-1 0 0,0 0 0 0 0,0 0 1 0 0,0-1-1 0 0,0 0 1 0 0,-1-1-1 0 0,21-10 0 0 0,-28 12 61 0 0,0 0 0 0 0,0 0 0 0 0,0-1 0 0 0,0 1 0 0 0,0-1 0 0 0,-1 1 0 0 0,1-1 0 0 0,-1 0 0 0 0,0 0-1 0 0,0 0 1 0 0,0 0 0 0 0,0-1 0 0 0,0 1 0 0 0,-1-1 0 0 0,1 1 0 0 0,-1-1 0 0 0,0 1 0 0 0,1-7 0 0 0,-1 2 60 0 0,-1 1 0 0 0,0-1 1 0 0,0 1-1 0 0,0-1 1 0 0,-1 1-1 0 0,0 0 1 0 0,-1-1-1 0 0,-2-8 1 0 0,3 15-401 0 0,-1-8-397 0 0</inkml:trace>
</inkml:ink>
</file>

<file path=ppt/ink/ink8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5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58 64 0 0,'0'0'1727'0'0,"-4"-2"-893"0"0,3 1-584 0 0,0 1-1 0 0,1-1 1 0 0,-1 1-1 0 0,0-1 1 0 0,0 1 0 0 0,0 0-1 0 0,0-1 1 0 0,0 1 0 0 0,0 0-1 0 0,0 0 1 0 0,0 0 0 0 0,0-1-1 0 0,0 1 1 0 0,0 0 0 0 0,0 1-1 0 0,0-1 1 0 0,0 0-1 0 0,0 0 1 0 0,0 0 0 0 0,0 0-1 0 0,0 1 1 0 0,-2 0 0 0 0,-5 5-605 0 0,5-3 908 0 0,20 29 446 0 0,-12-29-1113 0 0,18 9 1610 0 0,-22-13-1462 0 0,0 1 0 0 0,-1 0 0 0 0,1-1 0 0 0,0 1 0 0 0,-1-1 0 0 0,1 1 0 0 0,0-1 0 0 0,-1 0 0 0 0,1 1 0 0 0,-1-1 0 0 0,1 0 0 0 0,-1 1 0 0 0,1-1 0 0 0,-1 0 0 0 0,0 1 0 0 0,1-1 0 0 0,-1 0 0 0 0,0 0 0 0 0,1 1 0 0 0,-1-1 0 0 0,0 0 0 0 0,0 0 0 0 0,0 0 0 0 0,0 1 0 0 0,0-1 0 0 0,0 0 0 0 0,0 0 0 0 0,0 0 0 0 0,0 0 0 0 0,0 1 0 0 0,0-1 0 0 0,-1 0 0 0 0,1 0 0 0 0,0-1-64 0 0,-9-34-1634 0 0,9 33 1173 0 0,3-17-746 0 0,4 7-3349 0 0,2 2 2284 0 0</inkml:trace>
</inkml:ink>
</file>

<file path=ppt/ink/ink8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5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0 240 0 0,'39'19'2368'0'0,"-35"-15"-2221"0"0,0 0-1 0 0,0 0 1 0 0,-1 0 0 0 0,1 0 0 0 0,-1 0 0 0 0,0 1 0 0 0,0 0 0 0 0,0-1 0 0 0,-1 1 0 0 0,1 0 0 0 0,-1 1 0 0 0,-1-1 0 0 0,1 0 0 0 0,-1 0 0 0 0,0 1 0 0 0,0-1 0 0 0,0 6-1 0 0,-1-9-66 0 0,0-1-106 0 0,0-1-1 0 0,-1 1 0 0 0,1-1 0 0 0,-1 1 0 0 0,1-1 0 0 0,0 1 0 0 0,0-1 0 0 0,-1 1 0 0 0,1 0 0 0 0,0-1 0 0 0,0 1 0 0 0,0 0 0 0 0,0-1 0 0 0,0 1 0 0 0,0-1 0 0 0,0 1 0 0 0,0 0 0 0 0,0-1 0 0 0,0 1 1 0 0,0 0-1 0 0,0-1 0 0 0,0 1 0 0 0,0-1 0 0 0,1 1 0 0 0,-1 0 0 0 0,0-1 0 0 0,0 1 0 0 0,1-1 0 0 0,-1 1 0 0 0,0-1 0 0 0,1 1 0 0 0,-1-1 0 0 0,1 1 0 0 0,-1-1 0 0 0,1 1 0 0 0,-1-1 0 0 0,1 1 0 0 0,-1-1 0 0 0,1 0 1 0 0,-1 1-1 0 0,1-1 0 0 0,-1 0 0 0 0,1 0 0 0 0,-1 1 0 0 0,1-1 0 0 0,0 0 0 0 0,-1 0 0 0 0,1 0 0 0 0,0 0 0 0 0,-1 0 0 0 0,1 0 0 0 0,-1 0 0 0 0,1 0 0 0 0,0 0 0 0 0,-1 0 0 0 0,1 0 0 0 0,0 0 0 0 0,-1 0 1 0 0,1 0-1 0 0,-1 0 0 0 0,2-1 0 0 0,29-13-1793 0 0,-21 9 782 0 0</inkml:trace>
  <inkml:trace contextRef="#ctx0" brushRef="#br0" timeOffset="1">246 54 76 0 0,'0'0'1008'0'0</inkml:trace>
</inkml:ink>
</file>

<file path=ppt/ink/ink8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6.0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78 456 772 0 0,'-4'-1'390'0'0,"1"0"0"0"0,-1 1 0 0 0,1-1 0 0 0,-1 1 1 0 0,0-1-1 0 0,1 1 0 0 0,-1 0 0 0 0,1 0 0 0 0,-1 1 0 0 0,0-1 0 0 0,1 1 0 0 0,-6 1 0 0 0,7-1-332 0 0,1-1-1 0 0,0 0 1 0 0,-1 1 0 0 0,1-1-1 0 0,0 1 1 0 0,0 0-1 0 0,0-1 1 0 0,-1 1 0 0 0,1 0-1 0 0,0 0 1 0 0,0 0-1 0 0,0 0 1 0 0,0 0 0 0 0,0 0-1 0 0,0 0 1 0 0,1 0-1 0 0,-1 0 1 0 0,0 0 0 0 0,0 0-1 0 0,1 0 1 0 0,-1 1-1 0 0,1-1 1 0 0,-1 0 0 0 0,1 0-1 0 0,-1 1 1 0 0,1-1-1 0 0,0 1 1 0 0,0-1 0 0 0,0 0-1 0 0,0 1 1 0 0,0-1-1 0 0,0 0 1 0 0,0 1 0 0 0,0-1-1 0 0,1 2 1 0 0,-1-1-56 0 0,1-1 0 0 0,-1 0 0 0 0,1 0 0 0 0,0 0 0 0 0,-1 0 0 0 0,1 1 0 0 0,0-1-1 0 0,0 0 1 0 0,0-1 0 0 0,0 1 0 0 0,0 0 0 0 0,0 0 0 0 0,0 0 0 0 0,0 0 0 0 0,0-1 0 0 0,0 1 0 0 0,1-1 0 0 0,-1 1 0 0 0,0-1 0 0 0,0 1 0 0 0,1-1 0 0 0,-1 1 0 0 0,0-1 0 0 0,0 0 0 0 0,1 0 0 0 0,-1 0 0 0 0,0 0 0 0 0,1 0 0 0 0,-1 0 0 0 0,0 0 0 0 0,1 0 0 0 0,0-1 0 0 0,42-9-373 0 0,-35 7 359 0 0,-1-1 1 0 0,1 0 0 0 0,-1 0 0 0 0,0 0 0 0 0,0-1-1 0 0,0-1 1 0 0,0 1 0 0 0,-1-1 0 0 0,0-1-1 0 0,0 1 1 0 0,-1-1 0 0 0,0 0 0 0 0,0-1 0 0 0,0 1-1 0 0,7-17 1 0 0,-6 11 149 0 0,-2 0 0 0 0,0-1 0 0 0,-1 0-1 0 0,0 0 1 0 0,-1 0 0 0 0,-1 0 0 0 0,0-1 0 0 0,0 1 0 0 0,-2-27-1 0 0,-3 13 705 0 0,-1 0-1 0 0,-1 0 0 0 0,-2 0 0 0 0,-1 1 0 0 0,0 0 0 0 0,-18-36 0 0 0,25 61-437 0 0,-16 64 74 0 0,14-31-781 0 0,2 0 0 0 0,0 1 0 0 0,2-1 0 0 0,2 1 0 0 0,7 37-1 0 0,-4-42-1544 0 0,1 0-1 0 0,1 0 1 0 0,17 35-1 0 0,-4-20-1733 0 0</inkml:trace>
</inkml:ink>
</file>

<file path=ppt/ink/ink8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6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1 308 252 0 0,'2'2'324'0'0,"1"-1"0"0"0,-1 1 0 0 0,1-1 0 0 0,0 0 0 0 0,0 0 0 0 0,-1 0-1 0 0,1 0 1 0 0,0 0 0 0 0,0-1 0 0 0,0 0 0 0 0,0 1 0 0 0,0-1 0 0 0,0 0 0 0 0,0 0 0 0 0,0 0 0 0 0,0-1 0 0 0,0 1 0 0 0,0-1 0 0 0,4-1-1 0 0,62-24 811 0 0,-49 17-438 0 0,12-6 36 0 0,0 0-1 0 0,51-34 1 0 0,-69 40-490 0 0,-1-1 0 0 0,0-1 0 0 0,-1 0 0 0 0,0 0 0 0 0,0-1 1 0 0,-1-1-1 0 0,-1 0 0 0 0,9-14 0 0 0,-17 26-212 0 0,-1-1 1 0 0,0 0-1 0 0,1 0 0 0 0,-1 0 0 0 0,0 0 1 0 0,0 0-1 0 0,0 0 0 0 0,-1 0 1 0 0,1 0-1 0 0,0 0 0 0 0,-1 0 1 0 0,1 0-1 0 0,-1-1 0 0 0,0 1 1 0 0,0 0-1 0 0,0 0 0 0 0,0 0 1 0 0,0-1-1 0 0,0 1 0 0 0,-1 0 1 0 0,1 0-1 0 0,-1 0 0 0 0,1 0 1 0 0,-1-1-1 0 0,0 1 0 0 0,0 0 1 0 0,0 0-1 0 0,0 0 0 0 0,0 1 1 0 0,0-1-1 0 0,-1 0 0 0 0,-1-2 1 0 0,0 2-20 0 0,-1 0 0 0 0,0 0 1 0 0,1 0-1 0 0,-1 1 1 0 0,0-1-1 0 0,0 1 0 0 0,0 0 1 0 0,0 0-1 0 0,0 0 1 0 0,0 1-1 0 0,0-1 1 0 0,0 1-1 0 0,0 0 0 0 0,0 0 1 0 0,0 1-1 0 0,-6 0 1 0 0,-1 0-114 0 0,0 1 0 0 0,0 0 1 0 0,0 1-1 0 0,0 0 0 0 0,0 0 1 0 0,1 1-1 0 0,-1 1 0 0 0,1-1 1 0 0,0 2-1 0 0,-14 9 1 0 0,22-13 31 0 0,0 0 1 0 0,0 0 0 0 0,1 0 0 0 0,-1 0 0 0 0,1 1 0 0 0,0-1 0 0 0,-1 0 0 0 0,1 1 0 0 0,0-1 0 0 0,0 1 0 0 0,1-1 0 0 0,-1 1 0 0 0,0 0 0 0 0,1-1 0 0 0,-1 5 0 0 0,2 47-447 0 0,-1-8 232 0 0,-6-17 162 0 0,-1 0 1 0 0,-17 39-1 0 0,15-42 23 0 0,0-1-1 0 0,-10 53 1 0 0,19-76 97 0 0,0 0-1 0 0,0 0 1 0 0,1 1-1 0 0,-1-1 1 0 0,0 0-1 0 0,1 0 1 0 0,-1 0 0 0 0,1 0-1 0 0,0 1 1 0 0,0-1-1 0 0,0 0 1 0 0,0 0-1 0 0,0-1 1 0 0,0 1 0 0 0,1 0-1 0 0,-1 0 1 0 0,0 0-1 0 0,1-1 1 0 0,0 1-1 0 0,-1-1 1 0 0,1 1 0 0 0,0-1-1 0 0,0 0 1 0 0,0 0-1 0 0,0 0 1 0 0,0 0-1 0 0,0 0 1 0 0,0 0 0 0 0,0 0-1 0 0,0 0 1 0 0,0-1-1 0 0,0 1 1 0 0,4-1-1 0 0,6 3-96 0 0,-1-1-1 0 0,1-1 1 0 0,-1 0-1 0 0,23-1 0 0 0,-13-3-1058 0 0,1 0-1 0 0,-1-1 0 0 0,0-1 1 0 0,22-8-1 0 0,-19 3-1130 0 0</inkml:trace>
</inkml:ink>
</file>

<file path=ppt/ink/ink8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7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1 314 256 0 0,'13'-47'5481'0'0,"-13"45"-4512"0"0,2-9 392 0 0,-2 10-1341 0 0,0 1 0 0 0,0 0-1 0 0,0 0 1 0 0,0-1 0 0 0,0 1-1 0 0,0 0 1 0 0,0 0 0 0 0,1-1-1 0 0,-1 1 1 0 0,0 0 0 0 0,0 0-1 0 0,0 0 1 0 0,0-1 0 0 0,0 1-1 0 0,0 0 1 0 0,1 0 0 0 0,-1 0-1 0 0,0-1 1 0 0,0 1 0 0 0,0 0-1 0 0,1 0 1 0 0,-1 0 0 0 0,0 0-1 0 0,0 0 1 0 0,0 0 0 0 0,1-1-1 0 0,-1 1 1 0 0,0 0 0 0 0,0 0 0 0 0,1 0-1 0 0,-1 0 1 0 0,0 0 0 0 0,0 0-1 0 0,1 0 1 0 0,-1 0 0 0 0,0 0-1 0 0,0 0 1 0 0,1 0 0 0 0,-1 0-1 0 0,0 0 1 0 0,0 0 0 0 0,1 0-1 0 0,-1 1 1 0 0,0-1 0 0 0,0 0-1 0 0,0 0 1 0 0,1 0 0 0 0,-1 0-1 0 0,0 0 1 0 0,0 0 0 0 0,0 1-1 0 0,1-1 1 0 0,-1 0 0 0 0,0 0-1 0 0,0 0 1 0 0,0 0 0 0 0,0 1-1 0 0,1-1 1 0 0,3 7 73 0 0,0 1 0 0 0,0 0 0 0 0,-1-1 0 0 0,0 1 0 0 0,2 9 0 0 0,18 38 380 0 0,-23-54-462 0 0,1 0-1 0 0,-1 0 1 0 0,1 0-1 0 0,-1 0 1 0 0,1 0 0 0 0,0-1-1 0 0,-1 1 1 0 0,1 0 0 0 0,0 0-1 0 0,0 0 1 0 0,-1-1-1 0 0,1 1 1 0 0,0 0 0 0 0,0-1-1 0 0,0 1 1 0 0,0-1 0 0 0,0 1-1 0 0,0-1 1 0 0,0 1-1 0 0,0-1 1 0 0,0 0 0 0 0,0 1-1 0 0,0-1 1 0 0,0 0 0 0 0,0 0-1 0 0,1 0 1 0 0,-1 0 0 0 0,0 0-1 0 0,0 0 1 0 0,0 0-1 0 0,2-1 1 0 0,0 0-18 0 0,0-1 0 0 0,0 0 0 0 0,0 0 0 0 0,-1 0 0 0 0,1 0 0 0 0,-1 0 0 0 0,1-1 1 0 0,-1 1-1 0 0,4-6 0 0 0,3-3-80 0 0,-3 3-1 0 0,0 0 1 0 0,1 0 0 0 0,0 1-1 0 0,1 0 1 0 0,13-11-1 0 0,-18 16 59 0 0,0 1-1 0 0,1-1 0 0 0,-1 1 1 0 0,0 0-1 0 0,1 0 1 0 0,-1 0-1 0 0,1 0 1 0 0,-1 1-1 0 0,0-1 0 0 0,1 1 1 0 0,0 0-1 0 0,-1 0 1 0 0,1 0-1 0 0,-1 0 0 0 0,1 1 1 0 0,-1 0-1 0 0,0-1 1 0 0,1 1-1 0 0,-1 0 0 0 0,5 3 1 0 0,7 2-128 0 0,1 0 0 0 0,-1-1 1 0 0,1-1-1 0 0,0 0 0 0 0,31 3 0 0 0,-43-7 164 0 0,0 0 1 0 0,-1 0-1 0 0,1-1 0 0 0,0 1 0 0 0,-1-1 0 0 0,1 0 0 0 0,-1 0 0 0 0,1 0 0 0 0,-1 0 0 0 0,1-1 0 0 0,-1 1 1 0 0,0-1-1 0 0,1 0 0 0 0,-1 0 0 0 0,0 0 0 0 0,0 0 0 0 0,-1-1 0 0 0,1 1 0 0 0,0-1 0 0 0,-1 0 1 0 0,0 1-1 0 0,1-1 0 0 0,-1 0 0 0 0,0-1 0 0 0,0 1 0 0 0,-1 0 0 0 0,1 0 0 0 0,-1-1 0 0 0,0 1 0 0 0,0-1 1 0 0,0 0-1 0 0,1-5 0 0 0,2-9 225 0 0,-1-1 1 0 0,0 0 0 0 0,-1-1 0 0 0,-1 1-1 0 0,-1 0 1 0 0,-1 0 0 0 0,-1 0-1 0 0,0-1 1 0 0,-8-27 0 0 0,10 46-208 0 0,-1 0 0 0 0,1 0 1 0 0,0 0-1 0 0,0 0 0 0 0,0 0 1 0 0,-1 1-1 0 0,1-1 0 0 0,-1 0 0 0 0,1 0 1 0 0,-1 0-1 0 0,1 0 0 0 0,-1 0 1 0 0,1 1-1 0 0,-1-1 0 0 0,0 0 1 0 0,1 0-1 0 0,-1 1 0 0 0,0-1 0 0 0,1 0 1 0 0,-2 0-1 0 0,1 1-16 0 0,0 0 1 0 0,1 1-1 0 0,-1-1 1 0 0,1 0-1 0 0,-1 0 0 0 0,1 1 1 0 0,-1-1-1 0 0,1 0 1 0 0,0 1-1 0 0,-1-1 0 0 0,1 1 1 0 0,-1-1-1 0 0,1 0 1 0 0,0 1-1 0 0,-1-1 0 0 0,1 1 1 0 0,0-1-1 0 0,-1 1 1 0 0,1-1-1 0 0,0 1 0 0 0,0-1 1 0 0,-1 1-1 0 0,1-1 1 0 0,0 2-1 0 0,-2 2 5 0 0,1 1 1 0 0,0 0-1 0 0,0-1 0 0 0,0 1 1 0 0,1 0-1 0 0,-1 0 0 0 0,1 0 1 0 0,1 6-1 0 0,4 6-14 0 0,1 0 0 0 0,0 0-1 0 0,1-1 1 0 0,1 0 0 0 0,0 0 0 0 0,2-1 0 0 0,-1 0-1 0 0,2-1 1 0 0,19 22 0 0 0,31 45-485 0 0,-60-80 464 0 0,0 1 0 0 0,0-1 0 0 0,0 1 0 0 0,0 0 0 0 0,-1-1 0 0 0,1 1 1 0 0,0 0-1 0 0,-1 0 0 0 0,1-1 0 0 0,-1 1 0 0 0,1 0 0 0 0,-1 0 0 0 0,0 0 0 0 0,0 0 0 0 0,0 3 1 0 0,0-4 19 0 0,-1 0 0 0 0,1 0 0 0 0,-1 0 0 0 0,1-1 0 0 0,0 1 0 0 0,-1 0 0 0 0,1 0 0 0 0,-1-1 0 0 0,0 1 0 0 0,1 0-1 0 0,-1-1 1 0 0,0 1 0 0 0,1 0 0 0 0,-1-1 0 0 0,0 1 0 0 0,0-1 0 0 0,1 1 0 0 0,-1-1 0 0 0,0 0 0 0 0,0 1 0 0 0,0-1 0 0 0,-1 1 0 0 0,-3 0 27 0 0,1-1 1 0 0,0 1-1 0 0,-1-1 0 0 0,1 0 0 0 0,0 0 0 0 0,-1-1 0 0 0,1 1 0 0 0,-1-1 0 0 0,1 0 0 0 0,0 0 0 0 0,0 0 0 0 0,-5-3 0 0 0,3 2-193 0 0,-1-1-1 0 0,0 0 1 0 0,1-1 0 0 0,-1 0-1 0 0,1 0 1 0 0,-9-8 0 0 0,15 11-134 0 0,0-1 1 0 0,1 1-1 0 0,-1-1 1 0 0,0 1-1 0 0,0-1 1 0 0,1 1-1 0 0,-1-1 1 0 0,1 1 0 0 0,-1-1-1 0 0,1 1 1 0 0,0-1-1 0 0,-1 1 1 0 0,1 0-1 0 0,0-1 1 0 0,0 1-1 0 0,0 0 1 0 0,0 0 0 0 0,1-2-1 0 0,8-3-2246 0 0</inkml:trace>
</inkml:ink>
</file>

<file path=ppt/ink/ink8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7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0 134 424 0 0,'14'-1'506'0'0,"0"0"0"0"0,-1-2 0 0 0,1 0 0 0 0,-1 0 0 0 0,1-1 0 0 0,-1-1 0 0 0,0 0 0 0 0,-1-1 0 0 0,1 0 0 0 0,-1-1 0 0 0,15-11 0 0 0,-25 16-382 0 0,0 0 0 0 0,0 0-1 0 0,0 0 1 0 0,0-1 0 0 0,-1 1 0 0 0,1 0 0 0 0,-1-1 0 0 0,1 1-1 0 0,-1-1 1 0 0,0 1 0 0 0,0-1 0 0 0,0 0 0 0 0,-1 1 0 0 0,1-4-1 0 0,0 3 129 0 0,-2 2-195 0 0,0-1-1 0 0,0 0 0 0 0,0 0 0 0 0,0 0 0 0 0,0 0 1 0 0,0 1-1 0 0,0-1 0 0 0,0 1 0 0 0,-1-1 0 0 0,1 1 0 0 0,-1-1 1 0 0,1 1-1 0 0,-1 0 0 0 0,0-1 0 0 0,1 1 0 0 0,-1 0 1 0 0,0 0-1 0 0,-3-1 0 0 0,0 2 19 0 0,0-1 1 0 0,0 2-1 0 0,0-1 1 0 0,0 1-1 0 0,1-1 1 0 0,-1 1-1 0 0,-9 3 1 0 0,13-3-69 0 0,0-1 0 0 0,0 0 0 0 0,0 1 0 0 0,0-1 1 0 0,0 1-1 0 0,0-1 0 0 0,0 1 0 0 0,0 0 0 0 0,0-1 1 0 0,0 1-1 0 0,1 0 0 0 0,-1 0 0 0 0,0 0 0 0 0,0-1 1 0 0,1 1-1 0 0,-1 0 0 0 0,0 0 0 0 0,1 0 0 0 0,-1 0 1 0 0,1 0-1 0 0,-1 0 0 0 0,1 0 0 0 0,0 0 0 0 0,0 1 0 0 0,-1-1 1 0 0,1 0-1 0 0,0 0 0 0 0,0 0 0 0 0,0 0 0 0 0,0 0 1 0 0,0 0-1 0 0,0 1 0 0 0,0-1 0 0 0,0 0 0 0 0,1 0 1 0 0,-1 0-1 0 0,0 0 0 0 0,1 0 0 0 0,-1 0 0 0 0,1 0 1 0 0,-1 0-1 0 0,1 0 0 0 0,-1 0 0 0 0,2 2 0 0 0,1 1-86 0 0,0 1 0 0 0,0-1-1 0 0,1 0 1 0 0,-1 0 0 0 0,1 0-1 0 0,0-1 1 0 0,0 1 0 0 0,0-1-1 0 0,0 0 1 0 0,1 0 0 0 0,-1 0-1 0 0,1 0 1 0 0,0-1 0 0 0,6 2-1 0 0,1 0-840 0 0,0-1 0 0 0,1 0-1 0 0,-1-1 1 0 0,1 0 0 0 0,15-1-1 0 0,-2-1-1267 0 0</inkml:trace>
</inkml:ink>
</file>

<file path=ppt/ink/ink8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8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134 400 216 0 0,'0'0'3153'0'0,"-3"-3"-2600"0"0,0 1-369 0 0,-1 1-1 0 0,1-1 1 0 0,-1 1 0 0 0,1 0 0 0 0,-1 0 0 0 0,1 0 0 0 0,-1 0 0 0 0,0 0 0 0 0,0 1-1 0 0,1 0 1 0 0,-1 0 0 0 0,0 0 0 0 0,0 0 0 0 0,1 0 0 0 0,-1 1 0 0 0,0 0 0 0 0,-6 2-1 0 0,6-3-93 0 0,1 1-1 0 0,0 0 0 0 0,0 0 1 0 0,0 1-1 0 0,-1-1 0 0 0,1 0 1 0 0,1 1-1 0 0,-1 0 0 0 0,0 0 0 0 0,0 0 1 0 0,1 0-1 0 0,-1 0 0 0 0,1 0 1 0 0,-1 1-1 0 0,1-1 0 0 0,0 1 1 0 0,0 0-1 0 0,0 0 0 0 0,0-1 1 0 0,-1 6-1 0 0,2-7-71 0 0,1 0 0 0 0,0 0 0 0 0,0 1 0 0 0,0-1-1 0 0,0 0 1 0 0,0 0 0 0 0,0 0 0 0 0,0 1 0 0 0,0-1 0 0 0,0 0 0 0 0,0 0 0 0 0,1 0 0 0 0,-1 0 0 0 0,0 0 0 0 0,1 1 0 0 0,-1-1 0 0 0,1 0 0 0 0,-1 0 0 0 0,1 0-1 0 0,0 0 1 0 0,-1 0 0 0 0,1 0 0 0 0,1 1 0 0 0,29 15-90 0 0,-21-15-39 0 0,-1 1-1 0 0,1-2 0 0 0,-1 1 1 0 0,1-1-1 0 0,10 0 0 0 0,-8-2 73 0 0,1-1 0 0 0,-1 0-1 0 0,1 0 1 0 0,-1-1-1 0 0,0 0 1 0 0,0-1-1 0 0,0-1 1 0 0,-1 0-1 0 0,1-1 1 0 0,-1 0-1 0 0,0 0 1 0 0,-1-1-1 0 0,0-1 1 0 0,0 0-1 0 0,0 0 1 0 0,-1-1-1 0 0,0 0 1 0 0,-1 0 0 0 0,0-1-1 0 0,-1 0 1 0 0,0-1-1 0 0,0 0 1 0 0,-1 0-1 0 0,0 0 1 0 0,-1-1-1 0 0,-1 1 1 0 0,0-1-1 0 0,0 0 1 0 0,2-15-1 0 0,-2 9 455 0 0,0-1 0 0 0,-2 0-1 0 0,0 0 1 0 0,-1 0-1 0 0,-1-1 1 0 0,-1 1 0 0 0,0 0-1 0 0,-1 0 1 0 0,-2 0-1 0 0,0 0 1 0 0,-7-20-1 0 0,10 37 183 0 0,-12 15-334 0 0,11-12-252 0 0,1-1-1 0 0,0 1 0 0 0,0 0 1 0 0,-1 0-1 0 0,1 0 0 0 0,0 0 0 0 0,0 0 1 0 0,0 0-1 0 0,0 0 0 0 0,0 0 0 0 0,0 1 1 0 0,0-1-1 0 0,0 0 0 0 0,0 2 1 0 0,-7 19 86 0 0,1 1 0 0 0,0 0 0 0 0,2 0 0 0 0,1 0 0 0 0,1 0 0 0 0,1 1 0 0 0,2 39 1 0 0,2-13-1906 0 0,3-1 0 0 0,17 77-1 0 0,-17-107-1579 0 0,2-2 255 0 0</inkml:trace>
</inkml:ink>
</file>

<file path=ppt/ink/ink8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8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20 523 712 0 0,'-19'-21'11954'0'0,"21"23"-11933"0"0,0-1 0 0 0,0 0 0 0 0,0 1 0 0 0,0-1 0 0 0,0 0 0 0 0,0 0 0 0 0,0 0-1 0 0,0 0 1 0 0,1-1 0 0 0,-1 1 0 0 0,0 0 0 0 0,1-1 0 0 0,-1 0 0 0 0,0 1 0 0 0,1-1-1 0 0,-1 0 1 0 0,0 0 0 0 0,1-1 0 0 0,-1 1 0 0 0,0 0 0 0 0,1-1 0 0 0,-1 1 0 0 0,0-1-1 0 0,1 0 1 0 0,-1 0 0 0 0,0 0 0 0 0,0 0 0 0 0,0 0 0 0 0,0 0 0 0 0,0-1-1 0 0,0 1 1 0 0,2-2 0 0 0,7-8 20 0 0,1-1-1 0 0,-1 1 0 0 0,-1-2 0 0 0,0 0 1 0 0,-1 0-1 0 0,0 0 0 0 0,-1-1 1 0 0,-1 0-1 0 0,0-1 0 0 0,-1 0 1 0 0,0 0-1 0 0,3-16 0 0 0,-4 12-20 0 0,-1 0-1 0 0,0 0 0 0 0,-2-1 0 0 0,0 1 1 0 0,-1-1-1 0 0,-1 1 0 0 0,-1-1 0 0 0,-1 1 1 0 0,-6-29-1 0 0,8 43-20 0 0,-1 0 1 0 0,0 1-1 0 0,-1-1 0 0 0,1 0 1 0 0,-1 1-1 0 0,0-1 0 0 0,0 1 1 0 0,-1 0-1 0 0,1 0 1 0 0,-1 0-1 0 0,0 0 0 0 0,0 0 1 0 0,0 0-1 0 0,0 1 0 0 0,-1-1 1 0 0,0 1-1 0 0,1 0 0 0 0,-1 0 1 0 0,0 1-1 0 0,-1-1 1 0 0,-5-2-1 0 0,9 4-2 0 0,0 1-1 0 0,0 0 1 0 0,0 0-1 0 0,0-1 1 0 0,0 1 0 0 0,0 0-1 0 0,0 0 1 0 0,0 0-1 0 0,0 0 1 0 0,0 0 0 0 0,0 0-1 0 0,0 1 1 0 0,0-1 0 0 0,0 0-1 0 0,0 0 1 0 0,0 1-1 0 0,0-1 1 0 0,1 1 0 0 0,-1-1-1 0 0,0 0 1 0 0,0 1-1 0 0,0 0 1 0 0,0-1 0 0 0,1 1-1 0 0,-1-1 1 0 0,0 1-1 0 0,0 0 1 0 0,1 0 0 0 0,-1 0-1 0 0,1-1 1 0 0,-1 1 0 0 0,0 0-1 0 0,1 0 1 0 0,0 0-1 0 0,-1 0 1 0 0,1 0 0 0 0,0 0-1 0 0,-1 0 1 0 0,1 0-1 0 0,0 0 1 0 0,0 0 0 0 0,0 0-1 0 0,0 0 1 0 0,0 0 0 0 0,0 0-1 0 0,0 0 1 0 0,0 1-1 0 0,0 3-1 0 0,0 0 0 0 0,0 1 1 0 0,0-1-1 0 0,1 0 0 0 0,0 0 0 0 0,0 0 0 0 0,2 7 0 0 0,3-1 5 0 0,0 0 0 0 0,1 0 1 0 0,0-1-1 0 0,1 1 0 0 0,0-2 0 0 0,0 1 0 0 0,1-1 1 0 0,11 8-1 0 0,89 64 28 0 0,-56-45-47 0 0,-44-30 15 0 0,9 6-26 0 0,0 0 1 0 0,-1 1-1 0 0,-1 1 0 0 0,0 1 0 0 0,-1 0 1 0 0,0 1-1 0 0,-2 1 0 0 0,20 29 0 0 0,-32-45 54 0 0,-1 0 1 0 0,1 0-1 0 0,-1 0 0 0 0,0 0 0 0 0,0 0 1 0 0,0 0-1 0 0,1 0 0 0 0,-1 0 0 0 0,0 0 1 0 0,0 0-1 0 0,0 0 0 0 0,-1 1 0 0 0,1-1 0 0 0,0 0 1 0 0,0 0-1 0 0,0 0 0 0 0,-1 0 0 0 0,1 0 1 0 0,0-1-1 0 0,-1 1 0 0 0,1 0 0 0 0,-1 0 0 0 0,0 0 1 0 0,1 0-1 0 0,-1 0 0 0 0,1 0 0 0 0,-1-1 1 0 0,0 1-1 0 0,0 0 0 0 0,0-1 0 0 0,1 1 1 0 0,-1 0-1 0 0,-1 0 0 0 0,-17 8-1294 0 0,-1-6-5976 0 0,8-3 3927 0 0</inkml:trace>
</inkml:ink>
</file>

<file path=ppt/ink/ink8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9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1 129 472 0 0,'4'-28'3822'0'0,"-1"0"0"0"0,-2-30 0 0 0,0 57-4038 0 0,-1 0 0 0 0,0 0 1 0 0,0 1-1 0 0,0-1 0 0 0,1 0 1 0 0,-1 1-1 0 0,0-1 0 0 0,1 0 0 0 0,-1 1 1 0 0,0-1-1 0 0,1 1 0 0 0,-1-1 1 0 0,1 1-1 0 0,-1-1 0 0 0,1 1 0 0 0,-1-1 1 0 0,1 1-1 0 0,-1-1 0 0 0,1 1 1 0 0,0-1-1 0 0,-1 1 0 0 0,1 0 1 0 0,0 0-1 0 0,-1-1 0 0 0,1 1 0 0 0,0 0 1 0 0,-1 0-1 0 0,1 0 0 0 0,0-1 1 0 0,-1 1-1 0 0,1 0 0 0 0,0 0 0 0 0,1 0 1 0 0</inkml:trace>
</inkml:ink>
</file>

<file path=ppt/ink/ink8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29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1 256 0 0,'3'2'374'0'0,"1"0"0"0"0,0 0 0 0 0,0 0 0 0 0,0 0 0 0 0,0-1 0 0 0,0 0 1 0 0,0 0-1 0 0,0 0 0 0 0,7 1 0 0 0,11 2 1754 0 0,-19-3-1813 0 0,-1-1 1 0 0,0 0-1 0 0,1 0 0 0 0,-1 0 0 0 0,0 0 1 0 0,1 0-1 0 0,-1 0 0 0 0,0-1 0 0 0,1 1 1 0 0,2-2-1 0 0,-4 2-253 0 0,0-1 0 0 0,-1 1 0 0 0,1-1 0 0 0,0 1 0 0 0,0 0 0 0 0,-1 0 0 0 0,1-1 0 0 0,0 1 0 0 0,0 0 0 0 0,-1 0 1 0 0,1 0-1 0 0,0 0 0 0 0,0 0 0 0 0,-1 0 0 0 0,1 0 0 0 0,0 0 0 0 0,0 0 0 0 0,0 0 0 0 0,-1 0 0 0 0,1 1 0 0 0,0-1 0 0 0,0 0 0 0 0,-1 1 0 0 0,1-1 0 0 0,0 0 0 0 0,-1 1 0 0 0,1-1 0 0 0,0 1 1 0 0,-1-1-1 0 0,1 1 0 0 0,-1-1 0 0 0,1 1 0 0 0,-1-1 0 0 0,1 1 0 0 0,-1 0 0 0 0,1-1 0 0 0,-1 1 0 0 0,1 0 0 0 0,-1-1 0 0 0,0 1 0 0 0,0 0 0 0 0,1 0 0 0 0,-1-1 0 0 0,0 1 0 0 0,0 0 0 0 0,0 0 1 0 0,0-1-1 0 0,0 1 0 0 0,1 0 0 0 0,-2 0 0 0 0,1 0 0 0 0,2 16 98 0 0,-1 0 0 0 0,0 0-1 0 0,-2 0 1 0 0,0 0 0 0 0,-1 0 0 0 0,0 0 0 0 0,-2-1-1 0 0,-8 27 1 0 0,-7 14 124 0 0,-27 54 0 0 0,-96 186-786 0 0,31-112-8002 0 0,88-152 5232 0 0</inkml:trace>
</inkml:ink>
</file>

<file path=ppt/ink/ink8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2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0 841 416 0 0,'31'-29'8984'0'0,"103"-101"-7033"0"0,-103 96-1649 0 0,-1-1 0 0 0,-2-1 0 0 0,-1-2 0 0 0,-3-1 0 0 0,-1 0 0 0 0,-1-2 0 0 0,-3-1 0 0 0,-1 0 0 0 0,-2-1 0 0 0,11-50 0 0 0,-18-12 201 0 0,-9 105-504 0 0,0-1 0 0 0,0 0 0 0 0,0 1 0 0 0,0-1 0 0 0,0 0 0 0 0,0 1 0 0 0,0-1 0 0 0,0 1 0 0 0,-1-1 0 0 0,1 0 0 0 0,0 1 0 0 0,0-1 0 0 0,-1 1 0 0 0,1-1 0 0 0,0 1 0 0 0,-1-1 0 0 0,1 1 0 0 0,0-1 0 0 0,-1 1 0 0 0,1-1 0 0 0,-1 1 0 0 0,1 0 0 0 0,-1-1 0 0 0,1 1 0 0 0,-1-1 0 0 0,1 1 0 0 0,-1 0 0 0 0,1 0 0 0 0,-1-1 0 0 0,0 1 0 0 0,1 0 0 0 0,-1 0 1 0 0,1 0-1 0 0,-1 0 0 0 0,0-1 0 0 0,1 1 0 0 0,-1 0 0 0 0,0 0 0 0 0,1 0 0 0 0,-1 0 0 0 0,1 1 0 0 0,-1-1 0 0 0,0 0 0 0 0,1 0 0 0 0,-1 0 0 0 0,1 0 0 0 0,-1 1 0 0 0,0-1 0 0 0,0 1 0 0 0,-28 10-45 0 0,25-7 17 0 0,0-1 0 0 0,0 1 0 0 0,0 0 1 0 0,1 0-1 0 0,0 0 0 0 0,-1 0 0 0 0,1 1 0 0 0,1-1 0 0 0,-1 1 0 0 0,1 0 0 0 0,0-1 0 0 0,0 1 0 0 0,0 0 0 0 0,1 1 0 0 0,-1-1 0 0 0,1 0 0 0 0,0 0 0 0 0,1 1 0 0 0,-1-1 0 0 0,1 0 0 0 0,0 0 0 0 0,1 1 0 0 0,-1-1 0 0 0,1 0 0 0 0,0 1 0 0 0,0-1 0 0 0,1 0 0 0 0,0 0 0 0 0,0 0 1 0 0,2 5-1 0 0,1 2-16 0 0,1-1 1 0 0,0 1-1 0 0,0-1 1 0 0,2 0-1 0 0,-1-1 1 0 0,1 0-1 0 0,0 0 1 0 0,1 0-1 0 0,0-1 1 0 0,1-1-1 0 0,15 11 1 0 0,-2-4-147 0 0,0-1 0 0 0,44 18 0 0 0,-54-27 62 0 0,0-1 1 0 0,1 0-1 0 0,-1-1 1 0 0,1-1 0 0 0,0 0-1 0 0,0-1 1 0 0,20-1 0 0 0,-14-1 4 0 0,0 0 1 0 0,0-2-1 0 0,0-1 0 0 0,0 0 1 0 0,-1-1-1 0 0,1-1 1 0 0,-1-1-1 0 0,-1-1 0 0 0,1 0 1 0 0,29-19-1 0 0,-42 21 130 0 0,1 0-1 0 0,-1 0 1 0 0,0-1-1 0 0,-1 0 1 0 0,1 0-1 0 0,-1 0 0 0 0,-1 0 1 0 0,1-1-1 0 0,-1 0 1 0 0,-1 0-1 0 0,5-12 1 0 0,-1 3 299 0 0,-6 16-192 0 0,-13-30 339 0 0,12 30-447 0 0,-1 0 1 0 0,0 1 0 0 0,0-1-1 0 0,1 0 1 0 0,-1 1 0 0 0,0-1-1 0 0,0 1 1 0 0,0-1 0 0 0,0 1-1 0 0,0-1 1 0 0,1 1-1 0 0,-1 0 1 0 0,0-1 0 0 0,0 1-1 0 0,0 0 1 0 0,0 0 0 0 0,0 0-1 0 0,0 0 1 0 0,0 0 0 0 0,0 0-1 0 0,0 0 1 0 0,0 0-1 0 0,0 0 1 0 0,0 0 0 0 0,0 1-1 0 0,0-1 1 0 0,0 0 0 0 0,0 1-1 0 0,0-1 1 0 0,0 0 0 0 0,0 1-1 0 0,0-1 1 0 0,1 1 0 0 0,-1 0-1 0 0,0-1 1 0 0,0 1-1 0 0,0 0 1 0 0,-1 1-4 0 0,0-1 0 0 0,0 1 0 0 0,1 0 0 0 0,-1 0 0 0 0,0 0 0 0 0,1 0 0 0 0,-1 0 1 0 0,1 0-1 0 0,0 0 0 0 0,0 0 0 0 0,0 0 0 0 0,0 0 0 0 0,0 1 0 0 0,0-1 0 0 0,1 0 0 0 0,-1 1 0 0 0,1-1 0 0 0,-1 4 0 0 0,1 0 2 0 0,0-1 0 0 0,0 0 0 0 0,1 0 0 0 0,0 0 0 0 0,0 1 0 0 0,0-1 0 0 0,0 0 0 0 0,1 0 0 0 0,0 0 0 0 0,0-1 0 0 0,0 1-1 0 0,0 0 1 0 0,1-1 0 0 0,6 9 0 0 0,-6-10-2 0 0,1 0 0 0 0,-1 0 1 0 0,1 0-1 0 0,0-1 0 0 0,0 1 0 0 0,0-1 0 0 0,0 0 0 0 0,0 0 0 0 0,0-1 0 0 0,1 1 0 0 0,-1-1 0 0 0,1 0 0 0 0,-1 0 0 0 0,1 0 0 0 0,-1-1 1 0 0,1 0-1 0 0,-1 1 0 0 0,8-2 0 0 0,20-3-130 0 0,0-1 1 0 0,0-2 0 0 0,0-1 0 0 0,-1-1-1 0 0,53-24 1 0 0,-44 16-76 0 0,1 2 0 0 0,60-13-1 0 0,-97 27 184 0 0,0 1 1 0 0,0-1-1 0 0,0 1 0 0 0,0-1 0 0 0,0 1 0 0 0,-1 0 0 0 0,1 0 0 0 0,0 1 1 0 0,0-1-1 0 0,0 1 0 0 0,0 0 0 0 0,0 0 0 0 0,0 0 0 0 0,-1 1 0 0 0,1-1 1 0 0,-1 1-1 0 0,1 0 0 0 0,-1 0 0 0 0,5 3 0 0 0,-6-3 9 0 0,0 1 1 0 0,-1-1-1 0 0,1 1 0 0 0,-1-1 0 0 0,1 1 0 0 0,-1 0 1 0 0,0-1-1 0 0,0 1 0 0 0,0 0 0 0 0,0 0 1 0 0,0 0-1 0 0,-1 0 0 0 0,1 0 0 0 0,-1 0 0 0 0,0 0 1 0 0,0 0-1 0 0,0 0 0 0 0,-1 0 0 0 0,1 0 1 0 0,0 0-1 0 0,-1 0 0 0 0,0 0 0 0 0,0 0 0 0 0,0-1 1 0 0,-2 5-1 0 0,2-5 0 0 0,1-1 0 0 0,-1 0 1 0 0,0 1-1 0 0,1-1 0 0 0,-1 0 0 0 0,1 1 0 0 0,0-1 1 0 0,-1 1-1 0 0,1-1 0 0 0,0 0 0 0 0,0 1 0 0 0,0-1 1 0 0,0 1-1 0 0,0-1 0 0 0,0 1 0 0 0,0-1 0 0 0,1 1 1 0 0,-1-1-1 0 0,1 2 0 0 0,0-3 6 0 0,0 1 0 0 0,-1-1 0 0 0,1 0 1 0 0,0 0-1 0 0,0 1 0 0 0,-1-1 0 0 0,1 0 0 0 0,0 0 0 0 0,0 0 0 0 0,0 0 0 0 0,-1 0 1 0 0,1 0-1 0 0,0 0 0 0 0,0 0 0 0 0,0-1 0 0 0,-1 1 0 0 0,1 0 0 0 0,0 0 0 0 0,0-1 0 0 0,-1 1 1 0 0,1 0-1 0 0,0-1 0 0 0,-1 1 0 0 0,2-1 0 0 0,57-42-123 0 0,-49 34 85 0 0,38-30 264 0 0,-2-2-1 0 0,-2-2 1 0 0,40-51-1 0 0,-84 94-203 0 0,0 0-1 0 0,0-1 0 0 0,0 1 1 0 0,0 0-1 0 0,1-1 0 0 0,-1 1 1 0 0,0 0-1 0 0,0-1 0 0 0,0 1 1 0 0,1 0-1 0 0,-1 0 0 0 0,0-1 1 0 0,0 1-1 0 0,1 0 0 0 0,-1 0 1 0 0,0-1-1 0 0,0 1 0 0 0,1 0 1 0 0,-1 0-1 0 0,0 0 0 0 0,1 0 1 0 0,-1 0-1 0 0,0-1 0 0 0,1 1 1 0 0,-1 0-1 0 0,0 0 0 0 0,1 0 1 0 0,-1 0-1 0 0,0 0 0 0 0,1 0 1 0 0,-1 0-1 0 0,0 0 0 0 0,1 0 1 0 0,-1 0-1 0 0,1 0 0 0 0,-1 0 1 0 0,0 0-1 0 0,1 1 0 0 0,-1-1 1 0 0,0 0-1 0 0,1 0 0 0 0,-1 0 1 0 0,0 0-1 0 0,0 1 0 0 0,1-1 1 0 0,-1 0-1 0 0,0 0 0 0 0,0 1 1 0 0,1-1-1 0 0,-1 0 0 0 0,1 1 1 0 0,6 27 218 0 0,-4 41-211 0 0,-3-66 25 0 0,-1 140 161 0 0,6 265 344 0 0,2-332 1927 0 0,-9-84-2219 0 0,-2-28-65 0 0,2 0-1 0 0,1-1 0 0 0,2 1 0 0 0,2-1 1 0 0,9-47-1 0 0,0 25-119 0 0,3 0 1 0 0,32-85 0 0 0,-33 110-62 0 0,1 0 1 0 0,2 1 0 0 0,35-52 0 0 0,-45 75-18 0 0,1-1-1 0 0,0 1 1 0 0,1 0 0 0 0,0 1-1 0 0,0 0 1 0 0,1 0 0 0 0,0 1-1 0 0,0 1 1 0 0,1-1 0 0 0,0 2-1 0 0,1-1 1 0 0,0 2 0 0 0,22-9-1 0 0,-30 13-7 0 0,-1 1 0 0 0,1-1 0 0 0,0 1 0 0 0,-1 0 0 0 0,1 0 0 0 0,0 0 0 0 0,-1 0-1 0 0,1 1 1 0 0,0 0 0 0 0,-1-1 0 0 0,1 1 0 0 0,-1 0 0 0 0,1 1 0 0 0,-1-1 0 0 0,1 1 0 0 0,-1-1 0 0 0,0 1 0 0 0,0 0-1 0 0,6 5 1 0 0,-8-6 8 0 0,1 1-1 0 0,0 0 0 0 0,0 0 0 0 0,0 0 0 0 0,-1 1 0 0 0,1-1 1 0 0,-1 0-1 0 0,0 0 0 0 0,0 1 0 0 0,0-1 0 0 0,0 1 1 0 0,0-1-1 0 0,0 1 0 0 0,-1-1 0 0 0,1 1 0 0 0,-1 0 0 0 0,0-1 1 0 0,1 1-1 0 0,-1-1 0 0 0,0 1 0 0 0,-1 0 0 0 0,1-1 0 0 0,0 1 1 0 0,-1 0-1 0 0,0-1 0 0 0,1 1 0 0 0,-1-1 0 0 0,-2 5 0 0 0,-4 5-11 0 0,0 1 0 0 0,-1-1 0 0 0,-1 0 0 0 0,0-1-1 0 0,0 0 1 0 0,-1 0 0 0 0,-1-1 0 0 0,0 0-1 0 0,0-1 1 0 0,-1 0 0 0 0,0-1 0 0 0,-14 7 0 0 0,13-8-601 0 0,-1 0 1 0 0,0-1 0 0 0,-25 7 0 0 0,14-12-6659 0 0</inkml:trace>
</inkml:ink>
</file>

<file path=ppt/ink/ink8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3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1 438 304 0 0,'5'9'768'0'0,"0"-1"0"0"0,0 1 0 0 0,0 0 0 0 0,-1 1 0 0 0,-1-1 0 0 0,1 1 1 0 0,-2-1-1 0 0,4 12 5650 0 0,0-47-6358 0 0,-2 17-209 0 0,0 0-1 0 0,1 1 0 0 0,0-1 1 0 0,0 1-1 0 0,1 0 1 0 0,0 1-1 0 0,0-1 0 0 0,1 1 1 0 0,0 0-1 0 0,0 1 1 0 0,1 0-1 0 0,-1 0 0 0 0,1 1 1 0 0,1-1-1 0 0,14-5 1 0 0,-10 7-201 0 0,1 1 1 0 0,0 0-1 0 0,1 2 1 0 0,-1-1-1 0 0,0 2 1 0 0,0 0-1 0 0,1 1 1 0 0,26 4-1 0 0,39 1 117 0 0,-39-9 971 0 0,-39 3-520 0 0,9-3 445 0 0,-6 0 149 0 0,-7 1 446 0 0,-1 3-1247 0 0,-1 0 1 0 0,0 0-1 0 0,1 0 1 0 0,-1 0 0 0 0,1 1-1 0 0,-1-1 1 0 0,1 1-1 0 0,-1 0 1 0 0,1 0 0 0 0,0 0-1 0 0,0 1 1 0 0,0-1-1 0 0,0 1 1 0 0,1-1 0 0 0,-1 1-1 0 0,1 0 1 0 0,0 0-1 0 0,-1 0 1 0 0,-2 6 0 0 0,-3 3 13 0 0,6-9-21 0 0,0 1 1 0 0,0-1-1 0 0,0 0 0 0 0,0 1 1 0 0,0-1-1 0 0,1 1 0 0 0,0 0 1 0 0,-1 0-1 0 0,2 0 0 0 0,-1-1 1 0 0,0 1-1 0 0,1 0 0 0 0,-1 0 1 0 0,1 0-1 0 0,0 0 0 0 0,1 0 1 0 0,0 5-1 0 0,-1-7 0 0 0,0 0 0 0 0,0 0 0 0 0,0 0 0 0 0,1 0-1 0 0,-1 0 1 0 0,0 0 0 0 0,1 0 0 0 0,0 0 0 0 0,-1 0 0 0 0,1 0 0 0 0,0 0 0 0 0,0-1 0 0 0,0 1-1 0 0,0 0 1 0 0,0-1 0 0 0,1 1 0 0 0,-1-1 0 0 0,0 1 0 0 0,1-1 0 0 0,-1 1 0 0 0,1-1 0 0 0,-1 0-1 0 0,1 0 1 0 0,0 0 0 0 0,0 0 0 0 0,-1 0 0 0 0,1 0 0 0 0,0 0 0 0 0,0-1 0 0 0,0 1-1 0 0,0-1 1 0 0,0 1 0 0 0,0-1 0 0 0,0 0 0 0 0,0 0 0 0 0,0 0 0 0 0,0 0 0 0 0,0 0 0 0 0,0 0-1 0 0,0 0 1 0 0,4-2 0 0 0,9-1-67 0 0,1-1 0 0 0,-1-1 0 0 0,0 0 0 0 0,20-10 0 0 0,-15 6-82 0 0,37-15-135 0 0,-28 10 77 0 0,2 2-1 0 0,-1 1 1 0 0,55-12-1 0 0,-83 22 190 0 0,0 1 0 0 0,0-1-1 0 0,-1 1 1 0 0,1 0 0 0 0,0-1 0 0 0,0 1-1 0 0,0 0 1 0 0,0 1 0 0 0,0-1-1 0 0,0 0 1 0 0,0 0 0 0 0,0 1 0 0 0,0-1-1 0 0,-1 1 1 0 0,1 0 0 0 0,0-1-1 0 0,0 1 1 0 0,-1 0 0 0 0,1 0 0 0 0,0 0-1 0 0,-1 0 1 0 0,1 1 0 0 0,-1-1-1 0 0,1 0 1 0 0,1 3 0 0 0,-2-2-7 0 0,-2 5 10 0 0,-1-1 0 0 0,0 1 0 0 0,-1 0 0 0 0,0-1 0 0 0,-3 7 0 0 0,3-9-2 0 0,1 0 0 0 0,0 0 0 0 0,0 1 0 0 0,0-1 0 0 0,0 1 0 0 0,1-1 0 0 0,-2 7 0 0 0,3-10 14 0 0,0 0-1 0 0,1 0 1 0 0,-1 0 0 0 0,0 0-1 0 0,1 0 1 0 0,-1 0 0 0 0,1 0-1 0 0,-1 0 1 0 0,1 0-1 0 0,-1 0 1 0 0,1 0 0 0 0,0 0-1 0 0,0-1 1 0 0,-1 1-1 0 0,1 0 1 0 0,0 0 0 0 0,0-1-1 0 0,0 1 1 0 0,0 0 0 0 0,0-1-1 0 0,0 1 1 0 0,0-1-1 0 0,0 1 1 0 0,0-1 0 0 0,0 0-1 0 0,0 1 1 0 0,0-1 0 0 0,0 0-1 0 0,0 0 1 0 0,0 0-1 0 0,0 0 1 0 0,0 0 0 0 0,1 0-1 0 0,-1 0 1 0 0,0 0 0 0 0,0 0-1 0 0,0 0 1 0 0,0-1-1 0 0,0 1 1 0 0,2-1 0 0 0,3 0 3 0 0,16-1-70 0 0,0-1-1 0 0,0-1 1 0 0,30-10-1 0 0,-41 11 55 0 0,-1 0 0 0 0,0-2 0 0 0,0 1-1 0 0,0-1 1 0 0,0-1 0 0 0,-1 1-1 0 0,0-2 1 0 0,0 1 0 0 0,10-11-1 0 0,-4-8 548 0 0,-11 20-38 0 0,9 16-380 0 0,-11-9-146 0 0,7 4-40 0 0,-1 0 0 0 0,1-1 0 0 0,0 0 0 0 0,1 0 1 0 0,-1-1-1 0 0,1-1 0 0 0,-1 1 0 0 0,1-1 0 0 0,0-1 0 0 0,0 0 0 0 0,1 0 1 0 0,-1-1-1 0 0,0-1 0 0 0,1 1 0 0 0,-1-2 0 0 0,0 1 0 0 0,1-1 0 0 0,-1-1 0 0 0,0 0 1 0 0,0-1-1 0 0,0 1 0 0 0,11-6 0 0 0,-11 4 80 0 0,0 0-1 0 0,0 0 1 0 0,-1-1 0 0 0,1 0-1 0 0,-1-1 1 0 0,0 0 0 0 0,-1 0-1 0 0,0-1 1 0 0,0 0 0 0 0,0-1-1 0 0,-1 1 1 0 0,0-1 0 0 0,0-1-1 0 0,-1 0 1 0 0,0 1 0 0 0,-1-2-1 0 0,0 1 1 0 0,0-1-1 0 0,-1 1 1 0 0,-1-1 0 0 0,5-18-1 0 0,-5 0 261 0 0,-1 1 0 0 0,-2 0-1 0 0,-1 0 1 0 0,-1 0-1 0 0,-1 0 1 0 0,-9-35 0 0 0,2 7 755 0 0,10 54-997 0 0,0 1 0 0 0,1-1 1 0 0,-1 1-1 0 0,0-1 0 0 0,0 0 1 0 0,0 1-1 0 0,0-1 1 0 0,0 1-1 0 0,0-1 0 0 0,0 1 1 0 0,-1-1-1 0 0,1 0 0 0 0,0 1 1 0 0,0-1-1 0 0,0 1 0 0 0,-1-1 1 0 0,1 1-1 0 0,0-1 0 0 0,0 1 1 0 0,-1-1-1 0 0,1 1 0 0 0,0 0 1 0 0,-1-1-1 0 0,1 1 0 0 0,-1-1 1 0 0,1 1-1 0 0,-1 0 0 0 0,1-1 1 0 0,0 1-1 0 0,-1 0 0 0 0,1-1 1 0 0,-1 1-1 0 0,0 0 1 0 0,-10 16 166 0 0,-2 36-199 0 0,11-27 31 0 0,2 0 1 0 0,1-1-1 0 0,1 1 1 0 0,1 0 0 0 0,1-1-1 0 0,1 1 1 0 0,9 24-1 0 0,10 18 43 0 0,36 71 0 0 0,-5-17 25 0 0,-53-117-75 0 0,0 1 1 0 0,-1-1-1 0 0,1 1 0 0 0,-1-1 0 0 0,0 1 0 0 0,0-1 0 0 0,-1 1 0 0 0,1 0 1 0 0,-1 0-1 0 0,0-1 0 0 0,-1 1 0 0 0,1 0 0 0 0,-1-1 0 0 0,1 1 0 0 0,-2 0 1 0 0,1-1-1 0 0,-3 7 0 0 0,3-8 54 0 0,-1 0 1 0 0,0 0-1 0 0,0-1 1 0 0,-1 1-1 0 0,1-1 1 0 0,-1 1 0 0 0,1-1-1 0 0,-1 0 1 0 0,0 0-1 0 0,1 0 1 0 0,-1 0-1 0 0,0 0 1 0 0,-1-1-1 0 0,1 1 1 0 0,0-1-1 0 0,0 0 1 0 0,0 0-1 0 0,-1 0 1 0 0,1 0-1 0 0,-1-1 1 0 0,1 1 0 0 0,-1-1-1 0 0,1 0 1 0 0,-6 0-1 0 0,-2 0 206 0 0,0-1 0 0 0,0 0 0 0 0,0 0-1 0 0,-18-5 1 0 0,-4-11-2156 0 0,31 15 1216 0 0,0 0 1 0 0,0 0-1 0 0,0 0 0 0 0,1 0 0 0 0,-1 0 0 0 0,0 0 0 0 0,1-1 0 0 0,-1 1 0 0 0,1 0 0 0 0,0-1 1 0 0,-1-3-1 0 0,-3-5-3340 0 0</inkml:trace>
</inkml:ink>
</file>

<file path=ppt/ink/ink8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3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1 100 344 0 0,'13'-7'1444'0'0,"-4"2"-148"0"0,3-1-152 0 0,1-2-64 0 0,2 1-71 0 0,-2-3-97 0 0,4 3-92 0 0,-3-2-72 0 0,5 4-84 0 0,-5-1-160 0 0,4-2-216 0 0,-3 1-260 0 0,0 4-308 0 0,1-2-356 0 0,-5 3-928 0 0,2-1-1689 0 0,-1 1 749 0 0</inkml:trace>
</inkml:ink>
</file>

<file path=ppt/ink/ink8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4.4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60 432 0 0,'0'0'933'0'0,"4"-33"7322"0"0,-4 32-8158 0 0,0 0-1 0 0,0 0 0 0 0,0 0 0 0 0,0-1 1 0 0,0 1-1 0 0,0 0 0 0 0,-1 0 1 0 0,1 0-1 0 0,0 0 0 0 0,-1 0 1 0 0,1 0-1 0 0,0 0 0 0 0,-1 0 0 0 0,0 0 1 0 0,1 0-1 0 0,-1 0 0 0 0,1 0 1 0 0,-1 0-1 0 0,0 0 0 0 0,0 0 1 0 0,1 1-1 0 0,-1-1 0 0 0,0 0 1 0 0,0 1-1 0 0,0-1 0 0 0,-1 0 0 0 0,0 0 4 0 0,-2 2-18 0 0,-17 5 18 0 0,0 2 1 0 0,1 0-1 0 0,0 1 1 0 0,1 1-1 0 0,0 1 1 0 0,0 1-1 0 0,1 0 1 0 0,1 2-1 0 0,0 0 1 0 0,1 0-1 0 0,0 2 1 0 0,2 0-1 0 0,-17 23 1 0 0,29-37-82 0 0,0 0-1 0 0,0 0 1 0 0,1 0 0 0 0,-1 0 0 0 0,1 1 0 0 0,0-1 0 0 0,0 1 0 0 0,0-1 0 0 0,0 1 0 0 0,0-1 0 0 0,0 1 0 0 0,0 0-1 0 0,1 0 1 0 0,0-1 0 0 0,-1 1 0 0 0,1 0 0 0 0,0-1 0 0 0,1 6 0 0 0,0-6-12 0 0,0 0-1 0 0,-1 0 1 0 0,1 0 0 0 0,1-1 0 0 0,-1 1 0 0 0,0 0-1 0 0,0-1 1 0 0,1 1 0 0 0,-1-1 0 0 0,1 1-1 0 0,-1-1 1 0 0,1 0 0 0 0,-1 0 0 0 0,1 0-1 0 0,0 0 1 0 0,0 0 0 0 0,0 0 0 0 0,-1 0 0 0 0,4 0-1 0 0,5 2-44 0 0,-1-1-1 0 0,1 0 1 0 0,-1 0 0 0 0,1-2-1 0 0,0 1 1 0 0,0-1-1 0 0,-1 0 1 0 0,20-4-1 0 0,136-37-776 0 0,-163 40 795 0 0,2 0-3 0 0,1-1-1 0 0,0 1 1 0 0,0 0 0 0 0,-1 0-1 0 0,1 0 1 0 0,0 0 0 0 0,0 1 0 0 0,0 0-1 0 0,0 0 1 0 0,6 1 0 0 0,-10 1-50 0 0,1-1 1 0 0,-1 1-1 0 0,0 0 1 0 0,0-1-1 0 0,1 1 1 0 0,-1 0-1 0 0,0 0 1 0 0,0 0-1 0 0,0 0 1 0 0,-1 0-1 0 0,1 0 1 0 0,0 0-1 0 0,-1 0 1 0 0,1 0-1 0 0,-1 0 1 0 0,0 0-1 0 0,0 0 1 0 0,0 0-1 0 0,0 0 0 0 0,0 0 1 0 0,-1 3-1 0 0,3 10-5622 0 0,1-3 2560 0 0</inkml:trace>
</inkml:ink>
</file>

<file path=ppt/ink/ink8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6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22 692 0 0,'0'0'227'0'0,"1"-1"-1"0"0,-1 1 1 0 0,0-1-1 0 0,1 1 1 0 0,-1-1 0 0 0,0 1-1 0 0,0-1 1 0 0,1 1-1 0 0,-1-1 1 0 0,0 1 0 0 0,0-1-1 0 0,0 0 1 0 0,1 1-1 0 0,-1-1 1 0 0,0 1 0 0 0,0-1-1 0 0,0 0 1 0 0,0 1-1 0 0,0-1 1 0 0,0 1 0 0 0,-1-1-1 0 0,1 0 1 0 0,0 1-1 0 0,0-1 1 0 0,0 1-1 0 0,0-1 1 0 0,-1 1 0 0 0,1-1-1 0 0,0 0 1 0 0,-1 1-1 0 0,1-1 1 0 0,0 1 0 0 0,-1-1-1 0 0,1 1 1 0 0,-1 0-1 0 0,1-1 1 0 0,0 1 0 0 0,-2-1-1 0 0,-22 11 1497 0 0,-30 34-1704 0 0,44-34 150 0 0,0 1 0 0 0,0 0 1 0 0,1 1-1 0 0,1 0 0 0 0,0 0 0 0 0,0 1 1 0 0,2 0-1 0 0,-1 0 0 0 0,-7 25 0 0 0,13-36-155 0 0,1-1-1 0 0,-1 1 1 0 0,1 0 0 0 0,0 0-1 0 0,-1 0 1 0 0,1 0-1 0 0,0 0 1 0 0,0 0 0 0 0,0 0-1 0 0,0 0 1 0 0,1 0-1 0 0,-1 0 1 0 0,1 0-1 0 0,-1 0 1 0 0,1 0 0 0 0,-1 0-1 0 0,1 0 1 0 0,0 0-1 0 0,0 0 1 0 0,0-1 0 0 0,0 1-1 0 0,0 0 1 0 0,1-1-1 0 0,-1 1 1 0 0,0-1 0 0 0,1 1-1 0 0,-1-1 1 0 0,1 0-1 0 0,-1 1 1 0 0,1-1-1 0 0,0 0 1 0 0,0 0 0 0 0,-1 0-1 0 0,1 0 1 0 0,0-1-1 0 0,0 1 1 0 0,0 0 0 0 0,0-1-1 0 0,0 0 1 0 0,0 1-1 0 0,0-1 1 0 0,0 0 0 0 0,2 0-1 0 0,10 2-13 0 0,-1-1-1 0 0,1-1 0 0 0,-1 0 1 0 0,23-4-1 0 0,-14 0-116 0 0,0-1-1 0 0,0-2 1 0 0,24-10 0 0 0,14-4-284 0 0,-55 21 376 0 0,0 0 0 0 0,0 0 0 0 0,0 1 0 0 0,0 0 0 0 0,0 0 0 0 0,0 0 0 0 0,-1 0-1 0 0,1 1 1 0 0,0 0 0 0 0,0 0 0 0 0,-1 0 0 0 0,0 0 0 0 0,8 6 0 0 0,15 6-9 0 0,-18-11 41 0 0,0 0-1 0 0,-1-1 0 0 0,1 1 1 0 0,0-2-1 0 0,0 1 0 0 0,0-1 1 0 0,0-1-1 0 0,15 0 1 0 0,-20-1 23 0 0,1 0 0 0 0,-1 0 0 0 0,1 0 1 0 0,-1 0-1 0 0,0-1 0 0 0,0 0 0 0 0,0 0 1 0 0,0 0-1 0 0,0 0 0 0 0,0 0 0 0 0,0-1 1 0 0,-1 0-1 0 0,1 0 0 0 0,-1 0 1 0 0,0 0-1 0 0,0 0 0 0 0,0-1 0 0 0,0 0 1 0 0,3-6-1 0 0,-2 4 56 0 0,-1 0 0 0 0,-1 0 0 0 0,1 0 0 0 0,-1 0 0 0 0,0 0 0 0 0,0-1 0 0 0,-1 1 0 0 0,0 0 1 0 0,0-1-1 0 0,-1 0 0 0 0,0 1 0 0 0,0-1 0 0 0,0 1 0 0 0,-1-1 0 0 0,0 1 0 0 0,0-1 0 0 0,0 1 0 0 0,-1-1 0 0 0,-3-7 0 0 0,4 13-44 0 0,-1-4 17 0 0,-3-7 24 0 0,7 12-84 0 0,-1-1 0 0 0,0 1 0 0 0,0-1 0 0 0,0 1 0 0 0,0-1 0 0 0,1 1 1 0 0,-1 0-1 0 0,0-1 0 0 0,0 1 0 0 0,1 0 0 0 0,-1 0 0 0 0,0 0 0 0 0,0 0 0 0 0,1 0 0 0 0,-1 0 0 0 0,0 1 1 0 0,0-1-1 0 0,1 0 0 0 0,-1 1 0 0 0,2 0 0 0 0,9 1-7 0 0,0 1-1 0 0,0 1 1 0 0,0 0-1 0 0,0 0 1 0 0,-1 1-1 0 0,0 0 1 0 0,0 1 0 0 0,0 1-1 0 0,13 10 1 0 0,2 5-59 0 0,-1 1 1 0 0,24 29 0 0 0,-16-17-75 0 0,-30-32 136 0 0,0 1-1 0 0,0-2 1 0 0,0 1 0 0 0,0 0 0 0 0,1-1-1 0 0,-1 1 1 0 0,1-1 0 0 0,0 0 0 0 0,0-1-1 0 0,6 3 1 0 0,-8-3 18 0 0,29-17 61 0 0,-28 13-36 0 0,-1 0-1 0 0,1 0 1 0 0,-1 0-1 0 0,0 0 1 0 0,0-1 0 0 0,-1 1-1 0 0,1-1 1 0 0,-1 1-1 0 0,1-1 1 0 0,-1 1-1 0 0,-1-1 1 0 0,1 0-1 0 0,0 0 1 0 0,-1 0-1 0 0,1 0 1 0 0,-1 1-1 0 0,0-1 1 0 0,-1 0-1 0 0,1 0 1 0 0,-1 0 0 0 0,0 0-1 0 0,1 1 1 0 0,-2-1-1 0 0,1 0 1 0 0,-3-4-1 0 0,1-3 48 0 0,-1 1-1 0 0,-1 0 1 0 0,0 0-1 0 0,0 0 1 0 0,-1 1-1 0 0,0 0 1 0 0,-14-15-1 0 0,13 17-80 0 0,1 2 0 0 0,-1-1 0 0 0,0 1 0 0 0,-1 0 0 0 0,-7-4-1 0 0,-8 3-2804 0 0,22 6 2584 0 0,0 0 0 0 0,1 1 0 0 0,-1-1 0 0 0,0 0 0 0 0,1 1 0 0 0,-1-1 0 0 0,0 1 1 0 0,1-1-1 0 0,-1 1 0 0 0,1 0 0 0 0,-1-1 0 0 0,1 1 0 0 0,-1-1 0 0 0,1 1 1 0 0,0 0-1 0 0,-1-1 0 0 0,1 1 0 0 0,0 0 0 0 0,-1 0 0 0 0,1-1 0 0 0,0 1 0 0 0,0 0 1 0 0,0 0-1 0 0,-1-1 0 0 0,1 1 0 0 0,0 0 0 0 0,0 0 0 0 0,0 0 0 0 0,0-1 1 0 0,1 1-1 0 0,-1 0 0 0 0,0 0 0 0 0,0-1 0 0 0,0 1 0 0 0,1 0 0 0 0,-1 0 0 0 0</inkml:trace>
</inkml:ink>
</file>

<file path=ppt/ink/ink8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6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0 358 512 0 0,'6'-1'309'0'0,"1"1"-1"0"0,-1 0 1 0 0,0 0-1 0 0,1 1 0 0 0,-1 0 1 0 0,0 0-1 0 0,0 0 1 0 0,0 1-1 0 0,0 0 1 0 0,0 0-1 0 0,0 0 1 0 0,9 7-1 0 0,-4-2 201 0 0,0 1-1 0 0,-1 0 1 0 0,-1 1-1 0 0,18 19 1 0 0,-26-27-314 0 0,18-6 2295 0 0,25-15-3068 0 0,22-7-1339 0 0,-45 21 1475 0 0,-8 2 83 0 0,0 0-1 0 0,0 1 1 0 0,0 0 0 0 0,23-1-1 0 0,-36 4 361 0 0,0 0 0 0 0,1 0-1 0 0,-1 0 1 0 0,0 0 0 0 0,1 0-1 0 0,-1 0 1 0 0,0 0 0 0 0,0 0-1 0 0,1 0 1 0 0,-1 0 0 0 0,0 0-1 0 0,0 1 1 0 0,1-1 0 0 0,-1 0-1 0 0,0 0 1 0 0,0 0 0 0 0,1 0-1 0 0,-1 1 1 0 0,0-1 0 0 0,0 0-1 0 0,1 0 1 0 0,-1 0 0 0 0,0 1-1 0 0,0-1 1 0 0,0 0 0 0 0,0 0-1 0 0,1 1 1 0 0,-1-1 0 0 0,0 0-1 0 0,0 0 1 0 0,0 1 0 0 0,0-1-1 0 0,0 0 1 0 0,0 1 0 0 0,0-1-1 0 0,0 0 1 0 0,0 1 0 0 0,0-1-1 0 0,0 0 1 0 0,0 0 0 0 0,0 1-1 0 0,0-1 1 0 0,0 1 0 0 0,-5 16 159 0 0,2-10-144 0 0,3-5-8 0 0,-2 3 25 0 0,0 1 1 0 0,1-1 0 0 0,0 1-1 0 0,0-1 1 0 0,0 1-1 0 0,1-1 1 0 0,0 9-1 0 0,0-12-25 0 0,1-1 0 0 0,-1 1 0 0 0,1-1-1 0 0,-1 0 1 0 0,1 1 0 0 0,0-1-1 0 0,-1 1 1 0 0,1-1 0 0 0,0 0 0 0 0,0 0-1 0 0,0 0 1 0 0,0 1 0 0 0,0-1-1 0 0,0 0 1 0 0,0 0 0 0 0,1 0 0 0 0,-1-1-1 0 0,0 1 1 0 0,1 0 0 0 0,-1 0-1 0 0,0-1 1 0 0,1 1 0 0 0,-1-1 0 0 0,1 1-1 0 0,-1-1 1 0 0,1 1 0 0 0,-1-1-1 0 0,1 0 1 0 0,-1 0 0 0 0,1 0 0 0 0,-1 0-1 0 0,1 0 1 0 0,-1 0 0 0 0,1 0-1 0 0,-1-1 1 0 0,3 0 0 0 0,1 1 15 0 0,1-1-1 0 0,-1 0 1 0 0,0 0 0 0 0,0 0-1 0 0,0-1 1 0 0,0 0 0 0 0,0 0 0 0 0,-1 0-1 0 0,1 0 1 0 0,-1-1 0 0 0,1 0-1 0 0,-1 0 1 0 0,0 0 0 0 0,0 0-1 0 0,0-1 1 0 0,3-3 0 0 0,-1-1 70 0 0,0 0 1 0 0,0 0-1 0 0,-1-1 1 0 0,0 0 0 0 0,-1 1-1 0 0,0-2 1 0 0,0 1-1 0 0,2-10 1 0 0,0-4 211 0 0,-2-1 1 0 0,0 1-1 0 0,-1 0 1 0 0,-2-1-1 0 0,0 0 1 0 0,-4-38-1 0 0,0 37 711 0 0,-1 0-1 0 0,-1 0 1 0 0,-15-43 0 0 0,19 66-350 0 0,0 4-644 0 0,-1 0 0 0 0,0 0 0 0 0,1 0 0 0 0,-1 0 1 0 0,1 0-1 0 0,0 0 0 0 0,-1 0 0 0 0,1 0 0 0 0,-1 4 0 0 0,2-6-11 0 0,-4 9-45 0 0,1 0 0 0 0,1 0 0 0 0,0 0 0 0 0,0 0-1 0 0,0 0 1 0 0,1 1 0 0 0,1-1 0 0 0,0 0 0 0 0,1 12-1 0 0,1 2-431 0 0,0-1-1 0 0,9 33 1 0 0,-5-33-1188 0 0,1 0 0 0 0,0-1 0 0 0,11 22 1 0 0,1-8-1582 0 0</inkml:trace>
</inkml:ink>
</file>

<file path=ppt/ink/ink8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7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54 268 0 0,'3'-30'3292'0'0,"-3"27"-2221"0"0,1-10 1372 0 0,-2 6-532 0 0,-2 9 1024 0 0,-8 15-2713 0 0,1 1 0 0 0,1 0 0 0 0,0 0 0 0 0,2 1 0 0 0,0 0 0 0 0,1 1 0 0 0,1 0 0 0 0,1-1 0 0 0,1 2 0 0 0,-2 29 0 0 0,5-49-224 0 0,0 1 0 0 0,-1-1 0 0 0,1 0 0 0 0,0 0 0 0 0,0 1 0 0 0,0-1 0 0 0,0 0 0 0 0,0 1 0 0 0,0-1 0 0 0,0 0 0 0 0,1 0 1 0 0,-1 1-1 0 0,0-1 0 0 0,1 0 0 0 0,-1 0 0 0 0,1 0 0 0 0,-1 1 0 0 0,1-1 0 0 0,0 0 0 0 0,-1 0 0 0 0,1 0 0 0 0,0 0 0 0 0,0 0 0 0 0,0 0 0 0 0,0 0 0 0 0,-1 0 0 0 0,1-1 0 0 0,1 1 0 0 0,-1 0 0 0 0,0-1 0 0 0,0 1 0 0 0,0 0 0 0 0,0-1 1 0 0,0 1-1 0 0,1-1 0 0 0,-1 0 0 0 0,0 1 0 0 0,0-1 0 0 0,1 0 0 0 0,-1 0 0 0 0,0 0 0 0 0,1 0 0 0 0,-1 0 0 0 0,0 0 0 0 0,0 0 0 0 0,1 0 0 0 0,-1 0 0 0 0,0-1 0 0 0,0 1 0 0 0,1 0 0 0 0,-1-1 0 0 0,0 1 0 0 0,0-1 0 0 0,1 0 0 0 0,8-4-128 0 0,-1 1-1 0 0,0-1 1 0 0,-1 0-1 0 0,1-1 1 0 0,10-9-1 0 0,21-21-553 0 0,-39 35 603 0 0,23 31-359 0 0,-22-27 437 0 0,-1 0 1 0 0,1-1-1 0 0,-1 1 1 0 0,1-1 0 0 0,0 0-1 0 0,0 1 1 0 0,0-1-1 0 0,1 0 1 0 0,-1 0-1 0 0,0 0 1 0 0,1-1 0 0 0,-1 1-1 0 0,1-1 1 0 0,-1 1-1 0 0,1-1 1 0 0,4 2-1 0 0,12-8 11 0 0,0 0 0 0 0,0-1 0 0 0,-1 0 0 0 0,0-2 0 0 0,0 0 0 0 0,30-20 0 0 0,46-20 19 0 0,-91 47-29 0 0,-1 0-1 0 0,1 0 1 0 0,-1 0-1 0 0,1 1 1 0 0,0-1-1 0 0,-1 1 1 0 0,1 0-1 0 0,-1 0 1 0 0,1 0-1 0 0,0 0 1 0 0,-1 0-1 0 0,1 0 1 0 0,-1 1-1 0 0,4 0 1 0 0,-5 0 12 0 0,0-1 0 0 0,0 1 0 0 0,0 0 0 0 0,0 0 0 0 0,0 0 1 0 0,0 0-1 0 0,0 0 0 0 0,0 0 0 0 0,0 0 0 0 0,0 0 0 0 0,-1 0 0 0 0,1 0 0 0 0,-1 0 1 0 0,1 0-1 0 0,0 1 0 0 0,-1-1 0 0 0,0 0 0 0 0,1 0 0 0 0,-1 1 0 0 0,0-1 1 0 0,0 0-1 0 0,0 1 0 0 0,1-1 0 0 0,-1 0 0 0 0,-1 1 0 0 0,1-1 0 0 0,0 0 1 0 0,0 1-1 0 0,0-1 0 0 0,-1 0 0 0 0,1 0 0 0 0,-1 1 0 0 0,1-1 0 0 0,-2 2 0 0 0,-5 20-66 0 0,-6 20-253 0 0,9-15-6935 0 0</inkml:trace>
</inkml:ink>
</file>

<file path=ppt/ink/ink8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7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94 198 200 0 0,'10'-33'4123'0'0,"-7"18"7637"0"0,-7 50-11107 0 0,0 0 0 0 0,-16 53 0 0 0,-3 21-267 0 0,14-68-1895 0 0,-26 75-1 0 0,23-80-467 0 0,30-41-4525 0 0,26-19 5472 0 0,52-33 2075 0 0,-54 32-681 0 0,-13 8 62 0 0,0 0 0 0 0,-2-2-1 0 0,0-1 1 0 0,-1-1-1 0 0,34-36 1 0 0,-46 40-168 0 0,-1 0 0 0 0,0-1 0 0 0,-2-1-1 0 0,0 0 1 0 0,9-21 0 0 0,-15 28-70 0 0,0-1 1 0 0,-1 1-1 0 0,0-1 0 0 0,-1-1 0 0 0,-1 1 0 0 0,0 0 0 0 0,0 0 1 0 0,-2-1-1 0 0,0-18 0 0 0,-7-36 1748 0 0,-16 88-1854 0 0,10-7-63 0 0,2 1 1 0 0,0 1-1 0 0,0-1 1 0 0,1 2-1 0 0,1-1 0 0 0,-7 18 1 0 0,0 4 24 0 0,-18 60 0 0 0,26-68-27 0 0,1-1 0 0 0,1 1 0 0 0,-1 41 0 0 0,6-59-5 0 0,0 0 1 0 0,1-1-1 0 0,1 1 0 0 0,0 0 1 0 0,0-1-1 0 0,1 1 1 0 0,1-1-1 0 0,-1 0 0 0 0,2 1 1 0 0,-1-1-1 0 0,2 0 0 0 0,8 16 1 0 0,-11-24 70 0 0,0 0 1 0 0,1 1 0 0 0,-1-1-1 0 0,0 0 1 0 0,1 0-1 0 0,0 0 1 0 0,-1-1 0 0 0,1 1-1 0 0,0-1 1 0 0,0 1-1 0 0,0-1 1 0 0,0 0-1 0 0,0 0 1 0 0,0 0 0 0 0,0-1-1 0 0,0 1 1 0 0,0-1-1 0 0,1 1 1 0 0,-1-1 0 0 0,0 0-1 0 0,0 0 1 0 0,5-1-1 0 0,10-2 25 0 0,-1 0 0 0 0,35-11 0 0 0,-18 4-1455 0 0,-18 6 374 0 0,31-5-7507 0 0,-30 7 4423 0 0</inkml:trace>
</inkml:ink>
</file>

<file path=ppt/ink/ink8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38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1 156 232 0 0,'9'-11'1063'0'0,"0"-1"0"0"0,1 1-1 0 0,1 1 1 0 0,0-1 0 0 0,0 2 0 0 0,1 0-1 0 0,0 0 1 0 0,26-13 0 0 0,-28 17-797 0 0,0 0-1 0 0,1 0 1 0 0,-1 1 0 0 0,1 1-1 0 0,0 0 1 0 0,0 0 0 0 0,1 1-1 0 0,-1 1 1 0 0,0-1 0 0 0,1 2-1 0 0,-1 0 1 0 0,14 1 0 0 0,-22 0-222 0 0,1-1 1 0 0,0 1 0 0 0,0 0-1 0 0,0 1 1 0 0,-1-1 0 0 0,1 0-1 0 0,0 1 1 0 0,-1 0 0 0 0,0 0-1 0 0,1 0 1 0 0,-1 0 0 0 0,0 1-1 0 0,0-1 1 0 0,0 1 0 0 0,0 0-1 0 0,-1 0 1 0 0,1 0 0 0 0,-1 0-1 0 0,3 4 1 0 0,-2-2-3 0 0,-1 1-1 0 0,0 0 1 0 0,0 0 0 0 0,0 0 0 0 0,0 0 0 0 0,-1 0-1 0 0,0 0 1 0 0,0 0 0 0 0,-1 1 0 0 0,0-1-1 0 0,0 8 1 0 0,-1-3-6 0 0,-1 0 0 0 0,1 0 0 0 0,-2 0 0 0 0,0 0 0 0 0,0 0 0 0 0,-1 0 0 0 0,0-1 0 0 0,0 0 0 0 0,-1 0 0 0 0,-1 0 0 0 0,0 0 0 0 0,0-1 0 0 0,-9 9 0 0 0,12-14-16 0 0,0-1 1 0 0,0 0-1 0 0,-1 0 0 0 0,1 0 0 0 0,-1 0 0 0 0,0-1 0 0 0,0 0 0 0 0,0 1 0 0 0,0-1 0 0 0,0-1 0 0 0,-8 3 0 0 0,10-4 53 0 0,1-2-81 0 0,0 1 0 0 0,0-1 0 0 0,0-1 0 0 0,0 1 0 0 0,0 0 0 0 0,1 0 0 0 0,-1 0 0 0 0,1 0 0 0 0,-1-1 0 0 0,1 1 0 0 0,0 0 1 0 0,0 0-1 0 0,0-1 0 0 0,0 1 0 0 0,0 0 0 0 0,0 0 0 0 0,1-1 0 0 0,-1 1 0 0 0,1 0 0 0 0,-1 0 0 0 0,1 0 0 0 0,0 0 0 0 0,0 0 0 0 0,0 0 0 0 0,2-3 0 0 0,36-56-369 0 0,-24 40 235 0 0,1 1-1 0 0,1 1 0 0 0,1 1 1 0 0,1 0-1 0 0,0 1 0 0 0,1 1 1 0 0,1 1-1 0 0,0 0 0 0 0,2 2 1 0 0,-1 1-1 0 0,28-11 0 0 0,-48 22 125 0 0,0 0-1 0 0,0 1 1 0 0,0-1-1 0 0,0 1 1 0 0,1-1-1 0 0,-1 1 1 0 0,0 0 0 0 0,1 0-1 0 0,-1 0 1 0 0,0 0-1 0 0,0 0 1 0 0,1 0-1 0 0,-1 1 1 0 0,0-1-1 0 0,0 1 1 0 0,0 0-1 0 0,1-1 1 0 0,-1 1-1 0 0,0 0 1 0 0,0 0 0 0 0,0 0-1 0 0,0 1 1 0 0,0-1-1 0 0,-1 0 1 0 0,1 1-1 0 0,0-1 1 0 0,-1 1-1 0 0,1 0 1 0 0,2 3-1 0 0,2 4-15 0 0,-1 1 0 0 0,0 0-1 0 0,0 0 1 0 0,-1 0-1 0 0,3 12 1 0 0,6 13-17 0 0,-12-31 54 0 0,1-1 0 0 0,0 1 0 0 0,0 0 0 0 0,1-1-1 0 0,-1 1 1 0 0,1-1 0 0 0,-1 0 0 0 0,1 1 0 0 0,0-1-1 0 0,1-1 1 0 0,-1 1 0 0 0,0 0 0 0 0,1-1 0 0 0,-1 0-1 0 0,1 0 1 0 0,0 0 0 0 0,0 0 0 0 0,0 0 0 0 0,0-1-1 0 0,0 0 1 0 0,0 1 0 0 0,0-2 0 0 0,0 1-1 0 0,0 0 1 0 0,1-1 0 0 0,-1 0 0 0 0,0 0 0 0 0,0 0-1 0 0,1-1 1 0 0,-1 1 0 0 0,0-1 0 0 0,0 0 0 0 0,0 0-1 0 0,0 0 1 0 0,0-1 0 0 0,4-1 0 0 0,5-3 44 0 0,0-1 1 0 0,-1 1-1 0 0,0-2 1 0 0,0 0 0 0 0,0 0-1 0 0,-1-1 1 0 0,-1-1-1 0 0,1 0 1 0 0,15-20-1 0 0,19-17 1063 0 0,-37 36 383 0 0,-24 50-1397 0 0,2 2 0 0 0,-9 43 0 0 0,22-82-97 0 0,1 0-1 0 0,-1 0 1 0 0,1 0 0 0 0,0 0-1 0 0,0 1 1 0 0,0-1-1 0 0,0 0 1 0 0,1 0 0 0 0,-1 0-1 0 0,1 0 1 0 0,-1 0-1 0 0,1 0 1 0 0,-1 0 0 0 0,1 0-1 0 0,0 0 1 0 0,0 0-1 0 0,0 0 1 0 0,0 0 0 0 0,1 0-1 0 0,-1-1 1 0 0,0 1-1 0 0,1 0 1 0 0,-1-1 0 0 0,1 1-1 0 0,0-1 1 0 0,-1 0-1 0 0,1 1 1 0 0,0-1 0 0 0,0 0-1 0 0,0 0 1 0 0,0 0-1 0 0,0 0 1 0 0,0-1 0 0 0,2 2-1 0 0,2 0-46 0 0,1-1 0 0 0,-1 1-1 0 0,0-1 1 0 0,0 0-1 0 0,0-1 1 0 0,1 1 0 0 0,-1-1-1 0 0,0-1 1 0 0,12-1-1 0 0,0-3-122 0 0,0-1 0 0 0,-1-1-1 0 0,0 0 1 0 0,0-2 0 0 0,-1 1-1 0 0,20-16 1 0 0,-1-1 246 0 0,49-47 1 0 0,-83 71 69 0 0,2 0 35 0 0,-3 1-170 0 0,0 0 1 0 0,0 0 0 0 0,1 0 0 0 0,-1 0-1 0 0,0 0 1 0 0,0 1 0 0 0,0-1-1 0 0,0 0 1 0 0,0 0 0 0 0,0 0 0 0 0,0 0-1 0 0,0 0 1 0 0,0 0 0 0 0,0 0-1 0 0,0 0 1 0 0,0 0 0 0 0,0 0-1 0 0,1 0 1 0 0,-1 1 0 0 0,0-1 0 0 0,0 0-1 0 0,0 0 1 0 0,0 0 0 0 0,0 0-1 0 0,0 0 1 0 0,0 0 0 0 0,0 0 0 0 0,0 0-1 0 0,1 0 1 0 0,-1 0 0 0 0,0 0-1 0 0,0 0 1 0 0,0 0 0 0 0,0 0 0 0 0,0 0-1 0 0,0 0 1 0 0,0 0 0 0 0,1 0-1 0 0,-1 0 1 0 0,0 0 0 0 0,0 0-1 0 0,0 0 1 0 0,0 0 0 0 0,0-1 0 0 0,0 1-1 0 0,0 0 1 0 0,0 0 0 0 0,0 0-1 0 0,1 0 1 0 0,-1 0 0 0 0,0 0 0 0 0,0 0-1 0 0,0 0 1 0 0,0 0 0 0 0,0 0-1 0 0,-9 16 15 0 0,0 0 1 0 0,2 2-1 0 0,-11 29 0 0 0,15-36-1274 0 0,1 0-1 0 0,0 0 1 0 0,0 1 0 0 0,0 14-1 0 0,3-21-2163 0 0,4 7 259 0 0</inkml:trace>
</inkml:ink>
</file>

<file path=ppt/ink/ink8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1:40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20 233 1024 0 0,'0'0'223'0'0,"1"-1"1"0"0,-1 1-1 0 0,1-1 1 0 0,-1 1-1 0 0,1-1 0 0 0,0 1 1 0 0,-1-1-1 0 0,1 1 0 0 0,0 0 1 0 0,-1-1-1 0 0,1 1 0 0 0,0 0 1 0 0,-1-1-1 0 0,1 1 0 0 0,0 0 1 0 0,0 0-1 0 0,-1 0 0 0 0,1 0 1 0 0,0 0-1 0 0,0 0 1 0 0,-1 0-1 0 0,1 0 0 0 0,0 0 1 0 0,0 0-1 0 0,-1 0 0 0 0,1 0 1 0 0,0 1-1 0 0,0-1 0 0 0,-1 0 1 0 0,1 1-1 0 0,1 0 0 0 0,-2 0-94 0 0,1 0 0 0 0,0 1-1 0 0,-1-1 1 0 0,0 1-1 0 0,1-1 1 0 0,-1 0-1 0 0,0 1 1 0 0,0-1 0 0 0,0 1-1 0 0,0-1 1 0 0,0 1-1 0 0,0-1 1 0 0,0 1-1 0 0,0-1 1 0 0,-1 2 0 0 0,-1 6 28 0 0,0-1 0 0 0,0 0 1 0 0,-1 0-1 0 0,0 0 1 0 0,-9 15-1 0 0,-8 13 445 0 0,19-35-269 0 0,15-24-313 0 0,-7 13-62 0 0,1 0 0 0 0,0 0 0 0 0,1 1 0 0 0,0 0 0 0 0,0 1-1 0 0,1 0 1 0 0,0 0 0 0 0,1 1 0 0 0,-1 0 0 0 0,2 1 0 0 0,14-7-1 0 0,-24 12 27 0 0,0 1-1 0 0,0-1 1 0 0,1 1-1 0 0,-1-1 0 0 0,0 1 1 0 0,0 0-1 0 0,0 0 1 0 0,1 0-1 0 0,-1 0 0 0 0,0 0 1 0 0,0 1-1 0 0,0-1 1 0 0,1 1-1 0 0,-1-1 1 0 0,0 1-1 0 0,0 0 0 0 0,0-1 1 0 0,0 1-1 0 0,0 0 1 0 0,0 1-1 0 0,0-1 0 0 0,-1 0 1 0 0,1 0-1 0 0,0 1 1 0 0,1 2-1 0 0,-1-3-12 0 0,30 28-83 0 0,-18-19 129 0 0,-9-5-56 0 0,1-1 0 0 0,0 0 0 0 0,0 0 0 0 0,0 0 0 0 0,0 0 0 0 0,0-1 0 0 0,1 0-1 0 0,-1-1 1 0 0,1 1 0 0 0,0-1 0 0 0,0-1 0 0 0,0 1 0 0 0,0-1 0 0 0,14 0 0 0 0,-8-2 6 0 0,0-1 1 0 0,0 0 0 0 0,0-1-1 0 0,-1-1 1 0 0,1 0-1 0 0,-1-1 1 0 0,0 0-1 0 0,0-1 1 0 0,0 0-1 0 0,-1 0 1 0 0,0-2-1 0 0,0 1 1 0 0,-1-1-1 0 0,0-1 1 0 0,0 0-1 0 0,9-12 1 0 0,-8 8 224 0 0,0 0 1 0 0,-1-1-1 0 0,0 0 1 0 0,-2 0-1 0 0,1-1 0 0 0,-2 0 1 0 0,0-1-1 0 0,-1 0 1 0 0,0 0-1 0 0,-2 0 0 0 0,6-33 1 0 0,-9 47 236 0 0,-2 1-425 0 0,1 1 0 0 0,0 0-1 0 0,0 0 1 0 0,0-1 0 0 0,-1 1-1 0 0,1 0 1 0 0,0 0 0 0 0,0-1-1 0 0,0 1 1 0 0,-1 0 0 0 0,1 0-1 0 0,0-1 1 0 0,-1 1 0 0 0,1 0-1 0 0,0 0 1 0 0,0 0 0 0 0,-1 0-1 0 0,1 0 1 0 0,0-1 0 0 0,-1 1-1 0 0,1 0 1 0 0,0 0 0 0 0,-1 0 0 0 0,1 0-1 0 0,0 0 1 0 0,-1 0 0 0 0,1 0-1 0 0,-1 0 1 0 0,1 0 0 0 0,0 0-1 0 0,-1 0 1 0 0,1 0 0 0 0,0 1-1 0 0,0-1 1 0 0,-1 0 0 0 0,1 0-1 0 0,0 0 1 0 0,-1 0 0 0 0,1 0-1 0 0,0 1 1 0 0,-1-1 0 0 0,1 0 0 0 0,0 0-1 0 0,0 1 1 0 0,-1-1 0 0 0,1 0-1 0 0,-19 11 67 0 0,18-10-64 0 0,-6 5 10 0 0,0 1 1 0 0,0 1-1 0 0,0-1 1 0 0,1 1-1 0 0,0 0 1 0 0,1 1-1 0 0,0 0 1 0 0,0-1-1 0 0,1 1 1 0 0,0 1-1 0 0,1-1 1 0 0,0 0-1 0 0,0 1 0 0 0,1 0 1 0 0,0 0-1 0 0,1 0 1 0 0,0 0-1 0 0,0 0 1 0 0,1 0-1 0 0,1 0 1 0 0,-1 0-1 0 0,2-1 1 0 0,3 16-1 0 0,4 10-190 0 0,23 60-1 0 0,-3-12-1250 0 0,-29-80 1366 0 0,1-1 0 0 0,-1 0 0 0 0,0 0 0 0 0,0 1 0 0 0,0-1-1 0 0,0 0 1 0 0,0 0 0 0 0,-1 0 0 0 0,1 1 0 0 0,-1-1 0 0 0,1 0 0 0 0,-1 0 0 0 0,0 0 0 0 0,0 0 0 0 0,0 0 0 0 0,0 0-1 0 0,0 0 1 0 0,-1 0 0 0 0,1 0 0 0 0,0 0 0 0 0,-3 1 0 0 0,3-2-28 0 0,-7 0-6 0 0,8-1 85 0 0,0 0 0 0 0,0 0 0 0 0,0 0 0 0 0,0 0 0 0 0,0 0 0 0 0,1 0 0 0 0,-1 0 0 0 0,0 0-1 0 0,0 0 1 0 0,0 0 0 0 0,0-1 0 0 0,0 1 0 0 0,0 0 0 0 0,0 0 0 0 0,0 0 0 0 0,0 0 0 0 0,0 0 0 0 0,0 0 0 0 0,0 0-1 0 0,0 0 1 0 0,0 0 0 0 0,0-1 0 0 0,0 1 0 0 0,0 0 0 0 0,0 0 0 0 0,0 0 0 0 0,0 0 0 0 0,0 0 0 0 0,-1 0 0 0 0,1 0-1 0 0,0 0 1 0 0,0 0 0 0 0,0-1 0 0 0,0 1 0 0 0,0 0 0 0 0,0 0 0 0 0,0 0 0 0 0,0 0 0 0 0,0 0 0 0 0,0 0 0 0 0,36-22-114 0 0,1 2 0 0 0,75-28 0 0 0,42-22 1652 0 0,-150 67-1329 0 0,-1 1 1 0 0,0-1-1 0 0,1 1 1 0 0,-1-1-1 0 0,0 0 1 0 0,0 0-1 0 0,3-5 0 0 0,2-2 627 0 0,-7 9-178 0 0,-3 1-641 0 0,1 1 0 0 0,-1 0 0 0 0,0 0 1 0 0,0 0-1 0 0,1 1 0 0 0,-1-1 0 0 0,0 0 0 0 0,1 1 1 0 0,-1-1-1 0 0,1 1 0 0 0,0-1 0 0 0,-2 2 1 0 0,2-1 6 0 0,-5 3 4 0 0,2-1 0 0 0,-1 1 0 0 0,0 0 0 0 0,1 0 0 0 0,0 0 0 0 0,0 1 0 0 0,0-1 0 0 0,1 1 0 0 0,0 0 0 0 0,0 0 0 0 0,1 0 0 0 0,-1 0 0 0 0,1 1 0 0 0,1-1 0 0 0,-1 0 0 0 0,0 8 0 0 0,2-12-26 0 0,0 0 0 0 0,0-1 0 0 0,0 0 1 0 0,0-1 0 0 0,0 1-1 0 0,0 0 1 0 0,0 0 0 0 0,0-1-1 0 0,0 1 1 0 0,1 0 0 0 0,-1 0-1 0 0,0-1 1 0 0,0 1-1 0 0,1 0 1 0 0,-1-1 0 0 0,0 1-1 0 0,1 0 1 0 0,-1-1 0 0 0,1 1-1 0 0,-1 0 1 0 0,0-1 0 0 0,1 1-1 0 0,0-1 1 0 0,-1 1-1 0 0,1-1 1 0 0,-1 1 0 0 0,1-1-1 0 0,0 1 1 0 0,9 0-114 0 0,1 0-1 0 0,-1-1 1 0 0,0 0 0 0 0,0-1 0 0 0,0 0 0 0 0,0-1-1 0 0,0 0 1 0 0,0 0 0 0 0,0-1 0 0 0,0 0-1 0 0,-1-1 1 0 0,13-6 0 0 0,-21 9 41 0 0,0 1 59 0 0,0 0 0 0 0,0 0 1 0 0,0 0-1 0 0,0 0 0 0 0,1 0 0 0 0,-1 0 1 0 0,0 0-1 0 0,0 0 0 0 0,0 1 0 0 0,0-1 0 0 0,0 1 1 0 0,0-1-1 0 0,0 0 0 0 0,0 1 0 0 0,0 0 1 0 0,0-1-1 0 0,0 1 0 0 0,0-1 0 0 0,0 1 1 0 0,0 0-1 0 0,-1 0 0 0 0,1 0 0 0 0,0-1 1 0 0,-1 1-1 0 0,2 2 0 0 0,3 27-111 0 0,0 7 106 0 0,-4-35 23 0 0,0 1-1 0 0,1 0 0 0 0,-1 0 0 0 0,1 0 0 0 0,-1-1 0 0 0,1 1 0 0 0,0-1 1 0 0,0 1-1 0 0,0-1 0 0 0,1 0 0 0 0,-1 0 0 0 0,0 0 0 0 0,1 0 0 0 0,-1 0 1 0 0,1-1-1 0 0,0 1 0 0 0,-1-1 0 0 0,1 1 0 0 0,0-1 0 0 0,0 0 0 0 0,0 0 1 0 0,0-1-1 0 0,0 1 0 0 0,0 0 0 0 0,0-1 0 0 0,1 0 0 0 0,2 0 0 0 0,3 0-765 0 0,0 0 0 0 0,0-1 0 0 0,0-1-1 0 0,0 1 1 0 0,-1-1 0 0 0,1-1 0 0 0,0 1-1 0 0,12-7 1 0 0,2-3-2088 0 0</inkml:trace>
</inkml:ink>
</file>

<file path=ppt/ink/ink8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3:54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39 380 0 0,'-5'-30'5327'0'0,"4"21"-7553"0"0</inkml:trace>
</inkml:ink>
</file>

<file path=ppt/ink/ink8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3:56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59 404 0 0,'0'0'591'0'0,"0"-21"2003"0"0,2 9 3675 0 0,-1 18-6269 0 0,9 64 10 0 0,24 86 0 0 0,-12-96 114 0 0,-21-59-95 0 0,-1-1-24 0 0,0 1 0 0 0,0-1 0 0 0,0 0 0 0 0,0 1 0 0 0,0-1 0 0 0,1 0 0 0 0,-1 1 0 0 0,0-1 0 0 0,0 0 0 0 0,0 1 0 0 0,1-1 0 0 0,-1 0 0 0 0,0 1 0 0 0,0-1 0 0 0,1 0 0 0 0,-1 0 0 0 0,0 1 0 0 0,1-1 0 0 0,-1 0 0 0 0,0 0 0 0 0,1 0 0 0 0,-1 0 0 0 0,0 1 0 0 0,1-1 0 0 0,-1 0 0 0 0,0 0 0 0 0,1 0 0 0 0,-1 0 0 0 0,0 0 0 0 0,1 0 0 0 0,-1 0 0 0 0,1 0 0 0 0,-1 0 0 0 0,0 0 0 0 0,1 0 0 0 0,-1 0 0 0 0,0 0 0 0 0,1 0 0 0 0,-1-1 0 0 0,1 1 0 0 0,26-17 4 0 0,-1-1 1 0 0,-1-1-1 0 0,-1-1 1 0 0,-1-2-1 0 0,0 0 1 0 0,23-31-1 0 0,-46 52-17 0 0,1 1 1 0 0,0-1-1 0 0,0 0 0 0 0,0 0 0 0 0,0 1 0 0 0,0-1 1 0 0,0 0-1 0 0,0 1 0 0 0,0-1 0 0 0,0 1 0 0 0,0 0 1 0 0,0-1-1 0 0,1 1 0 0 0,-1 0 0 0 0,0-1 0 0 0,0 1 1 0 0,0 0-1 0 0,0 0 0 0 0,1 0 0 0 0,-1 0 0 0 0,0 0 1 0 0,0 0-1 0 0,0 1 0 0 0,1-1 0 0 0,-1 0 0 0 0,0 1 1 0 0,0-1-1 0 0,0 0 0 0 0,0 1 0 0 0,0-1 0 0 0,0 1 1 0 0,0 0-1 0 0,0-1 0 0 0,0 1 0 0 0,0 0 0 0 0,0 0 1 0 0,0 0-1 0 0,1 1 0 0 0,38 46-39 0 0,-21-24 31 0 0,-2-7 8 0 0,1-1 0 0 0,1-1 0 0 0,0-1 0 0 0,33 19 0 0 0,-41-27 6 0 0,0 0-1 0 0,1-1 1 0 0,-1-1-1 0 0,1 1 1 0 0,0-2-1 0 0,0 0 1 0 0,0 0-1 0 0,0-1 1 0 0,0-1-1 0 0,20 1 1 0 0,-29-2 20 0 0,1-1 1 0 0,0 1-1 0 0,-1-1 0 0 0,1 1 1 0 0,-1-1-1 0 0,0 0 1 0 0,1-1-1 0 0,-1 1 1 0 0,0-1-1 0 0,1 1 1 0 0,-1-1-1 0 0,0 0 1 0 0,0 0-1 0 0,-1 0 1 0 0,1 0-1 0 0,0-1 1 0 0,-1 1-1 0 0,5-6 1 0 0,-4 3 38 0 0,0 0 1 0 0,0-1-1 0 0,0 0 1 0 0,-1 1 0 0 0,0-1-1 0 0,0 0 1 0 0,0 0-1 0 0,-1-1 1 0 0,2-10-1 0 0,-2-7 175 0 0,-1 1-1 0 0,-1-1 1 0 0,-1 1-1 0 0,-6-33 1 0 0,3 36 56 0 0,-1 0 1 0 0,0 1 0 0 0,-12-23 0 0 0,17 40-262 0 0,-2-6-22 0 0</inkml:trace>
</inkml:ink>
</file>

<file path=ppt/ink/ink8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3:57.2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24 196 0 0,'0'0'2301'0'0,"0"-15"-418"0"0,0 7 290 0 0,-1 10-785 0 0,-3 32-1320 0 0,-30 200 281 0 0,20-179-178 0 0,9-38-104 0 0,1 0-1 0 0,1 0 1 0 0,0 0 0 0 0,1 0-1 0 0,1 0 1 0 0,1 25-1 0 0,0-40-52 0 0,1 1 0 0 0,0 0 0 0 0,0-1 0 0 0,-1 1 0 0 0,2-1-1 0 0,-1 1 1 0 0,0-1 0 0 0,0 0 0 0 0,1 1 0 0 0,-1-1-1 0 0,1 0 1 0 0,0 0 0 0 0,0 0 0 0 0,0 0 0 0 0,0 0 0 0 0,0 0-1 0 0,0-1 1 0 0,0 1 0 0 0,0-1 0 0 0,1 1 0 0 0,-1-1-1 0 0,1 0 1 0 0,-1 0 0 0 0,1 0 0 0 0,-1 0 0 0 0,1-1-1 0 0,0 1 1 0 0,-1-1 0 0 0,1 1 0 0 0,5-1 0 0 0,13 2-14 0 0,-1-2 0 0 0,1 0 0 0 0,25-3 0 0 0,-4 0-763 0 0,-23-1-277 0 0,-12-2-2762 0 0,-3-1 1651 0 0</inkml:trace>
</inkml:ink>
</file>

<file path=ppt/ink/ink8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3:57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45 440 0 0,'7'-5'564'0'0,"1"-2"388"0"0,10-2-600 0 0,-3 4-116 0 0,-2 2-128 0 0,1-3-132 0 0,3 4-120 0 0,-2-1-272 0 0,3 1-448 0 0,-2-1 200 0 0</inkml:trace>
</inkml:ink>
</file>

<file path=ppt/ink/ink8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3:57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5 528 0 0,'18'-2'1499'0'0,"-10"1"-1381"0"0,0 0 1 0 0,0 1 0 0 0,0 0-1 0 0,0 1 1 0 0,0-1-1 0 0,0 2 1 0 0,0-1 0 0 0,0 1-1 0 0,0 0 1 0 0,-1 1-1 0 0,1 0 1 0 0,-1 0-1 0 0,1 1 1 0 0,-1-1 0 0 0,0 2-1 0 0,-1-1 1 0 0,1 1-1 0 0,-1 0 1 0 0,0 0-1 0 0,0 1 1 0 0,0-1 0 0 0,-1 1-1 0 0,0 1 1 0 0,0-1-1 0 0,-1 1 1 0 0,0 0 0 0 0,7 14-1 0 0,41 84 116 0 0,-40-86-192 0 0,0 2-1 0 0,-2-1 0 0 0,0 2 1 0 0,-2-1-1 0 0,0 1 0 0 0,-1 0 1 0 0,6 44-1 0 0,-13-61-4 0 0,0 0-1 0 0,-1 1 1 0 0,0-1 0 0 0,0 0 0 0 0,0 1-1 0 0,-1-1 1 0 0,0 0 0 0 0,0 0 0 0 0,0 0-1 0 0,0 0 1 0 0,-1-1 0 0 0,0 1 0 0 0,0-1 0 0 0,0 1-1 0 0,0-1 1 0 0,-1 0 0 0 0,0 0 0 0 0,0 0-1 0 0,0-1 1 0 0,0 0 0 0 0,-9 6 0 0 0,-10 5 71 0 0,1-1 0 0 0,-2-1 0 0 0,-29 10 0 0 0,40-16-81 0 0,-12 4-140 0 0,-68 26-3892 0 0,78-30 2283 0 0</inkml:trace>
</inkml:ink>
</file>

<file path=ppt/ink/ink8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2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17 680 0 0,'0'0'697'0'0,"-2"-17"7499"0"0,-69 305-7934 0 0,68-286-261 0 0,8 33 16 0 0,-4-30-7 0 0,1 0 1 0 0,-1 0-1 0 0,1-1 1 0 0,0 1-1 0 0,0 0 1 0 0,1-1-1 0 0,0 0 1 0 0,-1 1-1 0 0,5 4 1 0 0,-5-8 2 0 0,29 15 104 0 0,27-13-14 0 0,24-11-36 0 0,-79 7-69 0 0,9-2-309 0 0,-10 3 251 0 0,-1 0 0 0 0,1-1 1 0 0,-1 1-1 0 0,1 0 0 0 0,-1 0 1 0 0,1-1-1 0 0,-1 1 1 0 0,1-1-1 0 0,-1 1 0 0 0,0-1 1 0 0,1 0-1 0 0,-1 0 0 0 0,0 0 1 0 0,2-1-1 0 0,-3 1-320 0 0,0-7 365 0 0</inkml:trace>
</inkml:ink>
</file>

<file path=ppt/ink/ink8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2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40 124 0 0,'0'0'2964'0'0,"4"-4"-2378"0"0,-1 1-380 0 0,1-1 0 0 0,0 1 0 0 0,1 0 0 0 0,-1 0 0 0 0,0 0 0 0 0,1 1 0 0 0,0-1 0 0 0,-1 1-1 0 0,1 0 1 0 0,0 0 0 0 0,0 1 0 0 0,0 0 0 0 0,1 0 0 0 0,-1 0 0 0 0,0 0 0 0 0,7 1 0 0 0,-10 0-168 0 0,3 0-472 0 0,-1 0 1 0 0,1 0-1 0 0,-1 1 1 0 0,0-1-1 0 0,1 1 1 0 0,-1 0-1 0 0,0 1 1 0 0,0-1-1 0 0,7 4 1 0 0,-1-1-1185 0 0</inkml:trace>
</inkml:ink>
</file>

<file path=ppt/ink/ink8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2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30 680 0 0,'0'0'1444'0'0,"4"-2"-810"0"0,10-4 107 0 0,1 1 0 0 0,-1 0 0 0 0,1 1 0 0 0,21-2 0 0 0,-31 5-1225 0 0,-1 1 0 0 0,1 0 1 0 0,0 0-1 0 0,-1 0 1 0 0,1 1-1 0 0,0 0 0 0 0,4 1 1 0 0,-1 0-979 0 0</inkml:trace>
</inkml:ink>
</file>

<file path=ppt/ink/ink8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3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4 292 0 0,'25'-3'4290'0'0,"-24"3"-4255"0"0,1 0 0 0 0,-1 1-1 0 0,0-1 1 0 0,0 1-1 0 0,0-1 1 0 0,0 1 0 0 0,0-1-1 0 0,0 1 1 0 0,0 0-1 0 0,0 0 1 0 0,0-1 0 0 0,0 1-1 0 0,-1 0 1 0 0,1 0-1 0 0,0 0 1 0 0,0 0 0 0 0,-1 0-1 0 0,1 0 1 0 0,-1 0-1 0 0,1 0 1 0 0,0 2-1 0 0,1 29 886 0 0,-3-14-764 0 0,1-8-123 0 0,4 17 944 0 0,-3-26-943 0 0,0 0 0 0 0,0 0 0 0 0,0 0-1 0 0,0-1 1 0 0,0 1 0 0 0,0 0 0 0 0,0-1 0 0 0,1 1 0 0 0,-1-1 0 0 0,0 1 0 0 0,0-1-1 0 0,1 1 1 0 0,-1-1 0 0 0,0 0 0 0 0,1 0 0 0 0,-1 0 0 0 0,0 0 0 0 0,1 0 0 0 0,-1 0-1 0 0,0 0 1 0 0,1 0 0 0 0,0 0 0 0 0,61-5-872 0 0,-22-1-2898 0 0,-23 4 1690 0 0</inkml:trace>
</inkml:ink>
</file>

<file path=ppt/ink/ink8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4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1 122 600 0 0,'14'-31'4532'0'0,"-14"30"-4474"0"0,0 1 0 0 0,0 0 0 0 0,0 0 1 0 0,1 0-1 0 0,-1 0 0 0 0,0 0 0 0 0,0-1 1 0 0,0 1-1 0 0,0 0 0 0 0,1 0 0 0 0,-1 0 1 0 0,0 0-1 0 0,0 0 0 0 0,0 0 0 0 0,0 0 0 0 0,1 0 1 0 0,-1 0-1 0 0,0 0 0 0 0,0 0 0 0 0,0 0 1 0 0,1 0-1 0 0,-1 0 0 0 0,0 0 0 0 0,0 0 0 0 0,0 0 1 0 0,1 0-1 0 0,-1 0 0 0 0,0 0 0 0 0,0 0 1 0 0,0 0-1 0 0,0 0 0 0 0,1 0 0 0 0,-1 0 0 0 0,0 0 1 0 0,0 0-1 0 0,0 0 0 0 0,0 1 0 0 0,1-1 1 0 0,-1 0-1 0 0,0 0 0 0 0,0 0 0 0 0,0 0 0 0 0,0 0 1 0 0,0 1-1 0 0,1-1 0 0 0,-1 0 0 0 0,0 0 1 0 0,0 0-1 0 0,0 0 0 0 0,0 1 0 0 0,0-1 0 0 0,0 0 1 0 0,0 0-1 0 0,0 0 0 0 0,0 1 0 0 0,0-1 1 0 0,0 0-1 0 0,0 0 0 0 0,0 0 0 0 0,0 1 1 0 0,0-1-1 0 0,0 0 0 0 0,0 0 0 0 0,0 1 0 0 0,5 26 724 0 0,-1 31-770 0 0,-4-38 74 0 0,7 160 509 0 0,-7-179-567 0 0,0 0-22 0 0,0-1 1 0 0,0 1-1 0 0,0-1 1 0 0,0 0-1 0 0,0 1 1 0 0,0-1-1 0 0,1 0 0 0 0,-1 1 1 0 0,0-1-1 0 0,0 0 1 0 0,0 1-1 0 0,0-1 1 0 0,0 0-1 0 0,1 0 0 0 0,-1 1 1 0 0,0-1-1 0 0,0 0 1 0 0,0 1-1 0 0,1-1 1 0 0,-1 0-1 0 0,0 0 0 0 0,1 0 1 0 0,-1 1-1 0 0,0-1 1 0 0,0 0-1 0 0,1 0 0 0 0,-1 0 1 0 0,0 0-1 0 0,1 1 1 0 0,-1-1-1 0 0,0 0 1 0 0,1 0-1 0 0,-1 0 0 0 0,0 0 1 0 0,1 0-1 0 0,15-6 92 0 0,17-18-47 0 0,-27 19-10 0 0,18-13 73 0 0,-13 8-209 0 0,0 2-1 0 0,1 0 1 0 0,18-10 0 0 0,-26 16 31 0 0,0 0 0 0 0,1 1 0 0 0,-1-1 0 0 0,1 1 1 0 0,-1 0-1 0 0,1 0 0 0 0,0 1 0 0 0,-1-1 0 0 0,1 1 0 0 0,-1 0 0 0 0,1 1 1 0 0,0-1-1 0 0,-1 1 0 0 0,8 1 0 0 0,-2 1 46 0 0,1 0 0 0 0,-1-1 0 0 0,1 0 0 0 0,-1-1 0 0 0,1 0 0 0 0,-1-1 0 0 0,1 0 0 0 0,-1-1 0 0 0,16-2 0 0 0,-22 2 95 0 0,1-1 0 0 0,-1 1-1 0 0,0-1 1 0 0,1 0 0 0 0,-1-1-1 0 0,0 1 1 0 0,0-1 0 0 0,0 0-1 0 0,0 0 1 0 0,-1 0 0 0 0,1 0-1 0 0,-1 0 1 0 0,0-1 0 0 0,0 0 0 0 0,0 1-1 0 0,0-1 1 0 0,-1-1 0 0 0,1 1-1 0 0,-1 0 1 0 0,0 0 0 0 0,0-1-1 0 0,-1 1 1 0 0,2-6 0 0 0,9-31 530 0 0,-1-1 0 0 0,6-55 0 0 0,-14 80-1293 0 0,-2 2-1390 0 0</inkml:trace>
</inkml:ink>
</file>

<file path=ppt/ink/ink8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4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9 324 0 0,'0'0'1068'0'0,"0"-1"-585"0"0,1 0 1 0 0,-1 1-1 0 0,1-1 0 0 0,0 0 1 0 0,0 1-1 0 0,0-1 0 0 0,-1 1 1 0 0,1-1-1 0 0,0 1 0 0 0,0-1 1 0 0,0 1-1 0 0,0-1 0 0 0,0 1 0 0 0,0 0 1 0 0,0 0-1 0 0,0-1 0 0 0,0 1 1 0 0,1 0-1 0 0,0 7-362 0 0,0 0 1 0 0,0 1-1 0 0,0-1 1 0 0,-1 0 0 0 0,-1 1-1 0 0,1-1 1 0 0,-1 1-1 0 0,0-1 1 0 0,-1 1-1 0 0,-1 7 1 0 0,-20 82 349 0 0,11-56-305 0 0,7-21-111 0 0,-51 182 408 0 0,50-187-439 0 0,1-6-4 0 0,1 0 0 0 0,0 1 0 0 0,1-1 0 0 0,0 1 1 0 0,-1 11-1 0 0,2-19-15 0 0,1 0 0 0 0,0 0 0 0 0,0-1 1 0 0,1 1-1 0 0,-1 0 0 0 0,0-1 0 0 0,0 1 1 0 0,1 0-1 0 0,-1-1 0 0 0,1 1 0 0 0,-1-1 1 0 0,1 1-1 0 0,0-1 0 0 0,0 1 0 0 0,0-1 1 0 0,0 1-1 0 0,0-1 0 0 0,0 0 0 0 0,0 1 1 0 0,0-1-1 0 0,0 0 0 0 0,1 0 0 0 0,-1 0 1 0 0,0 0-1 0 0,1 0 0 0 0,-1 0 0 0 0,1 0 1 0 0,-1-1-1 0 0,1 1 0 0 0,-1 0 0 0 0,1-1 1 0 0,0 1-1 0 0,-1-1 0 0 0,1 0 0 0 0,0 1 1 0 0,2-1-1 0 0,15 1 9 0 0,1-1 1 0 0,-1-1-1 0 0,0-1 0 0 0,0 0 0 0 0,24-7 1 0 0,-20 4-1009 0 0,0 1-1 0 0,36-2 1 0 0,-58 6 777 0 0,0 0 0 0 0,0 0 0 0 0,0 0-1 0 0,-1 0 1 0 0,1 0 0 0 0,0 0 0 0 0,0 0 0 0 0,0 0 0 0 0,-1-1 0 0 0,1 1 0 0 0,0 0 0 0 0,0 0-1 0 0,-1-1 1 0 0,1 1 0 0 0,0-1 0 0 0,-1 1 0 0 0,1-1 0 0 0,0 1 0 0 0,-1-1 0 0 0,1 1 0 0 0,0-1-1 0 0,-1 1 1 0 0,1-1 0 0 0,-1 0 0 0 0,1 1 0 0 0,-1-1 0 0 0,1-1 0 0 0</inkml:trace>
</inkml:ink>
</file>

<file path=ppt/ink/ink8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4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1 108 504 0 0,'9'-12'846'0'0,"0"1"0"0"0,1 0 0 0 0,1 0 0 0 0,0 1 0 0 0,0 0 0 0 0,16-9 0 0 0,-21 15-822 0 0,0 1-1 0 0,0 0 1 0 0,0 0 0 0 0,1 1 0 0 0,0 0 0 0 0,9-2 0 0 0,-10 3-448 0 0,-1 0 0 0 0,1 1-1 0 0,0-1 1 0 0,0 1 0 0 0,-1 1-1 0 0,1-1 1 0 0,0 1 0 0 0,9 3-1 0 0,-5-1-1137 0 0</inkml:trace>
</inkml:ink>
</file>

<file path=ppt/ink/ink8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5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1 100 0 0,'1'0'226'0'0,"0"0"0"0"0,0 0 0 0 0,-1 0 0 0 0,1 0 0 0 0,0 0 0 0 0,0 0 1 0 0,0 0-1 0 0,0 0 0 0 0,0 1 0 0 0,-1-1 0 0 0,1 0 0 0 0,0 0 0 0 0,0 1 0 0 0,0-1 0 0 0,-1 0 0 0 0,1 1 0 0 0,0-1 0 0 0,0 1 0 0 0,-1-1 1 0 0,1 1-1 0 0,0 0 0 0 0,-1-1 0 0 0,1 1 0 0 0,-1-1 0 0 0,1 1 0 0 0,0 1 0 0 0,4 26 1995 0 0,-19 43-2429 0 0,8-51 817 0 0,0 18-332 0 0,1 0 0 0 0,1 40 0 0 0,4-76-260 0 0,1 0-1 0 0,-1 0 1 0 0,0-1 0 0 0,1 1-1 0 0,-1 0 1 0 0,1-1 0 0 0,0 1-1 0 0,0 0 1 0 0,0-1 0 0 0,-1 1-1 0 0,1-1 1 0 0,0 1 0 0 0,1-1-1 0 0,-1 0 1 0 0,0 1 0 0 0,0-1-1 0 0,1 0 1 0 0,-1 0 0 0 0,0 0-1 0 0,1 0 1 0 0,-1 0 0 0 0,1 0-1 0 0,0 0 1 0 0,-1 0 0 0 0,1-1-1 0 0,0 1 1 0 0,-1-1 0 0 0,1 1-1 0 0,0-1 1 0 0,0 0 0 0 0,-1 1-1 0 0,4-1 1 0 0,7 1-27 0 0,0 0 1 0 0,1-1-1 0 0,16-2 1 0 0,-19 2-184 0 0,1-1-19 0 0,25-2-1579 0 0,-13-4-2142 0 0,-13 3 1657 0 0</inkml:trace>
</inkml:ink>
</file>

<file path=ppt/ink/ink8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5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88 340 0 0,'0'0'865'0'0,"0"-1"-700"0"0,0 1 0 0 0,-1-1 1 0 0,1 0-1 0 0,0 1 0 0 0,0-1 1 0 0,0 1-1 0 0,-1-1 0 0 0,1 0 0 0 0,0 1 1 0 0,0-1-1 0 0,0 0 0 0 0,0 1 1 0 0,0-1-1 0 0,0 0 0 0 0,0 1 0 0 0,0-1 1 0 0,0 0-1 0 0,1 1 0 0 0,-1-1 1 0 0,0 1-1 0 0,1-2 0 0 0,6-5 188 0 0,0 1-1 0 0,1 0 1 0 0,0 1 0 0 0,0-1-1 0 0,0 2 1 0 0,1-1-1 0 0,0 1 1 0 0,13-5 0 0 0,50-9-5248 0 0,-57 15 3135 0 0</inkml:trace>
  <inkml:trace contextRef="#ctx0" brushRef="#br0" timeOffset="1">343 65 696 0 0,'0'0'743'0'0,"14"2"1898"0"0,88-17-1567 0 0,-100 15-2037 0 0</inkml:trace>
</inkml:ink>
</file>

<file path=ppt/ink/ink8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5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0 364 0 0,'0'0'5537'0'0,"1"4"-5245"0"0,1 5-146 0 0,25 88 1700 0 0,-6-31-3542 0 0,-19-57-1513 0 0</inkml:trace>
</inkml:ink>
</file>

<file path=ppt/ink/ink8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6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24 364 0 0,'14'-5'563'0'0,"0"1"0"0"0,0 0-1 0 0,0 0 1 0 0,1 2 0 0 0,-1 0 0 0 0,30-1 0 0 0,-40 3-498 0 0,1 1 0 0 0,-1-1 0 0 0,0 1 0 0 0,1-1 0 0 0,-1 1 0 0 0,1 0 0 0 0,-1 1 0 0 0,0-1 0 0 0,0 1 0 0 0,0 0 0 0 0,0 0 0 0 0,0 0 0 0 0,0 1 0 0 0,-1-1 0 0 0,1 1 0 0 0,-1 0 0 0 0,1 0 0 0 0,-1 0 0 0 0,0 0 0 0 0,0 1 0 0 0,-1-1 0 0 0,1 1 0 0 0,-1 0 0 0 0,0 0 0 0 0,1 0 0 0 0,1 6 0 0 0,12 46 158 0 0,-2 1 1 0 0,-3 0-1 0 0,7 97 0 0 0,-17-150-214 0 0,-1 4 7 0 0,0-1-1 0 0,0 1 0 0 0,-1 0 0 0 0,0-1 0 0 0,0 1 1 0 0,-1-1-1 0 0,0 1 0 0 0,0-1 0 0 0,0 0 0 0 0,-1 0 1 0 0,-1 0-1 0 0,1 0 0 0 0,-1 0 0 0 0,0-1 1 0 0,0 0-1 0 0,-1 0 0 0 0,0 0 0 0 0,0 0 0 0 0,0-1 1 0 0,-10 8-1 0 0,1-2-542 0 0,-1 0-1 0 0,0-2 1 0 0,0 1 0 0 0,0-2-1 0 0,-1 0 1 0 0,-1-1 0 0 0,-32 9-1 0 0,10-7-1194 0 0</inkml:trace>
</inkml:ink>
</file>

<file path=ppt/ink/ink8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6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7 428 0 0,'0'0'2046'0'0,"0"-1"-1989"0"0,1 1 1 0 0,-1 0 0 0 0,0 0 0 0 0,0 0 0 0 0,0 0-1 0 0,0-1 1 0 0,0 1 0 0 0,0 0 0 0 0,0 0 0 0 0,0 0-1 0 0,0 0 1 0 0,0-1 0 0 0,0 1 0 0 0,0 0 0 0 0,0 0-1 0 0,0 0 1 0 0,-1 0 0 0 0,1-1 0 0 0,0 1 0 0 0,0 0-1 0 0,0 0 1 0 0,0 0 0 0 0,0 0 0 0 0,0-1 0 0 0,0 1-1 0 0,0 0 1 0 0,-1 0 0 0 0,1 0 0 0 0,0 0 0 0 0,0 0-1 0 0,0 0 1 0 0,0-1 0 0 0,0 1 0 0 0,-1 0 0 0 0,1 0-1 0 0,0 0 1 0 0,0 0 0 0 0,0 0 0 0 0,0 0 0 0 0,-1 0-1 0 0,1 0 1 0 0,0 0 0 0 0,0 0 0 0 0,0 0 0 0 0,0 0 0 0 0,-1 0-1 0 0,1 0 1 0 0,0 0 0 0 0,0 0 0 0 0,0 0 0 0 0,-1 0-1 0 0,1 0 1 0 0,0 0 0 0 0,0 0 0 0 0,0 0 0 0 0,0 0-1 0 0,0 1 1 0 0,-1-1 0 0 0,1 0 0 0 0,0 0 0 0 0,0 0-1 0 0,0 0 1 0 0,0 0 0 0 0,0 0 0 0 0,-1 1 0 0 0,-10 18-2441 0 0,2-5 185 0 0</inkml:trace>
</inkml:ink>
</file>

<file path=ppt/ink/ink8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6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1 204 0 0,'0'0'708'0'0,"0"14"1148"0"0,2-6-560 0 0,-1 3-484 0 0,0-1-760 0 0,6 2-312 0 0,-3 2-424 0 0,-2-5 20 0 0,4 6-1792 0 0</inkml:trace>
</inkml:ink>
</file>

<file path=ppt/ink/ink8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7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 0 0,'0'0'2956'0'0</inkml:trace>
  <inkml:trace contextRef="#ctx0" brushRef="#br0" timeOffset="1">39 93 740 0 0,'6'13'6961'0'0,"-4"-8"-9676"0"0</inkml:trace>
</inkml:ink>
</file>

<file path=ppt/ink/ink8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09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62 372 0 0,'2'-3'668'0'0,"0"0"0"0"0,-1-1 0 0 0,1 1 0 0 0,-1 0 0 0 0,1-1 0 0 0,-1 1 0 0 0,0-1 0 0 0,0 1 0 0 0,-1-1 0 0 0,1-6 4446 0 0,0 17-5074 0 0,3 74 115 0 0,-4-56-89 0 0,1 0 0 0 0,1 0 0 0 0,10 46-1 0 0,-12-69-58 0 0,1 0 0 0 0,-1-1-1 0 0,0 1 1 0 0,1 0 0 0 0,0-1-1 0 0,-1 1 1 0 0,1-1 0 0 0,0 1-1 0 0,0-1 1 0 0,0 1 0 0 0,0-1-1 0 0,0 0 1 0 0,0 1 0 0 0,0-1-1 0 0,1 0 1 0 0,-1 0-1 0 0,0 0 1 0 0,1 0 0 0 0,-1 0-1 0 0,0 0 1 0 0,1 0 0 0 0,0 0-1 0 0,-1-1 1 0 0,1 1 0 0 0,-1 0-1 0 0,1-1 1 0 0,0 1 0 0 0,-1-1-1 0 0,1 0 1 0 0,2 0 0 0 0,2 0-7 0 0,-1-1 1 0 0,0 0 0 0 0,0 0 0 0 0,0-1 0 0 0,0 0 0 0 0,0 1 0 0 0,-1-2 0 0 0,1 1 0 0 0,5-4 0 0 0,0 0-107 0 0,0 1 0 0 0,0 0-1 0 0,0 0 1 0 0,0 1 0 0 0,1 1 0 0 0,0 0 0 0 0,0 0 0 0 0,0 1 0 0 0,0 0-1 0 0,0 1 1 0 0,0 0 0 0 0,0 1 0 0 0,1 0 0 0 0,10 2 0 0 0,-22-2 105 0 0,10 2-48 0 0,0 0 0 0 0,0-1 1 0 0,0 0-1 0 0,0 0 1 0 0,0-1-1 0 0,16-2 1 0 0,-23 1 90 0 0,0 0 0 0 0,0 0 1 0 0,-1-1-1 0 0,1 1 0 0 0,0 0 0 0 0,0-1 1 0 0,-1 0-1 0 0,1 0 0 0 0,-1 0 1 0 0,0 0-1 0 0,1 0 0 0 0,-1 0 1 0 0,0 0-1 0 0,0-1 0 0 0,0 1 1 0 0,-1-1-1 0 0,1 0 0 0 0,-1 1 1 0 0,1-1-1 0 0,-1 0 0 0 0,0 0 0 0 0,0 0 1 0 0,0 0-1 0 0,1-5 0 0 0,2-12 186 0 0,0-1 0 0 0,-2 0 0 0 0,0 0 0 0 0,-1 0-1 0 0,-3-34 1 0 0,1 53-253 0 0,1-3-66 0 0,0-4-509 0 0</inkml:trace>
</inkml:ink>
</file>

<file path=ppt/ink/ink8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0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0 864 0 0,'2'11'7308'0'0,"-2"60"-6592"0"0,-7-18-322 0 0,-16 57 0 0 0,-5 44 12 0 0,27-152-398 0 0,1 1 0 0 0,-1 0 0 0 0,1 0 0 0 0,0-1 0 0 0,0 1 0 0 0,0 0 0 0 0,0-1 0 0 0,1 1 0 0 0,-1 0 0 0 0,1-1 0 0 0,0 1 0 0 0,-1 0 0 0 0,1-1 0 0 0,0 1 0 0 0,1-1 0 0 0,-1 1 0 0 0,0-1 0 0 0,3 3 0 0 0,-2-3 0 0 0,1 0 0 0 0,0 0 1 0 0,0-1-1 0 0,-1 1 0 0 0,1-1 0 0 0,0 1 0 0 0,0-1 0 0 0,1 0 1 0 0,-1 0-1 0 0,0-1 0 0 0,0 1 0 0 0,0-1 0 0 0,0 1 0 0 0,1-1 1 0 0,-1 0-1 0 0,4-1 0 0 0,213-18 111 0 0,-217 19-193 0 0,5 0 220 0 0,-4 0-1399 0 0</inkml:trace>
</inkml:ink>
</file>

<file path=ppt/ink/ink8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0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49 464 0 0,'0'0'780'0'0,"13"-8"-4"0"0,-4 2-44 0 0,1 1-64 0 0,3 0-56 0 0,-3 1-72 0 0,6-1-52 0 0,-6 2-47 0 0,7-1-29 0 0,-1 1-76 0 0,2 1-132 0 0,-3-1-148 0 0,3 3-116 0 0,-2 0-152 0 0,0 1-156 0 0,1 1-613 0 0,-5 0-1059 0 0,3-1 472 0 0</inkml:trace>
</inkml:ink>
</file>

<file path=ppt/ink/ink8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1.1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0 452 0 0,'0'0'2450'0'0,"24"14"2596"0"0,-22-11-4973 0 0,-1 0 0 0 0,0 0 0 0 0,0 1 0 0 0,0-1 0 0 0,0 0 0 0 0,0 0 0 0 0,-1 0 0 0 0,1 1 0 0 0,-1-1 0 0 0,0 0 0 0 0,0 1 0 0 0,0-1 0 0 0,-1 5 0 0 0,-11 43 125 0 0,8-39-84 0 0,-46 133 445 0 0,49-142-535 0 0,2-1-13 0 0,-1 0 0 0 0,0 0 0 0 0,1 0 0 0 0,-1 0 1 0 0,1-1-1 0 0,-1 1 0 0 0,1 0 0 0 0,0 0 0 0 0,0 0 0 0 0,0 0 0 0 0,0-1 0 0 0,0 1 1 0 0,0-1-1 0 0,1 1 0 0 0,-1-1 0 0 0,1 1 0 0 0,-1-1 0 0 0,3 3 0 0 0,4-3 7 0 0,-1 1-1 0 0,0-1 1 0 0,0-1-1 0 0,1 0 1 0 0,-1 1-1 0 0,1-2 0 0 0,12-1 1 0 0,57-13-2226 0 0,-69 14 1601 0 0,5-7-3053 0 0,-5 4 1555 0 0</inkml:trace>
</inkml:ink>
</file>

<file path=ppt/ink/ink8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1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67 380 0 0,'0'0'3073'0'0,"4"-3"-2457"0"0,13-6-233 0 0,1 2 0 0 0,0-1-1 0 0,0 2 1 0 0,0 0 0 0 0,0 2 0 0 0,34-5 0 0 0,4-2-4061 0 0,-44 8 1947 0 0</inkml:trace>
</inkml:ink>
</file>

<file path=ppt/ink/ink8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1.8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0 119 132 0 0,'17'0'1864'0'0,"116"-8"1534"0"0,-44-3-6453 0 0,-79 9 1736 0 0</inkml:trace>
  <inkml:trace contextRef="#ctx0" brushRef="#br0" timeOffset="1">203 0 596 0 0,'-1'5'575'0'0,"-1"0"0"0"0,1 0 0 0 0,0 0 0 0 0,1 0 0 0 0,-1 1 0 0 0,1-1 0 0 0,0 0 0 0 0,1 0 0 0 0,0 7 0 0 0,4 69 171 0 0,-5-74-987 0 0,4 19-155 0 0,2-11-3025 0 0,-1-8 1711 0 0</inkml:trace>
</inkml:ink>
</file>

<file path=ppt/ink/ink8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2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0 644 0 0,'0'0'1372'0'0,"-2"5"-744"0"0,-6 18-127 0 0,2-1-1 0 0,0 1 0 0 0,2 1 1 0 0,1-1-1 0 0,0 1 1 0 0,2-1-1 0 0,1 1 0 0 0,1 0 1 0 0,5 35-1 0 0,-3-52-848 0 0</inkml:trace>
</inkml:ink>
</file>

<file path=ppt/ink/ink8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2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23 80 0 0,'15'-5'806'0'0,"1"1"1"0"0,-1 0-1 0 0,1 0 1 0 0,0 2-1 0 0,0 0 1 0 0,28 1-1 0 0,-39 1-744 0 0,0 1 0 0 0,-1-1 0 0 0,1 1-1 0 0,0 1 1 0 0,-1-1 0 0 0,1 1 0 0 0,-1-1 0 0 0,0 1 0 0 0,1 1-1 0 0,-1-1 1 0 0,0 0 0 0 0,0 1 0 0 0,0 0 0 0 0,-1 0 0 0 0,1 0-1 0 0,-1 1 1 0 0,0-1 0 0 0,1 1 0 0 0,-1 0 0 0 0,-1-1 0 0 0,1 1-1 0 0,-1 1 1 0 0,4 7 0 0 0,4 9 33 0 0,-2 0 0 0 0,0 1 0 0 0,7 34 0 0 0,-13-46-57 0 0,2 5-15 0 0,-1 0 0 0 0,0 1 0 0 0,-1 0-1 0 0,-1-1 1 0 0,-1 1 0 0 0,0 0 0 0 0,-1-1 0 0 0,-1 1 0 0 0,0-1 0 0 0,-1 1 0 0 0,-1-1 0 0 0,0 0 0 0 0,-1 0 0 0 0,-1 0 0 0 0,0-1 0 0 0,-1 0 0 0 0,0 0 0 0 0,-1-1 0 0 0,-1 0 0 0 0,0 0 0 0 0,-1-1 0 0 0,0 0-1 0 0,-17 15 1 0 0,8-9-217 0 0,-1-1 0 0 0,-1-1 0 0 0,-24 14 0 0 0,-33 13-3561 0 0,43-27 1701 0 0</inkml:trace>
</inkml:ink>
</file>

<file path=ppt/ink/ink8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3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17 628 0 0,'0'0'1733'0'0,"3"-11"168"0"0,-3 11-1837 0 0,0 0 1 0 0,0 0-1 0 0,0 0 0 0 0,0 0 1 0 0,0-1-1 0 0,0 1 1 0 0,0 0-1 0 0,0 0 0 0 0,0 0 1 0 0,0 0-1 0 0,0-1 0 0 0,0 1 1 0 0,0 0-1 0 0,0 0 0 0 0,0 0 1 0 0,0 0-1 0 0,0-1 1 0 0,0 1-1 0 0,0 0 0 0 0,0 0 1 0 0,0 0-1 0 0,0 0 0 0 0,0 0 1 0 0,0-1-1 0 0,0 1 1 0 0,0 0-1 0 0,0 0 0 0 0,1 0 1 0 0,-1 0-1 0 0,0 0 0 0 0,0 0 1 0 0,0-1-1 0 0,0 1 1 0 0,0 0-1 0 0,0 0 0 0 0,1 0 1 0 0,-1 0-1 0 0,0 0 0 0 0,0 0 1 0 0,0 0-1 0 0,0 0 1 0 0,0 0-1 0 0,1 0 0 0 0,-1 0 1 0 0,0 0-1 0 0,0 0 0 0 0,0 0 1 0 0,0 0-1 0 0,1 0 1 0 0,-1 0-1 0 0,0 0 0 0 0,0 0 1 0 0,0 0-1 0 0,0 0 0 0 0,1 0 1 0 0,-1 0-1 0 0,0 0 0 0 0,0 0 1 0 0,0 0-1 0 0,0 0 1 0 0,0 0-1 0 0,1 0 0 0 0,-1 0 1 0 0,0 1-1 0 0,13 36 383 0 0,-1 0 0 0 0,6 40 0 0 0,-5-23-89 0 0,-13-52-343 0 0,0-1 0 0 0,0 0 0 0 0,0 1-1 0 0,0-1 1 0 0,1 0 0 0 0,-1 0 0 0 0,1 1 0 0 0,-1-1 0 0 0,1 0 0 0 0,-1 0-1 0 0,1 0 1 0 0,0 0 0 0 0,-1 0 0 0 0,1 0 0 0 0,0 0 0 0 0,0 0 0 0 0,0 0-1 0 0,0 0 1 0 0,0 0 0 0 0,0 0 0 0 0,0-1 0 0 0,0 1 0 0 0,0 0 0 0 0,1-1-1 0 0,-1 1 1 0 0,0-1 0 0 0,0 1 0 0 0,0-1 0 0 0,1 1 0 0 0,-1-1 0 0 0,0 0 0 0 0,1 0-1 0 0,-1 0 1 0 0,0 0 0 0 0,2 0 0 0 0,3-1-32 0 0,0-1 0 0 0,0 0-1 0 0,0 0 1 0 0,0 0 0 0 0,-1-1 0 0 0,8-4 0 0 0,25-9-618 0 0,-25 16 413 0 0,0 1 0 0 0,0 0 0 0 0,0 1 1 0 0,0 0-1 0 0,0 1 0 0 0,16 6 0 0 0,-4-1-85 0 0,-22-7 320 0 0,0 0-1 0 0,0 0 0 0 0,1 0 0 0 0,-1-1 0 0 0,0 1 1 0 0,0-1-1 0 0,0 1 0 0 0,1-1 0 0 0,-1 0 0 0 0,0-1 1 0 0,1 1-1 0 0,-1 0 0 0 0,0-1 0 0 0,0 0 0 0 0,0 0 1 0 0,0 0-1 0 0,0 0 0 0 0,1 0 0 0 0,-2 0 0 0 0,1-1 1 0 0,4-2-1 0 0,-4 0 105 0 0,-1 1 1 0 0,1-1-1 0 0,-1 0 0 0 0,0 0 1 0 0,0 0-1 0 0,0 0 1 0 0,-1 0-1 0 0,1 0 1 0 0,-1-1-1 0 0,0 1 0 0 0,-1 0 1 0 0,1-1-1 0 0,-1 1 1 0 0,1-8-1 0 0,-2-3 184 0 0,1 0-1 0 0,-2 0 1 0 0,-3-15-1 0 0,4 22-307 0 0,1 6-273 0 0,-2-4-2436 0 0,1 1-1119 0 0</inkml:trace>
</inkml:ink>
</file>

<file path=ppt/ink/ink8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3.5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14 664 0 0,'20'-13'5663'0'0,"-20"13"-5555"0"0,1 0-1 0 0,-1 0 1 0 0,1 0 0 0 0,-1 0 0 0 0,0 0-1 0 0,1 0 1 0 0,-1 0 0 0 0,1 0-1 0 0,-1 0 1 0 0,0 1 0 0 0,1-1-1 0 0,-1 0 1 0 0,1 0 0 0 0,-1 0-1 0 0,0 1 1 0 0,1-1 0 0 0,-1 0-1 0 0,0 1 1 0 0,1-1 0 0 0,-1 0-1 0 0,0 1 1 0 0,0-1 0 0 0,1 0-1 0 0,-1 1 1 0 0,0-1 0 0 0,0 0-1 0 0,0 1 1 0 0,1-1 0 0 0,-1 1 0 0 0,0 0-1 0 0,1 5 130 0 0,0 0-1 0 0,0 0 0 0 0,0 0 0 0 0,-1 0 1 0 0,-1 11-1 0 0,-9 103 702 0 0,-42 192 1 0 0,32-214-765 0 0,20-96-169 0 0,0-1-1 0 0,-1 1 1 0 0,1-1-1 0 0,0 1 1 0 0,0-1 0 0 0,0 0-1 0 0,0 1 1 0 0,0-1 0 0 0,0 1-1 0 0,0-1 1 0 0,0 1 0 0 0,1-1-1 0 0,-1 0 1 0 0,0 1-1 0 0,1-1 1 0 0,-1 1 0 0 0,1-1-1 0 0,0 0 1 0 0,-1 0 0 0 0,1 1-1 0 0,0-1 1 0 0,0 0 0 0 0,0 0-1 0 0,0 0 1 0 0,0 0-1 0 0,0 0 1 0 0,0 0 0 0 0,0 0-1 0 0,0 0 1 0 0,1 0 0 0 0,-1-1-1 0 0,0 1 1 0 0,0 0 0 0 0,1-1-1 0 0,-1 1 1 0 0,1-1-1 0 0,-1 0 1 0 0,0 1 0 0 0,1-1-1 0 0,-1 0 1 0 0,1 0 0 0 0,1 0-1 0 0,8 1 23 0 0,-1 0 1 0 0,1-1-1 0 0,0-1 0 0 0,13-1 0 0 0,-18 1-11 0 0,22-2-611 0 0,0 0 0 0 0,-1-2 1 0 0,0-2-1 0 0,44-15 1 0 0,-70 22 385 0 0,11-7-529 0 0,-4-2-3956 0 0,-2 0 1955 0 0</inkml:trace>
</inkml:ink>
</file>

<file path=ppt/ink/ink8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3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97 904 0 0,'8'-8'604'0'0,"0"0"1"0"0,0 1-1 0 0,1-1 0 0 0,0 2 1 0 0,1-1-1 0 0,-1 1 0 0 0,1 1 0 0 0,1 0 1 0 0,-1 0-1 0 0,19-5 0 0 0,-9 4-723 0 0,1 1 0 0 0,-1 1 0 0 0,1 1-1 0 0,40 0 1 0 0,-21 12-2511 0 0,-32-7 1474 0 0,3 2-629 0 0</inkml:trace>
</inkml:ink>
</file>

<file path=ppt/ink/ink8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4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1 492 0 0,'0'0'8873'0'0,"-7"9"-8178"0"0,8 20-342 0 0,-2 0 0 0 0,-4 35-1 0 0,-1 29 23 0 0,5-73-307 0 0,1-13-33 0 0,-1-1 1 0 0,1 1 0 0 0,1 0 0 0 0,-1-1 0 0 0,1 1-1 0 0,0 0 1 0 0,3 8 0 0 0,-3-13-28 0 0,0 0 1 0 0,0 0-1 0 0,0 0 0 0 0,1-1 1 0 0,-1 1-1 0 0,0 0 1 0 0,1-1-1 0 0,-1 1 0 0 0,1-1 1 0 0,-1 0-1 0 0,1 0 1 0 0,0 1-1 0 0,0-1 0 0 0,0 0 1 0 0,0 0-1 0 0,-1-1 0 0 0,1 1 1 0 0,0 0-1 0 0,0-1 1 0 0,0 1-1 0 0,1-1 0 0 0,-1 1 1 0 0,0-1-1 0 0,0 0 1 0 0,0 0-1 0 0,0 0 0 0 0,0 0 1 0 0,0 0-1 0 0,3-1 0 0 0,-2 0-84 0 0,87-10-278 0 0,-82 9-912 0 0,0 0 0 0 0,-1 0 1 0 0,1-1-1 0 0,-1 0 0 0 0,11-6 0 0 0</inkml:trace>
</inkml:ink>
</file>

<file path=ppt/ink/ink8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4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50 980 0 0,'0'0'5721'0'0,"4"-4"-5019"0"0,0 0-492 0 0,1 0-1 0 0,0 0 0 0 0,1 0 0 0 0,-1 1 0 0 0,1 0 0 0 0,-1 0 0 0 0,1 0 1 0 0,0 0-1 0 0,0 1 0 0 0,0 0 0 0 0,12-2 0 0 0,43-1-6017 0 0,-48 4 3495 0 0</inkml:trace>
</inkml:ink>
</file>

<file path=ppt/ink/ink8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4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60 0 0,'0'0'6226'0'0,"6"-1"-5713"0"0,28-6 149 0 0,1 3 0 0 0,0 0 0 0 0,42 3 0 0 0,-1-1-2122 0 0,-49-1-3083 0 0</inkml:trace>
</inkml:ink>
</file>

<file path=ppt/ink/ink8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5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2 648 0 0,'0'0'1486'0'0,"-7"-1"-385"0"0,3 4 1854 0 0,0 7-2641 0 0,1 1 0 0 0,0 0 0 0 0,0 0 0 0 0,1 0-1 0 0,1 0 1 0 0,-1 18 0 0 0,1 38-3285 0 0,1-53 1041 0 0,2-4-32 0 0</inkml:trace>
</inkml:ink>
</file>

<file path=ppt/ink/ink8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5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5 392 0 0,'11'-2'902'0'0,"-7"1"-566"0"0,1 0 1 0 0,0 1-1 0 0,0-1 1 0 0,-1 1-1 0 0,1 0 1 0 0,0 0-1 0 0,0 1 1 0 0,7 1 0 0 0,-10-1-283 0 0,0 0 0 0 0,-1 0-1 0 0,1 0 1 0 0,-1 0 0 0 0,1 0 0 0 0,-1 0 0 0 0,1 1 0 0 0,-1-1 0 0 0,0 0 0 0 0,0 1 0 0 0,0-1 0 0 0,0 1 0 0 0,0 0 0 0 0,0-1 0 0 0,0 1 0 0 0,0 0 0 0 0,-1-1 0 0 0,1 1 0 0 0,0 0 0 0 0,-1 0 0 0 0,0 0 0 0 0,1-1 0 0 0,-1 1 0 0 0,0 0 0 0 0,0 0 0 0 0,0 0 0 0 0,0 0 0 0 0,-1 2 0 0 0,-18 98 1481 0 0,19-100-1401 0 0,0-1-88 0 0,0 0-1 0 0,0 1 0 0 0,0-1 1 0 0,0 0-1 0 0,0 0 0 0 0,1 0 0 0 0,-1 0 1 0 0,1 1-1 0 0,-1-1 0 0 0,1 0 1 0 0,-1 0-1 0 0,1 0 0 0 0,-1 0 0 0 0,1 0 1 0 0,0 0-1 0 0,-1 0 0 0 0,1 0 1 0 0,0 0-1 0 0,0-1 0 0 0,0 1 0 0 0,0 0 1 0 0,0 0-1 0 0,0-1 0 0 0,0 1 1 0 0,0-1-1 0 0,0 1 0 0 0,0-1 1 0 0,2 1-1 0 0,12-1-225 0 0,-1-1 0 0 0,1 0 1 0 0,16-4-1 0 0,20-13-4260 0 0,-34 9 2348 0 0</inkml:trace>
</inkml:ink>
</file>

<file path=ppt/ink/ink8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5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19 684 0 0,'0'0'778'0'0,"9"-11"1303"0"0,-5 10-1943 0 0,-1-1 0 0 0,1 1 0 0 0,0 0 1 0 0,0 0-1 0 0,0 1 0 0 0,-1-1 0 0 0,1 1 0 0 0,0 0 0 0 0,0 0 0 0 0,0 0 1 0 0,0 0-1 0 0,0 1 0 0 0,0 0 0 0 0,0-1 0 0 0,-1 1 0 0 0,1 1 0 0 0,0-1 0 0 0,0 1 1 0 0,-1-1-1 0 0,1 1 0 0 0,-1 0 0 0 0,0 0 0 0 0,0 0 0 0 0,1 1 0 0 0,-1-1 1 0 0,-1 1-1 0 0,1 0 0 0 0,0 0 0 0 0,-1 0 0 0 0,1 0 0 0 0,1 4 0 0 0,19 32 53 0 0,-2 1 0 0 0,-2 1 0 0 0,23 75 0 0 0,-17-47-79 0 0,-22-60-102 0 0,1 1 0 0 0,-2-1 0 0 0,1 1 0 0 0,-1-1 0 0 0,-1 1 1 0 0,0 0-1 0 0,0-1 0 0 0,-1 1 0 0 0,0 0 0 0 0,-1 0 0 0 0,0 0 0 0 0,0-1 0 0 0,-4 14 1 0 0,2-16-5 0 0,0-1 0 0 0,0 1 1 0 0,0-1-1 0 0,-1 1 1 0 0,0-1-1 0 0,0 0 0 0 0,0-1 1 0 0,-1 1-1 0 0,0-1 1 0 0,0 0-1 0 0,0 0 0 0 0,-1 0 1 0 0,0-1-1 0 0,0 1 1 0 0,0-2-1 0 0,0 1 0 0 0,-1-1 1 0 0,-11 5-1 0 0,-9 3-178 0 0,0-2-1 0 0,-1-1 0 0 0,-32 6 1 0 0,43-12-1041 0 0,0 0-1 0 0,-1-1 1 0 0,-28-3 0 0 0,18-1-790 0 0</inkml:trace>
</inkml:ink>
</file>

<file path=ppt/ink/ink8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8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13 472 0 0,'-9'-7'1463'0'0,"5"2"-234"0"0,7 5 1408 0 0,217 73-1145 0 0,108 52-540 0 0,72 24-414 0 0,723 282 384 0 0,-929-353-854 0 0,-27-10-24 0 0,278 107 106 0 0,8-34-28 0 0,-328-98-90 0 0,-91-30 2 0 0,0-1 0 0 0,59 12-1 0 0,-112-18-2156 0 0,-26 0 445 0 0,7-4-753 0 0,-3 0 185 0 0</inkml:trace>
</inkml:ink>
</file>

<file path=ppt/ink/ink8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19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7 668 0 0,'-22'-7'5993'0'0,"674"129"-3631"0"0,-162-11-1564 0 0,558 206-1 0 0,-270-73-375 0 0,-757-238-416 0 0,475 113 152 0 0,-480-114-1271 0 0,-42-7 593 0 0,-53-7-4751 0 0,61 6 2851 0 0</inkml:trace>
</inkml:ink>
</file>

<file path=ppt/ink/ink8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0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1507 716 0 0,'0'0'1575'0'0,"-6"4"-495"0"0,3-3-713 0 0,6-4 1729 0 0,65-39-969 0 0,137-61 0 0 0,-118 61-852 0 0,430-196 783 0 0,399-214-89 0 0,-478 173-673 0 0,-322 203-206 0 0,174-99 147 0 0,-199 123 132 0 0,-20 12 717 0 0,-69 39-1003 0 0,21-8 103 0 0,-22 10-265 0 0,0 0 1 0 0,0 0-1 0 0,-1 0 1 0 0,1 0 0 0 0,0 0-1 0 0,0 0 1 0 0,-1 1 0 0 0,1-1-1 0 0,0 0 1 0 0,-1 0 0 0 0,1 0-1 0 0,-1 1 1 0 0,0-1 0 0 0,1 0-1 0 0,-1 1 1 0 0,0-1 0 0 0,0 0-1 0 0,0 1 1 0 0,0-1 0 0 0,0 0-1 0 0,0 1 1 0 0,0-1 0 0 0,0 0-1 0 0,-1 1 1 0 0,1-1 0 0 0,0 0-1 0 0,-1 0 1 0 0,1 1 0 0 0,-1-1-1 0 0,1 0 1 0 0,-2 2 0 0 0,-26 40-5364 0 0,15-26 2750 0 0</inkml:trace>
</inkml:ink>
</file>

<file path=ppt/ink/ink8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1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2286 284 0 0,'-70'21'8767'0'0,"72"-25"-8683"0"0,1 0-1 0 0,-1-1 0 0 0,1 1 1 0 0,-1 0-1 0 0,1 0 0 0 0,1 0 0 0 0,-1 1 1 0 0,0-1-1 0 0,1 1 0 0 0,0 0 1 0 0,6-5-1 0 0,478-339 1400 0 0,110-81-809 0 0,-32-27-382 0 0,-462 370-255 0 0,764-621 407 0 0,-650 515 2069 0 0,-212 185-2372 0 0,-3 3-89 0 0,-1 0-1 0 0,1 1 1 0 0,0-1 0 0 0,1 1-1 0 0,-1-1 1 0 0,0 1 0 0 0,1 0-1 0 0,5-2 1 0 0,-7 3-22 0 0,17-12 207 0 0,-35 27-5713 0 0,0-7 27 0 0,2-1 2387 0 0</inkml:trace>
</inkml:ink>
</file>

<file path=ppt/ink/ink8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1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 60 0 0,'-5'-1'5688'0'0,"116"96"-4144"0"0,-66-59-1240 0 0,-3 2 1 0 0,65 71-1 0 0,-101-102-279 0 0,-1 1 0 0 0,1 0-1 0 0,-1 0 1 0 0,-1 0 0 0 0,0 1-1 0 0,0-1 1 0 0,0 1 0 0 0,-1 0-1 0 0,3 15 1 0 0,-5-20-6 0 0,-1-1-1 0 0,0 1 1 0 0,1 0 0 0 0,-1 0-1 0 0,-1 0 1 0 0,1 0 0 0 0,-1 0 0 0 0,1 0-1 0 0,-1 0 1 0 0,0 0 0 0 0,-1-1-1 0 0,1 1 1 0 0,-1 0 0 0 0,1-1-1 0 0,-1 1 1 0 0,0-1 0 0 0,0 0 0 0 0,-1 0-1 0 0,1 0 1 0 0,-1 0 0 0 0,1 0-1 0 0,-1 0 1 0 0,0 0 0 0 0,0-1-1 0 0,-6 4 1 0 0,-6 4-65 0 0,-1-1-1 0 0,1-1 0 0 0,-1-1 1 0 0,0 0-1 0 0,-1-1 0 0 0,0 0 1 0 0,0-2-1 0 0,0 0 1 0 0,-1-1-1 0 0,1 0 0 0 0,-1-2 1 0 0,1 0-1 0 0,-1-1 0 0 0,-18-2 1 0 0,9-8-4013 0 0,14 2 1707 0 0</inkml:trace>
</inkml:ink>
</file>

<file path=ppt/ink/ink8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2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7 680 0 0,'-7'-4'884'0'0,"5"2"-445"0"0,6 3 2192 0 0,71 31-1452 0 0,117 68 0 0 0,-155-78-1007 0 0,-2 1-1 0 0,-1 2 1 0 0,-1 2 0 0 0,-1 1-1 0 0,33 38 1 0 0,-56-56-132 0 0,-1 0-1 0 0,0 1 1 0 0,-1 0 0 0 0,0 1-1 0 0,0 0 1 0 0,-1 0 0 0 0,-1 0 0 0 0,0 0-1 0 0,0 1 1 0 0,-2 0 0 0 0,4 20-1 0 0,-6-23-19 0 0,0 0 0 0 0,-1 0-1 0 0,-1-1 1 0 0,0 1 0 0 0,0 0 0 0 0,-1 0-1 0 0,0-1 1 0 0,-1 1 0 0 0,0-1-1 0 0,0 0 1 0 0,-1 0 0 0 0,0 0 0 0 0,-1 0-1 0 0,0-1 1 0 0,0 1 0 0 0,-10 10-1 0 0,-4 3-26 0 0,-1-1-1 0 0,0-1 0 0 0,-2 0 1 0 0,-39 26-1 0 0,-103 54-5014 0 0,128-80 2897 0 0</inkml:trace>
</inkml:ink>
</file>

<file path=ppt/ink/ink8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2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39 724 0 0,'0'-1'267'0'0,"-1"0"-1"0"0,1 0 1 0 0,0 0 0 0 0,0 0-1 0 0,-1 0 1 0 0,1 0-1 0 0,0 0 1 0 0,0 0 0 0 0,0 0-1 0 0,0 0 1 0 0,0 0 0 0 0,1 0-1 0 0,-1 0 1 0 0,0 0 0 0 0,0 0-1 0 0,1 0 1 0 0,-1 0-1 0 0,0 0 1 0 0,1 0 0 0 0,-1 0-1 0 0,1 0 1 0 0,-1 1 0 0 0,1-1-1 0 0,1-1 1 0 0,0 0-86 0 0,0 1 1 0 0,0 0-1 0 0,0-1 0 0 0,0 1 1 0 0,0 0-1 0 0,0 1 0 0 0,0-1 1 0 0,0 0-1 0 0,0 0 0 0 0,1 1 1 0 0,1-1-1 0 0,12 0-343 0 0,-1 0 0 0 0,31 3 0 0 0,-27-1 920 0 0,33 0-439 0 0,-3-1-62 0 0,1 1-1 0 0,-1 3 1 0 0,0 2 0 0 0,69 17 0 0 0,-111-20-228 0 0,22 10 101 0 0,-29-12-106 0 0,-14 24 11 0 0,-112 69-3442 0 0,94-72-241 0 0,11-7 1060 0 0</inkml:trace>
</inkml:ink>
</file>

<file path=ppt/ink/ink8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3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9 628 0 0,'2'1'4245'0'0,"13"4"-3832"0"0,19-4 686 0 0,64-9-1 0 0,-78 5-917 0 0,0 1 0 0 0,1 1 0 0 0,-1 0 0 0 0,0 1 0 0 0,0 2 0 0 0,0 0 0 0 0,24 5 0 0 0,-43-6-165 0 0,1-1 1 0 0,0 0 0 0 0,0 1-1 0 0,-1 0 1 0 0,1-1-1 0 0,0 1 1 0 0,-1 0-1 0 0,1 0 1 0 0,-1 0 0 0 0,1 0-1 0 0,-1 0 1 0 0,0 0-1 0 0,1 0 1 0 0,-1 0 0 0 0,0 1-1 0 0,0-1 1 0 0,0 0-1 0 0,1 1 1 0 0,-2-1 0 0 0,1 1-1 0 0,0-1 1 0 0,0 1-1 0 0,0 0 1 0 0,-1-1-1 0 0,2 4 1 0 0,-2-2 12 0 0,0 1 0 0 0,-1-1 0 0 0,1 1 0 0 0,0-1-1 0 0,-1 0 1 0 0,0 1 0 0 0,0-1 0 0 0,0 0 0 0 0,0 0 0 0 0,0 0 0 0 0,-1 1-1 0 0,-2 3 1 0 0,-7 9 76 0 0,0 0-1 0 0,-1-1 1 0 0,-22 22-1 0 0,34-37-103 0 0,-37 38-21 0 0,-90 90-580 0 0,40-48-4341 0 0,54-50 2354 0 0</inkml:trace>
</inkml:ink>
</file>

<file path=ppt/ink/ink8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6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38 268 0 0,'-25'-37'6622'0'0,"25"42"-6479"0"0,4 136 467 0 0,-16 172 0 0 0,-37-6-86 0 0,-24-13-74 0 0,30-133-6 0 0,-34 259 0 0 0,40-188-401 0 0,37-230 164 0 0,0-1-456 0 0,0 0 1 0 0,0 0-1 0 0,0 0 0 0 0,-1 0 0 0 0,1 0 1 0 0,0 0-1 0 0,0 0 0 0 0,-1 0 1 0 0,1 0-1 0 0,-1 0 0 0 0,1 0 0 0 0,-1 0 1 0 0,1 0-1 0 0,-1 0 0 0 0,1 0 1 0 0,-1-1-1 0 0,0 1 0 0 0,0 0 0 0 0,1 0 1 0 0,-1-1-1 0 0,0 1 0 0 0,0 0 0 0 0,0-1 1 0 0,-2 2-1 0 0</inkml:trace>
</inkml:ink>
</file>

<file path=ppt/ink/ink8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6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51 303 88 0 0,'4'-8'173'0'0,"1"0"0"0"0,-1 1 0 0 0,1-1-1 0 0,1 1 1 0 0,-1 0 0 0 0,1 1 0 0 0,1-1 0 0 0,-1 1 0 0 0,1 0 0 0 0,0 1 0 0 0,0 0-1 0 0,1 0 1 0 0,14-7 0 0 0,11-3 240 0 0,68-23 1 0 0,-89 34-319 0 0,85-24 469 0 0,1 4 1 0 0,160-19-1 0 0,207 8 438 0 0,-394 32-866 0 0,14-3 30 0 0,10-1 71 0 0,-1 5 1 0 0,147 13 0 0 0,-235-10-228 0 0,0 0 0 0 0,0 1 1 0 0,-1 0-1 0 0,1 0 0 0 0,0 1 0 0 0,-1 0 1 0 0,1 0-1 0 0,-1 0 0 0 0,0 0 0 0 0,0 1 0 0 0,-1 0 1 0 0,1 0-1 0 0,-1 0 0 0 0,1 1 0 0 0,-1-1 1 0 0,-1 1-1 0 0,1 0 0 0 0,-1 0 0 0 0,0 0 0 0 0,0 1 1 0 0,0-1-1 0 0,2 8 0 0 0,5 15 68 0 0,0 0-1 0 0,-3 1 0 0 0,7 41 1 0 0,-6-30 18 0 0,71 410 779 0 0,-28-146-438 0 0,-26-157-291 0 0,-7 0-1 0 0,-6 1 0 0 0,-8 165 0 0 0,-5-297-122 0 0,0 0 1 0 0,-1-1 0 0 0,-1 1 0 0 0,0-1-1 0 0,-10 29 1 0 0,11-38-15 0 0,-1-1 0 0 0,0 1 0 0 0,0-1 0 0 0,0 0-1 0 0,-1 0 1 0 0,0 0 0 0 0,0 0 0 0 0,0 0 0 0 0,0-1 0 0 0,-1 0 0 0 0,0 0-1 0 0,1 0 1 0 0,-2-1 0 0 0,1 1 0 0 0,0-1 0 0 0,-1-1 0 0 0,-9 5 0 0 0,-25 6 51 0 0,-2-2 0 0 0,1-2 0 0 0,-1-1 0 0 0,-63 2 1 0 0,-177-7 289 0 0,186-5-235 0 0,-202 0 197 0 0,-462-9 632 0 0,687 10-975 0 0,-72-4-144 0 0,122 3-1081 0 0,0-2 0 0 0,-23-6 0 0 0,33 5-1782 0 0,6-2 232 0 0</inkml:trace>
</inkml:ink>
</file>

<file path=ppt/ink/ink8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7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23 132 0 0,'-36'-6'1074'0'0,"-42"-7"663"0"0,28 10-78 0 0,49 3-1645 0 0,1 0 1 0 0,-1 0-1 0 0,1 0 1 0 0,0 0-1 0 0,-1 0 0 0 0,1 0 1 0 0,0 0-1 0 0,-1 0 1 0 0,1 0-1 0 0,-1 0 1 0 0,1 0-1 0 0,0 0 0 0 0,-1 0 1 0 0,1 0-1 0 0,0 0 1 0 0,-1 0-1 0 0,1 0 1 0 0,0 1-1 0 0,-1-1 0 0 0,1 0 1 0 0,0 0-1 0 0,-1 0 1 0 0,1 1-1 0 0,0-1 1 0 0,0 0-1 0 0,-1 1 1 0 0,1-1-1 0 0,0 0 0 0 0,0 0 1 0 0,-1 1-1 0 0,1-1 1 0 0,0 0-1 0 0,0 1 1 0 0,0-1-1 0 0,0 0 0 0 0,-1 1 1 0 0,1-1-1 0 0,0 1 1 0 0,0-1-1 0 0,0 0 1 0 0,0 1-1 0 0,0-1 1 0 0,0 0-1 0 0,0 1 0 0 0,0-1 1 0 0,0 1-1 0 0,0-1 1 0 0,0 0-1 0 0,0 1 1 0 0,1-1-1 0 0,7 16 214 0 0,-8-15-241 0 0,10 10 86 0 0,-1 0 0 0 0,1-1 0 0 0,1 0 0 0 0,0 0 0 0 0,22 13 0 0 0,4 6 41 0 0,-10-8-24 0 0,-2 1-1 0 0,0 1 0 0 0,-2 1 1 0 0,0 1-1 0 0,-2 1 0 0 0,26 41 1 0 0,-46-65-83 0 0,0-1 0 0 0,0 0 0 0 0,-1 0 0 0 0,1 1 1 0 0,0-1-1 0 0,-1 1 0 0 0,1-1 0 0 0,-1 1 1 0 0,0-1-1 0 0,1 0 0 0 0,-1 1 0 0 0,0-1 0 0 0,0 1 1 0 0,0-1-1 0 0,0 1 0 0 0,0 0 0 0 0,0-1 0 0 0,-1 0 1 0 0,1 1-1 0 0,0-1 0 0 0,-1 1 0 0 0,1-1 0 0 0,-1 1 1 0 0,1-1-1 0 0,-1 0 0 0 0,0 1 0 0 0,-1 1 1 0 0,0-1 9 0 0,-1 0 1 0 0,1 1 0 0 0,-1-1-1 0 0,0 0 1 0 0,0-1-1 0 0,0 1 1 0 0,0 0 0 0 0,0-1-1 0 0,0 0 1 0 0,0 0 0 0 0,-7 2-1 0 0,-3-1 61 0 0,-1 1 0 0 0,0-2 0 0 0,0 0 0 0 0,-27-1 0 0 0,-18-10-291 0 0,40 2-3791 0 0</inkml:trace>
</inkml:ink>
</file>

<file path=ppt/ink/ink8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7.8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56 588 0 0,'8'13'1551'0'0,"-3"-5"-1388"0"0,1-1 0 0 0,-1 1 0 0 0,2-1 0 0 0,-1 0 1 0 0,1 0-1 0 0,0-1 0 0 0,1 0 0 0 0,-1 0 0 0 0,1-1 0 0 0,0 0 0 0 0,1 0 1 0 0,-1-1-1 0 0,1 0 0 0 0,0 0 0 0 0,0-1 0 0 0,0 0 0 0 0,0-1 1 0 0,1 0-1 0 0,-1-1 0 0 0,1 1 0 0 0,-1-2 0 0 0,1 1 0 0 0,-1-2 0 0 0,1 1 1 0 0,-1-1-1 0 0,1 0 0 0 0,-1-1 0 0 0,1 0 0 0 0,12-6 0 0 0,-19 7-94 0 0,-1 0-1 0 0,1-1 1 0 0,0 0-1 0 0,-1 0 1 0 0,0 0-1 0 0,1 0 1 0 0,-1 0-1 0 0,0 0 0 0 0,0 0 1 0 0,0-1-1 0 0,0 1 1 0 0,-1-1-1 0 0,1 1 1 0 0,-1-1-1 0 0,1 0 1 0 0,-1 0-1 0 0,0 0 1 0 0,1-5-1 0 0,7-60 882 0 0,-7 40-589 0 0,-1 26-362 0 0,-1-4-136 0 0,0 1-1077 0 0</inkml:trace>
</inkml:ink>
</file>

<file path=ppt/ink/ink8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8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0 484 0 0,'0'0'945'0'0,"40"26"1569"0"0,-33-22-2341 0 0,0-1 0 0 0,0 0 1 0 0,1 0-1 0 0,-1 0 0 0 0,1-1 0 0 0,-1 0 0 0 0,1-1 0 0 0,0 0 1 0 0,0 0-1 0 0,-1 0 0 0 0,11-1 0 0 0,12-2 733 0 0,47-9 0 0 0,-31 4-373 0 0,-44 7-903 0 0,17 2-3902 0 0,-8-1 2176 0 0</inkml:trace>
</inkml:ink>
</file>

<file path=ppt/ink/ink8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28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33 332 0 0,'11'-3'2416'0'0,"3"-5"-184"0"0,-6 2-347 0 0,-2-1 267 0 0,-2-1-1752 0 0</inkml:trace>
</inkml:ink>
</file>

<file path=ppt/ink/ink8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35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34 117 348 0 0,'-13'-6'2252'0'0,"4"2"2614"0"0,0 2-4283 0 0,6 1-158 0 0,9 2 2191 0 0,86 8-2361 0 0,0-4 0 0 0,139-10 1 0 0,-122 1-152 0 0,660-19 397 0 0,-555 7-325 0 0,-188 11-145 0 0,-26 4-30 0 0,0 1 0 0 0,0 0 1 0 0,1-1-1 0 0,-1 1 1 0 0,0 0-1 0 0,0-1 1 0 0,0 1-1 0 0,0 0 0 0 0,0-1 1 0 0,0 1-1 0 0,0 0 1 0 0,0-1-1 0 0,0 1 0 0 0,0 0 1 0 0,0-1-1 0 0,0 1 1 0 0,0 0-1 0 0,0-1 1 0 0,0 1-1 0 0,0 0 0 0 0,0-1 1 0 0,0 1-1 0 0,0 0 1 0 0,-1-1-1 0 0,1 1 0 0 0,0 0 1 0 0,0-1-1 0 0,0 1 1 0 0,-1 0-1 0 0,1 0 1 0 0,0-1-1 0 0,0 1 0 0 0,-1 0 1 0 0,1 0-1 0 0,0 0 1 0 0,0-1-1 0 0,-1 1 0 0 0,-2-3 7 0 0,-1 1-1 0 0,0-1 1 0 0,1 1-1 0 0,-1 0 1 0 0,0 0-1 0 0,0 1 1 0 0,0-1-1 0 0,0 1 0 0 0,-6-2 1 0 0,-109-25-7 0 0,117 27-9 0 0,1 1 6 0 0,1 0 0 0 0,0 0 0 0 0,0 0 0 0 0,0 0 0 0 0,0 0 0 0 0,0-1 0 0 0,0 1 0 0 0,0 0 0 0 0,0 0 1 0 0,0 0-1 0 0,0 0 0 0 0,0 0 0 0 0,0-1 0 0 0,0 1 0 0 0,0 0 0 0 0,-1 0 0 0 0,1 0 0 0 0,0 0 0 0 0,0 0 0 0 0,0 0 0 0 0,0 0 0 0 0,0-1 0 0 0,0 1 0 0 0,-1 0 0 0 0,1 0 0 0 0,0 0 0 0 0,0 0 0 0 0,0 0 0 0 0,0 0 0 0 0,0 0 0 0 0,-1 0 0 0 0,1 0 0 0 0,0 0 0 0 0,0 0 0 0 0,0 0 0 0 0,0 0 0 0 0,-1 0 0 0 0,1 0 1 0 0,0 0-1 0 0,0 0 0 0 0,0 0 0 0 0,0 0 0 0 0,0 0 0 0 0,-1 0 0 0 0,1 0 0 0 0,0 0 0 0 0,0 0 0 0 0,0 0 0 0 0,0 1 0 0 0,0-1 0 0 0,-1 0 0 0 0,1 0 0 0 0,0 0 0 0 0,0 0 0 0 0,0 0 0 0 0,0 0 0 0 0,0 0 0 0 0,0 1 0 0 0,0-1 0 0 0,-1 0 0 0 0,-9 9-164 0 0,8-8 197 0 0,0 1-49 0 0,-6 22-54 0 0,-1-12-156 0 0,-1 0-1 0 0,-1-1 0 0 0,0 0 1 0 0,-19 14-1 0 0,-27 18-5510 0 0,52-40 4755 0 0,-7 5-1594 0 0</inkml:trace>
</inkml:ink>
</file>

<file path=ppt/ink/ink8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35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53 628 0 0,'3'-18'4789'0'0,"0"10"2400"0"0,-4 28-6986 0 0,0 1 61 0 0,1-1-1 0 0,6 40 1 0 0,-6-56-235 0 0,0-1 0 0 0,1 1-1 0 0,-1-1 1 0 0,1 0 0 0 0,0 1 0 0 0,0-1-1 0 0,0 0 1 0 0,1 0 0 0 0,-1 0 0 0 0,1 0-1 0 0,0 0 1 0 0,-1 0 0 0 0,1 0 0 0 0,1-1-1 0 0,-1 1 1 0 0,0-1 0 0 0,1 1-1 0 0,-1-1 1 0 0,1 0 0 0 0,-1 0 0 0 0,1 0-1 0 0,0 0 1 0 0,0-1 0 0 0,0 1 0 0 0,5 1-1 0 0,-1-2-50 0 0,0-1-1 0 0,0 0 1 0 0,0 0-1 0 0,0-1 1 0 0,0 1 0 0 0,0-2-1 0 0,0 1 1 0 0,0-1-1 0 0,0 0 1 0 0,13-6-1 0 0,-13 5-70 0 0,0 1-1 0 0,0-1 1 0 0,0 1-1 0 0,1 0 0 0 0,-1 1 1 0 0,0 0-1 0 0,1 0 1 0 0,-1 0-1 0 0,1 1 1 0 0,11 1-1 0 0,3 5-189 0 0,-1 0 0 0 0,1 2-1 0 0,21 10 1 0 0,-24-9 65 0 0,1-1 0 0 0,0-1 0 0 0,39 9 0 0 0,-57-15 247 0 0,0-1 0 0 0,0 0 0 0 0,0 0 0 0 0,0 1 0 0 0,-1-1-1 0 0,1 0 1 0 0,0-1 0 0 0,0 1 0 0 0,0 0 0 0 0,0 0 0 0 0,0-1-1 0 0,0 1 1 0 0,-1-1 0 0 0,1 0 0 0 0,0 1 0 0 0,0-1 0 0 0,-1 0 0 0 0,1 0-1 0 0,-1 0 1 0 0,1 0 0 0 0,-1-1 0 0 0,1 1 0 0 0,2-3 0 0 0,-2 1 50 0 0,0 0 0 0 0,-1-1 1 0 0,1 1-1 0 0,-1-1 0 0 0,1 1 1 0 0,-1-1-1 0 0,0 1 0 0 0,0-1 1 0 0,-1 0-1 0 0,1 0 0 0 0,-1-5 1 0 0,0-11 312 0 0,-1 1 0 0 0,-1-1 0 0 0,-7-31 1 0 0,8 45-332 0 0,-21-81-401 0 0,22 86-331 0 0</inkml:trace>
</inkml:ink>
</file>

<file path=ppt/ink/ink8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36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17 632 0 0,'-2'-17'6403'0'0,"-1"25"-2629"0"0,-4 23-2827 0 0,-16 104-519 0 0,14-92-292 0 0,2 0-1 0 0,-3 73 1 0 0,10-105-150 0 0,-1 0 59 0 0,1 0 0 0 0,0-1 1 0 0,1 1-1 0 0,0 0 1 0 0,1-1-1 0 0,5 18 1 0 0,-6-25-52 0 0,0-1-1 0 0,1 1 1 0 0,0-1 0 0 0,-1 1 0 0 0,1-1 0 0 0,0 0-1 0 0,0 0 1 0 0,0 0 0 0 0,0 0 0 0 0,0 0 0 0 0,1 0 0 0 0,-1 0-1 0 0,1-1 1 0 0,-1 1 0 0 0,1-1 0 0 0,-1 0 0 0 0,1 0-1 0 0,0 0 1 0 0,0 0 0 0 0,-1 0 0 0 0,1 0 0 0 0,0-1-1 0 0,0 0 1 0 0,0 1 0 0 0,0-1 0 0 0,0 0 0 0 0,0 0 0 0 0,0-1-1 0 0,3 0 1 0 0,-2 1-258 0 0,1 0 0 0 0,-1-1 0 0 0,0 0 0 0 0,0 0 0 0 0,1 0 0 0 0,-1 0 0 0 0,0-1 0 0 0,0 0 0 0 0,0 0 0 0 0,0 0 0 0 0,5-4 0 0 0,10-10-4221 0 0,-8 4 1641 0 0</inkml:trace>
</inkml:ink>
</file>

<file path=ppt/ink/ink8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36.7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1 113 180 0 0,'4'-32'2908'0'0,"-3"28"-2701"0"0,0 0 1 0 0,1 0-1 0 0,0-1 0 0 0,0 1 0 0 0,0 0 0 0 0,0 1 0 0 0,1-1 0 0 0,-1 0 0 0 0,1 1 1 0 0,0-1-1 0 0,0 1 0 0 0,0 0 0 0 0,0 0 0 0 0,1 0 0 0 0,-1 0 0 0 0,1 1 0 0 0,0 0 1 0 0,0-1-1 0 0,0 1 0 0 0,0 0 0 0 0,0 1 0 0 0,0-1 0 0 0,1 1 0 0 0,-1 0 1 0 0,5-1-1 0 0,1 0-332 0 0,-1 1 1 0 0,1 0-1 0 0,-1 1 1 0 0,16 1-1 0 0,32 10-4302 0 0,-43-6 2499 0 0</inkml:trace>
</inkml:ink>
</file>

<file path=ppt/ink/ink8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37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0 468 0 0,'0'0'1493'0'0,"-10"29"1608"0"0,-1-7-2434 0 0,0-1-1 0 0,1 2 0 0 0,1-1 0 0 0,1 2 0 0 0,2-1 0 0 0,-8 42 0 0 0,13-53-486 0 0,-1 1 1 0 0,2-1-1 0 0,-1 0 0 0 0,2 1 1 0 0,0-1-1 0 0,0 0 0 0 0,1 0 1 0 0,6 21-1 0 0,-6-28-257 0 0,0 0-1 0 0,1 1 0 0 0,-1-1 1 0 0,1 0-1 0 0,0 0 0 0 0,1 0 1 0 0,-1-1-1 0 0,1 1 0 0 0,0-1 1 0 0,0 0-1 0 0,1 0 1 0 0,-1 0-1 0 0,1-1 0 0 0,-1 1 1 0 0,1-1-1 0 0,0 0 0 0 0,1-1 1 0 0,-1 1-1 0 0,9 2 1 0 0,-13-5-151 0 0,13 2-1530 0 0,-8-5-1612 0 0,9-6 874 0 0</inkml:trace>
  <inkml:trace contextRef="#ctx0" brushRef="#br0" timeOffset="1">50 286 144 0 0,'0'0'2618'0'0,"2"-4"-1737"0"0,1 0-535 0 0,0 0-1 0 0,0-1 1 0 0,1 1-1 0 0,-1 0 1 0 0,1 1-1 0 0,0-1 1 0 0,0 1-1 0 0,0 0 1 0 0,1 0-1 0 0,-1 0 1 0 0,1 0-1 0 0,8-3 1 0 0,40-14-417 0 0,-7 4-4318 0 0,-34 11 2318 0 0</inkml:trace>
</inkml:ink>
</file>

<file path=ppt/ink/ink8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37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44 728 0 0,'68'-35'5137'0'0,"-53"29"-4249"0"0,-13 5-834 0 0,0 1 1 0 0,0-1-1 0 0,0 1 0 0 0,0 0 1 0 0,0-1-1 0 0,0 1 1 0 0,0 0-1 0 0,0 1 1 0 0,0-1-1 0 0,0 0 0 0 0,0 0 1 0 0,0 1-1 0 0,0-1 1 0 0,0 1-1 0 0,0 0 1 0 0,0 0-1 0 0,-1-1 1 0 0,1 1-1 0 0,0 0 0 0 0,-1 1 1 0 0,1-1-1 0 0,0 0 1 0 0,-1 0-1 0 0,1 1 1 0 0,-1-1-1 0 0,0 1 1 0 0,1-1-1 0 0,-1 1 0 0 0,0-1 1 0 0,1 3-1 0 0,4 4 35 0 0,-1 1 0 0 0,0-1-1 0 0,-1 1 1 0 0,6 14-1 0 0,5 21 78 0 0,-1 0 0 0 0,-3 2-1 0 0,-1 0 1 0 0,-2 0-1 0 0,-3 0 1 0 0,-1 1-1 0 0,-5 83 1 0 0,-1-118-128 0 0,-1 0 0 0 0,1-1 1 0 0,-2 1-1 0 0,0-1 0 0 0,0 1 1 0 0,-1-1-1 0 0,0 0 1 0 0,-1-1-1 0 0,0 0 0 0 0,-1 1 1 0 0,0-2-1 0 0,-1 1 0 0 0,0-1 1 0 0,0-1-1 0 0,-1 1 0 0 0,0-1 1 0 0,0-1-1 0 0,-1 0 1 0 0,0 0-1 0 0,0-1 0 0 0,-14 7 1 0 0,1-2-296 0 0,0 0 1 0 0,-1-2-1 0 0,-42 11 1 0 0,35-12-1487 0 0,0-3-1 0 0,-43 3 1 0 0,32-7-957 0 0</inkml:trace>
</inkml:ink>
</file>

<file path=ppt/ink/ink8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0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692 197 10641 0 0,'0'0'497'0'0,"-3"-6"-430"0"0,-3-6 0 0 0,0 0 0 0 0,-1 1 0 0 0,0-1 0 0 0,-1 1 0 0 0,0 1 0 0 0,-1 0 0 0 0,0 0 0 0 0,0 0 0 0 0,-1 1 0 0 0,-1 1 0 0 0,1 0 0 0 0,-2 0 0 0 0,1 1 0 0 0,-1 0 0 0 0,0 1 0 0 0,0 0 0 0 0,-22-6 0 0 0,16 6-27 0 0,-1 2 0 0 0,0 0 0 0 0,0 1-1 0 0,0 0 1 0 0,-1 2 0 0 0,1 0 0 0 0,0 2 0 0 0,0 0-1 0 0,-1 1 1 0 0,1 1 0 0 0,0 0 0 0 0,-19 7 0 0 0,23-5-31 0 0,0 1 1 0 0,1 0 0 0 0,0 1 0 0 0,0 1 0 0 0,0 0 0 0 0,1 1 0 0 0,0 0 0 0 0,1 1 0 0 0,0 1 0 0 0,1-1 0 0 0,0 2-1 0 0,0 0 1 0 0,-15 23 0 0 0,21-28 0 0 0,1 1-1 0 0,0-1 1 0 0,0 1-1 0 0,1 0 1 0 0,0 0-1 0 0,1 0 0 0 0,-1 0 1 0 0,1 1-1 0 0,1-1 1 0 0,0 1-1 0 0,0-1 1 0 0,1 1-1 0 0,0-1 1 0 0,0 1-1 0 0,1-1 0 0 0,0 1 1 0 0,0-1-1 0 0,1 1 1 0 0,0-1-1 0 0,1 0 1 0 0,0 0-1 0 0,0 0 1 0 0,1 0-1 0 0,0-1 1 0 0,0 1-1 0 0,0-1 0 0 0,7 7 1 0 0,2 1 22 0 0,1 0 0 0 0,0-1-1 0 0,1-1 1 0 0,1 0 0 0 0,0-1 0 0 0,1-1 0 0 0,0 0-1 0 0,1-1 1 0 0,0-1 0 0 0,1-1 0 0 0,-1-1 0 0 0,1 0-1 0 0,21 4 1 0 0,25 3-1635 0 0,1-2 1 0 0,106 6-1 0 0,-124-15-1792 0 0,1-3 261 0 0</inkml:trace>
</inkml:ink>
</file>

<file path=ppt/ink/ink8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0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19 291 20 0 0,'-9'-15'5012'0'0,"-1"8"1441"0"0,40 289-3915 0 0,-19-188-1942 0 0,-10-71 1478 0 0,-9-41-1631 0 0,-8-48-346 0 0,11 4 150 0 0,6-117-1 0 0,2 146-215 0 0,1 0 0 0 0,2 1 0 0 0,1-1 0 0 0,2 1 0 0 0,15-37 0 0 0,-20 59-37 0 0,0 1 1 0 0,1 0-1 0 0,0 0 1 0 0,1 1-1 0 0,0-1 1 0 0,11-10 0 0 0,-14 15-14 0 0,1 1 1 0 0,-1-1 0 0 0,1 1 0 0 0,0 0 0 0 0,0 0 0 0 0,1 1 0 0 0,-1-1 0 0 0,1 1 0 0 0,-1 0 0 0 0,1 0 0 0 0,-1 0 0 0 0,1 1-1 0 0,0 0 1 0 0,6-1 0 0 0,-9 2 11 0 0,-1 0 0 0 0,1 1 0 0 0,0-1 0 0 0,-1 0 0 0 0,0 1-1 0 0,1-1 1 0 0,-1 1 0 0 0,1 0 0 0 0,-1 0 0 0 0,0-1 0 0 0,1 1 0 0 0,-1 0 0 0 0,0 0-1 0 0,0 0 1 0 0,1 0 0 0 0,-1 0 0 0 0,0 1 0 0 0,0-1 0 0 0,-1 0 0 0 0,1 0-1 0 0,0 1 1 0 0,0-1 0 0 0,0 1 0 0 0,-1-1 0 0 0,1 0 0 0 0,-1 1 0 0 0,1 2 0 0 0,9 38-231 0 0,-8-6 17 0 0,-1-11-72 0 0,7 46 1 0 0,-6-62 241 0 0,1 0 0 0 0,0-1 0 0 0,0 1 0 0 0,0-1 0 0 0,1 1 0 0 0,0-1 0 0 0,1 0 0 0 0,9 12 0 0 0,69 72-615 0 0,3 5-531 0 0,-82-92 1103 0 0,0 0-1 0 0,0 0 1 0 0,-1 1-1 0 0,0-1 1 0 0,0 1-1 0 0,0 0 1 0 0,-1 0-1 0 0,0 0 1 0 0,0 0-1 0 0,0 0 1 0 0,-1 1-1 0 0,1 9 1 0 0,-2-14 78 0 0,-1 0 0 0 0,1 0 0 0 0,-1 0 1 0 0,0 0-1 0 0,1 0 0 0 0,-1 0 0 0 0,0 0 0 0 0,-1 0 1 0 0,1 0-1 0 0,0 0 0 0 0,0 0 0 0 0,-1-1 1 0 0,1 1-1 0 0,-1-1 0 0 0,1 1 0 0 0,-1-1 1 0 0,0 1-1 0 0,0-1 0 0 0,0 0 0 0 0,0 0 1 0 0,1 0-1 0 0,-1 0 0 0 0,-4 1 0 0 0,-50 16-58 0 0,51-16 72 0 0,-29 4-347 0 0,-57 5-1 0 0,71-9-667 0 0,8-5-973 0 0</inkml:trace>
</inkml:ink>
</file>

<file path=ppt/ink/ink8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1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30 117 684 0 0,'-1'-5'5380'0'0,"1"4"-5283"0"0,-3 5 17 0 0,0-1-1 0 0,0 1 1 0 0,1 0 0 0 0,-1 0-1 0 0,1 0 1 0 0,0 0 0 0 0,0 0-1 0 0,0 0 1 0 0,1 0-1 0 0,-1 1 1 0 0,1-1 0 0 0,0 0-1 0 0,0 1 1 0 0,1-1-1 0 0,-1 1 1 0 0,1 0 0 0 0,0-1-1 0 0,0 1 1 0 0,1-1-1 0 0,-1 1 1 0 0,1-1 0 0 0,0 1-1 0 0,0-1 1 0 0,1 0-1 0 0,-1 1 1 0 0,1-1 0 0 0,0 0-1 0 0,0 0 1 0 0,5 6 0 0 0,-5-7-53 0 0,-1 0 0 0 0,2 0 0 0 0,-1-1 0 0 0,0 1 0 0 0,0-1 0 0 0,1 0 0 0 0,-1 0 0 0 0,1 0 0 0 0,0 0 0 0 0,0 0 1 0 0,0 0-1 0 0,0-1 0 0 0,0 1 0 0 0,0-1 0 0 0,0 0 0 0 0,0 0 0 0 0,0 0 0 0 0,1 0 0 0 0,-1-1 0 0 0,0 1 0 0 0,1-1 0 0 0,-1 0 1 0 0,0 0-1 0 0,1 0 0 0 0,-1-1 0 0 0,0 1 0 0 0,7-2 0 0 0,-6 0 43 0 0,1 0-1 0 0,-1 0 1 0 0,0 0-1 0 0,0 0 1 0 0,-1-1-1 0 0,1 1 1 0 0,0-1-1 0 0,-1 0 1 0 0,0 0-1 0 0,1 0 1 0 0,-1-1-1 0 0,0 1 1 0 0,-1-1-1 0 0,1 0 1 0 0,-1 0-1 0 0,1 0 1 0 0,-1 0-1 0 0,-1 0 1 0 0,1 0-1 0 0,2-8 1 0 0,-2 1 99 0 0,0 0 0 0 0,0 0 1 0 0,-2 0-1 0 0,1 0 0 0 0,-1 0 1 0 0,-3-19-1 0 0,3 23-240 0 0,-1 1 0 0 0,0 0 0 0 0,0 0 0 0 0,-1 0 0 0 0,0 0 0 0 0,0 0 0 0 0,0 0 0 0 0,-1 1 0 0 0,0-1 0 0 0,0 1 0 0 0,0 0 0 0 0,-1-1 0 0 0,-4-4 0 0 0,-4 3-1492 0 0,-3-2-5448 0 0,9 3 3684 0 0</inkml:trace>
</inkml:ink>
</file>

<file path=ppt/ink/ink8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1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 1120 0 0,'4'8'925'0'0,"0"0"0"0"0,0 1 0 0 0,-1-1 0 0 0,3 15 0 0 0,6 67 1772 0 0,-2-11-849 0 0,-10-78-1827 0 0,0 0-1 0 0,1-1 1 0 0,-1 1-1 0 0,0 0 1 0 0,1-1-1 0 0,-1 1 1 0 0,0 0-1 0 0,1-1 1 0 0,-1 1-1 0 0,1 0 1 0 0,-1-1-1 0 0,1 1 1 0 0,-1-1-1 0 0,1 1 1 0 0,-1-1-1 0 0,1 1 1 0 0,0-1-1 0 0,-1 0 1 0 0,1 1-1 0 0,0-1 1 0 0,-1 0-1 0 0,1 1 1 0 0,0-1-1 0 0,-1 0 1 0 0,1 0-1 0 0,0 0 1 0 0,0 0-1 0 0,-1 0 1 0 0,1 0-1 0 0,0 0 1 0 0,0 0-1 0 0,-1 0 1 0 0,1 0-1 0 0,0 0 1 0 0,0 0-1 0 0,-1 0 1 0 0,2-1-1 0 0,33-11 105 0 0,-21 7-206 0 0,-4 2-60 0 0,0 1 0 0 0,1 0 0 0 0,-1 0-1 0 0,1 2 1 0 0,-1-1 0 0 0,1 1 0 0 0,-1 0 0 0 0,1 1 0 0 0,-1 1 0 0 0,1-1-1 0 0,-1 2 1 0 0,15 4 0 0 0,-10-2-5 0 0,0-2-1 0 0,0 0 1 0 0,1 0-1 0 0,-1-2 1 0 0,1 0-1 0 0,-1-1 1 0 0,24-2 0 0 0,-34 2 286 0 0,0-1 1 0 0,0 0 0 0 0,-1 0-1 0 0,1-1 1 0 0,-1 0-1 0 0,1 1 1 0 0,-1-1 0 0 0,1-1-1 0 0,-1 1 1 0 0,0-1 0 0 0,0 1-1 0 0,0-1 1 0 0,0 0 0 0 0,-1-1-1 0 0,1 1 1 0 0,-1 0 0 0 0,0-1-1 0 0,0 0 1 0 0,0 0 0 0 0,0 0-1 0 0,-1 0 1 0 0,0 0 0 0 0,0-1-1 0 0,0 1 1 0 0,0-1 0 0 0,-1 1-1 0 0,3-10 1 0 0,-2-5 387 0 0,0 0 0 0 0,0-1 0 0 0,-2 1 0 0 0,0 0 0 0 0,-2-1 0 0 0,0 1 0 0 0,-9-37 0 0 0,2 41-1078 0 0,3 5-1727 0 0,4 2-4239 0 0</inkml:trace>
</inkml:ink>
</file>

<file path=ppt/ink/ink8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3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20 308 0 0,'-5'-19'4540'0'0,"10"27"-1749"0"0,12 36-1823 0 0,-5 32-507 0 0,3-2 0 0 0,27 82 0 0 0,-41-154-426 0 0,-1-1 1 0 0,1 0-1 0 0,-1 0 1 0 0,1 0-1 0 0,-1 0 1 0 0,1 0-1 0 0,0 1 1 0 0,-1-1 0 0 0,1 0-1 0 0,0-1 1 0 0,0 1-1 0 0,0 0 1 0 0,0 0-1 0 0,0 0 1 0 0,0 0-1 0 0,0-1 1 0 0,0 1-1 0 0,0 0 1 0 0,0-1 0 0 0,0 1-1 0 0,0-1 1 0 0,0 1-1 0 0,1-1 1 0 0,1 1-1 0 0,0-1 10 0 0,1 0 1 0 0,-1 0-1 0 0,0 0 0 0 0,0-1 0 0 0,0 1 0 0 0,0-1 0 0 0,1 0 1 0 0,-1 0-1 0 0,5-2 0 0 0,7-4 50 0 0,0-1 1 0 0,-1-1-1 0 0,14-10 1 0 0,-22 14-29 0 0,5-2-46 0 0,0 0 0 0 0,0 0 0 0 0,0 1 0 0 0,1 1 0 0 0,0 0 0 0 0,0 1 0 0 0,0 0 0 0 0,1 0 0 0 0,-1 2 0 0 0,1-1 0 0 0,0 2 0 0 0,0-1 0 0 0,-1 2 0 0 0,1 0-1 0 0,16 2 1 0 0,43 3 273 0 0,-71-5-263 0 0,0 0 1 0 0,-1-1-1 0 0,1 1 1 0 0,0-1-1 0 0,0 1 1 0 0,-1-1 0 0 0,1 1-1 0 0,0-1 1 0 0,0 1-1 0 0,-1-1 1 0 0,1 1-1 0 0,-1-1 1 0 0,1 0-1 0 0,-1 1 1 0 0,1-1-1 0 0,-1 0 1 0 0,1 0-1 0 0,-1 1 1 0 0,1-1-1 0 0,-1 0 1 0 0,0 0 0 0 0,0 0-1 0 0,1 1 1 0 0,-1-1-1 0 0,0-1 1 0 0,6-28 567 0 0,-5 24-409 0 0,4-20-365 0 0,3-18 898 0 0,-6 13-10032 0 0</inkml:trace>
</inkml:ink>
</file>

<file path=ppt/ink/ink8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4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5 740 0 0,'7'-4'9056'0'0,"-5"24"-8741"0"0,-1 1-1 0 0,-1 0 1 0 0,-1-1-1 0 0,0 1 1 0 0,-9 39-1 0 0,1-2-34 0 0,3-15-109 0 0,1-8 30 0 0,-1 50 1 0 0,5-76-167 0 0,2-1 0 0 0,-1 1 1 0 0,1-1-1 0 0,0 1 1 0 0,1-1-1 0 0,0 0 0 0 0,0 1 1 0 0,1-1-1 0 0,0 0 0 0 0,0-1 1 0 0,7 11-1 0 0,-8-15-17 0 0,1 1 0 0 0,0-1 1 0 0,0 0-1 0 0,0 0 0 0 0,1 0 0 0 0,-1-1 0 0 0,1 1 0 0 0,-1-1 1 0 0,1 0-1 0 0,0 1 0 0 0,0-2 0 0 0,0 1 0 0 0,0 0 0 0 0,0-1 0 0 0,1 0 1 0 0,-1 0-1 0 0,5 0 0 0 0,9 1 43 0 0,-1 0 1 0 0,35-3 0 0 0,-19-1-10 0 0,-31 3-105 0 0,-1-1 0 0 0,1-1 0 0 0,0 1 0 0 0,0 0 0 0 0,-1 0 0 0 0,1-1 0 0 0,0 1 0 0 0,-1-1 0 0 0,1 1 0 0 0,0-1 0 0 0,-1 0 0 0 0,1 0 0 0 0,-1 0-1 0 0,1 0 1 0 0,-1 0 0 0 0,1 0 0 0 0,-1 0 0 0 0,2-2 0 0 0,6-14-4097 0 0</inkml:trace>
</inkml:ink>
</file>

<file path=ppt/ink/ink8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25T12:54:44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77 656,'2'-4'296,"0"-1"-1,1 0 0,0 1 1,-1-1-1,2 1 1,-1 0-1,0 0 1,1 0-1,0 0 1,0 1-1,0-1 1,0 1-1,0 0 1,1 0-1,-1 1 1,1-1-1,0 1 1,0 0-1,0 1 1,0-1-1,9-1 1,-7 2-352,1 0 1,-1 1-1,0 0 1,1 0 0,-1 1-1,10 1 1,-7 0-702,-1 1 0,0 0 1,0 0-1,15 8 0,-11-2-924</inkml:trace>
</inkml:ink>
</file>

<file path=ppt/ink/ink8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5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1 176 0 0,'0'0'1730'0'0,"-5"4"-545"0"0,4 1 2025 0 0,3 2-2929 0 0,0 1 1 0 0,0 0 0 0 0,-1 0-1 0 0,0 0 1 0 0,0 15 0 0 0,-7 18 461 0 0,-4 21 68 0 0,-4 22-65 0 0,12-64-525 0 0,0 0 1 0 0,1 0-1 0 0,2 0 0 0 0,3 29 1 0 0,-4-46-200 0 0,0-1 0 0 0,1 1 0 0 0,0 0 0 0 0,-1 0 0 0 0,1 0 0 0 0,0 0 0 0 0,0-1 0 0 0,1 1 0 0 0,-1-1 0 0 0,1 1 0 0 0,-1-1 0 0 0,1 1 1 0 0,0-1-1 0 0,0 0 0 0 0,0 0 0 0 0,0 0 0 0 0,0 0 0 0 0,0 0 0 0 0,0 0 0 0 0,6 3 0 0 0,-4-4 33 0 0,1 1 0 0 0,-1-1 1 0 0,0 0-1 0 0,1 0 0 0 0,0 0 0 0 0,-1 0 0 0 0,1-1 1 0 0,-1 0-1 0 0,1 0 0 0 0,0 0 0 0 0,-1-1 0 0 0,7 0 0 0 0,0-2-361 0 0,0 0 0 0 0,0 0 0 0 0,0-1 0 0 0,16-8 0 0 0,-17 7-949 0 0,0 0-1 0 0,-1-1 0 0 0,0 0 0 0 0,9-8 0 0 0,-6 3-1425 0 0</inkml:trace>
</inkml:ink>
</file>

<file path=ppt/ink/ink8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5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48 328 0 0,'0'0'3413'0'0,"6"-2"-2628"0"0,9-5-168 0 0,0 1 0 0 0,0 1-1 0 0,1 1 1 0 0,-1 0 0 0 0,23-2 0 0 0,43-2-1991 0 0,-60 4-2018 0 0,-10 2 1443 0 0</inkml:trace>
</inkml:ink>
</file>

<file path=ppt/ink/ink8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5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53 136 0 0,'42'-14'2427'0'0,"78"-22"1330"0"0,-115 35-3676 0 0,0 0 0 0 0,1 1 1 0 0,-1-1-1 0 0,1 1 0 0 0,-1 1 1 0 0,0-1-1 0 0,1 1 0 0 0,-1 0 0 0 0,0 0 1 0 0,0 0-1 0 0,0 1 0 0 0,0 0 1 0 0,0 0-1 0 0,0 0 0 0 0,0 1 1 0 0,0-1-1 0 0,-1 1 0 0 0,1 0 0 0 0,-1 1 1 0 0,0-1-1 0 0,0 1 0 0 0,0 0 1 0 0,-1-1-1 0 0,1 2 0 0 0,-1-1 0 0 0,0 0 1 0 0,3 7-1 0 0,9 13 105 0 0,-2 2 1 0 0,0 0-1 0 0,16 52 1 0 0,-17-43 0 0 0,0-7-93 0 0,-2 1-1 0 0,-1 1 1 0 0,-1 0 0 0 0,-1 0 0 0 0,3 51 0 0 0,-9-73-46 0 0,-1 0 1 0 0,-1 0-1 0 0,1 0 1 0 0,-1 0-1 0 0,-1 0 1 0 0,1 0-1 0 0,-1 0 1 0 0,-1-1 0 0 0,1 1-1 0 0,-2-1 1 0 0,1 1-1 0 0,-1-1 1 0 0,0 0-1 0 0,0 0 1 0 0,0-1-1 0 0,-1 0 1 0 0,0 1-1 0 0,-1-1 1 0 0,1-1 0 0 0,-1 1-1 0 0,-1-1 1 0 0,1 0-1 0 0,0-1 1 0 0,-1 1-1 0 0,0-1 1 0 0,-14 6-1 0 0,-1-1 129 0 0,-1-1-1 0 0,0 0 0 0 0,0-2 0 0 0,-1 0 1 0 0,0-2-1 0 0,1-1 0 0 0,-50 1 0 0 0,57-5-794 0 0,-1 0 1 0 0,0-1-1 0 0,-31-9 0 0 0,37 7-4487 0 0</inkml:trace>
</inkml:ink>
</file>

<file path=ppt/ink/ink8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8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1893 224 0 0,'-19'11'6680'0'0,"46"-25"-4780"0"0,0 1-1753 0 0,109-54 590 0 0,440-204 365 0 0,568-209 23 0 0,-497 168-799 0 0,-46 20-77 0 0,-532 261-215 0 0,261-108 180 0 0,-46 20 161 0 0,93-29 2024 0 0,-367 144-2162 0 0,-7 2-286 0 0,1 0 0 0 0,0 0 0 0 0,0 1 0 0 0,0-1 0 0 0,1 1 0 0 0,-1 0 0 0 0,0 0 0 0 0,0 0 0 0 0,6 1 0 0 0,-13 4-514 0 0,-19 22-1324 0 0,0-2 1 0 0,-2 0-1 0 0,-32 25 1 0 0,47-42 794 0 0,-31 26-2318 0 0</inkml:trace>
</inkml:ink>
</file>

<file path=ppt/ink/ink8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49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52 0 0,'0'0'5415'0'0,"6"3"-5131"0"0,156 95 995 0 0,8 4-411 0 0,523 178 1116 0 0,-677-275-1941 0 0,1106 328 2382 0 0,-980-295-2165 0 0,676 161 1342 0 0,33 9 107 0 0,-844-206-1688 0 0,256 80 689 0 0,-233-72-374 0 0,-29-10-200 0 0,8 2 111 0 0,-6-1-235 0 0,-8-3 34 0 0,-33-8-1151 0 0,1 2-1 0 0,-1 2 1 0 0,-54-3 0 0 0,-50-7-5877 0 0,71 1 3592 0 0</inkml:trace>
</inkml:ink>
</file>

<file path=ppt/ink/ink8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50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20 472 0 0,'0'-1'121'0'0,"1"-1"-1"0"0,-1 1 1 0 0,1 0 0 0 0,0 0-1 0 0,-1 0 1 0 0,1 0 0 0 0,0 0-1 0 0,0 0 1 0 0,0 0 0 0 0,-1 0-1 0 0,1 0 1 0 0,0 0 0 0 0,0 1-1 0 0,0-1 1 0 0,0 0 0 0 0,1 1-1 0 0,-1-1 1 0 0,0 0 0 0 0,0 1-1 0 0,0 0 1 0 0,0-1 0 0 0,1 1-1 0 0,-1 0 1 0 0,0-1 0 0 0,0 1-1 0 0,1 0 1 0 0,-1 0 0 0 0,0 0-1 0 0,1 0 1 0 0,-1 0 0 0 0,0 0-1 0 0,0 1 1 0 0,3 0 0 0 0,56 11 865 0 0,-41-7-570 0 0,88 24 215 0 0,-1 4 0 0 0,-2 4 0 0 0,123 64 0 0 0,280 177 451 0 0,-458-249-945 0 0,439 267 782 0 0,250 138 84 0 0,353 51 1110 0 0,-365-174-632 0 0,-499-182-750 0 0,-205-112-1343 0 0,-46-26-1576 0 0,-16-5-395 0 0,5-1-1421 0 0,-1-1 304 0 0</inkml:trace>
</inkml:ink>
</file>

<file path=ppt/ink/ink8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53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9 364 0 0,'2'-1'4752'0'0,"18"-4"-4506"0"0,60 2 540 0 0,0 4 0 0 0,98 12 0 0 0,-152-11-680 0 0,0 2 0 0 0,0 1 0 0 0,-1 0 0 0 0,1 2 0 0 0,32 13 0 0 0,-53-18-95 0 0,0 1 1 0 0,0-1-1 0 0,0 1 0 0 0,-1 0 0 0 0,1 0 0 0 0,-1 1 1 0 0,0-1-1 0 0,0 1 0 0 0,0 0 0 0 0,0 0 0 0 0,0 0 1 0 0,-1 1-1 0 0,0-1 0 0 0,0 1 0 0 0,0 0 0 0 0,-1 0 1 0 0,1 0-1 0 0,-1 0 0 0 0,0 0 0 0 0,-1 0 1 0 0,1 1-1 0 0,-1-1 0 0 0,0 0 0 0 0,-1 1 0 0 0,1-1 1 0 0,-1 1-1 0 0,0-1 0 0 0,0 1 0 0 0,-1-1 0 0 0,1 1 1 0 0,-3 7-1 0 0,-5 16 57 0 0,-1 0 0 0 0,-2-1-1 0 0,-1 0 1 0 0,-1 0 0 0 0,-1-1 0 0 0,-18 25 0 0 0,9-13-843 0 0,-30 67 0 0 0,31-52-2993 0 0,11-28 1588 0 0</inkml:trace>
</inkml:ink>
</file>

<file path=ppt/ink/ink8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56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80 0 0,'0'0'604'0'0</inkml:trace>
</inkml:ink>
</file>

<file path=ppt/ink/ink8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56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80 0 0,'0'0'4140'0'0</inkml:trace>
</inkml:ink>
</file>

<file path=ppt/ink/ink8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59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81 48 0 0,'0'0'9277'0'0,"-4"-15"-5497"0"0,19 39-3803 0 0,-2 1 1 0 0,-1 0 0 0 0,13 37 0 0 0,-11-25 34 0 0,25 46 1 0 0,-3-30 55 0 0,-34-51-19 0 0,0 1 0 0 0,0-1 0 0 0,0 0 0 0 0,1 0 0 0 0,-1 0 0 0 0,1 0 0 0 0,-1-1 0 0 0,1 1 0 0 0,0-1 0 0 0,0 1 0 0 0,-1-1 0 0 0,1 0 0 0 0,0 0 0 0 0,0-1 0 0 0,0 1 0 0 0,0 0 0 0 0,5-1 0 0 0,-6 0-9 0 0,1-1-1 0 0,0 1 0 0 0,0-1 0 0 0,-1 0 1 0 0,1 0-1 0 0,-1 0 0 0 0,1 0 1 0 0,-1 0-1 0 0,1-1 0 0 0,-1 1 1 0 0,0-1-1 0 0,1 0 0 0 0,-1 0 1 0 0,2-1-1 0 0,29-34 260 0 0,-23 25-194 0 0,16-18 68 0 0,-14 15-133 0 0,1 1 1 0 0,0 0-1 0 0,26-21 0 0 0,-37 34-130 0 0,1 1-37 0 0,0 1 98 0 0,1-1 1 0 0,-1 1 0 0 0,0 0-1 0 0,1 0 1 0 0,-1 1 0 0 0,0-1 0 0 0,0 1-1 0 0,0-1 1 0 0,0 1 0 0 0,0 0-1 0 0,3 3 1 0 0,37 35-153 0 0,-7-8 82 0 0,-26-26 90 0 0,0 0 0 0 0,1 0 1 0 0,0-1-1 0 0,0-1 0 0 0,0 0 0 0 0,19 5 1 0 0,-27-9 35 0 0,0 0 0 0 0,0 0 1 0 0,0-1-1 0 0,0 1 0 0 0,-1 0 1 0 0,1-1-1 0 0,0 0 0 0 0,0 0 1 0 0,0 0-1 0 0,0 0 0 0 0,-1 0 1 0 0,1-1-1 0 0,-1 1 0 0 0,1-1 0 0 0,-1 1 1 0 0,5-5-1 0 0,32-32 643 0 0,-24 14-414 0 0,0 0-1 0 0,-1-1 0 0 0,-1 0 0 0 0,-2-1 0 0 0,0-1 1 0 0,11-45-1 0 0,-1 7-304 0 0,-20 63-370 0 0,-1-1-602 0 0,1-1 1364 0 0,3 28-10850 0 0,-3-18 7306 0 0</inkml:trace>
</inkml:ink>
</file>

<file path=ppt/ink/ink8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59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0 508 0 0,'0'0'1834'0'0,"8"0"3671"0"0,-12 25-5189 0 0,-1 0 0 0 0,0 0-1 0 0,-16 40 1 0 0,10-31-65 0 0,-10 48-1 0 0,19-71-195 0 0,0 0 1 0 0,1 0-1 0 0,1 0 1 0 0,0 0-1 0 0,0 0 1 0 0,1 0-1 0 0,0 0 1 0 0,3 11-1 0 0,-3-18-21 0 0,0-1-1 0 0,1 1 1 0 0,-1-1-1 0 0,1 1 1 0 0,0-1-1 0 0,0 0 0 0 0,0 0 1 0 0,0 1-1 0 0,0-2 1 0 0,1 1-1 0 0,-1 0 1 0 0,1 0-1 0 0,0-1 0 0 0,0 0 1 0 0,0 1-1 0 0,0-1 1 0 0,0 0-1 0 0,1 0 1 0 0,-1-1-1 0 0,0 1 0 0 0,1-1 1 0 0,-1 0-1 0 0,1 0 1 0 0,0 0-1 0 0,-1 0 1 0 0,8 0-1 0 0,5 1-139 0 0,76 5 459 0 0,-47-14-2178 0 0,-40 6 1082 0 0,0-1-1 0 0,0 0 0 0 0,-1 0 1 0 0,1-1-1 0 0,0 1 0 0 0,5-5 1 0 0,2-2-1639 0 0</inkml:trace>
</inkml:ink>
</file>

<file path=ppt/ink/ink8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4:59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97 192 0 0,'3'-6'416'0'0,"1"-1"0"0"0,0 1 0 0 0,1 0-1 0 0,-1 0 1 0 0,1 0 0 0 0,0 1 0 0 0,1 0 0 0 0,-1 0 0 0 0,1 0-1 0 0,0 1 1 0 0,0-1 0 0 0,1 2 0 0 0,10-6 0 0 0,-10 6-313 0 0,0 0 1 0 0,0 0 0 0 0,0 1-1 0 0,0 0 1 0 0,1 0 0 0 0,-1 1-1 0 0,1-1 1 0 0,-1 2-1 0 0,1-1 1 0 0,0 1 0 0 0,7 1-1 0 0,-8 0-629 0 0,0 1 0 0 0,0-1 0 0 0,0 2 0 0 0,0-1 0 0 0,0 0 0 0 0,-1 1 1 0 0,9 5-1 0 0,-5 0-1192 0 0</inkml:trace>
</inkml:ink>
</file>

<file path=ppt/ink/ink8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0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1 280 0 0,'0'0'3232'0'0,"-9"37"-1095"0"0,2-5-1515 0 0,2 1 0 0 0,-1 40 0 0 0,6-62-517 0 0,0 1 0 0 0,1-1 0 0 0,0 0-1 0 0,1 0 1 0 0,0-1 0 0 0,0 1 0 0 0,2 0 0 0 0,-1-1-1 0 0,1 1 1 0 0,8 14 0 0 0,-9-21-58 0 0,0 0-1 0 0,0 0 1 0 0,1 0-1 0 0,-1 0 1 0 0,1 0-1 0 0,0-1 1 0 0,0 0-1 0 0,0 0 1 0 0,0 0-1 0 0,0 0 1 0 0,1-1-1 0 0,0 0 1 0 0,-1 0-1 0 0,1 0 1 0 0,0 0-1 0 0,0-1 1 0 0,0 1-1 0 0,0-1 1 0 0,0-1-1 0 0,0 1 1 0 0,0-1-1 0 0,0 0 1 0 0,7 0-1 0 0,-7-1-682 0 0,1 0-1 0 0,-1 1 1 0 0,1-2-1 0 0,-1 1 1 0 0,0-1 0 0 0,1 0-1 0 0,-1 0 1 0 0,6-4-1 0 0,0-1-1647 0 0</inkml:trace>
</inkml:ink>
</file>

<file path=ppt/ink/ink8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0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8 0 0,'0'0'1844'0'0,"3"-4"-953"0"0,2 0-530 0 0,0-1 1 0 0,0 1-1 0 0,1 1 0 0 0,-1-1 1 0 0,1 1-1 0 0,0 0 0 0 0,0 0 1 0 0,0 0-1 0 0,0 1 0 0 0,0 0 1 0 0,0 0-1 0 0,1 1 0 0 0,-1-1 1 0 0,8 1-1 0 0,43-2-195 0 0,0 6-5080 0 0,-47-1 2991 0 0</inkml:trace>
  <inkml:trace contextRef="#ctx0" brushRef="#br0" timeOffset="1">467 27 448 0 0,'51'-11'4419'0'0,"15"-2"-1803"0"0,-58 12-2970 0 0,-1 0 1 0 0,1 1-1 0 0,0-1 0 0 0,-1 2 0 0 0,15 1 0 0 0,-18-2-1676 0 0,8-1 156 0 0</inkml:trace>
</inkml:ink>
</file>

<file path=ppt/ink/ink8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0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19 696 0 0,'12'-4'1266'0'0,"1"0"-1"0"0,-1 1 1 0 0,22-3-1 0 0,-32 6-1174 0 0,1-1-1 0 0,-1 1 1 0 0,0 0-1 0 0,0 0 1 0 0,0 0-1 0 0,0 0 1 0 0,0 0-1 0 0,1 0 1 0 0,-1 0 0 0 0,0 1-1 0 0,0-1 1 0 0,0 1-1 0 0,0 0 1 0 0,0-1-1 0 0,0 1 1 0 0,0 0-1 0 0,0 0 1 0 0,-1 0-1 0 0,1 1 1 0 0,0-1-1 0 0,0 0 1 0 0,-1 1-1 0 0,1-1 1 0 0,-1 1-1 0 0,1-1 1 0 0,-1 1-1 0 0,0 0 1 0 0,2 3-1 0 0,-2 1-6 0 0,0 0-1 0 0,-1 0 1 0 0,0 0-1 0 0,0 0 0 0 0,-1 0 1 0 0,1 0-1 0 0,-1 0 1 0 0,-1-1-1 0 0,1 1 0 0 0,-1 0 1 0 0,0 0-1 0 0,-3 5 1 0 0,-4 20 256 0 0,8-30-312 0 0,1 1 1 0 0,0-1-1 0 0,0 0 0 0 0,0 1 0 0 0,0-1 0 0 0,0 0 0 0 0,0 1 0 0 0,0-1 1 0 0,0 0-1 0 0,0 1 0 0 0,1-1 0 0 0,-1 0 0 0 0,0 0 0 0 0,1 1 0 0 0,-1-1 1 0 0,1 0-1 0 0,0 0 0 0 0,-1 0 0 0 0,1 1 0 0 0,0-1 0 0 0,-1 0 0 0 0,3 1 1 0 0,-1 0 31 0 0,1 0 1 0 0,0 0-1 0 0,0 0 1 0 0,0 0-1 0 0,-1 0 0 0 0,2-1 1 0 0,-1 0-1 0 0,0 1 1 0 0,3 0-1 0 0,12 1 14 0 0,-1 1-1 0 0,34 1 0 0 0,-36-4-363 0 0,-14-1 264 0 0,45 4-1896 0 0,-16-2-2201 0 0,-13-3 1356 0 0</inkml:trace>
</inkml:ink>
</file>

<file path=ppt/ink/ink8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1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1 388 0 0,'12'1'327'0'0,"1"0"-1"0"0,-1 1 1 0 0,0 0-1 0 0,0 1 1 0 0,0 1-1 0 0,-1 0 1 0 0,18 9-1 0 0,81 47 873 0 0,-87-47-966 0 0,-4-1-89 0 0,0 1-1 0 0,-1 1 0 0 0,0 0 0 0 0,-1 1 0 0 0,-1 1 0 0 0,0 0 0 0 0,-1 2 0 0 0,-1-1 0 0 0,22 37 0 0 0,-32-45-111 0 0,1-1 0 0 0,-1 1-1 0 0,0-1 1 0 0,0 1-1 0 0,-1 0 1 0 0,-1 0-1 0 0,1 1 1 0 0,-2-1 0 0 0,1 0-1 0 0,-1 1 1 0 0,0-1-1 0 0,-1 1 1 0 0,0 0-1 0 0,-1-1 1 0 0,0 1 0 0 0,-1-1-1 0 0,1 0 1 0 0,-2 1-1 0 0,1-1 1 0 0,-1 0 0 0 0,-1 0-1 0 0,0-1 1 0 0,0 1-1 0 0,0-1 1 0 0,-1 1-1 0 0,-6 6 1 0 0,-2-1 22 0 0,0 0 0 0 0,-1-2-1 0 0,0 0 1 0 0,-1 0 0 0 0,0-1 0 0 0,-1-1 0 0 0,0 0-1 0 0,0-2 1 0 0,-1 0 0 0 0,-34 11 0 0 0,-2-2-140 0 0,-1-3 1 0 0,-79 11-1 0 0,67-17-1818 0 0,-71 0-1 0 0,83-7 79 0 0</inkml:trace>
</inkml:ink>
</file>

<file path=ppt/ink/ink8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3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3 785 8 0 0,'0'0'2742'0'0,"-3"-12"-2258"0"0,7 7 2485 0 0,529-108-1799 0 0,-268 61-1065 0 0,238-58 171 0 0,-136 39-229 0 0,-40 12 20 0 0,-162 32-72 0 0,347-42 14 0 0,-196 31 233 0 0,-17 1 172 0 0,140-21 620 0 0,-225 27-242 0 0,-93 4-287 0 0,-84 13-46 0 0,-37 14-458 0 0,0 0 0 0 0,0 0 0 0 0,1 0 0 0 0,-1 0 0 0 0,0-1 0 0 0,0 1 0 0 0,0 0 0 0 0,0 0 0 0 0,0 0 0 0 0,0 0 0 0 0,0 0 1 0 0,0-1-1 0 0,0 1 0 0 0,0 0 0 0 0,0 0 0 0 0,0 0 0 0 0,0 0 0 0 0,1 0 0 0 0,-1-1 0 0 0,0 1 0 0 0,0 0 0 0 0,0 0 1 0 0,0 0-1 0 0,0 0 0 0 0,-1 0 0 0 0,1-1 0 0 0,0 1 0 0 0,0 0 0 0 0,0 0 0 0 0,0 0 0 0 0,0 0 0 0 0,0 0 0 0 0,0-1 0 0 0,0 1 1 0 0,0 0-1 0 0,0 0 0 0 0,0 0 0 0 0,0 0 0 0 0,-1 0 0 0 0,1 0 0 0 0,0-1 0 0 0,0 1 0 0 0,0 0 0 0 0,0 0 0 0 0,0 0 1 0 0,0 0-1 0 0,-1 0 0 0 0,1 0 0 0 0,0 0 0 0 0,0 0 0 0 0,0 0 0 0 0,0 0 0 0 0,0 0 0 0 0,-1 0 0 0 0,-23-5-424 0 0,5 2-73 0 0,-1-1 1 0 0,1-1-1 0 0,0 0 0 0 0,-27-13 0 0 0,44 18 452 0 0,-3-3 67 0 0,19-2 28 0 0,28-2 72 0 0,3 15-66 0 0,-42-8-54 0 0,-1 1 1 0 0,1 0-1 0 0,-1 0 1 0 0,0 0-1 0 0,0 0 0 0 0,1 1 1 0 0,-1-1-1 0 0,0 1 1 0 0,0-1-1 0 0,0 1 0 0 0,0-1 1 0 0,0 1-1 0 0,-1 0 1 0 0,1 0-1 0 0,-1 0 0 0 0,1 0 1 0 0,-1 0-1 0 0,2 4 0 0 0,-2-4 9 0 0,-1 1-1 0 0,1-1 0 0 0,-1 1 0 0 0,0-1 0 0 0,0 1 0 0 0,0-1 0 0 0,0 1 0 0 0,-1-1 1 0 0,1 1-1 0 0,-1-1 0 0 0,1 0 0 0 0,-1 1 0 0 0,0-1 0 0 0,0 0 0 0 0,0 1 0 0 0,0-1 0 0 0,0 0 1 0 0,0 0-1 0 0,-1 0 0 0 0,1 0 0 0 0,-1 0 0 0 0,0 0 0 0 0,1 0 0 0 0,-1-1 0 0 0,0 1 1 0 0,0-1-1 0 0,-4 3 0 0 0,-9 7-416 0 0,0-1-1 0 0,-30 14 1 0 0,32-17-680 0 0,-2 0-2271 0 0,7-5 1440 0 0</inkml:trace>
</inkml:ink>
</file>

<file path=ppt/ink/ink8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3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17 524 0 0,'0'0'1008'0'0,"-5"-17"9120"0"0,-2 47-9871 0 0,0 0-1 0 0,2 1 0 0 0,2-1 0 0 0,1 1 0 0 0,3 58 0 0 0,7-47 205 0 0,41-63-234 0 0,-37 15-198 0 0,-4 1-38 0 0,0 0-1 0 0,1 1 1 0 0,0 0 0 0 0,0 0 0 0 0,17-3 0 0 0,-21 7-2 0 0,-1 0 0 0 0,1 0 0 0 0,0 1 1 0 0,0-1-1 0 0,-1 1 0 0 0,1 0 0 0 0,-1 1 0 0 0,1-1 0 0 0,-1 1 0 0 0,1 0 1 0 0,-1 0-1 0 0,6 4 0 0 0,1 0 23 0 0,1 0 0 0 0,0-1 0 0 0,0-1 0 0 0,0 0 0 0 0,21 4 0 0 0,-31-8 23 0 0,3-2 42 0 0,0 1 1 0 0,0-1-1 0 0,-1 0 1 0 0,1 0 0 0 0,0-1-1 0 0,5-4 1 0 0,2-9 108 0 0,-1-1 0 0 0,0 0 1 0 0,-2 0-1 0 0,0-1 0 0 0,-1-1 0 0 0,0 1 0 0 0,6-31 0 0 0,-13 47-500 0 0,4-3-1611 0 0,6 23-9433 0 0</inkml:trace>
</inkml:ink>
</file>

<file path=ppt/ink/ink8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4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13 132 0 0,'0'0'980'0'0,"10"-13"7385"0"0,-20 94-7481 0 0,6-65-732 0 0,1 1 0 0 0,1 1 0 0 0,1-1 0 0 0,0 0 1 0 0,2 24-1 0 0,0-34-117 0 0,0 0 28 0 0,0-1 0 0 0,0 1 0 0 0,1 0 0 0 0,-1-1-1 0 0,1 1 1 0 0,6 10 0 0 0,-7-15-46 0 0,1 1-1 0 0,-1-1 1 0 0,1 0 0 0 0,0 0-1 0 0,0-1 1 0 0,0 1 0 0 0,0 0-1 0 0,0-1 1 0 0,1 1 0 0 0,-1-1-1 0 0,0 1 1 0 0,1-1 0 0 0,-1 0-1 0 0,1 0 1 0 0,-1 0 0 0 0,1-1-1 0 0,-1 1 1 0 0,1 0 0 0 0,0-1-1 0 0,-1 0 1 0 0,6 0 0 0 0,33 1 146 0 0,-1-2-1 0 0,1-1 1 0 0,45-10 0 0 0,0-5-8233 0 0</inkml:trace>
</inkml:ink>
</file>

<file path=ppt/ink/ink8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4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61 936 0 0,'0'0'920'0'0,"8"-13"-40"0"0,-5 4 736 0 0,9-5-916 0 0,-5 8-75 0 0,1 0-65 0 0,3 2-64 0 0,-3-1 236 0 0,11 2-576 0 0,-7 3-148 0 0,2 0-140 0 0,0 0-196 0 0,3 3-168 0 0,-9 2-616 0 0,8 0-1209 0 0,1 0 537 0 0</inkml:trace>
</inkml:ink>
</file>

<file path=ppt/ink/ink8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0 572 0 0,'0'0'7617'0'0,"-3"4"-7323"0"0,-1 2-183 0 0,0 0 0 0 0,1 0 0 0 0,0 1 0 0 0,0 0-1 0 0,0 0 1 0 0,1-1 0 0 0,0 1 0 0 0,0 0-1 0 0,1 1 1 0 0,-1-1 0 0 0,2 0 0 0 0,-1 0 0 0 0,1 11-1 0 0,0-11-41 0 0,0-1-1 0 0,1 1 1 0 0,0 0-1 0 0,0-1 1 0 0,0 0-1 0 0,1 1 1 0 0,0-1-1 0 0,0 0 1 0 0,0 0-1 0 0,1 0 1 0 0,0 0-1 0 0,0 0 1 0 0,1 0 0 0 0,-1-1-1 0 0,1 0 1 0 0,5 6-1 0 0,-6-9-124 0 0,0 0 0 0 0,0-1 1 0 0,0 1-1 0 0,0 0 0 0 0,0-1 0 0 0,0 0 1 0 0,1 0-1 0 0,-1 0 0 0 0,0 0 0 0 0,1 0 1 0 0,-1 0-1 0 0,1-1 0 0 0,-1 0 0 0 0,1 0 0 0 0,-1 0 1 0 0,1 0-1 0 0,3-1 0 0 0,-3 0-589 0 0,0 1 1 0 0,0-1-1 0 0,0 0 0 0 0,0 0 1 0 0,-1-1-1 0 0,1 1 0 0 0,0-1 1 0 0,3-2-1 0 0,0-1-1828 0 0</inkml:trace>
</inkml:ink>
</file>

<file path=ppt/ink/ink8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5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32 0 0,'0'0'3440'0'0,"2"-3"-2674"0"0,2 0-521 0 0,-1-1-1 0 0,1 2 1 0 0,0-1 0 0 0,0 0 0 0 0,0 1 0 0 0,0-1-1 0 0,0 1 1 0 0,1 0 0 0 0,-1 1 0 0 0,1-1 0 0 0,-1 1 0 0 0,1 0-1 0 0,0 0 1 0 0,-1 0 0 0 0,1 1 0 0 0,6-1 0 0 0,12 1-1564 0 0,0 1 0 0 0,27 5 0 0 0,-41-5 197 0 0,9 2-747 0 0</inkml:trace>
  <inkml:trace contextRef="#ctx0" brushRef="#br0" timeOffset="1">450 55 560 0 0,'35'-12'4348'0'0,"21"-5"-1286"0"0,-17 16-7580 0 0,-29 2 2578 0 0</inkml:trace>
</inkml:ink>
</file>

<file path=ppt/ink/ink8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5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43 132 0 0,'31'-32'8029'0'0,"-24"22"-5213"0"0,-1 10-387 0 0,0 15 1300 0 0,-2 23-3743 0 0,-2 0 1 0 0,-4 53-1 0 0,0-24 30 0 0,3-49-207 0 0,-2-1 0 0 0,-1 1-1 0 0,-7 32 1 0 0,-1-18-3002 0 0,-4 0-3990 0 0</inkml:trace>
</inkml:ink>
</file>

<file path=ppt/ink/ink8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06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10 28 0 0,'25'-4'1191'0'0,"0"1"0"0"0,0 2 0 0 0,0 0 0 0 0,42 5-1 0 0,-51-3-886 0 0,1 2-1 0 0,-2 0 1 0 0,1 1-1 0 0,0 1 0 0 0,-1 0 1 0 0,0 1-1 0 0,0 0 0 0 0,17 11 1 0 0,-24-11-239 0 0,0 0-1 0 0,-1 0 1 0 0,0 0 0 0 0,0 1 0 0 0,-1 0 0 0 0,0 0-1 0 0,0 1 1 0 0,-1 0 0 0 0,0 0 0 0 0,0 0 0 0 0,-1 0-1 0 0,0 1 1 0 0,0 0 0 0 0,-1 0 0 0 0,0 0 0 0 0,-1 0-1 0 0,0 0 1 0 0,0 1 0 0 0,-1-1 0 0 0,0 0 0 0 0,-1 18-1 0 0,0-15-28 0 0,-1 0 0 0 0,-1 0-1 0 0,0-1 1 0 0,0 1-1 0 0,-1-1 1 0 0,-1 1 0 0 0,0-1-1 0 0,0 0 1 0 0,-1-1-1 0 0,-1 1 1 0 0,1-1-1 0 0,-2 0 1 0 0,1 0 0 0 0,-2-1-1 0 0,1 0 1 0 0,-1 0-1 0 0,-11 9 1 0 0,-3-1-100 0 0,-2-1-1 0 0,0-1 1 0 0,-1-1-1 0 0,0-1 1 0 0,-1-2 0 0 0,0 0-1 0 0,-30 7 1 0 0,18-8-1838 0 0,-1-1 0 0 0,-50 5 0 0 0,37-12-664 0 0</inkml:trace>
</inkml:ink>
</file>

<file path=ppt/ink/ink8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1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1 110 976 0 0,'7'-15'2821'0'0,"-1"0"1"0"0,0-1-1 0 0,-1 0 0 0 0,4-22 1 0 0,-8 36-1956 0 0,-1-6 0 0 0,6 12-5727 0 0,0 13 4580 0 0,-7 2-5601 0 0,-3 3 2623 0 0</inkml:trace>
</inkml:ink>
</file>

<file path=ppt/ink/ink8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1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0 220 0 0,'-1'3'61'0'0,"-5"16"8890"0"0,4-10-10748 0 0,4 5-1018 0 0,2-5 215 0 0</inkml:trace>
</inkml:ink>
</file>

<file path=ppt/ink/ink8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2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1 448 0 0,'0'0'8222'0'0,"15"12"-9399"0"0,-4-4-2720 0 0,-1-1 1873 0 0</inkml:trace>
  <inkml:trace contextRef="#ctx0" brushRef="#br0" timeOffset="1">109 330 196 0 0,'0'0'5777'0'0,"4"20"-2024"0"0,-2-19-4605 0 0,11-1-6058 0 0</inkml:trace>
</inkml:ink>
</file>

<file path=ppt/ink/ink8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3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46 672 0 0,'0'0'2680'0'0,"5"-11"306"0"0,-5 11-2894 0 0,0 0 0 0 0,0 0 1 0 0,0-1-1 0 0,0 1 0 0 0,0 0 0 0 0,0 0 1 0 0,0 0-1 0 0,0 0 0 0 0,0-1 1 0 0,0 1-1 0 0,0 0 0 0 0,0 0 1 0 0,0 0-1 0 0,0 0 0 0 0,0 0 1 0 0,0-1-1 0 0,0 1 0 0 0,0 0 0 0 0,0 0 1 0 0,0 0-1 0 0,0 0 0 0 0,0-1 1 0 0,0 1-1 0 0,0 0 0 0 0,0 0 1 0 0,0 0-1 0 0,0 0 0 0 0,1 0 1 0 0,-1 0-1 0 0,0-1 0 0 0,0 1 0 0 0,0 0 1 0 0,0 0-1 0 0,0 0 0 0 0,0 0 1 0 0,1 0-1 0 0,-1 0 0 0 0,0 0 1 0 0,0 0-1 0 0,0 0 0 0 0,0 0 1 0 0,0 0-1 0 0,1 0 0 0 0,-1 0 0 0 0,0 0 1 0 0,0 0-1 0 0,0 0 0 0 0,0 0 1 0 0,1 0-1 0 0,-1 0 0 0 0,0 0 1 0 0,0 0-1 0 0,0 0 0 0 0,0 0 1 0 0,1 0-1 0 0,-1 0 0 0 0,0 0 0 0 0,0 0 1 0 0,0 0-1 0 0,0 0 0 0 0,0 0 1 0 0,1 0-1 0 0,-1 0 0 0 0,0 1 1 0 0,0-1-1 0 0,0 0 0 0 0,0 0 1 0 0,0 0-1 0 0,0 0 0 0 0,10 80 559 0 0,-10-62-538 0 0,1 0 0 0 0,1 0-1 0 0,1 0 1 0 0,0 0 0 0 0,2-1 0 0 0,0 1-1 0 0,12 28 1 0 0,-16-45-103 0 0,0 0 0 0 0,0 0 0 0 0,-1 0 1 0 0,1 0-1 0 0,0 0 0 0 0,0 0 0 0 0,0 0 0 0 0,0 0 0 0 0,1 0 1 0 0,-1 0-1 0 0,0-1 0 0 0,0 1 0 0 0,0-1 0 0 0,1 1 0 0 0,-1-1 0 0 0,0 1 1 0 0,1-1-1 0 0,-1 1 0 0 0,0-1 0 0 0,1 0 0 0 0,-1 0 0 0 0,0 0 0 0 0,1 0 1 0 0,-1 0-1 0 0,0 0 0 0 0,1 0 0 0 0,-1 0 0 0 0,1-1 0 0 0,-1 1 1 0 0,0 0-1 0 0,2-1 0 0 0,44-23-23 0 0,-32 15-2 0 0,23-15-4 0 0,-32 19-38 0 0,1 0 0 0 0,0 0-1 0 0,0 1 1 0 0,1 0 0 0 0,-1 1 0 0 0,9-4-1 0 0,-11 7-1 0 0,0 1 0 0 0,0-1-1 0 0,0 1 1 0 0,0 0 0 0 0,0 0-1 0 0,-1 0 1 0 0,1 1 0 0 0,0-1-1 0 0,-1 1 1 0 0,1 0 0 0 0,-1 1-1 0 0,0-1 1 0 0,0 1 0 0 0,6 3-1 0 0,29 15-221 0 0,-32-19 329 0 0,0 0 0 0 0,1-1-1 0 0,-1 0 1 0 0,0 0 0 0 0,0 0 0 0 0,1-1 0 0 0,-1 0 0 0 0,0-1 0 0 0,1 1 0 0 0,-1-1-1 0 0,0-1 1 0 0,0 1 0 0 0,0-1 0 0 0,0-1 0 0 0,0 1 0 0 0,0-1 0 0 0,-1 0-1 0 0,1-1 1 0 0,-1 0 0 0 0,0 0 0 0 0,0 0 0 0 0,0-1 0 0 0,0 1 0 0 0,-1-1 0 0 0,0-1-1 0 0,0 1 1 0 0,0-1 0 0 0,3-6 0 0 0,3-5 266 0 0,-2-1-1 0 0,0 1 1 0 0,-1-2 0 0 0,-1 1-1 0 0,9-37 1 0 0,-4 18-1173 0 0,-12 36 191 0 0</inkml:trace>
</inkml:ink>
</file>

<file path=ppt/ink/ink8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3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9 640 0 0,'-2'-8'15321'0'0,"-34"142"-14763"0"0,10-42-263 0 0,-16 104 1 0 0,41-190-318 0 0,0-1 0 0 0,1 0 0 0 0,-1 0 0 0 0,1 0 1 0 0,1 0-1 0 0,-1 1 0 0 0,1-1 0 0 0,0 0 1 0 0,0 0-1 0 0,0 0 0 0 0,1 0 0 0 0,-1 0 0 0 0,1 0 1 0 0,0-1-1 0 0,1 1 0 0 0,-1 0 0 0 0,1-1 1 0 0,5 7-1 0 0,-3-7-50 0 0,-1 0 0 0 0,1 0 0 0 0,0-1 0 0 0,-1 0 1 0 0,2 0-1 0 0,-1 0 0 0 0,0 0 0 0 0,1-1 0 0 0,-1 0 1 0 0,1 0-1 0 0,-1 0 0 0 0,1-1 0 0 0,0 0 0 0 0,0 0 0 0 0,0 0 1 0 0,6-1-1 0 0,-2 1-233 0 0,0-1 1 0 0,-1 0-1 0 0,1-1 1 0 0,0 0-1 0 0,-1 0 0 0 0,1-1 1 0 0,-1-1-1 0 0,17-5 1 0 0,-20 5-548 0 0,0 0-1 0 0,0-1 1 0 0,0 0 0 0 0,0 0-1 0 0,-1 0 1 0 0,1-1 0 0 0,-1 1-1 0 0,6-8 1 0 0,0-2-1995 0 0</inkml:trace>
</inkml:ink>
</file>

<file path=ppt/ink/ink8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3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98 236 0 0,'-4'-30'5446'0'0,"9"24"-5152"0"0,0 0 1 0 0,0 1-1 0 0,0 0 1 0 0,1 0-1 0 0,0 0 0 0 0,0 1 1 0 0,0 0-1 0 0,0 0 1 0 0,1 0-1 0 0,-1 1 0 0 0,1 0 1 0 0,0 0-1 0 0,0 1 1 0 0,1 0-1 0 0,-1 0 1 0 0,0 1-1 0 0,0 0 0 0 0,10-1 1 0 0,64 2-1637 0 0,-7 12-4514 0 0,-63-9 3562 0 0</inkml:trace>
</inkml:ink>
</file>

<file path=ppt/ink/ink8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4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1 200 0 0,'0'0'2772'0'0,"0"8"-1473"0"0,-1-2 1686 0 0,-18 51-1273 0 0,-17 89 1 0 0,26-59-1001 0 0,10-82-668 0 0,0 0 0 0 0,0 0 0 0 0,0 0 0 0 0,0 0 0 0 0,1 0 0 0 0,0 0 0 0 0,0-1 0 0 0,0 1 0 0 0,1 0 0 0 0,-1 0 0 0 0,1-1 1 0 0,0 1-1 0 0,1-1 0 0 0,-1 0 0 0 0,4 5 0 0 0,-3-6-57 0 0,0-1 0 0 0,1 1 0 0 0,0-1 0 0 0,-1 1 0 0 0,1-1 0 0 0,0 0 0 0 0,0 0 0 0 0,0-1 0 0 0,1 1 0 0 0,-1-1 1 0 0,0 0-1 0 0,1 0 0 0 0,-1 0 0 0 0,0-1 0 0 0,7 1 0 0 0,-3-1-875 0 0,0 0 0 0 0,1-1 0 0 0,-1 0 1 0 0,0 0-1 0 0,1-1 0 0 0,-1 0 0 0 0,9-4 0 0 0,-4-1-1804 0 0</inkml:trace>
</inkml:ink>
</file>

<file path=ppt/ink/ink8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4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30 184 0 0,'0'0'2935'0'0,"5"-2"-2012"0"0,8-4-203 0 0,1 2 1 0 0,1-1-1 0 0,-1 2 0 0 0,0 0 0 0 0,1 1 0 0 0,19-1 0 0 0,51 2-2616 0 0,-51 1-1283 0 0,-18 1 923 0 0</inkml:trace>
  <inkml:trace contextRef="#ctx0" brushRef="#br0" timeOffset="1">405 63 456 0 0,'0'0'3726'0'0,"7"-1"-2882"0"0,42-5 870 0 0,0 3 0 0 0,64 4 0 0 0,-33 0-5859 0 0,-78-1 1863 0 0,12-3 177 0 0</inkml:trace>
</inkml:ink>
</file>

<file path=ppt/ink/ink8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4.8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8 408 0 0,'-4'-8'11054'0'0,"-6"86"-9709"0"0,-2 15-1960 0 0,-5-38-6694 0 0</inkml:trace>
</inkml:ink>
</file>

<file path=ppt/ink/ink8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5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0 100 0 0,'0'0'5084'0'0,"-3"6"-4359"0"0,-8 25 579 0 0,2 0 0 0 0,0 1 1 0 0,-4 37-1 0 0,7 4-2411 0 0,6-71 407 0 0,0 7-1086 0 0</inkml:trace>
</inkml:ink>
</file>

<file path=ppt/ink/ink8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5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14 112 0 0,'11'-3'529'0'0,"-1"0"0"0"0,1 1 1 0 0,-1 0-1 0 0,1 0 0 0 0,-1 1 0 0 0,1 1 0 0 0,0 0 1 0 0,0 0-1 0 0,-1 1 0 0 0,1 1 0 0 0,15 3 0 0 0,-17-2-420 0 0,0 0-1 0 0,-1 0 0 0 0,1 1 1 0 0,-1 0-1 0 0,0 0 0 0 0,0 1 1 0 0,0 0-1 0 0,-1 1 0 0 0,0 0 1 0 0,0 0-1 0 0,0 0 0 0 0,-1 1 1 0 0,1 0-1 0 0,-2 0 0 0 0,1 1 1 0 0,-1-1-1 0 0,0 1 0 0 0,-1 0 1 0 0,0 1-1 0 0,6 16 0 0 0,-3 0-20 0 0,-2 0-1 0 0,-1-1 0 0 0,-1 2 0 0 0,-1-1 0 0 0,-1 0 0 0 0,-1 0 0 0 0,-1 0 0 0 0,-1 1 0 0 0,-2-1 0 0 0,0-1 0 0 0,-2 1 0 0 0,-14 39 1 0 0,14-52-82 0 0,0 0 1 0 0,-1-1 0 0 0,-1 0 0 0 0,0 0 0 0 0,0 0 0 0 0,-1-1 0 0 0,0-1 0 0 0,-1 1 0 0 0,0-2-1 0 0,0 1 1 0 0,-1-1 0 0 0,0-1 0 0 0,-1 0 0 0 0,-12 6 0 0 0,-1-1-987 0 0,-1-1 0 0 0,0-1 0 0 0,0-1 0 0 0,-1-2 1 0 0,-48 8-1 0 0,26-8-1322 0 0</inkml:trace>
</inkml:ink>
</file>

<file path=ppt/ink/ink8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6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0 240 0 0,'0'0'10070'0'0,"-14"19"-8866"0"0,11 16-360 0 0,0 28-77 0 0,3-59-719 0 0,0 0 0 0 0,0-1-1 0 0,0 1 1 0 0,1 0-1 0 0,0 0 1 0 0,0-1 0 0 0,0 1-1 0 0,0-1 1 0 0,1 1 0 0 0,-1-1-1 0 0,1 1 1 0 0,0-1-1 0 0,2 3 1 0 0,-3-4-25 0 0,1 0 0 0 0,0 0 1 0 0,0-1-1 0 0,0 1 0 0 0,0-1 0 0 0,0 1 0 0 0,0-1 0 0 0,0 0 1 0 0,0 0-1 0 0,0 0 0 0 0,0 0 0 0 0,1 0 0 0 0,-1 0 1 0 0,0-1-1 0 0,1 1 0 0 0,-1-1 0 0 0,1 0 0 0 0,-1 0 1 0 0,0 1-1 0 0,1-2 0 0 0,2 1 0 0 0,5-2 4 0 0,0 0 0 0 0,-1 0 0 0 0,1-1-1 0 0,10-4 1 0 0,-14 4-147 0 0,0 0-1 0 0,1 1 1 0 0,-1 0 0 0 0,1 0-1 0 0,-1 1 1 0 0,1 0-1 0 0,0 0 1 0 0,0 0-1 0 0,13 1 1 0 0,-12 3-144 0 0,0 0 1 0 0,0 0-1 0 0,0 1 0 0 0,0-1 1 0 0,-1 2-1 0 0,11 6 0 0 0,-11-5 83 0 0,0-2 0 0 0,1 1 0 0 0,-1-1 0 0 0,1 0 0 0 0,0 0 0 0 0,0-1-1 0 0,0-1 1 0 0,16 4 0 0 0,-20-5 210 0 0,1 0-1 0 0,-1-1 0 0 0,1 0 1 0 0,-1 0-1 0 0,1 0 1 0 0,-1-1-1 0 0,1 0 0 0 0,-1 0 1 0 0,1 0-1 0 0,-1 0 1 0 0,0 0-1 0 0,1-1 1 0 0,-1 0-1 0 0,0 0 0 0 0,0 0 1 0 0,0 0-1 0 0,0-1 1 0 0,-1 0-1 0 0,1 1 0 0 0,-1-1 1 0 0,6-7-1 0 0,-3 3 204 0 0,-1-1 1 0 0,-1 0-1 0 0,1-1 0 0 0,-1 1 1 0 0,-1-1-1 0 0,1 0 0 0 0,-1 0 0 0 0,-1 0 1 0 0,3-15-1 0 0,-1-2-261 0 0,-4 16-7566 0 0</inkml:trace>
</inkml:ink>
</file>

<file path=ppt/ink/ink8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6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33 132 0 0,'28'-32'13115'0'0,"-29"38"-12623"0"0,-5 41 622 0 0,-24 90 1 0 0,20-103-879 0 0,1 1 0 0 0,2 0 1 0 0,2 0-1 0 0,1 0 1 0 0,1 69-1 0 0,4-89-170 0 0,1 1 1 0 0,0 0-1 0 0,2-1 0 0 0,-1 0 0 0 0,2 0 1 0 0,8 19-1 0 0,-11-30-123 0 0,0 0 1 0 0,0 1-1 0 0,1-1 1 0 0,0-1-1 0 0,-1 1 0 0 0,1 0 1 0 0,1-1-1 0 0,-1 1 1 0 0,0-1-1 0 0,1 0 1 0 0,0 0-1 0 0,0-1 0 0 0,0 1 1 0 0,0-1-1 0 0,0 0 1 0 0,0 0-1 0 0,0 0 0 0 0,1 0 1 0 0,-1-1-1 0 0,1 1 1 0 0,0-1-1 0 0,-1-1 1 0 0,1 1-1 0 0,0-1 0 0 0,5 1 1 0 0,2-1-470 0 0,0-1 0 0 0,1 0 0 0 0,-1-1 1 0 0,0 0-1 0 0,0 0 0 0 0,14-6 0 0 0,-18 5-415 0 0,-1-1 0 0 0,1 1 0 0 0,-1-1 0 0 0,0-1 0 0 0,0 1 0 0 0,6-7 0 0 0,6-7-2498 0 0</inkml:trace>
</inkml:ink>
</file>

<file path=ppt/ink/ink8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6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65 844 0 0,'-1'-1'287'0'0,"0"0"-1"0"0,0 1 1 0 0,0-1-1 0 0,0 0 1 0 0,0 0-1 0 0,0 0 1 0 0,0 0 0 0 0,0 0-1 0 0,1 0 1 0 0,-1-1-1 0 0,0 1 1 0 0,1 0-1 0 0,-1 0 1 0 0,1 0 0 0 0,-1-1-1 0 0,1 1 1 0 0,-1 0-1 0 0,1-1 1 0 0,0 1-1 0 0,0 0 1 0 0,0-1-1 0 0,0 1 1 0 0,0 0 0 0 0,0-1-1 0 0,0 1 1 0 0,0 0-1 0 0,1-3 1 0 0,1 2-132 0 0,-1 1 0 0 0,0-1 0 0 0,1 1 0 0 0,-1-1 0 0 0,1 1 0 0 0,0-1 0 0 0,0 1 0 0 0,-1 0-1 0 0,1 0 1 0 0,0 0 0 0 0,0 0 0 0 0,0 0 0 0 0,0 0 0 0 0,0 1 0 0 0,3-2 0 0 0,8-1-99 0 0,0 1 1 0 0,0 0-1 0 0,1 1 0 0 0,18 0 0 0 0,58 12-1889 0 0,-34 4-3243 0 0,-39-8 2421 0 0</inkml:trace>
</inkml:ink>
</file>

<file path=ppt/ink/ink8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7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18 1012 0 0,'-2'-18'13763'0'0,"-45"116"-12476"0"0,28-62-801 0 0,-21 57 1 0 0,36-83-429 0 0,1 1 0 0 0,0-1 0 0 0,1 1 0 0 0,0-1 0 0 0,0 1 0 0 0,1 0 0 0 0,1 0 0 0 0,0 0-1 0 0,0-1 1 0 0,4 18 0 0 0,-2-22-90 0 0,0 0 1 0 0,1 0-1 0 0,-1-1 0 0 0,1 1 0 0 0,0-1 1 0 0,1 0-1 0 0,0 0 0 0 0,-1 0 0 0 0,2 0 0 0 0,-1 0 1 0 0,0-1-1 0 0,1 0 0 0 0,0 0 0 0 0,0 0 0 0 0,0-1 1 0 0,0 0-1 0 0,1 1 0 0 0,-1-2 0 0 0,1 1 0 0 0,0-1 1 0 0,0 0-1 0 0,0 0 0 0 0,9 1 0 0 0,-5 0-553 0 0,1-1-1 0 0,1 0 0 0 0,-1-1 1 0 0,0 0-1 0 0,0-1 0 0 0,0 0 1 0 0,0 0-1 0 0,1-2 1 0 0,-1 1-1 0 0,0-1 0 0 0,0-1 1 0 0,15-6-1 0 0,-14 2-2934 0 0,-3-1 272 0 0</inkml:trace>
</inkml:ink>
</file>

<file path=ppt/ink/ink8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7.4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24 188 0 0,'-5'-9'10776'0'0,"13"6"-10611"0"0,0 0 0 0 0,0 1-1 0 0,0 0 1 0 0,0 0 0 0 0,0 1 0 0 0,0 0 0 0 0,13 0 0 0 0,36 2-2579 0 0,-20 0-2450 0 0,-21-1 2047 0 0</inkml:trace>
  <inkml:trace contextRef="#ctx0" brushRef="#br0" timeOffset="1">354 84 376 0 0,'30'4'3522'0'0,"109"-7"1133"0"0,-46-2-6761 0 0,-79 0-1097 0 0,-12 4 1375 0 0</inkml:trace>
</inkml:ink>
</file>

<file path=ppt/ink/ink8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7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4 408 0 0,'0'0'2274'0'0,"-1"0"-2123"0"0,1-1-1 0 0,-1 1 0 0 0,0 0 1 0 0,1-1-1 0 0,-1 1 1 0 0,1 0-1 0 0,-1 0 0 0 0,1-1 1 0 0,-1 1-1 0 0,0 0 1 0 0,1 0-1 0 0,-1 0 0 0 0,0 0 1 0 0,1 0-1 0 0,-1 0 0 0 0,0 0 1 0 0,1 0-1 0 0,-1 0 1 0 0,0 0-1 0 0,1 0 0 0 0,-1 0 1 0 0,-1 1-1 0 0,-9 10 307 0 0,0 0-1 0 0,1 1 1 0 0,0 1 0 0 0,1 0-1 0 0,1 0 1 0 0,0 1 0 0 0,0 0-1 0 0,-10 30 1 0 0,-18 30-2613 0 0,34-71 1727 0 0,-2 6-3147 0 0,4 6 1274 0 0</inkml:trace>
</inkml:ink>
</file>

<file path=ppt/ink/ink8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8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20 0 0,'0'0'1203'0'0,"11"-6"2676"0"0,-8 5-3731 0 0,1 1-1 0 0,-1-1 1 0 0,1 1-1 0 0,-1 0 0 0 0,1 0 1 0 0,-1 1-1 0 0,1-1 0 0 0,-1 1 1 0 0,1 0-1 0 0,-1 0 0 0 0,0 0 1 0 0,1 0-1 0 0,-1 0 1 0 0,0 1-1 0 0,0 0 0 0 0,0-1 1 0 0,0 1-1 0 0,0 0 0 0 0,0 1 1 0 0,0-1-1 0 0,-1 0 0 0 0,1 1 1 0 0,-1-1-1 0 0,0 1 1 0 0,0 0-1 0 0,0 0 0 0 0,0 0 1 0 0,0 0-1 0 0,-1 0 0 0 0,1 0 1 0 0,-1 0-1 0 0,0 1 0 0 0,0-1 1 0 0,0 1-1 0 0,0-1 0 0 0,0 1 1 0 0,-1-1-1 0 0,0 1 1 0 0,0-1-1 0 0,0 1 0 0 0,0-1 1 0 0,0 1-1 0 0,-1 3 0 0 0,-21 107 1263 0 0,22-113-1387 0 0,0 1 0 0 0,0-1 0 0 0,-1 0 0 0 0,1 1 0 0 0,0-1 0 0 0,0 0 0 0 0,0 0 0 0 0,0 1 0 0 0,1-1 1 0 0,-1 0-1 0 0,0 0 0 0 0,1 1 0 0 0,-1-1 0 0 0,0 0 0 0 0,1 0 0 0 0,-1 0 0 0 0,1 1 0 0 0,0-1 0 0 0,-1 0 0 0 0,1 0 0 0 0,0 0 0 0 0,0 0 0 0 0,0 0 1 0 0,-1 0-1 0 0,1 0 0 0 0,0-1 0 0 0,2 2 0 0 0,0-1-45 0 0,-1 1 0 0 0,1-1-1 0 0,0 0 1 0 0,0 0 0 0 0,0-1 0 0 0,1 1 0 0 0,-1-1 0 0 0,0 1 0 0 0,0-1-1 0 0,6 0 1 0 0,3-1-1535 0 0,0-1-1 0 0,0 0 1 0 0,0-1-1 0 0,20-6 1 0 0,-13 1-1598 0 0</inkml:trace>
</inkml:ink>
</file>

<file path=ppt/ink/ink8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18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654 14 952 0 0,'7'-3'799'0'0,"0"1"-1"0"0,0 0 1 0 0,0 0 0 0 0,0 0-1 0 0,0 1 1 0 0,1 0 0 0 0,-1 1 0 0 0,0 0-1 0 0,1 0 1 0 0,14 2 0 0 0,-19-1-667 0 0,1 0-1 0 0,-1 0 1 0 0,1 1 0 0 0,-1-1 0 0 0,0 1 0 0 0,1 0 0 0 0,-1 0 0 0 0,0 0 0 0 0,0 0 0 0 0,0 0 0 0 0,-1 1 0 0 0,1 0 0 0 0,-1-1 0 0 0,1 1 0 0 0,-1 0 0 0 0,0 0 0 0 0,0 0 0 0 0,0 1 0 0 0,0-1 0 0 0,-1 0 0 0 0,1 1 0 0 0,-1-1 0 0 0,2 7 0 0 0,4 14 88 0 0,-2 0 0 0 0,0 1 0 0 0,-1 0 0 0 0,-2 0 0 0 0,0 0 0 0 0,-4 48 0 0 0,0-55-166 0 0,-1-1 0 0 0,-1 0 0 0 0,0 0 0 0 0,-1 0-1 0 0,0 0 1 0 0,-2-1 0 0 0,0 0 0 0 0,-1 0 0 0 0,0-1 0 0 0,-21 28-1 0 0,13-24-9 0 0,-1 0-1 0 0,-1-2 0 0 0,0 0 1 0 0,-1-1-1 0 0,-1 0 0 0 0,0-2 0 0 0,-1-1 1 0 0,-1 0-1 0 0,0-2 0 0 0,0 0 1 0 0,-1-2-1 0 0,-46 14 0 0 0,35-15-547 0 0,0-1-1 0 0,-1-2 0 0 0,-48 1 1 0 0,41-5-1977 0 0,-1-3 1 0 0,-62-10 0 0 0,36-1-977 0 0</inkml:trace>
</inkml:ink>
</file>

<file path=ppt/ink/ink8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6:28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63 119 112 0 0,'-3'-6'238'0'0,"-1"1"0"0"0,0 0-1 0 0,-1 0 1 0 0,1 1 0 0 0,-8-7 0 0 0,-18-9 721 0 0,30 20-952 0 0,0 0 0 0 0,0 0 0 0 0,0 0 0 0 0,0 0 0 0 0,1 0 0 0 0,-1 0-1 0 0,0 0 1 0 0,0 0 0 0 0,0 0 0 0 0,0 0 0 0 0,0 0 0 0 0,1 0 0 0 0,-1 0 0 0 0,0 0-1 0 0,0 0 1 0 0,0-1 0 0 0,0 1 0 0 0,0 0 0 0 0,0 0 0 0 0,1 0 0 0 0,-1 0 0 0 0,0 0-1 0 0,0 0 1 0 0,0 0 0 0 0,0 0 0 0 0,0 0 0 0 0,0-1 0 0 0,0 1 0 0 0,0 0 0 0 0,1 0-1 0 0,-1 0 1 0 0,0 0 0 0 0,0 0 0 0 0,0-1 0 0 0,0 1 0 0 0,0 0 0 0 0,0 0 0 0 0,0 0 0 0 0,0 0-1 0 0,0 0 1 0 0,0-1 0 0 0,0 1 0 0 0,0 0 0 0 0,0 0 0 0 0,0 0 0 0 0,0 0 0 0 0,0 0-1 0 0,0-1 1 0 0,0 1 0 0 0,0 0 0 0 0,0 0 0 0 0,-1 0 0 0 0,1 0 0 0 0,0 0 0 0 0,0 0-1 0 0,0-1 1 0 0,0 1 0 0 0,0 0 0 0 0,0 0 0 0 0,0 0 0 0 0,0 0 0 0 0,-1 0 0 0 0,1 0-1 0 0,0 0 1 0 0,0 0 0 0 0,0-1 0 0 0,23-3 89 0 0,31 1-87 0 0,14 2 49 0 0,944-33 568 0 0,-955 32-566 0 0,47-4 228 0 0,-98 5-209 0 0,-4 0-53 0 0,1 0 1 0 0,0 0-1 0 0,-1 1 0 0 0,1-1 0 0 0,0 1 0 0 0,0 0 0 0 0,0 0 0 0 0,-1 0 0 0 0,1 0 0 0 0,0 0 0 0 0,0 1 0 0 0,-1-1 0 0 0,1 1 0 0 0,0 0 0 0 0,-1 0 0 0 0,1 0 0 0 0,4 2 0 0 0,-6-2 1 0 0,0 1-12 0 0,0 0-14 0 0,1 1 1 0 0,-1 0-1 0 0,0-1 1 0 0,1 1-1 0 0,-2 0 1 0 0,1 0-1 0 0,0 0 1 0 0,0 0-1 0 0,-1 0 1 0 0,0 0-1 0 0,1 0 1 0 0,-1 0-1 0 0,0 0 1 0 0,-1 0-1 0 0,0 5 1 0 0,1-4-4 0 0,-17 240-13 0 0,16 123-48 0 0,4-266 58 0 0,-15 130 0 0 0,12-229 31 0 0,-11 18 1783 0 0,-361 0-754 0 0,262-12-978 0 0,-411-6 73 0 0,481-3-148 0 0,27 1-118 0 0,-4-1 169 0 0,0 0-1 0 0,1 2 0 0 0,-27 4 1 0 0,38-4-313 0 0,1 0 1 0 0,-1 0 0 0 0,1 1-1 0 0,0-1 1 0 0,-1 1 0 0 0,1 0-1 0 0,0 1 1 0 0,0-1 0 0 0,0 1-1 0 0,0-1 1 0 0,0 1-1 0 0,1 0 1 0 0,-1 1 0 0 0,1-1-1 0 0,0 1 1 0 0,0-1 0 0 0,-3 5-1 0 0,-1 5-1520 0 0</inkml:trace>
</inkml:ink>
</file>

<file path=ppt/ink/ink8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4.4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46 436 0 0,'15'-45'6284'0'0,"-13"50"-6148"0"0,12 38 111 0 0,-3 0 0 0 0,-1 1 0 0 0,6 64 0 0 0,-4-18 38 0 0,3-4 4 0 0,6 33 402 0 0,12 236 0 0 0,-33-307-1269 0 0,0-46 289 0 0,0 7-358 0 0</inkml:trace>
</inkml:ink>
</file>

<file path=ppt/ink/ink8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5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14 110 668 0 0,'-9'-8'1117'0'0,"9"8"-1077"0"0,0 0-1 0 0,0 0 1 0 0,-1 0 0 0 0,1 0 0 0 0,0 0 0 0 0,0 0 0 0 0,0 0-1 0 0,-1 0 1 0 0,1-1 0 0 0,0 1 0 0 0,0 0 0 0 0,0 0-1 0 0,0 0 1 0 0,-1 0 0 0 0,1 0 0 0 0,0 0 0 0 0,0 0 0 0 0,0-1-1 0 0,0 1 1 0 0,0 0 0 0 0,0 0 0 0 0,-1 0 0 0 0,1 0 0 0 0,0-1-1 0 0,0 1 1 0 0,0 0 0 0 0,0 0 0 0 0,0 0 0 0 0,0 0-1 0 0,0-1 1 0 0,0 1 0 0 0,0 0 0 0 0,0 0 0 0 0,0 0 0 0 0,0-1-1 0 0,0 1 1 0 0,0 0 0 0 0,0 0 0 0 0,0 0 0 0 0,0-1 0 0 0,0 1-1 0 0,0 0 1 0 0,0 0 0 0 0,0 0 0 0 0,0-1 0 0 0,0 1-1 0 0,1 0 1 0 0,-1 0 0 0 0,0 0 0 0 0,0 0 0 0 0,0 0 0 0 0,0-1-1 0 0,0 1 1 0 0,0 0 0 0 0,1 0 0 0 0,-1 0 0 0 0,0 0 0 0 0,0 0-1 0 0,194 3 1430 0 0,-15 2-1051 0 0,829-49 943 0 0,140-3-494 0 0,1788 37 494 0 0,-1817 23-979 0 0,1388 46 84 0 0,-1675-30-371 0 0,398 32-12 0 0,-931-37 2018 0 0,-281-22-1959 0 0,-11-3-118 0 0,0 1 0 0 0,0 1 1 0 0,0-1-1 0 0,0 1 0 0 0,-1 0 0 0 0,1 1 0 0 0,0 0 1 0 0,0 0-1 0 0,-1 0 0 0 0,1 1 0 0 0,-1 0 1 0 0,0 0-1 0 0,1 1 0 0 0,-2-1 0 0 0,1 1 0 0 0,0 1 1 0 0,-1-1-1 0 0,0 1 0 0 0,5 5 0 0 0,1 6-24 0 0,0 1 0 0 0,-2-1 0 0 0,0 2-1 0 0,-1-1 1 0 0,9 29 0 0 0,22 102 8 0 0,-20-72-1 0 0,35 131-391 0 0,-45-164-1132 0 0,-14-15-4388 0 0,-3-16 2771 0 0</inkml:trace>
</inkml:ink>
</file>

<file path=ppt/ink/ink8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6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1 211 612 0 0,'0'0'4494'0'0,"4"-1"-4244"0"0,13-4-73 0 0,1 2-1 0 0,0 0 0 0 0,0 1 0 0 0,0 0 0 0 0,0 2 1 0 0,34 3-1 0 0,53-3 73 0 0,174-12 263 0 0,-221 11-436 0 0,301-19 285 0 0,-40 2-160 0 0,23-1-29 0 0,244-7 34 0 0,-441 19-166 0 0,40 1 7 0 0,306 7 27 0 0,267 0 25 0 0,-362-3-57 0 0,-156-1-14 0 0,228 5-10 0 0,-200 5-7 0 0,97 4 14 0 0,171 9-16 0 0,-304-14 4 0 0,718 4 630 0 0,-375-19-80 0 0,-311 19-368 0 0,-108-2-127 0 0,226 20 386 0 0,61 1 545 0 0,466-57 650 0 0,-525-5-504 0 0,-3 9 2787 0 0,-361 21-3332 0 0,1-1 1 0 0,-1-1-1 0 0,24-8 1 0 0,3-2 281 0 0,-39 12-762 0 0,-1 0 0 0 0,0-1 0 0 0,0 1 0 0 0,-1-2 0 0 0,11-7 0 0 0,-8 5 2 0 0,-7 6-116 0 0,4-10-981 0 0,-6 3-2785 0 0,-6 5 2802 0 0,-1 0 0 0 0,1 0 0 0 0,-1 1 0 0 0,1 0-1 0 0,-1 0 1 0 0,-13-1 0 0 0,-5-2-3861 0 0,10 2 1279 0 0</inkml:trace>
</inkml:ink>
</file>

<file path=ppt/ink/ink8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7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75 676 0 0,'0'0'1830'0'0,"-4"-9"-509"0"0,3 4 2165 0 0,1 3-3357 0 0,0 1 0 0 0,1-1 1 0 0,-1 1-1 0 0,0-1 0 0 0,1 1 1 0 0,-1-1-1 0 0,1 1 0 0 0,-1-1 1 0 0,1 1-1 0 0,0 0 0 0 0,-1-1 1 0 0,1 1-1 0 0,0 0 0 0 0,0 0 1 0 0,0 0-1 0 0,0-1 1 0 0,0 1-1 0 0,0 0 0 0 0,0 0 1 0 0,1 1-1 0 0,-1-1 0 0 0,0 0 1 0 0,0 0-1 0 0,1 0 0 0 0,-1 1 1 0 0,1-1-1 0 0,-1 1 0 0 0,0-1 1 0 0,1 1-1 0 0,-1 0 0 0 0,1-1 1 0 0,-1 1-1 0 0,1 0 0 0 0,-1 0 1 0 0,1 0-1 0 0,2 0 0 0 0,10 1-48 0 0,0-1 0 0 0,0 2-1 0 0,18 3 1 0 0,-11-1 208 0 0,279 26 295 0 0,307-10 1 0 0,-248-34-393 0 0,211-13 564 0 0,-414 5 482 0 0,-155 22-1217 0 0,0 0 0 0 0,0 0 0 0 0,0 0 0 0 0,0 0 0 0 0,0 0 0 0 0,0 0 0 0 0,0 0 0 0 0,-1 0 1 0 0,1 0-1 0 0,0-1 0 0 0,0 1 0 0 0,0 0 0 0 0,0-1 0 0 0,0 1 0 0 0,-1 0 0 0 0,1-1 0 0 0,0 1 0 0 0,0-1 0 0 0,-1 1 0 0 0,1-1 1 0 0,0 0-1 0 0,-1 1 0 0 0,1-1 0 0 0,0 0 0 0 0,-1 1 0 0 0,1-1 0 0 0,-1 0 0 0 0,1 0 0 0 0,-1 0 0 0 0,0 1 0 0 0,1-1 0 0 0,-1-2 1 0 0,0 3-61 0 0,0-1 0 0 0,-1 0 1 0 0,1 1-1 0 0,0-1 1 0 0,-1 1-1 0 0,1-1 1 0 0,-1 0-1 0 0,1 1 0 0 0,-1-1 1 0 0,1 1-1 0 0,-1 0 1 0 0,1-1-1 0 0,-1 1 1 0 0,0-1-1 0 0,1 1 0 0 0,-1 0 1 0 0,0-1-1 0 0,1 1 1 0 0,-1 0-1 0 0,0 0 1 0 0,1 0-1 0 0,-1-1 0 0 0,0 1 1 0 0,1 0-1 0 0,-1 0 1 0 0,0 0-1 0 0,0 0 1 0 0,1 0-1 0 0,-1 0 0 0 0,0 0 1 0 0,1 1-1 0 0,-1-1 1 0 0,0 0-1 0 0,1 0 1 0 0,-1 0-1 0 0,-1 1 0 0 0,-40 9-2718 0 0,11-3-2311 0 0,27-6 4235 0 0,-15 2-2922 0 0</inkml:trace>
</inkml:ink>
</file>

<file path=ppt/ink/ink8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8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47 28 0 0,'11'-45'5872'0'0,"-10"44"-5184"0"0,3 22-550 0 0,-2 0 1 0 0,0 0-1 0 0,-2 1 1 0 0,0-1-1 0 0,-5 28 0 0 0,2-2-5 0 0,-68 610 1389 0 0,64-612-1431 0 0,-15 66 321 0 0,1-12-938 0 0,16-34-4604 0 0,5-62 2922 0 0</inkml:trace>
</inkml:ink>
</file>

<file path=ppt/ink/ink8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9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1048 0 0,'9'-5'5576'0'0,"-8"7"-5478"0"0,1 0 1 0 0,-1 0 0 0 0,0 1-1 0 0,0-1 1 0 0,0 0-1 0 0,0 1 1 0 0,0-1-1 0 0,0 1 1 0 0,-1-1 0 0 0,1 0-1 0 0,-1 1 1 0 0,1-1-1 0 0,-1 1 1 0 0,0 0-1 0 0,-1 3 1 0 0,-1 56 578 0 0,0-16-289 0 0,1 213 997 0 0,9 170-50 0 0,-15-366-1595 0 0,0 10-1450 0 0,12-29-3962 0 0</inkml:trace>
</inkml:ink>
</file>

<file path=ppt/ink/ink8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9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0 696 0 0,'2'2'3794'0'0,"0"12"-1542"0"0,-4 39-833 0 0,-6 65-1195 0 0,-6 410 1625 0 0,15-401-1537 0 0,0-60-344 0 0,-2 55-200 0 0,-7-42-5784 0 0</inkml:trace>
</inkml:ink>
</file>

<file path=ppt/ink/ink8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5:59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36 492 0 0,'3'-4'741'0'0,"-1"0"0"0"0,1 1 0 0 0,0-1 0 0 0,0 1-1 0 0,0 0 1 0 0,1 0 0 0 0,-1 0 0 0 0,8-5 0 0 0,-9 8 89 0 0,-1 3-477 0 0,4 17-59 0 0,-2 0 1 0 0,0 0 0 0 0,-1 0-1 0 0,-2 0 1 0 0,-1 21-1 0 0,2 22 87 0 0,32 324 1146 0 0,-21-261-1114 0 0,3 27-5198 0 0,-12-143 1891 0 0,0-2 222 0 0</inkml:trace>
</inkml:ink>
</file>

<file path=ppt/ink/ink8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6:00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1 456 0 0,'1'0'245'0'0,"0"-1"-1"0"0,0 1 0 0 0,0 0 1 0 0,0 0-1 0 0,0 0 1 0 0,0 0-1 0 0,0 1 1 0 0,0-1-1 0 0,0 0 1 0 0,0 0-1 0 0,0 1 1 0 0,0-1-1 0 0,0 0 1 0 0,0 1-1 0 0,0-1 1 0 0,0 1-1 0 0,0-1 0 0 0,0 1 1 0 0,-1 0-1 0 0,1-1 1 0 0,0 1-1 0 0,0 0 1 0 0,0 0-1 0 0,11 27 1954 0 0,-5 47-2083 0 0,-6-53 584 0 0,7 90 128 0 0,32 268 748 0 0,-30-318-1509 0 0,19 84-557 0 0,-24-128-633 0 0,0-1 1 0 0,2-1-1 0 0,11 23 1 0 0,-12-30-1458 0 0,1-2 196 0 0</inkml:trace>
</inkml:ink>
</file>

<file path=ppt/ink/ink8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6:00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1112 0 0,'1'0'250'0'0,"0"-1"0"0"0,0 1 0 0 0,0-1 0 0 0,0 1 0 0 0,0-1 0 0 0,0 1 0 0 0,0 0 0 0 0,0-1 0 0 0,0 1 0 0 0,0 0 0 0 0,0 0 1 0 0,0 0-1 0 0,1 0 0 0 0,-1 0 0 0 0,0 0 0 0 0,0 0 0 0 0,0 0 0 0 0,0 0 0 0 0,0 0 0 0 0,0 0 0 0 0,0 1 0 0 0,0-1 0 0 0,2 1 0 0 0,-2 1-152 0 0,0-1 1 0 0,0 1-1 0 0,0-1 1 0 0,0 1-1 0 0,0-1 1 0 0,-1 1-1 0 0,1 0 0 0 0,0 0 1 0 0,-1-1-1 0 0,1 1 1 0 0,-1 0-1 0 0,1 0 1 0 0,-1 0-1 0 0,0 2 0 0 0,34 302 2335 0 0,22 1-1627 0 0,-35-230-2210 0 0,-4-30-4761 0 0</inkml:trace>
</inkml:ink>
</file>

<file path=ppt/ink/ink8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6:01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0 844 0 0,'32'7'3202'0'0,"-27"-4"-2973"0"0,-1-1 0 0 0,1 1 0 0 0,-1 1 0 0 0,1-1 0 0 0,-1 0 0 0 0,0 1 0 0 0,0 0 0 0 0,-1 0 0 0 0,1 0 0 0 0,-1 0 0 0 0,0 1 0 0 0,0-1 0 0 0,0 1 0 0 0,-1 0 0 0 0,0 0 0 0 0,0 0 0 0 0,0 0 0 0 0,1 6 0 0 0,4 14 97 0 0,-2 0 0 0 0,4 39 0 0 0,-5-35 39 0 0,7 66 274 0 0,-5 0 1 0 0,-9 164-1 0 0,0-230-1603 0 0,0-1-1 0 0,-2 1 1 0 0,-1-1 0 0 0,-1-1-1 0 0,-2 1 1 0 0,-17 39-1 0 0,12-39-1798 0 0</inkml:trace>
</inkml:ink>
</file>

<file path=ppt/ink/ink8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1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8 612 0 0,'-34'15'1825'0'0,"16"-8"-931"0"0,0 2-1 0 0,1 0 0 0 0,-28 19 1 0 0,40-24-782 0 0,0 0 0 0 0,0 1 0 0 0,0-1 0 0 0,1 1 1 0 0,0 0-1 0 0,0 1 0 0 0,0-1 0 0 0,1 1 0 0 0,0-1 0 0 0,0 1 1 0 0,0 0-1 0 0,1 0 0 0 0,0 1 0 0 0,0-1 0 0 0,-1 8 0 0 0,1-5-22 0 0,1 0 0 0 0,0-1 0 0 0,0 1 0 0 0,1 0 0 0 0,1 0 0 0 0,-1 0 0 0 0,1 0 0 0 0,1 0 0 0 0,0 0-1 0 0,0-1 1 0 0,5 14 0 0 0,-5-18-56 0 0,0 0-1 0 0,0-1 1 0 0,0 1-1 0 0,1 0 1 0 0,-1-1-1 0 0,1 1 1 0 0,0-1-1 0 0,0 0 1 0 0,0 0-1 0 0,0 0 1 0 0,1-1-1 0 0,-1 1 1 0 0,1-1-1 0 0,-1 1 1 0 0,1-1-1 0 0,0 0 1 0 0,0-1-1 0 0,0 1 0 0 0,0-1 1 0 0,0 0-1 0 0,0 0 1 0 0,1 0-1 0 0,-1 0 1 0 0,0-1-1 0 0,9 1 1 0 0,-4-2 53 0 0,-1 1 0 0 0,1-1 0 0 0,-1-1 1 0 0,0 0-1 0 0,1 0 0 0 0,-1 0 0 0 0,0-1 0 0 0,0 0 0 0 0,0-1 1 0 0,-1 0-1 0 0,1 0 0 0 0,-1-1 0 0 0,0 0 0 0 0,0 0 1 0 0,-1 0-1 0 0,1-1 0 0 0,-1 0 0 0 0,0 0 0 0 0,-1-1 0 0 0,0 0 1 0 0,6-8-1 0 0,-6 7-11 0 0,-1 0-1 0 0,1 0 1 0 0,-1-1 0 0 0,-1 0 0 0 0,0 0 0 0 0,0 0 0 0 0,-1 0-1 0 0,0 0 1 0 0,0 0 0 0 0,-1-1 0 0 0,0 1 0 0 0,-1 0-1 0 0,0-1 1 0 0,-1 1 0 0 0,0-1 0 0 0,0 1 0 0 0,-1 0 0 0 0,0 0-1 0 0,-4-12 1 0 0,4 17-66 0 0,0 0 0 0 0,-1 0 1 0 0,0 0-1 0 0,1 0 0 0 0,-1 0 0 0 0,-1 1 0 0 0,1-1 0 0 0,0 1 0 0 0,-1 0 0 0 0,0 0 1 0 0,1 0-1 0 0,-1 0 0 0 0,-1 1 0 0 0,1 0 0 0 0,-6-3 0 0 0,8 4-127 0 0,-1 0 0 0 0,1 0 0 0 0,-1 0 0 0 0,1 0 0 0 0,-1 0 0 0 0,1 0 0 0 0,-1 1 0 0 0,0 0 0 0 0,1-1 0 0 0,-1 1 0 0 0,0 0 0 0 0,1 0 0 0 0,-1 0 0 0 0,0 1 0 0 0,1-1 0 0 0,-1 1 0 0 0,0-1 0 0 0,1 1 0 0 0,-1 0 0 0 0,1 0 0 0 0,-1 0 0 0 0,1 0 0 0 0,0 1 0 0 0,-1-1 0 0 0,1 1 0 0 0,-4 2 0 0 0,-7 13-5410 0 0</inkml:trace>
</inkml:ink>
</file>

<file path=ppt/ink/ink8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2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 0 0,'0'0'2137'0'0,"26"10"760"0"0,-20 11-1925 0 0,-5-18-845 0 0,1 0-1 0 0,-1 1 0 0 0,0-1 0 0 0,0 1 0 0 0,0-1 0 0 0,-1 1 0 0 0,1-1 0 0 0,-1 7 0 0 0,-2 82 1661 0 0,2-90-1521 0 0,-2 6-87 0 0,2-6-51 0 0,4-5 621 0 0,92-111-265 0 0,-94 112-480 0 0,0 1-1 0 0,0-1 1 0 0,0 0 0 0 0,1 0-1 0 0,-1 1 1 0 0,0-1-1 0 0,1 1 1 0 0,-1 0 0 0 0,1 0-1 0 0,0 0 1 0 0,-1 0-1 0 0,1 0 1 0 0,0 1-1 0 0,-1-1 1 0 0,1 1 0 0 0,0-1-1 0 0,4 1 1 0 0,51 13-41 0 0,-46-10 43 0 0,-1 1 0 0 0,1-1 0 0 0,0-1 0 0 0,-1 0 0 0 0,1-1 0 0 0,13 0 0 0 0,43 1 1050 0 0,-49 15-5181 0 0,-11-11 1194 0 0,1-2 223 0 0</inkml:trace>
</inkml:ink>
</file>

<file path=ppt/ink/ink8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3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0 500 372 0 0,'19'-1'2230'0'0,"-8"-1"-1928"0"0,-1-1 1 0 0,0 0-1 0 0,1 0 0 0 0,-1-1 0 0 0,-1 0 1 0 0,1-1-1 0 0,0 0 0 0 0,-1-1 0 0 0,0 0 1 0 0,-1 0-1 0 0,1-1 0 0 0,-1 0 0 0 0,0 0 1 0 0,-1-1-1 0 0,12-15 0 0 0,-11 12-151 0 0,-1-1 1 0 0,0 0-1 0 0,0 0 0 0 0,-1-1 1 0 0,-1 0-1 0 0,0 0 0 0 0,-1 0 1 0 0,0-1-1 0 0,-1 1 0 0 0,-1-1 1 0 0,0 0-1 0 0,0-14 1 0 0,-1 14-27 0 0,-2 0 0 0 0,1-1 0 0 0,-2 1 0 0 0,0 0 1 0 0,-1 0-1 0 0,-8-26 0 0 0,9 33-80 0 0,-1 0 1 0 0,0 1-1 0 0,-1 0 1 0 0,0 0-1 0 0,0-1 0 0 0,0 2 1 0 0,0-1-1 0 0,-1 1 1 0 0,0-1-1 0 0,0 1 0 0 0,-1 1 1 0 0,1-1-1 0 0,-1 1 1 0 0,0 0-1 0 0,-8-4 0 0 0,12 7-39 0 0,0 1 0 0 0,0 0 0 0 0,1-1 0 0 0,-1 1 0 0 0,0 0-1 0 0,0 0 1 0 0,0 0 0 0 0,0 0 0 0 0,0 1 0 0 0,0-1 0 0 0,1 0 0 0 0,-1 1 0 0 0,0-1-1 0 0,0 1 1 0 0,0 0 0 0 0,1 0 0 0 0,-1-1 0 0 0,0 1 0 0 0,1 0 0 0 0,-1 0-1 0 0,1 1 1 0 0,-1-1 0 0 0,1 0 0 0 0,-1 0 0 0 0,1 1 0 0 0,0-1 0 0 0,0 1-1 0 0,0-1 1 0 0,0 1 0 0 0,-1 1 0 0 0,-3 4 34 0 0,0 0 0 0 0,1 0 1 0 0,0 1-1 0 0,0-1 0 0 0,-3 10 0 0 0,2 2 37 0 0,1 1 1 0 0,1-1-1 0 0,0 0 1 0 0,2 1-1 0 0,0 0 0 0 0,1-1 1 0 0,4 26-1 0 0,4 9 111 0 0,19 71-1 0 0,-25-117-161 0 0,0 0 0 0 0,0 0-1 0 0,0-1 1 0 0,1 1 0 0 0,1-1 0 0 0,-1 1 0 0 0,1-1-1 0 0,0 0 1 0 0,1-1 0 0 0,0 1 0 0 0,8 8-1 0 0,-12-14-19 0 0,1-1-1 0 0,-1 1 1 0 0,0 0-1 0 0,1-1 1 0 0,-1 0-1 0 0,1 1 0 0 0,-1-1 1 0 0,1 0-1 0 0,-1 0 1 0 0,0 0-1 0 0,1 0 0 0 0,-1 0 1 0 0,1 0-1 0 0,-1 0 1 0 0,1 0-1 0 0,-1 0 0 0 0,1-1 1 0 0,-1 1-1 0 0,1-1 1 0 0,-1 1-1 0 0,0-1 0 0 0,1 0 1 0 0,1 0-1 0 0,34-23 40 0 0,-27 17-26 0 0,25-15 15 0 0,-21 12-36 0 0,0 0 0 0 0,1 1 0 0 0,1 1-1 0 0,-1 0 1 0 0,1 1 0 0 0,0 1 0 0 0,20-5 0 0 0,-28 11-3 0 0,0 0 1 0 0,0 1-1 0 0,0 0 1 0 0,0 0-1 0 0,-1 1 1 0 0,1 0-1 0 0,0 0 1 0 0,-1 1-1 0 0,0 0 1 0 0,1 0-1 0 0,9 7 1 0 0,9 2-7 0 0,-16-9 12 0 0,0 0 1 0 0,0-1-1 0 0,0 0 1 0 0,0 0-1 0 0,14-1 0 0 0,-20 0 3 0 0,1-2-1 0 0,-1 1 1 0 0,1 0-1 0 0,-1-1 1 0 0,1 0-1 0 0,-1 0 1 0 0,0 0-1 0 0,1-1 0 0 0,-1 1 1 0 0,0-1-1 0 0,0 0 1 0 0,0 0-1 0 0,0 0 1 0 0,0-1-1 0 0,-1 1 1 0 0,1-1-1 0 0,4-5 1 0 0,-5 2-7 0 0,1 0 0 0 0,-1 0 0 0 0,0 0 1 0 0,-1 0-1 0 0,0-1 0 0 0,0 0 1 0 0,0 1-1 0 0,-1-1 0 0 0,0 0 1 0 0,0 0-1 0 0,0 1 0 0 0,-1-1 1 0 0,0 0-1 0 0,-1 0 0 0 0,0-7 0 0 0,3-47-15 0 0,1 47 13 0 0,0 0-1 0 0,1 0 0 0 0,0 1 1 0 0,1 0-1 0 0,1 0 1 0 0,13-24-1 0 0,-16 32-3 0 0,0 1-1 0 0,0 0 1 0 0,1-1 0 0 0,-1 1 0 0 0,1 0 0 0 0,0 1-1 0 0,0-1 1 0 0,0 1 0 0 0,0 0 0 0 0,0 0 0 0 0,1 0-1 0 0,0 0 1 0 0,0 1 0 0 0,-1-1 0 0 0,1 1-1 0 0,0 1 1 0 0,1-1 0 0 0,-1 1 0 0 0,0 0 0 0 0,0 0-1 0 0,8 0 1 0 0,-9 1 4 0 0,-1 1-1 0 0,1 0 1 0 0,-1 0 0 0 0,0 0-1 0 0,1 0 1 0 0,-1 0 0 0 0,0 1-1 0 0,0-1 1 0 0,0 1 0 0 0,0 0-1 0 0,0 0 1 0 0,0 0 0 0 0,0 1-1 0 0,-1-1 1 0 0,1 0 0 0 0,-1 1-1 0 0,1 0 1 0 0,-1 0 0 0 0,0 0-1 0 0,2 3 1 0 0,5 9 20 0 0,-1 0 1 0 0,11 26-1 0 0,-17-36-2 0 0,7 20 61 0 0,-1-1 0 0 0,-2 1 0 0 0,-1 0-1 0 0,4 45 1 0 0,-2-15 46 0 0,-6-48-200 0 0,0 0 0 0 0,-1 0 0 0 0,0 0 0 0 0,0 0 0 0 0,-1 0 0 0 0,-2 13 0 0 0,2-16-406 0 0,-1 0 1 0 0,1-1 0 0 0,0 1 0 0 0,-1-1-1 0 0,0 1 1 0 0,0-1 0 0 0,0 0 0 0 0,-2 4-1 0 0</inkml:trace>
</inkml:ink>
</file>

<file path=ppt/ink/ink8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3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0 117 200 0 0,'7'-8'948'0'0,"5"2"-100"0"0,1-3-84 0 0,5-2-72 0 0,2 5-68 0 0,1-8-68 0 0,4 5-92 0 0,-3-1-224 0 0,4-2-356 0 0,9 0-756 0 0,4 2-944 0 0,-8 0 420 0 0</inkml:trace>
</inkml:ink>
</file>

<file path=ppt/ink/ink8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4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0 265 360 0 0,'10'-1'471'0'0,"-1"0"0"0"0,0-1 0 0 0,1 0 0 0 0,-1-1 0 0 0,0 1 0 0 0,0-2 0 0 0,0 1 0 0 0,-1-2 0 0 0,0 1 0 0 0,1-1-1 0 0,-1 0 1 0 0,-1 0 0 0 0,1-1 0 0 0,-1 0 0 0 0,0-1 0 0 0,12-13 0 0 0,-10 9-182 0 0,1-1-1 0 0,-1 0 1 0 0,-1-1-1 0 0,0 1 1 0 0,-1-2-1 0 0,0 1 1 0 0,-1-1 0 0 0,-1 0-1 0 0,8-26 1 0 0,-13 39-276 0 0,0 0 0 0 0,0 0 1 0 0,0 0-1 0 0,0-1 1 0 0,0 1-1 0 0,-1 0 0 0 0,1 0 1 0 0,0 0-1 0 0,0 0 0 0 0,-1 0 1 0 0,1 0-1 0 0,0 0 0 0 0,-1 0 1 0 0,1 0-1 0 0,-1 0 1 0 0,1 1-1 0 0,-1-1 0 0 0,0 0 1 0 0,1 0-1 0 0,-1 0 0 0 0,0 1 1 0 0,0-1-1 0 0,0 0 1 0 0,1 0-1 0 0,-1 1 0 0 0,0-1 1 0 0,0 1-1 0 0,0-1 0 0 0,0 1 1 0 0,0-1-1 0 0,0 1 0 0 0,0 0 1 0 0,0 0-1 0 0,0-1 1 0 0,0 1-1 0 0,0 0 0 0 0,0 0 1 0 0,0 0-1 0 0,0 0 0 0 0,0 0 1 0 0,0 0-1 0 0,-1 0 1 0 0,1 0-1 0 0,0 1 0 0 0,-2 0 1 0 0,-45 9 121 0 0,44-8-131 0 0,0 0 0 0 0,-1 0 0 0 0,1 0 0 0 0,0 1-1 0 0,0 0 1 0 0,0 0 0 0 0,1 0 0 0 0,-1 0 0 0 0,1 1-1 0 0,0 0 1 0 0,0-1 0 0 0,0 1 0 0 0,0 0 0 0 0,1 0 0 0 0,-1 1-1 0 0,1-1 1 0 0,0 0 0 0 0,0 1 0 0 0,1-1 0 0 0,-1 1-1 0 0,1 0 1 0 0,0-1 0 0 0,0 1 0 0 0,1 0 0 0 0,-1 0-1 0 0,1 0 1 0 0,0 0 0 0 0,1-1 0 0 0,-1 1 0 0 0,1 0-1 0 0,0 0 1 0 0,0-1 0 0 0,0 1 0 0 0,1 0 0 0 0,0-1-1 0 0,-1 1 1 0 0,2-1 0 0 0,-1 0 0 0 0,0 0 0 0 0,1 0-1 0 0,0 0 1 0 0,0 0 0 0 0,0 0 0 0 0,0-1 0 0 0,1 1-1 0 0,-1-1 1 0 0,1 0 0 0 0,0 0 0 0 0,0 0 0 0 0,6 2-1 0 0,-1 1 0 0 0,1-1 0 0 0,-1 0 0 0 0,1 0-1 0 0,0-1 1 0 0,0-1 0 0 0,1 1 0 0 0,-1-2-1 0 0,1 1 1 0 0,-1-2 0 0 0,1 1 0 0 0,0-2-1 0 0,0 1 1 0 0,0-1 0 0 0,17-3 0 0 0,-12 0-16 0 0,-1-1 0 0 0,0 0 0 0 0,0-1 0 0 0,-1-1 0 0 0,0 0 0 0 0,0-1 0 0 0,0-1 0 0 0,-1 0 0 0 0,21-16 0 0 0,-13 7 34 0 0,-1-1 1 0 0,0-2-1 0 0,17-21 0 0 0,-36 39-18 0 0,0 1 8 0 0,2 0 19 0 0,-3 0-31 0 0,0 1 0 0 0,0 0 0 0 0,0 0-1 0 0,0 0 1 0 0,0 0 0 0 0,0-1 0 0 0,0 1-1 0 0,0 0 1 0 0,1 0 0 0 0,-1 0 0 0 0,0 0 0 0 0,0 0-1 0 0,0 0 1 0 0,0-1 0 0 0,0 1 0 0 0,1 0-1 0 0,-1 0 1 0 0,0 0 0 0 0,0 0 0 0 0,0 0-1 0 0,0 0 1 0 0,1 0 0 0 0,-1 0 0 0 0,0 0 0 0 0,0 0-1 0 0,0 0 1 0 0,0 0 0 0 0,1 0 0 0 0,-1 0-1 0 0,0 0 1 0 0,0 0 0 0 0,0 0 0 0 0,1 0 0 0 0,-1 0-1 0 0,0 0 1 0 0,0 0 0 0 0,0 0 0 0 0,0 0-1 0 0,1 0 1 0 0,-1 0 0 0 0,0 0 0 0 0,0 0 0 0 0,0 1-1 0 0,0-1 1 0 0,0 0 0 0 0,1 0 0 0 0,-1 0-1 0 0,0 0 1 0 0,0 0 0 0 0,0 0 0 0 0,0 1 0 0 0,0-1-1 0 0,0 0 1 0 0,19 42-13 0 0,-15-30 9 0 0,0 0 1 0 0,1-1 0 0 0,13 22-1 0 0,-17-32 11 0 0,0 1 0 0 0,1-1 0 0 0,-1 0 1 0 0,0 0-1 0 0,0 0 0 0 0,1 0 0 0 0,-1 0 0 0 0,1 0 0 0 0,-1 0 0 0 0,1-1 1 0 0,-1 1-1 0 0,1 0 0 0 0,-1-1 0 0 0,1 1 0 0 0,-1-1 0 0 0,1 0 0 0 0,0 1 0 0 0,-1-1 1 0 0,1 0-1 0 0,0 0 0 0 0,-1 0 0 0 0,1 0 0 0 0,0 0 0 0 0,-1-1 0 0 0,1 1 0 0 0,0 0 1 0 0,-1-1-1 0 0,4-1 0 0 0,42-21 544 0 0,-45 22-500 0 0,38-9-129 0 0,-24 16-752 0 0,13 4-5936 0 0</inkml:trace>
</inkml:ink>
</file>

<file path=ppt/ink/ink8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5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28 184 0 0,'-8'-27'6458'0'0,"2"27"-6272"0"0,1-1 0 0 0,-1 2 0 0 0,1-1 0 0 0,-1 0 1 0 0,0 1-1 0 0,1 0 0 0 0,-1 0 0 0 0,1 1 0 0 0,-1-1 0 0 0,1 1 0 0 0,0 1 0 0 0,0-1 0 0 0,0 1 1 0 0,0-1-1 0 0,0 1 0 0 0,1 1 0 0 0,-7 5 0 0 0,0-1 6 0 0,1 0 1 0 0,1 1-1 0 0,0 0 0 0 0,0 0 1 0 0,0 1-1 0 0,-12 20 0 0 0,20-28-173 0 0,-1 0-1 0 0,1 0 1 0 0,0 0-1 0 0,0 0 1 0 0,0 0-1 0 0,0 0 1 0 0,0 0 0 0 0,0 1-1 0 0,0-1 1 0 0,1 0-1 0 0,-1 1 1 0 0,1-1-1 0 0,0 0 1 0 0,-1 1-1 0 0,1-1 1 0 0,0 0-1 0 0,1 1 1 0 0,-1-1-1 0 0,0 0 1 0 0,1 1-1 0 0,-1-1 1 0 0,1 0-1 0 0,0 0 1 0 0,-1 1-1 0 0,1-1 1 0 0,0 0-1 0 0,0 0 1 0 0,1 0-1 0 0,-1 0 1 0 0,0 0-1 0 0,1 0 1 0 0,-1 0-1 0 0,1-1 1 0 0,0 1-1 0 0,-1-1 1 0 0,1 1 0 0 0,0-1-1 0 0,0 1 1 0 0,0-1-1 0 0,0 0 1 0 0,0 0-1 0 0,0 0 1 0 0,1 0-1 0 0,-1 0 1 0 0,0-1-1 0 0,0 1 1 0 0,4 0-1 0 0,7 2-24 0 0,0-1-1 0 0,-1 0 1 0 0,1 0-1 0 0,0-2 1 0 0,0 0-1 0 0,0 0 1 0 0,18-3-1 0 0,-3-1-92 0 0,0-1 0 0 0,0-2 0 0 0,-1-1 0 0 0,0-1-1 0 0,0-1 1 0 0,-1-1 0 0 0,0-1 0 0 0,-1-2 0 0 0,25-17 0 0 0,-49 30 91 0 0,2 1-8 0 0,1 0-1 0 0,-1 1 1 0 0,0 0 0 0 0,-1 0 0 0 0,1 0 0 0 0,0 0-1 0 0,0 0 1 0 0,0 0 0 0 0,0 1 0 0 0,-1-1 0 0 0,4 3-1 0 0,-2-1 20 0 0,-1-1-1 0 0,1 1 1 0 0,0-1-1 0 0,0 0 1 0 0,0 0-1 0 0,0-1 1 0 0,0 0-1 0 0,0 1 1 0 0,1-1-1 0 0,-1 0 0 0 0,0-1 1 0 0,1 1-1 0 0,-1-1 1 0 0,0 0-1 0 0,1 0 1 0 0,-1 0-1 0 0,0-1 1 0 0,1 0-1 0 0,-1 1 1 0 0,5-3-1 0 0,-7 3 35 0 0,-1 0-1 0 0,0-1 1 0 0,0 1-1 0 0,0 0 1 0 0,0-1-1 0 0,0 1 1 0 0,0-1-1 0 0,0 0 1 0 0,0 1-1 0 0,0-1 1 0 0,0 0-1 0 0,0 1 1 0 0,0-1-1 0 0,0 0 1 0 0,0 0-1 0 0,0 0 1 0 0,-1 0-1 0 0,1 0 1 0 0,0 0-1 0 0,-1 0 1 0 0,1 0-1 0 0,-1 0 1 0 0,1 0-1 0 0,-1 0 1 0 0,0 0 0 0 0,1 0-1 0 0,-1 0 1 0 0,0-1-1 0 0,0 1 1 0 0,1-1-1 0 0,-2-1 73 0 0,-16-8 189 0 0,15 9-292 0 0,0 0 0 0 0,0 0 0 0 0,0 0 0 0 0,0 0 0 0 0,-1 1 0 0 0,1-1 0 0 0,0 1-1 0 0,-1 0 1 0 0,1 0 0 0 0,-4-2 0 0 0,-24 4-1879 0 0,9 9-4201 0 0</inkml:trace>
</inkml:ink>
</file>

<file path=ppt/ink/ink8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5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78 331 300 0 0,'0'0'1588'0'0,"-6"1"-865"0"0,1 1-444 0 0,0-1-1 0 0,0 0 1 0 0,0 1 0 0 0,1 0 0 0 0,-1 0 0 0 0,0 0-1 0 0,1 1 1 0 0,0-1 0 0 0,-1 1 0 0 0,1 0-1 0 0,0 0 1 0 0,1 1 0 0 0,-1-1 0 0 0,-4 6 0 0 0,7-7 176 0 0,6 4-157 0 0,-5-6-279 0 0,0 1 0 0 0,1 0 0 0 0,-1-1 0 0 0,0 1 0 0 0,1 0 0 0 0,-1-1 0 0 0,0 1 0 0 0,1 0 0 0 0,-1-1 0 0 0,1 1 0 0 0,-1-1 0 0 0,1 1 0 0 0,-1-1 0 0 0,1 1 0 0 0,-1-1 0 0 0,1 1 0 0 0,0-1 0 0 0,-1 0 0 0 0,1 1-1 0 0,0-1 1 0 0,-1 0 0 0 0,1 1 0 0 0,0-1 0 0 0,-1 0 0 0 0,1 0 0 0 0,0 0 0 0 0,-1 0 0 0 0,1 1 0 0 0,0-1 0 0 0,0 0 0 0 0,-1 0 0 0 0,1-1 0 0 0,1 1 0 0 0,7-3 69 0 0,1-1 0 0 0,-1 1 0 0 0,0-2 1 0 0,0 0-1 0 0,-1 0 0 0 0,0 0 0 0 0,1-1 0 0 0,-2 0 1 0 0,1-1-1 0 0,-1 1 0 0 0,0-2 0 0 0,0 1 0 0 0,-1-1 0 0 0,0 0 1 0 0,0 0-1 0 0,6-13 0 0 0,-1 1 123 0 0,0-1 0 0 0,-2 0-1 0 0,0 0 1 0 0,-1-1 0 0 0,-1 0 0 0 0,4-27 0 0 0,-10 44-134 0 0,0-1-1 0 0,0 1 1 0 0,-1-1 0 0 0,0 1 0 0 0,0 0 0 0 0,0-1 0 0 0,-1 1-1 0 0,0 0 1 0 0,0-1 0 0 0,0 1 0 0 0,-3-6 0 0 0,3 9-59 0 0,0 0 0 0 0,0 0 0 0 0,-1 0 0 0 0,1 0 0 0 0,0 0 0 0 0,-1 0 0 0 0,1 0 0 0 0,-1 1 0 0 0,0-1 0 0 0,0 0 0 0 0,1 1 0 0 0,-1 0 0 0 0,0-1 0 0 0,0 1 0 0 0,-1 0 0 0 0,1 0 0 0 0,0 0 0 0 0,0 0 0 0 0,0 1 0 0 0,-1-1 0 0 0,1 0 0 0 0,0 1 0 0 0,-1 0 0 0 0,1 0 0 0 0,0-1 0 0 0,-3 2 0 0 0,3-1 8 0 0,-8 4 26 0 0,9-4-49 0 0,-1 0 1 0 0,1 0-1 0 0,0 0 0 0 0,0 0 1 0 0,-1 1-1 0 0,1-1 0 0 0,0 0 1 0 0,0 1-1 0 0,-1-1 1 0 0,1 1-1 0 0,0 0 0 0 0,0-1 1 0 0,0 1-1 0 0,0 0 0 0 0,-2 1 1 0 0,2 1-1 0 0,-1 0 1 0 0,1 0-1 0 0,0 0 0 0 0,1 0 1 0 0,-1 0-1 0 0,0 0 0 0 0,1 0 1 0 0,0 0-1 0 0,0 0 1 0 0,0 0-1 0 0,0 1 0 0 0,0-1 1 0 0,0 0-1 0 0,1 0 0 0 0,-1 0 1 0 0,1 0-1 0 0,0 0 1 0 0,0 0-1 0 0,0 0 0 0 0,1-1 1 0 0,-1 1-1 0 0,1 0 0 0 0,-1 0 1 0 0,1-1-1 0 0,0 1 0 0 0,0-1 1 0 0,3 3-1 0 0,9 12 8 0 0,1-1-1 0 0,31 26 1 0 0,-25-24-12 0 0,0 1-17 0 0,-1 1 1 0 0,0 1 0 0 0,24 34 0 0 0,-43-52 8 0 0,0 1 13 0 0,0-2-1 0 0,-2 11-1195 0 0,-8-8 850 0 0</inkml:trace>
</inkml:ink>
</file>

<file path=ppt/ink/ink8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6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5 660 0 0,'4'-4'1189'0'0,"2"4"1662"0"0,147 42 53 0 0,-132-40-2606 0 0,-16-2-135 0 0,-1 0 0 0 0,1 1 0 0 0,-1-1 0 0 0,1 1 0 0 0,-1 0 0 0 0,0 0 0 0 0,8 4 0 0 0,-10-4-105 0 0,-1 0 1 0 0,1 0 0 0 0,-1 0-1 0 0,0 0 1 0 0,0 0-1 0 0,1 0 1 0 0,-1 1-1 0 0,0-1 1 0 0,0 1 0 0 0,0-1-1 0 0,-1 1 1 0 0,1-1-1 0 0,0 1 1 0 0,0-1-1 0 0,-1 1 1 0 0,1 0-1 0 0,-1-1 1 0 0,0 1 0 0 0,1 0-1 0 0,-1-1 1 0 0,0 1-1 0 0,0 0 1 0 0,0-1-1 0 0,0 1 1 0 0,0 0 0 0 0,0 0-1 0 0,-1 1 1 0 0,-7 42-101 0 0,-1-1 1 0 0,-3-1 0 0 0,-26 67-1 0 0,17-69-5776 0 0</inkml:trace>
</inkml:ink>
</file>

<file path=ppt/ink/ink8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26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44 1604 0 0,'0'0'1592'0'0,"18"-3"1525"0"0,-9 3 2855 0 0,-3-7-2928 0 0,-9-10-3092 0 0,-19 8-2496 0 0,-8 3-4004 0 0,12 5 3139 0 0</inkml:trace>
</inkml:ink>
</file>

<file path=ppt/ink/ink8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37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0 544 0 0,'0'3'8465'0'0,"1"25"-8525"0"0,28 276 976 0 0,-20-205-448 0 0,-9-97-407 0 0,0-1-538 0 0,1 3 1567 0 0,-1 1-2729 0 0</inkml:trace>
</inkml:ink>
</file>

<file path=ppt/ink/ink8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38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75 592 0 0,'-13'-34'7814'0'0,"13"27"-7666"0"0,-1 5-21 0 0,1 1-1 0 0,0-1 1 0 0,0 0-1 0 0,0 0 0 0 0,0 0 1 0 0,0 0-1 0 0,1 1 0 0 0,-1-1 1 0 0,0 0-1 0 0,1 0 1 0 0,0 0-1 0 0,-1 1 0 0 0,1-1 1 0 0,0 0-1 0 0,0 1 1 0 0,2-4-1 0 0,-2 4-106 0 0</inkml:trace>
</inkml:ink>
</file>

<file path=ppt/ink/ink8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39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52 284 0 0,'-16'-39'5441'0'0,"15"37"-4634"0"0,0 1-658 0 0,0 0 0 0 0,0 0 0 0 0,0 0 0 0 0,0 1 0 0 0,0-1 0 0 0,0 0 0 0 0,-1 0 0 0 0,1 0 0 0 0,0 1 0 0 0,0-1 0 0 0,-1 1 0 0 0,1-1 0 0 0,0 1 0 0 0,-4-1 0 0 0,-6 8-83 0 0,-1 0 0 0 0,1 1 0 0 0,0 0-1 0 0,1 1 1 0 0,0 0 0 0 0,0 1 0 0 0,1 0 0 0 0,0 0-1 0 0,1 1 1 0 0,0 0 0 0 0,1 1 0 0 0,-12 24-1 0 0,12-21-2 0 0,0 0 1 0 0,2 0-1 0 0,-1 1 0 0 0,2 0 0 0 0,0 0 0 0 0,1 0 0 0 0,1 0 1 0 0,0 0-1 0 0,1 1 0 0 0,3 28 0 0 0,-1-37-44 0 0,0-1 0 0 0,1 0 0 0 0,-1 0 0 0 0,2 1 0 0 0,-1-1 0 0 0,1-1 0 0 0,0 1 0 0 0,1 0 0 0 0,-1-1 0 0 0,1 0 0 0 0,0 1 0 0 0,1-2 0 0 0,0 1 0 0 0,0 0 0 0 0,0-1 0 0 0,0 0 0 0 0,1 0 0 0 0,0-1 0 0 0,0 1 1 0 0,0-1-1 0 0,1-1 0 0 0,-1 1 0 0 0,1-1 0 0 0,0 0 0 0 0,9 2 0 0 0,-2-1 2 0 0,0-1 1 0 0,1 0 0 0 0,-1-1-1 0 0,1 0 1 0 0,-1-2 0 0 0,1 0-1 0 0,0 0 1 0 0,-1-1 0 0 0,1-1-1 0 0,-1 0 1 0 0,29-9 0 0 0,-18 2-16 0 0,0 0 1 0 0,-1-1-1 0 0,33-19 0 0 0,-48 23 13 0 0,0 0 0 0 0,0-1 0 0 0,0 1-1 0 0,-1-2 1 0 0,0 1 0 0 0,-1-1 0 0 0,1 0-1 0 0,-2-1 1 0 0,1 0 0 0 0,-1 0 0 0 0,5-10-1 0 0,-10 17 58 0 0,-1 3-71 0 0,0-1 0 0 0,-1 0-1 0 0,1 0 1 0 0,0 0 0 0 0,0 0-1 0 0,0 0 1 0 0,-1 0-1 0 0,1 0 1 0 0,0 0 0 0 0,0 0-1 0 0,0 0 1 0 0,-1 0 0 0 0,1 0-1 0 0,0 0 1 0 0,0 0-1 0 0,0-1 1 0 0,0 1 0 0 0,-1 0-1 0 0,1 0 1 0 0,0 0 0 0 0,0 0-1 0 0,0 0 1 0 0,0 0-1 0 0,-1 0 1 0 0,1 0 0 0 0,0-1-1 0 0,0 1 1 0 0,0 0 0 0 0,0 0-1 0 0,0 0 1 0 0,0 0-1 0 0,-1 0 1 0 0,1-1 0 0 0,0 1-1 0 0,0 0 1 0 0,0 0 0 0 0,0 0-1 0 0,0-1 1 0 0,0 1 0 0 0,0 0-1 0 0,0 0 1 0 0,0 0-1 0 0,0 0 1 0 0,0-1 0 0 0,0 1-1 0 0,0 0 1 0 0,0 0 0 0 0,0 0-1 0 0,0-1 1 0 0,0 1-1 0 0,0 0 1 0 0,0 0 0 0 0,0 0-1 0 0,0 0 1 0 0,0-1 0 0 0,1 1-1 0 0,-1 0 1 0 0,0 0-1 0 0,0 0 1 0 0,0 0 0 0 0,0-1-1 0 0,0 1 1 0 0,0 0 0 0 0,1 0-1 0 0,-1 0 1 0 0,0 0 0 0 0,0 0-1 0 0,0-1 1 0 0,-21 13-1 0 0,17-7-11 0 0,4 0 10 0 0,1-1 1 0 0,1 0-1 0 0,-1 1 1 0 0,1-1-1 0 0,-1 0 0 0 0,1 0 1 0 0,1 0-1 0 0,-1-1 1 0 0,0 1-1 0 0,1 0 0 0 0,0-1 1 0 0,0 1-1 0 0,0-1 0 0 0,0 0 1 0 0,0 0-1 0 0,1 0 1 0 0,-1-1-1 0 0,1 1 0 0 0,0-1 1 0 0,-1 0-1 0 0,1 0 0 0 0,0 0 1 0 0,5 1-1 0 0,-2-1 20 0 0,0-1 0 0 0,0 0 0 0 0,0 0 0 0 0,0-1 0 0 0,0 0-1 0 0,0 0 1 0 0,0-1 0 0 0,0 1 0 0 0,0-2 0 0 0,0 1 0 0 0,13-5-1 0 0,-18 5 6 0 0,0-1 0 0 0,0 1 0 0 0,0-1 0 0 0,0 1 0 0 0,0-1 0 0 0,-1 0 0 0 0,1 1 0 0 0,0-1 0 0 0,-1 0 0 0 0,0 0 0 0 0,1 0 0 0 0,-1 0 0 0 0,0 0 0 0 0,0-1 0 0 0,0 1 0 0 0,0 0 0 0 0,-1 0 0 0 0,2-4 0 0 0,-1 1 36 0 0,1 0 1 0 0,-1-1-1 0 0,-1 1 1 0 0,1-1-1 0 0,-1 1 1 0 0,0-10-1 0 0,-4-11 104 0 0,2-1 0 0 0,0 0-1 0 0,3-34 1 0 0,-1 55-163 0 0,1-1-1 0 0,-1 1 1 0 0,1 0 0 0 0,0 0-1 0 0,1 0 1 0 0,0 0 0 0 0,-1 1-1 0 0,2-1 1 0 0,-1 0 0 0 0,1 1 0 0 0,0-1-1 0 0,0 1 1 0 0,0 0 0 0 0,1 0-1 0 0,0 0 1 0 0,0 1 0 0 0,0-1-1 0 0,1 1 1 0 0,-1 0 0 0 0,8-5 0 0 0,-11 8-10 0 0,1 0 0 0 0,0 0 0 0 0,0 1 0 0 0,0-1 0 0 0,0 0 1 0 0,0 1-1 0 0,-1-1 0 0 0,1 1 0 0 0,0 0 0 0 0,0 0 0 0 0,0-1 1 0 0,0 1-1 0 0,0 1 0 0 0,1-1 0 0 0,-2 0 0 0 0,1 0 0 0 0,0 1 0 0 0,0-1 1 0 0,0 1-1 0 0,0-1 0 0 0,3 3 0 0 0,-1-1-1 0 0,0 1 0 0 0,0 0 0 0 0,0 0 0 0 0,0 0 0 0 0,-1 0-1 0 0,0 1 1 0 0,0-1 0 0 0,0 1 0 0 0,3 4 0 0 0,2 5-2 0 0,-1 0 1 0 0,0 1-1 0 0,0 0 0 0 0,7 27 1 0 0,1 16-12 0 0,-3 1 0 0 0,7 90 1 0 0,-19-146-115 0 0,0 0 1 0 0,0 0 0 0 0,1 0 0 0 0,-1-1 0 0 0,0 1 0 0 0,0 0 0 0 0,1 0 0 0 0,-1-1 0 0 0,1 1 0 0 0,0 0 0 0 0,-1-1-1 0 0,1 1 1 0 0,0 0 0 0 0,0-1 0 0 0,0 1 0 0 0,0-1 0 0 0,0 0 0 0 0,1 1 0 0 0,-1-1 0 0 0,0 0 0 0 0,1 0-1 0 0,-1 1 1 0 0,3 0 0 0 0</inkml:trace>
</inkml:ink>
</file>

<file path=ppt/ink/ink8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0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4 280 0 0,'0'0'3054'0'0,"-4"-4"-2070"0"0,0 7 2331 0 0,1 1-3245 0 0,1 0 1 0 0,0 0-1 0 0,0 0 0 0 0,0 1 0 0 0,0-1 0 0 0,1 1 0 0 0,0-1 0 0 0,0 1 0 0 0,0 0 1 0 0,0-1-1 0 0,1 1 0 0 0,0 0 0 0 0,0 0 0 0 0,0-1 0 0 0,0 1 0 0 0,1 0 0 0 0,0-1 1 0 0,0 1-1 0 0,0 0 0 0 0,0-1 0 0 0,1 0 0 0 0,3 7 0 0 0,-4-9 202 0 0,0 0-13 0 0,-1-2-237 0 0,0 0-1 0 0,0 0 1 0 0,0 0-1 0 0,0 0 1 0 0,0 1 0 0 0,0-1-1 0 0,0 0 1 0 0,0 0-1 0 0,0 0 1 0 0,0 0 0 0 0,0 1-1 0 0,1-1 1 0 0,-1 0-1 0 0,0 0 1 0 0,0 0-1 0 0,0 0 1 0 0,0 0 0 0 0,0 0-1 0 0,0 1 1 0 0,0-1-1 0 0,0 0 1 0 0,1 0 0 0 0,-1 0-1 0 0,0 0 1 0 0,0 0-1 0 0,0 0 1 0 0,0 0 0 0 0,0 0-1 0 0,0 0 1 0 0,1 0-1 0 0,-1 0 1 0 0,0 1-1 0 0,0-1 1 0 0,0 0 0 0 0,0 0-1 0 0,1 0 1 0 0,-1 0-1 0 0,0 0 1 0 0,0 0 0 0 0,0 0-1 0 0,0 0 1 0 0,0 0-1 0 0,1-1 1 0 0,-1 1 0 0 0,0 0-1 0 0,0 0 1 0 0,0 0-1 0 0,0 0 1 0 0,0 0 0 0 0,1 0-1 0 0,-1 0 1 0 0,0 0-1 0 0,0 0 1 0 0,0 0-1 0 0,0 0 1 0 0,0-1 0 0 0,3-3 115 0 0,0 0 0 0 0,0-1 0 0 0,-1 1 0 0 0,1-1 1 0 0,-1 0-1 0 0,-1 0 0 0 0,1 0 0 0 0,-1 0 0 0 0,1 0 1 0 0,-1 0-1 0 0,-1 0 0 0 0,1 0 0 0 0,-1 0 0 0 0,0 0 1 0 0,0-1-1 0 0,-1-5 0 0 0,1 6-64 0 0,0 3-56 0 0,-3-7-67 0 0</inkml:trace>
</inkml:ink>
</file>

<file path=ppt/ink/ink8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0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85 188 0 0,'48'31'4136'0'0,"3"-2"-1941"0"0,-49-28-2013 0 0,-2 0-166 0 0,0-1 0 0 0,0 0 0 0 0,0 0-1 0 0,1 1 1 0 0,-1-1 0 0 0,0 0-1 0 0,0 0 1 0 0,0 1 0 0 0,0-1 0 0 0,1 0-1 0 0,-1 0 1 0 0,0 0 0 0 0,0 0 0 0 0,1 1-1 0 0,-1-1 1 0 0,0 0 0 0 0,0 0 0 0 0,1 0-1 0 0,-1 0 1 0 0,0 0 0 0 0,0 0 0 0 0,1 1-1 0 0,-1-1 1 0 0,0 0 0 0 0,1 0 0 0 0,-1 0-1 0 0,0 0 1 0 0,1 0 0 0 0,-1 0 0 0 0,0 0-1 0 0,0 0 1 0 0,1 0 0 0 0,-1 0 0 0 0,0-1-1 0 0,1 1 1 0 0,-1 0 0 0 0,0 0-1 0 0,0 0 1 0 0,1 0 0 0 0,-1 0 0 0 0,0 0-1 0 0,0-1 1 0 0,1 1 0 0 0,-1 0 0 0 0,0 0-1 0 0,1-1 1 0 0,12-6 123 0 0,-13 7-245 0 0,43-42-4384 0 0,-31 32 2810 0 0</inkml:trace>
  <inkml:trace contextRef="#ctx0" brushRef="#br0" timeOffset="1">371 15 436 0 0,'34'-13'7161'0'0,"-29"12"-5662"0"0</inkml:trace>
</inkml:ink>
</file>

<file path=ppt/ink/ink8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1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13 290 808 0 0,'0'0'1599'0'0,"-9"0"-807"0"0,6 0-236 0 0,7 2 2854 0 0,22 3-3225 0 0,-1-1 1 0 0,1-1-1 0 0,0-1 1 0 0,29-2 0 0 0,116-12 284 0 0,-88 4-233 0 0,498-61 799 0 0,-384 42-764 0 0,841-96 914 0 0,-576 58 694 0 0,-444 63-1960 0 0,-42 7-3357 0 0,0 0-149 0 0,5 0 171 0 0</inkml:trace>
</inkml:ink>
</file>

<file path=ppt/ink/ink8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2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0 164 96 0 0,'1'-10'12555'0'0,"7"31"-12362"0"0,-1 0 0 0 0,6 32 0 0 0,11 35 214 0 0,-23-86-377 0 0,-5-6 59 0 0,1-1 1 0 0,0 1 0 0 0,0-1 0 0 0,0 0-1 0 0,0-1 1 0 0,1 1 0 0 0,0 0-1 0 0,0-1 1 0 0,0 1 0 0 0,-1-10 0 0 0,-19-81-221 0 0,22 89 118 0 0,-1 0-1 0 0,1 0 0 0 0,1 0 0 0 0,-1 0 0 0 0,1 0 0 0 0,0 0 1 0 0,1 0-1 0 0,-1 0 0 0 0,2 0 0 0 0,-1 1 0 0 0,1-1 0 0 0,0 1 1 0 0,0-1-1 0 0,0 1 0 0 0,1 0 0 0 0,0 0 0 0 0,0 1 0 0 0,1-1 1 0 0,0 1-1 0 0,0 0 0 0 0,0 0 0 0 0,0 0 0 0 0,1 1 0 0 0,0 0 1 0 0,0 0-1 0 0,0 0 0 0 0,0 1 0 0 0,0 0 0 0 0,1 0 0 0 0,11-3 1 0 0,-17 6-10 0 0,1-1 1 0 0,0 1-1 0 0,0 0 1 0 0,0 0-1 0 0,-1-1 1 0 0,1 1-1 0 0,0 0 1 0 0,0 1 0 0 0,0-1-1 0 0,-1 0 1 0 0,1 0-1 0 0,0 1 1 0 0,0-1-1 0 0,0 1 1 0 0,-1 0-1 0 0,1-1 1 0 0,0 1-1 0 0,-1 0 1 0 0,1 0 0 0 0,-1 0-1 0 0,1 0 1 0 0,-1 0-1 0 0,0 0 1 0 0,1 1-1 0 0,-1-1 1 0 0,0 0-1 0 0,0 1 1 0 0,0-1-1 0 0,0 1 1 0 0,0-1 0 0 0,0 1-1 0 0,0-1 1 0 0,0 1-1 0 0,-1 0 1 0 0,1 0-1 0 0,0-1 1 0 0,-1 1-1 0 0,0 0 1 0 0,1 0-1 0 0,-1-1 1 0 0,0 1 0 0 0,0 0-1 0 0,0 2 1 0 0,1 5-39 0 0,-1 0 1 0 0,0-1 0 0 0,0 1 0 0 0,-1 0-1 0 0,0-1 1 0 0,-1 1 0 0 0,-2 9-1 0 0,4-16 57 0 0,-1 0 0 0 0,1 0 0 0 0,0 0 0 0 0,0-1 0 0 0,0 1 0 0 0,0 0 0 0 0,0 0 0 0 0,1 0 0 0 0,-1 0 0 0 0,0-1 0 0 0,1 1 0 0 0,0 0 0 0 0,-1 0 0 0 0,1-1 0 0 0,0 1 0 0 0,0 0 0 0 0,0-1 0 0 0,0 1 0 0 0,0-1 0 0 0,0 1 0 0 0,0-1 0 0 0,1 0 0 0 0,1 3 0 0 0,34 25 23 0 0,-23-21-86 0 0,1-1-1 0 0,-1 0 1 0 0,1-1-1 0 0,30 9 1 0 0,-32-12-1755 0 0,-1-1 1 0 0,1 0-1 0 0,21 1 1 0 0</inkml:trace>
</inkml:ink>
</file>

<file path=ppt/ink/ink8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2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1 152 516 0 0,'0'0'7257'0'0,"3"3"-6998"0"0,1 2-160 0 0,8 15 409 0 0,-10-14 1790 0 0,-3-10-1034 0 0,-2-7-1136 0 0,0-1-1 0 0,0 0 0 0 0,1 1 1 0 0,1-1-1 0 0,-1-15 1 0 0,3 21-113 0 0,1 0 1 0 0,-1 1-1 0 0,1 0 0 0 0,0-1 1 0 0,0 1-1 0 0,1 0 1 0 0,0 0-1 0 0,0 0 0 0 0,0 0 1 0 0,0 1-1 0 0,1-1 0 0 0,0 1 1 0 0,-1 0-1 0 0,2 0 1 0 0,7-7-1 0 0,-9 10-19 0 0,-1-1-1 0 0,0 1 1 0 0,1 0 0 0 0,-1 0 0 0 0,1-1-1 0 0,-1 2 1 0 0,1-1 0 0 0,0 0 0 0 0,-1 0 0 0 0,1 1-1 0 0,0-1 1 0 0,-1 1 0 0 0,1 0 0 0 0,0 0-1 0 0,0 0 1 0 0,-1 0 0 0 0,1 1 0 0 0,0-1-1 0 0,0 1 1 0 0,-1 0 0 0 0,1-1 0 0 0,-1 1-1 0 0,1 0 1 0 0,-1 1 0 0 0,1-1 0 0 0,-1 0-1 0 0,1 1 1 0 0,-1-1 0 0 0,0 1 0 0 0,0 0-1 0 0,0-1 1 0 0,0 1 0 0 0,0 0 0 0 0,0 1-1 0 0,2 2 1 0 0,21 24-16 0 0,-16-21 16 0 0,-1 1 0 0 0,0 0 0 0 0,0 1 0 0 0,-1 0 0 0 0,0 0 0 0 0,-1 1 0 0 0,0 0 0 0 0,0 0 0 0 0,7 23 0 0 0,-13-30 10 0 0,0 0-1 0 0,0-1 1 0 0,0 1 0 0 0,0 0-1 0 0,-1 0 1 0 0,1-1 0 0 0,-1 1-1 0 0,0 0 1 0 0,0-1-1 0 0,-1 1 1 0 0,1 0 0 0 0,-1-1-1 0 0,0 0 1 0 0,0 1 0 0 0,0-1-1 0 0,0 0 1 0 0,0 0-1 0 0,-1 0 1 0 0,1 0 0 0 0,-1-1-1 0 0,0 1 1 0 0,-3 2 0 0 0,-1 0-141 0 0,1 0 1 0 0,-1 0-1 0 0,0-1 1 0 0,0 0 0 0 0,0 0-1 0 0,-1-1 1 0 0,0 0-1 0 0,-14 4 1 0 0,14-3-597 0 0,6-2-627 0 0,-4-1-3272 0 0,-12 0 1706 0 0</inkml:trace>
</inkml:ink>
</file>

<file path=ppt/ink/ink8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4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52 436 0 0,'0'0'635'0'0,"27"-21"5655"0"0,-26 21-6135 0 0,-1-1 0 0 0,1 0 0 0 0,-1 1 0 0 0,1-1 0 0 0,-1 0 0 0 0,1 1 0 0 0,-1-1 0 0 0,1 0 0 0 0,-1 0 0 0 0,0 1 0 0 0,1-1 0 0 0,-1 0 0 0 0,0 0 0 0 0,0 0 0 0 0,0 0 0 0 0,1 1 0 0 0,-1-1 0 0 0,0 0 0 0 0,0 0 0 0 0,0 0 0 0 0,-1 0 0 0 0,1 0 0 0 0,0 1 0 0 0,0-1 0 0 0,0 0 0 0 0,0 0 0 0 0,-1 0 0 0 0,1 0 0 0 0,-1 1 0 0 0,1-1 0 0 0,0 0 0 0 0,-1 0 0 0 0,1 1 0 0 0,-1-1 0 0 0,0 0 0 0 0,-1-2 159 0 0,-4 4-222 0 0,0-1 1 0 0,0 1 0 0 0,0 0 0 0 0,0 1 0 0 0,0 0 0 0 0,-7 3 0 0 0,7-3-81 0 0,1 1 1 0 0,0 0-1 0 0,0 0 1 0 0,0 1-1 0 0,1-1 1 0 0,-1 1 0 0 0,1 0-1 0 0,0 0 1 0 0,0 1-1 0 0,0-1 1 0 0,0 1 0 0 0,1 0-1 0 0,0 0 1 0 0,0 0-1 0 0,0 1 1 0 0,1-1-1 0 0,0 0 1 0 0,-3 10 0 0 0,4-12-11 0 0,1 1 0 0 0,-1-1 1 0 0,1 0-1 0 0,0 1 0 0 0,0-1 1 0 0,0 0-1 0 0,0 1 0 0 0,0-1 1 0 0,1 0-1 0 0,0 1 1 0 0,-1-1-1 0 0,1 0 0 0 0,1 0 1 0 0,-1 0-1 0 0,0 0 0 0 0,1 0 1 0 0,-1 0-1 0 0,1 0 0 0 0,0 0 1 0 0,0 0-1 0 0,0-1 1 0 0,0 1-1 0 0,1-1 0 0 0,-1 0 1 0 0,1 1-1 0 0,-1-1 0 0 0,1 0 1 0 0,0 0-1 0 0,0-1 0 0 0,-1 1 1 0 0,1-1-1 0 0,1 1 1 0 0,-1-1-1 0 0,0 0 0 0 0,5 1 1 0 0,6 0-34 0 0,0 0 0 0 0,0-2 1 0 0,1 1-1 0 0,-1-2 1 0 0,1 0-1 0 0,-1 0 0 0 0,15-5 1 0 0,-11 4-23 0 0,-16 2 24 0 0,-1-1 25 0 0,-1 1 0 0 0,0-1 0 0 0,1 1 1 0 0,-1 0-1 0 0,0-1 0 0 0,1 1 0 0 0,-1 0 0 0 0,1-1 0 0 0,-1 1 1 0 0,1 0-1 0 0,-1 0 0 0 0,0 0 0 0 0,1-1 0 0 0,-1 1 0 0 0,1 0 0 0 0,-1 0 1 0 0,1 0-1 0 0,-1 0 0 0 0,1 0 0 0 0,0 0 0 0 0,-1 0 0 0 0,1 0 1 0 0,-1 0-1 0 0,1 0 0 0 0,-1 0 0 0 0,1 0 0 0 0,-1 0 0 0 0,1 0 1 0 0,-1 1-1 0 0,1-1 0 0 0,-1 0 0 0 0,0 0 0 0 0,1 0 0 0 0,-1 1 0 0 0,1-1 1 0 0,-1 0-1 0 0,1 1 0 0 0,-1-1 0 0 0,0 0 0 0 0,1 1 0 0 0,-1-1 1 0 0,0 1-1 0 0,1-1 0 0 0,-1 0 0 0 0,0 1 0 0 0,0-1 0 0 0,1 1 0 0 0,-1 0 1 0 0,15 25 72 0 0,-14-24-179 0 0,6 63 741 0 0,-8-29-2513 0 0,-6-6-5052 0 0</inkml:trace>
</inkml:ink>
</file>

<file path=ppt/ink/ink8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5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49 500 0 0,'0'0'1480'0'0,"9"-5"2109"0"0,-6-6-913 0 0,3-1-1340 0 0,-21-7-2188 0 0,3 17-1264 0 0</inkml:trace>
</inkml:ink>
</file>

<file path=ppt/ink/ink8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6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1 139 112 0 0,'0'0'2568'0'0,"8"-16"-25"0"0,1 10 3056 0 0,-4 13-5478 0 0,1-1-1 0 0,-1 1 1 0 0,0-1 0 0 0,0 1 0 0 0,-1 1 0 0 0,0-1 0 0 0,0 1 0 0 0,0 0 0 0 0,3 14-1 0 0,18 34 258 0 0,-19-39-211 0 0,2-1-76 0 0,-7-15-59 0 0,-1 3 511 0 0,-1-11-219 0 0,-2-29-122 0 0,5-58-156 0 0,-1 85-47 0 0,1 0-1 0 0,1-1 1 0 0,0 1-1 0 0,0 0 0 0 0,1 0 1 0 0,0 1-1 0 0,0-1 1 0 0,1 1-1 0 0,8-11 0 0 0,-9 14-7 0 0,0 0-1 0 0,0 0 0 0 0,1 1 0 0 0,0-1 1 0 0,0 1-1 0 0,0 0 0 0 0,0 0 0 0 0,0 1 1 0 0,1 0-1 0 0,0 0 0 0 0,0 0 0 0 0,0 0 1 0 0,0 1-1 0 0,0 0 0 0 0,7-1 0 0 0,-11 2 4 0 0,0 1 0 0 0,1-1 0 0 0,-1 1 0 0 0,1-1-1 0 0,-1 1 1 0 0,1 0 0 0 0,-1 0 0 0 0,1 0 0 0 0,-1 0 0 0 0,1 1-1 0 0,-1-1 1 0 0,0 1 0 0 0,1-1 0 0 0,-1 1 0 0 0,1 0 0 0 0,-1 0-1 0 0,0 0 1 0 0,0 0 0 0 0,0 1 0 0 0,0-1 0 0 0,0 0 0 0 0,0 1-1 0 0,0-1 1 0 0,0 1 0 0 0,0 0 0 0 0,0 0 0 0 0,-1 0 0 0 0,1 0-1 0 0,-1 0 1 0 0,0 0 0 0 0,1 0 0 0 0,0 3 0 0 0,1 6-11 0 0,0-1 1 0 0,0 2 0 0 0,-1-1-1 0 0,0 0 1 0 0,-1 23-1 0 0,-1-25 12 0 0,1 0-1 0 0,-1 0 1 0 0,2 0-1 0 0,-1 0 0 0 0,1-1 1 0 0,3 10-1 0 0,10 10 37 0 0,-10-21-71 0 0,0 1 1 0 0,-1 0-1 0 0,-1 0 0 0 0,1 1 1 0 0,1 8-1 0 0,-4-14 28 0 0,-1 0 1 0 0,1 0-1 0 0,-1 0 0 0 0,0 1 1 0 0,0-1-1 0 0,0 0 0 0 0,-1 0 0 0 0,1 0 1 0 0,-1 0-1 0 0,1 0 0 0 0,-1-1 1 0 0,0 1-1 0 0,0 0 0 0 0,-1 0 1 0 0,1 0-1 0 0,0-1 0 0 0,-1 1 1 0 0,0 0-1 0 0,-2 2 0 0 0,1-3-90 0 0,0 1 1 0 0,0-1-1 0 0,-1 0 0 0 0,1 0 0 0 0,-1 0 1 0 0,0 0-1 0 0,1-1 0 0 0,-1 1 0 0 0,0-1 0 0 0,0 0 1 0 0,0 0-1 0 0,0-1 0 0 0,-7 1 0 0 0,9 0-624 0 0,-11-4-1352 0 0,8 2-1662 0 0</inkml:trace>
</inkml:ink>
</file>

<file path=ppt/ink/ink8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6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1016 0 0,'0'0'4645'0'0</inkml:trace>
</inkml:ink>
</file>

<file path=ppt/ink/ink8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8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4 260 0 0,'6'-3'9708'0'0,"3"8"-4255"0"0,12 24-3088 0 0,3 18-5031 0 0,-13-21 3970 0 0,5 7-1224 0 0,-15-32-62 0 0,0 1-211 0 0,2 3 360 0 0,12-19-10815 0 0</inkml:trace>
</inkml:ink>
</file>

<file path=ppt/ink/ink8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9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72 596 0 0,'0'0'930'0'0,"-2"-14"7688"0"0,2 14-8565 0 0,0-1 0 0 0,-1 1 0 0 0,1 0 1 0 0,0-1-1 0 0,0 1 0 0 0,-1 0 1 0 0,1-1-1 0 0,0 1 0 0 0,-1 0 1 0 0,1-1-1 0 0,0 1 0 0 0,-1 0 0 0 0,1 0 1 0 0,-1-1-1 0 0,1 1 0 0 0,0 0 1 0 0,-1 0-1 0 0,1 0 0 0 0,-1 0 0 0 0,1 0 1 0 0,-1 0-1 0 0,1 0 0 0 0,0 0 1 0 0,-1 0-1 0 0,1 0 0 0 0,-1 0 0 0 0,1 0 1 0 0,-1 0-1 0 0,1 0 0 0 0,0 0 1 0 0,-1 0-1 0 0,1 0 0 0 0,-1 0 1 0 0,1 0-1 0 0,0 1 0 0 0,-1-1 0 0 0,1 0 1 0 0,-1 0-1 0 0,1 1 0 0 0,0-1 1 0 0,-1 0-1 0 0,1 0 0 0 0,-1 1 0 0 0,-18 25 478 0 0,15-20-517 0 0,1 0 0 0 0,1 1 1 0 0,-1-1-1 0 0,1 1 1 0 0,0-1-1 0 0,0 1 1 0 0,1 0-1 0 0,-1 12 1 0 0,2-17-13 0 0,0 1 1 0 0,0 0 0 0 0,1 0 0 0 0,-1 0 0 0 0,1-1 0 0 0,0 1 0 0 0,0 0 0 0 0,0-1 0 0 0,0 1 0 0 0,0-1-1 0 0,1 1 1 0 0,-1-1 0 0 0,1 1 0 0 0,-1-1 0 0 0,1 0 0 0 0,0 0 0 0 0,0 0 0 0 0,0 0 0 0 0,0 0 0 0 0,1 0 0 0 0,-1-1-1 0 0,4 3 1 0 0,-1-2-11 0 0,-1 0-1 0 0,1-1 0 0 0,0 1 0 0 0,0-1 1 0 0,0 0-1 0 0,0-1 0 0 0,0 1 0 0 0,0-1 0 0 0,0 0 1 0 0,0 0-1 0 0,0 0 0 0 0,6-2 0 0 0,-4 1 4 0 0,0 0 0 0 0,0-1 0 0 0,-1 0 0 0 0,1 0-1 0 0,0 0 1 0 0,-1-1 0 0 0,0 0 0 0 0,0 0 0 0 0,0-1 0 0 0,0 1-1 0 0,0-1 1 0 0,-1-1 0 0 0,0 1 0 0 0,0-1 0 0 0,0 0-1 0 0,0 0 1 0 0,-1 0 0 0 0,1-1 0 0 0,-1 0 0 0 0,3-6 0 0 0,-6 8 27 0 0,1 0 1 0 0,-1 0 0 0 0,1-1-1 0 0,-1 1 1 0 0,0-1 0 0 0,-1 1-1 0 0,1-1 1 0 0,-1 0 0 0 0,0 1-1 0 0,0-1 1 0 0,-1 1 0 0 0,1-1 0 0 0,-1 1-1 0 0,0-1 1 0 0,0 1 0 0 0,0-1-1 0 0,-1 1 1 0 0,0 0 0 0 0,0 0-1 0 0,0 0 1 0 0,0 0 0 0 0,0 0-1 0 0,-1 0 1 0 0,0 0 0 0 0,0 1 0 0 0,-6-7-1 0 0,8 9-159 0 0,-7-11-651 0 0</inkml:trace>
</inkml:ink>
</file>

<file path=ppt/ink/ink8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49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8 212 0 0,'0'0'3908'0'0,"0"1"-3820"0"0,1-1-1 0 0,0 0 0 0 0,-1 1 0 0 0,1-1 0 0 0,-1 0 0 0 0,1 1 1 0 0,-1-1-1 0 0,1 1 0 0 0,-1-1 0 0 0,0 1 0 0 0,1-1 0 0 0,-1 1 1 0 0,1-1-1 0 0,-1 1 0 0 0,0-1 0 0 0,1 1 0 0 0,-1-1 1 0 0,0 1-1 0 0,0 0 0 0 0,0-1 0 0 0,1 1 0 0 0,-1-1 0 0 0,0 2 1 0 0,-3 4 160 0 0,0-1 0 0 0,1 1 1 0 0,0 0-1 0 0,0 0 0 0 0,0 0 1 0 0,1 0-1 0 0,0 0 1 0 0,-1 10-1 0 0,2-13-177 0 0,0 0-1 0 0,0 0 1 0 0,1 0-1 0 0,-1 0 1 0 0,1 0-1 0 0,-1 0 1 0 0,1 0-1 0 0,0 0 1 0 0,0 0-1 0 0,1 0 1 0 0,-1-1 0 0 0,0 1-1 0 0,1 0 1 0 0,0-1-1 0 0,-1 1 1 0 0,1-1-1 0 0,0 0 1 0 0,0 0-1 0 0,5 4 1 0 0,-6-5 55 0 0,38-20 1203 0 0,-36 15-1150 0 0,0 0 0 0 0,-1 0 0 0 0,1 0 0 0 0,-1 0 0 0 0,0 0 0 0 0,0 0 0 0 0,0-1 0 0 0,-1 1 0 0 0,1-1 0 0 0,-1 1 0 0 0,0-7 0 0 0,0 8-165 0 0,0 1 1 0 0,-1-1-1 0 0,0 0 0 0 0,0 0 0 0 0,0 1 1 0 0,0-1-1 0 0,0 0 0 0 0,0 1 0 0 0,-1-1 1 0 0,1 0-1 0 0,-1 1 0 0 0,0-1 0 0 0,0 0 1 0 0,0 1-1 0 0,0-1 0 0 0,0 1 1 0 0,0 0-1 0 0,-1-1 0 0 0,-3-3 0 0 0,2 4-422 0 0,-1 1 0 0 0,1-1-1 0 0,-1 1 1 0 0,0 0 0 0 0,0 0-1 0 0,0 0 1 0 0,0 0-1 0 0,0 1 1 0 0,1 0 0 0 0,-1 0-1 0 0,0 0 1 0 0,0 0 0 0 0,0 0-1 0 0,0 1 1 0 0,-5 1 0 0 0,0-1-1089 0 0,-16 2-1720 0 0</inkml:trace>
</inkml:ink>
</file>

<file path=ppt/ink/ink8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50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32 292 0 0,'0'0'8299'0'0,"1"-8"-7838"0"0,-1 8-417 0 0,0 0 0 0 0,-1 0 0 0 0,1 0 0 0 0,0 0 0 0 0,0 0 0 0 0,0 0 0 0 0,0 0 0 0 0,0 0 0 0 0,0 0 0 0 0,0 1 0 0 0,0-1 0 0 0,0 0 0 0 0,-1 0 0 0 0,1 0 0 0 0,0 0 0 0 0,0 0 0 0 0,0 0 0 0 0,0 0 0 0 0,0 0 0 0 0,0-1 0 0 0,0 1 0 0 0,0 0 0 0 0,0 0 0 0 0,0 0 0 0 0,-1 0 0 0 0,1 0 0 0 0,0 0 0 0 0,0 0 0 0 0,0 0 0 0 0,0 0 0 0 0,0 0 0 0 0,0 0 0 0 0,0 0 0 0 0,0 0 0 0 0,0 0 0 0 0,0 0 0 0 0,0 0 0 0 0,0 0 0 0 0,0-1 0 0 0,-1 1 0 0 0,1 0 0 0 0,0 0 0 0 0,0 0 0 0 0,0 0 0 0 0,0 0 0 0 0,0 0 0 0 0,0 0 0 0 0,0 0 0 0 0,0 0 0 0 0,0-1 0 0 0,-4 8 27 0 0,1-1 0 0 0,-1 0 0 0 0,1 1-1 0 0,0 0 1 0 0,1 0 0 0 0,0 0 0 0 0,0 0-1 0 0,0 0 1 0 0,1 0 0 0 0,-1 8 0 0 0,2-12-56 0 0,0-1 1 0 0,0 1 0 0 0,0 0 0 0 0,0 0-1 0 0,0 0 1 0 0,1 0 0 0 0,-1-1 0 0 0,1 1-1 0 0,0 0 1 0 0,0 0 0 0 0,0-1 0 0 0,0 1 0 0 0,1-1-1 0 0,-1 1 1 0 0,0-1 0 0 0,1 1 0 0 0,0-1-1 0 0,0 0 1 0 0,0 0 0 0 0,0 0 0 0 0,0 0-1 0 0,0 0 1 0 0,0 0 0 0 0,0 0 0 0 0,1-1 0 0 0,-1 1-1 0 0,1-1 1 0 0,2 1 0 0 0,-1-1-5 0 0,-1-1 0 0 0,1 0 1 0 0,0-1-1 0 0,-1 1 0 0 0,1 0 1 0 0,-1-1-1 0 0,1 0 0 0 0,-1 0 0 0 0,1 0 1 0 0,-1 0-1 0 0,0-1 0 0 0,1 1 1 0 0,4-4-1 0 0,-4 3 19 0 0,0 0 0 0 0,-1-1 0 0 0,1 1 0 0 0,-1-1 0 0 0,1 0 0 0 0,-1 0-1 0 0,0 0 1 0 0,0 0 0 0 0,0 0 0 0 0,-1-1 0 0 0,1 1 0 0 0,-1-1 0 0 0,1 0 0 0 0,-1 0 0 0 0,-1 0 0 0 0,1 0 0 0 0,0 0 0 0 0,-1 0 0 0 0,0 0 0 0 0,0-1 0 0 0,0 1 0 0 0,-1 0 0 0 0,1-1 0 0 0,-1 1 0 0 0,0 0-1 0 0,0-1 1 0 0,-1 1 0 0 0,1-1 0 0 0,-1 1 0 0 0,0 0 0 0 0,0 0 0 0 0,0-1 0 0 0,-1 1 0 0 0,0 0 0 0 0,-2-5 0 0 0,2 5 37 0 0,1 2-52 0 0,-16-5 34 0 0,-4 1-330 0 0,8 6-1906 0 0</inkml:trace>
</inkml:ink>
</file>

<file path=ppt/ink/ink8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50.9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1 460 0 0,'4'1'840'0'0,"11"7"6713"0"0,20 116-4126 0 0,-25-102-3212 0 0,-1-5-2075 0 0,-7-6-4409 0 0</inkml:trace>
</inkml:ink>
</file>

<file path=ppt/ink/ink8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51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0 864 0 0,'0'0'3910'0'0,"-4"4"-3290"0"0,-7 9-178 0 0,6-8-212 0 0,0 0 0 0 0,0 1 0 0 0,0-1 0 0 0,0 1 0 0 0,1 0 0 0 0,0 1 0 0 0,0-1 0 0 0,1 1 0 0 0,-1 0 0 0 0,2-1 0 0 0,-1 1 0 0 0,1 1 0 0 0,0-1 0 0 0,0 0 0 0 0,1 0 0 0 0,-1 9 0 0 0,2-14-208 0 0,0 1-1 0 0,1-1 1 0 0,-1 1-1 0 0,0-1 0 0 0,1 0 1 0 0,0 1-1 0 0,-1-1 1 0 0,1 0-1 0 0,0 0 1 0 0,0 1-1 0 0,1-1 1 0 0,-1 0-1 0 0,0 0 0 0 0,1 0 1 0 0,-1 0-1 0 0,1 0 1 0 0,-1-1-1 0 0,1 1 1 0 0,0 0-1 0 0,0-1 0 0 0,0 1 1 0 0,0-1-1 0 0,0 0 1 0 0,0 1-1 0 0,0-1 1 0 0,0 0-1 0 0,1-1 1 0 0,-1 1-1 0 0,0 0 0 0 0,1 0 1 0 0,-1-1-1 0 0,0 0 1 0 0,1 1-1 0 0,-1-1 1 0 0,1 0-1 0 0,-1 0 1 0 0,5-1-1 0 0,1 1 17 0 0,0-1 1 0 0,0 0-1 0 0,-1-1 1 0 0,1 0-1 0 0,0 0 1 0 0,0 0-1 0 0,-1-1 1 0 0,1 0-1 0 0,-1-1 1 0 0,0 0 0 0 0,0 0-1 0 0,11-8 1 0 0,-16 10-23 0 0,1 0 0 0 0,-1 0 0 0 0,1-1 0 0 0,-1 1 0 0 0,0 0 1 0 0,1-1-1 0 0,-1 1 0 0 0,0-1 0 0 0,-1 0 0 0 0,1 0 0 0 0,0 0 1 0 0,-1 0-1 0 0,0 0 0 0 0,0 0 0 0 0,0 0 0 0 0,0 0 0 0 0,0 0 1 0 0,0 0-1 0 0,-1-1 0 0 0,0 1 0 0 0,1 0 0 0 0,-1-1 0 0 0,0 1 1 0 0,-1 0-1 0 0,1 0 0 0 0,-1-1 0 0 0,1 1 0 0 0,-1 0 0 0 0,0 0 1 0 0,0 0-1 0 0,0 0 0 0 0,-3-5 0 0 0,2 6-74 0 0,0 0 0 0 0,1-1 0 0 0,-1 1 0 0 0,0 0 0 0 0,-1 0 0 0 0,1 1 0 0 0,0-1 0 0 0,0 0 0 0 0,-1 1 0 0 0,1-1 0 0 0,-1 1 0 0 0,1 0 0 0 0,-1 0 0 0 0,0 0 0 0 0,1 0 0 0 0,-1 0 0 0 0,0 1 0 0 0,0-1 0 0 0,1 1 0 0 0,-1 0 1 0 0,0 0-1 0 0,-4 0 0 0 0,-8 0-1023 0 0,0 2 1 0 0,1 0 0 0 0,-16 3-1 0 0,19-2-313 0 0,-17 3-1164 0 0</inkml:trace>
</inkml:ink>
</file>

<file path=ppt/ink/ink8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52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47 448 0 0,'1'-1'418'0'0,"0"0"0"0"0,0-1 0 0 0,1 1-1 0 0,-1 0 1 0 0,0-1 0 0 0,0 1 0 0 0,-1-1 0 0 0,1 0-1 0 0,0 1 1 0 0,0-1 0 0 0,-1 0 0 0 0,1 1 0 0 0,-1-1 0 0 0,0 0-1 0 0,1-2 1 0 0,5-16 6784 0 0,48 89-6796 0 0,-24-21-243 0 0,-21-26-3930 0 0,-8-21 2658 0 0</inkml:trace>
</inkml:ink>
</file>

<file path=ppt/ink/ink8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53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21 128 0 0,'0'0'4528'0'0,"-2"6"-4216"0"0,2-5-299 0 0,-3 8 245 0 0,0 1 0 0 0,1-1-1 0 0,0 1 1 0 0,1 0 0 0 0,-1 11 0 0 0,2-19-218 0 0,0 0 1 0 0,0 0-1 0 0,1 1 0 0 0,-1-1 0 0 0,0 0 0 0 0,1 0 0 0 0,-1 0 1 0 0,1 0-1 0 0,0 0 0 0 0,-1 1 0 0 0,1-1 0 0 0,0-1 0 0 0,1 1 1 0 0,-1 0-1 0 0,0 0 0 0 0,0 0 0 0 0,1 0 0 0 0,-1-1 0 0 0,1 1 0 0 0,-1-1 1 0 0,1 1-1 0 0,0-1 0 0 0,0 0 0 0 0,0 0 0 0 0,-1 1 0 0 0,1-1 1 0 0,0 0-1 0 0,0-1 0 0 0,1 1 0 0 0,-1 0 0 0 0,2 0 0 0 0,1-2 18 0 0,1 1-1 0 0,-1-1 1 0 0,1 0-1 0 0,-1 0 0 0 0,0-1 1 0 0,0 0-1 0 0,0 0 1 0 0,0 0-1 0 0,0-1 0 0 0,0 1 1 0 0,5-5-1 0 0,-6 4 87 0 0,-1 1-1 0 0,1-1 0 0 0,-1 0 1 0 0,0-1-1 0 0,0 1 1 0 0,0 0-1 0 0,0-1 0 0 0,-1 0 1 0 0,1 0-1 0 0,-1 0 1 0 0,0 0-1 0 0,0 0 1 0 0,2-6-1 0 0,-4 8-90 0 0,1 0-1 0 0,-1 0 1 0 0,0-1 0 0 0,0 1-1 0 0,0 0 1 0 0,0 0 0 0 0,0-1 0 0 0,0 1-1 0 0,0 0 1 0 0,-1 0 0 0 0,1 0-1 0 0,-1 0 1 0 0,0-1 0 0 0,1 1 0 0 0,-1 0-1 0 0,0 0 1 0 0,0 0 0 0 0,0 0-1 0 0,-1 1 1 0 0,1-1 0 0 0,0 0 0 0 0,-1 0-1 0 0,1 1 1 0 0,-1-1 0 0 0,0 1-1 0 0,1-1 1 0 0,-4-1 0 0 0,-16-8-1293 0 0,-5 8-4990 0 0</inkml:trace>
</inkml:ink>
</file>

<file path=ppt/ink/ink8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53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35 103 120 0 0,'0'0'6489'0'0,"-4"3"-6267"0"0,1-1-144 0 0,0 1 0 0 0,1-1 0 0 0,-1 1 0 0 0,1 0 0 0 0,0 0 0 0 0,0 0 0 0 0,0 0 0 0 0,0 1 0 0 0,1-1 0 0 0,-1 0 0 0 0,1 1 0 0 0,0-1 0 0 0,0 1 0 0 0,0-1 0 0 0,0 1 0 0 0,1 0 0 0 0,-1-1-1 0 0,1 1 1 0 0,0 0 0 0 0,0-1 0 0 0,0 1 0 0 0,1 0 0 0 0,-1-1 0 0 0,1 1 0 0 0,2 6 0 0 0,-2-8-54 0 0,0 0 0 0 0,0 0-1 0 0,0-1 1 0 0,1 1 0 0 0,-1 0-1 0 0,0-1 1 0 0,1 1 0 0 0,-1-1-1 0 0,1 1 1 0 0,0-1 0 0 0,-1 0-1 0 0,1 0 1 0 0,0 1 0 0 0,0-1 0 0 0,0 0-1 0 0,0-1 1 0 0,0 1 0 0 0,0 0-1 0 0,0-1 1 0 0,0 1 0 0 0,0-1-1 0 0,0 1 1 0 0,0-1 0 0 0,0 0-1 0 0,0 0 1 0 0,0 0 0 0 0,1 0 0 0 0,-1 0-1 0 0,0-1 1 0 0,4 0 0 0 0,3-1 12 0 0,0 0 0 0 0,0 0 1 0 0,0-1-1 0 0,0 0 1 0 0,12-6-1 0 0,-17 7 7 0 0,0-1 0 0 0,0 1 0 0 0,0 0 0 0 0,-1-1 0 0 0,1 0 0 0 0,-1 0 0 0 0,0 0 0 0 0,1-1 0 0 0,-1 1 0 0 0,0-1 0 0 0,-1 1 0 0 0,1-1 0 0 0,-1 0 0 0 0,0 0 0 0 0,0 0 0 0 0,0 0 0 0 0,0-1 0 0 0,-1 1 1 0 0,0 0-1 0 0,1-1 0 0 0,-2 1 0 0 0,1-1 0 0 0,0 1 0 0 0,-1-1 0 0 0,0 1 0 0 0,0-1 0 0 0,0 0 0 0 0,-1 1 0 0 0,0-1 0 0 0,0 1 0 0 0,0-1 0 0 0,0 1 0 0 0,0 0 0 0 0,-1-1 0 0 0,0 1 0 0 0,0 0 0 0 0,0 0 0 0 0,-1 0 0 0 0,1 0 0 0 0,-1 1 0 0 0,0-1 0 0 0,0 1 0 0 0,0-1 0 0 0,0 1 0 0 0,-1 0 0 0 0,1 0 0 0 0,-8-4 0 0 0,9 5-99 0 0,-1 0 1 0 0,1 1-1 0 0,-1-1 0 0 0,0 0 0 0 0,1 1 0 0 0,-1-1 0 0 0,0 1 0 0 0,0 0 0 0 0,0 0 0 0 0,0 0 0 0 0,0 1 0 0 0,0-1 0 0 0,-5 0 0 0 0,6 1-412 0 0,-5 2-520 0 0,-17 6-4456 0 0,20 0 3087 0 0</inkml:trace>
</inkml:ink>
</file>

<file path=ppt/ink/ink8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2:57:54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1 404 0 0,'0'0'11996'0'0,"2"6"-11498"0"0,19 55 559 0 0,13 66 0 0 0,-22-60-3429 0 0,-7-2-3642 0 0,-3-37 2288 0 0</inkml:trace>
</inkml:ink>
</file>

<file path=ppt/ink/ink8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04:58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69 624 0 0,'-12'-67'7867'0'0,"12"65"-6634"0"0,-1 8-4808 0 0,-2 18 1245 0 0,2-18 179 0 0</inkml:trace>
</inkml:ink>
</file>

<file path=ppt/ink/ink8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3T06:04:59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4 400 0 0,'13'0'1156'0'0,"0"0"804"0"0,2-2-824 0 0,-1 0-1192 0 0</inkml:trace>
</inkml:ink>
</file>

<file path=ppt/ink/ink8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0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570 472 244 0 0,'-12'5'630'0'0,"-1"0"0"0"0,0-1 0 0 0,0 0 0 0 0,0-1 0 0 0,0-1 0 0 0,0 0 0 0 0,-25 0 0 0 0,22-2-242 0 0,0-2-1 0 0,1 0 1 0 0,-1 0 0 0 0,0-2 0 0 0,1 0-1 0 0,0-1 1 0 0,0 0 0 0 0,0-1 0 0 0,-26-15 0 0 0,20 8-150 0 0,0-1 0 0 0,1-1 0 0 0,1-1 0 0 0,1 0 0 0 0,-31-36 0 0 0,31 31-34 0 0,1-1 1 0 0,-21-39 0 0 0,31 48-123 0 0,0-1 1 0 0,1 0-1 0 0,1 0 1 0 0,-5-17-1 0 0,8 26-62 0 0,1 0 1 0 0,0 0-1 0 0,1-1 1 0 0,-1 1-1 0 0,1 0 1 0 0,0-1-1 0 0,0 1 1 0 0,0 0-1 0 0,1 0 1 0 0,0-1-1 0 0,0 1 1 0 0,0 0-1 0 0,1 0 1 0 0,0 0-1 0 0,3-7 1 0 0,-3 9-20 0 0,0 0 1 0 0,1 0 0 0 0,-1 0 0 0 0,0 0-1 0 0,1 1 1 0 0,0-1 0 0 0,0 1 0 0 0,-1 0-1 0 0,2-1 1 0 0,-1 1 0 0 0,0 1 0 0 0,0-1-1 0 0,1 0 1 0 0,-1 1 0 0 0,0 0 0 0 0,1-1-1 0 0,0 1 1 0 0,-1 1 0 0 0,1-1-1 0 0,-1 1 1 0 0,1-1 0 0 0,0 1 0 0 0,0 0-1 0 0,-1 0 1 0 0,1 0 0 0 0,0 1 0 0 0,-1 0-1 0 0,1-1 1 0 0,6 3 0 0 0,-1 0 3 0 0,1 0 1 0 0,-1 1-1 0 0,0 0 0 0 0,0 0 1 0 0,0 1-1 0 0,0 1 1 0 0,-1-1-1 0 0,0 1 0 0 0,14 13 1 0 0,-8-4 30 0 0,-1 1-1 0 0,0 1 1 0 0,15 25 0 0 0,-13-15 9 0 0,-2 0 1 0 0,-1 1-1 0 0,14 47 1 0 0,12 96 137 0 0,-20-58-39 0 0,-15-89-109 0 0,4 55 74 0 0,-6 38 71 0 0,-2-59-64 0 0,1-36-14 0 0,-1 0 1 0 0,-1 0 0 0 0,0 0-1 0 0,-13 41 1 0 0,15-61-49 0 0,3-16-1923 0 0,0 1 1 0 0,0 0-1 0 0,2 0 0 0 0,6-15 0 0 0,-3 11-588 0 0</inkml:trace>
</inkml:ink>
</file>

<file path=ppt/ink/ink8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1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0 144 184 0 0,'0'0'1431'0'0,"24"45"3151"0"0,-20-36-4074 0 0,-3-6-343 0 0,1 0-1 0 0,-1 0 1 0 0,1 0 0 0 0,0 0 0 0 0,-1 0-1 0 0,1-1 1 0 0,0 1 0 0 0,1-1 0 0 0,-1 1-1 0 0,0-1 1 0 0,1 0 0 0 0,-1 0 0 0 0,1 0-1 0 0,0 0 1 0 0,0 0 0 0 0,5 2 0 0 0,-6-4-32 0 0,1-1-16 0 0,54-18 230 0 0,-36 11-259 0 0,1 1 0 0 0,0 0 0 0 0,1 2 0 0 0,42-5 0 0 0,-52 10-70 0 0,55-8 104 0 0,-64 8-104 0 0,1-1 0 0 0,-1-1 0 0 0,0 1 0 0 0,1 0 0 0 0,-1-1 0 0 0,0 0 0 0 0,0 0 0 0 0,0 0 0 0 0,0-1 0 0 0,-1 1-1 0 0,1-1 1 0 0,-1 0 0 0 0,5-4 0 0 0,-7 6-10 0 0,0 0 0 0 0,1 0 0 0 0,-1 1-1 0 0,0-1 1 0 0,1 1 0 0 0,-1-1 0 0 0,1 1 0 0 0,-1-1-1 0 0,1 1 1 0 0,-1 0 0 0 0,1 0 0 0 0,-1-1-1 0 0,1 1 1 0 0,1 0 0 0 0,1 2-7 0 0,0-1-1 0 0,-1 1 1 0 0,1 0-1 0 0,-1 0 1 0 0,0 0-1 0 0,1 0 1 0 0,-1 0-1 0 0,0 1 1 0 0,0 0-1 0 0,-1-1 1 0 0,1 1-1 0 0,0 0 1 0 0,-1 0-1 0 0,0 0 1 0 0,0 1-1 0 0,0-1 1 0 0,3 7-1 0 0,4 5 9 0 0,20 33 9 0 0,46 97 1 0 0,-39-71 18 0 0,-22-39 2252 0 0,-21-47-2213 0 0,1-1 0 0 0,1 0 0 0 0,0 1-1 0 0,0-2 1 0 0,1 1 0 0 0,1 0 0 0 0,0-1 0 0 0,1 0 0 0 0,1 1 0 0 0,0-1 0 0 0,1 0-1 0 0,0 0 1 0 0,3-18 0 0 0,1 4-69 0 0,0-1 0 0 0,2 2 0 0 0,1-1 0 0 0,1 1-1 0 0,20-44 1 0 0,-24 63-13 0 0,1 0-1 0 0,-1 1 0 0 0,1 0 0 0 0,1 0 1 0 0,-1 0-1 0 0,1 1 0 0 0,0-1 0 0 0,1 1 1 0 0,0 1-1 0 0,12-9 0 0 0,-17 12 4 0 0,0 1-1 0 0,0 0 0 0 0,1 0 1 0 0,-1 0-1 0 0,0 0 1 0 0,0 0-1 0 0,0 1 0 0 0,1-1 1 0 0,-1 1-1 0 0,0-1 0 0 0,1 1 1 0 0,-1 0-1 0 0,0 0 1 0 0,1 0-1 0 0,-1 0 0 0 0,0 0 1 0 0,1 1-1 0 0,-1-1 1 0 0,0 1-1 0 0,1-1 0 0 0,-1 1 1 0 0,0 0-1 0 0,0 0 1 0 0,0 0-1 0 0,0 0 0 0 0,0 0 1 0 0,0 1-1 0 0,0-1 0 0 0,0 0 1 0 0,0 1-1 0 0,-1 0 1 0 0,1-1-1 0 0,0 1 0 0 0,-1 0 1 0 0,1 0-1 0 0,-1 0 1 0 0,0 0-1 0 0,0 0 0 0 0,0 0 1 0 0,0 0-1 0 0,0 0 0 0 0,0 0 1 0 0,-1 1-1 0 0,2 2 1 0 0,-1 0 9 0 0,0 1 1 0 0,0 0 0 0 0,0-1 0 0 0,-1 1-1 0 0,1 0 1 0 0,-1 0 0 0 0,-1-1 0 0 0,1 1-1 0 0,-1 0 1 0 0,0-1 0 0 0,0 1 0 0 0,-1-1-1 0 0,1 1 1 0 0,-1-1 0 0 0,-1 0 0 0 0,1 1 0 0 0,-1-1-1 0 0,0 0 1 0 0,0 0 0 0 0,0-1 0 0 0,-7 9-1 0 0,-2 1-360 0 0,0-1-1 0 0,-1 0 1 0 0,0 0-1 0 0,-1-1 1 0 0,-23 14-1 0 0,33-23-727 0 0,2-2 218 0 0</inkml:trace>
</inkml:ink>
</file>

<file path=ppt/ink/ink8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2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11 310 632 0 0,'0'0'12261'0'0,"-2"-5"-12161"0"0,1 2-120 0 0,0 0 59 0 0,0 0-1 0 0,0 0 1 0 0,0 0-1 0 0,0 0 0 0 0,0 0 1 0 0,0-1-1 0 0,1 1 1 0 0,0 0-1 0 0,-1 0 1 0 0,1-1-1 0 0,0 1 0 0 0,1 0 1 0 0,-1 0-1 0 0,1 0 1 0 0,-1-1-1 0 0,2-3 1 0 0,-1 6 5 0 0,0-1-47 0 0,5-9 66 0 0,-6 11-74 0 0,1 1 0 0 0,0 0 0 0 0,0-1 0 0 0,-1 1 0 0 0,1 0 1 0 0,-1-1-1 0 0,1 1 0 0 0,-1 0 0 0 0,1 0 0 0 0,-1-1 0 0 0,1 1 0 0 0,-1 0 0 0 0,0 0 0 0 0,1 0 0 0 0,-1 0 0 0 0,0 0 0 0 0,0-1 0 0 0,1 1 0 0 0,-1 0 0 0 0,0 0 0 0 0,0 0 0 0 0,0 0 0 0 0,0 0 0 0 0,0 0 0 0 0,-1 1 0 0 0,4 32-36 0 0,-2-28 47 0 0,-1 1 0 0 0,1-1-1 0 0,0 1 1 0 0,0-1 0 0 0,0 0-1 0 0,1 1 1 0 0,0-1 0 0 0,1 0-1 0 0,-1 0 1 0 0,1 0 0 0 0,6 8-1 0 0,-8-11 25 0 0,0 3-15 0 0,0-5 6 0 0,0-1-10 0 0,0 0 0 0 0,1 0 0 0 0,-1 0 0 0 0,1 0 0 0 0,-1-1 0 0 0,0 1 0 0 0,1-1 0 0 0,-1 1 0 0 0,0-1 0 0 0,0 1 0 0 0,1-1 0 0 0,-1 0 0 0 0,0 0 0 0 0,0 1 0 0 0,0-1 0 0 0,0 0 0 0 0,0 0 0 0 0,0 0 0 0 0,0 0 0 0 0,0 0 0 0 0,0-1 0 0 0,0 0 0 0 0,15-34 201 0 0,1-2-87 0 0,-16 37-118 0 0,1-3-43 0 0,-2 3 37 0 0,0 1-1 0 0,0-1 1 0 0,0 1 0 0 0,0-1 0 0 0,1 1 0 0 0,-1-1 0 0 0,0 1 0 0 0,0-1-1 0 0,0 1 1 0 0,1-1 0 0 0,-1 1 0 0 0,0-1 0 0 0,1 1 0 0 0,-1-1 0 0 0,0 1-1 0 0,1 0 1 0 0,-1-1 0 0 0,1 1 0 0 0,-1-1 0 0 0,1 1 0 0 0,-1 0 0 0 0,1 0-1 0 0,-1-1 1 0 0,1 1 0 0 0,-1 0 0 0 0,1 0 0 0 0,-1 0 0 0 0,1-1-1 0 0,-1 1 1 0 0,1 0 0 0 0,-1 0 0 0 0,2 0 0 0 0,6 5 7 0 0,1-1-1 0 0,0-1 1 0 0,-1 1 0 0 0,1-1 0 0 0,1-1 0 0 0,-1 0-1 0 0,0 0 1 0 0,1 0 0 0 0,-1-1 0 0 0,1-1-1 0 0,-1 0 1 0 0,1 0 0 0 0,-1-1 0 0 0,11-2 0 0 0,-13 1 19 0 0,-1-1 0 0 0,1 0 1 0 0,-1 0-1 0 0,0-1 0 0 0,0 0 1 0 0,0 0-1 0 0,0 0 0 0 0,-1-1 1 0 0,1 0-1 0 0,-1 0 0 0 0,0 0 1 0 0,-1-1-1 0 0,0 0 0 0 0,1 0 1 0 0,-2 0-1 0 0,1 0 0 0 0,-1 0 1 0 0,0-1-1 0 0,0 0 0 0 0,3-11 1 0 0,-1-7 311 0 0,-1-1-1 0 0,-1 1 1 0 0,-1-1 0 0 0,-1-36 0 0 0,-1 54-185 0 0,-2 0 364 0 0,0 31-410 0 0,1 45-117 0 0,7-19-46 0 0,2-1 1 0 0,19 62-1 0 0,3-25-3853 0 0,-21-68-2255 0 0</inkml:trace>
</inkml:ink>
</file>

<file path=ppt/ink/ink8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2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1164 0 0,'14'-5'1040'0'0,"-6"-1"-92"0"0,3 3 632 0 0,5-3-896 0 0,-7 4 357 0 0,6 0-841 0 0,3 4-548 0 0,-8 3-1161 0 0,1 7-2031 0 0</inkml:trace>
</inkml:ink>
</file>

<file path=ppt/ink/ink8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3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20 360 0 0,'0'0'1012'0'0,"3"-19"10601"0"0,3 63-11439 0 0,-2 1 0 0 0,-2 0 0 0 0,-2 0 0 0 0,-11 76 0 0 0,-45 185 189 0 0,-19 89-25 0 0,74-387-326 0 0,-1 1 0 0 0,2-1 0 0 0,-1 0 0 0 0,1 0 1 0 0,0 1-1 0 0,1-1 0 0 0,0 0 0 0 0,0 0 0 0 0,4 13 0 0 0,-4-18-1 0 0,1 0 0 0 0,-1 0 0 0 0,1 0 0 0 0,0 0 1 0 0,0 0-1 0 0,0-1 0 0 0,0 1 0 0 0,0-1 0 0 0,1 1 0 0 0,-1-1 0 0 0,1 0 0 0 0,-1 0 0 0 0,1 0 0 0 0,0 0 0 0 0,0-1 0 0 0,0 1 1 0 0,0-1-1 0 0,0 1 0 0 0,0-1 0 0 0,0 0 0 0 0,0 0 0 0 0,1-1 0 0 0,-1 1 0 0 0,0-1 0 0 0,7 1 0 0 0,24 0 49 0 0,-1-1 0 0 0,1-2-1 0 0,66-11 1 0 0,102-36-229 0 0,-173 41 47 0 0,-18 6-249 0 0,-1 0-1 0 0,1-2 0 0 0,-1 1 0 0 0,0-1 1 0 0,0-1-1 0 0,0 0 0 0 0,0 0 1 0 0,-1-1-1 0 0,0 0 0 0 0,12-11 0 0 0,-21 16 64 0 0,1-1 1 0 0,0 0-1 0 0,-1 1 0 0 0,0-1 0 0 0,1 0 0 0 0,-1 1 0 0 0,0-1 0 0 0,0 0 0 0 0,0 1 0 0 0,0-1 0 0 0,0 0 1 0 0,0 0-1 0 0,0 1 0 0 0,-1-1 0 0 0,1 0 0 0 0,-1 1 0 0 0,1-1 0 0 0,-2-1 0 0 0,1 0-170 0 0,-1-11-2054 0 0</inkml:trace>
</inkml:ink>
</file>

<file path=ppt/ink/ink8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4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1 147 112 0 0,'13'-12'1496'0'0,"7"0"-779"0"0,1 0-1 0 0,0 1 1 0 0,1 1-1 0 0,0 0 0 0 0,27-6 1 0 0,116-25 847 0 0,-123 33-754 0 0,82-7 0 0 0,-41 18-1438 0 0,-65 0-968 0 0,0 0 0 0 0,27 9 0 0 0,-33-9-475 0 0</inkml:trace>
</inkml:ink>
</file>

<file path=ppt/ink/ink8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4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45 832 0 0,'-6'-7'39'0'0,"-7"-10"1859"0"0,5-3 3449 0 0,6 20-5249 0 0,-1 0-1 0 0,1 0 1 0 0,0 0-1 0 0,-1 0 1 0 0,1 0 0 0 0,-1 1-1 0 0,1-1 1 0 0,-1 1-1 0 0,1 0 1 0 0,0 0 0 0 0,0 0-1 0 0,-5 2 1 0 0,6-2-123 0 0,-6 3 81 0 0,-1 1 0 0 0,1 0 0 0 0,1 1 0 0 0,-1-1 0 0 0,1 1 0 0 0,0 1 0 0 0,0-1 0 0 0,1 1 0 0 0,0 0 1 0 0,0 0-1 0 0,0 1 0 0 0,1-1 0 0 0,0 1 0 0 0,1 0 0 0 0,0 0 0 0 0,0 0 0 0 0,1 1 0 0 0,0-1 0 0 0,0 1 1 0 0,-1 13-1 0 0,3-15-33 0 0,-1 0 0 0 0,1 0 0 0 0,0 0 1 0 0,0 1-1 0 0,1-1 0 0 0,0 0 1 0 0,1 0-1 0 0,-1 0 0 0 0,1 0 0 0 0,1 0 1 0 0,-1 0-1 0 0,1-1 0 0 0,0 1 1 0 0,1-1-1 0 0,-1 0 0 0 0,1 0 0 0 0,0 0 1 0 0,1 0-1 0 0,0-1 0 0 0,0 0 1 0 0,0 0-1 0 0,0 0 0 0 0,1 0 0 0 0,9 5 1 0 0,-10-7 32 0 0,1 0-1 0 0,-1-1 1 0 0,0 0 0 0 0,1 0 0 0 0,0 0 0 0 0,0-1 0 0 0,-1 1 0 0 0,1-1 0 0 0,0-1-1 0 0,0 1 1 0 0,0-1 0 0 0,0 0 0 0 0,0-1 0 0 0,0 1 0 0 0,0-1 0 0 0,0 0-1 0 0,-1-1 1 0 0,1 1 0 0 0,0-1 0 0 0,-1 0 0 0 0,1-1 0 0 0,-1 1 0 0 0,0-1 0 0 0,0 0-1 0 0,0-1 1 0 0,0 1 0 0 0,0-1 0 0 0,4-5 0 0 0,-4 4 26 0 0,0 0 0 0 0,0 0 0 0 0,-1 0-1 0 0,0-1 1 0 0,0 0 0 0 0,-1 0 0 0 0,0 0 0 0 0,0 0 0 0 0,0 0 0 0 0,-1-1-1 0 0,0 1 1 0 0,0-1 0 0 0,0 0 0 0 0,-1 0 0 0 0,0 1 0 0 0,0-1 0 0 0,-1 0 0 0 0,0 0-1 0 0,0 0 1 0 0,-1 0 0 0 0,1 0 0 0 0,-2 0 0 0 0,1 1 0 0 0,-4-11 0 0 0,2 9-105 0 0,-1 1 0 0 0,0-1 0 0 0,0 0 0 0 0,-1 1-1 0 0,0 0 1 0 0,-1 0 0 0 0,1 1 0 0 0,-1-1 0 0 0,0 1 0 0 0,-1 0 0 0 0,0 1 0 0 0,1 0 0 0 0,-2 0 0 0 0,1 0 0 0 0,-1 1 0 0 0,1 0 0 0 0,-14-5 0 0 0,20 9-249 0 0,-1 0-1 0 0,1 0 1 0 0,0-1 0 0 0,0 1-1 0 0,0 0 1 0 0,0 0 0 0 0,-1 0-1 0 0,1 1 1 0 0,0-1 0 0 0,0 0-1 0 0,0 0 1 0 0,0 1-1 0 0,0-1 1 0 0,0 1 0 0 0,0-1-1 0 0,-1 1 1 0 0,1-1 0 0 0,0 1-1 0 0,0-1 1 0 0,1 1 0 0 0,-1 0-1 0 0,0 0 1 0 0,0-1 0 0 0,0 1-1 0 0,0 0 1 0 0,1 0 0 0 0,-1 0-1 0 0,0 0 1 0 0,1 0 0 0 0,-1 0-1 0 0,1 0 1 0 0,-1 1-1 0 0</inkml:trace>
</inkml:ink>
</file>

<file path=ppt/ink/ink8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4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30 504 0 0,'22'-29'14525'0'0,"-19"32"-14399"0"0,-1-1 0 0 0,-1 1 0 0 0,1 0 0 0 0,0 0-1 0 0,-1 1 1 0 0,1-1 0 0 0,-1 0 0 0 0,0 1 0 0 0,2 5-1 0 0,-2-3 104 0 0,15 43-53 0 0,-3 0 1 0 0,-3 1 0 0 0,-1 0-1 0 0,4 89 1 0 0,-6-98-2261 0 0,4-25-1018 0 0,5-10-3324 0 0</inkml:trace>
</inkml:ink>
</file>

<file path=ppt/ink/ink8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5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2 672 0 0,'0'0'4540'0'0,"-5"4"-3883"0"0,-3 3-437 0 0,0 0 0 0 0,0 1 1 0 0,1 0-1 0 0,0 0 0 0 0,1 1 1 0 0,0 0-1 0 0,0 0 0 0 0,1 1 1 0 0,0-1-1 0 0,0 1 0 0 0,1 0 1 0 0,1 0-1 0 0,0 1 0 0 0,0-1 1 0 0,-1 14-1 0 0,2-16-128 0 0,1 1 1 0 0,1-1-1 0 0,-1 1 0 0 0,1-1 0 0 0,1 1 1 0 0,0 0-1 0 0,0-1 0 0 0,1 1 0 0 0,0-1 0 0 0,0 0 1 0 0,1 0-1 0 0,0 0 0 0 0,0 0 0 0 0,1 0 1 0 0,0-1-1 0 0,0 1 0 0 0,1-1 0 0 0,0 0 1 0 0,0 0-1 0 0,9 8 0 0 0,-12-14-50 0 0,-1 1 0 0 0,1-1-1 0 0,0 0 1 0 0,-1 0 0 0 0,1 0-1 0 0,0 0 1 0 0,0 0 0 0 0,0 0 0 0 0,0-1-1 0 0,0 1 1 0 0,0 0 0 0 0,0-1 0 0 0,0 0-1 0 0,0 1 1 0 0,0-1 0 0 0,0 0 0 0 0,0 0-1 0 0,0 0 1 0 0,0 0 0 0 0,0-1 0 0 0,0 1-1 0 0,0-1 1 0 0,0 1 0 0 0,0-1 0 0 0,0 1-1 0 0,-1-1 1 0 0,1 0 0 0 0,0 0 0 0 0,0 0-1 0 0,0 0 1 0 0,-1 0 0 0 0,1-1 0 0 0,-1 1-1 0 0,1 0 1 0 0,-1-1 0 0 0,1 1-1 0 0,-1-1 1 0 0,0 1 0 0 0,0-1 0 0 0,2-3-1 0 0,3-2 130 0 0,-1 0-1 0 0,0-1 0 0 0,-1 0 1 0 0,0 0-1 0 0,0-1 0 0 0,0 1 0 0 0,3-16 1 0 0,-4 9-19 0 0,-1 0 0 0 0,-1 0 1 0 0,0 0-1 0 0,-1-1 0 0 0,0 1 1 0 0,-1 0-1 0 0,-1 0 0 0 0,-5-20 1 0 0,-18-29-1991 0 0,20 53 717 0 0,-2-7-5650 0 0</inkml:trace>
</inkml:ink>
</file>

<file path=ppt/ink/ink8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5.6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57 500 0 0,'32'-12'1925'0'0,"-7"2"-531"0"0,0 1-1 0 0,1 1 0 0 0,48-7 1 0 0,-66 14-1263 0 0,1 0 0 0 0,-1 1 1 0 0,1 0-1 0 0,-1 1 0 0 0,0 0 0 0 0,1 0 1 0 0,-1 1-1 0 0,0 0 0 0 0,0 0 0 0 0,0 1 1 0 0,0 0-1 0 0,0 0 0 0 0,-1 1 0 0 0,1 0 1 0 0,-1 1-1 0 0,10 7 0 0 0,-2 1-21 0 0,-1 1-1 0 0,-1 1 1 0 0,0 0 0 0 0,-1 0-1 0 0,0 1 1 0 0,-2 1-1 0 0,0 0 1 0 0,-1 0-1 0 0,0 1 1 0 0,7 24 0 0 0,-1 4 38 0 0,-2 0 1 0 0,-1 1-1 0 0,4 51 1 0 0,-13-71-85 0 0,0 1 1 0 0,-2 0 0 0 0,-1-1-1 0 0,-1 1 1 0 0,-2 0 0 0 0,-1-1-1 0 0,0 0 1 0 0,-16 47 0 0 0,13-56-19 0 0,0-1 1 0 0,-1 0-1 0 0,0 0 1 0 0,-2-1-1 0 0,0-1 1 0 0,0 1-1 0 0,-2-1 1 0 0,0-1 0 0 0,0 0-1 0 0,-2-1 1 0 0,1-1-1 0 0,-2 0 1 0 0,-27 18-1 0 0,12-11 145 0 0,0-2 0 0 0,-2-1 0 0 0,-48 16 0 0 0,63-26-548 0 0,0-2-1 0 0,-1 0 0 0 0,-22 2 0 0 0,26-5-999 0 0,0-1 0 0 0,0 0 1 0 0,0-1-1 0 0,-25-4 0 0 0,8-3-1915 0 0</inkml:trace>
</inkml:ink>
</file>

<file path=ppt/ink/ink8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7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42 460 0 0,'0'0'990'0'0,"2"-17"3123"0"0,-5-8 5110 0 0,2 31-9094 0 0,-2 149 638 0 0,0-118-606 0 0,3 60 0 0 0,1-43-2784 0 0,8-39-203 0 0</inkml:trace>
</inkml:ink>
</file>

<file path=ppt/ink/ink8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8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0 264 0 0,'0'0'1532'0'0,"33"36"2855"0"0,43 17-2045 0 0,155 81 0 0 0,-182-104-3183 0 0,-22-6-3216 0 0</inkml:trace>
</inkml:ink>
</file>

<file path=ppt/ink/ink8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8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1 44 0 0,'0'0'2342'0'0,"-3"0"-1612"0"0,-6 3-363 0 0,1 0-1 0 0,-1 0 1 0 0,1 1-1 0 0,0 0 1 0 0,0 0-1 0 0,1 1 1 0 0,-1 0-1 0 0,1 0 1 0 0,0 1-1 0 0,-11 11 0 0 0,-7 8 546 0 0,-30 40 0 0 0,43-47-711 0 0,1-1 0 0 0,0 2 0 0 0,1-1 0 0 0,1 1 0 0 0,1 1-1 0 0,-6 21 1 0 0,-3 27-4003 0 0</inkml:trace>
</inkml:ink>
</file>

<file path=ppt/ink/ink8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28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44 652 0 0,'0'0'1775'0'0,"12"-4"2123"0"0,-3 8-3615 0 0,-1 0 0 0 0,0 0 0 0 0,0 0 0 0 0,-1 1 0 0 0,1 0 0 0 0,-1 0-1 0 0,0 1 1 0 0,-1 0 0 0 0,9 10 0 0 0,56 73 804 0 0,-32-36-573 0 0,36 30 283 0 0,-41-48 2140 0 0,-27-44-2657 0 0,1 0 1 0 0,-1 0-1 0 0,0-1 1 0 0,-1 0-1 0 0,0 0 1 0 0,-1 0-1 0 0,4-12 0 0 0,26-84 574 0 0,-3 6-571 0 0,-24 77-785 0 0,2-3-2793 0 0,0 12-4131 0 0</inkml:trace>
</inkml:ink>
</file>

<file path=ppt/ink/ink8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2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11 462 32 0 0,'-3'-9'1237'0'0,"-5"-47"8558"0"0,12 45-8317 0 0,-2 18-1318 0 0,18 69 179 0 0,4-1 0 0 0,37 85 0 0 0,-56-151-334 0 0,-1 0 21 0 0,0 0 1 0 0,0 0 0 0 0,1-1-1 0 0,0 0 1 0 0,0 0 0 0 0,1 0 0 0 0,0 0-1 0 0,1-1 1 0 0,7 7 0 0 0,-12-13-22 0 0,0 0 0 0 0,0-1 1 0 0,0 1-1 0 0,0-1 0 0 0,0 1 1 0 0,0-1-1 0 0,0 0 0 0 0,0 0 1 0 0,0 0-1 0 0,0 0 0 0 0,0 0 1 0 0,1 0-1 0 0,-1 0 0 0 0,0-1 1 0 0,0 1-1 0 0,0-1 0 0 0,0 1 1 0 0,-1-1-1 0 0,1 0 0 0 0,0 0 1 0 0,0 0-1 0 0,0 0 0 0 0,-1 0 1 0 0,1 0-1 0 0,0-1 1 0 0,1-1-1 0 0,48-42 50 0 0,-40 33-35 0 0,-10 11-11 0 0,6-6-43 0 0,-1 1 0 0 0,0 0 0 0 0,1 1 0 0 0,0 0 1 0 0,0 0-1 0 0,11-5 0 0 0,-14 9 10 0 0,-1 0 1 0 0,0 0-1 0 0,1 0 0 0 0,-1 1 1 0 0,1-1-1 0 0,-1 1 1 0 0,1 0-1 0 0,-1 0 0 0 0,1 1 1 0 0,-1-1-1 0 0,0 1 0 0 0,1-1 1 0 0,-1 1-1 0 0,0 0 0 0 0,1 1 1 0 0,-1-1-1 0 0,0 0 1 0 0,0 1-1 0 0,3 2 0 0 0,38 19-138 0 0,85 42-155 0 0,-114-59 297 0 0,0 0-1 0 0,1-2 0 0 0,-1 0 1 0 0,1 0-1 0 0,0-1 0 0 0,29 0 1 0 0,-43-3 33 0 0,0 0 0 0 0,1 0 0 0 0,-1-1 0 0 0,0 1 0 0 0,0-1 0 0 0,0 0 0 0 0,0 0 0 0 0,0 0 0 0 0,0 0 0 0 0,0 0 0 0 0,0 0 0 0 0,0 0 1 0 0,0-1-1 0 0,-1 1 0 0 0,1-1 0 0 0,0 1 0 0 0,-1-1 0 0 0,1 0 0 0 0,-1 1 0 0 0,0-1 0 0 0,1 0 0 0 0,-1 0 0 0 0,0 0 0 0 0,0 0 0 0 0,-1 0 0 0 0,1 0 0 0 0,0 0 0 0 0,-1-1 0 0 0,1 1 0 0 0,0-2 0 0 0,1-7 44 0 0,0 0-1 0 0,-1 0 0 0 0,0 0 0 0 0,-2-18 0 0 0,-3-18 105 0 0,-18-77-1 0 0,12 83-89 0 0,3 0-1 0 0,-5-78 1 0 0,13 98-66 0 0,0-1 1 0 0,1 1-1 0 0,1 0 1 0 0,1 0-1 0 0,1 0 1 0 0,0 1-1 0 0,2-1 1 0 0,1 1-1 0 0,12-23 1 0 0,-17 36-14 0 0,0 1 1 0 0,1 0 0 0 0,0 0 0 0 0,0 0-1 0 0,1 1 1 0 0,-1-1 0 0 0,1 1-1 0 0,1 0 1 0 0,-1 0 0 0 0,1 1 0 0 0,-1 0-1 0 0,1 0 1 0 0,1 0 0 0 0,-1 0 0 0 0,0 1-1 0 0,1 0 1 0 0,0 1 0 0 0,-1 0-1 0 0,1 0 1 0 0,0 0 0 0 0,0 0 0 0 0,0 1-1 0 0,1 1 1 0 0,-1-1 0 0 0,0 1 0 0 0,0 0-1 0 0,0 1 1 0 0,0-1 0 0 0,1 2 0 0 0,12 3-1 0 0,-4 0-1 0 0,-1 1-1 0 0,0 1 0 0 0,0 0 1 0 0,-1 1-1 0 0,1 0 1 0 0,-2 2-1 0 0,1-1 0 0 0,-1 2 1 0 0,-1 0-1 0 0,0 0 0 0 0,-1 1 1 0 0,0 1-1 0 0,0 0 1 0 0,-2 0-1 0 0,15 25 0 0 0,4 13 4 0 0,-3 2-1 0 0,-2 0 0 0 0,17 61 1 0 0,-27-70 26 0 0,-1 1 0 0 0,-3 1 0 0 0,-2-1 0 0 0,3 67 0 0 0,-10-90-15 0 0,-1 1 0 0 0,0-1 0 0 0,-6 23 0 0 0,7-43-139 0 0,-3 10-72 0 0,2-11-131 0 0,0-1-1 0 0,1 1 1 0 0,-1-1-1 0 0,0 0 1 0 0,1 1-1 0 0,-1-1 1 0 0,0 0-1 0 0,0 1 1 0 0,0-1 0 0 0,1 0-1 0 0,-1 0 1 0 0,0 1-1 0 0,0-1 1 0 0,0 0-1 0 0,1 0 1 0 0,-1 0 0 0 0,0 0-1 0 0,0 0 1 0 0,0-1-1 0 0,0 1 1 0 0,1 0-1 0 0,-1 0 1 0 0,0 0 0 0 0,-1-1-1 0 0</inkml:trace>
</inkml:ink>
</file>

<file path=ppt/ink/ink8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2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0 123 664 0 0,'27'-10'792'0'0,"3"-1"-76"0"0,10-2-28 0 0,2-2 8 0 0,-3 0-40 0 0,2 3-64 0 0,2-2-56 0 0,-3 0-35 0 0,-1 8-57 0 0,1-3-64 0 0,-12 7-100 0 0,2 1-272 0 0,-2 1-220 0 0,0 0-292 0 0,-8 1-541 0 0,-1 3-1123 0 0,-4 1 504 0 0</inkml:trace>
</inkml:ink>
</file>

<file path=ppt/ink/ink8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4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320 234 664 0 0,'-5'-118'4410'0'0,"0"5"1078"0"0,5 110-4606 0 0,0 13-822 0 0,17 702 362 0 0,-17-489-352 0 0,-4 94 13 0 0,-90 1191 729 0 0,25-934-287 0 0,-9 104 106 0 0,68-561-507 0 0,-56 758 891 0 0,66-872-1012 0 0,-4 65 190 0 0,2 0 1 0 0,14 124-1 0 0,-7-174-436 0 0,-1-14-1073 0 0,5-25-1281 0 0,-4 7 2774 0 0,19-55-6004 0 0,-7 27 2472 0 0</inkml:trace>
</inkml:ink>
</file>

<file path=ppt/ink/ink8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6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 52 0 0,'0'0'461'0'0,"17"-19"1221"0"0,-4 11 6979 0 0,108 171-8594 0 0,-4-4 2 0 0,-67-95 1963 0 0,-48-65-1985 0 0,0-1 1 0 0,0 1-1 0 0,0-1 1 0 0,-1 0-1 0 0,1 0 1 0 0,-1 1-1 0 0,1-1 1 0 0,-1 0-1 0 0,0 0 1 0 0,1 0-1 0 0,-1-1 1 0 0,1-3-1 0 0,41-143 977 0 0,-14 25-626 0 0,-20 76-120 0 0,-8 46-246 0 0,0-2-434 0 0,4-7-675 0 0,0 11-2609 0 0,-1 6 3075 0 0,5 4-376 0 0,1 0-2453 0 0,-3-5 530 0 0</inkml:trace>
</inkml:ink>
</file>

<file path=ppt/ink/ink8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6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0 224 0 0,'0'0'6772'0'0,"5"4"-6529"0"0,270 188 2158 0 0,-265-185-2308 0 0,14 14 69 0 0,-29-14-1108 0 0,-17-3-1371 0 0,16-4-193 0 0,-11-1 188 0 0</inkml:trace>
</inkml:ink>
</file>

<file path=ppt/ink/ink8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8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363 1 200 0 0,'-1'1'13253'0'0,"-17"14"-13443"0"0,-40 38 190 0 0,2 3-1 0 0,3 2 0 0 0,-53 77 1 0 0,81-107 7 0 0,19-23 8 0 0,1 1 1 0 0,-1 0-1 0 0,1 0 1 0 0,1 0-1 0 0,-1 0 1 0 0,1 1-1 0 0,-4 8 1 0 0,8-14-97 0 0,-3 8-2152 0 0,23-9-4323 0 0,-16 0 4014 0 0</inkml:trace>
</inkml:ink>
</file>

<file path=ppt/ink/ink8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8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6 151 848 0 0,'0'1'109'0'0,"1"-1"0"0"0,-1 0-1 0 0,0 0 1 0 0,0 0 0 0 0,0 1 0 0 0,0-1 0 0 0,0 0-1 0 0,0 0 1 0 0,0 0 0 0 0,1 0 0 0 0,-1 1 0 0 0,0-1-1 0 0,0 0 1 0 0,0 0 0 0 0,0 0 0 0 0,1 0-1 0 0,-1 0 1 0 0,0 1 0 0 0,0-1 0 0 0,0 0 0 0 0,0 0-1 0 0,1 0 1 0 0,-1 0 0 0 0,0 0 0 0 0,0 0 0 0 0,1 0-1 0 0,-1 0 1 0 0,0 0 0 0 0,0 0 0 0 0,0 0 0 0 0,1 0-1 0 0,-1 0 1 0 0,0 0 0 0 0,0 0 0 0 0,0 0-1 0 0,1 0 1 0 0,-1 0 0 0 0,0 0 0 0 0,0 0 0 0 0,0 0-1 0 0,1-1 1 0 0,-1 1 0 0 0,0 0 0 0 0,0 0 0 0 0,0 0-1 0 0,1 0 1 0 0,-1 0 0 0 0,0 0 0 0 0,0-1 0 0 0,0 1-1 0 0,0 0 1 0 0,0 0 0 0 0,1 0 0 0 0,-1-1-1 0 0,0 1 1 0 0,0 0 0 0 0,0 0 0 0 0,0 0 0 0 0,0-1-1 0 0,0 1 1 0 0,0 0 0 0 0,5 34 1522 0 0,-6 46-1319 0 0,-1-31 53 0 0,1-22 27 0 0,-8 46 0 0 0,9-71-170 0 0,-1 0 116 0 0,-1 1 1682 0 0,0-26-1897 0 0,0 1 1 0 0,2-1 0 0 0,0 0 0 0 0,2 0 0 0 0,0 0 0 0 0,2 1 0 0 0,0-1 0 0 0,13-35 0 0 0,-17 57-132 0 0,0 0 1 0 0,1 0-1 0 0,-1 0 1 0 0,1 1-1 0 0,-1-1 1 0 0,1 0-1 0 0,-1 0 1 0 0,1 0-1 0 0,0 1 1 0 0,-1-1-1 0 0,1 0 0 0 0,0 0 1 0 0,0 1-1 0 0,-1-1 1 0 0,1 1-1 0 0,0-1 1 0 0,0 1-1 0 0,0-1 1 0 0,0 1-1 0 0,0-1 1 0 0,0 1-1 0 0,0 0 1 0 0,0 0-1 0 0,-1-1 0 0 0,1 1 1 0 0,0 0-1 0 0,2 0 1 0 0,0 0-4 0 0,1 1-1 0 0,-1-1 1 0 0,1 1 0 0 0,-1 0 0 0 0,0-1-1 0 0,1 2 1 0 0,-1-1 0 0 0,5 2 0 0 0,58 40-61 0 0,-62-40 65 0 0,17 12-7 0 0,13 13 8 0 0,2-2 1 0 0,1-2-1 0 0,2-1 0 0 0,0-2 1 0 0,45 17-1 0 0,-77-34 34 0 0,2-2 0 0 0,-1 1-1 0 0,0-1 1 0 0,0-1 0 0 0,1 1 0 0 0,-1-1-1 0 0,1-1 1 0 0,-1 1 0 0 0,10-2 0 0 0,-13 0 36 0 0,-1 0 1 0 0,0 0 0 0 0,0-1 0 0 0,1 0 0 0 0,-1 1-1 0 0,-1-1 1 0 0,1-1 0 0 0,0 1 0 0 0,0 0 0 0 0,-1-1-1 0 0,1 0 1 0 0,-1 0 0 0 0,0 0 0 0 0,0 0 0 0 0,0-1-1 0 0,0 1 1 0 0,-1-1 0 0 0,1 1 0 0 0,2-8 0 0 0,7-16 274 0 0,-2 0 0 0 0,-1-1 0 0 0,-1 0 0 0 0,-1 0 0 0 0,-2 0 0 0 0,-1-1 1 0 0,1-30-1 0 0,3-14 425 0 0,-8 48-634 0 0</inkml:trace>
</inkml:ink>
</file>

<file path=ppt/ink/ink8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39.1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1 680 0 0,'11'6'2783'0'0,"3"0"2348"0"0,-2-4-8835 0 0</inkml:trace>
</inkml:ink>
</file>

<file path=ppt/ink/ink8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0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278 143 16 0 0,'0'-12'1185'0'0,"1"-10"945"0"0,-2 0 1 0 0,0 0-1 0 0,-6-28 0 0 0,7 49-2092 0 0,-1 1 0 0 0,1-1-1 0 0,0 0 1 0 0,-1 0 0 0 0,1 0-1 0 0,-1 1 1 0 0,1-1 0 0 0,-1 0 0 0 0,0 0-1 0 0,1 1 1 0 0,-1-1 0 0 0,1 0-1 0 0,-1 1 1 0 0,0-1 0 0 0,0 1 0 0 0,1-1-1 0 0,-1 1 1 0 0,0-1 0 0 0,0 1-1 0 0,0 0 1 0 0,0-1 0 0 0,0 1-1 0 0,1 0 1 0 0,-1 0 0 0 0,0 0 0 0 0,0-1-1 0 0,0 1 1 0 0,0 0 0 0 0,0 0-1 0 0,0 0 1 0 0,0 1 0 0 0,0-1 0 0 0,0 0-1 0 0,0 0 1 0 0,1 0 0 0 0,-1 1-1 0 0,0-1 1 0 0,0 0 0 0 0,0 1 0 0 0,-1 0-1 0 0,-37 18 164 0 0,37-18-166 0 0,-17 11 28 0 0,1 1 1 0 0,0 0 0 0 0,1 1-1 0 0,0 1 1 0 0,-20 24-1 0 0,29-30-34 0 0,1 1-1 0 0,0-1 1 0 0,0 1-1 0 0,1 1 0 0 0,0-1 1 0 0,1 1-1 0 0,0 0 1 0 0,1 0-1 0 0,0 1 1 0 0,1-1-1 0 0,-4 21 0 0 0,7-29-22 0 0,-1-1 0 0 0,1 0 0 0 0,-1 1 0 0 0,1-1 0 0 0,0 0 0 0 0,0 1 0 0 0,0-1 0 0 0,1 0 0 0 0,-1 1 0 0 0,0-1 0 0 0,1 0 0 0 0,-1 0 0 0 0,1 1 0 0 0,0-1 0 0 0,0 0 0 0 0,0 0 0 0 0,0 0 0 0 0,0 0 0 0 0,0 0 0 0 0,1 0 0 0 0,-1 0 0 0 0,1 0 0 0 0,-1-1-1 0 0,1 1 1 0 0,0-1 0 0 0,0 1 0 0 0,-1-1 0 0 0,1 1 0 0 0,0-1 0 0 0,0 0 0 0 0,0 0 0 0 0,1 0 0 0 0,-1 0 0 0 0,0 0 0 0 0,0-1 0 0 0,0 1 0 0 0,1-1 0 0 0,-1 1 0 0 0,4-1 0 0 0,1 0 4 0 0,0 0 1 0 0,0 0-1 0 0,0-1 1 0 0,0 0-1 0 0,0-1 0 0 0,0 1 1 0 0,-1-1-1 0 0,1-1 1 0 0,0 1-1 0 0,-1-1 1 0 0,0 0-1 0 0,7-5 0 0 0,11-7 159 0 0,-1-2-1 0 0,0-1 0 0 0,-1-1 0 0 0,23-25 0 0 0,-44 43-118 0 0,-1 0-48 0 0,0 1 1 0 0,0 0 0 0 0,1 0-1 0 0,-1-1 1 0 0,0 1 0 0 0,0 0-1 0 0,0 0 1 0 0,0 0 0 0 0,0-1-1 0 0,1 1 1 0 0,-1 0 0 0 0,0 0-1 0 0,0 0 1 0 0,1-1 0 0 0,-1 1-1 0 0,0 0 1 0 0,0 0-1 0 0,0 0 1 0 0,1 0 0 0 0,-1 0-1 0 0,0 0 1 0 0,0 0 0 0 0,1-1-1 0 0,-1 1 1 0 0,0 0 0 0 0,1 0-1 0 0,-1 0 1 0 0,0 0 0 0 0,0 0-1 0 0,1 0 1 0 0,-1 0 0 0 0,0 0-1 0 0,0 0 1 0 0,1 0 0 0 0,-1 1-1 0 0,0-1 1 0 0,0 0 0 0 0,1 0-1 0 0,-1 0 1 0 0,0 0 0 0 0,0 0-1 0 0,1 0 1 0 0,-1 1 0 0 0,0-1-1 0 0,0 0 1 0 0,1 0 0 0 0,-1 1-1 0 0,12 5 40 0 0,-12-6-47 0 0,10 8-132 0 0,-1 1-1 0 0,0 0 0 0 0,0 0 0 0 0,-1 1 1 0 0,9 14-1 0 0,21 23-1023 0 0,-25-34-403 0 0,1-1-1 0 0,1 0 0 0 0,30 18 1 0 0,-11-13-1478 0 0</inkml:trace>
</inkml:ink>
</file>

<file path=ppt/ink/ink8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1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22 956 0 0,'15'-21'12024'0'0,"-20"47"-11663"0"0,-18 180 1088 0 0,22-196-1374 0 0,-2 18 174 0 0,4-27-240 0 0,-1-1 0 0 0,0 1 0 0 0,0-1-1 0 0,0 1 1 0 0,0-1 0 0 0,0 1-1 0 0,0-1 1 0 0,1 1 0 0 0,-1-1 0 0 0,0 1-1 0 0,0-1 1 0 0,1 1 0 0 0,-1-1-1 0 0,0 1 1 0 0,1-1 0 0 0,-1 0 0 0 0,1 1-1 0 0,-1-1 1 0 0,0 1 0 0 0,1-1 0 0 0,-1 0-1 0 0,1 0 1 0 0,-1 1 0 0 0,1-1-1 0 0,-1 0 1 0 0,1 0 0 0 0,-1 1 0 0 0,1-1-1 0 0,-1 0 1 0 0,1 0 0 0 0,-1 0-1 0 0,1 0 1 0 0,0 0 0 0 0,-1 0 0 0 0,1 0-1 0 0,-1 0 1 0 0,1 0 0 0 0,-1 0 0 0 0,1 0-1 0 0,-1 0 1 0 0,1 0 0 0 0,0-1-1 0 0,41-9 34 0 0,1 0-48 0 0,76-9 0 0 0,-107 18-17 0 0,-1 0 0 0 0,0 1 1 0 0,0 0-1 0 0,0 1 0 0 0,0 0 0 0 0,0 1 0 0 0,0 0 0 0 0,0 1 0 0 0,-1 0 1 0 0,1 1-1 0 0,-1 0 0 0 0,14 8 0 0 0,-23-12 14 0 0,0 0 1 0 0,0 1-1 0 0,0-1 0 0 0,0 1 1 0 0,0 0-1 0 0,0-1 0 0 0,0 1 1 0 0,0 0-1 0 0,0-1 1 0 0,0 1-1 0 0,0 0 0 0 0,-1 0 1 0 0,1 0-1 0 0,0 0 0 0 0,-1-1 1 0 0,1 1-1 0 0,-1 0 0 0 0,1 0 1 0 0,-1 0-1 0 0,1 0 0 0 0,-1 1 1 0 0,0-1-1 0 0,1 0 0 0 0,-1 0 1 0 0,0 0-1 0 0,0 0 0 0 0,0 0 1 0 0,0 0-1 0 0,0 0 0 0 0,0 2 1 0 0,-1-1 3 0 0,0 0 0 0 0,-1 0 0 0 0,1 0 0 0 0,-1-1 0 0 0,1 1 0 0 0,-1-1 0 0 0,1 1 0 0 0,-1-1 0 0 0,0 1 0 0 0,1-1 1 0 0,-1 0-1 0 0,0 0 0 0 0,0 0 0 0 0,-3 1 0 0 0,-6 3 0 0 0,-1 0 1 0 0,0-1-1 0 0,-1 0 1 0 0,-16 2-1 0 0,-132 10-275 0 0,93-14-5352 0 0</inkml:trace>
</inkml:ink>
</file>

<file path=ppt/ink/ink8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1.9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244 125 648 0 0,'2'-2'276'0'0,"1"0"0"0"0,-1 0 0 0 0,0 0 0 0 0,0 0-1 0 0,-1 0 1 0 0,1 0 0 0 0,0 0 0 0 0,-1-1 0 0 0,1 1 0 0 0,-1 0 0 0 0,0-1 0 0 0,0 0-1 0 0,0 1 1 0 0,0-1 0 0 0,0 0 0 0 0,0 1 0 0 0,-1-1 0 0 0,1 0 0 0 0,-1 0 0 0 0,0 1 0 0 0,0-1-1 0 0,0 0 1 0 0,0 0 0 0 0,0 0 0 0 0,-1 1 0 0 0,1-1 0 0 0,-1 0 0 0 0,0 0 0 0 0,-1-2-1 0 0,0 1-136 0 0,0 1 0 0 0,0 0 0 0 0,0 0 0 0 0,-1 0 0 0 0,1 0 0 0 0,-1 0 0 0 0,0 1-1 0 0,0-1 1 0 0,0 1 0 0 0,0-1 0 0 0,0 1 0 0 0,0 0 0 0 0,-1 1 0 0 0,1-1 0 0 0,-1 0-1 0 0,1 1 1 0 0,-1 0 0 0 0,1 0 0 0 0,-1 0 0 0 0,0 0 0 0 0,-6 0 0 0 0,-1 1-23 0 0,0 1 0 0 0,-1 0 0 0 0,1 0 0 0 0,0 1 0 0 0,0 1 0 0 0,1 0 0 0 0,-1 0 0 0 0,0 1 1 0 0,1 0-1 0 0,-15 9 0 0 0,20-10-86 0 0,0 0 1 0 0,0 0-1 0 0,1 0 0 0 0,-1 1 1 0 0,1 0-1 0 0,0 0 1 0 0,0 0-1 0 0,0 0 1 0 0,1 1-1 0 0,-4 5 1 0 0,5-7-17 0 0,1-1 0 0 0,0 1 0 0 0,0 0 0 0 0,0 0 0 0 0,0-1 1 0 0,0 1-1 0 0,1 0 0 0 0,0 0 0 0 0,-1 0 0 0 0,1 0 1 0 0,0 0-1 0 0,0 0 0 0 0,0 0 0 0 0,1 0 0 0 0,-1 0 0 0 0,1-1 1 0 0,0 1-1 0 0,-1 0 0 0 0,1 0 0 0 0,2 4 0 0 0,1 0 6 0 0,1-1-1 0 0,-1 0 1 0 0,1 0-1 0 0,0 0 1 0 0,0 0-1 0 0,0-1 1 0 0,1 1-1 0 0,0-2 1 0 0,0 1-1 0 0,0 0 1 0 0,1-1-1 0 0,13 6 1 0 0,10 4-184 0 0,53 15 0 0 0,-65-23-10 0 0,22 6-941 0 0,64 11-1 0 0,41-7-4605 0 0,-71-12 2520 0 0</inkml:trace>
</inkml:ink>
</file>

<file path=ppt/ink/ink8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2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301 305 88 0 0,'-15'-32'4192'0'0,"13"27"-3959"0"0,-1 0 1 0 0,0 0 0 0 0,0 0 0 0 0,0 1-1 0 0,0-1 1 0 0,-1 1 0 0 0,0 0-1 0 0,1 0 1 0 0,-2 0 0 0 0,1 0-1 0 0,0 0 1 0 0,-1 1 0 0 0,1 0-1 0 0,-1 0 1 0 0,0 0 0 0 0,0 1 0 0 0,-1 0-1 0 0,1 0 1 0 0,0 0 0 0 0,-1 0-1 0 0,1 1 1 0 0,-1 0 0 0 0,1 0-1 0 0,-1 1 1 0 0,1-1 0 0 0,-1 1-1 0 0,0 0 1 0 0,1 1 0 0 0,-1-1 0 0 0,-7 3-1 0 0,6-1-163 0 0,0-1-1 0 0,0 2 0 0 0,0-1 0 0 0,0 1 0 0 0,0 0 1 0 0,0 0-1 0 0,1 1 0 0 0,0 0 0 0 0,0 0 1 0 0,0 0-1 0 0,0 1 0 0 0,1 0 0 0 0,-1 0 0 0 0,1 1 1 0 0,0-1-1 0 0,1 1 0 0 0,0 0 0 0 0,0 0 1 0 0,0 1-1 0 0,0-1 0 0 0,1 1 0 0 0,-4 13 1 0 0,5-17-54 0 0,1 0 0 0 0,1-1 0 0 0,-1 1 1 0 0,0 0-1 0 0,1 0 0 0 0,-1 0 0 0 0,1 0 1 0 0,0 0-1 0 0,0 0 0 0 0,0 0 0 0 0,1 0 1 0 0,-1 0-1 0 0,1 0 0 0 0,-1 0 0 0 0,1 0 1 0 0,0 0-1 0 0,0-1 0 0 0,0 1 0 0 0,1 0 0 0 0,-1-1 1 0 0,1 1-1 0 0,-1-1 0 0 0,1 1 0 0 0,0-1 1 0 0,0 1-1 0 0,0-1 0 0 0,0 0 0 0 0,0 0 1 0 0,1 0-1 0 0,-1-1 0 0 0,0 1 0 0 0,1 0 1 0 0,0-1-1 0 0,-1 0 0 0 0,1 1 0 0 0,0-1 1 0 0,0 0-1 0 0,0 0 0 0 0,3 0 0 0 0,4 1-13 0 0,0 0 0 0 0,1-1-1 0 0,-1 0 1 0 0,1 0 0 0 0,-1-1-1 0 0,1-1 1 0 0,-1 0-1 0 0,0 0 1 0 0,20-6 0 0 0,-14 2-27 0 0,-1-1 1 0 0,0-1-1 0 0,0 0 1 0 0,0-1-1 0 0,-1 0 1 0 0,0-1-1 0 0,0-1 1 0 0,-1-1 0 0 0,-1 1-1 0 0,20-22 1 0 0,-14 10-11 0 0,-1-1 1 0 0,-1 0 0 0 0,-1-1-1 0 0,-1 0 1 0 0,17-40 0 0 0,4-47 2984 0 0,-34 110-2456 0 0,-8 33-108 0 0,3 0 1 0 0,-2 39-1 0 0,1 81-631 0 0,-2 17-2577 0 0,-5-57-5198 0 0,6-84 4160 0 0</inkml:trace>
</inkml:ink>
</file>

<file path=ppt/ink/ink8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5.2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1 415 504 0 0,'0'0'8222'0'0,"6"-1"-8007"0"0,54-8 183 0 0,-1-3-1 0 0,0-2 1 0 0,100-40-1 0 0,-129 41-299 0 0,1 0 168 0 0,-1-1 0 0 0,54-35 1 0 0,-78 46-201 0 0,0-1 0 0 0,-1 0 0 0 0,0-1 0 0 0,1 1 0 0 0,-2-1 0 0 0,1 0 0 0 0,0 0 0 0 0,-1-1 0 0 0,0 1-1 0 0,0-1 1 0 0,-1 0 0 0 0,0 0 0 0 0,0 0 0 0 0,0 0 0 0 0,-1-1 0 0 0,1 1 0 0 0,-2-1 0 0 0,1 0 0 0 0,-1 1 0 0 0,1-9 0 0 0,-2 10-42 0 0,0 1 0 0 0,0-1 0 0 0,0 1 1 0 0,-1 0-1 0 0,0-1 0 0 0,0 1 0 0 0,0 0 0 0 0,0 0 0 0 0,-1 0 0 0 0,1-1 0 0 0,-1 1 0 0 0,0 1 0 0 0,0-1 1 0 0,-1 0-1 0 0,1 0 0 0 0,-1 1 0 0 0,0 0 0 0 0,0-1 0 0 0,-5-3 0 0 0,3 3-11 0 0,0 1 0 0 0,-1 0 1 0 0,0 0-1 0 0,1 0 0 0 0,-1 1 0 0 0,0 0 0 0 0,-1 0 0 0 0,1 0 0 0 0,0 1 1 0 0,0 0-1 0 0,-1 0 0 0 0,-6 1 0 0 0,-3-1-9 0 0,0 2 0 0 0,0 0 0 0 0,0 1-1 0 0,0 1 1 0 0,0 0 0 0 0,1 1 0 0 0,-1 1 0 0 0,1 0 0 0 0,-26 14 0 0 0,27-11-5 0 0,2 0 0 0 0,-1 1 0 0 0,1 1 1 0 0,1-1-1 0 0,0 2 0 0 0,0 0 0 0 0,1 0 1 0 0,0 1-1 0 0,1 0 0 0 0,0 0 1 0 0,1 1-1 0 0,-10 21 0 0 0,15-27 7 0 0,0 1 1 0 0,1 0-1 0 0,0-1 0 0 0,0 1 0 0 0,0 0 1 0 0,1 0-1 0 0,0 0 0 0 0,1 0 0 0 0,0 0 1 0 0,0 0-1 0 0,1 0 0 0 0,0 0 0 0 0,0 0 1 0 0,1 0-1 0 0,-1-1 0 0 0,2 1 0 0 0,-1 0 1 0 0,1-1-1 0 0,1 0 0 0 0,-1 1 0 0 0,1-1 1 0 0,0-1-1 0 0,1 1 0 0 0,9 11 0 0 0,2-1-84 0 0,1-1 0 0 0,1 0-1 0 0,0-1 1 0 0,1-1 0 0 0,0-1 0 0 0,1-1-1 0 0,0 0 1 0 0,39 15 0 0 0,-31-17-670 0 0,1-1 0 0 0,36 8-1 0 0,-34-12-1100 0 0,0-1-1 0 0,32 0 1 0 0,-14-3-1053 0 0</inkml:trace>
</inkml:ink>
</file>

<file path=ppt/ink/ink8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5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66 336 0 0,'-1'-1'370'0'0,"0"0"1"0"0,0 0-1 0 0,0-1 0 0 0,0 1 0 0 0,1 0 0 0 0,-1-1 1 0 0,1 1-1 0 0,-1-1 0 0 0,1 1 0 0 0,-1-1 1 0 0,1 1-1 0 0,0-1 0 0 0,-1 1 0 0 0,1-1 1 0 0,0 0-1 0 0,0 1 0 0 0,0-1 0 0 0,0 1 1 0 0,1-1-1 0 0,0-2 0 0 0,-1 2-185 0 0,1 1-1 0 0,0-1 0 0 0,0 1 1 0 0,0 0-1 0 0,1 0 1 0 0,-1 0-1 0 0,0-1 1 0 0,0 1-1 0 0,1 0 0 0 0,-1 0 1 0 0,0 1-1 0 0,1-1 1 0 0,-1 0-1 0 0,1 0 1 0 0,-1 1-1 0 0,4-2 0 0 0,8-1-142 0 0,0 1 0 0 0,1 0 0 0 0,0 0 0 0 0,15 1 0 0 0,-6 0 347 0 0,14-2-371 0 0,68 5-1 0 0,-83 0-2371 0 0,0 1 0 0 0,27 8 0 0 0,-34-8-356 0 0</inkml:trace>
</inkml:ink>
</file>

<file path=ppt/ink/ink8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6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 8 0 0,'0'0'6972'0'0,"7"1"-6527"0"0,26 0-70 0 0,0-2-1 0 0,0 0 1 0 0,0-3-1 0 0,0 0 1 0 0,32-10 0 0 0,33-3-394 0 0,-39 8-2657 0 0,60-18 1 0 0,-75 14 252 0 0</inkml:trace>
</inkml:ink>
</file>

<file path=ppt/ink/ink8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7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205 122 428 0 0,'-2'-20'1857'0'0,"-2"0"0"0"0,0 0 0 0 0,-1 1-1 0 0,-9-22 1 0 0,13 39-1105 0 0,0 3-675 0 0,0-1 0 0 0,0 0 0 0 0,-1 1 0 0 0,1-1 0 0 0,0 1 0 0 0,0-1 0 0 0,0 1 0 0 0,0 0 1 0 0,0-1-1 0 0,0 1 0 0 0,0 0 0 0 0,0 0 0 0 0,0 0 0 0 0,0 0 0 0 0,0 0 0 0 0,0 0 0 0 0,1 0 0 0 0,-1 0 1 0 0,-1 2-1 0 0,-17 37 413 0 0,-11 56-564 0 0,24-78 236 0 0,-11 60-24 0 0,2 2 0 0 0,-7 150-1 0 0,13-112-31 0 0,5-46-115 0 0,-4 41 187 0 0,7-102-769 0 0,-2-1 0 0 0,1 1-1 0 0,-1-1 1 0 0,-5 13 0 0 0,2-17-1043 0 0</inkml:trace>
</inkml:ink>
</file>

<file path=ppt/ink/ink8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8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81 240 0 0,'10'-5'660'0'0,"4"1"-60"0"0,3-3-44 0 0,-3-3-72 0 0,12 2-32 0 0,-3-2-56 0 0,3 4-36 0 0,1 1-56 0 0,3 0-104 0 0,-2 0-204 0 0,4 0-212 0 0,-4 0-456 0 0,-3 3-728 0 0,3-2 320 0 0</inkml:trace>
</inkml:ink>
</file>

<file path=ppt/ink/ink8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8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70 340 0 0,'1'-6'1243'0'0,"-3"-1"680"0"0,1 4-1753 0 0,0 0 1 0 0,0 0-1 0 0,-1 1 1 0 0,1-1-1 0 0,-1 1 1 0 0,0-1-1 0 0,0 1 1 0 0,0 0-1 0 0,0-1 1 0 0,0 1-1 0 0,0 0 1 0 0,-1 0-1 0 0,1 1 1 0 0,-1-1-1 0 0,1 0 1 0 0,-6-1-1 0 0,1 0 57 0 0,-1 0 0 0 0,1 1 0 0 0,-1 0 0 0 0,1 0 0 0 0,-1 1 0 0 0,-12-1 0 0 0,6 1-8 0 0,0 1 0 0 0,1 0 0 0 0,-1 2 0 0 0,0-1 0 0 0,0 2 0 0 0,1 0 0 0 0,-21 7 0 0 0,30-9-165 0 0,0 1 0 0 0,0 0 0 0 0,1 0 1 0 0,-1 0-1 0 0,1 1 0 0 0,-1-1 0 0 0,1 1 0 0 0,0-1 1 0 0,0 1-1 0 0,0 0 0 0 0,1 1 0 0 0,-1-1 0 0 0,0 0 1 0 0,1 1-1 0 0,-4 6 0 0 0,6-8-33 0 0,-1-1 0 0 0,1 0 1 0 0,0 1-1 0 0,0-1 0 0 0,-1 0 0 0 0,1 1 0 0 0,0-1 1 0 0,0 0-1 0 0,0 1 0 0 0,0-1 0 0 0,1 1 0 0 0,-1-1 1 0 0,0 0-1 0 0,0 1 0 0 0,1-1 0 0 0,-1 0 1 0 0,1 0-1 0 0,-1 1 0 0 0,2 1 0 0 0,0-1-5 0 0,0 0 0 0 0,-1 0-1 0 0,1-1 1 0 0,0 1 0 0 0,0 0 0 0 0,0-1-1 0 0,1 1 1 0 0,-1-1 0 0 0,0 0-1 0 0,1 1 1 0 0,-1-1 0 0 0,0-1 0 0 0,5 2-1 0 0,16 4 80 0 0,0-1 1 0 0,41 3-1 0 0,-50-7-91 0 0,0-1 0 0 0,0 2 0 0 0,-1 0 0 0 0,1 1 0 0 0,-1 0 0 0 0,0 1 0 0 0,0 1 0 0 0,0 0 0 0 0,0 0 0 0 0,-1 1 0 0 0,16 11 0 0 0,-16-6-5 0 0,0 0 0 0 0,-1 0 0 0 0,0 2 0 0 0,-1-1 0 0 0,0 1 0 0 0,-1 1 0 0 0,0 0 0 0 0,-1 0 0 0 0,-1 0 0 0 0,0 1 0 0 0,-1 0 0 0 0,-1 1 0 0 0,0-1 0 0 0,4 33 0 0 0,-6-32 6 0 0,-1 1 0 0 0,0-1 0 0 0,-2 1-1 0 0,0 0 1 0 0,-1 0 0 0 0,0-1 0 0 0,-2 1-1 0 0,0-1 1 0 0,0 1 0 0 0,-2-1-1 0 0,0 0 1 0 0,-1-1 0 0 0,0 1 0 0 0,-13 21-1 0 0,12-28 74 0 0,-1 1 0 0 0,0-1 0 0 0,0-1 0 0 0,-1 1 0 0 0,0-2 0 0 0,-1 1 0 0 0,0-1 0 0 0,0 0 0 0 0,0-1 0 0 0,-1-1 0 0 0,0 1 0 0 0,0-2 0 0 0,0 1 0 0 0,0-2 0 0 0,-1 1 0 0 0,0-2 0 0 0,0 1 0 0 0,1-2 0 0 0,-1 1 0 0 0,-1-2-1 0 0,1 1 1 0 0,0-2 0 0 0,0 0 0 0 0,0 0 0 0 0,-16-5 0 0 0,24 5-31 0 0,0 0 1 0 0,1 0-1 0 0,-1 0 0 0 0,1-1 0 0 0,-1 0 0 0 0,1 1 1 0 0,0-1-1 0 0,-1-1 0 0 0,1 1 0 0 0,0 0 0 0 0,0-1 1 0 0,1 1-1 0 0,-1-1 0 0 0,0 0 0 0 0,1 0 0 0 0,0 0 1 0 0,0 0-1 0 0,-3-5 0 0 0,4 4-43 0 0,0 1-1 0 0,1-1 1 0 0,-1 1 0 0 0,1 0-1 0 0,-1-1 1 0 0,1 1 0 0 0,0-1 0 0 0,0 1-1 0 0,1-1 1 0 0,-1 1 0 0 0,1-1 0 0 0,0 1-1 0 0,0 0 1 0 0,0-1 0 0 0,0 1-1 0 0,3-5 1 0 0,1-2-253 0 0,1 0 0 0 0,1 0 1 0 0,0 1-1 0 0,0 0 0 0 0,1 0 0 0 0,0 1 0 0 0,0 0 0 0 0,1 0 0 0 0,0 1 1 0 0,16-11-1 0 0,-8 9-1373 0 0,-1 1 0 0 0,1 0 0 0 0,24-6 0 0 0,-9 5-1418 0 0</inkml:trace>
</inkml:ink>
</file>

<file path=ppt/ink/ink8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49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1 128 232 0 0,'117'-117'8369'0'0,"-116"116"-7913"0"0,-1 0-378 0 0,0 1 0 0 0,0-1 1 0 0,1 1-1 0 0,-1-1 0 0 0,1 1 1 0 0,-1-1-1 0 0,0 1 0 0 0,1-1 1 0 0,-1 1-1 0 0,1-1 0 0 0,-1 1 1 0 0,1 0-1 0 0,-1-1 0 0 0,1 1 0 0 0,-1 0 1 0 0,1-1-1 0 0,0 1 0 0 0,-1 0 1 0 0,1 0-1 0 0,-1-1 0 0 0,1 1 1 0 0,0 0-1 0 0,-1 0 0 0 0,1 0 0 0 0,0 0 1 0 0,-1 0-1 0 0,1 0 0 0 0,0 0 1 0 0,8 55 580 0 0,5 102-1 0 0,1 20 120 0 0,-15-173-739 0 0,1 1 0 0 0,-1-1 0 0 0,1 1 0 0 0,1-1 0 0 0,-1 1 0 0 0,1-1 0 0 0,-1 1 0 0 0,1-1 1 0 0,0 0-1 0 0,5 7 0 0 0,-5-9-24 0 0,0-1 1 0 0,0 1 0 0 0,0-1 0 0 0,0 0-1 0 0,0 0 1 0 0,0 0 0 0 0,1 0 0 0 0,-1 0-1 0 0,0-1 1 0 0,0 1 0 0 0,1-1-1 0 0,-1 1 1 0 0,0-1 0 0 0,1 0 0 0 0,-1 0-1 0 0,1 0 1 0 0,-1 0 0 0 0,0 0 0 0 0,1-1-1 0 0,-1 1 1 0 0,0-1 0 0 0,5-1 0 0 0,184-58 363 0 0,-185 58-385 0 0,0 1 0 0 0,0-1-1 0 0,0 1 1 0 0,0 1 0 0 0,0-1 0 0 0,0 1-1 0 0,0 0 1 0 0,0 0 0 0 0,0 1 0 0 0,0-1 0 0 0,0 1-1 0 0,0 1 1 0 0,0-1 0 0 0,-1 1 0 0 0,1 0 0 0 0,6 3-1 0 0,-9-2-72 0 0,0-1-1 0 0,0 1 1 0 0,-1-1 0 0 0,1 1-1 0 0,-1 0 1 0 0,0 0-1 0 0,0 0 1 0 0,0 0-1 0 0,0 0 1 0 0,0 1 0 0 0,-1-1-1 0 0,1 0 1 0 0,-1 1-1 0 0,0 0 1 0 0,0-1-1 0 0,0 1 1 0 0,-1-1 0 0 0,1 1-1 0 0,-1 0 1 0 0,0-1-1 0 0,0 1 1 0 0,0 0-1 0 0,-1-1 1 0 0,0 7-1 0 0,-1 0-723 0 0,-1 0 0 0 0,0 0 0 0 0,0 0 0 0 0,-1-1 0 0 0,0 1 0 0 0,-1-1 0 0 0,-7 12 0 0 0,11-19 524 0 0,-17 30-2984 0 0</inkml:trace>
</inkml:ink>
</file>

<file path=ppt/ink/ink8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0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52 728 0 0,'-6'-52'10932'0'0,"4"58"-10731"0"0,-2 6-87 0 0,0 1-1 0 0,2-1 1 0 0,-1 0 0 0 0,2 1-1 0 0,0 0 1 0 0,0 13-1 0 0,1-20-72 0 0,0-1 0 0 0,0 1 0 0 0,0-1-1 0 0,1 0 1 0 0,0 1 0 0 0,0-1 0 0 0,1 0-1 0 0,-1 0 1 0 0,1 1 0 0 0,0-1 0 0 0,1 0-1 0 0,-1-1 1 0 0,1 1 0 0 0,0 0 0 0 0,0-1-1 0 0,0 0 1 0 0,1 1 0 0 0,4 3 0 0 0,-3-5-81 0 0,0-1 0 0 0,0 1 1 0 0,0-1-1 0 0,1 0 0 0 0,-1-1 1 0 0,0 1-1 0 0,1-1 1 0 0,0 0-1 0 0,-1 0 0 0 0,1-1 1 0 0,-1 1-1 0 0,1-1 1 0 0,0-1-1 0 0,-1 1 0 0 0,1-1 1 0 0,6-1-1 0 0,1-1-1157 0 0,1 0 0 0 0,-1-1 0 0 0,1-1 0 0 0,-1 0 0 0 0,17-10 0 0 0,-5 0-1938 0 0</inkml:trace>
</inkml:ink>
</file>

<file path=ppt/ink/ink8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0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52 408 0 0,'-5'-8'1112'0'0,"0"-2"884"0"0,-1-4-132 0 0,0 4-283 0 0,3 0 191 0 0,33 18-2968 0 0,-15 0-60 0 0,1 1-1365 0 0,5 3 605 0 0</inkml:trace>
</inkml:ink>
</file>

<file path=ppt/ink/ink8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0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35 1372 0 0,'21'-35'9378'0'0,"-19"38"-8975"0"0,6 6-261 0 0,-1 0-1 0 0,0 1 1 0 0,0 0-1 0 0,-1 0 1 0 0,0 1 0 0 0,-1 0-1 0 0,0 0 1 0 0,-1 0-1 0 0,0 0 1 0 0,-1 1 0 0 0,0-1-1 0 0,1 13 1 0 0,2 18 95 0 0,-2-1 1 0 0,-1 50 0 0 0,-3-74-168 0 0,-1 1 0 0 0,-1-1 1 0 0,-1 0-1 0 0,0 1 0 0 0,-1-1 1 0 0,-1-1-1 0 0,-9 22 0 0 0,12-33-40 0 0,0-1-1 0 0,-1 1 0 0 0,0-1 1 0 0,1 1-1 0 0,-2-1 1 0 0,1 0-1 0 0,0 0 0 0 0,-1 0 1 0 0,0-1-1 0 0,0 1 0 0 0,0-1 1 0 0,-7 4-1 0 0,8-5-2 0 0,0-1 0 0 0,-1 1 0 0 0,0-1 0 0 0,1-1-1 0 0,-1 1 1 0 0,0 0 0 0 0,1-1 0 0 0,-1 1 0 0 0,0-1 0 0 0,0 0 0 0 0,1-1 0 0 0,-1 1 0 0 0,0-1-1 0 0,1 1 1 0 0,-1-1 0 0 0,0 0 0 0 0,1 0 0 0 0,-1-1 0 0 0,-4-2 0 0 0,2 1-24 0 0,1 1 0 0 0,0-1 0 0 0,0-1 0 0 0,0 1 0 0 0,0-1 0 0 0,1 0 0 0 0,-1 0 0 0 0,1-1 0 0 0,0 1 0 0 0,1-1 0 0 0,-1 0 0 0 0,1 1 0 0 0,0-2 0 0 0,-4-6 0 0 0,-3-19-2813 0 0,8-2-3851 0 0,4 20 3418 0 0</inkml:trace>
</inkml:ink>
</file>

<file path=ppt/ink/ink8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1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79 864 0 0,'-8'-28'3424'0'0,"-2"-16"967"0"0,10 44-4396 0 0,0-1 0 0 0,0 1 0 0 0,0 0 0 0 0,0 0 1 0 0,-1 0-1 0 0,1 0 0 0 0,0-1 0 0 0,0 1 0 0 0,0 0 0 0 0,0 0 0 0 0,0 0 0 0 0,1-1 0 0 0,-1 1 0 0 0,0 0 0 0 0,0 0 0 0 0,0 0 0 0 0,0 0 0 0 0,0-1 0 0 0,0 1 0 0 0,0 0 0 0 0,0 0 0 0 0,0 0 0 0 0,0 0 0 0 0,0-1 0 0 0,1 1 0 0 0,-1 0 0 0 0,0 0 0 0 0,0 0 0 0 0,0 0 0 0 0,0 0 0 0 0,0 0 0 0 0,1-1 0 0 0,-1 1 0 0 0,0 0 0 0 0,0 0 0 0 0,0 0 0 0 0,0 0 0 0 0,1 0 0 0 0,-1 0 0 0 0,0 0 0 0 0,0 0 0 0 0,0 0 0 0 0,0 0 0 0 0,1 0 0 0 0,-1 0 0 0 0,0 0 0 0 0,0 0 0 0 0,0 0 0 0 0,1 0 0 0 0,16 14-2959 0 0,-4 2-110 0 0</inkml:trace>
</inkml:ink>
</file>

<file path=ppt/ink/ink8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1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 1360 0 0,'0'-13'2003'0'0,"1"0"1"0"0,0 1-1 0 0,1 0 0 0 0,3-15 1889 0 0,-4 21-3267 0 0,-1 6-588 0 0,0 0 0 0 0,0 0-1 0 0,0 0 1 0 0,0 0 0 0 0,0 0 0 0 0,0 0-1 0 0,0 0 1 0 0,0 0 0 0 0,0 0-1 0 0,0 1 1 0 0,1-1 0 0 0,-1 0-1 0 0,0 0 1 0 0,0 0 0 0 0,0 0-1 0 0,0 0 1 0 0,0 0 0 0 0,0 0-1 0 0,0 0 1 0 0,0 0 0 0 0,0 0 0 0 0,0 0-1 0 0,0 0 1 0 0,1 0 0 0 0,-1 0-1 0 0,0 0 1 0 0,0 0 0 0 0,0 0-1 0 0,0 0 1 0 0,0 0 0 0 0,0 0-1 0 0,0 0 1 0 0,0 0 0 0 0,0 0-1 0 0,1 0 1 0 0,-1 0 0 0 0,0 0 0 0 0,0 0-1 0 0,0 0 1 0 0,0 0 0 0 0,0 0-1 0 0,0 0 1 0 0,0 0 0 0 0,0 0-1 0 0,0 0 1 0 0,1 0 0 0 0,-1 0-1 0 0,8 27 269 0 0,-2 1 0 0 0,6 49-1 0 0,-8-17 10 0 0,-3 93-1 0 0,-9-58-69 0 0,-1 48 44 0 0,9-141-175 0 0,4-2-117 0 0,-1-1 1 0 0,0 0-1 0 0,1 0 1 0 0,-1 0-1 0 0,0-1 1 0 0,0 1-1 0 0,0-1 1 0 0,0 1-1 0 0,0-1 0 0 0,0 0 1 0 0,3-4-1 0 0,36-31-68 0 0,-26 22 56 0 0,110-101-92 0 0,63-51 107 0 0,-154 135 766 0 0,-41 38-792 0 0,1 1 1 0 0,0-1 0 0 0,0 1 0 0 0,0 0-1 0 0,1 0 1 0 0,0 1 0 0 0,1-1-1 0 0,0 1 1 0 0,0 0 0 0 0,0 0 0 0 0,1 0-1 0 0,0 0 1 0 0,1 0 0 0 0,0 0 0 0 0,0 0-1 0 0,1 1 1 0 0,0-1 0 0 0,0 0-1 0 0,1 1 1 0 0,0-1 0 0 0,0 0 0 0 0,1 0-1 0 0,0 0 1 0 0,1 0 0 0 0,-1 0-1 0 0,2 0 1 0 0,-1-1 0 0 0,1 0 0 0 0,0 1-1 0 0,1-1 1 0 0,-1 0 0 0 0,1-1 0 0 0,9 10-1 0 0,-7-8-412 0 0,1-1 0 0 0,-1 0 0 0 0,1 0 0 0 0,0-1 0 0 0,1 1 0 0 0,14 7 0 0 0,36 9-6655 0 0,-20-14 2989 0 0</inkml:trace>
</inkml:ink>
</file>

<file path=ppt/ink/ink8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1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1 696 672 0 0,'0'1'125'0'0,"0"0"-1"0"0,0 0 1 0 0,-1 0-1 0 0,1 0 1 0 0,1 0-1 0 0,-1 0 1 0 0,0 0-1 0 0,0 0 1 0 0,0 0-1 0 0,0 0 1 0 0,1 0-1 0 0,-1 0 1 0 0,0-1-1 0 0,1 1 1 0 0,-1 0-1 0 0,1 0 1 0 0,-1 0-1 0 0,1 0 1 0 0,-1-1-1 0 0,1 1 1 0 0,0 0-1 0 0,-1-1 1 0 0,1 1-1 0 0,0 0 1 0 0,0-1-1 0 0,-1 1 1 0 0,1-1-1 0 0,0 1 1 0 0,0-1-1 0 0,0 1 1 0 0,0-1-1 0 0,-1 0 1 0 0,1 1-1 0 0,0-1 1 0 0,0 0-1 0 0,0 0 1 0 0,0 0-1 0 0,0 0 1 0 0,0 0-1 0 0,0 0 1 0 0,0 0-1 0 0,0 0 1 0 0,0 0-1 0 0,0 0 1 0 0,0 0-1 0 0,0-1 1 0 0,0 1-1 0 0,-1 0 1 0 0,1-1-1 0 0,0 1 1 0 0,1-1-1 0 0,58-24 2111 0 0,-49 20-1972 0 0,13-7-81 0 0,0-1-1 0 0,-1-1 1 0 0,0-1-1 0 0,-2-1 1 0 0,0-1-1 0 0,0-1 1 0 0,-2 0-1 0 0,0-2 1 0 0,-1 0-1 0 0,-1-1 1 0 0,-1-1-1 0 0,-1 0 1 0 0,-1-1-1 0 0,-1-1 1 0 0,-1 0-1 0 0,-1 0 1 0 0,-1-1-1 0 0,-2-1 1 0 0,0 0-1 0 0,-2 0 1 0 0,0 0-1 0 0,-2-1 1 0 0,-1 0-1 0 0,-1 0 1 0 0,-2 0-1 0 0,-3-35 1 0 0,-10-2 446 0 0,12 64-617 0 0,1-1-10 0 0,0 1-1 0 0,0 0 1 0 0,-1 0 0 0 0,1 0 0 0 0,0-1 0 0 0,0 1 0 0 0,-1 0 0 0 0,1 0 0 0 0,0 0-1 0 0,-1 0 1 0 0,1 0 0 0 0,0 0 0 0 0,-1 0 0 0 0,1-1 0 0 0,0 1 0 0 0,-1 0-1 0 0,1 0 1 0 0,0 0 0 0 0,-1 0 0 0 0,1 0 0 0 0,0 0 0 0 0,-1 0 0 0 0,1 1 0 0 0,0-1-1 0 0,-1 0 1 0 0,1 0 0 0 0,0 0 0 0 0,0 0 0 0 0,-1 0 0 0 0,1 0 0 0 0,0 1-1 0 0,-1-1 1 0 0,1 0 0 0 0,0 0 0 0 0,0 0 0 0 0,-1 1 0 0 0,1-1 0 0 0,0 0-1 0 0,0 0 1 0 0,0 1 0 0 0,-1-1 0 0 0,-10 20 57 0 0,1 0 0 0 0,0 0 0 0 0,2 1 1 0 0,0 0-1 0 0,1 0 0 0 0,2 1 0 0 0,0 0 0 0 0,1 0 0 0 0,1 0 0 0 0,1 0 0 0 0,1 1 1 0 0,3 32-1 0 0,5 20-880 0 0,4 0 0 0 0,26 101 0 0 0,-36-175 745 0 0,11 38-2369 0 0,4-15-2425 0 0,-1-7 1431 0 0</inkml:trace>
</inkml:ink>
</file>

<file path=ppt/ink/ink8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3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3 195 540 0 0,'0'-2'211'0'0,"-1"0"0"0"0,1-1 0 0 0,-1 1 0 0 0,1 0 0 0 0,0 0 0 0 0,0-1 0 0 0,0 1 0 0 0,0 0 0 0 0,0-1 0 0 0,0 1 0 0 0,1 0 0 0 0,-1 0 0 0 0,1-1 0 0 0,-1 1 0 0 0,1 0 0 0 0,0 0 0 0 0,0 0 0 0 0,0 0 0 0 0,2-3 0 0 0,0 1-27 0 0,1 0-1 0 0,-1 1 1 0 0,0 0-1 0 0,1-1 0 0 0,0 2 1 0 0,0-1-1 0 0,0 0 1 0 0,0 1-1 0 0,5-3 1 0 0,10-3 51 0 0,1 1 1 0 0,0 0-1 0 0,29-5 1 0 0,-38 10-25 0 0,357-52 1470 0 0,-219 38-1162 0 0,-136 14-464 0 0,8-1 41 0 0,0 1 0 0 0,-1 0-1 0 0,32 3 1 0 0,-47 0-88 0 0,0-1 0 0 0,0 1-1 0 0,0 0 1 0 0,0 0 0 0 0,0 1 0 0 0,0-1 0 0 0,0 1-1 0 0,-1 0 1 0 0,1 1 0 0 0,-1-1 0 0 0,1 1 0 0 0,-1 0 0 0 0,0 0-1 0 0,0 0 1 0 0,0 0 0 0 0,0 1 0 0 0,-1 0 0 0 0,0-1-1 0 0,5 8 1 0 0,7 18 9 0 0,-2 1 0 0 0,-1 0-1 0 0,-1 1 1 0 0,-1 0 0 0 0,8 56-1 0 0,9 25 29 0 0,13 45 115 0 0,30 256-1 0 0,-22 164 723 0 0,-14-125 200 0 0,8 498 1129 0 0,-70-402-1206 0 0,0-18-231 0 0,21-371-566 0 0,-2 179 128 0 0,5-296-308 0 0,1 10 62 0 0,0-11-36 0 0,-2-21-24 0 0,4-19-15 0 0,-13 12 87 0 0,1-5-100 0 0,-59 12 14 0 0,-563 151 331 0 0,579-157-1019 0 0,-78 18-1948 0 0,45-16-4680 0 0,47-12 3028 0 0</inkml:trace>
</inkml:ink>
</file>

<file path=ppt/ink/ink8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5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55 240 0 0,'-11'-10'3159'0'0,"-8"-8"444"0"0,14 7 2027 0 0,-2 68-4555 0 0,0 3-529 0 0,8-36-320 0 0,1 0 0 0 0,7 30-1 0 0,-1-9 122 0 0,-8-44-335 0 0,0 0 0 0 0,0 0 0 0 0,0 0 0 0 0,1 0 0 0 0,-1 0 0 0 0,1 0 0 0 0,-1 0 0 0 0,0 0 0 0 0,1 0 0 0 0,0 0 0 0 0,-1 0 0 0 0,1 0-1 0 0,0 0 1 0 0,-1 0 0 0 0,1-1 0 0 0,0 1 0 0 0,0 0 0 0 0,-1 0 0 0 0,1-1 0 0 0,0 1 0 0 0,0-1 0 0 0,0 1 0 0 0,0-1 0 0 0,0 1 0 0 0,0-1 0 0 0,0 1-1 0 0,0-1 1 0 0,0 0 0 0 0,0 0 0 0 0,1 1 0 0 0,-1-1 0 0 0,0 0 0 0 0,0 0 0 0 0,0 0 0 0 0,0 0 0 0 0,0 0 0 0 0,0-1 0 0 0,0 1 0 0 0,0 0 0 0 0,0 0-1 0 0,1-1 1 0 0,-1 1 0 0 0,0-1 0 0 0,0 1 0 0 0,0-1 0 0 0,-1 1 0 0 0,3-2 0 0 0,44-26 141 0 0,-13 1-84 0 0,-21 16-49 0 0,1 0 0 0 0,0 0 0 0 0,1 2 1 0 0,0 0-1 0 0,23-11 0 0 0,-34 19-31 0 0,1 0 0 0 0,0 0 0 0 0,-1 1-1 0 0,1-1 1 0 0,-1 1 0 0 0,1 0 0 0 0,0 0-1 0 0,-1 0 1 0 0,1 1 0 0 0,-1 0-1 0 0,1 0 1 0 0,-1 0 0 0 0,1 0 0 0 0,7 4-1 0 0,61 36-111 0 0,-22-12 81 0 0,-43-25 60 0 0,1 0 0 0 0,0-1 0 0 0,0 0-1 0 0,0-1 1 0 0,0 0 0 0 0,0 0-1 0 0,0-1 1 0 0,13 0 0 0 0,-19-1 38 0 0,0 0 0 0 0,1 0 0 0 0,-1-1 0 0 0,0 1 0 0 0,0-1-1 0 0,0 0 1 0 0,0 0 0 0 0,0 0 0 0 0,0-1 0 0 0,0 1 0 0 0,0-1 0 0 0,-1 1 0 0 0,1-1 0 0 0,-1 0 0 0 0,1 0 0 0 0,-1 0 0 0 0,1 0 0 0 0,-1-1 0 0 0,0 1-1 0 0,0 0 1 0 0,0-1 0 0 0,-1 0 0 0 0,1 1 0 0 0,0-1 0 0 0,-1 0 0 0 0,0 0 0 0 0,2-4 0 0 0,4-18 572 0 0,-2 0 1 0 0,0-1-1 0 0,-1 1 1 0 0,-2-1-1 0 0,-1-42 0 0 0,0 47-4368 0 0,6 27-1338 0 0,9 15-360 0 0,-8-13 1443 0 0</inkml:trace>
</inkml:ink>
</file>

<file path=ppt/ink/ink8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5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0 112 0 0,'3'2'649'0'0,"-1"0"0"0"0,1 0 0 0 0,-1 1 0 0 0,1-1 0 0 0,-1 1 0 0 0,0-1 0 0 0,0 1 0 0 0,0 0 0 0 0,0 0 0 0 0,0 0 0 0 0,1 5 1 0 0,0-2-118 0 0,-1 1 0 0 0,-1-1 0 0 0,1 1 1 0 0,-1-1-1 0 0,0 11 0 0 0,-1 7-133 0 0,-1-1 1 0 0,-6 37-1 0 0,4-35 358 0 0,-10 80-46 0 0,-10 69-1639 0 0,6-58-5624 0 0,9-73 3020 0 0</inkml:trace>
</inkml:ink>
</file>

<file path=ppt/ink/ink8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8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78 908 0 0,'-17'-9'4418'0'0,"4"3"-1993"0"0,2-2 5557 0 0,15 5-7915 0 0,1 0 0 0 0,0 0 0 0 0,0 1-1 0 0,1-1 1 0 0,-1 1 0 0 0,0 0 0 0 0,12-2-1 0 0,-14 3-83 0 0,131-27 29 0 0,-68 24-2839 0 0,4 12-4891 0 0,-57-6 4501 0 0</inkml:trace>
</inkml:ink>
</file>

<file path=ppt/ink/ink8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0:59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45 544 0 0,'-1'2'465'0'0,"1"-1"0"0"0,-1 0 0 0 0,1 0 1 0 0,-1 1-1 0 0,1-1 0 0 0,0 0 0 0 0,-1 1 0 0 0,1-1 0 0 0,0 0 0 0 0,0 1 0 0 0,0-1 1 0 0,0 1-1 0 0,0-1 0 0 0,0 0 0 0 0,1 2 0 0 0,10-3-72 0 0,-1-1 1 0 0,0 0-1 0 0,1-1 0 0 0,-1 0 1 0 0,0-1-1 0 0,16-6 0 0 0,29-7-238 0 0,9 2-1403 0 0,-22 1-3680 0 0,-23 6 2274 0 0</inkml:trace>
</inkml:ink>
</file>

<file path=ppt/ink/ink8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4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50 52 0 0,'0'0'4607'0'0,"-1"-6"-4416"0"0,-3-21 5802 0 0,4 27-5983 0 0,1 0 11 0 0,-1-1 0 0 0,0 1 0 0 0,0 0-1 0 0,0 0 1 0 0,1 0 0 0 0,-1 0 0 0 0,0 0 0 0 0,0 0-1 0 0,0 0 1 0 0,1 0 0 0 0,-1-1 0 0 0,0 1 0 0 0,0 0-1 0 0,0 0 1 0 0,0 0 0 0 0,1 0 0 0 0,-1-1 0 0 0,0 1 0 0 0,0 0-1 0 0,0 0 1 0 0,0 0 0 0 0,0-1 0 0 0,0 1 0 0 0,0 0-1 0 0,0 0 1 0 0,0 0 0 0 0,0-1 0 0 0,0 1 0 0 0,0 0-1 0 0,0 0 1 0 0,0-1 0 0 0,0 1 0 0 0,0 0 0 0 0,0 0-1 0 0,0 0 1 0 0,0-1 0 0 0,0 1 0 0 0,0 0 0 0 0,0 0 0 0 0,0 0-1 0 0,0-1 1 0 0,0 1 0 0 0,0 0 0 0 0,0 0 0 0 0,-1 0-1 0 0,1-1 1 0 0,0 1 0 0 0,-4-8-361 0 0</inkml:trace>
</inkml:ink>
</file>

<file path=ppt/ink/ink8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5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85 1152 0 0,'-1'-14'1489'0'0,"0"1"-1"0"0,-1 0 0 0 0,-1 0 1 0 0,-8-18 4651 0 0,1 64-5977 0 0,2 39 355 0 0,3 0 0 0 0,6 83 1 0 0,22 140 556 0 0,-2-56-2993 0 0,-18-224 1106 0 0,-1-4-1477 0 0,-1-4-2610 0 0</inkml:trace>
</inkml:ink>
</file>

<file path=ppt/ink/ink8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5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0 364 0 0,'0'0'3468'0'0,"3"2"-2542"0"0,4 5-500 0 0,1 0 0 0 0,-1 0 0 0 0,-1 1 0 0 0,1 0 0 0 0,-2 0 0 0 0,1 0 0 0 0,-1 1 0 0 0,0 0 0 0 0,7 18 0 0 0,16 25 370 0 0,2-4-320 0 0,0 0-111 0 0,2-1 0 0 0,2-2-1 0 0,51 54 1 0 0,-73-86-705 0 0,19 14-1065 0 0,-29-26 1196 0 0,-1-1-1 0 0,0 1 0 0 0,1-1 0 0 0,-1 1 0 0 0,0-1 0 0 0,1 0 0 0 0,-1 0 0 0 0,1 0 0 0 0,-1 0 0 0 0,0 0 0 0 0,1 0 1 0 0,-1 0-1 0 0,1 0 0 0 0,-1 0 0 0 0,0-1 0 0 0,1 1 0 0 0,-1-1 0 0 0,0 1 0 0 0,1-1 0 0 0,-1 1 0 0 0,0-1 0 0 0,0 0 1 0 0,0 0-1 0 0,0 1 0 0 0,1-1 0 0 0,-1 0 0 0 0,1-2 0 0 0,10-10-2113 0 0</inkml:trace>
</inkml:ink>
</file>

<file path=ppt/ink/ink8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5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664 62 640 0 0,'-1'-3'205'0'0,"1"-1"1"0"0,-1 1-1 0 0,0 0 1 0 0,0 0-1 0 0,-1 0 0 0 0,1 0 1 0 0,-1 0-1 0 0,1 1 0 0 0,-1-1 1 0 0,0 0-1 0 0,0 1 1 0 0,0-1-1 0 0,-1 1 0 0 0,1 0 1 0 0,0-1-1 0 0,-1 1 0 0 0,0 0 1 0 0,1 1-1 0 0,-7-4 1 0 0,5 3-34 0 0,-1 1 0 0 0,0 0 0 0 0,0 0 0 0 0,1 0 0 0 0,-1 1 0 0 0,0-1 0 0 0,0 1 0 0 0,0 0 0 0 0,0 1 0 0 0,0-1 0 0 0,-9 3 0 0 0,-7 4 218 0 0,0 0 0 0 0,0 1 1 0 0,1 1-1 0 0,-31 19 0 0 0,11-4-242 0 0,1 2-1 0 0,1 1 1 0 0,2 2-1 0 0,1 2 0 0 0,1 1 1 0 0,1 2-1 0 0,2 1 0 0 0,2 1 1 0 0,-30 48-1 0 0,28-21-2794 0 0,22-44-467 0 0,3-6 594 0 0</inkml:trace>
</inkml:ink>
</file>

<file path=ppt/ink/ink8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6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5 104 0 0,'0'-1'170'0'0,"0"1"1"0"0,1 0-1 0 0,-1-1 0 0 0,0 1 0 0 0,0 0 1 0 0,1 0-1 0 0,-1-1 0 0 0,0 1 0 0 0,1 0 0 0 0,-1 0 1 0 0,0 0-1 0 0,1-1 0 0 0,-1 1 0 0 0,0 0 1 0 0,1 0-1 0 0,-1 0 0 0 0,1 0 0 0 0,-1 0 1 0 0,0 0-1 0 0,1 0 0 0 0,-1 0 0 0 0,0 0 1 0 0,1 0-1 0 0,-1 0 0 0 0,1 0 0 0 0,-1 0 1 0 0,0 0-1 0 0,1 0 0 0 0,-1 0 0 0 0,0 0 1 0 0,1 0-1 0 0,-1 1 0 0 0,0-1 0 0 0,1 0 1 0 0,0 1-1 0 0,3 15 1694 0 0,-7 30-1911 0 0,2-40 640 0 0,-4 38-56 0 0,-16 195 1598 0 0,18-161-948 0 0,2-75 417 0 0,0-10-1425 0 0,-1-18-58 0 0,1 0 0 0 0,1 0-1 0 0,1 0 1 0 0,1 0 0 0 0,6-28-1 0 0,35-128 331 0 0,-41 173-430 0 0,-2 8-24 0 0,1-1-1 0 0,-1 0 1 0 0,0 0 0 0 0,1 0 0 0 0,-1 0-1 0 0,0 1 1 0 0,1-1 0 0 0,-1 0 0 0 0,1 0-1 0 0,-1 1 1 0 0,1-1 0 0 0,0 0 0 0 0,-1 1-1 0 0,1-1 1 0 0,0 1 0 0 0,-1-1 0 0 0,1 1 0 0 0,0-1-1 0 0,0 1 1 0 0,-1-1 0 0 0,1 1 0 0 0,0 0-1 0 0,0-1 1 0 0,0 1 0 0 0,0 0 0 0 0,-1 0-1 0 0,1 0 1 0 0,0-1 0 0 0,0 1 0 0 0,0 0-1 0 0,0 0 1 0 0,0 0 0 0 0,0 1 0 0 0,0-1-1 0 0,-1 0 1 0 0,1 0 0 0 0,0 0 0 0 0,0 1 0 0 0,0-1-1 0 0,0 0 1 0 0,-1 1 0 0 0,1-1 0 0 0,0 1-1 0 0,0-1 1 0 0,-1 1 0 0 0,1-1 0 0 0,0 1-1 0 0,-1-1 1 0 0,1 1 0 0 0,1 1 0 0 0,43 38-20 0 0,-38-32 7 0 0,13 11 3 0 0,113 103-221 0 0,-113-107 57 0 0,-1 0 1 0 0,1-2 0 0 0,1 0 0 0 0,1-1-1 0 0,29 11 1 0 0,-48-22 146 0 0,-1 0 0 0 0,1 0 0 0 0,0 0 0 0 0,0 0-1 0 0,0-1 1 0 0,0 1 0 0 0,0-1 0 0 0,0 0 0 0 0,0 0 0 0 0,0 0 0 0 0,0-1 0 0 0,0 1 0 0 0,0-1 0 0 0,0 1 0 0 0,0-1 0 0 0,0 0-1 0 0,0 0 1 0 0,3-2 0 0 0,-2 0-41 0 0,0 0-1 0 0,0 0 0 0 0,0 0 0 0 0,0 0 1 0 0,-1-1-1 0 0,1 0 0 0 0,-1 0 1 0 0,0 1-1 0 0,0-2 0 0 0,3-4 1 0 0,4-13-590 0 0,-1 1 1 0 0,0-1 0 0 0,10-43 0 0 0,-13 40-264 0 0,4-21-3548 0 0,-2 25 1897 0 0</inkml:trace>
</inkml:ink>
</file>

<file path=ppt/ink/ink8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6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0 1376 0 0,'32'21'14709'0'0,"-26"-19"-13219"0"0,-8 6-2239 0 0,-33 30-2119 0 0,-10 0-3753 0 0,13-17 2496 0 0</inkml:trace>
</inkml:ink>
</file>

<file path=ppt/ink/ink8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8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33 344 0 0,'0'0'733'0'0,"3"-20"2665"0"0,1 8 4148 0 0,2 39-7453 0 0,-2 1-1 0 0,-1 0 0 0 0,-2 0 1 0 0,0-1-1 0 0,-5 45 1 0 0,-31 145 648 0 0,20-137-556 0 0,-33 121 323 0 0,4-23-77 0 0,-25 291 437 0 0,67-444-820 0 0,1 1-1 0 0,1-1 0 0 0,2 1 0 0 0,0-1 0 0 0,1 1 1 0 0,2-1-1 0 0,1 0 0 0 0,0-1 0 0 0,11 26 0 0 0,-14-45-32 0 0,0 0-1 0 0,0 0 0 0 0,0 0 0 0 0,0-1 0 0 0,1 1 0 0 0,-1-1 1 0 0,1 0-1 0 0,0 0 0 0 0,1 0 0 0 0,-1 0 0 0 0,1-1 0 0 0,0 0 1 0 0,8 5-1 0 0,-3-3 8 0 0,1-1 0 0 0,-1 0 0 0 0,1-1 0 0 0,-1-1 0 0 0,1 1 0 0 0,18 0 0 0 0,7-2 2 0 0,0-1 1 0 0,0-2-1 0 0,46-9 0 0 0,-30 4-550 0 0,-1-3 0 0 0,0-2 0 0 0,-1-2 0 0 0,50-22 0 0 0,-94 33 71 0 0,0 0 1 0 0,0 0-1 0 0,-1-1 0 0 0,1 0 0 0 0,9-8 0 0 0,5-16-4864 0 0,-16 12 2194 0 0</inkml:trace>
</inkml:ink>
</file>

<file path=ppt/ink/ink8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8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0 386 13573 0 0,'1'-19'-25'0'0,"0"0"-1"0"0,2 0 1 0 0,0 0-1 0 0,1 0 1 0 0,8-22-1 0 0,-9 32 19 0 0,2 0-1 0 0,-1 0 1 0 0,1 0-1 0 0,0 0 1 0 0,1 1-1 0 0,0 0 1 0 0,0 0 0 0 0,1 1-1 0 0,-1 0 1 0 0,2 0-1 0 0,14-11 1 0 0,7-2-6 0 0,2 1 1 0 0,-1 1 0 0 0,2 2 0 0 0,0 1-1 0 0,43-14 1 0 0,-54 23-433 0 0,-1 1-1 0 0,1 0 0 0 0,0 1 1 0 0,1 2-1 0 0,-1 0 1 0 0,1 1-1 0 0,-1 2 0 0 0,1 0 1 0 0,-1 1-1 0 0,23 5 0 0 0,-14 0-2718 0 0,1-1 241 0 0</inkml:trace>
</inkml:ink>
</file>

<file path=ppt/ink/ink8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8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0 156 876 0 0,'22'29'4080'0'0,"-15"-25"-3815"0"0,1-1 0 0 0,0-1 0 0 0,0 1 0 0 0,-1-1 1 0 0,1-1-1 0 0,0 1 0 0 0,0-2 0 0 0,1 1 0 0 0,-1-1 0 0 0,0 0 1 0 0,12-2-1 0 0,4-1 130 0 0,0 0 0 0 0,38-12 0 0 0,-41 8-145 0 0,0-1-1 0 0,-1 0 1 0 0,30-16 0 0 0,-46 21-201 0 0,1 1 0 0 0,-1 0 1 0 0,0-1-1 0 0,0 0 0 0 0,0 0 1 0 0,0 0-1 0 0,-1-1 0 0 0,1 1 0 0 0,-1-1 1 0 0,0 0-1 0 0,0 0 0 0 0,0 0 0 0 0,0 0 1 0 0,-1-1-1 0 0,1 1 0 0 0,-1-1 0 0 0,-1 1 1 0 0,1-1-1 0 0,0 0 0 0 0,-1 1 0 0 0,1-9 1 0 0,-2 11-38 0 0,0 1 1 0 0,0-1-1 0 0,0 0 1 0 0,0 1-1 0 0,0-1 1 0 0,-1 0-1 0 0,1 1 1 0 0,-1-1-1 0 0,1 1 1 0 0,-1-1 0 0 0,1 1-1 0 0,-1-1 1 0 0,0 1-1 0 0,0-1 1 0 0,0 1-1 0 0,1 0 1 0 0,-2-1-1 0 0,1 1 1 0 0,0 0-1 0 0,0 0 1 0 0,0 0-1 0 0,0 0 1 0 0,-1 0-1 0 0,1 0 1 0 0,0 0-1 0 0,-1 0 1 0 0,1 0-1 0 0,-1 1 1 0 0,1-1 0 0 0,-1 1-1 0 0,0-1 1 0 0,1 1-1 0 0,-1 0 1 0 0,1-1-1 0 0,-1 1 1 0 0,0 0-1 0 0,1 0 1 0 0,-1 0-1 0 0,1 0 1 0 0,-1 0-1 0 0,0 0 1 0 0,1 1-1 0 0,-3 0 1 0 0,-5 0 38 0 0,0 1-1 0 0,1 1 1 0 0,-1-1 0 0 0,1 1 0 0 0,0 1 0 0 0,-14 7-1 0 0,10-4 10 0 0,1 0-1 0 0,0 1 1 0 0,0 1-1 0 0,1 0 0 0 0,0 0 1 0 0,0 1-1 0 0,1 1 0 0 0,1-1 1 0 0,0 1-1 0 0,0 1 0 0 0,1-1 1 0 0,-9 20-1 0 0,12-21-31 0 0,1 0 0 0 0,0 1 0 0 0,0 0 0 0 0,1-1 0 0 0,0 1 0 0 0,1 0 0 0 0,0 0 0 0 0,0 0 0 0 0,2 0 0 0 0,-1 0 0 0 0,1 0 0 0 0,1 0 0 0 0,0 0 0 0 0,0 0 0 0 0,9 20 0 0 0,-6-18-239 0 0,2 0 0 0 0,0 0 0 0 0,0-1 0 0 0,1 0-1 0 0,1 0 1 0 0,10 12 0 0 0,-13-18-464 0 0,1 1 1 0 0,0-1-1 0 0,0 0 0 0 0,0 0 0 0 0,0 0 0 0 0,1-1 0 0 0,0-1 1 0 0,0 1-1 0 0,0-1 0 0 0,18 6 0 0 0,-1-5-1932 0 0</inkml:trace>
</inkml:ink>
</file>

<file path=ppt/ink/ink8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9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341 94 452 0 0,'-8'-22'1482'0'0,"5"13"-283"0"0,-1 0-1 0 0,0 0 1 0 0,0 0 0 0 0,-1 0-1 0 0,-10-13 1 0 0,15 21-1153 0 0,-1 1 1 0 0,0-1-1 0 0,1 1 0 0 0,-1 0 0 0 0,1-1 0 0 0,-1 1 1 0 0,1 0-1 0 0,-1 0 0 0 0,0-1 0 0 0,1 1 1 0 0,-1 0-1 0 0,0 0 0 0 0,1 0 0 0 0,-1 0 0 0 0,0 0 1 0 0,1 0-1 0 0,-1 0 0 0 0,1 0 0 0 0,-1 0 0 0 0,0 0 1 0 0,1 0-1 0 0,-1 1 0 0 0,0-1 0 0 0,1 0 0 0 0,-1 0 1 0 0,1 0-1 0 0,-1 1 0 0 0,0-1 0 0 0,1 0 1 0 0,-1 1-1 0 0,1-1 0 0 0,-1 1 0 0 0,1-1 0 0 0,-1 1 1 0 0,1-1-1 0 0,0 1 0 0 0,-1-1 0 0 0,1 1 0 0 0,-1 0 1 0 0,-16 22 570 0 0,-1 9-196 0 0,3 0 0 0 0,0 1-1 0 0,2 0 1 0 0,-15 63 0 0 0,-17 148 690 0 0,30-146-697 0 0,-62 431-590 0 0,72-516-155 0 0,0-9-1938 0 0,-17-32-7736 0 0</inkml:trace>
</inkml:ink>
</file>

<file path=ppt/ink/ink8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9.6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1 267 228 0 0,'1'-8'395'0'0,"1"-1"1"0"0,0 1-1 0 0,0 0 0 0 0,1-1 1 0 0,0 1-1 0 0,0 1 0 0 0,1-1 0 0 0,0 0 1 0 0,0 1-1 0 0,1 0 0 0 0,0 0 1 0 0,0 0-1 0 0,1 1 0 0 0,0 0 1 0 0,0 0-1 0 0,0 0 0 0 0,1 1 1 0 0,0-1-1 0 0,11-5 0 0 0,5-3 57 0 0,2 1 0 0 0,-1 2-1 0 0,2 0 1 0 0,47-13 0 0 0,-21 12-1291 0 0,92-9-1 0 0,-61 10-3801 0 0,-52 9 2348 0 0</inkml:trace>
</inkml:ink>
</file>

<file path=ppt/ink/ink8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19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91 324 0 0,'1'-4'479'0'0,"0"0"-1"0"0,-1 0 1 0 0,0-1-1 0 0,0 1 1 0 0,0 0-1 0 0,0 0 1 0 0,0 0-1 0 0,-1 0 1 0 0,0 0 0 0 0,0 0-1 0 0,0 0 1 0 0,-1 0-1 0 0,1 0 1 0 0,-3-4-1 0 0,2 5-335 0 0,0 1 1 0 0,0 0-1 0 0,0 0 0 0 0,-1 0 0 0 0,1 0 0 0 0,0 1 0 0 0,-1-1 0 0 0,1 1 0 0 0,-1-1 1 0 0,0 1-1 0 0,1 0 0 0 0,-1 0 0 0 0,0 0 0 0 0,0 0 0 0 0,0 0 0 0 0,0 1 0 0 0,1 0 0 0 0,-1-1 1 0 0,0 1-1 0 0,0 0 0 0 0,-4 1 0 0 0,0-2-23 0 0,1 2 0 0 0,-1-1 1 0 0,0 1-1 0 0,0 0 0 0 0,1 0 0 0 0,-1 1 0 0 0,1 0 0 0 0,-1 0 1 0 0,1 1-1 0 0,0 0 0 0 0,0 0 0 0 0,0 0 0 0 0,0 1 1 0 0,0-1-1 0 0,1 1 0 0 0,-1 1 0 0 0,1-1 0 0 0,1 1 0 0 0,-1 0 1 0 0,0 0-1 0 0,1 1 0 0 0,-7 10 0 0 0,11-15-68 0 0,5 20 0 0 0,5-15-55 0 0,0 0 1 0 0,1 0-1 0 0,-1-1 1 0 0,21 7-1 0 0,-22-9-6 0 0,1 0 0 0 0,0 1 0 0 0,-1 0-1 0 0,0 1 1 0 0,0 0 0 0 0,0 1 0 0 0,-1 0-1 0 0,0 0 1 0 0,10 10 0 0 0,-11-8 10 0 0,-1 1-1 0 0,-1 0 1 0 0,0 0-1 0 0,0 1 1 0 0,0-1 0 0 0,-1 1-1 0 0,-1 0 1 0 0,0 0 0 0 0,0 1-1 0 0,-1-1 1 0 0,0 1 0 0 0,-1-1-1 0 0,0 1 1 0 0,-1-1 0 0 0,0 1-1 0 0,0-1 1 0 0,-2 1 0 0 0,1 0-1 0 0,-1-1 1 0 0,-5 15-1 0 0,3-9 35 0 0,0 0 0 0 0,-2-1 0 0 0,0 0-1 0 0,-1 0 1 0 0,0 0 0 0 0,-1-1-1 0 0,-1 0 1 0 0,0 0 0 0 0,-1-1-1 0 0,0-1 1 0 0,-1 1 0 0 0,-22 18 0 0 0,18-20 44 0 0,-1 0 1 0 0,-1-1 0 0 0,1 0 0 0 0,-2-2 0 0 0,-22 9 0 0 0,33-15-30 0 0,0 1 0 0 0,0-1 0 0 0,-1 0 1 0 0,1-1-1 0 0,-1 0 0 0 0,1 0 0 0 0,-1-1 0 0 0,1 0 0 0 0,-1 0 1 0 0,1-1-1 0 0,-1 0 0 0 0,1 0 0 0 0,0 0 0 0 0,-1-1 0 0 0,1 0 1 0 0,-10-5-1 0 0,15 6-29 0 0,-1-1 0 0 0,0 1-1 0 0,0-1 1 0 0,1 0 0 0 0,-1 0 0 0 0,1 0 0 0 0,0 0 0 0 0,-1 0 0 0 0,1 0 0 0 0,0-1 0 0 0,0 1 0 0 0,1-1 0 0 0,-1 0 0 0 0,0 1-1 0 0,1-1 1 0 0,0 0 0 0 0,-1 0 0 0 0,1 0 0 0 0,-1-6 0 0 0,1 4-26 0 0,1-1 1 0 0,0 1-1 0 0,0-1 0 0 0,0 1 0 0 0,1 0 1 0 0,0-1-1 0 0,0 1 0 0 0,0-1 0 0 0,1 1 1 0 0,3-8-1 0 0,4-6-198 0 0,1 0 0 0 0,0 1 0 0 0,2 0 0 0 0,23-28 1 0 0,-13 21-532 0 0,1 2 0 0 0,1 1 0 0 0,51-37 0 0 0,31-12-5571 0 0,-69 45 3311 0 0</inkml:trace>
</inkml:ink>
</file>

<file path=ppt/ink/ink8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20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14 44 0 0,'1'-14'10292'0'0,"-15"80"-9248"0"0,2-9-233 0 0,2 1 1 0 0,-4 91 0 0 0,14-142-721 0 0,0-1 1 0 0,1 0-1 0 0,0 1 1 0 0,0-1-1 0 0,1 1 1 0 0,3 9-1 0 0,-5-15 2 0 0,3 3 74 0 0,-3-3-163 0 0,0-1 1 0 0,0 0-1 0 0,0 0 1 0 0,0 1-1 0 0,0-1 1 0 0,0 0-1 0 0,0 1 1 0 0,0-1-1 0 0,0 0 1 0 0,0 1-1 0 0,0-1 1 0 0,1 0-1 0 0,-1 0 1 0 0,0 1-1 0 0,0-1 1 0 0,0 0-1 0 0,0 0 1 0 0,0 1-1 0 0,1-1 1 0 0,-1 0-1 0 0,0 0 1 0 0,0 0-1 0 0,1 1 0 0 0,-1-1 1 0 0,0 0-1 0 0,0 0 1 0 0,1 0-1 0 0,-1 0 1 0 0,0 1-1 0 0,0-1 1 0 0,1 0-1 0 0,-1 0 1 0 0,1 0-1 0 0,82-5 1065 0 0,-81 5-958 0 0,41 5 397 0 0,1 29-508 0 0,-16-11-2386 0 0,1-5-6275 0 0</inkml:trace>
</inkml:ink>
</file>

<file path=ppt/ink/ink8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20.6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634 105 204 0 0,'-1'-3'408'0'0,"1"-1"0"0"0,-1 1-1 0 0,1 0 1 0 0,0-1 0 0 0,0 1 0 0 0,0 0 0 0 0,0-1-1 0 0,1 1 1 0 0,-1 0 0 0 0,1-1 0 0 0,0 1-1 0 0,0 0 1 0 0,0 0 0 0 0,0 0 0 0 0,1 0 0 0 0,-1 0-1 0 0,1 0 1 0 0,0 0 0 0 0,0 0 0 0 0,0 1 0 0 0,3-4-1 0 0,-1 3-125 0 0,0-1 0 0 0,1 1 0 0 0,0 0 0 0 0,-1 1 0 0 0,1-1 0 0 0,0 1 0 0 0,0 0 0 0 0,1 0 0 0 0,-1 0 0 0 0,0 1 0 0 0,11-2 0 0 0,0 2-72 0 0,1 0 0 0 0,-1 1 0 0 0,0 0 0 0 0,1 1 0 0 0,-1 1 1 0 0,0 1-1 0 0,0 0 0 0 0,16 6 0 0 0,-23-6-158 0 0,1 1 1 0 0,-1 0-1 0 0,-1 1 0 0 0,1 0 0 0 0,-1 0 1 0 0,0 1-1 0 0,0 0 0 0 0,0 1 0 0 0,-1-1 1 0 0,0 2-1 0 0,9 10 0 0 0,-7-6-15 0 0,-1 1 0 0 0,-1 0 0 0 0,0 1 0 0 0,0 0 0 0 0,-1-1 0 0 0,7 28 0 0 0,-3 8-3 0 0,-2 1-1 0 0,-2 0 1 0 0,-1 77-1 0 0,-4-89 14 0 0,-3 71 37 0 0,-4 0 0 0 0,-6-1 0 0 0,-4 0-1 0 0,-55 194 1 0 0,64-279-8 0 0,0 0 0 0 0,-2-1 1 0 0,0 0-1 0 0,-1-1 0 0 0,-2 0 0 0 0,0 0 0 0 0,-1-1 0 0 0,-1-1 1 0 0,-1 0-1 0 0,0-1 0 0 0,-2-1 0 0 0,0 0 0 0 0,-1-1 0 0 0,0-1 1 0 0,-1-1-1 0 0,-1 0 0 0 0,0-2 0 0 0,-1 0 0 0 0,-1-1 0 0 0,-36 13 1 0 0,-7-1-596 0 0,0-3 0 0 0,-116 20 0 0 0,-35-16-7729 0 0,124-21 3901 0 0</inkml:trace>
</inkml:ink>
</file>

<file path=ppt/ink/ink8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31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1 118 148 0 0,'0'0'739'0'0,"7"-52"6183"0"0,-7 51-6026 0 0,2 4-869 0 0,-1 0 1 0 0,0 0-1 0 0,1 1 1 0 0,0-1-1 0 0,-1-1 1 0 0,1 1 0 0 0,0 0-1 0 0,1 0 1 0 0,-1-1-1 0 0,3 3 1 0 0,9 13 126 0 0,59 70 475 0 0,-72-87-616 0 0,0 0 0 0 0,0 1 0 0 0,1-1 1 0 0,-1 0-1 0 0,0 0 0 0 0,1-1 0 0 0,-1 1 0 0 0,0 0 1 0 0,1 0-1 0 0,-1-1 0 0 0,1 1 0 0 0,-1-1 0 0 0,1 1 0 0 0,0-1 1 0 0,-1 0-1 0 0,1 1 0 0 0,0-1 0 0 0,-1 0 0 0 0,1 0 0 0 0,-1 0 1 0 0,1 0-1 0 0,0-1 0 0 0,-1 1 0 0 0,1 0 0 0 0,-1-1 1 0 0,1 1-1 0 0,2-2 0 0 0,42-20 135 0 0,-41 20-124 0 0,38-24-165 0 0,-1-1-1 0 0,44-37 1 0 0,-23 4-5616 0 0,-52 47 3422 0 0</inkml:trace>
</inkml:ink>
</file>

<file path=ppt/ink/ink8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31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1 267 644 0 0,'0'0'597'0'0,"11"20"2951"0"0,-1-21-3342 0 0,0-1 0 0 0,0 0 0 0 0,0-1 0 0 0,-1 0 0 0 0,1-1 0 0 0,-1 0 0 0 0,1 0-1 0 0,-1-1 1 0 0,9-7 0 0 0,5 0 39 0 0,221-120 1118 0 0,-141 73-3588 0 0,-71 39-134 0 0,3-3 179 0 0</inkml:trace>
</inkml:ink>
</file>

<file path=ppt/ink/ink8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3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1094 180 0 0,'0'0'77'0'0,"0"1"-1"0"0,1-1 1 0 0,-1 0-1 0 0,0 1 1 0 0,1-1 0 0 0,-1 1-1 0 0,0-1 1 0 0,1 0-1 0 0,-1 1 1 0 0,1-1-1 0 0,-1 0 1 0 0,1 0 0 0 0,-1 1-1 0 0,1-1 1 0 0,-1 0-1 0 0,1 0 1 0 0,-1 0-1 0 0,1 1 1 0 0,-1-1 0 0 0,1 0-1 0 0,-1 0 1 0 0,1 0-1 0 0,-1 0 1 0 0,1 0 0 0 0,-1 0-1 0 0,1 0 1 0 0,-1 0-1 0 0,1 0 1 0 0,-1 0-1 0 0,1-1 1 0 0,-1 1 0 0 0,1 0-1 0 0,-1 0 1 0 0,1 0-1 0 0,0-1 1 0 0,38-17 667 0 0,0-2 0 0 0,-1-2 0 0 0,-1-1 0 0 0,-1-2 0 0 0,-2-2 0 0 0,51-48 0 0 0,-31 20-138 0 0,-3-1 0 0 0,-3-3 0 0 0,43-67 0 0 0,-35 36-163 0 0,20-52 155 0 0,-59 104-364 0 0,-2 0 0 0 0,-1-1 0 0 0,-2 0 0 0 0,10-62 0 0 0,-21 95-183 0 0,0 0 1 0 0,0 1-1 0 0,0-1 0 0 0,-1 0 1 0 0,0 1-1 0 0,0-1 0 0 0,0 0 1 0 0,-1 1-1 0 0,0-1 0 0 0,0 1 1 0 0,0-1-1 0 0,-1 1 0 0 0,0-1 1 0 0,0 1-1 0 0,-4-8 0 0 0,5 13-51 0 0,1-1 0 0 0,-1 0 0 0 0,1 1 0 0 0,-1-1 0 0 0,0 1 0 0 0,0-1 0 0 0,1 0 0 0 0,-1 1 1 0 0,0 0-1 0 0,0-1 0 0 0,0 1 0 0 0,0-1 0 0 0,1 1 0 0 0,-1 0 0 0 0,0 0 0 0 0,0-1 0 0 0,0 1 0 0 0,0 0 0 0 0,0 0 0 0 0,0 0 0 0 0,0 0 0 0 0,0 0 0 0 0,0 0 0 0 0,1 0 0 0 0,-1 1 0 0 0,0-1 0 0 0,0 0 0 0 0,0 0 0 0 0,0 1 0 0 0,0-1 0 0 0,0 0 0 0 0,1 1 0 0 0,-1-1 0 0 0,0 1 0 0 0,0-1 0 0 0,1 1 0 0 0,-1 0 0 0 0,0-1 0 0 0,1 1 0 0 0,-1 0 1 0 0,0-1-1 0 0,0 2 0 0 0,-1 1-15 0 0,0-1-1 0 0,0 1 1 0 0,0 0 0 0 0,1-1 0 0 0,-1 1 0 0 0,1 0 0 0 0,-1 0 0 0 0,1 0 0 0 0,0 0 0 0 0,-1 4 0 0 0,2 4-9 0 0,0 0 1 0 0,0 0-1 0 0,1 0 1 0 0,1-1-1 0 0,0 1 1 0 0,0 0-1 0 0,5 13 1 0 0,33 74-41 0 0,-15-41 24 0 0,8 24 3 0 0,-11-32 26 0 0,-2 1 0 0 0,-2 0 0 0 0,-3 2 0 0 0,15 86 0 0 0,-30-135 17 0 0,1 1 1 0 0,-1-1-1 0 0,0 0 1 0 0,0 1 0 0 0,0-1-1 0 0,-1 0 1 0 0,1 1-1 0 0,-1-1 1 0 0,0 0 0 0 0,0 0-1 0 0,0 0 1 0 0,0 0-1 0 0,0 1 1 0 0,-1-2 0 0 0,1 1-1 0 0,-1 0 1 0 0,0 0-1 0 0,0 0 1 0 0,0-1 0 0 0,0 1-1 0 0,0-1 1 0 0,-1 0-1 0 0,1 1 1 0 0,-1-1 0 0 0,1 0-1 0 0,-1 0 1 0 0,0-1-1 0 0,0 1 1 0 0,0-1 0 0 0,0 1-1 0 0,0-1 1 0 0,0 0-1 0 0,0 0 1 0 0,-1 0 0 0 0,1-1-1 0 0,0 1 1 0 0,-5-1-1 0 0,1 1-35 0 0,1 0-1 0 0,0-1 0 0 0,0 0 0 0 0,0-1 0 0 0,0 1 0 0 0,0-1 0 0 0,0-1 0 0 0,0 1 0 0 0,0-1 0 0 0,0 0 0 0 0,0 0 0 0 0,0 0 1 0 0,1-1-1 0 0,-1 0 0 0 0,1 0 0 0 0,0-1 0 0 0,0 1 0 0 0,0-1 0 0 0,-5-6 0 0 0,9 9-88 0 0,0 0 1 0 0,0 0-1 0 0,0 0 0 0 0,0-1 1 0 0,0 1-1 0 0,1 0 0 0 0,-1-1 1 0 0,0 1-1 0 0,1 0 0 0 0,-1-1 1 0 0,1 1-1 0 0,-1-1 0 0 0,1 1 1 0 0,0-1-1 0 0,0 1 0 0 0,0-1 1 0 0,0 1-1 0 0,0-1 0 0 0,0 1 1 0 0,0-1-1 0 0,0 1 0 0 0,1-1 1 0 0,0-1-1 0 0,7-12-4967 0 0,2 2 2385 0 0</inkml:trace>
</inkml:ink>
</file>

<file path=ppt/ink/ink8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3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1 316 0 0,'0'0'2608'0'0,"-4"4"-2229"0"0,2 0-279 0 0,-1 0 0 0 0,0 0 0 0 0,1 0 0 0 0,0 0 0 0 0,0 1 0 0 0,0-1 0 0 0,1 0-1 0 0,-1 1 1 0 0,1 0 0 0 0,0-1 0 0 0,0 1 0 0 0,1 0 0 0 0,-1-1 0 0 0,1 1 0 0 0,0 0 0 0 0,0 0 0 0 0,1-1 0 0 0,0 1 0 0 0,-1 0 0 0 0,1-1 0 0 0,1 1 0 0 0,-1-1 0 0 0,1 1 0 0 0,0-1-1 0 0,0 0 1 0 0,0 1 0 0 0,0-1 0 0 0,5 5 0 0 0,-7-8-32 0 0,0-1 1 0 0,1 1-1 0 0,-1-1 0 0 0,0 1 0 0 0,0-1 1 0 0,0 0-1 0 0,1 1 0 0 0,-1-1 0 0 0,0 1 0 0 0,0-1 1 0 0,1 0-1 0 0,-1 1 0 0 0,0-1 0 0 0,1 0 1 0 0,-1 0-1 0 0,0 1 0 0 0,1-1 0 0 0,-1 0 1 0 0,0 0-1 0 0,1 1 0 0 0,-1-1 0 0 0,1 0 0 0 0,-1 0 1 0 0,1 0-1 0 0,-1 0 0 0 0,0 0 0 0 0,1 0 1 0 0,-1 1-1 0 0,1-1 0 0 0,-1 0 0 0 0,1 0 0 0 0,-1 0 1 0 0,1-1-1 0 0,-1 1 0 0 0,0 0 0 0 0,1 0 1 0 0,-1 0-1 0 0,1 0 0 0 0,-1 0 0 0 0,1 0 0 0 0,-1-1 1 0 0,0 1-1 0 0,1 0 0 0 0,-1 0 0 0 0,1-1 1 0 0,-1 1-1 0 0,1 0 0 0 0,2-21 1234 0 0,-3 18-1215 0 0,0 0 1 0 0,0 0-1 0 0,-1 1 0 0 0,1-1 1 0 0,-1 0-1 0 0,0 1 1 0 0,1-1-1 0 0,-1 1 1 0 0,-1-1-1 0 0,1 1 1 0 0,0-1-1 0 0,-1 1 0 0 0,-1-3 1 0 0,-8-20 492 0 0,4 11-13 0 0,4 11-2940 0 0</inkml:trace>
</inkml:ink>
</file>

<file path=ppt/ink/ink8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4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56 360 0 0,'-3'-3'959'0'0,"-47"-50"6986"0"0,36 72-7347 0 0,10-9-482 0 0,0 1 0 0 0,1 0 0 0 0,0-1-1 0 0,1 1 1 0 0,0 0 0 0 0,1 1 0 0 0,0 21-1 0 0,0-8 31 0 0,-3 52 159 0 0,4 1 0 0 0,3-1 1 0 0,3 0-1 0 0,18 82 0 0 0,-16-119-225 0 0,23 150 187 0 0,-32-156-1480 0 0,1-33 1062 0 0,0 0 1 0 0,0-1-1 0 0,0 1 1 0 0,0 0-1 0 0,0 0 0 0 0,0-1 1 0 0,-1 1-1 0 0,1 0 1 0 0,0 0-1 0 0,0-1 1 0 0,-1 1-1 0 0,1 0 1 0 0,0-1-1 0 0,-1 1 1 0 0,1 0-1 0 0,0-1 1 0 0,-1 1-1 0 0,1-1 1 0 0,-1 1-1 0 0,1 0 0 0 0,-1-1 1 0 0,0 1-1 0 0,1-1 1 0 0,-1 0-1 0 0,1 1 1 0 0,-1-1-1 0 0,0 1 1 0 0,1-1-1 0 0,-1 0 1 0 0,0 0-1 0 0,0 1 1 0 0,1-1-1 0 0,-1 0 1 0 0,0 0-1 0 0,0 0 0 0 0,1 0 1 0 0,-1 0-1 0 0,0 0 1 0 0,0 0-1 0 0,1 0 1 0 0,-1 0-1 0 0,0 0 1 0 0,0 0-1 0 0,1 0 1 0 0,-2-1-1 0 0,-13-5-2474 0 0</inkml:trace>
</inkml:ink>
</file>

<file path=ppt/ink/ink8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4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0 205 368 0 0,'12'-8'656'0'0,"2"0"-28"0"0,-3-2-52 0 0,3-1-56 0 0,2 1-48 0 0,5-3-24 0 0,3 3-52 0 0,-2-3-40 0 0,3 3-60 0 0,-1 0-68 0 0,0-1-128 0 0,3 0-92 0 0,1-4-176 0 0,-4 4-76 0 0,1-2-172 0 0,-1 1-288 0 0,0-2-764 0 0,-1-1 336 0 0</inkml:trace>
</inkml:ink>
</file>

<file path=ppt/ink/ink8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4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37 436 0 0,'-7'-36'5718'0'0,"4"36"-3788"0"0,0 9-499 0 0,-5 65 735 0 0,7-52-2182 0 0,-24 321 1746 0 0,20-261-806 0 0,1-29-2967 0 0,2-19-5247 0 0</inkml:trace>
  <inkml:trace contextRef="#ctx0" brushRef="#br0" timeOffset="1">1 441 724 0 0,'12'-11'723'0'0,"1"0"-1"0"0,1 1 1 0 0,0 0 0 0 0,0 2 0 0 0,0-1-1 0 0,1 2 1 0 0,0 0 0 0 0,1 1-1 0 0,22-7 1 0 0,0 4-2261 0 0,1 1 0 0 0,75-5 1 0 0,-86 10-341 0 0</inkml:trace>
</inkml:ink>
</file>

<file path=ppt/ink/ink8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6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0 190 240 0 0,'0'0'2670'0'0,"23"-34"1956"0"0,-21 32-4532 0 0,1 0 0 0 0,-1 1 1 0 0,0-1-1 0 0,1 1 0 0 0,0 0 0 0 0,-1 0 0 0 0,1 0 1 0 0,0 0-1 0 0,-1 0 0 0 0,1 1 0 0 0,0-1 0 0 0,0 1 1 0 0,0-1-1 0 0,0 1 0 0 0,0 0 0 0 0,-1 0 0 0 0,1 1 1 0 0,0-1-1 0 0,0 1 0 0 0,0-1 0 0 0,-1 1 0 0 0,1 0 1 0 0,0 0-1 0 0,0 0 0 0 0,-1 0 0 0 0,1 1 0 0 0,-1-1 1 0 0,1 1-1 0 0,2 1 0 0 0,-1 1-40 0 0,0 0-1 0 0,0 0 1 0 0,0 1 0 0 0,-1-1 0 0 0,1 1-1 0 0,-1 0 1 0 0,0 0 0 0 0,-1 0-1 0 0,1 0 1 0 0,-1 0 0 0 0,0 0 0 0 0,0 1-1 0 0,0-1 1 0 0,0 7 0 0 0,-1-9-8 0 0,-1 0-1 0 0,0 1 1 0 0,1-1 0 0 0,-1 0 0 0 0,0 0 0 0 0,0 0 0 0 0,-1 1-1 0 0,1-1 1 0 0,-1 0 0 0 0,0 0 0 0 0,-2 6 0 0 0,3-8-5 0 0,-1 1 1 0 0,0-1 0 0 0,0 0-1 0 0,1 0 1 0 0,-1 1-1 0 0,0-1 1 0 0,0 0 0 0 0,0 0-1 0 0,0 0 1 0 0,-1 0-1 0 0,1-1 1 0 0,0 1 0 0 0,0 0-1 0 0,0 0 1 0 0,-1-1-1 0 0,1 1 1 0 0,0-1-1 0 0,-1 1 1 0 0,1-1 0 0 0,-1 1-1 0 0,1-1 1 0 0,0 0-1 0 0,-1 0 1 0 0,1 1 0 0 0,-3-1-1 0 0,2 0 131 0 0,-19-24 384 0 0,20 20-529 0 0,0 0 1 0 0,1 0-1 0 0,0 0 0 0 0,0 0 0 0 0,0 0 0 0 0,0 0 1 0 0,1 0-1 0 0,0 0 0 0 0,-1 0 0 0 0,2 0 0 0 0,-1 0 1 0 0,0 0-1 0 0,1 0 0 0 0,-1 1 0 0 0,1-1 0 0 0,0 0 0 0 0,0 1 1 0 0,1 0-1 0 0,2-4 0 0 0,-1 2-17 0 0,0 0 0 0 0,0 0-1 0 0,0 1 1 0 0,0 0 0 0 0,1-1 0 0 0,-1 2-1 0 0,1-1 1 0 0,0 0 0 0 0,1 1-1 0 0,-1 0 1 0 0,9-3 0 0 0,-8 4-13 0 0,0 1 0 0 0,0 1-1 0 0,0-1 1 0 0,-1 1 0 0 0,1 0 0 0 0,0 0 0 0 0,0 1 0 0 0,0 0-1 0 0,0 0 1 0 0,-1 0 0 0 0,1 1 0 0 0,-1-1 0 0 0,1 1 0 0 0,-1 1-1 0 0,6 2 1 0 0,3 3-17 0 0,0 1 0 0 0,0 0 0 0 0,-1 0 0 0 0,18 19 0 0 0,-30-27 73 0 0,3 2 27 0 0,4-10 10 0 0,5-8-71 0 0,1-6-105 0 0,1 0 0 0 0,1 2-1 0 0,1 0 1 0 0,1 0 0 0 0,20-16-1 0 0,-35 34 64 0 0,0 0 1 0 0,0 1-1 0 0,-1 0 0 0 0,1-1 0 0 0,0 1 0 0 0,0 0 0 0 0,0 0 1 0 0,0 0-1 0 0,-1 1 0 0 0,1-1 0 0 0,0 1 0 0 0,0-1 0 0 0,-1 1 1 0 0,1 0-1 0 0,2 2 0 0 0,46 27-1491 0 0,-44-24 1179 0 0,0-1 0 0 0,1 0 1 0 0,0-1-1 0 0,0 0 0 0 0,0 0 0 0 0,0-1 0 0 0,0 0 1 0 0,18 4-1 0 0,-12-5-102 0 0,0-1 0 0 0,0 0 0 0 0,1-1-1 0 0,-1-1 1 0 0,0 0 0 0 0,25-6 0 0 0,-32 6 596 0 0,-1-1 0 0 0,0 0 0 0 0,0 0 0 0 0,0 0 0 0 0,0-1 0 0 0,0 0 0 0 0,-1 0 0 0 0,1 0-1 0 0,-1-1 1 0 0,0 0 0 0 0,0 0 0 0 0,0-1 0 0 0,0 1 0 0 0,-1-1 0 0 0,1 0 0 0 0,6-10 0 0 0,-10 13 258 0 0,-1 1 111 0 0,0 0-484 0 0,0 1 0 0 0,0 0 0 0 0,0-1 0 0 0,0 1 0 0 0,1 0 1 0 0,-1 0-1 0 0,0-1 0 0 0,0 1 0 0 0,0 0 0 0 0,0-1 0 0 0,0 1 0 0 0,0 0 0 0 0,0-1 0 0 0,0 1 0 0 0,0 0 0 0 0,0-1 0 0 0,0 1 0 0 0,0 0 1 0 0,0-1-1 0 0,0 1 0 0 0,-1 0 0 0 0,1-1 0 0 0,0 1 0 0 0,0 0 0 0 0,0-1 0 0 0,0 1 0 0 0,-1 0 0 0 0,1 0 0 0 0,0-1 0 0 0,0 1 1 0 0,0 0-1 0 0,-1 0 0 0 0,1-1 0 0 0,0 1 0 0 0,0 0 0 0 0,-1 0 0 0 0,-4 0 22 0 0,1 1 1 0 0,0 0-1 0 0,0 0 0 0 0,-1 0 1 0 0,1 1-1 0 0,0 0 0 0 0,0-1 1 0 0,0 1-1 0 0,1 1 0 0 0,-1-1 1 0 0,0 0-1 0 0,1 1 0 0 0,0 0 1 0 0,-1 0-1 0 0,1 0 0 0 0,0 0 1 0 0,1 0-1 0 0,-1 1 0 0 0,0 0 1 0 0,1-1-1 0 0,0 1 0 0 0,0 0 1 0 0,-3 7-1 0 0,5-9 40 0 0,0 0-34 0 0,-1 5-70 0 0,17-2 173 0 0,-12-5-213 0 0,0-1 1 0 0,1 0-1 0 0,-1 0 0 0 0,0 0 1 0 0,0 0-1 0 0,0-1 0 0 0,0 0 1 0 0,0 0-1 0 0,0 0 0 0 0,0 0 1 0 0,-1 0-1 0 0,1-1 0 0 0,3-3 1 0 0,47-41-492 0 0,-47 41 509 0 0,-1 1-3 0 0,0 0 0 0 0,0 0 0 0 0,0 1 0 0 0,1-1 0 0 0,0 1 0 0 0,-1 1 0 0 0,1 0 0 0 0,1 0 0 0 0,-1 0-1 0 0,0 0 1 0 0,1 1 0 0 0,-1 1 0 0 0,1-1 0 0 0,0 1 0 0 0,-1 1 0 0 0,1-1 0 0 0,0 1 0 0 0,0 1 0 0 0,-1-1 0 0 0,1 1-1 0 0,0 1 1 0 0,-1-1 0 0 0,1 1 0 0 0,10 4 0 0 0,6 4 12 0 0,-1 1-1 0 0,0 1 1 0 0,-1 1 0 0 0,30 22-1 0 0,-28-18 14 0 0,2-1-1 0 0,41 20 0 0 0,-57-32-59 0 0,0 0 0 0 0,-1-1 1 0 0,2 0-1 0 0,-1-1 0 0 0,0 0 0 0 0,0 0 0 0 0,1-1 0 0 0,-1-1 0 0 0,0 0 0 0 0,1 0 1 0 0,13-3-1 0 0,-18 2 87 0 0,-1 0 1 0 0,1 0 0 0 0,-1 0-1 0 0,0-1 1 0 0,0 0-1 0 0,0 0 1 0 0,0 0 0 0 0,0-1-1 0 0,0 0 1 0 0,0 0 0 0 0,-1 0-1 0 0,0 0 1 0 0,1-1 0 0 0,-1 1-1 0 0,-1-1 1 0 0,1 0-1 0 0,0-1 1 0 0,-1 1 0 0 0,0 0-1 0 0,0-1 1 0 0,0 0 0 0 0,-1 0-1 0 0,1 0 1 0 0,-1 0 0 0 0,0 0-1 0 0,-1 0 1 0 0,1-1-1 0 0,-1 1 1 0 0,0 0 0 0 0,-1-1-1 0 0,1 1 1 0 0,-1-1 0 0 0,0 1-1 0 0,0-1 1 0 0,-1 1 0 0 0,0-1-1 0 0,1 1 1 0 0,-2 0-1 0 0,-1-7 1 0 0,2 10 9 0 0,0 1-1 0 0,1-1 1 0 0,-1 1 0 0 0,0 0-1 0 0,0-1 1 0 0,0 1 0 0 0,0 0-1 0 0,0 0 1 0 0,0 0 0 0 0,0 0 0 0 0,0 0-1 0 0,-1 0 1 0 0,1 0 0 0 0,0 0-1 0 0,-1 0 1 0 0,1 0 0 0 0,0 1-1 0 0,-1-1 1 0 0,1 0 0 0 0,-1 1-1 0 0,1-1 1 0 0,-1 1 0 0 0,-1 0-1 0 0,-2-1 21 0 0,1 1-1 0 0,0 0 0 0 0,-1 0 1 0 0,1 1-1 0 0,-1-1 1 0 0,1 1-1 0 0,0 0 0 0 0,-6 2 1 0 0,-2 2 19 0 0,1-1 0 0 0,0 2 0 0 0,0-1 0 0 0,0 2 1 0 0,-10 7-1 0 0,4 0-46 0 0,0 0 0 0 0,2 0 0 0 0,-1 2 0 0 0,2 0 0 0 0,0 1 0 0 0,1 0-1 0 0,1 1 1 0 0,-17 32 0 0 0,19-30-571 0 0,-11 25-989 0 0,10-12-4767 0 0,9-24 3104 0 0</inkml:trace>
</inkml:ink>
</file>

<file path=ppt/ink/ink8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6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19 1496 0 0,'0'0'1536'0'0,"11"-6"1249"0"0,1 2 995 0 0,-9-5-100 0 0,-50 14-5384 0 0,21 6-228 0 0,1-3-2088 0 0,-12 3 927 0 0</inkml:trace>
</inkml:ink>
</file>

<file path=ppt/ink/ink8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6.6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0 221 368 0 0,'0'0'899'0'0,"4"1"-65"0"0,6 3-473 0 0,1-1-1 0 0,0 0 1 0 0,0 0 0 0 0,0-2 0 0 0,0 1-1 0 0,21-1 1 0 0,78-6 372 0 0,-66 1-408 0 0,426-38 1160 0 0,-95 5-739 0 0,149-13 58 0 0,223-14 208 0 0,-49 44-237 0 0,-42 4-47 0 0,-94 28-697 0 0,-559-12 216 0 0,15 2-6494 0 0</inkml:trace>
</inkml:ink>
</file>

<file path=ppt/ink/ink8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47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46 14741 0 0,'10'0'744'0'0,"-3"5"-404"0"0,6-8-120 0 0,1 0-212 0 0,-16-12-608 0 0,-16 2-1900 0 0,6 6 340 0 0,0 1-2340 0 0,-4 2 1035 0 0</inkml:trace>
</inkml:ink>
</file>

<file path=ppt/ink/ink8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56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70 279 336 0 0,'-44'-15'4988'0'0,"43"15"-4515"0"0,-14-10 2036 0 0,5 6-55 0 0,25 10-2412 0 0,1-2 0 0 0,-1 0 0 0 0,1 0 1 0 0,0-1-1 0 0,-1-1 0 0 0,1-1 1 0 0,17 0-1 0 0,122-11 310 0 0,-78 3-259 0 0,607-62 537 0 0,-450 41-457 0 0,185-14 174 0 0,-389 34-34 0 0,-30 8-303 0 0,0-1 1 0 0,0 1-1 0 0,0 0 0 0 0,1 0 0 0 0,-1 0 0 0 0,0-1 0 0 0,0 1 0 0 0,1 0 0 0 0,-1 0 0 0 0,0-1 0 0 0,0 1 0 0 0,0 0 0 0 0,0 0 0 0 0,0-1 0 0 0,0 1 0 0 0,1 0 0 0 0,-1-1 0 0 0,0 1 0 0 0,0 0 0 0 0,0-1 0 0 0,0 1 0 0 0,0 0 0 0 0,0-1 0 0 0,0 1 0 0 0,0 0 0 0 0,0 0 0 0 0,0-1 0 0 0,0 1 0 0 0,-1 0 0 0 0,1-1 1 0 0,0 1-1 0 0,0 0 0 0 0,0-1 0 0 0,0 1 0 0 0,0 0 0 0 0,-1 0 0 0 0,1-1 0 0 0,0 1 0 0 0,0 0 0 0 0,0 0 0 0 0,-1 0 0 0 0,1-1 0 0 0,-7-4 43 0 0,1 0 0 0 0,-1 0 0 0 0,-1 1 0 0 0,-13-7 0 0 0,-42-16 36 0 0,-23-13 5 0 0,84 39-115 0 0,5 2-97 0 0,-1 0 114 0 0,0 1 0 0 0,1-1 0 0 0,-1 1 0 0 0,0 0 0 0 0,0-1 0 0 0,0 1 0 0 0,0 0 0 0 0,-1 0 0 0 0,1 1 0 0 0,0-1 0 0 0,1 4 0 0 0,5 5-10 0 0,-5-7 6 0 0,0 1-1 0 0,0-1 1 0 0,0 1-1 0 0,-1 0 1 0 0,0 0-1 0 0,0 0 0 0 0,0 0 1 0 0,-1 0-1 0 0,0 0 1 0 0,0 1-1 0 0,0-1 1 0 0,-1 0-1 0 0,1 1 1 0 0,-1-1-1 0 0,0 1 0 0 0,-1-1 1 0 0,0 0-1 0 0,1 1 1 0 0,-2-1-1 0 0,1 0 1 0 0,-1 0-1 0 0,1 0 1 0 0,-1 0-1 0 0,-1 0 0 0 0,1 0 1 0 0,-4 5-1 0 0,-8 12-1147 0 0,0 0-1 0 0,-2-1 0 0 0,-35 38 0 0 0,47-55 735 0 0,-10 9-2759 0 0,1-4 241 0 0</inkml:trace>
</inkml:ink>
</file>

<file path=ppt/ink/ink8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57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100 168 324 0 0,'-39'-46'6185'0'0,"38"45"-5631"0"0,-1-2-295 0 0,-1 1 1 0 0,1-1-1 0 0,0 1 1 0 0,-1 0-1 0 0,1 0 1 0 0,-1 0 0 0 0,0 0-1 0 0,1 0 1 0 0,-1 1-1 0 0,0-1 1 0 0,0 1-1 0 0,-6-2 1 0 0,3 0 102 0 0,4 2 269 0 0,2 1-561 0 0,-1 0 0 0 0,0-1 0 0 0,1 1 0 0 0,-1 0 0 0 0,1 0 0 0 0,-1-1 0 0 0,1 1 0 0 0,-1 0 0 0 0,0-1 0 0 0,1 1-1 0 0,-1 0 1 0 0,1-1 0 0 0,0 1 0 0 0,-1-1 0 0 0,1 1 0 0 0,-1-1 0 0 0,1 1 0 0 0,0-1 0 0 0,-1 1 0 0 0,1-1 0 0 0,0 1 0 0 0,-1-1-1 0 0,1 1 1 0 0,0-1 0 0 0,0 0 0 0 0,0 1 0 0 0,0-1 0 0 0,0 0 0 0 0,-1 1 0 0 0,1-1 0 0 0,0 1 0 0 0,0-1 0 0 0,0 0 0 0 0,1 1-1 0 0,-1-1 1 0 0,0 0 0 0 0,0 1 0 0 0,0-1 0 0 0,0 1 0 0 0,1-1 0 0 0,-1 0 0 0 0,0 1 0 0 0,0-1 0 0 0,1 0 0 0 0,13-30 24 0 0,-13 30-25 0 0,13-33 496 0 0,-13 33-443 0 0,-1 32 349 0 0,-10 69-458 0 0,3-52 66 0 0,3 1 0 0 0,3 81 0 0 0,3-17 138 0 0,-3-73-1052 0 0,5 53 0 0 0,-5-55-1259 0 0,-7-16-5106 0 0</inkml:trace>
</inkml:ink>
</file>

<file path=ppt/ink/ink8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57.7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1 175 108 0 0,'0'0'733'0'0,"9"-3"-13"0"0,91-20 1403 0 0,117-12 0 0 0,-49 10-1023 0 0,324-41 1907 0 0,-491 66-3000 0 0,-1 0 0 0 0,1 0 1 0 0,0 0-1 0 0,0 0 0 0 0,0 0 0 0 0,-1 0 0 0 0,1 0 0 0 0,0 1 0 0 0,0-1 0 0 0,-1 0 0 0 0,1 0 0 0 0,0 1 1 0 0,0-1-1 0 0,-1 0 0 0 0,1 1 0 0 0,0-1 0 0 0,-1 1 0 0 0,1-1 0 0 0,0 1 0 0 0,-1-1 0 0 0,1 1 0 0 0,-1 0 1 0 0,1-1-1 0 0,-1 1 0 0 0,1 0 0 0 0,-1-1 0 0 0,0 1 0 0 0,1 0 0 0 0,-1-1 0 0 0,0 1 0 0 0,1 0 1 0 0,-1 0-1 0 0,0-1 0 0 0,0 1 0 0 0,0 0 0 0 0,0 1 0 0 0,1 35 98 0 0,-1-19-72 0 0,1-10-32 0 0,1 1-1 0 0,0-1 1 0 0,1 0 0 0 0,0 1-1 0 0,0-1 1 0 0,1-1 0 0 0,0 1 0 0 0,0 0-1 0 0,1-1 1 0 0,0 0 0 0 0,9 10-1 0 0,-12-14 49 0 0,0-1 1 0 0,1 1-1 0 0,-1 0 0 0 0,1-1 0 0 0,0 1 0 0 0,-1-1 0 0 0,1 0 0 0 0,1 0 0 0 0,-1 0 0 0 0,0 0 0 0 0,0-1 1 0 0,1 1-1 0 0,-1-1 0 0 0,0 0 0 0 0,1 0 0 0 0,0 0 0 0 0,-1-1 0 0 0,1 1 0 0 0,-1-1 0 0 0,1 1 0 0 0,0-1 1 0 0,-1-1-1 0 0,1 1 0 0 0,0 0 0 0 0,-1-1 0 0 0,1 0 0 0 0,-1 0 0 0 0,1 0 0 0 0,5-2 0 0 0,-6 1 46 0 0,0 0 0 0 0,0 0 0 0 0,0 0 0 0 0,0-1 0 0 0,-1 1 0 0 0,1-1 0 0 0,-1 1 0 0 0,0-1 0 0 0,1 0 0 0 0,-1 0 0 0 0,0 0 0 0 0,-1 0 0 0 0,1 0 0 0 0,-1-1 0 0 0,1 1 0 0 0,-1 0 0 0 0,0-1 0 0 0,0 1 0 0 0,-1-1 0 0 0,1 1 0 0 0,-1-1 0 0 0,1 1 0 0 0,-1-1 0 0 0,0 0 0 0 0,0 1 0 0 0,-1-1 0 0 0,1 1-1 0 0,-1-1 1 0 0,0 1 0 0 0,0-1 0 0 0,0 1 0 0 0,-2-5 0 0 0,-3-7 47 0 0,0 0 0 0 0,0 1 1 0 0,-2 0-1 0 0,0 0 0 0 0,-16-22 0 0 0,15 25-2910 0 0,25 25-5208 0 0,1-8 5141 0 0</inkml:trace>
</inkml:ink>
</file>

<file path=ppt/ink/ink8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58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0 268 796 0 0,'7'-9'3148'0'0,"-7"9"-3071"0"0,0 1 0 0 0,0-1 0 0 0,0 0 0 0 0,0 0 0 0 0,0 0 0 0 0,0 0 0 0 0,0 0 0 0 0,0 1 0 0 0,1-1 0 0 0,-1 0 0 0 0,0 0 0 0 0,0 0-1 0 0,0 0 1 0 0,0 0 0 0 0,0 0 0 0 0,0 0 0 0 0,0 0 0 0 0,1 1 0 0 0,-1-1 0 0 0,0 0 0 0 0,0 0 0 0 0,0 0 0 0 0,0 0 0 0 0,0 0 0 0 0,0 0 0 0 0,1 0 0 0 0,-1 0 0 0 0,0 0 0 0 0,0 0-1 0 0,0 0 1 0 0,0 0 0 0 0,1 0 0 0 0,-1 0 0 0 0,0 0 0 0 0,0 0 0 0 0,0 0 0 0 0,0 0 0 0 0,0 0 0 0 0,1 0 0 0 0,-1 0 0 0 0,0 0 0 0 0,0 0 0 0 0,0 0 0 0 0,0-1 0 0 0,0 1 0 0 0,0 0 0 0 0,1 0-1 0 0,-1 0 1 0 0,0 0 0 0 0,0 0 0 0 0,0 0 0 0 0,0 0 0 0 0,0-1 0 0 0,0 1 0 0 0,0 0 0 0 0,0 0 0 0 0,0 0 0 0 0,0 0 0 0 0,1 0 0 0 0,-1 0 0 0 0,0-1 0 0 0,0 1 0 0 0,0 0 0 0 0,0 0-1 0 0,0 0 1 0 0,0 0 0 0 0,0-1 0 0 0,0 1 0 0 0,0 0 0 0 0,0 4 13 0 0,-1 9 169 0 0,1 0-1 0 0,1-1 1 0 0,0 1 0 0 0,0 0 0 0 0,2-1-1 0 0,-1 1 1 0 0,9 21 0 0 0,-11-33-231 0 0,1 1-1 0 0,-1-1 1 0 0,1 1 0 0 0,-1-1 0 0 0,1 1 0 0 0,0-1 0 0 0,0 0 0 0 0,0 0 0 0 0,-1 1-1 0 0,1-1 1 0 0,0 0 0 0 0,1 0 0 0 0,-1 0 0 0 0,0 0 0 0 0,0 0 0 0 0,0 0-1 0 0,1 0 1 0 0,-1 0 0 0 0,0-1 0 0 0,1 1 0 0 0,-1 0 0 0 0,2 0 0 0 0,-1-1-14 0 0,-1 0 1 0 0,1 0-1 0 0,-1-1 1 0 0,1 1 0 0 0,-1 0-1 0 0,0-1 1 0 0,1 1-1 0 0,-1-1 1 0 0,0 1-1 0 0,1-1 1 0 0,-1 0 0 0 0,0 0-1 0 0,0 1 1 0 0,1-1-1 0 0,-1 0 1 0 0,0 0 0 0 0,0 0-1 0 0,1-2 1 0 0,3-2 11 0 0,0-1 0 0 0,-1 0 0 0 0,0 0 0 0 0,0-1 1 0 0,0 1-1 0 0,-1-1 0 0 0,4-10 0 0 0,15-43 77 0 0,-22 59-127 0 0,1 1-61 0 0,-1 0 82 0 0,1-1 0 0 0,-1 1 0 0 0,1 0 0 0 0,0 0 0 0 0,-1 0 0 0 0,1 0 0 0 0,-1 0 0 0 0,1 0 0 0 0,0 0 0 0 0,-1 0 0 0 0,1 0 0 0 0,-1 0 0 0 0,1 0 0 0 0,0 0 0 0 0,-1 0 0 0 0,1 0 0 0 0,-1 1 0 0 0,1-1 0 0 0,-1 0 0 0 0,1 0 0 0 0,0 1-1 0 0,3 3 5 0 0,0 1 0 0 0,0-1 0 0 0,0 0 0 0 0,0-1 0 0 0,1 1-1 0 0,0-1 1 0 0,-1 0 0 0 0,1 0 0 0 0,1 0 0 0 0,-1 0-1 0 0,0-1 1 0 0,6 2 0 0 0,-7-4 4 0 0,-1 1 1 0 0,0-1-1 0 0,1 1 0 0 0,-1-1 0 0 0,1 0 1 0 0,-1-1-1 0 0,1 1 0 0 0,-1 0 0 0 0,1-1 1 0 0,-1 0-1 0 0,1 0 0 0 0,-1 0 0 0 0,0 0 1 0 0,0-1-1 0 0,5-1 0 0 0,0-3 9 0 0,0 0 0 0 0,0-1 0 0 0,-1 0 0 0 0,0 0 0 0 0,0-1 0 0 0,0 1 0 0 0,-1-2 0 0 0,-1 1 0 0 0,1-1 0 0 0,-1 1 0 0 0,6-16 0 0 0,-2 3 5 0 0,-1-1 0 0 0,0 0 0 0 0,-2-1 0 0 0,0 1 0 0 0,-2-1 0 0 0,-1 0 0 0 0,1-27 0 0 0,-4 48-31 0 0,-2 3-66 0 0,0 0 77 0 0,0 0 0 0 0,0 0 0 0 0,0 1 0 0 0,0-1 0 0 0,1 0 0 0 0,-1 1 0 0 0,0-1 0 0 0,1 1 0 0 0,-1 0 0 0 0,-2 3 0 0 0,2-3-2 0 0,-1 1 0 0 0,-1 1 0 0 0,1 0 0 0 0,0 0-1 0 0,0 0 1 0 0,0 0 0 0 0,0 0 0 0 0,1 1 0 0 0,0 0 0 0 0,0-1-1 0 0,0 1 1 0 0,0 0 0 0 0,1 0 0 0 0,0 0 0 0 0,0 0 0 0 0,0 0-1 0 0,1 0 1 0 0,-1 0 0 0 0,2 8 0 0 0,-1-5 3 0 0,1-1 0 0 0,0 1 0 0 0,0 0-1 0 0,1-1 1 0 0,0 1 0 0 0,0-1 0 0 0,1 1 0 0 0,0-1 0 0 0,0 0 0 0 0,8 11 0 0 0,-2-6 2 0 0,2 0-1 0 0,-1-1 1 0 0,1-1 0 0 0,1 1-1 0 0,23 14 1 0 0,31 29-15 0 0,-60-47 9 0 0,-1-1 0 0 0,1 1 0 0 0,-2 0 0 0 0,1 0 0 0 0,-1 0 1 0 0,0 1-1 0 0,3 9 0 0 0,-7-16 4 0 0,0 0 0 0 0,0 0 0 0 0,0 0 0 0 0,0-1 0 0 0,0 1 0 0 0,0 0 0 0 0,-1 0 0 0 0,1 0-1 0 0,0-1 1 0 0,0 1 0 0 0,-1 0 0 0 0,1 0 0 0 0,0 0 0 0 0,-1-1 0 0 0,1 1 0 0 0,-1 0 0 0 0,1-1 0 0 0,-1 1 0 0 0,0 0 0 0 0,1-1 0 0 0,-1 1 0 0 0,1-1 0 0 0,-1 1 0 0 0,0-1 0 0 0,0 1 0 0 0,1-1 0 0 0,-1 1 0 0 0,0-1 0 0 0,0 0 0 0 0,1 0 0 0 0,-3 1 0 0 0,-30 6 58 0 0,19-8-96 0 0,0 0 1 0 0,0-1-1 0 0,-25-7 0 0 0,8-5-2820 0 0</inkml:trace>
</inkml:ink>
</file>

<file path=ppt/ink/ink8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58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39 652 0 0,'12'-23'3879'0'0,"-3"7"2439"0"0,0 54-5221 0 0,10 79 213 0 0,-12-89-1244 0 0,-1 1 0 0 0,-2 0 0 0 0,-1 0 0 0 0,-1 1-1 0 0,-2-1 1 0 0,-6 58 0 0 0,5-82-284 0 0,0-1 1 0 0,0 0-1 0 0,0 0 0 0 0,-1 1 0 0 0,1-1 0 0 0,-1 0 0 0 0,0 0 1 0 0,0-1-1 0 0,0 1 0 0 0,-1 0 0 0 0,-3 4 0 0 0,4-7-42 0 0,0 1 1 0 0,1-1-1 0 0,-1 0 0 0 0,0 0 0 0 0,0 0 0 0 0,0 0 1 0 0,0 0-1 0 0,0-1 0 0 0,0 1 0 0 0,0-1 0 0 0,0 1 1 0 0,0-1-1 0 0,0 0 0 0 0,0 0 0 0 0,0 1 0 0 0,0-2 1 0 0,-1 1-1 0 0,1 0 0 0 0,0 0 0 0 0,0-1 0 0 0,0 1 1 0 0,0-1-1 0 0,0 1 0 0 0,0-1 0 0 0,-2-1 0 0 0,-12-3-2188 0 0</inkml:trace>
</inkml:ink>
</file>

<file path=ppt/ink/ink8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59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1 228 1652 0 0,'-1'-19'868'0'0,"5"14"-757"0"0,0 0 0 0 0,0 0 0 0 0,1 0 0 0 0,-1 1 0 0 0,1-1 0 0 0,0 1 0 0 0,1 0 0 0 0,-1 0 0 0 0,1 1 0 0 0,-1 0 0 0 0,1 0 0 0 0,0 0 0 0 0,0 1 0 0 0,8-3 0 0 0,20-5 285 0 0,49-8 0 0 0,-39 9-144 0 0,58-12 323 0 0,-47 11 260 0 0,-1-3-1 0 0,73-26 1 0 0,-83 25 3485 0 0,-50 16-4226 0 0,-5 3 0 0 0,0 1 0 0 0,1 0 0 0 0,0 0-1 0 0,0 1 1 0 0,-14 14 0 0 0,22-20-68 0 0,2-1-23 0 0,0 0 0 0 0,0 0 0 0 0,-1 0 0 0 0,1 1 0 0 0,0-1 0 0 0,-1 0 1 0 0,1 0-1 0 0,0 1 0 0 0,0-1 0 0 0,0 0 0 0 0,-1 1 0 0 0,1-1 0 0 0,0 0 0 0 0,0 1 1 0 0,0-1-1 0 0,0 0 0 0 0,0 1 0 0 0,0-1 0 0 0,-1 0 0 0 0,1 1 0 0 0,0-1 1 0 0,0 0-1 0 0,0 1 0 0 0,0-1 0 0 0,0 0 0 0 0,0 1 0 0 0,0-1 0 0 0,1 0 1 0 0,-1 1-1 0 0,0-1 0 0 0,0 1 0 0 0,0-1 0 0 0,0 0 0 0 0,0 0 0 0 0,0 1 1 0 0,1-1-1 0 0,-1 0 0 0 0,0 1 0 0 0,0-1 0 0 0,1 0 0 0 0,-1 0 0 0 0,0 1 1 0 0,0-1-1 0 0,1 0 0 0 0,-1 0 0 0 0,0 1 0 0 0,1-1 0 0 0,-1 0 0 0 0,1 1 2 0 0,0 0 0 0 0,0 0 0 0 0,-1 0 0 0 0,1 0 0 0 0,0-1 0 0 0,0 1 0 0 0,0 0 0 0 0,0-1 0 0 0,0 1 0 0 0,0 0 0 0 0,1-1 0 0 0,-1 1 1 0 0,0-1-1 0 0,0 0 0 0 0,0 1 0 0 0,0-1 0 0 0,2 0 0 0 0,16-2-102 0 0,0-1 1 0 0,-1-1 0 0 0,23-8 0 0 0,-40 11 61 0 0,22 18-134 0 0,-14-14 178 0 0,1 0 0 0 0,0 0-1 0 0,-1-1 1 0 0,1 0 0 0 0,0-1 0 0 0,0 0 0 0 0,0 0 0 0 0,1-1-1 0 0,-1-1 1 0 0,0 0 0 0 0,0 0 0 0 0,0-1 0 0 0,-1 0 0 0 0,1 0-1 0 0,0-1 1 0 0,-1-1 0 0 0,0 0 0 0 0,1 0 0 0 0,-1 0 0 0 0,-1-1-1 0 0,1-1 1 0 0,-1 0 0 0 0,0 0 0 0 0,0 0 0 0 0,-1-1 0 0 0,0 0-1 0 0,11-14 1 0 0,-17 20-7 0 0,7 12-418 0 0,-7-8 419 0 0,0 0 0 0 0,0-1-1 0 0,1 1 1 0 0,-1-1 0 0 0,1 1 0 0 0,-1-1 0 0 0,1 1 0 0 0,0-1 0 0 0,0 0 0 0 0,0 0 0 0 0,0 0 0 0 0,4 3 0 0 0,0-2 2 0 0,0 0 1 0 0,1-1 0 0 0,0 1 0 0 0,-1-2 0 0 0,1 1 0 0 0,0-1 0 0 0,0 0 0 0 0,0 0-1 0 0,0-1 1 0 0,0 1 0 0 0,0-2 0 0 0,9 0 0 0 0,14-4 13 0 0,43-11 0 0 0,-48 10-19 0 0,166-36-4 0 0,-189 41-188 0 0,9-1-1321 0 0</inkml:trace>
</inkml:ink>
</file>

<file path=ppt/ink/ink8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1:59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9 102 1352 0 0,'-7'-44'6686'0'0,"6"8"-1174"0"0,2 25-6920 0 0,-1 0-4975 0 0</inkml:trace>
</inkml:ink>
</file>

<file path=ppt/ink/ink8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2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66 880 0 0,'-4'-12'1624'0'0,"0"1"-1"0"0,-1 0 1 0 0,-11-20 2449 0 0,16 38-3795 0 0,4 75 153 0 0,3-1 1 0 0,4 0-1 0 0,21 80 1 0 0,-5-25-72 0 0,-14-64-180 0 0,10 57-3110 0 0,-22-126 2129 0 0</inkml:trace>
</inkml:ink>
</file>

<file path=ppt/ink/ink8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2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0 631 584 0 0,'117'-12'2100'0'0,"8"-1"-1128"0"0,-86 5-754 0 0,0-1-1 0 0,0-2 1 0 0,-1-1-1 0 0,-1-3 1 0 0,0 0 0 0 0,39-24-1 0 0,-64 31-150 0 0,-1 0 0 0 0,1 0 0 0 0,-2-1 0 0 0,1 0 0 0 0,-2-1 0 0 0,1 0 0 0 0,-1-1 0 0 0,-1 0 0 0 0,10-14 0 0 0,-14 15-16 0 0,1 1 0 0 0,-1 0 1 0 0,-1-1-1 0 0,1 0 0 0 0,-2 0 0 0 0,1 0 0 0 0,-2 0 0 0 0,1 0 0 0 0,-1-1 1 0 0,-1 1-1 0 0,0 0 0 0 0,0-1 0 0 0,-4-17 0 0 0,1 9 125 0 0,-1 1-1 0 0,-2 0 1 0 0,0 0-1 0 0,0 0 1 0 0,-2 1-1 0 0,0 0 1 0 0,-1 1-1 0 0,0 0 1 0 0,-2 0-1 0 0,0 1 1 0 0,-20-21-1 0 0,31 35-165 0 0,-1 0 0 0 0,0 1 0 0 0,0-1 0 0 0,1 1 0 0 0,-1-1 0 0 0,0 1-1 0 0,0 0 1 0 0,0-1 0 0 0,0 1 0 0 0,0 0 0 0 0,0-1 0 0 0,0 1 0 0 0,1 0 0 0 0,-1 0-1 0 0,0 0 1 0 0,0 0 0 0 0,0 0 0 0 0,0 0 0 0 0,0 0 0 0 0,0 0 0 0 0,0 1-1 0 0,0-1 1 0 0,0 0 0 0 0,0 0 0 0 0,0 1 0 0 0,1-1 0 0 0,-1 1 0 0 0,0-1-1 0 0,0 1 1 0 0,0-1 0 0 0,1 1 0 0 0,-1-1 0 0 0,0 1 0 0 0,0 0 0 0 0,1-1-1 0 0,-1 1 1 0 0,1 0 0 0 0,-1-1 0 0 0,0 1 0 0 0,1 1 0 0 0,-25 33 52 0 0,16-15-34 0 0,1 1 0 0 0,0 0 0 0 0,2 1 0 0 0,0-1 0 0 0,1 1 0 0 0,1 0 0 0 0,2 1 0 0 0,0-1 0 0 0,1 28 0 0 0,4 10 74 0 0,2 1 1 0 0,16 69 0 0 0,-10-69 139 0 0,34 103 1 0 0,-45-164-222 0 0,0 0-1 0 0,0 1 1 0 0,0-1 0 0 0,0 0-1 0 0,0 1 1 0 0,0-1 0 0 0,0 0-1 0 0,0 0 1 0 0,0 1 0 0 0,1-1-1 0 0,-1 0 1 0 0,0 0 0 0 0,0 0-1 0 0,0 1 1 0 0,0-1 0 0 0,0 0-1 0 0,1 0 1 0 0,-1 0 0 0 0,0 1-1 0 0,0-1 1 0 0,0 0 0 0 0,1 0-1 0 0,-1 0 1 0 0,0 0 0 0 0,0 1-1 0 0,1-1 1 0 0,-1 0 0 0 0,0 0 0 0 0,0 0-1 0 0,1 0 1 0 0,-1 0 0 0 0,0 0-1 0 0,0 0 1 0 0,1 0 0 0 0,-1 0-1 0 0,0 0 1 0 0,0 0 0 0 0,1 0-1 0 0,-1 0 1 0 0,0 0 0 0 0,0 0-1 0 0,1 0 1 0 0,-1 0 0 0 0,1 0-1 0 0,9-13 228 0 0,6-23-141 0 0,-16 35-60 0 0,8-20 49 0 0,-3 6-7 0 0,1 0-1 0 0,14-26 0 0 0,-19 40-94 0 0,2 1 3 0 0,-1 0 0 0 0,1 0 0 0 0,-1 0 0 0 0,1 1 0 0 0,-1-1 0 0 0,1 1 0 0 0,-1 0 0 0 0,1 0 0 0 0,-1 0 0 0 0,0 0 0 0 0,4 2 0 0 0,26 14 20 0 0,0-1 0 0 0,1-2 0 0 0,1-1 0 0 0,0-2 0 0 0,63 12 0 0 0,-92-23-155 0 0,0 0 1 0 0,1-1-1 0 0,-1 0 1 0 0,0 0-1 0 0,0 0 1 0 0,0-1-1 0 0,0 0 1 0 0,0 0-1 0 0,0 0 1 0 0,0 0 0 0 0,0-1-1 0 0,-1 0 1 0 0,7-5-1 0 0,15-7-5155 0 0,-12 7 2623 0 0</inkml:trace>
</inkml:ink>
</file>

<file path=ppt/ink/ink8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3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3 215 364 0 0,'-2'11'6272'0'0,"8"68"-5425"0"0,101 480 1875 0 0,-75-425-1037 0 0,-83-259 1488 0 0,38 78-3099 0 0,2-1 0 0 0,1 0-1 0 0,3-1 1 0 0,3 0 0 0 0,1 0-1 0 0,2 0 1 0 0,3 0 0 0 0,1 0-1 0 0,3 0 1 0 0,2 0 0 0 0,23-76-1 0 0,-25 106-66 0 0,2 0 0 0 0,0 1 0 0 0,1-1-1 0 0,1 2 1 0 0,23-32 0 0 0,-29 43-15 0 0,0 1-1 0 0,0-1 1 0 0,1 1 0 0 0,0 0-1 0 0,0 0 1 0 0,1 1 0 0 0,-1 0 0 0 0,1 0-1 0 0,0 0 1 0 0,0 0 0 0 0,1 1 0 0 0,-1 0-1 0 0,0 1 1 0 0,1-1 0 0 0,0 1-1 0 0,0 0 1 0 0,-1 1 0 0 0,1 0 0 0 0,0 0-1 0 0,9 0 1 0 0,-12 1 1 0 0,0 0 0 0 0,0 1 0 0 0,-1 0-1 0 0,1-1 1 0 0,0 1 0 0 0,0 1 0 0 0,-1-1 0 0 0,1 0 0 0 0,0 1-1 0 0,-1 0 1 0 0,0 0 0 0 0,1 0 0 0 0,-1 0 0 0 0,0 1-1 0 0,0-1 1 0 0,0 1 0 0 0,0 0 0 0 0,-1-1 0 0 0,1 2 0 0 0,-1-1-1 0 0,1 0 1 0 0,-1 0 0 0 0,0 1 0 0 0,-1-1 0 0 0,1 1 0 0 0,0-1-1 0 0,-1 1 1 0 0,0 0 0 0 0,0-1 0 0 0,0 1 0 0 0,0 0-1 0 0,-1 0 1 0 0,1 0 0 0 0,-1 6 0 0 0,0-3 3 0 0,0-1-1 0 0,-1 0 1 0 0,1 0 0 0 0,-1 0 0 0 0,0 1-1 0 0,-1-1 1 0 0,1 0 0 0 0,-1 0-1 0 0,-1-1 1 0 0,1 1 0 0 0,-1 0 0 0 0,0-1-1 0 0,0 1 1 0 0,0-1 0 0 0,-1 0-1 0 0,0 0 1 0 0,0 0 0 0 0,0-1 0 0 0,-1 0-1 0 0,1 1 1 0 0,-7 3 0 0 0,-29 13-385 0 0,-5 4-3419 0 0,42-18 2040 0 0</inkml:trace>
</inkml:ink>
</file>

<file path=ppt/ink/ink8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3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44 92 0 0,'-13'49'2487'0'0,"10"-44"-2286"0"0,1 1 0 0 0,0 0-1 0 0,0 1 1 0 0,1-1 0 0 0,0 0 0 0 0,0 0-1 0 0,0 1 1 0 0,1-1 0 0 0,0 1 0 0 0,0-1-1 0 0,0 0 1 0 0,1 1 0 0 0,0-1 0 0 0,0 0-1 0 0,1 1 1 0 0,0-1 0 0 0,3 7 0 0 0,-5-11-117 0 0,17 29 647 0 0,-16-29-549 0 0,0-1 1 0 0,0 1-1 0 0,0-1 1 0 0,0 0-1 0 0,0 0 1 0 0,0 1-1 0 0,0-1 1 0 0,0 0-1 0 0,0 0 1 0 0,1 0-1 0 0,-1 0 1 0 0,1 0-1 0 0,-1 0 1 0 0,0-1-1 0 0,1 1 1 0 0,-1 0-1 0 0,1-1 1 0 0,0 1-1 0 0,1 0 1 0 0,-1-2-110 0 0,0 0 0 0 0,-1 1 0 0 0,1-1 0 0 0,0 0 0 0 0,-1 0 1 0 0,1 0-1 0 0,-1 0 0 0 0,1-1 0 0 0,-1 1 0 0 0,1 0 0 0 0,-1-1 0 0 0,0 1 1 0 0,0-1-1 0 0,0 1 0 0 0,0-1 0 0 0,0 1 0 0 0,0-1 0 0 0,0 0 1 0 0,0 1-1 0 0,-1-1 0 0 0,2-3 0 0 0,11-40 833 0 0,-12 29-825 0 0,0-1 1 0 0,-1 1 0 0 0,0 0 0 0 0,-1-1 0 0 0,-1 1 0 0 0,-1 0 0 0 0,0 0 0 0 0,-1 0-1 0 0,-9-21 1 0 0,13 35-542 0 0,-7-2-1096 0 0</inkml:trace>
</inkml:ink>
</file>

<file path=ppt/ink/ink8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4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58 480 0 0,'1'-2'228'0'0,"-1"0"0"0"0,1 0 0 0 0,-1 0-1 0 0,0 0 1 0 0,0 0 0 0 0,0 0 0 0 0,0 0 0 0 0,0 1 0 0 0,0-1-1 0 0,0 0 1 0 0,-1 0 0 0 0,1 0 0 0 0,-1 0 0 0 0,1 0 0 0 0,-1 1-1 0 0,0-1 1 0 0,0 0 0 0 0,0 0 0 0 0,0 1 0 0 0,0-1 0 0 0,0 1 0 0 0,0-1-1 0 0,0 1 1 0 0,-1-1 0 0 0,1 1 0 0 0,-1 0 0 0 0,1 0 0 0 0,-1-1-1 0 0,1 1 1 0 0,-1 0 0 0 0,0 0 0 0 0,1 1 0 0 0,-1-1 0 0 0,0 0-1 0 0,0 1 1 0 0,-2-2 0 0 0,2 2 574 0 0,-5 5-469 0 0,6-4-318 0 0,0-1 1 0 0,0 0-1 0 0,1 0 1 0 0,-1 1-1 0 0,0-1 1 0 0,0 1-1 0 0,1-1 1 0 0,-1 0-1 0 0,0 1 1 0 0,1-1 0 0 0,-1 1-1 0 0,0 0 1 0 0,1-1-1 0 0,-1 1 1 0 0,1-1-1 0 0,-1 1 1 0 0,1 0-1 0 0,-1 0 1 0 0,1-1-1 0 0,0 1 1 0 0,-1 0-1 0 0,1 0 1 0 0,0-1-1 0 0,-1 2 1 0 0,1 4 42 0 0,0 0-1 0 0,0-1 1 0 0,0 1 0 0 0,1 0-1 0 0,-1-1 1 0 0,1 1 0 0 0,1 0 0 0 0,-1-1-1 0 0,4 7 1 0 0,25 57 251 0 0,-7-16-146 0 0,-20-45-137 0 0,0 0 1 0 0,0 0-1 0 0,0 0 1 0 0,-1 0-1 0 0,0 0 1 0 0,-1 1-1 0 0,1 8 1 0 0,-2-15-20 0 0,0 0 0 0 0,0-1 0 0 0,-1 1 0 0 0,1 0 0 0 0,0 0 0 0 0,-1-1 0 0 0,1 1 0 0 0,-1 0 0 0 0,0-1 1 0 0,1 1-1 0 0,-1-1 0 0 0,0 1 0 0 0,0-1 0 0 0,0 1 0 0 0,0-1 0 0 0,0 0 0 0 0,0 1 0 0 0,-1-1 0 0 0,1 0 0 0 0,0 0 0 0 0,-1 0 1 0 0,1 0-1 0 0,-1 0 0 0 0,1 0 0 0 0,-1 0 0 0 0,1 0 0 0 0,-1-1 0 0 0,0 1 0 0 0,1 0 0 0 0,-1-1 0 0 0,0 0 0 0 0,1 1 0 0 0,-1-1 1 0 0,0 0-1 0 0,0 0 0 0 0,-2 0 0 0 0,-3 1 7 0 0,1 0 0 0 0,0-1 0 0 0,0 0 0 0 0,0 0 0 0 0,0 0 0 0 0,0-1 0 0 0,0 0 0 0 0,-1 0-1 0 0,1 0 1 0 0,1-1 0 0 0,-1 0 0 0 0,0 0 0 0 0,0-1 0 0 0,1 1 0 0 0,-1-1 0 0 0,1-1 0 0 0,0 1 0 0 0,0-1 0 0 0,0 1 0 0 0,-6-8 0 0 0,11 10-275 0 0,-1 0 0 0 0,1 0 0 0 0,-1 0 0 0 0,1 0-1 0 0,-1 0 1 0 0,1 0 0 0 0,0 0 0 0 0,0 0 0 0 0,0 0 0 0 0,0 0 0 0 0,0 0-1 0 0,0 0 1 0 0,0 0 0 0 0,0-1 0 0 0,0 1 0 0 0,0 0 0 0 0,0 0 0 0 0,1 0-1 0 0,-1 0 1 0 0,0 0 0 0 0,1 0 0 0 0,-1 0 0 0 0,1 0 0 0 0,-1 0 0 0 0,1 0-1 0 0,0 0 1 0 0,0-1 0 0 0,0 0 207 0 0,6-8-2693 0 0</inkml:trace>
</inkml:ink>
</file>

<file path=ppt/ink/ink8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5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67 156 0 0,'-1'-33'4643'0'0,"-2"0"2356"0"0,-17 113-6553 0 0,-17 131 0 0 0,32-161-379 0 0,3 0 1 0 0,1 1 0 0 0,3-1-1 0 0,8 53 1 0 0,-8-93-53 0 0,0 0-1 0 0,0 0 1 0 0,1 0 0 0 0,0 0-1 0 0,1-1 1 0 0,0 1 0 0 0,0-1-1 0 0,1 0 1 0 0,1 0 0 0 0,-1-1 0 0 0,1 1-1 0 0,1-1 1 0 0,0-1 0 0 0,0 1-1 0 0,0-1 1 0 0,1 0 0 0 0,0-1-1 0 0,10 7 1 0 0,-10-9 0 0 0,0 0-1 0 0,1 0 1 0 0,-1-1 0 0 0,1 0 0 0 0,0 0-1 0 0,0-1 1 0 0,0 0 0 0 0,0-1-1 0 0,0 0 1 0 0,1 0 0 0 0,-1-1 0 0 0,0 0-1 0 0,0-1 1 0 0,1 0 0 0 0,-1 0-1 0 0,0-1 1 0 0,0 0 0 0 0,0-1-1 0 0,-1 0 1 0 0,13-6 0 0 0,-7 2 0 0 0,-1 0 0 0 0,0-1 1 0 0,0 0-1 0 0,-1-1 0 0 0,0 0 0 0 0,-1-1 1 0 0,0-1-1 0 0,0 1 0 0 0,-1-2 0 0 0,-1 0 0 0 0,0 0 1 0 0,0 0-1 0 0,-1-1 0 0 0,-1 0 0 0 0,0-1 1 0 0,-1 0-1 0 0,0 0 0 0 0,4-20 0 0 0,-9 32-16 0 0,-1 0 0 0 0,1 0 0 0 0,-1-1-1 0 0,0 1 1 0 0,0 0 0 0 0,0-1 0 0 0,0 1 0 0 0,0 0 0 0 0,-1-1-1 0 0,1 1 1 0 0,-1 0 0 0 0,1 0 0 0 0,-1-1 0 0 0,0 1-1 0 0,0 0 1 0 0,0 0 0 0 0,0 0 0 0 0,0 0 0 0 0,0 0-1 0 0,-1 0 1 0 0,1 0 0 0 0,0 1 0 0 0,-1-1 0 0 0,0 0-1 0 0,1 1 1 0 0,-1-1 0 0 0,0 1 0 0 0,0 0 0 0 0,0 0-1 0 0,0-1 1 0 0,0 1 0 0 0,0 0 0 0 0,0 1 0 0 0,0-1-1 0 0,-1 0 1 0 0,1 1 0 0 0,0-1 0 0 0,0 1 0 0 0,-1-1-1 0 0,1 1 1 0 0,0 0 0 0 0,-1 0 0 0 0,1 0 0 0 0,0 1-1 0 0,-1-1 1 0 0,1 0 0 0 0,0 1 0 0 0,0-1 0 0 0,0 1 0 0 0,-1 0-1 0 0,1 0 1 0 0,0 0 0 0 0,0 0 0 0 0,0 0 0 0 0,0 0-1 0 0,0 1 1 0 0,-1 1 0 0 0,-2 2-5 0 0,1 0 0 0 0,-1 0 1 0 0,1 0-1 0 0,1 1 0 0 0,-1-1 1 0 0,1 1-1 0 0,0 0 0 0 0,1 0 0 0 0,-1 0 1 0 0,1 0-1 0 0,0 1 0 0 0,0-1 0 0 0,1 0 1 0 0,0 1-1 0 0,0-1 0 0 0,1 1 1 0 0,0 0-1 0 0,0-1 0 0 0,0 1 0 0 0,1-1 1 0 0,1 8-1 0 0,-1-8 5 0 0,0-1 1 0 0,0 0-1 0 0,1 1 0 0 0,0-1 1 0 0,-1 0-1 0 0,2 0 0 0 0,-1 1 1 0 0,1-2-1 0 0,-1 1 1 0 0,2 0-1 0 0,-1-1 0 0 0,0 1 1 0 0,1-1-1 0 0,0 0 0 0 0,0 0 1 0 0,0 0-1 0 0,0-1 0 0 0,1 1 1 0 0,-1-1-1 0 0,1 0 0 0 0,0 0 1 0 0,0-1-1 0 0,0 0 1 0 0,0 1-1 0 0,9 1 0 0 0,-7-3 1 0 0,0 0 0 0 0,1 0 0 0 0,-1-1 0 0 0,1 0-1 0 0,-1 0 1 0 0,1 0 0 0 0,-1-1 0 0 0,1-1 0 0 0,-1 1 0 0 0,0-1-1 0 0,0 0 1 0 0,0-1 0 0 0,0 0 0 0 0,0 0 0 0 0,8-5 0 0 0,6-5 0 0 0,-1-2 1 0 0,-1 0-1 0 0,23-23 0 0 0,23-18-7 0 0,-47 42-1 0 0,-10 7-15 0 0,0 1 0 0 0,0-1 0 0 0,1 2 0 0 0,0-1 0 0 0,0 2 0 0 0,0-1 0 0 0,0 1 0 0 0,14-4 0 0 0,-21 8-7 0 0,9 6 6 0 0,0 1 1 0 0,-1 1 0 0 0,19 16-1 0 0,-24-18 32 0 0,0-1-1 0 0,0 0 0 0 0,1-1 1 0 0,-1 1-1 0 0,1-1 0 0 0,1 0 1 0 0,-1 0-1 0 0,0-1 0 0 0,1 0 1 0 0,0 0-1 0 0,-1 0 1 0 0,1-1-1 0 0,0 0 0 0 0,13 2 1 0 0,-12-5 6 0 0,0 0 0 0 0,-1 0 0 0 0,1 0 0 0 0,-1-1 0 0 0,0 0 0 0 0,1-1 0 0 0,-1 1 0 0 0,0-1 0 0 0,8-6 0 0 0,60-40 409 0 0,-37 22 357 0 0,-37 26-806 0 0,0 0 0 0 0,0 0 1 0 0,0 1-1 0 0,0-1 0 0 0,0 0 0 0 0,0 1 1 0 0,0-1-1 0 0,1 1 0 0 0,-1 0 0 0 0,0-1 1 0 0,0 1-1 0 0,0 0 0 0 0,0-1 0 0 0,1 1 1 0 0,-1 0-1 0 0,0 0 0 0 0,0 0 0 0 0,1 0 0 0 0,-1 0 1 0 0,0 1-1 0 0,0-1 0 0 0,1 0 0 0 0,-1 0 1 0 0,0 1-1 0 0,0-1 0 0 0,0 1 0 0 0,0-1 1 0 0,0 1-1 0 0,0-1 0 0 0,2 2 0 0 0,11 21-8393 0 0</inkml:trace>
</inkml:ink>
</file>

<file path=ppt/ink/ink8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5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13 107 492 0 0,'4'-92'9428'0'0,"-4"90"-8848"0"0,0-7 380 0 0,0 6-1373 0 0,-2 7-2185 0 0,-2 6 2069 0 0,-6 22-3133 0 0,9-22 1268 0 0</inkml:trace>
</inkml:ink>
</file>

<file path=ppt/ink/ink8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5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68 452 0 0,'0'0'889'0'0,"-24"-45"8000"0"0,22 44-7974 0 0,-20 35-338 0 0,20-31-545 0 0,0-1-1 0 0,1 0 0 0 0,0 0 0 0 0,-1 1 0 0 0,1-1 0 0 0,0 1 0 0 0,0-1 0 0 0,1 1 1 0 0,-1 0-1 0 0,0-1 0 0 0,1 1 0 0 0,0 0 0 0 0,-1-1 0 0 0,1 1 0 0 0,0 0 0 0 0,1 0 1 0 0,-1-1-1 0 0,0 1 0 0 0,1 0 0 0 0,-1-1 0 0 0,1 1 0 0 0,0-1 0 0 0,1 4 0 0 0,0-4-18 0 0,-1 0-1 0 0,1 0 1 0 0,-1-1-1 0 0,1 1 1 0 0,0-1-1 0 0,0 1 1 0 0,0-1-1 0 0,0 1 1 0 0,0-1-1 0 0,0 0 1 0 0,0 0-1 0 0,0 0 1 0 0,0 0-1 0 0,0-1 1 0 0,1 1-1 0 0,-1 0 1 0 0,0-1-1 0 0,0 0 1 0 0,1 1-1 0 0,-1-1 0 0 0,0 0 1 0 0,1 0-1 0 0,-1-1 1 0 0,0 1-1 0 0,5-1 1 0 0,18-5 29 0 0,0-1 0 0 0,0-1 1 0 0,0-1-1 0 0,43-22 0 0 0,35-14 997 0 0,-90 41-872 0 0,0 1-1 0 0,1 1 1 0 0,15-1-1 0 0,8-1-1879 0 0,-28 0-598 0 0,-1-11-5727 0 0</inkml:trace>
</inkml:ink>
</file>

<file path=ppt/ink/ink8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6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65 212 0 0,'-7'-6'2716'0'0,"-2"-3"-1516"0"0,4 2 1069 0 0,4-5 507 0 0,10-5-2060 0 0,0 11-96 0 0,-1 3-104 0 0,16-1-632 0 0,-13 4-264 0 0,5 4-280 0 0,-2 1-988 0 0,-1 0-1781 0 0,-4 0 789 0 0</inkml:trace>
</inkml:ink>
</file>

<file path=ppt/ink/ink8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7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253 24 684 0 0,'0'-1'231'0'0,"-1"0"0"0"0,1 0 0 0 0,0 0 1 0 0,0-1-1 0 0,-1 1 0 0 0,1 0 0 0 0,-1 0 0 0 0,1 0 0 0 0,-1 0 0 0 0,1 0 0 0 0,-1 0 1 0 0,0 0-1 0 0,1 0 0 0 0,-1 0 0 0 0,0 0 0 0 0,0 0 0 0 0,0 1 0 0 0,1-1 1 0 0,-1 0-1 0 0,0 0 0 0 0,0 1 0 0 0,0-1 0 0 0,0 1 0 0 0,-2-2 0 0 0,2 3-159 0 0,-1-1-1 0 0,1 1 1 0 0,0 0 0 0 0,0-1-1 0 0,1 1 1 0 0,-1 0-1 0 0,0-1 1 0 0,0 1-1 0 0,0 0 1 0 0,0 0-1 0 0,1 0 1 0 0,-1 0-1 0 0,0 0 1 0 0,1 0 0 0 0,-1 0-1 0 0,1 0 1 0 0,-1 0-1 0 0,1 0 1 0 0,-1 2-1 0 0,-18 64-169 0 0,19-65 329 0 0,-15 93 376 0 0,5 1 0 0 0,5 187 0 0 0,6-180-192 0 0,-2-83 1586 0 0,-1-23-1010 0 0,-3-44-786 0 0,-2-19-75 0 0,1 35-120 0 0,0 1 1 0 0,-2 1-1 0 0,-15-40 0 0 0,22 68-14 0 0,1 1 0 0 0,-1-1 0 0 0,1 0 0 0 0,-1 0 1 0 0,0 0-1 0 0,1 1 0 0 0,-1-1 0 0 0,0 0 0 0 0,1 1 0 0 0,-1-1 0 0 0,0 0 0 0 0,0 1 1 0 0,0-1-1 0 0,0 1 0 0 0,0 0 0 0 0,1-1 0 0 0,-1 1 0 0 0,0 0 0 0 0,0-1 0 0 0,0 1 1 0 0,0 0-1 0 0,0 0 0 0 0,0 0 0 0 0,0 0 0 0 0,0 0 0 0 0,0 0 0 0 0,0 0 0 0 0,0 0 1 0 0,0 0-1 0 0,0 0 0 0 0,0 1 0 0 0,0-1 0 0 0,0 0 0 0 0,0 1 0 0 0,0-1 0 0 0,0 1 1 0 0,0-1-1 0 0,0 1 0 0 0,1-1 0 0 0,-1 1 0 0 0,0-1 0 0 0,0 1 0 0 0,1 0 0 0 0,-1 0 1 0 0,0-1-1 0 0,0 3 0 0 0,-33 33-75 0 0,34-35 77 0 0,-5 5-9 0 0,0 1 0 0 0,1 0 1 0 0,0 1-1 0 0,0-1 0 0 0,1 1 1 0 0,0-1-1 0 0,1 1 0 0 0,-1 0 1 0 0,1 0-1 0 0,1 0 0 0 0,0 0 1 0 0,0 0-1 0 0,0 1 1 0 0,1 12-1 0 0,1-17 9 0 0,-1 0 0 0 0,1 0 0 0 0,0 0 0 0 0,0 0 0 0 0,0 0 0 0 0,1 0 0 0 0,-1 0 0 0 0,1 0 0 0 0,0 0 0 0 0,0-1-1 0 0,0 1 1 0 0,1-1 0 0 0,-1 0 0 0 0,1 1 0 0 0,0-1 0 0 0,0 0 0 0 0,0-1 0 0 0,0 1 0 0 0,0 0 0 0 0,1-1 0 0 0,-1 0 0 0 0,1 0 0 0 0,-1 0 0 0 0,1 0 0 0 0,0 0 0 0 0,0-1 0 0 0,0 0 0 0 0,0 0 0 0 0,8 2 0 0 0,5-2-33 0 0,0 1 0 0 0,0-2-1 0 0,0 0 1 0 0,0-1 0 0 0,0-1 0 0 0,0 0 0 0 0,-1-2 0 0 0,1 0 0 0 0,-1 0 0 0 0,20-9-1 0 0,18-11-243 0 0,80-46-1 0 0,-109 56 210 0 0,-10 6 38 0 0,-1-1 0 0 0,0-1 0 0 0,17-14 0 0 0,-12 14 36 0 0,-17 9 3 0 0,0 4-50 0 0,-1 1 0 0 0,1-1 0 0 0,0 0 0 0 0,-1 1 0 0 0,0-1 0 0 0,0 1 1 0 0,0-1-1 0 0,0 1 0 0 0,-1 0 0 0 0,1-1 0 0 0,-1 1 0 0 0,0 0 0 0 0,0-1 0 0 0,0 1 0 0 0,-1 0 0 0 0,-1 6 0 0 0,2 21-2327 0 0,0-28 710 0 0,0 7-3621 0 0</inkml:trace>
</inkml:ink>
</file>

<file path=ppt/ink/ink8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8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0 104 464 0 0,'0'-7'566'0'0,"0"0"-1"0"0,1 0 1 0 0,0 0 0 0 0,0 0 0 0 0,0 1-1 0 0,1-1 1 0 0,0 0 0 0 0,0 1 0 0 0,1-1-1 0 0,0 1 1 0 0,0 0 0 0 0,0 0-1 0 0,7-10 1 0 0,-9 15-518 0 0,17 1-761 0 0,45 22-4072 0 0,-50-14 3131 0 0</inkml:trace>
</inkml:ink>
</file>

<file path=ppt/ink/ink8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8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0 460 0 0,'0'0'1339'0'0,"-3"3"-708"0"0,1-1-438 0 0,0 1-1 0 0,0-1 1 0 0,-1 0-1 0 0,2 1 0 0 0,-1 0 1 0 0,0-1-1 0 0,0 1 1 0 0,1 0-1 0 0,-1 0 1 0 0,1 0-1 0 0,0 0 1 0 0,0 0-1 0 0,0 0 1 0 0,1 0-1 0 0,-2 5 0 0 0,3-2-20 0 0,-1-1 0 0 0,1 1 0 0 0,-1-1 0 0 0,2 1 0 0 0,-1-1-1 0 0,1 1 1 0 0,-1-1 0 0 0,5 9 0 0 0,-4-12-106 0 0,-1 0 0 0 0,0 1 0 0 0,0-1 0 0 0,0 1 0 0 0,0 0 0 0 0,0-1 0 0 0,-1 1 0 0 0,1 0 0 0 0,-1 0 0 0 0,0-1 0 0 0,1 1-1 0 0,-1 0 1 0 0,-1 0 0 0 0,1-1 0 0 0,0 1 0 0 0,-2 4 0 0 0,1-5-19 0 0,-1 0 0 0 0,1-1 0 0 0,-1 1-1 0 0,0 0 1 0 0,0-1 0 0 0,1 0 0 0 0,-1 1 0 0 0,0-1-1 0 0,0 0 1 0 0,0 0 0 0 0,-1 0 0 0 0,1 0 0 0 0,0-1-1 0 0,0 1 1 0 0,0-1 0 0 0,-1 1 0 0 0,1-1-1 0 0,0 1 1 0 0,-1-1 0 0 0,1 0 0 0 0,0 0 0 0 0,0-1-1 0 0,-4 1 1 0 0,2 0-27 0 0,-39-4 128 0 0,42 4-299 0 0,-1 0 0 0 0,0-1-1 0 0,1 1 1 0 0,-1-1 0 0 0,1 1-1 0 0,-1-1 1 0 0,1 0 0 0 0,-1 0-1 0 0,1 0 1 0 0,-1 0 0 0 0,1 0-1 0 0,0 0 1 0 0,-1 0-1 0 0,1 0 1 0 0,0 0 0 0 0,0-1-1 0 0,0 1 1 0 0,0 0 0 0 0,0-1-1 0 0,0 1 1 0 0,-1-4 0 0 0</inkml:trace>
</inkml:ink>
</file>

<file path=ppt/ink/ink8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8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9 360 0 0,'3'-8'5648'0'0,"-1"12"-2409"0"0,5 29-1463 0 0,2 50-1657 0 0,12 43 690 0 0,-13-91-1484 0 0,-2 1 0 0 0,3 59 0 0 0,-12-70-4676 0 0</inkml:trace>
  <inkml:trace contextRef="#ctx0" brushRef="#br0" timeOffset="1">1 313 616 0 0,'5'-15'2273'0'0,"0"9"-1918"0"0,1-1 1 0 0,-1 1-1 0 0,1 0 1 0 0,0 1-1 0 0,0-1 0 0 0,0 1 1 0 0,1 0-1 0 0,0 1 1 0 0,0 0-1 0 0,0 0 0 0 0,0 0 1 0 0,11-3-1 0 0,43-11-840 0 0,-3 10-3432 0 0,-43 7 2170 0 0</inkml:trace>
</inkml:ink>
</file>

<file path=ppt/ink/ink8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9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1 500 0 0,'11'45'2627'0'0,"-4"41"1211"0"0,-7-84-2194 0 0,3-8-1496 0 0,3-4-70 0 0,-1 0-1 0 0,2 1 1 0 0,-1 0-1 0 0,1 0 1 0 0,1 1-1 0 0,0 0 1 0 0,0 0-1 0 0,0 0 1 0 0,1 1-1 0 0,0 1 0 0 0,17-10 1 0 0,-23 14-72 0 0,0 1 0 0 0,0-1 0 0 0,1 1 1 0 0,-1 0-1 0 0,1 0 0 0 0,-1 0 0 0 0,1 1 0 0 0,-1-1 1 0 0,1 1-1 0 0,0 0 0 0 0,-1 0 0 0 0,1 0 0 0 0,-1 0 0 0 0,1 1 1 0 0,-1-1-1 0 0,1 1 0 0 0,-1 0 0 0 0,1 0 0 0 0,-1 1 1 0 0,1-1-1 0 0,-1 0 0 0 0,0 1 0 0 0,0 0 0 0 0,0 0 0 0 0,0 0 1 0 0,0 0-1 0 0,0 1 0 0 0,3 3 0 0 0,-5-4-38 0 0,0 1 0 0 0,0-1 0 0 0,-1 1 0 0 0,1-1 0 0 0,-1 1 0 0 0,1 0 0 0 0,-1-1 0 0 0,0 1 0 0 0,0 0 0 0 0,0-1 0 0 0,-1 5 0 0 0,1-6-192 0 0,0 0 0 0 0,0-1 0 0 0,0 1 0 0 0,0 0 0 0 0,0 0 1 0 0,0-1-1 0 0,-1 1 0 0 0,1 0 0 0 0,0-1 0 0 0,0 1 0 0 0,0 0 0 0 0,-1-1 0 0 0,1 1 0 0 0,0 0 0 0 0,-1-1 0 0 0,1 1 0 0 0,-1-1 0 0 0,1 1 0 0 0,-1-1 1 0 0,1 1-1 0 0,-1-1 0 0 0,0 2 0 0 0</inkml:trace>
</inkml:ink>
</file>

<file path=ppt/ink/ink8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19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28 884 0 0,'0'-28'10846'0'0,"2"35"-10529"0"0,15 62 571 0 0,11 97-1 0 0,-9-46-344 0 0,-14-85-250 0 0,1 62 0 0 0,-6-95-281 0 0,0-1-21 0 0,0-1 0 0 0,0 0 0 0 0,0 0-1 0 0,0 0 1 0 0,-1 0 0 0 0,1 0 0 0 0,0 1-1 0 0,0-1 1 0 0,0 0 0 0 0,0 0 0 0 0,0 0-1 0 0,0 0 1 0 0,0 1 0 0 0,0-1 0 0 0,0 0-1 0 0,0 0 1 0 0,-1 0 0 0 0,1 1 0 0 0,0-1-1 0 0,0 0 1 0 0,0 0 0 0 0,0 0 0 0 0,0 1-1 0 0,0-1 1 0 0,1 0 0 0 0,-1 0 0 0 0,0 0-1 0 0,0 1 1 0 0,0-1 0 0 0,0 0 0 0 0,0 0-1 0 0,0 0 1 0 0,0 1 0 0 0,0-1 0 0 0,0 0-1 0 0,0 0 1 0 0,1 0 0 0 0,-1 0 0 0 0,0 0-1 0 0,0 1 1 0 0,0-1 0 0 0,0 0 0 0 0,1 0-1 0 0,-1 0 1 0 0,0 0 0 0 0,0 0 0 0 0,0 0-1 0 0,0 0 1 0 0,1 0 0 0 0,-1 1 0 0 0,0-1-1 0 0,0 0 1 0 0,0 0 0 0 0,1 0 0 0 0,-1 0-1 0 0,0 0 1 0 0,0 0 0 0 0,0 0 0 0 0,1 0-1 0 0,-1 0 1 0 0,0 0 0 0 0,0 0 0 0 0,0 0-1 0 0,1-1 1 0 0,-1 1 0 0 0,0 0 0 0 0,0 0-1 0 0,0 0 1 0 0,1 0 0 0 0,13-14-296 0 0,1 0 1 0 0,1 1-1 0 0,0 1 0 0 0,23-14 0 0 0,-31 21 184 0 0,-1 1 0 0 0,1 0 0 0 0,0 1 0 0 0,0 0-1 0 0,0 0 1 0 0,1 0 0 0 0,-1 1 0 0 0,1 1 0 0 0,-1-1-1 0 0,1 1 1 0 0,-1 1 0 0 0,1 0 0 0 0,11 0 0 0 0,-18 1 94 0 0,0-1 1 0 0,0 0 0 0 0,0 0-1 0 0,0 1 1 0 0,-1-1-1 0 0,1 1 1 0 0,0-1 0 0 0,0 1-1 0 0,0 0 1 0 0,-1 0-1 0 0,1 0 1 0 0,-1 0 0 0 0,1 0-1 0 0,0 0 1 0 0,-1 0-1 0 0,0 0 1 0 0,1 1 0 0 0,-1-1-1 0 0,2 2 1 0 0,-3-2 20 0 0,0 0 1 0 0,0 0-1 0 0,1 0 1 0 0,-1 1-1 0 0,0-1 1 0 0,0 0-1 0 0,0 0 1 0 0,0 0 0 0 0,0 0-1 0 0,0 0 1 0 0,0 0-1 0 0,-1 1 1 0 0,1-1-1 0 0,0 0 1 0 0,0 0-1 0 0,-1 0 1 0 0,1 0-1 0 0,-1 0 1 0 0,1 0-1 0 0,-1 0 1 0 0,0 0-1 0 0,-1 1 1 0 0,-1 2 44 0 0,0-1 0 0 0,0 1 1 0 0,0-1-1 0 0,-1 0 0 0 0,1 0 0 0 0,-1-1 0 0 0,0 1 1 0 0,0-1-1 0 0,0 1 0 0 0,0-1 0 0 0,0-1 1 0 0,-1 1-1 0 0,-7 2 0 0 0,-10 0 199 0 0,19-3-264 0 0,0 0 1 0 0,-1 0-1 0 0,1 0 1 0 0,0 0 0 0 0,-1-1-1 0 0,1 1 1 0 0,-1-1-1 0 0,1 0 1 0 0,0 0 0 0 0,-1 0-1 0 0,1 0 1 0 0,-1-1-1 0 0,1 0 1 0 0,0 1-1 0 0,-1-1 1 0 0,1 0 0 0 0,0-1-1 0 0,0 1 1 0 0,0 0-1 0 0,-4-3 1 0 0,5 2-311 0 0,1 1 0 0 0,0-1 1 0 0,0 0-1 0 0,0 1 0 0 0,0-1 0 0 0,0 0 1 0 0,0 0-1 0 0,0 0 0 0 0,1 1 0 0 0,-1-1 1 0 0,1 0-1 0 0,-1 0 0 0 0,1 0 0 0 0,0 0 1 0 0,0 0-1 0 0,0 0 0 0 0,0 0 0 0 0,0-2 1 0 0,0 0-2093 0 0</inkml:trace>
</inkml:ink>
</file>

<file path=ppt/ink/ink8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0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1 411 368 0 0,'0'0'731'0'0,"2"51"4315"0"0,-2-50-4968 0 0,0 0 0 0 0,0 0-1 0 0,0 0 1 0 0,1 0 0 0 0,-1 0 0 0 0,0 0-1 0 0,0 0 1 0 0,1 0 0 0 0,-1 0 0 0 0,1 0-1 0 0,-1 0 1 0 0,1 0 0 0 0,-1-1 0 0 0,1 1-1 0 0,0 0 1 0 0,-1 0 0 0 0,1 0 0 0 0,0-1-1 0 0,-1 1 1 0 0,1 0 0 0 0,0-1 0 0 0,0 1-1 0 0,0-1 1 0 0,0 1 0 0 0,0-1-1 0 0,0 1 1 0 0,-1-1 0 0 0,1 1 0 0 0,2-1-1 0 0,0-1-39 0 0,0 0-1 0 0,0 0 0 0 0,-1 0 1 0 0,1-1-1 0 0,0 1 0 0 0,0-1 1 0 0,-1 0-1 0 0,1 0 0 0 0,2-2 1 0 0,4-3-30 0 0,-5 5-20 0 0,1 0 1 0 0,0 0 0 0 0,0 1-1 0 0,0 0 1 0 0,0-1 0 0 0,0 1-1 0 0,0 1 1 0 0,0-1-1 0 0,0 1 1 0 0,0 0 0 0 0,0 0-1 0 0,0 1 1 0 0,1-1 0 0 0,-1 1-1 0 0,0 0 1 0 0,5 2-1 0 0,-3-1-32 0 0,1-1-1 0 0,0 0 0 0 0,-1 0 0 0 0,1-1 0 0 0,15-1 0 0 0,-12-1 39 0 0,-1-1-1 0 0,1 0 1 0 0,0-1-1 0 0,-1 0 1 0 0,0-1-1 0 0,0 0 1 0 0,0 0-1 0 0,-1-1 1 0 0,0-1-1 0 0,0 1 0 0 0,0-1 1 0 0,-1-1-1 0 0,0 0 1 0 0,11-14-1 0 0,-10 10 109 0 0,-1-1-1 0 0,0 0 0 0 0,-1-1 1 0 0,0 1-1 0 0,-1-1 0 0 0,-1 0 1 0 0,0-1-1 0 0,-1 1 0 0 0,-1-1 1 0 0,3-20-1 0 0,-4 11 251 0 0,-1 0 1 0 0,0 1 0 0 0,-2-1-1 0 0,-1 0 1 0 0,-8-38-1 0 0,10 61-180 0 0,0-7 37 0 0,0 8-201 0 0,0 0 1 0 0,0 0-1 0 0,0 0 0 0 0,-1 0 1 0 0,1 0-1 0 0,0 0 0 0 0,0 0 0 0 0,0 1 1 0 0,0-1-1 0 0,0 0 0 0 0,0 0 1 0 0,0 0-1 0 0,0 0 0 0 0,0 0 0 0 0,-1 0 1 0 0,1 0-1 0 0,0 0 0 0 0,0 0 0 0 0,0 0 1 0 0,0 0-1 0 0,0 0 0 0 0,0 0 1 0 0,0 0-1 0 0,-1 0 0 0 0,1 0 0 0 0,0 0 1 0 0,0 0-1 0 0,0 0 0 0 0,0 0 1 0 0,0 0-1 0 0,0 0 0 0 0,0 0 0 0 0,0 0 1 0 0,-1 0-1 0 0,1 0 0 0 0,0-1 1 0 0,0 1-1 0 0,0 0 0 0 0,0 0 0 0 0,0 0 1 0 0,0 0-1 0 0,0 0 0 0 0,0 0 0 0 0,0 0 1 0 0,0 0-1 0 0,0 0 0 0 0,0 0 1 0 0,-1-1-1 0 0,1 1 0 0 0,0 0 0 0 0,0 0 1 0 0,0 0-1 0 0,0 0 0 0 0,0 0 1 0 0,0 0-1 0 0,0 0 0 0 0,-6 11 15 0 0,1 0 0 0 0,0 1 0 0 0,0 0 0 0 0,1 1 1 0 0,1-1-1 0 0,0 1 0 0 0,1-1 0 0 0,0 1 0 0 0,1 0 0 0 0,1 0 0 0 0,-1-1 0 0 0,2 1 0 0 0,0 0 0 0 0,3 15 0 0 0,0-5 1 0 0,2 0 0 0 0,0-1 0 0 0,1 1-1 0 0,1-1 1 0 0,1-1 0 0 0,1 1-1 0 0,15 22 1 0 0,-21-37-11 0 0,0 0 0 0 0,1 0 1 0 0,1 0-1 0 0,-1 0 0 0 0,1-1 0 0 0,0 0 0 0 0,0 0 0 0 0,1-1 0 0 0,0 1 0 0 0,0-2 1 0 0,0 1-1 0 0,0-1 0 0 0,1 0 0 0 0,-1 0 0 0 0,1-1 0 0 0,0 0 0 0 0,1 0 0 0 0,-1-1 0 0 0,0 0 1 0 0,1-1-1 0 0,-1 0 0 0 0,1 0 0 0 0,-1-1 0 0 0,14 0 0 0 0,-6-1 19 0 0,-6 1 108 0 0,-1 0 0 0 0,0-1 1 0 0,0 0-1 0 0,0 0 1 0 0,1-1-1 0 0,9-4 0 0 0,-18 6 138 0 0,42-9-4245 0 0,36-7 1089 0 0,-57 12 3270 0 0,0 0 1 0 0,-1-1 0 0 0,1-1 0 0 0,35-16 0 0 0,-9 4 767 0 0,-46 17-1575 0 0,2-1-338 0 0,9-5-6951 0 0</inkml:trace>
</inkml:ink>
</file>

<file path=ppt/ink/ink8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0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55 224 0 0,'0'0'2372'0'0,"-1"-12"-432"0"0,14 0-1120 0 0,-4 5-87 0 0,8 2-77 0 0,8-4-96 0 0,-7 4-216 0 0,11 4-216 0 0,0-3-236 0 0,11 4-184 0 0,4 0-176 0 0,1 2-688 0 0,-5 1-1245 0 0,7-1 553 0 0</inkml:trace>
</inkml:ink>
</file>

<file path=ppt/ink/ink8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1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41 156 1180 0 0,'0'0'1124'0'0,"-5"-2"-44"0"0,-31-15 8632 0 0,42 19-9621 0 0,-1-1-84 0 0,1 0 0 0 0,0 0 0 0 0,-1 0 1 0 0,1-1-1 0 0,0 0 0 0 0,0 0 0 0 0,-1-1 1 0 0,1 1-1 0 0,0-1 0 0 0,-1 0 0 0 0,1-1 1 0 0,0 1-1 0 0,-1-1 0 0 0,0 0 1 0 0,1-1-1 0 0,-1 1 0 0 0,0-1 0 0 0,6-4 1 0 0,9-8-11 0 0,0-1 0 0 0,-1 0 1 0 0,18-20-1 0 0,-6 5-6 0 0,-30 30 4 0 0,-1 1 0 0 0,1-1 1 0 0,-1 1-1 0 0,1 0 0 0 0,0-1 1 0 0,-1 1-1 0 0,1 0 0 0 0,0 0 1 0 0,-1-1-1 0 0,1 1 0 0 0,0 0 1 0 0,0 0-1 0 0,-1 0 0 0 0,1 0 1 0 0,0 0-1 0 0,-1 0 0 0 0,1 0 1 0 0,0 0-1 0 0,-1 0 0 0 0,1 1 1 0 0,0-1-1 0 0,0 0 0 0 0,-1 0 1 0 0,1 0-1 0 0,-1 1 0 0 0,1-1 1 0 0,0 0-1 0 0,-1 1 0 0 0,1-1 1 0 0,-1 1-1 0 0,1-1 0 0 0,0 1 1 0 0,-1-1-1 0 0,1 1 0 0 0,-1-1 1 0 0,0 1-1 0 0,1-1 0 0 0,-1 1 1 0 0,1-1-1 0 0,-1 1 0 0 0,0 0 1 0 0,1 0-1 0 0,14 29-20 0 0,5 31 10 0 0,-3 0 0 0 0,-3 0 0 0 0,-3 2 0 0 0,-2-1 0 0 0,-3 1 0 0 0,-2 1 0 0 0,-4-1 0 0 0,-2 0 0 0 0,-12 76 0 0 0,13-132 20 0 0,-15 66 120 0 0,15-69-34 0 0,-1 0 0 0 0,0 0 0 0 0,0 0 0 0 0,0 0 0 0 0,0-1 0 0 0,-1 1 0 0 0,1 0 0 0 0,-1-1 0 0 0,0 0 0 0 0,0 1 0 0 0,0-1 0 0 0,-1-1 0 0 0,1 1 0 0 0,-5 2 0 0 0,6-4-41 0 0,0 0 0 0 0,0-1 0 0 0,-1 1 0 0 0,1-1 0 0 0,0 0 0 0 0,-1 0 0 0 0,1 0 0 0 0,0 0 0 0 0,0 0 1 0 0,-1 0-1 0 0,1-1 0 0 0,0 1 0 0 0,-1-1 0 0 0,1 1 0 0 0,0-1 0 0 0,0 0 0 0 0,0 0 0 0 0,0 0 0 0 0,0 0 0 0 0,-3-2 0 0 0,-39-28 764 0 0,37 25-782 0 0,1 0-1 0 0,-1 0 1 0 0,1-1 0 0 0,0 0 0 0 0,0 0 0 0 0,1 0-1 0 0,0-1 1 0 0,1 0 0 0 0,-1 0 0 0 0,1 0 0 0 0,1 0 0 0 0,0-1-1 0 0,0 1 1 0 0,1-1 0 0 0,-1 0 0 0 0,2 0 0 0 0,0 0-1 0 0,0 0 1 0 0,0 0 0 0 0,1 0 0 0 0,0 0 0 0 0,3-12-1 0 0,-1 9-436 0 0,1 0 0 0 0,0 0 0 0 0,1 0 0 0 0,0 0 0 0 0,1 1 0 0 0,0-1 0 0 0,1 1 0 0 0,0 0 0 0 0,1 1 0 0 0,0 0-1 0 0,1 0 1 0 0,0 0 0 0 0,0 1 0 0 0,1 0 0 0 0,18-13 0 0 0,7-2-3583 0 0,3-1 301 0 0</inkml:trace>
</inkml:ink>
</file>

<file path=ppt/ink/ink8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1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23 190 1124 0 0,'-12'-11'4899'0'0,"6"17"-446"0"0,2 24-1811 0 0,4-28-3036 0 0,-1 5 534 0 0,1-1 0 0 0,0 1 0 0 0,1 0 0 0 0,0-1-1 0 0,0 0 1 0 0,0 1 0 0 0,1-1 0 0 0,-1 0 0 0 0,1 1-1 0 0,1-1 1 0 0,4 9 0 0 0,-6-13-47 0 0,0-2-79 0 0,0 1 0 0 0,0-1 0 0 0,1 0 0 0 0,-1 1 0 0 0,0-1 0 0 0,0 0 0 0 0,0 0 0 0 0,0 0 0 0 0,0 0 0 0 0,0 0 0 0 0,0 0 0 0 0,0 0 0 0 0,0 0 0 0 0,1-1 0 0 0,-1 1 0 0 0,0 0 0 0 0,0-1 0 0 0,0 1 0 0 0,0-1 0 0 0,1 0 0 0 0,22-7 127 0 0,3-14 26 0 0,-24 20-162 0 0,0-1 1 0 0,-1 0-1 0 0,1 0 1 0 0,0 1-1 0 0,0 0 0 0 0,0 0 1 0 0,1 0-1 0 0,-1 0 0 0 0,0 0 1 0 0,1 0-1 0 0,-1 1 0 0 0,1 0 1 0 0,0-1-1 0 0,-1 1 0 0 0,1 1 1 0 0,4-1-1 0 0,10 0-122 0 0,0 1 0 0 0,27 3-1 0 0,-36-2 108 0 0,0 1 0 0 0,1-2-1 0 0,-1 1 1 0 0,0-1-1 0 0,1 0 1 0 0,-1-1-1 0 0,0 0 1 0 0,0-1 0 0 0,0 0-1 0 0,0 0 1 0 0,10-4-1 0 0,-16 4 51 0 0,-1-1-1 0 0,1 1 0 0 0,-1 0 1 0 0,1-1-1 0 0,-1 1 1 0 0,0-1-1 0 0,0 1 0 0 0,0-1 1 0 0,0 0-1 0 0,0 0 0 0 0,-1 0 1 0 0,1 0-1 0 0,-1-1 1 0 0,0 1-1 0 0,0 0 0 0 0,0 0 1 0 0,-1-1-1 0 0,2-5 0 0 0,-2 5-14 0 0,1 0-1 0 0,-1 0 0 0 0,1 1 0 0 0,0-1 1 0 0,1 0-1 0 0,-1 0 0 0 0,1 1 1 0 0,-1-1-1 0 0,1 1 0 0 0,0-1 0 0 0,0 1 1 0 0,1 0-1 0 0,-1 0 0 0 0,1 0 0 0 0,0 0 1 0 0,-1 0-1 0 0,7-4 0 0 0,-4 4-32 0 0,0 0 1 0 0,1 0-1 0 0,-1 1 1 0 0,1 0-1 0 0,0 0 0 0 0,0 0 1 0 0,0 0-1 0 0,0 1 0 0 0,0 0 1 0 0,0 1-1 0 0,0-1 1 0 0,0 1-1 0 0,0 0 0 0 0,0 0 1 0 0,0 1-1 0 0,0 0 0 0 0,0 0 1 0 0,0 0-1 0 0,0 1 1 0 0,6 2-1 0 0,-2 1-47 0 0,1 0-1 0 0,-1 1 1 0 0,0 0 0 0 0,-1 0-1 0 0,0 1 1 0 0,0 1 0 0 0,0-1-1 0 0,-1 1 1 0 0,0 1 0 0 0,7 9-1 0 0,-8-9-86 0 0,0-1 0 0 0,1 0 0 0 0,0 0 0 0 0,0-1-1 0 0,11 9 1 0 0,-17-15 135 0 0,0 1 1 0 0,0-1-1 0 0,0 0 0 0 0,1 0 1 0 0,-1 0-1 0 0,0 0 1 0 0,0 0-1 0 0,1 0 0 0 0,-1 0 1 0 0,1-1-1 0 0,-1 1 0 0 0,1-1 1 0 0,-1 1-1 0 0,0-1 0 0 0,1 0 1 0 0,-1 0-1 0 0,1-1 0 0 0,-1 1 1 0 0,1 0-1 0 0,-1-1 0 0 0,1 1 1 0 0,-1-1-1 0 0,0 0 1 0 0,1 0-1 0 0,-1 0 0 0 0,0 0 1 0 0,0 0-1 0 0,0 0 0 0 0,3-3 1 0 0,-2 1 48 0 0,-1 1 1 0 0,0-1 0 0 0,0 0 0 0 0,-1 0 0 0 0,1 0 0 0 0,-1 0 0 0 0,1-1-1 0 0,-1 1 1 0 0,0 0 0 0 0,0-1 0 0 0,0 1 0 0 0,-1 0 0 0 0,1-1-1 0 0,-1 1 1 0 0,0-1 0 0 0,0-5 0 0 0,0-2 98 0 0,-1 0 1 0 0,0 0-1 0 0,-5-19 0 0 0,0 8 45 0 0,5 12-110 0 0,-1 2 0 0 0,-1-1 0 0 0,0 0-1 0 0,0 0 1 0 0,0 1 0 0 0,-1-1 0 0 0,-7-10 0 0 0,9 18-207 0 0,3 0 40 0 0,-1 1-1 0 0,0 0 1 0 0,0 0 0 0 0,0-1-1 0 0,0 1 1 0 0,0 0 0 0 0,0 0-1 0 0,0-1 1 0 0,0 1 0 0 0,0 0-1 0 0,0 0 1 0 0,0-1 0 0 0,0 1-1 0 0,0 0 1 0 0,0 0 0 0 0,0-1-1 0 0,0 1 1 0 0,0 0 0 0 0,0 0-1 0 0,0-1 1 0 0,0 1 0 0 0,0 0-1 0 0,0 0 1 0 0,0-1 0 0 0,0 1-1 0 0,-1 0 1 0 0,1 0 0 0 0,0 0-1 0 0,0-1 1 0 0,0 1-1 0 0,0 0 1 0 0,-1 0 0 0 0,1 0-1 0 0,0-1 1 0 0,0 1 0 0 0,-1 0-1 0 0,1 0 1 0 0,0 0 0 0 0,0 0-1 0 0,0 0 1 0 0,-1 0 0 0 0,1 0-1 0 0,0-1 1 0 0,0 1 0 0 0,-1 0-1 0 0,1 0 1 0 0,0 0 0 0 0,0 0-1 0 0,-1 0 1 0 0,1 0 0 0 0,0 0-1 0 0,-1 0 1 0 0,1 0 0 0 0,0 1-1 0 0,-11 7-5846 0 0,9-6 6480 0 0</inkml:trace>
</inkml:ink>
</file>

<file path=ppt/ink/ink8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2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1 375 8 0 0,'35'24'3068'0'0,"-25"-16"-2385"0"0,-1-1 1 0 0,0 1-1 0 0,0 1 0 0 0,13 16 0 0 0,-21-24-399 0 0,13 8 1146 0 0,-9-11 2167 0 0,-2-7-3433 0 0,0 1 0 0 0,0 0 0 0 0,1 0-1 0 0,0 0 1 0 0,1 1 0 0 0,0 0 0 0 0,0-1 0 0 0,0 2 0 0 0,1-1-1 0 0,6-6 1 0 0,-2 5-393 0 0,-1 1-1 0 0,1-1 0 0 0,0 2 0 0 0,1-1 1 0 0,0 1-1 0 0,17-6 0 0 0,-4 4-648 0 0,0 0 0 0 0,1 2 0 0 0,-1 2 0 0 0,1 0 0 0 0,0 1 0 0 0,37 1 0 0 0,-61 2 898 0 0,1 0 0 0 0,0 0 1 0 0,-1 0-1 0 0,1 1 0 0 0,-1-1 0 0 0,1 0 0 0 0,0 1 0 0 0,-1 0 0 0 0,1-1 0 0 0,-1 1 0 0 0,1 0 1 0 0,-1 0-1 0 0,0-1 0 0 0,1 1 0 0 0,-1 0 0 0 0,0 1 0 0 0,0-1 0 0 0,0 0 0 0 0,1 0 0 0 0,-1 0 0 0 0,0 1 1 0 0,-1-1-1 0 0,1 0 0 0 0,0 1 0 0 0,0-1 0 0 0,0 1 0 0 0,-1-1 0 0 0,1 1 0 0 0,-1 0 0 0 0,1 1 1 0 0,-1-1 81 0 0,4 5 220 0 0,-4-5-259 0 0,1 0-1 0 0,0 0 1 0 0,0 0-1 0 0,0 0 1 0 0,0 0 0 0 0,0 0-1 0 0,0 0 1 0 0,1 0-1 0 0,-1 0 1 0 0,1 0-1 0 0,-1-1 1 0 0,1 1-1 0 0,0 0 1 0 0,2 1-1 0 0,1-2-6 0 0,1-1 0 0 0,-1 1 0 0 0,1-1 0 0 0,-1 0 0 0 0,0 0 0 0 0,1 0 0 0 0,-1-1 0 0 0,0 0-1 0 0,1 0 1 0 0,-1 0 0 0 0,0-1 0 0 0,0 0 0 0 0,0 0 0 0 0,9-5 0 0 0,-6 2-11 0 0,-1 0 1 0 0,0 0-1 0 0,0-1 0 0 0,-1 0 1 0 0,0 0-1 0 0,0-1 0 0 0,0 1 1 0 0,8-14-1 0 0,-7 8 113 0 0,-1 1 1 0 0,0-1-1 0 0,-1-1 0 0 0,0 1 1 0 0,0-1-1 0 0,-1 1 0 0 0,-1-1 0 0 0,-1 0 1 0 0,1-1-1 0 0,-2 1 0 0 0,0 0 0 0 0,-1-18 1 0 0,-1 21 362 0 0,-1-1 0 0 0,0 2 0 0 0,-1-1 0 0 0,0 0 0 0 0,0 0 0 0 0,-1 1 1 0 0,-7-13-1 0 0,10 20 207 0 0,-2 5-536 0 0,0 1-143 0 0,0 0 0 0 0,0 0 0 0 0,1 0 0 0 0,-1 1 0 0 0,1-1 0 0 0,0 1 0 0 0,0 0 0 0 0,1-1 0 0 0,-1 1-1 0 0,1 0 1 0 0,0 0 0 0 0,0 0 0 0 0,1 0 0 0 0,0 0 0 0 0,-1 0 0 0 0,2 0 0 0 0,-1-1 0 0 0,1 8 0 0 0,4 16 26 0 0,0 1 0 0 0,11 30 0 0 0,-2-5-569 0 0,-12-44 64 0 0,16 63-1465 0 0,5-28-5911 0 0,-13-32 4005 0 0</inkml:trace>
</inkml:ink>
</file>

<file path=ppt/ink/ink8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2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56 364 0 0,'7'-8'3824'0'0,"1"-1"-567"0"0,-4 1 919 0 0,-4-4-312 0 0,-4-5-3580 0 0,-13 15-2504 0 0,-14 7-4748 0 0,15-2 3347 0 0</inkml:trace>
</inkml:ink>
</file>

<file path=ppt/ink/ink8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4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19 596 0 0,'0'0'1001'0'0,"-6"-1"-12"0"0,-19-5 508 0 0,0 2 0 0 0,0 0 0 0 0,0 2 1 0 0,-1 1-1 0 0,-47 3 0 0 0,71-1-1449 0 0,0-1 0 0 0,1 0 0 0 0,-1 1-1 0 0,0-1 1 0 0,1 1 0 0 0,-1-1 0 0 0,1 1 0 0 0,-1 0 0 0 0,1 0-1 0 0,-1-1 1 0 0,1 1 0 0 0,-1 0 0 0 0,1 0 0 0 0,0 1 0 0 0,-1-1-1 0 0,1 0 1 0 0,0 0 0 0 0,0 1 0 0 0,0-1 0 0 0,0 1 0 0 0,0-1 0 0 0,0 1-1 0 0,1-1 1 0 0,-1 1 0 0 0,0-1 0 0 0,1 1 0 0 0,-1 0 0 0 0,1-1-1 0 0,-1 1 1 0 0,1 0 0 0 0,0-1 0 0 0,0 1 0 0 0,0 0 0 0 0,0 0-1 0 0,0-1 1 0 0,0 1 0 0 0,0 0 0 0 0,1-1 0 0 0,-1 1 0 0 0,1 0-1 0 0,1 2 1 0 0,0 6 67 0 0,2 0-1 0 0,-1-1 1 0 0,1 0-1 0 0,0 0 1 0 0,9 12-1 0 0,12 18 127 0 0,-4-10-18 0 0,-3 1 0 0 0,17 35 0 0 0,-35-64-215 0 0,0 1 0 0 0,0-1-1 0 0,0 0 1 0 0,-1 1 0 0 0,1-1-1 0 0,0 1 1 0 0,-1-1 0 0 0,1 1-1 0 0,-1-1 1 0 0,0 0 0 0 0,1 1 0 0 0,-1-1-1 0 0,0 0 1 0 0,0 0 0 0 0,0 1-1 0 0,1-1 1 0 0,-1 0 0 0 0,-1 0-1 0 0,1 0 1 0 0,0 0 0 0 0,0 0-1 0 0,0-1 1 0 0,0 1 0 0 0,-1 0-1 0 0,1 0 1 0 0,-2 0 0 0 0,-35 20 39 0 0,-59 8-577 0 0,64-22-2036 0 0,0-2-3454 0 0</inkml:trace>
</inkml:ink>
</file>

<file path=ppt/ink/ink8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2:25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8 0 0,'4'-1'779'0'0,"-1"0"1"0"0,0 0-1 0 0,0 0 1 0 0,1 0-1 0 0,-1-1 1 0 0,0 1-1 0 0,0-1 1 0 0,0 0-1 0 0,-1 0 1 0 0,1 0-1 0 0,0 0 1 0 0,-1 0-1 0 0,1-1 1 0 0,-1 1-1 0 0,0-1 1 0 0,4-4-1 0 0,11-12 2959 0 0,-16 18-3565 0 0,-22-7-14303 0 0</inkml:trace>
</inkml:ink>
</file>

<file path=ppt/ink/ink8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1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 40 0 0,'0'0'9890'0'0,"0"0"-9866"0"0,0 0 0 0 0,-1 0 0 0 0,1 0 0 0 0,0 0 0 0 0,-1 0 0 0 0,1 0 0 0 0,0 0 1 0 0,-1 0-1 0 0,1 0 0 0 0,0 0 0 0 0,0 1 0 0 0,-1-1 0 0 0,1 0 0 0 0,0 0 0 0 0,-1 0 1 0 0,1 0-1 0 0,0 1 0 0 0,0-1 0 0 0,0 0 0 0 0,-1 0 0 0 0,1 1 0 0 0,0-1 1 0 0,0 0-1 0 0,0 1 0 0 0,-1-1 0 0 0,1 0 0 0 0,0 0 0 0 0,0 1 0 0 0,0-1 0 0 0,0 0 1 0 0,0 1-1 0 0,0-1 0 0 0,0 0 0 0 0,0 1 0 0 0,0-1 0 0 0,0 1 0 0 0,9 33 512 0 0,0 0 1 0 0,6 70-1 0 0,-2-12-95 0 0,6 59 193 0 0,-14-94-330 0 0,16 76-1 0 0,-19-125-658 0 0,5 18-1059 0 0,-7-25 1230 0 0,0-1 1 0 0,1 1-1 0 0,-1 0 0 0 0,1-1 0 0 0,-1 1 0 0 0,1-1 0 0 0,-1 1 0 0 0,1-1 0 0 0,-1 0 0 0 0,1 1 0 0 0,-1-1 0 0 0,1 0 0 0 0,0 1 0 0 0,-1-1 0 0 0,1 0 1 0 0,0 1-1 0 0,-1-1 0 0 0,1 0 0 0 0,0 0 0 0 0,-1 0 0 0 0,1 0 0 0 0,0 0 0 0 0,-1 0 0 0 0,1 0 0 0 0,0 0 0 0 0,0 0 0 0 0,-1 0 0 0 0,1 0 1 0 0,0 0-1 0 0,-1 0 0 0 0,1 0 0 0 0,0-1 0 0 0,-1 1 0 0 0,1 0 0 0 0,0-1 0 0 0,-1 1 0 0 0,1-1 0 0 0,20-9-2831 0 0</inkml:trace>
</inkml:ink>
</file>

<file path=ppt/ink/ink8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2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21 200 0 0,'-1'3'5608'0'0,"-17"25"-5313"0"0,10-10-88 0 0,1 0 1 0 0,0 0-1 0 0,1 1 0 0 0,1-1 1 0 0,1 1-1 0 0,0 1 1 0 0,2-1-1 0 0,-1 27 1 0 0,3-30-107 0 0,0 0 1 0 0,1-1-1 0 0,1 1 1 0 0,0 0-1 0 0,2-1 0 0 0,0 1 1 0 0,0-1-1 0 0,1 0 1 0 0,1 0-1 0 0,11 20 1 0 0,-13-29-58 0 0,0 1 0 0 0,0-1 1 0 0,0 0-1 0 0,1-1 1 0 0,-1 1-1 0 0,2-1 0 0 0,-1 0 1 0 0,0 0-1 0 0,1-1 1 0 0,0 1-1 0 0,0-1 0 0 0,0-1 1 0 0,11 6-1 0 0,-13-8 1 0 0,0 0 0 0 0,0 0 0 0 0,0-1-1 0 0,0 1 1 0 0,0-1 0 0 0,1 0 0 0 0,-1 0-1 0 0,0 0 1 0 0,0 0 0 0 0,0-1 0 0 0,0 0 0 0 0,0 0-1 0 0,0 0 1 0 0,0 0 0 0 0,0-1 0 0 0,0 1 0 0 0,0-1-1 0 0,-1 0 1 0 0,1 0 0 0 0,0-1 0 0 0,-1 1 0 0 0,0-1-1 0 0,0 1 1 0 0,5-6 0 0 0,3-4 28 0 0,-1 0 0 0 0,0 0 1 0 0,0-1-1 0 0,-2-1 0 0 0,1 0 0 0 0,-2 0 1 0 0,0 0-1 0 0,-1-1 0 0 0,0 0 0 0 0,-1 0 1 0 0,-1-1-1 0 0,4-25 0 0 0,-4 14 28 0 0,-1 0-1 0 0,-2 1 1 0 0,0-1-1 0 0,-2 0 1 0 0,-1 0 0 0 0,-10-46-1 0 0,12 71-134 0 0,0-1 1 0 0,-1 1-1 0 0,1-1 0 0 0,-1 1 0 0 0,1 0 0 0 0,-1 0 1 0 0,0-1-1 0 0,0 1 0 0 0,0 0 0 0 0,0 0 0 0 0,-1 0 1 0 0,1 0-1 0 0,-1 0 0 0 0,1 0 0 0 0,-1 0 0 0 0,1 1 0 0 0,-1-1 1 0 0,0 0-1 0 0,-3-1 0 0 0,3 2-443 0 0,-1 4-112 0 0,-30 30-1422 0 0,16-2-2209 0 0,11-13 1682 0 0</inkml:trace>
</inkml:ink>
</file>

<file path=ppt/ink/ink8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2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10205 0 0,'44'5'1150'0'0,"-43"-4"-1146"0"0,1-1-1 0 0,-1 1 1 0 0,0-1 0 0 0,1 1-1 0 0,-1 0 1 0 0,0 0 0 0 0,1 0-1 0 0,-1-1 1 0 0,0 1-1 0 0,0 1 1 0 0,0-1 0 0 0,0 0-1 0 0,0 0 1 0 0,0 0 0 0 0,0 0-1 0 0,0 1 1 0 0,0-1 0 0 0,-1 0-1 0 0,1 1 1 0 0,0-1-1 0 0,-1 1 1 0 0,1-1 0 0 0,-1 1-1 0 0,0-1 1 0 0,1 3 0 0 0,1 38 117 0 0,-3-33-104 0 0,7 171 233 0 0,-3-146-2471 0 0,13 51 0 0 0,-13-74-580 0 0,4 1 214 0 0</inkml:trace>
</inkml:ink>
</file>

<file path=ppt/ink/ink8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2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60 256 0 0,'0'0'1928'0'0,"0"0"-1854"0"0,0 0 0 0 0,1 0 0 0 0,-1-1 0 0 0,0 1 0 0 0,0 0 0 0 0,0-1 0 0 0,0 1 0 0 0,0 0 0 0 0,0-1 0 0 0,0 1 0 0 0,0 0 0 0 0,-1 0 0 0 0,1-1 0 0 0,0 1 1 0 0,0 0-1 0 0,0-1 0 0 0,0 1 0 0 0,0 0 0 0 0,0 0 0 0 0,0-1 0 0 0,-1 1 0 0 0,1 0 0 0 0,0 0 0 0 0,0-1 0 0 0,0 1 0 0 0,-1 0 0 0 0,1 0 0 0 0,0 0 0 0 0,0-1 0 0 0,-1 1 1 0 0,1 0-1 0 0,0 0 0 0 0,0 0 0 0 0,-1 0 0 0 0,1 0 0 0 0,0-1 0 0 0,-1 1 0 0 0,1 0 0 0 0,0 0 0 0 0,-1 0 0 0 0,1 0 0 0 0,0 0 0 0 0,0 0 0 0 0,-1 0 0 0 0,0 0 1 0 0,-6 7 101 0 0,0 0 0 0 0,0 1 0 0 0,0 0 0 0 0,1 0 1 0 0,0 0-1 0 0,1 1 0 0 0,0 0 0 0 0,0 0 1 0 0,1 0-1 0 0,0 1 0 0 0,1-1 0 0 0,0 1 1 0 0,0 0-1 0 0,1 0 0 0 0,0 0 0 0 0,1 0 0 0 0,0 0 1 0 0,1 11-1 0 0,-1-11-108 0 0,1 1 0 0 0,0-1 0 0 0,1 0 0 0 0,0 0 0 0 0,1 0 0 0 0,0-1 0 0 0,0 1 0 0 0,1 0 0 0 0,0-1 0 0 0,1 1 0 0 0,0-1 0 0 0,1 0 0 0 0,0 0-1 0 0,0-1 1 0 0,0 1 0 0 0,1-1 0 0 0,1 0 0 0 0,0-1 0 0 0,7 7 0 0 0,-11-11-23 0 0,-1-1-1 0 0,1 0 0 0 0,0 0 0 0 0,0-1 0 0 0,0 1 1 0 0,0-1-1 0 0,0 1 0 0 0,1-1 0 0 0,-1 0 1 0 0,0 0-1 0 0,0-1 0 0 0,1 1 0 0 0,-1-1 1 0 0,1 1-1 0 0,-1-1 0 0 0,0 0 0 0 0,1 0 1 0 0,-1-1-1 0 0,6 0 0 0 0,-4-1 27 0 0,0 0-1 0 0,-1 0 1 0 0,1 0-1 0 0,-1 0 1 0 0,1-1-1 0 0,-1 0 1 0 0,0 0-1 0 0,0 0 1 0 0,0 0-1 0 0,-1-1 1 0 0,1 1 0 0 0,3-6-1 0 0,0 0 34 0 0,-1 0 1 0 0,0 0-1 0 0,0-1 0 0 0,-1 1 0 0 0,-1-1 1 0 0,1-1-1 0 0,-2 1 0 0 0,1-1 0 0 0,-1 1 1 0 0,-1-1-1 0 0,2-19 0 0 0,-4 10 59 0 0,0-1-1 0 0,-2 0 1 0 0,-1 0-1 0 0,-9-37 1 0 0,9 48-132 0 0,0 0 1 0 0,-1 0-1 0 0,0 0 1 0 0,-1 0-1 0 0,0 0 1 0 0,-1 1-1 0 0,1 0 1 0 0,-2 0 0 0 0,1 1-1 0 0,-16-15 1 0 0,21 22-97 0 0,0 1 0 0 0,1 0 0 0 0,-1 0 0 0 0,0-1 0 0 0,0 1 0 0 0,0 0 0 0 0,0 0 0 0 0,0 0 0 0 0,1 0 0 0 0,-1 0 0 0 0,0 0 0 0 0,0 0 0 0 0,0 1 0 0 0,0-1 0 0 0,0 0 0 0 0,1 0 1 0 0,-1 1-1 0 0,0-1 0 0 0,0 0 0 0 0,1 1 0 0 0,-1-1 0 0 0,0 1 0 0 0,0-1 0 0 0,1 1 0 0 0,-1-1 0 0 0,0 1 0 0 0,1 0 0 0 0,-1-1 0 0 0,1 1 0 0 0,-1 0 0 0 0,1-1 0 0 0,-1 1 0 0 0,0 1 0 0 0,0-1 116 0 0,0 1-490 0 0,-1 1 1 0 0,1-1-1 0 0,0 1 0 0 0,0-1 1 0 0,0 1-1 0 0,0-1 0 0 0,0 1 1 0 0,0 0-1 0 0,1 0 0 0 0,-1-1 1 0 0,1 1-1 0 0,0 0 0 0 0,0 0 1 0 0,0-1-1 0 0,1 7 0 0 0,0 5-2563 0 0</inkml:trace>
</inkml:ink>
</file>

<file path=ppt/ink/ink8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3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80 832 0 0,'0'0'858'0'0,"0"-1"-719"0"0,-1 1 0 0 0,0-1 0 0 0,0 1 0 0 0,0-1 0 0 0,0 1-1 0 0,0 0 1 0 0,1-1 0 0 0,-1 1 0 0 0,0 0 0 0 0,0 0 0 0 0,0 0 0 0 0,0-1 0 0 0,0 1 0 0 0,0 0 0 0 0,0 0-1 0 0,0 0 1 0 0,0 1 0 0 0,-1-1 0 0 0,-6 5 17 0 0,1 0 0 0 0,0 0 0 0 0,1 0 0 0 0,-1 1-1 0 0,1 0 1 0 0,0 1 0 0 0,1-1 0 0 0,-1 1 0 0 0,1 1 0 0 0,1-1 0 0 0,-1 0 0 0 0,1 1-1 0 0,0 0 1 0 0,1 0 0 0 0,0 0 0 0 0,0 0 0 0 0,1 1 0 0 0,0-1 0 0 0,1 1-1 0 0,-1 10 1 0 0,0-9-79 0 0,1 0-1 0 0,0-1 1 0 0,1 1-1 0 0,0 0 1 0 0,0 0-1 0 0,1-1 1 0 0,0 1-1 0 0,1 0 1 0 0,0-1-1 0 0,1 0 1 0 0,0 1-1 0 0,0-1 1 0 0,1 0-1 0 0,0 0 1 0 0,1-1-1 0 0,0 1 1 0 0,0-1-1 0 0,11 12 0 0 0,-15-18-24 0 0,0-1 0 0 0,1 1 0 0 0,-1-1 0 0 0,1 0 0 0 0,0 1 0 0 0,-1-1 0 0 0,1 0-1 0 0,0 0 1 0 0,0 0 0 0 0,0 0 0 0 0,0 0 0 0 0,0 0 0 0 0,0-1 0 0 0,0 1-1 0 0,0-1 1 0 0,0 1 0 0 0,0-1 0 0 0,0 0 0 0 0,0 0 0 0 0,0 0 0 0 0,0 0 0 0 0,0 0-1 0 0,4-1 1 0 0,-4 0 22 0 0,1-1 0 0 0,0 1 0 0 0,0-1 0 0 0,-1 0 0 0 0,1 1 0 0 0,-1-1 0 0 0,1 0 0 0 0,-1-1 0 0 0,0 1 0 0 0,0 0 0 0 0,0-1 0 0 0,0 1 0 0 0,3-6 0 0 0,2-4 111 0 0,-1-1 0 0 0,-1 1 0 0 0,0-1 1 0 0,-1 0-1 0 0,0-1 0 0 0,2-13 0 0 0,-3 3 84 0 0,-1-1-1 0 0,-1 1 0 0 0,-1 0 0 0 0,-4-33 0 0 0,2 43-118 0 0,0-1 1 0 0,-1 0-1 0 0,-1 1 1 0 0,0 0-1 0 0,-1 0 1 0 0,-1 0-1 0 0,0 0 1 0 0,-9-13-1 0 0,15 26-192 0 0,0 1 0 0 0,0-1-1 0 0,0 1 1 0 0,0 0 0 0 0,-1-1-1 0 0,1 1 1 0 0,0 0 0 0 0,0-1-1 0 0,-1 1 1 0 0,1-1 0 0 0,0 1-1 0 0,-1 0 1 0 0,1 0 0 0 0,0-1-1 0 0,-1 1 1 0 0,1 0-1 0 0,0 0 1 0 0,-1-1 0 0 0,1 1-1 0 0,-1 0 1 0 0,1 0 0 0 0,-1 0-1 0 0,1-1 1 0 0,0 1 0 0 0,-1 0-1 0 0,1 0 1 0 0,-1 0 0 0 0,1 0-1 0 0,-1 0 1 0 0,1 0 0 0 0,-1 0-1 0 0,1 0 1 0 0,0 0 0 0 0,-1 0-1 0 0,1 1 1 0 0,-1-1 0 0 0,1 0-1 0 0,-1 0 1 0 0,1 0-1 0 0,0 0 1 0 0,-1 1 0 0 0,1-1-1 0 0,-1 0 1 0 0,1 0 0 0 0,0 1-1 0 0,-1-1 1 0 0,1 0 0 0 0,0 1-1 0 0,-1-1 1 0 0,1 0 0 0 0,0 1-1 0 0,0-1 1 0 0,-1 0 0 0 0,1 1-1 0 0,0-1 1 0 0,0 1 0 0 0,0-1-1 0 0,-1 1 1 0 0,1-1 0 0 0,0 0-1 0 0,0 1 1 0 0,0-1-1 0 0,0 2 1 0 0,-6 30-1412 0 0,18 15-4575 0 0,-7-31 3139 0 0</inkml:trace>
</inkml:ink>
</file>

<file path=ppt/ink/ink8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3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5 103 200 0 0,'-1'-6'6884'0'0,"-1"15"-6788"0"0,2-1 0 0 0,-1 1 0 0 0,1-1 0 0 0,0 0 0 0 0,1 1 0 0 0,-1-1 0 0 0,2 1 0 0 0,-1-1 0 0 0,1 0 0 0 0,1 0 0 0 0,-1 0 0 0 0,2 0 0 0 0,-1 0 0 0 0,1-1 0 0 0,0 1 0 0 0,0-1 0 0 0,1 0 0 0 0,0 0 0 0 0,0-1 0 0 0,1 1 0 0 0,-1-1 0 0 0,2 0 0 0 0,-1-1 0 0 0,0 1 0 0 0,11 5 0 0 0,-11-8 23 0 0,-1 0 0 0 0,0 0 1 0 0,1-1-1 0 0,0 0 1 0 0,-1 0-1 0 0,1-1 1 0 0,0 1-1 0 0,0-1 1 0 0,0 0-1 0 0,0-1 1 0 0,9 0-1 0 0,-11 0-13 0 0,0-2-1 0 0,0 1 0 0 0,0 0 1 0 0,0-1-1 0 0,0 1 0 0 0,0-1 1 0 0,0 0-1 0 0,0-1 1 0 0,-1 1-1 0 0,1-1 0 0 0,-1 1 1 0 0,0-1-1 0 0,1 0 0 0 0,-2 0 1 0 0,1 0-1 0 0,0-1 0 0 0,2-3 1 0 0,1-2 71 0 0,0-1 0 0 0,-1 1 0 0 0,-1-1 0 0 0,0 0 0 0 0,0-1 0 0 0,-1 1 0 0 0,0 0 0 0 0,0-1 0 0 0,-1 0 0 0 0,-1 0 0 0 0,1-14 0 0 0,-2 19-170 0 0,0 0 0 0 0,1 1 0 0 0,-2-1 0 0 0,1 0 1 0 0,-1 0-1 0 0,0 0 0 0 0,0 0 0 0 0,0 1 0 0 0,-1-1 1 0 0,0 1-1 0 0,0-1 0 0 0,-1 1 0 0 0,1-1 1 0 0,-1 1-1 0 0,0 0 0 0 0,-1 1 0 0 0,1-1 0 0 0,-1 0 1 0 0,0 1-1 0 0,0 0 0 0 0,0 0 0 0 0,-7-5 0 0 0,6 7-505 0 0,1 0 0 0 0,0 1 0 0 0,-1 0 0 0 0,1-1 0 0 0,-1 2 0 0 0,1-1 0 0 0,-1 0 0 0 0,0 1 0 0 0,1 0 0 0 0,-1 0 0 0 0,0 0 0 0 0,1 1 0 0 0,-1 0 0 0 0,1 0 0 0 0,-1 0 0 0 0,-8 3 0 0 0,-14 6-3291 0 0</inkml:trace>
</inkml:ink>
</file>

<file path=ppt/ink/ink8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5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34 168 0 0,'3'-12'2431'0'0,"-3"11"-1958"0"0,0-1-1 0 0,0 1 1 0 0,0 0 0 0 0,1-1 0 0 0,-1 1 0 0 0,0 0 0 0 0,1 0 0 0 0,-1-1 0 0 0,1 1 0 0 0,-1 0 0 0 0,1 0 0 0 0,0 0 0 0 0,0-1 0 0 0,-1 1 0 0 0,1 0 0 0 0,1-1 0 0 0,16 8-270 0 0,0 1 0 0 0,0 1 1 0 0,-1 0-1 0 0,-1 1 0 0 0,1 1 0 0 0,16 13 0 0 0,15 8 45 0 0,71 43 451 0 0,211 173-1 0 0,-292-213-629 0 0,-20-16 23 0 0,41 29 1 0 0,-42-32 147 0 0,-27-29-12188 0 0</inkml:trace>
</inkml:ink>
</file>

<file path=ppt/ink/ink8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5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681 28 708 0 0,'0'-1'259'0'0,"0"-1"-1"0"0,0 1 1 0 0,0 0-1 0 0,0-1 1 0 0,0 1 0 0 0,0 0-1 0 0,0-1 1 0 0,0 1-1 0 0,-1 0 1 0 0,1 0 0 0 0,0-1-1 0 0,-1 1 1 0 0,1 0-1 0 0,-1 0 1 0 0,0 0-1 0 0,1 0 1 0 0,-1-1 0 0 0,0 1-1 0 0,-1-1 1 0 0,2 2-189 0 0,-1 0-1 0 0,0 0 1 0 0,0-1 0 0 0,1 1 0 0 0,-1 0-1 0 0,0 0 1 0 0,0 0 0 0 0,1 0-1 0 0,-1 0 1 0 0,0 0 0 0 0,0 0 0 0 0,1 0-1 0 0,-1 0 1 0 0,0 1 0 0 0,0-1 0 0 0,1 0-1 0 0,-1 0 1 0 0,0 1 0 0 0,1-1 0 0 0,-1 0-1 0 0,0 1 1 0 0,1-1 0 0 0,-2 1 0 0 0,-42 42-257 0 0,36-34 655 0 0,-244 272 1546 0 0,37-40-318 0 0,114-126-471 0 0,94-106-1047 0 0,5-7-50 0 0,1 0 0 0 0,-1 0 0 0 0,1 0 0 0 0,-1 0 1 0 0,0-1-1 0 0,1 1 0 0 0,-1 0 0 0 0,0-1 0 0 0,0 1 1 0 0,0-1-1 0 0,-6 3 1761 0 0</inkml:trace>
</inkml:ink>
</file>

<file path=ppt/ink/ink8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7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8 133 516 0 0,'0'0'4230'0'0,"-4"-40"6351"0"0,7 35-10474 0 0,-1 0 0 0 0,1 0 0 0 0,0 0-1 0 0,1 1 1 0 0,-1-1 0 0 0,1 1 0 0 0,0 0-1 0 0,0 0 1 0 0,0 0 0 0 0,0 0 0 0 0,1 1-1 0 0,0 0 1 0 0,0-1 0 0 0,-1 2 0 0 0,2-1-1 0 0,-1 1 1 0 0,0-1 0 0 0,0 2 0 0 0,1-1-1 0 0,9-1 1 0 0,7-3-92 0 0,0 2-1 0 0,0 1 1 0 0,0 0-1 0 0,23 1 1 0 0,-37 2-17 0 0,0 0 1 0 0,0 1 0 0 0,0 0 0 0 0,-1 0 0 0 0,1 1-1 0 0,0 0 1 0 0,-1 0 0 0 0,1 0 0 0 0,-1 1 0 0 0,0 1-1 0 0,0-1 1 0 0,0 1 0 0 0,0 0 0 0 0,-1 0-1 0 0,9 9 1 0 0,-11-10-10 0 0,-1 1 0 0 0,0 0 0 0 0,0 0-1 0 0,0 0 1 0 0,0 1 0 0 0,-1-1 0 0 0,0 1-1 0 0,0-1 1 0 0,0 1 0 0 0,0 0 0 0 0,-1 0 0 0 0,0-1-1 0 0,0 1 1 0 0,0 0 0 0 0,-1 0 0 0 0,1 0-1 0 0,-1 0 1 0 0,0 1 0 0 0,-1-1 0 0 0,1 0-1 0 0,-1 0 1 0 0,0-1 0 0 0,0 1 0 0 0,-4 9 0 0 0,-1 0-16 0 0,0-1 0 0 0,-1 0 0 0 0,0 0 0 0 0,-1 0 0 0 0,0-1 0 0 0,-1 0 0 0 0,-1-1 0 0 0,0 0 0 0 0,0-1 0 0 0,-1 0 0 0 0,-13 10 0 0 0,23-20-4 0 0,0 1 1 0 0,0-1-1 0 0,0 1 1 0 0,0-1 0 0 0,1 1-1 0 0,-1 0 1 0 0,0-1 0 0 0,0 1-1 0 0,1 0 1 0 0,-1 0-1 0 0,0 0 1 0 0,1-1 0 0 0,-1 1-1 0 0,1 0 1 0 0,-1 0 0 0 0,1 0-1 0 0,-1 0 1 0 0,1 0-1 0 0,0 0 1 0 0,-1 0 0 0 0,1 0-1 0 0,0 0 1 0 0,0 0-1 0 0,0 0 1 0 0,0 0 0 0 0,0 0-1 0 0,0 1 1 0 0,0 0 0 0 0,1 1-3 0 0,0-1 1 0 0,0 1 0 0 0,1-1 0 0 0,-1 0-1 0 0,0 1 1 0 0,1-1 0 0 0,0 0 0 0 0,-1 0-1 0 0,1 0 1 0 0,0 0 0 0 0,2 1 0 0 0,7 6-37 0 0,0-2 0 0 0,0 1 1 0 0,14 6-1 0 0,-15-9-23 0 0,0 1 1 0 0,0 1-1 0 0,-1 0 1 0 0,0 0-1 0 0,0 1 1 0 0,-1 0-1 0 0,0 0 1 0 0,0 1-1 0 0,-1 0 1 0 0,0 1-1 0 0,0-1 1 0 0,7 16-1 0 0,-14-24 84 0 0,0 0 1 0 0,1 1-1 0 0,-1-1 0 0 0,0 0 0 0 0,0 0 0 0 0,0 0 0 0 0,0 1 0 0 0,0-1 0 0 0,0 0 0 0 0,0 0 0 0 0,0 1 1 0 0,-1-1-1 0 0,1 0 0 0 0,0 0 0 0 0,-1 0 0 0 0,1 0 0 0 0,-1 1 0 0 0,1-1 0 0 0,-1 0 0 0 0,0 0 1 0 0,1 0-1 0 0,-1 0 0 0 0,0 0 0 0 0,0 0 0 0 0,0 0 0 0 0,1-1 0 0 0,-1 1 0 0 0,0 0 0 0 0,0 0 1 0 0,0-1-1 0 0,0 1 0 0 0,-1-1 0 0 0,1 1 0 0 0,0-1 0 0 0,0 1 0 0 0,0-1 0 0 0,-2 1 0 0 0,-45 14-32 0 0,26-12 116 0 0,-1 0-1 0 0,1-1 0 0 0,-1-2 0 0 0,1 0 1 0 0,-36-5-1 0 0,-109-30 599 0 0,137 26-67 0 0,16 4-2775 0 0</inkml:trace>
</inkml:ink>
</file>

<file path=ppt/ink/ink8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7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91 504 0 0,'0'-2'147'0'0,"0"-1"-1"0"0,0 1 1 0 0,0-1-1 0 0,-1 1 1 0 0,1-1 0 0 0,-1 1-1 0 0,1-1 1 0 0,-1 1-1 0 0,0-1 1 0 0,0 1 0 0 0,0 0-1 0 0,0 0 1 0 0,0-1-1 0 0,0 1 1 0 0,-1 0 0 0 0,1 0-1 0 0,-1 0 1 0 0,1 0-1 0 0,-1 1 1 0 0,0-1 0 0 0,0 0-1 0 0,0 1 1 0 0,0-1-1 0 0,0 1 1 0 0,0-1 0 0 0,0 1-1 0 0,0 0 1 0 0,-1 0-1 0 0,1 0 1 0 0,0 0 0 0 0,-1 1-1 0 0,1-1 1 0 0,-1 1-1 0 0,1-1 1 0 0,-1 1 0 0 0,1 0-1 0 0,-1 0 1 0 0,1 0-1 0 0,-1 0 1 0 0,1 0 0 0 0,-1 1-1 0 0,1-1 1 0 0,-1 1-1 0 0,1 0 1 0 0,0-1 0 0 0,-1 1-1 0 0,1 0 1 0 0,0 0-1 0 0,0 1 1 0 0,-1-1 0 0 0,1 0-1 0 0,0 1 1 0 0,0-1-1 0 0,0 1 1 0 0,1 0 0 0 0,-1 0-1 0 0,-2 3 1 0 0,-1 0-87 0 0,1 1 1 0 0,0-1-1 0 0,1 1 1 0 0,-1 0-1 0 0,1 0 0 0 0,0 1 1 0 0,1-1-1 0 0,-1 1 1 0 0,1-1-1 0 0,1 1 1 0 0,-1-1-1 0 0,1 1 1 0 0,0 0-1 0 0,1 0 0 0 0,-1 0 1 0 0,1 0-1 0 0,1-1 1 0 0,0 1-1 0 0,-1 0 1 0 0,2 0-1 0 0,-1 0 1 0 0,1-1-1 0 0,0 1 0 0 0,1-1 1 0 0,-1 0-1 0 0,1 1 1 0 0,1-1-1 0 0,-1 0 1 0 0,7 7-1 0 0,-5-5-13 0 0,1 0-1 0 0,0 0 0 0 0,0-1 1 0 0,1 0-1 0 0,0-1 0 0 0,1 1 1 0 0,-1-1-1 0 0,1-1 0 0 0,0 1 1 0 0,1-2-1 0 0,-1 1 0 0 0,1-1 1 0 0,0 0-1 0 0,0-1 1 0 0,0 0-1 0 0,0 0 0 0 0,1-1 1 0 0,-1 0-1 0 0,1-1 0 0 0,14 1 1 0 0,-16-2 40 0 0,-1-1 1 0 0,0 0 0 0 0,0 0 0 0 0,1-1-1 0 0,-1 0 1 0 0,0 0 0 0 0,0-1 0 0 0,-1 1-1 0 0,1-1 1 0 0,0-1 0 0 0,-1 0 0 0 0,0 0-1 0 0,0 0 1 0 0,0 0 0 0 0,0-1 0 0 0,-1 0-1 0 0,0 0 1 0 0,0-1 0 0 0,0 1 0 0 0,-1-1-1 0 0,0 0 1 0 0,0 0 0 0 0,0-1 0 0 0,-1 1-1 0 0,1-1 1 0 0,-2 0 0 0 0,4-10 0 0 0,-3 7-7 0 0,-1 1 0 0 0,0-1 1 0 0,-1 0-1 0 0,0 0 0 0 0,0 0 1 0 0,-1 0-1 0 0,0 1 0 0 0,-1-1 0 0 0,0 0 1 0 0,-1 0-1 0 0,0 0 0 0 0,0 1 1 0 0,-1-1-1 0 0,-1 1 0 0 0,1 0 1 0 0,-1 0-1 0 0,-1 0 0 0 0,0 0 1 0 0,0 1-1 0 0,-7-8 0 0 0,11 14-193 0 0,0 0 1 0 0,-1 0-1 0 0,1 1 0 0 0,-1-1 0 0 0,0 1 0 0 0,0-1 1 0 0,1 1-1 0 0,-1 0 0 0 0,0 0 0 0 0,0 0 1 0 0,0 0-1 0 0,0 0 0 0 0,-1 0 0 0 0,1 0 1 0 0,0 1-1 0 0,0-1 0 0 0,0 1 0 0 0,-1-1 0 0 0,1 1 1 0 0,0 0-1 0 0,0 0 0 0 0,-1 0 0 0 0,1 0 1 0 0,0 1-1 0 0,0-1 0 0 0,-3 1 0 0 0,3 0-239 0 0,0 0 0 0 0,0 0 0 0 0,1 0-1 0 0,-1 0 1 0 0,0 0 0 0 0,1 0 0 0 0,-1 1 0 0 0,1-1-1 0 0,-1 1 1 0 0,1-1 0 0 0,0 1 0 0 0,0-1 0 0 0,-1 1 0 0 0,1 0-1 0 0,0-1 1 0 0,1 1 0 0 0,-1 0 0 0 0,0 0 0 0 0,0 0-1 0 0,0 2 1 0 0,-1 5-2782 0 0</inkml:trace>
</inkml:ink>
</file>

<file path=ppt/ink/ink8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8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231 108 620 0 0,'1'-4'386'0'0,"0"0"-1"0"0,0 0 1 0 0,-1 1-1 0 0,1-1 1 0 0,-1 0-1 0 0,0 0 1 0 0,0 0-1 0 0,-1 0 1 0 0,1 1-1 0 0,-1-1 1 0 0,0 0-1 0 0,-1-4 1 0 0,1 7-238 0 0,1-1 1 0 0,-1 0 0 0 0,0 0-1 0 0,0 1 1 0 0,0-1-1 0 0,0 0 1 0 0,0 1 0 0 0,0-1-1 0 0,-1 1 1 0 0,1-1-1 0 0,0 1 1 0 0,-1 0 0 0 0,1-1-1 0 0,-1 1 1 0 0,1 0-1 0 0,-1 0 1 0 0,0 0 0 0 0,0 0-1 0 0,1 0 1 0 0,-1 1-1 0 0,0-1 1 0 0,0 0 0 0 0,0 1-1 0 0,-2-1 1 0 0,2 1-98 0 0,0 0 0 0 0,0 1 1 0 0,-1-1-1 0 0,1 1 0 0 0,0-1 0 0 0,0 1 1 0 0,0-1-1 0 0,0 1 0 0 0,0 0 0 0 0,0 0 1 0 0,0 0-1 0 0,0 0 0 0 0,0 1 0 0 0,0-1 1 0 0,0 0-1 0 0,1 1 0 0 0,-1-1 0 0 0,1 1 1 0 0,-1 0-1 0 0,1-1 0 0 0,0 1 0 0 0,-2 2 1 0 0,-21 43 495 0 0,21-38-479 0 0,1 1-1 0 0,0 0 1 0 0,0 0-1 0 0,1 0 1 0 0,0 0-1 0 0,0 0 1 0 0,2 0 0 0 0,-1 0-1 0 0,1 0 1 0 0,0 0-1 0 0,4 10 1 0 0,-4-15-40 0 0,0-1 0 0 0,0 1 0 0 0,1 0 0 0 0,0-1 0 0 0,0 1 0 0 0,1-1 0 0 0,-1 0 0 0 0,1 1 1 0 0,0-1-1 0 0,0-1 0 0 0,0 1 0 0 0,0 0 0 0 0,1-1 0 0 0,-1 1 0 0 0,1-1 0 0 0,0 0 0 0 0,0 0 0 0 0,0-1 0 0 0,1 1 0 0 0,-1-1 1 0 0,0 0-1 0 0,1 0 0 0 0,0-1 0 0 0,8 3 0 0 0,-8-3 42 0 0,-1-1 0 0 0,1 0 0 0 0,-1 1 0 0 0,1-2 0 0 0,0 1 0 0 0,-1 0 0 0 0,1-1 0 0 0,-1 0 0 0 0,1 0 0 0 0,-1 0 0 0 0,0-1 0 0 0,1 1 0 0 0,-1-1 0 0 0,0 0 0 0 0,0-1 0 0 0,0 1 0 0 0,0 0 0 0 0,5-6 0 0 0,-2 2 64 0 0,-1 0-1 0 0,0 0 1 0 0,-1-1 0 0 0,0 1-1 0 0,0-2 1 0 0,0 1 0 0 0,-1 0-1 0 0,0-1 1 0 0,0 0-1 0 0,2-8 1 0 0,-3 8-38 0 0,0 0 1 0 0,-1-1-1 0 0,0 1 0 0 0,-1-1 1 0 0,0 1-1 0 0,0-1 0 0 0,-1 0 0 0 0,0 1 1 0 0,-2-18-1 0 0,1 22-106 0 0,0-1 0 0 0,0 0 0 0 0,0 1-1 0 0,-1-1 1 0 0,0 1 0 0 0,0 0 0 0 0,0-1 0 0 0,0 1 0 0 0,-1 0 0 0 0,1 0 0 0 0,-1 0 0 0 0,0 1-1 0 0,-1-1 1 0 0,1 1 0 0 0,0 0 0 0 0,-1-1 0 0 0,0 2 0 0 0,-4-4 0 0 0,-1 2-210 0 0,1 0 0 0 0,-1 1 0 0 0,0 0 0 0 0,0 0 0 0 0,0 1 0 0 0,0 1 0 0 0,0-1 0 0 0,0 1 0 0 0,0 1 1 0 0,-1 0-1 0 0,-11 1 0 0 0,-16 3-2734 0 0,-51 12 1 0 0,74-13 1693 0 0,-41 9-2311 0 0</inkml:trace>
</inkml:ink>
</file>

<file path=ppt/ink/ink8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9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0 320 696 0 0,'0'0'6012'0'0,"18"-15"-5354"0"0,24 10-241 0 0,1 1 0 0 0,67 4 0 0 0,-51 1-261 0 0,715-42 716 0 0,-402 14-642 0 0,219-11 29 0 0,483-27 59 0 0,-728 45-232 0 0,251-5 78 0 0,-183 10-22 0 0,286 0 217 0 0,-190 7-74 0 0,865 3 536 0 0,-1084 7-618 0 0,694 3 495 0 0,-131-18 37 0 0,-759 11-570 0 0,107-6 590 0 0,-191 7-644 0 0,103-16 2459 0 0,-111 16-2320 0 0,16-1 576 0 0</inkml:trace>
</inkml:ink>
</file>

<file path=ppt/ink/ink8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3:49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35 1464 0 0,'0'0'1716'0'0,"16"0"1217"0"0,1-1-589 0 0,-7-3-348 0 0,-1-3-388 0 0,1-4-628 0 0,-8 5-1004 0 0,-33 1-3448 0 0,5 5-508 0 0,-17 0 915 0 0</inkml:trace>
</inkml:ink>
</file>

<file path=ppt/ink/ink8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0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10 270 300 0 0,'0'0'1073'0'0,"-10"-4"7456"0"0,15-2-8498 0 0,0 0 0 0 0,1 1 0 0 0,-1 0-1 0 0,1 0 1 0 0,0 1 0 0 0,0-1 0 0 0,1 1 0 0 0,0 1-1 0 0,-1-1 1 0 0,1 1 0 0 0,0 0 0 0 0,0 1 0 0 0,1 0 0 0 0,10-2-1 0 0,19-4-5 0 0,62-3 1 0 0,-73 8-7 0 0,-9 3-39 0 0,0 0 1 0 0,0 0 0 0 0,0 2-1 0 0,-1 0 1 0 0,1 1 0 0 0,-1 0 0 0 0,31 11-1 0 0,2 6-37 0 0,52 29 0 0 0,-97-47 60 0 0,2 0 7 0 0,-1 0 1 0 0,1-1-1 0 0,-1 1 0 0 0,1-1 0 0 0,-1-1 0 0 0,1 1 0 0 0,-1-1 0 0 0,1 0 0 0 0,0 0 1 0 0,-1 0-1 0 0,1-1 0 0 0,0 0 0 0 0,-1 0 0 0 0,11-4 0 0 0,10-4 32 0 0,45-22-1 0 0,-45 19-24 0 0,-8 4-9 0 0,45-21 44 0 0,1 2 0 0 0,123-32 0 0 0,-169 57-50 0 0,0 1 1 0 0,-1 1-1 0 0,1 1 1 0 0,-1 0 0 0 0,1 1-1 0 0,-1 1 1 0 0,0 1-1 0 0,25 9 1 0 0,-16-6 11 0 0,0-1 0 0 0,38 4-1 0 0,9-8 16 0 0,0-3-1 0 0,-1-3 1 0 0,98-18-1 0 0,-49-3 79 0 0,136-46-1 0 0,-189 49 362 0 0,-67 22-418 0 0,0 0-112 0 0,-1 0-1 0 0,0-1 1 0 0,0 1 0 0 0,1 0-1 0 0,-1-1 1 0 0,0 1 0 0 0,0 0-1 0 0,1 0 1 0 0,-1-1 0 0 0,0 1-1 0 0,1 0 1 0 0,-1 0 0 0 0,1 0-1 0 0,-1 0 1 0 0,0-1 0 0 0,1 1-1 0 0,-1 0 1 0 0,0 0 0 0 0,1 0-1 0 0,-1 0 1 0 0,1 0 0 0 0,-1 0-1 0 0,0 0 1 0 0,1 0 0 0 0,-1 0-1 0 0,1 0 1 0 0,-1 0 0 0 0,0 0-1 0 0,1 0 1 0 0,-1 0 0 0 0,0 1-1 0 0,1-1 1 0 0,-1 0 0 0 0,1 0-1 0 0,-1 0 1 0 0,0 1 0 0 0,0-1-1 0 0,1 0 1 0 0,-1 0-1 0 0,0 1 1 0 0,1-1 0 0 0,-1 0-1 0 0,0 0 1 0 0,0 1 0 0 0,1 0-1 0 0,16 11-4160 0 0,-13-6 1745 0 0</inkml:trace>
</inkml:ink>
</file>

<file path=ppt/ink/ink8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0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36 0 0,'0'0'2444'0'0,"12"-17"-1048"0"0</inkml:trace>
</inkml:ink>
</file>

<file path=ppt/ink/ink8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0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8 0 0,'4'-16'2338'0'0,"3"-31"2461"0"0,-6 34-1152 0 0,7 41-3098 0 0,1 31-285 0 0,3 98 1 0 0,-7-69-135 0 0,4 32-345 0 0,36 179-1 0 0,-42-288-90 0 0,1 1-720 0 0</inkml:trace>
</inkml:ink>
</file>

<file path=ppt/ink/ink8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1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322 64 408 0 0,'-10'1'380'0'0,"-1"0"0"0"0,1 1 0 0 0,0-1 0 0 0,0 2 0 0 0,0 0 0 0 0,1 0-1 0 0,-13 6 1 0 0,-67 38 792 0 0,32-16-335 0 0,-25 6 604 0 0,81-36-877 0 0,2-6-498 0 0,2-5-48 0 0,0 1 0 0 0,1-1 0 0 0,0 1 0 0 0,1 1 0 0 0,-1-1 0 0 0,2 0 0 0 0,-1 1 0 0 0,2 0 0 0 0,7-8 0 0 0,70-68 138 0 0,-82 82-152 0 0,0 1-10 0 0,-1-1 1 0 0,1 1-1 0 0,0 0 1 0 0,0-1-1 0 0,-1 1 1 0 0,1 0-1 0 0,0 0 1 0 0,0 0-1 0 0,0 0 1 0 0,1 0 0 0 0,-1 1-1 0 0,0-1 1 0 0,0 1-1 0 0,0-1 1 0 0,0 1-1 0 0,1 0 1 0 0,-1 0-1 0 0,0 0 1 0 0,0 0-1 0 0,4 1 1 0 0,-2 0 0 0 0,0 0-1 0 0,0 0 1 0 0,0 1 0 0 0,-1 0-1 0 0,1 0 1 0 0,-1 0 0 0 0,1 0-1 0 0,-1 0 1 0 0,1 1 0 0 0,3 4-1 0 0,6 7 9 0 0,0 1 0 0 0,-1 0 0 0 0,18 30 0 0 0,-25-37 7 0 0,69 114-537 0 0,-27-39-3409 0 0,-37-62 2104 0 0</inkml:trace>
</inkml:ink>
</file>

<file path=ppt/ink/ink8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1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1 374 184 0 0,'0'1'123'0'0,"0"-1"1"0"0,0 1-1 0 0,0-1 0 0 0,0 1 1 0 0,0-1-1 0 0,0 1 0 0 0,0-1 1 0 0,0 1-1 0 0,0-1 0 0 0,0 1 1 0 0,1-1-1 0 0,-1 1 0 0 0,0-1 0 0 0,0 1 1 0 0,0-1-1 0 0,1 1 0 0 0,-1-1 1 0 0,0 0-1 0 0,0 1 0 0 0,1-1 1 0 0,-1 0-1 0 0,0 1 0 0 0,1-1 1 0 0,-1 0-1 0 0,1 1 0 0 0,-1-1 1 0 0,0 0-1 0 0,1 1 0 0 0,-1-1 1 0 0,1 0-1 0 0,-1 0 0 0 0,1 0 1 0 0,0 1-1 0 0,19-5 1496 0 0,23-20-598 0 0,-21 9-611 0 0,73-53 845 0 0,-86 60-1160 0 0,0-1 1 0 0,0 0-1 0 0,-1 0 1 0 0,0-1 0 0 0,0 0-1 0 0,-1 0 1 0 0,8-16-1 0 0,-9 13-2 0 0,0-1 0 0 0,0 0 0 0 0,-2 0-1 0 0,5-18 1 0 0,-8 27-72 0 0,0 0 1 0 0,-1 0-1 0 0,0 0 0 0 0,1 0 0 0 0,-1 0 1 0 0,-1 0-1 0 0,1 0 0 0 0,-1 1 0 0 0,0-1 0 0 0,0 0 1 0 0,0 0-1 0 0,-1 0 0 0 0,0 1 0 0 0,1-1 1 0 0,-2 1-1 0 0,-2-6 0 0 0,4 9-21 0 0,1 0 0 0 0,-1 0 0 0 0,0 1-1 0 0,1-1 1 0 0,-1 0 0 0 0,0 0 0 0 0,1 1 0 0 0,-1-1 0 0 0,0 0 0 0 0,0 1 0 0 0,0-1-1 0 0,1 1 1 0 0,-1-1 0 0 0,0 1 0 0 0,0 0 0 0 0,0-1 0 0 0,0 1 0 0 0,0 0-1 0 0,0 0 1 0 0,0-1 0 0 0,0 1 0 0 0,0 0 0 0 0,0 0 0 0 0,0 0 0 0 0,0 0 0 0 0,0 0-1 0 0,0 1 1 0 0,0-1 0 0 0,0 0 0 0 0,0 0 0 0 0,-1 1 0 0 0,-21 14-17 0 0,22-14 17 0 0,-11 12-6 0 0,0 0 0 0 0,0 0 0 0 0,2 1 0 0 0,-1 1 0 0 0,2 0 0 0 0,0 0 1 0 0,-11 28-1 0 0,5-7 11 0 0,2 2 0 0 0,-11 48 0 0 0,12-30 88 0 0,4 1-1 0 0,1 0 1 0 0,3 0 0 0 0,5 71-1 0 0,6-28 310 0 0,32 152-1 0 0,-34-215-944 0 0,-4-27-5860 0 0</inkml:trace>
</inkml:ink>
</file>

<file path=ppt/ink/ink8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2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1 652 768 0 0,'0'0'885'0'0,"3"-1"-70"0"0,20-10-199 0 0,1 1 1 0 0,0 2 0 0 0,0 0 0 0 0,1 2 0 0 0,0 1 0 0 0,32-3 0 0 0,6-3-123 0 0,-44 7-371 0 0,222-49 1080 0 0,-198 41-953 0 0,-1-2-1 0 0,-1-2 1 0 0,62-32-1 0 0,-99 46-169 0 0,0-1 0 0 0,0 1 0 0 0,-1 0 0 0 0,0-1 0 0 0,1 0-1 0 0,-1 0 1 0 0,0 0 0 0 0,0 0 0 0 0,5-7 0 0 0,-8 9 239 0 0,-24-24-45 0 0,19 25-266 0 0,0 0-1 0 0,0 0 1 0 0,0 1-1 0 0,0-1 1 0 0,0 1-1 0 0,0 0 1 0 0,0 0-1 0 0,0 1 1 0 0,1-1-1 0 0,-1 1 1 0 0,0 0-1 0 0,1 1 1 0 0,-1-1-1 0 0,1 1 0 0 0,0 0 1 0 0,0 0-1 0 0,0 0 1 0 0,0 0-1 0 0,1 1 1 0 0,-1-1-1 0 0,-2 6 1 0 0,2-6-3 0 0,1 0-1 0 0,0 0 1 0 0,0 1 0 0 0,1-1 0 0 0,-1 1 0 0 0,1 0-1 0 0,-1-1 1 0 0,1 1 0 0 0,0 0 0 0 0,1 1 0 0 0,-1-1 0 0 0,1 0-1 0 0,0 0 1 0 0,0 1 0 0 0,0-1 0 0 0,1 1 0 0 0,-1-1-1 0 0,1 1 1 0 0,0-1 0 0 0,0 1 0 0 0,1-1 0 0 0,-1 0-1 0 0,1 1 1 0 0,2 6 0 0 0,1-6 2 0 0,-1 1 0 0 0,2-1 0 0 0,-1 0 0 0 0,0-1 0 0 0,1 1-1 0 0,0-1 1 0 0,0 0 0 0 0,1 0 0 0 0,-1 0 0 0 0,1-1 0 0 0,0 1 0 0 0,-1-2 0 0 0,1 1 0 0 0,1-1 0 0 0,-1 1-1 0 0,0-2 1 0 0,1 1 0 0 0,-1-1 0 0 0,7 1 0 0 0,9 1 17 0 0,1-1 1 0 0,-1-1-1 0 0,1 0 1 0 0,29-5-1 0 0,-31 2-24 0 0,163-25 16 0 0,-164 23-13 0 0,0-2 0 0 0,0 0 0 0 0,-1-1 0 0 0,0-1-1 0 0,0 0 1 0 0,34-22 0 0 0,6-21 924 0 0,-58 50-783 0 0,-1 0-126 0 0,0 1 0 0 0,1-1 0 0 0,-1 0 1 0 0,0 0-1 0 0,0 1 0 0 0,0-1 0 0 0,0 0 1 0 0,0 0-1 0 0,0 1 0 0 0,0-1 0 0 0,0 0 0 0 0,0 0 1 0 0,0 1-1 0 0,0-1 0 0 0,0 0 0 0 0,0 0 0 0 0,-1 1 1 0 0,1-1-1 0 0,0 0 0 0 0,-1 0 0 0 0,1 1 0 0 0,0-1 1 0 0,-1 0-1 0 0,1 1 0 0 0,-1-1 0 0 0,1 1 1 0 0,-1-1-1 0 0,1 0 0 0 0,-1 1 0 0 0,1-1 0 0 0,-1 1 1 0 0,0 0-1 0 0,1-1 0 0 0,-1 1 0 0 0,0-1 0 0 0,1 1 1 0 0,-2-1-1 0 0,-2 1 3 0 0,1-1-1 0 0,0 1 1 0 0,-1 0 0 0 0,1 0-1 0 0,0 0 1 0 0,-1 1 0 0 0,1-1 0 0 0,0 1-1 0 0,-1 0 1 0 0,1 0 0 0 0,0 0-1 0 0,0 0 1 0 0,0 0 0 0 0,-5 3 0 0 0,7-3 17 0 0,-1 0-16 0 0,1-1-22 0 0,1 0 1 0 0,0 0 0 0 0,0 0-1 0 0,0 0 1 0 0,-1-1 0 0 0,1 1 0 0 0,0 0-1 0 0,0 0 1 0 0,0 0 0 0 0,0 0 0 0 0,-1 0-1 0 0,1 0 1 0 0,0 0 0 0 0,0 0 0 0 0,0 0-1 0 0,-1 0 1 0 0,1 0 0 0 0,0 0 0 0 0,0 0-1 0 0,0 1 1 0 0,0-1 0 0 0,-1 0-1 0 0,1 0 1 0 0,0 0 0 0 0,0 0 0 0 0,0 0-1 0 0,0 0 1 0 0,-1 0 0 0 0,1 0 0 0 0,0 1-1 0 0,0-1 1 0 0,0 0 0 0 0,0 0 0 0 0,0 0-1 0 0,0 0 1 0 0,-1 0 0 0 0,1 1-1 0 0,0-1 1 0 0,0 0 0 0 0,0 0 0 0 0,0 0-1 0 0,0 1 1 0 0,0-1 0 0 0,0 0 0 0 0,0 0-1 0 0,0 0 1 0 0,0 0 0 0 0,0 1 0 0 0,0-1-1 0 0,0 0 1 0 0,0 0 0 0 0,0 0-1 0 0,0 1 1 0 0,0-1 0 0 0,0 0 0 0 0,0 0-1 0 0,0 0 1 0 0,0 0 0 0 0,1 1 0 0 0,22 5-182 0 0,1-1-1 0 0,0-1 1 0 0,1-1 0 0 0,-1-1 0 0 0,0-1 0 0 0,31-3 0 0 0,-41 1 142 0 0,0 0 0 0 0,0-2 0 0 0,-1 1 1 0 0,1-2-1 0 0,0 1 0 0 0,-1-2 0 0 0,0 0 0 0 0,0-1 0 0 0,0 0 0 0 0,16-11 0 0 0,-20 11 69 0 0,0-1 1 0 0,-1-1-1 0 0,0 0 0 0 0,0 0 0 0 0,-1 0 1 0 0,1-1-1 0 0,-2 0 0 0 0,0 0 0 0 0,0-1 1 0 0,0 0-1 0 0,-1 0 0 0 0,-1 0 0 0 0,6-17 0 0 0,-5 8 145 0 0,0-1-1 0 0,-1 1 1 0 0,0-1-1 0 0,-2 1 1 0 0,0-1-1 0 0,-2 0 0 0 0,0 0 1 0 0,-1 0-1 0 0,-1 0 1 0 0,-1 1-1 0 0,-8-29 0 0 0,11 46-122 0 0,0 2-52 0 0,0-1 1 0 0,0 1-1 0 0,0 0 0 0 0,0 0 1 0 0,0 0-1 0 0,1-1 1 0 0,-1 1-1 0 0,0 0 1 0 0,0 0-1 0 0,0 0 1 0 0,0-1-1 0 0,0 1 0 0 0,0 0 1 0 0,0 0-1 0 0,-1 0 1 0 0,1-1-1 0 0,0 1 1 0 0,0 0-1 0 0,0 0 1 0 0,0-1-1 0 0,0 1 0 0 0,0 0 1 0 0,0 0-1 0 0,0 0 1 0 0,0 0-1 0 0,-1-1 1 0 0,1 1-1 0 0,0 0 1 0 0,0 0-1 0 0,0 0 0 0 0,0 0 1 0 0,0 0-1 0 0,-1-1 1 0 0,1 1-1 0 0,0 0 1 0 0,0 0-1 0 0,0 0 1 0 0,-1 0-1 0 0,1 0 0 0 0,0 0 1 0 0,0 0-1 0 0,0 0 1 0 0,-1 0-1 0 0,1 0 1 0 0,0 0-1 0 0,0 0 1 0 0,0 0-1 0 0,-1 0 0 0 0,1 0 1 0 0,0 0-1 0 0,-12 9 27 0 0,-10 20 4 0 0,15-14-28 0 0,0 0 0 0 0,1 1 0 0 0,1 0 0 0 0,0 0 0 0 0,1 1 0 0 0,1-1 0 0 0,1 1 0 0 0,0-1 0 0 0,1 1 0 0 0,1 0 0 0 0,1 18 0 0 0,0-22 0 0 0,1 0-1 0 0,0-1 0 0 0,0 1 1 0 0,1-1-1 0 0,1 0 0 0 0,0 1 0 0 0,1-2 1 0 0,0 1-1 0 0,1 0 0 0 0,0-1 1 0 0,1 0-1 0 0,0-1 0 0 0,1 1 0 0 0,0-1 1 0 0,9 8-1 0 0,-13-14 5 0 0,0-1 0 0 0,1 0 0 0 0,-1 0-1 0 0,1 0 1 0 0,0-1 0 0 0,0 0 0 0 0,0 0 0 0 0,0 0 0 0 0,0 0-1 0 0,0-1 1 0 0,0 0 0 0 0,1 0 0 0 0,-1 0 0 0 0,0-1 0 0 0,8 0 0 0 0,-3 0 8 0 0,0-1 0 0 0,-1-1 0 0 0,1 1 0 0 0,-1-2 0 0 0,0 1 0 0 0,1-1 0 0 0,12-6 0 0 0,13-2-25 0 0,-33 10-19 0 0,23 13-255 0 0,-22-9 290 0 0,-1-1 0 0 0,1 0 0 0 0,-1 0 0 0 0,1-1-1 0 0,0 1 1 0 0,0 0 0 0 0,0-1 0 0 0,0 0 0 0 0,0 0-1 0 0,1 0 1 0 0,-1 0 0 0 0,0 0 0 0 0,0 0 0 0 0,1-1 0 0 0,-1 0-1 0 0,4 0 1 0 0,49-10 76 0 0,-25 3-72 0 0,92-22 52 0 0,-110 25-90 0 0,8-2-9348 0 0</inkml:trace>
</inkml:ink>
</file>

<file path=ppt/ink/ink8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3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93 508 0 0,'13'-28'4307'0'0,"14"-23"131"0"0,-25 49-4553 0 0,0 1 1 0 0,1 0-1 0 0,-1-1 1 0 0,1 1-1 0 0,-1 0 1 0 0,1 1-1 0 0,-1-1 1 0 0,1 0-1 0 0,0 1 1 0 0,-1-1-1 0 0,5 1 1 0 0,10-2-3889 0 0,8 1 1819 0 0</inkml:trace>
</inkml:ink>
</file>

<file path=ppt/ink/ink8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3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0 560 0 0,'41'1'6371'0'0,"-120"27"-10363"0"0,62-21 2337 0 0</inkml:trace>
</inkml:ink>
</file>

<file path=ppt/ink/ink8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3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81 151 420 0 0,'-33'7'904'0'0,"-14"4"6234"0"0,84-13-4106 0 0,-10-1-2805 0 0,827-70 3245 0 0,22 26-1789 0 0,-661 19-1128 0 0,-109 12 10 0 0,-104 16-651 0 0,-237 16-8693 0 0,185-11 5324 0 0,-3-3 263 0 0</inkml:trace>
</inkml:ink>
</file>

<file path=ppt/ink/ink8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4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0 100 448 0 0,'0'5'3850'0'0,"12"0"-3043"0"0,16 3-638 0 0,8-3 326 0 0,0-2-1 0 0,0-2 0 0 0,1-1 0 0 0,37-5 0 0 0,2 0 28 0 0,591-40 2893 0 0,-269 16-1718 0 0,-264 20-1245 0 0,301-25 1246 0 0,-399 35-2844 0 0</inkml:trace>
</inkml:ink>
</file>

<file path=ppt/ink/ink8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5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57 123 348 0 0,'-36'-26'2822'0'0,"35"25"-2524"0"0,-4-3 148 0 0,-2 0-115 0 0,0 0 1969 0 0,357-4-865 0 0,173-25-664 0 0,51-1-50 0 0,-120 26-46 0 0,-204 18-250 0 0,-195-6-211 0 0,-39-5-266 0 0,10 0 1472 0 0,-26 1-1532 0 0,1 0 0 0 0,-1 0-1 0 0,1 0 1 0 0,-1 0 0 0 0,0 0 0 0 0,1 1 0 0 0,-1-1 0 0 0,1 0 0 0 0,-1 0 0 0 0,0 0 0 0 0,1 1 0 0 0,-1-1 0 0 0,0 0 0 0 0,1 1 0 0 0,-1-1 0 0 0,0 0 0 0 0,1 1-1 0 0,-1-1 1 0 0,0 0 0 0 0,0 1 0 0 0,1-1 0 0 0,-1 1 0 0 0,0-1 0 0 0,0 0 0 0 0,0 1 0 0 0,0-1 0 0 0,0 1 0 0 0,1-1 0 0 0,-1 1 0 0 0,0-1 0 0 0,0 1 0 0 0,0-1-1 0 0,0 0 1 0 0,0 1 0 0 0,0-1 0 0 0,0 1 0 0 0,-1-1 0 0 0,1 1 0 0 0,0-1 0 0 0,0 1 0 0 0,0-1 0 0 0,0 0 0 0 0,-1 1 0 0 0,1-1 0 0 0,0 1 0 0 0,-5 13-2539 0 0,3-10 203 0 0</inkml:trace>
</inkml:ink>
</file>

<file path=ppt/ink/ink8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16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27 540 0 0,'0'0'3856'0'0,"-15"-26"-6348"0"0</inkml:trace>
</inkml:ink>
</file>

<file path=ppt/ink/ink8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0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0 132 0 0,'0'0'6615'0'0</inkml:trace>
</inkml:ink>
</file>

<file path=ppt/ink/ink8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1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7 32 0 0,'0'0'3116'0'0,"-10"-7"-5612"0"0</inkml:trace>
</inkml:ink>
</file>

<file path=ppt/ink/ink8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2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0 112 0 0,'0'0'68'0'0</inkml:trace>
</inkml:ink>
</file>

<file path=ppt/ink/ink8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3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310 122 536 0 0,'-11'-52'3537'0'0,"9"45"-2846"0"0,0-1 0 0 0,0 1 0 0 0,1-1-1 0 0,0 0 1 0 0,-1-8 0 0 0,3 16-640 0 0,-1-1-1 0 0,0 0 1 0 0,0 1-1 0 0,0-1 1 0 0,0 1-1 0 0,0-1 1 0 0,0 0-1 0 0,0 1 1 0 0,0-1-1 0 0,0 1 1 0 0,0-1-1 0 0,0 1 1 0 0,-1-1 0 0 0,1 0-1 0 0,0 1 1 0 0,0-1-1 0 0,-1 1 1 0 0,1-1-1 0 0,0 1 1 0 0,0-1-1 0 0,-1 1 1 0 0,1-1-1 0 0,-1 1 1 0 0,1 0-1 0 0,0-1 1 0 0,-1 1-1 0 0,1-1 1 0 0,-1 1 0 0 0,0-1-1 0 0,-14 9 487 0 0,-16 26-451 0 0,30-32-50 0 0,-30 39 33 0 0,2 2 0 0 0,1 1 1 0 0,2 1-1 0 0,3 2 0 0 0,1 0 0 0 0,-26 89 0 0 0,40-110-41 0 0,2 2-1 0 0,0-1 0 0 0,3 1 1 0 0,0-1-1 0 0,1 1 0 0 0,2 0 0 0 0,1 0 1 0 0,1 0-1 0 0,1-1 0 0 0,2 1 0 0 0,0-1 1 0 0,2 0-1 0 0,1 0 0 0 0,16 34 0 0 0,-7-28-11 0 0,2-1-1 0 0,1-1 0 0 0,2-1 0 0 0,1-1 1 0 0,1 0-1 0 0,1-2 0 0 0,2-1 1 0 0,0-1-1 0 0,2-2 0 0 0,1-1 0 0 0,51 30 1 0 0,-67-44-319 0 0,0-1 0 0 0,1 0 1 0 0,0-1-1 0 0,21 6 0 0 0,-29-11-375 0 0,0 1-1 0 0,1-1 1 0 0,-1-1 0 0 0,1 1-1 0 0,-1-1 1 0 0,0 0-1 0 0,10-2 1 0 0,8-4-1871 0 0</inkml:trace>
</inkml:ink>
</file>

<file path=ppt/ink/ink8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3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42 920 0 0,'-1'-2'230'0'0,"1"-1"-1"0"0,-1 1 1 0 0,0-1-1 0 0,0 1 1 0 0,0 0 0 0 0,0-1-1 0 0,0 1 1 0 0,-1 0-1 0 0,1 0 1 0 0,-1 0 0 0 0,1 0-1 0 0,-1 0 1 0 0,0 0-1 0 0,0 0 1 0 0,0 0 0 0 0,0 1-1 0 0,0-1 1 0 0,-3-1-1 0 0,2 3-135 0 0,0 0 0 0 0,0 0 0 0 0,0 0 0 0 0,1 1 0 0 0,-1-1 0 0 0,0 1 0 0 0,0 0 0 0 0,1 0 0 0 0,-1 0 0 0 0,1 0 1 0 0,-1 0-1 0 0,0 0 0 0 0,1 1 0 0 0,0-1 0 0 0,-1 1 0 0 0,1 0 0 0 0,0 0 0 0 0,-2 2 0 0 0,-6 4 16 0 0,1 0 0 0 0,1 1 1 0 0,0 0-1 0 0,0 1 1 0 0,0-1-1 0 0,1 1 1 0 0,1 1-1 0 0,0-1 0 0 0,0 1 1 0 0,1 0-1 0 0,0 1 1 0 0,-3 15-1 0 0,5-18-50 0 0,1 1 1 0 0,0-1-1 0 0,0 1 1 0 0,1 0-1 0 0,1 0 0 0 0,0-1 1 0 0,0 1-1 0 0,1 0 1 0 0,0 0-1 0 0,1-1 0 0 0,0 1 1 0 0,0 0-1 0 0,1-1 0 0 0,0 0 1 0 0,9 17-1 0 0,-9-22-32 0 0,-1 0 0 0 0,1 0 0 0 0,1-1 0 0 0,-1 1-1 0 0,0-1 1 0 0,1 0 0 0 0,0 0 0 0 0,0 0 0 0 0,0-1 0 0 0,0 1-1 0 0,0-1 1 0 0,0 0 0 0 0,1 0 0 0 0,-1-1 0 0 0,1 1 0 0 0,-1-1-1 0 0,1 0 1 0 0,9 1 0 0 0,21 8 136 0 0,-26-7-153 0 0,-7-3-7 0 0,-1 1 1 0 0,0-1 0 0 0,1 0 0 0 0,-1 1 0 0 0,1-1 0 0 0,-1 1 0 0 0,0-1 0 0 0,0 1 0 0 0,1 0 0 0 0,-1 0 0 0 0,0-1 0 0 0,0 1-1 0 0,0 0 1 0 0,0 0 0 0 0,0 0 0 0 0,0 0 0 0 0,0 1 0 0 0,0-1 0 0 0,0 0 0 0 0,0 0 0 0 0,-1 0 0 0 0,1 1 0 0 0,0-1 0 0 0,-1 0 0 0 0,1 1-1 0 0,-1-1 1 0 0,0 1 0 0 0,1-1 0 0 0,-1 0 0 0 0,0 1 0 0 0,0 2 0 0 0,3 9 87 0 0,-1 0 0 0 0,-1 0-1 0 0,0 0 1 0 0,-1 0 0 0 0,-1 0 0 0 0,-2 15 0 0 0,-16 82 351 0 0,12-79-316 0 0,-10 70-2945 0 0,17-99 1945 0 0,7 7-3018 0 0</inkml:trace>
</inkml:ink>
</file>

<file path=ppt/ink/ink8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4.0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11 404 0 0,'0'0'781'0'0,"-9"-10"1638"0"0,6 10-2333 0 0,0 0 1 0 0,1 1 0 0 0,-1-1 0 0 0,0 1-1 0 0,0 0 1 0 0,1 0 0 0 0,-1 0 0 0 0,0 0-1 0 0,1 1 1 0 0,0-1 0 0 0,-1 1 0 0 0,1-1 0 0 0,0 1-1 0 0,-1 0 1 0 0,1 0 0 0 0,0 0 0 0 0,0 0-1 0 0,0 0 1 0 0,1 0 0 0 0,-1 1 0 0 0,1-1-1 0 0,-1 1 1 0 0,1-1 0 0 0,0 1 0 0 0,0 0-1 0 0,0-1 1 0 0,0 1 0 0 0,0 0 0 0 0,0 2-1 0 0,-2 3 53 0 0,1 0 0 0 0,0 1 1 0 0,1-1-1 0 0,-1 0 0 0 0,2 0 0 0 0,-1 1 0 0 0,1-1 0 0 0,0 1 0 0 0,2 8 0 0 0,-2-15-61 0 0,0-1 1 0 0,0 0-1 0 0,1 1 1 0 0,-1-1-1 0 0,0 0 1 0 0,0 1-1 0 0,1-1 1 0 0,-1 0-1 0 0,1 0 1 0 0,0 1-1 0 0,-1-1 1 0 0,1 0-1 0 0,0 0 1 0 0,-1 0-1 0 0,1 0 1 0 0,0 0-1 0 0,0 0 1 0 0,0 0-1 0 0,0 0 1 0 0,1 0-1 0 0,-1-1-16 0 0,-1 0-1 0 0,1 0 0 0 0,0 0 1 0 0,0-1-1 0 0,-1 1 0 0 0,1 0 1 0 0,0-1-1 0 0,-1 1 0 0 0,1-1 1 0 0,-1 1-1 0 0,1-1 0 0 0,0 1 1 0 0,-1-1-1 0 0,1 1 0 0 0,-1-1 0 0 0,0 1 1 0 0,1-1-1 0 0,-1 0 0 0 0,1 1 1 0 0,-1-1-1 0 0,0 0 0 0 0,1 1 1 0 0,-1-3-1 0 0,4-4 209 0 0,-2-1 0 0 0,1-1 0 0 0,-1 1 0 0 0,3-15-1 0 0,-4 13-131 0 0,-1-1 0 0 0,0 1 0 0 0,0-1 0 0 0,-1 1 1 0 0,-1-1-1 0 0,-3-14 0 0 0,4 23-300 0 0,1-7-2307 0 0,0 4 893 0 0</inkml:trace>
</inkml:ink>
</file>

<file path=ppt/ink/ink8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4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71 376 0 0,'0'0'4889'0'0,"-1"15"-3756"0"0,5-14-952 0 0,-1 0 0 0 0,0-1 1 0 0,0 1-1 0 0,0-1 0 0 0,1 0 0 0 0,-1 0 0 0 0,0 0 1 0 0,1 0-1 0 0,-1 0 0 0 0,0-1 0 0 0,0 1 0 0 0,0-1 1 0 0,1 0-1 0 0,-1 0 0 0 0,0 0 0 0 0,0-1 0 0 0,0 1 1 0 0,0-1-1 0 0,-1 1 0 0 0,1-1 0 0 0,0 0 0 0 0,-1 0 1 0 0,1-1-1 0 0,-1 1 0 0 0,0 0 0 0 0,1-1 1 0 0,-1 1-1 0 0,0-1 0 0 0,-1 0 0 0 0,1 1 0 0 0,0-1 1 0 0,-1 0-1 0 0,0 0 0 0 0,1 0 0 0 0,-1 0 0 0 0,0-1 1 0 0,-1 1-1 0 0,1 0 0 0 0,-1 0 0 0 0,1-1 0 0 0,-1-2 1 0 0,0 4 59 0 0,1-9-40 0 0</inkml:trace>
</inkml:ink>
</file>

<file path=ppt/ink/ink8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5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1 326 896 0 0,'0'0'4925'0'0,"3"6"-4491"0"0,20 34-12 0 0,-2 1 1 0 0,-2 0-1 0 0,-1 2 0 0 0,-2 0 0 0 0,-3 1 1 0 0,15 78-1 0 0,-21-9 1278 0 0,-7-113-1684 0 0,0 0 1 0 0,0 0-1 0 0,0-1 0 0 0,0 1 0 0 0,0 0 0 0 0,0 0 0 0 0,0 0 1 0 0,0-1-1 0 0,0 1 0 0 0,0 0 0 0 0,0 0 0 0 0,0 0 0 0 0,0 0 0 0 0,0 0 1 0 0,-1-1-1 0 0,1 1 0 0 0,0 0 0 0 0,0 0 0 0 0,0 0 0 0 0,0 0 1 0 0,0 0-1 0 0,-1 0 0 0 0,1-1 0 0 0,0 1 0 0 0,0 0 0 0 0,0 0 1 0 0,0 0-1 0 0,0 0 0 0 0,-1 0 0 0 0,1 0 0 0 0,0 0 0 0 0,0 0 0 0 0,0 0 1 0 0,-1 0-1 0 0,1 0 0 0 0,0 0 0 0 0,0 0 0 0 0,0 0 0 0 0,0 0 1 0 0,-1 0-1 0 0,1 0 0 0 0,0 0 0 0 0,0 0 0 0 0,0 0 0 0 0,0 0 1 0 0,-1 0-1 0 0,1 0 0 0 0,0 1 0 0 0,0-1 0 0 0,0 0 0 0 0,0 0 0 0 0,-1 0 1 0 0,1 0-1 0 0,0 0 0 0 0,0 0 0 0 0,0 1 0 0 0,0-1 0 0 0,-1-28 90 0 0,1 0 0 0 0,1 1-1 0 0,2-1 1 0 0,1 0 0 0 0,1 1-1 0 0,12-38 1 0 0,69-172-19 0 0,-28 86-50 0 0,5-38 1478 0 0,-60 181-1106 0 0,-4 15-231 0 0,-2 6-172 0 0,1 1 1 0 0,0-1 0 0 0,1 0 0 0 0,1 18-1 0 0,2-15 4 0 0,1 0-1 0 0,1 0 1 0 0,0 0-1 0 0,2 0 0 0 0,-1-1 1 0 0,2 1-1 0 0,0-2 1 0 0,17 28-1 0 0,-23-41 11 0 0,0 1 0 0 0,1-1 0 0 0,-1 0-1 0 0,0 1 1 0 0,0-1 0 0 0,1 0 0 0 0,-1 0 0 0 0,1 0 0 0 0,-1 0-1 0 0,1 0 1 0 0,-1 0 0 0 0,1-1 0 0 0,0 1 0 0 0,-1-1 0 0 0,1 1 0 0 0,0-1-1 0 0,0 1 1 0 0,-1-1 0 0 0,1 0 0 0 0,3 0 0 0 0,-3 0 823 0 0,2 0-597 0 0,-1-1-215 0 0,0 1 1 0 0,1 0 0 0 0,-1 0 0 0 0,0 0-1 0 0,0 0 1 0 0,1 0 0 0 0,-1 1 0 0 0,0-1 0 0 0,6 3-1 0 0,25 14-5253 0 0,-13-5 401 0 0,-5-2 1045 0 0</inkml:trace>
</inkml:ink>
</file>

<file path=ppt/ink/ink8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6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1 140 244 0 0,'0'0'289'0'0,"0"-1"0"0"0,0 0 0 0 0,0 1 0 0 0,-1-1 0 0 0,1 0 0 0 0,0 0 0 0 0,0 1 0 0 0,0-1 0 0 0,0 0 0 0 0,0 1 0 0 0,0-1 0 0 0,0 0 0 0 0,0 0 0 0 0,1 1 0 0 0,-1-1 0 0 0,0 0 0 0 0,0 1 0 0 0,0-1 0 0 0,1 0 0 0 0,-1 1 0 0 0,0-1 0 0 0,1 0 0 0 0,-1 1 0 0 0,1-1 0 0 0,-1 1 0 0 0,1-1 0 0 0,0 0 0 0 0,10 19 1344 0 0,7 42-1482 0 0,-12-11 625 0 0,1 87 1 0 0,-7-135-290 0 0,22-58 1846 0 0,-20 50-2317 0 0,1 1 0 0 0,0 0 1 0 0,1-1-1 0 0,-1 2 0 0 0,1-1 0 0 0,0 0 0 0 0,1 1 0 0 0,-1-1 0 0 0,1 1 1 0 0,7-6-1 0 0,-9 10-9 0 0,5-1-2 0 0,-1 1-4 0 0,0 2 0 0 0,0-1 0 0 0,-1 1 0 0 0,1 0 0 0 0,0 0 0 0 0,-1 0-1 0 0,1 1 1 0 0,7 3 0 0 0,3 0 5 0 0,21 4 9 0 0,0-2 1 0 0,0-2-1 0 0,1-1 1 0 0,0-2-1 0 0,61-5 1 0 0,-94 2-12 0 0,0 0 0 0 0,0 0 0 0 0,1-1 0 0 0,-1 0 1 0 0,0 0-1 0 0,0 0 0 0 0,-1-1 0 0 0,1 0 0 0 0,0 0 0 0 0,-1 0 0 0 0,0-1 0 0 0,0 0 0 0 0,0 0 0 0 0,0 0 1 0 0,-1-1-1 0 0,1 1 0 0 0,-1-1 0 0 0,4-6 0 0 0,-7 9-8 0 0,-1 1 0 0 0,1 0 0 0 0,-1 0 0 0 0,1 0-1 0 0,-1-1 1 0 0,0 1 0 0 0,0 0 0 0 0,0-1 0 0 0,0 1 0 0 0,0 0 0 0 0,0 0 0 0 0,0-1 0 0 0,0 1-1 0 0,0 0 1 0 0,0-1 0 0 0,-1 1 0 0 0,1 0 0 0 0,0 0 0 0 0,-1 0 0 0 0,1-1 0 0 0,-1 1 0 0 0,0 0-1 0 0,1 0 1 0 0,-1 0 0 0 0,0 0 0 0 0,0 0 0 0 0,0 0 0 0 0,1 0 0 0 0,-1 0 0 0 0,0 0 0 0 0,0 0-1 0 0,0 1 1 0 0,-2-2 0 0 0,-34-15-147 0 0,35 16 121 0 0,0 1 15 0 0,-1 0 1 0 0,1 0-1 0 0,-1 0 0 0 0,1 0 1 0 0,0 0-1 0 0,-1 1 1 0 0,1-1-1 0 0,-1 1 1 0 0,1 0-1 0 0,0 0 1 0 0,-4 1-1 0 0,4 0 8 0 0,1 0 0 0 0,-1 0 0 0 0,1 0 0 0 0,0 0 0 0 0,0 0 0 0 0,0 0 0 0 0,0 0 0 0 0,0 0 0 0 0,0 0-1 0 0,0 1 1 0 0,1-1 0 0 0,-1 0 0 0 0,1 1 0 0 0,-1-1 0 0 0,1 0 0 0 0,0 1 0 0 0,0-1 0 0 0,0 0 0 0 0,0 1 0 0 0,1-1 0 0 0,-1 0 0 0 0,1 1 0 0 0,-1-1 0 0 0,1 0 0 0 0,0 0 0 0 0,0 1 0 0 0,0-1-1 0 0,0 0 1 0 0,0 0 0 0 0,0 0 0 0 0,1 0 0 0 0,-1 0 0 0 0,1 0 0 0 0,-1-1 0 0 0,1 1 0 0 0,0-1 0 0 0,-1 1 0 0 0,1-1 0 0 0,4 3 0 0 0,0 1-33 0 0,0-1 0 0 0,1 1 0 0 0,0-2 0 0 0,0 1 0 0 0,0 0 1 0 0,0-1-1 0 0,0-1 0 0 0,1 1 0 0 0,0-1 0 0 0,-1 0 0 0 0,10 0 0 0 0,-5-2-28 0 0,-1 0 0 0 0,1-2 0 0 0,-1 1 0 0 0,1-1 0 0 0,-1-1-1 0 0,0 0 1 0 0,0 0 0 0 0,0-1 0 0 0,0-1 0 0 0,-1 0 0 0 0,1 0 0 0 0,16-13 0 0 0,-4 2 109 0 0,-2-2 1 0 0,0 0 0 0 0,-1-2 0 0 0,20-24 0 0 0,-38 42 47 0 0,0-1 10 0 0,0 0 0 0 0,0 1 0 0 0,1-1 0 0 0,-1 1 0 0 0,1-1-1 0 0,-1 1 1 0 0,1 0 0 0 0,0 0 0 0 0,0 0 0 0 0,4-1 0 0 0,13 53 46 0 0,-19-48-133 0 0,-1 1 0 0 0,1-1 0 0 0,1 0 1 0 0,-1 1-1 0 0,0-1 0 0 0,1 0 0 0 0,-1 0 0 0 0,1 0 0 0 0,-1 0 0 0 0,1 0 0 0 0,0 0 0 0 0,0-1 0 0 0,0 1 0 0 0,0 0 0 0 0,0-1 0 0 0,0 0 0 0 0,1 1 0 0 0,-1-1 0 0 0,0 0 0 0 0,1 0 0 0 0,-1 0 0 0 0,1-1 0 0 0,-1 1 1 0 0,1 0-1 0 0,-1-1 0 0 0,1 0 0 0 0,-1 0 0 0 0,4 0 0 0 0,2-1 12 0 0,-1-1 0 0 0,1 0 1 0 0,-1-1-1 0 0,1 0 0 0 0,-1 0 1 0 0,0-1-1 0 0,9-6 0 0 0,-8 6-11 0 0,38-21-126 0 0,-45 24 101 0 0,52 15-32 0 0,-44-13 59 0 0,-1 0 0 0 0,0-1 0 0 0,0 0 0 0 0,1 0 0 0 0,-1-1 0 0 0,0 0 0 0 0,0-1 0 0 0,0 0 0 0 0,0 0 0 0 0,0 0 0 0 0,0-1 0 0 0,0 0 0 0 0,-1-1 0 0 0,0 0 0 0 0,1 0 0 0 0,-2 0 0 0 0,1-1 0 0 0,0 0 0 0 0,10-11 0 0 0,-16 14-17 0 0,0 1 0 0 0,0-1 0 0 0,0 1 0 0 0,0-1 0 0 0,0 0-1 0 0,0 0 1 0 0,0 1 0 0 0,0-1 0 0 0,-1 0 0 0 0,1 0 0 0 0,-1 0-1 0 0,0 0 1 0 0,1 0 0 0 0,-1 0 0 0 0,0 0 0 0 0,0 0 0 0 0,0 0 0 0 0,-1 0-1 0 0,1 0 1 0 0,-1-3 0 0 0,1 5-3 0 0,0-1-1 0 0,-1 1 1 0 0,1-1 0 0 0,0 1-1 0 0,0-1 1 0 0,0 0-1 0 0,0 1 1 0 0,-1-1 0 0 0,1 1-1 0 0,0-1 1 0 0,0 1-1 0 0,0-1 1 0 0,0 1 0 0 0,0-1-1 0 0,1 1 1 0 0,-1-1 0 0 0,0 0-1 0 0,0 1 1 0 0,0-1-1 0 0,0 1 1 0 0,1-1 0 0 0,-1 1-1 0 0,0-1 1 0 0,0 1 0 0 0,1 0-1 0 0,-1-1 1 0 0,0 1-1 0 0,1-1 1 0 0,-1 1 0 0 0,0 0-1 0 0,1-1 1 0 0,-1 1 0 0 0,1 0-1 0 0,-1-1 1 0 0,1 1-1 0 0,-1 0 1 0 0,1-1 0 0 0,-1 1-1 0 0,1 0 1 0 0,-1 0 0 0 0,1 0-1 0 0,-1 0 1 0 0,1-1-1 0 0,0 1 1 0 0,28 6-16 0 0,-10-1 47 0 0,-15-4-16 0 0,0 0 0 0 0,1-1 0 0 0,-1 0 0 0 0,0 0 0 0 0,0 0 0 0 0,1 0 0 0 0,-1 0-1 0 0,0-1 1 0 0,0 0 0 0 0,0 0 0 0 0,0 0 0 0 0,0-1 0 0 0,0 1 0 0 0,0-1 0 0 0,0 0 0 0 0,0 0-1 0 0,-1 0 1 0 0,1 0 0 0 0,-1-1 0 0 0,1 0 0 0 0,-1 1 0 0 0,0-1 0 0 0,4-5 0 0 0,-7 7-9 0 0,1 0 0 0 0,0 0 0 0 0,-1 0 1 0 0,1 0-1 0 0,0 0 0 0 0,0 1 0 0 0,-1-1 0 0 0,1 0 1 0 0,0 0-1 0 0,0 1 0 0 0,0-1 0 0 0,0 0 1 0 0,0 1-1 0 0,0-1 0 0 0,0 1 0 0 0,0 0 0 0 0,0-1 1 0 0,0 1-1 0 0,0 0 0 0 0,1-1 0 0 0,-1 1 1 0 0,0 0-1 0 0,0 0 0 0 0,0 0 0 0 0,1 0 0 0 0,1 1-4 0 0,0-1-1 0 0,0 1 1 0 0,0 0-1 0 0,-1 0 0 0 0,1 0 1 0 0,0 0-1 0 0,-1 1 1 0 0,1-1-1 0 0,4 4 0 0 0,4 5-20 0 0,0 0-1 0 0,0 0 0 0 0,9 13 1 0 0,-16-19 23 0 0,15 17-15 0 0,-9-10-2 0 0,0-1 0 0 0,-1 1 0 0 0,0 1 0 0 0,-1 0 0 0 0,0 0 0 0 0,-1 0 0 0 0,10 25 0 0 0,-17-37 19 0 0,1 1-1 0 0,-1-1 0 0 0,0 1 1 0 0,0-1-1 0 0,0 1 0 0 0,0-1 0 0 0,0 1 1 0 0,0 0-1 0 0,0-1 0 0 0,0 1 1 0 0,0-1-1 0 0,0 1 0 0 0,0-1 1 0 0,0 1-1 0 0,0-1 0 0 0,-1 1 0 0 0,1-1 1 0 0,0 1-1 0 0,0-1 0 0 0,-1 1 1 0 0,1-1-1 0 0,0 1 0 0 0,0-1 0 0 0,-1 1 1 0 0,1-1-1 0 0,-1 0 0 0 0,1 1 1 0 0,0-1-1 0 0,-1 1 0 0 0,0-1 1 0 0,-22 8 299 0 0,20-8-595 0 0,-1 0 0 0 0,0 1 0 0 0,1-1 0 0 0,-1-1 0 0 0,0 1 0 0 0,1 0 1 0 0,-1-1-1 0 0,0 0 0 0 0,1 0 0 0 0,-1 0 0 0 0,-4-2 0 0 0,-8-9-5358 0 0</inkml:trace>
</inkml:ink>
</file>

<file path=ppt/ink/ink8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6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2 9009 0 0,'10'-1'91'0'0,"1"0"1"0"0,-1 1 0 0 0,1 0-1 0 0,-1 1 1 0 0,1 0-1 0 0,-1 1 1 0 0,1 0-1 0 0,-1 0 1 0 0,0 1 0 0 0,0 1-1 0 0,0 0 1 0 0,-1 0-1 0 0,1 1 1 0 0,-1 0-1 0 0,0 0 1 0 0,0 1 0 0 0,-1 0-1 0 0,14 13 1 0 0,-5-4 181 0 0,0 2 0 0 0,-1 0 0 0 0,0 0 0 0 0,-2 1 0 0 0,0 1 1 0 0,-1 1-1 0 0,15 31 0 0 0,-18-32-94 0 0,-2 1 0 0 0,-1 1 0 0 0,-1 0 0 0 0,0-1 0 0 0,-1 2 0 0 0,-2-1 0 0 0,0 1 0 0 0,-1-1 0 0 0,-2 1 0 0 0,0-1 0 0 0,-1 1 0 0 0,-1 0 0 0 0,-5 22 0 0 0,3-25-89 0 0,-2-1-1 0 0,0 1 0 0 0,-1-1 1 0 0,-1-1-1 0 0,-1 1 0 0 0,0-1 1 0 0,-1-1-1 0 0,-1 0 1 0 0,0 0-1 0 0,-1-1 0 0 0,-1 0 1 0 0,0-1-1 0 0,-1-1 0 0 0,-29 22 1 0 0,10-13-316 0 0,0-2-1 0 0,-2-1 1 0 0,0-1-1 0 0,-45 15 1 0 0,47-21-2672 0 0,0-2 0 0 0,-55 9 0 0 0,55-15-1013 0 0</inkml:trace>
</inkml:ink>
</file>

<file path=ppt/ink/ink8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7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66 1260 0 0,'0'0'1492'0'0,"11"-3"1092"0"0,-1-6-555 0 0,-7-3 231 0 0,-11-7-1940 0 0,0 14-364 0 0,-10 2-416 0 0,-7 1-1116 0 0,-5-4-1705 0 0,-16-1 757 0 0</inkml:trace>
</inkml:ink>
</file>

<file path=ppt/ink/ink8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29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279 331 380 0 0,'-6'1'865'0'0,"-6"1"-496"0"0,0 0 0 0 0,0 1 0 0 0,0 0-1 0 0,1 1 1 0 0,0 1 0 0 0,-1-1-1 0 0,2 2 1 0 0,-1 0 0 0 0,1 0-1 0 0,0 1 1 0 0,0 0 0 0 0,0 0 0 0 0,1 1-1 0 0,1 1 1 0 0,-1-1 0 0 0,1 1-1 0 0,1 1 1 0 0,-8 10 0 0 0,15-19-335 0 0,-1-1 0 0 0,1 1 1 0 0,-1 0-1 0 0,1 0 1 0 0,-1 0-1 0 0,1-1 0 0 0,-1 1 1 0 0,1 0-1 0 0,0 0 0 0 0,-1 0 1 0 0,1 0-1 0 0,0 0 1 0 0,0 0-1 0 0,-1 0 0 0 0,1 0 1 0 0,0-1-1 0 0,0 1 0 0 0,0 0 1 0 0,0 0-1 0 0,1 0 0 0 0,-1 0 1 0 0,0 0-1 0 0,0 0 1 0 0,0 0-1 0 0,1 0 0 0 0,-1 0 1 0 0,0-1-1 0 0,1 1 0 0 0,-1 0 1 0 0,1 0-1 0 0,-1 0 0 0 0,1-1 1 0 0,0 1-1 0 0,-1 0 1 0 0,1 0-1 0 0,0-1 0 0 0,-1 1 1 0 0,1-1-1 0 0,0 1 0 0 0,0-1 1 0 0,-1 1-1 0 0,1-1 1 0 0,0 1-1 0 0,0-1 0 0 0,0 0 1 0 0,0 1-1 0 0,0-1 0 0 0,-1 0 1 0 0,1 0-1 0 0,0 0 0 0 0,0 1 1 0 0,0-1-1 0 0,0 0 1 0 0,0 0-1 0 0,0-1 0 0 0,0 1 1 0 0,0 0-1 0 0,0 0 0 0 0,0 0 1 0 0,0 0-1 0 0,-1-1 0 0 0,1 1 1 0 0,0-1-1 0 0,0 1 1 0 0,0 0-1 0 0,0-1 0 0 0,1 0 1 0 0,9-6 168 0 0,1 1 1 0 0,-1-2 0 0 0,0 0-1 0 0,0 0 1 0 0,-1-1 0 0 0,0 0-1 0 0,-1 0 1 0 0,0-1 0 0 0,-1-1-1 0 0,0 1 1 0 0,0-1 0 0 0,10-21-1 0 0,-14 23-128 0 0,0 0-1 0 0,0-1 0 0 0,-1 0 0 0 0,0 1 1 0 0,-1-1-1 0 0,0 0 0 0 0,-1 0 0 0 0,0-1 1 0 0,0 1-1 0 0,-1 0 0 0 0,-1 0 0 0 0,0 0 1 0 0,0 0-1 0 0,-1 0 0 0 0,0 0 0 0 0,0 0 1 0 0,-8-18-1 0 0,4 15-20 0 0,0 0-1 0 0,-1 1 1 0 0,0 0-1 0 0,-1 0 1 0 0,0 1-1 0 0,-1 0 1 0 0,0 1-1 0 0,-15-14 1 0 0,19 20-166 0 0,1 0 1 0 0,-1 1 0 0 0,0-1 0 0 0,0 1 0 0 0,0 0-1 0 0,0 0 1 0 0,0 1 0 0 0,-1 0 0 0 0,1 0 0 0 0,-1 0-1 0 0,0 0 1 0 0,0 1 0 0 0,1 0 0 0 0,-1 1-1 0 0,0-1 1 0 0,0 1 0 0 0,0 0 0 0 0,0 0 0 0 0,0 1-1 0 0,0 0 1 0 0,1 0 0 0 0,-10 2 0 0 0,-8 15-2297 0 0,23-17 2187 0 0,-1-1 0 0 0,1 1 0 0 0,-1-1-1 0 0,1 1 1 0 0,0 0 0 0 0,-1-1 0 0 0,1 1 0 0 0,0 0-1 0 0,0 0 1 0 0,-1-1 0 0 0,1 1 0 0 0,0 0-1 0 0,0 0 1 0 0,0-1 0 0 0,0 1 0 0 0,0 0 0 0 0,0 0-1 0 0,0-1 1 0 0,0 1 0 0 0,0 0 0 0 0,1 0-1 0 0,-1-1 1 0 0,0 1 0 0 0,1 1 0 0 0,7 12-2345 0 0</inkml:trace>
</inkml:ink>
</file>

<file path=ppt/ink/ink8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30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49 324 224 0 0,'0'0'1278'0'0,"0"0"-1216"0"0,1 0 0 0 0,-1 0 0 0 0,0 0-1 0 0,0 0 1 0 0,1 0 0 0 0,-1 1 0 0 0,0-1 0 0 0,0 0-1 0 0,0 0 1 0 0,0 0 0 0 0,1 0 0 0 0,-1 1 0 0 0,0-1-1 0 0,0 0 1 0 0,0 0 0 0 0,0 1 0 0 0,0-1 0 0 0,0 0-1 0 0,1 0 1 0 0,-1 1 0 0 0,0-1 0 0 0,0 0-1 0 0,0 0 1 0 0,0 1 0 0 0,0-1 0 0 0,0 0 0 0 0,0 0-1 0 0,0 1 1 0 0,0-1 0 0 0,0 0 0 0 0,0 0 0 0 0,-1 1-1 0 0,1-1 1 0 0,0 0 0 0 0,0 0 0 0 0,0 0 0 0 0,0 1-1 0 0,0-1 1 0 0,0 0 0 0 0,0 0 0 0 0,-1 1 0 0 0,1-1-1 0 0,0 0 1 0 0,0 0 0 0 0,-50 59 2428 0 0,49-58-1695 0 0,1-1-762 0 0,0 0-1 0 0,0 0 1 0 0,1 0 0 0 0,-1 0 0 0 0,0 0-1 0 0,0 0 1 0 0,0 0 0 0 0,0 0 0 0 0,0 0-1 0 0,1 0 1 0 0,-1 0 0 0 0,0 1 0 0 0,0-1-1 0 0,0 0 1 0 0,0 0 0 0 0,0 0-1 0 0,0 0 1 0 0,0 0 0 0 0,1 0 0 0 0,-1 0-1 0 0,0 0 1 0 0,0 1 0 0 0,0-1 0 0 0,0 0-1 0 0,0 0 1 0 0,0 0 0 0 0,0 0-1 0 0,0 0 1 0 0,0 0 0 0 0,0 1 0 0 0,0-1-1 0 0,0 0 1 0 0,0 0 0 0 0,0 0 0 0 0,0 0-1 0 0,0 0 1 0 0,0 0 0 0 0,0 1-1 0 0,0-1 1 0 0,0 0 0 0 0,0 0 0 0 0,0 0-1 0 0,0 0 1 0 0,0 0 0 0 0,0 1 0 0 0,0-1-1 0 0,0 0 1 0 0,0 0 0 0 0,0 0-1 0 0,0 0 1 0 0,0 0 0 0 0,0 0 0 0 0,-1 0-1 0 0,1 1 1 0 0,0-1 0 0 0,43-20 407 0 0,-42 20-383 0 0,48 3 199 0 0,-38-3-240 0 0,-1-1 0 0 0,1 0 0 0 0,-1-1 0 0 0,1 0 0 0 0,-1-1 0 0 0,0 0 0 0 0,0 0 0 0 0,0-1 0 0 0,0-1 0 0 0,0 0 0 0 0,-1 0 0 0 0,0 0 0 0 0,0-1 0 0 0,-1-1 0 0 0,1 0 0 0 0,-2 0 0 0 0,1 0 0 0 0,-1-1 0 0 0,0 0 0 0 0,10-15 0 0 0,-6 6 51 0 0,0-1 1 0 0,-2-1-1 0 0,0 0 1 0 0,-1 0-1 0 0,-1 0 0 0 0,0-1 1 0 0,-2 0-1 0 0,0-1 0 0 0,3-36 1 0 0,-8 54-21 0 0,1 0 1 0 0,-1 0-1 0 0,0-1 1 0 0,0 1-1 0 0,0 0 1 0 0,0 0-1 0 0,0 0 1 0 0,-1 0-1 0 0,1 0 1 0 0,-3-6-1 0 0,-4 10 83 0 0,-2 14-130 0 0,6-8 4 0 0,1-1 1 0 0,0 1-1 0 0,0 0 1 0 0,1 0-1 0 0,0 0 1 0 0,0 0-1 0 0,1 0 1 0 0,0 0 0 0 0,0 0-1 0 0,1 0 1 0 0,1 11-1 0 0,3 5 8 0 0,0-1-1 0 0,9 22 0 0 0,-10-31-15 0 0,0 0-1 0 0,1-1 0 0 0,1 1 0 0 0,0-2 1 0 0,1 1-1 0 0,0 0 0 0 0,11 11 0 0 0,-15-20-1 0 0,1 1 1 0 0,-1 0-1 0 0,1-1 0 0 0,0 0 0 0 0,0 0 0 0 0,1 0 1 0 0,-1-1-1 0 0,1 1 0 0 0,-1-1 0 0 0,1 0 0 0 0,0 0 0 0 0,0-1 1 0 0,-1 1-1 0 0,1-1 0 0 0,0 0 0 0 0,1-1 0 0 0,-1 1 1 0 0,0-1-1 0 0,0 0 0 0 0,0 0 0 0 0,6-1 0 0 0,-5-1 11 0 0,-1 1 0 0 0,1-1 0 0 0,-1 1 0 0 0,0-2 0 0 0,1 1 0 0 0,-1-1-1 0 0,0 1 1 0 0,0-1 0 0 0,6-6 0 0 0,-7 7 42 0 0,-3 1 38 0 0,1-1 28 0 0,0 1 0 0 0,1 0 1 0 0,-1-1-1 0 0,0 1 0 0 0,1 0 0 0 0,-1 0 0 0 0,1 1 1 0 0,-1-1-1 0 0,1 0 0 0 0,-1 1 0 0 0,4-1 0 0 0,37 9-77 0 0,-8-1-3207 0 0</inkml:trace>
</inkml:ink>
</file>

<file path=ppt/ink/ink8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30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33 176 0 0,'0'-12'3132'0'0,"5"-2"-1980"0"0,4 9-344 0 0,4 3-632 0 0,5 4-376 0 0,3-1-972 0 0,-10 3-528 0 0</inkml:trace>
</inkml:ink>
</file>

<file path=ppt/ink/ink8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30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98 164 164 0 0,'-13'-4'3581'0'0,"11"3"-3432"0"0,0 0-1 0 0,-1 1 1 0 0,1-1 0 0 0,0 0-1 0 0,-1 1 1 0 0,1 0-1 0 0,0-1 1 0 0,-1 1 0 0 0,1 0-1 0 0,0 0 1 0 0,-1 0 0 0 0,1 1-1 0 0,0-1 1 0 0,-1 0 0 0 0,1 1-1 0 0,0 0 1 0 0,-1-1 0 0 0,1 1-1 0 0,0 0 1 0 0,0 0-1 0 0,0 0 1 0 0,0 1 0 0 0,0-1-1 0 0,0 0 1 0 0,0 1 0 0 0,0-1-1 0 0,1 1 1 0 0,-1 0 0 0 0,0-1-1 0 0,1 1 1 0 0,-2 3-1 0 0,0 1-7 0 0,1 0 0 0 0,-1 0 0 0 0,1 0 0 0 0,1 0 0 0 0,-1 0 0 0 0,1 0 0 0 0,0 1 0 0 0,1-1 0 0 0,-1 0 0 0 0,2 13 0 0 0,5 26 211 0 0,-4-37-299 0 0,-1-1 0 0 0,0 0 1 0 0,0 1-1 0 0,-1-1 0 0 0,0 1 1 0 0,0-1-1 0 0,0 1 0 0 0,-1-1 1 0 0,-4 15-1 0 0,-1 1 212 0 0,15-29-202 0 0,-5 2-75 0 0,0 1 0 0 0,-1 0 0 0 0,1 0 0 0 0,0 1 0 0 0,0-1 0 0 0,8-3 0 0 0,207-54-738 0 0,-154 44 800 0 0,-63 16 96 0 0,1-1 1 0 0,-1 0 0 0 0,0 0-1 0 0,0 0 1 0 0,0 0-1 0 0,0 0 1 0 0,0 0-1 0 0,0 0 1 0 0,0-1-1 0 0,0 1 1 0 0,0-1-1 0 0,-1 0 1 0 0,1 1-1 0 0,-1-1 1 0 0,1 0-1 0 0,-1 0 1 0 0,2-2 0 0 0,-2 5-147 0 0,0 1 0 0 0,-1-1 0 0 0,1 1 1 0 0,0-1-1 0 0,0 0 0 0 0,1 1 1 0 0,-1-1-1 0 0,0 0 0 0 0,0 0 1 0 0,0 0-1 0 0,1 0 0 0 0,-1 0 1 0 0,1 0-1 0 0,-1 0 0 0 0,1 0 1 0 0,-1-1-1 0 0,1 1 0 0 0,-1 0 1 0 0,1-1-1 0 0,0 0 0 0 0,-1 1 1 0 0,1-1-1 0 0,3 0 0 0 0,41 7-186 0 0,-34-6 195 0 0,0-1 1 0 0,0 0-1 0 0,0-1 0 0 0,0-1 1 0 0,0 0-1 0 0,0 0 1 0 0,0-1-1 0 0,-1-1 1 0 0,1 0-1 0 0,-1-1 0 0 0,0 0 1 0 0,0 0-1 0 0,-1-1 1 0 0,1 0-1 0 0,-1-1 0 0 0,-1-1 1 0 0,1 1-1 0 0,-1-1 1 0 0,-1-1-1 0 0,1 0 0 0 0,-2 0 1 0 0,1-1-1 0 0,-1 1 1 0 0,-1-2-1 0 0,1 1 1 0 0,-2-1-1 0 0,0 0 0 0 0,0 0 1 0 0,-1 0-1 0 0,0-1 1 0 0,-1 1-1 0 0,0-1 0 0 0,-1 0 1 0 0,1-14-1 0 0,-4-29 1443 0 0,1 53-1054 0 0,-2 4-388 0 0,1-1 0 0 0,-1 1 1 0 0,1 0-1 0 0,0 0 0 0 0,0 0 1 0 0,0-1-1 0 0,0 1 0 0 0,0 0 0 0 0,0 0 1 0 0,0 0-1 0 0,0 3 0 0 0,1-5-1 0 0,-3 9 43 0 0,1 0 1 0 0,0 1-1 0 0,0-1 1 0 0,1 0-1 0 0,0 1 0 0 0,1-1 1 0 0,0 1-1 0 0,2 10 1 0 0,-1 8 82 0 0,5 35 191 0 0,-4-49-1497 0 0,0 1 0 0 0,-1 0 0 0 0,-1 21 0 0 0,-6-29-4518 0 0</inkml:trace>
</inkml:ink>
</file>

<file path=ppt/ink/ink8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3-09-25T13:04:31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30 820 0 0,'9'-2'856'0'0,"0"-1"732"0"0,10-3-848 0 0,-10 1-72 0 0,3 3-80 0 0,3-3-55 0 0,0 5-89 0 0,-5 0-228 0 0,8 0-284 0 0,-3 0-332 0 0,10-5-2681 0 0,-10 4 1481 0 0</inkml:trace>
  <inkml:trace contextRef="#ctx0" brushRef="#br0" timeOffset="1">583 100 784 0 0,'0'0'1240'0'0,"12"0"1928"0"0,0-8-1419 0 0,-6-2-137 0 0,-6-3-1628 0 0,-24-8-4909 0 0,15 14 2933 0 0</inkml:trace>
</inkml:ink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CCFDEBD-72E4-B83D-4C99-4C745E716E7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F780057-A3C3-1378-1DCC-FED10DA5C95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7BB1E2E-ACE3-4800-58D5-031C1C109A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8944CC7-B18A-9B5E-44D3-68287E3A37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DC484EA-B97D-BBAF-5C36-137A5498C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14893302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79CBE7-920C-4A7B-65CE-F63C379945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1084237-A024-00FE-75D6-BB9B939FD7B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D6BCA2-CD11-CBB8-D835-E18452FB2BC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E8BD864-A11B-DF4A-E51F-E425B2CA98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57183B-29E1-5CEE-559D-9DB51D065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77344782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86454C-7DF5-DACB-C8D5-D91FE3A662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865ED25-4250-583B-0350-CBEA4F4194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47C26CE-B472-65F5-12D7-2F03FFE479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64D7049-6AE3-A5C5-ADE4-C82C000630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F5456EB-6886-ED3F-FF54-00BA28EBF4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3921136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9A4B77-6CC3-D1E8-1ECF-A706AE9227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1DBB2C7-5EC9-175A-A63A-0E3CAB3680F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AE1BA2C-7BFC-9D6A-7F21-8FDB5B74EDE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24DD6D7-551E-E80E-7043-5295E8D851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FD4D3A7-49BE-F254-4EE0-904C8F7848E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61BA65B-ED56-787E-B4FC-C4D9FC3024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13861755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4B1B11-42E5-B55A-FA8C-698DA4EEEF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F9DD7B-AD5D-8220-5E16-F4D049E9ABA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A46F9E-86A4-CEB3-33D4-42A19186BCB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63123D3-5028-B5E6-5A39-2C5B88A298F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CADD9B53-77C9-4A21-AE52-AF41C1193FC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6E2E7B1-68E7-4777-6E26-E3B45C219F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8F987DC-74DC-3F9D-6D84-2A365EEF81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C58F804-DC51-A68B-6BFE-FA7B0FF2B4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7454566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324F0A-5C6F-953F-230F-89751CDD12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FE0D16D-F55F-35F9-7669-9DD5DB5A88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E56BC7-5773-CCD0-F5B4-9574234650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992A876-CFEE-9F8E-21ED-23E6A34700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578046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4B3CD3E-1573-8B59-D87C-13267803DB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BE7ED0-2F94-C146-B50C-FD99005D2D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D7C8706-5835-1EED-10EE-FA094779C6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9644173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A85769-AAFD-36FB-FC25-EF62377E95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C0F1FD7-2AE5-C326-8979-B58F0901F9A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2C21F24-F57B-B517-581E-14699C64630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9B09DFB-641A-0A69-FC1F-CBB976A3BC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204127E-07C7-F673-0D1E-7338C8520F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8E26D00-F0CB-D67F-47AA-FECEA22127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3653850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AEDF01-0474-1D6B-EDC8-47689CFB04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E8B9DC2-7750-5B41-F78B-320EA527534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33BAD56-33B4-CA3D-5137-EE5BDE6F9E7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AC6CEA7-DDD6-BC9F-C426-B66BD86272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FF8914-B915-7E8C-8A14-12C3F10254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AC87B4B-D804-0765-1DD3-90F2EEEBDD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1013826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C37588-BF3A-C0A6-E558-0442979B28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7C33B04-6F1F-BB60-0946-6AD10D8B9B0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D4EA3B-4EAC-698C-F304-42671DA5E0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08DE99A-F921-57F8-BE0B-07B090173C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073DE10-AC33-EED4-01DC-F7F4FA295F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8473583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BA7BD7FF-901C-2713-C344-C14AB07120B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718F289-03AF-1177-0BBE-E778CFEBDFA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7E5483E-D7F1-96A7-A403-16CFAF9DC4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880C1F-0D4A-CA91-7621-3501B8CA2D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56419C-BF05-BF06-34B1-3A69FA3238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750905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4D5C5DB-3C5A-2049-2253-B8AE4CEBAD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37AED0-39DE-560C-0BBD-EFA1C56FFC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C058A0F-87B9-4DE7-7B90-94334EA498B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2340182-30BF-44C0-8942-89F298F9580E}" type="datetimeFigureOut">
              <a:rPr lang="en-IN" smtClean="0"/>
              <a:t>10-11-2023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AC4B06D-E3D2-3ACA-5F3D-35D2987EDF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5EE02D0-3926-01A1-B11D-5851E0ADB4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27E4EB-2263-4E62-9788-6A3FC0CD2F96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16432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71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image" Target="NULL"/><Relationship Id="rId531" Type="http://schemas.openxmlformats.org/officeDocument/2006/relationships/customXml" Target="../ink/ink270.xml"/><Relationship Id="rId629" Type="http://schemas.openxmlformats.org/officeDocument/2006/relationships/image" Target="NULL"/><Relationship Id="rId170" Type="http://schemas.openxmlformats.org/officeDocument/2006/relationships/customXml" Target="../ink/ink85.xml"/><Relationship Id="rId268" Type="http://schemas.openxmlformats.org/officeDocument/2006/relationships/customXml" Target="../ink/ink134.xml"/><Relationship Id="rId475" Type="http://schemas.openxmlformats.org/officeDocument/2006/relationships/customXml" Target="../ink/ink240.xml"/><Relationship Id="rId682" Type="http://schemas.openxmlformats.org/officeDocument/2006/relationships/customXml" Target="../ink/ink348.xml"/><Relationship Id="rId32" Type="http://schemas.openxmlformats.org/officeDocument/2006/relationships/customXml" Target="../ink/ink16.xml"/><Relationship Id="rId128" Type="http://schemas.openxmlformats.org/officeDocument/2006/relationships/customXml" Target="../ink/ink64.xml"/><Relationship Id="rId335" Type="http://schemas.openxmlformats.org/officeDocument/2006/relationships/customXml" Target="../ink/ink168.xml"/><Relationship Id="rId542" Type="http://schemas.openxmlformats.org/officeDocument/2006/relationships/image" Target="NULL"/><Relationship Id="rId181" Type="http://schemas.openxmlformats.org/officeDocument/2006/relationships/image" Target="NULL"/><Relationship Id="rId402" Type="http://schemas.openxmlformats.org/officeDocument/2006/relationships/image" Target="NULL"/><Relationship Id="rId279" Type="http://schemas.openxmlformats.org/officeDocument/2006/relationships/image" Target="NUL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image" Target="NULL"/><Relationship Id="rId553" Type="http://schemas.openxmlformats.org/officeDocument/2006/relationships/customXml" Target="../ink/ink281.xml"/><Relationship Id="rId192" Type="http://schemas.openxmlformats.org/officeDocument/2006/relationships/customXml" Target="../ink/ink96.xml"/><Relationship Id="rId206" Type="http://schemas.openxmlformats.org/officeDocument/2006/relationships/customXml" Target="../ink/ink103.xml"/><Relationship Id="rId413" Type="http://schemas.openxmlformats.org/officeDocument/2006/relationships/customXml" Target="../ink/ink208.xml"/><Relationship Id="rId497" Type="http://schemas.openxmlformats.org/officeDocument/2006/relationships/image" Target="NULL"/><Relationship Id="rId620" Type="http://schemas.openxmlformats.org/officeDocument/2006/relationships/customXml" Target="../ink/ink316.xml"/><Relationship Id="rId357" Type="http://schemas.openxmlformats.org/officeDocument/2006/relationships/customXml" Target="../ink/ink179.xml"/><Relationship Id="rId54" Type="http://schemas.openxmlformats.org/officeDocument/2006/relationships/customXml" Target="../ink/ink27.xml"/><Relationship Id="rId217" Type="http://schemas.openxmlformats.org/officeDocument/2006/relationships/image" Target="NULL"/><Relationship Id="rId564" Type="http://schemas.openxmlformats.org/officeDocument/2006/relationships/image" Target="NULL"/><Relationship Id="rId424" Type="http://schemas.openxmlformats.org/officeDocument/2006/relationships/image" Target="NULL"/><Relationship Id="rId631" Type="http://schemas.openxmlformats.org/officeDocument/2006/relationships/image" Target="NULL"/><Relationship Id="rId270" Type="http://schemas.openxmlformats.org/officeDocument/2006/relationships/customXml" Target="../ink/ink135.xml"/><Relationship Id="rId65" Type="http://schemas.openxmlformats.org/officeDocument/2006/relationships/image" Target="NULL"/><Relationship Id="rId130" Type="http://schemas.openxmlformats.org/officeDocument/2006/relationships/customXml" Target="../ink/ink65.xml"/><Relationship Id="rId368" Type="http://schemas.openxmlformats.org/officeDocument/2006/relationships/image" Target="NULL"/><Relationship Id="rId575" Type="http://schemas.openxmlformats.org/officeDocument/2006/relationships/image" Target="NULL"/><Relationship Id="rId228" Type="http://schemas.openxmlformats.org/officeDocument/2006/relationships/customXml" Target="../ink/ink114.xml"/><Relationship Id="rId435" Type="http://schemas.openxmlformats.org/officeDocument/2006/relationships/customXml" Target="../ink/ink219.xml"/><Relationship Id="rId642" Type="http://schemas.openxmlformats.org/officeDocument/2006/relationships/image" Target="NULL"/><Relationship Id="rId281" Type="http://schemas.openxmlformats.org/officeDocument/2006/relationships/image" Target="NULL"/><Relationship Id="rId502" Type="http://schemas.openxmlformats.org/officeDocument/2006/relationships/customXml" Target="../ink/ink254.xml"/><Relationship Id="rId76" Type="http://schemas.openxmlformats.org/officeDocument/2006/relationships/customXml" Target="../ink/ink38.xml"/><Relationship Id="rId141" Type="http://schemas.openxmlformats.org/officeDocument/2006/relationships/image" Target="NULL"/><Relationship Id="rId379" Type="http://schemas.openxmlformats.org/officeDocument/2006/relationships/customXml" Target="../ink/ink190.xml"/><Relationship Id="rId586" Type="http://schemas.openxmlformats.org/officeDocument/2006/relationships/customXml" Target="../ink/ink298.xml"/><Relationship Id="rId7" Type="http://schemas.openxmlformats.org/officeDocument/2006/relationships/image" Target="NULL"/><Relationship Id="rId239" Type="http://schemas.openxmlformats.org/officeDocument/2006/relationships/image" Target="NULL"/><Relationship Id="rId446" Type="http://schemas.openxmlformats.org/officeDocument/2006/relationships/customXml" Target="../ink/ink225.xml"/><Relationship Id="rId653" Type="http://schemas.openxmlformats.org/officeDocument/2006/relationships/customXml" Target="../ink/ink333.xml"/><Relationship Id="rId292" Type="http://schemas.openxmlformats.org/officeDocument/2006/relationships/image" Target="NULL"/><Relationship Id="rId306" Type="http://schemas.openxmlformats.org/officeDocument/2006/relationships/image" Target="NULL"/><Relationship Id="rId87" Type="http://schemas.openxmlformats.org/officeDocument/2006/relationships/image" Target="NULL"/><Relationship Id="rId513" Type="http://schemas.openxmlformats.org/officeDocument/2006/relationships/customXml" Target="../ink/ink260.xml"/><Relationship Id="rId597" Type="http://schemas.openxmlformats.org/officeDocument/2006/relationships/image" Target="NULL"/><Relationship Id="rId152" Type="http://schemas.openxmlformats.org/officeDocument/2006/relationships/customXml" Target="../ink/ink76.xml"/><Relationship Id="rId457" Type="http://schemas.openxmlformats.org/officeDocument/2006/relationships/image" Target="NULL"/><Relationship Id="rId664" Type="http://schemas.openxmlformats.org/officeDocument/2006/relationships/image" Target="NULL"/><Relationship Id="rId14" Type="http://schemas.openxmlformats.org/officeDocument/2006/relationships/customXml" Target="../ink/ink7.xml"/><Relationship Id="rId317" Type="http://schemas.openxmlformats.org/officeDocument/2006/relationships/customXml" Target="../ink/ink159.xml"/><Relationship Id="rId524" Type="http://schemas.openxmlformats.org/officeDocument/2006/relationships/image" Target="NULL"/><Relationship Id="rId98" Type="http://schemas.openxmlformats.org/officeDocument/2006/relationships/customXml" Target="../ink/ink49.xml"/><Relationship Id="rId163" Type="http://schemas.openxmlformats.org/officeDocument/2006/relationships/image" Target="NULL"/><Relationship Id="rId370" Type="http://schemas.openxmlformats.org/officeDocument/2006/relationships/image" Target="NULL"/><Relationship Id="rId230" Type="http://schemas.openxmlformats.org/officeDocument/2006/relationships/customXml" Target="../ink/ink115.xml"/><Relationship Id="rId468" Type="http://schemas.openxmlformats.org/officeDocument/2006/relationships/image" Target="NULL"/><Relationship Id="rId675" Type="http://schemas.openxmlformats.org/officeDocument/2006/relationships/image" Target="NULL"/><Relationship Id="rId25" Type="http://schemas.openxmlformats.org/officeDocument/2006/relationships/image" Target="NULL"/><Relationship Id="rId328" Type="http://schemas.openxmlformats.org/officeDocument/2006/relationships/image" Target="NULL"/><Relationship Id="rId535" Type="http://schemas.openxmlformats.org/officeDocument/2006/relationships/customXml" Target="../ink/ink272.xml"/><Relationship Id="rId174" Type="http://schemas.openxmlformats.org/officeDocument/2006/relationships/customXml" Target="../ink/ink87.xml"/><Relationship Id="rId381" Type="http://schemas.openxmlformats.org/officeDocument/2006/relationships/customXml" Target="../ink/ink191.xml"/><Relationship Id="rId602" Type="http://schemas.openxmlformats.org/officeDocument/2006/relationships/image" Target="NULL"/><Relationship Id="rId241" Type="http://schemas.openxmlformats.org/officeDocument/2006/relationships/image" Target="NULL"/><Relationship Id="rId479" Type="http://schemas.openxmlformats.org/officeDocument/2006/relationships/customXml" Target="../ink/ink242.xml"/><Relationship Id="rId36" Type="http://schemas.openxmlformats.org/officeDocument/2006/relationships/customXml" Target="../ink/ink18.xml"/><Relationship Id="rId339" Type="http://schemas.openxmlformats.org/officeDocument/2006/relationships/customXml" Target="../ink/ink170.xml"/><Relationship Id="rId546" Type="http://schemas.openxmlformats.org/officeDocument/2006/relationships/image" Target="NULL"/><Relationship Id="rId101" Type="http://schemas.openxmlformats.org/officeDocument/2006/relationships/image" Target="NULL"/><Relationship Id="rId185" Type="http://schemas.openxmlformats.org/officeDocument/2006/relationships/image" Target="NULL"/><Relationship Id="rId406" Type="http://schemas.openxmlformats.org/officeDocument/2006/relationships/customXml" Target="../ink/ink204.xml"/><Relationship Id="rId392" Type="http://schemas.openxmlformats.org/officeDocument/2006/relationships/image" Target="NULL"/><Relationship Id="rId613" Type="http://schemas.openxmlformats.org/officeDocument/2006/relationships/customXml" Target="../ink/ink312.xml"/><Relationship Id="rId252" Type="http://schemas.openxmlformats.org/officeDocument/2006/relationships/customXml" Target="../ink/ink126.xml"/><Relationship Id="rId47" Type="http://schemas.openxmlformats.org/officeDocument/2006/relationships/image" Target="NULL"/><Relationship Id="rId112" Type="http://schemas.openxmlformats.org/officeDocument/2006/relationships/customXml" Target="../ink/ink56.xml"/><Relationship Id="rId557" Type="http://schemas.openxmlformats.org/officeDocument/2006/relationships/customXml" Target="../ink/ink283.xml"/><Relationship Id="rId196" Type="http://schemas.openxmlformats.org/officeDocument/2006/relationships/customXml" Target="../ink/ink98.xml"/><Relationship Id="rId417" Type="http://schemas.openxmlformats.org/officeDocument/2006/relationships/customXml" Target="../ink/ink210.xml"/><Relationship Id="rId624" Type="http://schemas.openxmlformats.org/officeDocument/2006/relationships/customXml" Target="../ink/ink318.xml"/><Relationship Id="rId263" Type="http://schemas.openxmlformats.org/officeDocument/2006/relationships/image" Target="NULL"/><Relationship Id="rId470" Type="http://schemas.openxmlformats.org/officeDocument/2006/relationships/image" Target="NULL"/><Relationship Id="rId58" Type="http://schemas.openxmlformats.org/officeDocument/2006/relationships/customXml" Target="../ink/ink29.xml"/><Relationship Id="rId123" Type="http://schemas.openxmlformats.org/officeDocument/2006/relationships/image" Target="NULL"/><Relationship Id="rId330" Type="http://schemas.openxmlformats.org/officeDocument/2006/relationships/image" Target="NULL"/><Relationship Id="rId568" Type="http://schemas.openxmlformats.org/officeDocument/2006/relationships/image" Target="NULL"/><Relationship Id="rId428" Type="http://schemas.openxmlformats.org/officeDocument/2006/relationships/image" Target="NULL"/><Relationship Id="rId635" Type="http://schemas.openxmlformats.org/officeDocument/2006/relationships/customXml" Target="../ink/ink324.xml"/><Relationship Id="rId274" Type="http://schemas.openxmlformats.org/officeDocument/2006/relationships/customXml" Target="../ink/ink137.xml"/><Relationship Id="rId481" Type="http://schemas.openxmlformats.org/officeDocument/2006/relationships/customXml" Target="../ink/ink243.xml"/><Relationship Id="rId69" Type="http://schemas.openxmlformats.org/officeDocument/2006/relationships/image" Target="NULL"/><Relationship Id="rId134" Type="http://schemas.openxmlformats.org/officeDocument/2006/relationships/customXml" Target="../ink/ink67.xml"/><Relationship Id="rId579" Type="http://schemas.openxmlformats.org/officeDocument/2006/relationships/image" Target="NULL"/><Relationship Id="rId341" Type="http://schemas.openxmlformats.org/officeDocument/2006/relationships/customXml" Target="../ink/ink171.xml"/><Relationship Id="rId439" Type="http://schemas.openxmlformats.org/officeDocument/2006/relationships/customXml" Target="../ink/ink221.xml"/><Relationship Id="rId646" Type="http://schemas.openxmlformats.org/officeDocument/2006/relationships/image" Target="NULL"/><Relationship Id="rId201" Type="http://schemas.openxmlformats.org/officeDocument/2006/relationships/image" Target="NULL"/><Relationship Id="rId285" Type="http://schemas.openxmlformats.org/officeDocument/2006/relationships/image" Target="NULL"/><Relationship Id="rId506" Type="http://schemas.openxmlformats.org/officeDocument/2006/relationships/customXml" Target="../ink/ink256.xml"/><Relationship Id="rId492" Type="http://schemas.openxmlformats.org/officeDocument/2006/relationships/image" Target="NULL"/><Relationship Id="rId145" Type="http://schemas.openxmlformats.org/officeDocument/2006/relationships/image" Target="NULL"/><Relationship Id="rId352" Type="http://schemas.openxmlformats.org/officeDocument/2006/relationships/image" Target="NULL"/><Relationship Id="rId212" Type="http://schemas.openxmlformats.org/officeDocument/2006/relationships/customXml" Target="../ink/ink106.xml"/><Relationship Id="rId254" Type="http://schemas.openxmlformats.org/officeDocument/2006/relationships/customXml" Target="../ink/ink127.xml"/><Relationship Id="rId657" Type="http://schemas.openxmlformats.org/officeDocument/2006/relationships/customXml" Target="../ink/ink335.xml"/><Relationship Id="rId49" Type="http://schemas.openxmlformats.org/officeDocument/2006/relationships/image" Target="NULL"/><Relationship Id="rId114" Type="http://schemas.openxmlformats.org/officeDocument/2006/relationships/customXml" Target="../ink/ink57.xml"/><Relationship Id="rId296" Type="http://schemas.openxmlformats.org/officeDocument/2006/relationships/image" Target="NULL"/><Relationship Id="rId461" Type="http://schemas.openxmlformats.org/officeDocument/2006/relationships/customXml" Target="../ink/ink233.xml"/><Relationship Id="rId517" Type="http://schemas.openxmlformats.org/officeDocument/2006/relationships/image" Target="NULL"/><Relationship Id="rId559" Type="http://schemas.openxmlformats.org/officeDocument/2006/relationships/customXml" Target="../ink/ink284.xml"/><Relationship Id="rId60" Type="http://schemas.openxmlformats.org/officeDocument/2006/relationships/customXml" Target="../ink/ink30.xml"/><Relationship Id="rId156" Type="http://schemas.openxmlformats.org/officeDocument/2006/relationships/customXml" Target="../ink/ink78.xml"/><Relationship Id="rId198" Type="http://schemas.openxmlformats.org/officeDocument/2006/relationships/customXml" Target="../ink/ink99.xml"/><Relationship Id="rId321" Type="http://schemas.openxmlformats.org/officeDocument/2006/relationships/customXml" Target="../ink/ink161.xml"/><Relationship Id="rId363" Type="http://schemas.openxmlformats.org/officeDocument/2006/relationships/customXml" Target="../ink/ink182.xml"/><Relationship Id="rId419" Type="http://schemas.openxmlformats.org/officeDocument/2006/relationships/customXml" Target="../ink/ink211.xml"/><Relationship Id="rId570" Type="http://schemas.openxmlformats.org/officeDocument/2006/relationships/image" Target="NULL"/><Relationship Id="rId626" Type="http://schemas.openxmlformats.org/officeDocument/2006/relationships/customXml" Target="../ink/ink319.xml"/><Relationship Id="rId223" Type="http://schemas.openxmlformats.org/officeDocument/2006/relationships/image" Target="NULL"/><Relationship Id="rId430" Type="http://schemas.openxmlformats.org/officeDocument/2006/relationships/image" Target="NULL"/><Relationship Id="rId668" Type="http://schemas.openxmlformats.org/officeDocument/2006/relationships/image" Target="NULL"/><Relationship Id="rId18" Type="http://schemas.openxmlformats.org/officeDocument/2006/relationships/customXml" Target="../ink/ink9.xml"/><Relationship Id="rId265" Type="http://schemas.openxmlformats.org/officeDocument/2006/relationships/image" Target="NULL"/><Relationship Id="rId472" Type="http://schemas.openxmlformats.org/officeDocument/2006/relationships/image" Target="NULL"/><Relationship Id="rId528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image" Target="NULL"/><Relationship Id="rId374" Type="http://schemas.openxmlformats.org/officeDocument/2006/relationships/image" Target="NULL"/><Relationship Id="rId581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customXml" Target="../ink/ink117.xml"/><Relationship Id="rId637" Type="http://schemas.openxmlformats.org/officeDocument/2006/relationships/customXml" Target="../ink/ink325.xml"/><Relationship Id="rId679" Type="http://schemas.openxmlformats.org/officeDocument/2006/relationships/image" Target="NULL"/><Relationship Id="rId2" Type="http://schemas.openxmlformats.org/officeDocument/2006/relationships/customXml" Target="../ink/ink1.xml"/><Relationship Id="rId29" Type="http://schemas.openxmlformats.org/officeDocument/2006/relationships/image" Target="NULL"/><Relationship Id="rId276" Type="http://schemas.openxmlformats.org/officeDocument/2006/relationships/customXml" Target="../ink/ink138.xml"/><Relationship Id="rId441" Type="http://schemas.openxmlformats.org/officeDocument/2006/relationships/customXml" Target="../ink/ink222.xml"/><Relationship Id="rId483" Type="http://schemas.openxmlformats.org/officeDocument/2006/relationships/customXml" Target="../ink/ink244.xml"/><Relationship Id="rId539" Type="http://schemas.openxmlformats.org/officeDocument/2006/relationships/customXml" Target="../ink/ink274.xml"/><Relationship Id="rId40" Type="http://schemas.openxmlformats.org/officeDocument/2006/relationships/customXml" Target="../ink/ink20.xml"/><Relationship Id="rId136" Type="http://schemas.openxmlformats.org/officeDocument/2006/relationships/customXml" Target="../ink/ink68.xml"/><Relationship Id="rId178" Type="http://schemas.openxmlformats.org/officeDocument/2006/relationships/customXml" Target="../ink/ink89.xml"/><Relationship Id="rId301" Type="http://schemas.openxmlformats.org/officeDocument/2006/relationships/customXml" Target="../ink/ink151.xml"/><Relationship Id="rId343" Type="http://schemas.openxmlformats.org/officeDocument/2006/relationships/customXml" Target="../ink/ink172.xml"/><Relationship Id="rId550" Type="http://schemas.openxmlformats.org/officeDocument/2006/relationships/image" Target="NULL"/><Relationship Id="rId82" Type="http://schemas.openxmlformats.org/officeDocument/2006/relationships/customXml" Target="../ink/ink41.xml"/><Relationship Id="rId203" Type="http://schemas.openxmlformats.org/officeDocument/2006/relationships/image" Target="NULL"/><Relationship Id="rId385" Type="http://schemas.openxmlformats.org/officeDocument/2006/relationships/customXml" Target="../ink/ink193.xml"/><Relationship Id="rId592" Type="http://schemas.openxmlformats.org/officeDocument/2006/relationships/customXml" Target="../ink/ink301.xml"/><Relationship Id="rId606" Type="http://schemas.openxmlformats.org/officeDocument/2006/relationships/image" Target="NULL"/><Relationship Id="rId648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image" Target="NULL"/><Relationship Id="rId452" Type="http://schemas.openxmlformats.org/officeDocument/2006/relationships/customXml" Target="../ink/ink228.xm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image" Target="NUL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image" Target="NULL"/><Relationship Id="rId561" Type="http://schemas.openxmlformats.org/officeDocument/2006/relationships/customXml" Target="../ink/ink285.xml"/><Relationship Id="rId617" Type="http://schemas.openxmlformats.org/officeDocument/2006/relationships/customXml" Target="../ink/ink314.xml"/><Relationship Id="rId659" Type="http://schemas.openxmlformats.org/officeDocument/2006/relationships/customXml" Target="../ink/ink336.xml"/><Relationship Id="rId214" Type="http://schemas.openxmlformats.org/officeDocument/2006/relationships/customXml" Target="../ink/ink107.xml"/><Relationship Id="rId256" Type="http://schemas.openxmlformats.org/officeDocument/2006/relationships/customXml" Target="../ink/ink128.xml"/><Relationship Id="rId298" Type="http://schemas.openxmlformats.org/officeDocument/2006/relationships/image" Target="NULL"/><Relationship Id="rId421" Type="http://schemas.openxmlformats.org/officeDocument/2006/relationships/customXml" Target="../ink/ink212.xml"/><Relationship Id="rId463" Type="http://schemas.openxmlformats.org/officeDocument/2006/relationships/customXml" Target="../ink/ink234.xml"/><Relationship Id="rId519" Type="http://schemas.openxmlformats.org/officeDocument/2006/relationships/image" Target="NULL"/><Relationship Id="rId670" Type="http://schemas.openxmlformats.org/officeDocument/2006/relationships/customXml" Target="../ink/ink342.xml"/><Relationship Id="rId116" Type="http://schemas.openxmlformats.org/officeDocument/2006/relationships/customXml" Target="../ink/ink58.xml"/><Relationship Id="rId158" Type="http://schemas.openxmlformats.org/officeDocument/2006/relationships/customXml" Target="../ink/ink79.xml"/><Relationship Id="rId323" Type="http://schemas.openxmlformats.org/officeDocument/2006/relationships/customXml" Target="../ink/ink162.xml"/><Relationship Id="rId530" Type="http://schemas.openxmlformats.org/officeDocument/2006/relationships/image" Target="NULL"/><Relationship Id="rId20" Type="http://schemas.openxmlformats.org/officeDocument/2006/relationships/customXml" Target="../ink/ink10.xml"/><Relationship Id="rId62" Type="http://schemas.openxmlformats.org/officeDocument/2006/relationships/customXml" Target="../ink/ink31.xml"/><Relationship Id="rId365" Type="http://schemas.openxmlformats.org/officeDocument/2006/relationships/customXml" Target="../ink/ink183.xml"/><Relationship Id="rId572" Type="http://schemas.openxmlformats.org/officeDocument/2006/relationships/image" Target="NULL"/><Relationship Id="rId628" Type="http://schemas.openxmlformats.org/officeDocument/2006/relationships/customXml" Target="../ink/ink320.xm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image" Target="NULL"/><Relationship Id="rId474" Type="http://schemas.openxmlformats.org/officeDocument/2006/relationships/image" Target="NULL"/><Relationship Id="rId127" Type="http://schemas.openxmlformats.org/officeDocument/2006/relationships/image" Target="NULL"/><Relationship Id="rId681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image" Target="NULL"/><Relationship Id="rId376" Type="http://schemas.openxmlformats.org/officeDocument/2006/relationships/image" Target="NULL"/><Relationship Id="rId541" Type="http://schemas.openxmlformats.org/officeDocument/2006/relationships/customXml" Target="../ink/ink275.xml"/><Relationship Id="rId583" Type="http://schemas.openxmlformats.org/officeDocument/2006/relationships/image" Target="NULL"/><Relationship Id="rId639" Type="http://schemas.openxmlformats.org/officeDocument/2006/relationships/customXml" Target="../ink/ink326.xml"/><Relationship Id="rId4" Type="http://schemas.openxmlformats.org/officeDocument/2006/relationships/customXml" Target="../ink/ink2.xml"/><Relationship Id="rId180" Type="http://schemas.openxmlformats.org/officeDocument/2006/relationships/customXml" Target="../ink/ink90.xml"/><Relationship Id="rId236" Type="http://schemas.openxmlformats.org/officeDocument/2006/relationships/customXml" Target="../ink/ink118.xml"/><Relationship Id="rId278" Type="http://schemas.openxmlformats.org/officeDocument/2006/relationships/customXml" Target="../ink/ink139.xml"/><Relationship Id="rId401" Type="http://schemas.openxmlformats.org/officeDocument/2006/relationships/customXml" Target="../ink/ink201.xml"/><Relationship Id="rId443" Type="http://schemas.openxmlformats.org/officeDocument/2006/relationships/image" Target="NULL"/><Relationship Id="rId650" Type="http://schemas.openxmlformats.org/officeDocument/2006/relationships/image" Target="NULL"/><Relationship Id="rId303" Type="http://schemas.openxmlformats.org/officeDocument/2006/relationships/customXml" Target="../ink/ink152.xml"/><Relationship Id="rId485" Type="http://schemas.openxmlformats.org/officeDocument/2006/relationships/customXml" Target="../ink/ink245.xml"/><Relationship Id="rId42" Type="http://schemas.openxmlformats.org/officeDocument/2006/relationships/customXml" Target="../ink/ink21.xml"/><Relationship Id="rId84" Type="http://schemas.openxmlformats.org/officeDocument/2006/relationships/customXml" Target="../ink/ink42.xml"/><Relationship Id="rId138" Type="http://schemas.openxmlformats.org/officeDocument/2006/relationships/customXml" Target="../ink/ink69.xml"/><Relationship Id="rId345" Type="http://schemas.openxmlformats.org/officeDocument/2006/relationships/customXml" Target="../ink/ink173.xml"/><Relationship Id="rId387" Type="http://schemas.openxmlformats.org/officeDocument/2006/relationships/customXml" Target="../ink/ink194.xml"/><Relationship Id="rId510" Type="http://schemas.openxmlformats.org/officeDocument/2006/relationships/image" Target="NULL"/><Relationship Id="rId552" Type="http://schemas.openxmlformats.org/officeDocument/2006/relationships/image" Target="NULL"/><Relationship Id="rId594" Type="http://schemas.openxmlformats.org/officeDocument/2006/relationships/customXml" Target="../ink/ink302.xml"/><Relationship Id="rId608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customXml" Target="../ink/ink145.xml"/><Relationship Id="rId454" Type="http://schemas.openxmlformats.org/officeDocument/2006/relationships/customXml" Target="../ink/ink229.xml"/><Relationship Id="rId496" Type="http://schemas.openxmlformats.org/officeDocument/2006/relationships/customXml" Target="../ink/ink251.xml"/><Relationship Id="rId661" Type="http://schemas.openxmlformats.org/officeDocument/2006/relationships/customXml" Target="../ink/ink337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521" Type="http://schemas.openxmlformats.org/officeDocument/2006/relationships/customXml" Target="../ink/ink265.xml"/><Relationship Id="rId563" Type="http://schemas.openxmlformats.org/officeDocument/2006/relationships/customXml" Target="../ink/ink286.xml"/><Relationship Id="rId619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80.xml"/><Relationship Id="rId216" Type="http://schemas.openxmlformats.org/officeDocument/2006/relationships/customXml" Target="../ink/ink108.xml"/><Relationship Id="rId423" Type="http://schemas.openxmlformats.org/officeDocument/2006/relationships/customXml" Target="../ink/ink213.xml"/><Relationship Id="rId258" Type="http://schemas.openxmlformats.org/officeDocument/2006/relationships/customXml" Target="../ink/ink129.xml"/><Relationship Id="rId465" Type="http://schemas.openxmlformats.org/officeDocument/2006/relationships/customXml" Target="../ink/ink235.xml"/><Relationship Id="rId630" Type="http://schemas.openxmlformats.org/officeDocument/2006/relationships/customXml" Target="../ink/ink321.xml"/><Relationship Id="rId672" Type="http://schemas.openxmlformats.org/officeDocument/2006/relationships/customXml" Target="../ink/ink343.xml"/><Relationship Id="rId22" Type="http://schemas.openxmlformats.org/officeDocument/2006/relationships/customXml" Target="../ink/ink11.xml"/><Relationship Id="rId64" Type="http://schemas.openxmlformats.org/officeDocument/2006/relationships/customXml" Target="../ink/ink32.xml"/><Relationship Id="rId118" Type="http://schemas.openxmlformats.org/officeDocument/2006/relationships/customXml" Target="../ink/ink59.xml"/><Relationship Id="rId325" Type="http://schemas.openxmlformats.org/officeDocument/2006/relationships/customXml" Target="../ink/ink163.xml"/><Relationship Id="rId367" Type="http://schemas.openxmlformats.org/officeDocument/2006/relationships/customXml" Target="../ink/ink184.xml"/><Relationship Id="rId532" Type="http://schemas.openxmlformats.org/officeDocument/2006/relationships/image" Target="NULL"/><Relationship Id="rId574" Type="http://schemas.openxmlformats.org/officeDocument/2006/relationships/customXml" Target="../ink/ink292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image" Target="NULL"/><Relationship Id="rId476" Type="http://schemas.openxmlformats.org/officeDocument/2006/relationships/image" Target="NULL"/><Relationship Id="rId641" Type="http://schemas.openxmlformats.org/officeDocument/2006/relationships/customXml" Target="../ink/ink327.xml"/><Relationship Id="rId683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140.xml"/><Relationship Id="rId336" Type="http://schemas.openxmlformats.org/officeDocument/2006/relationships/image" Target="NULL"/><Relationship Id="rId501" Type="http://schemas.openxmlformats.org/officeDocument/2006/relationships/image" Target="NULL"/><Relationship Id="rId543" Type="http://schemas.openxmlformats.org/officeDocument/2006/relationships/customXml" Target="../ink/ink276.xml"/><Relationship Id="rId75" Type="http://schemas.openxmlformats.org/officeDocument/2006/relationships/image" Target="NULL"/><Relationship Id="rId140" Type="http://schemas.openxmlformats.org/officeDocument/2006/relationships/customXml" Target="../ink/ink70.xml"/><Relationship Id="rId182" Type="http://schemas.openxmlformats.org/officeDocument/2006/relationships/customXml" Target="../ink/ink91.xml"/><Relationship Id="rId378" Type="http://schemas.openxmlformats.org/officeDocument/2006/relationships/image" Target="NULL"/><Relationship Id="rId403" Type="http://schemas.openxmlformats.org/officeDocument/2006/relationships/customXml" Target="../ink/ink202.xml"/><Relationship Id="rId585" Type="http://schemas.openxmlformats.org/officeDocument/2006/relationships/image" Target="NULL"/><Relationship Id="rId6" Type="http://schemas.openxmlformats.org/officeDocument/2006/relationships/customXml" Target="../ink/ink3.xml"/><Relationship Id="rId238" Type="http://schemas.openxmlformats.org/officeDocument/2006/relationships/customXml" Target="../ink/ink119.xml"/><Relationship Id="rId445" Type="http://schemas.openxmlformats.org/officeDocument/2006/relationships/image" Target="NULL"/><Relationship Id="rId487" Type="http://schemas.openxmlformats.org/officeDocument/2006/relationships/customXml" Target="../ink/ink246.xml"/><Relationship Id="rId610" Type="http://schemas.openxmlformats.org/officeDocument/2006/relationships/image" Target="NULL"/><Relationship Id="rId652" Type="http://schemas.openxmlformats.org/officeDocument/2006/relationships/image" Target="NULL"/><Relationship Id="rId291" Type="http://schemas.openxmlformats.org/officeDocument/2006/relationships/customXml" Target="../ink/ink146.xml"/><Relationship Id="rId305" Type="http://schemas.openxmlformats.org/officeDocument/2006/relationships/customXml" Target="../ink/ink153.xml"/><Relationship Id="rId347" Type="http://schemas.openxmlformats.org/officeDocument/2006/relationships/customXml" Target="../ink/ink174.xml"/><Relationship Id="rId512" Type="http://schemas.openxmlformats.org/officeDocument/2006/relationships/image" Target="NULL"/><Relationship Id="rId44" Type="http://schemas.openxmlformats.org/officeDocument/2006/relationships/customXml" Target="../ink/ink22.xml"/><Relationship Id="rId86" Type="http://schemas.openxmlformats.org/officeDocument/2006/relationships/customXml" Target="../ink/ink43.xml"/><Relationship Id="rId151" Type="http://schemas.openxmlformats.org/officeDocument/2006/relationships/image" Target="NULL"/><Relationship Id="rId389" Type="http://schemas.openxmlformats.org/officeDocument/2006/relationships/customXml" Target="../ink/ink195.xml"/><Relationship Id="rId554" Type="http://schemas.openxmlformats.org/officeDocument/2006/relationships/image" Target="NULL"/><Relationship Id="rId596" Type="http://schemas.openxmlformats.org/officeDocument/2006/relationships/customXml" Target="../ink/ink303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image" Target="NULL"/><Relationship Id="rId456" Type="http://schemas.openxmlformats.org/officeDocument/2006/relationships/customXml" Target="../ink/ink230.xml"/><Relationship Id="rId498" Type="http://schemas.openxmlformats.org/officeDocument/2006/relationships/customXml" Target="../ink/ink252.xml"/><Relationship Id="rId621" Type="http://schemas.openxmlformats.org/officeDocument/2006/relationships/image" Target="NULL"/><Relationship Id="rId663" Type="http://schemas.openxmlformats.org/officeDocument/2006/relationships/customXml" Target="../ink/ink338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30.xml"/><Relationship Id="rId316" Type="http://schemas.openxmlformats.org/officeDocument/2006/relationships/image" Target="NULL"/><Relationship Id="rId523" Type="http://schemas.openxmlformats.org/officeDocument/2006/relationships/customXml" Target="../ink/ink266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60.xml"/><Relationship Id="rId358" Type="http://schemas.openxmlformats.org/officeDocument/2006/relationships/image" Target="NULL"/><Relationship Id="rId565" Type="http://schemas.openxmlformats.org/officeDocument/2006/relationships/customXml" Target="../ink/ink287.xml"/><Relationship Id="rId162" Type="http://schemas.openxmlformats.org/officeDocument/2006/relationships/customXml" Target="../ink/ink81.xml"/><Relationship Id="rId218" Type="http://schemas.openxmlformats.org/officeDocument/2006/relationships/customXml" Target="../ink/ink109.xml"/><Relationship Id="rId425" Type="http://schemas.openxmlformats.org/officeDocument/2006/relationships/customXml" Target="../ink/ink214.xml"/><Relationship Id="rId467" Type="http://schemas.openxmlformats.org/officeDocument/2006/relationships/customXml" Target="../ink/ink236.xml"/><Relationship Id="rId632" Type="http://schemas.openxmlformats.org/officeDocument/2006/relationships/customXml" Target="../ink/ink322.xml"/><Relationship Id="rId271" Type="http://schemas.openxmlformats.org/officeDocument/2006/relationships/image" Target="NULL"/><Relationship Id="rId674" Type="http://schemas.openxmlformats.org/officeDocument/2006/relationships/customXml" Target="../ink/ink344.xml"/><Relationship Id="rId24" Type="http://schemas.openxmlformats.org/officeDocument/2006/relationships/customXml" Target="../ink/ink12.xml"/><Relationship Id="rId66" Type="http://schemas.openxmlformats.org/officeDocument/2006/relationships/customXml" Target="../ink/ink33.xml"/><Relationship Id="rId131" Type="http://schemas.openxmlformats.org/officeDocument/2006/relationships/image" Target="NULL"/><Relationship Id="rId327" Type="http://schemas.openxmlformats.org/officeDocument/2006/relationships/customXml" Target="../ink/ink164.xml"/><Relationship Id="rId369" Type="http://schemas.openxmlformats.org/officeDocument/2006/relationships/customXml" Target="../ink/ink185.xml"/><Relationship Id="rId534" Type="http://schemas.openxmlformats.org/officeDocument/2006/relationships/image" Target="NULL"/><Relationship Id="rId576" Type="http://schemas.openxmlformats.org/officeDocument/2006/relationships/customXml" Target="../ink/ink293.xm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image" Target="NULL"/><Relationship Id="rId436" Type="http://schemas.openxmlformats.org/officeDocument/2006/relationships/image" Target="NULL"/><Relationship Id="rId601" Type="http://schemas.openxmlformats.org/officeDocument/2006/relationships/customXml" Target="../ink/ink306.xml"/><Relationship Id="rId643" Type="http://schemas.openxmlformats.org/officeDocument/2006/relationships/customXml" Target="../ink/ink328.xml"/><Relationship Id="rId240" Type="http://schemas.openxmlformats.org/officeDocument/2006/relationships/customXml" Target="../ink/ink120.xml"/><Relationship Id="rId478" Type="http://schemas.openxmlformats.org/officeDocument/2006/relationships/image" Target="NULL"/><Relationship Id="rId685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50.xml"/><Relationship Id="rId282" Type="http://schemas.openxmlformats.org/officeDocument/2006/relationships/customXml" Target="../ink/ink141.xml"/><Relationship Id="rId338" Type="http://schemas.openxmlformats.org/officeDocument/2006/relationships/image" Target="NULL"/><Relationship Id="rId503" Type="http://schemas.openxmlformats.org/officeDocument/2006/relationships/image" Target="NULL"/><Relationship Id="rId545" Type="http://schemas.openxmlformats.org/officeDocument/2006/relationships/customXml" Target="../ink/ink277.xml"/><Relationship Id="rId587" Type="http://schemas.openxmlformats.org/officeDocument/2006/relationships/image" Target="NULL"/><Relationship Id="rId8" Type="http://schemas.openxmlformats.org/officeDocument/2006/relationships/customXml" Target="../ink/ink4.xml"/><Relationship Id="rId142" Type="http://schemas.openxmlformats.org/officeDocument/2006/relationships/customXml" Target="../ink/ink71.xml"/><Relationship Id="rId184" Type="http://schemas.openxmlformats.org/officeDocument/2006/relationships/customXml" Target="../ink/ink92.xml"/><Relationship Id="rId391" Type="http://schemas.openxmlformats.org/officeDocument/2006/relationships/customXml" Target="../ink/ink196.xml"/><Relationship Id="rId405" Type="http://schemas.openxmlformats.org/officeDocument/2006/relationships/customXml" Target="../ink/ink203.xml"/><Relationship Id="rId447" Type="http://schemas.openxmlformats.org/officeDocument/2006/relationships/image" Target="NULL"/><Relationship Id="rId612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customXml" Target="../ink/ink247.xml"/><Relationship Id="rId654" Type="http://schemas.openxmlformats.org/officeDocument/2006/relationships/image" Target="NULL"/><Relationship Id="rId46" Type="http://schemas.openxmlformats.org/officeDocument/2006/relationships/customXml" Target="../ink/ink23.xml"/><Relationship Id="rId293" Type="http://schemas.openxmlformats.org/officeDocument/2006/relationships/customXml" Target="../ink/ink147.xml"/><Relationship Id="rId307" Type="http://schemas.openxmlformats.org/officeDocument/2006/relationships/customXml" Target="../ink/ink154.xml"/><Relationship Id="rId349" Type="http://schemas.openxmlformats.org/officeDocument/2006/relationships/customXml" Target="../ink/ink175.xml"/><Relationship Id="rId514" Type="http://schemas.openxmlformats.org/officeDocument/2006/relationships/customXml" Target="../ink/ink261.xml"/><Relationship Id="rId556" Type="http://schemas.openxmlformats.org/officeDocument/2006/relationships/image" Target="NULL"/><Relationship Id="rId88" Type="http://schemas.openxmlformats.org/officeDocument/2006/relationships/customXml" Target="../ink/ink44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image" Target="NULL"/><Relationship Id="rId416" Type="http://schemas.openxmlformats.org/officeDocument/2006/relationships/image" Target="NULL"/><Relationship Id="rId598" Type="http://schemas.openxmlformats.org/officeDocument/2006/relationships/customXml" Target="../ink/ink304.xml"/><Relationship Id="rId220" Type="http://schemas.openxmlformats.org/officeDocument/2006/relationships/customXml" Target="../ink/ink110.xml"/><Relationship Id="rId458" Type="http://schemas.openxmlformats.org/officeDocument/2006/relationships/customXml" Target="../ink/ink231.xml"/><Relationship Id="rId623" Type="http://schemas.openxmlformats.org/officeDocument/2006/relationships/image" Target="NULL"/><Relationship Id="rId665" Type="http://schemas.openxmlformats.org/officeDocument/2006/relationships/customXml" Target="../ink/ink339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131.xml"/><Relationship Id="rId318" Type="http://schemas.openxmlformats.org/officeDocument/2006/relationships/image" Target="NULL"/><Relationship Id="rId525" Type="http://schemas.openxmlformats.org/officeDocument/2006/relationships/customXml" Target="../ink/ink267.xml"/><Relationship Id="rId567" Type="http://schemas.openxmlformats.org/officeDocument/2006/relationships/customXml" Target="../ink/ink288.xml"/><Relationship Id="rId99" Type="http://schemas.openxmlformats.org/officeDocument/2006/relationships/image" Target="NULL"/><Relationship Id="rId122" Type="http://schemas.openxmlformats.org/officeDocument/2006/relationships/customXml" Target="../ink/ink61.xml"/><Relationship Id="rId164" Type="http://schemas.openxmlformats.org/officeDocument/2006/relationships/customXml" Target="../ink/ink82.xml"/><Relationship Id="rId371" Type="http://schemas.openxmlformats.org/officeDocument/2006/relationships/customXml" Target="../ink/ink186.xml"/><Relationship Id="rId427" Type="http://schemas.openxmlformats.org/officeDocument/2006/relationships/customXml" Target="../ink/ink215.xml"/><Relationship Id="rId469" Type="http://schemas.openxmlformats.org/officeDocument/2006/relationships/customXml" Target="../ink/ink237.xml"/><Relationship Id="rId634" Type="http://schemas.openxmlformats.org/officeDocument/2006/relationships/customXml" Target="../ink/ink323.xml"/><Relationship Id="rId676" Type="http://schemas.openxmlformats.org/officeDocument/2006/relationships/customXml" Target="../ink/ink345.xml"/><Relationship Id="rId26" Type="http://schemas.openxmlformats.org/officeDocument/2006/relationships/customXml" Target="../ink/ink13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customXml" Target="../ink/ink165.xml"/><Relationship Id="rId480" Type="http://schemas.openxmlformats.org/officeDocument/2006/relationships/image" Target="NULL"/><Relationship Id="rId536" Type="http://schemas.openxmlformats.org/officeDocument/2006/relationships/image" Target="NULL"/><Relationship Id="rId68" Type="http://schemas.openxmlformats.org/officeDocument/2006/relationships/customXml" Target="../ink/ink34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image" Target="NULL"/><Relationship Id="rId578" Type="http://schemas.openxmlformats.org/officeDocument/2006/relationships/customXml" Target="../ink/ink294.xml"/><Relationship Id="rId200" Type="http://schemas.openxmlformats.org/officeDocument/2006/relationships/customXml" Target="../ink/ink100.xml"/><Relationship Id="rId382" Type="http://schemas.openxmlformats.org/officeDocument/2006/relationships/image" Target="NULL"/><Relationship Id="rId438" Type="http://schemas.openxmlformats.org/officeDocument/2006/relationships/image" Target="NULL"/><Relationship Id="rId603" Type="http://schemas.openxmlformats.org/officeDocument/2006/relationships/customXml" Target="../ink/ink307.xml"/><Relationship Id="rId645" Type="http://schemas.openxmlformats.org/officeDocument/2006/relationships/customXml" Target="../ink/ink329.xml"/><Relationship Id="rId242" Type="http://schemas.openxmlformats.org/officeDocument/2006/relationships/customXml" Target="../ink/ink121.xml"/><Relationship Id="rId284" Type="http://schemas.openxmlformats.org/officeDocument/2006/relationships/customXml" Target="../ink/ink142.xml"/><Relationship Id="rId491" Type="http://schemas.openxmlformats.org/officeDocument/2006/relationships/customXml" Target="../ink/ink248.xm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51.xml"/><Relationship Id="rId144" Type="http://schemas.openxmlformats.org/officeDocument/2006/relationships/customXml" Target="../ink/ink72.xml"/><Relationship Id="rId547" Type="http://schemas.openxmlformats.org/officeDocument/2006/relationships/customXml" Target="../ink/ink278.xml"/><Relationship Id="rId589" Type="http://schemas.openxmlformats.org/officeDocument/2006/relationships/image" Target="NULL"/><Relationship Id="rId90" Type="http://schemas.openxmlformats.org/officeDocument/2006/relationships/customXml" Target="../ink/ink45.xml"/><Relationship Id="rId186" Type="http://schemas.openxmlformats.org/officeDocument/2006/relationships/customXml" Target="../ink/ink93.xml"/><Relationship Id="rId351" Type="http://schemas.openxmlformats.org/officeDocument/2006/relationships/customXml" Target="../ink/ink176.xml"/><Relationship Id="rId393" Type="http://schemas.openxmlformats.org/officeDocument/2006/relationships/customXml" Target="../ink/ink197.xml"/><Relationship Id="rId407" Type="http://schemas.openxmlformats.org/officeDocument/2006/relationships/image" Target="NULL"/><Relationship Id="rId449" Type="http://schemas.openxmlformats.org/officeDocument/2006/relationships/image" Target="NULL"/><Relationship Id="rId614" Type="http://schemas.openxmlformats.org/officeDocument/2006/relationships/image" Target="NULL"/><Relationship Id="rId656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customXml" Target="../ink/ink148.xml"/><Relationship Id="rId309" Type="http://schemas.openxmlformats.org/officeDocument/2006/relationships/customXml" Target="../ink/ink155.xml"/><Relationship Id="rId460" Type="http://schemas.openxmlformats.org/officeDocument/2006/relationships/customXml" Target="../ink/ink232.xml"/><Relationship Id="rId516" Type="http://schemas.openxmlformats.org/officeDocument/2006/relationships/customXml" Target="../ink/ink262.xml"/><Relationship Id="rId48" Type="http://schemas.openxmlformats.org/officeDocument/2006/relationships/customXml" Target="../ink/ink24.xml"/><Relationship Id="rId113" Type="http://schemas.openxmlformats.org/officeDocument/2006/relationships/image" Target="NULL"/><Relationship Id="rId320" Type="http://schemas.openxmlformats.org/officeDocument/2006/relationships/image" Target="NULL"/><Relationship Id="rId558" Type="http://schemas.openxmlformats.org/officeDocument/2006/relationships/image" Target="NUL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image" Target="NULL"/><Relationship Id="rId418" Type="http://schemas.openxmlformats.org/officeDocument/2006/relationships/image" Target="NULL"/><Relationship Id="rId625" Type="http://schemas.openxmlformats.org/officeDocument/2006/relationships/image" Target="NULL"/><Relationship Id="rId222" Type="http://schemas.openxmlformats.org/officeDocument/2006/relationships/customXml" Target="../ink/ink111.xml"/><Relationship Id="rId264" Type="http://schemas.openxmlformats.org/officeDocument/2006/relationships/customXml" Target="../ink/ink132.xml"/><Relationship Id="rId471" Type="http://schemas.openxmlformats.org/officeDocument/2006/relationships/customXml" Target="../ink/ink238.xml"/><Relationship Id="rId667" Type="http://schemas.openxmlformats.org/officeDocument/2006/relationships/customXml" Target="../ink/ink340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62.xml"/><Relationship Id="rId527" Type="http://schemas.openxmlformats.org/officeDocument/2006/relationships/customXml" Target="../ink/ink268.xml"/><Relationship Id="rId569" Type="http://schemas.openxmlformats.org/officeDocument/2006/relationships/customXml" Target="../ink/ink289.xml"/><Relationship Id="rId70" Type="http://schemas.openxmlformats.org/officeDocument/2006/relationships/customXml" Target="../ink/ink35.xml"/><Relationship Id="rId166" Type="http://schemas.openxmlformats.org/officeDocument/2006/relationships/customXml" Target="../ink/ink83.xml"/><Relationship Id="rId331" Type="http://schemas.openxmlformats.org/officeDocument/2006/relationships/customXml" Target="../ink/ink166.xml"/><Relationship Id="rId373" Type="http://schemas.openxmlformats.org/officeDocument/2006/relationships/customXml" Target="../ink/ink187.xml"/><Relationship Id="rId429" Type="http://schemas.openxmlformats.org/officeDocument/2006/relationships/customXml" Target="../ink/ink216.xml"/><Relationship Id="rId580" Type="http://schemas.openxmlformats.org/officeDocument/2006/relationships/customXml" Target="../ink/ink295.xml"/><Relationship Id="rId636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image" Target="NULL"/><Relationship Id="rId678" Type="http://schemas.openxmlformats.org/officeDocument/2006/relationships/customXml" Target="../ink/ink346.xml"/><Relationship Id="rId28" Type="http://schemas.openxmlformats.org/officeDocument/2006/relationships/customXml" Target="../ink/ink14.xml"/><Relationship Id="rId275" Type="http://schemas.openxmlformats.org/officeDocument/2006/relationships/image" Target="NULL"/><Relationship Id="rId300" Type="http://schemas.openxmlformats.org/officeDocument/2006/relationships/image" Target="NULL"/><Relationship Id="rId482" Type="http://schemas.openxmlformats.org/officeDocument/2006/relationships/image" Target="NULL"/><Relationship Id="rId538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image" Target="NULL"/><Relationship Id="rId384" Type="http://schemas.openxmlformats.org/officeDocument/2006/relationships/image" Target="NULL"/><Relationship Id="rId591" Type="http://schemas.openxmlformats.org/officeDocument/2006/relationships/image" Target="NULL"/><Relationship Id="rId605" Type="http://schemas.openxmlformats.org/officeDocument/2006/relationships/customXml" Target="../ink/ink308.xml"/><Relationship Id="rId202" Type="http://schemas.openxmlformats.org/officeDocument/2006/relationships/customXml" Target="../ink/ink101.xml"/><Relationship Id="rId244" Type="http://schemas.openxmlformats.org/officeDocument/2006/relationships/customXml" Target="../ink/ink122.xml"/><Relationship Id="rId647" Type="http://schemas.openxmlformats.org/officeDocument/2006/relationships/customXml" Target="../ink/ink330.xml"/><Relationship Id="rId39" Type="http://schemas.openxmlformats.org/officeDocument/2006/relationships/image" Target="NULL"/><Relationship Id="rId286" Type="http://schemas.openxmlformats.org/officeDocument/2006/relationships/customXml" Target="../ink/ink143.xml"/><Relationship Id="rId451" Type="http://schemas.openxmlformats.org/officeDocument/2006/relationships/image" Target="NULL"/><Relationship Id="rId493" Type="http://schemas.openxmlformats.org/officeDocument/2006/relationships/customXml" Target="../ink/ink249.xml"/><Relationship Id="rId507" Type="http://schemas.openxmlformats.org/officeDocument/2006/relationships/customXml" Target="../ink/ink257.xml"/><Relationship Id="rId549" Type="http://schemas.openxmlformats.org/officeDocument/2006/relationships/customXml" Target="../ink/ink279.xml"/><Relationship Id="rId50" Type="http://schemas.openxmlformats.org/officeDocument/2006/relationships/customXml" Target="../ink/ink25.xml"/><Relationship Id="rId104" Type="http://schemas.openxmlformats.org/officeDocument/2006/relationships/customXml" Target="../ink/ink52.xml"/><Relationship Id="rId146" Type="http://schemas.openxmlformats.org/officeDocument/2006/relationships/customXml" Target="../ink/ink73.xml"/><Relationship Id="rId188" Type="http://schemas.openxmlformats.org/officeDocument/2006/relationships/customXml" Target="../ink/ink94.xml"/><Relationship Id="rId311" Type="http://schemas.openxmlformats.org/officeDocument/2006/relationships/customXml" Target="../ink/ink156.xml"/><Relationship Id="rId353" Type="http://schemas.openxmlformats.org/officeDocument/2006/relationships/customXml" Target="../ink/ink177.xml"/><Relationship Id="rId395" Type="http://schemas.openxmlformats.org/officeDocument/2006/relationships/customXml" Target="../ink/ink198.xml"/><Relationship Id="rId409" Type="http://schemas.openxmlformats.org/officeDocument/2006/relationships/customXml" Target="../ink/ink206.xml"/><Relationship Id="rId560" Type="http://schemas.openxmlformats.org/officeDocument/2006/relationships/image" Target="NULL"/><Relationship Id="rId92" Type="http://schemas.openxmlformats.org/officeDocument/2006/relationships/customXml" Target="../ink/ink46.xml"/><Relationship Id="rId213" Type="http://schemas.openxmlformats.org/officeDocument/2006/relationships/image" Target="NULL"/><Relationship Id="rId420" Type="http://schemas.openxmlformats.org/officeDocument/2006/relationships/image" Target="NULL"/><Relationship Id="rId616" Type="http://schemas.openxmlformats.org/officeDocument/2006/relationships/image" Target="NULL"/><Relationship Id="rId658" Type="http://schemas.openxmlformats.org/officeDocument/2006/relationships/image" Target="NULL"/><Relationship Id="rId255" Type="http://schemas.openxmlformats.org/officeDocument/2006/relationships/image" Target="NULL"/><Relationship Id="rId297" Type="http://schemas.openxmlformats.org/officeDocument/2006/relationships/customXml" Target="../ink/ink149.xml"/><Relationship Id="rId462" Type="http://schemas.openxmlformats.org/officeDocument/2006/relationships/image" Target="NULL"/><Relationship Id="rId518" Type="http://schemas.openxmlformats.org/officeDocument/2006/relationships/customXml" Target="../ink/ink263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image" Target="NUL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image" Target="NULL"/><Relationship Id="rId571" Type="http://schemas.openxmlformats.org/officeDocument/2006/relationships/customXml" Target="../ink/ink290.xml"/><Relationship Id="rId627" Type="http://schemas.openxmlformats.org/officeDocument/2006/relationships/image" Target="NULL"/><Relationship Id="rId669" Type="http://schemas.openxmlformats.org/officeDocument/2006/relationships/customXml" Target="../ink/ink341.xml"/><Relationship Id="rId19" Type="http://schemas.openxmlformats.org/officeDocument/2006/relationships/image" Target="NULL"/><Relationship Id="rId224" Type="http://schemas.openxmlformats.org/officeDocument/2006/relationships/customXml" Target="../ink/ink112.xml"/><Relationship Id="rId266" Type="http://schemas.openxmlformats.org/officeDocument/2006/relationships/customXml" Target="../ink/ink133.xml"/><Relationship Id="rId431" Type="http://schemas.openxmlformats.org/officeDocument/2006/relationships/customXml" Target="../ink/ink217.xml"/><Relationship Id="rId473" Type="http://schemas.openxmlformats.org/officeDocument/2006/relationships/customXml" Target="../ink/ink239.xml"/><Relationship Id="rId529" Type="http://schemas.openxmlformats.org/officeDocument/2006/relationships/customXml" Target="../ink/ink269.xml"/><Relationship Id="rId680" Type="http://schemas.openxmlformats.org/officeDocument/2006/relationships/customXml" Target="../ink/ink347.xml"/><Relationship Id="rId30" Type="http://schemas.openxmlformats.org/officeDocument/2006/relationships/customXml" Target="../ink/ink15.xml"/><Relationship Id="rId126" Type="http://schemas.openxmlformats.org/officeDocument/2006/relationships/customXml" Target="../ink/ink63.xml"/><Relationship Id="rId168" Type="http://schemas.openxmlformats.org/officeDocument/2006/relationships/customXml" Target="../ink/ink84.xml"/><Relationship Id="rId333" Type="http://schemas.openxmlformats.org/officeDocument/2006/relationships/customXml" Target="../ink/ink167.xml"/><Relationship Id="rId540" Type="http://schemas.openxmlformats.org/officeDocument/2006/relationships/image" Target="NULL"/><Relationship Id="rId72" Type="http://schemas.openxmlformats.org/officeDocument/2006/relationships/customXml" Target="../ink/ink36.xml"/><Relationship Id="rId375" Type="http://schemas.openxmlformats.org/officeDocument/2006/relationships/customXml" Target="../ink/ink188.xml"/><Relationship Id="rId582" Type="http://schemas.openxmlformats.org/officeDocument/2006/relationships/customXml" Target="../ink/ink296.xml"/><Relationship Id="rId638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image" Target="NULL"/><Relationship Id="rId442" Type="http://schemas.openxmlformats.org/officeDocument/2006/relationships/customXml" Target="../ink/ink223.xml"/><Relationship Id="rId484" Type="http://schemas.openxmlformats.org/officeDocument/2006/relationships/image" Target="NULL"/><Relationship Id="rId137" Type="http://schemas.openxmlformats.org/officeDocument/2006/relationships/image" Target="NULL"/><Relationship Id="rId302" Type="http://schemas.openxmlformats.org/officeDocument/2006/relationships/image" Target="NUL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image" Target="NULL"/><Relationship Id="rId551" Type="http://schemas.openxmlformats.org/officeDocument/2006/relationships/customXml" Target="../ink/ink280.xml"/><Relationship Id="rId593" Type="http://schemas.openxmlformats.org/officeDocument/2006/relationships/image" Target="NULL"/><Relationship Id="rId607" Type="http://schemas.openxmlformats.org/officeDocument/2006/relationships/customXml" Target="../ink/ink309.xml"/><Relationship Id="rId649" Type="http://schemas.openxmlformats.org/officeDocument/2006/relationships/customXml" Target="../ink/ink331.xml"/><Relationship Id="rId190" Type="http://schemas.openxmlformats.org/officeDocument/2006/relationships/customXml" Target="../ink/ink95.xml"/><Relationship Id="rId204" Type="http://schemas.openxmlformats.org/officeDocument/2006/relationships/customXml" Target="../ink/ink102.xml"/><Relationship Id="rId246" Type="http://schemas.openxmlformats.org/officeDocument/2006/relationships/customXml" Target="../ink/ink123.xml"/><Relationship Id="rId288" Type="http://schemas.openxmlformats.org/officeDocument/2006/relationships/customXml" Target="../ink/ink144.xml"/><Relationship Id="rId411" Type="http://schemas.openxmlformats.org/officeDocument/2006/relationships/customXml" Target="../ink/ink207.xml"/><Relationship Id="rId453" Type="http://schemas.openxmlformats.org/officeDocument/2006/relationships/image" Target="NULL"/><Relationship Id="rId509" Type="http://schemas.openxmlformats.org/officeDocument/2006/relationships/customXml" Target="../ink/ink258.xml"/><Relationship Id="rId660" Type="http://schemas.openxmlformats.org/officeDocument/2006/relationships/image" Target="NULL"/><Relationship Id="rId106" Type="http://schemas.openxmlformats.org/officeDocument/2006/relationships/customXml" Target="../ink/ink53.xml"/><Relationship Id="rId313" Type="http://schemas.openxmlformats.org/officeDocument/2006/relationships/customXml" Target="../ink/ink157.xml"/><Relationship Id="rId495" Type="http://schemas.openxmlformats.org/officeDocument/2006/relationships/customXml" Target="../ink/ink250.xml"/><Relationship Id="rId10" Type="http://schemas.openxmlformats.org/officeDocument/2006/relationships/customXml" Target="../ink/ink5.xml"/><Relationship Id="rId52" Type="http://schemas.openxmlformats.org/officeDocument/2006/relationships/customXml" Target="../ink/ink26.xml"/><Relationship Id="rId94" Type="http://schemas.openxmlformats.org/officeDocument/2006/relationships/customXml" Target="../ink/ink47.xml"/><Relationship Id="rId148" Type="http://schemas.openxmlformats.org/officeDocument/2006/relationships/customXml" Target="../ink/ink74.xml"/><Relationship Id="rId355" Type="http://schemas.openxmlformats.org/officeDocument/2006/relationships/customXml" Target="../ink/ink178.xml"/><Relationship Id="rId397" Type="http://schemas.openxmlformats.org/officeDocument/2006/relationships/customXml" Target="../ink/ink199.xml"/><Relationship Id="rId520" Type="http://schemas.openxmlformats.org/officeDocument/2006/relationships/customXml" Target="../ink/ink264.xml"/><Relationship Id="rId562" Type="http://schemas.openxmlformats.org/officeDocument/2006/relationships/image" Target="NULL"/><Relationship Id="rId618" Type="http://schemas.openxmlformats.org/officeDocument/2006/relationships/customXml" Target="../ink/ink315.xm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image" Target="NULL"/><Relationship Id="rId464" Type="http://schemas.openxmlformats.org/officeDocument/2006/relationships/image" Target="NULL"/><Relationship Id="rId299" Type="http://schemas.openxmlformats.org/officeDocument/2006/relationships/customXml" Target="../ink/ink150.xm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image" Target="NULL"/><Relationship Id="rId573" Type="http://schemas.openxmlformats.org/officeDocument/2006/relationships/customXml" Target="../ink/ink291.xml"/><Relationship Id="rId226" Type="http://schemas.openxmlformats.org/officeDocument/2006/relationships/customXml" Target="../ink/ink113.xml"/><Relationship Id="rId433" Type="http://schemas.openxmlformats.org/officeDocument/2006/relationships/customXml" Target="../ink/ink218.xml"/><Relationship Id="rId640" Type="http://schemas.openxmlformats.org/officeDocument/2006/relationships/image" Target="NULL"/><Relationship Id="rId74" Type="http://schemas.openxmlformats.org/officeDocument/2006/relationships/customXml" Target="../ink/ink37.xml"/><Relationship Id="rId377" Type="http://schemas.openxmlformats.org/officeDocument/2006/relationships/customXml" Target="../ink/ink189.xml"/><Relationship Id="rId500" Type="http://schemas.openxmlformats.org/officeDocument/2006/relationships/customXml" Target="../ink/ink253.xml"/><Relationship Id="rId584" Type="http://schemas.openxmlformats.org/officeDocument/2006/relationships/customXml" Target="../ink/ink297.xm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customXml" Target="../ink/ink224.xml"/><Relationship Id="rId651" Type="http://schemas.openxmlformats.org/officeDocument/2006/relationships/customXml" Target="../ink/ink332.xml"/><Relationship Id="rId290" Type="http://schemas.openxmlformats.org/officeDocument/2006/relationships/image" Target="NULL"/><Relationship Id="rId304" Type="http://schemas.openxmlformats.org/officeDocument/2006/relationships/image" Target="NULL"/><Relationship Id="rId388" Type="http://schemas.openxmlformats.org/officeDocument/2006/relationships/image" Target="NULL"/><Relationship Id="rId511" Type="http://schemas.openxmlformats.org/officeDocument/2006/relationships/customXml" Target="../ink/ink259.xml"/><Relationship Id="rId609" Type="http://schemas.openxmlformats.org/officeDocument/2006/relationships/customXml" Target="../ink/ink310.xml"/><Relationship Id="rId85" Type="http://schemas.openxmlformats.org/officeDocument/2006/relationships/image" Target="NULL"/><Relationship Id="rId150" Type="http://schemas.openxmlformats.org/officeDocument/2006/relationships/customXml" Target="../ink/ink75.xml"/><Relationship Id="rId595" Type="http://schemas.openxmlformats.org/officeDocument/2006/relationships/image" Target="NULL"/><Relationship Id="rId248" Type="http://schemas.openxmlformats.org/officeDocument/2006/relationships/customXml" Target="../ink/ink124.xml"/><Relationship Id="rId455" Type="http://schemas.openxmlformats.org/officeDocument/2006/relationships/image" Target="NULL"/><Relationship Id="rId662" Type="http://schemas.openxmlformats.org/officeDocument/2006/relationships/image" Target="NULL"/><Relationship Id="rId12" Type="http://schemas.openxmlformats.org/officeDocument/2006/relationships/customXml" Target="../ink/ink6.xml"/><Relationship Id="rId108" Type="http://schemas.openxmlformats.org/officeDocument/2006/relationships/customXml" Target="../ink/ink54.xml"/><Relationship Id="rId315" Type="http://schemas.openxmlformats.org/officeDocument/2006/relationships/customXml" Target="../ink/ink158.xml"/><Relationship Id="rId522" Type="http://schemas.openxmlformats.org/officeDocument/2006/relationships/image" Target="NULL"/><Relationship Id="rId96" Type="http://schemas.openxmlformats.org/officeDocument/2006/relationships/customXml" Target="../ink/ink48.xml"/><Relationship Id="rId161" Type="http://schemas.openxmlformats.org/officeDocument/2006/relationships/image" Target="NULL"/><Relationship Id="rId399" Type="http://schemas.openxmlformats.org/officeDocument/2006/relationships/customXml" Target="../ink/ink200.xml"/><Relationship Id="rId259" Type="http://schemas.openxmlformats.org/officeDocument/2006/relationships/image" Target="NULL"/><Relationship Id="rId466" Type="http://schemas.openxmlformats.org/officeDocument/2006/relationships/image" Target="NULL"/><Relationship Id="rId673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image" Target="NULL"/><Relationship Id="rId533" Type="http://schemas.openxmlformats.org/officeDocument/2006/relationships/customXml" Target="../ink/ink271.xml"/><Relationship Id="rId172" Type="http://schemas.openxmlformats.org/officeDocument/2006/relationships/customXml" Target="../ink/ink86.xml"/><Relationship Id="rId477" Type="http://schemas.openxmlformats.org/officeDocument/2006/relationships/customXml" Target="../ink/ink241.xml"/><Relationship Id="rId600" Type="http://schemas.openxmlformats.org/officeDocument/2006/relationships/customXml" Target="../ink/ink305.xml"/><Relationship Id="rId684" Type="http://schemas.openxmlformats.org/officeDocument/2006/relationships/customXml" Target="../ink/ink349.xml"/><Relationship Id="rId337" Type="http://schemas.openxmlformats.org/officeDocument/2006/relationships/customXml" Target="../ink/ink169.xml"/><Relationship Id="rId34" Type="http://schemas.openxmlformats.org/officeDocument/2006/relationships/customXml" Target="../ink/ink17.xml"/><Relationship Id="rId544" Type="http://schemas.openxmlformats.org/officeDocument/2006/relationships/image" Target="NULL"/><Relationship Id="rId183" Type="http://schemas.openxmlformats.org/officeDocument/2006/relationships/image" Target="NULL"/><Relationship Id="rId390" Type="http://schemas.openxmlformats.org/officeDocument/2006/relationships/image" Target="NULL"/><Relationship Id="rId404" Type="http://schemas.openxmlformats.org/officeDocument/2006/relationships/image" Target="NULL"/><Relationship Id="rId611" Type="http://schemas.openxmlformats.org/officeDocument/2006/relationships/customXml" Target="../ink/ink311.xml"/><Relationship Id="rId250" Type="http://schemas.openxmlformats.org/officeDocument/2006/relationships/customXml" Target="../ink/ink125.xml"/><Relationship Id="rId488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customXml" Target="../ink/ink55.xml"/><Relationship Id="rId348" Type="http://schemas.openxmlformats.org/officeDocument/2006/relationships/image" Target="NULL"/><Relationship Id="rId555" Type="http://schemas.openxmlformats.org/officeDocument/2006/relationships/customXml" Target="../ink/ink282.xml"/><Relationship Id="rId194" Type="http://schemas.openxmlformats.org/officeDocument/2006/relationships/customXml" Target="../ink/ink97.xml"/><Relationship Id="rId208" Type="http://schemas.openxmlformats.org/officeDocument/2006/relationships/customXml" Target="../ink/ink104.xml"/><Relationship Id="rId415" Type="http://schemas.openxmlformats.org/officeDocument/2006/relationships/customXml" Target="../ink/ink209.xml"/><Relationship Id="rId622" Type="http://schemas.openxmlformats.org/officeDocument/2006/relationships/customXml" Target="../ink/ink317.xml"/><Relationship Id="rId261" Type="http://schemas.openxmlformats.org/officeDocument/2006/relationships/image" Target="NULL"/><Relationship Id="rId499" Type="http://schemas.openxmlformats.org/officeDocument/2006/relationships/image" Target="NULL"/><Relationship Id="rId56" Type="http://schemas.openxmlformats.org/officeDocument/2006/relationships/customXml" Target="../ink/ink28.xml"/><Relationship Id="rId359" Type="http://schemas.openxmlformats.org/officeDocument/2006/relationships/customXml" Target="../ink/ink180.xml"/><Relationship Id="rId566" Type="http://schemas.openxmlformats.org/officeDocument/2006/relationships/image" Target="NULL"/><Relationship Id="rId121" Type="http://schemas.openxmlformats.org/officeDocument/2006/relationships/image" Target="NULL"/><Relationship Id="rId219" Type="http://schemas.openxmlformats.org/officeDocument/2006/relationships/image" Target="NULL"/><Relationship Id="rId426" Type="http://schemas.openxmlformats.org/officeDocument/2006/relationships/image" Target="NULL"/><Relationship Id="rId633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136.xml"/><Relationship Id="rId577" Type="http://schemas.openxmlformats.org/officeDocument/2006/relationships/image" Target="NULL"/><Relationship Id="rId132" Type="http://schemas.openxmlformats.org/officeDocument/2006/relationships/customXml" Target="../ink/ink66.xml"/><Relationship Id="rId437" Type="http://schemas.openxmlformats.org/officeDocument/2006/relationships/customXml" Target="../ink/ink220.xml"/><Relationship Id="rId644" Type="http://schemas.openxmlformats.org/officeDocument/2006/relationships/image" Target="NULL"/><Relationship Id="rId283" Type="http://schemas.openxmlformats.org/officeDocument/2006/relationships/image" Target="NULL"/><Relationship Id="rId490" Type="http://schemas.openxmlformats.org/officeDocument/2006/relationships/image" Target="NULL"/><Relationship Id="rId504" Type="http://schemas.openxmlformats.org/officeDocument/2006/relationships/customXml" Target="../ink/ink255.xml"/><Relationship Id="rId78" Type="http://schemas.openxmlformats.org/officeDocument/2006/relationships/customXml" Target="../ink/ink39.xml"/><Relationship Id="rId143" Type="http://schemas.openxmlformats.org/officeDocument/2006/relationships/image" Target="NULL"/><Relationship Id="rId350" Type="http://schemas.openxmlformats.org/officeDocument/2006/relationships/image" Target="NULL"/><Relationship Id="rId588" Type="http://schemas.openxmlformats.org/officeDocument/2006/relationships/customXml" Target="../ink/ink299.xml"/><Relationship Id="rId9" Type="http://schemas.openxmlformats.org/officeDocument/2006/relationships/image" Target="NULL"/><Relationship Id="rId210" Type="http://schemas.openxmlformats.org/officeDocument/2006/relationships/customXml" Target="../ink/ink105.xml"/><Relationship Id="rId448" Type="http://schemas.openxmlformats.org/officeDocument/2006/relationships/customXml" Target="../ink/ink226.xml"/><Relationship Id="rId655" Type="http://schemas.openxmlformats.org/officeDocument/2006/relationships/customXml" Target="../ink/ink334.xml"/><Relationship Id="rId294" Type="http://schemas.openxmlformats.org/officeDocument/2006/relationships/image" Target="NULL"/><Relationship Id="rId308" Type="http://schemas.openxmlformats.org/officeDocument/2006/relationships/image" Target="NULL"/><Relationship Id="rId515" Type="http://schemas.openxmlformats.org/officeDocument/2006/relationships/image" Target="NULL"/><Relationship Id="rId89" Type="http://schemas.openxmlformats.org/officeDocument/2006/relationships/image" Target="NULL"/><Relationship Id="rId154" Type="http://schemas.openxmlformats.org/officeDocument/2006/relationships/customXml" Target="../ink/ink77.xml"/><Relationship Id="rId361" Type="http://schemas.openxmlformats.org/officeDocument/2006/relationships/customXml" Target="../ink/ink181.xml"/><Relationship Id="rId599" Type="http://schemas.openxmlformats.org/officeDocument/2006/relationships/image" Target="NULL"/><Relationship Id="rId459" Type="http://schemas.openxmlformats.org/officeDocument/2006/relationships/image" Target="NULL"/><Relationship Id="rId666" Type="http://schemas.openxmlformats.org/officeDocument/2006/relationships/image" Target="NULL"/><Relationship Id="rId16" Type="http://schemas.openxmlformats.org/officeDocument/2006/relationships/customXml" Target="../ink/ink8.xml"/><Relationship Id="rId221" Type="http://schemas.openxmlformats.org/officeDocument/2006/relationships/image" Target="NULL"/><Relationship Id="rId319" Type="http://schemas.openxmlformats.org/officeDocument/2006/relationships/customXml" Target="../ink/ink160.xml"/><Relationship Id="rId526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image" Target="NULL"/><Relationship Id="rId677" Type="http://schemas.openxmlformats.org/officeDocument/2006/relationships/image" Target="NULL"/><Relationship Id="rId232" Type="http://schemas.openxmlformats.org/officeDocument/2006/relationships/customXml" Target="../ink/ink116.xml"/><Relationship Id="rId27" Type="http://schemas.openxmlformats.org/officeDocument/2006/relationships/image" Target="NULL"/><Relationship Id="rId537" Type="http://schemas.openxmlformats.org/officeDocument/2006/relationships/customXml" Target="../ink/ink273.xml"/><Relationship Id="rId80" Type="http://schemas.openxmlformats.org/officeDocument/2006/relationships/customXml" Target="../ink/ink40.xml"/><Relationship Id="rId176" Type="http://schemas.openxmlformats.org/officeDocument/2006/relationships/customXml" Target="../ink/ink88.xml"/><Relationship Id="rId383" Type="http://schemas.openxmlformats.org/officeDocument/2006/relationships/customXml" Target="../ink/ink192.xml"/><Relationship Id="rId590" Type="http://schemas.openxmlformats.org/officeDocument/2006/relationships/customXml" Target="../ink/ink300.xml"/><Relationship Id="rId604" Type="http://schemas.openxmlformats.org/officeDocument/2006/relationships/image" Target="NULL"/><Relationship Id="rId243" Type="http://schemas.openxmlformats.org/officeDocument/2006/relationships/image" Target="NULL"/><Relationship Id="rId450" Type="http://schemas.openxmlformats.org/officeDocument/2006/relationships/customXml" Target="../ink/ink227.xml"/><Relationship Id="rId38" Type="http://schemas.openxmlformats.org/officeDocument/2006/relationships/customXml" Target="../ink/ink19.xml"/><Relationship Id="rId103" Type="http://schemas.openxmlformats.org/officeDocument/2006/relationships/image" Target="NULL"/><Relationship Id="rId310" Type="http://schemas.openxmlformats.org/officeDocument/2006/relationships/image" Target="NULL"/><Relationship Id="rId548" Type="http://schemas.openxmlformats.org/officeDocument/2006/relationships/image" Target="NULL"/><Relationship Id="rId91" Type="http://schemas.openxmlformats.org/officeDocument/2006/relationships/image" Target="NULL"/><Relationship Id="rId187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customXml" Target="../ink/ink205.xml"/><Relationship Id="rId615" Type="http://schemas.openxmlformats.org/officeDocument/2006/relationships/customXml" Target="../ink/ink313.xml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512.xml"/><Relationship Id="rId366" Type="http://schemas.openxmlformats.org/officeDocument/2006/relationships/image" Target="NULL"/><Relationship Id="rId170" Type="http://schemas.openxmlformats.org/officeDocument/2006/relationships/customXml" Target="../ink/ink434.xml"/><Relationship Id="rId226" Type="http://schemas.openxmlformats.org/officeDocument/2006/relationships/customXml" Target="../ink/ink462.xml"/><Relationship Id="rId433" Type="http://schemas.openxmlformats.org/officeDocument/2006/relationships/customXml" Target="../ink/ink567.xml"/><Relationship Id="rId268" Type="http://schemas.openxmlformats.org/officeDocument/2006/relationships/image" Target="NULL"/><Relationship Id="rId475" Type="http://schemas.openxmlformats.org/officeDocument/2006/relationships/customXml" Target="../ink/ink588.xml"/><Relationship Id="rId32" Type="http://schemas.openxmlformats.org/officeDocument/2006/relationships/customXml" Target="../ink/ink365.xml"/><Relationship Id="rId74" Type="http://schemas.openxmlformats.org/officeDocument/2006/relationships/customXml" Target="../ink/ink386.xml"/><Relationship Id="rId128" Type="http://schemas.openxmlformats.org/officeDocument/2006/relationships/customXml" Target="../ink/ink413.xml"/><Relationship Id="rId335" Type="http://schemas.openxmlformats.org/officeDocument/2006/relationships/customXml" Target="../ink/ink518.xml"/><Relationship Id="rId377" Type="http://schemas.openxmlformats.org/officeDocument/2006/relationships/customXml" Target="../ink/ink539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402" Type="http://schemas.openxmlformats.org/officeDocument/2006/relationships/image" Target="NULL"/><Relationship Id="rId279" Type="http://schemas.openxmlformats.org/officeDocument/2006/relationships/customXml" Target="../ink/ink489.xml"/><Relationship Id="rId444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image" Target="NULL"/><Relationship Id="rId304" Type="http://schemas.openxmlformats.org/officeDocument/2006/relationships/customXml" Target="../ink/ink502.xml"/><Relationship Id="rId346" Type="http://schemas.openxmlformats.org/officeDocument/2006/relationships/image" Target="NULL"/><Relationship Id="rId388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424.xml"/><Relationship Id="rId192" Type="http://schemas.openxmlformats.org/officeDocument/2006/relationships/customXml" Target="../ink/ink445.xml"/><Relationship Id="rId206" Type="http://schemas.openxmlformats.org/officeDocument/2006/relationships/customXml" Target="../ink/ink452.xml"/><Relationship Id="rId413" Type="http://schemas.openxmlformats.org/officeDocument/2006/relationships/customXml" Target="../ink/ink557.xml"/><Relationship Id="rId248" Type="http://schemas.openxmlformats.org/officeDocument/2006/relationships/image" Target="NULL"/><Relationship Id="rId455" Type="http://schemas.openxmlformats.org/officeDocument/2006/relationships/customXml" Target="../ink/ink578.xml"/><Relationship Id="rId12" Type="http://schemas.openxmlformats.org/officeDocument/2006/relationships/customXml" Target="../ink/ink355.xml"/><Relationship Id="rId108" Type="http://schemas.openxmlformats.org/officeDocument/2006/relationships/customXml" Target="../ink/ink403.xml"/><Relationship Id="rId315" Type="http://schemas.openxmlformats.org/officeDocument/2006/relationships/image" Target="NULL"/><Relationship Id="rId357" Type="http://schemas.openxmlformats.org/officeDocument/2006/relationships/customXml" Target="../ink/ink529.xml"/><Relationship Id="rId54" Type="http://schemas.openxmlformats.org/officeDocument/2006/relationships/customXml" Target="../ink/ink376.xml"/><Relationship Id="rId96" Type="http://schemas.openxmlformats.org/officeDocument/2006/relationships/customXml" Target="../ink/ink397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customXml" Target="../ink/ink550.xml"/><Relationship Id="rId259" Type="http://schemas.openxmlformats.org/officeDocument/2006/relationships/customXml" Target="../ink/ink479.xml"/><Relationship Id="rId424" Type="http://schemas.openxmlformats.org/officeDocument/2006/relationships/image" Target="NUL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image" Target="NULL"/><Relationship Id="rId326" Type="http://schemas.openxmlformats.org/officeDocument/2006/relationships/customXml" Target="../ink/ink513.xml"/><Relationship Id="rId65" Type="http://schemas.openxmlformats.org/officeDocument/2006/relationships/image" Target="NULL"/><Relationship Id="rId130" Type="http://schemas.openxmlformats.org/officeDocument/2006/relationships/customXml" Target="../ink/ink414.xml"/><Relationship Id="rId368" Type="http://schemas.openxmlformats.org/officeDocument/2006/relationships/image" Target="NULL"/><Relationship Id="rId172" Type="http://schemas.openxmlformats.org/officeDocument/2006/relationships/customXml" Target="../ink/ink435.xml"/><Relationship Id="rId228" Type="http://schemas.openxmlformats.org/officeDocument/2006/relationships/customXml" Target="../ink/ink463.xml"/><Relationship Id="rId435" Type="http://schemas.openxmlformats.org/officeDocument/2006/relationships/customXml" Target="../ink/ink568.xml"/><Relationship Id="rId281" Type="http://schemas.openxmlformats.org/officeDocument/2006/relationships/customXml" Target="../ink/ink490.xml"/><Relationship Id="rId337" Type="http://schemas.openxmlformats.org/officeDocument/2006/relationships/customXml" Target="../ink/ink519.xml"/><Relationship Id="rId34" Type="http://schemas.openxmlformats.org/officeDocument/2006/relationships/customXml" Target="../ink/ink366.xml"/><Relationship Id="rId76" Type="http://schemas.openxmlformats.org/officeDocument/2006/relationships/customXml" Target="../ink/ink387.xml"/><Relationship Id="rId141" Type="http://schemas.openxmlformats.org/officeDocument/2006/relationships/image" Target="NULL"/><Relationship Id="rId379" Type="http://schemas.openxmlformats.org/officeDocument/2006/relationships/customXml" Target="../ink/ink540.xm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customXml" Target="../ink/ink469.xml"/><Relationship Id="rId390" Type="http://schemas.openxmlformats.org/officeDocument/2006/relationships/image" Target="NULL"/><Relationship Id="rId404" Type="http://schemas.openxmlformats.org/officeDocument/2006/relationships/image" Target="NULL"/><Relationship Id="rId446" Type="http://schemas.openxmlformats.org/officeDocument/2006/relationships/image" Target="NULL"/><Relationship Id="rId250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customXml" Target="../ink/ink503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404.xml"/><Relationship Id="rId348" Type="http://schemas.openxmlformats.org/officeDocument/2006/relationships/image" Target="NULL"/><Relationship Id="rId152" Type="http://schemas.openxmlformats.org/officeDocument/2006/relationships/customXml" Target="../ink/ink425.xml"/><Relationship Id="rId194" Type="http://schemas.openxmlformats.org/officeDocument/2006/relationships/customXml" Target="../ink/ink446.xml"/><Relationship Id="rId208" Type="http://schemas.openxmlformats.org/officeDocument/2006/relationships/customXml" Target="../ink/ink453.xml"/><Relationship Id="rId415" Type="http://schemas.openxmlformats.org/officeDocument/2006/relationships/customXml" Target="../ink/ink558.xml"/><Relationship Id="rId457" Type="http://schemas.openxmlformats.org/officeDocument/2006/relationships/customXml" Target="../ink/ink579.xml"/><Relationship Id="rId261" Type="http://schemas.openxmlformats.org/officeDocument/2006/relationships/customXml" Target="../ink/ink480.xml"/><Relationship Id="rId14" Type="http://schemas.openxmlformats.org/officeDocument/2006/relationships/customXml" Target="../ink/ink356.xml"/><Relationship Id="rId56" Type="http://schemas.openxmlformats.org/officeDocument/2006/relationships/customXml" Target="../ink/ink377.xml"/><Relationship Id="rId317" Type="http://schemas.openxmlformats.org/officeDocument/2006/relationships/image" Target="NULL"/><Relationship Id="rId359" Type="http://schemas.openxmlformats.org/officeDocument/2006/relationships/customXml" Target="../ink/ink530.xml"/><Relationship Id="rId98" Type="http://schemas.openxmlformats.org/officeDocument/2006/relationships/customXml" Target="../ink/ink398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image" Target="NULL"/><Relationship Id="rId426" Type="http://schemas.openxmlformats.org/officeDocument/2006/relationships/image" Target="NULL"/><Relationship Id="rId230" Type="http://schemas.openxmlformats.org/officeDocument/2006/relationships/customXml" Target="../ink/ink464.xml"/><Relationship Id="rId468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customXml" Target="../ink/ink514.xml"/><Relationship Id="rId132" Type="http://schemas.openxmlformats.org/officeDocument/2006/relationships/customXml" Target="../ink/ink415.xml"/><Relationship Id="rId174" Type="http://schemas.openxmlformats.org/officeDocument/2006/relationships/customXml" Target="../ink/ink436.xml"/><Relationship Id="rId381" Type="http://schemas.openxmlformats.org/officeDocument/2006/relationships/customXml" Target="../ink/ink541.xml"/><Relationship Id="rId241" Type="http://schemas.openxmlformats.org/officeDocument/2006/relationships/customXml" Target="../ink/ink470.xml"/><Relationship Id="rId437" Type="http://schemas.openxmlformats.org/officeDocument/2006/relationships/customXml" Target="../ink/ink569.xml"/><Relationship Id="rId36" Type="http://schemas.openxmlformats.org/officeDocument/2006/relationships/customXml" Target="../ink/ink367.xml"/><Relationship Id="rId283" Type="http://schemas.openxmlformats.org/officeDocument/2006/relationships/customXml" Target="../ink/ink491.xml"/><Relationship Id="rId339" Type="http://schemas.openxmlformats.org/officeDocument/2006/relationships/customXml" Target="../ink/ink520.xml"/><Relationship Id="rId78" Type="http://schemas.openxmlformats.org/officeDocument/2006/relationships/customXml" Target="../ink/ink388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image" Target="NUL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454.xml"/><Relationship Id="rId392" Type="http://schemas.openxmlformats.org/officeDocument/2006/relationships/image" Target="NULL"/><Relationship Id="rId448" Type="http://schemas.openxmlformats.org/officeDocument/2006/relationships/image" Target="NULL"/><Relationship Id="rId252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customXml" Target="../ink/ink504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405.xml"/><Relationship Id="rId154" Type="http://schemas.openxmlformats.org/officeDocument/2006/relationships/customXml" Target="../ink/ink426.xml"/><Relationship Id="rId361" Type="http://schemas.openxmlformats.org/officeDocument/2006/relationships/customXml" Target="../ink/ink531.xml"/><Relationship Id="rId196" Type="http://schemas.openxmlformats.org/officeDocument/2006/relationships/customXml" Target="../ink/ink447.xml"/><Relationship Id="rId417" Type="http://schemas.openxmlformats.org/officeDocument/2006/relationships/customXml" Target="../ink/ink559.xml"/><Relationship Id="rId459" Type="http://schemas.openxmlformats.org/officeDocument/2006/relationships/customXml" Target="../ink/ink580.xml"/><Relationship Id="rId16" Type="http://schemas.openxmlformats.org/officeDocument/2006/relationships/customXml" Target="../ink/ink357.xml"/><Relationship Id="rId221" Type="http://schemas.openxmlformats.org/officeDocument/2006/relationships/image" Target="NULL"/><Relationship Id="rId263" Type="http://schemas.openxmlformats.org/officeDocument/2006/relationships/customXml" Target="../ink/ink481.xml"/><Relationship Id="rId319" Type="http://schemas.openxmlformats.org/officeDocument/2006/relationships/image" Target="NULL"/><Relationship Id="rId470" Type="http://schemas.openxmlformats.org/officeDocument/2006/relationships/image" Target="NULL"/><Relationship Id="rId58" Type="http://schemas.openxmlformats.org/officeDocument/2006/relationships/customXml" Target="../ink/ink378.xml"/><Relationship Id="rId123" Type="http://schemas.openxmlformats.org/officeDocument/2006/relationships/image" Target="NULL"/><Relationship Id="rId330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image" Target="NULL"/><Relationship Id="rId428" Type="http://schemas.openxmlformats.org/officeDocument/2006/relationships/image" Target="NULL"/><Relationship Id="rId232" Type="http://schemas.openxmlformats.org/officeDocument/2006/relationships/customXml" Target="../ink/ink465.xml"/><Relationship Id="rId274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416.xml"/><Relationship Id="rId80" Type="http://schemas.openxmlformats.org/officeDocument/2006/relationships/customXml" Target="../ink/ink389.xml"/><Relationship Id="rId176" Type="http://schemas.openxmlformats.org/officeDocument/2006/relationships/customXml" Target="../ink/ink437.xml"/><Relationship Id="rId341" Type="http://schemas.openxmlformats.org/officeDocument/2006/relationships/customXml" Target="../ink/ink521.xml"/><Relationship Id="rId383" Type="http://schemas.openxmlformats.org/officeDocument/2006/relationships/customXml" Target="../ink/ink542.xml"/><Relationship Id="rId439" Type="http://schemas.openxmlformats.org/officeDocument/2006/relationships/customXml" Target="../ink/ink570.xml"/><Relationship Id="rId201" Type="http://schemas.openxmlformats.org/officeDocument/2006/relationships/image" Target="NULL"/><Relationship Id="rId243" Type="http://schemas.openxmlformats.org/officeDocument/2006/relationships/customXml" Target="../ink/ink471.xml"/><Relationship Id="rId285" Type="http://schemas.openxmlformats.org/officeDocument/2006/relationships/customXml" Target="../ink/ink492.xml"/><Relationship Id="rId450" Type="http://schemas.openxmlformats.org/officeDocument/2006/relationships/image" Target="NULL"/><Relationship Id="rId38" Type="http://schemas.openxmlformats.org/officeDocument/2006/relationships/customXml" Target="../ink/ink368.xml"/><Relationship Id="rId103" Type="http://schemas.openxmlformats.org/officeDocument/2006/relationships/image" Target="NULL"/><Relationship Id="rId310" Type="http://schemas.openxmlformats.org/officeDocument/2006/relationships/customXml" Target="../ink/ink505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customXml" Target="../ink/ink455.xm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customXml" Target="../ink/ink406.xml"/><Relationship Id="rId296" Type="http://schemas.openxmlformats.org/officeDocument/2006/relationships/customXml" Target="../ink/ink498.xml"/><Relationship Id="rId461" Type="http://schemas.openxmlformats.org/officeDocument/2006/relationships/customXml" Target="../ink/ink581.xml"/><Relationship Id="rId60" Type="http://schemas.openxmlformats.org/officeDocument/2006/relationships/customXml" Target="../ink/ink379.xml"/><Relationship Id="rId156" Type="http://schemas.openxmlformats.org/officeDocument/2006/relationships/customXml" Target="../ink/ink427.xml"/><Relationship Id="rId198" Type="http://schemas.openxmlformats.org/officeDocument/2006/relationships/customXml" Target="../ink/ink448.xml"/><Relationship Id="rId321" Type="http://schemas.openxmlformats.org/officeDocument/2006/relationships/image" Target="NULL"/><Relationship Id="rId363" Type="http://schemas.openxmlformats.org/officeDocument/2006/relationships/customXml" Target="../ink/ink532.xml"/><Relationship Id="rId419" Type="http://schemas.openxmlformats.org/officeDocument/2006/relationships/customXml" Target="../ink/ink560.xml"/><Relationship Id="rId223" Type="http://schemas.openxmlformats.org/officeDocument/2006/relationships/image" Target="NULL"/><Relationship Id="rId430" Type="http://schemas.openxmlformats.org/officeDocument/2006/relationships/image" Target="NULL"/><Relationship Id="rId18" Type="http://schemas.openxmlformats.org/officeDocument/2006/relationships/customXml" Target="../ink/ink358.xml"/><Relationship Id="rId265" Type="http://schemas.openxmlformats.org/officeDocument/2006/relationships/customXml" Target="../ink/ink482.xml"/><Relationship Id="rId472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image" Target="NULL"/><Relationship Id="rId374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customXml" Target="../ink/ink466.xml"/><Relationship Id="rId2" Type="http://schemas.openxmlformats.org/officeDocument/2006/relationships/customXml" Target="../ink/ink350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customXml" Target="../ink/ink571.xml"/><Relationship Id="rId40" Type="http://schemas.openxmlformats.org/officeDocument/2006/relationships/customXml" Target="../ink/ink369.xml"/><Relationship Id="rId136" Type="http://schemas.openxmlformats.org/officeDocument/2006/relationships/customXml" Target="../ink/ink417.xml"/><Relationship Id="rId178" Type="http://schemas.openxmlformats.org/officeDocument/2006/relationships/customXml" Target="../ink/ink438.xml"/><Relationship Id="rId301" Type="http://schemas.openxmlformats.org/officeDocument/2006/relationships/image" Target="NULL"/><Relationship Id="rId343" Type="http://schemas.openxmlformats.org/officeDocument/2006/relationships/customXml" Target="../ink/ink522.xml"/><Relationship Id="rId82" Type="http://schemas.openxmlformats.org/officeDocument/2006/relationships/customXml" Target="../ink/ink390.xml"/><Relationship Id="rId203" Type="http://schemas.openxmlformats.org/officeDocument/2006/relationships/image" Target="NULL"/><Relationship Id="rId385" Type="http://schemas.openxmlformats.org/officeDocument/2006/relationships/customXml" Target="../ink/ink543.xml"/><Relationship Id="rId245" Type="http://schemas.openxmlformats.org/officeDocument/2006/relationships/customXml" Target="../ink/ink472.xml"/><Relationship Id="rId287" Type="http://schemas.openxmlformats.org/officeDocument/2006/relationships/customXml" Target="../ink/ink493.xml"/><Relationship Id="rId410" Type="http://schemas.openxmlformats.org/officeDocument/2006/relationships/image" Target="NULL"/><Relationship Id="rId452" Type="http://schemas.openxmlformats.org/officeDocument/2006/relationships/image" Target="NULL"/><Relationship Id="rId30" Type="http://schemas.openxmlformats.org/officeDocument/2006/relationships/customXml" Target="../ink/ink364.xml"/><Relationship Id="rId105" Type="http://schemas.openxmlformats.org/officeDocument/2006/relationships/image" Target="NULL"/><Relationship Id="rId126" Type="http://schemas.openxmlformats.org/officeDocument/2006/relationships/customXml" Target="../ink/ink412.xml"/><Relationship Id="rId147" Type="http://schemas.openxmlformats.org/officeDocument/2006/relationships/image" Target="NULL"/><Relationship Id="rId168" Type="http://schemas.openxmlformats.org/officeDocument/2006/relationships/customXml" Target="../ink/ink433.xml"/><Relationship Id="rId312" Type="http://schemas.openxmlformats.org/officeDocument/2006/relationships/customXml" Target="../ink/ink506.xml"/><Relationship Id="rId333" Type="http://schemas.openxmlformats.org/officeDocument/2006/relationships/customXml" Target="../ink/ink517.xml"/><Relationship Id="rId354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385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customXml" Target="../ink/ink538.xml"/><Relationship Id="rId396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456.xml"/><Relationship Id="rId235" Type="http://schemas.openxmlformats.org/officeDocument/2006/relationships/image" Target="NULL"/><Relationship Id="rId256" Type="http://schemas.openxmlformats.org/officeDocument/2006/relationships/image" Target="NULL"/><Relationship Id="rId277" Type="http://schemas.openxmlformats.org/officeDocument/2006/relationships/customXml" Target="../ink/ink488.xml"/><Relationship Id="rId298" Type="http://schemas.openxmlformats.org/officeDocument/2006/relationships/customXml" Target="../ink/ink499.xml"/><Relationship Id="rId400" Type="http://schemas.openxmlformats.org/officeDocument/2006/relationships/image" Target="NULL"/><Relationship Id="rId421" Type="http://schemas.openxmlformats.org/officeDocument/2006/relationships/customXml" Target="../ink/ink561.xml"/><Relationship Id="rId442" Type="http://schemas.openxmlformats.org/officeDocument/2006/relationships/image" Target="NULL"/><Relationship Id="rId463" Type="http://schemas.openxmlformats.org/officeDocument/2006/relationships/customXml" Target="../ink/ink582.xml"/><Relationship Id="rId116" Type="http://schemas.openxmlformats.org/officeDocument/2006/relationships/customXml" Target="../ink/ink407.xml"/><Relationship Id="rId137" Type="http://schemas.openxmlformats.org/officeDocument/2006/relationships/image" Target="NULL"/><Relationship Id="rId158" Type="http://schemas.openxmlformats.org/officeDocument/2006/relationships/customXml" Target="../ink/ink428.xml"/><Relationship Id="rId302" Type="http://schemas.openxmlformats.org/officeDocument/2006/relationships/customXml" Target="../ink/ink501.xml"/><Relationship Id="rId323" Type="http://schemas.openxmlformats.org/officeDocument/2006/relationships/image" Target="NULL"/><Relationship Id="rId344" Type="http://schemas.openxmlformats.org/officeDocument/2006/relationships/image" Target="NULL"/><Relationship Id="rId20" Type="http://schemas.openxmlformats.org/officeDocument/2006/relationships/customXml" Target="../ink/ink359.xml"/><Relationship Id="rId41" Type="http://schemas.openxmlformats.org/officeDocument/2006/relationships/image" Target="NULL"/><Relationship Id="rId62" Type="http://schemas.openxmlformats.org/officeDocument/2006/relationships/customXml" Target="../ink/ink380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customXml" Target="../ink/ink533.xml"/><Relationship Id="rId386" Type="http://schemas.openxmlformats.org/officeDocument/2006/relationships/image" Target="NULL"/><Relationship Id="rId190" Type="http://schemas.openxmlformats.org/officeDocument/2006/relationships/customXml" Target="../ink/ink444.xml"/><Relationship Id="rId204" Type="http://schemas.openxmlformats.org/officeDocument/2006/relationships/customXml" Target="../ink/ink451.xml"/><Relationship Id="rId225" Type="http://schemas.openxmlformats.org/officeDocument/2006/relationships/image" Target="NULL"/><Relationship Id="rId246" Type="http://schemas.openxmlformats.org/officeDocument/2006/relationships/image" Target="NULL"/><Relationship Id="rId267" Type="http://schemas.openxmlformats.org/officeDocument/2006/relationships/customXml" Target="../ink/ink483.xml"/><Relationship Id="rId288" Type="http://schemas.openxmlformats.org/officeDocument/2006/relationships/image" Target="NULL"/><Relationship Id="rId411" Type="http://schemas.openxmlformats.org/officeDocument/2006/relationships/customXml" Target="../ink/ink556.xml"/><Relationship Id="rId432" Type="http://schemas.openxmlformats.org/officeDocument/2006/relationships/image" Target="NULL"/><Relationship Id="rId453" Type="http://schemas.openxmlformats.org/officeDocument/2006/relationships/customXml" Target="../ink/ink577.xml"/><Relationship Id="rId474" Type="http://schemas.openxmlformats.org/officeDocument/2006/relationships/image" Target="NULL"/><Relationship Id="rId106" Type="http://schemas.openxmlformats.org/officeDocument/2006/relationships/customXml" Target="../ink/ink402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354.xml"/><Relationship Id="rId31" Type="http://schemas.openxmlformats.org/officeDocument/2006/relationships/image" Target="NULL"/><Relationship Id="rId52" Type="http://schemas.openxmlformats.org/officeDocument/2006/relationships/customXml" Target="../ink/ink375.xml"/><Relationship Id="rId73" Type="http://schemas.openxmlformats.org/officeDocument/2006/relationships/image" Target="NULL"/><Relationship Id="rId94" Type="http://schemas.openxmlformats.org/officeDocument/2006/relationships/customXml" Target="../ink/ink396.xml"/><Relationship Id="rId148" Type="http://schemas.openxmlformats.org/officeDocument/2006/relationships/customXml" Target="../ink/ink423.xml"/><Relationship Id="rId169" Type="http://schemas.openxmlformats.org/officeDocument/2006/relationships/image" Target="NULL"/><Relationship Id="rId334" Type="http://schemas.openxmlformats.org/officeDocument/2006/relationships/image" Target="NULL"/><Relationship Id="rId355" Type="http://schemas.openxmlformats.org/officeDocument/2006/relationships/customXml" Target="../ink/ink528.xml"/><Relationship Id="rId376" Type="http://schemas.openxmlformats.org/officeDocument/2006/relationships/image" Target="NULL"/><Relationship Id="rId397" Type="http://schemas.openxmlformats.org/officeDocument/2006/relationships/customXml" Target="../ink/ink549.xml"/><Relationship Id="rId4" Type="http://schemas.openxmlformats.org/officeDocument/2006/relationships/customXml" Target="../ink/ink351.xml"/><Relationship Id="rId180" Type="http://schemas.openxmlformats.org/officeDocument/2006/relationships/customXml" Target="../ink/ink439.xml"/><Relationship Id="rId215" Type="http://schemas.openxmlformats.org/officeDocument/2006/relationships/image" Target="NULL"/><Relationship Id="rId236" Type="http://schemas.openxmlformats.org/officeDocument/2006/relationships/customXml" Target="../ink/ink467.xml"/><Relationship Id="rId257" Type="http://schemas.openxmlformats.org/officeDocument/2006/relationships/customXml" Target="../ink/ink478.xml"/><Relationship Id="rId278" Type="http://schemas.openxmlformats.org/officeDocument/2006/relationships/image" Target="NULL"/><Relationship Id="rId401" Type="http://schemas.openxmlformats.org/officeDocument/2006/relationships/customXml" Target="../ink/ink551.xml"/><Relationship Id="rId422" Type="http://schemas.openxmlformats.org/officeDocument/2006/relationships/image" Target="NULL"/><Relationship Id="rId443" Type="http://schemas.openxmlformats.org/officeDocument/2006/relationships/customXml" Target="../ink/ink572.xml"/><Relationship Id="rId464" Type="http://schemas.openxmlformats.org/officeDocument/2006/relationships/image" Target="NULL"/><Relationship Id="rId303" Type="http://schemas.openxmlformats.org/officeDocument/2006/relationships/image" Target="NULL"/><Relationship Id="rId42" Type="http://schemas.openxmlformats.org/officeDocument/2006/relationships/customXml" Target="../ink/ink370.xml"/><Relationship Id="rId84" Type="http://schemas.openxmlformats.org/officeDocument/2006/relationships/customXml" Target="../ink/ink391.xml"/><Relationship Id="rId138" Type="http://schemas.openxmlformats.org/officeDocument/2006/relationships/customXml" Target="../ink/ink418.xml"/><Relationship Id="rId345" Type="http://schemas.openxmlformats.org/officeDocument/2006/relationships/customXml" Target="../ink/ink523.xml"/><Relationship Id="rId387" Type="http://schemas.openxmlformats.org/officeDocument/2006/relationships/customXml" Target="../ink/ink544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customXml" Target="../ink/ink473.xm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customXml" Target="../ink/ink494.xml"/><Relationship Id="rId454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507.xml"/><Relationship Id="rId356" Type="http://schemas.openxmlformats.org/officeDocument/2006/relationships/image" Target="NULL"/><Relationship Id="rId398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429.xml"/><Relationship Id="rId216" Type="http://schemas.openxmlformats.org/officeDocument/2006/relationships/customXml" Target="../ink/ink457.xml"/><Relationship Id="rId423" Type="http://schemas.openxmlformats.org/officeDocument/2006/relationships/customXml" Target="../ink/ink562.xml"/><Relationship Id="rId258" Type="http://schemas.openxmlformats.org/officeDocument/2006/relationships/image" Target="NULL"/><Relationship Id="rId465" Type="http://schemas.openxmlformats.org/officeDocument/2006/relationships/customXml" Target="../ink/ink583.xml"/><Relationship Id="rId22" Type="http://schemas.openxmlformats.org/officeDocument/2006/relationships/customXml" Target="../ink/ink360.xml"/><Relationship Id="rId64" Type="http://schemas.openxmlformats.org/officeDocument/2006/relationships/customXml" Target="../ink/ink381.xml"/><Relationship Id="rId118" Type="http://schemas.openxmlformats.org/officeDocument/2006/relationships/customXml" Target="../ink/ink408.xml"/><Relationship Id="rId325" Type="http://schemas.openxmlformats.org/officeDocument/2006/relationships/image" Target="NULL"/><Relationship Id="rId367" Type="http://schemas.openxmlformats.org/officeDocument/2006/relationships/customXml" Target="../ink/ink534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customXml" Target="../ink/ink484.xml"/><Relationship Id="rId434" Type="http://schemas.openxmlformats.org/officeDocument/2006/relationships/image" Target="NULL"/><Relationship Id="rId476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336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419.xml"/><Relationship Id="rId182" Type="http://schemas.openxmlformats.org/officeDocument/2006/relationships/customXml" Target="../ink/ink440.xml"/><Relationship Id="rId378" Type="http://schemas.openxmlformats.org/officeDocument/2006/relationships/image" Target="NULL"/><Relationship Id="rId403" Type="http://schemas.openxmlformats.org/officeDocument/2006/relationships/customXml" Target="../ink/ink552.xml"/><Relationship Id="rId6" Type="http://schemas.openxmlformats.org/officeDocument/2006/relationships/customXml" Target="../ink/ink352.xml"/><Relationship Id="rId238" Type="http://schemas.openxmlformats.org/officeDocument/2006/relationships/customXml" Target="../ink/ink468.xml"/><Relationship Id="rId445" Type="http://schemas.openxmlformats.org/officeDocument/2006/relationships/customXml" Target="../ink/ink573.xml"/><Relationship Id="rId291" Type="http://schemas.openxmlformats.org/officeDocument/2006/relationships/customXml" Target="../ink/ink495.xml"/><Relationship Id="rId305" Type="http://schemas.openxmlformats.org/officeDocument/2006/relationships/image" Target="NULL"/><Relationship Id="rId347" Type="http://schemas.openxmlformats.org/officeDocument/2006/relationships/customXml" Target="../ink/ink524.xml"/><Relationship Id="rId44" Type="http://schemas.openxmlformats.org/officeDocument/2006/relationships/customXml" Target="../ink/ink371.xml"/><Relationship Id="rId86" Type="http://schemas.openxmlformats.org/officeDocument/2006/relationships/customXml" Target="../ink/ink392.xml"/><Relationship Id="rId151" Type="http://schemas.openxmlformats.org/officeDocument/2006/relationships/image" Target="NULL"/><Relationship Id="rId389" Type="http://schemas.openxmlformats.org/officeDocument/2006/relationships/customXml" Target="../ink/ink545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customXml" Target="../ink/ink474.xml"/><Relationship Id="rId414" Type="http://schemas.openxmlformats.org/officeDocument/2006/relationships/image" Target="NULL"/><Relationship Id="rId456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customXml" Target="../ink/ink508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409.xml"/><Relationship Id="rId358" Type="http://schemas.openxmlformats.org/officeDocument/2006/relationships/image" Target="NULL"/><Relationship Id="rId162" Type="http://schemas.openxmlformats.org/officeDocument/2006/relationships/customXml" Target="../ink/ink430.xml"/><Relationship Id="rId218" Type="http://schemas.openxmlformats.org/officeDocument/2006/relationships/customXml" Target="../ink/ink458.xml"/><Relationship Id="rId425" Type="http://schemas.openxmlformats.org/officeDocument/2006/relationships/customXml" Target="../ink/ink563.xml"/><Relationship Id="rId467" Type="http://schemas.openxmlformats.org/officeDocument/2006/relationships/customXml" Target="../ink/ink584.xml"/><Relationship Id="rId271" Type="http://schemas.openxmlformats.org/officeDocument/2006/relationships/customXml" Target="../ink/ink485.xml"/><Relationship Id="rId24" Type="http://schemas.openxmlformats.org/officeDocument/2006/relationships/customXml" Target="../ink/ink361.xml"/><Relationship Id="rId66" Type="http://schemas.openxmlformats.org/officeDocument/2006/relationships/customXml" Target="../ink/ink382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customXml" Target="../ink/ink535.xm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image" Target="NULL"/><Relationship Id="rId436" Type="http://schemas.openxmlformats.org/officeDocument/2006/relationships/image" Target="NULL"/><Relationship Id="rId240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399.xml"/><Relationship Id="rId282" Type="http://schemas.openxmlformats.org/officeDocument/2006/relationships/image" Target="NULL"/><Relationship Id="rId338" Type="http://schemas.openxmlformats.org/officeDocument/2006/relationships/image" Target="NULL"/><Relationship Id="rId8" Type="http://schemas.openxmlformats.org/officeDocument/2006/relationships/customXml" Target="../ink/ink353.xml"/><Relationship Id="rId142" Type="http://schemas.openxmlformats.org/officeDocument/2006/relationships/customXml" Target="../ink/ink420.xml"/><Relationship Id="rId184" Type="http://schemas.openxmlformats.org/officeDocument/2006/relationships/customXml" Target="../ink/ink441.xml"/><Relationship Id="rId391" Type="http://schemas.openxmlformats.org/officeDocument/2006/relationships/customXml" Target="../ink/ink546.xml"/><Relationship Id="rId405" Type="http://schemas.openxmlformats.org/officeDocument/2006/relationships/customXml" Target="../ink/ink553.xml"/><Relationship Id="rId447" Type="http://schemas.openxmlformats.org/officeDocument/2006/relationships/customXml" Target="../ink/ink574.xml"/><Relationship Id="rId251" Type="http://schemas.openxmlformats.org/officeDocument/2006/relationships/customXml" Target="../ink/ink475.xml"/><Relationship Id="rId46" Type="http://schemas.openxmlformats.org/officeDocument/2006/relationships/customXml" Target="../ink/ink372.xml"/><Relationship Id="rId293" Type="http://schemas.openxmlformats.org/officeDocument/2006/relationships/customXml" Target="../ink/ink496.xml"/><Relationship Id="rId307" Type="http://schemas.openxmlformats.org/officeDocument/2006/relationships/image" Target="NULL"/><Relationship Id="rId349" Type="http://schemas.openxmlformats.org/officeDocument/2006/relationships/customXml" Target="../ink/ink525.xml"/><Relationship Id="rId88" Type="http://schemas.openxmlformats.org/officeDocument/2006/relationships/customXml" Target="../ink/ink393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image" Target="NULL"/><Relationship Id="rId416" Type="http://schemas.openxmlformats.org/officeDocument/2006/relationships/image" Target="NULL"/><Relationship Id="rId220" Type="http://schemas.openxmlformats.org/officeDocument/2006/relationships/customXml" Target="../ink/ink459.xm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customXml" Target="../ink/ink509.xml"/><Relationship Id="rId99" Type="http://schemas.openxmlformats.org/officeDocument/2006/relationships/image" Target="NULL"/><Relationship Id="rId122" Type="http://schemas.openxmlformats.org/officeDocument/2006/relationships/customXml" Target="../ink/ink410.xml"/><Relationship Id="rId164" Type="http://schemas.openxmlformats.org/officeDocument/2006/relationships/customXml" Target="../ink/ink431.xml"/><Relationship Id="rId371" Type="http://schemas.openxmlformats.org/officeDocument/2006/relationships/customXml" Target="../ink/ink536.xml"/><Relationship Id="rId427" Type="http://schemas.openxmlformats.org/officeDocument/2006/relationships/customXml" Target="../ink/ink564.xml"/><Relationship Id="rId469" Type="http://schemas.openxmlformats.org/officeDocument/2006/relationships/customXml" Target="../ink/ink585.xml"/><Relationship Id="rId26" Type="http://schemas.openxmlformats.org/officeDocument/2006/relationships/customXml" Target="../ink/ink362.xml"/><Relationship Id="rId231" Type="http://schemas.openxmlformats.org/officeDocument/2006/relationships/image" Target="NULL"/><Relationship Id="rId273" Type="http://schemas.openxmlformats.org/officeDocument/2006/relationships/customXml" Target="../ink/ink486.xml"/><Relationship Id="rId329" Type="http://schemas.openxmlformats.org/officeDocument/2006/relationships/customXml" Target="../ink/ink515.xml"/><Relationship Id="rId68" Type="http://schemas.openxmlformats.org/officeDocument/2006/relationships/customXml" Target="../ink/ink383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image" Target="NULL"/><Relationship Id="rId200" Type="http://schemas.openxmlformats.org/officeDocument/2006/relationships/customXml" Target="../ink/ink449.xml"/><Relationship Id="rId382" Type="http://schemas.openxmlformats.org/officeDocument/2006/relationships/image" Target="NULL"/><Relationship Id="rId438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400.xml"/><Relationship Id="rId144" Type="http://schemas.openxmlformats.org/officeDocument/2006/relationships/customXml" Target="../ink/ink421.xml"/><Relationship Id="rId90" Type="http://schemas.openxmlformats.org/officeDocument/2006/relationships/customXml" Target="../ink/ink394.xml"/><Relationship Id="rId186" Type="http://schemas.openxmlformats.org/officeDocument/2006/relationships/customXml" Target="../ink/ink442.xml"/><Relationship Id="rId351" Type="http://schemas.openxmlformats.org/officeDocument/2006/relationships/customXml" Target="../ink/ink526.xml"/><Relationship Id="rId393" Type="http://schemas.openxmlformats.org/officeDocument/2006/relationships/customXml" Target="../ink/ink547.xml"/><Relationship Id="rId407" Type="http://schemas.openxmlformats.org/officeDocument/2006/relationships/customXml" Target="../ink/ink554.xml"/><Relationship Id="rId449" Type="http://schemas.openxmlformats.org/officeDocument/2006/relationships/customXml" Target="../ink/ink575.xml"/><Relationship Id="rId211" Type="http://schemas.openxmlformats.org/officeDocument/2006/relationships/image" Target="NULL"/><Relationship Id="rId253" Type="http://schemas.openxmlformats.org/officeDocument/2006/relationships/customXml" Target="../ink/ink476.xml"/><Relationship Id="rId295" Type="http://schemas.openxmlformats.org/officeDocument/2006/relationships/customXml" Target="../ink/ink497.xml"/><Relationship Id="rId309" Type="http://schemas.openxmlformats.org/officeDocument/2006/relationships/image" Target="NULL"/><Relationship Id="rId460" Type="http://schemas.openxmlformats.org/officeDocument/2006/relationships/image" Target="NULL"/><Relationship Id="rId48" Type="http://schemas.openxmlformats.org/officeDocument/2006/relationships/customXml" Target="../ink/ink373.xml"/><Relationship Id="rId113" Type="http://schemas.openxmlformats.org/officeDocument/2006/relationships/image" Target="NULL"/><Relationship Id="rId320" Type="http://schemas.openxmlformats.org/officeDocument/2006/relationships/customXml" Target="../ink/ink510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image" Target="NULL"/><Relationship Id="rId418" Type="http://schemas.openxmlformats.org/officeDocument/2006/relationships/image" Target="NULL"/><Relationship Id="rId222" Type="http://schemas.openxmlformats.org/officeDocument/2006/relationships/customXml" Target="../ink/ink460.xml"/><Relationship Id="rId264" Type="http://schemas.openxmlformats.org/officeDocument/2006/relationships/image" Target="NULL"/><Relationship Id="rId471" Type="http://schemas.openxmlformats.org/officeDocument/2006/relationships/customXml" Target="../ink/ink586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411.xml"/><Relationship Id="rId70" Type="http://schemas.openxmlformats.org/officeDocument/2006/relationships/customXml" Target="../ink/ink384.xml"/><Relationship Id="rId166" Type="http://schemas.openxmlformats.org/officeDocument/2006/relationships/customXml" Target="../ink/ink432.xml"/><Relationship Id="rId331" Type="http://schemas.openxmlformats.org/officeDocument/2006/relationships/customXml" Target="../ink/ink516.xml"/><Relationship Id="rId373" Type="http://schemas.openxmlformats.org/officeDocument/2006/relationships/customXml" Target="../ink/ink537.xml"/><Relationship Id="rId429" Type="http://schemas.openxmlformats.org/officeDocument/2006/relationships/customXml" Target="../ink/ink565.xm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image" Target="NULL"/><Relationship Id="rId28" Type="http://schemas.openxmlformats.org/officeDocument/2006/relationships/customXml" Target="../ink/ink363.xml"/><Relationship Id="rId275" Type="http://schemas.openxmlformats.org/officeDocument/2006/relationships/customXml" Target="../ink/ink487.xml"/><Relationship Id="rId300" Type="http://schemas.openxmlformats.org/officeDocument/2006/relationships/customXml" Target="../ink/ink500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image" Target="NULL"/><Relationship Id="rId384" Type="http://schemas.openxmlformats.org/officeDocument/2006/relationships/image" Target="NULL"/><Relationship Id="rId202" Type="http://schemas.openxmlformats.org/officeDocument/2006/relationships/customXml" Target="../ink/ink450.xm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customXml" Target="../ink/ink576.xml"/><Relationship Id="rId50" Type="http://schemas.openxmlformats.org/officeDocument/2006/relationships/customXml" Target="../ink/ink374.xml"/><Relationship Id="rId104" Type="http://schemas.openxmlformats.org/officeDocument/2006/relationships/customXml" Target="../ink/ink401.xml"/><Relationship Id="rId146" Type="http://schemas.openxmlformats.org/officeDocument/2006/relationships/customXml" Target="../ink/ink422.xml"/><Relationship Id="rId188" Type="http://schemas.openxmlformats.org/officeDocument/2006/relationships/customXml" Target="../ink/ink443.xml"/><Relationship Id="rId311" Type="http://schemas.openxmlformats.org/officeDocument/2006/relationships/image" Target="NULL"/><Relationship Id="rId353" Type="http://schemas.openxmlformats.org/officeDocument/2006/relationships/customXml" Target="../ink/ink527.xml"/><Relationship Id="rId395" Type="http://schemas.openxmlformats.org/officeDocument/2006/relationships/customXml" Target="../ink/ink548.xml"/><Relationship Id="rId409" Type="http://schemas.openxmlformats.org/officeDocument/2006/relationships/customXml" Target="../ink/ink555.xml"/><Relationship Id="rId92" Type="http://schemas.openxmlformats.org/officeDocument/2006/relationships/customXml" Target="../ink/ink395.xml"/><Relationship Id="rId213" Type="http://schemas.openxmlformats.org/officeDocument/2006/relationships/image" Target="NULL"/><Relationship Id="rId420" Type="http://schemas.openxmlformats.org/officeDocument/2006/relationships/image" Target="NULL"/><Relationship Id="rId255" Type="http://schemas.openxmlformats.org/officeDocument/2006/relationships/customXml" Target="../ink/ink477.xml"/><Relationship Id="rId297" Type="http://schemas.openxmlformats.org/officeDocument/2006/relationships/image" Target="NULL"/><Relationship Id="rId462" Type="http://schemas.openxmlformats.org/officeDocument/2006/relationships/image" Target="NUL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511.xm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461.xml"/><Relationship Id="rId266" Type="http://schemas.openxmlformats.org/officeDocument/2006/relationships/image" Target="NULL"/><Relationship Id="rId431" Type="http://schemas.openxmlformats.org/officeDocument/2006/relationships/customXml" Target="../ink/ink566.xml"/><Relationship Id="rId473" Type="http://schemas.openxmlformats.org/officeDocument/2006/relationships/customXml" Target="../ink/ink587.xml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751.xml"/><Relationship Id="rId366" Type="http://schemas.openxmlformats.org/officeDocument/2006/relationships/image" Target="NULL"/><Relationship Id="rId170" Type="http://schemas.openxmlformats.org/officeDocument/2006/relationships/customXml" Target="../ink/ink673.xml"/><Relationship Id="rId226" Type="http://schemas.openxmlformats.org/officeDocument/2006/relationships/image" Target="NULL"/><Relationship Id="rId433" Type="http://schemas.openxmlformats.org/officeDocument/2006/relationships/customXml" Target="../ink/ink807.xml"/><Relationship Id="rId268" Type="http://schemas.openxmlformats.org/officeDocument/2006/relationships/customXml" Target="../ink/ink723.xml"/><Relationship Id="rId32" Type="http://schemas.openxmlformats.org/officeDocument/2006/relationships/customXml" Target="../ink/ink604.xml"/><Relationship Id="rId74" Type="http://schemas.openxmlformats.org/officeDocument/2006/relationships/customXml" Target="../ink/ink625.xml"/><Relationship Id="rId128" Type="http://schemas.openxmlformats.org/officeDocument/2006/relationships/customXml" Target="../ink/ink652.xml"/><Relationship Id="rId335" Type="http://schemas.openxmlformats.org/officeDocument/2006/relationships/image" Target="NULL"/><Relationship Id="rId377" Type="http://schemas.openxmlformats.org/officeDocument/2006/relationships/customXml" Target="../ink/ink778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customXml" Target="../ink/ink707.xml"/><Relationship Id="rId402" Type="http://schemas.openxmlformats.org/officeDocument/2006/relationships/customXml" Target="../ink/ink791.xml"/><Relationship Id="rId279" Type="http://schemas.openxmlformats.org/officeDocument/2006/relationships/image" Target="NULL"/><Relationship Id="rId444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734.xml"/><Relationship Id="rId304" Type="http://schemas.openxmlformats.org/officeDocument/2006/relationships/customXml" Target="../ink/ink741.xml"/><Relationship Id="rId346" Type="http://schemas.openxmlformats.org/officeDocument/2006/relationships/customXml" Target="../ink/ink762.xml"/><Relationship Id="rId388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663.xml"/><Relationship Id="rId192" Type="http://schemas.openxmlformats.org/officeDocument/2006/relationships/customXml" Target="../ink/ink684.xml"/><Relationship Id="rId206" Type="http://schemas.openxmlformats.org/officeDocument/2006/relationships/image" Target="NULL"/><Relationship Id="rId413" Type="http://schemas.openxmlformats.org/officeDocument/2006/relationships/image" Target="NULL"/><Relationship Id="rId248" Type="http://schemas.openxmlformats.org/officeDocument/2006/relationships/image" Target="NULL"/><Relationship Id="rId455" Type="http://schemas.openxmlformats.org/officeDocument/2006/relationships/image" Target="NULL"/><Relationship Id="rId12" Type="http://schemas.openxmlformats.org/officeDocument/2006/relationships/customXml" Target="../ink/ink594.xml"/><Relationship Id="rId108" Type="http://schemas.openxmlformats.org/officeDocument/2006/relationships/customXml" Target="../ink/ink642.xml"/><Relationship Id="rId315" Type="http://schemas.openxmlformats.org/officeDocument/2006/relationships/image" Target="NULL"/><Relationship Id="rId357" Type="http://schemas.openxmlformats.org/officeDocument/2006/relationships/customXml" Target="../ink/ink768.xml"/><Relationship Id="rId54" Type="http://schemas.openxmlformats.org/officeDocument/2006/relationships/customXml" Target="../ink/ink615.xml"/><Relationship Id="rId96" Type="http://schemas.openxmlformats.org/officeDocument/2006/relationships/customXml" Target="../ink/ink636.xml"/><Relationship Id="rId161" Type="http://schemas.openxmlformats.org/officeDocument/2006/relationships/image" Target="NULL"/><Relationship Id="rId217" Type="http://schemas.openxmlformats.org/officeDocument/2006/relationships/customXml" Target="../ink/ink697.xm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802.xml"/><Relationship Id="rId466" Type="http://schemas.openxmlformats.org/officeDocument/2006/relationships/customXml" Target="../ink/ink824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724.xml"/><Relationship Id="rId326" Type="http://schemas.openxmlformats.org/officeDocument/2006/relationships/customXml" Target="../ink/ink752.xml"/><Relationship Id="rId65" Type="http://schemas.openxmlformats.org/officeDocument/2006/relationships/image" Target="NULL"/><Relationship Id="rId130" Type="http://schemas.openxmlformats.org/officeDocument/2006/relationships/customXml" Target="../ink/ink653.xml"/><Relationship Id="rId368" Type="http://schemas.openxmlformats.org/officeDocument/2006/relationships/image" Target="NULL"/><Relationship Id="rId172" Type="http://schemas.openxmlformats.org/officeDocument/2006/relationships/customXml" Target="../ink/ink674.xml"/><Relationship Id="rId228" Type="http://schemas.openxmlformats.org/officeDocument/2006/relationships/image" Target="NULL"/><Relationship Id="rId435" Type="http://schemas.openxmlformats.org/officeDocument/2006/relationships/customXml" Target="../ink/ink808.xm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605.xml"/><Relationship Id="rId76" Type="http://schemas.openxmlformats.org/officeDocument/2006/relationships/customXml" Target="../ink/ink626.xml"/><Relationship Id="rId141" Type="http://schemas.openxmlformats.org/officeDocument/2006/relationships/image" Target="NULL"/><Relationship Id="rId379" Type="http://schemas.openxmlformats.org/officeDocument/2006/relationships/customXml" Target="../ink/ink779.xm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customXml" Target="../ink/ink708.xml"/><Relationship Id="rId390" Type="http://schemas.openxmlformats.org/officeDocument/2006/relationships/customXml" Target="../ink/ink785.xml"/><Relationship Id="rId404" Type="http://schemas.openxmlformats.org/officeDocument/2006/relationships/customXml" Target="../ink/ink792.xml"/><Relationship Id="rId446" Type="http://schemas.openxmlformats.org/officeDocument/2006/relationships/image" Target="NULL"/><Relationship Id="rId250" Type="http://schemas.openxmlformats.org/officeDocument/2006/relationships/customXml" Target="../ink/ink714.xml"/><Relationship Id="rId292" Type="http://schemas.openxmlformats.org/officeDocument/2006/relationships/customXml" Target="../ink/ink735.xml"/><Relationship Id="rId306" Type="http://schemas.openxmlformats.org/officeDocument/2006/relationships/customXml" Target="../ink/ink742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643.xml"/><Relationship Id="rId348" Type="http://schemas.openxmlformats.org/officeDocument/2006/relationships/customXml" Target="../ink/ink763.xml"/><Relationship Id="rId152" Type="http://schemas.openxmlformats.org/officeDocument/2006/relationships/customXml" Target="../ink/ink664.xm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image" Target="NULL"/><Relationship Id="rId457" Type="http://schemas.openxmlformats.org/officeDocument/2006/relationships/image" Target="NULL"/><Relationship Id="rId261" Type="http://schemas.openxmlformats.org/officeDocument/2006/relationships/image" Target="NULL"/><Relationship Id="rId14" Type="http://schemas.openxmlformats.org/officeDocument/2006/relationships/customXml" Target="../ink/ink595.xml"/><Relationship Id="rId56" Type="http://schemas.openxmlformats.org/officeDocument/2006/relationships/customXml" Target="../ink/ink616.xml"/><Relationship Id="rId317" Type="http://schemas.openxmlformats.org/officeDocument/2006/relationships/image" Target="NULL"/><Relationship Id="rId359" Type="http://schemas.openxmlformats.org/officeDocument/2006/relationships/customXml" Target="../ink/ink769.xml"/><Relationship Id="rId98" Type="http://schemas.openxmlformats.org/officeDocument/2006/relationships/customXml" Target="../ink/ink637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customXml" Target="../ink/ink698.xml"/><Relationship Id="rId370" Type="http://schemas.openxmlformats.org/officeDocument/2006/relationships/image" Target="NULL"/><Relationship Id="rId426" Type="http://schemas.openxmlformats.org/officeDocument/2006/relationships/customXml" Target="../ink/ink803.xml"/><Relationship Id="rId230" Type="http://schemas.openxmlformats.org/officeDocument/2006/relationships/image" Target="NULL"/><Relationship Id="rId468" Type="http://schemas.openxmlformats.org/officeDocument/2006/relationships/customXml" Target="../ink/ink825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725.xml"/><Relationship Id="rId328" Type="http://schemas.openxmlformats.org/officeDocument/2006/relationships/customXml" Target="../ink/ink753.xml"/><Relationship Id="rId132" Type="http://schemas.openxmlformats.org/officeDocument/2006/relationships/customXml" Target="../ink/ink654.xml"/><Relationship Id="rId174" Type="http://schemas.openxmlformats.org/officeDocument/2006/relationships/customXml" Target="../ink/ink675.xml"/><Relationship Id="rId381" Type="http://schemas.openxmlformats.org/officeDocument/2006/relationships/customXml" Target="../ink/ink780.xml"/><Relationship Id="rId241" Type="http://schemas.openxmlformats.org/officeDocument/2006/relationships/customXml" Target="../ink/ink709.xml"/><Relationship Id="rId437" Type="http://schemas.openxmlformats.org/officeDocument/2006/relationships/customXml" Target="../ink/ink809.xml"/><Relationship Id="rId36" Type="http://schemas.openxmlformats.org/officeDocument/2006/relationships/customXml" Target="../ink/ink606.xml"/><Relationship Id="rId283" Type="http://schemas.openxmlformats.org/officeDocument/2006/relationships/image" Target="NULL"/><Relationship Id="rId339" Type="http://schemas.openxmlformats.org/officeDocument/2006/relationships/image" Target="NULL"/><Relationship Id="rId78" Type="http://schemas.openxmlformats.org/officeDocument/2006/relationships/customXml" Target="../ink/ink627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image" Target="NULL"/><Relationship Id="rId406" Type="http://schemas.openxmlformats.org/officeDocument/2006/relationships/customXml" Target="../ink/ink793.xm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customXml" Target="../ink/ink786.xml"/><Relationship Id="rId448" Type="http://schemas.openxmlformats.org/officeDocument/2006/relationships/image" Target="NULL"/><Relationship Id="rId252" Type="http://schemas.openxmlformats.org/officeDocument/2006/relationships/customXml" Target="../ink/ink715.xml"/><Relationship Id="rId294" Type="http://schemas.openxmlformats.org/officeDocument/2006/relationships/customXml" Target="../ink/ink736.xml"/><Relationship Id="rId308" Type="http://schemas.openxmlformats.org/officeDocument/2006/relationships/customXml" Target="../ink/ink743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644.xml"/><Relationship Id="rId154" Type="http://schemas.openxmlformats.org/officeDocument/2006/relationships/customXml" Target="../ink/ink665.xml"/><Relationship Id="rId361" Type="http://schemas.openxmlformats.org/officeDocument/2006/relationships/customXml" Target="../ink/ink770.xml"/><Relationship Id="rId196" Type="http://schemas.openxmlformats.org/officeDocument/2006/relationships/image" Target="NULL"/><Relationship Id="rId417" Type="http://schemas.openxmlformats.org/officeDocument/2006/relationships/image" Target="NULL"/><Relationship Id="rId459" Type="http://schemas.openxmlformats.org/officeDocument/2006/relationships/image" Target="NULL"/><Relationship Id="rId16" Type="http://schemas.openxmlformats.org/officeDocument/2006/relationships/customXml" Target="../ink/ink596.xml"/><Relationship Id="rId221" Type="http://schemas.openxmlformats.org/officeDocument/2006/relationships/customXml" Target="../ink/ink699.xm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826.xml"/><Relationship Id="rId58" Type="http://schemas.openxmlformats.org/officeDocument/2006/relationships/customXml" Target="../ink/ink617.xml"/><Relationship Id="rId123" Type="http://schemas.openxmlformats.org/officeDocument/2006/relationships/image" Target="NULL"/><Relationship Id="rId330" Type="http://schemas.openxmlformats.org/officeDocument/2006/relationships/customXml" Target="../ink/ink754.xml"/><Relationship Id="rId165" Type="http://schemas.openxmlformats.org/officeDocument/2006/relationships/image" Target="NULL"/><Relationship Id="rId372" Type="http://schemas.openxmlformats.org/officeDocument/2006/relationships/image" Target="NULL"/><Relationship Id="rId428" Type="http://schemas.openxmlformats.org/officeDocument/2006/relationships/customXml" Target="../ink/ink804.xml"/><Relationship Id="rId232" Type="http://schemas.openxmlformats.org/officeDocument/2006/relationships/image" Target="NULL"/><Relationship Id="rId274" Type="http://schemas.openxmlformats.org/officeDocument/2006/relationships/customXml" Target="../ink/ink726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655.xml"/><Relationship Id="rId80" Type="http://schemas.openxmlformats.org/officeDocument/2006/relationships/customXml" Target="../ink/ink628.xml"/><Relationship Id="rId176" Type="http://schemas.openxmlformats.org/officeDocument/2006/relationships/customXml" Target="../ink/ink676.xml"/><Relationship Id="rId341" Type="http://schemas.openxmlformats.org/officeDocument/2006/relationships/image" Target="NULL"/><Relationship Id="rId383" Type="http://schemas.openxmlformats.org/officeDocument/2006/relationships/customXml" Target="../ink/ink781.xml"/><Relationship Id="rId439" Type="http://schemas.openxmlformats.org/officeDocument/2006/relationships/customXml" Target="../ink/ink810.xml"/><Relationship Id="rId201" Type="http://schemas.openxmlformats.org/officeDocument/2006/relationships/customXml" Target="../ink/ink689.xml"/><Relationship Id="rId243" Type="http://schemas.openxmlformats.org/officeDocument/2006/relationships/customXml" Target="../ink/ink710.xml"/><Relationship Id="rId285" Type="http://schemas.openxmlformats.org/officeDocument/2006/relationships/image" Target="NULL"/><Relationship Id="rId450" Type="http://schemas.openxmlformats.org/officeDocument/2006/relationships/image" Target="NULL"/><Relationship Id="rId38" Type="http://schemas.openxmlformats.org/officeDocument/2006/relationships/customXml" Target="../ink/ink607.xml"/><Relationship Id="rId103" Type="http://schemas.openxmlformats.org/officeDocument/2006/relationships/image" Target="NULL"/><Relationship Id="rId310" Type="http://schemas.openxmlformats.org/officeDocument/2006/relationships/customXml" Target="../ink/ink744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image" Target="NULL"/><Relationship Id="rId394" Type="http://schemas.openxmlformats.org/officeDocument/2006/relationships/customXml" Target="../ink/ink787.xml"/><Relationship Id="rId408" Type="http://schemas.openxmlformats.org/officeDocument/2006/relationships/customXml" Target="../ink/ink794.xml"/><Relationship Id="rId212" Type="http://schemas.openxmlformats.org/officeDocument/2006/relationships/image" Target="NULL"/><Relationship Id="rId254" Type="http://schemas.openxmlformats.org/officeDocument/2006/relationships/customXml" Target="../ink/ink716.xml"/><Relationship Id="rId49" Type="http://schemas.openxmlformats.org/officeDocument/2006/relationships/image" Target="NULL"/><Relationship Id="rId114" Type="http://schemas.openxmlformats.org/officeDocument/2006/relationships/customXml" Target="../ink/ink645.xml"/><Relationship Id="rId296" Type="http://schemas.openxmlformats.org/officeDocument/2006/relationships/customXml" Target="../ink/ink737.xml"/><Relationship Id="rId461" Type="http://schemas.openxmlformats.org/officeDocument/2006/relationships/image" Target="NULL"/><Relationship Id="rId60" Type="http://schemas.openxmlformats.org/officeDocument/2006/relationships/customXml" Target="../ink/ink618.xml"/><Relationship Id="rId156" Type="http://schemas.openxmlformats.org/officeDocument/2006/relationships/customXml" Target="../ink/ink666.xml"/><Relationship Id="rId198" Type="http://schemas.openxmlformats.org/officeDocument/2006/relationships/image" Target="NULL"/><Relationship Id="rId321" Type="http://schemas.openxmlformats.org/officeDocument/2006/relationships/image" Target="NULL"/><Relationship Id="rId363" Type="http://schemas.openxmlformats.org/officeDocument/2006/relationships/customXml" Target="../ink/ink771.xml"/><Relationship Id="rId419" Type="http://schemas.openxmlformats.org/officeDocument/2006/relationships/image" Target="NULL"/><Relationship Id="rId223" Type="http://schemas.openxmlformats.org/officeDocument/2006/relationships/customXml" Target="../ink/ink700.xml"/><Relationship Id="rId430" Type="http://schemas.openxmlformats.org/officeDocument/2006/relationships/customXml" Target="../ink/ink805.xml"/><Relationship Id="rId18" Type="http://schemas.openxmlformats.org/officeDocument/2006/relationships/customXml" Target="../ink/ink597.xml"/><Relationship Id="rId265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755.xml"/><Relationship Id="rId374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image" Target="NULL"/><Relationship Id="rId2" Type="http://schemas.openxmlformats.org/officeDocument/2006/relationships/customXml" Target="../ink/ink589.xml"/><Relationship Id="rId29" Type="http://schemas.openxmlformats.org/officeDocument/2006/relationships/image" Target="NULL"/><Relationship Id="rId276" Type="http://schemas.openxmlformats.org/officeDocument/2006/relationships/customXml" Target="../ink/ink727.xml"/><Relationship Id="rId441" Type="http://schemas.openxmlformats.org/officeDocument/2006/relationships/customXml" Target="../ink/ink811.xml"/><Relationship Id="rId40" Type="http://schemas.openxmlformats.org/officeDocument/2006/relationships/customXml" Target="../ink/ink608.xml"/><Relationship Id="rId136" Type="http://schemas.openxmlformats.org/officeDocument/2006/relationships/customXml" Target="../ink/ink656.xml"/><Relationship Id="rId178" Type="http://schemas.openxmlformats.org/officeDocument/2006/relationships/customXml" Target="../ink/ink677.xml"/><Relationship Id="rId301" Type="http://schemas.openxmlformats.org/officeDocument/2006/relationships/image" Target="NULL"/><Relationship Id="rId343" Type="http://schemas.openxmlformats.org/officeDocument/2006/relationships/image" Target="NULL"/><Relationship Id="rId82" Type="http://schemas.openxmlformats.org/officeDocument/2006/relationships/customXml" Target="../ink/ink629.xml"/><Relationship Id="rId203" Type="http://schemas.openxmlformats.org/officeDocument/2006/relationships/customXml" Target="../ink/ink690.xml"/><Relationship Id="rId385" Type="http://schemas.openxmlformats.org/officeDocument/2006/relationships/customXml" Target="../ink/ink782.xm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711.xml"/><Relationship Id="rId266" Type="http://schemas.openxmlformats.org/officeDocument/2006/relationships/customXml" Target="../ink/ink722.xml"/><Relationship Id="rId287" Type="http://schemas.openxmlformats.org/officeDocument/2006/relationships/image" Target="NULL"/><Relationship Id="rId410" Type="http://schemas.openxmlformats.org/officeDocument/2006/relationships/customXml" Target="../ink/ink795.xml"/><Relationship Id="rId431" Type="http://schemas.openxmlformats.org/officeDocument/2006/relationships/customXml" Target="../ink/ink806.xml"/><Relationship Id="rId452" Type="http://schemas.openxmlformats.org/officeDocument/2006/relationships/image" Target="NULL"/><Relationship Id="rId30" Type="http://schemas.openxmlformats.org/officeDocument/2006/relationships/customXml" Target="../ink/ink603.xml"/><Relationship Id="rId105" Type="http://schemas.openxmlformats.org/officeDocument/2006/relationships/image" Target="NULL"/><Relationship Id="rId126" Type="http://schemas.openxmlformats.org/officeDocument/2006/relationships/customXml" Target="../ink/ink651.xml"/><Relationship Id="rId147" Type="http://schemas.openxmlformats.org/officeDocument/2006/relationships/image" Target="NULL"/><Relationship Id="rId168" Type="http://schemas.openxmlformats.org/officeDocument/2006/relationships/customXml" Target="../ink/ink672.xml"/><Relationship Id="rId312" Type="http://schemas.openxmlformats.org/officeDocument/2006/relationships/customXml" Target="../ink/ink745.xml"/><Relationship Id="rId333" Type="http://schemas.openxmlformats.org/officeDocument/2006/relationships/image" Target="NULL"/><Relationship Id="rId354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624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customXml" Target="../ink/ink777.xml"/><Relationship Id="rId396" Type="http://schemas.openxmlformats.org/officeDocument/2006/relationships/customXml" Target="../ink/ink788.xm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706.xml"/><Relationship Id="rId256" Type="http://schemas.openxmlformats.org/officeDocument/2006/relationships/customXml" Target="../ink/ink717.xml"/><Relationship Id="rId277" Type="http://schemas.openxmlformats.org/officeDocument/2006/relationships/image" Target="NULL"/><Relationship Id="rId298" Type="http://schemas.openxmlformats.org/officeDocument/2006/relationships/customXml" Target="../ink/ink738.xml"/><Relationship Id="rId400" Type="http://schemas.openxmlformats.org/officeDocument/2006/relationships/customXml" Target="../ink/ink790.xml"/><Relationship Id="rId421" Type="http://schemas.openxmlformats.org/officeDocument/2006/relationships/image" Target="NULL"/><Relationship Id="rId442" Type="http://schemas.openxmlformats.org/officeDocument/2006/relationships/image" Target="NULL"/><Relationship Id="rId463" Type="http://schemas.openxmlformats.org/officeDocument/2006/relationships/image" Target="NULL"/><Relationship Id="rId116" Type="http://schemas.openxmlformats.org/officeDocument/2006/relationships/customXml" Target="../ink/ink646.xml"/><Relationship Id="rId137" Type="http://schemas.openxmlformats.org/officeDocument/2006/relationships/image" Target="NULL"/><Relationship Id="rId158" Type="http://schemas.openxmlformats.org/officeDocument/2006/relationships/customXml" Target="../ink/ink667.xml"/><Relationship Id="rId302" Type="http://schemas.openxmlformats.org/officeDocument/2006/relationships/customXml" Target="../ink/ink740.xml"/><Relationship Id="rId323" Type="http://schemas.openxmlformats.org/officeDocument/2006/relationships/image" Target="NULL"/><Relationship Id="rId344" Type="http://schemas.openxmlformats.org/officeDocument/2006/relationships/customXml" Target="../ink/ink761.xml"/><Relationship Id="rId20" Type="http://schemas.openxmlformats.org/officeDocument/2006/relationships/customXml" Target="../ink/ink598.xml"/><Relationship Id="rId41" Type="http://schemas.openxmlformats.org/officeDocument/2006/relationships/image" Target="NULL"/><Relationship Id="rId62" Type="http://schemas.openxmlformats.org/officeDocument/2006/relationships/customXml" Target="../ink/ink619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customXml" Target="../ink/ink772.xml"/><Relationship Id="rId386" Type="http://schemas.openxmlformats.org/officeDocument/2006/relationships/image" Target="NULL"/><Relationship Id="rId190" Type="http://schemas.openxmlformats.org/officeDocument/2006/relationships/customXml" Target="../ink/ink683.xml"/><Relationship Id="rId204" Type="http://schemas.openxmlformats.org/officeDocument/2006/relationships/image" Target="NULL"/><Relationship Id="rId225" Type="http://schemas.openxmlformats.org/officeDocument/2006/relationships/customXml" Target="../ink/ink701.xml"/><Relationship Id="rId246" Type="http://schemas.openxmlformats.org/officeDocument/2006/relationships/image" Target="NULL"/><Relationship Id="rId267" Type="http://schemas.openxmlformats.org/officeDocument/2006/relationships/image" Target="NULL"/><Relationship Id="rId288" Type="http://schemas.openxmlformats.org/officeDocument/2006/relationships/customXml" Target="../ink/ink733.xml"/><Relationship Id="rId411" Type="http://schemas.openxmlformats.org/officeDocument/2006/relationships/image" Target="NULL"/><Relationship Id="rId432" Type="http://schemas.openxmlformats.org/officeDocument/2006/relationships/image" Target="NULL"/><Relationship Id="rId453" Type="http://schemas.openxmlformats.org/officeDocument/2006/relationships/customXml" Target="../ink/ink817.xml"/><Relationship Id="rId106" Type="http://schemas.openxmlformats.org/officeDocument/2006/relationships/customXml" Target="../ink/ink641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593.xml"/><Relationship Id="rId31" Type="http://schemas.openxmlformats.org/officeDocument/2006/relationships/image" Target="NULL"/><Relationship Id="rId52" Type="http://schemas.openxmlformats.org/officeDocument/2006/relationships/customXml" Target="../ink/ink614.xml"/><Relationship Id="rId73" Type="http://schemas.openxmlformats.org/officeDocument/2006/relationships/image" Target="NULL"/><Relationship Id="rId94" Type="http://schemas.openxmlformats.org/officeDocument/2006/relationships/customXml" Target="../ink/ink635.xml"/><Relationship Id="rId148" Type="http://schemas.openxmlformats.org/officeDocument/2006/relationships/customXml" Target="../ink/ink662.xml"/><Relationship Id="rId169" Type="http://schemas.openxmlformats.org/officeDocument/2006/relationships/image" Target="NULL"/><Relationship Id="rId334" Type="http://schemas.openxmlformats.org/officeDocument/2006/relationships/customXml" Target="../ink/ink756.xml"/><Relationship Id="rId355" Type="http://schemas.openxmlformats.org/officeDocument/2006/relationships/customXml" Target="../ink/ink767.xml"/><Relationship Id="rId376" Type="http://schemas.openxmlformats.org/officeDocument/2006/relationships/image" Target="NULL"/><Relationship Id="rId397" Type="http://schemas.openxmlformats.org/officeDocument/2006/relationships/image" Target="NULL"/><Relationship Id="rId4" Type="http://schemas.openxmlformats.org/officeDocument/2006/relationships/customXml" Target="../ink/ink590.xml"/><Relationship Id="rId180" Type="http://schemas.openxmlformats.org/officeDocument/2006/relationships/customXml" Target="../ink/ink678.xml"/><Relationship Id="rId215" Type="http://schemas.openxmlformats.org/officeDocument/2006/relationships/customXml" Target="../ink/ink696.xml"/><Relationship Id="rId236" Type="http://schemas.openxmlformats.org/officeDocument/2006/relationships/image" Target="NULL"/><Relationship Id="rId257" Type="http://schemas.openxmlformats.org/officeDocument/2006/relationships/image" Target="NULL"/><Relationship Id="rId278" Type="http://schemas.openxmlformats.org/officeDocument/2006/relationships/customXml" Target="../ink/ink728.xml"/><Relationship Id="rId401" Type="http://schemas.openxmlformats.org/officeDocument/2006/relationships/image" Target="NULL"/><Relationship Id="rId422" Type="http://schemas.openxmlformats.org/officeDocument/2006/relationships/customXml" Target="../ink/ink801.xml"/><Relationship Id="rId443" Type="http://schemas.openxmlformats.org/officeDocument/2006/relationships/customXml" Target="../ink/ink812.xml"/><Relationship Id="rId464" Type="http://schemas.openxmlformats.org/officeDocument/2006/relationships/customXml" Target="../ink/ink823.xml"/><Relationship Id="rId303" Type="http://schemas.openxmlformats.org/officeDocument/2006/relationships/image" Target="NULL"/><Relationship Id="rId42" Type="http://schemas.openxmlformats.org/officeDocument/2006/relationships/customXml" Target="../ink/ink609.xml"/><Relationship Id="rId84" Type="http://schemas.openxmlformats.org/officeDocument/2006/relationships/customXml" Target="../ink/ink630.xml"/><Relationship Id="rId138" Type="http://schemas.openxmlformats.org/officeDocument/2006/relationships/customXml" Target="../ink/ink657.xml"/><Relationship Id="rId345" Type="http://schemas.openxmlformats.org/officeDocument/2006/relationships/image" Target="NULL"/><Relationship Id="rId387" Type="http://schemas.openxmlformats.org/officeDocument/2006/relationships/customXml" Target="../ink/ink783.xml"/><Relationship Id="rId191" Type="http://schemas.openxmlformats.org/officeDocument/2006/relationships/image" Target="NULL"/><Relationship Id="rId205" Type="http://schemas.openxmlformats.org/officeDocument/2006/relationships/customXml" Target="../ink/ink691.xml"/><Relationship Id="rId247" Type="http://schemas.openxmlformats.org/officeDocument/2006/relationships/customXml" Target="../ink/ink712.xml"/><Relationship Id="rId412" Type="http://schemas.openxmlformats.org/officeDocument/2006/relationships/customXml" Target="../ink/ink796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818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746.xml"/><Relationship Id="rId356" Type="http://schemas.openxmlformats.org/officeDocument/2006/relationships/image" Target="NULL"/><Relationship Id="rId398" Type="http://schemas.openxmlformats.org/officeDocument/2006/relationships/customXml" Target="../ink/ink789.xml"/><Relationship Id="rId95" Type="http://schemas.openxmlformats.org/officeDocument/2006/relationships/image" Target="NULL"/><Relationship Id="rId160" Type="http://schemas.openxmlformats.org/officeDocument/2006/relationships/customXml" Target="../ink/ink668.xml"/><Relationship Id="rId216" Type="http://schemas.openxmlformats.org/officeDocument/2006/relationships/image" Target="NULL"/><Relationship Id="rId423" Type="http://schemas.openxmlformats.org/officeDocument/2006/relationships/image" Target="NULL"/><Relationship Id="rId258" Type="http://schemas.openxmlformats.org/officeDocument/2006/relationships/customXml" Target="../ink/ink718.xml"/><Relationship Id="rId465" Type="http://schemas.openxmlformats.org/officeDocument/2006/relationships/image" Target="NULL"/><Relationship Id="rId22" Type="http://schemas.openxmlformats.org/officeDocument/2006/relationships/customXml" Target="../ink/ink599.xml"/><Relationship Id="rId64" Type="http://schemas.openxmlformats.org/officeDocument/2006/relationships/customXml" Target="../ink/ink620.xml"/><Relationship Id="rId118" Type="http://schemas.openxmlformats.org/officeDocument/2006/relationships/customXml" Target="../ink/ink647.xml"/><Relationship Id="rId325" Type="http://schemas.openxmlformats.org/officeDocument/2006/relationships/image" Target="NULL"/><Relationship Id="rId367" Type="http://schemas.openxmlformats.org/officeDocument/2006/relationships/customXml" Target="../ink/ink773.xml"/><Relationship Id="rId171" Type="http://schemas.openxmlformats.org/officeDocument/2006/relationships/image" Target="NULL"/><Relationship Id="rId227" Type="http://schemas.openxmlformats.org/officeDocument/2006/relationships/customXml" Target="../ink/ink702.xml"/><Relationship Id="rId269" Type="http://schemas.openxmlformats.org/officeDocument/2006/relationships/image" Target="NULL"/><Relationship Id="rId434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729.xml"/><Relationship Id="rId336" Type="http://schemas.openxmlformats.org/officeDocument/2006/relationships/customXml" Target="../ink/ink757.xml"/><Relationship Id="rId75" Type="http://schemas.openxmlformats.org/officeDocument/2006/relationships/image" Target="NULL"/><Relationship Id="rId140" Type="http://schemas.openxmlformats.org/officeDocument/2006/relationships/customXml" Target="../ink/ink658.xml"/><Relationship Id="rId182" Type="http://schemas.openxmlformats.org/officeDocument/2006/relationships/customXml" Target="../ink/ink679.xml"/><Relationship Id="rId378" Type="http://schemas.openxmlformats.org/officeDocument/2006/relationships/image" Target="NULL"/><Relationship Id="rId403" Type="http://schemas.openxmlformats.org/officeDocument/2006/relationships/image" Target="NULL"/><Relationship Id="rId6" Type="http://schemas.openxmlformats.org/officeDocument/2006/relationships/customXml" Target="../ink/ink591.xml"/><Relationship Id="rId238" Type="http://schemas.openxmlformats.org/officeDocument/2006/relationships/image" Target="NULL"/><Relationship Id="rId445" Type="http://schemas.openxmlformats.org/officeDocument/2006/relationships/customXml" Target="../ink/ink813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610.xml"/><Relationship Id="rId86" Type="http://schemas.openxmlformats.org/officeDocument/2006/relationships/customXml" Target="../ink/ink631.xml"/><Relationship Id="rId151" Type="http://schemas.openxmlformats.org/officeDocument/2006/relationships/image" Target="NULL"/><Relationship Id="rId389" Type="http://schemas.openxmlformats.org/officeDocument/2006/relationships/customXml" Target="../ink/ink784.xml"/><Relationship Id="rId193" Type="http://schemas.openxmlformats.org/officeDocument/2006/relationships/customXml" Target="../ink/ink685.xml"/><Relationship Id="rId207" Type="http://schemas.openxmlformats.org/officeDocument/2006/relationships/customXml" Target="../ink/ink692.xml"/><Relationship Id="rId249" Type="http://schemas.openxmlformats.org/officeDocument/2006/relationships/customXml" Target="../ink/ink713.xml"/><Relationship Id="rId414" Type="http://schemas.openxmlformats.org/officeDocument/2006/relationships/customXml" Target="../ink/ink797.xml"/><Relationship Id="rId456" Type="http://schemas.openxmlformats.org/officeDocument/2006/relationships/customXml" Target="../ink/ink819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719.xml"/><Relationship Id="rId316" Type="http://schemas.openxmlformats.org/officeDocument/2006/relationships/customXml" Target="../ink/ink747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648.xml"/><Relationship Id="rId358" Type="http://schemas.openxmlformats.org/officeDocument/2006/relationships/image" Target="NULL"/><Relationship Id="rId162" Type="http://schemas.openxmlformats.org/officeDocument/2006/relationships/customXml" Target="../ink/ink669.xml"/><Relationship Id="rId218" Type="http://schemas.openxmlformats.org/officeDocument/2006/relationships/image" Target="NUL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600.xml"/><Relationship Id="rId66" Type="http://schemas.openxmlformats.org/officeDocument/2006/relationships/customXml" Target="../ink/ink621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customXml" Target="../ink/ink774.xml"/><Relationship Id="rId173" Type="http://schemas.openxmlformats.org/officeDocument/2006/relationships/image" Target="NULL"/><Relationship Id="rId229" Type="http://schemas.openxmlformats.org/officeDocument/2006/relationships/customXml" Target="../ink/ink703.xml"/><Relationship Id="rId380" Type="http://schemas.openxmlformats.org/officeDocument/2006/relationships/image" Target="NULL"/><Relationship Id="rId436" Type="http://schemas.openxmlformats.org/officeDocument/2006/relationships/image" Target="NULL"/><Relationship Id="rId240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638.xml"/><Relationship Id="rId282" Type="http://schemas.openxmlformats.org/officeDocument/2006/relationships/customXml" Target="../ink/ink730.xml"/><Relationship Id="rId338" Type="http://schemas.openxmlformats.org/officeDocument/2006/relationships/customXml" Target="../ink/ink758.xml"/><Relationship Id="rId8" Type="http://schemas.openxmlformats.org/officeDocument/2006/relationships/customXml" Target="../ink/ink592.xml"/><Relationship Id="rId142" Type="http://schemas.openxmlformats.org/officeDocument/2006/relationships/customXml" Target="../ink/ink659.xml"/><Relationship Id="rId184" Type="http://schemas.openxmlformats.org/officeDocument/2006/relationships/customXml" Target="../ink/ink680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customXml" Target="../ink/ink814.xml"/><Relationship Id="rId251" Type="http://schemas.openxmlformats.org/officeDocument/2006/relationships/image" Target="NULL"/><Relationship Id="rId46" Type="http://schemas.openxmlformats.org/officeDocument/2006/relationships/customXml" Target="../ink/ink611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customXml" Target="../ink/ink764.xml"/><Relationship Id="rId88" Type="http://schemas.openxmlformats.org/officeDocument/2006/relationships/customXml" Target="../ink/ink632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customXml" Target="../ink/ink686.xml"/><Relationship Id="rId209" Type="http://schemas.openxmlformats.org/officeDocument/2006/relationships/customXml" Target="../ink/ink693.xml"/><Relationship Id="rId360" Type="http://schemas.openxmlformats.org/officeDocument/2006/relationships/image" Target="NULL"/><Relationship Id="rId416" Type="http://schemas.openxmlformats.org/officeDocument/2006/relationships/customXml" Target="../ink/ink798.xml"/><Relationship Id="rId220" Type="http://schemas.openxmlformats.org/officeDocument/2006/relationships/image" Target="NULL"/><Relationship Id="rId458" Type="http://schemas.openxmlformats.org/officeDocument/2006/relationships/customXml" Target="../ink/ink820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720.xml"/><Relationship Id="rId318" Type="http://schemas.openxmlformats.org/officeDocument/2006/relationships/customXml" Target="../ink/ink748.xml"/><Relationship Id="rId99" Type="http://schemas.openxmlformats.org/officeDocument/2006/relationships/image" Target="NULL"/><Relationship Id="rId122" Type="http://schemas.openxmlformats.org/officeDocument/2006/relationships/customXml" Target="../ink/ink649.xml"/><Relationship Id="rId164" Type="http://schemas.openxmlformats.org/officeDocument/2006/relationships/customXml" Target="../ink/ink670.xml"/><Relationship Id="rId371" Type="http://schemas.openxmlformats.org/officeDocument/2006/relationships/customXml" Target="../ink/ink775.xml"/><Relationship Id="rId427" Type="http://schemas.openxmlformats.org/officeDocument/2006/relationships/image" Target="NULL"/><Relationship Id="rId469" Type="http://schemas.openxmlformats.org/officeDocument/2006/relationships/image" Target="NULL"/><Relationship Id="rId26" Type="http://schemas.openxmlformats.org/officeDocument/2006/relationships/customXml" Target="../ink/ink601.xml"/><Relationship Id="rId231" Type="http://schemas.openxmlformats.org/officeDocument/2006/relationships/customXml" Target="../ink/ink704.xml"/><Relationship Id="rId273" Type="http://schemas.openxmlformats.org/officeDocument/2006/relationships/image" Target="NULL"/><Relationship Id="rId329" Type="http://schemas.openxmlformats.org/officeDocument/2006/relationships/image" Target="NULL"/><Relationship Id="rId68" Type="http://schemas.openxmlformats.org/officeDocument/2006/relationships/customXml" Target="../ink/ink622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759.xml"/><Relationship Id="rId200" Type="http://schemas.openxmlformats.org/officeDocument/2006/relationships/image" Target="NULL"/><Relationship Id="rId382" Type="http://schemas.openxmlformats.org/officeDocument/2006/relationships/image" Target="NULL"/><Relationship Id="rId438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customXml" Target="../ink/ink731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639.xml"/><Relationship Id="rId144" Type="http://schemas.openxmlformats.org/officeDocument/2006/relationships/customXml" Target="../ink/ink660.xml"/><Relationship Id="rId90" Type="http://schemas.openxmlformats.org/officeDocument/2006/relationships/customXml" Target="../ink/ink633.xml"/><Relationship Id="rId186" Type="http://schemas.openxmlformats.org/officeDocument/2006/relationships/customXml" Target="../ink/ink681.xml"/><Relationship Id="rId351" Type="http://schemas.openxmlformats.org/officeDocument/2006/relationships/customXml" Target="../ink/ink765.xm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customXml" Target="../ink/ink815.xml"/><Relationship Id="rId211" Type="http://schemas.openxmlformats.org/officeDocument/2006/relationships/customXml" Target="../ink/ink694.xm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821.xml"/><Relationship Id="rId48" Type="http://schemas.openxmlformats.org/officeDocument/2006/relationships/customXml" Target="../ink/ink612.xml"/><Relationship Id="rId113" Type="http://schemas.openxmlformats.org/officeDocument/2006/relationships/image" Target="NULL"/><Relationship Id="rId320" Type="http://schemas.openxmlformats.org/officeDocument/2006/relationships/customXml" Target="../ink/ink749.xml"/><Relationship Id="rId155" Type="http://schemas.openxmlformats.org/officeDocument/2006/relationships/image" Target="NULL"/><Relationship Id="rId197" Type="http://schemas.openxmlformats.org/officeDocument/2006/relationships/customXml" Target="../ink/ink687.xml"/><Relationship Id="rId362" Type="http://schemas.openxmlformats.org/officeDocument/2006/relationships/image" Target="NULL"/><Relationship Id="rId418" Type="http://schemas.openxmlformats.org/officeDocument/2006/relationships/customXml" Target="../ink/ink799.xml"/><Relationship Id="rId222" Type="http://schemas.openxmlformats.org/officeDocument/2006/relationships/image" Target="NULL"/><Relationship Id="rId264" Type="http://schemas.openxmlformats.org/officeDocument/2006/relationships/customXml" Target="../ink/ink721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650.xml"/><Relationship Id="rId70" Type="http://schemas.openxmlformats.org/officeDocument/2006/relationships/customXml" Target="../ink/ink623.xml"/><Relationship Id="rId166" Type="http://schemas.openxmlformats.org/officeDocument/2006/relationships/customXml" Target="../ink/ink671.xml"/><Relationship Id="rId331" Type="http://schemas.openxmlformats.org/officeDocument/2006/relationships/image" Target="NULL"/><Relationship Id="rId373" Type="http://schemas.openxmlformats.org/officeDocument/2006/relationships/customXml" Target="../ink/ink776.xml"/><Relationship Id="rId429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705.xml"/><Relationship Id="rId440" Type="http://schemas.openxmlformats.org/officeDocument/2006/relationships/image" Target="NULL"/><Relationship Id="rId28" Type="http://schemas.openxmlformats.org/officeDocument/2006/relationships/customXml" Target="../ink/ink602.xml"/><Relationship Id="rId275" Type="http://schemas.openxmlformats.org/officeDocument/2006/relationships/image" Target="NULL"/><Relationship Id="rId300" Type="http://schemas.openxmlformats.org/officeDocument/2006/relationships/customXml" Target="../ink/ink739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760.xml"/><Relationship Id="rId384" Type="http://schemas.openxmlformats.org/officeDocument/2006/relationships/image" Target="NULL"/><Relationship Id="rId202" Type="http://schemas.openxmlformats.org/officeDocument/2006/relationships/image" Target="NUL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customXml" Target="../ink/ink732.xml"/><Relationship Id="rId451" Type="http://schemas.openxmlformats.org/officeDocument/2006/relationships/customXml" Target="../ink/ink816.xml"/><Relationship Id="rId50" Type="http://schemas.openxmlformats.org/officeDocument/2006/relationships/customXml" Target="../ink/ink613.xml"/><Relationship Id="rId104" Type="http://schemas.openxmlformats.org/officeDocument/2006/relationships/customXml" Target="../ink/ink640.xml"/><Relationship Id="rId146" Type="http://schemas.openxmlformats.org/officeDocument/2006/relationships/customXml" Target="../ink/ink661.xml"/><Relationship Id="rId188" Type="http://schemas.openxmlformats.org/officeDocument/2006/relationships/customXml" Target="../ink/ink682.xml"/><Relationship Id="rId311" Type="http://schemas.openxmlformats.org/officeDocument/2006/relationships/image" Target="NULL"/><Relationship Id="rId353" Type="http://schemas.openxmlformats.org/officeDocument/2006/relationships/customXml" Target="../ink/ink766.xml"/><Relationship Id="rId395" Type="http://schemas.openxmlformats.org/officeDocument/2006/relationships/image" Target="NULL"/><Relationship Id="rId409" Type="http://schemas.openxmlformats.org/officeDocument/2006/relationships/image" Target="NULL"/><Relationship Id="rId92" Type="http://schemas.openxmlformats.org/officeDocument/2006/relationships/customXml" Target="../ink/ink634.xml"/><Relationship Id="rId213" Type="http://schemas.openxmlformats.org/officeDocument/2006/relationships/customXml" Target="../ink/ink695.xml"/><Relationship Id="rId420" Type="http://schemas.openxmlformats.org/officeDocument/2006/relationships/customXml" Target="../ink/ink800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822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750.xm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customXml" Target="../ink/ink688.xml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885.xml"/><Relationship Id="rId21" Type="http://schemas.openxmlformats.org/officeDocument/2006/relationships/image" Target="NULL"/><Relationship Id="rId42" Type="http://schemas.openxmlformats.org/officeDocument/2006/relationships/customXml" Target="../ink/ink847.xml"/><Relationship Id="rId63" Type="http://schemas.openxmlformats.org/officeDocument/2006/relationships/image" Target="NULL"/><Relationship Id="rId84" Type="http://schemas.openxmlformats.org/officeDocument/2006/relationships/customXml" Target="../ink/ink868.xml"/><Relationship Id="rId138" Type="http://schemas.openxmlformats.org/officeDocument/2006/relationships/image" Target="NULL"/><Relationship Id="rId159" Type="http://schemas.openxmlformats.org/officeDocument/2006/relationships/customXml" Target="../ink/ink906.xml"/><Relationship Id="rId170" Type="http://schemas.openxmlformats.org/officeDocument/2006/relationships/image" Target="NULL"/><Relationship Id="rId191" Type="http://schemas.openxmlformats.org/officeDocument/2006/relationships/customXml" Target="../ink/ink922.xml"/><Relationship Id="rId205" Type="http://schemas.openxmlformats.org/officeDocument/2006/relationships/customXml" Target="../ink/ink929.xml"/><Relationship Id="rId226" Type="http://schemas.openxmlformats.org/officeDocument/2006/relationships/image" Target="NULL"/><Relationship Id="rId247" Type="http://schemas.openxmlformats.org/officeDocument/2006/relationships/customXml" Target="../ink/ink950.xml"/><Relationship Id="rId107" Type="http://schemas.openxmlformats.org/officeDocument/2006/relationships/customXml" Target="../ink/ink880.xml"/><Relationship Id="rId11" Type="http://schemas.openxmlformats.org/officeDocument/2006/relationships/image" Target="NULL"/><Relationship Id="rId32" Type="http://schemas.openxmlformats.org/officeDocument/2006/relationships/customXml" Target="../ink/ink842.xml"/><Relationship Id="rId53" Type="http://schemas.openxmlformats.org/officeDocument/2006/relationships/image" Target="NULL"/><Relationship Id="rId74" Type="http://schemas.openxmlformats.org/officeDocument/2006/relationships/customXml" Target="../ink/ink863.xml"/><Relationship Id="rId128" Type="http://schemas.openxmlformats.org/officeDocument/2006/relationships/image" Target="NULL"/><Relationship Id="rId149" Type="http://schemas.openxmlformats.org/officeDocument/2006/relationships/customXml" Target="../ink/ink901.xml"/><Relationship Id="rId5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image" Target="NULL"/><Relationship Id="rId181" Type="http://schemas.openxmlformats.org/officeDocument/2006/relationships/customXml" Target="../ink/ink917.xml"/><Relationship Id="rId216" Type="http://schemas.openxmlformats.org/officeDocument/2006/relationships/image" Target="NULL"/><Relationship Id="rId237" Type="http://schemas.openxmlformats.org/officeDocument/2006/relationships/customXml" Target="../ink/ink945.xml"/><Relationship Id="rId22" Type="http://schemas.openxmlformats.org/officeDocument/2006/relationships/customXml" Target="../ink/ink837.xml"/><Relationship Id="rId43" Type="http://schemas.openxmlformats.org/officeDocument/2006/relationships/image" Target="NULL"/><Relationship Id="rId64" Type="http://schemas.openxmlformats.org/officeDocument/2006/relationships/customXml" Target="../ink/ink858.xml"/><Relationship Id="rId118" Type="http://schemas.openxmlformats.org/officeDocument/2006/relationships/image" Target="NULL"/><Relationship Id="rId139" Type="http://schemas.openxmlformats.org/officeDocument/2006/relationships/customXml" Target="../ink/ink896.xml"/><Relationship Id="rId85" Type="http://schemas.openxmlformats.org/officeDocument/2006/relationships/image" Target="NULL"/><Relationship Id="rId150" Type="http://schemas.openxmlformats.org/officeDocument/2006/relationships/image" Target="NULL"/><Relationship Id="rId171" Type="http://schemas.openxmlformats.org/officeDocument/2006/relationships/customXml" Target="../ink/ink912.xml"/><Relationship Id="rId192" Type="http://schemas.openxmlformats.org/officeDocument/2006/relationships/image" Target="NULL"/><Relationship Id="rId206" Type="http://schemas.openxmlformats.org/officeDocument/2006/relationships/image" Target="NULL"/><Relationship Id="rId227" Type="http://schemas.openxmlformats.org/officeDocument/2006/relationships/customXml" Target="../ink/ink940.xml"/><Relationship Id="rId248" Type="http://schemas.openxmlformats.org/officeDocument/2006/relationships/image" Target="NULL"/><Relationship Id="rId12" Type="http://schemas.openxmlformats.org/officeDocument/2006/relationships/customXml" Target="../ink/ink832.xml"/><Relationship Id="rId33" Type="http://schemas.openxmlformats.org/officeDocument/2006/relationships/image" Target="NULL"/><Relationship Id="rId108" Type="http://schemas.openxmlformats.org/officeDocument/2006/relationships/image" Target="NULL"/><Relationship Id="rId129" Type="http://schemas.openxmlformats.org/officeDocument/2006/relationships/customXml" Target="../ink/ink891.xml"/><Relationship Id="rId54" Type="http://schemas.openxmlformats.org/officeDocument/2006/relationships/customXml" Target="../ink/ink853.xml"/><Relationship Id="rId75" Type="http://schemas.openxmlformats.org/officeDocument/2006/relationships/image" Target="NULL"/><Relationship Id="rId96" Type="http://schemas.openxmlformats.org/officeDocument/2006/relationships/customXml" Target="../ink/ink874.xml"/><Relationship Id="rId140" Type="http://schemas.openxmlformats.org/officeDocument/2006/relationships/image" Target="NULL"/><Relationship Id="rId161" Type="http://schemas.openxmlformats.org/officeDocument/2006/relationships/customXml" Target="../ink/ink907.xml"/><Relationship Id="rId182" Type="http://schemas.openxmlformats.org/officeDocument/2006/relationships/image" Target="NULL"/><Relationship Id="rId217" Type="http://schemas.openxmlformats.org/officeDocument/2006/relationships/customXml" Target="../ink/ink935.xml"/><Relationship Id="rId6" Type="http://schemas.openxmlformats.org/officeDocument/2006/relationships/customXml" Target="../ink/ink829.xml"/><Relationship Id="rId238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customXml" Target="../ink/ink886.xml"/><Relationship Id="rId44" Type="http://schemas.openxmlformats.org/officeDocument/2006/relationships/customXml" Target="../ink/ink848.xml"/><Relationship Id="rId65" Type="http://schemas.openxmlformats.org/officeDocument/2006/relationships/image" Target="NULL"/><Relationship Id="rId86" Type="http://schemas.openxmlformats.org/officeDocument/2006/relationships/customXml" Target="../ink/ink869.xml"/><Relationship Id="rId130" Type="http://schemas.openxmlformats.org/officeDocument/2006/relationships/image" Target="NULL"/><Relationship Id="rId151" Type="http://schemas.openxmlformats.org/officeDocument/2006/relationships/customXml" Target="../ink/ink902.xml"/><Relationship Id="rId172" Type="http://schemas.openxmlformats.org/officeDocument/2006/relationships/image" Target="NULL"/><Relationship Id="rId193" Type="http://schemas.openxmlformats.org/officeDocument/2006/relationships/customXml" Target="../ink/ink923.xml"/><Relationship Id="rId207" Type="http://schemas.openxmlformats.org/officeDocument/2006/relationships/customXml" Target="../ink/ink930.xml"/><Relationship Id="rId228" Type="http://schemas.openxmlformats.org/officeDocument/2006/relationships/image" Target="NULL"/><Relationship Id="rId249" Type="http://schemas.openxmlformats.org/officeDocument/2006/relationships/customXml" Target="../ink/ink951.xml"/><Relationship Id="rId13" Type="http://schemas.openxmlformats.org/officeDocument/2006/relationships/image" Target="NULL"/><Relationship Id="rId109" Type="http://schemas.openxmlformats.org/officeDocument/2006/relationships/customXml" Target="../ink/ink881.xml"/><Relationship Id="rId34" Type="http://schemas.openxmlformats.org/officeDocument/2006/relationships/customXml" Target="../ink/ink843.xml"/><Relationship Id="rId55" Type="http://schemas.openxmlformats.org/officeDocument/2006/relationships/image" Target="NULL"/><Relationship Id="rId76" Type="http://schemas.openxmlformats.org/officeDocument/2006/relationships/customXml" Target="../ink/ink864.xml"/><Relationship Id="rId97" Type="http://schemas.openxmlformats.org/officeDocument/2006/relationships/image" Target="NULL"/><Relationship Id="rId120" Type="http://schemas.openxmlformats.org/officeDocument/2006/relationships/image" Target="NULL"/><Relationship Id="rId141" Type="http://schemas.openxmlformats.org/officeDocument/2006/relationships/customXml" Target="../ink/ink897.xml"/><Relationship Id="rId7" Type="http://schemas.openxmlformats.org/officeDocument/2006/relationships/image" Target="NULL"/><Relationship Id="rId162" Type="http://schemas.openxmlformats.org/officeDocument/2006/relationships/image" Target="NULL"/><Relationship Id="rId183" Type="http://schemas.openxmlformats.org/officeDocument/2006/relationships/customXml" Target="../ink/ink918.xml"/><Relationship Id="rId218" Type="http://schemas.openxmlformats.org/officeDocument/2006/relationships/image" Target="NULL"/><Relationship Id="rId239" Type="http://schemas.openxmlformats.org/officeDocument/2006/relationships/customXml" Target="../ink/ink946.xml"/><Relationship Id="rId250" Type="http://schemas.openxmlformats.org/officeDocument/2006/relationships/image" Target="NULL"/><Relationship Id="rId24" Type="http://schemas.openxmlformats.org/officeDocument/2006/relationships/customXml" Target="../ink/ink838.xml"/><Relationship Id="rId45" Type="http://schemas.openxmlformats.org/officeDocument/2006/relationships/image" Target="NULL"/><Relationship Id="rId66" Type="http://schemas.openxmlformats.org/officeDocument/2006/relationships/customXml" Target="../ink/ink859.xml"/><Relationship Id="rId87" Type="http://schemas.openxmlformats.org/officeDocument/2006/relationships/image" Target="NULL"/><Relationship Id="rId110" Type="http://schemas.openxmlformats.org/officeDocument/2006/relationships/image" Target="NULL"/><Relationship Id="rId131" Type="http://schemas.openxmlformats.org/officeDocument/2006/relationships/customXml" Target="../ink/ink892.xml"/><Relationship Id="rId152" Type="http://schemas.openxmlformats.org/officeDocument/2006/relationships/image" Target="NULL"/><Relationship Id="rId173" Type="http://schemas.openxmlformats.org/officeDocument/2006/relationships/customXml" Target="../ink/ink913.xml"/><Relationship Id="rId194" Type="http://schemas.openxmlformats.org/officeDocument/2006/relationships/image" Target="NULL"/><Relationship Id="rId208" Type="http://schemas.openxmlformats.org/officeDocument/2006/relationships/image" Target="NULL"/><Relationship Id="rId229" Type="http://schemas.openxmlformats.org/officeDocument/2006/relationships/customXml" Target="../ink/ink941.xml"/><Relationship Id="rId240" Type="http://schemas.openxmlformats.org/officeDocument/2006/relationships/image" Target="NULL"/><Relationship Id="rId14" Type="http://schemas.openxmlformats.org/officeDocument/2006/relationships/customXml" Target="../ink/ink833.xml"/><Relationship Id="rId35" Type="http://schemas.openxmlformats.org/officeDocument/2006/relationships/image" Target="NULL"/><Relationship Id="rId56" Type="http://schemas.openxmlformats.org/officeDocument/2006/relationships/customXml" Target="../ink/ink854.xml"/><Relationship Id="rId77" Type="http://schemas.openxmlformats.org/officeDocument/2006/relationships/image" Target="NULL"/><Relationship Id="rId100" Type="http://schemas.openxmlformats.org/officeDocument/2006/relationships/customXml" Target="../ink/ink876.xml"/><Relationship Id="rId8" Type="http://schemas.openxmlformats.org/officeDocument/2006/relationships/customXml" Target="../ink/ink830.xml"/><Relationship Id="rId98" Type="http://schemas.openxmlformats.org/officeDocument/2006/relationships/customXml" Target="../ink/ink875.xml"/><Relationship Id="rId121" Type="http://schemas.openxmlformats.org/officeDocument/2006/relationships/customXml" Target="../ink/ink887.xml"/><Relationship Id="rId142" Type="http://schemas.openxmlformats.org/officeDocument/2006/relationships/image" Target="NULL"/><Relationship Id="rId163" Type="http://schemas.openxmlformats.org/officeDocument/2006/relationships/customXml" Target="../ink/ink908.xml"/><Relationship Id="rId184" Type="http://schemas.openxmlformats.org/officeDocument/2006/relationships/image" Target="NULL"/><Relationship Id="rId219" Type="http://schemas.openxmlformats.org/officeDocument/2006/relationships/customXml" Target="../ink/ink936.xml"/><Relationship Id="rId230" Type="http://schemas.openxmlformats.org/officeDocument/2006/relationships/image" Target="NULL"/><Relationship Id="rId251" Type="http://schemas.openxmlformats.org/officeDocument/2006/relationships/customXml" Target="../ink/ink952.xml"/><Relationship Id="rId25" Type="http://schemas.openxmlformats.org/officeDocument/2006/relationships/image" Target="NULL"/><Relationship Id="rId46" Type="http://schemas.openxmlformats.org/officeDocument/2006/relationships/customXml" Target="../ink/ink849.xml"/><Relationship Id="rId67" Type="http://schemas.openxmlformats.org/officeDocument/2006/relationships/image" Target="NULL"/><Relationship Id="rId88" Type="http://schemas.openxmlformats.org/officeDocument/2006/relationships/customXml" Target="../ink/ink870.xml"/><Relationship Id="rId111" Type="http://schemas.openxmlformats.org/officeDocument/2006/relationships/customXml" Target="../ink/ink882.xml"/><Relationship Id="rId132" Type="http://schemas.openxmlformats.org/officeDocument/2006/relationships/image" Target="NULL"/><Relationship Id="rId153" Type="http://schemas.openxmlformats.org/officeDocument/2006/relationships/customXml" Target="../ink/ink903.xml"/><Relationship Id="rId174" Type="http://schemas.openxmlformats.org/officeDocument/2006/relationships/image" Target="NULL"/><Relationship Id="rId195" Type="http://schemas.openxmlformats.org/officeDocument/2006/relationships/customXml" Target="../ink/ink924.xml"/><Relationship Id="rId209" Type="http://schemas.openxmlformats.org/officeDocument/2006/relationships/customXml" Target="../ink/ink931.xml"/><Relationship Id="rId220" Type="http://schemas.openxmlformats.org/officeDocument/2006/relationships/image" Target="NULL"/><Relationship Id="rId241" Type="http://schemas.openxmlformats.org/officeDocument/2006/relationships/customXml" Target="../ink/ink947.xml"/><Relationship Id="rId15" Type="http://schemas.openxmlformats.org/officeDocument/2006/relationships/image" Target="NULL"/><Relationship Id="rId36" Type="http://schemas.openxmlformats.org/officeDocument/2006/relationships/customXml" Target="../ink/ink844.xml"/><Relationship Id="rId57" Type="http://schemas.openxmlformats.org/officeDocument/2006/relationships/image" Target="NULL"/><Relationship Id="rId78" Type="http://schemas.openxmlformats.org/officeDocument/2006/relationships/customXml" Target="../ink/ink865.xml"/><Relationship Id="rId99" Type="http://schemas.openxmlformats.org/officeDocument/2006/relationships/image" Target="NULL"/><Relationship Id="rId101" Type="http://schemas.openxmlformats.org/officeDocument/2006/relationships/customXml" Target="../ink/ink877.xml"/><Relationship Id="rId122" Type="http://schemas.openxmlformats.org/officeDocument/2006/relationships/image" Target="NULL"/><Relationship Id="rId143" Type="http://schemas.openxmlformats.org/officeDocument/2006/relationships/customXml" Target="../ink/ink898.xml"/><Relationship Id="rId164" Type="http://schemas.openxmlformats.org/officeDocument/2006/relationships/image" Target="NULL"/><Relationship Id="rId185" Type="http://schemas.openxmlformats.org/officeDocument/2006/relationships/customXml" Target="../ink/ink919.xml"/><Relationship Id="rId9" Type="http://schemas.openxmlformats.org/officeDocument/2006/relationships/image" Target="NULL"/><Relationship Id="rId210" Type="http://schemas.openxmlformats.org/officeDocument/2006/relationships/image" Target="NULL"/><Relationship Id="rId26" Type="http://schemas.openxmlformats.org/officeDocument/2006/relationships/customXml" Target="../ink/ink839.xml"/><Relationship Id="rId231" Type="http://schemas.openxmlformats.org/officeDocument/2006/relationships/customXml" Target="../ink/ink942.xml"/><Relationship Id="rId252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customXml" Target="../ink/ink860.xm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customXml" Target="../ink/ink893.xml"/><Relationship Id="rId154" Type="http://schemas.openxmlformats.org/officeDocument/2006/relationships/image" Target="NULL"/><Relationship Id="rId175" Type="http://schemas.openxmlformats.org/officeDocument/2006/relationships/customXml" Target="../ink/ink914.xml"/><Relationship Id="rId196" Type="http://schemas.openxmlformats.org/officeDocument/2006/relationships/image" Target="NULL"/><Relationship Id="rId200" Type="http://schemas.openxmlformats.org/officeDocument/2006/relationships/image" Target="NULL"/><Relationship Id="rId16" Type="http://schemas.openxmlformats.org/officeDocument/2006/relationships/customXml" Target="../ink/ink834.xml"/><Relationship Id="rId221" Type="http://schemas.openxmlformats.org/officeDocument/2006/relationships/customXml" Target="../ink/ink937.xml"/><Relationship Id="rId242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855.xm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customXml" Target="../ink/ink888.xml"/><Relationship Id="rId144" Type="http://schemas.openxmlformats.org/officeDocument/2006/relationships/image" Target="NULL"/><Relationship Id="rId90" Type="http://schemas.openxmlformats.org/officeDocument/2006/relationships/customXml" Target="../ink/ink871.xml"/><Relationship Id="rId165" Type="http://schemas.openxmlformats.org/officeDocument/2006/relationships/customXml" Target="../ink/ink909.xml"/><Relationship Id="rId186" Type="http://schemas.openxmlformats.org/officeDocument/2006/relationships/image" Target="NULL"/><Relationship Id="rId211" Type="http://schemas.openxmlformats.org/officeDocument/2006/relationships/customXml" Target="../ink/ink932.xml"/><Relationship Id="rId232" Type="http://schemas.openxmlformats.org/officeDocument/2006/relationships/image" Target="NULL"/><Relationship Id="rId253" Type="http://schemas.openxmlformats.org/officeDocument/2006/relationships/customXml" Target="../ink/ink953.xml"/><Relationship Id="rId27" Type="http://schemas.openxmlformats.org/officeDocument/2006/relationships/image" Target="NULL"/><Relationship Id="rId48" Type="http://schemas.openxmlformats.org/officeDocument/2006/relationships/customXml" Target="../ink/ink850.xml"/><Relationship Id="rId69" Type="http://schemas.openxmlformats.org/officeDocument/2006/relationships/image" Target="NULL"/><Relationship Id="rId113" Type="http://schemas.openxmlformats.org/officeDocument/2006/relationships/customXml" Target="../ink/ink883.xml"/><Relationship Id="rId134" Type="http://schemas.openxmlformats.org/officeDocument/2006/relationships/image" Target="NULL"/><Relationship Id="rId80" Type="http://schemas.openxmlformats.org/officeDocument/2006/relationships/customXml" Target="../ink/ink866.xml"/><Relationship Id="rId155" Type="http://schemas.openxmlformats.org/officeDocument/2006/relationships/customXml" Target="../ink/ink904.xml"/><Relationship Id="rId176" Type="http://schemas.openxmlformats.org/officeDocument/2006/relationships/image" Target="NULL"/><Relationship Id="rId197" Type="http://schemas.openxmlformats.org/officeDocument/2006/relationships/customXml" Target="../ink/ink925.xml"/><Relationship Id="rId201" Type="http://schemas.openxmlformats.org/officeDocument/2006/relationships/customXml" Target="../ink/ink927.xml"/><Relationship Id="rId222" Type="http://schemas.openxmlformats.org/officeDocument/2006/relationships/image" Target="NULL"/><Relationship Id="rId243" Type="http://schemas.openxmlformats.org/officeDocument/2006/relationships/customXml" Target="../ink/ink948.xml"/><Relationship Id="rId17" Type="http://schemas.openxmlformats.org/officeDocument/2006/relationships/image" Target="NULL"/><Relationship Id="rId38" Type="http://schemas.openxmlformats.org/officeDocument/2006/relationships/customXml" Target="../ink/ink845.xml"/><Relationship Id="rId59" Type="http://schemas.openxmlformats.org/officeDocument/2006/relationships/image" Target="NULL"/><Relationship Id="rId103" Type="http://schemas.openxmlformats.org/officeDocument/2006/relationships/customXml" Target="../ink/ink878.xml"/><Relationship Id="rId124" Type="http://schemas.openxmlformats.org/officeDocument/2006/relationships/image" Target="NULL"/><Relationship Id="rId70" Type="http://schemas.openxmlformats.org/officeDocument/2006/relationships/customXml" Target="../ink/ink861.xml"/><Relationship Id="rId91" Type="http://schemas.openxmlformats.org/officeDocument/2006/relationships/image" Target="NULL"/><Relationship Id="rId145" Type="http://schemas.openxmlformats.org/officeDocument/2006/relationships/customXml" Target="../ink/ink899.xml"/><Relationship Id="rId166" Type="http://schemas.openxmlformats.org/officeDocument/2006/relationships/image" Target="NULL"/><Relationship Id="rId187" Type="http://schemas.openxmlformats.org/officeDocument/2006/relationships/customXml" Target="../ink/ink920.xml"/><Relationship Id="rId1" Type="http://schemas.openxmlformats.org/officeDocument/2006/relationships/slideLayout" Target="../slideLayouts/slideLayout2.xml"/><Relationship Id="rId212" Type="http://schemas.openxmlformats.org/officeDocument/2006/relationships/image" Target="NULL"/><Relationship Id="rId233" Type="http://schemas.openxmlformats.org/officeDocument/2006/relationships/customXml" Target="../ink/ink943.xml"/><Relationship Id="rId254" Type="http://schemas.openxmlformats.org/officeDocument/2006/relationships/image" Target="NULL"/><Relationship Id="rId28" Type="http://schemas.openxmlformats.org/officeDocument/2006/relationships/customXml" Target="../ink/ink840.xml"/><Relationship Id="rId49" Type="http://schemas.openxmlformats.org/officeDocument/2006/relationships/image" Target="NULL"/><Relationship Id="rId114" Type="http://schemas.openxmlformats.org/officeDocument/2006/relationships/image" Target="NULL"/><Relationship Id="rId60" Type="http://schemas.openxmlformats.org/officeDocument/2006/relationships/customXml" Target="../ink/ink856.xml"/><Relationship Id="rId81" Type="http://schemas.openxmlformats.org/officeDocument/2006/relationships/image" Target="NULL"/><Relationship Id="rId135" Type="http://schemas.openxmlformats.org/officeDocument/2006/relationships/customXml" Target="../ink/ink894.xml"/><Relationship Id="rId156" Type="http://schemas.openxmlformats.org/officeDocument/2006/relationships/image" Target="NULL"/><Relationship Id="rId177" Type="http://schemas.openxmlformats.org/officeDocument/2006/relationships/customXml" Target="../ink/ink915.xml"/><Relationship Id="rId198" Type="http://schemas.openxmlformats.org/officeDocument/2006/relationships/image" Target="NULL"/><Relationship Id="rId202" Type="http://schemas.openxmlformats.org/officeDocument/2006/relationships/image" Target="NULL"/><Relationship Id="rId223" Type="http://schemas.openxmlformats.org/officeDocument/2006/relationships/customXml" Target="../ink/ink938.xml"/><Relationship Id="rId244" Type="http://schemas.openxmlformats.org/officeDocument/2006/relationships/image" Target="NULL"/><Relationship Id="rId18" Type="http://schemas.openxmlformats.org/officeDocument/2006/relationships/customXml" Target="../ink/ink835.xml"/><Relationship Id="rId39" Type="http://schemas.openxmlformats.org/officeDocument/2006/relationships/image" Target="NULL"/><Relationship Id="rId50" Type="http://schemas.openxmlformats.org/officeDocument/2006/relationships/customXml" Target="../ink/ink851.xml"/><Relationship Id="rId104" Type="http://schemas.openxmlformats.org/officeDocument/2006/relationships/image" Target="NULL"/><Relationship Id="rId125" Type="http://schemas.openxmlformats.org/officeDocument/2006/relationships/customXml" Target="../ink/ink889.xml"/><Relationship Id="rId146" Type="http://schemas.openxmlformats.org/officeDocument/2006/relationships/image" Target="NULL"/><Relationship Id="rId167" Type="http://schemas.openxmlformats.org/officeDocument/2006/relationships/customXml" Target="../ink/ink910.xml"/><Relationship Id="rId188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872.xml"/><Relationship Id="rId213" Type="http://schemas.openxmlformats.org/officeDocument/2006/relationships/customXml" Target="../ink/ink933.xml"/><Relationship Id="rId234" Type="http://schemas.openxmlformats.org/officeDocument/2006/relationships/image" Target="NULL"/><Relationship Id="rId2" Type="http://schemas.openxmlformats.org/officeDocument/2006/relationships/customXml" Target="../ink/ink827.xml"/><Relationship Id="rId29" Type="http://schemas.openxmlformats.org/officeDocument/2006/relationships/image" Target="NULL"/><Relationship Id="rId255" Type="http://schemas.openxmlformats.org/officeDocument/2006/relationships/customXml" Target="../ink/ink954.xml"/><Relationship Id="rId40" Type="http://schemas.openxmlformats.org/officeDocument/2006/relationships/customXml" Target="../ink/ink846.xml"/><Relationship Id="rId115" Type="http://schemas.openxmlformats.org/officeDocument/2006/relationships/customXml" Target="../ink/ink884.xml"/><Relationship Id="rId136" Type="http://schemas.openxmlformats.org/officeDocument/2006/relationships/image" Target="NULL"/><Relationship Id="rId157" Type="http://schemas.openxmlformats.org/officeDocument/2006/relationships/customXml" Target="../ink/ink905.xml"/><Relationship Id="rId178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867.xml"/><Relationship Id="rId199" Type="http://schemas.openxmlformats.org/officeDocument/2006/relationships/customXml" Target="../ink/ink926.xml"/><Relationship Id="rId203" Type="http://schemas.openxmlformats.org/officeDocument/2006/relationships/customXml" Target="../ink/ink928.xm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949.xml"/><Relationship Id="rId30" Type="http://schemas.openxmlformats.org/officeDocument/2006/relationships/customXml" Target="../ink/ink841.xml"/><Relationship Id="rId105" Type="http://schemas.openxmlformats.org/officeDocument/2006/relationships/customXml" Target="../ink/ink879.xml"/><Relationship Id="rId126" Type="http://schemas.openxmlformats.org/officeDocument/2006/relationships/image" Target="NULL"/><Relationship Id="rId147" Type="http://schemas.openxmlformats.org/officeDocument/2006/relationships/customXml" Target="../ink/ink900.xml"/><Relationship Id="rId16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862.xml"/><Relationship Id="rId93" Type="http://schemas.openxmlformats.org/officeDocument/2006/relationships/image" Target="NULL"/><Relationship Id="rId189" Type="http://schemas.openxmlformats.org/officeDocument/2006/relationships/customXml" Target="../ink/ink921.xm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944.xml"/><Relationship Id="rId256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customXml" Target="../ink/ink895.xml"/><Relationship Id="rId158" Type="http://schemas.openxmlformats.org/officeDocument/2006/relationships/image" Target="NULL"/><Relationship Id="rId20" Type="http://schemas.openxmlformats.org/officeDocument/2006/relationships/customXml" Target="../ink/ink836.xml"/><Relationship Id="rId41" Type="http://schemas.openxmlformats.org/officeDocument/2006/relationships/image" Target="NULL"/><Relationship Id="rId62" Type="http://schemas.openxmlformats.org/officeDocument/2006/relationships/customXml" Target="../ink/ink857.xml"/><Relationship Id="rId83" Type="http://schemas.openxmlformats.org/officeDocument/2006/relationships/image" Target="NULL"/><Relationship Id="rId179" Type="http://schemas.openxmlformats.org/officeDocument/2006/relationships/customXml" Target="../ink/ink916.xml"/><Relationship Id="rId190" Type="http://schemas.openxmlformats.org/officeDocument/2006/relationships/image" Target="NULL"/><Relationship Id="rId204" Type="http://schemas.openxmlformats.org/officeDocument/2006/relationships/image" Target="NULL"/><Relationship Id="rId225" Type="http://schemas.openxmlformats.org/officeDocument/2006/relationships/customXml" Target="../ink/ink939.xml"/><Relationship Id="rId246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customXml" Target="../ink/ink890.xml"/><Relationship Id="rId10" Type="http://schemas.openxmlformats.org/officeDocument/2006/relationships/customXml" Target="../ink/ink831.xml"/><Relationship Id="rId31" Type="http://schemas.openxmlformats.org/officeDocument/2006/relationships/image" Target="NULL"/><Relationship Id="rId52" Type="http://schemas.openxmlformats.org/officeDocument/2006/relationships/customXml" Target="../ink/ink852.xml"/><Relationship Id="rId73" Type="http://schemas.openxmlformats.org/officeDocument/2006/relationships/image" Target="NULL"/><Relationship Id="rId94" Type="http://schemas.openxmlformats.org/officeDocument/2006/relationships/customXml" Target="../ink/ink873.xml"/><Relationship Id="rId148" Type="http://schemas.openxmlformats.org/officeDocument/2006/relationships/image" Target="NULL"/><Relationship Id="rId169" Type="http://schemas.openxmlformats.org/officeDocument/2006/relationships/customXml" Target="../ink/ink911.xml"/><Relationship Id="rId4" Type="http://schemas.openxmlformats.org/officeDocument/2006/relationships/customXml" Target="../ink/ink828.xml"/><Relationship Id="rId180" Type="http://schemas.openxmlformats.org/officeDocument/2006/relationships/image" Target="NULL"/><Relationship Id="rId215" Type="http://schemas.openxmlformats.org/officeDocument/2006/relationships/customXml" Target="../ink/ink934.xml"/><Relationship Id="rId236" Type="http://schemas.openxmlformats.org/officeDocument/2006/relationships/image" Target="NULL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013.xml"/><Relationship Id="rId21" Type="http://schemas.openxmlformats.org/officeDocument/2006/relationships/image" Target="NULL"/><Relationship Id="rId324" Type="http://schemas.openxmlformats.org/officeDocument/2006/relationships/customXml" Target="../ink/ink1118.xml"/><Relationship Id="rId531" Type="http://schemas.openxmlformats.org/officeDocument/2006/relationships/customXml" Target="../ink/ink1222.xml"/><Relationship Id="rId170" Type="http://schemas.openxmlformats.org/officeDocument/2006/relationships/image" Target="NULL"/><Relationship Id="rId268" Type="http://schemas.openxmlformats.org/officeDocument/2006/relationships/image" Target="NULL"/><Relationship Id="rId475" Type="http://schemas.openxmlformats.org/officeDocument/2006/relationships/customXml" Target="../ink/ink1194.xml"/><Relationship Id="rId32" Type="http://schemas.openxmlformats.org/officeDocument/2006/relationships/customXml" Target="../ink/ink970.xml"/><Relationship Id="rId128" Type="http://schemas.openxmlformats.org/officeDocument/2006/relationships/image" Target="NULL"/><Relationship Id="rId335" Type="http://schemas.openxmlformats.org/officeDocument/2006/relationships/image" Target="NULL"/><Relationship Id="rId542" Type="http://schemas.openxmlformats.org/officeDocument/2006/relationships/customXml" Target="../ink/ink1228.xml"/><Relationship Id="rId181" Type="http://schemas.openxmlformats.org/officeDocument/2006/relationships/image" Target="NULL"/><Relationship Id="rId402" Type="http://schemas.openxmlformats.org/officeDocument/2006/relationships/image" Target="NULL"/><Relationship Id="rId279" Type="http://schemas.openxmlformats.org/officeDocument/2006/relationships/customXml" Target="../ink/ink1095.xm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customXml" Target="../ink/ink1024.xml"/><Relationship Id="rId346" Type="http://schemas.openxmlformats.org/officeDocument/2006/relationships/image" Target="NULL"/><Relationship Id="rId553" Type="http://schemas.openxmlformats.org/officeDocument/2006/relationships/image" Target="NULL"/><Relationship Id="rId192" Type="http://schemas.openxmlformats.org/officeDocument/2006/relationships/customXml" Target="../ink/ink1051.xml"/><Relationship Id="rId206" Type="http://schemas.openxmlformats.org/officeDocument/2006/relationships/customXml" Target="../ink/ink1058.xml"/><Relationship Id="rId413" Type="http://schemas.openxmlformats.org/officeDocument/2006/relationships/customXml" Target="../ink/ink1163.xml"/><Relationship Id="rId497" Type="http://schemas.openxmlformats.org/officeDocument/2006/relationships/customXml" Target="../ink/ink1205.xml"/><Relationship Id="rId357" Type="http://schemas.openxmlformats.org/officeDocument/2006/relationships/customXml" Target="../ink/ink1135.xml"/><Relationship Id="rId54" Type="http://schemas.openxmlformats.org/officeDocument/2006/relationships/customXml" Target="../ink/ink981.xml"/><Relationship Id="rId217" Type="http://schemas.openxmlformats.org/officeDocument/2006/relationships/customXml" Target="../ink/ink1064.xml"/><Relationship Id="rId564" Type="http://schemas.openxmlformats.org/officeDocument/2006/relationships/customXml" Target="../ink/ink1239.xml"/><Relationship Id="rId424" Type="http://schemas.openxmlformats.org/officeDocument/2006/relationships/image" Target="NULL"/><Relationship Id="rId270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image" Target="NULL"/><Relationship Id="rId575" Type="http://schemas.openxmlformats.org/officeDocument/2006/relationships/customXml" Target="../ink/ink1245.xml"/><Relationship Id="rId228" Type="http://schemas.openxmlformats.org/officeDocument/2006/relationships/image" Target="NULL"/><Relationship Id="rId435" Type="http://schemas.openxmlformats.org/officeDocument/2006/relationships/customXml" Target="../ink/ink1174.xml"/><Relationship Id="rId281" Type="http://schemas.openxmlformats.org/officeDocument/2006/relationships/customXml" Target="../ink/ink1096.xml"/><Relationship Id="rId502" Type="http://schemas.openxmlformats.org/officeDocument/2006/relationships/image" Target="NULL"/><Relationship Id="rId76" Type="http://schemas.openxmlformats.org/officeDocument/2006/relationships/image" Target="NULL"/><Relationship Id="rId141" Type="http://schemas.openxmlformats.org/officeDocument/2006/relationships/customXml" Target="../ink/ink1025.xml"/><Relationship Id="rId379" Type="http://schemas.openxmlformats.org/officeDocument/2006/relationships/customXml" Target="../ink/ink1146.xml"/><Relationship Id="rId586" Type="http://schemas.openxmlformats.org/officeDocument/2006/relationships/image" Target="NULL"/><Relationship Id="rId7" Type="http://schemas.openxmlformats.org/officeDocument/2006/relationships/image" Target="NULL"/><Relationship Id="rId239" Type="http://schemas.openxmlformats.org/officeDocument/2006/relationships/customXml" Target="../ink/ink1075.xml"/><Relationship Id="rId446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image" Target="NULL"/><Relationship Id="rId87" Type="http://schemas.openxmlformats.org/officeDocument/2006/relationships/customXml" Target="../ink/ink998.xml"/><Relationship Id="rId513" Type="http://schemas.openxmlformats.org/officeDocument/2006/relationships/customXml" Target="../ink/ink1213.xml"/><Relationship Id="rId597" Type="http://schemas.openxmlformats.org/officeDocument/2006/relationships/customXml" Target="../ink/ink1256.xml"/><Relationship Id="rId152" Type="http://schemas.openxmlformats.org/officeDocument/2006/relationships/image" Target="NULL"/><Relationship Id="rId457" Type="http://schemas.openxmlformats.org/officeDocument/2006/relationships/customXml" Target="../ink/ink1185.xml"/><Relationship Id="rId14" Type="http://schemas.openxmlformats.org/officeDocument/2006/relationships/customXml" Target="../ink/ink961.xml"/><Relationship Id="rId317" Type="http://schemas.openxmlformats.org/officeDocument/2006/relationships/image" Target="NULL"/><Relationship Id="rId524" Type="http://schemas.openxmlformats.org/officeDocument/2006/relationships/image" Target="NULL"/><Relationship Id="rId98" Type="http://schemas.openxmlformats.org/officeDocument/2006/relationships/image" Target="NULL"/><Relationship Id="rId163" Type="http://schemas.openxmlformats.org/officeDocument/2006/relationships/customXml" Target="../ink/ink1036.xml"/><Relationship Id="rId370" Type="http://schemas.openxmlformats.org/officeDocument/2006/relationships/image" Target="NULL"/><Relationship Id="rId230" Type="http://schemas.openxmlformats.org/officeDocument/2006/relationships/image" Target="NULL"/><Relationship Id="rId468" Type="http://schemas.openxmlformats.org/officeDocument/2006/relationships/image" Target="NULL"/><Relationship Id="rId25" Type="http://schemas.openxmlformats.org/officeDocument/2006/relationships/image" Target="NULL"/><Relationship Id="rId328" Type="http://schemas.openxmlformats.org/officeDocument/2006/relationships/customXml" Target="../ink/ink1120.xml"/><Relationship Id="rId535" Type="http://schemas.openxmlformats.org/officeDocument/2006/relationships/customXml" Target="../ink/ink1224.xml"/><Relationship Id="rId132" Type="http://schemas.openxmlformats.org/officeDocument/2006/relationships/image" Target="NULL"/><Relationship Id="rId174" Type="http://schemas.openxmlformats.org/officeDocument/2006/relationships/image" Target="NULL"/><Relationship Id="rId381" Type="http://schemas.openxmlformats.org/officeDocument/2006/relationships/customXml" Target="../ink/ink1147.xml"/><Relationship Id="rId602" Type="http://schemas.openxmlformats.org/officeDocument/2006/relationships/image" Target="NULL"/><Relationship Id="rId241" Type="http://schemas.openxmlformats.org/officeDocument/2006/relationships/customXml" Target="../ink/ink1076.xml"/><Relationship Id="rId437" Type="http://schemas.openxmlformats.org/officeDocument/2006/relationships/customXml" Target="../ink/ink1175.xml"/><Relationship Id="rId479" Type="http://schemas.openxmlformats.org/officeDocument/2006/relationships/customXml" Target="../ink/ink1196.xml"/><Relationship Id="rId36" Type="http://schemas.openxmlformats.org/officeDocument/2006/relationships/customXml" Target="../ink/ink972.xml"/><Relationship Id="rId283" Type="http://schemas.openxmlformats.org/officeDocument/2006/relationships/customXml" Target="../ink/ink1097.xml"/><Relationship Id="rId339" Type="http://schemas.openxmlformats.org/officeDocument/2006/relationships/image" Target="NULL"/><Relationship Id="rId490" Type="http://schemas.openxmlformats.org/officeDocument/2006/relationships/image" Target="NULL"/><Relationship Id="rId504" Type="http://schemas.openxmlformats.org/officeDocument/2006/relationships/image" Target="NULL"/><Relationship Id="rId546" Type="http://schemas.openxmlformats.org/officeDocument/2006/relationships/customXml" Target="../ink/ink1230.xml"/><Relationship Id="rId78" Type="http://schemas.openxmlformats.org/officeDocument/2006/relationships/image" Target="NULL"/><Relationship Id="rId101" Type="http://schemas.openxmlformats.org/officeDocument/2006/relationships/customXml" Target="../ink/ink1005.xml"/><Relationship Id="rId143" Type="http://schemas.openxmlformats.org/officeDocument/2006/relationships/customXml" Target="../ink/ink1026.xml"/><Relationship Id="rId185" Type="http://schemas.openxmlformats.org/officeDocument/2006/relationships/image" Target="NULL"/><Relationship Id="rId350" Type="http://schemas.openxmlformats.org/officeDocument/2006/relationships/image" Target="NULL"/><Relationship Id="rId406" Type="http://schemas.openxmlformats.org/officeDocument/2006/relationships/image" Target="NULL"/><Relationship Id="rId588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1060.xml"/><Relationship Id="rId392" Type="http://schemas.openxmlformats.org/officeDocument/2006/relationships/image" Target="NULL"/><Relationship Id="rId448" Type="http://schemas.openxmlformats.org/officeDocument/2006/relationships/image" Target="NULL"/><Relationship Id="rId613" Type="http://schemas.openxmlformats.org/officeDocument/2006/relationships/customXml" Target="../ink/ink1264.xml"/><Relationship Id="rId252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image" Target="NULL"/><Relationship Id="rId515" Type="http://schemas.openxmlformats.org/officeDocument/2006/relationships/customXml" Target="../ink/ink1214.xml"/><Relationship Id="rId47" Type="http://schemas.openxmlformats.org/officeDocument/2006/relationships/image" Target="NULL"/><Relationship Id="rId89" Type="http://schemas.openxmlformats.org/officeDocument/2006/relationships/customXml" Target="../ink/ink999.xml"/><Relationship Id="rId112" Type="http://schemas.openxmlformats.org/officeDocument/2006/relationships/image" Target="NULL"/><Relationship Id="rId154" Type="http://schemas.openxmlformats.org/officeDocument/2006/relationships/image" Target="NULL"/><Relationship Id="rId361" Type="http://schemas.openxmlformats.org/officeDocument/2006/relationships/customXml" Target="../ink/ink1137.xml"/><Relationship Id="rId557" Type="http://schemas.openxmlformats.org/officeDocument/2006/relationships/image" Target="NULL"/><Relationship Id="rId599" Type="http://schemas.openxmlformats.org/officeDocument/2006/relationships/customXml" Target="../ink/ink1257.xml"/><Relationship Id="rId196" Type="http://schemas.openxmlformats.org/officeDocument/2006/relationships/customXml" Target="../ink/ink1053.xml"/><Relationship Id="rId417" Type="http://schemas.openxmlformats.org/officeDocument/2006/relationships/customXml" Target="../ink/ink1165.xml"/><Relationship Id="rId459" Type="http://schemas.openxmlformats.org/officeDocument/2006/relationships/customXml" Target="../ink/ink1186.xml"/><Relationship Id="rId16" Type="http://schemas.openxmlformats.org/officeDocument/2006/relationships/customXml" Target="../ink/ink962.xml"/><Relationship Id="rId221" Type="http://schemas.openxmlformats.org/officeDocument/2006/relationships/customXml" Target="../ink/ink1066.xml"/><Relationship Id="rId263" Type="http://schemas.openxmlformats.org/officeDocument/2006/relationships/customXml" Target="../ink/ink1087.xml"/><Relationship Id="rId319" Type="http://schemas.openxmlformats.org/officeDocument/2006/relationships/image" Target="NULL"/><Relationship Id="rId470" Type="http://schemas.openxmlformats.org/officeDocument/2006/relationships/image" Target="NULL"/><Relationship Id="rId526" Type="http://schemas.openxmlformats.org/officeDocument/2006/relationships/image" Target="NULL"/><Relationship Id="rId58" Type="http://schemas.openxmlformats.org/officeDocument/2006/relationships/customXml" Target="../ink/ink983.xml"/><Relationship Id="rId123" Type="http://schemas.openxmlformats.org/officeDocument/2006/relationships/customXml" Target="../ink/ink1016.xml"/><Relationship Id="rId330" Type="http://schemas.openxmlformats.org/officeDocument/2006/relationships/customXml" Target="../ink/ink1121.xml"/><Relationship Id="rId568" Type="http://schemas.openxmlformats.org/officeDocument/2006/relationships/customXml" Target="../ink/ink1241.xml"/><Relationship Id="rId165" Type="http://schemas.openxmlformats.org/officeDocument/2006/relationships/customXml" Target="../ink/ink1037.xml"/><Relationship Id="rId372" Type="http://schemas.openxmlformats.org/officeDocument/2006/relationships/image" Target="NULL"/><Relationship Id="rId428" Type="http://schemas.openxmlformats.org/officeDocument/2006/relationships/image" Target="NULL"/><Relationship Id="rId232" Type="http://schemas.openxmlformats.org/officeDocument/2006/relationships/image" Target="NULL"/><Relationship Id="rId274" Type="http://schemas.openxmlformats.org/officeDocument/2006/relationships/image" Target="NULL"/><Relationship Id="rId481" Type="http://schemas.openxmlformats.org/officeDocument/2006/relationships/customXml" Target="../ink/ink1197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537" Type="http://schemas.openxmlformats.org/officeDocument/2006/relationships/customXml" Target="../ink/ink1225.xml"/><Relationship Id="rId579" Type="http://schemas.openxmlformats.org/officeDocument/2006/relationships/customXml" Target="../ink/ink1247.xml"/><Relationship Id="rId80" Type="http://schemas.openxmlformats.org/officeDocument/2006/relationships/image" Target="NULL"/><Relationship Id="rId176" Type="http://schemas.openxmlformats.org/officeDocument/2006/relationships/image" Target="NULL"/><Relationship Id="rId341" Type="http://schemas.openxmlformats.org/officeDocument/2006/relationships/image" Target="NULL"/><Relationship Id="rId383" Type="http://schemas.openxmlformats.org/officeDocument/2006/relationships/customXml" Target="../ink/ink1148.xml"/><Relationship Id="rId439" Type="http://schemas.openxmlformats.org/officeDocument/2006/relationships/customXml" Target="../ink/ink1176.xml"/><Relationship Id="rId590" Type="http://schemas.openxmlformats.org/officeDocument/2006/relationships/image" Target="NULL"/><Relationship Id="rId604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customXml" Target="../ink/ink1077.xml"/><Relationship Id="rId285" Type="http://schemas.openxmlformats.org/officeDocument/2006/relationships/customXml" Target="../ink/ink1098.xml"/><Relationship Id="rId450" Type="http://schemas.openxmlformats.org/officeDocument/2006/relationships/image" Target="NULL"/><Relationship Id="rId506" Type="http://schemas.openxmlformats.org/officeDocument/2006/relationships/image" Target="NULL"/><Relationship Id="rId38" Type="http://schemas.openxmlformats.org/officeDocument/2006/relationships/customXml" Target="../ink/ink973.xml"/><Relationship Id="rId103" Type="http://schemas.openxmlformats.org/officeDocument/2006/relationships/customXml" Target="../ink/ink1006.xml"/><Relationship Id="rId310" Type="http://schemas.openxmlformats.org/officeDocument/2006/relationships/image" Target="NULL"/><Relationship Id="rId492" Type="http://schemas.openxmlformats.org/officeDocument/2006/relationships/image" Target="NULL"/><Relationship Id="rId548" Type="http://schemas.openxmlformats.org/officeDocument/2006/relationships/customXml" Target="../ink/ink1231.xml"/><Relationship Id="rId91" Type="http://schemas.openxmlformats.org/officeDocument/2006/relationships/customXml" Target="../ink/ink1000.xml"/><Relationship Id="rId145" Type="http://schemas.openxmlformats.org/officeDocument/2006/relationships/customXml" Target="../ink/ink1027.xml"/><Relationship Id="rId187" Type="http://schemas.openxmlformats.org/officeDocument/2006/relationships/image" Target="NUL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615" Type="http://schemas.openxmlformats.org/officeDocument/2006/relationships/customXml" Target="../ink/ink1265.xml"/><Relationship Id="rId212" Type="http://schemas.openxmlformats.org/officeDocument/2006/relationships/customXml" Target="../ink/ink1061.xm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296" Type="http://schemas.openxmlformats.org/officeDocument/2006/relationships/image" Target="NULL"/><Relationship Id="rId461" Type="http://schemas.openxmlformats.org/officeDocument/2006/relationships/customXml" Target="../ink/ink1187.xml"/><Relationship Id="rId517" Type="http://schemas.openxmlformats.org/officeDocument/2006/relationships/customXml" Target="../ink/ink1215.xml"/><Relationship Id="rId559" Type="http://schemas.openxmlformats.org/officeDocument/2006/relationships/image" Target="NULL"/><Relationship Id="rId60" Type="http://schemas.openxmlformats.org/officeDocument/2006/relationships/customXml" Target="../ink/ink984.xml"/><Relationship Id="rId156" Type="http://schemas.openxmlformats.org/officeDocument/2006/relationships/image" Target="NULL"/><Relationship Id="rId198" Type="http://schemas.openxmlformats.org/officeDocument/2006/relationships/customXml" Target="../ink/ink1054.xml"/><Relationship Id="rId321" Type="http://schemas.openxmlformats.org/officeDocument/2006/relationships/image" Target="NULL"/><Relationship Id="rId363" Type="http://schemas.openxmlformats.org/officeDocument/2006/relationships/customXml" Target="../ink/ink1138.xml"/><Relationship Id="rId419" Type="http://schemas.openxmlformats.org/officeDocument/2006/relationships/customXml" Target="../ink/ink1166.xml"/><Relationship Id="rId570" Type="http://schemas.openxmlformats.org/officeDocument/2006/relationships/image" Target="NULL"/><Relationship Id="rId223" Type="http://schemas.openxmlformats.org/officeDocument/2006/relationships/customXml" Target="../ink/ink1067.xml"/><Relationship Id="rId430" Type="http://schemas.openxmlformats.org/officeDocument/2006/relationships/image" Target="NULL"/><Relationship Id="rId18" Type="http://schemas.openxmlformats.org/officeDocument/2006/relationships/customXml" Target="../ink/ink963.xml"/><Relationship Id="rId265" Type="http://schemas.openxmlformats.org/officeDocument/2006/relationships/customXml" Target="../ink/ink1088.xml"/><Relationship Id="rId472" Type="http://schemas.openxmlformats.org/officeDocument/2006/relationships/image" Target="NULL"/><Relationship Id="rId528" Type="http://schemas.openxmlformats.org/officeDocument/2006/relationships/image" Target="NULL"/><Relationship Id="rId125" Type="http://schemas.openxmlformats.org/officeDocument/2006/relationships/customXml" Target="../ink/ink1017.xml"/><Relationship Id="rId167" Type="http://schemas.openxmlformats.org/officeDocument/2006/relationships/customXml" Target="../ink/ink1038.xml"/><Relationship Id="rId332" Type="http://schemas.openxmlformats.org/officeDocument/2006/relationships/customXml" Target="../ink/ink1122.xml"/><Relationship Id="rId374" Type="http://schemas.openxmlformats.org/officeDocument/2006/relationships/image" Target="NULL"/><Relationship Id="rId581" Type="http://schemas.openxmlformats.org/officeDocument/2006/relationships/customXml" Target="../ink/ink1248.xml"/><Relationship Id="rId71" Type="http://schemas.openxmlformats.org/officeDocument/2006/relationships/image" Target="NULL"/><Relationship Id="rId234" Type="http://schemas.openxmlformats.org/officeDocument/2006/relationships/image" Target="NULL"/><Relationship Id="rId2" Type="http://schemas.openxmlformats.org/officeDocument/2006/relationships/customXml" Target="../ink/ink955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customXml" Target="../ink/ink1177.xml"/><Relationship Id="rId483" Type="http://schemas.openxmlformats.org/officeDocument/2006/relationships/customXml" Target="../ink/ink1198.xml"/><Relationship Id="rId539" Type="http://schemas.openxmlformats.org/officeDocument/2006/relationships/customXml" Target="../ink/ink1226.xml"/><Relationship Id="rId40" Type="http://schemas.openxmlformats.org/officeDocument/2006/relationships/customXml" Target="../ink/ink974.xml"/><Relationship Id="rId136" Type="http://schemas.openxmlformats.org/officeDocument/2006/relationships/image" Target="NULL"/><Relationship Id="rId178" Type="http://schemas.openxmlformats.org/officeDocument/2006/relationships/image" Target="NULL"/><Relationship Id="rId301" Type="http://schemas.openxmlformats.org/officeDocument/2006/relationships/customXml" Target="../ink/ink1106.xml"/><Relationship Id="rId343" Type="http://schemas.openxmlformats.org/officeDocument/2006/relationships/customXml" Target="../ink/ink1128.xml"/><Relationship Id="rId550" Type="http://schemas.openxmlformats.org/officeDocument/2006/relationships/customXml" Target="../ink/ink1232.xml"/><Relationship Id="rId82" Type="http://schemas.openxmlformats.org/officeDocument/2006/relationships/image" Target="NULL"/><Relationship Id="rId203" Type="http://schemas.openxmlformats.org/officeDocument/2006/relationships/image" Target="NULL"/><Relationship Id="rId385" Type="http://schemas.openxmlformats.org/officeDocument/2006/relationships/customXml" Target="../ink/ink1149.xml"/><Relationship Id="rId592" Type="http://schemas.openxmlformats.org/officeDocument/2006/relationships/image" Target="NULL"/><Relationship Id="rId606" Type="http://schemas.openxmlformats.org/officeDocument/2006/relationships/image" Target="NULL"/><Relationship Id="rId245" Type="http://schemas.openxmlformats.org/officeDocument/2006/relationships/customXml" Target="../ink/ink1078.xml"/><Relationship Id="rId287" Type="http://schemas.openxmlformats.org/officeDocument/2006/relationships/customXml" Target="../ink/ink1099.xml"/><Relationship Id="rId410" Type="http://schemas.openxmlformats.org/officeDocument/2006/relationships/image" Target="NUL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customXml" Target="../ink/ink1007.xml"/><Relationship Id="rId147" Type="http://schemas.openxmlformats.org/officeDocument/2006/relationships/customXml" Target="../ink/ink1028.xml"/><Relationship Id="rId312" Type="http://schemas.openxmlformats.org/officeDocument/2006/relationships/customXml" Target="../ink/ink1112.xm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customXml" Target="../ink/ink1001.xml"/><Relationship Id="rId189" Type="http://schemas.openxmlformats.org/officeDocument/2006/relationships/image" Target="NULL"/><Relationship Id="rId396" Type="http://schemas.openxmlformats.org/officeDocument/2006/relationships/image" Target="NULL"/><Relationship Id="rId561" Type="http://schemas.openxmlformats.org/officeDocument/2006/relationships/image" Target="NULL"/><Relationship Id="rId617" Type="http://schemas.openxmlformats.org/officeDocument/2006/relationships/customXml" Target="../ink/ink1266.xml"/><Relationship Id="rId214" Type="http://schemas.openxmlformats.org/officeDocument/2006/relationships/customXml" Target="../ink/ink1062.xml"/><Relationship Id="rId256" Type="http://schemas.openxmlformats.org/officeDocument/2006/relationships/image" Target="NULL"/><Relationship Id="rId298" Type="http://schemas.openxmlformats.org/officeDocument/2006/relationships/image" Target="NULL"/><Relationship Id="rId421" Type="http://schemas.openxmlformats.org/officeDocument/2006/relationships/customXml" Target="../ink/ink1167.xml"/><Relationship Id="rId463" Type="http://schemas.openxmlformats.org/officeDocument/2006/relationships/customXml" Target="../ink/ink1188.xml"/><Relationship Id="rId519" Type="http://schemas.openxmlformats.org/officeDocument/2006/relationships/customXml" Target="../ink/ink1216.xml"/><Relationship Id="rId116" Type="http://schemas.openxmlformats.org/officeDocument/2006/relationships/image" Target="NULL"/><Relationship Id="rId158" Type="http://schemas.openxmlformats.org/officeDocument/2006/relationships/image" Target="NULL"/><Relationship Id="rId323" Type="http://schemas.openxmlformats.org/officeDocument/2006/relationships/image" Target="NULL"/><Relationship Id="rId530" Type="http://schemas.openxmlformats.org/officeDocument/2006/relationships/image" Target="NULL"/><Relationship Id="rId20" Type="http://schemas.openxmlformats.org/officeDocument/2006/relationships/customXml" Target="../ink/ink964.xml"/><Relationship Id="rId62" Type="http://schemas.openxmlformats.org/officeDocument/2006/relationships/customXml" Target="../ink/ink985.xml"/><Relationship Id="rId365" Type="http://schemas.openxmlformats.org/officeDocument/2006/relationships/customXml" Target="../ink/ink1139.xml"/><Relationship Id="rId572" Type="http://schemas.openxmlformats.org/officeDocument/2006/relationships/image" Target="NULL"/><Relationship Id="rId225" Type="http://schemas.openxmlformats.org/officeDocument/2006/relationships/customXml" Target="../ink/ink1068.xml"/><Relationship Id="rId267" Type="http://schemas.openxmlformats.org/officeDocument/2006/relationships/customXml" Target="../ink/ink1089.xml"/><Relationship Id="rId432" Type="http://schemas.openxmlformats.org/officeDocument/2006/relationships/image" Target="NULL"/><Relationship Id="rId474" Type="http://schemas.openxmlformats.org/officeDocument/2006/relationships/image" Target="NULL"/><Relationship Id="rId127" Type="http://schemas.openxmlformats.org/officeDocument/2006/relationships/customXml" Target="../ink/ink1018.xml"/><Relationship Id="rId31" Type="http://schemas.openxmlformats.org/officeDocument/2006/relationships/image" Target="NULL"/><Relationship Id="rId73" Type="http://schemas.openxmlformats.org/officeDocument/2006/relationships/customXml" Target="../ink/ink991.xml"/><Relationship Id="rId169" Type="http://schemas.openxmlformats.org/officeDocument/2006/relationships/customXml" Target="../ink/ink1039.xml"/><Relationship Id="rId334" Type="http://schemas.openxmlformats.org/officeDocument/2006/relationships/customXml" Target="../ink/ink1123.xml"/><Relationship Id="rId376" Type="http://schemas.openxmlformats.org/officeDocument/2006/relationships/image" Target="NULL"/><Relationship Id="rId541" Type="http://schemas.openxmlformats.org/officeDocument/2006/relationships/image" Target="NULL"/><Relationship Id="rId583" Type="http://schemas.openxmlformats.org/officeDocument/2006/relationships/customXml" Target="../ink/ink1249.xml"/><Relationship Id="rId4" Type="http://schemas.openxmlformats.org/officeDocument/2006/relationships/customXml" Target="../ink/ink956.xml"/><Relationship Id="rId180" Type="http://schemas.openxmlformats.org/officeDocument/2006/relationships/customXml" Target="../ink/ink1045.xml"/><Relationship Id="rId236" Type="http://schemas.openxmlformats.org/officeDocument/2006/relationships/image" Target="NULL"/><Relationship Id="rId278" Type="http://schemas.openxmlformats.org/officeDocument/2006/relationships/image" Target="NULL"/><Relationship Id="rId401" Type="http://schemas.openxmlformats.org/officeDocument/2006/relationships/customXml" Target="../ink/ink1157.xml"/><Relationship Id="rId443" Type="http://schemas.openxmlformats.org/officeDocument/2006/relationships/customXml" Target="../ink/ink1178.xml"/><Relationship Id="rId303" Type="http://schemas.openxmlformats.org/officeDocument/2006/relationships/customXml" Target="../ink/ink1107.xml"/><Relationship Id="rId485" Type="http://schemas.openxmlformats.org/officeDocument/2006/relationships/customXml" Target="../ink/ink1199.xml"/><Relationship Id="rId42" Type="http://schemas.openxmlformats.org/officeDocument/2006/relationships/customXml" Target="../ink/ink975.xml"/><Relationship Id="rId84" Type="http://schemas.openxmlformats.org/officeDocument/2006/relationships/image" Target="NULL"/><Relationship Id="rId138" Type="http://schemas.openxmlformats.org/officeDocument/2006/relationships/image" Target="NULL"/><Relationship Id="rId345" Type="http://schemas.openxmlformats.org/officeDocument/2006/relationships/customXml" Target="../ink/ink1129.xml"/><Relationship Id="rId387" Type="http://schemas.openxmlformats.org/officeDocument/2006/relationships/customXml" Target="../ink/ink1150.xml"/><Relationship Id="rId510" Type="http://schemas.openxmlformats.org/officeDocument/2006/relationships/image" Target="NULL"/><Relationship Id="rId552" Type="http://schemas.openxmlformats.org/officeDocument/2006/relationships/customXml" Target="../ink/ink1233.xml"/><Relationship Id="rId594" Type="http://schemas.openxmlformats.org/officeDocument/2006/relationships/image" Target="NULL"/><Relationship Id="rId608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customXml" Target="../ink/ink1079.xml"/><Relationship Id="rId412" Type="http://schemas.openxmlformats.org/officeDocument/2006/relationships/image" Target="NULL"/><Relationship Id="rId107" Type="http://schemas.openxmlformats.org/officeDocument/2006/relationships/customXml" Target="../ink/ink1008.xml"/><Relationship Id="rId289" Type="http://schemas.openxmlformats.org/officeDocument/2006/relationships/customXml" Target="../ink/ink1100.xml"/><Relationship Id="rId454" Type="http://schemas.openxmlformats.org/officeDocument/2006/relationships/image" Target="NUL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1029.xml"/><Relationship Id="rId314" Type="http://schemas.openxmlformats.org/officeDocument/2006/relationships/customXml" Target="../ink/ink1113.xml"/><Relationship Id="rId356" Type="http://schemas.openxmlformats.org/officeDocument/2006/relationships/image" Target="NULL"/><Relationship Id="rId398" Type="http://schemas.openxmlformats.org/officeDocument/2006/relationships/image" Target="NULL"/><Relationship Id="rId521" Type="http://schemas.openxmlformats.org/officeDocument/2006/relationships/customXml" Target="../ink/ink1217.xml"/><Relationship Id="rId563" Type="http://schemas.openxmlformats.org/officeDocument/2006/relationships/image" Target="NULL"/><Relationship Id="rId95" Type="http://schemas.openxmlformats.org/officeDocument/2006/relationships/customXml" Target="../ink/ink1002.xml"/><Relationship Id="rId160" Type="http://schemas.openxmlformats.org/officeDocument/2006/relationships/image" Target="NULL"/><Relationship Id="rId216" Type="http://schemas.openxmlformats.org/officeDocument/2006/relationships/image" Target="NULL"/><Relationship Id="rId423" Type="http://schemas.openxmlformats.org/officeDocument/2006/relationships/customXml" Target="../ink/ink1168.xml"/><Relationship Id="rId258" Type="http://schemas.openxmlformats.org/officeDocument/2006/relationships/image" Target="NULL"/><Relationship Id="rId465" Type="http://schemas.openxmlformats.org/officeDocument/2006/relationships/customXml" Target="../ink/ink1189.xml"/><Relationship Id="rId22" Type="http://schemas.openxmlformats.org/officeDocument/2006/relationships/customXml" Target="../ink/ink965.xml"/><Relationship Id="rId64" Type="http://schemas.openxmlformats.org/officeDocument/2006/relationships/customXml" Target="../ink/ink986.xml"/><Relationship Id="rId118" Type="http://schemas.openxmlformats.org/officeDocument/2006/relationships/image" Target="NULL"/><Relationship Id="rId325" Type="http://schemas.openxmlformats.org/officeDocument/2006/relationships/image" Target="NULL"/><Relationship Id="rId367" Type="http://schemas.openxmlformats.org/officeDocument/2006/relationships/customXml" Target="../ink/ink1140.xml"/><Relationship Id="rId532" Type="http://schemas.openxmlformats.org/officeDocument/2006/relationships/image" Target="NULL"/><Relationship Id="rId574" Type="http://schemas.openxmlformats.org/officeDocument/2006/relationships/image" Target="NULL"/><Relationship Id="rId171" Type="http://schemas.openxmlformats.org/officeDocument/2006/relationships/customXml" Target="../ink/ink1040.xml"/><Relationship Id="rId227" Type="http://schemas.openxmlformats.org/officeDocument/2006/relationships/customXml" Target="../ink/ink1069.xml"/><Relationship Id="rId269" Type="http://schemas.openxmlformats.org/officeDocument/2006/relationships/customXml" Target="../ink/ink1090.xml"/><Relationship Id="rId434" Type="http://schemas.openxmlformats.org/officeDocument/2006/relationships/image" Target="NULL"/><Relationship Id="rId476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customXml" Target="../ink/ink1019.xml"/><Relationship Id="rId280" Type="http://schemas.openxmlformats.org/officeDocument/2006/relationships/image" Target="NULL"/><Relationship Id="rId336" Type="http://schemas.openxmlformats.org/officeDocument/2006/relationships/customXml" Target="../ink/ink1124.xml"/><Relationship Id="rId501" Type="http://schemas.openxmlformats.org/officeDocument/2006/relationships/customXml" Target="../ink/ink1207.xml"/><Relationship Id="rId543" Type="http://schemas.openxmlformats.org/officeDocument/2006/relationships/image" Target="NULL"/><Relationship Id="rId75" Type="http://schemas.openxmlformats.org/officeDocument/2006/relationships/customXml" Target="../ink/ink992.xml"/><Relationship Id="rId140" Type="http://schemas.openxmlformats.org/officeDocument/2006/relationships/image" Target="NULL"/><Relationship Id="rId182" Type="http://schemas.openxmlformats.org/officeDocument/2006/relationships/customXml" Target="../ink/ink1046.xml"/><Relationship Id="rId378" Type="http://schemas.openxmlformats.org/officeDocument/2006/relationships/image" Target="NULL"/><Relationship Id="rId403" Type="http://schemas.openxmlformats.org/officeDocument/2006/relationships/customXml" Target="../ink/ink1158.xml"/><Relationship Id="rId585" Type="http://schemas.openxmlformats.org/officeDocument/2006/relationships/customXml" Target="../ink/ink1250.xml"/><Relationship Id="rId6" Type="http://schemas.openxmlformats.org/officeDocument/2006/relationships/customXml" Target="../ink/ink957.xml"/><Relationship Id="rId238" Type="http://schemas.openxmlformats.org/officeDocument/2006/relationships/image" Target="NULL"/><Relationship Id="rId445" Type="http://schemas.openxmlformats.org/officeDocument/2006/relationships/customXml" Target="../ink/ink1179.xml"/><Relationship Id="rId487" Type="http://schemas.openxmlformats.org/officeDocument/2006/relationships/customXml" Target="../ink/ink1200.xml"/><Relationship Id="rId610" Type="http://schemas.openxmlformats.org/officeDocument/2006/relationships/image" Target="NULL"/><Relationship Id="rId291" Type="http://schemas.openxmlformats.org/officeDocument/2006/relationships/customXml" Target="../ink/ink1101.xml"/><Relationship Id="rId305" Type="http://schemas.openxmlformats.org/officeDocument/2006/relationships/customXml" Target="../ink/ink1108.xml"/><Relationship Id="rId347" Type="http://schemas.openxmlformats.org/officeDocument/2006/relationships/customXml" Target="../ink/ink1130.xml"/><Relationship Id="rId512" Type="http://schemas.openxmlformats.org/officeDocument/2006/relationships/image" Target="NULL"/><Relationship Id="rId44" Type="http://schemas.openxmlformats.org/officeDocument/2006/relationships/customXml" Target="../ink/ink976.xml"/><Relationship Id="rId86" Type="http://schemas.openxmlformats.org/officeDocument/2006/relationships/image" Target="NULL"/><Relationship Id="rId151" Type="http://schemas.openxmlformats.org/officeDocument/2006/relationships/customXml" Target="../ink/ink1030.xml"/><Relationship Id="rId389" Type="http://schemas.openxmlformats.org/officeDocument/2006/relationships/customXml" Target="../ink/ink1151.xml"/><Relationship Id="rId554" Type="http://schemas.openxmlformats.org/officeDocument/2006/relationships/customXml" Target="../ink/ink1234.xml"/><Relationship Id="rId596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customXml" Target="../ink/ink1080.xml"/><Relationship Id="rId414" Type="http://schemas.openxmlformats.org/officeDocument/2006/relationships/image" Target="NULL"/><Relationship Id="rId456" Type="http://schemas.openxmlformats.org/officeDocument/2006/relationships/image" Target="NULL"/><Relationship Id="rId498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customXml" Target="../ink/ink1009.xml"/><Relationship Id="rId260" Type="http://schemas.openxmlformats.org/officeDocument/2006/relationships/image" Target="NULL"/><Relationship Id="rId316" Type="http://schemas.openxmlformats.org/officeDocument/2006/relationships/customXml" Target="../ink/ink1114.xml"/><Relationship Id="rId523" Type="http://schemas.openxmlformats.org/officeDocument/2006/relationships/customXml" Target="../ink/ink1218.xml"/><Relationship Id="rId55" Type="http://schemas.openxmlformats.org/officeDocument/2006/relationships/image" Target="NULL"/><Relationship Id="rId97" Type="http://schemas.openxmlformats.org/officeDocument/2006/relationships/customXml" Target="../ink/ink1003.xml"/><Relationship Id="rId120" Type="http://schemas.openxmlformats.org/officeDocument/2006/relationships/image" Target="NULL"/><Relationship Id="rId358" Type="http://schemas.openxmlformats.org/officeDocument/2006/relationships/image" Target="NULL"/><Relationship Id="rId565" Type="http://schemas.openxmlformats.org/officeDocument/2006/relationships/image" Target="NULL"/><Relationship Id="rId162" Type="http://schemas.openxmlformats.org/officeDocument/2006/relationships/image" Target="NULL"/><Relationship Id="rId218" Type="http://schemas.openxmlformats.org/officeDocument/2006/relationships/image" Target="NULL"/><Relationship Id="rId425" Type="http://schemas.openxmlformats.org/officeDocument/2006/relationships/customXml" Target="../ink/ink1169.xml"/><Relationship Id="rId467" Type="http://schemas.openxmlformats.org/officeDocument/2006/relationships/customXml" Target="../ink/ink1190.xml"/><Relationship Id="rId271" Type="http://schemas.openxmlformats.org/officeDocument/2006/relationships/customXml" Target="../ink/ink1091.xml"/><Relationship Id="rId24" Type="http://schemas.openxmlformats.org/officeDocument/2006/relationships/customXml" Target="../ink/ink966.xml"/><Relationship Id="rId66" Type="http://schemas.openxmlformats.org/officeDocument/2006/relationships/customXml" Target="../ink/ink987.xml"/><Relationship Id="rId131" Type="http://schemas.openxmlformats.org/officeDocument/2006/relationships/customXml" Target="../ink/ink1020.xml"/><Relationship Id="rId327" Type="http://schemas.openxmlformats.org/officeDocument/2006/relationships/image" Target="NULL"/><Relationship Id="rId369" Type="http://schemas.openxmlformats.org/officeDocument/2006/relationships/customXml" Target="../ink/ink1141.xml"/><Relationship Id="rId534" Type="http://schemas.openxmlformats.org/officeDocument/2006/relationships/image" Target="NULL"/><Relationship Id="rId576" Type="http://schemas.openxmlformats.org/officeDocument/2006/relationships/image" Target="NULL"/><Relationship Id="rId173" Type="http://schemas.openxmlformats.org/officeDocument/2006/relationships/customXml" Target="../ink/ink1041.xml"/><Relationship Id="rId229" Type="http://schemas.openxmlformats.org/officeDocument/2006/relationships/customXml" Target="../ink/ink1070.xml"/><Relationship Id="rId380" Type="http://schemas.openxmlformats.org/officeDocument/2006/relationships/image" Target="NULL"/><Relationship Id="rId436" Type="http://schemas.openxmlformats.org/officeDocument/2006/relationships/image" Target="NULL"/><Relationship Id="rId601" Type="http://schemas.openxmlformats.org/officeDocument/2006/relationships/customXml" Target="../ink/ink1258.xml"/><Relationship Id="rId240" Type="http://schemas.openxmlformats.org/officeDocument/2006/relationships/image" Target="NULL"/><Relationship Id="rId478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customXml" Target="../ink/ink993.xml"/><Relationship Id="rId100" Type="http://schemas.openxmlformats.org/officeDocument/2006/relationships/image" Target="NULL"/><Relationship Id="rId282" Type="http://schemas.openxmlformats.org/officeDocument/2006/relationships/image" Target="NULL"/><Relationship Id="rId338" Type="http://schemas.openxmlformats.org/officeDocument/2006/relationships/customXml" Target="../ink/ink1125.xml"/><Relationship Id="rId503" Type="http://schemas.openxmlformats.org/officeDocument/2006/relationships/customXml" Target="../ink/ink1208.xml"/><Relationship Id="rId545" Type="http://schemas.openxmlformats.org/officeDocument/2006/relationships/image" Target="NULL"/><Relationship Id="rId587" Type="http://schemas.openxmlformats.org/officeDocument/2006/relationships/customXml" Target="../ink/ink1251.xml"/><Relationship Id="rId8" Type="http://schemas.openxmlformats.org/officeDocument/2006/relationships/customXml" Target="../ink/ink958.xml"/><Relationship Id="rId142" Type="http://schemas.openxmlformats.org/officeDocument/2006/relationships/image" Target="NULL"/><Relationship Id="rId184" Type="http://schemas.openxmlformats.org/officeDocument/2006/relationships/customXml" Target="../ink/ink1047.xml"/><Relationship Id="rId391" Type="http://schemas.openxmlformats.org/officeDocument/2006/relationships/customXml" Target="../ink/ink1152.xml"/><Relationship Id="rId405" Type="http://schemas.openxmlformats.org/officeDocument/2006/relationships/customXml" Target="../ink/ink1159.xml"/><Relationship Id="rId447" Type="http://schemas.openxmlformats.org/officeDocument/2006/relationships/customXml" Target="../ink/ink1180.xml"/><Relationship Id="rId612" Type="http://schemas.openxmlformats.org/officeDocument/2006/relationships/image" Target="NULL"/><Relationship Id="rId251" Type="http://schemas.openxmlformats.org/officeDocument/2006/relationships/customXml" Target="../ink/ink1081.xml"/><Relationship Id="rId489" Type="http://schemas.openxmlformats.org/officeDocument/2006/relationships/customXml" Target="../ink/ink1201.xml"/><Relationship Id="rId46" Type="http://schemas.openxmlformats.org/officeDocument/2006/relationships/customXml" Target="../ink/ink977.xml"/><Relationship Id="rId293" Type="http://schemas.openxmlformats.org/officeDocument/2006/relationships/customXml" Target="../ink/ink1102.xml"/><Relationship Id="rId307" Type="http://schemas.openxmlformats.org/officeDocument/2006/relationships/customXml" Target="../ink/ink1109.xml"/><Relationship Id="rId349" Type="http://schemas.openxmlformats.org/officeDocument/2006/relationships/customXml" Target="../ink/ink1131.xml"/><Relationship Id="rId514" Type="http://schemas.openxmlformats.org/officeDocument/2006/relationships/image" Target="NULL"/><Relationship Id="rId556" Type="http://schemas.openxmlformats.org/officeDocument/2006/relationships/customXml" Target="../ink/ink1235.xml"/><Relationship Id="rId88" Type="http://schemas.openxmlformats.org/officeDocument/2006/relationships/image" Target="NULL"/><Relationship Id="rId111" Type="http://schemas.openxmlformats.org/officeDocument/2006/relationships/customXml" Target="../ink/ink1010.xml"/><Relationship Id="rId153" Type="http://schemas.openxmlformats.org/officeDocument/2006/relationships/customXml" Target="../ink/ink1031.xm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image" Target="NULL"/><Relationship Id="rId416" Type="http://schemas.openxmlformats.org/officeDocument/2006/relationships/image" Target="NULL"/><Relationship Id="rId598" Type="http://schemas.openxmlformats.org/officeDocument/2006/relationships/image" Target="NULL"/><Relationship Id="rId220" Type="http://schemas.openxmlformats.org/officeDocument/2006/relationships/image" Target="NUL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customXml" Target="../ink/ink1115.xml"/><Relationship Id="rId525" Type="http://schemas.openxmlformats.org/officeDocument/2006/relationships/customXml" Target="../ink/ink1219.xml"/><Relationship Id="rId567" Type="http://schemas.openxmlformats.org/officeDocument/2006/relationships/image" Target="NULL"/><Relationship Id="rId99" Type="http://schemas.openxmlformats.org/officeDocument/2006/relationships/customXml" Target="../ink/ink1004.xml"/><Relationship Id="rId122" Type="http://schemas.openxmlformats.org/officeDocument/2006/relationships/image" Target="NULL"/><Relationship Id="rId164" Type="http://schemas.openxmlformats.org/officeDocument/2006/relationships/image" Target="NULL"/><Relationship Id="rId371" Type="http://schemas.openxmlformats.org/officeDocument/2006/relationships/customXml" Target="../ink/ink1142.xml"/><Relationship Id="rId427" Type="http://schemas.openxmlformats.org/officeDocument/2006/relationships/customXml" Target="../ink/ink1170.xml"/><Relationship Id="rId469" Type="http://schemas.openxmlformats.org/officeDocument/2006/relationships/customXml" Target="../ink/ink1191.xml"/><Relationship Id="rId26" Type="http://schemas.openxmlformats.org/officeDocument/2006/relationships/customXml" Target="../ink/ink967.xml"/><Relationship Id="rId231" Type="http://schemas.openxmlformats.org/officeDocument/2006/relationships/customXml" Target="../ink/ink1071.xml"/><Relationship Id="rId273" Type="http://schemas.openxmlformats.org/officeDocument/2006/relationships/customXml" Target="../ink/ink1092.xml"/><Relationship Id="rId329" Type="http://schemas.openxmlformats.org/officeDocument/2006/relationships/image" Target="NULL"/><Relationship Id="rId480" Type="http://schemas.openxmlformats.org/officeDocument/2006/relationships/image" Target="NULL"/><Relationship Id="rId536" Type="http://schemas.openxmlformats.org/officeDocument/2006/relationships/image" Target="NULL"/><Relationship Id="rId68" Type="http://schemas.openxmlformats.org/officeDocument/2006/relationships/customXml" Target="../ink/ink988.xml"/><Relationship Id="rId133" Type="http://schemas.openxmlformats.org/officeDocument/2006/relationships/customXml" Target="../ink/ink1021.xml"/><Relationship Id="rId175" Type="http://schemas.openxmlformats.org/officeDocument/2006/relationships/customXml" Target="../ink/ink1042.xml"/><Relationship Id="rId340" Type="http://schemas.openxmlformats.org/officeDocument/2006/relationships/customXml" Target="../ink/ink1126.xml"/><Relationship Id="rId578" Type="http://schemas.openxmlformats.org/officeDocument/2006/relationships/image" Target="NULL"/><Relationship Id="rId200" Type="http://schemas.openxmlformats.org/officeDocument/2006/relationships/customXml" Target="../ink/ink1055.xml"/><Relationship Id="rId382" Type="http://schemas.openxmlformats.org/officeDocument/2006/relationships/image" Target="NULL"/><Relationship Id="rId438" Type="http://schemas.openxmlformats.org/officeDocument/2006/relationships/image" Target="NULL"/><Relationship Id="rId603" Type="http://schemas.openxmlformats.org/officeDocument/2006/relationships/customXml" Target="../ink/ink1259.xml"/><Relationship Id="rId242" Type="http://schemas.openxmlformats.org/officeDocument/2006/relationships/image" Target="NULL"/><Relationship Id="rId284" Type="http://schemas.openxmlformats.org/officeDocument/2006/relationships/image" Target="NULL"/><Relationship Id="rId491" Type="http://schemas.openxmlformats.org/officeDocument/2006/relationships/customXml" Target="../ink/ink1202.xml"/><Relationship Id="rId505" Type="http://schemas.openxmlformats.org/officeDocument/2006/relationships/customXml" Target="../ink/ink1209.xml"/><Relationship Id="rId37" Type="http://schemas.openxmlformats.org/officeDocument/2006/relationships/image" Target="NULL"/><Relationship Id="rId79" Type="http://schemas.openxmlformats.org/officeDocument/2006/relationships/customXml" Target="../ink/ink994.xml"/><Relationship Id="rId102" Type="http://schemas.openxmlformats.org/officeDocument/2006/relationships/image" Target="NULL"/><Relationship Id="rId144" Type="http://schemas.openxmlformats.org/officeDocument/2006/relationships/image" Target="NULL"/><Relationship Id="rId547" Type="http://schemas.openxmlformats.org/officeDocument/2006/relationships/image" Target="NULL"/><Relationship Id="rId589" Type="http://schemas.openxmlformats.org/officeDocument/2006/relationships/customXml" Target="../ink/ink1252.xml"/><Relationship Id="rId90" Type="http://schemas.openxmlformats.org/officeDocument/2006/relationships/image" Target="NULL"/><Relationship Id="rId186" Type="http://schemas.openxmlformats.org/officeDocument/2006/relationships/customXml" Target="../ink/ink1048.xml"/><Relationship Id="rId351" Type="http://schemas.openxmlformats.org/officeDocument/2006/relationships/customXml" Target="../ink/ink1132.xml"/><Relationship Id="rId393" Type="http://schemas.openxmlformats.org/officeDocument/2006/relationships/customXml" Target="../ink/ink1153.xml"/><Relationship Id="rId407" Type="http://schemas.openxmlformats.org/officeDocument/2006/relationships/customXml" Target="../ink/ink1160.xml"/><Relationship Id="rId449" Type="http://schemas.openxmlformats.org/officeDocument/2006/relationships/customXml" Target="../ink/ink1181.xml"/><Relationship Id="rId614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customXml" Target="../ink/ink1082.xml"/><Relationship Id="rId295" Type="http://schemas.openxmlformats.org/officeDocument/2006/relationships/customXml" Target="../ink/ink1103.xml"/><Relationship Id="rId309" Type="http://schemas.openxmlformats.org/officeDocument/2006/relationships/customXml" Target="../ink/ink1110.xm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978.xml"/><Relationship Id="rId113" Type="http://schemas.openxmlformats.org/officeDocument/2006/relationships/customXml" Target="../ink/ink1011.xml"/><Relationship Id="rId320" Type="http://schemas.openxmlformats.org/officeDocument/2006/relationships/customXml" Target="../ink/ink1116.xml"/><Relationship Id="rId558" Type="http://schemas.openxmlformats.org/officeDocument/2006/relationships/customXml" Target="../ink/ink1236.xml"/><Relationship Id="rId155" Type="http://schemas.openxmlformats.org/officeDocument/2006/relationships/customXml" Target="../ink/ink1032.xml"/><Relationship Id="rId197" Type="http://schemas.openxmlformats.org/officeDocument/2006/relationships/image" Target="NULL"/><Relationship Id="rId362" Type="http://schemas.openxmlformats.org/officeDocument/2006/relationships/image" Target="NULL"/><Relationship Id="rId418" Type="http://schemas.openxmlformats.org/officeDocument/2006/relationships/image" Target="NULL"/><Relationship Id="rId222" Type="http://schemas.openxmlformats.org/officeDocument/2006/relationships/image" Target="NULL"/><Relationship Id="rId264" Type="http://schemas.openxmlformats.org/officeDocument/2006/relationships/image" Target="NULL"/><Relationship Id="rId471" Type="http://schemas.openxmlformats.org/officeDocument/2006/relationships/customXml" Target="../ink/ink1192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image" Target="NULL"/><Relationship Id="rId527" Type="http://schemas.openxmlformats.org/officeDocument/2006/relationships/customXml" Target="../ink/ink1220.xml"/><Relationship Id="rId569" Type="http://schemas.openxmlformats.org/officeDocument/2006/relationships/customXml" Target="../ink/ink1242.xml"/><Relationship Id="rId70" Type="http://schemas.openxmlformats.org/officeDocument/2006/relationships/customXml" Target="../ink/ink989.xml"/><Relationship Id="rId166" Type="http://schemas.openxmlformats.org/officeDocument/2006/relationships/image" Target="NULL"/><Relationship Id="rId331" Type="http://schemas.openxmlformats.org/officeDocument/2006/relationships/image" Target="NULL"/><Relationship Id="rId373" Type="http://schemas.openxmlformats.org/officeDocument/2006/relationships/customXml" Target="../ink/ink1143.xml"/><Relationship Id="rId429" Type="http://schemas.openxmlformats.org/officeDocument/2006/relationships/customXml" Target="../ink/ink1171.xml"/><Relationship Id="rId580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1072.xml"/><Relationship Id="rId440" Type="http://schemas.openxmlformats.org/officeDocument/2006/relationships/image" Target="NULL"/><Relationship Id="rId28" Type="http://schemas.openxmlformats.org/officeDocument/2006/relationships/customXml" Target="../ink/ink968.xml"/><Relationship Id="rId275" Type="http://schemas.openxmlformats.org/officeDocument/2006/relationships/customXml" Target="../ink/ink1093.xml"/><Relationship Id="rId300" Type="http://schemas.openxmlformats.org/officeDocument/2006/relationships/image" Target="NULL"/><Relationship Id="rId482" Type="http://schemas.openxmlformats.org/officeDocument/2006/relationships/image" Target="NULL"/><Relationship Id="rId538" Type="http://schemas.openxmlformats.org/officeDocument/2006/relationships/image" Target="NULL"/><Relationship Id="rId81" Type="http://schemas.openxmlformats.org/officeDocument/2006/relationships/customXml" Target="../ink/ink995.xml"/><Relationship Id="rId135" Type="http://schemas.openxmlformats.org/officeDocument/2006/relationships/customXml" Target="../ink/ink1022.xml"/><Relationship Id="rId177" Type="http://schemas.openxmlformats.org/officeDocument/2006/relationships/customXml" Target="../ink/ink1043.xml"/><Relationship Id="rId342" Type="http://schemas.openxmlformats.org/officeDocument/2006/relationships/customXml" Target="../ink/ink1127.xml"/><Relationship Id="rId384" Type="http://schemas.openxmlformats.org/officeDocument/2006/relationships/image" Target="NULL"/><Relationship Id="rId591" Type="http://schemas.openxmlformats.org/officeDocument/2006/relationships/customXml" Target="../ink/ink1253.xml"/><Relationship Id="rId605" Type="http://schemas.openxmlformats.org/officeDocument/2006/relationships/customXml" Target="../ink/ink1260.xml"/><Relationship Id="rId202" Type="http://schemas.openxmlformats.org/officeDocument/2006/relationships/customXml" Target="../ink/ink1056.xm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customXml" Target="../ink/ink1182.xml"/><Relationship Id="rId493" Type="http://schemas.openxmlformats.org/officeDocument/2006/relationships/customXml" Target="../ink/ink1203.xml"/><Relationship Id="rId507" Type="http://schemas.openxmlformats.org/officeDocument/2006/relationships/customXml" Target="../ink/ink1210.xml"/><Relationship Id="rId549" Type="http://schemas.openxmlformats.org/officeDocument/2006/relationships/image" Target="NULL"/><Relationship Id="rId50" Type="http://schemas.openxmlformats.org/officeDocument/2006/relationships/customXml" Target="../ink/ink979.xml"/><Relationship Id="rId104" Type="http://schemas.openxmlformats.org/officeDocument/2006/relationships/image" Target="NULL"/><Relationship Id="rId146" Type="http://schemas.openxmlformats.org/officeDocument/2006/relationships/image" Target="NULL"/><Relationship Id="rId188" Type="http://schemas.openxmlformats.org/officeDocument/2006/relationships/customXml" Target="../ink/ink1049.xml"/><Relationship Id="rId311" Type="http://schemas.openxmlformats.org/officeDocument/2006/relationships/customXml" Target="../ink/ink1111.xml"/><Relationship Id="rId353" Type="http://schemas.openxmlformats.org/officeDocument/2006/relationships/customXml" Target="../ink/ink1133.xml"/><Relationship Id="rId395" Type="http://schemas.openxmlformats.org/officeDocument/2006/relationships/customXml" Target="../ink/ink1154.xml"/><Relationship Id="rId409" Type="http://schemas.openxmlformats.org/officeDocument/2006/relationships/customXml" Target="../ink/ink1161.xml"/><Relationship Id="rId560" Type="http://schemas.openxmlformats.org/officeDocument/2006/relationships/customXml" Target="../ink/ink1237.xml"/><Relationship Id="rId92" Type="http://schemas.openxmlformats.org/officeDocument/2006/relationships/image" Target="NULL"/><Relationship Id="rId213" Type="http://schemas.openxmlformats.org/officeDocument/2006/relationships/image" Target="NULL"/><Relationship Id="rId420" Type="http://schemas.openxmlformats.org/officeDocument/2006/relationships/image" Target="NULL"/><Relationship Id="rId616" Type="http://schemas.openxmlformats.org/officeDocument/2006/relationships/image" Target="NULL"/><Relationship Id="rId255" Type="http://schemas.openxmlformats.org/officeDocument/2006/relationships/customXml" Target="../ink/ink1083.xml"/><Relationship Id="rId297" Type="http://schemas.openxmlformats.org/officeDocument/2006/relationships/customXml" Target="../ink/ink1104.xm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customXml" Target="../ink/ink1012.xml"/><Relationship Id="rId157" Type="http://schemas.openxmlformats.org/officeDocument/2006/relationships/customXml" Target="../ink/ink1033.xml"/><Relationship Id="rId322" Type="http://schemas.openxmlformats.org/officeDocument/2006/relationships/customXml" Target="../ink/ink1117.xm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image" Target="NULL"/><Relationship Id="rId571" Type="http://schemas.openxmlformats.org/officeDocument/2006/relationships/customXml" Target="../ink/ink1243.xml"/><Relationship Id="rId19" Type="http://schemas.openxmlformats.org/officeDocument/2006/relationships/image" Target="NULL"/><Relationship Id="rId224" Type="http://schemas.openxmlformats.org/officeDocument/2006/relationships/image" Target="NULL"/><Relationship Id="rId266" Type="http://schemas.openxmlformats.org/officeDocument/2006/relationships/image" Target="NULL"/><Relationship Id="rId431" Type="http://schemas.openxmlformats.org/officeDocument/2006/relationships/customXml" Target="../ink/ink1172.xml"/><Relationship Id="rId473" Type="http://schemas.openxmlformats.org/officeDocument/2006/relationships/customXml" Target="../ink/ink1193.xml"/><Relationship Id="rId529" Type="http://schemas.openxmlformats.org/officeDocument/2006/relationships/customXml" Target="../ink/ink1221.xml"/><Relationship Id="rId30" Type="http://schemas.openxmlformats.org/officeDocument/2006/relationships/customXml" Target="../ink/ink969.xml"/><Relationship Id="rId126" Type="http://schemas.openxmlformats.org/officeDocument/2006/relationships/image" Target="NULL"/><Relationship Id="rId168" Type="http://schemas.openxmlformats.org/officeDocument/2006/relationships/image" Target="NULL"/><Relationship Id="rId333" Type="http://schemas.openxmlformats.org/officeDocument/2006/relationships/image" Target="NULL"/><Relationship Id="rId540" Type="http://schemas.openxmlformats.org/officeDocument/2006/relationships/customXml" Target="../ink/ink1227.xml"/><Relationship Id="rId72" Type="http://schemas.openxmlformats.org/officeDocument/2006/relationships/customXml" Target="../ink/ink990.xml"/><Relationship Id="rId375" Type="http://schemas.openxmlformats.org/officeDocument/2006/relationships/customXml" Target="../ink/ink1144.xml"/><Relationship Id="rId582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customXml" Target="../ink/ink1073.xml"/><Relationship Id="rId277" Type="http://schemas.openxmlformats.org/officeDocument/2006/relationships/customXml" Target="../ink/ink1094.xml"/><Relationship Id="rId400" Type="http://schemas.openxmlformats.org/officeDocument/2006/relationships/image" Target="NUL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customXml" Target="../ink/ink1023.xml"/><Relationship Id="rId302" Type="http://schemas.openxmlformats.org/officeDocument/2006/relationships/image" Target="NUL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customXml" Target="../ink/ink996.xml"/><Relationship Id="rId179" Type="http://schemas.openxmlformats.org/officeDocument/2006/relationships/customXml" Target="../ink/ink1044.xml"/><Relationship Id="rId386" Type="http://schemas.openxmlformats.org/officeDocument/2006/relationships/image" Target="NULL"/><Relationship Id="rId551" Type="http://schemas.openxmlformats.org/officeDocument/2006/relationships/image" Target="NULL"/><Relationship Id="rId593" Type="http://schemas.openxmlformats.org/officeDocument/2006/relationships/customXml" Target="../ink/ink1254.xml"/><Relationship Id="rId607" Type="http://schemas.openxmlformats.org/officeDocument/2006/relationships/customXml" Target="../ink/ink1261.xml"/><Relationship Id="rId190" Type="http://schemas.openxmlformats.org/officeDocument/2006/relationships/customXml" Target="../ink/ink1050.xml"/><Relationship Id="rId204" Type="http://schemas.openxmlformats.org/officeDocument/2006/relationships/customXml" Target="../ink/ink1057.xml"/><Relationship Id="rId246" Type="http://schemas.openxmlformats.org/officeDocument/2006/relationships/image" Target="NULL"/><Relationship Id="rId288" Type="http://schemas.openxmlformats.org/officeDocument/2006/relationships/image" Target="NULL"/><Relationship Id="rId411" Type="http://schemas.openxmlformats.org/officeDocument/2006/relationships/customXml" Target="../ink/ink1162.xml"/><Relationship Id="rId453" Type="http://schemas.openxmlformats.org/officeDocument/2006/relationships/customXml" Target="../ink/ink1183.xml"/><Relationship Id="rId509" Type="http://schemas.openxmlformats.org/officeDocument/2006/relationships/customXml" Target="../ink/ink1211.xml"/><Relationship Id="rId106" Type="http://schemas.openxmlformats.org/officeDocument/2006/relationships/image" Target="NULL"/><Relationship Id="rId313" Type="http://schemas.openxmlformats.org/officeDocument/2006/relationships/image" Target="NULL"/><Relationship Id="rId495" Type="http://schemas.openxmlformats.org/officeDocument/2006/relationships/customXml" Target="../ink/ink1204.xml"/><Relationship Id="rId10" Type="http://schemas.openxmlformats.org/officeDocument/2006/relationships/customXml" Target="../ink/ink959.xml"/><Relationship Id="rId52" Type="http://schemas.openxmlformats.org/officeDocument/2006/relationships/customXml" Target="../ink/ink980.xml"/><Relationship Id="rId94" Type="http://schemas.openxmlformats.org/officeDocument/2006/relationships/image" Target="NULL"/><Relationship Id="rId148" Type="http://schemas.openxmlformats.org/officeDocument/2006/relationships/image" Target="NULL"/><Relationship Id="rId355" Type="http://schemas.openxmlformats.org/officeDocument/2006/relationships/customXml" Target="../ink/ink1134.xml"/><Relationship Id="rId397" Type="http://schemas.openxmlformats.org/officeDocument/2006/relationships/customXml" Target="../ink/ink1155.xml"/><Relationship Id="rId520" Type="http://schemas.openxmlformats.org/officeDocument/2006/relationships/image" Target="NULL"/><Relationship Id="rId562" Type="http://schemas.openxmlformats.org/officeDocument/2006/relationships/customXml" Target="../ink/ink1238.xml"/><Relationship Id="rId618" Type="http://schemas.openxmlformats.org/officeDocument/2006/relationships/image" Target="NULL"/><Relationship Id="rId215" Type="http://schemas.openxmlformats.org/officeDocument/2006/relationships/customXml" Target="../ink/ink1063.xml"/><Relationship Id="rId257" Type="http://schemas.openxmlformats.org/officeDocument/2006/relationships/customXml" Target="../ink/ink1084.xml"/><Relationship Id="rId422" Type="http://schemas.openxmlformats.org/officeDocument/2006/relationships/image" Target="NULL"/><Relationship Id="rId464" Type="http://schemas.openxmlformats.org/officeDocument/2006/relationships/image" Target="NULL"/><Relationship Id="rId299" Type="http://schemas.openxmlformats.org/officeDocument/2006/relationships/customXml" Target="../ink/ink1105.xml"/><Relationship Id="rId63" Type="http://schemas.openxmlformats.org/officeDocument/2006/relationships/image" Target="NULL"/><Relationship Id="rId159" Type="http://schemas.openxmlformats.org/officeDocument/2006/relationships/customXml" Target="../ink/ink1034.xml"/><Relationship Id="rId366" Type="http://schemas.openxmlformats.org/officeDocument/2006/relationships/image" Target="NULL"/><Relationship Id="rId573" Type="http://schemas.openxmlformats.org/officeDocument/2006/relationships/customXml" Target="../ink/ink1244.xml"/><Relationship Id="rId226" Type="http://schemas.openxmlformats.org/officeDocument/2006/relationships/image" Target="NULL"/><Relationship Id="rId433" Type="http://schemas.openxmlformats.org/officeDocument/2006/relationships/customXml" Target="../ink/ink1173.xml"/><Relationship Id="rId74" Type="http://schemas.openxmlformats.org/officeDocument/2006/relationships/image" Target="NULL"/><Relationship Id="rId377" Type="http://schemas.openxmlformats.org/officeDocument/2006/relationships/customXml" Target="../ink/ink1145.xml"/><Relationship Id="rId500" Type="http://schemas.openxmlformats.org/officeDocument/2006/relationships/image" Target="NULL"/><Relationship Id="rId584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customXml" Target="../ink/ink1074.xml"/><Relationship Id="rId444" Type="http://schemas.openxmlformats.org/officeDocument/2006/relationships/image" Target="NULL"/><Relationship Id="rId290" Type="http://schemas.openxmlformats.org/officeDocument/2006/relationships/image" Target="NULL"/><Relationship Id="rId304" Type="http://schemas.openxmlformats.org/officeDocument/2006/relationships/image" Target="NULL"/><Relationship Id="rId388" Type="http://schemas.openxmlformats.org/officeDocument/2006/relationships/image" Target="NULL"/><Relationship Id="rId511" Type="http://schemas.openxmlformats.org/officeDocument/2006/relationships/customXml" Target="../ink/ink1212.xml"/><Relationship Id="rId609" Type="http://schemas.openxmlformats.org/officeDocument/2006/relationships/customXml" Target="../ink/ink1262.xml"/><Relationship Id="rId85" Type="http://schemas.openxmlformats.org/officeDocument/2006/relationships/customXml" Target="../ink/ink997.xml"/><Relationship Id="rId150" Type="http://schemas.openxmlformats.org/officeDocument/2006/relationships/image" Target="NULL"/><Relationship Id="rId595" Type="http://schemas.openxmlformats.org/officeDocument/2006/relationships/customXml" Target="../ink/ink1255.xml"/><Relationship Id="rId248" Type="http://schemas.openxmlformats.org/officeDocument/2006/relationships/image" Target="NULL"/><Relationship Id="rId455" Type="http://schemas.openxmlformats.org/officeDocument/2006/relationships/customXml" Target="../ink/ink1184.xml"/><Relationship Id="rId12" Type="http://schemas.openxmlformats.org/officeDocument/2006/relationships/customXml" Target="../ink/ink960.xml"/><Relationship Id="rId108" Type="http://schemas.openxmlformats.org/officeDocument/2006/relationships/image" Target="NULL"/><Relationship Id="rId315" Type="http://schemas.openxmlformats.org/officeDocument/2006/relationships/image" Target="NULL"/><Relationship Id="rId522" Type="http://schemas.openxmlformats.org/officeDocument/2006/relationships/image" Target="NULL"/><Relationship Id="rId96" Type="http://schemas.openxmlformats.org/officeDocument/2006/relationships/image" Target="NULL"/><Relationship Id="rId161" Type="http://schemas.openxmlformats.org/officeDocument/2006/relationships/customXml" Target="../ink/ink1035.xml"/><Relationship Id="rId399" Type="http://schemas.openxmlformats.org/officeDocument/2006/relationships/customXml" Target="../ink/ink1156.xml"/><Relationship Id="rId259" Type="http://schemas.openxmlformats.org/officeDocument/2006/relationships/customXml" Target="../ink/ink1085.xm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customXml" Target="../ink/ink1014.xml"/><Relationship Id="rId326" Type="http://schemas.openxmlformats.org/officeDocument/2006/relationships/customXml" Target="../ink/ink1119.xml"/><Relationship Id="rId533" Type="http://schemas.openxmlformats.org/officeDocument/2006/relationships/customXml" Target="../ink/ink1223.xml"/><Relationship Id="rId172" Type="http://schemas.openxmlformats.org/officeDocument/2006/relationships/image" Target="NULL"/><Relationship Id="rId477" Type="http://schemas.openxmlformats.org/officeDocument/2006/relationships/customXml" Target="../ink/ink1195.xml"/><Relationship Id="rId600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971.xml"/><Relationship Id="rId544" Type="http://schemas.openxmlformats.org/officeDocument/2006/relationships/customXml" Target="../ink/ink1229.xml"/><Relationship Id="rId183" Type="http://schemas.openxmlformats.org/officeDocument/2006/relationships/image" Target="NULL"/><Relationship Id="rId390" Type="http://schemas.openxmlformats.org/officeDocument/2006/relationships/image" Target="NULL"/><Relationship Id="rId404" Type="http://schemas.openxmlformats.org/officeDocument/2006/relationships/image" Target="NULL"/><Relationship Id="rId611" Type="http://schemas.openxmlformats.org/officeDocument/2006/relationships/customXml" Target="../ink/ink1263.xml"/><Relationship Id="rId250" Type="http://schemas.openxmlformats.org/officeDocument/2006/relationships/image" Target="NULL"/><Relationship Id="rId488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348" Type="http://schemas.openxmlformats.org/officeDocument/2006/relationships/image" Target="NULL"/><Relationship Id="rId555" Type="http://schemas.openxmlformats.org/officeDocument/2006/relationships/image" Target="NULL"/><Relationship Id="rId194" Type="http://schemas.openxmlformats.org/officeDocument/2006/relationships/customXml" Target="../ink/ink1052.xml"/><Relationship Id="rId208" Type="http://schemas.openxmlformats.org/officeDocument/2006/relationships/customXml" Target="../ink/ink1059.xml"/><Relationship Id="rId415" Type="http://schemas.openxmlformats.org/officeDocument/2006/relationships/customXml" Target="../ink/ink1164.xml"/><Relationship Id="rId261" Type="http://schemas.openxmlformats.org/officeDocument/2006/relationships/customXml" Target="../ink/ink1086.xml"/><Relationship Id="rId499" Type="http://schemas.openxmlformats.org/officeDocument/2006/relationships/customXml" Target="../ink/ink1206.xml"/><Relationship Id="rId56" Type="http://schemas.openxmlformats.org/officeDocument/2006/relationships/customXml" Target="../ink/ink982.xml"/><Relationship Id="rId359" Type="http://schemas.openxmlformats.org/officeDocument/2006/relationships/customXml" Target="../ink/ink1136.xml"/><Relationship Id="rId566" Type="http://schemas.openxmlformats.org/officeDocument/2006/relationships/customXml" Target="../ink/ink1240.xml"/><Relationship Id="rId121" Type="http://schemas.openxmlformats.org/officeDocument/2006/relationships/customXml" Target="../ink/ink1015.xml"/><Relationship Id="rId219" Type="http://schemas.openxmlformats.org/officeDocument/2006/relationships/customXml" Target="../ink/ink1065.xml"/><Relationship Id="rId426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577" Type="http://schemas.openxmlformats.org/officeDocument/2006/relationships/customXml" Target="../ink/ink1246.xml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1346.xml"/><Relationship Id="rId324" Type="http://schemas.openxmlformats.org/officeDocument/2006/relationships/customXml" Target="../ink/ink1429.xml"/><Relationship Id="rId366" Type="http://schemas.openxmlformats.org/officeDocument/2006/relationships/customXml" Target="../ink/ink1450.xml"/><Relationship Id="rId170" Type="http://schemas.openxmlformats.org/officeDocument/2006/relationships/image" Target="NULL"/><Relationship Id="rId226" Type="http://schemas.openxmlformats.org/officeDocument/2006/relationships/customXml" Target="../ink/ink1380.xml"/><Relationship Id="rId433" Type="http://schemas.openxmlformats.org/officeDocument/2006/relationships/image" Target="NULL"/><Relationship Id="rId268" Type="http://schemas.openxmlformats.org/officeDocument/2006/relationships/customXml" Target="../ink/ink1401.xml"/><Relationship Id="rId32" Type="http://schemas.openxmlformats.org/officeDocument/2006/relationships/customXml" Target="../ink/ink1282.xml"/><Relationship Id="rId74" Type="http://schemas.openxmlformats.org/officeDocument/2006/relationships/customXml" Target="../ink/ink1303.xml"/><Relationship Id="rId128" Type="http://schemas.openxmlformats.org/officeDocument/2006/relationships/image" Target="NULL"/><Relationship Id="rId335" Type="http://schemas.openxmlformats.org/officeDocument/2006/relationships/image" Target="NULL"/><Relationship Id="rId377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customXml" Target="../ink/ink1357.xml"/><Relationship Id="rId237" Type="http://schemas.openxmlformats.org/officeDocument/2006/relationships/image" Target="NULL"/><Relationship Id="rId402" Type="http://schemas.openxmlformats.org/officeDocument/2006/relationships/customXml" Target="../ink/ink1469.xml"/><Relationship Id="rId279" Type="http://schemas.openxmlformats.org/officeDocument/2006/relationships/image" Target="NULL"/><Relationship Id="rId444" Type="http://schemas.openxmlformats.org/officeDocument/2006/relationships/customXml" Target="../ink/ink1490.xml"/><Relationship Id="rId43" Type="http://schemas.openxmlformats.org/officeDocument/2006/relationships/image" Target="NULL"/><Relationship Id="rId139" Type="http://schemas.openxmlformats.org/officeDocument/2006/relationships/customXml" Target="../ink/ink1336.xml"/><Relationship Id="rId290" Type="http://schemas.openxmlformats.org/officeDocument/2006/relationships/customXml" Target="../ink/ink1412.xml"/><Relationship Id="rId304" Type="http://schemas.openxmlformats.org/officeDocument/2006/relationships/customXml" Target="../ink/ink1419.xml"/><Relationship Id="rId346" Type="http://schemas.openxmlformats.org/officeDocument/2006/relationships/customXml" Target="../ink/ink1440.xml"/><Relationship Id="rId388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image" Target="NULL"/><Relationship Id="rId248" Type="http://schemas.openxmlformats.org/officeDocument/2006/relationships/customXml" Target="../ink/ink1391.xml"/><Relationship Id="rId12" Type="http://schemas.openxmlformats.org/officeDocument/2006/relationships/customXml" Target="../ink/ink1272.xml"/><Relationship Id="rId108" Type="http://schemas.openxmlformats.org/officeDocument/2006/relationships/customXml" Target="../ink/ink1320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1293.xml"/><Relationship Id="rId96" Type="http://schemas.openxmlformats.org/officeDocument/2006/relationships/customXml" Target="../ink/ink1314.xml"/><Relationship Id="rId161" Type="http://schemas.openxmlformats.org/officeDocument/2006/relationships/customXml" Target="../ink/ink1347.xm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1480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1402.xml"/><Relationship Id="rId326" Type="http://schemas.openxmlformats.org/officeDocument/2006/relationships/customXml" Target="../ink/ink1430.xm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customXml" Target="../ink/ink1451.xml"/><Relationship Id="rId172" Type="http://schemas.openxmlformats.org/officeDocument/2006/relationships/image" Target="NULL"/><Relationship Id="rId228" Type="http://schemas.openxmlformats.org/officeDocument/2006/relationships/customXml" Target="../ink/ink1381.xml"/><Relationship Id="rId435" Type="http://schemas.openxmlformats.org/officeDocument/2006/relationships/image" Target="NUL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1283.xml"/><Relationship Id="rId76" Type="http://schemas.openxmlformats.org/officeDocument/2006/relationships/customXml" Target="../ink/ink1304.xml"/><Relationship Id="rId141" Type="http://schemas.openxmlformats.org/officeDocument/2006/relationships/customXml" Target="../ink/ink1337.xm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customXml" Target="../ink/ink1358.xml"/><Relationship Id="rId239" Type="http://schemas.openxmlformats.org/officeDocument/2006/relationships/image" Target="NULL"/><Relationship Id="rId390" Type="http://schemas.openxmlformats.org/officeDocument/2006/relationships/customXml" Target="../ink/ink1463.xml"/><Relationship Id="rId404" Type="http://schemas.openxmlformats.org/officeDocument/2006/relationships/customXml" Target="../ink/ink1470.xml"/><Relationship Id="rId446" Type="http://schemas.openxmlformats.org/officeDocument/2006/relationships/customXml" Target="../ink/ink1491.xml"/><Relationship Id="rId250" Type="http://schemas.openxmlformats.org/officeDocument/2006/relationships/customXml" Target="../ink/ink1392.xml"/><Relationship Id="rId292" Type="http://schemas.openxmlformats.org/officeDocument/2006/relationships/customXml" Target="../ink/ink1413.xml"/><Relationship Id="rId306" Type="http://schemas.openxmlformats.org/officeDocument/2006/relationships/customXml" Target="../ink/ink1420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1321.xml"/><Relationship Id="rId348" Type="http://schemas.openxmlformats.org/officeDocument/2006/relationships/customXml" Target="../ink/ink1441.xml"/><Relationship Id="rId152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image" Target="NULL"/><Relationship Id="rId261" Type="http://schemas.openxmlformats.org/officeDocument/2006/relationships/image" Target="NULL"/><Relationship Id="rId14" Type="http://schemas.openxmlformats.org/officeDocument/2006/relationships/customXml" Target="../ink/ink1273.xml"/><Relationship Id="rId56" Type="http://schemas.openxmlformats.org/officeDocument/2006/relationships/customXml" Target="../ink/ink1294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1315.xml"/><Relationship Id="rId121" Type="http://schemas.openxmlformats.org/officeDocument/2006/relationships/image" Target="NULL"/><Relationship Id="rId163" Type="http://schemas.openxmlformats.org/officeDocument/2006/relationships/customXml" Target="../ink/ink1348.xml"/><Relationship Id="rId219" Type="http://schemas.openxmlformats.org/officeDocument/2006/relationships/image" Target="NULL"/><Relationship Id="rId370" Type="http://schemas.openxmlformats.org/officeDocument/2006/relationships/customXml" Target="../ink/ink1452.xml"/><Relationship Id="rId426" Type="http://schemas.openxmlformats.org/officeDocument/2006/relationships/customXml" Target="../ink/ink1481.xml"/><Relationship Id="rId230" Type="http://schemas.openxmlformats.org/officeDocument/2006/relationships/customXml" Target="../ink/ink1382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1403.xml"/><Relationship Id="rId328" Type="http://schemas.openxmlformats.org/officeDocument/2006/relationships/customXml" Target="../ink/ink1431.xml"/><Relationship Id="rId132" Type="http://schemas.openxmlformats.org/officeDocument/2006/relationships/image" Target="NULL"/><Relationship Id="rId174" Type="http://schemas.openxmlformats.org/officeDocument/2006/relationships/image" Target="NULL"/><Relationship Id="rId381" Type="http://schemas.openxmlformats.org/officeDocument/2006/relationships/customXml" Target="../ink/ink1458.xml"/><Relationship Id="rId241" Type="http://schemas.openxmlformats.org/officeDocument/2006/relationships/image" Target="NULL"/><Relationship Id="rId437" Type="http://schemas.openxmlformats.org/officeDocument/2006/relationships/image" Target="NULL"/><Relationship Id="rId36" Type="http://schemas.openxmlformats.org/officeDocument/2006/relationships/customXml" Target="../ink/ink1284.xml"/><Relationship Id="rId283" Type="http://schemas.openxmlformats.org/officeDocument/2006/relationships/image" Target="NULL"/><Relationship Id="rId339" Type="http://schemas.openxmlformats.org/officeDocument/2006/relationships/image" Target="NULL"/><Relationship Id="rId78" Type="http://schemas.openxmlformats.org/officeDocument/2006/relationships/customXml" Target="../ink/ink1305.xml"/><Relationship Id="rId101" Type="http://schemas.openxmlformats.org/officeDocument/2006/relationships/image" Target="NULL"/><Relationship Id="rId143" Type="http://schemas.openxmlformats.org/officeDocument/2006/relationships/customXml" Target="../ink/ink1338.xml"/><Relationship Id="rId185" Type="http://schemas.openxmlformats.org/officeDocument/2006/relationships/customXml" Target="../ink/ink1359.xml"/><Relationship Id="rId350" Type="http://schemas.openxmlformats.org/officeDocument/2006/relationships/customXml" Target="../ink/ink1442.xml"/><Relationship Id="rId406" Type="http://schemas.openxmlformats.org/officeDocument/2006/relationships/customXml" Target="../ink/ink1471.xm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customXml" Target="../ink/ink1464.xml"/><Relationship Id="rId448" Type="http://schemas.openxmlformats.org/officeDocument/2006/relationships/customXml" Target="../ink/ink1492.xml"/><Relationship Id="rId252" Type="http://schemas.openxmlformats.org/officeDocument/2006/relationships/customXml" Target="../ink/ink1393.xml"/><Relationship Id="rId294" Type="http://schemas.openxmlformats.org/officeDocument/2006/relationships/customXml" Target="../ink/ink1414.xml"/><Relationship Id="rId308" Type="http://schemas.openxmlformats.org/officeDocument/2006/relationships/customXml" Target="../ink/ink1421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1322.xml"/><Relationship Id="rId154" Type="http://schemas.openxmlformats.org/officeDocument/2006/relationships/image" Target="NULL"/><Relationship Id="rId361" Type="http://schemas.openxmlformats.org/officeDocument/2006/relationships/image" Target="NULL"/><Relationship Id="rId196" Type="http://schemas.openxmlformats.org/officeDocument/2006/relationships/image" Target="NULL"/><Relationship Id="rId417" Type="http://schemas.openxmlformats.org/officeDocument/2006/relationships/image" Target="NULL"/><Relationship Id="rId16" Type="http://schemas.openxmlformats.org/officeDocument/2006/relationships/customXml" Target="../ink/ink1274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58" Type="http://schemas.openxmlformats.org/officeDocument/2006/relationships/customXml" Target="../ink/ink1295.xml"/><Relationship Id="rId123" Type="http://schemas.openxmlformats.org/officeDocument/2006/relationships/image" Target="NULL"/><Relationship Id="rId330" Type="http://schemas.openxmlformats.org/officeDocument/2006/relationships/customXml" Target="../ink/ink1432.xml"/><Relationship Id="rId165" Type="http://schemas.openxmlformats.org/officeDocument/2006/relationships/customXml" Target="../ink/ink1349.xml"/><Relationship Id="rId372" Type="http://schemas.openxmlformats.org/officeDocument/2006/relationships/customXml" Target="../ink/ink1453.xml"/><Relationship Id="rId428" Type="http://schemas.openxmlformats.org/officeDocument/2006/relationships/customXml" Target="../ink/ink1482.xml"/><Relationship Id="rId232" Type="http://schemas.openxmlformats.org/officeDocument/2006/relationships/customXml" Target="../ink/ink1383.xml"/><Relationship Id="rId274" Type="http://schemas.openxmlformats.org/officeDocument/2006/relationships/customXml" Target="../ink/ink1404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80" Type="http://schemas.openxmlformats.org/officeDocument/2006/relationships/customXml" Target="../ink/ink1306.xml"/><Relationship Id="rId176" Type="http://schemas.openxmlformats.org/officeDocument/2006/relationships/image" Target="NULL"/><Relationship Id="rId341" Type="http://schemas.openxmlformats.org/officeDocument/2006/relationships/image" Target="NULL"/><Relationship Id="rId383" Type="http://schemas.openxmlformats.org/officeDocument/2006/relationships/customXml" Target="../ink/ink1459.xml"/><Relationship Id="rId439" Type="http://schemas.openxmlformats.org/officeDocument/2006/relationships/image" Target="NULL"/><Relationship Id="rId201" Type="http://schemas.openxmlformats.org/officeDocument/2006/relationships/customXml" Target="../ink/ink1367.xm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image" Target="NULL"/><Relationship Id="rId38" Type="http://schemas.openxmlformats.org/officeDocument/2006/relationships/customXml" Target="../ink/ink1285.xml"/><Relationship Id="rId103" Type="http://schemas.openxmlformats.org/officeDocument/2006/relationships/image" Target="NULL"/><Relationship Id="rId310" Type="http://schemas.openxmlformats.org/officeDocument/2006/relationships/customXml" Target="../ink/ink1422.xml"/><Relationship Id="rId91" Type="http://schemas.openxmlformats.org/officeDocument/2006/relationships/image" Target="NULL"/><Relationship Id="rId145" Type="http://schemas.openxmlformats.org/officeDocument/2006/relationships/customXml" Target="../ink/ink1339.xml"/><Relationship Id="rId187" Type="http://schemas.openxmlformats.org/officeDocument/2006/relationships/customXml" Target="../ink/ink1360.xml"/><Relationship Id="rId352" Type="http://schemas.openxmlformats.org/officeDocument/2006/relationships/customXml" Target="../ink/ink1443.xml"/><Relationship Id="rId394" Type="http://schemas.openxmlformats.org/officeDocument/2006/relationships/customXml" Target="../ink/ink1465.xml"/><Relationship Id="rId408" Type="http://schemas.openxmlformats.org/officeDocument/2006/relationships/customXml" Target="../ink/ink1472.xml"/><Relationship Id="rId212" Type="http://schemas.openxmlformats.org/officeDocument/2006/relationships/customXml" Target="../ink/ink1373.xml"/><Relationship Id="rId254" Type="http://schemas.openxmlformats.org/officeDocument/2006/relationships/customXml" Target="../ink/ink1394.xml"/><Relationship Id="rId49" Type="http://schemas.openxmlformats.org/officeDocument/2006/relationships/image" Target="NULL"/><Relationship Id="rId114" Type="http://schemas.openxmlformats.org/officeDocument/2006/relationships/customXml" Target="../ink/ink1323.xml"/><Relationship Id="rId296" Type="http://schemas.openxmlformats.org/officeDocument/2006/relationships/customXml" Target="../ink/ink1415.xml"/><Relationship Id="rId60" Type="http://schemas.openxmlformats.org/officeDocument/2006/relationships/customXml" Target="../ink/ink1296.xml"/><Relationship Id="rId156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1483.xml"/><Relationship Id="rId18" Type="http://schemas.openxmlformats.org/officeDocument/2006/relationships/customXml" Target="../ink/ink1275.xml"/><Relationship Id="rId265" Type="http://schemas.openxmlformats.org/officeDocument/2006/relationships/image" Target="NULL"/><Relationship Id="rId50" Type="http://schemas.openxmlformats.org/officeDocument/2006/relationships/customXml" Target="../ink/ink1291.xml"/><Relationship Id="rId104" Type="http://schemas.openxmlformats.org/officeDocument/2006/relationships/customXml" Target="../ink/ink1318.xml"/><Relationship Id="rId125" Type="http://schemas.openxmlformats.org/officeDocument/2006/relationships/image" Target="NULL"/><Relationship Id="rId146" Type="http://schemas.openxmlformats.org/officeDocument/2006/relationships/image" Target="NULL"/><Relationship Id="rId167" Type="http://schemas.openxmlformats.org/officeDocument/2006/relationships/customXml" Target="../ink/ink1350.xml"/><Relationship Id="rId188" Type="http://schemas.openxmlformats.org/officeDocument/2006/relationships/image" Target="NULL"/><Relationship Id="rId311" Type="http://schemas.openxmlformats.org/officeDocument/2006/relationships/image" Target="NULL"/><Relationship Id="rId332" Type="http://schemas.openxmlformats.org/officeDocument/2006/relationships/customXml" Target="../ink/ink1433.xml"/><Relationship Id="rId353" Type="http://schemas.openxmlformats.org/officeDocument/2006/relationships/image" Target="NULL"/><Relationship Id="rId374" Type="http://schemas.openxmlformats.org/officeDocument/2006/relationships/customXml" Target="../ink/ink1454.xml"/><Relationship Id="rId395" Type="http://schemas.openxmlformats.org/officeDocument/2006/relationships/image" Target="NULL"/><Relationship Id="rId409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1312.xml"/><Relationship Id="rId213" Type="http://schemas.openxmlformats.org/officeDocument/2006/relationships/image" Target="NULL"/><Relationship Id="rId234" Type="http://schemas.openxmlformats.org/officeDocument/2006/relationships/customXml" Target="../ink/ink1384.xml"/><Relationship Id="rId420" Type="http://schemas.openxmlformats.org/officeDocument/2006/relationships/customXml" Target="../ink/ink1478.xml"/><Relationship Id="rId2" Type="http://schemas.openxmlformats.org/officeDocument/2006/relationships/customXml" Target="../ink/ink1267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1405.xml"/><Relationship Id="rId297" Type="http://schemas.openxmlformats.org/officeDocument/2006/relationships/image" Target="NULL"/><Relationship Id="rId441" Type="http://schemas.openxmlformats.org/officeDocument/2006/relationships/image" Target="NULL"/><Relationship Id="rId40" Type="http://schemas.openxmlformats.org/officeDocument/2006/relationships/customXml" Target="../ink/ink1286.xml"/><Relationship Id="rId115" Type="http://schemas.openxmlformats.org/officeDocument/2006/relationships/image" Target="NULL"/><Relationship Id="rId136" Type="http://schemas.openxmlformats.org/officeDocument/2006/relationships/image" Target="NULL"/><Relationship Id="rId157" Type="http://schemas.openxmlformats.org/officeDocument/2006/relationships/customXml" Target="../ink/ink1345.xml"/><Relationship Id="rId178" Type="http://schemas.openxmlformats.org/officeDocument/2006/relationships/image" Target="NULL"/><Relationship Id="rId301" Type="http://schemas.openxmlformats.org/officeDocument/2006/relationships/image" Target="NULL"/><Relationship Id="rId322" Type="http://schemas.openxmlformats.org/officeDocument/2006/relationships/customXml" Target="../ink/ink1428.xml"/><Relationship Id="rId343" Type="http://schemas.openxmlformats.org/officeDocument/2006/relationships/image" Target="NULL"/><Relationship Id="rId364" Type="http://schemas.openxmlformats.org/officeDocument/2006/relationships/customXml" Target="../ink/ink1449.xml"/><Relationship Id="rId61" Type="http://schemas.openxmlformats.org/officeDocument/2006/relationships/image" Target="NULL"/><Relationship Id="rId82" Type="http://schemas.openxmlformats.org/officeDocument/2006/relationships/customXml" Target="../ink/ink1307.xml"/><Relationship Id="rId199" Type="http://schemas.openxmlformats.org/officeDocument/2006/relationships/customXml" Target="../ink/ink1366.xml"/><Relationship Id="rId203" Type="http://schemas.openxmlformats.org/officeDocument/2006/relationships/customXml" Target="../ink/ink1368.xml"/><Relationship Id="rId385" Type="http://schemas.openxmlformats.org/officeDocument/2006/relationships/customXml" Target="../ink/ink1460.xml"/><Relationship Id="rId19" Type="http://schemas.openxmlformats.org/officeDocument/2006/relationships/image" Target="NULL"/><Relationship Id="rId224" Type="http://schemas.openxmlformats.org/officeDocument/2006/relationships/customXml" Target="../ink/ink1379.xml"/><Relationship Id="rId245" Type="http://schemas.openxmlformats.org/officeDocument/2006/relationships/image" Target="NULL"/><Relationship Id="rId266" Type="http://schemas.openxmlformats.org/officeDocument/2006/relationships/customXml" Target="../ink/ink1400.xml"/><Relationship Id="rId287" Type="http://schemas.openxmlformats.org/officeDocument/2006/relationships/image" Target="NULL"/><Relationship Id="rId410" Type="http://schemas.openxmlformats.org/officeDocument/2006/relationships/customXml" Target="../ink/ink1473.xml"/><Relationship Id="rId431" Type="http://schemas.openxmlformats.org/officeDocument/2006/relationships/image" Target="NULL"/><Relationship Id="rId30" Type="http://schemas.openxmlformats.org/officeDocument/2006/relationships/customXml" Target="../ink/ink1281.xml"/><Relationship Id="rId105" Type="http://schemas.openxmlformats.org/officeDocument/2006/relationships/image" Target="NULL"/><Relationship Id="rId126" Type="http://schemas.openxmlformats.org/officeDocument/2006/relationships/customXml" Target="../ink/ink1329.xml"/><Relationship Id="rId147" Type="http://schemas.openxmlformats.org/officeDocument/2006/relationships/customXml" Target="../ink/ink1340.xml"/><Relationship Id="rId168" Type="http://schemas.openxmlformats.org/officeDocument/2006/relationships/image" Target="NULL"/><Relationship Id="rId312" Type="http://schemas.openxmlformats.org/officeDocument/2006/relationships/customXml" Target="../ink/ink1423.xml"/><Relationship Id="rId333" Type="http://schemas.openxmlformats.org/officeDocument/2006/relationships/image" Target="NULL"/><Relationship Id="rId354" Type="http://schemas.openxmlformats.org/officeDocument/2006/relationships/customXml" Target="../ink/ink1444.xml"/><Relationship Id="rId51" Type="http://schemas.openxmlformats.org/officeDocument/2006/relationships/image" Target="NULL"/><Relationship Id="rId72" Type="http://schemas.openxmlformats.org/officeDocument/2006/relationships/customXml" Target="../ink/ink1302.xml"/><Relationship Id="rId93" Type="http://schemas.openxmlformats.org/officeDocument/2006/relationships/image" Target="NULL"/><Relationship Id="rId189" Type="http://schemas.openxmlformats.org/officeDocument/2006/relationships/customXml" Target="../ink/ink1361.xml"/><Relationship Id="rId375" Type="http://schemas.openxmlformats.org/officeDocument/2006/relationships/image" Target="NULL"/><Relationship Id="rId396" Type="http://schemas.openxmlformats.org/officeDocument/2006/relationships/customXml" Target="../ink/ink1466.xml"/><Relationship Id="rId3" Type="http://schemas.openxmlformats.org/officeDocument/2006/relationships/image" Target="NULL"/><Relationship Id="rId214" Type="http://schemas.openxmlformats.org/officeDocument/2006/relationships/customXml" Target="../ink/ink1374.xml"/><Relationship Id="rId235" Type="http://schemas.openxmlformats.org/officeDocument/2006/relationships/image" Target="NULL"/><Relationship Id="rId256" Type="http://schemas.openxmlformats.org/officeDocument/2006/relationships/customXml" Target="../ink/ink1395.xml"/><Relationship Id="rId277" Type="http://schemas.openxmlformats.org/officeDocument/2006/relationships/image" Target="NULL"/><Relationship Id="rId298" Type="http://schemas.openxmlformats.org/officeDocument/2006/relationships/customXml" Target="../ink/ink1416.xml"/><Relationship Id="rId400" Type="http://schemas.openxmlformats.org/officeDocument/2006/relationships/customXml" Target="../ink/ink1468.xml"/><Relationship Id="rId421" Type="http://schemas.openxmlformats.org/officeDocument/2006/relationships/image" Target="NULL"/><Relationship Id="rId442" Type="http://schemas.openxmlformats.org/officeDocument/2006/relationships/customXml" Target="../ink/ink1489.xml"/><Relationship Id="rId116" Type="http://schemas.openxmlformats.org/officeDocument/2006/relationships/customXml" Target="../ink/ink1324.xml"/><Relationship Id="rId137" Type="http://schemas.openxmlformats.org/officeDocument/2006/relationships/customXml" Target="../ink/ink1335.xml"/><Relationship Id="rId158" Type="http://schemas.openxmlformats.org/officeDocument/2006/relationships/image" Target="NULL"/><Relationship Id="rId302" Type="http://schemas.openxmlformats.org/officeDocument/2006/relationships/customXml" Target="../ink/ink1418.xml"/><Relationship Id="rId323" Type="http://schemas.openxmlformats.org/officeDocument/2006/relationships/image" Target="NULL"/><Relationship Id="rId344" Type="http://schemas.openxmlformats.org/officeDocument/2006/relationships/customXml" Target="../ink/ink1439.xml"/><Relationship Id="rId20" Type="http://schemas.openxmlformats.org/officeDocument/2006/relationships/customXml" Target="../ink/ink1276.xml"/><Relationship Id="rId41" Type="http://schemas.openxmlformats.org/officeDocument/2006/relationships/image" Target="NULL"/><Relationship Id="rId62" Type="http://schemas.openxmlformats.org/officeDocument/2006/relationships/customXml" Target="../ink/ink1297.xml"/><Relationship Id="rId83" Type="http://schemas.openxmlformats.org/officeDocument/2006/relationships/image" Target="NULL"/><Relationship Id="rId179" Type="http://schemas.openxmlformats.org/officeDocument/2006/relationships/customXml" Target="../ink/ink1356.xml"/><Relationship Id="rId365" Type="http://schemas.openxmlformats.org/officeDocument/2006/relationships/image" Target="NULL"/><Relationship Id="rId386" Type="http://schemas.openxmlformats.org/officeDocument/2006/relationships/image" Target="NULL"/><Relationship Id="rId190" Type="http://schemas.openxmlformats.org/officeDocument/2006/relationships/image" Target="NULL"/><Relationship Id="rId204" Type="http://schemas.openxmlformats.org/officeDocument/2006/relationships/image" Target="NULL"/><Relationship Id="rId225" Type="http://schemas.openxmlformats.org/officeDocument/2006/relationships/image" Target="NULL"/><Relationship Id="rId246" Type="http://schemas.openxmlformats.org/officeDocument/2006/relationships/customXml" Target="../ink/ink1390.xml"/><Relationship Id="rId267" Type="http://schemas.openxmlformats.org/officeDocument/2006/relationships/image" Target="NULL"/><Relationship Id="rId288" Type="http://schemas.openxmlformats.org/officeDocument/2006/relationships/customXml" Target="../ink/ink1411.xml"/><Relationship Id="rId411" Type="http://schemas.openxmlformats.org/officeDocument/2006/relationships/image" Target="NULL"/><Relationship Id="rId432" Type="http://schemas.openxmlformats.org/officeDocument/2006/relationships/customXml" Target="../ink/ink1484.xml"/><Relationship Id="rId106" Type="http://schemas.openxmlformats.org/officeDocument/2006/relationships/customXml" Target="../ink/ink1319.xml"/><Relationship Id="rId127" Type="http://schemas.openxmlformats.org/officeDocument/2006/relationships/customXml" Target="../ink/ink1330.xml"/><Relationship Id="rId313" Type="http://schemas.openxmlformats.org/officeDocument/2006/relationships/image" Target="NULL"/><Relationship Id="rId10" Type="http://schemas.openxmlformats.org/officeDocument/2006/relationships/customXml" Target="../ink/ink1271.xml"/><Relationship Id="rId31" Type="http://schemas.openxmlformats.org/officeDocument/2006/relationships/image" Target="NULL"/><Relationship Id="rId52" Type="http://schemas.openxmlformats.org/officeDocument/2006/relationships/customXml" Target="../ink/ink1292.xml"/><Relationship Id="rId73" Type="http://schemas.openxmlformats.org/officeDocument/2006/relationships/image" Target="NULL"/><Relationship Id="rId94" Type="http://schemas.openxmlformats.org/officeDocument/2006/relationships/customXml" Target="../ink/ink1313.xml"/><Relationship Id="rId148" Type="http://schemas.openxmlformats.org/officeDocument/2006/relationships/image" Target="NULL"/><Relationship Id="rId169" Type="http://schemas.openxmlformats.org/officeDocument/2006/relationships/customXml" Target="../ink/ink1351.xml"/><Relationship Id="rId334" Type="http://schemas.openxmlformats.org/officeDocument/2006/relationships/customXml" Target="../ink/ink1434.xml"/><Relationship Id="rId355" Type="http://schemas.openxmlformats.org/officeDocument/2006/relationships/image" Target="NULL"/><Relationship Id="rId376" Type="http://schemas.openxmlformats.org/officeDocument/2006/relationships/customXml" Target="../ink/ink1455.xml"/><Relationship Id="rId397" Type="http://schemas.openxmlformats.org/officeDocument/2006/relationships/image" Target="NULL"/><Relationship Id="rId4" Type="http://schemas.openxmlformats.org/officeDocument/2006/relationships/customXml" Target="../ink/ink1268.xml"/><Relationship Id="rId180" Type="http://schemas.openxmlformats.org/officeDocument/2006/relationships/image" Target="NULL"/><Relationship Id="rId215" Type="http://schemas.openxmlformats.org/officeDocument/2006/relationships/image" Target="NULL"/><Relationship Id="rId236" Type="http://schemas.openxmlformats.org/officeDocument/2006/relationships/customXml" Target="../ink/ink1385.xml"/><Relationship Id="rId257" Type="http://schemas.openxmlformats.org/officeDocument/2006/relationships/image" Target="NULL"/><Relationship Id="rId278" Type="http://schemas.openxmlformats.org/officeDocument/2006/relationships/customXml" Target="../ink/ink1406.xml"/><Relationship Id="rId401" Type="http://schemas.openxmlformats.org/officeDocument/2006/relationships/image" Target="NULL"/><Relationship Id="rId422" Type="http://schemas.openxmlformats.org/officeDocument/2006/relationships/customXml" Target="../ink/ink1479.xml"/><Relationship Id="rId443" Type="http://schemas.openxmlformats.org/officeDocument/2006/relationships/image" Target="NULL"/><Relationship Id="rId303" Type="http://schemas.openxmlformats.org/officeDocument/2006/relationships/image" Target="NULL"/><Relationship Id="rId42" Type="http://schemas.openxmlformats.org/officeDocument/2006/relationships/customXml" Target="../ink/ink1287.xml"/><Relationship Id="rId84" Type="http://schemas.openxmlformats.org/officeDocument/2006/relationships/customXml" Target="../ink/ink1308.xml"/><Relationship Id="rId138" Type="http://schemas.openxmlformats.org/officeDocument/2006/relationships/image" Target="NULL"/><Relationship Id="rId345" Type="http://schemas.openxmlformats.org/officeDocument/2006/relationships/image" Target="NULL"/><Relationship Id="rId387" Type="http://schemas.openxmlformats.org/officeDocument/2006/relationships/customXml" Target="../ink/ink1461.xml"/><Relationship Id="rId191" Type="http://schemas.openxmlformats.org/officeDocument/2006/relationships/customXml" Target="../ink/ink1362.xml"/><Relationship Id="rId205" Type="http://schemas.openxmlformats.org/officeDocument/2006/relationships/customXml" Target="../ink/ink1369.xml"/><Relationship Id="rId247" Type="http://schemas.openxmlformats.org/officeDocument/2006/relationships/image" Target="NULL"/><Relationship Id="rId412" Type="http://schemas.openxmlformats.org/officeDocument/2006/relationships/customXml" Target="../ink/ink1474.xm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1341.xml"/><Relationship Id="rId314" Type="http://schemas.openxmlformats.org/officeDocument/2006/relationships/customXml" Target="../ink/ink1424.xml"/><Relationship Id="rId356" Type="http://schemas.openxmlformats.org/officeDocument/2006/relationships/customXml" Target="../ink/ink1445.xml"/><Relationship Id="rId398" Type="http://schemas.openxmlformats.org/officeDocument/2006/relationships/customXml" Target="../ink/ink1467.xml"/><Relationship Id="rId95" Type="http://schemas.openxmlformats.org/officeDocument/2006/relationships/image" Target="NULL"/><Relationship Id="rId160" Type="http://schemas.openxmlformats.org/officeDocument/2006/relationships/image" Target="NULL"/><Relationship Id="rId216" Type="http://schemas.openxmlformats.org/officeDocument/2006/relationships/customXml" Target="../ink/ink1375.xml"/><Relationship Id="rId423" Type="http://schemas.openxmlformats.org/officeDocument/2006/relationships/image" Target="NULL"/><Relationship Id="rId258" Type="http://schemas.openxmlformats.org/officeDocument/2006/relationships/customXml" Target="../ink/ink1396.xml"/><Relationship Id="rId22" Type="http://schemas.openxmlformats.org/officeDocument/2006/relationships/customXml" Target="../ink/ink1277.xml"/><Relationship Id="rId64" Type="http://schemas.openxmlformats.org/officeDocument/2006/relationships/customXml" Target="../ink/ink1298.xml"/><Relationship Id="rId118" Type="http://schemas.openxmlformats.org/officeDocument/2006/relationships/customXml" Target="../ink/ink1325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customXml" Target="../ink/ink1352.xm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1485.xml"/><Relationship Id="rId33" Type="http://schemas.openxmlformats.org/officeDocument/2006/relationships/image" Target="NULL"/><Relationship Id="rId129" Type="http://schemas.openxmlformats.org/officeDocument/2006/relationships/customXml" Target="../ink/ink1331.xml"/><Relationship Id="rId280" Type="http://schemas.openxmlformats.org/officeDocument/2006/relationships/customXml" Target="../ink/ink1407.xml"/><Relationship Id="rId336" Type="http://schemas.openxmlformats.org/officeDocument/2006/relationships/customXml" Target="../ink/ink1435.xm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image" Target="NULL"/><Relationship Id="rId378" Type="http://schemas.openxmlformats.org/officeDocument/2006/relationships/customXml" Target="../ink/ink1456.xml"/><Relationship Id="rId403" Type="http://schemas.openxmlformats.org/officeDocument/2006/relationships/image" Target="NULL"/><Relationship Id="rId6" Type="http://schemas.openxmlformats.org/officeDocument/2006/relationships/customXml" Target="../ink/ink1269.xml"/><Relationship Id="rId238" Type="http://schemas.openxmlformats.org/officeDocument/2006/relationships/customXml" Target="../ink/ink1386.xml"/><Relationship Id="rId445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1288.xml"/><Relationship Id="rId86" Type="http://schemas.openxmlformats.org/officeDocument/2006/relationships/customXml" Target="../ink/ink1309.xml"/><Relationship Id="rId151" Type="http://schemas.openxmlformats.org/officeDocument/2006/relationships/customXml" Target="../ink/ink1342.xml"/><Relationship Id="rId389" Type="http://schemas.openxmlformats.org/officeDocument/2006/relationships/customXml" Target="../ink/ink1462.xml"/><Relationship Id="rId193" Type="http://schemas.openxmlformats.org/officeDocument/2006/relationships/customXml" Target="../ink/ink1363.xml"/><Relationship Id="rId207" Type="http://schemas.openxmlformats.org/officeDocument/2006/relationships/customXml" Target="../ink/ink1370.xml"/><Relationship Id="rId249" Type="http://schemas.openxmlformats.org/officeDocument/2006/relationships/image" Target="NULL"/><Relationship Id="rId414" Type="http://schemas.openxmlformats.org/officeDocument/2006/relationships/customXml" Target="../ink/ink1475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397.xml"/><Relationship Id="rId316" Type="http://schemas.openxmlformats.org/officeDocument/2006/relationships/customXml" Target="../ink/ink1425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1326.xml"/><Relationship Id="rId358" Type="http://schemas.openxmlformats.org/officeDocument/2006/relationships/customXml" Target="../ink/ink1446.xml"/><Relationship Id="rId162" Type="http://schemas.openxmlformats.org/officeDocument/2006/relationships/image" Target="NULL"/><Relationship Id="rId218" Type="http://schemas.openxmlformats.org/officeDocument/2006/relationships/customXml" Target="../ink/ink1376.xml"/><Relationship Id="rId425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1278.xml"/><Relationship Id="rId66" Type="http://schemas.openxmlformats.org/officeDocument/2006/relationships/customXml" Target="../ink/ink1299.xml"/><Relationship Id="rId131" Type="http://schemas.openxmlformats.org/officeDocument/2006/relationships/customXml" Target="../ink/ink1332.xm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customXml" Target="../ink/ink1353.xml"/><Relationship Id="rId229" Type="http://schemas.openxmlformats.org/officeDocument/2006/relationships/image" Target="NULL"/><Relationship Id="rId380" Type="http://schemas.openxmlformats.org/officeDocument/2006/relationships/customXml" Target="../ink/ink1457.xml"/><Relationship Id="rId436" Type="http://schemas.openxmlformats.org/officeDocument/2006/relationships/customXml" Target="../ink/ink1486.xml"/><Relationship Id="rId240" Type="http://schemas.openxmlformats.org/officeDocument/2006/relationships/customXml" Target="../ink/ink1387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1316.xml"/><Relationship Id="rId282" Type="http://schemas.openxmlformats.org/officeDocument/2006/relationships/customXml" Target="../ink/ink1408.xml"/><Relationship Id="rId338" Type="http://schemas.openxmlformats.org/officeDocument/2006/relationships/customXml" Target="../ink/ink1436.xml"/><Relationship Id="rId8" Type="http://schemas.openxmlformats.org/officeDocument/2006/relationships/customXml" Target="../ink/ink1270.xml"/><Relationship Id="rId142" Type="http://schemas.openxmlformats.org/officeDocument/2006/relationships/image" Target="NULL"/><Relationship Id="rId184" Type="http://schemas.openxmlformats.org/officeDocument/2006/relationships/image" Target="NUL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251" Type="http://schemas.openxmlformats.org/officeDocument/2006/relationships/image" Target="NULL"/><Relationship Id="rId46" Type="http://schemas.openxmlformats.org/officeDocument/2006/relationships/customXml" Target="../ink/ink1289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1310.xml"/><Relationship Id="rId111" Type="http://schemas.openxmlformats.org/officeDocument/2006/relationships/image" Target="NULL"/><Relationship Id="rId153" Type="http://schemas.openxmlformats.org/officeDocument/2006/relationships/customXml" Target="../ink/ink1343.xml"/><Relationship Id="rId195" Type="http://schemas.openxmlformats.org/officeDocument/2006/relationships/customXml" Target="../ink/ink1364.xml"/><Relationship Id="rId209" Type="http://schemas.openxmlformats.org/officeDocument/2006/relationships/customXml" Target="../ink/ink1371.xml"/><Relationship Id="rId360" Type="http://schemas.openxmlformats.org/officeDocument/2006/relationships/customXml" Target="../ink/ink1447.xml"/><Relationship Id="rId416" Type="http://schemas.openxmlformats.org/officeDocument/2006/relationships/customXml" Target="../ink/ink1476.xml"/><Relationship Id="rId220" Type="http://schemas.openxmlformats.org/officeDocument/2006/relationships/customXml" Target="../ink/ink1377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1398.xml"/><Relationship Id="rId318" Type="http://schemas.openxmlformats.org/officeDocument/2006/relationships/customXml" Target="../ink/ink1426.xml"/><Relationship Id="rId99" Type="http://schemas.openxmlformats.org/officeDocument/2006/relationships/image" Target="NULL"/><Relationship Id="rId122" Type="http://schemas.openxmlformats.org/officeDocument/2006/relationships/customXml" Target="../ink/ink1327.xml"/><Relationship Id="rId164" Type="http://schemas.openxmlformats.org/officeDocument/2006/relationships/image" Target="NULL"/><Relationship Id="rId371" Type="http://schemas.openxmlformats.org/officeDocument/2006/relationships/image" Target="NULL"/><Relationship Id="rId427" Type="http://schemas.openxmlformats.org/officeDocument/2006/relationships/image" Target="NULL"/><Relationship Id="rId26" Type="http://schemas.openxmlformats.org/officeDocument/2006/relationships/customXml" Target="../ink/ink1279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68" Type="http://schemas.openxmlformats.org/officeDocument/2006/relationships/customXml" Target="../ink/ink1300.xml"/><Relationship Id="rId133" Type="http://schemas.openxmlformats.org/officeDocument/2006/relationships/customXml" Target="../ink/ink1333.xml"/><Relationship Id="rId175" Type="http://schemas.openxmlformats.org/officeDocument/2006/relationships/customXml" Target="../ink/ink1354.xml"/><Relationship Id="rId340" Type="http://schemas.openxmlformats.org/officeDocument/2006/relationships/customXml" Target="../ink/ink1437.xml"/><Relationship Id="rId200" Type="http://schemas.openxmlformats.org/officeDocument/2006/relationships/image" Target="NULL"/><Relationship Id="rId382" Type="http://schemas.openxmlformats.org/officeDocument/2006/relationships/image" Target="NULL"/><Relationship Id="rId438" Type="http://schemas.openxmlformats.org/officeDocument/2006/relationships/customXml" Target="../ink/ink1487.xml"/><Relationship Id="rId242" Type="http://schemas.openxmlformats.org/officeDocument/2006/relationships/customXml" Target="../ink/ink1388.xml"/><Relationship Id="rId284" Type="http://schemas.openxmlformats.org/officeDocument/2006/relationships/customXml" Target="../ink/ink1409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1317.xml"/><Relationship Id="rId144" Type="http://schemas.openxmlformats.org/officeDocument/2006/relationships/image" Target="NULL"/><Relationship Id="rId90" Type="http://schemas.openxmlformats.org/officeDocument/2006/relationships/customXml" Target="../ink/ink1311.xml"/><Relationship Id="rId186" Type="http://schemas.openxmlformats.org/officeDocument/2006/relationships/image" Target="NUL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customXml" Target="../ink/ink1493.xml"/><Relationship Id="rId211" Type="http://schemas.openxmlformats.org/officeDocument/2006/relationships/customXml" Target="../ink/ink1372.xm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8" Type="http://schemas.openxmlformats.org/officeDocument/2006/relationships/customXml" Target="../ink/ink1290.xml"/><Relationship Id="rId113" Type="http://schemas.openxmlformats.org/officeDocument/2006/relationships/image" Target="NULL"/><Relationship Id="rId320" Type="http://schemas.openxmlformats.org/officeDocument/2006/relationships/customXml" Target="../ink/ink1427.xml"/><Relationship Id="rId155" Type="http://schemas.openxmlformats.org/officeDocument/2006/relationships/customXml" Target="../ink/ink1344.xml"/><Relationship Id="rId197" Type="http://schemas.openxmlformats.org/officeDocument/2006/relationships/customXml" Target="../ink/ink1365.xml"/><Relationship Id="rId362" Type="http://schemas.openxmlformats.org/officeDocument/2006/relationships/customXml" Target="../ink/ink1448.xml"/><Relationship Id="rId418" Type="http://schemas.openxmlformats.org/officeDocument/2006/relationships/customXml" Target="../ink/ink1477.xml"/><Relationship Id="rId222" Type="http://schemas.openxmlformats.org/officeDocument/2006/relationships/customXml" Target="../ink/ink1378.xml"/><Relationship Id="rId264" Type="http://schemas.openxmlformats.org/officeDocument/2006/relationships/customXml" Target="../ink/ink1399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1328.xml"/><Relationship Id="rId70" Type="http://schemas.openxmlformats.org/officeDocument/2006/relationships/customXml" Target="../ink/ink1301.xml"/><Relationship Id="rId166" Type="http://schemas.openxmlformats.org/officeDocument/2006/relationships/image" Target="NUL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1488.xml"/><Relationship Id="rId28" Type="http://schemas.openxmlformats.org/officeDocument/2006/relationships/customXml" Target="../ink/ink1280.xml"/><Relationship Id="rId275" Type="http://schemas.openxmlformats.org/officeDocument/2006/relationships/image" Target="NULL"/><Relationship Id="rId300" Type="http://schemas.openxmlformats.org/officeDocument/2006/relationships/customXml" Target="../ink/ink1417.xml"/><Relationship Id="rId81" Type="http://schemas.openxmlformats.org/officeDocument/2006/relationships/image" Target="NULL"/><Relationship Id="rId135" Type="http://schemas.openxmlformats.org/officeDocument/2006/relationships/customXml" Target="../ink/ink1334.xml"/><Relationship Id="rId177" Type="http://schemas.openxmlformats.org/officeDocument/2006/relationships/customXml" Target="../ink/ink1355.xml"/><Relationship Id="rId342" Type="http://schemas.openxmlformats.org/officeDocument/2006/relationships/customXml" Target="../ink/ink1438.xml"/><Relationship Id="rId384" Type="http://schemas.openxmlformats.org/officeDocument/2006/relationships/image" Target="NULL"/><Relationship Id="rId202" Type="http://schemas.openxmlformats.org/officeDocument/2006/relationships/image" Target="NULL"/><Relationship Id="rId244" Type="http://schemas.openxmlformats.org/officeDocument/2006/relationships/customXml" Target="../ink/ink1389.xml"/><Relationship Id="rId39" Type="http://schemas.openxmlformats.org/officeDocument/2006/relationships/image" Target="NULL"/><Relationship Id="rId286" Type="http://schemas.openxmlformats.org/officeDocument/2006/relationships/customXml" Target="../ink/ink1410.xml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customXml" Target="../ink/ink1655.xml"/><Relationship Id="rId170" Type="http://schemas.openxmlformats.org/officeDocument/2006/relationships/customXml" Target="../ink/ink1578.xml"/><Relationship Id="rId226" Type="http://schemas.openxmlformats.org/officeDocument/2006/relationships/customXml" Target="../ink/ink1606.xml"/><Relationship Id="rId433" Type="http://schemas.openxmlformats.org/officeDocument/2006/relationships/customXml" Target="../ink/ink1710.xml"/><Relationship Id="rId268" Type="http://schemas.openxmlformats.org/officeDocument/2006/relationships/customXml" Target="../ink/ink1627.xml"/><Relationship Id="rId475" Type="http://schemas.openxmlformats.org/officeDocument/2006/relationships/customXml" Target="../ink/ink1731.xml"/><Relationship Id="rId32" Type="http://schemas.openxmlformats.org/officeDocument/2006/relationships/customXml" Target="../ink/ink1509.xml"/><Relationship Id="rId74" Type="http://schemas.openxmlformats.org/officeDocument/2006/relationships/customXml" Target="../ink/ink1530.xml"/><Relationship Id="rId128" Type="http://schemas.openxmlformats.org/officeDocument/2006/relationships/customXml" Target="../ink/ink1557.xml"/><Relationship Id="rId335" Type="http://schemas.openxmlformats.org/officeDocument/2006/relationships/image" Target="NULL"/><Relationship Id="rId377" Type="http://schemas.openxmlformats.org/officeDocument/2006/relationships/image" Target="NULL"/><Relationship Id="rId500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402" Type="http://schemas.openxmlformats.org/officeDocument/2006/relationships/customXml" Target="../ink/ink1694.xml"/><Relationship Id="rId279" Type="http://schemas.openxmlformats.org/officeDocument/2006/relationships/image" Target="NULL"/><Relationship Id="rId444" Type="http://schemas.openxmlformats.org/officeDocument/2006/relationships/image" Target="NUL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1638.xml"/><Relationship Id="rId304" Type="http://schemas.openxmlformats.org/officeDocument/2006/relationships/customXml" Target="../ink/ink1645.xml"/><Relationship Id="rId346" Type="http://schemas.openxmlformats.org/officeDocument/2006/relationships/customXml" Target="../ink/ink1666.xml"/><Relationship Id="rId388" Type="http://schemas.openxmlformats.org/officeDocument/2006/relationships/customXml" Target="../ink/ink1687.xml"/><Relationship Id="rId511" Type="http://schemas.openxmlformats.org/officeDocument/2006/relationships/customXml" Target="../ink/ink1749.xml"/><Relationship Id="rId85" Type="http://schemas.openxmlformats.org/officeDocument/2006/relationships/image" Target="NULL"/><Relationship Id="rId150" Type="http://schemas.openxmlformats.org/officeDocument/2006/relationships/customXml" Target="../ink/ink1568.xml"/><Relationship Id="rId192" Type="http://schemas.openxmlformats.org/officeDocument/2006/relationships/customXml" Target="../ink/ink1589.xml"/><Relationship Id="rId206" Type="http://schemas.openxmlformats.org/officeDocument/2006/relationships/customXml" Target="../ink/ink1596.xml"/><Relationship Id="rId413" Type="http://schemas.openxmlformats.org/officeDocument/2006/relationships/image" Target="NULL"/><Relationship Id="rId248" Type="http://schemas.openxmlformats.org/officeDocument/2006/relationships/customXml" Target="../ink/ink1617.xml"/><Relationship Id="rId455" Type="http://schemas.openxmlformats.org/officeDocument/2006/relationships/customXml" Target="../ink/ink1721.xml"/><Relationship Id="rId497" Type="http://schemas.openxmlformats.org/officeDocument/2006/relationships/customXml" Target="../ink/ink1742.xml"/><Relationship Id="rId12" Type="http://schemas.openxmlformats.org/officeDocument/2006/relationships/customXml" Target="../ink/ink1499.xml"/><Relationship Id="rId108" Type="http://schemas.openxmlformats.org/officeDocument/2006/relationships/customXml" Target="../ink/ink1547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1520.xml"/><Relationship Id="rId96" Type="http://schemas.openxmlformats.org/officeDocument/2006/relationships/customXml" Target="../ink/ink1541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1705.xm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1628.xml"/><Relationship Id="rId326" Type="http://schemas.openxmlformats.org/officeDocument/2006/relationships/customXml" Target="../ink/ink1656.xml"/><Relationship Id="rId65" Type="http://schemas.openxmlformats.org/officeDocument/2006/relationships/image" Target="NULL"/><Relationship Id="rId130" Type="http://schemas.openxmlformats.org/officeDocument/2006/relationships/customXml" Target="../ink/ink1558.xml"/><Relationship Id="rId368" Type="http://schemas.openxmlformats.org/officeDocument/2006/relationships/customXml" Target="../ink/ink1677.xml"/><Relationship Id="rId172" Type="http://schemas.openxmlformats.org/officeDocument/2006/relationships/customXml" Target="../ink/ink1579.xml"/><Relationship Id="rId228" Type="http://schemas.openxmlformats.org/officeDocument/2006/relationships/customXml" Target="../ink/ink1607.xml"/><Relationship Id="rId435" Type="http://schemas.openxmlformats.org/officeDocument/2006/relationships/customXml" Target="../ink/ink1711.xml"/><Relationship Id="rId477" Type="http://schemas.openxmlformats.org/officeDocument/2006/relationships/customXml" Target="../ink/ink1732.xml"/><Relationship Id="rId281" Type="http://schemas.openxmlformats.org/officeDocument/2006/relationships/image" Target="NULL"/><Relationship Id="rId337" Type="http://schemas.openxmlformats.org/officeDocument/2006/relationships/image" Target="NULL"/><Relationship Id="rId502" Type="http://schemas.openxmlformats.org/officeDocument/2006/relationships/image" Target="NULL"/><Relationship Id="rId34" Type="http://schemas.openxmlformats.org/officeDocument/2006/relationships/customXml" Target="../ink/ink1510.xml"/><Relationship Id="rId76" Type="http://schemas.openxmlformats.org/officeDocument/2006/relationships/customXml" Target="../ink/ink1531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1688.xml"/><Relationship Id="rId404" Type="http://schemas.openxmlformats.org/officeDocument/2006/relationships/customXml" Target="../ink/ink1695.xml"/><Relationship Id="rId446" Type="http://schemas.openxmlformats.org/officeDocument/2006/relationships/image" Target="NULL"/><Relationship Id="rId250" Type="http://schemas.openxmlformats.org/officeDocument/2006/relationships/customXml" Target="../ink/ink1618.xml"/><Relationship Id="rId292" Type="http://schemas.openxmlformats.org/officeDocument/2006/relationships/customXml" Target="../ink/ink1639.xml"/><Relationship Id="rId306" Type="http://schemas.openxmlformats.org/officeDocument/2006/relationships/customXml" Target="../ink/ink1646.xml"/><Relationship Id="rId488" Type="http://schemas.openxmlformats.org/officeDocument/2006/relationships/image" Target="NUL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1548.xml"/><Relationship Id="rId348" Type="http://schemas.openxmlformats.org/officeDocument/2006/relationships/customXml" Target="../ink/ink1667.xml"/><Relationship Id="rId513" Type="http://schemas.openxmlformats.org/officeDocument/2006/relationships/customXml" Target="../ink/ink1750.xml"/><Relationship Id="rId152" Type="http://schemas.openxmlformats.org/officeDocument/2006/relationships/customXml" Target="../ink/ink1569.xml"/><Relationship Id="rId194" Type="http://schemas.openxmlformats.org/officeDocument/2006/relationships/customXml" Target="../ink/ink1590.xml"/><Relationship Id="rId208" Type="http://schemas.openxmlformats.org/officeDocument/2006/relationships/customXml" Target="../ink/ink1597.xml"/><Relationship Id="rId415" Type="http://schemas.openxmlformats.org/officeDocument/2006/relationships/image" Target="NULL"/><Relationship Id="rId457" Type="http://schemas.openxmlformats.org/officeDocument/2006/relationships/customXml" Target="../ink/ink1722.xml"/><Relationship Id="rId261" Type="http://schemas.openxmlformats.org/officeDocument/2006/relationships/image" Target="NULL"/><Relationship Id="rId499" Type="http://schemas.openxmlformats.org/officeDocument/2006/relationships/customXml" Target="../ink/ink1743.xml"/><Relationship Id="rId14" Type="http://schemas.openxmlformats.org/officeDocument/2006/relationships/customXml" Target="../ink/ink1500.xml"/><Relationship Id="rId56" Type="http://schemas.openxmlformats.org/officeDocument/2006/relationships/customXml" Target="../ink/ink1521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1542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1678.xml"/><Relationship Id="rId426" Type="http://schemas.openxmlformats.org/officeDocument/2006/relationships/customXml" Target="../ink/ink1706.xml"/><Relationship Id="rId230" Type="http://schemas.openxmlformats.org/officeDocument/2006/relationships/customXml" Target="../ink/ink1608.xml"/><Relationship Id="rId468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1629.xml"/><Relationship Id="rId328" Type="http://schemas.openxmlformats.org/officeDocument/2006/relationships/customXml" Target="../ink/ink1657.xml"/><Relationship Id="rId132" Type="http://schemas.openxmlformats.org/officeDocument/2006/relationships/customXml" Target="../ink/ink1559.xml"/><Relationship Id="rId174" Type="http://schemas.openxmlformats.org/officeDocument/2006/relationships/customXml" Target="../ink/ink1580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customXml" Target="../ink/ink1712.xml"/><Relationship Id="rId479" Type="http://schemas.openxmlformats.org/officeDocument/2006/relationships/customXml" Target="../ink/ink1733.xml"/><Relationship Id="rId36" Type="http://schemas.openxmlformats.org/officeDocument/2006/relationships/customXml" Target="../ink/ink1511.xm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image" Target="NULL"/><Relationship Id="rId504" Type="http://schemas.openxmlformats.org/officeDocument/2006/relationships/image" Target="NULL"/><Relationship Id="rId78" Type="http://schemas.openxmlformats.org/officeDocument/2006/relationships/customXml" Target="../ink/ink1532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1668.xml"/><Relationship Id="rId406" Type="http://schemas.openxmlformats.org/officeDocument/2006/relationships/customXml" Target="../ink/ink1696.xml"/><Relationship Id="rId9" Type="http://schemas.openxmlformats.org/officeDocument/2006/relationships/image" Target="NULL"/><Relationship Id="rId210" Type="http://schemas.openxmlformats.org/officeDocument/2006/relationships/customXml" Target="../ink/ink1598.xml"/><Relationship Id="rId392" Type="http://schemas.openxmlformats.org/officeDocument/2006/relationships/customXml" Target="../ink/ink1689.xml"/><Relationship Id="rId448" Type="http://schemas.openxmlformats.org/officeDocument/2006/relationships/image" Target="NULL"/><Relationship Id="rId252" Type="http://schemas.openxmlformats.org/officeDocument/2006/relationships/customXml" Target="../ink/ink1619.xml"/><Relationship Id="rId294" Type="http://schemas.openxmlformats.org/officeDocument/2006/relationships/customXml" Target="../ink/ink1640.xml"/><Relationship Id="rId308" Type="http://schemas.openxmlformats.org/officeDocument/2006/relationships/customXml" Target="../ink/ink1647.xml"/><Relationship Id="rId515" Type="http://schemas.openxmlformats.org/officeDocument/2006/relationships/customXml" Target="../ink/ink1751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1549.xml"/><Relationship Id="rId154" Type="http://schemas.openxmlformats.org/officeDocument/2006/relationships/customXml" Target="../ink/ink1570.xml"/><Relationship Id="rId361" Type="http://schemas.openxmlformats.org/officeDocument/2006/relationships/image" Target="NULL"/><Relationship Id="rId196" Type="http://schemas.openxmlformats.org/officeDocument/2006/relationships/customXml" Target="../ink/ink1591.xml"/><Relationship Id="rId417" Type="http://schemas.openxmlformats.org/officeDocument/2006/relationships/image" Target="NULL"/><Relationship Id="rId459" Type="http://schemas.openxmlformats.org/officeDocument/2006/relationships/customXml" Target="../ink/ink1723.xml"/><Relationship Id="rId16" Type="http://schemas.openxmlformats.org/officeDocument/2006/relationships/customXml" Target="../ink/ink1501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image" Target="NULL"/><Relationship Id="rId58" Type="http://schemas.openxmlformats.org/officeDocument/2006/relationships/customXml" Target="../ink/ink1522.xml"/><Relationship Id="rId123" Type="http://schemas.openxmlformats.org/officeDocument/2006/relationships/image" Target="NULL"/><Relationship Id="rId330" Type="http://schemas.openxmlformats.org/officeDocument/2006/relationships/customXml" Target="../ink/ink1658.xml"/><Relationship Id="rId165" Type="http://schemas.openxmlformats.org/officeDocument/2006/relationships/image" Target="NULL"/><Relationship Id="rId372" Type="http://schemas.openxmlformats.org/officeDocument/2006/relationships/customXml" Target="../ink/ink1679.xml"/><Relationship Id="rId428" Type="http://schemas.openxmlformats.org/officeDocument/2006/relationships/customXml" Target="../ink/ink1707.xml"/><Relationship Id="rId232" Type="http://schemas.openxmlformats.org/officeDocument/2006/relationships/customXml" Target="../ink/ink1609.xml"/><Relationship Id="rId274" Type="http://schemas.openxmlformats.org/officeDocument/2006/relationships/customXml" Target="../ink/ink1630.xml"/><Relationship Id="rId481" Type="http://schemas.openxmlformats.org/officeDocument/2006/relationships/customXml" Target="../ink/ink1734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1560.xml"/><Relationship Id="rId80" Type="http://schemas.openxmlformats.org/officeDocument/2006/relationships/customXml" Target="../ink/ink1533.xml"/><Relationship Id="rId176" Type="http://schemas.openxmlformats.org/officeDocument/2006/relationships/customXml" Target="../ink/ink1581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customXml" Target="../ink/ink1713.xm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image" Target="NULL"/><Relationship Id="rId506" Type="http://schemas.openxmlformats.org/officeDocument/2006/relationships/image" Target="NULL"/><Relationship Id="rId38" Type="http://schemas.openxmlformats.org/officeDocument/2006/relationships/customXml" Target="../ink/ink1512.xml"/><Relationship Id="rId103" Type="http://schemas.openxmlformats.org/officeDocument/2006/relationships/image" Target="NULL"/><Relationship Id="rId310" Type="http://schemas.openxmlformats.org/officeDocument/2006/relationships/customXml" Target="../ink/ink1648.xml"/><Relationship Id="rId492" Type="http://schemas.openxmlformats.org/officeDocument/2006/relationships/image" Target="NUL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1669.xml"/><Relationship Id="rId394" Type="http://schemas.openxmlformats.org/officeDocument/2006/relationships/customXml" Target="../ink/ink1690.xml"/><Relationship Id="rId408" Type="http://schemas.openxmlformats.org/officeDocument/2006/relationships/customXml" Target="../ink/ink1697.xml"/><Relationship Id="rId212" Type="http://schemas.openxmlformats.org/officeDocument/2006/relationships/customXml" Target="../ink/ink1599.xml"/><Relationship Id="rId254" Type="http://schemas.openxmlformats.org/officeDocument/2006/relationships/customXml" Target="../ink/ink1620.xml"/><Relationship Id="rId49" Type="http://schemas.openxmlformats.org/officeDocument/2006/relationships/image" Target="NULL"/><Relationship Id="rId114" Type="http://schemas.openxmlformats.org/officeDocument/2006/relationships/customXml" Target="../ink/ink1550.xml"/><Relationship Id="rId296" Type="http://schemas.openxmlformats.org/officeDocument/2006/relationships/customXml" Target="../ink/ink1641.xml"/><Relationship Id="rId461" Type="http://schemas.openxmlformats.org/officeDocument/2006/relationships/customXml" Target="../ink/ink1724.xml"/><Relationship Id="rId517" Type="http://schemas.openxmlformats.org/officeDocument/2006/relationships/customXml" Target="../ink/ink1752.xml"/><Relationship Id="rId60" Type="http://schemas.openxmlformats.org/officeDocument/2006/relationships/customXml" Target="../ink/ink1523.xml"/><Relationship Id="rId156" Type="http://schemas.openxmlformats.org/officeDocument/2006/relationships/customXml" Target="../ink/ink1571.xml"/><Relationship Id="rId198" Type="http://schemas.openxmlformats.org/officeDocument/2006/relationships/customXml" Target="../ink/ink1592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1708.xml"/><Relationship Id="rId18" Type="http://schemas.openxmlformats.org/officeDocument/2006/relationships/customXml" Target="../ink/ink1502.xml"/><Relationship Id="rId265" Type="http://schemas.openxmlformats.org/officeDocument/2006/relationships/image" Target="NULL"/><Relationship Id="rId472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1659.xml"/><Relationship Id="rId374" Type="http://schemas.openxmlformats.org/officeDocument/2006/relationships/customXml" Target="../ink/ink1680.xml"/><Relationship Id="rId71" Type="http://schemas.openxmlformats.org/officeDocument/2006/relationships/image" Target="NULL"/><Relationship Id="rId234" Type="http://schemas.openxmlformats.org/officeDocument/2006/relationships/customXml" Target="../ink/ink1610.xml"/><Relationship Id="rId2" Type="http://schemas.openxmlformats.org/officeDocument/2006/relationships/customXml" Target="../ink/ink1494.xml"/><Relationship Id="rId29" Type="http://schemas.openxmlformats.org/officeDocument/2006/relationships/image" Target="NULL"/><Relationship Id="rId276" Type="http://schemas.openxmlformats.org/officeDocument/2006/relationships/customXml" Target="../ink/ink1631.xml"/><Relationship Id="rId441" Type="http://schemas.openxmlformats.org/officeDocument/2006/relationships/customXml" Target="../ink/ink1714.xml"/><Relationship Id="rId483" Type="http://schemas.openxmlformats.org/officeDocument/2006/relationships/customXml" Target="../ink/ink1735.xml"/><Relationship Id="rId40" Type="http://schemas.openxmlformats.org/officeDocument/2006/relationships/customXml" Target="../ink/ink1513.xml"/><Relationship Id="rId136" Type="http://schemas.openxmlformats.org/officeDocument/2006/relationships/customXml" Target="../ink/ink1561.xml"/><Relationship Id="rId178" Type="http://schemas.openxmlformats.org/officeDocument/2006/relationships/customXml" Target="../ink/ink1582.xml"/><Relationship Id="rId301" Type="http://schemas.openxmlformats.org/officeDocument/2006/relationships/image" Target="NULL"/><Relationship Id="rId343" Type="http://schemas.openxmlformats.org/officeDocument/2006/relationships/image" Target="NULL"/><Relationship Id="rId82" Type="http://schemas.openxmlformats.org/officeDocument/2006/relationships/customXml" Target="../ink/ink1534.xml"/><Relationship Id="rId203" Type="http://schemas.openxmlformats.org/officeDocument/2006/relationships/image" Target="NULL"/><Relationship Id="rId385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1698.xm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1649.xml"/><Relationship Id="rId354" Type="http://schemas.openxmlformats.org/officeDocument/2006/relationships/customXml" Target="../ink/ink1670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1691.xml"/><Relationship Id="rId214" Type="http://schemas.openxmlformats.org/officeDocument/2006/relationships/customXml" Target="../ink/ink1600.xml"/><Relationship Id="rId256" Type="http://schemas.openxmlformats.org/officeDocument/2006/relationships/customXml" Target="../ink/ink1621.xml"/><Relationship Id="rId298" Type="http://schemas.openxmlformats.org/officeDocument/2006/relationships/customXml" Target="../ink/ink1642.xml"/><Relationship Id="rId421" Type="http://schemas.openxmlformats.org/officeDocument/2006/relationships/image" Target="NULL"/><Relationship Id="rId463" Type="http://schemas.openxmlformats.org/officeDocument/2006/relationships/customXml" Target="../ink/ink1725.xml"/><Relationship Id="rId116" Type="http://schemas.openxmlformats.org/officeDocument/2006/relationships/customXml" Target="../ink/ink1551.xml"/><Relationship Id="rId158" Type="http://schemas.openxmlformats.org/officeDocument/2006/relationships/customXml" Target="../ink/ink1572.xml"/><Relationship Id="rId323" Type="http://schemas.openxmlformats.org/officeDocument/2006/relationships/image" Target="NULL"/><Relationship Id="rId20" Type="http://schemas.openxmlformats.org/officeDocument/2006/relationships/customXml" Target="../ink/ink1503.xml"/><Relationship Id="rId62" Type="http://schemas.openxmlformats.org/officeDocument/2006/relationships/customXml" Target="../ink/ink1524.xml"/><Relationship Id="rId365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image" Target="NULL"/><Relationship Id="rId474" Type="http://schemas.openxmlformats.org/officeDocument/2006/relationships/image" Target="NUL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1660.xml"/><Relationship Id="rId376" Type="http://schemas.openxmlformats.org/officeDocument/2006/relationships/customXml" Target="../ink/ink1681.xml"/><Relationship Id="rId4" Type="http://schemas.openxmlformats.org/officeDocument/2006/relationships/customXml" Target="../ink/ink1495.xml"/><Relationship Id="rId180" Type="http://schemas.openxmlformats.org/officeDocument/2006/relationships/customXml" Target="../ink/ink1583.xml"/><Relationship Id="rId236" Type="http://schemas.openxmlformats.org/officeDocument/2006/relationships/customXml" Target="../ink/ink1611.xml"/><Relationship Id="rId278" Type="http://schemas.openxmlformats.org/officeDocument/2006/relationships/customXml" Target="../ink/ink1632.xml"/><Relationship Id="rId401" Type="http://schemas.openxmlformats.org/officeDocument/2006/relationships/image" Target="NULL"/><Relationship Id="rId443" Type="http://schemas.openxmlformats.org/officeDocument/2006/relationships/customXml" Target="../ink/ink1715.xml"/><Relationship Id="rId303" Type="http://schemas.openxmlformats.org/officeDocument/2006/relationships/image" Target="NULL"/><Relationship Id="rId485" Type="http://schemas.openxmlformats.org/officeDocument/2006/relationships/customXml" Target="../ink/ink1736.xml"/><Relationship Id="rId42" Type="http://schemas.openxmlformats.org/officeDocument/2006/relationships/customXml" Target="../ink/ink1514.xml"/><Relationship Id="rId84" Type="http://schemas.openxmlformats.org/officeDocument/2006/relationships/customXml" Target="../ink/ink1535.xml"/><Relationship Id="rId138" Type="http://schemas.openxmlformats.org/officeDocument/2006/relationships/customXml" Target="../ink/ink1562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1699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image" Target="NUL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1650.xml"/><Relationship Id="rId356" Type="http://schemas.openxmlformats.org/officeDocument/2006/relationships/customXml" Target="../ink/ink1671.xml"/><Relationship Id="rId398" Type="http://schemas.openxmlformats.org/officeDocument/2006/relationships/customXml" Target="../ink/ink1692.xml"/><Relationship Id="rId95" Type="http://schemas.openxmlformats.org/officeDocument/2006/relationships/image" Target="NULL"/><Relationship Id="rId160" Type="http://schemas.openxmlformats.org/officeDocument/2006/relationships/customXml" Target="../ink/ink1573.xml"/><Relationship Id="rId216" Type="http://schemas.openxmlformats.org/officeDocument/2006/relationships/customXml" Target="../ink/ink1601.xml"/><Relationship Id="rId423" Type="http://schemas.openxmlformats.org/officeDocument/2006/relationships/image" Target="NULL"/><Relationship Id="rId258" Type="http://schemas.openxmlformats.org/officeDocument/2006/relationships/customXml" Target="../ink/ink1622.xml"/><Relationship Id="rId465" Type="http://schemas.openxmlformats.org/officeDocument/2006/relationships/customXml" Target="../ink/ink1726.xml"/><Relationship Id="rId22" Type="http://schemas.openxmlformats.org/officeDocument/2006/relationships/customXml" Target="../ink/ink1504.xml"/><Relationship Id="rId64" Type="http://schemas.openxmlformats.org/officeDocument/2006/relationships/customXml" Target="../ink/ink1525.xml"/><Relationship Id="rId118" Type="http://schemas.openxmlformats.org/officeDocument/2006/relationships/customXml" Target="../ink/ink1552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image" Target="NULL"/><Relationship Id="rId476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1633.xml"/><Relationship Id="rId336" Type="http://schemas.openxmlformats.org/officeDocument/2006/relationships/customXml" Target="../ink/ink1661.xml"/><Relationship Id="rId501" Type="http://schemas.openxmlformats.org/officeDocument/2006/relationships/customXml" Target="../ink/ink1744.xml"/><Relationship Id="rId75" Type="http://schemas.openxmlformats.org/officeDocument/2006/relationships/image" Target="NULL"/><Relationship Id="rId140" Type="http://schemas.openxmlformats.org/officeDocument/2006/relationships/customXml" Target="../ink/ink1563.xml"/><Relationship Id="rId182" Type="http://schemas.openxmlformats.org/officeDocument/2006/relationships/customXml" Target="../ink/ink1584.xml"/><Relationship Id="rId378" Type="http://schemas.openxmlformats.org/officeDocument/2006/relationships/customXml" Target="../ink/ink1682.xml"/><Relationship Id="rId403" Type="http://schemas.openxmlformats.org/officeDocument/2006/relationships/image" Target="NULL"/><Relationship Id="rId6" Type="http://schemas.openxmlformats.org/officeDocument/2006/relationships/customXml" Target="../ink/ink1496.xml"/><Relationship Id="rId238" Type="http://schemas.openxmlformats.org/officeDocument/2006/relationships/customXml" Target="../ink/ink1612.xml"/><Relationship Id="rId445" Type="http://schemas.openxmlformats.org/officeDocument/2006/relationships/customXml" Target="../ink/ink1716.xml"/><Relationship Id="rId487" Type="http://schemas.openxmlformats.org/officeDocument/2006/relationships/customXml" Target="../ink/ink1737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image" Target="NULL"/><Relationship Id="rId44" Type="http://schemas.openxmlformats.org/officeDocument/2006/relationships/customXml" Target="../ink/ink1515.xml"/><Relationship Id="rId86" Type="http://schemas.openxmlformats.org/officeDocument/2006/relationships/customXml" Target="../ink/ink1536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1700.xml"/><Relationship Id="rId456" Type="http://schemas.openxmlformats.org/officeDocument/2006/relationships/image" Target="NULL"/><Relationship Id="rId498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623.xml"/><Relationship Id="rId316" Type="http://schemas.openxmlformats.org/officeDocument/2006/relationships/customXml" Target="../ink/ink1651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1553.xml"/><Relationship Id="rId358" Type="http://schemas.openxmlformats.org/officeDocument/2006/relationships/customXml" Target="../ink/ink1672.xml"/><Relationship Id="rId162" Type="http://schemas.openxmlformats.org/officeDocument/2006/relationships/customXml" Target="../ink/ink1574.xml"/><Relationship Id="rId218" Type="http://schemas.openxmlformats.org/officeDocument/2006/relationships/customXml" Target="../ink/ink1602.xml"/><Relationship Id="rId425" Type="http://schemas.openxmlformats.org/officeDocument/2006/relationships/image" Target="NULL"/><Relationship Id="rId467" Type="http://schemas.openxmlformats.org/officeDocument/2006/relationships/customXml" Target="../ink/ink1727.xml"/><Relationship Id="rId271" Type="http://schemas.openxmlformats.org/officeDocument/2006/relationships/image" Target="NULL"/><Relationship Id="rId24" Type="http://schemas.openxmlformats.org/officeDocument/2006/relationships/customXml" Target="../ink/ink1505.xml"/><Relationship Id="rId66" Type="http://schemas.openxmlformats.org/officeDocument/2006/relationships/customXml" Target="../ink/ink1526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1683.xml"/><Relationship Id="rId436" Type="http://schemas.openxmlformats.org/officeDocument/2006/relationships/image" Target="NULL"/><Relationship Id="rId240" Type="http://schemas.openxmlformats.org/officeDocument/2006/relationships/customXml" Target="../ink/ink1613.xml"/><Relationship Id="rId478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1543.xml"/><Relationship Id="rId282" Type="http://schemas.openxmlformats.org/officeDocument/2006/relationships/customXml" Target="../ink/ink1634.xml"/><Relationship Id="rId338" Type="http://schemas.openxmlformats.org/officeDocument/2006/relationships/customXml" Target="../ink/ink1662.xml"/><Relationship Id="rId503" Type="http://schemas.openxmlformats.org/officeDocument/2006/relationships/customXml" Target="../ink/ink1745.xml"/><Relationship Id="rId8" Type="http://schemas.openxmlformats.org/officeDocument/2006/relationships/customXml" Target="../ink/ink1497.xml"/><Relationship Id="rId142" Type="http://schemas.openxmlformats.org/officeDocument/2006/relationships/customXml" Target="../ink/ink1564.xml"/><Relationship Id="rId184" Type="http://schemas.openxmlformats.org/officeDocument/2006/relationships/customXml" Target="../ink/ink1585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customXml" Target="../ink/ink1717.xml"/><Relationship Id="rId251" Type="http://schemas.openxmlformats.org/officeDocument/2006/relationships/image" Target="NULL"/><Relationship Id="rId489" Type="http://schemas.openxmlformats.org/officeDocument/2006/relationships/customXml" Target="../ink/ink1738.xml"/><Relationship Id="rId46" Type="http://schemas.openxmlformats.org/officeDocument/2006/relationships/customXml" Target="../ink/ink1516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image" Target="NULL"/><Relationship Id="rId88" Type="http://schemas.openxmlformats.org/officeDocument/2006/relationships/customXml" Target="../ink/ink1537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1673.xml"/><Relationship Id="rId416" Type="http://schemas.openxmlformats.org/officeDocument/2006/relationships/customXml" Target="../ink/ink1701.xml"/><Relationship Id="rId220" Type="http://schemas.openxmlformats.org/officeDocument/2006/relationships/customXml" Target="../ink/ink1603.xm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1624.xml"/><Relationship Id="rId318" Type="http://schemas.openxmlformats.org/officeDocument/2006/relationships/customXml" Target="../ink/ink1652.xml"/><Relationship Id="rId99" Type="http://schemas.openxmlformats.org/officeDocument/2006/relationships/image" Target="NULL"/><Relationship Id="rId122" Type="http://schemas.openxmlformats.org/officeDocument/2006/relationships/customXml" Target="../ink/ink1554.xml"/><Relationship Id="rId164" Type="http://schemas.openxmlformats.org/officeDocument/2006/relationships/customXml" Target="../ink/ink1575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customXml" Target="../ink/ink1728.xml"/><Relationship Id="rId26" Type="http://schemas.openxmlformats.org/officeDocument/2006/relationships/customXml" Target="../ink/ink1506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image" Target="NULL"/><Relationship Id="rId68" Type="http://schemas.openxmlformats.org/officeDocument/2006/relationships/customXml" Target="../ink/ink1527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1663.xml"/><Relationship Id="rId200" Type="http://schemas.openxmlformats.org/officeDocument/2006/relationships/customXml" Target="../ink/ink1593.xml"/><Relationship Id="rId382" Type="http://schemas.openxmlformats.org/officeDocument/2006/relationships/customXml" Target="../ink/ink1684.xml"/><Relationship Id="rId438" Type="http://schemas.openxmlformats.org/officeDocument/2006/relationships/image" Target="NULL"/><Relationship Id="rId242" Type="http://schemas.openxmlformats.org/officeDocument/2006/relationships/customXml" Target="../ink/ink1614.xml"/><Relationship Id="rId284" Type="http://schemas.openxmlformats.org/officeDocument/2006/relationships/customXml" Target="../ink/ink1635.xml"/><Relationship Id="rId491" Type="http://schemas.openxmlformats.org/officeDocument/2006/relationships/customXml" Target="../ink/ink1739.xml"/><Relationship Id="rId505" Type="http://schemas.openxmlformats.org/officeDocument/2006/relationships/customXml" Target="../ink/ink1746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1544.xml"/><Relationship Id="rId144" Type="http://schemas.openxmlformats.org/officeDocument/2006/relationships/customXml" Target="../ink/ink1565.xml"/><Relationship Id="rId90" Type="http://schemas.openxmlformats.org/officeDocument/2006/relationships/customXml" Target="../ink/ink1538.xml"/><Relationship Id="rId186" Type="http://schemas.openxmlformats.org/officeDocument/2006/relationships/customXml" Target="../ink/ink1586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customXml" Target="../ink/ink1718.xm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1517.xml"/><Relationship Id="rId113" Type="http://schemas.openxmlformats.org/officeDocument/2006/relationships/image" Target="NULL"/><Relationship Id="rId320" Type="http://schemas.openxmlformats.org/officeDocument/2006/relationships/customXml" Target="../ink/ink1653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1674.xml"/><Relationship Id="rId418" Type="http://schemas.openxmlformats.org/officeDocument/2006/relationships/customXml" Target="../ink/ink1702.xml"/><Relationship Id="rId222" Type="http://schemas.openxmlformats.org/officeDocument/2006/relationships/customXml" Target="../ink/ink1604.xml"/><Relationship Id="rId264" Type="http://schemas.openxmlformats.org/officeDocument/2006/relationships/customXml" Target="../ink/ink1625.xml"/><Relationship Id="rId471" Type="http://schemas.openxmlformats.org/officeDocument/2006/relationships/customXml" Target="../ink/ink1729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1555.xml"/><Relationship Id="rId70" Type="http://schemas.openxmlformats.org/officeDocument/2006/relationships/customXml" Target="../ink/ink1528.xml"/><Relationship Id="rId166" Type="http://schemas.openxmlformats.org/officeDocument/2006/relationships/customXml" Target="../ink/ink1576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image" Target="NULL"/><Relationship Id="rId28" Type="http://schemas.openxmlformats.org/officeDocument/2006/relationships/customXml" Target="../ink/ink1507.xml"/><Relationship Id="rId275" Type="http://schemas.openxmlformats.org/officeDocument/2006/relationships/image" Target="NULL"/><Relationship Id="rId300" Type="http://schemas.openxmlformats.org/officeDocument/2006/relationships/customXml" Target="../ink/ink1643.xml"/><Relationship Id="rId482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1664.xml"/><Relationship Id="rId384" Type="http://schemas.openxmlformats.org/officeDocument/2006/relationships/customXml" Target="../ink/ink1685.xml"/><Relationship Id="rId202" Type="http://schemas.openxmlformats.org/officeDocument/2006/relationships/customXml" Target="../ink/ink1594.xml"/><Relationship Id="rId244" Type="http://schemas.openxmlformats.org/officeDocument/2006/relationships/customXml" Target="../ink/ink1615.xml"/><Relationship Id="rId39" Type="http://schemas.openxmlformats.org/officeDocument/2006/relationships/image" Target="NULL"/><Relationship Id="rId286" Type="http://schemas.openxmlformats.org/officeDocument/2006/relationships/customXml" Target="../ink/ink1636.xml"/><Relationship Id="rId451" Type="http://schemas.openxmlformats.org/officeDocument/2006/relationships/customXml" Target="../ink/ink1719.xml"/><Relationship Id="rId493" Type="http://schemas.openxmlformats.org/officeDocument/2006/relationships/customXml" Target="../ink/ink1740.xml"/><Relationship Id="rId507" Type="http://schemas.openxmlformats.org/officeDocument/2006/relationships/customXml" Target="../ink/ink1747.xml"/><Relationship Id="rId50" Type="http://schemas.openxmlformats.org/officeDocument/2006/relationships/customXml" Target="../ink/ink1518.xml"/><Relationship Id="rId104" Type="http://schemas.openxmlformats.org/officeDocument/2006/relationships/customXml" Target="../ink/ink1545.xml"/><Relationship Id="rId146" Type="http://schemas.openxmlformats.org/officeDocument/2006/relationships/customXml" Target="../ink/ink1566.xml"/><Relationship Id="rId188" Type="http://schemas.openxmlformats.org/officeDocument/2006/relationships/customXml" Target="../ink/ink1587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92" Type="http://schemas.openxmlformats.org/officeDocument/2006/relationships/customXml" Target="../ink/ink1539.xml"/><Relationship Id="rId213" Type="http://schemas.openxmlformats.org/officeDocument/2006/relationships/image" Target="NULL"/><Relationship Id="rId420" Type="http://schemas.openxmlformats.org/officeDocument/2006/relationships/customXml" Target="../ink/ink1703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1654.xml"/><Relationship Id="rId364" Type="http://schemas.openxmlformats.org/officeDocument/2006/relationships/customXml" Target="../ink/ink1675.xm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1605.xml"/><Relationship Id="rId266" Type="http://schemas.openxmlformats.org/officeDocument/2006/relationships/customXml" Target="../ink/ink1626.xml"/><Relationship Id="rId431" Type="http://schemas.openxmlformats.org/officeDocument/2006/relationships/customXml" Target="../ink/ink1709.xml"/><Relationship Id="rId473" Type="http://schemas.openxmlformats.org/officeDocument/2006/relationships/customXml" Target="../ink/ink1730.xml"/><Relationship Id="rId30" Type="http://schemas.openxmlformats.org/officeDocument/2006/relationships/customXml" Target="../ink/ink1508.xml"/><Relationship Id="rId126" Type="http://schemas.openxmlformats.org/officeDocument/2006/relationships/customXml" Target="../ink/ink1556.xml"/><Relationship Id="rId168" Type="http://schemas.openxmlformats.org/officeDocument/2006/relationships/customXml" Target="../ink/ink1577.xml"/><Relationship Id="rId333" Type="http://schemas.openxmlformats.org/officeDocument/2006/relationships/image" Target="NULL"/><Relationship Id="rId72" Type="http://schemas.openxmlformats.org/officeDocument/2006/relationships/customXml" Target="../ink/ink1529.xml"/><Relationship Id="rId375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1693.xm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image" Target="NULL"/><Relationship Id="rId302" Type="http://schemas.openxmlformats.org/officeDocument/2006/relationships/customXml" Target="../ink/ink1644.xml"/><Relationship Id="rId344" Type="http://schemas.openxmlformats.org/officeDocument/2006/relationships/customXml" Target="../ink/ink1665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1686.xml"/><Relationship Id="rId190" Type="http://schemas.openxmlformats.org/officeDocument/2006/relationships/customXml" Target="../ink/ink1588.xml"/><Relationship Id="rId204" Type="http://schemas.openxmlformats.org/officeDocument/2006/relationships/customXml" Target="../ink/ink1595.xml"/><Relationship Id="rId246" Type="http://schemas.openxmlformats.org/officeDocument/2006/relationships/customXml" Target="../ink/ink1616.xml"/><Relationship Id="rId288" Type="http://schemas.openxmlformats.org/officeDocument/2006/relationships/customXml" Target="../ink/ink1637.xml"/><Relationship Id="rId411" Type="http://schemas.openxmlformats.org/officeDocument/2006/relationships/image" Target="NULL"/><Relationship Id="rId453" Type="http://schemas.openxmlformats.org/officeDocument/2006/relationships/customXml" Target="../ink/ink1720.xml"/><Relationship Id="rId509" Type="http://schemas.openxmlformats.org/officeDocument/2006/relationships/customXml" Target="../ink/ink1748.xml"/><Relationship Id="rId106" Type="http://schemas.openxmlformats.org/officeDocument/2006/relationships/customXml" Target="../ink/ink1546.xml"/><Relationship Id="rId313" Type="http://schemas.openxmlformats.org/officeDocument/2006/relationships/image" Target="NULL"/><Relationship Id="rId495" Type="http://schemas.openxmlformats.org/officeDocument/2006/relationships/customXml" Target="../ink/ink1741.xml"/><Relationship Id="rId10" Type="http://schemas.openxmlformats.org/officeDocument/2006/relationships/customXml" Target="../ink/ink1498.xml"/><Relationship Id="rId52" Type="http://schemas.openxmlformats.org/officeDocument/2006/relationships/customXml" Target="../ink/ink1519.xml"/><Relationship Id="rId94" Type="http://schemas.openxmlformats.org/officeDocument/2006/relationships/customXml" Target="../ink/ink1540.xml"/><Relationship Id="rId148" Type="http://schemas.openxmlformats.org/officeDocument/2006/relationships/customXml" Target="../ink/ink1567.xml"/><Relationship Id="rId355" Type="http://schemas.openxmlformats.org/officeDocument/2006/relationships/image" Target="NULL"/><Relationship Id="rId397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1704.xml"/><Relationship Id="rId464" Type="http://schemas.openxmlformats.org/officeDocument/2006/relationships/image" Target="NUL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1676.xm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image" Target="NULL"/><Relationship Id="rId531" Type="http://schemas.openxmlformats.org/officeDocument/2006/relationships/image" Target="NULL"/><Relationship Id="rId170" Type="http://schemas.openxmlformats.org/officeDocument/2006/relationships/customXml" Target="../ink/ink1837.xml"/><Relationship Id="rId268" Type="http://schemas.openxmlformats.org/officeDocument/2006/relationships/customXml" Target="../ink/ink1886.xml"/><Relationship Id="rId475" Type="http://schemas.openxmlformats.org/officeDocument/2006/relationships/image" Target="NULL"/><Relationship Id="rId32" Type="http://schemas.openxmlformats.org/officeDocument/2006/relationships/customXml" Target="../ink/ink1768.xml"/><Relationship Id="rId128" Type="http://schemas.openxmlformats.org/officeDocument/2006/relationships/customXml" Target="../ink/ink1816.xml"/><Relationship Id="rId335" Type="http://schemas.openxmlformats.org/officeDocument/2006/relationships/image" Target="NULL"/><Relationship Id="rId542" Type="http://schemas.openxmlformats.org/officeDocument/2006/relationships/customXml" Target="../ink/ink2024.xml"/><Relationship Id="rId181" Type="http://schemas.openxmlformats.org/officeDocument/2006/relationships/image" Target="NULL"/><Relationship Id="rId402" Type="http://schemas.openxmlformats.org/officeDocument/2006/relationships/customXml" Target="../ink/ink1954.xml"/><Relationship Id="rId279" Type="http://schemas.openxmlformats.org/officeDocument/2006/relationships/customXml" Target="../ink/ink1892.xml"/><Relationship Id="rId486" Type="http://schemas.openxmlformats.org/officeDocument/2006/relationships/customXml" Target="../ink/ink1996.xm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customXml" Target="../ink/ink1926.xml"/><Relationship Id="rId553" Type="http://schemas.openxmlformats.org/officeDocument/2006/relationships/image" Target="NULL"/><Relationship Id="rId192" Type="http://schemas.openxmlformats.org/officeDocument/2006/relationships/customXml" Target="../ink/ink1848.xml"/><Relationship Id="rId206" Type="http://schemas.openxmlformats.org/officeDocument/2006/relationships/customXml" Target="../ink/ink1855.xml"/><Relationship Id="rId413" Type="http://schemas.openxmlformats.org/officeDocument/2006/relationships/image" Target="NULL"/><Relationship Id="rId497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1779.xml"/><Relationship Id="rId217" Type="http://schemas.openxmlformats.org/officeDocument/2006/relationships/image" Target="NULL"/><Relationship Id="rId564" Type="http://schemas.openxmlformats.org/officeDocument/2006/relationships/image" Target="NULL"/><Relationship Id="rId424" Type="http://schemas.openxmlformats.org/officeDocument/2006/relationships/customXml" Target="../ink/ink1965.xml"/><Relationship Id="rId270" Type="http://schemas.openxmlformats.org/officeDocument/2006/relationships/customXml" Target="../ink/ink1887.xml"/><Relationship Id="rId65" Type="http://schemas.openxmlformats.org/officeDocument/2006/relationships/image" Target="NULL"/><Relationship Id="rId130" Type="http://schemas.openxmlformats.org/officeDocument/2006/relationships/customXml" Target="../ink/ink1817.xml"/><Relationship Id="rId368" Type="http://schemas.openxmlformats.org/officeDocument/2006/relationships/customXml" Target="../ink/ink1937.xml"/><Relationship Id="rId575" Type="http://schemas.openxmlformats.org/officeDocument/2006/relationships/customXml" Target="../ink/ink2041.xml"/><Relationship Id="rId228" Type="http://schemas.openxmlformats.org/officeDocument/2006/relationships/customXml" Target="../ink/ink1866.xml"/><Relationship Id="rId435" Type="http://schemas.openxmlformats.org/officeDocument/2006/relationships/image" Target="NULL"/><Relationship Id="rId281" Type="http://schemas.openxmlformats.org/officeDocument/2006/relationships/customXml" Target="../ink/ink1893.xml"/><Relationship Id="rId502" Type="http://schemas.openxmlformats.org/officeDocument/2006/relationships/customXml" Target="../ink/ink2004.xml"/><Relationship Id="rId76" Type="http://schemas.openxmlformats.org/officeDocument/2006/relationships/customXml" Target="../ink/ink1790.xml"/><Relationship Id="rId141" Type="http://schemas.openxmlformats.org/officeDocument/2006/relationships/image" Target="NULL"/><Relationship Id="rId379" Type="http://schemas.openxmlformats.org/officeDocument/2006/relationships/image" Target="NULL"/><Relationship Id="rId586" Type="http://schemas.openxmlformats.org/officeDocument/2006/relationships/image" Target="NULL"/><Relationship Id="rId7" Type="http://schemas.openxmlformats.org/officeDocument/2006/relationships/image" Target="NULL"/><Relationship Id="rId239" Type="http://schemas.openxmlformats.org/officeDocument/2006/relationships/image" Target="NULL"/><Relationship Id="rId446" Type="http://schemas.openxmlformats.org/officeDocument/2006/relationships/customXml" Target="../ink/ink1976.xml"/><Relationship Id="rId292" Type="http://schemas.openxmlformats.org/officeDocument/2006/relationships/image" Target="NULL"/><Relationship Id="rId306" Type="http://schemas.openxmlformats.org/officeDocument/2006/relationships/image" Target="NULL"/><Relationship Id="rId87" Type="http://schemas.openxmlformats.org/officeDocument/2006/relationships/image" Target="NULL"/><Relationship Id="rId513" Type="http://schemas.openxmlformats.org/officeDocument/2006/relationships/image" Target="NULL"/><Relationship Id="rId597" Type="http://schemas.openxmlformats.org/officeDocument/2006/relationships/image" Target="NULL"/><Relationship Id="rId152" Type="http://schemas.openxmlformats.org/officeDocument/2006/relationships/customXml" Target="../ink/ink1828.xml"/><Relationship Id="rId457" Type="http://schemas.openxmlformats.org/officeDocument/2006/relationships/image" Target="NULL"/><Relationship Id="rId14" Type="http://schemas.openxmlformats.org/officeDocument/2006/relationships/customXml" Target="../ink/ink1759.xml"/><Relationship Id="rId56" Type="http://schemas.openxmlformats.org/officeDocument/2006/relationships/customXml" Target="../ink/ink1780.xml"/><Relationship Id="rId317" Type="http://schemas.openxmlformats.org/officeDocument/2006/relationships/customXml" Target="../ink/ink1911.xml"/><Relationship Id="rId359" Type="http://schemas.openxmlformats.org/officeDocument/2006/relationships/image" Target="NULL"/><Relationship Id="rId524" Type="http://schemas.openxmlformats.org/officeDocument/2006/relationships/customXml" Target="../ink/ink2015.xml"/><Relationship Id="rId566" Type="http://schemas.openxmlformats.org/officeDocument/2006/relationships/image" Target="NULL"/><Relationship Id="rId98" Type="http://schemas.openxmlformats.org/officeDocument/2006/relationships/customXml" Target="../ink/ink1801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1938.xml"/><Relationship Id="rId426" Type="http://schemas.openxmlformats.org/officeDocument/2006/relationships/customXml" Target="../ink/ink1966.xml"/><Relationship Id="rId230" Type="http://schemas.openxmlformats.org/officeDocument/2006/relationships/customXml" Target="../ink/ink1867.xml"/><Relationship Id="rId468" Type="http://schemas.openxmlformats.org/officeDocument/2006/relationships/customXml" Target="../ink/ink1987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image" Target="NULL"/><Relationship Id="rId535" Type="http://schemas.openxmlformats.org/officeDocument/2006/relationships/image" Target="NULL"/><Relationship Id="rId577" Type="http://schemas.openxmlformats.org/officeDocument/2006/relationships/customXml" Target="../ink/ink2042.xml"/><Relationship Id="rId132" Type="http://schemas.openxmlformats.org/officeDocument/2006/relationships/customXml" Target="../ink/ink1818.xml"/><Relationship Id="rId174" Type="http://schemas.openxmlformats.org/officeDocument/2006/relationships/customXml" Target="../ink/ink1839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image" Target="NULL"/><Relationship Id="rId479" Type="http://schemas.openxmlformats.org/officeDocument/2006/relationships/image" Target="NULL"/><Relationship Id="rId36" Type="http://schemas.openxmlformats.org/officeDocument/2006/relationships/customXml" Target="../ink/ink1770.xml"/><Relationship Id="rId283" Type="http://schemas.openxmlformats.org/officeDocument/2006/relationships/customXml" Target="../ink/ink1894.xml"/><Relationship Id="rId339" Type="http://schemas.openxmlformats.org/officeDocument/2006/relationships/image" Target="NULL"/><Relationship Id="rId490" Type="http://schemas.openxmlformats.org/officeDocument/2006/relationships/customXml" Target="../ink/ink1998.xml"/><Relationship Id="rId504" Type="http://schemas.openxmlformats.org/officeDocument/2006/relationships/customXml" Target="../ink/ink2005.xml"/><Relationship Id="rId546" Type="http://schemas.openxmlformats.org/officeDocument/2006/relationships/customXml" Target="../ink/ink2026.xml"/><Relationship Id="rId78" Type="http://schemas.openxmlformats.org/officeDocument/2006/relationships/customXml" Target="../ink/ink1791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1928.xml"/><Relationship Id="rId406" Type="http://schemas.openxmlformats.org/officeDocument/2006/relationships/customXml" Target="../ink/ink1956.xml"/><Relationship Id="rId588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1857.xml"/><Relationship Id="rId392" Type="http://schemas.openxmlformats.org/officeDocument/2006/relationships/customXml" Target="../ink/ink1949.xml"/><Relationship Id="rId448" Type="http://schemas.openxmlformats.org/officeDocument/2006/relationships/customXml" Target="../ink/ink1977.xml"/><Relationship Id="rId252" Type="http://schemas.openxmlformats.org/officeDocument/2006/relationships/customXml" Target="../ink/ink1878.xml"/><Relationship Id="rId294" Type="http://schemas.openxmlformats.org/officeDocument/2006/relationships/image" Target="NULL"/><Relationship Id="rId308" Type="http://schemas.openxmlformats.org/officeDocument/2006/relationships/image" Target="NULL"/><Relationship Id="rId515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1808.xml"/><Relationship Id="rId154" Type="http://schemas.openxmlformats.org/officeDocument/2006/relationships/customXml" Target="../ink/ink1829.xml"/><Relationship Id="rId361" Type="http://schemas.openxmlformats.org/officeDocument/2006/relationships/image" Target="NULL"/><Relationship Id="rId557" Type="http://schemas.openxmlformats.org/officeDocument/2006/relationships/customXml" Target="../ink/ink2032.xml"/><Relationship Id="rId599" Type="http://schemas.openxmlformats.org/officeDocument/2006/relationships/image" Target="NULL"/><Relationship Id="rId196" Type="http://schemas.openxmlformats.org/officeDocument/2006/relationships/customXml" Target="../ink/ink1850.xml"/><Relationship Id="rId417" Type="http://schemas.openxmlformats.org/officeDocument/2006/relationships/image" Target="NULL"/><Relationship Id="rId459" Type="http://schemas.openxmlformats.org/officeDocument/2006/relationships/image" Target="NULL"/><Relationship Id="rId16" Type="http://schemas.openxmlformats.org/officeDocument/2006/relationships/customXml" Target="../ink/ink1760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customXml" Target="../ink/ink1912.xml"/><Relationship Id="rId470" Type="http://schemas.openxmlformats.org/officeDocument/2006/relationships/customXml" Target="../ink/ink1988.xml"/><Relationship Id="rId526" Type="http://schemas.openxmlformats.org/officeDocument/2006/relationships/customXml" Target="../ink/ink2016.xml"/><Relationship Id="rId58" Type="http://schemas.openxmlformats.org/officeDocument/2006/relationships/customXml" Target="../ink/ink1781.xml"/><Relationship Id="rId123" Type="http://schemas.openxmlformats.org/officeDocument/2006/relationships/image" Target="NULL"/><Relationship Id="rId330" Type="http://schemas.openxmlformats.org/officeDocument/2006/relationships/customXml" Target="../ink/ink1918.xml"/><Relationship Id="rId568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customXml" Target="../ink/ink1939.xml"/><Relationship Id="rId428" Type="http://schemas.openxmlformats.org/officeDocument/2006/relationships/customXml" Target="../ink/ink1967.xml"/><Relationship Id="rId232" Type="http://schemas.openxmlformats.org/officeDocument/2006/relationships/customXml" Target="../ink/ink1868.xml"/><Relationship Id="rId274" Type="http://schemas.openxmlformats.org/officeDocument/2006/relationships/image" Target="NUL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1819.xml"/><Relationship Id="rId537" Type="http://schemas.openxmlformats.org/officeDocument/2006/relationships/image" Target="NULL"/><Relationship Id="rId579" Type="http://schemas.openxmlformats.org/officeDocument/2006/relationships/customXml" Target="../ink/ink2043.xml"/><Relationship Id="rId80" Type="http://schemas.openxmlformats.org/officeDocument/2006/relationships/customXml" Target="../ink/ink1792.xml"/><Relationship Id="rId176" Type="http://schemas.openxmlformats.org/officeDocument/2006/relationships/customXml" Target="../ink/ink1840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590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customXml" Target="../ink/ink1895.xml"/><Relationship Id="rId450" Type="http://schemas.openxmlformats.org/officeDocument/2006/relationships/customXml" Target="../ink/ink1978.xml"/><Relationship Id="rId506" Type="http://schemas.openxmlformats.org/officeDocument/2006/relationships/customXml" Target="../ink/ink2006.xml"/><Relationship Id="rId38" Type="http://schemas.openxmlformats.org/officeDocument/2006/relationships/customXml" Target="../ink/ink1771.xml"/><Relationship Id="rId103" Type="http://schemas.openxmlformats.org/officeDocument/2006/relationships/image" Target="NULL"/><Relationship Id="rId310" Type="http://schemas.openxmlformats.org/officeDocument/2006/relationships/image" Target="NULL"/><Relationship Id="rId492" Type="http://schemas.openxmlformats.org/officeDocument/2006/relationships/customXml" Target="../ink/ink1999.xml"/><Relationship Id="rId548" Type="http://schemas.openxmlformats.org/officeDocument/2006/relationships/customXml" Target="../ink/ink2027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1929.xml"/><Relationship Id="rId394" Type="http://schemas.openxmlformats.org/officeDocument/2006/relationships/customXml" Target="../ink/ink1950.xml"/><Relationship Id="rId408" Type="http://schemas.openxmlformats.org/officeDocument/2006/relationships/customXml" Target="../ink/ink1957.xml"/><Relationship Id="rId212" Type="http://schemas.openxmlformats.org/officeDocument/2006/relationships/customXml" Target="../ink/ink1858.xml"/><Relationship Id="rId254" Type="http://schemas.openxmlformats.org/officeDocument/2006/relationships/customXml" Target="../ink/ink1879.xml"/><Relationship Id="rId49" Type="http://schemas.openxmlformats.org/officeDocument/2006/relationships/image" Target="NULL"/><Relationship Id="rId114" Type="http://schemas.openxmlformats.org/officeDocument/2006/relationships/customXml" Target="../ink/ink1809.xml"/><Relationship Id="rId296" Type="http://schemas.openxmlformats.org/officeDocument/2006/relationships/image" Target="NULL"/><Relationship Id="rId461" Type="http://schemas.openxmlformats.org/officeDocument/2006/relationships/image" Target="NULL"/><Relationship Id="rId517" Type="http://schemas.openxmlformats.org/officeDocument/2006/relationships/image" Target="NULL"/><Relationship Id="rId559" Type="http://schemas.openxmlformats.org/officeDocument/2006/relationships/customXml" Target="../ink/ink2033.xml"/><Relationship Id="rId60" Type="http://schemas.openxmlformats.org/officeDocument/2006/relationships/customXml" Target="../ink/ink1782.xml"/><Relationship Id="rId156" Type="http://schemas.openxmlformats.org/officeDocument/2006/relationships/customXml" Target="../ink/ink1830.xml"/><Relationship Id="rId198" Type="http://schemas.openxmlformats.org/officeDocument/2006/relationships/customXml" Target="../ink/ink1851.xml"/><Relationship Id="rId321" Type="http://schemas.openxmlformats.org/officeDocument/2006/relationships/customXml" Target="../ink/ink1913.xml"/><Relationship Id="rId363" Type="http://schemas.openxmlformats.org/officeDocument/2006/relationships/image" Target="NULL"/><Relationship Id="rId419" Type="http://schemas.openxmlformats.org/officeDocument/2006/relationships/image" Target="NULL"/><Relationship Id="rId570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1968.xml"/><Relationship Id="rId18" Type="http://schemas.openxmlformats.org/officeDocument/2006/relationships/customXml" Target="../ink/ink1761.xml"/><Relationship Id="rId265" Type="http://schemas.openxmlformats.org/officeDocument/2006/relationships/image" Target="NULL"/><Relationship Id="rId472" Type="http://schemas.openxmlformats.org/officeDocument/2006/relationships/customXml" Target="../ink/ink1989.xml"/><Relationship Id="rId528" Type="http://schemas.openxmlformats.org/officeDocument/2006/relationships/customXml" Target="../ink/ink2017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1919.xml"/><Relationship Id="rId374" Type="http://schemas.openxmlformats.org/officeDocument/2006/relationships/customXml" Target="../ink/ink1940.xml"/><Relationship Id="rId581" Type="http://schemas.openxmlformats.org/officeDocument/2006/relationships/customXml" Target="../ink/ink2044.xml"/><Relationship Id="rId71" Type="http://schemas.openxmlformats.org/officeDocument/2006/relationships/image" Target="NULL"/><Relationship Id="rId234" Type="http://schemas.openxmlformats.org/officeDocument/2006/relationships/customXml" Target="../ink/ink1869.xml"/><Relationship Id="rId2" Type="http://schemas.openxmlformats.org/officeDocument/2006/relationships/customXml" Target="../ink/ink1753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image" Target="NULL"/><Relationship Id="rId483" Type="http://schemas.openxmlformats.org/officeDocument/2006/relationships/image" Target="NULL"/><Relationship Id="rId539" Type="http://schemas.openxmlformats.org/officeDocument/2006/relationships/image" Target="NULL"/><Relationship Id="rId40" Type="http://schemas.openxmlformats.org/officeDocument/2006/relationships/customXml" Target="../ink/ink1772.xml"/><Relationship Id="rId136" Type="http://schemas.openxmlformats.org/officeDocument/2006/relationships/customXml" Target="../ink/ink1820.xml"/><Relationship Id="rId178" Type="http://schemas.openxmlformats.org/officeDocument/2006/relationships/customXml" Target="../ink/ink1841.xml"/><Relationship Id="rId301" Type="http://schemas.openxmlformats.org/officeDocument/2006/relationships/customXml" Target="../ink/ink1903.xml"/><Relationship Id="rId343" Type="http://schemas.openxmlformats.org/officeDocument/2006/relationships/image" Target="NULL"/><Relationship Id="rId550" Type="http://schemas.openxmlformats.org/officeDocument/2006/relationships/customXml" Target="../ink/ink2028.xml"/><Relationship Id="rId82" Type="http://schemas.openxmlformats.org/officeDocument/2006/relationships/customXml" Target="../ink/ink1793.xml"/><Relationship Id="rId203" Type="http://schemas.openxmlformats.org/officeDocument/2006/relationships/image" Target="NULL"/><Relationship Id="rId385" Type="http://schemas.openxmlformats.org/officeDocument/2006/relationships/image" Target="NULL"/><Relationship Id="rId592" Type="http://schemas.openxmlformats.org/officeDocument/2006/relationships/customXml" Target="../ink/ink2050.xml"/><Relationship Id="rId245" Type="http://schemas.openxmlformats.org/officeDocument/2006/relationships/image" Target="NULL"/><Relationship Id="rId287" Type="http://schemas.openxmlformats.org/officeDocument/2006/relationships/customXml" Target="../ink/ink1896.xml"/><Relationship Id="rId410" Type="http://schemas.openxmlformats.org/officeDocument/2006/relationships/customXml" Target="../ink/ink1958.xml"/><Relationship Id="rId452" Type="http://schemas.openxmlformats.org/officeDocument/2006/relationships/customXml" Target="../ink/ink1979.xml"/><Relationship Id="rId494" Type="http://schemas.openxmlformats.org/officeDocument/2006/relationships/customXml" Target="../ink/ink2000.xml"/><Relationship Id="rId508" Type="http://schemas.openxmlformats.org/officeDocument/2006/relationships/customXml" Target="../ink/ink2007.xm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image" Target="NULL"/><Relationship Id="rId354" Type="http://schemas.openxmlformats.org/officeDocument/2006/relationships/customXml" Target="../ink/ink1930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1951.xml"/><Relationship Id="rId561" Type="http://schemas.openxmlformats.org/officeDocument/2006/relationships/customXml" Target="../ink/ink2034.xml"/><Relationship Id="rId214" Type="http://schemas.openxmlformats.org/officeDocument/2006/relationships/customXml" Target="../ink/ink1859.xml"/><Relationship Id="rId256" Type="http://schemas.openxmlformats.org/officeDocument/2006/relationships/customXml" Target="../ink/ink1880.xml"/><Relationship Id="rId298" Type="http://schemas.openxmlformats.org/officeDocument/2006/relationships/image" Target="NULL"/><Relationship Id="rId421" Type="http://schemas.openxmlformats.org/officeDocument/2006/relationships/image" Target="NULL"/><Relationship Id="rId463" Type="http://schemas.openxmlformats.org/officeDocument/2006/relationships/image" Target="NULL"/><Relationship Id="rId519" Type="http://schemas.openxmlformats.org/officeDocument/2006/relationships/image" Target="NULL"/><Relationship Id="rId116" Type="http://schemas.openxmlformats.org/officeDocument/2006/relationships/customXml" Target="../ink/ink1810.xml"/><Relationship Id="rId158" Type="http://schemas.openxmlformats.org/officeDocument/2006/relationships/customXml" Target="../ink/ink1831.xml"/><Relationship Id="rId323" Type="http://schemas.openxmlformats.org/officeDocument/2006/relationships/customXml" Target="../ink/ink1914.xml"/><Relationship Id="rId530" Type="http://schemas.openxmlformats.org/officeDocument/2006/relationships/customXml" Target="../ink/ink2018.xml"/><Relationship Id="rId20" Type="http://schemas.openxmlformats.org/officeDocument/2006/relationships/customXml" Target="../ink/ink1762.xml"/><Relationship Id="rId62" Type="http://schemas.openxmlformats.org/officeDocument/2006/relationships/customXml" Target="../ink/ink1783.xml"/><Relationship Id="rId365" Type="http://schemas.openxmlformats.org/officeDocument/2006/relationships/image" Target="NULL"/><Relationship Id="rId572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customXml" Target="../ink/ink1969.xml"/><Relationship Id="rId474" Type="http://schemas.openxmlformats.org/officeDocument/2006/relationships/customXml" Target="../ink/ink1990.xm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1920.xml"/><Relationship Id="rId376" Type="http://schemas.openxmlformats.org/officeDocument/2006/relationships/customXml" Target="../ink/ink1941.xml"/><Relationship Id="rId541" Type="http://schemas.openxmlformats.org/officeDocument/2006/relationships/image" Target="NULL"/><Relationship Id="rId583" Type="http://schemas.openxmlformats.org/officeDocument/2006/relationships/customXml" Target="../ink/ink2045.xml"/><Relationship Id="rId4" Type="http://schemas.openxmlformats.org/officeDocument/2006/relationships/customXml" Target="../ink/ink1754.xml"/><Relationship Id="rId180" Type="http://schemas.openxmlformats.org/officeDocument/2006/relationships/customXml" Target="../ink/ink1842.xml"/><Relationship Id="rId236" Type="http://schemas.openxmlformats.org/officeDocument/2006/relationships/customXml" Target="../ink/ink1870.xml"/><Relationship Id="rId278" Type="http://schemas.openxmlformats.org/officeDocument/2006/relationships/image" Target="NULL"/><Relationship Id="rId401" Type="http://schemas.openxmlformats.org/officeDocument/2006/relationships/image" Target="NULL"/><Relationship Id="rId443" Type="http://schemas.openxmlformats.org/officeDocument/2006/relationships/image" Target="NULL"/><Relationship Id="rId303" Type="http://schemas.openxmlformats.org/officeDocument/2006/relationships/customXml" Target="../ink/ink1904.xml"/><Relationship Id="rId485" Type="http://schemas.openxmlformats.org/officeDocument/2006/relationships/image" Target="NULL"/><Relationship Id="rId42" Type="http://schemas.openxmlformats.org/officeDocument/2006/relationships/customXml" Target="../ink/ink1773.xml"/><Relationship Id="rId84" Type="http://schemas.openxmlformats.org/officeDocument/2006/relationships/customXml" Target="../ink/ink1794.xml"/><Relationship Id="rId138" Type="http://schemas.openxmlformats.org/officeDocument/2006/relationships/customXml" Target="../ink/ink1821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customXml" Target="../ink/ink2008.xml"/><Relationship Id="rId552" Type="http://schemas.openxmlformats.org/officeDocument/2006/relationships/customXml" Target="../ink/ink2029.xml"/><Relationship Id="rId594" Type="http://schemas.openxmlformats.org/officeDocument/2006/relationships/customXml" Target="../ink/ink2051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1959.xml"/><Relationship Id="rId107" Type="http://schemas.openxmlformats.org/officeDocument/2006/relationships/image" Target="NULL"/><Relationship Id="rId289" Type="http://schemas.openxmlformats.org/officeDocument/2006/relationships/customXml" Target="../ink/ink1897.xml"/><Relationship Id="rId454" Type="http://schemas.openxmlformats.org/officeDocument/2006/relationships/customXml" Target="../ink/ink1980.xml"/><Relationship Id="rId496" Type="http://schemas.openxmlformats.org/officeDocument/2006/relationships/customXml" Target="../ink/ink2001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image" Target="NULL"/><Relationship Id="rId356" Type="http://schemas.openxmlformats.org/officeDocument/2006/relationships/customXml" Target="../ink/ink1931.xml"/><Relationship Id="rId398" Type="http://schemas.openxmlformats.org/officeDocument/2006/relationships/customXml" Target="../ink/ink1952.xml"/><Relationship Id="rId521" Type="http://schemas.openxmlformats.org/officeDocument/2006/relationships/image" Target="NULL"/><Relationship Id="rId563" Type="http://schemas.openxmlformats.org/officeDocument/2006/relationships/customXml" Target="../ink/ink2035.xml"/><Relationship Id="rId95" Type="http://schemas.openxmlformats.org/officeDocument/2006/relationships/image" Target="NULL"/><Relationship Id="rId160" Type="http://schemas.openxmlformats.org/officeDocument/2006/relationships/customXml" Target="../ink/ink1832.xml"/><Relationship Id="rId216" Type="http://schemas.openxmlformats.org/officeDocument/2006/relationships/customXml" Target="../ink/ink1860.xml"/><Relationship Id="rId423" Type="http://schemas.openxmlformats.org/officeDocument/2006/relationships/image" Target="NULL"/><Relationship Id="rId258" Type="http://schemas.openxmlformats.org/officeDocument/2006/relationships/customXml" Target="../ink/ink1881.xml"/><Relationship Id="rId465" Type="http://schemas.openxmlformats.org/officeDocument/2006/relationships/image" Target="NULL"/><Relationship Id="rId22" Type="http://schemas.openxmlformats.org/officeDocument/2006/relationships/customXml" Target="../ink/ink1763.xml"/><Relationship Id="rId64" Type="http://schemas.openxmlformats.org/officeDocument/2006/relationships/customXml" Target="../ink/ink1784.xml"/><Relationship Id="rId118" Type="http://schemas.openxmlformats.org/officeDocument/2006/relationships/customXml" Target="../ink/ink1811.xml"/><Relationship Id="rId325" Type="http://schemas.openxmlformats.org/officeDocument/2006/relationships/customXml" Target="../ink/ink1915.xml"/><Relationship Id="rId367" Type="http://schemas.openxmlformats.org/officeDocument/2006/relationships/image" Target="NULL"/><Relationship Id="rId532" Type="http://schemas.openxmlformats.org/officeDocument/2006/relationships/customXml" Target="../ink/ink2019.xml"/><Relationship Id="rId574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1970.xml"/><Relationship Id="rId476" Type="http://schemas.openxmlformats.org/officeDocument/2006/relationships/customXml" Target="../ink/ink1991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336" Type="http://schemas.openxmlformats.org/officeDocument/2006/relationships/customXml" Target="../ink/ink1921.xml"/><Relationship Id="rId501" Type="http://schemas.openxmlformats.org/officeDocument/2006/relationships/image" Target="NUL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1822.xml"/><Relationship Id="rId182" Type="http://schemas.openxmlformats.org/officeDocument/2006/relationships/customXml" Target="../ink/ink1843.xml"/><Relationship Id="rId378" Type="http://schemas.openxmlformats.org/officeDocument/2006/relationships/customXml" Target="../ink/ink1942.xml"/><Relationship Id="rId403" Type="http://schemas.openxmlformats.org/officeDocument/2006/relationships/image" Target="NULL"/><Relationship Id="rId585" Type="http://schemas.openxmlformats.org/officeDocument/2006/relationships/customXml" Target="../ink/ink2046.xml"/><Relationship Id="rId6" Type="http://schemas.openxmlformats.org/officeDocument/2006/relationships/customXml" Target="../ink/ink1755.xml"/><Relationship Id="rId238" Type="http://schemas.openxmlformats.org/officeDocument/2006/relationships/customXml" Target="../ink/ink1871.xml"/><Relationship Id="rId445" Type="http://schemas.openxmlformats.org/officeDocument/2006/relationships/image" Target="NULL"/><Relationship Id="rId487" Type="http://schemas.openxmlformats.org/officeDocument/2006/relationships/image" Target="NULL"/><Relationship Id="rId291" Type="http://schemas.openxmlformats.org/officeDocument/2006/relationships/customXml" Target="../ink/ink1898.xml"/><Relationship Id="rId305" Type="http://schemas.openxmlformats.org/officeDocument/2006/relationships/customXml" Target="../ink/ink1905.xml"/><Relationship Id="rId347" Type="http://schemas.openxmlformats.org/officeDocument/2006/relationships/image" Target="NULL"/><Relationship Id="rId512" Type="http://schemas.openxmlformats.org/officeDocument/2006/relationships/customXml" Target="../ink/ink2009.xml"/><Relationship Id="rId44" Type="http://schemas.openxmlformats.org/officeDocument/2006/relationships/customXml" Target="../ink/ink1774.xml"/><Relationship Id="rId86" Type="http://schemas.openxmlformats.org/officeDocument/2006/relationships/customXml" Target="../ink/ink1795.xml"/><Relationship Id="rId151" Type="http://schemas.openxmlformats.org/officeDocument/2006/relationships/image" Target="NULL"/><Relationship Id="rId389" Type="http://schemas.openxmlformats.org/officeDocument/2006/relationships/image" Target="NULL"/><Relationship Id="rId554" Type="http://schemas.openxmlformats.org/officeDocument/2006/relationships/customXml" Target="../ink/ink2030.xml"/><Relationship Id="rId596" Type="http://schemas.openxmlformats.org/officeDocument/2006/relationships/customXml" Target="../ink/ink2052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1960.xml"/><Relationship Id="rId456" Type="http://schemas.openxmlformats.org/officeDocument/2006/relationships/customXml" Target="../ink/ink1981.xml"/><Relationship Id="rId498" Type="http://schemas.openxmlformats.org/officeDocument/2006/relationships/customXml" Target="../ink/ink2002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882.xml"/><Relationship Id="rId316" Type="http://schemas.openxmlformats.org/officeDocument/2006/relationships/image" Target="NULL"/><Relationship Id="rId523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1812.xml"/><Relationship Id="rId358" Type="http://schemas.openxmlformats.org/officeDocument/2006/relationships/customXml" Target="../ink/ink1932.xml"/><Relationship Id="rId565" Type="http://schemas.openxmlformats.org/officeDocument/2006/relationships/customXml" Target="../ink/ink2036.xml"/><Relationship Id="rId162" Type="http://schemas.openxmlformats.org/officeDocument/2006/relationships/customXml" Target="../ink/ink1833.xml"/><Relationship Id="rId218" Type="http://schemas.openxmlformats.org/officeDocument/2006/relationships/customXml" Target="../ink/ink1861.xm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customXml" Target="../ink/ink1888.xml"/><Relationship Id="rId24" Type="http://schemas.openxmlformats.org/officeDocument/2006/relationships/customXml" Target="../ink/ink1764.xml"/><Relationship Id="rId66" Type="http://schemas.openxmlformats.org/officeDocument/2006/relationships/customXml" Target="../ink/ink1785.xml"/><Relationship Id="rId131" Type="http://schemas.openxmlformats.org/officeDocument/2006/relationships/image" Target="NULL"/><Relationship Id="rId327" Type="http://schemas.openxmlformats.org/officeDocument/2006/relationships/customXml" Target="../ink/ink1916.xml"/><Relationship Id="rId369" Type="http://schemas.openxmlformats.org/officeDocument/2006/relationships/image" Target="NULL"/><Relationship Id="rId534" Type="http://schemas.openxmlformats.org/officeDocument/2006/relationships/customXml" Target="../ink/ink2020.xml"/><Relationship Id="rId576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1943.xml"/><Relationship Id="rId436" Type="http://schemas.openxmlformats.org/officeDocument/2006/relationships/customXml" Target="../ink/ink1971.xml"/><Relationship Id="rId601" Type="http://schemas.openxmlformats.org/officeDocument/2006/relationships/image" Target="NULL"/><Relationship Id="rId240" Type="http://schemas.openxmlformats.org/officeDocument/2006/relationships/customXml" Target="../ink/ink1872.xml"/><Relationship Id="rId478" Type="http://schemas.openxmlformats.org/officeDocument/2006/relationships/customXml" Target="../ink/ink1992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1802.xml"/><Relationship Id="rId282" Type="http://schemas.openxmlformats.org/officeDocument/2006/relationships/image" Target="NULL"/><Relationship Id="rId338" Type="http://schemas.openxmlformats.org/officeDocument/2006/relationships/customXml" Target="../ink/ink1922.xml"/><Relationship Id="rId503" Type="http://schemas.openxmlformats.org/officeDocument/2006/relationships/image" Target="NULL"/><Relationship Id="rId545" Type="http://schemas.openxmlformats.org/officeDocument/2006/relationships/image" Target="NULL"/><Relationship Id="rId587" Type="http://schemas.openxmlformats.org/officeDocument/2006/relationships/customXml" Target="../ink/ink2047.xml"/><Relationship Id="rId8" Type="http://schemas.openxmlformats.org/officeDocument/2006/relationships/customXml" Target="../ink/ink1756.xml"/><Relationship Id="rId142" Type="http://schemas.openxmlformats.org/officeDocument/2006/relationships/customXml" Target="../ink/ink1823.xml"/><Relationship Id="rId184" Type="http://schemas.openxmlformats.org/officeDocument/2006/relationships/customXml" Target="../ink/ink1844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image" Target="NULL"/><Relationship Id="rId46" Type="http://schemas.openxmlformats.org/officeDocument/2006/relationships/customXml" Target="../ink/ink1775.xml"/><Relationship Id="rId293" Type="http://schemas.openxmlformats.org/officeDocument/2006/relationships/customXml" Target="../ink/ink1899.xml"/><Relationship Id="rId307" Type="http://schemas.openxmlformats.org/officeDocument/2006/relationships/customXml" Target="../ink/ink1906.xml"/><Relationship Id="rId349" Type="http://schemas.openxmlformats.org/officeDocument/2006/relationships/image" Target="NULL"/><Relationship Id="rId514" Type="http://schemas.openxmlformats.org/officeDocument/2006/relationships/customXml" Target="../ink/ink2010.xml"/><Relationship Id="rId556" Type="http://schemas.openxmlformats.org/officeDocument/2006/relationships/customXml" Target="../ink/ink2031.xml"/><Relationship Id="rId88" Type="http://schemas.openxmlformats.org/officeDocument/2006/relationships/customXml" Target="../ink/ink1796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1933.xml"/><Relationship Id="rId416" Type="http://schemas.openxmlformats.org/officeDocument/2006/relationships/customXml" Target="../ink/ink1961.xml"/><Relationship Id="rId598" Type="http://schemas.openxmlformats.org/officeDocument/2006/relationships/customXml" Target="../ink/ink2053.xml"/><Relationship Id="rId220" Type="http://schemas.openxmlformats.org/officeDocument/2006/relationships/customXml" Target="../ink/ink1862.xml"/><Relationship Id="rId458" Type="http://schemas.openxmlformats.org/officeDocument/2006/relationships/customXml" Target="../ink/ink1982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1883.xml"/><Relationship Id="rId318" Type="http://schemas.openxmlformats.org/officeDocument/2006/relationships/image" Target="NULL"/><Relationship Id="rId525" Type="http://schemas.openxmlformats.org/officeDocument/2006/relationships/image" Target="NULL"/><Relationship Id="rId567" Type="http://schemas.openxmlformats.org/officeDocument/2006/relationships/customXml" Target="../ink/ink2037.xml"/><Relationship Id="rId99" Type="http://schemas.openxmlformats.org/officeDocument/2006/relationships/image" Target="NULL"/><Relationship Id="rId122" Type="http://schemas.openxmlformats.org/officeDocument/2006/relationships/customXml" Target="../ink/ink1813.xml"/><Relationship Id="rId164" Type="http://schemas.openxmlformats.org/officeDocument/2006/relationships/customXml" Target="../ink/ink1834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26" Type="http://schemas.openxmlformats.org/officeDocument/2006/relationships/customXml" Target="../ink/ink1765.xml"/><Relationship Id="rId231" Type="http://schemas.openxmlformats.org/officeDocument/2006/relationships/image" Target="NULL"/><Relationship Id="rId273" Type="http://schemas.openxmlformats.org/officeDocument/2006/relationships/customXml" Target="../ink/ink1889.xml"/><Relationship Id="rId329" Type="http://schemas.openxmlformats.org/officeDocument/2006/relationships/customXml" Target="../ink/ink1917.xml"/><Relationship Id="rId480" Type="http://schemas.openxmlformats.org/officeDocument/2006/relationships/customXml" Target="../ink/ink1993.xml"/><Relationship Id="rId536" Type="http://schemas.openxmlformats.org/officeDocument/2006/relationships/customXml" Target="../ink/ink2021.xml"/><Relationship Id="rId68" Type="http://schemas.openxmlformats.org/officeDocument/2006/relationships/customXml" Target="../ink/ink1786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1923.xml"/><Relationship Id="rId578" Type="http://schemas.openxmlformats.org/officeDocument/2006/relationships/image" Target="NULL"/><Relationship Id="rId200" Type="http://schemas.openxmlformats.org/officeDocument/2006/relationships/customXml" Target="../ink/ink1852.xml"/><Relationship Id="rId382" Type="http://schemas.openxmlformats.org/officeDocument/2006/relationships/customXml" Target="../ink/ink1944.xml"/><Relationship Id="rId438" Type="http://schemas.openxmlformats.org/officeDocument/2006/relationships/customXml" Target="../ink/ink1972.xml"/><Relationship Id="rId242" Type="http://schemas.openxmlformats.org/officeDocument/2006/relationships/customXml" Target="../ink/ink1873.xml"/><Relationship Id="rId284" Type="http://schemas.openxmlformats.org/officeDocument/2006/relationships/image" Target="NUL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1803.xml"/><Relationship Id="rId144" Type="http://schemas.openxmlformats.org/officeDocument/2006/relationships/customXml" Target="../ink/ink1824.xml"/><Relationship Id="rId547" Type="http://schemas.openxmlformats.org/officeDocument/2006/relationships/image" Target="NULL"/><Relationship Id="rId589" Type="http://schemas.openxmlformats.org/officeDocument/2006/relationships/customXml" Target="../ink/ink2048.xml"/><Relationship Id="rId90" Type="http://schemas.openxmlformats.org/officeDocument/2006/relationships/customXml" Target="../ink/ink1797.xml"/><Relationship Id="rId186" Type="http://schemas.openxmlformats.org/officeDocument/2006/relationships/customXml" Target="../ink/ink1845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customXml" Target="../ink/ink1900.xml"/><Relationship Id="rId309" Type="http://schemas.openxmlformats.org/officeDocument/2006/relationships/customXml" Target="../ink/ink1907.xml"/><Relationship Id="rId460" Type="http://schemas.openxmlformats.org/officeDocument/2006/relationships/customXml" Target="../ink/ink1983.xml"/><Relationship Id="rId516" Type="http://schemas.openxmlformats.org/officeDocument/2006/relationships/customXml" Target="../ink/ink2011.xml"/><Relationship Id="rId48" Type="http://schemas.openxmlformats.org/officeDocument/2006/relationships/customXml" Target="../ink/ink1776.xml"/><Relationship Id="rId113" Type="http://schemas.openxmlformats.org/officeDocument/2006/relationships/image" Target="NULL"/><Relationship Id="rId320" Type="http://schemas.openxmlformats.org/officeDocument/2006/relationships/image" Target="NULL"/><Relationship Id="rId558" Type="http://schemas.openxmlformats.org/officeDocument/2006/relationships/image" Target="NUL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1934.xml"/><Relationship Id="rId418" Type="http://schemas.openxmlformats.org/officeDocument/2006/relationships/customXml" Target="../ink/ink1962.xml"/><Relationship Id="rId222" Type="http://schemas.openxmlformats.org/officeDocument/2006/relationships/customXml" Target="../ink/ink1863.xml"/><Relationship Id="rId264" Type="http://schemas.openxmlformats.org/officeDocument/2006/relationships/customXml" Target="../ink/ink1884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1814.xml"/><Relationship Id="rId527" Type="http://schemas.openxmlformats.org/officeDocument/2006/relationships/image" Target="NULL"/><Relationship Id="rId569" Type="http://schemas.openxmlformats.org/officeDocument/2006/relationships/customXml" Target="../ink/ink2038.xml"/><Relationship Id="rId70" Type="http://schemas.openxmlformats.org/officeDocument/2006/relationships/customXml" Target="../ink/ink1787.xml"/><Relationship Id="rId166" Type="http://schemas.openxmlformats.org/officeDocument/2006/relationships/customXml" Target="../ink/ink1835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580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1973.xml"/><Relationship Id="rId28" Type="http://schemas.openxmlformats.org/officeDocument/2006/relationships/customXml" Target="../ink/ink1766.xml"/><Relationship Id="rId275" Type="http://schemas.openxmlformats.org/officeDocument/2006/relationships/customXml" Target="../ink/ink1890.xml"/><Relationship Id="rId300" Type="http://schemas.openxmlformats.org/officeDocument/2006/relationships/image" Target="NULL"/><Relationship Id="rId482" Type="http://schemas.openxmlformats.org/officeDocument/2006/relationships/customXml" Target="../ink/ink1994.xml"/><Relationship Id="rId538" Type="http://schemas.openxmlformats.org/officeDocument/2006/relationships/customXml" Target="../ink/ink2022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1924.xml"/><Relationship Id="rId384" Type="http://schemas.openxmlformats.org/officeDocument/2006/relationships/customXml" Target="../ink/ink1945.xml"/><Relationship Id="rId591" Type="http://schemas.openxmlformats.org/officeDocument/2006/relationships/customXml" Target="../ink/ink2049.xml"/><Relationship Id="rId202" Type="http://schemas.openxmlformats.org/officeDocument/2006/relationships/customXml" Target="../ink/ink1853.xml"/><Relationship Id="rId244" Type="http://schemas.openxmlformats.org/officeDocument/2006/relationships/customXml" Target="../ink/ink1874.xm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49" Type="http://schemas.openxmlformats.org/officeDocument/2006/relationships/image" Target="NULL"/><Relationship Id="rId50" Type="http://schemas.openxmlformats.org/officeDocument/2006/relationships/customXml" Target="../ink/ink1777.xml"/><Relationship Id="rId104" Type="http://schemas.openxmlformats.org/officeDocument/2006/relationships/customXml" Target="../ink/ink1804.xml"/><Relationship Id="rId146" Type="http://schemas.openxmlformats.org/officeDocument/2006/relationships/customXml" Target="../ink/ink1825.xml"/><Relationship Id="rId188" Type="http://schemas.openxmlformats.org/officeDocument/2006/relationships/customXml" Target="../ink/ink1846.xml"/><Relationship Id="rId311" Type="http://schemas.openxmlformats.org/officeDocument/2006/relationships/customXml" Target="../ink/ink1908.xm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560" Type="http://schemas.openxmlformats.org/officeDocument/2006/relationships/image" Target="NULL"/><Relationship Id="rId92" Type="http://schemas.openxmlformats.org/officeDocument/2006/relationships/customXml" Target="../ink/ink1798.xml"/><Relationship Id="rId213" Type="http://schemas.openxmlformats.org/officeDocument/2006/relationships/image" Target="NULL"/><Relationship Id="rId420" Type="http://schemas.openxmlformats.org/officeDocument/2006/relationships/customXml" Target="../ink/ink1963.xml"/><Relationship Id="rId255" Type="http://schemas.openxmlformats.org/officeDocument/2006/relationships/image" Target="NULL"/><Relationship Id="rId297" Type="http://schemas.openxmlformats.org/officeDocument/2006/relationships/customXml" Target="../ink/ink1901.xml"/><Relationship Id="rId462" Type="http://schemas.openxmlformats.org/officeDocument/2006/relationships/customXml" Target="../ink/ink1984.xml"/><Relationship Id="rId518" Type="http://schemas.openxmlformats.org/officeDocument/2006/relationships/customXml" Target="../ink/ink2012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image" Target="NULL"/><Relationship Id="rId364" Type="http://schemas.openxmlformats.org/officeDocument/2006/relationships/customXml" Target="../ink/ink1935.xml"/><Relationship Id="rId61" Type="http://schemas.openxmlformats.org/officeDocument/2006/relationships/image" Target="NULL"/><Relationship Id="rId199" Type="http://schemas.openxmlformats.org/officeDocument/2006/relationships/image" Target="NULL"/><Relationship Id="rId571" Type="http://schemas.openxmlformats.org/officeDocument/2006/relationships/customXml" Target="../ink/ink2039.xml"/><Relationship Id="rId19" Type="http://schemas.openxmlformats.org/officeDocument/2006/relationships/image" Target="NULL"/><Relationship Id="rId224" Type="http://schemas.openxmlformats.org/officeDocument/2006/relationships/customXml" Target="../ink/ink1864.xml"/><Relationship Id="rId266" Type="http://schemas.openxmlformats.org/officeDocument/2006/relationships/customXml" Target="../ink/ink1885.xml"/><Relationship Id="rId431" Type="http://schemas.openxmlformats.org/officeDocument/2006/relationships/image" Target="NULL"/><Relationship Id="rId473" Type="http://schemas.openxmlformats.org/officeDocument/2006/relationships/image" Target="NULL"/><Relationship Id="rId529" Type="http://schemas.openxmlformats.org/officeDocument/2006/relationships/image" Target="NULL"/><Relationship Id="rId30" Type="http://schemas.openxmlformats.org/officeDocument/2006/relationships/customXml" Target="../ink/ink1767.xml"/><Relationship Id="rId126" Type="http://schemas.openxmlformats.org/officeDocument/2006/relationships/customXml" Target="../ink/ink1815.xml"/><Relationship Id="rId168" Type="http://schemas.openxmlformats.org/officeDocument/2006/relationships/customXml" Target="../ink/ink1836.xml"/><Relationship Id="rId333" Type="http://schemas.openxmlformats.org/officeDocument/2006/relationships/image" Target="NULL"/><Relationship Id="rId540" Type="http://schemas.openxmlformats.org/officeDocument/2006/relationships/customXml" Target="../ink/ink2023.xml"/><Relationship Id="rId72" Type="http://schemas.openxmlformats.org/officeDocument/2006/relationships/customXml" Target="../ink/ink1788.xml"/><Relationship Id="rId375" Type="http://schemas.openxmlformats.org/officeDocument/2006/relationships/image" Target="NULL"/><Relationship Id="rId582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customXml" Target="../ink/ink1891.xml"/><Relationship Id="rId400" Type="http://schemas.openxmlformats.org/officeDocument/2006/relationships/customXml" Target="../ink/ink1953.xml"/><Relationship Id="rId442" Type="http://schemas.openxmlformats.org/officeDocument/2006/relationships/customXml" Target="../ink/ink1974.xml"/><Relationship Id="rId484" Type="http://schemas.openxmlformats.org/officeDocument/2006/relationships/customXml" Target="../ink/ink1995.xml"/><Relationship Id="rId137" Type="http://schemas.openxmlformats.org/officeDocument/2006/relationships/image" Target="NULL"/><Relationship Id="rId302" Type="http://schemas.openxmlformats.org/officeDocument/2006/relationships/image" Target="NULL"/><Relationship Id="rId344" Type="http://schemas.openxmlformats.org/officeDocument/2006/relationships/customXml" Target="../ink/ink1925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1946.xml"/><Relationship Id="rId551" Type="http://schemas.openxmlformats.org/officeDocument/2006/relationships/image" Target="NULL"/><Relationship Id="rId593" Type="http://schemas.openxmlformats.org/officeDocument/2006/relationships/image" Target="NULL"/><Relationship Id="rId190" Type="http://schemas.openxmlformats.org/officeDocument/2006/relationships/customXml" Target="../ink/ink1847.xml"/><Relationship Id="rId204" Type="http://schemas.openxmlformats.org/officeDocument/2006/relationships/customXml" Target="../ink/ink1854.xml"/><Relationship Id="rId246" Type="http://schemas.openxmlformats.org/officeDocument/2006/relationships/customXml" Target="../ink/ink1875.xml"/><Relationship Id="rId288" Type="http://schemas.openxmlformats.org/officeDocument/2006/relationships/image" Target="NUL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customXml" Target="../ink/ink1805.xml"/><Relationship Id="rId313" Type="http://schemas.openxmlformats.org/officeDocument/2006/relationships/customXml" Target="../ink/ink1909.xml"/><Relationship Id="rId495" Type="http://schemas.openxmlformats.org/officeDocument/2006/relationships/image" Target="NULL"/><Relationship Id="rId10" Type="http://schemas.openxmlformats.org/officeDocument/2006/relationships/customXml" Target="../ink/ink1757.xml"/><Relationship Id="rId52" Type="http://schemas.openxmlformats.org/officeDocument/2006/relationships/customXml" Target="../ink/ink1778.xml"/><Relationship Id="rId94" Type="http://schemas.openxmlformats.org/officeDocument/2006/relationships/customXml" Target="../ink/ink1799.xml"/><Relationship Id="rId148" Type="http://schemas.openxmlformats.org/officeDocument/2006/relationships/customXml" Target="../ink/ink1826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customXml" Target="../ink/ink2013.xml"/><Relationship Id="rId562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1964.xml"/><Relationship Id="rId464" Type="http://schemas.openxmlformats.org/officeDocument/2006/relationships/customXml" Target="../ink/ink1985.xml"/><Relationship Id="rId299" Type="http://schemas.openxmlformats.org/officeDocument/2006/relationships/customXml" Target="../ink/ink1902.xm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1936.xml"/><Relationship Id="rId573" Type="http://schemas.openxmlformats.org/officeDocument/2006/relationships/customXml" Target="../ink/ink2040.xml"/><Relationship Id="rId226" Type="http://schemas.openxmlformats.org/officeDocument/2006/relationships/customXml" Target="../ink/ink1865.xml"/><Relationship Id="rId433" Type="http://schemas.openxmlformats.org/officeDocument/2006/relationships/image" Target="NULL"/><Relationship Id="rId74" Type="http://schemas.openxmlformats.org/officeDocument/2006/relationships/customXml" Target="../ink/ink1789.xml"/><Relationship Id="rId377" Type="http://schemas.openxmlformats.org/officeDocument/2006/relationships/image" Target="NULL"/><Relationship Id="rId500" Type="http://schemas.openxmlformats.org/officeDocument/2006/relationships/customXml" Target="../ink/ink2003.xml"/><Relationship Id="rId584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customXml" Target="../ink/ink1975.xml"/><Relationship Id="rId290" Type="http://schemas.openxmlformats.org/officeDocument/2006/relationships/image" Target="NULL"/><Relationship Id="rId304" Type="http://schemas.openxmlformats.org/officeDocument/2006/relationships/image" Target="NULL"/><Relationship Id="rId388" Type="http://schemas.openxmlformats.org/officeDocument/2006/relationships/customXml" Target="../ink/ink1947.xml"/><Relationship Id="rId511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1827.xml"/><Relationship Id="rId595" Type="http://schemas.openxmlformats.org/officeDocument/2006/relationships/image" Target="NULL"/><Relationship Id="rId248" Type="http://schemas.openxmlformats.org/officeDocument/2006/relationships/customXml" Target="../ink/ink1876.xml"/><Relationship Id="rId455" Type="http://schemas.openxmlformats.org/officeDocument/2006/relationships/image" Target="NULL"/><Relationship Id="rId12" Type="http://schemas.openxmlformats.org/officeDocument/2006/relationships/customXml" Target="../ink/ink1758.xml"/><Relationship Id="rId108" Type="http://schemas.openxmlformats.org/officeDocument/2006/relationships/customXml" Target="../ink/ink1806.xml"/><Relationship Id="rId315" Type="http://schemas.openxmlformats.org/officeDocument/2006/relationships/customXml" Target="../ink/ink1910.xml"/><Relationship Id="rId522" Type="http://schemas.openxmlformats.org/officeDocument/2006/relationships/customXml" Target="../ink/ink2014.xml"/><Relationship Id="rId96" Type="http://schemas.openxmlformats.org/officeDocument/2006/relationships/customXml" Target="../ink/ink1800.xml"/><Relationship Id="rId161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66" Type="http://schemas.openxmlformats.org/officeDocument/2006/relationships/customXml" Target="../ink/ink1986.xm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image" Target="NULL"/><Relationship Id="rId533" Type="http://schemas.openxmlformats.org/officeDocument/2006/relationships/image" Target="NULL"/><Relationship Id="rId172" Type="http://schemas.openxmlformats.org/officeDocument/2006/relationships/customXml" Target="../ink/ink1838.xml"/><Relationship Id="rId477" Type="http://schemas.openxmlformats.org/officeDocument/2006/relationships/image" Target="NULL"/><Relationship Id="rId600" Type="http://schemas.openxmlformats.org/officeDocument/2006/relationships/customXml" Target="../ink/ink2054.xml"/><Relationship Id="rId337" Type="http://schemas.openxmlformats.org/officeDocument/2006/relationships/image" Target="NULL"/><Relationship Id="rId34" Type="http://schemas.openxmlformats.org/officeDocument/2006/relationships/customXml" Target="../ink/ink1769.xml"/><Relationship Id="rId544" Type="http://schemas.openxmlformats.org/officeDocument/2006/relationships/customXml" Target="../ink/ink2025.xml"/><Relationship Id="rId183" Type="http://schemas.openxmlformats.org/officeDocument/2006/relationships/image" Target="NULL"/><Relationship Id="rId390" Type="http://schemas.openxmlformats.org/officeDocument/2006/relationships/customXml" Target="../ink/ink1948.xml"/><Relationship Id="rId404" Type="http://schemas.openxmlformats.org/officeDocument/2006/relationships/customXml" Target="../ink/ink1955.xml"/><Relationship Id="rId250" Type="http://schemas.openxmlformats.org/officeDocument/2006/relationships/customXml" Target="../ink/ink1877.xml"/><Relationship Id="rId488" Type="http://schemas.openxmlformats.org/officeDocument/2006/relationships/customXml" Target="../ink/ink1997.xml"/><Relationship Id="rId45" Type="http://schemas.openxmlformats.org/officeDocument/2006/relationships/image" Target="NULL"/><Relationship Id="rId110" Type="http://schemas.openxmlformats.org/officeDocument/2006/relationships/customXml" Target="../ink/ink1807.xml"/><Relationship Id="rId348" Type="http://schemas.openxmlformats.org/officeDocument/2006/relationships/customXml" Target="../ink/ink1927.xml"/><Relationship Id="rId555" Type="http://schemas.openxmlformats.org/officeDocument/2006/relationships/image" Target="NULL"/><Relationship Id="rId194" Type="http://schemas.openxmlformats.org/officeDocument/2006/relationships/customXml" Target="../ink/ink1849.xml"/><Relationship Id="rId208" Type="http://schemas.openxmlformats.org/officeDocument/2006/relationships/customXml" Target="../ink/ink1856.xml"/><Relationship Id="rId415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image" Target="NULL"/><Relationship Id="rId531" Type="http://schemas.openxmlformats.org/officeDocument/2006/relationships/image" Target="NULL"/><Relationship Id="rId170" Type="http://schemas.openxmlformats.org/officeDocument/2006/relationships/customXml" Target="../ink/ink2139.xml"/><Relationship Id="rId268" Type="http://schemas.openxmlformats.org/officeDocument/2006/relationships/image" Target="NULL"/><Relationship Id="rId475" Type="http://schemas.openxmlformats.org/officeDocument/2006/relationships/image" Target="NULL"/><Relationship Id="rId32" Type="http://schemas.openxmlformats.org/officeDocument/2006/relationships/customXml" Target="../ink/ink2070.xml"/><Relationship Id="rId128" Type="http://schemas.openxmlformats.org/officeDocument/2006/relationships/customXml" Target="../ink/ink2118.xml"/><Relationship Id="rId335" Type="http://schemas.openxmlformats.org/officeDocument/2006/relationships/customXml" Target="../ink/ink2222.xml"/><Relationship Id="rId542" Type="http://schemas.openxmlformats.org/officeDocument/2006/relationships/customXml" Target="../ink/ink2327.xml"/><Relationship Id="rId181" Type="http://schemas.openxmlformats.org/officeDocument/2006/relationships/image" Target="NULL"/><Relationship Id="rId402" Type="http://schemas.openxmlformats.org/officeDocument/2006/relationships/image" Target="NULL"/><Relationship Id="rId279" Type="http://schemas.openxmlformats.org/officeDocument/2006/relationships/customXml" Target="../ink/ink2194.xml"/><Relationship Id="rId486" Type="http://schemas.openxmlformats.org/officeDocument/2006/relationships/customXml" Target="../ink/ink2298.xm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image" Target="NULL"/><Relationship Id="rId553" Type="http://schemas.openxmlformats.org/officeDocument/2006/relationships/image" Target="NULL"/><Relationship Id="rId192" Type="http://schemas.openxmlformats.org/officeDocument/2006/relationships/customXml" Target="../ink/ink2150.xml"/><Relationship Id="rId206" Type="http://schemas.openxmlformats.org/officeDocument/2006/relationships/customXml" Target="../ink/ink2157.xml"/><Relationship Id="rId413" Type="http://schemas.openxmlformats.org/officeDocument/2006/relationships/customXml" Target="../ink/ink2261.xml"/><Relationship Id="rId497" Type="http://schemas.openxmlformats.org/officeDocument/2006/relationships/image" Target="NULL"/><Relationship Id="rId357" Type="http://schemas.openxmlformats.org/officeDocument/2006/relationships/customXml" Target="../ink/ink2233.xml"/><Relationship Id="rId54" Type="http://schemas.openxmlformats.org/officeDocument/2006/relationships/customXml" Target="../ink/ink2081.xml"/><Relationship Id="rId217" Type="http://schemas.openxmlformats.org/officeDocument/2006/relationships/image" Target="NULL"/><Relationship Id="rId564" Type="http://schemas.openxmlformats.org/officeDocument/2006/relationships/image" Target="NULL"/><Relationship Id="rId424" Type="http://schemas.openxmlformats.org/officeDocument/2006/relationships/image" Target="NULL"/><Relationship Id="rId270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customXml" Target="../ink/ink2119.xml"/><Relationship Id="rId368" Type="http://schemas.openxmlformats.org/officeDocument/2006/relationships/image" Target="NULL"/><Relationship Id="rId575" Type="http://schemas.openxmlformats.org/officeDocument/2006/relationships/customXml" Target="../ink/ink2344.xml"/><Relationship Id="rId228" Type="http://schemas.openxmlformats.org/officeDocument/2006/relationships/customXml" Target="../ink/ink2168.xml"/><Relationship Id="rId435" Type="http://schemas.openxmlformats.org/officeDocument/2006/relationships/customXml" Target="../ink/ink2272.xml"/><Relationship Id="rId281" Type="http://schemas.openxmlformats.org/officeDocument/2006/relationships/customXml" Target="../ink/ink2195.xml"/><Relationship Id="rId502" Type="http://schemas.openxmlformats.org/officeDocument/2006/relationships/customXml" Target="../ink/ink2306.xml"/><Relationship Id="rId76" Type="http://schemas.openxmlformats.org/officeDocument/2006/relationships/customXml" Target="../ink/ink2092.xml"/><Relationship Id="rId141" Type="http://schemas.openxmlformats.org/officeDocument/2006/relationships/image" Target="NULL"/><Relationship Id="rId379" Type="http://schemas.openxmlformats.org/officeDocument/2006/relationships/customXml" Target="../ink/ink2244.xml"/><Relationship Id="rId586" Type="http://schemas.openxmlformats.org/officeDocument/2006/relationships/image" Target="NULL"/><Relationship Id="rId7" Type="http://schemas.openxmlformats.org/officeDocument/2006/relationships/image" Target="NULL"/><Relationship Id="rId239" Type="http://schemas.openxmlformats.org/officeDocument/2006/relationships/image" Target="NULL"/><Relationship Id="rId446" Type="http://schemas.openxmlformats.org/officeDocument/2006/relationships/customXml" Target="../ink/ink2278.xml"/><Relationship Id="rId292" Type="http://schemas.openxmlformats.org/officeDocument/2006/relationships/image" Target="NULL"/><Relationship Id="rId306" Type="http://schemas.openxmlformats.org/officeDocument/2006/relationships/image" Target="NULL"/><Relationship Id="rId87" Type="http://schemas.openxmlformats.org/officeDocument/2006/relationships/image" Target="NULL"/><Relationship Id="rId513" Type="http://schemas.openxmlformats.org/officeDocument/2006/relationships/image" Target="NULL"/><Relationship Id="rId597" Type="http://schemas.openxmlformats.org/officeDocument/2006/relationships/image" Target="NULL"/><Relationship Id="rId152" Type="http://schemas.openxmlformats.org/officeDocument/2006/relationships/customXml" Target="../ink/ink2130.xml"/><Relationship Id="rId457" Type="http://schemas.openxmlformats.org/officeDocument/2006/relationships/image" Target="NULL"/><Relationship Id="rId14" Type="http://schemas.openxmlformats.org/officeDocument/2006/relationships/customXml" Target="../ink/ink2061.xml"/><Relationship Id="rId317" Type="http://schemas.openxmlformats.org/officeDocument/2006/relationships/customXml" Target="../ink/ink2213.xml"/><Relationship Id="rId524" Type="http://schemas.openxmlformats.org/officeDocument/2006/relationships/customXml" Target="../ink/ink2318.xml"/><Relationship Id="rId98" Type="http://schemas.openxmlformats.org/officeDocument/2006/relationships/customXml" Target="../ink/ink2103.xml"/><Relationship Id="rId163" Type="http://schemas.openxmlformats.org/officeDocument/2006/relationships/image" Target="NULL"/><Relationship Id="rId370" Type="http://schemas.openxmlformats.org/officeDocument/2006/relationships/image" Target="NULL"/><Relationship Id="rId230" Type="http://schemas.openxmlformats.org/officeDocument/2006/relationships/customXml" Target="../ink/ink2169.xml"/><Relationship Id="rId468" Type="http://schemas.openxmlformats.org/officeDocument/2006/relationships/customXml" Target="../ink/ink2289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image" Target="NULL"/><Relationship Id="rId535" Type="http://schemas.openxmlformats.org/officeDocument/2006/relationships/image" Target="NULL"/><Relationship Id="rId577" Type="http://schemas.openxmlformats.org/officeDocument/2006/relationships/customXml" Target="../ink/ink2345.xml"/><Relationship Id="rId132" Type="http://schemas.openxmlformats.org/officeDocument/2006/relationships/customXml" Target="../ink/ink2120.xml"/><Relationship Id="rId174" Type="http://schemas.openxmlformats.org/officeDocument/2006/relationships/customXml" Target="../ink/ink2141.xml"/><Relationship Id="rId381" Type="http://schemas.openxmlformats.org/officeDocument/2006/relationships/customXml" Target="../ink/ink2245.xml"/><Relationship Id="rId602" Type="http://schemas.openxmlformats.org/officeDocument/2006/relationships/customXml" Target="../ink/ink2358.xml"/><Relationship Id="rId241" Type="http://schemas.openxmlformats.org/officeDocument/2006/relationships/image" Target="NULL"/><Relationship Id="rId437" Type="http://schemas.openxmlformats.org/officeDocument/2006/relationships/customXml" Target="../ink/ink2273.xml"/><Relationship Id="rId479" Type="http://schemas.openxmlformats.org/officeDocument/2006/relationships/image" Target="NULL"/><Relationship Id="rId36" Type="http://schemas.openxmlformats.org/officeDocument/2006/relationships/customXml" Target="../ink/ink2072.xml"/><Relationship Id="rId283" Type="http://schemas.openxmlformats.org/officeDocument/2006/relationships/customXml" Target="../ink/ink2196.xml"/><Relationship Id="rId339" Type="http://schemas.openxmlformats.org/officeDocument/2006/relationships/customXml" Target="../ink/ink2224.xml"/><Relationship Id="rId490" Type="http://schemas.openxmlformats.org/officeDocument/2006/relationships/customXml" Target="../ink/ink2300.xml"/><Relationship Id="rId504" Type="http://schemas.openxmlformats.org/officeDocument/2006/relationships/customXml" Target="../ink/ink2307.xml"/><Relationship Id="rId546" Type="http://schemas.openxmlformats.org/officeDocument/2006/relationships/customXml" Target="../ink/ink2329.xml"/><Relationship Id="rId78" Type="http://schemas.openxmlformats.org/officeDocument/2006/relationships/customXml" Target="../ink/ink2093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image" Target="NULL"/><Relationship Id="rId406" Type="http://schemas.openxmlformats.org/officeDocument/2006/relationships/image" Target="NULL"/><Relationship Id="rId588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2159.xml"/><Relationship Id="rId392" Type="http://schemas.openxmlformats.org/officeDocument/2006/relationships/image" Target="NULL"/><Relationship Id="rId448" Type="http://schemas.openxmlformats.org/officeDocument/2006/relationships/customXml" Target="../ink/ink2279.xml"/><Relationship Id="rId252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image" Target="NULL"/><Relationship Id="rId515" Type="http://schemas.openxmlformats.org/officeDocument/2006/relationships/customXml" Target="../ink/ink2313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2110.xml"/><Relationship Id="rId154" Type="http://schemas.openxmlformats.org/officeDocument/2006/relationships/customXml" Target="../ink/ink2131.xml"/><Relationship Id="rId361" Type="http://schemas.openxmlformats.org/officeDocument/2006/relationships/customXml" Target="../ink/ink2235.xml"/><Relationship Id="rId557" Type="http://schemas.openxmlformats.org/officeDocument/2006/relationships/image" Target="NULL"/><Relationship Id="rId599" Type="http://schemas.openxmlformats.org/officeDocument/2006/relationships/image" Target="NULL"/><Relationship Id="rId196" Type="http://schemas.openxmlformats.org/officeDocument/2006/relationships/customXml" Target="../ink/ink2152.xml"/><Relationship Id="rId417" Type="http://schemas.openxmlformats.org/officeDocument/2006/relationships/customXml" Target="../ink/ink2263.xml"/><Relationship Id="rId459" Type="http://schemas.openxmlformats.org/officeDocument/2006/relationships/image" Target="NULL"/><Relationship Id="rId16" Type="http://schemas.openxmlformats.org/officeDocument/2006/relationships/customXml" Target="../ink/ink2062.xml"/><Relationship Id="rId221" Type="http://schemas.openxmlformats.org/officeDocument/2006/relationships/image" Target="NULL"/><Relationship Id="rId263" Type="http://schemas.openxmlformats.org/officeDocument/2006/relationships/customXml" Target="../ink/ink2186.xml"/><Relationship Id="rId319" Type="http://schemas.openxmlformats.org/officeDocument/2006/relationships/customXml" Target="../ink/ink2214.xml"/><Relationship Id="rId470" Type="http://schemas.openxmlformats.org/officeDocument/2006/relationships/customXml" Target="../ink/ink2290.xml"/><Relationship Id="rId526" Type="http://schemas.openxmlformats.org/officeDocument/2006/relationships/customXml" Target="../ink/ink2319.xml"/><Relationship Id="rId58" Type="http://schemas.openxmlformats.org/officeDocument/2006/relationships/customXml" Target="../ink/ink2083.xml"/><Relationship Id="rId123" Type="http://schemas.openxmlformats.org/officeDocument/2006/relationships/image" Target="NULL"/><Relationship Id="rId330" Type="http://schemas.openxmlformats.org/officeDocument/2006/relationships/image" Target="NULL"/><Relationship Id="rId568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image" Target="NULL"/><Relationship Id="rId428" Type="http://schemas.openxmlformats.org/officeDocument/2006/relationships/image" Target="NULL"/><Relationship Id="rId232" Type="http://schemas.openxmlformats.org/officeDocument/2006/relationships/customXml" Target="../ink/ink2170.xml"/><Relationship Id="rId274" Type="http://schemas.openxmlformats.org/officeDocument/2006/relationships/image" Target="NUL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2121.xml"/><Relationship Id="rId537" Type="http://schemas.openxmlformats.org/officeDocument/2006/relationships/image" Target="NULL"/><Relationship Id="rId579" Type="http://schemas.openxmlformats.org/officeDocument/2006/relationships/customXml" Target="../ink/ink2346.xml"/><Relationship Id="rId80" Type="http://schemas.openxmlformats.org/officeDocument/2006/relationships/customXml" Target="../ink/ink2094.xml"/><Relationship Id="rId176" Type="http://schemas.openxmlformats.org/officeDocument/2006/relationships/customXml" Target="../ink/ink2142.xml"/><Relationship Id="rId341" Type="http://schemas.openxmlformats.org/officeDocument/2006/relationships/customXml" Target="../ink/ink2225.xml"/><Relationship Id="rId383" Type="http://schemas.openxmlformats.org/officeDocument/2006/relationships/customXml" Target="../ink/ink2246.xml"/><Relationship Id="rId439" Type="http://schemas.openxmlformats.org/officeDocument/2006/relationships/image" Target="NULL"/><Relationship Id="rId590" Type="http://schemas.openxmlformats.org/officeDocument/2006/relationships/image" Target="NULL"/><Relationship Id="rId604" Type="http://schemas.openxmlformats.org/officeDocument/2006/relationships/customXml" Target="../ink/ink2359.xm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customXml" Target="../ink/ink2197.xml"/><Relationship Id="rId450" Type="http://schemas.openxmlformats.org/officeDocument/2006/relationships/customXml" Target="../ink/ink2280.xml"/><Relationship Id="rId506" Type="http://schemas.openxmlformats.org/officeDocument/2006/relationships/customXml" Target="../ink/ink2308.xml"/><Relationship Id="rId38" Type="http://schemas.openxmlformats.org/officeDocument/2006/relationships/customXml" Target="../ink/ink2073.xml"/><Relationship Id="rId103" Type="http://schemas.openxmlformats.org/officeDocument/2006/relationships/image" Target="NULL"/><Relationship Id="rId310" Type="http://schemas.openxmlformats.org/officeDocument/2006/relationships/image" Target="NULL"/><Relationship Id="rId492" Type="http://schemas.openxmlformats.org/officeDocument/2006/relationships/customXml" Target="../ink/ink2301.xml"/><Relationship Id="rId548" Type="http://schemas.openxmlformats.org/officeDocument/2006/relationships/customXml" Target="../ink/ink2330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customXml" Target="../ink/ink2160.xm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customXml" Target="../ink/ink2111.xml"/><Relationship Id="rId296" Type="http://schemas.openxmlformats.org/officeDocument/2006/relationships/image" Target="NULL"/><Relationship Id="rId461" Type="http://schemas.openxmlformats.org/officeDocument/2006/relationships/image" Target="NULL"/><Relationship Id="rId517" Type="http://schemas.openxmlformats.org/officeDocument/2006/relationships/customXml" Target="../ink/ink2314.xml"/><Relationship Id="rId559" Type="http://schemas.openxmlformats.org/officeDocument/2006/relationships/customXml" Target="../ink/ink2336.xml"/><Relationship Id="rId60" Type="http://schemas.openxmlformats.org/officeDocument/2006/relationships/customXml" Target="../ink/ink2084.xml"/><Relationship Id="rId156" Type="http://schemas.openxmlformats.org/officeDocument/2006/relationships/customXml" Target="../ink/ink2132.xml"/><Relationship Id="rId198" Type="http://schemas.openxmlformats.org/officeDocument/2006/relationships/customXml" Target="../ink/ink2153.xml"/><Relationship Id="rId321" Type="http://schemas.openxmlformats.org/officeDocument/2006/relationships/customXml" Target="../ink/ink2215.xml"/><Relationship Id="rId363" Type="http://schemas.openxmlformats.org/officeDocument/2006/relationships/customXml" Target="../ink/ink2236.xml"/><Relationship Id="rId419" Type="http://schemas.openxmlformats.org/officeDocument/2006/relationships/customXml" Target="../ink/ink2264.xml"/><Relationship Id="rId570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image" Target="NULL"/><Relationship Id="rId18" Type="http://schemas.openxmlformats.org/officeDocument/2006/relationships/customXml" Target="../ink/ink2063.xml"/><Relationship Id="rId265" Type="http://schemas.openxmlformats.org/officeDocument/2006/relationships/customXml" Target="../ink/ink2187.xml"/><Relationship Id="rId472" Type="http://schemas.openxmlformats.org/officeDocument/2006/relationships/customXml" Target="../ink/ink2291.xml"/><Relationship Id="rId528" Type="http://schemas.openxmlformats.org/officeDocument/2006/relationships/customXml" Target="../ink/ink2320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image" Target="NULL"/><Relationship Id="rId374" Type="http://schemas.openxmlformats.org/officeDocument/2006/relationships/image" Target="NULL"/><Relationship Id="rId581" Type="http://schemas.openxmlformats.org/officeDocument/2006/relationships/customXml" Target="../ink/ink2347.xml"/><Relationship Id="rId71" Type="http://schemas.openxmlformats.org/officeDocument/2006/relationships/image" Target="NULL"/><Relationship Id="rId234" Type="http://schemas.openxmlformats.org/officeDocument/2006/relationships/customXml" Target="../ink/ink2171.xml"/><Relationship Id="rId2" Type="http://schemas.openxmlformats.org/officeDocument/2006/relationships/customXml" Target="../ink/ink2055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image" Target="NULL"/><Relationship Id="rId483" Type="http://schemas.openxmlformats.org/officeDocument/2006/relationships/image" Target="NULL"/><Relationship Id="rId539" Type="http://schemas.openxmlformats.org/officeDocument/2006/relationships/image" Target="NULL"/><Relationship Id="rId40" Type="http://schemas.openxmlformats.org/officeDocument/2006/relationships/customXml" Target="../ink/ink2074.xml"/><Relationship Id="rId136" Type="http://schemas.openxmlformats.org/officeDocument/2006/relationships/customXml" Target="../ink/ink2122.xml"/><Relationship Id="rId178" Type="http://schemas.openxmlformats.org/officeDocument/2006/relationships/customXml" Target="../ink/ink2143.xml"/><Relationship Id="rId301" Type="http://schemas.openxmlformats.org/officeDocument/2006/relationships/customXml" Target="../ink/ink2205.xml"/><Relationship Id="rId343" Type="http://schemas.openxmlformats.org/officeDocument/2006/relationships/customXml" Target="../ink/ink2226.xml"/><Relationship Id="rId550" Type="http://schemas.openxmlformats.org/officeDocument/2006/relationships/customXml" Target="../ink/ink2331.xml"/><Relationship Id="rId82" Type="http://schemas.openxmlformats.org/officeDocument/2006/relationships/customXml" Target="../ink/ink2095.xml"/><Relationship Id="rId203" Type="http://schemas.openxmlformats.org/officeDocument/2006/relationships/image" Target="NULL"/><Relationship Id="rId385" Type="http://schemas.openxmlformats.org/officeDocument/2006/relationships/customXml" Target="../ink/ink2247.xml"/><Relationship Id="rId592" Type="http://schemas.openxmlformats.org/officeDocument/2006/relationships/image" Target="NULL"/><Relationship Id="rId606" Type="http://schemas.openxmlformats.org/officeDocument/2006/relationships/customXml" Target="../ink/ink2360.xml"/><Relationship Id="rId245" Type="http://schemas.openxmlformats.org/officeDocument/2006/relationships/customXml" Target="../ink/ink2177.xml"/><Relationship Id="rId287" Type="http://schemas.openxmlformats.org/officeDocument/2006/relationships/customXml" Target="../ink/ink2198.xml"/><Relationship Id="rId410" Type="http://schemas.openxmlformats.org/officeDocument/2006/relationships/image" Target="NULL"/><Relationship Id="rId452" Type="http://schemas.openxmlformats.org/officeDocument/2006/relationships/customXml" Target="../ink/ink2281.xml"/><Relationship Id="rId494" Type="http://schemas.openxmlformats.org/officeDocument/2006/relationships/customXml" Target="../ink/ink2302.xml"/><Relationship Id="rId508" Type="http://schemas.openxmlformats.org/officeDocument/2006/relationships/customXml" Target="../ink/ink2309.xm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image" Target="NUL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image" Target="NULL"/><Relationship Id="rId561" Type="http://schemas.openxmlformats.org/officeDocument/2006/relationships/customXml" Target="../ink/ink2337.xml"/><Relationship Id="rId214" Type="http://schemas.openxmlformats.org/officeDocument/2006/relationships/customXml" Target="../ink/ink2161.xml"/><Relationship Id="rId256" Type="http://schemas.openxmlformats.org/officeDocument/2006/relationships/image" Target="NULL"/><Relationship Id="rId298" Type="http://schemas.openxmlformats.org/officeDocument/2006/relationships/image" Target="NULL"/><Relationship Id="rId421" Type="http://schemas.openxmlformats.org/officeDocument/2006/relationships/customXml" Target="../ink/ink2265.xml"/><Relationship Id="rId463" Type="http://schemas.openxmlformats.org/officeDocument/2006/relationships/image" Target="NULL"/><Relationship Id="rId519" Type="http://schemas.openxmlformats.org/officeDocument/2006/relationships/image" Target="NULL"/><Relationship Id="rId116" Type="http://schemas.openxmlformats.org/officeDocument/2006/relationships/customXml" Target="../ink/ink2112.xml"/><Relationship Id="rId158" Type="http://schemas.openxmlformats.org/officeDocument/2006/relationships/customXml" Target="../ink/ink2133.xml"/><Relationship Id="rId323" Type="http://schemas.openxmlformats.org/officeDocument/2006/relationships/customXml" Target="../ink/ink2216.xml"/><Relationship Id="rId530" Type="http://schemas.openxmlformats.org/officeDocument/2006/relationships/customXml" Target="../ink/ink2321.xml"/><Relationship Id="rId20" Type="http://schemas.openxmlformats.org/officeDocument/2006/relationships/customXml" Target="../ink/ink2064.xml"/><Relationship Id="rId62" Type="http://schemas.openxmlformats.org/officeDocument/2006/relationships/customXml" Target="../ink/ink2085.xml"/><Relationship Id="rId365" Type="http://schemas.openxmlformats.org/officeDocument/2006/relationships/customXml" Target="../ink/ink2237.xml"/><Relationship Id="rId572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customXml" Target="../ink/ink2188.xml"/><Relationship Id="rId432" Type="http://schemas.openxmlformats.org/officeDocument/2006/relationships/image" Target="NULL"/><Relationship Id="rId474" Type="http://schemas.openxmlformats.org/officeDocument/2006/relationships/customXml" Target="../ink/ink2292.xm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image" Target="NULL"/><Relationship Id="rId376" Type="http://schemas.openxmlformats.org/officeDocument/2006/relationships/image" Target="NULL"/><Relationship Id="rId541" Type="http://schemas.openxmlformats.org/officeDocument/2006/relationships/image" Target="NULL"/><Relationship Id="rId583" Type="http://schemas.openxmlformats.org/officeDocument/2006/relationships/customXml" Target="../ink/ink2348.xml"/><Relationship Id="rId4" Type="http://schemas.openxmlformats.org/officeDocument/2006/relationships/customXml" Target="../ink/ink2056.xml"/><Relationship Id="rId180" Type="http://schemas.openxmlformats.org/officeDocument/2006/relationships/customXml" Target="../ink/ink2144.xml"/><Relationship Id="rId236" Type="http://schemas.openxmlformats.org/officeDocument/2006/relationships/customXml" Target="../ink/ink2172.xml"/><Relationship Id="rId278" Type="http://schemas.openxmlformats.org/officeDocument/2006/relationships/image" Target="NULL"/><Relationship Id="rId401" Type="http://schemas.openxmlformats.org/officeDocument/2006/relationships/customXml" Target="../ink/ink2255.xml"/><Relationship Id="rId443" Type="http://schemas.openxmlformats.org/officeDocument/2006/relationships/image" Target="NULL"/><Relationship Id="rId303" Type="http://schemas.openxmlformats.org/officeDocument/2006/relationships/customXml" Target="../ink/ink2206.xml"/><Relationship Id="rId485" Type="http://schemas.openxmlformats.org/officeDocument/2006/relationships/image" Target="NULL"/><Relationship Id="rId42" Type="http://schemas.openxmlformats.org/officeDocument/2006/relationships/customXml" Target="../ink/ink2075.xml"/><Relationship Id="rId84" Type="http://schemas.openxmlformats.org/officeDocument/2006/relationships/customXml" Target="../ink/ink2096.xml"/><Relationship Id="rId138" Type="http://schemas.openxmlformats.org/officeDocument/2006/relationships/customXml" Target="../ink/ink2123.xml"/><Relationship Id="rId345" Type="http://schemas.openxmlformats.org/officeDocument/2006/relationships/customXml" Target="../ink/ink2227.xml"/><Relationship Id="rId387" Type="http://schemas.openxmlformats.org/officeDocument/2006/relationships/customXml" Target="../ink/ink2248.xml"/><Relationship Id="rId510" Type="http://schemas.openxmlformats.org/officeDocument/2006/relationships/customXml" Target="../ink/ink2310.xml"/><Relationship Id="rId552" Type="http://schemas.openxmlformats.org/officeDocument/2006/relationships/customXml" Target="../ink/ink2332.xml"/><Relationship Id="rId594" Type="http://schemas.openxmlformats.org/officeDocument/2006/relationships/image" Target="NULL"/><Relationship Id="rId608" Type="http://schemas.openxmlformats.org/officeDocument/2006/relationships/customXml" Target="../ink/ink2361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customXml" Target="../ink/ink2178.xm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customXml" Target="../ink/ink2199.xml"/><Relationship Id="rId454" Type="http://schemas.openxmlformats.org/officeDocument/2006/relationships/customXml" Target="../ink/ink2282.xml"/><Relationship Id="rId496" Type="http://schemas.openxmlformats.org/officeDocument/2006/relationships/customXml" Target="../ink/ink2303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521" Type="http://schemas.openxmlformats.org/officeDocument/2006/relationships/image" Target="NULL"/><Relationship Id="rId563" Type="http://schemas.openxmlformats.org/officeDocument/2006/relationships/customXml" Target="../ink/ink2338.xml"/><Relationship Id="rId95" Type="http://schemas.openxmlformats.org/officeDocument/2006/relationships/image" Target="NULL"/><Relationship Id="rId160" Type="http://schemas.openxmlformats.org/officeDocument/2006/relationships/customXml" Target="../ink/ink2134.xml"/><Relationship Id="rId216" Type="http://schemas.openxmlformats.org/officeDocument/2006/relationships/customXml" Target="../ink/ink2162.xml"/><Relationship Id="rId423" Type="http://schemas.openxmlformats.org/officeDocument/2006/relationships/customXml" Target="../ink/ink2266.xml"/><Relationship Id="rId258" Type="http://schemas.openxmlformats.org/officeDocument/2006/relationships/image" Target="NULL"/><Relationship Id="rId465" Type="http://schemas.openxmlformats.org/officeDocument/2006/relationships/image" Target="NULL"/><Relationship Id="rId22" Type="http://schemas.openxmlformats.org/officeDocument/2006/relationships/customXml" Target="../ink/ink2065.xml"/><Relationship Id="rId64" Type="http://schemas.openxmlformats.org/officeDocument/2006/relationships/customXml" Target="../ink/ink2086.xml"/><Relationship Id="rId118" Type="http://schemas.openxmlformats.org/officeDocument/2006/relationships/customXml" Target="../ink/ink2113.xml"/><Relationship Id="rId325" Type="http://schemas.openxmlformats.org/officeDocument/2006/relationships/customXml" Target="../ink/ink2217.xml"/><Relationship Id="rId367" Type="http://schemas.openxmlformats.org/officeDocument/2006/relationships/customXml" Target="../ink/ink2238.xml"/><Relationship Id="rId532" Type="http://schemas.openxmlformats.org/officeDocument/2006/relationships/customXml" Target="../ink/ink2322.xml"/><Relationship Id="rId574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customXml" Target="../ink/ink2189.xml"/><Relationship Id="rId434" Type="http://schemas.openxmlformats.org/officeDocument/2006/relationships/image" Target="NULL"/><Relationship Id="rId476" Type="http://schemas.openxmlformats.org/officeDocument/2006/relationships/customXml" Target="../ink/ink2293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336" Type="http://schemas.openxmlformats.org/officeDocument/2006/relationships/image" Target="NULL"/><Relationship Id="rId501" Type="http://schemas.openxmlformats.org/officeDocument/2006/relationships/image" Target="NUL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2124.xml"/><Relationship Id="rId182" Type="http://schemas.openxmlformats.org/officeDocument/2006/relationships/customXml" Target="../ink/ink2145.xml"/><Relationship Id="rId378" Type="http://schemas.openxmlformats.org/officeDocument/2006/relationships/image" Target="NULL"/><Relationship Id="rId403" Type="http://schemas.openxmlformats.org/officeDocument/2006/relationships/customXml" Target="../ink/ink2256.xml"/><Relationship Id="rId585" Type="http://schemas.openxmlformats.org/officeDocument/2006/relationships/customXml" Target="../ink/ink2349.xml"/><Relationship Id="rId6" Type="http://schemas.openxmlformats.org/officeDocument/2006/relationships/customXml" Target="../ink/ink2057.xml"/><Relationship Id="rId238" Type="http://schemas.openxmlformats.org/officeDocument/2006/relationships/customXml" Target="../ink/ink2173.xml"/><Relationship Id="rId445" Type="http://schemas.openxmlformats.org/officeDocument/2006/relationships/image" Target="NULL"/><Relationship Id="rId487" Type="http://schemas.openxmlformats.org/officeDocument/2006/relationships/image" Target="NULL"/><Relationship Id="rId291" Type="http://schemas.openxmlformats.org/officeDocument/2006/relationships/customXml" Target="../ink/ink2200.xml"/><Relationship Id="rId305" Type="http://schemas.openxmlformats.org/officeDocument/2006/relationships/customXml" Target="../ink/ink2207.xml"/><Relationship Id="rId347" Type="http://schemas.openxmlformats.org/officeDocument/2006/relationships/customXml" Target="../ink/ink2228.xml"/><Relationship Id="rId512" Type="http://schemas.openxmlformats.org/officeDocument/2006/relationships/customXml" Target="../ink/ink2311.xml"/><Relationship Id="rId44" Type="http://schemas.openxmlformats.org/officeDocument/2006/relationships/customXml" Target="../ink/ink2076.xml"/><Relationship Id="rId86" Type="http://schemas.openxmlformats.org/officeDocument/2006/relationships/customXml" Target="../ink/ink2097.xml"/><Relationship Id="rId151" Type="http://schemas.openxmlformats.org/officeDocument/2006/relationships/image" Target="NULL"/><Relationship Id="rId389" Type="http://schemas.openxmlformats.org/officeDocument/2006/relationships/customXml" Target="../ink/ink2249.xml"/><Relationship Id="rId554" Type="http://schemas.openxmlformats.org/officeDocument/2006/relationships/customXml" Target="../ink/ink2333.xml"/><Relationship Id="rId596" Type="http://schemas.openxmlformats.org/officeDocument/2006/relationships/customXml" Target="../ink/ink2355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customXml" Target="../ink/ink2179.xml"/><Relationship Id="rId414" Type="http://schemas.openxmlformats.org/officeDocument/2006/relationships/image" Target="NULL"/><Relationship Id="rId456" Type="http://schemas.openxmlformats.org/officeDocument/2006/relationships/customXml" Target="../ink/ink2283.xml"/><Relationship Id="rId498" Type="http://schemas.openxmlformats.org/officeDocument/2006/relationships/customXml" Target="../ink/ink2304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image" Target="NULL"/><Relationship Id="rId523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2114.xml"/><Relationship Id="rId358" Type="http://schemas.openxmlformats.org/officeDocument/2006/relationships/image" Target="NULL"/><Relationship Id="rId565" Type="http://schemas.openxmlformats.org/officeDocument/2006/relationships/customXml" Target="../ink/ink2339.xml"/><Relationship Id="rId162" Type="http://schemas.openxmlformats.org/officeDocument/2006/relationships/customXml" Target="../ink/ink2135.xml"/><Relationship Id="rId218" Type="http://schemas.openxmlformats.org/officeDocument/2006/relationships/customXml" Target="../ink/ink2163.xml"/><Relationship Id="rId425" Type="http://schemas.openxmlformats.org/officeDocument/2006/relationships/customXml" Target="../ink/ink2267.xml"/><Relationship Id="rId467" Type="http://schemas.openxmlformats.org/officeDocument/2006/relationships/image" Target="NULL"/><Relationship Id="rId271" Type="http://schemas.openxmlformats.org/officeDocument/2006/relationships/customXml" Target="../ink/ink2190.xml"/><Relationship Id="rId24" Type="http://schemas.openxmlformats.org/officeDocument/2006/relationships/customXml" Target="../ink/ink2066.xml"/><Relationship Id="rId66" Type="http://schemas.openxmlformats.org/officeDocument/2006/relationships/customXml" Target="../ink/ink2087.xml"/><Relationship Id="rId131" Type="http://schemas.openxmlformats.org/officeDocument/2006/relationships/image" Target="NULL"/><Relationship Id="rId327" Type="http://schemas.openxmlformats.org/officeDocument/2006/relationships/customXml" Target="../ink/ink2218.xml"/><Relationship Id="rId369" Type="http://schemas.openxmlformats.org/officeDocument/2006/relationships/customXml" Target="../ink/ink2239.xml"/><Relationship Id="rId534" Type="http://schemas.openxmlformats.org/officeDocument/2006/relationships/customXml" Target="../ink/ink2323.xml"/><Relationship Id="rId576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image" Target="NULL"/><Relationship Id="rId436" Type="http://schemas.openxmlformats.org/officeDocument/2006/relationships/image" Target="NULL"/><Relationship Id="rId601" Type="http://schemas.openxmlformats.org/officeDocument/2006/relationships/image" Target="NULL"/><Relationship Id="rId240" Type="http://schemas.openxmlformats.org/officeDocument/2006/relationships/customXml" Target="../ink/ink2174.xml"/><Relationship Id="rId478" Type="http://schemas.openxmlformats.org/officeDocument/2006/relationships/customXml" Target="../ink/ink2294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2104.xml"/><Relationship Id="rId282" Type="http://schemas.openxmlformats.org/officeDocument/2006/relationships/image" Target="NULL"/><Relationship Id="rId338" Type="http://schemas.openxmlformats.org/officeDocument/2006/relationships/image" Target="NULL"/><Relationship Id="rId503" Type="http://schemas.openxmlformats.org/officeDocument/2006/relationships/image" Target="NULL"/><Relationship Id="rId545" Type="http://schemas.openxmlformats.org/officeDocument/2006/relationships/image" Target="NULL"/><Relationship Id="rId587" Type="http://schemas.openxmlformats.org/officeDocument/2006/relationships/customXml" Target="../ink/ink2350.xml"/><Relationship Id="rId8" Type="http://schemas.openxmlformats.org/officeDocument/2006/relationships/customXml" Target="../ink/ink2058.xml"/><Relationship Id="rId142" Type="http://schemas.openxmlformats.org/officeDocument/2006/relationships/customXml" Target="../ink/ink2125.xml"/><Relationship Id="rId184" Type="http://schemas.openxmlformats.org/officeDocument/2006/relationships/customXml" Target="../ink/ink2146.xml"/><Relationship Id="rId391" Type="http://schemas.openxmlformats.org/officeDocument/2006/relationships/customXml" Target="../ink/ink2250.xml"/><Relationship Id="rId405" Type="http://schemas.openxmlformats.org/officeDocument/2006/relationships/customXml" Target="../ink/ink2257.xml"/><Relationship Id="rId447" Type="http://schemas.openxmlformats.org/officeDocument/2006/relationships/image" Target="NULL"/><Relationship Id="rId251" Type="http://schemas.openxmlformats.org/officeDocument/2006/relationships/customXml" Target="../ink/ink2180.xml"/><Relationship Id="rId489" Type="http://schemas.openxmlformats.org/officeDocument/2006/relationships/image" Target="NULL"/><Relationship Id="rId46" Type="http://schemas.openxmlformats.org/officeDocument/2006/relationships/customXml" Target="../ink/ink2077.xml"/><Relationship Id="rId293" Type="http://schemas.openxmlformats.org/officeDocument/2006/relationships/customXml" Target="../ink/ink2201.xml"/><Relationship Id="rId307" Type="http://schemas.openxmlformats.org/officeDocument/2006/relationships/customXml" Target="../ink/ink2208.xml"/><Relationship Id="rId349" Type="http://schemas.openxmlformats.org/officeDocument/2006/relationships/customXml" Target="../ink/ink2229.xml"/><Relationship Id="rId514" Type="http://schemas.openxmlformats.org/officeDocument/2006/relationships/customXml" Target="../ink/ink2312.xml"/><Relationship Id="rId556" Type="http://schemas.openxmlformats.org/officeDocument/2006/relationships/customXml" Target="../ink/ink2334.xml"/><Relationship Id="rId88" Type="http://schemas.openxmlformats.org/officeDocument/2006/relationships/customXml" Target="../ink/ink2098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image" Target="NULL"/><Relationship Id="rId416" Type="http://schemas.openxmlformats.org/officeDocument/2006/relationships/image" Target="NULL"/><Relationship Id="rId598" Type="http://schemas.openxmlformats.org/officeDocument/2006/relationships/customXml" Target="../ink/ink2356.xml"/><Relationship Id="rId220" Type="http://schemas.openxmlformats.org/officeDocument/2006/relationships/customXml" Target="../ink/ink2164.xml"/><Relationship Id="rId458" Type="http://schemas.openxmlformats.org/officeDocument/2006/relationships/customXml" Target="../ink/ink2284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image" Target="NULL"/><Relationship Id="rId525" Type="http://schemas.openxmlformats.org/officeDocument/2006/relationships/image" Target="NULL"/><Relationship Id="rId567" Type="http://schemas.openxmlformats.org/officeDocument/2006/relationships/customXml" Target="../ink/ink2340.xml"/><Relationship Id="rId99" Type="http://schemas.openxmlformats.org/officeDocument/2006/relationships/image" Target="NULL"/><Relationship Id="rId122" Type="http://schemas.openxmlformats.org/officeDocument/2006/relationships/customXml" Target="../ink/ink2115.xml"/><Relationship Id="rId164" Type="http://schemas.openxmlformats.org/officeDocument/2006/relationships/customXml" Target="../ink/ink2136.xml"/><Relationship Id="rId371" Type="http://schemas.openxmlformats.org/officeDocument/2006/relationships/customXml" Target="../ink/ink2240.xml"/><Relationship Id="rId427" Type="http://schemas.openxmlformats.org/officeDocument/2006/relationships/customXml" Target="../ink/ink2268.xml"/><Relationship Id="rId469" Type="http://schemas.openxmlformats.org/officeDocument/2006/relationships/image" Target="NULL"/><Relationship Id="rId26" Type="http://schemas.openxmlformats.org/officeDocument/2006/relationships/customXml" Target="../ink/ink2067.xml"/><Relationship Id="rId231" Type="http://schemas.openxmlformats.org/officeDocument/2006/relationships/image" Target="NULL"/><Relationship Id="rId273" Type="http://schemas.openxmlformats.org/officeDocument/2006/relationships/customXml" Target="../ink/ink2191.xml"/><Relationship Id="rId329" Type="http://schemas.openxmlformats.org/officeDocument/2006/relationships/customXml" Target="../ink/ink2219.xml"/><Relationship Id="rId480" Type="http://schemas.openxmlformats.org/officeDocument/2006/relationships/customXml" Target="../ink/ink2295.xml"/><Relationship Id="rId536" Type="http://schemas.openxmlformats.org/officeDocument/2006/relationships/customXml" Target="../ink/ink2324.xml"/><Relationship Id="rId68" Type="http://schemas.openxmlformats.org/officeDocument/2006/relationships/customXml" Target="../ink/ink2088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image" Target="NULL"/><Relationship Id="rId578" Type="http://schemas.openxmlformats.org/officeDocument/2006/relationships/image" Target="NULL"/><Relationship Id="rId200" Type="http://schemas.openxmlformats.org/officeDocument/2006/relationships/customXml" Target="../ink/ink2154.xml"/><Relationship Id="rId382" Type="http://schemas.openxmlformats.org/officeDocument/2006/relationships/image" Target="NULL"/><Relationship Id="rId438" Type="http://schemas.openxmlformats.org/officeDocument/2006/relationships/customXml" Target="../ink/ink2274.xml"/><Relationship Id="rId603" Type="http://schemas.openxmlformats.org/officeDocument/2006/relationships/image" Target="NULL"/><Relationship Id="rId242" Type="http://schemas.openxmlformats.org/officeDocument/2006/relationships/customXml" Target="../ink/ink2175.xml"/><Relationship Id="rId284" Type="http://schemas.openxmlformats.org/officeDocument/2006/relationships/image" Target="NUL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2105.xml"/><Relationship Id="rId144" Type="http://schemas.openxmlformats.org/officeDocument/2006/relationships/customXml" Target="../ink/ink2126.xml"/><Relationship Id="rId547" Type="http://schemas.openxmlformats.org/officeDocument/2006/relationships/image" Target="NULL"/><Relationship Id="rId589" Type="http://schemas.openxmlformats.org/officeDocument/2006/relationships/customXml" Target="../ink/ink2351.xml"/><Relationship Id="rId90" Type="http://schemas.openxmlformats.org/officeDocument/2006/relationships/customXml" Target="../ink/ink2099.xml"/><Relationship Id="rId186" Type="http://schemas.openxmlformats.org/officeDocument/2006/relationships/customXml" Target="../ink/ink2147.xml"/><Relationship Id="rId351" Type="http://schemas.openxmlformats.org/officeDocument/2006/relationships/customXml" Target="../ink/ink2230.xml"/><Relationship Id="rId393" Type="http://schemas.openxmlformats.org/officeDocument/2006/relationships/customXml" Target="../ink/ink2251.xml"/><Relationship Id="rId407" Type="http://schemas.openxmlformats.org/officeDocument/2006/relationships/customXml" Target="../ink/ink2258.xml"/><Relationship Id="rId449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customXml" Target="../ink/ink2181.xml"/><Relationship Id="rId295" Type="http://schemas.openxmlformats.org/officeDocument/2006/relationships/customXml" Target="../ink/ink2202.xml"/><Relationship Id="rId309" Type="http://schemas.openxmlformats.org/officeDocument/2006/relationships/customXml" Target="../ink/ink2209.xml"/><Relationship Id="rId460" Type="http://schemas.openxmlformats.org/officeDocument/2006/relationships/customXml" Target="../ink/ink2285.xml"/><Relationship Id="rId516" Type="http://schemas.openxmlformats.org/officeDocument/2006/relationships/image" Target="NULL"/><Relationship Id="rId48" Type="http://schemas.openxmlformats.org/officeDocument/2006/relationships/customXml" Target="../ink/ink2078.xml"/><Relationship Id="rId113" Type="http://schemas.openxmlformats.org/officeDocument/2006/relationships/image" Target="NULL"/><Relationship Id="rId320" Type="http://schemas.openxmlformats.org/officeDocument/2006/relationships/image" Target="NULL"/><Relationship Id="rId558" Type="http://schemas.openxmlformats.org/officeDocument/2006/relationships/customXml" Target="../ink/ink2335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image" Target="NULL"/><Relationship Id="rId418" Type="http://schemas.openxmlformats.org/officeDocument/2006/relationships/image" Target="NULL"/><Relationship Id="rId222" Type="http://schemas.openxmlformats.org/officeDocument/2006/relationships/customXml" Target="../ink/ink2165.xml"/><Relationship Id="rId264" Type="http://schemas.openxmlformats.org/officeDocument/2006/relationships/image" Target="NUL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2116.xml"/><Relationship Id="rId527" Type="http://schemas.openxmlformats.org/officeDocument/2006/relationships/image" Target="NULL"/><Relationship Id="rId569" Type="http://schemas.openxmlformats.org/officeDocument/2006/relationships/customXml" Target="../ink/ink2341.xml"/><Relationship Id="rId70" Type="http://schemas.openxmlformats.org/officeDocument/2006/relationships/customXml" Target="../ink/ink2089.xml"/><Relationship Id="rId166" Type="http://schemas.openxmlformats.org/officeDocument/2006/relationships/customXml" Target="../ink/ink2137.xml"/><Relationship Id="rId331" Type="http://schemas.openxmlformats.org/officeDocument/2006/relationships/customXml" Target="../ink/ink2220.xml"/><Relationship Id="rId373" Type="http://schemas.openxmlformats.org/officeDocument/2006/relationships/customXml" Target="../ink/ink2241.xml"/><Relationship Id="rId429" Type="http://schemas.openxmlformats.org/officeDocument/2006/relationships/customXml" Target="../ink/ink2269.xml"/><Relationship Id="rId580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2275.xml"/><Relationship Id="rId28" Type="http://schemas.openxmlformats.org/officeDocument/2006/relationships/customXml" Target="../ink/ink2068.xml"/><Relationship Id="rId275" Type="http://schemas.openxmlformats.org/officeDocument/2006/relationships/customXml" Target="../ink/ink2192.xml"/><Relationship Id="rId300" Type="http://schemas.openxmlformats.org/officeDocument/2006/relationships/image" Target="NULL"/><Relationship Id="rId482" Type="http://schemas.openxmlformats.org/officeDocument/2006/relationships/customXml" Target="../ink/ink2296.xml"/><Relationship Id="rId538" Type="http://schemas.openxmlformats.org/officeDocument/2006/relationships/customXml" Target="../ink/ink2325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image" Target="NULL"/><Relationship Id="rId384" Type="http://schemas.openxmlformats.org/officeDocument/2006/relationships/image" Target="NULL"/><Relationship Id="rId591" Type="http://schemas.openxmlformats.org/officeDocument/2006/relationships/customXml" Target="../ink/ink2352.xml"/><Relationship Id="rId605" Type="http://schemas.openxmlformats.org/officeDocument/2006/relationships/image" Target="NULL"/><Relationship Id="rId202" Type="http://schemas.openxmlformats.org/officeDocument/2006/relationships/customXml" Target="../ink/ink2155.xml"/><Relationship Id="rId244" Type="http://schemas.openxmlformats.org/officeDocument/2006/relationships/customXml" Target="../ink/ink2176.xm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49" Type="http://schemas.openxmlformats.org/officeDocument/2006/relationships/image" Target="NULL"/><Relationship Id="rId50" Type="http://schemas.openxmlformats.org/officeDocument/2006/relationships/customXml" Target="../ink/ink2079.xml"/><Relationship Id="rId104" Type="http://schemas.openxmlformats.org/officeDocument/2006/relationships/customXml" Target="../ink/ink2106.xml"/><Relationship Id="rId146" Type="http://schemas.openxmlformats.org/officeDocument/2006/relationships/customXml" Target="../ink/ink2127.xml"/><Relationship Id="rId188" Type="http://schemas.openxmlformats.org/officeDocument/2006/relationships/customXml" Target="../ink/ink2148.xml"/><Relationship Id="rId311" Type="http://schemas.openxmlformats.org/officeDocument/2006/relationships/customXml" Target="../ink/ink2210.xml"/><Relationship Id="rId353" Type="http://schemas.openxmlformats.org/officeDocument/2006/relationships/customXml" Target="../ink/ink2231.xml"/><Relationship Id="rId395" Type="http://schemas.openxmlformats.org/officeDocument/2006/relationships/customXml" Target="../ink/ink2252.xml"/><Relationship Id="rId409" Type="http://schemas.openxmlformats.org/officeDocument/2006/relationships/customXml" Target="../ink/ink2259.xml"/><Relationship Id="rId560" Type="http://schemas.openxmlformats.org/officeDocument/2006/relationships/image" Target="NULL"/><Relationship Id="rId92" Type="http://schemas.openxmlformats.org/officeDocument/2006/relationships/customXml" Target="../ink/ink2100.xml"/><Relationship Id="rId213" Type="http://schemas.openxmlformats.org/officeDocument/2006/relationships/image" Target="NULL"/><Relationship Id="rId420" Type="http://schemas.openxmlformats.org/officeDocument/2006/relationships/image" Target="NULL"/><Relationship Id="rId255" Type="http://schemas.openxmlformats.org/officeDocument/2006/relationships/customXml" Target="../ink/ink2182.xml"/><Relationship Id="rId297" Type="http://schemas.openxmlformats.org/officeDocument/2006/relationships/customXml" Target="../ink/ink2203.xml"/><Relationship Id="rId462" Type="http://schemas.openxmlformats.org/officeDocument/2006/relationships/customXml" Target="../ink/ink2286.xml"/><Relationship Id="rId518" Type="http://schemas.openxmlformats.org/officeDocument/2006/relationships/customXml" Target="../ink/ink2315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image" Target="NUL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image" Target="NULL"/><Relationship Id="rId571" Type="http://schemas.openxmlformats.org/officeDocument/2006/relationships/customXml" Target="../ink/ink2342.xml"/><Relationship Id="rId19" Type="http://schemas.openxmlformats.org/officeDocument/2006/relationships/image" Target="NULL"/><Relationship Id="rId224" Type="http://schemas.openxmlformats.org/officeDocument/2006/relationships/customXml" Target="../ink/ink2166.xml"/><Relationship Id="rId266" Type="http://schemas.openxmlformats.org/officeDocument/2006/relationships/image" Target="NULL"/><Relationship Id="rId431" Type="http://schemas.openxmlformats.org/officeDocument/2006/relationships/customXml" Target="../ink/ink2270.xml"/><Relationship Id="rId473" Type="http://schemas.openxmlformats.org/officeDocument/2006/relationships/image" Target="NULL"/><Relationship Id="rId529" Type="http://schemas.openxmlformats.org/officeDocument/2006/relationships/image" Target="NULL"/><Relationship Id="rId30" Type="http://schemas.openxmlformats.org/officeDocument/2006/relationships/customXml" Target="../ink/ink2069.xml"/><Relationship Id="rId126" Type="http://schemas.openxmlformats.org/officeDocument/2006/relationships/customXml" Target="../ink/ink2117.xml"/><Relationship Id="rId168" Type="http://schemas.openxmlformats.org/officeDocument/2006/relationships/customXml" Target="../ink/ink2138.xml"/><Relationship Id="rId333" Type="http://schemas.openxmlformats.org/officeDocument/2006/relationships/customXml" Target="../ink/ink2221.xml"/><Relationship Id="rId540" Type="http://schemas.openxmlformats.org/officeDocument/2006/relationships/customXml" Target="../ink/ink2326.xml"/><Relationship Id="rId72" Type="http://schemas.openxmlformats.org/officeDocument/2006/relationships/customXml" Target="../ink/ink2090.xml"/><Relationship Id="rId375" Type="http://schemas.openxmlformats.org/officeDocument/2006/relationships/customXml" Target="../ink/ink2242.xml"/><Relationship Id="rId582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customXml" Target="../ink/ink2193.xml"/><Relationship Id="rId400" Type="http://schemas.openxmlformats.org/officeDocument/2006/relationships/image" Target="NULL"/><Relationship Id="rId442" Type="http://schemas.openxmlformats.org/officeDocument/2006/relationships/customXml" Target="../ink/ink2276.xml"/><Relationship Id="rId484" Type="http://schemas.openxmlformats.org/officeDocument/2006/relationships/customXml" Target="../ink/ink2297.xml"/><Relationship Id="rId137" Type="http://schemas.openxmlformats.org/officeDocument/2006/relationships/image" Target="NULL"/><Relationship Id="rId302" Type="http://schemas.openxmlformats.org/officeDocument/2006/relationships/image" Target="NUL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image" Target="NULL"/><Relationship Id="rId551" Type="http://schemas.openxmlformats.org/officeDocument/2006/relationships/image" Target="NULL"/><Relationship Id="rId593" Type="http://schemas.openxmlformats.org/officeDocument/2006/relationships/customXml" Target="../ink/ink2353.xml"/><Relationship Id="rId607" Type="http://schemas.openxmlformats.org/officeDocument/2006/relationships/image" Target="NULL"/><Relationship Id="rId190" Type="http://schemas.openxmlformats.org/officeDocument/2006/relationships/customXml" Target="../ink/ink2149.xml"/><Relationship Id="rId204" Type="http://schemas.openxmlformats.org/officeDocument/2006/relationships/customXml" Target="../ink/ink2156.xml"/><Relationship Id="rId246" Type="http://schemas.openxmlformats.org/officeDocument/2006/relationships/image" Target="NULL"/><Relationship Id="rId288" Type="http://schemas.openxmlformats.org/officeDocument/2006/relationships/image" Target="NULL"/><Relationship Id="rId411" Type="http://schemas.openxmlformats.org/officeDocument/2006/relationships/customXml" Target="../ink/ink2260.xm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customXml" Target="../ink/ink2107.xml"/><Relationship Id="rId313" Type="http://schemas.openxmlformats.org/officeDocument/2006/relationships/customXml" Target="../ink/ink2211.xml"/><Relationship Id="rId495" Type="http://schemas.openxmlformats.org/officeDocument/2006/relationships/image" Target="NULL"/><Relationship Id="rId10" Type="http://schemas.openxmlformats.org/officeDocument/2006/relationships/customXml" Target="../ink/ink2059.xml"/><Relationship Id="rId52" Type="http://schemas.openxmlformats.org/officeDocument/2006/relationships/customXml" Target="../ink/ink2080.xml"/><Relationship Id="rId94" Type="http://schemas.openxmlformats.org/officeDocument/2006/relationships/customXml" Target="../ink/ink2101.xml"/><Relationship Id="rId148" Type="http://schemas.openxmlformats.org/officeDocument/2006/relationships/customXml" Target="../ink/ink2128.xml"/><Relationship Id="rId355" Type="http://schemas.openxmlformats.org/officeDocument/2006/relationships/customXml" Target="../ink/ink2232.xml"/><Relationship Id="rId397" Type="http://schemas.openxmlformats.org/officeDocument/2006/relationships/customXml" Target="../ink/ink2253.xml"/><Relationship Id="rId520" Type="http://schemas.openxmlformats.org/officeDocument/2006/relationships/customXml" Target="../ink/ink2316.xml"/><Relationship Id="rId562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customXml" Target="../ink/ink2183.xml"/><Relationship Id="rId422" Type="http://schemas.openxmlformats.org/officeDocument/2006/relationships/image" Target="NULL"/><Relationship Id="rId464" Type="http://schemas.openxmlformats.org/officeDocument/2006/relationships/customXml" Target="../ink/ink2287.xml"/><Relationship Id="rId299" Type="http://schemas.openxmlformats.org/officeDocument/2006/relationships/customXml" Target="../ink/ink2204.xm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image" Target="NULL"/><Relationship Id="rId573" Type="http://schemas.openxmlformats.org/officeDocument/2006/relationships/customXml" Target="../ink/ink2343.xml"/><Relationship Id="rId226" Type="http://schemas.openxmlformats.org/officeDocument/2006/relationships/customXml" Target="../ink/ink2167.xml"/><Relationship Id="rId433" Type="http://schemas.openxmlformats.org/officeDocument/2006/relationships/customXml" Target="../ink/ink2271.xml"/><Relationship Id="rId74" Type="http://schemas.openxmlformats.org/officeDocument/2006/relationships/customXml" Target="../ink/ink2091.xml"/><Relationship Id="rId377" Type="http://schemas.openxmlformats.org/officeDocument/2006/relationships/customXml" Target="../ink/ink2243.xml"/><Relationship Id="rId500" Type="http://schemas.openxmlformats.org/officeDocument/2006/relationships/customXml" Target="../ink/ink2305.xml"/><Relationship Id="rId584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customXml" Target="../ink/ink2277.xml"/><Relationship Id="rId290" Type="http://schemas.openxmlformats.org/officeDocument/2006/relationships/image" Target="NULL"/><Relationship Id="rId304" Type="http://schemas.openxmlformats.org/officeDocument/2006/relationships/image" Target="NULL"/><Relationship Id="rId388" Type="http://schemas.openxmlformats.org/officeDocument/2006/relationships/image" Target="NULL"/><Relationship Id="rId511" Type="http://schemas.openxmlformats.org/officeDocument/2006/relationships/image" Target="NULL"/><Relationship Id="rId609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2129.xml"/><Relationship Id="rId595" Type="http://schemas.openxmlformats.org/officeDocument/2006/relationships/customXml" Target="../ink/ink2354.xml"/><Relationship Id="rId248" Type="http://schemas.openxmlformats.org/officeDocument/2006/relationships/image" Target="NULL"/><Relationship Id="rId455" Type="http://schemas.openxmlformats.org/officeDocument/2006/relationships/image" Target="NULL"/><Relationship Id="rId12" Type="http://schemas.openxmlformats.org/officeDocument/2006/relationships/customXml" Target="../ink/ink2060.xml"/><Relationship Id="rId108" Type="http://schemas.openxmlformats.org/officeDocument/2006/relationships/customXml" Target="../ink/ink2108.xml"/><Relationship Id="rId315" Type="http://schemas.openxmlformats.org/officeDocument/2006/relationships/customXml" Target="../ink/ink2212.xml"/><Relationship Id="rId522" Type="http://schemas.openxmlformats.org/officeDocument/2006/relationships/customXml" Target="../ink/ink2317.xml"/><Relationship Id="rId96" Type="http://schemas.openxmlformats.org/officeDocument/2006/relationships/customXml" Target="../ink/ink2102.xml"/><Relationship Id="rId161" Type="http://schemas.openxmlformats.org/officeDocument/2006/relationships/image" Target="NULL"/><Relationship Id="rId399" Type="http://schemas.openxmlformats.org/officeDocument/2006/relationships/customXml" Target="../ink/ink2254.xml"/><Relationship Id="rId259" Type="http://schemas.openxmlformats.org/officeDocument/2006/relationships/customXml" Target="../ink/ink2184.xml"/><Relationship Id="rId466" Type="http://schemas.openxmlformats.org/officeDocument/2006/relationships/customXml" Target="../ink/ink2288.xm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image" Target="NULL"/><Relationship Id="rId533" Type="http://schemas.openxmlformats.org/officeDocument/2006/relationships/image" Target="NULL"/><Relationship Id="rId172" Type="http://schemas.openxmlformats.org/officeDocument/2006/relationships/customXml" Target="../ink/ink2140.xml"/><Relationship Id="rId477" Type="http://schemas.openxmlformats.org/officeDocument/2006/relationships/image" Target="NULL"/><Relationship Id="rId600" Type="http://schemas.openxmlformats.org/officeDocument/2006/relationships/customXml" Target="../ink/ink2357.xml"/><Relationship Id="rId337" Type="http://schemas.openxmlformats.org/officeDocument/2006/relationships/customXml" Target="../ink/ink2223.xml"/><Relationship Id="rId34" Type="http://schemas.openxmlformats.org/officeDocument/2006/relationships/customXml" Target="../ink/ink2071.xml"/><Relationship Id="rId544" Type="http://schemas.openxmlformats.org/officeDocument/2006/relationships/customXml" Target="../ink/ink2328.xml"/><Relationship Id="rId183" Type="http://schemas.openxmlformats.org/officeDocument/2006/relationships/image" Target="NULL"/><Relationship Id="rId390" Type="http://schemas.openxmlformats.org/officeDocument/2006/relationships/image" Target="NULL"/><Relationship Id="rId404" Type="http://schemas.openxmlformats.org/officeDocument/2006/relationships/image" Target="NULL"/><Relationship Id="rId250" Type="http://schemas.openxmlformats.org/officeDocument/2006/relationships/image" Target="NULL"/><Relationship Id="rId488" Type="http://schemas.openxmlformats.org/officeDocument/2006/relationships/customXml" Target="../ink/ink2299.xml"/><Relationship Id="rId45" Type="http://schemas.openxmlformats.org/officeDocument/2006/relationships/image" Target="NULL"/><Relationship Id="rId110" Type="http://schemas.openxmlformats.org/officeDocument/2006/relationships/customXml" Target="../ink/ink2109.xml"/><Relationship Id="rId348" Type="http://schemas.openxmlformats.org/officeDocument/2006/relationships/image" Target="NULL"/><Relationship Id="rId555" Type="http://schemas.openxmlformats.org/officeDocument/2006/relationships/image" Target="NULL"/><Relationship Id="rId194" Type="http://schemas.openxmlformats.org/officeDocument/2006/relationships/customXml" Target="../ink/ink2151.xml"/><Relationship Id="rId208" Type="http://schemas.openxmlformats.org/officeDocument/2006/relationships/customXml" Target="../ink/ink2158.xml"/><Relationship Id="rId415" Type="http://schemas.openxmlformats.org/officeDocument/2006/relationships/customXml" Target="../ink/ink2262.xml"/><Relationship Id="rId261" Type="http://schemas.openxmlformats.org/officeDocument/2006/relationships/customXml" Target="../ink/ink2185.xml"/><Relationship Id="rId499" Type="http://schemas.openxmlformats.org/officeDocument/2006/relationships/image" Target="NULL"/><Relationship Id="rId56" Type="http://schemas.openxmlformats.org/officeDocument/2006/relationships/customXml" Target="../ink/ink2082.xml"/><Relationship Id="rId359" Type="http://schemas.openxmlformats.org/officeDocument/2006/relationships/customXml" Target="../ink/ink2234.xml"/><Relationship Id="rId566" Type="http://schemas.openxmlformats.org/officeDocument/2006/relationships/image" Target="NULL"/><Relationship Id="rId121" Type="http://schemas.openxmlformats.org/officeDocument/2006/relationships/image" Target="NULL"/><Relationship Id="rId219" Type="http://schemas.openxmlformats.org/officeDocument/2006/relationships/image" Target="NULL"/><Relationship Id="rId426" Type="http://schemas.openxmlformats.org/officeDocument/2006/relationships/image" Target="NUL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customXml" Target="../ink/ink2512.xm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image" Target="NULL"/><Relationship Id="rId366" Type="http://schemas.openxmlformats.org/officeDocument/2006/relationships/image" Target="NULL"/><Relationship Id="rId170" Type="http://schemas.openxmlformats.org/officeDocument/2006/relationships/customXml" Target="../ink/ink2446.xml"/><Relationship Id="rId226" Type="http://schemas.openxmlformats.org/officeDocument/2006/relationships/image" Target="NULL"/><Relationship Id="rId433" Type="http://schemas.openxmlformats.org/officeDocument/2006/relationships/image" Target="NULL"/><Relationship Id="rId268" Type="http://schemas.openxmlformats.org/officeDocument/2006/relationships/customXml" Target="../ink/ink2496.xml"/><Relationship Id="rId32" Type="http://schemas.openxmlformats.org/officeDocument/2006/relationships/customXml" Target="../ink/ink2377.xml"/><Relationship Id="rId74" Type="http://schemas.openxmlformats.org/officeDocument/2006/relationships/customXml" Target="../ink/ink2398.xml"/><Relationship Id="rId128" Type="http://schemas.openxmlformats.org/officeDocument/2006/relationships/customXml" Target="../ink/ink2425.xml"/><Relationship Id="rId335" Type="http://schemas.openxmlformats.org/officeDocument/2006/relationships/customXml" Target="../ink/ink2530.xml"/><Relationship Id="rId377" Type="http://schemas.openxmlformats.org/officeDocument/2006/relationships/customXml" Target="../ink/ink2551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customXml" Target="../ink/ink2480.xml"/><Relationship Id="rId402" Type="http://schemas.openxmlformats.org/officeDocument/2006/relationships/image" Target="NULL"/><Relationship Id="rId279" Type="http://schemas.openxmlformats.org/officeDocument/2006/relationships/image" Target="NULL"/><Relationship Id="rId444" Type="http://schemas.openxmlformats.org/officeDocument/2006/relationships/customXml" Target="../ink/ink2586.xm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2507.xml"/><Relationship Id="rId304" Type="http://schemas.openxmlformats.org/officeDocument/2006/relationships/image" Target="NULL"/><Relationship Id="rId346" Type="http://schemas.openxmlformats.org/officeDocument/2006/relationships/image" Target="NULL"/><Relationship Id="rId388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2436.xml"/><Relationship Id="rId192" Type="http://schemas.openxmlformats.org/officeDocument/2006/relationships/customXml" Target="../ink/ink2457.xml"/><Relationship Id="rId206" Type="http://schemas.openxmlformats.org/officeDocument/2006/relationships/image" Target="NULL"/><Relationship Id="rId413" Type="http://schemas.openxmlformats.org/officeDocument/2006/relationships/customXml" Target="../ink/ink2570.xml"/><Relationship Id="rId248" Type="http://schemas.openxmlformats.org/officeDocument/2006/relationships/image" Target="NULL"/><Relationship Id="rId455" Type="http://schemas.openxmlformats.org/officeDocument/2006/relationships/image" Target="NULL"/><Relationship Id="rId12" Type="http://schemas.openxmlformats.org/officeDocument/2006/relationships/customXml" Target="../ink/ink2367.xml"/><Relationship Id="rId108" Type="http://schemas.openxmlformats.org/officeDocument/2006/relationships/customXml" Target="../ink/ink2415.xml"/><Relationship Id="rId315" Type="http://schemas.openxmlformats.org/officeDocument/2006/relationships/customXml" Target="../ink/ink2520.xml"/><Relationship Id="rId357" Type="http://schemas.openxmlformats.org/officeDocument/2006/relationships/customXml" Target="../ink/ink2541.xml"/><Relationship Id="rId54" Type="http://schemas.openxmlformats.org/officeDocument/2006/relationships/customXml" Target="../ink/ink2388.xml"/><Relationship Id="rId96" Type="http://schemas.openxmlformats.org/officeDocument/2006/relationships/customXml" Target="../ink/ink2409.xml"/><Relationship Id="rId161" Type="http://schemas.openxmlformats.org/officeDocument/2006/relationships/image" Target="NULL"/><Relationship Id="rId217" Type="http://schemas.openxmlformats.org/officeDocument/2006/relationships/customXml" Target="../ink/ink2470.xml"/><Relationship Id="rId399" Type="http://schemas.openxmlformats.org/officeDocument/2006/relationships/customXml" Target="../ink/ink2562.xml"/><Relationship Id="rId259" Type="http://schemas.openxmlformats.org/officeDocument/2006/relationships/customXml" Target="../ink/ink2491.xml"/><Relationship Id="rId424" Type="http://schemas.openxmlformats.org/officeDocument/2006/relationships/customXml" Target="../ink/ink2576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2497.xml"/><Relationship Id="rId326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customXml" Target="../ink/ink2426.xml"/><Relationship Id="rId368" Type="http://schemas.openxmlformats.org/officeDocument/2006/relationships/image" Target="NULL"/><Relationship Id="rId172" Type="http://schemas.openxmlformats.org/officeDocument/2006/relationships/customXml" Target="../ink/ink2447.xml"/><Relationship Id="rId228" Type="http://schemas.openxmlformats.org/officeDocument/2006/relationships/image" Target="NULL"/><Relationship Id="rId435" Type="http://schemas.openxmlformats.org/officeDocument/2006/relationships/image" Target="NULL"/><Relationship Id="rId281" Type="http://schemas.openxmlformats.org/officeDocument/2006/relationships/image" Target="NULL"/><Relationship Id="rId337" Type="http://schemas.openxmlformats.org/officeDocument/2006/relationships/customXml" Target="../ink/ink2531.xml"/><Relationship Id="rId34" Type="http://schemas.openxmlformats.org/officeDocument/2006/relationships/customXml" Target="../ink/ink2378.xml"/><Relationship Id="rId76" Type="http://schemas.openxmlformats.org/officeDocument/2006/relationships/customXml" Target="../ink/ink2399.xml"/><Relationship Id="rId141" Type="http://schemas.openxmlformats.org/officeDocument/2006/relationships/image" Target="NULL"/><Relationship Id="rId379" Type="http://schemas.openxmlformats.org/officeDocument/2006/relationships/customXml" Target="../ink/ink2552.xm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customXml" Target="../ink/ink2481.xml"/><Relationship Id="rId390" Type="http://schemas.openxmlformats.org/officeDocument/2006/relationships/image" Target="NULL"/><Relationship Id="rId404" Type="http://schemas.openxmlformats.org/officeDocument/2006/relationships/image" Target="NULL"/><Relationship Id="rId446" Type="http://schemas.openxmlformats.org/officeDocument/2006/relationships/customXml" Target="../ink/ink2587.xml"/><Relationship Id="rId250" Type="http://schemas.openxmlformats.org/officeDocument/2006/relationships/image" Target="NULL"/><Relationship Id="rId292" Type="http://schemas.openxmlformats.org/officeDocument/2006/relationships/customXml" Target="../ink/ink2508.xml"/><Relationship Id="rId306" Type="http://schemas.openxmlformats.org/officeDocument/2006/relationships/image" Target="NUL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2416.xml"/><Relationship Id="rId348" Type="http://schemas.openxmlformats.org/officeDocument/2006/relationships/image" Target="NULL"/><Relationship Id="rId152" Type="http://schemas.openxmlformats.org/officeDocument/2006/relationships/customXml" Target="../ink/ink2437.xml"/><Relationship Id="rId194" Type="http://schemas.openxmlformats.org/officeDocument/2006/relationships/customXml" Target="../ink/ink2458.xml"/><Relationship Id="rId208" Type="http://schemas.openxmlformats.org/officeDocument/2006/relationships/image" Target="NULL"/><Relationship Id="rId415" Type="http://schemas.openxmlformats.org/officeDocument/2006/relationships/image" Target="NULL"/><Relationship Id="rId261" Type="http://schemas.openxmlformats.org/officeDocument/2006/relationships/customXml" Target="../ink/ink2492.xml"/><Relationship Id="rId14" Type="http://schemas.openxmlformats.org/officeDocument/2006/relationships/customXml" Target="../ink/ink2368.xml"/><Relationship Id="rId56" Type="http://schemas.openxmlformats.org/officeDocument/2006/relationships/customXml" Target="../ink/ink2389.xml"/><Relationship Id="rId317" Type="http://schemas.openxmlformats.org/officeDocument/2006/relationships/customXml" Target="../ink/ink2521.xml"/><Relationship Id="rId359" Type="http://schemas.openxmlformats.org/officeDocument/2006/relationships/customXml" Target="../ink/ink2542.xml"/><Relationship Id="rId98" Type="http://schemas.openxmlformats.org/officeDocument/2006/relationships/customXml" Target="../ink/ink2410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customXml" Target="../ink/ink2471.xml"/><Relationship Id="rId370" Type="http://schemas.openxmlformats.org/officeDocument/2006/relationships/image" Target="NULL"/><Relationship Id="rId426" Type="http://schemas.openxmlformats.org/officeDocument/2006/relationships/customXml" Target="../ink/ink2577.xml"/><Relationship Id="rId230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2498.xml"/><Relationship Id="rId328" Type="http://schemas.openxmlformats.org/officeDocument/2006/relationships/image" Target="NULL"/><Relationship Id="rId132" Type="http://schemas.openxmlformats.org/officeDocument/2006/relationships/customXml" Target="../ink/ink2427.xml"/><Relationship Id="rId174" Type="http://schemas.openxmlformats.org/officeDocument/2006/relationships/customXml" Target="../ink/ink2448.xml"/><Relationship Id="rId381" Type="http://schemas.openxmlformats.org/officeDocument/2006/relationships/customXml" Target="../ink/ink2553.xml"/><Relationship Id="rId241" Type="http://schemas.openxmlformats.org/officeDocument/2006/relationships/customXml" Target="../ink/ink2482.xml"/><Relationship Id="rId437" Type="http://schemas.openxmlformats.org/officeDocument/2006/relationships/image" Target="NULL"/><Relationship Id="rId36" Type="http://schemas.openxmlformats.org/officeDocument/2006/relationships/customXml" Target="../ink/ink2379.xml"/><Relationship Id="rId283" Type="http://schemas.openxmlformats.org/officeDocument/2006/relationships/image" Target="NULL"/><Relationship Id="rId339" Type="http://schemas.openxmlformats.org/officeDocument/2006/relationships/customXml" Target="../ink/ink2532.xml"/><Relationship Id="rId78" Type="http://schemas.openxmlformats.org/officeDocument/2006/relationships/customXml" Target="../ink/ink2400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image" Target="NUL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image" Target="NULL"/><Relationship Id="rId448" Type="http://schemas.openxmlformats.org/officeDocument/2006/relationships/customXml" Target="../ink/ink2588.xml"/><Relationship Id="rId252" Type="http://schemas.openxmlformats.org/officeDocument/2006/relationships/image" Target="NULL"/><Relationship Id="rId294" Type="http://schemas.openxmlformats.org/officeDocument/2006/relationships/customXml" Target="../ink/ink2509.xml"/><Relationship Id="rId308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2417.xml"/><Relationship Id="rId154" Type="http://schemas.openxmlformats.org/officeDocument/2006/relationships/customXml" Target="../ink/ink2438.xml"/><Relationship Id="rId361" Type="http://schemas.openxmlformats.org/officeDocument/2006/relationships/customXml" Target="../ink/ink2543.xml"/><Relationship Id="rId196" Type="http://schemas.openxmlformats.org/officeDocument/2006/relationships/customXml" Target="../ink/ink2459.xml"/><Relationship Id="rId417" Type="http://schemas.openxmlformats.org/officeDocument/2006/relationships/image" Target="NULL"/><Relationship Id="rId16" Type="http://schemas.openxmlformats.org/officeDocument/2006/relationships/customXml" Target="../ink/ink2369.xml"/><Relationship Id="rId221" Type="http://schemas.openxmlformats.org/officeDocument/2006/relationships/customXml" Target="../ink/ink2472.xml"/><Relationship Id="rId263" Type="http://schemas.openxmlformats.org/officeDocument/2006/relationships/customXml" Target="../ink/ink2493.xml"/><Relationship Id="rId319" Type="http://schemas.openxmlformats.org/officeDocument/2006/relationships/customXml" Target="../ink/ink2522.xml"/><Relationship Id="rId58" Type="http://schemas.openxmlformats.org/officeDocument/2006/relationships/customXml" Target="../ink/ink2390.xml"/><Relationship Id="rId123" Type="http://schemas.openxmlformats.org/officeDocument/2006/relationships/image" Target="NULL"/><Relationship Id="rId330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image" Target="NULL"/><Relationship Id="rId428" Type="http://schemas.openxmlformats.org/officeDocument/2006/relationships/customXml" Target="../ink/ink2578.xml"/><Relationship Id="rId232" Type="http://schemas.openxmlformats.org/officeDocument/2006/relationships/image" Target="NULL"/><Relationship Id="rId274" Type="http://schemas.openxmlformats.org/officeDocument/2006/relationships/customXml" Target="../ink/ink2499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2428.xml"/><Relationship Id="rId80" Type="http://schemas.openxmlformats.org/officeDocument/2006/relationships/customXml" Target="../ink/ink2401.xml"/><Relationship Id="rId176" Type="http://schemas.openxmlformats.org/officeDocument/2006/relationships/customXml" Target="../ink/ink2449.xml"/><Relationship Id="rId341" Type="http://schemas.openxmlformats.org/officeDocument/2006/relationships/customXml" Target="../ink/ink2533.xml"/><Relationship Id="rId383" Type="http://schemas.openxmlformats.org/officeDocument/2006/relationships/customXml" Target="../ink/ink2554.xml"/><Relationship Id="rId439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customXml" Target="../ink/ink2483.xml"/><Relationship Id="rId285" Type="http://schemas.openxmlformats.org/officeDocument/2006/relationships/image" Target="NULL"/><Relationship Id="rId450" Type="http://schemas.openxmlformats.org/officeDocument/2006/relationships/customXml" Target="../ink/ink2589.xml"/><Relationship Id="rId38" Type="http://schemas.openxmlformats.org/officeDocument/2006/relationships/customXml" Target="../ink/ink2380.xml"/><Relationship Id="rId103" Type="http://schemas.openxmlformats.org/officeDocument/2006/relationships/image" Target="NULL"/><Relationship Id="rId310" Type="http://schemas.openxmlformats.org/officeDocument/2006/relationships/image" Target="NUL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image" Target="NUL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customXml" Target="../ink/ink2418.xml"/><Relationship Id="rId296" Type="http://schemas.openxmlformats.org/officeDocument/2006/relationships/image" Target="NULL"/><Relationship Id="rId60" Type="http://schemas.openxmlformats.org/officeDocument/2006/relationships/customXml" Target="../ink/ink2391.xml"/><Relationship Id="rId156" Type="http://schemas.openxmlformats.org/officeDocument/2006/relationships/customXml" Target="../ink/ink2439.xml"/><Relationship Id="rId198" Type="http://schemas.openxmlformats.org/officeDocument/2006/relationships/customXml" Target="../ink/ink2460.xml"/><Relationship Id="rId321" Type="http://schemas.openxmlformats.org/officeDocument/2006/relationships/customXml" Target="../ink/ink2523.xml"/><Relationship Id="rId363" Type="http://schemas.openxmlformats.org/officeDocument/2006/relationships/customXml" Target="../ink/ink2544.xml"/><Relationship Id="rId419" Type="http://schemas.openxmlformats.org/officeDocument/2006/relationships/image" Target="NULL"/><Relationship Id="rId223" Type="http://schemas.openxmlformats.org/officeDocument/2006/relationships/customXml" Target="../ink/ink2473.xml"/><Relationship Id="rId430" Type="http://schemas.openxmlformats.org/officeDocument/2006/relationships/customXml" Target="../ink/ink2579.xml"/><Relationship Id="rId18" Type="http://schemas.openxmlformats.org/officeDocument/2006/relationships/customXml" Target="../ink/ink2370.xml"/><Relationship Id="rId265" Type="http://schemas.openxmlformats.org/officeDocument/2006/relationships/customXml" Target="../ink/ink2494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image" Target="NULL"/><Relationship Id="rId374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2407.xml"/><Relationship Id="rId213" Type="http://schemas.openxmlformats.org/officeDocument/2006/relationships/customXml" Target="../ink/ink2468.xml"/><Relationship Id="rId234" Type="http://schemas.openxmlformats.org/officeDocument/2006/relationships/image" Target="NULL"/><Relationship Id="rId420" Type="http://schemas.openxmlformats.org/officeDocument/2006/relationships/customXml" Target="../ink/ink2574.xml"/><Relationship Id="rId2" Type="http://schemas.openxmlformats.org/officeDocument/2006/relationships/customXml" Target="../ink/ink2362.xml"/><Relationship Id="rId29" Type="http://schemas.openxmlformats.org/officeDocument/2006/relationships/image" Target="NULL"/><Relationship Id="rId255" Type="http://schemas.openxmlformats.org/officeDocument/2006/relationships/customXml" Target="../ink/ink2489.xml"/><Relationship Id="rId276" Type="http://schemas.openxmlformats.org/officeDocument/2006/relationships/customXml" Target="../ink/ink2500.xml"/><Relationship Id="rId297" Type="http://schemas.openxmlformats.org/officeDocument/2006/relationships/customXml" Target="../ink/ink2511.xml"/><Relationship Id="rId441" Type="http://schemas.openxmlformats.org/officeDocument/2006/relationships/image" Target="NULL"/><Relationship Id="rId40" Type="http://schemas.openxmlformats.org/officeDocument/2006/relationships/customXml" Target="../ink/ink2381.xml"/><Relationship Id="rId115" Type="http://schemas.openxmlformats.org/officeDocument/2006/relationships/image" Target="NULL"/><Relationship Id="rId136" Type="http://schemas.openxmlformats.org/officeDocument/2006/relationships/customXml" Target="../ink/ink2429.xml"/><Relationship Id="rId157" Type="http://schemas.openxmlformats.org/officeDocument/2006/relationships/image" Target="NULL"/><Relationship Id="rId178" Type="http://schemas.openxmlformats.org/officeDocument/2006/relationships/customXml" Target="../ink/ink2450.xml"/><Relationship Id="rId301" Type="http://schemas.openxmlformats.org/officeDocument/2006/relationships/customXml" Target="../ink/ink2513.xml"/><Relationship Id="rId322" Type="http://schemas.openxmlformats.org/officeDocument/2006/relationships/image" Target="NULL"/><Relationship Id="rId343" Type="http://schemas.openxmlformats.org/officeDocument/2006/relationships/customXml" Target="../ink/ink2534.xml"/><Relationship Id="rId364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2402.xml"/><Relationship Id="rId199" Type="http://schemas.openxmlformats.org/officeDocument/2006/relationships/image" Target="NULL"/><Relationship Id="rId203" Type="http://schemas.openxmlformats.org/officeDocument/2006/relationships/image" Target="NULL"/><Relationship Id="rId385" Type="http://schemas.openxmlformats.org/officeDocument/2006/relationships/customXml" Target="../ink/ink2555.xm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2484.xml"/><Relationship Id="rId266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2568.xml"/><Relationship Id="rId431" Type="http://schemas.openxmlformats.org/officeDocument/2006/relationships/image" Target="NULL"/><Relationship Id="rId452" Type="http://schemas.openxmlformats.org/officeDocument/2006/relationships/customXml" Target="../ink/ink2590.xml"/><Relationship Id="rId30" Type="http://schemas.openxmlformats.org/officeDocument/2006/relationships/customXml" Target="../ink/ink2376.xml"/><Relationship Id="rId105" Type="http://schemas.openxmlformats.org/officeDocument/2006/relationships/image" Target="NULL"/><Relationship Id="rId126" Type="http://schemas.openxmlformats.org/officeDocument/2006/relationships/customXml" Target="../ink/ink2424.xml"/><Relationship Id="rId147" Type="http://schemas.openxmlformats.org/officeDocument/2006/relationships/image" Target="NULL"/><Relationship Id="rId168" Type="http://schemas.openxmlformats.org/officeDocument/2006/relationships/customXml" Target="../ink/ink2445.xml"/><Relationship Id="rId312" Type="http://schemas.openxmlformats.org/officeDocument/2006/relationships/image" Target="NULL"/><Relationship Id="rId333" Type="http://schemas.openxmlformats.org/officeDocument/2006/relationships/customXml" Target="../ink/ink2529.xml"/><Relationship Id="rId354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2397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customXml" Target="../ink/ink2550.xml"/><Relationship Id="rId396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2479.xml"/><Relationship Id="rId256" Type="http://schemas.openxmlformats.org/officeDocument/2006/relationships/image" Target="NULL"/><Relationship Id="rId277" Type="http://schemas.openxmlformats.org/officeDocument/2006/relationships/image" Target="NULL"/><Relationship Id="rId298" Type="http://schemas.openxmlformats.org/officeDocument/2006/relationships/image" Target="NULL"/><Relationship Id="rId400" Type="http://schemas.openxmlformats.org/officeDocument/2006/relationships/image" Target="NULL"/><Relationship Id="rId421" Type="http://schemas.openxmlformats.org/officeDocument/2006/relationships/image" Target="NULL"/><Relationship Id="rId442" Type="http://schemas.openxmlformats.org/officeDocument/2006/relationships/customXml" Target="../ink/ink2585.xml"/><Relationship Id="rId116" Type="http://schemas.openxmlformats.org/officeDocument/2006/relationships/customXml" Target="../ink/ink2419.xml"/><Relationship Id="rId137" Type="http://schemas.openxmlformats.org/officeDocument/2006/relationships/image" Target="NULL"/><Relationship Id="rId158" Type="http://schemas.openxmlformats.org/officeDocument/2006/relationships/customXml" Target="../ink/ink2440.xml"/><Relationship Id="rId302" Type="http://schemas.openxmlformats.org/officeDocument/2006/relationships/image" Target="NULL"/><Relationship Id="rId323" Type="http://schemas.openxmlformats.org/officeDocument/2006/relationships/customXml" Target="../ink/ink2524.xml"/><Relationship Id="rId344" Type="http://schemas.openxmlformats.org/officeDocument/2006/relationships/image" Target="NULL"/><Relationship Id="rId20" Type="http://schemas.openxmlformats.org/officeDocument/2006/relationships/customXml" Target="../ink/ink2371.xml"/><Relationship Id="rId41" Type="http://schemas.openxmlformats.org/officeDocument/2006/relationships/image" Target="NULL"/><Relationship Id="rId62" Type="http://schemas.openxmlformats.org/officeDocument/2006/relationships/customXml" Target="../ink/ink2392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customXml" Target="../ink/ink2545.xml"/><Relationship Id="rId386" Type="http://schemas.openxmlformats.org/officeDocument/2006/relationships/image" Target="NULL"/><Relationship Id="rId190" Type="http://schemas.openxmlformats.org/officeDocument/2006/relationships/customXml" Target="../ink/ink2456.xml"/><Relationship Id="rId204" Type="http://schemas.openxmlformats.org/officeDocument/2006/relationships/customXml" Target="../ink/ink2463.xml"/><Relationship Id="rId225" Type="http://schemas.openxmlformats.org/officeDocument/2006/relationships/customXml" Target="../ink/ink2474.xml"/><Relationship Id="rId246" Type="http://schemas.openxmlformats.org/officeDocument/2006/relationships/image" Target="NULL"/><Relationship Id="rId267" Type="http://schemas.openxmlformats.org/officeDocument/2006/relationships/customXml" Target="../ink/ink2495.xml"/><Relationship Id="rId288" Type="http://schemas.openxmlformats.org/officeDocument/2006/relationships/customXml" Target="../ink/ink2506.xml"/><Relationship Id="rId411" Type="http://schemas.openxmlformats.org/officeDocument/2006/relationships/customXml" Target="../ink/ink2569.xml"/><Relationship Id="rId432" Type="http://schemas.openxmlformats.org/officeDocument/2006/relationships/customXml" Target="../ink/ink2580.xml"/><Relationship Id="rId453" Type="http://schemas.openxmlformats.org/officeDocument/2006/relationships/image" Target="NULL"/><Relationship Id="rId106" Type="http://schemas.openxmlformats.org/officeDocument/2006/relationships/customXml" Target="../ink/ink2414.xml"/><Relationship Id="rId127" Type="http://schemas.openxmlformats.org/officeDocument/2006/relationships/image" Target="NULL"/><Relationship Id="rId313" Type="http://schemas.openxmlformats.org/officeDocument/2006/relationships/customXml" Target="../ink/ink2519.xml"/><Relationship Id="rId10" Type="http://schemas.openxmlformats.org/officeDocument/2006/relationships/customXml" Target="../ink/ink2366.xml"/><Relationship Id="rId31" Type="http://schemas.openxmlformats.org/officeDocument/2006/relationships/image" Target="NULL"/><Relationship Id="rId52" Type="http://schemas.openxmlformats.org/officeDocument/2006/relationships/customXml" Target="../ink/ink2387.xml"/><Relationship Id="rId73" Type="http://schemas.openxmlformats.org/officeDocument/2006/relationships/image" Target="NULL"/><Relationship Id="rId94" Type="http://schemas.openxmlformats.org/officeDocument/2006/relationships/customXml" Target="../ink/ink2408.xml"/><Relationship Id="rId148" Type="http://schemas.openxmlformats.org/officeDocument/2006/relationships/customXml" Target="../ink/ink2435.xml"/><Relationship Id="rId169" Type="http://schemas.openxmlformats.org/officeDocument/2006/relationships/image" Target="NULL"/><Relationship Id="rId334" Type="http://schemas.openxmlformats.org/officeDocument/2006/relationships/image" Target="NULL"/><Relationship Id="rId355" Type="http://schemas.openxmlformats.org/officeDocument/2006/relationships/customXml" Target="../ink/ink2540.xml"/><Relationship Id="rId376" Type="http://schemas.openxmlformats.org/officeDocument/2006/relationships/image" Target="NULL"/><Relationship Id="rId397" Type="http://schemas.openxmlformats.org/officeDocument/2006/relationships/customXml" Target="../ink/ink2561.xml"/><Relationship Id="rId4" Type="http://schemas.openxmlformats.org/officeDocument/2006/relationships/customXml" Target="../ink/ink2363.xml"/><Relationship Id="rId180" Type="http://schemas.openxmlformats.org/officeDocument/2006/relationships/customXml" Target="../ink/ink2451.xml"/><Relationship Id="rId215" Type="http://schemas.openxmlformats.org/officeDocument/2006/relationships/customXml" Target="../ink/ink2469.xml"/><Relationship Id="rId236" Type="http://schemas.openxmlformats.org/officeDocument/2006/relationships/image" Target="NULL"/><Relationship Id="rId257" Type="http://schemas.openxmlformats.org/officeDocument/2006/relationships/customXml" Target="../ink/ink2490.xml"/><Relationship Id="rId278" Type="http://schemas.openxmlformats.org/officeDocument/2006/relationships/customXml" Target="../ink/ink2501.xml"/><Relationship Id="rId401" Type="http://schemas.openxmlformats.org/officeDocument/2006/relationships/customXml" Target="../ink/ink2563.xml"/><Relationship Id="rId422" Type="http://schemas.openxmlformats.org/officeDocument/2006/relationships/customXml" Target="../ink/ink2575.xml"/><Relationship Id="rId443" Type="http://schemas.openxmlformats.org/officeDocument/2006/relationships/image" Target="NULL"/><Relationship Id="rId303" Type="http://schemas.openxmlformats.org/officeDocument/2006/relationships/customXml" Target="../ink/ink2514.xml"/><Relationship Id="rId42" Type="http://schemas.openxmlformats.org/officeDocument/2006/relationships/customXml" Target="../ink/ink2382.xml"/><Relationship Id="rId84" Type="http://schemas.openxmlformats.org/officeDocument/2006/relationships/customXml" Target="../ink/ink2403.xml"/><Relationship Id="rId138" Type="http://schemas.openxmlformats.org/officeDocument/2006/relationships/customXml" Target="../ink/ink2430.xml"/><Relationship Id="rId345" Type="http://schemas.openxmlformats.org/officeDocument/2006/relationships/customXml" Target="../ink/ink2535.xml"/><Relationship Id="rId387" Type="http://schemas.openxmlformats.org/officeDocument/2006/relationships/customXml" Target="../ink/ink2556.xml"/><Relationship Id="rId191" Type="http://schemas.openxmlformats.org/officeDocument/2006/relationships/image" Target="NULL"/><Relationship Id="rId205" Type="http://schemas.openxmlformats.org/officeDocument/2006/relationships/customXml" Target="../ink/ink2464.xml"/><Relationship Id="rId247" Type="http://schemas.openxmlformats.org/officeDocument/2006/relationships/customXml" Target="../ink/ink2485.xm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2591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2441.xml"/><Relationship Id="rId216" Type="http://schemas.openxmlformats.org/officeDocument/2006/relationships/image" Target="NULL"/><Relationship Id="rId423" Type="http://schemas.openxmlformats.org/officeDocument/2006/relationships/image" Target="NULL"/><Relationship Id="rId258" Type="http://schemas.openxmlformats.org/officeDocument/2006/relationships/image" Target="NULL"/><Relationship Id="rId22" Type="http://schemas.openxmlformats.org/officeDocument/2006/relationships/customXml" Target="../ink/ink2372.xml"/><Relationship Id="rId64" Type="http://schemas.openxmlformats.org/officeDocument/2006/relationships/customXml" Target="../ink/ink2393.xml"/><Relationship Id="rId118" Type="http://schemas.openxmlformats.org/officeDocument/2006/relationships/customXml" Target="../ink/ink2420.xml"/><Relationship Id="rId325" Type="http://schemas.openxmlformats.org/officeDocument/2006/relationships/customXml" Target="../ink/ink2525.xml"/><Relationship Id="rId367" Type="http://schemas.openxmlformats.org/officeDocument/2006/relationships/customXml" Target="../ink/ink2546.xml"/><Relationship Id="rId171" Type="http://schemas.openxmlformats.org/officeDocument/2006/relationships/image" Target="NULL"/><Relationship Id="rId227" Type="http://schemas.openxmlformats.org/officeDocument/2006/relationships/customXml" Target="../ink/ink2475.xml"/><Relationship Id="rId269" Type="http://schemas.openxmlformats.org/officeDocument/2006/relationships/image" Target="NULL"/><Relationship Id="rId434" Type="http://schemas.openxmlformats.org/officeDocument/2006/relationships/customXml" Target="../ink/ink2581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2502.xml"/><Relationship Id="rId336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2431.xml"/><Relationship Id="rId182" Type="http://schemas.openxmlformats.org/officeDocument/2006/relationships/customXml" Target="../ink/ink2452.xml"/><Relationship Id="rId378" Type="http://schemas.openxmlformats.org/officeDocument/2006/relationships/image" Target="NULL"/><Relationship Id="rId403" Type="http://schemas.openxmlformats.org/officeDocument/2006/relationships/customXml" Target="../ink/ink2564.xml"/><Relationship Id="rId6" Type="http://schemas.openxmlformats.org/officeDocument/2006/relationships/customXml" Target="../ink/ink2364.xml"/><Relationship Id="rId238" Type="http://schemas.openxmlformats.org/officeDocument/2006/relationships/image" Target="NULL"/><Relationship Id="rId445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customXml" Target="../ink/ink2515.xml"/><Relationship Id="rId347" Type="http://schemas.openxmlformats.org/officeDocument/2006/relationships/customXml" Target="../ink/ink2536.xml"/><Relationship Id="rId44" Type="http://schemas.openxmlformats.org/officeDocument/2006/relationships/customXml" Target="../ink/ink2383.xml"/><Relationship Id="rId86" Type="http://schemas.openxmlformats.org/officeDocument/2006/relationships/customXml" Target="../ink/ink2404.xml"/><Relationship Id="rId151" Type="http://schemas.openxmlformats.org/officeDocument/2006/relationships/image" Target="NULL"/><Relationship Id="rId389" Type="http://schemas.openxmlformats.org/officeDocument/2006/relationships/customXml" Target="../ink/ink2557.xml"/><Relationship Id="rId193" Type="http://schemas.openxmlformats.org/officeDocument/2006/relationships/image" Target="NULL"/><Relationship Id="rId207" Type="http://schemas.openxmlformats.org/officeDocument/2006/relationships/customXml" Target="../ink/ink2465.xml"/><Relationship Id="rId249" Type="http://schemas.openxmlformats.org/officeDocument/2006/relationships/customXml" Target="../ink/ink2486.xml"/><Relationship Id="rId414" Type="http://schemas.openxmlformats.org/officeDocument/2006/relationships/customXml" Target="../ink/ink2571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2421.xml"/><Relationship Id="rId358" Type="http://schemas.openxmlformats.org/officeDocument/2006/relationships/image" Target="NULL"/><Relationship Id="rId162" Type="http://schemas.openxmlformats.org/officeDocument/2006/relationships/customXml" Target="../ink/ink2442.xml"/><Relationship Id="rId218" Type="http://schemas.openxmlformats.org/officeDocument/2006/relationships/image" Target="NULL"/><Relationship Id="rId425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2373.xml"/><Relationship Id="rId66" Type="http://schemas.openxmlformats.org/officeDocument/2006/relationships/customXml" Target="../ink/ink2394.xml"/><Relationship Id="rId131" Type="http://schemas.openxmlformats.org/officeDocument/2006/relationships/image" Target="NULL"/><Relationship Id="rId327" Type="http://schemas.openxmlformats.org/officeDocument/2006/relationships/customXml" Target="../ink/ink2526.xml"/><Relationship Id="rId369" Type="http://schemas.openxmlformats.org/officeDocument/2006/relationships/customXml" Target="../ink/ink2547.xml"/><Relationship Id="rId173" Type="http://schemas.openxmlformats.org/officeDocument/2006/relationships/image" Target="NULL"/><Relationship Id="rId229" Type="http://schemas.openxmlformats.org/officeDocument/2006/relationships/customXml" Target="../ink/ink2476.xml"/><Relationship Id="rId380" Type="http://schemas.openxmlformats.org/officeDocument/2006/relationships/image" Target="NULL"/><Relationship Id="rId436" Type="http://schemas.openxmlformats.org/officeDocument/2006/relationships/customXml" Target="../ink/ink2582.xml"/><Relationship Id="rId240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2411.xml"/><Relationship Id="rId282" Type="http://schemas.openxmlformats.org/officeDocument/2006/relationships/customXml" Target="../ink/ink2503.xml"/><Relationship Id="rId338" Type="http://schemas.openxmlformats.org/officeDocument/2006/relationships/image" Target="NULL"/><Relationship Id="rId8" Type="http://schemas.openxmlformats.org/officeDocument/2006/relationships/customXml" Target="../ink/ink2365.xml"/><Relationship Id="rId142" Type="http://schemas.openxmlformats.org/officeDocument/2006/relationships/customXml" Target="../ink/ink2432.xml"/><Relationship Id="rId184" Type="http://schemas.openxmlformats.org/officeDocument/2006/relationships/customXml" Target="../ink/ink2453.xml"/><Relationship Id="rId391" Type="http://schemas.openxmlformats.org/officeDocument/2006/relationships/customXml" Target="../ink/ink2558.xml"/><Relationship Id="rId405" Type="http://schemas.openxmlformats.org/officeDocument/2006/relationships/customXml" Target="../ink/ink2565.xml"/><Relationship Id="rId447" Type="http://schemas.openxmlformats.org/officeDocument/2006/relationships/image" Target="NULL"/><Relationship Id="rId251" Type="http://schemas.openxmlformats.org/officeDocument/2006/relationships/customXml" Target="../ink/ink2487.xml"/><Relationship Id="rId46" Type="http://schemas.openxmlformats.org/officeDocument/2006/relationships/customXml" Target="../ink/ink2384.xml"/><Relationship Id="rId293" Type="http://schemas.openxmlformats.org/officeDocument/2006/relationships/image" Target="NULL"/><Relationship Id="rId307" Type="http://schemas.openxmlformats.org/officeDocument/2006/relationships/customXml" Target="../ink/ink2516.xml"/><Relationship Id="rId349" Type="http://schemas.openxmlformats.org/officeDocument/2006/relationships/customXml" Target="../ink/ink2537.xml"/><Relationship Id="rId88" Type="http://schemas.openxmlformats.org/officeDocument/2006/relationships/customXml" Target="../ink/ink2405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customXml" Target="../ink/ink2466.xml"/><Relationship Id="rId360" Type="http://schemas.openxmlformats.org/officeDocument/2006/relationships/image" Target="NULL"/><Relationship Id="rId416" Type="http://schemas.openxmlformats.org/officeDocument/2006/relationships/customXml" Target="../ink/ink2572.xml"/><Relationship Id="rId220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2422.xml"/><Relationship Id="rId164" Type="http://schemas.openxmlformats.org/officeDocument/2006/relationships/customXml" Target="../ink/ink2443.xml"/><Relationship Id="rId371" Type="http://schemas.openxmlformats.org/officeDocument/2006/relationships/customXml" Target="../ink/ink2548.xml"/><Relationship Id="rId427" Type="http://schemas.openxmlformats.org/officeDocument/2006/relationships/image" Target="NULL"/><Relationship Id="rId26" Type="http://schemas.openxmlformats.org/officeDocument/2006/relationships/customXml" Target="../ink/ink2374.xml"/><Relationship Id="rId231" Type="http://schemas.openxmlformats.org/officeDocument/2006/relationships/customXml" Target="../ink/ink2477.xml"/><Relationship Id="rId273" Type="http://schemas.openxmlformats.org/officeDocument/2006/relationships/image" Target="NULL"/><Relationship Id="rId329" Type="http://schemas.openxmlformats.org/officeDocument/2006/relationships/customXml" Target="../ink/ink2527.xml"/><Relationship Id="rId68" Type="http://schemas.openxmlformats.org/officeDocument/2006/relationships/customXml" Target="../ink/ink2395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image" Target="NULL"/><Relationship Id="rId200" Type="http://schemas.openxmlformats.org/officeDocument/2006/relationships/customXml" Target="../ink/ink2461.xml"/><Relationship Id="rId382" Type="http://schemas.openxmlformats.org/officeDocument/2006/relationships/image" Target="NULL"/><Relationship Id="rId438" Type="http://schemas.openxmlformats.org/officeDocument/2006/relationships/customXml" Target="../ink/ink2583.xml"/><Relationship Id="rId242" Type="http://schemas.openxmlformats.org/officeDocument/2006/relationships/image" Target="NULL"/><Relationship Id="rId284" Type="http://schemas.openxmlformats.org/officeDocument/2006/relationships/customXml" Target="../ink/ink2504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2412.xml"/><Relationship Id="rId144" Type="http://schemas.openxmlformats.org/officeDocument/2006/relationships/customXml" Target="../ink/ink2433.xml"/><Relationship Id="rId90" Type="http://schemas.openxmlformats.org/officeDocument/2006/relationships/customXml" Target="../ink/ink2406.xml"/><Relationship Id="rId186" Type="http://schemas.openxmlformats.org/officeDocument/2006/relationships/customXml" Target="../ink/ink2454.xml"/><Relationship Id="rId351" Type="http://schemas.openxmlformats.org/officeDocument/2006/relationships/customXml" Target="../ink/ink2538.xml"/><Relationship Id="rId393" Type="http://schemas.openxmlformats.org/officeDocument/2006/relationships/customXml" Target="../ink/ink2559.xml"/><Relationship Id="rId407" Type="http://schemas.openxmlformats.org/officeDocument/2006/relationships/customXml" Target="../ink/ink2566.xml"/><Relationship Id="rId449" Type="http://schemas.openxmlformats.org/officeDocument/2006/relationships/image" Target="NULL"/><Relationship Id="rId211" Type="http://schemas.openxmlformats.org/officeDocument/2006/relationships/customXml" Target="../ink/ink2467.xml"/><Relationship Id="rId253" Type="http://schemas.openxmlformats.org/officeDocument/2006/relationships/customXml" Target="../ink/ink2488.xml"/><Relationship Id="rId295" Type="http://schemas.openxmlformats.org/officeDocument/2006/relationships/customXml" Target="../ink/ink2510.xml"/><Relationship Id="rId309" Type="http://schemas.openxmlformats.org/officeDocument/2006/relationships/customXml" Target="../ink/ink2517.xml"/><Relationship Id="rId48" Type="http://schemas.openxmlformats.org/officeDocument/2006/relationships/customXml" Target="../ink/ink2385.xml"/><Relationship Id="rId113" Type="http://schemas.openxmlformats.org/officeDocument/2006/relationships/image" Target="NULL"/><Relationship Id="rId320" Type="http://schemas.openxmlformats.org/officeDocument/2006/relationships/image" Target="NUL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image" Target="NULL"/><Relationship Id="rId418" Type="http://schemas.openxmlformats.org/officeDocument/2006/relationships/customXml" Target="../ink/ink2573.xml"/><Relationship Id="rId222" Type="http://schemas.openxmlformats.org/officeDocument/2006/relationships/image" Target="NULL"/><Relationship Id="rId264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2423.xml"/><Relationship Id="rId70" Type="http://schemas.openxmlformats.org/officeDocument/2006/relationships/customXml" Target="../ink/ink2396.xml"/><Relationship Id="rId166" Type="http://schemas.openxmlformats.org/officeDocument/2006/relationships/customXml" Target="../ink/ink2444.xml"/><Relationship Id="rId331" Type="http://schemas.openxmlformats.org/officeDocument/2006/relationships/customXml" Target="../ink/ink2528.xml"/><Relationship Id="rId373" Type="http://schemas.openxmlformats.org/officeDocument/2006/relationships/customXml" Target="../ink/ink2549.xml"/><Relationship Id="rId429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2478.xml"/><Relationship Id="rId440" Type="http://schemas.openxmlformats.org/officeDocument/2006/relationships/customXml" Target="../ink/ink2584.xml"/><Relationship Id="rId28" Type="http://schemas.openxmlformats.org/officeDocument/2006/relationships/customXml" Target="../ink/ink2375.xml"/><Relationship Id="rId275" Type="http://schemas.openxmlformats.org/officeDocument/2006/relationships/image" Target="NULL"/><Relationship Id="rId300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image" Target="NULL"/><Relationship Id="rId384" Type="http://schemas.openxmlformats.org/officeDocument/2006/relationships/image" Target="NULL"/><Relationship Id="rId202" Type="http://schemas.openxmlformats.org/officeDocument/2006/relationships/customXml" Target="../ink/ink2462.xm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customXml" Target="../ink/ink2505.xml"/><Relationship Id="rId451" Type="http://schemas.openxmlformats.org/officeDocument/2006/relationships/image" Target="NULL"/><Relationship Id="rId50" Type="http://schemas.openxmlformats.org/officeDocument/2006/relationships/customXml" Target="../ink/ink2386.xml"/><Relationship Id="rId104" Type="http://schemas.openxmlformats.org/officeDocument/2006/relationships/customXml" Target="../ink/ink2413.xml"/><Relationship Id="rId146" Type="http://schemas.openxmlformats.org/officeDocument/2006/relationships/customXml" Target="../ink/ink2434.xml"/><Relationship Id="rId188" Type="http://schemas.openxmlformats.org/officeDocument/2006/relationships/customXml" Target="../ink/ink2455.xml"/><Relationship Id="rId311" Type="http://schemas.openxmlformats.org/officeDocument/2006/relationships/customXml" Target="../ink/ink2518.xml"/><Relationship Id="rId353" Type="http://schemas.openxmlformats.org/officeDocument/2006/relationships/customXml" Target="../ink/ink2539.xml"/><Relationship Id="rId395" Type="http://schemas.openxmlformats.org/officeDocument/2006/relationships/customXml" Target="../ink/ink2560.xml"/><Relationship Id="rId409" Type="http://schemas.openxmlformats.org/officeDocument/2006/relationships/customXml" Target="../ink/ink2567.xml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2650.xml"/><Relationship Id="rId299" Type="http://schemas.openxmlformats.org/officeDocument/2006/relationships/customXml" Target="../ink/ink2741.xm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2671.xml"/><Relationship Id="rId324" Type="http://schemas.openxmlformats.org/officeDocument/2006/relationships/image" Target="NULL"/><Relationship Id="rId366" Type="http://schemas.openxmlformats.org/officeDocument/2006/relationships/image" Target="NULL"/><Relationship Id="rId170" Type="http://schemas.openxmlformats.org/officeDocument/2006/relationships/image" Target="NULL"/><Relationship Id="rId226" Type="http://schemas.openxmlformats.org/officeDocument/2006/relationships/image" Target="NULL"/><Relationship Id="rId433" Type="http://schemas.openxmlformats.org/officeDocument/2006/relationships/customXml" Target="../ink/ink2808.xml"/><Relationship Id="rId268" Type="http://schemas.openxmlformats.org/officeDocument/2006/relationships/image" Target="NULL"/><Relationship Id="rId475" Type="http://schemas.openxmlformats.org/officeDocument/2006/relationships/image" Target="NULL"/><Relationship Id="rId32" Type="http://schemas.openxmlformats.org/officeDocument/2006/relationships/customXml" Target="../ink/ink2607.xml"/><Relationship Id="rId74" Type="http://schemas.openxmlformats.org/officeDocument/2006/relationships/customXml" Target="../ink/ink2628.xml"/><Relationship Id="rId128" Type="http://schemas.openxmlformats.org/officeDocument/2006/relationships/image" Target="NULL"/><Relationship Id="rId335" Type="http://schemas.openxmlformats.org/officeDocument/2006/relationships/customXml" Target="../ink/ink2759.xml"/><Relationship Id="rId377" Type="http://schemas.openxmlformats.org/officeDocument/2006/relationships/customXml" Target="../ink/ink2780.xml"/><Relationship Id="rId500" Type="http://schemas.openxmlformats.org/officeDocument/2006/relationships/customXml" Target="../ink/ink2842.xml"/><Relationship Id="rId5" Type="http://schemas.openxmlformats.org/officeDocument/2006/relationships/image" Target="NULL"/><Relationship Id="rId181" Type="http://schemas.openxmlformats.org/officeDocument/2006/relationships/customXml" Target="../ink/ink2682.xml"/><Relationship Id="rId237" Type="http://schemas.openxmlformats.org/officeDocument/2006/relationships/customXml" Target="../ink/ink2710.xml"/><Relationship Id="rId402" Type="http://schemas.openxmlformats.org/officeDocument/2006/relationships/image" Target="NULL"/><Relationship Id="rId279" Type="http://schemas.openxmlformats.org/officeDocument/2006/relationships/customXml" Target="../ink/ink2731.xml"/><Relationship Id="rId444" Type="http://schemas.openxmlformats.org/officeDocument/2006/relationships/customXml" Target="../ink/ink2814.xml"/><Relationship Id="rId486" Type="http://schemas.openxmlformats.org/officeDocument/2006/relationships/customXml" Target="../ink/ink2835.xml"/><Relationship Id="rId43" Type="http://schemas.openxmlformats.org/officeDocument/2006/relationships/image" Target="NULL"/><Relationship Id="rId139" Type="http://schemas.openxmlformats.org/officeDocument/2006/relationships/customXml" Target="../ink/ink2661.xml"/><Relationship Id="rId290" Type="http://schemas.openxmlformats.org/officeDocument/2006/relationships/image" Target="NULL"/><Relationship Id="rId304" Type="http://schemas.openxmlformats.org/officeDocument/2006/relationships/image" Target="NULL"/><Relationship Id="rId346" Type="http://schemas.openxmlformats.org/officeDocument/2006/relationships/image" Target="NULL"/><Relationship Id="rId388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customXml" Target="../ink/ink2798.xml"/><Relationship Id="rId248" Type="http://schemas.openxmlformats.org/officeDocument/2006/relationships/image" Target="NULL"/><Relationship Id="rId455" Type="http://schemas.openxmlformats.org/officeDocument/2006/relationships/image" Target="NULL"/><Relationship Id="rId497" Type="http://schemas.openxmlformats.org/officeDocument/2006/relationships/image" Target="NULL"/><Relationship Id="rId12" Type="http://schemas.openxmlformats.org/officeDocument/2006/relationships/customXml" Target="../ink/ink2597.xml"/><Relationship Id="rId108" Type="http://schemas.openxmlformats.org/officeDocument/2006/relationships/image" Target="NULL"/><Relationship Id="rId315" Type="http://schemas.openxmlformats.org/officeDocument/2006/relationships/customXml" Target="../ink/ink2749.xml"/><Relationship Id="rId357" Type="http://schemas.openxmlformats.org/officeDocument/2006/relationships/customXml" Target="../ink/ink2770.xml"/><Relationship Id="rId54" Type="http://schemas.openxmlformats.org/officeDocument/2006/relationships/customXml" Target="../ink/ink2618.xml"/><Relationship Id="rId96" Type="http://schemas.openxmlformats.org/officeDocument/2006/relationships/image" Target="NULL"/><Relationship Id="rId161" Type="http://schemas.openxmlformats.org/officeDocument/2006/relationships/customXml" Target="../ink/ink2672.xml"/><Relationship Id="rId217" Type="http://schemas.openxmlformats.org/officeDocument/2006/relationships/customXml" Target="../ink/ink2700.xml"/><Relationship Id="rId399" Type="http://schemas.openxmlformats.org/officeDocument/2006/relationships/customXml" Target="../ink/ink2791.xml"/><Relationship Id="rId259" Type="http://schemas.openxmlformats.org/officeDocument/2006/relationships/customXml" Target="../ink/ink2721.xml"/><Relationship Id="rId424" Type="http://schemas.openxmlformats.org/officeDocument/2006/relationships/image" Target="NULL"/><Relationship Id="rId466" Type="http://schemas.openxmlformats.org/officeDocument/2006/relationships/customXml" Target="../ink/ink2825.xml"/><Relationship Id="rId23" Type="http://schemas.openxmlformats.org/officeDocument/2006/relationships/image" Target="NULL"/><Relationship Id="rId119" Type="http://schemas.openxmlformats.org/officeDocument/2006/relationships/customXml" Target="../ink/ink2651.xml"/><Relationship Id="rId270" Type="http://schemas.openxmlformats.org/officeDocument/2006/relationships/image" Target="NULL"/><Relationship Id="rId326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image" Target="NULL"/><Relationship Id="rId172" Type="http://schemas.openxmlformats.org/officeDocument/2006/relationships/image" Target="NULL"/><Relationship Id="rId228" Type="http://schemas.openxmlformats.org/officeDocument/2006/relationships/image" Target="NULL"/><Relationship Id="rId435" Type="http://schemas.openxmlformats.org/officeDocument/2006/relationships/customXml" Target="../ink/ink2809.xml"/><Relationship Id="rId477" Type="http://schemas.openxmlformats.org/officeDocument/2006/relationships/image" Target="NULL"/><Relationship Id="rId281" Type="http://schemas.openxmlformats.org/officeDocument/2006/relationships/customXml" Target="../ink/ink2732.xml"/><Relationship Id="rId337" Type="http://schemas.openxmlformats.org/officeDocument/2006/relationships/customXml" Target="../ink/ink2760.xml"/><Relationship Id="rId502" Type="http://schemas.openxmlformats.org/officeDocument/2006/relationships/customXml" Target="../ink/ink2843.xml"/><Relationship Id="rId34" Type="http://schemas.openxmlformats.org/officeDocument/2006/relationships/customXml" Target="../ink/ink2608.xml"/><Relationship Id="rId76" Type="http://schemas.openxmlformats.org/officeDocument/2006/relationships/customXml" Target="../ink/ink2629.xml"/><Relationship Id="rId141" Type="http://schemas.openxmlformats.org/officeDocument/2006/relationships/customXml" Target="../ink/ink2662.xml"/><Relationship Id="rId379" Type="http://schemas.openxmlformats.org/officeDocument/2006/relationships/customXml" Target="../ink/ink2781.xml"/><Relationship Id="rId7" Type="http://schemas.openxmlformats.org/officeDocument/2006/relationships/image" Target="NULL"/><Relationship Id="rId183" Type="http://schemas.openxmlformats.org/officeDocument/2006/relationships/customXml" Target="../ink/ink2683.xml"/><Relationship Id="rId239" Type="http://schemas.openxmlformats.org/officeDocument/2006/relationships/customXml" Target="../ink/ink2711.xml"/><Relationship Id="rId390" Type="http://schemas.openxmlformats.org/officeDocument/2006/relationships/image" Target="NULL"/><Relationship Id="rId404" Type="http://schemas.openxmlformats.org/officeDocument/2006/relationships/image" Target="NULL"/><Relationship Id="rId446" Type="http://schemas.openxmlformats.org/officeDocument/2006/relationships/customXml" Target="../ink/ink2815.xml"/><Relationship Id="rId250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image" Target="NULL"/><Relationship Id="rId488" Type="http://schemas.openxmlformats.org/officeDocument/2006/relationships/customXml" Target="../ink/ink2836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348" Type="http://schemas.openxmlformats.org/officeDocument/2006/relationships/image" Target="NULL"/><Relationship Id="rId152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customXml" Target="../ink/ink2799.xml"/><Relationship Id="rId457" Type="http://schemas.openxmlformats.org/officeDocument/2006/relationships/image" Target="NULL"/><Relationship Id="rId261" Type="http://schemas.openxmlformats.org/officeDocument/2006/relationships/customXml" Target="../ink/ink2722.xml"/><Relationship Id="rId499" Type="http://schemas.openxmlformats.org/officeDocument/2006/relationships/image" Target="NULL"/><Relationship Id="rId14" Type="http://schemas.openxmlformats.org/officeDocument/2006/relationships/customXml" Target="../ink/ink2598.xml"/><Relationship Id="rId56" Type="http://schemas.openxmlformats.org/officeDocument/2006/relationships/customXml" Target="../ink/ink2619.xml"/><Relationship Id="rId317" Type="http://schemas.openxmlformats.org/officeDocument/2006/relationships/customXml" Target="../ink/ink2750.xml"/><Relationship Id="rId359" Type="http://schemas.openxmlformats.org/officeDocument/2006/relationships/customXml" Target="../ink/ink2771.xml"/><Relationship Id="rId98" Type="http://schemas.openxmlformats.org/officeDocument/2006/relationships/image" Target="NULL"/><Relationship Id="rId121" Type="http://schemas.openxmlformats.org/officeDocument/2006/relationships/customXml" Target="../ink/ink2652.xml"/><Relationship Id="rId163" Type="http://schemas.openxmlformats.org/officeDocument/2006/relationships/customXml" Target="../ink/ink2673.xml"/><Relationship Id="rId219" Type="http://schemas.openxmlformats.org/officeDocument/2006/relationships/customXml" Target="../ink/ink2701.xml"/><Relationship Id="rId370" Type="http://schemas.openxmlformats.org/officeDocument/2006/relationships/image" Target="NULL"/><Relationship Id="rId426" Type="http://schemas.openxmlformats.org/officeDocument/2006/relationships/image" Target="NULL"/><Relationship Id="rId230" Type="http://schemas.openxmlformats.org/officeDocument/2006/relationships/image" Target="NULL"/><Relationship Id="rId468" Type="http://schemas.openxmlformats.org/officeDocument/2006/relationships/customXml" Target="../ink/ink2826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image" Target="NULL"/><Relationship Id="rId132" Type="http://schemas.openxmlformats.org/officeDocument/2006/relationships/image" Target="NULL"/><Relationship Id="rId174" Type="http://schemas.openxmlformats.org/officeDocument/2006/relationships/image" Target="NULL"/><Relationship Id="rId381" Type="http://schemas.openxmlformats.org/officeDocument/2006/relationships/customXml" Target="../ink/ink2782.xml"/><Relationship Id="rId241" Type="http://schemas.openxmlformats.org/officeDocument/2006/relationships/customXml" Target="../ink/ink2712.xml"/><Relationship Id="rId437" Type="http://schemas.openxmlformats.org/officeDocument/2006/relationships/customXml" Target="../ink/ink2810.xml"/><Relationship Id="rId479" Type="http://schemas.openxmlformats.org/officeDocument/2006/relationships/image" Target="NULL"/><Relationship Id="rId36" Type="http://schemas.openxmlformats.org/officeDocument/2006/relationships/customXml" Target="../ink/ink2609.xml"/><Relationship Id="rId283" Type="http://schemas.openxmlformats.org/officeDocument/2006/relationships/customXml" Target="../ink/ink2733.xml"/><Relationship Id="rId339" Type="http://schemas.openxmlformats.org/officeDocument/2006/relationships/customXml" Target="../ink/ink2761.xml"/><Relationship Id="rId490" Type="http://schemas.openxmlformats.org/officeDocument/2006/relationships/customXml" Target="../ink/ink2837.xml"/><Relationship Id="rId504" Type="http://schemas.openxmlformats.org/officeDocument/2006/relationships/customXml" Target="../ink/ink2844.xml"/><Relationship Id="rId78" Type="http://schemas.openxmlformats.org/officeDocument/2006/relationships/customXml" Target="../ink/ink2630.xml"/><Relationship Id="rId101" Type="http://schemas.openxmlformats.org/officeDocument/2006/relationships/customXml" Target="../ink/ink2642.xml"/><Relationship Id="rId143" Type="http://schemas.openxmlformats.org/officeDocument/2006/relationships/customXml" Target="../ink/ink2663.xml"/><Relationship Id="rId185" Type="http://schemas.openxmlformats.org/officeDocument/2006/relationships/customXml" Target="../ink/ink2684.xml"/><Relationship Id="rId350" Type="http://schemas.openxmlformats.org/officeDocument/2006/relationships/image" Target="NUL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image" Target="NULL"/><Relationship Id="rId448" Type="http://schemas.openxmlformats.org/officeDocument/2006/relationships/customXml" Target="../ink/ink2816.xml"/><Relationship Id="rId252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customXml" Target="../ink/ink2636.xml"/><Relationship Id="rId112" Type="http://schemas.openxmlformats.org/officeDocument/2006/relationships/image" Target="NULL"/><Relationship Id="rId154" Type="http://schemas.openxmlformats.org/officeDocument/2006/relationships/image" Target="NULL"/><Relationship Id="rId361" Type="http://schemas.openxmlformats.org/officeDocument/2006/relationships/customXml" Target="../ink/ink2772.xml"/><Relationship Id="rId196" Type="http://schemas.openxmlformats.org/officeDocument/2006/relationships/image" Target="NULL"/><Relationship Id="rId417" Type="http://schemas.openxmlformats.org/officeDocument/2006/relationships/customXml" Target="../ink/ink2800.xml"/><Relationship Id="rId459" Type="http://schemas.openxmlformats.org/officeDocument/2006/relationships/image" Target="NULL"/><Relationship Id="rId16" Type="http://schemas.openxmlformats.org/officeDocument/2006/relationships/customXml" Target="../ink/ink2599.xml"/><Relationship Id="rId221" Type="http://schemas.openxmlformats.org/officeDocument/2006/relationships/customXml" Target="../ink/ink2702.xml"/><Relationship Id="rId263" Type="http://schemas.openxmlformats.org/officeDocument/2006/relationships/customXml" Target="../ink/ink2723.xml"/><Relationship Id="rId319" Type="http://schemas.openxmlformats.org/officeDocument/2006/relationships/customXml" Target="../ink/ink2751.xml"/><Relationship Id="rId470" Type="http://schemas.openxmlformats.org/officeDocument/2006/relationships/customXml" Target="../ink/ink2827.xml"/><Relationship Id="rId58" Type="http://schemas.openxmlformats.org/officeDocument/2006/relationships/customXml" Target="../ink/ink2620.xml"/><Relationship Id="rId123" Type="http://schemas.openxmlformats.org/officeDocument/2006/relationships/customXml" Target="../ink/ink2653.xml"/><Relationship Id="rId330" Type="http://schemas.openxmlformats.org/officeDocument/2006/relationships/image" Target="NULL"/><Relationship Id="rId165" Type="http://schemas.openxmlformats.org/officeDocument/2006/relationships/customXml" Target="../ink/ink2674.xml"/><Relationship Id="rId372" Type="http://schemas.openxmlformats.org/officeDocument/2006/relationships/image" Target="NULL"/><Relationship Id="rId428" Type="http://schemas.openxmlformats.org/officeDocument/2006/relationships/image" Target="NULL"/><Relationship Id="rId232" Type="http://schemas.openxmlformats.org/officeDocument/2006/relationships/image" Target="NULL"/><Relationship Id="rId274" Type="http://schemas.openxmlformats.org/officeDocument/2006/relationships/image" Target="NUL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80" Type="http://schemas.openxmlformats.org/officeDocument/2006/relationships/customXml" Target="../ink/ink2631.xml"/><Relationship Id="rId176" Type="http://schemas.openxmlformats.org/officeDocument/2006/relationships/image" Target="NULL"/><Relationship Id="rId341" Type="http://schemas.openxmlformats.org/officeDocument/2006/relationships/customXml" Target="../ink/ink2762.xml"/><Relationship Id="rId383" Type="http://schemas.openxmlformats.org/officeDocument/2006/relationships/customXml" Target="../ink/ink2783.xml"/><Relationship Id="rId439" Type="http://schemas.openxmlformats.org/officeDocument/2006/relationships/customXml" Target="../ink/ink2811.xml"/><Relationship Id="rId201" Type="http://schemas.openxmlformats.org/officeDocument/2006/relationships/customXml" Target="../ink/ink2692.xml"/><Relationship Id="rId243" Type="http://schemas.openxmlformats.org/officeDocument/2006/relationships/customXml" Target="../ink/ink2713.xml"/><Relationship Id="rId285" Type="http://schemas.openxmlformats.org/officeDocument/2006/relationships/customXml" Target="../ink/ink2734.xml"/><Relationship Id="rId450" Type="http://schemas.openxmlformats.org/officeDocument/2006/relationships/customXml" Target="../ink/ink2817.xml"/><Relationship Id="rId38" Type="http://schemas.openxmlformats.org/officeDocument/2006/relationships/customXml" Target="../ink/ink2610.xml"/><Relationship Id="rId103" Type="http://schemas.openxmlformats.org/officeDocument/2006/relationships/customXml" Target="../ink/ink2643.xml"/><Relationship Id="rId310" Type="http://schemas.openxmlformats.org/officeDocument/2006/relationships/image" Target="NULL"/><Relationship Id="rId492" Type="http://schemas.openxmlformats.org/officeDocument/2006/relationships/customXml" Target="../ink/ink2838.xml"/><Relationship Id="rId91" Type="http://schemas.openxmlformats.org/officeDocument/2006/relationships/customXml" Target="../ink/ink2637.xml"/><Relationship Id="rId145" Type="http://schemas.openxmlformats.org/officeDocument/2006/relationships/customXml" Target="../ink/ink2664.xml"/><Relationship Id="rId187" Type="http://schemas.openxmlformats.org/officeDocument/2006/relationships/customXml" Target="../ink/ink2685.xm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image" Target="NUL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296" Type="http://schemas.openxmlformats.org/officeDocument/2006/relationships/image" Target="NULL"/><Relationship Id="rId461" Type="http://schemas.openxmlformats.org/officeDocument/2006/relationships/image" Target="NULL"/><Relationship Id="rId60" Type="http://schemas.openxmlformats.org/officeDocument/2006/relationships/customXml" Target="../ink/ink2621.xml"/><Relationship Id="rId156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customXml" Target="../ink/ink2752.xml"/><Relationship Id="rId363" Type="http://schemas.openxmlformats.org/officeDocument/2006/relationships/customXml" Target="../ink/ink2773.xml"/><Relationship Id="rId419" Type="http://schemas.openxmlformats.org/officeDocument/2006/relationships/customXml" Target="../ink/ink2801.xml"/><Relationship Id="rId223" Type="http://schemas.openxmlformats.org/officeDocument/2006/relationships/customXml" Target="../ink/ink2703.xml"/><Relationship Id="rId430" Type="http://schemas.openxmlformats.org/officeDocument/2006/relationships/image" Target="NULL"/><Relationship Id="rId18" Type="http://schemas.openxmlformats.org/officeDocument/2006/relationships/customXml" Target="../ink/ink2600.xml"/><Relationship Id="rId265" Type="http://schemas.openxmlformats.org/officeDocument/2006/relationships/customXml" Target="../ink/ink2724.xml"/><Relationship Id="rId472" Type="http://schemas.openxmlformats.org/officeDocument/2006/relationships/customXml" Target="../ink/ink2828.xml"/><Relationship Id="rId125" Type="http://schemas.openxmlformats.org/officeDocument/2006/relationships/customXml" Target="../ink/ink2654.xml"/><Relationship Id="rId167" Type="http://schemas.openxmlformats.org/officeDocument/2006/relationships/customXml" Target="../ink/ink2675.xml"/><Relationship Id="rId332" Type="http://schemas.openxmlformats.org/officeDocument/2006/relationships/image" Target="NULL"/><Relationship Id="rId374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image" Target="NULL"/><Relationship Id="rId2" Type="http://schemas.openxmlformats.org/officeDocument/2006/relationships/customXml" Target="../ink/ink2592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customXml" Target="../ink/ink2812.xml"/><Relationship Id="rId483" Type="http://schemas.openxmlformats.org/officeDocument/2006/relationships/image" Target="NULL"/><Relationship Id="rId40" Type="http://schemas.openxmlformats.org/officeDocument/2006/relationships/customXml" Target="../ink/ink2611.xml"/><Relationship Id="rId136" Type="http://schemas.openxmlformats.org/officeDocument/2006/relationships/image" Target="NULL"/><Relationship Id="rId178" Type="http://schemas.openxmlformats.org/officeDocument/2006/relationships/image" Target="NULL"/><Relationship Id="rId301" Type="http://schemas.openxmlformats.org/officeDocument/2006/relationships/customXml" Target="../ink/ink2742.xml"/><Relationship Id="rId343" Type="http://schemas.openxmlformats.org/officeDocument/2006/relationships/customXml" Target="../ink/ink2763.xml"/><Relationship Id="rId82" Type="http://schemas.openxmlformats.org/officeDocument/2006/relationships/customXml" Target="../ink/ink2632.xml"/><Relationship Id="rId203" Type="http://schemas.openxmlformats.org/officeDocument/2006/relationships/customXml" Target="../ink/ink2693.xml"/><Relationship Id="rId385" Type="http://schemas.openxmlformats.org/officeDocument/2006/relationships/customXml" Target="../ink/ink2784.xml"/><Relationship Id="rId245" Type="http://schemas.openxmlformats.org/officeDocument/2006/relationships/customXml" Target="../ink/ink2714.xml"/><Relationship Id="rId287" Type="http://schemas.openxmlformats.org/officeDocument/2006/relationships/customXml" Target="../ink/ink2735.xml"/><Relationship Id="rId410" Type="http://schemas.openxmlformats.org/officeDocument/2006/relationships/image" Target="NULL"/><Relationship Id="rId452" Type="http://schemas.openxmlformats.org/officeDocument/2006/relationships/customXml" Target="../ink/ink2818.xml"/><Relationship Id="rId494" Type="http://schemas.openxmlformats.org/officeDocument/2006/relationships/customXml" Target="../ink/ink2839.xml"/><Relationship Id="rId105" Type="http://schemas.openxmlformats.org/officeDocument/2006/relationships/customXml" Target="../ink/ink2644.xml"/><Relationship Id="rId147" Type="http://schemas.openxmlformats.org/officeDocument/2006/relationships/customXml" Target="../ink/ink2665.xml"/><Relationship Id="rId312" Type="http://schemas.openxmlformats.org/officeDocument/2006/relationships/image" Target="NUL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customXml" Target="../ink/ink2638.xml"/><Relationship Id="rId189" Type="http://schemas.openxmlformats.org/officeDocument/2006/relationships/customXml" Target="../ink/ink2686.xml"/><Relationship Id="rId396" Type="http://schemas.openxmlformats.org/officeDocument/2006/relationships/image" Target="NULL"/><Relationship Id="rId214" Type="http://schemas.openxmlformats.org/officeDocument/2006/relationships/image" Target="NULL"/><Relationship Id="rId256" Type="http://schemas.openxmlformats.org/officeDocument/2006/relationships/image" Target="NULL"/><Relationship Id="rId298" Type="http://schemas.openxmlformats.org/officeDocument/2006/relationships/image" Target="NULL"/><Relationship Id="rId421" Type="http://schemas.openxmlformats.org/officeDocument/2006/relationships/customXml" Target="../ink/ink2802.xml"/><Relationship Id="rId463" Type="http://schemas.openxmlformats.org/officeDocument/2006/relationships/image" Target="NULL"/><Relationship Id="rId116" Type="http://schemas.openxmlformats.org/officeDocument/2006/relationships/image" Target="NULL"/><Relationship Id="rId158" Type="http://schemas.openxmlformats.org/officeDocument/2006/relationships/image" Target="NULL"/><Relationship Id="rId323" Type="http://schemas.openxmlformats.org/officeDocument/2006/relationships/customXml" Target="../ink/ink2753.xml"/><Relationship Id="rId20" Type="http://schemas.openxmlformats.org/officeDocument/2006/relationships/customXml" Target="../ink/ink2601.xml"/><Relationship Id="rId62" Type="http://schemas.openxmlformats.org/officeDocument/2006/relationships/customXml" Target="../ink/ink2622.xml"/><Relationship Id="rId365" Type="http://schemas.openxmlformats.org/officeDocument/2006/relationships/customXml" Target="../ink/ink2774.xml"/><Relationship Id="rId225" Type="http://schemas.openxmlformats.org/officeDocument/2006/relationships/customXml" Target="../ink/ink2704.xml"/><Relationship Id="rId267" Type="http://schemas.openxmlformats.org/officeDocument/2006/relationships/customXml" Target="../ink/ink2725.xml"/><Relationship Id="rId432" Type="http://schemas.openxmlformats.org/officeDocument/2006/relationships/image" Target="NULL"/><Relationship Id="rId474" Type="http://schemas.openxmlformats.org/officeDocument/2006/relationships/customXml" Target="../ink/ink2829.xml"/><Relationship Id="rId127" Type="http://schemas.openxmlformats.org/officeDocument/2006/relationships/customXml" Target="../ink/ink2655.xm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customXml" Target="../ink/ink2676.xml"/><Relationship Id="rId334" Type="http://schemas.openxmlformats.org/officeDocument/2006/relationships/image" Target="NULL"/><Relationship Id="rId376" Type="http://schemas.openxmlformats.org/officeDocument/2006/relationships/image" Target="NULL"/><Relationship Id="rId4" Type="http://schemas.openxmlformats.org/officeDocument/2006/relationships/customXml" Target="../ink/ink2593.xml"/><Relationship Id="rId180" Type="http://schemas.openxmlformats.org/officeDocument/2006/relationships/image" Target="NULL"/><Relationship Id="rId215" Type="http://schemas.openxmlformats.org/officeDocument/2006/relationships/customXml" Target="../ink/ink2699.xml"/><Relationship Id="rId236" Type="http://schemas.openxmlformats.org/officeDocument/2006/relationships/image" Target="NULL"/><Relationship Id="rId257" Type="http://schemas.openxmlformats.org/officeDocument/2006/relationships/customXml" Target="../ink/ink2720.xml"/><Relationship Id="rId278" Type="http://schemas.openxmlformats.org/officeDocument/2006/relationships/image" Target="NULL"/><Relationship Id="rId401" Type="http://schemas.openxmlformats.org/officeDocument/2006/relationships/customXml" Target="../ink/ink2792.xml"/><Relationship Id="rId422" Type="http://schemas.openxmlformats.org/officeDocument/2006/relationships/image" Target="NULL"/><Relationship Id="rId443" Type="http://schemas.openxmlformats.org/officeDocument/2006/relationships/image" Target="NULL"/><Relationship Id="rId464" Type="http://schemas.openxmlformats.org/officeDocument/2006/relationships/customXml" Target="../ink/ink2824.xml"/><Relationship Id="rId303" Type="http://schemas.openxmlformats.org/officeDocument/2006/relationships/customXml" Target="../ink/ink2743.xml"/><Relationship Id="rId485" Type="http://schemas.openxmlformats.org/officeDocument/2006/relationships/image" Target="NULL"/><Relationship Id="rId42" Type="http://schemas.openxmlformats.org/officeDocument/2006/relationships/customXml" Target="../ink/ink2612.xml"/><Relationship Id="rId84" Type="http://schemas.openxmlformats.org/officeDocument/2006/relationships/customXml" Target="../ink/ink2633.xml"/><Relationship Id="rId138" Type="http://schemas.openxmlformats.org/officeDocument/2006/relationships/image" Target="NULL"/><Relationship Id="rId345" Type="http://schemas.openxmlformats.org/officeDocument/2006/relationships/customXml" Target="../ink/ink2764.xml"/><Relationship Id="rId387" Type="http://schemas.openxmlformats.org/officeDocument/2006/relationships/customXml" Target="../ink/ink2785.xml"/><Relationship Id="rId191" Type="http://schemas.openxmlformats.org/officeDocument/2006/relationships/customXml" Target="../ink/ink2687.xml"/><Relationship Id="rId205" Type="http://schemas.openxmlformats.org/officeDocument/2006/relationships/customXml" Target="../ink/ink2694.xml"/><Relationship Id="rId247" Type="http://schemas.openxmlformats.org/officeDocument/2006/relationships/customXml" Target="../ink/ink2715.xml"/><Relationship Id="rId412" Type="http://schemas.openxmlformats.org/officeDocument/2006/relationships/image" Target="NULL"/><Relationship Id="rId107" Type="http://schemas.openxmlformats.org/officeDocument/2006/relationships/customXml" Target="../ink/ink2645.xml"/><Relationship Id="rId289" Type="http://schemas.openxmlformats.org/officeDocument/2006/relationships/customXml" Target="../ink/ink2736.xml"/><Relationship Id="rId454" Type="http://schemas.openxmlformats.org/officeDocument/2006/relationships/customXml" Target="../ink/ink2819.xml"/><Relationship Id="rId496" Type="http://schemas.openxmlformats.org/officeDocument/2006/relationships/customXml" Target="../ink/ink2840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2666.xm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95" Type="http://schemas.openxmlformats.org/officeDocument/2006/relationships/customXml" Target="../ink/ink2639.xml"/><Relationship Id="rId160" Type="http://schemas.openxmlformats.org/officeDocument/2006/relationships/image" Target="NULL"/><Relationship Id="rId216" Type="http://schemas.openxmlformats.org/officeDocument/2006/relationships/image" Target="NULL"/><Relationship Id="rId423" Type="http://schemas.openxmlformats.org/officeDocument/2006/relationships/customXml" Target="../ink/ink2803.xml"/><Relationship Id="rId258" Type="http://schemas.openxmlformats.org/officeDocument/2006/relationships/image" Target="NULL"/><Relationship Id="rId465" Type="http://schemas.openxmlformats.org/officeDocument/2006/relationships/image" Target="NULL"/><Relationship Id="rId22" Type="http://schemas.openxmlformats.org/officeDocument/2006/relationships/customXml" Target="../ink/ink2602.xml"/><Relationship Id="rId64" Type="http://schemas.openxmlformats.org/officeDocument/2006/relationships/customXml" Target="../ink/ink2623.xml"/><Relationship Id="rId118" Type="http://schemas.openxmlformats.org/officeDocument/2006/relationships/image" Target="NULL"/><Relationship Id="rId325" Type="http://schemas.openxmlformats.org/officeDocument/2006/relationships/customXml" Target="../ink/ink2754.xml"/><Relationship Id="rId367" Type="http://schemas.openxmlformats.org/officeDocument/2006/relationships/customXml" Target="../ink/ink2775.xml"/><Relationship Id="rId171" Type="http://schemas.openxmlformats.org/officeDocument/2006/relationships/customXml" Target="../ink/ink2677.xml"/><Relationship Id="rId227" Type="http://schemas.openxmlformats.org/officeDocument/2006/relationships/customXml" Target="../ink/ink2705.xml"/><Relationship Id="rId269" Type="http://schemas.openxmlformats.org/officeDocument/2006/relationships/customXml" Target="../ink/ink2726.xml"/><Relationship Id="rId434" Type="http://schemas.openxmlformats.org/officeDocument/2006/relationships/image" Target="NULL"/><Relationship Id="rId476" Type="http://schemas.openxmlformats.org/officeDocument/2006/relationships/customXml" Target="../ink/ink2830.xml"/><Relationship Id="rId33" Type="http://schemas.openxmlformats.org/officeDocument/2006/relationships/image" Target="NULL"/><Relationship Id="rId129" Type="http://schemas.openxmlformats.org/officeDocument/2006/relationships/customXml" Target="../ink/ink2656.xml"/><Relationship Id="rId280" Type="http://schemas.openxmlformats.org/officeDocument/2006/relationships/image" Target="NULL"/><Relationship Id="rId336" Type="http://schemas.openxmlformats.org/officeDocument/2006/relationships/image" Target="NULL"/><Relationship Id="rId501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image" Target="NULL"/><Relationship Id="rId378" Type="http://schemas.openxmlformats.org/officeDocument/2006/relationships/image" Target="NULL"/><Relationship Id="rId403" Type="http://schemas.openxmlformats.org/officeDocument/2006/relationships/customXml" Target="../ink/ink2793.xml"/><Relationship Id="rId6" Type="http://schemas.openxmlformats.org/officeDocument/2006/relationships/customXml" Target="../ink/ink2594.xml"/><Relationship Id="rId238" Type="http://schemas.openxmlformats.org/officeDocument/2006/relationships/image" Target="NULL"/><Relationship Id="rId445" Type="http://schemas.openxmlformats.org/officeDocument/2006/relationships/image" Target="NULL"/><Relationship Id="rId487" Type="http://schemas.openxmlformats.org/officeDocument/2006/relationships/image" Target="NULL"/><Relationship Id="rId291" Type="http://schemas.openxmlformats.org/officeDocument/2006/relationships/customXml" Target="../ink/ink2737.xml"/><Relationship Id="rId305" Type="http://schemas.openxmlformats.org/officeDocument/2006/relationships/customXml" Target="../ink/ink2744.xml"/><Relationship Id="rId347" Type="http://schemas.openxmlformats.org/officeDocument/2006/relationships/customXml" Target="../ink/ink2765.xml"/><Relationship Id="rId44" Type="http://schemas.openxmlformats.org/officeDocument/2006/relationships/customXml" Target="../ink/ink2613.xml"/><Relationship Id="rId86" Type="http://schemas.openxmlformats.org/officeDocument/2006/relationships/customXml" Target="../ink/ink2634.xml"/><Relationship Id="rId151" Type="http://schemas.openxmlformats.org/officeDocument/2006/relationships/customXml" Target="../ink/ink2667.xml"/><Relationship Id="rId389" Type="http://schemas.openxmlformats.org/officeDocument/2006/relationships/customXml" Target="../ink/ink2786.xml"/><Relationship Id="rId193" Type="http://schemas.openxmlformats.org/officeDocument/2006/relationships/customXml" Target="../ink/ink2688.xml"/><Relationship Id="rId207" Type="http://schemas.openxmlformats.org/officeDocument/2006/relationships/customXml" Target="../ink/ink2695.xml"/><Relationship Id="rId249" Type="http://schemas.openxmlformats.org/officeDocument/2006/relationships/customXml" Target="../ink/ink2716.xml"/><Relationship Id="rId414" Type="http://schemas.openxmlformats.org/officeDocument/2006/relationships/image" Target="NULL"/><Relationship Id="rId456" Type="http://schemas.openxmlformats.org/officeDocument/2006/relationships/customXml" Target="../ink/ink2820.xml"/><Relationship Id="rId498" Type="http://schemas.openxmlformats.org/officeDocument/2006/relationships/customXml" Target="../ink/ink2841.xml"/><Relationship Id="rId13" Type="http://schemas.openxmlformats.org/officeDocument/2006/relationships/image" Target="NULL"/><Relationship Id="rId109" Type="http://schemas.openxmlformats.org/officeDocument/2006/relationships/customXml" Target="../ink/ink2646.xml"/><Relationship Id="rId260" Type="http://schemas.openxmlformats.org/officeDocument/2006/relationships/image" Target="NULL"/><Relationship Id="rId316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customXml" Target="../ink/ink2640.xml"/><Relationship Id="rId120" Type="http://schemas.openxmlformats.org/officeDocument/2006/relationships/image" Target="NULL"/><Relationship Id="rId358" Type="http://schemas.openxmlformats.org/officeDocument/2006/relationships/image" Target="NULL"/><Relationship Id="rId162" Type="http://schemas.openxmlformats.org/officeDocument/2006/relationships/image" Target="NULL"/><Relationship Id="rId218" Type="http://schemas.openxmlformats.org/officeDocument/2006/relationships/image" Target="NULL"/><Relationship Id="rId425" Type="http://schemas.openxmlformats.org/officeDocument/2006/relationships/customXml" Target="../ink/ink2804.xml"/><Relationship Id="rId467" Type="http://schemas.openxmlformats.org/officeDocument/2006/relationships/image" Target="NULL"/><Relationship Id="rId271" Type="http://schemas.openxmlformats.org/officeDocument/2006/relationships/customXml" Target="../ink/ink2727.xml"/><Relationship Id="rId24" Type="http://schemas.openxmlformats.org/officeDocument/2006/relationships/customXml" Target="../ink/ink2603.xml"/><Relationship Id="rId66" Type="http://schemas.openxmlformats.org/officeDocument/2006/relationships/customXml" Target="../ink/ink2624.xml"/><Relationship Id="rId131" Type="http://schemas.openxmlformats.org/officeDocument/2006/relationships/customXml" Target="../ink/ink2657.xml"/><Relationship Id="rId327" Type="http://schemas.openxmlformats.org/officeDocument/2006/relationships/customXml" Target="../ink/ink2755.xml"/><Relationship Id="rId369" Type="http://schemas.openxmlformats.org/officeDocument/2006/relationships/customXml" Target="../ink/ink2776.xml"/><Relationship Id="rId173" Type="http://schemas.openxmlformats.org/officeDocument/2006/relationships/customXml" Target="../ink/ink2678.xml"/><Relationship Id="rId229" Type="http://schemas.openxmlformats.org/officeDocument/2006/relationships/customXml" Target="../ink/ink2706.xml"/><Relationship Id="rId380" Type="http://schemas.openxmlformats.org/officeDocument/2006/relationships/image" Target="NULL"/><Relationship Id="rId436" Type="http://schemas.openxmlformats.org/officeDocument/2006/relationships/image" Target="NULL"/><Relationship Id="rId240" Type="http://schemas.openxmlformats.org/officeDocument/2006/relationships/image" Target="NULL"/><Relationship Id="rId478" Type="http://schemas.openxmlformats.org/officeDocument/2006/relationships/customXml" Target="../ink/ink2831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282" Type="http://schemas.openxmlformats.org/officeDocument/2006/relationships/image" Target="NULL"/><Relationship Id="rId338" Type="http://schemas.openxmlformats.org/officeDocument/2006/relationships/image" Target="NULL"/><Relationship Id="rId503" Type="http://schemas.openxmlformats.org/officeDocument/2006/relationships/image" Target="NULL"/><Relationship Id="rId8" Type="http://schemas.openxmlformats.org/officeDocument/2006/relationships/customXml" Target="../ink/ink2595.xml"/><Relationship Id="rId142" Type="http://schemas.openxmlformats.org/officeDocument/2006/relationships/image" Target="NULL"/><Relationship Id="rId184" Type="http://schemas.openxmlformats.org/officeDocument/2006/relationships/image" Target="NULL"/><Relationship Id="rId391" Type="http://schemas.openxmlformats.org/officeDocument/2006/relationships/customXml" Target="../ink/ink2787.xml"/><Relationship Id="rId405" Type="http://schemas.openxmlformats.org/officeDocument/2006/relationships/customXml" Target="../ink/ink2794.xml"/><Relationship Id="rId447" Type="http://schemas.openxmlformats.org/officeDocument/2006/relationships/image" Target="NULL"/><Relationship Id="rId251" Type="http://schemas.openxmlformats.org/officeDocument/2006/relationships/customXml" Target="../ink/ink2717.xml"/><Relationship Id="rId489" Type="http://schemas.openxmlformats.org/officeDocument/2006/relationships/image" Target="NULL"/><Relationship Id="rId46" Type="http://schemas.openxmlformats.org/officeDocument/2006/relationships/customXml" Target="../ink/ink2614.xml"/><Relationship Id="rId293" Type="http://schemas.openxmlformats.org/officeDocument/2006/relationships/customXml" Target="../ink/ink2738.xml"/><Relationship Id="rId307" Type="http://schemas.openxmlformats.org/officeDocument/2006/relationships/customXml" Target="../ink/ink2745.xml"/><Relationship Id="rId349" Type="http://schemas.openxmlformats.org/officeDocument/2006/relationships/customXml" Target="../ink/ink2766.xml"/><Relationship Id="rId88" Type="http://schemas.openxmlformats.org/officeDocument/2006/relationships/customXml" Target="../ink/ink2635.xml"/><Relationship Id="rId111" Type="http://schemas.openxmlformats.org/officeDocument/2006/relationships/customXml" Target="../ink/ink2647.xml"/><Relationship Id="rId153" Type="http://schemas.openxmlformats.org/officeDocument/2006/relationships/customXml" Target="../ink/ink2668.xml"/><Relationship Id="rId195" Type="http://schemas.openxmlformats.org/officeDocument/2006/relationships/customXml" Target="../ink/ink2689.xml"/><Relationship Id="rId209" Type="http://schemas.openxmlformats.org/officeDocument/2006/relationships/customXml" Target="../ink/ink2696.xml"/><Relationship Id="rId360" Type="http://schemas.openxmlformats.org/officeDocument/2006/relationships/image" Target="NULL"/><Relationship Id="rId416" Type="http://schemas.openxmlformats.org/officeDocument/2006/relationships/image" Target="NULL"/><Relationship Id="rId220" Type="http://schemas.openxmlformats.org/officeDocument/2006/relationships/image" Target="NULL"/><Relationship Id="rId458" Type="http://schemas.openxmlformats.org/officeDocument/2006/relationships/customXml" Target="../ink/ink2821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image" Target="NULL"/><Relationship Id="rId99" Type="http://schemas.openxmlformats.org/officeDocument/2006/relationships/customXml" Target="../ink/ink2641.xml"/><Relationship Id="rId122" Type="http://schemas.openxmlformats.org/officeDocument/2006/relationships/image" Target="NULL"/><Relationship Id="rId164" Type="http://schemas.openxmlformats.org/officeDocument/2006/relationships/image" Target="NULL"/><Relationship Id="rId371" Type="http://schemas.openxmlformats.org/officeDocument/2006/relationships/customXml" Target="../ink/ink2777.xml"/><Relationship Id="rId427" Type="http://schemas.openxmlformats.org/officeDocument/2006/relationships/customXml" Target="../ink/ink2805.xml"/><Relationship Id="rId469" Type="http://schemas.openxmlformats.org/officeDocument/2006/relationships/image" Target="NULL"/><Relationship Id="rId26" Type="http://schemas.openxmlformats.org/officeDocument/2006/relationships/customXml" Target="../ink/ink2604.xml"/><Relationship Id="rId231" Type="http://schemas.openxmlformats.org/officeDocument/2006/relationships/customXml" Target="../ink/ink2707.xml"/><Relationship Id="rId273" Type="http://schemas.openxmlformats.org/officeDocument/2006/relationships/customXml" Target="../ink/ink2728.xml"/><Relationship Id="rId329" Type="http://schemas.openxmlformats.org/officeDocument/2006/relationships/customXml" Target="../ink/ink2756.xml"/><Relationship Id="rId480" Type="http://schemas.openxmlformats.org/officeDocument/2006/relationships/customXml" Target="../ink/ink2832.xml"/><Relationship Id="rId68" Type="http://schemas.openxmlformats.org/officeDocument/2006/relationships/customXml" Target="../ink/ink2625.xml"/><Relationship Id="rId133" Type="http://schemas.openxmlformats.org/officeDocument/2006/relationships/customXml" Target="../ink/ink2658.xml"/><Relationship Id="rId175" Type="http://schemas.openxmlformats.org/officeDocument/2006/relationships/customXml" Target="../ink/ink2679.xml"/><Relationship Id="rId340" Type="http://schemas.openxmlformats.org/officeDocument/2006/relationships/image" Target="NULL"/><Relationship Id="rId200" Type="http://schemas.openxmlformats.org/officeDocument/2006/relationships/image" Target="NULL"/><Relationship Id="rId382" Type="http://schemas.openxmlformats.org/officeDocument/2006/relationships/image" Target="NULL"/><Relationship Id="rId438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image" Target="NUL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44" Type="http://schemas.openxmlformats.org/officeDocument/2006/relationships/image" Target="NULL"/><Relationship Id="rId90" Type="http://schemas.openxmlformats.org/officeDocument/2006/relationships/image" Target="NULL"/><Relationship Id="rId186" Type="http://schemas.openxmlformats.org/officeDocument/2006/relationships/image" Target="NULL"/><Relationship Id="rId351" Type="http://schemas.openxmlformats.org/officeDocument/2006/relationships/customXml" Target="../ink/ink2767.xml"/><Relationship Id="rId393" Type="http://schemas.openxmlformats.org/officeDocument/2006/relationships/customXml" Target="../ink/ink2788.xml"/><Relationship Id="rId407" Type="http://schemas.openxmlformats.org/officeDocument/2006/relationships/customXml" Target="../ink/ink2795.xml"/><Relationship Id="rId449" Type="http://schemas.openxmlformats.org/officeDocument/2006/relationships/image" Target="NULL"/><Relationship Id="rId211" Type="http://schemas.openxmlformats.org/officeDocument/2006/relationships/customXml" Target="../ink/ink2697.xml"/><Relationship Id="rId253" Type="http://schemas.openxmlformats.org/officeDocument/2006/relationships/customXml" Target="../ink/ink2718.xml"/><Relationship Id="rId295" Type="http://schemas.openxmlformats.org/officeDocument/2006/relationships/customXml" Target="../ink/ink2739.xml"/><Relationship Id="rId309" Type="http://schemas.openxmlformats.org/officeDocument/2006/relationships/customXml" Target="../ink/ink2746.xml"/><Relationship Id="rId460" Type="http://schemas.openxmlformats.org/officeDocument/2006/relationships/customXml" Target="../ink/ink2822.xml"/><Relationship Id="rId48" Type="http://schemas.openxmlformats.org/officeDocument/2006/relationships/customXml" Target="../ink/ink2615.xml"/><Relationship Id="rId113" Type="http://schemas.openxmlformats.org/officeDocument/2006/relationships/customXml" Target="../ink/ink2648.xml"/><Relationship Id="rId320" Type="http://schemas.openxmlformats.org/officeDocument/2006/relationships/image" Target="NULL"/><Relationship Id="rId155" Type="http://schemas.openxmlformats.org/officeDocument/2006/relationships/customXml" Target="../ink/ink2669.xml"/><Relationship Id="rId197" Type="http://schemas.openxmlformats.org/officeDocument/2006/relationships/customXml" Target="../ink/ink2690.xml"/><Relationship Id="rId362" Type="http://schemas.openxmlformats.org/officeDocument/2006/relationships/image" Target="NULL"/><Relationship Id="rId418" Type="http://schemas.openxmlformats.org/officeDocument/2006/relationships/image" Target="NULL"/><Relationship Id="rId222" Type="http://schemas.openxmlformats.org/officeDocument/2006/relationships/image" Target="NULL"/><Relationship Id="rId264" Type="http://schemas.openxmlformats.org/officeDocument/2006/relationships/image" Target="NUL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image" Target="NULL"/><Relationship Id="rId70" Type="http://schemas.openxmlformats.org/officeDocument/2006/relationships/customXml" Target="../ink/ink2626.xml"/><Relationship Id="rId166" Type="http://schemas.openxmlformats.org/officeDocument/2006/relationships/image" Target="NULL"/><Relationship Id="rId331" Type="http://schemas.openxmlformats.org/officeDocument/2006/relationships/customXml" Target="../ink/ink2757.xml"/><Relationship Id="rId373" Type="http://schemas.openxmlformats.org/officeDocument/2006/relationships/customXml" Target="../ink/ink2778.xml"/><Relationship Id="rId429" Type="http://schemas.openxmlformats.org/officeDocument/2006/relationships/customXml" Target="../ink/ink2806.xm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2708.xml"/><Relationship Id="rId440" Type="http://schemas.openxmlformats.org/officeDocument/2006/relationships/image" Target="NULL"/><Relationship Id="rId28" Type="http://schemas.openxmlformats.org/officeDocument/2006/relationships/customXml" Target="../ink/ink2605.xml"/><Relationship Id="rId275" Type="http://schemas.openxmlformats.org/officeDocument/2006/relationships/customXml" Target="../ink/ink2729.xml"/><Relationship Id="rId300" Type="http://schemas.openxmlformats.org/officeDocument/2006/relationships/image" Target="NULL"/><Relationship Id="rId482" Type="http://schemas.openxmlformats.org/officeDocument/2006/relationships/customXml" Target="../ink/ink2833.xml"/><Relationship Id="rId81" Type="http://schemas.openxmlformats.org/officeDocument/2006/relationships/image" Target="NULL"/><Relationship Id="rId135" Type="http://schemas.openxmlformats.org/officeDocument/2006/relationships/customXml" Target="../ink/ink2659.xml"/><Relationship Id="rId177" Type="http://schemas.openxmlformats.org/officeDocument/2006/relationships/customXml" Target="../ink/ink2680.xml"/><Relationship Id="rId342" Type="http://schemas.openxmlformats.org/officeDocument/2006/relationships/image" Target="NULL"/><Relationship Id="rId384" Type="http://schemas.openxmlformats.org/officeDocument/2006/relationships/image" Target="NULL"/><Relationship Id="rId202" Type="http://schemas.openxmlformats.org/officeDocument/2006/relationships/image" Target="NUL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image" Target="NULL"/><Relationship Id="rId493" Type="http://schemas.openxmlformats.org/officeDocument/2006/relationships/image" Target="NULL"/><Relationship Id="rId50" Type="http://schemas.openxmlformats.org/officeDocument/2006/relationships/customXml" Target="../ink/ink2616.xml"/><Relationship Id="rId104" Type="http://schemas.openxmlformats.org/officeDocument/2006/relationships/image" Target="NULL"/><Relationship Id="rId146" Type="http://schemas.openxmlformats.org/officeDocument/2006/relationships/image" Target="NULL"/><Relationship Id="rId188" Type="http://schemas.openxmlformats.org/officeDocument/2006/relationships/image" Target="NULL"/><Relationship Id="rId311" Type="http://schemas.openxmlformats.org/officeDocument/2006/relationships/customXml" Target="../ink/ink2747.xml"/><Relationship Id="rId353" Type="http://schemas.openxmlformats.org/officeDocument/2006/relationships/customXml" Target="../ink/ink2768.xml"/><Relationship Id="rId395" Type="http://schemas.openxmlformats.org/officeDocument/2006/relationships/customXml" Target="../ink/ink2789.xml"/><Relationship Id="rId409" Type="http://schemas.openxmlformats.org/officeDocument/2006/relationships/customXml" Target="../ink/ink2796.xml"/><Relationship Id="rId92" Type="http://schemas.openxmlformats.org/officeDocument/2006/relationships/image" Target="NULL"/><Relationship Id="rId213" Type="http://schemas.openxmlformats.org/officeDocument/2006/relationships/customXml" Target="../ink/ink2698.xml"/><Relationship Id="rId420" Type="http://schemas.openxmlformats.org/officeDocument/2006/relationships/image" Target="NULL"/><Relationship Id="rId255" Type="http://schemas.openxmlformats.org/officeDocument/2006/relationships/customXml" Target="../ink/ink2719.xml"/><Relationship Id="rId297" Type="http://schemas.openxmlformats.org/officeDocument/2006/relationships/customXml" Target="../ink/ink2740.xml"/><Relationship Id="rId462" Type="http://schemas.openxmlformats.org/officeDocument/2006/relationships/customXml" Target="../ink/ink2823.xml"/><Relationship Id="rId115" Type="http://schemas.openxmlformats.org/officeDocument/2006/relationships/customXml" Target="../ink/ink2649.xml"/><Relationship Id="rId157" Type="http://schemas.openxmlformats.org/officeDocument/2006/relationships/customXml" Target="../ink/ink2670.xml"/><Relationship Id="rId322" Type="http://schemas.openxmlformats.org/officeDocument/2006/relationships/image" Target="NUL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customXml" Target="../ink/ink2691.xml"/><Relationship Id="rId19" Type="http://schemas.openxmlformats.org/officeDocument/2006/relationships/image" Target="NULL"/><Relationship Id="rId224" Type="http://schemas.openxmlformats.org/officeDocument/2006/relationships/image" Target="NULL"/><Relationship Id="rId266" Type="http://schemas.openxmlformats.org/officeDocument/2006/relationships/image" Target="NULL"/><Relationship Id="rId431" Type="http://schemas.openxmlformats.org/officeDocument/2006/relationships/customXml" Target="../ink/ink2807.xml"/><Relationship Id="rId473" Type="http://schemas.openxmlformats.org/officeDocument/2006/relationships/image" Target="NULL"/><Relationship Id="rId30" Type="http://schemas.openxmlformats.org/officeDocument/2006/relationships/customXml" Target="../ink/ink2606.xml"/><Relationship Id="rId126" Type="http://schemas.openxmlformats.org/officeDocument/2006/relationships/image" Target="NULL"/><Relationship Id="rId168" Type="http://schemas.openxmlformats.org/officeDocument/2006/relationships/image" Target="NULL"/><Relationship Id="rId333" Type="http://schemas.openxmlformats.org/officeDocument/2006/relationships/customXml" Target="../ink/ink2758.xml"/><Relationship Id="rId72" Type="http://schemas.openxmlformats.org/officeDocument/2006/relationships/customXml" Target="../ink/ink2627.xml"/><Relationship Id="rId375" Type="http://schemas.openxmlformats.org/officeDocument/2006/relationships/customXml" Target="../ink/ink2779.xml"/><Relationship Id="rId3" Type="http://schemas.openxmlformats.org/officeDocument/2006/relationships/image" Target="NULL"/><Relationship Id="rId235" Type="http://schemas.openxmlformats.org/officeDocument/2006/relationships/customXml" Target="../ink/ink2709.xml"/><Relationship Id="rId277" Type="http://schemas.openxmlformats.org/officeDocument/2006/relationships/customXml" Target="../ink/ink2730.xml"/><Relationship Id="rId400" Type="http://schemas.openxmlformats.org/officeDocument/2006/relationships/image" Target="NULL"/><Relationship Id="rId442" Type="http://schemas.openxmlformats.org/officeDocument/2006/relationships/customXml" Target="../ink/ink2813.xml"/><Relationship Id="rId484" Type="http://schemas.openxmlformats.org/officeDocument/2006/relationships/customXml" Target="../ink/ink2834.xml"/><Relationship Id="rId137" Type="http://schemas.openxmlformats.org/officeDocument/2006/relationships/customXml" Target="../ink/ink2660.xml"/><Relationship Id="rId302" Type="http://schemas.openxmlformats.org/officeDocument/2006/relationships/image" Target="NUL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customXml" Target="../ink/ink2681.xml"/><Relationship Id="rId386" Type="http://schemas.openxmlformats.org/officeDocument/2006/relationships/image" Target="NULL"/><Relationship Id="rId190" Type="http://schemas.openxmlformats.org/officeDocument/2006/relationships/image" Target="NULL"/><Relationship Id="rId204" Type="http://schemas.openxmlformats.org/officeDocument/2006/relationships/image" Target="NULL"/><Relationship Id="rId246" Type="http://schemas.openxmlformats.org/officeDocument/2006/relationships/image" Target="NULL"/><Relationship Id="rId288" Type="http://schemas.openxmlformats.org/officeDocument/2006/relationships/image" Target="NULL"/><Relationship Id="rId411" Type="http://schemas.openxmlformats.org/officeDocument/2006/relationships/customXml" Target="../ink/ink2797.xml"/><Relationship Id="rId453" Type="http://schemas.openxmlformats.org/officeDocument/2006/relationships/image" Target="NULL"/><Relationship Id="rId106" Type="http://schemas.openxmlformats.org/officeDocument/2006/relationships/image" Target="NULL"/><Relationship Id="rId313" Type="http://schemas.openxmlformats.org/officeDocument/2006/relationships/customXml" Target="../ink/ink2748.xml"/><Relationship Id="rId495" Type="http://schemas.openxmlformats.org/officeDocument/2006/relationships/image" Target="NULL"/><Relationship Id="rId10" Type="http://schemas.openxmlformats.org/officeDocument/2006/relationships/customXml" Target="../ink/ink2596.xml"/><Relationship Id="rId52" Type="http://schemas.openxmlformats.org/officeDocument/2006/relationships/customXml" Target="../ink/ink2617.xml"/><Relationship Id="rId94" Type="http://schemas.openxmlformats.org/officeDocument/2006/relationships/image" Target="NULL"/><Relationship Id="rId148" Type="http://schemas.openxmlformats.org/officeDocument/2006/relationships/image" Target="NULL"/><Relationship Id="rId355" Type="http://schemas.openxmlformats.org/officeDocument/2006/relationships/customXml" Target="../ink/ink2769.xml"/><Relationship Id="rId397" Type="http://schemas.openxmlformats.org/officeDocument/2006/relationships/customXml" Target="../ink/ink2790.xm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3006.xml"/><Relationship Id="rId366" Type="http://schemas.openxmlformats.org/officeDocument/2006/relationships/customXml" Target="../ink/ink3027.xml"/><Relationship Id="rId170" Type="http://schemas.openxmlformats.org/officeDocument/2006/relationships/customXml" Target="../ink/ink2929.xml"/><Relationship Id="rId226" Type="http://schemas.openxmlformats.org/officeDocument/2006/relationships/customXml" Target="../ink/ink2957.xml"/><Relationship Id="rId268" Type="http://schemas.openxmlformats.org/officeDocument/2006/relationships/customXml" Target="../ink/ink2978.xml"/><Relationship Id="rId32" Type="http://schemas.openxmlformats.org/officeDocument/2006/relationships/customXml" Target="../ink/ink2860.xml"/><Relationship Id="rId74" Type="http://schemas.openxmlformats.org/officeDocument/2006/relationships/customXml" Target="../ink/ink2881.xml"/><Relationship Id="rId128" Type="http://schemas.openxmlformats.org/officeDocument/2006/relationships/customXml" Target="../ink/ink2908.xml"/><Relationship Id="rId335" Type="http://schemas.openxmlformats.org/officeDocument/2006/relationships/image" Target="NULL"/><Relationship Id="rId377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2989.xml"/><Relationship Id="rId304" Type="http://schemas.openxmlformats.org/officeDocument/2006/relationships/customXml" Target="../ink/ink2996.xml"/><Relationship Id="rId346" Type="http://schemas.openxmlformats.org/officeDocument/2006/relationships/customXml" Target="../ink/ink3017.xml"/><Relationship Id="rId85" Type="http://schemas.openxmlformats.org/officeDocument/2006/relationships/image" Target="NULL"/><Relationship Id="rId150" Type="http://schemas.openxmlformats.org/officeDocument/2006/relationships/customXml" Target="../ink/ink2919.xml"/><Relationship Id="rId192" Type="http://schemas.openxmlformats.org/officeDocument/2006/relationships/customXml" Target="../ink/ink2940.xml"/><Relationship Id="rId206" Type="http://schemas.openxmlformats.org/officeDocument/2006/relationships/customXml" Target="../ink/ink2947.xml"/><Relationship Id="rId248" Type="http://schemas.openxmlformats.org/officeDocument/2006/relationships/customXml" Target="../ink/ink2968.xml"/><Relationship Id="rId12" Type="http://schemas.openxmlformats.org/officeDocument/2006/relationships/customXml" Target="../ink/ink2850.xml"/><Relationship Id="rId108" Type="http://schemas.openxmlformats.org/officeDocument/2006/relationships/customXml" Target="../ink/ink2898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2871.xml"/><Relationship Id="rId96" Type="http://schemas.openxmlformats.org/officeDocument/2006/relationships/customXml" Target="../ink/ink2892.xml"/><Relationship Id="rId161" Type="http://schemas.openxmlformats.org/officeDocument/2006/relationships/image" Target="NULL"/><Relationship Id="rId217" Type="http://schemas.openxmlformats.org/officeDocument/2006/relationships/image" Target="NUL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2979.xml"/><Relationship Id="rId326" Type="http://schemas.openxmlformats.org/officeDocument/2006/relationships/customXml" Target="../ink/ink3007.xml"/><Relationship Id="rId65" Type="http://schemas.openxmlformats.org/officeDocument/2006/relationships/image" Target="NULL"/><Relationship Id="rId130" Type="http://schemas.openxmlformats.org/officeDocument/2006/relationships/customXml" Target="../ink/ink2909.xml"/><Relationship Id="rId368" Type="http://schemas.openxmlformats.org/officeDocument/2006/relationships/customXml" Target="../ink/ink3028.xml"/><Relationship Id="rId172" Type="http://schemas.openxmlformats.org/officeDocument/2006/relationships/customXml" Target="../ink/ink2930.xml"/><Relationship Id="rId228" Type="http://schemas.openxmlformats.org/officeDocument/2006/relationships/customXml" Target="../ink/ink2958.xm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2861.xml"/><Relationship Id="rId76" Type="http://schemas.openxmlformats.org/officeDocument/2006/relationships/customXml" Target="../ink/ink2882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250" Type="http://schemas.openxmlformats.org/officeDocument/2006/relationships/customXml" Target="../ink/ink2969.xml"/><Relationship Id="rId292" Type="http://schemas.openxmlformats.org/officeDocument/2006/relationships/customXml" Target="../ink/ink2990.xml"/><Relationship Id="rId306" Type="http://schemas.openxmlformats.org/officeDocument/2006/relationships/customXml" Target="../ink/ink2997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2899.xml"/><Relationship Id="rId348" Type="http://schemas.openxmlformats.org/officeDocument/2006/relationships/customXml" Target="../ink/ink3018.xml"/><Relationship Id="rId152" Type="http://schemas.openxmlformats.org/officeDocument/2006/relationships/customXml" Target="../ink/ink2920.xml"/><Relationship Id="rId194" Type="http://schemas.openxmlformats.org/officeDocument/2006/relationships/customXml" Target="../ink/ink2941.xml"/><Relationship Id="rId208" Type="http://schemas.openxmlformats.org/officeDocument/2006/relationships/customXml" Target="../ink/ink2948.xml"/><Relationship Id="rId261" Type="http://schemas.openxmlformats.org/officeDocument/2006/relationships/image" Target="NULL"/><Relationship Id="rId14" Type="http://schemas.openxmlformats.org/officeDocument/2006/relationships/customXml" Target="../ink/ink2851.xml"/><Relationship Id="rId56" Type="http://schemas.openxmlformats.org/officeDocument/2006/relationships/customXml" Target="../ink/ink2872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2893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3029.xml"/><Relationship Id="rId230" Type="http://schemas.openxmlformats.org/officeDocument/2006/relationships/customXml" Target="../ink/ink2959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2980.xml"/><Relationship Id="rId328" Type="http://schemas.openxmlformats.org/officeDocument/2006/relationships/customXml" Target="../ink/ink3008.xml"/><Relationship Id="rId132" Type="http://schemas.openxmlformats.org/officeDocument/2006/relationships/customXml" Target="../ink/ink2910.xml"/><Relationship Id="rId174" Type="http://schemas.openxmlformats.org/officeDocument/2006/relationships/customXml" Target="../ink/ink2931.xml"/><Relationship Id="rId381" Type="http://schemas.openxmlformats.org/officeDocument/2006/relationships/image" Target="NULL"/><Relationship Id="rId241" Type="http://schemas.openxmlformats.org/officeDocument/2006/relationships/image" Target="NULL"/><Relationship Id="rId36" Type="http://schemas.openxmlformats.org/officeDocument/2006/relationships/customXml" Target="../ink/ink2862.xml"/><Relationship Id="rId283" Type="http://schemas.openxmlformats.org/officeDocument/2006/relationships/image" Target="NULL"/><Relationship Id="rId339" Type="http://schemas.openxmlformats.org/officeDocument/2006/relationships/image" Target="NULL"/><Relationship Id="rId78" Type="http://schemas.openxmlformats.org/officeDocument/2006/relationships/customXml" Target="../ink/ink2883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3019.xml"/><Relationship Id="rId9" Type="http://schemas.openxmlformats.org/officeDocument/2006/relationships/image" Target="NULL"/><Relationship Id="rId210" Type="http://schemas.openxmlformats.org/officeDocument/2006/relationships/customXml" Target="../ink/ink2949.xml"/><Relationship Id="rId252" Type="http://schemas.openxmlformats.org/officeDocument/2006/relationships/customXml" Target="../ink/ink2970.xml"/><Relationship Id="rId294" Type="http://schemas.openxmlformats.org/officeDocument/2006/relationships/customXml" Target="../ink/ink2991.xml"/><Relationship Id="rId308" Type="http://schemas.openxmlformats.org/officeDocument/2006/relationships/customXml" Target="../ink/ink2998.xml"/><Relationship Id="rId47" Type="http://schemas.openxmlformats.org/officeDocument/2006/relationships/image" Target="NULL"/><Relationship Id="rId68" Type="http://schemas.openxmlformats.org/officeDocument/2006/relationships/customXml" Target="../ink/ink2878.xml"/><Relationship Id="rId89" Type="http://schemas.openxmlformats.org/officeDocument/2006/relationships/image" Target="NULL"/><Relationship Id="rId112" Type="http://schemas.openxmlformats.org/officeDocument/2006/relationships/customXml" Target="../ink/ink2900.xml"/><Relationship Id="rId133" Type="http://schemas.openxmlformats.org/officeDocument/2006/relationships/image" Target="NULL"/><Relationship Id="rId154" Type="http://schemas.openxmlformats.org/officeDocument/2006/relationships/customXml" Target="../ink/ink2921.xml"/><Relationship Id="rId175" Type="http://schemas.openxmlformats.org/officeDocument/2006/relationships/image" Target="NULL"/><Relationship Id="rId340" Type="http://schemas.openxmlformats.org/officeDocument/2006/relationships/customXml" Target="../ink/ink3014.xml"/><Relationship Id="rId361" Type="http://schemas.openxmlformats.org/officeDocument/2006/relationships/image" Target="NULL"/><Relationship Id="rId196" Type="http://schemas.openxmlformats.org/officeDocument/2006/relationships/customXml" Target="../ink/ink2942.xml"/><Relationship Id="rId200" Type="http://schemas.openxmlformats.org/officeDocument/2006/relationships/customXml" Target="../ink/ink2944.xml"/><Relationship Id="rId382" Type="http://schemas.openxmlformats.org/officeDocument/2006/relationships/customXml" Target="../ink/ink3035.xml"/><Relationship Id="rId16" Type="http://schemas.openxmlformats.org/officeDocument/2006/relationships/customXml" Target="../ink/ink2852.xml"/><Relationship Id="rId221" Type="http://schemas.openxmlformats.org/officeDocument/2006/relationships/image" Target="NULL"/><Relationship Id="rId242" Type="http://schemas.openxmlformats.org/officeDocument/2006/relationships/customXml" Target="../ink/ink2965.xml"/><Relationship Id="rId263" Type="http://schemas.openxmlformats.org/officeDocument/2006/relationships/image" Target="NULL"/><Relationship Id="rId284" Type="http://schemas.openxmlformats.org/officeDocument/2006/relationships/customXml" Target="../ink/ink2986.xml"/><Relationship Id="rId319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2873.xml"/><Relationship Id="rId79" Type="http://schemas.openxmlformats.org/officeDocument/2006/relationships/image" Target="NULL"/><Relationship Id="rId102" Type="http://schemas.openxmlformats.org/officeDocument/2006/relationships/customXml" Target="../ink/ink2895.xml"/><Relationship Id="rId123" Type="http://schemas.openxmlformats.org/officeDocument/2006/relationships/image" Target="NULL"/><Relationship Id="rId144" Type="http://schemas.openxmlformats.org/officeDocument/2006/relationships/customXml" Target="../ink/ink2916.xml"/><Relationship Id="rId330" Type="http://schemas.openxmlformats.org/officeDocument/2006/relationships/customXml" Target="../ink/ink3009.xml"/><Relationship Id="rId90" Type="http://schemas.openxmlformats.org/officeDocument/2006/relationships/customXml" Target="../ink/ink2889.xml"/><Relationship Id="rId165" Type="http://schemas.openxmlformats.org/officeDocument/2006/relationships/image" Target="NULL"/><Relationship Id="rId186" Type="http://schemas.openxmlformats.org/officeDocument/2006/relationships/customXml" Target="../ink/ink2937.xml"/><Relationship Id="rId351" Type="http://schemas.openxmlformats.org/officeDocument/2006/relationships/image" Target="NULL"/><Relationship Id="rId372" Type="http://schemas.openxmlformats.org/officeDocument/2006/relationships/customXml" Target="../ink/ink3030.xml"/><Relationship Id="rId211" Type="http://schemas.openxmlformats.org/officeDocument/2006/relationships/image" Target="NULL"/><Relationship Id="rId232" Type="http://schemas.openxmlformats.org/officeDocument/2006/relationships/customXml" Target="../ink/ink2960.xml"/><Relationship Id="rId253" Type="http://schemas.openxmlformats.org/officeDocument/2006/relationships/image" Target="NULL"/><Relationship Id="rId274" Type="http://schemas.openxmlformats.org/officeDocument/2006/relationships/customXml" Target="../ink/ink2981.xml"/><Relationship Id="rId295" Type="http://schemas.openxmlformats.org/officeDocument/2006/relationships/image" Target="NULL"/><Relationship Id="rId309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2868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2911.xml"/><Relationship Id="rId320" Type="http://schemas.openxmlformats.org/officeDocument/2006/relationships/customXml" Target="../ink/ink3004.xml"/><Relationship Id="rId80" Type="http://schemas.openxmlformats.org/officeDocument/2006/relationships/customXml" Target="../ink/ink2884.xml"/><Relationship Id="rId155" Type="http://schemas.openxmlformats.org/officeDocument/2006/relationships/image" Target="NULL"/><Relationship Id="rId176" Type="http://schemas.openxmlformats.org/officeDocument/2006/relationships/customXml" Target="../ink/ink2932.xml"/><Relationship Id="rId197" Type="http://schemas.openxmlformats.org/officeDocument/2006/relationships/image" Target="NULL"/><Relationship Id="rId341" Type="http://schemas.openxmlformats.org/officeDocument/2006/relationships/image" Target="NULL"/><Relationship Id="rId362" Type="http://schemas.openxmlformats.org/officeDocument/2006/relationships/customXml" Target="../ink/ink3025.xml"/><Relationship Id="rId383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2955.xml"/><Relationship Id="rId243" Type="http://schemas.openxmlformats.org/officeDocument/2006/relationships/image" Target="NULL"/><Relationship Id="rId264" Type="http://schemas.openxmlformats.org/officeDocument/2006/relationships/customXml" Target="../ink/ink2976.xml"/><Relationship Id="rId285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2863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2906.xml"/><Relationship Id="rId310" Type="http://schemas.openxmlformats.org/officeDocument/2006/relationships/customXml" Target="../ink/ink2999.xml"/><Relationship Id="rId70" Type="http://schemas.openxmlformats.org/officeDocument/2006/relationships/customXml" Target="../ink/ink2879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2927.xml"/><Relationship Id="rId187" Type="http://schemas.openxmlformats.org/officeDocument/2006/relationships/image" Target="NULL"/><Relationship Id="rId331" Type="http://schemas.openxmlformats.org/officeDocument/2006/relationships/image" Target="NULL"/><Relationship Id="rId352" Type="http://schemas.openxmlformats.org/officeDocument/2006/relationships/customXml" Target="../ink/ink3020.xml"/><Relationship Id="rId373" Type="http://schemas.openxmlformats.org/officeDocument/2006/relationships/image" Target="NUL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950.xml"/><Relationship Id="rId233" Type="http://schemas.openxmlformats.org/officeDocument/2006/relationships/image" Target="NULL"/><Relationship Id="rId254" Type="http://schemas.openxmlformats.org/officeDocument/2006/relationships/customXml" Target="../ink/ink2971.xml"/><Relationship Id="rId28" Type="http://schemas.openxmlformats.org/officeDocument/2006/relationships/customXml" Target="../ink/ink2858.xml"/><Relationship Id="rId49" Type="http://schemas.openxmlformats.org/officeDocument/2006/relationships/image" Target="NULL"/><Relationship Id="rId114" Type="http://schemas.openxmlformats.org/officeDocument/2006/relationships/customXml" Target="../ink/ink2901.xml"/><Relationship Id="rId275" Type="http://schemas.openxmlformats.org/officeDocument/2006/relationships/image" Target="NULL"/><Relationship Id="rId296" Type="http://schemas.openxmlformats.org/officeDocument/2006/relationships/customXml" Target="../ink/ink2992.xml"/><Relationship Id="rId300" Type="http://schemas.openxmlformats.org/officeDocument/2006/relationships/customXml" Target="../ink/ink2994.xml"/><Relationship Id="rId60" Type="http://schemas.openxmlformats.org/officeDocument/2006/relationships/customXml" Target="../ink/ink2874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2922.xml"/><Relationship Id="rId177" Type="http://schemas.openxmlformats.org/officeDocument/2006/relationships/image" Target="NULL"/><Relationship Id="rId198" Type="http://schemas.openxmlformats.org/officeDocument/2006/relationships/customXml" Target="../ink/ink2943.xml"/><Relationship Id="rId321" Type="http://schemas.openxmlformats.org/officeDocument/2006/relationships/image" Target="NULL"/><Relationship Id="rId342" Type="http://schemas.openxmlformats.org/officeDocument/2006/relationships/customXml" Target="../ink/ink3015.xml"/><Relationship Id="rId363" Type="http://schemas.openxmlformats.org/officeDocument/2006/relationships/image" Target="NULL"/><Relationship Id="rId384" Type="http://schemas.openxmlformats.org/officeDocument/2006/relationships/customXml" Target="../ink/ink3036.xml"/><Relationship Id="rId202" Type="http://schemas.openxmlformats.org/officeDocument/2006/relationships/customXml" Target="../ink/ink2945.xml"/><Relationship Id="rId223" Type="http://schemas.openxmlformats.org/officeDocument/2006/relationships/image" Target="NULL"/><Relationship Id="rId244" Type="http://schemas.openxmlformats.org/officeDocument/2006/relationships/customXml" Target="../ink/ink2966.xml"/><Relationship Id="rId18" Type="http://schemas.openxmlformats.org/officeDocument/2006/relationships/customXml" Target="../ink/ink2853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2987.xml"/><Relationship Id="rId50" Type="http://schemas.openxmlformats.org/officeDocument/2006/relationships/customXml" Target="../ink/ink2869.xml"/><Relationship Id="rId104" Type="http://schemas.openxmlformats.org/officeDocument/2006/relationships/customXml" Target="../ink/ink2896.xml"/><Relationship Id="rId125" Type="http://schemas.openxmlformats.org/officeDocument/2006/relationships/image" Target="NULL"/><Relationship Id="rId146" Type="http://schemas.openxmlformats.org/officeDocument/2006/relationships/customXml" Target="../ink/ink2917.xml"/><Relationship Id="rId167" Type="http://schemas.openxmlformats.org/officeDocument/2006/relationships/image" Target="NULL"/><Relationship Id="rId188" Type="http://schemas.openxmlformats.org/officeDocument/2006/relationships/customXml" Target="../ink/ink2938.xml"/><Relationship Id="rId311" Type="http://schemas.openxmlformats.org/officeDocument/2006/relationships/image" Target="NULL"/><Relationship Id="rId332" Type="http://schemas.openxmlformats.org/officeDocument/2006/relationships/customXml" Target="../ink/ink3010.xml"/><Relationship Id="rId353" Type="http://schemas.openxmlformats.org/officeDocument/2006/relationships/image" Target="NULL"/><Relationship Id="rId374" Type="http://schemas.openxmlformats.org/officeDocument/2006/relationships/customXml" Target="../ink/ink3031.xml"/><Relationship Id="rId71" Type="http://schemas.openxmlformats.org/officeDocument/2006/relationships/image" Target="NULL"/><Relationship Id="rId92" Type="http://schemas.openxmlformats.org/officeDocument/2006/relationships/customXml" Target="../ink/ink2890.xml"/><Relationship Id="rId213" Type="http://schemas.openxmlformats.org/officeDocument/2006/relationships/image" Target="NULL"/><Relationship Id="rId234" Type="http://schemas.openxmlformats.org/officeDocument/2006/relationships/customXml" Target="../ink/ink2961.xml"/><Relationship Id="rId2" Type="http://schemas.openxmlformats.org/officeDocument/2006/relationships/customXml" Target="../ink/ink2845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2982.xml"/><Relationship Id="rId297" Type="http://schemas.openxmlformats.org/officeDocument/2006/relationships/image" Target="NULL"/><Relationship Id="rId40" Type="http://schemas.openxmlformats.org/officeDocument/2006/relationships/customXml" Target="../ink/ink2864.xml"/><Relationship Id="rId115" Type="http://schemas.openxmlformats.org/officeDocument/2006/relationships/image" Target="NULL"/><Relationship Id="rId136" Type="http://schemas.openxmlformats.org/officeDocument/2006/relationships/customXml" Target="../ink/ink2912.xml"/><Relationship Id="rId157" Type="http://schemas.openxmlformats.org/officeDocument/2006/relationships/image" Target="NULL"/><Relationship Id="rId178" Type="http://schemas.openxmlformats.org/officeDocument/2006/relationships/customXml" Target="../ink/ink2933.xml"/><Relationship Id="rId301" Type="http://schemas.openxmlformats.org/officeDocument/2006/relationships/image" Target="NULL"/><Relationship Id="rId322" Type="http://schemas.openxmlformats.org/officeDocument/2006/relationships/customXml" Target="../ink/ink3005.xml"/><Relationship Id="rId343" Type="http://schemas.openxmlformats.org/officeDocument/2006/relationships/image" Target="NULL"/><Relationship Id="rId364" Type="http://schemas.openxmlformats.org/officeDocument/2006/relationships/customXml" Target="../ink/ink3026.xml"/><Relationship Id="rId61" Type="http://schemas.openxmlformats.org/officeDocument/2006/relationships/image" Target="NULL"/><Relationship Id="rId82" Type="http://schemas.openxmlformats.org/officeDocument/2006/relationships/customXml" Target="../ink/ink2885.xml"/><Relationship Id="rId199" Type="http://schemas.openxmlformats.org/officeDocument/2006/relationships/image" Target="NULL"/><Relationship Id="rId203" Type="http://schemas.openxmlformats.org/officeDocument/2006/relationships/image" Target="NULL"/><Relationship Id="rId385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2956.xml"/><Relationship Id="rId245" Type="http://schemas.openxmlformats.org/officeDocument/2006/relationships/image" Target="NULL"/><Relationship Id="rId266" Type="http://schemas.openxmlformats.org/officeDocument/2006/relationships/customXml" Target="../ink/ink2977.xml"/><Relationship Id="rId287" Type="http://schemas.openxmlformats.org/officeDocument/2006/relationships/image" Target="NULL"/><Relationship Id="rId30" Type="http://schemas.openxmlformats.org/officeDocument/2006/relationships/customXml" Target="../ink/ink2859.xml"/><Relationship Id="rId105" Type="http://schemas.openxmlformats.org/officeDocument/2006/relationships/image" Target="NULL"/><Relationship Id="rId126" Type="http://schemas.openxmlformats.org/officeDocument/2006/relationships/customXml" Target="../ink/ink2907.xml"/><Relationship Id="rId147" Type="http://schemas.openxmlformats.org/officeDocument/2006/relationships/image" Target="NULL"/><Relationship Id="rId168" Type="http://schemas.openxmlformats.org/officeDocument/2006/relationships/customXml" Target="../ink/ink2928.xml"/><Relationship Id="rId312" Type="http://schemas.openxmlformats.org/officeDocument/2006/relationships/customXml" Target="../ink/ink3000.xml"/><Relationship Id="rId333" Type="http://schemas.openxmlformats.org/officeDocument/2006/relationships/image" Target="NULL"/><Relationship Id="rId354" Type="http://schemas.openxmlformats.org/officeDocument/2006/relationships/customXml" Target="../ink/ink3021.xml"/><Relationship Id="rId51" Type="http://schemas.openxmlformats.org/officeDocument/2006/relationships/image" Target="NULL"/><Relationship Id="rId72" Type="http://schemas.openxmlformats.org/officeDocument/2006/relationships/customXml" Target="../ink/ink2880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2951.xml"/><Relationship Id="rId235" Type="http://schemas.openxmlformats.org/officeDocument/2006/relationships/image" Target="NULL"/><Relationship Id="rId256" Type="http://schemas.openxmlformats.org/officeDocument/2006/relationships/customXml" Target="../ink/ink2972.xml"/><Relationship Id="rId277" Type="http://schemas.openxmlformats.org/officeDocument/2006/relationships/image" Target="NULL"/><Relationship Id="rId298" Type="http://schemas.openxmlformats.org/officeDocument/2006/relationships/customXml" Target="../ink/ink2993.xml"/><Relationship Id="rId116" Type="http://schemas.openxmlformats.org/officeDocument/2006/relationships/customXml" Target="../ink/ink2902.xml"/><Relationship Id="rId137" Type="http://schemas.openxmlformats.org/officeDocument/2006/relationships/image" Target="NULL"/><Relationship Id="rId158" Type="http://schemas.openxmlformats.org/officeDocument/2006/relationships/customXml" Target="../ink/ink2923.xml"/><Relationship Id="rId302" Type="http://schemas.openxmlformats.org/officeDocument/2006/relationships/customXml" Target="../ink/ink2995.xml"/><Relationship Id="rId323" Type="http://schemas.openxmlformats.org/officeDocument/2006/relationships/image" Target="NULL"/><Relationship Id="rId344" Type="http://schemas.openxmlformats.org/officeDocument/2006/relationships/customXml" Target="../ink/ink3016.xml"/><Relationship Id="rId20" Type="http://schemas.openxmlformats.org/officeDocument/2006/relationships/customXml" Target="../ink/ink2854.xml"/><Relationship Id="rId41" Type="http://schemas.openxmlformats.org/officeDocument/2006/relationships/image" Target="NULL"/><Relationship Id="rId62" Type="http://schemas.openxmlformats.org/officeDocument/2006/relationships/customXml" Target="../ink/ink2875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image" Target="NULL"/><Relationship Id="rId386" Type="http://schemas.openxmlformats.org/officeDocument/2006/relationships/customXml" Target="../ink/ink3037.xml"/><Relationship Id="rId190" Type="http://schemas.openxmlformats.org/officeDocument/2006/relationships/customXml" Target="../ink/ink2939.xml"/><Relationship Id="rId204" Type="http://schemas.openxmlformats.org/officeDocument/2006/relationships/customXml" Target="../ink/ink2946.xml"/><Relationship Id="rId225" Type="http://schemas.openxmlformats.org/officeDocument/2006/relationships/image" Target="NULL"/><Relationship Id="rId246" Type="http://schemas.openxmlformats.org/officeDocument/2006/relationships/customXml" Target="../ink/ink2967.xml"/><Relationship Id="rId267" Type="http://schemas.openxmlformats.org/officeDocument/2006/relationships/image" Target="NULL"/><Relationship Id="rId288" Type="http://schemas.openxmlformats.org/officeDocument/2006/relationships/customXml" Target="../ink/ink2988.xml"/><Relationship Id="rId106" Type="http://schemas.openxmlformats.org/officeDocument/2006/relationships/customXml" Target="../ink/ink2897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2849.xml"/><Relationship Id="rId31" Type="http://schemas.openxmlformats.org/officeDocument/2006/relationships/image" Target="NULL"/><Relationship Id="rId52" Type="http://schemas.openxmlformats.org/officeDocument/2006/relationships/customXml" Target="../ink/ink2870.xml"/><Relationship Id="rId73" Type="http://schemas.openxmlformats.org/officeDocument/2006/relationships/image" Target="NULL"/><Relationship Id="rId94" Type="http://schemas.openxmlformats.org/officeDocument/2006/relationships/customXml" Target="../ink/ink2891.xml"/><Relationship Id="rId148" Type="http://schemas.openxmlformats.org/officeDocument/2006/relationships/customXml" Target="../ink/ink2918.xml"/><Relationship Id="rId169" Type="http://schemas.openxmlformats.org/officeDocument/2006/relationships/image" Target="NULL"/><Relationship Id="rId334" Type="http://schemas.openxmlformats.org/officeDocument/2006/relationships/customXml" Target="../ink/ink3011.xml"/><Relationship Id="rId355" Type="http://schemas.openxmlformats.org/officeDocument/2006/relationships/image" Target="NULL"/><Relationship Id="rId376" Type="http://schemas.openxmlformats.org/officeDocument/2006/relationships/customXml" Target="../ink/ink3032.xml"/><Relationship Id="rId4" Type="http://schemas.openxmlformats.org/officeDocument/2006/relationships/customXml" Target="../ink/ink2846.xml"/><Relationship Id="rId180" Type="http://schemas.openxmlformats.org/officeDocument/2006/relationships/customXml" Target="../ink/ink2934.xml"/><Relationship Id="rId215" Type="http://schemas.openxmlformats.org/officeDocument/2006/relationships/image" Target="NULL"/><Relationship Id="rId236" Type="http://schemas.openxmlformats.org/officeDocument/2006/relationships/customXml" Target="../ink/ink2962.xml"/><Relationship Id="rId257" Type="http://schemas.openxmlformats.org/officeDocument/2006/relationships/image" Target="NULL"/><Relationship Id="rId278" Type="http://schemas.openxmlformats.org/officeDocument/2006/relationships/customXml" Target="../ink/ink2983.xml"/><Relationship Id="rId303" Type="http://schemas.openxmlformats.org/officeDocument/2006/relationships/image" Target="NULL"/><Relationship Id="rId42" Type="http://schemas.openxmlformats.org/officeDocument/2006/relationships/customXml" Target="../ink/ink2865.xml"/><Relationship Id="rId84" Type="http://schemas.openxmlformats.org/officeDocument/2006/relationships/customXml" Target="../ink/ink2886.xml"/><Relationship Id="rId138" Type="http://schemas.openxmlformats.org/officeDocument/2006/relationships/customXml" Target="../ink/ink2913.xml"/><Relationship Id="rId345" Type="http://schemas.openxmlformats.org/officeDocument/2006/relationships/image" Target="NULL"/><Relationship Id="rId387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3001.xml"/><Relationship Id="rId356" Type="http://schemas.openxmlformats.org/officeDocument/2006/relationships/customXml" Target="../ink/ink3022.xml"/><Relationship Id="rId95" Type="http://schemas.openxmlformats.org/officeDocument/2006/relationships/image" Target="NULL"/><Relationship Id="rId160" Type="http://schemas.openxmlformats.org/officeDocument/2006/relationships/customXml" Target="../ink/ink2924.xml"/><Relationship Id="rId216" Type="http://schemas.openxmlformats.org/officeDocument/2006/relationships/customXml" Target="../ink/ink2952.xml"/><Relationship Id="rId258" Type="http://schemas.openxmlformats.org/officeDocument/2006/relationships/customXml" Target="../ink/ink2973.xml"/><Relationship Id="rId22" Type="http://schemas.openxmlformats.org/officeDocument/2006/relationships/customXml" Target="../ink/ink2855.xml"/><Relationship Id="rId64" Type="http://schemas.openxmlformats.org/officeDocument/2006/relationships/customXml" Target="../ink/ink2876.xml"/><Relationship Id="rId118" Type="http://schemas.openxmlformats.org/officeDocument/2006/relationships/customXml" Target="../ink/ink2903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2984.xml"/><Relationship Id="rId336" Type="http://schemas.openxmlformats.org/officeDocument/2006/relationships/customXml" Target="../ink/ink3012.xml"/><Relationship Id="rId75" Type="http://schemas.openxmlformats.org/officeDocument/2006/relationships/image" Target="NULL"/><Relationship Id="rId140" Type="http://schemas.openxmlformats.org/officeDocument/2006/relationships/customXml" Target="../ink/ink2914.xml"/><Relationship Id="rId182" Type="http://schemas.openxmlformats.org/officeDocument/2006/relationships/customXml" Target="../ink/ink2935.xml"/><Relationship Id="rId378" Type="http://schemas.openxmlformats.org/officeDocument/2006/relationships/customXml" Target="../ink/ink3033.xml"/><Relationship Id="rId6" Type="http://schemas.openxmlformats.org/officeDocument/2006/relationships/customXml" Target="../ink/ink2847.xml"/><Relationship Id="rId238" Type="http://schemas.openxmlformats.org/officeDocument/2006/relationships/customXml" Target="../ink/ink2963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2866.xml"/><Relationship Id="rId86" Type="http://schemas.openxmlformats.org/officeDocument/2006/relationships/customXml" Target="../ink/ink2887.xml"/><Relationship Id="rId151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2974.xml"/><Relationship Id="rId316" Type="http://schemas.openxmlformats.org/officeDocument/2006/relationships/customXml" Target="../ink/ink3002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2904.xml"/><Relationship Id="rId358" Type="http://schemas.openxmlformats.org/officeDocument/2006/relationships/customXml" Target="../ink/ink3023.xml"/><Relationship Id="rId162" Type="http://schemas.openxmlformats.org/officeDocument/2006/relationships/customXml" Target="../ink/ink2925.xml"/><Relationship Id="rId218" Type="http://schemas.openxmlformats.org/officeDocument/2006/relationships/customXml" Target="../ink/ink2953.xml"/><Relationship Id="rId271" Type="http://schemas.openxmlformats.org/officeDocument/2006/relationships/image" Target="NULL"/><Relationship Id="rId24" Type="http://schemas.openxmlformats.org/officeDocument/2006/relationships/customXml" Target="../ink/ink2856.xml"/><Relationship Id="rId66" Type="http://schemas.openxmlformats.org/officeDocument/2006/relationships/customXml" Target="../ink/ink2877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3034.xml"/><Relationship Id="rId240" Type="http://schemas.openxmlformats.org/officeDocument/2006/relationships/customXml" Target="../ink/ink2964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2894.xml"/><Relationship Id="rId282" Type="http://schemas.openxmlformats.org/officeDocument/2006/relationships/customXml" Target="../ink/ink2985.xml"/><Relationship Id="rId338" Type="http://schemas.openxmlformats.org/officeDocument/2006/relationships/customXml" Target="../ink/ink3013.xml"/><Relationship Id="rId8" Type="http://schemas.openxmlformats.org/officeDocument/2006/relationships/customXml" Target="../ink/ink2848.xml"/><Relationship Id="rId142" Type="http://schemas.openxmlformats.org/officeDocument/2006/relationships/customXml" Target="../ink/ink2915.xml"/><Relationship Id="rId184" Type="http://schemas.openxmlformats.org/officeDocument/2006/relationships/customXml" Target="../ink/ink2936.xml"/><Relationship Id="rId251" Type="http://schemas.openxmlformats.org/officeDocument/2006/relationships/image" Target="NULL"/><Relationship Id="rId46" Type="http://schemas.openxmlformats.org/officeDocument/2006/relationships/customXml" Target="../ink/ink2867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2888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3024.xml"/><Relationship Id="rId220" Type="http://schemas.openxmlformats.org/officeDocument/2006/relationships/customXml" Target="../ink/ink2954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2975.xml"/><Relationship Id="rId318" Type="http://schemas.openxmlformats.org/officeDocument/2006/relationships/customXml" Target="../ink/ink3003.xml"/><Relationship Id="rId99" Type="http://schemas.openxmlformats.org/officeDocument/2006/relationships/image" Target="NULL"/><Relationship Id="rId122" Type="http://schemas.openxmlformats.org/officeDocument/2006/relationships/customXml" Target="../ink/ink2905.xml"/><Relationship Id="rId164" Type="http://schemas.openxmlformats.org/officeDocument/2006/relationships/customXml" Target="../ink/ink2926.xml"/><Relationship Id="rId371" Type="http://schemas.openxmlformats.org/officeDocument/2006/relationships/image" Target="NULL"/><Relationship Id="rId26" Type="http://schemas.openxmlformats.org/officeDocument/2006/relationships/customXml" Target="../ink/ink2857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71" Type="http://schemas.openxmlformats.org/officeDocument/2006/relationships/customXml" Target="../ink/ink3375.xml"/><Relationship Id="rId21" Type="http://schemas.openxmlformats.org/officeDocument/2006/relationships/image" Target="NULL"/><Relationship Id="rId324" Type="http://schemas.openxmlformats.org/officeDocument/2006/relationships/customXml" Target="../ink/ink3200.xml"/><Relationship Id="rId531" Type="http://schemas.openxmlformats.org/officeDocument/2006/relationships/customXml" Target="../ink/ink3304.xml"/><Relationship Id="rId629" Type="http://schemas.openxmlformats.org/officeDocument/2006/relationships/image" Target="NULL"/><Relationship Id="rId170" Type="http://schemas.openxmlformats.org/officeDocument/2006/relationships/customXml" Target="../ink/ink3122.xml"/><Relationship Id="rId268" Type="http://schemas.openxmlformats.org/officeDocument/2006/relationships/customXml" Target="../ink/ink3172.xml"/><Relationship Id="rId475" Type="http://schemas.openxmlformats.org/officeDocument/2006/relationships/customXml" Target="../ink/ink3276.xml"/><Relationship Id="rId682" Type="http://schemas.openxmlformats.org/officeDocument/2006/relationships/image" Target="NULL"/><Relationship Id="rId32" Type="http://schemas.openxmlformats.org/officeDocument/2006/relationships/customXml" Target="../ink/ink3053.xml"/><Relationship Id="rId128" Type="http://schemas.openxmlformats.org/officeDocument/2006/relationships/customXml" Target="../ink/ink3101.xml"/><Relationship Id="rId335" Type="http://schemas.openxmlformats.org/officeDocument/2006/relationships/image" Target="NULL"/><Relationship Id="rId542" Type="http://schemas.openxmlformats.org/officeDocument/2006/relationships/image" Target="NULL"/><Relationship Id="rId181" Type="http://schemas.openxmlformats.org/officeDocument/2006/relationships/image" Target="NULL"/><Relationship Id="rId402" Type="http://schemas.openxmlformats.org/officeDocument/2006/relationships/customXml" Target="../ink/ink3239.xml"/><Relationship Id="rId279" Type="http://schemas.openxmlformats.org/officeDocument/2006/relationships/image" Target="NUL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customXml" Target="../ink/ink3211.xml"/><Relationship Id="rId553" Type="http://schemas.openxmlformats.org/officeDocument/2006/relationships/image" Target="NULL"/><Relationship Id="rId192" Type="http://schemas.openxmlformats.org/officeDocument/2006/relationships/customXml" Target="../ink/ink3133.xml"/><Relationship Id="rId206" Type="http://schemas.openxmlformats.org/officeDocument/2006/relationships/image" Target="NULL"/><Relationship Id="rId413" Type="http://schemas.openxmlformats.org/officeDocument/2006/relationships/image" Target="NULL"/><Relationship Id="rId497" Type="http://schemas.openxmlformats.org/officeDocument/2006/relationships/customXml" Target="../ink/ink3287.xml"/><Relationship Id="rId620" Type="http://schemas.openxmlformats.org/officeDocument/2006/relationships/customXml" Target="../ink/ink3349.xml"/><Relationship Id="rId357" Type="http://schemas.openxmlformats.org/officeDocument/2006/relationships/image" Target="NULL"/><Relationship Id="rId54" Type="http://schemas.openxmlformats.org/officeDocument/2006/relationships/customXml" Target="../ink/ink3064.xml"/><Relationship Id="rId217" Type="http://schemas.openxmlformats.org/officeDocument/2006/relationships/customXml" Target="../ink/ink3146.xml"/><Relationship Id="rId564" Type="http://schemas.openxmlformats.org/officeDocument/2006/relationships/customXml" Target="../ink/ink3321.xml"/><Relationship Id="rId424" Type="http://schemas.openxmlformats.org/officeDocument/2006/relationships/customXml" Target="../ink/ink3250.xml"/><Relationship Id="rId631" Type="http://schemas.openxmlformats.org/officeDocument/2006/relationships/image" Target="NULL"/><Relationship Id="rId270" Type="http://schemas.openxmlformats.org/officeDocument/2006/relationships/customXml" Target="../ink/ink3173.xml"/><Relationship Id="rId65" Type="http://schemas.openxmlformats.org/officeDocument/2006/relationships/image" Target="NULL"/><Relationship Id="rId130" Type="http://schemas.openxmlformats.org/officeDocument/2006/relationships/customXml" Target="../ink/ink3102.xml"/><Relationship Id="rId368" Type="http://schemas.openxmlformats.org/officeDocument/2006/relationships/customXml" Target="../ink/ink3222.xml"/><Relationship Id="rId575" Type="http://schemas.openxmlformats.org/officeDocument/2006/relationships/image" Target="NULL"/><Relationship Id="rId228" Type="http://schemas.openxmlformats.org/officeDocument/2006/relationships/image" Target="NULL"/><Relationship Id="rId435" Type="http://schemas.openxmlformats.org/officeDocument/2006/relationships/customXml" Target="../ink/ink3256.xml"/><Relationship Id="rId642" Type="http://schemas.openxmlformats.org/officeDocument/2006/relationships/image" Target="NULL"/><Relationship Id="rId281" Type="http://schemas.openxmlformats.org/officeDocument/2006/relationships/image" Target="NULL"/><Relationship Id="rId502" Type="http://schemas.openxmlformats.org/officeDocument/2006/relationships/image" Target="NULL"/><Relationship Id="rId76" Type="http://schemas.openxmlformats.org/officeDocument/2006/relationships/customXml" Target="../ink/ink3075.xml"/><Relationship Id="rId141" Type="http://schemas.openxmlformats.org/officeDocument/2006/relationships/image" Target="NULL"/><Relationship Id="rId379" Type="http://schemas.openxmlformats.org/officeDocument/2006/relationships/image" Target="NULL"/><Relationship Id="rId586" Type="http://schemas.openxmlformats.org/officeDocument/2006/relationships/customXml" Target="../ink/ink3332.xml"/><Relationship Id="rId7" Type="http://schemas.openxmlformats.org/officeDocument/2006/relationships/image" Target="NULL"/><Relationship Id="rId239" Type="http://schemas.openxmlformats.org/officeDocument/2006/relationships/image" Target="NULL"/><Relationship Id="rId446" Type="http://schemas.openxmlformats.org/officeDocument/2006/relationships/image" Target="NULL"/><Relationship Id="rId653" Type="http://schemas.openxmlformats.org/officeDocument/2006/relationships/customXml" Target="../ink/ink3366.xml"/><Relationship Id="rId292" Type="http://schemas.openxmlformats.org/officeDocument/2006/relationships/customXml" Target="../ink/ink3184.xml"/><Relationship Id="rId306" Type="http://schemas.openxmlformats.org/officeDocument/2006/relationships/customXml" Target="../ink/ink3191.xml"/><Relationship Id="rId87" Type="http://schemas.openxmlformats.org/officeDocument/2006/relationships/image" Target="NULL"/><Relationship Id="rId513" Type="http://schemas.openxmlformats.org/officeDocument/2006/relationships/customXml" Target="../ink/ink3295.xml"/><Relationship Id="rId597" Type="http://schemas.openxmlformats.org/officeDocument/2006/relationships/image" Target="NULL"/><Relationship Id="rId152" Type="http://schemas.openxmlformats.org/officeDocument/2006/relationships/customXml" Target="../ink/ink3113.xml"/><Relationship Id="rId457" Type="http://schemas.openxmlformats.org/officeDocument/2006/relationships/customXml" Target="../ink/ink3267.xml"/><Relationship Id="rId664" Type="http://schemas.openxmlformats.org/officeDocument/2006/relationships/image" Target="NULL"/><Relationship Id="rId14" Type="http://schemas.openxmlformats.org/officeDocument/2006/relationships/customXml" Target="../ink/ink3044.xml"/><Relationship Id="rId317" Type="http://schemas.openxmlformats.org/officeDocument/2006/relationships/image" Target="NULL"/><Relationship Id="rId524" Type="http://schemas.openxmlformats.org/officeDocument/2006/relationships/image" Target="NULL"/><Relationship Id="rId98" Type="http://schemas.openxmlformats.org/officeDocument/2006/relationships/customXml" Target="../ink/ink3086.xml"/><Relationship Id="rId163" Type="http://schemas.openxmlformats.org/officeDocument/2006/relationships/image" Target="NULL"/><Relationship Id="rId370" Type="http://schemas.openxmlformats.org/officeDocument/2006/relationships/customXml" Target="../ink/ink3223.xml"/><Relationship Id="rId230" Type="http://schemas.openxmlformats.org/officeDocument/2006/relationships/customXml" Target="../ink/ink3153.xml"/><Relationship Id="rId468" Type="http://schemas.openxmlformats.org/officeDocument/2006/relationships/image" Target="NULL"/><Relationship Id="rId675" Type="http://schemas.openxmlformats.org/officeDocument/2006/relationships/customXml" Target="../ink/ink3377.xml"/><Relationship Id="rId25" Type="http://schemas.openxmlformats.org/officeDocument/2006/relationships/image" Target="NULL"/><Relationship Id="rId328" Type="http://schemas.openxmlformats.org/officeDocument/2006/relationships/customXml" Target="../ink/ink3202.xml"/><Relationship Id="rId535" Type="http://schemas.openxmlformats.org/officeDocument/2006/relationships/customXml" Target="../ink/ink3306.xml"/><Relationship Id="rId174" Type="http://schemas.openxmlformats.org/officeDocument/2006/relationships/customXml" Target="../ink/ink3124.xml"/><Relationship Id="rId381" Type="http://schemas.openxmlformats.org/officeDocument/2006/relationships/image" Target="NULL"/><Relationship Id="rId602" Type="http://schemas.openxmlformats.org/officeDocument/2006/relationships/customXml" Target="../ink/ink3340.xml"/><Relationship Id="rId241" Type="http://schemas.openxmlformats.org/officeDocument/2006/relationships/image" Target="NULL"/><Relationship Id="rId479" Type="http://schemas.openxmlformats.org/officeDocument/2006/relationships/customXml" Target="../ink/ink3278.xml"/><Relationship Id="rId686" Type="http://schemas.openxmlformats.org/officeDocument/2006/relationships/image" Target="NULL"/><Relationship Id="rId36" Type="http://schemas.openxmlformats.org/officeDocument/2006/relationships/customXml" Target="../ink/ink3055.xml"/><Relationship Id="rId339" Type="http://schemas.openxmlformats.org/officeDocument/2006/relationships/image" Target="NULL"/><Relationship Id="rId546" Type="http://schemas.openxmlformats.org/officeDocument/2006/relationships/image" Target="NULL"/><Relationship Id="rId101" Type="http://schemas.openxmlformats.org/officeDocument/2006/relationships/image" Target="NULL"/><Relationship Id="rId185" Type="http://schemas.openxmlformats.org/officeDocument/2006/relationships/image" Target="NULL"/><Relationship Id="rId406" Type="http://schemas.openxmlformats.org/officeDocument/2006/relationships/customXml" Target="../ink/ink3241.xml"/><Relationship Id="rId392" Type="http://schemas.openxmlformats.org/officeDocument/2006/relationships/customXml" Target="../ink/ink3234.xml"/><Relationship Id="rId613" Type="http://schemas.openxmlformats.org/officeDocument/2006/relationships/image" Target="NULL"/><Relationship Id="rId252" Type="http://schemas.openxmlformats.org/officeDocument/2006/relationships/customXml" Target="../ink/ink3164.xml"/><Relationship Id="rId47" Type="http://schemas.openxmlformats.org/officeDocument/2006/relationships/image" Target="NULL"/><Relationship Id="rId112" Type="http://schemas.openxmlformats.org/officeDocument/2006/relationships/customXml" Target="../ink/ink3093.xml"/><Relationship Id="rId557" Type="http://schemas.openxmlformats.org/officeDocument/2006/relationships/image" Target="NULL"/><Relationship Id="rId196" Type="http://schemas.openxmlformats.org/officeDocument/2006/relationships/customXml" Target="../ink/ink3135.xml"/><Relationship Id="rId417" Type="http://schemas.openxmlformats.org/officeDocument/2006/relationships/image" Target="NULL"/><Relationship Id="rId624" Type="http://schemas.openxmlformats.org/officeDocument/2006/relationships/customXml" Target="../ink/ink3351.xml"/><Relationship Id="rId263" Type="http://schemas.openxmlformats.org/officeDocument/2006/relationships/image" Target="NULL"/><Relationship Id="rId470" Type="http://schemas.openxmlformats.org/officeDocument/2006/relationships/image" Target="NULL"/><Relationship Id="rId58" Type="http://schemas.openxmlformats.org/officeDocument/2006/relationships/customXml" Target="../ink/ink3066.xml"/><Relationship Id="rId123" Type="http://schemas.openxmlformats.org/officeDocument/2006/relationships/image" Target="NULL"/><Relationship Id="rId330" Type="http://schemas.openxmlformats.org/officeDocument/2006/relationships/customXml" Target="../ink/ink3203.xml"/><Relationship Id="rId568" Type="http://schemas.openxmlformats.org/officeDocument/2006/relationships/customXml" Target="../ink/ink3323.xml"/><Relationship Id="rId428" Type="http://schemas.openxmlformats.org/officeDocument/2006/relationships/customXml" Target="../ink/ink3252.xml"/><Relationship Id="rId635" Type="http://schemas.openxmlformats.org/officeDocument/2006/relationships/customXml" Target="../ink/ink3357.xml"/><Relationship Id="rId274" Type="http://schemas.openxmlformats.org/officeDocument/2006/relationships/customXml" Target="../ink/ink3175.xml"/><Relationship Id="rId481" Type="http://schemas.openxmlformats.org/officeDocument/2006/relationships/customXml" Target="../ink/ink3279.xml"/><Relationship Id="rId69" Type="http://schemas.openxmlformats.org/officeDocument/2006/relationships/image" Target="NULL"/><Relationship Id="rId134" Type="http://schemas.openxmlformats.org/officeDocument/2006/relationships/customXml" Target="../ink/ink3104.xml"/><Relationship Id="rId579" Type="http://schemas.openxmlformats.org/officeDocument/2006/relationships/image" Target="NULL"/><Relationship Id="rId341" Type="http://schemas.openxmlformats.org/officeDocument/2006/relationships/image" Target="NULL"/><Relationship Id="rId439" Type="http://schemas.openxmlformats.org/officeDocument/2006/relationships/customXml" Target="../ink/ink3258.xml"/><Relationship Id="rId646" Type="http://schemas.openxmlformats.org/officeDocument/2006/relationships/image" Target="NULL"/><Relationship Id="rId201" Type="http://schemas.openxmlformats.org/officeDocument/2006/relationships/customXml" Target="../ink/ink3138.xml"/><Relationship Id="rId285" Type="http://schemas.openxmlformats.org/officeDocument/2006/relationships/image" Target="NULL"/><Relationship Id="rId506" Type="http://schemas.openxmlformats.org/officeDocument/2006/relationships/image" Target="NULL"/><Relationship Id="rId492" Type="http://schemas.openxmlformats.org/officeDocument/2006/relationships/image" Target="NULL"/><Relationship Id="rId145" Type="http://schemas.openxmlformats.org/officeDocument/2006/relationships/image" Target="NULL"/><Relationship Id="rId352" Type="http://schemas.openxmlformats.org/officeDocument/2006/relationships/customXml" Target="../ink/ink3214.xml"/><Relationship Id="rId212" Type="http://schemas.openxmlformats.org/officeDocument/2006/relationships/image" Target="NULL"/><Relationship Id="rId254" Type="http://schemas.openxmlformats.org/officeDocument/2006/relationships/customXml" Target="../ink/ink3165.xml"/><Relationship Id="rId657" Type="http://schemas.openxmlformats.org/officeDocument/2006/relationships/customXml" Target="../ink/ink3368.xml"/><Relationship Id="rId49" Type="http://schemas.openxmlformats.org/officeDocument/2006/relationships/image" Target="NULL"/><Relationship Id="rId114" Type="http://schemas.openxmlformats.org/officeDocument/2006/relationships/customXml" Target="../ink/ink3094.xml"/><Relationship Id="rId296" Type="http://schemas.openxmlformats.org/officeDocument/2006/relationships/customXml" Target="../ink/ink3186.xml"/><Relationship Id="rId461" Type="http://schemas.openxmlformats.org/officeDocument/2006/relationships/customXml" Target="../ink/ink3269.xml"/><Relationship Id="rId517" Type="http://schemas.openxmlformats.org/officeDocument/2006/relationships/customXml" Target="../ink/ink3297.xml"/><Relationship Id="rId559" Type="http://schemas.openxmlformats.org/officeDocument/2006/relationships/image" Target="NULL"/><Relationship Id="rId60" Type="http://schemas.openxmlformats.org/officeDocument/2006/relationships/customXml" Target="../ink/ink3067.xml"/><Relationship Id="rId156" Type="http://schemas.openxmlformats.org/officeDocument/2006/relationships/customXml" Target="../ink/ink3115.xml"/><Relationship Id="rId198" Type="http://schemas.openxmlformats.org/officeDocument/2006/relationships/image" Target="NUL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570" Type="http://schemas.openxmlformats.org/officeDocument/2006/relationships/customXml" Target="../ink/ink3324.xml"/><Relationship Id="rId626" Type="http://schemas.openxmlformats.org/officeDocument/2006/relationships/customXml" Target="../ink/ink3352.xml"/><Relationship Id="rId223" Type="http://schemas.openxmlformats.org/officeDocument/2006/relationships/customXml" Target="../ink/ink3149.xml"/><Relationship Id="rId430" Type="http://schemas.openxmlformats.org/officeDocument/2006/relationships/customXml" Target="../ink/ink3253.xml"/><Relationship Id="rId668" Type="http://schemas.openxmlformats.org/officeDocument/2006/relationships/image" Target="NULL"/><Relationship Id="rId18" Type="http://schemas.openxmlformats.org/officeDocument/2006/relationships/customXml" Target="../ink/ink3046.xml"/><Relationship Id="rId265" Type="http://schemas.openxmlformats.org/officeDocument/2006/relationships/image" Target="NULL"/><Relationship Id="rId472" Type="http://schemas.openxmlformats.org/officeDocument/2006/relationships/image" Target="NULL"/><Relationship Id="rId528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3204.xml"/><Relationship Id="rId374" Type="http://schemas.openxmlformats.org/officeDocument/2006/relationships/customXml" Target="../ink/ink3225.xml"/><Relationship Id="rId581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customXml" Target="../ink/ink3155.xml"/><Relationship Id="rId637" Type="http://schemas.openxmlformats.org/officeDocument/2006/relationships/customXml" Target="../ink/ink3358.xml"/><Relationship Id="rId679" Type="http://schemas.openxmlformats.org/officeDocument/2006/relationships/customXml" Target="../ink/ink3379.xml"/><Relationship Id="rId2" Type="http://schemas.openxmlformats.org/officeDocument/2006/relationships/customXml" Target="../ink/ink3038.xml"/><Relationship Id="rId29" Type="http://schemas.openxmlformats.org/officeDocument/2006/relationships/image" Target="NULL"/><Relationship Id="rId276" Type="http://schemas.openxmlformats.org/officeDocument/2006/relationships/customXml" Target="../ink/ink3176.xml"/><Relationship Id="rId441" Type="http://schemas.openxmlformats.org/officeDocument/2006/relationships/customXml" Target="../ink/ink3259.xml"/><Relationship Id="rId483" Type="http://schemas.openxmlformats.org/officeDocument/2006/relationships/customXml" Target="../ink/ink3280.xml"/><Relationship Id="rId539" Type="http://schemas.openxmlformats.org/officeDocument/2006/relationships/customXml" Target="../ink/ink3308.xml"/><Relationship Id="rId40" Type="http://schemas.openxmlformats.org/officeDocument/2006/relationships/customXml" Target="../ink/ink3057.xml"/><Relationship Id="rId136" Type="http://schemas.openxmlformats.org/officeDocument/2006/relationships/customXml" Target="../ink/ink3105.xml"/><Relationship Id="rId178" Type="http://schemas.openxmlformats.org/officeDocument/2006/relationships/customXml" Target="../ink/ink3126.xml"/><Relationship Id="rId301" Type="http://schemas.openxmlformats.org/officeDocument/2006/relationships/image" Target="NULL"/><Relationship Id="rId343" Type="http://schemas.openxmlformats.org/officeDocument/2006/relationships/image" Target="NULL"/><Relationship Id="rId550" Type="http://schemas.openxmlformats.org/officeDocument/2006/relationships/customXml" Target="../ink/ink3314.xml"/><Relationship Id="rId82" Type="http://schemas.openxmlformats.org/officeDocument/2006/relationships/customXml" Target="../ink/ink3078.xml"/><Relationship Id="rId203" Type="http://schemas.openxmlformats.org/officeDocument/2006/relationships/customXml" Target="../ink/ink3139.xml"/><Relationship Id="rId385" Type="http://schemas.openxmlformats.org/officeDocument/2006/relationships/image" Target="NULL"/><Relationship Id="rId592" Type="http://schemas.openxmlformats.org/officeDocument/2006/relationships/customXml" Target="../ink/ink3335.xml"/><Relationship Id="rId606" Type="http://schemas.openxmlformats.org/officeDocument/2006/relationships/customXml" Target="../ink/ink3342.xml"/><Relationship Id="rId648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3243.xm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3194.xml"/><Relationship Id="rId354" Type="http://schemas.openxmlformats.org/officeDocument/2006/relationships/customXml" Target="../ink/ink3215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3236.xml"/><Relationship Id="rId561" Type="http://schemas.openxmlformats.org/officeDocument/2006/relationships/image" Target="NULL"/><Relationship Id="rId617" Type="http://schemas.openxmlformats.org/officeDocument/2006/relationships/image" Target="NULL"/><Relationship Id="rId659" Type="http://schemas.openxmlformats.org/officeDocument/2006/relationships/customXml" Target="../ink/ink3369.xml"/><Relationship Id="rId214" Type="http://schemas.openxmlformats.org/officeDocument/2006/relationships/image" Target="NULL"/><Relationship Id="rId256" Type="http://schemas.openxmlformats.org/officeDocument/2006/relationships/customXml" Target="../ink/ink3166.xml"/><Relationship Id="rId298" Type="http://schemas.openxmlformats.org/officeDocument/2006/relationships/customXml" Target="../ink/ink3187.xml"/><Relationship Id="rId421" Type="http://schemas.openxmlformats.org/officeDocument/2006/relationships/image" Target="NULL"/><Relationship Id="rId463" Type="http://schemas.openxmlformats.org/officeDocument/2006/relationships/customXml" Target="../ink/ink3270.xml"/><Relationship Id="rId519" Type="http://schemas.openxmlformats.org/officeDocument/2006/relationships/customXml" Target="../ink/ink3298.xml"/><Relationship Id="rId670" Type="http://schemas.openxmlformats.org/officeDocument/2006/relationships/image" Target="NULL"/><Relationship Id="rId116" Type="http://schemas.openxmlformats.org/officeDocument/2006/relationships/customXml" Target="../ink/ink3095.xml"/><Relationship Id="rId158" Type="http://schemas.openxmlformats.org/officeDocument/2006/relationships/customXml" Target="../ink/ink3116.xml"/><Relationship Id="rId323" Type="http://schemas.openxmlformats.org/officeDocument/2006/relationships/image" Target="NULL"/><Relationship Id="rId530" Type="http://schemas.openxmlformats.org/officeDocument/2006/relationships/image" Target="NULL"/><Relationship Id="rId20" Type="http://schemas.openxmlformats.org/officeDocument/2006/relationships/customXml" Target="../ink/ink3047.xml"/><Relationship Id="rId62" Type="http://schemas.openxmlformats.org/officeDocument/2006/relationships/customXml" Target="../ink/ink3068.xml"/><Relationship Id="rId365" Type="http://schemas.openxmlformats.org/officeDocument/2006/relationships/image" Target="NULL"/><Relationship Id="rId572" Type="http://schemas.openxmlformats.org/officeDocument/2006/relationships/customXml" Target="../ink/ink3325.xml"/><Relationship Id="rId628" Type="http://schemas.openxmlformats.org/officeDocument/2006/relationships/customXml" Target="../ink/ink3353.xml"/><Relationship Id="rId225" Type="http://schemas.openxmlformats.org/officeDocument/2006/relationships/customXml" Target="../ink/ink3150.xml"/><Relationship Id="rId267" Type="http://schemas.openxmlformats.org/officeDocument/2006/relationships/image" Target="NULL"/><Relationship Id="rId432" Type="http://schemas.openxmlformats.org/officeDocument/2006/relationships/customXml" Target="../ink/ink3254.xml"/><Relationship Id="rId474" Type="http://schemas.openxmlformats.org/officeDocument/2006/relationships/image" Target="NULL"/><Relationship Id="rId127" Type="http://schemas.openxmlformats.org/officeDocument/2006/relationships/image" Target="NULL"/><Relationship Id="rId681" Type="http://schemas.openxmlformats.org/officeDocument/2006/relationships/customXml" Target="../ink/ink3380.xm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3205.xml"/><Relationship Id="rId376" Type="http://schemas.openxmlformats.org/officeDocument/2006/relationships/customXml" Target="../ink/ink3226.xml"/><Relationship Id="rId541" Type="http://schemas.openxmlformats.org/officeDocument/2006/relationships/customXml" Target="../ink/ink3309.xml"/><Relationship Id="rId583" Type="http://schemas.openxmlformats.org/officeDocument/2006/relationships/image" Target="NULL"/><Relationship Id="rId639" Type="http://schemas.openxmlformats.org/officeDocument/2006/relationships/customXml" Target="../ink/ink3359.xml"/><Relationship Id="rId4" Type="http://schemas.openxmlformats.org/officeDocument/2006/relationships/customXml" Target="../ink/ink3039.xml"/><Relationship Id="rId180" Type="http://schemas.openxmlformats.org/officeDocument/2006/relationships/customXml" Target="../ink/ink3127.xml"/><Relationship Id="rId236" Type="http://schemas.openxmlformats.org/officeDocument/2006/relationships/customXml" Target="../ink/ink3156.xml"/><Relationship Id="rId278" Type="http://schemas.openxmlformats.org/officeDocument/2006/relationships/customXml" Target="../ink/ink3177.xml"/><Relationship Id="rId401" Type="http://schemas.openxmlformats.org/officeDocument/2006/relationships/image" Target="NULL"/><Relationship Id="rId443" Type="http://schemas.openxmlformats.org/officeDocument/2006/relationships/customXml" Target="../ink/ink3260.xml"/><Relationship Id="rId650" Type="http://schemas.openxmlformats.org/officeDocument/2006/relationships/image" Target="NULL"/><Relationship Id="rId303" Type="http://schemas.openxmlformats.org/officeDocument/2006/relationships/image" Target="NULL"/><Relationship Id="rId485" Type="http://schemas.openxmlformats.org/officeDocument/2006/relationships/customXml" Target="../ink/ink3281.xml"/><Relationship Id="rId42" Type="http://schemas.openxmlformats.org/officeDocument/2006/relationships/customXml" Target="../ink/ink3058.xml"/><Relationship Id="rId84" Type="http://schemas.openxmlformats.org/officeDocument/2006/relationships/customXml" Target="../ink/ink3079.xml"/><Relationship Id="rId138" Type="http://schemas.openxmlformats.org/officeDocument/2006/relationships/customXml" Target="../ink/ink3106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image" Target="NULL"/><Relationship Id="rId552" Type="http://schemas.openxmlformats.org/officeDocument/2006/relationships/customXml" Target="../ink/ink3315.xml"/><Relationship Id="rId594" Type="http://schemas.openxmlformats.org/officeDocument/2006/relationships/customXml" Target="../ink/ink3336.xml"/><Relationship Id="rId608" Type="http://schemas.openxmlformats.org/officeDocument/2006/relationships/customXml" Target="../ink/ink3343.xml"/><Relationship Id="rId191" Type="http://schemas.openxmlformats.org/officeDocument/2006/relationships/image" Target="NULL"/><Relationship Id="rId205" Type="http://schemas.openxmlformats.org/officeDocument/2006/relationships/customXml" Target="../ink/ink3140.xml"/><Relationship Id="rId247" Type="http://schemas.openxmlformats.org/officeDocument/2006/relationships/image" Target="NULL"/><Relationship Id="rId412" Type="http://schemas.openxmlformats.org/officeDocument/2006/relationships/customXml" Target="../ink/ink3244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image" Target="NULL"/><Relationship Id="rId496" Type="http://schemas.openxmlformats.org/officeDocument/2006/relationships/image" Target="NULL"/><Relationship Id="rId661" Type="http://schemas.openxmlformats.org/officeDocument/2006/relationships/customXml" Target="../ink/ink3370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3195.xml"/><Relationship Id="rId356" Type="http://schemas.openxmlformats.org/officeDocument/2006/relationships/customXml" Target="../ink/ink3216.xml"/><Relationship Id="rId398" Type="http://schemas.openxmlformats.org/officeDocument/2006/relationships/customXml" Target="../ink/ink3237.xml"/><Relationship Id="rId521" Type="http://schemas.openxmlformats.org/officeDocument/2006/relationships/customXml" Target="../ink/ink3299.xml"/><Relationship Id="rId563" Type="http://schemas.openxmlformats.org/officeDocument/2006/relationships/image" Target="NULL"/><Relationship Id="rId619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3117.xml"/><Relationship Id="rId216" Type="http://schemas.openxmlformats.org/officeDocument/2006/relationships/image" Target="NULL"/><Relationship Id="rId423" Type="http://schemas.openxmlformats.org/officeDocument/2006/relationships/image" Target="NULL"/><Relationship Id="rId258" Type="http://schemas.openxmlformats.org/officeDocument/2006/relationships/customXml" Target="../ink/ink3167.xml"/><Relationship Id="rId465" Type="http://schemas.openxmlformats.org/officeDocument/2006/relationships/customXml" Target="../ink/ink3271.xml"/><Relationship Id="rId630" Type="http://schemas.openxmlformats.org/officeDocument/2006/relationships/customXml" Target="../ink/ink3354.xml"/><Relationship Id="rId672" Type="http://schemas.openxmlformats.org/officeDocument/2006/relationships/image" Target="NULL"/><Relationship Id="rId22" Type="http://schemas.openxmlformats.org/officeDocument/2006/relationships/customXml" Target="../ink/ink3048.xml"/><Relationship Id="rId64" Type="http://schemas.openxmlformats.org/officeDocument/2006/relationships/customXml" Target="../ink/ink3069.xml"/><Relationship Id="rId118" Type="http://schemas.openxmlformats.org/officeDocument/2006/relationships/customXml" Target="../ink/ink3096.xml"/><Relationship Id="rId325" Type="http://schemas.openxmlformats.org/officeDocument/2006/relationships/image" Target="NULL"/><Relationship Id="rId367" Type="http://schemas.openxmlformats.org/officeDocument/2006/relationships/image" Target="NULL"/><Relationship Id="rId532" Type="http://schemas.openxmlformats.org/officeDocument/2006/relationships/image" Target="NULL"/><Relationship Id="rId574" Type="http://schemas.openxmlformats.org/officeDocument/2006/relationships/customXml" Target="../ink/ink3326.xml"/><Relationship Id="rId171" Type="http://schemas.openxmlformats.org/officeDocument/2006/relationships/image" Target="NULL"/><Relationship Id="rId227" Type="http://schemas.openxmlformats.org/officeDocument/2006/relationships/customXml" Target="../ink/ink3151.xml"/><Relationship Id="rId269" Type="http://schemas.openxmlformats.org/officeDocument/2006/relationships/image" Target="NULL"/><Relationship Id="rId434" Type="http://schemas.openxmlformats.org/officeDocument/2006/relationships/customXml" Target="../ink/ink3255.xml"/><Relationship Id="rId476" Type="http://schemas.openxmlformats.org/officeDocument/2006/relationships/image" Target="NULL"/><Relationship Id="rId641" Type="http://schemas.openxmlformats.org/officeDocument/2006/relationships/customXml" Target="../ink/ink3360.xml"/><Relationship Id="rId683" Type="http://schemas.openxmlformats.org/officeDocument/2006/relationships/customXml" Target="../ink/ink3381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3178.xml"/><Relationship Id="rId336" Type="http://schemas.openxmlformats.org/officeDocument/2006/relationships/customXml" Target="../ink/ink3206.xml"/><Relationship Id="rId501" Type="http://schemas.openxmlformats.org/officeDocument/2006/relationships/customXml" Target="../ink/ink3289.xml"/><Relationship Id="rId543" Type="http://schemas.openxmlformats.org/officeDocument/2006/relationships/customXml" Target="../ink/ink3310.xml"/><Relationship Id="rId75" Type="http://schemas.openxmlformats.org/officeDocument/2006/relationships/image" Target="NULL"/><Relationship Id="rId140" Type="http://schemas.openxmlformats.org/officeDocument/2006/relationships/customXml" Target="../ink/ink3107.xml"/><Relationship Id="rId182" Type="http://schemas.openxmlformats.org/officeDocument/2006/relationships/customXml" Target="../ink/ink3128.xml"/><Relationship Id="rId378" Type="http://schemas.openxmlformats.org/officeDocument/2006/relationships/customXml" Target="../ink/ink3227.xml"/><Relationship Id="rId403" Type="http://schemas.openxmlformats.org/officeDocument/2006/relationships/image" Target="NULL"/><Relationship Id="rId585" Type="http://schemas.openxmlformats.org/officeDocument/2006/relationships/image" Target="NULL"/><Relationship Id="rId6" Type="http://schemas.openxmlformats.org/officeDocument/2006/relationships/customXml" Target="../ink/ink3040.xml"/><Relationship Id="rId238" Type="http://schemas.openxmlformats.org/officeDocument/2006/relationships/customXml" Target="../ink/ink3157.xml"/><Relationship Id="rId445" Type="http://schemas.openxmlformats.org/officeDocument/2006/relationships/customXml" Target="../ink/ink3261.xml"/><Relationship Id="rId487" Type="http://schemas.openxmlformats.org/officeDocument/2006/relationships/customXml" Target="../ink/ink3282.xml"/><Relationship Id="rId610" Type="http://schemas.openxmlformats.org/officeDocument/2006/relationships/customXml" Target="../ink/ink3344.xml"/><Relationship Id="rId652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image" Target="NULL"/><Relationship Id="rId44" Type="http://schemas.openxmlformats.org/officeDocument/2006/relationships/customXml" Target="../ink/ink3059.xml"/><Relationship Id="rId86" Type="http://schemas.openxmlformats.org/officeDocument/2006/relationships/customXml" Target="../ink/ink3080.xml"/><Relationship Id="rId151" Type="http://schemas.openxmlformats.org/officeDocument/2006/relationships/image" Target="NULL"/><Relationship Id="rId389" Type="http://schemas.openxmlformats.org/officeDocument/2006/relationships/image" Target="NULL"/><Relationship Id="rId554" Type="http://schemas.openxmlformats.org/officeDocument/2006/relationships/customXml" Target="../ink/ink3316.xml"/><Relationship Id="rId596" Type="http://schemas.openxmlformats.org/officeDocument/2006/relationships/customXml" Target="../ink/ink3337.xml"/><Relationship Id="rId193" Type="http://schemas.openxmlformats.org/officeDocument/2006/relationships/image" Target="NULL"/><Relationship Id="rId207" Type="http://schemas.openxmlformats.org/officeDocument/2006/relationships/customXml" Target="../ink/ink3141.xml"/><Relationship Id="rId249" Type="http://schemas.openxmlformats.org/officeDocument/2006/relationships/image" Target="NULL"/><Relationship Id="rId414" Type="http://schemas.openxmlformats.org/officeDocument/2006/relationships/customXml" Target="../ink/ink3245.xml"/><Relationship Id="rId456" Type="http://schemas.openxmlformats.org/officeDocument/2006/relationships/image" Target="NULL"/><Relationship Id="rId498" Type="http://schemas.openxmlformats.org/officeDocument/2006/relationships/image" Target="NULL"/><Relationship Id="rId621" Type="http://schemas.openxmlformats.org/officeDocument/2006/relationships/image" Target="NULL"/><Relationship Id="rId663" Type="http://schemas.openxmlformats.org/officeDocument/2006/relationships/customXml" Target="../ink/ink3371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3168.xml"/><Relationship Id="rId316" Type="http://schemas.openxmlformats.org/officeDocument/2006/relationships/customXml" Target="../ink/ink3196.xml"/><Relationship Id="rId523" Type="http://schemas.openxmlformats.org/officeDocument/2006/relationships/customXml" Target="../ink/ink3300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3097.xml"/><Relationship Id="rId358" Type="http://schemas.openxmlformats.org/officeDocument/2006/relationships/customXml" Target="../ink/ink3217.xml"/><Relationship Id="rId565" Type="http://schemas.openxmlformats.org/officeDocument/2006/relationships/image" Target="NULL"/><Relationship Id="rId162" Type="http://schemas.openxmlformats.org/officeDocument/2006/relationships/customXml" Target="../ink/ink3118.xml"/><Relationship Id="rId218" Type="http://schemas.openxmlformats.org/officeDocument/2006/relationships/image" Target="NULL"/><Relationship Id="rId425" Type="http://schemas.openxmlformats.org/officeDocument/2006/relationships/image" Target="NULL"/><Relationship Id="rId467" Type="http://schemas.openxmlformats.org/officeDocument/2006/relationships/customXml" Target="../ink/ink3272.xml"/><Relationship Id="rId632" Type="http://schemas.openxmlformats.org/officeDocument/2006/relationships/customXml" Target="../ink/ink3355.xml"/><Relationship Id="rId271" Type="http://schemas.openxmlformats.org/officeDocument/2006/relationships/image" Target="NULL"/><Relationship Id="rId674" Type="http://schemas.openxmlformats.org/officeDocument/2006/relationships/image" Target="NULL"/><Relationship Id="rId24" Type="http://schemas.openxmlformats.org/officeDocument/2006/relationships/customXml" Target="../ink/ink3049.xml"/><Relationship Id="rId66" Type="http://schemas.openxmlformats.org/officeDocument/2006/relationships/customXml" Target="../ink/ink3070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image" Target="NULL"/><Relationship Id="rId576" Type="http://schemas.openxmlformats.org/officeDocument/2006/relationships/customXml" Target="../ink/ink3327.xml"/><Relationship Id="rId173" Type="http://schemas.openxmlformats.org/officeDocument/2006/relationships/image" Target="NULL"/><Relationship Id="rId229" Type="http://schemas.openxmlformats.org/officeDocument/2006/relationships/customXml" Target="../ink/ink3152.xml"/><Relationship Id="rId380" Type="http://schemas.openxmlformats.org/officeDocument/2006/relationships/customXml" Target="../ink/ink3228.xml"/><Relationship Id="rId436" Type="http://schemas.openxmlformats.org/officeDocument/2006/relationships/image" Target="NULL"/><Relationship Id="rId601" Type="http://schemas.openxmlformats.org/officeDocument/2006/relationships/image" Target="NULL"/><Relationship Id="rId643" Type="http://schemas.openxmlformats.org/officeDocument/2006/relationships/customXml" Target="../ink/ink3361.xml"/><Relationship Id="rId240" Type="http://schemas.openxmlformats.org/officeDocument/2006/relationships/customXml" Target="../ink/ink3158.xml"/><Relationship Id="rId478" Type="http://schemas.openxmlformats.org/officeDocument/2006/relationships/image" Target="NULL"/><Relationship Id="rId685" Type="http://schemas.openxmlformats.org/officeDocument/2006/relationships/customXml" Target="../ink/ink3382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3087.xml"/><Relationship Id="rId282" Type="http://schemas.openxmlformats.org/officeDocument/2006/relationships/customXml" Target="../ink/ink3179.xml"/><Relationship Id="rId338" Type="http://schemas.openxmlformats.org/officeDocument/2006/relationships/customXml" Target="../ink/ink3207.xml"/><Relationship Id="rId503" Type="http://schemas.openxmlformats.org/officeDocument/2006/relationships/customXml" Target="../ink/ink3290.xml"/><Relationship Id="rId545" Type="http://schemas.openxmlformats.org/officeDocument/2006/relationships/customXml" Target="../ink/ink3311.xml"/><Relationship Id="rId587" Type="http://schemas.openxmlformats.org/officeDocument/2006/relationships/image" Target="NULL"/><Relationship Id="rId8" Type="http://schemas.openxmlformats.org/officeDocument/2006/relationships/customXml" Target="../ink/ink3041.xml"/><Relationship Id="rId142" Type="http://schemas.openxmlformats.org/officeDocument/2006/relationships/customXml" Target="../ink/ink3108.xml"/><Relationship Id="rId184" Type="http://schemas.openxmlformats.org/officeDocument/2006/relationships/customXml" Target="../ink/ink3129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customXml" Target="../ink/ink3262.xml"/><Relationship Id="rId612" Type="http://schemas.openxmlformats.org/officeDocument/2006/relationships/customXml" Target="../ink/ink3345.xml"/><Relationship Id="rId251" Type="http://schemas.openxmlformats.org/officeDocument/2006/relationships/image" Target="NULL"/><Relationship Id="rId489" Type="http://schemas.openxmlformats.org/officeDocument/2006/relationships/customXml" Target="../ink/ink3283.xml"/><Relationship Id="rId654" Type="http://schemas.openxmlformats.org/officeDocument/2006/relationships/image" Target="NULL"/><Relationship Id="rId46" Type="http://schemas.openxmlformats.org/officeDocument/2006/relationships/customXml" Target="../ink/ink3060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image" Target="NULL"/><Relationship Id="rId556" Type="http://schemas.openxmlformats.org/officeDocument/2006/relationships/customXml" Target="../ink/ink3317.xml"/><Relationship Id="rId88" Type="http://schemas.openxmlformats.org/officeDocument/2006/relationships/customXml" Target="../ink/ink3081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customXml" Target="../ink/ink3142.xml"/><Relationship Id="rId360" Type="http://schemas.openxmlformats.org/officeDocument/2006/relationships/customXml" Target="../ink/ink3218.xml"/><Relationship Id="rId416" Type="http://schemas.openxmlformats.org/officeDocument/2006/relationships/customXml" Target="../ink/ink3246.xml"/><Relationship Id="rId598" Type="http://schemas.openxmlformats.org/officeDocument/2006/relationships/customXml" Target="../ink/ink3338.xml"/><Relationship Id="rId220" Type="http://schemas.openxmlformats.org/officeDocument/2006/relationships/image" Target="NULL"/><Relationship Id="rId458" Type="http://schemas.openxmlformats.org/officeDocument/2006/relationships/image" Target="NULL"/><Relationship Id="rId623" Type="http://schemas.openxmlformats.org/officeDocument/2006/relationships/image" Target="NULL"/><Relationship Id="rId665" Type="http://schemas.openxmlformats.org/officeDocument/2006/relationships/customXml" Target="../ink/ink3372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3169.xml"/><Relationship Id="rId318" Type="http://schemas.openxmlformats.org/officeDocument/2006/relationships/customXml" Target="../ink/ink3197.xml"/><Relationship Id="rId525" Type="http://schemas.openxmlformats.org/officeDocument/2006/relationships/customXml" Target="../ink/ink3301.xml"/><Relationship Id="rId567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3098.xml"/><Relationship Id="rId164" Type="http://schemas.openxmlformats.org/officeDocument/2006/relationships/customXml" Target="../ink/ink3119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customXml" Target="../ink/ink3273.xml"/><Relationship Id="rId634" Type="http://schemas.openxmlformats.org/officeDocument/2006/relationships/image" Target="NULL"/><Relationship Id="rId676" Type="http://schemas.openxmlformats.org/officeDocument/2006/relationships/image" Target="NULL"/><Relationship Id="rId26" Type="http://schemas.openxmlformats.org/officeDocument/2006/relationships/customXml" Target="../ink/ink3050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image" Target="NULL"/><Relationship Id="rId536" Type="http://schemas.openxmlformats.org/officeDocument/2006/relationships/image" Target="NULL"/><Relationship Id="rId68" Type="http://schemas.openxmlformats.org/officeDocument/2006/relationships/customXml" Target="../ink/ink3071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3208.xml"/><Relationship Id="rId578" Type="http://schemas.openxmlformats.org/officeDocument/2006/relationships/customXml" Target="../ink/ink3328.xml"/><Relationship Id="rId200" Type="http://schemas.openxmlformats.org/officeDocument/2006/relationships/image" Target="NULL"/><Relationship Id="rId382" Type="http://schemas.openxmlformats.org/officeDocument/2006/relationships/customXml" Target="../ink/ink3229.xml"/><Relationship Id="rId438" Type="http://schemas.openxmlformats.org/officeDocument/2006/relationships/image" Target="NULL"/><Relationship Id="rId603" Type="http://schemas.openxmlformats.org/officeDocument/2006/relationships/image" Target="NULL"/><Relationship Id="rId645" Type="http://schemas.openxmlformats.org/officeDocument/2006/relationships/customXml" Target="../ink/ink3362.xml"/><Relationship Id="rId242" Type="http://schemas.openxmlformats.org/officeDocument/2006/relationships/customXml" Target="../ink/ink3159.xml"/><Relationship Id="rId284" Type="http://schemas.openxmlformats.org/officeDocument/2006/relationships/customXml" Target="../ink/ink3180.xml"/><Relationship Id="rId491" Type="http://schemas.openxmlformats.org/officeDocument/2006/relationships/customXml" Target="../ink/ink3284.xml"/><Relationship Id="rId505" Type="http://schemas.openxmlformats.org/officeDocument/2006/relationships/customXml" Target="../ink/ink3291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3088.xml"/><Relationship Id="rId144" Type="http://schemas.openxmlformats.org/officeDocument/2006/relationships/customXml" Target="../ink/ink3109.xml"/><Relationship Id="rId547" Type="http://schemas.openxmlformats.org/officeDocument/2006/relationships/customXml" Target="../ink/ink3312.xml"/><Relationship Id="rId589" Type="http://schemas.openxmlformats.org/officeDocument/2006/relationships/image" Target="NULL"/><Relationship Id="rId90" Type="http://schemas.openxmlformats.org/officeDocument/2006/relationships/customXml" Target="../ink/ink3082.xml"/><Relationship Id="rId186" Type="http://schemas.openxmlformats.org/officeDocument/2006/relationships/customXml" Target="../ink/ink3130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customXml" Target="../ink/ink3263.xml"/><Relationship Id="rId614" Type="http://schemas.openxmlformats.org/officeDocument/2006/relationships/customXml" Target="../ink/ink3346.xml"/><Relationship Id="rId656" Type="http://schemas.openxmlformats.org/officeDocument/2006/relationships/image" Target="NULL"/><Relationship Id="rId211" Type="http://schemas.openxmlformats.org/officeDocument/2006/relationships/customXml" Target="../ink/ink3143.xm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3061.xml"/><Relationship Id="rId113" Type="http://schemas.openxmlformats.org/officeDocument/2006/relationships/image" Target="NULL"/><Relationship Id="rId320" Type="http://schemas.openxmlformats.org/officeDocument/2006/relationships/customXml" Target="../ink/ink3198.xml"/><Relationship Id="rId558" Type="http://schemas.openxmlformats.org/officeDocument/2006/relationships/customXml" Target="../ink/ink3318.xml"/><Relationship Id="rId155" Type="http://schemas.openxmlformats.org/officeDocument/2006/relationships/image" Target="NULL"/><Relationship Id="rId197" Type="http://schemas.openxmlformats.org/officeDocument/2006/relationships/customXml" Target="../ink/ink3136.xml"/><Relationship Id="rId362" Type="http://schemas.openxmlformats.org/officeDocument/2006/relationships/customXml" Target="../ink/ink3219.xml"/><Relationship Id="rId418" Type="http://schemas.openxmlformats.org/officeDocument/2006/relationships/customXml" Target="../ink/ink3247.xml"/><Relationship Id="rId625" Type="http://schemas.openxmlformats.org/officeDocument/2006/relationships/image" Target="NULL"/><Relationship Id="rId222" Type="http://schemas.openxmlformats.org/officeDocument/2006/relationships/image" Target="NULL"/><Relationship Id="rId264" Type="http://schemas.openxmlformats.org/officeDocument/2006/relationships/customXml" Target="../ink/ink3170.xml"/><Relationship Id="rId471" Type="http://schemas.openxmlformats.org/officeDocument/2006/relationships/customXml" Target="../ink/ink3274.xml"/><Relationship Id="rId667" Type="http://schemas.openxmlformats.org/officeDocument/2006/relationships/customXml" Target="../ink/ink3373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3099.xml"/><Relationship Id="rId527" Type="http://schemas.openxmlformats.org/officeDocument/2006/relationships/customXml" Target="../ink/ink3302.xml"/><Relationship Id="rId569" Type="http://schemas.openxmlformats.org/officeDocument/2006/relationships/image" Target="NULL"/><Relationship Id="rId70" Type="http://schemas.openxmlformats.org/officeDocument/2006/relationships/customXml" Target="../ink/ink3072.xml"/><Relationship Id="rId166" Type="http://schemas.openxmlformats.org/officeDocument/2006/relationships/customXml" Target="../ink/ink3120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580" Type="http://schemas.openxmlformats.org/officeDocument/2006/relationships/customXml" Target="../ink/ink3329.xml"/><Relationship Id="rId636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image" Target="NULL"/><Relationship Id="rId678" Type="http://schemas.openxmlformats.org/officeDocument/2006/relationships/image" Target="NULL"/><Relationship Id="rId28" Type="http://schemas.openxmlformats.org/officeDocument/2006/relationships/customXml" Target="../ink/ink3051.xml"/><Relationship Id="rId275" Type="http://schemas.openxmlformats.org/officeDocument/2006/relationships/image" Target="NULL"/><Relationship Id="rId300" Type="http://schemas.openxmlformats.org/officeDocument/2006/relationships/customXml" Target="../ink/ink3188.xml"/><Relationship Id="rId482" Type="http://schemas.openxmlformats.org/officeDocument/2006/relationships/image" Target="NULL"/><Relationship Id="rId538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3209.xml"/><Relationship Id="rId384" Type="http://schemas.openxmlformats.org/officeDocument/2006/relationships/customXml" Target="../ink/ink3230.xml"/><Relationship Id="rId591" Type="http://schemas.openxmlformats.org/officeDocument/2006/relationships/image" Target="NULL"/><Relationship Id="rId605" Type="http://schemas.openxmlformats.org/officeDocument/2006/relationships/image" Target="NULL"/><Relationship Id="rId202" Type="http://schemas.openxmlformats.org/officeDocument/2006/relationships/image" Target="NULL"/><Relationship Id="rId244" Type="http://schemas.openxmlformats.org/officeDocument/2006/relationships/customXml" Target="../ink/ink3160.xml"/><Relationship Id="rId647" Type="http://schemas.openxmlformats.org/officeDocument/2006/relationships/customXml" Target="../ink/ink3363.xml"/><Relationship Id="rId39" Type="http://schemas.openxmlformats.org/officeDocument/2006/relationships/image" Target="NULL"/><Relationship Id="rId286" Type="http://schemas.openxmlformats.org/officeDocument/2006/relationships/customXml" Target="../ink/ink3181.xml"/><Relationship Id="rId451" Type="http://schemas.openxmlformats.org/officeDocument/2006/relationships/customXml" Target="../ink/ink3264.xml"/><Relationship Id="rId493" Type="http://schemas.openxmlformats.org/officeDocument/2006/relationships/customXml" Target="../ink/ink3285.xml"/><Relationship Id="rId507" Type="http://schemas.openxmlformats.org/officeDocument/2006/relationships/customXml" Target="../ink/ink3292.xml"/><Relationship Id="rId549" Type="http://schemas.openxmlformats.org/officeDocument/2006/relationships/image" Target="NULL"/><Relationship Id="rId50" Type="http://schemas.openxmlformats.org/officeDocument/2006/relationships/customXml" Target="../ink/ink3062.xml"/><Relationship Id="rId104" Type="http://schemas.openxmlformats.org/officeDocument/2006/relationships/customXml" Target="../ink/ink3089.xml"/><Relationship Id="rId146" Type="http://schemas.openxmlformats.org/officeDocument/2006/relationships/customXml" Target="../ink/ink3110.xml"/><Relationship Id="rId188" Type="http://schemas.openxmlformats.org/officeDocument/2006/relationships/customXml" Target="../ink/ink3131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560" Type="http://schemas.openxmlformats.org/officeDocument/2006/relationships/customXml" Target="../ink/ink3319.xml"/><Relationship Id="rId92" Type="http://schemas.openxmlformats.org/officeDocument/2006/relationships/customXml" Target="../ink/ink3083.xml"/><Relationship Id="rId213" Type="http://schemas.openxmlformats.org/officeDocument/2006/relationships/customXml" Target="../ink/ink3144.xml"/><Relationship Id="rId420" Type="http://schemas.openxmlformats.org/officeDocument/2006/relationships/customXml" Target="../ink/ink3248.xml"/><Relationship Id="rId616" Type="http://schemas.openxmlformats.org/officeDocument/2006/relationships/customXml" Target="../ink/ink3347.xml"/><Relationship Id="rId658" Type="http://schemas.openxmlformats.org/officeDocument/2006/relationships/image" Target="NUL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3199.xml"/><Relationship Id="rId364" Type="http://schemas.openxmlformats.org/officeDocument/2006/relationships/customXml" Target="../ink/ink3220.xml"/><Relationship Id="rId61" Type="http://schemas.openxmlformats.org/officeDocument/2006/relationships/image" Target="NULL"/><Relationship Id="rId199" Type="http://schemas.openxmlformats.org/officeDocument/2006/relationships/customXml" Target="../ink/ink3137.xml"/><Relationship Id="rId571" Type="http://schemas.openxmlformats.org/officeDocument/2006/relationships/image" Target="NULL"/><Relationship Id="rId627" Type="http://schemas.openxmlformats.org/officeDocument/2006/relationships/image" Target="NULL"/><Relationship Id="rId669" Type="http://schemas.openxmlformats.org/officeDocument/2006/relationships/customXml" Target="../ink/ink3374.xml"/><Relationship Id="rId19" Type="http://schemas.openxmlformats.org/officeDocument/2006/relationships/image" Target="NULL"/><Relationship Id="rId224" Type="http://schemas.openxmlformats.org/officeDocument/2006/relationships/image" Target="NULL"/><Relationship Id="rId266" Type="http://schemas.openxmlformats.org/officeDocument/2006/relationships/customXml" Target="../ink/ink3171.xml"/><Relationship Id="rId431" Type="http://schemas.openxmlformats.org/officeDocument/2006/relationships/image" Target="NULL"/><Relationship Id="rId473" Type="http://schemas.openxmlformats.org/officeDocument/2006/relationships/customXml" Target="../ink/ink3275.xml"/><Relationship Id="rId529" Type="http://schemas.openxmlformats.org/officeDocument/2006/relationships/customXml" Target="../ink/ink3303.xml"/><Relationship Id="rId680" Type="http://schemas.openxmlformats.org/officeDocument/2006/relationships/image" Target="NULL"/><Relationship Id="rId30" Type="http://schemas.openxmlformats.org/officeDocument/2006/relationships/customXml" Target="../ink/ink3052.xml"/><Relationship Id="rId126" Type="http://schemas.openxmlformats.org/officeDocument/2006/relationships/customXml" Target="../ink/ink3100.xml"/><Relationship Id="rId168" Type="http://schemas.openxmlformats.org/officeDocument/2006/relationships/customXml" Target="../ink/ink3121.xml"/><Relationship Id="rId333" Type="http://schemas.openxmlformats.org/officeDocument/2006/relationships/image" Target="NULL"/><Relationship Id="rId540" Type="http://schemas.openxmlformats.org/officeDocument/2006/relationships/image" Target="NULL"/><Relationship Id="rId72" Type="http://schemas.openxmlformats.org/officeDocument/2006/relationships/customXml" Target="../ink/ink3073.xml"/><Relationship Id="rId375" Type="http://schemas.openxmlformats.org/officeDocument/2006/relationships/image" Target="NULL"/><Relationship Id="rId582" Type="http://schemas.openxmlformats.org/officeDocument/2006/relationships/customXml" Target="../ink/ink3330.xml"/><Relationship Id="rId638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3238.xm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image" Target="NULL"/><Relationship Id="rId302" Type="http://schemas.openxmlformats.org/officeDocument/2006/relationships/customXml" Target="../ink/ink3189.xml"/><Relationship Id="rId344" Type="http://schemas.openxmlformats.org/officeDocument/2006/relationships/customXml" Target="../ink/ink3210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3231.xml"/><Relationship Id="rId551" Type="http://schemas.openxmlformats.org/officeDocument/2006/relationships/image" Target="NULL"/><Relationship Id="rId593" Type="http://schemas.openxmlformats.org/officeDocument/2006/relationships/image" Target="NULL"/><Relationship Id="rId607" Type="http://schemas.openxmlformats.org/officeDocument/2006/relationships/image" Target="NULL"/><Relationship Id="rId649" Type="http://schemas.openxmlformats.org/officeDocument/2006/relationships/customXml" Target="../ink/ink3364.xml"/><Relationship Id="rId190" Type="http://schemas.openxmlformats.org/officeDocument/2006/relationships/customXml" Target="../ink/ink3132.xml"/><Relationship Id="rId204" Type="http://schemas.openxmlformats.org/officeDocument/2006/relationships/image" Target="NULL"/><Relationship Id="rId246" Type="http://schemas.openxmlformats.org/officeDocument/2006/relationships/customXml" Target="../ink/ink3161.xml"/><Relationship Id="rId288" Type="http://schemas.openxmlformats.org/officeDocument/2006/relationships/customXml" Target="../ink/ink3182.xml"/><Relationship Id="rId411" Type="http://schemas.openxmlformats.org/officeDocument/2006/relationships/image" Target="NULL"/><Relationship Id="rId453" Type="http://schemas.openxmlformats.org/officeDocument/2006/relationships/customXml" Target="../ink/ink3265.xml"/><Relationship Id="rId509" Type="http://schemas.openxmlformats.org/officeDocument/2006/relationships/customXml" Target="../ink/ink3293.xml"/><Relationship Id="rId660" Type="http://schemas.openxmlformats.org/officeDocument/2006/relationships/image" Target="NULL"/><Relationship Id="rId106" Type="http://schemas.openxmlformats.org/officeDocument/2006/relationships/customXml" Target="../ink/ink3090.xml"/><Relationship Id="rId313" Type="http://schemas.openxmlformats.org/officeDocument/2006/relationships/image" Target="NULL"/><Relationship Id="rId495" Type="http://schemas.openxmlformats.org/officeDocument/2006/relationships/customXml" Target="../ink/ink3286.xml"/><Relationship Id="rId10" Type="http://schemas.openxmlformats.org/officeDocument/2006/relationships/customXml" Target="../ink/ink3042.xml"/><Relationship Id="rId52" Type="http://schemas.openxmlformats.org/officeDocument/2006/relationships/customXml" Target="../ink/ink3063.xml"/><Relationship Id="rId94" Type="http://schemas.openxmlformats.org/officeDocument/2006/relationships/customXml" Target="../ink/ink3084.xml"/><Relationship Id="rId148" Type="http://schemas.openxmlformats.org/officeDocument/2006/relationships/customXml" Target="../ink/ink3111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image" Target="NULL"/><Relationship Id="rId562" Type="http://schemas.openxmlformats.org/officeDocument/2006/relationships/customXml" Target="../ink/ink3320.xml"/><Relationship Id="rId618" Type="http://schemas.openxmlformats.org/officeDocument/2006/relationships/customXml" Target="../ink/ink3348.xml"/><Relationship Id="rId215" Type="http://schemas.openxmlformats.org/officeDocument/2006/relationships/customXml" Target="../ink/ink3145.xml"/><Relationship Id="rId257" Type="http://schemas.openxmlformats.org/officeDocument/2006/relationships/image" Target="NULL"/><Relationship Id="rId422" Type="http://schemas.openxmlformats.org/officeDocument/2006/relationships/customXml" Target="../ink/ink3249.xml"/><Relationship Id="rId464" Type="http://schemas.openxmlformats.org/officeDocument/2006/relationships/image" Target="NUL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3221.xml"/><Relationship Id="rId573" Type="http://schemas.openxmlformats.org/officeDocument/2006/relationships/image" Target="NULL"/><Relationship Id="rId226" Type="http://schemas.openxmlformats.org/officeDocument/2006/relationships/image" Target="NULL"/><Relationship Id="rId433" Type="http://schemas.openxmlformats.org/officeDocument/2006/relationships/image" Target="NULL"/><Relationship Id="rId640" Type="http://schemas.openxmlformats.org/officeDocument/2006/relationships/image" Target="NULL"/><Relationship Id="rId74" Type="http://schemas.openxmlformats.org/officeDocument/2006/relationships/customXml" Target="../ink/ink3074.xml"/><Relationship Id="rId377" Type="http://schemas.openxmlformats.org/officeDocument/2006/relationships/image" Target="NULL"/><Relationship Id="rId500" Type="http://schemas.openxmlformats.org/officeDocument/2006/relationships/image" Target="NULL"/><Relationship Id="rId584" Type="http://schemas.openxmlformats.org/officeDocument/2006/relationships/customXml" Target="../ink/ink3331.xm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image" Target="NULL"/><Relationship Id="rId651" Type="http://schemas.openxmlformats.org/officeDocument/2006/relationships/customXml" Target="../ink/ink3365.xml"/><Relationship Id="rId290" Type="http://schemas.openxmlformats.org/officeDocument/2006/relationships/customXml" Target="../ink/ink3183.xml"/><Relationship Id="rId304" Type="http://schemas.openxmlformats.org/officeDocument/2006/relationships/customXml" Target="../ink/ink3190.xml"/><Relationship Id="rId388" Type="http://schemas.openxmlformats.org/officeDocument/2006/relationships/customXml" Target="../ink/ink3232.xml"/><Relationship Id="rId511" Type="http://schemas.openxmlformats.org/officeDocument/2006/relationships/customXml" Target="../ink/ink3294.xml"/><Relationship Id="rId609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3112.xml"/><Relationship Id="rId595" Type="http://schemas.openxmlformats.org/officeDocument/2006/relationships/image" Target="NULL"/><Relationship Id="rId248" Type="http://schemas.openxmlformats.org/officeDocument/2006/relationships/customXml" Target="../ink/ink3162.xml"/><Relationship Id="rId455" Type="http://schemas.openxmlformats.org/officeDocument/2006/relationships/customXml" Target="../ink/ink3266.xml"/><Relationship Id="rId662" Type="http://schemas.openxmlformats.org/officeDocument/2006/relationships/image" Target="NULL"/><Relationship Id="rId12" Type="http://schemas.openxmlformats.org/officeDocument/2006/relationships/customXml" Target="../ink/ink3043.xml"/><Relationship Id="rId108" Type="http://schemas.openxmlformats.org/officeDocument/2006/relationships/customXml" Target="../ink/ink3091.xml"/><Relationship Id="rId315" Type="http://schemas.openxmlformats.org/officeDocument/2006/relationships/image" Target="NULL"/><Relationship Id="rId522" Type="http://schemas.openxmlformats.org/officeDocument/2006/relationships/image" Target="NULL"/><Relationship Id="rId96" Type="http://schemas.openxmlformats.org/officeDocument/2006/relationships/customXml" Target="../ink/ink3085.xml"/><Relationship Id="rId161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66" Type="http://schemas.openxmlformats.org/officeDocument/2006/relationships/image" Target="NULL"/><Relationship Id="rId673" Type="http://schemas.openxmlformats.org/officeDocument/2006/relationships/customXml" Target="../ink/ink3376.xm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customXml" Target="../ink/ink3201.xml"/><Relationship Id="rId533" Type="http://schemas.openxmlformats.org/officeDocument/2006/relationships/customXml" Target="../ink/ink3305.xml"/><Relationship Id="rId172" Type="http://schemas.openxmlformats.org/officeDocument/2006/relationships/customXml" Target="../ink/ink3123.xml"/><Relationship Id="rId477" Type="http://schemas.openxmlformats.org/officeDocument/2006/relationships/customXml" Target="../ink/ink3277.xml"/><Relationship Id="rId600" Type="http://schemas.openxmlformats.org/officeDocument/2006/relationships/customXml" Target="../ink/ink3339.xml"/><Relationship Id="rId684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3054.xml"/><Relationship Id="rId544" Type="http://schemas.openxmlformats.org/officeDocument/2006/relationships/image" Target="NULL"/><Relationship Id="rId183" Type="http://schemas.openxmlformats.org/officeDocument/2006/relationships/image" Target="NULL"/><Relationship Id="rId390" Type="http://schemas.openxmlformats.org/officeDocument/2006/relationships/customXml" Target="../ink/ink3233.xml"/><Relationship Id="rId404" Type="http://schemas.openxmlformats.org/officeDocument/2006/relationships/customXml" Target="../ink/ink3240.xml"/><Relationship Id="rId611" Type="http://schemas.openxmlformats.org/officeDocument/2006/relationships/image" Target="NULL"/><Relationship Id="rId250" Type="http://schemas.openxmlformats.org/officeDocument/2006/relationships/customXml" Target="../ink/ink3163.xml"/><Relationship Id="rId488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customXml" Target="../ink/ink3092.xml"/><Relationship Id="rId348" Type="http://schemas.openxmlformats.org/officeDocument/2006/relationships/customXml" Target="../ink/ink3212.xml"/><Relationship Id="rId555" Type="http://schemas.openxmlformats.org/officeDocument/2006/relationships/image" Target="NULL"/><Relationship Id="rId194" Type="http://schemas.openxmlformats.org/officeDocument/2006/relationships/customXml" Target="../ink/ink3134.xml"/><Relationship Id="rId208" Type="http://schemas.openxmlformats.org/officeDocument/2006/relationships/image" Target="NULL"/><Relationship Id="rId415" Type="http://schemas.openxmlformats.org/officeDocument/2006/relationships/image" Target="NULL"/><Relationship Id="rId622" Type="http://schemas.openxmlformats.org/officeDocument/2006/relationships/customXml" Target="../ink/ink3350.xml"/><Relationship Id="rId261" Type="http://schemas.openxmlformats.org/officeDocument/2006/relationships/image" Target="NULL"/><Relationship Id="rId499" Type="http://schemas.openxmlformats.org/officeDocument/2006/relationships/customXml" Target="../ink/ink3288.xml"/><Relationship Id="rId56" Type="http://schemas.openxmlformats.org/officeDocument/2006/relationships/customXml" Target="../ink/ink3065.xml"/><Relationship Id="rId359" Type="http://schemas.openxmlformats.org/officeDocument/2006/relationships/image" Target="NULL"/><Relationship Id="rId566" Type="http://schemas.openxmlformats.org/officeDocument/2006/relationships/customXml" Target="../ink/ink3322.xml"/><Relationship Id="rId121" Type="http://schemas.openxmlformats.org/officeDocument/2006/relationships/image" Target="NULL"/><Relationship Id="rId219" Type="http://schemas.openxmlformats.org/officeDocument/2006/relationships/customXml" Target="../ink/ink3147.xml"/><Relationship Id="rId426" Type="http://schemas.openxmlformats.org/officeDocument/2006/relationships/customXml" Target="../ink/ink3251.xml"/><Relationship Id="rId633" Type="http://schemas.openxmlformats.org/officeDocument/2006/relationships/customXml" Target="../ink/ink3356.xml"/><Relationship Id="rId67" Type="http://schemas.openxmlformats.org/officeDocument/2006/relationships/image" Target="NULL"/><Relationship Id="rId272" Type="http://schemas.openxmlformats.org/officeDocument/2006/relationships/customXml" Target="../ink/ink3174.xml"/><Relationship Id="rId577" Type="http://schemas.openxmlformats.org/officeDocument/2006/relationships/image" Target="NULL"/><Relationship Id="rId132" Type="http://schemas.openxmlformats.org/officeDocument/2006/relationships/customXml" Target="../ink/ink3103.xml"/><Relationship Id="rId437" Type="http://schemas.openxmlformats.org/officeDocument/2006/relationships/customXml" Target="../ink/ink3257.xml"/><Relationship Id="rId644" Type="http://schemas.openxmlformats.org/officeDocument/2006/relationships/image" Target="NULL"/><Relationship Id="rId283" Type="http://schemas.openxmlformats.org/officeDocument/2006/relationships/image" Target="NULL"/><Relationship Id="rId490" Type="http://schemas.openxmlformats.org/officeDocument/2006/relationships/image" Target="NULL"/><Relationship Id="rId504" Type="http://schemas.openxmlformats.org/officeDocument/2006/relationships/image" Target="NULL"/><Relationship Id="rId78" Type="http://schemas.openxmlformats.org/officeDocument/2006/relationships/customXml" Target="../ink/ink3076.xml"/><Relationship Id="rId143" Type="http://schemas.openxmlformats.org/officeDocument/2006/relationships/image" Target="NULL"/><Relationship Id="rId350" Type="http://schemas.openxmlformats.org/officeDocument/2006/relationships/customXml" Target="../ink/ink3213.xml"/><Relationship Id="rId588" Type="http://schemas.openxmlformats.org/officeDocument/2006/relationships/customXml" Target="../ink/ink3333.xml"/><Relationship Id="rId9" Type="http://schemas.openxmlformats.org/officeDocument/2006/relationships/image" Target="NULL"/><Relationship Id="rId210" Type="http://schemas.openxmlformats.org/officeDocument/2006/relationships/image" Target="NULL"/><Relationship Id="rId448" Type="http://schemas.openxmlformats.org/officeDocument/2006/relationships/image" Target="NULL"/><Relationship Id="rId655" Type="http://schemas.openxmlformats.org/officeDocument/2006/relationships/customXml" Target="../ink/ink3367.xml"/><Relationship Id="rId294" Type="http://schemas.openxmlformats.org/officeDocument/2006/relationships/customXml" Target="../ink/ink3185.xml"/><Relationship Id="rId308" Type="http://schemas.openxmlformats.org/officeDocument/2006/relationships/customXml" Target="../ink/ink3192.xml"/><Relationship Id="rId515" Type="http://schemas.openxmlformats.org/officeDocument/2006/relationships/customXml" Target="../ink/ink3296.xml"/><Relationship Id="rId89" Type="http://schemas.openxmlformats.org/officeDocument/2006/relationships/image" Target="NULL"/><Relationship Id="rId154" Type="http://schemas.openxmlformats.org/officeDocument/2006/relationships/customXml" Target="../ink/ink3114.xml"/><Relationship Id="rId361" Type="http://schemas.openxmlformats.org/officeDocument/2006/relationships/image" Target="NULL"/><Relationship Id="rId599" Type="http://schemas.openxmlformats.org/officeDocument/2006/relationships/image" Target="NULL"/><Relationship Id="rId459" Type="http://schemas.openxmlformats.org/officeDocument/2006/relationships/customXml" Target="../ink/ink3268.xml"/><Relationship Id="rId666" Type="http://schemas.openxmlformats.org/officeDocument/2006/relationships/image" Target="NULL"/><Relationship Id="rId16" Type="http://schemas.openxmlformats.org/officeDocument/2006/relationships/customXml" Target="../ink/ink3045.xml"/><Relationship Id="rId221" Type="http://schemas.openxmlformats.org/officeDocument/2006/relationships/customXml" Target="../ink/ink3148.xml"/><Relationship Id="rId319" Type="http://schemas.openxmlformats.org/officeDocument/2006/relationships/image" Target="NULL"/><Relationship Id="rId526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customXml" Target="../ink/ink3224.xml"/><Relationship Id="rId677" Type="http://schemas.openxmlformats.org/officeDocument/2006/relationships/customXml" Target="../ink/ink3378.xml"/><Relationship Id="rId232" Type="http://schemas.openxmlformats.org/officeDocument/2006/relationships/customXml" Target="../ink/ink3154.xml"/><Relationship Id="rId27" Type="http://schemas.openxmlformats.org/officeDocument/2006/relationships/image" Target="NULL"/><Relationship Id="rId537" Type="http://schemas.openxmlformats.org/officeDocument/2006/relationships/customXml" Target="../ink/ink3307.xml"/><Relationship Id="rId80" Type="http://schemas.openxmlformats.org/officeDocument/2006/relationships/customXml" Target="../ink/ink3077.xml"/><Relationship Id="rId176" Type="http://schemas.openxmlformats.org/officeDocument/2006/relationships/customXml" Target="../ink/ink3125.xml"/><Relationship Id="rId383" Type="http://schemas.openxmlformats.org/officeDocument/2006/relationships/image" Target="NULL"/><Relationship Id="rId590" Type="http://schemas.openxmlformats.org/officeDocument/2006/relationships/customXml" Target="../ink/ink3334.xml"/><Relationship Id="rId604" Type="http://schemas.openxmlformats.org/officeDocument/2006/relationships/customXml" Target="../ink/ink3341.xml"/><Relationship Id="rId243" Type="http://schemas.openxmlformats.org/officeDocument/2006/relationships/image" Target="NULL"/><Relationship Id="rId450" Type="http://schemas.openxmlformats.org/officeDocument/2006/relationships/image" Target="NULL"/><Relationship Id="rId38" Type="http://schemas.openxmlformats.org/officeDocument/2006/relationships/customXml" Target="../ink/ink3056.xml"/><Relationship Id="rId103" Type="http://schemas.openxmlformats.org/officeDocument/2006/relationships/image" Target="NULL"/><Relationship Id="rId310" Type="http://schemas.openxmlformats.org/officeDocument/2006/relationships/customXml" Target="../ink/ink3193.xml"/><Relationship Id="rId548" Type="http://schemas.openxmlformats.org/officeDocument/2006/relationships/customXml" Target="../ink/ink3313.xml"/><Relationship Id="rId91" Type="http://schemas.openxmlformats.org/officeDocument/2006/relationships/image" Target="NULL"/><Relationship Id="rId187" Type="http://schemas.openxmlformats.org/officeDocument/2006/relationships/image" Target="NULL"/><Relationship Id="rId394" Type="http://schemas.openxmlformats.org/officeDocument/2006/relationships/customXml" Target="../ink/ink3235.xml"/><Relationship Id="rId408" Type="http://schemas.openxmlformats.org/officeDocument/2006/relationships/customXml" Target="../ink/ink3242.xml"/><Relationship Id="rId615" Type="http://schemas.openxmlformats.org/officeDocument/2006/relationships/image" Target="NUL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image" Target="NULL"/><Relationship Id="rId531" Type="http://schemas.openxmlformats.org/officeDocument/2006/relationships/image" Target="NULL"/><Relationship Id="rId170" Type="http://schemas.openxmlformats.org/officeDocument/2006/relationships/customXml" Target="../ink/ink3467.xml"/><Relationship Id="rId268" Type="http://schemas.openxmlformats.org/officeDocument/2006/relationships/customXml" Target="../ink/ink3516.xml"/><Relationship Id="rId475" Type="http://schemas.openxmlformats.org/officeDocument/2006/relationships/customXml" Target="../ink/ink3621.xml"/><Relationship Id="rId32" Type="http://schemas.openxmlformats.org/officeDocument/2006/relationships/customXml" Target="../ink/ink3398.xml"/><Relationship Id="rId128" Type="http://schemas.openxmlformats.org/officeDocument/2006/relationships/customXml" Target="../ink/ink3446.xml"/><Relationship Id="rId335" Type="http://schemas.openxmlformats.org/officeDocument/2006/relationships/customXml" Target="../ink/ink3550.xml"/><Relationship Id="rId181" Type="http://schemas.openxmlformats.org/officeDocument/2006/relationships/image" Target="NULL"/><Relationship Id="rId402" Type="http://schemas.openxmlformats.org/officeDocument/2006/relationships/customXml" Target="../ink/ink3584.xml"/><Relationship Id="rId279" Type="http://schemas.openxmlformats.org/officeDocument/2006/relationships/image" Target="NULL"/><Relationship Id="rId444" Type="http://schemas.openxmlformats.org/officeDocument/2006/relationships/image" Target="NUL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3527.xml"/><Relationship Id="rId304" Type="http://schemas.openxmlformats.org/officeDocument/2006/relationships/customXml" Target="../ink/ink3534.xml"/><Relationship Id="rId346" Type="http://schemas.openxmlformats.org/officeDocument/2006/relationships/image" Target="NULL"/><Relationship Id="rId388" Type="http://schemas.openxmlformats.org/officeDocument/2006/relationships/image" Target="NULL"/><Relationship Id="rId511" Type="http://schemas.openxmlformats.org/officeDocument/2006/relationships/customXml" Target="../ink/ink3639.xml"/><Relationship Id="rId85" Type="http://schemas.openxmlformats.org/officeDocument/2006/relationships/image" Target="NULL"/><Relationship Id="rId150" Type="http://schemas.openxmlformats.org/officeDocument/2006/relationships/customXml" Target="../ink/ink3457.xml"/><Relationship Id="rId192" Type="http://schemas.openxmlformats.org/officeDocument/2006/relationships/customXml" Target="../ink/ink3478.xml"/><Relationship Id="rId206" Type="http://schemas.openxmlformats.org/officeDocument/2006/relationships/customXml" Target="../ink/ink3485.xml"/><Relationship Id="rId413" Type="http://schemas.openxmlformats.org/officeDocument/2006/relationships/image" Target="NULL"/><Relationship Id="rId248" Type="http://schemas.openxmlformats.org/officeDocument/2006/relationships/customXml" Target="../ink/ink3506.xml"/><Relationship Id="rId455" Type="http://schemas.openxmlformats.org/officeDocument/2006/relationships/customXml" Target="../ink/ink3611.xml"/><Relationship Id="rId497" Type="http://schemas.openxmlformats.org/officeDocument/2006/relationships/customXml" Target="../ink/ink3632.xml"/><Relationship Id="rId12" Type="http://schemas.openxmlformats.org/officeDocument/2006/relationships/customXml" Target="../ink/ink3388.xml"/><Relationship Id="rId108" Type="http://schemas.openxmlformats.org/officeDocument/2006/relationships/customXml" Target="../ink/ink3436.xml"/><Relationship Id="rId315" Type="http://schemas.openxmlformats.org/officeDocument/2006/relationships/customXml" Target="../ink/ink3540.xml"/><Relationship Id="rId357" Type="http://schemas.openxmlformats.org/officeDocument/2006/relationships/customXml" Target="../ink/ink3561.xml"/><Relationship Id="rId522" Type="http://schemas.openxmlformats.org/officeDocument/2006/relationships/customXml" Target="../ink/ink3645.xml"/><Relationship Id="rId54" Type="http://schemas.openxmlformats.org/officeDocument/2006/relationships/customXml" Target="../ink/ink3409.xml"/><Relationship Id="rId96" Type="http://schemas.openxmlformats.org/officeDocument/2006/relationships/customXml" Target="../ink/ink3430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3595.xm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3517.xml"/><Relationship Id="rId326" Type="http://schemas.openxmlformats.org/officeDocument/2006/relationships/image" Target="NULL"/><Relationship Id="rId533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customXml" Target="../ink/ink3447.xml"/><Relationship Id="rId368" Type="http://schemas.openxmlformats.org/officeDocument/2006/relationships/image" Target="NULL"/><Relationship Id="rId172" Type="http://schemas.openxmlformats.org/officeDocument/2006/relationships/customXml" Target="../ink/ink3468.xml"/><Relationship Id="rId228" Type="http://schemas.openxmlformats.org/officeDocument/2006/relationships/customXml" Target="../ink/ink3496.xml"/><Relationship Id="rId435" Type="http://schemas.openxmlformats.org/officeDocument/2006/relationships/customXml" Target="../ink/ink3601.xml"/><Relationship Id="rId477" Type="http://schemas.openxmlformats.org/officeDocument/2006/relationships/customXml" Target="../ink/ink3622.xml"/><Relationship Id="rId281" Type="http://schemas.openxmlformats.org/officeDocument/2006/relationships/image" Target="NULL"/><Relationship Id="rId337" Type="http://schemas.openxmlformats.org/officeDocument/2006/relationships/customXml" Target="../ink/ink3551.xml"/><Relationship Id="rId502" Type="http://schemas.openxmlformats.org/officeDocument/2006/relationships/image" Target="NULL"/><Relationship Id="rId34" Type="http://schemas.openxmlformats.org/officeDocument/2006/relationships/customXml" Target="../ink/ink3399.xml"/><Relationship Id="rId76" Type="http://schemas.openxmlformats.org/officeDocument/2006/relationships/customXml" Target="../ink/ink3420.xml"/><Relationship Id="rId141" Type="http://schemas.openxmlformats.org/officeDocument/2006/relationships/image" Target="NULL"/><Relationship Id="rId379" Type="http://schemas.openxmlformats.org/officeDocument/2006/relationships/customXml" Target="../ink/ink3572.xm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image" Target="NULL"/><Relationship Id="rId404" Type="http://schemas.openxmlformats.org/officeDocument/2006/relationships/customXml" Target="../ink/ink3585.xml"/><Relationship Id="rId446" Type="http://schemas.openxmlformats.org/officeDocument/2006/relationships/image" Target="NULL"/><Relationship Id="rId250" Type="http://schemas.openxmlformats.org/officeDocument/2006/relationships/customXml" Target="../ink/ink3507.xml"/><Relationship Id="rId292" Type="http://schemas.openxmlformats.org/officeDocument/2006/relationships/customXml" Target="../ink/ink3528.xml"/><Relationship Id="rId306" Type="http://schemas.openxmlformats.org/officeDocument/2006/relationships/customXml" Target="../ink/ink3535.xml"/><Relationship Id="rId488" Type="http://schemas.openxmlformats.org/officeDocument/2006/relationships/image" Target="NUL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3437.xml"/><Relationship Id="rId348" Type="http://schemas.openxmlformats.org/officeDocument/2006/relationships/image" Target="NULL"/><Relationship Id="rId513" Type="http://schemas.openxmlformats.org/officeDocument/2006/relationships/customXml" Target="../ink/ink3640.xml"/><Relationship Id="rId152" Type="http://schemas.openxmlformats.org/officeDocument/2006/relationships/customXml" Target="../ink/ink3458.xml"/><Relationship Id="rId194" Type="http://schemas.openxmlformats.org/officeDocument/2006/relationships/customXml" Target="../ink/ink3479.xml"/><Relationship Id="rId208" Type="http://schemas.openxmlformats.org/officeDocument/2006/relationships/customXml" Target="../ink/ink3486.xml"/><Relationship Id="rId415" Type="http://schemas.openxmlformats.org/officeDocument/2006/relationships/image" Target="NULL"/><Relationship Id="rId457" Type="http://schemas.openxmlformats.org/officeDocument/2006/relationships/customXml" Target="../ink/ink3612.xml"/><Relationship Id="rId261" Type="http://schemas.openxmlformats.org/officeDocument/2006/relationships/image" Target="NULL"/><Relationship Id="rId499" Type="http://schemas.openxmlformats.org/officeDocument/2006/relationships/customXml" Target="../ink/ink3633.xml"/><Relationship Id="rId14" Type="http://schemas.openxmlformats.org/officeDocument/2006/relationships/customXml" Target="../ink/ink3389.xml"/><Relationship Id="rId56" Type="http://schemas.openxmlformats.org/officeDocument/2006/relationships/customXml" Target="../ink/ink3410.xml"/><Relationship Id="rId317" Type="http://schemas.openxmlformats.org/officeDocument/2006/relationships/customXml" Target="../ink/ink3541.xml"/><Relationship Id="rId359" Type="http://schemas.openxmlformats.org/officeDocument/2006/relationships/customXml" Target="../ink/ink3562.xml"/><Relationship Id="rId524" Type="http://schemas.openxmlformats.org/officeDocument/2006/relationships/customXml" Target="../ink/ink3646.xml"/><Relationship Id="rId98" Type="http://schemas.openxmlformats.org/officeDocument/2006/relationships/customXml" Target="../ink/ink3431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image" Target="NULL"/><Relationship Id="rId426" Type="http://schemas.openxmlformats.org/officeDocument/2006/relationships/customXml" Target="../ink/ink3596.xml"/><Relationship Id="rId230" Type="http://schemas.openxmlformats.org/officeDocument/2006/relationships/customXml" Target="../ink/ink3497.xml"/><Relationship Id="rId468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3518.xml"/><Relationship Id="rId328" Type="http://schemas.openxmlformats.org/officeDocument/2006/relationships/image" Target="NULL"/><Relationship Id="rId132" Type="http://schemas.openxmlformats.org/officeDocument/2006/relationships/customXml" Target="../ink/ink3448.xml"/><Relationship Id="rId174" Type="http://schemas.openxmlformats.org/officeDocument/2006/relationships/customXml" Target="../ink/ink3469.xml"/><Relationship Id="rId381" Type="http://schemas.openxmlformats.org/officeDocument/2006/relationships/customXml" Target="../ink/ink3573.xml"/><Relationship Id="rId241" Type="http://schemas.openxmlformats.org/officeDocument/2006/relationships/image" Target="NULL"/><Relationship Id="rId437" Type="http://schemas.openxmlformats.org/officeDocument/2006/relationships/customXml" Target="../ink/ink3602.xml"/><Relationship Id="rId479" Type="http://schemas.openxmlformats.org/officeDocument/2006/relationships/customXml" Target="../ink/ink3623.xml"/><Relationship Id="rId36" Type="http://schemas.openxmlformats.org/officeDocument/2006/relationships/customXml" Target="../ink/ink3400.xml"/><Relationship Id="rId283" Type="http://schemas.openxmlformats.org/officeDocument/2006/relationships/image" Target="NULL"/><Relationship Id="rId339" Type="http://schemas.openxmlformats.org/officeDocument/2006/relationships/customXml" Target="../ink/ink3552.xml"/><Relationship Id="rId490" Type="http://schemas.openxmlformats.org/officeDocument/2006/relationships/image" Target="NULL"/><Relationship Id="rId504" Type="http://schemas.openxmlformats.org/officeDocument/2006/relationships/image" Target="NULL"/><Relationship Id="rId78" Type="http://schemas.openxmlformats.org/officeDocument/2006/relationships/customXml" Target="../ink/ink3421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image" Target="NULL"/><Relationship Id="rId406" Type="http://schemas.openxmlformats.org/officeDocument/2006/relationships/customXml" Target="../ink/ink3586.xml"/><Relationship Id="rId9" Type="http://schemas.openxmlformats.org/officeDocument/2006/relationships/image" Target="NULL"/><Relationship Id="rId210" Type="http://schemas.openxmlformats.org/officeDocument/2006/relationships/customXml" Target="../ink/ink3487.xml"/><Relationship Id="rId392" Type="http://schemas.openxmlformats.org/officeDocument/2006/relationships/image" Target="NULL"/><Relationship Id="rId448" Type="http://schemas.openxmlformats.org/officeDocument/2006/relationships/image" Target="NULL"/><Relationship Id="rId252" Type="http://schemas.openxmlformats.org/officeDocument/2006/relationships/customXml" Target="../ink/ink3508.xml"/><Relationship Id="rId294" Type="http://schemas.openxmlformats.org/officeDocument/2006/relationships/customXml" Target="../ink/ink3529.xml"/><Relationship Id="rId308" Type="http://schemas.openxmlformats.org/officeDocument/2006/relationships/customXml" Target="../ink/ink3536.xml"/><Relationship Id="rId515" Type="http://schemas.openxmlformats.org/officeDocument/2006/relationships/customXml" Target="../ink/ink3641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3438.xml"/><Relationship Id="rId154" Type="http://schemas.openxmlformats.org/officeDocument/2006/relationships/customXml" Target="../ink/ink3459.xml"/><Relationship Id="rId361" Type="http://schemas.openxmlformats.org/officeDocument/2006/relationships/customXml" Target="../ink/ink3563.xml"/><Relationship Id="rId196" Type="http://schemas.openxmlformats.org/officeDocument/2006/relationships/customXml" Target="../ink/ink3480.xml"/><Relationship Id="rId417" Type="http://schemas.openxmlformats.org/officeDocument/2006/relationships/image" Target="NULL"/><Relationship Id="rId459" Type="http://schemas.openxmlformats.org/officeDocument/2006/relationships/customXml" Target="../ink/ink3613.xml"/><Relationship Id="rId16" Type="http://schemas.openxmlformats.org/officeDocument/2006/relationships/customXml" Target="../ink/ink3390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customXml" Target="../ink/ink3542.xml"/><Relationship Id="rId470" Type="http://schemas.openxmlformats.org/officeDocument/2006/relationships/image" Target="NULL"/><Relationship Id="rId526" Type="http://schemas.openxmlformats.org/officeDocument/2006/relationships/customXml" Target="../ink/ink3647.xml"/><Relationship Id="rId58" Type="http://schemas.openxmlformats.org/officeDocument/2006/relationships/customXml" Target="../ink/ink3411.xml"/><Relationship Id="rId123" Type="http://schemas.openxmlformats.org/officeDocument/2006/relationships/image" Target="NULL"/><Relationship Id="rId330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image" Target="NULL"/><Relationship Id="rId428" Type="http://schemas.openxmlformats.org/officeDocument/2006/relationships/customXml" Target="../ink/ink3597.xml"/><Relationship Id="rId232" Type="http://schemas.openxmlformats.org/officeDocument/2006/relationships/customXml" Target="../ink/ink3498.xml"/><Relationship Id="rId274" Type="http://schemas.openxmlformats.org/officeDocument/2006/relationships/customXml" Target="../ink/ink3519.xml"/><Relationship Id="rId481" Type="http://schemas.openxmlformats.org/officeDocument/2006/relationships/customXml" Target="../ink/ink3624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3449.xml"/><Relationship Id="rId80" Type="http://schemas.openxmlformats.org/officeDocument/2006/relationships/customXml" Target="../ink/ink3422.xml"/><Relationship Id="rId176" Type="http://schemas.openxmlformats.org/officeDocument/2006/relationships/customXml" Target="../ink/ink3470.xml"/><Relationship Id="rId341" Type="http://schemas.openxmlformats.org/officeDocument/2006/relationships/customXml" Target="../ink/ink3553.xml"/><Relationship Id="rId383" Type="http://schemas.openxmlformats.org/officeDocument/2006/relationships/customXml" Target="../ink/ink3574.xml"/><Relationship Id="rId439" Type="http://schemas.openxmlformats.org/officeDocument/2006/relationships/customXml" Target="../ink/ink3603.xm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image" Target="NULL"/><Relationship Id="rId506" Type="http://schemas.openxmlformats.org/officeDocument/2006/relationships/image" Target="NULL"/><Relationship Id="rId38" Type="http://schemas.openxmlformats.org/officeDocument/2006/relationships/customXml" Target="../ink/ink3401.xml"/><Relationship Id="rId103" Type="http://schemas.openxmlformats.org/officeDocument/2006/relationships/image" Target="NULL"/><Relationship Id="rId310" Type="http://schemas.openxmlformats.org/officeDocument/2006/relationships/image" Target="NULL"/><Relationship Id="rId492" Type="http://schemas.openxmlformats.org/officeDocument/2006/relationships/image" Target="NUL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customXml" Target="../ink/ink3587.xml"/><Relationship Id="rId212" Type="http://schemas.openxmlformats.org/officeDocument/2006/relationships/customXml" Target="../ink/ink3488.xml"/><Relationship Id="rId254" Type="http://schemas.openxmlformats.org/officeDocument/2006/relationships/customXml" Target="../ink/ink3509.xml"/><Relationship Id="rId49" Type="http://schemas.openxmlformats.org/officeDocument/2006/relationships/image" Target="NULL"/><Relationship Id="rId114" Type="http://schemas.openxmlformats.org/officeDocument/2006/relationships/customXml" Target="../ink/ink3439.xml"/><Relationship Id="rId296" Type="http://schemas.openxmlformats.org/officeDocument/2006/relationships/customXml" Target="../ink/ink3530.xml"/><Relationship Id="rId461" Type="http://schemas.openxmlformats.org/officeDocument/2006/relationships/customXml" Target="../ink/ink3614.xml"/><Relationship Id="rId517" Type="http://schemas.openxmlformats.org/officeDocument/2006/relationships/customXml" Target="../ink/ink3642.xml"/><Relationship Id="rId60" Type="http://schemas.openxmlformats.org/officeDocument/2006/relationships/customXml" Target="../ink/ink3412.xml"/><Relationship Id="rId156" Type="http://schemas.openxmlformats.org/officeDocument/2006/relationships/customXml" Target="../ink/ink3460.xml"/><Relationship Id="rId198" Type="http://schemas.openxmlformats.org/officeDocument/2006/relationships/customXml" Target="../ink/ink3481.xml"/><Relationship Id="rId321" Type="http://schemas.openxmlformats.org/officeDocument/2006/relationships/customXml" Target="../ink/ink3543.xml"/><Relationship Id="rId363" Type="http://schemas.openxmlformats.org/officeDocument/2006/relationships/customXml" Target="../ink/ink3564.xml"/><Relationship Id="rId419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3598.xml"/><Relationship Id="rId18" Type="http://schemas.openxmlformats.org/officeDocument/2006/relationships/customXml" Target="../ink/ink3391.xml"/><Relationship Id="rId265" Type="http://schemas.openxmlformats.org/officeDocument/2006/relationships/image" Target="NULL"/><Relationship Id="rId472" Type="http://schemas.openxmlformats.org/officeDocument/2006/relationships/image" Target="NULL"/><Relationship Id="rId528" Type="http://schemas.openxmlformats.org/officeDocument/2006/relationships/customXml" Target="../ink/ink3648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image" Target="NULL"/><Relationship Id="rId374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customXml" Target="../ink/ink3499.xml"/><Relationship Id="rId2" Type="http://schemas.openxmlformats.org/officeDocument/2006/relationships/customXml" Target="../ink/ink3383.xml"/><Relationship Id="rId29" Type="http://schemas.openxmlformats.org/officeDocument/2006/relationships/image" Target="NULL"/><Relationship Id="rId276" Type="http://schemas.openxmlformats.org/officeDocument/2006/relationships/customXml" Target="../ink/ink3520.xml"/><Relationship Id="rId441" Type="http://schemas.openxmlformats.org/officeDocument/2006/relationships/customXml" Target="../ink/ink3604.xml"/><Relationship Id="rId483" Type="http://schemas.openxmlformats.org/officeDocument/2006/relationships/customXml" Target="../ink/ink3625.xml"/><Relationship Id="rId40" Type="http://schemas.openxmlformats.org/officeDocument/2006/relationships/customXml" Target="../ink/ink3402.xml"/><Relationship Id="rId136" Type="http://schemas.openxmlformats.org/officeDocument/2006/relationships/customXml" Target="../ink/ink3450.xml"/><Relationship Id="rId178" Type="http://schemas.openxmlformats.org/officeDocument/2006/relationships/customXml" Target="../ink/ink3471.xml"/><Relationship Id="rId301" Type="http://schemas.openxmlformats.org/officeDocument/2006/relationships/image" Target="NULL"/><Relationship Id="rId343" Type="http://schemas.openxmlformats.org/officeDocument/2006/relationships/customXml" Target="../ink/ink3554.xml"/><Relationship Id="rId82" Type="http://schemas.openxmlformats.org/officeDocument/2006/relationships/customXml" Target="../ink/ink3423.xml"/><Relationship Id="rId203" Type="http://schemas.openxmlformats.org/officeDocument/2006/relationships/image" Target="NULL"/><Relationship Id="rId385" Type="http://schemas.openxmlformats.org/officeDocument/2006/relationships/customXml" Target="../ink/ink3575.xm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3588.xm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image" Target="NUL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image" Target="NULL"/><Relationship Id="rId214" Type="http://schemas.openxmlformats.org/officeDocument/2006/relationships/customXml" Target="../ink/ink3489.xml"/><Relationship Id="rId256" Type="http://schemas.openxmlformats.org/officeDocument/2006/relationships/customXml" Target="../ink/ink3510.xml"/><Relationship Id="rId298" Type="http://schemas.openxmlformats.org/officeDocument/2006/relationships/customXml" Target="../ink/ink3531.xml"/><Relationship Id="rId421" Type="http://schemas.openxmlformats.org/officeDocument/2006/relationships/image" Target="NULL"/><Relationship Id="rId463" Type="http://schemas.openxmlformats.org/officeDocument/2006/relationships/customXml" Target="../ink/ink3615.xml"/><Relationship Id="rId519" Type="http://schemas.openxmlformats.org/officeDocument/2006/relationships/customXml" Target="../ink/ink3643.xml"/><Relationship Id="rId116" Type="http://schemas.openxmlformats.org/officeDocument/2006/relationships/customXml" Target="../ink/ink3440.xml"/><Relationship Id="rId158" Type="http://schemas.openxmlformats.org/officeDocument/2006/relationships/customXml" Target="../ink/ink3461.xml"/><Relationship Id="rId323" Type="http://schemas.openxmlformats.org/officeDocument/2006/relationships/customXml" Target="../ink/ink3544.xml"/><Relationship Id="rId530" Type="http://schemas.openxmlformats.org/officeDocument/2006/relationships/customXml" Target="../ink/ink3649.xml"/><Relationship Id="rId20" Type="http://schemas.openxmlformats.org/officeDocument/2006/relationships/customXml" Target="../ink/ink3392.xml"/><Relationship Id="rId62" Type="http://schemas.openxmlformats.org/officeDocument/2006/relationships/customXml" Target="../ink/ink3413.xml"/><Relationship Id="rId365" Type="http://schemas.openxmlformats.org/officeDocument/2006/relationships/customXml" Target="../ink/ink3565.xm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customXml" Target="../ink/ink3599.xml"/><Relationship Id="rId474" Type="http://schemas.openxmlformats.org/officeDocument/2006/relationships/image" Target="NUL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image" Target="NULL"/><Relationship Id="rId376" Type="http://schemas.openxmlformats.org/officeDocument/2006/relationships/image" Target="NULL"/><Relationship Id="rId4" Type="http://schemas.openxmlformats.org/officeDocument/2006/relationships/customXml" Target="../ink/ink3384.xml"/><Relationship Id="rId180" Type="http://schemas.openxmlformats.org/officeDocument/2006/relationships/customXml" Target="../ink/ink3472.xml"/><Relationship Id="rId236" Type="http://schemas.openxmlformats.org/officeDocument/2006/relationships/customXml" Target="../ink/ink3500.xml"/><Relationship Id="rId278" Type="http://schemas.openxmlformats.org/officeDocument/2006/relationships/customXml" Target="../ink/ink3521.xml"/><Relationship Id="rId401" Type="http://schemas.openxmlformats.org/officeDocument/2006/relationships/image" Target="NULL"/><Relationship Id="rId443" Type="http://schemas.openxmlformats.org/officeDocument/2006/relationships/customXml" Target="../ink/ink3605.xml"/><Relationship Id="rId303" Type="http://schemas.openxmlformats.org/officeDocument/2006/relationships/image" Target="NULL"/><Relationship Id="rId485" Type="http://schemas.openxmlformats.org/officeDocument/2006/relationships/customXml" Target="../ink/ink3626.xml"/><Relationship Id="rId42" Type="http://schemas.openxmlformats.org/officeDocument/2006/relationships/customXml" Target="../ink/ink3403.xml"/><Relationship Id="rId84" Type="http://schemas.openxmlformats.org/officeDocument/2006/relationships/customXml" Target="../ink/ink3424.xml"/><Relationship Id="rId138" Type="http://schemas.openxmlformats.org/officeDocument/2006/relationships/customXml" Target="../ink/ink3451.xml"/><Relationship Id="rId345" Type="http://schemas.openxmlformats.org/officeDocument/2006/relationships/customXml" Target="../ink/ink3555.xml"/><Relationship Id="rId387" Type="http://schemas.openxmlformats.org/officeDocument/2006/relationships/customXml" Target="../ink/ink3576.xml"/><Relationship Id="rId510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3589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image" Target="NUL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customXml" Target="../ink/ink3582.xml"/><Relationship Id="rId521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3462.xml"/><Relationship Id="rId216" Type="http://schemas.openxmlformats.org/officeDocument/2006/relationships/customXml" Target="../ink/ink3490.xml"/><Relationship Id="rId423" Type="http://schemas.openxmlformats.org/officeDocument/2006/relationships/image" Target="NULL"/><Relationship Id="rId258" Type="http://schemas.openxmlformats.org/officeDocument/2006/relationships/customXml" Target="../ink/ink3511.xml"/><Relationship Id="rId465" Type="http://schemas.openxmlformats.org/officeDocument/2006/relationships/customXml" Target="../ink/ink3616.xml"/><Relationship Id="rId22" Type="http://schemas.openxmlformats.org/officeDocument/2006/relationships/customXml" Target="../ink/ink3393.xml"/><Relationship Id="rId64" Type="http://schemas.openxmlformats.org/officeDocument/2006/relationships/customXml" Target="../ink/ink3414.xml"/><Relationship Id="rId118" Type="http://schemas.openxmlformats.org/officeDocument/2006/relationships/customXml" Target="../ink/ink3441.xml"/><Relationship Id="rId325" Type="http://schemas.openxmlformats.org/officeDocument/2006/relationships/customXml" Target="../ink/ink3545.xml"/><Relationship Id="rId367" Type="http://schemas.openxmlformats.org/officeDocument/2006/relationships/customXml" Target="../ink/ink3566.xml"/><Relationship Id="rId532" Type="http://schemas.openxmlformats.org/officeDocument/2006/relationships/customXml" Target="../ink/ink3650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image" Target="NULL"/><Relationship Id="rId476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3522.xml"/><Relationship Id="rId336" Type="http://schemas.openxmlformats.org/officeDocument/2006/relationships/image" Target="NULL"/><Relationship Id="rId501" Type="http://schemas.openxmlformats.org/officeDocument/2006/relationships/customXml" Target="../ink/ink3634.xml"/><Relationship Id="rId75" Type="http://schemas.openxmlformats.org/officeDocument/2006/relationships/image" Target="NULL"/><Relationship Id="rId140" Type="http://schemas.openxmlformats.org/officeDocument/2006/relationships/customXml" Target="../ink/ink3452.xml"/><Relationship Id="rId182" Type="http://schemas.openxmlformats.org/officeDocument/2006/relationships/customXml" Target="../ink/ink3473.xml"/><Relationship Id="rId378" Type="http://schemas.openxmlformats.org/officeDocument/2006/relationships/image" Target="NULL"/><Relationship Id="rId403" Type="http://schemas.openxmlformats.org/officeDocument/2006/relationships/image" Target="NULL"/><Relationship Id="rId6" Type="http://schemas.openxmlformats.org/officeDocument/2006/relationships/customXml" Target="../ink/ink3385.xml"/><Relationship Id="rId238" Type="http://schemas.openxmlformats.org/officeDocument/2006/relationships/customXml" Target="../ink/ink3501.xml"/><Relationship Id="rId445" Type="http://schemas.openxmlformats.org/officeDocument/2006/relationships/customXml" Target="../ink/ink3606.xml"/><Relationship Id="rId487" Type="http://schemas.openxmlformats.org/officeDocument/2006/relationships/customXml" Target="../ink/ink3627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customXml" Target="../ink/ink3556.xml"/><Relationship Id="rId512" Type="http://schemas.openxmlformats.org/officeDocument/2006/relationships/image" Target="NULL"/><Relationship Id="rId44" Type="http://schemas.openxmlformats.org/officeDocument/2006/relationships/customXml" Target="../ink/ink3404.xml"/><Relationship Id="rId86" Type="http://schemas.openxmlformats.org/officeDocument/2006/relationships/customXml" Target="../ink/ink3425.xml"/><Relationship Id="rId151" Type="http://schemas.openxmlformats.org/officeDocument/2006/relationships/image" Target="NULL"/><Relationship Id="rId389" Type="http://schemas.openxmlformats.org/officeDocument/2006/relationships/customXml" Target="../ink/ink3577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3590.xml"/><Relationship Id="rId456" Type="http://schemas.openxmlformats.org/officeDocument/2006/relationships/image" Target="NULL"/><Relationship Id="rId498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3512.xml"/><Relationship Id="rId316" Type="http://schemas.openxmlformats.org/officeDocument/2006/relationships/image" Target="NULL"/><Relationship Id="rId523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3442.xml"/><Relationship Id="rId358" Type="http://schemas.openxmlformats.org/officeDocument/2006/relationships/image" Target="NULL"/><Relationship Id="rId162" Type="http://schemas.openxmlformats.org/officeDocument/2006/relationships/customXml" Target="../ink/ink3463.xml"/><Relationship Id="rId218" Type="http://schemas.openxmlformats.org/officeDocument/2006/relationships/customXml" Target="../ink/ink3491.xml"/><Relationship Id="rId425" Type="http://schemas.openxmlformats.org/officeDocument/2006/relationships/image" Target="NULL"/><Relationship Id="rId467" Type="http://schemas.openxmlformats.org/officeDocument/2006/relationships/customXml" Target="../ink/ink3617.xml"/><Relationship Id="rId271" Type="http://schemas.openxmlformats.org/officeDocument/2006/relationships/image" Target="NULL"/><Relationship Id="rId24" Type="http://schemas.openxmlformats.org/officeDocument/2006/relationships/customXml" Target="../ink/ink3394.xml"/><Relationship Id="rId66" Type="http://schemas.openxmlformats.org/officeDocument/2006/relationships/customXml" Target="../ink/ink3415.xml"/><Relationship Id="rId131" Type="http://schemas.openxmlformats.org/officeDocument/2006/relationships/image" Target="NULL"/><Relationship Id="rId327" Type="http://schemas.openxmlformats.org/officeDocument/2006/relationships/customXml" Target="../ink/ink3546.xml"/><Relationship Id="rId369" Type="http://schemas.openxmlformats.org/officeDocument/2006/relationships/customXml" Target="../ink/ink3567.xm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image" Target="NULL"/><Relationship Id="rId436" Type="http://schemas.openxmlformats.org/officeDocument/2006/relationships/image" Target="NULL"/><Relationship Id="rId240" Type="http://schemas.openxmlformats.org/officeDocument/2006/relationships/customXml" Target="../ink/ink3502.xml"/><Relationship Id="rId478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3432.xml"/><Relationship Id="rId282" Type="http://schemas.openxmlformats.org/officeDocument/2006/relationships/customXml" Target="../ink/ink3523.xml"/><Relationship Id="rId338" Type="http://schemas.openxmlformats.org/officeDocument/2006/relationships/image" Target="NULL"/><Relationship Id="rId503" Type="http://schemas.openxmlformats.org/officeDocument/2006/relationships/customXml" Target="../ink/ink3635.xml"/><Relationship Id="rId8" Type="http://schemas.openxmlformats.org/officeDocument/2006/relationships/customXml" Target="../ink/ink3386.xml"/><Relationship Id="rId142" Type="http://schemas.openxmlformats.org/officeDocument/2006/relationships/customXml" Target="../ink/ink3453.xml"/><Relationship Id="rId184" Type="http://schemas.openxmlformats.org/officeDocument/2006/relationships/customXml" Target="../ink/ink3474.xml"/><Relationship Id="rId391" Type="http://schemas.openxmlformats.org/officeDocument/2006/relationships/customXml" Target="../ink/ink3578.xml"/><Relationship Id="rId405" Type="http://schemas.openxmlformats.org/officeDocument/2006/relationships/image" Target="NULL"/><Relationship Id="rId447" Type="http://schemas.openxmlformats.org/officeDocument/2006/relationships/customXml" Target="../ink/ink3607.xml"/><Relationship Id="rId251" Type="http://schemas.openxmlformats.org/officeDocument/2006/relationships/image" Target="NULL"/><Relationship Id="rId489" Type="http://schemas.openxmlformats.org/officeDocument/2006/relationships/customXml" Target="../ink/ink3628.xml"/><Relationship Id="rId46" Type="http://schemas.openxmlformats.org/officeDocument/2006/relationships/customXml" Target="../ink/ink3405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customXml" Target="../ink/ink3557.xml"/><Relationship Id="rId514" Type="http://schemas.openxmlformats.org/officeDocument/2006/relationships/image" Target="NULL"/><Relationship Id="rId88" Type="http://schemas.openxmlformats.org/officeDocument/2006/relationships/customXml" Target="../ink/ink3426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image" Target="NULL"/><Relationship Id="rId416" Type="http://schemas.openxmlformats.org/officeDocument/2006/relationships/customXml" Target="../ink/ink3591.xml"/><Relationship Id="rId220" Type="http://schemas.openxmlformats.org/officeDocument/2006/relationships/customXml" Target="../ink/ink3492.xm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3513.xml"/><Relationship Id="rId318" Type="http://schemas.openxmlformats.org/officeDocument/2006/relationships/image" Target="NULL"/><Relationship Id="rId525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3443.xml"/><Relationship Id="rId164" Type="http://schemas.openxmlformats.org/officeDocument/2006/relationships/customXml" Target="../ink/ink3464.xml"/><Relationship Id="rId371" Type="http://schemas.openxmlformats.org/officeDocument/2006/relationships/customXml" Target="../ink/ink3568.xml"/><Relationship Id="rId427" Type="http://schemas.openxmlformats.org/officeDocument/2006/relationships/image" Target="NULL"/><Relationship Id="rId469" Type="http://schemas.openxmlformats.org/officeDocument/2006/relationships/customXml" Target="../ink/ink3618.xml"/><Relationship Id="rId26" Type="http://schemas.openxmlformats.org/officeDocument/2006/relationships/customXml" Target="../ink/ink3395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customXml" Target="../ink/ink3547.xml"/><Relationship Id="rId480" Type="http://schemas.openxmlformats.org/officeDocument/2006/relationships/image" Target="NULL"/><Relationship Id="rId68" Type="http://schemas.openxmlformats.org/officeDocument/2006/relationships/customXml" Target="../ink/ink3416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image" Target="NULL"/><Relationship Id="rId200" Type="http://schemas.openxmlformats.org/officeDocument/2006/relationships/customXml" Target="../ink/ink3482.xml"/><Relationship Id="rId382" Type="http://schemas.openxmlformats.org/officeDocument/2006/relationships/image" Target="NULL"/><Relationship Id="rId438" Type="http://schemas.openxmlformats.org/officeDocument/2006/relationships/image" Target="NULL"/><Relationship Id="rId242" Type="http://schemas.openxmlformats.org/officeDocument/2006/relationships/customXml" Target="../ink/ink3503.xml"/><Relationship Id="rId284" Type="http://schemas.openxmlformats.org/officeDocument/2006/relationships/customXml" Target="../ink/ink3524.xml"/><Relationship Id="rId491" Type="http://schemas.openxmlformats.org/officeDocument/2006/relationships/customXml" Target="../ink/ink3629.xml"/><Relationship Id="rId505" Type="http://schemas.openxmlformats.org/officeDocument/2006/relationships/customXml" Target="../ink/ink3636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3433.xml"/><Relationship Id="rId144" Type="http://schemas.openxmlformats.org/officeDocument/2006/relationships/customXml" Target="../ink/ink3454.xml"/><Relationship Id="rId90" Type="http://schemas.openxmlformats.org/officeDocument/2006/relationships/customXml" Target="../ink/ink3427.xml"/><Relationship Id="rId186" Type="http://schemas.openxmlformats.org/officeDocument/2006/relationships/customXml" Target="../ink/ink3475.xml"/><Relationship Id="rId351" Type="http://schemas.openxmlformats.org/officeDocument/2006/relationships/customXml" Target="../ink/ink3558.xml"/><Relationship Id="rId393" Type="http://schemas.openxmlformats.org/officeDocument/2006/relationships/customXml" Target="../ink/ink3579.xml"/><Relationship Id="rId407" Type="http://schemas.openxmlformats.org/officeDocument/2006/relationships/image" Target="NULL"/><Relationship Id="rId449" Type="http://schemas.openxmlformats.org/officeDocument/2006/relationships/customXml" Target="../ink/ink3608.xm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customXml" Target="../ink/ink3537.xm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3406.xml"/><Relationship Id="rId113" Type="http://schemas.openxmlformats.org/officeDocument/2006/relationships/image" Target="NULL"/><Relationship Id="rId320" Type="http://schemas.openxmlformats.org/officeDocument/2006/relationships/image" Target="NUL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image" Target="NULL"/><Relationship Id="rId418" Type="http://schemas.openxmlformats.org/officeDocument/2006/relationships/customXml" Target="../ink/ink3592.xml"/><Relationship Id="rId222" Type="http://schemas.openxmlformats.org/officeDocument/2006/relationships/customXml" Target="../ink/ink3493.xml"/><Relationship Id="rId264" Type="http://schemas.openxmlformats.org/officeDocument/2006/relationships/customXml" Target="../ink/ink3514.xml"/><Relationship Id="rId471" Type="http://schemas.openxmlformats.org/officeDocument/2006/relationships/customXml" Target="../ink/ink3619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3444.xml"/><Relationship Id="rId527" Type="http://schemas.openxmlformats.org/officeDocument/2006/relationships/image" Target="NULL"/><Relationship Id="rId70" Type="http://schemas.openxmlformats.org/officeDocument/2006/relationships/customXml" Target="../ink/ink3417.xml"/><Relationship Id="rId166" Type="http://schemas.openxmlformats.org/officeDocument/2006/relationships/customXml" Target="../ink/ink3465.xml"/><Relationship Id="rId331" Type="http://schemas.openxmlformats.org/officeDocument/2006/relationships/customXml" Target="../ink/ink3548.xml"/><Relationship Id="rId373" Type="http://schemas.openxmlformats.org/officeDocument/2006/relationships/customXml" Target="../ink/ink3569.xml"/><Relationship Id="rId429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image" Target="NULL"/><Relationship Id="rId28" Type="http://schemas.openxmlformats.org/officeDocument/2006/relationships/customXml" Target="../ink/ink3396.xml"/><Relationship Id="rId275" Type="http://schemas.openxmlformats.org/officeDocument/2006/relationships/image" Target="NULL"/><Relationship Id="rId300" Type="http://schemas.openxmlformats.org/officeDocument/2006/relationships/customXml" Target="../ink/ink3532.xml"/><Relationship Id="rId482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image" Target="NULL"/><Relationship Id="rId384" Type="http://schemas.openxmlformats.org/officeDocument/2006/relationships/image" Target="NULL"/><Relationship Id="rId202" Type="http://schemas.openxmlformats.org/officeDocument/2006/relationships/customXml" Target="../ink/ink3483.xml"/><Relationship Id="rId244" Type="http://schemas.openxmlformats.org/officeDocument/2006/relationships/customXml" Target="../ink/ink3504.xml"/><Relationship Id="rId39" Type="http://schemas.openxmlformats.org/officeDocument/2006/relationships/image" Target="NULL"/><Relationship Id="rId286" Type="http://schemas.openxmlformats.org/officeDocument/2006/relationships/customXml" Target="../ink/ink3525.xml"/><Relationship Id="rId451" Type="http://schemas.openxmlformats.org/officeDocument/2006/relationships/customXml" Target="../ink/ink3609.xml"/><Relationship Id="rId493" Type="http://schemas.openxmlformats.org/officeDocument/2006/relationships/customXml" Target="../ink/ink3630.xml"/><Relationship Id="rId507" Type="http://schemas.openxmlformats.org/officeDocument/2006/relationships/customXml" Target="../ink/ink3637.xml"/><Relationship Id="rId50" Type="http://schemas.openxmlformats.org/officeDocument/2006/relationships/customXml" Target="../ink/ink3407.xml"/><Relationship Id="rId104" Type="http://schemas.openxmlformats.org/officeDocument/2006/relationships/customXml" Target="../ink/ink3434.xml"/><Relationship Id="rId146" Type="http://schemas.openxmlformats.org/officeDocument/2006/relationships/customXml" Target="../ink/ink3455.xml"/><Relationship Id="rId188" Type="http://schemas.openxmlformats.org/officeDocument/2006/relationships/customXml" Target="../ink/ink3476.xml"/><Relationship Id="rId311" Type="http://schemas.openxmlformats.org/officeDocument/2006/relationships/customXml" Target="../ink/ink3538.xml"/><Relationship Id="rId353" Type="http://schemas.openxmlformats.org/officeDocument/2006/relationships/customXml" Target="../ink/ink3559.xml"/><Relationship Id="rId395" Type="http://schemas.openxmlformats.org/officeDocument/2006/relationships/customXml" Target="../ink/ink3580.xml"/><Relationship Id="rId409" Type="http://schemas.openxmlformats.org/officeDocument/2006/relationships/image" Target="NULL"/><Relationship Id="rId92" Type="http://schemas.openxmlformats.org/officeDocument/2006/relationships/customXml" Target="../ink/ink3428.xml"/><Relationship Id="rId213" Type="http://schemas.openxmlformats.org/officeDocument/2006/relationships/image" Target="NULL"/><Relationship Id="rId420" Type="http://schemas.openxmlformats.org/officeDocument/2006/relationships/customXml" Target="../ink/ink3593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image" Target="NUL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3494.xml"/><Relationship Id="rId266" Type="http://schemas.openxmlformats.org/officeDocument/2006/relationships/customXml" Target="../ink/ink3515.xml"/><Relationship Id="rId431" Type="http://schemas.openxmlformats.org/officeDocument/2006/relationships/image" Target="NULL"/><Relationship Id="rId473" Type="http://schemas.openxmlformats.org/officeDocument/2006/relationships/customXml" Target="../ink/ink3620.xml"/><Relationship Id="rId529" Type="http://schemas.openxmlformats.org/officeDocument/2006/relationships/image" Target="NULL"/><Relationship Id="rId30" Type="http://schemas.openxmlformats.org/officeDocument/2006/relationships/customXml" Target="../ink/ink3397.xml"/><Relationship Id="rId126" Type="http://schemas.openxmlformats.org/officeDocument/2006/relationships/customXml" Target="../ink/ink3445.xml"/><Relationship Id="rId168" Type="http://schemas.openxmlformats.org/officeDocument/2006/relationships/customXml" Target="../ink/ink3466.xml"/><Relationship Id="rId333" Type="http://schemas.openxmlformats.org/officeDocument/2006/relationships/customXml" Target="../ink/ink3549.xml"/><Relationship Id="rId72" Type="http://schemas.openxmlformats.org/officeDocument/2006/relationships/customXml" Target="../ink/ink3418.xml"/><Relationship Id="rId375" Type="http://schemas.openxmlformats.org/officeDocument/2006/relationships/customXml" Target="../ink/ink3570.xm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3583.xm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image" Target="NULL"/><Relationship Id="rId302" Type="http://schemas.openxmlformats.org/officeDocument/2006/relationships/customXml" Target="../ink/ink3533.xm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image" Target="NULL"/><Relationship Id="rId190" Type="http://schemas.openxmlformats.org/officeDocument/2006/relationships/customXml" Target="../ink/ink3477.xml"/><Relationship Id="rId204" Type="http://schemas.openxmlformats.org/officeDocument/2006/relationships/customXml" Target="../ink/ink3484.xml"/><Relationship Id="rId246" Type="http://schemas.openxmlformats.org/officeDocument/2006/relationships/customXml" Target="../ink/ink3505.xml"/><Relationship Id="rId288" Type="http://schemas.openxmlformats.org/officeDocument/2006/relationships/customXml" Target="../ink/ink3526.xml"/><Relationship Id="rId411" Type="http://schemas.openxmlformats.org/officeDocument/2006/relationships/image" Target="NULL"/><Relationship Id="rId453" Type="http://schemas.openxmlformats.org/officeDocument/2006/relationships/customXml" Target="../ink/ink3610.xml"/><Relationship Id="rId509" Type="http://schemas.openxmlformats.org/officeDocument/2006/relationships/customXml" Target="../ink/ink3638.xml"/><Relationship Id="rId106" Type="http://schemas.openxmlformats.org/officeDocument/2006/relationships/customXml" Target="../ink/ink3435.xml"/><Relationship Id="rId313" Type="http://schemas.openxmlformats.org/officeDocument/2006/relationships/customXml" Target="../ink/ink3539.xml"/><Relationship Id="rId495" Type="http://schemas.openxmlformats.org/officeDocument/2006/relationships/customXml" Target="../ink/ink3631.xml"/><Relationship Id="rId10" Type="http://schemas.openxmlformats.org/officeDocument/2006/relationships/customXml" Target="../ink/ink3387.xml"/><Relationship Id="rId52" Type="http://schemas.openxmlformats.org/officeDocument/2006/relationships/customXml" Target="../ink/ink3408.xml"/><Relationship Id="rId94" Type="http://schemas.openxmlformats.org/officeDocument/2006/relationships/customXml" Target="../ink/ink3429.xml"/><Relationship Id="rId148" Type="http://schemas.openxmlformats.org/officeDocument/2006/relationships/customXml" Target="../ink/ink3456.xml"/><Relationship Id="rId355" Type="http://schemas.openxmlformats.org/officeDocument/2006/relationships/customXml" Target="../ink/ink3560.xml"/><Relationship Id="rId397" Type="http://schemas.openxmlformats.org/officeDocument/2006/relationships/customXml" Target="../ink/ink3581.xml"/><Relationship Id="rId520" Type="http://schemas.openxmlformats.org/officeDocument/2006/relationships/customXml" Target="../ink/ink3644.xm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3594.xml"/><Relationship Id="rId464" Type="http://schemas.openxmlformats.org/officeDocument/2006/relationships/image" Target="NUL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image" Target="NULL"/><Relationship Id="rId226" Type="http://schemas.openxmlformats.org/officeDocument/2006/relationships/customXml" Target="../ink/ink3495.xml"/><Relationship Id="rId433" Type="http://schemas.openxmlformats.org/officeDocument/2006/relationships/customXml" Target="../ink/ink3600.xml"/><Relationship Id="rId74" Type="http://schemas.openxmlformats.org/officeDocument/2006/relationships/customXml" Target="../ink/ink3419.xml"/><Relationship Id="rId377" Type="http://schemas.openxmlformats.org/officeDocument/2006/relationships/customXml" Target="../ink/ink3571.xml"/><Relationship Id="rId500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image" Target="NUL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customXml" Target="../ink/ink3812.xml"/><Relationship Id="rId531" Type="http://schemas.openxmlformats.org/officeDocument/2006/relationships/customXml" Target="../ink/ink3916.xml"/><Relationship Id="rId170" Type="http://schemas.openxmlformats.org/officeDocument/2006/relationships/customXml" Target="../ink/ink3735.xml"/><Relationship Id="rId268" Type="http://schemas.openxmlformats.org/officeDocument/2006/relationships/customXml" Target="../ink/ink3784.xml"/><Relationship Id="rId475" Type="http://schemas.openxmlformats.org/officeDocument/2006/relationships/image" Target="NULL"/><Relationship Id="rId32" Type="http://schemas.openxmlformats.org/officeDocument/2006/relationships/customXml" Target="../ink/ink3666.xml"/><Relationship Id="rId128" Type="http://schemas.openxmlformats.org/officeDocument/2006/relationships/customXml" Target="../ink/ink3714.xml"/><Relationship Id="rId335" Type="http://schemas.openxmlformats.org/officeDocument/2006/relationships/image" Target="NULL"/><Relationship Id="rId542" Type="http://schemas.openxmlformats.org/officeDocument/2006/relationships/customXml" Target="../ink/ink3922.xml"/><Relationship Id="rId181" Type="http://schemas.openxmlformats.org/officeDocument/2006/relationships/image" Target="NULL"/><Relationship Id="rId402" Type="http://schemas.openxmlformats.org/officeDocument/2006/relationships/customXml" Target="../ink/ink3851.xml"/><Relationship Id="rId279" Type="http://schemas.openxmlformats.org/officeDocument/2006/relationships/image" Target="NULL"/><Relationship Id="rId486" Type="http://schemas.openxmlformats.org/officeDocument/2006/relationships/customXml" Target="../ink/ink3893.xm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customXml" Target="../ink/ink3823.xml"/><Relationship Id="rId553" Type="http://schemas.openxmlformats.org/officeDocument/2006/relationships/image" Target="NULL"/><Relationship Id="rId192" Type="http://schemas.openxmlformats.org/officeDocument/2006/relationships/customXml" Target="../ink/ink3746.xml"/><Relationship Id="rId206" Type="http://schemas.openxmlformats.org/officeDocument/2006/relationships/customXml" Target="../ink/ink3753.xml"/><Relationship Id="rId413" Type="http://schemas.openxmlformats.org/officeDocument/2006/relationships/image" Target="NULL"/><Relationship Id="rId497" Type="http://schemas.openxmlformats.org/officeDocument/2006/relationships/customXml" Target="../ink/ink3899.xml"/><Relationship Id="rId357" Type="http://schemas.openxmlformats.org/officeDocument/2006/relationships/image" Target="NULL"/><Relationship Id="rId54" Type="http://schemas.openxmlformats.org/officeDocument/2006/relationships/customXml" Target="../ink/ink3677.xml"/><Relationship Id="rId217" Type="http://schemas.openxmlformats.org/officeDocument/2006/relationships/image" Target="NULL"/><Relationship Id="rId564" Type="http://schemas.openxmlformats.org/officeDocument/2006/relationships/customXml" Target="../ink/ink3933.xml"/><Relationship Id="rId424" Type="http://schemas.openxmlformats.org/officeDocument/2006/relationships/customXml" Target="../ink/ink3862.xml"/><Relationship Id="rId270" Type="http://schemas.openxmlformats.org/officeDocument/2006/relationships/customXml" Target="../ink/ink3785.xml"/><Relationship Id="rId65" Type="http://schemas.openxmlformats.org/officeDocument/2006/relationships/image" Target="NULL"/><Relationship Id="rId130" Type="http://schemas.openxmlformats.org/officeDocument/2006/relationships/customXml" Target="../ink/ink3715.xml"/><Relationship Id="rId368" Type="http://schemas.openxmlformats.org/officeDocument/2006/relationships/customXml" Target="../ink/ink3834.xml"/><Relationship Id="rId575" Type="http://schemas.openxmlformats.org/officeDocument/2006/relationships/image" Target="NULL"/><Relationship Id="rId228" Type="http://schemas.openxmlformats.org/officeDocument/2006/relationships/customXml" Target="../ink/ink3764.xml"/><Relationship Id="rId435" Type="http://schemas.openxmlformats.org/officeDocument/2006/relationships/image" Target="NULL"/><Relationship Id="rId281" Type="http://schemas.openxmlformats.org/officeDocument/2006/relationships/image" Target="NULL"/><Relationship Id="rId502" Type="http://schemas.openxmlformats.org/officeDocument/2006/relationships/image" Target="NULL"/><Relationship Id="rId76" Type="http://schemas.openxmlformats.org/officeDocument/2006/relationships/customXml" Target="../ink/ink3688.xml"/><Relationship Id="rId141" Type="http://schemas.openxmlformats.org/officeDocument/2006/relationships/image" Target="NULL"/><Relationship Id="rId379" Type="http://schemas.openxmlformats.org/officeDocument/2006/relationships/image" Target="NULL"/><Relationship Id="rId586" Type="http://schemas.openxmlformats.org/officeDocument/2006/relationships/customXml" Target="../ink/ink3944.xml"/><Relationship Id="rId7" Type="http://schemas.openxmlformats.org/officeDocument/2006/relationships/image" Target="NULL"/><Relationship Id="rId239" Type="http://schemas.openxmlformats.org/officeDocument/2006/relationships/image" Target="NULL"/><Relationship Id="rId446" Type="http://schemas.openxmlformats.org/officeDocument/2006/relationships/customXml" Target="../ink/ink3873.xml"/><Relationship Id="rId292" Type="http://schemas.openxmlformats.org/officeDocument/2006/relationships/customXml" Target="../ink/ink3796.xml"/><Relationship Id="rId306" Type="http://schemas.openxmlformats.org/officeDocument/2006/relationships/customXml" Target="../ink/ink3803.xml"/><Relationship Id="rId87" Type="http://schemas.openxmlformats.org/officeDocument/2006/relationships/image" Target="NULL"/><Relationship Id="rId513" Type="http://schemas.openxmlformats.org/officeDocument/2006/relationships/customXml" Target="../ink/ink3907.xml"/><Relationship Id="rId597" Type="http://schemas.openxmlformats.org/officeDocument/2006/relationships/image" Target="NULL"/><Relationship Id="rId152" Type="http://schemas.openxmlformats.org/officeDocument/2006/relationships/customXml" Target="../ink/ink3726.xml"/><Relationship Id="rId457" Type="http://schemas.openxmlformats.org/officeDocument/2006/relationships/image" Target="NULL"/><Relationship Id="rId14" Type="http://schemas.openxmlformats.org/officeDocument/2006/relationships/customXml" Target="../ink/ink3657.xml"/><Relationship Id="rId317" Type="http://schemas.openxmlformats.org/officeDocument/2006/relationships/image" Target="NULL"/><Relationship Id="rId524" Type="http://schemas.openxmlformats.org/officeDocument/2006/relationships/image" Target="NULL"/><Relationship Id="rId98" Type="http://schemas.openxmlformats.org/officeDocument/2006/relationships/customXml" Target="../ink/ink3699.xml"/><Relationship Id="rId163" Type="http://schemas.openxmlformats.org/officeDocument/2006/relationships/image" Target="NULL"/><Relationship Id="rId370" Type="http://schemas.openxmlformats.org/officeDocument/2006/relationships/customXml" Target="../ink/ink3835.xml"/><Relationship Id="rId230" Type="http://schemas.openxmlformats.org/officeDocument/2006/relationships/customXml" Target="../ink/ink3765.xml"/><Relationship Id="rId468" Type="http://schemas.openxmlformats.org/officeDocument/2006/relationships/customXml" Target="../ink/ink3884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3786.xml"/><Relationship Id="rId328" Type="http://schemas.openxmlformats.org/officeDocument/2006/relationships/customXml" Target="../ink/ink3814.xml"/><Relationship Id="rId535" Type="http://schemas.openxmlformats.org/officeDocument/2006/relationships/image" Target="NULL"/><Relationship Id="rId577" Type="http://schemas.openxmlformats.org/officeDocument/2006/relationships/image" Target="NULL"/><Relationship Id="rId132" Type="http://schemas.openxmlformats.org/officeDocument/2006/relationships/customXml" Target="../ink/ink3716.xml"/><Relationship Id="rId174" Type="http://schemas.openxmlformats.org/officeDocument/2006/relationships/customXml" Target="../ink/ink3737.xml"/><Relationship Id="rId381" Type="http://schemas.openxmlformats.org/officeDocument/2006/relationships/image" Target="NULL"/><Relationship Id="rId602" Type="http://schemas.openxmlformats.org/officeDocument/2006/relationships/customXml" Target="../ink/ink3952.xml"/><Relationship Id="rId241" Type="http://schemas.openxmlformats.org/officeDocument/2006/relationships/image" Target="NULL"/><Relationship Id="rId437" Type="http://schemas.openxmlformats.org/officeDocument/2006/relationships/image" Target="NULL"/><Relationship Id="rId479" Type="http://schemas.openxmlformats.org/officeDocument/2006/relationships/image" Target="NULL"/><Relationship Id="rId36" Type="http://schemas.openxmlformats.org/officeDocument/2006/relationships/customXml" Target="../ink/ink3668.xm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image" Target="NULL"/><Relationship Id="rId504" Type="http://schemas.openxmlformats.org/officeDocument/2006/relationships/image" Target="NULL"/><Relationship Id="rId546" Type="http://schemas.openxmlformats.org/officeDocument/2006/relationships/customXml" Target="../ink/ink3924.xml"/><Relationship Id="rId78" Type="http://schemas.openxmlformats.org/officeDocument/2006/relationships/customXml" Target="../ink/ink3689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3825.xml"/><Relationship Id="rId406" Type="http://schemas.openxmlformats.org/officeDocument/2006/relationships/customXml" Target="../ink/ink3853.xml"/><Relationship Id="rId588" Type="http://schemas.openxmlformats.org/officeDocument/2006/relationships/customXml" Target="../ink/ink3945.xml"/><Relationship Id="rId9" Type="http://schemas.openxmlformats.org/officeDocument/2006/relationships/image" Target="NULL"/><Relationship Id="rId210" Type="http://schemas.openxmlformats.org/officeDocument/2006/relationships/customXml" Target="../ink/ink3755.xml"/><Relationship Id="rId392" Type="http://schemas.openxmlformats.org/officeDocument/2006/relationships/customXml" Target="../ink/ink3846.xml"/><Relationship Id="rId448" Type="http://schemas.openxmlformats.org/officeDocument/2006/relationships/customXml" Target="../ink/ink3874.xml"/><Relationship Id="rId613" Type="http://schemas.openxmlformats.org/officeDocument/2006/relationships/image" Target="NULL"/><Relationship Id="rId252" Type="http://schemas.openxmlformats.org/officeDocument/2006/relationships/customXml" Target="../ink/ink3776.xml"/><Relationship Id="rId294" Type="http://schemas.openxmlformats.org/officeDocument/2006/relationships/customXml" Target="../ink/ink3797.xml"/><Relationship Id="rId308" Type="http://schemas.openxmlformats.org/officeDocument/2006/relationships/customXml" Target="../ink/ink3804.xml"/><Relationship Id="rId515" Type="http://schemas.openxmlformats.org/officeDocument/2006/relationships/customXml" Target="../ink/ink3908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3706.xml"/><Relationship Id="rId154" Type="http://schemas.openxmlformats.org/officeDocument/2006/relationships/customXml" Target="../ink/ink3727.xml"/><Relationship Id="rId361" Type="http://schemas.openxmlformats.org/officeDocument/2006/relationships/image" Target="NULL"/><Relationship Id="rId557" Type="http://schemas.openxmlformats.org/officeDocument/2006/relationships/image" Target="NULL"/><Relationship Id="rId599" Type="http://schemas.openxmlformats.org/officeDocument/2006/relationships/image" Target="NULL"/><Relationship Id="rId196" Type="http://schemas.openxmlformats.org/officeDocument/2006/relationships/customXml" Target="../ink/ink3748.xml"/><Relationship Id="rId417" Type="http://schemas.openxmlformats.org/officeDocument/2006/relationships/image" Target="NULL"/><Relationship Id="rId459" Type="http://schemas.openxmlformats.org/officeDocument/2006/relationships/image" Target="NULL"/><Relationship Id="rId16" Type="http://schemas.openxmlformats.org/officeDocument/2006/relationships/customXml" Target="../ink/ink3658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3885.xml"/><Relationship Id="rId526" Type="http://schemas.openxmlformats.org/officeDocument/2006/relationships/image" Target="NULL"/><Relationship Id="rId58" Type="http://schemas.openxmlformats.org/officeDocument/2006/relationships/customXml" Target="../ink/ink3679.xml"/><Relationship Id="rId123" Type="http://schemas.openxmlformats.org/officeDocument/2006/relationships/image" Target="NULL"/><Relationship Id="rId330" Type="http://schemas.openxmlformats.org/officeDocument/2006/relationships/customXml" Target="../ink/ink3815.xml"/><Relationship Id="rId568" Type="http://schemas.openxmlformats.org/officeDocument/2006/relationships/customXml" Target="../ink/ink3935.xml"/><Relationship Id="rId165" Type="http://schemas.openxmlformats.org/officeDocument/2006/relationships/image" Target="NULL"/><Relationship Id="rId372" Type="http://schemas.openxmlformats.org/officeDocument/2006/relationships/customXml" Target="../ink/ink3836.xml"/><Relationship Id="rId428" Type="http://schemas.openxmlformats.org/officeDocument/2006/relationships/customXml" Target="../ink/ink3864.xml"/><Relationship Id="rId232" Type="http://schemas.openxmlformats.org/officeDocument/2006/relationships/customXml" Target="../ink/ink3766.xml"/><Relationship Id="rId274" Type="http://schemas.openxmlformats.org/officeDocument/2006/relationships/customXml" Target="../ink/ink3787.xm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3717.xml"/><Relationship Id="rId537" Type="http://schemas.openxmlformats.org/officeDocument/2006/relationships/image" Target="NULL"/><Relationship Id="rId579" Type="http://schemas.openxmlformats.org/officeDocument/2006/relationships/image" Target="NULL"/><Relationship Id="rId80" Type="http://schemas.openxmlformats.org/officeDocument/2006/relationships/customXml" Target="../ink/ink3690.xml"/><Relationship Id="rId176" Type="http://schemas.openxmlformats.org/officeDocument/2006/relationships/customXml" Target="../ink/ink3738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590" Type="http://schemas.openxmlformats.org/officeDocument/2006/relationships/customXml" Target="../ink/ink3946.xml"/><Relationship Id="rId604" Type="http://schemas.openxmlformats.org/officeDocument/2006/relationships/customXml" Target="../ink/ink3953.xm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customXml" Target="../ink/ink3875.xml"/><Relationship Id="rId506" Type="http://schemas.openxmlformats.org/officeDocument/2006/relationships/image" Target="NULL"/><Relationship Id="rId38" Type="http://schemas.openxmlformats.org/officeDocument/2006/relationships/customXml" Target="../ink/ink3669.xml"/><Relationship Id="rId103" Type="http://schemas.openxmlformats.org/officeDocument/2006/relationships/image" Target="NULL"/><Relationship Id="rId310" Type="http://schemas.openxmlformats.org/officeDocument/2006/relationships/customXml" Target="../ink/ink3805.xml"/><Relationship Id="rId492" Type="http://schemas.openxmlformats.org/officeDocument/2006/relationships/image" Target="NULL"/><Relationship Id="rId548" Type="http://schemas.openxmlformats.org/officeDocument/2006/relationships/customXml" Target="../ink/ink3925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3826.xml"/><Relationship Id="rId394" Type="http://schemas.openxmlformats.org/officeDocument/2006/relationships/customXml" Target="../ink/ink3847.xml"/><Relationship Id="rId408" Type="http://schemas.openxmlformats.org/officeDocument/2006/relationships/customXml" Target="../ink/ink3854.xml"/><Relationship Id="rId615" Type="http://schemas.openxmlformats.org/officeDocument/2006/relationships/image" Target="NULL"/><Relationship Id="rId212" Type="http://schemas.openxmlformats.org/officeDocument/2006/relationships/customXml" Target="../ink/ink3756.xml"/><Relationship Id="rId254" Type="http://schemas.openxmlformats.org/officeDocument/2006/relationships/customXml" Target="../ink/ink3777.xml"/><Relationship Id="rId49" Type="http://schemas.openxmlformats.org/officeDocument/2006/relationships/image" Target="NULL"/><Relationship Id="rId114" Type="http://schemas.openxmlformats.org/officeDocument/2006/relationships/customXml" Target="../ink/ink3707.xml"/><Relationship Id="rId296" Type="http://schemas.openxmlformats.org/officeDocument/2006/relationships/customXml" Target="../ink/ink3798.xml"/><Relationship Id="rId461" Type="http://schemas.openxmlformats.org/officeDocument/2006/relationships/image" Target="NULL"/><Relationship Id="rId517" Type="http://schemas.openxmlformats.org/officeDocument/2006/relationships/customXml" Target="../ink/ink3909.xml"/><Relationship Id="rId559" Type="http://schemas.openxmlformats.org/officeDocument/2006/relationships/image" Target="NULL"/><Relationship Id="rId60" Type="http://schemas.openxmlformats.org/officeDocument/2006/relationships/customXml" Target="../ink/ink3680.xml"/><Relationship Id="rId156" Type="http://schemas.openxmlformats.org/officeDocument/2006/relationships/customXml" Target="../ink/ink3728.xml"/><Relationship Id="rId198" Type="http://schemas.openxmlformats.org/officeDocument/2006/relationships/customXml" Target="../ink/ink3749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570" Type="http://schemas.openxmlformats.org/officeDocument/2006/relationships/customXml" Target="../ink/ink3936.xml"/><Relationship Id="rId223" Type="http://schemas.openxmlformats.org/officeDocument/2006/relationships/image" Target="NULL"/><Relationship Id="rId430" Type="http://schemas.openxmlformats.org/officeDocument/2006/relationships/customXml" Target="../ink/ink3865.xml"/><Relationship Id="rId18" Type="http://schemas.openxmlformats.org/officeDocument/2006/relationships/customXml" Target="../ink/ink3659.xml"/><Relationship Id="rId265" Type="http://schemas.openxmlformats.org/officeDocument/2006/relationships/image" Target="NULL"/><Relationship Id="rId472" Type="http://schemas.openxmlformats.org/officeDocument/2006/relationships/customXml" Target="../ink/ink3886.xml"/><Relationship Id="rId528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3816.xml"/><Relationship Id="rId374" Type="http://schemas.openxmlformats.org/officeDocument/2006/relationships/customXml" Target="../ink/ink3837.xml"/><Relationship Id="rId581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customXml" Target="../ink/ink3767.xml"/><Relationship Id="rId2" Type="http://schemas.openxmlformats.org/officeDocument/2006/relationships/customXml" Target="../ink/ink3651.xml"/><Relationship Id="rId29" Type="http://schemas.openxmlformats.org/officeDocument/2006/relationships/image" Target="NULL"/><Relationship Id="rId276" Type="http://schemas.openxmlformats.org/officeDocument/2006/relationships/customXml" Target="../ink/ink3788.xml"/><Relationship Id="rId441" Type="http://schemas.openxmlformats.org/officeDocument/2006/relationships/image" Target="NULL"/><Relationship Id="rId483" Type="http://schemas.openxmlformats.org/officeDocument/2006/relationships/image" Target="NULL"/><Relationship Id="rId539" Type="http://schemas.openxmlformats.org/officeDocument/2006/relationships/image" Target="NULL"/><Relationship Id="rId40" Type="http://schemas.openxmlformats.org/officeDocument/2006/relationships/customXml" Target="../ink/ink3670.xml"/><Relationship Id="rId136" Type="http://schemas.openxmlformats.org/officeDocument/2006/relationships/customXml" Target="../ink/ink3718.xml"/><Relationship Id="rId178" Type="http://schemas.openxmlformats.org/officeDocument/2006/relationships/customXml" Target="../ink/ink3739.xml"/><Relationship Id="rId301" Type="http://schemas.openxmlformats.org/officeDocument/2006/relationships/image" Target="NULL"/><Relationship Id="rId343" Type="http://schemas.openxmlformats.org/officeDocument/2006/relationships/image" Target="NULL"/><Relationship Id="rId550" Type="http://schemas.openxmlformats.org/officeDocument/2006/relationships/customXml" Target="../ink/ink3926.xml"/><Relationship Id="rId82" Type="http://schemas.openxmlformats.org/officeDocument/2006/relationships/customXml" Target="../ink/ink3691.xml"/><Relationship Id="rId203" Type="http://schemas.openxmlformats.org/officeDocument/2006/relationships/image" Target="NULL"/><Relationship Id="rId385" Type="http://schemas.openxmlformats.org/officeDocument/2006/relationships/image" Target="NULL"/><Relationship Id="rId592" Type="http://schemas.openxmlformats.org/officeDocument/2006/relationships/customXml" Target="../ink/ink3947.xml"/><Relationship Id="rId606" Type="http://schemas.openxmlformats.org/officeDocument/2006/relationships/customXml" Target="../ink/ink3954.xm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3855.xml"/><Relationship Id="rId452" Type="http://schemas.openxmlformats.org/officeDocument/2006/relationships/customXml" Target="../ink/ink3876.xm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3806.xml"/><Relationship Id="rId354" Type="http://schemas.openxmlformats.org/officeDocument/2006/relationships/customXml" Target="../ink/ink3827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3848.xml"/><Relationship Id="rId561" Type="http://schemas.openxmlformats.org/officeDocument/2006/relationships/image" Target="NULL"/><Relationship Id="rId214" Type="http://schemas.openxmlformats.org/officeDocument/2006/relationships/customXml" Target="../ink/ink3757.xml"/><Relationship Id="rId256" Type="http://schemas.openxmlformats.org/officeDocument/2006/relationships/customXml" Target="../ink/ink3778.xml"/><Relationship Id="rId298" Type="http://schemas.openxmlformats.org/officeDocument/2006/relationships/customXml" Target="../ink/ink3799.xml"/><Relationship Id="rId421" Type="http://schemas.openxmlformats.org/officeDocument/2006/relationships/image" Target="NULL"/><Relationship Id="rId463" Type="http://schemas.openxmlformats.org/officeDocument/2006/relationships/image" Target="NULL"/><Relationship Id="rId519" Type="http://schemas.openxmlformats.org/officeDocument/2006/relationships/customXml" Target="../ink/ink3910.xml"/><Relationship Id="rId116" Type="http://schemas.openxmlformats.org/officeDocument/2006/relationships/customXml" Target="../ink/ink3708.xml"/><Relationship Id="rId158" Type="http://schemas.openxmlformats.org/officeDocument/2006/relationships/customXml" Target="../ink/ink3729.xml"/><Relationship Id="rId323" Type="http://schemas.openxmlformats.org/officeDocument/2006/relationships/image" Target="NULL"/><Relationship Id="rId530" Type="http://schemas.openxmlformats.org/officeDocument/2006/relationships/image" Target="NULL"/><Relationship Id="rId20" Type="http://schemas.openxmlformats.org/officeDocument/2006/relationships/customXml" Target="../ink/ink3660.xml"/><Relationship Id="rId62" Type="http://schemas.openxmlformats.org/officeDocument/2006/relationships/customXml" Target="../ink/ink3681.xml"/><Relationship Id="rId365" Type="http://schemas.openxmlformats.org/officeDocument/2006/relationships/image" Target="NULL"/><Relationship Id="rId572" Type="http://schemas.openxmlformats.org/officeDocument/2006/relationships/customXml" Target="../ink/ink3937.xm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customXml" Target="../ink/ink3866.xml"/><Relationship Id="rId474" Type="http://schemas.openxmlformats.org/officeDocument/2006/relationships/customXml" Target="../ink/ink3887.xm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3817.xml"/><Relationship Id="rId376" Type="http://schemas.openxmlformats.org/officeDocument/2006/relationships/customXml" Target="../ink/ink3838.xml"/><Relationship Id="rId541" Type="http://schemas.openxmlformats.org/officeDocument/2006/relationships/image" Target="NULL"/><Relationship Id="rId583" Type="http://schemas.openxmlformats.org/officeDocument/2006/relationships/image" Target="NULL"/><Relationship Id="rId4" Type="http://schemas.openxmlformats.org/officeDocument/2006/relationships/customXml" Target="../ink/ink3652.xml"/><Relationship Id="rId180" Type="http://schemas.openxmlformats.org/officeDocument/2006/relationships/customXml" Target="../ink/ink3740.xml"/><Relationship Id="rId236" Type="http://schemas.openxmlformats.org/officeDocument/2006/relationships/customXml" Target="../ink/ink3768.xml"/><Relationship Id="rId278" Type="http://schemas.openxmlformats.org/officeDocument/2006/relationships/customXml" Target="../ink/ink3789.xml"/><Relationship Id="rId401" Type="http://schemas.openxmlformats.org/officeDocument/2006/relationships/image" Target="NULL"/><Relationship Id="rId443" Type="http://schemas.openxmlformats.org/officeDocument/2006/relationships/image" Target="NULL"/><Relationship Id="rId303" Type="http://schemas.openxmlformats.org/officeDocument/2006/relationships/image" Target="NULL"/><Relationship Id="rId485" Type="http://schemas.openxmlformats.org/officeDocument/2006/relationships/image" Target="NULL"/><Relationship Id="rId42" Type="http://schemas.openxmlformats.org/officeDocument/2006/relationships/customXml" Target="../ink/ink3671.xml"/><Relationship Id="rId84" Type="http://schemas.openxmlformats.org/officeDocument/2006/relationships/customXml" Target="../ink/ink3692.xml"/><Relationship Id="rId138" Type="http://schemas.openxmlformats.org/officeDocument/2006/relationships/customXml" Target="../ink/ink3719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image" Target="NULL"/><Relationship Id="rId552" Type="http://schemas.openxmlformats.org/officeDocument/2006/relationships/customXml" Target="../ink/ink3927.xml"/><Relationship Id="rId594" Type="http://schemas.openxmlformats.org/officeDocument/2006/relationships/customXml" Target="../ink/ink3948.xml"/><Relationship Id="rId608" Type="http://schemas.openxmlformats.org/officeDocument/2006/relationships/customXml" Target="../ink/ink3955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3856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3877.xm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3807.xml"/><Relationship Id="rId356" Type="http://schemas.openxmlformats.org/officeDocument/2006/relationships/customXml" Target="../ink/ink3828.xml"/><Relationship Id="rId398" Type="http://schemas.openxmlformats.org/officeDocument/2006/relationships/customXml" Target="../ink/ink3849.xml"/><Relationship Id="rId521" Type="http://schemas.openxmlformats.org/officeDocument/2006/relationships/customXml" Target="../ink/ink3911.xml"/><Relationship Id="rId563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3730.xml"/><Relationship Id="rId216" Type="http://schemas.openxmlformats.org/officeDocument/2006/relationships/customXml" Target="../ink/ink3758.xml"/><Relationship Id="rId423" Type="http://schemas.openxmlformats.org/officeDocument/2006/relationships/image" Target="NULL"/><Relationship Id="rId258" Type="http://schemas.openxmlformats.org/officeDocument/2006/relationships/customXml" Target="../ink/ink3779.xml"/><Relationship Id="rId465" Type="http://schemas.openxmlformats.org/officeDocument/2006/relationships/image" Target="NULL"/><Relationship Id="rId22" Type="http://schemas.openxmlformats.org/officeDocument/2006/relationships/customXml" Target="../ink/ink3661.xml"/><Relationship Id="rId64" Type="http://schemas.openxmlformats.org/officeDocument/2006/relationships/customXml" Target="../ink/ink3682.xml"/><Relationship Id="rId118" Type="http://schemas.openxmlformats.org/officeDocument/2006/relationships/customXml" Target="../ink/ink3709.xml"/><Relationship Id="rId325" Type="http://schemas.openxmlformats.org/officeDocument/2006/relationships/image" Target="NULL"/><Relationship Id="rId367" Type="http://schemas.openxmlformats.org/officeDocument/2006/relationships/image" Target="NULL"/><Relationship Id="rId532" Type="http://schemas.openxmlformats.org/officeDocument/2006/relationships/customXml" Target="../ink/ink3917.xml"/><Relationship Id="rId574" Type="http://schemas.openxmlformats.org/officeDocument/2006/relationships/customXml" Target="../ink/ink3938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3867.xml"/><Relationship Id="rId476" Type="http://schemas.openxmlformats.org/officeDocument/2006/relationships/customXml" Target="../ink/ink3888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3790.xml"/><Relationship Id="rId336" Type="http://schemas.openxmlformats.org/officeDocument/2006/relationships/customXml" Target="../ink/ink3818.xml"/><Relationship Id="rId501" Type="http://schemas.openxmlformats.org/officeDocument/2006/relationships/customXml" Target="../ink/ink3901.xm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3720.xml"/><Relationship Id="rId182" Type="http://schemas.openxmlformats.org/officeDocument/2006/relationships/customXml" Target="../ink/ink3741.xml"/><Relationship Id="rId378" Type="http://schemas.openxmlformats.org/officeDocument/2006/relationships/customXml" Target="../ink/ink3839.xml"/><Relationship Id="rId403" Type="http://schemas.openxmlformats.org/officeDocument/2006/relationships/image" Target="NULL"/><Relationship Id="rId585" Type="http://schemas.openxmlformats.org/officeDocument/2006/relationships/image" Target="NULL"/><Relationship Id="rId6" Type="http://schemas.openxmlformats.org/officeDocument/2006/relationships/customXml" Target="../ink/ink3653.xml"/><Relationship Id="rId238" Type="http://schemas.openxmlformats.org/officeDocument/2006/relationships/customXml" Target="../ink/ink3769.xml"/><Relationship Id="rId445" Type="http://schemas.openxmlformats.org/officeDocument/2006/relationships/image" Target="NULL"/><Relationship Id="rId487" Type="http://schemas.openxmlformats.org/officeDocument/2006/relationships/image" Target="NULL"/><Relationship Id="rId610" Type="http://schemas.openxmlformats.org/officeDocument/2006/relationships/customXml" Target="../ink/ink3956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image" Target="NULL"/><Relationship Id="rId44" Type="http://schemas.openxmlformats.org/officeDocument/2006/relationships/customXml" Target="../ink/ink3672.xml"/><Relationship Id="rId86" Type="http://schemas.openxmlformats.org/officeDocument/2006/relationships/customXml" Target="../ink/ink3693.xml"/><Relationship Id="rId151" Type="http://schemas.openxmlformats.org/officeDocument/2006/relationships/image" Target="NULL"/><Relationship Id="rId389" Type="http://schemas.openxmlformats.org/officeDocument/2006/relationships/image" Target="NULL"/><Relationship Id="rId554" Type="http://schemas.openxmlformats.org/officeDocument/2006/relationships/customXml" Target="../ink/ink3928.xml"/><Relationship Id="rId596" Type="http://schemas.openxmlformats.org/officeDocument/2006/relationships/customXml" Target="../ink/ink3949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3857.xml"/><Relationship Id="rId456" Type="http://schemas.openxmlformats.org/officeDocument/2006/relationships/customXml" Target="../ink/ink3878.xml"/><Relationship Id="rId498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3780.xml"/><Relationship Id="rId316" Type="http://schemas.openxmlformats.org/officeDocument/2006/relationships/customXml" Target="../ink/ink3808.xml"/><Relationship Id="rId523" Type="http://schemas.openxmlformats.org/officeDocument/2006/relationships/customXml" Target="../ink/ink3912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3710.xml"/><Relationship Id="rId358" Type="http://schemas.openxmlformats.org/officeDocument/2006/relationships/customXml" Target="../ink/ink3829.xml"/><Relationship Id="rId565" Type="http://schemas.openxmlformats.org/officeDocument/2006/relationships/image" Target="NULL"/><Relationship Id="rId162" Type="http://schemas.openxmlformats.org/officeDocument/2006/relationships/customXml" Target="../ink/ink3731.xml"/><Relationship Id="rId218" Type="http://schemas.openxmlformats.org/officeDocument/2006/relationships/customXml" Target="../ink/ink3759.xm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3662.xml"/><Relationship Id="rId66" Type="http://schemas.openxmlformats.org/officeDocument/2006/relationships/customXml" Target="../ink/ink3683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customXml" Target="../ink/ink3918.xml"/><Relationship Id="rId576" Type="http://schemas.openxmlformats.org/officeDocument/2006/relationships/customXml" Target="../ink/ink3939.xm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3840.xml"/><Relationship Id="rId436" Type="http://schemas.openxmlformats.org/officeDocument/2006/relationships/customXml" Target="../ink/ink3868.xml"/><Relationship Id="rId601" Type="http://schemas.openxmlformats.org/officeDocument/2006/relationships/image" Target="NULL"/><Relationship Id="rId240" Type="http://schemas.openxmlformats.org/officeDocument/2006/relationships/customXml" Target="../ink/ink3770.xml"/><Relationship Id="rId478" Type="http://schemas.openxmlformats.org/officeDocument/2006/relationships/customXml" Target="../ink/ink3889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3700.xml"/><Relationship Id="rId282" Type="http://schemas.openxmlformats.org/officeDocument/2006/relationships/customXml" Target="../ink/ink3791.xml"/><Relationship Id="rId338" Type="http://schemas.openxmlformats.org/officeDocument/2006/relationships/customXml" Target="../ink/ink3819.xml"/><Relationship Id="rId503" Type="http://schemas.openxmlformats.org/officeDocument/2006/relationships/customXml" Target="../ink/ink3902.xml"/><Relationship Id="rId545" Type="http://schemas.openxmlformats.org/officeDocument/2006/relationships/image" Target="NULL"/><Relationship Id="rId587" Type="http://schemas.openxmlformats.org/officeDocument/2006/relationships/image" Target="NULL"/><Relationship Id="rId8" Type="http://schemas.openxmlformats.org/officeDocument/2006/relationships/customXml" Target="../ink/ink3654.xml"/><Relationship Id="rId142" Type="http://schemas.openxmlformats.org/officeDocument/2006/relationships/customXml" Target="../ink/ink3721.xml"/><Relationship Id="rId184" Type="http://schemas.openxmlformats.org/officeDocument/2006/relationships/customXml" Target="../ink/ink3742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612" Type="http://schemas.openxmlformats.org/officeDocument/2006/relationships/customXml" Target="../ink/ink3957.xml"/><Relationship Id="rId251" Type="http://schemas.openxmlformats.org/officeDocument/2006/relationships/image" Target="NULL"/><Relationship Id="rId489" Type="http://schemas.openxmlformats.org/officeDocument/2006/relationships/customXml" Target="../ink/ink3895.xml"/><Relationship Id="rId46" Type="http://schemas.openxmlformats.org/officeDocument/2006/relationships/customXml" Target="../ink/ink3673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image" Target="NULL"/><Relationship Id="rId556" Type="http://schemas.openxmlformats.org/officeDocument/2006/relationships/customXml" Target="../ink/ink3929.xml"/><Relationship Id="rId88" Type="http://schemas.openxmlformats.org/officeDocument/2006/relationships/customXml" Target="../ink/ink3694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3830.xml"/><Relationship Id="rId416" Type="http://schemas.openxmlformats.org/officeDocument/2006/relationships/customXml" Target="../ink/ink3858.xml"/><Relationship Id="rId598" Type="http://schemas.openxmlformats.org/officeDocument/2006/relationships/customXml" Target="../ink/ink3950.xml"/><Relationship Id="rId220" Type="http://schemas.openxmlformats.org/officeDocument/2006/relationships/customXml" Target="../ink/ink3760.xml"/><Relationship Id="rId458" Type="http://schemas.openxmlformats.org/officeDocument/2006/relationships/customXml" Target="../ink/ink3879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3781.xml"/><Relationship Id="rId318" Type="http://schemas.openxmlformats.org/officeDocument/2006/relationships/customXml" Target="../ink/ink3809.xml"/><Relationship Id="rId525" Type="http://schemas.openxmlformats.org/officeDocument/2006/relationships/customXml" Target="../ink/ink3913.xml"/><Relationship Id="rId567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3711.xml"/><Relationship Id="rId164" Type="http://schemas.openxmlformats.org/officeDocument/2006/relationships/customXml" Target="../ink/ink3732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26" Type="http://schemas.openxmlformats.org/officeDocument/2006/relationships/customXml" Target="../ink/ink3663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3890.xml"/><Relationship Id="rId536" Type="http://schemas.openxmlformats.org/officeDocument/2006/relationships/customXml" Target="../ink/ink3919.xml"/><Relationship Id="rId68" Type="http://schemas.openxmlformats.org/officeDocument/2006/relationships/customXml" Target="../ink/ink3684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3820.xml"/><Relationship Id="rId578" Type="http://schemas.openxmlformats.org/officeDocument/2006/relationships/customXml" Target="../ink/ink3940.xml"/><Relationship Id="rId200" Type="http://schemas.openxmlformats.org/officeDocument/2006/relationships/customXml" Target="../ink/ink3750.xml"/><Relationship Id="rId382" Type="http://schemas.openxmlformats.org/officeDocument/2006/relationships/customXml" Target="../ink/ink3841.xml"/><Relationship Id="rId438" Type="http://schemas.openxmlformats.org/officeDocument/2006/relationships/customXml" Target="../ink/ink3869.xml"/><Relationship Id="rId603" Type="http://schemas.openxmlformats.org/officeDocument/2006/relationships/image" Target="NULL"/><Relationship Id="rId242" Type="http://schemas.openxmlformats.org/officeDocument/2006/relationships/customXml" Target="../ink/ink3771.xml"/><Relationship Id="rId284" Type="http://schemas.openxmlformats.org/officeDocument/2006/relationships/customXml" Target="../ink/ink3792.xml"/><Relationship Id="rId491" Type="http://schemas.openxmlformats.org/officeDocument/2006/relationships/customXml" Target="../ink/ink3896.xml"/><Relationship Id="rId505" Type="http://schemas.openxmlformats.org/officeDocument/2006/relationships/customXml" Target="../ink/ink3903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3701.xml"/><Relationship Id="rId144" Type="http://schemas.openxmlformats.org/officeDocument/2006/relationships/customXml" Target="../ink/ink3722.xml"/><Relationship Id="rId547" Type="http://schemas.openxmlformats.org/officeDocument/2006/relationships/image" Target="NULL"/><Relationship Id="rId589" Type="http://schemas.openxmlformats.org/officeDocument/2006/relationships/image" Target="NULL"/><Relationship Id="rId90" Type="http://schemas.openxmlformats.org/officeDocument/2006/relationships/customXml" Target="../ink/ink3695.xml"/><Relationship Id="rId186" Type="http://schemas.openxmlformats.org/officeDocument/2006/relationships/customXml" Target="../ink/ink3743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614" Type="http://schemas.openxmlformats.org/officeDocument/2006/relationships/customXml" Target="../ink/ink3958.xm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3880.xml"/><Relationship Id="rId516" Type="http://schemas.openxmlformats.org/officeDocument/2006/relationships/image" Target="NULL"/><Relationship Id="rId48" Type="http://schemas.openxmlformats.org/officeDocument/2006/relationships/customXml" Target="../ink/ink3674.xml"/><Relationship Id="rId113" Type="http://schemas.openxmlformats.org/officeDocument/2006/relationships/image" Target="NULL"/><Relationship Id="rId320" Type="http://schemas.openxmlformats.org/officeDocument/2006/relationships/customXml" Target="../ink/ink3810.xml"/><Relationship Id="rId558" Type="http://schemas.openxmlformats.org/officeDocument/2006/relationships/customXml" Target="../ink/ink3930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3831.xml"/><Relationship Id="rId418" Type="http://schemas.openxmlformats.org/officeDocument/2006/relationships/customXml" Target="../ink/ink3859.xml"/><Relationship Id="rId222" Type="http://schemas.openxmlformats.org/officeDocument/2006/relationships/customXml" Target="../ink/ink3761.xml"/><Relationship Id="rId264" Type="http://schemas.openxmlformats.org/officeDocument/2006/relationships/customXml" Target="../ink/ink3782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3712.xml"/><Relationship Id="rId527" Type="http://schemas.openxmlformats.org/officeDocument/2006/relationships/customXml" Target="../ink/ink3914.xml"/><Relationship Id="rId569" Type="http://schemas.openxmlformats.org/officeDocument/2006/relationships/image" Target="NULL"/><Relationship Id="rId70" Type="http://schemas.openxmlformats.org/officeDocument/2006/relationships/customXml" Target="../ink/ink3685.xml"/><Relationship Id="rId166" Type="http://schemas.openxmlformats.org/officeDocument/2006/relationships/customXml" Target="../ink/ink3733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580" Type="http://schemas.openxmlformats.org/officeDocument/2006/relationships/customXml" Target="../ink/ink3941.xm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3870.xml"/><Relationship Id="rId28" Type="http://schemas.openxmlformats.org/officeDocument/2006/relationships/customXml" Target="../ink/ink3664.xml"/><Relationship Id="rId275" Type="http://schemas.openxmlformats.org/officeDocument/2006/relationships/image" Target="NULL"/><Relationship Id="rId300" Type="http://schemas.openxmlformats.org/officeDocument/2006/relationships/customXml" Target="../ink/ink3800.xml"/><Relationship Id="rId482" Type="http://schemas.openxmlformats.org/officeDocument/2006/relationships/customXml" Target="../ink/ink3891.xml"/><Relationship Id="rId538" Type="http://schemas.openxmlformats.org/officeDocument/2006/relationships/customXml" Target="../ink/ink3920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3821.xml"/><Relationship Id="rId384" Type="http://schemas.openxmlformats.org/officeDocument/2006/relationships/customXml" Target="../ink/ink3842.xml"/><Relationship Id="rId591" Type="http://schemas.openxmlformats.org/officeDocument/2006/relationships/image" Target="NULL"/><Relationship Id="rId605" Type="http://schemas.openxmlformats.org/officeDocument/2006/relationships/image" Target="NULL"/><Relationship Id="rId202" Type="http://schemas.openxmlformats.org/officeDocument/2006/relationships/customXml" Target="../ink/ink3751.xml"/><Relationship Id="rId244" Type="http://schemas.openxmlformats.org/officeDocument/2006/relationships/customXml" Target="../ink/ink3772.xml"/><Relationship Id="rId39" Type="http://schemas.openxmlformats.org/officeDocument/2006/relationships/image" Target="NULL"/><Relationship Id="rId286" Type="http://schemas.openxmlformats.org/officeDocument/2006/relationships/customXml" Target="../ink/ink3793.xml"/><Relationship Id="rId451" Type="http://schemas.openxmlformats.org/officeDocument/2006/relationships/image" Target="NULL"/><Relationship Id="rId493" Type="http://schemas.openxmlformats.org/officeDocument/2006/relationships/customXml" Target="../ink/ink3897.xml"/><Relationship Id="rId507" Type="http://schemas.openxmlformats.org/officeDocument/2006/relationships/customXml" Target="../ink/ink3904.xml"/><Relationship Id="rId549" Type="http://schemas.openxmlformats.org/officeDocument/2006/relationships/image" Target="NULL"/><Relationship Id="rId50" Type="http://schemas.openxmlformats.org/officeDocument/2006/relationships/customXml" Target="../ink/ink3675.xml"/><Relationship Id="rId104" Type="http://schemas.openxmlformats.org/officeDocument/2006/relationships/customXml" Target="../ink/ink3702.xml"/><Relationship Id="rId146" Type="http://schemas.openxmlformats.org/officeDocument/2006/relationships/customXml" Target="../ink/ink3723.xml"/><Relationship Id="rId188" Type="http://schemas.openxmlformats.org/officeDocument/2006/relationships/customXml" Target="../ink/ink3744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560" Type="http://schemas.openxmlformats.org/officeDocument/2006/relationships/customXml" Target="../ink/ink3931.xml"/><Relationship Id="rId92" Type="http://schemas.openxmlformats.org/officeDocument/2006/relationships/customXml" Target="../ink/ink3696.xml"/><Relationship Id="rId213" Type="http://schemas.openxmlformats.org/officeDocument/2006/relationships/image" Target="NULL"/><Relationship Id="rId420" Type="http://schemas.openxmlformats.org/officeDocument/2006/relationships/customXml" Target="../ink/ink3860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3881.xml"/><Relationship Id="rId518" Type="http://schemas.openxmlformats.org/officeDocument/2006/relationships/image" Target="NUL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3811.xml"/><Relationship Id="rId364" Type="http://schemas.openxmlformats.org/officeDocument/2006/relationships/customXml" Target="../ink/ink3832.xml"/><Relationship Id="rId61" Type="http://schemas.openxmlformats.org/officeDocument/2006/relationships/image" Target="NULL"/><Relationship Id="rId199" Type="http://schemas.openxmlformats.org/officeDocument/2006/relationships/image" Target="NULL"/><Relationship Id="rId571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3762.xml"/><Relationship Id="rId266" Type="http://schemas.openxmlformats.org/officeDocument/2006/relationships/customXml" Target="../ink/ink3783.xml"/><Relationship Id="rId431" Type="http://schemas.openxmlformats.org/officeDocument/2006/relationships/image" Target="NULL"/><Relationship Id="rId473" Type="http://schemas.openxmlformats.org/officeDocument/2006/relationships/image" Target="NULL"/><Relationship Id="rId529" Type="http://schemas.openxmlformats.org/officeDocument/2006/relationships/customXml" Target="../ink/ink3915.xml"/><Relationship Id="rId30" Type="http://schemas.openxmlformats.org/officeDocument/2006/relationships/customXml" Target="../ink/ink3665.xml"/><Relationship Id="rId126" Type="http://schemas.openxmlformats.org/officeDocument/2006/relationships/customXml" Target="../ink/ink3713.xml"/><Relationship Id="rId168" Type="http://schemas.openxmlformats.org/officeDocument/2006/relationships/customXml" Target="../ink/ink3734.xml"/><Relationship Id="rId333" Type="http://schemas.openxmlformats.org/officeDocument/2006/relationships/image" Target="NULL"/><Relationship Id="rId540" Type="http://schemas.openxmlformats.org/officeDocument/2006/relationships/customXml" Target="../ink/ink3921.xml"/><Relationship Id="rId72" Type="http://schemas.openxmlformats.org/officeDocument/2006/relationships/customXml" Target="../ink/ink3686.xml"/><Relationship Id="rId375" Type="http://schemas.openxmlformats.org/officeDocument/2006/relationships/image" Target="NULL"/><Relationship Id="rId582" Type="http://schemas.openxmlformats.org/officeDocument/2006/relationships/customXml" Target="../ink/ink3942.xm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3850.xml"/><Relationship Id="rId442" Type="http://schemas.openxmlformats.org/officeDocument/2006/relationships/customXml" Target="../ink/ink3871.xml"/><Relationship Id="rId484" Type="http://schemas.openxmlformats.org/officeDocument/2006/relationships/customXml" Target="../ink/ink3892.xml"/><Relationship Id="rId137" Type="http://schemas.openxmlformats.org/officeDocument/2006/relationships/image" Target="NULL"/><Relationship Id="rId302" Type="http://schemas.openxmlformats.org/officeDocument/2006/relationships/customXml" Target="../ink/ink3801.xml"/><Relationship Id="rId344" Type="http://schemas.openxmlformats.org/officeDocument/2006/relationships/customXml" Target="../ink/ink3822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3843.xml"/><Relationship Id="rId551" Type="http://schemas.openxmlformats.org/officeDocument/2006/relationships/image" Target="NULL"/><Relationship Id="rId593" Type="http://schemas.openxmlformats.org/officeDocument/2006/relationships/image" Target="NULL"/><Relationship Id="rId607" Type="http://schemas.openxmlformats.org/officeDocument/2006/relationships/image" Target="NULL"/><Relationship Id="rId190" Type="http://schemas.openxmlformats.org/officeDocument/2006/relationships/customXml" Target="../ink/ink3745.xml"/><Relationship Id="rId204" Type="http://schemas.openxmlformats.org/officeDocument/2006/relationships/customXml" Target="../ink/ink3752.xml"/><Relationship Id="rId246" Type="http://schemas.openxmlformats.org/officeDocument/2006/relationships/customXml" Target="../ink/ink3773.xml"/><Relationship Id="rId288" Type="http://schemas.openxmlformats.org/officeDocument/2006/relationships/customXml" Target="../ink/ink3794.xm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customXml" Target="../ink/ink3905.xml"/><Relationship Id="rId106" Type="http://schemas.openxmlformats.org/officeDocument/2006/relationships/customXml" Target="../ink/ink3703.xml"/><Relationship Id="rId313" Type="http://schemas.openxmlformats.org/officeDocument/2006/relationships/image" Target="NULL"/><Relationship Id="rId495" Type="http://schemas.openxmlformats.org/officeDocument/2006/relationships/customXml" Target="../ink/ink3898.xml"/><Relationship Id="rId10" Type="http://schemas.openxmlformats.org/officeDocument/2006/relationships/customXml" Target="../ink/ink3655.xml"/><Relationship Id="rId52" Type="http://schemas.openxmlformats.org/officeDocument/2006/relationships/customXml" Target="../ink/ink3676.xml"/><Relationship Id="rId94" Type="http://schemas.openxmlformats.org/officeDocument/2006/relationships/customXml" Target="../ink/ink3697.xml"/><Relationship Id="rId148" Type="http://schemas.openxmlformats.org/officeDocument/2006/relationships/customXml" Target="../ink/ink3724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image" Target="NULL"/><Relationship Id="rId562" Type="http://schemas.openxmlformats.org/officeDocument/2006/relationships/customXml" Target="../ink/ink3932.xm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3861.xml"/><Relationship Id="rId464" Type="http://schemas.openxmlformats.org/officeDocument/2006/relationships/customXml" Target="../ink/ink3882.xm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3833.xml"/><Relationship Id="rId573" Type="http://schemas.openxmlformats.org/officeDocument/2006/relationships/image" Target="NULL"/><Relationship Id="rId226" Type="http://schemas.openxmlformats.org/officeDocument/2006/relationships/customXml" Target="../ink/ink3763.xml"/><Relationship Id="rId433" Type="http://schemas.openxmlformats.org/officeDocument/2006/relationships/image" Target="NULL"/><Relationship Id="rId74" Type="http://schemas.openxmlformats.org/officeDocument/2006/relationships/customXml" Target="../ink/ink3687.xml"/><Relationship Id="rId377" Type="http://schemas.openxmlformats.org/officeDocument/2006/relationships/image" Target="NULL"/><Relationship Id="rId500" Type="http://schemas.openxmlformats.org/officeDocument/2006/relationships/image" Target="NULL"/><Relationship Id="rId584" Type="http://schemas.openxmlformats.org/officeDocument/2006/relationships/customXml" Target="../ink/ink3943.xm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customXml" Target="../ink/ink3872.xml"/><Relationship Id="rId290" Type="http://schemas.openxmlformats.org/officeDocument/2006/relationships/customXml" Target="../ink/ink3795.xml"/><Relationship Id="rId304" Type="http://schemas.openxmlformats.org/officeDocument/2006/relationships/customXml" Target="../ink/ink3802.xml"/><Relationship Id="rId388" Type="http://schemas.openxmlformats.org/officeDocument/2006/relationships/customXml" Target="../ink/ink3844.xml"/><Relationship Id="rId511" Type="http://schemas.openxmlformats.org/officeDocument/2006/relationships/customXml" Target="../ink/ink3906.xml"/><Relationship Id="rId609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3725.xml"/><Relationship Id="rId595" Type="http://schemas.openxmlformats.org/officeDocument/2006/relationships/image" Target="NULL"/><Relationship Id="rId248" Type="http://schemas.openxmlformats.org/officeDocument/2006/relationships/customXml" Target="../ink/ink3774.xml"/><Relationship Id="rId455" Type="http://schemas.openxmlformats.org/officeDocument/2006/relationships/image" Target="NULL"/><Relationship Id="rId12" Type="http://schemas.openxmlformats.org/officeDocument/2006/relationships/customXml" Target="../ink/ink3656.xml"/><Relationship Id="rId108" Type="http://schemas.openxmlformats.org/officeDocument/2006/relationships/customXml" Target="../ink/ink3704.xml"/><Relationship Id="rId315" Type="http://schemas.openxmlformats.org/officeDocument/2006/relationships/image" Target="NULL"/><Relationship Id="rId522" Type="http://schemas.openxmlformats.org/officeDocument/2006/relationships/image" Target="NULL"/><Relationship Id="rId96" Type="http://schemas.openxmlformats.org/officeDocument/2006/relationships/customXml" Target="../ink/ink3698.xml"/><Relationship Id="rId161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66" Type="http://schemas.openxmlformats.org/officeDocument/2006/relationships/customXml" Target="../ink/ink3883.xm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customXml" Target="../ink/ink3813.xml"/><Relationship Id="rId533" Type="http://schemas.openxmlformats.org/officeDocument/2006/relationships/image" Target="NULL"/><Relationship Id="rId172" Type="http://schemas.openxmlformats.org/officeDocument/2006/relationships/customXml" Target="../ink/ink3736.xml"/><Relationship Id="rId477" Type="http://schemas.openxmlformats.org/officeDocument/2006/relationships/image" Target="NULL"/><Relationship Id="rId600" Type="http://schemas.openxmlformats.org/officeDocument/2006/relationships/customXml" Target="../ink/ink3951.xml"/><Relationship Id="rId337" Type="http://schemas.openxmlformats.org/officeDocument/2006/relationships/image" Target="NULL"/><Relationship Id="rId34" Type="http://schemas.openxmlformats.org/officeDocument/2006/relationships/customXml" Target="../ink/ink3667.xml"/><Relationship Id="rId544" Type="http://schemas.openxmlformats.org/officeDocument/2006/relationships/customXml" Target="../ink/ink3923.xml"/><Relationship Id="rId183" Type="http://schemas.openxmlformats.org/officeDocument/2006/relationships/image" Target="NULL"/><Relationship Id="rId390" Type="http://schemas.openxmlformats.org/officeDocument/2006/relationships/customXml" Target="../ink/ink3845.xml"/><Relationship Id="rId404" Type="http://schemas.openxmlformats.org/officeDocument/2006/relationships/customXml" Target="../ink/ink3852.xml"/><Relationship Id="rId611" Type="http://schemas.openxmlformats.org/officeDocument/2006/relationships/image" Target="NULL"/><Relationship Id="rId250" Type="http://schemas.openxmlformats.org/officeDocument/2006/relationships/customXml" Target="../ink/ink3775.xml"/><Relationship Id="rId488" Type="http://schemas.openxmlformats.org/officeDocument/2006/relationships/customXml" Target="../ink/ink3894.xml"/><Relationship Id="rId45" Type="http://schemas.openxmlformats.org/officeDocument/2006/relationships/image" Target="NULL"/><Relationship Id="rId110" Type="http://schemas.openxmlformats.org/officeDocument/2006/relationships/customXml" Target="../ink/ink3705.xml"/><Relationship Id="rId348" Type="http://schemas.openxmlformats.org/officeDocument/2006/relationships/customXml" Target="../ink/ink3824.xml"/><Relationship Id="rId555" Type="http://schemas.openxmlformats.org/officeDocument/2006/relationships/image" Target="NULL"/><Relationship Id="rId194" Type="http://schemas.openxmlformats.org/officeDocument/2006/relationships/customXml" Target="../ink/ink3747.xml"/><Relationship Id="rId208" Type="http://schemas.openxmlformats.org/officeDocument/2006/relationships/customXml" Target="../ink/ink3754.xml"/><Relationship Id="rId415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customXml" Target="../ink/ink3900.xml"/><Relationship Id="rId56" Type="http://schemas.openxmlformats.org/officeDocument/2006/relationships/customXml" Target="../ink/ink3678.xml"/><Relationship Id="rId359" Type="http://schemas.openxmlformats.org/officeDocument/2006/relationships/image" Target="NULL"/><Relationship Id="rId566" Type="http://schemas.openxmlformats.org/officeDocument/2006/relationships/customXml" Target="../ink/ink3934.xml"/><Relationship Id="rId121" Type="http://schemas.openxmlformats.org/officeDocument/2006/relationships/image" Target="NULL"/><Relationship Id="rId219" Type="http://schemas.openxmlformats.org/officeDocument/2006/relationships/image" Target="NULL"/><Relationship Id="rId426" Type="http://schemas.openxmlformats.org/officeDocument/2006/relationships/customXml" Target="../ink/ink3863.xm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4121.xml"/><Relationship Id="rId366" Type="http://schemas.openxmlformats.org/officeDocument/2006/relationships/customXml" Target="../ink/ink4142.xml"/><Relationship Id="rId170" Type="http://schemas.openxmlformats.org/officeDocument/2006/relationships/customXml" Target="../ink/ink4043.xml"/><Relationship Id="rId226" Type="http://schemas.openxmlformats.org/officeDocument/2006/relationships/image" Target="NULL"/><Relationship Id="rId268" Type="http://schemas.openxmlformats.org/officeDocument/2006/relationships/image" Target="NULL"/><Relationship Id="rId32" Type="http://schemas.openxmlformats.org/officeDocument/2006/relationships/customXml" Target="../ink/ink3974.xml"/><Relationship Id="rId74" Type="http://schemas.openxmlformats.org/officeDocument/2006/relationships/customXml" Target="../ink/ink3995.xml"/><Relationship Id="rId128" Type="http://schemas.openxmlformats.org/officeDocument/2006/relationships/customXml" Target="../ink/ink4022.xml"/><Relationship Id="rId335" Type="http://schemas.openxmlformats.org/officeDocument/2006/relationships/image" Target="NULL"/><Relationship Id="rId377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customXml" Target="../ink/ink4077.xml"/><Relationship Id="rId279" Type="http://schemas.openxmlformats.org/officeDocument/2006/relationships/customXml" Target="../ink/ink4098.xm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image" Target="NULL"/><Relationship Id="rId304" Type="http://schemas.openxmlformats.org/officeDocument/2006/relationships/customXml" Target="../ink/ink4111.xml"/><Relationship Id="rId346" Type="http://schemas.openxmlformats.org/officeDocument/2006/relationships/customXml" Target="../ink/ink4132.xml"/><Relationship Id="rId388" Type="http://schemas.openxmlformats.org/officeDocument/2006/relationships/customXml" Target="../ink/ink4153.xml"/><Relationship Id="rId85" Type="http://schemas.openxmlformats.org/officeDocument/2006/relationships/image" Target="NULL"/><Relationship Id="rId150" Type="http://schemas.openxmlformats.org/officeDocument/2006/relationships/customXml" Target="../ink/ink4033.xml"/><Relationship Id="rId192" Type="http://schemas.openxmlformats.org/officeDocument/2006/relationships/image" Target="NULL"/><Relationship Id="rId206" Type="http://schemas.openxmlformats.org/officeDocument/2006/relationships/image" Target="NULL"/><Relationship Id="rId248" Type="http://schemas.openxmlformats.org/officeDocument/2006/relationships/image" Target="NULL"/><Relationship Id="rId12" Type="http://schemas.openxmlformats.org/officeDocument/2006/relationships/customXml" Target="../ink/ink3964.xml"/><Relationship Id="rId108" Type="http://schemas.openxmlformats.org/officeDocument/2006/relationships/customXml" Target="../ink/ink4012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3985.xml"/><Relationship Id="rId96" Type="http://schemas.openxmlformats.org/officeDocument/2006/relationships/customXml" Target="../ink/ink4006.xml"/><Relationship Id="rId161" Type="http://schemas.openxmlformats.org/officeDocument/2006/relationships/image" Target="NULL"/><Relationship Id="rId217" Type="http://schemas.openxmlformats.org/officeDocument/2006/relationships/customXml" Target="../ink/ink4067.xml"/><Relationship Id="rId259" Type="http://schemas.openxmlformats.org/officeDocument/2006/relationships/customXml" Target="../ink/ink4088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image" Target="NULL"/><Relationship Id="rId326" Type="http://schemas.openxmlformats.org/officeDocument/2006/relationships/customXml" Target="../ink/ink4122.xml"/><Relationship Id="rId65" Type="http://schemas.openxmlformats.org/officeDocument/2006/relationships/image" Target="NULL"/><Relationship Id="rId130" Type="http://schemas.openxmlformats.org/officeDocument/2006/relationships/customXml" Target="../ink/ink4023.xml"/><Relationship Id="rId368" Type="http://schemas.openxmlformats.org/officeDocument/2006/relationships/customXml" Target="../ink/ink4143.xml"/><Relationship Id="rId172" Type="http://schemas.openxmlformats.org/officeDocument/2006/relationships/customXml" Target="../ink/ink4044.xml"/><Relationship Id="rId228" Type="http://schemas.openxmlformats.org/officeDocument/2006/relationships/image" Target="NULL"/><Relationship Id="rId281" Type="http://schemas.openxmlformats.org/officeDocument/2006/relationships/customXml" Target="../ink/ink4099.xml"/><Relationship Id="rId337" Type="http://schemas.openxmlformats.org/officeDocument/2006/relationships/image" Target="NULL"/><Relationship Id="rId34" Type="http://schemas.openxmlformats.org/officeDocument/2006/relationships/customXml" Target="../ink/ink3975.xml"/><Relationship Id="rId76" Type="http://schemas.openxmlformats.org/officeDocument/2006/relationships/customXml" Target="../ink/ink3996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customXml" Target="../ink/ink4050.xml"/><Relationship Id="rId239" Type="http://schemas.openxmlformats.org/officeDocument/2006/relationships/customXml" Target="../ink/ink4078.xml"/><Relationship Id="rId390" Type="http://schemas.openxmlformats.org/officeDocument/2006/relationships/customXml" Target="../ink/ink4154.xml"/><Relationship Id="rId250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customXml" Target="../ink/ink4112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4013.xml"/><Relationship Id="rId348" Type="http://schemas.openxmlformats.org/officeDocument/2006/relationships/customXml" Target="../ink/ink4133.xml"/><Relationship Id="rId152" Type="http://schemas.openxmlformats.org/officeDocument/2006/relationships/customXml" Target="../ink/ink4034.xml"/><Relationship Id="rId194" Type="http://schemas.openxmlformats.org/officeDocument/2006/relationships/image" Target="NULL"/><Relationship Id="rId208" Type="http://schemas.openxmlformats.org/officeDocument/2006/relationships/image" Target="NULL"/><Relationship Id="rId261" Type="http://schemas.openxmlformats.org/officeDocument/2006/relationships/customXml" Target="../ink/ink4089.xml"/><Relationship Id="rId14" Type="http://schemas.openxmlformats.org/officeDocument/2006/relationships/customXml" Target="../ink/ink3965.xml"/><Relationship Id="rId56" Type="http://schemas.openxmlformats.org/officeDocument/2006/relationships/customXml" Target="../ink/ink3986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4007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customXml" Target="../ink/ink4068.xml"/><Relationship Id="rId370" Type="http://schemas.openxmlformats.org/officeDocument/2006/relationships/customXml" Target="../ink/ink4144.xml"/><Relationship Id="rId230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customXml" Target="../ink/ink4123.xml"/><Relationship Id="rId132" Type="http://schemas.openxmlformats.org/officeDocument/2006/relationships/customXml" Target="../ink/ink4024.xml"/><Relationship Id="rId174" Type="http://schemas.openxmlformats.org/officeDocument/2006/relationships/customXml" Target="../ink/ink4045.xml"/><Relationship Id="rId381" Type="http://schemas.openxmlformats.org/officeDocument/2006/relationships/image" Target="NULL"/><Relationship Id="rId241" Type="http://schemas.openxmlformats.org/officeDocument/2006/relationships/customXml" Target="../ink/ink4079.xml"/><Relationship Id="rId36" Type="http://schemas.openxmlformats.org/officeDocument/2006/relationships/customXml" Target="../ink/ink3976.xml"/><Relationship Id="rId283" Type="http://schemas.openxmlformats.org/officeDocument/2006/relationships/customXml" Target="../ink/ink4100.xml"/><Relationship Id="rId339" Type="http://schemas.openxmlformats.org/officeDocument/2006/relationships/image" Target="NULL"/><Relationship Id="rId78" Type="http://schemas.openxmlformats.org/officeDocument/2006/relationships/customXml" Target="../ink/ink3997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customXml" Target="../ink/ink4051.xml"/><Relationship Id="rId350" Type="http://schemas.openxmlformats.org/officeDocument/2006/relationships/customXml" Target="../ink/ink4134.xm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customXml" Target="../ink/ink4155.xml"/><Relationship Id="rId252" Type="http://schemas.openxmlformats.org/officeDocument/2006/relationships/image" Target="NULL"/><Relationship Id="rId294" Type="http://schemas.openxmlformats.org/officeDocument/2006/relationships/customXml" Target="../ink/ink4106.xml"/><Relationship Id="rId308" Type="http://schemas.openxmlformats.org/officeDocument/2006/relationships/customXml" Target="../ink/ink4113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4014.xml"/><Relationship Id="rId154" Type="http://schemas.openxmlformats.org/officeDocument/2006/relationships/customXml" Target="../ink/ink4035.xml"/><Relationship Id="rId361" Type="http://schemas.openxmlformats.org/officeDocument/2006/relationships/image" Target="NULL"/><Relationship Id="rId196" Type="http://schemas.openxmlformats.org/officeDocument/2006/relationships/image" Target="NULL"/><Relationship Id="rId16" Type="http://schemas.openxmlformats.org/officeDocument/2006/relationships/customXml" Target="../ink/ink3966.xml"/><Relationship Id="rId221" Type="http://schemas.openxmlformats.org/officeDocument/2006/relationships/customXml" Target="../ink/ink4069.xml"/><Relationship Id="rId242" Type="http://schemas.openxmlformats.org/officeDocument/2006/relationships/image" Target="NULL"/><Relationship Id="rId263" Type="http://schemas.openxmlformats.org/officeDocument/2006/relationships/customXml" Target="../ink/ink4090.xml"/><Relationship Id="rId284" Type="http://schemas.openxmlformats.org/officeDocument/2006/relationships/image" Target="NULL"/><Relationship Id="rId319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3987.xml"/><Relationship Id="rId79" Type="http://schemas.openxmlformats.org/officeDocument/2006/relationships/image" Target="NULL"/><Relationship Id="rId102" Type="http://schemas.openxmlformats.org/officeDocument/2006/relationships/customXml" Target="../ink/ink4009.xml"/><Relationship Id="rId123" Type="http://schemas.openxmlformats.org/officeDocument/2006/relationships/image" Target="NULL"/><Relationship Id="rId144" Type="http://schemas.openxmlformats.org/officeDocument/2006/relationships/customXml" Target="../ink/ink4030.xml"/><Relationship Id="rId330" Type="http://schemas.openxmlformats.org/officeDocument/2006/relationships/customXml" Target="../ink/ink4124.xml"/><Relationship Id="rId90" Type="http://schemas.openxmlformats.org/officeDocument/2006/relationships/customXml" Target="../ink/ink4003.xml"/><Relationship Id="rId165" Type="http://schemas.openxmlformats.org/officeDocument/2006/relationships/image" Target="NULL"/><Relationship Id="rId186" Type="http://schemas.openxmlformats.org/officeDocument/2006/relationships/image" Target="NULL"/><Relationship Id="rId351" Type="http://schemas.openxmlformats.org/officeDocument/2006/relationships/image" Target="NULL"/><Relationship Id="rId372" Type="http://schemas.openxmlformats.org/officeDocument/2006/relationships/customXml" Target="../ink/ink4145.xml"/><Relationship Id="rId393" Type="http://schemas.openxmlformats.org/officeDocument/2006/relationships/image" Target="NULL"/><Relationship Id="rId211" Type="http://schemas.openxmlformats.org/officeDocument/2006/relationships/customXml" Target="../ink/ink4064.xml"/><Relationship Id="rId232" Type="http://schemas.openxmlformats.org/officeDocument/2006/relationships/image" Target="NULL"/><Relationship Id="rId253" Type="http://schemas.openxmlformats.org/officeDocument/2006/relationships/customXml" Target="../ink/ink4085.xml"/><Relationship Id="rId274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3982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4025.xml"/><Relationship Id="rId320" Type="http://schemas.openxmlformats.org/officeDocument/2006/relationships/customXml" Target="../ink/ink4119.xml"/><Relationship Id="rId80" Type="http://schemas.openxmlformats.org/officeDocument/2006/relationships/customXml" Target="../ink/ink3998.xml"/><Relationship Id="rId155" Type="http://schemas.openxmlformats.org/officeDocument/2006/relationships/image" Target="NULL"/><Relationship Id="rId176" Type="http://schemas.openxmlformats.org/officeDocument/2006/relationships/customXml" Target="../ink/ink4046.xml"/><Relationship Id="rId197" Type="http://schemas.openxmlformats.org/officeDocument/2006/relationships/customXml" Target="../ink/ink4057.xml"/><Relationship Id="rId341" Type="http://schemas.openxmlformats.org/officeDocument/2006/relationships/image" Target="NULL"/><Relationship Id="rId362" Type="http://schemas.openxmlformats.org/officeDocument/2006/relationships/customXml" Target="../ink/ink4140.xml"/><Relationship Id="rId383" Type="http://schemas.openxmlformats.org/officeDocument/2006/relationships/image" Target="NULL"/><Relationship Id="rId201" Type="http://schemas.openxmlformats.org/officeDocument/2006/relationships/customXml" Target="../ink/ink4059.xml"/><Relationship Id="rId222" Type="http://schemas.openxmlformats.org/officeDocument/2006/relationships/image" Target="NULL"/><Relationship Id="rId243" Type="http://schemas.openxmlformats.org/officeDocument/2006/relationships/customXml" Target="../ink/ink4080.xml"/><Relationship Id="rId264" Type="http://schemas.openxmlformats.org/officeDocument/2006/relationships/image" Target="NULL"/><Relationship Id="rId285" Type="http://schemas.openxmlformats.org/officeDocument/2006/relationships/customXml" Target="../ink/ink4101.xml"/><Relationship Id="rId17" Type="http://schemas.openxmlformats.org/officeDocument/2006/relationships/image" Target="NULL"/><Relationship Id="rId38" Type="http://schemas.openxmlformats.org/officeDocument/2006/relationships/customXml" Target="../ink/ink3977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4020.xml"/><Relationship Id="rId310" Type="http://schemas.openxmlformats.org/officeDocument/2006/relationships/customXml" Target="../ink/ink4114.xml"/><Relationship Id="rId70" Type="http://schemas.openxmlformats.org/officeDocument/2006/relationships/customXml" Target="../ink/ink3993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4041.xml"/><Relationship Id="rId187" Type="http://schemas.openxmlformats.org/officeDocument/2006/relationships/customXml" Target="../ink/ink4052.xml"/><Relationship Id="rId331" Type="http://schemas.openxmlformats.org/officeDocument/2006/relationships/image" Target="NULL"/><Relationship Id="rId352" Type="http://schemas.openxmlformats.org/officeDocument/2006/relationships/customXml" Target="../ink/ink4135.xml"/><Relationship Id="rId373" Type="http://schemas.openxmlformats.org/officeDocument/2006/relationships/image" Target="NULL"/><Relationship Id="rId1" Type="http://schemas.openxmlformats.org/officeDocument/2006/relationships/slideLayout" Target="../slideLayouts/slideLayout2.xml"/><Relationship Id="rId212" Type="http://schemas.openxmlformats.org/officeDocument/2006/relationships/image" Target="NULL"/><Relationship Id="rId233" Type="http://schemas.openxmlformats.org/officeDocument/2006/relationships/customXml" Target="../ink/ink4075.xml"/><Relationship Id="rId254" Type="http://schemas.openxmlformats.org/officeDocument/2006/relationships/image" Target="NULL"/><Relationship Id="rId28" Type="http://schemas.openxmlformats.org/officeDocument/2006/relationships/customXml" Target="../ink/ink3972.xml"/><Relationship Id="rId49" Type="http://schemas.openxmlformats.org/officeDocument/2006/relationships/image" Target="NULL"/><Relationship Id="rId114" Type="http://schemas.openxmlformats.org/officeDocument/2006/relationships/customXml" Target="../ink/ink4015.xml"/><Relationship Id="rId275" Type="http://schemas.openxmlformats.org/officeDocument/2006/relationships/customXml" Target="../ink/ink4096.xml"/><Relationship Id="rId296" Type="http://schemas.openxmlformats.org/officeDocument/2006/relationships/customXml" Target="../ink/ink4107.xml"/><Relationship Id="rId300" Type="http://schemas.openxmlformats.org/officeDocument/2006/relationships/customXml" Target="../ink/ink4109.xml"/><Relationship Id="rId60" Type="http://schemas.openxmlformats.org/officeDocument/2006/relationships/customXml" Target="../ink/ink3988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4036.xml"/><Relationship Id="rId177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image" Target="NULL"/><Relationship Id="rId342" Type="http://schemas.openxmlformats.org/officeDocument/2006/relationships/customXml" Target="../ink/ink4130.xml"/><Relationship Id="rId363" Type="http://schemas.openxmlformats.org/officeDocument/2006/relationships/image" Target="NULL"/><Relationship Id="rId384" Type="http://schemas.openxmlformats.org/officeDocument/2006/relationships/customXml" Target="../ink/ink4151.xml"/><Relationship Id="rId202" Type="http://schemas.openxmlformats.org/officeDocument/2006/relationships/image" Target="NULL"/><Relationship Id="rId223" Type="http://schemas.openxmlformats.org/officeDocument/2006/relationships/customXml" Target="../ink/ink4070.xml"/><Relationship Id="rId244" Type="http://schemas.openxmlformats.org/officeDocument/2006/relationships/image" Target="NULL"/><Relationship Id="rId18" Type="http://schemas.openxmlformats.org/officeDocument/2006/relationships/customXml" Target="../ink/ink3967.xml"/><Relationship Id="rId39" Type="http://schemas.openxmlformats.org/officeDocument/2006/relationships/image" Target="NULL"/><Relationship Id="rId265" Type="http://schemas.openxmlformats.org/officeDocument/2006/relationships/customXml" Target="../ink/ink4091.xml"/><Relationship Id="rId286" Type="http://schemas.openxmlformats.org/officeDocument/2006/relationships/image" Target="NULL"/><Relationship Id="rId50" Type="http://schemas.openxmlformats.org/officeDocument/2006/relationships/customXml" Target="../ink/ink3983.xml"/><Relationship Id="rId104" Type="http://schemas.openxmlformats.org/officeDocument/2006/relationships/customXml" Target="../ink/ink4010.xml"/><Relationship Id="rId125" Type="http://schemas.openxmlformats.org/officeDocument/2006/relationships/image" Target="NULL"/><Relationship Id="rId146" Type="http://schemas.openxmlformats.org/officeDocument/2006/relationships/customXml" Target="../ink/ink4031.xml"/><Relationship Id="rId167" Type="http://schemas.openxmlformats.org/officeDocument/2006/relationships/image" Target="NULL"/><Relationship Id="rId188" Type="http://schemas.openxmlformats.org/officeDocument/2006/relationships/image" Target="NULL"/><Relationship Id="rId311" Type="http://schemas.openxmlformats.org/officeDocument/2006/relationships/image" Target="NULL"/><Relationship Id="rId332" Type="http://schemas.openxmlformats.org/officeDocument/2006/relationships/customXml" Target="../ink/ink4125.xml"/><Relationship Id="rId353" Type="http://schemas.openxmlformats.org/officeDocument/2006/relationships/image" Target="NULL"/><Relationship Id="rId374" Type="http://schemas.openxmlformats.org/officeDocument/2006/relationships/customXml" Target="../ink/ink4146.xml"/><Relationship Id="rId71" Type="http://schemas.openxmlformats.org/officeDocument/2006/relationships/image" Target="NULL"/><Relationship Id="rId92" Type="http://schemas.openxmlformats.org/officeDocument/2006/relationships/customXml" Target="../ink/ink4004.xml"/><Relationship Id="rId213" Type="http://schemas.openxmlformats.org/officeDocument/2006/relationships/customXml" Target="../ink/ink4065.xml"/><Relationship Id="rId234" Type="http://schemas.openxmlformats.org/officeDocument/2006/relationships/image" Target="NULL"/><Relationship Id="rId2" Type="http://schemas.openxmlformats.org/officeDocument/2006/relationships/customXml" Target="../ink/ink3959.xml"/><Relationship Id="rId29" Type="http://schemas.openxmlformats.org/officeDocument/2006/relationships/image" Target="NULL"/><Relationship Id="rId255" Type="http://schemas.openxmlformats.org/officeDocument/2006/relationships/customXml" Target="../ink/ink4086.xml"/><Relationship Id="rId276" Type="http://schemas.openxmlformats.org/officeDocument/2006/relationships/image" Target="NULL"/><Relationship Id="rId297" Type="http://schemas.openxmlformats.org/officeDocument/2006/relationships/image" Target="NULL"/><Relationship Id="rId40" Type="http://schemas.openxmlformats.org/officeDocument/2006/relationships/customXml" Target="../ink/ink3978.xml"/><Relationship Id="rId115" Type="http://schemas.openxmlformats.org/officeDocument/2006/relationships/image" Target="NULL"/><Relationship Id="rId136" Type="http://schemas.openxmlformats.org/officeDocument/2006/relationships/customXml" Target="../ink/ink4026.xml"/><Relationship Id="rId157" Type="http://schemas.openxmlformats.org/officeDocument/2006/relationships/image" Target="NULL"/><Relationship Id="rId178" Type="http://schemas.openxmlformats.org/officeDocument/2006/relationships/customXml" Target="../ink/ink4047.xml"/><Relationship Id="rId301" Type="http://schemas.openxmlformats.org/officeDocument/2006/relationships/image" Target="NULL"/><Relationship Id="rId322" Type="http://schemas.openxmlformats.org/officeDocument/2006/relationships/customXml" Target="../ink/ink4120.xml"/><Relationship Id="rId343" Type="http://schemas.openxmlformats.org/officeDocument/2006/relationships/image" Target="NULL"/><Relationship Id="rId364" Type="http://schemas.openxmlformats.org/officeDocument/2006/relationships/customXml" Target="../ink/ink4141.xml"/><Relationship Id="rId61" Type="http://schemas.openxmlformats.org/officeDocument/2006/relationships/image" Target="NULL"/><Relationship Id="rId82" Type="http://schemas.openxmlformats.org/officeDocument/2006/relationships/customXml" Target="../ink/ink3999.xml"/><Relationship Id="rId199" Type="http://schemas.openxmlformats.org/officeDocument/2006/relationships/customXml" Target="../ink/ink4058.xml"/><Relationship Id="rId203" Type="http://schemas.openxmlformats.org/officeDocument/2006/relationships/customXml" Target="../ink/ink4060.xml"/><Relationship Id="rId385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4081.xml"/><Relationship Id="rId266" Type="http://schemas.openxmlformats.org/officeDocument/2006/relationships/image" Target="NULL"/><Relationship Id="rId287" Type="http://schemas.openxmlformats.org/officeDocument/2006/relationships/customXml" Target="../ink/ink4102.xml"/><Relationship Id="rId30" Type="http://schemas.openxmlformats.org/officeDocument/2006/relationships/customXml" Target="../ink/ink3973.xml"/><Relationship Id="rId105" Type="http://schemas.openxmlformats.org/officeDocument/2006/relationships/image" Target="NULL"/><Relationship Id="rId126" Type="http://schemas.openxmlformats.org/officeDocument/2006/relationships/customXml" Target="../ink/ink4021.xml"/><Relationship Id="rId147" Type="http://schemas.openxmlformats.org/officeDocument/2006/relationships/image" Target="NULL"/><Relationship Id="rId168" Type="http://schemas.openxmlformats.org/officeDocument/2006/relationships/customXml" Target="../ink/ink4042.xml"/><Relationship Id="rId312" Type="http://schemas.openxmlformats.org/officeDocument/2006/relationships/customXml" Target="../ink/ink4115.xml"/><Relationship Id="rId333" Type="http://schemas.openxmlformats.org/officeDocument/2006/relationships/image" Target="NULL"/><Relationship Id="rId354" Type="http://schemas.openxmlformats.org/officeDocument/2006/relationships/customXml" Target="../ink/ink4136.xml"/><Relationship Id="rId51" Type="http://schemas.openxmlformats.org/officeDocument/2006/relationships/image" Target="NULL"/><Relationship Id="rId72" Type="http://schemas.openxmlformats.org/officeDocument/2006/relationships/customXml" Target="../ink/ink3994.xml"/><Relationship Id="rId93" Type="http://schemas.openxmlformats.org/officeDocument/2006/relationships/image" Target="NULL"/><Relationship Id="rId189" Type="http://schemas.openxmlformats.org/officeDocument/2006/relationships/customXml" Target="../ink/ink4053.xml"/><Relationship Id="rId375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4076.xml"/><Relationship Id="rId256" Type="http://schemas.openxmlformats.org/officeDocument/2006/relationships/image" Target="NULL"/><Relationship Id="rId277" Type="http://schemas.openxmlformats.org/officeDocument/2006/relationships/customXml" Target="../ink/ink4097.xml"/><Relationship Id="rId298" Type="http://schemas.openxmlformats.org/officeDocument/2006/relationships/customXml" Target="../ink/ink4108.xml"/><Relationship Id="rId116" Type="http://schemas.openxmlformats.org/officeDocument/2006/relationships/customXml" Target="../ink/ink4016.xml"/><Relationship Id="rId137" Type="http://schemas.openxmlformats.org/officeDocument/2006/relationships/image" Target="NULL"/><Relationship Id="rId158" Type="http://schemas.openxmlformats.org/officeDocument/2006/relationships/customXml" Target="../ink/ink4037.xml"/><Relationship Id="rId302" Type="http://schemas.openxmlformats.org/officeDocument/2006/relationships/customXml" Target="../ink/ink4110.xml"/><Relationship Id="rId323" Type="http://schemas.openxmlformats.org/officeDocument/2006/relationships/image" Target="NULL"/><Relationship Id="rId344" Type="http://schemas.openxmlformats.org/officeDocument/2006/relationships/customXml" Target="../ink/ink4131.xml"/><Relationship Id="rId20" Type="http://schemas.openxmlformats.org/officeDocument/2006/relationships/customXml" Target="../ink/ink3968.xml"/><Relationship Id="rId41" Type="http://schemas.openxmlformats.org/officeDocument/2006/relationships/image" Target="NULL"/><Relationship Id="rId62" Type="http://schemas.openxmlformats.org/officeDocument/2006/relationships/customXml" Target="../ink/ink3989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image" Target="NULL"/><Relationship Id="rId386" Type="http://schemas.openxmlformats.org/officeDocument/2006/relationships/customXml" Target="../ink/ink4152.xml"/><Relationship Id="rId190" Type="http://schemas.openxmlformats.org/officeDocument/2006/relationships/image" Target="NULL"/><Relationship Id="rId204" Type="http://schemas.openxmlformats.org/officeDocument/2006/relationships/image" Target="NULL"/><Relationship Id="rId225" Type="http://schemas.openxmlformats.org/officeDocument/2006/relationships/customXml" Target="../ink/ink4071.xml"/><Relationship Id="rId246" Type="http://schemas.openxmlformats.org/officeDocument/2006/relationships/image" Target="NULL"/><Relationship Id="rId267" Type="http://schemas.openxmlformats.org/officeDocument/2006/relationships/customXml" Target="../ink/ink4092.xml"/><Relationship Id="rId288" Type="http://schemas.openxmlformats.org/officeDocument/2006/relationships/image" Target="NULL"/><Relationship Id="rId106" Type="http://schemas.openxmlformats.org/officeDocument/2006/relationships/customXml" Target="../ink/ink4011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3963.xml"/><Relationship Id="rId31" Type="http://schemas.openxmlformats.org/officeDocument/2006/relationships/image" Target="NULL"/><Relationship Id="rId52" Type="http://schemas.openxmlformats.org/officeDocument/2006/relationships/customXml" Target="../ink/ink3984.xml"/><Relationship Id="rId73" Type="http://schemas.openxmlformats.org/officeDocument/2006/relationships/image" Target="NULL"/><Relationship Id="rId94" Type="http://schemas.openxmlformats.org/officeDocument/2006/relationships/customXml" Target="../ink/ink4005.xml"/><Relationship Id="rId148" Type="http://schemas.openxmlformats.org/officeDocument/2006/relationships/customXml" Target="../ink/ink4032.xml"/><Relationship Id="rId169" Type="http://schemas.openxmlformats.org/officeDocument/2006/relationships/image" Target="NULL"/><Relationship Id="rId334" Type="http://schemas.openxmlformats.org/officeDocument/2006/relationships/customXml" Target="../ink/ink4126.xml"/><Relationship Id="rId355" Type="http://schemas.openxmlformats.org/officeDocument/2006/relationships/image" Target="NULL"/><Relationship Id="rId376" Type="http://schemas.openxmlformats.org/officeDocument/2006/relationships/customXml" Target="../ink/ink4147.xml"/><Relationship Id="rId4" Type="http://schemas.openxmlformats.org/officeDocument/2006/relationships/customXml" Target="../ink/ink3960.xml"/><Relationship Id="rId180" Type="http://schemas.openxmlformats.org/officeDocument/2006/relationships/customXml" Target="../ink/ink4048.xml"/><Relationship Id="rId215" Type="http://schemas.openxmlformats.org/officeDocument/2006/relationships/customXml" Target="../ink/ink4066.xml"/><Relationship Id="rId236" Type="http://schemas.openxmlformats.org/officeDocument/2006/relationships/image" Target="NULL"/><Relationship Id="rId257" Type="http://schemas.openxmlformats.org/officeDocument/2006/relationships/customXml" Target="../ink/ink4087.xml"/><Relationship Id="rId278" Type="http://schemas.openxmlformats.org/officeDocument/2006/relationships/image" Target="NULL"/><Relationship Id="rId303" Type="http://schemas.openxmlformats.org/officeDocument/2006/relationships/image" Target="NULL"/><Relationship Id="rId42" Type="http://schemas.openxmlformats.org/officeDocument/2006/relationships/customXml" Target="../ink/ink3979.xml"/><Relationship Id="rId84" Type="http://schemas.openxmlformats.org/officeDocument/2006/relationships/customXml" Target="../ink/ink4000.xml"/><Relationship Id="rId138" Type="http://schemas.openxmlformats.org/officeDocument/2006/relationships/customXml" Target="../ink/ink4027.xml"/><Relationship Id="rId345" Type="http://schemas.openxmlformats.org/officeDocument/2006/relationships/image" Target="NULL"/><Relationship Id="rId387" Type="http://schemas.openxmlformats.org/officeDocument/2006/relationships/image" Target="NULL"/><Relationship Id="rId191" Type="http://schemas.openxmlformats.org/officeDocument/2006/relationships/customXml" Target="../ink/ink4054.xml"/><Relationship Id="rId205" Type="http://schemas.openxmlformats.org/officeDocument/2006/relationships/customXml" Target="../ink/ink4061.xml"/><Relationship Id="rId247" Type="http://schemas.openxmlformats.org/officeDocument/2006/relationships/customXml" Target="../ink/ink4082.xml"/><Relationship Id="rId107" Type="http://schemas.openxmlformats.org/officeDocument/2006/relationships/image" Target="NULL"/><Relationship Id="rId289" Type="http://schemas.openxmlformats.org/officeDocument/2006/relationships/customXml" Target="../ink/ink4103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4116.xml"/><Relationship Id="rId356" Type="http://schemas.openxmlformats.org/officeDocument/2006/relationships/customXml" Target="../ink/ink4137.xml"/><Relationship Id="rId95" Type="http://schemas.openxmlformats.org/officeDocument/2006/relationships/image" Target="NULL"/><Relationship Id="rId160" Type="http://schemas.openxmlformats.org/officeDocument/2006/relationships/customXml" Target="../ink/ink4038.xml"/><Relationship Id="rId216" Type="http://schemas.openxmlformats.org/officeDocument/2006/relationships/image" Target="NULL"/><Relationship Id="rId258" Type="http://schemas.openxmlformats.org/officeDocument/2006/relationships/image" Target="NULL"/><Relationship Id="rId22" Type="http://schemas.openxmlformats.org/officeDocument/2006/relationships/customXml" Target="../ink/ink3969.xml"/><Relationship Id="rId64" Type="http://schemas.openxmlformats.org/officeDocument/2006/relationships/customXml" Target="../ink/ink3990.xml"/><Relationship Id="rId118" Type="http://schemas.openxmlformats.org/officeDocument/2006/relationships/customXml" Target="../ink/ink4017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customXml" Target="../ink/ink4072.xml"/><Relationship Id="rId269" Type="http://schemas.openxmlformats.org/officeDocument/2006/relationships/customXml" Target="../ink/ink4093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336" Type="http://schemas.openxmlformats.org/officeDocument/2006/relationships/customXml" Target="../ink/ink4127.xml"/><Relationship Id="rId75" Type="http://schemas.openxmlformats.org/officeDocument/2006/relationships/image" Target="NULL"/><Relationship Id="rId140" Type="http://schemas.openxmlformats.org/officeDocument/2006/relationships/customXml" Target="../ink/ink4028.xml"/><Relationship Id="rId182" Type="http://schemas.openxmlformats.org/officeDocument/2006/relationships/customXml" Target="../ink/ink4049.xml"/><Relationship Id="rId378" Type="http://schemas.openxmlformats.org/officeDocument/2006/relationships/customXml" Target="../ink/ink4148.xml"/><Relationship Id="rId6" Type="http://schemas.openxmlformats.org/officeDocument/2006/relationships/customXml" Target="../ink/ink3961.xml"/><Relationship Id="rId238" Type="http://schemas.openxmlformats.org/officeDocument/2006/relationships/image" Target="NULL"/><Relationship Id="rId291" Type="http://schemas.openxmlformats.org/officeDocument/2006/relationships/customXml" Target="../ink/ink4104.xm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3980.xml"/><Relationship Id="rId86" Type="http://schemas.openxmlformats.org/officeDocument/2006/relationships/customXml" Target="../ink/ink4001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customXml" Target="../ink/ink4055.xml"/><Relationship Id="rId207" Type="http://schemas.openxmlformats.org/officeDocument/2006/relationships/customXml" Target="../ink/ink4062.xml"/><Relationship Id="rId249" Type="http://schemas.openxmlformats.org/officeDocument/2006/relationships/customXml" Target="../ink/ink4083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customXml" Target="../ink/ink4117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4018.xml"/><Relationship Id="rId358" Type="http://schemas.openxmlformats.org/officeDocument/2006/relationships/customXml" Target="../ink/ink4138.xml"/><Relationship Id="rId162" Type="http://schemas.openxmlformats.org/officeDocument/2006/relationships/customXml" Target="../ink/ink4039.xml"/><Relationship Id="rId218" Type="http://schemas.openxmlformats.org/officeDocument/2006/relationships/image" Target="NULL"/><Relationship Id="rId271" Type="http://schemas.openxmlformats.org/officeDocument/2006/relationships/customXml" Target="../ink/ink4094.xml"/><Relationship Id="rId24" Type="http://schemas.openxmlformats.org/officeDocument/2006/relationships/customXml" Target="../ink/ink3970.xml"/><Relationship Id="rId66" Type="http://schemas.openxmlformats.org/officeDocument/2006/relationships/customXml" Target="../ink/ink3991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customXml" Target="../ink/ink4073.xml"/><Relationship Id="rId380" Type="http://schemas.openxmlformats.org/officeDocument/2006/relationships/customXml" Target="../ink/ink4149.xml"/><Relationship Id="rId240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4008.xml"/><Relationship Id="rId282" Type="http://schemas.openxmlformats.org/officeDocument/2006/relationships/image" Target="NULL"/><Relationship Id="rId338" Type="http://schemas.openxmlformats.org/officeDocument/2006/relationships/customXml" Target="../ink/ink4128.xml"/><Relationship Id="rId8" Type="http://schemas.openxmlformats.org/officeDocument/2006/relationships/customXml" Target="../ink/ink3962.xml"/><Relationship Id="rId142" Type="http://schemas.openxmlformats.org/officeDocument/2006/relationships/customXml" Target="../ink/ink4029.xml"/><Relationship Id="rId184" Type="http://schemas.openxmlformats.org/officeDocument/2006/relationships/image" Target="NULL"/><Relationship Id="rId391" Type="http://schemas.openxmlformats.org/officeDocument/2006/relationships/image" Target="NULL"/><Relationship Id="rId251" Type="http://schemas.openxmlformats.org/officeDocument/2006/relationships/customXml" Target="../ink/ink4084.xml"/><Relationship Id="rId46" Type="http://schemas.openxmlformats.org/officeDocument/2006/relationships/customXml" Target="../ink/ink3981.xml"/><Relationship Id="rId293" Type="http://schemas.openxmlformats.org/officeDocument/2006/relationships/customXml" Target="../ink/ink4105.xm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4002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customXml" Target="../ink/ink4056.xml"/><Relationship Id="rId209" Type="http://schemas.openxmlformats.org/officeDocument/2006/relationships/customXml" Target="../ink/ink4063.xml"/><Relationship Id="rId360" Type="http://schemas.openxmlformats.org/officeDocument/2006/relationships/customXml" Target="../ink/ink4139.xml"/><Relationship Id="rId220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customXml" Target="../ink/ink4118.xml"/><Relationship Id="rId99" Type="http://schemas.openxmlformats.org/officeDocument/2006/relationships/image" Target="NULL"/><Relationship Id="rId122" Type="http://schemas.openxmlformats.org/officeDocument/2006/relationships/customXml" Target="../ink/ink4019.xml"/><Relationship Id="rId164" Type="http://schemas.openxmlformats.org/officeDocument/2006/relationships/customXml" Target="../ink/ink4040.xml"/><Relationship Id="rId371" Type="http://schemas.openxmlformats.org/officeDocument/2006/relationships/image" Target="NULL"/><Relationship Id="rId26" Type="http://schemas.openxmlformats.org/officeDocument/2006/relationships/customXml" Target="../ink/ink3971.xml"/><Relationship Id="rId231" Type="http://schemas.openxmlformats.org/officeDocument/2006/relationships/customXml" Target="../ink/ink4074.xml"/><Relationship Id="rId273" Type="http://schemas.openxmlformats.org/officeDocument/2006/relationships/customXml" Target="../ink/ink4095.xml"/><Relationship Id="rId329" Type="http://schemas.openxmlformats.org/officeDocument/2006/relationships/image" Target="NULL"/><Relationship Id="rId68" Type="http://schemas.openxmlformats.org/officeDocument/2006/relationships/customXml" Target="../ink/ink3992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4129.xml"/><Relationship Id="rId200" Type="http://schemas.openxmlformats.org/officeDocument/2006/relationships/image" Target="NULL"/><Relationship Id="rId382" Type="http://schemas.openxmlformats.org/officeDocument/2006/relationships/customXml" Target="../ink/ink4150.xm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170" Type="http://schemas.openxmlformats.org/officeDocument/2006/relationships/customXml" Target="../ink/ink4240.xml"/><Relationship Id="rId226" Type="http://schemas.openxmlformats.org/officeDocument/2006/relationships/customXml" Target="../ink/ink4268.xml"/><Relationship Id="rId268" Type="http://schemas.openxmlformats.org/officeDocument/2006/relationships/customXml" Target="../ink/ink4289.xml"/><Relationship Id="rId32" Type="http://schemas.openxmlformats.org/officeDocument/2006/relationships/customXml" Target="../ink/ink4171.xml"/><Relationship Id="rId74" Type="http://schemas.openxmlformats.org/officeDocument/2006/relationships/customXml" Target="../ink/ink4192.xml"/><Relationship Id="rId128" Type="http://schemas.openxmlformats.org/officeDocument/2006/relationships/customXml" Target="../ink/ink4219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58" Type="http://schemas.openxmlformats.org/officeDocument/2006/relationships/customXml" Target="../ink/ink4284.xml"/><Relationship Id="rId22" Type="http://schemas.openxmlformats.org/officeDocument/2006/relationships/customXml" Target="../ink/ink4166.xml"/><Relationship Id="rId43" Type="http://schemas.openxmlformats.org/officeDocument/2006/relationships/image" Target="NULL"/><Relationship Id="rId64" Type="http://schemas.openxmlformats.org/officeDocument/2006/relationships/customXml" Target="../ink/ink4187.xml"/><Relationship Id="rId118" Type="http://schemas.openxmlformats.org/officeDocument/2006/relationships/customXml" Target="../ink/ink4214.xml"/><Relationship Id="rId139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4230.xml"/><Relationship Id="rId171" Type="http://schemas.openxmlformats.org/officeDocument/2006/relationships/image" Target="NULL"/><Relationship Id="rId192" Type="http://schemas.openxmlformats.org/officeDocument/2006/relationships/customXml" Target="../ink/ink4251.xml"/><Relationship Id="rId206" Type="http://schemas.openxmlformats.org/officeDocument/2006/relationships/customXml" Target="../ink/ink4258.xml"/><Relationship Id="rId227" Type="http://schemas.openxmlformats.org/officeDocument/2006/relationships/image" Target="NULL"/><Relationship Id="rId248" Type="http://schemas.openxmlformats.org/officeDocument/2006/relationships/customXml" Target="../ink/ink4279.xml"/><Relationship Id="rId269" Type="http://schemas.openxmlformats.org/officeDocument/2006/relationships/image" Target="NULL"/><Relationship Id="rId12" Type="http://schemas.openxmlformats.org/officeDocument/2006/relationships/customXml" Target="../ink/ink4161.xml"/><Relationship Id="rId33" Type="http://schemas.openxmlformats.org/officeDocument/2006/relationships/image" Target="NULL"/><Relationship Id="rId108" Type="http://schemas.openxmlformats.org/officeDocument/2006/relationships/customXml" Target="../ink/ink4209.xml"/><Relationship Id="rId129" Type="http://schemas.openxmlformats.org/officeDocument/2006/relationships/image" Target="NULL"/><Relationship Id="rId54" Type="http://schemas.openxmlformats.org/officeDocument/2006/relationships/customXml" Target="../ink/ink4182.xml"/><Relationship Id="rId75" Type="http://schemas.openxmlformats.org/officeDocument/2006/relationships/image" Target="NULL"/><Relationship Id="rId96" Type="http://schemas.openxmlformats.org/officeDocument/2006/relationships/customXml" Target="../ink/ink4203.xml"/><Relationship Id="rId140" Type="http://schemas.openxmlformats.org/officeDocument/2006/relationships/customXml" Target="../ink/ink4225.xml"/><Relationship Id="rId161" Type="http://schemas.openxmlformats.org/officeDocument/2006/relationships/image" Target="NULL"/><Relationship Id="rId182" Type="http://schemas.openxmlformats.org/officeDocument/2006/relationships/customXml" Target="../ink/ink4246.xml"/><Relationship Id="rId217" Type="http://schemas.openxmlformats.org/officeDocument/2006/relationships/image" Target="NULL"/><Relationship Id="rId6" Type="http://schemas.openxmlformats.org/officeDocument/2006/relationships/customXml" Target="../ink/ink4158.xml"/><Relationship Id="rId238" Type="http://schemas.openxmlformats.org/officeDocument/2006/relationships/customXml" Target="../ink/ink4274.xm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4290.xml"/><Relationship Id="rId44" Type="http://schemas.openxmlformats.org/officeDocument/2006/relationships/customXml" Target="../ink/ink4177.xml"/><Relationship Id="rId65" Type="http://schemas.openxmlformats.org/officeDocument/2006/relationships/image" Target="NULL"/><Relationship Id="rId86" Type="http://schemas.openxmlformats.org/officeDocument/2006/relationships/customXml" Target="../ink/ink4198.xml"/><Relationship Id="rId130" Type="http://schemas.openxmlformats.org/officeDocument/2006/relationships/customXml" Target="../ink/ink4220.xml"/><Relationship Id="rId151" Type="http://schemas.openxmlformats.org/officeDocument/2006/relationships/image" Target="NULL"/><Relationship Id="rId172" Type="http://schemas.openxmlformats.org/officeDocument/2006/relationships/customXml" Target="../ink/ink4241.xml"/><Relationship Id="rId193" Type="http://schemas.openxmlformats.org/officeDocument/2006/relationships/image" Target="NULL"/><Relationship Id="rId207" Type="http://schemas.openxmlformats.org/officeDocument/2006/relationships/image" Target="NULL"/><Relationship Id="rId228" Type="http://schemas.openxmlformats.org/officeDocument/2006/relationships/customXml" Target="../ink/ink4269.xm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4285.xml"/><Relationship Id="rId34" Type="http://schemas.openxmlformats.org/officeDocument/2006/relationships/customXml" Target="../ink/ink4172.xml"/><Relationship Id="rId55" Type="http://schemas.openxmlformats.org/officeDocument/2006/relationships/image" Target="NULL"/><Relationship Id="rId76" Type="http://schemas.openxmlformats.org/officeDocument/2006/relationships/customXml" Target="../ink/ink4193.xml"/><Relationship Id="rId97" Type="http://schemas.openxmlformats.org/officeDocument/2006/relationships/image" Target="NULL"/><Relationship Id="rId120" Type="http://schemas.openxmlformats.org/officeDocument/2006/relationships/customXml" Target="../ink/ink4215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4236.xml"/><Relationship Id="rId183" Type="http://schemas.openxmlformats.org/officeDocument/2006/relationships/image" Target="NULL"/><Relationship Id="rId218" Type="http://schemas.openxmlformats.org/officeDocument/2006/relationships/customXml" Target="../ink/ink4264.xml"/><Relationship Id="rId239" Type="http://schemas.openxmlformats.org/officeDocument/2006/relationships/image" Target="NULL"/><Relationship Id="rId250" Type="http://schemas.openxmlformats.org/officeDocument/2006/relationships/customXml" Target="../ink/ink4280.xml"/><Relationship Id="rId271" Type="http://schemas.openxmlformats.org/officeDocument/2006/relationships/image" Target="NULL"/><Relationship Id="rId24" Type="http://schemas.openxmlformats.org/officeDocument/2006/relationships/customXml" Target="../ink/ink4167.xml"/><Relationship Id="rId45" Type="http://schemas.openxmlformats.org/officeDocument/2006/relationships/image" Target="NULL"/><Relationship Id="rId66" Type="http://schemas.openxmlformats.org/officeDocument/2006/relationships/customXml" Target="../ink/ink4188.xml"/><Relationship Id="rId87" Type="http://schemas.openxmlformats.org/officeDocument/2006/relationships/image" Target="NULL"/><Relationship Id="rId110" Type="http://schemas.openxmlformats.org/officeDocument/2006/relationships/customXml" Target="../ink/ink4210.xml"/><Relationship Id="rId131" Type="http://schemas.openxmlformats.org/officeDocument/2006/relationships/image" Target="NULL"/><Relationship Id="rId152" Type="http://schemas.openxmlformats.org/officeDocument/2006/relationships/customXml" Target="../ink/ink4231.xml"/><Relationship Id="rId173" Type="http://schemas.openxmlformats.org/officeDocument/2006/relationships/image" Target="NULL"/><Relationship Id="rId194" Type="http://schemas.openxmlformats.org/officeDocument/2006/relationships/customXml" Target="../ink/ink4252.xml"/><Relationship Id="rId208" Type="http://schemas.openxmlformats.org/officeDocument/2006/relationships/customXml" Target="../ink/ink4259.xml"/><Relationship Id="rId229" Type="http://schemas.openxmlformats.org/officeDocument/2006/relationships/image" Target="NULL"/><Relationship Id="rId240" Type="http://schemas.openxmlformats.org/officeDocument/2006/relationships/customXml" Target="../ink/ink4275.xml"/><Relationship Id="rId261" Type="http://schemas.openxmlformats.org/officeDocument/2006/relationships/image" Target="NULL"/><Relationship Id="rId14" Type="http://schemas.openxmlformats.org/officeDocument/2006/relationships/customXml" Target="../ink/ink4162.xml"/><Relationship Id="rId35" Type="http://schemas.openxmlformats.org/officeDocument/2006/relationships/image" Target="NULL"/><Relationship Id="rId56" Type="http://schemas.openxmlformats.org/officeDocument/2006/relationships/customXml" Target="../ink/ink4183.xml"/><Relationship Id="rId77" Type="http://schemas.openxmlformats.org/officeDocument/2006/relationships/image" Target="NULL"/><Relationship Id="rId100" Type="http://schemas.openxmlformats.org/officeDocument/2006/relationships/customXml" Target="../ink/ink4205.xml"/><Relationship Id="rId8" Type="http://schemas.openxmlformats.org/officeDocument/2006/relationships/customXml" Target="../ink/ink4159.xml"/><Relationship Id="rId98" Type="http://schemas.openxmlformats.org/officeDocument/2006/relationships/customXml" Target="../ink/ink4204.xml"/><Relationship Id="rId121" Type="http://schemas.openxmlformats.org/officeDocument/2006/relationships/image" Target="NULL"/><Relationship Id="rId142" Type="http://schemas.openxmlformats.org/officeDocument/2006/relationships/customXml" Target="../ink/ink4226.xml"/><Relationship Id="rId163" Type="http://schemas.openxmlformats.org/officeDocument/2006/relationships/image" Target="NULL"/><Relationship Id="rId184" Type="http://schemas.openxmlformats.org/officeDocument/2006/relationships/customXml" Target="../ink/ink4247.xml"/><Relationship Id="rId219" Type="http://schemas.openxmlformats.org/officeDocument/2006/relationships/image" Target="NULL"/><Relationship Id="rId230" Type="http://schemas.openxmlformats.org/officeDocument/2006/relationships/customXml" Target="../ink/ink4270.xml"/><Relationship Id="rId251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customXml" Target="../ink/ink4178.xml"/><Relationship Id="rId67" Type="http://schemas.openxmlformats.org/officeDocument/2006/relationships/image" Target="NULL"/><Relationship Id="rId272" Type="http://schemas.openxmlformats.org/officeDocument/2006/relationships/customXml" Target="../ink/ink4291.xml"/><Relationship Id="rId88" Type="http://schemas.openxmlformats.org/officeDocument/2006/relationships/customXml" Target="../ink/ink4199.xml"/><Relationship Id="rId111" Type="http://schemas.openxmlformats.org/officeDocument/2006/relationships/image" Target="NULL"/><Relationship Id="rId132" Type="http://schemas.openxmlformats.org/officeDocument/2006/relationships/customXml" Target="../ink/ink4221.xml"/><Relationship Id="rId153" Type="http://schemas.openxmlformats.org/officeDocument/2006/relationships/image" Target="NULL"/><Relationship Id="rId174" Type="http://schemas.openxmlformats.org/officeDocument/2006/relationships/customXml" Target="../ink/ink4242.xml"/><Relationship Id="rId195" Type="http://schemas.openxmlformats.org/officeDocument/2006/relationships/image" Target="NULL"/><Relationship Id="rId209" Type="http://schemas.openxmlformats.org/officeDocument/2006/relationships/image" Target="NULL"/><Relationship Id="rId220" Type="http://schemas.openxmlformats.org/officeDocument/2006/relationships/customXml" Target="../ink/ink4265.xml"/><Relationship Id="rId241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customXml" Target="../ink/ink4173.xml"/><Relationship Id="rId57" Type="http://schemas.openxmlformats.org/officeDocument/2006/relationships/image" Target="NULL"/><Relationship Id="rId262" Type="http://schemas.openxmlformats.org/officeDocument/2006/relationships/customXml" Target="../ink/ink4286.xml"/><Relationship Id="rId78" Type="http://schemas.openxmlformats.org/officeDocument/2006/relationships/customXml" Target="../ink/ink4194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4216.xml"/><Relationship Id="rId143" Type="http://schemas.openxmlformats.org/officeDocument/2006/relationships/image" Target="NULL"/><Relationship Id="rId164" Type="http://schemas.openxmlformats.org/officeDocument/2006/relationships/customXml" Target="../ink/ink4237.xml"/><Relationship Id="rId185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4260.xml"/><Relationship Id="rId26" Type="http://schemas.openxmlformats.org/officeDocument/2006/relationships/customXml" Target="../ink/ink4168.xml"/><Relationship Id="rId231" Type="http://schemas.openxmlformats.org/officeDocument/2006/relationships/image" Target="NULL"/><Relationship Id="rId252" Type="http://schemas.openxmlformats.org/officeDocument/2006/relationships/customXml" Target="../ink/ink4281.xml"/><Relationship Id="rId273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customXml" Target="../ink/ink4189.xml"/><Relationship Id="rId89" Type="http://schemas.openxmlformats.org/officeDocument/2006/relationships/image" Target="NULL"/><Relationship Id="rId112" Type="http://schemas.openxmlformats.org/officeDocument/2006/relationships/customXml" Target="../ink/ink4211.xml"/><Relationship Id="rId133" Type="http://schemas.openxmlformats.org/officeDocument/2006/relationships/image" Target="NULL"/><Relationship Id="rId154" Type="http://schemas.openxmlformats.org/officeDocument/2006/relationships/customXml" Target="../ink/ink4232.xml"/><Relationship Id="rId175" Type="http://schemas.openxmlformats.org/officeDocument/2006/relationships/image" Target="NULL"/><Relationship Id="rId196" Type="http://schemas.openxmlformats.org/officeDocument/2006/relationships/customXml" Target="../ink/ink4253.xml"/><Relationship Id="rId200" Type="http://schemas.openxmlformats.org/officeDocument/2006/relationships/customXml" Target="../ink/ink4255.xml"/><Relationship Id="rId16" Type="http://schemas.openxmlformats.org/officeDocument/2006/relationships/customXml" Target="../ink/ink4163.xml"/><Relationship Id="rId221" Type="http://schemas.openxmlformats.org/officeDocument/2006/relationships/image" Target="NULL"/><Relationship Id="rId242" Type="http://schemas.openxmlformats.org/officeDocument/2006/relationships/customXml" Target="../ink/ink4276.xml"/><Relationship Id="rId263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4184.xml"/><Relationship Id="rId79" Type="http://schemas.openxmlformats.org/officeDocument/2006/relationships/image" Target="NULL"/><Relationship Id="rId102" Type="http://schemas.openxmlformats.org/officeDocument/2006/relationships/customXml" Target="../ink/ink4206.xml"/><Relationship Id="rId123" Type="http://schemas.openxmlformats.org/officeDocument/2006/relationships/image" Target="NULL"/><Relationship Id="rId144" Type="http://schemas.openxmlformats.org/officeDocument/2006/relationships/customXml" Target="../ink/ink4227.xml"/><Relationship Id="rId90" Type="http://schemas.openxmlformats.org/officeDocument/2006/relationships/customXml" Target="../ink/ink4200.xml"/><Relationship Id="rId165" Type="http://schemas.openxmlformats.org/officeDocument/2006/relationships/image" Target="NULL"/><Relationship Id="rId186" Type="http://schemas.openxmlformats.org/officeDocument/2006/relationships/customXml" Target="../ink/ink4248.xml"/><Relationship Id="rId211" Type="http://schemas.openxmlformats.org/officeDocument/2006/relationships/image" Target="NULL"/><Relationship Id="rId232" Type="http://schemas.openxmlformats.org/officeDocument/2006/relationships/customXml" Target="../ink/ink4271.xml"/><Relationship Id="rId253" Type="http://schemas.openxmlformats.org/officeDocument/2006/relationships/image" Target="NULL"/><Relationship Id="rId274" Type="http://schemas.openxmlformats.org/officeDocument/2006/relationships/customXml" Target="../ink/ink4292.xml"/><Relationship Id="rId27" Type="http://schemas.openxmlformats.org/officeDocument/2006/relationships/image" Target="NULL"/><Relationship Id="rId48" Type="http://schemas.openxmlformats.org/officeDocument/2006/relationships/customXml" Target="../ink/ink4179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4222.xml"/><Relationship Id="rId80" Type="http://schemas.openxmlformats.org/officeDocument/2006/relationships/customXml" Target="../ink/ink4195.xml"/><Relationship Id="rId155" Type="http://schemas.openxmlformats.org/officeDocument/2006/relationships/image" Target="NULL"/><Relationship Id="rId176" Type="http://schemas.openxmlformats.org/officeDocument/2006/relationships/customXml" Target="../ink/ink4243.xml"/><Relationship Id="rId197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4266.xml"/><Relationship Id="rId243" Type="http://schemas.openxmlformats.org/officeDocument/2006/relationships/image" Target="NULL"/><Relationship Id="rId264" Type="http://schemas.openxmlformats.org/officeDocument/2006/relationships/customXml" Target="../ink/ink4287.xml"/><Relationship Id="rId17" Type="http://schemas.openxmlformats.org/officeDocument/2006/relationships/image" Target="NULL"/><Relationship Id="rId38" Type="http://schemas.openxmlformats.org/officeDocument/2006/relationships/customXml" Target="../ink/ink4174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4217.xml"/><Relationship Id="rId70" Type="http://schemas.openxmlformats.org/officeDocument/2006/relationships/customXml" Target="../ink/ink4190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4238.xml"/><Relationship Id="rId187" Type="http://schemas.openxmlformats.org/officeDocument/2006/relationships/image" Target="NUL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4261.xml"/><Relationship Id="rId233" Type="http://schemas.openxmlformats.org/officeDocument/2006/relationships/image" Target="NULL"/><Relationship Id="rId254" Type="http://schemas.openxmlformats.org/officeDocument/2006/relationships/customXml" Target="../ink/ink4282.xml"/><Relationship Id="rId28" Type="http://schemas.openxmlformats.org/officeDocument/2006/relationships/customXml" Target="../ink/ink4169.xml"/><Relationship Id="rId49" Type="http://schemas.openxmlformats.org/officeDocument/2006/relationships/image" Target="NULL"/><Relationship Id="rId114" Type="http://schemas.openxmlformats.org/officeDocument/2006/relationships/customXml" Target="../ink/ink4212.xml"/><Relationship Id="rId275" Type="http://schemas.openxmlformats.org/officeDocument/2006/relationships/image" Target="NULL"/><Relationship Id="rId60" Type="http://schemas.openxmlformats.org/officeDocument/2006/relationships/customXml" Target="../ink/ink4185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4233.xml"/><Relationship Id="rId177" Type="http://schemas.openxmlformats.org/officeDocument/2006/relationships/image" Target="NULL"/><Relationship Id="rId198" Type="http://schemas.openxmlformats.org/officeDocument/2006/relationships/customXml" Target="../ink/ink4254.xml"/><Relationship Id="rId202" Type="http://schemas.openxmlformats.org/officeDocument/2006/relationships/customXml" Target="../ink/ink4256.xml"/><Relationship Id="rId223" Type="http://schemas.openxmlformats.org/officeDocument/2006/relationships/image" Target="NULL"/><Relationship Id="rId244" Type="http://schemas.openxmlformats.org/officeDocument/2006/relationships/customXml" Target="../ink/ink4277.xml"/><Relationship Id="rId18" Type="http://schemas.openxmlformats.org/officeDocument/2006/relationships/customXml" Target="../ink/ink4164.xml"/><Relationship Id="rId39" Type="http://schemas.openxmlformats.org/officeDocument/2006/relationships/image" Target="NULL"/><Relationship Id="rId265" Type="http://schemas.openxmlformats.org/officeDocument/2006/relationships/image" Target="NULL"/><Relationship Id="rId50" Type="http://schemas.openxmlformats.org/officeDocument/2006/relationships/customXml" Target="../ink/ink4180.xml"/><Relationship Id="rId104" Type="http://schemas.openxmlformats.org/officeDocument/2006/relationships/customXml" Target="../ink/ink4207.xml"/><Relationship Id="rId125" Type="http://schemas.openxmlformats.org/officeDocument/2006/relationships/image" Target="NULL"/><Relationship Id="rId146" Type="http://schemas.openxmlformats.org/officeDocument/2006/relationships/customXml" Target="../ink/ink4228.xml"/><Relationship Id="rId167" Type="http://schemas.openxmlformats.org/officeDocument/2006/relationships/image" Target="NULL"/><Relationship Id="rId188" Type="http://schemas.openxmlformats.org/officeDocument/2006/relationships/customXml" Target="../ink/ink4249.xml"/><Relationship Id="rId71" Type="http://schemas.openxmlformats.org/officeDocument/2006/relationships/image" Target="NULL"/><Relationship Id="rId92" Type="http://schemas.openxmlformats.org/officeDocument/2006/relationships/customXml" Target="../ink/ink4201.xml"/><Relationship Id="rId213" Type="http://schemas.openxmlformats.org/officeDocument/2006/relationships/image" Target="NULL"/><Relationship Id="rId234" Type="http://schemas.openxmlformats.org/officeDocument/2006/relationships/customXml" Target="../ink/ink4272.xml"/><Relationship Id="rId2" Type="http://schemas.openxmlformats.org/officeDocument/2006/relationships/customXml" Target="../ink/ink4156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4293.xml"/><Relationship Id="rId40" Type="http://schemas.openxmlformats.org/officeDocument/2006/relationships/customXml" Target="../ink/ink4175.xml"/><Relationship Id="rId115" Type="http://schemas.openxmlformats.org/officeDocument/2006/relationships/image" Target="NULL"/><Relationship Id="rId136" Type="http://schemas.openxmlformats.org/officeDocument/2006/relationships/customXml" Target="../ink/ink4223.xml"/><Relationship Id="rId157" Type="http://schemas.openxmlformats.org/officeDocument/2006/relationships/image" Target="NULL"/><Relationship Id="rId178" Type="http://schemas.openxmlformats.org/officeDocument/2006/relationships/customXml" Target="../ink/ink4244.xml"/><Relationship Id="rId61" Type="http://schemas.openxmlformats.org/officeDocument/2006/relationships/image" Target="NULL"/><Relationship Id="rId82" Type="http://schemas.openxmlformats.org/officeDocument/2006/relationships/customXml" Target="../ink/ink4196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4267.xml"/><Relationship Id="rId245" Type="http://schemas.openxmlformats.org/officeDocument/2006/relationships/image" Target="NULL"/><Relationship Id="rId266" Type="http://schemas.openxmlformats.org/officeDocument/2006/relationships/customXml" Target="../ink/ink4288.xml"/><Relationship Id="rId30" Type="http://schemas.openxmlformats.org/officeDocument/2006/relationships/customXml" Target="../ink/ink4170.xml"/><Relationship Id="rId105" Type="http://schemas.openxmlformats.org/officeDocument/2006/relationships/image" Target="NULL"/><Relationship Id="rId126" Type="http://schemas.openxmlformats.org/officeDocument/2006/relationships/customXml" Target="../ink/ink4218.xml"/><Relationship Id="rId147" Type="http://schemas.openxmlformats.org/officeDocument/2006/relationships/image" Target="NULL"/><Relationship Id="rId168" Type="http://schemas.openxmlformats.org/officeDocument/2006/relationships/customXml" Target="../ink/ink4239.xml"/><Relationship Id="rId51" Type="http://schemas.openxmlformats.org/officeDocument/2006/relationships/image" Target="NULL"/><Relationship Id="rId72" Type="http://schemas.openxmlformats.org/officeDocument/2006/relationships/customXml" Target="../ink/ink4191.xml"/><Relationship Id="rId93" Type="http://schemas.openxmlformats.org/officeDocument/2006/relationships/image" Target="NULL"/><Relationship Id="rId189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4262.xml"/><Relationship Id="rId235" Type="http://schemas.openxmlformats.org/officeDocument/2006/relationships/image" Target="NULL"/><Relationship Id="rId256" Type="http://schemas.openxmlformats.org/officeDocument/2006/relationships/customXml" Target="../ink/ink4283.xml"/><Relationship Id="rId277" Type="http://schemas.openxmlformats.org/officeDocument/2006/relationships/image" Target="NULL"/><Relationship Id="rId116" Type="http://schemas.openxmlformats.org/officeDocument/2006/relationships/customXml" Target="../ink/ink4213.xml"/><Relationship Id="rId137" Type="http://schemas.openxmlformats.org/officeDocument/2006/relationships/image" Target="NULL"/><Relationship Id="rId158" Type="http://schemas.openxmlformats.org/officeDocument/2006/relationships/customXml" Target="../ink/ink4234.xml"/><Relationship Id="rId20" Type="http://schemas.openxmlformats.org/officeDocument/2006/relationships/customXml" Target="../ink/ink4165.xml"/><Relationship Id="rId41" Type="http://schemas.openxmlformats.org/officeDocument/2006/relationships/image" Target="NULL"/><Relationship Id="rId62" Type="http://schemas.openxmlformats.org/officeDocument/2006/relationships/customXml" Target="../ink/ink4186.xml"/><Relationship Id="rId83" Type="http://schemas.openxmlformats.org/officeDocument/2006/relationships/image" Target="NULL"/><Relationship Id="rId179" Type="http://schemas.openxmlformats.org/officeDocument/2006/relationships/image" Target="NULL"/><Relationship Id="rId190" Type="http://schemas.openxmlformats.org/officeDocument/2006/relationships/customXml" Target="../ink/ink4250.xml"/><Relationship Id="rId204" Type="http://schemas.openxmlformats.org/officeDocument/2006/relationships/customXml" Target="../ink/ink4257.xml"/><Relationship Id="rId225" Type="http://schemas.openxmlformats.org/officeDocument/2006/relationships/image" Target="NULL"/><Relationship Id="rId246" Type="http://schemas.openxmlformats.org/officeDocument/2006/relationships/customXml" Target="../ink/ink4278.xml"/><Relationship Id="rId267" Type="http://schemas.openxmlformats.org/officeDocument/2006/relationships/image" Target="NULL"/><Relationship Id="rId106" Type="http://schemas.openxmlformats.org/officeDocument/2006/relationships/customXml" Target="../ink/ink4208.xml"/><Relationship Id="rId127" Type="http://schemas.openxmlformats.org/officeDocument/2006/relationships/image" Target="NULL"/><Relationship Id="rId10" Type="http://schemas.openxmlformats.org/officeDocument/2006/relationships/customXml" Target="../ink/ink4160.xml"/><Relationship Id="rId31" Type="http://schemas.openxmlformats.org/officeDocument/2006/relationships/image" Target="NULL"/><Relationship Id="rId52" Type="http://schemas.openxmlformats.org/officeDocument/2006/relationships/customXml" Target="../ink/ink4181.xml"/><Relationship Id="rId73" Type="http://schemas.openxmlformats.org/officeDocument/2006/relationships/image" Target="NULL"/><Relationship Id="rId94" Type="http://schemas.openxmlformats.org/officeDocument/2006/relationships/customXml" Target="../ink/ink4202.xml"/><Relationship Id="rId148" Type="http://schemas.openxmlformats.org/officeDocument/2006/relationships/customXml" Target="../ink/ink4229.xml"/><Relationship Id="rId169" Type="http://schemas.openxmlformats.org/officeDocument/2006/relationships/image" Target="NULL"/><Relationship Id="rId4" Type="http://schemas.openxmlformats.org/officeDocument/2006/relationships/customXml" Target="../ink/ink4157.xml"/><Relationship Id="rId180" Type="http://schemas.openxmlformats.org/officeDocument/2006/relationships/customXml" Target="../ink/ink4245.xml"/><Relationship Id="rId215" Type="http://schemas.openxmlformats.org/officeDocument/2006/relationships/image" Target="NULL"/><Relationship Id="rId236" Type="http://schemas.openxmlformats.org/officeDocument/2006/relationships/customXml" Target="../ink/ink4273.xml"/><Relationship Id="rId257" Type="http://schemas.openxmlformats.org/officeDocument/2006/relationships/image" Target="NULL"/><Relationship Id="rId42" Type="http://schemas.openxmlformats.org/officeDocument/2006/relationships/customXml" Target="../ink/ink4176.xml"/><Relationship Id="rId84" Type="http://schemas.openxmlformats.org/officeDocument/2006/relationships/customXml" Target="../ink/ink4197.xml"/><Relationship Id="rId138" Type="http://schemas.openxmlformats.org/officeDocument/2006/relationships/customXml" Target="../ink/ink4224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4235.xml"/><Relationship Id="rId216" Type="http://schemas.openxmlformats.org/officeDocument/2006/relationships/customXml" Target="../ink/ink4263.xml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customXml" Target="../ink/ink4455.xml"/><Relationship Id="rId531" Type="http://schemas.openxmlformats.org/officeDocument/2006/relationships/customXml" Target="../ink/ink4559.xml"/><Relationship Id="rId170" Type="http://schemas.openxmlformats.org/officeDocument/2006/relationships/customXml" Target="../ink/ink4378.xml"/><Relationship Id="rId268" Type="http://schemas.openxmlformats.org/officeDocument/2006/relationships/customXml" Target="../ink/ink4427.xml"/><Relationship Id="rId475" Type="http://schemas.openxmlformats.org/officeDocument/2006/relationships/customXml" Target="../ink/ink4531.xml"/><Relationship Id="rId32" Type="http://schemas.openxmlformats.org/officeDocument/2006/relationships/customXml" Target="../ink/ink4309.xml"/><Relationship Id="rId128" Type="http://schemas.openxmlformats.org/officeDocument/2006/relationships/customXml" Target="../ink/ink4357.xml"/><Relationship Id="rId335" Type="http://schemas.openxmlformats.org/officeDocument/2006/relationships/image" Target="NULL"/><Relationship Id="rId181" Type="http://schemas.openxmlformats.org/officeDocument/2006/relationships/image" Target="NULL"/><Relationship Id="rId402" Type="http://schemas.openxmlformats.org/officeDocument/2006/relationships/image" Target="NULL"/><Relationship Id="rId279" Type="http://schemas.openxmlformats.org/officeDocument/2006/relationships/image" Target="NULL"/><Relationship Id="rId444" Type="http://schemas.openxmlformats.org/officeDocument/2006/relationships/image" Target="NUL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4438.xml"/><Relationship Id="rId304" Type="http://schemas.openxmlformats.org/officeDocument/2006/relationships/customXml" Target="../ink/ink4445.xml"/><Relationship Id="rId346" Type="http://schemas.openxmlformats.org/officeDocument/2006/relationships/customXml" Target="../ink/ink4466.xml"/><Relationship Id="rId388" Type="http://schemas.openxmlformats.org/officeDocument/2006/relationships/customXml" Target="../ink/ink4487.xml"/><Relationship Id="rId511" Type="http://schemas.openxmlformats.org/officeDocument/2006/relationships/customXml" Target="../ink/ink4549.xml"/><Relationship Id="rId85" Type="http://schemas.openxmlformats.org/officeDocument/2006/relationships/image" Target="NULL"/><Relationship Id="rId150" Type="http://schemas.openxmlformats.org/officeDocument/2006/relationships/customXml" Target="../ink/ink4368.xml"/><Relationship Id="rId192" Type="http://schemas.openxmlformats.org/officeDocument/2006/relationships/customXml" Target="../ink/ink4389.xml"/><Relationship Id="rId206" Type="http://schemas.openxmlformats.org/officeDocument/2006/relationships/customXml" Target="../ink/ink4396.xml"/><Relationship Id="rId413" Type="http://schemas.openxmlformats.org/officeDocument/2006/relationships/customXml" Target="../ink/ink4500.xml"/><Relationship Id="rId248" Type="http://schemas.openxmlformats.org/officeDocument/2006/relationships/customXml" Target="../ink/ink4417.xml"/><Relationship Id="rId455" Type="http://schemas.openxmlformats.org/officeDocument/2006/relationships/customXml" Target="../ink/ink4521.xml"/><Relationship Id="rId497" Type="http://schemas.openxmlformats.org/officeDocument/2006/relationships/customXml" Target="../ink/ink4542.xml"/><Relationship Id="rId12" Type="http://schemas.openxmlformats.org/officeDocument/2006/relationships/customXml" Target="../ink/ink4299.xml"/><Relationship Id="rId108" Type="http://schemas.openxmlformats.org/officeDocument/2006/relationships/customXml" Target="../ink/ink4347.xml"/><Relationship Id="rId315" Type="http://schemas.openxmlformats.org/officeDocument/2006/relationships/image" Target="NULL"/><Relationship Id="rId357" Type="http://schemas.openxmlformats.org/officeDocument/2006/relationships/image" Target="NULL"/><Relationship Id="rId522" Type="http://schemas.openxmlformats.org/officeDocument/2006/relationships/image" Target="NULL"/><Relationship Id="rId54" Type="http://schemas.openxmlformats.org/officeDocument/2006/relationships/customXml" Target="../ink/ink4320.xml"/><Relationship Id="rId96" Type="http://schemas.openxmlformats.org/officeDocument/2006/relationships/customXml" Target="../ink/ink4341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customXml" Target="../ink/ink4493.xml"/><Relationship Id="rId259" Type="http://schemas.openxmlformats.org/officeDocument/2006/relationships/image" Target="NULL"/><Relationship Id="rId424" Type="http://schemas.openxmlformats.org/officeDocument/2006/relationships/image" Target="NUL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4428.xml"/><Relationship Id="rId326" Type="http://schemas.openxmlformats.org/officeDocument/2006/relationships/customXml" Target="../ink/ink4456.xml"/><Relationship Id="rId533" Type="http://schemas.openxmlformats.org/officeDocument/2006/relationships/customXml" Target="../ink/ink4560.xml"/><Relationship Id="rId65" Type="http://schemas.openxmlformats.org/officeDocument/2006/relationships/image" Target="NULL"/><Relationship Id="rId130" Type="http://schemas.openxmlformats.org/officeDocument/2006/relationships/customXml" Target="../ink/ink4358.xml"/><Relationship Id="rId368" Type="http://schemas.openxmlformats.org/officeDocument/2006/relationships/customXml" Target="../ink/ink4477.xml"/><Relationship Id="rId172" Type="http://schemas.openxmlformats.org/officeDocument/2006/relationships/customXml" Target="../ink/ink4379.xml"/><Relationship Id="rId228" Type="http://schemas.openxmlformats.org/officeDocument/2006/relationships/customXml" Target="../ink/ink4407.xml"/><Relationship Id="rId435" Type="http://schemas.openxmlformats.org/officeDocument/2006/relationships/customXml" Target="../ink/ink4511.xml"/><Relationship Id="rId477" Type="http://schemas.openxmlformats.org/officeDocument/2006/relationships/customXml" Target="../ink/ink4532.xml"/><Relationship Id="rId281" Type="http://schemas.openxmlformats.org/officeDocument/2006/relationships/image" Target="NULL"/><Relationship Id="rId337" Type="http://schemas.openxmlformats.org/officeDocument/2006/relationships/image" Target="NULL"/><Relationship Id="rId502" Type="http://schemas.openxmlformats.org/officeDocument/2006/relationships/image" Target="NULL"/><Relationship Id="rId34" Type="http://schemas.openxmlformats.org/officeDocument/2006/relationships/customXml" Target="../ink/ink4310.xml"/><Relationship Id="rId76" Type="http://schemas.openxmlformats.org/officeDocument/2006/relationships/customXml" Target="../ink/ink4331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4488.xml"/><Relationship Id="rId404" Type="http://schemas.openxmlformats.org/officeDocument/2006/relationships/image" Target="NULL"/><Relationship Id="rId446" Type="http://schemas.openxmlformats.org/officeDocument/2006/relationships/image" Target="NULL"/><Relationship Id="rId250" Type="http://schemas.openxmlformats.org/officeDocument/2006/relationships/customXml" Target="../ink/ink4418.xml"/><Relationship Id="rId292" Type="http://schemas.openxmlformats.org/officeDocument/2006/relationships/customXml" Target="../ink/ink4439.xml"/><Relationship Id="rId306" Type="http://schemas.openxmlformats.org/officeDocument/2006/relationships/customXml" Target="../ink/ink4446.xml"/><Relationship Id="rId488" Type="http://schemas.openxmlformats.org/officeDocument/2006/relationships/image" Target="NUL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4348.xml"/><Relationship Id="rId348" Type="http://schemas.openxmlformats.org/officeDocument/2006/relationships/customXml" Target="../ink/ink4467.xml"/><Relationship Id="rId513" Type="http://schemas.openxmlformats.org/officeDocument/2006/relationships/customXml" Target="../ink/ink4550.xml"/><Relationship Id="rId152" Type="http://schemas.openxmlformats.org/officeDocument/2006/relationships/customXml" Target="../ink/ink4369.xml"/><Relationship Id="rId194" Type="http://schemas.openxmlformats.org/officeDocument/2006/relationships/customXml" Target="../ink/ink4390.xml"/><Relationship Id="rId208" Type="http://schemas.openxmlformats.org/officeDocument/2006/relationships/customXml" Target="../ink/ink4397.xml"/><Relationship Id="rId415" Type="http://schemas.openxmlformats.org/officeDocument/2006/relationships/customXml" Target="../ink/ink4501.xml"/><Relationship Id="rId457" Type="http://schemas.openxmlformats.org/officeDocument/2006/relationships/customXml" Target="../ink/ink4522.xml"/><Relationship Id="rId261" Type="http://schemas.openxmlformats.org/officeDocument/2006/relationships/image" Target="NULL"/><Relationship Id="rId499" Type="http://schemas.openxmlformats.org/officeDocument/2006/relationships/customXml" Target="../ink/ink4543.xml"/><Relationship Id="rId14" Type="http://schemas.openxmlformats.org/officeDocument/2006/relationships/customXml" Target="../ink/ink4300.xml"/><Relationship Id="rId56" Type="http://schemas.openxmlformats.org/officeDocument/2006/relationships/customXml" Target="../ink/ink4321.xml"/><Relationship Id="rId317" Type="http://schemas.openxmlformats.org/officeDocument/2006/relationships/image" Target="NULL"/><Relationship Id="rId359" Type="http://schemas.openxmlformats.org/officeDocument/2006/relationships/image" Target="NULL"/><Relationship Id="rId524" Type="http://schemas.openxmlformats.org/officeDocument/2006/relationships/image" Target="NULL"/><Relationship Id="rId98" Type="http://schemas.openxmlformats.org/officeDocument/2006/relationships/customXml" Target="../ink/ink4342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4478.xml"/><Relationship Id="rId426" Type="http://schemas.openxmlformats.org/officeDocument/2006/relationships/image" Target="NULL"/><Relationship Id="rId230" Type="http://schemas.openxmlformats.org/officeDocument/2006/relationships/customXml" Target="../ink/ink4408.xml"/><Relationship Id="rId468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4429.xml"/><Relationship Id="rId328" Type="http://schemas.openxmlformats.org/officeDocument/2006/relationships/customXml" Target="../ink/ink4457.xml"/><Relationship Id="rId535" Type="http://schemas.openxmlformats.org/officeDocument/2006/relationships/customXml" Target="../ink/ink4561.xml"/><Relationship Id="rId132" Type="http://schemas.openxmlformats.org/officeDocument/2006/relationships/customXml" Target="../ink/ink4359.xml"/><Relationship Id="rId174" Type="http://schemas.openxmlformats.org/officeDocument/2006/relationships/customXml" Target="../ink/ink4380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customXml" Target="../ink/ink4512.xml"/><Relationship Id="rId479" Type="http://schemas.openxmlformats.org/officeDocument/2006/relationships/customXml" Target="../ink/ink4533.xml"/><Relationship Id="rId36" Type="http://schemas.openxmlformats.org/officeDocument/2006/relationships/customXml" Target="../ink/ink4311.xm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image" Target="NULL"/><Relationship Id="rId504" Type="http://schemas.openxmlformats.org/officeDocument/2006/relationships/image" Target="NULL"/><Relationship Id="rId78" Type="http://schemas.openxmlformats.org/officeDocument/2006/relationships/customXml" Target="../ink/ink4332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4468.xm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4398.xml"/><Relationship Id="rId392" Type="http://schemas.openxmlformats.org/officeDocument/2006/relationships/customXml" Target="../ink/ink4489.xml"/><Relationship Id="rId448" Type="http://schemas.openxmlformats.org/officeDocument/2006/relationships/image" Target="NULL"/><Relationship Id="rId252" Type="http://schemas.openxmlformats.org/officeDocument/2006/relationships/customXml" Target="../ink/ink4419.xml"/><Relationship Id="rId294" Type="http://schemas.openxmlformats.org/officeDocument/2006/relationships/customXml" Target="../ink/ink4440.xml"/><Relationship Id="rId308" Type="http://schemas.openxmlformats.org/officeDocument/2006/relationships/customXml" Target="../ink/ink4447.xml"/><Relationship Id="rId515" Type="http://schemas.openxmlformats.org/officeDocument/2006/relationships/customXml" Target="../ink/ink4551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4349.xml"/><Relationship Id="rId154" Type="http://schemas.openxmlformats.org/officeDocument/2006/relationships/customXml" Target="../ink/ink4370.xml"/><Relationship Id="rId361" Type="http://schemas.openxmlformats.org/officeDocument/2006/relationships/image" Target="NULL"/><Relationship Id="rId196" Type="http://schemas.openxmlformats.org/officeDocument/2006/relationships/customXml" Target="../ink/ink4391.xml"/><Relationship Id="rId417" Type="http://schemas.openxmlformats.org/officeDocument/2006/relationships/customXml" Target="../ink/ink4502.xml"/><Relationship Id="rId459" Type="http://schemas.openxmlformats.org/officeDocument/2006/relationships/customXml" Target="../ink/ink4523.xml"/><Relationship Id="rId16" Type="http://schemas.openxmlformats.org/officeDocument/2006/relationships/customXml" Target="../ink/ink4301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image" Target="NULL"/><Relationship Id="rId526" Type="http://schemas.openxmlformats.org/officeDocument/2006/relationships/image" Target="NULL"/><Relationship Id="rId58" Type="http://schemas.openxmlformats.org/officeDocument/2006/relationships/customXml" Target="../ink/ink4322.xml"/><Relationship Id="rId123" Type="http://schemas.openxmlformats.org/officeDocument/2006/relationships/image" Target="NULL"/><Relationship Id="rId330" Type="http://schemas.openxmlformats.org/officeDocument/2006/relationships/customXml" Target="../ink/ink4458.xml"/><Relationship Id="rId165" Type="http://schemas.openxmlformats.org/officeDocument/2006/relationships/image" Target="NULL"/><Relationship Id="rId372" Type="http://schemas.openxmlformats.org/officeDocument/2006/relationships/customXml" Target="../ink/ink4479.xml"/><Relationship Id="rId428" Type="http://schemas.openxmlformats.org/officeDocument/2006/relationships/image" Target="NULL"/><Relationship Id="rId232" Type="http://schemas.openxmlformats.org/officeDocument/2006/relationships/customXml" Target="../ink/ink4409.xml"/><Relationship Id="rId274" Type="http://schemas.openxmlformats.org/officeDocument/2006/relationships/customXml" Target="../ink/ink4430.xml"/><Relationship Id="rId481" Type="http://schemas.openxmlformats.org/officeDocument/2006/relationships/customXml" Target="../ink/ink4534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4360.xml"/><Relationship Id="rId80" Type="http://schemas.openxmlformats.org/officeDocument/2006/relationships/customXml" Target="../ink/ink4333.xml"/><Relationship Id="rId176" Type="http://schemas.openxmlformats.org/officeDocument/2006/relationships/customXml" Target="../ink/ink4381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customXml" Target="../ink/ink4513.xm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image" Target="NULL"/><Relationship Id="rId506" Type="http://schemas.openxmlformats.org/officeDocument/2006/relationships/image" Target="NULL"/><Relationship Id="rId38" Type="http://schemas.openxmlformats.org/officeDocument/2006/relationships/customXml" Target="../ink/ink4312.xml"/><Relationship Id="rId103" Type="http://schemas.openxmlformats.org/officeDocument/2006/relationships/image" Target="NULL"/><Relationship Id="rId310" Type="http://schemas.openxmlformats.org/officeDocument/2006/relationships/customXml" Target="../ink/ink4448.xml"/><Relationship Id="rId492" Type="http://schemas.openxmlformats.org/officeDocument/2006/relationships/image" Target="NUL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4469.xml"/><Relationship Id="rId394" Type="http://schemas.openxmlformats.org/officeDocument/2006/relationships/customXml" Target="../ink/ink4490.xml"/><Relationship Id="rId408" Type="http://schemas.openxmlformats.org/officeDocument/2006/relationships/image" Target="NULL"/><Relationship Id="rId212" Type="http://schemas.openxmlformats.org/officeDocument/2006/relationships/customXml" Target="../ink/ink4399.xml"/><Relationship Id="rId254" Type="http://schemas.openxmlformats.org/officeDocument/2006/relationships/customXml" Target="../ink/ink4420.xml"/><Relationship Id="rId49" Type="http://schemas.openxmlformats.org/officeDocument/2006/relationships/image" Target="NULL"/><Relationship Id="rId114" Type="http://schemas.openxmlformats.org/officeDocument/2006/relationships/customXml" Target="../ink/ink4350.xml"/><Relationship Id="rId296" Type="http://schemas.openxmlformats.org/officeDocument/2006/relationships/customXml" Target="../ink/ink4441.xml"/><Relationship Id="rId461" Type="http://schemas.openxmlformats.org/officeDocument/2006/relationships/customXml" Target="../ink/ink4524.xml"/><Relationship Id="rId517" Type="http://schemas.openxmlformats.org/officeDocument/2006/relationships/customXml" Target="../ink/ink4552.xml"/><Relationship Id="rId60" Type="http://schemas.openxmlformats.org/officeDocument/2006/relationships/customXml" Target="../ink/ink4323.xml"/><Relationship Id="rId156" Type="http://schemas.openxmlformats.org/officeDocument/2006/relationships/customXml" Target="../ink/ink4371.xml"/><Relationship Id="rId198" Type="http://schemas.openxmlformats.org/officeDocument/2006/relationships/customXml" Target="../ink/ink4392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customXml" Target="../ink/ink4503.xml"/><Relationship Id="rId223" Type="http://schemas.openxmlformats.org/officeDocument/2006/relationships/image" Target="NULL"/><Relationship Id="rId430" Type="http://schemas.openxmlformats.org/officeDocument/2006/relationships/image" Target="NULL"/><Relationship Id="rId18" Type="http://schemas.openxmlformats.org/officeDocument/2006/relationships/customXml" Target="../ink/ink4302.xml"/><Relationship Id="rId265" Type="http://schemas.openxmlformats.org/officeDocument/2006/relationships/image" Target="NULL"/><Relationship Id="rId472" Type="http://schemas.openxmlformats.org/officeDocument/2006/relationships/image" Target="NULL"/><Relationship Id="rId528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4459.xml"/><Relationship Id="rId374" Type="http://schemas.openxmlformats.org/officeDocument/2006/relationships/customXml" Target="../ink/ink4480.xml"/><Relationship Id="rId71" Type="http://schemas.openxmlformats.org/officeDocument/2006/relationships/image" Target="NULL"/><Relationship Id="rId234" Type="http://schemas.openxmlformats.org/officeDocument/2006/relationships/customXml" Target="../ink/ink4410.xml"/><Relationship Id="rId2" Type="http://schemas.openxmlformats.org/officeDocument/2006/relationships/customXml" Target="../ink/ink4294.xml"/><Relationship Id="rId29" Type="http://schemas.openxmlformats.org/officeDocument/2006/relationships/image" Target="NULL"/><Relationship Id="rId276" Type="http://schemas.openxmlformats.org/officeDocument/2006/relationships/customXml" Target="../ink/ink4431.xml"/><Relationship Id="rId441" Type="http://schemas.openxmlformats.org/officeDocument/2006/relationships/customXml" Target="../ink/ink4514.xml"/><Relationship Id="rId483" Type="http://schemas.openxmlformats.org/officeDocument/2006/relationships/customXml" Target="../ink/ink4535.xml"/><Relationship Id="rId40" Type="http://schemas.openxmlformats.org/officeDocument/2006/relationships/customXml" Target="../ink/ink4313.xml"/><Relationship Id="rId136" Type="http://schemas.openxmlformats.org/officeDocument/2006/relationships/customXml" Target="../ink/ink4361.xml"/><Relationship Id="rId178" Type="http://schemas.openxmlformats.org/officeDocument/2006/relationships/customXml" Target="../ink/ink4382.xml"/><Relationship Id="rId301" Type="http://schemas.openxmlformats.org/officeDocument/2006/relationships/image" Target="NULL"/><Relationship Id="rId343" Type="http://schemas.openxmlformats.org/officeDocument/2006/relationships/image" Target="NULL"/><Relationship Id="rId82" Type="http://schemas.openxmlformats.org/officeDocument/2006/relationships/customXml" Target="../ink/ink4334.xml"/><Relationship Id="rId203" Type="http://schemas.openxmlformats.org/officeDocument/2006/relationships/image" Target="NULL"/><Relationship Id="rId385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image" Target="NUL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4449.xml"/><Relationship Id="rId354" Type="http://schemas.openxmlformats.org/officeDocument/2006/relationships/customXml" Target="../ink/ink4470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4491.xml"/><Relationship Id="rId214" Type="http://schemas.openxmlformats.org/officeDocument/2006/relationships/customXml" Target="../ink/ink4400.xml"/><Relationship Id="rId256" Type="http://schemas.openxmlformats.org/officeDocument/2006/relationships/customXml" Target="../ink/ink4421.xml"/><Relationship Id="rId298" Type="http://schemas.openxmlformats.org/officeDocument/2006/relationships/customXml" Target="../ink/ink4442.xml"/><Relationship Id="rId421" Type="http://schemas.openxmlformats.org/officeDocument/2006/relationships/customXml" Target="../ink/ink4504.xml"/><Relationship Id="rId463" Type="http://schemas.openxmlformats.org/officeDocument/2006/relationships/customXml" Target="../ink/ink4525.xml"/><Relationship Id="rId519" Type="http://schemas.openxmlformats.org/officeDocument/2006/relationships/customXml" Target="../ink/ink4553.xml"/><Relationship Id="rId116" Type="http://schemas.openxmlformats.org/officeDocument/2006/relationships/customXml" Target="../ink/ink4351.xml"/><Relationship Id="rId158" Type="http://schemas.openxmlformats.org/officeDocument/2006/relationships/customXml" Target="../ink/ink4372.xml"/><Relationship Id="rId323" Type="http://schemas.openxmlformats.org/officeDocument/2006/relationships/image" Target="NULL"/><Relationship Id="rId530" Type="http://schemas.openxmlformats.org/officeDocument/2006/relationships/image" Target="NULL"/><Relationship Id="rId20" Type="http://schemas.openxmlformats.org/officeDocument/2006/relationships/customXml" Target="../ink/ink4303.xml"/><Relationship Id="rId62" Type="http://schemas.openxmlformats.org/officeDocument/2006/relationships/customXml" Target="../ink/ink4324.xml"/><Relationship Id="rId365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image" Target="NULL"/><Relationship Id="rId474" Type="http://schemas.openxmlformats.org/officeDocument/2006/relationships/image" Target="NUL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4460.xml"/><Relationship Id="rId376" Type="http://schemas.openxmlformats.org/officeDocument/2006/relationships/customXml" Target="../ink/ink4481.xml"/><Relationship Id="rId4" Type="http://schemas.openxmlformats.org/officeDocument/2006/relationships/customXml" Target="../ink/ink4295.xml"/><Relationship Id="rId180" Type="http://schemas.openxmlformats.org/officeDocument/2006/relationships/customXml" Target="../ink/ink4383.xml"/><Relationship Id="rId236" Type="http://schemas.openxmlformats.org/officeDocument/2006/relationships/customXml" Target="../ink/ink4411.xml"/><Relationship Id="rId278" Type="http://schemas.openxmlformats.org/officeDocument/2006/relationships/customXml" Target="../ink/ink4432.xml"/><Relationship Id="rId401" Type="http://schemas.openxmlformats.org/officeDocument/2006/relationships/customXml" Target="../ink/ink4494.xml"/><Relationship Id="rId443" Type="http://schemas.openxmlformats.org/officeDocument/2006/relationships/customXml" Target="../ink/ink4515.xml"/><Relationship Id="rId303" Type="http://schemas.openxmlformats.org/officeDocument/2006/relationships/image" Target="NULL"/><Relationship Id="rId485" Type="http://schemas.openxmlformats.org/officeDocument/2006/relationships/customXml" Target="../ink/ink4536.xml"/><Relationship Id="rId42" Type="http://schemas.openxmlformats.org/officeDocument/2006/relationships/customXml" Target="../ink/ink4314.xml"/><Relationship Id="rId84" Type="http://schemas.openxmlformats.org/officeDocument/2006/relationships/customXml" Target="../ink/ink4335.xml"/><Relationship Id="rId138" Type="http://schemas.openxmlformats.org/officeDocument/2006/relationships/customXml" Target="../ink/ink4362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image" Target="NUL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4450.xml"/><Relationship Id="rId356" Type="http://schemas.openxmlformats.org/officeDocument/2006/relationships/customXml" Target="../ink/ink4471.xml"/><Relationship Id="rId398" Type="http://schemas.openxmlformats.org/officeDocument/2006/relationships/customXml" Target="../ink/ink4492.xml"/><Relationship Id="rId521" Type="http://schemas.openxmlformats.org/officeDocument/2006/relationships/customXml" Target="../ink/ink4554.xml"/><Relationship Id="rId95" Type="http://schemas.openxmlformats.org/officeDocument/2006/relationships/image" Target="NULL"/><Relationship Id="rId160" Type="http://schemas.openxmlformats.org/officeDocument/2006/relationships/customXml" Target="../ink/ink4373.xml"/><Relationship Id="rId216" Type="http://schemas.openxmlformats.org/officeDocument/2006/relationships/customXml" Target="../ink/ink4401.xml"/><Relationship Id="rId423" Type="http://schemas.openxmlformats.org/officeDocument/2006/relationships/customXml" Target="../ink/ink4505.xml"/><Relationship Id="rId258" Type="http://schemas.openxmlformats.org/officeDocument/2006/relationships/customXml" Target="../ink/ink4422.xml"/><Relationship Id="rId465" Type="http://schemas.openxmlformats.org/officeDocument/2006/relationships/customXml" Target="../ink/ink4526.xml"/><Relationship Id="rId22" Type="http://schemas.openxmlformats.org/officeDocument/2006/relationships/customXml" Target="../ink/ink4304.xml"/><Relationship Id="rId64" Type="http://schemas.openxmlformats.org/officeDocument/2006/relationships/customXml" Target="../ink/ink4325.xml"/><Relationship Id="rId118" Type="http://schemas.openxmlformats.org/officeDocument/2006/relationships/customXml" Target="../ink/ink4352.xml"/><Relationship Id="rId325" Type="http://schemas.openxmlformats.org/officeDocument/2006/relationships/image" Target="NULL"/><Relationship Id="rId367" Type="http://schemas.openxmlformats.org/officeDocument/2006/relationships/image" Target="NULL"/><Relationship Id="rId532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image" Target="NULL"/><Relationship Id="rId476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4433.xml"/><Relationship Id="rId336" Type="http://schemas.openxmlformats.org/officeDocument/2006/relationships/customXml" Target="../ink/ink4461.xml"/><Relationship Id="rId501" Type="http://schemas.openxmlformats.org/officeDocument/2006/relationships/customXml" Target="../ink/ink4544.xml"/><Relationship Id="rId75" Type="http://schemas.openxmlformats.org/officeDocument/2006/relationships/image" Target="NULL"/><Relationship Id="rId140" Type="http://schemas.openxmlformats.org/officeDocument/2006/relationships/customXml" Target="../ink/ink4363.xml"/><Relationship Id="rId182" Type="http://schemas.openxmlformats.org/officeDocument/2006/relationships/customXml" Target="../ink/ink4384.xml"/><Relationship Id="rId378" Type="http://schemas.openxmlformats.org/officeDocument/2006/relationships/customXml" Target="../ink/ink4482.xml"/><Relationship Id="rId403" Type="http://schemas.openxmlformats.org/officeDocument/2006/relationships/customXml" Target="../ink/ink4495.xml"/><Relationship Id="rId6" Type="http://schemas.openxmlformats.org/officeDocument/2006/relationships/customXml" Target="../ink/ink4296.xml"/><Relationship Id="rId238" Type="http://schemas.openxmlformats.org/officeDocument/2006/relationships/customXml" Target="../ink/ink4412.xml"/><Relationship Id="rId445" Type="http://schemas.openxmlformats.org/officeDocument/2006/relationships/customXml" Target="../ink/ink4516.xml"/><Relationship Id="rId487" Type="http://schemas.openxmlformats.org/officeDocument/2006/relationships/customXml" Target="../ink/ink4537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image" Target="NULL"/><Relationship Id="rId44" Type="http://schemas.openxmlformats.org/officeDocument/2006/relationships/customXml" Target="../ink/ink4315.xml"/><Relationship Id="rId86" Type="http://schemas.openxmlformats.org/officeDocument/2006/relationships/customXml" Target="../ink/ink4336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image" Target="NULL"/><Relationship Id="rId456" Type="http://schemas.openxmlformats.org/officeDocument/2006/relationships/image" Target="NULL"/><Relationship Id="rId498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4423.xml"/><Relationship Id="rId316" Type="http://schemas.openxmlformats.org/officeDocument/2006/relationships/customXml" Target="../ink/ink4451.xml"/><Relationship Id="rId523" Type="http://schemas.openxmlformats.org/officeDocument/2006/relationships/customXml" Target="../ink/ink4555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4353.xml"/><Relationship Id="rId358" Type="http://schemas.openxmlformats.org/officeDocument/2006/relationships/customXml" Target="../ink/ink4472.xml"/><Relationship Id="rId162" Type="http://schemas.openxmlformats.org/officeDocument/2006/relationships/customXml" Target="../ink/ink4374.xml"/><Relationship Id="rId218" Type="http://schemas.openxmlformats.org/officeDocument/2006/relationships/customXml" Target="../ink/ink4402.xml"/><Relationship Id="rId425" Type="http://schemas.openxmlformats.org/officeDocument/2006/relationships/customXml" Target="../ink/ink4506.xml"/><Relationship Id="rId467" Type="http://schemas.openxmlformats.org/officeDocument/2006/relationships/customXml" Target="../ink/ink4527.xml"/><Relationship Id="rId271" Type="http://schemas.openxmlformats.org/officeDocument/2006/relationships/image" Target="NULL"/><Relationship Id="rId24" Type="http://schemas.openxmlformats.org/officeDocument/2006/relationships/customXml" Target="../ink/ink4305.xml"/><Relationship Id="rId66" Type="http://schemas.openxmlformats.org/officeDocument/2006/relationships/customXml" Target="../ink/ink4326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4483.xml"/><Relationship Id="rId436" Type="http://schemas.openxmlformats.org/officeDocument/2006/relationships/image" Target="NULL"/><Relationship Id="rId240" Type="http://schemas.openxmlformats.org/officeDocument/2006/relationships/customXml" Target="../ink/ink4413.xml"/><Relationship Id="rId478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4343.xml"/><Relationship Id="rId282" Type="http://schemas.openxmlformats.org/officeDocument/2006/relationships/customXml" Target="../ink/ink4434.xml"/><Relationship Id="rId338" Type="http://schemas.openxmlformats.org/officeDocument/2006/relationships/customXml" Target="../ink/ink4462.xml"/><Relationship Id="rId503" Type="http://schemas.openxmlformats.org/officeDocument/2006/relationships/customXml" Target="../ink/ink4545.xml"/><Relationship Id="rId8" Type="http://schemas.openxmlformats.org/officeDocument/2006/relationships/customXml" Target="../ink/ink4297.xml"/><Relationship Id="rId142" Type="http://schemas.openxmlformats.org/officeDocument/2006/relationships/customXml" Target="../ink/ink4364.xml"/><Relationship Id="rId184" Type="http://schemas.openxmlformats.org/officeDocument/2006/relationships/customXml" Target="../ink/ink4385.xml"/><Relationship Id="rId391" Type="http://schemas.openxmlformats.org/officeDocument/2006/relationships/image" Target="NULL"/><Relationship Id="rId405" Type="http://schemas.openxmlformats.org/officeDocument/2006/relationships/customXml" Target="../ink/ink4496.xml"/><Relationship Id="rId447" Type="http://schemas.openxmlformats.org/officeDocument/2006/relationships/customXml" Target="../ink/ink4517.xml"/><Relationship Id="rId251" Type="http://schemas.openxmlformats.org/officeDocument/2006/relationships/image" Target="NULL"/><Relationship Id="rId489" Type="http://schemas.openxmlformats.org/officeDocument/2006/relationships/customXml" Target="../ink/ink4538.xml"/><Relationship Id="rId46" Type="http://schemas.openxmlformats.org/officeDocument/2006/relationships/customXml" Target="../ink/ink4316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image" Target="NULL"/><Relationship Id="rId88" Type="http://schemas.openxmlformats.org/officeDocument/2006/relationships/customXml" Target="../ink/ink4337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4473.xml"/><Relationship Id="rId416" Type="http://schemas.openxmlformats.org/officeDocument/2006/relationships/image" Target="NULL"/><Relationship Id="rId220" Type="http://schemas.openxmlformats.org/officeDocument/2006/relationships/customXml" Target="../ink/ink4403.xm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4424.xml"/><Relationship Id="rId318" Type="http://schemas.openxmlformats.org/officeDocument/2006/relationships/customXml" Target="../ink/ink4452.xml"/><Relationship Id="rId525" Type="http://schemas.openxmlformats.org/officeDocument/2006/relationships/customXml" Target="../ink/ink4556.xml"/><Relationship Id="rId99" Type="http://schemas.openxmlformats.org/officeDocument/2006/relationships/image" Target="NULL"/><Relationship Id="rId122" Type="http://schemas.openxmlformats.org/officeDocument/2006/relationships/customXml" Target="../ink/ink4354.xml"/><Relationship Id="rId164" Type="http://schemas.openxmlformats.org/officeDocument/2006/relationships/customXml" Target="../ink/ink4375.xml"/><Relationship Id="rId371" Type="http://schemas.openxmlformats.org/officeDocument/2006/relationships/image" Target="NULL"/><Relationship Id="rId427" Type="http://schemas.openxmlformats.org/officeDocument/2006/relationships/customXml" Target="../ink/ink4507.xml"/><Relationship Id="rId469" Type="http://schemas.openxmlformats.org/officeDocument/2006/relationships/customXml" Target="../ink/ink4528.xml"/><Relationship Id="rId26" Type="http://schemas.openxmlformats.org/officeDocument/2006/relationships/customXml" Target="../ink/ink4306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image" Target="NULL"/><Relationship Id="rId536" Type="http://schemas.openxmlformats.org/officeDocument/2006/relationships/image" Target="NULL"/><Relationship Id="rId68" Type="http://schemas.openxmlformats.org/officeDocument/2006/relationships/customXml" Target="../ink/ink4327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4463.xml"/><Relationship Id="rId200" Type="http://schemas.openxmlformats.org/officeDocument/2006/relationships/customXml" Target="../ink/ink4393.xml"/><Relationship Id="rId382" Type="http://schemas.openxmlformats.org/officeDocument/2006/relationships/customXml" Target="../ink/ink4484.xml"/><Relationship Id="rId438" Type="http://schemas.openxmlformats.org/officeDocument/2006/relationships/image" Target="NULL"/><Relationship Id="rId242" Type="http://schemas.openxmlformats.org/officeDocument/2006/relationships/customXml" Target="../ink/ink4414.xml"/><Relationship Id="rId284" Type="http://schemas.openxmlformats.org/officeDocument/2006/relationships/customXml" Target="../ink/ink4435.xml"/><Relationship Id="rId491" Type="http://schemas.openxmlformats.org/officeDocument/2006/relationships/customXml" Target="../ink/ink4539.xml"/><Relationship Id="rId505" Type="http://schemas.openxmlformats.org/officeDocument/2006/relationships/customXml" Target="../ink/ink4546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4344.xml"/><Relationship Id="rId144" Type="http://schemas.openxmlformats.org/officeDocument/2006/relationships/customXml" Target="../ink/ink4365.xml"/><Relationship Id="rId90" Type="http://schemas.openxmlformats.org/officeDocument/2006/relationships/customXml" Target="../ink/ink4338.xml"/><Relationship Id="rId186" Type="http://schemas.openxmlformats.org/officeDocument/2006/relationships/customXml" Target="../ink/ink4386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customXml" Target="../ink/ink4497.xml"/><Relationship Id="rId449" Type="http://schemas.openxmlformats.org/officeDocument/2006/relationships/customXml" Target="../ink/ink4518.xm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4317.xml"/><Relationship Id="rId113" Type="http://schemas.openxmlformats.org/officeDocument/2006/relationships/image" Target="NULL"/><Relationship Id="rId320" Type="http://schemas.openxmlformats.org/officeDocument/2006/relationships/customXml" Target="../ink/ink4453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4474.xml"/><Relationship Id="rId418" Type="http://schemas.openxmlformats.org/officeDocument/2006/relationships/image" Target="NULL"/><Relationship Id="rId222" Type="http://schemas.openxmlformats.org/officeDocument/2006/relationships/customXml" Target="../ink/ink4404.xml"/><Relationship Id="rId264" Type="http://schemas.openxmlformats.org/officeDocument/2006/relationships/customXml" Target="../ink/ink4425.xml"/><Relationship Id="rId471" Type="http://schemas.openxmlformats.org/officeDocument/2006/relationships/customXml" Target="../ink/ink4529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4355.xml"/><Relationship Id="rId527" Type="http://schemas.openxmlformats.org/officeDocument/2006/relationships/customXml" Target="../ink/ink4557.xml"/><Relationship Id="rId70" Type="http://schemas.openxmlformats.org/officeDocument/2006/relationships/customXml" Target="../ink/ink4328.xml"/><Relationship Id="rId166" Type="http://schemas.openxmlformats.org/officeDocument/2006/relationships/customXml" Target="../ink/ink4376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customXml" Target="../ink/ink4508.xm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image" Target="NULL"/><Relationship Id="rId28" Type="http://schemas.openxmlformats.org/officeDocument/2006/relationships/customXml" Target="../ink/ink4307.xml"/><Relationship Id="rId275" Type="http://schemas.openxmlformats.org/officeDocument/2006/relationships/image" Target="NULL"/><Relationship Id="rId300" Type="http://schemas.openxmlformats.org/officeDocument/2006/relationships/customXml" Target="../ink/ink4443.xml"/><Relationship Id="rId482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4464.xml"/><Relationship Id="rId384" Type="http://schemas.openxmlformats.org/officeDocument/2006/relationships/customXml" Target="../ink/ink4485.xml"/><Relationship Id="rId202" Type="http://schemas.openxmlformats.org/officeDocument/2006/relationships/customXml" Target="../ink/ink4394.xml"/><Relationship Id="rId244" Type="http://schemas.openxmlformats.org/officeDocument/2006/relationships/customXml" Target="../ink/ink4415.xml"/><Relationship Id="rId39" Type="http://schemas.openxmlformats.org/officeDocument/2006/relationships/image" Target="NULL"/><Relationship Id="rId286" Type="http://schemas.openxmlformats.org/officeDocument/2006/relationships/customXml" Target="../ink/ink4436.xml"/><Relationship Id="rId451" Type="http://schemas.openxmlformats.org/officeDocument/2006/relationships/customXml" Target="../ink/ink4519.xml"/><Relationship Id="rId493" Type="http://schemas.openxmlformats.org/officeDocument/2006/relationships/customXml" Target="../ink/ink4540.xml"/><Relationship Id="rId507" Type="http://schemas.openxmlformats.org/officeDocument/2006/relationships/customXml" Target="../ink/ink4547.xml"/><Relationship Id="rId50" Type="http://schemas.openxmlformats.org/officeDocument/2006/relationships/customXml" Target="../ink/ink4318.xml"/><Relationship Id="rId104" Type="http://schemas.openxmlformats.org/officeDocument/2006/relationships/customXml" Target="../ink/ink4345.xml"/><Relationship Id="rId146" Type="http://schemas.openxmlformats.org/officeDocument/2006/relationships/customXml" Target="../ink/ink4366.xml"/><Relationship Id="rId188" Type="http://schemas.openxmlformats.org/officeDocument/2006/relationships/customXml" Target="../ink/ink4387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customXml" Target="../ink/ink4498.xml"/><Relationship Id="rId92" Type="http://schemas.openxmlformats.org/officeDocument/2006/relationships/customXml" Target="../ink/ink4339.xml"/><Relationship Id="rId213" Type="http://schemas.openxmlformats.org/officeDocument/2006/relationships/image" Target="NULL"/><Relationship Id="rId420" Type="http://schemas.openxmlformats.org/officeDocument/2006/relationships/image" Target="NUL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4454.xml"/><Relationship Id="rId364" Type="http://schemas.openxmlformats.org/officeDocument/2006/relationships/customXml" Target="../ink/ink4475.xm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4405.xml"/><Relationship Id="rId266" Type="http://schemas.openxmlformats.org/officeDocument/2006/relationships/customXml" Target="../ink/ink4426.xml"/><Relationship Id="rId431" Type="http://schemas.openxmlformats.org/officeDocument/2006/relationships/customXml" Target="../ink/ink4509.xml"/><Relationship Id="rId473" Type="http://schemas.openxmlformats.org/officeDocument/2006/relationships/customXml" Target="../ink/ink4530.xml"/><Relationship Id="rId529" Type="http://schemas.openxmlformats.org/officeDocument/2006/relationships/customXml" Target="../ink/ink4558.xml"/><Relationship Id="rId30" Type="http://schemas.openxmlformats.org/officeDocument/2006/relationships/customXml" Target="../ink/ink4308.xml"/><Relationship Id="rId126" Type="http://schemas.openxmlformats.org/officeDocument/2006/relationships/customXml" Target="../ink/ink4356.xml"/><Relationship Id="rId168" Type="http://schemas.openxmlformats.org/officeDocument/2006/relationships/customXml" Target="../ink/ink4377.xml"/><Relationship Id="rId333" Type="http://schemas.openxmlformats.org/officeDocument/2006/relationships/image" Target="NULL"/><Relationship Id="rId72" Type="http://schemas.openxmlformats.org/officeDocument/2006/relationships/customXml" Target="../ink/ink4329.xml"/><Relationship Id="rId375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image" Target="NUL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image" Target="NULL"/><Relationship Id="rId302" Type="http://schemas.openxmlformats.org/officeDocument/2006/relationships/customXml" Target="../ink/ink4444.xml"/><Relationship Id="rId344" Type="http://schemas.openxmlformats.org/officeDocument/2006/relationships/customXml" Target="../ink/ink4465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4486.xml"/><Relationship Id="rId190" Type="http://schemas.openxmlformats.org/officeDocument/2006/relationships/customXml" Target="../ink/ink4388.xml"/><Relationship Id="rId204" Type="http://schemas.openxmlformats.org/officeDocument/2006/relationships/customXml" Target="../ink/ink4395.xml"/><Relationship Id="rId246" Type="http://schemas.openxmlformats.org/officeDocument/2006/relationships/customXml" Target="../ink/ink4416.xml"/><Relationship Id="rId288" Type="http://schemas.openxmlformats.org/officeDocument/2006/relationships/customXml" Target="../ink/ink4437.xml"/><Relationship Id="rId411" Type="http://schemas.openxmlformats.org/officeDocument/2006/relationships/customXml" Target="../ink/ink4499.xml"/><Relationship Id="rId453" Type="http://schemas.openxmlformats.org/officeDocument/2006/relationships/customXml" Target="../ink/ink4520.xml"/><Relationship Id="rId509" Type="http://schemas.openxmlformats.org/officeDocument/2006/relationships/customXml" Target="../ink/ink4548.xml"/><Relationship Id="rId106" Type="http://schemas.openxmlformats.org/officeDocument/2006/relationships/customXml" Target="../ink/ink4346.xml"/><Relationship Id="rId313" Type="http://schemas.openxmlformats.org/officeDocument/2006/relationships/image" Target="NULL"/><Relationship Id="rId495" Type="http://schemas.openxmlformats.org/officeDocument/2006/relationships/customXml" Target="../ink/ink4541.xml"/><Relationship Id="rId10" Type="http://schemas.openxmlformats.org/officeDocument/2006/relationships/customXml" Target="../ink/ink4298.xml"/><Relationship Id="rId52" Type="http://schemas.openxmlformats.org/officeDocument/2006/relationships/customXml" Target="../ink/ink4319.xml"/><Relationship Id="rId94" Type="http://schemas.openxmlformats.org/officeDocument/2006/relationships/customXml" Target="../ink/ink4340.xml"/><Relationship Id="rId148" Type="http://schemas.openxmlformats.org/officeDocument/2006/relationships/customXml" Target="../ink/ink4367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image" Target="NULL"/><Relationship Id="rId464" Type="http://schemas.openxmlformats.org/officeDocument/2006/relationships/image" Target="NUL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4476.xml"/><Relationship Id="rId226" Type="http://schemas.openxmlformats.org/officeDocument/2006/relationships/customXml" Target="../ink/ink4406.xml"/><Relationship Id="rId433" Type="http://schemas.openxmlformats.org/officeDocument/2006/relationships/customXml" Target="../ink/ink4510.xml"/><Relationship Id="rId74" Type="http://schemas.openxmlformats.org/officeDocument/2006/relationships/customXml" Target="../ink/ink4330.xml"/><Relationship Id="rId377" Type="http://schemas.openxmlformats.org/officeDocument/2006/relationships/image" Target="NULL"/><Relationship Id="rId500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image" Target="NUL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4723.xml"/><Relationship Id="rId366" Type="http://schemas.openxmlformats.org/officeDocument/2006/relationships/customXml" Target="../ink/ink4744.xml"/><Relationship Id="rId170" Type="http://schemas.openxmlformats.org/officeDocument/2006/relationships/customXml" Target="../ink/ink4646.xml"/><Relationship Id="rId226" Type="http://schemas.openxmlformats.org/officeDocument/2006/relationships/customXml" Target="../ink/ink4674.xml"/><Relationship Id="rId433" Type="http://schemas.openxmlformats.org/officeDocument/2006/relationships/customXml" Target="../ink/ink4778.xml"/><Relationship Id="rId268" Type="http://schemas.openxmlformats.org/officeDocument/2006/relationships/customXml" Target="../ink/ink4695.xml"/><Relationship Id="rId32" Type="http://schemas.openxmlformats.org/officeDocument/2006/relationships/customXml" Target="../ink/ink4577.xml"/><Relationship Id="rId74" Type="http://schemas.openxmlformats.org/officeDocument/2006/relationships/customXml" Target="../ink/ink4598.xml"/><Relationship Id="rId128" Type="http://schemas.openxmlformats.org/officeDocument/2006/relationships/customXml" Target="../ink/ink4625.xml"/><Relationship Id="rId335" Type="http://schemas.openxmlformats.org/officeDocument/2006/relationships/image" Target="NULL"/><Relationship Id="rId377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402" Type="http://schemas.openxmlformats.org/officeDocument/2006/relationships/customXml" Target="../ink/ink4762.xm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4706.xml"/><Relationship Id="rId304" Type="http://schemas.openxmlformats.org/officeDocument/2006/relationships/customXml" Target="../ink/ink4713.xml"/><Relationship Id="rId346" Type="http://schemas.openxmlformats.org/officeDocument/2006/relationships/customXml" Target="../ink/ink4734.xml"/><Relationship Id="rId388" Type="http://schemas.openxmlformats.org/officeDocument/2006/relationships/customXml" Target="../ink/ink4755.xml"/><Relationship Id="rId85" Type="http://schemas.openxmlformats.org/officeDocument/2006/relationships/image" Target="NULL"/><Relationship Id="rId150" Type="http://schemas.openxmlformats.org/officeDocument/2006/relationships/customXml" Target="../ink/ink4636.xml"/><Relationship Id="rId192" Type="http://schemas.openxmlformats.org/officeDocument/2006/relationships/customXml" Target="../ink/ink4657.xml"/><Relationship Id="rId206" Type="http://schemas.openxmlformats.org/officeDocument/2006/relationships/customXml" Target="../ink/ink4664.xml"/><Relationship Id="rId413" Type="http://schemas.openxmlformats.org/officeDocument/2006/relationships/image" Target="NULL"/><Relationship Id="rId248" Type="http://schemas.openxmlformats.org/officeDocument/2006/relationships/customXml" Target="../ink/ink4685.xml"/><Relationship Id="rId12" Type="http://schemas.openxmlformats.org/officeDocument/2006/relationships/customXml" Target="../ink/ink4567.xml"/><Relationship Id="rId108" Type="http://schemas.openxmlformats.org/officeDocument/2006/relationships/customXml" Target="../ink/ink4615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4588.xml"/><Relationship Id="rId96" Type="http://schemas.openxmlformats.org/officeDocument/2006/relationships/customXml" Target="../ink/ink4609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4696.xml"/><Relationship Id="rId326" Type="http://schemas.openxmlformats.org/officeDocument/2006/relationships/customXml" Target="../ink/ink4724.xml"/><Relationship Id="rId65" Type="http://schemas.openxmlformats.org/officeDocument/2006/relationships/image" Target="NULL"/><Relationship Id="rId130" Type="http://schemas.openxmlformats.org/officeDocument/2006/relationships/customXml" Target="../ink/ink4626.xml"/><Relationship Id="rId368" Type="http://schemas.openxmlformats.org/officeDocument/2006/relationships/customXml" Target="../ink/ink4745.xml"/><Relationship Id="rId172" Type="http://schemas.openxmlformats.org/officeDocument/2006/relationships/customXml" Target="../ink/ink4647.xml"/><Relationship Id="rId228" Type="http://schemas.openxmlformats.org/officeDocument/2006/relationships/customXml" Target="../ink/ink4675.xml"/><Relationship Id="rId435" Type="http://schemas.openxmlformats.org/officeDocument/2006/relationships/customXml" Target="../ink/ink4779.xm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4578.xml"/><Relationship Id="rId76" Type="http://schemas.openxmlformats.org/officeDocument/2006/relationships/customXml" Target="../ink/ink4599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4756.xml"/><Relationship Id="rId404" Type="http://schemas.openxmlformats.org/officeDocument/2006/relationships/customXml" Target="../ink/ink4763.xml"/><Relationship Id="rId250" Type="http://schemas.openxmlformats.org/officeDocument/2006/relationships/customXml" Target="../ink/ink4686.xml"/><Relationship Id="rId292" Type="http://schemas.openxmlformats.org/officeDocument/2006/relationships/customXml" Target="../ink/ink4707.xml"/><Relationship Id="rId306" Type="http://schemas.openxmlformats.org/officeDocument/2006/relationships/customXml" Target="../ink/ink4714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4616.xml"/><Relationship Id="rId348" Type="http://schemas.openxmlformats.org/officeDocument/2006/relationships/customXml" Target="../ink/ink4735.xml"/><Relationship Id="rId152" Type="http://schemas.openxmlformats.org/officeDocument/2006/relationships/customXml" Target="../ink/ink4637.xml"/><Relationship Id="rId194" Type="http://schemas.openxmlformats.org/officeDocument/2006/relationships/customXml" Target="../ink/ink4658.xml"/><Relationship Id="rId208" Type="http://schemas.openxmlformats.org/officeDocument/2006/relationships/customXml" Target="../ink/ink4665.xml"/><Relationship Id="rId415" Type="http://schemas.openxmlformats.org/officeDocument/2006/relationships/image" Target="NULL"/><Relationship Id="rId261" Type="http://schemas.openxmlformats.org/officeDocument/2006/relationships/image" Target="NULL"/><Relationship Id="rId14" Type="http://schemas.openxmlformats.org/officeDocument/2006/relationships/customXml" Target="../ink/ink4568.xml"/><Relationship Id="rId56" Type="http://schemas.openxmlformats.org/officeDocument/2006/relationships/customXml" Target="../ink/ink4589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4610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4746.xml"/><Relationship Id="rId426" Type="http://schemas.openxmlformats.org/officeDocument/2006/relationships/image" Target="NULL"/><Relationship Id="rId230" Type="http://schemas.openxmlformats.org/officeDocument/2006/relationships/customXml" Target="../ink/ink4676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4697.xml"/><Relationship Id="rId328" Type="http://schemas.openxmlformats.org/officeDocument/2006/relationships/customXml" Target="../ink/ink4725.xml"/><Relationship Id="rId132" Type="http://schemas.openxmlformats.org/officeDocument/2006/relationships/customXml" Target="../ink/ink4627.xml"/><Relationship Id="rId174" Type="http://schemas.openxmlformats.org/officeDocument/2006/relationships/customXml" Target="../ink/ink4648.xml"/><Relationship Id="rId381" Type="http://schemas.openxmlformats.org/officeDocument/2006/relationships/image" Target="NULL"/><Relationship Id="rId241" Type="http://schemas.openxmlformats.org/officeDocument/2006/relationships/image" Target="NULL"/><Relationship Id="rId36" Type="http://schemas.openxmlformats.org/officeDocument/2006/relationships/customXml" Target="../ink/ink4579.xml"/><Relationship Id="rId283" Type="http://schemas.openxmlformats.org/officeDocument/2006/relationships/image" Target="NULL"/><Relationship Id="rId339" Type="http://schemas.openxmlformats.org/officeDocument/2006/relationships/image" Target="NULL"/><Relationship Id="rId78" Type="http://schemas.openxmlformats.org/officeDocument/2006/relationships/customXml" Target="../ink/ink4600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4736.xml"/><Relationship Id="rId406" Type="http://schemas.openxmlformats.org/officeDocument/2006/relationships/customXml" Target="../ink/ink4764.xml"/><Relationship Id="rId9" Type="http://schemas.openxmlformats.org/officeDocument/2006/relationships/image" Target="NULL"/><Relationship Id="rId210" Type="http://schemas.openxmlformats.org/officeDocument/2006/relationships/customXml" Target="../ink/ink4666.xml"/><Relationship Id="rId392" Type="http://schemas.openxmlformats.org/officeDocument/2006/relationships/customXml" Target="../ink/ink4757.xml"/><Relationship Id="rId252" Type="http://schemas.openxmlformats.org/officeDocument/2006/relationships/customXml" Target="../ink/ink4687.xml"/><Relationship Id="rId294" Type="http://schemas.openxmlformats.org/officeDocument/2006/relationships/customXml" Target="../ink/ink4708.xml"/><Relationship Id="rId308" Type="http://schemas.openxmlformats.org/officeDocument/2006/relationships/customXml" Target="../ink/ink4715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4617.xml"/><Relationship Id="rId154" Type="http://schemas.openxmlformats.org/officeDocument/2006/relationships/customXml" Target="../ink/ink4638.xml"/><Relationship Id="rId361" Type="http://schemas.openxmlformats.org/officeDocument/2006/relationships/image" Target="NULL"/><Relationship Id="rId196" Type="http://schemas.openxmlformats.org/officeDocument/2006/relationships/customXml" Target="../ink/ink4659.xml"/><Relationship Id="rId417" Type="http://schemas.openxmlformats.org/officeDocument/2006/relationships/image" Target="NULL"/><Relationship Id="rId16" Type="http://schemas.openxmlformats.org/officeDocument/2006/relationships/customXml" Target="../ink/ink4569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58" Type="http://schemas.openxmlformats.org/officeDocument/2006/relationships/customXml" Target="../ink/ink4590.xml"/><Relationship Id="rId123" Type="http://schemas.openxmlformats.org/officeDocument/2006/relationships/image" Target="NULL"/><Relationship Id="rId330" Type="http://schemas.openxmlformats.org/officeDocument/2006/relationships/customXml" Target="../ink/ink4726.xml"/><Relationship Id="rId165" Type="http://schemas.openxmlformats.org/officeDocument/2006/relationships/image" Target="NULL"/><Relationship Id="rId372" Type="http://schemas.openxmlformats.org/officeDocument/2006/relationships/customXml" Target="../ink/ink4747.xml"/><Relationship Id="rId428" Type="http://schemas.openxmlformats.org/officeDocument/2006/relationships/image" Target="NULL"/><Relationship Id="rId232" Type="http://schemas.openxmlformats.org/officeDocument/2006/relationships/customXml" Target="../ink/ink4677.xml"/><Relationship Id="rId274" Type="http://schemas.openxmlformats.org/officeDocument/2006/relationships/customXml" Target="../ink/ink4698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4628.xml"/><Relationship Id="rId80" Type="http://schemas.openxmlformats.org/officeDocument/2006/relationships/customXml" Target="../ink/ink4601.xml"/><Relationship Id="rId176" Type="http://schemas.openxmlformats.org/officeDocument/2006/relationships/customXml" Target="../ink/ink4649.xml"/><Relationship Id="rId341" Type="http://schemas.openxmlformats.org/officeDocument/2006/relationships/image" Target="NULL"/><Relationship Id="rId383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38" Type="http://schemas.openxmlformats.org/officeDocument/2006/relationships/customXml" Target="../ink/ink4580.xml"/><Relationship Id="rId103" Type="http://schemas.openxmlformats.org/officeDocument/2006/relationships/image" Target="NULL"/><Relationship Id="rId310" Type="http://schemas.openxmlformats.org/officeDocument/2006/relationships/customXml" Target="../ink/ink4716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4737.xml"/><Relationship Id="rId394" Type="http://schemas.openxmlformats.org/officeDocument/2006/relationships/customXml" Target="../ink/ink4758.xml"/><Relationship Id="rId408" Type="http://schemas.openxmlformats.org/officeDocument/2006/relationships/customXml" Target="../ink/ink4765.xml"/><Relationship Id="rId212" Type="http://schemas.openxmlformats.org/officeDocument/2006/relationships/customXml" Target="../ink/ink4667.xml"/><Relationship Id="rId254" Type="http://schemas.openxmlformats.org/officeDocument/2006/relationships/customXml" Target="../ink/ink4688.xml"/><Relationship Id="rId28" Type="http://schemas.openxmlformats.org/officeDocument/2006/relationships/customXml" Target="../ink/ink4575.xml"/><Relationship Id="rId49" Type="http://schemas.openxmlformats.org/officeDocument/2006/relationships/image" Target="NULL"/><Relationship Id="rId114" Type="http://schemas.openxmlformats.org/officeDocument/2006/relationships/customXml" Target="../ink/ink4618.xml"/><Relationship Id="rId275" Type="http://schemas.openxmlformats.org/officeDocument/2006/relationships/image" Target="NULL"/><Relationship Id="rId296" Type="http://schemas.openxmlformats.org/officeDocument/2006/relationships/customXml" Target="../ink/ink4709.xml"/><Relationship Id="rId300" Type="http://schemas.openxmlformats.org/officeDocument/2006/relationships/customXml" Target="../ink/ink4711.xml"/><Relationship Id="rId60" Type="http://schemas.openxmlformats.org/officeDocument/2006/relationships/customXml" Target="../ink/ink4591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4639.xml"/><Relationship Id="rId177" Type="http://schemas.openxmlformats.org/officeDocument/2006/relationships/image" Target="NULL"/><Relationship Id="rId198" Type="http://schemas.openxmlformats.org/officeDocument/2006/relationships/customXml" Target="../ink/ink4660.xml"/><Relationship Id="rId321" Type="http://schemas.openxmlformats.org/officeDocument/2006/relationships/image" Target="NULL"/><Relationship Id="rId342" Type="http://schemas.openxmlformats.org/officeDocument/2006/relationships/customXml" Target="../ink/ink4732.xml"/><Relationship Id="rId363" Type="http://schemas.openxmlformats.org/officeDocument/2006/relationships/image" Target="NULL"/><Relationship Id="rId384" Type="http://schemas.openxmlformats.org/officeDocument/2006/relationships/customXml" Target="../ink/ink4753.xml"/><Relationship Id="rId419" Type="http://schemas.openxmlformats.org/officeDocument/2006/relationships/image" Target="NULL"/><Relationship Id="rId202" Type="http://schemas.openxmlformats.org/officeDocument/2006/relationships/customXml" Target="../ink/ink4662.xml"/><Relationship Id="rId223" Type="http://schemas.openxmlformats.org/officeDocument/2006/relationships/image" Target="NULL"/><Relationship Id="rId244" Type="http://schemas.openxmlformats.org/officeDocument/2006/relationships/customXml" Target="../ink/ink4683.xml"/><Relationship Id="rId430" Type="http://schemas.openxmlformats.org/officeDocument/2006/relationships/image" Target="NULL"/><Relationship Id="rId18" Type="http://schemas.openxmlformats.org/officeDocument/2006/relationships/customXml" Target="../ink/ink4570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4704.xml"/><Relationship Id="rId50" Type="http://schemas.openxmlformats.org/officeDocument/2006/relationships/customXml" Target="../ink/ink4586.xml"/><Relationship Id="rId104" Type="http://schemas.openxmlformats.org/officeDocument/2006/relationships/customXml" Target="../ink/ink4613.xml"/><Relationship Id="rId125" Type="http://schemas.openxmlformats.org/officeDocument/2006/relationships/image" Target="NULL"/><Relationship Id="rId146" Type="http://schemas.openxmlformats.org/officeDocument/2006/relationships/customXml" Target="../ink/ink4634.xml"/><Relationship Id="rId167" Type="http://schemas.openxmlformats.org/officeDocument/2006/relationships/image" Target="NULL"/><Relationship Id="rId188" Type="http://schemas.openxmlformats.org/officeDocument/2006/relationships/customXml" Target="../ink/ink4655.xml"/><Relationship Id="rId311" Type="http://schemas.openxmlformats.org/officeDocument/2006/relationships/image" Target="NULL"/><Relationship Id="rId332" Type="http://schemas.openxmlformats.org/officeDocument/2006/relationships/customXml" Target="../ink/ink4727.xml"/><Relationship Id="rId353" Type="http://schemas.openxmlformats.org/officeDocument/2006/relationships/image" Target="NULL"/><Relationship Id="rId374" Type="http://schemas.openxmlformats.org/officeDocument/2006/relationships/customXml" Target="../ink/ink4748.xml"/><Relationship Id="rId395" Type="http://schemas.openxmlformats.org/officeDocument/2006/relationships/image" Target="NULL"/><Relationship Id="rId409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4607.xml"/><Relationship Id="rId213" Type="http://schemas.openxmlformats.org/officeDocument/2006/relationships/image" Target="NULL"/><Relationship Id="rId234" Type="http://schemas.openxmlformats.org/officeDocument/2006/relationships/customXml" Target="../ink/ink4678.xml"/><Relationship Id="rId420" Type="http://schemas.openxmlformats.org/officeDocument/2006/relationships/customXml" Target="../ink/ink4771.xml"/><Relationship Id="rId2" Type="http://schemas.openxmlformats.org/officeDocument/2006/relationships/customXml" Target="../ink/ink4562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4699.xml"/><Relationship Id="rId297" Type="http://schemas.openxmlformats.org/officeDocument/2006/relationships/image" Target="NULL"/><Relationship Id="rId40" Type="http://schemas.openxmlformats.org/officeDocument/2006/relationships/customXml" Target="../ink/ink4581.xml"/><Relationship Id="rId115" Type="http://schemas.openxmlformats.org/officeDocument/2006/relationships/image" Target="NULL"/><Relationship Id="rId136" Type="http://schemas.openxmlformats.org/officeDocument/2006/relationships/customXml" Target="../ink/ink4629.xml"/><Relationship Id="rId157" Type="http://schemas.openxmlformats.org/officeDocument/2006/relationships/image" Target="NULL"/><Relationship Id="rId178" Type="http://schemas.openxmlformats.org/officeDocument/2006/relationships/customXml" Target="../ink/ink4650.xml"/><Relationship Id="rId301" Type="http://schemas.openxmlformats.org/officeDocument/2006/relationships/image" Target="NULL"/><Relationship Id="rId322" Type="http://schemas.openxmlformats.org/officeDocument/2006/relationships/customXml" Target="../ink/ink4722.xml"/><Relationship Id="rId343" Type="http://schemas.openxmlformats.org/officeDocument/2006/relationships/image" Target="NULL"/><Relationship Id="rId364" Type="http://schemas.openxmlformats.org/officeDocument/2006/relationships/customXml" Target="../ink/ink4743.xml"/><Relationship Id="rId61" Type="http://schemas.openxmlformats.org/officeDocument/2006/relationships/image" Target="NULL"/><Relationship Id="rId82" Type="http://schemas.openxmlformats.org/officeDocument/2006/relationships/customXml" Target="../ink/ink4602.xml"/><Relationship Id="rId199" Type="http://schemas.openxmlformats.org/officeDocument/2006/relationships/image" Target="NULL"/><Relationship Id="rId203" Type="http://schemas.openxmlformats.org/officeDocument/2006/relationships/image" Target="NULL"/><Relationship Id="rId385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4673.xml"/><Relationship Id="rId245" Type="http://schemas.openxmlformats.org/officeDocument/2006/relationships/image" Target="NULL"/><Relationship Id="rId266" Type="http://schemas.openxmlformats.org/officeDocument/2006/relationships/customXml" Target="../ink/ink4694.xml"/><Relationship Id="rId287" Type="http://schemas.openxmlformats.org/officeDocument/2006/relationships/image" Target="NULL"/><Relationship Id="rId410" Type="http://schemas.openxmlformats.org/officeDocument/2006/relationships/customXml" Target="../ink/ink4766.xml"/><Relationship Id="rId431" Type="http://schemas.openxmlformats.org/officeDocument/2006/relationships/customXml" Target="../ink/ink4777.xml"/><Relationship Id="rId30" Type="http://schemas.openxmlformats.org/officeDocument/2006/relationships/customXml" Target="../ink/ink4576.xml"/><Relationship Id="rId105" Type="http://schemas.openxmlformats.org/officeDocument/2006/relationships/image" Target="NULL"/><Relationship Id="rId126" Type="http://schemas.openxmlformats.org/officeDocument/2006/relationships/customXml" Target="../ink/ink4624.xml"/><Relationship Id="rId147" Type="http://schemas.openxmlformats.org/officeDocument/2006/relationships/image" Target="NULL"/><Relationship Id="rId168" Type="http://schemas.openxmlformats.org/officeDocument/2006/relationships/customXml" Target="../ink/ink4645.xml"/><Relationship Id="rId312" Type="http://schemas.openxmlformats.org/officeDocument/2006/relationships/customXml" Target="../ink/ink4717.xml"/><Relationship Id="rId333" Type="http://schemas.openxmlformats.org/officeDocument/2006/relationships/image" Target="NULL"/><Relationship Id="rId354" Type="http://schemas.openxmlformats.org/officeDocument/2006/relationships/customXml" Target="../ink/ink4738.xml"/><Relationship Id="rId51" Type="http://schemas.openxmlformats.org/officeDocument/2006/relationships/image" Target="NULL"/><Relationship Id="rId72" Type="http://schemas.openxmlformats.org/officeDocument/2006/relationships/customXml" Target="../ink/ink4597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image" Target="NULL"/><Relationship Id="rId396" Type="http://schemas.openxmlformats.org/officeDocument/2006/relationships/customXml" Target="../ink/ink4759.xml"/><Relationship Id="rId3" Type="http://schemas.openxmlformats.org/officeDocument/2006/relationships/image" Target="NULL"/><Relationship Id="rId214" Type="http://schemas.openxmlformats.org/officeDocument/2006/relationships/customXml" Target="../ink/ink4668.xml"/><Relationship Id="rId235" Type="http://schemas.openxmlformats.org/officeDocument/2006/relationships/image" Target="NULL"/><Relationship Id="rId256" Type="http://schemas.openxmlformats.org/officeDocument/2006/relationships/customXml" Target="../ink/ink4689.xml"/><Relationship Id="rId277" Type="http://schemas.openxmlformats.org/officeDocument/2006/relationships/image" Target="NULL"/><Relationship Id="rId298" Type="http://schemas.openxmlformats.org/officeDocument/2006/relationships/customXml" Target="../ink/ink4710.xml"/><Relationship Id="rId400" Type="http://schemas.openxmlformats.org/officeDocument/2006/relationships/customXml" Target="../ink/ink4761.xml"/><Relationship Id="rId421" Type="http://schemas.openxmlformats.org/officeDocument/2006/relationships/image" Target="NULL"/><Relationship Id="rId116" Type="http://schemas.openxmlformats.org/officeDocument/2006/relationships/customXml" Target="../ink/ink4619.xml"/><Relationship Id="rId137" Type="http://schemas.openxmlformats.org/officeDocument/2006/relationships/image" Target="NULL"/><Relationship Id="rId158" Type="http://schemas.openxmlformats.org/officeDocument/2006/relationships/customXml" Target="../ink/ink4640.xml"/><Relationship Id="rId302" Type="http://schemas.openxmlformats.org/officeDocument/2006/relationships/customXml" Target="../ink/ink4712.xml"/><Relationship Id="rId323" Type="http://schemas.openxmlformats.org/officeDocument/2006/relationships/image" Target="NULL"/><Relationship Id="rId344" Type="http://schemas.openxmlformats.org/officeDocument/2006/relationships/customXml" Target="../ink/ink4733.xml"/><Relationship Id="rId20" Type="http://schemas.openxmlformats.org/officeDocument/2006/relationships/customXml" Target="../ink/ink4571.xml"/><Relationship Id="rId41" Type="http://schemas.openxmlformats.org/officeDocument/2006/relationships/image" Target="NULL"/><Relationship Id="rId62" Type="http://schemas.openxmlformats.org/officeDocument/2006/relationships/customXml" Target="../ink/ink4592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image" Target="NULL"/><Relationship Id="rId386" Type="http://schemas.openxmlformats.org/officeDocument/2006/relationships/customXml" Target="../ink/ink4754.xml"/><Relationship Id="rId190" Type="http://schemas.openxmlformats.org/officeDocument/2006/relationships/customXml" Target="../ink/ink4656.xml"/><Relationship Id="rId204" Type="http://schemas.openxmlformats.org/officeDocument/2006/relationships/customXml" Target="../ink/ink4663.xml"/><Relationship Id="rId225" Type="http://schemas.openxmlformats.org/officeDocument/2006/relationships/image" Target="NULL"/><Relationship Id="rId246" Type="http://schemas.openxmlformats.org/officeDocument/2006/relationships/customXml" Target="../ink/ink4684.xml"/><Relationship Id="rId267" Type="http://schemas.openxmlformats.org/officeDocument/2006/relationships/image" Target="NULL"/><Relationship Id="rId288" Type="http://schemas.openxmlformats.org/officeDocument/2006/relationships/customXml" Target="../ink/ink4705.xml"/><Relationship Id="rId411" Type="http://schemas.openxmlformats.org/officeDocument/2006/relationships/image" Target="NULL"/><Relationship Id="rId432" Type="http://schemas.openxmlformats.org/officeDocument/2006/relationships/image" Target="NULL"/><Relationship Id="rId106" Type="http://schemas.openxmlformats.org/officeDocument/2006/relationships/customXml" Target="../ink/ink4614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4566.xml"/><Relationship Id="rId31" Type="http://schemas.openxmlformats.org/officeDocument/2006/relationships/image" Target="NULL"/><Relationship Id="rId52" Type="http://schemas.openxmlformats.org/officeDocument/2006/relationships/customXml" Target="../ink/ink4587.xml"/><Relationship Id="rId73" Type="http://schemas.openxmlformats.org/officeDocument/2006/relationships/image" Target="NULL"/><Relationship Id="rId94" Type="http://schemas.openxmlformats.org/officeDocument/2006/relationships/customXml" Target="../ink/ink4608.xml"/><Relationship Id="rId148" Type="http://schemas.openxmlformats.org/officeDocument/2006/relationships/customXml" Target="../ink/ink4635.xml"/><Relationship Id="rId169" Type="http://schemas.openxmlformats.org/officeDocument/2006/relationships/image" Target="NULL"/><Relationship Id="rId334" Type="http://schemas.openxmlformats.org/officeDocument/2006/relationships/customXml" Target="../ink/ink4728.xml"/><Relationship Id="rId355" Type="http://schemas.openxmlformats.org/officeDocument/2006/relationships/image" Target="NULL"/><Relationship Id="rId376" Type="http://schemas.openxmlformats.org/officeDocument/2006/relationships/customXml" Target="../ink/ink4749.xml"/><Relationship Id="rId397" Type="http://schemas.openxmlformats.org/officeDocument/2006/relationships/image" Target="NULL"/><Relationship Id="rId4" Type="http://schemas.openxmlformats.org/officeDocument/2006/relationships/customXml" Target="../ink/ink4563.xml"/><Relationship Id="rId180" Type="http://schemas.openxmlformats.org/officeDocument/2006/relationships/customXml" Target="../ink/ink4651.xml"/><Relationship Id="rId215" Type="http://schemas.openxmlformats.org/officeDocument/2006/relationships/image" Target="NULL"/><Relationship Id="rId236" Type="http://schemas.openxmlformats.org/officeDocument/2006/relationships/customXml" Target="../ink/ink4679.xml"/><Relationship Id="rId257" Type="http://schemas.openxmlformats.org/officeDocument/2006/relationships/image" Target="NULL"/><Relationship Id="rId278" Type="http://schemas.openxmlformats.org/officeDocument/2006/relationships/customXml" Target="../ink/ink4700.xml"/><Relationship Id="rId401" Type="http://schemas.openxmlformats.org/officeDocument/2006/relationships/image" Target="NULL"/><Relationship Id="rId422" Type="http://schemas.openxmlformats.org/officeDocument/2006/relationships/customXml" Target="../ink/ink4772.xml"/><Relationship Id="rId303" Type="http://schemas.openxmlformats.org/officeDocument/2006/relationships/image" Target="NULL"/><Relationship Id="rId42" Type="http://schemas.openxmlformats.org/officeDocument/2006/relationships/customXml" Target="../ink/ink4582.xml"/><Relationship Id="rId84" Type="http://schemas.openxmlformats.org/officeDocument/2006/relationships/customXml" Target="../ink/ink4603.xml"/><Relationship Id="rId138" Type="http://schemas.openxmlformats.org/officeDocument/2006/relationships/customXml" Target="../ink/ink4630.xml"/><Relationship Id="rId345" Type="http://schemas.openxmlformats.org/officeDocument/2006/relationships/image" Target="NULL"/><Relationship Id="rId387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4767.xm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4718.xml"/><Relationship Id="rId356" Type="http://schemas.openxmlformats.org/officeDocument/2006/relationships/customXml" Target="../ink/ink4739.xml"/><Relationship Id="rId398" Type="http://schemas.openxmlformats.org/officeDocument/2006/relationships/customXml" Target="../ink/ink4760.xml"/><Relationship Id="rId95" Type="http://schemas.openxmlformats.org/officeDocument/2006/relationships/image" Target="NULL"/><Relationship Id="rId160" Type="http://schemas.openxmlformats.org/officeDocument/2006/relationships/customXml" Target="../ink/ink4641.xml"/><Relationship Id="rId216" Type="http://schemas.openxmlformats.org/officeDocument/2006/relationships/customXml" Target="../ink/ink4669.xml"/><Relationship Id="rId423" Type="http://schemas.openxmlformats.org/officeDocument/2006/relationships/customXml" Target="../ink/ink4773.xml"/><Relationship Id="rId258" Type="http://schemas.openxmlformats.org/officeDocument/2006/relationships/customXml" Target="../ink/ink4690.xml"/><Relationship Id="rId22" Type="http://schemas.openxmlformats.org/officeDocument/2006/relationships/customXml" Target="../ink/ink4572.xml"/><Relationship Id="rId64" Type="http://schemas.openxmlformats.org/officeDocument/2006/relationships/customXml" Target="../ink/ink4593.xml"/><Relationship Id="rId118" Type="http://schemas.openxmlformats.org/officeDocument/2006/relationships/customXml" Target="../ink/ink4620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4701.xml"/><Relationship Id="rId336" Type="http://schemas.openxmlformats.org/officeDocument/2006/relationships/customXml" Target="../ink/ink4729.xml"/><Relationship Id="rId75" Type="http://schemas.openxmlformats.org/officeDocument/2006/relationships/image" Target="NULL"/><Relationship Id="rId140" Type="http://schemas.openxmlformats.org/officeDocument/2006/relationships/customXml" Target="../ink/ink4631.xml"/><Relationship Id="rId182" Type="http://schemas.openxmlformats.org/officeDocument/2006/relationships/customXml" Target="../ink/ink4652.xml"/><Relationship Id="rId378" Type="http://schemas.openxmlformats.org/officeDocument/2006/relationships/customXml" Target="../ink/ink4750.xml"/><Relationship Id="rId403" Type="http://schemas.openxmlformats.org/officeDocument/2006/relationships/image" Target="NULL"/><Relationship Id="rId6" Type="http://schemas.openxmlformats.org/officeDocument/2006/relationships/customXml" Target="../ink/ink4564.xml"/><Relationship Id="rId238" Type="http://schemas.openxmlformats.org/officeDocument/2006/relationships/customXml" Target="../ink/ink4680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4583.xml"/><Relationship Id="rId86" Type="http://schemas.openxmlformats.org/officeDocument/2006/relationships/customXml" Target="../ink/ink4604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4768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4691.xml"/><Relationship Id="rId316" Type="http://schemas.openxmlformats.org/officeDocument/2006/relationships/customXml" Target="../ink/ink4719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4621.xml"/><Relationship Id="rId358" Type="http://schemas.openxmlformats.org/officeDocument/2006/relationships/customXml" Target="../ink/ink4740.xml"/><Relationship Id="rId162" Type="http://schemas.openxmlformats.org/officeDocument/2006/relationships/customXml" Target="../ink/ink4642.xml"/><Relationship Id="rId218" Type="http://schemas.openxmlformats.org/officeDocument/2006/relationships/customXml" Target="../ink/ink4670.xml"/><Relationship Id="rId425" Type="http://schemas.openxmlformats.org/officeDocument/2006/relationships/customXml" Target="../ink/ink4774.xml"/><Relationship Id="rId271" Type="http://schemas.openxmlformats.org/officeDocument/2006/relationships/image" Target="NULL"/><Relationship Id="rId24" Type="http://schemas.openxmlformats.org/officeDocument/2006/relationships/customXml" Target="../ink/ink4573.xml"/><Relationship Id="rId66" Type="http://schemas.openxmlformats.org/officeDocument/2006/relationships/customXml" Target="../ink/ink4594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4751.xml"/><Relationship Id="rId436" Type="http://schemas.openxmlformats.org/officeDocument/2006/relationships/image" Target="NULL"/><Relationship Id="rId240" Type="http://schemas.openxmlformats.org/officeDocument/2006/relationships/customXml" Target="../ink/ink4681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4611.xml"/><Relationship Id="rId282" Type="http://schemas.openxmlformats.org/officeDocument/2006/relationships/customXml" Target="../ink/ink4702.xml"/><Relationship Id="rId338" Type="http://schemas.openxmlformats.org/officeDocument/2006/relationships/customXml" Target="../ink/ink4730.xml"/><Relationship Id="rId8" Type="http://schemas.openxmlformats.org/officeDocument/2006/relationships/customXml" Target="../ink/ink4565.xml"/><Relationship Id="rId142" Type="http://schemas.openxmlformats.org/officeDocument/2006/relationships/customXml" Target="../ink/ink4632.xml"/><Relationship Id="rId184" Type="http://schemas.openxmlformats.org/officeDocument/2006/relationships/customXml" Target="../ink/ink4653.xml"/><Relationship Id="rId391" Type="http://schemas.openxmlformats.org/officeDocument/2006/relationships/image" Target="NULL"/><Relationship Id="rId405" Type="http://schemas.openxmlformats.org/officeDocument/2006/relationships/image" Target="NULL"/><Relationship Id="rId251" Type="http://schemas.openxmlformats.org/officeDocument/2006/relationships/image" Target="NULL"/><Relationship Id="rId46" Type="http://schemas.openxmlformats.org/officeDocument/2006/relationships/customXml" Target="../ink/ink4584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4605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4741.xml"/><Relationship Id="rId416" Type="http://schemas.openxmlformats.org/officeDocument/2006/relationships/customXml" Target="../ink/ink4769.xml"/><Relationship Id="rId220" Type="http://schemas.openxmlformats.org/officeDocument/2006/relationships/customXml" Target="../ink/ink4671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4692.xml"/><Relationship Id="rId318" Type="http://schemas.openxmlformats.org/officeDocument/2006/relationships/customXml" Target="../ink/ink4720.xml"/><Relationship Id="rId99" Type="http://schemas.openxmlformats.org/officeDocument/2006/relationships/image" Target="NULL"/><Relationship Id="rId122" Type="http://schemas.openxmlformats.org/officeDocument/2006/relationships/customXml" Target="../ink/ink4622.xml"/><Relationship Id="rId164" Type="http://schemas.openxmlformats.org/officeDocument/2006/relationships/customXml" Target="../ink/ink4643.xml"/><Relationship Id="rId371" Type="http://schemas.openxmlformats.org/officeDocument/2006/relationships/image" Target="NULL"/><Relationship Id="rId427" Type="http://schemas.openxmlformats.org/officeDocument/2006/relationships/customXml" Target="../ink/ink4775.xml"/><Relationship Id="rId26" Type="http://schemas.openxmlformats.org/officeDocument/2006/relationships/customXml" Target="../ink/ink4574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68" Type="http://schemas.openxmlformats.org/officeDocument/2006/relationships/customXml" Target="../ink/ink4595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4731.xml"/><Relationship Id="rId200" Type="http://schemas.openxmlformats.org/officeDocument/2006/relationships/customXml" Target="../ink/ink4661.xml"/><Relationship Id="rId382" Type="http://schemas.openxmlformats.org/officeDocument/2006/relationships/customXml" Target="../ink/ink4752.xml"/><Relationship Id="rId242" Type="http://schemas.openxmlformats.org/officeDocument/2006/relationships/customXml" Target="../ink/ink4682.xml"/><Relationship Id="rId284" Type="http://schemas.openxmlformats.org/officeDocument/2006/relationships/customXml" Target="../ink/ink4703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4612.xml"/><Relationship Id="rId144" Type="http://schemas.openxmlformats.org/officeDocument/2006/relationships/customXml" Target="../ink/ink4633.xml"/><Relationship Id="rId90" Type="http://schemas.openxmlformats.org/officeDocument/2006/relationships/customXml" Target="../ink/ink4606.xml"/><Relationship Id="rId186" Type="http://schemas.openxmlformats.org/officeDocument/2006/relationships/customXml" Target="../ink/ink4654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8" Type="http://schemas.openxmlformats.org/officeDocument/2006/relationships/customXml" Target="../ink/ink4585.xml"/><Relationship Id="rId113" Type="http://schemas.openxmlformats.org/officeDocument/2006/relationships/image" Target="NULL"/><Relationship Id="rId320" Type="http://schemas.openxmlformats.org/officeDocument/2006/relationships/customXml" Target="../ink/ink4721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4742.xml"/><Relationship Id="rId418" Type="http://schemas.openxmlformats.org/officeDocument/2006/relationships/customXml" Target="../ink/ink4770.xml"/><Relationship Id="rId222" Type="http://schemas.openxmlformats.org/officeDocument/2006/relationships/customXml" Target="../ink/ink4672.xml"/><Relationship Id="rId264" Type="http://schemas.openxmlformats.org/officeDocument/2006/relationships/customXml" Target="../ink/ink4693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4623.xml"/><Relationship Id="rId70" Type="http://schemas.openxmlformats.org/officeDocument/2006/relationships/customXml" Target="../ink/ink4596.xml"/><Relationship Id="rId166" Type="http://schemas.openxmlformats.org/officeDocument/2006/relationships/customXml" Target="../ink/ink4644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customXml" Target="../ink/ink4776.xm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customXml" Target="../ink/ink4929.xm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170" Type="http://schemas.openxmlformats.org/officeDocument/2006/relationships/customXml" Target="../ink/ink4864.xml"/><Relationship Id="rId226" Type="http://schemas.openxmlformats.org/officeDocument/2006/relationships/customXml" Target="../ink/ink4892.xml"/><Relationship Id="rId268" Type="http://schemas.openxmlformats.org/officeDocument/2006/relationships/image" Target="NULL"/><Relationship Id="rId32" Type="http://schemas.openxmlformats.org/officeDocument/2006/relationships/customXml" Target="../ink/ink4795.xml"/><Relationship Id="rId74" Type="http://schemas.openxmlformats.org/officeDocument/2006/relationships/customXml" Target="../ink/ink4816.xml"/><Relationship Id="rId128" Type="http://schemas.openxmlformats.org/officeDocument/2006/relationships/customXml" Target="../ink/ink4843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customXml" Target="../ink/ink4919.xm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image" Target="NULL"/><Relationship Id="rId304" Type="http://schemas.openxmlformats.org/officeDocument/2006/relationships/customXml" Target="../ink/ink4932.xml"/><Relationship Id="rId85" Type="http://schemas.openxmlformats.org/officeDocument/2006/relationships/image" Target="NULL"/><Relationship Id="rId150" Type="http://schemas.openxmlformats.org/officeDocument/2006/relationships/customXml" Target="../ink/ink4854.xml"/><Relationship Id="rId192" Type="http://schemas.openxmlformats.org/officeDocument/2006/relationships/customXml" Target="../ink/ink4875.xml"/><Relationship Id="rId206" Type="http://schemas.openxmlformats.org/officeDocument/2006/relationships/customXml" Target="../ink/ink4882.xml"/><Relationship Id="rId248" Type="http://schemas.openxmlformats.org/officeDocument/2006/relationships/customXml" Target="../ink/ink4903.xml"/><Relationship Id="rId12" Type="http://schemas.openxmlformats.org/officeDocument/2006/relationships/customXml" Target="../ink/ink4785.xml"/><Relationship Id="rId108" Type="http://schemas.openxmlformats.org/officeDocument/2006/relationships/customXml" Target="../ink/ink4833.xml"/><Relationship Id="rId315" Type="http://schemas.openxmlformats.org/officeDocument/2006/relationships/image" Target="NULL"/><Relationship Id="rId54" Type="http://schemas.openxmlformats.org/officeDocument/2006/relationships/customXml" Target="../ink/ink4806.xml"/><Relationship Id="rId96" Type="http://schemas.openxmlformats.org/officeDocument/2006/relationships/customXml" Target="../ink/ink4827.xml"/><Relationship Id="rId161" Type="http://schemas.openxmlformats.org/officeDocument/2006/relationships/image" Target="NULL"/><Relationship Id="rId217" Type="http://schemas.openxmlformats.org/officeDocument/2006/relationships/image" Target="NUL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customXml" Target="../ink/ink4844.xml"/><Relationship Id="rId172" Type="http://schemas.openxmlformats.org/officeDocument/2006/relationships/customXml" Target="../ink/ink4865.xml"/><Relationship Id="rId228" Type="http://schemas.openxmlformats.org/officeDocument/2006/relationships/customXml" Target="../ink/ink4893.xml"/><Relationship Id="rId281" Type="http://schemas.openxmlformats.org/officeDocument/2006/relationships/customXml" Target="../ink/ink4920.xml"/><Relationship Id="rId34" Type="http://schemas.openxmlformats.org/officeDocument/2006/relationships/customXml" Target="../ink/ink4796.xml"/><Relationship Id="rId55" Type="http://schemas.openxmlformats.org/officeDocument/2006/relationships/image" Target="NULL"/><Relationship Id="rId76" Type="http://schemas.openxmlformats.org/officeDocument/2006/relationships/customXml" Target="../ink/ink4817.xml"/><Relationship Id="rId97" Type="http://schemas.openxmlformats.org/officeDocument/2006/relationships/image" Target="NULL"/><Relationship Id="rId120" Type="http://schemas.openxmlformats.org/officeDocument/2006/relationships/customXml" Target="../ink/ink4839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4860.xml"/><Relationship Id="rId183" Type="http://schemas.openxmlformats.org/officeDocument/2006/relationships/image" Target="NULL"/><Relationship Id="rId218" Type="http://schemas.openxmlformats.org/officeDocument/2006/relationships/customXml" Target="../ink/ink4888.xml"/><Relationship Id="rId239" Type="http://schemas.openxmlformats.org/officeDocument/2006/relationships/image" Target="NULL"/><Relationship Id="rId250" Type="http://schemas.openxmlformats.org/officeDocument/2006/relationships/customXml" Target="../ink/ink4904.xml"/><Relationship Id="rId271" Type="http://schemas.openxmlformats.org/officeDocument/2006/relationships/customXml" Target="../ink/ink4915.xml"/><Relationship Id="rId292" Type="http://schemas.openxmlformats.org/officeDocument/2006/relationships/image" Target="NULL"/><Relationship Id="rId306" Type="http://schemas.openxmlformats.org/officeDocument/2006/relationships/customXml" Target="../ink/ink4933.xml"/><Relationship Id="rId24" Type="http://schemas.openxmlformats.org/officeDocument/2006/relationships/customXml" Target="../ink/ink4791.xml"/><Relationship Id="rId45" Type="http://schemas.openxmlformats.org/officeDocument/2006/relationships/image" Target="NULL"/><Relationship Id="rId66" Type="http://schemas.openxmlformats.org/officeDocument/2006/relationships/customXml" Target="../ink/ink4812.xml"/><Relationship Id="rId87" Type="http://schemas.openxmlformats.org/officeDocument/2006/relationships/image" Target="NULL"/><Relationship Id="rId110" Type="http://schemas.openxmlformats.org/officeDocument/2006/relationships/customXml" Target="../ink/ink4834.xml"/><Relationship Id="rId131" Type="http://schemas.openxmlformats.org/officeDocument/2006/relationships/image" Target="NULL"/><Relationship Id="rId152" Type="http://schemas.openxmlformats.org/officeDocument/2006/relationships/customXml" Target="../ink/ink4855.xml"/><Relationship Id="rId173" Type="http://schemas.openxmlformats.org/officeDocument/2006/relationships/image" Target="NULL"/><Relationship Id="rId194" Type="http://schemas.openxmlformats.org/officeDocument/2006/relationships/customXml" Target="../ink/ink4876.xml"/><Relationship Id="rId208" Type="http://schemas.openxmlformats.org/officeDocument/2006/relationships/customXml" Target="../ink/ink4883.xml"/><Relationship Id="rId229" Type="http://schemas.openxmlformats.org/officeDocument/2006/relationships/image" Target="NULL"/><Relationship Id="rId240" Type="http://schemas.openxmlformats.org/officeDocument/2006/relationships/customXml" Target="../ink/ink4899.xml"/><Relationship Id="rId261" Type="http://schemas.openxmlformats.org/officeDocument/2006/relationships/image" Target="NULL"/><Relationship Id="rId14" Type="http://schemas.openxmlformats.org/officeDocument/2006/relationships/customXml" Target="../ink/ink4786.xml"/><Relationship Id="rId35" Type="http://schemas.openxmlformats.org/officeDocument/2006/relationships/image" Target="NULL"/><Relationship Id="rId56" Type="http://schemas.openxmlformats.org/officeDocument/2006/relationships/customXml" Target="../ink/ink4807.xml"/><Relationship Id="rId77" Type="http://schemas.openxmlformats.org/officeDocument/2006/relationships/image" Target="NULL"/><Relationship Id="rId100" Type="http://schemas.openxmlformats.org/officeDocument/2006/relationships/customXml" Target="../ink/ink4829.xml"/><Relationship Id="rId282" Type="http://schemas.openxmlformats.org/officeDocument/2006/relationships/image" Target="NULL"/><Relationship Id="rId317" Type="http://schemas.openxmlformats.org/officeDocument/2006/relationships/image" Target="NULL"/><Relationship Id="rId8" Type="http://schemas.openxmlformats.org/officeDocument/2006/relationships/customXml" Target="../ink/ink4783.xml"/><Relationship Id="rId98" Type="http://schemas.openxmlformats.org/officeDocument/2006/relationships/customXml" Target="../ink/ink4828.xml"/><Relationship Id="rId121" Type="http://schemas.openxmlformats.org/officeDocument/2006/relationships/image" Target="NULL"/><Relationship Id="rId142" Type="http://schemas.openxmlformats.org/officeDocument/2006/relationships/customXml" Target="../ink/ink4850.xml"/><Relationship Id="rId163" Type="http://schemas.openxmlformats.org/officeDocument/2006/relationships/image" Target="NULL"/><Relationship Id="rId184" Type="http://schemas.openxmlformats.org/officeDocument/2006/relationships/customXml" Target="../ink/ink4871.xml"/><Relationship Id="rId219" Type="http://schemas.openxmlformats.org/officeDocument/2006/relationships/image" Target="NULL"/><Relationship Id="rId230" Type="http://schemas.openxmlformats.org/officeDocument/2006/relationships/customXml" Target="../ink/ink4894.xml"/><Relationship Id="rId251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customXml" Target="../ink/ink4802.xml"/><Relationship Id="rId67" Type="http://schemas.openxmlformats.org/officeDocument/2006/relationships/image" Target="NULL"/><Relationship Id="rId272" Type="http://schemas.openxmlformats.org/officeDocument/2006/relationships/image" Target="NULL"/><Relationship Id="rId293" Type="http://schemas.openxmlformats.org/officeDocument/2006/relationships/customXml" Target="../ink/ink4926.xml"/><Relationship Id="rId307" Type="http://schemas.openxmlformats.org/officeDocument/2006/relationships/image" Target="NULL"/><Relationship Id="rId88" Type="http://schemas.openxmlformats.org/officeDocument/2006/relationships/customXml" Target="../ink/ink4823.xml"/><Relationship Id="rId111" Type="http://schemas.openxmlformats.org/officeDocument/2006/relationships/image" Target="NULL"/><Relationship Id="rId132" Type="http://schemas.openxmlformats.org/officeDocument/2006/relationships/customXml" Target="../ink/ink4845.xml"/><Relationship Id="rId153" Type="http://schemas.openxmlformats.org/officeDocument/2006/relationships/image" Target="NULL"/><Relationship Id="rId174" Type="http://schemas.openxmlformats.org/officeDocument/2006/relationships/customXml" Target="../ink/ink4866.xml"/><Relationship Id="rId195" Type="http://schemas.openxmlformats.org/officeDocument/2006/relationships/image" Target="NULL"/><Relationship Id="rId209" Type="http://schemas.openxmlformats.org/officeDocument/2006/relationships/image" Target="NULL"/><Relationship Id="rId220" Type="http://schemas.openxmlformats.org/officeDocument/2006/relationships/customXml" Target="../ink/ink4889.xml"/><Relationship Id="rId241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customXml" Target="../ink/ink4797.xml"/><Relationship Id="rId57" Type="http://schemas.openxmlformats.org/officeDocument/2006/relationships/image" Target="NULL"/><Relationship Id="rId262" Type="http://schemas.openxmlformats.org/officeDocument/2006/relationships/customXml" Target="../ink/ink4910.xml"/><Relationship Id="rId283" Type="http://schemas.openxmlformats.org/officeDocument/2006/relationships/customXml" Target="../ink/ink4921.xml"/><Relationship Id="rId318" Type="http://schemas.openxmlformats.org/officeDocument/2006/relationships/customXml" Target="../ink/ink4939.xml"/><Relationship Id="rId78" Type="http://schemas.openxmlformats.org/officeDocument/2006/relationships/customXml" Target="../ink/ink4818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4840.xml"/><Relationship Id="rId143" Type="http://schemas.openxmlformats.org/officeDocument/2006/relationships/image" Target="NULL"/><Relationship Id="rId164" Type="http://schemas.openxmlformats.org/officeDocument/2006/relationships/customXml" Target="../ink/ink4861.xml"/><Relationship Id="rId185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4884.xml"/><Relationship Id="rId26" Type="http://schemas.openxmlformats.org/officeDocument/2006/relationships/customXml" Target="../ink/ink4792.xml"/><Relationship Id="rId231" Type="http://schemas.openxmlformats.org/officeDocument/2006/relationships/image" Target="NULL"/><Relationship Id="rId252" Type="http://schemas.openxmlformats.org/officeDocument/2006/relationships/customXml" Target="../ink/ink4905.xml"/><Relationship Id="rId273" Type="http://schemas.openxmlformats.org/officeDocument/2006/relationships/customXml" Target="../ink/ink4916.xml"/><Relationship Id="rId294" Type="http://schemas.openxmlformats.org/officeDocument/2006/relationships/image" Target="NULL"/><Relationship Id="rId308" Type="http://schemas.openxmlformats.org/officeDocument/2006/relationships/customXml" Target="../ink/ink4934.xml"/><Relationship Id="rId47" Type="http://schemas.openxmlformats.org/officeDocument/2006/relationships/image" Target="NULL"/><Relationship Id="rId68" Type="http://schemas.openxmlformats.org/officeDocument/2006/relationships/customXml" Target="../ink/ink4813.xml"/><Relationship Id="rId89" Type="http://schemas.openxmlformats.org/officeDocument/2006/relationships/image" Target="NULL"/><Relationship Id="rId112" Type="http://schemas.openxmlformats.org/officeDocument/2006/relationships/customXml" Target="../ink/ink4835.xml"/><Relationship Id="rId133" Type="http://schemas.openxmlformats.org/officeDocument/2006/relationships/image" Target="NULL"/><Relationship Id="rId154" Type="http://schemas.openxmlformats.org/officeDocument/2006/relationships/customXml" Target="../ink/ink4856.xml"/><Relationship Id="rId175" Type="http://schemas.openxmlformats.org/officeDocument/2006/relationships/image" Target="NULL"/><Relationship Id="rId196" Type="http://schemas.openxmlformats.org/officeDocument/2006/relationships/customXml" Target="../ink/ink4877.xml"/><Relationship Id="rId200" Type="http://schemas.openxmlformats.org/officeDocument/2006/relationships/customXml" Target="../ink/ink4879.xml"/><Relationship Id="rId16" Type="http://schemas.openxmlformats.org/officeDocument/2006/relationships/customXml" Target="../ink/ink4787.xml"/><Relationship Id="rId221" Type="http://schemas.openxmlformats.org/officeDocument/2006/relationships/image" Target="NULL"/><Relationship Id="rId242" Type="http://schemas.openxmlformats.org/officeDocument/2006/relationships/customXml" Target="../ink/ink4900.xml"/><Relationship Id="rId263" Type="http://schemas.openxmlformats.org/officeDocument/2006/relationships/image" Target="NULL"/><Relationship Id="rId284" Type="http://schemas.openxmlformats.org/officeDocument/2006/relationships/image" Target="NULL"/><Relationship Id="rId319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4808.xml"/><Relationship Id="rId79" Type="http://schemas.openxmlformats.org/officeDocument/2006/relationships/image" Target="NULL"/><Relationship Id="rId102" Type="http://schemas.openxmlformats.org/officeDocument/2006/relationships/customXml" Target="../ink/ink4830.xml"/><Relationship Id="rId123" Type="http://schemas.openxmlformats.org/officeDocument/2006/relationships/image" Target="NULL"/><Relationship Id="rId144" Type="http://schemas.openxmlformats.org/officeDocument/2006/relationships/customXml" Target="../ink/ink4851.xml"/><Relationship Id="rId90" Type="http://schemas.openxmlformats.org/officeDocument/2006/relationships/customXml" Target="../ink/ink4824.xml"/><Relationship Id="rId165" Type="http://schemas.openxmlformats.org/officeDocument/2006/relationships/image" Target="NULL"/><Relationship Id="rId186" Type="http://schemas.openxmlformats.org/officeDocument/2006/relationships/customXml" Target="../ink/ink4872.xml"/><Relationship Id="rId211" Type="http://schemas.openxmlformats.org/officeDocument/2006/relationships/image" Target="NULL"/><Relationship Id="rId232" Type="http://schemas.openxmlformats.org/officeDocument/2006/relationships/customXml" Target="../ink/ink4895.xml"/><Relationship Id="rId253" Type="http://schemas.openxmlformats.org/officeDocument/2006/relationships/image" Target="NULL"/><Relationship Id="rId274" Type="http://schemas.openxmlformats.org/officeDocument/2006/relationships/image" Target="NULL"/><Relationship Id="rId295" Type="http://schemas.openxmlformats.org/officeDocument/2006/relationships/customXml" Target="../ink/ink4927.xml"/><Relationship Id="rId309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4803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4846.xml"/><Relationship Id="rId320" Type="http://schemas.openxmlformats.org/officeDocument/2006/relationships/customXml" Target="../ink/ink4940.xml"/><Relationship Id="rId80" Type="http://schemas.openxmlformats.org/officeDocument/2006/relationships/customXml" Target="../ink/ink4819.xml"/><Relationship Id="rId155" Type="http://schemas.openxmlformats.org/officeDocument/2006/relationships/image" Target="NULL"/><Relationship Id="rId176" Type="http://schemas.openxmlformats.org/officeDocument/2006/relationships/customXml" Target="../ink/ink4867.xml"/><Relationship Id="rId197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4890.xml"/><Relationship Id="rId243" Type="http://schemas.openxmlformats.org/officeDocument/2006/relationships/image" Target="NULL"/><Relationship Id="rId264" Type="http://schemas.openxmlformats.org/officeDocument/2006/relationships/customXml" Target="../ink/ink4911.xml"/><Relationship Id="rId285" Type="http://schemas.openxmlformats.org/officeDocument/2006/relationships/customXml" Target="../ink/ink4922.xml"/><Relationship Id="rId17" Type="http://schemas.openxmlformats.org/officeDocument/2006/relationships/image" Target="NULL"/><Relationship Id="rId38" Type="http://schemas.openxmlformats.org/officeDocument/2006/relationships/customXml" Target="../ink/ink4798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4841.xml"/><Relationship Id="rId310" Type="http://schemas.openxmlformats.org/officeDocument/2006/relationships/customXml" Target="../ink/ink4935.xml"/><Relationship Id="rId70" Type="http://schemas.openxmlformats.org/officeDocument/2006/relationships/customXml" Target="../ink/ink4814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4862.xml"/><Relationship Id="rId187" Type="http://schemas.openxmlformats.org/officeDocument/2006/relationships/image" Target="NUL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4885.xml"/><Relationship Id="rId233" Type="http://schemas.openxmlformats.org/officeDocument/2006/relationships/image" Target="NULL"/><Relationship Id="rId254" Type="http://schemas.openxmlformats.org/officeDocument/2006/relationships/customXml" Target="../ink/ink4906.xml"/><Relationship Id="rId28" Type="http://schemas.openxmlformats.org/officeDocument/2006/relationships/customXml" Target="../ink/ink4793.xml"/><Relationship Id="rId49" Type="http://schemas.openxmlformats.org/officeDocument/2006/relationships/image" Target="NULL"/><Relationship Id="rId114" Type="http://schemas.openxmlformats.org/officeDocument/2006/relationships/customXml" Target="../ink/ink4836.xml"/><Relationship Id="rId275" Type="http://schemas.openxmlformats.org/officeDocument/2006/relationships/customXml" Target="../ink/ink4917.xml"/><Relationship Id="rId296" Type="http://schemas.openxmlformats.org/officeDocument/2006/relationships/image" Target="NULL"/><Relationship Id="rId300" Type="http://schemas.openxmlformats.org/officeDocument/2006/relationships/customXml" Target="../ink/ink4930.xml"/><Relationship Id="rId60" Type="http://schemas.openxmlformats.org/officeDocument/2006/relationships/customXml" Target="../ink/ink4809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4857.xml"/><Relationship Id="rId177" Type="http://schemas.openxmlformats.org/officeDocument/2006/relationships/image" Target="NULL"/><Relationship Id="rId198" Type="http://schemas.openxmlformats.org/officeDocument/2006/relationships/customXml" Target="../ink/ink4878.xml"/><Relationship Id="rId321" Type="http://schemas.openxmlformats.org/officeDocument/2006/relationships/image" Target="NULL"/><Relationship Id="rId202" Type="http://schemas.openxmlformats.org/officeDocument/2006/relationships/customXml" Target="../ink/ink4880.xml"/><Relationship Id="rId223" Type="http://schemas.openxmlformats.org/officeDocument/2006/relationships/image" Target="NULL"/><Relationship Id="rId244" Type="http://schemas.openxmlformats.org/officeDocument/2006/relationships/customXml" Target="../ink/ink4901.xml"/><Relationship Id="rId18" Type="http://schemas.openxmlformats.org/officeDocument/2006/relationships/customXml" Target="../ink/ink4788.xml"/><Relationship Id="rId39" Type="http://schemas.openxmlformats.org/officeDocument/2006/relationships/image" Target="NULL"/><Relationship Id="rId265" Type="http://schemas.openxmlformats.org/officeDocument/2006/relationships/customXml" Target="../ink/ink4912.xml"/><Relationship Id="rId286" Type="http://schemas.openxmlformats.org/officeDocument/2006/relationships/image" Target="NULL"/><Relationship Id="rId50" Type="http://schemas.openxmlformats.org/officeDocument/2006/relationships/customXml" Target="../ink/ink4804.xml"/><Relationship Id="rId104" Type="http://schemas.openxmlformats.org/officeDocument/2006/relationships/customXml" Target="../ink/ink4831.xml"/><Relationship Id="rId125" Type="http://schemas.openxmlformats.org/officeDocument/2006/relationships/image" Target="NULL"/><Relationship Id="rId146" Type="http://schemas.openxmlformats.org/officeDocument/2006/relationships/customXml" Target="../ink/ink4852.xml"/><Relationship Id="rId167" Type="http://schemas.openxmlformats.org/officeDocument/2006/relationships/image" Target="NULL"/><Relationship Id="rId188" Type="http://schemas.openxmlformats.org/officeDocument/2006/relationships/customXml" Target="../ink/ink4873.xml"/><Relationship Id="rId311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4825.xml"/><Relationship Id="rId213" Type="http://schemas.openxmlformats.org/officeDocument/2006/relationships/image" Target="NULL"/><Relationship Id="rId234" Type="http://schemas.openxmlformats.org/officeDocument/2006/relationships/customXml" Target="../ink/ink4896.xml"/><Relationship Id="rId2" Type="http://schemas.openxmlformats.org/officeDocument/2006/relationships/customXml" Target="../ink/ink4780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image" Target="NULL"/><Relationship Id="rId297" Type="http://schemas.openxmlformats.org/officeDocument/2006/relationships/customXml" Target="../ink/ink4928.xml"/><Relationship Id="rId40" Type="http://schemas.openxmlformats.org/officeDocument/2006/relationships/customXml" Target="../ink/ink4799.xml"/><Relationship Id="rId115" Type="http://schemas.openxmlformats.org/officeDocument/2006/relationships/image" Target="NULL"/><Relationship Id="rId136" Type="http://schemas.openxmlformats.org/officeDocument/2006/relationships/customXml" Target="../ink/ink4847.xml"/><Relationship Id="rId157" Type="http://schemas.openxmlformats.org/officeDocument/2006/relationships/image" Target="NULL"/><Relationship Id="rId178" Type="http://schemas.openxmlformats.org/officeDocument/2006/relationships/customXml" Target="../ink/ink4868.xml"/><Relationship Id="rId301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4820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4891.xml"/><Relationship Id="rId245" Type="http://schemas.openxmlformats.org/officeDocument/2006/relationships/image" Target="NULL"/><Relationship Id="rId266" Type="http://schemas.openxmlformats.org/officeDocument/2006/relationships/image" Target="NULL"/><Relationship Id="rId287" Type="http://schemas.openxmlformats.org/officeDocument/2006/relationships/customXml" Target="../ink/ink4923.xml"/><Relationship Id="rId30" Type="http://schemas.openxmlformats.org/officeDocument/2006/relationships/customXml" Target="../ink/ink4794.xml"/><Relationship Id="rId105" Type="http://schemas.openxmlformats.org/officeDocument/2006/relationships/image" Target="NULL"/><Relationship Id="rId126" Type="http://schemas.openxmlformats.org/officeDocument/2006/relationships/customXml" Target="../ink/ink4842.xml"/><Relationship Id="rId147" Type="http://schemas.openxmlformats.org/officeDocument/2006/relationships/image" Target="NULL"/><Relationship Id="rId168" Type="http://schemas.openxmlformats.org/officeDocument/2006/relationships/customXml" Target="../ink/ink4863.xml"/><Relationship Id="rId312" Type="http://schemas.openxmlformats.org/officeDocument/2006/relationships/customXml" Target="../ink/ink4936.xml"/><Relationship Id="rId51" Type="http://schemas.openxmlformats.org/officeDocument/2006/relationships/image" Target="NULL"/><Relationship Id="rId72" Type="http://schemas.openxmlformats.org/officeDocument/2006/relationships/customXml" Target="../ink/ink4815.xml"/><Relationship Id="rId93" Type="http://schemas.openxmlformats.org/officeDocument/2006/relationships/image" Target="NULL"/><Relationship Id="rId189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4886.xml"/><Relationship Id="rId235" Type="http://schemas.openxmlformats.org/officeDocument/2006/relationships/image" Target="NULL"/><Relationship Id="rId256" Type="http://schemas.openxmlformats.org/officeDocument/2006/relationships/customXml" Target="../ink/ink4907.xml"/><Relationship Id="rId277" Type="http://schemas.openxmlformats.org/officeDocument/2006/relationships/customXml" Target="../ink/ink4918.xml"/><Relationship Id="rId298" Type="http://schemas.openxmlformats.org/officeDocument/2006/relationships/image" Target="NULL"/><Relationship Id="rId116" Type="http://schemas.openxmlformats.org/officeDocument/2006/relationships/customXml" Target="../ink/ink4837.xml"/><Relationship Id="rId137" Type="http://schemas.openxmlformats.org/officeDocument/2006/relationships/image" Target="NULL"/><Relationship Id="rId158" Type="http://schemas.openxmlformats.org/officeDocument/2006/relationships/customXml" Target="../ink/ink4858.xml"/><Relationship Id="rId302" Type="http://schemas.openxmlformats.org/officeDocument/2006/relationships/customXml" Target="../ink/ink4931.xml"/><Relationship Id="rId20" Type="http://schemas.openxmlformats.org/officeDocument/2006/relationships/customXml" Target="../ink/ink4789.xml"/><Relationship Id="rId41" Type="http://schemas.openxmlformats.org/officeDocument/2006/relationships/image" Target="NULL"/><Relationship Id="rId62" Type="http://schemas.openxmlformats.org/officeDocument/2006/relationships/customXml" Target="../ink/ink4810.xml"/><Relationship Id="rId83" Type="http://schemas.openxmlformats.org/officeDocument/2006/relationships/image" Target="NULL"/><Relationship Id="rId179" Type="http://schemas.openxmlformats.org/officeDocument/2006/relationships/image" Target="NULL"/><Relationship Id="rId190" Type="http://schemas.openxmlformats.org/officeDocument/2006/relationships/customXml" Target="../ink/ink4874.xml"/><Relationship Id="rId204" Type="http://schemas.openxmlformats.org/officeDocument/2006/relationships/customXml" Target="../ink/ink4881.xml"/><Relationship Id="rId225" Type="http://schemas.openxmlformats.org/officeDocument/2006/relationships/image" Target="NULL"/><Relationship Id="rId246" Type="http://schemas.openxmlformats.org/officeDocument/2006/relationships/customXml" Target="../ink/ink4902.xml"/><Relationship Id="rId267" Type="http://schemas.openxmlformats.org/officeDocument/2006/relationships/customXml" Target="../ink/ink4913.xml"/><Relationship Id="rId288" Type="http://schemas.openxmlformats.org/officeDocument/2006/relationships/image" Target="NULL"/><Relationship Id="rId106" Type="http://schemas.openxmlformats.org/officeDocument/2006/relationships/customXml" Target="../ink/ink4832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4784.xml"/><Relationship Id="rId31" Type="http://schemas.openxmlformats.org/officeDocument/2006/relationships/image" Target="NULL"/><Relationship Id="rId52" Type="http://schemas.openxmlformats.org/officeDocument/2006/relationships/customXml" Target="../ink/ink4805.xml"/><Relationship Id="rId73" Type="http://schemas.openxmlformats.org/officeDocument/2006/relationships/image" Target="NULL"/><Relationship Id="rId94" Type="http://schemas.openxmlformats.org/officeDocument/2006/relationships/customXml" Target="../ink/ink4826.xml"/><Relationship Id="rId148" Type="http://schemas.openxmlformats.org/officeDocument/2006/relationships/customXml" Target="../ink/ink4853.xml"/><Relationship Id="rId169" Type="http://schemas.openxmlformats.org/officeDocument/2006/relationships/image" Target="NULL"/><Relationship Id="rId4" Type="http://schemas.openxmlformats.org/officeDocument/2006/relationships/customXml" Target="../ink/ink4781.xml"/><Relationship Id="rId180" Type="http://schemas.openxmlformats.org/officeDocument/2006/relationships/customXml" Target="../ink/ink4869.xml"/><Relationship Id="rId215" Type="http://schemas.openxmlformats.org/officeDocument/2006/relationships/image" Target="NULL"/><Relationship Id="rId236" Type="http://schemas.openxmlformats.org/officeDocument/2006/relationships/customXml" Target="../ink/ink4897.xml"/><Relationship Id="rId257" Type="http://schemas.openxmlformats.org/officeDocument/2006/relationships/image" Target="NULL"/><Relationship Id="rId278" Type="http://schemas.openxmlformats.org/officeDocument/2006/relationships/image" Target="NULL"/><Relationship Id="rId303" Type="http://schemas.openxmlformats.org/officeDocument/2006/relationships/image" Target="NULL"/><Relationship Id="rId42" Type="http://schemas.openxmlformats.org/officeDocument/2006/relationships/customXml" Target="../ink/ink4800.xml"/><Relationship Id="rId84" Type="http://schemas.openxmlformats.org/officeDocument/2006/relationships/customXml" Target="../ink/ink4821.xml"/><Relationship Id="rId138" Type="http://schemas.openxmlformats.org/officeDocument/2006/relationships/customXml" Target="../ink/ink4848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customXml" Target="../ink/ink4924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4937.xml"/><Relationship Id="rId95" Type="http://schemas.openxmlformats.org/officeDocument/2006/relationships/image" Target="NULL"/><Relationship Id="rId160" Type="http://schemas.openxmlformats.org/officeDocument/2006/relationships/customXml" Target="../ink/ink4859.xml"/><Relationship Id="rId216" Type="http://schemas.openxmlformats.org/officeDocument/2006/relationships/customXml" Target="../ink/ink4887.xml"/><Relationship Id="rId258" Type="http://schemas.openxmlformats.org/officeDocument/2006/relationships/customXml" Target="../ink/ink4908.xml"/><Relationship Id="rId22" Type="http://schemas.openxmlformats.org/officeDocument/2006/relationships/customXml" Target="../ink/ink4790.xml"/><Relationship Id="rId64" Type="http://schemas.openxmlformats.org/officeDocument/2006/relationships/customXml" Target="../ink/ink4811.xml"/><Relationship Id="rId118" Type="http://schemas.openxmlformats.org/officeDocument/2006/relationships/customXml" Target="../ink/ink4838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customXml" Target="../ink/ink4914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4849.xml"/><Relationship Id="rId182" Type="http://schemas.openxmlformats.org/officeDocument/2006/relationships/customXml" Target="../ink/ink4870.xml"/><Relationship Id="rId6" Type="http://schemas.openxmlformats.org/officeDocument/2006/relationships/customXml" Target="../ink/ink4782.xml"/><Relationship Id="rId238" Type="http://schemas.openxmlformats.org/officeDocument/2006/relationships/customXml" Target="../ink/ink4898.xml"/><Relationship Id="rId291" Type="http://schemas.openxmlformats.org/officeDocument/2006/relationships/customXml" Target="../ink/ink4925.xml"/><Relationship Id="rId305" Type="http://schemas.openxmlformats.org/officeDocument/2006/relationships/image" Target="NULL"/><Relationship Id="rId44" Type="http://schemas.openxmlformats.org/officeDocument/2006/relationships/customXml" Target="../ink/ink4801.xml"/><Relationship Id="rId86" Type="http://schemas.openxmlformats.org/officeDocument/2006/relationships/customXml" Target="../ink/ink4822.xml"/><Relationship Id="rId151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4909.xml"/><Relationship Id="rId316" Type="http://schemas.openxmlformats.org/officeDocument/2006/relationships/customXml" Target="../ink/ink4938.xml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4999.xml"/><Relationship Id="rId21" Type="http://schemas.openxmlformats.org/officeDocument/2006/relationships/image" Target="NULL"/><Relationship Id="rId324" Type="http://schemas.openxmlformats.org/officeDocument/2006/relationships/image" Target="NULL"/><Relationship Id="rId531" Type="http://schemas.openxmlformats.org/officeDocument/2006/relationships/customXml" Target="../ink/ink5207.xml"/><Relationship Id="rId629" Type="http://schemas.openxmlformats.org/officeDocument/2006/relationships/customXml" Target="../ink/ink5256.xml"/><Relationship Id="rId170" Type="http://schemas.openxmlformats.org/officeDocument/2006/relationships/image" Target="NULL"/><Relationship Id="rId268" Type="http://schemas.openxmlformats.org/officeDocument/2006/relationships/image" Target="NULL"/><Relationship Id="rId475" Type="http://schemas.openxmlformats.org/officeDocument/2006/relationships/customXml" Target="../ink/ink5179.xml"/><Relationship Id="rId32" Type="http://schemas.openxmlformats.org/officeDocument/2006/relationships/customXml" Target="../ink/ink4956.xml"/><Relationship Id="rId128" Type="http://schemas.openxmlformats.org/officeDocument/2006/relationships/image" Target="NULL"/><Relationship Id="rId335" Type="http://schemas.openxmlformats.org/officeDocument/2006/relationships/customXml" Target="../ink/ink5109.xml"/><Relationship Id="rId542" Type="http://schemas.openxmlformats.org/officeDocument/2006/relationships/image" Target="NULL"/><Relationship Id="rId181" Type="http://schemas.openxmlformats.org/officeDocument/2006/relationships/customXml" Target="../ink/ink5032.xml"/><Relationship Id="rId402" Type="http://schemas.openxmlformats.org/officeDocument/2006/relationships/image" Target="NULL"/><Relationship Id="rId279" Type="http://schemas.openxmlformats.org/officeDocument/2006/relationships/customXml" Target="../ink/ink5081.xm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image" Target="NULL"/><Relationship Id="rId553" Type="http://schemas.openxmlformats.org/officeDocument/2006/relationships/customXml" Target="../ink/ink5218.xm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customXml" Target="../ink/ink5148.xml"/><Relationship Id="rId497" Type="http://schemas.openxmlformats.org/officeDocument/2006/relationships/customXml" Target="../ink/ink5190.xml"/><Relationship Id="rId620" Type="http://schemas.openxmlformats.org/officeDocument/2006/relationships/image" Target="NULL"/><Relationship Id="rId357" Type="http://schemas.openxmlformats.org/officeDocument/2006/relationships/customXml" Target="../ink/ink5120.xml"/><Relationship Id="rId54" Type="http://schemas.openxmlformats.org/officeDocument/2006/relationships/customXml" Target="../ink/ink4967.xml"/><Relationship Id="rId217" Type="http://schemas.openxmlformats.org/officeDocument/2006/relationships/customXml" Target="../ink/ink5050.xml"/><Relationship Id="rId564" Type="http://schemas.openxmlformats.org/officeDocument/2006/relationships/image" Target="NULL"/><Relationship Id="rId424" Type="http://schemas.openxmlformats.org/officeDocument/2006/relationships/image" Target="NULL"/><Relationship Id="rId631" Type="http://schemas.openxmlformats.org/officeDocument/2006/relationships/customXml" Target="../ink/ink5257.xml"/><Relationship Id="rId270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image" Target="NULL"/><Relationship Id="rId575" Type="http://schemas.openxmlformats.org/officeDocument/2006/relationships/customXml" Target="../ink/ink5229.xml"/><Relationship Id="rId228" Type="http://schemas.openxmlformats.org/officeDocument/2006/relationships/image" Target="NULL"/><Relationship Id="rId435" Type="http://schemas.openxmlformats.org/officeDocument/2006/relationships/customXml" Target="../ink/ink5159.xml"/><Relationship Id="rId642" Type="http://schemas.openxmlformats.org/officeDocument/2006/relationships/customXml" Target="../ink/ink5263.xml"/><Relationship Id="rId281" Type="http://schemas.openxmlformats.org/officeDocument/2006/relationships/customXml" Target="../ink/ink5082.xml"/><Relationship Id="rId502" Type="http://schemas.openxmlformats.org/officeDocument/2006/relationships/image" Target="NULL"/><Relationship Id="rId76" Type="http://schemas.openxmlformats.org/officeDocument/2006/relationships/customXml" Target="../ink/ink4978.xml"/><Relationship Id="rId141" Type="http://schemas.openxmlformats.org/officeDocument/2006/relationships/image" Target="NULL"/><Relationship Id="rId379" Type="http://schemas.openxmlformats.org/officeDocument/2006/relationships/customXml" Target="../ink/ink5131.xml"/><Relationship Id="rId586" Type="http://schemas.openxmlformats.org/officeDocument/2006/relationships/image" Target="NULL"/><Relationship Id="rId7" Type="http://schemas.openxmlformats.org/officeDocument/2006/relationships/image" Target="NULL"/><Relationship Id="rId239" Type="http://schemas.openxmlformats.org/officeDocument/2006/relationships/customXml" Target="../ink/ink5061.xml"/><Relationship Id="rId446" Type="http://schemas.openxmlformats.org/officeDocument/2006/relationships/image" Target="NULL"/><Relationship Id="rId653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image" Target="NULL"/><Relationship Id="rId87" Type="http://schemas.openxmlformats.org/officeDocument/2006/relationships/customXml" Target="../ink/ink4984.xml"/><Relationship Id="rId513" Type="http://schemas.openxmlformats.org/officeDocument/2006/relationships/customXml" Target="../ink/ink5198.xml"/><Relationship Id="rId597" Type="http://schemas.openxmlformats.org/officeDocument/2006/relationships/customXml" Target="../ink/ink5240.xml"/><Relationship Id="rId152" Type="http://schemas.openxmlformats.org/officeDocument/2006/relationships/image" Target="NULL"/><Relationship Id="rId457" Type="http://schemas.openxmlformats.org/officeDocument/2006/relationships/customXml" Target="../ink/ink5170.xml"/><Relationship Id="rId14" Type="http://schemas.openxmlformats.org/officeDocument/2006/relationships/customXml" Target="../ink/ink4947.xml"/><Relationship Id="rId317" Type="http://schemas.openxmlformats.org/officeDocument/2006/relationships/customXml" Target="../ink/ink5100.xml"/><Relationship Id="rId524" Type="http://schemas.openxmlformats.org/officeDocument/2006/relationships/image" Target="NULL"/><Relationship Id="rId98" Type="http://schemas.openxmlformats.org/officeDocument/2006/relationships/image" Target="NULL"/><Relationship Id="rId163" Type="http://schemas.openxmlformats.org/officeDocument/2006/relationships/customXml" Target="../ink/ink5023.xml"/><Relationship Id="rId370" Type="http://schemas.openxmlformats.org/officeDocument/2006/relationships/image" Target="NULL"/><Relationship Id="rId230" Type="http://schemas.openxmlformats.org/officeDocument/2006/relationships/image" Target="NULL"/><Relationship Id="rId468" Type="http://schemas.openxmlformats.org/officeDocument/2006/relationships/image" Target="NULL"/><Relationship Id="rId25" Type="http://schemas.openxmlformats.org/officeDocument/2006/relationships/image" Target="NULL"/><Relationship Id="rId328" Type="http://schemas.openxmlformats.org/officeDocument/2006/relationships/image" Target="NULL"/><Relationship Id="rId535" Type="http://schemas.openxmlformats.org/officeDocument/2006/relationships/customXml" Target="../ink/ink5209.xml"/><Relationship Id="rId174" Type="http://schemas.openxmlformats.org/officeDocument/2006/relationships/image" Target="NULL"/><Relationship Id="rId381" Type="http://schemas.openxmlformats.org/officeDocument/2006/relationships/customXml" Target="../ink/ink5132.xml"/><Relationship Id="rId602" Type="http://schemas.openxmlformats.org/officeDocument/2006/relationships/image" Target="NULL"/><Relationship Id="rId241" Type="http://schemas.openxmlformats.org/officeDocument/2006/relationships/customXml" Target="../ink/ink5062.xml"/><Relationship Id="rId479" Type="http://schemas.openxmlformats.org/officeDocument/2006/relationships/customXml" Target="../ink/ink5181.xml"/><Relationship Id="rId36" Type="http://schemas.openxmlformats.org/officeDocument/2006/relationships/customXml" Target="../ink/ink4958.xml"/><Relationship Id="rId339" Type="http://schemas.openxmlformats.org/officeDocument/2006/relationships/customXml" Target="../ink/ink5111.xml"/><Relationship Id="rId546" Type="http://schemas.openxmlformats.org/officeDocument/2006/relationships/image" Target="NULL"/><Relationship Id="rId101" Type="http://schemas.openxmlformats.org/officeDocument/2006/relationships/customXml" Target="../ink/ink4991.xml"/><Relationship Id="rId185" Type="http://schemas.openxmlformats.org/officeDocument/2006/relationships/customXml" Target="../ink/ink5034.xml"/><Relationship Id="rId406" Type="http://schemas.openxmlformats.org/officeDocument/2006/relationships/image" Target="NULL"/><Relationship Id="rId392" Type="http://schemas.openxmlformats.org/officeDocument/2006/relationships/image" Target="NULL"/><Relationship Id="rId613" Type="http://schemas.openxmlformats.org/officeDocument/2006/relationships/customXml" Target="../ink/ink5248.xml"/><Relationship Id="rId25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557" Type="http://schemas.openxmlformats.org/officeDocument/2006/relationships/customXml" Target="../ink/ink5220.xml"/><Relationship Id="rId196" Type="http://schemas.openxmlformats.org/officeDocument/2006/relationships/image" Target="NULL"/><Relationship Id="rId417" Type="http://schemas.openxmlformats.org/officeDocument/2006/relationships/customXml" Target="../ink/ink5150.xml"/><Relationship Id="rId624" Type="http://schemas.openxmlformats.org/officeDocument/2006/relationships/image" Target="NULL"/><Relationship Id="rId263" Type="http://schemas.openxmlformats.org/officeDocument/2006/relationships/customXml" Target="../ink/ink5073.xml"/><Relationship Id="rId470" Type="http://schemas.openxmlformats.org/officeDocument/2006/relationships/image" Target="NULL"/><Relationship Id="rId58" Type="http://schemas.openxmlformats.org/officeDocument/2006/relationships/customXml" Target="../ink/ink4969.xml"/><Relationship Id="rId123" Type="http://schemas.openxmlformats.org/officeDocument/2006/relationships/customXml" Target="../ink/ink5002.xml"/><Relationship Id="rId330" Type="http://schemas.openxmlformats.org/officeDocument/2006/relationships/image" Target="NULL"/><Relationship Id="rId568" Type="http://schemas.openxmlformats.org/officeDocument/2006/relationships/image" Target="NULL"/><Relationship Id="rId165" Type="http://schemas.openxmlformats.org/officeDocument/2006/relationships/customXml" Target="../ink/ink5024.xml"/><Relationship Id="rId372" Type="http://schemas.openxmlformats.org/officeDocument/2006/relationships/image" Target="NULL"/><Relationship Id="rId428" Type="http://schemas.openxmlformats.org/officeDocument/2006/relationships/image" Target="NULL"/><Relationship Id="rId635" Type="http://schemas.openxmlformats.org/officeDocument/2006/relationships/customXml" Target="../ink/ink5259.xml"/><Relationship Id="rId232" Type="http://schemas.openxmlformats.org/officeDocument/2006/relationships/image" Target="NULL"/><Relationship Id="rId274" Type="http://schemas.openxmlformats.org/officeDocument/2006/relationships/image" Target="NULL"/><Relationship Id="rId481" Type="http://schemas.openxmlformats.org/officeDocument/2006/relationships/customXml" Target="../ink/ink5182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537" Type="http://schemas.openxmlformats.org/officeDocument/2006/relationships/customXml" Target="../ink/ink5210.xml"/><Relationship Id="rId579" Type="http://schemas.openxmlformats.org/officeDocument/2006/relationships/customXml" Target="../ink/ink5231.xml"/><Relationship Id="rId80" Type="http://schemas.openxmlformats.org/officeDocument/2006/relationships/customXml" Target="../ink/ink4980.xml"/><Relationship Id="rId176" Type="http://schemas.openxmlformats.org/officeDocument/2006/relationships/image" Target="NULL"/><Relationship Id="rId341" Type="http://schemas.openxmlformats.org/officeDocument/2006/relationships/customXml" Target="../ink/ink5112.xml"/><Relationship Id="rId383" Type="http://schemas.openxmlformats.org/officeDocument/2006/relationships/customXml" Target="../ink/ink5133.xml"/><Relationship Id="rId439" Type="http://schemas.openxmlformats.org/officeDocument/2006/relationships/customXml" Target="../ink/ink5161.xml"/><Relationship Id="rId590" Type="http://schemas.openxmlformats.org/officeDocument/2006/relationships/image" Target="NULL"/><Relationship Id="rId604" Type="http://schemas.openxmlformats.org/officeDocument/2006/relationships/image" Target="NULL"/><Relationship Id="rId646" Type="http://schemas.openxmlformats.org/officeDocument/2006/relationships/customXml" Target="../ink/ink5265.xml"/><Relationship Id="rId201" Type="http://schemas.openxmlformats.org/officeDocument/2006/relationships/customXml" Target="../ink/ink5042.xml"/><Relationship Id="rId243" Type="http://schemas.openxmlformats.org/officeDocument/2006/relationships/customXml" Target="../ink/ink5063.xml"/><Relationship Id="rId285" Type="http://schemas.openxmlformats.org/officeDocument/2006/relationships/customXml" Target="../ink/ink5084.xml"/><Relationship Id="rId450" Type="http://schemas.openxmlformats.org/officeDocument/2006/relationships/image" Target="NULL"/><Relationship Id="rId506" Type="http://schemas.openxmlformats.org/officeDocument/2006/relationships/image" Target="NULL"/><Relationship Id="rId38" Type="http://schemas.openxmlformats.org/officeDocument/2006/relationships/customXml" Target="../ink/ink4959.xml"/><Relationship Id="rId103" Type="http://schemas.openxmlformats.org/officeDocument/2006/relationships/customXml" Target="../ink/ink4992.xml"/><Relationship Id="rId310" Type="http://schemas.openxmlformats.org/officeDocument/2006/relationships/image" Target="NULL"/><Relationship Id="rId492" Type="http://schemas.openxmlformats.org/officeDocument/2006/relationships/image" Target="NULL"/><Relationship Id="rId548" Type="http://schemas.openxmlformats.org/officeDocument/2006/relationships/image" Target="NULL"/><Relationship Id="rId91" Type="http://schemas.openxmlformats.org/officeDocument/2006/relationships/customXml" Target="../ink/ink4986.xml"/><Relationship Id="rId145" Type="http://schemas.openxmlformats.org/officeDocument/2006/relationships/image" Target="NULL"/><Relationship Id="rId187" Type="http://schemas.openxmlformats.org/officeDocument/2006/relationships/customXml" Target="../ink/ink5035.xm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615" Type="http://schemas.openxmlformats.org/officeDocument/2006/relationships/customXml" Target="../ink/ink5249.xml"/><Relationship Id="rId212" Type="http://schemas.openxmlformats.org/officeDocument/2006/relationships/image" Target="NUL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296" Type="http://schemas.openxmlformats.org/officeDocument/2006/relationships/image" Target="NULL"/><Relationship Id="rId461" Type="http://schemas.openxmlformats.org/officeDocument/2006/relationships/customXml" Target="../ink/ink5172.xml"/><Relationship Id="rId517" Type="http://schemas.openxmlformats.org/officeDocument/2006/relationships/customXml" Target="../ink/ink5200.xml"/><Relationship Id="rId559" Type="http://schemas.openxmlformats.org/officeDocument/2006/relationships/customXml" Target="../ink/ink5221.xml"/><Relationship Id="rId60" Type="http://schemas.openxmlformats.org/officeDocument/2006/relationships/customXml" Target="../ink/ink4970.xml"/><Relationship Id="rId156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customXml" Target="../ink/ink5102.xml"/><Relationship Id="rId363" Type="http://schemas.openxmlformats.org/officeDocument/2006/relationships/customXml" Target="../ink/ink5123.xml"/><Relationship Id="rId419" Type="http://schemas.openxmlformats.org/officeDocument/2006/relationships/customXml" Target="../ink/ink5151.xml"/><Relationship Id="rId570" Type="http://schemas.openxmlformats.org/officeDocument/2006/relationships/image" Target="NULL"/><Relationship Id="rId626" Type="http://schemas.openxmlformats.org/officeDocument/2006/relationships/image" Target="NULL"/><Relationship Id="rId223" Type="http://schemas.openxmlformats.org/officeDocument/2006/relationships/customXml" Target="../ink/ink5053.xml"/><Relationship Id="rId430" Type="http://schemas.openxmlformats.org/officeDocument/2006/relationships/image" Target="NULL"/><Relationship Id="rId18" Type="http://schemas.openxmlformats.org/officeDocument/2006/relationships/customXml" Target="../ink/ink4949.xml"/><Relationship Id="rId265" Type="http://schemas.openxmlformats.org/officeDocument/2006/relationships/customXml" Target="../ink/ink5074.xml"/><Relationship Id="rId472" Type="http://schemas.openxmlformats.org/officeDocument/2006/relationships/image" Target="NULL"/><Relationship Id="rId528" Type="http://schemas.openxmlformats.org/officeDocument/2006/relationships/image" Target="NULL"/><Relationship Id="rId125" Type="http://schemas.openxmlformats.org/officeDocument/2006/relationships/customXml" Target="../ink/ink5003.xml"/><Relationship Id="rId167" Type="http://schemas.openxmlformats.org/officeDocument/2006/relationships/customXml" Target="../ink/ink5025.xml"/><Relationship Id="rId332" Type="http://schemas.openxmlformats.org/officeDocument/2006/relationships/image" Target="NULL"/><Relationship Id="rId374" Type="http://schemas.openxmlformats.org/officeDocument/2006/relationships/image" Target="NULL"/><Relationship Id="rId581" Type="http://schemas.openxmlformats.org/officeDocument/2006/relationships/customXml" Target="../ink/ink5232.xml"/><Relationship Id="rId71" Type="http://schemas.openxmlformats.org/officeDocument/2006/relationships/image" Target="NULL"/><Relationship Id="rId234" Type="http://schemas.openxmlformats.org/officeDocument/2006/relationships/image" Target="NULL"/><Relationship Id="rId637" Type="http://schemas.openxmlformats.org/officeDocument/2006/relationships/customXml" Target="../ink/ink5260.xml"/><Relationship Id="rId2" Type="http://schemas.openxmlformats.org/officeDocument/2006/relationships/customXml" Target="../ink/ink4941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customXml" Target="../ink/ink5162.xml"/><Relationship Id="rId483" Type="http://schemas.openxmlformats.org/officeDocument/2006/relationships/customXml" Target="../ink/ink5183.xml"/><Relationship Id="rId539" Type="http://schemas.openxmlformats.org/officeDocument/2006/relationships/customXml" Target="../ink/ink5211.xml"/><Relationship Id="rId40" Type="http://schemas.openxmlformats.org/officeDocument/2006/relationships/customXml" Target="../ink/ink4960.xml"/><Relationship Id="rId136" Type="http://schemas.openxmlformats.org/officeDocument/2006/relationships/customXml" Target="../ink/ink5009.xml"/><Relationship Id="rId178" Type="http://schemas.openxmlformats.org/officeDocument/2006/relationships/image" Target="NULL"/><Relationship Id="rId301" Type="http://schemas.openxmlformats.org/officeDocument/2006/relationships/customXml" Target="../ink/ink5092.xml"/><Relationship Id="rId343" Type="http://schemas.openxmlformats.org/officeDocument/2006/relationships/customXml" Target="../ink/ink5113.xml"/><Relationship Id="rId550" Type="http://schemas.openxmlformats.org/officeDocument/2006/relationships/image" Target="NULL"/><Relationship Id="rId82" Type="http://schemas.openxmlformats.org/officeDocument/2006/relationships/customXml" Target="../ink/ink4981.xml"/><Relationship Id="rId203" Type="http://schemas.openxmlformats.org/officeDocument/2006/relationships/customXml" Target="../ink/ink5043.xml"/><Relationship Id="rId385" Type="http://schemas.openxmlformats.org/officeDocument/2006/relationships/customXml" Target="../ink/ink5134.xml"/><Relationship Id="rId592" Type="http://schemas.openxmlformats.org/officeDocument/2006/relationships/image" Target="NULL"/><Relationship Id="rId606" Type="http://schemas.openxmlformats.org/officeDocument/2006/relationships/image" Target="NULL"/><Relationship Id="rId648" Type="http://schemas.openxmlformats.org/officeDocument/2006/relationships/customXml" Target="../ink/ink5266.xml"/><Relationship Id="rId245" Type="http://schemas.openxmlformats.org/officeDocument/2006/relationships/customXml" Target="../ink/ink5064.xml"/><Relationship Id="rId287" Type="http://schemas.openxmlformats.org/officeDocument/2006/relationships/customXml" Target="../ink/ink5085.xml"/><Relationship Id="rId410" Type="http://schemas.openxmlformats.org/officeDocument/2006/relationships/image" Target="NUL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customXml" Target="../ink/ink4993.xml"/><Relationship Id="rId147" Type="http://schemas.openxmlformats.org/officeDocument/2006/relationships/image" Target="NULL"/><Relationship Id="rId312" Type="http://schemas.openxmlformats.org/officeDocument/2006/relationships/image" Target="NUL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customXml" Target="../ink/ink4987.xml"/><Relationship Id="rId189" Type="http://schemas.openxmlformats.org/officeDocument/2006/relationships/customXml" Target="../ink/ink5036.xml"/><Relationship Id="rId396" Type="http://schemas.openxmlformats.org/officeDocument/2006/relationships/image" Target="NULL"/><Relationship Id="rId561" Type="http://schemas.openxmlformats.org/officeDocument/2006/relationships/customXml" Target="../ink/ink5222.xml"/><Relationship Id="rId617" Type="http://schemas.openxmlformats.org/officeDocument/2006/relationships/customXml" Target="../ink/ink5250.xml"/><Relationship Id="rId214" Type="http://schemas.openxmlformats.org/officeDocument/2006/relationships/image" Target="NULL"/><Relationship Id="rId256" Type="http://schemas.openxmlformats.org/officeDocument/2006/relationships/image" Target="NULL"/><Relationship Id="rId298" Type="http://schemas.openxmlformats.org/officeDocument/2006/relationships/image" Target="NULL"/><Relationship Id="rId421" Type="http://schemas.openxmlformats.org/officeDocument/2006/relationships/customXml" Target="../ink/ink5152.xml"/><Relationship Id="rId463" Type="http://schemas.openxmlformats.org/officeDocument/2006/relationships/customXml" Target="../ink/ink5173.xml"/><Relationship Id="rId519" Type="http://schemas.openxmlformats.org/officeDocument/2006/relationships/customXml" Target="../ink/ink5201.xml"/><Relationship Id="rId116" Type="http://schemas.openxmlformats.org/officeDocument/2006/relationships/image" Target="NULL"/><Relationship Id="rId158" Type="http://schemas.openxmlformats.org/officeDocument/2006/relationships/image" Target="NULL"/><Relationship Id="rId323" Type="http://schemas.openxmlformats.org/officeDocument/2006/relationships/customXml" Target="../ink/ink5103.xml"/><Relationship Id="rId530" Type="http://schemas.openxmlformats.org/officeDocument/2006/relationships/image" Target="NULL"/><Relationship Id="rId20" Type="http://schemas.openxmlformats.org/officeDocument/2006/relationships/customXml" Target="../ink/ink4950.xml"/><Relationship Id="rId62" Type="http://schemas.openxmlformats.org/officeDocument/2006/relationships/customXml" Target="../ink/ink4971.xml"/><Relationship Id="rId365" Type="http://schemas.openxmlformats.org/officeDocument/2006/relationships/customXml" Target="../ink/ink5124.xml"/><Relationship Id="rId572" Type="http://schemas.openxmlformats.org/officeDocument/2006/relationships/image" Target="NULL"/><Relationship Id="rId628" Type="http://schemas.openxmlformats.org/officeDocument/2006/relationships/image" Target="NULL"/><Relationship Id="rId225" Type="http://schemas.openxmlformats.org/officeDocument/2006/relationships/customXml" Target="../ink/ink5054.xml"/><Relationship Id="rId267" Type="http://schemas.openxmlformats.org/officeDocument/2006/relationships/customXml" Target="../ink/ink5075.xml"/><Relationship Id="rId432" Type="http://schemas.openxmlformats.org/officeDocument/2006/relationships/image" Target="NULL"/><Relationship Id="rId474" Type="http://schemas.openxmlformats.org/officeDocument/2006/relationships/image" Target="NULL"/><Relationship Id="rId127" Type="http://schemas.openxmlformats.org/officeDocument/2006/relationships/customXml" Target="../ink/ink5004.xm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customXml" Target="../ink/ink5026.xml"/><Relationship Id="rId334" Type="http://schemas.openxmlformats.org/officeDocument/2006/relationships/image" Target="NULL"/><Relationship Id="rId376" Type="http://schemas.openxmlformats.org/officeDocument/2006/relationships/image" Target="NULL"/><Relationship Id="rId541" Type="http://schemas.openxmlformats.org/officeDocument/2006/relationships/customXml" Target="../ink/ink5212.xml"/><Relationship Id="rId583" Type="http://schemas.openxmlformats.org/officeDocument/2006/relationships/customXml" Target="../ink/ink5233.xml"/><Relationship Id="rId639" Type="http://schemas.openxmlformats.org/officeDocument/2006/relationships/customXml" Target="../ink/ink5261.xml"/><Relationship Id="rId4" Type="http://schemas.openxmlformats.org/officeDocument/2006/relationships/customXml" Target="../ink/ink4942.xml"/><Relationship Id="rId180" Type="http://schemas.openxmlformats.org/officeDocument/2006/relationships/image" Target="NULL"/><Relationship Id="rId236" Type="http://schemas.openxmlformats.org/officeDocument/2006/relationships/image" Target="NULL"/><Relationship Id="rId278" Type="http://schemas.openxmlformats.org/officeDocument/2006/relationships/image" Target="NULL"/><Relationship Id="rId401" Type="http://schemas.openxmlformats.org/officeDocument/2006/relationships/customXml" Target="../ink/ink5142.xml"/><Relationship Id="rId443" Type="http://schemas.openxmlformats.org/officeDocument/2006/relationships/customXml" Target="../ink/ink5163.xml"/><Relationship Id="rId650" Type="http://schemas.openxmlformats.org/officeDocument/2006/relationships/customXml" Target="../ink/ink5267.xml"/><Relationship Id="rId303" Type="http://schemas.openxmlformats.org/officeDocument/2006/relationships/customXml" Target="../ink/ink5093.xml"/><Relationship Id="rId485" Type="http://schemas.openxmlformats.org/officeDocument/2006/relationships/customXml" Target="../ink/ink5184.xml"/><Relationship Id="rId42" Type="http://schemas.openxmlformats.org/officeDocument/2006/relationships/customXml" Target="../ink/ink4961.xml"/><Relationship Id="rId84" Type="http://schemas.openxmlformats.org/officeDocument/2006/relationships/customXml" Target="../ink/ink4982.xml"/><Relationship Id="rId138" Type="http://schemas.openxmlformats.org/officeDocument/2006/relationships/customXml" Target="../ink/ink5010.xml"/><Relationship Id="rId345" Type="http://schemas.openxmlformats.org/officeDocument/2006/relationships/customXml" Target="../ink/ink5114.xml"/><Relationship Id="rId387" Type="http://schemas.openxmlformats.org/officeDocument/2006/relationships/customXml" Target="../ink/ink5135.xml"/><Relationship Id="rId510" Type="http://schemas.openxmlformats.org/officeDocument/2006/relationships/image" Target="NULL"/><Relationship Id="rId552" Type="http://schemas.openxmlformats.org/officeDocument/2006/relationships/image" Target="NULL"/><Relationship Id="rId594" Type="http://schemas.openxmlformats.org/officeDocument/2006/relationships/image" Target="NULL"/><Relationship Id="rId608" Type="http://schemas.openxmlformats.org/officeDocument/2006/relationships/image" Target="NULL"/><Relationship Id="rId191" Type="http://schemas.openxmlformats.org/officeDocument/2006/relationships/customXml" Target="../ink/ink5037.xml"/><Relationship Id="rId205" Type="http://schemas.openxmlformats.org/officeDocument/2006/relationships/customXml" Target="../ink/ink5044.xml"/><Relationship Id="rId247" Type="http://schemas.openxmlformats.org/officeDocument/2006/relationships/customXml" Target="../ink/ink5065.xml"/><Relationship Id="rId412" Type="http://schemas.openxmlformats.org/officeDocument/2006/relationships/image" Target="NULL"/><Relationship Id="rId107" Type="http://schemas.openxmlformats.org/officeDocument/2006/relationships/customXml" Target="../ink/ink4994.xml"/><Relationship Id="rId289" Type="http://schemas.openxmlformats.org/officeDocument/2006/relationships/customXml" Target="../ink/ink5086.xml"/><Relationship Id="rId454" Type="http://schemas.openxmlformats.org/officeDocument/2006/relationships/image" Target="NUL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5016.xm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521" Type="http://schemas.openxmlformats.org/officeDocument/2006/relationships/customXml" Target="../ink/ink5202.xml"/><Relationship Id="rId563" Type="http://schemas.openxmlformats.org/officeDocument/2006/relationships/customXml" Target="../ink/ink5223.xml"/><Relationship Id="rId619" Type="http://schemas.openxmlformats.org/officeDocument/2006/relationships/customXml" Target="../ink/ink5251.xml"/><Relationship Id="rId95" Type="http://schemas.openxmlformats.org/officeDocument/2006/relationships/customXml" Target="../ink/ink4988.xml"/><Relationship Id="rId160" Type="http://schemas.openxmlformats.org/officeDocument/2006/relationships/image" Target="NULL"/><Relationship Id="rId216" Type="http://schemas.openxmlformats.org/officeDocument/2006/relationships/image" Target="NULL"/><Relationship Id="rId423" Type="http://schemas.openxmlformats.org/officeDocument/2006/relationships/customXml" Target="../ink/ink5153.xml"/><Relationship Id="rId258" Type="http://schemas.openxmlformats.org/officeDocument/2006/relationships/image" Target="NULL"/><Relationship Id="rId465" Type="http://schemas.openxmlformats.org/officeDocument/2006/relationships/customXml" Target="../ink/ink5174.xml"/><Relationship Id="rId630" Type="http://schemas.openxmlformats.org/officeDocument/2006/relationships/image" Target="NULL"/><Relationship Id="rId22" Type="http://schemas.openxmlformats.org/officeDocument/2006/relationships/customXml" Target="../ink/ink4951.xml"/><Relationship Id="rId64" Type="http://schemas.openxmlformats.org/officeDocument/2006/relationships/customXml" Target="../ink/ink4972.xml"/><Relationship Id="rId118" Type="http://schemas.openxmlformats.org/officeDocument/2006/relationships/image" Target="NULL"/><Relationship Id="rId325" Type="http://schemas.openxmlformats.org/officeDocument/2006/relationships/customXml" Target="../ink/ink5104.xml"/><Relationship Id="rId367" Type="http://schemas.openxmlformats.org/officeDocument/2006/relationships/customXml" Target="../ink/ink5125.xml"/><Relationship Id="rId532" Type="http://schemas.openxmlformats.org/officeDocument/2006/relationships/image" Target="NULL"/><Relationship Id="rId574" Type="http://schemas.openxmlformats.org/officeDocument/2006/relationships/image" Target="NULL"/><Relationship Id="rId171" Type="http://schemas.openxmlformats.org/officeDocument/2006/relationships/customXml" Target="../ink/ink5027.xml"/><Relationship Id="rId227" Type="http://schemas.openxmlformats.org/officeDocument/2006/relationships/customXml" Target="../ink/ink5055.xml"/><Relationship Id="rId269" Type="http://schemas.openxmlformats.org/officeDocument/2006/relationships/customXml" Target="../ink/ink5076.xml"/><Relationship Id="rId434" Type="http://schemas.openxmlformats.org/officeDocument/2006/relationships/image" Target="NULL"/><Relationship Id="rId476" Type="http://schemas.openxmlformats.org/officeDocument/2006/relationships/image" Target="NULL"/><Relationship Id="rId641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customXml" Target="../ink/ink5005.xml"/><Relationship Id="rId280" Type="http://schemas.openxmlformats.org/officeDocument/2006/relationships/image" Target="NULL"/><Relationship Id="rId336" Type="http://schemas.openxmlformats.org/officeDocument/2006/relationships/image" Target="NULL"/><Relationship Id="rId501" Type="http://schemas.openxmlformats.org/officeDocument/2006/relationships/customXml" Target="../ink/ink5192.xml"/><Relationship Id="rId543" Type="http://schemas.openxmlformats.org/officeDocument/2006/relationships/customXml" Target="../ink/ink5213.xml"/><Relationship Id="rId75" Type="http://schemas.openxmlformats.org/officeDocument/2006/relationships/image" Target="NULL"/><Relationship Id="rId140" Type="http://schemas.openxmlformats.org/officeDocument/2006/relationships/customXml" Target="../ink/ink5011.xml"/><Relationship Id="rId182" Type="http://schemas.openxmlformats.org/officeDocument/2006/relationships/image" Target="NULL"/><Relationship Id="rId378" Type="http://schemas.openxmlformats.org/officeDocument/2006/relationships/image" Target="NULL"/><Relationship Id="rId403" Type="http://schemas.openxmlformats.org/officeDocument/2006/relationships/customXml" Target="../ink/ink5143.xml"/><Relationship Id="rId585" Type="http://schemas.openxmlformats.org/officeDocument/2006/relationships/customXml" Target="../ink/ink5234.xml"/><Relationship Id="rId6" Type="http://schemas.openxmlformats.org/officeDocument/2006/relationships/customXml" Target="../ink/ink4943.xml"/><Relationship Id="rId238" Type="http://schemas.openxmlformats.org/officeDocument/2006/relationships/image" Target="NULL"/><Relationship Id="rId445" Type="http://schemas.openxmlformats.org/officeDocument/2006/relationships/customXml" Target="../ink/ink5164.xml"/><Relationship Id="rId487" Type="http://schemas.openxmlformats.org/officeDocument/2006/relationships/customXml" Target="../ink/ink5185.xml"/><Relationship Id="rId610" Type="http://schemas.openxmlformats.org/officeDocument/2006/relationships/image" Target="NULL"/><Relationship Id="rId652" Type="http://schemas.openxmlformats.org/officeDocument/2006/relationships/customXml" Target="../ink/ink5268.xml"/><Relationship Id="rId291" Type="http://schemas.openxmlformats.org/officeDocument/2006/relationships/customXml" Target="../ink/ink5087.xml"/><Relationship Id="rId305" Type="http://schemas.openxmlformats.org/officeDocument/2006/relationships/customXml" Target="../ink/ink5094.xml"/><Relationship Id="rId347" Type="http://schemas.openxmlformats.org/officeDocument/2006/relationships/customXml" Target="../ink/ink5115.xml"/><Relationship Id="rId512" Type="http://schemas.openxmlformats.org/officeDocument/2006/relationships/image" Target="NULL"/><Relationship Id="rId44" Type="http://schemas.openxmlformats.org/officeDocument/2006/relationships/customXml" Target="../ink/ink4962.xml"/><Relationship Id="rId86" Type="http://schemas.openxmlformats.org/officeDocument/2006/relationships/image" Target="NULL"/><Relationship Id="rId151" Type="http://schemas.openxmlformats.org/officeDocument/2006/relationships/customXml" Target="../ink/ink5017.xml"/><Relationship Id="rId389" Type="http://schemas.openxmlformats.org/officeDocument/2006/relationships/customXml" Target="../ink/ink5136.xml"/><Relationship Id="rId554" Type="http://schemas.openxmlformats.org/officeDocument/2006/relationships/image" Target="NULL"/><Relationship Id="rId596" Type="http://schemas.openxmlformats.org/officeDocument/2006/relationships/image" Target="NULL"/><Relationship Id="rId193" Type="http://schemas.openxmlformats.org/officeDocument/2006/relationships/customXml" Target="../ink/ink5038.xml"/><Relationship Id="rId207" Type="http://schemas.openxmlformats.org/officeDocument/2006/relationships/customXml" Target="../ink/ink5045.xml"/><Relationship Id="rId249" Type="http://schemas.openxmlformats.org/officeDocument/2006/relationships/customXml" Target="../ink/ink5066.xml"/><Relationship Id="rId414" Type="http://schemas.openxmlformats.org/officeDocument/2006/relationships/image" Target="NULL"/><Relationship Id="rId456" Type="http://schemas.openxmlformats.org/officeDocument/2006/relationships/image" Target="NULL"/><Relationship Id="rId498" Type="http://schemas.openxmlformats.org/officeDocument/2006/relationships/image" Target="NULL"/><Relationship Id="rId621" Type="http://schemas.openxmlformats.org/officeDocument/2006/relationships/customXml" Target="../ink/ink5252.xml"/><Relationship Id="rId13" Type="http://schemas.openxmlformats.org/officeDocument/2006/relationships/image" Target="NULL"/><Relationship Id="rId109" Type="http://schemas.openxmlformats.org/officeDocument/2006/relationships/customXml" Target="../ink/ink4995.xml"/><Relationship Id="rId260" Type="http://schemas.openxmlformats.org/officeDocument/2006/relationships/image" Target="NULL"/><Relationship Id="rId316" Type="http://schemas.openxmlformats.org/officeDocument/2006/relationships/image" Target="NULL"/><Relationship Id="rId523" Type="http://schemas.openxmlformats.org/officeDocument/2006/relationships/customXml" Target="../ink/ink5203.xml"/><Relationship Id="rId55" Type="http://schemas.openxmlformats.org/officeDocument/2006/relationships/image" Target="NULL"/><Relationship Id="rId97" Type="http://schemas.openxmlformats.org/officeDocument/2006/relationships/customXml" Target="../ink/ink4989.xml"/><Relationship Id="rId120" Type="http://schemas.openxmlformats.org/officeDocument/2006/relationships/image" Target="NULL"/><Relationship Id="rId358" Type="http://schemas.openxmlformats.org/officeDocument/2006/relationships/image" Target="NULL"/><Relationship Id="rId565" Type="http://schemas.openxmlformats.org/officeDocument/2006/relationships/customXml" Target="../ink/ink5224.xml"/><Relationship Id="rId162" Type="http://schemas.openxmlformats.org/officeDocument/2006/relationships/image" Target="NULL"/><Relationship Id="rId218" Type="http://schemas.openxmlformats.org/officeDocument/2006/relationships/image" Target="NULL"/><Relationship Id="rId425" Type="http://schemas.openxmlformats.org/officeDocument/2006/relationships/customXml" Target="../ink/ink5154.xml"/><Relationship Id="rId467" Type="http://schemas.openxmlformats.org/officeDocument/2006/relationships/customXml" Target="../ink/ink5175.xml"/><Relationship Id="rId632" Type="http://schemas.openxmlformats.org/officeDocument/2006/relationships/image" Target="NULL"/><Relationship Id="rId271" Type="http://schemas.openxmlformats.org/officeDocument/2006/relationships/customXml" Target="../ink/ink5077.xml"/><Relationship Id="rId24" Type="http://schemas.openxmlformats.org/officeDocument/2006/relationships/customXml" Target="../ink/ink4952.xml"/><Relationship Id="rId66" Type="http://schemas.openxmlformats.org/officeDocument/2006/relationships/customXml" Target="../ink/ink4973.xml"/><Relationship Id="rId131" Type="http://schemas.openxmlformats.org/officeDocument/2006/relationships/customXml" Target="../ink/ink5006.xml"/><Relationship Id="rId327" Type="http://schemas.openxmlformats.org/officeDocument/2006/relationships/customXml" Target="../ink/ink5105.xml"/><Relationship Id="rId369" Type="http://schemas.openxmlformats.org/officeDocument/2006/relationships/customXml" Target="../ink/ink5126.xml"/><Relationship Id="rId534" Type="http://schemas.openxmlformats.org/officeDocument/2006/relationships/image" Target="NULL"/><Relationship Id="rId576" Type="http://schemas.openxmlformats.org/officeDocument/2006/relationships/image" Target="NULL"/><Relationship Id="rId173" Type="http://schemas.openxmlformats.org/officeDocument/2006/relationships/customXml" Target="../ink/ink5028.xml"/><Relationship Id="rId229" Type="http://schemas.openxmlformats.org/officeDocument/2006/relationships/customXml" Target="../ink/ink5056.xml"/><Relationship Id="rId380" Type="http://schemas.openxmlformats.org/officeDocument/2006/relationships/image" Target="NULL"/><Relationship Id="rId436" Type="http://schemas.openxmlformats.org/officeDocument/2006/relationships/image" Target="NULL"/><Relationship Id="rId601" Type="http://schemas.openxmlformats.org/officeDocument/2006/relationships/customXml" Target="../ink/ink5242.xml"/><Relationship Id="rId643" Type="http://schemas.openxmlformats.org/officeDocument/2006/relationships/image" Target="NULL"/><Relationship Id="rId240" Type="http://schemas.openxmlformats.org/officeDocument/2006/relationships/image" Target="NULL"/><Relationship Id="rId478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282" Type="http://schemas.openxmlformats.org/officeDocument/2006/relationships/image" Target="NULL"/><Relationship Id="rId338" Type="http://schemas.openxmlformats.org/officeDocument/2006/relationships/image" Target="NULL"/><Relationship Id="rId503" Type="http://schemas.openxmlformats.org/officeDocument/2006/relationships/customXml" Target="../ink/ink5193.xml"/><Relationship Id="rId545" Type="http://schemas.openxmlformats.org/officeDocument/2006/relationships/customXml" Target="../ink/ink5214.xml"/><Relationship Id="rId587" Type="http://schemas.openxmlformats.org/officeDocument/2006/relationships/customXml" Target="../ink/ink5235.xml"/><Relationship Id="rId8" Type="http://schemas.openxmlformats.org/officeDocument/2006/relationships/customXml" Target="../ink/ink4944.xml"/><Relationship Id="rId142" Type="http://schemas.openxmlformats.org/officeDocument/2006/relationships/customXml" Target="../ink/ink5012.xml"/><Relationship Id="rId184" Type="http://schemas.openxmlformats.org/officeDocument/2006/relationships/image" Target="NULL"/><Relationship Id="rId391" Type="http://schemas.openxmlformats.org/officeDocument/2006/relationships/customXml" Target="../ink/ink5137.xml"/><Relationship Id="rId405" Type="http://schemas.openxmlformats.org/officeDocument/2006/relationships/customXml" Target="../ink/ink5144.xml"/><Relationship Id="rId447" Type="http://schemas.openxmlformats.org/officeDocument/2006/relationships/customXml" Target="../ink/ink5165.xml"/><Relationship Id="rId612" Type="http://schemas.openxmlformats.org/officeDocument/2006/relationships/image" Target="NULL"/><Relationship Id="rId251" Type="http://schemas.openxmlformats.org/officeDocument/2006/relationships/customXml" Target="../ink/ink5067.xml"/><Relationship Id="rId489" Type="http://schemas.openxmlformats.org/officeDocument/2006/relationships/customXml" Target="../ink/ink5186.xml"/><Relationship Id="rId46" Type="http://schemas.openxmlformats.org/officeDocument/2006/relationships/customXml" Target="../ink/ink4963.xml"/><Relationship Id="rId293" Type="http://schemas.openxmlformats.org/officeDocument/2006/relationships/customXml" Target="../ink/ink5088.xml"/><Relationship Id="rId307" Type="http://schemas.openxmlformats.org/officeDocument/2006/relationships/customXml" Target="../ink/ink5095.xml"/><Relationship Id="rId349" Type="http://schemas.openxmlformats.org/officeDocument/2006/relationships/customXml" Target="../ink/ink5116.xml"/><Relationship Id="rId514" Type="http://schemas.openxmlformats.org/officeDocument/2006/relationships/image" Target="NULL"/><Relationship Id="rId556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customXml" Target="../ink/ink4996.xml"/><Relationship Id="rId153" Type="http://schemas.openxmlformats.org/officeDocument/2006/relationships/customXml" Target="../ink/ink5018.xml"/><Relationship Id="rId195" Type="http://schemas.openxmlformats.org/officeDocument/2006/relationships/customXml" Target="../ink/ink5039.xml"/><Relationship Id="rId209" Type="http://schemas.openxmlformats.org/officeDocument/2006/relationships/customXml" Target="../ink/ink5046.xml"/><Relationship Id="rId360" Type="http://schemas.openxmlformats.org/officeDocument/2006/relationships/image" Target="NULL"/><Relationship Id="rId416" Type="http://schemas.openxmlformats.org/officeDocument/2006/relationships/image" Target="NULL"/><Relationship Id="rId598" Type="http://schemas.openxmlformats.org/officeDocument/2006/relationships/image" Target="NULL"/><Relationship Id="rId220" Type="http://schemas.openxmlformats.org/officeDocument/2006/relationships/image" Target="NULL"/><Relationship Id="rId458" Type="http://schemas.openxmlformats.org/officeDocument/2006/relationships/image" Target="NULL"/><Relationship Id="rId623" Type="http://schemas.openxmlformats.org/officeDocument/2006/relationships/customXml" Target="../ink/ink5253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image" Target="NULL"/><Relationship Id="rId525" Type="http://schemas.openxmlformats.org/officeDocument/2006/relationships/customXml" Target="../ink/ink5204.xml"/><Relationship Id="rId567" Type="http://schemas.openxmlformats.org/officeDocument/2006/relationships/customXml" Target="../ink/ink5225.xml"/><Relationship Id="rId99" Type="http://schemas.openxmlformats.org/officeDocument/2006/relationships/customXml" Target="../ink/ink4990.xml"/><Relationship Id="rId122" Type="http://schemas.openxmlformats.org/officeDocument/2006/relationships/image" Target="NULL"/><Relationship Id="rId164" Type="http://schemas.openxmlformats.org/officeDocument/2006/relationships/image" Target="NULL"/><Relationship Id="rId371" Type="http://schemas.openxmlformats.org/officeDocument/2006/relationships/customXml" Target="../ink/ink5127.xml"/><Relationship Id="rId427" Type="http://schemas.openxmlformats.org/officeDocument/2006/relationships/customXml" Target="../ink/ink5155.xml"/><Relationship Id="rId469" Type="http://schemas.openxmlformats.org/officeDocument/2006/relationships/customXml" Target="../ink/ink5176.xml"/><Relationship Id="rId634" Type="http://schemas.openxmlformats.org/officeDocument/2006/relationships/image" Target="NULL"/><Relationship Id="rId26" Type="http://schemas.openxmlformats.org/officeDocument/2006/relationships/customXml" Target="../ink/ink4953.xml"/><Relationship Id="rId231" Type="http://schemas.openxmlformats.org/officeDocument/2006/relationships/customXml" Target="../ink/ink5057.xml"/><Relationship Id="rId273" Type="http://schemas.openxmlformats.org/officeDocument/2006/relationships/customXml" Target="../ink/ink5078.xml"/><Relationship Id="rId329" Type="http://schemas.openxmlformats.org/officeDocument/2006/relationships/customXml" Target="../ink/ink5106.xml"/><Relationship Id="rId480" Type="http://schemas.openxmlformats.org/officeDocument/2006/relationships/image" Target="NULL"/><Relationship Id="rId536" Type="http://schemas.openxmlformats.org/officeDocument/2006/relationships/image" Target="NULL"/><Relationship Id="rId68" Type="http://schemas.openxmlformats.org/officeDocument/2006/relationships/customXml" Target="../ink/ink4974.xml"/><Relationship Id="rId133" Type="http://schemas.openxmlformats.org/officeDocument/2006/relationships/customXml" Target="../ink/ink5007.xml"/><Relationship Id="rId175" Type="http://schemas.openxmlformats.org/officeDocument/2006/relationships/customXml" Target="../ink/ink5029.xml"/><Relationship Id="rId340" Type="http://schemas.openxmlformats.org/officeDocument/2006/relationships/image" Target="NULL"/><Relationship Id="rId578" Type="http://schemas.openxmlformats.org/officeDocument/2006/relationships/image" Target="NULL"/><Relationship Id="rId200" Type="http://schemas.openxmlformats.org/officeDocument/2006/relationships/image" Target="NULL"/><Relationship Id="rId382" Type="http://schemas.openxmlformats.org/officeDocument/2006/relationships/image" Target="NULL"/><Relationship Id="rId438" Type="http://schemas.openxmlformats.org/officeDocument/2006/relationships/image" Target="NULL"/><Relationship Id="rId603" Type="http://schemas.openxmlformats.org/officeDocument/2006/relationships/customXml" Target="../ink/ink5243.xml"/><Relationship Id="rId645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image" Target="NULL"/><Relationship Id="rId491" Type="http://schemas.openxmlformats.org/officeDocument/2006/relationships/customXml" Target="../ink/ink5187.xml"/><Relationship Id="rId505" Type="http://schemas.openxmlformats.org/officeDocument/2006/relationships/customXml" Target="../ink/ink5194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44" Type="http://schemas.openxmlformats.org/officeDocument/2006/relationships/customXml" Target="../ink/ink5013.xml"/><Relationship Id="rId547" Type="http://schemas.openxmlformats.org/officeDocument/2006/relationships/customXml" Target="../ink/ink5215.xml"/><Relationship Id="rId589" Type="http://schemas.openxmlformats.org/officeDocument/2006/relationships/customXml" Target="../ink/ink5236.xml"/><Relationship Id="rId90" Type="http://schemas.openxmlformats.org/officeDocument/2006/relationships/image" Target="NULL"/><Relationship Id="rId186" Type="http://schemas.openxmlformats.org/officeDocument/2006/relationships/image" Target="NULL"/><Relationship Id="rId351" Type="http://schemas.openxmlformats.org/officeDocument/2006/relationships/customXml" Target="../ink/ink5117.xml"/><Relationship Id="rId393" Type="http://schemas.openxmlformats.org/officeDocument/2006/relationships/customXml" Target="../ink/ink5138.xml"/><Relationship Id="rId407" Type="http://schemas.openxmlformats.org/officeDocument/2006/relationships/customXml" Target="../ink/ink5145.xml"/><Relationship Id="rId449" Type="http://schemas.openxmlformats.org/officeDocument/2006/relationships/customXml" Target="../ink/ink5166.xml"/><Relationship Id="rId614" Type="http://schemas.openxmlformats.org/officeDocument/2006/relationships/image" Target="NULL"/><Relationship Id="rId211" Type="http://schemas.openxmlformats.org/officeDocument/2006/relationships/customXml" Target="../ink/ink5047.xml"/><Relationship Id="rId253" Type="http://schemas.openxmlformats.org/officeDocument/2006/relationships/customXml" Target="../ink/ink5068.xml"/><Relationship Id="rId295" Type="http://schemas.openxmlformats.org/officeDocument/2006/relationships/customXml" Target="../ink/ink5089.xml"/><Relationship Id="rId309" Type="http://schemas.openxmlformats.org/officeDocument/2006/relationships/customXml" Target="../ink/ink5096.xm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4964.xml"/><Relationship Id="rId113" Type="http://schemas.openxmlformats.org/officeDocument/2006/relationships/customXml" Target="../ink/ink4997.xml"/><Relationship Id="rId320" Type="http://schemas.openxmlformats.org/officeDocument/2006/relationships/image" Target="NULL"/><Relationship Id="rId558" Type="http://schemas.openxmlformats.org/officeDocument/2006/relationships/image" Target="NULL"/><Relationship Id="rId155" Type="http://schemas.openxmlformats.org/officeDocument/2006/relationships/customXml" Target="../ink/ink5019.xml"/><Relationship Id="rId197" Type="http://schemas.openxmlformats.org/officeDocument/2006/relationships/customXml" Target="../ink/ink5040.xml"/><Relationship Id="rId362" Type="http://schemas.openxmlformats.org/officeDocument/2006/relationships/image" Target="NULL"/><Relationship Id="rId418" Type="http://schemas.openxmlformats.org/officeDocument/2006/relationships/image" Target="NULL"/><Relationship Id="rId625" Type="http://schemas.openxmlformats.org/officeDocument/2006/relationships/customXml" Target="../ink/ink5254.xml"/><Relationship Id="rId222" Type="http://schemas.openxmlformats.org/officeDocument/2006/relationships/image" Target="NULL"/><Relationship Id="rId264" Type="http://schemas.openxmlformats.org/officeDocument/2006/relationships/image" Target="NULL"/><Relationship Id="rId471" Type="http://schemas.openxmlformats.org/officeDocument/2006/relationships/customXml" Target="../ink/ink5177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image" Target="NULL"/><Relationship Id="rId527" Type="http://schemas.openxmlformats.org/officeDocument/2006/relationships/customXml" Target="../ink/ink5205.xml"/><Relationship Id="rId569" Type="http://schemas.openxmlformats.org/officeDocument/2006/relationships/customXml" Target="../ink/ink5226.xml"/><Relationship Id="rId70" Type="http://schemas.openxmlformats.org/officeDocument/2006/relationships/customXml" Target="../ink/ink4975.xml"/><Relationship Id="rId166" Type="http://schemas.openxmlformats.org/officeDocument/2006/relationships/image" Target="NULL"/><Relationship Id="rId331" Type="http://schemas.openxmlformats.org/officeDocument/2006/relationships/customXml" Target="../ink/ink5107.xml"/><Relationship Id="rId373" Type="http://schemas.openxmlformats.org/officeDocument/2006/relationships/customXml" Target="../ink/ink5128.xml"/><Relationship Id="rId429" Type="http://schemas.openxmlformats.org/officeDocument/2006/relationships/customXml" Target="../ink/ink5156.xml"/><Relationship Id="rId580" Type="http://schemas.openxmlformats.org/officeDocument/2006/relationships/image" Target="NULL"/><Relationship Id="rId636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5058.xml"/><Relationship Id="rId440" Type="http://schemas.openxmlformats.org/officeDocument/2006/relationships/image" Target="NULL"/><Relationship Id="rId28" Type="http://schemas.openxmlformats.org/officeDocument/2006/relationships/customXml" Target="../ink/ink4954.xml"/><Relationship Id="rId275" Type="http://schemas.openxmlformats.org/officeDocument/2006/relationships/customXml" Target="../ink/ink5079.xml"/><Relationship Id="rId300" Type="http://schemas.openxmlformats.org/officeDocument/2006/relationships/image" Target="NULL"/><Relationship Id="rId482" Type="http://schemas.openxmlformats.org/officeDocument/2006/relationships/image" Target="NULL"/><Relationship Id="rId538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customXml" Target="../ink/ink5008.xml"/><Relationship Id="rId177" Type="http://schemas.openxmlformats.org/officeDocument/2006/relationships/customXml" Target="../ink/ink5030.xml"/><Relationship Id="rId342" Type="http://schemas.openxmlformats.org/officeDocument/2006/relationships/image" Target="NULL"/><Relationship Id="rId384" Type="http://schemas.openxmlformats.org/officeDocument/2006/relationships/image" Target="NULL"/><Relationship Id="rId591" Type="http://schemas.openxmlformats.org/officeDocument/2006/relationships/customXml" Target="../ink/ink5237.xml"/><Relationship Id="rId605" Type="http://schemas.openxmlformats.org/officeDocument/2006/relationships/customXml" Target="../ink/ink5244.xml"/><Relationship Id="rId202" Type="http://schemas.openxmlformats.org/officeDocument/2006/relationships/image" Target="NULL"/><Relationship Id="rId244" Type="http://schemas.openxmlformats.org/officeDocument/2006/relationships/image" Target="NULL"/><Relationship Id="rId647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customXml" Target="../ink/ink5167.xml"/><Relationship Id="rId493" Type="http://schemas.openxmlformats.org/officeDocument/2006/relationships/customXml" Target="../ink/ink5188.xml"/><Relationship Id="rId507" Type="http://schemas.openxmlformats.org/officeDocument/2006/relationships/customXml" Target="../ink/ink5195.xml"/><Relationship Id="rId549" Type="http://schemas.openxmlformats.org/officeDocument/2006/relationships/customXml" Target="../ink/ink5216.xml"/><Relationship Id="rId50" Type="http://schemas.openxmlformats.org/officeDocument/2006/relationships/customXml" Target="../ink/ink4965.xml"/><Relationship Id="rId104" Type="http://schemas.openxmlformats.org/officeDocument/2006/relationships/image" Target="NULL"/><Relationship Id="rId146" Type="http://schemas.openxmlformats.org/officeDocument/2006/relationships/customXml" Target="../ink/ink5014.xml"/><Relationship Id="rId188" Type="http://schemas.openxmlformats.org/officeDocument/2006/relationships/image" Target="NULL"/><Relationship Id="rId311" Type="http://schemas.openxmlformats.org/officeDocument/2006/relationships/customXml" Target="../ink/ink5097.xml"/><Relationship Id="rId353" Type="http://schemas.openxmlformats.org/officeDocument/2006/relationships/customXml" Target="../ink/ink5118.xml"/><Relationship Id="rId395" Type="http://schemas.openxmlformats.org/officeDocument/2006/relationships/customXml" Target="../ink/ink5139.xml"/><Relationship Id="rId409" Type="http://schemas.openxmlformats.org/officeDocument/2006/relationships/customXml" Target="../ink/ink5146.xml"/><Relationship Id="rId560" Type="http://schemas.openxmlformats.org/officeDocument/2006/relationships/image" Target="NULL"/><Relationship Id="rId92" Type="http://schemas.openxmlformats.org/officeDocument/2006/relationships/image" Target="NULL"/><Relationship Id="rId213" Type="http://schemas.openxmlformats.org/officeDocument/2006/relationships/customXml" Target="../ink/ink5048.xml"/><Relationship Id="rId420" Type="http://schemas.openxmlformats.org/officeDocument/2006/relationships/image" Target="NULL"/><Relationship Id="rId616" Type="http://schemas.openxmlformats.org/officeDocument/2006/relationships/image" Target="NULL"/><Relationship Id="rId255" Type="http://schemas.openxmlformats.org/officeDocument/2006/relationships/customXml" Target="../ink/ink5069.xml"/><Relationship Id="rId297" Type="http://schemas.openxmlformats.org/officeDocument/2006/relationships/customXml" Target="../ink/ink5090.xm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customXml" Target="../ink/ink4998.xml"/><Relationship Id="rId157" Type="http://schemas.openxmlformats.org/officeDocument/2006/relationships/customXml" Target="../ink/ink5020.xml"/><Relationship Id="rId322" Type="http://schemas.openxmlformats.org/officeDocument/2006/relationships/image" Target="NUL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customXml" Target="../ink/ink5041.xml"/><Relationship Id="rId571" Type="http://schemas.openxmlformats.org/officeDocument/2006/relationships/customXml" Target="../ink/ink5227.xml"/><Relationship Id="rId627" Type="http://schemas.openxmlformats.org/officeDocument/2006/relationships/customXml" Target="../ink/ink5255.xml"/><Relationship Id="rId19" Type="http://schemas.openxmlformats.org/officeDocument/2006/relationships/image" Target="NULL"/><Relationship Id="rId224" Type="http://schemas.openxmlformats.org/officeDocument/2006/relationships/image" Target="NULL"/><Relationship Id="rId266" Type="http://schemas.openxmlformats.org/officeDocument/2006/relationships/image" Target="NULL"/><Relationship Id="rId431" Type="http://schemas.openxmlformats.org/officeDocument/2006/relationships/customXml" Target="../ink/ink5157.xml"/><Relationship Id="rId473" Type="http://schemas.openxmlformats.org/officeDocument/2006/relationships/customXml" Target="../ink/ink5178.xml"/><Relationship Id="rId529" Type="http://schemas.openxmlformats.org/officeDocument/2006/relationships/customXml" Target="../ink/ink5206.xml"/><Relationship Id="rId30" Type="http://schemas.openxmlformats.org/officeDocument/2006/relationships/customXml" Target="../ink/ink4955.xml"/><Relationship Id="rId126" Type="http://schemas.openxmlformats.org/officeDocument/2006/relationships/image" Target="NULL"/><Relationship Id="rId168" Type="http://schemas.openxmlformats.org/officeDocument/2006/relationships/image" Target="NULL"/><Relationship Id="rId333" Type="http://schemas.openxmlformats.org/officeDocument/2006/relationships/customXml" Target="../ink/ink5108.xml"/><Relationship Id="rId540" Type="http://schemas.openxmlformats.org/officeDocument/2006/relationships/image" Target="NULL"/><Relationship Id="rId72" Type="http://schemas.openxmlformats.org/officeDocument/2006/relationships/customXml" Target="../ink/ink4976.xml"/><Relationship Id="rId375" Type="http://schemas.openxmlformats.org/officeDocument/2006/relationships/customXml" Target="../ink/ink5129.xml"/><Relationship Id="rId582" Type="http://schemas.openxmlformats.org/officeDocument/2006/relationships/image" Target="NULL"/><Relationship Id="rId638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customXml" Target="../ink/ink5059.xml"/><Relationship Id="rId277" Type="http://schemas.openxmlformats.org/officeDocument/2006/relationships/customXml" Target="../ink/ink5080.xml"/><Relationship Id="rId400" Type="http://schemas.openxmlformats.org/officeDocument/2006/relationships/image" Target="NUL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image" Target="NULL"/><Relationship Id="rId302" Type="http://schemas.openxmlformats.org/officeDocument/2006/relationships/image" Target="NUL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customXml" Target="../ink/ink5031.xml"/><Relationship Id="rId386" Type="http://schemas.openxmlformats.org/officeDocument/2006/relationships/image" Target="NULL"/><Relationship Id="rId551" Type="http://schemas.openxmlformats.org/officeDocument/2006/relationships/customXml" Target="../ink/ink5217.xml"/><Relationship Id="rId593" Type="http://schemas.openxmlformats.org/officeDocument/2006/relationships/customXml" Target="../ink/ink5238.xml"/><Relationship Id="rId607" Type="http://schemas.openxmlformats.org/officeDocument/2006/relationships/customXml" Target="../ink/ink5245.xml"/><Relationship Id="rId649" Type="http://schemas.openxmlformats.org/officeDocument/2006/relationships/image" Target="NULL"/><Relationship Id="rId190" Type="http://schemas.openxmlformats.org/officeDocument/2006/relationships/image" Target="NULL"/><Relationship Id="rId204" Type="http://schemas.openxmlformats.org/officeDocument/2006/relationships/image" Target="NULL"/><Relationship Id="rId246" Type="http://schemas.openxmlformats.org/officeDocument/2006/relationships/image" Target="NULL"/><Relationship Id="rId288" Type="http://schemas.openxmlformats.org/officeDocument/2006/relationships/image" Target="NULL"/><Relationship Id="rId411" Type="http://schemas.openxmlformats.org/officeDocument/2006/relationships/customXml" Target="../ink/ink5147.xml"/><Relationship Id="rId453" Type="http://schemas.openxmlformats.org/officeDocument/2006/relationships/customXml" Target="../ink/ink5168.xml"/><Relationship Id="rId509" Type="http://schemas.openxmlformats.org/officeDocument/2006/relationships/customXml" Target="../ink/ink5196.xml"/><Relationship Id="rId106" Type="http://schemas.openxmlformats.org/officeDocument/2006/relationships/image" Target="NULL"/><Relationship Id="rId313" Type="http://schemas.openxmlformats.org/officeDocument/2006/relationships/customXml" Target="../ink/ink5098.xml"/><Relationship Id="rId495" Type="http://schemas.openxmlformats.org/officeDocument/2006/relationships/customXml" Target="../ink/ink5189.xml"/><Relationship Id="rId10" Type="http://schemas.openxmlformats.org/officeDocument/2006/relationships/customXml" Target="../ink/ink4945.xml"/><Relationship Id="rId52" Type="http://schemas.openxmlformats.org/officeDocument/2006/relationships/customXml" Target="../ink/ink4966.xml"/><Relationship Id="rId94" Type="http://schemas.openxmlformats.org/officeDocument/2006/relationships/image" Target="NULL"/><Relationship Id="rId148" Type="http://schemas.openxmlformats.org/officeDocument/2006/relationships/customXml" Target="../ink/ink5015.xml"/><Relationship Id="rId355" Type="http://schemas.openxmlformats.org/officeDocument/2006/relationships/customXml" Target="../ink/ink5119.xml"/><Relationship Id="rId397" Type="http://schemas.openxmlformats.org/officeDocument/2006/relationships/customXml" Target="../ink/ink5140.xml"/><Relationship Id="rId520" Type="http://schemas.openxmlformats.org/officeDocument/2006/relationships/image" Target="NULL"/><Relationship Id="rId562" Type="http://schemas.openxmlformats.org/officeDocument/2006/relationships/image" Target="NULL"/><Relationship Id="rId618" Type="http://schemas.openxmlformats.org/officeDocument/2006/relationships/image" Target="NULL"/><Relationship Id="rId215" Type="http://schemas.openxmlformats.org/officeDocument/2006/relationships/customXml" Target="../ink/ink5049.xml"/><Relationship Id="rId257" Type="http://schemas.openxmlformats.org/officeDocument/2006/relationships/customXml" Target="../ink/ink5070.xml"/><Relationship Id="rId422" Type="http://schemas.openxmlformats.org/officeDocument/2006/relationships/image" Target="NULL"/><Relationship Id="rId464" Type="http://schemas.openxmlformats.org/officeDocument/2006/relationships/image" Target="NULL"/><Relationship Id="rId299" Type="http://schemas.openxmlformats.org/officeDocument/2006/relationships/customXml" Target="../ink/ink5091.xml"/><Relationship Id="rId63" Type="http://schemas.openxmlformats.org/officeDocument/2006/relationships/image" Target="NULL"/><Relationship Id="rId159" Type="http://schemas.openxmlformats.org/officeDocument/2006/relationships/customXml" Target="../ink/ink5021.xml"/><Relationship Id="rId366" Type="http://schemas.openxmlformats.org/officeDocument/2006/relationships/image" Target="NULL"/><Relationship Id="rId573" Type="http://schemas.openxmlformats.org/officeDocument/2006/relationships/customXml" Target="../ink/ink5228.xml"/><Relationship Id="rId226" Type="http://schemas.openxmlformats.org/officeDocument/2006/relationships/image" Target="NULL"/><Relationship Id="rId433" Type="http://schemas.openxmlformats.org/officeDocument/2006/relationships/customXml" Target="../ink/ink5158.xml"/><Relationship Id="rId640" Type="http://schemas.openxmlformats.org/officeDocument/2006/relationships/customXml" Target="../ink/ink5262.xml"/><Relationship Id="rId74" Type="http://schemas.openxmlformats.org/officeDocument/2006/relationships/customXml" Target="../ink/ink4977.xml"/><Relationship Id="rId377" Type="http://schemas.openxmlformats.org/officeDocument/2006/relationships/customXml" Target="../ink/ink5130.xml"/><Relationship Id="rId500" Type="http://schemas.openxmlformats.org/officeDocument/2006/relationships/image" Target="NULL"/><Relationship Id="rId584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customXml" Target="../ink/ink5060.xml"/><Relationship Id="rId444" Type="http://schemas.openxmlformats.org/officeDocument/2006/relationships/image" Target="NULL"/><Relationship Id="rId651" Type="http://schemas.openxmlformats.org/officeDocument/2006/relationships/image" Target="NULL"/><Relationship Id="rId290" Type="http://schemas.openxmlformats.org/officeDocument/2006/relationships/image" Target="NULL"/><Relationship Id="rId304" Type="http://schemas.openxmlformats.org/officeDocument/2006/relationships/image" Target="NULL"/><Relationship Id="rId388" Type="http://schemas.openxmlformats.org/officeDocument/2006/relationships/image" Target="NULL"/><Relationship Id="rId511" Type="http://schemas.openxmlformats.org/officeDocument/2006/relationships/customXml" Target="../ink/ink5197.xml"/><Relationship Id="rId609" Type="http://schemas.openxmlformats.org/officeDocument/2006/relationships/customXml" Target="../ink/ink5246.xml"/><Relationship Id="rId85" Type="http://schemas.openxmlformats.org/officeDocument/2006/relationships/customXml" Target="../ink/ink4983.xml"/><Relationship Id="rId150" Type="http://schemas.openxmlformats.org/officeDocument/2006/relationships/image" Target="NULL"/><Relationship Id="rId595" Type="http://schemas.openxmlformats.org/officeDocument/2006/relationships/customXml" Target="../ink/ink5239.xml"/><Relationship Id="rId248" Type="http://schemas.openxmlformats.org/officeDocument/2006/relationships/image" Target="NULL"/><Relationship Id="rId455" Type="http://schemas.openxmlformats.org/officeDocument/2006/relationships/customXml" Target="../ink/ink5169.xml"/><Relationship Id="rId12" Type="http://schemas.openxmlformats.org/officeDocument/2006/relationships/customXml" Target="../ink/ink4946.xml"/><Relationship Id="rId108" Type="http://schemas.openxmlformats.org/officeDocument/2006/relationships/image" Target="NULL"/><Relationship Id="rId315" Type="http://schemas.openxmlformats.org/officeDocument/2006/relationships/customXml" Target="../ink/ink5099.xml"/><Relationship Id="rId522" Type="http://schemas.openxmlformats.org/officeDocument/2006/relationships/image" Target="NULL"/><Relationship Id="rId96" Type="http://schemas.openxmlformats.org/officeDocument/2006/relationships/image" Target="NULL"/><Relationship Id="rId161" Type="http://schemas.openxmlformats.org/officeDocument/2006/relationships/customXml" Target="../ink/ink5022.xml"/><Relationship Id="rId399" Type="http://schemas.openxmlformats.org/officeDocument/2006/relationships/customXml" Target="../ink/ink5141.xml"/><Relationship Id="rId259" Type="http://schemas.openxmlformats.org/officeDocument/2006/relationships/customXml" Target="../ink/ink5071.xm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customXml" Target="../ink/ink5000.xml"/><Relationship Id="rId326" Type="http://schemas.openxmlformats.org/officeDocument/2006/relationships/image" Target="NULL"/><Relationship Id="rId533" Type="http://schemas.openxmlformats.org/officeDocument/2006/relationships/customXml" Target="../ink/ink5208.xml"/><Relationship Id="rId172" Type="http://schemas.openxmlformats.org/officeDocument/2006/relationships/image" Target="NULL"/><Relationship Id="rId477" Type="http://schemas.openxmlformats.org/officeDocument/2006/relationships/customXml" Target="../ink/ink5180.xml"/><Relationship Id="rId600" Type="http://schemas.openxmlformats.org/officeDocument/2006/relationships/image" Target="NULL"/><Relationship Id="rId337" Type="http://schemas.openxmlformats.org/officeDocument/2006/relationships/customXml" Target="../ink/ink5110.xml"/><Relationship Id="rId34" Type="http://schemas.openxmlformats.org/officeDocument/2006/relationships/customXml" Target="../ink/ink4957.xml"/><Relationship Id="rId544" Type="http://schemas.openxmlformats.org/officeDocument/2006/relationships/image" Target="NULL"/><Relationship Id="rId183" Type="http://schemas.openxmlformats.org/officeDocument/2006/relationships/customXml" Target="../ink/ink5033.xml"/><Relationship Id="rId390" Type="http://schemas.openxmlformats.org/officeDocument/2006/relationships/image" Target="NULL"/><Relationship Id="rId404" Type="http://schemas.openxmlformats.org/officeDocument/2006/relationships/image" Target="NULL"/><Relationship Id="rId611" Type="http://schemas.openxmlformats.org/officeDocument/2006/relationships/customXml" Target="../ink/ink5247.xml"/><Relationship Id="rId250" Type="http://schemas.openxmlformats.org/officeDocument/2006/relationships/image" Target="NULL"/><Relationship Id="rId488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348" Type="http://schemas.openxmlformats.org/officeDocument/2006/relationships/image" Target="NULL"/><Relationship Id="rId555" Type="http://schemas.openxmlformats.org/officeDocument/2006/relationships/customXml" Target="../ink/ink5219.xm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customXml" Target="../ink/ink5149.xml"/><Relationship Id="rId622" Type="http://schemas.openxmlformats.org/officeDocument/2006/relationships/image" Target="NULL"/><Relationship Id="rId261" Type="http://schemas.openxmlformats.org/officeDocument/2006/relationships/customXml" Target="../ink/ink5072.xml"/><Relationship Id="rId499" Type="http://schemas.openxmlformats.org/officeDocument/2006/relationships/customXml" Target="../ink/ink5191.xml"/><Relationship Id="rId56" Type="http://schemas.openxmlformats.org/officeDocument/2006/relationships/customXml" Target="../ink/ink4968.xml"/><Relationship Id="rId359" Type="http://schemas.openxmlformats.org/officeDocument/2006/relationships/customXml" Target="../ink/ink5121.xml"/><Relationship Id="rId566" Type="http://schemas.openxmlformats.org/officeDocument/2006/relationships/image" Target="NULL"/><Relationship Id="rId121" Type="http://schemas.openxmlformats.org/officeDocument/2006/relationships/customXml" Target="../ink/ink5001.xml"/><Relationship Id="rId219" Type="http://schemas.openxmlformats.org/officeDocument/2006/relationships/customXml" Target="../ink/ink5051.xml"/><Relationship Id="rId426" Type="http://schemas.openxmlformats.org/officeDocument/2006/relationships/image" Target="NULL"/><Relationship Id="rId633" Type="http://schemas.openxmlformats.org/officeDocument/2006/relationships/customXml" Target="../ink/ink5258.xml"/><Relationship Id="rId67" Type="http://schemas.openxmlformats.org/officeDocument/2006/relationships/image" Target="NULL"/><Relationship Id="rId272" Type="http://schemas.openxmlformats.org/officeDocument/2006/relationships/image" Target="NULL"/><Relationship Id="rId577" Type="http://schemas.openxmlformats.org/officeDocument/2006/relationships/customXml" Target="../ink/ink5230.xml"/><Relationship Id="rId132" Type="http://schemas.openxmlformats.org/officeDocument/2006/relationships/image" Target="NULL"/><Relationship Id="rId437" Type="http://schemas.openxmlformats.org/officeDocument/2006/relationships/customXml" Target="../ink/ink5160.xml"/><Relationship Id="rId644" Type="http://schemas.openxmlformats.org/officeDocument/2006/relationships/customXml" Target="../ink/ink5264.xml"/><Relationship Id="rId283" Type="http://schemas.openxmlformats.org/officeDocument/2006/relationships/customXml" Target="../ink/ink5083.xml"/><Relationship Id="rId490" Type="http://schemas.openxmlformats.org/officeDocument/2006/relationships/image" Target="NULL"/><Relationship Id="rId504" Type="http://schemas.openxmlformats.org/officeDocument/2006/relationships/image" Target="NULL"/><Relationship Id="rId78" Type="http://schemas.openxmlformats.org/officeDocument/2006/relationships/customXml" Target="../ink/ink4979.xml"/><Relationship Id="rId143" Type="http://schemas.openxmlformats.org/officeDocument/2006/relationships/image" Target="NULL"/><Relationship Id="rId350" Type="http://schemas.openxmlformats.org/officeDocument/2006/relationships/image" Target="NULL"/><Relationship Id="rId588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image" Target="NULL"/><Relationship Id="rId448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image" Target="NULL"/><Relationship Id="rId515" Type="http://schemas.openxmlformats.org/officeDocument/2006/relationships/customXml" Target="../ink/ink5199.xml"/><Relationship Id="rId89" Type="http://schemas.openxmlformats.org/officeDocument/2006/relationships/customXml" Target="../ink/ink4985.xml"/><Relationship Id="rId154" Type="http://schemas.openxmlformats.org/officeDocument/2006/relationships/image" Target="NULL"/><Relationship Id="rId361" Type="http://schemas.openxmlformats.org/officeDocument/2006/relationships/customXml" Target="../ink/ink5122.xml"/><Relationship Id="rId599" Type="http://schemas.openxmlformats.org/officeDocument/2006/relationships/customXml" Target="../ink/ink5241.xml"/><Relationship Id="rId459" Type="http://schemas.openxmlformats.org/officeDocument/2006/relationships/customXml" Target="../ink/ink5171.xml"/><Relationship Id="rId16" Type="http://schemas.openxmlformats.org/officeDocument/2006/relationships/customXml" Target="../ink/ink4948.xml"/><Relationship Id="rId221" Type="http://schemas.openxmlformats.org/officeDocument/2006/relationships/customXml" Target="../ink/ink5052.xml"/><Relationship Id="rId319" Type="http://schemas.openxmlformats.org/officeDocument/2006/relationships/customXml" Target="../ink/ink5101.xml"/><Relationship Id="rId526" Type="http://schemas.openxmlformats.org/officeDocument/2006/relationships/image" Target="NUL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71" Type="http://schemas.openxmlformats.org/officeDocument/2006/relationships/customXml" Target="../ink/ink5605.xml"/><Relationship Id="rId769" Type="http://schemas.openxmlformats.org/officeDocument/2006/relationships/customXml" Target="../ink/ink5654.xml"/><Relationship Id="rId21" Type="http://schemas.openxmlformats.org/officeDocument/2006/relationships/image" Target="NULL"/><Relationship Id="rId324" Type="http://schemas.openxmlformats.org/officeDocument/2006/relationships/customXml" Target="../ink/ink5430.xml"/><Relationship Id="rId531" Type="http://schemas.openxmlformats.org/officeDocument/2006/relationships/image" Target="NULL"/><Relationship Id="rId629" Type="http://schemas.openxmlformats.org/officeDocument/2006/relationships/customXml" Target="../ink/ink5583.xml"/><Relationship Id="rId170" Type="http://schemas.openxmlformats.org/officeDocument/2006/relationships/customXml" Target="../ink/ink5353.xml"/><Relationship Id="rId268" Type="http://schemas.openxmlformats.org/officeDocument/2006/relationships/customXml" Target="../ink/ink5402.xml"/><Relationship Id="rId475" Type="http://schemas.openxmlformats.org/officeDocument/2006/relationships/image" Target="NULL"/><Relationship Id="rId682" Type="http://schemas.openxmlformats.org/officeDocument/2006/relationships/image" Target="NULL"/><Relationship Id="rId32" Type="http://schemas.openxmlformats.org/officeDocument/2006/relationships/customXml" Target="../ink/ink5284.xml"/><Relationship Id="rId128" Type="http://schemas.openxmlformats.org/officeDocument/2006/relationships/customXml" Target="../ink/ink5332.xml"/><Relationship Id="rId335" Type="http://schemas.openxmlformats.org/officeDocument/2006/relationships/image" Target="NULL"/><Relationship Id="rId542" Type="http://schemas.openxmlformats.org/officeDocument/2006/relationships/customXml" Target="../ink/ink5539.xml"/><Relationship Id="rId181" Type="http://schemas.openxmlformats.org/officeDocument/2006/relationships/image" Target="NULL"/><Relationship Id="rId402" Type="http://schemas.openxmlformats.org/officeDocument/2006/relationships/customXml" Target="../ink/ink5469.xml"/><Relationship Id="rId279" Type="http://schemas.openxmlformats.org/officeDocument/2006/relationships/image" Target="NULL"/><Relationship Id="rId486" Type="http://schemas.openxmlformats.org/officeDocument/2006/relationships/customXml" Target="../ink/ink5511.xml"/><Relationship Id="rId693" Type="http://schemas.openxmlformats.org/officeDocument/2006/relationships/customXml" Target="../ink/ink5616.xml"/><Relationship Id="rId707" Type="http://schemas.openxmlformats.org/officeDocument/2006/relationships/customXml" Target="../ink/ink5623.xm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customXml" Target="../ink/ink5441.xml"/><Relationship Id="rId553" Type="http://schemas.openxmlformats.org/officeDocument/2006/relationships/image" Target="NULL"/><Relationship Id="rId760" Type="http://schemas.openxmlformats.org/officeDocument/2006/relationships/image" Target="NULL"/><Relationship Id="rId192" Type="http://schemas.openxmlformats.org/officeDocument/2006/relationships/customXml" Target="../ink/ink5364.xml"/><Relationship Id="rId206" Type="http://schemas.openxmlformats.org/officeDocument/2006/relationships/customXml" Target="../ink/ink5371.xml"/><Relationship Id="rId413" Type="http://schemas.openxmlformats.org/officeDocument/2006/relationships/image" Target="NULL"/><Relationship Id="rId497" Type="http://schemas.openxmlformats.org/officeDocument/2006/relationships/image" Target="NULL"/><Relationship Id="rId620" Type="http://schemas.openxmlformats.org/officeDocument/2006/relationships/image" Target="NULL"/><Relationship Id="rId718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5295.xml"/><Relationship Id="rId217" Type="http://schemas.openxmlformats.org/officeDocument/2006/relationships/image" Target="NULL"/><Relationship Id="rId564" Type="http://schemas.openxmlformats.org/officeDocument/2006/relationships/customXml" Target="../ink/ink5550.xml"/><Relationship Id="rId771" Type="http://schemas.openxmlformats.org/officeDocument/2006/relationships/customXml" Target="../ink/ink5655.xml"/><Relationship Id="rId424" Type="http://schemas.openxmlformats.org/officeDocument/2006/relationships/customXml" Target="../ink/ink5480.xml"/><Relationship Id="rId631" Type="http://schemas.openxmlformats.org/officeDocument/2006/relationships/customXml" Target="../ink/ink5584.xml"/><Relationship Id="rId729" Type="http://schemas.openxmlformats.org/officeDocument/2006/relationships/customXml" Target="../ink/ink5634.xml"/><Relationship Id="rId270" Type="http://schemas.openxmlformats.org/officeDocument/2006/relationships/customXml" Target="../ink/ink5403.xml"/><Relationship Id="rId65" Type="http://schemas.openxmlformats.org/officeDocument/2006/relationships/image" Target="NULL"/><Relationship Id="rId130" Type="http://schemas.openxmlformats.org/officeDocument/2006/relationships/customXml" Target="../ink/ink5333.xml"/><Relationship Id="rId368" Type="http://schemas.openxmlformats.org/officeDocument/2006/relationships/customXml" Target="../ink/ink5452.xml"/><Relationship Id="rId575" Type="http://schemas.openxmlformats.org/officeDocument/2006/relationships/image" Target="NULL"/><Relationship Id="rId782" Type="http://schemas.openxmlformats.org/officeDocument/2006/relationships/image" Target="NULL"/><Relationship Id="rId228" Type="http://schemas.openxmlformats.org/officeDocument/2006/relationships/customXml" Target="../ink/ink5382.xml"/><Relationship Id="rId435" Type="http://schemas.openxmlformats.org/officeDocument/2006/relationships/image" Target="NULL"/><Relationship Id="rId642" Type="http://schemas.openxmlformats.org/officeDocument/2006/relationships/image" Target="NULL"/><Relationship Id="rId281" Type="http://schemas.openxmlformats.org/officeDocument/2006/relationships/image" Target="NULL"/><Relationship Id="rId502" Type="http://schemas.openxmlformats.org/officeDocument/2006/relationships/customXml" Target="../ink/ink5519.xml"/><Relationship Id="rId76" Type="http://schemas.openxmlformats.org/officeDocument/2006/relationships/customXml" Target="../ink/ink5306.xml"/><Relationship Id="rId141" Type="http://schemas.openxmlformats.org/officeDocument/2006/relationships/image" Target="NULL"/><Relationship Id="rId379" Type="http://schemas.openxmlformats.org/officeDocument/2006/relationships/image" Target="NULL"/><Relationship Id="rId586" Type="http://schemas.openxmlformats.org/officeDocument/2006/relationships/customXml" Target="../ink/ink5561.xml"/><Relationship Id="rId793" Type="http://schemas.openxmlformats.org/officeDocument/2006/relationships/customXml" Target="../ink/ink5666.xml"/><Relationship Id="rId807" Type="http://schemas.openxmlformats.org/officeDocument/2006/relationships/customXml" Target="../ink/ink5673.xml"/><Relationship Id="rId7" Type="http://schemas.openxmlformats.org/officeDocument/2006/relationships/image" Target="NULL"/><Relationship Id="rId239" Type="http://schemas.openxmlformats.org/officeDocument/2006/relationships/image" Target="NULL"/><Relationship Id="rId446" Type="http://schemas.openxmlformats.org/officeDocument/2006/relationships/customXml" Target="../ink/ink5491.xml"/><Relationship Id="rId653" Type="http://schemas.openxmlformats.org/officeDocument/2006/relationships/customXml" Target="../ink/ink5595.xml"/><Relationship Id="rId292" Type="http://schemas.openxmlformats.org/officeDocument/2006/relationships/customXml" Target="../ink/ink5414.xml"/><Relationship Id="rId306" Type="http://schemas.openxmlformats.org/officeDocument/2006/relationships/customXml" Target="../ink/ink5421.xml"/><Relationship Id="rId87" Type="http://schemas.openxmlformats.org/officeDocument/2006/relationships/image" Target="NULL"/><Relationship Id="rId513" Type="http://schemas.openxmlformats.org/officeDocument/2006/relationships/image" Target="NULL"/><Relationship Id="rId597" Type="http://schemas.openxmlformats.org/officeDocument/2006/relationships/image" Target="NULL"/><Relationship Id="rId720" Type="http://schemas.openxmlformats.org/officeDocument/2006/relationships/image" Target="NULL"/><Relationship Id="rId152" Type="http://schemas.openxmlformats.org/officeDocument/2006/relationships/customXml" Target="../ink/ink5344.xml"/><Relationship Id="rId457" Type="http://schemas.openxmlformats.org/officeDocument/2006/relationships/image" Target="NULL"/><Relationship Id="rId664" Type="http://schemas.openxmlformats.org/officeDocument/2006/relationships/image" Target="NULL"/><Relationship Id="rId14" Type="http://schemas.openxmlformats.org/officeDocument/2006/relationships/customXml" Target="../ink/ink5275.xml"/><Relationship Id="rId317" Type="http://schemas.openxmlformats.org/officeDocument/2006/relationships/image" Target="NULL"/><Relationship Id="rId524" Type="http://schemas.openxmlformats.org/officeDocument/2006/relationships/customXml" Target="../ink/ink5530.xml"/><Relationship Id="rId731" Type="http://schemas.openxmlformats.org/officeDocument/2006/relationships/customXml" Target="../ink/ink5635.xml"/><Relationship Id="rId98" Type="http://schemas.openxmlformats.org/officeDocument/2006/relationships/customXml" Target="../ink/ink5317.xml"/><Relationship Id="rId163" Type="http://schemas.openxmlformats.org/officeDocument/2006/relationships/image" Target="NULL"/><Relationship Id="rId370" Type="http://schemas.openxmlformats.org/officeDocument/2006/relationships/customXml" Target="../ink/ink5453.xml"/><Relationship Id="rId230" Type="http://schemas.openxmlformats.org/officeDocument/2006/relationships/customXml" Target="../ink/ink5383.xml"/><Relationship Id="rId468" Type="http://schemas.openxmlformats.org/officeDocument/2006/relationships/customXml" Target="../ink/ink5502.xml"/><Relationship Id="rId675" Type="http://schemas.openxmlformats.org/officeDocument/2006/relationships/customXml" Target="../ink/ink5607.xml"/><Relationship Id="rId25" Type="http://schemas.openxmlformats.org/officeDocument/2006/relationships/image" Target="NULL"/><Relationship Id="rId328" Type="http://schemas.openxmlformats.org/officeDocument/2006/relationships/customXml" Target="../ink/ink5432.xml"/><Relationship Id="rId535" Type="http://schemas.openxmlformats.org/officeDocument/2006/relationships/image" Target="NULL"/><Relationship Id="rId742" Type="http://schemas.openxmlformats.org/officeDocument/2006/relationships/image" Target="NULL"/><Relationship Id="rId174" Type="http://schemas.openxmlformats.org/officeDocument/2006/relationships/customXml" Target="../ink/ink5355.xml"/><Relationship Id="rId381" Type="http://schemas.openxmlformats.org/officeDocument/2006/relationships/image" Target="NULL"/><Relationship Id="rId602" Type="http://schemas.openxmlformats.org/officeDocument/2006/relationships/customXml" Target="../ink/ink5569.xml"/><Relationship Id="rId241" Type="http://schemas.openxmlformats.org/officeDocument/2006/relationships/image" Target="NULL"/><Relationship Id="rId479" Type="http://schemas.openxmlformats.org/officeDocument/2006/relationships/image" Target="NULL"/><Relationship Id="rId686" Type="http://schemas.openxmlformats.org/officeDocument/2006/relationships/image" Target="NULL"/><Relationship Id="rId36" Type="http://schemas.openxmlformats.org/officeDocument/2006/relationships/customXml" Target="../ink/ink5286.xml"/><Relationship Id="rId339" Type="http://schemas.openxmlformats.org/officeDocument/2006/relationships/image" Target="NULL"/><Relationship Id="rId546" Type="http://schemas.openxmlformats.org/officeDocument/2006/relationships/customXml" Target="../ink/ink5541.xml"/><Relationship Id="rId753" Type="http://schemas.openxmlformats.org/officeDocument/2006/relationships/customXml" Target="../ink/ink5646.xml"/><Relationship Id="rId101" Type="http://schemas.openxmlformats.org/officeDocument/2006/relationships/image" Target="NULL"/><Relationship Id="rId185" Type="http://schemas.openxmlformats.org/officeDocument/2006/relationships/image" Target="NULL"/><Relationship Id="rId406" Type="http://schemas.openxmlformats.org/officeDocument/2006/relationships/customXml" Target="../ink/ink5471.xml"/><Relationship Id="rId392" Type="http://schemas.openxmlformats.org/officeDocument/2006/relationships/customXml" Target="../ink/ink5464.xml"/><Relationship Id="rId613" Type="http://schemas.openxmlformats.org/officeDocument/2006/relationships/customXml" Target="../ink/ink5575.xml"/><Relationship Id="rId697" Type="http://schemas.openxmlformats.org/officeDocument/2006/relationships/customXml" Target="../ink/ink5618.xml"/><Relationship Id="rId252" Type="http://schemas.openxmlformats.org/officeDocument/2006/relationships/customXml" Target="../ink/ink5394.xml"/><Relationship Id="rId47" Type="http://schemas.openxmlformats.org/officeDocument/2006/relationships/image" Target="NULL"/><Relationship Id="rId112" Type="http://schemas.openxmlformats.org/officeDocument/2006/relationships/customXml" Target="../ink/ink5324.xml"/><Relationship Id="rId557" Type="http://schemas.openxmlformats.org/officeDocument/2006/relationships/image" Target="NULL"/><Relationship Id="rId764" Type="http://schemas.openxmlformats.org/officeDocument/2006/relationships/image" Target="NULL"/><Relationship Id="rId196" Type="http://schemas.openxmlformats.org/officeDocument/2006/relationships/customXml" Target="../ink/ink5366.xml"/><Relationship Id="rId417" Type="http://schemas.openxmlformats.org/officeDocument/2006/relationships/image" Target="NULL"/><Relationship Id="rId624" Type="http://schemas.openxmlformats.org/officeDocument/2006/relationships/image" Target="NULL"/><Relationship Id="rId263" Type="http://schemas.openxmlformats.org/officeDocument/2006/relationships/image" Target="NULL"/><Relationship Id="rId470" Type="http://schemas.openxmlformats.org/officeDocument/2006/relationships/customXml" Target="../ink/ink5503.xml"/><Relationship Id="rId58" Type="http://schemas.openxmlformats.org/officeDocument/2006/relationships/customXml" Target="../ink/ink5297.xml"/><Relationship Id="rId123" Type="http://schemas.openxmlformats.org/officeDocument/2006/relationships/image" Target="NULL"/><Relationship Id="rId330" Type="http://schemas.openxmlformats.org/officeDocument/2006/relationships/customXml" Target="../ink/ink5433.xml"/><Relationship Id="rId568" Type="http://schemas.openxmlformats.org/officeDocument/2006/relationships/customXml" Target="../ink/ink5552.xml"/><Relationship Id="rId775" Type="http://schemas.openxmlformats.org/officeDocument/2006/relationships/customXml" Target="../ink/ink5657.xml"/><Relationship Id="rId428" Type="http://schemas.openxmlformats.org/officeDocument/2006/relationships/customXml" Target="../ink/ink5482.xml"/><Relationship Id="rId635" Type="http://schemas.openxmlformats.org/officeDocument/2006/relationships/customXml" Target="../ink/ink5586.xml"/><Relationship Id="rId274" Type="http://schemas.openxmlformats.org/officeDocument/2006/relationships/customXml" Target="../ink/ink5405.xml"/><Relationship Id="rId481" Type="http://schemas.openxmlformats.org/officeDocument/2006/relationships/image" Target="NULL"/><Relationship Id="rId702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5335.xml"/><Relationship Id="rId579" Type="http://schemas.openxmlformats.org/officeDocument/2006/relationships/image" Target="NULL"/><Relationship Id="rId786" Type="http://schemas.openxmlformats.org/officeDocument/2006/relationships/image" Target="NULL"/><Relationship Id="rId341" Type="http://schemas.openxmlformats.org/officeDocument/2006/relationships/image" Target="NULL"/><Relationship Id="rId439" Type="http://schemas.openxmlformats.org/officeDocument/2006/relationships/image" Target="NULL"/><Relationship Id="rId646" Type="http://schemas.openxmlformats.org/officeDocument/2006/relationships/image" Target="NULL"/><Relationship Id="rId201" Type="http://schemas.openxmlformats.org/officeDocument/2006/relationships/image" Target="NULL"/><Relationship Id="rId285" Type="http://schemas.openxmlformats.org/officeDocument/2006/relationships/image" Target="NULL"/><Relationship Id="rId506" Type="http://schemas.openxmlformats.org/officeDocument/2006/relationships/customXml" Target="../ink/ink5521.xml"/><Relationship Id="rId492" Type="http://schemas.openxmlformats.org/officeDocument/2006/relationships/customXml" Target="../ink/ink5514.xml"/><Relationship Id="rId713" Type="http://schemas.openxmlformats.org/officeDocument/2006/relationships/customXml" Target="../ink/ink5626.xml"/><Relationship Id="rId797" Type="http://schemas.openxmlformats.org/officeDocument/2006/relationships/customXml" Target="../ink/ink5668.xml"/><Relationship Id="rId145" Type="http://schemas.openxmlformats.org/officeDocument/2006/relationships/image" Target="NULL"/><Relationship Id="rId352" Type="http://schemas.openxmlformats.org/officeDocument/2006/relationships/customXml" Target="../ink/ink5444.xml"/><Relationship Id="rId212" Type="http://schemas.openxmlformats.org/officeDocument/2006/relationships/customXml" Target="../ink/ink5374.xml"/><Relationship Id="rId657" Type="http://schemas.openxmlformats.org/officeDocument/2006/relationships/customXml" Target="../ink/ink5597.xml"/><Relationship Id="rId296" Type="http://schemas.openxmlformats.org/officeDocument/2006/relationships/customXml" Target="../ink/ink5416.xml"/><Relationship Id="rId517" Type="http://schemas.openxmlformats.org/officeDocument/2006/relationships/image" Target="NULL"/><Relationship Id="rId724" Type="http://schemas.openxmlformats.org/officeDocument/2006/relationships/image" Target="NULL"/><Relationship Id="rId60" Type="http://schemas.openxmlformats.org/officeDocument/2006/relationships/customXml" Target="../ink/ink5298.xml"/><Relationship Id="rId156" Type="http://schemas.openxmlformats.org/officeDocument/2006/relationships/customXml" Target="../ink/ink5346.xml"/><Relationship Id="rId363" Type="http://schemas.openxmlformats.org/officeDocument/2006/relationships/image" Target="NULL"/><Relationship Id="rId570" Type="http://schemas.openxmlformats.org/officeDocument/2006/relationships/customXml" Target="../ink/ink5553.xml"/><Relationship Id="rId223" Type="http://schemas.openxmlformats.org/officeDocument/2006/relationships/image" Target="NULL"/><Relationship Id="rId430" Type="http://schemas.openxmlformats.org/officeDocument/2006/relationships/customXml" Target="../ink/ink5483.xml"/><Relationship Id="rId668" Type="http://schemas.openxmlformats.org/officeDocument/2006/relationships/image" Target="NULL"/><Relationship Id="rId18" Type="http://schemas.openxmlformats.org/officeDocument/2006/relationships/customXml" Target="../ink/ink5277.xml"/><Relationship Id="rId528" Type="http://schemas.openxmlformats.org/officeDocument/2006/relationships/customXml" Target="../ink/ink5532.xml"/><Relationship Id="rId735" Type="http://schemas.openxmlformats.org/officeDocument/2006/relationships/customXml" Target="../ink/ink5637.xml"/><Relationship Id="rId167" Type="http://schemas.openxmlformats.org/officeDocument/2006/relationships/image" Target="NULL"/><Relationship Id="rId374" Type="http://schemas.openxmlformats.org/officeDocument/2006/relationships/customXml" Target="../ink/ink5455.xml"/><Relationship Id="rId581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customXml" Target="../ink/ink5385.xml"/><Relationship Id="rId679" Type="http://schemas.openxmlformats.org/officeDocument/2006/relationships/customXml" Target="../ink/ink5609.xml"/><Relationship Id="rId802" Type="http://schemas.openxmlformats.org/officeDocument/2006/relationships/image" Target="NULL"/><Relationship Id="rId2" Type="http://schemas.openxmlformats.org/officeDocument/2006/relationships/customXml" Target="../ink/ink5269.xml"/><Relationship Id="rId29" Type="http://schemas.openxmlformats.org/officeDocument/2006/relationships/image" Target="NULL"/><Relationship Id="rId441" Type="http://schemas.openxmlformats.org/officeDocument/2006/relationships/image" Target="NULL"/><Relationship Id="rId539" Type="http://schemas.openxmlformats.org/officeDocument/2006/relationships/image" Target="NULL"/><Relationship Id="rId746" Type="http://schemas.openxmlformats.org/officeDocument/2006/relationships/image" Target="NULL"/><Relationship Id="rId178" Type="http://schemas.openxmlformats.org/officeDocument/2006/relationships/customXml" Target="../ink/ink5357.xml"/><Relationship Id="rId301" Type="http://schemas.openxmlformats.org/officeDocument/2006/relationships/image" Target="NULL"/><Relationship Id="rId82" Type="http://schemas.openxmlformats.org/officeDocument/2006/relationships/customXml" Target="../ink/ink5309.xml"/><Relationship Id="rId385" Type="http://schemas.openxmlformats.org/officeDocument/2006/relationships/image" Target="NULL"/><Relationship Id="rId592" Type="http://schemas.openxmlformats.org/officeDocument/2006/relationships/customXml" Target="../ink/ink5564.xml"/><Relationship Id="rId606" Type="http://schemas.openxmlformats.org/officeDocument/2006/relationships/customXml" Target="../ink/ink5571.xml"/><Relationship Id="rId245" Type="http://schemas.openxmlformats.org/officeDocument/2006/relationships/image" Target="NULL"/><Relationship Id="rId452" Type="http://schemas.openxmlformats.org/officeDocument/2006/relationships/customXml" Target="../ink/ink5494.xml"/><Relationship Id="rId105" Type="http://schemas.openxmlformats.org/officeDocument/2006/relationships/image" Target="NULL"/><Relationship Id="rId312" Type="http://schemas.openxmlformats.org/officeDocument/2006/relationships/customXml" Target="../ink/ink5424.xml"/><Relationship Id="rId757" Type="http://schemas.openxmlformats.org/officeDocument/2006/relationships/customXml" Target="../ink/ink5648.xm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5466.xml"/><Relationship Id="rId617" Type="http://schemas.openxmlformats.org/officeDocument/2006/relationships/customXml" Target="../ink/ink5577.xml"/><Relationship Id="rId256" Type="http://schemas.openxmlformats.org/officeDocument/2006/relationships/customXml" Target="../ink/ink5396.xml"/><Relationship Id="rId463" Type="http://schemas.openxmlformats.org/officeDocument/2006/relationships/image" Target="NULL"/><Relationship Id="rId670" Type="http://schemas.openxmlformats.org/officeDocument/2006/relationships/image" Target="NULL"/><Relationship Id="rId116" Type="http://schemas.openxmlformats.org/officeDocument/2006/relationships/customXml" Target="../ink/ink5326.xml"/><Relationship Id="rId323" Type="http://schemas.openxmlformats.org/officeDocument/2006/relationships/image" Target="NULL"/><Relationship Id="rId530" Type="http://schemas.openxmlformats.org/officeDocument/2006/relationships/customXml" Target="../ink/ink5533.xml"/><Relationship Id="rId768" Type="http://schemas.openxmlformats.org/officeDocument/2006/relationships/image" Target="NULL"/><Relationship Id="rId20" Type="http://schemas.openxmlformats.org/officeDocument/2006/relationships/customXml" Target="../ink/ink5278.xml"/><Relationship Id="rId628" Type="http://schemas.openxmlformats.org/officeDocument/2006/relationships/image" Target="NULL"/><Relationship Id="rId267" Type="http://schemas.openxmlformats.org/officeDocument/2006/relationships/image" Target="NULL"/><Relationship Id="rId474" Type="http://schemas.openxmlformats.org/officeDocument/2006/relationships/customXml" Target="../ink/ink5505.xml"/><Relationship Id="rId127" Type="http://schemas.openxmlformats.org/officeDocument/2006/relationships/image" Target="NULL"/><Relationship Id="rId681" Type="http://schemas.openxmlformats.org/officeDocument/2006/relationships/customXml" Target="../ink/ink5610.xml"/><Relationship Id="rId779" Type="http://schemas.openxmlformats.org/officeDocument/2006/relationships/customXml" Target="../ink/ink5659.xml"/><Relationship Id="rId31" Type="http://schemas.openxmlformats.org/officeDocument/2006/relationships/image" Target="NULL"/><Relationship Id="rId334" Type="http://schemas.openxmlformats.org/officeDocument/2006/relationships/customXml" Target="../ink/ink5435.xml"/><Relationship Id="rId541" Type="http://schemas.openxmlformats.org/officeDocument/2006/relationships/image" Target="NULL"/><Relationship Id="rId639" Type="http://schemas.openxmlformats.org/officeDocument/2006/relationships/customXml" Target="../ink/ink5588.xml"/><Relationship Id="rId180" Type="http://schemas.openxmlformats.org/officeDocument/2006/relationships/customXml" Target="../ink/ink5358.xml"/><Relationship Id="rId278" Type="http://schemas.openxmlformats.org/officeDocument/2006/relationships/customXml" Target="../ink/ink5407.xml"/><Relationship Id="rId401" Type="http://schemas.openxmlformats.org/officeDocument/2006/relationships/image" Target="NULL"/><Relationship Id="rId485" Type="http://schemas.openxmlformats.org/officeDocument/2006/relationships/image" Target="NULL"/><Relationship Id="rId692" Type="http://schemas.openxmlformats.org/officeDocument/2006/relationships/image" Target="NULL"/><Relationship Id="rId706" Type="http://schemas.openxmlformats.org/officeDocument/2006/relationships/image" Target="NULL"/><Relationship Id="rId42" Type="http://schemas.openxmlformats.org/officeDocument/2006/relationships/customXml" Target="../ink/ink5289.xml"/><Relationship Id="rId138" Type="http://schemas.openxmlformats.org/officeDocument/2006/relationships/customXml" Target="../ink/ink5337.xml"/><Relationship Id="rId345" Type="http://schemas.openxmlformats.org/officeDocument/2006/relationships/image" Target="NULL"/><Relationship Id="rId552" Type="http://schemas.openxmlformats.org/officeDocument/2006/relationships/customXml" Target="../ink/ink5544.xml"/><Relationship Id="rId191" Type="http://schemas.openxmlformats.org/officeDocument/2006/relationships/image" Target="NULL"/><Relationship Id="rId205" Type="http://schemas.openxmlformats.org/officeDocument/2006/relationships/image" Target="NULL"/><Relationship Id="rId412" Type="http://schemas.openxmlformats.org/officeDocument/2006/relationships/customXml" Target="../ink/ink5474.xml"/><Relationship Id="rId289" Type="http://schemas.openxmlformats.org/officeDocument/2006/relationships/image" Target="NULL"/><Relationship Id="rId496" Type="http://schemas.openxmlformats.org/officeDocument/2006/relationships/customXml" Target="../ink/ink5516.xml"/><Relationship Id="rId717" Type="http://schemas.openxmlformats.org/officeDocument/2006/relationships/customXml" Target="../ink/ink5628.xml"/><Relationship Id="rId53" Type="http://schemas.openxmlformats.org/officeDocument/2006/relationships/image" Target="NULL"/><Relationship Id="rId149" Type="http://schemas.openxmlformats.org/officeDocument/2006/relationships/image" Target="NULL"/><Relationship Id="rId356" Type="http://schemas.openxmlformats.org/officeDocument/2006/relationships/customXml" Target="../ink/ink5446.xml"/><Relationship Id="rId563" Type="http://schemas.openxmlformats.org/officeDocument/2006/relationships/image" Target="NULL"/><Relationship Id="rId770" Type="http://schemas.openxmlformats.org/officeDocument/2006/relationships/image" Target="NULL"/><Relationship Id="rId216" Type="http://schemas.openxmlformats.org/officeDocument/2006/relationships/customXml" Target="../ink/ink5376.xml"/><Relationship Id="rId423" Type="http://schemas.openxmlformats.org/officeDocument/2006/relationships/image" Target="NULL"/><Relationship Id="rId630" Type="http://schemas.openxmlformats.org/officeDocument/2006/relationships/image" Target="NULL"/><Relationship Id="rId728" Type="http://schemas.openxmlformats.org/officeDocument/2006/relationships/image" Target="NULL"/><Relationship Id="rId64" Type="http://schemas.openxmlformats.org/officeDocument/2006/relationships/customXml" Target="../ink/ink5300.xml"/><Relationship Id="rId367" Type="http://schemas.openxmlformats.org/officeDocument/2006/relationships/image" Target="NULL"/><Relationship Id="rId574" Type="http://schemas.openxmlformats.org/officeDocument/2006/relationships/customXml" Target="../ink/ink5555.xml"/><Relationship Id="rId227" Type="http://schemas.openxmlformats.org/officeDocument/2006/relationships/image" Target="NULL"/><Relationship Id="rId781" Type="http://schemas.openxmlformats.org/officeDocument/2006/relationships/customXml" Target="../ink/ink5660.xml"/><Relationship Id="rId434" Type="http://schemas.openxmlformats.org/officeDocument/2006/relationships/customXml" Target="../ink/ink5485.xml"/><Relationship Id="rId641" Type="http://schemas.openxmlformats.org/officeDocument/2006/relationships/customXml" Target="../ink/ink5589.xml"/><Relationship Id="rId739" Type="http://schemas.openxmlformats.org/officeDocument/2006/relationships/customXml" Target="../ink/ink5639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5408.xml"/><Relationship Id="rId336" Type="http://schemas.openxmlformats.org/officeDocument/2006/relationships/customXml" Target="../ink/ink5436.xml"/><Relationship Id="rId501" Type="http://schemas.openxmlformats.org/officeDocument/2006/relationships/image" Target="NUL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5338.xml"/><Relationship Id="rId182" Type="http://schemas.openxmlformats.org/officeDocument/2006/relationships/customXml" Target="../ink/ink5359.xml"/><Relationship Id="rId378" Type="http://schemas.openxmlformats.org/officeDocument/2006/relationships/customXml" Target="../ink/ink5457.xml"/><Relationship Id="rId403" Type="http://schemas.openxmlformats.org/officeDocument/2006/relationships/image" Target="NULL"/><Relationship Id="rId585" Type="http://schemas.openxmlformats.org/officeDocument/2006/relationships/image" Target="NULL"/><Relationship Id="rId750" Type="http://schemas.openxmlformats.org/officeDocument/2006/relationships/image" Target="NULL"/><Relationship Id="rId792" Type="http://schemas.openxmlformats.org/officeDocument/2006/relationships/image" Target="NULL"/><Relationship Id="rId806" Type="http://schemas.openxmlformats.org/officeDocument/2006/relationships/image" Target="NULL"/><Relationship Id="rId6" Type="http://schemas.openxmlformats.org/officeDocument/2006/relationships/customXml" Target="../ink/ink5271.xml"/><Relationship Id="rId238" Type="http://schemas.openxmlformats.org/officeDocument/2006/relationships/customXml" Target="../ink/ink5387.xml"/><Relationship Id="rId445" Type="http://schemas.openxmlformats.org/officeDocument/2006/relationships/image" Target="NULL"/><Relationship Id="rId487" Type="http://schemas.openxmlformats.org/officeDocument/2006/relationships/image" Target="NULL"/><Relationship Id="rId610" Type="http://schemas.openxmlformats.org/officeDocument/2006/relationships/customXml" Target="../ink/ink5573.xml"/><Relationship Id="rId652" Type="http://schemas.openxmlformats.org/officeDocument/2006/relationships/image" Target="NULL"/><Relationship Id="rId694" Type="http://schemas.openxmlformats.org/officeDocument/2006/relationships/image" Target="NULL"/><Relationship Id="rId708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customXml" Target="../ink/ink5524.xml"/><Relationship Id="rId44" Type="http://schemas.openxmlformats.org/officeDocument/2006/relationships/customXml" Target="../ink/ink5290.xml"/><Relationship Id="rId86" Type="http://schemas.openxmlformats.org/officeDocument/2006/relationships/customXml" Target="../ink/ink5311.xml"/><Relationship Id="rId151" Type="http://schemas.openxmlformats.org/officeDocument/2006/relationships/image" Target="NULL"/><Relationship Id="rId389" Type="http://schemas.openxmlformats.org/officeDocument/2006/relationships/image" Target="NULL"/><Relationship Id="rId554" Type="http://schemas.openxmlformats.org/officeDocument/2006/relationships/customXml" Target="../ink/ink5545.xml"/><Relationship Id="rId596" Type="http://schemas.openxmlformats.org/officeDocument/2006/relationships/customXml" Target="../ink/ink5566.xml"/><Relationship Id="rId761" Type="http://schemas.openxmlformats.org/officeDocument/2006/relationships/customXml" Target="../ink/ink5650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5475.xml"/><Relationship Id="rId456" Type="http://schemas.openxmlformats.org/officeDocument/2006/relationships/customXml" Target="../ink/ink5496.xml"/><Relationship Id="rId498" Type="http://schemas.openxmlformats.org/officeDocument/2006/relationships/customXml" Target="../ink/ink5517.xml"/><Relationship Id="rId621" Type="http://schemas.openxmlformats.org/officeDocument/2006/relationships/customXml" Target="../ink/ink5579.xml"/><Relationship Id="rId663" Type="http://schemas.openxmlformats.org/officeDocument/2006/relationships/customXml" Target="../ink/ink5601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5398.xml"/><Relationship Id="rId316" Type="http://schemas.openxmlformats.org/officeDocument/2006/relationships/customXml" Target="../ink/ink5426.xml"/><Relationship Id="rId523" Type="http://schemas.openxmlformats.org/officeDocument/2006/relationships/image" Target="NULL"/><Relationship Id="rId719" Type="http://schemas.openxmlformats.org/officeDocument/2006/relationships/customXml" Target="../ink/ink5629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5328.xml"/><Relationship Id="rId358" Type="http://schemas.openxmlformats.org/officeDocument/2006/relationships/customXml" Target="../ink/ink5447.xml"/><Relationship Id="rId565" Type="http://schemas.openxmlformats.org/officeDocument/2006/relationships/image" Target="NULL"/><Relationship Id="rId730" Type="http://schemas.openxmlformats.org/officeDocument/2006/relationships/image" Target="NULL"/><Relationship Id="rId772" Type="http://schemas.openxmlformats.org/officeDocument/2006/relationships/image" Target="NULL"/><Relationship Id="rId162" Type="http://schemas.openxmlformats.org/officeDocument/2006/relationships/customXml" Target="../ink/ink5349.xml"/><Relationship Id="rId218" Type="http://schemas.openxmlformats.org/officeDocument/2006/relationships/customXml" Target="../ink/ink5377.xml"/><Relationship Id="rId425" Type="http://schemas.openxmlformats.org/officeDocument/2006/relationships/image" Target="NULL"/><Relationship Id="rId467" Type="http://schemas.openxmlformats.org/officeDocument/2006/relationships/image" Target="NULL"/><Relationship Id="rId632" Type="http://schemas.openxmlformats.org/officeDocument/2006/relationships/image" Target="NULL"/><Relationship Id="rId271" Type="http://schemas.openxmlformats.org/officeDocument/2006/relationships/image" Target="NULL"/><Relationship Id="rId674" Type="http://schemas.openxmlformats.org/officeDocument/2006/relationships/image" Target="NULL"/><Relationship Id="rId24" Type="http://schemas.openxmlformats.org/officeDocument/2006/relationships/customXml" Target="../ink/ink5280.xml"/><Relationship Id="rId66" Type="http://schemas.openxmlformats.org/officeDocument/2006/relationships/customXml" Target="../ink/ink5301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customXml" Target="../ink/ink5535.xml"/><Relationship Id="rId576" Type="http://schemas.openxmlformats.org/officeDocument/2006/relationships/customXml" Target="../ink/ink5556.xml"/><Relationship Id="rId741" Type="http://schemas.openxmlformats.org/officeDocument/2006/relationships/customXml" Target="../ink/ink5640.xml"/><Relationship Id="rId783" Type="http://schemas.openxmlformats.org/officeDocument/2006/relationships/customXml" Target="../ink/ink5661.xm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5458.xml"/><Relationship Id="rId436" Type="http://schemas.openxmlformats.org/officeDocument/2006/relationships/customXml" Target="../ink/ink5486.xml"/><Relationship Id="rId601" Type="http://schemas.openxmlformats.org/officeDocument/2006/relationships/image" Target="NULL"/><Relationship Id="rId643" Type="http://schemas.openxmlformats.org/officeDocument/2006/relationships/customXml" Target="../ink/ink5590.xml"/><Relationship Id="rId240" Type="http://schemas.openxmlformats.org/officeDocument/2006/relationships/customXml" Target="../ink/ink5388.xml"/><Relationship Id="rId478" Type="http://schemas.openxmlformats.org/officeDocument/2006/relationships/customXml" Target="../ink/ink5507.xml"/><Relationship Id="rId685" Type="http://schemas.openxmlformats.org/officeDocument/2006/relationships/customXml" Target="../ink/ink5612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5318.xml"/><Relationship Id="rId282" Type="http://schemas.openxmlformats.org/officeDocument/2006/relationships/customXml" Target="../ink/ink5409.xml"/><Relationship Id="rId338" Type="http://schemas.openxmlformats.org/officeDocument/2006/relationships/customXml" Target="../ink/ink5437.xml"/><Relationship Id="rId503" Type="http://schemas.openxmlformats.org/officeDocument/2006/relationships/image" Target="NULL"/><Relationship Id="rId545" Type="http://schemas.openxmlformats.org/officeDocument/2006/relationships/image" Target="NULL"/><Relationship Id="rId587" Type="http://schemas.openxmlformats.org/officeDocument/2006/relationships/image" Target="NULL"/><Relationship Id="rId710" Type="http://schemas.openxmlformats.org/officeDocument/2006/relationships/image" Target="NULL"/><Relationship Id="rId752" Type="http://schemas.openxmlformats.org/officeDocument/2006/relationships/image" Target="NULL"/><Relationship Id="rId808" Type="http://schemas.openxmlformats.org/officeDocument/2006/relationships/image" Target="NULL"/><Relationship Id="rId8" Type="http://schemas.openxmlformats.org/officeDocument/2006/relationships/customXml" Target="../ink/ink5272.xml"/><Relationship Id="rId142" Type="http://schemas.openxmlformats.org/officeDocument/2006/relationships/customXml" Target="../ink/ink5339.xml"/><Relationship Id="rId184" Type="http://schemas.openxmlformats.org/officeDocument/2006/relationships/customXml" Target="../ink/ink5360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612" Type="http://schemas.openxmlformats.org/officeDocument/2006/relationships/image" Target="NULL"/><Relationship Id="rId794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image" Target="NULL"/><Relationship Id="rId654" Type="http://schemas.openxmlformats.org/officeDocument/2006/relationships/image" Target="NULL"/><Relationship Id="rId696" Type="http://schemas.openxmlformats.org/officeDocument/2006/relationships/image" Target="NULL"/><Relationship Id="rId46" Type="http://schemas.openxmlformats.org/officeDocument/2006/relationships/customXml" Target="../ink/ink5291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customXml" Target="../ink/ink5525.xml"/><Relationship Id="rId556" Type="http://schemas.openxmlformats.org/officeDocument/2006/relationships/customXml" Target="../ink/ink5546.xml"/><Relationship Id="rId721" Type="http://schemas.openxmlformats.org/officeDocument/2006/relationships/customXml" Target="../ink/ink5630.xml"/><Relationship Id="rId763" Type="http://schemas.openxmlformats.org/officeDocument/2006/relationships/customXml" Target="../ink/ink5651.xml"/><Relationship Id="rId88" Type="http://schemas.openxmlformats.org/officeDocument/2006/relationships/customXml" Target="../ink/ink5312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5448.xml"/><Relationship Id="rId416" Type="http://schemas.openxmlformats.org/officeDocument/2006/relationships/customXml" Target="../ink/ink5476.xml"/><Relationship Id="rId598" Type="http://schemas.openxmlformats.org/officeDocument/2006/relationships/customXml" Target="../ink/ink5567.xml"/><Relationship Id="rId220" Type="http://schemas.openxmlformats.org/officeDocument/2006/relationships/customXml" Target="../ink/ink5378.xml"/><Relationship Id="rId458" Type="http://schemas.openxmlformats.org/officeDocument/2006/relationships/customXml" Target="../ink/ink5497.xml"/><Relationship Id="rId623" Type="http://schemas.openxmlformats.org/officeDocument/2006/relationships/customXml" Target="../ink/ink5580.xml"/><Relationship Id="rId665" Type="http://schemas.openxmlformats.org/officeDocument/2006/relationships/customXml" Target="../ink/ink5602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5399.xml"/><Relationship Id="rId318" Type="http://schemas.openxmlformats.org/officeDocument/2006/relationships/customXml" Target="../ink/ink5427.xml"/><Relationship Id="rId525" Type="http://schemas.openxmlformats.org/officeDocument/2006/relationships/image" Target="NULL"/><Relationship Id="rId567" Type="http://schemas.openxmlformats.org/officeDocument/2006/relationships/image" Target="NULL"/><Relationship Id="rId732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5329.xml"/><Relationship Id="rId164" Type="http://schemas.openxmlformats.org/officeDocument/2006/relationships/customXml" Target="../ink/ink5350.xml"/><Relationship Id="rId371" Type="http://schemas.openxmlformats.org/officeDocument/2006/relationships/image" Target="NULL"/><Relationship Id="rId774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634" Type="http://schemas.openxmlformats.org/officeDocument/2006/relationships/image" Target="NULL"/><Relationship Id="rId676" Type="http://schemas.openxmlformats.org/officeDocument/2006/relationships/image" Target="NULL"/><Relationship Id="rId26" Type="http://schemas.openxmlformats.org/officeDocument/2006/relationships/customXml" Target="../ink/ink5281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5508.xml"/><Relationship Id="rId536" Type="http://schemas.openxmlformats.org/officeDocument/2006/relationships/customXml" Target="../ink/ink5536.xml"/><Relationship Id="rId701" Type="http://schemas.openxmlformats.org/officeDocument/2006/relationships/customXml" Target="../ink/ink5620.xml"/><Relationship Id="rId68" Type="http://schemas.openxmlformats.org/officeDocument/2006/relationships/customXml" Target="../ink/ink5302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5438.xml"/><Relationship Id="rId578" Type="http://schemas.openxmlformats.org/officeDocument/2006/relationships/customXml" Target="../ink/ink5557.xml"/><Relationship Id="rId743" Type="http://schemas.openxmlformats.org/officeDocument/2006/relationships/customXml" Target="../ink/ink5641.xml"/><Relationship Id="rId785" Type="http://schemas.openxmlformats.org/officeDocument/2006/relationships/customXml" Target="../ink/ink5662.xml"/><Relationship Id="rId200" Type="http://schemas.openxmlformats.org/officeDocument/2006/relationships/customXml" Target="../ink/ink5368.xml"/><Relationship Id="rId382" Type="http://schemas.openxmlformats.org/officeDocument/2006/relationships/customXml" Target="../ink/ink5459.xml"/><Relationship Id="rId438" Type="http://schemas.openxmlformats.org/officeDocument/2006/relationships/customXml" Target="../ink/ink5487.xml"/><Relationship Id="rId603" Type="http://schemas.openxmlformats.org/officeDocument/2006/relationships/image" Target="NULL"/><Relationship Id="rId645" Type="http://schemas.openxmlformats.org/officeDocument/2006/relationships/customXml" Target="../ink/ink5591.xml"/><Relationship Id="rId687" Type="http://schemas.openxmlformats.org/officeDocument/2006/relationships/customXml" Target="../ink/ink5613.xml"/><Relationship Id="rId242" Type="http://schemas.openxmlformats.org/officeDocument/2006/relationships/customXml" Target="../ink/ink5389.xml"/><Relationship Id="rId284" Type="http://schemas.openxmlformats.org/officeDocument/2006/relationships/customXml" Target="../ink/ink5410.xml"/><Relationship Id="rId491" Type="http://schemas.openxmlformats.org/officeDocument/2006/relationships/image" Target="NULL"/><Relationship Id="rId505" Type="http://schemas.openxmlformats.org/officeDocument/2006/relationships/image" Target="NULL"/><Relationship Id="rId712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5319.xml"/><Relationship Id="rId144" Type="http://schemas.openxmlformats.org/officeDocument/2006/relationships/customXml" Target="../ink/ink5340.xml"/><Relationship Id="rId547" Type="http://schemas.openxmlformats.org/officeDocument/2006/relationships/image" Target="NULL"/><Relationship Id="rId589" Type="http://schemas.openxmlformats.org/officeDocument/2006/relationships/image" Target="NULL"/><Relationship Id="rId754" Type="http://schemas.openxmlformats.org/officeDocument/2006/relationships/image" Target="NULL"/><Relationship Id="rId796" Type="http://schemas.openxmlformats.org/officeDocument/2006/relationships/image" Target="NULL"/><Relationship Id="rId90" Type="http://schemas.openxmlformats.org/officeDocument/2006/relationships/customXml" Target="../ink/ink5313.xml"/><Relationship Id="rId186" Type="http://schemas.openxmlformats.org/officeDocument/2006/relationships/customXml" Target="../ink/ink5361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614" Type="http://schemas.openxmlformats.org/officeDocument/2006/relationships/image" Target="NULL"/><Relationship Id="rId656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5498.xml"/><Relationship Id="rId516" Type="http://schemas.openxmlformats.org/officeDocument/2006/relationships/customXml" Target="../ink/ink5526.xml"/><Relationship Id="rId698" Type="http://schemas.openxmlformats.org/officeDocument/2006/relationships/image" Target="NULL"/><Relationship Id="rId48" Type="http://schemas.openxmlformats.org/officeDocument/2006/relationships/customXml" Target="../ink/ink5292.xml"/><Relationship Id="rId113" Type="http://schemas.openxmlformats.org/officeDocument/2006/relationships/image" Target="NULL"/><Relationship Id="rId320" Type="http://schemas.openxmlformats.org/officeDocument/2006/relationships/customXml" Target="../ink/ink5428.xml"/><Relationship Id="rId558" Type="http://schemas.openxmlformats.org/officeDocument/2006/relationships/customXml" Target="../ink/ink5547.xml"/><Relationship Id="rId723" Type="http://schemas.openxmlformats.org/officeDocument/2006/relationships/customXml" Target="../ink/ink5631.xml"/><Relationship Id="rId765" Type="http://schemas.openxmlformats.org/officeDocument/2006/relationships/customXml" Target="../ink/ink5652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5449.xml"/><Relationship Id="rId418" Type="http://schemas.openxmlformats.org/officeDocument/2006/relationships/customXml" Target="../ink/ink5477.xml"/><Relationship Id="rId625" Type="http://schemas.openxmlformats.org/officeDocument/2006/relationships/customXml" Target="../ink/ink5581.xml"/><Relationship Id="rId222" Type="http://schemas.openxmlformats.org/officeDocument/2006/relationships/customXml" Target="../ink/ink5379.xml"/><Relationship Id="rId264" Type="http://schemas.openxmlformats.org/officeDocument/2006/relationships/customXml" Target="../ink/ink5400.xml"/><Relationship Id="rId471" Type="http://schemas.openxmlformats.org/officeDocument/2006/relationships/image" Target="NULL"/><Relationship Id="rId667" Type="http://schemas.openxmlformats.org/officeDocument/2006/relationships/customXml" Target="../ink/ink5603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5330.xml"/><Relationship Id="rId527" Type="http://schemas.openxmlformats.org/officeDocument/2006/relationships/image" Target="NULL"/><Relationship Id="rId569" Type="http://schemas.openxmlformats.org/officeDocument/2006/relationships/image" Target="NULL"/><Relationship Id="rId734" Type="http://schemas.openxmlformats.org/officeDocument/2006/relationships/image" Target="NULL"/><Relationship Id="rId776" Type="http://schemas.openxmlformats.org/officeDocument/2006/relationships/image" Target="NULL"/><Relationship Id="rId70" Type="http://schemas.openxmlformats.org/officeDocument/2006/relationships/customXml" Target="../ink/ink5303.xml"/><Relationship Id="rId166" Type="http://schemas.openxmlformats.org/officeDocument/2006/relationships/customXml" Target="../ink/ink5351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580" Type="http://schemas.openxmlformats.org/officeDocument/2006/relationships/customXml" Target="../ink/ink5558.xml"/><Relationship Id="rId636" Type="http://schemas.openxmlformats.org/officeDocument/2006/relationships/image" Target="NULL"/><Relationship Id="rId801" Type="http://schemas.openxmlformats.org/officeDocument/2006/relationships/customXml" Target="../ink/ink5670.xm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5488.xml"/><Relationship Id="rId678" Type="http://schemas.openxmlformats.org/officeDocument/2006/relationships/image" Target="NULL"/><Relationship Id="rId28" Type="http://schemas.openxmlformats.org/officeDocument/2006/relationships/customXml" Target="../ink/ink5282.xml"/><Relationship Id="rId275" Type="http://schemas.openxmlformats.org/officeDocument/2006/relationships/image" Target="NULL"/><Relationship Id="rId300" Type="http://schemas.openxmlformats.org/officeDocument/2006/relationships/customXml" Target="../ink/ink5418.xml"/><Relationship Id="rId482" Type="http://schemas.openxmlformats.org/officeDocument/2006/relationships/customXml" Target="../ink/ink5509.xml"/><Relationship Id="rId538" Type="http://schemas.openxmlformats.org/officeDocument/2006/relationships/customXml" Target="../ink/ink5537.xml"/><Relationship Id="rId703" Type="http://schemas.openxmlformats.org/officeDocument/2006/relationships/customXml" Target="../ink/ink5621.xml"/><Relationship Id="rId745" Type="http://schemas.openxmlformats.org/officeDocument/2006/relationships/customXml" Target="../ink/ink5642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5439.xml"/><Relationship Id="rId384" Type="http://schemas.openxmlformats.org/officeDocument/2006/relationships/customXml" Target="../ink/ink5460.xml"/><Relationship Id="rId591" Type="http://schemas.openxmlformats.org/officeDocument/2006/relationships/image" Target="NULL"/><Relationship Id="rId605" Type="http://schemas.openxmlformats.org/officeDocument/2006/relationships/image" Target="NULL"/><Relationship Id="rId787" Type="http://schemas.openxmlformats.org/officeDocument/2006/relationships/customXml" Target="../ink/ink5663.xml"/><Relationship Id="rId202" Type="http://schemas.openxmlformats.org/officeDocument/2006/relationships/customXml" Target="../ink/ink5369.xml"/><Relationship Id="rId244" Type="http://schemas.openxmlformats.org/officeDocument/2006/relationships/customXml" Target="../ink/ink5390.xml"/><Relationship Id="rId647" Type="http://schemas.openxmlformats.org/officeDocument/2006/relationships/customXml" Target="../ink/ink5592.xml"/><Relationship Id="rId689" Type="http://schemas.openxmlformats.org/officeDocument/2006/relationships/customXml" Target="../ink/ink5614.xml"/><Relationship Id="rId39" Type="http://schemas.openxmlformats.org/officeDocument/2006/relationships/image" Target="NULL"/><Relationship Id="rId286" Type="http://schemas.openxmlformats.org/officeDocument/2006/relationships/customXml" Target="../ink/ink5411.xm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49" Type="http://schemas.openxmlformats.org/officeDocument/2006/relationships/image" Target="NULL"/><Relationship Id="rId714" Type="http://schemas.openxmlformats.org/officeDocument/2006/relationships/image" Target="NULL"/><Relationship Id="rId756" Type="http://schemas.openxmlformats.org/officeDocument/2006/relationships/image" Target="NULL"/><Relationship Id="rId50" Type="http://schemas.openxmlformats.org/officeDocument/2006/relationships/customXml" Target="../ink/ink5293.xml"/><Relationship Id="rId104" Type="http://schemas.openxmlformats.org/officeDocument/2006/relationships/customXml" Target="../ink/ink5320.xml"/><Relationship Id="rId146" Type="http://schemas.openxmlformats.org/officeDocument/2006/relationships/customXml" Target="../ink/ink5341.xml"/><Relationship Id="rId188" Type="http://schemas.openxmlformats.org/officeDocument/2006/relationships/customXml" Target="../ink/ink5362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560" Type="http://schemas.openxmlformats.org/officeDocument/2006/relationships/customXml" Target="../ink/ink5548.xml"/><Relationship Id="rId798" Type="http://schemas.openxmlformats.org/officeDocument/2006/relationships/image" Target="NULL"/><Relationship Id="rId92" Type="http://schemas.openxmlformats.org/officeDocument/2006/relationships/customXml" Target="../ink/ink5314.xml"/><Relationship Id="rId213" Type="http://schemas.openxmlformats.org/officeDocument/2006/relationships/image" Target="NULL"/><Relationship Id="rId420" Type="http://schemas.openxmlformats.org/officeDocument/2006/relationships/customXml" Target="../ink/ink5478.xml"/><Relationship Id="rId616" Type="http://schemas.openxmlformats.org/officeDocument/2006/relationships/image" Target="NULL"/><Relationship Id="rId658" Type="http://schemas.openxmlformats.org/officeDocument/2006/relationships/customXml" Target="../ink/ink5598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5499.xml"/><Relationship Id="rId518" Type="http://schemas.openxmlformats.org/officeDocument/2006/relationships/customXml" Target="../ink/ink5527.xml"/><Relationship Id="rId725" Type="http://schemas.openxmlformats.org/officeDocument/2006/relationships/customXml" Target="../ink/ink5632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5429.xml"/><Relationship Id="rId364" Type="http://schemas.openxmlformats.org/officeDocument/2006/relationships/customXml" Target="../ink/ink5450.xml"/><Relationship Id="rId767" Type="http://schemas.openxmlformats.org/officeDocument/2006/relationships/customXml" Target="../ink/ink5653.xml"/><Relationship Id="rId61" Type="http://schemas.openxmlformats.org/officeDocument/2006/relationships/image" Target="NULL"/><Relationship Id="rId199" Type="http://schemas.openxmlformats.org/officeDocument/2006/relationships/image" Target="NULL"/><Relationship Id="rId571" Type="http://schemas.openxmlformats.org/officeDocument/2006/relationships/image" Target="NULL"/><Relationship Id="rId627" Type="http://schemas.openxmlformats.org/officeDocument/2006/relationships/customXml" Target="../ink/ink5582.xml"/><Relationship Id="rId669" Type="http://schemas.openxmlformats.org/officeDocument/2006/relationships/customXml" Target="../ink/ink5604.xml"/><Relationship Id="rId19" Type="http://schemas.openxmlformats.org/officeDocument/2006/relationships/image" Target="NULL"/><Relationship Id="rId224" Type="http://schemas.openxmlformats.org/officeDocument/2006/relationships/customXml" Target="../ink/ink5380.xml"/><Relationship Id="rId266" Type="http://schemas.openxmlformats.org/officeDocument/2006/relationships/customXml" Target="../ink/ink5401.xml"/><Relationship Id="rId431" Type="http://schemas.openxmlformats.org/officeDocument/2006/relationships/image" Target="NULL"/><Relationship Id="rId473" Type="http://schemas.openxmlformats.org/officeDocument/2006/relationships/image" Target="NULL"/><Relationship Id="rId529" Type="http://schemas.openxmlformats.org/officeDocument/2006/relationships/image" Target="NULL"/><Relationship Id="rId680" Type="http://schemas.openxmlformats.org/officeDocument/2006/relationships/image" Target="NULL"/><Relationship Id="rId736" Type="http://schemas.openxmlformats.org/officeDocument/2006/relationships/image" Target="NULL"/><Relationship Id="rId30" Type="http://schemas.openxmlformats.org/officeDocument/2006/relationships/customXml" Target="../ink/ink5283.xml"/><Relationship Id="rId126" Type="http://schemas.openxmlformats.org/officeDocument/2006/relationships/customXml" Target="../ink/ink5331.xml"/><Relationship Id="rId168" Type="http://schemas.openxmlformats.org/officeDocument/2006/relationships/customXml" Target="../ink/ink5352.xml"/><Relationship Id="rId333" Type="http://schemas.openxmlformats.org/officeDocument/2006/relationships/image" Target="NULL"/><Relationship Id="rId540" Type="http://schemas.openxmlformats.org/officeDocument/2006/relationships/customXml" Target="../ink/ink5538.xml"/><Relationship Id="rId778" Type="http://schemas.openxmlformats.org/officeDocument/2006/relationships/image" Target="NULL"/><Relationship Id="rId72" Type="http://schemas.openxmlformats.org/officeDocument/2006/relationships/customXml" Target="../ink/ink5304.xml"/><Relationship Id="rId375" Type="http://schemas.openxmlformats.org/officeDocument/2006/relationships/image" Target="NULL"/><Relationship Id="rId582" Type="http://schemas.openxmlformats.org/officeDocument/2006/relationships/customXml" Target="../ink/ink5559.xml"/><Relationship Id="rId638" Type="http://schemas.openxmlformats.org/officeDocument/2006/relationships/image" Target="NULL"/><Relationship Id="rId803" Type="http://schemas.openxmlformats.org/officeDocument/2006/relationships/customXml" Target="../ink/ink5671.xm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5468.xml"/><Relationship Id="rId442" Type="http://schemas.openxmlformats.org/officeDocument/2006/relationships/customXml" Target="../ink/ink5489.xml"/><Relationship Id="rId484" Type="http://schemas.openxmlformats.org/officeDocument/2006/relationships/customXml" Target="../ink/ink5510.xml"/><Relationship Id="rId705" Type="http://schemas.openxmlformats.org/officeDocument/2006/relationships/customXml" Target="../ink/ink5622.xml"/><Relationship Id="rId137" Type="http://schemas.openxmlformats.org/officeDocument/2006/relationships/image" Target="NULL"/><Relationship Id="rId302" Type="http://schemas.openxmlformats.org/officeDocument/2006/relationships/customXml" Target="../ink/ink5419.xml"/><Relationship Id="rId344" Type="http://schemas.openxmlformats.org/officeDocument/2006/relationships/customXml" Target="../ink/ink5440.xml"/><Relationship Id="rId691" Type="http://schemas.openxmlformats.org/officeDocument/2006/relationships/customXml" Target="../ink/ink5615.xml"/><Relationship Id="rId747" Type="http://schemas.openxmlformats.org/officeDocument/2006/relationships/customXml" Target="../ink/ink5643.xml"/><Relationship Id="rId789" Type="http://schemas.openxmlformats.org/officeDocument/2006/relationships/customXml" Target="../ink/ink5664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5461.xml"/><Relationship Id="rId551" Type="http://schemas.openxmlformats.org/officeDocument/2006/relationships/image" Target="NULL"/><Relationship Id="rId593" Type="http://schemas.openxmlformats.org/officeDocument/2006/relationships/image" Target="NULL"/><Relationship Id="rId607" Type="http://schemas.openxmlformats.org/officeDocument/2006/relationships/image" Target="NULL"/><Relationship Id="rId649" Type="http://schemas.openxmlformats.org/officeDocument/2006/relationships/customXml" Target="../ink/ink5593.xml"/><Relationship Id="rId190" Type="http://schemas.openxmlformats.org/officeDocument/2006/relationships/customXml" Target="../ink/ink5363.xml"/><Relationship Id="rId204" Type="http://schemas.openxmlformats.org/officeDocument/2006/relationships/customXml" Target="../ink/ink5370.xml"/><Relationship Id="rId246" Type="http://schemas.openxmlformats.org/officeDocument/2006/relationships/customXml" Target="../ink/ink5391.xml"/><Relationship Id="rId288" Type="http://schemas.openxmlformats.org/officeDocument/2006/relationships/customXml" Target="../ink/ink5412.xm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image" Target="NULL"/><Relationship Id="rId660" Type="http://schemas.openxmlformats.org/officeDocument/2006/relationships/image" Target="NULL"/><Relationship Id="rId106" Type="http://schemas.openxmlformats.org/officeDocument/2006/relationships/customXml" Target="../ink/ink5321.xml"/><Relationship Id="rId313" Type="http://schemas.openxmlformats.org/officeDocument/2006/relationships/image" Target="NULL"/><Relationship Id="rId495" Type="http://schemas.openxmlformats.org/officeDocument/2006/relationships/image" Target="NULL"/><Relationship Id="rId716" Type="http://schemas.openxmlformats.org/officeDocument/2006/relationships/image" Target="NULL"/><Relationship Id="rId758" Type="http://schemas.openxmlformats.org/officeDocument/2006/relationships/image" Target="NULL"/><Relationship Id="rId10" Type="http://schemas.openxmlformats.org/officeDocument/2006/relationships/customXml" Target="../ink/ink5273.xml"/><Relationship Id="rId52" Type="http://schemas.openxmlformats.org/officeDocument/2006/relationships/customXml" Target="../ink/ink5294.xml"/><Relationship Id="rId94" Type="http://schemas.openxmlformats.org/officeDocument/2006/relationships/customXml" Target="../ink/ink5315.xml"/><Relationship Id="rId148" Type="http://schemas.openxmlformats.org/officeDocument/2006/relationships/customXml" Target="../ink/ink5342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customXml" Target="../ink/ink5528.xml"/><Relationship Id="rId562" Type="http://schemas.openxmlformats.org/officeDocument/2006/relationships/customXml" Target="../ink/ink5549.xml"/><Relationship Id="rId618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5479.xml"/><Relationship Id="rId464" Type="http://schemas.openxmlformats.org/officeDocument/2006/relationships/customXml" Target="../ink/ink5500.xml"/><Relationship Id="rId299" Type="http://schemas.openxmlformats.org/officeDocument/2006/relationships/image" Target="NULL"/><Relationship Id="rId727" Type="http://schemas.openxmlformats.org/officeDocument/2006/relationships/customXml" Target="../ink/ink5633.xm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5451.xml"/><Relationship Id="rId573" Type="http://schemas.openxmlformats.org/officeDocument/2006/relationships/image" Target="NULL"/><Relationship Id="rId780" Type="http://schemas.openxmlformats.org/officeDocument/2006/relationships/image" Target="NULL"/><Relationship Id="rId226" Type="http://schemas.openxmlformats.org/officeDocument/2006/relationships/customXml" Target="../ink/ink5381.xml"/><Relationship Id="rId433" Type="http://schemas.openxmlformats.org/officeDocument/2006/relationships/image" Target="NULL"/><Relationship Id="rId640" Type="http://schemas.openxmlformats.org/officeDocument/2006/relationships/image" Target="NULL"/><Relationship Id="rId738" Type="http://schemas.openxmlformats.org/officeDocument/2006/relationships/image" Target="NULL"/><Relationship Id="rId74" Type="http://schemas.openxmlformats.org/officeDocument/2006/relationships/customXml" Target="../ink/ink5305.xml"/><Relationship Id="rId377" Type="http://schemas.openxmlformats.org/officeDocument/2006/relationships/image" Target="NULL"/><Relationship Id="rId500" Type="http://schemas.openxmlformats.org/officeDocument/2006/relationships/customXml" Target="../ink/ink5518.xml"/><Relationship Id="rId584" Type="http://schemas.openxmlformats.org/officeDocument/2006/relationships/customXml" Target="../ink/ink5560.xml"/><Relationship Id="rId805" Type="http://schemas.openxmlformats.org/officeDocument/2006/relationships/customXml" Target="../ink/ink5672.xml"/><Relationship Id="rId5" Type="http://schemas.openxmlformats.org/officeDocument/2006/relationships/image" Target="NULL"/><Relationship Id="rId237" Type="http://schemas.openxmlformats.org/officeDocument/2006/relationships/image" Target="NULL"/><Relationship Id="rId791" Type="http://schemas.openxmlformats.org/officeDocument/2006/relationships/customXml" Target="../ink/ink5665.xml"/><Relationship Id="rId444" Type="http://schemas.openxmlformats.org/officeDocument/2006/relationships/customXml" Target="../ink/ink5490.xml"/><Relationship Id="rId651" Type="http://schemas.openxmlformats.org/officeDocument/2006/relationships/customXml" Target="../ink/ink5594.xml"/><Relationship Id="rId749" Type="http://schemas.openxmlformats.org/officeDocument/2006/relationships/customXml" Target="../ink/ink5644.xml"/><Relationship Id="rId290" Type="http://schemas.openxmlformats.org/officeDocument/2006/relationships/customXml" Target="../ink/ink5413.xml"/><Relationship Id="rId304" Type="http://schemas.openxmlformats.org/officeDocument/2006/relationships/customXml" Target="../ink/ink5420.xml"/><Relationship Id="rId388" Type="http://schemas.openxmlformats.org/officeDocument/2006/relationships/customXml" Target="../ink/ink5462.xml"/><Relationship Id="rId511" Type="http://schemas.openxmlformats.org/officeDocument/2006/relationships/image" Target="NULL"/><Relationship Id="rId609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5343.xml"/><Relationship Id="rId595" Type="http://schemas.openxmlformats.org/officeDocument/2006/relationships/image" Target="NULL"/><Relationship Id="rId248" Type="http://schemas.openxmlformats.org/officeDocument/2006/relationships/customXml" Target="../ink/ink5392.xml"/><Relationship Id="rId455" Type="http://schemas.openxmlformats.org/officeDocument/2006/relationships/image" Target="NULL"/><Relationship Id="rId662" Type="http://schemas.openxmlformats.org/officeDocument/2006/relationships/image" Target="NULL"/><Relationship Id="rId12" Type="http://schemas.openxmlformats.org/officeDocument/2006/relationships/customXml" Target="../ink/ink5274.xml"/><Relationship Id="rId108" Type="http://schemas.openxmlformats.org/officeDocument/2006/relationships/customXml" Target="../ink/ink5322.xml"/><Relationship Id="rId315" Type="http://schemas.openxmlformats.org/officeDocument/2006/relationships/image" Target="NULL"/><Relationship Id="rId522" Type="http://schemas.openxmlformats.org/officeDocument/2006/relationships/customXml" Target="../ink/ink5529.xml"/><Relationship Id="rId96" Type="http://schemas.openxmlformats.org/officeDocument/2006/relationships/customXml" Target="../ink/ink5316.xml"/><Relationship Id="rId161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66" Type="http://schemas.openxmlformats.org/officeDocument/2006/relationships/customXml" Target="../ink/ink5501.xml"/><Relationship Id="rId673" Type="http://schemas.openxmlformats.org/officeDocument/2006/relationships/customXml" Target="../ink/ink5606.xm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customXml" Target="../ink/ink5431.xml"/><Relationship Id="rId533" Type="http://schemas.openxmlformats.org/officeDocument/2006/relationships/image" Target="NULL"/><Relationship Id="rId740" Type="http://schemas.openxmlformats.org/officeDocument/2006/relationships/image" Target="NULL"/><Relationship Id="rId172" Type="http://schemas.openxmlformats.org/officeDocument/2006/relationships/customXml" Target="../ink/ink5354.xml"/><Relationship Id="rId477" Type="http://schemas.openxmlformats.org/officeDocument/2006/relationships/image" Target="NULL"/><Relationship Id="rId600" Type="http://schemas.openxmlformats.org/officeDocument/2006/relationships/customXml" Target="../ink/ink5568.xml"/><Relationship Id="rId684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5285.xml"/><Relationship Id="rId544" Type="http://schemas.openxmlformats.org/officeDocument/2006/relationships/customXml" Target="../ink/ink5540.xml"/><Relationship Id="rId751" Type="http://schemas.openxmlformats.org/officeDocument/2006/relationships/customXml" Target="../ink/ink5645.xml"/><Relationship Id="rId183" Type="http://schemas.openxmlformats.org/officeDocument/2006/relationships/image" Target="NULL"/><Relationship Id="rId390" Type="http://schemas.openxmlformats.org/officeDocument/2006/relationships/customXml" Target="../ink/ink5463.xml"/><Relationship Id="rId404" Type="http://schemas.openxmlformats.org/officeDocument/2006/relationships/customXml" Target="../ink/ink5470.xml"/><Relationship Id="rId611" Type="http://schemas.openxmlformats.org/officeDocument/2006/relationships/customXml" Target="../ink/ink5574.xml"/><Relationship Id="rId250" Type="http://schemas.openxmlformats.org/officeDocument/2006/relationships/customXml" Target="../ink/ink5393.xml"/><Relationship Id="rId488" Type="http://schemas.openxmlformats.org/officeDocument/2006/relationships/customXml" Target="../ink/ink5512.xml"/><Relationship Id="rId695" Type="http://schemas.openxmlformats.org/officeDocument/2006/relationships/customXml" Target="../ink/ink5617.xml"/><Relationship Id="rId709" Type="http://schemas.openxmlformats.org/officeDocument/2006/relationships/customXml" Target="../ink/ink5624.xml"/><Relationship Id="rId45" Type="http://schemas.openxmlformats.org/officeDocument/2006/relationships/image" Target="NULL"/><Relationship Id="rId110" Type="http://schemas.openxmlformats.org/officeDocument/2006/relationships/customXml" Target="../ink/ink5323.xml"/><Relationship Id="rId348" Type="http://schemas.openxmlformats.org/officeDocument/2006/relationships/customXml" Target="../ink/ink5442.xml"/><Relationship Id="rId555" Type="http://schemas.openxmlformats.org/officeDocument/2006/relationships/image" Target="NULL"/><Relationship Id="rId762" Type="http://schemas.openxmlformats.org/officeDocument/2006/relationships/image" Target="NULL"/><Relationship Id="rId194" Type="http://schemas.openxmlformats.org/officeDocument/2006/relationships/customXml" Target="../ink/ink5365.xml"/><Relationship Id="rId208" Type="http://schemas.openxmlformats.org/officeDocument/2006/relationships/customXml" Target="../ink/ink5372.xml"/><Relationship Id="rId415" Type="http://schemas.openxmlformats.org/officeDocument/2006/relationships/image" Target="NULL"/><Relationship Id="rId622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Relationship Id="rId56" Type="http://schemas.openxmlformats.org/officeDocument/2006/relationships/customXml" Target="../ink/ink5296.xml"/><Relationship Id="rId359" Type="http://schemas.openxmlformats.org/officeDocument/2006/relationships/image" Target="NULL"/><Relationship Id="rId566" Type="http://schemas.openxmlformats.org/officeDocument/2006/relationships/customXml" Target="../ink/ink5551.xml"/><Relationship Id="rId773" Type="http://schemas.openxmlformats.org/officeDocument/2006/relationships/customXml" Target="../ink/ink5656.xml"/><Relationship Id="rId121" Type="http://schemas.openxmlformats.org/officeDocument/2006/relationships/image" Target="NULL"/><Relationship Id="rId219" Type="http://schemas.openxmlformats.org/officeDocument/2006/relationships/image" Target="NULL"/><Relationship Id="rId426" Type="http://schemas.openxmlformats.org/officeDocument/2006/relationships/customXml" Target="../ink/ink5481.xml"/><Relationship Id="rId633" Type="http://schemas.openxmlformats.org/officeDocument/2006/relationships/customXml" Target="../ink/ink5585.xml"/><Relationship Id="rId67" Type="http://schemas.openxmlformats.org/officeDocument/2006/relationships/image" Target="NULL"/><Relationship Id="rId272" Type="http://schemas.openxmlformats.org/officeDocument/2006/relationships/customXml" Target="../ink/ink5404.xml"/><Relationship Id="rId577" Type="http://schemas.openxmlformats.org/officeDocument/2006/relationships/image" Target="NULL"/><Relationship Id="rId700" Type="http://schemas.openxmlformats.org/officeDocument/2006/relationships/image" Target="NULL"/><Relationship Id="rId132" Type="http://schemas.openxmlformats.org/officeDocument/2006/relationships/customXml" Target="../ink/ink5334.xml"/><Relationship Id="rId784" Type="http://schemas.openxmlformats.org/officeDocument/2006/relationships/image" Target="NULL"/><Relationship Id="rId437" Type="http://schemas.openxmlformats.org/officeDocument/2006/relationships/image" Target="NULL"/><Relationship Id="rId644" Type="http://schemas.openxmlformats.org/officeDocument/2006/relationships/image" Target="NULL"/><Relationship Id="rId283" Type="http://schemas.openxmlformats.org/officeDocument/2006/relationships/image" Target="NULL"/><Relationship Id="rId490" Type="http://schemas.openxmlformats.org/officeDocument/2006/relationships/customXml" Target="../ink/ink5513.xml"/><Relationship Id="rId504" Type="http://schemas.openxmlformats.org/officeDocument/2006/relationships/customXml" Target="../ink/ink5520.xml"/><Relationship Id="rId711" Type="http://schemas.openxmlformats.org/officeDocument/2006/relationships/customXml" Target="../ink/ink5625.xml"/><Relationship Id="rId78" Type="http://schemas.openxmlformats.org/officeDocument/2006/relationships/customXml" Target="../ink/ink5307.xml"/><Relationship Id="rId143" Type="http://schemas.openxmlformats.org/officeDocument/2006/relationships/image" Target="NULL"/><Relationship Id="rId350" Type="http://schemas.openxmlformats.org/officeDocument/2006/relationships/customXml" Target="../ink/ink5443.xml"/><Relationship Id="rId588" Type="http://schemas.openxmlformats.org/officeDocument/2006/relationships/customXml" Target="../ink/ink5562.xml"/><Relationship Id="rId795" Type="http://schemas.openxmlformats.org/officeDocument/2006/relationships/customXml" Target="../ink/ink5667.xml"/><Relationship Id="rId9" Type="http://schemas.openxmlformats.org/officeDocument/2006/relationships/image" Target="NULL"/><Relationship Id="rId210" Type="http://schemas.openxmlformats.org/officeDocument/2006/relationships/customXml" Target="../ink/ink5373.xml"/><Relationship Id="rId448" Type="http://schemas.openxmlformats.org/officeDocument/2006/relationships/customXml" Target="../ink/ink5492.xml"/><Relationship Id="rId655" Type="http://schemas.openxmlformats.org/officeDocument/2006/relationships/customXml" Target="../ink/ink5596.xml"/><Relationship Id="rId294" Type="http://schemas.openxmlformats.org/officeDocument/2006/relationships/customXml" Target="../ink/ink5415.xml"/><Relationship Id="rId308" Type="http://schemas.openxmlformats.org/officeDocument/2006/relationships/customXml" Target="../ink/ink5422.xml"/><Relationship Id="rId515" Type="http://schemas.openxmlformats.org/officeDocument/2006/relationships/image" Target="NULL"/><Relationship Id="rId722" Type="http://schemas.openxmlformats.org/officeDocument/2006/relationships/image" Target="NULL"/><Relationship Id="rId89" Type="http://schemas.openxmlformats.org/officeDocument/2006/relationships/image" Target="NULL"/><Relationship Id="rId154" Type="http://schemas.openxmlformats.org/officeDocument/2006/relationships/customXml" Target="../ink/ink5345.xml"/><Relationship Id="rId361" Type="http://schemas.openxmlformats.org/officeDocument/2006/relationships/image" Target="NULL"/><Relationship Id="rId599" Type="http://schemas.openxmlformats.org/officeDocument/2006/relationships/image" Target="NULL"/><Relationship Id="rId459" Type="http://schemas.openxmlformats.org/officeDocument/2006/relationships/image" Target="NULL"/><Relationship Id="rId666" Type="http://schemas.openxmlformats.org/officeDocument/2006/relationships/image" Target="NULL"/><Relationship Id="rId16" Type="http://schemas.openxmlformats.org/officeDocument/2006/relationships/customXml" Target="../ink/ink5276.xml"/><Relationship Id="rId221" Type="http://schemas.openxmlformats.org/officeDocument/2006/relationships/image" Target="NULL"/><Relationship Id="rId319" Type="http://schemas.openxmlformats.org/officeDocument/2006/relationships/image" Target="NULL"/><Relationship Id="rId526" Type="http://schemas.openxmlformats.org/officeDocument/2006/relationships/customXml" Target="../ink/ink5531.xml"/><Relationship Id="rId733" Type="http://schemas.openxmlformats.org/officeDocument/2006/relationships/customXml" Target="../ink/ink5636.xml"/><Relationship Id="rId165" Type="http://schemas.openxmlformats.org/officeDocument/2006/relationships/image" Target="NULL"/><Relationship Id="rId372" Type="http://schemas.openxmlformats.org/officeDocument/2006/relationships/customXml" Target="../ink/ink5454.xml"/><Relationship Id="rId677" Type="http://schemas.openxmlformats.org/officeDocument/2006/relationships/customXml" Target="../ink/ink5608.xml"/><Relationship Id="rId800" Type="http://schemas.openxmlformats.org/officeDocument/2006/relationships/image" Target="NULL"/><Relationship Id="rId232" Type="http://schemas.openxmlformats.org/officeDocument/2006/relationships/customXml" Target="../ink/ink5384.xml"/><Relationship Id="rId27" Type="http://schemas.openxmlformats.org/officeDocument/2006/relationships/image" Target="NULL"/><Relationship Id="rId537" Type="http://schemas.openxmlformats.org/officeDocument/2006/relationships/image" Target="NULL"/><Relationship Id="rId744" Type="http://schemas.openxmlformats.org/officeDocument/2006/relationships/image" Target="NULL"/><Relationship Id="rId80" Type="http://schemas.openxmlformats.org/officeDocument/2006/relationships/customXml" Target="../ink/ink5308.xml"/><Relationship Id="rId176" Type="http://schemas.openxmlformats.org/officeDocument/2006/relationships/customXml" Target="../ink/ink5356.xml"/><Relationship Id="rId383" Type="http://schemas.openxmlformats.org/officeDocument/2006/relationships/image" Target="NULL"/><Relationship Id="rId590" Type="http://schemas.openxmlformats.org/officeDocument/2006/relationships/customXml" Target="../ink/ink5563.xml"/><Relationship Id="rId604" Type="http://schemas.openxmlformats.org/officeDocument/2006/relationships/customXml" Target="../ink/ink5570.xml"/><Relationship Id="rId243" Type="http://schemas.openxmlformats.org/officeDocument/2006/relationships/image" Target="NULL"/><Relationship Id="rId450" Type="http://schemas.openxmlformats.org/officeDocument/2006/relationships/customXml" Target="../ink/ink5493.xml"/><Relationship Id="rId688" Type="http://schemas.openxmlformats.org/officeDocument/2006/relationships/image" Target="NULL"/><Relationship Id="rId38" Type="http://schemas.openxmlformats.org/officeDocument/2006/relationships/customXml" Target="../ink/ink5287.xml"/><Relationship Id="rId103" Type="http://schemas.openxmlformats.org/officeDocument/2006/relationships/image" Target="NULL"/><Relationship Id="rId310" Type="http://schemas.openxmlformats.org/officeDocument/2006/relationships/customXml" Target="../ink/ink5423.xml"/><Relationship Id="rId548" Type="http://schemas.openxmlformats.org/officeDocument/2006/relationships/customXml" Target="../ink/ink5542.xml"/><Relationship Id="rId755" Type="http://schemas.openxmlformats.org/officeDocument/2006/relationships/customXml" Target="../ink/ink5647.xml"/><Relationship Id="rId91" Type="http://schemas.openxmlformats.org/officeDocument/2006/relationships/image" Target="NULL"/><Relationship Id="rId187" Type="http://schemas.openxmlformats.org/officeDocument/2006/relationships/image" Target="NULL"/><Relationship Id="rId394" Type="http://schemas.openxmlformats.org/officeDocument/2006/relationships/customXml" Target="../ink/ink5465.xml"/><Relationship Id="rId408" Type="http://schemas.openxmlformats.org/officeDocument/2006/relationships/customXml" Target="../ink/ink5472.xml"/><Relationship Id="rId615" Type="http://schemas.openxmlformats.org/officeDocument/2006/relationships/customXml" Target="../ink/ink5576.xml"/><Relationship Id="rId254" Type="http://schemas.openxmlformats.org/officeDocument/2006/relationships/customXml" Target="../ink/ink5395.xml"/><Relationship Id="rId699" Type="http://schemas.openxmlformats.org/officeDocument/2006/relationships/customXml" Target="../ink/ink5619.xml"/><Relationship Id="rId49" Type="http://schemas.openxmlformats.org/officeDocument/2006/relationships/image" Target="NULL"/><Relationship Id="rId114" Type="http://schemas.openxmlformats.org/officeDocument/2006/relationships/customXml" Target="../ink/ink5325.xml"/><Relationship Id="rId461" Type="http://schemas.openxmlformats.org/officeDocument/2006/relationships/image" Target="NULL"/><Relationship Id="rId559" Type="http://schemas.openxmlformats.org/officeDocument/2006/relationships/image" Target="NULL"/><Relationship Id="rId766" Type="http://schemas.openxmlformats.org/officeDocument/2006/relationships/image" Target="NULL"/><Relationship Id="rId198" Type="http://schemas.openxmlformats.org/officeDocument/2006/relationships/customXml" Target="../ink/ink5367.xml"/><Relationship Id="rId321" Type="http://schemas.openxmlformats.org/officeDocument/2006/relationships/image" Target="NULL"/><Relationship Id="rId419" Type="http://schemas.openxmlformats.org/officeDocument/2006/relationships/image" Target="NULL"/><Relationship Id="rId626" Type="http://schemas.openxmlformats.org/officeDocument/2006/relationships/image" Target="NULL"/><Relationship Id="rId265" Type="http://schemas.openxmlformats.org/officeDocument/2006/relationships/image" Target="NULL"/><Relationship Id="rId472" Type="http://schemas.openxmlformats.org/officeDocument/2006/relationships/customXml" Target="../ink/ink5504.xml"/><Relationship Id="rId125" Type="http://schemas.openxmlformats.org/officeDocument/2006/relationships/image" Target="NULL"/><Relationship Id="rId332" Type="http://schemas.openxmlformats.org/officeDocument/2006/relationships/customXml" Target="../ink/ink5434.xml"/><Relationship Id="rId777" Type="http://schemas.openxmlformats.org/officeDocument/2006/relationships/customXml" Target="../ink/ink5658.xml"/><Relationship Id="rId637" Type="http://schemas.openxmlformats.org/officeDocument/2006/relationships/customXml" Target="../ink/ink5587.xml"/><Relationship Id="rId276" Type="http://schemas.openxmlformats.org/officeDocument/2006/relationships/customXml" Target="../ink/ink5406.xml"/><Relationship Id="rId483" Type="http://schemas.openxmlformats.org/officeDocument/2006/relationships/image" Target="NULL"/><Relationship Id="rId690" Type="http://schemas.openxmlformats.org/officeDocument/2006/relationships/image" Target="NULL"/><Relationship Id="rId704" Type="http://schemas.openxmlformats.org/officeDocument/2006/relationships/image" Target="NULL"/><Relationship Id="rId40" Type="http://schemas.openxmlformats.org/officeDocument/2006/relationships/customXml" Target="../ink/ink5288.xml"/><Relationship Id="rId136" Type="http://schemas.openxmlformats.org/officeDocument/2006/relationships/customXml" Target="../ink/ink5336.xml"/><Relationship Id="rId343" Type="http://schemas.openxmlformats.org/officeDocument/2006/relationships/image" Target="NULL"/><Relationship Id="rId550" Type="http://schemas.openxmlformats.org/officeDocument/2006/relationships/customXml" Target="../ink/ink5543.xml"/><Relationship Id="rId788" Type="http://schemas.openxmlformats.org/officeDocument/2006/relationships/image" Target="NULL"/><Relationship Id="rId203" Type="http://schemas.openxmlformats.org/officeDocument/2006/relationships/image" Target="NULL"/><Relationship Id="rId648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5473.xml"/><Relationship Id="rId494" Type="http://schemas.openxmlformats.org/officeDocument/2006/relationships/customXml" Target="../ink/ink5515.xml"/><Relationship Id="rId508" Type="http://schemas.openxmlformats.org/officeDocument/2006/relationships/customXml" Target="../ink/ink5522.xml"/><Relationship Id="rId715" Type="http://schemas.openxmlformats.org/officeDocument/2006/relationships/customXml" Target="../ink/ink5627.xml"/><Relationship Id="rId147" Type="http://schemas.openxmlformats.org/officeDocument/2006/relationships/image" Target="NULL"/><Relationship Id="rId354" Type="http://schemas.openxmlformats.org/officeDocument/2006/relationships/customXml" Target="../ink/ink5445.xml"/><Relationship Id="rId799" Type="http://schemas.openxmlformats.org/officeDocument/2006/relationships/customXml" Target="../ink/ink5669.xml"/><Relationship Id="rId51" Type="http://schemas.openxmlformats.org/officeDocument/2006/relationships/image" Target="NULL"/><Relationship Id="rId561" Type="http://schemas.openxmlformats.org/officeDocument/2006/relationships/image" Target="NULL"/><Relationship Id="rId659" Type="http://schemas.openxmlformats.org/officeDocument/2006/relationships/customXml" Target="../ink/ink5599.xml"/><Relationship Id="rId214" Type="http://schemas.openxmlformats.org/officeDocument/2006/relationships/customXml" Target="../ink/ink5375.xml"/><Relationship Id="rId298" Type="http://schemas.openxmlformats.org/officeDocument/2006/relationships/customXml" Target="../ink/ink5417.xml"/><Relationship Id="rId421" Type="http://schemas.openxmlformats.org/officeDocument/2006/relationships/image" Target="NULL"/><Relationship Id="rId519" Type="http://schemas.openxmlformats.org/officeDocument/2006/relationships/image" Target="NULL"/><Relationship Id="rId158" Type="http://schemas.openxmlformats.org/officeDocument/2006/relationships/customXml" Target="../ink/ink5347.xml"/><Relationship Id="rId726" Type="http://schemas.openxmlformats.org/officeDocument/2006/relationships/image" Target="NULL"/><Relationship Id="rId62" Type="http://schemas.openxmlformats.org/officeDocument/2006/relationships/customXml" Target="../ink/ink5299.xml"/><Relationship Id="rId365" Type="http://schemas.openxmlformats.org/officeDocument/2006/relationships/image" Target="NULL"/><Relationship Id="rId572" Type="http://schemas.openxmlformats.org/officeDocument/2006/relationships/customXml" Target="../ink/ink5554.xml"/><Relationship Id="rId225" Type="http://schemas.openxmlformats.org/officeDocument/2006/relationships/image" Target="NULL"/><Relationship Id="rId432" Type="http://schemas.openxmlformats.org/officeDocument/2006/relationships/customXml" Target="../ink/ink5484.xml"/><Relationship Id="rId737" Type="http://schemas.openxmlformats.org/officeDocument/2006/relationships/customXml" Target="../ink/ink5638.xml"/><Relationship Id="rId73" Type="http://schemas.openxmlformats.org/officeDocument/2006/relationships/image" Target="NULL"/><Relationship Id="rId169" Type="http://schemas.openxmlformats.org/officeDocument/2006/relationships/image" Target="NULL"/><Relationship Id="rId376" Type="http://schemas.openxmlformats.org/officeDocument/2006/relationships/customXml" Target="../ink/ink5456.xml"/><Relationship Id="rId583" Type="http://schemas.openxmlformats.org/officeDocument/2006/relationships/image" Target="NULL"/><Relationship Id="rId790" Type="http://schemas.openxmlformats.org/officeDocument/2006/relationships/image" Target="NULL"/><Relationship Id="rId804" Type="http://schemas.openxmlformats.org/officeDocument/2006/relationships/image" Target="NULL"/><Relationship Id="rId4" Type="http://schemas.openxmlformats.org/officeDocument/2006/relationships/customXml" Target="../ink/ink5270.xml"/><Relationship Id="rId236" Type="http://schemas.openxmlformats.org/officeDocument/2006/relationships/customXml" Target="../ink/ink5386.xml"/><Relationship Id="rId443" Type="http://schemas.openxmlformats.org/officeDocument/2006/relationships/image" Target="NULL"/><Relationship Id="rId650" Type="http://schemas.openxmlformats.org/officeDocument/2006/relationships/image" Target="NULL"/><Relationship Id="rId303" Type="http://schemas.openxmlformats.org/officeDocument/2006/relationships/image" Target="NULL"/><Relationship Id="rId748" Type="http://schemas.openxmlformats.org/officeDocument/2006/relationships/image" Target="NULL"/><Relationship Id="rId84" Type="http://schemas.openxmlformats.org/officeDocument/2006/relationships/customXml" Target="../ink/ink5310.xml"/><Relationship Id="rId387" Type="http://schemas.openxmlformats.org/officeDocument/2006/relationships/image" Target="NULL"/><Relationship Id="rId510" Type="http://schemas.openxmlformats.org/officeDocument/2006/relationships/customXml" Target="../ink/ink5523.xml"/><Relationship Id="rId594" Type="http://schemas.openxmlformats.org/officeDocument/2006/relationships/customXml" Target="../ink/ink5565.xml"/><Relationship Id="rId608" Type="http://schemas.openxmlformats.org/officeDocument/2006/relationships/customXml" Target="../ink/ink5572.xml"/><Relationship Id="rId247" Type="http://schemas.openxmlformats.org/officeDocument/2006/relationships/image" Target="NULL"/><Relationship Id="rId107" Type="http://schemas.openxmlformats.org/officeDocument/2006/relationships/image" Target="NULL"/><Relationship Id="rId454" Type="http://schemas.openxmlformats.org/officeDocument/2006/relationships/customXml" Target="../ink/ink5495.xml"/><Relationship Id="rId661" Type="http://schemas.openxmlformats.org/officeDocument/2006/relationships/customXml" Target="../ink/ink5600.xml"/><Relationship Id="rId759" Type="http://schemas.openxmlformats.org/officeDocument/2006/relationships/customXml" Target="../ink/ink5649.xml"/><Relationship Id="rId11" Type="http://schemas.openxmlformats.org/officeDocument/2006/relationships/image" Target="NULL"/><Relationship Id="rId314" Type="http://schemas.openxmlformats.org/officeDocument/2006/relationships/customXml" Target="../ink/ink5425.xml"/><Relationship Id="rId398" Type="http://schemas.openxmlformats.org/officeDocument/2006/relationships/customXml" Target="../ink/ink5467.xml"/><Relationship Id="rId521" Type="http://schemas.openxmlformats.org/officeDocument/2006/relationships/image" Target="NULL"/><Relationship Id="rId619" Type="http://schemas.openxmlformats.org/officeDocument/2006/relationships/customXml" Target="../ink/ink5578.xml"/><Relationship Id="rId95" Type="http://schemas.openxmlformats.org/officeDocument/2006/relationships/image" Target="NULL"/><Relationship Id="rId160" Type="http://schemas.openxmlformats.org/officeDocument/2006/relationships/customXml" Target="../ink/ink5348.xml"/><Relationship Id="rId258" Type="http://schemas.openxmlformats.org/officeDocument/2006/relationships/customXml" Target="../ink/ink5397.xml"/><Relationship Id="rId465" Type="http://schemas.openxmlformats.org/officeDocument/2006/relationships/image" Target="NULL"/><Relationship Id="rId672" Type="http://schemas.openxmlformats.org/officeDocument/2006/relationships/image" Target="NULL"/><Relationship Id="rId22" Type="http://schemas.openxmlformats.org/officeDocument/2006/relationships/customXml" Target="../ink/ink5279.xml"/><Relationship Id="rId118" Type="http://schemas.openxmlformats.org/officeDocument/2006/relationships/customXml" Target="../ink/ink5327.xml"/><Relationship Id="rId325" Type="http://schemas.openxmlformats.org/officeDocument/2006/relationships/image" Target="NULL"/><Relationship Id="rId532" Type="http://schemas.openxmlformats.org/officeDocument/2006/relationships/customXml" Target="../ink/ink5534.xml"/><Relationship Id="rId171" Type="http://schemas.openxmlformats.org/officeDocument/2006/relationships/image" Target="NULL"/><Relationship Id="rId269" Type="http://schemas.openxmlformats.org/officeDocument/2006/relationships/image" Target="NULL"/><Relationship Id="rId476" Type="http://schemas.openxmlformats.org/officeDocument/2006/relationships/customXml" Target="../ink/ink5506.xml"/><Relationship Id="rId683" Type="http://schemas.openxmlformats.org/officeDocument/2006/relationships/customXml" Target="../ink/ink5611.xm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5835.xml"/><Relationship Id="rId366" Type="http://schemas.openxmlformats.org/officeDocument/2006/relationships/customXml" Target="../ink/ink5856.xml"/><Relationship Id="rId170" Type="http://schemas.openxmlformats.org/officeDocument/2006/relationships/customXml" Target="../ink/ink5758.xml"/><Relationship Id="rId226" Type="http://schemas.openxmlformats.org/officeDocument/2006/relationships/customXml" Target="../ink/ink5786.xml"/><Relationship Id="rId268" Type="http://schemas.openxmlformats.org/officeDocument/2006/relationships/customXml" Target="../ink/ink5807.xml"/><Relationship Id="rId32" Type="http://schemas.openxmlformats.org/officeDocument/2006/relationships/customXml" Target="../ink/ink5689.xml"/><Relationship Id="rId74" Type="http://schemas.openxmlformats.org/officeDocument/2006/relationships/customXml" Target="../ink/ink5710.xml"/><Relationship Id="rId128" Type="http://schemas.openxmlformats.org/officeDocument/2006/relationships/customXml" Target="../ink/ink5737.xml"/><Relationship Id="rId335" Type="http://schemas.openxmlformats.org/officeDocument/2006/relationships/image" Target="NULL"/><Relationship Id="rId377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5818.xml"/><Relationship Id="rId304" Type="http://schemas.openxmlformats.org/officeDocument/2006/relationships/customXml" Target="../ink/ink5825.xml"/><Relationship Id="rId346" Type="http://schemas.openxmlformats.org/officeDocument/2006/relationships/customXml" Target="../ink/ink5846.xml"/><Relationship Id="rId388" Type="http://schemas.openxmlformats.org/officeDocument/2006/relationships/customXml" Target="../ink/ink5867.xml"/><Relationship Id="rId85" Type="http://schemas.openxmlformats.org/officeDocument/2006/relationships/image" Target="NULL"/><Relationship Id="rId150" Type="http://schemas.openxmlformats.org/officeDocument/2006/relationships/customXml" Target="../ink/ink5748.xml"/><Relationship Id="rId192" Type="http://schemas.openxmlformats.org/officeDocument/2006/relationships/customXml" Target="../ink/ink5769.xml"/><Relationship Id="rId206" Type="http://schemas.openxmlformats.org/officeDocument/2006/relationships/customXml" Target="../ink/ink5776.xml"/><Relationship Id="rId248" Type="http://schemas.openxmlformats.org/officeDocument/2006/relationships/customXml" Target="../ink/ink5797.xml"/><Relationship Id="rId12" Type="http://schemas.openxmlformats.org/officeDocument/2006/relationships/customXml" Target="../ink/ink5679.xml"/><Relationship Id="rId108" Type="http://schemas.openxmlformats.org/officeDocument/2006/relationships/customXml" Target="../ink/ink5727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5700.xml"/><Relationship Id="rId96" Type="http://schemas.openxmlformats.org/officeDocument/2006/relationships/customXml" Target="../ink/ink5721.xml"/><Relationship Id="rId161" Type="http://schemas.openxmlformats.org/officeDocument/2006/relationships/image" Target="NULL"/><Relationship Id="rId217" Type="http://schemas.openxmlformats.org/officeDocument/2006/relationships/image" Target="NUL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5808.xml"/><Relationship Id="rId326" Type="http://schemas.openxmlformats.org/officeDocument/2006/relationships/customXml" Target="../ink/ink5836.xml"/><Relationship Id="rId65" Type="http://schemas.openxmlformats.org/officeDocument/2006/relationships/image" Target="NULL"/><Relationship Id="rId130" Type="http://schemas.openxmlformats.org/officeDocument/2006/relationships/customXml" Target="../ink/ink5738.xml"/><Relationship Id="rId368" Type="http://schemas.openxmlformats.org/officeDocument/2006/relationships/customXml" Target="../ink/ink5857.xml"/><Relationship Id="rId172" Type="http://schemas.openxmlformats.org/officeDocument/2006/relationships/customXml" Target="../ink/ink5759.xml"/><Relationship Id="rId228" Type="http://schemas.openxmlformats.org/officeDocument/2006/relationships/customXml" Target="../ink/ink5787.xm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5690.xml"/><Relationship Id="rId76" Type="http://schemas.openxmlformats.org/officeDocument/2006/relationships/customXml" Target="../ink/ink5711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250" Type="http://schemas.openxmlformats.org/officeDocument/2006/relationships/customXml" Target="../ink/ink5798.xml"/><Relationship Id="rId292" Type="http://schemas.openxmlformats.org/officeDocument/2006/relationships/customXml" Target="../ink/ink5819.xml"/><Relationship Id="rId306" Type="http://schemas.openxmlformats.org/officeDocument/2006/relationships/customXml" Target="../ink/ink5826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5728.xml"/><Relationship Id="rId348" Type="http://schemas.openxmlformats.org/officeDocument/2006/relationships/customXml" Target="../ink/ink5847.xml"/><Relationship Id="rId152" Type="http://schemas.openxmlformats.org/officeDocument/2006/relationships/customXml" Target="../ink/ink5749.xml"/><Relationship Id="rId194" Type="http://schemas.openxmlformats.org/officeDocument/2006/relationships/customXml" Target="../ink/ink5770.xml"/><Relationship Id="rId208" Type="http://schemas.openxmlformats.org/officeDocument/2006/relationships/customXml" Target="../ink/ink5777.xml"/><Relationship Id="rId261" Type="http://schemas.openxmlformats.org/officeDocument/2006/relationships/image" Target="NULL"/><Relationship Id="rId14" Type="http://schemas.openxmlformats.org/officeDocument/2006/relationships/customXml" Target="../ink/ink5680.xml"/><Relationship Id="rId56" Type="http://schemas.openxmlformats.org/officeDocument/2006/relationships/customXml" Target="../ink/ink5701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5722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5858.xml"/><Relationship Id="rId230" Type="http://schemas.openxmlformats.org/officeDocument/2006/relationships/customXml" Target="../ink/ink5788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5809.xml"/><Relationship Id="rId328" Type="http://schemas.openxmlformats.org/officeDocument/2006/relationships/customXml" Target="../ink/ink5837.xml"/><Relationship Id="rId132" Type="http://schemas.openxmlformats.org/officeDocument/2006/relationships/customXml" Target="../ink/ink5739.xml"/><Relationship Id="rId174" Type="http://schemas.openxmlformats.org/officeDocument/2006/relationships/customXml" Target="../ink/ink5760.xml"/><Relationship Id="rId381" Type="http://schemas.openxmlformats.org/officeDocument/2006/relationships/image" Target="NULL"/><Relationship Id="rId241" Type="http://schemas.openxmlformats.org/officeDocument/2006/relationships/image" Target="NULL"/><Relationship Id="rId36" Type="http://schemas.openxmlformats.org/officeDocument/2006/relationships/customXml" Target="../ink/ink5691.xml"/><Relationship Id="rId283" Type="http://schemas.openxmlformats.org/officeDocument/2006/relationships/image" Target="NULL"/><Relationship Id="rId339" Type="http://schemas.openxmlformats.org/officeDocument/2006/relationships/image" Target="NULL"/><Relationship Id="rId78" Type="http://schemas.openxmlformats.org/officeDocument/2006/relationships/customXml" Target="../ink/ink5712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5848.xml"/><Relationship Id="rId9" Type="http://schemas.openxmlformats.org/officeDocument/2006/relationships/image" Target="NULL"/><Relationship Id="rId210" Type="http://schemas.openxmlformats.org/officeDocument/2006/relationships/customXml" Target="../ink/ink5778.xml"/><Relationship Id="rId252" Type="http://schemas.openxmlformats.org/officeDocument/2006/relationships/customXml" Target="../ink/ink5799.xml"/><Relationship Id="rId294" Type="http://schemas.openxmlformats.org/officeDocument/2006/relationships/customXml" Target="../ink/ink5820.xml"/><Relationship Id="rId308" Type="http://schemas.openxmlformats.org/officeDocument/2006/relationships/customXml" Target="../ink/ink5827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5729.xml"/><Relationship Id="rId154" Type="http://schemas.openxmlformats.org/officeDocument/2006/relationships/customXml" Target="../ink/ink5750.xml"/><Relationship Id="rId361" Type="http://schemas.openxmlformats.org/officeDocument/2006/relationships/image" Target="NULL"/><Relationship Id="rId196" Type="http://schemas.openxmlformats.org/officeDocument/2006/relationships/customXml" Target="../ink/ink5771.xml"/><Relationship Id="rId200" Type="http://schemas.openxmlformats.org/officeDocument/2006/relationships/customXml" Target="../ink/ink5773.xml"/><Relationship Id="rId382" Type="http://schemas.openxmlformats.org/officeDocument/2006/relationships/customXml" Target="../ink/ink5864.xml"/><Relationship Id="rId16" Type="http://schemas.openxmlformats.org/officeDocument/2006/relationships/customXml" Target="../ink/ink5681.xml"/><Relationship Id="rId221" Type="http://schemas.openxmlformats.org/officeDocument/2006/relationships/image" Target="NULL"/><Relationship Id="rId242" Type="http://schemas.openxmlformats.org/officeDocument/2006/relationships/customXml" Target="../ink/ink5794.xml"/><Relationship Id="rId263" Type="http://schemas.openxmlformats.org/officeDocument/2006/relationships/image" Target="NULL"/><Relationship Id="rId284" Type="http://schemas.openxmlformats.org/officeDocument/2006/relationships/customXml" Target="../ink/ink5815.xml"/><Relationship Id="rId319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5702.xml"/><Relationship Id="rId79" Type="http://schemas.openxmlformats.org/officeDocument/2006/relationships/image" Target="NULL"/><Relationship Id="rId102" Type="http://schemas.openxmlformats.org/officeDocument/2006/relationships/customXml" Target="../ink/ink5724.xml"/><Relationship Id="rId123" Type="http://schemas.openxmlformats.org/officeDocument/2006/relationships/image" Target="NULL"/><Relationship Id="rId144" Type="http://schemas.openxmlformats.org/officeDocument/2006/relationships/customXml" Target="../ink/ink5745.xml"/><Relationship Id="rId330" Type="http://schemas.openxmlformats.org/officeDocument/2006/relationships/customXml" Target="../ink/ink5838.xml"/><Relationship Id="rId90" Type="http://schemas.openxmlformats.org/officeDocument/2006/relationships/customXml" Target="../ink/ink5718.xml"/><Relationship Id="rId165" Type="http://schemas.openxmlformats.org/officeDocument/2006/relationships/image" Target="NULL"/><Relationship Id="rId186" Type="http://schemas.openxmlformats.org/officeDocument/2006/relationships/customXml" Target="../ink/ink5766.xml"/><Relationship Id="rId351" Type="http://schemas.openxmlformats.org/officeDocument/2006/relationships/image" Target="NULL"/><Relationship Id="rId372" Type="http://schemas.openxmlformats.org/officeDocument/2006/relationships/customXml" Target="../ink/ink5859.xml"/><Relationship Id="rId211" Type="http://schemas.openxmlformats.org/officeDocument/2006/relationships/image" Target="NULL"/><Relationship Id="rId232" Type="http://schemas.openxmlformats.org/officeDocument/2006/relationships/customXml" Target="../ink/ink5789.xml"/><Relationship Id="rId253" Type="http://schemas.openxmlformats.org/officeDocument/2006/relationships/image" Target="NULL"/><Relationship Id="rId274" Type="http://schemas.openxmlformats.org/officeDocument/2006/relationships/customXml" Target="../ink/ink5810.xml"/><Relationship Id="rId295" Type="http://schemas.openxmlformats.org/officeDocument/2006/relationships/image" Target="NULL"/><Relationship Id="rId309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5697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5740.xml"/><Relationship Id="rId320" Type="http://schemas.openxmlformats.org/officeDocument/2006/relationships/customXml" Target="../ink/ink5833.xml"/><Relationship Id="rId80" Type="http://schemas.openxmlformats.org/officeDocument/2006/relationships/customXml" Target="../ink/ink5713.xml"/><Relationship Id="rId155" Type="http://schemas.openxmlformats.org/officeDocument/2006/relationships/image" Target="NULL"/><Relationship Id="rId176" Type="http://schemas.openxmlformats.org/officeDocument/2006/relationships/customXml" Target="../ink/ink5761.xml"/><Relationship Id="rId197" Type="http://schemas.openxmlformats.org/officeDocument/2006/relationships/image" Target="NULL"/><Relationship Id="rId341" Type="http://schemas.openxmlformats.org/officeDocument/2006/relationships/image" Target="NULL"/><Relationship Id="rId362" Type="http://schemas.openxmlformats.org/officeDocument/2006/relationships/customXml" Target="../ink/ink5854.xml"/><Relationship Id="rId383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5784.xml"/><Relationship Id="rId243" Type="http://schemas.openxmlformats.org/officeDocument/2006/relationships/image" Target="NULL"/><Relationship Id="rId264" Type="http://schemas.openxmlformats.org/officeDocument/2006/relationships/customXml" Target="../ink/ink5805.xml"/><Relationship Id="rId285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5692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5735.xml"/><Relationship Id="rId310" Type="http://schemas.openxmlformats.org/officeDocument/2006/relationships/customXml" Target="../ink/ink5828.xml"/><Relationship Id="rId70" Type="http://schemas.openxmlformats.org/officeDocument/2006/relationships/customXml" Target="../ink/ink5708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5756.xml"/><Relationship Id="rId187" Type="http://schemas.openxmlformats.org/officeDocument/2006/relationships/image" Target="NULL"/><Relationship Id="rId331" Type="http://schemas.openxmlformats.org/officeDocument/2006/relationships/image" Target="NULL"/><Relationship Id="rId352" Type="http://schemas.openxmlformats.org/officeDocument/2006/relationships/customXml" Target="../ink/ink5849.xml"/><Relationship Id="rId373" Type="http://schemas.openxmlformats.org/officeDocument/2006/relationships/image" Target="NUL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5779.xml"/><Relationship Id="rId233" Type="http://schemas.openxmlformats.org/officeDocument/2006/relationships/image" Target="NULL"/><Relationship Id="rId254" Type="http://schemas.openxmlformats.org/officeDocument/2006/relationships/customXml" Target="../ink/ink5800.xml"/><Relationship Id="rId28" Type="http://schemas.openxmlformats.org/officeDocument/2006/relationships/customXml" Target="../ink/ink5687.xml"/><Relationship Id="rId49" Type="http://schemas.openxmlformats.org/officeDocument/2006/relationships/image" Target="NULL"/><Relationship Id="rId114" Type="http://schemas.openxmlformats.org/officeDocument/2006/relationships/customXml" Target="../ink/ink5730.xml"/><Relationship Id="rId275" Type="http://schemas.openxmlformats.org/officeDocument/2006/relationships/image" Target="NULL"/><Relationship Id="rId296" Type="http://schemas.openxmlformats.org/officeDocument/2006/relationships/customXml" Target="../ink/ink5821.xml"/><Relationship Id="rId300" Type="http://schemas.openxmlformats.org/officeDocument/2006/relationships/customXml" Target="../ink/ink5823.xml"/><Relationship Id="rId60" Type="http://schemas.openxmlformats.org/officeDocument/2006/relationships/customXml" Target="../ink/ink5703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5751.xml"/><Relationship Id="rId177" Type="http://schemas.openxmlformats.org/officeDocument/2006/relationships/image" Target="NULL"/><Relationship Id="rId198" Type="http://schemas.openxmlformats.org/officeDocument/2006/relationships/customXml" Target="../ink/ink5772.xml"/><Relationship Id="rId321" Type="http://schemas.openxmlformats.org/officeDocument/2006/relationships/image" Target="NULL"/><Relationship Id="rId342" Type="http://schemas.openxmlformats.org/officeDocument/2006/relationships/customXml" Target="../ink/ink5844.xml"/><Relationship Id="rId363" Type="http://schemas.openxmlformats.org/officeDocument/2006/relationships/image" Target="NULL"/><Relationship Id="rId384" Type="http://schemas.openxmlformats.org/officeDocument/2006/relationships/customXml" Target="../ink/ink5865.xml"/><Relationship Id="rId202" Type="http://schemas.openxmlformats.org/officeDocument/2006/relationships/customXml" Target="../ink/ink5774.xml"/><Relationship Id="rId223" Type="http://schemas.openxmlformats.org/officeDocument/2006/relationships/image" Target="NULL"/><Relationship Id="rId244" Type="http://schemas.openxmlformats.org/officeDocument/2006/relationships/customXml" Target="../ink/ink5795.xml"/><Relationship Id="rId18" Type="http://schemas.openxmlformats.org/officeDocument/2006/relationships/customXml" Target="../ink/ink5682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5816.xml"/><Relationship Id="rId50" Type="http://schemas.openxmlformats.org/officeDocument/2006/relationships/customXml" Target="../ink/ink5698.xml"/><Relationship Id="rId104" Type="http://schemas.openxmlformats.org/officeDocument/2006/relationships/customXml" Target="../ink/ink5725.xml"/><Relationship Id="rId125" Type="http://schemas.openxmlformats.org/officeDocument/2006/relationships/image" Target="NULL"/><Relationship Id="rId146" Type="http://schemas.openxmlformats.org/officeDocument/2006/relationships/customXml" Target="../ink/ink5746.xml"/><Relationship Id="rId167" Type="http://schemas.openxmlformats.org/officeDocument/2006/relationships/image" Target="NULL"/><Relationship Id="rId188" Type="http://schemas.openxmlformats.org/officeDocument/2006/relationships/customXml" Target="../ink/ink5767.xml"/><Relationship Id="rId311" Type="http://schemas.openxmlformats.org/officeDocument/2006/relationships/image" Target="NULL"/><Relationship Id="rId332" Type="http://schemas.openxmlformats.org/officeDocument/2006/relationships/customXml" Target="../ink/ink5839.xml"/><Relationship Id="rId353" Type="http://schemas.openxmlformats.org/officeDocument/2006/relationships/image" Target="NULL"/><Relationship Id="rId374" Type="http://schemas.openxmlformats.org/officeDocument/2006/relationships/customXml" Target="../ink/ink5860.xml"/><Relationship Id="rId71" Type="http://schemas.openxmlformats.org/officeDocument/2006/relationships/image" Target="NULL"/><Relationship Id="rId92" Type="http://schemas.openxmlformats.org/officeDocument/2006/relationships/customXml" Target="../ink/ink5719.xml"/><Relationship Id="rId213" Type="http://schemas.openxmlformats.org/officeDocument/2006/relationships/image" Target="NULL"/><Relationship Id="rId234" Type="http://schemas.openxmlformats.org/officeDocument/2006/relationships/customXml" Target="../ink/ink5790.xml"/><Relationship Id="rId2" Type="http://schemas.openxmlformats.org/officeDocument/2006/relationships/customXml" Target="../ink/ink5674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5811.xml"/><Relationship Id="rId297" Type="http://schemas.openxmlformats.org/officeDocument/2006/relationships/image" Target="NULL"/><Relationship Id="rId40" Type="http://schemas.openxmlformats.org/officeDocument/2006/relationships/customXml" Target="../ink/ink5693.xml"/><Relationship Id="rId115" Type="http://schemas.openxmlformats.org/officeDocument/2006/relationships/image" Target="NULL"/><Relationship Id="rId136" Type="http://schemas.openxmlformats.org/officeDocument/2006/relationships/customXml" Target="../ink/ink5741.xml"/><Relationship Id="rId157" Type="http://schemas.openxmlformats.org/officeDocument/2006/relationships/image" Target="NULL"/><Relationship Id="rId178" Type="http://schemas.openxmlformats.org/officeDocument/2006/relationships/customXml" Target="../ink/ink5762.xml"/><Relationship Id="rId301" Type="http://schemas.openxmlformats.org/officeDocument/2006/relationships/image" Target="NULL"/><Relationship Id="rId322" Type="http://schemas.openxmlformats.org/officeDocument/2006/relationships/customXml" Target="../ink/ink5834.xml"/><Relationship Id="rId343" Type="http://schemas.openxmlformats.org/officeDocument/2006/relationships/image" Target="NULL"/><Relationship Id="rId364" Type="http://schemas.openxmlformats.org/officeDocument/2006/relationships/customXml" Target="../ink/ink5855.xml"/><Relationship Id="rId61" Type="http://schemas.openxmlformats.org/officeDocument/2006/relationships/image" Target="NULL"/><Relationship Id="rId82" Type="http://schemas.openxmlformats.org/officeDocument/2006/relationships/customXml" Target="../ink/ink5714.xml"/><Relationship Id="rId199" Type="http://schemas.openxmlformats.org/officeDocument/2006/relationships/image" Target="NULL"/><Relationship Id="rId203" Type="http://schemas.openxmlformats.org/officeDocument/2006/relationships/image" Target="NULL"/><Relationship Id="rId385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5785.xml"/><Relationship Id="rId245" Type="http://schemas.openxmlformats.org/officeDocument/2006/relationships/image" Target="NULL"/><Relationship Id="rId266" Type="http://schemas.openxmlformats.org/officeDocument/2006/relationships/customXml" Target="../ink/ink5806.xml"/><Relationship Id="rId287" Type="http://schemas.openxmlformats.org/officeDocument/2006/relationships/image" Target="NULL"/><Relationship Id="rId30" Type="http://schemas.openxmlformats.org/officeDocument/2006/relationships/customXml" Target="../ink/ink5688.xml"/><Relationship Id="rId105" Type="http://schemas.openxmlformats.org/officeDocument/2006/relationships/image" Target="NULL"/><Relationship Id="rId126" Type="http://schemas.openxmlformats.org/officeDocument/2006/relationships/customXml" Target="../ink/ink5736.xml"/><Relationship Id="rId147" Type="http://schemas.openxmlformats.org/officeDocument/2006/relationships/image" Target="NULL"/><Relationship Id="rId168" Type="http://schemas.openxmlformats.org/officeDocument/2006/relationships/customXml" Target="../ink/ink5757.xml"/><Relationship Id="rId312" Type="http://schemas.openxmlformats.org/officeDocument/2006/relationships/customXml" Target="../ink/ink5829.xml"/><Relationship Id="rId333" Type="http://schemas.openxmlformats.org/officeDocument/2006/relationships/image" Target="NULL"/><Relationship Id="rId354" Type="http://schemas.openxmlformats.org/officeDocument/2006/relationships/customXml" Target="../ink/ink5850.xml"/><Relationship Id="rId51" Type="http://schemas.openxmlformats.org/officeDocument/2006/relationships/image" Target="NULL"/><Relationship Id="rId72" Type="http://schemas.openxmlformats.org/officeDocument/2006/relationships/customXml" Target="../ink/ink5709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5780.xml"/><Relationship Id="rId235" Type="http://schemas.openxmlformats.org/officeDocument/2006/relationships/image" Target="NULL"/><Relationship Id="rId256" Type="http://schemas.openxmlformats.org/officeDocument/2006/relationships/customXml" Target="../ink/ink5801.xml"/><Relationship Id="rId277" Type="http://schemas.openxmlformats.org/officeDocument/2006/relationships/image" Target="NULL"/><Relationship Id="rId298" Type="http://schemas.openxmlformats.org/officeDocument/2006/relationships/customXml" Target="../ink/ink5822.xml"/><Relationship Id="rId116" Type="http://schemas.openxmlformats.org/officeDocument/2006/relationships/customXml" Target="../ink/ink5731.xml"/><Relationship Id="rId137" Type="http://schemas.openxmlformats.org/officeDocument/2006/relationships/image" Target="NULL"/><Relationship Id="rId158" Type="http://schemas.openxmlformats.org/officeDocument/2006/relationships/customXml" Target="../ink/ink5752.xml"/><Relationship Id="rId302" Type="http://schemas.openxmlformats.org/officeDocument/2006/relationships/customXml" Target="../ink/ink5824.xml"/><Relationship Id="rId323" Type="http://schemas.openxmlformats.org/officeDocument/2006/relationships/image" Target="NULL"/><Relationship Id="rId344" Type="http://schemas.openxmlformats.org/officeDocument/2006/relationships/customXml" Target="../ink/ink5845.xml"/><Relationship Id="rId20" Type="http://schemas.openxmlformats.org/officeDocument/2006/relationships/customXml" Target="../ink/ink5683.xml"/><Relationship Id="rId41" Type="http://schemas.openxmlformats.org/officeDocument/2006/relationships/image" Target="NULL"/><Relationship Id="rId62" Type="http://schemas.openxmlformats.org/officeDocument/2006/relationships/customXml" Target="../ink/ink5704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image" Target="NULL"/><Relationship Id="rId386" Type="http://schemas.openxmlformats.org/officeDocument/2006/relationships/customXml" Target="../ink/ink5866.xml"/><Relationship Id="rId190" Type="http://schemas.openxmlformats.org/officeDocument/2006/relationships/customXml" Target="../ink/ink5768.xml"/><Relationship Id="rId204" Type="http://schemas.openxmlformats.org/officeDocument/2006/relationships/customXml" Target="../ink/ink5775.xml"/><Relationship Id="rId225" Type="http://schemas.openxmlformats.org/officeDocument/2006/relationships/image" Target="NULL"/><Relationship Id="rId246" Type="http://schemas.openxmlformats.org/officeDocument/2006/relationships/customXml" Target="../ink/ink5796.xml"/><Relationship Id="rId267" Type="http://schemas.openxmlformats.org/officeDocument/2006/relationships/image" Target="NULL"/><Relationship Id="rId288" Type="http://schemas.openxmlformats.org/officeDocument/2006/relationships/customXml" Target="../ink/ink5817.xml"/><Relationship Id="rId106" Type="http://schemas.openxmlformats.org/officeDocument/2006/relationships/customXml" Target="../ink/ink5726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5678.xml"/><Relationship Id="rId31" Type="http://schemas.openxmlformats.org/officeDocument/2006/relationships/image" Target="NULL"/><Relationship Id="rId52" Type="http://schemas.openxmlformats.org/officeDocument/2006/relationships/customXml" Target="../ink/ink5699.xml"/><Relationship Id="rId73" Type="http://schemas.openxmlformats.org/officeDocument/2006/relationships/image" Target="NULL"/><Relationship Id="rId94" Type="http://schemas.openxmlformats.org/officeDocument/2006/relationships/customXml" Target="../ink/ink5720.xml"/><Relationship Id="rId148" Type="http://schemas.openxmlformats.org/officeDocument/2006/relationships/customXml" Target="../ink/ink5747.xml"/><Relationship Id="rId169" Type="http://schemas.openxmlformats.org/officeDocument/2006/relationships/image" Target="NULL"/><Relationship Id="rId334" Type="http://schemas.openxmlformats.org/officeDocument/2006/relationships/customXml" Target="../ink/ink5840.xml"/><Relationship Id="rId355" Type="http://schemas.openxmlformats.org/officeDocument/2006/relationships/image" Target="NULL"/><Relationship Id="rId376" Type="http://schemas.openxmlformats.org/officeDocument/2006/relationships/customXml" Target="../ink/ink5861.xml"/><Relationship Id="rId4" Type="http://schemas.openxmlformats.org/officeDocument/2006/relationships/customXml" Target="../ink/ink5675.xml"/><Relationship Id="rId180" Type="http://schemas.openxmlformats.org/officeDocument/2006/relationships/customXml" Target="../ink/ink5763.xml"/><Relationship Id="rId215" Type="http://schemas.openxmlformats.org/officeDocument/2006/relationships/image" Target="NULL"/><Relationship Id="rId236" Type="http://schemas.openxmlformats.org/officeDocument/2006/relationships/customXml" Target="../ink/ink5791.xml"/><Relationship Id="rId257" Type="http://schemas.openxmlformats.org/officeDocument/2006/relationships/image" Target="NULL"/><Relationship Id="rId278" Type="http://schemas.openxmlformats.org/officeDocument/2006/relationships/customXml" Target="../ink/ink5812.xml"/><Relationship Id="rId303" Type="http://schemas.openxmlformats.org/officeDocument/2006/relationships/image" Target="NULL"/><Relationship Id="rId42" Type="http://schemas.openxmlformats.org/officeDocument/2006/relationships/customXml" Target="../ink/ink5694.xml"/><Relationship Id="rId84" Type="http://schemas.openxmlformats.org/officeDocument/2006/relationships/customXml" Target="../ink/ink5715.xml"/><Relationship Id="rId138" Type="http://schemas.openxmlformats.org/officeDocument/2006/relationships/customXml" Target="../ink/ink5742.xml"/><Relationship Id="rId345" Type="http://schemas.openxmlformats.org/officeDocument/2006/relationships/image" Target="NULL"/><Relationship Id="rId387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5830.xml"/><Relationship Id="rId356" Type="http://schemas.openxmlformats.org/officeDocument/2006/relationships/customXml" Target="../ink/ink5851.xml"/><Relationship Id="rId95" Type="http://schemas.openxmlformats.org/officeDocument/2006/relationships/image" Target="NULL"/><Relationship Id="rId160" Type="http://schemas.openxmlformats.org/officeDocument/2006/relationships/customXml" Target="../ink/ink5753.xml"/><Relationship Id="rId216" Type="http://schemas.openxmlformats.org/officeDocument/2006/relationships/customXml" Target="../ink/ink5781.xml"/><Relationship Id="rId258" Type="http://schemas.openxmlformats.org/officeDocument/2006/relationships/customXml" Target="../ink/ink5802.xml"/><Relationship Id="rId22" Type="http://schemas.openxmlformats.org/officeDocument/2006/relationships/customXml" Target="../ink/ink5684.xml"/><Relationship Id="rId64" Type="http://schemas.openxmlformats.org/officeDocument/2006/relationships/customXml" Target="../ink/ink5705.xml"/><Relationship Id="rId118" Type="http://schemas.openxmlformats.org/officeDocument/2006/relationships/customXml" Target="../ink/ink5732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5813.xml"/><Relationship Id="rId336" Type="http://schemas.openxmlformats.org/officeDocument/2006/relationships/customXml" Target="../ink/ink5841.xml"/><Relationship Id="rId75" Type="http://schemas.openxmlformats.org/officeDocument/2006/relationships/image" Target="NULL"/><Relationship Id="rId140" Type="http://schemas.openxmlformats.org/officeDocument/2006/relationships/customXml" Target="../ink/ink5743.xml"/><Relationship Id="rId182" Type="http://schemas.openxmlformats.org/officeDocument/2006/relationships/customXml" Target="../ink/ink5764.xml"/><Relationship Id="rId378" Type="http://schemas.openxmlformats.org/officeDocument/2006/relationships/customXml" Target="../ink/ink5862.xml"/><Relationship Id="rId6" Type="http://schemas.openxmlformats.org/officeDocument/2006/relationships/customXml" Target="../ink/ink5676.xml"/><Relationship Id="rId238" Type="http://schemas.openxmlformats.org/officeDocument/2006/relationships/customXml" Target="../ink/ink5792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5695.xml"/><Relationship Id="rId86" Type="http://schemas.openxmlformats.org/officeDocument/2006/relationships/customXml" Target="../ink/ink5716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5803.xml"/><Relationship Id="rId316" Type="http://schemas.openxmlformats.org/officeDocument/2006/relationships/customXml" Target="../ink/ink5831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5733.xml"/><Relationship Id="rId358" Type="http://schemas.openxmlformats.org/officeDocument/2006/relationships/customXml" Target="../ink/ink5852.xml"/><Relationship Id="rId162" Type="http://schemas.openxmlformats.org/officeDocument/2006/relationships/customXml" Target="../ink/ink5754.xml"/><Relationship Id="rId218" Type="http://schemas.openxmlformats.org/officeDocument/2006/relationships/customXml" Target="../ink/ink5782.xml"/><Relationship Id="rId271" Type="http://schemas.openxmlformats.org/officeDocument/2006/relationships/image" Target="NULL"/><Relationship Id="rId24" Type="http://schemas.openxmlformats.org/officeDocument/2006/relationships/customXml" Target="../ink/ink5685.xml"/><Relationship Id="rId66" Type="http://schemas.openxmlformats.org/officeDocument/2006/relationships/customXml" Target="../ink/ink5706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5863.xml"/><Relationship Id="rId240" Type="http://schemas.openxmlformats.org/officeDocument/2006/relationships/customXml" Target="../ink/ink5793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5723.xml"/><Relationship Id="rId282" Type="http://schemas.openxmlformats.org/officeDocument/2006/relationships/customXml" Target="../ink/ink5814.xml"/><Relationship Id="rId338" Type="http://schemas.openxmlformats.org/officeDocument/2006/relationships/customXml" Target="../ink/ink5842.xml"/><Relationship Id="rId8" Type="http://schemas.openxmlformats.org/officeDocument/2006/relationships/customXml" Target="../ink/ink5677.xml"/><Relationship Id="rId142" Type="http://schemas.openxmlformats.org/officeDocument/2006/relationships/customXml" Target="../ink/ink5744.xml"/><Relationship Id="rId184" Type="http://schemas.openxmlformats.org/officeDocument/2006/relationships/customXml" Target="../ink/ink5765.xml"/><Relationship Id="rId251" Type="http://schemas.openxmlformats.org/officeDocument/2006/relationships/image" Target="NULL"/><Relationship Id="rId46" Type="http://schemas.openxmlformats.org/officeDocument/2006/relationships/customXml" Target="../ink/ink5696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5717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5853.xml"/><Relationship Id="rId220" Type="http://schemas.openxmlformats.org/officeDocument/2006/relationships/customXml" Target="../ink/ink5783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5804.xml"/><Relationship Id="rId318" Type="http://schemas.openxmlformats.org/officeDocument/2006/relationships/customXml" Target="../ink/ink5832.xml"/><Relationship Id="rId99" Type="http://schemas.openxmlformats.org/officeDocument/2006/relationships/image" Target="NULL"/><Relationship Id="rId122" Type="http://schemas.openxmlformats.org/officeDocument/2006/relationships/customXml" Target="../ink/ink5734.xml"/><Relationship Id="rId164" Type="http://schemas.openxmlformats.org/officeDocument/2006/relationships/customXml" Target="../ink/ink5755.xml"/><Relationship Id="rId371" Type="http://schemas.openxmlformats.org/officeDocument/2006/relationships/image" Target="NULL"/><Relationship Id="rId26" Type="http://schemas.openxmlformats.org/officeDocument/2006/relationships/customXml" Target="../ink/ink5686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68" Type="http://schemas.openxmlformats.org/officeDocument/2006/relationships/customXml" Target="../ink/ink5707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5843.xm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customXml" Target="../ink/ink6030.xml"/><Relationship Id="rId531" Type="http://schemas.openxmlformats.org/officeDocument/2006/relationships/customXml" Target="../ink/ink6135.xml"/><Relationship Id="rId170" Type="http://schemas.openxmlformats.org/officeDocument/2006/relationships/image" Target="NULL"/><Relationship Id="rId268" Type="http://schemas.openxmlformats.org/officeDocument/2006/relationships/image" Target="NULL"/><Relationship Id="rId475" Type="http://schemas.openxmlformats.org/officeDocument/2006/relationships/customXml" Target="../ink/ink6107.xml"/><Relationship Id="rId32" Type="http://schemas.openxmlformats.org/officeDocument/2006/relationships/customXml" Target="../ink/ink5883.xml"/><Relationship Id="rId128" Type="http://schemas.openxmlformats.org/officeDocument/2006/relationships/customXml" Target="../ink/ink5931.xml"/><Relationship Id="rId335" Type="http://schemas.openxmlformats.org/officeDocument/2006/relationships/image" Target="NULL"/><Relationship Id="rId542" Type="http://schemas.openxmlformats.org/officeDocument/2006/relationships/image" Target="NULL"/><Relationship Id="rId181" Type="http://schemas.openxmlformats.org/officeDocument/2006/relationships/customXml" Target="../ink/ink5958.xml"/><Relationship Id="rId402" Type="http://schemas.openxmlformats.org/officeDocument/2006/relationships/image" Target="NULL"/><Relationship Id="rId279" Type="http://schemas.openxmlformats.org/officeDocument/2006/relationships/customXml" Target="../ink/ink6007.xm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image" Target="NULL"/><Relationship Id="rId553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customXml" Target="../ink/ink6075.xml"/><Relationship Id="rId497" Type="http://schemas.openxmlformats.org/officeDocument/2006/relationships/customXml" Target="../ink/ink6118.xml"/><Relationship Id="rId357" Type="http://schemas.openxmlformats.org/officeDocument/2006/relationships/customXml" Target="../ink/ink6047.xml"/><Relationship Id="rId54" Type="http://schemas.openxmlformats.org/officeDocument/2006/relationships/customXml" Target="../ink/ink5894.xml"/><Relationship Id="rId217" Type="http://schemas.openxmlformats.org/officeDocument/2006/relationships/customXml" Target="../ink/ink5976.xml"/><Relationship Id="rId564" Type="http://schemas.openxmlformats.org/officeDocument/2006/relationships/customXml" Target="../ink/ink6152.xml"/><Relationship Id="rId424" Type="http://schemas.openxmlformats.org/officeDocument/2006/relationships/image" Target="NULL"/><Relationship Id="rId270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customXml" Target="../ink/ink5932.xml"/><Relationship Id="rId368" Type="http://schemas.openxmlformats.org/officeDocument/2006/relationships/image" Target="NULL"/><Relationship Id="rId575" Type="http://schemas.openxmlformats.org/officeDocument/2006/relationships/image" Target="NULL"/><Relationship Id="rId228" Type="http://schemas.openxmlformats.org/officeDocument/2006/relationships/image" Target="NULL"/><Relationship Id="rId435" Type="http://schemas.openxmlformats.org/officeDocument/2006/relationships/customXml" Target="../ink/ink6087.xml"/><Relationship Id="rId281" Type="http://schemas.openxmlformats.org/officeDocument/2006/relationships/customXml" Target="../ink/ink6008.xml"/><Relationship Id="rId502" Type="http://schemas.openxmlformats.org/officeDocument/2006/relationships/image" Target="NULL"/><Relationship Id="rId76" Type="http://schemas.openxmlformats.org/officeDocument/2006/relationships/customXml" Target="../ink/ink5905.xml"/><Relationship Id="rId141" Type="http://schemas.openxmlformats.org/officeDocument/2006/relationships/image" Target="NULL"/><Relationship Id="rId379" Type="http://schemas.openxmlformats.org/officeDocument/2006/relationships/customXml" Target="../ink/ink6058.xml"/><Relationship Id="rId586" Type="http://schemas.openxmlformats.org/officeDocument/2006/relationships/customXml" Target="../ink/ink6163.xml"/><Relationship Id="rId7" Type="http://schemas.openxmlformats.org/officeDocument/2006/relationships/image" Target="NULL"/><Relationship Id="rId239" Type="http://schemas.openxmlformats.org/officeDocument/2006/relationships/customXml" Target="../ink/ink5987.xml"/><Relationship Id="rId446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customXml" Target="../ink/ink6021.xml"/><Relationship Id="rId87" Type="http://schemas.openxmlformats.org/officeDocument/2006/relationships/image" Target="NULL"/><Relationship Id="rId513" Type="http://schemas.openxmlformats.org/officeDocument/2006/relationships/customXml" Target="../ink/ink6126.xml"/><Relationship Id="rId597" Type="http://schemas.openxmlformats.org/officeDocument/2006/relationships/image" Target="NULL"/><Relationship Id="rId152" Type="http://schemas.openxmlformats.org/officeDocument/2006/relationships/image" Target="NULL"/><Relationship Id="rId457" Type="http://schemas.openxmlformats.org/officeDocument/2006/relationships/customXml" Target="../ink/ink6098.xml"/><Relationship Id="rId14" Type="http://schemas.openxmlformats.org/officeDocument/2006/relationships/customXml" Target="../ink/ink5874.xml"/><Relationship Id="rId317" Type="http://schemas.openxmlformats.org/officeDocument/2006/relationships/image" Target="NULL"/><Relationship Id="rId524" Type="http://schemas.openxmlformats.org/officeDocument/2006/relationships/image" Target="NULL"/><Relationship Id="rId98" Type="http://schemas.openxmlformats.org/officeDocument/2006/relationships/customXml" Target="../ink/ink5916.xml"/><Relationship Id="rId121" Type="http://schemas.openxmlformats.org/officeDocument/2006/relationships/image" Target="NULL"/><Relationship Id="rId163" Type="http://schemas.openxmlformats.org/officeDocument/2006/relationships/customXml" Target="../ink/ink5949.xml"/><Relationship Id="rId219" Type="http://schemas.openxmlformats.org/officeDocument/2006/relationships/customXml" Target="../ink/ink5977.xml"/><Relationship Id="rId370" Type="http://schemas.openxmlformats.org/officeDocument/2006/relationships/image" Target="NULL"/><Relationship Id="rId426" Type="http://schemas.openxmlformats.org/officeDocument/2006/relationships/image" Target="NULL"/><Relationship Id="rId230" Type="http://schemas.openxmlformats.org/officeDocument/2006/relationships/image" Target="NULL"/><Relationship Id="rId468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customXml" Target="../ink/ink6032.xml"/><Relationship Id="rId535" Type="http://schemas.openxmlformats.org/officeDocument/2006/relationships/customXml" Target="../ink/ink6137.xml"/><Relationship Id="rId577" Type="http://schemas.openxmlformats.org/officeDocument/2006/relationships/image" Target="NULL"/><Relationship Id="rId132" Type="http://schemas.openxmlformats.org/officeDocument/2006/relationships/customXml" Target="../ink/ink5933.xml"/><Relationship Id="rId174" Type="http://schemas.openxmlformats.org/officeDocument/2006/relationships/image" Target="NULL"/><Relationship Id="rId381" Type="http://schemas.openxmlformats.org/officeDocument/2006/relationships/customXml" Target="../ink/ink6059.xml"/><Relationship Id="rId602" Type="http://schemas.openxmlformats.org/officeDocument/2006/relationships/customXml" Target="../ink/ink6171.xml"/><Relationship Id="rId241" Type="http://schemas.openxmlformats.org/officeDocument/2006/relationships/customXml" Target="../ink/ink5988.xml"/><Relationship Id="rId437" Type="http://schemas.openxmlformats.org/officeDocument/2006/relationships/customXml" Target="../ink/ink6088.xml"/><Relationship Id="rId479" Type="http://schemas.openxmlformats.org/officeDocument/2006/relationships/customXml" Target="../ink/ink6109.xml"/><Relationship Id="rId36" Type="http://schemas.openxmlformats.org/officeDocument/2006/relationships/customXml" Target="../ink/ink5885.xml"/><Relationship Id="rId283" Type="http://schemas.openxmlformats.org/officeDocument/2006/relationships/customXml" Target="../ink/ink6009.xml"/><Relationship Id="rId339" Type="http://schemas.openxmlformats.org/officeDocument/2006/relationships/customXml" Target="../ink/ink6038.xml"/><Relationship Id="rId490" Type="http://schemas.openxmlformats.org/officeDocument/2006/relationships/image" Target="NULL"/><Relationship Id="rId504" Type="http://schemas.openxmlformats.org/officeDocument/2006/relationships/image" Target="NULL"/><Relationship Id="rId546" Type="http://schemas.openxmlformats.org/officeDocument/2006/relationships/customXml" Target="../ink/ink6143.xml"/><Relationship Id="rId78" Type="http://schemas.openxmlformats.org/officeDocument/2006/relationships/customXml" Target="../ink/ink5906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customXml" Target="../ink/ink5960.xml"/><Relationship Id="rId350" Type="http://schemas.openxmlformats.org/officeDocument/2006/relationships/image" Target="NULL"/><Relationship Id="rId406" Type="http://schemas.openxmlformats.org/officeDocument/2006/relationships/image" Target="NULL"/><Relationship Id="rId588" Type="http://schemas.openxmlformats.org/officeDocument/2006/relationships/customXml" Target="../ink/ink6164.xm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image" Target="NULL"/><Relationship Id="rId448" Type="http://schemas.openxmlformats.org/officeDocument/2006/relationships/image" Target="NULL"/><Relationship Id="rId252" Type="http://schemas.openxmlformats.org/officeDocument/2006/relationships/image" Target="NULL"/><Relationship Id="rId294" Type="http://schemas.openxmlformats.org/officeDocument/2006/relationships/customXml" Target="../ink/ink6015.xml"/><Relationship Id="rId308" Type="http://schemas.openxmlformats.org/officeDocument/2006/relationships/customXml" Target="../ink/ink6022.xml"/><Relationship Id="rId515" Type="http://schemas.openxmlformats.org/officeDocument/2006/relationships/customXml" Target="../ink/ink6127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5923.xml"/><Relationship Id="rId154" Type="http://schemas.openxmlformats.org/officeDocument/2006/relationships/image" Target="NULL"/><Relationship Id="rId361" Type="http://schemas.openxmlformats.org/officeDocument/2006/relationships/customXml" Target="../ink/ink6049.xml"/><Relationship Id="rId557" Type="http://schemas.openxmlformats.org/officeDocument/2006/relationships/image" Target="NULL"/><Relationship Id="rId599" Type="http://schemas.openxmlformats.org/officeDocument/2006/relationships/image" Target="NULL"/><Relationship Id="rId196" Type="http://schemas.openxmlformats.org/officeDocument/2006/relationships/image" Target="NULL"/><Relationship Id="rId417" Type="http://schemas.openxmlformats.org/officeDocument/2006/relationships/customXml" Target="../ink/ink6077.xml"/><Relationship Id="rId459" Type="http://schemas.openxmlformats.org/officeDocument/2006/relationships/customXml" Target="../ink/ink6099.xml"/><Relationship Id="rId16" Type="http://schemas.openxmlformats.org/officeDocument/2006/relationships/customXml" Target="../ink/ink5875.xml"/><Relationship Id="rId221" Type="http://schemas.openxmlformats.org/officeDocument/2006/relationships/customXml" Target="../ink/ink5978.xml"/><Relationship Id="rId263" Type="http://schemas.openxmlformats.org/officeDocument/2006/relationships/customXml" Target="../ink/ink5999.xml"/><Relationship Id="rId319" Type="http://schemas.openxmlformats.org/officeDocument/2006/relationships/image" Target="NULL"/><Relationship Id="rId470" Type="http://schemas.openxmlformats.org/officeDocument/2006/relationships/image" Target="NULL"/><Relationship Id="rId526" Type="http://schemas.openxmlformats.org/officeDocument/2006/relationships/image" Target="NULL"/><Relationship Id="rId58" Type="http://schemas.openxmlformats.org/officeDocument/2006/relationships/customXml" Target="../ink/ink5896.xml"/><Relationship Id="rId123" Type="http://schemas.openxmlformats.org/officeDocument/2006/relationships/image" Target="NULL"/><Relationship Id="rId330" Type="http://schemas.openxmlformats.org/officeDocument/2006/relationships/customXml" Target="../ink/ink6033.xml"/><Relationship Id="rId568" Type="http://schemas.openxmlformats.org/officeDocument/2006/relationships/customXml" Target="../ink/ink6154.xml"/><Relationship Id="rId165" Type="http://schemas.openxmlformats.org/officeDocument/2006/relationships/customXml" Target="../ink/ink5950.xml"/><Relationship Id="rId372" Type="http://schemas.openxmlformats.org/officeDocument/2006/relationships/image" Target="NULL"/><Relationship Id="rId428" Type="http://schemas.openxmlformats.org/officeDocument/2006/relationships/customXml" Target="../ink/ink6083.xml"/><Relationship Id="rId232" Type="http://schemas.openxmlformats.org/officeDocument/2006/relationships/image" Target="NULL"/><Relationship Id="rId274" Type="http://schemas.openxmlformats.org/officeDocument/2006/relationships/image" Target="NULL"/><Relationship Id="rId481" Type="http://schemas.openxmlformats.org/officeDocument/2006/relationships/customXml" Target="../ink/ink6110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5934.xml"/><Relationship Id="rId537" Type="http://schemas.openxmlformats.org/officeDocument/2006/relationships/customXml" Target="../ink/ink6138.xml"/><Relationship Id="rId579" Type="http://schemas.openxmlformats.org/officeDocument/2006/relationships/image" Target="NULL"/><Relationship Id="rId80" Type="http://schemas.openxmlformats.org/officeDocument/2006/relationships/customXml" Target="../ink/ink5907.xml"/><Relationship Id="rId176" Type="http://schemas.openxmlformats.org/officeDocument/2006/relationships/image" Target="NULL"/><Relationship Id="rId341" Type="http://schemas.openxmlformats.org/officeDocument/2006/relationships/customXml" Target="../ink/ink6039.xml"/><Relationship Id="rId383" Type="http://schemas.openxmlformats.org/officeDocument/2006/relationships/customXml" Target="../ink/ink6060.xml"/><Relationship Id="rId439" Type="http://schemas.openxmlformats.org/officeDocument/2006/relationships/customXml" Target="../ink/ink6089.xml"/><Relationship Id="rId590" Type="http://schemas.openxmlformats.org/officeDocument/2006/relationships/customXml" Target="../ink/ink6165.xml"/><Relationship Id="rId604" Type="http://schemas.openxmlformats.org/officeDocument/2006/relationships/customXml" Target="../ink/ink6172.xml"/><Relationship Id="rId201" Type="http://schemas.openxmlformats.org/officeDocument/2006/relationships/customXml" Target="../ink/ink5968.xml"/><Relationship Id="rId243" Type="http://schemas.openxmlformats.org/officeDocument/2006/relationships/customXml" Target="../ink/ink5989.xml"/><Relationship Id="rId285" Type="http://schemas.openxmlformats.org/officeDocument/2006/relationships/customXml" Target="../ink/ink6010.xml"/><Relationship Id="rId450" Type="http://schemas.openxmlformats.org/officeDocument/2006/relationships/image" Target="NULL"/><Relationship Id="rId506" Type="http://schemas.openxmlformats.org/officeDocument/2006/relationships/image" Target="NULL"/><Relationship Id="rId38" Type="http://schemas.openxmlformats.org/officeDocument/2006/relationships/customXml" Target="../ink/ink5886.xml"/><Relationship Id="rId103" Type="http://schemas.openxmlformats.org/officeDocument/2006/relationships/image" Target="NULL"/><Relationship Id="rId310" Type="http://schemas.openxmlformats.org/officeDocument/2006/relationships/customXml" Target="../ink/ink6023.xml"/><Relationship Id="rId492" Type="http://schemas.openxmlformats.org/officeDocument/2006/relationships/image" Target="NULL"/><Relationship Id="rId548" Type="http://schemas.openxmlformats.org/officeDocument/2006/relationships/customXml" Target="../ink/ink6144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customXml" Target="../ink/ink5961.xm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image" Target="NUL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customXml" Target="../ink/ink5924.xml"/><Relationship Id="rId296" Type="http://schemas.openxmlformats.org/officeDocument/2006/relationships/customXml" Target="../ink/ink6016.xml"/><Relationship Id="rId461" Type="http://schemas.openxmlformats.org/officeDocument/2006/relationships/customXml" Target="../ink/ink6100.xml"/><Relationship Id="rId517" Type="http://schemas.openxmlformats.org/officeDocument/2006/relationships/customXml" Target="../ink/ink6128.xml"/><Relationship Id="rId559" Type="http://schemas.openxmlformats.org/officeDocument/2006/relationships/image" Target="NULL"/><Relationship Id="rId60" Type="http://schemas.openxmlformats.org/officeDocument/2006/relationships/customXml" Target="../ink/ink5897.xml"/><Relationship Id="rId156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image" Target="NULL"/><Relationship Id="rId363" Type="http://schemas.openxmlformats.org/officeDocument/2006/relationships/customXml" Target="../ink/ink6050.xml"/><Relationship Id="rId419" Type="http://schemas.openxmlformats.org/officeDocument/2006/relationships/customXml" Target="../ink/ink6078.xml"/><Relationship Id="rId570" Type="http://schemas.openxmlformats.org/officeDocument/2006/relationships/customXml" Target="../ink/ink6155.xml"/><Relationship Id="rId223" Type="http://schemas.openxmlformats.org/officeDocument/2006/relationships/customXml" Target="../ink/ink5979.xml"/><Relationship Id="rId430" Type="http://schemas.openxmlformats.org/officeDocument/2006/relationships/image" Target="NULL"/><Relationship Id="rId18" Type="http://schemas.openxmlformats.org/officeDocument/2006/relationships/customXml" Target="../ink/ink5876.xml"/><Relationship Id="rId265" Type="http://schemas.openxmlformats.org/officeDocument/2006/relationships/customXml" Target="../ink/ink6000.xml"/><Relationship Id="rId472" Type="http://schemas.openxmlformats.org/officeDocument/2006/relationships/image" Target="NULL"/><Relationship Id="rId528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customXml" Target="../ink/ink5951.xml"/><Relationship Id="rId332" Type="http://schemas.openxmlformats.org/officeDocument/2006/relationships/customXml" Target="../ink/ink6034.xml"/><Relationship Id="rId374" Type="http://schemas.openxmlformats.org/officeDocument/2006/relationships/image" Target="NULL"/><Relationship Id="rId581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image" Target="NULL"/><Relationship Id="rId2" Type="http://schemas.openxmlformats.org/officeDocument/2006/relationships/customXml" Target="../ink/ink5868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customXml" Target="../ink/ink6090.xml"/><Relationship Id="rId483" Type="http://schemas.openxmlformats.org/officeDocument/2006/relationships/customXml" Target="../ink/ink6111.xml"/><Relationship Id="rId539" Type="http://schemas.openxmlformats.org/officeDocument/2006/relationships/customXml" Target="../ink/ink6139.xml"/><Relationship Id="rId40" Type="http://schemas.openxmlformats.org/officeDocument/2006/relationships/customXml" Target="../ink/ink5887.xml"/><Relationship Id="rId136" Type="http://schemas.openxmlformats.org/officeDocument/2006/relationships/customXml" Target="../ink/ink5935.xml"/><Relationship Id="rId178" Type="http://schemas.openxmlformats.org/officeDocument/2006/relationships/image" Target="NULL"/><Relationship Id="rId301" Type="http://schemas.openxmlformats.org/officeDocument/2006/relationships/image" Target="NULL"/><Relationship Id="rId343" Type="http://schemas.openxmlformats.org/officeDocument/2006/relationships/customXml" Target="../ink/ink6040.xml"/><Relationship Id="rId550" Type="http://schemas.openxmlformats.org/officeDocument/2006/relationships/customXml" Target="../ink/ink6145.xml"/><Relationship Id="rId82" Type="http://schemas.openxmlformats.org/officeDocument/2006/relationships/customXml" Target="../ink/ink5908.xml"/><Relationship Id="rId203" Type="http://schemas.openxmlformats.org/officeDocument/2006/relationships/customXml" Target="../ink/ink5969.xml"/><Relationship Id="rId385" Type="http://schemas.openxmlformats.org/officeDocument/2006/relationships/customXml" Target="../ink/ink6061.xml"/><Relationship Id="rId592" Type="http://schemas.openxmlformats.org/officeDocument/2006/relationships/customXml" Target="../ink/ink6166.xml"/><Relationship Id="rId606" Type="http://schemas.openxmlformats.org/officeDocument/2006/relationships/customXml" Target="../ink/ink6173.xml"/><Relationship Id="rId245" Type="http://schemas.openxmlformats.org/officeDocument/2006/relationships/customXml" Target="../ink/ink5990.xml"/><Relationship Id="rId287" Type="http://schemas.openxmlformats.org/officeDocument/2006/relationships/customXml" Target="../ink/ink6011.xml"/><Relationship Id="rId410" Type="http://schemas.openxmlformats.org/officeDocument/2006/relationships/image" Target="NUL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customXml" Target="../ink/ink5941.xml"/><Relationship Id="rId312" Type="http://schemas.openxmlformats.org/officeDocument/2006/relationships/customXml" Target="../ink/ink6024.xm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customXml" Target="../ink/ink5962.xml"/><Relationship Id="rId396" Type="http://schemas.openxmlformats.org/officeDocument/2006/relationships/image" Target="NULL"/><Relationship Id="rId561" Type="http://schemas.openxmlformats.org/officeDocument/2006/relationships/image" Target="NULL"/><Relationship Id="rId214" Type="http://schemas.openxmlformats.org/officeDocument/2006/relationships/image" Target="NULL"/><Relationship Id="rId256" Type="http://schemas.openxmlformats.org/officeDocument/2006/relationships/image" Target="NULL"/><Relationship Id="rId298" Type="http://schemas.openxmlformats.org/officeDocument/2006/relationships/customXml" Target="../ink/ink6017.xml"/><Relationship Id="rId421" Type="http://schemas.openxmlformats.org/officeDocument/2006/relationships/customXml" Target="../ink/ink6079.xml"/><Relationship Id="rId463" Type="http://schemas.openxmlformats.org/officeDocument/2006/relationships/customXml" Target="../ink/ink6101.xml"/><Relationship Id="rId519" Type="http://schemas.openxmlformats.org/officeDocument/2006/relationships/customXml" Target="../ink/ink6129.xml"/><Relationship Id="rId116" Type="http://schemas.openxmlformats.org/officeDocument/2006/relationships/customXml" Target="../ink/ink5925.xml"/><Relationship Id="rId158" Type="http://schemas.openxmlformats.org/officeDocument/2006/relationships/image" Target="NULL"/><Relationship Id="rId323" Type="http://schemas.openxmlformats.org/officeDocument/2006/relationships/image" Target="NULL"/><Relationship Id="rId530" Type="http://schemas.openxmlformats.org/officeDocument/2006/relationships/image" Target="NULL"/><Relationship Id="rId20" Type="http://schemas.openxmlformats.org/officeDocument/2006/relationships/customXml" Target="../ink/ink5877.xml"/><Relationship Id="rId62" Type="http://schemas.openxmlformats.org/officeDocument/2006/relationships/customXml" Target="../ink/ink5898.xml"/><Relationship Id="rId365" Type="http://schemas.openxmlformats.org/officeDocument/2006/relationships/customXml" Target="../ink/ink6051.xml"/><Relationship Id="rId572" Type="http://schemas.openxmlformats.org/officeDocument/2006/relationships/customXml" Target="../ink/ink6156.xml"/><Relationship Id="rId225" Type="http://schemas.openxmlformats.org/officeDocument/2006/relationships/customXml" Target="../ink/ink5980.xml"/><Relationship Id="rId267" Type="http://schemas.openxmlformats.org/officeDocument/2006/relationships/customXml" Target="../ink/ink6001.xml"/><Relationship Id="rId432" Type="http://schemas.openxmlformats.org/officeDocument/2006/relationships/image" Target="NULL"/><Relationship Id="rId474" Type="http://schemas.openxmlformats.org/officeDocument/2006/relationships/image" Target="NUL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customXml" Target="../ink/ink5952.xml"/><Relationship Id="rId334" Type="http://schemas.openxmlformats.org/officeDocument/2006/relationships/customXml" Target="../ink/ink6035.xml"/><Relationship Id="rId376" Type="http://schemas.openxmlformats.org/officeDocument/2006/relationships/image" Target="NULL"/><Relationship Id="rId541" Type="http://schemas.openxmlformats.org/officeDocument/2006/relationships/customXml" Target="../ink/ink6140.xml"/><Relationship Id="rId583" Type="http://schemas.openxmlformats.org/officeDocument/2006/relationships/image" Target="NULL"/><Relationship Id="rId4" Type="http://schemas.openxmlformats.org/officeDocument/2006/relationships/customXml" Target="../ink/ink5869.xml"/><Relationship Id="rId180" Type="http://schemas.openxmlformats.org/officeDocument/2006/relationships/image" Target="NULL"/><Relationship Id="rId236" Type="http://schemas.openxmlformats.org/officeDocument/2006/relationships/image" Target="NULL"/><Relationship Id="rId278" Type="http://schemas.openxmlformats.org/officeDocument/2006/relationships/image" Target="NULL"/><Relationship Id="rId401" Type="http://schemas.openxmlformats.org/officeDocument/2006/relationships/customXml" Target="../ink/ink6069.xml"/><Relationship Id="rId443" Type="http://schemas.openxmlformats.org/officeDocument/2006/relationships/customXml" Target="../ink/ink6091.xml"/><Relationship Id="rId303" Type="http://schemas.openxmlformats.org/officeDocument/2006/relationships/image" Target="NULL"/><Relationship Id="rId485" Type="http://schemas.openxmlformats.org/officeDocument/2006/relationships/customXml" Target="../ink/ink6112.xml"/><Relationship Id="rId42" Type="http://schemas.openxmlformats.org/officeDocument/2006/relationships/customXml" Target="../ink/ink5888.xml"/><Relationship Id="rId84" Type="http://schemas.openxmlformats.org/officeDocument/2006/relationships/customXml" Target="../ink/ink5909.xml"/><Relationship Id="rId138" Type="http://schemas.openxmlformats.org/officeDocument/2006/relationships/customXml" Target="../ink/ink5936.xml"/><Relationship Id="rId345" Type="http://schemas.openxmlformats.org/officeDocument/2006/relationships/customXml" Target="../ink/ink6041.xml"/><Relationship Id="rId387" Type="http://schemas.openxmlformats.org/officeDocument/2006/relationships/customXml" Target="../ink/ink6062.xml"/><Relationship Id="rId510" Type="http://schemas.openxmlformats.org/officeDocument/2006/relationships/image" Target="NULL"/><Relationship Id="rId552" Type="http://schemas.openxmlformats.org/officeDocument/2006/relationships/customXml" Target="../ink/ink6146.xml"/><Relationship Id="rId594" Type="http://schemas.openxmlformats.org/officeDocument/2006/relationships/customXml" Target="../ink/ink6167.xml"/><Relationship Id="rId191" Type="http://schemas.openxmlformats.org/officeDocument/2006/relationships/customXml" Target="../ink/ink5963.xml"/><Relationship Id="rId205" Type="http://schemas.openxmlformats.org/officeDocument/2006/relationships/customXml" Target="../ink/ink5970.xml"/><Relationship Id="rId247" Type="http://schemas.openxmlformats.org/officeDocument/2006/relationships/customXml" Target="../ink/ink5991.xm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customXml" Target="../ink/ink6012.xml"/><Relationship Id="rId454" Type="http://schemas.openxmlformats.org/officeDocument/2006/relationships/image" Target="NUL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5942.xml"/><Relationship Id="rId314" Type="http://schemas.openxmlformats.org/officeDocument/2006/relationships/customXml" Target="../ink/ink6025.xml"/><Relationship Id="rId356" Type="http://schemas.openxmlformats.org/officeDocument/2006/relationships/image" Target="NULL"/><Relationship Id="rId398" Type="http://schemas.openxmlformats.org/officeDocument/2006/relationships/image" Target="NULL"/><Relationship Id="rId521" Type="http://schemas.openxmlformats.org/officeDocument/2006/relationships/customXml" Target="../ink/ink6130.xml"/><Relationship Id="rId563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image" Target="NULL"/><Relationship Id="rId216" Type="http://schemas.openxmlformats.org/officeDocument/2006/relationships/image" Target="NULL"/><Relationship Id="rId423" Type="http://schemas.openxmlformats.org/officeDocument/2006/relationships/customXml" Target="../ink/ink6080.xml"/><Relationship Id="rId258" Type="http://schemas.openxmlformats.org/officeDocument/2006/relationships/image" Target="NULL"/><Relationship Id="rId465" Type="http://schemas.openxmlformats.org/officeDocument/2006/relationships/customXml" Target="../ink/ink6102.xml"/><Relationship Id="rId22" Type="http://schemas.openxmlformats.org/officeDocument/2006/relationships/customXml" Target="../ink/ink5878.xml"/><Relationship Id="rId64" Type="http://schemas.openxmlformats.org/officeDocument/2006/relationships/customXml" Target="../ink/ink5899.xml"/><Relationship Id="rId118" Type="http://schemas.openxmlformats.org/officeDocument/2006/relationships/customXml" Target="../ink/ink5926.xml"/><Relationship Id="rId325" Type="http://schemas.openxmlformats.org/officeDocument/2006/relationships/image" Target="NULL"/><Relationship Id="rId367" Type="http://schemas.openxmlformats.org/officeDocument/2006/relationships/customXml" Target="../ink/ink6052.xml"/><Relationship Id="rId532" Type="http://schemas.openxmlformats.org/officeDocument/2006/relationships/image" Target="NULL"/><Relationship Id="rId574" Type="http://schemas.openxmlformats.org/officeDocument/2006/relationships/customXml" Target="../ink/ink6157.xml"/><Relationship Id="rId171" Type="http://schemas.openxmlformats.org/officeDocument/2006/relationships/customXml" Target="../ink/ink5953.xml"/><Relationship Id="rId227" Type="http://schemas.openxmlformats.org/officeDocument/2006/relationships/customXml" Target="../ink/ink5981.xml"/><Relationship Id="rId269" Type="http://schemas.openxmlformats.org/officeDocument/2006/relationships/customXml" Target="../ink/ink6002.xml"/><Relationship Id="rId434" Type="http://schemas.openxmlformats.org/officeDocument/2006/relationships/image" Target="NULL"/><Relationship Id="rId476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336" Type="http://schemas.openxmlformats.org/officeDocument/2006/relationships/customXml" Target="../ink/ink6036.xml"/><Relationship Id="rId501" Type="http://schemas.openxmlformats.org/officeDocument/2006/relationships/customXml" Target="../ink/ink6120.xml"/><Relationship Id="rId543" Type="http://schemas.openxmlformats.org/officeDocument/2006/relationships/customXml" Target="../ink/ink6141.xml"/><Relationship Id="rId75" Type="http://schemas.openxmlformats.org/officeDocument/2006/relationships/image" Target="NULL"/><Relationship Id="rId140" Type="http://schemas.openxmlformats.org/officeDocument/2006/relationships/customXml" Target="../ink/ink5937.xml"/><Relationship Id="rId182" Type="http://schemas.openxmlformats.org/officeDocument/2006/relationships/image" Target="NULL"/><Relationship Id="rId378" Type="http://schemas.openxmlformats.org/officeDocument/2006/relationships/image" Target="NULL"/><Relationship Id="rId403" Type="http://schemas.openxmlformats.org/officeDocument/2006/relationships/customXml" Target="../ink/ink6070.xml"/><Relationship Id="rId585" Type="http://schemas.openxmlformats.org/officeDocument/2006/relationships/image" Target="NULL"/><Relationship Id="rId6" Type="http://schemas.openxmlformats.org/officeDocument/2006/relationships/customXml" Target="../ink/ink5870.xml"/><Relationship Id="rId238" Type="http://schemas.openxmlformats.org/officeDocument/2006/relationships/image" Target="NULL"/><Relationship Id="rId445" Type="http://schemas.openxmlformats.org/officeDocument/2006/relationships/customXml" Target="../ink/ink6092.xml"/><Relationship Id="rId487" Type="http://schemas.openxmlformats.org/officeDocument/2006/relationships/customXml" Target="../ink/ink6113.xml"/><Relationship Id="rId291" Type="http://schemas.openxmlformats.org/officeDocument/2006/relationships/customXml" Target="../ink/ink6013.xml"/><Relationship Id="rId305" Type="http://schemas.openxmlformats.org/officeDocument/2006/relationships/image" Target="NULL"/><Relationship Id="rId347" Type="http://schemas.openxmlformats.org/officeDocument/2006/relationships/customXml" Target="../ink/ink6042.xml"/><Relationship Id="rId512" Type="http://schemas.openxmlformats.org/officeDocument/2006/relationships/image" Target="NULL"/><Relationship Id="rId44" Type="http://schemas.openxmlformats.org/officeDocument/2006/relationships/customXml" Target="../ink/ink5889.xml"/><Relationship Id="rId86" Type="http://schemas.openxmlformats.org/officeDocument/2006/relationships/customXml" Target="../ink/ink5910.xml"/><Relationship Id="rId151" Type="http://schemas.openxmlformats.org/officeDocument/2006/relationships/customXml" Target="../ink/ink5943.xml"/><Relationship Id="rId389" Type="http://schemas.openxmlformats.org/officeDocument/2006/relationships/customXml" Target="../ink/ink6063.xml"/><Relationship Id="rId554" Type="http://schemas.openxmlformats.org/officeDocument/2006/relationships/customXml" Target="../ink/ink6147.xml"/><Relationship Id="rId596" Type="http://schemas.openxmlformats.org/officeDocument/2006/relationships/customXml" Target="../ink/ink6168.xml"/><Relationship Id="rId193" Type="http://schemas.openxmlformats.org/officeDocument/2006/relationships/customXml" Target="../ink/ink5964.xml"/><Relationship Id="rId207" Type="http://schemas.openxmlformats.org/officeDocument/2006/relationships/customXml" Target="../ink/ink5971.xml"/><Relationship Id="rId249" Type="http://schemas.openxmlformats.org/officeDocument/2006/relationships/customXml" Target="../ink/ink5992.xml"/><Relationship Id="rId414" Type="http://schemas.openxmlformats.org/officeDocument/2006/relationships/image" Target="NULL"/><Relationship Id="rId456" Type="http://schemas.openxmlformats.org/officeDocument/2006/relationships/image" Target="NULL"/><Relationship Id="rId498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customXml" Target="../ink/ink6026.xml"/><Relationship Id="rId523" Type="http://schemas.openxmlformats.org/officeDocument/2006/relationships/customXml" Target="../ink/ink6131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5927.xml"/><Relationship Id="rId358" Type="http://schemas.openxmlformats.org/officeDocument/2006/relationships/image" Target="NULL"/><Relationship Id="rId565" Type="http://schemas.openxmlformats.org/officeDocument/2006/relationships/image" Target="NULL"/><Relationship Id="rId162" Type="http://schemas.openxmlformats.org/officeDocument/2006/relationships/image" Target="NULL"/><Relationship Id="rId218" Type="http://schemas.openxmlformats.org/officeDocument/2006/relationships/image" Target="NULL"/><Relationship Id="rId425" Type="http://schemas.openxmlformats.org/officeDocument/2006/relationships/customXml" Target="../ink/ink6081.xml"/><Relationship Id="rId467" Type="http://schemas.openxmlformats.org/officeDocument/2006/relationships/customXml" Target="../ink/ink6103.xml"/><Relationship Id="rId271" Type="http://schemas.openxmlformats.org/officeDocument/2006/relationships/customXml" Target="../ink/ink6003.xml"/><Relationship Id="rId24" Type="http://schemas.openxmlformats.org/officeDocument/2006/relationships/customXml" Target="../ink/ink5879.xml"/><Relationship Id="rId66" Type="http://schemas.openxmlformats.org/officeDocument/2006/relationships/customXml" Target="../ink/ink5900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customXml" Target="../ink/ink6053.xml"/><Relationship Id="rId534" Type="http://schemas.openxmlformats.org/officeDocument/2006/relationships/image" Target="NULL"/><Relationship Id="rId576" Type="http://schemas.openxmlformats.org/officeDocument/2006/relationships/customXml" Target="../ink/ink6158.xml"/><Relationship Id="rId173" Type="http://schemas.openxmlformats.org/officeDocument/2006/relationships/customXml" Target="../ink/ink5954.xml"/><Relationship Id="rId229" Type="http://schemas.openxmlformats.org/officeDocument/2006/relationships/customXml" Target="../ink/ink5982.xml"/><Relationship Id="rId380" Type="http://schemas.openxmlformats.org/officeDocument/2006/relationships/image" Target="NULL"/><Relationship Id="rId436" Type="http://schemas.openxmlformats.org/officeDocument/2006/relationships/image" Target="NULL"/><Relationship Id="rId601" Type="http://schemas.openxmlformats.org/officeDocument/2006/relationships/image" Target="NULL"/><Relationship Id="rId240" Type="http://schemas.openxmlformats.org/officeDocument/2006/relationships/image" Target="NULL"/><Relationship Id="rId478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5917.xml"/><Relationship Id="rId282" Type="http://schemas.openxmlformats.org/officeDocument/2006/relationships/image" Target="NULL"/><Relationship Id="rId338" Type="http://schemas.openxmlformats.org/officeDocument/2006/relationships/image" Target="NULL"/><Relationship Id="rId503" Type="http://schemas.openxmlformats.org/officeDocument/2006/relationships/customXml" Target="../ink/ink6121.xml"/><Relationship Id="rId545" Type="http://schemas.openxmlformats.org/officeDocument/2006/relationships/image" Target="NULL"/><Relationship Id="rId587" Type="http://schemas.openxmlformats.org/officeDocument/2006/relationships/image" Target="NULL"/><Relationship Id="rId8" Type="http://schemas.openxmlformats.org/officeDocument/2006/relationships/customXml" Target="../ink/ink5871.xml"/><Relationship Id="rId142" Type="http://schemas.openxmlformats.org/officeDocument/2006/relationships/customXml" Target="../ink/ink5938.xml"/><Relationship Id="rId184" Type="http://schemas.openxmlformats.org/officeDocument/2006/relationships/image" Target="NULL"/><Relationship Id="rId391" Type="http://schemas.openxmlformats.org/officeDocument/2006/relationships/customXml" Target="../ink/ink6064.xml"/><Relationship Id="rId405" Type="http://schemas.openxmlformats.org/officeDocument/2006/relationships/customXml" Target="../ink/ink6071.xml"/><Relationship Id="rId447" Type="http://schemas.openxmlformats.org/officeDocument/2006/relationships/customXml" Target="../ink/ink6093.xml"/><Relationship Id="rId251" Type="http://schemas.openxmlformats.org/officeDocument/2006/relationships/customXml" Target="../ink/ink5993.xml"/><Relationship Id="rId489" Type="http://schemas.openxmlformats.org/officeDocument/2006/relationships/customXml" Target="../ink/ink6114.xml"/><Relationship Id="rId46" Type="http://schemas.openxmlformats.org/officeDocument/2006/relationships/customXml" Target="../ink/ink5890.xml"/><Relationship Id="rId293" Type="http://schemas.openxmlformats.org/officeDocument/2006/relationships/customXml" Target="../ink/ink6014.xml"/><Relationship Id="rId307" Type="http://schemas.openxmlformats.org/officeDocument/2006/relationships/image" Target="NULL"/><Relationship Id="rId349" Type="http://schemas.openxmlformats.org/officeDocument/2006/relationships/customXml" Target="../ink/ink6043.xml"/><Relationship Id="rId514" Type="http://schemas.openxmlformats.org/officeDocument/2006/relationships/image" Target="NULL"/><Relationship Id="rId556" Type="http://schemas.openxmlformats.org/officeDocument/2006/relationships/customXml" Target="../ink/ink6148.xml"/><Relationship Id="rId88" Type="http://schemas.openxmlformats.org/officeDocument/2006/relationships/customXml" Target="../ink/ink5911.xml"/><Relationship Id="rId111" Type="http://schemas.openxmlformats.org/officeDocument/2006/relationships/image" Target="NULL"/><Relationship Id="rId153" Type="http://schemas.openxmlformats.org/officeDocument/2006/relationships/customXml" Target="../ink/ink5944.xml"/><Relationship Id="rId195" Type="http://schemas.openxmlformats.org/officeDocument/2006/relationships/customXml" Target="../ink/ink5965.xml"/><Relationship Id="rId209" Type="http://schemas.openxmlformats.org/officeDocument/2006/relationships/customXml" Target="../ink/ink5972.xml"/><Relationship Id="rId360" Type="http://schemas.openxmlformats.org/officeDocument/2006/relationships/image" Target="NULL"/><Relationship Id="rId416" Type="http://schemas.openxmlformats.org/officeDocument/2006/relationships/image" Target="NULL"/><Relationship Id="rId598" Type="http://schemas.openxmlformats.org/officeDocument/2006/relationships/customXml" Target="../ink/ink6169.xml"/><Relationship Id="rId220" Type="http://schemas.openxmlformats.org/officeDocument/2006/relationships/image" Target="NUL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customXml" Target="../ink/ink6027.xml"/><Relationship Id="rId525" Type="http://schemas.openxmlformats.org/officeDocument/2006/relationships/customXml" Target="../ink/ink6132.xml"/><Relationship Id="rId567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5928.xml"/><Relationship Id="rId164" Type="http://schemas.openxmlformats.org/officeDocument/2006/relationships/image" Target="NULL"/><Relationship Id="rId371" Type="http://schemas.openxmlformats.org/officeDocument/2006/relationships/customXml" Target="../ink/ink6054.xml"/><Relationship Id="rId427" Type="http://schemas.openxmlformats.org/officeDocument/2006/relationships/customXml" Target="../ink/ink6082.xml"/><Relationship Id="rId469" Type="http://schemas.openxmlformats.org/officeDocument/2006/relationships/customXml" Target="../ink/ink6104.xml"/><Relationship Id="rId26" Type="http://schemas.openxmlformats.org/officeDocument/2006/relationships/customXml" Target="../ink/ink5880.xml"/><Relationship Id="rId231" Type="http://schemas.openxmlformats.org/officeDocument/2006/relationships/customXml" Target="../ink/ink5983.xml"/><Relationship Id="rId273" Type="http://schemas.openxmlformats.org/officeDocument/2006/relationships/customXml" Target="../ink/ink6004.xml"/><Relationship Id="rId329" Type="http://schemas.openxmlformats.org/officeDocument/2006/relationships/image" Target="NULL"/><Relationship Id="rId480" Type="http://schemas.openxmlformats.org/officeDocument/2006/relationships/image" Target="NULL"/><Relationship Id="rId536" Type="http://schemas.openxmlformats.org/officeDocument/2006/relationships/image" Target="NULL"/><Relationship Id="rId68" Type="http://schemas.openxmlformats.org/officeDocument/2006/relationships/customXml" Target="../ink/ink5901.xml"/><Relationship Id="rId133" Type="http://schemas.openxmlformats.org/officeDocument/2006/relationships/image" Target="NULL"/><Relationship Id="rId175" Type="http://schemas.openxmlformats.org/officeDocument/2006/relationships/customXml" Target="../ink/ink5955.xml"/><Relationship Id="rId340" Type="http://schemas.openxmlformats.org/officeDocument/2006/relationships/image" Target="NULL"/><Relationship Id="rId578" Type="http://schemas.openxmlformats.org/officeDocument/2006/relationships/customXml" Target="../ink/ink6159.xml"/><Relationship Id="rId200" Type="http://schemas.openxmlformats.org/officeDocument/2006/relationships/image" Target="NULL"/><Relationship Id="rId382" Type="http://schemas.openxmlformats.org/officeDocument/2006/relationships/image" Target="NULL"/><Relationship Id="rId438" Type="http://schemas.openxmlformats.org/officeDocument/2006/relationships/image" Target="NULL"/><Relationship Id="rId603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image" Target="NULL"/><Relationship Id="rId491" Type="http://schemas.openxmlformats.org/officeDocument/2006/relationships/customXml" Target="../ink/ink6115.xml"/><Relationship Id="rId505" Type="http://schemas.openxmlformats.org/officeDocument/2006/relationships/customXml" Target="../ink/ink6122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5918.xml"/><Relationship Id="rId144" Type="http://schemas.openxmlformats.org/officeDocument/2006/relationships/customXml" Target="../ink/ink5939.xml"/><Relationship Id="rId547" Type="http://schemas.openxmlformats.org/officeDocument/2006/relationships/image" Target="NULL"/><Relationship Id="rId589" Type="http://schemas.openxmlformats.org/officeDocument/2006/relationships/image" Target="NULL"/><Relationship Id="rId90" Type="http://schemas.openxmlformats.org/officeDocument/2006/relationships/customXml" Target="../ink/ink5912.xml"/><Relationship Id="rId186" Type="http://schemas.openxmlformats.org/officeDocument/2006/relationships/image" Target="NULL"/><Relationship Id="rId351" Type="http://schemas.openxmlformats.org/officeDocument/2006/relationships/customXml" Target="../ink/ink6044.xml"/><Relationship Id="rId393" Type="http://schemas.openxmlformats.org/officeDocument/2006/relationships/customXml" Target="../ink/ink6065.xml"/><Relationship Id="rId407" Type="http://schemas.openxmlformats.org/officeDocument/2006/relationships/customXml" Target="../ink/ink6072.xml"/><Relationship Id="rId449" Type="http://schemas.openxmlformats.org/officeDocument/2006/relationships/customXml" Target="../ink/ink6094.xml"/><Relationship Id="rId211" Type="http://schemas.openxmlformats.org/officeDocument/2006/relationships/customXml" Target="../ink/ink5973.xml"/><Relationship Id="rId253" Type="http://schemas.openxmlformats.org/officeDocument/2006/relationships/customXml" Target="../ink/ink5994.xm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5891.xml"/><Relationship Id="rId113" Type="http://schemas.openxmlformats.org/officeDocument/2006/relationships/image" Target="NULL"/><Relationship Id="rId320" Type="http://schemas.openxmlformats.org/officeDocument/2006/relationships/customXml" Target="../ink/ink6028.xml"/><Relationship Id="rId558" Type="http://schemas.openxmlformats.org/officeDocument/2006/relationships/customXml" Target="../ink/ink6149.xml"/><Relationship Id="rId155" Type="http://schemas.openxmlformats.org/officeDocument/2006/relationships/customXml" Target="../ink/ink5945.xml"/><Relationship Id="rId197" Type="http://schemas.openxmlformats.org/officeDocument/2006/relationships/customXml" Target="../ink/ink5966.xml"/><Relationship Id="rId362" Type="http://schemas.openxmlformats.org/officeDocument/2006/relationships/image" Target="NULL"/><Relationship Id="rId418" Type="http://schemas.openxmlformats.org/officeDocument/2006/relationships/image" Target="NULL"/><Relationship Id="rId222" Type="http://schemas.openxmlformats.org/officeDocument/2006/relationships/image" Target="NULL"/><Relationship Id="rId264" Type="http://schemas.openxmlformats.org/officeDocument/2006/relationships/image" Target="NULL"/><Relationship Id="rId471" Type="http://schemas.openxmlformats.org/officeDocument/2006/relationships/customXml" Target="../ink/ink6105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5929.xml"/><Relationship Id="rId527" Type="http://schemas.openxmlformats.org/officeDocument/2006/relationships/customXml" Target="../ink/ink6133.xml"/><Relationship Id="rId569" Type="http://schemas.openxmlformats.org/officeDocument/2006/relationships/image" Target="NULL"/><Relationship Id="rId70" Type="http://schemas.openxmlformats.org/officeDocument/2006/relationships/customXml" Target="../ink/ink5902.xml"/><Relationship Id="rId166" Type="http://schemas.openxmlformats.org/officeDocument/2006/relationships/image" Target="NULL"/><Relationship Id="rId331" Type="http://schemas.openxmlformats.org/officeDocument/2006/relationships/image" Target="NULL"/><Relationship Id="rId373" Type="http://schemas.openxmlformats.org/officeDocument/2006/relationships/customXml" Target="../ink/ink6055.xml"/><Relationship Id="rId429" Type="http://schemas.openxmlformats.org/officeDocument/2006/relationships/customXml" Target="../ink/ink6084.xml"/><Relationship Id="rId580" Type="http://schemas.openxmlformats.org/officeDocument/2006/relationships/customXml" Target="../ink/ink6160.xm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5984.xml"/><Relationship Id="rId440" Type="http://schemas.openxmlformats.org/officeDocument/2006/relationships/image" Target="NULL"/><Relationship Id="rId28" Type="http://schemas.openxmlformats.org/officeDocument/2006/relationships/customXml" Target="../ink/ink5881.xml"/><Relationship Id="rId275" Type="http://schemas.openxmlformats.org/officeDocument/2006/relationships/customXml" Target="../ink/ink6005.xml"/><Relationship Id="rId300" Type="http://schemas.openxmlformats.org/officeDocument/2006/relationships/customXml" Target="../ink/ink6018.xml"/><Relationship Id="rId482" Type="http://schemas.openxmlformats.org/officeDocument/2006/relationships/image" Target="NULL"/><Relationship Id="rId538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customXml" Target="../ink/ink5956.xml"/><Relationship Id="rId342" Type="http://schemas.openxmlformats.org/officeDocument/2006/relationships/image" Target="NULL"/><Relationship Id="rId384" Type="http://schemas.openxmlformats.org/officeDocument/2006/relationships/image" Target="NULL"/><Relationship Id="rId591" Type="http://schemas.openxmlformats.org/officeDocument/2006/relationships/image" Target="NULL"/><Relationship Id="rId605" Type="http://schemas.openxmlformats.org/officeDocument/2006/relationships/image" Target="NULL"/><Relationship Id="rId202" Type="http://schemas.openxmlformats.org/officeDocument/2006/relationships/image" Target="NUL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customXml" Target="../ink/ink6095.xml"/><Relationship Id="rId493" Type="http://schemas.openxmlformats.org/officeDocument/2006/relationships/customXml" Target="../ink/ink6116.xml"/><Relationship Id="rId507" Type="http://schemas.openxmlformats.org/officeDocument/2006/relationships/customXml" Target="../ink/ink6123.xml"/><Relationship Id="rId549" Type="http://schemas.openxmlformats.org/officeDocument/2006/relationships/image" Target="NULL"/><Relationship Id="rId50" Type="http://schemas.openxmlformats.org/officeDocument/2006/relationships/customXml" Target="../ink/ink5892.xml"/><Relationship Id="rId104" Type="http://schemas.openxmlformats.org/officeDocument/2006/relationships/customXml" Target="../ink/ink5919.xml"/><Relationship Id="rId146" Type="http://schemas.openxmlformats.org/officeDocument/2006/relationships/customXml" Target="../ink/ink5940.xml"/><Relationship Id="rId188" Type="http://schemas.openxmlformats.org/officeDocument/2006/relationships/image" Target="NULL"/><Relationship Id="rId311" Type="http://schemas.openxmlformats.org/officeDocument/2006/relationships/image" Target="NULL"/><Relationship Id="rId353" Type="http://schemas.openxmlformats.org/officeDocument/2006/relationships/customXml" Target="../ink/ink6045.xml"/><Relationship Id="rId395" Type="http://schemas.openxmlformats.org/officeDocument/2006/relationships/customXml" Target="../ink/ink6066.xml"/><Relationship Id="rId409" Type="http://schemas.openxmlformats.org/officeDocument/2006/relationships/customXml" Target="../ink/ink6073.xml"/><Relationship Id="rId560" Type="http://schemas.openxmlformats.org/officeDocument/2006/relationships/customXml" Target="../ink/ink6150.xml"/><Relationship Id="rId92" Type="http://schemas.openxmlformats.org/officeDocument/2006/relationships/customXml" Target="../ink/ink5913.xml"/><Relationship Id="rId213" Type="http://schemas.openxmlformats.org/officeDocument/2006/relationships/customXml" Target="../ink/ink5974.xml"/><Relationship Id="rId420" Type="http://schemas.openxmlformats.org/officeDocument/2006/relationships/image" Target="NULL"/><Relationship Id="rId255" Type="http://schemas.openxmlformats.org/officeDocument/2006/relationships/customXml" Target="../ink/ink5995.xml"/><Relationship Id="rId297" Type="http://schemas.openxmlformats.org/officeDocument/2006/relationships/image" Target="NUL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image" Target="NULL"/><Relationship Id="rId157" Type="http://schemas.openxmlformats.org/officeDocument/2006/relationships/customXml" Target="../ink/ink5946.xml"/><Relationship Id="rId322" Type="http://schemas.openxmlformats.org/officeDocument/2006/relationships/customXml" Target="../ink/ink6029.xm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customXml" Target="../ink/ink5967.xml"/><Relationship Id="rId571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image" Target="NULL"/><Relationship Id="rId266" Type="http://schemas.openxmlformats.org/officeDocument/2006/relationships/image" Target="NULL"/><Relationship Id="rId431" Type="http://schemas.openxmlformats.org/officeDocument/2006/relationships/customXml" Target="../ink/ink6085.xml"/><Relationship Id="rId473" Type="http://schemas.openxmlformats.org/officeDocument/2006/relationships/customXml" Target="../ink/ink6106.xml"/><Relationship Id="rId529" Type="http://schemas.openxmlformats.org/officeDocument/2006/relationships/customXml" Target="../ink/ink6134.xml"/><Relationship Id="rId30" Type="http://schemas.openxmlformats.org/officeDocument/2006/relationships/customXml" Target="../ink/ink5882.xml"/><Relationship Id="rId126" Type="http://schemas.openxmlformats.org/officeDocument/2006/relationships/customXml" Target="../ink/ink5930.xml"/><Relationship Id="rId168" Type="http://schemas.openxmlformats.org/officeDocument/2006/relationships/image" Target="NULL"/><Relationship Id="rId333" Type="http://schemas.openxmlformats.org/officeDocument/2006/relationships/image" Target="NULL"/><Relationship Id="rId540" Type="http://schemas.openxmlformats.org/officeDocument/2006/relationships/image" Target="NULL"/><Relationship Id="rId72" Type="http://schemas.openxmlformats.org/officeDocument/2006/relationships/customXml" Target="../ink/ink5903.xml"/><Relationship Id="rId375" Type="http://schemas.openxmlformats.org/officeDocument/2006/relationships/customXml" Target="../ink/ink6056.xml"/><Relationship Id="rId582" Type="http://schemas.openxmlformats.org/officeDocument/2006/relationships/customXml" Target="../ink/ink6161.xml"/><Relationship Id="rId3" Type="http://schemas.openxmlformats.org/officeDocument/2006/relationships/image" Target="NULL"/><Relationship Id="rId235" Type="http://schemas.openxmlformats.org/officeDocument/2006/relationships/customXml" Target="../ink/ink5985.xml"/><Relationship Id="rId277" Type="http://schemas.openxmlformats.org/officeDocument/2006/relationships/customXml" Target="../ink/ink6006.xml"/><Relationship Id="rId400" Type="http://schemas.openxmlformats.org/officeDocument/2006/relationships/image" Target="NUL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image" Target="NULL"/><Relationship Id="rId302" Type="http://schemas.openxmlformats.org/officeDocument/2006/relationships/customXml" Target="../ink/ink6019.xm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customXml" Target="../ink/ink5957.xml"/><Relationship Id="rId386" Type="http://schemas.openxmlformats.org/officeDocument/2006/relationships/image" Target="NULL"/><Relationship Id="rId551" Type="http://schemas.openxmlformats.org/officeDocument/2006/relationships/image" Target="NULL"/><Relationship Id="rId593" Type="http://schemas.openxmlformats.org/officeDocument/2006/relationships/image" Target="NULL"/><Relationship Id="rId607" Type="http://schemas.openxmlformats.org/officeDocument/2006/relationships/image" Target="NULL"/><Relationship Id="rId190" Type="http://schemas.openxmlformats.org/officeDocument/2006/relationships/image" Target="NULL"/><Relationship Id="rId204" Type="http://schemas.openxmlformats.org/officeDocument/2006/relationships/image" Target="NULL"/><Relationship Id="rId246" Type="http://schemas.openxmlformats.org/officeDocument/2006/relationships/image" Target="NULL"/><Relationship Id="rId288" Type="http://schemas.openxmlformats.org/officeDocument/2006/relationships/image" Target="NULL"/><Relationship Id="rId411" Type="http://schemas.openxmlformats.org/officeDocument/2006/relationships/customXml" Target="../ink/ink6074.xml"/><Relationship Id="rId453" Type="http://schemas.openxmlformats.org/officeDocument/2006/relationships/customXml" Target="../ink/ink6096.xml"/><Relationship Id="rId509" Type="http://schemas.openxmlformats.org/officeDocument/2006/relationships/customXml" Target="../ink/ink6124.xml"/><Relationship Id="rId106" Type="http://schemas.openxmlformats.org/officeDocument/2006/relationships/customXml" Target="../ink/ink5920.xml"/><Relationship Id="rId313" Type="http://schemas.openxmlformats.org/officeDocument/2006/relationships/image" Target="NULL"/><Relationship Id="rId495" Type="http://schemas.openxmlformats.org/officeDocument/2006/relationships/customXml" Target="../ink/ink6117.xml"/><Relationship Id="rId10" Type="http://schemas.openxmlformats.org/officeDocument/2006/relationships/customXml" Target="../ink/ink5872.xml"/><Relationship Id="rId52" Type="http://schemas.openxmlformats.org/officeDocument/2006/relationships/customXml" Target="../ink/ink5893.xml"/><Relationship Id="rId94" Type="http://schemas.openxmlformats.org/officeDocument/2006/relationships/customXml" Target="../ink/ink5914.xml"/><Relationship Id="rId148" Type="http://schemas.openxmlformats.org/officeDocument/2006/relationships/image" Target="NULL"/><Relationship Id="rId355" Type="http://schemas.openxmlformats.org/officeDocument/2006/relationships/customXml" Target="../ink/ink6046.xml"/><Relationship Id="rId397" Type="http://schemas.openxmlformats.org/officeDocument/2006/relationships/customXml" Target="../ink/ink6067.xml"/><Relationship Id="rId520" Type="http://schemas.openxmlformats.org/officeDocument/2006/relationships/image" Target="NULL"/><Relationship Id="rId562" Type="http://schemas.openxmlformats.org/officeDocument/2006/relationships/customXml" Target="../ink/ink6151.xml"/><Relationship Id="rId215" Type="http://schemas.openxmlformats.org/officeDocument/2006/relationships/customXml" Target="../ink/ink5975.xml"/><Relationship Id="rId257" Type="http://schemas.openxmlformats.org/officeDocument/2006/relationships/customXml" Target="../ink/ink5996.xml"/><Relationship Id="rId422" Type="http://schemas.openxmlformats.org/officeDocument/2006/relationships/image" Target="NULL"/><Relationship Id="rId464" Type="http://schemas.openxmlformats.org/officeDocument/2006/relationships/image" Target="NUL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5947.xml"/><Relationship Id="rId366" Type="http://schemas.openxmlformats.org/officeDocument/2006/relationships/image" Target="NULL"/><Relationship Id="rId573" Type="http://schemas.openxmlformats.org/officeDocument/2006/relationships/image" Target="NULL"/><Relationship Id="rId226" Type="http://schemas.openxmlformats.org/officeDocument/2006/relationships/image" Target="NULL"/><Relationship Id="rId433" Type="http://schemas.openxmlformats.org/officeDocument/2006/relationships/customXml" Target="../ink/ink6086.xml"/><Relationship Id="rId74" Type="http://schemas.openxmlformats.org/officeDocument/2006/relationships/customXml" Target="../ink/ink5904.xml"/><Relationship Id="rId377" Type="http://schemas.openxmlformats.org/officeDocument/2006/relationships/customXml" Target="../ink/ink6057.xml"/><Relationship Id="rId500" Type="http://schemas.openxmlformats.org/officeDocument/2006/relationships/image" Target="NULL"/><Relationship Id="rId584" Type="http://schemas.openxmlformats.org/officeDocument/2006/relationships/customXml" Target="../ink/ink6162.xml"/><Relationship Id="rId5" Type="http://schemas.openxmlformats.org/officeDocument/2006/relationships/image" Target="NULL"/><Relationship Id="rId237" Type="http://schemas.openxmlformats.org/officeDocument/2006/relationships/customXml" Target="../ink/ink5986.xml"/><Relationship Id="rId444" Type="http://schemas.openxmlformats.org/officeDocument/2006/relationships/image" Target="NULL"/><Relationship Id="rId290" Type="http://schemas.openxmlformats.org/officeDocument/2006/relationships/image" Target="NULL"/><Relationship Id="rId304" Type="http://schemas.openxmlformats.org/officeDocument/2006/relationships/customXml" Target="../ink/ink6020.xml"/><Relationship Id="rId388" Type="http://schemas.openxmlformats.org/officeDocument/2006/relationships/image" Target="NULL"/><Relationship Id="rId511" Type="http://schemas.openxmlformats.org/officeDocument/2006/relationships/customXml" Target="../ink/ink6125.xml"/><Relationship Id="rId85" Type="http://schemas.openxmlformats.org/officeDocument/2006/relationships/image" Target="NULL"/><Relationship Id="rId150" Type="http://schemas.openxmlformats.org/officeDocument/2006/relationships/image" Target="NULL"/><Relationship Id="rId595" Type="http://schemas.openxmlformats.org/officeDocument/2006/relationships/image" Target="NULL"/><Relationship Id="rId248" Type="http://schemas.openxmlformats.org/officeDocument/2006/relationships/image" Target="NULL"/><Relationship Id="rId455" Type="http://schemas.openxmlformats.org/officeDocument/2006/relationships/customXml" Target="../ink/ink6097.xml"/><Relationship Id="rId12" Type="http://schemas.openxmlformats.org/officeDocument/2006/relationships/customXml" Target="../ink/ink5873.xml"/><Relationship Id="rId108" Type="http://schemas.openxmlformats.org/officeDocument/2006/relationships/customXml" Target="../ink/ink5921.xml"/><Relationship Id="rId315" Type="http://schemas.openxmlformats.org/officeDocument/2006/relationships/image" Target="NULL"/><Relationship Id="rId522" Type="http://schemas.openxmlformats.org/officeDocument/2006/relationships/image" Target="NULL"/><Relationship Id="rId96" Type="http://schemas.openxmlformats.org/officeDocument/2006/relationships/customXml" Target="../ink/ink5915.xml"/><Relationship Id="rId161" Type="http://schemas.openxmlformats.org/officeDocument/2006/relationships/customXml" Target="../ink/ink5948.xml"/><Relationship Id="rId399" Type="http://schemas.openxmlformats.org/officeDocument/2006/relationships/customXml" Target="../ink/ink6068.xml"/><Relationship Id="rId259" Type="http://schemas.openxmlformats.org/officeDocument/2006/relationships/customXml" Target="../ink/ink5997.xm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customXml" Target="../ink/ink6031.xml"/><Relationship Id="rId533" Type="http://schemas.openxmlformats.org/officeDocument/2006/relationships/customXml" Target="../ink/ink6136.xml"/><Relationship Id="rId172" Type="http://schemas.openxmlformats.org/officeDocument/2006/relationships/image" Target="NULL"/><Relationship Id="rId477" Type="http://schemas.openxmlformats.org/officeDocument/2006/relationships/customXml" Target="../ink/ink6108.xml"/><Relationship Id="rId600" Type="http://schemas.openxmlformats.org/officeDocument/2006/relationships/customXml" Target="../ink/ink6170.xml"/><Relationship Id="rId337" Type="http://schemas.openxmlformats.org/officeDocument/2006/relationships/customXml" Target="../ink/ink6037.xml"/><Relationship Id="rId34" Type="http://schemas.openxmlformats.org/officeDocument/2006/relationships/customXml" Target="../ink/ink5884.xml"/><Relationship Id="rId544" Type="http://schemas.openxmlformats.org/officeDocument/2006/relationships/customXml" Target="../ink/ink6142.xml"/><Relationship Id="rId183" Type="http://schemas.openxmlformats.org/officeDocument/2006/relationships/customXml" Target="../ink/ink5959.xml"/><Relationship Id="rId390" Type="http://schemas.openxmlformats.org/officeDocument/2006/relationships/image" Target="NULL"/><Relationship Id="rId404" Type="http://schemas.openxmlformats.org/officeDocument/2006/relationships/image" Target="NULL"/><Relationship Id="rId250" Type="http://schemas.openxmlformats.org/officeDocument/2006/relationships/image" Target="NULL"/><Relationship Id="rId488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customXml" Target="../ink/ink5922.xml"/><Relationship Id="rId348" Type="http://schemas.openxmlformats.org/officeDocument/2006/relationships/image" Target="NULL"/><Relationship Id="rId555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customXml" Target="../ink/ink6076.xml"/><Relationship Id="rId261" Type="http://schemas.openxmlformats.org/officeDocument/2006/relationships/customXml" Target="../ink/ink5998.xml"/><Relationship Id="rId499" Type="http://schemas.openxmlformats.org/officeDocument/2006/relationships/customXml" Target="../ink/ink6119.xml"/><Relationship Id="rId56" Type="http://schemas.openxmlformats.org/officeDocument/2006/relationships/customXml" Target="../ink/ink5895.xml"/><Relationship Id="rId359" Type="http://schemas.openxmlformats.org/officeDocument/2006/relationships/customXml" Target="../ink/ink6048.xml"/><Relationship Id="rId566" Type="http://schemas.openxmlformats.org/officeDocument/2006/relationships/customXml" Target="../ink/ink6153.xml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6232.xml"/><Relationship Id="rId21" Type="http://schemas.openxmlformats.org/officeDocument/2006/relationships/image" Target="NULL"/><Relationship Id="rId324" Type="http://schemas.openxmlformats.org/officeDocument/2006/relationships/image" Target="NULL"/><Relationship Id="rId531" Type="http://schemas.openxmlformats.org/officeDocument/2006/relationships/customXml" Target="../ink/ink6439.xml"/><Relationship Id="rId170" Type="http://schemas.openxmlformats.org/officeDocument/2006/relationships/image" Target="NULL"/><Relationship Id="rId268" Type="http://schemas.openxmlformats.org/officeDocument/2006/relationships/image" Target="NULL"/><Relationship Id="rId475" Type="http://schemas.openxmlformats.org/officeDocument/2006/relationships/customXml" Target="../ink/ink6411.xml"/><Relationship Id="rId32" Type="http://schemas.openxmlformats.org/officeDocument/2006/relationships/customXml" Target="../ink/ink6189.xml"/><Relationship Id="rId128" Type="http://schemas.openxmlformats.org/officeDocument/2006/relationships/image" Target="NULL"/><Relationship Id="rId335" Type="http://schemas.openxmlformats.org/officeDocument/2006/relationships/customXml" Target="../ink/ink6341.xml"/><Relationship Id="rId181" Type="http://schemas.openxmlformats.org/officeDocument/2006/relationships/customXml" Target="../ink/ink6264.xml"/><Relationship Id="rId402" Type="http://schemas.openxmlformats.org/officeDocument/2006/relationships/image" Target="NULL"/><Relationship Id="rId279" Type="http://schemas.openxmlformats.org/officeDocument/2006/relationships/customXml" Target="../ink/ink6313.xml"/><Relationship Id="rId486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customXml" Target="../ink/ink6243.xml"/><Relationship Id="rId290" Type="http://schemas.openxmlformats.org/officeDocument/2006/relationships/image" Target="NULL"/><Relationship Id="rId304" Type="http://schemas.openxmlformats.org/officeDocument/2006/relationships/image" Target="NULL"/><Relationship Id="rId346" Type="http://schemas.openxmlformats.org/officeDocument/2006/relationships/image" Target="NULL"/><Relationship Id="rId388" Type="http://schemas.openxmlformats.org/officeDocument/2006/relationships/image" Target="NULL"/><Relationship Id="rId511" Type="http://schemas.openxmlformats.org/officeDocument/2006/relationships/customXml" Target="../ink/ink6429.xml"/><Relationship Id="rId85" Type="http://schemas.openxmlformats.org/officeDocument/2006/relationships/image" Target="NULL"/><Relationship Id="rId150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customXml" Target="../ink/ink6380.xml"/><Relationship Id="rId248" Type="http://schemas.openxmlformats.org/officeDocument/2006/relationships/image" Target="NULL"/><Relationship Id="rId455" Type="http://schemas.openxmlformats.org/officeDocument/2006/relationships/customXml" Target="../ink/ink6401.xml"/><Relationship Id="rId497" Type="http://schemas.openxmlformats.org/officeDocument/2006/relationships/customXml" Target="../ink/ink6422.xml"/><Relationship Id="rId12" Type="http://schemas.openxmlformats.org/officeDocument/2006/relationships/customXml" Target="../ink/ink6179.xml"/><Relationship Id="rId108" Type="http://schemas.openxmlformats.org/officeDocument/2006/relationships/customXml" Target="../ink/ink6227.xml"/><Relationship Id="rId315" Type="http://schemas.openxmlformats.org/officeDocument/2006/relationships/customXml" Target="../ink/ink6331.xml"/><Relationship Id="rId357" Type="http://schemas.openxmlformats.org/officeDocument/2006/relationships/customXml" Target="../ink/ink6352.xml"/><Relationship Id="rId522" Type="http://schemas.openxmlformats.org/officeDocument/2006/relationships/image" Target="NULL"/><Relationship Id="rId54" Type="http://schemas.openxmlformats.org/officeDocument/2006/relationships/customXml" Target="../ink/ink6200.xml"/><Relationship Id="rId96" Type="http://schemas.openxmlformats.org/officeDocument/2006/relationships/customXml" Target="../ink/ink6221.xml"/><Relationship Id="rId161" Type="http://schemas.openxmlformats.org/officeDocument/2006/relationships/customXml" Target="../ink/ink6254.xml"/><Relationship Id="rId217" Type="http://schemas.openxmlformats.org/officeDocument/2006/relationships/customXml" Target="../ink/ink6282.xml"/><Relationship Id="rId399" Type="http://schemas.openxmlformats.org/officeDocument/2006/relationships/customXml" Target="../ink/ink6373.xml"/><Relationship Id="rId259" Type="http://schemas.openxmlformats.org/officeDocument/2006/relationships/customXml" Target="../ink/ink6303.xml"/><Relationship Id="rId424" Type="http://schemas.openxmlformats.org/officeDocument/2006/relationships/image" Target="NULL"/><Relationship Id="rId466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customXml" Target="../ink/ink6233.xml"/><Relationship Id="rId270" Type="http://schemas.openxmlformats.org/officeDocument/2006/relationships/image" Target="NULL"/><Relationship Id="rId326" Type="http://schemas.openxmlformats.org/officeDocument/2006/relationships/image" Target="NULL"/><Relationship Id="rId533" Type="http://schemas.openxmlformats.org/officeDocument/2006/relationships/customXml" Target="../ink/ink6440.xm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image" Target="NULL"/><Relationship Id="rId172" Type="http://schemas.openxmlformats.org/officeDocument/2006/relationships/image" Target="NULL"/><Relationship Id="rId228" Type="http://schemas.openxmlformats.org/officeDocument/2006/relationships/image" Target="NULL"/><Relationship Id="rId435" Type="http://schemas.openxmlformats.org/officeDocument/2006/relationships/customXml" Target="../ink/ink6391.xml"/><Relationship Id="rId477" Type="http://schemas.openxmlformats.org/officeDocument/2006/relationships/customXml" Target="../ink/ink6412.xml"/><Relationship Id="rId281" Type="http://schemas.openxmlformats.org/officeDocument/2006/relationships/customXml" Target="../ink/ink6314.xml"/><Relationship Id="rId337" Type="http://schemas.openxmlformats.org/officeDocument/2006/relationships/customXml" Target="../ink/ink6342.xml"/><Relationship Id="rId502" Type="http://schemas.openxmlformats.org/officeDocument/2006/relationships/image" Target="NULL"/><Relationship Id="rId34" Type="http://schemas.openxmlformats.org/officeDocument/2006/relationships/customXml" Target="../ink/ink6190.xml"/><Relationship Id="rId76" Type="http://schemas.openxmlformats.org/officeDocument/2006/relationships/customXml" Target="../ink/ink6211.xml"/><Relationship Id="rId141" Type="http://schemas.openxmlformats.org/officeDocument/2006/relationships/customXml" Target="../ink/ink6244.xml"/><Relationship Id="rId379" Type="http://schemas.openxmlformats.org/officeDocument/2006/relationships/customXml" Target="../ink/ink6363.xml"/><Relationship Id="rId7" Type="http://schemas.openxmlformats.org/officeDocument/2006/relationships/image" Target="NULL"/><Relationship Id="rId183" Type="http://schemas.openxmlformats.org/officeDocument/2006/relationships/customXml" Target="../ink/ink6265.xml"/><Relationship Id="rId239" Type="http://schemas.openxmlformats.org/officeDocument/2006/relationships/customXml" Target="../ink/ink6293.xml"/><Relationship Id="rId390" Type="http://schemas.openxmlformats.org/officeDocument/2006/relationships/image" Target="NULL"/><Relationship Id="rId404" Type="http://schemas.openxmlformats.org/officeDocument/2006/relationships/image" Target="NULL"/><Relationship Id="rId446" Type="http://schemas.openxmlformats.org/officeDocument/2006/relationships/image" Target="NULL"/><Relationship Id="rId250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image" Target="NULL"/><Relationship Id="rId488" Type="http://schemas.openxmlformats.org/officeDocument/2006/relationships/image" Target="NUL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6228.xml"/><Relationship Id="rId348" Type="http://schemas.openxmlformats.org/officeDocument/2006/relationships/image" Target="NULL"/><Relationship Id="rId513" Type="http://schemas.openxmlformats.org/officeDocument/2006/relationships/customXml" Target="../ink/ink6430.xml"/><Relationship Id="rId152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customXml" Target="../ink/ink6381.xml"/><Relationship Id="rId457" Type="http://schemas.openxmlformats.org/officeDocument/2006/relationships/customXml" Target="../ink/ink6402.xml"/><Relationship Id="rId261" Type="http://schemas.openxmlformats.org/officeDocument/2006/relationships/customXml" Target="../ink/ink6304.xml"/><Relationship Id="rId499" Type="http://schemas.openxmlformats.org/officeDocument/2006/relationships/customXml" Target="../ink/ink6423.xml"/><Relationship Id="rId14" Type="http://schemas.openxmlformats.org/officeDocument/2006/relationships/customXml" Target="../ink/ink6180.xml"/><Relationship Id="rId56" Type="http://schemas.openxmlformats.org/officeDocument/2006/relationships/customXml" Target="../ink/ink6201.xml"/><Relationship Id="rId317" Type="http://schemas.openxmlformats.org/officeDocument/2006/relationships/customXml" Target="../ink/ink6332.xml"/><Relationship Id="rId359" Type="http://schemas.openxmlformats.org/officeDocument/2006/relationships/customXml" Target="../ink/ink6353.xml"/><Relationship Id="rId524" Type="http://schemas.openxmlformats.org/officeDocument/2006/relationships/image" Target="NULL"/><Relationship Id="rId98" Type="http://schemas.openxmlformats.org/officeDocument/2006/relationships/customXml" Target="../ink/ink6222.xml"/><Relationship Id="rId121" Type="http://schemas.openxmlformats.org/officeDocument/2006/relationships/customXml" Target="../ink/ink6234.xml"/><Relationship Id="rId163" Type="http://schemas.openxmlformats.org/officeDocument/2006/relationships/customXml" Target="../ink/ink6255.xml"/><Relationship Id="rId219" Type="http://schemas.openxmlformats.org/officeDocument/2006/relationships/customXml" Target="../ink/ink6283.xml"/><Relationship Id="rId370" Type="http://schemas.openxmlformats.org/officeDocument/2006/relationships/image" Target="NULL"/><Relationship Id="rId426" Type="http://schemas.openxmlformats.org/officeDocument/2006/relationships/image" Target="NULL"/><Relationship Id="rId230" Type="http://schemas.openxmlformats.org/officeDocument/2006/relationships/image" Target="NULL"/><Relationship Id="rId468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image" Target="NULL"/><Relationship Id="rId535" Type="http://schemas.openxmlformats.org/officeDocument/2006/relationships/customXml" Target="../ink/ink6441.xml"/><Relationship Id="rId132" Type="http://schemas.openxmlformats.org/officeDocument/2006/relationships/image" Target="NULL"/><Relationship Id="rId174" Type="http://schemas.openxmlformats.org/officeDocument/2006/relationships/image" Target="NULL"/><Relationship Id="rId381" Type="http://schemas.openxmlformats.org/officeDocument/2006/relationships/customXml" Target="../ink/ink6364.xml"/><Relationship Id="rId241" Type="http://schemas.openxmlformats.org/officeDocument/2006/relationships/customXml" Target="../ink/ink6294.xml"/><Relationship Id="rId437" Type="http://schemas.openxmlformats.org/officeDocument/2006/relationships/customXml" Target="../ink/ink6392.xml"/><Relationship Id="rId479" Type="http://schemas.openxmlformats.org/officeDocument/2006/relationships/customXml" Target="../ink/ink6413.xml"/><Relationship Id="rId36" Type="http://schemas.openxmlformats.org/officeDocument/2006/relationships/customXml" Target="../ink/ink6191.xml"/><Relationship Id="rId283" Type="http://schemas.openxmlformats.org/officeDocument/2006/relationships/customXml" Target="../ink/ink6315.xml"/><Relationship Id="rId339" Type="http://schemas.openxmlformats.org/officeDocument/2006/relationships/customXml" Target="../ink/ink6343.xml"/><Relationship Id="rId490" Type="http://schemas.openxmlformats.org/officeDocument/2006/relationships/image" Target="NULL"/><Relationship Id="rId504" Type="http://schemas.openxmlformats.org/officeDocument/2006/relationships/image" Target="NULL"/><Relationship Id="rId78" Type="http://schemas.openxmlformats.org/officeDocument/2006/relationships/customXml" Target="../ink/ink6212.xml"/><Relationship Id="rId101" Type="http://schemas.openxmlformats.org/officeDocument/2006/relationships/image" Target="NULL"/><Relationship Id="rId143" Type="http://schemas.openxmlformats.org/officeDocument/2006/relationships/customXml" Target="../ink/ink6245.xml"/><Relationship Id="rId185" Type="http://schemas.openxmlformats.org/officeDocument/2006/relationships/customXml" Target="../ink/ink6266.xml"/><Relationship Id="rId350" Type="http://schemas.openxmlformats.org/officeDocument/2006/relationships/image" Target="NUL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image" Target="NULL"/><Relationship Id="rId448" Type="http://schemas.openxmlformats.org/officeDocument/2006/relationships/image" Target="NULL"/><Relationship Id="rId252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image" Target="NULL"/><Relationship Id="rId515" Type="http://schemas.openxmlformats.org/officeDocument/2006/relationships/customXml" Target="../ink/ink6431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6229.xml"/><Relationship Id="rId154" Type="http://schemas.openxmlformats.org/officeDocument/2006/relationships/image" Target="NULL"/><Relationship Id="rId361" Type="http://schemas.openxmlformats.org/officeDocument/2006/relationships/customXml" Target="../ink/ink6354.xml"/><Relationship Id="rId196" Type="http://schemas.openxmlformats.org/officeDocument/2006/relationships/image" Target="NULL"/><Relationship Id="rId417" Type="http://schemas.openxmlformats.org/officeDocument/2006/relationships/customXml" Target="../ink/ink6382.xml"/><Relationship Id="rId459" Type="http://schemas.openxmlformats.org/officeDocument/2006/relationships/customXml" Target="../ink/ink6403.xml"/><Relationship Id="rId16" Type="http://schemas.openxmlformats.org/officeDocument/2006/relationships/customXml" Target="../ink/ink6181.xml"/><Relationship Id="rId221" Type="http://schemas.openxmlformats.org/officeDocument/2006/relationships/customXml" Target="../ink/ink6284.xml"/><Relationship Id="rId263" Type="http://schemas.openxmlformats.org/officeDocument/2006/relationships/customXml" Target="../ink/ink6305.xml"/><Relationship Id="rId319" Type="http://schemas.openxmlformats.org/officeDocument/2006/relationships/customXml" Target="../ink/ink6333.xml"/><Relationship Id="rId470" Type="http://schemas.openxmlformats.org/officeDocument/2006/relationships/image" Target="NULL"/><Relationship Id="rId526" Type="http://schemas.openxmlformats.org/officeDocument/2006/relationships/image" Target="NULL"/><Relationship Id="rId58" Type="http://schemas.openxmlformats.org/officeDocument/2006/relationships/customXml" Target="../ink/ink6202.xml"/><Relationship Id="rId123" Type="http://schemas.openxmlformats.org/officeDocument/2006/relationships/customXml" Target="../ink/ink6235.xml"/><Relationship Id="rId330" Type="http://schemas.openxmlformats.org/officeDocument/2006/relationships/image" Target="NULL"/><Relationship Id="rId165" Type="http://schemas.openxmlformats.org/officeDocument/2006/relationships/customXml" Target="../ink/ink6256.xml"/><Relationship Id="rId372" Type="http://schemas.openxmlformats.org/officeDocument/2006/relationships/image" Target="NULL"/><Relationship Id="rId428" Type="http://schemas.openxmlformats.org/officeDocument/2006/relationships/image" Target="NULL"/><Relationship Id="rId232" Type="http://schemas.openxmlformats.org/officeDocument/2006/relationships/image" Target="NULL"/><Relationship Id="rId274" Type="http://schemas.openxmlformats.org/officeDocument/2006/relationships/image" Target="NULL"/><Relationship Id="rId481" Type="http://schemas.openxmlformats.org/officeDocument/2006/relationships/customXml" Target="../ink/ink6414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537" Type="http://schemas.openxmlformats.org/officeDocument/2006/relationships/customXml" Target="../ink/ink6442.xml"/><Relationship Id="rId80" Type="http://schemas.openxmlformats.org/officeDocument/2006/relationships/customXml" Target="../ink/ink6213.xml"/><Relationship Id="rId176" Type="http://schemas.openxmlformats.org/officeDocument/2006/relationships/image" Target="NULL"/><Relationship Id="rId341" Type="http://schemas.openxmlformats.org/officeDocument/2006/relationships/customXml" Target="../ink/ink6344.xml"/><Relationship Id="rId383" Type="http://schemas.openxmlformats.org/officeDocument/2006/relationships/customXml" Target="../ink/ink6365.xml"/><Relationship Id="rId439" Type="http://schemas.openxmlformats.org/officeDocument/2006/relationships/customXml" Target="../ink/ink6393.xml"/><Relationship Id="rId201" Type="http://schemas.openxmlformats.org/officeDocument/2006/relationships/customXml" Target="../ink/ink6274.xml"/><Relationship Id="rId243" Type="http://schemas.openxmlformats.org/officeDocument/2006/relationships/customXml" Target="../ink/ink6295.xml"/><Relationship Id="rId285" Type="http://schemas.openxmlformats.org/officeDocument/2006/relationships/customXml" Target="../ink/ink6316.xml"/><Relationship Id="rId450" Type="http://schemas.openxmlformats.org/officeDocument/2006/relationships/image" Target="NULL"/><Relationship Id="rId506" Type="http://schemas.openxmlformats.org/officeDocument/2006/relationships/image" Target="NULL"/><Relationship Id="rId38" Type="http://schemas.openxmlformats.org/officeDocument/2006/relationships/customXml" Target="../ink/ink6192.xml"/><Relationship Id="rId103" Type="http://schemas.openxmlformats.org/officeDocument/2006/relationships/image" Target="NULL"/><Relationship Id="rId310" Type="http://schemas.openxmlformats.org/officeDocument/2006/relationships/image" Target="NULL"/><Relationship Id="rId492" Type="http://schemas.openxmlformats.org/officeDocument/2006/relationships/image" Target="NULL"/><Relationship Id="rId91" Type="http://schemas.openxmlformats.org/officeDocument/2006/relationships/image" Target="NULL"/><Relationship Id="rId145" Type="http://schemas.openxmlformats.org/officeDocument/2006/relationships/customXml" Target="../ink/ink6246.xml"/><Relationship Id="rId187" Type="http://schemas.openxmlformats.org/officeDocument/2006/relationships/customXml" Target="../ink/ink6267.xm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image" Target="NUL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customXml" Target="../ink/ink6230.xml"/><Relationship Id="rId296" Type="http://schemas.openxmlformats.org/officeDocument/2006/relationships/image" Target="NULL"/><Relationship Id="rId461" Type="http://schemas.openxmlformats.org/officeDocument/2006/relationships/customXml" Target="../ink/ink6404.xml"/><Relationship Id="rId517" Type="http://schemas.openxmlformats.org/officeDocument/2006/relationships/customXml" Target="../ink/ink6432.xml"/><Relationship Id="rId60" Type="http://schemas.openxmlformats.org/officeDocument/2006/relationships/customXml" Target="../ink/ink6203.xml"/><Relationship Id="rId156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customXml" Target="../ink/ink6334.xml"/><Relationship Id="rId363" Type="http://schemas.openxmlformats.org/officeDocument/2006/relationships/customXml" Target="../ink/ink6355.xml"/><Relationship Id="rId419" Type="http://schemas.openxmlformats.org/officeDocument/2006/relationships/customXml" Target="../ink/ink6383.xml"/><Relationship Id="rId223" Type="http://schemas.openxmlformats.org/officeDocument/2006/relationships/customXml" Target="../ink/ink6285.xml"/><Relationship Id="rId430" Type="http://schemas.openxmlformats.org/officeDocument/2006/relationships/image" Target="NULL"/><Relationship Id="rId18" Type="http://schemas.openxmlformats.org/officeDocument/2006/relationships/customXml" Target="../ink/ink6182.xml"/><Relationship Id="rId265" Type="http://schemas.openxmlformats.org/officeDocument/2006/relationships/customXml" Target="../ink/ink6306.xml"/><Relationship Id="rId472" Type="http://schemas.openxmlformats.org/officeDocument/2006/relationships/image" Target="NULL"/><Relationship Id="rId528" Type="http://schemas.openxmlformats.org/officeDocument/2006/relationships/image" Target="NULL"/><Relationship Id="rId125" Type="http://schemas.openxmlformats.org/officeDocument/2006/relationships/customXml" Target="../ink/ink6236.xml"/><Relationship Id="rId167" Type="http://schemas.openxmlformats.org/officeDocument/2006/relationships/customXml" Target="../ink/ink6257.xml"/><Relationship Id="rId332" Type="http://schemas.openxmlformats.org/officeDocument/2006/relationships/image" Target="NULL"/><Relationship Id="rId374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image" Target="NULL"/><Relationship Id="rId2" Type="http://schemas.openxmlformats.org/officeDocument/2006/relationships/customXml" Target="../ink/ink6174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customXml" Target="../ink/ink6394.xml"/><Relationship Id="rId483" Type="http://schemas.openxmlformats.org/officeDocument/2006/relationships/customXml" Target="../ink/ink6415.xml"/><Relationship Id="rId40" Type="http://schemas.openxmlformats.org/officeDocument/2006/relationships/customXml" Target="../ink/ink6193.xml"/><Relationship Id="rId136" Type="http://schemas.openxmlformats.org/officeDocument/2006/relationships/image" Target="NULL"/><Relationship Id="rId178" Type="http://schemas.openxmlformats.org/officeDocument/2006/relationships/image" Target="NULL"/><Relationship Id="rId301" Type="http://schemas.openxmlformats.org/officeDocument/2006/relationships/customXml" Target="../ink/ink6324.xml"/><Relationship Id="rId343" Type="http://schemas.openxmlformats.org/officeDocument/2006/relationships/customXml" Target="../ink/ink6345.xml"/><Relationship Id="rId82" Type="http://schemas.openxmlformats.org/officeDocument/2006/relationships/customXml" Target="../ink/ink6214.xml"/><Relationship Id="rId203" Type="http://schemas.openxmlformats.org/officeDocument/2006/relationships/customXml" Target="../ink/ink6275.xml"/><Relationship Id="rId385" Type="http://schemas.openxmlformats.org/officeDocument/2006/relationships/customXml" Target="../ink/ink6366.xml"/><Relationship Id="rId245" Type="http://schemas.openxmlformats.org/officeDocument/2006/relationships/customXml" Target="../ink/ink6296.xml"/><Relationship Id="rId287" Type="http://schemas.openxmlformats.org/officeDocument/2006/relationships/customXml" Target="../ink/ink6317.xml"/><Relationship Id="rId410" Type="http://schemas.openxmlformats.org/officeDocument/2006/relationships/image" Target="NULL"/><Relationship Id="rId452" Type="http://schemas.openxmlformats.org/officeDocument/2006/relationships/image" Target="NULL"/><Relationship Id="rId494" Type="http://schemas.openxmlformats.org/officeDocument/2006/relationships/image" Target="NULL"/><Relationship Id="rId508" Type="http://schemas.openxmlformats.org/officeDocument/2006/relationships/image" Target="NULL"/><Relationship Id="rId105" Type="http://schemas.openxmlformats.org/officeDocument/2006/relationships/image" Target="NULL"/><Relationship Id="rId147" Type="http://schemas.openxmlformats.org/officeDocument/2006/relationships/customXml" Target="../ink/ink6247.xml"/><Relationship Id="rId312" Type="http://schemas.openxmlformats.org/officeDocument/2006/relationships/image" Target="NULL"/><Relationship Id="rId354" Type="http://schemas.openxmlformats.org/officeDocument/2006/relationships/image" Target="NUL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customXml" Target="../ink/ink6268.xml"/><Relationship Id="rId396" Type="http://schemas.openxmlformats.org/officeDocument/2006/relationships/image" Target="NULL"/><Relationship Id="rId214" Type="http://schemas.openxmlformats.org/officeDocument/2006/relationships/image" Target="NULL"/><Relationship Id="rId256" Type="http://schemas.openxmlformats.org/officeDocument/2006/relationships/image" Target="NULL"/><Relationship Id="rId298" Type="http://schemas.openxmlformats.org/officeDocument/2006/relationships/image" Target="NULL"/><Relationship Id="rId421" Type="http://schemas.openxmlformats.org/officeDocument/2006/relationships/customXml" Target="../ink/ink6384.xml"/><Relationship Id="rId463" Type="http://schemas.openxmlformats.org/officeDocument/2006/relationships/customXml" Target="../ink/ink6405.xml"/><Relationship Id="rId519" Type="http://schemas.openxmlformats.org/officeDocument/2006/relationships/customXml" Target="../ink/ink6433.xml"/><Relationship Id="rId116" Type="http://schemas.openxmlformats.org/officeDocument/2006/relationships/image" Target="NULL"/><Relationship Id="rId158" Type="http://schemas.openxmlformats.org/officeDocument/2006/relationships/image" Target="NULL"/><Relationship Id="rId323" Type="http://schemas.openxmlformats.org/officeDocument/2006/relationships/customXml" Target="../ink/ink6335.xml"/><Relationship Id="rId530" Type="http://schemas.openxmlformats.org/officeDocument/2006/relationships/image" Target="NULL"/><Relationship Id="rId20" Type="http://schemas.openxmlformats.org/officeDocument/2006/relationships/customXml" Target="../ink/ink6183.xml"/><Relationship Id="rId62" Type="http://schemas.openxmlformats.org/officeDocument/2006/relationships/customXml" Target="../ink/ink6204.xml"/><Relationship Id="rId365" Type="http://schemas.openxmlformats.org/officeDocument/2006/relationships/customXml" Target="../ink/ink6356.xml"/><Relationship Id="rId225" Type="http://schemas.openxmlformats.org/officeDocument/2006/relationships/customXml" Target="../ink/ink6286.xml"/><Relationship Id="rId267" Type="http://schemas.openxmlformats.org/officeDocument/2006/relationships/customXml" Target="../ink/ink6307.xml"/><Relationship Id="rId432" Type="http://schemas.openxmlformats.org/officeDocument/2006/relationships/image" Target="NULL"/><Relationship Id="rId474" Type="http://schemas.openxmlformats.org/officeDocument/2006/relationships/image" Target="NULL"/><Relationship Id="rId127" Type="http://schemas.openxmlformats.org/officeDocument/2006/relationships/customXml" Target="../ink/ink6237.xm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customXml" Target="../ink/ink6258.xml"/><Relationship Id="rId334" Type="http://schemas.openxmlformats.org/officeDocument/2006/relationships/image" Target="NULL"/><Relationship Id="rId376" Type="http://schemas.openxmlformats.org/officeDocument/2006/relationships/image" Target="NULL"/><Relationship Id="rId4" Type="http://schemas.openxmlformats.org/officeDocument/2006/relationships/customXml" Target="../ink/ink6175.xml"/><Relationship Id="rId180" Type="http://schemas.openxmlformats.org/officeDocument/2006/relationships/image" Target="NULL"/><Relationship Id="rId236" Type="http://schemas.openxmlformats.org/officeDocument/2006/relationships/image" Target="NULL"/><Relationship Id="rId278" Type="http://schemas.openxmlformats.org/officeDocument/2006/relationships/image" Target="NULL"/><Relationship Id="rId401" Type="http://schemas.openxmlformats.org/officeDocument/2006/relationships/customXml" Target="../ink/ink6374.xml"/><Relationship Id="rId443" Type="http://schemas.openxmlformats.org/officeDocument/2006/relationships/customXml" Target="../ink/ink6395.xml"/><Relationship Id="rId303" Type="http://schemas.openxmlformats.org/officeDocument/2006/relationships/customXml" Target="../ink/ink6325.xml"/><Relationship Id="rId485" Type="http://schemas.openxmlformats.org/officeDocument/2006/relationships/customXml" Target="../ink/ink6416.xml"/><Relationship Id="rId42" Type="http://schemas.openxmlformats.org/officeDocument/2006/relationships/customXml" Target="../ink/ink6194.xml"/><Relationship Id="rId84" Type="http://schemas.openxmlformats.org/officeDocument/2006/relationships/customXml" Target="../ink/ink6215.xml"/><Relationship Id="rId138" Type="http://schemas.openxmlformats.org/officeDocument/2006/relationships/image" Target="NULL"/><Relationship Id="rId345" Type="http://schemas.openxmlformats.org/officeDocument/2006/relationships/customXml" Target="../ink/ink6346.xml"/><Relationship Id="rId387" Type="http://schemas.openxmlformats.org/officeDocument/2006/relationships/customXml" Target="../ink/ink6367.xml"/><Relationship Id="rId510" Type="http://schemas.openxmlformats.org/officeDocument/2006/relationships/image" Target="NULL"/><Relationship Id="rId191" Type="http://schemas.openxmlformats.org/officeDocument/2006/relationships/customXml" Target="../ink/ink6269.xml"/><Relationship Id="rId205" Type="http://schemas.openxmlformats.org/officeDocument/2006/relationships/customXml" Target="../ink/ink6276.xml"/><Relationship Id="rId247" Type="http://schemas.openxmlformats.org/officeDocument/2006/relationships/customXml" Target="../ink/ink6297.xm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customXml" Target="../ink/ink6318.xml"/><Relationship Id="rId454" Type="http://schemas.openxmlformats.org/officeDocument/2006/relationships/image" Target="NULL"/><Relationship Id="rId496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6248.xm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521" Type="http://schemas.openxmlformats.org/officeDocument/2006/relationships/customXml" Target="../ink/ink6434.xml"/><Relationship Id="rId95" Type="http://schemas.openxmlformats.org/officeDocument/2006/relationships/image" Target="NULL"/><Relationship Id="rId160" Type="http://schemas.openxmlformats.org/officeDocument/2006/relationships/image" Target="NULL"/><Relationship Id="rId216" Type="http://schemas.openxmlformats.org/officeDocument/2006/relationships/image" Target="NULL"/><Relationship Id="rId423" Type="http://schemas.openxmlformats.org/officeDocument/2006/relationships/customXml" Target="../ink/ink6385.xml"/><Relationship Id="rId258" Type="http://schemas.openxmlformats.org/officeDocument/2006/relationships/image" Target="NULL"/><Relationship Id="rId465" Type="http://schemas.openxmlformats.org/officeDocument/2006/relationships/customXml" Target="../ink/ink6406.xml"/><Relationship Id="rId22" Type="http://schemas.openxmlformats.org/officeDocument/2006/relationships/customXml" Target="../ink/ink6184.xml"/><Relationship Id="rId64" Type="http://schemas.openxmlformats.org/officeDocument/2006/relationships/customXml" Target="../ink/ink6205.xml"/><Relationship Id="rId118" Type="http://schemas.openxmlformats.org/officeDocument/2006/relationships/image" Target="NULL"/><Relationship Id="rId325" Type="http://schemas.openxmlformats.org/officeDocument/2006/relationships/customXml" Target="../ink/ink6336.xml"/><Relationship Id="rId367" Type="http://schemas.openxmlformats.org/officeDocument/2006/relationships/customXml" Target="../ink/ink6357.xml"/><Relationship Id="rId532" Type="http://schemas.openxmlformats.org/officeDocument/2006/relationships/image" Target="NULL"/><Relationship Id="rId171" Type="http://schemas.openxmlformats.org/officeDocument/2006/relationships/customXml" Target="../ink/ink6259.xml"/><Relationship Id="rId227" Type="http://schemas.openxmlformats.org/officeDocument/2006/relationships/customXml" Target="../ink/ink6287.xml"/><Relationship Id="rId269" Type="http://schemas.openxmlformats.org/officeDocument/2006/relationships/customXml" Target="../ink/ink6308.xml"/><Relationship Id="rId434" Type="http://schemas.openxmlformats.org/officeDocument/2006/relationships/image" Target="NULL"/><Relationship Id="rId476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customXml" Target="../ink/ink6238.xml"/><Relationship Id="rId280" Type="http://schemas.openxmlformats.org/officeDocument/2006/relationships/image" Target="NULL"/><Relationship Id="rId336" Type="http://schemas.openxmlformats.org/officeDocument/2006/relationships/image" Target="NULL"/><Relationship Id="rId501" Type="http://schemas.openxmlformats.org/officeDocument/2006/relationships/customXml" Target="../ink/ink6424.xm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image" Target="NULL"/><Relationship Id="rId378" Type="http://schemas.openxmlformats.org/officeDocument/2006/relationships/image" Target="NULL"/><Relationship Id="rId403" Type="http://schemas.openxmlformats.org/officeDocument/2006/relationships/customXml" Target="../ink/ink6375.xml"/><Relationship Id="rId6" Type="http://schemas.openxmlformats.org/officeDocument/2006/relationships/customXml" Target="../ink/ink6176.xml"/><Relationship Id="rId238" Type="http://schemas.openxmlformats.org/officeDocument/2006/relationships/image" Target="NULL"/><Relationship Id="rId445" Type="http://schemas.openxmlformats.org/officeDocument/2006/relationships/customXml" Target="../ink/ink6396.xml"/><Relationship Id="rId487" Type="http://schemas.openxmlformats.org/officeDocument/2006/relationships/customXml" Target="../ink/ink6417.xml"/><Relationship Id="rId291" Type="http://schemas.openxmlformats.org/officeDocument/2006/relationships/customXml" Target="../ink/ink6319.xml"/><Relationship Id="rId305" Type="http://schemas.openxmlformats.org/officeDocument/2006/relationships/customXml" Target="../ink/ink6326.xml"/><Relationship Id="rId347" Type="http://schemas.openxmlformats.org/officeDocument/2006/relationships/customXml" Target="../ink/ink6347.xml"/><Relationship Id="rId512" Type="http://schemas.openxmlformats.org/officeDocument/2006/relationships/image" Target="NULL"/><Relationship Id="rId44" Type="http://schemas.openxmlformats.org/officeDocument/2006/relationships/customXml" Target="../ink/ink6195.xml"/><Relationship Id="rId86" Type="http://schemas.openxmlformats.org/officeDocument/2006/relationships/customXml" Target="../ink/ink6216.xml"/><Relationship Id="rId151" Type="http://schemas.openxmlformats.org/officeDocument/2006/relationships/customXml" Target="../ink/ink6249.xml"/><Relationship Id="rId389" Type="http://schemas.openxmlformats.org/officeDocument/2006/relationships/customXml" Target="../ink/ink6368.xml"/><Relationship Id="rId193" Type="http://schemas.openxmlformats.org/officeDocument/2006/relationships/customXml" Target="../ink/ink6270.xml"/><Relationship Id="rId207" Type="http://schemas.openxmlformats.org/officeDocument/2006/relationships/customXml" Target="../ink/ink6277.xml"/><Relationship Id="rId249" Type="http://schemas.openxmlformats.org/officeDocument/2006/relationships/customXml" Target="../ink/ink6298.xml"/><Relationship Id="rId414" Type="http://schemas.openxmlformats.org/officeDocument/2006/relationships/image" Target="NULL"/><Relationship Id="rId456" Type="http://schemas.openxmlformats.org/officeDocument/2006/relationships/image" Target="NULL"/><Relationship Id="rId498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image" Target="NULL"/><Relationship Id="rId523" Type="http://schemas.openxmlformats.org/officeDocument/2006/relationships/customXml" Target="../ink/ink6435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image" Target="NULL"/><Relationship Id="rId358" Type="http://schemas.openxmlformats.org/officeDocument/2006/relationships/image" Target="NULL"/><Relationship Id="rId162" Type="http://schemas.openxmlformats.org/officeDocument/2006/relationships/image" Target="NULL"/><Relationship Id="rId218" Type="http://schemas.openxmlformats.org/officeDocument/2006/relationships/image" Target="NULL"/><Relationship Id="rId425" Type="http://schemas.openxmlformats.org/officeDocument/2006/relationships/customXml" Target="../ink/ink6386.xml"/><Relationship Id="rId467" Type="http://schemas.openxmlformats.org/officeDocument/2006/relationships/customXml" Target="../ink/ink6407.xml"/><Relationship Id="rId271" Type="http://schemas.openxmlformats.org/officeDocument/2006/relationships/customXml" Target="../ink/ink6309.xml"/><Relationship Id="rId24" Type="http://schemas.openxmlformats.org/officeDocument/2006/relationships/customXml" Target="../ink/ink6185.xml"/><Relationship Id="rId66" Type="http://schemas.openxmlformats.org/officeDocument/2006/relationships/customXml" Target="../ink/ink6206.xml"/><Relationship Id="rId131" Type="http://schemas.openxmlformats.org/officeDocument/2006/relationships/customXml" Target="../ink/ink6239.xml"/><Relationship Id="rId327" Type="http://schemas.openxmlformats.org/officeDocument/2006/relationships/customXml" Target="../ink/ink6337.xml"/><Relationship Id="rId369" Type="http://schemas.openxmlformats.org/officeDocument/2006/relationships/customXml" Target="../ink/ink6358.xml"/><Relationship Id="rId534" Type="http://schemas.openxmlformats.org/officeDocument/2006/relationships/image" Target="NULL"/><Relationship Id="rId173" Type="http://schemas.openxmlformats.org/officeDocument/2006/relationships/customXml" Target="../ink/ink6260.xml"/><Relationship Id="rId229" Type="http://schemas.openxmlformats.org/officeDocument/2006/relationships/customXml" Target="../ink/ink6288.xml"/><Relationship Id="rId380" Type="http://schemas.openxmlformats.org/officeDocument/2006/relationships/image" Target="NULL"/><Relationship Id="rId436" Type="http://schemas.openxmlformats.org/officeDocument/2006/relationships/image" Target="NULL"/><Relationship Id="rId240" Type="http://schemas.openxmlformats.org/officeDocument/2006/relationships/image" Target="NULL"/><Relationship Id="rId478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6223.xml"/><Relationship Id="rId282" Type="http://schemas.openxmlformats.org/officeDocument/2006/relationships/image" Target="NULL"/><Relationship Id="rId338" Type="http://schemas.openxmlformats.org/officeDocument/2006/relationships/image" Target="NULL"/><Relationship Id="rId503" Type="http://schemas.openxmlformats.org/officeDocument/2006/relationships/customXml" Target="../ink/ink6425.xml"/><Relationship Id="rId8" Type="http://schemas.openxmlformats.org/officeDocument/2006/relationships/customXml" Target="../ink/ink6177.xml"/><Relationship Id="rId142" Type="http://schemas.openxmlformats.org/officeDocument/2006/relationships/image" Target="NULL"/><Relationship Id="rId184" Type="http://schemas.openxmlformats.org/officeDocument/2006/relationships/image" Target="NULL"/><Relationship Id="rId391" Type="http://schemas.openxmlformats.org/officeDocument/2006/relationships/customXml" Target="../ink/ink6369.xml"/><Relationship Id="rId405" Type="http://schemas.openxmlformats.org/officeDocument/2006/relationships/customXml" Target="../ink/ink6376.xml"/><Relationship Id="rId447" Type="http://schemas.openxmlformats.org/officeDocument/2006/relationships/customXml" Target="../ink/ink6397.xml"/><Relationship Id="rId251" Type="http://schemas.openxmlformats.org/officeDocument/2006/relationships/customXml" Target="../ink/ink6299.xml"/><Relationship Id="rId489" Type="http://schemas.openxmlformats.org/officeDocument/2006/relationships/customXml" Target="../ink/ink6418.xml"/><Relationship Id="rId46" Type="http://schemas.openxmlformats.org/officeDocument/2006/relationships/customXml" Target="../ink/ink6196.xml"/><Relationship Id="rId293" Type="http://schemas.openxmlformats.org/officeDocument/2006/relationships/customXml" Target="../ink/ink6320.xml"/><Relationship Id="rId307" Type="http://schemas.openxmlformats.org/officeDocument/2006/relationships/customXml" Target="../ink/ink6327.xml"/><Relationship Id="rId349" Type="http://schemas.openxmlformats.org/officeDocument/2006/relationships/customXml" Target="../ink/ink6348.xml"/><Relationship Id="rId514" Type="http://schemas.openxmlformats.org/officeDocument/2006/relationships/image" Target="NULL"/><Relationship Id="rId88" Type="http://schemas.openxmlformats.org/officeDocument/2006/relationships/customXml" Target="../ink/ink6217.xml"/><Relationship Id="rId111" Type="http://schemas.openxmlformats.org/officeDocument/2006/relationships/image" Target="NULL"/><Relationship Id="rId153" Type="http://schemas.openxmlformats.org/officeDocument/2006/relationships/customXml" Target="../ink/ink6250.xml"/><Relationship Id="rId195" Type="http://schemas.openxmlformats.org/officeDocument/2006/relationships/customXml" Target="../ink/ink6271.xml"/><Relationship Id="rId209" Type="http://schemas.openxmlformats.org/officeDocument/2006/relationships/customXml" Target="../ink/ink6278.xml"/><Relationship Id="rId360" Type="http://schemas.openxmlformats.org/officeDocument/2006/relationships/image" Target="NULL"/><Relationship Id="rId416" Type="http://schemas.openxmlformats.org/officeDocument/2006/relationships/image" Target="NULL"/><Relationship Id="rId220" Type="http://schemas.openxmlformats.org/officeDocument/2006/relationships/image" Target="NUL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image" Target="NULL"/><Relationship Id="rId525" Type="http://schemas.openxmlformats.org/officeDocument/2006/relationships/customXml" Target="../ink/ink6436.xml"/><Relationship Id="rId99" Type="http://schemas.openxmlformats.org/officeDocument/2006/relationships/image" Target="NULL"/><Relationship Id="rId122" Type="http://schemas.openxmlformats.org/officeDocument/2006/relationships/image" Target="NULL"/><Relationship Id="rId164" Type="http://schemas.openxmlformats.org/officeDocument/2006/relationships/image" Target="NULL"/><Relationship Id="rId371" Type="http://schemas.openxmlformats.org/officeDocument/2006/relationships/customXml" Target="../ink/ink6359.xml"/><Relationship Id="rId427" Type="http://schemas.openxmlformats.org/officeDocument/2006/relationships/customXml" Target="../ink/ink6387.xml"/><Relationship Id="rId469" Type="http://schemas.openxmlformats.org/officeDocument/2006/relationships/customXml" Target="../ink/ink6408.xml"/><Relationship Id="rId26" Type="http://schemas.openxmlformats.org/officeDocument/2006/relationships/customXml" Target="../ink/ink6186.xml"/><Relationship Id="rId231" Type="http://schemas.openxmlformats.org/officeDocument/2006/relationships/customXml" Target="../ink/ink6289.xml"/><Relationship Id="rId273" Type="http://schemas.openxmlformats.org/officeDocument/2006/relationships/customXml" Target="../ink/ink6310.xml"/><Relationship Id="rId329" Type="http://schemas.openxmlformats.org/officeDocument/2006/relationships/customXml" Target="../ink/ink6338.xml"/><Relationship Id="rId480" Type="http://schemas.openxmlformats.org/officeDocument/2006/relationships/image" Target="NULL"/><Relationship Id="rId536" Type="http://schemas.openxmlformats.org/officeDocument/2006/relationships/image" Target="NULL"/><Relationship Id="rId68" Type="http://schemas.openxmlformats.org/officeDocument/2006/relationships/customXml" Target="../ink/ink6207.xml"/><Relationship Id="rId133" Type="http://schemas.openxmlformats.org/officeDocument/2006/relationships/customXml" Target="../ink/ink6240.xml"/><Relationship Id="rId175" Type="http://schemas.openxmlformats.org/officeDocument/2006/relationships/customXml" Target="../ink/ink6261.xml"/><Relationship Id="rId340" Type="http://schemas.openxmlformats.org/officeDocument/2006/relationships/image" Target="NULL"/><Relationship Id="rId200" Type="http://schemas.openxmlformats.org/officeDocument/2006/relationships/image" Target="NULL"/><Relationship Id="rId382" Type="http://schemas.openxmlformats.org/officeDocument/2006/relationships/image" Target="NULL"/><Relationship Id="rId438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image" Target="NULL"/><Relationship Id="rId491" Type="http://schemas.openxmlformats.org/officeDocument/2006/relationships/customXml" Target="../ink/ink6419.xml"/><Relationship Id="rId505" Type="http://schemas.openxmlformats.org/officeDocument/2006/relationships/customXml" Target="../ink/ink6426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6224.xml"/><Relationship Id="rId144" Type="http://schemas.openxmlformats.org/officeDocument/2006/relationships/image" Target="NULL"/><Relationship Id="rId90" Type="http://schemas.openxmlformats.org/officeDocument/2006/relationships/customXml" Target="../ink/ink6218.xml"/><Relationship Id="rId186" Type="http://schemas.openxmlformats.org/officeDocument/2006/relationships/image" Target="NULL"/><Relationship Id="rId351" Type="http://schemas.openxmlformats.org/officeDocument/2006/relationships/customXml" Target="../ink/ink6349.xml"/><Relationship Id="rId393" Type="http://schemas.openxmlformats.org/officeDocument/2006/relationships/customXml" Target="../ink/ink6370.xml"/><Relationship Id="rId407" Type="http://schemas.openxmlformats.org/officeDocument/2006/relationships/customXml" Target="../ink/ink6377.xml"/><Relationship Id="rId449" Type="http://schemas.openxmlformats.org/officeDocument/2006/relationships/customXml" Target="../ink/ink6398.xml"/><Relationship Id="rId211" Type="http://schemas.openxmlformats.org/officeDocument/2006/relationships/customXml" Target="../ink/ink6279.xml"/><Relationship Id="rId253" Type="http://schemas.openxmlformats.org/officeDocument/2006/relationships/customXml" Target="../ink/ink6300.xml"/><Relationship Id="rId295" Type="http://schemas.openxmlformats.org/officeDocument/2006/relationships/customXml" Target="../ink/ink6321.xml"/><Relationship Id="rId309" Type="http://schemas.openxmlformats.org/officeDocument/2006/relationships/customXml" Target="../ink/ink6328.xml"/><Relationship Id="rId460" Type="http://schemas.openxmlformats.org/officeDocument/2006/relationships/image" Target="NULL"/><Relationship Id="rId516" Type="http://schemas.openxmlformats.org/officeDocument/2006/relationships/image" Target="NULL"/><Relationship Id="rId48" Type="http://schemas.openxmlformats.org/officeDocument/2006/relationships/customXml" Target="../ink/ink6197.xml"/><Relationship Id="rId113" Type="http://schemas.openxmlformats.org/officeDocument/2006/relationships/image" Target="NULL"/><Relationship Id="rId320" Type="http://schemas.openxmlformats.org/officeDocument/2006/relationships/image" Target="NULL"/><Relationship Id="rId155" Type="http://schemas.openxmlformats.org/officeDocument/2006/relationships/customXml" Target="../ink/ink6251.xml"/><Relationship Id="rId197" Type="http://schemas.openxmlformats.org/officeDocument/2006/relationships/customXml" Target="../ink/ink6272.xml"/><Relationship Id="rId362" Type="http://schemas.openxmlformats.org/officeDocument/2006/relationships/image" Target="NULL"/><Relationship Id="rId418" Type="http://schemas.openxmlformats.org/officeDocument/2006/relationships/image" Target="NULL"/><Relationship Id="rId222" Type="http://schemas.openxmlformats.org/officeDocument/2006/relationships/image" Target="NULL"/><Relationship Id="rId264" Type="http://schemas.openxmlformats.org/officeDocument/2006/relationships/image" Target="NULL"/><Relationship Id="rId471" Type="http://schemas.openxmlformats.org/officeDocument/2006/relationships/customXml" Target="../ink/ink6409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image" Target="NULL"/><Relationship Id="rId527" Type="http://schemas.openxmlformats.org/officeDocument/2006/relationships/customXml" Target="../ink/ink6437.xml"/><Relationship Id="rId70" Type="http://schemas.openxmlformats.org/officeDocument/2006/relationships/customXml" Target="../ink/ink6208.xml"/><Relationship Id="rId166" Type="http://schemas.openxmlformats.org/officeDocument/2006/relationships/image" Target="NULL"/><Relationship Id="rId331" Type="http://schemas.openxmlformats.org/officeDocument/2006/relationships/customXml" Target="../ink/ink6339.xml"/><Relationship Id="rId373" Type="http://schemas.openxmlformats.org/officeDocument/2006/relationships/customXml" Target="../ink/ink6360.xml"/><Relationship Id="rId429" Type="http://schemas.openxmlformats.org/officeDocument/2006/relationships/customXml" Target="../ink/ink6388.xm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6290.xml"/><Relationship Id="rId440" Type="http://schemas.openxmlformats.org/officeDocument/2006/relationships/image" Target="NULL"/><Relationship Id="rId28" Type="http://schemas.openxmlformats.org/officeDocument/2006/relationships/customXml" Target="../ink/ink6187.xml"/><Relationship Id="rId275" Type="http://schemas.openxmlformats.org/officeDocument/2006/relationships/customXml" Target="../ink/ink6311.xml"/><Relationship Id="rId300" Type="http://schemas.openxmlformats.org/officeDocument/2006/relationships/image" Target="NULL"/><Relationship Id="rId482" Type="http://schemas.openxmlformats.org/officeDocument/2006/relationships/image" Target="NULL"/><Relationship Id="rId538" Type="http://schemas.openxmlformats.org/officeDocument/2006/relationships/image" Target="NULL"/><Relationship Id="rId81" Type="http://schemas.openxmlformats.org/officeDocument/2006/relationships/image" Target="NULL"/><Relationship Id="rId135" Type="http://schemas.openxmlformats.org/officeDocument/2006/relationships/customXml" Target="../ink/ink6241.xml"/><Relationship Id="rId177" Type="http://schemas.openxmlformats.org/officeDocument/2006/relationships/customXml" Target="../ink/ink6262.xml"/><Relationship Id="rId342" Type="http://schemas.openxmlformats.org/officeDocument/2006/relationships/image" Target="NULL"/><Relationship Id="rId384" Type="http://schemas.openxmlformats.org/officeDocument/2006/relationships/image" Target="NULL"/><Relationship Id="rId202" Type="http://schemas.openxmlformats.org/officeDocument/2006/relationships/image" Target="NUL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customXml" Target="../ink/ink6399.xml"/><Relationship Id="rId493" Type="http://schemas.openxmlformats.org/officeDocument/2006/relationships/customXml" Target="../ink/ink6420.xml"/><Relationship Id="rId507" Type="http://schemas.openxmlformats.org/officeDocument/2006/relationships/customXml" Target="../ink/ink6427.xml"/><Relationship Id="rId50" Type="http://schemas.openxmlformats.org/officeDocument/2006/relationships/customXml" Target="../ink/ink6198.xml"/><Relationship Id="rId104" Type="http://schemas.openxmlformats.org/officeDocument/2006/relationships/customXml" Target="../ink/ink6225.xml"/><Relationship Id="rId146" Type="http://schemas.openxmlformats.org/officeDocument/2006/relationships/image" Target="NULL"/><Relationship Id="rId188" Type="http://schemas.openxmlformats.org/officeDocument/2006/relationships/image" Target="NULL"/><Relationship Id="rId311" Type="http://schemas.openxmlformats.org/officeDocument/2006/relationships/customXml" Target="../ink/ink6329.xml"/><Relationship Id="rId353" Type="http://schemas.openxmlformats.org/officeDocument/2006/relationships/customXml" Target="../ink/ink6350.xml"/><Relationship Id="rId395" Type="http://schemas.openxmlformats.org/officeDocument/2006/relationships/customXml" Target="../ink/ink6371.xml"/><Relationship Id="rId409" Type="http://schemas.openxmlformats.org/officeDocument/2006/relationships/customXml" Target="../ink/ink6378.xml"/><Relationship Id="rId92" Type="http://schemas.openxmlformats.org/officeDocument/2006/relationships/customXml" Target="../ink/ink6219.xml"/><Relationship Id="rId213" Type="http://schemas.openxmlformats.org/officeDocument/2006/relationships/customXml" Target="../ink/ink6280.xml"/><Relationship Id="rId420" Type="http://schemas.openxmlformats.org/officeDocument/2006/relationships/image" Target="NULL"/><Relationship Id="rId255" Type="http://schemas.openxmlformats.org/officeDocument/2006/relationships/customXml" Target="../ink/ink6301.xml"/><Relationship Id="rId297" Type="http://schemas.openxmlformats.org/officeDocument/2006/relationships/customXml" Target="../ink/ink6322.xml"/><Relationship Id="rId462" Type="http://schemas.openxmlformats.org/officeDocument/2006/relationships/image" Target="NULL"/><Relationship Id="rId518" Type="http://schemas.openxmlformats.org/officeDocument/2006/relationships/image" Target="NULL"/><Relationship Id="rId115" Type="http://schemas.openxmlformats.org/officeDocument/2006/relationships/customXml" Target="../ink/ink6231.xml"/><Relationship Id="rId157" Type="http://schemas.openxmlformats.org/officeDocument/2006/relationships/customXml" Target="../ink/ink6252.xml"/><Relationship Id="rId322" Type="http://schemas.openxmlformats.org/officeDocument/2006/relationships/image" Target="NULL"/><Relationship Id="rId364" Type="http://schemas.openxmlformats.org/officeDocument/2006/relationships/image" Target="NULL"/><Relationship Id="rId61" Type="http://schemas.openxmlformats.org/officeDocument/2006/relationships/image" Target="NULL"/><Relationship Id="rId199" Type="http://schemas.openxmlformats.org/officeDocument/2006/relationships/customXml" Target="../ink/ink6273.xml"/><Relationship Id="rId19" Type="http://schemas.openxmlformats.org/officeDocument/2006/relationships/image" Target="NULL"/><Relationship Id="rId224" Type="http://schemas.openxmlformats.org/officeDocument/2006/relationships/image" Target="NULL"/><Relationship Id="rId266" Type="http://schemas.openxmlformats.org/officeDocument/2006/relationships/image" Target="NULL"/><Relationship Id="rId431" Type="http://schemas.openxmlformats.org/officeDocument/2006/relationships/customXml" Target="../ink/ink6389.xml"/><Relationship Id="rId473" Type="http://schemas.openxmlformats.org/officeDocument/2006/relationships/customXml" Target="../ink/ink6410.xml"/><Relationship Id="rId529" Type="http://schemas.openxmlformats.org/officeDocument/2006/relationships/customXml" Target="../ink/ink6438.xml"/><Relationship Id="rId30" Type="http://schemas.openxmlformats.org/officeDocument/2006/relationships/customXml" Target="../ink/ink6188.xml"/><Relationship Id="rId126" Type="http://schemas.openxmlformats.org/officeDocument/2006/relationships/image" Target="NULL"/><Relationship Id="rId168" Type="http://schemas.openxmlformats.org/officeDocument/2006/relationships/image" Target="NULL"/><Relationship Id="rId333" Type="http://schemas.openxmlformats.org/officeDocument/2006/relationships/customXml" Target="../ink/ink6340.xml"/><Relationship Id="rId72" Type="http://schemas.openxmlformats.org/officeDocument/2006/relationships/customXml" Target="../ink/ink6209.xml"/><Relationship Id="rId375" Type="http://schemas.openxmlformats.org/officeDocument/2006/relationships/customXml" Target="../ink/ink6361.xml"/><Relationship Id="rId3" Type="http://schemas.openxmlformats.org/officeDocument/2006/relationships/image" Target="NULL"/><Relationship Id="rId235" Type="http://schemas.openxmlformats.org/officeDocument/2006/relationships/customXml" Target="../ink/ink6291.xml"/><Relationship Id="rId277" Type="http://schemas.openxmlformats.org/officeDocument/2006/relationships/customXml" Target="../ink/ink6312.xml"/><Relationship Id="rId400" Type="http://schemas.openxmlformats.org/officeDocument/2006/relationships/image" Target="NULL"/><Relationship Id="rId442" Type="http://schemas.openxmlformats.org/officeDocument/2006/relationships/image" Target="NULL"/><Relationship Id="rId484" Type="http://schemas.openxmlformats.org/officeDocument/2006/relationships/image" Target="NULL"/><Relationship Id="rId137" Type="http://schemas.openxmlformats.org/officeDocument/2006/relationships/customXml" Target="../ink/ink6242.xml"/><Relationship Id="rId302" Type="http://schemas.openxmlformats.org/officeDocument/2006/relationships/image" Target="NULL"/><Relationship Id="rId344" Type="http://schemas.openxmlformats.org/officeDocument/2006/relationships/image" Target="NUL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customXml" Target="../ink/ink6263.xml"/><Relationship Id="rId386" Type="http://schemas.openxmlformats.org/officeDocument/2006/relationships/image" Target="NULL"/><Relationship Id="rId190" Type="http://schemas.openxmlformats.org/officeDocument/2006/relationships/image" Target="NULL"/><Relationship Id="rId204" Type="http://schemas.openxmlformats.org/officeDocument/2006/relationships/image" Target="NULL"/><Relationship Id="rId246" Type="http://schemas.openxmlformats.org/officeDocument/2006/relationships/image" Target="NULL"/><Relationship Id="rId288" Type="http://schemas.openxmlformats.org/officeDocument/2006/relationships/image" Target="NULL"/><Relationship Id="rId411" Type="http://schemas.openxmlformats.org/officeDocument/2006/relationships/customXml" Target="../ink/ink6379.xml"/><Relationship Id="rId453" Type="http://schemas.openxmlformats.org/officeDocument/2006/relationships/customXml" Target="../ink/ink6400.xml"/><Relationship Id="rId509" Type="http://schemas.openxmlformats.org/officeDocument/2006/relationships/customXml" Target="../ink/ink6428.xml"/><Relationship Id="rId106" Type="http://schemas.openxmlformats.org/officeDocument/2006/relationships/customXml" Target="../ink/ink6226.xml"/><Relationship Id="rId313" Type="http://schemas.openxmlformats.org/officeDocument/2006/relationships/customXml" Target="../ink/ink6330.xml"/><Relationship Id="rId495" Type="http://schemas.openxmlformats.org/officeDocument/2006/relationships/customXml" Target="../ink/ink6421.xml"/><Relationship Id="rId10" Type="http://schemas.openxmlformats.org/officeDocument/2006/relationships/customXml" Target="../ink/ink6178.xml"/><Relationship Id="rId52" Type="http://schemas.openxmlformats.org/officeDocument/2006/relationships/customXml" Target="../ink/ink6199.xml"/><Relationship Id="rId94" Type="http://schemas.openxmlformats.org/officeDocument/2006/relationships/customXml" Target="../ink/ink6220.xml"/><Relationship Id="rId148" Type="http://schemas.openxmlformats.org/officeDocument/2006/relationships/image" Target="NULL"/><Relationship Id="rId355" Type="http://schemas.openxmlformats.org/officeDocument/2006/relationships/customXml" Target="../ink/ink6351.xml"/><Relationship Id="rId397" Type="http://schemas.openxmlformats.org/officeDocument/2006/relationships/customXml" Target="../ink/ink6372.xml"/><Relationship Id="rId520" Type="http://schemas.openxmlformats.org/officeDocument/2006/relationships/image" Target="NULL"/><Relationship Id="rId215" Type="http://schemas.openxmlformats.org/officeDocument/2006/relationships/customXml" Target="../ink/ink6281.xml"/><Relationship Id="rId257" Type="http://schemas.openxmlformats.org/officeDocument/2006/relationships/customXml" Target="../ink/ink6302.xml"/><Relationship Id="rId422" Type="http://schemas.openxmlformats.org/officeDocument/2006/relationships/image" Target="NULL"/><Relationship Id="rId464" Type="http://schemas.openxmlformats.org/officeDocument/2006/relationships/image" Target="NULL"/><Relationship Id="rId299" Type="http://schemas.openxmlformats.org/officeDocument/2006/relationships/customXml" Target="../ink/ink6323.xml"/><Relationship Id="rId63" Type="http://schemas.openxmlformats.org/officeDocument/2006/relationships/image" Target="NULL"/><Relationship Id="rId159" Type="http://schemas.openxmlformats.org/officeDocument/2006/relationships/customXml" Target="../ink/ink6253.xml"/><Relationship Id="rId366" Type="http://schemas.openxmlformats.org/officeDocument/2006/relationships/image" Target="NULL"/><Relationship Id="rId226" Type="http://schemas.openxmlformats.org/officeDocument/2006/relationships/image" Target="NULL"/><Relationship Id="rId433" Type="http://schemas.openxmlformats.org/officeDocument/2006/relationships/customXml" Target="../ink/ink6390.xml"/><Relationship Id="rId74" Type="http://schemas.openxmlformats.org/officeDocument/2006/relationships/customXml" Target="../ink/ink6210.xml"/><Relationship Id="rId377" Type="http://schemas.openxmlformats.org/officeDocument/2006/relationships/customXml" Target="../ink/ink6362.xml"/><Relationship Id="rId500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customXml" Target="../ink/ink6292.xml"/><Relationship Id="rId444" Type="http://schemas.openxmlformats.org/officeDocument/2006/relationships/image" Target="NULL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customXml" Target="../ink/ink6453.xml"/><Relationship Id="rId324" Type="http://schemas.openxmlformats.org/officeDocument/2006/relationships/customXml" Target="../ink/ink6606.xml"/><Relationship Id="rId531" Type="http://schemas.openxmlformats.org/officeDocument/2006/relationships/image" Target="NULL"/><Relationship Id="rId170" Type="http://schemas.openxmlformats.org/officeDocument/2006/relationships/customXml" Target="../ink/ink6529.xml"/><Relationship Id="rId268" Type="http://schemas.openxmlformats.org/officeDocument/2006/relationships/customXml" Target="../ink/ink6578.xml"/><Relationship Id="rId475" Type="http://schemas.openxmlformats.org/officeDocument/2006/relationships/image" Target="NULL"/><Relationship Id="rId32" Type="http://schemas.openxmlformats.org/officeDocument/2006/relationships/image" Target="NULL"/><Relationship Id="rId128" Type="http://schemas.openxmlformats.org/officeDocument/2006/relationships/customXml" Target="../ink/ink6508.xml"/><Relationship Id="rId335" Type="http://schemas.openxmlformats.org/officeDocument/2006/relationships/image" Target="NULL"/><Relationship Id="rId542" Type="http://schemas.openxmlformats.org/officeDocument/2006/relationships/customXml" Target="../ink/ink6715.xml"/><Relationship Id="rId181" Type="http://schemas.openxmlformats.org/officeDocument/2006/relationships/image" Target="NULL"/><Relationship Id="rId402" Type="http://schemas.openxmlformats.org/officeDocument/2006/relationships/customXml" Target="../ink/ink6645.xml"/><Relationship Id="rId279" Type="http://schemas.openxmlformats.org/officeDocument/2006/relationships/image" Target="NULL"/><Relationship Id="rId486" Type="http://schemas.openxmlformats.org/officeDocument/2006/relationships/customXml" Target="../ink/ink6687.xml"/><Relationship Id="rId43" Type="http://schemas.openxmlformats.org/officeDocument/2006/relationships/customXml" Target="../ink/ink6464.xml"/><Relationship Id="rId139" Type="http://schemas.openxmlformats.org/officeDocument/2006/relationships/image" Target="NULL"/><Relationship Id="rId346" Type="http://schemas.openxmlformats.org/officeDocument/2006/relationships/customXml" Target="../ink/ink6617.xml"/><Relationship Id="rId553" Type="http://schemas.openxmlformats.org/officeDocument/2006/relationships/customXml" Target="../ink/ink6721.xml"/><Relationship Id="rId192" Type="http://schemas.openxmlformats.org/officeDocument/2006/relationships/customXml" Target="../ink/ink6540.xml"/><Relationship Id="rId206" Type="http://schemas.openxmlformats.org/officeDocument/2006/relationships/customXml" Target="../ink/ink6547.xml"/><Relationship Id="rId413" Type="http://schemas.openxmlformats.org/officeDocument/2006/relationships/image" Target="NULL"/><Relationship Id="rId497" Type="http://schemas.openxmlformats.org/officeDocument/2006/relationships/image" Target="NULL"/><Relationship Id="rId620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image" Target="NULL"/><Relationship Id="rId217" Type="http://schemas.openxmlformats.org/officeDocument/2006/relationships/image" Target="NULL"/><Relationship Id="rId564" Type="http://schemas.openxmlformats.org/officeDocument/2006/relationships/image" Target="NULL"/><Relationship Id="rId424" Type="http://schemas.openxmlformats.org/officeDocument/2006/relationships/customXml" Target="../ink/ink6656.xml"/><Relationship Id="rId270" Type="http://schemas.openxmlformats.org/officeDocument/2006/relationships/customXml" Target="../ink/ink6579.xml"/><Relationship Id="rId65" Type="http://schemas.openxmlformats.org/officeDocument/2006/relationships/image" Target="NULL"/><Relationship Id="rId130" Type="http://schemas.openxmlformats.org/officeDocument/2006/relationships/customXml" Target="../ink/ink6509.xml"/><Relationship Id="rId368" Type="http://schemas.openxmlformats.org/officeDocument/2006/relationships/customXml" Target="../ink/ink6628.xml"/><Relationship Id="rId575" Type="http://schemas.openxmlformats.org/officeDocument/2006/relationships/customXml" Target="../ink/ink6732.xml"/><Relationship Id="rId228" Type="http://schemas.openxmlformats.org/officeDocument/2006/relationships/customXml" Target="../ink/ink6558.xml"/><Relationship Id="rId435" Type="http://schemas.openxmlformats.org/officeDocument/2006/relationships/image" Target="NULL"/><Relationship Id="rId281" Type="http://schemas.openxmlformats.org/officeDocument/2006/relationships/image" Target="NULL"/><Relationship Id="rId502" Type="http://schemas.openxmlformats.org/officeDocument/2006/relationships/customXml" Target="../ink/ink6695.xml"/><Relationship Id="rId76" Type="http://schemas.openxmlformats.org/officeDocument/2006/relationships/customXml" Target="../ink/ink6481.xml"/><Relationship Id="rId141" Type="http://schemas.openxmlformats.org/officeDocument/2006/relationships/image" Target="NULL"/><Relationship Id="rId379" Type="http://schemas.openxmlformats.org/officeDocument/2006/relationships/image" Target="NULL"/><Relationship Id="rId586" Type="http://schemas.openxmlformats.org/officeDocument/2006/relationships/image" Target="NULL"/><Relationship Id="rId7" Type="http://schemas.openxmlformats.org/officeDocument/2006/relationships/image" Target="NULL"/><Relationship Id="rId239" Type="http://schemas.openxmlformats.org/officeDocument/2006/relationships/image" Target="NULL"/><Relationship Id="rId446" Type="http://schemas.openxmlformats.org/officeDocument/2006/relationships/customXml" Target="../ink/ink6667.xml"/><Relationship Id="rId292" Type="http://schemas.openxmlformats.org/officeDocument/2006/relationships/customXml" Target="../ink/ink6590.xml"/><Relationship Id="rId306" Type="http://schemas.openxmlformats.org/officeDocument/2006/relationships/customXml" Target="../ink/ink6597.xml"/><Relationship Id="rId87" Type="http://schemas.openxmlformats.org/officeDocument/2006/relationships/image" Target="NULL"/><Relationship Id="rId513" Type="http://schemas.openxmlformats.org/officeDocument/2006/relationships/image" Target="NULL"/><Relationship Id="rId597" Type="http://schemas.openxmlformats.org/officeDocument/2006/relationships/customXml" Target="../ink/ink6743.xml"/><Relationship Id="rId152" Type="http://schemas.openxmlformats.org/officeDocument/2006/relationships/customXml" Target="../ink/ink6520.xml"/><Relationship Id="rId457" Type="http://schemas.openxmlformats.org/officeDocument/2006/relationships/image" Target="NULL"/><Relationship Id="rId14" Type="http://schemas.openxmlformats.org/officeDocument/2006/relationships/customXml" Target="../ink/ink6449.xml"/><Relationship Id="rId317" Type="http://schemas.openxmlformats.org/officeDocument/2006/relationships/image" Target="NULL"/><Relationship Id="rId524" Type="http://schemas.openxmlformats.org/officeDocument/2006/relationships/customXml" Target="../ink/ink6706.xml"/><Relationship Id="rId98" Type="http://schemas.openxmlformats.org/officeDocument/2006/relationships/customXml" Target="../ink/ink6492.xml"/><Relationship Id="rId163" Type="http://schemas.openxmlformats.org/officeDocument/2006/relationships/image" Target="NULL"/><Relationship Id="rId370" Type="http://schemas.openxmlformats.org/officeDocument/2006/relationships/customXml" Target="../ink/ink6629.xml"/><Relationship Id="rId230" Type="http://schemas.openxmlformats.org/officeDocument/2006/relationships/customXml" Target="../ink/ink6559.xml"/><Relationship Id="rId468" Type="http://schemas.openxmlformats.org/officeDocument/2006/relationships/customXml" Target="../ink/ink6678.xml"/><Relationship Id="rId25" Type="http://schemas.openxmlformats.org/officeDocument/2006/relationships/customXml" Target="../ink/ink6455.xml"/><Relationship Id="rId328" Type="http://schemas.openxmlformats.org/officeDocument/2006/relationships/customXml" Target="../ink/ink6608.xml"/><Relationship Id="rId535" Type="http://schemas.openxmlformats.org/officeDocument/2006/relationships/image" Target="NULL"/><Relationship Id="rId174" Type="http://schemas.openxmlformats.org/officeDocument/2006/relationships/customXml" Target="../ink/ink6531.xml"/><Relationship Id="rId381" Type="http://schemas.openxmlformats.org/officeDocument/2006/relationships/image" Target="NULL"/><Relationship Id="rId602" Type="http://schemas.openxmlformats.org/officeDocument/2006/relationships/image" Target="NULL"/><Relationship Id="rId241" Type="http://schemas.openxmlformats.org/officeDocument/2006/relationships/image" Target="NULL"/><Relationship Id="rId479" Type="http://schemas.openxmlformats.org/officeDocument/2006/relationships/image" Target="NULL"/><Relationship Id="rId36" Type="http://schemas.openxmlformats.org/officeDocument/2006/relationships/image" Target="NUL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customXml" Target="../ink/ink6689.xml"/><Relationship Id="rId504" Type="http://schemas.openxmlformats.org/officeDocument/2006/relationships/customXml" Target="../ink/ink6696.xml"/><Relationship Id="rId546" Type="http://schemas.openxmlformats.org/officeDocument/2006/relationships/customXml" Target="../ink/ink6717.xml"/><Relationship Id="rId78" Type="http://schemas.openxmlformats.org/officeDocument/2006/relationships/customXml" Target="../ink/ink6482.xml"/><Relationship Id="rId101" Type="http://schemas.openxmlformats.org/officeDocument/2006/relationships/customXml" Target="../ink/ink6494.xm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6619.xml"/><Relationship Id="rId406" Type="http://schemas.openxmlformats.org/officeDocument/2006/relationships/customXml" Target="../ink/ink6647.xml"/><Relationship Id="rId588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6549.xml"/><Relationship Id="rId392" Type="http://schemas.openxmlformats.org/officeDocument/2006/relationships/customXml" Target="../ink/ink6640.xml"/><Relationship Id="rId448" Type="http://schemas.openxmlformats.org/officeDocument/2006/relationships/customXml" Target="../ink/ink6668.xml"/><Relationship Id="rId613" Type="http://schemas.openxmlformats.org/officeDocument/2006/relationships/customXml" Target="../ink/ink6751.xml"/><Relationship Id="rId252" Type="http://schemas.openxmlformats.org/officeDocument/2006/relationships/customXml" Target="../ink/ink6570.xml"/><Relationship Id="rId294" Type="http://schemas.openxmlformats.org/officeDocument/2006/relationships/customXml" Target="../ink/ink6591.xml"/><Relationship Id="rId308" Type="http://schemas.openxmlformats.org/officeDocument/2006/relationships/customXml" Target="../ink/ink6598.xml"/><Relationship Id="rId515" Type="http://schemas.openxmlformats.org/officeDocument/2006/relationships/image" Target="NULL"/><Relationship Id="rId47" Type="http://schemas.openxmlformats.org/officeDocument/2006/relationships/customXml" Target="../ink/ink6466.xml"/><Relationship Id="rId89" Type="http://schemas.openxmlformats.org/officeDocument/2006/relationships/image" Target="NULL"/><Relationship Id="rId112" Type="http://schemas.openxmlformats.org/officeDocument/2006/relationships/customXml" Target="../ink/ink6500.xml"/><Relationship Id="rId154" Type="http://schemas.openxmlformats.org/officeDocument/2006/relationships/customXml" Target="../ink/ink6521.xml"/><Relationship Id="rId361" Type="http://schemas.openxmlformats.org/officeDocument/2006/relationships/image" Target="NULL"/><Relationship Id="rId557" Type="http://schemas.openxmlformats.org/officeDocument/2006/relationships/customXml" Target="../ink/ink6723.xml"/><Relationship Id="rId599" Type="http://schemas.openxmlformats.org/officeDocument/2006/relationships/customXml" Target="../ink/ink6744.xml"/><Relationship Id="rId196" Type="http://schemas.openxmlformats.org/officeDocument/2006/relationships/customXml" Target="../ink/ink6542.xml"/><Relationship Id="rId417" Type="http://schemas.openxmlformats.org/officeDocument/2006/relationships/image" Target="NULL"/><Relationship Id="rId459" Type="http://schemas.openxmlformats.org/officeDocument/2006/relationships/image" Target="NULL"/><Relationship Id="rId624" Type="http://schemas.openxmlformats.org/officeDocument/2006/relationships/image" Target="NULL"/><Relationship Id="rId16" Type="http://schemas.openxmlformats.org/officeDocument/2006/relationships/customXml" Target="../ink/ink6450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6679.xml"/><Relationship Id="rId526" Type="http://schemas.openxmlformats.org/officeDocument/2006/relationships/customXml" Target="../ink/ink6707.xml"/><Relationship Id="rId58" Type="http://schemas.openxmlformats.org/officeDocument/2006/relationships/customXml" Target="../ink/ink6472.xml"/><Relationship Id="rId123" Type="http://schemas.openxmlformats.org/officeDocument/2006/relationships/image" Target="NULL"/><Relationship Id="rId330" Type="http://schemas.openxmlformats.org/officeDocument/2006/relationships/customXml" Target="../ink/ink6609.xml"/><Relationship Id="rId568" Type="http://schemas.openxmlformats.org/officeDocument/2006/relationships/image" Target="NULL"/><Relationship Id="rId165" Type="http://schemas.openxmlformats.org/officeDocument/2006/relationships/image" Target="NULL"/><Relationship Id="rId372" Type="http://schemas.openxmlformats.org/officeDocument/2006/relationships/customXml" Target="../ink/ink6630.xml"/><Relationship Id="rId428" Type="http://schemas.openxmlformats.org/officeDocument/2006/relationships/customXml" Target="../ink/ink6658.xml"/><Relationship Id="rId232" Type="http://schemas.openxmlformats.org/officeDocument/2006/relationships/customXml" Target="../ink/ink6560.xml"/><Relationship Id="rId274" Type="http://schemas.openxmlformats.org/officeDocument/2006/relationships/customXml" Target="../ink/ink6581.xml"/><Relationship Id="rId481" Type="http://schemas.openxmlformats.org/officeDocument/2006/relationships/image" Target="NULL"/><Relationship Id="rId27" Type="http://schemas.openxmlformats.org/officeDocument/2006/relationships/customXml" Target="../ink/ink6456.xml"/><Relationship Id="rId69" Type="http://schemas.openxmlformats.org/officeDocument/2006/relationships/image" Target="NULL"/><Relationship Id="rId134" Type="http://schemas.openxmlformats.org/officeDocument/2006/relationships/customXml" Target="../ink/ink6511.xml"/><Relationship Id="rId537" Type="http://schemas.openxmlformats.org/officeDocument/2006/relationships/image" Target="NULL"/><Relationship Id="rId579" Type="http://schemas.openxmlformats.org/officeDocument/2006/relationships/customXml" Target="../ink/ink6734.xml"/><Relationship Id="rId80" Type="http://schemas.openxmlformats.org/officeDocument/2006/relationships/customXml" Target="../ink/ink6483.xml"/><Relationship Id="rId176" Type="http://schemas.openxmlformats.org/officeDocument/2006/relationships/customXml" Target="../ink/ink6532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590" Type="http://schemas.openxmlformats.org/officeDocument/2006/relationships/image" Target="NULL"/><Relationship Id="rId604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customXml" Target="../ink/ink6669.xml"/><Relationship Id="rId506" Type="http://schemas.openxmlformats.org/officeDocument/2006/relationships/customXml" Target="../ink/ink6697.xml"/><Relationship Id="rId38" Type="http://schemas.openxmlformats.org/officeDocument/2006/relationships/image" Target="NULL"/><Relationship Id="rId103" Type="http://schemas.openxmlformats.org/officeDocument/2006/relationships/customXml" Target="../ink/ink6495.xml"/><Relationship Id="rId310" Type="http://schemas.openxmlformats.org/officeDocument/2006/relationships/customXml" Target="../ink/ink6599.xml"/><Relationship Id="rId492" Type="http://schemas.openxmlformats.org/officeDocument/2006/relationships/customXml" Target="../ink/ink6690.xml"/><Relationship Id="rId548" Type="http://schemas.openxmlformats.org/officeDocument/2006/relationships/customXml" Target="../ink/ink6718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6620.xml"/><Relationship Id="rId394" Type="http://schemas.openxmlformats.org/officeDocument/2006/relationships/customXml" Target="../ink/ink6641.xml"/><Relationship Id="rId408" Type="http://schemas.openxmlformats.org/officeDocument/2006/relationships/customXml" Target="../ink/ink6648.xml"/><Relationship Id="rId615" Type="http://schemas.openxmlformats.org/officeDocument/2006/relationships/customXml" Target="../ink/ink6752.xml"/><Relationship Id="rId212" Type="http://schemas.openxmlformats.org/officeDocument/2006/relationships/customXml" Target="../ink/ink6550.xml"/><Relationship Id="rId254" Type="http://schemas.openxmlformats.org/officeDocument/2006/relationships/customXml" Target="../ink/ink6571.xml"/><Relationship Id="rId49" Type="http://schemas.openxmlformats.org/officeDocument/2006/relationships/customXml" Target="../ink/ink6467.xml"/><Relationship Id="rId114" Type="http://schemas.openxmlformats.org/officeDocument/2006/relationships/customXml" Target="../ink/ink6501.xml"/><Relationship Id="rId296" Type="http://schemas.openxmlformats.org/officeDocument/2006/relationships/customXml" Target="../ink/ink6592.xml"/><Relationship Id="rId461" Type="http://schemas.openxmlformats.org/officeDocument/2006/relationships/image" Target="NULL"/><Relationship Id="rId517" Type="http://schemas.openxmlformats.org/officeDocument/2006/relationships/image" Target="NULL"/><Relationship Id="rId559" Type="http://schemas.openxmlformats.org/officeDocument/2006/relationships/customXml" Target="../ink/ink6724.xml"/><Relationship Id="rId60" Type="http://schemas.openxmlformats.org/officeDocument/2006/relationships/customXml" Target="../ink/ink6473.xml"/><Relationship Id="rId156" Type="http://schemas.openxmlformats.org/officeDocument/2006/relationships/customXml" Target="../ink/ink6522.xml"/><Relationship Id="rId198" Type="http://schemas.openxmlformats.org/officeDocument/2006/relationships/customXml" Target="../ink/ink6543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570" Type="http://schemas.openxmlformats.org/officeDocument/2006/relationships/image" Target="NULL"/><Relationship Id="rId626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6659.xml"/><Relationship Id="rId18" Type="http://schemas.openxmlformats.org/officeDocument/2006/relationships/customXml" Target="../ink/ink6451.xml"/><Relationship Id="rId265" Type="http://schemas.openxmlformats.org/officeDocument/2006/relationships/image" Target="NULL"/><Relationship Id="rId472" Type="http://schemas.openxmlformats.org/officeDocument/2006/relationships/customXml" Target="../ink/ink6680.xml"/><Relationship Id="rId528" Type="http://schemas.openxmlformats.org/officeDocument/2006/relationships/customXml" Target="../ink/ink6708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6610.xml"/><Relationship Id="rId374" Type="http://schemas.openxmlformats.org/officeDocument/2006/relationships/customXml" Target="../ink/ink6631.xml"/><Relationship Id="rId581" Type="http://schemas.openxmlformats.org/officeDocument/2006/relationships/customXml" Target="../ink/ink6735.xml"/><Relationship Id="rId71" Type="http://schemas.openxmlformats.org/officeDocument/2006/relationships/image" Target="NULL"/><Relationship Id="rId234" Type="http://schemas.openxmlformats.org/officeDocument/2006/relationships/customXml" Target="../ink/ink6561.xml"/><Relationship Id="rId2" Type="http://schemas.openxmlformats.org/officeDocument/2006/relationships/customXml" Target="../ink/ink6443.xml"/><Relationship Id="rId29" Type="http://schemas.openxmlformats.org/officeDocument/2006/relationships/customXml" Target="../ink/ink6457.xml"/><Relationship Id="rId276" Type="http://schemas.openxmlformats.org/officeDocument/2006/relationships/customXml" Target="../ink/ink6582.xml"/><Relationship Id="rId441" Type="http://schemas.openxmlformats.org/officeDocument/2006/relationships/image" Target="NULL"/><Relationship Id="rId483" Type="http://schemas.openxmlformats.org/officeDocument/2006/relationships/image" Target="NULL"/><Relationship Id="rId539" Type="http://schemas.openxmlformats.org/officeDocument/2006/relationships/image" Target="NULL"/><Relationship Id="rId40" Type="http://schemas.openxmlformats.org/officeDocument/2006/relationships/image" Target="NULL"/><Relationship Id="rId136" Type="http://schemas.openxmlformats.org/officeDocument/2006/relationships/customXml" Target="../ink/ink6512.xml"/><Relationship Id="rId178" Type="http://schemas.openxmlformats.org/officeDocument/2006/relationships/customXml" Target="../ink/ink6533.xml"/><Relationship Id="rId301" Type="http://schemas.openxmlformats.org/officeDocument/2006/relationships/image" Target="NULL"/><Relationship Id="rId343" Type="http://schemas.openxmlformats.org/officeDocument/2006/relationships/image" Target="NULL"/><Relationship Id="rId550" Type="http://schemas.openxmlformats.org/officeDocument/2006/relationships/customXml" Target="../ink/ink6719.xml"/><Relationship Id="rId82" Type="http://schemas.openxmlformats.org/officeDocument/2006/relationships/customXml" Target="../ink/ink6484.xml"/><Relationship Id="rId203" Type="http://schemas.openxmlformats.org/officeDocument/2006/relationships/image" Target="NULL"/><Relationship Id="rId385" Type="http://schemas.openxmlformats.org/officeDocument/2006/relationships/image" Target="NULL"/><Relationship Id="rId592" Type="http://schemas.openxmlformats.org/officeDocument/2006/relationships/image" Target="NULL"/><Relationship Id="rId606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6649.xml"/><Relationship Id="rId452" Type="http://schemas.openxmlformats.org/officeDocument/2006/relationships/customXml" Target="../ink/ink6670.xml"/><Relationship Id="rId494" Type="http://schemas.openxmlformats.org/officeDocument/2006/relationships/customXml" Target="../ink/ink6691.xml"/><Relationship Id="rId508" Type="http://schemas.openxmlformats.org/officeDocument/2006/relationships/customXml" Target="../ink/ink6698.xml"/><Relationship Id="rId105" Type="http://schemas.openxmlformats.org/officeDocument/2006/relationships/customXml" Target="../ink/ink6496.xml"/><Relationship Id="rId147" Type="http://schemas.openxmlformats.org/officeDocument/2006/relationships/image" Target="NULL"/><Relationship Id="rId312" Type="http://schemas.openxmlformats.org/officeDocument/2006/relationships/customXml" Target="../ink/ink6600.xml"/><Relationship Id="rId354" Type="http://schemas.openxmlformats.org/officeDocument/2006/relationships/customXml" Target="../ink/ink6621.xml"/><Relationship Id="rId51" Type="http://schemas.openxmlformats.org/officeDocument/2006/relationships/customXml" Target="../ink/ink6468.xm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6642.xml"/><Relationship Id="rId561" Type="http://schemas.openxmlformats.org/officeDocument/2006/relationships/customXml" Target="../ink/ink6725.xml"/><Relationship Id="rId617" Type="http://schemas.openxmlformats.org/officeDocument/2006/relationships/customXml" Target="../ink/ink6753.xml"/><Relationship Id="rId214" Type="http://schemas.openxmlformats.org/officeDocument/2006/relationships/customXml" Target="../ink/ink6551.xml"/><Relationship Id="rId256" Type="http://schemas.openxmlformats.org/officeDocument/2006/relationships/customXml" Target="../ink/ink6572.xml"/><Relationship Id="rId298" Type="http://schemas.openxmlformats.org/officeDocument/2006/relationships/customXml" Target="../ink/ink6593.xml"/><Relationship Id="rId421" Type="http://schemas.openxmlformats.org/officeDocument/2006/relationships/image" Target="NULL"/><Relationship Id="rId463" Type="http://schemas.openxmlformats.org/officeDocument/2006/relationships/image" Target="NULL"/><Relationship Id="rId519" Type="http://schemas.openxmlformats.org/officeDocument/2006/relationships/image" Target="NULL"/><Relationship Id="rId116" Type="http://schemas.openxmlformats.org/officeDocument/2006/relationships/customXml" Target="../ink/ink6502.xml"/><Relationship Id="rId158" Type="http://schemas.openxmlformats.org/officeDocument/2006/relationships/customXml" Target="../ink/ink6523.xml"/><Relationship Id="rId323" Type="http://schemas.openxmlformats.org/officeDocument/2006/relationships/image" Target="NULL"/><Relationship Id="rId530" Type="http://schemas.openxmlformats.org/officeDocument/2006/relationships/customXml" Target="../ink/ink6709.xml"/><Relationship Id="rId20" Type="http://schemas.openxmlformats.org/officeDocument/2006/relationships/image" Target="NULL"/><Relationship Id="rId62" Type="http://schemas.openxmlformats.org/officeDocument/2006/relationships/customXml" Target="../ink/ink6474.xml"/><Relationship Id="rId365" Type="http://schemas.openxmlformats.org/officeDocument/2006/relationships/image" Target="NULL"/><Relationship Id="rId572" Type="http://schemas.openxmlformats.org/officeDocument/2006/relationships/image" Target="NULL"/><Relationship Id="rId628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customXml" Target="../ink/ink6660.xml"/><Relationship Id="rId474" Type="http://schemas.openxmlformats.org/officeDocument/2006/relationships/customXml" Target="../ink/ink6681.xml"/><Relationship Id="rId127" Type="http://schemas.openxmlformats.org/officeDocument/2006/relationships/image" Target="NULL"/><Relationship Id="rId31" Type="http://schemas.openxmlformats.org/officeDocument/2006/relationships/customXml" Target="../ink/ink6458.xm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6611.xml"/><Relationship Id="rId376" Type="http://schemas.openxmlformats.org/officeDocument/2006/relationships/customXml" Target="../ink/ink6632.xml"/><Relationship Id="rId541" Type="http://schemas.openxmlformats.org/officeDocument/2006/relationships/image" Target="NULL"/><Relationship Id="rId583" Type="http://schemas.openxmlformats.org/officeDocument/2006/relationships/customXml" Target="../ink/ink6736.xml"/><Relationship Id="rId4" Type="http://schemas.openxmlformats.org/officeDocument/2006/relationships/customXml" Target="../ink/ink6444.xml"/><Relationship Id="rId180" Type="http://schemas.openxmlformats.org/officeDocument/2006/relationships/customXml" Target="../ink/ink6534.xml"/><Relationship Id="rId236" Type="http://schemas.openxmlformats.org/officeDocument/2006/relationships/customXml" Target="../ink/ink6562.xml"/><Relationship Id="rId278" Type="http://schemas.openxmlformats.org/officeDocument/2006/relationships/customXml" Target="../ink/ink6583.xml"/><Relationship Id="rId401" Type="http://schemas.openxmlformats.org/officeDocument/2006/relationships/image" Target="NULL"/><Relationship Id="rId443" Type="http://schemas.openxmlformats.org/officeDocument/2006/relationships/image" Target="NULL"/><Relationship Id="rId303" Type="http://schemas.openxmlformats.org/officeDocument/2006/relationships/image" Target="NULL"/><Relationship Id="rId485" Type="http://schemas.openxmlformats.org/officeDocument/2006/relationships/image" Target="NULL"/><Relationship Id="rId42" Type="http://schemas.openxmlformats.org/officeDocument/2006/relationships/image" Target="NULL"/><Relationship Id="rId84" Type="http://schemas.openxmlformats.org/officeDocument/2006/relationships/customXml" Target="../ink/ink6485.xml"/><Relationship Id="rId138" Type="http://schemas.openxmlformats.org/officeDocument/2006/relationships/customXml" Target="../ink/ink6513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customXml" Target="../ink/ink6699.xml"/><Relationship Id="rId552" Type="http://schemas.openxmlformats.org/officeDocument/2006/relationships/customXml" Target="../ink/ink6720.xml"/><Relationship Id="rId594" Type="http://schemas.openxmlformats.org/officeDocument/2006/relationships/image" Target="NULL"/><Relationship Id="rId608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6650.xml"/><Relationship Id="rId107" Type="http://schemas.openxmlformats.org/officeDocument/2006/relationships/customXml" Target="../ink/ink6497.xml"/><Relationship Id="rId289" Type="http://schemas.openxmlformats.org/officeDocument/2006/relationships/image" Target="NULL"/><Relationship Id="rId454" Type="http://schemas.openxmlformats.org/officeDocument/2006/relationships/customXml" Target="../ink/ink6671.xml"/><Relationship Id="rId496" Type="http://schemas.openxmlformats.org/officeDocument/2006/relationships/customXml" Target="../ink/ink6692.xml"/><Relationship Id="rId11" Type="http://schemas.openxmlformats.org/officeDocument/2006/relationships/image" Target="NULL"/><Relationship Id="rId53" Type="http://schemas.openxmlformats.org/officeDocument/2006/relationships/customXml" Target="../ink/ink6469.xml"/><Relationship Id="rId149" Type="http://schemas.openxmlformats.org/officeDocument/2006/relationships/image" Target="NULL"/><Relationship Id="rId314" Type="http://schemas.openxmlformats.org/officeDocument/2006/relationships/customXml" Target="../ink/ink6601.xml"/><Relationship Id="rId356" Type="http://schemas.openxmlformats.org/officeDocument/2006/relationships/customXml" Target="../ink/ink6622.xml"/><Relationship Id="rId398" Type="http://schemas.openxmlformats.org/officeDocument/2006/relationships/customXml" Target="../ink/ink6643.xml"/><Relationship Id="rId521" Type="http://schemas.openxmlformats.org/officeDocument/2006/relationships/image" Target="NULL"/><Relationship Id="rId563" Type="http://schemas.openxmlformats.org/officeDocument/2006/relationships/customXml" Target="../ink/ink6726.xml"/><Relationship Id="rId619" Type="http://schemas.openxmlformats.org/officeDocument/2006/relationships/customXml" Target="../ink/ink6754.xml"/><Relationship Id="rId95" Type="http://schemas.openxmlformats.org/officeDocument/2006/relationships/image" Target="NULL"/><Relationship Id="rId160" Type="http://schemas.openxmlformats.org/officeDocument/2006/relationships/customXml" Target="../ink/ink6524.xml"/><Relationship Id="rId216" Type="http://schemas.openxmlformats.org/officeDocument/2006/relationships/customXml" Target="../ink/ink6552.xml"/><Relationship Id="rId423" Type="http://schemas.openxmlformats.org/officeDocument/2006/relationships/image" Target="NULL"/><Relationship Id="rId258" Type="http://schemas.openxmlformats.org/officeDocument/2006/relationships/customXml" Target="../ink/ink6573.xml"/><Relationship Id="rId465" Type="http://schemas.openxmlformats.org/officeDocument/2006/relationships/image" Target="NULL"/><Relationship Id="rId22" Type="http://schemas.openxmlformats.org/officeDocument/2006/relationships/image" Target="NULL"/><Relationship Id="rId64" Type="http://schemas.openxmlformats.org/officeDocument/2006/relationships/customXml" Target="../ink/ink6475.xml"/><Relationship Id="rId118" Type="http://schemas.openxmlformats.org/officeDocument/2006/relationships/customXml" Target="../ink/ink6503.xml"/><Relationship Id="rId325" Type="http://schemas.openxmlformats.org/officeDocument/2006/relationships/image" Target="NULL"/><Relationship Id="rId367" Type="http://schemas.openxmlformats.org/officeDocument/2006/relationships/image" Target="NULL"/><Relationship Id="rId532" Type="http://schemas.openxmlformats.org/officeDocument/2006/relationships/customXml" Target="../ink/ink6710.xml"/><Relationship Id="rId574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6661.xml"/><Relationship Id="rId476" Type="http://schemas.openxmlformats.org/officeDocument/2006/relationships/customXml" Target="../ink/ink6682.xml"/><Relationship Id="rId33" Type="http://schemas.openxmlformats.org/officeDocument/2006/relationships/customXml" Target="../ink/ink6459.xml"/><Relationship Id="rId129" Type="http://schemas.openxmlformats.org/officeDocument/2006/relationships/image" Target="NULL"/><Relationship Id="rId280" Type="http://schemas.openxmlformats.org/officeDocument/2006/relationships/customXml" Target="../ink/ink6584.xml"/><Relationship Id="rId336" Type="http://schemas.openxmlformats.org/officeDocument/2006/relationships/customXml" Target="../ink/ink6612.xml"/><Relationship Id="rId501" Type="http://schemas.openxmlformats.org/officeDocument/2006/relationships/image" Target="NUL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6514.xml"/><Relationship Id="rId182" Type="http://schemas.openxmlformats.org/officeDocument/2006/relationships/customXml" Target="../ink/ink6535.xml"/><Relationship Id="rId378" Type="http://schemas.openxmlformats.org/officeDocument/2006/relationships/customXml" Target="../ink/ink6633.xml"/><Relationship Id="rId403" Type="http://schemas.openxmlformats.org/officeDocument/2006/relationships/image" Target="NULL"/><Relationship Id="rId585" Type="http://schemas.openxmlformats.org/officeDocument/2006/relationships/customXml" Target="../ink/ink6737.xml"/><Relationship Id="rId6" Type="http://schemas.openxmlformats.org/officeDocument/2006/relationships/customXml" Target="../ink/ink6445.xml"/><Relationship Id="rId238" Type="http://schemas.openxmlformats.org/officeDocument/2006/relationships/customXml" Target="../ink/ink6563.xml"/><Relationship Id="rId445" Type="http://schemas.openxmlformats.org/officeDocument/2006/relationships/image" Target="NULL"/><Relationship Id="rId487" Type="http://schemas.openxmlformats.org/officeDocument/2006/relationships/image" Target="NULL"/><Relationship Id="rId610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customXml" Target="../ink/ink6700.xml"/><Relationship Id="rId44" Type="http://schemas.openxmlformats.org/officeDocument/2006/relationships/image" Target="NULL"/><Relationship Id="rId86" Type="http://schemas.openxmlformats.org/officeDocument/2006/relationships/customXml" Target="../ink/ink6486.xml"/><Relationship Id="rId151" Type="http://schemas.openxmlformats.org/officeDocument/2006/relationships/image" Target="NULL"/><Relationship Id="rId389" Type="http://schemas.openxmlformats.org/officeDocument/2006/relationships/image" Target="NULL"/><Relationship Id="rId554" Type="http://schemas.openxmlformats.org/officeDocument/2006/relationships/image" Target="NULL"/><Relationship Id="rId596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6651.xml"/><Relationship Id="rId456" Type="http://schemas.openxmlformats.org/officeDocument/2006/relationships/customXml" Target="../ink/ink6672.xml"/><Relationship Id="rId498" Type="http://schemas.openxmlformats.org/officeDocument/2006/relationships/customXml" Target="../ink/ink6693.xml"/><Relationship Id="rId621" Type="http://schemas.openxmlformats.org/officeDocument/2006/relationships/customXml" Target="../ink/ink6755.xml"/><Relationship Id="rId13" Type="http://schemas.openxmlformats.org/officeDocument/2006/relationships/image" Target="NULL"/><Relationship Id="rId109" Type="http://schemas.openxmlformats.org/officeDocument/2006/relationships/customXml" Target="../ink/ink6498.xml"/><Relationship Id="rId260" Type="http://schemas.openxmlformats.org/officeDocument/2006/relationships/customXml" Target="../ink/ink6574.xml"/><Relationship Id="rId316" Type="http://schemas.openxmlformats.org/officeDocument/2006/relationships/customXml" Target="../ink/ink6602.xml"/><Relationship Id="rId523" Type="http://schemas.openxmlformats.org/officeDocument/2006/relationships/image" Target="NULL"/><Relationship Id="rId55" Type="http://schemas.openxmlformats.org/officeDocument/2006/relationships/customXml" Target="../ink/ink6470.xml"/><Relationship Id="rId97" Type="http://schemas.openxmlformats.org/officeDocument/2006/relationships/image" Target="NULL"/><Relationship Id="rId120" Type="http://schemas.openxmlformats.org/officeDocument/2006/relationships/customXml" Target="../ink/ink6504.xml"/><Relationship Id="rId358" Type="http://schemas.openxmlformats.org/officeDocument/2006/relationships/customXml" Target="../ink/ink6623.xml"/><Relationship Id="rId565" Type="http://schemas.openxmlformats.org/officeDocument/2006/relationships/customXml" Target="../ink/ink6727.xml"/><Relationship Id="rId162" Type="http://schemas.openxmlformats.org/officeDocument/2006/relationships/customXml" Target="../ink/ink6525.xml"/><Relationship Id="rId218" Type="http://schemas.openxmlformats.org/officeDocument/2006/relationships/customXml" Target="../ink/ink6553.xm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image" Target="NULL"/><Relationship Id="rId66" Type="http://schemas.openxmlformats.org/officeDocument/2006/relationships/customXml" Target="../ink/ink6476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customXml" Target="../ink/ink6711.xml"/><Relationship Id="rId576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6634.xml"/><Relationship Id="rId436" Type="http://schemas.openxmlformats.org/officeDocument/2006/relationships/customXml" Target="../ink/ink6662.xml"/><Relationship Id="rId601" Type="http://schemas.openxmlformats.org/officeDocument/2006/relationships/customXml" Target="../ink/ink6745.xml"/><Relationship Id="rId240" Type="http://schemas.openxmlformats.org/officeDocument/2006/relationships/customXml" Target="../ink/ink6564.xml"/><Relationship Id="rId478" Type="http://schemas.openxmlformats.org/officeDocument/2006/relationships/customXml" Target="../ink/ink6683.xml"/><Relationship Id="rId35" Type="http://schemas.openxmlformats.org/officeDocument/2006/relationships/customXml" Target="../ink/ink6460.xml"/><Relationship Id="rId77" Type="http://schemas.openxmlformats.org/officeDocument/2006/relationships/image" Target="NULL"/><Relationship Id="rId100" Type="http://schemas.openxmlformats.org/officeDocument/2006/relationships/customXml" Target="../ink/ink6493.xml"/><Relationship Id="rId282" Type="http://schemas.openxmlformats.org/officeDocument/2006/relationships/customXml" Target="../ink/ink6585.xml"/><Relationship Id="rId338" Type="http://schemas.openxmlformats.org/officeDocument/2006/relationships/customXml" Target="../ink/ink6613.xml"/><Relationship Id="rId503" Type="http://schemas.openxmlformats.org/officeDocument/2006/relationships/image" Target="NULL"/><Relationship Id="rId545" Type="http://schemas.openxmlformats.org/officeDocument/2006/relationships/image" Target="NULL"/><Relationship Id="rId587" Type="http://schemas.openxmlformats.org/officeDocument/2006/relationships/customXml" Target="../ink/ink6738.xml"/><Relationship Id="rId8" Type="http://schemas.openxmlformats.org/officeDocument/2006/relationships/customXml" Target="../ink/ink6446.xml"/><Relationship Id="rId142" Type="http://schemas.openxmlformats.org/officeDocument/2006/relationships/customXml" Target="../ink/ink6515.xml"/><Relationship Id="rId184" Type="http://schemas.openxmlformats.org/officeDocument/2006/relationships/customXml" Target="../ink/ink6536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612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image" Target="NULL"/><Relationship Id="rId46" Type="http://schemas.openxmlformats.org/officeDocument/2006/relationships/image" Target="NUL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customXml" Target="../ink/ink6701.xml"/><Relationship Id="rId556" Type="http://schemas.openxmlformats.org/officeDocument/2006/relationships/image" Target="NULL"/><Relationship Id="rId88" Type="http://schemas.openxmlformats.org/officeDocument/2006/relationships/customXml" Target="../ink/ink6487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6624.xml"/><Relationship Id="rId416" Type="http://schemas.openxmlformats.org/officeDocument/2006/relationships/customXml" Target="../ink/ink6652.xml"/><Relationship Id="rId598" Type="http://schemas.openxmlformats.org/officeDocument/2006/relationships/image" Target="NULL"/><Relationship Id="rId220" Type="http://schemas.openxmlformats.org/officeDocument/2006/relationships/customXml" Target="../ink/ink6554.xml"/><Relationship Id="rId458" Type="http://schemas.openxmlformats.org/officeDocument/2006/relationships/customXml" Target="../ink/ink6673.xml"/><Relationship Id="rId623" Type="http://schemas.openxmlformats.org/officeDocument/2006/relationships/customXml" Target="../ink/ink6756.xml"/><Relationship Id="rId15" Type="http://schemas.openxmlformats.org/officeDocument/2006/relationships/image" Target="NULL"/><Relationship Id="rId57" Type="http://schemas.openxmlformats.org/officeDocument/2006/relationships/customXml" Target="../ink/ink6471.xml"/><Relationship Id="rId262" Type="http://schemas.openxmlformats.org/officeDocument/2006/relationships/customXml" Target="../ink/ink6575.xml"/><Relationship Id="rId318" Type="http://schemas.openxmlformats.org/officeDocument/2006/relationships/customXml" Target="../ink/ink6603.xml"/><Relationship Id="rId525" Type="http://schemas.openxmlformats.org/officeDocument/2006/relationships/image" Target="NULL"/><Relationship Id="rId567" Type="http://schemas.openxmlformats.org/officeDocument/2006/relationships/customXml" Target="../ink/ink6728.xml"/><Relationship Id="rId99" Type="http://schemas.openxmlformats.org/officeDocument/2006/relationships/image" Target="NULL"/><Relationship Id="rId122" Type="http://schemas.openxmlformats.org/officeDocument/2006/relationships/customXml" Target="../ink/ink6505.xml"/><Relationship Id="rId164" Type="http://schemas.openxmlformats.org/officeDocument/2006/relationships/customXml" Target="../ink/ink6526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26" Type="http://schemas.openxmlformats.org/officeDocument/2006/relationships/image" Target="NUL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6684.xml"/><Relationship Id="rId536" Type="http://schemas.openxmlformats.org/officeDocument/2006/relationships/customXml" Target="../ink/ink6712.xml"/><Relationship Id="rId68" Type="http://schemas.openxmlformats.org/officeDocument/2006/relationships/customXml" Target="../ink/ink6477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6614.xml"/><Relationship Id="rId578" Type="http://schemas.openxmlformats.org/officeDocument/2006/relationships/image" Target="NULL"/><Relationship Id="rId200" Type="http://schemas.openxmlformats.org/officeDocument/2006/relationships/customXml" Target="../ink/ink6544.xml"/><Relationship Id="rId382" Type="http://schemas.openxmlformats.org/officeDocument/2006/relationships/customXml" Target="../ink/ink6635.xml"/><Relationship Id="rId438" Type="http://schemas.openxmlformats.org/officeDocument/2006/relationships/customXml" Target="../ink/ink6663.xml"/><Relationship Id="rId603" Type="http://schemas.openxmlformats.org/officeDocument/2006/relationships/customXml" Target="../ink/ink6746.xml"/><Relationship Id="rId242" Type="http://schemas.openxmlformats.org/officeDocument/2006/relationships/customXml" Target="../ink/ink6565.xml"/><Relationship Id="rId284" Type="http://schemas.openxmlformats.org/officeDocument/2006/relationships/customXml" Target="../ink/ink6586.xm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customXml" Target="../ink/ink6461.xml"/><Relationship Id="rId79" Type="http://schemas.openxmlformats.org/officeDocument/2006/relationships/image" Target="NULL"/><Relationship Id="rId102" Type="http://schemas.openxmlformats.org/officeDocument/2006/relationships/image" Target="NULL"/><Relationship Id="rId144" Type="http://schemas.openxmlformats.org/officeDocument/2006/relationships/customXml" Target="../ink/ink6516.xml"/><Relationship Id="rId547" Type="http://schemas.openxmlformats.org/officeDocument/2006/relationships/image" Target="NULL"/><Relationship Id="rId589" Type="http://schemas.openxmlformats.org/officeDocument/2006/relationships/customXml" Target="../ink/ink6739.xml"/><Relationship Id="rId90" Type="http://schemas.openxmlformats.org/officeDocument/2006/relationships/customXml" Target="../ink/ink6488.xml"/><Relationship Id="rId186" Type="http://schemas.openxmlformats.org/officeDocument/2006/relationships/customXml" Target="../ink/ink6537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614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6674.xml"/><Relationship Id="rId516" Type="http://schemas.openxmlformats.org/officeDocument/2006/relationships/customXml" Target="../ink/ink6702.xml"/><Relationship Id="rId48" Type="http://schemas.openxmlformats.org/officeDocument/2006/relationships/image" Target="NULL"/><Relationship Id="rId113" Type="http://schemas.openxmlformats.org/officeDocument/2006/relationships/image" Target="NULL"/><Relationship Id="rId320" Type="http://schemas.openxmlformats.org/officeDocument/2006/relationships/customXml" Target="../ink/ink6604.xml"/><Relationship Id="rId558" Type="http://schemas.openxmlformats.org/officeDocument/2006/relationships/image" Target="NUL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6625.xml"/><Relationship Id="rId418" Type="http://schemas.openxmlformats.org/officeDocument/2006/relationships/customXml" Target="../ink/ink6653.xml"/><Relationship Id="rId625" Type="http://schemas.openxmlformats.org/officeDocument/2006/relationships/customXml" Target="../ink/ink6757.xml"/><Relationship Id="rId222" Type="http://schemas.openxmlformats.org/officeDocument/2006/relationships/customXml" Target="../ink/ink6555.xml"/><Relationship Id="rId264" Type="http://schemas.openxmlformats.org/officeDocument/2006/relationships/customXml" Target="../ink/ink6576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6506.xml"/><Relationship Id="rId527" Type="http://schemas.openxmlformats.org/officeDocument/2006/relationships/image" Target="NULL"/><Relationship Id="rId569" Type="http://schemas.openxmlformats.org/officeDocument/2006/relationships/customXml" Target="../ink/ink6729.xml"/><Relationship Id="rId70" Type="http://schemas.openxmlformats.org/officeDocument/2006/relationships/customXml" Target="../ink/ink6478.xml"/><Relationship Id="rId166" Type="http://schemas.openxmlformats.org/officeDocument/2006/relationships/customXml" Target="../ink/ink6527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580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6664.xml"/><Relationship Id="rId28" Type="http://schemas.openxmlformats.org/officeDocument/2006/relationships/image" Target="NULL"/><Relationship Id="rId275" Type="http://schemas.openxmlformats.org/officeDocument/2006/relationships/image" Target="NULL"/><Relationship Id="rId300" Type="http://schemas.openxmlformats.org/officeDocument/2006/relationships/customXml" Target="../ink/ink6594.xml"/><Relationship Id="rId482" Type="http://schemas.openxmlformats.org/officeDocument/2006/relationships/customXml" Target="../ink/ink6685.xml"/><Relationship Id="rId538" Type="http://schemas.openxmlformats.org/officeDocument/2006/relationships/customXml" Target="../ink/ink6713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6615.xml"/><Relationship Id="rId384" Type="http://schemas.openxmlformats.org/officeDocument/2006/relationships/customXml" Target="../ink/ink6636.xml"/><Relationship Id="rId591" Type="http://schemas.openxmlformats.org/officeDocument/2006/relationships/customXml" Target="../ink/ink6740.xml"/><Relationship Id="rId605" Type="http://schemas.openxmlformats.org/officeDocument/2006/relationships/customXml" Target="../ink/ink6747.xml"/><Relationship Id="rId202" Type="http://schemas.openxmlformats.org/officeDocument/2006/relationships/customXml" Target="../ink/ink6545.xml"/><Relationship Id="rId244" Type="http://schemas.openxmlformats.org/officeDocument/2006/relationships/customXml" Target="../ink/ink6566.xml"/><Relationship Id="rId39" Type="http://schemas.openxmlformats.org/officeDocument/2006/relationships/customXml" Target="../ink/ink6462.xml"/><Relationship Id="rId286" Type="http://schemas.openxmlformats.org/officeDocument/2006/relationships/customXml" Target="../ink/ink6587.xm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49" Type="http://schemas.openxmlformats.org/officeDocument/2006/relationships/image" Target="NULL"/><Relationship Id="rId50" Type="http://schemas.openxmlformats.org/officeDocument/2006/relationships/image" Target="NULL"/><Relationship Id="rId104" Type="http://schemas.openxmlformats.org/officeDocument/2006/relationships/image" Target="NULL"/><Relationship Id="rId146" Type="http://schemas.openxmlformats.org/officeDocument/2006/relationships/customXml" Target="../ink/ink6517.xml"/><Relationship Id="rId188" Type="http://schemas.openxmlformats.org/officeDocument/2006/relationships/customXml" Target="../ink/ink6538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560" Type="http://schemas.openxmlformats.org/officeDocument/2006/relationships/image" Target="NULL"/><Relationship Id="rId92" Type="http://schemas.openxmlformats.org/officeDocument/2006/relationships/customXml" Target="../ink/ink6489.xml"/><Relationship Id="rId213" Type="http://schemas.openxmlformats.org/officeDocument/2006/relationships/image" Target="NULL"/><Relationship Id="rId420" Type="http://schemas.openxmlformats.org/officeDocument/2006/relationships/customXml" Target="../ink/ink6654.xml"/><Relationship Id="rId616" Type="http://schemas.openxmlformats.org/officeDocument/2006/relationships/image" Target="NUL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6675.xml"/><Relationship Id="rId518" Type="http://schemas.openxmlformats.org/officeDocument/2006/relationships/customXml" Target="../ink/ink6703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6605.xml"/><Relationship Id="rId364" Type="http://schemas.openxmlformats.org/officeDocument/2006/relationships/customXml" Target="../ink/ink6626.xml"/><Relationship Id="rId61" Type="http://schemas.openxmlformats.org/officeDocument/2006/relationships/image" Target="NULL"/><Relationship Id="rId199" Type="http://schemas.openxmlformats.org/officeDocument/2006/relationships/image" Target="NULL"/><Relationship Id="rId571" Type="http://schemas.openxmlformats.org/officeDocument/2006/relationships/customXml" Target="../ink/ink6730.xml"/><Relationship Id="rId627" Type="http://schemas.openxmlformats.org/officeDocument/2006/relationships/customXml" Target="../ink/ink6758.xml"/><Relationship Id="rId19" Type="http://schemas.openxmlformats.org/officeDocument/2006/relationships/customXml" Target="../ink/ink6452.xml"/><Relationship Id="rId224" Type="http://schemas.openxmlformats.org/officeDocument/2006/relationships/customXml" Target="../ink/ink6556.xml"/><Relationship Id="rId266" Type="http://schemas.openxmlformats.org/officeDocument/2006/relationships/customXml" Target="../ink/ink6577.xml"/><Relationship Id="rId431" Type="http://schemas.openxmlformats.org/officeDocument/2006/relationships/image" Target="NULL"/><Relationship Id="rId473" Type="http://schemas.openxmlformats.org/officeDocument/2006/relationships/image" Target="NULL"/><Relationship Id="rId529" Type="http://schemas.openxmlformats.org/officeDocument/2006/relationships/image" Target="NULL"/><Relationship Id="rId30" Type="http://schemas.openxmlformats.org/officeDocument/2006/relationships/image" Target="NULL"/><Relationship Id="rId126" Type="http://schemas.openxmlformats.org/officeDocument/2006/relationships/customXml" Target="../ink/ink6507.xml"/><Relationship Id="rId168" Type="http://schemas.openxmlformats.org/officeDocument/2006/relationships/customXml" Target="../ink/ink6528.xml"/><Relationship Id="rId333" Type="http://schemas.openxmlformats.org/officeDocument/2006/relationships/image" Target="NULL"/><Relationship Id="rId540" Type="http://schemas.openxmlformats.org/officeDocument/2006/relationships/customXml" Target="../ink/ink6714.xml"/><Relationship Id="rId72" Type="http://schemas.openxmlformats.org/officeDocument/2006/relationships/customXml" Target="../ink/ink6479.xml"/><Relationship Id="rId375" Type="http://schemas.openxmlformats.org/officeDocument/2006/relationships/image" Target="NULL"/><Relationship Id="rId582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6644.xml"/><Relationship Id="rId442" Type="http://schemas.openxmlformats.org/officeDocument/2006/relationships/customXml" Target="../ink/ink6665.xml"/><Relationship Id="rId484" Type="http://schemas.openxmlformats.org/officeDocument/2006/relationships/customXml" Target="../ink/ink6686.xml"/><Relationship Id="rId137" Type="http://schemas.openxmlformats.org/officeDocument/2006/relationships/image" Target="NULL"/><Relationship Id="rId302" Type="http://schemas.openxmlformats.org/officeDocument/2006/relationships/customXml" Target="../ink/ink6595.xml"/><Relationship Id="rId344" Type="http://schemas.openxmlformats.org/officeDocument/2006/relationships/customXml" Target="../ink/ink6616.xml"/><Relationship Id="rId41" Type="http://schemas.openxmlformats.org/officeDocument/2006/relationships/customXml" Target="../ink/ink6463.xm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6637.xml"/><Relationship Id="rId551" Type="http://schemas.openxmlformats.org/officeDocument/2006/relationships/image" Target="NULL"/><Relationship Id="rId593" Type="http://schemas.openxmlformats.org/officeDocument/2006/relationships/customXml" Target="../ink/ink6741.xml"/><Relationship Id="rId607" Type="http://schemas.openxmlformats.org/officeDocument/2006/relationships/customXml" Target="../ink/ink6748.xml"/><Relationship Id="rId190" Type="http://schemas.openxmlformats.org/officeDocument/2006/relationships/customXml" Target="../ink/ink6539.xml"/><Relationship Id="rId204" Type="http://schemas.openxmlformats.org/officeDocument/2006/relationships/customXml" Target="../ink/ink6546.xml"/><Relationship Id="rId246" Type="http://schemas.openxmlformats.org/officeDocument/2006/relationships/customXml" Target="../ink/ink6567.xml"/><Relationship Id="rId288" Type="http://schemas.openxmlformats.org/officeDocument/2006/relationships/customXml" Target="../ink/ink6588.xm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image" Target="NULL"/><Relationship Id="rId313" Type="http://schemas.openxmlformats.org/officeDocument/2006/relationships/image" Target="NULL"/><Relationship Id="rId495" Type="http://schemas.openxmlformats.org/officeDocument/2006/relationships/image" Target="NULL"/><Relationship Id="rId10" Type="http://schemas.openxmlformats.org/officeDocument/2006/relationships/customXml" Target="../ink/ink6447.xml"/><Relationship Id="rId52" Type="http://schemas.openxmlformats.org/officeDocument/2006/relationships/image" Target="NULL"/><Relationship Id="rId94" Type="http://schemas.openxmlformats.org/officeDocument/2006/relationships/customXml" Target="../ink/ink6490.xml"/><Relationship Id="rId148" Type="http://schemas.openxmlformats.org/officeDocument/2006/relationships/customXml" Target="../ink/ink6518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customXml" Target="../ink/ink6704.xml"/><Relationship Id="rId562" Type="http://schemas.openxmlformats.org/officeDocument/2006/relationships/image" Target="NULL"/><Relationship Id="rId618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6655.xml"/><Relationship Id="rId464" Type="http://schemas.openxmlformats.org/officeDocument/2006/relationships/customXml" Target="../ink/ink6676.xm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6627.xml"/><Relationship Id="rId573" Type="http://schemas.openxmlformats.org/officeDocument/2006/relationships/customXml" Target="../ink/ink6731.xml"/><Relationship Id="rId226" Type="http://schemas.openxmlformats.org/officeDocument/2006/relationships/customXml" Target="../ink/ink6557.xml"/><Relationship Id="rId433" Type="http://schemas.openxmlformats.org/officeDocument/2006/relationships/image" Target="NULL"/><Relationship Id="rId74" Type="http://schemas.openxmlformats.org/officeDocument/2006/relationships/customXml" Target="../ink/ink6480.xml"/><Relationship Id="rId377" Type="http://schemas.openxmlformats.org/officeDocument/2006/relationships/image" Target="NULL"/><Relationship Id="rId500" Type="http://schemas.openxmlformats.org/officeDocument/2006/relationships/customXml" Target="../ink/ink6694.xml"/><Relationship Id="rId584" Type="http://schemas.openxmlformats.org/officeDocument/2006/relationships/image" Target="NUL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customXml" Target="../ink/ink6666.xml"/><Relationship Id="rId290" Type="http://schemas.openxmlformats.org/officeDocument/2006/relationships/customXml" Target="../ink/ink6589.xml"/><Relationship Id="rId304" Type="http://schemas.openxmlformats.org/officeDocument/2006/relationships/customXml" Target="../ink/ink6596.xml"/><Relationship Id="rId388" Type="http://schemas.openxmlformats.org/officeDocument/2006/relationships/customXml" Target="../ink/ink6638.xml"/><Relationship Id="rId511" Type="http://schemas.openxmlformats.org/officeDocument/2006/relationships/image" Target="NULL"/><Relationship Id="rId609" Type="http://schemas.openxmlformats.org/officeDocument/2006/relationships/customXml" Target="../ink/ink6749.xml"/><Relationship Id="rId85" Type="http://schemas.openxmlformats.org/officeDocument/2006/relationships/image" Target="NULL"/><Relationship Id="rId150" Type="http://schemas.openxmlformats.org/officeDocument/2006/relationships/customXml" Target="../ink/ink6519.xml"/><Relationship Id="rId595" Type="http://schemas.openxmlformats.org/officeDocument/2006/relationships/customXml" Target="../ink/ink6742.xml"/><Relationship Id="rId248" Type="http://schemas.openxmlformats.org/officeDocument/2006/relationships/customXml" Target="../ink/ink6568.xml"/><Relationship Id="rId455" Type="http://schemas.openxmlformats.org/officeDocument/2006/relationships/image" Target="NULL"/><Relationship Id="rId12" Type="http://schemas.openxmlformats.org/officeDocument/2006/relationships/customXml" Target="../ink/ink6448.xml"/><Relationship Id="rId108" Type="http://schemas.openxmlformats.org/officeDocument/2006/relationships/image" Target="NULL"/><Relationship Id="rId315" Type="http://schemas.openxmlformats.org/officeDocument/2006/relationships/image" Target="NULL"/><Relationship Id="rId522" Type="http://schemas.openxmlformats.org/officeDocument/2006/relationships/customXml" Target="../ink/ink6705.xml"/><Relationship Id="rId96" Type="http://schemas.openxmlformats.org/officeDocument/2006/relationships/customXml" Target="../ink/ink6491.xml"/><Relationship Id="rId161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66" Type="http://schemas.openxmlformats.org/officeDocument/2006/relationships/customXml" Target="../ink/ink6677.xml"/><Relationship Id="rId23" Type="http://schemas.openxmlformats.org/officeDocument/2006/relationships/customXml" Target="../ink/ink6454.xml"/><Relationship Id="rId119" Type="http://schemas.openxmlformats.org/officeDocument/2006/relationships/image" Target="NULL"/><Relationship Id="rId326" Type="http://schemas.openxmlformats.org/officeDocument/2006/relationships/customXml" Target="../ink/ink6607.xml"/><Relationship Id="rId533" Type="http://schemas.openxmlformats.org/officeDocument/2006/relationships/image" Target="NULL"/><Relationship Id="rId172" Type="http://schemas.openxmlformats.org/officeDocument/2006/relationships/customXml" Target="../ink/ink6530.xml"/><Relationship Id="rId477" Type="http://schemas.openxmlformats.org/officeDocument/2006/relationships/image" Target="NULL"/><Relationship Id="rId600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image" Target="NULL"/><Relationship Id="rId544" Type="http://schemas.openxmlformats.org/officeDocument/2006/relationships/customXml" Target="../ink/ink6716.xml"/><Relationship Id="rId183" Type="http://schemas.openxmlformats.org/officeDocument/2006/relationships/image" Target="NULL"/><Relationship Id="rId390" Type="http://schemas.openxmlformats.org/officeDocument/2006/relationships/customXml" Target="../ink/ink6639.xml"/><Relationship Id="rId404" Type="http://schemas.openxmlformats.org/officeDocument/2006/relationships/customXml" Target="../ink/ink6646.xml"/><Relationship Id="rId611" Type="http://schemas.openxmlformats.org/officeDocument/2006/relationships/customXml" Target="../ink/ink6750.xml"/><Relationship Id="rId250" Type="http://schemas.openxmlformats.org/officeDocument/2006/relationships/customXml" Target="../ink/ink6569.xml"/><Relationship Id="rId488" Type="http://schemas.openxmlformats.org/officeDocument/2006/relationships/customXml" Target="../ink/ink6688.xml"/><Relationship Id="rId45" Type="http://schemas.openxmlformats.org/officeDocument/2006/relationships/customXml" Target="../ink/ink6465.xml"/><Relationship Id="rId110" Type="http://schemas.openxmlformats.org/officeDocument/2006/relationships/customXml" Target="../ink/ink6499.xml"/><Relationship Id="rId348" Type="http://schemas.openxmlformats.org/officeDocument/2006/relationships/customXml" Target="../ink/ink6618.xml"/><Relationship Id="rId555" Type="http://schemas.openxmlformats.org/officeDocument/2006/relationships/customXml" Target="../ink/ink6722.xml"/><Relationship Id="rId194" Type="http://schemas.openxmlformats.org/officeDocument/2006/relationships/customXml" Target="../ink/ink6541.xml"/><Relationship Id="rId208" Type="http://schemas.openxmlformats.org/officeDocument/2006/relationships/customXml" Target="../ink/ink6548.xml"/><Relationship Id="rId415" Type="http://schemas.openxmlformats.org/officeDocument/2006/relationships/image" Target="NULL"/><Relationship Id="rId622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Relationship Id="rId56" Type="http://schemas.openxmlformats.org/officeDocument/2006/relationships/image" Target="NULL"/><Relationship Id="rId359" Type="http://schemas.openxmlformats.org/officeDocument/2006/relationships/image" Target="NULL"/><Relationship Id="rId566" Type="http://schemas.openxmlformats.org/officeDocument/2006/relationships/image" Target="NULL"/><Relationship Id="rId121" Type="http://schemas.openxmlformats.org/officeDocument/2006/relationships/image" Target="NULL"/><Relationship Id="rId219" Type="http://schemas.openxmlformats.org/officeDocument/2006/relationships/image" Target="NULL"/><Relationship Id="rId426" Type="http://schemas.openxmlformats.org/officeDocument/2006/relationships/customXml" Target="../ink/ink6657.xml"/><Relationship Id="rId67" Type="http://schemas.openxmlformats.org/officeDocument/2006/relationships/image" Target="NULL"/><Relationship Id="rId272" Type="http://schemas.openxmlformats.org/officeDocument/2006/relationships/customXml" Target="../ink/ink6580.xml"/><Relationship Id="rId577" Type="http://schemas.openxmlformats.org/officeDocument/2006/relationships/customXml" Target="../ink/ink6733.xml"/><Relationship Id="rId132" Type="http://schemas.openxmlformats.org/officeDocument/2006/relationships/customXml" Target="../ink/ink6510.xml"/><Relationship Id="rId437" Type="http://schemas.openxmlformats.org/officeDocument/2006/relationships/image" Target="NUL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customXml" Target="../ink/ink6921.xml"/><Relationship Id="rId531" Type="http://schemas.openxmlformats.org/officeDocument/2006/relationships/image" Target="NULL"/><Relationship Id="rId629" Type="http://schemas.openxmlformats.org/officeDocument/2006/relationships/image" Target="NULL"/><Relationship Id="rId170" Type="http://schemas.openxmlformats.org/officeDocument/2006/relationships/image" Target="NULL"/><Relationship Id="rId268" Type="http://schemas.openxmlformats.org/officeDocument/2006/relationships/customXml" Target="../ink/ink6893.xml"/><Relationship Id="rId475" Type="http://schemas.openxmlformats.org/officeDocument/2006/relationships/image" Target="NULL"/><Relationship Id="rId32" Type="http://schemas.openxmlformats.org/officeDocument/2006/relationships/customXml" Target="../ink/ink6774.xml"/><Relationship Id="rId128" Type="http://schemas.openxmlformats.org/officeDocument/2006/relationships/customXml" Target="../ink/ink6822.xml"/><Relationship Id="rId335" Type="http://schemas.openxmlformats.org/officeDocument/2006/relationships/image" Target="NULL"/><Relationship Id="rId542" Type="http://schemas.openxmlformats.org/officeDocument/2006/relationships/customXml" Target="../ink/ink7030.xml"/><Relationship Id="rId181" Type="http://schemas.openxmlformats.org/officeDocument/2006/relationships/customXml" Target="../ink/ink6849.xml"/><Relationship Id="rId402" Type="http://schemas.openxmlformats.org/officeDocument/2006/relationships/customXml" Target="../ink/ink6960.xml"/><Relationship Id="rId279" Type="http://schemas.openxmlformats.org/officeDocument/2006/relationships/image" Target="NULL"/><Relationship Id="rId486" Type="http://schemas.openxmlformats.org/officeDocument/2006/relationships/customXml" Target="../ink/ink7002.xm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customXml" Target="../ink/ink6932.xml"/><Relationship Id="rId553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image" Target="NULL"/><Relationship Id="rId497" Type="http://schemas.openxmlformats.org/officeDocument/2006/relationships/image" Target="NULL"/><Relationship Id="rId620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6785.xml"/><Relationship Id="rId217" Type="http://schemas.openxmlformats.org/officeDocument/2006/relationships/customXml" Target="../ink/ink6867.xml"/><Relationship Id="rId564" Type="http://schemas.openxmlformats.org/officeDocument/2006/relationships/customXml" Target="../ink/ink7041.xml"/><Relationship Id="rId424" Type="http://schemas.openxmlformats.org/officeDocument/2006/relationships/customXml" Target="../ink/ink6971.xml"/><Relationship Id="rId631" Type="http://schemas.openxmlformats.org/officeDocument/2006/relationships/image" Target="NULL"/><Relationship Id="rId270" Type="http://schemas.openxmlformats.org/officeDocument/2006/relationships/customXml" Target="../ink/ink6894.xml"/><Relationship Id="rId65" Type="http://schemas.openxmlformats.org/officeDocument/2006/relationships/image" Target="NULL"/><Relationship Id="rId130" Type="http://schemas.openxmlformats.org/officeDocument/2006/relationships/customXml" Target="../ink/ink6823.xml"/><Relationship Id="rId368" Type="http://schemas.openxmlformats.org/officeDocument/2006/relationships/customXml" Target="../ink/ink6943.xml"/><Relationship Id="rId575" Type="http://schemas.openxmlformats.org/officeDocument/2006/relationships/image" Target="NULL"/><Relationship Id="rId228" Type="http://schemas.openxmlformats.org/officeDocument/2006/relationships/image" Target="NULL"/><Relationship Id="rId435" Type="http://schemas.openxmlformats.org/officeDocument/2006/relationships/image" Target="NULL"/><Relationship Id="rId281" Type="http://schemas.openxmlformats.org/officeDocument/2006/relationships/image" Target="NULL"/><Relationship Id="rId502" Type="http://schemas.openxmlformats.org/officeDocument/2006/relationships/customXml" Target="../ink/ink7010.xml"/><Relationship Id="rId76" Type="http://schemas.openxmlformats.org/officeDocument/2006/relationships/customXml" Target="../ink/ink6796.xml"/><Relationship Id="rId141" Type="http://schemas.openxmlformats.org/officeDocument/2006/relationships/image" Target="NULL"/><Relationship Id="rId379" Type="http://schemas.openxmlformats.org/officeDocument/2006/relationships/image" Target="NULL"/><Relationship Id="rId586" Type="http://schemas.openxmlformats.org/officeDocument/2006/relationships/image" Target="NULL"/><Relationship Id="rId7" Type="http://schemas.openxmlformats.org/officeDocument/2006/relationships/image" Target="NULL"/><Relationship Id="rId239" Type="http://schemas.openxmlformats.org/officeDocument/2006/relationships/customXml" Target="../ink/ink6878.xml"/><Relationship Id="rId446" Type="http://schemas.openxmlformats.org/officeDocument/2006/relationships/customXml" Target="../ink/ink6982.xml"/><Relationship Id="rId292" Type="http://schemas.openxmlformats.org/officeDocument/2006/relationships/customXml" Target="../ink/ink6905.xml"/><Relationship Id="rId306" Type="http://schemas.openxmlformats.org/officeDocument/2006/relationships/customXml" Target="../ink/ink6912.xml"/><Relationship Id="rId87" Type="http://schemas.openxmlformats.org/officeDocument/2006/relationships/image" Target="NULL"/><Relationship Id="rId513" Type="http://schemas.openxmlformats.org/officeDocument/2006/relationships/image" Target="NULL"/><Relationship Id="rId597" Type="http://schemas.openxmlformats.org/officeDocument/2006/relationships/customXml" Target="../ink/ink7058.xml"/><Relationship Id="rId152" Type="http://schemas.openxmlformats.org/officeDocument/2006/relationships/customXml" Target="../ink/ink6834.xml"/><Relationship Id="rId457" Type="http://schemas.openxmlformats.org/officeDocument/2006/relationships/image" Target="NULL"/><Relationship Id="rId14" Type="http://schemas.openxmlformats.org/officeDocument/2006/relationships/customXml" Target="../ink/ink6765.xml"/><Relationship Id="rId317" Type="http://schemas.openxmlformats.org/officeDocument/2006/relationships/image" Target="NULL"/><Relationship Id="rId524" Type="http://schemas.openxmlformats.org/officeDocument/2006/relationships/customXml" Target="../ink/ink7021.xml"/><Relationship Id="rId98" Type="http://schemas.openxmlformats.org/officeDocument/2006/relationships/customXml" Target="../ink/ink6807.xml"/><Relationship Id="rId163" Type="http://schemas.openxmlformats.org/officeDocument/2006/relationships/customXml" Target="../ink/ink6840.xml"/><Relationship Id="rId370" Type="http://schemas.openxmlformats.org/officeDocument/2006/relationships/customXml" Target="../ink/ink6944.xml"/><Relationship Id="rId230" Type="http://schemas.openxmlformats.org/officeDocument/2006/relationships/image" Target="NULL"/><Relationship Id="rId468" Type="http://schemas.openxmlformats.org/officeDocument/2006/relationships/customXml" Target="../ink/ink6993.xml"/><Relationship Id="rId25" Type="http://schemas.openxmlformats.org/officeDocument/2006/relationships/image" Target="NULL"/><Relationship Id="rId328" Type="http://schemas.openxmlformats.org/officeDocument/2006/relationships/customXml" Target="../ink/ink6923.xml"/><Relationship Id="rId535" Type="http://schemas.openxmlformats.org/officeDocument/2006/relationships/image" Target="NULL"/><Relationship Id="rId174" Type="http://schemas.openxmlformats.org/officeDocument/2006/relationships/image" Target="NULL"/><Relationship Id="rId381" Type="http://schemas.openxmlformats.org/officeDocument/2006/relationships/image" Target="NULL"/><Relationship Id="rId602" Type="http://schemas.openxmlformats.org/officeDocument/2006/relationships/image" Target="NULL"/><Relationship Id="rId241" Type="http://schemas.openxmlformats.org/officeDocument/2006/relationships/customXml" Target="../ink/ink6879.xml"/><Relationship Id="rId479" Type="http://schemas.openxmlformats.org/officeDocument/2006/relationships/image" Target="NULL"/><Relationship Id="rId36" Type="http://schemas.openxmlformats.org/officeDocument/2006/relationships/customXml" Target="../ink/ink6776.xml"/><Relationship Id="rId339" Type="http://schemas.openxmlformats.org/officeDocument/2006/relationships/image" Target="NULL"/><Relationship Id="rId546" Type="http://schemas.openxmlformats.org/officeDocument/2006/relationships/customXml" Target="../ink/ink7032.xml"/><Relationship Id="rId101" Type="http://schemas.openxmlformats.org/officeDocument/2006/relationships/image" Target="NULL"/><Relationship Id="rId185" Type="http://schemas.openxmlformats.org/officeDocument/2006/relationships/customXml" Target="../ink/ink6851.xml"/><Relationship Id="rId406" Type="http://schemas.openxmlformats.org/officeDocument/2006/relationships/customXml" Target="../ink/ink6962.xml"/><Relationship Id="rId392" Type="http://schemas.openxmlformats.org/officeDocument/2006/relationships/customXml" Target="../ink/ink6955.xml"/><Relationship Id="rId613" Type="http://schemas.openxmlformats.org/officeDocument/2006/relationships/customXml" Target="../ink/ink7066.xml"/><Relationship Id="rId252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6814.xml"/><Relationship Id="rId154" Type="http://schemas.openxmlformats.org/officeDocument/2006/relationships/customXml" Target="../ink/ink6835.xml"/><Relationship Id="rId361" Type="http://schemas.openxmlformats.org/officeDocument/2006/relationships/image" Target="NULL"/><Relationship Id="rId557" Type="http://schemas.openxmlformats.org/officeDocument/2006/relationships/image" Target="NULL"/><Relationship Id="rId599" Type="http://schemas.openxmlformats.org/officeDocument/2006/relationships/customXml" Target="../ink/ink7059.xml"/><Relationship Id="rId196" Type="http://schemas.openxmlformats.org/officeDocument/2006/relationships/image" Target="NULL"/><Relationship Id="rId417" Type="http://schemas.openxmlformats.org/officeDocument/2006/relationships/image" Target="NULL"/><Relationship Id="rId459" Type="http://schemas.openxmlformats.org/officeDocument/2006/relationships/image" Target="NULL"/><Relationship Id="rId624" Type="http://schemas.openxmlformats.org/officeDocument/2006/relationships/image" Target="NULL"/><Relationship Id="rId16" Type="http://schemas.openxmlformats.org/officeDocument/2006/relationships/customXml" Target="../ink/ink6766.xml"/><Relationship Id="rId221" Type="http://schemas.openxmlformats.org/officeDocument/2006/relationships/customXml" Target="../ink/ink6869.xm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6994.xml"/><Relationship Id="rId526" Type="http://schemas.openxmlformats.org/officeDocument/2006/relationships/customXml" Target="../ink/ink7022.xml"/><Relationship Id="rId58" Type="http://schemas.openxmlformats.org/officeDocument/2006/relationships/customXml" Target="../ink/ink6787.xml"/><Relationship Id="rId123" Type="http://schemas.openxmlformats.org/officeDocument/2006/relationships/image" Target="NULL"/><Relationship Id="rId330" Type="http://schemas.openxmlformats.org/officeDocument/2006/relationships/customXml" Target="../ink/ink6924.xml"/><Relationship Id="rId568" Type="http://schemas.openxmlformats.org/officeDocument/2006/relationships/customXml" Target="../ink/ink7043.xml"/><Relationship Id="rId165" Type="http://schemas.openxmlformats.org/officeDocument/2006/relationships/customXml" Target="../ink/ink6841.xml"/><Relationship Id="rId372" Type="http://schemas.openxmlformats.org/officeDocument/2006/relationships/customXml" Target="../ink/ink6945.xml"/><Relationship Id="rId428" Type="http://schemas.openxmlformats.org/officeDocument/2006/relationships/customXml" Target="../ink/ink6973.xml"/><Relationship Id="rId635" Type="http://schemas.openxmlformats.org/officeDocument/2006/relationships/image" Target="NULL"/><Relationship Id="rId232" Type="http://schemas.openxmlformats.org/officeDocument/2006/relationships/image" Target="NULL"/><Relationship Id="rId274" Type="http://schemas.openxmlformats.org/officeDocument/2006/relationships/customXml" Target="../ink/ink6896.xm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6825.xml"/><Relationship Id="rId537" Type="http://schemas.openxmlformats.org/officeDocument/2006/relationships/image" Target="NULL"/><Relationship Id="rId579" Type="http://schemas.openxmlformats.org/officeDocument/2006/relationships/image" Target="NULL"/><Relationship Id="rId80" Type="http://schemas.openxmlformats.org/officeDocument/2006/relationships/customXml" Target="../ink/ink6798.xml"/><Relationship Id="rId176" Type="http://schemas.openxmlformats.org/officeDocument/2006/relationships/image" Target="NUL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590" Type="http://schemas.openxmlformats.org/officeDocument/2006/relationships/image" Target="NULL"/><Relationship Id="rId604" Type="http://schemas.openxmlformats.org/officeDocument/2006/relationships/image" Target="NULL"/><Relationship Id="rId201" Type="http://schemas.openxmlformats.org/officeDocument/2006/relationships/customXml" Target="../ink/ink6859.xml"/><Relationship Id="rId243" Type="http://schemas.openxmlformats.org/officeDocument/2006/relationships/customXml" Target="../ink/ink6880.xml"/><Relationship Id="rId285" Type="http://schemas.openxmlformats.org/officeDocument/2006/relationships/image" Target="NULL"/><Relationship Id="rId450" Type="http://schemas.openxmlformats.org/officeDocument/2006/relationships/customXml" Target="../ink/ink6984.xml"/><Relationship Id="rId506" Type="http://schemas.openxmlformats.org/officeDocument/2006/relationships/customXml" Target="../ink/ink7012.xml"/><Relationship Id="rId38" Type="http://schemas.openxmlformats.org/officeDocument/2006/relationships/customXml" Target="../ink/ink6777.xml"/><Relationship Id="rId103" Type="http://schemas.openxmlformats.org/officeDocument/2006/relationships/image" Target="NULL"/><Relationship Id="rId310" Type="http://schemas.openxmlformats.org/officeDocument/2006/relationships/customXml" Target="../ink/ink6914.xml"/><Relationship Id="rId492" Type="http://schemas.openxmlformats.org/officeDocument/2006/relationships/customXml" Target="../ink/ink7005.xml"/><Relationship Id="rId548" Type="http://schemas.openxmlformats.org/officeDocument/2006/relationships/customXml" Target="../ink/ink7033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customXml" Target="../ink/ink6852.xml"/><Relationship Id="rId352" Type="http://schemas.openxmlformats.org/officeDocument/2006/relationships/customXml" Target="../ink/ink6935.xml"/><Relationship Id="rId394" Type="http://schemas.openxmlformats.org/officeDocument/2006/relationships/customXml" Target="../ink/ink6956.xml"/><Relationship Id="rId408" Type="http://schemas.openxmlformats.org/officeDocument/2006/relationships/customXml" Target="../ink/ink6963.xml"/><Relationship Id="rId615" Type="http://schemas.openxmlformats.org/officeDocument/2006/relationships/customXml" Target="../ink/ink7067.xml"/><Relationship Id="rId212" Type="http://schemas.openxmlformats.org/officeDocument/2006/relationships/image" Target="NUL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customXml" Target="../ink/ink6815.xml"/><Relationship Id="rId296" Type="http://schemas.openxmlformats.org/officeDocument/2006/relationships/customXml" Target="../ink/ink6907.xml"/><Relationship Id="rId461" Type="http://schemas.openxmlformats.org/officeDocument/2006/relationships/image" Target="NULL"/><Relationship Id="rId517" Type="http://schemas.openxmlformats.org/officeDocument/2006/relationships/image" Target="NULL"/><Relationship Id="rId559" Type="http://schemas.openxmlformats.org/officeDocument/2006/relationships/image" Target="NULL"/><Relationship Id="rId60" Type="http://schemas.openxmlformats.org/officeDocument/2006/relationships/customXml" Target="../ink/ink6788.xml"/><Relationship Id="rId156" Type="http://schemas.openxmlformats.org/officeDocument/2006/relationships/customXml" Target="../ink/ink6836.xml"/><Relationship Id="rId198" Type="http://schemas.openxmlformats.org/officeDocument/2006/relationships/image" Target="NUL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570" Type="http://schemas.openxmlformats.org/officeDocument/2006/relationships/customXml" Target="../ink/ink7044.xml"/><Relationship Id="rId626" Type="http://schemas.openxmlformats.org/officeDocument/2006/relationships/image" Target="NULL"/><Relationship Id="rId223" Type="http://schemas.openxmlformats.org/officeDocument/2006/relationships/customXml" Target="../ink/ink6870.xml"/><Relationship Id="rId430" Type="http://schemas.openxmlformats.org/officeDocument/2006/relationships/customXml" Target="../ink/ink6974.xml"/><Relationship Id="rId18" Type="http://schemas.openxmlformats.org/officeDocument/2006/relationships/customXml" Target="../ink/ink6767.xml"/><Relationship Id="rId265" Type="http://schemas.openxmlformats.org/officeDocument/2006/relationships/image" Target="NULL"/><Relationship Id="rId472" Type="http://schemas.openxmlformats.org/officeDocument/2006/relationships/customXml" Target="../ink/ink6995.xml"/><Relationship Id="rId528" Type="http://schemas.openxmlformats.org/officeDocument/2006/relationships/customXml" Target="../ink/ink7023.xml"/><Relationship Id="rId125" Type="http://schemas.openxmlformats.org/officeDocument/2006/relationships/image" Target="NULL"/><Relationship Id="rId167" Type="http://schemas.openxmlformats.org/officeDocument/2006/relationships/customXml" Target="../ink/ink6842.xml"/><Relationship Id="rId332" Type="http://schemas.openxmlformats.org/officeDocument/2006/relationships/customXml" Target="../ink/ink6925.xml"/><Relationship Id="rId374" Type="http://schemas.openxmlformats.org/officeDocument/2006/relationships/customXml" Target="../ink/ink6946.xml"/><Relationship Id="rId581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image" Target="NULL"/><Relationship Id="rId637" Type="http://schemas.openxmlformats.org/officeDocument/2006/relationships/image" Target="NULL"/><Relationship Id="rId2" Type="http://schemas.openxmlformats.org/officeDocument/2006/relationships/customXml" Target="../ink/ink6759.xml"/><Relationship Id="rId29" Type="http://schemas.openxmlformats.org/officeDocument/2006/relationships/image" Target="NULL"/><Relationship Id="rId276" Type="http://schemas.openxmlformats.org/officeDocument/2006/relationships/customXml" Target="../ink/ink6897.xml"/><Relationship Id="rId441" Type="http://schemas.openxmlformats.org/officeDocument/2006/relationships/image" Target="NULL"/><Relationship Id="rId483" Type="http://schemas.openxmlformats.org/officeDocument/2006/relationships/image" Target="NULL"/><Relationship Id="rId539" Type="http://schemas.openxmlformats.org/officeDocument/2006/relationships/image" Target="NULL"/><Relationship Id="rId40" Type="http://schemas.openxmlformats.org/officeDocument/2006/relationships/customXml" Target="../ink/ink6778.xml"/><Relationship Id="rId136" Type="http://schemas.openxmlformats.org/officeDocument/2006/relationships/customXml" Target="../ink/ink6826.xml"/><Relationship Id="rId178" Type="http://schemas.openxmlformats.org/officeDocument/2006/relationships/image" Target="NULL"/><Relationship Id="rId301" Type="http://schemas.openxmlformats.org/officeDocument/2006/relationships/image" Target="NULL"/><Relationship Id="rId343" Type="http://schemas.openxmlformats.org/officeDocument/2006/relationships/image" Target="NULL"/><Relationship Id="rId550" Type="http://schemas.openxmlformats.org/officeDocument/2006/relationships/customXml" Target="../ink/ink7034.xml"/><Relationship Id="rId82" Type="http://schemas.openxmlformats.org/officeDocument/2006/relationships/customXml" Target="../ink/ink6799.xml"/><Relationship Id="rId203" Type="http://schemas.openxmlformats.org/officeDocument/2006/relationships/customXml" Target="../ink/ink6860.xml"/><Relationship Id="rId385" Type="http://schemas.openxmlformats.org/officeDocument/2006/relationships/image" Target="NULL"/><Relationship Id="rId592" Type="http://schemas.openxmlformats.org/officeDocument/2006/relationships/image" Target="NULL"/><Relationship Id="rId606" Type="http://schemas.openxmlformats.org/officeDocument/2006/relationships/image" Target="NULL"/><Relationship Id="rId245" Type="http://schemas.openxmlformats.org/officeDocument/2006/relationships/customXml" Target="../ink/ink6881.xml"/><Relationship Id="rId287" Type="http://schemas.openxmlformats.org/officeDocument/2006/relationships/image" Target="NULL"/><Relationship Id="rId410" Type="http://schemas.openxmlformats.org/officeDocument/2006/relationships/customXml" Target="../ink/ink6964.xml"/><Relationship Id="rId452" Type="http://schemas.openxmlformats.org/officeDocument/2006/relationships/customXml" Target="../ink/ink6985.xml"/><Relationship Id="rId494" Type="http://schemas.openxmlformats.org/officeDocument/2006/relationships/customXml" Target="../ink/ink7006.xml"/><Relationship Id="rId508" Type="http://schemas.openxmlformats.org/officeDocument/2006/relationships/customXml" Target="../ink/ink7013.xm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6915.xml"/><Relationship Id="rId354" Type="http://schemas.openxmlformats.org/officeDocument/2006/relationships/customXml" Target="../ink/ink6936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customXml" Target="../ink/ink6853.xml"/><Relationship Id="rId396" Type="http://schemas.openxmlformats.org/officeDocument/2006/relationships/customXml" Target="../ink/ink6957.xml"/><Relationship Id="rId561" Type="http://schemas.openxmlformats.org/officeDocument/2006/relationships/image" Target="NULL"/><Relationship Id="rId617" Type="http://schemas.openxmlformats.org/officeDocument/2006/relationships/customXml" Target="../ink/ink7068.xml"/><Relationship Id="rId214" Type="http://schemas.openxmlformats.org/officeDocument/2006/relationships/image" Target="NULL"/><Relationship Id="rId256" Type="http://schemas.openxmlformats.org/officeDocument/2006/relationships/image" Target="NULL"/><Relationship Id="rId298" Type="http://schemas.openxmlformats.org/officeDocument/2006/relationships/customXml" Target="../ink/ink6908.xml"/><Relationship Id="rId421" Type="http://schemas.openxmlformats.org/officeDocument/2006/relationships/image" Target="NULL"/><Relationship Id="rId463" Type="http://schemas.openxmlformats.org/officeDocument/2006/relationships/image" Target="NULL"/><Relationship Id="rId519" Type="http://schemas.openxmlformats.org/officeDocument/2006/relationships/image" Target="NULL"/><Relationship Id="rId116" Type="http://schemas.openxmlformats.org/officeDocument/2006/relationships/customXml" Target="../ink/ink6816.xml"/><Relationship Id="rId158" Type="http://schemas.openxmlformats.org/officeDocument/2006/relationships/customXml" Target="../ink/ink6837.xml"/><Relationship Id="rId323" Type="http://schemas.openxmlformats.org/officeDocument/2006/relationships/image" Target="NULL"/><Relationship Id="rId530" Type="http://schemas.openxmlformats.org/officeDocument/2006/relationships/customXml" Target="../ink/ink7024.xml"/><Relationship Id="rId20" Type="http://schemas.openxmlformats.org/officeDocument/2006/relationships/customXml" Target="../ink/ink6768.xml"/><Relationship Id="rId62" Type="http://schemas.openxmlformats.org/officeDocument/2006/relationships/customXml" Target="../ink/ink6789.xml"/><Relationship Id="rId365" Type="http://schemas.openxmlformats.org/officeDocument/2006/relationships/image" Target="NULL"/><Relationship Id="rId572" Type="http://schemas.openxmlformats.org/officeDocument/2006/relationships/customXml" Target="../ink/ink7045.xml"/><Relationship Id="rId628" Type="http://schemas.openxmlformats.org/officeDocument/2006/relationships/customXml" Target="../ink/ink7074.xml"/><Relationship Id="rId225" Type="http://schemas.openxmlformats.org/officeDocument/2006/relationships/customXml" Target="../ink/ink6871.xml"/><Relationship Id="rId267" Type="http://schemas.openxmlformats.org/officeDocument/2006/relationships/image" Target="NULL"/><Relationship Id="rId432" Type="http://schemas.openxmlformats.org/officeDocument/2006/relationships/customXml" Target="../ink/ink6975.xml"/><Relationship Id="rId474" Type="http://schemas.openxmlformats.org/officeDocument/2006/relationships/customXml" Target="../ink/ink6996.xm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customXml" Target="../ink/ink6843.xml"/><Relationship Id="rId334" Type="http://schemas.openxmlformats.org/officeDocument/2006/relationships/customXml" Target="../ink/ink6926.xml"/><Relationship Id="rId376" Type="http://schemas.openxmlformats.org/officeDocument/2006/relationships/customXml" Target="../ink/ink6947.xml"/><Relationship Id="rId541" Type="http://schemas.openxmlformats.org/officeDocument/2006/relationships/image" Target="NULL"/><Relationship Id="rId583" Type="http://schemas.openxmlformats.org/officeDocument/2006/relationships/image" Target="NULL"/><Relationship Id="rId639" Type="http://schemas.openxmlformats.org/officeDocument/2006/relationships/image" Target="NULL"/><Relationship Id="rId4" Type="http://schemas.openxmlformats.org/officeDocument/2006/relationships/customXml" Target="../ink/ink6760.xml"/><Relationship Id="rId180" Type="http://schemas.openxmlformats.org/officeDocument/2006/relationships/image" Target="NULL"/><Relationship Id="rId236" Type="http://schemas.openxmlformats.org/officeDocument/2006/relationships/image" Target="NULL"/><Relationship Id="rId278" Type="http://schemas.openxmlformats.org/officeDocument/2006/relationships/customXml" Target="../ink/ink6898.xml"/><Relationship Id="rId401" Type="http://schemas.openxmlformats.org/officeDocument/2006/relationships/image" Target="NULL"/><Relationship Id="rId443" Type="http://schemas.openxmlformats.org/officeDocument/2006/relationships/image" Target="NULL"/><Relationship Id="rId303" Type="http://schemas.openxmlformats.org/officeDocument/2006/relationships/image" Target="NULL"/><Relationship Id="rId485" Type="http://schemas.openxmlformats.org/officeDocument/2006/relationships/image" Target="NULL"/><Relationship Id="rId42" Type="http://schemas.openxmlformats.org/officeDocument/2006/relationships/customXml" Target="../ink/ink6779.xml"/><Relationship Id="rId84" Type="http://schemas.openxmlformats.org/officeDocument/2006/relationships/customXml" Target="../ink/ink6800.xml"/><Relationship Id="rId138" Type="http://schemas.openxmlformats.org/officeDocument/2006/relationships/customXml" Target="../ink/ink6827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customXml" Target="../ink/ink7014.xml"/><Relationship Id="rId552" Type="http://schemas.openxmlformats.org/officeDocument/2006/relationships/customXml" Target="../ink/ink7035.xml"/><Relationship Id="rId594" Type="http://schemas.openxmlformats.org/officeDocument/2006/relationships/image" Target="NULL"/><Relationship Id="rId608" Type="http://schemas.openxmlformats.org/officeDocument/2006/relationships/image" Target="NULL"/><Relationship Id="rId191" Type="http://schemas.openxmlformats.org/officeDocument/2006/relationships/customXml" Target="../ink/ink6854.xml"/><Relationship Id="rId205" Type="http://schemas.openxmlformats.org/officeDocument/2006/relationships/customXml" Target="../ink/ink6861.xml"/><Relationship Id="rId247" Type="http://schemas.openxmlformats.org/officeDocument/2006/relationships/customXml" Target="../ink/ink6882.xml"/><Relationship Id="rId412" Type="http://schemas.openxmlformats.org/officeDocument/2006/relationships/customXml" Target="../ink/ink6965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6986.xml"/><Relationship Id="rId496" Type="http://schemas.openxmlformats.org/officeDocument/2006/relationships/customXml" Target="../ink/ink7007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6916.xml"/><Relationship Id="rId356" Type="http://schemas.openxmlformats.org/officeDocument/2006/relationships/customXml" Target="../ink/ink6937.xml"/><Relationship Id="rId398" Type="http://schemas.openxmlformats.org/officeDocument/2006/relationships/customXml" Target="../ink/ink6958.xml"/><Relationship Id="rId521" Type="http://schemas.openxmlformats.org/officeDocument/2006/relationships/image" Target="NULL"/><Relationship Id="rId563" Type="http://schemas.openxmlformats.org/officeDocument/2006/relationships/image" Target="NULL"/><Relationship Id="rId619" Type="http://schemas.openxmlformats.org/officeDocument/2006/relationships/customXml" Target="../ink/ink7069.xml"/><Relationship Id="rId95" Type="http://schemas.openxmlformats.org/officeDocument/2006/relationships/image" Target="NULL"/><Relationship Id="rId160" Type="http://schemas.openxmlformats.org/officeDocument/2006/relationships/customXml" Target="../ink/ink6838.xml"/><Relationship Id="rId216" Type="http://schemas.openxmlformats.org/officeDocument/2006/relationships/image" Target="NULL"/><Relationship Id="rId423" Type="http://schemas.openxmlformats.org/officeDocument/2006/relationships/image" Target="NULL"/><Relationship Id="rId258" Type="http://schemas.openxmlformats.org/officeDocument/2006/relationships/image" Target="NULL"/><Relationship Id="rId465" Type="http://schemas.openxmlformats.org/officeDocument/2006/relationships/image" Target="NULL"/><Relationship Id="rId630" Type="http://schemas.openxmlformats.org/officeDocument/2006/relationships/customXml" Target="../ink/ink7075.xml"/><Relationship Id="rId22" Type="http://schemas.openxmlformats.org/officeDocument/2006/relationships/customXml" Target="../ink/ink6769.xml"/><Relationship Id="rId64" Type="http://schemas.openxmlformats.org/officeDocument/2006/relationships/customXml" Target="../ink/ink6790.xml"/><Relationship Id="rId118" Type="http://schemas.openxmlformats.org/officeDocument/2006/relationships/customXml" Target="../ink/ink6817.xml"/><Relationship Id="rId325" Type="http://schemas.openxmlformats.org/officeDocument/2006/relationships/image" Target="NULL"/><Relationship Id="rId367" Type="http://schemas.openxmlformats.org/officeDocument/2006/relationships/image" Target="NULL"/><Relationship Id="rId532" Type="http://schemas.openxmlformats.org/officeDocument/2006/relationships/customXml" Target="../ink/ink7025.xml"/><Relationship Id="rId574" Type="http://schemas.openxmlformats.org/officeDocument/2006/relationships/customXml" Target="../ink/ink7046.xml"/><Relationship Id="rId171" Type="http://schemas.openxmlformats.org/officeDocument/2006/relationships/customXml" Target="../ink/ink6844.xml"/><Relationship Id="rId227" Type="http://schemas.openxmlformats.org/officeDocument/2006/relationships/customXml" Target="../ink/ink6872.xml"/><Relationship Id="rId269" Type="http://schemas.openxmlformats.org/officeDocument/2006/relationships/image" Target="NULL"/><Relationship Id="rId434" Type="http://schemas.openxmlformats.org/officeDocument/2006/relationships/customXml" Target="../ink/ink6976.xml"/><Relationship Id="rId476" Type="http://schemas.openxmlformats.org/officeDocument/2006/relationships/customXml" Target="../ink/ink6997.xml"/><Relationship Id="rId641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6899.xml"/><Relationship Id="rId336" Type="http://schemas.openxmlformats.org/officeDocument/2006/relationships/customXml" Target="../ink/ink6927.xml"/><Relationship Id="rId501" Type="http://schemas.openxmlformats.org/officeDocument/2006/relationships/image" Target="NUL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6828.xml"/><Relationship Id="rId182" Type="http://schemas.openxmlformats.org/officeDocument/2006/relationships/image" Target="NULL"/><Relationship Id="rId378" Type="http://schemas.openxmlformats.org/officeDocument/2006/relationships/customXml" Target="../ink/ink6948.xml"/><Relationship Id="rId403" Type="http://schemas.openxmlformats.org/officeDocument/2006/relationships/image" Target="NULL"/><Relationship Id="rId585" Type="http://schemas.openxmlformats.org/officeDocument/2006/relationships/customXml" Target="../ink/ink7052.xml"/><Relationship Id="rId6" Type="http://schemas.openxmlformats.org/officeDocument/2006/relationships/customXml" Target="../ink/ink6761.xml"/><Relationship Id="rId238" Type="http://schemas.openxmlformats.org/officeDocument/2006/relationships/image" Target="NULL"/><Relationship Id="rId445" Type="http://schemas.openxmlformats.org/officeDocument/2006/relationships/image" Target="NULL"/><Relationship Id="rId487" Type="http://schemas.openxmlformats.org/officeDocument/2006/relationships/image" Target="NULL"/><Relationship Id="rId610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customXml" Target="../ink/ink7015.xml"/><Relationship Id="rId44" Type="http://schemas.openxmlformats.org/officeDocument/2006/relationships/customXml" Target="../ink/ink6780.xml"/><Relationship Id="rId86" Type="http://schemas.openxmlformats.org/officeDocument/2006/relationships/customXml" Target="../ink/ink6801.xml"/><Relationship Id="rId151" Type="http://schemas.openxmlformats.org/officeDocument/2006/relationships/image" Target="NULL"/><Relationship Id="rId389" Type="http://schemas.openxmlformats.org/officeDocument/2006/relationships/image" Target="NULL"/><Relationship Id="rId554" Type="http://schemas.openxmlformats.org/officeDocument/2006/relationships/customXml" Target="../ink/ink7036.xml"/><Relationship Id="rId596" Type="http://schemas.openxmlformats.org/officeDocument/2006/relationships/image" Target="NULL"/><Relationship Id="rId193" Type="http://schemas.openxmlformats.org/officeDocument/2006/relationships/customXml" Target="../ink/ink6855.xml"/><Relationship Id="rId207" Type="http://schemas.openxmlformats.org/officeDocument/2006/relationships/customXml" Target="../ink/ink6862.xml"/><Relationship Id="rId249" Type="http://schemas.openxmlformats.org/officeDocument/2006/relationships/customXml" Target="../ink/ink6883.xml"/><Relationship Id="rId414" Type="http://schemas.openxmlformats.org/officeDocument/2006/relationships/customXml" Target="../ink/ink6966.xml"/><Relationship Id="rId456" Type="http://schemas.openxmlformats.org/officeDocument/2006/relationships/customXml" Target="../ink/ink6987.xml"/><Relationship Id="rId498" Type="http://schemas.openxmlformats.org/officeDocument/2006/relationships/customXml" Target="../ink/ink7008.xml"/><Relationship Id="rId621" Type="http://schemas.openxmlformats.org/officeDocument/2006/relationships/customXml" Target="../ink/ink7070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6889.xml"/><Relationship Id="rId316" Type="http://schemas.openxmlformats.org/officeDocument/2006/relationships/customXml" Target="../ink/ink6917.xml"/><Relationship Id="rId523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6818.xml"/><Relationship Id="rId358" Type="http://schemas.openxmlformats.org/officeDocument/2006/relationships/customXml" Target="../ink/ink6938.xml"/><Relationship Id="rId565" Type="http://schemas.openxmlformats.org/officeDocument/2006/relationships/image" Target="NULL"/><Relationship Id="rId162" Type="http://schemas.openxmlformats.org/officeDocument/2006/relationships/customXml" Target="../ink/ink6839.xml"/><Relationship Id="rId218" Type="http://schemas.openxmlformats.org/officeDocument/2006/relationships/image" Target="NULL"/><Relationship Id="rId425" Type="http://schemas.openxmlformats.org/officeDocument/2006/relationships/image" Target="NULL"/><Relationship Id="rId467" Type="http://schemas.openxmlformats.org/officeDocument/2006/relationships/image" Target="NULL"/><Relationship Id="rId632" Type="http://schemas.openxmlformats.org/officeDocument/2006/relationships/customXml" Target="../ink/ink7076.xml"/><Relationship Id="rId271" Type="http://schemas.openxmlformats.org/officeDocument/2006/relationships/image" Target="NULL"/><Relationship Id="rId24" Type="http://schemas.openxmlformats.org/officeDocument/2006/relationships/customXml" Target="../ink/ink6770.xml"/><Relationship Id="rId66" Type="http://schemas.openxmlformats.org/officeDocument/2006/relationships/customXml" Target="../ink/ink6791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customXml" Target="../ink/ink7026.xml"/><Relationship Id="rId576" Type="http://schemas.openxmlformats.org/officeDocument/2006/relationships/customXml" Target="../ink/ink7047.xml"/><Relationship Id="rId173" Type="http://schemas.openxmlformats.org/officeDocument/2006/relationships/customXml" Target="../ink/ink6845.xml"/><Relationship Id="rId229" Type="http://schemas.openxmlformats.org/officeDocument/2006/relationships/customXml" Target="../ink/ink6873.xml"/><Relationship Id="rId380" Type="http://schemas.openxmlformats.org/officeDocument/2006/relationships/customXml" Target="../ink/ink6949.xml"/><Relationship Id="rId436" Type="http://schemas.openxmlformats.org/officeDocument/2006/relationships/customXml" Target="../ink/ink6977.xml"/><Relationship Id="rId601" Type="http://schemas.openxmlformats.org/officeDocument/2006/relationships/customXml" Target="../ink/ink7060.xml"/><Relationship Id="rId240" Type="http://schemas.openxmlformats.org/officeDocument/2006/relationships/image" Target="NULL"/><Relationship Id="rId478" Type="http://schemas.openxmlformats.org/officeDocument/2006/relationships/customXml" Target="../ink/ink6998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6808.xml"/><Relationship Id="rId282" Type="http://schemas.openxmlformats.org/officeDocument/2006/relationships/customXml" Target="../ink/ink6900.xml"/><Relationship Id="rId338" Type="http://schemas.openxmlformats.org/officeDocument/2006/relationships/customXml" Target="../ink/ink6928.xml"/><Relationship Id="rId503" Type="http://schemas.openxmlformats.org/officeDocument/2006/relationships/image" Target="NULL"/><Relationship Id="rId545" Type="http://schemas.openxmlformats.org/officeDocument/2006/relationships/image" Target="NULL"/><Relationship Id="rId587" Type="http://schemas.openxmlformats.org/officeDocument/2006/relationships/customXml" Target="../ink/ink7053.xml"/><Relationship Id="rId8" Type="http://schemas.openxmlformats.org/officeDocument/2006/relationships/customXml" Target="../ink/ink6762.xml"/><Relationship Id="rId142" Type="http://schemas.openxmlformats.org/officeDocument/2006/relationships/customXml" Target="../ink/ink6829.xml"/><Relationship Id="rId184" Type="http://schemas.openxmlformats.org/officeDocument/2006/relationships/image" Target="NUL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612" Type="http://schemas.openxmlformats.org/officeDocument/2006/relationships/image" Target="NULL"/><Relationship Id="rId251" Type="http://schemas.openxmlformats.org/officeDocument/2006/relationships/customXml" Target="../ink/ink6884.xml"/><Relationship Id="rId489" Type="http://schemas.openxmlformats.org/officeDocument/2006/relationships/image" Target="NULL"/><Relationship Id="rId46" Type="http://schemas.openxmlformats.org/officeDocument/2006/relationships/customXml" Target="../ink/ink6781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customXml" Target="../ink/ink7016.xml"/><Relationship Id="rId556" Type="http://schemas.openxmlformats.org/officeDocument/2006/relationships/customXml" Target="../ink/ink7037.xml"/><Relationship Id="rId88" Type="http://schemas.openxmlformats.org/officeDocument/2006/relationships/customXml" Target="../ink/ink6802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customXml" Target="../ink/ink6856.xml"/><Relationship Id="rId209" Type="http://schemas.openxmlformats.org/officeDocument/2006/relationships/customXml" Target="../ink/ink6863.xml"/><Relationship Id="rId360" Type="http://schemas.openxmlformats.org/officeDocument/2006/relationships/customXml" Target="../ink/ink6939.xml"/><Relationship Id="rId416" Type="http://schemas.openxmlformats.org/officeDocument/2006/relationships/customXml" Target="../ink/ink6967.xml"/><Relationship Id="rId598" Type="http://schemas.openxmlformats.org/officeDocument/2006/relationships/image" Target="NULL"/><Relationship Id="rId220" Type="http://schemas.openxmlformats.org/officeDocument/2006/relationships/image" Target="NULL"/><Relationship Id="rId458" Type="http://schemas.openxmlformats.org/officeDocument/2006/relationships/customXml" Target="../ink/ink6988.xml"/><Relationship Id="rId623" Type="http://schemas.openxmlformats.org/officeDocument/2006/relationships/customXml" Target="../ink/ink7071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6890.xml"/><Relationship Id="rId318" Type="http://schemas.openxmlformats.org/officeDocument/2006/relationships/customXml" Target="../ink/ink6918.xml"/><Relationship Id="rId525" Type="http://schemas.openxmlformats.org/officeDocument/2006/relationships/image" Target="NULL"/><Relationship Id="rId567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6819.xml"/><Relationship Id="rId164" Type="http://schemas.openxmlformats.org/officeDocument/2006/relationships/image" Target="NUL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634" Type="http://schemas.openxmlformats.org/officeDocument/2006/relationships/customXml" Target="../ink/ink7077.xml"/><Relationship Id="rId26" Type="http://schemas.openxmlformats.org/officeDocument/2006/relationships/customXml" Target="../ink/ink6771.xml"/><Relationship Id="rId231" Type="http://schemas.openxmlformats.org/officeDocument/2006/relationships/customXml" Target="../ink/ink6874.xm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6999.xml"/><Relationship Id="rId536" Type="http://schemas.openxmlformats.org/officeDocument/2006/relationships/customXml" Target="../ink/ink7027.xml"/><Relationship Id="rId68" Type="http://schemas.openxmlformats.org/officeDocument/2006/relationships/customXml" Target="../ink/ink6792.xml"/><Relationship Id="rId133" Type="http://schemas.openxmlformats.org/officeDocument/2006/relationships/image" Target="NULL"/><Relationship Id="rId175" Type="http://schemas.openxmlformats.org/officeDocument/2006/relationships/customXml" Target="../ink/ink6846.xml"/><Relationship Id="rId340" Type="http://schemas.openxmlformats.org/officeDocument/2006/relationships/customXml" Target="../ink/ink6929.xml"/><Relationship Id="rId578" Type="http://schemas.openxmlformats.org/officeDocument/2006/relationships/customXml" Target="../ink/ink7048.xml"/><Relationship Id="rId200" Type="http://schemas.openxmlformats.org/officeDocument/2006/relationships/image" Target="NULL"/><Relationship Id="rId382" Type="http://schemas.openxmlformats.org/officeDocument/2006/relationships/customXml" Target="../ink/ink6950.xml"/><Relationship Id="rId438" Type="http://schemas.openxmlformats.org/officeDocument/2006/relationships/customXml" Target="../ink/ink6978.xml"/><Relationship Id="rId603" Type="http://schemas.openxmlformats.org/officeDocument/2006/relationships/customXml" Target="../ink/ink7061.xml"/><Relationship Id="rId242" Type="http://schemas.openxmlformats.org/officeDocument/2006/relationships/image" Target="NULL"/><Relationship Id="rId284" Type="http://schemas.openxmlformats.org/officeDocument/2006/relationships/customXml" Target="../ink/ink6901.xm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6809.xml"/><Relationship Id="rId144" Type="http://schemas.openxmlformats.org/officeDocument/2006/relationships/customXml" Target="../ink/ink6830.xml"/><Relationship Id="rId547" Type="http://schemas.openxmlformats.org/officeDocument/2006/relationships/image" Target="NULL"/><Relationship Id="rId589" Type="http://schemas.openxmlformats.org/officeDocument/2006/relationships/customXml" Target="../ink/ink7054.xml"/><Relationship Id="rId90" Type="http://schemas.openxmlformats.org/officeDocument/2006/relationships/customXml" Target="../ink/ink6803.xml"/><Relationship Id="rId186" Type="http://schemas.openxmlformats.org/officeDocument/2006/relationships/image" Target="NUL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614" Type="http://schemas.openxmlformats.org/officeDocument/2006/relationships/image" Target="NULL"/><Relationship Id="rId211" Type="http://schemas.openxmlformats.org/officeDocument/2006/relationships/customXml" Target="../ink/ink6864.xml"/><Relationship Id="rId253" Type="http://schemas.openxmlformats.org/officeDocument/2006/relationships/customXml" Target="../ink/ink6885.xm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6989.xml"/><Relationship Id="rId516" Type="http://schemas.openxmlformats.org/officeDocument/2006/relationships/customXml" Target="../ink/ink7017.xml"/><Relationship Id="rId48" Type="http://schemas.openxmlformats.org/officeDocument/2006/relationships/customXml" Target="../ink/ink6782.xml"/><Relationship Id="rId113" Type="http://schemas.openxmlformats.org/officeDocument/2006/relationships/image" Target="NULL"/><Relationship Id="rId320" Type="http://schemas.openxmlformats.org/officeDocument/2006/relationships/customXml" Target="../ink/ink6919.xml"/><Relationship Id="rId558" Type="http://schemas.openxmlformats.org/officeDocument/2006/relationships/customXml" Target="../ink/ink7038.xml"/><Relationship Id="rId155" Type="http://schemas.openxmlformats.org/officeDocument/2006/relationships/image" Target="NULL"/><Relationship Id="rId197" Type="http://schemas.openxmlformats.org/officeDocument/2006/relationships/customXml" Target="../ink/ink6857.xml"/><Relationship Id="rId362" Type="http://schemas.openxmlformats.org/officeDocument/2006/relationships/customXml" Target="../ink/ink6940.xml"/><Relationship Id="rId418" Type="http://schemas.openxmlformats.org/officeDocument/2006/relationships/customXml" Target="../ink/ink6968.xml"/><Relationship Id="rId625" Type="http://schemas.openxmlformats.org/officeDocument/2006/relationships/customXml" Target="../ink/ink7072.xml"/><Relationship Id="rId222" Type="http://schemas.openxmlformats.org/officeDocument/2006/relationships/image" Target="NULL"/><Relationship Id="rId264" Type="http://schemas.openxmlformats.org/officeDocument/2006/relationships/customXml" Target="../ink/ink6891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6820.xml"/><Relationship Id="rId527" Type="http://schemas.openxmlformats.org/officeDocument/2006/relationships/image" Target="NULL"/><Relationship Id="rId569" Type="http://schemas.openxmlformats.org/officeDocument/2006/relationships/image" Target="NULL"/><Relationship Id="rId70" Type="http://schemas.openxmlformats.org/officeDocument/2006/relationships/customXml" Target="../ink/ink6793.xml"/><Relationship Id="rId166" Type="http://schemas.openxmlformats.org/officeDocument/2006/relationships/image" Target="NUL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580" Type="http://schemas.openxmlformats.org/officeDocument/2006/relationships/customXml" Target="../ink/ink7049.xml"/><Relationship Id="rId636" Type="http://schemas.openxmlformats.org/officeDocument/2006/relationships/customXml" Target="../ink/ink7078.xm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6875.xml"/><Relationship Id="rId440" Type="http://schemas.openxmlformats.org/officeDocument/2006/relationships/customXml" Target="../ink/ink6979.xml"/><Relationship Id="rId28" Type="http://schemas.openxmlformats.org/officeDocument/2006/relationships/customXml" Target="../ink/ink6772.xml"/><Relationship Id="rId275" Type="http://schemas.openxmlformats.org/officeDocument/2006/relationships/image" Target="NULL"/><Relationship Id="rId300" Type="http://schemas.openxmlformats.org/officeDocument/2006/relationships/customXml" Target="../ink/ink6909.xml"/><Relationship Id="rId482" Type="http://schemas.openxmlformats.org/officeDocument/2006/relationships/customXml" Target="../ink/ink7000.xml"/><Relationship Id="rId538" Type="http://schemas.openxmlformats.org/officeDocument/2006/relationships/customXml" Target="../ink/ink7028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customXml" Target="../ink/ink6847.xml"/><Relationship Id="rId342" Type="http://schemas.openxmlformats.org/officeDocument/2006/relationships/customXml" Target="../ink/ink6930.xml"/><Relationship Id="rId384" Type="http://schemas.openxmlformats.org/officeDocument/2006/relationships/customXml" Target="../ink/ink6951.xml"/><Relationship Id="rId591" Type="http://schemas.openxmlformats.org/officeDocument/2006/relationships/customXml" Target="../ink/ink7055.xml"/><Relationship Id="rId605" Type="http://schemas.openxmlformats.org/officeDocument/2006/relationships/customXml" Target="../ink/ink7062.xml"/><Relationship Id="rId202" Type="http://schemas.openxmlformats.org/officeDocument/2006/relationships/image" Target="NUL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customXml" Target="../ink/ink6902.xm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49" Type="http://schemas.openxmlformats.org/officeDocument/2006/relationships/image" Target="NULL"/><Relationship Id="rId50" Type="http://schemas.openxmlformats.org/officeDocument/2006/relationships/customXml" Target="../ink/ink6783.xml"/><Relationship Id="rId104" Type="http://schemas.openxmlformats.org/officeDocument/2006/relationships/customXml" Target="../ink/ink6810.xml"/><Relationship Id="rId146" Type="http://schemas.openxmlformats.org/officeDocument/2006/relationships/customXml" Target="../ink/ink6831.xml"/><Relationship Id="rId188" Type="http://schemas.openxmlformats.org/officeDocument/2006/relationships/image" Target="NUL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560" Type="http://schemas.openxmlformats.org/officeDocument/2006/relationships/customXml" Target="../ink/ink7039.xml"/><Relationship Id="rId92" Type="http://schemas.openxmlformats.org/officeDocument/2006/relationships/customXml" Target="../ink/ink6804.xml"/><Relationship Id="rId213" Type="http://schemas.openxmlformats.org/officeDocument/2006/relationships/customXml" Target="../ink/ink6865.xml"/><Relationship Id="rId420" Type="http://schemas.openxmlformats.org/officeDocument/2006/relationships/customXml" Target="../ink/ink6969.xml"/><Relationship Id="rId616" Type="http://schemas.openxmlformats.org/officeDocument/2006/relationships/image" Target="NULL"/><Relationship Id="rId255" Type="http://schemas.openxmlformats.org/officeDocument/2006/relationships/customXml" Target="../ink/ink6886.xml"/><Relationship Id="rId297" Type="http://schemas.openxmlformats.org/officeDocument/2006/relationships/image" Target="NULL"/><Relationship Id="rId462" Type="http://schemas.openxmlformats.org/officeDocument/2006/relationships/customXml" Target="../ink/ink6990.xml"/><Relationship Id="rId518" Type="http://schemas.openxmlformats.org/officeDocument/2006/relationships/customXml" Target="../ink/ink7018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6920.xml"/><Relationship Id="rId364" Type="http://schemas.openxmlformats.org/officeDocument/2006/relationships/customXml" Target="../ink/ink6941.xml"/><Relationship Id="rId61" Type="http://schemas.openxmlformats.org/officeDocument/2006/relationships/image" Target="NULL"/><Relationship Id="rId199" Type="http://schemas.openxmlformats.org/officeDocument/2006/relationships/customXml" Target="../ink/ink6858.xml"/><Relationship Id="rId571" Type="http://schemas.openxmlformats.org/officeDocument/2006/relationships/image" Target="NULL"/><Relationship Id="rId627" Type="http://schemas.openxmlformats.org/officeDocument/2006/relationships/customXml" Target="../ink/ink7073.xml"/><Relationship Id="rId19" Type="http://schemas.openxmlformats.org/officeDocument/2006/relationships/image" Target="NULL"/><Relationship Id="rId224" Type="http://schemas.openxmlformats.org/officeDocument/2006/relationships/image" Target="NULL"/><Relationship Id="rId266" Type="http://schemas.openxmlformats.org/officeDocument/2006/relationships/customXml" Target="../ink/ink6892.xml"/><Relationship Id="rId431" Type="http://schemas.openxmlformats.org/officeDocument/2006/relationships/image" Target="NULL"/><Relationship Id="rId473" Type="http://schemas.openxmlformats.org/officeDocument/2006/relationships/image" Target="NULL"/><Relationship Id="rId529" Type="http://schemas.openxmlformats.org/officeDocument/2006/relationships/image" Target="NULL"/><Relationship Id="rId30" Type="http://schemas.openxmlformats.org/officeDocument/2006/relationships/customXml" Target="../ink/ink6773.xml"/><Relationship Id="rId126" Type="http://schemas.openxmlformats.org/officeDocument/2006/relationships/customXml" Target="../ink/ink6821.xml"/><Relationship Id="rId168" Type="http://schemas.openxmlformats.org/officeDocument/2006/relationships/image" Target="NULL"/><Relationship Id="rId333" Type="http://schemas.openxmlformats.org/officeDocument/2006/relationships/image" Target="NULL"/><Relationship Id="rId540" Type="http://schemas.openxmlformats.org/officeDocument/2006/relationships/customXml" Target="../ink/ink7029.xml"/><Relationship Id="rId72" Type="http://schemas.openxmlformats.org/officeDocument/2006/relationships/customXml" Target="../ink/ink6794.xml"/><Relationship Id="rId375" Type="http://schemas.openxmlformats.org/officeDocument/2006/relationships/image" Target="NULL"/><Relationship Id="rId582" Type="http://schemas.openxmlformats.org/officeDocument/2006/relationships/customXml" Target="../ink/ink7050.xml"/><Relationship Id="rId638" Type="http://schemas.openxmlformats.org/officeDocument/2006/relationships/customXml" Target="../ink/ink7079.xml"/><Relationship Id="rId3" Type="http://schemas.openxmlformats.org/officeDocument/2006/relationships/image" Target="NULL"/><Relationship Id="rId235" Type="http://schemas.openxmlformats.org/officeDocument/2006/relationships/customXml" Target="../ink/ink6876.xml"/><Relationship Id="rId277" Type="http://schemas.openxmlformats.org/officeDocument/2006/relationships/image" Target="NULL"/><Relationship Id="rId400" Type="http://schemas.openxmlformats.org/officeDocument/2006/relationships/customXml" Target="../ink/ink6959.xml"/><Relationship Id="rId442" Type="http://schemas.openxmlformats.org/officeDocument/2006/relationships/customXml" Target="../ink/ink6980.xml"/><Relationship Id="rId484" Type="http://schemas.openxmlformats.org/officeDocument/2006/relationships/customXml" Target="../ink/ink7001.xml"/><Relationship Id="rId137" Type="http://schemas.openxmlformats.org/officeDocument/2006/relationships/image" Target="NULL"/><Relationship Id="rId302" Type="http://schemas.openxmlformats.org/officeDocument/2006/relationships/customXml" Target="../ink/ink6910.xml"/><Relationship Id="rId344" Type="http://schemas.openxmlformats.org/officeDocument/2006/relationships/customXml" Target="../ink/ink6931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customXml" Target="../ink/ink6848.xml"/><Relationship Id="rId386" Type="http://schemas.openxmlformats.org/officeDocument/2006/relationships/customXml" Target="../ink/ink6952.xml"/><Relationship Id="rId551" Type="http://schemas.openxmlformats.org/officeDocument/2006/relationships/image" Target="NULL"/><Relationship Id="rId593" Type="http://schemas.openxmlformats.org/officeDocument/2006/relationships/customXml" Target="../ink/ink7056.xml"/><Relationship Id="rId607" Type="http://schemas.openxmlformats.org/officeDocument/2006/relationships/customXml" Target="../ink/ink7063.xml"/><Relationship Id="rId190" Type="http://schemas.openxmlformats.org/officeDocument/2006/relationships/image" Target="NULL"/><Relationship Id="rId204" Type="http://schemas.openxmlformats.org/officeDocument/2006/relationships/image" Target="NULL"/><Relationship Id="rId246" Type="http://schemas.openxmlformats.org/officeDocument/2006/relationships/image" Target="NULL"/><Relationship Id="rId288" Type="http://schemas.openxmlformats.org/officeDocument/2006/relationships/customXml" Target="../ink/ink6903.xm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customXml" Target="../ink/ink6811.xml"/><Relationship Id="rId313" Type="http://schemas.openxmlformats.org/officeDocument/2006/relationships/image" Target="NULL"/><Relationship Id="rId495" Type="http://schemas.openxmlformats.org/officeDocument/2006/relationships/image" Target="NULL"/><Relationship Id="rId10" Type="http://schemas.openxmlformats.org/officeDocument/2006/relationships/customXml" Target="../ink/ink6763.xml"/><Relationship Id="rId52" Type="http://schemas.openxmlformats.org/officeDocument/2006/relationships/customXml" Target="../ink/ink6784.xml"/><Relationship Id="rId94" Type="http://schemas.openxmlformats.org/officeDocument/2006/relationships/customXml" Target="../ink/ink6805.xml"/><Relationship Id="rId148" Type="http://schemas.openxmlformats.org/officeDocument/2006/relationships/customXml" Target="../ink/ink6832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customXml" Target="../ink/ink7019.xml"/><Relationship Id="rId562" Type="http://schemas.openxmlformats.org/officeDocument/2006/relationships/customXml" Target="../ink/ink7040.xml"/><Relationship Id="rId618" Type="http://schemas.openxmlformats.org/officeDocument/2006/relationships/image" Target="NULL"/><Relationship Id="rId215" Type="http://schemas.openxmlformats.org/officeDocument/2006/relationships/customXml" Target="../ink/ink6866.xml"/><Relationship Id="rId257" Type="http://schemas.openxmlformats.org/officeDocument/2006/relationships/customXml" Target="../ink/ink6887.xml"/><Relationship Id="rId422" Type="http://schemas.openxmlformats.org/officeDocument/2006/relationships/customXml" Target="../ink/ink6970.xml"/><Relationship Id="rId464" Type="http://schemas.openxmlformats.org/officeDocument/2006/relationships/customXml" Target="../ink/ink6991.xm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6942.xml"/><Relationship Id="rId573" Type="http://schemas.openxmlformats.org/officeDocument/2006/relationships/image" Target="NULL"/><Relationship Id="rId226" Type="http://schemas.openxmlformats.org/officeDocument/2006/relationships/image" Target="NULL"/><Relationship Id="rId433" Type="http://schemas.openxmlformats.org/officeDocument/2006/relationships/image" Target="NULL"/><Relationship Id="rId640" Type="http://schemas.openxmlformats.org/officeDocument/2006/relationships/customXml" Target="../ink/ink7080.xml"/><Relationship Id="rId74" Type="http://schemas.openxmlformats.org/officeDocument/2006/relationships/customXml" Target="../ink/ink6795.xml"/><Relationship Id="rId377" Type="http://schemas.openxmlformats.org/officeDocument/2006/relationships/image" Target="NULL"/><Relationship Id="rId500" Type="http://schemas.openxmlformats.org/officeDocument/2006/relationships/customXml" Target="../ink/ink7009.xml"/><Relationship Id="rId584" Type="http://schemas.openxmlformats.org/officeDocument/2006/relationships/customXml" Target="../ink/ink7051.xml"/><Relationship Id="rId5" Type="http://schemas.openxmlformats.org/officeDocument/2006/relationships/image" Target="NULL"/><Relationship Id="rId237" Type="http://schemas.openxmlformats.org/officeDocument/2006/relationships/customXml" Target="../ink/ink6877.xml"/><Relationship Id="rId444" Type="http://schemas.openxmlformats.org/officeDocument/2006/relationships/customXml" Target="../ink/ink6981.xml"/><Relationship Id="rId290" Type="http://schemas.openxmlformats.org/officeDocument/2006/relationships/customXml" Target="../ink/ink6904.xml"/><Relationship Id="rId304" Type="http://schemas.openxmlformats.org/officeDocument/2006/relationships/customXml" Target="../ink/ink6911.xml"/><Relationship Id="rId388" Type="http://schemas.openxmlformats.org/officeDocument/2006/relationships/customXml" Target="../ink/ink6953.xml"/><Relationship Id="rId511" Type="http://schemas.openxmlformats.org/officeDocument/2006/relationships/image" Target="NULL"/><Relationship Id="rId609" Type="http://schemas.openxmlformats.org/officeDocument/2006/relationships/customXml" Target="../ink/ink7064.xml"/><Relationship Id="rId85" Type="http://schemas.openxmlformats.org/officeDocument/2006/relationships/image" Target="NULL"/><Relationship Id="rId150" Type="http://schemas.openxmlformats.org/officeDocument/2006/relationships/customXml" Target="../ink/ink6833.xml"/><Relationship Id="rId595" Type="http://schemas.openxmlformats.org/officeDocument/2006/relationships/customXml" Target="../ink/ink7057.xml"/><Relationship Id="rId248" Type="http://schemas.openxmlformats.org/officeDocument/2006/relationships/image" Target="NULL"/><Relationship Id="rId455" Type="http://schemas.openxmlformats.org/officeDocument/2006/relationships/image" Target="NULL"/><Relationship Id="rId12" Type="http://schemas.openxmlformats.org/officeDocument/2006/relationships/customXml" Target="../ink/ink6764.xml"/><Relationship Id="rId108" Type="http://schemas.openxmlformats.org/officeDocument/2006/relationships/customXml" Target="../ink/ink6812.xml"/><Relationship Id="rId315" Type="http://schemas.openxmlformats.org/officeDocument/2006/relationships/image" Target="NULL"/><Relationship Id="rId522" Type="http://schemas.openxmlformats.org/officeDocument/2006/relationships/customXml" Target="../ink/ink7020.xml"/><Relationship Id="rId96" Type="http://schemas.openxmlformats.org/officeDocument/2006/relationships/customXml" Target="../ink/ink6806.xml"/><Relationship Id="rId161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customXml" Target="../ink/ink6888.xml"/><Relationship Id="rId466" Type="http://schemas.openxmlformats.org/officeDocument/2006/relationships/customXml" Target="../ink/ink6992.xm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customXml" Target="../ink/ink6922.xml"/><Relationship Id="rId533" Type="http://schemas.openxmlformats.org/officeDocument/2006/relationships/image" Target="NULL"/><Relationship Id="rId172" Type="http://schemas.openxmlformats.org/officeDocument/2006/relationships/image" Target="NULL"/><Relationship Id="rId477" Type="http://schemas.openxmlformats.org/officeDocument/2006/relationships/image" Target="NULL"/><Relationship Id="rId600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6775.xml"/><Relationship Id="rId544" Type="http://schemas.openxmlformats.org/officeDocument/2006/relationships/customXml" Target="../ink/ink7031.xml"/><Relationship Id="rId183" Type="http://schemas.openxmlformats.org/officeDocument/2006/relationships/customXml" Target="../ink/ink6850.xml"/><Relationship Id="rId390" Type="http://schemas.openxmlformats.org/officeDocument/2006/relationships/customXml" Target="../ink/ink6954.xml"/><Relationship Id="rId404" Type="http://schemas.openxmlformats.org/officeDocument/2006/relationships/customXml" Target="../ink/ink6961.xml"/><Relationship Id="rId611" Type="http://schemas.openxmlformats.org/officeDocument/2006/relationships/customXml" Target="../ink/ink7065.xml"/><Relationship Id="rId250" Type="http://schemas.openxmlformats.org/officeDocument/2006/relationships/image" Target="NULL"/><Relationship Id="rId488" Type="http://schemas.openxmlformats.org/officeDocument/2006/relationships/customXml" Target="../ink/ink7003.xml"/><Relationship Id="rId45" Type="http://schemas.openxmlformats.org/officeDocument/2006/relationships/image" Target="NULL"/><Relationship Id="rId110" Type="http://schemas.openxmlformats.org/officeDocument/2006/relationships/customXml" Target="../ink/ink6813.xml"/><Relationship Id="rId348" Type="http://schemas.openxmlformats.org/officeDocument/2006/relationships/customXml" Target="../ink/ink6933.xml"/><Relationship Id="rId555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image" Target="NULL"/><Relationship Id="rId622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Relationship Id="rId56" Type="http://schemas.openxmlformats.org/officeDocument/2006/relationships/customXml" Target="../ink/ink6786.xml"/><Relationship Id="rId359" Type="http://schemas.openxmlformats.org/officeDocument/2006/relationships/image" Target="NULL"/><Relationship Id="rId566" Type="http://schemas.openxmlformats.org/officeDocument/2006/relationships/customXml" Target="../ink/ink7042.xml"/><Relationship Id="rId121" Type="http://schemas.openxmlformats.org/officeDocument/2006/relationships/image" Target="NULL"/><Relationship Id="rId219" Type="http://schemas.openxmlformats.org/officeDocument/2006/relationships/customXml" Target="../ink/ink6868.xml"/><Relationship Id="rId426" Type="http://schemas.openxmlformats.org/officeDocument/2006/relationships/customXml" Target="../ink/ink6972.xml"/><Relationship Id="rId633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6895.xml"/><Relationship Id="rId577" Type="http://schemas.openxmlformats.org/officeDocument/2006/relationships/image" Target="NULL"/><Relationship Id="rId132" Type="http://schemas.openxmlformats.org/officeDocument/2006/relationships/customXml" Target="../ink/ink6824.xml"/><Relationship Id="rId437" Type="http://schemas.openxmlformats.org/officeDocument/2006/relationships/image" Target="NULL"/><Relationship Id="rId283" Type="http://schemas.openxmlformats.org/officeDocument/2006/relationships/image" Target="NULL"/><Relationship Id="rId490" Type="http://schemas.openxmlformats.org/officeDocument/2006/relationships/customXml" Target="../ink/ink7004.xml"/><Relationship Id="rId504" Type="http://schemas.openxmlformats.org/officeDocument/2006/relationships/customXml" Target="../ink/ink7011.xml"/><Relationship Id="rId78" Type="http://schemas.openxmlformats.org/officeDocument/2006/relationships/customXml" Target="../ink/ink6797.xml"/><Relationship Id="rId143" Type="http://schemas.openxmlformats.org/officeDocument/2006/relationships/image" Target="NULL"/><Relationship Id="rId350" Type="http://schemas.openxmlformats.org/officeDocument/2006/relationships/customXml" Target="../ink/ink6934.xml"/><Relationship Id="rId588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image" Target="NULL"/><Relationship Id="rId448" Type="http://schemas.openxmlformats.org/officeDocument/2006/relationships/customXml" Target="../ink/ink6983.xml"/><Relationship Id="rId294" Type="http://schemas.openxmlformats.org/officeDocument/2006/relationships/customXml" Target="../ink/ink6906.xml"/><Relationship Id="rId308" Type="http://schemas.openxmlformats.org/officeDocument/2006/relationships/customXml" Target="../ink/ink6913.xml"/><Relationship Id="rId515" Type="http://schemas.openxmlformats.org/officeDocument/2006/relationships/image" Target="NULL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7139.xml"/><Relationship Id="rId21" Type="http://schemas.openxmlformats.org/officeDocument/2006/relationships/image" Target="NULL"/><Relationship Id="rId324" Type="http://schemas.openxmlformats.org/officeDocument/2006/relationships/customXml" Target="../ink/ink7243.xml"/><Relationship Id="rId531" Type="http://schemas.openxmlformats.org/officeDocument/2006/relationships/image" Target="NULL"/><Relationship Id="rId170" Type="http://schemas.openxmlformats.org/officeDocument/2006/relationships/customXml" Target="../ink/ink7166.xml"/><Relationship Id="rId268" Type="http://schemas.openxmlformats.org/officeDocument/2006/relationships/customXml" Target="../ink/ink7215.xml"/><Relationship Id="rId475" Type="http://schemas.openxmlformats.org/officeDocument/2006/relationships/image" Target="NULL"/><Relationship Id="rId32" Type="http://schemas.openxmlformats.org/officeDocument/2006/relationships/customXml" Target="../ink/ink7096.xml"/><Relationship Id="rId128" Type="http://schemas.openxmlformats.org/officeDocument/2006/relationships/image" Target="NULL"/><Relationship Id="rId335" Type="http://schemas.openxmlformats.org/officeDocument/2006/relationships/image" Target="NULL"/><Relationship Id="rId542" Type="http://schemas.openxmlformats.org/officeDocument/2006/relationships/customXml" Target="../ink/ink7353.xml"/><Relationship Id="rId181" Type="http://schemas.openxmlformats.org/officeDocument/2006/relationships/image" Target="NULL"/><Relationship Id="rId402" Type="http://schemas.openxmlformats.org/officeDocument/2006/relationships/image" Target="NULL"/><Relationship Id="rId279" Type="http://schemas.openxmlformats.org/officeDocument/2006/relationships/image" Target="NULL"/><Relationship Id="rId486" Type="http://schemas.openxmlformats.org/officeDocument/2006/relationships/customXml" Target="../ink/ink7325.xml"/><Relationship Id="rId43" Type="http://schemas.openxmlformats.org/officeDocument/2006/relationships/image" Target="NULL"/><Relationship Id="rId139" Type="http://schemas.openxmlformats.org/officeDocument/2006/relationships/customXml" Target="../ink/ink7150.xml"/><Relationship Id="rId346" Type="http://schemas.openxmlformats.org/officeDocument/2006/relationships/customXml" Target="../ink/ink7254.xml"/><Relationship Id="rId192" Type="http://schemas.openxmlformats.org/officeDocument/2006/relationships/customXml" Target="../ink/ink7177.xml"/><Relationship Id="rId206" Type="http://schemas.openxmlformats.org/officeDocument/2006/relationships/customXml" Target="../ink/ink7184.xml"/><Relationship Id="rId413" Type="http://schemas.openxmlformats.org/officeDocument/2006/relationships/customXml" Target="../ink/ink7288.xml"/><Relationship Id="rId497" Type="http://schemas.openxmlformats.org/officeDocument/2006/relationships/image" Target="NULL"/><Relationship Id="rId12" Type="http://schemas.openxmlformats.org/officeDocument/2006/relationships/customXml" Target="../ink/ink7086.xml"/><Relationship Id="rId108" Type="http://schemas.openxmlformats.org/officeDocument/2006/relationships/image" Target="NULL"/><Relationship Id="rId315" Type="http://schemas.openxmlformats.org/officeDocument/2006/relationships/image" Target="NULL"/><Relationship Id="rId357" Type="http://schemas.openxmlformats.org/officeDocument/2006/relationships/image" Target="NULL"/><Relationship Id="rId522" Type="http://schemas.openxmlformats.org/officeDocument/2006/relationships/customXml" Target="../ink/ink7343.xml"/><Relationship Id="rId54" Type="http://schemas.openxmlformats.org/officeDocument/2006/relationships/customXml" Target="../ink/ink7107.xml"/><Relationship Id="rId96" Type="http://schemas.openxmlformats.org/officeDocument/2006/relationships/image" Target="NULL"/><Relationship Id="rId161" Type="http://schemas.openxmlformats.org/officeDocument/2006/relationships/customXml" Target="../ink/ink7161.xml"/><Relationship Id="rId217" Type="http://schemas.openxmlformats.org/officeDocument/2006/relationships/image" Target="NULL"/><Relationship Id="rId399" Type="http://schemas.openxmlformats.org/officeDocument/2006/relationships/customXml" Target="../ink/ink7281.xml"/><Relationship Id="rId259" Type="http://schemas.openxmlformats.org/officeDocument/2006/relationships/image" Target="NULL"/><Relationship Id="rId424" Type="http://schemas.openxmlformats.org/officeDocument/2006/relationships/image" Target="NULL"/><Relationship Id="rId466" Type="http://schemas.openxmlformats.org/officeDocument/2006/relationships/customXml" Target="../ink/ink7315.xml"/><Relationship Id="rId23" Type="http://schemas.openxmlformats.org/officeDocument/2006/relationships/image" Target="NULL"/><Relationship Id="rId119" Type="http://schemas.openxmlformats.org/officeDocument/2006/relationships/customXml" Target="../ink/ink7140.xml"/><Relationship Id="rId270" Type="http://schemas.openxmlformats.org/officeDocument/2006/relationships/customXml" Target="../ink/ink7216.xml"/><Relationship Id="rId326" Type="http://schemas.openxmlformats.org/officeDocument/2006/relationships/customXml" Target="../ink/ink7244.xml"/><Relationship Id="rId533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customXml" Target="../ink/ink7265.xml"/><Relationship Id="rId172" Type="http://schemas.openxmlformats.org/officeDocument/2006/relationships/customXml" Target="../ink/ink7167.xml"/><Relationship Id="rId228" Type="http://schemas.openxmlformats.org/officeDocument/2006/relationships/customXml" Target="../ink/ink7195.xml"/><Relationship Id="rId435" Type="http://schemas.openxmlformats.org/officeDocument/2006/relationships/customXml" Target="../ink/ink7299.xml"/><Relationship Id="rId477" Type="http://schemas.openxmlformats.org/officeDocument/2006/relationships/image" Target="NULL"/><Relationship Id="rId281" Type="http://schemas.openxmlformats.org/officeDocument/2006/relationships/image" Target="NULL"/><Relationship Id="rId337" Type="http://schemas.openxmlformats.org/officeDocument/2006/relationships/image" Target="NULL"/><Relationship Id="rId502" Type="http://schemas.openxmlformats.org/officeDocument/2006/relationships/customXml" Target="../ink/ink7333.xml"/><Relationship Id="rId34" Type="http://schemas.openxmlformats.org/officeDocument/2006/relationships/customXml" Target="../ink/ink7097.xml"/><Relationship Id="rId76" Type="http://schemas.openxmlformats.org/officeDocument/2006/relationships/customXml" Target="../ink/ink7118.xml"/><Relationship Id="rId141" Type="http://schemas.openxmlformats.org/officeDocument/2006/relationships/customXml" Target="../ink/ink7151.xml"/><Relationship Id="rId379" Type="http://schemas.openxmlformats.org/officeDocument/2006/relationships/image" Target="NULL"/><Relationship Id="rId544" Type="http://schemas.openxmlformats.org/officeDocument/2006/relationships/customXml" Target="../ink/ink7354.xm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image" Target="NULL"/><Relationship Id="rId404" Type="http://schemas.openxmlformats.org/officeDocument/2006/relationships/image" Target="NULL"/><Relationship Id="rId446" Type="http://schemas.openxmlformats.org/officeDocument/2006/relationships/customXml" Target="../ink/ink7305.xml"/><Relationship Id="rId250" Type="http://schemas.openxmlformats.org/officeDocument/2006/relationships/customXml" Target="../ink/ink7206.xml"/><Relationship Id="rId292" Type="http://schemas.openxmlformats.org/officeDocument/2006/relationships/customXml" Target="../ink/ink7227.xml"/><Relationship Id="rId306" Type="http://schemas.openxmlformats.org/officeDocument/2006/relationships/customXml" Target="../ink/ink7234.xml"/><Relationship Id="rId488" Type="http://schemas.openxmlformats.org/officeDocument/2006/relationships/customXml" Target="../ink/ink7326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348" Type="http://schemas.openxmlformats.org/officeDocument/2006/relationships/customXml" Target="../ink/ink7255.xml"/><Relationship Id="rId513" Type="http://schemas.openxmlformats.org/officeDocument/2006/relationships/image" Target="NULL"/><Relationship Id="rId152" Type="http://schemas.openxmlformats.org/officeDocument/2006/relationships/image" Target="NULL"/><Relationship Id="rId194" Type="http://schemas.openxmlformats.org/officeDocument/2006/relationships/customXml" Target="../ink/ink7178.xml"/><Relationship Id="rId208" Type="http://schemas.openxmlformats.org/officeDocument/2006/relationships/customXml" Target="../ink/ink7185.xml"/><Relationship Id="rId415" Type="http://schemas.openxmlformats.org/officeDocument/2006/relationships/customXml" Target="../ink/ink7289.xml"/><Relationship Id="rId457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Relationship Id="rId14" Type="http://schemas.openxmlformats.org/officeDocument/2006/relationships/customXml" Target="../ink/ink7087.xml"/><Relationship Id="rId56" Type="http://schemas.openxmlformats.org/officeDocument/2006/relationships/customXml" Target="../ink/ink7108.xml"/><Relationship Id="rId317" Type="http://schemas.openxmlformats.org/officeDocument/2006/relationships/image" Target="NULL"/><Relationship Id="rId359" Type="http://schemas.openxmlformats.org/officeDocument/2006/relationships/image" Target="NULL"/><Relationship Id="rId524" Type="http://schemas.openxmlformats.org/officeDocument/2006/relationships/customXml" Target="../ink/ink7344.xml"/><Relationship Id="rId98" Type="http://schemas.openxmlformats.org/officeDocument/2006/relationships/image" Target="NULL"/><Relationship Id="rId121" Type="http://schemas.openxmlformats.org/officeDocument/2006/relationships/customXml" Target="../ink/ink7141.xm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7266.xml"/><Relationship Id="rId426" Type="http://schemas.openxmlformats.org/officeDocument/2006/relationships/image" Target="NULL"/><Relationship Id="rId230" Type="http://schemas.openxmlformats.org/officeDocument/2006/relationships/customXml" Target="../ink/ink7196.xml"/><Relationship Id="rId468" Type="http://schemas.openxmlformats.org/officeDocument/2006/relationships/customXml" Target="../ink/ink7316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7217.xml"/><Relationship Id="rId328" Type="http://schemas.openxmlformats.org/officeDocument/2006/relationships/customXml" Target="../ink/ink7245.xml"/><Relationship Id="rId535" Type="http://schemas.openxmlformats.org/officeDocument/2006/relationships/image" Target="NULL"/><Relationship Id="rId132" Type="http://schemas.openxmlformats.org/officeDocument/2006/relationships/image" Target="NULL"/><Relationship Id="rId174" Type="http://schemas.openxmlformats.org/officeDocument/2006/relationships/customXml" Target="../ink/ink7168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customXml" Target="../ink/ink7300.xml"/><Relationship Id="rId479" Type="http://schemas.openxmlformats.org/officeDocument/2006/relationships/image" Target="NULL"/><Relationship Id="rId36" Type="http://schemas.openxmlformats.org/officeDocument/2006/relationships/customXml" Target="../ink/ink7098.xm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customXml" Target="../ink/ink7327.xml"/><Relationship Id="rId504" Type="http://schemas.openxmlformats.org/officeDocument/2006/relationships/customXml" Target="../ink/ink7334.xml"/><Relationship Id="rId546" Type="http://schemas.openxmlformats.org/officeDocument/2006/relationships/customXml" Target="../ink/ink7355.xml"/><Relationship Id="rId78" Type="http://schemas.openxmlformats.org/officeDocument/2006/relationships/customXml" Target="../ink/ink7119.xml"/><Relationship Id="rId101" Type="http://schemas.openxmlformats.org/officeDocument/2006/relationships/customXml" Target="../ink/ink7131.xml"/><Relationship Id="rId143" Type="http://schemas.openxmlformats.org/officeDocument/2006/relationships/customXml" Target="../ink/ink7152.xml"/><Relationship Id="rId185" Type="http://schemas.openxmlformats.org/officeDocument/2006/relationships/image" Target="NULL"/><Relationship Id="rId350" Type="http://schemas.openxmlformats.org/officeDocument/2006/relationships/customXml" Target="../ink/ink7256.xm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7186.xml"/><Relationship Id="rId392" Type="http://schemas.openxmlformats.org/officeDocument/2006/relationships/image" Target="NULL"/><Relationship Id="rId448" Type="http://schemas.openxmlformats.org/officeDocument/2006/relationships/customXml" Target="../ink/ink7306.xml"/><Relationship Id="rId252" Type="http://schemas.openxmlformats.org/officeDocument/2006/relationships/customXml" Target="../ink/ink7207.xml"/><Relationship Id="rId294" Type="http://schemas.openxmlformats.org/officeDocument/2006/relationships/customXml" Target="../ink/ink7228.xml"/><Relationship Id="rId308" Type="http://schemas.openxmlformats.org/officeDocument/2006/relationships/customXml" Target="../ink/ink7235.xml"/><Relationship Id="rId515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54" Type="http://schemas.openxmlformats.org/officeDocument/2006/relationships/image" Target="NULL"/><Relationship Id="rId361" Type="http://schemas.openxmlformats.org/officeDocument/2006/relationships/image" Target="NULL"/><Relationship Id="rId196" Type="http://schemas.openxmlformats.org/officeDocument/2006/relationships/customXml" Target="../ink/ink7179.xml"/><Relationship Id="rId417" Type="http://schemas.openxmlformats.org/officeDocument/2006/relationships/customXml" Target="../ink/ink7290.xml"/><Relationship Id="rId459" Type="http://schemas.openxmlformats.org/officeDocument/2006/relationships/image" Target="NULL"/><Relationship Id="rId16" Type="http://schemas.openxmlformats.org/officeDocument/2006/relationships/customXml" Target="../ink/ink7088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7317.xml"/><Relationship Id="rId526" Type="http://schemas.openxmlformats.org/officeDocument/2006/relationships/customXml" Target="../ink/ink7345.xml"/><Relationship Id="rId58" Type="http://schemas.openxmlformats.org/officeDocument/2006/relationships/customXml" Target="../ink/ink7109.xml"/><Relationship Id="rId123" Type="http://schemas.openxmlformats.org/officeDocument/2006/relationships/customXml" Target="../ink/ink7142.xml"/><Relationship Id="rId330" Type="http://schemas.openxmlformats.org/officeDocument/2006/relationships/customXml" Target="../ink/ink7246.xml"/><Relationship Id="rId165" Type="http://schemas.openxmlformats.org/officeDocument/2006/relationships/image" Target="NULL"/><Relationship Id="rId372" Type="http://schemas.openxmlformats.org/officeDocument/2006/relationships/customXml" Target="../ink/ink7267.xml"/><Relationship Id="rId428" Type="http://schemas.openxmlformats.org/officeDocument/2006/relationships/image" Target="NULL"/><Relationship Id="rId232" Type="http://schemas.openxmlformats.org/officeDocument/2006/relationships/customXml" Target="../ink/ink7197.xml"/><Relationship Id="rId274" Type="http://schemas.openxmlformats.org/officeDocument/2006/relationships/customXml" Target="../ink/ink7218.xm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537" Type="http://schemas.openxmlformats.org/officeDocument/2006/relationships/image" Target="NULL"/><Relationship Id="rId80" Type="http://schemas.openxmlformats.org/officeDocument/2006/relationships/customXml" Target="../ink/ink7120.xml"/><Relationship Id="rId176" Type="http://schemas.openxmlformats.org/officeDocument/2006/relationships/customXml" Target="../ink/ink7169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customXml" Target="../ink/ink7301.xm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customXml" Target="../ink/ink7307.xml"/><Relationship Id="rId506" Type="http://schemas.openxmlformats.org/officeDocument/2006/relationships/customXml" Target="../ink/ink7335.xml"/><Relationship Id="rId38" Type="http://schemas.openxmlformats.org/officeDocument/2006/relationships/customXml" Target="../ink/ink7099.xml"/><Relationship Id="rId103" Type="http://schemas.openxmlformats.org/officeDocument/2006/relationships/customXml" Target="../ink/ink7132.xml"/><Relationship Id="rId310" Type="http://schemas.openxmlformats.org/officeDocument/2006/relationships/customXml" Target="../ink/ink7236.xml"/><Relationship Id="rId492" Type="http://schemas.openxmlformats.org/officeDocument/2006/relationships/customXml" Target="../ink/ink7328.xml"/><Relationship Id="rId548" Type="http://schemas.openxmlformats.org/officeDocument/2006/relationships/customXml" Target="../ink/ink7356.xml"/><Relationship Id="rId91" Type="http://schemas.openxmlformats.org/officeDocument/2006/relationships/image" Target="NULL"/><Relationship Id="rId145" Type="http://schemas.openxmlformats.org/officeDocument/2006/relationships/customXml" Target="../ink/ink7153.xml"/><Relationship Id="rId187" Type="http://schemas.openxmlformats.org/officeDocument/2006/relationships/image" Target="NULL"/><Relationship Id="rId352" Type="http://schemas.openxmlformats.org/officeDocument/2006/relationships/customXml" Target="../ink/ink7257.xm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customXml" Target="../ink/ink7187.xml"/><Relationship Id="rId254" Type="http://schemas.openxmlformats.org/officeDocument/2006/relationships/customXml" Target="../ink/ink7208.xml"/><Relationship Id="rId49" Type="http://schemas.openxmlformats.org/officeDocument/2006/relationships/image" Target="NULL"/><Relationship Id="rId114" Type="http://schemas.openxmlformats.org/officeDocument/2006/relationships/image" Target="NULL"/><Relationship Id="rId296" Type="http://schemas.openxmlformats.org/officeDocument/2006/relationships/customXml" Target="../ink/ink7229.xml"/><Relationship Id="rId461" Type="http://schemas.openxmlformats.org/officeDocument/2006/relationships/image" Target="NULL"/><Relationship Id="rId517" Type="http://schemas.openxmlformats.org/officeDocument/2006/relationships/image" Target="NULL"/><Relationship Id="rId60" Type="http://schemas.openxmlformats.org/officeDocument/2006/relationships/customXml" Target="../ink/ink7110.xml"/><Relationship Id="rId156" Type="http://schemas.openxmlformats.org/officeDocument/2006/relationships/image" Target="NULL"/><Relationship Id="rId198" Type="http://schemas.openxmlformats.org/officeDocument/2006/relationships/customXml" Target="../ink/ink7180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customXml" Target="../ink/ink7291.xml"/><Relationship Id="rId223" Type="http://schemas.openxmlformats.org/officeDocument/2006/relationships/image" Target="NULL"/><Relationship Id="rId430" Type="http://schemas.openxmlformats.org/officeDocument/2006/relationships/image" Target="NULL"/><Relationship Id="rId18" Type="http://schemas.openxmlformats.org/officeDocument/2006/relationships/customXml" Target="../ink/ink7089.xml"/><Relationship Id="rId265" Type="http://schemas.openxmlformats.org/officeDocument/2006/relationships/image" Target="NULL"/><Relationship Id="rId472" Type="http://schemas.openxmlformats.org/officeDocument/2006/relationships/customXml" Target="../ink/ink7318.xml"/><Relationship Id="rId528" Type="http://schemas.openxmlformats.org/officeDocument/2006/relationships/customXml" Target="../ink/ink7346.xml"/><Relationship Id="rId125" Type="http://schemas.openxmlformats.org/officeDocument/2006/relationships/customXml" Target="../ink/ink7143.xml"/><Relationship Id="rId167" Type="http://schemas.openxmlformats.org/officeDocument/2006/relationships/image" Target="NULL"/><Relationship Id="rId332" Type="http://schemas.openxmlformats.org/officeDocument/2006/relationships/customXml" Target="../ink/ink7247.xml"/><Relationship Id="rId374" Type="http://schemas.openxmlformats.org/officeDocument/2006/relationships/customXml" Target="../ink/ink7268.xml"/><Relationship Id="rId71" Type="http://schemas.openxmlformats.org/officeDocument/2006/relationships/image" Target="NULL"/><Relationship Id="rId234" Type="http://schemas.openxmlformats.org/officeDocument/2006/relationships/customXml" Target="../ink/ink7198.xml"/><Relationship Id="rId2" Type="http://schemas.openxmlformats.org/officeDocument/2006/relationships/customXml" Target="../ink/ink7081.xml"/><Relationship Id="rId29" Type="http://schemas.openxmlformats.org/officeDocument/2006/relationships/image" Target="NULL"/><Relationship Id="rId276" Type="http://schemas.openxmlformats.org/officeDocument/2006/relationships/customXml" Target="../ink/ink7219.xml"/><Relationship Id="rId441" Type="http://schemas.openxmlformats.org/officeDocument/2006/relationships/customXml" Target="../ink/ink7302.xml"/><Relationship Id="rId483" Type="http://schemas.openxmlformats.org/officeDocument/2006/relationships/image" Target="NULL"/><Relationship Id="rId539" Type="http://schemas.openxmlformats.org/officeDocument/2006/relationships/image" Target="NULL"/><Relationship Id="rId40" Type="http://schemas.openxmlformats.org/officeDocument/2006/relationships/customXml" Target="../ink/ink7100.xml"/><Relationship Id="rId136" Type="http://schemas.openxmlformats.org/officeDocument/2006/relationships/image" Target="NULL"/><Relationship Id="rId178" Type="http://schemas.openxmlformats.org/officeDocument/2006/relationships/customXml" Target="../ink/ink7170.xml"/><Relationship Id="rId301" Type="http://schemas.openxmlformats.org/officeDocument/2006/relationships/image" Target="NULL"/><Relationship Id="rId343" Type="http://schemas.openxmlformats.org/officeDocument/2006/relationships/image" Target="NULL"/><Relationship Id="rId550" Type="http://schemas.openxmlformats.org/officeDocument/2006/relationships/customXml" Target="../ink/ink7357.xml"/><Relationship Id="rId82" Type="http://schemas.openxmlformats.org/officeDocument/2006/relationships/customXml" Target="../ink/ink7121.xml"/><Relationship Id="rId203" Type="http://schemas.openxmlformats.org/officeDocument/2006/relationships/image" Target="NULL"/><Relationship Id="rId385" Type="http://schemas.openxmlformats.org/officeDocument/2006/relationships/customXml" Target="../ink/ink7274.xm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image" Target="NULL"/><Relationship Id="rId452" Type="http://schemas.openxmlformats.org/officeDocument/2006/relationships/customXml" Target="../ink/ink7308.xml"/><Relationship Id="rId494" Type="http://schemas.openxmlformats.org/officeDocument/2006/relationships/customXml" Target="../ink/ink7329.xml"/><Relationship Id="rId508" Type="http://schemas.openxmlformats.org/officeDocument/2006/relationships/customXml" Target="../ink/ink7336.xml"/><Relationship Id="rId105" Type="http://schemas.openxmlformats.org/officeDocument/2006/relationships/customXml" Target="../ink/ink7133.xml"/><Relationship Id="rId147" Type="http://schemas.openxmlformats.org/officeDocument/2006/relationships/customXml" Target="../ink/ink7154.xml"/><Relationship Id="rId312" Type="http://schemas.openxmlformats.org/officeDocument/2006/relationships/customXml" Target="../ink/ink7237.xml"/><Relationship Id="rId354" Type="http://schemas.openxmlformats.org/officeDocument/2006/relationships/customXml" Target="../ink/ink7258.xml"/><Relationship Id="rId51" Type="http://schemas.openxmlformats.org/officeDocument/2006/relationships/image" Target="NULL"/><Relationship Id="rId93" Type="http://schemas.openxmlformats.org/officeDocument/2006/relationships/customXml" Target="../ink/ink7127.xml"/><Relationship Id="rId189" Type="http://schemas.openxmlformats.org/officeDocument/2006/relationships/image" Target="NULL"/><Relationship Id="rId396" Type="http://schemas.openxmlformats.org/officeDocument/2006/relationships/image" Target="NULL"/><Relationship Id="rId214" Type="http://schemas.openxmlformats.org/officeDocument/2006/relationships/customXml" Target="../ink/ink7188.xml"/><Relationship Id="rId256" Type="http://schemas.openxmlformats.org/officeDocument/2006/relationships/customXml" Target="../ink/ink7209.xml"/><Relationship Id="rId298" Type="http://schemas.openxmlformats.org/officeDocument/2006/relationships/customXml" Target="../ink/ink7230.xml"/><Relationship Id="rId421" Type="http://schemas.openxmlformats.org/officeDocument/2006/relationships/customXml" Target="../ink/ink7292.xml"/><Relationship Id="rId463" Type="http://schemas.openxmlformats.org/officeDocument/2006/relationships/image" Target="NULL"/><Relationship Id="rId519" Type="http://schemas.openxmlformats.org/officeDocument/2006/relationships/image" Target="NULL"/><Relationship Id="rId116" Type="http://schemas.openxmlformats.org/officeDocument/2006/relationships/image" Target="NULL"/><Relationship Id="rId158" Type="http://schemas.openxmlformats.org/officeDocument/2006/relationships/image" Target="NULL"/><Relationship Id="rId323" Type="http://schemas.openxmlformats.org/officeDocument/2006/relationships/image" Target="NULL"/><Relationship Id="rId530" Type="http://schemas.openxmlformats.org/officeDocument/2006/relationships/customXml" Target="../ink/ink7347.xml"/><Relationship Id="rId20" Type="http://schemas.openxmlformats.org/officeDocument/2006/relationships/customXml" Target="../ink/ink7090.xml"/><Relationship Id="rId62" Type="http://schemas.openxmlformats.org/officeDocument/2006/relationships/customXml" Target="../ink/ink7111.xml"/><Relationship Id="rId365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image" Target="NULL"/><Relationship Id="rId474" Type="http://schemas.openxmlformats.org/officeDocument/2006/relationships/customXml" Target="../ink/ink7319.xml"/><Relationship Id="rId127" Type="http://schemas.openxmlformats.org/officeDocument/2006/relationships/customXml" Target="../ink/ink7144.xm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7248.xml"/><Relationship Id="rId376" Type="http://schemas.openxmlformats.org/officeDocument/2006/relationships/customXml" Target="../ink/ink7269.xml"/><Relationship Id="rId541" Type="http://schemas.openxmlformats.org/officeDocument/2006/relationships/image" Target="NULL"/><Relationship Id="rId4" Type="http://schemas.openxmlformats.org/officeDocument/2006/relationships/customXml" Target="../ink/ink7082.xml"/><Relationship Id="rId180" Type="http://schemas.openxmlformats.org/officeDocument/2006/relationships/customXml" Target="../ink/ink7171.xml"/><Relationship Id="rId236" Type="http://schemas.openxmlformats.org/officeDocument/2006/relationships/customXml" Target="../ink/ink7199.xml"/><Relationship Id="rId278" Type="http://schemas.openxmlformats.org/officeDocument/2006/relationships/customXml" Target="../ink/ink7220.xml"/><Relationship Id="rId401" Type="http://schemas.openxmlformats.org/officeDocument/2006/relationships/customXml" Target="../ink/ink7282.xml"/><Relationship Id="rId443" Type="http://schemas.openxmlformats.org/officeDocument/2006/relationships/customXml" Target="../ink/ink7303.xml"/><Relationship Id="rId303" Type="http://schemas.openxmlformats.org/officeDocument/2006/relationships/image" Target="NULL"/><Relationship Id="rId485" Type="http://schemas.openxmlformats.org/officeDocument/2006/relationships/image" Target="NULL"/><Relationship Id="rId42" Type="http://schemas.openxmlformats.org/officeDocument/2006/relationships/customXml" Target="../ink/ink7101.xml"/><Relationship Id="rId84" Type="http://schemas.openxmlformats.org/officeDocument/2006/relationships/customXml" Target="../ink/ink7122.xml"/><Relationship Id="rId138" Type="http://schemas.openxmlformats.org/officeDocument/2006/relationships/image" Target="NULL"/><Relationship Id="rId345" Type="http://schemas.openxmlformats.org/officeDocument/2006/relationships/image" Target="NULL"/><Relationship Id="rId387" Type="http://schemas.openxmlformats.org/officeDocument/2006/relationships/customXml" Target="../ink/ink7275.xml"/><Relationship Id="rId510" Type="http://schemas.openxmlformats.org/officeDocument/2006/relationships/customXml" Target="../ink/ink7337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image" Target="NULL"/><Relationship Id="rId107" Type="http://schemas.openxmlformats.org/officeDocument/2006/relationships/customXml" Target="../ink/ink7134.xml"/><Relationship Id="rId289" Type="http://schemas.openxmlformats.org/officeDocument/2006/relationships/image" Target="NULL"/><Relationship Id="rId454" Type="http://schemas.openxmlformats.org/officeDocument/2006/relationships/customXml" Target="../ink/ink7309.xml"/><Relationship Id="rId496" Type="http://schemas.openxmlformats.org/officeDocument/2006/relationships/customXml" Target="../ink/ink7330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7155.xml"/><Relationship Id="rId314" Type="http://schemas.openxmlformats.org/officeDocument/2006/relationships/customXml" Target="../ink/ink7238.xml"/><Relationship Id="rId356" Type="http://schemas.openxmlformats.org/officeDocument/2006/relationships/customXml" Target="../ink/ink7259.xml"/><Relationship Id="rId398" Type="http://schemas.openxmlformats.org/officeDocument/2006/relationships/image" Target="NULL"/><Relationship Id="rId521" Type="http://schemas.openxmlformats.org/officeDocument/2006/relationships/image" Target="NULL"/><Relationship Id="rId95" Type="http://schemas.openxmlformats.org/officeDocument/2006/relationships/customXml" Target="../ink/ink7128.xml"/><Relationship Id="rId160" Type="http://schemas.openxmlformats.org/officeDocument/2006/relationships/image" Target="NULL"/><Relationship Id="rId216" Type="http://schemas.openxmlformats.org/officeDocument/2006/relationships/customXml" Target="../ink/ink7189.xml"/><Relationship Id="rId423" Type="http://schemas.openxmlformats.org/officeDocument/2006/relationships/customXml" Target="../ink/ink7293.xml"/><Relationship Id="rId258" Type="http://schemas.openxmlformats.org/officeDocument/2006/relationships/customXml" Target="../ink/ink7210.xml"/><Relationship Id="rId465" Type="http://schemas.openxmlformats.org/officeDocument/2006/relationships/image" Target="NULL"/><Relationship Id="rId22" Type="http://schemas.openxmlformats.org/officeDocument/2006/relationships/customXml" Target="../ink/ink7091.xml"/><Relationship Id="rId64" Type="http://schemas.openxmlformats.org/officeDocument/2006/relationships/customXml" Target="../ink/ink7112.xml"/><Relationship Id="rId118" Type="http://schemas.openxmlformats.org/officeDocument/2006/relationships/image" Target="NULL"/><Relationship Id="rId325" Type="http://schemas.openxmlformats.org/officeDocument/2006/relationships/image" Target="NULL"/><Relationship Id="rId367" Type="http://schemas.openxmlformats.org/officeDocument/2006/relationships/image" Target="NULL"/><Relationship Id="rId532" Type="http://schemas.openxmlformats.org/officeDocument/2006/relationships/customXml" Target="../ink/ink7348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image" Target="NULL"/><Relationship Id="rId476" Type="http://schemas.openxmlformats.org/officeDocument/2006/relationships/customXml" Target="../ink/ink7320.xml"/><Relationship Id="rId33" Type="http://schemas.openxmlformats.org/officeDocument/2006/relationships/image" Target="NULL"/><Relationship Id="rId129" Type="http://schemas.openxmlformats.org/officeDocument/2006/relationships/customXml" Target="../ink/ink7145.xml"/><Relationship Id="rId280" Type="http://schemas.openxmlformats.org/officeDocument/2006/relationships/customXml" Target="../ink/ink7221.xml"/><Relationship Id="rId336" Type="http://schemas.openxmlformats.org/officeDocument/2006/relationships/customXml" Target="../ink/ink7249.xml"/><Relationship Id="rId501" Type="http://schemas.openxmlformats.org/officeDocument/2006/relationships/image" Target="NUL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customXml" Target="../ink/ink7172.xml"/><Relationship Id="rId378" Type="http://schemas.openxmlformats.org/officeDocument/2006/relationships/customXml" Target="../ink/ink7270.xml"/><Relationship Id="rId403" Type="http://schemas.openxmlformats.org/officeDocument/2006/relationships/customXml" Target="../ink/ink7283.xml"/><Relationship Id="rId6" Type="http://schemas.openxmlformats.org/officeDocument/2006/relationships/customXml" Target="../ink/ink7083.xml"/><Relationship Id="rId238" Type="http://schemas.openxmlformats.org/officeDocument/2006/relationships/customXml" Target="../ink/ink7200.xml"/><Relationship Id="rId445" Type="http://schemas.openxmlformats.org/officeDocument/2006/relationships/customXml" Target="../ink/ink7304.xml"/><Relationship Id="rId487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customXml" Target="../ink/ink7338.xml"/><Relationship Id="rId44" Type="http://schemas.openxmlformats.org/officeDocument/2006/relationships/customXml" Target="../ink/ink7102.xml"/><Relationship Id="rId86" Type="http://schemas.openxmlformats.org/officeDocument/2006/relationships/customXml" Target="../ink/ink7123.xml"/><Relationship Id="rId151" Type="http://schemas.openxmlformats.org/officeDocument/2006/relationships/customXml" Target="../ink/ink7156.xml"/><Relationship Id="rId389" Type="http://schemas.openxmlformats.org/officeDocument/2006/relationships/customXml" Target="../ink/ink7276.xm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image" Target="NULL"/><Relationship Id="rId456" Type="http://schemas.openxmlformats.org/officeDocument/2006/relationships/customXml" Target="../ink/ink7310.xml"/><Relationship Id="rId498" Type="http://schemas.openxmlformats.org/officeDocument/2006/relationships/customXml" Target="../ink/ink7331.xml"/><Relationship Id="rId13" Type="http://schemas.openxmlformats.org/officeDocument/2006/relationships/image" Target="NULL"/><Relationship Id="rId109" Type="http://schemas.openxmlformats.org/officeDocument/2006/relationships/customXml" Target="../ink/ink7135.xml"/><Relationship Id="rId260" Type="http://schemas.openxmlformats.org/officeDocument/2006/relationships/customXml" Target="../ink/ink7211.xml"/><Relationship Id="rId316" Type="http://schemas.openxmlformats.org/officeDocument/2006/relationships/customXml" Target="../ink/ink7239.xml"/><Relationship Id="rId523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customXml" Target="../ink/ink7129.xml"/><Relationship Id="rId120" Type="http://schemas.openxmlformats.org/officeDocument/2006/relationships/image" Target="NULL"/><Relationship Id="rId358" Type="http://schemas.openxmlformats.org/officeDocument/2006/relationships/customXml" Target="../ink/ink7260.xml"/><Relationship Id="rId162" Type="http://schemas.openxmlformats.org/officeDocument/2006/relationships/customXml" Target="../ink/ink7162.xml"/><Relationship Id="rId218" Type="http://schemas.openxmlformats.org/officeDocument/2006/relationships/customXml" Target="../ink/ink7190.xml"/><Relationship Id="rId425" Type="http://schemas.openxmlformats.org/officeDocument/2006/relationships/customXml" Target="../ink/ink7294.xm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7092.xml"/><Relationship Id="rId66" Type="http://schemas.openxmlformats.org/officeDocument/2006/relationships/customXml" Target="../ink/ink7113.xml"/><Relationship Id="rId131" Type="http://schemas.openxmlformats.org/officeDocument/2006/relationships/customXml" Target="../ink/ink7146.xm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customXml" Target="../ink/ink7349.xm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7271.xml"/><Relationship Id="rId436" Type="http://schemas.openxmlformats.org/officeDocument/2006/relationships/image" Target="NULL"/><Relationship Id="rId240" Type="http://schemas.openxmlformats.org/officeDocument/2006/relationships/customXml" Target="../ink/ink7201.xml"/><Relationship Id="rId478" Type="http://schemas.openxmlformats.org/officeDocument/2006/relationships/customXml" Target="../ink/ink7321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282" Type="http://schemas.openxmlformats.org/officeDocument/2006/relationships/customXml" Target="../ink/ink7222.xml"/><Relationship Id="rId338" Type="http://schemas.openxmlformats.org/officeDocument/2006/relationships/customXml" Target="../ink/ink7250.xml"/><Relationship Id="rId503" Type="http://schemas.openxmlformats.org/officeDocument/2006/relationships/image" Target="NULL"/><Relationship Id="rId545" Type="http://schemas.openxmlformats.org/officeDocument/2006/relationships/image" Target="NULL"/><Relationship Id="rId8" Type="http://schemas.openxmlformats.org/officeDocument/2006/relationships/customXml" Target="../ink/ink7084.xml"/><Relationship Id="rId142" Type="http://schemas.openxmlformats.org/officeDocument/2006/relationships/image" Target="NULL"/><Relationship Id="rId184" Type="http://schemas.openxmlformats.org/officeDocument/2006/relationships/customXml" Target="../ink/ink7173.xml"/><Relationship Id="rId391" Type="http://schemas.openxmlformats.org/officeDocument/2006/relationships/customXml" Target="../ink/ink7277.xml"/><Relationship Id="rId405" Type="http://schemas.openxmlformats.org/officeDocument/2006/relationships/customXml" Target="../ink/ink7284.xml"/><Relationship Id="rId447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image" Target="NULL"/><Relationship Id="rId46" Type="http://schemas.openxmlformats.org/officeDocument/2006/relationships/customXml" Target="../ink/ink7103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customXml" Target="../ink/ink7339.xml"/><Relationship Id="rId88" Type="http://schemas.openxmlformats.org/officeDocument/2006/relationships/customXml" Target="../ink/ink7124.xml"/><Relationship Id="rId111" Type="http://schemas.openxmlformats.org/officeDocument/2006/relationships/customXml" Target="../ink/ink7136.xml"/><Relationship Id="rId153" Type="http://schemas.openxmlformats.org/officeDocument/2006/relationships/customXml" Target="../ink/ink7157.xm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7261.xml"/><Relationship Id="rId416" Type="http://schemas.openxmlformats.org/officeDocument/2006/relationships/image" Target="NULL"/><Relationship Id="rId220" Type="http://schemas.openxmlformats.org/officeDocument/2006/relationships/customXml" Target="../ink/ink7191.xml"/><Relationship Id="rId458" Type="http://schemas.openxmlformats.org/officeDocument/2006/relationships/customXml" Target="../ink/ink7311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7212.xml"/><Relationship Id="rId318" Type="http://schemas.openxmlformats.org/officeDocument/2006/relationships/customXml" Target="../ink/ink7240.xml"/><Relationship Id="rId525" Type="http://schemas.openxmlformats.org/officeDocument/2006/relationships/image" Target="NULL"/><Relationship Id="rId99" Type="http://schemas.openxmlformats.org/officeDocument/2006/relationships/customXml" Target="../ink/ink7130.xml"/><Relationship Id="rId122" Type="http://schemas.openxmlformats.org/officeDocument/2006/relationships/image" Target="NULL"/><Relationship Id="rId164" Type="http://schemas.openxmlformats.org/officeDocument/2006/relationships/customXml" Target="../ink/ink7163.xml"/><Relationship Id="rId371" Type="http://schemas.openxmlformats.org/officeDocument/2006/relationships/image" Target="NULL"/><Relationship Id="rId427" Type="http://schemas.openxmlformats.org/officeDocument/2006/relationships/customXml" Target="../ink/ink7295.xml"/><Relationship Id="rId469" Type="http://schemas.openxmlformats.org/officeDocument/2006/relationships/image" Target="NULL"/><Relationship Id="rId26" Type="http://schemas.openxmlformats.org/officeDocument/2006/relationships/customXml" Target="../ink/ink7093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7322.xml"/><Relationship Id="rId536" Type="http://schemas.openxmlformats.org/officeDocument/2006/relationships/customXml" Target="../ink/ink7350.xml"/><Relationship Id="rId68" Type="http://schemas.openxmlformats.org/officeDocument/2006/relationships/customXml" Target="../ink/ink7114.xml"/><Relationship Id="rId133" Type="http://schemas.openxmlformats.org/officeDocument/2006/relationships/customXml" Target="../ink/ink7147.xml"/><Relationship Id="rId175" Type="http://schemas.openxmlformats.org/officeDocument/2006/relationships/image" Target="NULL"/><Relationship Id="rId340" Type="http://schemas.openxmlformats.org/officeDocument/2006/relationships/customXml" Target="../ink/ink7251.xml"/><Relationship Id="rId200" Type="http://schemas.openxmlformats.org/officeDocument/2006/relationships/customXml" Target="../ink/ink7181.xml"/><Relationship Id="rId382" Type="http://schemas.openxmlformats.org/officeDocument/2006/relationships/customXml" Target="../ink/ink7272.xml"/><Relationship Id="rId438" Type="http://schemas.openxmlformats.org/officeDocument/2006/relationships/image" Target="NULL"/><Relationship Id="rId242" Type="http://schemas.openxmlformats.org/officeDocument/2006/relationships/customXml" Target="../ink/ink7202.xml"/><Relationship Id="rId284" Type="http://schemas.openxmlformats.org/officeDocument/2006/relationships/customXml" Target="../ink/ink7223.xm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44" Type="http://schemas.openxmlformats.org/officeDocument/2006/relationships/image" Target="NULL"/><Relationship Id="rId547" Type="http://schemas.openxmlformats.org/officeDocument/2006/relationships/image" Target="NULL"/><Relationship Id="rId90" Type="http://schemas.openxmlformats.org/officeDocument/2006/relationships/customXml" Target="../ink/ink7125.xml"/><Relationship Id="rId186" Type="http://schemas.openxmlformats.org/officeDocument/2006/relationships/customXml" Target="../ink/ink7174.xml"/><Relationship Id="rId351" Type="http://schemas.openxmlformats.org/officeDocument/2006/relationships/image" Target="NULL"/><Relationship Id="rId393" Type="http://schemas.openxmlformats.org/officeDocument/2006/relationships/customXml" Target="../ink/ink7278.xml"/><Relationship Id="rId407" Type="http://schemas.openxmlformats.org/officeDocument/2006/relationships/customXml" Target="../ink/ink7285.xml"/><Relationship Id="rId449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7312.xml"/><Relationship Id="rId516" Type="http://schemas.openxmlformats.org/officeDocument/2006/relationships/customXml" Target="../ink/ink7340.xml"/><Relationship Id="rId48" Type="http://schemas.openxmlformats.org/officeDocument/2006/relationships/customXml" Target="../ink/ink7104.xml"/><Relationship Id="rId113" Type="http://schemas.openxmlformats.org/officeDocument/2006/relationships/customXml" Target="../ink/ink7137.xml"/><Relationship Id="rId320" Type="http://schemas.openxmlformats.org/officeDocument/2006/relationships/customXml" Target="../ink/ink7241.xml"/><Relationship Id="rId155" Type="http://schemas.openxmlformats.org/officeDocument/2006/relationships/customXml" Target="../ink/ink7158.xml"/><Relationship Id="rId197" Type="http://schemas.openxmlformats.org/officeDocument/2006/relationships/image" Target="NULL"/><Relationship Id="rId362" Type="http://schemas.openxmlformats.org/officeDocument/2006/relationships/customXml" Target="../ink/ink7262.xml"/><Relationship Id="rId418" Type="http://schemas.openxmlformats.org/officeDocument/2006/relationships/image" Target="NULL"/><Relationship Id="rId222" Type="http://schemas.openxmlformats.org/officeDocument/2006/relationships/customXml" Target="../ink/ink7192.xml"/><Relationship Id="rId264" Type="http://schemas.openxmlformats.org/officeDocument/2006/relationships/customXml" Target="../ink/ink7213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image" Target="NULL"/><Relationship Id="rId527" Type="http://schemas.openxmlformats.org/officeDocument/2006/relationships/image" Target="NULL"/><Relationship Id="rId70" Type="http://schemas.openxmlformats.org/officeDocument/2006/relationships/customXml" Target="../ink/ink7115.xml"/><Relationship Id="rId166" Type="http://schemas.openxmlformats.org/officeDocument/2006/relationships/customXml" Target="../ink/ink7164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customXml" Target="../ink/ink7296.xm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image" Target="NULL"/><Relationship Id="rId28" Type="http://schemas.openxmlformats.org/officeDocument/2006/relationships/customXml" Target="../ink/ink7094.xml"/><Relationship Id="rId275" Type="http://schemas.openxmlformats.org/officeDocument/2006/relationships/image" Target="NULL"/><Relationship Id="rId300" Type="http://schemas.openxmlformats.org/officeDocument/2006/relationships/customXml" Target="../ink/ink7231.xml"/><Relationship Id="rId482" Type="http://schemas.openxmlformats.org/officeDocument/2006/relationships/customXml" Target="../ink/ink7323.xml"/><Relationship Id="rId538" Type="http://schemas.openxmlformats.org/officeDocument/2006/relationships/customXml" Target="../ink/ink7351.xml"/><Relationship Id="rId81" Type="http://schemas.openxmlformats.org/officeDocument/2006/relationships/image" Target="NULL"/><Relationship Id="rId135" Type="http://schemas.openxmlformats.org/officeDocument/2006/relationships/customXml" Target="../ink/ink7148.xml"/><Relationship Id="rId177" Type="http://schemas.openxmlformats.org/officeDocument/2006/relationships/image" Target="NULL"/><Relationship Id="rId342" Type="http://schemas.openxmlformats.org/officeDocument/2006/relationships/customXml" Target="../ink/ink7252.xml"/><Relationship Id="rId384" Type="http://schemas.openxmlformats.org/officeDocument/2006/relationships/customXml" Target="../ink/ink7273.xml"/><Relationship Id="rId202" Type="http://schemas.openxmlformats.org/officeDocument/2006/relationships/customXml" Target="../ink/ink7182.xml"/><Relationship Id="rId244" Type="http://schemas.openxmlformats.org/officeDocument/2006/relationships/customXml" Target="../ink/ink7203.xml"/><Relationship Id="rId39" Type="http://schemas.openxmlformats.org/officeDocument/2006/relationships/image" Target="NULL"/><Relationship Id="rId286" Type="http://schemas.openxmlformats.org/officeDocument/2006/relationships/customXml" Target="../ink/ink7224.xm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49" Type="http://schemas.openxmlformats.org/officeDocument/2006/relationships/image" Target="NULL"/><Relationship Id="rId50" Type="http://schemas.openxmlformats.org/officeDocument/2006/relationships/customXml" Target="../ink/ink7105.xml"/><Relationship Id="rId104" Type="http://schemas.openxmlformats.org/officeDocument/2006/relationships/image" Target="NULL"/><Relationship Id="rId146" Type="http://schemas.openxmlformats.org/officeDocument/2006/relationships/image" Target="NULL"/><Relationship Id="rId188" Type="http://schemas.openxmlformats.org/officeDocument/2006/relationships/customXml" Target="../ink/ink7175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customXml" Target="../ink/ink7279.xml"/><Relationship Id="rId409" Type="http://schemas.openxmlformats.org/officeDocument/2006/relationships/customXml" Target="../ink/ink7286.xml"/><Relationship Id="rId92" Type="http://schemas.openxmlformats.org/officeDocument/2006/relationships/customXml" Target="../ink/ink7126.xml"/><Relationship Id="rId213" Type="http://schemas.openxmlformats.org/officeDocument/2006/relationships/image" Target="NULL"/><Relationship Id="rId420" Type="http://schemas.openxmlformats.org/officeDocument/2006/relationships/image" Target="NUL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7313.xml"/><Relationship Id="rId518" Type="http://schemas.openxmlformats.org/officeDocument/2006/relationships/customXml" Target="../ink/ink7341.xml"/><Relationship Id="rId115" Type="http://schemas.openxmlformats.org/officeDocument/2006/relationships/customXml" Target="../ink/ink7138.xml"/><Relationship Id="rId157" Type="http://schemas.openxmlformats.org/officeDocument/2006/relationships/customXml" Target="../ink/ink7159.xml"/><Relationship Id="rId322" Type="http://schemas.openxmlformats.org/officeDocument/2006/relationships/customXml" Target="../ink/ink7242.xml"/><Relationship Id="rId364" Type="http://schemas.openxmlformats.org/officeDocument/2006/relationships/customXml" Target="../ink/ink7263.xm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7193.xml"/><Relationship Id="rId266" Type="http://schemas.openxmlformats.org/officeDocument/2006/relationships/customXml" Target="../ink/ink7214.xml"/><Relationship Id="rId431" Type="http://schemas.openxmlformats.org/officeDocument/2006/relationships/customXml" Target="../ink/ink7297.xml"/><Relationship Id="rId473" Type="http://schemas.openxmlformats.org/officeDocument/2006/relationships/image" Target="NULL"/><Relationship Id="rId529" Type="http://schemas.openxmlformats.org/officeDocument/2006/relationships/image" Target="NULL"/><Relationship Id="rId30" Type="http://schemas.openxmlformats.org/officeDocument/2006/relationships/customXml" Target="../ink/ink7095.xml"/><Relationship Id="rId126" Type="http://schemas.openxmlformats.org/officeDocument/2006/relationships/image" Target="NULL"/><Relationship Id="rId168" Type="http://schemas.openxmlformats.org/officeDocument/2006/relationships/customXml" Target="../ink/ink7165.xml"/><Relationship Id="rId333" Type="http://schemas.openxmlformats.org/officeDocument/2006/relationships/image" Target="NULL"/><Relationship Id="rId540" Type="http://schemas.openxmlformats.org/officeDocument/2006/relationships/customXml" Target="../ink/ink7352.xml"/><Relationship Id="rId72" Type="http://schemas.openxmlformats.org/officeDocument/2006/relationships/customXml" Target="../ink/ink7116.xml"/><Relationship Id="rId375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image" Target="NULL"/><Relationship Id="rId442" Type="http://schemas.openxmlformats.org/officeDocument/2006/relationships/image" Target="NULL"/><Relationship Id="rId484" Type="http://schemas.openxmlformats.org/officeDocument/2006/relationships/customXml" Target="../ink/ink7324.xml"/><Relationship Id="rId137" Type="http://schemas.openxmlformats.org/officeDocument/2006/relationships/customXml" Target="../ink/ink7149.xml"/><Relationship Id="rId302" Type="http://schemas.openxmlformats.org/officeDocument/2006/relationships/customXml" Target="../ink/ink7232.xml"/><Relationship Id="rId344" Type="http://schemas.openxmlformats.org/officeDocument/2006/relationships/customXml" Target="../ink/ink7253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image" Target="NULL"/><Relationship Id="rId551" Type="http://schemas.openxmlformats.org/officeDocument/2006/relationships/image" Target="NULL"/><Relationship Id="rId190" Type="http://schemas.openxmlformats.org/officeDocument/2006/relationships/customXml" Target="../ink/ink7176.xml"/><Relationship Id="rId204" Type="http://schemas.openxmlformats.org/officeDocument/2006/relationships/customXml" Target="../ink/ink7183.xml"/><Relationship Id="rId246" Type="http://schemas.openxmlformats.org/officeDocument/2006/relationships/customXml" Target="../ink/ink7204.xml"/><Relationship Id="rId288" Type="http://schemas.openxmlformats.org/officeDocument/2006/relationships/customXml" Target="../ink/ink7225.xml"/><Relationship Id="rId411" Type="http://schemas.openxmlformats.org/officeDocument/2006/relationships/customXml" Target="../ink/ink7287.xm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image" Target="NULL"/><Relationship Id="rId313" Type="http://schemas.openxmlformats.org/officeDocument/2006/relationships/image" Target="NULL"/><Relationship Id="rId495" Type="http://schemas.openxmlformats.org/officeDocument/2006/relationships/image" Target="NULL"/><Relationship Id="rId10" Type="http://schemas.openxmlformats.org/officeDocument/2006/relationships/customXml" Target="../ink/ink7085.xml"/><Relationship Id="rId52" Type="http://schemas.openxmlformats.org/officeDocument/2006/relationships/customXml" Target="../ink/ink7106.xml"/><Relationship Id="rId94" Type="http://schemas.openxmlformats.org/officeDocument/2006/relationships/image" Target="NULL"/><Relationship Id="rId148" Type="http://schemas.openxmlformats.org/officeDocument/2006/relationships/image" Target="NULL"/><Relationship Id="rId355" Type="http://schemas.openxmlformats.org/officeDocument/2006/relationships/image" Target="NULL"/><Relationship Id="rId397" Type="http://schemas.openxmlformats.org/officeDocument/2006/relationships/customXml" Target="../ink/ink7280.xml"/><Relationship Id="rId520" Type="http://schemas.openxmlformats.org/officeDocument/2006/relationships/customXml" Target="../ink/ink7342.xm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image" Target="NULL"/><Relationship Id="rId464" Type="http://schemas.openxmlformats.org/officeDocument/2006/relationships/customXml" Target="../ink/ink7314.xm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7160.xml"/><Relationship Id="rId366" Type="http://schemas.openxmlformats.org/officeDocument/2006/relationships/customXml" Target="../ink/ink7264.xml"/><Relationship Id="rId226" Type="http://schemas.openxmlformats.org/officeDocument/2006/relationships/customXml" Target="../ink/ink7194.xml"/><Relationship Id="rId433" Type="http://schemas.openxmlformats.org/officeDocument/2006/relationships/customXml" Target="../ink/ink7298.xml"/><Relationship Id="rId74" Type="http://schemas.openxmlformats.org/officeDocument/2006/relationships/customXml" Target="../ink/ink7117.xml"/><Relationship Id="rId377" Type="http://schemas.openxmlformats.org/officeDocument/2006/relationships/image" Target="NULL"/><Relationship Id="rId500" Type="http://schemas.openxmlformats.org/officeDocument/2006/relationships/customXml" Target="../ink/ink7332.xm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image" Target="NULL"/><Relationship Id="rId290" Type="http://schemas.openxmlformats.org/officeDocument/2006/relationships/customXml" Target="../ink/ink7226.xml"/><Relationship Id="rId304" Type="http://schemas.openxmlformats.org/officeDocument/2006/relationships/customXml" Target="../ink/ink7233.xml"/><Relationship Id="rId388" Type="http://schemas.openxmlformats.org/officeDocument/2006/relationships/image" Target="NULL"/><Relationship Id="rId511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image" Target="NULL"/><Relationship Id="rId248" Type="http://schemas.openxmlformats.org/officeDocument/2006/relationships/customXml" Target="../ink/ink7205.xml"/><Relationship Id="rId455" Type="http://schemas.openxmlformats.org/officeDocument/2006/relationships/image" Target="NUL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170" Type="http://schemas.openxmlformats.org/officeDocument/2006/relationships/customXml" Target="../ink/ink7442.xml"/><Relationship Id="rId226" Type="http://schemas.openxmlformats.org/officeDocument/2006/relationships/customXml" Target="../ink/ink7470.xml"/><Relationship Id="rId268" Type="http://schemas.openxmlformats.org/officeDocument/2006/relationships/customXml" Target="../ink/ink7491.xml"/><Relationship Id="rId32" Type="http://schemas.openxmlformats.org/officeDocument/2006/relationships/customXml" Target="../ink/ink7373.xml"/><Relationship Id="rId74" Type="http://schemas.openxmlformats.org/officeDocument/2006/relationships/customXml" Target="../ink/ink7394.xml"/><Relationship Id="rId128" Type="http://schemas.openxmlformats.org/officeDocument/2006/relationships/customXml" Target="../ink/ink7421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7502.xml"/><Relationship Id="rId304" Type="http://schemas.openxmlformats.org/officeDocument/2006/relationships/customXml" Target="../ink/ink7509.xml"/><Relationship Id="rId85" Type="http://schemas.openxmlformats.org/officeDocument/2006/relationships/image" Target="NULL"/><Relationship Id="rId150" Type="http://schemas.openxmlformats.org/officeDocument/2006/relationships/customXml" Target="../ink/ink7432.xml"/><Relationship Id="rId192" Type="http://schemas.openxmlformats.org/officeDocument/2006/relationships/customXml" Target="../ink/ink7453.xml"/><Relationship Id="rId206" Type="http://schemas.openxmlformats.org/officeDocument/2006/relationships/customXml" Target="../ink/ink7460.xml"/><Relationship Id="rId248" Type="http://schemas.openxmlformats.org/officeDocument/2006/relationships/customXml" Target="../ink/ink7481.xml"/><Relationship Id="rId12" Type="http://schemas.openxmlformats.org/officeDocument/2006/relationships/customXml" Target="../ink/ink7363.xml"/><Relationship Id="rId108" Type="http://schemas.openxmlformats.org/officeDocument/2006/relationships/customXml" Target="../ink/ink7411.xml"/><Relationship Id="rId315" Type="http://schemas.openxmlformats.org/officeDocument/2006/relationships/image" Target="NULL"/><Relationship Id="rId54" Type="http://schemas.openxmlformats.org/officeDocument/2006/relationships/customXml" Target="../ink/ink7384.xml"/><Relationship Id="rId96" Type="http://schemas.openxmlformats.org/officeDocument/2006/relationships/customXml" Target="../ink/ink7405.xml"/><Relationship Id="rId161" Type="http://schemas.openxmlformats.org/officeDocument/2006/relationships/image" Target="NULL"/><Relationship Id="rId217" Type="http://schemas.openxmlformats.org/officeDocument/2006/relationships/image" Target="NUL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7492.xml"/><Relationship Id="rId65" Type="http://schemas.openxmlformats.org/officeDocument/2006/relationships/image" Target="NULL"/><Relationship Id="rId130" Type="http://schemas.openxmlformats.org/officeDocument/2006/relationships/customXml" Target="../ink/ink7422.xml"/><Relationship Id="rId172" Type="http://schemas.openxmlformats.org/officeDocument/2006/relationships/customXml" Target="../ink/ink7443.xml"/><Relationship Id="rId228" Type="http://schemas.openxmlformats.org/officeDocument/2006/relationships/customXml" Target="../ink/ink7471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7487.xml"/><Relationship Id="rId281" Type="http://schemas.openxmlformats.org/officeDocument/2006/relationships/image" Target="NULL"/><Relationship Id="rId316" Type="http://schemas.openxmlformats.org/officeDocument/2006/relationships/customXml" Target="../ink/ink7515.xml"/><Relationship Id="rId34" Type="http://schemas.openxmlformats.org/officeDocument/2006/relationships/customXml" Target="../ink/ink7374.xml"/><Relationship Id="rId55" Type="http://schemas.openxmlformats.org/officeDocument/2006/relationships/image" Target="NULL"/><Relationship Id="rId76" Type="http://schemas.openxmlformats.org/officeDocument/2006/relationships/customXml" Target="../ink/ink7395.xml"/><Relationship Id="rId97" Type="http://schemas.openxmlformats.org/officeDocument/2006/relationships/image" Target="NULL"/><Relationship Id="rId120" Type="http://schemas.openxmlformats.org/officeDocument/2006/relationships/customXml" Target="../ink/ink7417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7438.xml"/><Relationship Id="rId183" Type="http://schemas.openxmlformats.org/officeDocument/2006/relationships/image" Target="NULL"/><Relationship Id="rId218" Type="http://schemas.openxmlformats.org/officeDocument/2006/relationships/customXml" Target="../ink/ink7466.xml"/><Relationship Id="rId239" Type="http://schemas.openxmlformats.org/officeDocument/2006/relationships/image" Target="NULL"/><Relationship Id="rId250" Type="http://schemas.openxmlformats.org/officeDocument/2006/relationships/customXml" Target="../ink/ink7482.xml"/><Relationship Id="rId271" Type="http://schemas.openxmlformats.org/officeDocument/2006/relationships/image" Target="NULL"/><Relationship Id="rId292" Type="http://schemas.openxmlformats.org/officeDocument/2006/relationships/customXml" Target="../ink/ink7503.xml"/><Relationship Id="rId306" Type="http://schemas.openxmlformats.org/officeDocument/2006/relationships/customXml" Target="../ink/ink7510.xml"/><Relationship Id="rId24" Type="http://schemas.openxmlformats.org/officeDocument/2006/relationships/customXml" Target="../ink/ink7369.xml"/><Relationship Id="rId45" Type="http://schemas.openxmlformats.org/officeDocument/2006/relationships/image" Target="NULL"/><Relationship Id="rId66" Type="http://schemas.openxmlformats.org/officeDocument/2006/relationships/customXml" Target="../ink/ink7390.xml"/><Relationship Id="rId87" Type="http://schemas.openxmlformats.org/officeDocument/2006/relationships/image" Target="NULL"/><Relationship Id="rId110" Type="http://schemas.openxmlformats.org/officeDocument/2006/relationships/customXml" Target="../ink/ink7412.xml"/><Relationship Id="rId131" Type="http://schemas.openxmlformats.org/officeDocument/2006/relationships/image" Target="NULL"/><Relationship Id="rId152" Type="http://schemas.openxmlformats.org/officeDocument/2006/relationships/customXml" Target="../ink/ink7433.xml"/><Relationship Id="rId173" Type="http://schemas.openxmlformats.org/officeDocument/2006/relationships/image" Target="NULL"/><Relationship Id="rId194" Type="http://schemas.openxmlformats.org/officeDocument/2006/relationships/customXml" Target="../ink/ink7454.xml"/><Relationship Id="rId208" Type="http://schemas.openxmlformats.org/officeDocument/2006/relationships/customXml" Target="../ink/ink7461.xml"/><Relationship Id="rId229" Type="http://schemas.openxmlformats.org/officeDocument/2006/relationships/image" Target="NULL"/><Relationship Id="rId240" Type="http://schemas.openxmlformats.org/officeDocument/2006/relationships/customXml" Target="../ink/ink7477.xml"/><Relationship Id="rId261" Type="http://schemas.openxmlformats.org/officeDocument/2006/relationships/image" Target="NULL"/><Relationship Id="rId14" Type="http://schemas.openxmlformats.org/officeDocument/2006/relationships/customXml" Target="../ink/ink7364.xml"/><Relationship Id="rId35" Type="http://schemas.openxmlformats.org/officeDocument/2006/relationships/image" Target="NULL"/><Relationship Id="rId56" Type="http://schemas.openxmlformats.org/officeDocument/2006/relationships/customXml" Target="../ink/ink7385.xml"/><Relationship Id="rId77" Type="http://schemas.openxmlformats.org/officeDocument/2006/relationships/image" Target="NULL"/><Relationship Id="rId100" Type="http://schemas.openxmlformats.org/officeDocument/2006/relationships/customXml" Target="../ink/ink7407.xml"/><Relationship Id="rId282" Type="http://schemas.openxmlformats.org/officeDocument/2006/relationships/customXml" Target="../ink/ink7498.xml"/><Relationship Id="rId317" Type="http://schemas.openxmlformats.org/officeDocument/2006/relationships/image" Target="NULL"/><Relationship Id="rId8" Type="http://schemas.openxmlformats.org/officeDocument/2006/relationships/customXml" Target="../ink/ink7361.xml"/><Relationship Id="rId98" Type="http://schemas.openxmlformats.org/officeDocument/2006/relationships/customXml" Target="../ink/ink7406.xml"/><Relationship Id="rId121" Type="http://schemas.openxmlformats.org/officeDocument/2006/relationships/image" Target="NULL"/><Relationship Id="rId142" Type="http://schemas.openxmlformats.org/officeDocument/2006/relationships/customXml" Target="../ink/ink7428.xml"/><Relationship Id="rId163" Type="http://schemas.openxmlformats.org/officeDocument/2006/relationships/image" Target="NULL"/><Relationship Id="rId184" Type="http://schemas.openxmlformats.org/officeDocument/2006/relationships/customXml" Target="../ink/ink7449.xml"/><Relationship Id="rId219" Type="http://schemas.openxmlformats.org/officeDocument/2006/relationships/image" Target="NULL"/><Relationship Id="rId230" Type="http://schemas.openxmlformats.org/officeDocument/2006/relationships/customXml" Target="../ink/ink7472.xml"/><Relationship Id="rId251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customXml" Target="../ink/ink7380.xml"/><Relationship Id="rId67" Type="http://schemas.openxmlformats.org/officeDocument/2006/relationships/image" Target="NULL"/><Relationship Id="rId272" Type="http://schemas.openxmlformats.org/officeDocument/2006/relationships/customXml" Target="../ink/ink7493.xml"/><Relationship Id="rId293" Type="http://schemas.openxmlformats.org/officeDocument/2006/relationships/image" Target="NULL"/><Relationship Id="rId307" Type="http://schemas.openxmlformats.org/officeDocument/2006/relationships/image" Target="NULL"/><Relationship Id="rId88" Type="http://schemas.openxmlformats.org/officeDocument/2006/relationships/customXml" Target="../ink/ink7401.xml"/><Relationship Id="rId111" Type="http://schemas.openxmlformats.org/officeDocument/2006/relationships/image" Target="NULL"/><Relationship Id="rId132" Type="http://schemas.openxmlformats.org/officeDocument/2006/relationships/customXml" Target="../ink/ink7423.xml"/><Relationship Id="rId153" Type="http://schemas.openxmlformats.org/officeDocument/2006/relationships/image" Target="NULL"/><Relationship Id="rId174" Type="http://schemas.openxmlformats.org/officeDocument/2006/relationships/customXml" Target="../ink/ink7444.xml"/><Relationship Id="rId195" Type="http://schemas.openxmlformats.org/officeDocument/2006/relationships/image" Target="NULL"/><Relationship Id="rId209" Type="http://schemas.openxmlformats.org/officeDocument/2006/relationships/image" Target="NULL"/><Relationship Id="rId220" Type="http://schemas.openxmlformats.org/officeDocument/2006/relationships/customXml" Target="../ink/ink7467.xml"/><Relationship Id="rId241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customXml" Target="../ink/ink7375.xml"/><Relationship Id="rId57" Type="http://schemas.openxmlformats.org/officeDocument/2006/relationships/image" Target="NULL"/><Relationship Id="rId262" Type="http://schemas.openxmlformats.org/officeDocument/2006/relationships/customXml" Target="../ink/ink7488.xml"/><Relationship Id="rId283" Type="http://schemas.openxmlformats.org/officeDocument/2006/relationships/image" Target="NULL"/><Relationship Id="rId318" Type="http://schemas.openxmlformats.org/officeDocument/2006/relationships/customXml" Target="../ink/ink7516.xml"/><Relationship Id="rId78" Type="http://schemas.openxmlformats.org/officeDocument/2006/relationships/customXml" Target="../ink/ink7396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7418.xml"/><Relationship Id="rId143" Type="http://schemas.openxmlformats.org/officeDocument/2006/relationships/image" Target="NULL"/><Relationship Id="rId164" Type="http://schemas.openxmlformats.org/officeDocument/2006/relationships/customXml" Target="../ink/ink7439.xml"/><Relationship Id="rId185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7462.xml"/><Relationship Id="rId26" Type="http://schemas.openxmlformats.org/officeDocument/2006/relationships/customXml" Target="../ink/ink7370.xml"/><Relationship Id="rId231" Type="http://schemas.openxmlformats.org/officeDocument/2006/relationships/image" Target="NULL"/><Relationship Id="rId252" Type="http://schemas.openxmlformats.org/officeDocument/2006/relationships/customXml" Target="../ink/ink7483.xml"/><Relationship Id="rId273" Type="http://schemas.openxmlformats.org/officeDocument/2006/relationships/image" Target="NULL"/><Relationship Id="rId294" Type="http://schemas.openxmlformats.org/officeDocument/2006/relationships/customXml" Target="../ink/ink7504.xml"/><Relationship Id="rId308" Type="http://schemas.openxmlformats.org/officeDocument/2006/relationships/customXml" Target="../ink/ink7511.xml"/><Relationship Id="rId47" Type="http://schemas.openxmlformats.org/officeDocument/2006/relationships/image" Target="NULL"/><Relationship Id="rId68" Type="http://schemas.openxmlformats.org/officeDocument/2006/relationships/customXml" Target="../ink/ink7391.xml"/><Relationship Id="rId89" Type="http://schemas.openxmlformats.org/officeDocument/2006/relationships/image" Target="NULL"/><Relationship Id="rId112" Type="http://schemas.openxmlformats.org/officeDocument/2006/relationships/customXml" Target="../ink/ink7413.xml"/><Relationship Id="rId133" Type="http://schemas.openxmlformats.org/officeDocument/2006/relationships/image" Target="NULL"/><Relationship Id="rId154" Type="http://schemas.openxmlformats.org/officeDocument/2006/relationships/customXml" Target="../ink/ink7434.xml"/><Relationship Id="rId175" Type="http://schemas.openxmlformats.org/officeDocument/2006/relationships/image" Target="NULL"/><Relationship Id="rId196" Type="http://schemas.openxmlformats.org/officeDocument/2006/relationships/customXml" Target="../ink/ink7455.xml"/><Relationship Id="rId200" Type="http://schemas.openxmlformats.org/officeDocument/2006/relationships/customXml" Target="../ink/ink7457.xml"/><Relationship Id="rId16" Type="http://schemas.openxmlformats.org/officeDocument/2006/relationships/customXml" Target="../ink/ink7365.xml"/><Relationship Id="rId221" Type="http://schemas.openxmlformats.org/officeDocument/2006/relationships/image" Target="NULL"/><Relationship Id="rId242" Type="http://schemas.openxmlformats.org/officeDocument/2006/relationships/customXml" Target="../ink/ink7478.xml"/><Relationship Id="rId263" Type="http://schemas.openxmlformats.org/officeDocument/2006/relationships/image" Target="NULL"/><Relationship Id="rId284" Type="http://schemas.openxmlformats.org/officeDocument/2006/relationships/customXml" Target="../ink/ink7499.xml"/><Relationship Id="rId319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7386.xml"/><Relationship Id="rId79" Type="http://schemas.openxmlformats.org/officeDocument/2006/relationships/image" Target="NULL"/><Relationship Id="rId102" Type="http://schemas.openxmlformats.org/officeDocument/2006/relationships/customXml" Target="../ink/ink7408.xml"/><Relationship Id="rId123" Type="http://schemas.openxmlformats.org/officeDocument/2006/relationships/image" Target="NULL"/><Relationship Id="rId144" Type="http://schemas.openxmlformats.org/officeDocument/2006/relationships/customXml" Target="../ink/ink7429.xml"/><Relationship Id="rId90" Type="http://schemas.openxmlformats.org/officeDocument/2006/relationships/customXml" Target="../ink/ink7402.xml"/><Relationship Id="rId165" Type="http://schemas.openxmlformats.org/officeDocument/2006/relationships/image" Target="NULL"/><Relationship Id="rId186" Type="http://schemas.openxmlformats.org/officeDocument/2006/relationships/customXml" Target="../ink/ink7450.xml"/><Relationship Id="rId211" Type="http://schemas.openxmlformats.org/officeDocument/2006/relationships/image" Target="NULL"/><Relationship Id="rId232" Type="http://schemas.openxmlformats.org/officeDocument/2006/relationships/customXml" Target="../ink/ink7473.xml"/><Relationship Id="rId253" Type="http://schemas.openxmlformats.org/officeDocument/2006/relationships/image" Target="NULL"/><Relationship Id="rId274" Type="http://schemas.openxmlformats.org/officeDocument/2006/relationships/customXml" Target="../ink/ink7494.xml"/><Relationship Id="rId295" Type="http://schemas.openxmlformats.org/officeDocument/2006/relationships/image" Target="NULL"/><Relationship Id="rId309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7381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7424.xml"/><Relationship Id="rId80" Type="http://schemas.openxmlformats.org/officeDocument/2006/relationships/customXml" Target="../ink/ink7397.xml"/><Relationship Id="rId155" Type="http://schemas.openxmlformats.org/officeDocument/2006/relationships/image" Target="NULL"/><Relationship Id="rId176" Type="http://schemas.openxmlformats.org/officeDocument/2006/relationships/customXml" Target="../ink/ink7445.xml"/><Relationship Id="rId197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7468.xml"/><Relationship Id="rId243" Type="http://schemas.openxmlformats.org/officeDocument/2006/relationships/image" Target="NULL"/><Relationship Id="rId264" Type="http://schemas.openxmlformats.org/officeDocument/2006/relationships/customXml" Target="../ink/ink7489.xml"/><Relationship Id="rId285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7376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7419.xml"/><Relationship Id="rId310" Type="http://schemas.openxmlformats.org/officeDocument/2006/relationships/customXml" Target="../ink/ink7512.xml"/><Relationship Id="rId70" Type="http://schemas.openxmlformats.org/officeDocument/2006/relationships/customXml" Target="../ink/ink7392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7440.xml"/><Relationship Id="rId187" Type="http://schemas.openxmlformats.org/officeDocument/2006/relationships/image" Target="NUL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7463.xml"/><Relationship Id="rId233" Type="http://schemas.openxmlformats.org/officeDocument/2006/relationships/image" Target="NULL"/><Relationship Id="rId254" Type="http://schemas.openxmlformats.org/officeDocument/2006/relationships/customXml" Target="../ink/ink7484.xml"/><Relationship Id="rId28" Type="http://schemas.openxmlformats.org/officeDocument/2006/relationships/customXml" Target="../ink/ink7371.xml"/><Relationship Id="rId49" Type="http://schemas.openxmlformats.org/officeDocument/2006/relationships/image" Target="NULL"/><Relationship Id="rId114" Type="http://schemas.openxmlformats.org/officeDocument/2006/relationships/customXml" Target="../ink/ink7414.xml"/><Relationship Id="rId275" Type="http://schemas.openxmlformats.org/officeDocument/2006/relationships/image" Target="NULL"/><Relationship Id="rId296" Type="http://schemas.openxmlformats.org/officeDocument/2006/relationships/customXml" Target="../ink/ink7505.xml"/><Relationship Id="rId300" Type="http://schemas.openxmlformats.org/officeDocument/2006/relationships/customXml" Target="../ink/ink7507.xml"/><Relationship Id="rId60" Type="http://schemas.openxmlformats.org/officeDocument/2006/relationships/customXml" Target="../ink/ink7387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7435.xml"/><Relationship Id="rId177" Type="http://schemas.openxmlformats.org/officeDocument/2006/relationships/image" Target="NULL"/><Relationship Id="rId198" Type="http://schemas.openxmlformats.org/officeDocument/2006/relationships/customXml" Target="../ink/ink7456.xml"/><Relationship Id="rId202" Type="http://schemas.openxmlformats.org/officeDocument/2006/relationships/customXml" Target="../ink/ink7458.xml"/><Relationship Id="rId223" Type="http://schemas.openxmlformats.org/officeDocument/2006/relationships/image" Target="NULL"/><Relationship Id="rId244" Type="http://schemas.openxmlformats.org/officeDocument/2006/relationships/customXml" Target="../ink/ink7479.xml"/><Relationship Id="rId18" Type="http://schemas.openxmlformats.org/officeDocument/2006/relationships/customXml" Target="../ink/ink7366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7500.xml"/><Relationship Id="rId50" Type="http://schemas.openxmlformats.org/officeDocument/2006/relationships/customXml" Target="../ink/ink7382.xml"/><Relationship Id="rId104" Type="http://schemas.openxmlformats.org/officeDocument/2006/relationships/customXml" Target="../ink/ink7409.xml"/><Relationship Id="rId125" Type="http://schemas.openxmlformats.org/officeDocument/2006/relationships/image" Target="NULL"/><Relationship Id="rId146" Type="http://schemas.openxmlformats.org/officeDocument/2006/relationships/customXml" Target="../ink/ink7430.xml"/><Relationship Id="rId167" Type="http://schemas.openxmlformats.org/officeDocument/2006/relationships/image" Target="NULL"/><Relationship Id="rId188" Type="http://schemas.openxmlformats.org/officeDocument/2006/relationships/customXml" Target="../ink/ink7451.xml"/><Relationship Id="rId311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7403.xml"/><Relationship Id="rId213" Type="http://schemas.openxmlformats.org/officeDocument/2006/relationships/image" Target="NULL"/><Relationship Id="rId234" Type="http://schemas.openxmlformats.org/officeDocument/2006/relationships/customXml" Target="../ink/ink7474.xml"/><Relationship Id="rId2" Type="http://schemas.openxmlformats.org/officeDocument/2006/relationships/customXml" Target="../ink/ink7358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7495.xml"/><Relationship Id="rId297" Type="http://schemas.openxmlformats.org/officeDocument/2006/relationships/image" Target="NULL"/><Relationship Id="rId40" Type="http://schemas.openxmlformats.org/officeDocument/2006/relationships/customXml" Target="../ink/ink7377.xml"/><Relationship Id="rId115" Type="http://schemas.openxmlformats.org/officeDocument/2006/relationships/image" Target="NULL"/><Relationship Id="rId136" Type="http://schemas.openxmlformats.org/officeDocument/2006/relationships/customXml" Target="../ink/ink7425.xml"/><Relationship Id="rId157" Type="http://schemas.openxmlformats.org/officeDocument/2006/relationships/image" Target="NULL"/><Relationship Id="rId178" Type="http://schemas.openxmlformats.org/officeDocument/2006/relationships/customXml" Target="../ink/ink7446.xml"/><Relationship Id="rId301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7398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7469.xml"/><Relationship Id="rId245" Type="http://schemas.openxmlformats.org/officeDocument/2006/relationships/image" Target="NULL"/><Relationship Id="rId266" Type="http://schemas.openxmlformats.org/officeDocument/2006/relationships/customXml" Target="../ink/ink7490.xml"/><Relationship Id="rId287" Type="http://schemas.openxmlformats.org/officeDocument/2006/relationships/image" Target="NULL"/><Relationship Id="rId30" Type="http://schemas.openxmlformats.org/officeDocument/2006/relationships/customXml" Target="../ink/ink7372.xml"/><Relationship Id="rId105" Type="http://schemas.openxmlformats.org/officeDocument/2006/relationships/image" Target="NULL"/><Relationship Id="rId126" Type="http://schemas.openxmlformats.org/officeDocument/2006/relationships/customXml" Target="../ink/ink7420.xml"/><Relationship Id="rId147" Type="http://schemas.openxmlformats.org/officeDocument/2006/relationships/image" Target="NULL"/><Relationship Id="rId168" Type="http://schemas.openxmlformats.org/officeDocument/2006/relationships/customXml" Target="../ink/ink7441.xml"/><Relationship Id="rId312" Type="http://schemas.openxmlformats.org/officeDocument/2006/relationships/customXml" Target="../ink/ink7513.xml"/><Relationship Id="rId51" Type="http://schemas.openxmlformats.org/officeDocument/2006/relationships/image" Target="NULL"/><Relationship Id="rId72" Type="http://schemas.openxmlformats.org/officeDocument/2006/relationships/customXml" Target="../ink/ink7393.xml"/><Relationship Id="rId93" Type="http://schemas.openxmlformats.org/officeDocument/2006/relationships/image" Target="NULL"/><Relationship Id="rId189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7464.xml"/><Relationship Id="rId235" Type="http://schemas.openxmlformats.org/officeDocument/2006/relationships/image" Target="NULL"/><Relationship Id="rId256" Type="http://schemas.openxmlformats.org/officeDocument/2006/relationships/customXml" Target="../ink/ink7485.xml"/><Relationship Id="rId277" Type="http://schemas.openxmlformats.org/officeDocument/2006/relationships/image" Target="NULL"/><Relationship Id="rId298" Type="http://schemas.openxmlformats.org/officeDocument/2006/relationships/customXml" Target="../ink/ink7506.xml"/><Relationship Id="rId116" Type="http://schemas.openxmlformats.org/officeDocument/2006/relationships/customXml" Target="../ink/ink7415.xml"/><Relationship Id="rId137" Type="http://schemas.openxmlformats.org/officeDocument/2006/relationships/image" Target="NULL"/><Relationship Id="rId158" Type="http://schemas.openxmlformats.org/officeDocument/2006/relationships/customXml" Target="../ink/ink7436.xml"/><Relationship Id="rId302" Type="http://schemas.openxmlformats.org/officeDocument/2006/relationships/customXml" Target="../ink/ink7508.xml"/><Relationship Id="rId20" Type="http://schemas.openxmlformats.org/officeDocument/2006/relationships/customXml" Target="../ink/ink7367.xml"/><Relationship Id="rId41" Type="http://schemas.openxmlformats.org/officeDocument/2006/relationships/image" Target="NULL"/><Relationship Id="rId62" Type="http://schemas.openxmlformats.org/officeDocument/2006/relationships/customXml" Target="../ink/ink7388.xml"/><Relationship Id="rId83" Type="http://schemas.openxmlformats.org/officeDocument/2006/relationships/image" Target="NULL"/><Relationship Id="rId179" Type="http://schemas.openxmlformats.org/officeDocument/2006/relationships/image" Target="NULL"/><Relationship Id="rId190" Type="http://schemas.openxmlformats.org/officeDocument/2006/relationships/customXml" Target="../ink/ink7452.xml"/><Relationship Id="rId204" Type="http://schemas.openxmlformats.org/officeDocument/2006/relationships/customXml" Target="../ink/ink7459.xml"/><Relationship Id="rId225" Type="http://schemas.openxmlformats.org/officeDocument/2006/relationships/image" Target="NULL"/><Relationship Id="rId246" Type="http://schemas.openxmlformats.org/officeDocument/2006/relationships/customXml" Target="../ink/ink7480.xml"/><Relationship Id="rId267" Type="http://schemas.openxmlformats.org/officeDocument/2006/relationships/image" Target="NULL"/><Relationship Id="rId288" Type="http://schemas.openxmlformats.org/officeDocument/2006/relationships/customXml" Target="../ink/ink7501.xml"/><Relationship Id="rId106" Type="http://schemas.openxmlformats.org/officeDocument/2006/relationships/customXml" Target="../ink/ink7410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7362.xml"/><Relationship Id="rId31" Type="http://schemas.openxmlformats.org/officeDocument/2006/relationships/image" Target="NULL"/><Relationship Id="rId52" Type="http://schemas.openxmlformats.org/officeDocument/2006/relationships/customXml" Target="../ink/ink7383.xml"/><Relationship Id="rId73" Type="http://schemas.openxmlformats.org/officeDocument/2006/relationships/image" Target="NULL"/><Relationship Id="rId94" Type="http://schemas.openxmlformats.org/officeDocument/2006/relationships/customXml" Target="../ink/ink7404.xml"/><Relationship Id="rId148" Type="http://schemas.openxmlformats.org/officeDocument/2006/relationships/customXml" Target="../ink/ink7431.xml"/><Relationship Id="rId169" Type="http://schemas.openxmlformats.org/officeDocument/2006/relationships/image" Target="NULL"/><Relationship Id="rId4" Type="http://schemas.openxmlformats.org/officeDocument/2006/relationships/customXml" Target="../ink/ink7359.xml"/><Relationship Id="rId180" Type="http://schemas.openxmlformats.org/officeDocument/2006/relationships/customXml" Target="../ink/ink7447.xml"/><Relationship Id="rId215" Type="http://schemas.openxmlformats.org/officeDocument/2006/relationships/image" Target="NULL"/><Relationship Id="rId236" Type="http://schemas.openxmlformats.org/officeDocument/2006/relationships/customXml" Target="../ink/ink7475.xml"/><Relationship Id="rId257" Type="http://schemas.openxmlformats.org/officeDocument/2006/relationships/image" Target="NULL"/><Relationship Id="rId278" Type="http://schemas.openxmlformats.org/officeDocument/2006/relationships/customXml" Target="../ink/ink7496.xml"/><Relationship Id="rId303" Type="http://schemas.openxmlformats.org/officeDocument/2006/relationships/image" Target="NULL"/><Relationship Id="rId42" Type="http://schemas.openxmlformats.org/officeDocument/2006/relationships/customXml" Target="../ink/ink7378.xml"/><Relationship Id="rId84" Type="http://schemas.openxmlformats.org/officeDocument/2006/relationships/customXml" Target="../ink/ink7399.xml"/><Relationship Id="rId138" Type="http://schemas.openxmlformats.org/officeDocument/2006/relationships/customXml" Target="../ink/ink7426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7514.xml"/><Relationship Id="rId95" Type="http://schemas.openxmlformats.org/officeDocument/2006/relationships/image" Target="NULL"/><Relationship Id="rId160" Type="http://schemas.openxmlformats.org/officeDocument/2006/relationships/customXml" Target="../ink/ink7437.xml"/><Relationship Id="rId216" Type="http://schemas.openxmlformats.org/officeDocument/2006/relationships/customXml" Target="../ink/ink7465.xml"/><Relationship Id="rId258" Type="http://schemas.openxmlformats.org/officeDocument/2006/relationships/customXml" Target="../ink/ink7486.xml"/><Relationship Id="rId22" Type="http://schemas.openxmlformats.org/officeDocument/2006/relationships/customXml" Target="../ink/ink7368.xml"/><Relationship Id="rId64" Type="http://schemas.openxmlformats.org/officeDocument/2006/relationships/customXml" Target="../ink/ink7389.xml"/><Relationship Id="rId118" Type="http://schemas.openxmlformats.org/officeDocument/2006/relationships/customXml" Target="../ink/ink7416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7497.xml"/><Relationship Id="rId75" Type="http://schemas.openxmlformats.org/officeDocument/2006/relationships/image" Target="NULL"/><Relationship Id="rId140" Type="http://schemas.openxmlformats.org/officeDocument/2006/relationships/customXml" Target="../ink/ink7427.xml"/><Relationship Id="rId182" Type="http://schemas.openxmlformats.org/officeDocument/2006/relationships/customXml" Target="../ink/ink7448.xml"/><Relationship Id="rId6" Type="http://schemas.openxmlformats.org/officeDocument/2006/relationships/customXml" Target="../ink/ink7360.xml"/><Relationship Id="rId238" Type="http://schemas.openxmlformats.org/officeDocument/2006/relationships/customXml" Target="../ink/ink7476.xml"/><Relationship Id="rId291" Type="http://schemas.openxmlformats.org/officeDocument/2006/relationships/image" Target="NULL"/><Relationship Id="rId305" Type="http://schemas.openxmlformats.org/officeDocument/2006/relationships/image" Target="NULL"/><Relationship Id="rId44" Type="http://schemas.openxmlformats.org/officeDocument/2006/relationships/customXml" Target="../ink/ink7379.xml"/><Relationship Id="rId86" Type="http://schemas.openxmlformats.org/officeDocument/2006/relationships/customXml" Target="../ink/ink7400.xml"/><Relationship Id="rId151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customXml" Target="../ink/ink7668.xm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image" Target="NULL"/><Relationship Id="rId170" Type="http://schemas.openxmlformats.org/officeDocument/2006/relationships/customXml" Target="../ink/ink7603.xml"/><Relationship Id="rId226" Type="http://schemas.openxmlformats.org/officeDocument/2006/relationships/image" Target="NULL"/><Relationship Id="rId268" Type="http://schemas.openxmlformats.org/officeDocument/2006/relationships/image" Target="NULL"/><Relationship Id="rId32" Type="http://schemas.openxmlformats.org/officeDocument/2006/relationships/customXml" Target="../ink/ink7532.xml"/><Relationship Id="rId74" Type="http://schemas.openxmlformats.org/officeDocument/2006/relationships/customXml" Target="../ink/ink7553.xml"/><Relationship Id="rId128" Type="http://schemas.openxmlformats.org/officeDocument/2006/relationships/customXml" Target="../ink/ink7582.xml"/><Relationship Id="rId5" Type="http://schemas.openxmlformats.org/officeDocument/2006/relationships/image" Target="NULL"/><Relationship Id="rId181" Type="http://schemas.openxmlformats.org/officeDocument/2006/relationships/customXml" Target="../ink/ink7609.xml"/><Relationship Id="rId237" Type="http://schemas.openxmlformats.org/officeDocument/2006/relationships/customXml" Target="../ink/ink7637.xml"/><Relationship Id="rId279" Type="http://schemas.openxmlformats.org/officeDocument/2006/relationships/customXml" Target="../ink/ink7658.xm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image" Target="NULL"/><Relationship Id="rId304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7593.xml"/><Relationship Id="rId192" Type="http://schemas.openxmlformats.org/officeDocument/2006/relationships/image" Target="NULL"/><Relationship Id="rId206" Type="http://schemas.openxmlformats.org/officeDocument/2006/relationships/image" Target="NULL"/><Relationship Id="rId248" Type="http://schemas.openxmlformats.org/officeDocument/2006/relationships/image" Target="NULL"/><Relationship Id="rId12" Type="http://schemas.openxmlformats.org/officeDocument/2006/relationships/customXml" Target="../ink/ink7522.xml"/><Relationship Id="rId108" Type="http://schemas.openxmlformats.org/officeDocument/2006/relationships/customXml" Target="../ink/ink7572.xml"/><Relationship Id="rId315" Type="http://schemas.openxmlformats.org/officeDocument/2006/relationships/customXml" Target="../ink/ink7676.xml"/><Relationship Id="rId54" Type="http://schemas.openxmlformats.org/officeDocument/2006/relationships/customXml" Target="../ink/ink7543.xml"/><Relationship Id="rId96" Type="http://schemas.openxmlformats.org/officeDocument/2006/relationships/image" Target="NULL"/><Relationship Id="rId161" Type="http://schemas.openxmlformats.org/officeDocument/2006/relationships/image" Target="NULL"/><Relationship Id="rId217" Type="http://schemas.openxmlformats.org/officeDocument/2006/relationships/customXml" Target="../ink/ink7627.xml"/><Relationship Id="rId259" Type="http://schemas.openxmlformats.org/officeDocument/2006/relationships/customXml" Target="../ink/ink7648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image" Target="NULL"/><Relationship Id="rId326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customXml" Target="../ink/ink7583.xml"/><Relationship Id="rId172" Type="http://schemas.openxmlformats.org/officeDocument/2006/relationships/customXml" Target="../ink/ink7604.xml"/><Relationship Id="rId228" Type="http://schemas.openxmlformats.org/officeDocument/2006/relationships/image" Target="NULL"/><Relationship Id="rId281" Type="http://schemas.openxmlformats.org/officeDocument/2006/relationships/customXml" Target="../ink/ink7659.xml"/><Relationship Id="rId34" Type="http://schemas.openxmlformats.org/officeDocument/2006/relationships/customXml" Target="../ink/ink7533.xml"/><Relationship Id="rId76" Type="http://schemas.openxmlformats.org/officeDocument/2006/relationships/customXml" Target="../ink/ink7554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7599.xml"/><Relationship Id="rId183" Type="http://schemas.openxmlformats.org/officeDocument/2006/relationships/customXml" Target="../ink/ink7610.xml"/><Relationship Id="rId218" Type="http://schemas.openxmlformats.org/officeDocument/2006/relationships/image" Target="NULL"/><Relationship Id="rId239" Type="http://schemas.openxmlformats.org/officeDocument/2006/relationships/customXml" Target="../ink/ink7638.xml"/><Relationship Id="rId250" Type="http://schemas.openxmlformats.org/officeDocument/2006/relationships/image" Target="NULL"/><Relationship Id="rId271" Type="http://schemas.openxmlformats.org/officeDocument/2006/relationships/customXml" Target="../ink/ink7654.xml"/><Relationship Id="rId292" Type="http://schemas.openxmlformats.org/officeDocument/2006/relationships/image" Target="NULL"/><Relationship Id="rId306" Type="http://schemas.openxmlformats.org/officeDocument/2006/relationships/image" Target="NULL"/><Relationship Id="rId24" Type="http://schemas.openxmlformats.org/officeDocument/2006/relationships/customXml" Target="../ink/ink7528.xml"/><Relationship Id="rId45" Type="http://schemas.openxmlformats.org/officeDocument/2006/relationships/image" Target="NULL"/><Relationship Id="rId66" Type="http://schemas.openxmlformats.org/officeDocument/2006/relationships/customXml" Target="../ink/ink7549.xml"/><Relationship Id="rId87" Type="http://schemas.openxmlformats.org/officeDocument/2006/relationships/image" Target="NULL"/><Relationship Id="rId110" Type="http://schemas.openxmlformats.org/officeDocument/2006/relationships/customXml" Target="../ink/ink7573.xml"/><Relationship Id="rId131" Type="http://schemas.openxmlformats.org/officeDocument/2006/relationships/image" Target="NULL"/><Relationship Id="rId327" Type="http://schemas.openxmlformats.org/officeDocument/2006/relationships/customXml" Target="../ink/ink7682.xml"/><Relationship Id="rId152" Type="http://schemas.openxmlformats.org/officeDocument/2006/relationships/customXml" Target="../ink/ink7594.xml"/><Relationship Id="rId173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229" Type="http://schemas.openxmlformats.org/officeDocument/2006/relationships/customXml" Target="../ink/ink7633.xml"/><Relationship Id="rId240" Type="http://schemas.openxmlformats.org/officeDocument/2006/relationships/image" Target="NULL"/><Relationship Id="rId261" Type="http://schemas.openxmlformats.org/officeDocument/2006/relationships/customXml" Target="../ink/ink7649.xml"/><Relationship Id="rId14" Type="http://schemas.openxmlformats.org/officeDocument/2006/relationships/customXml" Target="../ink/ink7523.xml"/><Relationship Id="rId35" Type="http://schemas.openxmlformats.org/officeDocument/2006/relationships/image" Target="NULL"/><Relationship Id="rId56" Type="http://schemas.openxmlformats.org/officeDocument/2006/relationships/customXml" Target="../ink/ink7544.xml"/><Relationship Id="rId77" Type="http://schemas.openxmlformats.org/officeDocument/2006/relationships/image" Target="NULL"/><Relationship Id="rId100" Type="http://schemas.openxmlformats.org/officeDocument/2006/relationships/customXml" Target="../ink/ink7567.xml"/><Relationship Id="rId282" Type="http://schemas.openxmlformats.org/officeDocument/2006/relationships/image" Target="NULL"/><Relationship Id="rId317" Type="http://schemas.openxmlformats.org/officeDocument/2006/relationships/customXml" Target="../ink/ink7677.xml"/><Relationship Id="rId8" Type="http://schemas.openxmlformats.org/officeDocument/2006/relationships/customXml" Target="../ink/ink7520.xml"/><Relationship Id="rId98" Type="http://schemas.openxmlformats.org/officeDocument/2006/relationships/customXml" Target="../ink/ink7566.xml"/><Relationship Id="rId121" Type="http://schemas.openxmlformats.org/officeDocument/2006/relationships/image" Target="NULL"/><Relationship Id="rId142" Type="http://schemas.openxmlformats.org/officeDocument/2006/relationships/customXml" Target="../ink/ink7589.xml"/><Relationship Id="rId163" Type="http://schemas.openxmlformats.org/officeDocument/2006/relationships/image" Target="NULL"/><Relationship Id="rId184" Type="http://schemas.openxmlformats.org/officeDocument/2006/relationships/image" Target="NULL"/><Relationship Id="rId219" Type="http://schemas.openxmlformats.org/officeDocument/2006/relationships/customXml" Target="../ink/ink7628.xml"/><Relationship Id="rId230" Type="http://schemas.openxmlformats.org/officeDocument/2006/relationships/image" Target="NULL"/><Relationship Id="rId251" Type="http://schemas.openxmlformats.org/officeDocument/2006/relationships/customXml" Target="../ink/ink7644.xml"/><Relationship Id="rId25" Type="http://schemas.openxmlformats.org/officeDocument/2006/relationships/image" Target="NULL"/><Relationship Id="rId46" Type="http://schemas.openxmlformats.org/officeDocument/2006/relationships/customXml" Target="../ink/ink7539.xml"/><Relationship Id="rId67" Type="http://schemas.openxmlformats.org/officeDocument/2006/relationships/image" Target="NULL"/><Relationship Id="rId272" Type="http://schemas.openxmlformats.org/officeDocument/2006/relationships/image" Target="NULL"/><Relationship Id="rId293" Type="http://schemas.openxmlformats.org/officeDocument/2006/relationships/customXml" Target="../ink/ink7665.xml"/><Relationship Id="rId307" Type="http://schemas.openxmlformats.org/officeDocument/2006/relationships/customXml" Target="../ink/ink7672.xml"/><Relationship Id="rId328" Type="http://schemas.openxmlformats.org/officeDocument/2006/relationships/image" Target="NULL"/><Relationship Id="rId88" Type="http://schemas.openxmlformats.org/officeDocument/2006/relationships/customXml" Target="../ink/ink7560.xml"/><Relationship Id="rId111" Type="http://schemas.openxmlformats.org/officeDocument/2006/relationships/image" Target="NULL"/><Relationship Id="rId132" Type="http://schemas.openxmlformats.org/officeDocument/2006/relationships/customXml" Target="../ink/ink7584.xml"/><Relationship Id="rId153" Type="http://schemas.openxmlformats.org/officeDocument/2006/relationships/image" Target="NULL"/><Relationship Id="rId174" Type="http://schemas.openxmlformats.org/officeDocument/2006/relationships/customXml" Target="../ink/ink7605.xml"/><Relationship Id="rId195" Type="http://schemas.openxmlformats.org/officeDocument/2006/relationships/customXml" Target="../ink/ink7616.xml"/><Relationship Id="rId209" Type="http://schemas.openxmlformats.org/officeDocument/2006/relationships/customXml" Target="../ink/ink7623.xml"/><Relationship Id="rId220" Type="http://schemas.openxmlformats.org/officeDocument/2006/relationships/image" Target="NULL"/><Relationship Id="rId241" Type="http://schemas.openxmlformats.org/officeDocument/2006/relationships/customXml" Target="../ink/ink7639.xml"/><Relationship Id="rId15" Type="http://schemas.openxmlformats.org/officeDocument/2006/relationships/image" Target="NULL"/><Relationship Id="rId36" Type="http://schemas.openxmlformats.org/officeDocument/2006/relationships/customXml" Target="../ink/ink7534.xml"/><Relationship Id="rId57" Type="http://schemas.openxmlformats.org/officeDocument/2006/relationships/image" Target="NULL"/><Relationship Id="rId262" Type="http://schemas.openxmlformats.org/officeDocument/2006/relationships/image" Target="NULL"/><Relationship Id="rId283" Type="http://schemas.openxmlformats.org/officeDocument/2006/relationships/customXml" Target="../ink/ink7660.xml"/><Relationship Id="rId318" Type="http://schemas.openxmlformats.org/officeDocument/2006/relationships/image" Target="NULL"/><Relationship Id="rId78" Type="http://schemas.openxmlformats.org/officeDocument/2006/relationships/customXml" Target="../ink/ink7555.xml"/><Relationship Id="rId99" Type="http://schemas.openxmlformats.org/officeDocument/2006/relationships/image" Target="NULL"/><Relationship Id="rId101" Type="http://schemas.openxmlformats.org/officeDocument/2006/relationships/customXml" Target="../ink/ink7568.xml"/><Relationship Id="rId122" Type="http://schemas.openxmlformats.org/officeDocument/2006/relationships/customXml" Target="../ink/ink7579.xml"/><Relationship Id="rId143" Type="http://schemas.openxmlformats.org/officeDocument/2006/relationships/image" Target="NULL"/><Relationship Id="rId164" Type="http://schemas.openxmlformats.org/officeDocument/2006/relationships/customXml" Target="../ink/ink7600.xml"/><Relationship Id="rId185" Type="http://schemas.openxmlformats.org/officeDocument/2006/relationships/customXml" Target="../ink/ink7611.xml"/><Relationship Id="rId9" Type="http://schemas.openxmlformats.org/officeDocument/2006/relationships/image" Target="NULL"/><Relationship Id="rId210" Type="http://schemas.openxmlformats.org/officeDocument/2006/relationships/image" Target="NULL"/><Relationship Id="rId26" Type="http://schemas.openxmlformats.org/officeDocument/2006/relationships/customXml" Target="../ink/ink7529.xml"/><Relationship Id="rId231" Type="http://schemas.openxmlformats.org/officeDocument/2006/relationships/customXml" Target="../ink/ink7634.xml"/><Relationship Id="rId252" Type="http://schemas.openxmlformats.org/officeDocument/2006/relationships/image" Target="NULL"/><Relationship Id="rId273" Type="http://schemas.openxmlformats.org/officeDocument/2006/relationships/customXml" Target="../ink/ink7655.xml"/><Relationship Id="rId294" Type="http://schemas.openxmlformats.org/officeDocument/2006/relationships/image" Target="NULL"/><Relationship Id="rId308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customXml" Target="../ink/ink7550.xml"/><Relationship Id="rId89" Type="http://schemas.openxmlformats.org/officeDocument/2006/relationships/customXml" Target="../ink/ink7561.xml"/><Relationship Id="rId112" Type="http://schemas.openxmlformats.org/officeDocument/2006/relationships/customXml" Target="../ink/ink7574.xml"/><Relationship Id="rId133" Type="http://schemas.openxmlformats.org/officeDocument/2006/relationships/image" Target="NULL"/><Relationship Id="rId154" Type="http://schemas.openxmlformats.org/officeDocument/2006/relationships/customXml" Target="../ink/ink7595.xml"/><Relationship Id="rId175" Type="http://schemas.openxmlformats.org/officeDocument/2006/relationships/image" Target="NULL"/><Relationship Id="rId196" Type="http://schemas.openxmlformats.org/officeDocument/2006/relationships/image" Target="NULL"/><Relationship Id="rId200" Type="http://schemas.openxmlformats.org/officeDocument/2006/relationships/image" Target="NULL"/><Relationship Id="rId16" Type="http://schemas.openxmlformats.org/officeDocument/2006/relationships/customXml" Target="../ink/ink7524.xml"/><Relationship Id="rId221" Type="http://schemas.openxmlformats.org/officeDocument/2006/relationships/customXml" Target="../ink/ink7629.xml"/><Relationship Id="rId242" Type="http://schemas.openxmlformats.org/officeDocument/2006/relationships/image" Target="NULL"/><Relationship Id="rId263" Type="http://schemas.openxmlformats.org/officeDocument/2006/relationships/customXml" Target="../ink/ink7650.xml"/><Relationship Id="rId284" Type="http://schemas.openxmlformats.org/officeDocument/2006/relationships/image" Target="NULL"/><Relationship Id="rId319" Type="http://schemas.openxmlformats.org/officeDocument/2006/relationships/customXml" Target="../ink/ink7678.xml"/><Relationship Id="rId37" Type="http://schemas.openxmlformats.org/officeDocument/2006/relationships/image" Target="NULL"/><Relationship Id="rId58" Type="http://schemas.openxmlformats.org/officeDocument/2006/relationships/customXml" Target="../ink/ink7545.xml"/><Relationship Id="rId79" Type="http://schemas.openxmlformats.org/officeDocument/2006/relationships/image" Target="NULL"/><Relationship Id="rId102" Type="http://schemas.openxmlformats.org/officeDocument/2006/relationships/customXml" Target="../ink/ink7569.xml"/><Relationship Id="rId123" Type="http://schemas.openxmlformats.org/officeDocument/2006/relationships/image" Target="NULL"/><Relationship Id="rId144" Type="http://schemas.openxmlformats.org/officeDocument/2006/relationships/customXml" Target="../ink/ink7590.xml"/><Relationship Id="rId90" Type="http://schemas.openxmlformats.org/officeDocument/2006/relationships/image" Target="NULL"/><Relationship Id="rId165" Type="http://schemas.openxmlformats.org/officeDocument/2006/relationships/image" Target="NULL"/><Relationship Id="rId186" Type="http://schemas.openxmlformats.org/officeDocument/2006/relationships/image" Target="NULL"/><Relationship Id="rId211" Type="http://schemas.openxmlformats.org/officeDocument/2006/relationships/customXml" Target="../ink/ink7624.xml"/><Relationship Id="rId232" Type="http://schemas.openxmlformats.org/officeDocument/2006/relationships/image" Target="NULL"/><Relationship Id="rId253" Type="http://schemas.openxmlformats.org/officeDocument/2006/relationships/customXml" Target="../ink/ink7645.xml"/><Relationship Id="rId274" Type="http://schemas.openxmlformats.org/officeDocument/2006/relationships/image" Target="NULL"/><Relationship Id="rId295" Type="http://schemas.openxmlformats.org/officeDocument/2006/relationships/customXml" Target="../ink/ink7666.xml"/><Relationship Id="rId309" Type="http://schemas.openxmlformats.org/officeDocument/2006/relationships/customXml" Target="../ink/ink7673.xml"/><Relationship Id="rId27" Type="http://schemas.openxmlformats.org/officeDocument/2006/relationships/image" Target="NULL"/><Relationship Id="rId48" Type="http://schemas.openxmlformats.org/officeDocument/2006/relationships/customXml" Target="../ink/ink7540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7585.xml"/><Relationship Id="rId320" Type="http://schemas.openxmlformats.org/officeDocument/2006/relationships/image" Target="NULL"/><Relationship Id="rId80" Type="http://schemas.openxmlformats.org/officeDocument/2006/relationships/customXml" Target="../ink/ink7556.xml"/><Relationship Id="rId155" Type="http://schemas.openxmlformats.org/officeDocument/2006/relationships/image" Target="NULL"/><Relationship Id="rId176" Type="http://schemas.openxmlformats.org/officeDocument/2006/relationships/customXml" Target="../ink/ink7606.xml"/><Relationship Id="rId197" Type="http://schemas.openxmlformats.org/officeDocument/2006/relationships/customXml" Target="../ink/ink7617.xml"/><Relationship Id="rId201" Type="http://schemas.openxmlformats.org/officeDocument/2006/relationships/customXml" Target="../ink/ink7619.xml"/><Relationship Id="rId222" Type="http://schemas.openxmlformats.org/officeDocument/2006/relationships/image" Target="NULL"/><Relationship Id="rId243" Type="http://schemas.openxmlformats.org/officeDocument/2006/relationships/customXml" Target="../ink/ink7640.xml"/><Relationship Id="rId264" Type="http://schemas.openxmlformats.org/officeDocument/2006/relationships/image" Target="NULL"/><Relationship Id="rId285" Type="http://schemas.openxmlformats.org/officeDocument/2006/relationships/customXml" Target="../ink/ink7661.xml"/><Relationship Id="rId17" Type="http://schemas.openxmlformats.org/officeDocument/2006/relationships/image" Target="NULL"/><Relationship Id="rId38" Type="http://schemas.openxmlformats.org/officeDocument/2006/relationships/customXml" Target="../ink/ink7535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7580.xml"/><Relationship Id="rId310" Type="http://schemas.openxmlformats.org/officeDocument/2006/relationships/image" Target="NULL"/><Relationship Id="rId70" Type="http://schemas.openxmlformats.org/officeDocument/2006/relationships/customXml" Target="../ink/ink7551.xml"/><Relationship Id="rId91" Type="http://schemas.openxmlformats.org/officeDocument/2006/relationships/customXml" Target="../ink/ink7562.xml"/><Relationship Id="rId145" Type="http://schemas.openxmlformats.org/officeDocument/2006/relationships/image" Target="NULL"/><Relationship Id="rId166" Type="http://schemas.openxmlformats.org/officeDocument/2006/relationships/customXml" Target="../ink/ink7601.xml"/><Relationship Id="rId187" Type="http://schemas.openxmlformats.org/officeDocument/2006/relationships/customXml" Target="../ink/ink7612.xml"/><Relationship Id="rId1" Type="http://schemas.openxmlformats.org/officeDocument/2006/relationships/slideLayout" Target="../slideLayouts/slideLayout2.xml"/><Relationship Id="rId212" Type="http://schemas.openxmlformats.org/officeDocument/2006/relationships/image" Target="NULL"/><Relationship Id="rId233" Type="http://schemas.openxmlformats.org/officeDocument/2006/relationships/customXml" Target="../ink/ink7635.xml"/><Relationship Id="rId254" Type="http://schemas.openxmlformats.org/officeDocument/2006/relationships/image" Target="NULL"/><Relationship Id="rId28" Type="http://schemas.openxmlformats.org/officeDocument/2006/relationships/customXml" Target="../ink/ink7530.xml"/><Relationship Id="rId49" Type="http://schemas.openxmlformats.org/officeDocument/2006/relationships/image" Target="NULL"/><Relationship Id="rId114" Type="http://schemas.openxmlformats.org/officeDocument/2006/relationships/customXml" Target="../ink/ink7575.xml"/><Relationship Id="rId275" Type="http://schemas.openxmlformats.org/officeDocument/2006/relationships/customXml" Target="../ink/ink7656.xml"/><Relationship Id="rId296" Type="http://schemas.openxmlformats.org/officeDocument/2006/relationships/image" Target="NULL"/><Relationship Id="rId300" Type="http://schemas.openxmlformats.org/officeDocument/2006/relationships/image" Target="NULL"/><Relationship Id="rId60" Type="http://schemas.openxmlformats.org/officeDocument/2006/relationships/customXml" Target="../ink/ink7546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7596.xml"/><Relationship Id="rId177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customXml" Target="../ink/ink7679.xml"/><Relationship Id="rId202" Type="http://schemas.openxmlformats.org/officeDocument/2006/relationships/image" Target="NULL"/><Relationship Id="rId223" Type="http://schemas.openxmlformats.org/officeDocument/2006/relationships/customXml" Target="../ink/ink7630.xml"/><Relationship Id="rId244" Type="http://schemas.openxmlformats.org/officeDocument/2006/relationships/image" Target="NULL"/><Relationship Id="rId18" Type="http://schemas.openxmlformats.org/officeDocument/2006/relationships/customXml" Target="../ink/ink7525.xml"/><Relationship Id="rId39" Type="http://schemas.openxmlformats.org/officeDocument/2006/relationships/image" Target="NULL"/><Relationship Id="rId265" Type="http://schemas.openxmlformats.org/officeDocument/2006/relationships/customXml" Target="../ink/ink7651.xml"/><Relationship Id="rId286" Type="http://schemas.openxmlformats.org/officeDocument/2006/relationships/image" Target="NULL"/><Relationship Id="rId50" Type="http://schemas.openxmlformats.org/officeDocument/2006/relationships/customXml" Target="../ink/ink7541.xml"/><Relationship Id="rId104" Type="http://schemas.openxmlformats.org/officeDocument/2006/relationships/customXml" Target="../ink/ink7570.xml"/><Relationship Id="rId125" Type="http://schemas.openxmlformats.org/officeDocument/2006/relationships/image" Target="NULL"/><Relationship Id="rId146" Type="http://schemas.openxmlformats.org/officeDocument/2006/relationships/customXml" Target="../ink/ink7591.xml"/><Relationship Id="rId167" Type="http://schemas.openxmlformats.org/officeDocument/2006/relationships/image" Target="NULL"/><Relationship Id="rId188" Type="http://schemas.openxmlformats.org/officeDocument/2006/relationships/image" Target="NULL"/><Relationship Id="rId311" Type="http://schemas.openxmlformats.org/officeDocument/2006/relationships/customXml" Target="../ink/ink7674.xml"/><Relationship Id="rId71" Type="http://schemas.openxmlformats.org/officeDocument/2006/relationships/image" Target="NULL"/><Relationship Id="rId92" Type="http://schemas.openxmlformats.org/officeDocument/2006/relationships/image" Target="NULL"/><Relationship Id="rId213" Type="http://schemas.openxmlformats.org/officeDocument/2006/relationships/customXml" Target="../ink/ink7625.xml"/><Relationship Id="rId234" Type="http://schemas.openxmlformats.org/officeDocument/2006/relationships/image" Target="NULL"/><Relationship Id="rId2" Type="http://schemas.openxmlformats.org/officeDocument/2006/relationships/customXml" Target="../ink/ink7517.xml"/><Relationship Id="rId29" Type="http://schemas.openxmlformats.org/officeDocument/2006/relationships/image" Target="NULL"/><Relationship Id="rId255" Type="http://schemas.openxmlformats.org/officeDocument/2006/relationships/customXml" Target="../ink/ink7646.xml"/><Relationship Id="rId276" Type="http://schemas.openxmlformats.org/officeDocument/2006/relationships/image" Target="NULL"/><Relationship Id="rId297" Type="http://schemas.openxmlformats.org/officeDocument/2006/relationships/customXml" Target="../ink/ink7667.xml"/><Relationship Id="rId40" Type="http://schemas.openxmlformats.org/officeDocument/2006/relationships/customXml" Target="../ink/ink7536.xml"/><Relationship Id="rId115" Type="http://schemas.openxmlformats.org/officeDocument/2006/relationships/image" Target="NULL"/><Relationship Id="rId136" Type="http://schemas.openxmlformats.org/officeDocument/2006/relationships/customXml" Target="../ink/ink7586.xml"/><Relationship Id="rId157" Type="http://schemas.openxmlformats.org/officeDocument/2006/relationships/image" Target="NULL"/><Relationship Id="rId178" Type="http://schemas.openxmlformats.org/officeDocument/2006/relationships/customXml" Target="../ink/ink7607.xml"/><Relationship Id="rId301" Type="http://schemas.openxmlformats.org/officeDocument/2006/relationships/customXml" Target="../ink/ink7669.xml"/><Relationship Id="rId322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7557.xml"/><Relationship Id="rId199" Type="http://schemas.openxmlformats.org/officeDocument/2006/relationships/customXml" Target="../ink/ink7618.xml"/><Relationship Id="rId203" Type="http://schemas.openxmlformats.org/officeDocument/2006/relationships/customXml" Target="../ink/ink7620.xm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7641.xml"/><Relationship Id="rId266" Type="http://schemas.openxmlformats.org/officeDocument/2006/relationships/image" Target="NULL"/><Relationship Id="rId287" Type="http://schemas.openxmlformats.org/officeDocument/2006/relationships/customXml" Target="../ink/ink7662.xml"/><Relationship Id="rId30" Type="http://schemas.openxmlformats.org/officeDocument/2006/relationships/customXml" Target="../ink/ink7531.xml"/><Relationship Id="rId105" Type="http://schemas.openxmlformats.org/officeDocument/2006/relationships/image" Target="NULL"/><Relationship Id="rId126" Type="http://schemas.openxmlformats.org/officeDocument/2006/relationships/customXml" Target="../ink/ink7581.xml"/><Relationship Id="rId147" Type="http://schemas.openxmlformats.org/officeDocument/2006/relationships/image" Target="NULL"/><Relationship Id="rId168" Type="http://schemas.openxmlformats.org/officeDocument/2006/relationships/customXml" Target="../ink/ink7602.xml"/><Relationship Id="rId312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7552.xml"/><Relationship Id="rId93" Type="http://schemas.openxmlformats.org/officeDocument/2006/relationships/customXml" Target="../ink/ink7563.xml"/><Relationship Id="rId189" Type="http://schemas.openxmlformats.org/officeDocument/2006/relationships/customXml" Target="../ink/ink7613.xm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7636.xml"/><Relationship Id="rId256" Type="http://schemas.openxmlformats.org/officeDocument/2006/relationships/image" Target="NULL"/><Relationship Id="rId277" Type="http://schemas.openxmlformats.org/officeDocument/2006/relationships/customXml" Target="../ink/ink7657.xml"/><Relationship Id="rId298" Type="http://schemas.openxmlformats.org/officeDocument/2006/relationships/image" Target="NULL"/><Relationship Id="rId116" Type="http://schemas.openxmlformats.org/officeDocument/2006/relationships/customXml" Target="../ink/ink7576.xml"/><Relationship Id="rId137" Type="http://schemas.openxmlformats.org/officeDocument/2006/relationships/image" Target="NULL"/><Relationship Id="rId158" Type="http://schemas.openxmlformats.org/officeDocument/2006/relationships/customXml" Target="../ink/ink7597.xml"/><Relationship Id="rId302" Type="http://schemas.openxmlformats.org/officeDocument/2006/relationships/image" Target="NULL"/><Relationship Id="rId323" Type="http://schemas.openxmlformats.org/officeDocument/2006/relationships/customXml" Target="../ink/ink7680.xml"/><Relationship Id="rId20" Type="http://schemas.openxmlformats.org/officeDocument/2006/relationships/customXml" Target="../ink/ink7526.xml"/><Relationship Id="rId41" Type="http://schemas.openxmlformats.org/officeDocument/2006/relationships/image" Target="NULL"/><Relationship Id="rId62" Type="http://schemas.openxmlformats.org/officeDocument/2006/relationships/customXml" Target="../ink/ink7547.xml"/><Relationship Id="rId83" Type="http://schemas.openxmlformats.org/officeDocument/2006/relationships/image" Target="NULL"/><Relationship Id="rId179" Type="http://schemas.openxmlformats.org/officeDocument/2006/relationships/customXml" Target="../ink/ink7608.xml"/><Relationship Id="rId190" Type="http://schemas.openxmlformats.org/officeDocument/2006/relationships/image" Target="NULL"/><Relationship Id="rId204" Type="http://schemas.openxmlformats.org/officeDocument/2006/relationships/image" Target="NULL"/><Relationship Id="rId225" Type="http://schemas.openxmlformats.org/officeDocument/2006/relationships/customXml" Target="../ink/ink7631.xml"/><Relationship Id="rId246" Type="http://schemas.openxmlformats.org/officeDocument/2006/relationships/image" Target="NULL"/><Relationship Id="rId267" Type="http://schemas.openxmlformats.org/officeDocument/2006/relationships/customXml" Target="../ink/ink7652.xml"/><Relationship Id="rId288" Type="http://schemas.openxmlformats.org/officeDocument/2006/relationships/image" Target="NULL"/><Relationship Id="rId106" Type="http://schemas.openxmlformats.org/officeDocument/2006/relationships/customXml" Target="../ink/ink7571.xml"/><Relationship Id="rId127" Type="http://schemas.openxmlformats.org/officeDocument/2006/relationships/image" Target="NULL"/><Relationship Id="rId313" Type="http://schemas.openxmlformats.org/officeDocument/2006/relationships/customXml" Target="../ink/ink7675.xml"/><Relationship Id="rId10" Type="http://schemas.openxmlformats.org/officeDocument/2006/relationships/customXml" Target="../ink/ink7521.xml"/><Relationship Id="rId31" Type="http://schemas.openxmlformats.org/officeDocument/2006/relationships/image" Target="NULL"/><Relationship Id="rId52" Type="http://schemas.openxmlformats.org/officeDocument/2006/relationships/customXml" Target="../ink/ink7542.xml"/><Relationship Id="rId73" Type="http://schemas.openxmlformats.org/officeDocument/2006/relationships/image" Target="NULL"/><Relationship Id="rId94" Type="http://schemas.openxmlformats.org/officeDocument/2006/relationships/image" Target="NULL"/><Relationship Id="rId148" Type="http://schemas.openxmlformats.org/officeDocument/2006/relationships/customXml" Target="../ink/ink7592.xml"/><Relationship Id="rId169" Type="http://schemas.openxmlformats.org/officeDocument/2006/relationships/image" Target="NULL"/><Relationship Id="rId4" Type="http://schemas.openxmlformats.org/officeDocument/2006/relationships/customXml" Target="../ink/ink7518.xml"/><Relationship Id="rId180" Type="http://schemas.openxmlformats.org/officeDocument/2006/relationships/image" Target="NULL"/><Relationship Id="rId215" Type="http://schemas.openxmlformats.org/officeDocument/2006/relationships/customXml" Target="../ink/ink7626.xml"/><Relationship Id="rId236" Type="http://schemas.openxmlformats.org/officeDocument/2006/relationships/image" Target="NULL"/><Relationship Id="rId257" Type="http://schemas.openxmlformats.org/officeDocument/2006/relationships/customXml" Target="../ink/ink7647.xml"/><Relationship Id="rId278" Type="http://schemas.openxmlformats.org/officeDocument/2006/relationships/image" Target="NULL"/><Relationship Id="rId303" Type="http://schemas.openxmlformats.org/officeDocument/2006/relationships/customXml" Target="../ink/ink7670.xml"/><Relationship Id="rId42" Type="http://schemas.openxmlformats.org/officeDocument/2006/relationships/customXml" Target="../ink/ink7537.xml"/><Relationship Id="rId84" Type="http://schemas.openxmlformats.org/officeDocument/2006/relationships/customXml" Target="../ink/ink7558.xml"/><Relationship Id="rId138" Type="http://schemas.openxmlformats.org/officeDocument/2006/relationships/customXml" Target="../ink/ink7587.xml"/><Relationship Id="rId191" Type="http://schemas.openxmlformats.org/officeDocument/2006/relationships/customXml" Target="../ink/ink7614.xml"/><Relationship Id="rId205" Type="http://schemas.openxmlformats.org/officeDocument/2006/relationships/customXml" Target="../ink/ink7621.xml"/><Relationship Id="rId247" Type="http://schemas.openxmlformats.org/officeDocument/2006/relationships/customXml" Target="../ink/ink7642.xml"/><Relationship Id="rId107" Type="http://schemas.openxmlformats.org/officeDocument/2006/relationships/image" Target="NULL"/><Relationship Id="rId289" Type="http://schemas.openxmlformats.org/officeDocument/2006/relationships/customXml" Target="../ink/ink7663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image" Target="NULL"/><Relationship Id="rId95" Type="http://schemas.openxmlformats.org/officeDocument/2006/relationships/customXml" Target="../ink/ink7564.xml"/><Relationship Id="rId160" Type="http://schemas.openxmlformats.org/officeDocument/2006/relationships/customXml" Target="../ink/ink7598.xml"/><Relationship Id="rId216" Type="http://schemas.openxmlformats.org/officeDocument/2006/relationships/image" Target="NULL"/><Relationship Id="rId258" Type="http://schemas.openxmlformats.org/officeDocument/2006/relationships/image" Target="NULL"/><Relationship Id="rId22" Type="http://schemas.openxmlformats.org/officeDocument/2006/relationships/customXml" Target="../ink/ink7527.xml"/><Relationship Id="rId64" Type="http://schemas.openxmlformats.org/officeDocument/2006/relationships/customXml" Target="../ink/ink7548.xml"/><Relationship Id="rId118" Type="http://schemas.openxmlformats.org/officeDocument/2006/relationships/customXml" Target="../ink/ink7577.xml"/><Relationship Id="rId325" Type="http://schemas.openxmlformats.org/officeDocument/2006/relationships/customXml" Target="../ink/ink7681.xml"/><Relationship Id="rId171" Type="http://schemas.openxmlformats.org/officeDocument/2006/relationships/image" Target="NULL"/><Relationship Id="rId227" Type="http://schemas.openxmlformats.org/officeDocument/2006/relationships/customXml" Target="../ink/ink7632.xml"/><Relationship Id="rId269" Type="http://schemas.openxmlformats.org/officeDocument/2006/relationships/customXml" Target="../ink/ink7653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7588.xml"/><Relationship Id="rId182" Type="http://schemas.openxmlformats.org/officeDocument/2006/relationships/image" Target="NULL"/><Relationship Id="rId6" Type="http://schemas.openxmlformats.org/officeDocument/2006/relationships/customXml" Target="../ink/ink7519.xml"/><Relationship Id="rId238" Type="http://schemas.openxmlformats.org/officeDocument/2006/relationships/image" Target="NULL"/><Relationship Id="rId291" Type="http://schemas.openxmlformats.org/officeDocument/2006/relationships/customXml" Target="../ink/ink7664.xml"/><Relationship Id="rId305" Type="http://schemas.openxmlformats.org/officeDocument/2006/relationships/customXml" Target="../ink/ink7671.xml"/><Relationship Id="rId44" Type="http://schemas.openxmlformats.org/officeDocument/2006/relationships/customXml" Target="../ink/ink7538.xml"/><Relationship Id="rId86" Type="http://schemas.openxmlformats.org/officeDocument/2006/relationships/customXml" Target="../ink/ink7559.xml"/><Relationship Id="rId151" Type="http://schemas.openxmlformats.org/officeDocument/2006/relationships/image" Target="NULL"/><Relationship Id="rId193" Type="http://schemas.openxmlformats.org/officeDocument/2006/relationships/customXml" Target="../ink/ink7615.xml"/><Relationship Id="rId207" Type="http://schemas.openxmlformats.org/officeDocument/2006/relationships/customXml" Target="../ink/ink7622.xml"/><Relationship Id="rId249" Type="http://schemas.openxmlformats.org/officeDocument/2006/relationships/customXml" Target="../ink/ink7643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customXml" Target="../ink/ink7565.xml"/><Relationship Id="rId120" Type="http://schemas.openxmlformats.org/officeDocument/2006/relationships/customXml" Target="../ink/ink7578.xm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7844.xml"/><Relationship Id="rId366" Type="http://schemas.openxmlformats.org/officeDocument/2006/relationships/customXml" Target="../ink/ink7866.xml"/><Relationship Id="rId170" Type="http://schemas.openxmlformats.org/officeDocument/2006/relationships/customXml" Target="../ink/ink7767.xml"/><Relationship Id="rId226" Type="http://schemas.openxmlformats.org/officeDocument/2006/relationships/customXml" Target="../ink/ink7795.xml"/><Relationship Id="rId433" Type="http://schemas.openxmlformats.org/officeDocument/2006/relationships/image" Target="NULL"/><Relationship Id="rId268" Type="http://schemas.openxmlformats.org/officeDocument/2006/relationships/customXml" Target="../ink/ink7816.xml"/><Relationship Id="rId475" Type="http://schemas.openxmlformats.org/officeDocument/2006/relationships/image" Target="NULL"/><Relationship Id="rId32" Type="http://schemas.openxmlformats.org/officeDocument/2006/relationships/customXml" Target="../ink/ink7698.xml"/><Relationship Id="rId74" Type="http://schemas.openxmlformats.org/officeDocument/2006/relationships/customXml" Target="../ink/ink7719.xml"/><Relationship Id="rId128" Type="http://schemas.openxmlformats.org/officeDocument/2006/relationships/customXml" Target="../ink/ink7746.xml"/><Relationship Id="rId335" Type="http://schemas.openxmlformats.org/officeDocument/2006/relationships/image" Target="NULL"/><Relationship Id="rId377" Type="http://schemas.openxmlformats.org/officeDocument/2006/relationships/image" Target="NULL"/><Relationship Id="rId500" Type="http://schemas.openxmlformats.org/officeDocument/2006/relationships/customXml" Target="../ink/ink7933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402" Type="http://schemas.openxmlformats.org/officeDocument/2006/relationships/customXml" Target="../ink/ink7884.xml"/><Relationship Id="rId279" Type="http://schemas.openxmlformats.org/officeDocument/2006/relationships/image" Target="NULL"/><Relationship Id="rId444" Type="http://schemas.openxmlformats.org/officeDocument/2006/relationships/customXml" Target="../ink/ink7905.xml"/><Relationship Id="rId486" Type="http://schemas.openxmlformats.org/officeDocument/2006/relationships/customXml" Target="../ink/ink7926.xm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7827.xml"/><Relationship Id="rId304" Type="http://schemas.openxmlformats.org/officeDocument/2006/relationships/customXml" Target="../ink/ink7834.xml"/><Relationship Id="rId346" Type="http://schemas.openxmlformats.org/officeDocument/2006/relationships/customXml" Target="../ink/ink7856.xml"/><Relationship Id="rId388" Type="http://schemas.openxmlformats.org/officeDocument/2006/relationships/customXml" Target="../ink/ink7877.xml"/><Relationship Id="rId511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7757.xml"/><Relationship Id="rId192" Type="http://schemas.openxmlformats.org/officeDocument/2006/relationships/customXml" Target="../ink/ink7778.xml"/><Relationship Id="rId206" Type="http://schemas.openxmlformats.org/officeDocument/2006/relationships/customXml" Target="../ink/ink7785.xml"/><Relationship Id="rId413" Type="http://schemas.openxmlformats.org/officeDocument/2006/relationships/image" Target="NULL"/><Relationship Id="rId248" Type="http://schemas.openxmlformats.org/officeDocument/2006/relationships/customXml" Target="../ink/ink7806.xml"/><Relationship Id="rId455" Type="http://schemas.openxmlformats.org/officeDocument/2006/relationships/image" Target="NULL"/><Relationship Id="rId497" Type="http://schemas.openxmlformats.org/officeDocument/2006/relationships/image" Target="NULL"/><Relationship Id="rId12" Type="http://schemas.openxmlformats.org/officeDocument/2006/relationships/customXml" Target="../ink/ink7688.xml"/><Relationship Id="rId108" Type="http://schemas.openxmlformats.org/officeDocument/2006/relationships/customXml" Target="../ink/ink7736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7709.xml"/><Relationship Id="rId96" Type="http://schemas.openxmlformats.org/officeDocument/2006/relationships/customXml" Target="../ink/ink7730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7895.xml"/><Relationship Id="rId466" Type="http://schemas.openxmlformats.org/officeDocument/2006/relationships/customXml" Target="../ink/ink7916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7817.xml"/><Relationship Id="rId326" Type="http://schemas.openxmlformats.org/officeDocument/2006/relationships/customXml" Target="../ink/ink7846.xml"/><Relationship Id="rId65" Type="http://schemas.openxmlformats.org/officeDocument/2006/relationships/image" Target="NULL"/><Relationship Id="rId130" Type="http://schemas.openxmlformats.org/officeDocument/2006/relationships/customXml" Target="../ink/ink7747.xml"/><Relationship Id="rId368" Type="http://schemas.openxmlformats.org/officeDocument/2006/relationships/customXml" Target="../ink/ink7867.xml"/><Relationship Id="rId172" Type="http://schemas.openxmlformats.org/officeDocument/2006/relationships/customXml" Target="../ink/ink7768.xml"/><Relationship Id="rId228" Type="http://schemas.openxmlformats.org/officeDocument/2006/relationships/customXml" Target="../ink/ink7796.xml"/><Relationship Id="rId435" Type="http://schemas.openxmlformats.org/officeDocument/2006/relationships/image" Target="NULL"/><Relationship Id="rId477" Type="http://schemas.openxmlformats.org/officeDocument/2006/relationships/image" Target="NULL"/><Relationship Id="rId281" Type="http://schemas.openxmlformats.org/officeDocument/2006/relationships/image" Target="NULL"/><Relationship Id="rId337" Type="http://schemas.openxmlformats.org/officeDocument/2006/relationships/image" Target="NULL"/><Relationship Id="rId502" Type="http://schemas.openxmlformats.org/officeDocument/2006/relationships/customXml" Target="../ink/ink7934.xml"/><Relationship Id="rId34" Type="http://schemas.openxmlformats.org/officeDocument/2006/relationships/customXml" Target="../ink/ink7699.xml"/><Relationship Id="rId76" Type="http://schemas.openxmlformats.org/officeDocument/2006/relationships/customXml" Target="../ink/ink7720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7878.xml"/><Relationship Id="rId404" Type="http://schemas.openxmlformats.org/officeDocument/2006/relationships/customXml" Target="../ink/ink7885.xml"/><Relationship Id="rId446" Type="http://schemas.openxmlformats.org/officeDocument/2006/relationships/customXml" Target="../ink/ink7906.xml"/><Relationship Id="rId250" Type="http://schemas.openxmlformats.org/officeDocument/2006/relationships/customXml" Target="../ink/ink7807.xml"/><Relationship Id="rId292" Type="http://schemas.openxmlformats.org/officeDocument/2006/relationships/customXml" Target="../ink/ink7828.xml"/><Relationship Id="rId306" Type="http://schemas.openxmlformats.org/officeDocument/2006/relationships/customXml" Target="../ink/ink7835.xml"/><Relationship Id="rId488" Type="http://schemas.openxmlformats.org/officeDocument/2006/relationships/customXml" Target="../ink/ink7927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7737.xml"/><Relationship Id="rId348" Type="http://schemas.openxmlformats.org/officeDocument/2006/relationships/customXml" Target="../ink/ink7857.xml"/><Relationship Id="rId513" Type="http://schemas.openxmlformats.org/officeDocument/2006/relationships/image" Target="NULL"/><Relationship Id="rId152" Type="http://schemas.openxmlformats.org/officeDocument/2006/relationships/customXml" Target="../ink/ink7758.xml"/><Relationship Id="rId194" Type="http://schemas.openxmlformats.org/officeDocument/2006/relationships/customXml" Target="../ink/ink7779.xml"/><Relationship Id="rId208" Type="http://schemas.openxmlformats.org/officeDocument/2006/relationships/customXml" Target="../ink/ink7786.xml"/><Relationship Id="rId415" Type="http://schemas.openxmlformats.org/officeDocument/2006/relationships/image" Target="NULL"/><Relationship Id="rId457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Relationship Id="rId14" Type="http://schemas.openxmlformats.org/officeDocument/2006/relationships/customXml" Target="../ink/ink7689.xml"/><Relationship Id="rId56" Type="http://schemas.openxmlformats.org/officeDocument/2006/relationships/customXml" Target="../ink/ink7710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7731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7868.xml"/><Relationship Id="rId426" Type="http://schemas.openxmlformats.org/officeDocument/2006/relationships/customXml" Target="../ink/ink7896.xml"/><Relationship Id="rId230" Type="http://schemas.openxmlformats.org/officeDocument/2006/relationships/customXml" Target="../ink/ink7797.xml"/><Relationship Id="rId468" Type="http://schemas.openxmlformats.org/officeDocument/2006/relationships/customXml" Target="../ink/ink7917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7818.xml"/><Relationship Id="rId328" Type="http://schemas.openxmlformats.org/officeDocument/2006/relationships/customXml" Target="../ink/ink7847.xml"/><Relationship Id="rId132" Type="http://schemas.openxmlformats.org/officeDocument/2006/relationships/customXml" Target="../ink/ink7748.xml"/><Relationship Id="rId174" Type="http://schemas.openxmlformats.org/officeDocument/2006/relationships/customXml" Target="../ink/ink7769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image" Target="NULL"/><Relationship Id="rId479" Type="http://schemas.openxmlformats.org/officeDocument/2006/relationships/image" Target="NULL"/><Relationship Id="rId36" Type="http://schemas.openxmlformats.org/officeDocument/2006/relationships/customXml" Target="../ink/ink7700.xm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customXml" Target="../ink/ink7928.xml"/><Relationship Id="rId504" Type="http://schemas.openxmlformats.org/officeDocument/2006/relationships/customXml" Target="../ink/ink7935.xml"/><Relationship Id="rId78" Type="http://schemas.openxmlformats.org/officeDocument/2006/relationships/customXml" Target="../ink/ink7721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7858.xml"/><Relationship Id="rId406" Type="http://schemas.openxmlformats.org/officeDocument/2006/relationships/customXml" Target="../ink/ink7886.xml"/><Relationship Id="rId9" Type="http://schemas.openxmlformats.org/officeDocument/2006/relationships/image" Target="NULL"/><Relationship Id="rId210" Type="http://schemas.openxmlformats.org/officeDocument/2006/relationships/customXml" Target="../ink/ink7787.xml"/><Relationship Id="rId392" Type="http://schemas.openxmlformats.org/officeDocument/2006/relationships/customXml" Target="../ink/ink7879.xml"/><Relationship Id="rId448" Type="http://schemas.openxmlformats.org/officeDocument/2006/relationships/customXml" Target="../ink/ink7907.xml"/><Relationship Id="rId252" Type="http://schemas.openxmlformats.org/officeDocument/2006/relationships/customXml" Target="../ink/ink7808.xml"/><Relationship Id="rId294" Type="http://schemas.openxmlformats.org/officeDocument/2006/relationships/customXml" Target="../ink/ink7829.xml"/><Relationship Id="rId308" Type="http://schemas.openxmlformats.org/officeDocument/2006/relationships/customXml" Target="../ink/ink7836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7738.xml"/><Relationship Id="rId154" Type="http://schemas.openxmlformats.org/officeDocument/2006/relationships/customXml" Target="../ink/ink7759.xml"/><Relationship Id="rId361" Type="http://schemas.openxmlformats.org/officeDocument/2006/relationships/image" Target="NULL"/><Relationship Id="rId196" Type="http://schemas.openxmlformats.org/officeDocument/2006/relationships/customXml" Target="../ink/ink7780.xml"/><Relationship Id="rId417" Type="http://schemas.openxmlformats.org/officeDocument/2006/relationships/image" Target="NULL"/><Relationship Id="rId459" Type="http://schemas.openxmlformats.org/officeDocument/2006/relationships/image" Target="NULL"/><Relationship Id="rId16" Type="http://schemas.openxmlformats.org/officeDocument/2006/relationships/customXml" Target="../ink/ink7690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7918.xml"/><Relationship Id="rId58" Type="http://schemas.openxmlformats.org/officeDocument/2006/relationships/customXml" Target="../ink/ink7711.xml"/><Relationship Id="rId123" Type="http://schemas.openxmlformats.org/officeDocument/2006/relationships/image" Target="NULL"/><Relationship Id="rId330" Type="http://schemas.openxmlformats.org/officeDocument/2006/relationships/customXml" Target="../ink/ink7848.xml"/><Relationship Id="rId165" Type="http://schemas.openxmlformats.org/officeDocument/2006/relationships/image" Target="NULL"/><Relationship Id="rId372" Type="http://schemas.openxmlformats.org/officeDocument/2006/relationships/customXml" Target="../ink/ink7869.xml"/><Relationship Id="rId428" Type="http://schemas.openxmlformats.org/officeDocument/2006/relationships/customXml" Target="../ink/ink7897.xml"/><Relationship Id="rId232" Type="http://schemas.openxmlformats.org/officeDocument/2006/relationships/customXml" Target="../ink/ink7798.xml"/><Relationship Id="rId274" Type="http://schemas.openxmlformats.org/officeDocument/2006/relationships/customXml" Target="../ink/ink7819.xm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7749.xml"/><Relationship Id="rId80" Type="http://schemas.openxmlformats.org/officeDocument/2006/relationships/customXml" Target="../ink/ink7722.xml"/><Relationship Id="rId176" Type="http://schemas.openxmlformats.org/officeDocument/2006/relationships/customXml" Target="../ink/ink7770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customXml" Target="../ink/ink7908.xml"/><Relationship Id="rId506" Type="http://schemas.openxmlformats.org/officeDocument/2006/relationships/customXml" Target="../ink/ink7936.xml"/><Relationship Id="rId38" Type="http://schemas.openxmlformats.org/officeDocument/2006/relationships/customXml" Target="../ink/ink7701.xml"/><Relationship Id="rId103" Type="http://schemas.openxmlformats.org/officeDocument/2006/relationships/image" Target="NULL"/><Relationship Id="rId310" Type="http://schemas.openxmlformats.org/officeDocument/2006/relationships/customXml" Target="../ink/ink7837.xml"/><Relationship Id="rId492" Type="http://schemas.openxmlformats.org/officeDocument/2006/relationships/customXml" Target="../ink/ink7929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7859.xml"/><Relationship Id="rId394" Type="http://schemas.openxmlformats.org/officeDocument/2006/relationships/customXml" Target="../ink/ink7880.xml"/><Relationship Id="rId408" Type="http://schemas.openxmlformats.org/officeDocument/2006/relationships/customXml" Target="../ink/ink7887.xml"/><Relationship Id="rId212" Type="http://schemas.openxmlformats.org/officeDocument/2006/relationships/customXml" Target="../ink/ink7788.xml"/><Relationship Id="rId254" Type="http://schemas.openxmlformats.org/officeDocument/2006/relationships/customXml" Target="../ink/ink7809.xml"/><Relationship Id="rId49" Type="http://schemas.openxmlformats.org/officeDocument/2006/relationships/image" Target="NULL"/><Relationship Id="rId114" Type="http://schemas.openxmlformats.org/officeDocument/2006/relationships/customXml" Target="../ink/ink7739.xml"/><Relationship Id="rId296" Type="http://schemas.openxmlformats.org/officeDocument/2006/relationships/customXml" Target="../ink/ink7830.xml"/><Relationship Id="rId461" Type="http://schemas.openxmlformats.org/officeDocument/2006/relationships/image" Target="NULL"/><Relationship Id="rId60" Type="http://schemas.openxmlformats.org/officeDocument/2006/relationships/customXml" Target="../ink/ink7712.xml"/><Relationship Id="rId156" Type="http://schemas.openxmlformats.org/officeDocument/2006/relationships/customXml" Target="../ink/ink7760.xml"/><Relationship Id="rId198" Type="http://schemas.openxmlformats.org/officeDocument/2006/relationships/customXml" Target="../ink/ink7781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7898.xml"/><Relationship Id="rId18" Type="http://schemas.openxmlformats.org/officeDocument/2006/relationships/customXml" Target="../ink/ink7691.xml"/><Relationship Id="rId265" Type="http://schemas.openxmlformats.org/officeDocument/2006/relationships/image" Target="NULL"/><Relationship Id="rId472" Type="http://schemas.openxmlformats.org/officeDocument/2006/relationships/customXml" Target="../ink/ink7919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7849.xml"/><Relationship Id="rId374" Type="http://schemas.openxmlformats.org/officeDocument/2006/relationships/customXml" Target="../ink/ink7870.xml"/><Relationship Id="rId71" Type="http://schemas.openxmlformats.org/officeDocument/2006/relationships/image" Target="NULL"/><Relationship Id="rId234" Type="http://schemas.openxmlformats.org/officeDocument/2006/relationships/customXml" Target="../ink/ink7799.xml"/><Relationship Id="rId2" Type="http://schemas.openxmlformats.org/officeDocument/2006/relationships/customXml" Target="../ink/ink7683.xml"/><Relationship Id="rId29" Type="http://schemas.openxmlformats.org/officeDocument/2006/relationships/image" Target="NULL"/><Relationship Id="rId276" Type="http://schemas.openxmlformats.org/officeDocument/2006/relationships/customXml" Target="../ink/ink7820.xml"/><Relationship Id="rId441" Type="http://schemas.openxmlformats.org/officeDocument/2006/relationships/image" Target="NULL"/><Relationship Id="rId483" Type="http://schemas.openxmlformats.org/officeDocument/2006/relationships/image" Target="NULL"/><Relationship Id="rId40" Type="http://schemas.openxmlformats.org/officeDocument/2006/relationships/customXml" Target="../ink/ink7702.xml"/><Relationship Id="rId136" Type="http://schemas.openxmlformats.org/officeDocument/2006/relationships/customXml" Target="../ink/ink7750.xml"/><Relationship Id="rId178" Type="http://schemas.openxmlformats.org/officeDocument/2006/relationships/customXml" Target="../ink/ink7771.xml"/><Relationship Id="rId301" Type="http://schemas.openxmlformats.org/officeDocument/2006/relationships/image" Target="NULL"/><Relationship Id="rId343" Type="http://schemas.openxmlformats.org/officeDocument/2006/relationships/image" Target="NULL"/><Relationship Id="rId82" Type="http://schemas.openxmlformats.org/officeDocument/2006/relationships/customXml" Target="../ink/ink7723.xml"/><Relationship Id="rId203" Type="http://schemas.openxmlformats.org/officeDocument/2006/relationships/image" Target="NULL"/><Relationship Id="rId385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7888.xml"/><Relationship Id="rId452" Type="http://schemas.openxmlformats.org/officeDocument/2006/relationships/customXml" Target="../ink/ink7909.xml"/><Relationship Id="rId494" Type="http://schemas.openxmlformats.org/officeDocument/2006/relationships/customXml" Target="../ink/ink7930.xml"/><Relationship Id="rId508" Type="http://schemas.openxmlformats.org/officeDocument/2006/relationships/customXml" Target="../ink/ink7937.xm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7838.xml"/><Relationship Id="rId354" Type="http://schemas.openxmlformats.org/officeDocument/2006/relationships/customXml" Target="../ink/ink7860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7881.xml"/><Relationship Id="rId214" Type="http://schemas.openxmlformats.org/officeDocument/2006/relationships/customXml" Target="../ink/ink7789.xml"/><Relationship Id="rId256" Type="http://schemas.openxmlformats.org/officeDocument/2006/relationships/customXml" Target="../ink/ink7810.xml"/><Relationship Id="rId298" Type="http://schemas.openxmlformats.org/officeDocument/2006/relationships/customXml" Target="../ink/ink7831.xml"/><Relationship Id="rId421" Type="http://schemas.openxmlformats.org/officeDocument/2006/relationships/image" Target="NULL"/><Relationship Id="rId463" Type="http://schemas.openxmlformats.org/officeDocument/2006/relationships/image" Target="NULL"/><Relationship Id="rId116" Type="http://schemas.openxmlformats.org/officeDocument/2006/relationships/customXml" Target="../ink/ink7740.xml"/><Relationship Id="rId158" Type="http://schemas.openxmlformats.org/officeDocument/2006/relationships/customXml" Target="../ink/ink7761.xml"/><Relationship Id="rId323" Type="http://schemas.openxmlformats.org/officeDocument/2006/relationships/image" Target="NULL"/><Relationship Id="rId20" Type="http://schemas.openxmlformats.org/officeDocument/2006/relationships/customXml" Target="../ink/ink7692.xml"/><Relationship Id="rId62" Type="http://schemas.openxmlformats.org/officeDocument/2006/relationships/customXml" Target="../ink/ink7713.xml"/><Relationship Id="rId365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customXml" Target="../ink/ink7899.xml"/><Relationship Id="rId474" Type="http://schemas.openxmlformats.org/officeDocument/2006/relationships/customXml" Target="../ink/ink7920.xm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7850.xml"/><Relationship Id="rId376" Type="http://schemas.openxmlformats.org/officeDocument/2006/relationships/customXml" Target="../ink/ink7871.xml"/><Relationship Id="rId4" Type="http://schemas.openxmlformats.org/officeDocument/2006/relationships/customXml" Target="../ink/ink7684.xml"/><Relationship Id="rId180" Type="http://schemas.openxmlformats.org/officeDocument/2006/relationships/customXml" Target="../ink/ink7772.xml"/><Relationship Id="rId236" Type="http://schemas.openxmlformats.org/officeDocument/2006/relationships/customXml" Target="../ink/ink7800.xml"/><Relationship Id="rId278" Type="http://schemas.openxmlformats.org/officeDocument/2006/relationships/customXml" Target="../ink/ink7821.xml"/><Relationship Id="rId401" Type="http://schemas.openxmlformats.org/officeDocument/2006/relationships/image" Target="NULL"/><Relationship Id="rId443" Type="http://schemas.openxmlformats.org/officeDocument/2006/relationships/image" Target="NULL"/><Relationship Id="rId303" Type="http://schemas.openxmlformats.org/officeDocument/2006/relationships/image" Target="NULL"/><Relationship Id="rId485" Type="http://schemas.openxmlformats.org/officeDocument/2006/relationships/image" Target="NULL"/><Relationship Id="rId42" Type="http://schemas.openxmlformats.org/officeDocument/2006/relationships/customXml" Target="../ink/ink7703.xml"/><Relationship Id="rId84" Type="http://schemas.openxmlformats.org/officeDocument/2006/relationships/customXml" Target="../ink/ink7724.xml"/><Relationship Id="rId138" Type="http://schemas.openxmlformats.org/officeDocument/2006/relationships/customXml" Target="../ink/ink7751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customXml" Target="../ink/ink7938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7889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7910.xml"/><Relationship Id="rId496" Type="http://schemas.openxmlformats.org/officeDocument/2006/relationships/customXml" Target="../ink/ink7931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7839.xml"/><Relationship Id="rId356" Type="http://schemas.openxmlformats.org/officeDocument/2006/relationships/customXml" Target="../ink/ink7861.xml"/><Relationship Id="rId398" Type="http://schemas.openxmlformats.org/officeDocument/2006/relationships/customXml" Target="../ink/ink7882.xml"/><Relationship Id="rId95" Type="http://schemas.openxmlformats.org/officeDocument/2006/relationships/image" Target="NULL"/><Relationship Id="rId160" Type="http://schemas.openxmlformats.org/officeDocument/2006/relationships/customXml" Target="../ink/ink7762.xml"/><Relationship Id="rId216" Type="http://schemas.openxmlformats.org/officeDocument/2006/relationships/customXml" Target="../ink/ink7790.xml"/><Relationship Id="rId423" Type="http://schemas.openxmlformats.org/officeDocument/2006/relationships/image" Target="NULL"/><Relationship Id="rId258" Type="http://schemas.openxmlformats.org/officeDocument/2006/relationships/customXml" Target="../ink/ink7811.xml"/><Relationship Id="rId465" Type="http://schemas.openxmlformats.org/officeDocument/2006/relationships/image" Target="NULL"/><Relationship Id="rId22" Type="http://schemas.openxmlformats.org/officeDocument/2006/relationships/customXml" Target="../ink/ink7693.xml"/><Relationship Id="rId64" Type="http://schemas.openxmlformats.org/officeDocument/2006/relationships/customXml" Target="../ink/ink7714.xml"/><Relationship Id="rId118" Type="http://schemas.openxmlformats.org/officeDocument/2006/relationships/customXml" Target="../ink/ink7741.xml"/><Relationship Id="rId325" Type="http://schemas.openxmlformats.org/officeDocument/2006/relationships/customXml" Target="../ink/ink7845.xm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7900.xml"/><Relationship Id="rId476" Type="http://schemas.openxmlformats.org/officeDocument/2006/relationships/customXml" Target="../ink/ink7921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7822.xml"/><Relationship Id="rId336" Type="http://schemas.openxmlformats.org/officeDocument/2006/relationships/customXml" Target="../ink/ink7851.xml"/><Relationship Id="rId501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7752.xml"/><Relationship Id="rId182" Type="http://schemas.openxmlformats.org/officeDocument/2006/relationships/customXml" Target="../ink/ink7773.xml"/><Relationship Id="rId378" Type="http://schemas.openxmlformats.org/officeDocument/2006/relationships/customXml" Target="../ink/ink7872.xml"/><Relationship Id="rId403" Type="http://schemas.openxmlformats.org/officeDocument/2006/relationships/image" Target="NULL"/><Relationship Id="rId6" Type="http://schemas.openxmlformats.org/officeDocument/2006/relationships/customXml" Target="../ink/ink7685.xml"/><Relationship Id="rId238" Type="http://schemas.openxmlformats.org/officeDocument/2006/relationships/customXml" Target="../ink/ink7801.xml"/><Relationship Id="rId445" Type="http://schemas.openxmlformats.org/officeDocument/2006/relationships/image" Target="NULL"/><Relationship Id="rId487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customXml" Target="../ink/ink7939.xml"/><Relationship Id="rId44" Type="http://schemas.openxmlformats.org/officeDocument/2006/relationships/customXml" Target="../ink/ink7704.xml"/><Relationship Id="rId86" Type="http://schemas.openxmlformats.org/officeDocument/2006/relationships/customXml" Target="../ink/ink7725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7890.xml"/><Relationship Id="rId456" Type="http://schemas.openxmlformats.org/officeDocument/2006/relationships/customXml" Target="../ink/ink7911.xml"/><Relationship Id="rId498" Type="http://schemas.openxmlformats.org/officeDocument/2006/relationships/customXml" Target="../ink/ink7932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7812.xml"/><Relationship Id="rId316" Type="http://schemas.openxmlformats.org/officeDocument/2006/relationships/customXml" Target="../ink/ink7840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7742.xml"/><Relationship Id="rId358" Type="http://schemas.openxmlformats.org/officeDocument/2006/relationships/customXml" Target="../ink/ink7862.xml"/><Relationship Id="rId162" Type="http://schemas.openxmlformats.org/officeDocument/2006/relationships/customXml" Target="../ink/ink7763.xml"/><Relationship Id="rId218" Type="http://schemas.openxmlformats.org/officeDocument/2006/relationships/customXml" Target="../ink/ink7791.xm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7694.xml"/><Relationship Id="rId66" Type="http://schemas.openxmlformats.org/officeDocument/2006/relationships/customXml" Target="../ink/ink7715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7873.xml"/><Relationship Id="rId436" Type="http://schemas.openxmlformats.org/officeDocument/2006/relationships/customXml" Target="../ink/ink7901.xml"/><Relationship Id="rId240" Type="http://schemas.openxmlformats.org/officeDocument/2006/relationships/customXml" Target="../ink/ink7802.xml"/><Relationship Id="rId478" Type="http://schemas.openxmlformats.org/officeDocument/2006/relationships/customXml" Target="../ink/ink7922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7732.xml"/><Relationship Id="rId282" Type="http://schemas.openxmlformats.org/officeDocument/2006/relationships/customXml" Target="../ink/ink7823.xml"/><Relationship Id="rId338" Type="http://schemas.openxmlformats.org/officeDocument/2006/relationships/customXml" Target="../ink/ink7852.xml"/><Relationship Id="rId503" Type="http://schemas.openxmlformats.org/officeDocument/2006/relationships/image" Target="NULL"/><Relationship Id="rId8" Type="http://schemas.openxmlformats.org/officeDocument/2006/relationships/customXml" Target="../ink/ink7686.xml"/><Relationship Id="rId142" Type="http://schemas.openxmlformats.org/officeDocument/2006/relationships/customXml" Target="../ink/ink7753.xml"/><Relationship Id="rId184" Type="http://schemas.openxmlformats.org/officeDocument/2006/relationships/customXml" Target="../ink/ink7774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image" Target="NULL"/><Relationship Id="rId46" Type="http://schemas.openxmlformats.org/officeDocument/2006/relationships/customXml" Target="../ink/ink7705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7726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7863.xml"/><Relationship Id="rId416" Type="http://schemas.openxmlformats.org/officeDocument/2006/relationships/customXml" Target="../ink/ink7891.xml"/><Relationship Id="rId220" Type="http://schemas.openxmlformats.org/officeDocument/2006/relationships/customXml" Target="../ink/ink7792.xml"/><Relationship Id="rId458" Type="http://schemas.openxmlformats.org/officeDocument/2006/relationships/customXml" Target="../ink/ink7912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7813.xml"/><Relationship Id="rId318" Type="http://schemas.openxmlformats.org/officeDocument/2006/relationships/customXml" Target="../ink/ink7841.xml"/><Relationship Id="rId99" Type="http://schemas.openxmlformats.org/officeDocument/2006/relationships/image" Target="NULL"/><Relationship Id="rId122" Type="http://schemas.openxmlformats.org/officeDocument/2006/relationships/customXml" Target="../ink/ink7743.xml"/><Relationship Id="rId164" Type="http://schemas.openxmlformats.org/officeDocument/2006/relationships/customXml" Target="../ink/ink7764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26" Type="http://schemas.openxmlformats.org/officeDocument/2006/relationships/customXml" Target="../ink/ink7695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7923.xml"/><Relationship Id="rId68" Type="http://schemas.openxmlformats.org/officeDocument/2006/relationships/customXml" Target="../ink/ink7716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7853.xml"/><Relationship Id="rId200" Type="http://schemas.openxmlformats.org/officeDocument/2006/relationships/customXml" Target="../ink/ink7782.xml"/><Relationship Id="rId382" Type="http://schemas.openxmlformats.org/officeDocument/2006/relationships/customXml" Target="../ink/ink7874.xml"/><Relationship Id="rId438" Type="http://schemas.openxmlformats.org/officeDocument/2006/relationships/customXml" Target="../ink/ink7902.xml"/><Relationship Id="rId242" Type="http://schemas.openxmlformats.org/officeDocument/2006/relationships/customXml" Target="../ink/ink7803.xml"/><Relationship Id="rId284" Type="http://schemas.openxmlformats.org/officeDocument/2006/relationships/customXml" Target="../ink/ink7824.xm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7733.xml"/><Relationship Id="rId144" Type="http://schemas.openxmlformats.org/officeDocument/2006/relationships/customXml" Target="../ink/ink7754.xml"/><Relationship Id="rId90" Type="http://schemas.openxmlformats.org/officeDocument/2006/relationships/customXml" Target="../ink/ink7727.xml"/><Relationship Id="rId186" Type="http://schemas.openxmlformats.org/officeDocument/2006/relationships/customXml" Target="../ink/ink7775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7913.xml"/><Relationship Id="rId48" Type="http://schemas.openxmlformats.org/officeDocument/2006/relationships/customXml" Target="../ink/ink7706.xml"/><Relationship Id="rId113" Type="http://schemas.openxmlformats.org/officeDocument/2006/relationships/image" Target="NULL"/><Relationship Id="rId320" Type="http://schemas.openxmlformats.org/officeDocument/2006/relationships/customXml" Target="../ink/ink7842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7864.xml"/><Relationship Id="rId418" Type="http://schemas.openxmlformats.org/officeDocument/2006/relationships/customXml" Target="../ink/ink7892.xml"/><Relationship Id="rId222" Type="http://schemas.openxmlformats.org/officeDocument/2006/relationships/customXml" Target="../ink/ink7793.xml"/><Relationship Id="rId264" Type="http://schemas.openxmlformats.org/officeDocument/2006/relationships/customXml" Target="../ink/ink7814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7744.xml"/><Relationship Id="rId70" Type="http://schemas.openxmlformats.org/officeDocument/2006/relationships/customXml" Target="../ink/ink7717.xml"/><Relationship Id="rId166" Type="http://schemas.openxmlformats.org/officeDocument/2006/relationships/customXml" Target="../ink/ink7765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7903.xml"/><Relationship Id="rId28" Type="http://schemas.openxmlformats.org/officeDocument/2006/relationships/customXml" Target="../ink/ink7696.xml"/><Relationship Id="rId275" Type="http://schemas.openxmlformats.org/officeDocument/2006/relationships/image" Target="NULL"/><Relationship Id="rId300" Type="http://schemas.openxmlformats.org/officeDocument/2006/relationships/customXml" Target="../ink/ink7832.xml"/><Relationship Id="rId482" Type="http://schemas.openxmlformats.org/officeDocument/2006/relationships/customXml" Target="../ink/ink7924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7854.xml"/><Relationship Id="rId384" Type="http://schemas.openxmlformats.org/officeDocument/2006/relationships/customXml" Target="../ink/ink7875.xml"/><Relationship Id="rId202" Type="http://schemas.openxmlformats.org/officeDocument/2006/relationships/customXml" Target="../ink/ink7783.xml"/><Relationship Id="rId244" Type="http://schemas.openxmlformats.org/officeDocument/2006/relationships/customXml" Target="../ink/ink7804.xml"/><Relationship Id="rId39" Type="http://schemas.openxmlformats.org/officeDocument/2006/relationships/image" Target="NULL"/><Relationship Id="rId286" Type="http://schemas.openxmlformats.org/officeDocument/2006/relationships/customXml" Target="../ink/ink7825.xm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0" Type="http://schemas.openxmlformats.org/officeDocument/2006/relationships/customXml" Target="../ink/ink7707.xml"/><Relationship Id="rId104" Type="http://schemas.openxmlformats.org/officeDocument/2006/relationships/customXml" Target="../ink/ink7734.xml"/><Relationship Id="rId146" Type="http://schemas.openxmlformats.org/officeDocument/2006/relationships/customXml" Target="../ink/ink7755.xml"/><Relationship Id="rId188" Type="http://schemas.openxmlformats.org/officeDocument/2006/relationships/customXml" Target="../ink/ink7776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92" Type="http://schemas.openxmlformats.org/officeDocument/2006/relationships/customXml" Target="../ink/ink7728.xml"/><Relationship Id="rId213" Type="http://schemas.openxmlformats.org/officeDocument/2006/relationships/image" Target="NULL"/><Relationship Id="rId420" Type="http://schemas.openxmlformats.org/officeDocument/2006/relationships/customXml" Target="../ink/ink7893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7914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7843.xml"/><Relationship Id="rId364" Type="http://schemas.openxmlformats.org/officeDocument/2006/relationships/customXml" Target="../ink/ink7865.xm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7794.xml"/><Relationship Id="rId266" Type="http://schemas.openxmlformats.org/officeDocument/2006/relationships/customXml" Target="../ink/ink7815.xml"/><Relationship Id="rId431" Type="http://schemas.openxmlformats.org/officeDocument/2006/relationships/image" Target="NULL"/><Relationship Id="rId473" Type="http://schemas.openxmlformats.org/officeDocument/2006/relationships/image" Target="NULL"/><Relationship Id="rId30" Type="http://schemas.openxmlformats.org/officeDocument/2006/relationships/customXml" Target="../ink/ink7697.xml"/><Relationship Id="rId126" Type="http://schemas.openxmlformats.org/officeDocument/2006/relationships/customXml" Target="../ink/ink7745.xml"/><Relationship Id="rId168" Type="http://schemas.openxmlformats.org/officeDocument/2006/relationships/customXml" Target="../ink/ink7766.xml"/><Relationship Id="rId333" Type="http://schemas.openxmlformats.org/officeDocument/2006/relationships/image" Target="NULL"/><Relationship Id="rId72" Type="http://schemas.openxmlformats.org/officeDocument/2006/relationships/customXml" Target="../ink/ink7718.xml"/><Relationship Id="rId375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7883.xml"/><Relationship Id="rId442" Type="http://schemas.openxmlformats.org/officeDocument/2006/relationships/customXml" Target="../ink/ink7904.xml"/><Relationship Id="rId484" Type="http://schemas.openxmlformats.org/officeDocument/2006/relationships/customXml" Target="../ink/ink7925.xml"/><Relationship Id="rId137" Type="http://schemas.openxmlformats.org/officeDocument/2006/relationships/image" Target="NULL"/><Relationship Id="rId302" Type="http://schemas.openxmlformats.org/officeDocument/2006/relationships/customXml" Target="../ink/ink7833.xml"/><Relationship Id="rId344" Type="http://schemas.openxmlformats.org/officeDocument/2006/relationships/customXml" Target="../ink/ink7855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7876.xml"/><Relationship Id="rId190" Type="http://schemas.openxmlformats.org/officeDocument/2006/relationships/customXml" Target="../ink/ink7777.xml"/><Relationship Id="rId204" Type="http://schemas.openxmlformats.org/officeDocument/2006/relationships/customXml" Target="../ink/ink7784.xml"/><Relationship Id="rId246" Type="http://schemas.openxmlformats.org/officeDocument/2006/relationships/customXml" Target="../ink/ink7805.xml"/><Relationship Id="rId288" Type="http://schemas.openxmlformats.org/officeDocument/2006/relationships/customXml" Target="../ink/ink7826.xm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customXml" Target="../ink/ink7735.xml"/><Relationship Id="rId313" Type="http://schemas.openxmlformats.org/officeDocument/2006/relationships/image" Target="NULL"/><Relationship Id="rId495" Type="http://schemas.openxmlformats.org/officeDocument/2006/relationships/image" Target="NULL"/><Relationship Id="rId10" Type="http://schemas.openxmlformats.org/officeDocument/2006/relationships/customXml" Target="../ink/ink7687.xml"/><Relationship Id="rId52" Type="http://schemas.openxmlformats.org/officeDocument/2006/relationships/customXml" Target="../ink/ink7708.xml"/><Relationship Id="rId94" Type="http://schemas.openxmlformats.org/officeDocument/2006/relationships/customXml" Target="../ink/ink7729.xml"/><Relationship Id="rId148" Type="http://schemas.openxmlformats.org/officeDocument/2006/relationships/customXml" Target="../ink/ink7756.xml"/><Relationship Id="rId355" Type="http://schemas.openxmlformats.org/officeDocument/2006/relationships/image" Target="NULL"/><Relationship Id="rId397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7894.xml"/><Relationship Id="rId464" Type="http://schemas.openxmlformats.org/officeDocument/2006/relationships/customXml" Target="../ink/ink7915.xml"/><Relationship Id="rId299" Type="http://schemas.openxmlformats.org/officeDocument/2006/relationships/image" Target="NUL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7998.xml"/><Relationship Id="rId299" Type="http://schemas.openxmlformats.org/officeDocument/2006/relationships/customXml" Target="../ink/ink8089.xm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8019.xml"/><Relationship Id="rId324" Type="http://schemas.openxmlformats.org/officeDocument/2006/relationships/image" Target="NULL"/><Relationship Id="rId366" Type="http://schemas.openxmlformats.org/officeDocument/2006/relationships/image" Target="NULL"/><Relationship Id="rId170" Type="http://schemas.openxmlformats.org/officeDocument/2006/relationships/image" Target="NULL"/><Relationship Id="rId226" Type="http://schemas.openxmlformats.org/officeDocument/2006/relationships/image" Target="NULL"/><Relationship Id="rId433" Type="http://schemas.openxmlformats.org/officeDocument/2006/relationships/customXml" Target="../ink/ink8156.xml"/><Relationship Id="rId268" Type="http://schemas.openxmlformats.org/officeDocument/2006/relationships/image" Target="NULL"/><Relationship Id="rId32" Type="http://schemas.openxmlformats.org/officeDocument/2006/relationships/customXml" Target="../ink/ink7955.xml"/><Relationship Id="rId74" Type="http://schemas.openxmlformats.org/officeDocument/2006/relationships/customXml" Target="../ink/ink7976.xml"/><Relationship Id="rId128" Type="http://schemas.openxmlformats.org/officeDocument/2006/relationships/image" Target="NULL"/><Relationship Id="rId335" Type="http://schemas.openxmlformats.org/officeDocument/2006/relationships/customXml" Target="../ink/ink8107.xml"/><Relationship Id="rId377" Type="http://schemas.openxmlformats.org/officeDocument/2006/relationships/customXml" Target="../ink/ink8128.xml"/><Relationship Id="rId5" Type="http://schemas.openxmlformats.org/officeDocument/2006/relationships/image" Target="NULL"/><Relationship Id="rId181" Type="http://schemas.openxmlformats.org/officeDocument/2006/relationships/customXml" Target="../ink/ink8030.xml"/><Relationship Id="rId237" Type="http://schemas.openxmlformats.org/officeDocument/2006/relationships/customXml" Target="../ink/ink8058.xml"/><Relationship Id="rId402" Type="http://schemas.openxmlformats.org/officeDocument/2006/relationships/image" Target="NULL"/><Relationship Id="rId279" Type="http://schemas.openxmlformats.org/officeDocument/2006/relationships/customXml" Target="../ink/ink8079.xml"/><Relationship Id="rId444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customXml" Target="../ink/ink8009.xml"/><Relationship Id="rId290" Type="http://schemas.openxmlformats.org/officeDocument/2006/relationships/image" Target="NULL"/><Relationship Id="rId304" Type="http://schemas.openxmlformats.org/officeDocument/2006/relationships/image" Target="NULL"/><Relationship Id="rId346" Type="http://schemas.openxmlformats.org/officeDocument/2006/relationships/image" Target="NULL"/><Relationship Id="rId388" Type="http://schemas.openxmlformats.org/officeDocument/2006/relationships/image" Target="NULL"/><Relationship Id="rId85" Type="http://schemas.openxmlformats.org/officeDocument/2006/relationships/customXml" Target="../ink/ink7982.xml"/><Relationship Id="rId150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customXml" Target="../ink/ink8146.xml"/><Relationship Id="rId248" Type="http://schemas.openxmlformats.org/officeDocument/2006/relationships/image" Target="NULL"/><Relationship Id="rId455" Type="http://schemas.openxmlformats.org/officeDocument/2006/relationships/customXml" Target="../ink/ink8167.xml"/><Relationship Id="rId12" Type="http://schemas.openxmlformats.org/officeDocument/2006/relationships/customXml" Target="../ink/ink7945.xml"/><Relationship Id="rId108" Type="http://schemas.openxmlformats.org/officeDocument/2006/relationships/image" Target="NULL"/><Relationship Id="rId315" Type="http://schemas.openxmlformats.org/officeDocument/2006/relationships/customXml" Target="../ink/ink8097.xml"/><Relationship Id="rId357" Type="http://schemas.openxmlformats.org/officeDocument/2006/relationships/customXml" Target="../ink/ink8118.xml"/><Relationship Id="rId54" Type="http://schemas.openxmlformats.org/officeDocument/2006/relationships/customXml" Target="../ink/ink7966.xml"/><Relationship Id="rId96" Type="http://schemas.openxmlformats.org/officeDocument/2006/relationships/image" Target="NULL"/><Relationship Id="rId161" Type="http://schemas.openxmlformats.org/officeDocument/2006/relationships/customXml" Target="../ink/ink8020.xml"/><Relationship Id="rId217" Type="http://schemas.openxmlformats.org/officeDocument/2006/relationships/customXml" Target="../ink/ink8048.xml"/><Relationship Id="rId399" Type="http://schemas.openxmlformats.org/officeDocument/2006/relationships/customXml" Target="../ink/ink8139.xml"/><Relationship Id="rId259" Type="http://schemas.openxmlformats.org/officeDocument/2006/relationships/customXml" Target="../ink/ink8069.xml"/><Relationship Id="rId424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customXml" Target="../ink/ink7999.xml"/><Relationship Id="rId270" Type="http://schemas.openxmlformats.org/officeDocument/2006/relationships/image" Target="NULL"/><Relationship Id="rId326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image" Target="NULL"/><Relationship Id="rId172" Type="http://schemas.openxmlformats.org/officeDocument/2006/relationships/image" Target="NULL"/><Relationship Id="rId228" Type="http://schemas.openxmlformats.org/officeDocument/2006/relationships/image" Target="NULL"/><Relationship Id="rId435" Type="http://schemas.openxmlformats.org/officeDocument/2006/relationships/customXml" Target="../ink/ink8157.xml"/><Relationship Id="rId281" Type="http://schemas.openxmlformats.org/officeDocument/2006/relationships/customXml" Target="../ink/ink8080.xml"/><Relationship Id="rId337" Type="http://schemas.openxmlformats.org/officeDocument/2006/relationships/customXml" Target="../ink/ink8108.xml"/><Relationship Id="rId34" Type="http://schemas.openxmlformats.org/officeDocument/2006/relationships/customXml" Target="../ink/ink7956.xml"/><Relationship Id="rId76" Type="http://schemas.openxmlformats.org/officeDocument/2006/relationships/customXml" Target="../ink/ink7977.xml"/><Relationship Id="rId141" Type="http://schemas.openxmlformats.org/officeDocument/2006/relationships/customXml" Target="../ink/ink8010.xml"/><Relationship Id="rId379" Type="http://schemas.openxmlformats.org/officeDocument/2006/relationships/customXml" Target="../ink/ink8129.xml"/><Relationship Id="rId7" Type="http://schemas.openxmlformats.org/officeDocument/2006/relationships/image" Target="NULL"/><Relationship Id="rId183" Type="http://schemas.openxmlformats.org/officeDocument/2006/relationships/customXml" Target="../ink/ink8031.xml"/><Relationship Id="rId239" Type="http://schemas.openxmlformats.org/officeDocument/2006/relationships/customXml" Target="../ink/ink8059.xml"/><Relationship Id="rId390" Type="http://schemas.openxmlformats.org/officeDocument/2006/relationships/image" Target="NULL"/><Relationship Id="rId404" Type="http://schemas.openxmlformats.org/officeDocument/2006/relationships/image" Target="NULL"/><Relationship Id="rId446" Type="http://schemas.openxmlformats.org/officeDocument/2006/relationships/image" Target="NULL"/><Relationship Id="rId250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image" Target="NULL"/><Relationship Id="rId45" Type="http://schemas.openxmlformats.org/officeDocument/2006/relationships/image" Target="NULL"/><Relationship Id="rId87" Type="http://schemas.openxmlformats.org/officeDocument/2006/relationships/customXml" Target="../ink/ink7983.xml"/><Relationship Id="rId110" Type="http://schemas.openxmlformats.org/officeDocument/2006/relationships/image" Target="NULL"/><Relationship Id="rId348" Type="http://schemas.openxmlformats.org/officeDocument/2006/relationships/image" Target="NULL"/><Relationship Id="rId152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customXml" Target="../ink/ink8147.xml"/><Relationship Id="rId457" Type="http://schemas.openxmlformats.org/officeDocument/2006/relationships/customXml" Target="../ink/ink8168.xml"/><Relationship Id="rId261" Type="http://schemas.openxmlformats.org/officeDocument/2006/relationships/customXml" Target="../ink/ink8070.xml"/><Relationship Id="rId14" Type="http://schemas.openxmlformats.org/officeDocument/2006/relationships/customXml" Target="../ink/ink7946.xml"/><Relationship Id="rId56" Type="http://schemas.openxmlformats.org/officeDocument/2006/relationships/customXml" Target="../ink/ink7967.xml"/><Relationship Id="rId317" Type="http://schemas.openxmlformats.org/officeDocument/2006/relationships/customXml" Target="../ink/ink8098.xml"/><Relationship Id="rId359" Type="http://schemas.openxmlformats.org/officeDocument/2006/relationships/customXml" Target="../ink/ink8119.xml"/><Relationship Id="rId98" Type="http://schemas.openxmlformats.org/officeDocument/2006/relationships/image" Target="NULL"/><Relationship Id="rId121" Type="http://schemas.openxmlformats.org/officeDocument/2006/relationships/customXml" Target="../ink/ink8000.xml"/><Relationship Id="rId163" Type="http://schemas.openxmlformats.org/officeDocument/2006/relationships/customXml" Target="../ink/ink8021.xml"/><Relationship Id="rId219" Type="http://schemas.openxmlformats.org/officeDocument/2006/relationships/customXml" Target="../ink/ink8049.xml"/><Relationship Id="rId370" Type="http://schemas.openxmlformats.org/officeDocument/2006/relationships/image" Target="NULL"/><Relationship Id="rId426" Type="http://schemas.openxmlformats.org/officeDocument/2006/relationships/image" Target="NULL"/><Relationship Id="rId230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image" Target="NULL"/><Relationship Id="rId132" Type="http://schemas.openxmlformats.org/officeDocument/2006/relationships/image" Target="NULL"/><Relationship Id="rId174" Type="http://schemas.openxmlformats.org/officeDocument/2006/relationships/image" Target="NULL"/><Relationship Id="rId381" Type="http://schemas.openxmlformats.org/officeDocument/2006/relationships/customXml" Target="../ink/ink8130.xml"/><Relationship Id="rId241" Type="http://schemas.openxmlformats.org/officeDocument/2006/relationships/customXml" Target="../ink/ink8060.xml"/><Relationship Id="rId437" Type="http://schemas.openxmlformats.org/officeDocument/2006/relationships/customXml" Target="../ink/ink8158.xml"/><Relationship Id="rId36" Type="http://schemas.openxmlformats.org/officeDocument/2006/relationships/customXml" Target="../ink/ink7957.xml"/><Relationship Id="rId283" Type="http://schemas.openxmlformats.org/officeDocument/2006/relationships/customXml" Target="../ink/ink8081.xml"/><Relationship Id="rId339" Type="http://schemas.openxmlformats.org/officeDocument/2006/relationships/customXml" Target="../ink/ink8109.xml"/><Relationship Id="rId78" Type="http://schemas.openxmlformats.org/officeDocument/2006/relationships/customXml" Target="../ink/ink7978.xml"/><Relationship Id="rId101" Type="http://schemas.openxmlformats.org/officeDocument/2006/relationships/customXml" Target="../ink/ink7990.xml"/><Relationship Id="rId143" Type="http://schemas.openxmlformats.org/officeDocument/2006/relationships/customXml" Target="../ink/ink8011.xml"/><Relationship Id="rId185" Type="http://schemas.openxmlformats.org/officeDocument/2006/relationships/customXml" Target="../ink/ink8032.xml"/><Relationship Id="rId350" Type="http://schemas.openxmlformats.org/officeDocument/2006/relationships/image" Target="NUL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image" Target="NULL"/><Relationship Id="rId448" Type="http://schemas.openxmlformats.org/officeDocument/2006/relationships/image" Target="NULL"/><Relationship Id="rId252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customXml" Target="../ink/ink7984.xml"/><Relationship Id="rId112" Type="http://schemas.openxmlformats.org/officeDocument/2006/relationships/image" Target="NULL"/><Relationship Id="rId154" Type="http://schemas.openxmlformats.org/officeDocument/2006/relationships/image" Target="NULL"/><Relationship Id="rId361" Type="http://schemas.openxmlformats.org/officeDocument/2006/relationships/customXml" Target="../ink/ink8120.xml"/><Relationship Id="rId196" Type="http://schemas.openxmlformats.org/officeDocument/2006/relationships/image" Target="NULL"/><Relationship Id="rId417" Type="http://schemas.openxmlformats.org/officeDocument/2006/relationships/customXml" Target="../ink/ink8148.xml"/><Relationship Id="rId459" Type="http://schemas.openxmlformats.org/officeDocument/2006/relationships/customXml" Target="../ink/ink8169.xml"/><Relationship Id="rId16" Type="http://schemas.openxmlformats.org/officeDocument/2006/relationships/customXml" Target="../ink/ink7947.xml"/><Relationship Id="rId221" Type="http://schemas.openxmlformats.org/officeDocument/2006/relationships/customXml" Target="../ink/ink8050.xml"/><Relationship Id="rId263" Type="http://schemas.openxmlformats.org/officeDocument/2006/relationships/customXml" Target="../ink/ink8071.xml"/><Relationship Id="rId319" Type="http://schemas.openxmlformats.org/officeDocument/2006/relationships/customXml" Target="../ink/ink8099.xml"/><Relationship Id="rId58" Type="http://schemas.openxmlformats.org/officeDocument/2006/relationships/customXml" Target="../ink/ink7968.xml"/><Relationship Id="rId123" Type="http://schemas.openxmlformats.org/officeDocument/2006/relationships/customXml" Target="../ink/ink8001.xml"/><Relationship Id="rId330" Type="http://schemas.openxmlformats.org/officeDocument/2006/relationships/image" Target="NULL"/><Relationship Id="rId165" Type="http://schemas.openxmlformats.org/officeDocument/2006/relationships/customXml" Target="../ink/ink8022.xml"/><Relationship Id="rId372" Type="http://schemas.openxmlformats.org/officeDocument/2006/relationships/image" Target="NULL"/><Relationship Id="rId428" Type="http://schemas.openxmlformats.org/officeDocument/2006/relationships/image" Target="NULL"/><Relationship Id="rId232" Type="http://schemas.openxmlformats.org/officeDocument/2006/relationships/image" Target="NULL"/><Relationship Id="rId274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80" Type="http://schemas.openxmlformats.org/officeDocument/2006/relationships/customXml" Target="../ink/ink7979.xml"/><Relationship Id="rId176" Type="http://schemas.openxmlformats.org/officeDocument/2006/relationships/image" Target="NULL"/><Relationship Id="rId341" Type="http://schemas.openxmlformats.org/officeDocument/2006/relationships/customXml" Target="../ink/ink8110.xml"/><Relationship Id="rId383" Type="http://schemas.openxmlformats.org/officeDocument/2006/relationships/customXml" Target="../ink/ink8131.xml"/><Relationship Id="rId439" Type="http://schemas.openxmlformats.org/officeDocument/2006/relationships/customXml" Target="../ink/ink8159.xml"/><Relationship Id="rId201" Type="http://schemas.openxmlformats.org/officeDocument/2006/relationships/customXml" Target="../ink/ink8040.xml"/><Relationship Id="rId243" Type="http://schemas.openxmlformats.org/officeDocument/2006/relationships/customXml" Target="../ink/ink8061.xml"/><Relationship Id="rId285" Type="http://schemas.openxmlformats.org/officeDocument/2006/relationships/customXml" Target="../ink/ink8082.xml"/><Relationship Id="rId450" Type="http://schemas.openxmlformats.org/officeDocument/2006/relationships/image" Target="NULL"/><Relationship Id="rId38" Type="http://schemas.openxmlformats.org/officeDocument/2006/relationships/customXml" Target="../ink/ink7958.xml"/><Relationship Id="rId103" Type="http://schemas.openxmlformats.org/officeDocument/2006/relationships/customXml" Target="../ink/ink7991.xml"/><Relationship Id="rId310" Type="http://schemas.openxmlformats.org/officeDocument/2006/relationships/image" Target="NULL"/><Relationship Id="rId91" Type="http://schemas.openxmlformats.org/officeDocument/2006/relationships/customXml" Target="../ink/ink7985.xml"/><Relationship Id="rId145" Type="http://schemas.openxmlformats.org/officeDocument/2006/relationships/customXml" Target="../ink/ink8012.xml"/><Relationship Id="rId187" Type="http://schemas.openxmlformats.org/officeDocument/2006/relationships/customXml" Target="../ink/ink8033.xml"/><Relationship Id="rId352" Type="http://schemas.openxmlformats.org/officeDocument/2006/relationships/image" Target="NULL"/><Relationship Id="rId394" Type="http://schemas.openxmlformats.org/officeDocument/2006/relationships/image" Target="NULL"/><Relationship Id="rId408" Type="http://schemas.openxmlformats.org/officeDocument/2006/relationships/image" Target="NULL"/><Relationship Id="rId212" Type="http://schemas.openxmlformats.org/officeDocument/2006/relationships/image" Target="NULL"/><Relationship Id="rId254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296" Type="http://schemas.openxmlformats.org/officeDocument/2006/relationships/image" Target="NULL"/><Relationship Id="rId461" Type="http://schemas.openxmlformats.org/officeDocument/2006/relationships/customXml" Target="../ink/ink8170.xml"/><Relationship Id="rId60" Type="http://schemas.openxmlformats.org/officeDocument/2006/relationships/customXml" Target="../ink/ink7969.xml"/><Relationship Id="rId156" Type="http://schemas.openxmlformats.org/officeDocument/2006/relationships/image" Target="NULL"/><Relationship Id="rId198" Type="http://schemas.openxmlformats.org/officeDocument/2006/relationships/image" Target="NULL"/><Relationship Id="rId321" Type="http://schemas.openxmlformats.org/officeDocument/2006/relationships/customXml" Target="../ink/ink8100.xml"/><Relationship Id="rId363" Type="http://schemas.openxmlformats.org/officeDocument/2006/relationships/customXml" Target="../ink/ink8121.xml"/><Relationship Id="rId419" Type="http://schemas.openxmlformats.org/officeDocument/2006/relationships/customXml" Target="../ink/ink8149.xml"/><Relationship Id="rId223" Type="http://schemas.openxmlformats.org/officeDocument/2006/relationships/customXml" Target="../ink/ink8051.xml"/><Relationship Id="rId430" Type="http://schemas.openxmlformats.org/officeDocument/2006/relationships/image" Target="NULL"/><Relationship Id="rId18" Type="http://schemas.openxmlformats.org/officeDocument/2006/relationships/customXml" Target="../ink/ink7948.xml"/><Relationship Id="rId265" Type="http://schemas.openxmlformats.org/officeDocument/2006/relationships/customXml" Target="../ink/ink8072.xml"/><Relationship Id="rId125" Type="http://schemas.openxmlformats.org/officeDocument/2006/relationships/customXml" Target="../ink/ink8002.xml"/><Relationship Id="rId167" Type="http://schemas.openxmlformats.org/officeDocument/2006/relationships/customXml" Target="../ink/ink8023.xml"/><Relationship Id="rId332" Type="http://schemas.openxmlformats.org/officeDocument/2006/relationships/image" Target="NULL"/><Relationship Id="rId374" Type="http://schemas.openxmlformats.org/officeDocument/2006/relationships/image" Target="NULL"/><Relationship Id="rId71" Type="http://schemas.openxmlformats.org/officeDocument/2006/relationships/image" Target="NULL"/><Relationship Id="rId234" Type="http://schemas.openxmlformats.org/officeDocument/2006/relationships/image" Target="NULL"/><Relationship Id="rId2" Type="http://schemas.openxmlformats.org/officeDocument/2006/relationships/customXml" Target="../ink/ink7940.xml"/><Relationship Id="rId29" Type="http://schemas.openxmlformats.org/officeDocument/2006/relationships/image" Target="NULL"/><Relationship Id="rId276" Type="http://schemas.openxmlformats.org/officeDocument/2006/relationships/image" Target="NULL"/><Relationship Id="rId441" Type="http://schemas.openxmlformats.org/officeDocument/2006/relationships/customXml" Target="../ink/ink8160.xml"/><Relationship Id="rId40" Type="http://schemas.openxmlformats.org/officeDocument/2006/relationships/customXml" Target="../ink/ink7959.xml"/><Relationship Id="rId115" Type="http://schemas.openxmlformats.org/officeDocument/2006/relationships/customXml" Target="../ink/ink7997.xml"/><Relationship Id="rId136" Type="http://schemas.openxmlformats.org/officeDocument/2006/relationships/image" Target="NULL"/><Relationship Id="rId157" Type="http://schemas.openxmlformats.org/officeDocument/2006/relationships/customXml" Target="../ink/ink8018.xml"/><Relationship Id="rId178" Type="http://schemas.openxmlformats.org/officeDocument/2006/relationships/image" Target="NULL"/><Relationship Id="rId301" Type="http://schemas.openxmlformats.org/officeDocument/2006/relationships/customXml" Target="../ink/ink8090.xml"/><Relationship Id="rId322" Type="http://schemas.openxmlformats.org/officeDocument/2006/relationships/image" Target="NULL"/><Relationship Id="rId343" Type="http://schemas.openxmlformats.org/officeDocument/2006/relationships/customXml" Target="../ink/ink8111.xml"/><Relationship Id="rId364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9" Type="http://schemas.openxmlformats.org/officeDocument/2006/relationships/customXml" Target="../ink/ink8039.xml"/><Relationship Id="rId203" Type="http://schemas.openxmlformats.org/officeDocument/2006/relationships/customXml" Target="../ink/ink8041.xml"/><Relationship Id="rId385" Type="http://schemas.openxmlformats.org/officeDocument/2006/relationships/customXml" Target="../ink/ink8132.xm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8062.xml"/><Relationship Id="rId266" Type="http://schemas.openxmlformats.org/officeDocument/2006/relationships/image" Target="NULL"/><Relationship Id="rId287" Type="http://schemas.openxmlformats.org/officeDocument/2006/relationships/customXml" Target="../ink/ink8083.xml"/><Relationship Id="rId410" Type="http://schemas.openxmlformats.org/officeDocument/2006/relationships/image" Target="NULL"/><Relationship Id="rId431" Type="http://schemas.openxmlformats.org/officeDocument/2006/relationships/customXml" Target="../ink/ink8155.xml"/><Relationship Id="rId452" Type="http://schemas.openxmlformats.org/officeDocument/2006/relationships/image" Target="NULL"/><Relationship Id="rId30" Type="http://schemas.openxmlformats.org/officeDocument/2006/relationships/customXml" Target="../ink/ink7954.xml"/><Relationship Id="rId105" Type="http://schemas.openxmlformats.org/officeDocument/2006/relationships/customXml" Target="../ink/ink7992.xml"/><Relationship Id="rId126" Type="http://schemas.openxmlformats.org/officeDocument/2006/relationships/image" Target="NULL"/><Relationship Id="rId147" Type="http://schemas.openxmlformats.org/officeDocument/2006/relationships/customXml" Target="../ink/ink8013.xml"/><Relationship Id="rId168" Type="http://schemas.openxmlformats.org/officeDocument/2006/relationships/image" Target="NULL"/><Relationship Id="rId312" Type="http://schemas.openxmlformats.org/officeDocument/2006/relationships/image" Target="NULL"/><Relationship Id="rId333" Type="http://schemas.openxmlformats.org/officeDocument/2006/relationships/customXml" Target="../ink/ink8106.xml"/><Relationship Id="rId354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7975.xml"/><Relationship Id="rId93" Type="http://schemas.openxmlformats.org/officeDocument/2006/relationships/customXml" Target="../ink/ink7986.xml"/><Relationship Id="rId189" Type="http://schemas.openxmlformats.org/officeDocument/2006/relationships/customXml" Target="../ink/ink8034.xml"/><Relationship Id="rId375" Type="http://schemas.openxmlformats.org/officeDocument/2006/relationships/customXml" Target="../ink/ink8127.xml"/><Relationship Id="rId396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8057.xml"/><Relationship Id="rId256" Type="http://schemas.openxmlformats.org/officeDocument/2006/relationships/image" Target="NULL"/><Relationship Id="rId277" Type="http://schemas.openxmlformats.org/officeDocument/2006/relationships/customXml" Target="../ink/ink8078.xml"/><Relationship Id="rId298" Type="http://schemas.openxmlformats.org/officeDocument/2006/relationships/image" Target="NULL"/><Relationship Id="rId400" Type="http://schemas.openxmlformats.org/officeDocument/2006/relationships/image" Target="NULL"/><Relationship Id="rId421" Type="http://schemas.openxmlformats.org/officeDocument/2006/relationships/customXml" Target="../ink/ink8150.xml"/><Relationship Id="rId442" Type="http://schemas.openxmlformats.org/officeDocument/2006/relationships/image" Target="NULL"/><Relationship Id="rId463" Type="http://schemas.openxmlformats.org/officeDocument/2006/relationships/customXml" Target="../ink/ink8171.xml"/><Relationship Id="rId116" Type="http://schemas.openxmlformats.org/officeDocument/2006/relationships/image" Target="NULL"/><Relationship Id="rId137" Type="http://schemas.openxmlformats.org/officeDocument/2006/relationships/customXml" Target="../ink/ink8008.xml"/><Relationship Id="rId158" Type="http://schemas.openxmlformats.org/officeDocument/2006/relationships/image" Target="NULL"/><Relationship Id="rId302" Type="http://schemas.openxmlformats.org/officeDocument/2006/relationships/image" Target="NULL"/><Relationship Id="rId323" Type="http://schemas.openxmlformats.org/officeDocument/2006/relationships/customXml" Target="../ink/ink8101.xml"/><Relationship Id="rId344" Type="http://schemas.openxmlformats.org/officeDocument/2006/relationships/image" Target="NULL"/><Relationship Id="rId20" Type="http://schemas.openxmlformats.org/officeDocument/2006/relationships/customXml" Target="../ink/ink7949.xml"/><Relationship Id="rId41" Type="http://schemas.openxmlformats.org/officeDocument/2006/relationships/image" Target="NULL"/><Relationship Id="rId62" Type="http://schemas.openxmlformats.org/officeDocument/2006/relationships/customXml" Target="../ink/ink7970.xml"/><Relationship Id="rId83" Type="http://schemas.openxmlformats.org/officeDocument/2006/relationships/customXml" Target="../ink/ink7981.xml"/><Relationship Id="rId179" Type="http://schemas.openxmlformats.org/officeDocument/2006/relationships/customXml" Target="../ink/ink8029.xml"/><Relationship Id="rId365" Type="http://schemas.openxmlformats.org/officeDocument/2006/relationships/customXml" Target="../ink/ink8122.xml"/><Relationship Id="rId386" Type="http://schemas.openxmlformats.org/officeDocument/2006/relationships/image" Target="NULL"/><Relationship Id="rId190" Type="http://schemas.openxmlformats.org/officeDocument/2006/relationships/image" Target="NULL"/><Relationship Id="rId204" Type="http://schemas.openxmlformats.org/officeDocument/2006/relationships/image" Target="NULL"/><Relationship Id="rId225" Type="http://schemas.openxmlformats.org/officeDocument/2006/relationships/customXml" Target="../ink/ink8052.xml"/><Relationship Id="rId246" Type="http://schemas.openxmlformats.org/officeDocument/2006/relationships/image" Target="NULL"/><Relationship Id="rId267" Type="http://schemas.openxmlformats.org/officeDocument/2006/relationships/customXml" Target="../ink/ink8073.xml"/><Relationship Id="rId288" Type="http://schemas.openxmlformats.org/officeDocument/2006/relationships/image" Target="NULL"/><Relationship Id="rId411" Type="http://schemas.openxmlformats.org/officeDocument/2006/relationships/customXml" Target="../ink/ink8145.xml"/><Relationship Id="rId432" Type="http://schemas.openxmlformats.org/officeDocument/2006/relationships/image" Target="NULL"/><Relationship Id="rId453" Type="http://schemas.openxmlformats.org/officeDocument/2006/relationships/customXml" Target="../ink/ink8166.xml"/><Relationship Id="rId106" Type="http://schemas.openxmlformats.org/officeDocument/2006/relationships/image" Target="NULL"/><Relationship Id="rId127" Type="http://schemas.openxmlformats.org/officeDocument/2006/relationships/customXml" Target="../ink/ink8003.xml"/><Relationship Id="rId313" Type="http://schemas.openxmlformats.org/officeDocument/2006/relationships/customXml" Target="../ink/ink8096.xml"/><Relationship Id="rId10" Type="http://schemas.openxmlformats.org/officeDocument/2006/relationships/customXml" Target="../ink/ink7944.xml"/><Relationship Id="rId31" Type="http://schemas.openxmlformats.org/officeDocument/2006/relationships/image" Target="NULL"/><Relationship Id="rId52" Type="http://schemas.openxmlformats.org/officeDocument/2006/relationships/customXml" Target="../ink/ink7965.xml"/><Relationship Id="rId73" Type="http://schemas.openxmlformats.org/officeDocument/2006/relationships/image" Target="NULL"/><Relationship Id="rId94" Type="http://schemas.openxmlformats.org/officeDocument/2006/relationships/image" Target="NULL"/><Relationship Id="rId148" Type="http://schemas.openxmlformats.org/officeDocument/2006/relationships/image" Target="NULL"/><Relationship Id="rId169" Type="http://schemas.openxmlformats.org/officeDocument/2006/relationships/customXml" Target="../ink/ink8024.xml"/><Relationship Id="rId334" Type="http://schemas.openxmlformats.org/officeDocument/2006/relationships/image" Target="NULL"/><Relationship Id="rId355" Type="http://schemas.openxmlformats.org/officeDocument/2006/relationships/customXml" Target="../ink/ink8117.xml"/><Relationship Id="rId376" Type="http://schemas.openxmlformats.org/officeDocument/2006/relationships/image" Target="NULL"/><Relationship Id="rId397" Type="http://schemas.openxmlformats.org/officeDocument/2006/relationships/customXml" Target="../ink/ink8138.xml"/><Relationship Id="rId4" Type="http://schemas.openxmlformats.org/officeDocument/2006/relationships/customXml" Target="../ink/ink7941.xml"/><Relationship Id="rId180" Type="http://schemas.openxmlformats.org/officeDocument/2006/relationships/image" Target="NULL"/><Relationship Id="rId215" Type="http://schemas.openxmlformats.org/officeDocument/2006/relationships/customXml" Target="../ink/ink8047.xml"/><Relationship Id="rId236" Type="http://schemas.openxmlformats.org/officeDocument/2006/relationships/image" Target="NULL"/><Relationship Id="rId257" Type="http://schemas.openxmlformats.org/officeDocument/2006/relationships/customXml" Target="../ink/ink8068.xml"/><Relationship Id="rId278" Type="http://schemas.openxmlformats.org/officeDocument/2006/relationships/image" Target="NULL"/><Relationship Id="rId401" Type="http://schemas.openxmlformats.org/officeDocument/2006/relationships/customXml" Target="../ink/ink8140.xml"/><Relationship Id="rId422" Type="http://schemas.openxmlformats.org/officeDocument/2006/relationships/image" Target="NULL"/><Relationship Id="rId443" Type="http://schemas.openxmlformats.org/officeDocument/2006/relationships/customXml" Target="../ink/ink8161.xml"/><Relationship Id="rId464" Type="http://schemas.openxmlformats.org/officeDocument/2006/relationships/image" Target="NULL"/><Relationship Id="rId303" Type="http://schemas.openxmlformats.org/officeDocument/2006/relationships/customXml" Target="../ink/ink8091.xml"/><Relationship Id="rId42" Type="http://schemas.openxmlformats.org/officeDocument/2006/relationships/customXml" Target="../ink/ink7960.xml"/><Relationship Id="rId84" Type="http://schemas.openxmlformats.org/officeDocument/2006/relationships/image" Target="NULL"/><Relationship Id="rId138" Type="http://schemas.openxmlformats.org/officeDocument/2006/relationships/image" Target="NULL"/><Relationship Id="rId345" Type="http://schemas.openxmlformats.org/officeDocument/2006/relationships/customXml" Target="../ink/ink8112.xml"/><Relationship Id="rId387" Type="http://schemas.openxmlformats.org/officeDocument/2006/relationships/customXml" Target="../ink/ink8133.xml"/><Relationship Id="rId191" Type="http://schemas.openxmlformats.org/officeDocument/2006/relationships/customXml" Target="../ink/ink8035.xml"/><Relationship Id="rId205" Type="http://schemas.openxmlformats.org/officeDocument/2006/relationships/customXml" Target="../ink/ink8042.xml"/><Relationship Id="rId247" Type="http://schemas.openxmlformats.org/officeDocument/2006/relationships/customXml" Target="../ink/ink8063.xml"/><Relationship Id="rId412" Type="http://schemas.openxmlformats.org/officeDocument/2006/relationships/image" Target="NULL"/><Relationship Id="rId107" Type="http://schemas.openxmlformats.org/officeDocument/2006/relationships/customXml" Target="../ink/ink7993.xml"/><Relationship Id="rId289" Type="http://schemas.openxmlformats.org/officeDocument/2006/relationships/customXml" Target="../ink/ink8084.xml"/><Relationship Id="rId454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8014.xm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95" Type="http://schemas.openxmlformats.org/officeDocument/2006/relationships/customXml" Target="../ink/ink7987.xml"/><Relationship Id="rId160" Type="http://schemas.openxmlformats.org/officeDocument/2006/relationships/image" Target="NULL"/><Relationship Id="rId216" Type="http://schemas.openxmlformats.org/officeDocument/2006/relationships/image" Target="NULL"/><Relationship Id="rId423" Type="http://schemas.openxmlformats.org/officeDocument/2006/relationships/customXml" Target="../ink/ink8151.xml"/><Relationship Id="rId258" Type="http://schemas.openxmlformats.org/officeDocument/2006/relationships/image" Target="NULL"/><Relationship Id="rId22" Type="http://schemas.openxmlformats.org/officeDocument/2006/relationships/customXml" Target="../ink/ink7950.xml"/><Relationship Id="rId64" Type="http://schemas.openxmlformats.org/officeDocument/2006/relationships/customXml" Target="../ink/ink7971.xml"/><Relationship Id="rId118" Type="http://schemas.openxmlformats.org/officeDocument/2006/relationships/image" Target="NULL"/><Relationship Id="rId325" Type="http://schemas.openxmlformats.org/officeDocument/2006/relationships/customXml" Target="../ink/ink8102.xml"/><Relationship Id="rId367" Type="http://schemas.openxmlformats.org/officeDocument/2006/relationships/customXml" Target="../ink/ink8123.xml"/><Relationship Id="rId171" Type="http://schemas.openxmlformats.org/officeDocument/2006/relationships/customXml" Target="../ink/ink8025.xml"/><Relationship Id="rId227" Type="http://schemas.openxmlformats.org/officeDocument/2006/relationships/customXml" Target="../ink/ink8053.xml"/><Relationship Id="rId269" Type="http://schemas.openxmlformats.org/officeDocument/2006/relationships/customXml" Target="../ink/ink8074.xml"/><Relationship Id="rId434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customXml" Target="../ink/ink8004.xml"/><Relationship Id="rId280" Type="http://schemas.openxmlformats.org/officeDocument/2006/relationships/image" Target="NULL"/><Relationship Id="rId336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image" Target="NULL"/><Relationship Id="rId378" Type="http://schemas.openxmlformats.org/officeDocument/2006/relationships/image" Target="NULL"/><Relationship Id="rId403" Type="http://schemas.openxmlformats.org/officeDocument/2006/relationships/customXml" Target="../ink/ink8141.xml"/><Relationship Id="rId6" Type="http://schemas.openxmlformats.org/officeDocument/2006/relationships/customXml" Target="../ink/ink7942.xml"/><Relationship Id="rId238" Type="http://schemas.openxmlformats.org/officeDocument/2006/relationships/image" Target="NULL"/><Relationship Id="rId445" Type="http://schemas.openxmlformats.org/officeDocument/2006/relationships/customXml" Target="../ink/ink8162.xml"/><Relationship Id="rId291" Type="http://schemas.openxmlformats.org/officeDocument/2006/relationships/customXml" Target="../ink/ink8085.xml"/><Relationship Id="rId305" Type="http://schemas.openxmlformats.org/officeDocument/2006/relationships/customXml" Target="../ink/ink8092.xml"/><Relationship Id="rId347" Type="http://schemas.openxmlformats.org/officeDocument/2006/relationships/customXml" Target="../ink/ink8113.xml"/><Relationship Id="rId44" Type="http://schemas.openxmlformats.org/officeDocument/2006/relationships/customXml" Target="../ink/ink7961.xml"/><Relationship Id="rId86" Type="http://schemas.openxmlformats.org/officeDocument/2006/relationships/image" Target="NULL"/><Relationship Id="rId151" Type="http://schemas.openxmlformats.org/officeDocument/2006/relationships/customXml" Target="../ink/ink8015.xml"/><Relationship Id="rId389" Type="http://schemas.openxmlformats.org/officeDocument/2006/relationships/customXml" Target="../ink/ink8134.xml"/><Relationship Id="rId193" Type="http://schemas.openxmlformats.org/officeDocument/2006/relationships/customXml" Target="../ink/ink8036.xml"/><Relationship Id="rId207" Type="http://schemas.openxmlformats.org/officeDocument/2006/relationships/customXml" Target="../ink/ink8043.xml"/><Relationship Id="rId249" Type="http://schemas.openxmlformats.org/officeDocument/2006/relationships/customXml" Target="../ink/ink8064.xml"/><Relationship Id="rId414" Type="http://schemas.openxmlformats.org/officeDocument/2006/relationships/image" Target="NULL"/><Relationship Id="rId456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customXml" Target="../ink/ink7994.xml"/><Relationship Id="rId260" Type="http://schemas.openxmlformats.org/officeDocument/2006/relationships/image" Target="NULL"/><Relationship Id="rId316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customXml" Target="../ink/ink7988.xml"/><Relationship Id="rId120" Type="http://schemas.openxmlformats.org/officeDocument/2006/relationships/image" Target="NULL"/><Relationship Id="rId358" Type="http://schemas.openxmlformats.org/officeDocument/2006/relationships/image" Target="NULL"/><Relationship Id="rId162" Type="http://schemas.openxmlformats.org/officeDocument/2006/relationships/image" Target="NULL"/><Relationship Id="rId218" Type="http://schemas.openxmlformats.org/officeDocument/2006/relationships/image" Target="NULL"/><Relationship Id="rId425" Type="http://schemas.openxmlformats.org/officeDocument/2006/relationships/customXml" Target="../ink/ink8152.xml"/><Relationship Id="rId271" Type="http://schemas.openxmlformats.org/officeDocument/2006/relationships/customXml" Target="../ink/ink8075.xml"/><Relationship Id="rId24" Type="http://schemas.openxmlformats.org/officeDocument/2006/relationships/customXml" Target="../ink/ink7951.xml"/><Relationship Id="rId66" Type="http://schemas.openxmlformats.org/officeDocument/2006/relationships/customXml" Target="../ink/ink7972.xml"/><Relationship Id="rId131" Type="http://schemas.openxmlformats.org/officeDocument/2006/relationships/customXml" Target="../ink/ink8005.xml"/><Relationship Id="rId327" Type="http://schemas.openxmlformats.org/officeDocument/2006/relationships/customXml" Target="../ink/ink8103.xml"/><Relationship Id="rId369" Type="http://schemas.openxmlformats.org/officeDocument/2006/relationships/customXml" Target="../ink/ink8124.xml"/><Relationship Id="rId173" Type="http://schemas.openxmlformats.org/officeDocument/2006/relationships/customXml" Target="../ink/ink8026.xml"/><Relationship Id="rId229" Type="http://schemas.openxmlformats.org/officeDocument/2006/relationships/customXml" Target="../ink/ink8054.xml"/><Relationship Id="rId380" Type="http://schemas.openxmlformats.org/officeDocument/2006/relationships/image" Target="NULL"/><Relationship Id="rId436" Type="http://schemas.openxmlformats.org/officeDocument/2006/relationships/image" Target="NULL"/><Relationship Id="rId240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282" Type="http://schemas.openxmlformats.org/officeDocument/2006/relationships/image" Target="NULL"/><Relationship Id="rId338" Type="http://schemas.openxmlformats.org/officeDocument/2006/relationships/image" Target="NULL"/><Relationship Id="rId8" Type="http://schemas.openxmlformats.org/officeDocument/2006/relationships/customXml" Target="../ink/ink7943.xml"/><Relationship Id="rId142" Type="http://schemas.openxmlformats.org/officeDocument/2006/relationships/image" Target="NULL"/><Relationship Id="rId184" Type="http://schemas.openxmlformats.org/officeDocument/2006/relationships/image" Target="NULL"/><Relationship Id="rId391" Type="http://schemas.openxmlformats.org/officeDocument/2006/relationships/customXml" Target="../ink/ink8135.xml"/><Relationship Id="rId405" Type="http://schemas.openxmlformats.org/officeDocument/2006/relationships/customXml" Target="../ink/ink8142.xml"/><Relationship Id="rId447" Type="http://schemas.openxmlformats.org/officeDocument/2006/relationships/customXml" Target="../ink/ink8163.xml"/><Relationship Id="rId251" Type="http://schemas.openxmlformats.org/officeDocument/2006/relationships/customXml" Target="../ink/ink8065.xml"/><Relationship Id="rId46" Type="http://schemas.openxmlformats.org/officeDocument/2006/relationships/customXml" Target="../ink/ink7962.xml"/><Relationship Id="rId293" Type="http://schemas.openxmlformats.org/officeDocument/2006/relationships/customXml" Target="../ink/ink8086.xml"/><Relationship Id="rId307" Type="http://schemas.openxmlformats.org/officeDocument/2006/relationships/customXml" Target="../ink/ink8093.xml"/><Relationship Id="rId349" Type="http://schemas.openxmlformats.org/officeDocument/2006/relationships/customXml" Target="../ink/ink8114.xml"/><Relationship Id="rId88" Type="http://schemas.openxmlformats.org/officeDocument/2006/relationships/image" Target="NULL"/><Relationship Id="rId111" Type="http://schemas.openxmlformats.org/officeDocument/2006/relationships/customXml" Target="../ink/ink7995.xml"/><Relationship Id="rId153" Type="http://schemas.openxmlformats.org/officeDocument/2006/relationships/customXml" Target="../ink/ink8016.xml"/><Relationship Id="rId195" Type="http://schemas.openxmlformats.org/officeDocument/2006/relationships/customXml" Target="../ink/ink8037.xml"/><Relationship Id="rId209" Type="http://schemas.openxmlformats.org/officeDocument/2006/relationships/customXml" Target="../ink/ink8044.xml"/><Relationship Id="rId360" Type="http://schemas.openxmlformats.org/officeDocument/2006/relationships/image" Target="NULL"/><Relationship Id="rId416" Type="http://schemas.openxmlformats.org/officeDocument/2006/relationships/image" Target="NULL"/><Relationship Id="rId220" Type="http://schemas.openxmlformats.org/officeDocument/2006/relationships/image" Target="NULL"/><Relationship Id="rId458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image" Target="NULL"/><Relationship Id="rId99" Type="http://schemas.openxmlformats.org/officeDocument/2006/relationships/customXml" Target="../ink/ink7989.xml"/><Relationship Id="rId122" Type="http://schemas.openxmlformats.org/officeDocument/2006/relationships/image" Target="NULL"/><Relationship Id="rId164" Type="http://schemas.openxmlformats.org/officeDocument/2006/relationships/image" Target="NULL"/><Relationship Id="rId371" Type="http://schemas.openxmlformats.org/officeDocument/2006/relationships/customXml" Target="../ink/ink8125.xml"/><Relationship Id="rId427" Type="http://schemas.openxmlformats.org/officeDocument/2006/relationships/customXml" Target="../ink/ink8153.xml"/><Relationship Id="rId26" Type="http://schemas.openxmlformats.org/officeDocument/2006/relationships/customXml" Target="../ink/ink7952.xml"/><Relationship Id="rId231" Type="http://schemas.openxmlformats.org/officeDocument/2006/relationships/customXml" Target="../ink/ink8055.xml"/><Relationship Id="rId273" Type="http://schemas.openxmlformats.org/officeDocument/2006/relationships/customXml" Target="../ink/ink8076.xml"/><Relationship Id="rId329" Type="http://schemas.openxmlformats.org/officeDocument/2006/relationships/customXml" Target="../ink/ink8104.xml"/><Relationship Id="rId68" Type="http://schemas.openxmlformats.org/officeDocument/2006/relationships/customXml" Target="../ink/ink7973.xml"/><Relationship Id="rId133" Type="http://schemas.openxmlformats.org/officeDocument/2006/relationships/customXml" Target="../ink/ink8006.xml"/><Relationship Id="rId175" Type="http://schemas.openxmlformats.org/officeDocument/2006/relationships/customXml" Target="../ink/ink8027.xml"/><Relationship Id="rId340" Type="http://schemas.openxmlformats.org/officeDocument/2006/relationships/image" Target="NULL"/><Relationship Id="rId200" Type="http://schemas.openxmlformats.org/officeDocument/2006/relationships/image" Target="NULL"/><Relationship Id="rId382" Type="http://schemas.openxmlformats.org/officeDocument/2006/relationships/image" Target="NULL"/><Relationship Id="rId438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44" Type="http://schemas.openxmlformats.org/officeDocument/2006/relationships/image" Target="NULL"/><Relationship Id="rId90" Type="http://schemas.openxmlformats.org/officeDocument/2006/relationships/image" Target="NULL"/><Relationship Id="rId186" Type="http://schemas.openxmlformats.org/officeDocument/2006/relationships/image" Target="NULL"/><Relationship Id="rId351" Type="http://schemas.openxmlformats.org/officeDocument/2006/relationships/customXml" Target="../ink/ink8115.xml"/><Relationship Id="rId393" Type="http://schemas.openxmlformats.org/officeDocument/2006/relationships/customXml" Target="../ink/ink8136.xml"/><Relationship Id="rId407" Type="http://schemas.openxmlformats.org/officeDocument/2006/relationships/customXml" Target="../ink/ink8143.xml"/><Relationship Id="rId449" Type="http://schemas.openxmlformats.org/officeDocument/2006/relationships/customXml" Target="../ink/ink8164.xml"/><Relationship Id="rId211" Type="http://schemas.openxmlformats.org/officeDocument/2006/relationships/customXml" Target="../ink/ink8045.xml"/><Relationship Id="rId253" Type="http://schemas.openxmlformats.org/officeDocument/2006/relationships/customXml" Target="../ink/ink8066.xml"/><Relationship Id="rId295" Type="http://schemas.openxmlformats.org/officeDocument/2006/relationships/customXml" Target="../ink/ink8087.xml"/><Relationship Id="rId309" Type="http://schemas.openxmlformats.org/officeDocument/2006/relationships/customXml" Target="../ink/ink8094.xml"/><Relationship Id="rId460" Type="http://schemas.openxmlformats.org/officeDocument/2006/relationships/image" Target="NULL"/><Relationship Id="rId48" Type="http://schemas.openxmlformats.org/officeDocument/2006/relationships/customXml" Target="../ink/ink7963.xml"/><Relationship Id="rId113" Type="http://schemas.openxmlformats.org/officeDocument/2006/relationships/customXml" Target="../ink/ink7996.xml"/><Relationship Id="rId320" Type="http://schemas.openxmlformats.org/officeDocument/2006/relationships/image" Target="NULL"/><Relationship Id="rId155" Type="http://schemas.openxmlformats.org/officeDocument/2006/relationships/customXml" Target="../ink/ink8017.xml"/><Relationship Id="rId197" Type="http://schemas.openxmlformats.org/officeDocument/2006/relationships/customXml" Target="../ink/ink8038.xml"/><Relationship Id="rId362" Type="http://schemas.openxmlformats.org/officeDocument/2006/relationships/image" Target="NULL"/><Relationship Id="rId418" Type="http://schemas.openxmlformats.org/officeDocument/2006/relationships/image" Target="NULL"/><Relationship Id="rId222" Type="http://schemas.openxmlformats.org/officeDocument/2006/relationships/image" Target="NULL"/><Relationship Id="rId264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image" Target="NULL"/><Relationship Id="rId70" Type="http://schemas.openxmlformats.org/officeDocument/2006/relationships/customXml" Target="../ink/ink7974.xml"/><Relationship Id="rId166" Type="http://schemas.openxmlformats.org/officeDocument/2006/relationships/image" Target="NULL"/><Relationship Id="rId331" Type="http://schemas.openxmlformats.org/officeDocument/2006/relationships/customXml" Target="../ink/ink8105.xml"/><Relationship Id="rId373" Type="http://schemas.openxmlformats.org/officeDocument/2006/relationships/customXml" Target="../ink/ink8126.xml"/><Relationship Id="rId429" Type="http://schemas.openxmlformats.org/officeDocument/2006/relationships/customXml" Target="../ink/ink8154.xml"/><Relationship Id="rId1" Type="http://schemas.openxmlformats.org/officeDocument/2006/relationships/slideLayout" Target="../slideLayouts/slideLayout2.xml"/><Relationship Id="rId233" Type="http://schemas.openxmlformats.org/officeDocument/2006/relationships/customXml" Target="../ink/ink8056.xml"/><Relationship Id="rId440" Type="http://schemas.openxmlformats.org/officeDocument/2006/relationships/image" Target="NULL"/><Relationship Id="rId28" Type="http://schemas.openxmlformats.org/officeDocument/2006/relationships/customXml" Target="../ink/ink7953.xml"/><Relationship Id="rId275" Type="http://schemas.openxmlformats.org/officeDocument/2006/relationships/customXml" Target="../ink/ink8077.xml"/><Relationship Id="rId300" Type="http://schemas.openxmlformats.org/officeDocument/2006/relationships/image" Target="NULL"/><Relationship Id="rId81" Type="http://schemas.openxmlformats.org/officeDocument/2006/relationships/customXml" Target="../ink/ink7980.xml"/><Relationship Id="rId135" Type="http://schemas.openxmlformats.org/officeDocument/2006/relationships/customXml" Target="../ink/ink8007.xml"/><Relationship Id="rId177" Type="http://schemas.openxmlformats.org/officeDocument/2006/relationships/customXml" Target="../ink/ink8028.xml"/><Relationship Id="rId342" Type="http://schemas.openxmlformats.org/officeDocument/2006/relationships/image" Target="NULL"/><Relationship Id="rId384" Type="http://schemas.openxmlformats.org/officeDocument/2006/relationships/image" Target="NULL"/><Relationship Id="rId202" Type="http://schemas.openxmlformats.org/officeDocument/2006/relationships/image" Target="NULL"/><Relationship Id="rId244" Type="http://schemas.openxmlformats.org/officeDocument/2006/relationships/image" Target="NULL"/><Relationship Id="rId39" Type="http://schemas.openxmlformats.org/officeDocument/2006/relationships/image" Target="NULL"/><Relationship Id="rId286" Type="http://schemas.openxmlformats.org/officeDocument/2006/relationships/image" Target="NULL"/><Relationship Id="rId451" Type="http://schemas.openxmlformats.org/officeDocument/2006/relationships/customXml" Target="../ink/ink8165.xml"/><Relationship Id="rId50" Type="http://schemas.openxmlformats.org/officeDocument/2006/relationships/customXml" Target="../ink/ink7964.xml"/><Relationship Id="rId104" Type="http://schemas.openxmlformats.org/officeDocument/2006/relationships/image" Target="NULL"/><Relationship Id="rId146" Type="http://schemas.openxmlformats.org/officeDocument/2006/relationships/image" Target="NULL"/><Relationship Id="rId188" Type="http://schemas.openxmlformats.org/officeDocument/2006/relationships/image" Target="NULL"/><Relationship Id="rId311" Type="http://schemas.openxmlformats.org/officeDocument/2006/relationships/customXml" Target="../ink/ink8095.xml"/><Relationship Id="rId353" Type="http://schemas.openxmlformats.org/officeDocument/2006/relationships/customXml" Target="../ink/ink8116.xml"/><Relationship Id="rId395" Type="http://schemas.openxmlformats.org/officeDocument/2006/relationships/customXml" Target="../ink/ink8137.xml"/><Relationship Id="rId409" Type="http://schemas.openxmlformats.org/officeDocument/2006/relationships/customXml" Target="../ink/ink8144.xml"/><Relationship Id="rId92" Type="http://schemas.openxmlformats.org/officeDocument/2006/relationships/image" Target="NULL"/><Relationship Id="rId213" Type="http://schemas.openxmlformats.org/officeDocument/2006/relationships/customXml" Target="../ink/ink8046.xml"/><Relationship Id="rId420" Type="http://schemas.openxmlformats.org/officeDocument/2006/relationships/image" Target="NULL"/><Relationship Id="rId255" Type="http://schemas.openxmlformats.org/officeDocument/2006/relationships/customXml" Target="../ink/ink8067.xml"/><Relationship Id="rId297" Type="http://schemas.openxmlformats.org/officeDocument/2006/relationships/customXml" Target="../ink/ink8088.xml"/><Relationship Id="rId462" Type="http://schemas.openxmlformats.org/officeDocument/2006/relationships/image" Target="NUL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customXml" Target="../ink/ink8321.xm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8251.xml"/><Relationship Id="rId324" Type="http://schemas.openxmlformats.org/officeDocument/2006/relationships/image" Target="NULL"/><Relationship Id="rId170" Type="http://schemas.openxmlformats.org/officeDocument/2006/relationships/image" Target="NULL"/><Relationship Id="rId226" Type="http://schemas.openxmlformats.org/officeDocument/2006/relationships/image" Target="NULL"/><Relationship Id="rId268" Type="http://schemas.openxmlformats.org/officeDocument/2006/relationships/image" Target="NULL"/><Relationship Id="rId32" Type="http://schemas.openxmlformats.org/officeDocument/2006/relationships/customXml" Target="../ink/ink8187.xml"/><Relationship Id="rId74" Type="http://schemas.openxmlformats.org/officeDocument/2006/relationships/customXml" Target="../ink/ink8208.xml"/><Relationship Id="rId128" Type="http://schemas.openxmlformats.org/officeDocument/2006/relationships/customXml" Target="../ink/ink8235.xml"/><Relationship Id="rId335" Type="http://schemas.openxmlformats.org/officeDocument/2006/relationships/customXml" Target="../ink/ink8339.xml"/><Relationship Id="rId5" Type="http://schemas.openxmlformats.org/officeDocument/2006/relationships/image" Target="NULL"/><Relationship Id="rId181" Type="http://schemas.openxmlformats.org/officeDocument/2006/relationships/customXml" Target="../ink/ink8262.xml"/><Relationship Id="rId237" Type="http://schemas.openxmlformats.org/officeDocument/2006/relationships/customXml" Target="../ink/ink8290.xml"/><Relationship Id="rId279" Type="http://schemas.openxmlformats.org/officeDocument/2006/relationships/customXml" Target="../ink/ink8311.xml"/><Relationship Id="rId43" Type="http://schemas.openxmlformats.org/officeDocument/2006/relationships/image" Target="NULL"/><Relationship Id="rId139" Type="http://schemas.openxmlformats.org/officeDocument/2006/relationships/customXml" Target="../ink/ink8241.xml"/><Relationship Id="rId290" Type="http://schemas.openxmlformats.org/officeDocument/2006/relationships/image" Target="NULL"/><Relationship Id="rId304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248" Type="http://schemas.openxmlformats.org/officeDocument/2006/relationships/image" Target="NULL"/><Relationship Id="rId12" Type="http://schemas.openxmlformats.org/officeDocument/2006/relationships/customXml" Target="../ink/ink8177.xml"/><Relationship Id="rId108" Type="http://schemas.openxmlformats.org/officeDocument/2006/relationships/customXml" Target="../ink/ink8225.xml"/><Relationship Id="rId315" Type="http://schemas.openxmlformats.org/officeDocument/2006/relationships/customXml" Target="../ink/ink8329.xml"/><Relationship Id="rId54" Type="http://schemas.openxmlformats.org/officeDocument/2006/relationships/customXml" Target="../ink/ink8198.xml"/><Relationship Id="rId96" Type="http://schemas.openxmlformats.org/officeDocument/2006/relationships/customXml" Target="../ink/ink8219.xml"/><Relationship Id="rId161" Type="http://schemas.openxmlformats.org/officeDocument/2006/relationships/customXml" Target="../ink/ink8252.xml"/><Relationship Id="rId217" Type="http://schemas.openxmlformats.org/officeDocument/2006/relationships/customXml" Target="../ink/ink8280.xml"/><Relationship Id="rId259" Type="http://schemas.openxmlformats.org/officeDocument/2006/relationships/customXml" Target="../ink/ink8301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image" Target="NULL"/><Relationship Id="rId326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customXml" Target="../ink/ink8236.xml"/><Relationship Id="rId172" Type="http://schemas.openxmlformats.org/officeDocument/2006/relationships/image" Target="NULL"/><Relationship Id="rId228" Type="http://schemas.openxmlformats.org/officeDocument/2006/relationships/image" Target="NULL"/><Relationship Id="rId281" Type="http://schemas.openxmlformats.org/officeDocument/2006/relationships/customXml" Target="../ink/ink8312.xml"/><Relationship Id="rId34" Type="http://schemas.openxmlformats.org/officeDocument/2006/relationships/customXml" Target="../ink/ink8188.xml"/><Relationship Id="rId76" Type="http://schemas.openxmlformats.org/officeDocument/2006/relationships/customXml" Target="../ink/ink8209.xml"/><Relationship Id="rId141" Type="http://schemas.openxmlformats.org/officeDocument/2006/relationships/customXml" Target="../ink/ink8242.xml"/><Relationship Id="rId7" Type="http://schemas.openxmlformats.org/officeDocument/2006/relationships/image" Target="NULL"/><Relationship Id="rId183" Type="http://schemas.openxmlformats.org/officeDocument/2006/relationships/customXml" Target="../ink/ink8263.xml"/><Relationship Id="rId239" Type="http://schemas.openxmlformats.org/officeDocument/2006/relationships/customXml" Target="../ink/ink8291.xml"/><Relationship Id="rId250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image" Target="NULL"/><Relationship Id="rId24" Type="http://schemas.openxmlformats.org/officeDocument/2006/relationships/customXml" Target="../ink/ink8183.xml"/><Relationship Id="rId45" Type="http://schemas.openxmlformats.org/officeDocument/2006/relationships/image" Target="NULL"/><Relationship Id="rId66" Type="http://schemas.openxmlformats.org/officeDocument/2006/relationships/customXml" Target="../ink/ink8204.xml"/><Relationship Id="rId87" Type="http://schemas.openxmlformats.org/officeDocument/2006/relationships/image" Target="NULL"/><Relationship Id="rId110" Type="http://schemas.openxmlformats.org/officeDocument/2006/relationships/customXml" Target="../ink/ink8226.xml"/><Relationship Id="rId131" Type="http://schemas.openxmlformats.org/officeDocument/2006/relationships/customXml" Target="../ink/ink8237.xml"/><Relationship Id="rId327" Type="http://schemas.openxmlformats.org/officeDocument/2006/relationships/customXml" Target="../ink/ink8335.xml"/><Relationship Id="rId152" Type="http://schemas.openxmlformats.org/officeDocument/2006/relationships/image" Target="NULL"/><Relationship Id="rId173" Type="http://schemas.openxmlformats.org/officeDocument/2006/relationships/customXml" Target="../ink/ink8258.xml"/><Relationship Id="rId194" Type="http://schemas.openxmlformats.org/officeDocument/2006/relationships/image" Target="NULL"/><Relationship Id="rId208" Type="http://schemas.openxmlformats.org/officeDocument/2006/relationships/image" Target="NULL"/><Relationship Id="rId229" Type="http://schemas.openxmlformats.org/officeDocument/2006/relationships/customXml" Target="../ink/ink8286.xml"/><Relationship Id="rId240" Type="http://schemas.openxmlformats.org/officeDocument/2006/relationships/image" Target="NULL"/><Relationship Id="rId261" Type="http://schemas.openxmlformats.org/officeDocument/2006/relationships/customXml" Target="../ink/ink8302.xml"/><Relationship Id="rId14" Type="http://schemas.openxmlformats.org/officeDocument/2006/relationships/customXml" Target="../ink/ink8178.xml"/><Relationship Id="rId35" Type="http://schemas.openxmlformats.org/officeDocument/2006/relationships/image" Target="NULL"/><Relationship Id="rId56" Type="http://schemas.openxmlformats.org/officeDocument/2006/relationships/customXml" Target="../ink/ink8199.xml"/><Relationship Id="rId77" Type="http://schemas.openxmlformats.org/officeDocument/2006/relationships/image" Target="NULL"/><Relationship Id="rId100" Type="http://schemas.openxmlformats.org/officeDocument/2006/relationships/customXml" Target="../ink/ink8221.xml"/><Relationship Id="rId282" Type="http://schemas.openxmlformats.org/officeDocument/2006/relationships/image" Target="NULL"/><Relationship Id="rId317" Type="http://schemas.openxmlformats.org/officeDocument/2006/relationships/customXml" Target="../ink/ink8330.xml"/><Relationship Id="rId8" Type="http://schemas.openxmlformats.org/officeDocument/2006/relationships/customXml" Target="../ink/ink8175.xml"/><Relationship Id="rId98" Type="http://schemas.openxmlformats.org/officeDocument/2006/relationships/customXml" Target="../ink/ink8220.xml"/><Relationship Id="rId121" Type="http://schemas.openxmlformats.org/officeDocument/2006/relationships/image" Target="NULL"/><Relationship Id="rId142" Type="http://schemas.openxmlformats.org/officeDocument/2006/relationships/image" Target="NULL"/><Relationship Id="rId163" Type="http://schemas.openxmlformats.org/officeDocument/2006/relationships/customXml" Target="../ink/ink8253.xml"/><Relationship Id="rId184" Type="http://schemas.openxmlformats.org/officeDocument/2006/relationships/image" Target="NULL"/><Relationship Id="rId219" Type="http://schemas.openxmlformats.org/officeDocument/2006/relationships/customXml" Target="../ink/ink8281.xml"/><Relationship Id="rId230" Type="http://schemas.openxmlformats.org/officeDocument/2006/relationships/image" Target="NULL"/><Relationship Id="rId251" Type="http://schemas.openxmlformats.org/officeDocument/2006/relationships/customXml" Target="../ink/ink8297.xml"/><Relationship Id="rId25" Type="http://schemas.openxmlformats.org/officeDocument/2006/relationships/image" Target="NULL"/><Relationship Id="rId46" Type="http://schemas.openxmlformats.org/officeDocument/2006/relationships/customXml" Target="../ink/ink8194.xml"/><Relationship Id="rId67" Type="http://schemas.openxmlformats.org/officeDocument/2006/relationships/image" Target="NULL"/><Relationship Id="rId272" Type="http://schemas.openxmlformats.org/officeDocument/2006/relationships/image" Target="NULL"/><Relationship Id="rId293" Type="http://schemas.openxmlformats.org/officeDocument/2006/relationships/customXml" Target="../ink/ink8318.xml"/><Relationship Id="rId307" Type="http://schemas.openxmlformats.org/officeDocument/2006/relationships/customXml" Target="../ink/ink8325.xml"/><Relationship Id="rId328" Type="http://schemas.openxmlformats.org/officeDocument/2006/relationships/image" Target="NULL"/><Relationship Id="rId88" Type="http://schemas.openxmlformats.org/officeDocument/2006/relationships/customXml" Target="../ink/ink8215.xml"/><Relationship Id="rId111" Type="http://schemas.openxmlformats.org/officeDocument/2006/relationships/image" Target="NULL"/><Relationship Id="rId132" Type="http://schemas.openxmlformats.org/officeDocument/2006/relationships/image" Target="NULL"/><Relationship Id="rId153" Type="http://schemas.openxmlformats.org/officeDocument/2006/relationships/customXml" Target="../ink/ink8248.xml"/><Relationship Id="rId174" Type="http://schemas.openxmlformats.org/officeDocument/2006/relationships/image" Target="NULL"/><Relationship Id="rId195" Type="http://schemas.openxmlformats.org/officeDocument/2006/relationships/customXml" Target="../ink/ink8269.xml"/><Relationship Id="rId209" Type="http://schemas.openxmlformats.org/officeDocument/2006/relationships/customXml" Target="../ink/ink8276.xml"/><Relationship Id="rId220" Type="http://schemas.openxmlformats.org/officeDocument/2006/relationships/image" Target="NULL"/><Relationship Id="rId241" Type="http://schemas.openxmlformats.org/officeDocument/2006/relationships/customXml" Target="../ink/ink8292.xml"/><Relationship Id="rId15" Type="http://schemas.openxmlformats.org/officeDocument/2006/relationships/image" Target="NULL"/><Relationship Id="rId36" Type="http://schemas.openxmlformats.org/officeDocument/2006/relationships/customXml" Target="../ink/ink8189.xml"/><Relationship Id="rId57" Type="http://schemas.openxmlformats.org/officeDocument/2006/relationships/image" Target="NULL"/><Relationship Id="rId262" Type="http://schemas.openxmlformats.org/officeDocument/2006/relationships/image" Target="NULL"/><Relationship Id="rId283" Type="http://schemas.openxmlformats.org/officeDocument/2006/relationships/customXml" Target="../ink/ink8313.xml"/><Relationship Id="rId318" Type="http://schemas.openxmlformats.org/officeDocument/2006/relationships/image" Target="NULL"/><Relationship Id="rId78" Type="http://schemas.openxmlformats.org/officeDocument/2006/relationships/customXml" Target="../ink/ink8210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8232.xml"/><Relationship Id="rId143" Type="http://schemas.openxmlformats.org/officeDocument/2006/relationships/customXml" Target="../ink/ink8243.xml"/><Relationship Id="rId164" Type="http://schemas.openxmlformats.org/officeDocument/2006/relationships/image" Target="NULL"/><Relationship Id="rId185" Type="http://schemas.openxmlformats.org/officeDocument/2006/relationships/customXml" Target="../ink/ink8264.xml"/><Relationship Id="rId9" Type="http://schemas.openxmlformats.org/officeDocument/2006/relationships/image" Target="NULL"/><Relationship Id="rId210" Type="http://schemas.openxmlformats.org/officeDocument/2006/relationships/image" Target="NULL"/><Relationship Id="rId26" Type="http://schemas.openxmlformats.org/officeDocument/2006/relationships/customXml" Target="../ink/ink8184.xml"/><Relationship Id="rId231" Type="http://schemas.openxmlformats.org/officeDocument/2006/relationships/customXml" Target="../ink/ink8287.xml"/><Relationship Id="rId252" Type="http://schemas.openxmlformats.org/officeDocument/2006/relationships/image" Target="NULL"/><Relationship Id="rId273" Type="http://schemas.openxmlformats.org/officeDocument/2006/relationships/customXml" Target="../ink/ink8308.xml"/><Relationship Id="rId294" Type="http://schemas.openxmlformats.org/officeDocument/2006/relationships/image" Target="NULL"/><Relationship Id="rId308" Type="http://schemas.openxmlformats.org/officeDocument/2006/relationships/image" Target="NULL"/><Relationship Id="rId329" Type="http://schemas.openxmlformats.org/officeDocument/2006/relationships/customXml" Target="../ink/ink8336.xml"/><Relationship Id="rId47" Type="http://schemas.openxmlformats.org/officeDocument/2006/relationships/image" Target="NULL"/><Relationship Id="rId68" Type="http://schemas.openxmlformats.org/officeDocument/2006/relationships/customXml" Target="../ink/ink8205.xml"/><Relationship Id="rId89" Type="http://schemas.openxmlformats.org/officeDocument/2006/relationships/image" Target="NULL"/><Relationship Id="rId112" Type="http://schemas.openxmlformats.org/officeDocument/2006/relationships/customXml" Target="../ink/ink8227.xml"/><Relationship Id="rId133" Type="http://schemas.openxmlformats.org/officeDocument/2006/relationships/customXml" Target="../ink/ink8238.xml"/><Relationship Id="rId154" Type="http://schemas.openxmlformats.org/officeDocument/2006/relationships/image" Target="NULL"/><Relationship Id="rId175" Type="http://schemas.openxmlformats.org/officeDocument/2006/relationships/customXml" Target="../ink/ink8259.xml"/><Relationship Id="rId196" Type="http://schemas.openxmlformats.org/officeDocument/2006/relationships/image" Target="NULL"/><Relationship Id="rId200" Type="http://schemas.openxmlformats.org/officeDocument/2006/relationships/image" Target="NULL"/><Relationship Id="rId16" Type="http://schemas.openxmlformats.org/officeDocument/2006/relationships/customXml" Target="../ink/ink8179.xml"/><Relationship Id="rId221" Type="http://schemas.openxmlformats.org/officeDocument/2006/relationships/customXml" Target="../ink/ink8282.xml"/><Relationship Id="rId242" Type="http://schemas.openxmlformats.org/officeDocument/2006/relationships/image" Target="NULL"/><Relationship Id="rId263" Type="http://schemas.openxmlformats.org/officeDocument/2006/relationships/customXml" Target="../ink/ink8303.xml"/><Relationship Id="rId284" Type="http://schemas.openxmlformats.org/officeDocument/2006/relationships/image" Target="NULL"/><Relationship Id="rId319" Type="http://schemas.openxmlformats.org/officeDocument/2006/relationships/customXml" Target="../ink/ink8331.xml"/><Relationship Id="rId37" Type="http://schemas.openxmlformats.org/officeDocument/2006/relationships/image" Target="NULL"/><Relationship Id="rId58" Type="http://schemas.openxmlformats.org/officeDocument/2006/relationships/customXml" Target="../ink/ink8200.xml"/><Relationship Id="rId79" Type="http://schemas.openxmlformats.org/officeDocument/2006/relationships/image" Target="NULL"/><Relationship Id="rId102" Type="http://schemas.openxmlformats.org/officeDocument/2006/relationships/customXml" Target="../ink/ink8222.xml"/><Relationship Id="rId123" Type="http://schemas.openxmlformats.org/officeDocument/2006/relationships/image" Target="NULL"/><Relationship Id="rId144" Type="http://schemas.openxmlformats.org/officeDocument/2006/relationships/image" Target="NULL"/><Relationship Id="rId330" Type="http://schemas.openxmlformats.org/officeDocument/2006/relationships/image" Target="NULL"/><Relationship Id="rId90" Type="http://schemas.openxmlformats.org/officeDocument/2006/relationships/customXml" Target="../ink/ink8216.xml"/><Relationship Id="rId165" Type="http://schemas.openxmlformats.org/officeDocument/2006/relationships/customXml" Target="../ink/ink8254.xml"/><Relationship Id="rId186" Type="http://schemas.openxmlformats.org/officeDocument/2006/relationships/image" Target="NULL"/><Relationship Id="rId211" Type="http://schemas.openxmlformats.org/officeDocument/2006/relationships/customXml" Target="../ink/ink8277.xml"/><Relationship Id="rId232" Type="http://schemas.openxmlformats.org/officeDocument/2006/relationships/image" Target="NULL"/><Relationship Id="rId253" Type="http://schemas.openxmlformats.org/officeDocument/2006/relationships/customXml" Target="../ink/ink8298.xml"/><Relationship Id="rId274" Type="http://schemas.openxmlformats.org/officeDocument/2006/relationships/image" Target="NULL"/><Relationship Id="rId295" Type="http://schemas.openxmlformats.org/officeDocument/2006/relationships/customXml" Target="../ink/ink8319.xml"/><Relationship Id="rId309" Type="http://schemas.openxmlformats.org/officeDocument/2006/relationships/customXml" Target="../ink/ink8326.xml"/><Relationship Id="rId27" Type="http://schemas.openxmlformats.org/officeDocument/2006/relationships/image" Target="NULL"/><Relationship Id="rId48" Type="http://schemas.openxmlformats.org/officeDocument/2006/relationships/customXml" Target="../ink/ink8195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image" Target="NULL"/><Relationship Id="rId320" Type="http://schemas.openxmlformats.org/officeDocument/2006/relationships/image" Target="NULL"/><Relationship Id="rId80" Type="http://schemas.openxmlformats.org/officeDocument/2006/relationships/customXml" Target="../ink/ink8211.xml"/><Relationship Id="rId155" Type="http://schemas.openxmlformats.org/officeDocument/2006/relationships/customXml" Target="../ink/ink8249.xml"/><Relationship Id="rId176" Type="http://schemas.openxmlformats.org/officeDocument/2006/relationships/image" Target="NULL"/><Relationship Id="rId197" Type="http://schemas.openxmlformats.org/officeDocument/2006/relationships/customXml" Target="../ink/ink8270.xml"/><Relationship Id="rId201" Type="http://schemas.openxmlformats.org/officeDocument/2006/relationships/customXml" Target="../ink/ink8272.xml"/><Relationship Id="rId222" Type="http://schemas.openxmlformats.org/officeDocument/2006/relationships/image" Target="NULL"/><Relationship Id="rId243" Type="http://schemas.openxmlformats.org/officeDocument/2006/relationships/customXml" Target="../ink/ink8293.xml"/><Relationship Id="rId264" Type="http://schemas.openxmlformats.org/officeDocument/2006/relationships/image" Target="NULL"/><Relationship Id="rId285" Type="http://schemas.openxmlformats.org/officeDocument/2006/relationships/customXml" Target="../ink/ink8314.xml"/><Relationship Id="rId17" Type="http://schemas.openxmlformats.org/officeDocument/2006/relationships/image" Target="NULL"/><Relationship Id="rId38" Type="http://schemas.openxmlformats.org/officeDocument/2006/relationships/customXml" Target="../ink/ink8190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8233.xml"/><Relationship Id="rId310" Type="http://schemas.openxmlformats.org/officeDocument/2006/relationships/image" Target="NULL"/><Relationship Id="rId70" Type="http://schemas.openxmlformats.org/officeDocument/2006/relationships/customXml" Target="../ink/ink8206.xml"/><Relationship Id="rId91" Type="http://schemas.openxmlformats.org/officeDocument/2006/relationships/image" Target="NULL"/><Relationship Id="rId145" Type="http://schemas.openxmlformats.org/officeDocument/2006/relationships/customXml" Target="../ink/ink8244.xml"/><Relationship Id="rId166" Type="http://schemas.openxmlformats.org/officeDocument/2006/relationships/image" Target="NULL"/><Relationship Id="rId187" Type="http://schemas.openxmlformats.org/officeDocument/2006/relationships/customXml" Target="../ink/ink8265.xml"/><Relationship Id="rId331" Type="http://schemas.openxmlformats.org/officeDocument/2006/relationships/customXml" Target="../ink/ink8337.xml"/><Relationship Id="rId1" Type="http://schemas.openxmlformats.org/officeDocument/2006/relationships/slideLayout" Target="../slideLayouts/slideLayout2.xml"/><Relationship Id="rId212" Type="http://schemas.openxmlformats.org/officeDocument/2006/relationships/image" Target="NULL"/><Relationship Id="rId233" Type="http://schemas.openxmlformats.org/officeDocument/2006/relationships/customXml" Target="../ink/ink8288.xml"/><Relationship Id="rId254" Type="http://schemas.openxmlformats.org/officeDocument/2006/relationships/image" Target="NULL"/><Relationship Id="rId28" Type="http://schemas.openxmlformats.org/officeDocument/2006/relationships/customXml" Target="../ink/ink8185.xml"/><Relationship Id="rId49" Type="http://schemas.openxmlformats.org/officeDocument/2006/relationships/image" Target="NULL"/><Relationship Id="rId114" Type="http://schemas.openxmlformats.org/officeDocument/2006/relationships/customXml" Target="../ink/ink8228.xml"/><Relationship Id="rId275" Type="http://schemas.openxmlformats.org/officeDocument/2006/relationships/customXml" Target="../ink/ink8309.xml"/><Relationship Id="rId296" Type="http://schemas.openxmlformats.org/officeDocument/2006/relationships/image" Target="NULL"/><Relationship Id="rId300" Type="http://schemas.openxmlformats.org/officeDocument/2006/relationships/image" Target="NULL"/><Relationship Id="rId60" Type="http://schemas.openxmlformats.org/officeDocument/2006/relationships/customXml" Target="../ink/ink8201.xml"/><Relationship Id="rId81" Type="http://schemas.openxmlformats.org/officeDocument/2006/relationships/image" Target="NULL"/><Relationship Id="rId135" Type="http://schemas.openxmlformats.org/officeDocument/2006/relationships/customXml" Target="../ink/ink8239.xml"/><Relationship Id="rId156" Type="http://schemas.openxmlformats.org/officeDocument/2006/relationships/image" Target="NULL"/><Relationship Id="rId177" Type="http://schemas.openxmlformats.org/officeDocument/2006/relationships/customXml" Target="../ink/ink8260.xml"/><Relationship Id="rId198" Type="http://schemas.openxmlformats.org/officeDocument/2006/relationships/image" Target="NULL"/><Relationship Id="rId321" Type="http://schemas.openxmlformats.org/officeDocument/2006/relationships/customXml" Target="../ink/ink8332.xml"/><Relationship Id="rId202" Type="http://schemas.openxmlformats.org/officeDocument/2006/relationships/image" Target="NULL"/><Relationship Id="rId223" Type="http://schemas.openxmlformats.org/officeDocument/2006/relationships/customXml" Target="../ink/ink8283.xml"/><Relationship Id="rId244" Type="http://schemas.openxmlformats.org/officeDocument/2006/relationships/image" Target="NULL"/><Relationship Id="rId18" Type="http://schemas.openxmlformats.org/officeDocument/2006/relationships/customXml" Target="../ink/ink8180.xml"/><Relationship Id="rId39" Type="http://schemas.openxmlformats.org/officeDocument/2006/relationships/image" Target="NULL"/><Relationship Id="rId265" Type="http://schemas.openxmlformats.org/officeDocument/2006/relationships/customXml" Target="../ink/ink8304.xml"/><Relationship Id="rId286" Type="http://schemas.openxmlformats.org/officeDocument/2006/relationships/image" Target="NULL"/><Relationship Id="rId50" Type="http://schemas.openxmlformats.org/officeDocument/2006/relationships/customXml" Target="../ink/ink8196.xml"/><Relationship Id="rId104" Type="http://schemas.openxmlformats.org/officeDocument/2006/relationships/customXml" Target="../ink/ink8223.xml"/><Relationship Id="rId125" Type="http://schemas.openxmlformats.org/officeDocument/2006/relationships/image" Target="NULL"/><Relationship Id="rId146" Type="http://schemas.openxmlformats.org/officeDocument/2006/relationships/image" Target="NULL"/><Relationship Id="rId167" Type="http://schemas.openxmlformats.org/officeDocument/2006/relationships/customXml" Target="../ink/ink8255.xml"/><Relationship Id="rId188" Type="http://schemas.openxmlformats.org/officeDocument/2006/relationships/image" Target="NULL"/><Relationship Id="rId311" Type="http://schemas.openxmlformats.org/officeDocument/2006/relationships/customXml" Target="../ink/ink8327.xml"/><Relationship Id="rId332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8217.xml"/><Relationship Id="rId213" Type="http://schemas.openxmlformats.org/officeDocument/2006/relationships/customXml" Target="../ink/ink8278.xml"/><Relationship Id="rId234" Type="http://schemas.openxmlformats.org/officeDocument/2006/relationships/image" Target="NULL"/><Relationship Id="rId2" Type="http://schemas.openxmlformats.org/officeDocument/2006/relationships/customXml" Target="../ink/ink8172.xml"/><Relationship Id="rId29" Type="http://schemas.openxmlformats.org/officeDocument/2006/relationships/image" Target="NULL"/><Relationship Id="rId255" Type="http://schemas.openxmlformats.org/officeDocument/2006/relationships/customXml" Target="../ink/ink8299.xml"/><Relationship Id="rId276" Type="http://schemas.openxmlformats.org/officeDocument/2006/relationships/image" Target="NULL"/><Relationship Id="rId297" Type="http://schemas.openxmlformats.org/officeDocument/2006/relationships/customXml" Target="../ink/ink8320.xml"/><Relationship Id="rId40" Type="http://schemas.openxmlformats.org/officeDocument/2006/relationships/customXml" Target="../ink/ink8191.xml"/><Relationship Id="rId115" Type="http://schemas.openxmlformats.org/officeDocument/2006/relationships/image" Target="NULL"/><Relationship Id="rId136" Type="http://schemas.openxmlformats.org/officeDocument/2006/relationships/image" Target="NULL"/><Relationship Id="rId157" Type="http://schemas.openxmlformats.org/officeDocument/2006/relationships/customXml" Target="../ink/ink8250.xml"/><Relationship Id="rId178" Type="http://schemas.openxmlformats.org/officeDocument/2006/relationships/image" Target="NULL"/><Relationship Id="rId301" Type="http://schemas.openxmlformats.org/officeDocument/2006/relationships/customXml" Target="../ink/ink8322.xml"/><Relationship Id="rId322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8212.xml"/><Relationship Id="rId199" Type="http://schemas.openxmlformats.org/officeDocument/2006/relationships/customXml" Target="../ink/ink8271.xml"/><Relationship Id="rId203" Type="http://schemas.openxmlformats.org/officeDocument/2006/relationships/customXml" Target="../ink/ink8273.xm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8294.xml"/><Relationship Id="rId266" Type="http://schemas.openxmlformats.org/officeDocument/2006/relationships/image" Target="NULL"/><Relationship Id="rId287" Type="http://schemas.openxmlformats.org/officeDocument/2006/relationships/customXml" Target="../ink/ink8315.xml"/><Relationship Id="rId30" Type="http://schemas.openxmlformats.org/officeDocument/2006/relationships/customXml" Target="../ink/ink8186.xml"/><Relationship Id="rId105" Type="http://schemas.openxmlformats.org/officeDocument/2006/relationships/image" Target="NULL"/><Relationship Id="rId126" Type="http://schemas.openxmlformats.org/officeDocument/2006/relationships/customXml" Target="../ink/ink8234.xml"/><Relationship Id="rId147" Type="http://schemas.openxmlformats.org/officeDocument/2006/relationships/customXml" Target="../ink/ink8245.xml"/><Relationship Id="rId168" Type="http://schemas.openxmlformats.org/officeDocument/2006/relationships/image" Target="NULL"/><Relationship Id="rId312" Type="http://schemas.openxmlformats.org/officeDocument/2006/relationships/image" Target="NULL"/><Relationship Id="rId333" Type="http://schemas.openxmlformats.org/officeDocument/2006/relationships/customXml" Target="../ink/ink8338.xml"/><Relationship Id="rId51" Type="http://schemas.openxmlformats.org/officeDocument/2006/relationships/image" Target="NULL"/><Relationship Id="rId72" Type="http://schemas.openxmlformats.org/officeDocument/2006/relationships/customXml" Target="../ink/ink8207.xml"/><Relationship Id="rId93" Type="http://schemas.openxmlformats.org/officeDocument/2006/relationships/image" Target="NULL"/><Relationship Id="rId189" Type="http://schemas.openxmlformats.org/officeDocument/2006/relationships/customXml" Target="../ink/ink8266.xm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8289.xml"/><Relationship Id="rId256" Type="http://schemas.openxmlformats.org/officeDocument/2006/relationships/image" Target="NULL"/><Relationship Id="rId277" Type="http://schemas.openxmlformats.org/officeDocument/2006/relationships/customXml" Target="../ink/ink8310.xml"/><Relationship Id="rId298" Type="http://schemas.openxmlformats.org/officeDocument/2006/relationships/image" Target="NULL"/><Relationship Id="rId116" Type="http://schemas.openxmlformats.org/officeDocument/2006/relationships/customXml" Target="../ink/ink8229.xml"/><Relationship Id="rId137" Type="http://schemas.openxmlformats.org/officeDocument/2006/relationships/customXml" Target="../ink/ink8240.xml"/><Relationship Id="rId158" Type="http://schemas.openxmlformats.org/officeDocument/2006/relationships/image" Target="NULL"/><Relationship Id="rId302" Type="http://schemas.openxmlformats.org/officeDocument/2006/relationships/image" Target="NULL"/><Relationship Id="rId323" Type="http://schemas.openxmlformats.org/officeDocument/2006/relationships/customXml" Target="../ink/ink8333.xml"/><Relationship Id="rId20" Type="http://schemas.openxmlformats.org/officeDocument/2006/relationships/customXml" Target="../ink/ink8181.xml"/><Relationship Id="rId41" Type="http://schemas.openxmlformats.org/officeDocument/2006/relationships/image" Target="NULL"/><Relationship Id="rId62" Type="http://schemas.openxmlformats.org/officeDocument/2006/relationships/customXml" Target="../ink/ink8202.xml"/><Relationship Id="rId83" Type="http://schemas.openxmlformats.org/officeDocument/2006/relationships/image" Target="NULL"/><Relationship Id="rId179" Type="http://schemas.openxmlformats.org/officeDocument/2006/relationships/customXml" Target="../ink/ink8261.xml"/><Relationship Id="rId190" Type="http://schemas.openxmlformats.org/officeDocument/2006/relationships/image" Target="NULL"/><Relationship Id="rId204" Type="http://schemas.openxmlformats.org/officeDocument/2006/relationships/image" Target="NULL"/><Relationship Id="rId225" Type="http://schemas.openxmlformats.org/officeDocument/2006/relationships/customXml" Target="../ink/ink8284.xml"/><Relationship Id="rId246" Type="http://schemas.openxmlformats.org/officeDocument/2006/relationships/image" Target="NULL"/><Relationship Id="rId267" Type="http://schemas.openxmlformats.org/officeDocument/2006/relationships/customXml" Target="../ink/ink8305.xml"/><Relationship Id="rId288" Type="http://schemas.openxmlformats.org/officeDocument/2006/relationships/image" Target="NULL"/><Relationship Id="rId106" Type="http://schemas.openxmlformats.org/officeDocument/2006/relationships/customXml" Target="../ink/ink8224.xml"/><Relationship Id="rId127" Type="http://schemas.openxmlformats.org/officeDocument/2006/relationships/image" Target="NULL"/><Relationship Id="rId313" Type="http://schemas.openxmlformats.org/officeDocument/2006/relationships/customXml" Target="../ink/ink8328.xml"/><Relationship Id="rId10" Type="http://schemas.openxmlformats.org/officeDocument/2006/relationships/customXml" Target="../ink/ink8176.xml"/><Relationship Id="rId31" Type="http://schemas.openxmlformats.org/officeDocument/2006/relationships/image" Target="NULL"/><Relationship Id="rId52" Type="http://schemas.openxmlformats.org/officeDocument/2006/relationships/customXml" Target="../ink/ink8197.xml"/><Relationship Id="rId73" Type="http://schemas.openxmlformats.org/officeDocument/2006/relationships/image" Target="NULL"/><Relationship Id="rId94" Type="http://schemas.openxmlformats.org/officeDocument/2006/relationships/customXml" Target="../ink/ink8218.xml"/><Relationship Id="rId148" Type="http://schemas.openxmlformats.org/officeDocument/2006/relationships/image" Target="NULL"/><Relationship Id="rId169" Type="http://schemas.openxmlformats.org/officeDocument/2006/relationships/customXml" Target="../ink/ink8256.xml"/><Relationship Id="rId334" Type="http://schemas.openxmlformats.org/officeDocument/2006/relationships/image" Target="NULL"/><Relationship Id="rId4" Type="http://schemas.openxmlformats.org/officeDocument/2006/relationships/customXml" Target="../ink/ink8173.xml"/><Relationship Id="rId180" Type="http://schemas.openxmlformats.org/officeDocument/2006/relationships/image" Target="NULL"/><Relationship Id="rId215" Type="http://schemas.openxmlformats.org/officeDocument/2006/relationships/customXml" Target="../ink/ink8279.xml"/><Relationship Id="rId236" Type="http://schemas.openxmlformats.org/officeDocument/2006/relationships/image" Target="NULL"/><Relationship Id="rId257" Type="http://schemas.openxmlformats.org/officeDocument/2006/relationships/customXml" Target="../ink/ink8300.xml"/><Relationship Id="rId278" Type="http://schemas.openxmlformats.org/officeDocument/2006/relationships/image" Target="NULL"/><Relationship Id="rId303" Type="http://schemas.openxmlformats.org/officeDocument/2006/relationships/customXml" Target="../ink/ink8323.xml"/><Relationship Id="rId42" Type="http://schemas.openxmlformats.org/officeDocument/2006/relationships/customXml" Target="../ink/ink8192.xml"/><Relationship Id="rId84" Type="http://schemas.openxmlformats.org/officeDocument/2006/relationships/customXml" Target="../ink/ink8213.xml"/><Relationship Id="rId138" Type="http://schemas.openxmlformats.org/officeDocument/2006/relationships/image" Target="NULL"/><Relationship Id="rId191" Type="http://schemas.openxmlformats.org/officeDocument/2006/relationships/customXml" Target="../ink/ink8267.xml"/><Relationship Id="rId205" Type="http://schemas.openxmlformats.org/officeDocument/2006/relationships/customXml" Target="../ink/ink8274.xml"/><Relationship Id="rId247" Type="http://schemas.openxmlformats.org/officeDocument/2006/relationships/customXml" Target="../ink/ink8295.xml"/><Relationship Id="rId107" Type="http://schemas.openxmlformats.org/officeDocument/2006/relationships/image" Target="NULL"/><Relationship Id="rId289" Type="http://schemas.openxmlformats.org/officeDocument/2006/relationships/customXml" Target="../ink/ink8316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8246.xml"/><Relationship Id="rId314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image" Target="NULL"/><Relationship Id="rId216" Type="http://schemas.openxmlformats.org/officeDocument/2006/relationships/image" Target="NULL"/><Relationship Id="rId258" Type="http://schemas.openxmlformats.org/officeDocument/2006/relationships/image" Target="NULL"/><Relationship Id="rId22" Type="http://schemas.openxmlformats.org/officeDocument/2006/relationships/customXml" Target="../ink/ink8182.xml"/><Relationship Id="rId64" Type="http://schemas.openxmlformats.org/officeDocument/2006/relationships/customXml" Target="../ink/ink8203.xml"/><Relationship Id="rId118" Type="http://schemas.openxmlformats.org/officeDocument/2006/relationships/customXml" Target="../ink/ink8230.xml"/><Relationship Id="rId325" Type="http://schemas.openxmlformats.org/officeDocument/2006/relationships/customXml" Target="../ink/ink8334.xml"/><Relationship Id="rId171" Type="http://schemas.openxmlformats.org/officeDocument/2006/relationships/customXml" Target="../ink/ink8257.xml"/><Relationship Id="rId227" Type="http://schemas.openxmlformats.org/officeDocument/2006/relationships/customXml" Target="../ink/ink8285.xml"/><Relationship Id="rId269" Type="http://schemas.openxmlformats.org/officeDocument/2006/relationships/customXml" Target="../ink/ink8306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image" Target="NULL"/><Relationship Id="rId336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image" Target="NULL"/><Relationship Id="rId6" Type="http://schemas.openxmlformats.org/officeDocument/2006/relationships/customXml" Target="../ink/ink8174.xml"/><Relationship Id="rId238" Type="http://schemas.openxmlformats.org/officeDocument/2006/relationships/image" Target="NULL"/><Relationship Id="rId291" Type="http://schemas.openxmlformats.org/officeDocument/2006/relationships/customXml" Target="../ink/ink8317.xml"/><Relationship Id="rId305" Type="http://schemas.openxmlformats.org/officeDocument/2006/relationships/customXml" Target="../ink/ink8324.xml"/><Relationship Id="rId44" Type="http://schemas.openxmlformats.org/officeDocument/2006/relationships/customXml" Target="../ink/ink8193.xml"/><Relationship Id="rId86" Type="http://schemas.openxmlformats.org/officeDocument/2006/relationships/customXml" Target="../ink/ink8214.xml"/><Relationship Id="rId151" Type="http://schemas.openxmlformats.org/officeDocument/2006/relationships/customXml" Target="../ink/ink8247.xml"/><Relationship Id="rId193" Type="http://schemas.openxmlformats.org/officeDocument/2006/relationships/customXml" Target="../ink/ink8268.xml"/><Relationship Id="rId207" Type="http://schemas.openxmlformats.org/officeDocument/2006/relationships/customXml" Target="../ink/ink8275.xml"/><Relationship Id="rId249" Type="http://schemas.openxmlformats.org/officeDocument/2006/relationships/customXml" Target="../ink/ink8296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8231.xml"/><Relationship Id="rId162" Type="http://schemas.openxmlformats.org/officeDocument/2006/relationships/image" Target="NULL"/><Relationship Id="rId218" Type="http://schemas.openxmlformats.org/officeDocument/2006/relationships/image" Target="NULL"/><Relationship Id="rId271" Type="http://schemas.openxmlformats.org/officeDocument/2006/relationships/customXml" Target="../ink/ink8307.xm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8419.xml"/><Relationship Id="rId324" Type="http://schemas.openxmlformats.org/officeDocument/2006/relationships/customXml" Target="../ink/ink8502.xml"/><Relationship Id="rId170" Type="http://schemas.openxmlformats.org/officeDocument/2006/relationships/image" Target="NULL"/><Relationship Id="rId226" Type="http://schemas.openxmlformats.org/officeDocument/2006/relationships/customXml" Target="../ink/ink8453.xml"/><Relationship Id="rId268" Type="http://schemas.openxmlformats.org/officeDocument/2006/relationships/customXml" Target="../ink/ink8474.xml"/><Relationship Id="rId32" Type="http://schemas.openxmlformats.org/officeDocument/2006/relationships/customXml" Target="../ink/ink8355.xml"/><Relationship Id="rId74" Type="http://schemas.openxmlformats.org/officeDocument/2006/relationships/customXml" Target="../ink/ink8376.xml"/><Relationship Id="rId128" Type="http://schemas.openxmlformats.org/officeDocument/2006/relationships/image" Target="NULL"/><Relationship Id="rId335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customXml" Target="../ink/ink8430.xml"/><Relationship Id="rId237" Type="http://schemas.openxmlformats.org/officeDocument/2006/relationships/image" Target="NUL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customXml" Target="../ink/ink8409.xml"/><Relationship Id="rId290" Type="http://schemas.openxmlformats.org/officeDocument/2006/relationships/customXml" Target="../ink/ink8485.xml"/><Relationship Id="rId304" Type="http://schemas.openxmlformats.org/officeDocument/2006/relationships/customXml" Target="../ink/ink8492.xml"/><Relationship Id="rId346" Type="http://schemas.openxmlformats.org/officeDocument/2006/relationships/customXml" Target="../ink/ink8513.xml"/><Relationship Id="rId85" Type="http://schemas.openxmlformats.org/officeDocument/2006/relationships/image" Target="NULL"/><Relationship Id="rId150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customXml" Target="../ink/ink8443.xml"/><Relationship Id="rId248" Type="http://schemas.openxmlformats.org/officeDocument/2006/relationships/customXml" Target="../ink/ink8464.xml"/><Relationship Id="rId12" Type="http://schemas.openxmlformats.org/officeDocument/2006/relationships/customXml" Target="../ink/ink8345.xml"/><Relationship Id="rId108" Type="http://schemas.openxmlformats.org/officeDocument/2006/relationships/customXml" Target="../ink/ink8393.xml"/><Relationship Id="rId315" Type="http://schemas.openxmlformats.org/officeDocument/2006/relationships/image" Target="NULL"/><Relationship Id="rId54" Type="http://schemas.openxmlformats.org/officeDocument/2006/relationships/customXml" Target="../ink/ink8366.xml"/><Relationship Id="rId96" Type="http://schemas.openxmlformats.org/officeDocument/2006/relationships/customXml" Target="../ink/ink8387.xml"/><Relationship Id="rId161" Type="http://schemas.openxmlformats.org/officeDocument/2006/relationships/customXml" Target="../ink/ink8420.xml"/><Relationship Id="rId217" Type="http://schemas.openxmlformats.org/officeDocument/2006/relationships/image" Target="NUL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customXml" Target="../ink/ink8399.xml"/><Relationship Id="rId270" Type="http://schemas.openxmlformats.org/officeDocument/2006/relationships/customXml" Target="../ink/ink8475.xml"/><Relationship Id="rId326" Type="http://schemas.openxmlformats.org/officeDocument/2006/relationships/customXml" Target="../ink/ink8503.xml"/><Relationship Id="rId65" Type="http://schemas.openxmlformats.org/officeDocument/2006/relationships/image" Target="NULL"/><Relationship Id="rId130" Type="http://schemas.openxmlformats.org/officeDocument/2006/relationships/image" Target="NULL"/><Relationship Id="rId172" Type="http://schemas.openxmlformats.org/officeDocument/2006/relationships/image" Target="NULL"/><Relationship Id="rId228" Type="http://schemas.openxmlformats.org/officeDocument/2006/relationships/customXml" Target="../ink/ink8454.xm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8356.xml"/><Relationship Id="rId76" Type="http://schemas.openxmlformats.org/officeDocument/2006/relationships/customXml" Target="../ink/ink8377.xml"/><Relationship Id="rId141" Type="http://schemas.openxmlformats.org/officeDocument/2006/relationships/customXml" Target="../ink/ink8410.xml"/><Relationship Id="rId7" Type="http://schemas.openxmlformats.org/officeDocument/2006/relationships/image" Target="NULL"/><Relationship Id="rId183" Type="http://schemas.openxmlformats.org/officeDocument/2006/relationships/customXml" Target="../ink/ink8431.xml"/><Relationship Id="rId239" Type="http://schemas.openxmlformats.org/officeDocument/2006/relationships/image" Target="NULL"/><Relationship Id="rId250" Type="http://schemas.openxmlformats.org/officeDocument/2006/relationships/customXml" Target="../ink/ink8465.xml"/><Relationship Id="rId292" Type="http://schemas.openxmlformats.org/officeDocument/2006/relationships/customXml" Target="../ink/ink8486.xml"/><Relationship Id="rId306" Type="http://schemas.openxmlformats.org/officeDocument/2006/relationships/customXml" Target="../ink/ink8493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8394.xml"/><Relationship Id="rId348" Type="http://schemas.openxmlformats.org/officeDocument/2006/relationships/customXml" Target="../ink/ink8514.xml"/><Relationship Id="rId152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customXml" Target="../ink/ink8444.xml"/><Relationship Id="rId261" Type="http://schemas.openxmlformats.org/officeDocument/2006/relationships/image" Target="NULL"/><Relationship Id="rId14" Type="http://schemas.openxmlformats.org/officeDocument/2006/relationships/customXml" Target="../ink/ink8346.xml"/><Relationship Id="rId56" Type="http://schemas.openxmlformats.org/officeDocument/2006/relationships/customXml" Target="../ink/ink8367.xml"/><Relationship Id="rId317" Type="http://schemas.openxmlformats.org/officeDocument/2006/relationships/image" Target="NULL"/><Relationship Id="rId98" Type="http://schemas.openxmlformats.org/officeDocument/2006/relationships/customXml" Target="../ink/ink8388.xml"/><Relationship Id="rId121" Type="http://schemas.openxmlformats.org/officeDocument/2006/relationships/customXml" Target="../ink/ink8400.xml"/><Relationship Id="rId163" Type="http://schemas.openxmlformats.org/officeDocument/2006/relationships/customXml" Target="../ink/ink8421.xml"/><Relationship Id="rId219" Type="http://schemas.openxmlformats.org/officeDocument/2006/relationships/image" Target="NULL"/><Relationship Id="rId230" Type="http://schemas.openxmlformats.org/officeDocument/2006/relationships/customXml" Target="../ink/ink8455.xml"/><Relationship Id="rId251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customXml" Target="../ink/ink8362.xml"/><Relationship Id="rId67" Type="http://schemas.openxmlformats.org/officeDocument/2006/relationships/image" Target="NULL"/><Relationship Id="rId272" Type="http://schemas.openxmlformats.org/officeDocument/2006/relationships/customXml" Target="../ink/ink8476.xml"/><Relationship Id="rId293" Type="http://schemas.openxmlformats.org/officeDocument/2006/relationships/image" Target="NULL"/><Relationship Id="rId307" Type="http://schemas.openxmlformats.org/officeDocument/2006/relationships/image" Target="NULL"/><Relationship Id="rId328" Type="http://schemas.openxmlformats.org/officeDocument/2006/relationships/customXml" Target="../ink/ink8504.xml"/><Relationship Id="rId349" Type="http://schemas.openxmlformats.org/officeDocument/2006/relationships/image" Target="NULL"/><Relationship Id="rId88" Type="http://schemas.openxmlformats.org/officeDocument/2006/relationships/customXml" Target="../ink/ink8383.xml"/><Relationship Id="rId111" Type="http://schemas.openxmlformats.org/officeDocument/2006/relationships/image" Target="NULL"/><Relationship Id="rId132" Type="http://schemas.openxmlformats.org/officeDocument/2006/relationships/image" Target="NULL"/><Relationship Id="rId153" Type="http://schemas.openxmlformats.org/officeDocument/2006/relationships/customXml" Target="../ink/ink8416.xml"/><Relationship Id="rId174" Type="http://schemas.openxmlformats.org/officeDocument/2006/relationships/image" Target="NULL"/><Relationship Id="rId195" Type="http://schemas.openxmlformats.org/officeDocument/2006/relationships/customXml" Target="../ink/ink8437.xml"/><Relationship Id="rId209" Type="http://schemas.openxmlformats.org/officeDocument/2006/relationships/image" Target="NULL"/><Relationship Id="rId220" Type="http://schemas.openxmlformats.org/officeDocument/2006/relationships/customXml" Target="../ink/ink8450.xml"/><Relationship Id="rId241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customXml" Target="../ink/ink8357.xml"/><Relationship Id="rId57" Type="http://schemas.openxmlformats.org/officeDocument/2006/relationships/image" Target="NULL"/><Relationship Id="rId262" Type="http://schemas.openxmlformats.org/officeDocument/2006/relationships/customXml" Target="../ink/ink8471.xml"/><Relationship Id="rId283" Type="http://schemas.openxmlformats.org/officeDocument/2006/relationships/image" Target="NULL"/><Relationship Id="rId318" Type="http://schemas.openxmlformats.org/officeDocument/2006/relationships/customXml" Target="../ink/ink8499.xml"/><Relationship Id="rId339" Type="http://schemas.openxmlformats.org/officeDocument/2006/relationships/image" Target="NULL"/><Relationship Id="rId78" Type="http://schemas.openxmlformats.org/officeDocument/2006/relationships/customXml" Target="../ink/ink8378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43" Type="http://schemas.openxmlformats.org/officeDocument/2006/relationships/customXml" Target="../ink/ink8411.xml"/><Relationship Id="rId164" Type="http://schemas.openxmlformats.org/officeDocument/2006/relationships/image" Target="NULL"/><Relationship Id="rId185" Type="http://schemas.openxmlformats.org/officeDocument/2006/relationships/customXml" Target="../ink/ink8432.xml"/><Relationship Id="rId350" Type="http://schemas.openxmlformats.org/officeDocument/2006/relationships/customXml" Target="../ink/ink8515.xml"/><Relationship Id="rId9" Type="http://schemas.openxmlformats.org/officeDocument/2006/relationships/image" Target="NULL"/><Relationship Id="rId210" Type="http://schemas.openxmlformats.org/officeDocument/2006/relationships/customXml" Target="../ink/ink8445.xml"/><Relationship Id="rId26" Type="http://schemas.openxmlformats.org/officeDocument/2006/relationships/customXml" Target="../ink/ink8352.xml"/><Relationship Id="rId231" Type="http://schemas.openxmlformats.org/officeDocument/2006/relationships/image" Target="NULL"/><Relationship Id="rId252" Type="http://schemas.openxmlformats.org/officeDocument/2006/relationships/customXml" Target="../ink/ink8466.xml"/><Relationship Id="rId273" Type="http://schemas.openxmlformats.org/officeDocument/2006/relationships/image" Target="NULL"/><Relationship Id="rId294" Type="http://schemas.openxmlformats.org/officeDocument/2006/relationships/customXml" Target="../ink/ink8487.xml"/><Relationship Id="rId308" Type="http://schemas.openxmlformats.org/officeDocument/2006/relationships/customXml" Target="../ink/ink8494.xml"/><Relationship Id="rId329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customXml" Target="../ink/ink8373.xml"/><Relationship Id="rId89" Type="http://schemas.openxmlformats.org/officeDocument/2006/relationships/image" Target="NULL"/><Relationship Id="rId112" Type="http://schemas.openxmlformats.org/officeDocument/2006/relationships/customXml" Target="../ink/ink8395.xml"/><Relationship Id="rId133" Type="http://schemas.openxmlformats.org/officeDocument/2006/relationships/customXml" Target="../ink/ink8406.xml"/><Relationship Id="rId154" Type="http://schemas.openxmlformats.org/officeDocument/2006/relationships/image" Target="NULL"/><Relationship Id="rId175" Type="http://schemas.openxmlformats.org/officeDocument/2006/relationships/customXml" Target="../ink/ink8427.xml"/><Relationship Id="rId340" Type="http://schemas.openxmlformats.org/officeDocument/2006/relationships/customXml" Target="../ink/ink8510.xml"/><Relationship Id="rId196" Type="http://schemas.openxmlformats.org/officeDocument/2006/relationships/image" Target="NULL"/><Relationship Id="rId200" Type="http://schemas.openxmlformats.org/officeDocument/2006/relationships/image" Target="NULL"/><Relationship Id="rId16" Type="http://schemas.openxmlformats.org/officeDocument/2006/relationships/customXml" Target="../ink/ink8347.xml"/><Relationship Id="rId221" Type="http://schemas.openxmlformats.org/officeDocument/2006/relationships/image" Target="NULL"/><Relationship Id="rId242" Type="http://schemas.openxmlformats.org/officeDocument/2006/relationships/customXml" Target="../ink/ink8461.xml"/><Relationship Id="rId263" Type="http://schemas.openxmlformats.org/officeDocument/2006/relationships/image" Target="NULL"/><Relationship Id="rId284" Type="http://schemas.openxmlformats.org/officeDocument/2006/relationships/customXml" Target="../ink/ink8482.xml"/><Relationship Id="rId319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8368.xml"/><Relationship Id="rId79" Type="http://schemas.openxmlformats.org/officeDocument/2006/relationships/image" Target="NULL"/><Relationship Id="rId102" Type="http://schemas.openxmlformats.org/officeDocument/2006/relationships/customXml" Target="../ink/ink8390.xml"/><Relationship Id="rId123" Type="http://schemas.openxmlformats.org/officeDocument/2006/relationships/customXml" Target="../ink/ink8401.xml"/><Relationship Id="rId144" Type="http://schemas.openxmlformats.org/officeDocument/2006/relationships/image" Target="NULL"/><Relationship Id="rId330" Type="http://schemas.openxmlformats.org/officeDocument/2006/relationships/customXml" Target="../ink/ink8505.xml"/><Relationship Id="rId90" Type="http://schemas.openxmlformats.org/officeDocument/2006/relationships/customXml" Target="../ink/ink8384.xml"/><Relationship Id="rId165" Type="http://schemas.openxmlformats.org/officeDocument/2006/relationships/customXml" Target="../ink/ink8422.xml"/><Relationship Id="rId186" Type="http://schemas.openxmlformats.org/officeDocument/2006/relationships/image" Target="NULL"/><Relationship Id="rId351" Type="http://schemas.openxmlformats.org/officeDocument/2006/relationships/image" Target="NULL"/><Relationship Id="rId211" Type="http://schemas.openxmlformats.org/officeDocument/2006/relationships/image" Target="NULL"/><Relationship Id="rId232" Type="http://schemas.openxmlformats.org/officeDocument/2006/relationships/customXml" Target="../ink/ink8456.xml"/><Relationship Id="rId253" Type="http://schemas.openxmlformats.org/officeDocument/2006/relationships/image" Target="NULL"/><Relationship Id="rId274" Type="http://schemas.openxmlformats.org/officeDocument/2006/relationships/customXml" Target="../ink/ink8477.xml"/><Relationship Id="rId295" Type="http://schemas.openxmlformats.org/officeDocument/2006/relationships/image" Target="NULL"/><Relationship Id="rId309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8363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image" Target="NULL"/><Relationship Id="rId320" Type="http://schemas.openxmlformats.org/officeDocument/2006/relationships/customXml" Target="../ink/ink8500.xml"/><Relationship Id="rId80" Type="http://schemas.openxmlformats.org/officeDocument/2006/relationships/customXml" Target="../ink/ink8379.xml"/><Relationship Id="rId155" Type="http://schemas.openxmlformats.org/officeDocument/2006/relationships/customXml" Target="../ink/ink8417.xml"/><Relationship Id="rId176" Type="http://schemas.openxmlformats.org/officeDocument/2006/relationships/image" Target="NULL"/><Relationship Id="rId197" Type="http://schemas.openxmlformats.org/officeDocument/2006/relationships/customXml" Target="../ink/ink8438.xml"/><Relationship Id="rId341" Type="http://schemas.openxmlformats.org/officeDocument/2006/relationships/image" Target="NULL"/><Relationship Id="rId201" Type="http://schemas.openxmlformats.org/officeDocument/2006/relationships/customXml" Target="../ink/ink8440.xml"/><Relationship Id="rId222" Type="http://schemas.openxmlformats.org/officeDocument/2006/relationships/customXml" Target="../ink/ink8451.xml"/><Relationship Id="rId243" Type="http://schemas.openxmlformats.org/officeDocument/2006/relationships/image" Target="NULL"/><Relationship Id="rId264" Type="http://schemas.openxmlformats.org/officeDocument/2006/relationships/customXml" Target="../ink/ink8472.xml"/><Relationship Id="rId285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8358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image" Target="NULL"/><Relationship Id="rId310" Type="http://schemas.openxmlformats.org/officeDocument/2006/relationships/customXml" Target="../ink/ink8495.xml"/><Relationship Id="rId70" Type="http://schemas.openxmlformats.org/officeDocument/2006/relationships/customXml" Target="../ink/ink8374.xml"/><Relationship Id="rId91" Type="http://schemas.openxmlformats.org/officeDocument/2006/relationships/image" Target="NULL"/><Relationship Id="rId145" Type="http://schemas.openxmlformats.org/officeDocument/2006/relationships/customXml" Target="../ink/ink8412.xml"/><Relationship Id="rId166" Type="http://schemas.openxmlformats.org/officeDocument/2006/relationships/image" Target="NULL"/><Relationship Id="rId187" Type="http://schemas.openxmlformats.org/officeDocument/2006/relationships/customXml" Target="../ink/ink8433.xml"/><Relationship Id="rId331" Type="http://schemas.openxmlformats.org/officeDocument/2006/relationships/image" Target="NULL"/><Relationship Id="rId352" Type="http://schemas.openxmlformats.org/officeDocument/2006/relationships/customXml" Target="../ink/ink8516.xm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8446.xml"/><Relationship Id="rId233" Type="http://schemas.openxmlformats.org/officeDocument/2006/relationships/image" Target="NULL"/><Relationship Id="rId254" Type="http://schemas.openxmlformats.org/officeDocument/2006/relationships/customXml" Target="../ink/ink8467.xml"/><Relationship Id="rId28" Type="http://schemas.openxmlformats.org/officeDocument/2006/relationships/customXml" Target="../ink/ink8353.xml"/><Relationship Id="rId49" Type="http://schemas.openxmlformats.org/officeDocument/2006/relationships/image" Target="NULL"/><Relationship Id="rId114" Type="http://schemas.openxmlformats.org/officeDocument/2006/relationships/customXml" Target="../ink/ink8396.xml"/><Relationship Id="rId275" Type="http://schemas.openxmlformats.org/officeDocument/2006/relationships/image" Target="NULL"/><Relationship Id="rId296" Type="http://schemas.openxmlformats.org/officeDocument/2006/relationships/customXml" Target="../ink/ink8488.xml"/><Relationship Id="rId300" Type="http://schemas.openxmlformats.org/officeDocument/2006/relationships/customXml" Target="../ink/ink8490.xml"/><Relationship Id="rId60" Type="http://schemas.openxmlformats.org/officeDocument/2006/relationships/customXml" Target="../ink/ink8369.xml"/><Relationship Id="rId81" Type="http://schemas.openxmlformats.org/officeDocument/2006/relationships/image" Target="NULL"/><Relationship Id="rId135" Type="http://schemas.openxmlformats.org/officeDocument/2006/relationships/customXml" Target="../ink/ink8407.xml"/><Relationship Id="rId156" Type="http://schemas.openxmlformats.org/officeDocument/2006/relationships/image" Target="NULL"/><Relationship Id="rId177" Type="http://schemas.openxmlformats.org/officeDocument/2006/relationships/customXml" Target="../ink/ink8428.xml"/><Relationship Id="rId198" Type="http://schemas.openxmlformats.org/officeDocument/2006/relationships/image" Target="NULL"/><Relationship Id="rId321" Type="http://schemas.openxmlformats.org/officeDocument/2006/relationships/image" Target="NULL"/><Relationship Id="rId342" Type="http://schemas.openxmlformats.org/officeDocument/2006/relationships/customXml" Target="../ink/ink8511.xml"/><Relationship Id="rId202" Type="http://schemas.openxmlformats.org/officeDocument/2006/relationships/image" Target="NULL"/><Relationship Id="rId223" Type="http://schemas.openxmlformats.org/officeDocument/2006/relationships/image" Target="NULL"/><Relationship Id="rId244" Type="http://schemas.openxmlformats.org/officeDocument/2006/relationships/customXml" Target="../ink/ink8462.xml"/><Relationship Id="rId18" Type="http://schemas.openxmlformats.org/officeDocument/2006/relationships/customXml" Target="../ink/ink8348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8483.xml"/><Relationship Id="rId50" Type="http://schemas.openxmlformats.org/officeDocument/2006/relationships/customXml" Target="../ink/ink8364.xml"/><Relationship Id="rId104" Type="http://schemas.openxmlformats.org/officeDocument/2006/relationships/customXml" Target="../ink/ink8391.xml"/><Relationship Id="rId125" Type="http://schemas.openxmlformats.org/officeDocument/2006/relationships/customXml" Target="../ink/ink8402.xml"/><Relationship Id="rId146" Type="http://schemas.openxmlformats.org/officeDocument/2006/relationships/image" Target="NULL"/><Relationship Id="rId167" Type="http://schemas.openxmlformats.org/officeDocument/2006/relationships/customXml" Target="../ink/ink8423.xml"/><Relationship Id="rId188" Type="http://schemas.openxmlformats.org/officeDocument/2006/relationships/image" Target="NULL"/><Relationship Id="rId311" Type="http://schemas.openxmlformats.org/officeDocument/2006/relationships/image" Target="NULL"/><Relationship Id="rId332" Type="http://schemas.openxmlformats.org/officeDocument/2006/relationships/customXml" Target="../ink/ink8506.xml"/><Relationship Id="rId353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8385.xml"/><Relationship Id="rId213" Type="http://schemas.openxmlformats.org/officeDocument/2006/relationships/image" Target="NULL"/><Relationship Id="rId234" Type="http://schemas.openxmlformats.org/officeDocument/2006/relationships/customXml" Target="../ink/ink8457.xml"/><Relationship Id="rId2" Type="http://schemas.openxmlformats.org/officeDocument/2006/relationships/customXml" Target="../ink/ink8340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8478.xml"/><Relationship Id="rId297" Type="http://schemas.openxmlformats.org/officeDocument/2006/relationships/image" Target="NULL"/><Relationship Id="rId40" Type="http://schemas.openxmlformats.org/officeDocument/2006/relationships/customXml" Target="../ink/ink8359.xml"/><Relationship Id="rId115" Type="http://schemas.openxmlformats.org/officeDocument/2006/relationships/image" Target="NULL"/><Relationship Id="rId136" Type="http://schemas.openxmlformats.org/officeDocument/2006/relationships/image" Target="NULL"/><Relationship Id="rId157" Type="http://schemas.openxmlformats.org/officeDocument/2006/relationships/customXml" Target="../ink/ink8418.xml"/><Relationship Id="rId178" Type="http://schemas.openxmlformats.org/officeDocument/2006/relationships/image" Target="NULL"/><Relationship Id="rId301" Type="http://schemas.openxmlformats.org/officeDocument/2006/relationships/image" Target="NULL"/><Relationship Id="rId322" Type="http://schemas.openxmlformats.org/officeDocument/2006/relationships/customXml" Target="../ink/ink8501.xml"/><Relationship Id="rId343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8380.xml"/><Relationship Id="rId199" Type="http://schemas.openxmlformats.org/officeDocument/2006/relationships/customXml" Target="../ink/ink8439.xml"/><Relationship Id="rId203" Type="http://schemas.openxmlformats.org/officeDocument/2006/relationships/customXml" Target="../ink/ink8441.xml"/><Relationship Id="rId19" Type="http://schemas.openxmlformats.org/officeDocument/2006/relationships/image" Target="NULL"/><Relationship Id="rId224" Type="http://schemas.openxmlformats.org/officeDocument/2006/relationships/customXml" Target="../ink/ink8452.xml"/><Relationship Id="rId245" Type="http://schemas.openxmlformats.org/officeDocument/2006/relationships/image" Target="NULL"/><Relationship Id="rId266" Type="http://schemas.openxmlformats.org/officeDocument/2006/relationships/customXml" Target="../ink/ink8473.xml"/><Relationship Id="rId287" Type="http://schemas.openxmlformats.org/officeDocument/2006/relationships/image" Target="NULL"/><Relationship Id="rId30" Type="http://schemas.openxmlformats.org/officeDocument/2006/relationships/customXml" Target="../ink/ink8354.xml"/><Relationship Id="rId105" Type="http://schemas.openxmlformats.org/officeDocument/2006/relationships/image" Target="NULL"/><Relationship Id="rId126" Type="http://schemas.openxmlformats.org/officeDocument/2006/relationships/image" Target="NULL"/><Relationship Id="rId147" Type="http://schemas.openxmlformats.org/officeDocument/2006/relationships/customXml" Target="../ink/ink8413.xml"/><Relationship Id="rId168" Type="http://schemas.openxmlformats.org/officeDocument/2006/relationships/image" Target="NULL"/><Relationship Id="rId312" Type="http://schemas.openxmlformats.org/officeDocument/2006/relationships/customXml" Target="../ink/ink8496.xml"/><Relationship Id="rId333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8375.xml"/><Relationship Id="rId93" Type="http://schemas.openxmlformats.org/officeDocument/2006/relationships/image" Target="NULL"/><Relationship Id="rId189" Type="http://schemas.openxmlformats.org/officeDocument/2006/relationships/customXml" Target="../ink/ink8434.xml"/><Relationship Id="rId3" Type="http://schemas.openxmlformats.org/officeDocument/2006/relationships/image" Target="NULL"/><Relationship Id="rId214" Type="http://schemas.openxmlformats.org/officeDocument/2006/relationships/customXml" Target="../ink/ink8447.xml"/><Relationship Id="rId235" Type="http://schemas.openxmlformats.org/officeDocument/2006/relationships/image" Target="NULL"/><Relationship Id="rId256" Type="http://schemas.openxmlformats.org/officeDocument/2006/relationships/customXml" Target="../ink/ink8468.xml"/><Relationship Id="rId277" Type="http://schemas.openxmlformats.org/officeDocument/2006/relationships/image" Target="NULL"/><Relationship Id="rId298" Type="http://schemas.openxmlformats.org/officeDocument/2006/relationships/customXml" Target="../ink/ink8489.xml"/><Relationship Id="rId116" Type="http://schemas.openxmlformats.org/officeDocument/2006/relationships/customXml" Target="../ink/ink8397.xml"/><Relationship Id="rId137" Type="http://schemas.openxmlformats.org/officeDocument/2006/relationships/customXml" Target="../ink/ink8408.xml"/><Relationship Id="rId158" Type="http://schemas.openxmlformats.org/officeDocument/2006/relationships/image" Target="NULL"/><Relationship Id="rId302" Type="http://schemas.openxmlformats.org/officeDocument/2006/relationships/customXml" Target="../ink/ink8491.xml"/><Relationship Id="rId323" Type="http://schemas.openxmlformats.org/officeDocument/2006/relationships/image" Target="NULL"/><Relationship Id="rId344" Type="http://schemas.openxmlformats.org/officeDocument/2006/relationships/customXml" Target="../ink/ink8512.xml"/><Relationship Id="rId20" Type="http://schemas.openxmlformats.org/officeDocument/2006/relationships/customXml" Target="../ink/ink8349.xml"/><Relationship Id="rId41" Type="http://schemas.openxmlformats.org/officeDocument/2006/relationships/image" Target="NULL"/><Relationship Id="rId62" Type="http://schemas.openxmlformats.org/officeDocument/2006/relationships/customXml" Target="../ink/ink8370.xml"/><Relationship Id="rId83" Type="http://schemas.openxmlformats.org/officeDocument/2006/relationships/image" Target="NULL"/><Relationship Id="rId179" Type="http://schemas.openxmlformats.org/officeDocument/2006/relationships/customXml" Target="../ink/ink8429.xml"/><Relationship Id="rId190" Type="http://schemas.openxmlformats.org/officeDocument/2006/relationships/image" Target="NULL"/><Relationship Id="rId204" Type="http://schemas.openxmlformats.org/officeDocument/2006/relationships/customXml" Target="../ink/ink8442.xml"/><Relationship Id="rId225" Type="http://schemas.openxmlformats.org/officeDocument/2006/relationships/image" Target="NULL"/><Relationship Id="rId246" Type="http://schemas.openxmlformats.org/officeDocument/2006/relationships/customXml" Target="../ink/ink8463.xml"/><Relationship Id="rId267" Type="http://schemas.openxmlformats.org/officeDocument/2006/relationships/image" Target="NULL"/><Relationship Id="rId288" Type="http://schemas.openxmlformats.org/officeDocument/2006/relationships/customXml" Target="../ink/ink8484.xml"/><Relationship Id="rId106" Type="http://schemas.openxmlformats.org/officeDocument/2006/relationships/customXml" Target="../ink/ink8392.xml"/><Relationship Id="rId127" Type="http://schemas.openxmlformats.org/officeDocument/2006/relationships/customXml" Target="../ink/ink8403.xml"/><Relationship Id="rId313" Type="http://schemas.openxmlformats.org/officeDocument/2006/relationships/image" Target="NULL"/><Relationship Id="rId10" Type="http://schemas.openxmlformats.org/officeDocument/2006/relationships/customXml" Target="../ink/ink8344.xml"/><Relationship Id="rId31" Type="http://schemas.openxmlformats.org/officeDocument/2006/relationships/image" Target="NULL"/><Relationship Id="rId52" Type="http://schemas.openxmlformats.org/officeDocument/2006/relationships/customXml" Target="../ink/ink8365.xml"/><Relationship Id="rId73" Type="http://schemas.openxmlformats.org/officeDocument/2006/relationships/image" Target="NULL"/><Relationship Id="rId94" Type="http://schemas.openxmlformats.org/officeDocument/2006/relationships/customXml" Target="../ink/ink8386.xml"/><Relationship Id="rId148" Type="http://schemas.openxmlformats.org/officeDocument/2006/relationships/image" Target="NULL"/><Relationship Id="rId169" Type="http://schemas.openxmlformats.org/officeDocument/2006/relationships/customXml" Target="../ink/ink8424.xml"/><Relationship Id="rId334" Type="http://schemas.openxmlformats.org/officeDocument/2006/relationships/customXml" Target="../ink/ink8507.xml"/><Relationship Id="rId4" Type="http://schemas.openxmlformats.org/officeDocument/2006/relationships/customXml" Target="../ink/ink8341.xml"/><Relationship Id="rId180" Type="http://schemas.openxmlformats.org/officeDocument/2006/relationships/image" Target="NULL"/><Relationship Id="rId215" Type="http://schemas.openxmlformats.org/officeDocument/2006/relationships/image" Target="NULL"/><Relationship Id="rId236" Type="http://schemas.openxmlformats.org/officeDocument/2006/relationships/customXml" Target="../ink/ink8458.xml"/><Relationship Id="rId257" Type="http://schemas.openxmlformats.org/officeDocument/2006/relationships/image" Target="NULL"/><Relationship Id="rId278" Type="http://schemas.openxmlformats.org/officeDocument/2006/relationships/customXml" Target="../ink/ink8479.xml"/><Relationship Id="rId303" Type="http://schemas.openxmlformats.org/officeDocument/2006/relationships/image" Target="NULL"/><Relationship Id="rId42" Type="http://schemas.openxmlformats.org/officeDocument/2006/relationships/customXml" Target="../ink/ink8360.xml"/><Relationship Id="rId84" Type="http://schemas.openxmlformats.org/officeDocument/2006/relationships/customXml" Target="../ink/ink8381.xml"/><Relationship Id="rId138" Type="http://schemas.openxmlformats.org/officeDocument/2006/relationships/image" Target="NULL"/><Relationship Id="rId345" Type="http://schemas.openxmlformats.org/officeDocument/2006/relationships/image" Target="NULL"/><Relationship Id="rId191" Type="http://schemas.openxmlformats.org/officeDocument/2006/relationships/customXml" Target="../ink/ink8435.xm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8414.xml"/><Relationship Id="rId314" Type="http://schemas.openxmlformats.org/officeDocument/2006/relationships/customXml" Target="../ink/ink8497.xml"/><Relationship Id="rId95" Type="http://schemas.openxmlformats.org/officeDocument/2006/relationships/image" Target="NULL"/><Relationship Id="rId160" Type="http://schemas.openxmlformats.org/officeDocument/2006/relationships/image" Target="NULL"/><Relationship Id="rId216" Type="http://schemas.openxmlformats.org/officeDocument/2006/relationships/customXml" Target="../ink/ink8448.xml"/><Relationship Id="rId258" Type="http://schemas.openxmlformats.org/officeDocument/2006/relationships/customXml" Target="../ink/ink8469.xml"/><Relationship Id="rId22" Type="http://schemas.openxmlformats.org/officeDocument/2006/relationships/customXml" Target="../ink/ink8350.xml"/><Relationship Id="rId64" Type="http://schemas.openxmlformats.org/officeDocument/2006/relationships/customXml" Target="../ink/ink8371.xml"/><Relationship Id="rId118" Type="http://schemas.openxmlformats.org/officeDocument/2006/relationships/customXml" Target="../ink/ink8398.xml"/><Relationship Id="rId325" Type="http://schemas.openxmlformats.org/officeDocument/2006/relationships/image" Target="NULL"/><Relationship Id="rId171" Type="http://schemas.openxmlformats.org/officeDocument/2006/relationships/customXml" Target="../ink/ink8425.xm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customXml" Target="../ink/ink8404.xml"/><Relationship Id="rId280" Type="http://schemas.openxmlformats.org/officeDocument/2006/relationships/customXml" Target="../ink/ink8480.xml"/><Relationship Id="rId336" Type="http://schemas.openxmlformats.org/officeDocument/2006/relationships/customXml" Target="../ink/ink8508.xm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image" Target="NULL"/><Relationship Id="rId6" Type="http://schemas.openxmlformats.org/officeDocument/2006/relationships/customXml" Target="../ink/ink8342.xml"/><Relationship Id="rId238" Type="http://schemas.openxmlformats.org/officeDocument/2006/relationships/customXml" Target="../ink/ink8459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8361.xml"/><Relationship Id="rId86" Type="http://schemas.openxmlformats.org/officeDocument/2006/relationships/customXml" Target="../ink/ink8382.xml"/><Relationship Id="rId151" Type="http://schemas.openxmlformats.org/officeDocument/2006/relationships/customXml" Target="../ink/ink8415.xml"/><Relationship Id="rId193" Type="http://schemas.openxmlformats.org/officeDocument/2006/relationships/customXml" Target="../ink/ink8436.xml"/><Relationship Id="rId207" Type="http://schemas.openxmlformats.org/officeDocument/2006/relationships/image" Target="NUL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8470.xml"/><Relationship Id="rId316" Type="http://schemas.openxmlformats.org/officeDocument/2006/relationships/customXml" Target="../ink/ink8498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image" Target="NULL"/><Relationship Id="rId162" Type="http://schemas.openxmlformats.org/officeDocument/2006/relationships/image" Target="NULL"/><Relationship Id="rId218" Type="http://schemas.openxmlformats.org/officeDocument/2006/relationships/customXml" Target="../ink/ink8449.xml"/><Relationship Id="rId271" Type="http://schemas.openxmlformats.org/officeDocument/2006/relationships/image" Target="NULL"/><Relationship Id="rId24" Type="http://schemas.openxmlformats.org/officeDocument/2006/relationships/customXml" Target="../ink/ink8351.xml"/><Relationship Id="rId66" Type="http://schemas.openxmlformats.org/officeDocument/2006/relationships/customXml" Target="../ink/ink8372.xml"/><Relationship Id="rId131" Type="http://schemas.openxmlformats.org/officeDocument/2006/relationships/customXml" Target="../ink/ink8405.xml"/><Relationship Id="rId327" Type="http://schemas.openxmlformats.org/officeDocument/2006/relationships/image" Target="NULL"/><Relationship Id="rId173" Type="http://schemas.openxmlformats.org/officeDocument/2006/relationships/customXml" Target="../ink/ink8426.xml"/><Relationship Id="rId229" Type="http://schemas.openxmlformats.org/officeDocument/2006/relationships/image" Target="NULL"/><Relationship Id="rId240" Type="http://schemas.openxmlformats.org/officeDocument/2006/relationships/customXml" Target="../ink/ink8460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8389.xml"/><Relationship Id="rId282" Type="http://schemas.openxmlformats.org/officeDocument/2006/relationships/customXml" Target="../ink/ink8481.xml"/><Relationship Id="rId338" Type="http://schemas.openxmlformats.org/officeDocument/2006/relationships/customXml" Target="../ink/ink8509.xml"/><Relationship Id="rId8" Type="http://schemas.openxmlformats.org/officeDocument/2006/relationships/customXml" Target="../ink/ink8343.xml"/><Relationship Id="rId142" Type="http://schemas.openxmlformats.org/officeDocument/2006/relationships/image" Target="NULL"/><Relationship Id="rId184" Type="http://schemas.openxmlformats.org/officeDocument/2006/relationships/image" Target="NUL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324" Type="http://schemas.openxmlformats.org/officeDocument/2006/relationships/customXml" Target="../ink/ink8678.xml"/><Relationship Id="rId531" Type="http://schemas.openxmlformats.org/officeDocument/2006/relationships/image" Target="NULL"/><Relationship Id="rId170" Type="http://schemas.openxmlformats.org/officeDocument/2006/relationships/customXml" Target="../ink/ink8601.xml"/><Relationship Id="rId268" Type="http://schemas.openxmlformats.org/officeDocument/2006/relationships/customXml" Target="../ink/ink8650.xml"/><Relationship Id="rId475" Type="http://schemas.openxmlformats.org/officeDocument/2006/relationships/image" Target="NULL"/><Relationship Id="rId32" Type="http://schemas.openxmlformats.org/officeDocument/2006/relationships/customXml" Target="../ink/ink8532.xml"/><Relationship Id="rId128" Type="http://schemas.openxmlformats.org/officeDocument/2006/relationships/customXml" Target="../ink/ink8580.xml"/><Relationship Id="rId335" Type="http://schemas.openxmlformats.org/officeDocument/2006/relationships/image" Target="NULL"/><Relationship Id="rId542" Type="http://schemas.openxmlformats.org/officeDocument/2006/relationships/customXml" Target="../ink/ink8788.xml"/><Relationship Id="rId181" Type="http://schemas.openxmlformats.org/officeDocument/2006/relationships/image" Target="NULL"/><Relationship Id="rId402" Type="http://schemas.openxmlformats.org/officeDocument/2006/relationships/customXml" Target="../ink/ink8717.xml"/><Relationship Id="rId279" Type="http://schemas.openxmlformats.org/officeDocument/2006/relationships/image" Target="NULL"/><Relationship Id="rId486" Type="http://schemas.openxmlformats.org/officeDocument/2006/relationships/customXml" Target="../ink/ink8760.xml"/><Relationship Id="rId43" Type="http://schemas.openxmlformats.org/officeDocument/2006/relationships/image" Target="NULL"/><Relationship Id="rId139" Type="http://schemas.openxmlformats.org/officeDocument/2006/relationships/image" Target="NULL"/><Relationship Id="rId346" Type="http://schemas.openxmlformats.org/officeDocument/2006/relationships/customXml" Target="../ink/ink8689.xml"/><Relationship Id="rId553" Type="http://schemas.openxmlformats.org/officeDocument/2006/relationships/customXml" Target="../ink/ink8794.xml"/><Relationship Id="rId192" Type="http://schemas.openxmlformats.org/officeDocument/2006/relationships/customXml" Target="../ink/ink8612.xml"/><Relationship Id="rId206" Type="http://schemas.openxmlformats.org/officeDocument/2006/relationships/customXml" Target="../ink/ink8619.xml"/><Relationship Id="rId413" Type="http://schemas.openxmlformats.org/officeDocument/2006/relationships/customXml" Target="../ink/ink8723.xml"/><Relationship Id="rId497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8543.xml"/><Relationship Id="rId217" Type="http://schemas.openxmlformats.org/officeDocument/2006/relationships/image" Target="NULL"/><Relationship Id="rId564" Type="http://schemas.openxmlformats.org/officeDocument/2006/relationships/image" Target="NULL"/><Relationship Id="rId424" Type="http://schemas.openxmlformats.org/officeDocument/2006/relationships/customXml" Target="../ink/ink8729.xml"/><Relationship Id="rId270" Type="http://schemas.openxmlformats.org/officeDocument/2006/relationships/customXml" Target="../ink/ink8651.xml"/><Relationship Id="rId65" Type="http://schemas.openxmlformats.org/officeDocument/2006/relationships/image" Target="NULL"/><Relationship Id="rId130" Type="http://schemas.openxmlformats.org/officeDocument/2006/relationships/customXml" Target="../ink/ink8581.xml"/><Relationship Id="rId368" Type="http://schemas.openxmlformats.org/officeDocument/2006/relationships/customXml" Target="../ink/ink8700.xml"/><Relationship Id="rId172" Type="http://schemas.openxmlformats.org/officeDocument/2006/relationships/customXml" Target="../ink/ink8602.xml"/><Relationship Id="rId228" Type="http://schemas.openxmlformats.org/officeDocument/2006/relationships/customXml" Target="../ink/ink8630.xml"/><Relationship Id="rId435" Type="http://schemas.openxmlformats.org/officeDocument/2006/relationships/image" Target="NULL"/><Relationship Id="rId477" Type="http://schemas.openxmlformats.org/officeDocument/2006/relationships/image" Target="NULL"/><Relationship Id="rId281" Type="http://schemas.openxmlformats.org/officeDocument/2006/relationships/image" Target="NULL"/><Relationship Id="rId337" Type="http://schemas.openxmlformats.org/officeDocument/2006/relationships/image" Target="NULL"/><Relationship Id="rId502" Type="http://schemas.openxmlformats.org/officeDocument/2006/relationships/customXml" Target="../ink/ink8768.xml"/><Relationship Id="rId34" Type="http://schemas.openxmlformats.org/officeDocument/2006/relationships/customXml" Target="../ink/ink8533.xml"/><Relationship Id="rId76" Type="http://schemas.openxmlformats.org/officeDocument/2006/relationships/customXml" Target="../ink/ink8554.xml"/><Relationship Id="rId141" Type="http://schemas.openxmlformats.org/officeDocument/2006/relationships/image" Target="NULL"/><Relationship Id="rId379" Type="http://schemas.openxmlformats.org/officeDocument/2006/relationships/image" Target="NULL"/><Relationship Id="rId544" Type="http://schemas.openxmlformats.org/officeDocument/2006/relationships/customXml" Target="../ink/ink8789.xm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8711.xml"/><Relationship Id="rId404" Type="http://schemas.openxmlformats.org/officeDocument/2006/relationships/customXml" Target="../ink/ink8718.xml"/><Relationship Id="rId446" Type="http://schemas.openxmlformats.org/officeDocument/2006/relationships/customXml" Target="../ink/ink8740.xml"/><Relationship Id="rId250" Type="http://schemas.openxmlformats.org/officeDocument/2006/relationships/customXml" Target="../ink/ink8641.xml"/><Relationship Id="rId292" Type="http://schemas.openxmlformats.org/officeDocument/2006/relationships/customXml" Target="../ink/ink8662.xml"/><Relationship Id="rId306" Type="http://schemas.openxmlformats.org/officeDocument/2006/relationships/customXml" Target="../ink/ink8669.xml"/><Relationship Id="rId488" Type="http://schemas.openxmlformats.org/officeDocument/2006/relationships/customXml" Target="../ink/ink8761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8571.xml"/><Relationship Id="rId348" Type="http://schemas.openxmlformats.org/officeDocument/2006/relationships/customXml" Target="../ink/ink8690.xml"/><Relationship Id="rId513" Type="http://schemas.openxmlformats.org/officeDocument/2006/relationships/image" Target="NULL"/><Relationship Id="rId555" Type="http://schemas.openxmlformats.org/officeDocument/2006/relationships/customXml" Target="../ink/ink8795.xml"/><Relationship Id="rId152" Type="http://schemas.openxmlformats.org/officeDocument/2006/relationships/customXml" Target="../ink/ink8592.xml"/><Relationship Id="rId194" Type="http://schemas.openxmlformats.org/officeDocument/2006/relationships/customXml" Target="../ink/ink8613.xml"/><Relationship Id="rId208" Type="http://schemas.openxmlformats.org/officeDocument/2006/relationships/customXml" Target="../ink/ink8620.xml"/><Relationship Id="rId415" Type="http://schemas.openxmlformats.org/officeDocument/2006/relationships/image" Target="NULL"/><Relationship Id="rId457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Relationship Id="rId14" Type="http://schemas.openxmlformats.org/officeDocument/2006/relationships/customXml" Target="../ink/ink8523.xml"/><Relationship Id="rId56" Type="http://schemas.openxmlformats.org/officeDocument/2006/relationships/customXml" Target="../ink/ink8544.xml"/><Relationship Id="rId317" Type="http://schemas.openxmlformats.org/officeDocument/2006/relationships/image" Target="NULL"/><Relationship Id="rId359" Type="http://schemas.openxmlformats.org/officeDocument/2006/relationships/image" Target="NULL"/><Relationship Id="rId524" Type="http://schemas.openxmlformats.org/officeDocument/2006/relationships/customXml" Target="../ink/ink8779.xml"/><Relationship Id="rId566" Type="http://schemas.openxmlformats.org/officeDocument/2006/relationships/image" Target="NULL"/><Relationship Id="rId98" Type="http://schemas.openxmlformats.org/officeDocument/2006/relationships/customXml" Target="../ink/ink8565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8701.xml"/><Relationship Id="rId426" Type="http://schemas.openxmlformats.org/officeDocument/2006/relationships/customXml" Target="../ink/ink8730.xml"/><Relationship Id="rId230" Type="http://schemas.openxmlformats.org/officeDocument/2006/relationships/customXml" Target="../ink/ink8631.xml"/><Relationship Id="rId468" Type="http://schemas.openxmlformats.org/officeDocument/2006/relationships/customXml" Target="../ink/ink8751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8652.xml"/><Relationship Id="rId328" Type="http://schemas.openxmlformats.org/officeDocument/2006/relationships/customXml" Target="../ink/ink8680.xml"/><Relationship Id="rId535" Type="http://schemas.openxmlformats.org/officeDocument/2006/relationships/image" Target="NULL"/><Relationship Id="rId132" Type="http://schemas.openxmlformats.org/officeDocument/2006/relationships/customXml" Target="../ink/ink8582.xml"/><Relationship Id="rId174" Type="http://schemas.openxmlformats.org/officeDocument/2006/relationships/customXml" Target="../ink/ink8603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image" Target="NULL"/><Relationship Id="rId479" Type="http://schemas.openxmlformats.org/officeDocument/2006/relationships/image" Target="NULL"/><Relationship Id="rId36" Type="http://schemas.openxmlformats.org/officeDocument/2006/relationships/customXml" Target="../ink/ink8534.xm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customXml" Target="../ink/ink8762.xml"/><Relationship Id="rId504" Type="http://schemas.openxmlformats.org/officeDocument/2006/relationships/customXml" Target="../ink/ink8769.xml"/><Relationship Id="rId546" Type="http://schemas.openxmlformats.org/officeDocument/2006/relationships/customXml" Target="../ink/ink8790.xml"/><Relationship Id="rId78" Type="http://schemas.openxmlformats.org/officeDocument/2006/relationships/customXml" Target="../ink/ink8555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8691.xml"/><Relationship Id="rId406" Type="http://schemas.openxmlformats.org/officeDocument/2006/relationships/customXml" Target="../ink/ink8719.xml"/><Relationship Id="rId9" Type="http://schemas.openxmlformats.org/officeDocument/2006/relationships/image" Target="NULL"/><Relationship Id="rId210" Type="http://schemas.openxmlformats.org/officeDocument/2006/relationships/customXml" Target="../ink/ink8621.xml"/><Relationship Id="rId392" Type="http://schemas.openxmlformats.org/officeDocument/2006/relationships/customXml" Target="../ink/ink8712.xml"/><Relationship Id="rId448" Type="http://schemas.openxmlformats.org/officeDocument/2006/relationships/customXml" Target="../ink/ink8741.xml"/><Relationship Id="rId252" Type="http://schemas.openxmlformats.org/officeDocument/2006/relationships/customXml" Target="../ink/ink8642.xml"/><Relationship Id="rId294" Type="http://schemas.openxmlformats.org/officeDocument/2006/relationships/customXml" Target="../ink/ink8663.xml"/><Relationship Id="rId308" Type="http://schemas.openxmlformats.org/officeDocument/2006/relationships/customXml" Target="../ink/ink8670.xml"/><Relationship Id="rId515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8572.xml"/><Relationship Id="rId154" Type="http://schemas.openxmlformats.org/officeDocument/2006/relationships/customXml" Target="../ink/ink8593.xml"/><Relationship Id="rId361" Type="http://schemas.openxmlformats.org/officeDocument/2006/relationships/image" Target="NULL"/><Relationship Id="rId557" Type="http://schemas.openxmlformats.org/officeDocument/2006/relationships/customXml" Target="../ink/ink8796.xml"/><Relationship Id="rId196" Type="http://schemas.openxmlformats.org/officeDocument/2006/relationships/customXml" Target="../ink/ink8614.xml"/><Relationship Id="rId417" Type="http://schemas.openxmlformats.org/officeDocument/2006/relationships/image" Target="NULL"/><Relationship Id="rId459" Type="http://schemas.openxmlformats.org/officeDocument/2006/relationships/image" Target="NULL"/><Relationship Id="rId16" Type="http://schemas.openxmlformats.org/officeDocument/2006/relationships/customXml" Target="../ink/ink8524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8752.xml"/><Relationship Id="rId526" Type="http://schemas.openxmlformats.org/officeDocument/2006/relationships/customXml" Target="../ink/ink8780.xml"/><Relationship Id="rId58" Type="http://schemas.openxmlformats.org/officeDocument/2006/relationships/customXml" Target="../ink/ink8545.xml"/><Relationship Id="rId123" Type="http://schemas.openxmlformats.org/officeDocument/2006/relationships/image" Target="NULL"/><Relationship Id="rId330" Type="http://schemas.openxmlformats.org/officeDocument/2006/relationships/customXml" Target="../ink/ink8681.xml"/><Relationship Id="rId165" Type="http://schemas.openxmlformats.org/officeDocument/2006/relationships/image" Target="NULL"/><Relationship Id="rId372" Type="http://schemas.openxmlformats.org/officeDocument/2006/relationships/customXml" Target="../ink/ink8702.xml"/><Relationship Id="rId428" Type="http://schemas.openxmlformats.org/officeDocument/2006/relationships/customXml" Target="../ink/ink8731.xml"/><Relationship Id="rId232" Type="http://schemas.openxmlformats.org/officeDocument/2006/relationships/customXml" Target="../ink/ink8632.xml"/><Relationship Id="rId274" Type="http://schemas.openxmlformats.org/officeDocument/2006/relationships/customXml" Target="../ink/ink8653.xm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8583.xml"/><Relationship Id="rId537" Type="http://schemas.openxmlformats.org/officeDocument/2006/relationships/image" Target="NULL"/><Relationship Id="rId80" Type="http://schemas.openxmlformats.org/officeDocument/2006/relationships/customXml" Target="../ink/ink8556.xml"/><Relationship Id="rId176" Type="http://schemas.openxmlformats.org/officeDocument/2006/relationships/customXml" Target="../ink/ink8604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customXml" Target="../ink/ink8742.xml"/><Relationship Id="rId506" Type="http://schemas.openxmlformats.org/officeDocument/2006/relationships/customXml" Target="../ink/ink8770.xml"/><Relationship Id="rId38" Type="http://schemas.openxmlformats.org/officeDocument/2006/relationships/customXml" Target="../ink/ink8535.xml"/><Relationship Id="rId103" Type="http://schemas.openxmlformats.org/officeDocument/2006/relationships/image" Target="NULL"/><Relationship Id="rId310" Type="http://schemas.openxmlformats.org/officeDocument/2006/relationships/customXml" Target="../ink/ink8671.xml"/><Relationship Id="rId492" Type="http://schemas.openxmlformats.org/officeDocument/2006/relationships/customXml" Target="../ink/ink8763.xml"/><Relationship Id="rId548" Type="http://schemas.openxmlformats.org/officeDocument/2006/relationships/image" Target="NUL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8692.xml"/><Relationship Id="rId394" Type="http://schemas.openxmlformats.org/officeDocument/2006/relationships/customXml" Target="../ink/ink8713.xml"/><Relationship Id="rId408" Type="http://schemas.openxmlformats.org/officeDocument/2006/relationships/customXml" Target="../ink/ink8720.xml"/><Relationship Id="rId212" Type="http://schemas.openxmlformats.org/officeDocument/2006/relationships/customXml" Target="../ink/ink8622.xml"/><Relationship Id="rId254" Type="http://schemas.openxmlformats.org/officeDocument/2006/relationships/customXml" Target="../ink/ink8643.xml"/><Relationship Id="rId49" Type="http://schemas.openxmlformats.org/officeDocument/2006/relationships/image" Target="NULL"/><Relationship Id="rId114" Type="http://schemas.openxmlformats.org/officeDocument/2006/relationships/customXml" Target="../ink/ink8573.xml"/><Relationship Id="rId296" Type="http://schemas.openxmlformats.org/officeDocument/2006/relationships/customXml" Target="../ink/ink8664.xml"/><Relationship Id="rId461" Type="http://schemas.openxmlformats.org/officeDocument/2006/relationships/image" Target="NULL"/><Relationship Id="rId517" Type="http://schemas.openxmlformats.org/officeDocument/2006/relationships/image" Target="NULL"/><Relationship Id="rId559" Type="http://schemas.openxmlformats.org/officeDocument/2006/relationships/customXml" Target="../ink/ink8797.xml"/><Relationship Id="rId60" Type="http://schemas.openxmlformats.org/officeDocument/2006/relationships/customXml" Target="../ink/ink8546.xml"/><Relationship Id="rId156" Type="http://schemas.openxmlformats.org/officeDocument/2006/relationships/customXml" Target="../ink/ink8594.xml"/><Relationship Id="rId198" Type="http://schemas.openxmlformats.org/officeDocument/2006/relationships/customXml" Target="../ink/ink8615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8732.xml"/><Relationship Id="rId18" Type="http://schemas.openxmlformats.org/officeDocument/2006/relationships/customXml" Target="../ink/ink8525.xml"/><Relationship Id="rId265" Type="http://schemas.openxmlformats.org/officeDocument/2006/relationships/image" Target="NULL"/><Relationship Id="rId472" Type="http://schemas.openxmlformats.org/officeDocument/2006/relationships/customXml" Target="../ink/ink8753.xml"/><Relationship Id="rId528" Type="http://schemas.openxmlformats.org/officeDocument/2006/relationships/customXml" Target="../ink/ink8781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8682.xml"/><Relationship Id="rId374" Type="http://schemas.openxmlformats.org/officeDocument/2006/relationships/customXml" Target="../ink/ink8703.xml"/><Relationship Id="rId71" Type="http://schemas.openxmlformats.org/officeDocument/2006/relationships/image" Target="NULL"/><Relationship Id="rId234" Type="http://schemas.openxmlformats.org/officeDocument/2006/relationships/customXml" Target="../ink/ink8633.xml"/><Relationship Id="rId2" Type="http://schemas.openxmlformats.org/officeDocument/2006/relationships/customXml" Target="../ink/ink8517.xml"/><Relationship Id="rId29" Type="http://schemas.openxmlformats.org/officeDocument/2006/relationships/image" Target="NULL"/><Relationship Id="rId276" Type="http://schemas.openxmlformats.org/officeDocument/2006/relationships/customXml" Target="../ink/ink8654.xml"/><Relationship Id="rId441" Type="http://schemas.openxmlformats.org/officeDocument/2006/relationships/image" Target="NULL"/><Relationship Id="rId483" Type="http://schemas.openxmlformats.org/officeDocument/2006/relationships/image" Target="NULL"/><Relationship Id="rId539" Type="http://schemas.openxmlformats.org/officeDocument/2006/relationships/image" Target="NULL"/><Relationship Id="rId40" Type="http://schemas.openxmlformats.org/officeDocument/2006/relationships/customXml" Target="../ink/ink8536.xml"/><Relationship Id="rId136" Type="http://schemas.openxmlformats.org/officeDocument/2006/relationships/customXml" Target="../ink/ink8584.xml"/><Relationship Id="rId178" Type="http://schemas.openxmlformats.org/officeDocument/2006/relationships/customXml" Target="../ink/ink8605.xml"/><Relationship Id="rId301" Type="http://schemas.openxmlformats.org/officeDocument/2006/relationships/image" Target="NULL"/><Relationship Id="rId343" Type="http://schemas.openxmlformats.org/officeDocument/2006/relationships/image" Target="NULL"/><Relationship Id="rId550" Type="http://schemas.openxmlformats.org/officeDocument/2006/relationships/image" Target="NULL"/><Relationship Id="rId82" Type="http://schemas.openxmlformats.org/officeDocument/2006/relationships/customXml" Target="../ink/ink8557.xml"/><Relationship Id="rId203" Type="http://schemas.openxmlformats.org/officeDocument/2006/relationships/image" Target="NULL"/><Relationship Id="rId385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8721.xml"/><Relationship Id="rId452" Type="http://schemas.openxmlformats.org/officeDocument/2006/relationships/customXml" Target="../ink/ink8743.xml"/><Relationship Id="rId494" Type="http://schemas.openxmlformats.org/officeDocument/2006/relationships/customXml" Target="../ink/ink8764.xml"/><Relationship Id="rId508" Type="http://schemas.openxmlformats.org/officeDocument/2006/relationships/customXml" Target="../ink/ink8771.xm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8672.xml"/><Relationship Id="rId354" Type="http://schemas.openxmlformats.org/officeDocument/2006/relationships/customXml" Target="../ink/ink8693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8714.xml"/><Relationship Id="rId561" Type="http://schemas.openxmlformats.org/officeDocument/2006/relationships/customXml" Target="../ink/ink8798.xml"/><Relationship Id="rId214" Type="http://schemas.openxmlformats.org/officeDocument/2006/relationships/customXml" Target="../ink/ink8623.xml"/><Relationship Id="rId256" Type="http://schemas.openxmlformats.org/officeDocument/2006/relationships/customXml" Target="../ink/ink8644.xml"/><Relationship Id="rId298" Type="http://schemas.openxmlformats.org/officeDocument/2006/relationships/customXml" Target="../ink/ink8665.xml"/><Relationship Id="rId421" Type="http://schemas.openxmlformats.org/officeDocument/2006/relationships/image" Target="NULL"/><Relationship Id="rId463" Type="http://schemas.openxmlformats.org/officeDocument/2006/relationships/image" Target="NULL"/><Relationship Id="rId519" Type="http://schemas.openxmlformats.org/officeDocument/2006/relationships/image" Target="NULL"/><Relationship Id="rId116" Type="http://schemas.openxmlformats.org/officeDocument/2006/relationships/customXml" Target="../ink/ink8574.xml"/><Relationship Id="rId158" Type="http://schemas.openxmlformats.org/officeDocument/2006/relationships/customXml" Target="../ink/ink8595.xml"/><Relationship Id="rId323" Type="http://schemas.openxmlformats.org/officeDocument/2006/relationships/image" Target="NULL"/><Relationship Id="rId530" Type="http://schemas.openxmlformats.org/officeDocument/2006/relationships/customXml" Target="../ink/ink8782.xml"/><Relationship Id="rId20" Type="http://schemas.openxmlformats.org/officeDocument/2006/relationships/customXml" Target="../ink/ink8526.xml"/><Relationship Id="rId62" Type="http://schemas.openxmlformats.org/officeDocument/2006/relationships/customXml" Target="../ink/ink8547.xml"/><Relationship Id="rId365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customXml" Target="../ink/ink8733.xml"/><Relationship Id="rId474" Type="http://schemas.openxmlformats.org/officeDocument/2006/relationships/customXml" Target="../ink/ink8754.xm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8683.xml"/><Relationship Id="rId376" Type="http://schemas.openxmlformats.org/officeDocument/2006/relationships/customXml" Target="../ink/ink8704.xml"/><Relationship Id="rId541" Type="http://schemas.openxmlformats.org/officeDocument/2006/relationships/image" Target="NULL"/><Relationship Id="rId4" Type="http://schemas.openxmlformats.org/officeDocument/2006/relationships/customXml" Target="../ink/ink8518.xml"/><Relationship Id="rId180" Type="http://schemas.openxmlformats.org/officeDocument/2006/relationships/customXml" Target="../ink/ink8606.xml"/><Relationship Id="rId236" Type="http://schemas.openxmlformats.org/officeDocument/2006/relationships/customXml" Target="../ink/ink8634.xml"/><Relationship Id="rId278" Type="http://schemas.openxmlformats.org/officeDocument/2006/relationships/customXml" Target="../ink/ink8655.xml"/><Relationship Id="rId401" Type="http://schemas.openxmlformats.org/officeDocument/2006/relationships/image" Target="NULL"/><Relationship Id="rId443" Type="http://schemas.openxmlformats.org/officeDocument/2006/relationships/image" Target="NULL"/><Relationship Id="rId303" Type="http://schemas.openxmlformats.org/officeDocument/2006/relationships/image" Target="NULL"/><Relationship Id="rId485" Type="http://schemas.openxmlformats.org/officeDocument/2006/relationships/image" Target="NULL"/><Relationship Id="rId42" Type="http://schemas.openxmlformats.org/officeDocument/2006/relationships/customXml" Target="../ink/ink8537.xml"/><Relationship Id="rId84" Type="http://schemas.openxmlformats.org/officeDocument/2006/relationships/customXml" Target="../ink/ink8558.xml"/><Relationship Id="rId138" Type="http://schemas.openxmlformats.org/officeDocument/2006/relationships/customXml" Target="../ink/ink8585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customXml" Target="../ink/ink8772.xml"/><Relationship Id="rId552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8722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8744.xml"/><Relationship Id="rId496" Type="http://schemas.openxmlformats.org/officeDocument/2006/relationships/customXml" Target="../ink/ink8765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8673.xml"/><Relationship Id="rId356" Type="http://schemas.openxmlformats.org/officeDocument/2006/relationships/customXml" Target="../ink/ink8694.xml"/><Relationship Id="rId398" Type="http://schemas.openxmlformats.org/officeDocument/2006/relationships/customXml" Target="../ink/ink8715.xml"/><Relationship Id="rId521" Type="http://schemas.openxmlformats.org/officeDocument/2006/relationships/image" Target="NULL"/><Relationship Id="rId563" Type="http://schemas.openxmlformats.org/officeDocument/2006/relationships/customXml" Target="../ink/ink8799.xml"/><Relationship Id="rId95" Type="http://schemas.openxmlformats.org/officeDocument/2006/relationships/image" Target="NULL"/><Relationship Id="rId160" Type="http://schemas.openxmlformats.org/officeDocument/2006/relationships/customXml" Target="../ink/ink8596.xml"/><Relationship Id="rId216" Type="http://schemas.openxmlformats.org/officeDocument/2006/relationships/customXml" Target="../ink/ink8624.xml"/><Relationship Id="rId423" Type="http://schemas.openxmlformats.org/officeDocument/2006/relationships/image" Target="NULL"/><Relationship Id="rId258" Type="http://schemas.openxmlformats.org/officeDocument/2006/relationships/customXml" Target="../ink/ink8645.xml"/><Relationship Id="rId465" Type="http://schemas.openxmlformats.org/officeDocument/2006/relationships/image" Target="NULL"/><Relationship Id="rId22" Type="http://schemas.openxmlformats.org/officeDocument/2006/relationships/customXml" Target="../ink/ink8527.xml"/><Relationship Id="rId64" Type="http://schemas.openxmlformats.org/officeDocument/2006/relationships/customXml" Target="../ink/ink8548.xml"/><Relationship Id="rId118" Type="http://schemas.openxmlformats.org/officeDocument/2006/relationships/customXml" Target="../ink/ink8575.xml"/><Relationship Id="rId325" Type="http://schemas.openxmlformats.org/officeDocument/2006/relationships/image" Target="NULL"/><Relationship Id="rId367" Type="http://schemas.openxmlformats.org/officeDocument/2006/relationships/image" Target="NULL"/><Relationship Id="rId532" Type="http://schemas.openxmlformats.org/officeDocument/2006/relationships/customXml" Target="../ink/ink8783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8734.xml"/><Relationship Id="rId476" Type="http://schemas.openxmlformats.org/officeDocument/2006/relationships/customXml" Target="../ink/ink8755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8656.xml"/><Relationship Id="rId336" Type="http://schemas.openxmlformats.org/officeDocument/2006/relationships/customXml" Target="../ink/ink8684.xml"/><Relationship Id="rId501" Type="http://schemas.openxmlformats.org/officeDocument/2006/relationships/image" Target="NULL"/><Relationship Id="rId543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8586.xml"/><Relationship Id="rId182" Type="http://schemas.openxmlformats.org/officeDocument/2006/relationships/customXml" Target="../ink/ink8607.xml"/><Relationship Id="rId378" Type="http://schemas.openxmlformats.org/officeDocument/2006/relationships/customXml" Target="../ink/ink8705.xml"/><Relationship Id="rId403" Type="http://schemas.openxmlformats.org/officeDocument/2006/relationships/image" Target="NULL"/><Relationship Id="rId6" Type="http://schemas.openxmlformats.org/officeDocument/2006/relationships/customXml" Target="../ink/ink8519.xml"/><Relationship Id="rId238" Type="http://schemas.openxmlformats.org/officeDocument/2006/relationships/customXml" Target="../ink/ink8635.xml"/><Relationship Id="rId445" Type="http://schemas.openxmlformats.org/officeDocument/2006/relationships/image" Target="NULL"/><Relationship Id="rId487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customXml" Target="../ink/ink8773.xml"/><Relationship Id="rId44" Type="http://schemas.openxmlformats.org/officeDocument/2006/relationships/customXml" Target="../ink/ink8538.xml"/><Relationship Id="rId86" Type="http://schemas.openxmlformats.org/officeDocument/2006/relationships/customXml" Target="../ink/ink8559.xml"/><Relationship Id="rId151" Type="http://schemas.openxmlformats.org/officeDocument/2006/relationships/image" Target="NULL"/><Relationship Id="rId389" Type="http://schemas.openxmlformats.org/officeDocument/2006/relationships/image" Target="NULL"/><Relationship Id="rId554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8724.xml"/><Relationship Id="rId456" Type="http://schemas.openxmlformats.org/officeDocument/2006/relationships/customXml" Target="../ink/ink8745.xml"/><Relationship Id="rId498" Type="http://schemas.openxmlformats.org/officeDocument/2006/relationships/customXml" Target="../ink/ink8766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8646.xml"/><Relationship Id="rId316" Type="http://schemas.openxmlformats.org/officeDocument/2006/relationships/customXml" Target="../ink/ink8674.xml"/><Relationship Id="rId523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8576.xml"/><Relationship Id="rId358" Type="http://schemas.openxmlformats.org/officeDocument/2006/relationships/customXml" Target="../ink/ink8695.xml"/><Relationship Id="rId565" Type="http://schemas.openxmlformats.org/officeDocument/2006/relationships/customXml" Target="../ink/ink8800.xml"/><Relationship Id="rId162" Type="http://schemas.openxmlformats.org/officeDocument/2006/relationships/customXml" Target="../ink/ink8597.xml"/><Relationship Id="rId218" Type="http://schemas.openxmlformats.org/officeDocument/2006/relationships/customXml" Target="../ink/ink8625.xm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8528.xml"/><Relationship Id="rId66" Type="http://schemas.openxmlformats.org/officeDocument/2006/relationships/customXml" Target="../ink/ink8549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534" Type="http://schemas.openxmlformats.org/officeDocument/2006/relationships/customXml" Target="../ink/ink8784.xm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8706.xml"/><Relationship Id="rId436" Type="http://schemas.openxmlformats.org/officeDocument/2006/relationships/customXml" Target="../ink/ink8735.xml"/><Relationship Id="rId240" Type="http://schemas.openxmlformats.org/officeDocument/2006/relationships/customXml" Target="../ink/ink8636.xml"/><Relationship Id="rId478" Type="http://schemas.openxmlformats.org/officeDocument/2006/relationships/customXml" Target="../ink/ink8756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8566.xml"/><Relationship Id="rId282" Type="http://schemas.openxmlformats.org/officeDocument/2006/relationships/customXml" Target="../ink/ink8657.xml"/><Relationship Id="rId338" Type="http://schemas.openxmlformats.org/officeDocument/2006/relationships/customXml" Target="../ink/ink8685.xml"/><Relationship Id="rId503" Type="http://schemas.openxmlformats.org/officeDocument/2006/relationships/image" Target="NULL"/><Relationship Id="rId545" Type="http://schemas.openxmlformats.org/officeDocument/2006/relationships/image" Target="NULL"/><Relationship Id="rId8" Type="http://schemas.openxmlformats.org/officeDocument/2006/relationships/customXml" Target="../ink/ink8520.xml"/><Relationship Id="rId142" Type="http://schemas.openxmlformats.org/officeDocument/2006/relationships/customXml" Target="../ink/ink8587.xml"/><Relationship Id="rId184" Type="http://schemas.openxmlformats.org/officeDocument/2006/relationships/customXml" Target="../ink/ink8608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image" Target="NULL"/><Relationship Id="rId46" Type="http://schemas.openxmlformats.org/officeDocument/2006/relationships/customXml" Target="../ink/ink8539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514" Type="http://schemas.openxmlformats.org/officeDocument/2006/relationships/customXml" Target="../ink/ink8774.xml"/><Relationship Id="rId556" Type="http://schemas.openxmlformats.org/officeDocument/2006/relationships/image" Target="NULL"/><Relationship Id="rId88" Type="http://schemas.openxmlformats.org/officeDocument/2006/relationships/customXml" Target="../ink/ink8560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8696.xml"/><Relationship Id="rId416" Type="http://schemas.openxmlformats.org/officeDocument/2006/relationships/customXml" Target="../ink/ink8725.xml"/><Relationship Id="rId220" Type="http://schemas.openxmlformats.org/officeDocument/2006/relationships/customXml" Target="../ink/ink8626.xml"/><Relationship Id="rId458" Type="http://schemas.openxmlformats.org/officeDocument/2006/relationships/customXml" Target="../ink/ink8746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8647.xml"/><Relationship Id="rId318" Type="http://schemas.openxmlformats.org/officeDocument/2006/relationships/customXml" Target="../ink/ink8675.xml"/><Relationship Id="rId525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customXml" Target="../ink/ink8577.xml"/><Relationship Id="rId164" Type="http://schemas.openxmlformats.org/officeDocument/2006/relationships/customXml" Target="../ink/ink8598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26" Type="http://schemas.openxmlformats.org/officeDocument/2006/relationships/customXml" Target="../ink/ink8529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8757.xml"/><Relationship Id="rId536" Type="http://schemas.openxmlformats.org/officeDocument/2006/relationships/customXml" Target="../ink/ink8785.xml"/><Relationship Id="rId68" Type="http://schemas.openxmlformats.org/officeDocument/2006/relationships/customXml" Target="../ink/ink8550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8686.xml"/><Relationship Id="rId200" Type="http://schemas.openxmlformats.org/officeDocument/2006/relationships/customXml" Target="../ink/ink8616.xml"/><Relationship Id="rId382" Type="http://schemas.openxmlformats.org/officeDocument/2006/relationships/customXml" Target="../ink/ink8707.xml"/><Relationship Id="rId438" Type="http://schemas.openxmlformats.org/officeDocument/2006/relationships/customXml" Target="../ink/ink8736.xml"/><Relationship Id="rId242" Type="http://schemas.openxmlformats.org/officeDocument/2006/relationships/customXml" Target="../ink/ink8637.xml"/><Relationship Id="rId284" Type="http://schemas.openxmlformats.org/officeDocument/2006/relationships/customXml" Target="../ink/ink8658.xm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8567.xml"/><Relationship Id="rId144" Type="http://schemas.openxmlformats.org/officeDocument/2006/relationships/customXml" Target="../ink/ink8588.xml"/><Relationship Id="rId547" Type="http://schemas.openxmlformats.org/officeDocument/2006/relationships/customXml" Target="../ink/ink8791.xml"/><Relationship Id="rId90" Type="http://schemas.openxmlformats.org/officeDocument/2006/relationships/customXml" Target="../ink/ink8561.xml"/><Relationship Id="rId186" Type="http://schemas.openxmlformats.org/officeDocument/2006/relationships/customXml" Target="../ink/ink8609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8747.xml"/><Relationship Id="rId516" Type="http://schemas.openxmlformats.org/officeDocument/2006/relationships/customXml" Target="../ink/ink8775.xml"/><Relationship Id="rId48" Type="http://schemas.openxmlformats.org/officeDocument/2006/relationships/customXml" Target="../ink/ink8540.xml"/><Relationship Id="rId113" Type="http://schemas.openxmlformats.org/officeDocument/2006/relationships/image" Target="NULL"/><Relationship Id="rId320" Type="http://schemas.openxmlformats.org/officeDocument/2006/relationships/customXml" Target="../ink/ink8676.xml"/><Relationship Id="rId558" Type="http://schemas.openxmlformats.org/officeDocument/2006/relationships/image" Target="NUL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8697.xml"/><Relationship Id="rId418" Type="http://schemas.openxmlformats.org/officeDocument/2006/relationships/customXml" Target="../ink/ink8726.xml"/><Relationship Id="rId222" Type="http://schemas.openxmlformats.org/officeDocument/2006/relationships/customXml" Target="../ink/ink8627.xml"/><Relationship Id="rId264" Type="http://schemas.openxmlformats.org/officeDocument/2006/relationships/customXml" Target="../ink/ink8648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8578.xml"/><Relationship Id="rId527" Type="http://schemas.openxmlformats.org/officeDocument/2006/relationships/image" Target="NULL"/><Relationship Id="rId70" Type="http://schemas.openxmlformats.org/officeDocument/2006/relationships/customXml" Target="../ink/ink8551.xml"/><Relationship Id="rId166" Type="http://schemas.openxmlformats.org/officeDocument/2006/relationships/customXml" Target="../ink/ink8599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1" Type="http://schemas.openxmlformats.org/officeDocument/2006/relationships/slideLayout" Target="../slideLayouts/slideLayout2.xml"/><Relationship Id="rId233" Type="http://schemas.openxmlformats.org/officeDocument/2006/relationships/image" Target="NULL"/><Relationship Id="rId440" Type="http://schemas.openxmlformats.org/officeDocument/2006/relationships/customXml" Target="../ink/ink8737.xml"/><Relationship Id="rId28" Type="http://schemas.openxmlformats.org/officeDocument/2006/relationships/customXml" Target="../ink/ink8530.xml"/><Relationship Id="rId275" Type="http://schemas.openxmlformats.org/officeDocument/2006/relationships/image" Target="NULL"/><Relationship Id="rId300" Type="http://schemas.openxmlformats.org/officeDocument/2006/relationships/customXml" Target="../ink/ink8666.xml"/><Relationship Id="rId482" Type="http://schemas.openxmlformats.org/officeDocument/2006/relationships/customXml" Target="../ink/ink8758.xml"/><Relationship Id="rId538" Type="http://schemas.openxmlformats.org/officeDocument/2006/relationships/customXml" Target="../ink/ink8786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8687.xml"/><Relationship Id="rId384" Type="http://schemas.openxmlformats.org/officeDocument/2006/relationships/customXml" Target="../ink/ink8708.xml"/><Relationship Id="rId202" Type="http://schemas.openxmlformats.org/officeDocument/2006/relationships/customXml" Target="../ink/ink8617.xml"/><Relationship Id="rId244" Type="http://schemas.openxmlformats.org/officeDocument/2006/relationships/customXml" Target="../ink/ink8638.xml"/><Relationship Id="rId39" Type="http://schemas.openxmlformats.org/officeDocument/2006/relationships/image" Target="NULL"/><Relationship Id="rId286" Type="http://schemas.openxmlformats.org/officeDocument/2006/relationships/customXml" Target="../ink/ink8659.xm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49" Type="http://schemas.openxmlformats.org/officeDocument/2006/relationships/customXml" Target="../ink/ink8792.xml"/><Relationship Id="rId50" Type="http://schemas.openxmlformats.org/officeDocument/2006/relationships/customXml" Target="../ink/ink8541.xml"/><Relationship Id="rId104" Type="http://schemas.openxmlformats.org/officeDocument/2006/relationships/customXml" Target="../ink/ink8568.xml"/><Relationship Id="rId146" Type="http://schemas.openxmlformats.org/officeDocument/2006/relationships/customXml" Target="../ink/ink8589.xml"/><Relationship Id="rId188" Type="http://schemas.openxmlformats.org/officeDocument/2006/relationships/customXml" Target="../ink/ink8610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560" Type="http://schemas.openxmlformats.org/officeDocument/2006/relationships/image" Target="NULL"/><Relationship Id="rId92" Type="http://schemas.openxmlformats.org/officeDocument/2006/relationships/customXml" Target="../ink/ink8562.xml"/><Relationship Id="rId213" Type="http://schemas.openxmlformats.org/officeDocument/2006/relationships/image" Target="NULL"/><Relationship Id="rId420" Type="http://schemas.openxmlformats.org/officeDocument/2006/relationships/customXml" Target="../ink/ink8727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8748.xml"/><Relationship Id="rId518" Type="http://schemas.openxmlformats.org/officeDocument/2006/relationships/customXml" Target="../ink/ink8776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8677.xml"/><Relationship Id="rId364" Type="http://schemas.openxmlformats.org/officeDocument/2006/relationships/customXml" Target="../ink/ink8698.xm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8628.xml"/><Relationship Id="rId266" Type="http://schemas.openxmlformats.org/officeDocument/2006/relationships/customXml" Target="../ink/ink8649.xml"/><Relationship Id="rId431" Type="http://schemas.openxmlformats.org/officeDocument/2006/relationships/image" Target="NULL"/><Relationship Id="rId473" Type="http://schemas.openxmlformats.org/officeDocument/2006/relationships/image" Target="NULL"/><Relationship Id="rId529" Type="http://schemas.openxmlformats.org/officeDocument/2006/relationships/image" Target="NULL"/><Relationship Id="rId30" Type="http://schemas.openxmlformats.org/officeDocument/2006/relationships/customXml" Target="../ink/ink8531.xml"/><Relationship Id="rId126" Type="http://schemas.openxmlformats.org/officeDocument/2006/relationships/customXml" Target="../ink/ink8579.xml"/><Relationship Id="rId168" Type="http://schemas.openxmlformats.org/officeDocument/2006/relationships/customXml" Target="../ink/ink8600.xml"/><Relationship Id="rId333" Type="http://schemas.openxmlformats.org/officeDocument/2006/relationships/image" Target="NULL"/><Relationship Id="rId540" Type="http://schemas.openxmlformats.org/officeDocument/2006/relationships/customXml" Target="../ink/ink8787.xml"/><Relationship Id="rId72" Type="http://schemas.openxmlformats.org/officeDocument/2006/relationships/customXml" Target="../ink/ink8552.xml"/><Relationship Id="rId375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8716.xml"/><Relationship Id="rId442" Type="http://schemas.openxmlformats.org/officeDocument/2006/relationships/customXml" Target="../ink/ink8738.xml"/><Relationship Id="rId484" Type="http://schemas.openxmlformats.org/officeDocument/2006/relationships/customXml" Target="../ink/ink8759.xml"/><Relationship Id="rId137" Type="http://schemas.openxmlformats.org/officeDocument/2006/relationships/image" Target="NULL"/><Relationship Id="rId302" Type="http://schemas.openxmlformats.org/officeDocument/2006/relationships/customXml" Target="../ink/ink8667.xml"/><Relationship Id="rId344" Type="http://schemas.openxmlformats.org/officeDocument/2006/relationships/customXml" Target="../ink/ink8688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8709.xml"/><Relationship Id="rId551" Type="http://schemas.openxmlformats.org/officeDocument/2006/relationships/customXml" Target="../ink/ink8793.xml"/><Relationship Id="rId190" Type="http://schemas.openxmlformats.org/officeDocument/2006/relationships/customXml" Target="../ink/ink8611.xml"/><Relationship Id="rId204" Type="http://schemas.openxmlformats.org/officeDocument/2006/relationships/customXml" Target="../ink/ink8618.xml"/><Relationship Id="rId246" Type="http://schemas.openxmlformats.org/officeDocument/2006/relationships/customXml" Target="../ink/ink8639.xml"/><Relationship Id="rId288" Type="http://schemas.openxmlformats.org/officeDocument/2006/relationships/customXml" Target="../ink/ink8660.xm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customXml" Target="../ink/ink8569.xml"/><Relationship Id="rId313" Type="http://schemas.openxmlformats.org/officeDocument/2006/relationships/image" Target="NULL"/><Relationship Id="rId495" Type="http://schemas.openxmlformats.org/officeDocument/2006/relationships/image" Target="NULL"/><Relationship Id="rId10" Type="http://schemas.openxmlformats.org/officeDocument/2006/relationships/customXml" Target="../ink/ink8521.xml"/><Relationship Id="rId52" Type="http://schemas.openxmlformats.org/officeDocument/2006/relationships/customXml" Target="../ink/ink8542.xml"/><Relationship Id="rId94" Type="http://schemas.openxmlformats.org/officeDocument/2006/relationships/customXml" Target="../ink/ink8563.xml"/><Relationship Id="rId148" Type="http://schemas.openxmlformats.org/officeDocument/2006/relationships/customXml" Target="../ink/ink8590.xml"/><Relationship Id="rId355" Type="http://schemas.openxmlformats.org/officeDocument/2006/relationships/image" Target="NULL"/><Relationship Id="rId397" Type="http://schemas.openxmlformats.org/officeDocument/2006/relationships/image" Target="NULL"/><Relationship Id="rId520" Type="http://schemas.openxmlformats.org/officeDocument/2006/relationships/customXml" Target="../ink/ink8777.xml"/><Relationship Id="rId562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8728.xml"/><Relationship Id="rId464" Type="http://schemas.openxmlformats.org/officeDocument/2006/relationships/customXml" Target="../ink/ink8749.xml"/><Relationship Id="rId299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66" Type="http://schemas.openxmlformats.org/officeDocument/2006/relationships/customXml" Target="../ink/ink8699.xml"/><Relationship Id="rId226" Type="http://schemas.openxmlformats.org/officeDocument/2006/relationships/customXml" Target="../ink/ink8629.xml"/><Relationship Id="rId433" Type="http://schemas.openxmlformats.org/officeDocument/2006/relationships/image" Target="NULL"/><Relationship Id="rId74" Type="http://schemas.openxmlformats.org/officeDocument/2006/relationships/customXml" Target="../ink/ink8553.xml"/><Relationship Id="rId377" Type="http://schemas.openxmlformats.org/officeDocument/2006/relationships/image" Target="NULL"/><Relationship Id="rId500" Type="http://schemas.openxmlformats.org/officeDocument/2006/relationships/customXml" Target="../ink/ink8767.xml"/><Relationship Id="rId5" Type="http://schemas.openxmlformats.org/officeDocument/2006/relationships/image" Target="NULL"/><Relationship Id="rId237" Type="http://schemas.openxmlformats.org/officeDocument/2006/relationships/image" Target="NULL"/><Relationship Id="rId444" Type="http://schemas.openxmlformats.org/officeDocument/2006/relationships/customXml" Target="../ink/ink8739.xml"/><Relationship Id="rId290" Type="http://schemas.openxmlformats.org/officeDocument/2006/relationships/customXml" Target="../ink/ink8661.xml"/><Relationship Id="rId304" Type="http://schemas.openxmlformats.org/officeDocument/2006/relationships/customXml" Target="../ink/ink8668.xml"/><Relationship Id="rId388" Type="http://schemas.openxmlformats.org/officeDocument/2006/relationships/customXml" Target="../ink/ink8710.xml"/><Relationship Id="rId511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8591.xml"/><Relationship Id="rId248" Type="http://schemas.openxmlformats.org/officeDocument/2006/relationships/customXml" Target="../ink/ink8640.xml"/><Relationship Id="rId455" Type="http://schemas.openxmlformats.org/officeDocument/2006/relationships/image" Target="NULL"/><Relationship Id="rId12" Type="http://schemas.openxmlformats.org/officeDocument/2006/relationships/customXml" Target="../ink/ink8522.xml"/><Relationship Id="rId108" Type="http://schemas.openxmlformats.org/officeDocument/2006/relationships/customXml" Target="../ink/ink8570.xml"/><Relationship Id="rId315" Type="http://schemas.openxmlformats.org/officeDocument/2006/relationships/image" Target="NULL"/><Relationship Id="rId522" Type="http://schemas.openxmlformats.org/officeDocument/2006/relationships/customXml" Target="../ink/ink8778.xml"/><Relationship Id="rId96" Type="http://schemas.openxmlformats.org/officeDocument/2006/relationships/customXml" Target="../ink/ink8564.xml"/><Relationship Id="rId161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66" Type="http://schemas.openxmlformats.org/officeDocument/2006/relationships/customXml" Target="../ink/ink8750.xml"/><Relationship Id="rId23" Type="http://schemas.openxmlformats.org/officeDocument/2006/relationships/image" Target="NULL"/><Relationship Id="rId119" Type="http://schemas.openxmlformats.org/officeDocument/2006/relationships/image" Target="NULL"/><Relationship Id="rId326" Type="http://schemas.openxmlformats.org/officeDocument/2006/relationships/customXml" Target="../ink/ink8679.xml"/><Relationship Id="rId533" Type="http://schemas.openxmlformats.org/officeDocument/2006/relationships/image" Target="NULL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170" Type="http://schemas.openxmlformats.org/officeDocument/2006/relationships/customXml" Target="../ink/ink8885.xml"/><Relationship Id="rId226" Type="http://schemas.openxmlformats.org/officeDocument/2006/relationships/customXml" Target="../ink/ink8913.xml"/><Relationship Id="rId268" Type="http://schemas.openxmlformats.org/officeDocument/2006/relationships/image" Target="NULL"/><Relationship Id="rId32" Type="http://schemas.openxmlformats.org/officeDocument/2006/relationships/customXml" Target="../ink/ink8816.xml"/><Relationship Id="rId74" Type="http://schemas.openxmlformats.org/officeDocument/2006/relationships/customXml" Target="../ink/ink8837.xml"/><Relationship Id="rId128" Type="http://schemas.openxmlformats.org/officeDocument/2006/relationships/customXml" Target="../ink/ink8864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customXml" Target="../ink/ink8940.xml"/><Relationship Id="rId22" Type="http://schemas.openxmlformats.org/officeDocument/2006/relationships/customXml" Target="../ink/ink8811.xml"/><Relationship Id="rId43" Type="http://schemas.openxmlformats.org/officeDocument/2006/relationships/image" Target="NULL"/><Relationship Id="rId64" Type="http://schemas.openxmlformats.org/officeDocument/2006/relationships/customXml" Target="../ink/ink8832.xml"/><Relationship Id="rId118" Type="http://schemas.openxmlformats.org/officeDocument/2006/relationships/customXml" Target="../ink/ink8859.xml"/><Relationship Id="rId139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8875.xml"/><Relationship Id="rId171" Type="http://schemas.openxmlformats.org/officeDocument/2006/relationships/image" Target="NULL"/><Relationship Id="rId192" Type="http://schemas.openxmlformats.org/officeDocument/2006/relationships/customXml" Target="../ink/ink8896.xml"/><Relationship Id="rId206" Type="http://schemas.openxmlformats.org/officeDocument/2006/relationships/customXml" Target="../ink/ink8903.xml"/><Relationship Id="rId227" Type="http://schemas.openxmlformats.org/officeDocument/2006/relationships/image" Target="NULL"/><Relationship Id="rId248" Type="http://schemas.openxmlformats.org/officeDocument/2006/relationships/customXml" Target="../ink/ink8924.xml"/><Relationship Id="rId269" Type="http://schemas.openxmlformats.org/officeDocument/2006/relationships/customXml" Target="../ink/ink8935.xml"/><Relationship Id="rId12" Type="http://schemas.openxmlformats.org/officeDocument/2006/relationships/customXml" Target="../ink/ink8806.xml"/><Relationship Id="rId33" Type="http://schemas.openxmlformats.org/officeDocument/2006/relationships/image" Target="NULL"/><Relationship Id="rId108" Type="http://schemas.openxmlformats.org/officeDocument/2006/relationships/customXml" Target="../ink/ink8854.xml"/><Relationship Id="rId129" Type="http://schemas.openxmlformats.org/officeDocument/2006/relationships/image" Target="NULL"/><Relationship Id="rId280" Type="http://schemas.openxmlformats.org/officeDocument/2006/relationships/image" Target="NULL"/><Relationship Id="rId54" Type="http://schemas.openxmlformats.org/officeDocument/2006/relationships/customXml" Target="../ink/ink8827.xml"/><Relationship Id="rId75" Type="http://schemas.openxmlformats.org/officeDocument/2006/relationships/image" Target="NULL"/><Relationship Id="rId96" Type="http://schemas.openxmlformats.org/officeDocument/2006/relationships/customXml" Target="../ink/ink8848.xml"/><Relationship Id="rId140" Type="http://schemas.openxmlformats.org/officeDocument/2006/relationships/customXml" Target="../ink/ink8870.xml"/><Relationship Id="rId161" Type="http://schemas.openxmlformats.org/officeDocument/2006/relationships/image" Target="NULL"/><Relationship Id="rId182" Type="http://schemas.openxmlformats.org/officeDocument/2006/relationships/customXml" Target="../ink/ink8891.xml"/><Relationship Id="rId217" Type="http://schemas.openxmlformats.org/officeDocument/2006/relationships/image" Target="NULL"/><Relationship Id="rId6" Type="http://schemas.openxmlformats.org/officeDocument/2006/relationships/customXml" Target="../ink/ink8803.xml"/><Relationship Id="rId238" Type="http://schemas.openxmlformats.org/officeDocument/2006/relationships/customXml" Target="../ink/ink8919.xml"/><Relationship Id="rId259" Type="http://schemas.openxmlformats.org/officeDocument/2006/relationships/customXml" Target="../ink/ink8930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image" Target="NULL"/><Relationship Id="rId44" Type="http://schemas.openxmlformats.org/officeDocument/2006/relationships/customXml" Target="../ink/ink8822.xml"/><Relationship Id="rId65" Type="http://schemas.openxmlformats.org/officeDocument/2006/relationships/image" Target="NULL"/><Relationship Id="rId86" Type="http://schemas.openxmlformats.org/officeDocument/2006/relationships/customXml" Target="../ink/ink8843.xml"/><Relationship Id="rId130" Type="http://schemas.openxmlformats.org/officeDocument/2006/relationships/customXml" Target="../ink/ink8865.xml"/><Relationship Id="rId151" Type="http://schemas.openxmlformats.org/officeDocument/2006/relationships/image" Target="NULL"/><Relationship Id="rId172" Type="http://schemas.openxmlformats.org/officeDocument/2006/relationships/customXml" Target="../ink/ink8886.xml"/><Relationship Id="rId193" Type="http://schemas.openxmlformats.org/officeDocument/2006/relationships/image" Target="NULL"/><Relationship Id="rId207" Type="http://schemas.openxmlformats.org/officeDocument/2006/relationships/image" Target="NULL"/><Relationship Id="rId228" Type="http://schemas.openxmlformats.org/officeDocument/2006/relationships/customXml" Target="../ink/ink8914.xm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281" Type="http://schemas.openxmlformats.org/officeDocument/2006/relationships/customXml" Target="../ink/ink8941.xml"/><Relationship Id="rId34" Type="http://schemas.openxmlformats.org/officeDocument/2006/relationships/customXml" Target="../ink/ink8817.xml"/><Relationship Id="rId55" Type="http://schemas.openxmlformats.org/officeDocument/2006/relationships/image" Target="NULL"/><Relationship Id="rId76" Type="http://schemas.openxmlformats.org/officeDocument/2006/relationships/customXml" Target="../ink/ink8838.xml"/><Relationship Id="rId97" Type="http://schemas.openxmlformats.org/officeDocument/2006/relationships/image" Target="NULL"/><Relationship Id="rId120" Type="http://schemas.openxmlformats.org/officeDocument/2006/relationships/customXml" Target="../ink/ink8860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8881.xml"/><Relationship Id="rId183" Type="http://schemas.openxmlformats.org/officeDocument/2006/relationships/image" Target="NULL"/><Relationship Id="rId218" Type="http://schemas.openxmlformats.org/officeDocument/2006/relationships/customXml" Target="../ink/ink8909.xml"/><Relationship Id="rId239" Type="http://schemas.openxmlformats.org/officeDocument/2006/relationships/image" Target="NULL"/><Relationship Id="rId250" Type="http://schemas.openxmlformats.org/officeDocument/2006/relationships/customXml" Target="../ink/ink8925.xml"/><Relationship Id="rId271" Type="http://schemas.openxmlformats.org/officeDocument/2006/relationships/customXml" Target="../ink/ink8936.xml"/><Relationship Id="rId24" Type="http://schemas.openxmlformats.org/officeDocument/2006/relationships/customXml" Target="../ink/ink8812.xml"/><Relationship Id="rId45" Type="http://schemas.openxmlformats.org/officeDocument/2006/relationships/image" Target="NULL"/><Relationship Id="rId66" Type="http://schemas.openxmlformats.org/officeDocument/2006/relationships/customXml" Target="../ink/ink8833.xml"/><Relationship Id="rId87" Type="http://schemas.openxmlformats.org/officeDocument/2006/relationships/image" Target="NULL"/><Relationship Id="rId110" Type="http://schemas.openxmlformats.org/officeDocument/2006/relationships/customXml" Target="../ink/ink8855.xml"/><Relationship Id="rId131" Type="http://schemas.openxmlformats.org/officeDocument/2006/relationships/image" Target="NULL"/><Relationship Id="rId152" Type="http://schemas.openxmlformats.org/officeDocument/2006/relationships/customXml" Target="../ink/ink8876.xml"/><Relationship Id="rId173" Type="http://schemas.openxmlformats.org/officeDocument/2006/relationships/image" Target="NULL"/><Relationship Id="rId194" Type="http://schemas.openxmlformats.org/officeDocument/2006/relationships/customXml" Target="../ink/ink8897.xml"/><Relationship Id="rId208" Type="http://schemas.openxmlformats.org/officeDocument/2006/relationships/customXml" Target="../ink/ink8904.xml"/><Relationship Id="rId229" Type="http://schemas.openxmlformats.org/officeDocument/2006/relationships/image" Target="NULL"/><Relationship Id="rId240" Type="http://schemas.openxmlformats.org/officeDocument/2006/relationships/customXml" Target="../ink/ink8920.xml"/><Relationship Id="rId261" Type="http://schemas.openxmlformats.org/officeDocument/2006/relationships/customXml" Target="../ink/ink8931.xml"/><Relationship Id="rId14" Type="http://schemas.openxmlformats.org/officeDocument/2006/relationships/customXml" Target="../ink/ink8807.xml"/><Relationship Id="rId35" Type="http://schemas.openxmlformats.org/officeDocument/2006/relationships/image" Target="NULL"/><Relationship Id="rId56" Type="http://schemas.openxmlformats.org/officeDocument/2006/relationships/customXml" Target="../ink/ink8828.xml"/><Relationship Id="rId77" Type="http://schemas.openxmlformats.org/officeDocument/2006/relationships/image" Target="NULL"/><Relationship Id="rId100" Type="http://schemas.openxmlformats.org/officeDocument/2006/relationships/customXml" Target="../ink/ink8850.xml"/><Relationship Id="rId282" Type="http://schemas.openxmlformats.org/officeDocument/2006/relationships/image" Target="NULL"/><Relationship Id="rId8" Type="http://schemas.openxmlformats.org/officeDocument/2006/relationships/customXml" Target="../ink/ink8804.xml"/><Relationship Id="rId98" Type="http://schemas.openxmlformats.org/officeDocument/2006/relationships/customXml" Target="../ink/ink8849.xml"/><Relationship Id="rId121" Type="http://schemas.openxmlformats.org/officeDocument/2006/relationships/image" Target="NULL"/><Relationship Id="rId142" Type="http://schemas.openxmlformats.org/officeDocument/2006/relationships/customXml" Target="../ink/ink8871.xml"/><Relationship Id="rId163" Type="http://schemas.openxmlformats.org/officeDocument/2006/relationships/image" Target="NULL"/><Relationship Id="rId184" Type="http://schemas.openxmlformats.org/officeDocument/2006/relationships/customXml" Target="../ink/ink8892.xml"/><Relationship Id="rId219" Type="http://schemas.openxmlformats.org/officeDocument/2006/relationships/image" Target="NULL"/><Relationship Id="rId230" Type="http://schemas.openxmlformats.org/officeDocument/2006/relationships/customXml" Target="../ink/ink8915.xml"/><Relationship Id="rId251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customXml" Target="../ink/ink8823.xml"/><Relationship Id="rId67" Type="http://schemas.openxmlformats.org/officeDocument/2006/relationships/image" Target="NULL"/><Relationship Id="rId272" Type="http://schemas.openxmlformats.org/officeDocument/2006/relationships/image" Target="NULL"/><Relationship Id="rId88" Type="http://schemas.openxmlformats.org/officeDocument/2006/relationships/customXml" Target="../ink/ink8844.xml"/><Relationship Id="rId111" Type="http://schemas.openxmlformats.org/officeDocument/2006/relationships/image" Target="NULL"/><Relationship Id="rId132" Type="http://schemas.openxmlformats.org/officeDocument/2006/relationships/customXml" Target="../ink/ink8866.xml"/><Relationship Id="rId153" Type="http://schemas.openxmlformats.org/officeDocument/2006/relationships/image" Target="NULL"/><Relationship Id="rId174" Type="http://schemas.openxmlformats.org/officeDocument/2006/relationships/customXml" Target="../ink/ink8887.xml"/><Relationship Id="rId195" Type="http://schemas.openxmlformats.org/officeDocument/2006/relationships/image" Target="NULL"/><Relationship Id="rId209" Type="http://schemas.openxmlformats.org/officeDocument/2006/relationships/image" Target="NULL"/><Relationship Id="rId220" Type="http://schemas.openxmlformats.org/officeDocument/2006/relationships/customXml" Target="../ink/ink8910.xml"/><Relationship Id="rId241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customXml" Target="../ink/ink8818.xml"/><Relationship Id="rId57" Type="http://schemas.openxmlformats.org/officeDocument/2006/relationships/image" Target="NULL"/><Relationship Id="rId262" Type="http://schemas.openxmlformats.org/officeDocument/2006/relationships/image" Target="NULL"/><Relationship Id="rId283" Type="http://schemas.openxmlformats.org/officeDocument/2006/relationships/customXml" Target="../ink/ink8942.xml"/><Relationship Id="rId78" Type="http://schemas.openxmlformats.org/officeDocument/2006/relationships/customXml" Target="../ink/ink8839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8861.xml"/><Relationship Id="rId143" Type="http://schemas.openxmlformats.org/officeDocument/2006/relationships/image" Target="NULL"/><Relationship Id="rId164" Type="http://schemas.openxmlformats.org/officeDocument/2006/relationships/customXml" Target="../ink/ink8882.xml"/><Relationship Id="rId185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8905.xml"/><Relationship Id="rId26" Type="http://schemas.openxmlformats.org/officeDocument/2006/relationships/customXml" Target="../ink/ink8813.xml"/><Relationship Id="rId231" Type="http://schemas.openxmlformats.org/officeDocument/2006/relationships/image" Target="NULL"/><Relationship Id="rId252" Type="http://schemas.openxmlformats.org/officeDocument/2006/relationships/customXml" Target="../ink/ink8926.xml"/><Relationship Id="rId273" Type="http://schemas.openxmlformats.org/officeDocument/2006/relationships/customXml" Target="../ink/ink8937.xml"/><Relationship Id="rId47" Type="http://schemas.openxmlformats.org/officeDocument/2006/relationships/image" Target="NULL"/><Relationship Id="rId68" Type="http://schemas.openxmlformats.org/officeDocument/2006/relationships/customXml" Target="../ink/ink8834.xml"/><Relationship Id="rId89" Type="http://schemas.openxmlformats.org/officeDocument/2006/relationships/image" Target="NULL"/><Relationship Id="rId112" Type="http://schemas.openxmlformats.org/officeDocument/2006/relationships/customXml" Target="../ink/ink8856.xml"/><Relationship Id="rId133" Type="http://schemas.openxmlformats.org/officeDocument/2006/relationships/image" Target="NULL"/><Relationship Id="rId154" Type="http://schemas.openxmlformats.org/officeDocument/2006/relationships/customXml" Target="../ink/ink8877.xml"/><Relationship Id="rId175" Type="http://schemas.openxmlformats.org/officeDocument/2006/relationships/image" Target="NULL"/><Relationship Id="rId196" Type="http://schemas.openxmlformats.org/officeDocument/2006/relationships/customXml" Target="../ink/ink8898.xml"/><Relationship Id="rId200" Type="http://schemas.openxmlformats.org/officeDocument/2006/relationships/customXml" Target="../ink/ink8900.xml"/><Relationship Id="rId16" Type="http://schemas.openxmlformats.org/officeDocument/2006/relationships/customXml" Target="../ink/ink8808.xml"/><Relationship Id="rId221" Type="http://schemas.openxmlformats.org/officeDocument/2006/relationships/image" Target="NULL"/><Relationship Id="rId242" Type="http://schemas.openxmlformats.org/officeDocument/2006/relationships/customXml" Target="../ink/ink8921.xml"/><Relationship Id="rId263" Type="http://schemas.openxmlformats.org/officeDocument/2006/relationships/customXml" Target="../ink/ink8932.xml"/><Relationship Id="rId284" Type="http://schemas.openxmlformats.org/officeDocument/2006/relationships/image" Target="NULL"/><Relationship Id="rId37" Type="http://schemas.openxmlformats.org/officeDocument/2006/relationships/image" Target="NULL"/><Relationship Id="rId58" Type="http://schemas.openxmlformats.org/officeDocument/2006/relationships/customXml" Target="../ink/ink8829.xml"/><Relationship Id="rId79" Type="http://schemas.openxmlformats.org/officeDocument/2006/relationships/image" Target="NULL"/><Relationship Id="rId102" Type="http://schemas.openxmlformats.org/officeDocument/2006/relationships/customXml" Target="../ink/ink8851.xml"/><Relationship Id="rId123" Type="http://schemas.openxmlformats.org/officeDocument/2006/relationships/image" Target="NULL"/><Relationship Id="rId144" Type="http://schemas.openxmlformats.org/officeDocument/2006/relationships/customXml" Target="../ink/ink8872.xml"/><Relationship Id="rId90" Type="http://schemas.openxmlformats.org/officeDocument/2006/relationships/customXml" Target="../ink/ink8845.xml"/><Relationship Id="rId165" Type="http://schemas.openxmlformats.org/officeDocument/2006/relationships/image" Target="NULL"/><Relationship Id="rId186" Type="http://schemas.openxmlformats.org/officeDocument/2006/relationships/customXml" Target="../ink/ink8893.xml"/><Relationship Id="rId211" Type="http://schemas.openxmlformats.org/officeDocument/2006/relationships/image" Target="NULL"/><Relationship Id="rId232" Type="http://schemas.openxmlformats.org/officeDocument/2006/relationships/customXml" Target="../ink/ink8916.xml"/><Relationship Id="rId253" Type="http://schemas.openxmlformats.org/officeDocument/2006/relationships/image" Target="NULL"/><Relationship Id="rId274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8824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8867.xml"/><Relationship Id="rId80" Type="http://schemas.openxmlformats.org/officeDocument/2006/relationships/customXml" Target="../ink/ink8840.xml"/><Relationship Id="rId155" Type="http://schemas.openxmlformats.org/officeDocument/2006/relationships/image" Target="NULL"/><Relationship Id="rId176" Type="http://schemas.openxmlformats.org/officeDocument/2006/relationships/customXml" Target="../ink/ink8888.xml"/><Relationship Id="rId197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8911.xml"/><Relationship Id="rId243" Type="http://schemas.openxmlformats.org/officeDocument/2006/relationships/image" Target="NULL"/><Relationship Id="rId264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8819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8862.xml"/><Relationship Id="rId70" Type="http://schemas.openxmlformats.org/officeDocument/2006/relationships/customXml" Target="../ink/ink8835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8883.xml"/><Relationship Id="rId187" Type="http://schemas.openxmlformats.org/officeDocument/2006/relationships/image" Target="NULL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8906.xml"/><Relationship Id="rId233" Type="http://schemas.openxmlformats.org/officeDocument/2006/relationships/image" Target="NULL"/><Relationship Id="rId254" Type="http://schemas.openxmlformats.org/officeDocument/2006/relationships/customXml" Target="../ink/ink8927.xml"/><Relationship Id="rId28" Type="http://schemas.openxmlformats.org/officeDocument/2006/relationships/customXml" Target="../ink/ink8814.xml"/><Relationship Id="rId49" Type="http://schemas.openxmlformats.org/officeDocument/2006/relationships/image" Target="NULL"/><Relationship Id="rId114" Type="http://schemas.openxmlformats.org/officeDocument/2006/relationships/customXml" Target="../ink/ink8857.xml"/><Relationship Id="rId275" Type="http://schemas.openxmlformats.org/officeDocument/2006/relationships/customXml" Target="../ink/ink8938.xml"/><Relationship Id="rId60" Type="http://schemas.openxmlformats.org/officeDocument/2006/relationships/customXml" Target="../ink/ink8830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8878.xml"/><Relationship Id="rId177" Type="http://schemas.openxmlformats.org/officeDocument/2006/relationships/image" Target="NULL"/><Relationship Id="rId198" Type="http://schemas.openxmlformats.org/officeDocument/2006/relationships/customXml" Target="../ink/ink8899.xml"/><Relationship Id="rId202" Type="http://schemas.openxmlformats.org/officeDocument/2006/relationships/customXml" Target="../ink/ink8901.xml"/><Relationship Id="rId223" Type="http://schemas.openxmlformats.org/officeDocument/2006/relationships/image" Target="NULL"/><Relationship Id="rId244" Type="http://schemas.openxmlformats.org/officeDocument/2006/relationships/customXml" Target="../ink/ink8922.xml"/><Relationship Id="rId18" Type="http://schemas.openxmlformats.org/officeDocument/2006/relationships/customXml" Target="../ink/ink8809.xml"/><Relationship Id="rId39" Type="http://schemas.openxmlformats.org/officeDocument/2006/relationships/image" Target="NULL"/><Relationship Id="rId265" Type="http://schemas.openxmlformats.org/officeDocument/2006/relationships/customXml" Target="../ink/ink8933.xml"/><Relationship Id="rId50" Type="http://schemas.openxmlformats.org/officeDocument/2006/relationships/customXml" Target="../ink/ink8825.xml"/><Relationship Id="rId104" Type="http://schemas.openxmlformats.org/officeDocument/2006/relationships/customXml" Target="../ink/ink8852.xml"/><Relationship Id="rId125" Type="http://schemas.openxmlformats.org/officeDocument/2006/relationships/image" Target="NULL"/><Relationship Id="rId146" Type="http://schemas.openxmlformats.org/officeDocument/2006/relationships/customXml" Target="../ink/ink8873.xml"/><Relationship Id="rId167" Type="http://schemas.openxmlformats.org/officeDocument/2006/relationships/image" Target="NULL"/><Relationship Id="rId188" Type="http://schemas.openxmlformats.org/officeDocument/2006/relationships/customXml" Target="../ink/ink8894.xml"/><Relationship Id="rId71" Type="http://schemas.openxmlformats.org/officeDocument/2006/relationships/image" Target="NULL"/><Relationship Id="rId92" Type="http://schemas.openxmlformats.org/officeDocument/2006/relationships/customXml" Target="../ink/ink8846.xml"/><Relationship Id="rId213" Type="http://schemas.openxmlformats.org/officeDocument/2006/relationships/image" Target="NULL"/><Relationship Id="rId234" Type="http://schemas.openxmlformats.org/officeDocument/2006/relationships/customXml" Target="../ink/ink8917.xml"/><Relationship Id="rId2" Type="http://schemas.openxmlformats.org/officeDocument/2006/relationships/customXml" Target="../ink/ink8801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image" Target="NULL"/><Relationship Id="rId40" Type="http://schemas.openxmlformats.org/officeDocument/2006/relationships/customXml" Target="../ink/ink8820.xml"/><Relationship Id="rId115" Type="http://schemas.openxmlformats.org/officeDocument/2006/relationships/image" Target="NULL"/><Relationship Id="rId136" Type="http://schemas.openxmlformats.org/officeDocument/2006/relationships/customXml" Target="../ink/ink8868.xml"/><Relationship Id="rId157" Type="http://schemas.openxmlformats.org/officeDocument/2006/relationships/image" Target="NULL"/><Relationship Id="rId178" Type="http://schemas.openxmlformats.org/officeDocument/2006/relationships/customXml" Target="../ink/ink8889.xml"/><Relationship Id="rId61" Type="http://schemas.openxmlformats.org/officeDocument/2006/relationships/image" Target="NULL"/><Relationship Id="rId82" Type="http://schemas.openxmlformats.org/officeDocument/2006/relationships/customXml" Target="../ink/ink8841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8912.xml"/><Relationship Id="rId245" Type="http://schemas.openxmlformats.org/officeDocument/2006/relationships/image" Target="NULL"/><Relationship Id="rId266" Type="http://schemas.openxmlformats.org/officeDocument/2006/relationships/image" Target="NULL"/><Relationship Id="rId30" Type="http://schemas.openxmlformats.org/officeDocument/2006/relationships/customXml" Target="../ink/ink8815.xml"/><Relationship Id="rId105" Type="http://schemas.openxmlformats.org/officeDocument/2006/relationships/image" Target="NULL"/><Relationship Id="rId126" Type="http://schemas.openxmlformats.org/officeDocument/2006/relationships/customXml" Target="../ink/ink8863.xml"/><Relationship Id="rId147" Type="http://schemas.openxmlformats.org/officeDocument/2006/relationships/image" Target="NULL"/><Relationship Id="rId168" Type="http://schemas.openxmlformats.org/officeDocument/2006/relationships/customXml" Target="../ink/ink8884.xml"/><Relationship Id="rId51" Type="http://schemas.openxmlformats.org/officeDocument/2006/relationships/image" Target="NULL"/><Relationship Id="rId72" Type="http://schemas.openxmlformats.org/officeDocument/2006/relationships/customXml" Target="../ink/ink8836.xml"/><Relationship Id="rId93" Type="http://schemas.openxmlformats.org/officeDocument/2006/relationships/image" Target="NULL"/><Relationship Id="rId189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8907.xml"/><Relationship Id="rId235" Type="http://schemas.openxmlformats.org/officeDocument/2006/relationships/image" Target="NULL"/><Relationship Id="rId256" Type="http://schemas.openxmlformats.org/officeDocument/2006/relationships/customXml" Target="../ink/ink8928.xml"/><Relationship Id="rId277" Type="http://schemas.openxmlformats.org/officeDocument/2006/relationships/customXml" Target="../ink/ink8939.xml"/><Relationship Id="rId116" Type="http://schemas.openxmlformats.org/officeDocument/2006/relationships/customXml" Target="../ink/ink8858.xml"/><Relationship Id="rId137" Type="http://schemas.openxmlformats.org/officeDocument/2006/relationships/image" Target="NULL"/><Relationship Id="rId158" Type="http://schemas.openxmlformats.org/officeDocument/2006/relationships/customXml" Target="../ink/ink8879.xml"/><Relationship Id="rId20" Type="http://schemas.openxmlformats.org/officeDocument/2006/relationships/customXml" Target="../ink/ink8810.xml"/><Relationship Id="rId41" Type="http://schemas.openxmlformats.org/officeDocument/2006/relationships/image" Target="NULL"/><Relationship Id="rId62" Type="http://schemas.openxmlformats.org/officeDocument/2006/relationships/customXml" Target="../ink/ink8831.xml"/><Relationship Id="rId83" Type="http://schemas.openxmlformats.org/officeDocument/2006/relationships/image" Target="NULL"/><Relationship Id="rId179" Type="http://schemas.openxmlformats.org/officeDocument/2006/relationships/image" Target="NULL"/><Relationship Id="rId190" Type="http://schemas.openxmlformats.org/officeDocument/2006/relationships/customXml" Target="../ink/ink8895.xml"/><Relationship Id="rId204" Type="http://schemas.openxmlformats.org/officeDocument/2006/relationships/customXml" Target="../ink/ink8902.xml"/><Relationship Id="rId225" Type="http://schemas.openxmlformats.org/officeDocument/2006/relationships/image" Target="NULL"/><Relationship Id="rId246" Type="http://schemas.openxmlformats.org/officeDocument/2006/relationships/customXml" Target="../ink/ink8923.xml"/><Relationship Id="rId267" Type="http://schemas.openxmlformats.org/officeDocument/2006/relationships/customXml" Target="../ink/ink8934.xml"/><Relationship Id="rId106" Type="http://schemas.openxmlformats.org/officeDocument/2006/relationships/customXml" Target="../ink/ink8853.xml"/><Relationship Id="rId127" Type="http://schemas.openxmlformats.org/officeDocument/2006/relationships/image" Target="NULL"/><Relationship Id="rId10" Type="http://schemas.openxmlformats.org/officeDocument/2006/relationships/customXml" Target="../ink/ink8805.xml"/><Relationship Id="rId31" Type="http://schemas.openxmlformats.org/officeDocument/2006/relationships/image" Target="NULL"/><Relationship Id="rId52" Type="http://schemas.openxmlformats.org/officeDocument/2006/relationships/customXml" Target="../ink/ink8826.xml"/><Relationship Id="rId73" Type="http://schemas.openxmlformats.org/officeDocument/2006/relationships/image" Target="NULL"/><Relationship Id="rId94" Type="http://schemas.openxmlformats.org/officeDocument/2006/relationships/customXml" Target="../ink/ink8847.xml"/><Relationship Id="rId148" Type="http://schemas.openxmlformats.org/officeDocument/2006/relationships/customXml" Target="../ink/ink8874.xml"/><Relationship Id="rId169" Type="http://schemas.openxmlformats.org/officeDocument/2006/relationships/image" Target="NULL"/><Relationship Id="rId4" Type="http://schemas.openxmlformats.org/officeDocument/2006/relationships/customXml" Target="../ink/ink8802.xml"/><Relationship Id="rId180" Type="http://schemas.openxmlformats.org/officeDocument/2006/relationships/customXml" Target="../ink/ink8890.xml"/><Relationship Id="rId215" Type="http://schemas.openxmlformats.org/officeDocument/2006/relationships/image" Target="NULL"/><Relationship Id="rId236" Type="http://schemas.openxmlformats.org/officeDocument/2006/relationships/customXml" Target="../ink/ink8918.xml"/><Relationship Id="rId257" Type="http://schemas.openxmlformats.org/officeDocument/2006/relationships/image" Target="NULL"/><Relationship Id="rId278" Type="http://schemas.openxmlformats.org/officeDocument/2006/relationships/image" Target="NULL"/><Relationship Id="rId42" Type="http://schemas.openxmlformats.org/officeDocument/2006/relationships/customXml" Target="../ink/ink8821.xml"/><Relationship Id="rId84" Type="http://schemas.openxmlformats.org/officeDocument/2006/relationships/customXml" Target="../ink/ink8842.xml"/><Relationship Id="rId138" Type="http://schemas.openxmlformats.org/officeDocument/2006/relationships/customXml" Target="../ink/ink8869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8880.xml"/><Relationship Id="rId216" Type="http://schemas.openxmlformats.org/officeDocument/2006/relationships/customXml" Target="../ink/ink8908.xml"/><Relationship Id="rId258" Type="http://schemas.openxmlformats.org/officeDocument/2006/relationships/customXml" Target="../ink/ink8929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Word Embedding in Vector Space: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4B4462B-4846-55DE-1595-B351D36F1F9C}"/>
              </a:ext>
            </a:extLst>
          </p:cNvPr>
          <p:cNvGrpSpPr/>
          <p:nvPr/>
        </p:nvGrpSpPr>
        <p:grpSpPr>
          <a:xfrm>
            <a:off x="1803528" y="663264"/>
            <a:ext cx="762840" cy="180000"/>
            <a:chOff x="1803528" y="663264"/>
            <a:chExt cx="762840" cy="18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2E423260-B3E5-8924-42BF-4CC6474CA739}"/>
                    </a:ext>
                  </a:extLst>
                </p14:cNvPr>
                <p14:cNvContentPartPr/>
                <p14:nvPr/>
              </p14:nvContentPartPr>
              <p14:xfrm>
                <a:off x="1803528" y="663264"/>
                <a:ext cx="285840" cy="1800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2E423260-B3E5-8924-42BF-4CC6474CA739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94528" y="654624"/>
                  <a:ext cx="30348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EAE745C0-9825-18BA-B8C8-7477C42FA7E7}"/>
                    </a:ext>
                  </a:extLst>
                </p14:cNvPr>
                <p14:cNvContentPartPr/>
                <p14:nvPr/>
              </p14:nvContentPartPr>
              <p14:xfrm>
                <a:off x="2190168" y="751464"/>
                <a:ext cx="63360" cy="748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EAE745C0-9825-18BA-B8C8-7477C42FA7E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181528" y="742824"/>
                  <a:ext cx="8100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D69C3A97-EDB7-E27C-F62A-EE4CBDD4D807}"/>
                    </a:ext>
                  </a:extLst>
                </p14:cNvPr>
                <p14:cNvContentPartPr/>
                <p14:nvPr/>
              </p14:nvContentPartPr>
              <p14:xfrm>
                <a:off x="2292408" y="769104"/>
                <a:ext cx="89640" cy="73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D69C3A97-EDB7-E27C-F62A-EE4CBDD4D80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283768" y="760464"/>
                  <a:ext cx="10728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E60CEFDE-4D97-10E0-3835-5D783370AB78}"/>
                    </a:ext>
                  </a:extLst>
                </p14:cNvPr>
                <p14:cNvContentPartPr/>
                <p14:nvPr/>
              </p14:nvContentPartPr>
              <p14:xfrm>
                <a:off x="2485368" y="670464"/>
                <a:ext cx="81000" cy="1522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E60CEFDE-4D97-10E0-3835-5D783370AB7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476368" y="661464"/>
                  <a:ext cx="98640" cy="16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B1ECE1B-D0BC-D5FF-3F1D-15CCACAD5C7B}"/>
              </a:ext>
            </a:extLst>
          </p:cNvPr>
          <p:cNvGrpSpPr/>
          <p:nvPr/>
        </p:nvGrpSpPr>
        <p:grpSpPr>
          <a:xfrm>
            <a:off x="2953008" y="665064"/>
            <a:ext cx="1555920" cy="363960"/>
            <a:chOff x="2953008" y="665064"/>
            <a:chExt cx="1555920" cy="3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42853459-1E8D-859C-9457-7FD52856DD0B}"/>
                    </a:ext>
                  </a:extLst>
                </p14:cNvPr>
                <p14:cNvContentPartPr/>
                <p14:nvPr/>
              </p14:nvContentPartPr>
              <p14:xfrm>
                <a:off x="2953008" y="665064"/>
                <a:ext cx="158760" cy="1767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42853459-1E8D-859C-9457-7FD52856DD0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944008" y="656424"/>
                  <a:ext cx="1764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217295A4-0A3B-4F69-03E6-BD7C2A757729}"/>
                    </a:ext>
                  </a:extLst>
                </p14:cNvPr>
                <p14:cNvContentPartPr/>
                <p14:nvPr/>
              </p14:nvContentPartPr>
              <p14:xfrm>
                <a:off x="3169368" y="720144"/>
                <a:ext cx="250200" cy="1216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217295A4-0A3B-4F69-03E6-BD7C2A75772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160368" y="711144"/>
                  <a:ext cx="26784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0C43210E-1FCA-A3AA-6A37-EEC7FB8B1EA5}"/>
                    </a:ext>
                  </a:extLst>
                </p14:cNvPr>
                <p14:cNvContentPartPr/>
                <p14:nvPr/>
              </p14:nvContentPartPr>
              <p14:xfrm>
                <a:off x="3495528" y="778464"/>
                <a:ext cx="161640" cy="522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0C43210E-1FCA-A3AA-6A37-EEC7FB8B1EA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486888" y="769464"/>
                  <a:ext cx="17928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164F953C-B786-C538-AF6A-DAC7A41421D2}"/>
                    </a:ext>
                  </a:extLst>
                </p14:cNvPr>
                <p14:cNvContentPartPr/>
                <p14:nvPr/>
              </p14:nvContentPartPr>
              <p14:xfrm>
                <a:off x="3694248" y="689184"/>
                <a:ext cx="83880" cy="1465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164F953C-B786-C538-AF6A-DAC7A41421D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685608" y="680184"/>
                  <a:ext cx="1015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A4A18F3-8612-EB91-90E4-3EDF1269B079}"/>
                    </a:ext>
                  </a:extLst>
                </p14:cNvPr>
                <p14:cNvContentPartPr/>
                <p14:nvPr/>
              </p14:nvContentPartPr>
              <p14:xfrm>
                <a:off x="3883248" y="677664"/>
                <a:ext cx="104400" cy="1580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A4A18F3-8612-EB91-90E4-3EDF1269B07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874608" y="668664"/>
                  <a:ext cx="1220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895E93F7-FD02-A4E9-297E-FF1ACF565D82}"/>
                    </a:ext>
                  </a:extLst>
                </p14:cNvPr>
                <p14:cNvContentPartPr/>
                <p14:nvPr/>
              </p14:nvContentPartPr>
              <p14:xfrm>
                <a:off x="4004568" y="725184"/>
                <a:ext cx="1440" cy="90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895E93F7-FD02-A4E9-297E-FF1ACF565D8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995928" y="716544"/>
                  <a:ext cx="1908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F651839-F35B-138D-19A5-006D4FFD2549}"/>
                    </a:ext>
                  </a:extLst>
                </p14:cNvPr>
                <p14:cNvContentPartPr/>
                <p14:nvPr/>
              </p14:nvContentPartPr>
              <p14:xfrm>
                <a:off x="4070088" y="760824"/>
                <a:ext cx="438840" cy="268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F651839-F35B-138D-19A5-006D4FFD254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061088" y="751824"/>
                  <a:ext cx="456480" cy="285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B22CA52-63D0-B121-6B6D-10AB964D53CA}"/>
                  </a:ext>
                </a:extLst>
              </p14:cNvPr>
              <p14:cNvContentPartPr/>
              <p14:nvPr/>
            </p14:nvContentPartPr>
            <p14:xfrm>
              <a:off x="4887288" y="747864"/>
              <a:ext cx="371520" cy="943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B22CA52-63D0-B121-6B6D-10AB964D53C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878648" y="738864"/>
                <a:ext cx="38916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638CCF4-1577-D642-3157-DAC0A84812D6}"/>
                  </a:ext>
                </a:extLst>
              </p14:cNvPr>
              <p14:cNvContentPartPr/>
              <p14:nvPr/>
            </p14:nvContentPartPr>
            <p14:xfrm>
              <a:off x="5600808" y="737784"/>
              <a:ext cx="276480" cy="108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638CCF4-1577-D642-3157-DAC0A84812D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591808" y="729144"/>
                <a:ext cx="294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C868FCB-18BA-E93F-747D-CFF91E9FC36F}"/>
                  </a:ext>
                </a:extLst>
              </p14:cNvPr>
              <p14:cNvContentPartPr/>
              <p14:nvPr/>
            </p14:nvContentPartPr>
            <p14:xfrm>
              <a:off x="5951448" y="647424"/>
              <a:ext cx="734760" cy="431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C868FCB-18BA-E93F-747D-CFF91E9FC36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942808" y="638784"/>
                <a:ext cx="752400" cy="449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oup 30">
            <a:extLst>
              <a:ext uri="{FF2B5EF4-FFF2-40B4-BE49-F238E27FC236}">
                <a16:creationId xmlns:a16="http://schemas.microsoft.com/office/drawing/2014/main" id="{796F115F-2051-C304-67EB-6241601E6AB3}"/>
              </a:ext>
            </a:extLst>
          </p:cNvPr>
          <p:cNvGrpSpPr/>
          <p:nvPr/>
        </p:nvGrpSpPr>
        <p:grpSpPr>
          <a:xfrm>
            <a:off x="6996168" y="572904"/>
            <a:ext cx="2646720" cy="369720"/>
            <a:chOff x="6996168" y="572904"/>
            <a:chExt cx="2646720" cy="36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53E9E12E-4EA2-AF90-EAF7-EC038569077E}"/>
                    </a:ext>
                  </a:extLst>
                </p14:cNvPr>
                <p14:cNvContentPartPr/>
                <p14:nvPr/>
              </p14:nvContentPartPr>
              <p14:xfrm>
                <a:off x="6996168" y="572904"/>
                <a:ext cx="382320" cy="2419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53E9E12E-4EA2-AF90-EAF7-EC038569077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987168" y="563904"/>
                  <a:ext cx="39996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DFCEC3EE-0491-5732-66D7-45F87E879274}"/>
                    </a:ext>
                  </a:extLst>
                </p14:cNvPr>
                <p14:cNvContentPartPr/>
                <p14:nvPr/>
              </p14:nvContentPartPr>
              <p14:xfrm>
                <a:off x="7402968" y="720144"/>
                <a:ext cx="1440" cy="176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DFCEC3EE-0491-5732-66D7-45F87E87927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394328" y="711144"/>
                  <a:ext cx="190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12A76882-BEF0-A704-5ECD-C2B422D1044C}"/>
                    </a:ext>
                  </a:extLst>
                </p14:cNvPr>
                <p14:cNvContentPartPr/>
                <p14:nvPr/>
              </p14:nvContentPartPr>
              <p14:xfrm>
                <a:off x="7472808" y="679104"/>
                <a:ext cx="271440" cy="2635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12A76882-BEF0-A704-5ECD-C2B422D1044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464168" y="670104"/>
                  <a:ext cx="28908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0483C572-060B-F490-2D96-CB24B392E1AB}"/>
                    </a:ext>
                  </a:extLst>
                </p14:cNvPr>
                <p14:cNvContentPartPr/>
                <p14:nvPr/>
              </p14:nvContentPartPr>
              <p14:xfrm>
                <a:off x="7849008" y="834624"/>
                <a:ext cx="68760" cy="226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0483C572-060B-F490-2D96-CB24B392E1A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840008" y="825624"/>
                  <a:ext cx="864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EB78F400-41A8-5005-3B35-280D08734DDB}"/>
                    </a:ext>
                  </a:extLst>
                </p14:cNvPr>
                <p14:cNvContentPartPr/>
                <p14:nvPr/>
              </p14:nvContentPartPr>
              <p14:xfrm>
                <a:off x="8069688" y="683784"/>
                <a:ext cx="213480" cy="1627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EB78F400-41A8-5005-3B35-280D08734DD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061048" y="675144"/>
                  <a:ext cx="2311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3703D8F4-DCA3-CD32-086E-EF0E79C8E091}"/>
                    </a:ext>
                  </a:extLst>
                </p14:cNvPr>
                <p14:cNvContentPartPr/>
                <p14:nvPr/>
              </p14:nvContentPartPr>
              <p14:xfrm>
                <a:off x="8309808" y="754344"/>
                <a:ext cx="2520" cy="122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3703D8F4-DCA3-CD32-086E-EF0E79C8E09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8300808" y="745704"/>
                  <a:ext cx="2016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D188E242-D036-80DA-8159-871989DBC7A2}"/>
                    </a:ext>
                  </a:extLst>
                </p14:cNvPr>
                <p14:cNvContentPartPr/>
                <p14:nvPr/>
              </p14:nvContentPartPr>
              <p14:xfrm>
                <a:off x="8361288" y="776664"/>
                <a:ext cx="679320" cy="500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D188E242-D036-80DA-8159-871989DBC7A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352288" y="768024"/>
                  <a:ext cx="69696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4EBE09CE-B359-99B3-4392-AE9634103D3D}"/>
                    </a:ext>
                  </a:extLst>
                </p14:cNvPr>
                <p14:cNvContentPartPr/>
                <p14:nvPr/>
              </p14:nvContentPartPr>
              <p14:xfrm>
                <a:off x="9056448" y="741744"/>
                <a:ext cx="3240" cy="64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4EBE09CE-B359-99B3-4392-AE9634103D3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047808" y="733104"/>
                  <a:ext cx="208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ECA77BB6-BA7D-B62D-3860-2DD130C6C1C7}"/>
                    </a:ext>
                  </a:extLst>
                </p14:cNvPr>
                <p14:cNvContentPartPr/>
                <p14:nvPr/>
              </p14:nvContentPartPr>
              <p14:xfrm>
                <a:off x="9108288" y="777744"/>
                <a:ext cx="49320" cy="460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ECA77BB6-BA7D-B62D-3860-2DD130C6C1C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099288" y="769104"/>
                  <a:ext cx="669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75511A7-6BC6-49D2-479D-4536342EF712}"/>
                    </a:ext>
                  </a:extLst>
                </p14:cNvPr>
                <p14:cNvContentPartPr/>
                <p14:nvPr/>
              </p14:nvContentPartPr>
              <p14:xfrm>
                <a:off x="9231048" y="662544"/>
                <a:ext cx="411840" cy="1677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75511A7-6BC6-49D2-479D-4536342EF71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222408" y="653904"/>
                  <a:ext cx="429480" cy="18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7AB66B8-DD3C-297B-C1E5-1FFFBA5A58F2}"/>
              </a:ext>
            </a:extLst>
          </p:cNvPr>
          <p:cNvGrpSpPr/>
          <p:nvPr/>
        </p:nvGrpSpPr>
        <p:grpSpPr>
          <a:xfrm>
            <a:off x="9817488" y="605304"/>
            <a:ext cx="1837080" cy="611640"/>
            <a:chOff x="9817488" y="605304"/>
            <a:chExt cx="1837080" cy="61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DF3267EB-80F7-506E-EA7C-8B095EE018D5}"/>
                    </a:ext>
                  </a:extLst>
                </p14:cNvPr>
                <p14:cNvContentPartPr/>
                <p14:nvPr/>
              </p14:nvContentPartPr>
              <p14:xfrm>
                <a:off x="9817488" y="605304"/>
                <a:ext cx="109800" cy="4064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DF3267EB-80F7-506E-EA7C-8B095EE018D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808488" y="596664"/>
                  <a:ext cx="127440" cy="42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9DEA8174-A400-1523-8E82-680F9626A0C4}"/>
                    </a:ext>
                  </a:extLst>
                </p14:cNvPr>
                <p14:cNvContentPartPr/>
                <p14:nvPr/>
              </p14:nvContentPartPr>
              <p14:xfrm>
                <a:off x="10015128" y="672984"/>
                <a:ext cx="526680" cy="3211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9DEA8174-A400-1523-8E82-680F9626A0C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006488" y="664344"/>
                  <a:ext cx="544320" cy="33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3C572CF4-CC3F-C8FB-3960-7F2C32ED9866}"/>
                    </a:ext>
                  </a:extLst>
                </p14:cNvPr>
                <p14:cNvContentPartPr/>
                <p14:nvPr/>
              </p14:nvContentPartPr>
              <p14:xfrm>
                <a:off x="10487088" y="760104"/>
                <a:ext cx="29160" cy="100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3C572CF4-CC3F-C8FB-3960-7F2C32ED986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478448" y="751464"/>
                  <a:ext cx="468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B3C19B49-A98F-C5DE-B806-10224C6CCB24}"/>
                    </a:ext>
                  </a:extLst>
                </p14:cNvPr>
                <p14:cNvContentPartPr/>
                <p14:nvPr/>
              </p14:nvContentPartPr>
              <p14:xfrm>
                <a:off x="10694448" y="801864"/>
                <a:ext cx="34200" cy="1105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B3C19B49-A98F-C5DE-B806-10224C6CCB2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685448" y="792864"/>
                  <a:ext cx="5184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40D2EA37-71C6-4378-8EC3-36F53D871683}"/>
                    </a:ext>
                  </a:extLst>
                </p14:cNvPr>
                <p14:cNvContentPartPr/>
                <p14:nvPr/>
              </p14:nvContentPartPr>
              <p14:xfrm>
                <a:off x="10797408" y="813384"/>
                <a:ext cx="375480" cy="1170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40D2EA37-71C6-4378-8EC3-36F53D87168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788768" y="804744"/>
                  <a:ext cx="39312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7741B4CA-B27B-3AFA-BDB9-ACE1C013676E}"/>
                    </a:ext>
                  </a:extLst>
                </p14:cNvPr>
                <p14:cNvContentPartPr/>
                <p14:nvPr/>
              </p14:nvContentPartPr>
              <p14:xfrm>
                <a:off x="11095848" y="826704"/>
                <a:ext cx="134280" cy="986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7741B4CA-B27B-3AFA-BDB9-ACE1C013676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1087208" y="818064"/>
                  <a:ext cx="15192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07970F1C-1429-C0E2-4F0B-AEAE7A0E635B}"/>
                    </a:ext>
                  </a:extLst>
                </p14:cNvPr>
                <p14:cNvContentPartPr/>
                <p14:nvPr/>
              </p14:nvContentPartPr>
              <p14:xfrm>
                <a:off x="11434608" y="819864"/>
                <a:ext cx="30240" cy="1260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07970F1C-1429-C0E2-4F0B-AEAE7A0E635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425608" y="810864"/>
                  <a:ext cx="478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E3D65CBF-6A84-F6D6-175A-27A0F80BEB11}"/>
                    </a:ext>
                  </a:extLst>
                </p14:cNvPr>
                <p14:cNvContentPartPr/>
                <p14:nvPr/>
              </p14:nvContentPartPr>
              <p14:xfrm>
                <a:off x="11447208" y="896544"/>
                <a:ext cx="207360" cy="295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E3D65CBF-6A84-F6D6-175A-27A0F80BEB11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1438568" y="887904"/>
                  <a:ext cx="2250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422376A2-716C-30F5-4BBA-F9A1EF2A7E40}"/>
                    </a:ext>
                  </a:extLst>
                </p14:cNvPr>
                <p14:cNvContentPartPr/>
                <p14:nvPr/>
              </p14:nvContentPartPr>
              <p14:xfrm>
                <a:off x="10631808" y="1051344"/>
                <a:ext cx="31320" cy="1047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422376A2-716C-30F5-4BBA-F9A1EF2A7E4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622808" y="1042344"/>
                  <a:ext cx="4896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EEE8BBCD-4FE0-5572-2456-1FFAC276A32F}"/>
                    </a:ext>
                  </a:extLst>
                </p14:cNvPr>
                <p14:cNvContentPartPr/>
                <p14:nvPr/>
              </p14:nvContentPartPr>
              <p14:xfrm>
                <a:off x="10750608" y="1081584"/>
                <a:ext cx="89280" cy="784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EEE8BBCD-4FE0-5572-2456-1FFAC276A32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741608" y="1072584"/>
                  <a:ext cx="10692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C7E9B5B0-64AA-1A8A-EF94-74031DAFD950}"/>
                    </a:ext>
                  </a:extLst>
                </p14:cNvPr>
                <p14:cNvContentPartPr/>
                <p14:nvPr/>
              </p14:nvContentPartPr>
              <p14:xfrm>
                <a:off x="10898208" y="1102824"/>
                <a:ext cx="55800" cy="687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C7E9B5B0-64AA-1A8A-EF94-74031DAFD95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889568" y="1093824"/>
                  <a:ext cx="734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0637FBD5-5B1D-2236-E6D1-F057469F90B0}"/>
                    </a:ext>
                  </a:extLst>
                </p14:cNvPr>
                <p14:cNvContentPartPr/>
                <p14:nvPr/>
              </p14:nvContentPartPr>
              <p14:xfrm>
                <a:off x="11040408" y="1109304"/>
                <a:ext cx="45720" cy="709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0637FBD5-5B1D-2236-E6D1-F057469F90B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031408" y="1100304"/>
                  <a:ext cx="6336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71B21408-FD37-5246-797E-D2E66264ADAE}"/>
                    </a:ext>
                  </a:extLst>
                </p14:cNvPr>
                <p14:cNvContentPartPr/>
                <p14:nvPr/>
              </p14:nvContentPartPr>
              <p14:xfrm>
                <a:off x="11185848" y="1146024"/>
                <a:ext cx="59400" cy="709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71B21408-FD37-5246-797E-D2E66264ADA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176848" y="1137384"/>
                  <a:ext cx="77040" cy="8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6FE8F467-AC53-B5FC-DAF7-B28228C8AA53}"/>
              </a:ext>
            </a:extLst>
          </p:cNvPr>
          <p:cNvGrpSpPr/>
          <p:nvPr/>
        </p:nvGrpSpPr>
        <p:grpSpPr>
          <a:xfrm>
            <a:off x="10624968" y="1308024"/>
            <a:ext cx="1348200" cy="321480"/>
            <a:chOff x="10624968" y="1308024"/>
            <a:chExt cx="1348200" cy="32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A18384F-87BF-4001-B433-6115B465797F}"/>
                    </a:ext>
                  </a:extLst>
                </p14:cNvPr>
                <p14:cNvContentPartPr/>
                <p14:nvPr/>
              </p14:nvContentPartPr>
              <p14:xfrm>
                <a:off x="10693728" y="1308024"/>
                <a:ext cx="16920" cy="1116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A18384F-87BF-4001-B433-6115B465797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685088" y="1299384"/>
                  <a:ext cx="345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6B72CED1-51AB-0D0D-3A38-711984805296}"/>
                    </a:ext>
                  </a:extLst>
                </p14:cNvPr>
                <p14:cNvContentPartPr/>
                <p14:nvPr/>
              </p14:nvContentPartPr>
              <p14:xfrm>
                <a:off x="10624968" y="1309104"/>
                <a:ext cx="174960" cy="1515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6B72CED1-51AB-0D0D-3A38-71198480529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615968" y="1300464"/>
                  <a:ext cx="1926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384E2DD3-F805-275B-5239-3869280131A7}"/>
                    </a:ext>
                  </a:extLst>
                </p14:cNvPr>
                <p14:cNvContentPartPr/>
                <p14:nvPr/>
              </p14:nvContentPartPr>
              <p14:xfrm>
                <a:off x="10842768" y="1354104"/>
                <a:ext cx="35280" cy="828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384E2DD3-F805-275B-5239-3869280131A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834128" y="1345464"/>
                  <a:ext cx="5292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9538B3E7-99FD-7714-F74F-EB88847B20CD}"/>
                    </a:ext>
                  </a:extLst>
                </p14:cNvPr>
                <p14:cNvContentPartPr/>
                <p14:nvPr/>
              </p14:nvContentPartPr>
              <p14:xfrm>
                <a:off x="10927728" y="1403784"/>
                <a:ext cx="549000" cy="583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9538B3E7-99FD-7714-F74F-EB88847B20C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919088" y="1395144"/>
                  <a:ext cx="5666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0524FE75-F972-295B-79E3-DBFD809F82A0}"/>
                    </a:ext>
                  </a:extLst>
                </p14:cNvPr>
                <p14:cNvContentPartPr/>
                <p14:nvPr/>
              </p14:nvContentPartPr>
              <p14:xfrm>
                <a:off x="11505168" y="1392264"/>
                <a:ext cx="2160" cy="126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0524FE75-F972-295B-79E3-DBFD809F82A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496168" y="1383624"/>
                  <a:ext cx="19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91B6EF47-539B-B6B9-77CB-8116FCC9C77B}"/>
                    </a:ext>
                  </a:extLst>
                </p14:cNvPr>
                <p14:cNvContentPartPr/>
                <p14:nvPr/>
              </p14:nvContentPartPr>
              <p14:xfrm>
                <a:off x="11535768" y="1432584"/>
                <a:ext cx="34920" cy="367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91B6EF47-539B-B6B9-77CB-8116FCC9C77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527128" y="1423944"/>
                  <a:ext cx="5256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BF7418B3-6DCC-A189-D824-5A2C11BF91A4}"/>
                    </a:ext>
                  </a:extLst>
                </p14:cNvPr>
                <p14:cNvContentPartPr/>
                <p14:nvPr/>
              </p14:nvContentPartPr>
              <p14:xfrm>
                <a:off x="11644488" y="1430784"/>
                <a:ext cx="162720" cy="536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BF7418B3-6DCC-A189-D824-5A2C11BF91A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635848" y="1421784"/>
                  <a:ext cx="18036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1497AB49-0263-EAED-5EF0-B035226E31E0}"/>
                    </a:ext>
                  </a:extLst>
                </p14:cNvPr>
                <p14:cNvContentPartPr/>
                <p14:nvPr/>
              </p14:nvContentPartPr>
              <p14:xfrm>
                <a:off x="11786328" y="1321704"/>
                <a:ext cx="186840" cy="3078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1497AB49-0263-EAED-5EF0-B035226E31E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777328" y="1312704"/>
                  <a:ext cx="204480" cy="32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470CBBB-4983-238C-540E-485D1BB4B72E}"/>
              </a:ext>
            </a:extLst>
          </p:cNvPr>
          <p:cNvGrpSpPr/>
          <p:nvPr/>
        </p:nvGrpSpPr>
        <p:grpSpPr>
          <a:xfrm>
            <a:off x="548928" y="1564344"/>
            <a:ext cx="492480" cy="331560"/>
            <a:chOff x="548928" y="1564344"/>
            <a:chExt cx="492480" cy="33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4095C35D-B226-5A55-BEE3-CEFE66F481E8}"/>
                    </a:ext>
                  </a:extLst>
                </p14:cNvPr>
                <p14:cNvContentPartPr/>
                <p14:nvPr/>
              </p14:nvContentPartPr>
              <p14:xfrm>
                <a:off x="548928" y="1588464"/>
                <a:ext cx="329040" cy="3074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4095C35D-B226-5A55-BEE3-CEFE66F481E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39928" y="1579824"/>
                  <a:ext cx="34668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B962F60-A56E-240C-F0C6-EA721148129B}"/>
                    </a:ext>
                  </a:extLst>
                </p14:cNvPr>
                <p14:cNvContentPartPr/>
                <p14:nvPr/>
              </p14:nvContentPartPr>
              <p14:xfrm>
                <a:off x="1033128" y="1747944"/>
                <a:ext cx="8280" cy="230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B962F60-A56E-240C-F0C6-EA721148129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24488" y="1738944"/>
                  <a:ext cx="259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0B482214-E8FC-90AC-75FB-EA201781F225}"/>
                    </a:ext>
                  </a:extLst>
                </p14:cNvPr>
                <p14:cNvContentPartPr/>
                <p14:nvPr/>
              </p14:nvContentPartPr>
              <p14:xfrm>
                <a:off x="974448" y="1564344"/>
                <a:ext cx="20880" cy="140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0B482214-E8FC-90AC-75FB-EA201781F22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65808" y="1555704"/>
                  <a:ext cx="3852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0C0F9E6C-F843-EEE3-6C93-64A6D0C161D6}"/>
              </a:ext>
            </a:extLst>
          </p:cNvPr>
          <p:cNvGrpSpPr/>
          <p:nvPr/>
        </p:nvGrpSpPr>
        <p:grpSpPr>
          <a:xfrm>
            <a:off x="1546128" y="1566144"/>
            <a:ext cx="662760" cy="191880"/>
            <a:chOff x="1546128" y="1566144"/>
            <a:chExt cx="662760" cy="19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A93DBEE1-DB78-F883-C69A-3398F975D244}"/>
                    </a:ext>
                  </a:extLst>
                </p14:cNvPr>
                <p14:cNvContentPartPr/>
                <p14:nvPr/>
              </p14:nvContentPartPr>
              <p14:xfrm>
                <a:off x="1546128" y="1566144"/>
                <a:ext cx="149400" cy="1742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A93DBEE1-DB78-F883-C69A-3398F975D24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537128" y="1557504"/>
                  <a:ext cx="16704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76DBE9C0-08CA-5D21-BEF5-3F83A36E2A3D}"/>
                    </a:ext>
                  </a:extLst>
                </p14:cNvPr>
                <p14:cNvContentPartPr/>
                <p14:nvPr/>
              </p14:nvContentPartPr>
              <p14:xfrm>
                <a:off x="1807848" y="1648944"/>
                <a:ext cx="138240" cy="90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76DBE9C0-08CA-5D21-BEF5-3F83A36E2A3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799208" y="1639944"/>
                  <a:ext cx="15588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DDE3436C-88B6-B270-95DE-D0247A47E762}"/>
                    </a:ext>
                  </a:extLst>
                </p14:cNvPr>
                <p14:cNvContentPartPr/>
                <p14:nvPr/>
              </p14:nvContentPartPr>
              <p14:xfrm>
                <a:off x="1998288" y="1575504"/>
                <a:ext cx="210600" cy="1825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DDE3436C-88B6-B270-95DE-D0247A47E76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989288" y="1566864"/>
                  <a:ext cx="228240" cy="20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8E5153F-0F61-77C4-7038-503D9639AF48}"/>
              </a:ext>
            </a:extLst>
          </p:cNvPr>
          <p:cNvGrpSpPr/>
          <p:nvPr/>
        </p:nvGrpSpPr>
        <p:grpSpPr>
          <a:xfrm>
            <a:off x="2680128" y="1498824"/>
            <a:ext cx="826200" cy="208440"/>
            <a:chOff x="2680128" y="1498824"/>
            <a:chExt cx="826200" cy="20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436E4987-0477-0452-D12F-B8C22AB2370D}"/>
                    </a:ext>
                  </a:extLst>
                </p14:cNvPr>
                <p14:cNvContentPartPr/>
                <p14:nvPr/>
              </p14:nvContentPartPr>
              <p14:xfrm>
                <a:off x="2680128" y="1591704"/>
                <a:ext cx="136080" cy="1155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436E4987-0477-0452-D12F-B8C22AB2370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671488" y="1582704"/>
                  <a:ext cx="1537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65196E26-E4AD-ED39-24F0-DF7C02EB44D4}"/>
                    </a:ext>
                  </a:extLst>
                </p14:cNvPr>
                <p14:cNvContentPartPr/>
                <p14:nvPr/>
              </p14:nvContentPartPr>
              <p14:xfrm>
                <a:off x="2884248" y="1612584"/>
                <a:ext cx="73440" cy="666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65196E26-E4AD-ED39-24F0-DF7C02EB44D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875608" y="1603944"/>
                  <a:ext cx="9108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22C1470B-6728-6610-492A-963759C750BD}"/>
                    </a:ext>
                  </a:extLst>
                </p14:cNvPr>
                <p14:cNvContentPartPr/>
                <p14:nvPr/>
              </p14:nvContentPartPr>
              <p14:xfrm>
                <a:off x="3063888" y="1498824"/>
                <a:ext cx="142200" cy="1890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22C1470B-6728-6610-492A-963759C750B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054888" y="1490184"/>
                  <a:ext cx="1598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DF0F6173-6A05-1FDC-BCD1-C8DFA55EA1BC}"/>
                    </a:ext>
                  </a:extLst>
                </p14:cNvPr>
                <p14:cNvContentPartPr/>
                <p14:nvPr/>
              </p14:nvContentPartPr>
              <p14:xfrm>
                <a:off x="3204288" y="1584864"/>
                <a:ext cx="302040" cy="464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DF0F6173-6A05-1FDC-BCD1-C8DFA55EA1B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195648" y="1576224"/>
                  <a:ext cx="319680" cy="6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9C457430-6FAA-3D0C-1498-20E00D19D794}"/>
              </a:ext>
            </a:extLst>
          </p:cNvPr>
          <p:cNvGrpSpPr/>
          <p:nvPr/>
        </p:nvGrpSpPr>
        <p:grpSpPr>
          <a:xfrm>
            <a:off x="3962088" y="1565064"/>
            <a:ext cx="1039680" cy="333000"/>
            <a:chOff x="3962088" y="1565064"/>
            <a:chExt cx="1039680" cy="33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EE1B0B59-6746-8F3F-CD4C-A260FAF7B998}"/>
                    </a:ext>
                  </a:extLst>
                </p14:cNvPr>
                <p14:cNvContentPartPr/>
                <p14:nvPr/>
              </p14:nvContentPartPr>
              <p14:xfrm>
                <a:off x="3962088" y="1565064"/>
                <a:ext cx="370440" cy="3330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EE1B0B59-6746-8F3F-CD4C-A260FAF7B99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953448" y="1556064"/>
                  <a:ext cx="38808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B51AB6A3-C86A-B66F-D381-30AFA1A22716}"/>
                    </a:ext>
                  </a:extLst>
                </p14:cNvPr>
                <p14:cNvContentPartPr/>
                <p14:nvPr/>
              </p14:nvContentPartPr>
              <p14:xfrm>
                <a:off x="4377528" y="1587384"/>
                <a:ext cx="137160" cy="662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B51AB6A3-C86A-B66F-D381-30AFA1A2271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368888" y="1578744"/>
                  <a:ext cx="1548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78C1A6CB-3DD2-D144-0484-C58D7CA371DC}"/>
                    </a:ext>
                  </a:extLst>
                </p14:cNvPr>
                <p14:cNvContentPartPr/>
                <p14:nvPr/>
              </p14:nvContentPartPr>
              <p14:xfrm>
                <a:off x="4559328" y="1597464"/>
                <a:ext cx="210960" cy="846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78C1A6CB-3DD2-D144-0484-C58D7CA371D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550328" y="1588824"/>
                  <a:ext cx="22860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7CCE69F1-1EA9-4D95-0332-2073ACAEDF45}"/>
                    </a:ext>
                  </a:extLst>
                </p14:cNvPr>
                <p14:cNvContentPartPr/>
                <p14:nvPr/>
              </p14:nvContentPartPr>
              <p14:xfrm>
                <a:off x="4975128" y="1656864"/>
                <a:ext cx="26640" cy="90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7CCE69F1-1EA9-4D95-0332-2073ACAEDF4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966128" y="1648224"/>
                  <a:ext cx="44280" cy="2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266F91D1-A5C7-2893-F010-925D30E5823F}"/>
                  </a:ext>
                </a:extLst>
              </p14:cNvPr>
              <p14:cNvContentPartPr/>
              <p14:nvPr/>
            </p14:nvContentPartPr>
            <p14:xfrm>
              <a:off x="1518768" y="1901304"/>
              <a:ext cx="3536280" cy="885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266F91D1-A5C7-2893-F010-925D30E5823F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509768" y="1892664"/>
                <a:ext cx="355392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38EBC07-D5C6-75AA-6711-42D043BAE117}"/>
                  </a:ext>
                </a:extLst>
              </p14:cNvPr>
              <p14:cNvContentPartPr/>
              <p14:nvPr/>
            </p14:nvContentPartPr>
            <p14:xfrm>
              <a:off x="1592568" y="2220624"/>
              <a:ext cx="299880" cy="44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38EBC07-D5C6-75AA-6711-42D043BAE117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583928" y="2211984"/>
                <a:ext cx="317520" cy="61920"/>
              </a:xfrm>
              <a:prstGeom prst="rect">
                <a:avLst/>
              </a:prstGeom>
            </p:spPr>
          </p:pic>
        </mc:Fallback>
      </mc:AlternateContent>
      <p:grpSp>
        <p:nvGrpSpPr>
          <p:cNvPr id="80" name="Group 79">
            <a:extLst>
              <a:ext uri="{FF2B5EF4-FFF2-40B4-BE49-F238E27FC236}">
                <a16:creationId xmlns:a16="http://schemas.microsoft.com/office/drawing/2014/main" id="{5FC3058E-D5B7-852A-D675-E687F1CAEEEC}"/>
              </a:ext>
            </a:extLst>
          </p:cNvPr>
          <p:cNvGrpSpPr/>
          <p:nvPr/>
        </p:nvGrpSpPr>
        <p:grpSpPr>
          <a:xfrm>
            <a:off x="2153448" y="2120904"/>
            <a:ext cx="589320" cy="366120"/>
            <a:chOff x="2153448" y="2120904"/>
            <a:chExt cx="589320" cy="36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569260BB-EF9F-3F25-536D-09883DF91135}"/>
                    </a:ext>
                  </a:extLst>
                </p14:cNvPr>
                <p14:cNvContentPartPr/>
                <p14:nvPr/>
              </p14:nvContentPartPr>
              <p14:xfrm>
                <a:off x="2153448" y="2120904"/>
                <a:ext cx="244800" cy="1774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569260BB-EF9F-3F25-536D-09883DF9113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144808" y="2112264"/>
                  <a:ext cx="2624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E5B2B164-E016-218E-53D7-923DD391A2E0}"/>
                    </a:ext>
                  </a:extLst>
                </p14:cNvPr>
                <p14:cNvContentPartPr/>
                <p14:nvPr/>
              </p14:nvContentPartPr>
              <p14:xfrm>
                <a:off x="2392488" y="2155824"/>
                <a:ext cx="7560" cy="50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E5B2B164-E016-218E-53D7-923DD391A2E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383848" y="2147184"/>
                  <a:ext cx="2520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B982B17D-CED4-AA12-D8E1-9D070C3CC24D}"/>
                    </a:ext>
                  </a:extLst>
                </p14:cNvPr>
                <p14:cNvContentPartPr/>
                <p14:nvPr/>
              </p14:nvContentPartPr>
              <p14:xfrm>
                <a:off x="2479248" y="2206224"/>
                <a:ext cx="263520" cy="2808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B982B17D-CED4-AA12-D8E1-9D070C3CC24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470608" y="2197224"/>
                  <a:ext cx="281160" cy="29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AFCF8C7D-507E-669B-9F73-47353576AC4C}"/>
              </a:ext>
            </a:extLst>
          </p:cNvPr>
          <p:cNvGrpSpPr/>
          <p:nvPr/>
        </p:nvGrpSpPr>
        <p:grpSpPr>
          <a:xfrm>
            <a:off x="2021688" y="2067264"/>
            <a:ext cx="82080" cy="43920"/>
            <a:chOff x="2021688" y="2067264"/>
            <a:chExt cx="82080" cy="4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DE39114E-4538-56AB-B796-8BCC79ADC794}"/>
                    </a:ext>
                  </a:extLst>
                </p14:cNvPr>
                <p14:cNvContentPartPr/>
                <p14:nvPr/>
              </p14:nvContentPartPr>
              <p14:xfrm>
                <a:off x="2021688" y="2069424"/>
                <a:ext cx="21240" cy="352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DE39114E-4538-56AB-B796-8BCC79ADC79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013048" y="2060784"/>
                  <a:ext cx="388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0F6F5189-0590-2520-6121-BF32C3018FC1}"/>
                    </a:ext>
                  </a:extLst>
                </p14:cNvPr>
                <p14:cNvContentPartPr/>
                <p14:nvPr/>
              </p14:nvContentPartPr>
              <p14:xfrm>
                <a:off x="2079648" y="2067264"/>
                <a:ext cx="24120" cy="439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0F6F5189-0590-2520-6121-BF32C3018FC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070648" y="2058264"/>
                  <a:ext cx="41760" cy="6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E4B76EE-A95A-D30E-8AA6-7F23D9118182}"/>
              </a:ext>
            </a:extLst>
          </p:cNvPr>
          <p:cNvGrpSpPr/>
          <p:nvPr/>
        </p:nvGrpSpPr>
        <p:grpSpPr>
          <a:xfrm>
            <a:off x="2843208" y="2096784"/>
            <a:ext cx="83520" cy="96840"/>
            <a:chOff x="2843208" y="2096784"/>
            <a:chExt cx="83520" cy="9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3CCEF715-6BA2-F462-0D46-6CBE9EEDBAFE}"/>
                    </a:ext>
                  </a:extLst>
                </p14:cNvPr>
                <p14:cNvContentPartPr/>
                <p14:nvPr/>
              </p14:nvContentPartPr>
              <p14:xfrm>
                <a:off x="2843208" y="2096784"/>
                <a:ext cx="8280" cy="651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3CCEF715-6BA2-F462-0D46-6CBE9EEDBAF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834568" y="2087784"/>
                  <a:ext cx="2592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C27FDEF2-D012-6C0C-7EBE-96FB0A8207D9}"/>
                    </a:ext>
                  </a:extLst>
                </p14:cNvPr>
                <p14:cNvContentPartPr/>
                <p14:nvPr/>
              </p14:nvContentPartPr>
              <p14:xfrm>
                <a:off x="2863008" y="2099304"/>
                <a:ext cx="63720" cy="943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C27FDEF2-D012-6C0C-7EBE-96FB0A8207D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854368" y="2090664"/>
                  <a:ext cx="81360" cy="11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12CBDA81-EC16-9A69-7159-301B30A301C5}"/>
                  </a:ext>
                </a:extLst>
              </p14:cNvPr>
              <p14:cNvContentPartPr/>
              <p14:nvPr/>
            </p14:nvContentPartPr>
            <p14:xfrm>
              <a:off x="1682208" y="2558304"/>
              <a:ext cx="213480" cy="104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12CBDA81-EC16-9A69-7159-301B30A301C5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1673208" y="2549664"/>
                <a:ext cx="231120" cy="2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0" name="Group 99">
            <a:extLst>
              <a:ext uri="{FF2B5EF4-FFF2-40B4-BE49-F238E27FC236}">
                <a16:creationId xmlns:a16="http://schemas.microsoft.com/office/drawing/2014/main" id="{E823677B-E1D6-2830-6DE6-7E4293C888F3}"/>
              </a:ext>
            </a:extLst>
          </p:cNvPr>
          <p:cNvGrpSpPr/>
          <p:nvPr/>
        </p:nvGrpSpPr>
        <p:grpSpPr>
          <a:xfrm>
            <a:off x="2151648" y="2481984"/>
            <a:ext cx="908280" cy="186120"/>
            <a:chOff x="2151648" y="2481984"/>
            <a:chExt cx="908280" cy="18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929D9E6A-46DB-7304-BB53-848A0D7E96F7}"/>
                    </a:ext>
                  </a:extLst>
                </p14:cNvPr>
                <p14:cNvContentPartPr/>
                <p14:nvPr/>
              </p14:nvContentPartPr>
              <p14:xfrm>
                <a:off x="2151648" y="2501784"/>
                <a:ext cx="35640" cy="464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929D9E6A-46DB-7304-BB53-848A0D7E96F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142648" y="2492784"/>
                  <a:ext cx="5328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D37614B5-8F3D-A7C1-C543-3407EC3CCD88}"/>
                    </a:ext>
                  </a:extLst>
                </p14:cNvPr>
                <p14:cNvContentPartPr/>
                <p14:nvPr/>
              </p14:nvContentPartPr>
              <p14:xfrm>
                <a:off x="2269368" y="2481984"/>
                <a:ext cx="139320" cy="1861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D37614B5-8F3D-A7C1-C543-3407EC3CCD8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260728" y="2472984"/>
                  <a:ext cx="1569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9EAC8F97-D8CB-FF65-E9B8-05CE136F95DD}"/>
                    </a:ext>
                  </a:extLst>
                </p14:cNvPr>
                <p14:cNvContentPartPr/>
                <p14:nvPr/>
              </p14:nvContentPartPr>
              <p14:xfrm>
                <a:off x="2473128" y="2547504"/>
                <a:ext cx="61920" cy="756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9EAC8F97-D8CB-FF65-E9B8-05CE136F95D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464128" y="2538864"/>
                  <a:ext cx="795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042B5F4E-E36A-131B-C597-ADF36EDB12D2}"/>
                    </a:ext>
                  </a:extLst>
                </p14:cNvPr>
                <p14:cNvContentPartPr/>
                <p14:nvPr/>
              </p14:nvContentPartPr>
              <p14:xfrm>
                <a:off x="2589048" y="2568744"/>
                <a:ext cx="343080" cy="709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042B5F4E-E36A-131B-C597-ADF36EDB12D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580408" y="2559744"/>
                  <a:ext cx="3607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9D08E63-A64E-D928-D27B-E728A7ECA3C7}"/>
                    </a:ext>
                  </a:extLst>
                </p14:cNvPr>
                <p14:cNvContentPartPr/>
                <p14:nvPr/>
              </p14:nvContentPartPr>
              <p14:xfrm>
                <a:off x="2965608" y="2491344"/>
                <a:ext cx="18360" cy="464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9D08E63-A64E-D928-D27B-E728A7ECA3C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956968" y="2482344"/>
                  <a:ext cx="360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19CBA976-BB82-3D8A-1A6E-047D3FD13356}"/>
                    </a:ext>
                  </a:extLst>
                </p14:cNvPr>
                <p14:cNvContentPartPr/>
                <p14:nvPr/>
              </p14:nvContentPartPr>
              <p14:xfrm>
                <a:off x="3032208" y="2493144"/>
                <a:ext cx="27720" cy="594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19CBA976-BB82-3D8A-1A6E-047D3FD1335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023208" y="2484144"/>
                  <a:ext cx="4536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7DCCADE-84D1-975D-A1F3-3B28F5F4A301}"/>
                    </a:ext>
                  </a:extLst>
                </p14:cNvPr>
                <p14:cNvContentPartPr/>
                <p14:nvPr/>
              </p14:nvContentPartPr>
              <p14:xfrm>
                <a:off x="2590488" y="2566224"/>
                <a:ext cx="79920" cy="932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7DCCADE-84D1-975D-A1F3-3B28F5F4A30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581848" y="2557224"/>
                  <a:ext cx="97560" cy="110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D6F31DD5-3A65-DAB0-EC48-55CBF685C07D}"/>
                  </a:ext>
                </a:extLst>
              </p14:cNvPr>
              <p14:cNvContentPartPr/>
              <p14:nvPr/>
            </p14:nvContentPartPr>
            <p14:xfrm>
              <a:off x="1742328" y="2889864"/>
              <a:ext cx="117000" cy="9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D6F31DD5-3A65-DAB0-EC48-55CBF685C07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1733688" y="2881224"/>
                <a:ext cx="134640" cy="2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5" name="Group 114">
            <a:extLst>
              <a:ext uri="{FF2B5EF4-FFF2-40B4-BE49-F238E27FC236}">
                <a16:creationId xmlns:a16="http://schemas.microsoft.com/office/drawing/2014/main" id="{E4697820-5784-4838-C0D0-C4157C4744A0}"/>
              </a:ext>
            </a:extLst>
          </p:cNvPr>
          <p:cNvGrpSpPr/>
          <p:nvPr/>
        </p:nvGrpSpPr>
        <p:grpSpPr>
          <a:xfrm>
            <a:off x="2224728" y="2822544"/>
            <a:ext cx="960840" cy="158040"/>
            <a:chOff x="2224728" y="2822544"/>
            <a:chExt cx="960840" cy="15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5240392D-97A5-B12E-20B3-58BDE24157D0}"/>
                    </a:ext>
                  </a:extLst>
                </p14:cNvPr>
                <p14:cNvContentPartPr/>
                <p14:nvPr/>
              </p14:nvContentPartPr>
              <p14:xfrm>
                <a:off x="2224728" y="2842344"/>
                <a:ext cx="14760" cy="388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5240392D-97A5-B12E-20B3-58BDE24157D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216088" y="2833344"/>
                  <a:ext cx="3240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889D260D-801D-D3B9-3C54-F232AD463E90}"/>
                    </a:ext>
                  </a:extLst>
                </p14:cNvPr>
                <p14:cNvContentPartPr/>
                <p14:nvPr/>
              </p14:nvContentPartPr>
              <p14:xfrm>
                <a:off x="2332368" y="2857104"/>
                <a:ext cx="9000" cy="111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889D260D-801D-D3B9-3C54-F232AD463E9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323728" y="2848104"/>
                  <a:ext cx="266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CADBB29C-7501-0145-EFB5-E78103CB7A1F}"/>
                    </a:ext>
                  </a:extLst>
                </p14:cNvPr>
                <p14:cNvContentPartPr/>
                <p14:nvPr/>
              </p14:nvContentPartPr>
              <p14:xfrm>
                <a:off x="2483208" y="2882664"/>
                <a:ext cx="237600" cy="979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CADBB29C-7501-0145-EFB5-E78103CB7A1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474208" y="2873664"/>
                  <a:ext cx="25524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C267E66B-3252-589C-0806-24AAAA73D340}"/>
                    </a:ext>
                  </a:extLst>
                </p14:cNvPr>
                <p14:cNvContentPartPr/>
                <p14:nvPr/>
              </p14:nvContentPartPr>
              <p14:xfrm>
                <a:off x="2794608" y="2893464"/>
                <a:ext cx="240840" cy="615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C267E66B-3252-589C-0806-24AAAA73D34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785608" y="2884824"/>
                  <a:ext cx="25848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814F92FD-21D7-7B93-0845-379BA9CF12B2}"/>
                    </a:ext>
                  </a:extLst>
                </p14:cNvPr>
                <p14:cNvContentPartPr/>
                <p14:nvPr/>
              </p14:nvContentPartPr>
              <p14:xfrm>
                <a:off x="3084768" y="2822544"/>
                <a:ext cx="19080" cy="298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814F92FD-21D7-7B93-0845-379BA9CF12B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075768" y="2813544"/>
                  <a:ext cx="367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1D07A87-CF0D-5B50-FB0E-6A2E7D4F391A}"/>
                    </a:ext>
                  </a:extLst>
                </p14:cNvPr>
                <p14:cNvContentPartPr/>
                <p14:nvPr/>
              </p14:nvContentPartPr>
              <p14:xfrm>
                <a:off x="3167928" y="2825064"/>
                <a:ext cx="17640" cy="230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1D07A87-CF0D-5B50-FB0E-6A2E7D4F391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158928" y="2816064"/>
                  <a:ext cx="35280" cy="40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0890EA-F412-9FFC-0900-1B7B84FFBADA}"/>
                  </a:ext>
                </a:extLst>
              </p14:cNvPr>
              <p14:cNvContentPartPr/>
              <p14:nvPr/>
            </p14:nvContentPartPr>
            <p14:xfrm>
              <a:off x="1804968" y="3181824"/>
              <a:ext cx="177840" cy="111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0890EA-F412-9FFC-0900-1B7B84FFBADA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796328" y="3173184"/>
                <a:ext cx="195480" cy="2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4" name="Group 113">
            <a:extLst>
              <a:ext uri="{FF2B5EF4-FFF2-40B4-BE49-F238E27FC236}">
                <a16:creationId xmlns:a16="http://schemas.microsoft.com/office/drawing/2014/main" id="{E313CF18-DE6A-DC48-6CC4-2EC00E82A0C7}"/>
              </a:ext>
            </a:extLst>
          </p:cNvPr>
          <p:cNvGrpSpPr/>
          <p:nvPr/>
        </p:nvGrpSpPr>
        <p:grpSpPr>
          <a:xfrm>
            <a:off x="2272968" y="3077064"/>
            <a:ext cx="1077120" cy="121320"/>
            <a:chOff x="2272968" y="3077064"/>
            <a:chExt cx="1077120" cy="12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728237CA-724C-D0A7-DF75-EFA1A221D0DA}"/>
                    </a:ext>
                  </a:extLst>
                </p14:cNvPr>
                <p14:cNvContentPartPr/>
                <p14:nvPr/>
              </p14:nvContentPartPr>
              <p14:xfrm>
                <a:off x="2272968" y="3106944"/>
                <a:ext cx="15120" cy="360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728237CA-724C-D0A7-DF75-EFA1A221D0D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264328" y="3097944"/>
                  <a:ext cx="327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2285EE1D-9006-CD5A-D7C4-473DA658D57B}"/>
                    </a:ext>
                  </a:extLst>
                </p14:cNvPr>
                <p14:cNvContentPartPr/>
                <p14:nvPr/>
              </p14:nvContentPartPr>
              <p14:xfrm>
                <a:off x="2343168" y="3098664"/>
                <a:ext cx="8280" cy="414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2285EE1D-9006-CD5A-D7C4-473DA658D57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334528" y="3090024"/>
                  <a:ext cx="259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CD5BAC9C-2B79-70A1-3CBE-622EDFCAE867}"/>
                    </a:ext>
                  </a:extLst>
                </p14:cNvPr>
                <p14:cNvContentPartPr/>
                <p14:nvPr/>
              </p14:nvContentPartPr>
              <p14:xfrm>
                <a:off x="2460528" y="3104424"/>
                <a:ext cx="161640" cy="939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CD5BAC9C-2B79-70A1-3CBE-622EDFCAE86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451888" y="3095784"/>
                  <a:ext cx="17928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CBA834BA-A53F-3F06-B7AB-C458EFDF4E48}"/>
                    </a:ext>
                  </a:extLst>
                </p14:cNvPr>
                <p14:cNvContentPartPr/>
                <p14:nvPr/>
              </p14:nvContentPartPr>
              <p14:xfrm>
                <a:off x="2701368" y="3130344"/>
                <a:ext cx="45000" cy="622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CBA834BA-A53F-3F06-B7AB-C458EFDF4E4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692368" y="3121704"/>
                  <a:ext cx="6264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65DFB46-1B5A-6577-A71F-74B380D5EA46}"/>
                    </a:ext>
                  </a:extLst>
                </p14:cNvPr>
                <p14:cNvContentPartPr/>
                <p14:nvPr/>
              </p14:nvContentPartPr>
              <p14:xfrm>
                <a:off x="2811528" y="3138264"/>
                <a:ext cx="146160" cy="5760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65DFB46-1B5A-6577-A71F-74B380D5EA4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802888" y="3129264"/>
                  <a:ext cx="16380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65430423-2955-C527-B253-E19FC9EA9B33}"/>
                    </a:ext>
                  </a:extLst>
                </p14:cNvPr>
                <p14:cNvContentPartPr/>
                <p14:nvPr/>
              </p14:nvContentPartPr>
              <p14:xfrm>
                <a:off x="3007368" y="3128544"/>
                <a:ext cx="224280" cy="547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65430423-2955-C527-B253-E19FC9EA9B3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998368" y="3119904"/>
                  <a:ext cx="24192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2ECE2ECB-227F-7500-00D5-E53B44A39E78}"/>
                    </a:ext>
                  </a:extLst>
                </p14:cNvPr>
                <p14:cNvContentPartPr/>
                <p14:nvPr/>
              </p14:nvContentPartPr>
              <p14:xfrm>
                <a:off x="3276288" y="3077064"/>
                <a:ext cx="13680" cy="255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2ECE2ECB-227F-7500-00D5-E53B44A39E7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267648" y="3068424"/>
                  <a:ext cx="313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697D8004-3E94-BC15-AEF0-4A1B38ADE209}"/>
                    </a:ext>
                  </a:extLst>
                </p14:cNvPr>
                <p14:cNvContentPartPr/>
                <p14:nvPr/>
              </p14:nvContentPartPr>
              <p14:xfrm>
                <a:off x="3314808" y="3089664"/>
                <a:ext cx="35280" cy="266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697D8004-3E94-BC15-AEF0-4A1B38ADE20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305808" y="3080664"/>
                  <a:ext cx="5292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DC5FEC97-F212-A758-F4BD-EF62EFA2DD4D}"/>
              </a:ext>
            </a:extLst>
          </p:cNvPr>
          <p:cNvGrpSpPr/>
          <p:nvPr/>
        </p:nvGrpSpPr>
        <p:grpSpPr>
          <a:xfrm>
            <a:off x="984528" y="3463704"/>
            <a:ext cx="585720" cy="185760"/>
            <a:chOff x="984528" y="3463704"/>
            <a:chExt cx="585720" cy="18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04F11D71-B162-3251-3D31-689F23887331}"/>
                    </a:ext>
                  </a:extLst>
                </p14:cNvPr>
                <p14:cNvContentPartPr/>
                <p14:nvPr/>
              </p14:nvContentPartPr>
              <p14:xfrm>
                <a:off x="984528" y="3463704"/>
                <a:ext cx="522720" cy="1857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04F11D71-B162-3251-3D31-689F23887331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75888" y="3455064"/>
                  <a:ext cx="5403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2D4CC02A-77BA-6782-C1B5-D53C3AA2E138}"/>
                    </a:ext>
                  </a:extLst>
                </p14:cNvPr>
                <p14:cNvContentPartPr/>
                <p14:nvPr/>
              </p14:nvContentPartPr>
              <p14:xfrm>
                <a:off x="1525968" y="3558024"/>
                <a:ext cx="44280" cy="147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2D4CC02A-77BA-6782-C1B5-D53C3AA2E13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517328" y="3549024"/>
                  <a:ext cx="61920" cy="3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72EF85E8-5150-387F-5A2A-5F95AE561F05}"/>
                  </a:ext>
                </a:extLst>
              </p14:cNvPr>
              <p14:cNvContentPartPr/>
              <p14:nvPr/>
            </p14:nvContentPartPr>
            <p14:xfrm>
              <a:off x="1911168" y="3567024"/>
              <a:ext cx="226440" cy="673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72EF85E8-5150-387F-5A2A-5F95AE561F05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902168" y="3558024"/>
                <a:ext cx="244080" cy="84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oup 122">
            <a:extLst>
              <a:ext uri="{FF2B5EF4-FFF2-40B4-BE49-F238E27FC236}">
                <a16:creationId xmlns:a16="http://schemas.microsoft.com/office/drawing/2014/main" id="{70460AF6-924F-85EA-943C-3284973CD2B6}"/>
              </a:ext>
            </a:extLst>
          </p:cNvPr>
          <p:cNvGrpSpPr/>
          <p:nvPr/>
        </p:nvGrpSpPr>
        <p:grpSpPr>
          <a:xfrm>
            <a:off x="2523168" y="3517704"/>
            <a:ext cx="1042920" cy="93960"/>
            <a:chOff x="2523168" y="3517704"/>
            <a:chExt cx="1042920" cy="9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50D72503-58D1-B2AA-B4C9-8E42249F59C3}"/>
                    </a:ext>
                  </a:extLst>
                </p14:cNvPr>
                <p14:cNvContentPartPr/>
                <p14:nvPr/>
              </p14:nvContentPartPr>
              <p14:xfrm>
                <a:off x="2523168" y="3517704"/>
                <a:ext cx="516240" cy="939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50D72503-58D1-B2AA-B4C9-8E42249F59C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514168" y="3508704"/>
                  <a:ext cx="53388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5E62EB23-62AF-61FE-640A-7A3A2808D96F}"/>
                    </a:ext>
                  </a:extLst>
                </p14:cNvPr>
                <p14:cNvContentPartPr/>
                <p14:nvPr/>
              </p14:nvContentPartPr>
              <p14:xfrm>
                <a:off x="3136608" y="3527064"/>
                <a:ext cx="90360" cy="658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5E62EB23-62AF-61FE-640A-7A3A2808D96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127968" y="3518424"/>
                  <a:ext cx="10800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15464C27-087F-3B64-761B-E95EFD34FD96}"/>
                    </a:ext>
                  </a:extLst>
                </p14:cNvPr>
                <p14:cNvContentPartPr/>
                <p14:nvPr/>
              </p14:nvContentPartPr>
              <p14:xfrm>
                <a:off x="3302208" y="3540744"/>
                <a:ext cx="263880" cy="486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15464C27-087F-3B64-761B-E95EFD34FD9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293208" y="3532104"/>
                  <a:ext cx="281520" cy="6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284BBCF4-14F9-C978-FB6E-A85D3A0B8894}"/>
              </a:ext>
            </a:extLst>
          </p:cNvPr>
          <p:cNvGrpSpPr/>
          <p:nvPr/>
        </p:nvGrpSpPr>
        <p:grpSpPr>
          <a:xfrm>
            <a:off x="4029408" y="3320424"/>
            <a:ext cx="845280" cy="234360"/>
            <a:chOff x="4029408" y="3320424"/>
            <a:chExt cx="845280" cy="23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0E577334-0EC6-7C28-2618-16FF6797B004}"/>
                    </a:ext>
                  </a:extLst>
                </p14:cNvPr>
                <p14:cNvContentPartPr/>
                <p14:nvPr/>
              </p14:nvContentPartPr>
              <p14:xfrm>
                <a:off x="4029408" y="3501504"/>
                <a:ext cx="21240" cy="532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0E577334-0EC6-7C28-2618-16FF6797B00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020408" y="3492504"/>
                  <a:ext cx="388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3F51A669-6D18-A096-EBF3-16DA5612985E}"/>
                    </a:ext>
                  </a:extLst>
                </p14:cNvPr>
                <p14:cNvContentPartPr/>
                <p14:nvPr/>
              </p14:nvContentPartPr>
              <p14:xfrm>
                <a:off x="4072248" y="3423024"/>
                <a:ext cx="24120" cy="33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3F51A669-6D18-A096-EBF3-16DA5612985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063248" y="3414384"/>
                  <a:ext cx="417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F41757CC-9C5F-1EA3-A7C5-51BEC5FD52C8}"/>
                    </a:ext>
                  </a:extLst>
                </p14:cNvPr>
                <p14:cNvContentPartPr/>
                <p14:nvPr/>
              </p14:nvContentPartPr>
              <p14:xfrm>
                <a:off x="4173408" y="3473064"/>
                <a:ext cx="186480" cy="583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F41757CC-9C5F-1EA3-A7C5-51BEC5FD52C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164768" y="3464424"/>
                  <a:ext cx="20412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C282E7A5-69C6-636D-1167-A9158F5814FF}"/>
                    </a:ext>
                  </a:extLst>
                </p14:cNvPr>
                <p14:cNvContentPartPr/>
                <p14:nvPr/>
              </p14:nvContentPartPr>
              <p14:xfrm>
                <a:off x="4404888" y="3410424"/>
                <a:ext cx="3600" cy="255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C282E7A5-69C6-636D-1167-A9158F5814F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396248" y="3401784"/>
                  <a:ext cx="2124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83D15EF2-DF93-AD9C-9C60-EE47CA4FD516}"/>
                    </a:ext>
                  </a:extLst>
                </p14:cNvPr>
                <p14:cNvContentPartPr/>
                <p14:nvPr/>
              </p14:nvContentPartPr>
              <p14:xfrm>
                <a:off x="4476888" y="3320424"/>
                <a:ext cx="83880" cy="1926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83D15EF2-DF93-AD9C-9C60-EE47CA4FD51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467888" y="3311424"/>
                  <a:ext cx="1015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F8936BC0-7ACB-77C9-93AB-1FB5C0B1FD31}"/>
                    </a:ext>
                  </a:extLst>
                </p14:cNvPr>
                <p14:cNvContentPartPr/>
                <p14:nvPr/>
              </p14:nvContentPartPr>
              <p14:xfrm>
                <a:off x="4574808" y="3439224"/>
                <a:ext cx="2520" cy="208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F8936BC0-7ACB-77C9-93AB-1FB5C0B1FD3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566168" y="3430224"/>
                  <a:ext cx="201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026A978F-E7C8-C44D-8072-F8DC8579C6D7}"/>
                    </a:ext>
                  </a:extLst>
                </p14:cNvPr>
                <p14:cNvContentPartPr/>
                <p14:nvPr/>
              </p14:nvContentPartPr>
              <p14:xfrm>
                <a:off x="4667328" y="3331944"/>
                <a:ext cx="207360" cy="1609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026A978F-E7C8-C44D-8072-F8DC8579C6D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658688" y="3323304"/>
                  <a:ext cx="2250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67849E88-7BF2-F7DD-5264-EB607B9D12BC}"/>
                    </a:ext>
                  </a:extLst>
                </p14:cNvPr>
                <p14:cNvContentPartPr/>
                <p14:nvPr/>
              </p14:nvContentPartPr>
              <p14:xfrm>
                <a:off x="4670208" y="3358224"/>
                <a:ext cx="14760" cy="68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67849E88-7BF2-F7DD-5264-EB607B9D12B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661208" y="3349584"/>
                  <a:ext cx="3240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73963C97-7E32-0381-7F27-6D3914AF1972}"/>
              </a:ext>
            </a:extLst>
          </p:cNvPr>
          <p:cNvGrpSpPr/>
          <p:nvPr/>
        </p:nvGrpSpPr>
        <p:grpSpPr>
          <a:xfrm>
            <a:off x="5429808" y="3208824"/>
            <a:ext cx="1658520" cy="374760"/>
            <a:chOff x="5429808" y="3208824"/>
            <a:chExt cx="1658520" cy="37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F50C8F1C-F010-3F54-85CE-0F53E47702AE}"/>
                    </a:ext>
                  </a:extLst>
                </p14:cNvPr>
                <p14:cNvContentPartPr/>
                <p14:nvPr/>
              </p14:nvContentPartPr>
              <p14:xfrm>
                <a:off x="5429808" y="3347784"/>
                <a:ext cx="226440" cy="1375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F50C8F1C-F010-3F54-85CE-0F53E47702A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420808" y="3338784"/>
                  <a:ext cx="2440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8674EBB6-470C-D7B6-212F-1FAE98FCDC77}"/>
                    </a:ext>
                  </a:extLst>
                </p14:cNvPr>
                <p14:cNvContentPartPr/>
                <p14:nvPr/>
              </p14:nvContentPartPr>
              <p14:xfrm>
                <a:off x="5688288" y="3310344"/>
                <a:ext cx="296280" cy="1335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8674EBB6-470C-D7B6-212F-1FAE98FCDC77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679288" y="3301344"/>
                  <a:ext cx="3139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FF0176E-9F05-4DB2-2907-263D68D9D227}"/>
                    </a:ext>
                  </a:extLst>
                </p14:cNvPr>
                <p14:cNvContentPartPr/>
                <p14:nvPr/>
              </p14:nvContentPartPr>
              <p14:xfrm>
                <a:off x="6021288" y="3380904"/>
                <a:ext cx="113760" cy="439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FF0176E-9F05-4DB2-2907-263D68D9D227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012648" y="3371904"/>
                  <a:ext cx="1314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754B12DF-60CC-57C4-334D-3421FE8C0222}"/>
                    </a:ext>
                  </a:extLst>
                </p14:cNvPr>
                <p14:cNvContentPartPr/>
                <p14:nvPr/>
              </p14:nvContentPartPr>
              <p14:xfrm>
                <a:off x="6225408" y="3280464"/>
                <a:ext cx="57600" cy="1371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754B12DF-60CC-57C4-334D-3421FE8C022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216768" y="3271464"/>
                  <a:ext cx="752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ADAFA4F9-7A5E-04E9-5F09-37A19A62B507}"/>
                    </a:ext>
                  </a:extLst>
                </p14:cNvPr>
                <p14:cNvContentPartPr/>
                <p14:nvPr/>
              </p14:nvContentPartPr>
              <p14:xfrm>
                <a:off x="6398208" y="3208824"/>
                <a:ext cx="180720" cy="2077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ADAFA4F9-7A5E-04E9-5F09-37A19A62B50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389568" y="3200184"/>
                  <a:ext cx="19836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6D71BEE9-F88B-7A85-D689-671E35BF3F0D}"/>
                    </a:ext>
                  </a:extLst>
                </p14:cNvPr>
                <p14:cNvContentPartPr/>
                <p14:nvPr/>
              </p14:nvContentPartPr>
              <p14:xfrm>
                <a:off x="6574248" y="3307464"/>
                <a:ext cx="6840" cy="201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6D71BEE9-F88B-7A85-D689-671E35BF3F0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565608" y="3298464"/>
                  <a:ext cx="244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80D05877-12B7-0CFB-B521-1C6CA4195DA3}"/>
                    </a:ext>
                  </a:extLst>
                </p14:cNvPr>
                <p14:cNvContentPartPr/>
                <p14:nvPr/>
              </p14:nvContentPartPr>
              <p14:xfrm>
                <a:off x="6625728" y="3320424"/>
                <a:ext cx="462600" cy="2631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80D05877-12B7-0CFB-B521-1C6CA4195DA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617088" y="3311424"/>
                  <a:ext cx="480240" cy="28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1EB75E6D-D749-7D8D-341D-79D273DD5913}"/>
              </a:ext>
            </a:extLst>
          </p:cNvPr>
          <p:cNvGrpSpPr/>
          <p:nvPr/>
        </p:nvGrpSpPr>
        <p:grpSpPr>
          <a:xfrm>
            <a:off x="7359768" y="3107304"/>
            <a:ext cx="468720" cy="392400"/>
            <a:chOff x="7359768" y="3107304"/>
            <a:chExt cx="468720" cy="39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40DA3E38-6B10-56FC-6E13-5AFEFEEFE88D}"/>
                    </a:ext>
                  </a:extLst>
                </p14:cNvPr>
                <p14:cNvContentPartPr/>
                <p14:nvPr/>
              </p14:nvContentPartPr>
              <p14:xfrm>
                <a:off x="7381728" y="3107304"/>
                <a:ext cx="220320" cy="3924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40DA3E38-6B10-56FC-6E13-5AFEFEEFE88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373088" y="3098304"/>
                  <a:ext cx="237960" cy="41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EA11C088-C96F-094F-1208-C21C750B4A3E}"/>
                    </a:ext>
                  </a:extLst>
                </p14:cNvPr>
                <p14:cNvContentPartPr/>
                <p14:nvPr/>
              </p14:nvContentPartPr>
              <p14:xfrm>
                <a:off x="7359768" y="3314664"/>
                <a:ext cx="468720" cy="1094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EA11C088-C96F-094F-1208-C21C750B4A3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350768" y="3305664"/>
                  <a:ext cx="486360" cy="12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5C2753B1-0F5F-7227-9BFB-89B04EC09BAA}"/>
              </a:ext>
            </a:extLst>
          </p:cNvPr>
          <p:cNvGrpSpPr/>
          <p:nvPr/>
        </p:nvGrpSpPr>
        <p:grpSpPr>
          <a:xfrm>
            <a:off x="8064288" y="3150504"/>
            <a:ext cx="726480" cy="227520"/>
            <a:chOff x="8064288" y="3150504"/>
            <a:chExt cx="726480" cy="22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7E4CF8A8-EAF0-2876-CCFB-4BF643AC2237}"/>
                    </a:ext>
                  </a:extLst>
                </p14:cNvPr>
                <p14:cNvContentPartPr/>
                <p14:nvPr/>
              </p14:nvContentPartPr>
              <p14:xfrm>
                <a:off x="8064288" y="3272544"/>
                <a:ext cx="232560" cy="1054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7E4CF8A8-EAF0-2876-CCFB-4BF643AC223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055288" y="3263544"/>
                  <a:ext cx="25020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2A6A08DC-AE64-A671-C64F-AF568A0D4E90}"/>
                    </a:ext>
                  </a:extLst>
                </p14:cNvPr>
                <p14:cNvContentPartPr/>
                <p14:nvPr/>
              </p14:nvContentPartPr>
              <p14:xfrm>
                <a:off x="8385768" y="3288024"/>
                <a:ext cx="37800" cy="590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2A6A08DC-AE64-A671-C64F-AF568A0D4E9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377128" y="3279024"/>
                  <a:ext cx="5544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4CD7E55D-6991-B10C-E32D-352C00136152}"/>
                    </a:ext>
                  </a:extLst>
                </p14:cNvPr>
                <p14:cNvContentPartPr/>
                <p14:nvPr/>
              </p14:nvContentPartPr>
              <p14:xfrm>
                <a:off x="8518248" y="3150504"/>
                <a:ext cx="272520" cy="1771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4CD7E55D-6991-B10C-E32D-352C0013615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509248" y="3141504"/>
                  <a:ext cx="290160" cy="19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797F670B-66AC-3CCD-6129-D8F1641B15C1}"/>
              </a:ext>
            </a:extLst>
          </p:cNvPr>
          <p:cNvGrpSpPr/>
          <p:nvPr/>
        </p:nvGrpSpPr>
        <p:grpSpPr>
          <a:xfrm>
            <a:off x="9272448" y="3183984"/>
            <a:ext cx="230760" cy="140400"/>
            <a:chOff x="9272448" y="3183984"/>
            <a:chExt cx="230760" cy="14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A2FDB06F-6AE1-E220-1F1F-FAE2BFA6D13A}"/>
                    </a:ext>
                  </a:extLst>
                </p14:cNvPr>
                <p14:cNvContentPartPr/>
                <p14:nvPr/>
              </p14:nvContentPartPr>
              <p14:xfrm>
                <a:off x="9272448" y="3259224"/>
                <a:ext cx="16920" cy="651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A2FDB06F-6AE1-E220-1F1F-FAE2BFA6D13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263448" y="3250584"/>
                  <a:ext cx="3456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353DECEA-0F4E-DA46-5620-E5D0C7FBBFA6}"/>
                    </a:ext>
                  </a:extLst>
                </p14:cNvPr>
                <p14:cNvContentPartPr/>
                <p14:nvPr/>
              </p14:nvContentPartPr>
              <p14:xfrm>
                <a:off x="9305568" y="3183984"/>
                <a:ext cx="20880" cy="255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353DECEA-0F4E-DA46-5620-E5D0C7FBBFA6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296928" y="3175344"/>
                  <a:ext cx="385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56E8CDE-6F5F-EEC3-E501-21A2CE6921A5}"/>
                    </a:ext>
                  </a:extLst>
                </p14:cNvPr>
                <p14:cNvContentPartPr/>
                <p14:nvPr/>
              </p14:nvContentPartPr>
              <p14:xfrm>
                <a:off x="9407448" y="3266784"/>
                <a:ext cx="95760" cy="352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56E8CDE-6F5F-EEC3-E501-21A2CE6921A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398808" y="3257784"/>
                  <a:ext cx="113400" cy="52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EFD68C5E-5609-E795-6847-54A1D6B7418F}"/>
                  </a:ext>
                </a:extLst>
              </p14:cNvPr>
              <p14:cNvContentPartPr/>
              <p14:nvPr/>
            </p14:nvContentPartPr>
            <p14:xfrm>
              <a:off x="9915048" y="3279024"/>
              <a:ext cx="62640" cy="1476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EFD68C5E-5609-E795-6847-54A1D6B7418F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9906048" y="3270024"/>
                <a:ext cx="80280" cy="32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oup 154">
            <a:extLst>
              <a:ext uri="{FF2B5EF4-FFF2-40B4-BE49-F238E27FC236}">
                <a16:creationId xmlns:a16="http://schemas.microsoft.com/office/drawing/2014/main" id="{9C52F736-A385-6CBD-2D8B-8EF6F17A8A2A}"/>
              </a:ext>
            </a:extLst>
          </p:cNvPr>
          <p:cNvGrpSpPr/>
          <p:nvPr/>
        </p:nvGrpSpPr>
        <p:grpSpPr>
          <a:xfrm>
            <a:off x="10294128" y="3234024"/>
            <a:ext cx="423000" cy="135720"/>
            <a:chOff x="10294128" y="3234024"/>
            <a:chExt cx="423000" cy="13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A0E0A26F-B6A2-0883-C66E-6BDC7C7E7C3B}"/>
                    </a:ext>
                  </a:extLst>
                </p14:cNvPr>
                <p14:cNvContentPartPr/>
                <p14:nvPr/>
              </p14:nvContentPartPr>
              <p14:xfrm>
                <a:off x="10294128" y="3234024"/>
                <a:ext cx="194400" cy="1357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A0E0A26F-B6A2-0883-C66E-6BDC7C7E7C3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285488" y="3225024"/>
                  <a:ext cx="21204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8A056E1-D3BB-713F-7150-1002BFF84D4A}"/>
                    </a:ext>
                  </a:extLst>
                </p14:cNvPr>
                <p14:cNvContentPartPr/>
                <p14:nvPr/>
              </p14:nvContentPartPr>
              <p14:xfrm>
                <a:off x="10595808" y="3329784"/>
                <a:ext cx="121320" cy="50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8A056E1-D3BB-713F-7150-1002BFF84D4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587168" y="3321144"/>
                  <a:ext cx="138960" cy="2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04A5E6E-1A3F-814C-80B5-729C9D2F1A20}"/>
              </a:ext>
            </a:extLst>
          </p:cNvPr>
          <p:cNvGrpSpPr/>
          <p:nvPr/>
        </p:nvGrpSpPr>
        <p:grpSpPr>
          <a:xfrm>
            <a:off x="10922688" y="3185784"/>
            <a:ext cx="1278360" cy="244080"/>
            <a:chOff x="10922688" y="3185784"/>
            <a:chExt cx="1278360" cy="24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A69B9017-9E8D-92E1-AB1D-000A5E79C8A2}"/>
                    </a:ext>
                  </a:extLst>
                </p14:cNvPr>
                <p14:cNvContentPartPr/>
                <p14:nvPr/>
              </p14:nvContentPartPr>
              <p14:xfrm>
                <a:off x="10922688" y="3219984"/>
                <a:ext cx="142560" cy="1278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A69B9017-9E8D-92E1-AB1D-000A5E79C8A2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914048" y="3210984"/>
                  <a:ext cx="16020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69DD8928-3EAB-F3FC-6C81-67CD73FC76E8}"/>
                    </a:ext>
                  </a:extLst>
                </p14:cNvPr>
                <p14:cNvContentPartPr/>
                <p14:nvPr/>
              </p14:nvContentPartPr>
              <p14:xfrm>
                <a:off x="11217888" y="3199824"/>
                <a:ext cx="128520" cy="1450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69DD8928-3EAB-F3FC-6C81-67CD73FC76E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209248" y="3190824"/>
                  <a:ext cx="1461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C5E1B67C-2CDF-9BDF-DCD0-948C11DD7312}"/>
                    </a:ext>
                  </a:extLst>
                </p14:cNvPr>
                <p14:cNvContentPartPr/>
                <p14:nvPr/>
              </p14:nvContentPartPr>
              <p14:xfrm>
                <a:off x="11390328" y="3263184"/>
                <a:ext cx="60480" cy="500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C5E1B67C-2CDF-9BDF-DCD0-948C11DD7312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1381688" y="3254544"/>
                  <a:ext cx="781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58A4242D-9B8A-839A-DFD7-4BA5FE7F5381}"/>
                    </a:ext>
                  </a:extLst>
                </p14:cNvPr>
                <p14:cNvContentPartPr/>
                <p14:nvPr/>
              </p14:nvContentPartPr>
              <p14:xfrm>
                <a:off x="11487888" y="3185784"/>
                <a:ext cx="116640" cy="1382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58A4242D-9B8A-839A-DFD7-4BA5FE7F538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479248" y="3176784"/>
                  <a:ext cx="1342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BEDD7F1E-64C7-4133-0D45-766BDD926B4D}"/>
                    </a:ext>
                  </a:extLst>
                </p14:cNvPr>
                <p14:cNvContentPartPr/>
                <p14:nvPr/>
              </p14:nvContentPartPr>
              <p14:xfrm>
                <a:off x="11580048" y="3287304"/>
                <a:ext cx="179280" cy="237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BEDD7F1E-64C7-4133-0D45-766BDD926B4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571408" y="3278664"/>
                  <a:ext cx="19692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0E05D2E4-029A-3C17-6E5F-1C70CA70030C}"/>
                    </a:ext>
                  </a:extLst>
                </p14:cNvPr>
                <p14:cNvContentPartPr/>
                <p14:nvPr/>
              </p14:nvContentPartPr>
              <p14:xfrm>
                <a:off x="11839608" y="3250584"/>
                <a:ext cx="138960" cy="1792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0E05D2E4-029A-3C17-6E5F-1C70CA70030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1830608" y="3241584"/>
                  <a:ext cx="1566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687C90BB-6C19-8FEE-6121-8E812A686BAB}"/>
                    </a:ext>
                  </a:extLst>
                </p14:cNvPr>
                <p14:cNvContentPartPr/>
                <p14:nvPr/>
              </p14:nvContentPartPr>
              <p14:xfrm>
                <a:off x="12018168" y="3298104"/>
                <a:ext cx="24480" cy="223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687C90BB-6C19-8FEE-6121-8E812A686BA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2009528" y="3289104"/>
                  <a:ext cx="4212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B6CBAC2D-FD6B-5262-069B-35EA33E9F802}"/>
                    </a:ext>
                  </a:extLst>
                </p14:cNvPr>
                <p14:cNvContentPartPr/>
                <p14:nvPr/>
              </p14:nvContentPartPr>
              <p14:xfrm>
                <a:off x="12103488" y="3319704"/>
                <a:ext cx="35280" cy="201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B6CBAC2D-FD6B-5262-069B-35EA33E9F80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2094848" y="3311064"/>
                  <a:ext cx="529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ABF0C5F9-FDFA-36CF-732B-3C7C0A76A39C}"/>
                    </a:ext>
                  </a:extLst>
                </p14:cNvPr>
                <p14:cNvContentPartPr/>
                <p14:nvPr/>
              </p14:nvContentPartPr>
              <p14:xfrm>
                <a:off x="12192408" y="3365424"/>
                <a:ext cx="8640" cy="396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ABF0C5F9-FDFA-36CF-732B-3C7C0A76A39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2183768" y="3356424"/>
                  <a:ext cx="26280" cy="2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98652957-4924-EFEC-BCA7-FECC0388D076}"/>
                  </a:ext>
                </a:extLst>
              </p14:cNvPr>
              <p14:cNvContentPartPr/>
              <p14:nvPr/>
            </p14:nvContentPartPr>
            <p14:xfrm>
              <a:off x="2096208" y="4028544"/>
              <a:ext cx="129600" cy="1692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98652957-4924-EFEC-BCA7-FECC0388D076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2087568" y="4019544"/>
                <a:ext cx="147240" cy="3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oup 180">
            <a:extLst>
              <a:ext uri="{FF2B5EF4-FFF2-40B4-BE49-F238E27FC236}">
                <a16:creationId xmlns:a16="http://schemas.microsoft.com/office/drawing/2014/main" id="{EB8EC3A3-A226-3D7C-9B3B-99C086803F11}"/>
              </a:ext>
            </a:extLst>
          </p:cNvPr>
          <p:cNvGrpSpPr/>
          <p:nvPr/>
        </p:nvGrpSpPr>
        <p:grpSpPr>
          <a:xfrm>
            <a:off x="2425608" y="3863304"/>
            <a:ext cx="1086120" cy="425520"/>
            <a:chOff x="2425608" y="3863304"/>
            <a:chExt cx="1086120" cy="42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C20C937F-4264-A206-C345-8E3506A1CFB0}"/>
                    </a:ext>
                  </a:extLst>
                </p14:cNvPr>
                <p14:cNvContentPartPr/>
                <p14:nvPr/>
              </p14:nvContentPartPr>
              <p14:xfrm>
                <a:off x="2551968" y="3903624"/>
                <a:ext cx="255960" cy="1728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C20C937F-4264-A206-C345-8E3506A1CFB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543328" y="3894984"/>
                  <a:ext cx="2736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07F17518-2DD2-F491-1396-0BF517C95F67}"/>
                    </a:ext>
                  </a:extLst>
                </p14:cNvPr>
                <p14:cNvContentPartPr/>
                <p14:nvPr/>
              </p14:nvContentPartPr>
              <p14:xfrm>
                <a:off x="2831688" y="3928824"/>
                <a:ext cx="3240" cy="234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07F17518-2DD2-F491-1396-0BF517C95F67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823048" y="3920184"/>
                  <a:ext cx="208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09BCA7FD-A9ED-F5A0-8CE8-23ADA61924E9}"/>
                    </a:ext>
                  </a:extLst>
                </p14:cNvPr>
                <p14:cNvContentPartPr/>
                <p14:nvPr/>
              </p14:nvContentPartPr>
              <p14:xfrm>
                <a:off x="2892168" y="3956184"/>
                <a:ext cx="303480" cy="3326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09BCA7FD-A9ED-F5A0-8CE8-23ADA61924E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883528" y="3947184"/>
                  <a:ext cx="32112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4A330DD-BC59-781F-F895-CEB3E007C554}"/>
                    </a:ext>
                  </a:extLst>
                </p14:cNvPr>
                <p14:cNvContentPartPr/>
                <p14:nvPr/>
              </p14:nvContentPartPr>
              <p14:xfrm>
                <a:off x="3235248" y="3878424"/>
                <a:ext cx="56160" cy="475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4A330DD-BC59-781F-F895-CEB3E007C55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226608" y="3869784"/>
                  <a:ext cx="7380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322E3A86-ACF3-A3E5-2D2D-3DCBA72615C3}"/>
                    </a:ext>
                  </a:extLst>
                </p14:cNvPr>
                <p14:cNvContentPartPr/>
                <p14:nvPr/>
              </p14:nvContentPartPr>
              <p14:xfrm>
                <a:off x="2425608" y="3863304"/>
                <a:ext cx="66960" cy="496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322E3A86-ACF3-A3E5-2D2D-3DCBA72615C3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416968" y="3854664"/>
                  <a:ext cx="8460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286EB723-7F1C-A1A3-ACD7-B2819BE97F47}"/>
                    </a:ext>
                  </a:extLst>
                </p14:cNvPr>
                <p14:cNvContentPartPr/>
                <p14:nvPr/>
              </p14:nvContentPartPr>
              <p14:xfrm>
                <a:off x="3491928" y="3924864"/>
                <a:ext cx="11880" cy="460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286EB723-7F1C-A1A3-ACD7-B2819BE97F4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482928" y="3916224"/>
                  <a:ext cx="2952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5186E4A-85D6-0B4C-DDFD-F9D16C12368B}"/>
                    </a:ext>
                  </a:extLst>
                </p14:cNvPr>
                <p14:cNvContentPartPr/>
                <p14:nvPr/>
              </p14:nvContentPartPr>
              <p14:xfrm>
                <a:off x="3465648" y="4044744"/>
                <a:ext cx="1080" cy="50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5186E4A-85D6-0B4C-DDFD-F9D16C12368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457008" y="4036104"/>
                  <a:ext cx="187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90461D38-46F6-3E1C-C317-CC26F755A5FC}"/>
                    </a:ext>
                  </a:extLst>
                </p14:cNvPr>
                <p14:cNvContentPartPr/>
                <p14:nvPr/>
              </p14:nvContentPartPr>
              <p14:xfrm>
                <a:off x="3492648" y="4032864"/>
                <a:ext cx="16920" cy="255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90461D38-46F6-3E1C-C317-CC26F755A5FC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3483648" y="4023864"/>
                  <a:ext cx="345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1FF9283E-1979-D7E7-560D-470B5CA8565B}"/>
                    </a:ext>
                  </a:extLst>
                </p14:cNvPr>
                <p14:cNvContentPartPr/>
                <p14:nvPr/>
              </p14:nvContentPartPr>
              <p14:xfrm>
                <a:off x="3498408" y="3920904"/>
                <a:ext cx="13320" cy="115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1FF9283E-1979-D7E7-560D-470B5CA8565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489408" y="3912264"/>
                  <a:ext cx="309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44CD08B2-5826-E366-0CFF-0725AA066F4B}"/>
                    </a:ext>
                  </a:extLst>
                </p14:cNvPr>
                <p14:cNvContentPartPr/>
                <p14:nvPr/>
              </p14:nvContentPartPr>
              <p14:xfrm>
                <a:off x="3491208" y="4069944"/>
                <a:ext cx="6480" cy="864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44CD08B2-5826-E366-0CFF-0725AA066F4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482208" y="4061304"/>
                  <a:ext cx="2412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2AFB73E1-834F-51FD-EA8A-3706677340B2}"/>
              </a:ext>
            </a:extLst>
          </p:cNvPr>
          <p:cNvGrpSpPr/>
          <p:nvPr/>
        </p:nvGrpSpPr>
        <p:grpSpPr>
          <a:xfrm>
            <a:off x="3786048" y="3806424"/>
            <a:ext cx="1737360" cy="421920"/>
            <a:chOff x="3786048" y="3806424"/>
            <a:chExt cx="1737360" cy="42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62693CA3-AE89-75FD-F106-DF5594CB2A37}"/>
                    </a:ext>
                  </a:extLst>
                </p14:cNvPr>
                <p14:cNvContentPartPr/>
                <p14:nvPr/>
              </p14:nvContentPartPr>
              <p14:xfrm>
                <a:off x="3786048" y="3824424"/>
                <a:ext cx="180720" cy="2894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62693CA3-AE89-75FD-F106-DF5594CB2A37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3777048" y="3815424"/>
                  <a:ext cx="19836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3A40CDDA-A8BF-2333-1C3A-C377128D9D73}"/>
                    </a:ext>
                  </a:extLst>
                </p14:cNvPr>
                <p14:cNvContentPartPr/>
                <p14:nvPr/>
              </p14:nvContentPartPr>
              <p14:xfrm>
                <a:off x="3819888" y="3806424"/>
                <a:ext cx="165240" cy="172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3A40CDDA-A8BF-2333-1C3A-C377128D9D73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3810888" y="3797784"/>
                  <a:ext cx="18288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1DC00754-1474-2FB7-A092-B99469EE74F0}"/>
                    </a:ext>
                  </a:extLst>
                </p14:cNvPr>
                <p14:cNvContentPartPr/>
                <p14:nvPr/>
              </p14:nvContentPartPr>
              <p14:xfrm>
                <a:off x="4025808" y="3894264"/>
                <a:ext cx="133920" cy="1339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1DC00754-1474-2FB7-A092-B99469EE74F0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4017168" y="3885624"/>
                  <a:ext cx="15156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422BD4B1-5342-EC53-3352-4092C18576A9}"/>
                    </a:ext>
                  </a:extLst>
                </p14:cNvPr>
                <p14:cNvContentPartPr/>
                <p14:nvPr/>
              </p14:nvContentPartPr>
              <p14:xfrm>
                <a:off x="4212648" y="3961584"/>
                <a:ext cx="9720" cy="111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422BD4B1-5342-EC53-3352-4092C18576A9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4203648" y="3952944"/>
                  <a:ext cx="273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E3DA02A3-AB7E-0876-B321-E4285A8CCA77}"/>
                    </a:ext>
                  </a:extLst>
                </p14:cNvPr>
                <p14:cNvContentPartPr/>
                <p14:nvPr/>
              </p14:nvContentPartPr>
              <p14:xfrm>
                <a:off x="4283928" y="3911544"/>
                <a:ext cx="137520" cy="1206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E3DA02A3-AB7E-0876-B321-E4285A8CCA77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4274928" y="3902904"/>
                  <a:ext cx="1551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2810E10-FA41-D48A-2749-5BFE2D1F3F34}"/>
                    </a:ext>
                  </a:extLst>
                </p14:cNvPr>
                <p14:cNvContentPartPr/>
                <p14:nvPr/>
              </p14:nvContentPartPr>
              <p14:xfrm>
                <a:off x="4476528" y="4015224"/>
                <a:ext cx="46080" cy="1026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2810E10-FA41-D48A-2749-5BFE2D1F3F34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4467528" y="4006224"/>
                  <a:ext cx="637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DBB47DD7-E6C9-8BC7-1931-E96B3EAFD9AE}"/>
                    </a:ext>
                  </a:extLst>
                </p14:cNvPr>
                <p14:cNvContentPartPr/>
                <p14:nvPr/>
              </p14:nvContentPartPr>
              <p14:xfrm>
                <a:off x="4687128" y="3942504"/>
                <a:ext cx="133920" cy="1285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DBB47DD7-E6C9-8BC7-1931-E96B3EAFD9AE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4678128" y="3933864"/>
                  <a:ext cx="1515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70921F47-8462-5A38-EFE8-EC46B90F5A56}"/>
                    </a:ext>
                  </a:extLst>
                </p14:cNvPr>
                <p14:cNvContentPartPr/>
                <p14:nvPr/>
              </p14:nvContentPartPr>
              <p14:xfrm>
                <a:off x="4938408" y="4012704"/>
                <a:ext cx="12240" cy="252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70921F47-8462-5A38-EFE8-EC46B90F5A56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4929768" y="4004064"/>
                  <a:ext cx="298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2ADFF4F4-7633-D83A-FA28-6E27252A246C}"/>
                    </a:ext>
                  </a:extLst>
                </p14:cNvPr>
                <p14:cNvContentPartPr/>
                <p14:nvPr/>
              </p14:nvContentPartPr>
              <p14:xfrm>
                <a:off x="5114448" y="3942504"/>
                <a:ext cx="113400" cy="1461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2ADFF4F4-7633-D83A-FA28-6E27252A246C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5105448" y="3933504"/>
                  <a:ext cx="1310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06C679F9-C364-11BA-D684-2E753C26C1A7}"/>
                    </a:ext>
                  </a:extLst>
                </p14:cNvPr>
                <p14:cNvContentPartPr/>
                <p14:nvPr/>
              </p14:nvContentPartPr>
              <p14:xfrm>
                <a:off x="5276088" y="3830544"/>
                <a:ext cx="223560" cy="3679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06C679F9-C364-11BA-D684-2E753C26C1A7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5267448" y="3821544"/>
                  <a:ext cx="24120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2BF9C4A1-5835-C3D6-5585-F372B201213E}"/>
                    </a:ext>
                  </a:extLst>
                </p14:cNvPr>
                <p14:cNvContentPartPr/>
                <p14:nvPr/>
              </p14:nvContentPartPr>
              <p14:xfrm>
                <a:off x="5275728" y="3839184"/>
                <a:ext cx="236520" cy="3517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2BF9C4A1-5835-C3D6-5585-F372B201213E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5266728" y="3830544"/>
                  <a:ext cx="25416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BEEC2453-6952-CDFF-5DCA-5047D3AB9281}"/>
                    </a:ext>
                  </a:extLst>
                </p14:cNvPr>
                <p14:cNvContentPartPr/>
                <p14:nvPr/>
              </p14:nvContentPartPr>
              <p14:xfrm>
                <a:off x="5322888" y="3849984"/>
                <a:ext cx="200520" cy="3783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BEEC2453-6952-CDFF-5DCA-5047D3AB9281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5313888" y="3840984"/>
                  <a:ext cx="218160" cy="39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44BB9765-70B7-A542-E7A2-7260788F35BB}"/>
              </a:ext>
            </a:extLst>
          </p:cNvPr>
          <p:cNvGrpSpPr/>
          <p:nvPr/>
        </p:nvGrpSpPr>
        <p:grpSpPr>
          <a:xfrm>
            <a:off x="2166408" y="4262184"/>
            <a:ext cx="1157040" cy="190080"/>
            <a:chOff x="2166408" y="4262184"/>
            <a:chExt cx="1157040" cy="19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3794261-A462-4C88-D1AA-E56D5066436A}"/>
                    </a:ext>
                  </a:extLst>
                </p14:cNvPr>
                <p14:cNvContentPartPr/>
                <p14:nvPr/>
              </p14:nvContentPartPr>
              <p14:xfrm>
                <a:off x="2166408" y="4347504"/>
                <a:ext cx="144720" cy="36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3794261-A462-4C88-D1AA-E56D5066436A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2157768" y="4338864"/>
                  <a:ext cx="1623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0C04A0CF-364A-B205-BECF-8D2B2E3ACAB0}"/>
                    </a:ext>
                  </a:extLst>
                </p14:cNvPr>
                <p14:cNvContentPartPr/>
                <p14:nvPr/>
              </p14:nvContentPartPr>
              <p14:xfrm>
                <a:off x="2488968" y="4276944"/>
                <a:ext cx="21600" cy="417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0C04A0CF-364A-B205-BECF-8D2B2E3ACAB0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2480328" y="4267944"/>
                  <a:ext cx="392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548D080B-70A8-33E4-4BA8-EDF5C9180975}"/>
                    </a:ext>
                  </a:extLst>
                </p14:cNvPr>
                <p14:cNvContentPartPr/>
                <p14:nvPr/>
              </p14:nvContentPartPr>
              <p14:xfrm>
                <a:off x="2541888" y="4281984"/>
                <a:ext cx="5760" cy="3564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548D080B-70A8-33E4-4BA8-EDF5C9180975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2533248" y="4272984"/>
                  <a:ext cx="234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4DB1629C-7DB9-35AB-5CB7-E36A06A0EF4E}"/>
                    </a:ext>
                  </a:extLst>
                </p14:cNvPr>
                <p14:cNvContentPartPr/>
                <p14:nvPr/>
              </p14:nvContentPartPr>
              <p14:xfrm>
                <a:off x="2634768" y="4262184"/>
                <a:ext cx="104040" cy="1900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4DB1629C-7DB9-35AB-5CB7-E36A06A0EF4E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2626128" y="4253184"/>
                  <a:ext cx="1216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F60A0EE4-5B20-DA9D-2B10-4733226A6834}"/>
                    </a:ext>
                  </a:extLst>
                </p14:cNvPr>
                <p14:cNvContentPartPr/>
                <p14:nvPr/>
              </p14:nvContentPartPr>
              <p14:xfrm>
                <a:off x="2801088" y="4338864"/>
                <a:ext cx="52560" cy="662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F60A0EE4-5B20-DA9D-2B10-4733226A6834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2792448" y="4330224"/>
                  <a:ext cx="702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08635233-5266-3995-572E-84D3FBAD50AA}"/>
                    </a:ext>
                  </a:extLst>
                </p14:cNvPr>
                <p14:cNvContentPartPr/>
                <p14:nvPr/>
              </p14:nvContentPartPr>
              <p14:xfrm>
                <a:off x="2915928" y="4331304"/>
                <a:ext cx="337320" cy="615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08635233-5266-3995-572E-84D3FBAD50AA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2907288" y="4322664"/>
                  <a:ext cx="35496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82E86244-9595-BA59-45AA-4EAB60D99C7D}"/>
                    </a:ext>
                  </a:extLst>
                </p14:cNvPr>
                <p14:cNvContentPartPr/>
                <p14:nvPr/>
              </p14:nvContentPartPr>
              <p14:xfrm>
                <a:off x="3285288" y="4291704"/>
                <a:ext cx="7920" cy="259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82E86244-9595-BA59-45AA-4EAB60D99C7D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3276288" y="4282704"/>
                  <a:ext cx="255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973F5622-6326-6629-3B35-548CECF76A6C}"/>
                    </a:ext>
                  </a:extLst>
                </p14:cNvPr>
                <p14:cNvContentPartPr/>
                <p14:nvPr/>
              </p14:nvContentPartPr>
              <p14:xfrm>
                <a:off x="3317328" y="4292784"/>
                <a:ext cx="6120" cy="331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973F5622-6326-6629-3B35-548CECF76A6C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3308328" y="4284144"/>
                  <a:ext cx="23760" cy="50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9">
            <p14:nvContentPartPr>
              <p14:cNvPr id="203" name="Ink 202">
                <a:extLst>
                  <a:ext uri="{FF2B5EF4-FFF2-40B4-BE49-F238E27FC236}">
                    <a16:creationId xmlns:a16="http://schemas.microsoft.com/office/drawing/2014/main" id="{01B0417A-4426-7D4D-4BBF-7EB9803F25D8}"/>
                  </a:ext>
                </a:extLst>
              </p14:cNvPr>
              <p14:cNvContentPartPr/>
              <p14:nvPr/>
            </p14:nvContentPartPr>
            <p14:xfrm>
              <a:off x="3544848" y="4284144"/>
              <a:ext cx="6840" cy="139680"/>
            </p14:xfrm>
          </p:contentPart>
        </mc:Choice>
        <mc:Fallback xmlns="">
          <p:pic>
            <p:nvPicPr>
              <p:cNvPr id="203" name="Ink 202">
                <a:extLst>
                  <a:ext uri="{FF2B5EF4-FFF2-40B4-BE49-F238E27FC236}">
                    <a16:creationId xmlns:a16="http://schemas.microsoft.com/office/drawing/2014/main" id="{01B0417A-4426-7D4D-4BBF-7EB9803F25D8}"/>
                  </a:ext>
                </a:extLst>
              </p:cNvPr>
              <p:cNvPicPr/>
              <p:nvPr/>
            </p:nvPicPr>
            <p:blipFill>
              <a:blip r:embed="rId330"/>
              <a:stretch>
                <a:fillRect/>
              </a:stretch>
            </p:blipFill>
            <p:spPr>
              <a:xfrm>
                <a:off x="3536208" y="4275144"/>
                <a:ext cx="24480" cy="157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11" name="Group 210">
            <a:extLst>
              <a:ext uri="{FF2B5EF4-FFF2-40B4-BE49-F238E27FC236}">
                <a16:creationId xmlns:a16="http://schemas.microsoft.com/office/drawing/2014/main" id="{535ABEA7-70BE-B0E1-EAF6-56E5DF227DD2}"/>
              </a:ext>
            </a:extLst>
          </p:cNvPr>
          <p:cNvGrpSpPr/>
          <p:nvPr/>
        </p:nvGrpSpPr>
        <p:grpSpPr>
          <a:xfrm>
            <a:off x="3853368" y="4229064"/>
            <a:ext cx="760680" cy="263520"/>
            <a:chOff x="3853368" y="4229064"/>
            <a:chExt cx="760680" cy="26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83F25F07-6756-E0E7-6B0B-28BCAB76A9BF}"/>
                    </a:ext>
                  </a:extLst>
                </p14:cNvPr>
                <p14:cNvContentPartPr/>
                <p14:nvPr/>
              </p14:nvContentPartPr>
              <p14:xfrm>
                <a:off x="3853368" y="4243824"/>
                <a:ext cx="128880" cy="2235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83F25F07-6756-E0E7-6B0B-28BCAB76A9BF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3844368" y="4234824"/>
                  <a:ext cx="1465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74ED464A-B5CD-3C3C-3FB9-4DE3B7838A14}"/>
                    </a:ext>
                  </a:extLst>
                </p14:cNvPr>
                <p14:cNvContentPartPr/>
                <p14:nvPr/>
              </p14:nvContentPartPr>
              <p14:xfrm>
                <a:off x="3931848" y="4229064"/>
                <a:ext cx="126720" cy="241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74ED464A-B5CD-3C3C-3FB9-4DE3B7838A14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923208" y="4220424"/>
                  <a:ext cx="1443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C3C45BEC-6347-DA03-2DCC-36814657A2F7}"/>
                    </a:ext>
                  </a:extLst>
                </p14:cNvPr>
                <p14:cNvContentPartPr/>
                <p14:nvPr/>
              </p14:nvContentPartPr>
              <p14:xfrm>
                <a:off x="4104648" y="4302864"/>
                <a:ext cx="74160" cy="10800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C3C45BEC-6347-DA03-2DCC-36814657A2F7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4095648" y="4293864"/>
                  <a:ext cx="9180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7B5313F5-B3A3-831C-F034-1BA61B8F36DF}"/>
                    </a:ext>
                  </a:extLst>
                </p14:cNvPr>
                <p14:cNvContentPartPr/>
                <p14:nvPr/>
              </p14:nvContentPartPr>
              <p14:xfrm>
                <a:off x="4296168" y="4344984"/>
                <a:ext cx="19080" cy="284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7B5313F5-B3A3-831C-F034-1BA61B8F36DF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4287168" y="4336344"/>
                  <a:ext cx="367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B82FAC0D-9C39-165E-E3BF-5CF208723FE0}"/>
                    </a:ext>
                  </a:extLst>
                </p14:cNvPr>
                <p14:cNvContentPartPr/>
                <p14:nvPr/>
              </p14:nvContentPartPr>
              <p14:xfrm>
                <a:off x="4404888" y="4276584"/>
                <a:ext cx="91800" cy="1519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B82FAC0D-9C39-165E-E3BF-5CF208723FE0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4396248" y="4267944"/>
                  <a:ext cx="10944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9629BCCD-C6F3-4D1A-7953-B03981670615}"/>
                    </a:ext>
                  </a:extLst>
                </p14:cNvPr>
                <p14:cNvContentPartPr/>
                <p14:nvPr/>
              </p14:nvContentPartPr>
              <p14:xfrm>
                <a:off x="4595328" y="4404744"/>
                <a:ext cx="18720" cy="878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9629BCCD-C6F3-4D1A-7953-B03981670615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4586328" y="4396104"/>
                  <a:ext cx="36360" cy="10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6747F9AA-F098-E3F3-2D19-B7B2727F23E1}"/>
              </a:ext>
            </a:extLst>
          </p:cNvPr>
          <p:cNvGrpSpPr/>
          <p:nvPr/>
        </p:nvGrpSpPr>
        <p:grpSpPr>
          <a:xfrm>
            <a:off x="4913568" y="4291344"/>
            <a:ext cx="550080" cy="247320"/>
            <a:chOff x="4913568" y="4291344"/>
            <a:chExt cx="550080" cy="24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5818B7F3-0449-734A-72FA-5FF609432B74}"/>
                    </a:ext>
                  </a:extLst>
                </p14:cNvPr>
                <p14:cNvContentPartPr/>
                <p14:nvPr/>
              </p14:nvContentPartPr>
              <p14:xfrm>
                <a:off x="4913568" y="4338864"/>
                <a:ext cx="120960" cy="1281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5818B7F3-0449-734A-72FA-5FF609432B74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4904568" y="4330224"/>
                  <a:ext cx="1386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A8680B4D-AF21-64C4-0605-A828A92B058D}"/>
                    </a:ext>
                  </a:extLst>
                </p14:cNvPr>
                <p14:cNvContentPartPr/>
                <p14:nvPr/>
              </p14:nvContentPartPr>
              <p14:xfrm>
                <a:off x="5094288" y="4368024"/>
                <a:ext cx="11160" cy="226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A8680B4D-AF21-64C4-0605-A828A92B058D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5085648" y="4359384"/>
                  <a:ext cx="288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119E99AF-B694-7BC1-EBF8-780935DDC321}"/>
                    </a:ext>
                  </a:extLst>
                </p14:cNvPr>
                <p14:cNvContentPartPr/>
                <p14:nvPr/>
              </p14:nvContentPartPr>
              <p14:xfrm>
                <a:off x="5165568" y="4340664"/>
                <a:ext cx="108000" cy="10584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119E99AF-B694-7BC1-EBF8-780935DDC321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5156568" y="4332024"/>
                  <a:ext cx="1256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B3DA2C9F-30E5-6427-9600-621044FFE96B}"/>
                    </a:ext>
                  </a:extLst>
                </p14:cNvPr>
                <p14:cNvContentPartPr/>
                <p14:nvPr/>
              </p14:nvContentPartPr>
              <p14:xfrm>
                <a:off x="5284368" y="4291344"/>
                <a:ext cx="179280" cy="247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B3DA2C9F-30E5-6427-9600-621044FFE96B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5275368" y="4282704"/>
                  <a:ext cx="196920" cy="264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1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6D88A331-A142-21E2-E9DE-B82F78F041DC}"/>
                  </a:ext>
                </a:extLst>
              </p14:cNvPr>
              <p14:cNvContentPartPr/>
              <p14:nvPr/>
            </p14:nvContentPartPr>
            <p14:xfrm>
              <a:off x="2218968" y="4786704"/>
              <a:ext cx="140760" cy="900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6D88A331-A142-21E2-E9DE-B82F78F041DC}"/>
                  </a:ext>
                </a:extLst>
              </p:cNvPr>
              <p:cNvPicPr/>
              <p:nvPr/>
            </p:nvPicPr>
            <p:blipFill>
              <a:blip r:embed="rId352"/>
              <a:stretch>
                <a:fillRect/>
              </a:stretch>
            </p:blipFill>
            <p:spPr>
              <a:xfrm>
                <a:off x="2209968" y="4778064"/>
                <a:ext cx="158400" cy="2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8" name="Group 227">
            <a:extLst>
              <a:ext uri="{FF2B5EF4-FFF2-40B4-BE49-F238E27FC236}">
                <a16:creationId xmlns:a16="http://schemas.microsoft.com/office/drawing/2014/main" id="{287E0BD0-30BE-0AA9-1B6C-019D64AA1D01}"/>
              </a:ext>
            </a:extLst>
          </p:cNvPr>
          <p:cNvGrpSpPr/>
          <p:nvPr/>
        </p:nvGrpSpPr>
        <p:grpSpPr>
          <a:xfrm>
            <a:off x="2577888" y="4664664"/>
            <a:ext cx="802080" cy="126000"/>
            <a:chOff x="2577888" y="4664664"/>
            <a:chExt cx="802080" cy="12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C9189F1C-4A83-B1E1-56C5-9485B3FDE688}"/>
                    </a:ext>
                  </a:extLst>
                </p14:cNvPr>
                <p14:cNvContentPartPr/>
                <p14:nvPr/>
              </p14:nvContentPartPr>
              <p14:xfrm>
                <a:off x="2577888" y="4719024"/>
                <a:ext cx="67320" cy="309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C9189F1C-4A83-B1E1-56C5-9485B3FDE688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2568888" y="4710024"/>
                  <a:ext cx="849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A85FAA3-08E4-D69D-791A-06C6AACCF2D0}"/>
                    </a:ext>
                  </a:extLst>
                </p14:cNvPr>
                <p14:cNvContentPartPr/>
                <p14:nvPr/>
              </p14:nvContentPartPr>
              <p14:xfrm>
                <a:off x="2780208" y="4732344"/>
                <a:ext cx="198360" cy="583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A85FAA3-08E4-D69D-791A-06C6AACCF2D0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2771568" y="4723704"/>
                  <a:ext cx="21600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B9C496FD-5F12-D53E-68D2-9FAD7B2F0EEF}"/>
                    </a:ext>
                  </a:extLst>
                </p14:cNvPr>
                <p14:cNvContentPartPr/>
                <p14:nvPr/>
              </p14:nvContentPartPr>
              <p14:xfrm>
                <a:off x="3035808" y="4730544"/>
                <a:ext cx="221040" cy="4716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B9C496FD-5F12-D53E-68D2-9FAD7B2F0EEF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3027168" y="4721544"/>
                  <a:ext cx="2386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7728D4EC-8070-4BEF-8769-305185CDADD7}"/>
                    </a:ext>
                  </a:extLst>
                </p14:cNvPr>
                <p14:cNvContentPartPr/>
                <p14:nvPr/>
              </p14:nvContentPartPr>
              <p14:xfrm>
                <a:off x="3333888" y="4666104"/>
                <a:ext cx="15840" cy="2232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7728D4EC-8070-4BEF-8769-305185CDADD7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3324888" y="4657104"/>
                  <a:ext cx="3348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ED953988-4426-E924-B04A-7D2351C2D12A}"/>
                    </a:ext>
                  </a:extLst>
                </p14:cNvPr>
                <p14:cNvContentPartPr/>
                <p14:nvPr/>
              </p14:nvContentPartPr>
              <p14:xfrm>
                <a:off x="3373488" y="4664664"/>
                <a:ext cx="6480" cy="198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ED953988-4426-E924-B04A-7D2351C2D12A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3364848" y="4655664"/>
                  <a:ext cx="24120" cy="37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3">
            <p14:nvContentPartPr>
              <p14:cNvPr id="225" name="Ink 224">
                <a:extLst>
                  <a:ext uri="{FF2B5EF4-FFF2-40B4-BE49-F238E27FC236}">
                    <a16:creationId xmlns:a16="http://schemas.microsoft.com/office/drawing/2014/main" id="{5CC6BF40-2EAD-4FC8-B237-1ACCA06F9AA6}"/>
                  </a:ext>
                </a:extLst>
              </p14:cNvPr>
              <p14:cNvContentPartPr/>
              <p14:nvPr/>
            </p14:nvContentPartPr>
            <p14:xfrm>
              <a:off x="3576528" y="4676184"/>
              <a:ext cx="21960" cy="38880"/>
            </p14:xfrm>
          </p:contentPart>
        </mc:Choice>
        <mc:Fallback xmlns="">
          <p:pic>
            <p:nvPicPr>
              <p:cNvPr id="225" name="Ink 224">
                <a:extLst>
                  <a:ext uri="{FF2B5EF4-FFF2-40B4-BE49-F238E27FC236}">
                    <a16:creationId xmlns:a16="http://schemas.microsoft.com/office/drawing/2014/main" id="{5CC6BF40-2EAD-4FC8-B237-1ACCA06F9AA6}"/>
                  </a:ext>
                </a:extLst>
              </p:cNvPr>
              <p:cNvPicPr/>
              <p:nvPr/>
            </p:nvPicPr>
            <p:blipFill>
              <a:blip r:embed="rId364"/>
              <a:stretch>
                <a:fillRect/>
              </a:stretch>
            </p:blipFill>
            <p:spPr>
              <a:xfrm>
                <a:off x="3567888" y="4667544"/>
                <a:ext cx="3960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5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53682ABA-4095-F7DF-76C9-95A3BE3ECCB2}"/>
                  </a:ext>
                </a:extLst>
              </p14:cNvPr>
              <p14:cNvContentPartPr/>
              <p14:nvPr/>
            </p14:nvContentPartPr>
            <p14:xfrm>
              <a:off x="3599568" y="4816224"/>
              <a:ext cx="7200" cy="100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53682ABA-4095-F7DF-76C9-95A3BE3ECCB2}"/>
                  </a:ext>
                </a:extLst>
              </p:cNvPr>
              <p:cNvPicPr/>
              <p:nvPr/>
            </p:nvPicPr>
            <p:blipFill>
              <a:blip r:embed="rId366"/>
              <a:stretch>
                <a:fillRect/>
              </a:stretch>
            </p:blipFill>
            <p:spPr>
              <a:xfrm>
                <a:off x="3590928" y="4807224"/>
                <a:ext cx="24840" cy="27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34" name="Group 233">
            <a:extLst>
              <a:ext uri="{FF2B5EF4-FFF2-40B4-BE49-F238E27FC236}">
                <a16:creationId xmlns:a16="http://schemas.microsoft.com/office/drawing/2014/main" id="{59EF447E-7388-0CF7-1AEE-6BBB10531EA7}"/>
              </a:ext>
            </a:extLst>
          </p:cNvPr>
          <p:cNvGrpSpPr/>
          <p:nvPr/>
        </p:nvGrpSpPr>
        <p:grpSpPr>
          <a:xfrm>
            <a:off x="3797208" y="4650984"/>
            <a:ext cx="987840" cy="238320"/>
            <a:chOff x="3797208" y="4650984"/>
            <a:chExt cx="987840" cy="23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BD9351DE-4492-2754-0ABA-9C0EF715C03A}"/>
                    </a:ext>
                  </a:extLst>
                </p14:cNvPr>
                <p14:cNvContentPartPr/>
                <p14:nvPr/>
              </p14:nvContentPartPr>
              <p14:xfrm>
                <a:off x="3797208" y="4671144"/>
                <a:ext cx="203040" cy="2181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BD9351DE-4492-2754-0ABA-9C0EF715C03A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3788568" y="4662144"/>
                  <a:ext cx="2206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9AA1CAA9-312C-989A-FF5A-29E6A66EBF1C}"/>
                    </a:ext>
                  </a:extLst>
                </p14:cNvPr>
                <p14:cNvContentPartPr/>
                <p14:nvPr/>
              </p14:nvContentPartPr>
              <p14:xfrm>
                <a:off x="3935808" y="4650984"/>
                <a:ext cx="127800" cy="277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9AA1CAA9-312C-989A-FF5A-29E6A66EBF1C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3926808" y="4642344"/>
                  <a:ext cx="1454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A8BAF674-AD49-0EB8-FAA3-2240DBA1DEF8}"/>
                    </a:ext>
                  </a:extLst>
                </p14:cNvPr>
                <p14:cNvContentPartPr/>
                <p14:nvPr/>
              </p14:nvContentPartPr>
              <p14:xfrm>
                <a:off x="4064688" y="4768704"/>
                <a:ext cx="150480" cy="147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A8BAF674-AD49-0EB8-FAA3-2240DBA1DEF8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4056048" y="4760064"/>
                  <a:ext cx="1681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A6CB8B83-8EC9-C32C-B405-0409524B906F}"/>
                    </a:ext>
                  </a:extLst>
                </p14:cNvPr>
                <p14:cNvContentPartPr/>
                <p14:nvPr/>
              </p14:nvContentPartPr>
              <p14:xfrm>
                <a:off x="4318848" y="4708584"/>
                <a:ext cx="93960" cy="13824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A6CB8B83-8EC9-C32C-B405-0409524B906F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4309848" y="4699584"/>
                  <a:ext cx="11160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D165413B-7C89-557D-E52C-446E94B642E9}"/>
                    </a:ext>
                  </a:extLst>
                </p14:cNvPr>
                <p14:cNvContentPartPr/>
                <p14:nvPr/>
              </p14:nvContentPartPr>
              <p14:xfrm>
                <a:off x="4503888" y="4754664"/>
                <a:ext cx="3240" cy="410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D165413B-7C89-557D-E52C-446E94B642E9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4495248" y="4746024"/>
                  <a:ext cx="208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A8C89443-516F-5001-6AA5-06EDA5662F54}"/>
                    </a:ext>
                  </a:extLst>
                </p14:cNvPr>
                <p14:cNvContentPartPr/>
                <p14:nvPr/>
              </p14:nvContentPartPr>
              <p14:xfrm>
                <a:off x="4599648" y="4681944"/>
                <a:ext cx="58320" cy="15192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A8C89443-516F-5001-6AA5-06EDA5662F54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4590648" y="4672944"/>
                  <a:ext cx="759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0421ADDD-C8F0-E561-3E18-E57373796B52}"/>
                    </a:ext>
                  </a:extLst>
                </p14:cNvPr>
                <p14:cNvContentPartPr/>
                <p14:nvPr/>
              </p14:nvContentPartPr>
              <p14:xfrm>
                <a:off x="4722768" y="4796784"/>
                <a:ext cx="62280" cy="7632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0421ADDD-C8F0-E561-3E18-E57373796B52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4713768" y="4788144"/>
                  <a:ext cx="79920" cy="9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F0674BC3-14A6-FBDA-CC65-986F229C1F9E}"/>
              </a:ext>
            </a:extLst>
          </p:cNvPr>
          <p:cNvGrpSpPr/>
          <p:nvPr/>
        </p:nvGrpSpPr>
        <p:grpSpPr>
          <a:xfrm>
            <a:off x="5013648" y="4613904"/>
            <a:ext cx="612000" cy="286560"/>
            <a:chOff x="5013648" y="4613904"/>
            <a:chExt cx="612000" cy="28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FFD0D9FE-8F61-71FD-8F42-22BF4EADE8F3}"/>
                    </a:ext>
                  </a:extLst>
                </p14:cNvPr>
                <p14:cNvContentPartPr/>
                <p14:nvPr/>
              </p14:nvContentPartPr>
              <p14:xfrm>
                <a:off x="5013648" y="4733064"/>
                <a:ext cx="105120" cy="1202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FFD0D9FE-8F61-71FD-8F42-22BF4EADE8F3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5004648" y="4724064"/>
                  <a:ext cx="12276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B1B19B38-15CC-E052-6B1F-53409C01A4F5}"/>
                    </a:ext>
                  </a:extLst>
                </p14:cNvPr>
                <p14:cNvContentPartPr/>
                <p14:nvPr/>
              </p14:nvContentPartPr>
              <p14:xfrm>
                <a:off x="5209128" y="4765104"/>
                <a:ext cx="7920" cy="4320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B1B19B38-15CC-E052-6B1F-53409C01A4F5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5200128" y="4756104"/>
                  <a:ext cx="255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96D245B8-A1B3-7755-A0D7-054DACAF08BC}"/>
                    </a:ext>
                  </a:extLst>
                </p14:cNvPr>
                <p14:cNvContentPartPr/>
                <p14:nvPr/>
              </p14:nvContentPartPr>
              <p14:xfrm>
                <a:off x="5316048" y="4691304"/>
                <a:ext cx="82800" cy="1623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96D245B8-A1B3-7755-A0D7-054DACAF08BC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5307048" y="4682664"/>
                  <a:ext cx="1004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5541C0B0-39E8-A98C-BF1C-20F21AF9E310}"/>
                    </a:ext>
                  </a:extLst>
                </p14:cNvPr>
                <p14:cNvContentPartPr/>
                <p14:nvPr/>
              </p14:nvContentPartPr>
              <p14:xfrm>
                <a:off x="5480208" y="4613904"/>
                <a:ext cx="145440" cy="2865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5541C0B0-39E8-A98C-BF1C-20F21AF9E310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5471208" y="4604904"/>
                  <a:ext cx="163080" cy="30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354F4640-97B5-27B1-EA08-8E3E4236D5F6}"/>
              </a:ext>
            </a:extLst>
          </p:cNvPr>
          <p:cNvGrpSpPr/>
          <p:nvPr/>
        </p:nvGrpSpPr>
        <p:grpSpPr>
          <a:xfrm>
            <a:off x="1116288" y="4988664"/>
            <a:ext cx="4354920" cy="748440"/>
            <a:chOff x="1116288" y="4988664"/>
            <a:chExt cx="4354920" cy="74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ACCEAE21-D1F8-DC22-1311-319A9C3633D7}"/>
                    </a:ext>
                  </a:extLst>
                </p14:cNvPr>
                <p14:cNvContentPartPr/>
                <p14:nvPr/>
              </p14:nvContentPartPr>
              <p14:xfrm>
                <a:off x="2194848" y="5084784"/>
                <a:ext cx="113760" cy="648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ACCEAE21-D1F8-DC22-1311-319A9C3633D7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2185848" y="5076144"/>
                  <a:ext cx="1314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A3A235A2-DC56-E8EC-1266-46B1EBDC60D8}"/>
                    </a:ext>
                  </a:extLst>
                </p14:cNvPr>
                <p14:cNvContentPartPr/>
                <p14:nvPr/>
              </p14:nvContentPartPr>
              <p14:xfrm>
                <a:off x="2528208" y="4988664"/>
                <a:ext cx="22680" cy="489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A3A235A2-DC56-E8EC-1266-46B1EBDC60D8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2519568" y="4979664"/>
                  <a:ext cx="403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AE8F5042-409E-E5F7-A927-AABB13D37117}"/>
                    </a:ext>
                  </a:extLst>
                </p14:cNvPr>
                <p14:cNvContentPartPr/>
                <p14:nvPr/>
              </p14:nvContentPartPr>
              <p14:xfrm>
                <a:off x="2568168" y="5000184"/>
                <a:ext cx="30240" cy="406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AE8F5042-409E-E5F7-A927-AABB13D37117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2559528" y="4991184"/>
                  <a:ext cx="478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93DCED1D-9B5E-A314-6CF3-8F54F935523A}"/>
                    </a:ext>
                  </a:extLst>
                </p14:cNvPr>
                <p14:cNvContentPartPr/>
                <p14:nvPr/>
              </p14:nvContentPartPr>
              <p14:xfrm>
                <a:off x="2703888" y="5020704"/>
                <a:ext cx="179640" cy="1342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93DCED1D-9B5E-A314-6CF3-8F54F935523A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2694888" y="5011704"/>
                  <a:ext cx="19728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3E15ECCC-348B-E8CB-88D0-C4D26C3F0CBB}"/>
                    </a:ext>
                  </a:extLst>
                </p14:cNvPr>
                <p14:cNvContentPartPr/>
                <p14:nvPr/>
              </p14:nvContentPartPr>
              <p14:xfrm>
                <a:off x="2950848" y="5069664"/>
                <a:ext cx="36000" cy="810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3E15ECCC-348B-E8CB-88D0-C4D26C3F0CBB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2941848" y="5061024"/>
                  <a:ext cx="5364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D1645385-4A4C-C9C4-A474-0261F348605B}"/>
                    </a:ext>
                  </a:extLst>
                </p14:cNvPr>
                <p14:cNvContentPartPr/>
                <p14:nvPr/>
              </p14:nvContentPartPr>
              <p14:xfrm>
                <a:off x="3037608" y="5082624"/>
                <a:ext cx="140760" cy="615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D1645385-4A4C-C9C4-A474-0261F348605B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3028968" y="5073984"/>
                  <a:ext cx="15840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DFC39774-52E8-3238-51FC-40F4D595C9EA}"/>
                    </a:ext>
                  </a:extLst>
                </p14:cNvPr>
                <p14:cNvContentPartPr/>
                <p14:nvPr/>
              </p14:nvContentPartPr>
              <p14:xfrm>
                <a:off x="3221928" y="5085864"/>
                <a:ext cx="196560" cy="698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DFC39774-52E8-3238-51FC-40F4D595C9EA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3212928" y="5076864"/>
                  <a:ext cx="2142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0BE93210-CC04-5A5A-CDE5-80463BD30580}"/>
                    </a:ext>
                  </a:extLst>
                </p14:cNvPr>
                <p14:cNvContentPartPr/>
                <p14:nvPr/>
              </p14:nvContentPartPr>
              <p14:xfrm>
                <a:off x="3468528" y="5008464"/>
                <a:ext cx="7560" cy="399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0BE93210-CC04-5A5A-CDE5-80463BD30580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3459528" y="4999824"/>
                  <a:ext cx="252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113E982C-7B51-2810-6B03-D3C7D206BB81}"/>
                    </a:ext>
                  </a:extLst>
                </p14:cNvPr>
                <p14:cNvContentPartPr/>
                <p14:nvPr/>
              </p14:nvContentPartPr>
              <p14:xfrm>
                <a:off x="3514608" y="5016384"/>
                <a:ext cx="4320" cy="2340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113E982C-7B51-2810-6B03-D3C7D206BB8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505968" y="5007384"/>
                  <a:ext cx="219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0A7CFFC2-F446-009F-489D-B35D0341F3D8}"/>
                    </a:ext>
                  </a:extLst>
                </p14:cNvPr>
                <p14:cNvContentPartPr/>
                <p14:nvPr/>
              </p14:nvContentPartPr>
              <p14:xfrm>
                <a:off x="3636288" y="5197824"/>
                <a:ext cx="720" cy="284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0A7CFFC2-F446-009F-489D-B35D0341F3D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3627288" y="5188824"/>
                  <a:ext cx="183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A5BCCD6B-768F-8950-DA43-C6C304853602}"/>
                    </a:ext>
                  </a:extLst>
                </p14:cNvPr>
                <p14:cNvContentPartPr/>
                <p14:nvPr/>
              </p14:nvContentPartPr>
              <p14:xfrm>
                <a:off x="3645288" y="5068584"/>
                <a:ext cx="1800" cy="194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A5BCCD6B-768F-8950-DA43-C6C30485360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636648" y="5059584"/>
                  <a:ext cx="194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3C6DA537-321C-B731-349C-7868C7666E23}"/>
                    </a:ext>
                  </a:extLst>
                </p14:cNvPr>
                <p14:cNvContentPartPr/>
                <p14:nvPr/>
              </p14:nvContentPartPr>
              <p14:xfrm>
                <a:off x="3845448" y="5042664"/>
                <a:ext cx="102600" cy="2019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3C6DA537-321C-B731-349C-7868C7666E23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3836808" y="5034024"/>
                  <a:ext cx="1202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77645831-5055-2E03-299B-F9374C4EAD68}"/>
                    </a:ext>
                  </a:extLst>
                </p14:cNvPr>
                <p14:cNvContentPartPr/>
                <p14:nvPr/>
              </p14:nvContentPartPr>
              <p14:xfrm>
                <a:off x="3894768" y="5040864"/>
                <a:ext cx="103320" cy="176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77645831-5055-2E03-299B-F9374C4EAD68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3885768" y="5031864"/>
                  <a:ext cx="1209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CF53FEBB-1AA4-4881-1D58-BC82CD12040C}"/>
                    </a:ext>
                  </a:extLst>
                </p14:cNvPr>
                <p14:cNvContentPartPr/>
                <p14:nvPr/>
              </p14:nvContentPartPr>
              <p14:xfrm>
                <a:off x="4076208" y="5095224"/>
                <a:ext cx="79560" cy="1123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CF53FEBB-1AA4-4881-1D58-BC82CD12040C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4067568" y="5086224"/>
                  <a:ext cx="9720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CF2AB024-58F3-9AD5-FA44-8C6102D8501F}"/>
                    </a:ext>
                  </a:extLst>
                </p14:cNvPr>
                <p14:cNvContentPartPr/>
                <p14:nvPr/>
              </p14:nvContentPartPr>
              <p14:xfrm>
                <a:off x="4220928" y="5132664"/>
                <a:ext cx="14400" cy="370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CF2AB024-58F3-9AD5-FA44-8C6102D8501F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4212288" y="5123664"/>
                  <a:ext cx="3204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D019E5EC-0445-6281-3A45-C0B52BCF1251}"/>
                    </a:ext>
                  </a:extLst>
                </p14:cNvPr>
                <p14:cNvContentPartPr/>
                <p14:nvPr/>
              </p14:nvContentPartPr>
              <p14:xfrm>
                <a:off x="4324608" y="5067504"/>
                <a:ext cx="124200" cy="13680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D019E5EC-0445-6281-3A45-C0B52BCF1251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4315968" y="5058864"/>
                  <a:ext cx="1418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22EBEC4F-7BAD-CFBC-0901-AAA8C0A46A65}"/>
                    </a:ext>
                  </a:extLst>
                </p14:cNvPr>
                <p14:cNvContentPartPr/>
                <p14:nvPr/>
              </p14:nvContentPartPr>
              <p14:xfrm>
                <a:off x="4539528" y="5174784"/>
                <a:ext cx="72360" cy="9756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22EBEC4F-7BAD-CFBC-0901-AAA8C0A46A65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4530528" y="5166144"/>
                  <a:ext cx="900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0C7BC7AE-B710-4414-3C3C-DEEECD6E8BB8}"/>
                    </a:ext>
                  </a:extLst>
                </p14:cNvPr>
                <p14:cNvContentPartPr/>
                <p14:nvPr/>
              </p14:nvContentPartPr>
              <p14:xfrm>
                <a:off x="4758408" y="5142024"/>
                <a:ext cx="80280" cy="75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0C7BC7AE-B710-4414-3C3C-DEEECD6E8BB8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4749768" y="5133384"/>
                  <a:ext cx="979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41A74E20-DB6A-6A09-3F44-D03DC76A35E6}"/>
                    </a:ext>
                  </a:extLst>
                </p14:cNvPr>
                <p14:cNvContentPartPr/>
                <p14:nvPr/>
              </p14:nvContentPartPr>
              <p14:xfrm>
                <a:off x="4906368" y="5100984"/>
                <a:ext cx="75240" cy="1188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41A74E20-DB6A-6A09-3F44-D03DC76A35E6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4897368" y="5092344"/>
                  <a:ext cx="9288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EB103856-537F-E586-F9D2-916DD3859807}"/>
                    </a:ext>
                  </a:extLst>
                </p14:cNvPr>
                <p14:cNvContentPartPr/>
                <p14:nvPr/>
              </p14:nvContentPartPr>
              <p14:xfrm>
                <a:off x="5053608" y="5140224"/>
                <a:ext cx="15840" cy="205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EB103856-537F-E586-F9D2-916DD3859807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5044968" y="5131584"/>
                  <a:ext cx="334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E18AD0FA-D86C-FF59-F620-701E918C3FCC}"/>
                    </a:ext>
                  </a:extLst>
                </p14:cNvPr>
                <p14:cNvContentPartPr/>
                <p14:nvPr/>
              </p14:nvContentPartPr>
              <p14:xfrm>
                <a:off x="5156568" y="5104224"/>
                <a:ext cx="65160" cy="1098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E18AD0FA-D86C-FF59-F620-701E918C3FCC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5147928" y="5095224"/>
                  <a:ext cx="8280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A7BE5BD4-B44E-5C1E-AA10-40449357CCCF}"/>
                    </a:ext>
                  </a:extLst>
                </p14:cNvPr>
                <p14:cNvContentPartPr/>
                <p14:nvPr/>
              </p14:nvContentPartPr>
              <p14:xfrm>
                <a:off x="5218128" y="5091264"/>
                <a:ext cx="46800" cy="324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A7BE5BD4-B44E-5C1E-AA10-40449357CCCF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5209488" y="5082624"/>
                  <a:ext cx="644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56E7209E-DF7D-3027-F301-22190EA9F46D}"/>
                    </a:ext>
                  </a:extLst>
                </p14:cNvPr>
                <p14:cNvContentPartPr/>
                <p14:nvPr/>
              </p14:nvContentPartPr>
              <p14:xfrm>
                <a:off x="5230728" y="5054184"/>
                <a:ext cx="240480" cy="30024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56E7209E-DF7D-3027-F301-22190EA9F46D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5221728" y="5045184"/>
                  <a:ext cx="25812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77952316-CC45-0B70-F8FE-DB9B8F3A1298}"/>
                    </a:ext>
                  </a:extLst>
                </p14:cNvPr>
                <p14:cNvContentPartPr/>
                <p14:nvPr/>
              </p14:nvContentPartPr>
              <p14:xfrm>
                <a:off x="1165968" y="5322024"/>
                <a:ext cx="278640" cy="18648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77952316-CC45-0B70-F8FE-DB9B8F3A1298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1156968" y="5313024"/>
                  <a:ext cx="29628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B0E3AE55-AD8B-18BF-448E-424F55DA1913}"/>
                    </a:ext>
                  </a:extLst>
                </p14:cNvPr>
                <p14:cNvContentPartPr/>
                <p14:nvPr/>
              </p14:nvContentPartPr>
              <p14:xfrm>
                <a:off x="1468728" y="5341104"/>
                <a:ext cx="2880" cy="172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B0E3AE55-AD8B-18BF-448E-424F55DA1913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1460088" y="5332104"/>
                  <a:ext cx="2052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B49A09C6-BC83-7CB7-F7BB-9831C9B7D192}"/>
                    </a:ext>
                  </a:extLst>
                </p14:cNvPr>
                <p14:cNvContentPartPr/>
                <p14:nvPr/>
              </p14:nvContentPartPr>
              <p14:xfrm>
                <a:off x="1528488" y="5381424"/>
                <a:ext cx="59040" cy="849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B49A09C6-BC83-7CB7-F7BB-9831C9B7D192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1519488" y="5372424"/>
                  <a:ext cx="7668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1E1C656D-0B66-B3E8-C6D7-7C60A7A10255}"/>
                    </a:ext>
                  </a:extLst>
                </p14:cNvPr>
                <p14:cNvContentPartPr/>
                <p14:nvPr/>
              </p14:nvContentPartPr>
              <p14:xfrm>
                <a:off x="1645128" y="5309064"/>
                <a:ext cx="393480" cy="1706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1E1C656D-0B66-B3E8-C6D7-7C60A7A10255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1636128" y="5300424"/>
                  <a:ext cx="4111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4FC95AA9-8CD5-C87C-1247-B68FD960AAA1}"/>
                    </a:ext>
                  </a:extLst>
                </p14:cNvPr>
                <p14:cNvContentPartPr/>
                <p14:nvPr/>
              </p14:nvContentPartPr>
              <p14:xfrm>
                <a:off x="2041488" y="5387184"/>
                <a:ext cx="2520" cy="1764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4FC95AA9-8CD5-C87C-1247-B68FD960AAA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032848" y="5378184"/>
                  <a:ext cx="201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7252CA71-62CF-AB00-4356-470B9F0F69ED}"/>
                    </a:ext>
                  </a:extLst>
                </p14:cNvPr>
                <p14:cNvContentPartPr/>
                <p14:nvPr/>
              </p14:nvContentPartPr>
              <p14:xfrm>
                <a:off x="2096208" y="5410584"/>
                <a:ext cx="200880" cy="2347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7252CA71-62CF-AB00-4356-470B9F0F69ED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2087568" y="5401944"/>
                  <a:ext cx="21852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E1297AFA-1771-A7C4-AFD6-40A30AFABAE8}"/>
                    </a:ext>
                  </a:extLst>
                </p14:cNvPr>
                <p14:cNvContentPartPr/>
                <p14:nvPr/>
              </p14:nvContentPartPr>
              <p14:xfrm>
                <a:off x="2519928" y="5399064"/>
                <a:ext cx="204120" cy="10368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E1297AFA-1771-A7C4-AFD6-40A30AFABAE8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511288" y="5390064"/>
                  <a:ext cx="22176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86B74C76-5B99-AC46-E289-76647113A585}"/>
                    </a:ext>
                  </a:extLst>
                </p14:cNvPr>
                <p14:cNvContentPartPr/>
                <p14:nvPr/>
              </p14:nvContentPartPr>
              <p14:xfrm>
                <a:off x="2814048" y="5435064"/>
                <a:ext cx="50400" cy="5004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86B74C76-5B99-AC46-E289-76647113A585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2805048" y="5426064"/>
                  <a:ext cx="680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494C21ED-4FBA-A2D4-3575-B7DA38C9CCFD}"/>
                    </a:ext>
                  </a:extLst>
                </p14:cNvPr>
                <p14:cNvContentPartPr/>
                <p14:nvPr/>
              </p14:nvContentPartPr>
              <p14:xfrm>
                <a:off x="2918088" y="5457384"/>
                <a:ext cx="63000" cy="4644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494C21ED-4FBA-A2D4-3575-B7DA38C9CCFD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2909088" y="5448384"/>
                  <a:ext cx="8064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CF247481-9672-7BE2-7FEB-0521B7F0FC7C}"/>
                    </a:ext>
                  </a:extLst>
                </p14:cNvPr>
                <p14:cNvContentPartPr/>
                <p14:nvPr/>
              </p14:nvContentPartPr>
              <p14:xfrm>
                <a:off x="3059568" y="5371344"/>
                <a:ext cx="42840" cy="15228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CF247481-9672-7BE2-7FEB-0521B7F0FC7C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050568" y="5362704"/>
                  <a:ext cx="604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7D40DFDB-A58D-D0C5-AE08-E072F6512449}"/>
                    </a:ext>
                  </a:extLst>
                </p14:cNvPr>
                <p14:cNvContentPartPr/>
                <p14:nvPr/>
              </p14:nvContentPartPr>
              <p14:xfrm>
                <a:off x="3439368" y="5341104"/>
                <a:ext cx="446400" cy="1926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7D40DFDB-A58D-D0C5-AE08-E072F6512449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3430368" y="5332104"/>
                  <a:ext cx="4640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47D18699-277B-B594-03FC-3D30420F3846}"/>
                    </a:ext>
                  </a:extLst>
                </p14:cNvPr>
                <p14:cNvContentPartPr/>
                <p14:nvPr/>
              </p14:nvContentPartPr>
              <p14:xfrm>
                <a:off x="3940848" y="5500224"/>
                <a:ext cx="64080" cy="522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47D18699-277B-B594-03FC-3D30420F384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3932208" y="5491224"/>
                  <a:ext cx="8172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FF4642AB-AD43-3EC3-FF3D-0FD1F619B480}"/>
                    </a:ext>
                  </a:extLst>
                </p14:cNvPr>
                <p14:cNvContentPartPr/>
                <p14:nvPr/>
              </p14:nvContentPartPr>
              <p14:xfrm>
                <a:off x="4088808" y="5415624"/>
                <a:ext cx="77040" cy="13608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FF4642AB-AD43-3EC3-FF3D-0FD1F619B480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4079808" y="5406624"/>
                  <a:ext cx="946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1DE9D65A-1FA8-77DC-8063-2620CDD5AB70}"/>
                    </a:ext>
                  </a:extLst>
                </p14:cNvPr>
                <p14:cNvContentPartPr/>
                <p14:nvPr/>
              </p14:nvContentPartPr>
              <p14:xfrm>
                <a:off x="4265568" y="5379624"/>
                <a:ext cx="95400" cy="1821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1DE9D65A-1FA8-77DC-8063-2620CDD5AB70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4256568" y="5370984"/>
                  <a:ext cx="1130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704DF3AE-9A44-DA24-5A3A-97AFD3EBA063}"/>
                    </a:ext>
                  </a:extLst>
                </p14:cNvPr>
                <p14:cNvContentPartPr/>
                <p14:nvPr/>
              </p14:nvContentPartPr>
              <p14:xfrm>
                <a:off x="4400928" y="5428584"/>
                <a:ext cx="720" cy="1980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704DF3AE-9A44-DA24-5A3A-97AFD3EBA06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392288" y="5419944"/>
                  <a:ext cx="183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A4AB1BA4-32F9-8474-26F4-71166A7321CF}"/>
                    </a:ext>
                  </a:extLst>
                </p14:cNvPr>
                <p14:cNvContentPartPr/>
                <p14:nvPr/>
              </p14:nvContentPartPr>
              <p14:xfrm>
                <a:off x="4427208" y="5464224"/>
                <a:ext cx="172800" cy="15336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A4AB1BA4-32F9-8474-26F4-71166A7321CF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4418568" y="5455584"/>
                  <a:ext cx="1904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022D949B-8D59-6482-C967-D007AABCC0DD}"/>
                    </a:ext>
                  </a:extLst>
                </p14:cNvPr>
                <p14:cNvContentPartPr/>
                <p14:nvPr/>
              </p14:nvContentPartPr>
              <p14:xfrm>
                <a:off x="4655088" y="5569344"/>
                <a:ext cx="12240" cy="158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022D949B-8D59-6482-C967-D007AABCC0DD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4646448" y="5560704"/>
                  <a:ext cx="29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7BED7B9C-EE68-39BF-B233-0BAEBFD64C65}"/>
                    </a:ext>
                  </a:extLst>
                </p14:cNvPr>
                <p14:cNvContentPartPr/>
                <p14:nvPr/>
              </p14:nvContentPartPr>
              <p14:xfrm>
                <a:off x="1116288" y="5668704"/>
                <a:ext cx="3571920" cy="6840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7BED7B9C-EE68-39BF-B233-0BAEBFD64C65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107288" y="5660064"/>
                  <a:ext cx="358956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0A7BEF37-FDCE-ABB4-ED66-FA2694A4CA79}"/>
                    </a:ext>
                  </a:extLst>
                </p14:cNvPr>
                <p14:cNvContentPartPr/>
                <p14:nvPr/>
              </p14:nvContentPartPr>
              <p14:xfrm>
                <a:off x="4650408" y="5461704"/>
                <a:ext cx="73440" cy="867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0A7BEF37-FDCE-ABB4-ED66-FA2694A4CA79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4641408" y="5452704"/>
                  <a:ext cx="91080" cy="10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1C7190A4-2500-128F-9A6F-15E4EF6DE15F}"/>
              </a:ext>
            </a:extLst>
          </p:cNvPr>
          <p:cNvGrpSpPr/>
          <p:nvPr/>
        </p:nvGrpSpPr>
        <p:grpSpPr>
          <a:xfrm>
            <a:off x="5014008" y="5459184"/>
            <a:ext cx="183240" cy="183960"/>
            <a:chOff x="5014008" y="5459184"/>
            <a:chExt cx="183240" cy="18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920F526C-70BD-92F9-B26A-37E7D9BC8EE9}"/>
                    </a:ext>
                  </a:extLst>
                </p14:cNvPr>
                <p14:cNvContentPartPr/>
                <p14:nvPr/>
              </p14:nvContentPartPr>
              <p14:xfrm>
                <a:off x="5014008" y="5539104"/>
                <a:ext cx="32400" cy="10404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920F526C-70BD-92F9-B26A-37E7D9BC8EE9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5005368" y="5530104"/>
                  <a:ext cx="500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F136FF98-28CE-A720-9F06-1E45D698BF1B}"/>
                    </a:ext>
                  </a:extLst>
                </p14:cNvPr>
                <p14:cNvContentPartPr/>
                <p14:nvPr/>
              </p14:nvContentPartPr>
              <p14:xfrm>
                <a:off x="5032728" y="5459184"/>
                <a:ext cx="12240" cy="446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F136FF98-28CE-A720-9F06-1E45D698BF1B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5024088" y="5450184"/>
                  <a:ext cx="2988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34F8DB21-5736-0A93-D29C-1219665BBB32}"/>
                    </a:ext>
                  </a:extLst>
                </p14:cNvPr>
                <p14:cNvContentPartPr/>
                <p14:nvPr/>
              </p14:nvContentPartPr>
              <p14:xfrm>
                <a:off x="5122728" y="5564664"/>
                <a:ext cx="74520" cy="334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34F8DB21-5736-0A93-D29C-1219665BBB32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5114088" y="5556024"/>
                  <a:ext cx="92160" cy="5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DAA406E3-1F7A-6384-88E4-881869587A14}"/>
              </a:ext>
            </a:extLst>
          </p:cNvPr>
          <p:cNvGrpSpPr/>
          <p:nvPr/>
        </p:nvGrpSpPr>
        <p:grpSpPr>
          <a:xfrm>
            <a:off x="5459328" y="5489424"/>
            <a:ext cx="432720" cy="160560"/>
            <a:chOff x="5459328" y="5489424"/>
            <a:chExt cx="432720" cy="16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16B7C8C0-6355-5B42-5CC4-31F8A88D0A5D}"/>
                    </a:ext>
                  </a:extLst>
                </p14:cNvPr>
                <p14:cNvContentPartPr/>
                <p14:nvPr/>
              </p14:nvContentPartPr>
              <p14:xfrm>
                <a:off x="5459328" y="5489784"/>
                <a:ext cx="166680" cy="16020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16B7C8C0-6355-5B42-5CC4-31F8A88D0A5D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5450328" y="5480784"/>
                  <a:ext cx="1843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8AEC7AE2-FB05-6F9D-25AD-956F9CE1B870}"/>
                    </a:ext>
                  </a:extLst>
                </p14:cNvPr>
                <p14:cNvContentPartPr/>
                <p14:nvPr/>
              </p14:nvContentPartPr>
              <p14:xfrm>
                <a:off x="5752728" y="5489424"/>
                <a:ext cx="139320" cy="1256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8AEC7AE2-FB05-6F9D-25AD-956F9CE1B870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5743728" y="5480424"/>
                  <a:ext cx="156960" cy="14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F8298B2-4EA9-C844-9F67-A3A1F146BD53}"/>
              </a:ext>
            </a:extLst>
          </p:cNvPr>
          <p:cNvGrpSpPr/>
          <p:nvPr/>
        </p:nvGrpSpPr>
        <p:grpSpPr>
          <a:xfrm>
            <a:off x="6086088" y="5345784"/>
            <a:ext cx="762840" cy="284760"/>
            <a:chOff x="6086088" y="5345784"/>
            <a:chExt cx="762840" cy="28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7AEC31E1-B89C-9C8D-5B4D-F0FC8120C0DB}"/>
                    </a:ext>
                  </a:extLst>
                </p14:cNvPr>
                <p14:cNvContentPartPr/>
                <p14:nvPr/>
              </p14:nvContentPartPr>
              <p14:xfrm>
                <a:off x="6086088" y="5457744"/>
                <a:ext cx="131040" cy="17280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7AEC31E1-B89C-9C8D-5B4D-F0FC8120C0DB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6077088" y="5448744"/>
                  <a:ext cx="1486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93F0616D-CBBA-052A-4416-7BA159E03BE2}"/>
                    </a:ext>
                  </a:extLst>
                </p14:cNvPr>
                <p14:cNvContentPartPr/>
                <p14:nvPr/>
              </p14:nvContentPartPr>
              <p14:xfrm>
                <a:off x="6318288" y="5345784"/>
                <a:ext cx="367200" cy="2282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93F0616D-CBBA-052A-4416-7BA159E03BE2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6309648" y="5337144"/>
                  <a:ext cx="3848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9BB4C429-DBEC-199F-06EE-4C6E195F63DB}"/>
                    </a:ext>
                  </a:extLst>
                </p14:cNvPr>
                <p14:cNvContentPartPr/>
                <p14:nvPr/>
              </p14:nvContentPartPr>
              <p14:xfrm>
                <a:off x="6815448" y="5547024"/>
                <a:ext cx="33480" cy="1908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9BB4C429-DBEC-199F-06EE-4C6E195F63DB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6806448" y="5538024"/>
                  <a:ext cx="51120" cy="36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5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158FA420-7D5B-311A-EE7D-53487350CDCF}"/>
                  </a:ext>
                </a:extLst>
              </p14:cNvPr>
              <p14:cNvContentPartPr/>
              <p14:nvPr/>
            </p14:nvContentPartPr>
            <p14:xfrm>
              <a:off x="4546008" y="5724504"/>
              <a:ext cx="2139840" cy="5004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158FA420-7D5B-311A-EE7D-53487350CDCF}"/>
                  </a:ext>
                </a:extLst>
              </p:cNvPr>
              <p:cNvPicPr/>
              <p:nvPr/>
            </p:nvPicPr>
            <p:blipFill>
              <a:blip r:embed="rId486"/>
              <a:stretch>
                <a:fillRect/>
              </a:stretch>
            </p:blipFill>
            <p:spPr>
              <a:xfrm>
                <a:off x="4537008" y="5715504"/>
                <a:ext cx="2157480" cy="6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7">
            <p14:nvContentPartPr>
              <p14:cNvPr id="301" name="Ink 300">
                <a:extLst>
                  <a:ext uri="{FF2B5EF4-FFF2-40B4-BE49-F238E27FC236}">
                    <a16:creationId xmlns:a16="http://schemas.microsoft.com/office/drawing/2014/main" id="{AEA1085B-2D4D-083E-5403-98492CBC8F64}"/>
                  </a:ext>
                </a:extLst>
              </p14:cNvPr>
              <p14:cNvContentPartPr/>
              <p14:nvPr/>
            </p14:nvContentPartPr>
            <p14:xfrm>
              <a:off x="7018488" y="5773464"/>
              <a:ext cx="16560" cy="6840"/>
            </p14:xfrm>
          </p:contentPart>
        </mc:Choice>
        <mc:Fallback xmlns="">
          <p:pic>
            <p:nvPicPr>
              <p:cNvPr id="301" name="Ink 300">
                <a:extLst>
                  <a:ext uri="{FF2B5EF4-FFF2-40B4-BE49-F238E27FC236}">
                    <a16:creationId xmlns:a16="http://schemas.microsoft.com/office/drawing/2014/main" id="{AEA1085B-2D4D-083E-5403-98492CBC8F64}"/>
                  </a:ext>
                </a:extLst>
              </p:cNvPr>
              <p:cNvPicPr/>
              <p:nvPr/>
            </p:nvPicPr>
            <p:blipFill>
              <a:blip r:embed="rId488"/>
              <a:stretch>
                <a:fillRect/>
              </a:stretch>
            </p:blipFill>
            <p:spPr>
              <a:xfrm>
                <a:off x="7009848" y="5764824"/>
                <a:ext cx="3420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9">
            <p14:nvContentPartPr>
              <p14:cNvPr id="302" name="Ink 301">
                <a:extLst>
                  <a:ext uri="{FF2B5EF4-FFF2-40B4-BE49-F238E27FC236}">
                    <a16:creationId xmlns:a16="http://schemas.microsoft.com/office/drawing/2014/main" id="{EC189428-A8ED-1E22-FDD2-C994438BF8A1}"/>
                  </a:ext>
                </a:extLst>
              </p14:cNvPr>
              <p14:cNvContentPartPr/>
              <p14:nvPr/>
            </p14:nvContentPartPr>
            <p14:xfrm>
              <a:off x="7020648" y="5527944"/>
              <a:ext cx="20160" cy="56520"/>
            </p14:xfrm>
          </p:contentPart>
        </mc:Choice>
        <mc:Fallback xmlns="">
          <p:pic>
            <p:nvPicPr>
              <p:cNvPr id="302" name="Ink 301">
                <a:extLst>
                  <a:ext uri="{FF2B5EF4-FFF2-40B4-BE49-F238E27FC236}">
                    <a16:creationId xmlns:a16="http://schemas.microsoft.com/office/drawing/2014/main" id="{EC189428-A8ED-1E22-FDD2-C994438BF8A1}"/>
                  </a:ext>
                </a:extLst>
              </p:cNvPr>
              <p:cNvPicPr/>
              <p:nvPr/>
            </p:nvPicPr>
            <p:blipFill>
              <a:blip r:embed="rId490"/>
              <a:stretch>
                <a:fillRect/>
              </a:stretch>
            </p:blipFill>
            <p:spPr>
              <a:xfrm>
                <a:off x="7012008" y="5519304"/>
                <a:ext cx="37800" cy="7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1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D45E557C-3ED6-EDDB-D037-A9403B3F9479}"/>
                  </a:ext>
                </a:extLst>
              </p14:cNvPr>
              <p14:cNvContentPartPr/>
              <p14:nvPr/>
            </p14:nvContentPartPr>
            <p14:xfrm>
              <a:off x="8561448" y="5258664"/>
              <a:ext cx="38520" cy="3420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D45E557C-3ED6-EDDB-D037-A9403B3F9479}"/>
                  </a:ext>
                </a:extLst>
              </p:cNvPr>
              <p:cNvPicPr/>
              <p:nvPr/>
            </p:nvPicPr>
            <p:blipFill>
              <a:blip r:embed="rId492"/>
              <a:stretch>
                <a:fillRect/>
              </a:stretch>
            </p:blipFill>
            <p:spPr>
              <a:xfrm>
                <a:off x="8552808" y="5250024"/>
                <a:ext cx="5616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3">
            <p14:nvContentPartPr>
              <p14:cNvPr id="326" name="Ink 325">
                <a:extLst>
                  <a:ext uri="{FF2B5EF4-FFF2-40B4-BE49-F238E27FC236}">
                    <a16:creationId xmlns:a16="http://schemas.microsoft.com/office/drawing/2014/main" id="{06FA6A5D-C4C3-A77A-B735-3F6B62936F30}"/>
                  </a:ext>
                </a:extLst>
              </p14:cNvPr>
              <p14:cNvContentPartPr/>
              <p14:nvPr/>
            </p14:nvContentPartPr>
            <p14:xfrm>
              <a:off x="7933968" y="5439384"/>
              <a:ext cx="380880" cy="406080"/>
            </p14:xfrm>
          </p:contentPart>
        </mc:Choice>
        <mc:Fallback xmlns="">
          <p:pic>
            <p:nvPicPr>
              <p:cNvPr id="326" name="Ink 325">
                <a:extLst>
                  <a:ext uri="{FF2B5EF4-FFF2-40B4-BE49-F238E27FC236}">
                    <a16:creationId xmlns:a16="http://schemas.microsoft.com/office/drawing/2014/main" id="{06FA6A5D-C4C3-A77A-B735-3F6B62936F30}"/>
                  </a:ext>
                </a:extLst>
              </p:cNvPr>
              <p:cNvPicPr/>
              <p:nvPr/>
            </p:nvPicPr>
            <p:blipFill>
              <a:blip r:embed="rId494"/>
              <a:stretch>
                <a:fillRect/>
              </a:stretch>
            </p:blipFill>
            <p:spPr>
              <a:xfrm>
                <a:off x="7925328" y="5430384"/>
                <a:ext cx="39852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5">
            <p14:nvContentPartPr>
              <p14:cNvPr id="328" name="Ink 327">
                <a:extLst>
                  <a:ext uri="{FF2B5EF4-FFF2-40B4-BE49-F238E27FC236}">
                    <a16:creationId xmlns:a16="http://schemas.microsoft.com/office/drawing/2014/main" id="{9CEEDB74-3597-2603-EBDB-FB1F1BB4CDAC}"/>
                  </a:ext>
                </a:extLst>
              </p14:cNvPr>
              <p14:cNvContentPartPr/>
              <p14:nvPr/>
            </p14:nvContentPartPr>
            <p14:xfrm>
              <a:off x="7717248" y="5878224"/>
              <a:ext cx="1440" cy="14400"/>
            </p14:xfrm>
          </p:contentPart>
        </mc:Choice>
        <mc:Fallback xmlns="">
          <p:pic>
            <p:nvPicPr>
              <p:cNvPr id="328" name="Ink 327">
                <a:extLst>
                  <a:ext uri="{FF2B5EF4-FFF2-40B4-BE49-F238E27FC236}">
                    <a16:creationId xmlns:a16="http://schemas.microsoft.com/office/drawing/2014/main" id="{9CEEDB74-3597-2603-EBDB-FB1F1BB4CDA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708248" y="5869584"/>
                <a:ext cx="19080" cy="32040"/>
              </a:xfrm>
              <a:prstGeom prst="rect">
                <a:avLst/>
              </a:prstGeom>
            </p:spPr>
          </p:pic>
        </mc:Fallback>
      </mc:AlternateContent>
      <p:grpSp>
        <p:nvGrpSpPr>
          <p:cNvPr id="388" name="Group 387">
            <a:extLst>
              <a:ext uri="{FF2B5EF4-FFF2-40B4-BE49-F238E27FC236}">
                <a16:creationId xmlns:a16="http://schemas.microsoft.com/office/drawing/2014/main" id="{7AE556D0-38FD-E5CB-33C6-0CB31FE48F0C}"/>
              </a:ext>
            </a:extLst>
          </p:cNvPr>
          <p:cNvGrpSpPr/>
          <p:nvPr/>
        </p:nvGrpSpPr>
        <p:grpSpPr>
          <a:xfrm>
            <a:off x="7370568" y="5082624"/>
            <a:ext cx="3434040" cy="1866240"/>
            <a:chOff x="7370568" y="5082624"/>
            <a:chExt cx="3434040" cy="186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7AB8B063-EE59-2C4A-D0EF-2F4F366B14ED}"/>
                    </a:ext>
                  </a:extLst>
                </p14:cNvPr>
                <p14:cNvContentPartPr/>
                <p14:nvPr/>
              </p14:nvContentPartPr>
              <p14:xfrm>
                <a:off x="8177328" y="5125104"/>
                <a:ext cx="142560" cy="2577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7AB8B063-EE59-2C4A-D0EF-2F4F366B14ED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8168688" y="5116104"/>
                  <a:ext cx="16020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6DA39D43-2D0E-32BB-DD12-C387971F89EC}"/>
                    </a:ext>
                  </a:extLst>
                </p14:cNvPr>
                <p14:cNvContentPartPr/>
                <p14:nvPr/>
              </p14:nvContentPartPr>
              <p14:xfrm>
                <a:off x="8400888" y="5207184"/>
                <a:ext cx="73080" cy="10224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6DA39D43-2D0E-32BB-DD12-C387971F89EC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392248" y="5198184"/>
                  <a:ext cx="9072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8943C4D0-1F47-58BB-94F8-EF3ADC51628E}"/>
                    </a:ext>
                  </a:extLst>
                </p14:cNvPr>
                <p14:cNvContentPartPr/>
                <p14:nvPr/>
              </p14:nvContentPartPr>
              <p14:xfrm>
                <a:off x="8533008" y="5211504"/>
                <a:ext cx="382320" cy="8856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8943C4D0-1F47-58BB-94F8-EF3ADC51628E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524368" y="5202504"/>
                  <a:ext cx="39996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4754B412-A7AB-48CD-D728-C8C818163E9A}"/>
                    </a:ext>
                  </a:extLst>
                </p14:cNvPr>
                <p14:cNvContentPartPr/>
                <p14:nvPr/>
              </p14:nvContentPartPr>
              <p14:xfrm>
                <a:off x="9055008" y="5082624"/>
                <a:ext cx="108000" cy="3081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4754B412-A7AB-48CD-D728-C8C818163E9A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9046008" y="5073624"/>
                  <a:ext cx="12564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F3E5CC1A-6D11-3942-623A-32B33C4F8B34}"/>
                    </a:ext>
                  </a:extLst>
                </p14:cNvPr>
                <p14:cNvContentPartPr/>
                <p14:nvPr/>
              </p14:nvContentPartPr>
              <p14:xfrm>
                <a:off x="9214848" y="5189184"/>
                <a:ext cx="70200" cy="8748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F3E5CC1A-6D11-3942-623A-32B33C4F8B34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9206208" y="5180184"/>
                  <a:ext cx="878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BC2E540D-EAFE-BF3F-E647-163C4DD06E51}"/>
                    </a:ext>
                  </a:extLst>
                </p14:cNvPr>
                <p14:cNvContentPartPr/>
                <p14:nvPr/>
              </p14:nvContentPartPr>
              <p14:xfrm>
                <a:off x="9353448" y="5249664"/>
                <a:ext cx="360" cy="36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BC2E540D-EAFE-BF3F-E647-163C4DD06E5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344808" y="52406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DF422F9B-A5B1-DA83-9BED-2183581F9801}"/>
                    </a:ext>
                  </a:extLst>
                </p14:cNvPr>
                <p14:cNvContentPartPr/>
                <p14:nvPr/>
              </p14:nvContentPartPr>
              <p14:xfrm>
                <a:off x="9426528" y="5152824"/>
                <a:ext cx="48600" cy="1483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DF422F9B-A5B1-DA83-9BED-2183581F9801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9417888" y="5143824"/>
                  <a:ext cx="662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F3F3A1C7-22E2-F435-5914-07C5A247B398}"/>
                    </a:ext>
                  </a:extLst>
                </p14:cNvPr>
                <p14:cNvContentPartPr/>
                <p14:nvPr/>
              </p14:nvContentPartPr>
              <p14:xfrm>
                <a:off x="9518688" y="5291784"/>
                <a:ext cx="39600" cy="795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F3F3A1C7-22E2-F435-5914-07C5A247B398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9510048" y="5282784"/>
                  <a:ext cx="5724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D6CA1C3D-D7EB-EA92-86A4-09C3788C2988}"/>
                    </a:ext>
                  </a:extLst>
                </p14:cNvPr>
                <p14:cNvContentPartPr/>
                <p14:nvPr/>
              </p14:nvContentPartPr>
              <p14:xfrm>
                <a:off x="9680688" y="5198544"/>
                <a:ext cx="80640" cy="9144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D6CA1C3D-D7EB-EA92-86A4-09C3788C2988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9671688" y="5189544"/>
                  <a:ext cx="9828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0BAA7FC2-75EA-6F8A-EC99-809B21060649}"/>
                    </a:ext>
                  </a:extLst>
                </p14:cNvPr>
                <p14:cNvContentPartPr/>
                <p14:nvPr/>
              </p14:nvContentPartPr>
              <p14:xfrm>
                <a:off x="9843768" y="5239224"/>
                <a:ext cx="5760" cy="165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0BAA7FC2-75EA-6F8A-EC99-809B21060649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9834768" y="5230584"/>
                  <a:ext cx="234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3BEEE5F9-B29F-739F-D355-54C6D265BA00}"/>
                    </a:ext>
                  </a:extLst>
                </p14:cNvPr>
                <p14:cNvContentPartPr/>
                <p14:nvPr/>
              </p14:nvContentPartPr>
              <p14:xfrm>
                <a:off x="9926208" y="5194584"/>
                <a:ext cx="74520" cy="13788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3BEEE5F9-B29F-739F-D355-54C6D265BA00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9917208" y="5185944"/>
                  <a:ext cx="921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1F32F10F-7E9B-26D0-0E9E-B22B22A0555B}"/>
                    </a:ext>
                  </a:extLst>
                </p14:cNvPr>
                <p14:cNvContentPartPr/>
                <p14:nvPr/>
              </p14:nvContentPartPr>
              <p14:xfrm>
                <a:off x="10009728" y="5131224"/>
                <a:ext cx="194760" cy="34812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1F32F10F-7E9B-26D0-0E9E-B22B22A0555B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0000728" y="5122224"/>
                  <a:ext cx="21240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51F0C8F2-BF70-C310-1AC7-1CD30836A98F}"/>
                    </a:ext>
                  </a:extLst>
                </p14:cNvPr>
                <p14:cNvContentPartPr/>
                <p14:nvPr/>
              </p14:nvContentPartPr>
              <p14:xfrm>
                <a:off x="7370568" y="5884344"/>
                <a:ext cx="191520" cy="16992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51F0C8F2-BF70-C310-1AC7-1CD30836A98F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7361568" y="5875704"/>
                  <a:ext cx="2091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BC2730E4-FF8A-6F9B-870E-0B8F626B4AED}"/>
                    </a:ext>
                  </a:extLst>
                </p14:cNvPr>
                <p14:cNvContentPartPr/>
                <p14:nvPr/>
              </p14:nvContentPartPr>
              <p14:xfrm>
                <a:off x="7612488" y="5909184"/>
                <a:ext cx="3240" cy="1620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BC2730E4-FF8A-6F9B-870E-0B8F626B4AE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603848" y="5900184"/>
                  <a:ext cx="208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8124E0AB-2634-61BF-E5FC-956D446D1625}"/>
                    </a:ext>
                  </a:extLst>
                </p14:cNvPr>
                <p14:cNvContentPartPr/>
                <p14:nvPr/>
              </p14:nvContentPartPr>
              <p14:xfrm>
                <a:off x="7663608" y="5945904"/>
                <a:ext cx="129600" cy="30348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8124E0AB-2634-61BF-E5FC-956D446D1625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7654968" y="5937264"/>
                  <a:ext cx="14724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83AA0B5C-9261-AD88-645D-70883644C050}"/>
                    </a:ext>
                  </a:extLst>
                </p14:cNvPr>
                <p14:cNvContentPartPr/>
                <p14:nvPr/>
              </p14:nvContentPartPr>
              <p14:xfrm>
                <a:off x="7886448" y="5887584"/>
                <a:ext cx="99360" cy="2804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83AA0B5C-9261-AD88-645D-70883644C050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7877808" y="5878944"/>
                  <a:ext cx="11700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7BC19804-5047-D2E5-5FFB-5B0140E522B2}"/>
                    </a:ext>
                  </a:extLst>
                </p14:cNvPr>
                <p14:cNvContentPartPr/>
                <p14:nvPr/>
              </p14:nvContentPartPr>
              <p14:xfrm>
                <a:off x="8012808" y="5958144"/>
                <a:ext cx="81360" cy="12132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7BC19804-5047-D2E5-5FFB-5B0140E522B2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8004168" y="5949504"/>
                  <a:ext cx="990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11B93795-7A3F-87BA-B57A-2806DA0C947D}"/>
                    </a:ext>
                  </a:extLst>
                </p14:cNvPr>
                <p14:cNvContentPartPr/>
                <p14:nvPr/>
              </p14:nvContentPartPr>
              <p14:xfrm>
                <a:off x="8142048" y="6007824"/>
                <a:ext cx="10440" cy="2088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11B93795-7A3F-87BA-B57A-2806DA0C947D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8133048" y="5999184"/>
                  <a:ext cx="280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F5D9CB0C-56CA-34C0-21BB-2AAB65CCF508}"/>
                    </a:ext>
                  </a:extLst>
                </p14:cNvPr>
                <p14:cNvContentPartPr/>
                <p14:nvPr/>
              </p14:nvContentPartPr>
              <p14:xfrm>
                <a:off x="8193888" y="5964984"/>
                <a:ext cx="78480" cy="11664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F5D9CB0C-56CA-34C0-21BB-2AAB65CCF508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8185248" y="5956344"/>
                  <a:ext cx="9612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A066361E-6048-D159-8EE7-1223B77F2109}"/>
                    </a:ext>
                  </a:extLst>
                </p14:cNvPr>
                <p14:cNvContentPartPr/>
                <p14:nvPr/>
              </p14:nvContentPartPr>
              <p14:xfrm>
                <a:off x="8326728" y="6055344"/>
                <a:ext cx="75960" cy="14184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A066361E-6048-D159-8EE7-1223B77F2109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8318088" y="6046344"/>
                  <a:ext cx="936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657AE460-B802-E55D-B335-423D53A14E71}"/>
                    </a:ext>
                  </a:extLst>
                </p14:cNvPr>
                <p14:cNvContentPartPr/>
                <p14:nvPr/>
              </p14:nvContentPartPr>
              <p14:xfrm>
                <a:off x="8495208" y="5963184"/>
                <a:ext cx="98280" cy="11340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657AE460-B802-E55D-B335-423D53A14E71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8486568" y="5954544"/>
                  <a:ext cx="1159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186BC7DD-D311-9BB2-4B16-B06DF6EB6384}"/>
                    </a:ext>
                  </a:extLst>
                </p14:cNvPr>
                <p14:cNvContentPartPr/>
                <p14:nvPr/>
              </p14:nvContentPartPr>
              <p14:xfrm>
                <a:off x="8663328" y="6009984"/>
                <a:ext cx="7200" cy="3420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186BC7DD-D311-9BB2-4B16-B06DF6EB6384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8654328" y="6001344"/>
                  <a:ext cx="2484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1CD691E3-2E71-E398-99A3-AF695B6DC608}"/>
                    </a:ext>
                  </a:extLst>
                </p14:cNvPr>
                <p14:cNvContentPartPr/>
                <p14:nvPr/>
              </p14:nvContentPartPr>
              <p14:xfrm>
                <a:off x="8742528" y="5969304"/>
                <a:ext cx="67320" cy="1508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1CD691E3-2E71-E398-99A3-AF695B6DC608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8733528" y="5960664"/>
                  <a:ext cx="849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B52FAFBD-7592-2168-415B-F4ECF19550B9}"/>
                    </a:ext>
                  </a:extLst>
                </p14:cNvPr>
                <p14:cNvContentPartPr/>
                <p14:nvPr/>
              </p14:nvContentPartPr>
              <p14:xfrm>
                <a:off x="8530848" y="5893344"/>
                <a:ext cx="344160" cy="42408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B52FAFBD-7592-2168-415B-F4ECF19550B9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8522208" y="5884344"/>
                  <a:ext cx="36180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8C7F3221-6673-1831-E847-EAEFC2B9BDCC}"/>
                    </a:ext>
                  </a:extLst>
                </p14:cNvPr>
                <p14:cNvContentPartPr/>
                <p14:nvPr/>
              </p14:nvContentPartPr>
              <p14:xfrm>
                <a:off x="8336088" y="5436864"/>
                <a:ext cx="979920" cy="51948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8C7F3221-6673-1831-E847-EAEFC2B9BDCC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8327088" y="5428224"/>
                  <a:ext cx="99756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48DE4565-7FB1-176B-06E8-8EBEC49A8395}"/>
                    </a:ext>
                  </a:extLst>
                </p14:cNvPr>
                <p14:cNvContentPartPr/>
                <p14:nvPr/>
              </p14:nvContentPartPr>
              <p14:xfrm>
                <a:off x="9404928" y="5932584"/>
                <a:ext cx="72000" cy="19512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48DE4565-7FB1-176B-06E8-8EBEC49A8395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9395928" y="5923584"/>
                  <a:ext cx="896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9728ED4C-D2F7-E955-3D76-32E5C50BB108}"/>
                    </a:ext>
                  </a:extLst>
                </p14:cNvPr>
                <p14:cNvContentPartPr/>
                <p14:nvPr/>
              </p14:nvContentPartPr>
              <p14:xfrm>
                <a:off x="9519048" y="5981904"/>
                <a:ext cx="64800" cy="10008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9728ED4C-D2F7-E955-3D76-32E5C50BB108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9510408" y="5973264"/>
                  <a:ext cx="8244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47DA75FB-34E0-693B-866A-207566ABAB4E}"/>
                    </a:ext>
                  </a:extLst>
                </p14:cNvPr>
                <p14:cNvContentPartPr/>
                <p14:nvPr/>
              </p14:nvContentPartPr>
              <p14:xfrm>
                <a:off x="9655488" y="6042744"/>
                <a:ext cx="6840" cy="1476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47DA75FB-34E0-693B-866A-207566ABAB4E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9646848" y="6033744"/>
                  <a:ext cx="244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9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6A2F60D6-AC34-FB87-A47C-F06910037A23}"/>
                    </a:ext>
                  </a:extLst>
                </p14:cNvPr>
                <p14:cNvContentPartPr/>
                <p14:nvPr/>
              </p14:nvContentPartPr>
              <p14:xfrm>
                <a:off x="9718488" y="5985504"/>
                <a:ext cx="73440" cy="13320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6A2F60D6-AC34-FB87-A47C-F06910037A23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9709488" y="5976864"/>
                  <a:ext cx="9108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72D6445A-CB32-3DE2-7CA4-032B36A6BAC1}"/>
                    </a:ext>
                  </a:extLst>
                </p14:cNvPr>
                <p14:cNvContentPartPr/>
                <p14:nvPr/>
              </p14:nvContentPartPr>
              <p14:xfrm>
                <a:off x="9829008" y="6097464"/>
                <a:ext cx="57960" cy="9468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72D6445A-CB32-3DE2-7CA4-032B36A6BAC1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9820368" y="6088464"/>
                  <a:ext cx="7560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F80E38CD-E1E2-D8A0-9A2F-E9FDC23904E8}"/>
                    </a:ext>
                  </a:extLst>
                </p14:cNvPr>
                <p14:cNvContentPartPr/>
                <p14:nvPr/>
              </p14:nvContentPartPr>
              <p14:xfrm>
                <a:off x="10039608" y="6007824"/>
                <a:ext cx="113400" cy="158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F80E38CD-E1E2-D8A0-9A2F-E9FDC23904E8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10030968" y="5998824"/>
                  <a:ext cx="1310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B8F79E9B-537A-0932-6EDE-A10642F5056B}"/>
                    </a:ext>
                  </a:extLst>
                </p14:cNvPr>
                <p14:cNvContentPartPr/>
                <p14:nvPr/>
              </p14:nvContentPartPr>
              <p14:xfrm>
                <a:off x="10262448" y="5955624"/>
                <a:ext cx="103680" cy="10584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B8F79E9B-537A-0932-6EDE-A10642F5056B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10253808" y="5946984"/>
                  <a:ext cx="1213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AA8CED35-1742-972F-6094-3EBCAC4B6154}"/>
                    </a:ext>
                  </a:extLst>
                </p14:cNvPr>
                <p14:cNvContentPartPr/>
                <p14:nvPr/>
              </p14:nvContentPartPr>
              <p14:xfrm>
                <a:off x="10447128" y="5991624"/>
                <a:ext cx="16560" cy="2952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AA8CED35-1742-972F-6094-3EBCAC4B6154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10438128" y="5982984"/>
                  <a:ext cx="342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9EE0E80D-FC2F-9C3C-42B5-895C11F4A477}"/>
                    </a:ext>
                  </a:extLst>
                </p14:cNvPr>
                <p14:cNvContentPartPr/>
                <p14:nvPr/>
              </p14:nvContentPartPr>
              <p14:xfrm>
                <a:off x="10519848" y="5937624"/>
                <a:ext cx="92880" cy="11844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9EE0E80D-FC2F-9C3C-42B5-895C11F4A477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10511208" y="5928624"/>
                  <a:ext cx="1105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E403A268-0664-8855-9CEE-263B4E59D525}"/>
                    </a:ext>
                  </a:extLst>
                </p14:cNvPr>
                <p14:cNvContentPartPr/>
                <p14:nvPr/>
              </p14:nvContentPartPr>
              <p14:xfrm>
                <a:off x="10586088" y="5934744"/>
                <a:ext cx="78840" cy="864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E403A268-0664-8855-9CEE-263B4E59D525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10577448" y="5926104"/>
                  <a:ext cx="964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6108FEB5-81E7-5A12-B8D5-9D72D5F7DC56}"/>
                    </a:ext>
                  </a:extLst>
                </p14:cNvPr>
                <p14:cNvContentPartPr/>
                <p14:nvPr/>
              </p14:nvContentPartPr>
              <p14:xfrm>
                <a:off x="10506888" y="5832504"/>
                <a:ext cx="297720" cy="39564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6108FEB5-81E7-5A12-B8D5-9D72D5F7DC56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10498248" y="5823504"/>
                  <a:ext cx="315360" cy="41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773533B2-3365-907D-20BD-7B52D148A5ED}"/>
                    </a:ext>
                  </a:extLst>
                </p14:cNvPr>
                <p14:cNvContentPartPr/>
                <p14:nvPr/>
              </p14:nvContentPartPr>
              <p14:xfrm>
                <a:off x="9418968" y="5805864"/>
                <a:ext cx="130680" cy="7884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773533B2-3365-907D-20BD-7B52D148A5ED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9409968" y="5796864"/>
                  <a:ext cx="14832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9EBCED48-A8E9-9F0A-E1A6-E3F4C0E30286}"/>
                    </a:ext>
                  </a:extLst>
                </p14:cNvPr>
                <p14:cNvContentPartPr/>
                <p14:nvPr/>
              </p14:nvContentPartPr>
              <p14:xfrm>
                <a:off x="9591048" y="5800464"/>
                <a:ext cx="45720" cy="5508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9EBCED48-A8E9-9F0A-E1A6-E3F4C0E30286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9582408" y="5791824"/>
                  <a:ext cx="6336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1016263B-501E-8E8E-5B4C-C86A3BF11C83}"/>
                    </a:ext>
                  </a:extLst>
                </p14:cNvPr>
                <p14:cNvContentPartPr/>
                <p14:nvPr/>
              </p14:nvContentPartPr>
              <p14:xfrm>
                <a:off x="9711288" y="5805864"/>
                <a:ext cx="113400" cy="3816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1016263B-501E-8E8E-5B4C-C86A3BF11C83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9702288" y="5796864"/>
                  <a:ext cx="1310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D1865ED4-D218-B7A5-FC73-54580E626C86}"/>
                    </a:ext>
                  </a:extLst>
                </p14:cNvPr>
                <p14:cNvContentPartPr/>
                <p14:nvPr/>
              </p14:nvContentPartPr>
              <p14:xfrm>
                <a:off x="9938808" y="5777784"/>
                <a:ext cx="181080" cy="5976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D1865ED4-D218-B7A5-FC73-54580E626C86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9930168" y="5768784"/>
                  <a:ext cx="19872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16C4210A-9F53-96E0-EADB-33EB5EFB8D84}"/>
                    </a:ext>
                  </a:extLst>
                </p14:cNvPr>
                <p14:cNvContentPartPr/>
                <p14:nvPr/>
              </p14:nvContentPartPr>
              <p14:xfrm>
                <a:off x="10275048" y="5812704"/>
                <a:ext cx="3240" cy="1764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16C4210A-9F53-96E0-EADB-33EB5EFB8D8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266048" y="5803704"/>
                  <a:ext cx="208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387B7309-286E-F6A0-DEB8-4670C3C66F24}"/>
                    </a:ext>
                  </a:extLst>
                </p14:cNvPr>
                <p14:cNvContentPartPr/>
                <p14:nvPr/>
              </p14:nvContentPartPr>
              <p14:xfrm>
                <a:off x="10081368" y="5791824"/>
                <a:ext cx="100080" cy="6696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387B7309-286E-F6A0-DEB8-4670C3C66F24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10072728" y="5782824"/>
                  <a:ext cx="11772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FC01CC3C-4679-A70E-28DC-1B8B0316CF53}"/>
                    </a:ext>
                  </a:extLst>
                </p14:cNvPr>
                <p14:cNvContentPartPr/>
                <p14:nvPr/>
              </p14:nvContentPartPr>
              <p14:xfrm>
                <a:off x="7948008" y="6195744"/>
                <a:ext cx="411480" cy="17712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FC01CC3C-4679-A70E-28DC-1B8B0316CF53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7939008" y="6186744"/>
                  <a:ext cx="4291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A5A1C83D-4F02-0B35-A156-68B33393D2D3}"/>
                    </a:ext>
                  </a:extLst>
                </p14:cNvPr>
                <p14:cNvContentPartPr/>
                <p14:nvPr/>
              </p14:nvContentPartPr>
              <p14:xfrm>
                <a:off x="8603568" y="6114744"/>
                <a:ext cx="738000" cy="37908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A5A1C83D-4F02-0B35-A156-68B33393D2D3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8594568" y="6105744"/>
                  <a:ext cx="755640" cy="39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CB10AE04-A23C-3CCF-8B78-173493241490}"/>
                    </a:ext>
                  </a:extLst>
                </p14:cNvPr>
                <p14:cNvContentPartPr/>
                <p14:nvPr/>
              </p14:nvContentPartPr>
              <p14:xfrm>
                <a:off x="8319888" y="6358824"/>
                <a:ext cx="316440" cy="14544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CB10AE04-A23C-3CCF-8B78-173493241490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8311248" y="6349824"/>
                  <a:ext cx="3340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D27E4567-47A4-C673-6A7A-AD00C052885A}"/>
                    </a:ext>
                  </a:extLst>
                </p14:cNvPr>
                <p14:cNvContentPartPr/>
                <p14:nvPr/>
              </p14:nvContentPartPr>
              <p14:xfrm>
                <a:off x="8476128" y="6648984"/>
                <a:ext cx="227160" cy="7308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D27E4567-47A4-C673-6A7A-AD00C052885A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8467128" y="6640344"/>
                  <a:ext cx="24480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465ADAF7-BDB0-7842-BE7E-99DEFB1B3312}"/>
                    </a:ext>
                  </a:extLst>
                </p14:cNvPr>
                <p14:cNvContentPartPr/>
                <p14:nvPr/>
              </p14:nvContentPartPr>
              <p14:xfrm>
                <a:off x="8769528" y="6658704"/>
                <a:ext cx="252360" cy="572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465ADAF7-BDB0-7842-BE7E-99DEFB1B3312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8760528" y="6649704"/>
                  <a:ext cx="27000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9A18F598-4980-6FC2-EB7F-7E5883D81E9E}"/>
                    </a:ext>
                  </a:extLst>
                </p14:cNvPr>
                <p14:cNvContentPartPr/>
                <p14:nvPr/>
              </p14:nvContentPartPr>
              <p14:xfrm>
                <a:off x="9123768" y="6553224"/>
                <a:ext cx="82080" cy="26280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9A18F598-4980-6FC2-EB7F-7E5883D81E9E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9114768" y="6544584"/>
                  <a:ext cx="9972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6A7E8A9B-6881-21F5-02B4-13C594C8F4E1}"/>
                    </a:ext>
                  </a:extLst>
                </p14:cNvPr>
                <p14:cNvContentPartPr/>
                <p14:nvPr/>
              </p14:nvContentPartPr>
              <p14:xfrm>
                <a:off x="9226368" y="6703344"/>
                <a:ext cx="63720" cy="144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6A7E8A9B-6881-21F5-02B4-13C594C8F4E1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9217728" y="6694344"/>
                  <a:ext cx="813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38D9C1B2-D4D9-A117-1F9E-F512D7F3386E}"/>
                    </a:ext>
                  </a:extLst>
                </p14:cNvPr>
                <p14:cNvContentPartPr/>
                <p14:nvPr/>
              </p14:nvContentPartPr>
              <p14:xfrm>
                <a:off x="9395208" y="6623424"/>
                <a:ext cx="74160" cy="10548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38D9C1B2-D4D9-A117-1F9E-F512D7F3386E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9386208" y="6614784"/>
                  <a:ext cx="9180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BCDF154F-3285-DCFA-BEB6-EF27FAEFC2E6}"/>
                    </a:ext>
                  </a:extLst>
                </p14:cNvPr>
                <p14:cNvContentPartPr/>
                <p14:nvPr/>
              </p14:nvContentPartPr>
              <p14:xfrm>
                <a:off x="9574128" y="6677064"/>
                <a:ext cx="5400" cy="2844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BCDF154F-3285-DCFA-BEB6-EF27FAEFC2E6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9565488" y="6668424"/>
                  <a:ext cx="230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97FBE0B2-EF40-B2A7-55F1-6EC0D7B0A32C}"/>
                    </a:ext>
                  </a:extLst>
                </p14:cNvPr>
                <p14:cNvContentPartPr/>
                <p14:nvPr/>
              </p14:nvContentPartPr>
              <p14:xfrm>
                <a:off x="9655488" y="6591384"/>
                <a:ext cx="73080" cy="13752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97FBE0B2-EF40-B2A7-55F1-6EC0D7B0A32C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9646848" y="6582384"/>
                  <a:ext cx="907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0E9B9BD9-0161-BE52-FD06-503EF565D110}"/>
                    </a:ext>
                  </a:extLst>
                </p14:cNvPr>
                <p14:cNvContentPartPr/>
                <p14:nvPr/>
              </p14:nvContentPartPr>
              <p14:xfrm>
                <a:off x="9786888" y="6702624"/>
                <a:ext cx="64800" cy="10260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0E9B9BD9-0161-BE52-FD06-503EF565D110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9777888" y="6693624"/>
                  <a:ext cx="8244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AEAF9312-E63C-E455-3067-9CF57D02E94D}"/>
                    </a:ext>
                  </a:extLst>
                </p14:cNvPr>
                <p14:cNvContentPartPr/>
                <p14:nvPr/>
              </p14:nvContentPartPr>
              <p14:xfrm>
                <a:off x="9930528" y="6626664"/>
                <a:ext cx="80280" cy="11592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AEAF9312-E63C-E455-3067-9CF57D02E94D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9921528" y="6617664"/>
                  <a:ext cx="9792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08D3EC46-58B7-52A3-815C-7110BF7EE0BF}"/>
                    </a:ext>
                  </a:extLst>
                </p14:cNvPr>
                <p14:cNvContentPartPr/>
                <p14:nvPr/>
              </p14:nvContentPartPr>
              <p14:xfrm>
                <a:off x="10122048" y="6671304"/>
                <a:ext cx="5400" cy="828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08D3EC46-58B7-52A3-815C-7110BF7EE0B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113408" y="6662304"/>
                  <a:ext cx="230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1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3CFED7A5-5B90-72DB-E95C-F998E546D721}"/>
                    </a:ext>
                  </a:extLst>
                </p14:cNvPr>
                <p14:cNvContentPartPr/>
                <p14:nvPr/>
              </p14:nvContentPartPr>
              <p14:xfrm>
                <a:off x="10203048" y="6610464"/>
                <a:ext cx="92520" cy="13320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3CFED7A5-5B90-72DB-E95C-F998E546D721}"/>
                    </a:ext>
                  </a:extLst>
                </p:cNvPr>
                <p:cNvPicPr/>
                <p:nvPr/>
              </p:nvPicPr>
              <p:blipFill>
                <a:blip r:embed="rId602"/>
                <a:stretch>
                  <a:fillRect/>
                </a:stretch>
              </p:blipFill>
              <p:spPr>
                <a:xfrm>
                  <a:off x="10194408" y="6601824"/>
                  <a:ext cx="1101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DCB31A11-A5D7-C9BD-B6DB-90F4EB9FAEA7}"/>
                    </a:ext>
                  </a:extLst>
                </p14:cNvPr>
                <p14:cNvContentPartPr/>
                <p14:nvPr/>
              </p14:nvContentPartPr>
              <p14:xfrm>
                <a:off x="10164528" y="6527664"/>
                <a:ext cx="311400" cy="42120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DCB31A11-A5D7-C9BD-B6DB-90F4EB9FAEA7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10155888" y="6518664"/>
                  <a:ext cx="329040" cy="43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EDE4555E-5543-F054-A517-7AA17DD6D496}"/>
              </a:ext>
            </a:extLst>
          </p:cNvPr>
          <p:cNvGrpSpPr/>
          <p:nvPr/>
        </p:nvGrpSpPr>
        <p:grpSpPr>
          <a:xfrm>
            <a:off x="2834568" y="5909184"/>
            <a:ext cx="1474200" cy="318960"/>
            <a:chOff x="2834568" y="5909184"/>
            <a:chExt cx="1474200" cy="3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240A8737-90CF-7F7B-D845-04C9E54ACDB6}"/>
                    </a:ext>
                  </a:extLst>
                </p14:cNvPr>
                <p14:cNvContentPartPr/>
                <p14:nvPr/>
              </p14:nvContentPartPr>
              <p14:xfrm>
                <a:off x="2834568" y="5962824"/>
                <a:ext cx="1007280" cy="10692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240A8737-90CF-7F7B-D845-04C9E54ACDB6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2825568" y="5954184"/>
                  <a:ext cx="102492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35E3C5BD-F498-1E03-1287-D89C5EE0BDA0}"/>
                    </a:ext>
                  </a:extLst>
                </p14:cNvPr>
                <p14:cNvContentPartPr/>
                <p14:nvPr/>
              </p14:nvContentPartPr>
              <p14:xfrm>
                <a:off x="3860568" y="5909184"/>
                <a:ext cx="6840" cy="2808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35E3C5BD-F498-1E03-1287-D89C5EE0BDA0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3851568" y="5900184"/>
                  <a:ext cx="244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FE803F98-A2A5-2E15-2CFA-F47A81FCAD73}"/>
                    </a:ext>
                  </a:extLst>
                </p14:cNvPr>
                <p14:cNvContentPartPr/>
                <p14:nvPr/>
              </p14:nvContentPartPr>
              <p14:xfrm>
                <a:off x="3934368" y="5919984"/>
                <a:ext cx="220680" cy="30816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FE803F98-A2A5-2E15-2CFA-F47A81FCAD73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3925728" y="5910984"/>
                  <a:ext cx="23832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07197B5D-368C-EB43-8ACB-725B8C14902E}"/>
                    </a:ext>
                  </a:extLst>
                </p14:cNvPr>
                <p14:cNvContentPartPr/>
                <p14:nvPr/>
              </p14:nvContentPartPr>
              <p14:xfrm>
                <a:off x="4221648" y="5952384"/>
                <a:ext cx="87120" cy="7128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07197B5D-368C-EB43-8ACB-725B8C14902E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4213008" y="5943384"/>
                  <a:ext cx="104760" cy="88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13">
            <p14:nvContentPartPr>
              <p14:cNvPr id="400" name="Ink 399">
                <a:extLst>
                  <a:ext uri="{FF2B5EF4-FFF2-40B4-BE49-F238E27FC236}">
                    <a16:creationId xmlns:a16="http://schemas.microsoft.com/office/drawing/2014/main" id="{10ACC683-2457-D931-028E-600973829CCC}"/>
                  </a:ext>
                </a:extLst>
              </p14:cNvPr>
              <p14:cNvContentPartPr/>
              <p14:nvPr/>
            </p14:nvContentPartPr>
            <p14:xfrm>
              <a:off x="4614048" y="5964984"/>
              <a:ext cx="188280" cy="77400"/>
            </p14:xfrm>
          </p:contentPart>
        </mc:Choice>
        <mc:Fallback xmlns="">
          <p:pic>
            <p:nvPicPr>
              <p:cNvPr id="400" name="Ink 399">
                <a:extLst>
                  <a:ext uri="{FF2B5EF4-FFF2-40B4-BE49-F238E27FC236}">
                    <a16:creationId xmlns:a16="http://schemas.microsoft.com/office/drawing/2014/main" id="{10ACC683-2457-D931-028E-600973829CCC}"/>
                  </a:ext>
                </a:extLst>
              </p:cNvPr>
              <p:cNvPicPr/>
              <p:nvPr/>
            </p:nvPicPr>
            <p:blipFill>
              <a:blip r:embed="rId614"/>
              <a:stretch>
                <a:fillRect/>
              </a:stretch>
            </p:blipFill>
            <p:spPr>
              <a:xfrm>
                <a:off x="4605048" y="5956344"/>
                <a:ext cx="205920" cy="95040"/>
              </a:xfrm>
              <a:prstGeom prst="rect">
                <a:avLst/>
              </a:prstGeom>
            </p:spPr>
          </p:pic>
        </mc:Fallback>
      </mc:AlternateContent>
      <p:grpSp>
        <p:nvGrpSpPr>
          <p:cNvPr id="414" name="Group 413">
            <a:extLst>
              <a:ext uri="{FF2B5EF4-FFF2-40B4-BE49-F238E27FC236}">
                <a16:creationId xmlns:a16="http://schemas.microsoft.com/office/drawing/2014/main" id="{B6436BAD-723C-BCF2-0A2D-81822A5A9733}"/>
              </a:ext>
            </a:extLst>
          </p:cNvPr>
          <p:cNvGrpSpPr/>
          <p:nvPr/>
        </p:nvGrpSpPr>
        <p:grpSpPr>
          <a:xfrm>
            <a:off x="5244408" y="5831424"/>
            <a:ext cx="1579680" cy="285840"/>
            <a:chOff x="5244408" y="5831424"/>
            <a:chExt cx="157968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D57704AD-45D0-A5D8-49B6-80E925E76D7B}"/>
                    </a:ext>
                  </a:extLst>
                </p14:cNvPr>
                <p14:cNvContentPartPr/>
                <p14:nvPr/>
              </p14:nvContentPartPr>
              <p14:xfrm>
                <a:off x="5244408" y="5831424"/>
                <a:ext cx="743760" cy="28080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D57704AD-45D0-A5D8-49B6-80E925E76D7B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5235768" y="5822424"/>
                  <a:ext cx="76140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1D3C3584-FD17-F2B0-369F-4710C99186D9}"/>
                    </a:ext>
                  </a:extLst>
                </p14:cNvPr>
                <p14:cNvContentPartPr/>
                <p14:nvPr/>
              </p14:nvContentPartPr>
              <p14:xfrm>
                <a:off x="6012288" y="5987304"/>
                <a:ext cx="360" cy="1980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1D3C3584-FD17-F2B0-369F-4710C99186D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003288" y="5978664"/>
                  <a:ext cx="180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77CEAFCC-2F93-16E0-5469-FA1784CCC622}"/>
                    </a:ext>
                  </a:extLst>
                </p14:cNvPr>
                <p14:cNvContentPartPr/>
                <p14:nvPr/>
              </p14:nvContentPartPr>
              <p14:xfrm>
                <a:off x="6044688" y="6005304"/>
                <a:ext cx="174600" cy="4356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77CEAFCC-2F93-16E0-5469-FA1784CCC622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6035688" y="5996304"/>
                  <a:ext cx="19224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CDC689B3-FC59-A059-9EE1-5A0635F3B62D}"/>
                    </a:ext>
                  </a:extLst>
                </p14:cNvPr>
                <p14:cNvContentPartPr/>
                <p14:nvPr/>
              </p14:nvContentPartPr>
              <p14:xfrm>
                <a:off x="6084288" y="5920344"/>
                <a:ext cx="48960" cy="936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CDC689B3-FC59-A059-9EE1-5A0635F3B62D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6075288" y="5911344"/>
                  <a:ext cx="666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6CDCE014-4BBB-64B5-8DD3-05D2ABC91F1E}"/>
                    </a:ext>
                  </a:extLst>
                </p14:cNvPr>
                <p14:cNvContentPartPr/>
                <p14:nvPr/>
              </p14:nvContentPartPr>
              <p14:xfrm>
                <a:off x="6290568" y="5853744"/>
                <a:ext cx="222120" cy="17820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6CDCE014-4BBB-64B5-8DD3-05D2ABC91F1E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6281928" y="5844744"/>
                  <a:ext cx="23976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468A8AB9-2BF1-DDB9-9DEA-0903C75D4A82}"/>
                    </a:ext>
                  </a:extLst>
                </p14:cNvPr>
                <p14:cNvContentPartPr/>
                <p14:nvPr/>
              </p14:nvContentPartPr>
              <p14:xfrm>
                <a:off x="6544728" y="5974344"/>
                <a:ext cx="14040" cy="2844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468A8AB9-2BF1-DDB9-9DEA-0903C75D4A82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6536088" y="5965344"/>
                  <a:ext cx="316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E92A4E3B-D1AC-3912-014C-B72C2D576C9C}"/>
                    </a:ext>
                  </a:extLst>
                </p14:cNvPr>
                <p14:cNvContentPartPr/>
                <p14:nvPr/>
              </p14:nvContentPartPr>
              <p14:xfrm>
                <a:off x="6591168" y="5984784"/>
                <a:ext cx="87840" cy="13248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E92A4E3B-D1AC-3912-014C-B72C2D576C9C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6582168" y="5975784"/>
                  <a:ext cx="1054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200520D3-F56F-41B6-8E29-282DFCE7D7DE}"/>
                    </a:ext>
                  </a:extLst>
                </p14:cNvPr>
                <p14:cNvContentPartPr/>
                <p14:nvPr/>
              </p14:nvContentPartPr>
              <p14:xfrm>
                <a:off x="6687648" y="5988384"/>
                <a:ext cx="136440" cy="8100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200520D3-F56F-41B6-8E29-282DFCE7D7DE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6679008" y="5979384"/>
                  <a:ext cx="154080" cy="9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80F4EDB3-9897-6E16-86B8-5AF4738EFCE4}"/>
              </a:ext>
            </a:extLst>
          </p:cNvPr>
          <p:cNvGrpSpPr/>
          <p:nvPr/>
        </p:nvGrpSpPr>
        <p:grpSpPr>
          <a:xfrm>
            <a:off x="1371168" y="5830344"/>
            <a:ext cx="1211040" cy="673200"/>
            <a:chOff x="1371168" y="5830344"/>
            <a:chExt cx="1211040" cy="67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6B3498B1-F0EA-0CD1-70C0-A4429DB7FA84}"/>
                    </a:ext>
                  </a:extLst>
                </p14:cNvPr>
                <p14:cNvContentPartPr/>
                <p14:nvPr/>
              </p14:nvContentPartPr>
              <p14:xfrm>
                <a:off x="1371168" y="5830344"/>
                <a:ext cx="411480" cy="39672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6B3498B1-F0EA-0CD1-70C0-A4429DB7FA84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1362168" y="5821704"/>
                  <a:ext cx="42912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FB0A1145-343C-1447-9E45-3E6D48CDE03C}"/>
                    </a:ext>
                  </a:extLst>
                </p14:cNvPr>
                <p14:cNvContentPartPr/>
                <p14:nvPr/>
              </p14:nvContentPartPr>
              <p14:xfrm>
                <a:off x="1864368" y="6021504"/>
                <a:ext cx="9000" cy="8388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FB0A1145-343C-1447-9E45-3E6D48CDE03C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1855368" y="6012504"/>
                  <a:ext cx="2664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E9CA2276-B065-C186-4337-3A05CA0CF94F}"/>
                    </a:ext>
                  </a:extLst>
                </p14:cNvPr>
                <p14:cNvContentPartPr/>
                <p14:nvPr/>
              </p14:nvContentPartPr>
              <p14:xfrm>
                <a:off x="1877328" y="5957784"/>
                <a:ext cx="1800" cy="2376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E9CA2276-B065-C186-4337-3A05CA0CF94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868328" y="5948784"/>
                  <a:ext cx="194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5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CAA9201B-0D5C-98CA-FC7F-D16B1EA76C79}"/>
                    </a:ext>
                  </a:extLst>
                </p14:cNvPr>
                <p14:cNvContentPartPr/>
                <p14:nvPr/>
              </p14:nvContentPartPr>
              <p14:xfrm>
                <a:off x="1938168" y="6009264"/>
                <a:ext cx="220680" cy="6804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CAA9201B-0D5C-98CA-FC7F-D16B1EA76C79}"/>
                    </a:ext>
                  </a:extLst>
                </p:cNvPr>
                <p:cNvPicPr/>
                <p:nvPr/>
              </p:nvPicPr>
              <p:blipFill>
                <a:blip r:embed="rId636"/>
                <a:stretch>
                  <a:fillRect/>
                </a:stretch>
              </p:blipFill>
              <p:spPr>
                <a:xfrm>
                  <a:off x="1929528" y="6000264"/>
                  <a:ext cx="23832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7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8BF146D0-9BDE-B6C2-1E82-D3842EAB1F8D}"/>
                    </a:ext>
                  </a:extLst>
                </p14:cNvPr>
                <p14:cNvContentPartPr/>
                <p14:nvPr/>
              </p14:nvContentPartPr>
              <p14:xfrm>
                <a:off x="2172528" y="5930064"/>
                <a:ext cx="4680" cy="3636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8BF146D0-9BDE-B6C2-1E82-D3842EAB1F8D}"/>
                    </a:ext>
                  </a:extLst>
                </p:cNvPr>
                <p:cNvPicPr/>
                <p:nvPr/>
              </p:nvPicPr>
              <p:blipFill>
                <a:blip r:embed="rId638"/>
                <a:stretch>
                  <a:fillRect/>
                </a:stretch>
              </p:blipFill>
              <p:spPr>
                <a:xfrm>
                  <a:off x="2163528" y="5921424"/>
                  <a:ext cx="223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9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88577CE3-0BED-3260-78B9-70F53AE728B0}"/>
                    </a:ext>
                  </a:extLst>
                </p14:cNvPr>
                <p14:cNvContentPartPr/>
                <p14:nvPr/>
              </p14:nvContentPartPr>
              <p14:xfrm>
                <a:off x="2222568" y="5891544"/>
                <a:ext cx="359640" cy="16776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88577CE3-0BED-3260-78B9-70F53AE728B0}"/>
                    </a:ext>
                  </a:extLst>
                </p:cNvPr>
                <p:cNvPicPr/>
                <p:nvPr/>
              </p:nvPicPr>
              <p:blipFill>
                <a:blip r:embed="rId640"/>
                <a:stretch>
                  <a:fillRect/>
                </a:stretch>
              </p:blipFill>
              <p:spPr>
                <a:xfrm>
                  <a:off x="2213928" y="5882544"/>
                  <a:ext cx="3772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1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BF354AE2-2608-C67D-92CD-98BA70B3EA9E}"/>
                    </a:ext>
                  </a:extLst>
                </p14:cNvPr>
                <p14:cNvContentPartPr/>
                <p14:nvPr/>
              </p14:nvContentPartPr>
              <p14:xfrm>
                <a:off x="1572048" y="6158664"/>
                <a:ext cx="605880" cy="34488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BF354AE2-2608-C67D-92CD-98BA70B3EA9E}"/>
                    </a:ext>
                  </a:extLst>
                </p:cNvPr>
                <p:cNvPicPr/>
                <p:nvPr/>
              </p:nvPicPr>
              <p:blipFill>
                <a:blip r:embed="rId642"/>
                <a:stretch>
                  <a:fillRect/>
                </a:stretch>
              </p:blipFill>
              <p:spPr>
                <a:xfrm>
                  <a:off x="1563408" y="6149664"/>
                  <a:ext cx="62352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3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6B4D4F1D-7552-FC5E-3AD2-6056927B0566}"/>
                    </a:ext>
                  </a:extLst>
                </p14:cNvPr>
                <p14:cNvContentPartPr/>
                <p14:nvPr/>
              </p14:nvContentPartPr>
              <p14:xfrm>
                <a:off x="1927368" y="6266664"/>
                <a:ext cx="97920" cy="1728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6B4D4F1D-7552-FC5E-3AD2-6056927B0566}"/>
                    </a:ext>
                  </a:extLst>
                </p:cNvPr>
                <p:cNvPicPr/>
                <p:nvPr/>
              </p:nvPicPr>
              <p:blipFill>
                <a:blip r:embed="rId644"/>
                <a:stretch>
                  <a:fillRect/>
                </a:stretch>
              </p:blipFill>
              <p:spPr>
                <a:xfrm>
                  <a:off x="1918728" y="6257664"/>
                  <a:ext cx="11556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4D988022-6A0C-A2E9-500D-9DC6D20226B3}"/>
              </a:ext>
            </a:extLst>
          </p:cNvPr>
          <p:cNvGrpSpPr/>
          <p:nvPr/>
        </p:nvGrpSpPr>
        <p:grpSpPr>
          <a:xfrm>
            <a:off x="2571408" y="6195024"/>
            <a:ext cx="379800" cy="235080"/>
            <a:chOff x="2571408" y="6195024"/>
            <a:chExt cx="379800" cy="23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5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AEF42447-6C73-C595-9D8C-8D05180A9F3B}"/>
                    </a:ext>
                  </a:extLst>
                </p14:cNvPr>
                <p14:cNvContentPartPr/>
                <p14:nvPr/>
              </p14:nvContentPartPr>
              <p14:xfrm>
                <a:off x="2780568" y="6195024"/>
                <a:ext cx="41040" cy="23508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AEF42447-6C73-C595-9D8C-8D05180A9F3B}"/>
                    </a:ext>
                  </a:extLst>
                </p:cNvPr>
                <p:cNvPicPr/>
                <p:nvPr/>
              </p:nvPicPr>
              <p:blipFill>
                <a:blip r:embed="rId646"/>
                <a:stretch>
                  <a:fillRect/>
                </a:stretch>
              </p:blipFill>
              <p:spPr>
                <a:xfrm>
                  <a:off x="2771568" y="6186384"/>
                  <a:ext cx="5868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7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39CE2396-8643-F8ED-1DDF-786790135F2F}"/>
                    </a:ext>
                  </a:extLst>
                </p14:cNvPr>
                <p14:cNvContentPartPr/>
                <p14:nvPr/>
              </p14:nvContentPartPr>
              <p14:xfrm>
                <a:off x="2571408" y="6340464"/>
                <a:ext cx="379800" cy="7452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39CE2396-8643-F8ED-1DDF-786790135F2F}"/>
                    </a:ext>
                  </a:extLst>
                </p:cNvPr>
                <p:cNvPicPr/>
                <p:nvPr/>
              </p:nvPicPr>
              <p:blipFill>
                <a:blip r:embed="rId648"/>
                <a:stretch>
                  <a:fillRect/>
                </a:stretch>
              </p:blipFill>
              <p:spPr>
                <a:xfrm>
                  <a:off x="2562408" y="6331824"/>
                  <a:ext cx="397440" cy="92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9">
            <p14:nvContentPartPr>
              <p14:cNvPr id="417" name="Ink 416">
                <a:extLst>
                  <a:ext uri="{FF2B5EF4-FFF2-40B4-BE49-F238E27FC236}">
                    <a16:creationId xmlns:a16="http://schemas.microsoft.com/office/drawing/2014/main" id="{51694233-2919-548C-3BE6-6CA71BB0697F}"/>
                  </a:ext>
                </a:extLst>
              </p14:cNvPr>
              <p14:cNvContentPartPr/>
              <p14:nvPr/>
            </p14:nvContentPartPr>
            <p14:xfrm>
              <a:off x="3274128" y="6229584"/>
              <a:ext cx="203040" cy="191520"/>
            </p14:xfrm>
          </p:contentPart>
        </mc:Choice>
        <mc:Fallback xmlns="">
          <p:pic>
            <p:nvPicPr>
              <p:cNvPr id="417" name="Ink 416">
                <a:extLst>
                  <a:ext uri="{FF2B5EF4-FFF2-40B4-BE49-F238E27FC236}">
                    <a16:creationId xmlns:a16="http://schemas.microsoft.com/office/drawing/2014/main" id="{51694233-2919-548C-3BE6-6CA71BB0697F}"/>
                  </a:ext>
                </a:extLst>
              </p:cNvPr>
              <p:cNvPicPr/>
              <p:nvPr/>
            </p:nvPicPr>
            <p:blipFill>
              <a:blip r:embed="rId650"/>
              <a:stretch>
                <a:fillRect/>
              </a:stretch>
            </p:blipFill>
            <p:spPr>
              <a:xfrm>
                <a:off x="3265488" y="6220584"/>
                <a:ext cx="220680" cy="209160"/>
              </a:xfrm>
              <a:prstGeom prst="rect">
                <a:avLst/>
              </a:prstGeom>
            </p:spPr>
          </p:pic>
        </mc:Fallback>
      </mc:AlternateContent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386065D-3536-6134-8E28-1DB83C1436C7}"/>
              </a:ext>
            </a:extLst>
          </p:cNvPr>
          <p:cNvGrpSpPr/>
          <p:nvPr/>
        </p:nvGrpSpPr>
        <p:grpSpPr>
          <a:xfrm>
            <a:off x="3726648" y="6216624"/>
            <a:ext cx="649800" cy="240840"/>
            <a:chOff x="3726648" y="6216624"/>
            <a:chExt cx="649800" cy="24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51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C459B0EF-10EB-C50D-EAB8-858D9EFE0AE5}"/>
                    </a:ext>
                  </a:extLst>
                </p14:cNvPr>
                <p14:cNvContentPartPr/>
                <p14:nvPr/>
              </p14:nvContentPartPr>
              <p14:xfrm>
                <a:off x="3726648" y="6216624"/>
                <a:ext cx="328320" cy="23976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C459B0EF-10EB-C50D-EAB8-858D9EFE0AE5}"/>
                    </a:ext>
                  </a:extLst>
                </p:cNvPr>
                <p:cNvPicPr/>
                <p:nvPr/>
              </p:nvPicPr>
              <p:blipFill>
                <a:blip r:embed="rId652"/>
                <a:stretch>
                  <a:fillRect/>
                </a:stretch>
              </p:blipFill>
              <p:spPr>
                <a:xfrm>
                  <a:off x="3717648" y="6207984"/>
                  <a:ext cx="34596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3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14B6496A-0ED1-0415-6D53-DBCCF7F6A72A}"/>
                    </a:ext>
                  </a:extLst>
                </p14:cNvPr>
                <p14:cNvContentPartPr/>
                <p14:nvPr/>
              </p14:nvContentPartPr>
              <p14:xfrm>
                <a:off x="4124808" y="6372504"/>
                <a:ext cx="251640" cy="8496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14B6496A-0ED1-0415-6D53-DBCCF7F6A72A}"/>
                    </a:ext>
                  </a:extLst>
                </p:cNvPr>
                <p:cNvPicPr/>
                <p:nvPr/>
              </p:nvPicPr>
              <p:blipFill>
                <a:blip r:embed="rId654"/>
                <a:stretch>
                  <a:fillRect/>
                </a:stretch>
              </p:blipFill>
              <p:spPr>
                <a:xfrm>
                  <a:off x="4115808" y="6363504"/>
                  <a:ext cx="269280" cy="10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F9B33E64-C8BE-0189-DBCF-2C7932988DE3}"/>
              </a:ext>
            </a:extLst>
          </p:cNvPr>
          <p:cNvGrpSpPr/>
          <p:nvPr/>
        </p:nvGrpSpPr>
        <p:grpSpPr>
          <a:xfrm>
            <a:off x="4647888" y="6256944"/>
            <a:ext cx="179640" cy="228240"/>
            <a:chOff x="4647888" y="6256944"/>
            <a:chExt cx="179640" cy="22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55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F318FDD6-913A-7D82-A964-974F7C9110D2}"/>
                    </a:ext>
                  </a:extLst>
                </p14:cNvPr>
                <p14:cNvContentPartPr/>
                <p14:nvPr/>
              </p14:nvContentPartPr>
              <p14:xfrm>
                <a:off x="4647888" y="6256944"/>
                <a:ext cx="175320" cy="22824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F318FDD6-913A-7D82-A964-974F7C9110D2}"/>
                    </a:ext>
                  </a:extLst>
                </p:cNvPr>
                <p:cNvPicPr/>
                <p:nvPr/>
              </p:nvPicPr>
              <p:blipFill>
                <a:blip r:embed="rId656"/>
                <a:stretch>
                  <a:fillRect/>
                </a:stretch>
              </p:blipFill>
              <p:spPr>
                <a:xfrm>
                  <a:off x="4638888" y="6248304"/>
                  <a:ext cx="1929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7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3A6BB11A-761A-B3E9-84D3-3C0AF52FDC8C}"/>
                    </a:ext>
                  </a:extLst>
                </p14:cNvPr>
                <p14:cNvContentPartPr/>
                <p14:nvPr/>
              </p14:nvContentPartPr>
              <p14:xfrm>
                <a:off x="4745808" y="6350184"/>
                <a:ext cx="81720" cy="216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3A6BB11A-761A-B3E9-84D3-3C0AF52FDC8C}"/>
                    </a:ext>
                  </a:extLst>
                </p:cNvPr>
                <p:cNvPicPr/>
                <p:nvPr/>
              </p:nvPicPr>
              <p:blipFill>
                <a:blip r:embed="rId658"/>
                <a:stretch>
                  <a:fillRect/>
                </a:stretch>
              </p:blipFill>
              <p:spPr>
                <a:xfrm>
                  <a:off x="4736808" y="6341184"/>
                  <a:ext cx="993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CE7133ED-F71E-0A02-A7E2-3D27BB3FC209}"/>
              </a:ext>
            </a:extLst>
          </p:cNvPr>
          <p:cNvGrpSpPr/>
          <p:nvPr/>
        </p:nvGrpSpPr>
        <p:grpSpPr>
          <a:xfrm>
            <a:off x="5116968" y="6339744"/>
            <a:ext cx="539280" cy="139320"/>
            <a:chOff x="5116968" y="6339744"/>
            <a:chExt cx="539280" cy="13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59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A7C31EA4-E628-B77D-E256-183C3769D5AB}"/>
                    </a:ext>
                  </a:extLst>
                </p14:cNvPr>
                <p14:cNvContentPartPr/>
                <p14:nvPr/>
              </p14:nvContentPartPr>
              <p14:xfrm>
                <a:off x="5116968" y="6396264"/>
                <a:ext cx="271080" cy="8280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A7C31EA4-E628-B77D-E256-183C3769D5AB}"/>
                    </a:ext>
                  </a:extLst>
                </p:cNvPr>
                <p:cNvPicPr/>
                <p:nvPr/>
              </p:nvPicPr>
              <p:blipFill>
                <a:blip r:embed="rId660"/>
                <a:stretch>
                  <a:fillRect/>
                </a:stretch>
              </p:blipFill>
              <p:spPr>
                <a:xfrm>
                  <a:off x="5108328" y="6387624"/>
                  <a:ext cx="28872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1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A0E5F12F-8AC1-0AA2-06F3-B35B6E98FD4F}"/>
                    </a:ext>
                  </a:extLst>
                </p14:cNvPr>
                <p14:cNvContentPartPr/>
                <p14:nvPr/>
              </p14:nvContentPartPr>
              <p14:xfrm>
                <a:off x="5461128" y="6339744"/>
                <a:ext cx="195120" cy="13572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A0E5F12F-8AC1-0AA2-06F3-B35B6E98FD4F}"/>
                    </a:ext>
                  </a:extLst>
                </p:cNvPr>
                <p:cNvPicPr/>
                <p:nvPr/>
              </p:nvPicPr>
              <p:blipFill>
                <a:blip r:embed="rId662"/>
                <a:stretch>
                  <a:fillRect/>
                </a:stretch>
              </p:blipFill>
              <p:spPr>
                <a:xfrm>
                  <a:off x="5452128" y="6330744"/>
                  <a:ext cx="21276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3240FDA2-1EB2-4D14-27DE-3416B9CDCB83}"/>
              </a:ext>
            </a:extLst>
          </p:cNvPr>
          <p:cNvGrpSpPr/>
          <p:nvPr/>
        </p:nvGrpSpPr>
        <p:grpSpPr>
          <a:xfrm>
            <a:off x="5964048" y="6241824"/>
            <a:ext cx="442080" cy="226800"/>
            <a:chOff x="5964048" y="6241824"/>
            <a:chExt cx="442080" cy="22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3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857A0AE3-2451-F6FF-0EEF-E497916135B1}"/>
                    </a:ext>
                  </a:extLst>
                </p14:cNvPr>
                <p14:cNvContentPartPr/>
                <p14:nvPr/>
              </p14:nvContentPartPr>
              <p14:xfrm>
                <a:off x="5964048" y="6265584"/>
                <a:ext cx="136440" cy="20304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857A0AE3-2451-F6FF-0EEF-E497916135B1}"/>
                    </a:ext>
                  </a:extLst>
                </p:cNvPr>
                <p:cNvPicPr/>
                <p:nvPr/>
              </p:nvPicPr>
              <p:blipFill>
                <a:blip r:embed="rId664"/>
                <a:stretch>
                  <a:fillRect/>
                </a:stretch>
              </p:blipFill>
              <p:spPr>
                <a:xfrm>
                  <a:off x="5955408" y="6256944"/>
                  <a:ext cx="1540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5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72E0F717-D48B-1F98-6E77-19EF13994B1D}"/>
                    </a:ext>
                  </a:extLst>
                </p14:cNvPr>
                <p14:cNvContentPartPr/>
                <p14:nvPr/>
              </p14:nvContentPartPr>
              <p14:xfrm>
                <a:off x="6100488" y="6241824"/>
                <a:ext cx="305640" cy="18180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72E0F717-D48B-1F98-6E77-19EF13994B1D}"/>
                    </a:ext>
                  </a:extLst>
                </p:cNvPr>
                <p:cNvPicPr/>
                <p:nvPr/>
              </p:nvPicPr>
              <p:blipFill>
                <a:blip r:embed="rId666"/>
                <a:stretch>
                  <a:fillRect/>
                </a:stretch>
              </p:blipFill>
              <p:spPr>
                <a:xfrm>
                  <a:off x="6091848" y="6232824"/>
                  <a:ext cx="32328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F219FAA8-9106-EB71-BF9B-4C3EE4286A2C}"/>
              </a:ext>
            </a:extLst>
          </p:cNvPr>
          <p:cNvGrpSpPr/>
          <p:nvPr/>
        </p:nvGrpSpPr>
        <p:grpSpPr>
          <a:xfrm>
            <a:off x="6631848" y="6330024"/>
            <a:ext cx="197280" cy="95400"/>
            <a:chOff x="6631848" y="6330024"/>
            <a:chExt cx="197280" cy="9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7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A4C1E39A-A8FE-C42F-9803-CE2B0A0FE97C}"/>
                    </a:ext>
                  </a:extLst>
                </p14:cNvPr>
                <p14:cNvContentPartPr/>
                <p14:nvPr/>
              </p14:nvContentPartPr>
              <p14:xfrm>
                <a:off x="6631848" y="6382944"/>
                <a:ext cx="28080" cy="4248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A4C1E39A-A8FE-C42F-9803-CE2B0A0FE97C}"/>
                    </a:ext>
                  </a:extLst>
                </p:cNvPr>
                <p:cNvPicPr/>
                <p:nvPr/>
              </p:nvPicPr>
              <p:blipFill>
                <a:blip r:embed="rId668"/>
                <a:stretch>
                  <a:fillRect/>
                </a:stretch>
              </p:blipFill>
              <p:spPr>
                <a:xfrm>
                  <a:off x="6622848" y="6373944"/>
                  <a:ext cx="457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9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3A01A443-DD64-17A1-443C-08F4F1FA0BFE}"/>
                    </a:ext>
                  </a:extLst>
                </p14:cNvPr>
                <p14:cNvContentPartPr/>
                <p14:nvPr/>
              </p14:nvContentPartPr>
              <p14:xfrm>
                <a:off x="6692688" y="6330024"/>
                <a:ext cx="2520" cy="864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3A01A443-DD64-17A1-443C-08F4F1FA0BF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683688" y="6321384"/>
                  <a:ext cx="201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0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3D2A28C5-9E31-D244-29C1-FC22AFAAB686}"/>
                    </a:ext>
                  </a:extLst>
                </p14:cNvPr>
                <p14:cNvContentPartPr/>
                <p14:nvPr/>
              </p14:nvContentPartPr>
              <p14:xfrm>
                <a:off x="6757128" y="6395544"/>
                <a:ext cx="72000" cy="1692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3D2A28C5-9E31-D244-29C1-FC22AFAAB686}"/>
                    </a:ext>
                  </a:extLst>
                </p:cNvPr>
                <p:cNvPicPr/>
                <p:nvPr/>
              </p:nvPicPr>
              <p:blipFill>
                <a:blip r:embed="rId671"/>
                <a:stretch>
                  <a:fillRect/>
                </a:stretch>
              </p:blipFill>
              <p:spPr>
                <a:xfrm>
                  <a:off x="6748128" y="6386544"/>
                  <a:ext cx="8964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52A57F40-241B-C705-4DEA-723376046EB3}"/>
              </a:ext>
            </a:extLst>
          </p:cNvPr>
          <p:cNvGrpSpPr/>
          <p:nvPr/>
        </p:nvGrpSpPr>
        <p:grpSpPr>
          <a:xfrm>
            <a:off x="1982448" y="6575184"/>
            <a:ext cx="1052640" cy="222120"/>
            <a:chOff x="1982448" y="6575184"/>
            <a:chExt cx="1052640" cy="22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2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DF615541-0222-2F56-379B-4A0E1E436A55}"/>
                    </a:ext>
                  </a:extLst>
                </p14:cNvPr>
                <p14:cNvContentPartPr/>
                <p14:nvPr/>
              </p14:nvContentPartPr>
              <p14:xfrm>
                <a:off x="1982448" y="6591024"/>
                <a:ext cx="580680" cy="14040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DF615541-0222-2F56-379B-4A0E1E436A55}"/>
                    </a:ext>
                  </a:extLst>
                </p:cNvPr>
                <p:cNvPicPr/>
                <p:nvPr/>
              </p:nvPicPr>
              <p:blipFill>
                <a:blip r:embed="rId673"/>
                <a:stretch>
                  <a:fillRect/>
                </a:stretch>
              </p:blipFill>
              <p:spPr>
                <a:xfrm>
                  <a:off x="1973808" y="6582384"/>
                  <a:ext cx="5983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4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4ADF2956-DF97-FA27-38D4-BEC1E6DE3421}"/>
                    </a:ext>
                  </a:extLst>
                </p14:cNvPr>
                <p14:cNvContentPartPr/>
                <p14:nvPr/>
              </p14:nvContentPartPr>
              <p14:xfrm>
                <a:off x="2632968" y="6612984"/>
                <a:ext cx="87840" cy="12564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4ADF2956-DF97-FA27-38D4-BEC1E6DE3421}"/>
                    </a:ext>
                  </a:extLst>
                </p:cNvPr>
                <p:cNvPicPr/>
                <p:nvPr/>
              </p:nvPicPr>
              <p:blipFill>
                <a:blip r:embed="rId675"/>
                <a:stretch>
                  <a:fillRect/>
                </a:stretch>
              </p:blipFill>
              <p:spPr>
                <a:xfrm>
                  <a:off x="2623968" y="6604344"/>
                  <a:ext cx="1054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6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25262E8E-D680-DAC5-444E-C9D6325AC195}"/>
                    </a:ext>
                  </a:extLst>
                </p14:cNvPr>
                <p14:cNvContentPartPr/>
                <p14:nvPr/>
              </p14:nvContentPartPr>
              <p14:xfrm>
                <a:off x="2820888" y="6575184"/>
                <a:ext cx="102600" cy="15444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25262E8E-D680-DAC5-444E-C9D6325AC195}"/>
                    </a:ext>
                  </a:extLst>
                </p:cNvPr>
                <p:cNvPicPr/>
                <p:nvPr/>
              </p:nvPicPr>
              <p:blipFill>
                <a:blip r:embed="rId677"/>
                <a:stretch>
                  <a:fillRect/>
                </a:stretch>
              </p:blipFill>
              <p:spPr>
                <a:xfrm>
                  <a:off x="2812248" y="6566544"/>
                  <a:ext cx="1202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8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DF7EE4A5-A824-F508-3574-30E896FBB3F0}"/>
                    </a:ext>
                  </a:extLst>
                </p14:cNvPr>
                <p14:cNvContentPartPr/>
                <p14:nvPr/>
              </p14:nvContentPartPr>
              <p14:xfrm>
                <a:off x="2951928" y="6619824"/>
                <a:ext cx="83160" cy="17748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DF7EE4A5-A824-F508-3574-30E896FBB3F0}"/>
                    </a:ext>
                  </a:extLst>
                </p:cNvPr>
                <p:cNvPicPr/>
                <p:nvPr/>
              </p:nvPicPr>
              <p:blipFill>
                <a:blip r:embed="rId679"/>
                <a:stretch>
                  <a:fillRect/>
                </a:stretch>
              </p:blipFill>
              <p:spPr>
                <a:xfrm>
                  <a:off x="2942928" y="6611184"/>
                  <a:ext cx="100800" cy="195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595B781C-32FE-AC1F-44D0-203B2658B78A}"/>
              </a:ext>
            </a:extLst>
          </p:cNvPr>
          <p:cNvGrpSpPr/>
          <p:nvPr/>
        </p:nvGrpSpPr>
        <p:grpSpPr>
          <a:xfrm>
            <a:off x="3370248" y="6618744"/>
            <a:ext cx="662760" cy="206280"/>
            <a:chOff x="3370248" y="6618744"/>
            <a:chExt cx="662760" cy="20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0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4120EEE1-B66B-8DD2-A17A-D52C35727AAE}"/>
                    </a:ext>
                  </a:extLst>
                </p14:cNvPr>
                <p14:cNvContentPartPr/>
                <p14:nvPr/>
              </p14:nvContentPartPr>
              <p14:xfrm>
                <a:off x="3370248" y="6618744"/>
                <a:ext cx="368280" cy="20628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4120EEE1-B66B-8DD2-A17A-D52C35727AAE}"/>
                    </a:ext>
                  </a:extLst>
                </p:cNvPr>
                <p:cNvPicPr/>
                <p:nvPr/>
              </p:nvPicPr>
              <p:blipFill>
                <a:blip r:embed="rId681"/>
                <a:stretch>
                  <a:fillRect/>
                </a:stretch>
              </p:blipFill>
              <p:spPr>
                <a:xfrm>
                  <a:off x="3361608" y="6609744"/>
                  <a:ext cx="38592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2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3D49D7FF-3F92-9B61-1222-D3141D9F04AE}"/>
                    </a:ext>
                  </a:extLst>
                </p14:cNvPr>
                <p14:cNvContentPartPr/>
                <p14:nvPr/>
              </p14:nvContentPartPr>
              <p14:xfrm>
                <a:off x="3771288" y="6641784"/>
                <a:ext cx="90360" cy="6840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3D49D7FF-3F92-9B61-1222-D3141D9F04AE}"/>
                    </a:ext>
                  </a:extLst>
                </p:cNvPr>
                <p:cNvPicPr/>
                <p:nvPr/>
              </p:nvPicPr>
              <p:blipFill>
                <a:blip r:embed="rId683"/>
                <a:stretch>
                  <a:fillRect/>
                </a:stretch>
              </p:blipFill>
              <p:spPr>
                <a:xfrm>
                  <a:off x="3762288" y="6633144"/>
                  <a:ext cx="10800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4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4CA2A072-166D-61F0-5076-9479AB57F2B5}"/>
                    </a:ext>
                  </a:extLst>
                </p14:cNvPr>
                <p14:cNvContentPartPr/>
                <p14:nvPr/>
              </p14:nvContentPartPr>
              <p14:xfrm>
                <a:off x="3912048" y="6650784"/>
                <a:ext cx="120960" cy="5076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4CA2A072-166D-61F0-5076-9479AB57F2B5}"/>
                    </a:ext>
                  </a:extLst>
                </p:cNvPr>
                <p:cNvPicPr/>
                <p:nvPr/>
              </p:nvPicPr>
              <p:blipFill>
                <a:blip r:embed="rId685"/>
                <a:stretch>
                  <a:fillRect/>
                </a:stretch>
              </p:blipFill>
              <p:spPr>
                <a:xfrm>
                  <a:off x="3903048" y="6642144"/>
                  <a:ext cx="138600" cy="684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97639339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C00A51B-DDBA-E5B0-1D37-CB07839C34D8}"/>
              </a:ext>
            </a:extLst>
          </p:cNvPr>
          <p:cNvGrpSpPr/>
          <p:nvPr/>
        </p:nvGrpSpPr>
        <p:grpSpPr>
          <a:xfrm>
            <a:off x="1143288" y="242784"/>
            <a:ext cx="6706080" cy="690480"/>
            <a:chOff x="1143288" y="242784"/>
            <a:chExt cx="6706080" cy="69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C25D457F-66CB-4F7D-E251-37BB1D297162}"/>
                    </a:ext>
                  </a:extLst>
                </p14:cNvPr>
                <p14:cNvContentPartPr/>
                <p14:nvPr/>
              </p14:nvContentPartPr>
              <p14:xfrm>
                <a:off x="1143288" y="537624"/>
                <a:ext cx="253800" cy="1479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C25D457F-66CB-4F7D-E251-37BB1D29716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134648" y="528984"/>
                  <a:ext cx="2714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3ED337A6-350B-C299-FDC3-056BA61F6371}"/>
                    </a:ext>
                  </a:extLst>
                </p14:cNvPr>
                <p14:cNvContentPartPr/>
                <p14:nvPr/>
              </p14:nvContentPartPr>
              <p14:xfrm>
                <a:off x="1500408" y="550584"/>
                <a:ext cx="77760" cy="1152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3ED337A6-350B-C299-FDC3-056BA61F637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491408" y="541584"/>
                  <a:ext cx="954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A3E1B9B-7169-AE59-1248-8AB8C8325839}"/>
                    </a:ext>
                  </a:extLst>
                </p14:cNvPr>
                <p14:cNvContentPartPr/>
                <p14:nvPr/>
              </p14:nvContentPartPr>
              <p14:xfrm>
                <a:off x="1615248" y="580104"/>
                <a:ext cx="153360" cy="957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A3E1B9B-7169-AE59-1248-8AB8C832583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606248" y="571464"/>
                  <a:ext cx="17100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E9A0094F-7490-F84B-DDF2-04B03EF1EE6F}"/>
                    </a:ext>
                  </a:extLst>
                </p14:cNvPr>
                <p14:cNvContentPartPr/>
                <p14:nvPr/>
              </p14:nvContentPartPr>
              <p14:xfrm>
                <a:off x="1824768" y="469224"/>
                <a:ext cx="117000" cy="1983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E9A0094F-7490-F84B-DDF2-04B03EF1EE6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816128" y="460584"/>
                  <a:ext cx="13464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26FE1E6-95C8-BF56-7441-7349C17F9C8D}"/>
                    </a:ext>
                  </a:extLst>
                </p14:cNvPr>
                <p14:cNvContentPartPr/>
                <p14:nvPr/>
              </p14:nvContentPartPr>
              <p14:xfrm>
                <a:off x="2236968" y="395784"/>
                <a:ext cx="477360" cy="2847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26FE1E6-95C8-BF56-7441-7349C17F9C8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227968" y="386784"/>
                  <a:ext cx="49500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D2BCEACE-9FED-80A2-1D73-6F079DA64EBA}"/>
                    </a:ext>
                  </a:extLst>
                </p14:cNvPr>
                <p14:cNvContentPartPr/>
                <p14:nvPr/>
              </p14:nvContentPartPr>
              <p14:xfrm>
                <a:off x="2484648" y="574344"/>
                <a:ext cx="195480" cy="453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D2BCEACE-9FED-80A2-1D73-6F079DA64EB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475648" y="565704"/>
                  <a:ext cx="2131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A75CC890-ED50-81BF-5F2B-46628E344EE8}"/>
                    </a:ext>
                  </a:extLst>
                </p14:cNvPr>
                <p14:cNvContentPartPr/>
                <p14:nvPr/>
              </p14:nvContentPartPr>
              <p14:xfrm>
                <a:off x="2718648" y="547344"/>
                <a:ext cx="263880" cy="1112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A75CC890-ED50-81BF-5F2B-46628E344EE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710008" y="538344"/>
                  <a:ext cx="28152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F8DCBE4D-58C9-1500-719E-9878E7143AE3}"/>
                    </a:ext>
                  </a:extLst>
                </p14:cNvPr>
                <p14:cNvContentPartPr/>
                <p14:nvPr/>
              </p14:nvContentPartPr>
              <p14:xfrm>
                <a:off x="3041928" y="331344"/>
                <a:ext cx="209880" cy="3452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F8DCBE4D-58C9-1500-719E-9878E7143AE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033288" y="322344"/>
                  <a:ext cx="22752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9FE16BAF-AED1-06D8-DE91-F1B34E1EFE9D}"/>
                    </a:ext>
                  </a:extLst>
                </p14:cNvPr>
                <p14:cNvContentPartPr/>
                <p14:nvPr/>
              </p14:nvContentPartPr>
              <p14:xfrm>
                <a:off x="3348648" y="543744"/>
                <a:ext cx="21600" cy="100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9FE16BAF-AED1-06D8-DE91-F1B34E1EFE9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340008" y="534744"/>
                  <a:ext cx="392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35D5A1DE-19BC-4030-5CDA-B7D316BB3232}"/>
                    </a:ext>
                  </a:extLst>
                </p14:cNvPr>
                <p14:cNvContentPartPr/>
                <p14:nvPr/>
              </p14:nvContentPartPr>
              <p14:xfrm>
                <a:off x="3358368" y="358704"/>
                <a:ext cx="564480" cy="2754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35D5A1DE-19BC-4030-5CDA-B7D316BB323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349728" y="349704"/>
                  <a:ext cx="58212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E2838E14-913F-F089-2364-8B3B668B2029}"/>
                    </a:ext>
                  </a:extLst>
                </p14:cNvPr>
                <p14:cNvContentPartPr/>
                <p14:nvPr/>
              </p14:nvContentPartPr>
              <p14:xfrm>
                <a:off x="3972168" y="551304"/>
                <a:ext cx="113040" cy="612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E2838E14-913F-F089-2364-8B3B668B202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963168" y="542664"/>
                  <a:ext cx="13068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FC5E59C9-781B-077B-829E-0D7D7A798D17}"/>
                    </a:ext>
                  </a:extLst>
                </p14:cNvPr>
                <p14:cNvContentPartPr/>
                <p14:nvPr/>
              </p14:nvContentPartPr>
              <p14:xfrm>
                <a:off x="3991248" y="418824"/>
                <a:ext cx="73080" cy="154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FC5E59C9-781B-077B-829E-0D7D7A798D1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982608" y="410184"/>
                  <a:ext cx="907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94A9F276-CA34-AA2B-3E6A-E9FE303A8F9E}"/>
                    </a:ext>
                  </a:extLst>
                </p14:cNvPr>
                <p14:cNvContentPartPr/>
                <p14:nvPr/>
              </p14:nvContentPartPr>
              <p14:xfrm>
                <a:off x="4482648" y="527904"/>
                <a:ext cx="14400" cy="421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94A9F276-CA34-AA2B-3E6A-E9FE303A8F9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73648" y="518904"/>
                  <a:ext cx="3204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A199DE4F-B22E-4A52-003A-9AEFC8E7FEAB}"/>
                    </a:ext>
                  </a:extLst>
                </p14:cNvPr>
                <p14:cNvContentPartPr/>
                <p14:nvPr/>
              </p14:nvContentPartPr>
              <p14:xfrm>
                <a:off x="4502448" y="427104"/>
                <a:ext cx="3600" cy="284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A199DE4F-B22E-4A52-003A-9AEFC8E7FEA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493808" y="418464"/>
                  <a:ext cx="212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5C89E1DB-AE9E-FEBE-C8EF-2DF90EB03CFD}"/>
                    </a:ext>
                  </a:extLst>
                </p14:cNvPr>
                <p14:cNvContentPartPr/>
                <p14:nvPr/>
              </p14:nvContentPartPr>
              <p14:xfrm>
                <a:off x="4591008" y="497304"/>
                <a:ext cx="70200" cy="255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5C89E1DB-AE9E-FEBE-C8EF-2DF90EB03CF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82008" y="488664"/>
                  <a:ext cx="8784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47070A13-F1ED-576D-0B4D-0C85C4E472B2}"/>
                    </a:ext>
                  </a:extLst>
                </p14:cNvPr>
                <p14:cNvContentPartPr/>
                <p14:nvPr/>
              </p14:nvContentPartPr>
              <p14:xfrm>
                <a:off x="4998168" y="242784"/>
                <a:ext cx="721440" cy="324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47070A13-F1ED-576D-0B4D-0C85C4E472B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989168" y="234144"/>
                  <a:ext cx="73908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049CAA71-4B98-AA98-DEF4-3CF2E329E104}"/>
                    </a:ext>
                  </a:extLst>
                </p14:cNvPr>
                <p14:cNvContentPartPr/>
                <p14:nvPr/>
              </p14:nvContentPartPr>
              <p14:xfrm>
                <a:off x="5812128" y="355824"/>
                <a:ext cx="165600" cy="1922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049CAA71-4B98-AA98-DEF4-3CF2E329E10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803128" y="346824"/>
                  <a:ext cx="1832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56F243E-46B2-D66F-C95B-C90AC9E4552B}"/>
                    </a:ext>
                  </a:extLst>
                </p14:cNvPr>
                <p14:cNvContentPartPr/>
                <p14:nvPr/>
              </p14:nvContentPartPr>
              <p14:xfrm>
                <a:off x="6097608" y="286344"/>
                <a:ext cx="126720" cy="2235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56F243E-46B2-D66F-C95B-C90AC9E4552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088608" y="277344"/>
                  <a:ext cx="1443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68A70A56-E51E-94D2-6132-89E5FDC57F61}"/>
                    </a:ext>
                  </a:extLst>
                </p14:cNvPr>
                <p14:cNvContentPartPr/>
                <p14:nvPr/>
              </p14:nvContentPartPr>
              <p14:xfrm>
                <a:off x="6251688" y="387864"/>
                <a:ext cx="3600" cy="14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68A70A56-E51E-94D2-6132-89E5FDC57F6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243048" y="378864"/>
                  <a:ext cx="21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CF3EBD1A-A30B-DB4C-616C-4C1966BE4BF4}"/>
                    </a:ext>
                  </a:extLst>
                </p14:cNvPr>
                <p14:cNvContentPartPr/>
                <p14:nvPr/>
              </p14:nvContentPartPr>
              <p14:xfrm>
                <a:off x="6206688" y="421704"/>
                <a:ext cx="240120" cy="419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CF3EBD1A-A30B-DB4C-616C-4C1966BE4BF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197688" y="412704"/>
                  <a:ext cx="257760" cy="43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30BA1AF9-4120-AD8D-C929-1E381C7EF90E}"/>
                    </a:ext>
                  </a:extLst>
                </p14:cNvPr>
                <p14:cNvContentPartPr/>
                <p14:nvPr/>
              </p14:nvContentPartPr>
              <p14:xfrm>
                <a:off x="6816888" y="336384"/>
                <a:ext cx="412920" cy="3909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30BA1AF9-4120-AD8D-C929-1E381C7EF90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808248" y="327744"/>
                  <a:ext cx="43056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831AA9EC-439B-965D-8477-01C051CB2CF3}"/>
                    </a:ext>
                  </a:extLst>
                </p14:cNvPr>
                <p14:cNvContentPartPr/>
                <p14:nvPr/>
              </p14:nvContentPartPr>
              <p14:xfrm>
                <a:off x="7302168" y="415224"/>
                <a:ext cx="96120" cy="439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831AA9EC-439B-965D-8477-01C051CB2CF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93168" y="406224"/>
                  <a:ext cx="1137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D6F2EDBB-FB13-D5E0-31C2-D526765E3BB5}"/>
                    </a:ext>
                  </a:extLst>
                </p14:cNvPr>
                <p14:cNvContentPartPr/>
                <p14:nvPr/>
              </p14:nvContentPartPr>
              <p14:xfrm>
                <a:off x="7462728" y="427824"/>
                <a:ext cx="144000" cy="669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D6F2EDBB-FB13-D5E0-31C2-D526765E3BB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454088" y="418824"/>
                  <a:ext cx="1616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559BE97-2054-9D34-B987-277DF6D71A51}"/>
                    </a:ext>
                  </a:extLst>
                </p14:cNvPr>
                <p14:cNvContentPartPr/>
                <p14:nvPr/>
              </p14:nvContentPartPr>
              <p14:xfrm>
                <a:off x="7773408" y="505944"/>
                <a:ext cx="52560" cy="133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559BE97-2054-9D34-B987-277DF6D71A5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764408" y="497304"/>
                  <a:ext cx="702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7CFC612C-279A-8568-B141-25322924E25C}"/>
                    </a:ext>
                  </a:extLst>
                </p14:cNvPr>
                <p14:cNvContentPartPr/>
                <p14:nvPr/>
              </p14:nvContentPartPr>
              <p14:xfrm>
                <a:off x="1214568" y="819504"/>
                <a:ext cx="6634800" cy="1137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7CFC612C-279A-8568-B141-25322924E25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205568" y="810864"/>
                  <a:ext cx="6652440" cy="13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9541DC5-8FBB-8D5B-EA97-B2A8452590B5}"/>
              </a:ext>
            </a:extLst>
          </p:cNvPr>
          <p:cNvGrpSpPr/>
          <p:nvPr/>
        </p:nvGrpSpPr>
        <p:grpSpPr>
          <a:xfrm>
            <a:off x="2042208" y="1114704"/>
            <a:ext cx="3888720" cy="445680"/>
            <a:chOff x="2042208" y="1114704"/>
            <a:chExt cx="3888720" cy="44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D8FA828-708B-6CC0-3909-CBDD6258674D}"/>
                    </a:ext>
                  </a:extLst>
                </p14:cNvPr>
                <p14:cNvContentPartPr/>
                <p14:nvPr/>
              </p14:nvContentPartPr>
              <p14:xfrm>
                <a:off x="2042208" y="1114704"/>
                <a:ext cx="204120" cy="2156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D8FA828-708B-6CC0-3909-CBDD6258674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033208" y="1105704"/>
                  <a:ext cx="2217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8266CDD6-8CCF-282C-E2AC-826841F032B4}"/>
                    </a:ext>
                  </a:extLst>
                </p14:cNvPr>
                <p14:cNvContentPartPr/>
                <p14:nvPr/>
              </p14:nvContentPartPr>
              <p14:xfrm>
                <a:off x="2293488" y="1243224"/>
                <a:ext cx="19440" cy="637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8266CDD6-8CCF-282C-E2AC-826841F032B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284488" y="1234584"/>
                  <a:ext cx="370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4D460347-9F75-CA88-2B58-59BF9799DF04}"/>
                    </a:ext>
                  </a:extLst>
                </p14:cNvPr>
                <p14:cNvContentPartPr/>
                <p14:nvPr/>
              </p14:nvContentPartPr>
              <p14:xfrm>
                <a:off x="2315808" y="1182384"/>
                <a:ext cx="5040" cy="140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4D460347-9F75-CA88-2B58-59BF9799DF0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307168" y="1173384"/>
                  <a:ext cx="226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DA57FF0-544A-F6FE-B50D-7478FB4B1FC0}"/>
                    </a:ext>
                  </a:extLst>
                </p14:cNvPr>
                <p14:cNvContentPartPr/>
                <p14:nvPr/>
              </p14:nvContentPartPr>
              <p14:xfrm>
                <a:off x="2416968" y="1192824"/>
                <a:ext cx="301680" cy="3675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DA57FF0-544A-F6FE-B50D-7478FB4B1FC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408328" y="1184184"/>
                  <a:ext cx="31932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0E9887B3-DCB4-5B2C-4BE0-DFB44A3ED1FE}"/>
                    </a:ext>
                  </a:extLst>
                </p14:cNvPr>
                <p14:cNvContentPartPr/>
                <p14:nvPr/>
              </p14:nvContentPartPr>
              <p14:xfrm>
                <a:off x="2887128" y="1301904"/>
                <a:ext cx="160560" cy="32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0E9887B3-DCB4-5B2C-4BE0-DFB44A3ED1F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878128" y="1293264"/>
                  <a:ext cx="17820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F62C1617-A30E-4407-E562-732920C18C62}"/>
                    </a:ext>
                  </a:extLst>
                </p14:cNvPr>
                <p14:cNvContentPartPr/>
                <p14:nvPr/>
              </p14:nvContentPartPr>
              <p14:xfrm>
                <a:off x="3207528" y="1250784"/>
                <a:ext cx="355680" cy="1008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F62C1617-A30E-4407-E562-732920C18C6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198528" y="1241784"/>
                  <a:ext cx="37332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05C35540-3806-2935-C3A8-2F171678E1B8}"/>
                    </a:ext>
                  </a:extLst>
                </p14:cNvPr>
                <p14:cNvContentPartPr/>
                <p14:nvPr/>
              </p14:nvContentPartPr>
              <p14:xfrm>
                <a:off x="3713688" y="1225584"/>
                <a:ext cx="367200" cy="964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05C35540-3806-2935-C3A8-2F171678E1B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705048" y="1216944"/>
                  <a:ext cx="3848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E64EBAF2-2EC1-1224-6B1D-294C19FE28A1}"/>
                    </a:ext>
                  </a:extLst>
                </p14:cNvPr>
                <p14:cNvContentPartPr/>
                <p14:nvPr/>
              </p14:nvContentPartPr>
              <p14:xfrm>
                <a:off x="4292568" y="1293984"/>
                <a:ext cx="252000" cy="259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E64EBAF2-2EC1-1224-6B1D-294C19FE28A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283928" y="1285344"/>
                  <a:ext cx="26964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A0C13E93-D74A-7764-E120-6FE34E0D26DC}"/>
                    </a:ext>
                  </a:extLst>
                </p14:cNvPr>
                <p14:cNvContentPartPr/>
                <p14:nvPr/>
              </p14:nvContentPartPr>
              <p14:xfrm>
                <a:off x="4409928" y="1223064"/>
                <a:ext cx="12960" cy="1789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A0C13E93-D74A-7764-E120-6FE34E0D26D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400928" y="1214064"/>
                  <a:ext cx="306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596274FB-FF97-3FBD-6301-568D385C3301}"/>
                    </a:ext>
                  </a:extLst>
                </p14:cNvPr>
                <p14:cNvContentPartPr/>
                <p14:nvPr/>
              </p14:nvContentPartPr>
              <p14:xfrm>
                <a:off x="4724928" y="1178424"/>
                <a:ext cx="258840" cy="1436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596274FB-FF97-3FBD-6301-568D385C330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715928" y="1169424"/>
                  <a:ext cx="27648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EABC5E0F-633D-CC58-8B0C-773E938F3DA4}"/>
                    </a:ext>
                  </a:extLst>
                </p14:cNvPr>
                <p14:cNvContentPartPr/>
                <p14:nvPr/>
              </p14:nvContentPartPr>
              <p14:xfrm>
                <a:off x="5084928" y="1210104"/>
                <a:ext cx="72360" cy="1069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EABC5E0F-633D-CC58-8B0C-773E938F3DA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075928" y="1201464"/>
                  <a:ext cx="9000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05D6B52-DF7E-F942-7058-14ADD1226B6E}"/>
                    </a:ext>
                  </a:extLst>
                </p14:cNvPr>
                <p14:cNvContentPartPr/>
                <p14:nvPr/>
              </p14:nvContentPartPr>
              <p14:xfrm>
                <a:off x="5218128" y="1217664"/>
                <a:ext cx="217440" cy="802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05D6B52-DF7E-F942-7058-14ADD1226B6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209488" y="1209024"/>
                  <a:ext cx="2350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34B68DF7-67E1-A078-6EF2-2F07C4FA9AE9}"/>
                    </a:ext>
                  </a:extLst>
                </p14:cNvPr>
                <p14:cNvContentPartPr/>
                <p14:nvPr/>
              </p14:nvContentPartPr>
              <p14:xfrm>
                <a:off x="5541048" y="1209384"/>
                <a:ext cx="389880" cy="867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34B68DF7-67E1-A078-6EF2-2F07C4FA9AE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532048" y="1200384"/>
                  <a:ext cx="407520" cy="10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52F4317F-4E35-2B74-F3E4-13D31303865D}"/>
                  </a:ext>
                </a:extLst>
              </p14:cNvPr>
              <p14:cNvContentPartPr/>
              <p14:nvPr/>
            </p14:nvContentPartPr>
            <p14:xfrm>
              <a:off x="1882368" y="1566144"/>
              <a:ext cx="4631760" cy="66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52F4317F-4E35-2B74-F3E4-13D31303865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1873728" y="1557144"/>
                <a:ext cx="4649400" cy="83880"/>
              </a:xfrm>
              <a:prstGeom prst="rect">
                <a:avLst/>
              </a:prstGeom>
            </p:spPr>
          </p:pic>
        </mc:Fallback>
      </mc:AlternateContent>
      <p:grpSp>
        <p:nvGrpSpPr>
          <p:cNvPr id="50" name="Group 49">
            <a:extLst>
              <a:ext uri="{FF2B5EF4-FFF2-40B4-BE49-F238E27FC236}">
                <a16:creationId xmlns:a16="http://schemas.microsoft.com/office/drawing/2014/main" id="{29C5816A-A539-26CF-7517-997F6999681B}"/>
              </a:ext>
            </a:extLst>
          </p:cNvPr>
          <p:cNvGrpSpPr/>
          <p:nvPr/>
        </p:nvGrpSpPr>
        <p:grpSpPr>
          <a:xfrm>
            <a:off x="1802808" y="1128744"/>
            <a:ext cx="115560" cy="88560"/>
            <a:chOff x="1802808" y="1128744"/>
            <a:chExt cx="115560" cy="8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CA4A41B3-5225-2CD1-3D74-631B9C8E22F2}"/>
                    </a:ext>
                  </a:extLst>
                </p14:cNvPr>
                <p14:cNvContentPartPr/>
                <p14:nvPr/>
              </p14:nvContentPartPr>
              <p14:xfrm>
                <a:off x="1802808" y="1128744"/>
                <a:ext cx="55800" cy="885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CA4A41B3-5225-2CD1-3D74-631B9C8E22F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794168" y="1119744"/>
                  <a:ext cx="734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CDDC61C3-9229-9ACC-05DB-D2F0A164AF3D}"/>
                    </a:ext>
                  </a:extLst>
                </p14:cNvPr>
                <p14:cNvContentPartPr/>
                <p14:nvPr/>
              </p14:nvContentPartPr>
              <p14:xfrm>
                <a:off x="1902888" y="1142064"/>
                <a:ext cx="15480" cy="669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CDDC61C3-9229-9ACC-05DB-D2F0A164AF3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893888" y="1133424"/>
                  <a:ext cx="33120" cy="8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E9DFF099-5072-8F44-565A-BB01001093E6}"/>
              </a:ext>
            </a:extLst>
          </p:cNvPr>
          <p:cNvGrpSpPr/>
          <p:nvPr/>
        </p:nvGrpSpPr>
        <p:grpSpPr>
          <a:xfrm>
            <a:off x="6015888" y="1138104"/>
            <a:ext cx="139320" cy="109080"/>
            <a:chOff x="6015888" y="1138104"/>
            <a:chExt cx="139320" cy="10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48BBA225-9E6F-F2E6-6426-86C82CB61C22}"/>
                    </a:ext>
                  </a:extLst>
                </p14:cNvPr>
                <p14:cNvContentPartPr/>
                <p14:nvPr/>
              </p14:nvContentPartPr>
              <p14:xfrm>
                <a:off x="6015888" y="1138104"/>
                <a:ext cx="16920" cy="75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48BBA225-9E6F-F2E6-6426-86C82CB61C2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007248" y="1129464"/>
                  <a:ext cx="345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9092AD52-3AF9-4612-E3E5-E1A45D8050BD}"/>
                    </a:ext>
                  </a:extLst>
                </p14:cNvPr>
                <p14:cNvContentPartPr/>
                <p14:nvPr/>
              </p14:nvContentPartPr>
              <p14:xfrm>
                <a:off x="6071688" y="1145664"/>
                <a:ext cx="83520" cy="1015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9092AD52-3AF9-4612-E3E5-E1A45D8050B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062688" y="1136664"/>
                  <a:ext cx="101160" cy="11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DEE4956-EBBA-A6C0-1667-6C9B2B608A20}"/>
              </a:ext>
            </a:extLst>
          </p:cNvPr>
          <p:cNvGrpSpPr/>
          <p:nvPr/>
        </p:nvGrpSpPr>
        <p:grpSpPr>
          <a:xfrm>
            <a:off x="3446208" y="1645704"/>
            <a:ext cx="222480" cy="435600"/>
            <a:chOff x="3446208" y="1645704"/>
            <a:chExt cx="222480" cy="43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B48C19C8-7880-0F18-1D52-A634A5AEC5A6}"/>
                    </a:ext>
                  </a:extLst>
                </p14:cNvPr>
                <p14:cNvContentPartPr/>
                <p14:nvPr/>
              </p14:nvContentPartPr>
              <p14:xfrm>
                <a:off x="3560328" y="1645704"/>
                <a:ext cx="62280" cy="3729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B48C19C8-7880-0F18-1D52-A634A5AEC5A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551328" y="1637064"/>
                  <a:ext cx="7992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4642B372-FD8D-E819-2F18-458BA5E9C0E1}"/>
                    </a:ext>
                  </a:extLst>
                </p14:cNvPr>
                <p14:cNvContentPartPr/>
                <p14:nvPr/>
              </p14:nvContentPartPr>
              <p14:xfrm>
                <a:off x="3446208" y="1947024"/>
                <a:ext cx="147600" cy="1339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4642B372-FD8D-E819-2F18-458BA5E9C0E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437568" y="1938024"/>
                  <a:ext cx="16524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B1B40FF-C01E-CAD8-6C75-B1E3F7D35B51}"/>
                    </a:ext>
                  </a:extLst>
                </p14:cNvPr>
                <p14:cNvContentPartPr/>
                <p14:nvPr/>
              </p14:nvContentPartPr>
              <p14:xfrm>
                <a:off x="3594888" y="2011464"/>
                <a:ext cx="73800" cy="698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B1B40FF-C01E-CAD8-6C75-B1E3F7D35B5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585888" y="2002464"/>
                  <a:ext cx="91440" cy="8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E265573-359B-987E-7407-65F1421BD2D4}"/>
              </a:ext>
            </a:extLst>
          </p:cNvPr>
          <p:cNvGrpSpPr/>
          <p:nvPr/>
        </p:nvGrpSpPr>
        <p:grpSpPr>
          <a:xfrm>
            <a:off x="2170008" y="2197224"/>
            <a:ext cx="492840" cy="465480"/>
            <a:chOff x="2170008" y="2197224"/>
            <a:chExt cx="492840" cy="46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C62677EA-8E23-E51F-DC44-0B18C353C2CE}"/>
                    </a:ext>
                  </a:extLst>
                </p14:cNvPr>
                <p14:cNvContentPartPr/>
                <p14:nvPr/>
              </p14:nvContentPartPr>
              <p14:xfrm>
                <a:off x="2403288" y="2336904"/>
                <a:ext cx="19080" cy="1447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C62677EA-8E23-E51F-DC44-0B18C353C2C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394288" y="2327904"/>
                  <a:ext cx="367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A0824E15-21E0-FE47-B1CD-011B4D79B694}"/>
                    </a:ext>
                  </a:extLst>
                </p14:cNvPr>
                <p14:cNvContentPartPr/>
                <p14:nvPr/>
              </p14:nvContentPartPr>
              <p14:xfrm>
                <a:off x="2170008" y="2197224"/>
                <a:ext cx="492840" cy="465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A0824E15-21E0-FE47-B1CD-011B4D79B69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161368" y="2188224"/>
                  <a:ext cx="510480" cy="48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78E25E98-6C09-5B12-F5E1-D69663C9D865}"/>
              </a:ext>
            </a:extLst>
          </p:cNvPr>
          <p:cNvGrpSpPr/>
          <p:nvPr/>
        </p:nvGrpSpPr>
        <p:grpSpPr>
          <a:xfrm>
            <a:off x="2944008" y="2300904"/>
            <a:ext cx="1463760" cy="248400"/>
            <a:chOff x="2944008" y="2300904"/>
            <a:chExt cx="1463760" cy="24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2E0FB927-5500-C585-A32A-A58C7A194FC2}"/>
                    </a:ext>
                  </a:extLst>
                </p14:cNvPr>
                <p14:cNvContentPartPr/>
                <p14:nvPr/>
              </p14:nvContentPartPr>
              <p14:xfrm>
                <a:off x="2944008" y="2367144"/>
                <a:ext cx="155880" cy="1508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2E0FB927-5500-C585-A32A-A58C7A194FC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935368" y="2358144"/>
                  <a:ext cx="1735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CDE8481D-38CD-C898-A7D0-A33A35FB1A76}"/>
                    </a:ext>
                  </a:extLst>
                </p14:cNvPr>
                <p14:cNvContentPartPr/>
                <p14:nvPr/>
              </p14:nvContentPartPr>
              <p14:xfrm>
                <a:off x="3176208" y="2369304"/>
                <a:ext cx="42480" cy="1800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CDE8481D-38CD-C898-A7D0-A33A35FB1A7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167568" y="2360304"/>
                  <a:ext cx="601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3F9D0030-90C1-6C08-21B9-7F175E8BD282}"/>
                    </a:ext>
                  </a:extLst>
                </p14:cNvPr>
                <p14:cNvContentPartPr/>
                <p14:nvPr/>
              </p14:nvContentPartPr>
              <p14:xfrm>
                <a:off x="3150648" y="2366424"/>
                <a:ext cx="469080" cy="1508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3F9D0030-90C1-6C08-21B9-7F175E8BD28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142008" y="2357784"/>
                  <a:ext cx="4867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4A6320BF-DA44-41B8-2C36-334F6336B9DC}"/>
                    </a:ext>
                  </a:extLst>
                </p14:cNvPr>
                <p14:cNvContentPartPr/>
                <p14:nvPr/>
              </p14:nvContentPartPr>
              <p14:xfrm>
                <a:off x="3607488" y="2417544"/>
                <a:ext cx="64080" cy="198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4A6320BF-DA44-41B8-2C36-334F6336B9D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598848" y="2408904"/>
                  <a:ext cx="817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3C4CD729-9A50-9151-B15F-8F54879991F9}"/>
                    </a:ext>
                  </a:extLst>
                </p14:cNvPr>
                <p14:cNvContentPartPr/>
                <p14:nvPr/>
              </p14:nvContentPartPr>
              <p14:xfrm>
                <a:off x="3909888" y="2395584"/>
                <a:ext cx="230760" cy="658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3C4CD729-9A50-9151-B15F-8F54879991F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900888" y="2386944"/>
                  <a:ext cx="24840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646B8E52-89A8-DB9E-D494-048E000C4F47}"/>
                    </a:ext>
                  </a:extLst>
                </p14:cNvPr>
                <p14:cNvContentPartPr/>
                <p14:nvPr/>
              </p14:nvContentPartPr>
              <p14:xfrm>
                <a:off x="4226688" y="2301624"/>
                <a:ext cx="7560" cy="1861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646B8E52-89A8-DB9E-D494-048E000C4F4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217688" y="2292624"/>
                  <a:ext cx="252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60F46578-41B2-BA65-3925-3F19D5EC5F9D}"/>
                    </a:ext>
                  </a:extLst>
                </p14:cNvPr>
                <p14:cNvContentPartPr/>
                <p14:nvPr/>
              </p14:nvContentPartPr>
              <p14:xfrm>
                <a:off x="4264488" y="2300904"/>
                <a:ext cx="143280" cy="1760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60F46578-41B2-BA65-3925-3F19D5EC5F9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255848" y="2291904"/>
                  <a:ext cx="16092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D078872F-F381-E9A3-F8D0-9DC6BBC0CED7}"/>
              </a:ext>
            </a:extLst>
          </p:cNvPr>
          <p:cNvGrpSpPr/>
          <p:nvPr/>
        </p:nvGrpSpPr>
        <p:grpSpPr>
          <a:xfrm>
            <a:off x="4849128" y="2259864"/>
            <a:ext cx="1472040" cy="475560"/>
            <a:chOff x="4849128" y="2259864"/>
            <a:chExt cx="1472040" cy="47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670E8C4-B7FD-BB02-222C-6DECEF48952B}"/>
                    </a:ext>
                  </a:extLst>
                </p14:cNvPr>
                <p14:cNvContentPartPr/>
                <p14:nvPr/>
              </p14:nvContentPartPr>
              <p14:xfrm>
                <a:off x="4849128" y="2300904"/>
                <a:ext cx="752400" cy="2199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670E8C4-B7FD-BB02-222C-6DECEF48952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840128" y="2291904"/>
                  <a:ext cx="7700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A10FD6F3-B148-6BE4-4E33-EB4AC8A17E78}"/>
                    </a:ext>
                  </a:extLst>
                </p14:cNvPr>
                <p14:cNvContentPartPr/>
                <p14:nvPr/>
              </p14:nvContentPartPr>
              <p14:xfrm>
                <a:off x="5685768" y="2345904"/>
                <a:ext cx="118440" cy="1479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A10FD6F3-B148-6BE4-4E33-EB4AC8A17E7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676768" y="2337264"/>
                  <a:ext cx="13608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CFEDA8FE-6769-A456-7FAE-24F3FC45FB2B}"/>
                    </a:ext>
                  </a:extLst>
                </p14:cNvPr>
                <p14:cNvContentPartPr/>
                <p14:nvPr/>
              </p14:nvContentPartPr>
              <p14:xfrm>
                <a:off x="5906448" y="2259864"/>
                <a:ext cx="133920" cy="2188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CFEDA8FE-6769-A456-7FAE-24F3FC45FB2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897448" y="2251224"/>
                  <a:ext cx="1515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B217F79-FD9E-CF5B-E160-FAFED34D02FB}"/>
                    </a:ext>
                  </a:extLst>
                </p14:cNvPr>
                <p14:cNvContentPartPr/>
                <p14:nvPr/>
              </p14:nvContentPartPr>
              <p14:xfrm>
                <a:off x="6057648" y="2374344"/>
                <a:ext cx="8640" cy="230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B217F79-FD9E-CF5B-E160-FAFED34D02F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048648" y="2365704"/>
                  <a:ext cx="2628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7E860044-B97B-6A7C-2067-14B6E46FC803}"/>
                    </a:ext>
                  </a:extLst>
                </p14:cNvPr>
                <p14:cNvContentPartPr/>
                <p14:nvPr/>
              </p14:nvContentPartPr>
              <p14:xfrm>
                <a:off x="6099048" y="2427624"/>
                <a:ext cx="222120" cy="3078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7E860044-B97B-6A7C-2067-14B6E46FC80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090408" y="2418984"/>
                  <a:ext cx="239760" cy="32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865D374C-E5F1-A623-87B2-25DE0E64F3B5}"/>
                  </a:ext>
                </a:extLst>
              </p14:cNvPr>
              <p14:cNvContentPartPr/>
              <p14:nvPr/>
            </p14:nvContentPartPr>
            <p14:xfrm>
              <a:off x="6668928" y="2249784"/>
              <a:ext cx="231480" cy="4712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865D374C-E5F1-A623-87B2-25DE0E64F3B5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660288" y="2241144"/>
                <a:ext cx="249120" cy="48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83" name="Group 82">
            <a:extLst>
              <a:ext uri="{FF2B5EF4-FFF2-40B4-BE49-F238E27FC236}">
                <a16:creationId xmlns:a16="http://schemas.microsoft.com/office/drawing/2014/main" id="{D7F9CAF6-0A21-AAE5-B010-EF5D8F9CCD2E}"/>
              </a:ext>
            </a:extLst>
          </p:cNvPr>
          <p:cNvGrpSpPr/>
          <p:nvPr/>
        </p:nvGrpSpPr>
        <p:grpSpPr>
          <a:xfrm>
            <a:off x="7122888" y="2157624"/>
            <a:ext cx="963000" cy="473760"/>
            <a:chOff x="7122888" y="2157624"/>
            <a:chExt cx="963000" cy="47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F10A0668-BEDB-1B3B-844A-9ED81D73402B}"/>
                    </a:ext>
                  </a:extLst>
                </p14:cNvPr>
                <p14:cNvContentPartPr/>
                <p14:nvPr/>
              </p14:nvContentPartPr>
              <p14:xfrm>
                <a:off x="7312608" y="2247264"/>
                <a:ext cx="229680" cy="1533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F10A0668-BEDB-1B3B-844A-9ED81D73402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303968" y="2238264"/>
                  <a:ext cx="2473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F8CA3FB3-F04D-C366-0C61-9E34A2DEC3F4}"/>
                    </a:ext>
                  </a:extLst>
                </p14:cNvPr>
                <p14:cNvContentPartPr/>
                <p14:nvPr/>
              </p14:nvContentPartPr>
              <p14:xfrm>
                <a:off x="7549488" y="2280384"/>
                <a:ext cx="10800" cy="349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F8CA3FB3-F04D-C366-0C61-9E34A2DEC3F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540848" y="2271384"/>
                  <a:ext cx="284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2067C00F-F0F6-A843-EA0E-4437B467E426}"/>
                    </a:ext>
                  </a:extLst>
                </p14:cNvPr>
                <p14:cNvContentPartPr/>
                <p14:nvPr/>
              </p14:nvContentPartPr>
              <p14:xfrm>
                <a:off x="7626528" y="2276424"/>
                <a:ext cx="225360" cy="3549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2067C00F-F0F6-A843-EA0E-4437B467E42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617528" y="2267424"/>
                  <a:ext cx="243000" cy="3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231FE63B-0E15-1B47-C08C-5AB84AD1099A}"/>
                    </a:ext>
                  </a:extLst>
                </p14:cNvPr>
                <p14:cNvContentPartPr/>
                <p14:nvPr/>
              </p14:nvContentPartPr>
              <p14:xfrm>
                <a:off x="7122888" y="2157624"/>
                <a:ext cx="39960" cy="442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231FE63B-0E15-1B47-C08C-5AB84AD1099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114248" y="2148624"/>
                  <a:ext cx="5760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94882386-90D5-BBE0-F67A-6E9B50366198}"/>
                    </a:ext>
                  </a:extLst>
                </p14:cNvPr>
                <p14:cNvContentPartPr/>
                <p14:nvPr/>
              </p14:nvContentPartPr>
              <p14:xfrm>
                <a:off x="7206768" y="2183544"/>
                <a:ext cx="29520" cy="561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94882386-90D5-BBE0-F67A-6E9B5036619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198128" y="2174544"/>
                  <a:ext cx="471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615BF5EA-8C06-065A-6C43-169E53082584}"/>
                    </a:ext>
                  </a:extLst>
                </p14:cNvPr>
                <p14:cNvContentPartPr/>
                <p14:nvPr/>
              </p14:nvContentPartPr>
              <p14:xfrm>
                <a:off x="8000208" y="2175264"/>
                <a:ext cx="7200" cy="568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615BF5EA-8C06-065A-6C43-169E5308258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991208" y="2166624"/>
                  <a:ext cx="2484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E50CE325-FB1B-18B2-3729-DAEE87F754AB}"/>
                    </a:ext>
                  </a:extLst>
                </p14:cNvPr>
                <p14:cNvContentPartPr/>
                <p14:nvPr/>
              </p14:nvContentPartPr>
              <p14:xfrm>
                <a:off x="8053488" y="2195424"/>
                <a:ext cx="32400" cy="640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E50CE325-FB1B-18B2-3729-DAEE87F754A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044848" y="2186784"/>
                  <a:ext cx="50040" cy="8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D2D04D5D-6837-D53D-EA6B-20696102E4B4}"/>
              </a:ext>
            </a:extLst>
          </p:cNvPr>
          <p:cNvGrpSpPr/>
          <p:nvPr/>
        </p:nvGrpSpPr>
        <p:grpSpPr>
          <a:xfrm>
            <a:off x="8452008" y="2272824"/>
            <a:ext cx="41040" cy="146160"/>
            <a:chOff x="8452008" y="2272824"/>
            <a:chExt cx="41040" cy="14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6DEB3AB0-913C-0B47-2353-2B084F162109}"/>
                    </a:ext>
                  </a:extLst>
                </p14:cNvPr>
                <p14:cNvContentPartPr/>
                <p14:nvPr/>
              </p14:nvContentPartPr>
              <p14:xfrm>
                <a:off x="8452008" y="2272824"/>
                <a:ext cx="18720" cy="439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6DEB3AB0-913C-0B47-2353-2B084F16210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443368" y="2264184"/>
                  <a:ext cx="363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2F06E7C1-4D8E-8FAF-8106-A2325127AB87}"/>
                    </a:ext>
                  </a:extLst>
                </p14:cNvPr>
                <p14:cNvContentPartPr/>
                <p14:nvPr/>
              </p14:nvContentPartPr>
              <p14:xfrm>
                <a:off x="8470368" y="2404944"/>
                <a:ext cx="22680" cy="140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2F06E7C1-4D8E-8FAF-8106-A2325127AB8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461728" y="2395944"/>
                  <a:ext cx="4032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6302C232-4F76-8F4A-A8EC-49A91662E12F}"/>
              </a:ext>
            </a:extLst>
          </p:cNvPr>
          <p:cNvGrpSpPr/>
          <p:nvPr/>
        </p:nvGrpSpPr>
        <p:grpSpPr>
          <a:xfrm>
            <a:off x="8778528" y="2181024"/>
            <a:ext cx="882000" cy="316440"/>
            <a:chOff x="8778528" y="2181024"/>
            <a:chExt cx="882000" cy="31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74EBE4EB-4506-C051-F266-490476389028}"/>
                    </a:ext>
                  </a:extLst>
                </p14:cNvPr>
                <p14:cNvContentPartPr/>
                <p14:nvPr/>
              </p14:nvContentPartPr>
              <p14:xfrm>
                <a:off x="8778528" y="2204424"/>
                <a:ext cx="179640" cy="2930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74EBE4EB-4506-C051-F266-49047638902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769528" y="2195424"/>
                  <a:ext cx="19728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77A04A84-5B27-7759-9454-CF31A919BC7B}"/>
                    </a:ext>
                  </a:extLst>
                </p14:cNvPr>
                <p14:cNvContentPartPr/>
                <p14:nvPr/>
              </p14:nvContentPartPr>
              <p14:xfrm>
                <a:off x="8858448" y="2181024"/>
                <a:ext cx="154440" cy="511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77A04A84-5B27-7759-9454-CF31A919BC7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849448" y="2172024"/>
                  <a:ext cx="17208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628778B-CE19-3954-D0F3-EBD31DD49D31}"/>
                    </a:ext>
                  </a:extLst>
                </p14:cNvPr>
                <p14:cNvContentPartPr/>
                <p14:nvPr/>
              </p14:nvContentPartPr>
              <p14:xfrm>
                <a:off x="9100368" y="2260224"/>
                <a:ext cx="85320" cy="1119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628778B-CE19-3954-D0F3-EBD31DD49D3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091728" y="2251584"/>
                  <a:ext cx="10296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5B1411EA-F5BB-1212-9850-7103E7422C6F}"/>
                    </a:ext>
                  </a:extLst>
                </p14:cNvPr>
                <p14:cNvContentPartPr/>
                <p14:nvPr/>
              </p14:nvContentPartPr>
              <p14:xfrm>
                <a:off x="9285408" y="2295864"/>
                <a:ext cx="16560" cy="370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5B1411EA-F5BB-1212-9850-7103E7422C6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276408" y="2286864"/>
                  <a:ext cx="3420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1A37E04-7596-01C9-B35D-F8275845532B}"/>
                    </a:ext>
                  </a:extLst>
                </p14:cNvPr>
                <p14:cNvContentPartPr/>
                <p14:nvPr/>
              </p14:nvContentPartPr>
              <p14:xfrm>
                <a:off x="9399528" y="2249424"/>
                <a:ext cx="131400" cy="1296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1A37E04-7596-01C9-B35D-F8275845532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390528" y="2240424"/>
                  <a:ext cx="1490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5DF8151D-B1BE-4700-1EE1-335DA83D164F}"/>
                    </a:ext>
                  </a:extLst>
                </p14:cNvPr>
                <p14:cNvContentPartPr/>
                <p14:nvPr/>
              </p14:nvContentPartPr>
              <p14:xfrm>
                <a:off x="9610128" y="2377224"/>
                <a:ext cx="50400" cy="1047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5DF8151D-B1BE-4700-1EE1-335DA83D164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601128" y="2368584"/>
                  <a:ext cx="68040" cy="12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7A8AAB40-3CF3-EC29-FB65-19A2077A5B52}"/>
              </a:ext>
            </a:extLst>
          </p:cNvPr>
          <p:cNvGrpSpPr/>
          <p:nvPr/>
        </p:nvGrpSpPr>
        <p:grpSpPr>
          <a:xfrm>
            <a:off x="9840528" y="2144664"/>
            <a:ext cx="683640" cy="355680"/>
            <a:chOff x="9840528" y="2144664"/>
            <a:chExt cx="683640" cy="35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91259ECE-A10A-0835-5159-0C94FFE3694A}"/>
                    </a:ext>
                  </a:extLst>
                </p14:cNvPr>
                <p14:cNvContentPartPr/>
                <p14:nvPr/>
              </p14:nvContentPartPr>
              <p14:xfrm>
                <a:off x="9840528" y="2258064"/>
                <a:ext cx="109440" cy="1245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91259ECE-A10A-0835-5159-0C94FFE3694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831888" y="2249064"/>
                  <a:ext cx="12708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D46B8F75-934F-3DE2-4018-7B1801882425}"/>
                    </a:ext>
                  </a:extLst>
                </p14:cNvPr>
                <p14:cNvContentPartPr/>
                <p14:nvPr/>
              </p14:nvContentPartPr>
              <p14:xfrm>
                <a:off x="10051488" y="2313864"/>
                <a:ext cx="30960" cy="237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D46B8F75-934F-3DE2-4018-7B180188242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042848" y="2304864"/>
                  <a:ext cx="4860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F996D8F-8AC9-1AE9-FC9F-4AE6BCD608B6}"/>
                    </a:ext>
                  </a:extLst>
                </p14:cNvPr>
                <p14:cNvContentPartPr/>
                <p14:nvPr/>
              </p14:nvContentPartPr>
              <p14:xfrm>
                <a:off x="10190808" y="2206944"/>
                <a:ext cx="108000" cy="2077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F996D8F-8AC9-1AE9-FC9F-4AE6BCD608B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182168" y="2198304"/>
                  <a:ext cx="1256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7C1A66BD-54C1-9F28-A195-5AB99AD0C2F5}"/>
                    </a:ext>
                  </a:extLst>
                </p14:cNvPr>
                <p14:cNvContentPartPr/>
                <p14:nvPr/>
              </p14:nvContentPartPr>
              <p14:xfrm>
                <a:off x="10317528" y="2144664"/>
                <a:ext cx="206640" cy="3556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7C1A66BD-54C1-9F28-A195-5AB99AD0C2F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308888" y="2136024"/>
                  <a:ext cx="224280" cy="37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48714D00-1D47-069D-BB2A-497E01A9DBF0}"/>
              </a:ext>
            </a:extLst>
          </p:cNvPr>
          <p:cNvGrpSpPr/>
          <p:nvPr/>
        </p:nvGrpSpPr>
        <p:grpSpPr>
          <a:xfrm>
            <a:off x="2249208" y="2750184"/>
            <a:ext cx="428400" cy="414720"/>
            <a:chOff x="2249208" y="2750184"/>
            <a:chExt cx="428400" cy="41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72DAD35C-7213-FCD6-DA98-A64B2FBE807F}"/>
                    </a:ext>
                  </a:extLst>
                </p14:cNvPr>
                <p14:cNvContentPartPr/>
                <p14:nvPr/>
              </p14:nvContentPartPr>
              <p14:xfrm>
                <a:off x="2359368" y="2893464"/>
                <a:ext cx="185040" cy="1227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72DAD35C-7213-FCD6-DA98-A64B2FBE807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350368" y="2884824"/>
                  <a:ext cx="20268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2AA831A-0001-A8F8-918D-1B483F56957E}"/>
                    </a:ext>
                  </a:extLst>
                </p14:cNvPr>
                <p14:cNvContentPartPr/>
                <p14:nvPr/>
              </p14:nvContentPartPr>
              <p14:xfrm>
                <a:off x="2249208" y="2750184"/>
                <a:ext cx="428400" cy="4147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2AA831A-0001-A8F8-918D-1B483F56957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240568" y="2741184"/>
                  <a:ext cx="446040" cy="43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EA6811E8-0EDF-1DD3-EA1E-2DF0665A750B}"/>
              </a:ext>
            </a:extLst>
          </p:cNvPr>
          <p:cNvGrpSpPr/>
          <p:nvPr/>
        </p:nvGrpSpPr>
        <p:grpSpPr>
          <a:xfrm>
            <a:off x="3085128" y="2803104"/>
            <a:ext cx="394560" cy="219600"/>
            <a:chOff x="3085128" y="2803104"/>
            <a:chExt cx="394560" cy="2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9C12F744-E46B-0BD2-73B7-D32D3B2D989E}"/>
                    </a:ext>
                  </a:extLst>
                </p14:cNvPr>
                <p14:cNvContentPartPr/>
                <p14:nvPr/>
              </p14:nvContentPartPr>
              <p14:xfrm>
                <a:off x="3085128" y="2803104"/>
                <a:ext cx="169200" cy="2196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9C12F744-E46B-0BD2-73B7-D32D3B2D989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076488" y="2794104"/>
                  <a:ext cx="18684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31D5A0B6-FE76-8225-F68E-C1B757E787B3}"/>
                    </a:ext>
                  </a:extLst>
                </p14:cNvPr>
                <p14:cNvContentPartPr/>
                <p14:nvPr/>
              </p14:nvContentPartPr>
              <p14:xfrm>
                <a:off x="3311568" y="2881584"/>
                <a:ext cx="168120" cy="1000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31D5A0B6-FE76-8225-F68E-C1B757E787B3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302568" y="2872584"/>
                  <a:ext cx="185760" cy="11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21542F1F-2CE7-BDED-1F25-4BFD3C3F305F}"/>
              </a:ext>
            </a:extLst>
          </p:cNvPr>
          <p:cNvGrpSpPr/>
          <p:nvPr/>
        </p:nvGrpSpPr>
        <p:grpSpPr>
          <a:xfrm>
            <a:off x="3809808" y="2760264"/>
            <a:ext cx="1697400" cy="427320"/>
            <a:chOff x="3809808" y="2760264"/>
            <a:chExt cx="169740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0FA2DF49-A439-8D8C-DFB6-616070CCA7EF}"/>
                    </a:ext>
                  </a:extLst>
                </p14:cNvPr>
                <p14:cNvContentPartPr/>
                <p14:nvPr/>
              </p14:nvContentPartPr>
              <p14:xfrm>
                <a:off x="3832128" y="2801304"/>
                <a:ext cx="32040" cy="2458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0FA2DF49-A439-8D8C-DFB6-616070CCA7E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823128" y="2792304"/>
                  <a:ext cx="4968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882ACB37-3F67-46E3-A347-7B04A7735606}"/>
                    </a:ext>
                  </a:extLst>
                </p14:cNvPr>
                <p14:cNvContentPartPr/>
                <p14:nvPr/>
              </p14:nvContentPartPr>
              <p14:xfrm>
                <a:off x="3809808" y="2760264"/>
                <a:ext cx="349200" cy="2520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882ACB37-3F67-46E3-A347-7B04A773560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800808" y="2751624"/>
                  <a:ext cx="36684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FCC85EB1-034C-2B1B-66CB-809B32F7FE37}"/>
                    </a:ext>
                  </a:extLst>
                </p14:cNvPr>
                <p14:cNvContentPartPr/>
                <p14:nvPr/>
              </p14:nvContentPartPr>
              <p14:xfrm>
                <a:off x="4367448" y="2858904"/>
                <a:ext cx="615960" cy="1587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FCC85EB1-034C-2B1B-66CB-809B32F7FE3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358808" y="2849904"/>
                  <a:ext cx="63360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F8AF90EB-DAAA-6D9B-FD84-A6E9837597CF}"/>
                    </a:ext>
                  </a:extLst>
                </p14:cNvPr>
                <p14:cNvContentPartPr/>
                <p14:nvPr/>
              </p14:nvContentPartPr>
              <p14:xfrm>
                <a:off x="5043528" y="2835504"/>
                <a:ext cx="111240" cy="1501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F8AF90EB-DAAA-6D9B-FD84-A6E9837597C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034528" y="2826504"/>
                  <a:ext cx="1288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57FF1ED3-5D68-FE83-89FF-04113D32806E}"/>
                    </a:ext>
                  </a:extLst>
                </p14:cNvPr>
                <p14:cNvContentPartPr/>
                <p14:nvPr/>
              </p14:nvContentPartPr>
              <p14:xfrm>
                <a:off x="5236488" y="2821104"/>
                <a:ext cx="150840" cy="1555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57FF1ED3-5D68-FE83-89FF-04113D32806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227848" y="2812464"/>
                  <a:ext cx="1684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00E876D8-BB7E-4A38-8D6C-767E532D732E}"/>
                    </a:ext>
                  </a:extLst>
                </p14:cNvPr>
                <p14:cNvContentPartPr/>
                <p14:nvPr/>
              </p14:nvContentPartPr>
              <p14:xfrm>
                <a:off x="5403528" y="2874744"/>
                <a:ext cx="6120" cy="248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00E876D8-BB7E-4A38-8D6C-767E532D732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394888" y="2866104"/>
                  <a:ext cx="2376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778CF3B4-8808-F334-A9F2-7E814690F304}"/>
                    </a:ext>
                  </a:extLst>
                </p14:cNvPr>
                <p14:cNvContentPartPr/>
                <p14:nvPr/>
              </p14:nvContentPartPr>
              <p14:xfrm>
                <a:off x="5385528" y="2906064"/>
                <a:ext cx="121680" cy="2815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778CF3B4-8808-F334-A9F2-7E814690F30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376528" y="2897064"/>
                  <a:ext cx="139320" cy="29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1A03AB55-2B96-F09C-671E-030B79202474}"/>
                  </a:ext>
                </a:extLst>
              </p14:cNvPr>
              <p14:cNvContentPartPr/>
              <p14:nvPr/>
            </p14:nvContentPartPr>
            <p14:xfrm>
              <a:off x="5927688" y="2799504"/>
              <a:ext cx="227880" cy="52020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1A03AB55-2B96-F09C-671E-030B7920247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5918688" y="2790864"/>
                <a:ext cx="245520" cy="537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oup 122">
            <a:extLst>
              <a:ext uri="{FF2B5EF4-FFF2-40B4-BE49-F238E27FC236}">
                <a16:creationId xmlns:a16="http://schemas.microsoft.com/office/drawing/2014/main" id="{1046DFEA-4497-9EFA-DF8D-C2BEE824C157}"/>
              </a:ext>
            </a:extLst>
          </p:cNvPr>
          <p:cNvGrpSpPr/>
          <p:nvPr/>
        </p:nvGrpSpPr>
        <p:grpSpPr>
          <a:xfrm>
            <a:off x="6525288" y="2824704"/>
            <a:ext cx="99000" cy="129240"/>
            <a:chOff x="6525288" y="2824704"/>
            <a:chExt cx="99000" cy="12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B283D98E-8B0B-8CBA-750E-2668CB3A0B3D}"/>
                    </a:ext>
                  </a:extLst>
                </p14:cNvPr>
                <p14:cNvContentPartPr/>
                <p14:nvPr/>
              </p14:nvContentPartPr>
              <p14:xfrm>
                <a:off x="6525288" y="2824704"/>
                <a:ext cx="37440" cy="756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B283D98E-8B0B-8CBA-750E-2668CB3A0B3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516648" y="2816064"/>
                  <a:ext cx="5508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E869A760-ECE0-E33A-3E1A-A2C6DE1E3F60}"/>
                    </a:ext>
                  </a:extLst>
                </p14:cNvPr>
                <p14:cNvContentPartPr/>
                <p14:nvPr/>
              </p14:nvContentPartPr>
              <p14:xfrm>
                <a:off x="6607008" y="2847024"/>
                <a:ext cx="17280" cy="1069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E869A760-ECE0-E33A-3E1A-A2C6DE1E3F6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598368" y="2838024"/>
                  <a:ext cx="34920" cy="12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86E24D96-6551-32D3-4717-D7D5F5A8CE66}"/>
              </a:ext>
            </a:extLst>
          </p:cNvPr>
          <p:cNvGrpSpPr/>
          <p:nvPr/>
        </p:nvGrpSpPr>
        <p:grpSpPr>
          <a:xfrm>
            <a:off x="6833808" y="2834064"/>
            <a:ext cx="852120" cy="181440"/>
            <a:chOff x="6833808" y="2834064"/>
            <a:chExt cx="852120" cy="18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1C21480-708C-F729-25D6-953BF0E0D3B6}"/>
                    </a:ext>
                  </a:extLst>
                </p14:cNvPr>
                <p14:cNvContentPartPr/>
                <p14:nvPr/>
              </p14:nvContentPartPr>
              <p14:xfrm>
                <a:off x="6833808" y="2894544"/>
                <a:ext cx="248400" cy="1209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1C21480-708C-F729-25D6-953BF0E0D3B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825168" y="2885544"/>
                  <a:ext cx="2660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36998ACF-511F-4097-7436-338033FDBB2E}"/>
                    </a:ext>
                  </a:extLst>
                </p14:cNvPr>
                <p14:cNvContentPartPr/>
                <p14:nvPr/>
              </p14:nvContentPartPr>
              <p14:xfrm>
                <a:off x="7191288" y="2898144"/>
                <a:ext cx="310680" cy="846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36998ACF-511F-4097-7436-338033FDBB2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182648" y="2889504"/>
                  <a:ext cx="32832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106CB70-800C-E7B6-57F1-D7D1DBCDFEEF}"/>
                    </a:ext>
                  </a:extLst>
                </p14:cNvPr>
                <p14:cNvContentPartPr/>
                <p14:nvPr/>
              </p14:nvContentPartPr>
              <p14:xfrm>
                <a:off x="7610328" y="2834064"/>
                <a:ext cx="12240" cy="532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106CB70-800C-E7B6-57F1-D7D1DBCDFEE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601688" y="2825064"/>
                  <a:ext cx="298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B6B030AA-D125-81E1-8BA9-525D036568A6}"/>
                    </a:ext>
                  </a:extLst>
                </p14:cNvPr>
                <p14:cNvContentPartPr/>
                <p14:nvPr/>
              </p14:nvContentPartPr>
              <p14:xfrm>
                <a:off x="7668288" y="2858184"/>
                <a:ext cx="17640" cy="457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B6B030AA-D125-81E1-8BA9-525D036568A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659288" y="2849184"/>
                  <a:ext cx="35280" cy="63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02D29D70-B8EF-4E6B-7F39-6AF56A04B6D1}"/>
                  </a:ext>
                </a:extLst>
              </p14:cNvPr>
              <p14:cNvContentPartPr/>
              <p14:nvPr/>
            </p14:nvContentPartPr>
            <p14:xfrm>
              <a:off x="8335008" y="3093264"/>
              <a:ext cx="13320" cy="612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02D29D70-B8EF-4E6B-7F39-6AF56A04B6D1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8326008" y="3084624"/>
                <a:ext cx="3096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6196B845-69DE-FA02-41C2-E58173F814D8}"/>
                  </a:ext>
                </a:extLst>
              </p14:cNvPr>
              <p14:cNvContentPartPr/>
              <p14:nvPr/>
            </p14:nvContentPartPr>
            <p14:xfrm>
              <a:off x="8368488" y="2931624"/>
              <a:ext cx="4680" cy="201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6196B845-69DE-FA02-41C2-E58173F814D8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8359488" y="2922624"/>
                <a:ext cx="2232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D1F2649F-3FC3-2B73-BAF0-06CBA75954D9}"/>
                  </a:ext>
                </a:extLst>
              </p14:cNvPr>
              <p14:cNvContentPartPr/>
              <p14:nvPr/>
            </p14:nvContentPartPr>
            <p14:xfrm>
              <a:off x="8575488" y="2844864"/>
              <a:ext cx="131400" cy="29484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D1F2649F-3FC3-2B73-BAF0-06CBA75954D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8566848" y="2836224"/>
                <a:ext cx="149040" cy="31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9078F1D9-E5DD-0E93-E1C8-EDD52FF96402}"/>
                  </a:ext>
                </a:extLst>
              </p14:cNvPr>
              <p14:cNvContentPartPr/>
              <p14:nvPr/>
            </p14:nvContentPartPr>
            <p14:xfrm>
              <a:off x="8665848" y="2853864"/>
              <a:ext cx="106560" cy="363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9078F1D9-E5DD-0E93-E1C8-EDD52FF96402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657208" y="2844864"/>
                <a:ext cx="12420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68A37AF7-4062-6DEA-C990-88E76C6B3714}"/>
                  </a:ext>
                </a:extLst>
              </p14:cNvPr>
              <p14:cNvContentPartPr/>
              <p14:nvPr/>
            </p14:nvContentPartPr>
            <p14:xfrm>
              <a:off x="8736408" y="2917944"/>
              <a:ext cx="65880" cy="1065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68A37AF7-4062-6DEA-C990-88E76C6B371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8727768" y="2909304"/>
                <a:ext cx="8352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8349E21C-5035-DB82-5834-689B777141AE}"/>
                  </a:ext>
                </a:extLst>
              </p14:cNvPr>
              <p14:cNvContentPartPr/>
              <p14:nvPr/>
            </p14:nvContentPartPr>
            <p14:xfrm>
              <a:off x="8895888" y="2964024"/>
              <a:ext cx="14040" cy="3708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8349E21C-5035-DB82-5834-689B777141AE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8887248" y="2955024"/>
                <a:ext cx="3168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AA950110-779F-78EA-AD09-271574BB6311}"/>
                  </a:ext>
                </a:extLst>
              </p14:cNvPr>
              <p14:cNvContentPartPr/>
              <p14:nvPr/>
            </p14:nvContentPartPr>
            <p14:xfrm>
              <a:off x="8969688" y="2922264"/>
              <a:ext cx="61200" cy="1108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AA950110-779F-78EA-AD09-271574BB6311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8961048" y="2913624"/>
                <a:ext cx="788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67422E5D-DE4A-D0D5-474A-28499A1DF457}"/>
                  </a:ext>
                </a:extLst>
              </p14:cNvPr>
              <p14:cNvContentPartPr/>
              <p14:nvPr/>
            </p14:nvContentPartPr>
            <p14:xfrm>
              <a:off x="9076968" y="3019824"/>
              <a:ext cx="31680" cy="10872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67422E5D-DE4A-D0D5-474A-28499A1DF457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9067968" y="3011184"/>
                <a:ext cx="493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DFC4EAA8-B10B-522C-22A2-D40C334A6214}"/>
                  </a:ext>
                </a:extLst>
              </p14:cNvPr>
              <p14:cNvContentPartPr/>
              <p14:nvPr/>
            </p14:nvContentPartPr>
            <p14:xfrm>
              <a:off x="9224208" y="2925144"/>
              <a:ext cx="193680" cy="9468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DFC4EAA8-B10B-522C-22A2-D40C334A6214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9215208" y="2916144"/>
                <a:ext cx="21132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C6D91DB0-EEE8-C17A-3653-3A82B4B2CBA3}"/>
                  </a:ext>
                </a:extLst>
              </p14:cNvPr>
              <p14:cNvContentPartPr/>
              <p14:nvPr/>
            </p14:nvContentPartPr>
            <p14:xfrm>
              <a:off x="9473688" y="2912184"/>
              <a:ext cx="61920" cy="12780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C6D91DB0-EEE8-C17A-3653-3A82B4B2CBA3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465048" y="2903544"/>
                <a:ext cx="7956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BAB2D750-C2B6-489A-DFB7-1BAFC0FF42E8}"/>
                  </a:ext>
                </a:extLst>
              </p14:cNvPr>
              <p14:cNvContentPartPr/>
              <p14:nvPr/>
            </p14:nvContentPartPr>
            <p14:xfrm>
              <a:off x="9536328" y="2861784"/>
              <a:ext cx="186120" cy="2995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BAB2D750-C2B6-489A-DFB7-1BAFC0FF42E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9527328" y="2853144"/>
                <a:ext cx="20376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52C2B892-0736-563A-5CE0-AA080094AA2D}"/>
                  </a:ext>
                </a:extLst>
              </p14:cNvPr>
              <p14:cNvContentPartPr/>
              <p14:nvPr/>
            </p14:nvContentPartPr>
            <p14:xfrm>
              <a:off x="9872208" y="3004704"/>
              <a:ext cx="108360" cy="201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52C2B892-0736-563A-5CE0-AA080094AA2D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9863208" y="2995704"/>
                <a:ext cx="126000" cy="3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7" name="Group 146">
            <a:extLst>
              <a:ext uri="{FF2B5EF4-FFF2-40B4-BE49-F238E27FC236}">
                <a16:creationId xmlns:a16="http://schemas.microsoft.com/office/drawing/2014/main" id="{A3343D6F-6152-85D1-BB0F-332456649D4F}"/>
              </a:ext>
            </a:extLst>
          </p:cNvPr>
          <p:cNvGrpSpPr/>
          <p:nvPr/>
        </p:nvGrpSpPr>
        <p:grpSpPr>
          <a:xfrm>
            <a:off x="10125288" y="2834064"/>
            <a:ext cx="1301040" cy="354960"/>
            <a:chOff x="10125288" y="2834064"/>
            <a:chExt cx="1301040" cy="35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C2F87C7-5BBB-2AB7-5902-A68B30C327AB}"/>
                    </a:ext>
                  </a:extLst>
                </p14:cNvPr>
                <p14:cNvContentPartPr/>
                <p14:nvPr/>
              </p14:nvContentPartPr>
              <p14:xfrm>
                <a:off x="10125288" y="2838024"/>
                <a:ext cx="169920" cy="3207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C2F87C7-5BBB-2AB7-5902-A68B30C327A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116288" y="2829024"/>
                  <a:ext cx="18756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576600A-74D1-75B0-7D97-09B97534F3C9}"/>
                    </a:ext>
                  </a:extLst>
                </p14:cNvPr>
                <p14:cNvContentPartPr/>
                <p14:nvPr/>
              </p14:nvContentPartPr>
              <p14:xfrm>
                <a:off x="10240848" y="2834064"/>
                <a:ext cx="144360" cy="23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576600A-74D1-75B0-7D97-09B97534F3C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231848" y="2825064"/>
                  <a:ext cx="16200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3F8F61D6-0EEE-D508-EA25-20B0E92ABB4E}"/>
                    </a:ext>
                  </a:extLst>
                </p14:cNvPr>
                <p14:cNvContentPartPr/>
                <p14:nvPr/>
              </p14:nvContentPartPr>
              <p14:xfrm>
                <a:off x="10279728" y="2998584"/>
                <a:ext cx="84960" cy="140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3F8F61D6-0EEE-D508-EA25-20B0E92ABB4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271088" y="2989944"/>
                  <a:ext cx="1026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14233CC1-F4EE-112F-579A-22BC0F960941}"/>
                    </a:ext>
                  </a:extLst>
                </p14:cNvPr>
                <p14:cNvContentPartPr/>
                <p14:nvPr/>
              </p14:nvContentPartPr>
              <p14:xfrm>
                <a:off x="10430208" y="2965824"/>
                <a:ext cx="102240" cy="1098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14233CC1-F4EE-112F-579A-22BC0F96094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421568" y="2957184"/>
                  <a:ext cx="1198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A2F21802-F20C-4ADD-05B2-E7FEC5C0CFC7}"/>
                    </a:ext>
                  </a:extLst>
                </p14:cNvPr>
                <p14:cNvContentPartPr/>
                <p14:nvPr/>
              </p14:nvContentPartPr>
              <p14:xfrm>
                <a:off x="10611288" y="2997144"/>
                <a:ext cx="1800" cy="226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A2F21802-F20C-4ADD-05B2-E7FEC5C0CFC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602648" y="2988144"/>
                  <a:ext cx="194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8A3274DD-9FEE-4161-EDD1-6FBA882ECB35}"/>
                    </a:ext>
                  </a:extLst>
                </p14:cNvPr>
                <p14:cNvContentPartPr/>
                <p14:nvPr/>
              </p14:nvContentPartPr>
              <p14:xfrm>
                <a:off x="10663848" y="2947824"/>
                <a:ext cx="29160" cy="1173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8A3274DD-9FEE-4161-EDD1-6FBA882ECB3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655208" y="2938824"/>
                  <a:ext cx="468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09A83E9F-5210-9E3E-97B6-89A216BB632F}"/>
                    </a:ext>
                  </a:extLst>
                </p14:cNvPr>
                <p14:cNvContentPartPr/>
                <p14:nvPr/>
              </p14:nvContentPartPr>
              <p14:xfrm>
                <a:off x="10789848" y="2994624"/>
                <a:ext cx="57600" cy="1584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09A83E9F-5210-9E3E-97B6-89A216BB632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780848" y="2985984"/>
                  <a:ext cx="7524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C27B6825-6766-FAFF-B94A-675014D32CF2}"/>
                    </a:ext>
                  </a:extLst>
                </p14:cNvPr>
                <p14:cNvContentPartPr/>
                <p14:nvPr/>
              </p14:nvContentPartPr>
              <p14:xfrm>
                <a:off x="10920528" y="2956464"/>
                <a:ext cx="53640" cy="954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C27B6825-6766-FAFF-B94A-675014D32CF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911528" y="2947824"/>
                  <a:ext cx="7128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51683589-D8D4-D66C-2F01-0FE434E4A7B3}"/>
                    </a:ext>
                  </a:extLst>
                </p14:cNvPr>
                <p14:cNvContentPartPr/>
                <p14:nvPr/>
              </p14:nvContentPartPr>
              <p14:xfrm>
                <a:off x="11051208" y="2976624"/>
                <a:ext cx="6120" cy="244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51683589-D8D4-D66C-2F01-0FE434E4A7B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042568" y="2967624"/>
                  <a:ext cx="237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960F78BF-6E3E-C29D-467A-B4267005186A}"/>
                    </a:ext>
                  </a:extLst>
                </p14:cNvPr>
                <p14:cNvContentPartPr/>
                <p14:nvPr/>
              </p14:nvContentPartPr>
              <p14:xfrm>
                <a:off x="11116368" y="2921184"/>
                <a:ext cx="88560" cy="1792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960F78BF-6E3E-C29D-467A-B4267005186A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1107368" y="2912544"/>
                  <a:ext cx="1062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EFD3753D-D0A1-2D77-92E5-FF854E65B9C3}"/>
                    </a:ext>
                  </a:extLst>
                </p14:cNvPr>
                <p14:cNvContentPartPr/>
                <p14:nvPr/>
              </p14:nvContentPartPr>
              <p14:xfrm>
                <a:off x="11206368" y="2858544"/>
                <a:ext cx="219960" cy="3304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EFD3753D-D0A1-2D77-92E5-FF854E65B9C3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1197368" y="2849544"/>
                  <a:ext cx="237600" cy="34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5C86B19-96C5-48BC-9B87-0D1AE9B66800}"/>
              </a:ext>
            </a:extLst>
          </p:cNvPr>
          <p:cNvGrpSpPr/>
          <p:nvPr/>
        </p:nvGrpSpPr>
        <p:grpSpPr>
          <a:xfrm>
            <a:off x="8825688" y="3294864"/>
            <a:ext cx="1146600" cy="354960"/>
            <a:chOff x="8825688" y="3294864"/>
            <a:chExt cx="1146600" cy="35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2F65CD77-7536-3099-407B-87DDF4EF0BC5}"/>
                    </a:ext>
                  </a:extLst>
                </p14:cNvPr>
                <p14:cNvContentPartPr/>
                <p14:nvPr/>
              </p14:nvContentPartPr>
              <p14:xfrm>
                <a:off x="8825688" y="3394584"/>
                <a:ext cx="77040" cy="151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2F65CD77-7536-3099-407B-87DDF4EF0BC5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8816688" y="3385584"/>
                  <a:ext cx="946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2BA63B7-BE24-0A46-80B7-ADBF030EAB85}"/>
                    </a:ext>
                  </a:extLst>
                </p14:cNvPr>
                <p14:cNvContentPartPr/>
                <p14:nvPr/>
              </p14:nvContentPartPr>
              <p14:xfrm>
                <a:off x="8831088" y="3450744"/>
                <a:ext cx="120960" cy="284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2BA63B7-BE24-0A46-80B7-ADBF030EAB85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8822088" y="3442104"/>
                  <a:ext cx="1386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6CE768C6-8775-EF49-510A-554AB96127B9}"/>
                    </a:ext>
                  </a:extLst>
                </p14:cNvPr>
                <p14:cNvContentPartPr/>
                <p14:nvPr/>
              </p14:nvContentPartPr>
              <p14:xfrm>
                <a:off x="9091008" y="3339144"/>
                <a:ext cx="176040" cy="3106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6CE768C6-8775-EF49-510A-554AB96127B9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9082008" y="3330504"/>
                  <a:ext cx="19368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5499D7E1-1E69-130D-88C7-78AD512FF523}"/>
                    </a:ext>
                  </a:extLst>
                </p14:cNvPr>
                <p14:cNvContentPartPr/>
                <p14:nvPr/>
              </p14:nvContentPartPr>
              <p14:xfrm>
                <a:off x="9231768" y="3294864"/>
                <a:ext cx="86040" cy="284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5499D7E1-1E69-130D-88C7-78AD512FF523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9223128" y="3285864"/>
                  <a:ext cx="1036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83341C1B-CEDB-E3C5-E465-17F334533071}"/>
                    </a:ext>
                  </a:extLst>
                </p14:cNvPr>
                <p14:cNvContentPartPr/>
                <p14:nvPr/>
              </p14:nvContentPartPr>
              <p14:xfrm>
                <a:off x="9277128" y="3366864"/>
                <a:ext cx="122400" cy="1436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83341C1B-CEDB-E3C5-E465-17F334533071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9268488" y="3358224"/>
                  <a:ext cx="1400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96BEB7F2-B772-F4DC-511B-6860852D1E3C}"/>
                    </a:ext>
                  </a:extLst>
                </p14:cNvPr>
                <p14:cNvContentPartPr/>
                <p14:nvPr/>
              </p14:nvContentPartPr>
              <p14:xfrm>
                <a:off x="9534528" y="3466224"/>
                <a:ext cx="19800" cy="28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96BEB7F2-B772-F4DC-511B-6860852D1E3C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9525528" y="3457224"/>
                  <a:ext cx="3744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8C3F4011-473C-9827-A193-19BB7098AFF9}"/>
                    </a:ext>
                  </a:extLst>
                </p14:cNvPr>
                <p14:cNvContentPartPr/>
                <p14:nvPr/>
              </p14:nvContentPartPr>
              <p14:xfrm>
                <a:off x="9696528" y="3368664"/>
                <a:ext cx="96480" cy="1836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8C3F4011-473C-9827-A193-19BB7098AFF9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9687888" y="3359664"/>
                  <a:ext cx="1141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EA39578F-9A4E-6835-F2FC-7D02993D0E47}"/>
                    </a:ext>
                  </a:extLst>
                </p14:cNvPr>
                <p14:cNvContentPartPr/>
                <p14:nvPr/>
              </p14:nvContentPartPr>
              <p14:xfrm>
                <a:off x="9931968" y="3509424"/>
                <a:ext cx="40320" cy="975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EA39578F-9A4E-6835-F2FC-7D02993D0E47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9923328" y="3500424"/>
                  <a:ext cx="57960" cy="11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FB014D67-A181-40BD-FB3B-5BCBD9773F81}"/>
                  </a:ext>
                </a:extLst>
              </p14:cNvPr>
              <p14:cNvContentPartPr/>
              <p14:nvPr/>
            </p14:nvContentPartPr>
            <p14:xfrm>
              <a:off x="9440208" y="2944584"/>
              <a:ext cx="10080" cy="36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FB014D67-A181-40BD-FB3B-5BCBD9773F81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9431208" y="2935584"/>
                <a:ext cx="27720" cy="21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6" name="Group 165">
            <a:extLst>
              <a:ext uri="{FF2B5EF4-FFF2-40B4-BE49-F238E27FC236}">
                <a16:creationId xmlns:a16="http://schemas.microsoft.com/office/drawing/2014/main" id="{CBC9AD1A-1296-0EC0-F64C-CD09E4693879}"/>
              </a:ext>
            </a:extLst>
          </p:cNvPr>
          <p:cNvGrpSpPr/>
          <p:nvPr/>
        </p:nvGrpSpPr>
        <p:grpSpPr>
          <a:xfrm>
            <a:off x="10073448" y="3331944"/>
            <a:ext cx="695520" cy="317520"/>
            <a:chOff x="10073448" y="3331944"/>
            <a:chExt cx="69552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BD7AAD66-000B-DE19-8DD1-1A436FF8E8F5}"/>
                    </a:ext>
                  </a:extLst>
                </p14:cNvPr>
                <p14:cNvContentPartPr/>
                <p14:nvPr/>
              </p14:nvContentPartPr>
              <p14:xfrm>
                <a:off x="10073448" y="3430224"/>
                <a:ext cx="61920" cy="1036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BD7AAD66-000B-DE19-8DD1-1A436FF8E8F5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10064808" y="3421224"/>
                  <a:ext cx="7956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99D04DFC-1C05-7427-EFB5-445028F839E4}"/>
                    </a:ext>
                  </a:extLst>
                </p14:cNvPr>
                <p14:cNvContentPartPr/>
                <p14:nvPr/>
              </p14:nvContentPartPr>
              <p14:xfrm>
                <a:off x="10259928" y="3466944"/>
                <a:ext cx="16920" cy="255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99D04DFC-1C05-7427-EFB5-445028F839E4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0250928" y="3458304"/>
                  <a:ext cx="345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3E49720-B48E-AF49-6C16-4E4A12C49945}"/>
                    </a:ext>
                  </a:extLst>
                </p14:cNvPr>
                <p14:cNvContentPartPr/>
                <p14:nvPr/>
              </p14:nvContentPartPr>
              <p14:xfrm>
                <a:off x="10366128" y="3420864"/>
                <a:ext cx="71280" cy="1342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3E49720-B48E-AF49-6C16-4E4A12C49945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0357128" y="3411864"/>
                  <a:ext cx="8892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EC04CF0D-EDEC-E6F7-8801-A9C4471918D4}"/>
                    </a:ext>
                  </a:extLst>
                </p14:cNvPr>
                <p14:cNvContentPartPr/>
                <p14:nvPr/>
              </p14:nvContentPartPr>
              <p14:xfrm>
                <a:off x="10432368" y="3396744"/>
                <a:ext cx="93600" cy="2736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EC04CF0D-EDEC-E6F7-8801-A9C4471918D4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0423728" y="3388104"/>
                  <a:ext cx="1112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29DDC9BA-066E-89B4-6A98-91A255DB59DA}"/>
                    </a:ext>
                  </a:extLst>
                </p14:cNvPr>
                <p14:cNvContentPartPr/>
                <p14:nvPr/>
              </p14:nvContentPartPr>
              <p14:xfrm>
                <a:off x="10564848" y="3331944"/>
                <a:ext cx="204120" cy="3175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29DDC9BA-066E-89B4-6A98-91A255DB59DA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10555848" y="3322944"/>
                  <a:ext cx="221760" cy="33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8DDEA60B-7CA7-575B-36AF-E29C8E27BFE7}"/>
              </a:ext>
            </a:extLst>
          </p:cNvPr>
          <p:cNvGrpSpPr/>
          <p:nvPr/>
        </p:nvGrpSpPr>
        <p:grpSpPr>
          <a:xfrm>
            <a:off x="2361528" y="3902184"/>
            <a:ext cx="1279440" cy="402120"/>
            <a:chOff x="2361528" y="3902184"/>
            <a:chExt cx="1279440" cy="40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790641B1-3940-AC48-6428-4F98860B6394}"/>
                    </a:ext>
                  </a:extLst>
                </p14:cNvPr>
                <p14:cNvContentPartPr/>
                <p14:nvPr/>
              </p14:nvContentPartPr>
              <p14:xfrm>
                <a:off x="2505528" y="4058784"/>
                <a:ext cx="74160" cy="1378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790641B1-3940-AC48-6428-4F98860B6394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2496528" y="4049784"/>
                  <a:ext cx="918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3276A1DE-659E-1412-C38F-7EFDC4B0F0A2}"/>
                    </a:ext>
                  </a:extLst>
                </p14:cNvPr>
                <p14:cNvContentPartPr/>
                <p14:nvPr/>
              </p14:nvContentPartPr>
              <p14:xfrm>
                <a:off x="2361528" y="3933504"/>
                <a:ext cx="378720" cy="3708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3276A1DE-659E-1412-C38F-7EFDC4B0F0A2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2352888" y="3924504"/>
                  <a:ext cx="39636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EF63A791-C4ED-0AB8-F47B-13F8B093EB01}"/>
                    </a:ext>
                  </a:extLst>
                </p14:cNvPr>
                <p14:cNvContentPartPr/>
                <p14:nvPr/>
              </p14:nvContentPartPr>
              <p14:xfrm>
                <a:off x="2910528" y="3902184"/>
                <a:ext cx="351360" cy="2916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EF63A791-C4ED-0AB8-F47B-13F8B093EB01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2901888" y="3893184"/>
                  <a:ext cx="36900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0F049F49-78EB-40A1-A058-6D874822D491}"/>
                    </a:ext>
                  </a:extLst>
                </p14:cNvPr>
                <p14:cNvContentPartPr/>
                <p14:nvPr/>
              </p14:nvContentPartPr>
              <p14:xfrm>
                <a:off x="3127608" y="4100904"/>
                <a:ext cx="162000" cy="201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0F049F49-78EB-40A1-A058-6D874822D491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3118608" y="4092264"/>
                  <a:ext cx="1796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4366303C-41D3-257F-6336-F91DB4178514}"/>
                    </a:ext>
                  </a:extLst>
                </p14:cNvPr>
                <p14:cNvContentPartPr/>
                <p14:nvPr/>
              </p14:nvContentPartPr>
              <p14:xfrm>
                <a:off x="3340728" y="3949344"/>
                <a:ext cx="116280" cy="236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4366303C-41D3-257F-6336-F91DB4178514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3331728" y="3940704"/>
                  <a:ext cx="13392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531A88D7-3F2E-5BCF-D7B6-75ADFCF534C9}"/>
                    </a:ext>
                  </a:extLst>
                </p14:cNvPr>
                <p14:cNvContentPartPr/>
                <p14:nvPr/>
              </p14:nvContentPartPr>
              <p14:xfrm>
                <a:off x="3528288" y="3951864"/>
                <a:ext cx="112680" cy="2606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531A88D7-3F2E-5BCF-D7B6-75ADFCF534C9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3519288" y="3943224"/>
                  <a:ext cx="130320" cy="27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DA91B497-C8A8-BA9C-079F-63355548A1E6}"/>
              </a:ext>
            </a:extLst>
          </p:cNvPr>
          <p:cNvGrpSpPr/>
          <p:nvPr/>
        </p:nvGrpSpPr>
        <p:grpSpPr>
          <a:xfrm>
            <a:off x="4003488" y="3933144"/>
            <a:ext cx="393120" cy="277920"/>
            <a:chOff x="4003488" y="3933144"/>
            <a:chExt cx="393120" cy="27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23606159-AA90-AACB-208A-D388D2193276}"/>
                    </a:ext>
                  </a:extLst>
                </p14:cNvPr>
                <p14:cNvContentPartPr/>
                <p14:nvPr/>
              </p14:nvContentPartPr>
              <p14:xfrm>
                <a:off x="4055688" y="3952224"/>
                <a:ext cx="38520" cy="2419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23606159-AA90-AACB-208A-D388D2193276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4047048" y="3943584"/>
                  <a:ext cx="5616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A4E46DA2-A613-1300-0704-B7B6F36778C4}"/>
                    </a:ext>
                  </a:extLst>
                </p14:cNvPr>
                <p14:cNvContentPartPr/>
                <p14:nvPr/>
              </p14:nvContentPartPr>
              <p14:xfrm>
                <a:off x="4003488" y="3933144"/>
                <a:ext cx="393120" cy="2779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A4E46DA2-A613-1300-0704-B7B6F36778C4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3994848" y="3924144"/>
                  <a:ext cx="410760" cy="29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B48791C2-27FE-3801-4527-3025BCB2CCB6}"/>
              </a:ext>
            </a:extLst>
          </p:cNvPr>
          <p:cNvGrpSpPr/>
          <p:nvPr/>
        </p:nvGrpSpPr>
        <p:grpSpPr>
          <a:xfrm>
            <a:off x="4682088" y="4003344"/>
            <a:ext cx="1361520" cy="445320"/>
            <a:chOff x="4682088" y="4003344"/>
            <a:chExt cx="1361520" cy="44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45319DD5-EE62-F349-9145-7C00B9315E5C}"/>
                    </a:ext>
                  </a:extLst>
                </p14:cNvPr>
                <p14:cNvContentPartPr/>
                <p14:nvPr/>
              </p14:nvContentPartPr>
              <p14:xfrm>
                <a:off x="4682088" y="4033944"/>
                <a:ext cx="588960" cy="1886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45319DD5-EE62-F349-9145-7C00B9315E5C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4673088" y="4025304"/>
                  <a:ext cx="6066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38570042-5BE7-8F46-C6F9-F9394840B06B}"/>
                    </a:ext>
                  </a:extLst>
                </p14:cNvPr>
                <p14:cNvContentPartPr/>
                <p14:nvPr/>
              </p14:nvContentPartPr>
              <p14:xfrm>
                <a:off x="5317488" y="4142664"/>
                <a:ext cx="86760" cy="748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38570042-5BE7-8F46-C6F9-F9394840B06B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308488" y="4134024"/>
                  <a:ext cx="10440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5138E6F6-E3BE-AE75-9C0B-FD30C1BF0951}"/>
                    </a:ext>
                  </a:extLst>
                </p14:cNvPr>
                <p14:cNvContentPartPr/>
                <p14:nvPr/>
              </p14:nvContentPartPr>
              <p14:xfrm>
                <a:off x="5500008" y="4018104"/>
                <a:ext cx="92160" cy="1900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5138E6F6-E3BE-AE75-9C0B-FD30C1BF0951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491368" y="4009464"/>
                  <a:ext cx="1098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4482A6FE-7FCE-EFF8-7DCB-B01692AA8AEB}"/>
                    </a:ext>
                  </a:extLst>
                </p14:cNvPr>
                <p14:cNvContentPartPr/>
                <p14:nvPr/>
              </p14:nvContentPartPr>
              <p14:xfrm>
                <a:off x="5678208" y="4003344"/>
                <a:ext cx="136080" cy="2131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4482A6FE-7FCE-EFF8-7DCB-B01692AA8AEB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5669208" y="3994704"/>
                  <a:ext cx="1537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9FEF2DA0-78C0-7598-1721-559CCF261AF6}"/>
                    </a:ext>
                  </a:extLst>
                </p14:cNvPr>
                <p14:cNvContentPartPr/>
                <p14:nvPr/>
              </p14:nvContentPartPr>
              <p14:xfrm>
                <a:off x="5838048" y="4077864"/>
                <a:ext cx="360" cy="201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9FEF2DA0-78C0-7598-1721-559CCF261AF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829408" y="4069224"/>
                  <a:ext cx="180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40A11D34-A3DB-C41E-122A-7DA7EE64DDB6}"/>
                    </a:ext>
                  </a:extLst>
                </p14:cNvPr>
                <p14:cNvContentPartPr/>
                <p14:nvPr/>
              </p14:nvContentPartPr>
              <p14:xfrm>
                <a:off x="5851368" y="4121784"/>
                <a:ext cx="192240" cy="326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40A11D34-A3DB-C41E-122A-7DA7EE64DDB6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842728" y="4112784"/>
                  <a:ext cx="209880" cy="344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85" name="Ink 184">
                <a:extLst>
                  <a:ext uri="{FF2B5EF4-FFF2-40B4-BE49-F238E27FC236}">
                    <a16:creationId xmlns:a16="http://schemas.microsoft.com/office/drawing/2014/main" id="{80DD94E0-83AD-DBC2-ECBE-D97515E38DE2}"/>
                  </a:ext>
                </a:extLst>
              </p14:cNvPr>
              <p14:cNvContentPartPr/>
              <p14:nvPr/>
            </p14:nvContentPartPr>
            <p14:xfrm>
              <a:off x="6384168" y="4031424"/>
              <a:ext cx="190800" cy="447120"/>
            </p14:xfrm>
          </p:contentPart>
        </mc:Choice>
        <mc:Fallback xmlns="">
          <p:pic>
            <p:nvPicPr>
              <p:cNvPr id="185" name="Ink 184">
                <a:extLst>
                  <a:ext uri="{FF2B5EF4-FFF2-40B4-BE49-F238E27FC236}">
                    <a16:creationId xmlns:a16="http://schemas.microsoft.com/office/drawing/2014/main" id="{80DD94E0-83AD-DBC2-ECBE-D97515E38DE2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6375168" y="4022424"/>
                <a:ext cx="208440" cy="46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5" name="Group 194">
            <a:extLst>
              <a:ext uri="{FF2B5EF4-FFF2-40B4-BE49-F238E27FC236}">
                <a16:creationId xmlns:a16="http://schemas.microsoft.com/office/drawing/2014/main" id="{7703EFE2-8EDB-D37E-6F68-5632C5A5E252}"/>
              </a:ext>
            </a:extLst>
          </p:cNvPr>
          <p:cNvGrpSpPr/>
          <p:nvPr/>
        </p:nvGrpSpPr>
        <p:grpSpPr>
          <a:xfrm>
            <a:off x="6933528" y="4017024"/>
            <a:ext cx="1202400" cy="205200"/>
            <a:chOff x="6933528" y="4017024"/>
            <a:chExt cx="1202400" cy="20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07CE733C-A27A-79B2-E5FA-30B2A32E300F}"/>
                    </a:ext>
                  </a:extLst>
                </p14:cNvPr>
                <p14:cNvContentPartPr/>
                <p14:nvPr/>
              </p14:nvContentPartPr>
              <p14:xfrm>
                <a:off x="6933528" y="4043664"/>
                <a:ext cx="37080" cy="345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07CE733C-A27A-79B2-E5FA-30B2A32E300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924888" y="4035024"/>
                  <a:ext cx="547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A5E51500-2178-3A4D-4D0B-4B264AE03674}"/>
                    </a:ext>
                  </a:extLst>
                </p14:cNvPr>
                <p14:cNvContentPartPr/>
                <p14:nvPr/>
              </p14:nvContentPartPr>
              <p14:xfrm>
                <a:off x="6979248" y="4042584"/>
                <a:ext cx="23400" cy="493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A5E51500-2178-3A4D-4D0B-4B264AE0367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970608" y="4033584"/>
                  <a:ext cx="4104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6DCE7B75-FB0A-60E0-80FC-9B5AFAF8564C}"/>
                    </a:ext>
                  </a:extLst>
                </p14:cNvPr>
                <p14:cNvContentPartPr/>
                <p14:nvPr/>
              </p14:nvContentPartPr>
              <p14:xfrm>
                <a:off x="7058448" y="4087584"/>
                <a:ext cx="209520" cy="1346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6DCE7B75-FB0A-60E0-80FC-9B5AFAF8564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049448" y="4078944"/>
                  <a:ext cx="2271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038D5F99-8982-84C9-1130-2659D5ECFB0C}"/>
                    </a:ext>
                  </a:extLst>
                </p14:cNvPr>
                <p14:cNvContentPartPr/>
                <p14:nvPr/>
              </p14:nvContentPartPr>
              <p14:xfrm>
                <a:off x="7328808" y="4130064"/>
                <a:ext cx="47880" cy="918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038D5F99-8982-84C9-1130-2659D5ECFB0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319808" y="4121424"/>
                  <a:ext cx="6552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124B889A-0F2F-148C-D0CC-6F835AF3DFF7}"/>
                    </a:ext>
                  </a:extLst>
                </p14:cNvPr>
                <p14:cNvContentPartPr/>
                <p14:nvPr/>
              </p14:nvContentPartPr>
              <p14:xfrm>
                <a:off x="7443648" y="4135824"/>
                <a:ext cx="210960" cy="666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124B889A-0F2F-148C-D0CC-6F835AF3DFF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434648" y="4126824"/>
                  <a:ext cx="22860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1B4038D5-22CE-125A-F900-20FC3A4EC050}"/>
                    </a:ext>
                  </a:extLst>
                </p14:cNvPr>
                <p14:cNvContentPartPr/>
                <p14:nvPr/>
              </p14:nvContentPartPr>
              <p14:xfrm>
                <a:off x="7751448" y="4123944"/>
                <a:ext cx="269640" cy="518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1B4038D5-22CE-125A-F900-20FC3A4EC05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742448" y="4115304"/>
                  <a:ext cx="28728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2AA882B5-7457-4E78-96F1-F627108488D6}"/>
                    </a:ext>
                  </a:extLst>
                </p14:cNvPr>
                <p14:cNvContentPartPr/>
                <p14:nvPr/>
              </p14:nvContentPartPr>
              <p14:xfrm>
                <a:off x="8075088" y="4017024"/>
                <a:ext cx="6120" cy="4248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2AA882B5-7457-4E78-96F1-F627108488D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066088" y="4008384"/>
                  <a:ext cx="2376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C091BBAC-27FF-1653-21D6-112DFDB76BF8}"/>
                    </a:ext>
                  </a:extLst>
                </p14:cNvPr>
                <p14:cNvContentPartPr/>
                <p14:nvPr/>
              </p14:nvContentPartPr>
              <p14:xfrm>
                <a:off x="8122608" y="4026744"/>
                <a:ext cx="13320" cy="468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C091BBAC-27FF-1653-21D6-112DFDB76BF8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113968" y="4018104"/>
                  <a:ext cx="30960" cy="64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25DF62D2-1675-E2CC-1F5E-2EEA84A1EB2B}"/>
                  </a:ext>
                </a:extLst>
              </p14:cNvPr>
              <p14:cNvContentPartPr/>
              <p14:nvPr/>
            </p14:nvContentPartPr>
            <p14:xfrm>
              <a:off x="8300088" y="4169304"/>
              <a:ext cx="65160" cy="6984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25DF62D2-1675-E2CC-1F5E-2EEA84A1EB2B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8291088" y="4160304"/>
                <a:ext cx="82800" cy="87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9" name="Group 208">
            <a:extLst>
              <a:ext uri="{FF2B5EF4-FFF2-40B4-BE49-F238E27FC236}">
                <a16:creationId xmlns:a16="http://schemas.microsoft.com/office/drawing/2014/main" id="{A425BA8B-B517-9378-709A-5D6F3E0D933C}"/>
              </a:ext>
            </a:extLst>
          </p:cNvPr>
          <p:cNvGrpSpPr/>
          <p:nvPr/>
        </p:nvGrpSpPr>
        <p:grpSpPr>
          <a:xfrm>
            <a:off x="9991728" y="4136544"/>
            <a:ext cx="178200" cy="160200"/>
            <a:chOff x="9991728" y="4136544"/>
            <a:chExt cx="178200" cy="16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662C1195-F3F4-3797-91B0-F6E958BB6594}"/>
                    </a:ext>
                  </a:extLst>
                </p14:cNvPr>
                <p14:cNvContentPartPr/>
                <p14:nvPr/>
              </p14:nvContentPartPr>
              <p14:xfrm>
                <a:off x="9991728" y="4188384"/>
                <a:ext cx="178200" cy="115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662C1195-F3F4-3797-91B0-F6E958BB659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982728" y="4179384"/>
                  <a:ext cx="19584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EE733775-C612-A9DB-4D67-2ACB8D41B208}"/>
                    </a:ext>
                  </a:extLst>
                </p14:cNvPr>
                <p14:cNvContentPartPr/>
                <p14:nvPr/>
              </p14:nvContentPartPr>
              <p14:xfrm>
                <a:off x="10015848" y="4136544"/>
                <a:ext cx="41760" cy="1602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EE733775-C612-A9DB-4D67-2ACB8D41B20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007208" y="4127544"/>
                  <a:ext cx="59400" cy="17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F61C29B1-5994-0627-B464-4EA8230612B7}"/>
              </a:ext>
            </a:extLst>
          </p:cNvPr>
          <p:cNvGrpSpPr/>
          <p:nvPr/>
        </p:nvGrpSpPr>
        <p:grpSpPr>
          <a:xfrm>
            <a:off x="10234368" y="4095864"/>
            <a:ext cx="653040" cy="275040"/>
            <a:chOff x="10234368" y="4095864"/>
            <a:chExt cx="653040" cy="27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B2C30E83-1A37-CAA9-A082-3667E11DC984}"/>
                    </a:ext>
                  </a:extLst>
                </p14:cNvPr>
                <p14:cNvContentPartPr/>
                <p14:nvPr/>
              </p14:nvContentPartPr>
              <p14:xfrm>
                <a:off x="10234368" y="4105944"/>
                <a:ext cx="159480" cy="2649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B2C30E83-1A37-CAA9-A082-3667E11DC98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225368" y="4097304"/>
                  <a:ext cx="17712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58BEF150-DB29-EFFF-8D7A-A9059CA8E8BF}"/>
                    </a:ext>
                  </a:extLst>
                </p14:cNvPr>
                <p14:cNvContentPartPr/>
                <p14:nvPr/>
              </p14:nvContentPartPr>
              <p14:xfrm>
                <a:off x="10379448" y="4095864"/>
                <a:ext cx="89280" cy="327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58BEF150-DB29-EFFF-8D7A-A9059CA8E8B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370808" y="4086864"/>
                  <a:ext cx="10692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A28EFFE8-7033-1E8A-5E7D-29DB6783F38A}"/>
                    </a:ext>
                  </a:extLst>
                </p14:cNvPr>
                <p14:cNvContentPartPr/>
                <p14:nvPr/>
              </p14:nvContentPartPr>
              <p14:xfrm>
                <a:off x="10434528" y="4161744"/>
                <a:ext cx="101160" cy="1296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A28EFFE8-7033-1E8A-5E7D-29DB6783F38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425888" y="4152744"/>
                  <a:ext cx="1188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8DAC3D50-1EA7-85FD-04FE-FE616C00CEF2}"/>
                    </a:ext>
                  </a:extLst>
                </p14:cNvPr>
                <p14:cNvContentPartPr/>
                <p14:nvPr/>
              </p14:nvContentPartPr>
              <p14:xfrm>
                <a:off x="10605888" y="4209984"/>
                <a:ext cx="3240" cy="244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8DAC3D50-1EA7-85FD-04FE-FE616C00CEF2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597248" y="4201344"/>
                  <a:ext cx="208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30D25DE3-79AD-9083-699D-8AE4AF9FCD7C}"/>
                    </a:ext>
                  </a:extLst>
                </p14:cNvPr>
                <p14:cNvContentPartPr/>
                <p14:nvPr/>
              </p14:nvContentPartPr>
              <p14:xfrm>
                <a:off x="10675368" y="4152744"/>
                <a:ext cx="70920" cy="1400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30D25DE3-79AD-9083-699D-8AE4AF9FCD7C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0666368" y="4144104"/>
                  <a:ext cx="885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69790AD7-7488-825E-8FEF-6BE7A556F91D}"/>
                    </a:ext>
                  </a:extLst>
                </p14:cNvPr>
                <p14:cNvContentPartPr/>
                <p14:nvPr/>
              </p14:nvContentPartPr>
              <p14:xfrm>
                <a:off x="10819728" y="4268304"/>
                <a:ext cx="67680" cy="10116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69790AD7-7488-825E-8FEF-6BE7A556F91D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0811088" y="4259664"/>
                  <a:ext cx="85320" cy="11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D6EE31DB-5509-4350-64E0-3E6DB1FE72FB}"/>
              </a:ext>
            </a:extLst>
          </p:cNvPr>
          <p:cNvGrpSpPr/>
          <p:nvPr/>
        </p:nvGrpSpPr>
        <p:grpSpPr>
          <a:xfrm>
            <a:off x="10976688" y="4085424"/>
            <a:ext cx="515520" cy="307800"/>
            <a:chOff x="10976688" y="4085424"/>
            <a:chExt cx="515520" cy="30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8F33A52B-6EA2-C948-02B3-8A8BDAE3C957}"/>
                    </a:ext>
                  </a:extLst>
                </p14:cNvPr>
                <p14:cNvContentPartPr/>
                <p14:nvPr/>
              </p14:nvContentPartPr>
              <p14:xfrm>
                <a:off x="10976688" y="4147704"/>
                <a:ext cx="83880" cy="1310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8F33A52B-6EA2-C948-02B3-8A8BDAE3C957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10968048" y="4139064"/>
                  <a:ext cx="1015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95C7BF30-6A11-2D74-784D-EA0F55FC5065}"/>
                    </a:ext>
                  </a:extLst>
                </p14:cNvPr>
                <p14:cNvContentPartPr/>
                <p14:nvPr/>
              </p14:nvContentPartPr>
              <p14:xfrm>
                <a:off x="11164248" y="4199544"/>
                <a:ext cx="7920" cy="104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95C7BF30-6A11-2D74-784D-EA0F55FC5065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11155608" y="4190544"/>
                  <a:ext cx="255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EC09761B-FEBE-BF0F-1A26-A6BFBA1D8FBB}"/>
                    </a:ext>
                  </a:extLst>
                </p14:cNvPr>
                <p14:cNvContentPartPr/>
                <p14:nvPr/>
              </p14:nvContentPartPr>
              <p14:xfrm>
                <a:off x="11196648" y="4150944"/>
                <a:ext cx="129600" cy="1256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EC09761B-FEBE-BF0F-1A26-A6BFBA1D8FBB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1187648" y="4142304"/>
                  <a:ext cx="1472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15681A00-6C39-376F-BDA5-099953BE3BAD}"/>
                    </a:ext>
                  </a:extLst>
                </p14:cNvPr>
                <p14:cNvContentPartPr/>
                <p14:nvPr/>
              </p14:nvContentPartPr>
              <p14:xfrm>
                <a:off x="11337768" y="4085424"/>
                <a:ext cx="154440" cy="3078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15681A00-6C39-376F-BDA5-099953BE3BAD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1328768" y="4076784"/>
                  <a:ext cx="172080" cy="32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0D940908-C283-24BB-606D-8776CA07C815}"/>
              </a:ext>
            </a:extLst>
          </p:cNvPr>
          <p:cNvGrpSpPr/>
          <p:nvPr/>
        </p:nvGrpSpPr>
        <p:grpSpPr>
          <a:xfrm>
            <a:off x="8539488" y="3992184"/>
            <a:ext cx="1284480" cy="341640"/>
            <a:chOff x="8539488" y="3992184"/>
            <a:chExt cx="1284480" cy="34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4C6207A-B586-B40E-051C-EFB118BF4741}"/>
                    </a:ext>
                  </a:extLst>
                </p14:cNvPr>
                <p14:cNvContentPartPr/>
                <p14:nvPr/>
              </p14:nvContentPartPr>
              <p14:xfrm>
                <a:off x="8539488" y="4060944"/>
                <a:ext cx="165960" cy="2728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4C6207A-B586-B40E-051C-EFB118BF4741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8530488" y="4052304"/>
                  <a:ext cx="18360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C9AB3B87-2C5D-D46F-3B97-7225E5EF28BA}"/>
                    </a:ext>
                  </a:extLst>
                </p14:cNvPr>
                <p14:cNvContentPartPr/>
                <p14:nvPr/>
              </p14:nvContentPartPr>
              <p14:xfrm>
                <a:off x="8567928" y="4011264"/>
                <a:ext cx="110880" cy="370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C9AB3B87-2C5D-D46F-3B97-7225E5EF28BA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8558928" y="4002264"/>
                  <a:ext cx="12852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D9AB9539-F335-88E8-FB9C-437BFDF939DE}"/>
                    </a:ext>
                  </a:extLst>
                </p14:cNvPr>
                <p14:cNvContentPartPr/>
                <p14:nvPr/>
              </p14:nvContentPartPr>
              <p14:xfrm>
                <a:off x="8709408" y="4089744"/>
                <a:ext cx="83880" cy="1116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D9AB9539-F335-88E8-FB9C-437BFDF939DE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8700768" y="4081104"/>
                  <a:ext cx="10152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41D6538-E752-488A-059B-E26C4F75C687}"/>
                    </a:ext>
                  </a:extLst>
                </p14:cNvPr>
                <p14:cNvContentPartPr/>
                <p14:nvPr/>
              </p14:nvContentPartPr>
              <p14:xfrm>
                <a:off x="8878608" y="4128984"/>
                <a:ext cx="7560" cy="180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41D6538-E752-488A-059B-E26C4F75C687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8869968" y="4119984"/>
                  <a:ext cx="2520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73162117-15DF-A22D-425E-F0C49938C150}"/>
                    </a:ext>
                  </a:extLst>
                </p14:cNvPr>
                <p14:cNvContentPartPr/>
                <p14:nvPr/>
              </p14:nvContentPartPr>
              <p14:xfrm>
                <a:off x="8955288" y="4055544"/>
                <a:ext cx="83520" cy="1753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73162117-15DF-A22D-425E-F0C49938C150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8946288" y="4046544"/>
                  <a:ext cx="1011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EBEC6FF4-BA30-D2C2-8C28-F5A9F37C162C}"/>
                    </a:ext>
                  </a:extLst>
                </p14:cNvPr>
                <p14:cNvContentPartPr/>
                <p14:nvPr/>
              </p14:nvContentPartPr>
              <p14:xfrm>
                <a:off x="9150408" y="4221864"/>
                <a:ext cx="58320" cy="1004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EBEC6FF4-BA30-D2C2-8C28-F5A9F37C162C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9141408" y="4212864"/>
                  <a:ext cx="7596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FA95B16-FC9D-4EA1-EB06-E683718F27CC}"/>
                    </a:ext>
                  </a:extLst>
                </p14:cNvPr>
                <p14:cNvContentPartPr/>
                <p14:nvPr/>
              </p14:nvContentPartPr>
              <p14:xfrm>
                <a:off x="9291168" y="4105584"/>
                <a:ext cx="98640" cy="1260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FA95B16-FC9D-4EA1-EB06-E683718F27CC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9282168" y="4096944"/>
                  <a:ext cx="1162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B39EAE13-B9EA-9B6C-85C7-33C60F30CB94}"/>
                    </a:ext>
                  </a:extLst>
                </p14:cNvPr>
                <p14:cNvContentPartPr/>
                <p14:nvPr/>
              </p14:nvContentPartPr>
              <p14:xfrm>
                <a:off x="9499968" y="4132224"/>
                <a:ext cx="15480" cy="370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B39EAE13-B9EA-9B6C-85C7-33C60F30CB94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9491328" y="4123224"/>
                  <a:ext cx="3312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397F3BE-E082-F950-7E55-8760E448F3E3}"/>
                    </a:ext>
                  </a:extLst>
                </p14:cNvPr>
                <p14:cNvContentPartPr/>
                <p14:nvPr/>
              </p14:nvContentPartPr>
              <p14:xfrm>
                <a:off x="9567648" y="4098384"/>
                <a:ext cx="35280" cy="116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397F3BE-E082-F950-7E55-8760E448F3E3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9558648" y="4089744"/>
                  <a:ext cx="5292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E6F8321C-2E97-FC48-E38D-A48C56BA1372}"/>
                    </a:ext>
                  </a:extLst>
                </p14:cNvPr>
                <p14:cNvContentPartPr/>
                <p14:nvPr/>
              </p14:nvContentPartPr>
              <p14:xfrm>
                <a:off x="9586008" y="4068504"/>
                <a:ext cx="79200" cy="255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E6F8321C-2E97-FC48-E38D-A48C56BA1372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9577008" y="4059864"/>
                  <a:ext cx="9684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2CECE169-20A2-1993-A415-183DE87D126A}"/>
                    </a:ext>
                  </a:extLst>
                </p14:cNvPr>
                <p14:cNvContentPartPr/>
                <p14:nvPr/>
              </p14:nvContentPartPr>
              <p14:xfrm>
                <a:off x="9689328" y="3992184"/>
                <a:ext cx="134640" cy="3294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2CECE169-20A2-1993-A415-183DE87D126A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9680328" y="3983544"/>
                  <a:ext cx="15228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9C647D64-6373-1869-7F45-CADFA3AB6A54}"/>
                    </a:ext>
                  </a:extLst>
                </p14:cNvPr>
                <p14:cNvContentPartPr/>
                <p14:nvPr/>
              </p14:nvContentPartPr>
              <p14:xfrm>
                <a:off x="9024408" y="4229784"/>
                <a:ext cx="360" cy="3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9C647D64-6373-1869-7F45-CADFA3AB6A54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9015768" y="422114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5B734004-086A-AA3B-7D38-3B507E598B79}"/>
              </a:ext>
            </a:extLst>
          </p:cNvPr>
          <p:cNvGrpSpPr/>
          <p:nvPr/>
        </p:nvGrpSpPr>
        <p:grpSpPr>
          <a:xfrm>
            <a:off x="8497368" y="4545144"/>
            <a:ext cx="481680" cy="307080"/>
            <a:chOff x="8497368" y="4545144"/>
            <a:chExt cx="481680" cy="30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624FFD1A-0E63-ECE0-3139-A9B07B33D6B6}"/>
                    </a:ext>
                  </a:extLst>
                </p14:cNvPr>
                <p14:cNvContentPartPr/>
                <p14:nvPr/>
              </p14:nvContentPartPr>
              <p14:xfrm>
                <a:off x="8497368" y="4545144"/>
                <a:ext cx="146880" cy="3070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624FFD1A-0E63-ECE0-3139-A9B07B33D6B6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8488728" y="4536504"/>
                  <a:ext cx="16452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4DE136DD-625E-6625-CF7E-D93144407C52}"/>
                    </a:ext>
                  </a:extLst>
                </p14:cNvPr>
                <p14:cNvContentPartPr/>
                <p14:nvPr/>
              </p14:nvContentPartPr>
              <p14:xfrm>
                <a:off x="8589528" y="4547304"/>
                <a:ext cx="108720" cy="421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4DE136DD-625E-6625-CF7E-D93144407C52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8580528" y="4538304"/>
                  <a:ext cx="12636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73AD6116-D2A7-1F51-316C-16A98C453670}"/>
                    </a:ext>
                  </a:extLst>
                </p14:cNvPr>
                <p14:cNvContentPartPr/>
                <p14:nvPr/>
              </p14:nvContentPartPr>
              <p14:xfrm>
                <a:off x="8707608" y="4599504"/>
                <a:ext cx="37080" cy="153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73AD6116-D2A7-1F51-316C-16A98C453670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8698608" y="4590504"/>
                  <a:ext cx="547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ADDB8656-F3C8-60CE-E00B-AB42062C0B31}"/>
                    </a:ext>
                  </a:extLst>
                </p14:cNvPr>
                <p14:cNvContentPartPr/>
                <p14:nvPr/>
              </p14:nvContentPartPr>
              <p14:xfrm>
                <a:off x="8823528" y="4640184"/>
                <a:ext cx="155520" cy="1303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ADDB8656-F3C8-60CE-E00B-AB42062C0B31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8814888" y="4631544"/>
                  <a:ext cx="173160" cy="147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232" name="Ink 231">
                <a:extLst>
                  <a:ext uri="{FF2B5EF4-FFF2-40B4-BE49-F238E27FC236}">
                    <a16:creationId xmlns:a16="http://schemas.microsoft.com/office/drawing/2014/main" id="{488C4BF9-79F8-988C-6A39-111951D3368D}"/>
                  </a:ext>
                </a:extLst>
              </p14:cNvPr>
              <p14:cNvContentPartPr/>
              <p14:nvPr/>
            </p14:nvContentPartPr>
            <p14:xfrm>
              <a:off x="9192888" y="4788864"/>
              <a:ext cx="69840" cy="108000"/>
            </p14:xfrm>
          </p:contentPart>
        </mc:Choice>
        <mc:Fallback xmlns="">
          <p:pic>
            <p:nvPicPr>
              <p:cNvPr id="232" name="Ink 231">
                <a:extLst>
                  <a:ext uri="{FF2B5EF4-FFF2-40B4-BE49-F238E27FC236}">
                    <a16:creationId xmlns:a16="http://schemas.microsoft.com/office/drawing/2014/main" id="{488C4BF9-79F8-988C-6A39-111951D3368D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9183888" y="4780224"/>
                <a:ext cx="87480" cy="12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5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5C0F3160-DF14-8388-5CCC-E6A7773A8235}"/>
                  </a:ext>
                </a:extLst>
              </p14:cNvPr>
              <p14:cNvContentPartPr/>
              <p14:nvPr/>
            </p14:nvContentPartPr>
            <p14:xfrm>
              <a:off x="10886688" y="4157424"/>
              <a:ext cx="48960" cy="1188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5C0F3160-DF14-8388-5CCC-E6A7773A8235}"/>
                  </a:ext>
                </a:extLst>
              </p:cNvPr>
              <p:cNvPicPr/>
              <p:nvPr/>
            </p:nvPicPr>
            <p:blipFill>
              <a:blip r:embed="rId376"/>
              <a:stretch>
                <a:fillRect/>
              </a:stretch>
            </p:blipFill>
            <p:spPr>
              <a:xfrm>
                <a:off x="10878048" y="4148424"/>
                <a:ext cx="66600" cy="29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41" name="Group 240">
            <a:extLst>
              <a:ext uri="{FF2B5EF4-FFF2-40B4-BE49-F238E27FC236}">
                <a16:creationId xmlns:a16="http://schemas.microsoft.com/office/drawing/2014/main" id="{F9480EDB-D548-D941-B389-CB49579E9F27}"/>
              </a:ext>
            </a:extLst>
          </p:cNvPr>
          <p:cNvGrpSpPr/>
          <p:nvPr/>
        </p:nvGrpSpPr>
        <p:grpSpPr>
          <a:xfrm>
            <a:off x="9453528" y="4571064"/>
            <a:ext cx="350640" cy="344880"/>
            <a:chOff x="9453528" y="4571064"/>
            <a:chExt cx="35064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C3CE9654-FC1D-C2A0-C8A7-0964C3D572CF}"/>
                    </a:ext>
                  </a:extLst>
                </p14:cNvPr>
                <p14:cNvContentPartPr/>
                <p14:nvPr/>
              </p14:nvContentPartPr>
              <p14:xfrm>
                <a:off x="9453528" y="4608864"/>
                <a:ext cx="160920" cy="1756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C3CE9654-FC1D-C2A0-C8A7-0964C3D572CF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9444888" y="4599864"/>
                  <a:ext cx="1785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21422129-33ED-95AD-5959-A7DB7F4354D8}"/>
                    </a:ext>
                  </a:extLst>
                </p14:cNvPr>
                <p14:cNvContentPartPr/>
                <p14:nvPr/>
              </p14:nvContentPartPr>
              <p14:xfrm>
                <a:off x="9688968" y="4571064"/>
                <a:ext cx="115200" cy="34488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21422129-33ED-95AD-5959-A7DB7F4354D8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9680328" y="4562424"/>
                  <a:ext cx="132840" cy="36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C70965FD-2A74-7608-9AF3-C7223867B17F}"/>
              </a:ext>
            </a:extLst>
          </p:cNvPr>
          <p:cNvGrpSpPr/>
          <p:nvPr/>
        </p:nvGrpSpPr>
        <p:grpSpPr>
          <a:xfrm>
            <a:off x="8095248" y="4680144"/>
            <a:ext cx="132480" cy="99720"/>
            <a:chOff x="8095248" y="4680144"/>
            <a:chExt cx="132480" cy="9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159D7966-A953-197E-1A80-E6A7DEF5310A}"/>
                    </a:ext>
                  </a:extLst>
                </p14:cNvPr>
                <p14:cNvContentPartPr/>
                <p14:nvPr/>
              </p14:nvContentPartPr>
              <p14:xfrm>
                <a:off x="8116848" y="4680144"/>
                <a:ext cx="48600" cy="162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159D7966-A953-197E-1A80-E6A7DEF5310A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8107848" y="4671504"/>
                  <a:ext cx="662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59BCB3AA-88B5-43DF-7706-6428E145DDFB}"/>
                    </a:ext>
                  </a:extLst>
                </p14:cNvPr>
                <p14:cNvContentPartPr/>
                <p14:nvPr/>
              </p14:nvContentPartPr>
              <p14:xfrm>
                <a:off x="8145288" y="4737384"/>
                <a:ext cx="82440" cy="165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59BCB3AA-88B5-43DF-7706-6428E145DDFB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8136288" y="4728744"/>
                  <a:ext cx="1000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B2A26F3B-6AC7-DFD2-EEEC-52BF1C59CC8D}"/>
                    </a:ext>
                  </a:extLst>
                </p14:cNvPr>
                <p14:cNvContentPartPr/>
                <p14:nvPr/>
              </p14:nvContentPartPr>
              <p14:xfrm>
                <a:off x="8095248" y="4680144"/>
                <a:ext cx="132480" cy="244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B2A26F3B-6AC7-DFD2-EEEC-52BF1C59CC8D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8086248" y="4671504"/>
                  <a:ext cx="15012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D04F0CE4-6314-4E7B-A362-4057301F975F}"/>
                    </a:ext>
                  </a:extLst>
                </p14:cNvPr>
                <p14:cNvContentPartPr/>
                <p14:nvPr/>
              </p14:nvContentPartPr>
              <p14:xfrm>
                <a:off x="8120448" y="4770864"/>
                <a:ext cx="53640" cy="9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D04F0CE4-6314-4E7B-A362-4057301F975F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8111808" y="4761864"/>
                  <a:ext cx="71280" cy="2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1268D8C1-E01E-DC4B-A446-19D9702FC488}"/>
              </a:ext>
            </a:extLst>
          </p:cNvPr>
          <p:cNvGrpSpPr/>
          <p:nvPr/>
        </p:nvGrpSpPr>
        <p:grpSpPr>
          <a:xfrm>
            <a:off x="2009808" y="5050944"/>
            <a:ext cx="847440" cy="359280"/>
            <a:chOff x="2009808" y="5050944"/>
            <a:chExt cx="847440" cy="35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6AD2671F-E27E-7F29-E44E-18ACC25364D1}"/>
                    </a:ext>
                  </a:extLst>
                </p14:cNvPr>
                <p14:cNvContentPartPr/>
                <p14:nvPr/>
              </p14:nvContentPartPr>
              <p14:xfrm>
                <a:off x="2401848" y="5208624"/>
                <a:ext cx="39960" cy="2016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6AD2671F-E27E-7F29-E44E-18ACC25364D1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2392848" y="5199624"/>
                  <a:ext cx="576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EF83D06E-5563-1DC6-AEA0-8E82657CE01E}"/>
                    </a:ext>
                  </a:extLst>
                </p14:cNvPr>
                <p14:cNvContentPartPr/>
                <p14:nvPr/>
              </p14:nvContentPartPr>
              <p14:xfrm>
                <a:off x="2009808" y="5050944"/>
                <a:ext cx="847440" cy="3463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EF83D06E-5563-1DC6-AEA0-8E82657CE01E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2001168" y="5041944"/>
                  <a:ext cx="865080" cy="36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AF887278-15AC-722E-D68A-44E29CF4186B}"/>
              </a:ext>
            </a:extLst>
          </p:cNvPr>
          <p:cNvGrpSpPr/>
          <p:nvPr/>
        </p:nvGrpSpPr>
        <p:grpSpPr>
          <a:xfrm>
            <a:off x="3220848" y="5096304"/>
            <a:ext cx="1122120" cy="373320"/>
            <a:chOff x="3220848" y="5096304"/>
            <a:chExt cx="1122120" cy="37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DE7796AB-8DBC-3ADE-FE4D-7C6280416E9C}"/>
                    </a:ext>
                  </a:extLst>
                </p14:cNvPr>
                <p14:cNvContentPartPr/>
                <p14:nvPr/>
              </p14:nvContentPartPr>
              <p14:xfrm>
                <a:off x="3220848" y="5108904"/>
                <a:ext cx="467640" cy="3567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DE7796AB-8DBC-3ADE-FE4D-7C6280416E9C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3212208" y="5099904"/>
                  <a:ext cx="48528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7EB85E72-581D-DB56-86BE-A0598545F4E3}"/>
                    </a:ext>
                  </a:extLst>
                </p14:cNvPr>
                <p14:cNvContentPartPr/>
                <p14:nvPr/>
              </p14:nvContentPartPr>
              <p14:xfrm>
                <a:off x="3772008" y="5107464"/>
                <a:ext cx="433080" cy="24840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7EB85E72-581D-DB56-86BE-A0598545F4E3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3763008" y="5098824"/>
                  <a:ext cx="4507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60B640C2-A431-376D-7D09-BFD604B8188D}"/>
                    </a:ext>
                  </a:extLst>
                </p14:cNvPr>
                <p14:cNvContentPartPr/>
                <p14:nvPr/>
              </p14:nvContentPartPr>
              <p14:xfrm>
                <a:off x="4213008" y="5231304"/>
                <a:ext cx="101160" cy="2383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60B640C2-A431-376D-7D09-BFD604B8188D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4204368" y="5222664"/>
                  <a:ext cx="1188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62D2B86B-52E1-E1C7-93FB-16898300D562}"/>
                    </a:ext>
                  </a:extLst>
                </p14:cNvPr>
                <p14:cNvContentPartPr/>
                <p14:nvPr/>
              </p14:nvContentPartPr>
              <p14:xfrm>
                <a:off x="4231728" y="5096304"/>
                <a:ext cx="111240" cy="277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62D2B86B-52E1-E1C7-93FB-16898300D562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4223088" y="5087664"/>
                  <a:ext cx="128880" cy="4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415FD7FF-228C-B5FF-15B7-E8E2DAF69E02}"/>
              </a:ext>
            </a:extLst>
          </p:cNvPr>
          <p:cNvGrpSpPr/>
          <p:nvPr/>
        </p:nvGrpSpPr>
        <p:grpSpPr>
          <a:xfrm>
            <a:off x="4770288" y="5109624"/>
            <a:ext cx="1661400" cy="348480"/>
            <a:chOff x="4770288" y="5109624"/>
            <a:chExt cx="1661400" cy="34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E4621A4B-28E0-8F9D-E868-EB2367222322}"/>
                    </a:ext>
                  </a:extLst>
                </p14:cNvPr>
                <p14:cNvContentPartPr/>
                <p14:nvPr/>
              </p14:nvContentPartPr>
              <p14:xfrm>
                <a:off x="4770288" y="5230224"/>
                <a:ext cx="110880" cy="1281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E4621A4B-28E0-8F9D-E868-EB2367222322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4761648" y="5221584"/>
                  <a:ext cx="1285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EA9DA451-923B-082D-2867-03788FC4EA04}"/>
                    </a:ext>
                  </a:extLst>
                </p14:cNvPr>
                <p14:cNvContentPartPr/>
                <p14:nvPr/>
              </p14:nvContentPartPr>
              <p14:xfrm>
                <a:off x="4968648" y="5275224"/>
                <a:ext cx="59760" cy="759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EA9DA451-923B-082D-2867-03788FC4EA04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4959648" y="5266584"/>
                  <a:ext cx="774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25EF998C-977C-1D82-F8D8-5F353D5E275C}"/>
                    </a:ext>
                  </a:extLst>
                </p14:cNvPr>
                <p14:cNvContentPartPr/>
                <p14:nvPr/>
              </p14:nvContentPartPr>
              <p14:xfrm>
                <a:off x="5134968" y="5122584"/>
                <a:ext cx="144360" cy="2253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25EF998C-977C-1D82-F8D8-5F353D5E275C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5126328" y="5113584"/>
                  <a:ext cx="1620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36AE1712-C9CD-7D47-DC1C-7B6377075AB5}"/>
                    </a:ext>
                  </a:extLst>
                </p14:cNvPr>
                <p14:cNvContentPartPr/>
                <p14:nvPr/>
              </p14:nvContentPartPr>
              <p14:xfrm>
                <a:off x="5250888" y="5256144"/>
                <a:ext cx="334440" cy="486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36AE1712-C9CD-7D47-DC1C-7B6377075AB5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5241888" y="5247144"/>
                  <a:ext cx="35208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24C1AB0C-9DDA-978C-7FA0-EAE945849DCE}"/>
                    </a:ext>
                  </a:extLst>
                </p14:cNvPr>
                <p14:cNvContentPartPr/>
                <p14:nvPr/>
              </p14:nvContentPartPr>
              <p14:xfrm>
                <a:off x="5726808" y="5128344"/>
                <a:ext cx="201960" cy="3297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24C1AB0C-9DDA-978C-7FA0-EAE945849DCE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5718168" y="5119344"/>
                  <a:ext cx="21960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ADC515B8-C6F2-F9CA-7A87-E420F8CF9CC6}"/>
                    </a:ext>
                  </a:extLst>
                </p14:cNvPr>
                <p14:cNvContentPartPr/>
                <p14:nvPr/>
              </p14:nvContentPartPr>
              <p14:xfrm>
                <a:off x="5885568" y="5109624"/>
                <a:ext cx="120960" cy="309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ADC515B8-C6F2-F9CA-7A87-E420F8CF9CC6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5876928" y="5100624"/>
                  <a:ext cx="1386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C21CE488-8326-A224-E784-C837FF8A0D8D}"/>
                    </a:ext>
                  </a:extLst>
                </p14:cNvPr>
                <p14:cNvContentPartPr/>
                <p14:nvPr/>
              </p14:nvContentPartPr>
              <p14:xfrm>
                <a:off x="6040728" y="5162904"/>
                <a:ext cx="28080" cy="1587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C21CE488-8326-A224-E784-C837FF8A0D8D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6032088" y="5154264"/>
                  <a:ext cx="457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222866A1-1E96-9DAF-F14C-319674455CB5}"/>
                    </a:ext>
                  </a:extLst>
                </p14:cNvPr>
                <p14:cNvContentPartPr/>
                <p14:nvPr/>
              </p14:nvContentPartPr>
              <p14:xfrm>
                <a:off x="6181488" y="5248944"/>
                <a:ext cx="16920" cy="212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222866A1-1E96-9DAF-F14C-319674455CB5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6172848" y="5239944"/>
                  <a:ext cx="345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34B2E7E9-DFE5-C5BE-B459-7EDC7654846F}"/>
                    </a:ext>
                  </a:extLst>
                </p14:cNvPr>
                <p14:cNvContentPartPr/>
                <p14:nvPr/>
              </p14:nvContentPartPr>
              <p14:xfrm>
                <a:off x="6259248" y="5193864"/>
                <a:ext cx="31680" cy="1533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34B2E7E9-DFE5-C5BE-B459-7EDC7654846F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6250608" y="5185224"/>
                  <a:ext cx="493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1D33C2F5-C9C4-AB9F-0C20-FB173FF3E67A}"/>
                    </a:ext>
                  </a:extLst>
                </p14:cNvPr>
                <p14:cNvContentPartPr/>
                <p14:nvPr/>
              </p14:nvContentPartPr>
              <p14:xfrm>
                <a:off x="6374088" y="5301144"/>
                <a:ext cx="57600" cy="14004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1D33C2F5-C9C4-AB9F-0C20-FB173FF3E67A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6365088" y="5292144"/>
                  <a:ext cx="75240" cy="15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22591DC2-7A72-550B-9777-F6A78CE5FAC9}"/>
              </a:ext>
            </a:extLst>
          </p:cNvPr>
          <p:cNvGrpSpPr/>
          <p:nvPr/>
        </p:nvGrpSpPr>
        <p:grpSpPr>
          <a:xfrm>
            <a:off x="6609888" y="5118624"/>
            <a:ext cx="408600" cy="444240"/>
            <a:chOff x="6609888" y="5118624"/>
            <a:chExt cx="408600" cy="44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5A259E35-D605-E214-716A-65458F130C13}"/>
                    </a:ext>
                  </a:extLst>
                </p14:cNvPr>
                <p14:cNvContentPartPr/>
                <p14:nvPr/>
              </p14:nvContentPartPr>
              <p14:xfrm>
                <a:off x="6609888" y="5212584"/>
                <a:ext cx="143280" cy="1962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5A259E35-D605-E214-716A-65458F130C13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6601248" y="5203944"/>
                  <a:ext cx="1609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A39AE854-4482-2EC1-7175-821BA51F012B}"/>
                    </a:ext>
                  </a:extLst>
                </p14:cNvPr>
                <p14:cNvContentPartPr/>
                <p14:nvPr/>
              </p14:nvContentPartPr>
              <p14:xfrm>
                <a:off x="6695568" y="5118624"/>
                <a:ext cx="322920" cy="44424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A39AE854-4482-2EC1-7175-821BA51F012B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6686568" y="5109624"/>
                  <a:ext cx="340560" cy="46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AF769929-97F8-8429-F751-5235E4D2139E}"/>
              </a:ext>
            </a:extLst>
          </p:cNvPr>
          <p:cNvGrpSpPr/>
          <p:nvPr/>
        </p:nvGrpSpPr>
        <p:grpSpPr>
          <a:xfrm>
            <a:off x="7196688" y="5230224"/>
            <a:ext cx="150480" cy="178200"/>
            <a:chOff x="7196688" y="5230224"/>
            <a:chExt cx="150480" cy="17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007970AC-130C-3855-7A32-DC2572F1914C}"/>
                    </a:ext>
                  </a:extLst>
                </p14:cNvPr>
                <p14:cNvContentPartPr/>
                <p14:nvPr/>
              </p14:nvContentPartPr>
              <p14:xfrm>
                <a:off x="7196688" y="5313384"/>
                <a:ext cx="150480" cy="950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007970AC-130C-3855-7A32-DC2572F1914C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7188048" y="5304384"/>
                  <a:ext cx="16812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571BB809-F646-F3FB-A309-161F4A8BB7A7}"/>
                    </a:ext>
                  </a:extLst>
                </p14:cNvPr>
                <p14:cNvContentPartPr/>
                <p14:nvPr/>
              </p14:nvContentPartPr>
              <p14:xfrm>
                <a:off x="7289568" y="5230224"/>
                <a:ext cx="31320" cy="252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571BB809-F646-F3FB-A309-161F4A8BB7A7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7280928" y="5221224"/>
                  <a:ext cx="4896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F3F99D55-71E7-61A5-CADE-EE7FADC8F430}"/>
              </a:ext>
            </a:extLst>
          </p:cNvPr>
          <p:cNvGrpSpPr/>
          <p:nvPr/>
        </p:nvGrpSpPr>
        <p:grpSpPr>
          <a:xfrm>
            <a:off x="7712208" y="5159664"/>
            <a:ext cx="618480" cy="264240"/>
            <a:chOff x="7712208" y="5159664"/>
            <a:chExt cx="618480" cy="26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D9A9087D-BAE0-730D-3F6D-048C90DD85CA}"/>
                    </a:ext>
                  </a:extLst>
                </p14:cNvPr>
                <p14:cNvContentPartPr/>
                <p14:nvPr/>
              </p14:nvContentPartPr>
              <p14:xfrm>
                <a:off x="7712208" y="5159664"/>
                <a:ext cx="383040" cy="26424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D9A9087D-BAE0-730D-3F6D-048C90DD85CA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7703568" y="5150664"/>
                  <a:ext cx="40068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1A5F39C3-DF8B-5DFB-F1DA-EA7C13E4D030}"/>
                    </a:ext>
                  </a:extLst>
                </p14:cNvPr>
                <p14:cNvContentPartPr/>
                <p14:nvPr/>
              </p14:nvContentPartPr>
              <p14:xfrm>
                <a:off x="8198928" y="5321304"/>
                <a:ext cx="131760" cy="9324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1A5F39C3-DF8B-5DFB-F1DA-EA7C13E4D030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8189928" y="5312664"/>
                  <a:ext cx="149400" cy="11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7DD0277-ED42-BFFE-15EE-28D62487D0B6}"/>
              </a:ext>
            </a:extLst>
          </p:cNvPr>
          <p:cNvGrpSpPr/>
          <p:nvPr/>
        </p:nvGrpSpPr>
        <p:grpSpPr>
          <a:xfrm>
            <a:off x="8669088" y="5225904"/>
            <a:ext cx="290880" cy="246600"/>
            <a:chOff x="8669088" y="5225904"/>
            <a:chExt cx="290880" cy="24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AF26EC53-522C-A5BD-BE7F-DFE002373596}"/>
                    </a:ext>
                  </a:extLst>
                </p14:cNvPr>
                <p14:cNvContentPartPr/>
                <p14:nvPr/>
              </p14:nvContentPartPr>
              <p14:xfrm>
                <a:off x="8727768" y="5225904"/>
                <a:ext cx="66240" cy="2466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AF26EC53-522C-A5BD-BE7F-DFE002373596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8718768" y="5217264"/>
                  <a:ext cx="838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3D012D4C-ABED-46E6-DCC6-A69DB4753698}"/>
                    </a:ext>
                  </a:extLst>
                </p14:cNvPr>
                <p14:cNvContentPartPr/>
                <p14:nvPr/>
              </p14:nvContentPartPr>
              <p14:xfrm>
                <a:off x="8669088" y="5375304"/>
                <a:ext cx="290880" cy="518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3D012D4C-ABED-46E6-DCC6-A69DB4753698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8660448" y="5366664"/>
                  <a:ext cx="308520" cy="6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D9064A11-640E-76E4-75D9-D2AFAD31BF42}"/>
              </a:ext>
            </a:extLst>
          </p:cNvPr>
          <p:cNvGrpSpPr/>
          <p:nvPr/>
        </p:nvGrpSpPr>
        <p:grpSpPr>
          <a:xfrm>
            <a:off x="9234648" y="5231304"/>
            <a:ext cx="360720" cy="243360"/>
            <a:chOff x="9234648" y="5231304"/>
            <a:chExt cx="360720" cy="24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0B2B4518-C06A-0732-DF63-4ED6687DF396}"/>
                    </a:ext>
                  </a:extLst>
                </p14:cNvPr>
                <p14:cNvContentPartPr/>
                <p14:nvPr/>
              </p14:nvContentPartPr>
              <p14:xfrm>
                <a:off x="9234648" y="5270544"/>
                <a:ext cx="32400" cy="2041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0B2B4518-C06A-0732-DF63-4ED6687DF396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9226008" y="5261904"/>
                  <a:ext cx="500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24C399B1-79C5-7B75-C9B5-F1218CA06F1B}"/>
                    </a:ext>
                  </a:extLst>
                </p14:cNvPr>
                <p14:cNvContentPartPr/>
                <p14:nvPr/>
              </p14:nvContentPartPr>
              <p14:xfrm>
                <a:off x="9234648" y="5231304"/>
                <a:ext cx="360720" cy="22176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24C399B1-79C5-7B75-C9B5-F1218CA06F1B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9225648" y="5222664"/>
                  <a:ext cx="378360" cy="23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FF0745BA-AA8C-9172-4350-A79D34707D8C}"/>
              </a:ext>
            </a:extLst>
          </p:cNvPr>
          <p:cNvGrpSpPr/>
          <p:nvPr/>
        </p:nvGrpSpPr>
        <p:grpSpPr>
          <a:xfrm>
            <a:off x="9938448" y="5257944"/>
            <a:ext cx="1174680" cy="307800"/>
            <a:chOff x="9938448" y="5257944"/>
            <a:chExt cx="1174680" cy="30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CAFDE973-2FA7-2C1A-E46C-57142270EC23}"/>
                    </a:ext>
                  </a:extLst>
                </p14:cNvPr>
                <p14:cNvContentPartPr/>
                <p14:nvPr/>
              </p14:nvContentPartPr>
              <p14:xfrm>
                <a:off x="9938448" y="5259744"/>
                <a:ext cx="483840" cy="1908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CAFDE973-2FA7-2C1A-E46C-57142270EC23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9929808" y="5250744"/>
                  <a:ext cx="5014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B72DEB51-D511-3A5C-D946-DB4D9FFA0BC8}"/>
                    </a:ext>
                  </a:extLst>
                </p14:cNvPr>
                <p14:cNvContentPartPr/>
                <p14:nvPr/>
              </p14:nvContentPartPr>
              <p14:xfrm>
                <a:off x="10465128" y="5366304"/>
                <a:ext cx="107280" cy="525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B72DEB51-D511-3A5C-D946-DB4D9FFA0BC8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10456488" y="5357304"/>
                  <a:ext cx="12492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1B7FB10C-6E7F-76E9-DEA6-BECC1FF6300D}"/>
                    </a:ext>
                  </a:extLst>
                </p14:cNvPr>
                <p14:cNvContentPartPr/>
                <p14:nvPr/>
              </p14:nvContentPartPr>
              <p14:xfrm>
                <a:off x="10647648" y="5301504"/>
                <a:ext cx="97920" cy="1195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1B7FB10C-6E7F-76E9-DEA6-BECC1FF6300D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10638648" y="5292864"/>
                  <a:ext cx="1155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63BD85AC-9E68-B784-75C4-8D9F5663B6BF}"/>
                    </a:ext>
                  </a:extLst>
                </p14:cNvPr>
                <p14:cNvContentPartPr/>
                <p14:nvPr/>
              </p14:nvContentPartPr>
              <p14:xfrm>
                <a:off x="10837368" y="5257944"/>
                <a:ext cx="117360" cy="1537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63BD85AC-9E68-B784-75C4-8D9F5663B6BF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10828728" y="5248944"/>
                  <a:ext cx="1350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0476DC1A-FA5D-A300-2C90-E526034CE46C}"/>
                    </a:ext>
                  </a:extLst>
                </p14:cNvPr>
                <p14:cNvContentPartPr/>
                <p14:nvPr/>
              </p14:nvContentPartPr>
              <p14:xfrm>
                <a:off x="10979928" y="5306544"/>
                <a:ext cx="4680" cy="2016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0476DC1A-FA5D-A300-2C90-E526034CE46C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10971288" y="5297904"/>
                  <a:ext cx="223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E89E42F6-D8A3-8B33-C197-6FB1254DB6D8}"/>
                    </a:ext>
                  </a:extLst>
                </p14:cNvPr>
                <p14:cNvContentPartPr/>
                <p14:nvPr/>
              </p14:nvContentPartPr>
              <p14:xfrm>
                <a:off x="10953288" y="5381784"/>
                <a:ext cx="159840" cy="1839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E89E42F6-D8A3-8B33-C197-6FB1254DB6D8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10944288" y="5373144"/>
                  <a:ext cx="177480" cy="20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3">
            <p14:nvContentPartPr>
              <p14:cNvPr id="283" name="Ink 282">
                <a:extLst>
                  <a:ext uri="{FF2B5EF4-FFF2-40B4-BE49-F238E27FC236}">
                    <a16:creationId xmlns:a16="http://schemas.microsoft.com/office/drawing/2014/main" id="{A816EC5C-DE3C-D527-5145-7B65CE141ECC}"/>
                  </a:ext>
                </a:extLst>
              </p14:cNvPr>
              <p14:cNvContentPartPr/>
              <p14:nvPr/>
            </p14:nvContentPartPr>
            <p14:xfrm>
              <a:off x="3364488" y="5701464"/>
              <a:ext cx="239040" cy="478440"/>
            </p14:xfrm>
          </p:contentPart>
        </mc:Choice>
        <mc:Fallback xmlns="">
          <p:pic>
            <p:nvPicPr>
              <p:cNvPr id="283" name="Ink 282">
                <a:extLst>
                  <a:ext uri="{FF2B5EF4-FFF2-40B4-BE49-F238E27FC236}">
                    <a16:creationId xmlns:a16="http://schemas.microsoft.com/office/drawing/2014/main" id="{A816EC5C-DE3C-D527-5145-7B65CE141ECC}"/>
                  </a:ext>
                </a:extLst>
              </p:cNvPr>
              <p:cNvPicPr/>
              <p:nvPr/>
            </p:nvPicPr>
            <p:blipFill>
              <a:blip r:embed="rId454"/>
              <a:stretch>
                <a:fillRect/>
              </a:stretch>
            </p:blipFill>
            <p:spPr>
              <a:xfrm>
                <a:off x="3355488" y="5692824"/>
                <a:ext cx="256680" cy="4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5">
            <p14:nvContentPartPr>
              <p14:cNvPr id="284" name="Ink 283">
                <a:extLst>
                  <a:ext uri="{FF2B5EF4-FFF2-40B4-BE49-F238E27FC236}">
                    <a16:creationId xmlns:a16="http://schemas.microsoft.com/office/drawing/2014/main" id="{BEBA5D73-D0D8-14EB-061F-B6930CDD8A57}"/>
                  </a:ext>
                </a:extLst>
              </p14:cNvPr>
              <p14:cNvContentPartPr/>
              <p14:nvPr/>
            </p14:nvContentPartPr>
            <p14:xfrm>
              <a:off x="6518088" y="4856904"/>
              <a:ext cx="11160" cy="10080"/>
            </p14:xfrm>
          </p:contentPart>
        </mc:Choice>
        <mc:Fallback xmlns="">
          <p:pic>
            <p:nvPicPr>
              <p:cNvPr id="284" name="Ink 283">
                <a:extLst>
                  <a:ext uri="{FF2B5EF4-FFF2-40B4-BE49-F238E27FC236}">
                    <a16:creationId xmlns:a16="http://schemas.microsoft.com/office/drawing/2014/main" id="{BEBA5D73-D0D8-14EB-061F-B6930CDD8A57}"/>
                  </a:ext>
                </a:extLst>
              </p:cNvPr>
              <p:cNvPicPr/>
              <p:nvPr/>
            </p:nvPicPr>
            <p:blipFill>
              <a:blip r:embed="rId456"/>
              <a:stretch>
                <a:fillRect/>
              </a:stretch>
            </p:blipFill>
            <p:spPr>
              <a:xfrm>
                <a:off x="6509448" y="4847904"/>
                <a:ext cx="28800" cy="27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88" name="Group 287">
            <a:extLst>
              <a:ext uri="{FF2B5EF4-FFF2-40B4-BE49-F238E27FC236}">
                <a16:creationId xmlns:a16="http://schemas.microsoft.com/office/drawing/2014/main" id="{C698DDC2-EEDC-6A86-7EA9-3F0D0C18307A}"/>
              </a:ext>
            </a:extLst>
          </p:cNvPr>
          <p:cNvGrpSpPr/>
          <p:nvPr/>
        </p:nvGrpSpPr>
        <p:grpSpPr>
          <a:xfrm>
            <a:off x="5909328" y="5543784"/>
            <a:ext cx="815400" cy="173880"/>
            <a:chOff x="5909328" y="5543784"/>
            <a:chExt cx="815400" cy="17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5231CC86-DB46-7513-76E9-AEE5EFC9F0BF}"/>
                    </a:ext>
                  </a:extLst>
                </p14:cNvPr>
                <p14:cNvContentPartPr/>
                <p14:nvPr/>
              </p14:nvContentPartPr>
              <p14:xfrm>
                <a:off x="5909328" y="5543784"/>
                <a:ext cx="815400" cy="6300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5231CC86-DB46-7513-76E9-AEE5EFC9F0BF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5900688" y="5534784"/>
                  <a:ext cx="83304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971EC3B3-D712-2D86-1A33-84D297043323}"/>
                    </a:ext>
                  </a:extLst>
                </p14:cNvPr>
                <p14:cNvContentPartPr/>
                <p14:nvPr/>
              </p14:nvContentPartPr>
              <p14:xfrm>
                <a:off x="6004728" y="5639904"/>
                <a:ext cx="665640" cy="2376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971EC3B3-D712-2D86-1A33-84D297043323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5996088" y="5631264"/>
                  <a:ext cx="68328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8C5C7D8B-4425-3B0E-D953-6CF20F9D707A}"/>
                    </a:ext>
                  </a:extLst>
                </p14:cNvPr>
                <p14:cNvContentPartPr/>
                <p14:nvPr/>
              </p14:nvContentPartPr>
              <p14:xfrm>
                <a:off x="6343488" y="5704704"/>
                <a:ext cx="180360" cy="129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8C5C7D8B-4425-3B0E-D953-6CF20F9D707A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6334488" y="5696064"/>
                  <a:ext cx="198000" cy="3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DDBB7BC-C22D-6ED8-3638-6E7D2374E51D}"/>
              </a:ext>
            </a:extLst>
          </p:cNvPr>
          <p:cNvGrpSpPr/>
          <p:nvPr/>
        </p:nvGrpSpPr>
        <p:grpSpPr>
          <a:xfrm>
            <a:off x="4048488" y="5615424"/>
            <a:ext cx="1286280" cy="646920"/>
            <a:chOff x="4048488" y="5615424"/>
            <a:chExt cx="1286280" cy="64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407345F8-6949-E532-838E-A577592D5E4C}"/>
                    </a:ext>
                  </a:extLst>
                </p14:cNvPr>
                <p14:cNvContentPartPr/>
                <p14:nvPr/>
              </p14:nvContentPartPr>
              <p14:xfrm>
                <a:off x="4051368" y="5615424"/>
                <a:ext cx="360720" cy="41436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407345F8-6949-E532-838E-A577592D5E4C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4042728" y="5606424"/>
                  <a:ext cx="378360" cy="4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0AA5FAE9-D8AA-05C6-A567-B03E0001D5AA}"/>
                    </a:ext>
                  </a:extLst>
                </p14:cNvPr>
                <p14:cNvContentPartPr/>
                <p14:nvPr/>
              </p14:nvContentPartPr>
              <p14:xfrm>
                <a:off x="4502808" y="5805144"/>
                <a:ext cx="120240" cy="1274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0AA5FAE9-D8AA-05C6-A567-B03E0001D5AA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4494168" y="5796144"/>
                  <a:ext cx="1378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C0A1B894-C08A-8845-FE14-BA69021DA10D}"/>
                    </a:ext>
                  </a:extLst>
                </p14:cNvPr>
                <p14:cNvContentPartPr/>
                <p14:nvPr/>
              </p14:nvContentPartPr>
              <p14:xfrm>
                <a:off x="4693248" y="5818464"/>
                <a:ext cx="503280" cy="11844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C0A1B894-C08A-8845-FE14-BA69021DA10D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4684248" y="5809464"/>
                  <a:ext cx="5209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549A9B28-7E56-4764-3941-2FBF6F819244}"/>
                    </a:ext>
                  </a:extLst>
                </p14:cNvPr>
                <p14:cNvContentPartPr/>
                <p14:nvPr/>
              </p14:nvContentPartPr>
              <p14:xfrm>
                <a:off x="5317488" y="5864544"/>
                <a:ext cx="17280" cy="1620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549A9B28-7E56-4764-3941-2FBF6F819244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5308488" y="5855904"/>
                  <a:ext cx="349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1D5C8FF2-C894-295F-A11D-C1CFCBA4A169}"/>
                    </a:ext>
                  </a:extLst>
                </p14:cNvPr>
                <p14:cNvContentPartPr/>
                <p14:nvPr/>
              </p14:nvContentPartPr>
              <p14:xfrm>
                <a:off x="4048488" y="6082704"/>
                <a:ext cx="1095120" cy="2592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1D5C8FF2-C894-295F-A11D-C1CFCBA4A169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4039848" y="6074064"/>
                  <a:ext cx="11127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6BCD3156-2E08-9473-B51D-A1C75A303C6E}"/>
                    </a:ext>
                  </a:extLst>
                </p14:cNvPr>
                <p14:cNvContentPartPr/>
                <p14:nvPr/>
              </p14:nvContentPartPr>
              <p14:xfrm>
                <a:off x="4365288" y="6174504"/>
                <a:ext cx="764640" cy="3204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6BCD3156-2E08-9473-B51D-A1C75A303C6E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4356648" y="6165504"/>
                  <a:ext cx="78228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C01F3BDB-9290-0FA7-C757-E46F9BB8D022}"/>
                    </a:ext>
                  </a:extLst>
                </p14:cNvPr>
                <p14:cNvContentPartPr/>
                <p14:nvPr/>
              </p14:nvContentPartPr>
              <p14:xfrm>
                <a:off x="5180688" y="6245784"/>
                <a:ext cx="43560" cy="1656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C01F3BDB-9290-0FA7-C757-E46F9BB8D022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5171688" y="6237144"/>
                  <a:ext cx="61200" cy="34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75253615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460C389-B693-E30F-00D3-E022CD52DBE1}"/>
              </a:ext>
            </a:extLst>
          </p:cNvPr>
          <p:cNvGrpSpPr/>
          <p:nvPr/>
        </p:nvGrpSpPr>
        <p:grpSpPr>
          <a:xfrm>
            <a:off x="1635408" y="642744"/>
            <a:ext cx="451080" cy="426240"/>
            <a:chOff x="1635408" y="642744"/>
            <a:chExt cx="451080" cy="42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CAAF88FD-34BF-5476-7C81-4F2BC5D7BEC4}"/>
                    </a:ext>
                  </a:extLst>
                </p14:cNvPr>
                <p14:cNvContentPartPr/>
                <p14:nvPr/>
              </p14:nvContentPartPr>
              <p14:xfrm>
                <a:off x="1635408" y="642744"/>
                <a:ext cx="223560" cy="42624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CAAF88FD-34BF-5476-7C81-4F2BC5D7BEC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626408" y="633744"/>
                  <a:ext cx="241200" cy="44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59DB8D11-E3AE-3F3C-EC85-515F2963BFD9}"/>
                    </a:ext>
                  </a:extLst>
                </p14:cNvPr>
                <p14:cNvContentPartPr/>
                <p14:nvPr/>
              </p14:nvContentPartPr>
              <p14:xfrm>
                <a:off x="1951128" y="889344"/>
                <a:ext cx="135360" cy="655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59DB8D11-E3AE-3F3C-EC85-515F2963BFD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42128" y="880704"/>
                  <a:ext cx="153000" cy="8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2169F69-6E80-DFEA-003E-4AA41D67A151}"/>
              </a:ext>
            </a:extLst>
          </p:cNvPr>
          <p:cNvGrpSpPr/>
          <p:nvPr/>
        </p:nvGrpSpPr>
        <p:grpSpPr>
          <a:xfrm>
            <a:off x="2604528" y="761904"/>
            <a:ext cx="682200" cy="201600"/>
            <a:chOff x="2604528" y="761904"/>
            <a:chExt cx="682200" cy="20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12F3C7D-4575-E27F-127A-F8AB6B7BC6DF}"/>
                    </a:ext>
                  </a:extLst>
                </p14:cNvPr>
                <p14:cNvContentPartPr/>
                <p14:nvPr/>
              </p14:nvContentPartPr>
              <p14:xfrm>
                <a:off x="2604528" y="872064"/>
                <a:ext cx="151560" cy="914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12F3C7D-4575-E27F-127A-F8AB6B7BC6D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595888" y="863424"/>
                  <a:ext cx="16920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2E9E1D75-900C-D8D0-15E6-3CCF6E68351F}"/>
                    </a:ext>
                  </a:extLst>
                </p14:cNvPr>
                <p14:cNvContentPartPr/>
                <p14:nvPr/>
              </p14:nvContentPartPr>
              <p14:xfrm>
                <a:off x="2843568" y="761904"/>
                <a:ext cx="443160" cy="1868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2E9E1D75-900C-D8D0-15E6-3CCF6E68351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834928" y="753264"/>
                  <a:ext cx="460800" cy="20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26E197A-E5BC-7489-207F-2B32129A7C5A}"/>
              </a:ext>
            </a:extLst>
          </p:cNvPr>
          <p:cNvGrpSpPr/>
          <p:nvPr/>
        </p:nvGrpSpPr>
        <p:grpSpPr>
          <a:xfrm>
            <a:off x="3683088" y="735624"/>
            <a:ext cx="1670040" cy="232560"/>
            <a:chOff x="3683088" y="735624"/>
            <a:chExt cx="167004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D1C8E09E-C046-3EA1-118D-7EFE6DBEBE9B}"/>
                    </a:ext>
                  </a:extLst>
                </p14:cNvPr>
                <p14:cNvContentPartPr/>
                <p14:nvPr/>
              </p14:nvContentPartPr>
              <p14:xfrm>
                <a:off x="3683088" y="762984"/>
                <a:ext cx="223200" cy="2052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D1C8E09E-C046-3EA1-118D-7EFE6DBEBE9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674448" y="754344"/>
                  <a:ext cx="2408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D128F1C-77AE-9E76-E6C8-856334B36985}"/>
                    </a:ext>
                  </a:extLst>
                </p14:cNvPr>
                <p14:cNvContentPartPr/>
                <p14:nvPr/>
              </p14:nvContentPartPr>
              <p14:xfrm>
                <a:off x="4037328" y="798624"/>
                <a:ext cx="573840" cy="1011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D128F1C-77AE-9E76-E6C8-856334B3698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028328" y="789624"/>
                  <a:ext cx="59148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4130E29-BB9D-3A00-1843-46019276A1D0}"/>
                    </a:ext>
                  </a:extLst>
                </p14:cNvPr>
                <p14:cNvContentPartPr/>
                <p14:nvPr/>
              </p14:nvContentPartPr>
              <p14:xfrm>
                <a:off x="4672728" y="796104"/>
                <a:ext cx="263880" cy="662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4130E29-BB9D-3A00-1843-46019276A1D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664088" y="787104"/>
                  <a:ext cx="2815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0EBAA1C8-40CA-DA10-E199-DCAB55CD78E2}"/>
                    </a:ext>
                  </a:extLst>
                </p14:cNvPr>
                <p14:cNvContentPartPr/>
                <p14:nvPr/>
              </p14:nvContentPartPr>
              <p14:xfrm>
                <a:off x="4965768" y="735624"/>
                <a:ext cx="4680" cy="72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0EBAA1C8-40CA-DA10-E199-DCAB55CD78E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957128" y="726984"/>
                  <a:ext cx="223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5CC5CE04-D764-40D4-1ED7-8F7AB104A386}"/>
                    </a:ext>
                  </a:extLst>
                </p14:cNvPr>
                <p14:cNvContentPartPr/>
                <p14:nvPr/>
              </p14:nvContentPartPr>
              <p14:xfrm>
                <a:off x="5066928" y="752544"/>
                <a:ext cx="180720" cy="806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5CC5CE04-D764-40D4-1ED7-8F7AB104A38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057928" y="743904"/>
                  <a:ext cx="1983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EBB84476-05D9-9BA8-137D-685A8B6BB892}"/>
                    </a:ext>
                  </a:extLst>
                </p14:cNvPr>
                <p14:cNvContentPartPr/>
                <p14:nvPr/>
              </p14:nvContentPartPr>
              <p14:xfrm>
                <a:off x="5298408" y="839664"/>
                <a:ext cx="54720" cy="712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EBB84476-05D9-9BA8-137D-685A8B6BB89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289768" y="831024"/>
                  <a:ext cx="72360" cy="8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D827D13-6D4B-5580-4BF6-CB44C4EF6F97}"/>
              </a:ext>
            </a:extLst>
          </p:cNvPr>
          <p:cNvGrpSpPr/>
          <p:nvPr/>
        </p:nvGrpSpPr>
        <p:grpSpPr>
          <a:xfrm>
            <a:off x="5688288" y="658944"/>
            <a:ext cx="1416240" cy="320400"/>
            <a:chOff x="5688288" y="658944"/>
            <a:chExt cx="1416240" cy="32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E5876085-7DAF-5139-7692-6CE943E39119}"/>
                    </a:ext>
                  </a:extLst>
                </p14:cNvPr>
                <p14:cNvContentPartPr/>
                <p14:nvPr/>
              </p14:nvContentPartPr>
              <p14:xfrm>
                <a:off x="5688288" y="735624"/>
                <a:ext cx="257760" cy="1447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E5876085-7DAF-5139-7692-6CE943E3911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679288" y="726984"/>
                  <a:ext cx="2754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0937E0CF-5938-EFAD-ED4F-236C06ECAA71}"/>
                    </a:ext>
                  </a:extLst>
                </p14:cNvPr>
                <p14:cNvContentPartPr/>
                <p14:nvPr/>
              </p14:nvContentPartPr>
              <p14:xfrm>
                <a:off x="6059808" y="719424"/>
                <a:ext cx="324720" cy="1260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0937E0CF-5938-EFAD-ED4F-236C06ECAA7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051168" y="710784"/>
                  <a:ext cx="3423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63AB76F2-8591-2E23-A23F-5FDCF77232EC}"/>
                    </a:ext>
                  </a:extLst>
                </p14:cNvPr>
                <p14:cNvContentPartPr/>
                <p14:nvPr/>
              </p14:nvContentPartPr>
              <p14:xfrm>
                <a:off x="6448248" y="798264"/>
                <a:ext cx="88920" cy="500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63AB76F2-8591-2E23-A23F-5FDCF77232E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439608" y="789624"/>
                  <a:ext cx="10656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B6290DE8-C693-3EF2-FA70-1FBE48F6A7D2}"/>
                    </a:ext>
                  </a:extLst>
                </p14:cNvPr>
                <p14:cNvContentPartPr/>
                <p14:nvPr/>
              </p14:nvContentPartPr>
              <p14:xfrm>
                <a:off x="6626088" y="698904"/>
                <a:ext cx="86040" cy="1576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B6290DE8-C693-3EF2-FA70-1FBE48F6A7D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617448" y="690264"/>
                  <a:ext cx="10368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0D900706-6509-33D1-9007-2EFDF97BF9C7}"/>
                    </a:ext>
                  </a:extLst>
                </p14:cNvPr>
                <p14:cNvContentPartPr/>
                <p14:nvPr/>
              </p14:nvContentPartPr>
              <p14:xfrm>
                <a:off x="6821208" y="658944"/>
                <a:ext cx="121320" cy="1771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0D900706-6509-33D1-9007-2EFDF97BF9C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812568" y="650304"/>
                  <a:ext cx="1389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9BE6E6DF-9D04-1376-0959-1FCD8543B712}"/>
                    </a:ext>
                  </a:extLst>
                </p14:cNvPr>
                <p14:cNvContentPartPr/>
                <p14:nvPr/>
              </p14:nvContentPartPr>
              <p14:xfrm>
                <a:off x="6971688" y="751824"/>
                <a:ext cx="3600" cy="9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9BE6E6DF-9D04-1376-0959-1FCD8543B71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963048" y="742824"/>
                  <a:ext cx="212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FBA06621-48B4-E282-BF06-9E60259A7FEE}"/>
                    </a:ext>
                  </a:extLst>
                </p14:cNvPr>
                <p14:cNvContentPartPr/>
                <p14:nvPr/>
              </p14:nvContentPartPr>
              <p14:xfrm>
                <a:off x="6989328" y="788544"/>
                <a:ext cx="115200" cy="1908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FBA06621-48B4-E282-BF06-9E60259A7FE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980688" y="779904"/>
                  <a:ext cx="132840" cy="208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6CC733F-0957-7346-84DC-CC19CD6DB3AC}"/>
                  </a:ext>
                </a:extLst>
              </p14:cNvPr>
              <p14:cNvContentPartPr/>
              <p14:nvPr/>
            </p14:nvContentPartPr>
            <p14:xfrm>
              <a:off x="7590528" y="729504"/>
              <a:ext cx="374040" cy="1231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6CC733F-0957-7346-84DC-CC19CD6DB3AC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581528" y="720864"/>
                <a:ext cx="391680" cy="140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7" name="Group 36">
            <a:extLst>
              <a:ext uri="{FF2B5EF4-FFF2-40B4-BE49-F238E27FC236}">
                <a16:creationId xmlns:a16="http://schemas.microsoft.com/office/drawing/2014/main" id="{739147F6-91DA-6C57-08EE-8E425682D473}"/>
              </a:ext>
            </a:extLst>
          </p:cNvPr>
          <p:cNvGrpSpPr/>
          <p:nvPr/>
        </p:nvGrpSpPr>
        <p:grpSpPr>
          <a:xfrm>
            <a:off x="8378208" y="551664"/>
            <a:ext cx="1454040" cy="333000"/>
            <a:chOff x="8378208" y="551664"/>
            <a:chExt cx="1454040" cy="33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5B9AE259-C412-4EDA-C25B-7FC667DAB275}"/>
                    </a:ext>
                  </a:extLst>
                </p14:cNvPr>
                <p14:cNvContentPartPr/>
                <p14:nvPr/>
              </p14:nvContentPartPr>
              <p14:xfrm>
                <a:off x="8378208" y="551664"/>
                <a:ext cx="763920" cy="3330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5B9AE259-C412-4EDA-C25B-7FC667DAB27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369568" y="542664"/>
                  <a:ext cx="78156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01FDCFE5-9144-FB8C-E829-582427CBF8F9}"/>
                    </a:ext>
                  </a:extLst>
                </p14:cNvPr>
                <p14:cNvContentPartPr/>
                <p14:nvPr/>
              </p14:nvContentPartPr>
              <p14:xfrm>
                <a:off x="9214128" y="762984"/>
                <a:ext cx="98280" cy="439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01FDCFE5-9144-FB8C-E829-582427CBF8F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205128" y="753984"/>
                  <a:ext cx="1159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86B5AB93-01DF-2FBC-4F44-69D8E85B7293}"/>
                    </a:ext>
                  </a:extLst>
                </p14:cNvPr>
                <p14:cNvContentPartPr/>
                <p14:nvPr/>
              </p14:nvContentPartPr>
              <p14:xfrm>
                <a:off x="9497448" y="781344"/>
                <a:ext cx="94680" cy="630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86B5AB93-01DF-2FBC-4F44-69D8E85B729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488808" y="772344"/>
                  <a:ext cx="1123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8759215-AA7B-67F9-0AB9-F5B180DCD6D3}"/>
                    </a:ext>
                  </a:extLst>
                </p14:cNvPr>
                <p14:cNvContentPartPr/>
                <p14:nvPr/>
              </p14:nvContentPartPr>
              <p14:xfrm>
                <a:off x="9740088" y="703944"/>
                <a:ext cx="92160" cy="1396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8759215-AA7B-67F9-0AB9-F5B180DCD6D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731448" y="695304"/>
                  <a:ext cx="109800" cy="15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3375E89-A5EB-FB43-D3FE-E79DBFDBB4CC}"/>
              </a:ext>
            </a:extLst>
          </p:cNvPr>
          <p:cNvGrpSpPr/>
          <p:nvPr/>
        </p:nvGrpSpPr>
        <p:grpSpPr>
          <a:xfrm>
            <a:off x="10214928" y="524304"/>
            <a:ext cx="516600" cy="518040"/>
            <a:chOff x="10214928" y="524304"/>
            <a:chExt cx="516600" cy="51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7D25C32-E1C2-90C8-01D2-CE4D050B5119}"/>
                    </a:ext>
                  </a:extLst>
                </p14:cNvPr>
                <p14:cNvContentPartPr/>
                <p14:nvPr/>
              </p14:nvContentPartPr>
              <p14:xfrm>
                <a:off x="10214928" y="524304"/>
                <a:ext cx="320040" cy="5180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7D25C32-E1C2-90C8-01D2-CE4D050B511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206288" y="515664"/>
                  <a:ext cx="33768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644AC655-8E0C-06B5-9D78-03D5A619B674}"/>
                    </a:ext>
                  </a:extLst>
                </p14:cNvPr>
                <p14:cNvContentPartPr/>
                <p14:nvPr/>
              </p14:nvContentPartPr>
              <p14:xfrm>
                <a:off x="10633968" y="779184"/>
                <a:ext cx="97560" cy="302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644AC655-8E0C-06B5-9D78-03D5A619B67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0624968" y="770544"/>
                  <a:ext cx="115200" cy="47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BF601AC-FAB6-1FE4-0D59-92006A8A0D53}"/>
                  </a:ext>
                </a:extLst>
              </p14:cNvPr>
              <p14:cNvContentPartPr/>
              <p14:nvPr/>
            </p14:nvContentPartPr>
            <p14:xfrm>
              <a:off x="11095128" y="598824"/>
              <a:ext cx="695160" cy="476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BF601AC-FAB6-1FE4-0D59-92006A8A0D5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1086488" y="590184"/>
                <a:ext cx="712800" cy="49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49" name="Group 48">
            <a:extLst>
              <a:ext uri="{FF2B5EF4-FFF2-40B4-BE49-F238E27FC236}">
                <a16:creationId xmlns:a16="http://schemas.microsoft.com/office/drawing/2014/main" id="{E3D995CF-7C5D-B177-908E-D3CB845A6112}"/>
              </a:ext>
            </a:extLst>
          </p:cNvPr>
          <p:cNvGrpSpPr/>
          <p:nvPr/>
        </p:nvGrpSpPr>
        <p:grpSpPr>
          <a:xfrm>
            <a:off x="2526768" y="1097784"/>
            <a:ext cx="640440" cy="329760"/>
            <a:chOff x="2526768" y="1097784"/>
            <a:chExt cx="640440" cy="32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0C39AECC-FD1B-3E21-B506-3F0DDAE75A17}"/>
                    </a:ext>
                  </a:extLst>
                </p14:cNvPr>
                <p14:cNvContentPartPr/>
                <p14:nvPr/>
              </p14:nvContentPartPr>
              <p14:xfrm>
                <a:off x="2526768" y="1097784"/>
                <a:ext cx="434520" cy="3297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0C39AECC-FD1B-3E21-B506-3F0DDAE75A1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518128" y="1089144"/>
                  <a:ext cx="45216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8ADA57F2-DB29-7CA7-60E3-B6F0EC4388CF}"/>
                    </a:ext>
                  </a:extLst>
                </p14:cNvPr>
                <p14:cNvContentPartPr/>
                <p14:nvPr/>
              </p14:nvContentPartPr>
              <p14:xfrm>
                <a:off x="3039768" y="1197864"/>
                <a:ext cx="17280" cy="1573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8ADA57F2-DB29-7CA7-60E3-B6F0EC4388C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031128" y="1189224"/>
                  <a:ext cx="349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E5B127D5-1FB9-E06B-C39E-5B84ED9400C0}"/>
                    </a:ext>
                  </a:extLst>
                </p14:cNvPr>
                <p14:cNvContentPartPr/>
                <p14:nvPr/>
              </p14:nvContentPartPr>
              <p14:xfrm>
                <a:off x="2738088" y="1199664"/>
                <a:ext cx="429120" cy="1029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E5B127D5-1FB9-E06B-C39E-5B84ED9400C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729448" y="1191024"/>
                  <a:ext cx="446760" cy="12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D13F6A12-98AF-F94B-BAAE-F83A99786CE6}"/>
              </a:ext>
            </a:extLst>
          </p:cNvPr>
          <p:cNvGrpSpPr/>
          <p:nvPr/>
        </p:nvGrpSpPr>
        <p:grpSpPr>
          <a:xfrm>
            <a:off x="3631608" y="1089144"/>
            <a:ext cx="1099440" cy="297720"/>
            <a:chOff x="3631608" y="1089144"/>
            <a:chExt cx="1099440" cy="29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BE045925-3DB5-EDD8-361B-C18202B509B0}"/>
                    </a:ext>
                  </a:extLst>
                </p14:cNvPr>
                <p14:cNvContentPartPr/>
                <p14:nvPr/>
              </p14:nvContentPartPr>
              <p14:xfrm>
                <a:off x="3631608" y="1191024"/>
                <a:ext cx="139320" cy="1958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BE045925-3DB5-EDD8-361B-C18202B509B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622968" y="1182384"/>
                  <a:ext cx="15696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CE054B50-62D3-9DB9-D338-1AB440AAC9CB}"/>
                    </a:ext>
                  </a:extLst>
                </p14:cNvPr>
                <p14:cNvContentPartPr/>
                <p14:nvPr/>
              </p14:nvContentPartPr>
              <p14:xfrm>
                <a:off x="3850488" y="1109664"/>
                <a:ext cx="355320" cy="213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CE054B50-62D3-9DB9-D338-1AB440AAC9CB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41488" y="1100664"/>
                  <a:ext cx="37296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638A1746-02B3-5C48-A481-A4B7437E8F61}"/>
                    </a:ext>
                  </a:extLst>
                </p14:cNvPr>
                <p14:cNvContentPartPr/>
                <p14:nvPr/>
              </p14:nvContentPartPr>
              <p14:xfrm>
                <a:off x="4054248" y="1168344"/>
                <a:ext cx="62640" cy="129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638A1746-02B3-5C48-A481-A4B7437E8F6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045608" y="1159704"/>
                  <a:ext cx="802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A7EEDA86-B433-2541-99E6-43DE29985521}"/>
                    </a:ext>
                  </a:extLst>
                </p14:cNvPr>
                <p14:cNvContentPartPr/>
                <p14:nvPr/>
              </p14:nvContentPartPr>
              <p14:xfrm>
                <a:off x="4236048" y="1194984"/>
                <a:ext cx="120600" cy="1184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A7EEDA86-B433-2541-99E6-43DE29985521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227048" y="1185984"/>
                  <a:ext cx="1382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BB81A9BC-1E14-287A-FE72-D42DA97411AE}"/>
                    </a:ext>
                  </a:extLst>
                </p14:cNvPr>
                <p14:cNvContentPartPr/>
                <p14:nvPr/>
              </p14:nvContentPartPr>
              <p14:xfrm>
                <a:off x="4395888" y="1089144"/>
                <a:ext cx="300600" cy="2023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BB81A9BC-1E14-287A-FE72-D42DA97411A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386888" y="1080144"/>
                  <a:ext cx="3182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982D1BDA-F346-AF08-64E0-A58AA993F369}"/>
                    </a:ext>
                  </a:extLst>
                </p14:cNvPr>
                <p14:cNvContentPartPr/>
                <p14:nvPr/>
              </p14:nvContentPartPr>
              <p14:xfrm>
                <a:off x="4650408" y="1118304"/>
                <a:ext cx="80640" cy="165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982D1BDA-F346-AF08-64E0-A58AA993F36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641408" y="1109304"/>
                  <a:ext cx="98280" cy="3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AE6B2B6-05B1-EA0C-7455-ACAA116A7C11}"/>
              </a:ext>
            </a:extLst>
          </p:cNvPr>
          <p:cNvGrpSpPr/>
          <p:nvPr/>
        </p:nvGrpSpPr>
        <p:grpSpPr>
          <a:xfrm>
            <a:off x="5125608" y="1150704"/>
            <a:ext cx="629280" cy="365040"/>
            <a:chOff x="5125608" y="1150704"/>
            <a:chExt cx="629280" cy="36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B7C31D01-F68F-19F6-45F4-9C60D6EA929C}"/>
                    </a:ext>
                  </a:extLst>
                </p14:cNvPr>
                <p14:cNvContentPartPr/>
                <p14:nvPr/>
              </p14:nvContentPartPr>
              <p14:xfrm>
                <a:off x="5125608" y="1212264"/>
                <a:ext cx="438840" cy="1098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B7C31D01-F68F-19F6-45F4-9C60D6EA929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116968" y="1203624"/>
                  <a:ext cx="4564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21DF7286-A07C-53A3-87D3-54268C5FD8D7}"/>
                    </a:ext>
                  </a:extLst>
                </p14:cNvPr>
                <p14:cNvContentPartPr/>
                <p14:nvPr/>
              </p14:nvContentPartPr>
              <p14:xfrm>
                <a:off x="5569488" y="1150704"/>
                <a:ext cx="14040" cy="187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21DF7286-A07C-53A3-87D3-54268C5FD8D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560848" y="1141704"/>
                  <a:ext cx="316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CA449284-A14E-7711-D90D-29A3D314F4B3}"/>
                    </a:ext>
                  </a:extLst>
                </p14:cNvPr>
                <p14:cNvContentPartPr/>
                <p14:nvPr/>
              </p14:nvContentPartPr>
              <p14:xfrm>
                <a:off x="5677488" y="1224144"/>
                <a:ext cx="77400" cy="2916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CA449284-A14E-7711-D90D-29A3D314F4B3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668488" y="1215144"/>
                  <a:ext cx="95040" cy="30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E432671C-D979-C0BE-B041-C5982AD50D64}"/>
              </a:ext>
            </a:extLst>
          </p:cNvPr>
          <p:cNvGrpSpPr/>
          <p:nvPr/>
        </p:nvGrpSpPr>
        <p:grpSpPr>
          <a:xfrm>
            <a:off x="6075288" y="1057824"/>
            <a:ext cx="1358640" cy="267480"/>
            <a:chOff x="6075288" y="1057824"/>
            <a:chExt cx="1358640" cy="26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198B42B9-71AF-AC1B-ECD2-C47680277A6C}"/>
                    </a:ext>
                  </a:extLst>
                </p14:cNvPr>
                <p14:cNvContentPartPr/>
                <p14:nvPr/>
              </p14:nvContentPartPr>
              <p14:xfrm>
                <a:off x="6075288" y="1057824"/>
                <a:ext cx="237240" cy="2664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198B42B9-71AF-AC1B-ECD2-C47680277A6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066648" y="1048824"/>
                  <a:ext cx="2548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C7D6A74E-F8DF-2935-3E3E-6BF80C3BC429}"/>
                    </a:ext>
                  </a:extLst>
                </p14:cNvPr>
                <p14:cNvContentPartPr/>
                <p14:nvPr/>
              </p14:nvContentPartPr>
              <p14:xfrm>
                <a:off x="6388848" y="1077264"/>
                <a:ext cx="223560" cy="2304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C7D6A74E-F8DF-2935-3E3E-6BF80C3BC42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379848" y="1068264"/>
                  <a:ext cx="2412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1A13AB57-EFFB-57A6-0ED8-46B2DDA00D0F}"/>
                    </a:ext>
                  </a:extLst>
                </p14:cNvPr>
                <p14:cNvContentPartPr/>
                <p14:nvPr/>
              </p14:nvContentPartPr>
              <p14:xfrm>
                <a:off x="6276888" y="1147464"/>
                <a:ext cx="101520" cy="216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1A13AB57-EFFB-57A6-0ED8-46B2DDA00D0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268248" y="1138464"/>
                  <a:ext cx="1191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A72E1861-E9E9-9BB5-7F12-890E83AFA97C}"/>
                    </a:ext>
                  </a:extLst>
                </p14:cNvPr>
                <p14:cNvContentPartPr/>
                <p14:nvPr/>
              </p14:nvContentPartPr>
              <p14:xfrm>
                <a:off x="6657048" y="1246104"/>
                <a:ext cx="185040" cy="529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A72E1861-E9E9-9BB5-7F12-890E83AFA97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648408" y="1237464"/>
                  <a:ext cx="20268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03966C7-7AED-A181-E5E3-EB10CE55E1C5}"/>
                    </a:ext>
                  </a:extLst>
                </p14:cNvPr>
                <p14:cNvContentPartPr/>
                <p14:nvPr/>
              </p14:nvContentPartPr>
              <p14:xfrm>
                <a:off x="6839208" y="1198224"/>
                <a:ext cx="6480" cy="270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03966C7-7AED-A181-E5E3-EB10CE55E1C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830568" y="1189584"/>
                  <a:ext cx="2412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ED9A51E8-D1E1-B2F0-91BB-E4251C032F03}"/>
                    </a:ext>
                  </a:extLst>
                </p14:cNvPr>
                <p14:cNvContentPartPr/>
                <p14:nvPr/>
              </p14:nvContentPartPr>
              <p14:xfrm>
                <a:off x="6891048" y="1190664"/>
                <a:ext cx="316440" cy="1299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ED9A51E8-D1E1-B2F0-91BB-E4251C032F0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882048" y="1181664"/>
                  <a:ext cx="3340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B982B5B1-C44A-3670-340E-6CB780EBB659}"/>
                    </a:ext>
                  </a:extLst>
                </p14:cNvPr>
                <p14:cNvContentPartPr/>
                <p14:nvPr/>
              </p14:nvContentPartPr>
              <p14:xfrm>
                <a:off x="7346448" y="1240704"/>
                <a:ext cx="87480" cy="846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B982B5B1-C44A-3670-340E-6CB780EBB659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337808" y="1231704"/>
                  <a:ext cx="105120" cy="10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2A7884AB-502E-FAEC-6033-002CEA4FA522}"/>
              </a:ext>
            </a:extLst>
          </p:cNvPr>
          <p:cNvGrpSpPr/>
          <p:nvPr/>
        </p:nvGrpSpPr>
        <p:grpSpPr>
          <a:xfrm>
            <a:off x="7746048" y="1074744"/>
            <a:ext cx="414360" cy="249120"/>
            <a:chOff x="7746048" y="1074744"/>
            <a:chExt cx="414360" cy="24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0F134DB0-6E35-D0E6-589A-35FB33405382}"/>
                    </a:ext>
                  </a:extLst>
                </p14:cNvPr>
                <p14:cNvContentPartPr/>
                <p14:nvPr/>
              </p14:nvContentPartPr>
              <p14:xfrm>
                <a:off x="7746048" y="1074744"/>
                <a:ext cx="112680" cy="2458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0F134DB0-6E35-D0E6-589A-35FB3340538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737408" y="1066104"/>
                  <a:ext cx="13032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B0AFF88-6697-04A6-8B63-BD56E074A045}"/>
                    </a:ext>
                  </a:extLst>
                </p14:cNvPr>
                <p14:cNvContentPartPr/>
                <p14:nvPr/>
              </p14:nvContentPartPr>
              <p14:xfrm>
                <a:off x="7905888" y="1254384"/>
                <a:ext cx="3240" cy="201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B0AFF88-6697-04A6-8B63-BD56E074A04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897248" y="1245744"/>
                  <a:ext cx="20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5005B87-D27F-291E-F5E7-9500757F2C0B}"/>
                    </a:ext>
                  </a:extLst>
                </p14:cNvPr>
                <p14:cNvContentPartPr/>
                <p14:nvPr/>
              </p14:nvContentPartPr>
              <p14:xfrm>
                <a:off x="7982928" y="1156104"/>
                <a:ext cx="177480" cy="1677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5005B87-D27F-291E-F5E7-9500757F2C0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973928" y="1147104"/>
                  <a:ext cx="195120" cy="18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DDFDD32E-80EC-6B5D-A4EC-AC02ABD26A5B}"/>
              </a:ext>
            </a:extLst>
          </p:cNvPr>
          <p:cNvGrpSpPr/>
          <p:nvPr/>
        </p:nvGrpSpPr>
        <p:grpSpPr>
          <a:xfrm>
            <a:off x="8518248" y="1108944"/>
            <a:ext cx="1303560" cy="238680"/>
            <a:chOff x="8518248" y="1108944"/>
            <a:chExt cx="1303560" cy="23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EC6691F0-2FC5-306A-77D1-94F0CB17E11C}"/>
                    </a:ext>
                  </a:extLst>
                </p14:cNvPr>
                <p14:cNvContentPartPr/>
                <p14:nvPr/>
              </p14:nvContentPartPr>
              <p14:xfrm>
                <a:off x="8518248" y="1108944"/>
                <a:ext cx="275040" cy="2386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EC6691F0-2FC5-306A-77D1-94F0CB17E11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509248" y="1099944"/>
                  <a:ext cx="2926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B0653CE-99D9-FACE-F10A-E4253C3F2095}"/>
                    </a:ext>
                  </a:extLst>
                </p14:cNvPr>
                <p14:cNvContentPartPr/>
                <p14:nvPr/>
              </p14:nvContentPartPr>
              <p14:xfrm>
                <a:off x="8900928" y="1245024"/>
                <a:ext cx="66960" cy="925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B0653CE-99D9-FACE-F10A-E4253C3F209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891928" y="1236384"/>
                  <a:ext cx="8460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AD4806DD-835D-87F6-E113-309112673D54}"/>
                    </a:ext>
                  </a:extLst>
                </p14:cNvPr>
                <p14:cNvContentPartPr/>
                <p14:nvPr/>
              </p14:nvContentPartPr>
              <p14:xfrm>
                <a:off x="8977968" y="1256904"/>
                <a:ext cx="106560" cy="669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AD4806DD-835D-87F6-E113-309112673D5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968968" y="1247904"/>
                  <a:ext cx="12420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59CC3990-4B35-C1D9-217F-CE0EE559EF0F}"/>
                    </a:ext>
                  </a:extLst>
                </p14:cNvPr>
                <p14:cNvContentPartPr/>
                <p14:nvPr/>
              </p14:nvContentPartPr>
              <p14:xfrm>
                <a:off x="9125568" y="1161144"/>
                <a:ext cx="82800" cy="1569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59CC3990-4B35-C1D9-217F-CE0EE559EF0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116568" y="1152144"/>
                  <a:ext cx="1004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2FCE18C0-FF0B-E7CC-8910-1798647A2592}"/>
                    </a:ext>
                  </a:extLst>
                </p14:cNvPr>
                <p14:cNvContentPartPr/>
                <p14:nvPr/>
              </p14:nvContentPartPr>
              <p14:xfrm>
                <a:off x="9270288" y="1210464"/>
                <a:ext cx="104040" cy="1130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2FCE18C0-FF0B-E7CC-8910-1798647A259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261288" y="1201464"/>
                  <a:ext cx="1216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1567CDD8-70BB-52FE-E49B-ECD687785512}"/>
                    </a:ext>
                  </a:extLst>
                </p14:cNvPr>
                <p14:cNvContentPartPr/>
                <p14:nvPr/>
              </p14:nvContentPartPr>
              <p14:xfrm>
                <a:off x="9466128" y="1145664"/>
                <a:ext cx="123480" cy="1551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1567CDD8-70BB-52FE-E49B-ECD68778551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457488" y="1136664"/>
                  <a:ext cx="1411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5A22106A-63A5-C0A9-FB11-09CF9C1C5302}"/>
                    </a:ext>
                  </a:extLst>
                </p14:cNvPr>
                <p14:cNvContentPartPr/>
                <p14:nvPr/>
              </p14:nvContentPartPr>
              <p14:xfrm>
                <a:off x="9631368" y="1213704"/>
                <a:ext cx="55080" cy="720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5A22106A-63A5-C0A9-FB11-09CF9C1C530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622728" y="1204704"/>
                  <a:ext cx="7272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97BD0A7D-9D5D-2914-B0FA-3D181E3AB2F8}"/>
                    </a:ext>
                  </a:extLst>
                </p14:cNvPr>
                <p14:cNvContentPartPr/>
                <p14:nvPr/>
              </p14:nvContentPartPr>
              <p14:xfrm>
                <a:off x="9741528" y="1217664"/>
                <a:ext cx="80280" cy="741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97BD0A7D-9D5D-2914-B0FA-3D181E3AB2F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732528" y="1209024"/>
                  <a:ext cx="97920" cy="91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71BD6F1-1A88-6B14-DF05-C1D8E5B4F1FA}"/>
                  </a:ext>
                </a:extLst>
              </p14:cNvPr>
              <p14:cNvContentPartPr/>
              <p14:nvPr/>
            </p14:nvContentPartPr>
            <p14:xfrm>
              <a:off x="9966888" y="1205424"/>
              <a:ext cx="275760" cy="77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71BD6F1-1A88-6B14-DF05-C1D8E5B4F1FA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957888" y="1196784"/>
                <a:ext cx="293400" cy="9540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A08AFD67-96F3-D6ED-7A3F-E0D70057E7C5}"/>
              </a:ext>
            </a:extLst>
          </p:cNvPr>
          <p:cNvGrpSpPr/>
          <p:nvPr/>
        </p:nvGrpSpPr>
        <p:grpSpPr>
          <a:xfrm>
            <a:off x="10458288" y="1113264"/>
            <a:ext cx="891360" cy="284400"/>
            <a:chOff x="10458288" y="1113264"/>
            <a:chExt cx="891360" cy="28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E124B74E-E328-4CBA-8A62-F08FD827F2F6}"/>
                    </a:ext>
                  </a:extLst>
                </p14:cNvPr>
                <p14:cNvContentPartPr/>
                <p14:nvPr/>
              </p14:nvContentPartPr>
              <p14:xfrm>
                <a:off x="10458288" y="1143144"/>
                <a:ext cx="138960" cy="2545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E124B74E-E328-4CBA-8A62-F08FD827F2F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449288" y="1134504"/>
                  <a:ext cx="15660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00F41924-C2F5-372B-2004-12DB4C243410}"/>
                    </a:ext>
                  </a:extLst>
                </p14:cNvPr>
                <p14:cNvContentPartPr/>
                <p14:nvPr/>
              </p14:nvContentPartPr>
              <p14:xfrm>
                <a:off x="10652328" y="1113264"/>
                <a:ext cx="119160" cy="2091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00F41924-C2F5-372B-2004-12DB4C24341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643688" y="1104624"/>
                  <a:ext cx="13680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A004FAB9-2860-3899-CBDA-D99FBFEC5280}"/>
                    </a:ext>
                  </a:extLst>
                </p14:cNvPr>
                <p14:cNvContentPartPr/>
                <p14:nvPr/>
              </p14:nvContentPartPr>
              <p14:xfrm>
                <a:off x="10752408" y="1254384"/>
                <a:ext cx="62640" cy="680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A004FAB9-2860-3899-CBDA-D99FBFEC528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743768" y="1245744"/>
                  <a:ext cx="8028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CA2CDC7E-73EA-FB7F-B987-092CA01DDBE1}"/>
                    </a:ext>
                  </a:extLst>
                </p14:cNvPr>
                <p14:cNvContentPartPr/>
                <p14:nvPr/>
              </p14:nvContentPartPr>
              <p14:xfrm>
                <a:off x="10930248" y="1160064"/>
                <a:ext cx="106200" cy="15228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CA2CDC7E-73EA-FB7F-B987-092CA01DDBE1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921608" y="1151424"/>
                  <a:ext cx="1238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E8E5D7F7-015E-74C7-CD37-DC117A2A69AC}"/>
                    </a:ext>
                  </a:extLst>
                </p14:cNvPr>
                <p14:cNvContentPartPr/>
                <p14:nvPr/>
              </p14:nvContentPartPr>
              <p14:xfrm>
                <a:off x="11048688" y="1234944"/>
                <a:ext cx="58320" cy="5724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E8E5D7F7-015E-74C7-CD37-DC117A2A69A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039688" y="1226304"/>
                  <a:ext cx="7596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8FA1C57-9F30-C005-FDC3-5046627FB590}"/>
                    </a:ext>
                  </a:extLst>
                </p14:cNvPr>
                <p14:cNvContentPartPr/>
                <p14:nvPr/>
              </p14:nvContentPartPr>
              <p14:xfrm>
                <a:off x="11159568" y="1250424"/>
                <a:ext cx="45360" cy="500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8FA1C57-9F30-C005-FDC3-5046627FB59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150928" y="1241424"/>
                  <a:ext cx="630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DE276A1C-55C7-B1B0-3C74-8FA7D944C7E2}"/>
                    </a:ext>
                  </a:extLst>
                </p14:cNvPr>
                <p14:cNvContentPartPr/>
                <p14:nvPr/>
              </p14:nvContentPartPr>
              <p14:xfrm>
                <a:off x="11349288" y="1324584"/>
                <a:ext cx="360" cy="3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DE276A1C-55C7-B1B0-3C74-8FA7D944C7E2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340288" y="131594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43832D2D-37F1-01BB-BFF3-AFC609C72157}"/>
                  </a:ext>
                </a:extLst>
              </p14:cNvPr>
              <p14:cNvContentPartPr/>
              <p14:nvPr/>
            </p14:nvContentPartPr>
            <p14:xfrm>
              <a:off x="8616528" y="2682864"/>
              <a:ext cx="10800" cy="576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43832D2D-37F1-01BB-BFF3-AFC609C7215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607888" y="2673864"/>
                <a:ext cx="28440" cy="23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37" name="Group 236">
            <a:extLst>
              <a:ext uri="{FF2B5EF4-FFF2-40B4-BE49-F238E27FC236}">
                <a16:creationId xmlns:a16="http://schemas.microsoft.com/office/drawing/2014/main" id="{D13FA47B-48A5-3140-5D50-9832F6F11E50}"/>
              </a:ext>
            </a:extLst>
          </p:cNvPr>
          <p:cNvGrpSpPr/>
          <p:nvPr/>
        </p:nvGrpSpPr>
        <p:grpSpPr>
          <a:xfrm>
            <a:off x="890568" y="1561104"/>
            <a:ext cx="10992600" cy="2119320"/>
            <a:chOff x="890568" y="1561104"/>
            <a:chExt cx="10992600" cy="211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58C6D90D-AFD2-A2E8-1A5B-5E48C736460E}"/>
                    </a:ext>
                  </a:extLst>
                </p14:cNvPr>
                <p14:cNvContentPartPr/>
                <p14:nvPr/>
              </p14:nvContentPartPr>
              <p14:xfrm>
                <a:off x="5010408" y="1711944"/>
                <a:ext cx="53640" cy="2674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58C6D90D-AFD2-A2E8-1A5B-5E48C736460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001408" y="1703304"/>
                  <a:ext cx="7128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C90E1153-AD3B-687F-BF7C-E48D5E4FBC7C}"/>
                    </a:ext>
                  </a:extLst>
                </p14:cNvPr>
                <p14:cNvContentPartPr/>
                <p14:nvPr/>
              </p14:nvContentPartPr>
              <p14:xfrm>
                <a:off x="4943808" y="1602144"/>
                <a:ext cx="447840" cy="3211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C90E1153-AD3B-687F-BF7C-E48D5E4FBC7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935168" y="1593504"/>
                  <a:ext cx="465480" cy="33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5AB9439-A545-34D3-FB3F-C64928FAAC00}"/>
                    </a:ext>
                  </a:extLst>
                </p14:cNvPr>
                <p14:cNvContentPartPr/>
                <p14:nvPr/>
              </p14:nvContentPartPr>
              <p14:xfrm>
                <a:off x="5839488" y="1788624"/>
                <a:ext cx="133920" cy="1198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5AB9439-A545-34D3-FB3F-C64928FAAC0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830848" y="1779984"/>
                  <a:ext cx="15156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8CC1A19-CE73-4C79-4DD6-1050731D5A05}"/>
                    </a:ext>
                  </a:extLst>
                </p14:cNvPr>
                <p14:cNvContentPartPr/>
                <p14:nvPr/>
              </p14:nvContentPartPr>
              <p14:xfrm>
                <a:off x="6044328" y="1723824"/>
                <a:ext cx="297000" cy="1490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8CC1A19-CE73-4C79-4DD6-1050731D5A0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035688" y="1714824"/>
                  <a:ext cx="3146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A6038DEC-7566-50DC-D4B2-D94A12177736}"/>
                    </a:ext>
                  </a:extLst>
                </p14:cNvPr>
                <p14:cNvContentPartPr/>
                <p14:nvPr/>
              </p14:nvContentPartPr>
              <p14:xfrm>
                <a:off x="6362208" y="1834704"/>
                <a:ext cx="93600" cy="468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A6038DEC-7566-50DC-D4B2-D94A1217773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353208" y="1826064"/>
                  <a:ext cx="11124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30DC4E2E-441F-8394-E832-FD188674693D}"/>
                    </a:ext>
                  </a:extLst>
                </p14:cNvPr>
                <p14:cNvContentPartPr/>
                <p14:nvPr/>
              </p14:nvContentPartPr>
              <p14:xfrm>
                <a:off x="6559848" y="1700424"/>
                <a:ext cx="101520" cy="2070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30DC4E2E-441F-8394-E832-FD188674693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550848" y="1691424"/>
                  <a:ext cx="11916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C7D2A21-91B0-9E75-23B3-E4C4CE46FC29}"/>
                    </a:ext>
                  </a:extLst>
                </p14:cNvPr>
                <p14:cNvContentPartPr/>
                <p14:nvPr/>
              </p14:nvContentPartPr>
              <p14:xfrm>
                <a:off x="6785568" y="1655784"/>
                <a:ext cx="145080" cy="2095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C7D2A21-91B0-9E75-23B3-E4C4CE46FC29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776928" y="1647144"/>
                  <a:ext cx="1627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5308C8E8-7E61-69DF-A203-5985C653186B}"/>
                    </a:ext>
                  </a:extLst>
                </p14:cNvPr>
                <p14:cNvContentPartPr/>
                <p14:nvPr/>
              </p14:nvContentPartPr>
              <p14:xfrm>
                <a:off x="6935328" y="1745064"/>
                <a:ext cx="1800" cy="180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5308C8E8-7E61-69DF-A203-5985C653186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926688" y="1736424"/>
                  <a:ext cx="1944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EA16972E-2AE9-A40C-F0DD-5BA28CD20BC9}"/>
                    </a:ext>
                  </a:extLst>
                </p14:cNvPr>
                <p14:cNvContentPartPr/>
                <p14:nvPr/>
              </p14:nvContentPartPr>
              <p14:xfrm>
                <a:off x="7005168" y="1783224"/>
                <a:ext cx="258480" cy="3272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EA16972E-2AE9-A40C-F0DD-5BA28CD20BC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996168" y="1774584"/>
                  <a:ext cx="27612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8018935-E65A-E4BA-A20D-AAC40B6AFF0A}"/>
                    </a:ext>
                  </a:extLst>
                </p14:cNvPr>
                <p14:cNvContentPartPr/>
                <p14:nvPr/>
              </p14:nvContentPartPr>
              <p14:xfrm>
                <a:off x="7679808" y="1747584"/>
                <a:ext cx="415440" cy="1108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8018935-E65A-E4BA-A20D-AAC40B6AFF0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670808" y="1738584"/>
                  <a:ext cx="4330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F798585E-2201-85AD-9D83-C411764E8BF2}"/>
                    </a:ext>
                  </a:extLst>
                </p14:cNvPr>
                <p14:cNvContentPartPr/>
                <p14:nvPr/>
              </p14:nvContentPartPr>
              <p14:xfrm>
                <a:off x="8449848" y="1690704"/>
                <a:ext cx="316080" cy="1713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F798585E-2201-85AD-9D83-C411764E8BF2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440848" y="1682064"/>
                  <a:ext cx="3337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B029AE50-D222-5E29-4337-45F13EE23A81}"/>
                    </a:ext>
                  </a:extLst>
                </p14:cNvPr>
                <p14:cNvContentPartPr/>
                <p14:nvPr/>
              </p14:nvContentPartPr>
              <p14:xfrm>
                <a:off x="8681328" y="1797984"/>
                <a:ext cx="160200" cy="3672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B029AE50-D222-5E29-4337-45F13EE23A8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672688" y="1788984"/>
                  <a:ext cx="177840" cy="38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1528FB85-3E17-FB4E-1525-7A3EB407B1B5}"/>
                    </a:ext>
                  </a:extLst>
                </p14:cNvPr>
                <p14:cNvContentPartPr/>
                <p14:nvPr/>
              </p14:nvContentPartPr>
              <p14:xfrm>
                <a:off x="8904888" y="1625904"/>
                <a:ext cx="2880" cy="338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1528FB85-3E17-FB4E-1525-7A3EB407B1B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896248" y="1617264"/>
                  <a:ext cx="205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ACFF294F-2E23-BB77-EFE6-BB63F1A41C55}"/>
                    </a:ext>
                  </a:extLst>
                </p14:cNvPr>
                <p14:cNvContentPartPr/>
                <p14:nvPr/>
              </p14:nvContentPartPr>
              <p14:xfrm>
                <a:off x="8984088" y="1678824"/>
                <a:ext cx="431280" cy="1832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ACFF294F-2E23-BB77-EFE6-BB63F1A41C5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975088" y="1669824"/>
                  <a:ext cx="4489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9A9C9FBD-520D-EE77-D575-1F1975C30170}"/>
                    </a:ext>
                  </a:extLst>
                </p14:cNvPr>
                <p14:cNvContentPartPr/>
                <p14:nvPr/>
              </p14:nvContentPartPr>
              <p14:xfrm>
                <a:off x="9510048" y="1697904"/>
                <a:ext cx="91800" cy="1695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9A9C9FBD-520D-EE77-D575-1F1975C3017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501048" y="1689264"/>
                  <a:ext cx="1094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9A35CD4F-0A74-7C4D-C32C-3752F3CF7A6E}"/>
                    </a:ext>
                  </a:extLst>
                </p14:cNvPr>
                <p14:cNvContentPartPr/>
                <p14:nvPr/>
              </p14:nvContentPartPr>
              <p14:xfrm>
                <a:off x="9418608" y="1754064"/>
                <a:ext cx="22680" cy="97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9A35CD4F-0A74-7C4D-C32C-3752F3CF7A6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409968" y="1745064"/>
                  <a:ext cx="403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40495C1E-955C-7808-93F2-D45ED21A33CC}"/>
                    </a:ext>
                  </a:extLst>
                </p14:cNvPr>
                <p14:cNvContentPartPr/>
                <p14:nvPr/>
              </p14:nvContentPartPr>
              <p14:xfrm>
                <a:off x="9971568" y="1625544"/>
                <a:ext cx="172440" cy="2084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40495C1E-955C-7808-93F2-D45ED21A33C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962568" y="1616544"/>
                  <a:ext cx="1900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E72F465-3900-5D52-EFC9-C7342CD85615}"/>
                    </a:ext>
                  </a:extLst>
                </p14:cNvPr>
                <p14:cNvContentPartPr/>
                <p14:nvPr/>
              </p14:nvContentPartPr>
              <p14:xfrm>
                <a:off x="10261008" y="1719144"/>
                <a:ext cx="362520" cy="936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E72F465-3900-5D52-EFC9-C7342CD8561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252368" y="1710504"/>
                  <a:ext cx="3801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FC880A57-57D9-D5EE-B233-51EFB07615BF}"/>
                    </a:ext>
                  </a:extLst>
                </p14:cNvPr>
                <p14:cNvContentPartPr/>
                <p14:nvPr/>
              </p14:nvContentPartPr>
              <p14:xfrm>
                <a:off x="10701288" y="1588824"/>
                <a:ext cx="101880" cy="2271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FC880A57-57D9-D5EE-B233-51EFB07615B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692648" y="1579824"/>
                  <a:ext cx="11952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FB74C986-9FB6-97E7-A3E7-43F7C6AF835B}"/>
                    </a:ext>
                  </a:extLst>
                </p14:cNvPr>
                <p14:cNvContentPartPr/>
                <p14:nvPr/>
              </p14:nvContentPartPr>
              <p14:xfrm>
                <a:off x="11030328" y="1709784"/>
                <a:ext cx="247320" cy="694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FB74C986-9FB6-97E7-A3E7-43F7C6AF835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021328" y="1701144"/>
                  <a:ext cx="26496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927261E8-E863-C860-BBD3-E0BC9242891E}"/>
                    </a:ext>
                  </a:extLst>
                </p14:cNvPr>
                <p14:cNvContentPartPr/>
                <p14:nvPr/>
              </p14:nvContentPartPr>
              <p14:xfrm>
                <a:off x="11500848" y="1581984"/>
                <a:ext cx="71280" cy="2124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927261E8-E863-C860-BBD3-E0BC9242891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1492208" y="1572984"/>
                  <a:ext cx="889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568393A5-F8FF-047C-0D22-3736C20B5BA3}"/>
                    </a:ext>
                  </a:extLst>
                </p14:cNvPr>
                <p14:cNvContentPartPr/>
                <p14:nvPr/>
              </p14:nvContentPartPr>
              <p14:xfrm>
                <a:off x="11553768" y="1561104"/>
                <a:ext cx="210240" cy="2174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568393A5-F8FF-047C-0D22-3736C20B5BA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1545128" y="1552464"/>
                  <a:ext cx="2278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6CD7D8E9-DD7F-CEF1-77B8-87CA804473FD}"/>
                    </a:ext>
                  </a:extLst>
                </p14:cNvPr>
                <p14:cNvContentPartPr/>
                <p14:nvPr/>
              </p14:nvContentPartPr>
              <p14:xfrm>
                <a:off x="11876328" y="1755144"/>
                <a:ext cx="6840" cy="219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6CD7D8E9-DD7F-CEF1-77B8-87CA804473F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1867688" y="1746504"/>
                  <a:ext cx="244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908573C-C9E4-3922-95B4-04D283263885}"/>
                    </a:ext>
                  </a:extLst>
                </p14:cNvPr>
                <p14:cNvContentPartPr/>
                <p14:nvPr/>
              </p14:nvContentPartPr>
              <p14:xfrm>
                <a:off x="5032008" y="2249064"/>
                <a:ext cx="201960" cy="1288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908573C-C9E4-3922-95B4-04D28326388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023008" y="2240424"/>
                  <a:ext cx="21960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81FAB10-5DAD-76C8-91D7-F894D34F7DCC}"/>
                    </a:ext>
                  </a:extLst>
                </p14:cNvPr>
                <p14:cNvContentPartPr/>
                <p14:nvPr/>
              </p14:nvContentPartPr>
              <p14:xfrm>
                <a:off x="5330808" y="2267784"/>
                <a:ext cx="44280" cy="763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81FAB10-5DAD-76C8-91D7-F894D34F7DC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321808" y="2259144"/>
                  <a:ext cx="6192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D452BB90-9562-A90F-D31D-BB68C44C04D7}"/>
                    </a:ext>
                  </a:extLst>
                </p14:cNvPr>
                <p14:cNvContentPartPr/>
                <p14:nvPr/>
              </p14:nvContentPartPr>
              <p14:xfrm>
                <a:off x="5389128" y="2195784"/>
                <a:ext cx="253800" cy="1404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D452BB90-9562-A90F-D31D-BB68C44C04D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380128" y="2186784"/>
                  <a:ext cx="2714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56696B4E-BFBE-0471-94C0-EDBA372205C7}"/>
                    </a:ext>
                  </a:extLst>
                </p14:cNvPr>
                <p14:cNvContentPartPr/>
                <p14:nvPr/>
              </p14:nvContentPartPr>
              <p14:xfrm>
                <a:off x="5749488" y="2223144"/>
                <a:ext cx="104760" cy="1126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56696B4E-BFBE-0471-94C0-EDBA372205C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740488" y="2214144"/>
                  <a:ext cx="12240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889806E1-1451-142B-F562-2BC8C88F89A8}"/>
                    </a:ext>
                  </a:extLst>
                </p14:cNvPr>
                <p14:cNvContentPartPr/>
                <p14:nvPr/>
              </p14:nvContentPartPr>
              <p14:xfrm>
                <a:off x="7478568" y="2335824"/>
                <a:ext cx="69120" cy="1072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889806E1-1451-142B-F562-2BC8C88F89A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469928" y="2326824"/>
                  <a:ext cx="867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0F5C3F54-C0FD-FF44-A350-2C95626C398E}"/>
                    </a:ext>
                  </a:extLst>
                </p14:cNvPr>
                <p14:cNvContentPartPr/>
                <p14:nvPr/>
              </p14:nvContentPartPr>
              <p14:xfrm>
                <a:off x="7734888" y="2216664"/>
                <a:ext cx="394200" cy="1195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0F5C3F54-C0FD-FF44-A350-2C95626C398E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725888" y="2208024"/>
                  <a:ext cx="4118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076B078C-4023-ECA6-2CE8-96A9DB8C5AAF}"/>
                    </a:ext>
                  </a:extLst>
                </p14:cNvPr>
                <p14:cNvContentPartPr/>
                <p14:nvPr/>
              </p14:nvContentPartPr>
              <p14:xfrm>
                <a:off x="8084808" y="2137104"/>
                <a:ext cx="11520" cy="100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076B078C-4023-ECA6-2CE8-96A9DB8C5AAF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075808" y="2128464"/>
                  <a:ext cx="291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470EC90C-FDB7-02D5-737B-3A6C801E4B76}"/>
                    </a:ext>
                  </a:extLst>
                </p14:cNvPr>
                <p14:cNvContentPartPr/>
                <p14:nvPr/>
              </p14:nvContentPartPr>
              <p14:xfrm>
                <a:off x="8115768" y="2271744"/>
                <a:ext cx="283680" cy="741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470EC90C-FDB7-02D5-737B-3A6C801E4B7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106768" y="2262744"/>
                  <a:ext cx="30132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9113C03C-C760-AC31-A17F-5C9B9592D0D6}"/>
                    </a:ext>
                  </a:extLst>
                </p14:cNvPr>
                <p14:cNvContentPartPr/>
                <p14:nvPr/>
              </p14:nvContentPartPr>
              <p14:xfrm>
                <a:off x="8397648" y="2239344"/>
                <a:ext cx="2160" cy="46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9113C03C-C760-AC31-A17F-5C9B9592D0D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88648" y="2230704"/>
                  <a:ext cx="198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C8970C38-94E2-1D70-9621-7211BAE982EF}"/>
                    </a:ext>
                  </a:extLst>
                </p14:cNvPr>
                <p14:cNvContentPartPr/>
                <p14:nvPr/>
              </p14:nvContentPartPr>
              <p14:xfrm>
                <a:off x="8463888" y="2265264"/>
                <a:ext cx="146520" cy="2404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C8970C38-94E2-1D70-9621-7211BAE982EF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8455248" y="2256264"/>
                  <a:ext cx="16416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47C053F0-38C6-9F77-3E48-DEC81B054774}"/>
                    </a:ext>
                  </a:extLst>
                </p14:cNvPr>
                <p14:cNvContentPartPr/>
                <p14:nvPr/>
              </p14:nvContentPartPr>
              <p14:xfrm>
                <a:off x="9105408" y="2143224"/>
                <a:ext cx="30600" cy="2624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47C053F0-38C6-9F77-3E48-DEC81B054774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9096408" y="2134584"/>
                  <a:ext cx="4824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CD4CA75E-7DF3-A0D6-CBF6-A2DE531CFF42}"/>
                    </a:ext>
                  </a:extLst>
                </p14:cNvPr>
                <p14:cNvContentPartPr/>
                <p14:nvPr/>
              </p14:nvContentPartPr>
              <p14:xfrm>
                <a:off x="9030168" y="2299464"/>
                <a:ext cx="280440" cy="316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CD4CA75E-7DF3-A0D6-CBF6-A2DE531CFF42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9021528" y="2290824"/>
                  <a:ext cx="29808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3D8212CF-7F09-A2E3-7C5A-120B286F7167}"/>
                    </a:ext>
                  </a:extLst>
                </p14:cNvPr>
                <p14:cNvContentPartPr/>
                <p14:nvPr/>
              </p14:nvContentPartPr>
              <p14:xfrm>
                <a:off x="9672048" y="2176344"/>
                <a:ext cx="549360" cy="2592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3D8212CF-7F09-A2E3-7C5A-120B286F7167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9663408" y="2167704"/>
                  <a:ext cx="56700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91AB1305-4CA4-8C42-705F-C58275DB4BB9}"/>
                    </a:ext>
                  </a:extLst>
                </p14:cNvPr>
                <p14:cNvContentPartPr/>
                <p14:nvPr/>
              </p14:nvContentPartPr>
              <p14:xfrm>
                <a:off x="10322568" y="2023344"/>
                <a:ext cx="485640" cy="2350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91AB1305-4CA4-8C42-705F-C58275DB4BB9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0313568" y="2014344"/>
                  <a:ext cx="50328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857FAC3E-82CD-D6B6-60A5-22578982BA5F}"/>
                    </a:ext>
                  </a:extLst>
                </p14:cNvPr>
                <p14:cNvContentPartPr/>
                <p14:nvPr/>
              </p14:nvContentPartPr>
              <p14:xfrm>
                <a:off x="10638648" y="2099304"/>
                <a:ext cx="103320" cy="82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857FAC3E-82CD-D6B6-60A5-22578982BA5F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0630008" y="2090304"/>
                  <a:ext cx="1209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DD8E0239-4C31-27FE-1206-5D62232241D2}"/>
                    </a:ext>
                  </a:extLst>
                </p14:cNvPr>
                <p14:cNvContentPartPr/>
                <p14:nvPr/>
              </p14:nvContentPartPr>
              <p14:xfrm>
                <a:off x="1720008" y="1769544"/>
                <a:ext cx="678960" cy="3657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DD8E0239-4C31-27FE-1206-5D62232241D2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711008" y="1760544"/>
                  <a:ext cx="69660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FD68724E-42D3-AF2C-1C7B-D61201F90372}"/>
                    </a:ext>
                  </a:extLst>
                </p14:cNvPr>
                <p14:cNvContentPartPr/>
                <p14:nvPr/>
              </p14:nvContentPartPr>
              <p14:xfrm>
                <a:off x="2444328" y="1909584"/>
                <a:ext cx="136800" cy="925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FD68724E-42D3-AF2C-1C7B-D61201F90372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2435688" y="1900944"/>
                  <a:ext cx="15444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09FC316-41E9-84A5-3967-37F3476A2258}"/>
                    </a:ext>
                  </a:extLst>
                </p14:cNvPr>
                <p14:cNvContentPartPr/>
                <p14:nvPr/>
              </p14:nvContentPartPr>
              <p14:xfrm>
                <a:off x="2561688" y="1844424"/>
                <a:ext cx="3960" cy="288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09FC316-41E9-84A5-3967-37F3476A2258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2553048" y="1835784"/>
                  <a:ext cx="216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BEB3AB0E-1FFA-F465-B67F-BAD4EC654997}"/>
                    </a:ext>
                  </a:extLst>
                </p14:cNvPr>
                <p14:cNvContentPartPr/>
                <p14:nvPr/>
              </p14:nvContentPartPr>
              <p14:xfrm>
                <a:off x="2653848" y="1878264"/>
                <a:ext cx="196560" cy="3650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BEB3AB0E-1FFA-F465-B67F-BAD4EC654997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2645208" y="1869624"/>
                  <a:ext cx="21420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3ACEEAF6-630B-DDFC-4DFE-E9CD45E923F6}"/>
                    </a:ext>
                  </a:extLst>
                </p14:cNvPr>
                <p14:cNvContentPartPr/>
                <p14:nvPr/>
              </p14:nvContentPartPr>
              <p14:xfrm>
                <a:off x="3197448" y="1740744"/>
                <a:ext cx="330840" cy="2930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3ACEEAF6-630B-DDFC-4DFE-E9CD45E923F6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3188448" y="1732104"/>
                  <a:ext cx="34848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71EEA761-60FD-5BB1-C75F-B09CCDDDF5DD}"/>
                    </a:ext>
                  </a:extLst>
                </p14:cNvPr>
                <p14:cNvContentPartPr/>
                <p14:nvPr/>
              </p14:nvContentPartPr>
              <p14:xfrm>
                <a:off x="3566448" y="1889064"/>
                <a:ext cx="450360" cy="1011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71EEA761-60FD-5BB1-C75F-B09CCDDDF5D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3557808" y="1880424"/>
                  <a:ext cx="4680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0BAF41D-BD48-6D54-6636-F1B87EF73C7F}"/>
                    </a:ext>
                  </a:extLst>
                </p14:cNvPr>
                <p14:cNvContentPartPr/>
                <p14:nvPr/>
              </p14:nvContentPartPr>
              <p14:xfrm>
                <a:off x="4043088" y="1855224"/>
                <a:ext cx="4680" cy="104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0BAF41D-BD48-6D54-6636-F1B87EF73C7F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4034448" y="1846584"/>
                  <a:ext cx="223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96D765A-F79C-9C70-A715-B3D18703DCC9}"/>
                    </a:ext>
                  </a:extLst>
                </p14:cNvPr>
                <p14:cNvContentPartPr/>
                <p14:nvPr/>
              </p14:nvContentPartPr>
              <p14:xfrm>
                <a:off x="4114008" y="1877184"/>
                <a:ext cx="156240" cy="3070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96D765A-F79C-9C70-A715-B3D18703DCC9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4105008" y="1868184"/>
                  <a:ext cx="17388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D33F1542-5ABB-30C7-E4E3-E9D725118E8C}"/>
                    </a:ext>
                  </a:extLst>
                </p14:cNvPr>
                <p14:cNvContentPartPr/>
                <p14:nvPr/>
              </p14:nvContentPartPr>
              <p14:xfrm>
                <a:off x="3759048" y="1753344"/>
                <a:ext cx="13680" cy="133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D33F1542-5ABB-30C7-E4E3-E9D725118E8C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3750048" y="1744704"/>
                  <a:ext cx="313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487284EB-1759-ACF6-C8DF-333D6F1D49AD}"/>
                    </a:ext>
                  </a:extLst>
                </p14:cNvPr>
                <p14:cNvContentPartPr/>
                <p14:nvPr/>
              </p14:nvContentPartPr>
              <p14:xfrm>
                <a:off x="3201408" y="1797624"/>
                <a:ext cx="129960" cy="334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487284EB-1759-ACF6-C8DF-333D6F1D49A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3192768" y="1788624"/>
                  <a:ext cx="1476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A8331029-09BC-5402-2371-02AE3019E2B4}"/>
                    </a:ext>
                  </a:extLst>
                </p14:cNvPr>
                <p14:cNvContentPartPr/>
                <p14:nvPr/>
              </p14:nvContentPartPr>
              <p14:xfrm>
                <a:off x="4565808" y="1886184"/>
                <a:ext cx="61920" cy="1339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A8331029-09BC-5402-2371-02AE3019E2B4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4556808" y="1877184"/>
                  <a:ext cx="7956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C86A0D0C-4C4A-0D39-DDE8-E7EFFD6EC643}"/>
                    </a:ext>
                  </a:extLst>
                </p14:cNvPr>
                <p14:cNvContentPartPr/>
                <p14:nvPr/>
              </p14:nvContentPartPr>
              <p14:xfrm>
                <a:off x="1889928" y="2308464"/>
                <a:ext cx="340560" cy="2721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C86A0D0C-4C4A-0D39-DDE8-E7EFFD6EC643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880928" y="2299464"/>
                  <a:ext cx="35820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EBAC8E0E-9480-5FBA-4D18-F3C7D0B92F9E}"/>
                    </a:ext>
                  </a:extLst>
                </p14:cNvPr>
                <p14:cNvContentPartPr/>
                <p14:nvPr/>
              </p14:nvContentPartPr>
              <p14:xfrm>
                <a:off x="2305368" y="2432664"/>
                <a:ext cx="81720" cy="525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EBAC8E0E-9480-5FBA-4D18-F3C7D0B92F9E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296368" y="2424024"/>
                  <a:ext cx="993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5FC3E4D8-EE1A-FBD8-8D9E-BEE4533A1A3C}"/>
                    </a:ext>
                  </a:extLst>
                </p14:cNvPr>
                <p14:cNvContentPartPr/>
                <p14:nvPr/>
              </p14:nvContentPartPr>
              <p14:xfrm>
                <a:off x="2434608" y="2317104"/>
                <a:ext cx="230760" cy="1782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5FC3E4D8-EE1A-FBD8-8D9E-BEE4533A1A3C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2425968" y="2308104"/>
                  <a:ext cx="2484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62E995A-55C8-68EF-6413-A60EBCCB260F}"/>
                    </a:ext>
                  </a:extLst>
                </p14:cNvPr>
                <p14:cNvContentPartPr/>
                <p14:nvPr/>
              </p14:nvContentPartPr>
              <p14:xfrm>
                <a:off x="2704248" y="2356704"/>
                <a:ext cx="19440" cy="1443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62E995A-55C8-68EF-6413-A60EBCCB260F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2695248" y="2348064"/>
                  <a:ext cx="370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7BDBC3FC-CC4F-EA28-8472-D0A1B1BBA8E5}"/>
                    </a:ext>
                  </a:extLst>
                </p14:cNvPr>
                <p14:cNvContentPartPr/>
                <p14:nvPr/>
              </p14:nvContentPartPr>
              <p14:xfrm>
                <a:off x="2516328" y="2351304"/>
                <a:ext cx="261360" cy="1198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7BDBC3FC-CC4F-EA28-8472-D0A1B1BBA8E5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2507328" y="2342304"/>
                  <a:ext cx="27900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751C299-EF4C-1EF6-01E0-43714D3CD396}"/>
                    </a:ext>
                  </a:extLst>
                </p14:cNvPr>
                <p14:cNvContentPartPr/>
                <p14:nvPr/>
              </p14:nvContentPartPr>
              <p14:xfrm>
                <a:off x="3061008" y="2440584"/>
                <a:ext cx="7920" cy="370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751C299-EF4C-1EF6-01E0-43714D3CD396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3052008" y="2431584"/>
                  <a:ext cx="2556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95594B6D-E079-4822-EC25-BF87E5879C7F}"/>
                    </a:ext>
                  </a:extLst>
                </p14:cNvPr>
                <p14:cNvContentPartPr/>
                <p14:nvPr/>
              </p14:nvContentPartPr>
              <p14:xfrm>
                <a:off x="3047688" y="2331144"/>
                <a:ext cx="12240" cy="370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95594B6D-E079-4822-EC25-BF87E5879C7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3039048" y="2322504"/>
                  <a:ext cx="298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67AB577A-F0FB-7946-585F-8360CABFEE0E}"/>
                    </a:ext>
                  </a:extLst>
                </p14:cNvPr>
                <p14:cNvContentPartPr/>
                <p14:nvPr/>
              </p14:nvContentPartPr>
              <p14:xfrm>
                <a:off x="3177648" y="2388384"/>
                <a:ext cx="100800" cy="493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67AB577A-F0FB-7946-585F-8360CABFEE0E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3168648" y="2379744"/>
                  <a:ext cx="11844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CEB15F8D-7464-38C3-FB6E-C35E96D0ED18}"/>
                    </a:ext>
                  </a:extLst>
                </p14:cNvPr>
                <p14:cNvContentPartPr/>
                <p14:nvPr/>
              </p14:nvContentPartPr>
              <p14:xfrm>
                <a:off x="3725568" y="2071224"/>
                <a:ext cx="482400" cy="3463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CEB15F8D-7464-38C3-FB6E-C35E96D0ED18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3716928" y="2062224"/>
                  <a:ext cx="50004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EF3310FF-D608-FC3B-AF14-1C2A9BAA09A2}"/>
                    </a:ext>
                  </a:extLst>
                </p14:cNvPr>
                <p14:cNvContentPartPr/>
                <p14:nvPr/>
              </p14:nvContentPartPr>
              <p14:xfrm>
                <a:off x="4266648" y="2149704"/>
                <a:ext cx="244080" cy="2559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EF3310FF-D608-FC3B-AF14-1C2A9BAA09A2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4258008" y="2140704"/>
                  <a:ext cx="26172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51D0BE3A-1163-8FD4-42AB-1765E2B1B21C}"/>
                    </a:ext>
                  </a:extLst>
                </p14:cNvPr>
                <p14:cNvContentPartPr/>
                <p14:nvPr/>
              </p14:nvContentPartPr>
              <p14:xfrm>
                <a:off x="1976688" y="2706264"/>
                <a:ext cx="1005840" cy="1954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51D0BE3A-1163-8FD4-42AB-1765E2B1B21C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968048" y="2697264"/>
                  <a:ext cx="10234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D45C9ED0-7795-BC4F-435E-35AC79EBAA56}"/>
                    </a:ext>
                  </a:extLst>
                </p14:cNvPr>
                <p14:cNvContentPartPr/>
                <p14:nvPr/>
              </p14:nvContentPartPr>
              <p14:xfrm>
                <a:off x="2993328" y="2650464"/>
                <a:ext cx="5040" cy="216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D45C9ED0-7795-BC4F-435E-35AC79EBAA5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984328" y="2641464"/>
                  <a:ext cx="22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FF080F9A-4490-DDFE-85B4-B769BF23D1F1}"/>
                    </a:ext>
                  </a:extLst>
                </p14:cNvPr>
                <p14:cNvContentPartPr/>
                <p14:nvPr/>
              </p14:nvContentPartPr>
              <p14:xfrm>
                <a:off x="3048768" y="2659464"/>
                <a:ext cx="223560" cy="3391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FF080F9A-4490-DDFE-85B4-B769BF23D1F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040128" y="2650824"/>
                  <a:ext cx="24120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93013D51-4790-0A03-AABD-F9E60450B700}"/>
                    </a:ext>
                  </a:extLst>
                </p14:cNvPr>
                <p14:cNvContentPartPr/>
                <p14:nvPr/>
              </p14:nvContentPartPr>
              <p14:xfrm>
                <a:off x="3313728" y="2538144"/>
                <a:ext cx="375120" cy="3902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93013D51-4790-0A03-AABD-F9E60450B70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305088" y="2529504"/>
                  <a:ext cx="392760" cy="40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8EA2B18E-16CE-F374-7F1A-EC7E47D237B4}"/>
                    </a:ext>
                  </a:extLst>
                </p14:cNvPr>
                <p14:cNvContentPartPr/>
                <p14:nvPr/>
              </p14:nvContentPartPr>
              <p14:xfrm>
                <a:off x="4117608" y="2499624"/>
                <a:ext cx="768240" cy="371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8EA2B18E-16CE-F374-7F1A-EC7E47D237B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108608" y="2490984"/>
                  <a:ext cx="785880" cy="38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835F6A52-3DE3-F928-C565-E434D75E70A3}"/>
                    </a:ext>
                  </a:extLst>
                </p14:cNvPr>
                <p14:cNvContentPartPr/>
                <p14:nvPr/>
              </p14:nvContentPartPr>
              <p14:xfrm>
                <a:off x="4909248" y="2678544"/>
                <a:ext cx="3600" cy="1512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835F6A52-3DE3-F928-C565-E434D75E70A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900248" y="2669544"/>
                  <a:ext cx="212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A058BCD4-9B5E-1090-1492-E43073A1B4DA}"/>
                    </a:ext>
                  </a:extLst>
                </p14:cNvPr>
                <p14:cNvContentPartPr/>
                <p14:nvPr/>
              </p14:nvContentPartPr>
              <p14:xfrm>
                <a:off x="4942368" y="2699784"/>
                <a:ext cx="138960" cy="496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A058BCD4-9B5E-1090-1492-E43073A1B4D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933368" y="2691144"/>
                  <a:ext cx="15660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28EEA34E-739F-E34A-87CF-E3F33AC9D3FC}"/>
                    </a:ext>
                  </a:extLst>
                </p14:cNvPr>
                <p14:cNvContentPartPr/>
                <p14:nvPr/>
              </p14:nvContentPartPr>
              <p14:xfrm>
                <a:off x="4911408" y="2595384"/>
                <a:ext cx="57240" cy="190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28EEA34E-739F-E34A-87CF-E3F33AC9D3F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902408" y="2586744"/>
                  <a:ext cx="748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42FC985-50B1-4F40-8FFC-C14D7CD17DD0}"/>
                    </a:ext>
                  </a:extLst>
                </p14:cNvPr>
                <p14:cNvContentPartPr/>
                <p14:nvPr/>
              </p14:nvContentPartPr>
              <p14:xfrm>
                <a:off x="5142888" y="2671344"/>
                <a:ext cx="28080" cy="727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42FC985-50B1-4F40-8FFC-C14D7CD17DD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133888" y="2662344"/>
                  <a:ext cx="4572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F8608D7-33E7-7856-0AFF-7BF05D72852A}"/>
                    </a:ext>
                  </a:extLst>
                </p14:cNvPr>
                <p14:cNvContentPartPr/>
                <p14:nvPr/>
              </p14:nvContentPartPr>
              <p14:xfrm>
                <a:off x="5242248" y="2588184"/>
                <a:ext cx="128520" cy="1670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F8608D7-33E7-7856-0AFF-7BF05D72852A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233608" y="2579544"/>
                  <a:ext cx="1461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3A41F38E-1AF4-43A5-BB48-324A52D3D2C4}"/>
                    </a:ext>
                  </a:extLst>
                </p14:cNvPr>
                <p14:cNvContentPartPr/>
                <p14:nvPr/>
              </p14:nvContentPartPr>
              <p14:xfrm>
                <a:off x="5370408" y="2668464"/>
                <a:ext cx="7920" cy="302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3A41F38E-1AF4-43A5-BB48-324A52D3D2C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361768" y="2659824"/>
                  <a:ext cx="255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E9D01557-5D4D-3720-D1CC-6F2DABBA1A50}"/>
                    </a:ext>
                  </a:extLst>
                </p14:cNvPr>
                <p14:cNvContentPartPr/>
                <p14:nvPr/>
              </p14:nvContentPartPr>
              <p14:xfrm>
                <a:off x="5434488" y="2674584"/>
                <a:ext cx="123120" cy="1285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E9D01557-5D4D-3720-D1CC-6F2DABBA1A5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425848" y="2665944"/>
                  <a:ext cx="1407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06D1EA32-D897-4B72-0D7D-DAE7B4210AD2}"/>
                    </a:ext>
                  </a:extLst>
                </p14:cNvPr>
                <p14:cNvContentPartPr/>
                <p14:nvPr/>
              </p14:nvContentPartPr>
              <p14:xfrm>
                <a:off x="5639688" y="2689344"/>
                <a:ext cx="104400" cy="52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06D1EA32-D897-4B72-0D7D-DAE7B4210AD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631048" y="2680704"/>
                  <a:ext cx="12204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D0D7DAF2-2064-88D8-4BF4-D3B03D744AF8}"/>
                    </a:ext>
                  </a:extLst>
                </p14:cNvPr>
                <p14:cNvContentPartPr/>
                <p14:nvPr/>
              </p14:nvContentPartPr>
              <p14:xfrm>
                <a:off x="6385248" y="2127384"/>
                <a:ext cx="325800" cy="3790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D0D7DAF2-2064-88D8-4BF4-D3B03D744AF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376248" y="2118744"/>
                  <a:ext cx="343440" cy="39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B306219F-AE49-8AEC-F6D1-BC02553F31F2}"/>
                    </a:ext>
                  </a:extLst>
                </p14:cNvPr>
                <p14:cNvContentPartPr/>
                <p14:nvPr/>
              </p14:nvContentPartPr>
              <p14:xfrm>
                <a:off x="6752448" y="2186784"/>
                <a:ext cx="86400" cy="2980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B306219F-AE49-8AEC-F6D1-BC02553F31F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743808" y="2177784"/>
                  <a:ext cx="10404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F45BB66A-27BA-7428-A6B9-C129B2ED25F2}"/>
                    </a:ext>
                  </a:extLst>
                </p14:cNvPr>
                <p14:cNvContentPartPr/>
                <p14:nvPr/>
              </p14:nvContentPartPr>
              <p14:xfrm>
                <a:off x="6887808" y="2244024"/>
                <a:ext cx="517680" cy="1198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F45BB66A-27BA-7428-A6B9-C129B2ED25F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878808" y="2235384"/>
                  <a:ext cx="53532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8C034319-CF6E-D215-9026-00304908B392}"/>
                    </a:ext>
                  </a:extLst>
                </p14:cNvPr>
                <p14:cNvContentPartPr/>
                <p14:nvPr/>
              </p14:nvContentPartPr>
              <p14:xfrm>
                <a:off x="6244488" y="2595384"/>
                <a:ext cx="122760" cy="1922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8C034319-CF6E-D215-9026-00304908B39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235488" y="2586744"/>
                  <a:ext cx="1404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0858A5A6-4C4A-6C1D-F175-F9DCE3B11745}"/>
                    </a:ext>
                  </a:extLst>
                </p14:cNvPr>
                <p14:cNvContentPartPr/>
                <p14:nvPr/>
              </p14:nvContentPartPr>
              <p14:xfrm>
                <a:off x="6362208" y="2562624"/>
                <a:ext cx="225360" cy="2062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0858A5A6-4C4A-6C1D-F175-F9DCE3B1174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353208" y="2553984"/>
                  <a:ext cx="243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652F07DE-0A56-FC83-4671-168F7A7CF934}"/>
                    </a:ext>
                  </a:extLst>
                </p14:cNvPr>
                <p14:cNvContentPartPr/>
                <p14:nvPr/>
              </p14:nvContentPartPr>
              <p14:xfrm>
                <a:off x="6562368" y="2667024"/>
                <a:ext cx="280800" cy="781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652F07DE-0A56-FC83-4671-168F7A7CF93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553728" y="2658024"/>
                  <a:ext cx="2984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1B3048B3-F3F8-5C9F-3934-73C7B0B5C1CE}"/>
                    </a:ext>
                  </a:extLst>
                </p14:cNvPr>
                <p14:cNvContentPartPr/>
                <p14:nvPr/>
              </p14:nvContentPartPr>
              <p14:xfrm>
                <a:off x="6925248" y="2657664"/>
                <a:ext cx="349920" cy="601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1B3048B3-F3F8-5C9F-3934-73C7B0B5C1C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916248" y="2648664"/>
                  <a:ext cx="3675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AF1EF6E2-1119-0650-284B-B6126015C123}"/>
                    </a:ext>
                  </a:extLst>
                </p14:cNvPr>
                <p14:cNvContentPartPr/>
                <p14:nvPr/>
              </p14:nvContentPartPr>
              <p14:xfrm>
                <a:off x="7715448" y="2635704"/>
                <a:ext cx="207000" cy="720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AF1EF6E2-1119-0650-284B-B6126015C12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706448" y="2626704"/>
                  <a:ext cx="22464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0E926070-A1FB-BC7C-F271-46C1C0D53209}"/>
                    </a:ext>
                  </a:extLst>
                </p14:cNvPr>
                <p14:cNvContentPartPr/>
                <p14:nvPr/>
              </p14:nvContentPartPr>
              <p14:xfrm>
                <a:off x="7995528" y="2642544"/>
                <a:ext cx="63720" cy="748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0E926070-A1FB-BC7C-F271-46C1C0D5320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986888" y="2633544"/>
                  <a:ext cx="8136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DCD26502-D2CC-F0F9-7140-B91B7E0F0B34}"/>
                    </a:ext>
                  </a:extLst>
                </p14:cNvPr>
                <p14:cNvContentPartPr/>
                <p14:nvPr/>
              </p14:nvContentPartPr>
              <p14:xfrm>
                <a:off x="8097048" y="2656584"/>
                <a:ext cx="87840" cy="522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DCD26502-D2CC-F0F9-7140-B91B7E0F0B3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088048" y="2647944"/>
                  <a:ext cx="10548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A8515AB9-29B6-D0C0-79B8-641E36BEB1EE}"/>
                    </a:ext>
                  </a:extLst>
                </p14:cNvPr>
                <p14:cNvContentPartPr/>
                <p14:nvPr/>
              </p14:nvContentPartPr>
              <p14:xfrm>
                <a:off x="8231688" y="2516904"/>
                <a:ext cx="167040" cy="1972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A8515AB9-29B6-D0C0-79B8-641E36BEB1E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222688" y="2508264"/>
                  <a:ext cx="1846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67C44FE9-7580-966F-F711-35EB51CD8A07}"/>
                    </a:ext>
                  </a:extLst>
                </p14:cNvPr>
                <p14:cNvContentPartPr/>
                <p14:nvPr/>
              </p14:nvContentPartPr>
              <p14:xfrm>
                <a:off x="2225808" y="3105144"/>
                <a:ext cx="163800" cy="2311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67C44FE9-7580-966F-F711-35EB51CD8A0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216808" y="3096504"/>
                  <a:ext cx="18144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62E07439-3A2E-ED4B-0C95-A7CF106280C0}"/>
                    </a:ext>
                  </a:extLst>
                </p14:cNvPr>
                <p14:cNvContentPartPr/>
                <p14:nvPr/>
              </p14:nvContentPartPr>
              <p14:xfrm>
                <a:off x="2262168" y="3221424"/>
                <a:ext cx="165960" cy="500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62E07439-3A2E-ED4B-0C95-A7CF106280C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253528" y="3212784"/>
                  <a:ext cx="1836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5E2023BB-E63C-8A67-E0A3-7207333177A6}"/>
                    </a:ext>
                  </a:extLst>
                </p14:cNvPr>
                <p14:cNvContentPartPr/>
                <p14:nvPr/>
              </p14:nvContentPartPr>
              <p14:xfrm>
                <a:off x="2315088" y="3096504"/>
                <a:ext cx="84960" cy="565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5E2023BB-E63C-8A67-E0A3-7207333177A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306088" y="3087504"/>
                  <a:ext cx="10260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6BD252DA-5372-AB5B-CA47-A811FCE96C95}"/>
                    </a:ext>
                  </a:extLst>
                </p14:cNvPr>
                <p14:cNvContentPartPr/>
                <p14:nvPr/>
              </p14:nvContentPartPr>
              <p14:xfrm>
                <a:off x="2470608" y="3099384"/>
                <a:ext cx="352440" cy="1609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6BD252DA-5372-AB5B-CA47-A811FCE96C9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461968" y="3090384"/>
                  <a:ext cx="3700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07B0623F-7152-52DB-490D-7FE001ACB356}"/>
                    </a:ext>
                  </a:extLst>
                </p14:cNvPr>
                <p14:cNvContentPartPr/>
                <p14:nvPr/>
              </p14:nvContentPartPr>
              <p14:xfrm>
                <a:off x="949248" y="3191184"/>
                <a:ext cx="165960" cy="2268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07B0623F-7152-52DB-490D-7FE001ACB35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40248" y="3182184"/>
                  <a:ext cx="18360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240BC851-5E3A-F079-D176-10710523FE91}"/>
                    </a:ext>
                  </a:extLst>
                </p14:cNvPr>
                <p14:cNvContentPartPr/>
                <p14:nvPr/>
              </p14:nvContentPartPr>
              <p14:xfrm>
                <a:off x="890568" y="3078864"/>
                <a:ext cx="390240" cy="28764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240BC851-5E3A-F079-D176-10710523FE9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81928" y="3070224"/>
                  <a:ext cx="40788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96D7B965-C4A0-A9D8-92BC-87AB429B503C}"/>
                    </a:ext>
                  </a:extLst>
                </p14:cNvPr>
                <p14:cNvContentPartPr/>
                <p14:nvPr/>
              </p14:nvContentPartPr>
              <p14:xfrm>
                <a:off x="1418328" y="3039624"/>
                <a:ext cx="388800" cy="3060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96D7B965-C4A0-A9D8-92BC-87AB429B503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409688" y="3030984"/>
                  <a:ext cx="40644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A2D1BD22-963D-0A0E-40D0-F381B9DFF3AF}"/>
                    </a:ext>
                  </a:extLst>
                </p14:cNvPr>
                <p14:cNvContentPartPr/>
                <p14:nvPr/>
              </p14:nvContentPartPr>
              <p14:xfrm>
                <a:off x="1853568" y="3248784"/>
                <a:ext cx="117720" cy="561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A2D1BD22-963D-0A0E-40D0-F381B9DFF3A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844568" y="3240144"/>
                  <a:ext cx="1353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AE4EB16-CE58-17FB-3149-66F597A2E661}"/>
                    </a:ext>
                  </a:extLst>
                </p14:cNvPr>
                <p14:cNvContentPartPr/>
                <p14:nvPr/>
              </p14:nvContentPartPr>
              <p14:xfrm>
                <a:off x="2004048" y="3150864"/>
                <a:ext cx="64800" cy="1522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AE4EB16-CE58-17FB-3149-66F597A2E66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995408" y="3142224"/>
                  <a:ext cx="824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1A7C8DBA-F9BC-098F-BA34-D1755AA53E6E}"/>
                    </a:ext>
                  </a:extLst>
                </p14:cNvPr>
                <p14:cNvContentPartPr/>
                <p14:nvPr/>
              </p14:nvContentPartPr>
              <p14:xfrm>
                <a:off x="4239288" y="2937384"/>
                <a:ext cx="844560" cy="4237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1A7C8DBA-F9BC-098F-BA34-D1755AA53E6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230648" y="2928744"/>
                  <a:ext cx="86220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5CFB2B87-3614-76F3-16DE-ED9AAEE256CD}"/>
                    </a:ext>
                  </a:extLst>
                </p14:cNvPr>
                <p14:cNvContentPartPr/>
                <p14:nvPr/>
              </p14:nvContentPartPr>
              <p14:xfrm>
                <a:off x="5540328" y="3176064"/>
                <a:ext cx="10080" cy="842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5CFB2B87-3614-76F3-16DE-ED9AAEE256C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531328" y="3167064"/>
                  <a:ext cx="2772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3F4877E1-B606-87F4-3A44-116E417EE67C}"/>
                    </a:ext>
                  </a:extLst>
                </p14:cNvPr>
                <p14:cNvContentPartPr/>
                <p14:nvPr/>
              </p14:nvContentPartPr>
              <p14:xfrm>
                <a:off x="5541768" y="3091824"/>
                <a:ext cx="26640" cy="198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3F4877E1-B606-87F4-3A44-116E417EE67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532768" y="3083184"/>
                  <a:ext cx="442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CA9B6105-5B5D-C9AC-3ED5-D04088138D3A}"/>
                    </a:ext>
                  </a:extLst>
                </p14:cNvPr>
                <p14:cNvContentPartPr/>
                <p14:nvPr/>
              </p14:nvContentPartPr>
              <p14:xfrm>
                <a:off x="5679648" y="3098304"/>
                <a:ext cx="445680" cy="2250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CA9B6105-5B5D-C9AC-3ED5-D04088138D3A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670648" y="3089304"/>
                  <a:ext cx="46332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332D65FF-3F84-0D66-80BE-5DFC2C070464}"/>
                    </a:ext>
                  </a:extLst>
                </p14:cNvPr>
                <p14:cNvContentPartPr/>
                <p14:nvPr/>
              </p14:nvContentPartPr>
              <p14:xfrm>
                <a:off x="6130728" y="3126384"/>
                <a:ext cx="249120" cy="918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332D65FF-3F84-0D66-80BE-5DFC2C07046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121728" y="3117384"/>
                  <a:ext cx="26676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FAB02DBB-0057-542D-D3CF-AA4EF1577BF2}"/>
                    </a:ext>
                  </a:extLst>
                </p14:cNvPr>
                <p14:cNvContentPartPr/>
                <p14:nvPr/>
              </p14:nvContentPartPr>
              <p14:xfrm>
                <a:off x="6467328" y="3092544"/>
                <a:ext cx="190080" cy="565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FAB02DBB-0057-542D-D3CF-AA4EF1577BF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458328" y="3083544"/>
                  <a:ext cx="20772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914B45BC-5EBD-2167-C54A-69979C9ABFEB}"/>
                    </a:ext>
                  </a:extLst>
                </p14:cNvPr>
                <p14:cNvContentPartPr/>
                <p14:nvPr/>
              </p14:nvContentPartPr>
              <p14:xfrm>
                <a:off x="7237728" y="2888784"/>
                <a:ext cx="503640" cy="2905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914B45BC-5EBD-2167-C54A-69979C9ABFE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228728" y="2879784"/>
                  <a:ext cx="52128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EEC2BFA1-E8AF-C655-ED0A-E3D8317B0E35}"/>
                    </a:ext>
                  </a:extLst>
                </p14:cNvPr>
                <p14:cNvContentPartPr/>
                <p14:nvPr/>
              </p14:nvContentPartPr>
              <p14:xfrm>
                <a:off x="7453008" y="2979504"/>
                <a:ext cx="162000" cy="259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EEC2BFA1-E8AF-C655-ED0A-E3D8317B0E35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444008" y="2970864"/>
                  <a:ext cx="17964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F4EF9999-1A99-4DAE-A4F6-CFEF735D3C61}"/>
                    </a:ext>
                  </a:extLst>
                </p14:cNvPr>
                <p14:cNvContentPartPr/>
                <p14:nvPr/>
              </p14:nvContentPartPr>
              <p14:xfrm>
                <a:off x="8175168" y="2926224"/>
                <a:ext cx="162000" cy="3517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F4EF9999-1A99-4DAE-A4F6-CFEF735D3C6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166528" y="2917584"/>
                  <a:ext cx="17964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1492CEDC-C085-FF2B-1857-A5A6EE0AC59E}"/>
                    </a:ext>
                  </a:extLst>
                </p14:cNvPr>
                <p14:cNvContentPartPr/>
                <p14:nvPr/>
              </p14:nvContentPartPr>
              <p14:xfrm>
                <a:off x="8380368" y="2853864"/>
                <a:ext cx="401760" cy="53604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1492CEDC-C085-FF2B-1857-A5A6EE0AC59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371728" y="2844864"/>
                  <a:ext cx="419400" cy="55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8DD0CD9D-D347-47D9-8196-85032C67A980}"/>
                    </a:ext>
                  </a:extLst>
                </p14:cNvPr>
                <p14:cNvContentPartPr/>
                <p14:nvPr/>
              </p14:nvContentPartPr>
              <p14:xfrm>
                <a:off x="8638488" y="3039984"/>
                <a:ext cx="259920" cy="1321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8DD0CD9D-D347-47D9-8196-85032C67A98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629848" y="3030984"/>
                  <a:ext cx="2775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E3458CC6-5AFA-7363-650F-6093F15707D0}"/>
                    </a:ext>
                  </a:extLst>
                </p14:cNvPr>
                <p14:cNvContentPartPr/>
                <p14:nvPr/>
              </p14:nvContentPartPr>
              <p14:xfrm>
                <a:off x="8977968" y="3020544"/>
                <a:ext cx="83880" cy="554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E3458CC6-5AFA-7363-650F-6093F15707D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968968" y="3011544"/>
                  <a:ext cx="10152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C4A348D-BC2F-475A-15A2-41EA25B80B41}"/>
                    </a:ext>
                  </a:extLst>
                </p14:cNvPr>
                <p14:cNvContentPartPr/>
                <p14:nvPr/>
              </p14:nvContentPartPr>
              <p14:xfrm>
                <a:off x="9092448" y="3015144"/>
                <a:ext cx="165600" cy="644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C4A348D-BC2F-475A-15A2-41EA25B80B4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083808" y="3006144"/>
                  <a:ext cx="18324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38C9010E-18F4-83AD-25B6-CE9CD6822E9B}"/>
                    </a:ext>
                  </a:extLst>
                </p14:cNvPr>
                <p14:cNvContentPartPr/>
                <p14:nvPr/>
              </p14:nvContentPartPr>
              <p14:xfrm>
                <a:off x="9319248" y="3007944"/>
                <a:ext cx="239760" cy="399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38C9010E-18F4-83AD-25B6-CE9CD6822E9B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310608" y="2998944"/>
                  <a:ext cx="2574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AE499F7F-6C56-7173-ED89-DB3359C1F628}"/>
                    </a:ext>
                  </a:extLst>
                </p14:cNvPr>
                <p14:cNvContentPartPr/>
                <p14:nvPr/>
              </p14:nvContentPartPr>
              <p14:xfrm>
                <a:off x="9614808" y="3011904"/>
                <a:ext cx="92160" cy="309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AE499F7F-6C56-7173-ED89-DB3359C1F628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606168" y="3002904"/>
                  <a:ext cx="1098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D05B400C-A4CB-CC65-2A9D-5D8CEB58FED0}"/>
                    </a:ext>
                  </a:extLst>
                </p14:cNvPr>
                <p14:cNvContentPartPr/>
                <p14:nvPr/>
              </p14:nvContentPartPr>
              <p14:xfrm>
                <a:off x="9869328" y="2787984"/>
                <a:ext cx="441360" cy="5781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D05B400C-A4CB-CC65-2A9D-5D8CEB58FED0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860328" y="2778984"/>
                  <a:ext cx="459000" cy="59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3571D98F-DA3C-CABD-DD1A-FE510A7B9497}"/>
                    </a:ext>
                  </a:extLst>
                </p14:cNvPr>
                <p14:cNvContentPartPr/>
                <p14:nvPr/>
              </p14:nvContentPartPr>
              <p14:xfrm>
                <a:off x="10490328" y="2880144"/>
                <a:ext cx="186840" cy="1422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3571D98F-DA3C-CABD-DD1A-FE510A7B949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481328" y="2871144"/>
                  <a:ext cx="2044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0B51E6EB-3CEF-E54B-FCC2-B5B0D3DBD7BB}"/>
                    </a:ext>
                  </a:extLst>
                </p14:cNvPr>
                <p14:cNvContentPartPr/>
                <p14:nvPr/>
              </p14:nvContentPartPr>
              <p14:xfrm>
                <a:off x="10770768" y="2855304"/>
                <a:ext cx="389520" cy="831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0B51E6EB-3CEF-E54B-FCC2-B5B0D3DBD7B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761768" y="2846664"/>
                  <a:ext cx="40716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9F5C83E0-F219-FCC8-DD65-007A9A6B70B4}"/>
                    </a:ext>
                  </a:extLst>
                </p14:cNvPr>
                <p14:cNvContentPartPr/>
                <p14:nvPr/>
              </p14:nvContentPartPr>
              <p14:xfrm>
                <a:off x="11217888" y="2766744"/>
                <a:ext cx="3960" cy="345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9F5C83E0-F219-FCC8-DD65-007A9A6B70B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209248" y="2758104"/>
                  <a:ext cx="2160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038BCFB2-AB01-B32E-AE49-2F33DCE7C38B}"/>
                    </a:ext>
                  </a:extLst>
                </p14:cNvPr>
                <p14:cNvContentPartPr/>
                <p14:nvPr/>
              </p14:nvContentPartPr>
              <p14:xfrm>
                <a:off x="11274048" y="2833344"/>
                <a:ext cx="51480" cy="687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038BCFB2-AB01-B32E-AE49-2F33DCE7C38B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1265048" y="2824704"/>
                  <a:ext cx="6912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2E717320-64EC-B07E-0703-F06391588E2D}"/>
                    </a:ext>
                  </a:extLst>
                </p14:cNvPr>
                <p14:cNvContentPartPr/>
                <p14:nvPr/>
              </p14:nvContentPartPr>
              <p14:xfrm>
                <a:off x="11375928" y="2834424"/>
                <a:ext cx="180720" cy="702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2E717320-64EC-B07E-0703-F06391588E2D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11367288" y="2825784"/>
                  <a:ext cx="19836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C33BA1DD-591D-C379-5D04-406EEB6897F8}"/>
                    </a:ext>
                  </a:extLst>
                </p14:cNvPr>
                <p14:cNvContentPartPr/>
                <p14:nvPr/>
              </p14:nvContentPartPr>
              <p14:xfrm>
                <a:off x="11748168" y="2906424"/>
                <a:ext cx="12240" cy="201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C33BA1DD-591D-C379-5D04-406EEB6897F8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1739528" y="2897784"/>
                  <a:ext cx="29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D9A5006C-9F60-FBF6-7683-CFECC191A0EB}"/>
                    </a:ext>
                  </a:extLst>
                </p14:cNvPr>
                <p14:cNvContentPartPr/>
                <p14:nvPr/>
              </p14:nvContentPartPr>
              <p14:xfrm>
                <a:off x="2908368" y="3212064"/>
                <a:ext cx="105480" cy="478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D9A5006C-9F60-FBF6-7683-CFECC191A0EB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2899368" y="3203424"/>
                  <a:ext cx="12312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EFC74CC0-F7C9-3262-673E-60ADCB734797}"/>
                    </a:ext>
                  </a:extLst>
                </p14:cNvPr>
                <p14:cNvContentPartPr/>
                <p14:nvPr/>
              </p14:nvContentPartPr>
              <p14:xfrm>
                <a:off x="3144528" y="3097224"/>
                <a:ext cx="115200" cy="1756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EFC74CC0-F7C9-3262-673E-60ADCB734797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3135528" y="3088224"/>
                  <a:ext cx="1328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1CC36013-74B6-D64B-3421-DE3636360818}"/>
                    </a:ext>
                  </a:extLst>
                </p14:cNvPr>
                <p14:cNvContentPartPr/>
                <p14:nvPr/>
              </p14:nvContentPartPr>
              <p14:xfrm>
                <a:off x="3365568" y="3080664"/>
                <a:ext cx="144720" cy="1630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1CC36013-74B6-D64B-3421-DE3636360818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3356928" y="3072024"/>
                  <a:ext cx="1623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89888FFD-7238-F3CC-2CB0-63EA5A7EB77E}"/>
                    </a:ext>
                  </a:extLst>
                </p14:cNvPr>
                <p14:cNvContentPartPr/>
                <p14:nvPr/>
              </p14:nvContentPartPr>
              <p14:xfrm>
                <a:off x="3519288" y="3135024"/>
                <a:ext cx="104040" cy="30960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89888FFD-7238-F3CC-2CB0-63EA5A7EB77E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3510288" y="3126024"/>
                  <a:ext cx="12168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BC6783AE-4EB5-EC21-781E-CC6300E5C53C}"/>
                    </a:ext>
                  </a:extLst>
                </p14:cNvPr>
                <p14:cNvContentPartPr/>
                <p14:nvPr/>
              </p14:nvContentPartPr>
              <p14:xfrm>
                <a:off x="3737808" y="3192264"/>
                <a:ext cx="58680" cy="684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BC6783AE-4EB5-EC21-781E-CC6300E5C53C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3729168" y="3183264"/>
                  <a:ext cx="7632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C7428A06-CB4C-EC56-8630-C0ECEFAD2057}"/>
                    </a:ext>
                  </a:extLst>
                </p14:cNvPr>
                <p14:cNvContentPartPr/>
                <p14:nvPr/>
              </p14:nvContentPartPr>
              <p14:xfrm>
                <a:off x="2864448" y="3541464"/>
                <a:ext cx="202680" cy="1389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C7428A06-CB4C-EC56-8630-C0ECEFAD2057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2855808" y="3532464"/>
                  <a:ext cx="2203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B08F5E8D-491E-F62C-A80B-EFB3CAC69B0B}"/>
                    </a:ext>
                  </a:extLst>
                </p14:cNvPr>
                <p14:cNvContentPartPr/>
                <p14:nvPr/>
              </p14:nvContentPartPr>
              <p14:xfrm>
                <a:off x="3172608" y="3524184"/>
                <a:ext cx="84960" cy="13500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B08F5E8D-491E-F62C-A80B-EFB3CAC69B0B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3163968" y="3515544"/>
                  <a:ext cx="10260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A25A06FB-8D30-DF41-B57E-EFA24FB82126}"/>
                    </a:ext>
                  </a:extLst>
                </p14:cNvPr>
                <p14:cNvContentPartPr/>
                <p14:nvPr/>
              </p14:nvContentPartPr>
              <p14:xfrm>
                <a:off x="3399408" y="3507264"/>
                <a:ext cx="115560" cy="1666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A25A06FB-8D30-DF41-B57E-EFA24FB82126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3390408" y="3498624"/>
                  <a:ext cx="133200" cy="18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ADB9048E-E85F-F118-F934-1F45D0372F94}"/>
              </a:ext>
            </a:extLst>
          </p:cNvPr>
          <p:cNvGrpSpPr/>
          <p:nvPr/>
        </p:nvGrpSpPr>
        <p:grpSpPr>
          <a:xfrm>
            <a:off x="3888288" y="3378024"/>
            <a:ext cx="886320" cy="278280"/>
            <a:chOff x="3888288" y="3378024"/>
            <a:chExt cx="886320" cy="27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CBDD5CEF-BD1F-E558-4F43-E6DCC6322622}"/>
                    </a:ext>
                  </a:extLst>
                </p14:cNvPr>
                <p14:cNvContentPartPr/>
                <p14:nvPr/>
              </p14:nvContentPartPr>
              <p14:xfrm>
                <a:off x="3888288" y="3378024"/>
                <a:ext cx="190800" cy="2782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CBDD5CEF-BD1F-E558-4F43-E6DCC6322622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3879648" y="3369024"/>
                  <a:ext cx="20844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8A802CF1-AD9D-5D1F-CAE4-DB10CEA738BF}"/>
                    </a:ext>
                  </a:extLst>
                </p14:cNvPr>
                <p14:cNvContentPartPr/>
                <p14:nvPr/>
              </p14:nvContentPartPr>
              <p14:xfrm>
                <a:off x="4105728" y="3450744"/>
                <a:ext cx="450360" cy="1915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8A802CF1-AD9D-5D1F-CAE4-DB10CEA738BF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4097088" y="3442104"/>
                  <a:ext cx="4680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D2D80815-99AC-9CDC-CC4F-713D65822B49}"/>
                    </a:ext>
                  </a:extLst>
                </p14:cNvPr>
                <p14:cNvContentPartPr/>
                <p14:nvPr/>
              </p14:nvContentPartPr>
              <p14:xfrm>
                <a:off x="4064688" y="3459024"/>
                <a:ext cx="93600" cy="108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D2D80815-99AC-9CDC-CC4F-713D65822B49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4056048" y="3450024"/>
                  <a:ext cx="11124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82A490CE-E005-153D-09DA-2E18A7AA4844}"/>
                    </a:ext>
                  </a:extLst>
                </p14:cNvPr>
                <p14:cNvContentPartPr/>
                <p14:nvPr/>
              </p14:nvContentPartPr>
              <p14:xfrm>
                <a:off x="4652568" y="3516984"/>
                <a:ext cx="122040" cy="1134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82A490CE-E005-153D-09DA-2E18A7AA4844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4643568" y="3508344"/>
                  <a:ext cx="139680" cy="13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83186658-1816-B1C4-1D82-E2CF605EB0CF}"/>
              </a:ext>
            </a:extLst>
          </p:cNvPr>
          <p:cNvGrpSpPr/>
          <p:nvPr/>
        </p:nvGrpSpPr>
        <p:grpSpPr>
          <a:xfrm>
            <a:off x="5063328" y="3458304"/>
            <a:ext cx="233280" cy="442080"/>
            <a:chOff x="5063328" y="3458304"/>
            <a:chExt cx="233280" cy="44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25A64D73-AA45-07F8-5FE2-2022BEE31B40}"/>
                    </a:ext>
                  </a:extLst>
                </p14:cNvPr>
                <p14:cNvContentPartPr/>
                <p14:nvPr/>
              </p14:nvContentPartPr>
              <p14:xfrm>
                <a:off x="5063328" y="3458304"/>
                <a:ext cx="104040" cy="2088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25A64D73-AA45-07F8-5FE2-2022BEE31B40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5054688" y="3449664"/>
                  <a:ext cx="1216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A9D6D91B-45B7-05B7-F294-3EAB7FE5E063}"/>
                    </a:ext>
                  </a:extLst>
                </p14:cNvPr>
                <p14:cNvContentPartPr/>
                <p14:nvPr/>
              </p14:nvContentPartPr>
              <p14:xfrm>
                <a:off x="5140728" y="3580344"/>
                <a:ext cx="155880" cy="3200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A9D6D91B-45B7-05B7-F294-3EAB7FE5E063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5131728" y="3571704"/>
                  <a:ext cx="173520" cy="33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CE08C6FE-4989-AB05-D721-C9EDA5EC361D}"/>
              </a:ext>
            </a:extLst>
          </p:cNvPr>
          <p:cNvGrpSpPr/>
          <p:nvPr/>
        </p:nvGrpSpPr>
        <p:grpSpPr>
          <a:xfrm>
            <a:off x="5764608" y="3407904"/>
            <a:ext cx="1149840" cy="365400"/>
            <a:chOff x="5764608" y="3407904"/>
            <a:chExt cx="1149840" cy="36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17FED77E-C243-2C9C-4139-511FE8CBFABF}"/>
                    </a:ext>
                  </a:extLst>
                </p14:cNvPr>
                <p14:cNvContentPartPr/>
                <p14:nvPr/>
              </p14:nvContentPartPr>
              <p14:xfrm>
                <a:off x="5764968" y="3578544"/>
                <a:ext cx="174960" cy="453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17FED77E-C243-2C9C-4139-511FE8CBFABF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5756328" y="3569904"/>
                  <a:ext cx="19260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F0AC15E1-A11B-987A-4EDC-825034764112}"/>
                    </a:ext>
                  </a:extLst>
                </p14:cNvPr>
                <p14:cNvContentPartPr/>
                <p14:nvPr/>
              </p14:nvContentPartPr>
              <p14:xfrm>
                <a:off x="5764608" y="3407904"/>
                <a:ext cx="679680" cy="2422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F0AC15E1-A11B-987A-4EDC-825034764112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5755608" y="3399264"/>
                  <a:ext cx="69732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EC0FE5B1-8808-F720-B90B-4DA0F52D5621}"/>
                    </a:ext>
                  </a:extLst>
                </p14:cNvPr>
                <p14:cNvContentPartPr/>
                <p14:nvPr/>
              </p14:nvContentPartPr>
              <p14:xfrm>
                <a:off x="6516288" y="3527064"/>
                <a:ext cx="229680" cy="900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EC0FE5B1-8808-F720-B90B-4DA0F52D5621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6507648" y="3518064"/>
                  <a:ext cx="2473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4A03557C-4EA2-84FD-86C3-B4D901F42B30}"/>
                    </a:ext>
                  </a:extLst>
                </p14:cNvPr>
                <p14:cNvContentPartPr/>
                <p14:nvPr/>
              </p14:nvContentPartPr>
              <p14:xfrm>
                <a:off x="6769368" y="3478104"/>
                <a:ext cx="3600" cy="1224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4A03557C-4EA2-84FD-86C3-B4D901F42B3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6760728" y="3469464"/>
                  <a:ext cx="212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485DCF27-F232-929C-BB9F-98AF5F984556}"/>
                    </a:ext>
                  </a:extLst>
                </p14:cNvPr>
                <p14:cNvContentPartPr/>
                <p14:nvPr/>
              </p14:nvContentPartPr>
              <p14:xfrm>
                <a:off x="6821208" y="3541464"/>
                <a:ext cx="93240" cy="23184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485DCF27-F232-929C-BB9F-98AF5F984556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6812568" y="3532464"/>
                  <a:ext cx="110880" cy="24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E7198958-80F9-7266-E004-C9BE44DB8082}"/>
              </a:ext>
            </a:extLst>
          </p:cNvPr>
          <p:cNvGrpSpPr/>
          <p:nvPr/>
        </p:nvGrpSpPr>
        <p:grpSpPr>
          <a:xfrm>
            <a:off x="7269768" y="3409344"/>
            <a:ext cx="956520" cy="230760"/>
            <a:chOff x="7269768" y="3409344"/>
            <a:chExt cx="956520" cy="23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B1780DFF-F560-7F58-42E2-4F0FF841E0F1}"/>
                    </a:ext>
                  </a:extLst>
                </p14:cNvPr>
                <p14:cNvContentPartPr/>
                <p14:nvPr/>
              </p14:nvContentPartPr>
              <p14:xfrm>
                <a:off x="7269768" y="3515544"/>
                <a:ext cx="469800" cy="1245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B1780DFF-F560-7F58-42E2-4F0FF841E0F1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261128" y="3506544"/>
                  <a:ext cx="4874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76D1DB33-3B3D-6A7F-E7F9-DDA5BDE4E556}"/>
                    </a:ext>
                  </a:extLst>
                </p14:cNvPr>
                <p14:cNvContentPartPr/>
                <p14:nvPr/>
              </p14:nvContentPartPr>
              <p14:xfrm>
                <a:off x="7777728" y="3423744"/>
                <a:ext cx="82800" cy="16020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76D1DB33-3B3D-6A7F-E7F9-DDA5BDE4E55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769088" y="3414744"/>
                  <a:ext cx="1004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70057E7E-F29E-467E-CE23-4DAC0D5D34F8}"/>
                    </a:ext>
                  </a:extLst>
                </p14:cNvPr>
                <p14:cNvContentPartPr/>
                <p14:nvPr/>
              </p14:nvContentPartPr>
              <p14:xfrm>
                <a:off x="7899768" y="3409344"/>
                <a:ext cx="202320" cy="1897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70057E7E-F29E-467E-CE23-4DAC0D5D34F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891128" y="3400344"/>
                  <a:ext cx="2199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D0FF3133-ED51-46EC-F487-01EBCF91FE00}"/>
                    </a:ext>
                  </a:extLst>
                </p14:cNvPr>
                <p14:cNvContentPartPr/>
                <p14:nvPr/>
              </p14:nvContentPartPr>
              <p14:xfrm>
                <a:off x="8111088" y="3480264"/>
                <a:ext cx="115200" cy="11052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D0FF3133-ED51-46EC-F487-01EBCF91FE00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102448" y="3471264"/>
                  <a:ext cx="132840" cy="12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5C1C63AF-3FF5-5514-CA17-525CA77A157A}"/>
              </a:ext>
            </a:extLst>
          </p:cNvPr>
          <p:cNvGrpSpPr/>
          <p:nvPr/>
        </p:nvGrpSpPr>
        <p:grpSpPr>
          <a:xfrm>
            <a:off x="8542368" y="3400344"/>
            <a:ext cx="370440" cy="199440"/>
            <a:chOff x="8542368" y="3400344"/>
            <a:chExt cx="370440" cy="19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9999042F-4E95-477D-4B5A-4E72890C30D1}"/>
                    </a:ext>
                  </a:extLst>
                </p14:cNvPr>
                <p14:cNvContentPartPr/>
                <p14:nvPr/>
              </p14:nvContentPartPr>
              <p14:xfrm>
                <a:off x="8659008" y="3400344"/>
                <a:ext cx="89280" cy="1994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9999042F-4E95-477D-4B5A-4E72890C30D1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650368" y="3391704"/>
                  <a:ext cx="1069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816D4B39-14C2-59F6-F6EC-F8EE023FC1E1}"/>
                    </a:ext>
                  </a:extLst>
                </p14:cNvPr>
                <p14:cNvContentPartPr/>
                <p14:nvPr/>
              </p14:nvContentPartPr>
              <p14:xfrm>
                <a:off x="8542368" y="3504024"/>
                <a:ext cx="370440" cy="637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816D4B39-14C2-59F6-F6EC-F8EE023FC1E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533728" y="3495024"/>
                  <a:ext cx="388080" cy="8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12DA3705-7B64-A620-09FD-B41563B8C4D6}"/>
              </a:ext>
            </a:extLst>
          </p:cNvPr>
          <p:cNvGrpSpPr/>
          <p:nvPr/>
        </p:nvGrpSpPr>
        <p:grpSpPr>
          <a:xfrm>
            <a:off x="9349128" y="3362184"/>
            <a:ext cx="1494720" cy="232200"/>
            <a:chOff x="9349128" y="3362184"/>
            <a:chExt cx="1494720" cy="23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8D383C6F-5F4B-D08A-29A1-DD253604A336}"/>
                    </a:ext>
                  </a:extLst>
                </p14:cNvPr>
                <p14:cNvContentPartPr/>
                <p14:nvPr/>
              </p14:nvContentPartPr>
              <p14:xfrm>
                <a:off x="9349128" y="3474504"/>
                <a:ext cx="308520" cy="1108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8D383C6F-5F4B-D08A-29A1-DD253604A33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340128" y="3465864"/>
                  <a:ext cx="32616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E25B1719-22FD-8BB6-D628-80B782A77B5B}"/>
                    </a:ext>
                  </a:extLst>
                </p14:cNvPr>
                <p14:cNvContentPartPr/>
                <p14:nvPr/>
              </p14:nvContentPartPr>
              <p14:xfrm>
                <a:off x="9714888" y="3362184"/>
                <a:ext cx="61560" cy="20772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E25B1719-22FD-8BB6-D628-80B782A77B5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705888" y="3353184"/>
                  <a:ext cx="7920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27D62E41-6158-6B6A-D72B-B8BCE30F1B1F}"/>
                    </a:ext>
                  </a:extLst>
                </p14:cNvPr>
                <p14:cNvContentPartPr/>
                <p14:nvPr/>
              </p14:nvContentPartPr>
              <p14:xfrm>
                <a:off x="9859608" y="3489264"/>
                <a:ext cx="192240" cy="831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27D62E41-6158-6B6A-D72B-B8BCE30F1B1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850968" y="3480624"/>
                  <a:ext cx="2098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AD8C8D87-EBD7-552A-3D7D-54955B2F4BD5}"/>
                    </a:ext>
                  </a:extLst>
                </p14:cNvPr>
                <p14:cNvContentPartPr/>
                <p14:nvPr/>
              </p14:nvContentPartPr>
              <p14:xfrm>
                <a:off x="10100088" y="3464064"/>
                <a:ext cx="77400" cy="1108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AD8C8D87-EBD7-552A-3D7D-54955B2F4BD5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091448" y="3455424"/>
                  <a:ext cx="9504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9DBF515B-3A43-AF58-2538-0D9ABE2B8B1A}"/>
                    </a:ext>
                  </a:extLst>
                </p14:cNvPr>
                <p14:cNvContentPartPr/>
                <p14:nvPr/>
              </p14:nvContentPartPr>
              <p14:xfrm>
                <a:off x="10226808" y="3376944"/>
                <a:ext cx="77400" cy="2174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9DBF515B-3A43-AF58-2538-0D9ABE2B8B1A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217808" y="3367944"/>
                  <a:ext cx="9504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6AECAFD2-DE7C-49C1-10B6-7AA233898AA7}"/>
                    </a:ext>
                  </a:extLst>
                </p14:cNvPr>
                <p14:cNvContentPartPr/>
                <p14:nvPr/>
              </p14:nvContentPartPr>
              <p14:xfrm>
                <a:off x="10189728" y="3523104"/>
                <a:ext cx="204480" cy="360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6AECAFD2-DE7C-49C1-10B6-7AA233898AA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180728" y="3514464"/>
                  <a:ext cx="2221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13E52F1A-447F-23B6-BB6B-96CC75A2DAEF}"/>
                    </a:ext>
                  </a:extLst>
                </p14:cNvPr>
                <p14:cNvContentPartPr/>
                <p14:nvPr/>
              </p14:nvContentPartPr>
              <p14:xfrm>
                <a:off x="10381608" y="3486024"/>
                <a:ext cx="331200" cy="5508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13E52F1A-447F-23B6-BB6B-96CC75A2DAEF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372968" y="3477384"/>
                  <a:ext cx="3488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EFD5F3A0-99F7-BDDB-0075-2AC83998EDA0}"/>
                    </a:ext>
                  </a:extLst>
                </p14:cNvPr>
                <p14:cNvContentPartPr/>
                <p14:nvPr/>
              </p14:nvContentPartPr>
              <p14:xfrm>
                <a:off x="10770048" y="3374784"/>
                <a:ext cx="73800" cy="1987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EFD5F3A0-99F7-BDDB-0075-2AC83998EDA0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761048" y="3365784"/>
                  <a:ext cx="9144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2585BBDB-EC91-51AA-9CD6-F7C4453EC13E}"/>
              </a:ext>
            </a:extLst>
          </p:cNvPr>
          <p:cNvGrpSpPr/>
          <p:nvPr/>
        </p:nvGrpSpPr>
        <p:grpSpPr>
          <a:xfrm>
            <a:off x="2166408" y="3868344"/>
            <a:ext cx="1719000" cy="564120"/>
            <a:chOff x="2166408" y="3868344"/>
            <a:chExt cx="1719000" cy="56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25A645FB-233C-89D6-E134-FD74E1B750BF}"/>
                    </a:ext>
                  </a:extLst>
                </p14:cNvPr>
                <p14:cNvContentPartPr/>
                <p14:nvPr/>
              </p14:nvContentPartPr>
              <p14:xfrm>
                <a:off x="2166408" y="3930624"/>
                <a:ext cx="675360" cy="50184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25A645FB-233C-89D6-E134-FD74E1B750BF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2157768" y="3921984"/>
                  <a:ext cx="693000" cy="51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187F4996-4EFC-CF4A-8AA4-F31B0B6D6293}"/>
                    </a:ext>
                  </a:extLst>
                </p14:cNvPr>
                <p14:cNvContentPartPr/>
                <p14:nvPr/>
              </p14:nvContentPartPr>
              <p14:xfrm>
                <a:off x="2948688" y="4032504"/>
                <a:ext cx="177840" cy="846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187F4996-4EFC-CF4A-8AA4-F31B0B6D6293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2940048" y="4023504"/>
                  <a:ext cx="19548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8D3EEFA0-1F05-3359-DAF2-9E0CF3434958}"/>
                    </a:ext>
                  </a:extLst>
                </p14:cNvPr>
                <p14:cNvContentPartPr/>
                <p14:nvPr/>
              </p14:nvContentPartPr>
              <p14:xfrm>
                <a:off x="3235248" y="3868344"/>
                <a:ext cx="491040" cy="2196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8D3EEFA0-1F05-3359-DAF2-9E0CF3434958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3226608" y="3859344"/>
                  <a:ext cx="50868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A0CA6A1D-7457-2026-BF97-FE7A4C940B14}"/>
                    </a:ext>
                  </a:extLst>
                </p14:cNvPr>
                <p14:cNvContentPartPr/>
                <p14:nvPr/>
              </p14:nvContentPartPr>
              <p14:xfrm>
                <a:off x="3795768" y="4008384"/>
                <a:ext cx="89640" cy="514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A0CA6A1D-7457-2026-BF97-FE7A4C940B14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787128" y="3999384"/>
                  <a:ext cx="10728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88DB1496-66B0-9717-3EB4-B2391D569793}"/>
                    </a:ext>
                  </a:extLst>
                </p14:cNvPr>
                <p14:cNvContentPartPr/>
                <p14:nvPr/>
              </p14:nvContentPartPr>
              <p14:xfrm>
                <a:off x="3741048" y="3870864"/>
                <a:ext cx="81000" cy="133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88DB1496-66B0-9717-3EB4-B2391D569793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732408" y="3862224"/>
                  <a:ext cx="986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45A30048-90F1-D61C-DABD-81573E8BA898}"/>
                    </a:ext>
                  </a:extLst>
                </p14:cNvPr>
                <p14:cNvContentPartPr/>
                <p14:nvPr/>
              </p14:nvContentPartPr>
              <p14:xfrm>
                <a:off x="3725568" y="3977424"/>
                <a:ext cx="2520" cy="288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45A30048-90F1-D61C-DABD-81573E8BA89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716568" y="3968424"/>
                  <a:ext cx="2016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1">
            <p14:nvContentPartPr>
              <p14:cNvPr id="280" name="Ink 279">
                <a:extLst>
                  <a:ext uri="{FF2B5EF4-FFF2-40B4-BE49-F238E27FC236}">
                    <a16:creationId xmlns:a16="http://schemas.microsoft.com/office/drawing/2014/main" id="{EF09234F-54C3-E3BC-99CA-8378678EC220}"/>
                  </a:ext>
                </a:extLst>
              </p14:cNvPr>
              <p14:cNvContentPartPr/>
              <p14:nvPr/>
            </p14:nvContentPartPr>
            <p14:xfrm>
              <a:off x="4220568" y="3938184"/>
              <a:ext cx="215640" cy="278280"/>
            </p14:xfrm>
          </p:contentPart>
        </mc:Choice>
        <mc:Fallback xmlns="">
          <p:pic>
            <p:nvPicPr>
              <p:cNvPr id="280" name="Ink 279">
                <a:extLst>
                  <a:ext uri="{FF2B5EF4-FFF2-40B4-BE49-F238E27FC236}">
                    <a16:creationId xmlns:a16="http://schemas.microsoft.com/office/drawing/2014/main" id="{EF09234F-54C3-E3BC-99CA-8378678EC220}"/>
                  </a:ext>
                </a:extLst>
              </p:cNvPr>
              <p:cNvPicPr/>
              <p:nvPr/>
            </p:nvPicPr>
            <p:blipFill>
              <a:blip r:embed="rId432"/>
              <a:stretch>
                <a:fillRect/>
              </a:stretch>
            </p:blipFill>
            <p:spPr>
              <a:xfrm>
                <a:off x="4211928" y="3929184"/>
                <a:ext cx="233280" cy="295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88" name="Group 287">
            <a:extLst>
              <a:ext uri="{FF2B5EF4-FFF2-40B4-BE49-F238E27FC236}">
                <a16:creationId xmlns:a16="http://schemas.microsoft.com/office/drawing/2014/main" id="{FA3FA7AC-C917-2828-828F-032919910644}"/>
              </a:ext>
            </a:extLst>
          </p:cNvPr>
          <p:cNvGrpSpPr/>
          <p:nvPr/>
        </p:nvGrpSpPr>
        <p:grpSpPr>
          <a:xfrm>
            <a:off x="4780728" y="3863664"/>
            <a:ext cx="1463760" cy="429480"/>
            <a:chOff x="4780728" y="3863664"/>
            <a:chExt cx="1463760" cy="42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DCF6BCD8-8D29-E4D9-2058-EB8AE3A8301F}"/>
                    </a:ext>
                  </a:extLst>
                </p14:cNvPr>
                <p14:cNvContentPartPr/>
                <p14:nvPr/>
              </p14:nvContentPartPr>
              <p14:xfrm>
                <a:off x="4780728" y="4012704"/>
                <a:ext cx="106560" cy="15264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DCF6BCD8-8D29-E4D9-2058-EB8AE3A8301F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4771728" y="4004064"/>
                  <a:ext cx="12420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7DE7CDE4-0B21-9D52-E616-42B44D4B5D57}"/>
                    </a:ext>
                  </a:extLst>
                </p14:cNvPr>
                <p14:cNvContentPartPr/>
                <p14:nvPr/>
              </p14:nvContentPartPr>
              <p14:xfrm>
                <a:off x="4980888" y="4051584"/>
                <a:ext cx="373680" cy="24156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7DE7CDE4-0B21-9D52-E616-42B44D4B5D57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4972248" y="4042944"/>
                  <a:ext cx="3913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482AD53E-C7FA-BE80-6E1F-404596524268}"/>
                    </a:ext>
                  </a:extLst>
                </p14:cNvPr>
                <p14:cNvContentPartPr/>
                <p14:nvPr/>
              </p14:nvContentPartPr>
              <p14:xfrm>
                <a:off x="5510808" y="3969144"/>
                <a:ext cx="8640" cy="20268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482AD53E-C7FA-BE80-6E1F-404596524268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5502168" y="3960504"/>
                  <a:ext cx="2628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0B447290-97DD-5723-8C86-3A0A8234D4F7}"/>
                    </a:ext>
                  </a:extLst>
                </p14:cNvPr>
                <p14:cNvContentPartPr/>
                <p14:nvPr/>
              </p14:nvContentPartPr>
              <p14:xfrm>
                <a:off x="5484528" y="4061304"/>
                <a:ext cx="243000" cy="5580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0B447290-97DD-5723-8C86-3A0A8234D4F7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5475888" y="4052304"/>
                  <a:ext cx="26064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9DBD6A7C-7FE4-2DD1-31AC-00046C81FD24}"/>
                    </a:ext>
                  </a:extLst>
                </p14:cNvPr>
                <p14:cNvContentPartPr/>
                <p14:nvPr/>
              </p14:nvContentPartPr>
              <p14:xfrm>
                <a:off x="5807088" y="3863664"/>
                <a:ext cx="181080" cy="2296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9DBD6A7C-7FE4-2DD1-31AC-00046C81FD24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5798088" y="3854664"/>
                  <a:ext cx="19872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71D9B523-ABAA-C02C-1122-343AE55B0113}"/>
                    </a:ext>
                  </a:extLst>
                </p14:cNvPr>
                <p14:cNvContentPartPr/>
                <p14:nvPr/>
              </p14:nvContentPartPr>
              <p14:xfrm>
                <a:off x="6047568" y="4013424"/>
                <a:ext cx="170280" cy="5868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71D9B523-ABAA-C02C-1122-343AE55B0113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6038928" y="4004424"/>
                  <a:ext cx="18792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579538D4-619F-8B49-9C60-57F558D5B6C8}"/>
                    </a:ext>
                  </a:extLst>
                </p14:cNvPr>
                <p14:cNvContentPartPr/>
                <p14:nvPr/>
              </p14:nvContentPartPr>
              <p14:xfrm>
                <a:off x="6209568" y="3915504"/>
                <a:ext cx="34920" cy="72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579538D4-619F-8B49-9C60-57F558D5B6C8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6200568" y="3906864"/>
                  <a:ext cx="5256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73F61978-6AC7-E50F-D1B3-F865D118DC2D}"/>
              </a:ext>
            </a:extLst>
          </p:cNvPr>
          <p:cNvGrpSpPr/>
          <p:nvPr/>
        </p:nvGrpSpPr>
        <p:grpSpPr>
          <a:xfrm>
            <a:off x="6650928" y="3847104"/>
            <a:ext cx="1203480" cy="443520"/>
            <a:chOff x="6650928" y="3847104"/>
            <a:chExt cx="1203480" cy="44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741348E6-9B52-1DF9-F06F-6D789EBAE7E3}"/>
                    </a:ext>
                  </a:extLst>
                </p14:cNvPr>
                <p14:cNvContentPartPr/>
                <p14:nvPr/>
              </p14:nvContentPartPr>
              <p14:xfrm>
                <a:off x="6650928" y="3910104"/>
                <a:ext cx="174240" cy="3654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741348E6-9B52-1DF9-F06F-6D789EBAE7E3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6642288" y="3901104"/>
                  <a:ext cx="191880" cy="38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67730E5E-0F66-5B4D-A586-00E176264EBA}"/>
                    </a:ext>
                  </a:extLst>
                </p14:cNvPr>
                <p14:cNvContentPartPr/>
                <p14:nvPr/>
              </p14:nvContentPartPr>
              <p14:xfrm>
                <a:off x="6835608" y="3876624"/>
                <a:ext cx="356040" cy="4140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67730E5E-0F66-5B4D-A586-00E176264EBA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6826968" y="3867984"/>
                  <a:ext cx="373680" cy="43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91482783-2EA9-2580-C442-48835489608E}"/>
                    </a:ext>
                  </a:extLst>
                </p14:cNvPr>
                <p14:cNvContentPartPr/>
                <p14:nvPr/>
              </p14:nvContentPartPr>
              <p14:xfrm>
                <a:off x="7265088" y="3847104"/>
                <a:ext cx="372240" cy="2098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91482783-2EA9-2580-C442-48835489608E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7256088" y="3838104"/>
                  <a:ext cx="3898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BDABD2A1-C1DE-B6CA-BC5E-C05974AEACBD}"/>
                    </a:ext>
                  </a:extLst>
                </p14:cNvPr>
                <p14:cNvContentPartPr/>
                <p14:nvPr/>
              </p14:nvContentPartPr>
              <p14:xfrm>
                <a:off x="7669368" y="3968064"/>
                <a:ext cx="5040" cy="1512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BDABD2A1-C1DE-B6CA-BC5E-C05974AEACBD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7660368" y="3959064"/>
                  <a:ext cx="226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E0BC2C95-1EB0-14C5-3B5F-8208D8113080}"/>
                    </a:ext>
                  </a:extLst>
                </p14:cNvPr>
                <p14:cNvContentPartPr/>
                <p14:nvPr/>
              </p14:nvContentPartPr>
              <p14:xfrm>
                <a:off x="7708608" y="4012704"/>
                <a:ext cx="139320" cy="4752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E0BC2C95-1EB0-14C5-3B5F-8208D8113080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7699968" y="4003704"/>
                  <a:ext cx="15696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0B45E06A-B031-4545-21DA-2CAAA43CB29C}"/>
                    </a:ext>
                  </a:extLst>
                </p14:cNvPr>
                <p14:cNvContentPartPr/>
                <p14:nvPr/>
              </p14:nvContentPartPr>
              <p14:xfrm>
                <a:off x="7736688" y="3899664"/>
                <a:ext cx="117720" cy="2160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0B45E06A-B031-4545-21DA-2CAAA43CB29C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7728048" y="3890664"/>
                  <a:ext cx="135360" cy="39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95" name="Ink 294">
                <a:extLst>
                  <a:ext uri="{FF2B5EF4-FFF2-40B4-BE49-F238E27FC236}">
                    <a16:creationId xmlns:a16="http://schemas.microsoft.com/office/drawing/2014/main" id="{431FF15C-4ED1-5593-7FC1-5A2BF2168475}"/>
                  </a:ext>
                </a:extLst>
              </p14:cNvPr>
              <p14:cNvContentPartPr/>
              <p14:nvPr/>
            </p14:nvContentPartPr>
            <p14:xfrm>
              <a:off x="8210808" y="3888864"/>
              <a:ext cx="193320" cy="400680"/>
            </p14:xfrm>
          </p:contentPart>
        </mc:Choice>
        <mc:Fallback xmlns="">
          <p:pic>
            <p:nvPicPr>
              <p:cNvPr id="295" name="Ink 294">
                <a:extLst>
                  <a:ext uri="{FF2B5EF4-FFF2-40B4-BE49-F238E27FC236}">
                    <a16:creationId xmlns:a16="http://schemas.microsoft.com/office/drawing/2014/main" id="{431FF15C-4ED1-5593-7FC1-5A2BF2168475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8201808" y="3880224"/>
                <a:ext cx="210960" cy="418320"/>
              </a:xfrm>
              <a:prstGeom prst="rect">
                <a:avLst/>
              </a:prstGeom>
            </p:spPr>
          </p:pic>
        </mc:Fallback>
      </mc:AlternateContent>
      <p:grpSp>
        <p:nvGrpSpPr>
          <p:cNvPr id="302" name="Group 301">
            <a:extLst>
              <a:ext uri="{FF2B5EF4-FFF2-40B4-BE49-F238E27FC236}">
                <a16:creationId xmlns:a16="http://schemas.microsoft.com/office/drawing/2014/main" id="{9C5C8943-D551-1EEE-F861-B7E55C401B23}"/>
              </a:ext>
            </a:extLst>
          </p:cNvPr>
          <p:cNvGrpSpPr/>
          <p:nvPr/>
        </p:nvGrpSpPr>
        <p:grpSpPr>
          <a:xfrm>
            <a:off x="8808408" y="3876984"/>
            <a:ext cx="938880" cy="161640"/>
            <a:chOff x="8808408" y="3876984"/>
            <a:chExt cx="938880" cy="16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8C1D1439-B5D2-8439-AD6D-22D325E698AB}"/>
                    </a:ext>
                  </a:extLst>
                </p14:cNvPr>
                <p14:cNvContentPartPr/>
                <p14:nvPr/>
              </p14:nvContentPartPr>
              <p14:xfrm>
                <a:off x="8808408" y="3949344"/>
                <a:ext cx="237960" cy="8064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8C1D1439-B5D2-8439-AD6D-22D325E698AB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8799768" y="3940704"/>
                  <a:ext cx="25560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C7F8771B-0B50-B906-BCD4-CEFB457C53D5}"/>
                    </a:ext>
                  </a:extLst>
                </p14:cNvPr>
                <p14:cNvContentPartPr/>
                <p14:nvPr/>
              </p14:nvContentPartPr>
              <p14:xfrm>
                <a:off x="9093888" y="3937464"/>
                <a:ext cx="81000" cy="8028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C7F8771B-0B50-B906-BCD4-CEFB457C53D5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9084888" y="3928824"/>
                  <a:ext cx="986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79D903BA-661E-6779-A432-2D5412E25467}"/>
                    </a:ext>
                  </a:extLst>
                </p14:cNvPr>
                <p14:cNvContentPartPr/>
                <p14:nvPr/>
              </p14:nvContentPartPr>
              <p14:xfrm>
                <a:off x="9216288" y="3955824"/>
                <a:ext cx="96480" cy="4608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79D903BA-661E-6779-A432-2D5412E25467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9207288" y="3947184"/>
                  <a:ext cx="11412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96C7E0B8-C5A7-03E0-8B51-E5FAB7FBB87F}"/>
                    </a:ext>
                  </a:extLst>
                </p14:cNvPr>
                <p14:cNvContentPartPr/>
                <p14:nvPr/>
              </p14:nvContentPartPr>
              <p14:xfrm>
                <a:off x="9331128" y="3876984"/>
                <a:ext cx="42840" cy="12168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96C7E0B8-C5A7-03E0-8B51-E5FAB7FBB87F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322128" y="3868344"/>
                  <a:ext cx="6048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5BAEF229-4159-1A69-132F-87BFCD31D1DC}"/>
                    </a:ext>
                  </a:extLst>
                </p14:cNvPr>
                <p14:cNvContentPartPr/>
                <p14:nvPr/>
              </p14:nvContentPartPr>
              <p14:xfrm>
                <a:off x="9528048" y="3930984"/>
                <a:ext cx="57960" cy="8856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5BAEF229-4159-1A69-132F-87BFCD31D1DC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9519408" y="3922344"/>
                  <a:ext cx="7560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6BEC7228-1C4C-9FC9-D320-6AF7E599F10E}"/>
                    </a:ext>
                  </a:extLst>
                </p14:cNvPr>
                <p14:cNvContentPartPr/>
                <p14:nvPr/>
              </p14:nvContentPartPr>
              <p14:xfrm>
                <a:off x="9722088" y="4011624"/>
                <a:ext cx="25200" cy="2700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6BEC7228-1C4C-9FC9-D320-6AF7E599F10E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713088" y="4002624"/>
                  <a:ext cx="42840" cy="44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15697407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4E82A21-6310-0B72-4CA3-89C105DEC7DC}"/>
              </a:ext>
            </a:extLst>
          </p:cNvPr>
          <p:cNvGrpSpPr/>
          <p:nvPr/>
        </p:nvGrpSpPr>
        <p:grpSpPr>
          <a:xfrm>
            <a:off x="197208" y="620064"/>
            <a:ext cx="1187280" cy="445320"/>
            <a:chOff x="197208" y="620064"/>
            <a:chExt cx="1187280" cy="44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9C9B3ECE-B09B-C055-0F96-C74461AEDF42}"/>
                    </a:ext>
                  </a:extLst>
                </p14:cNvPr>
                <p14:cNvContentPartPr/>
                <p14:nvPr/>
              </p14:nvContentPartPr>
              <p14:xfrm>
                <a:off x="488808" y="666864"/>
                <a:ext cx="22320" cy="2160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9C9B3ECE-B09B-C055-0F96-C74461AEDF4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80168" y="657864"/>
                  <a:ext cx="399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1C47C587-ABFB-3AA4-1F82-DBCB2A6AD8CC}"/>
                    </a:ext>
                  </a:extLst>
                </p14:cNvPr>
                <p14:cNvContentPartPr/>
                <p14:nvPr/>
              </p14:nvContentPartPr>
              <p14:xfrm>
                <a:off x="274608" y="628344"/>
                <a:ext cx="349920" cy="1224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1C47C587-ABFB-3AA4-1F82-DBCB2A6AD8C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65608" y="619704"/>
                  <a:ext cx="3675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3C902E42-BD63-D2DA-1B01-87D03303306C}"/>
                    </a:ext>
                  </a:extLst>
                </p14:cNvPr>
                <p14:cNvContentPartPr/>
                <p14:nvPr/>
              </p14:nvContentPartPr>
              <p14:xfrm>
                <a:off x="681768" y="620064"/>
                <a:ext cx="490680" cy="1839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3C902E42-BD63-D2DA-1B01-87D03303306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72768" y="611064"/>
                  <a:ext cx="5083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A6437CFA-F5E3-9530-565E-99108F5EE65F}"/>
                    </a:ext>
                  </a:extLst>
                </p14:cNvPr>
                <p14:cNvContentPartPr/>
                <p14:nvPr/>
              </p14:nvContentPartPr>
              <p14:xfrm>
                <a:off x="1279368" y="701424"/>
                <a:ext cx="23760" cy="32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A6437CFA-F5E3-9530-565E-99108F5EE65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70368" y="692424"/>
                  <a:ext cx="4140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0834D5C-4A38-2130-B80F-3CF813BC2AFE}"/>
                    </a:ext>
                  </a:extLst>
                </p14:cNvPr>
                <p14:cNvContentPartPr/>
                <p14:nvPr/>
              </p14:nvContentPartPr>
              <p14:xfrm>
                <a:off x="197208" y="948744"/>
                <a:ext cx="1068840" cy="1166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0834D5C-4A38-2130-B80F-3CF813BC2AF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88208" y="940104"/>
                  <a:ext cx="10864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78C9F486-6EEF-448C-0CC8-29AC4BAAF8F1}"/>
                    </a:ext>
                  </a:extLst>
                </p14:cNvPr>
                <p14:cNvContentPartPr/>
                <p14:nvPr/>
              </p14:nvContentPartPr>
              <p14:xfrm>
                <a:off x="1325808" y="635184"/>
                <a:ext cx="41400" cy="500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78C9F486-6EEF-448C-0CC8-29AC4BAAF8F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16808" y="626544"/>
                  <a:ext cx="590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DF0FE2A-A628-572B-DB7B-D92B2C2C26C5}"/>
                    </a:ext>
                  </a:extLst>
                </p14:cNvPr>
                <p14:cNvContentPartPr/>
                <p14:nvPr/>
              </p14:nvContentPartPr>
              <p14:xfrm>
                <a:off x="1374048" y="885384"/>
                <a:ext cx="10440" cy="108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DF0FE2A-A628-572B-DB7B-D92B2C2C26C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365048" y="876744"/>
                  <a:ext cx="280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B7F4984D-2669-3F19-F801-723B258E1683}"/>
                    </a:ext>
                  </a:extLst>
                </p14:cNvPr>
                <p14:cNvContentPartPr/>
                <p14:nvPr/>
              </p14:nvContentPartPr>
              <p14:xfrm>
                <a:off x="1345968" y="904104"/>
                <a:ext cx="6120" cy="21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B7F4984D-2669-3F19-F801-723B258E168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337328" y="895464"/>
                  <a:ext cx="2376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47F0A48-A5B5-C828-0A95-929754D073B3}"/>
              </a:ext>
            </a:extLst>
          </p:cNvPr>
          <p:cNvGrpSpPr/>
          <p:nvPr/>
        </p:nvGrpSpPr>
        <p:grpSpPr>
          <a:xfrm>
            <a:off x="1984248" y="677664"/>
            <a:ext cx="879120" cy="237600"/>
            <a:chOff x="1984248" y="677664"/>
            <a:chExt cx="879120" cy="23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D46A62C8-94BD-83D0-6BC5-1FCD1AACF6DA}"/>
                    </a:ext>
                  </a:extLst>
                </p14:cNvPr>
                <p14:cNvContentPartPr/>
                <p14:nvPr/>
              </p14:nvContentPartPr>
              <p14:xfrm>
                <a:off x="2105568" y="690264"/>
                <a:ext cx="546120" cy="2250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D46A62C8-94BD-83D0-6BC5-1FCD1AACF6D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096568" y="681264"/>
                  <a:ext cx="5637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31EFC952-560F-5B31-77E5-595008EFC61B}"/>
                    </a:ext>
                  </a:extLst>
                </p14:cNvPr>
                <p14:cNvContentPartPr/>
                <p14:nvPr/>
              </p14:nvContentPartPr>
              <p14:xfrm>
                <a:off x="2621448" y="765504"/>
                <a:ext cx="114120" cy="190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31EFC952-560F-5B31-77E5-595008EFC61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612448" y="756864"/>
                  <a:ext cx="1317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76544180-3A9A-06F5-47FA-F482F40FD5DA}"/>
                    </a:ext>
                  </a:extLst>
                </p14:cNvPr>
                <p14:cNvContentPartPr/>
                <p14:nvPr/>
              </p14:nvContentPartPr>
              <p14:xfrm>
                <a:off x="2823768" y="677664"/>
                <a:ext cx="3600" cy="396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76544180-3A9A-06F5-47FA-F482F40FD5D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814768" y="669024"/>
                  <a:ext cx="2124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62B1B6D3-8D69-0FC5-A391-5D35FA0217AE}"/>
                    </a:ext>
                  </a:extLst>
                </p14:cNvPr>
                <p14:cNvContentPartPr/>
                <p14:nvPr/>
              </p14:nvContentPartPr>
              <p14:xfrm>
                <a:off x="2839968" y="684864"/>
                <a:ext cx="23400" cy="406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62B1B6D3-8D69-0FC5-A391-5D35FA0217A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830968" y="675864"/>
                  <a:ext cx="410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3FA94EC8-7D49-1B02-61E2-43F2269F9EF2}"/>
                    </a:ext>
                  </a:extLst>
                </p14:cNvPr>
                <p14:cNvContentPartPr/>
                <p14:nvPr/>
              </p14:nvContentPartPr>
              <p14:xfrm>
                <a:off x="2041488" y="692784"/>
                <a:ext cx="19080" cy="550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3FA94EC8-7D49-1B02-61E2-43F2269F9EF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032848" y="684144"/>
                  <a:ext cx="3672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1AE543DA-4E5D-9977-320F-DD497C478D8D}"/>
                    </a:ext>
                  </a:extLst>
                </p14:cNvPr>
                <p14:cNvContentPartPr/>
                <p14:nvPr/>
              </p14:nvContentPartPr>
              <p14:xfrm>
                <a:off x="1984248" y="681624"/>
                <a:ext cx="50760" cy="756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1AE543DA-4E5D-9977-320F-DD497C478D8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975608" y="672984"/>
                  <a:ext cx="68400" cy="93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8FEAF42-103B-65C5-0DF6-742D1FFAA4B1}"/>
                  </a:ext>
                </a:extLst>
              </p14:cNvPr>
              <p14:cNvContentPartPr/>
              <p14:nvPr/>
            </p14:nvContentPartPr>
            <p14:xfrm>
              <a:off x="3118248" y="718704"/>
              <a:ext cx="15840" cy="32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8FEAF42-103B-65C5-0DF6-742D1FFAA4B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109248" y="709704"/>
                <a:ext cx="3348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B6ACA10-7C41-AD02-8BD6-F9FE1903F667}"/>
                  </a:ext>
                </a:extLst>
              </p14:cNvPr>
              <p14:cNvContentPartPr/>
              <p14:nvPr/>
            </p14:nvContentPartPr>
            <p14:xfrm>
              <a:off x="3149568" y="893664"/>
              <a:ext cx="3600" cy="183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B6ACA10-7C41-AD02-8BD6-F9FE1903F667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140928" y="885024"/>
                <a:ext cx="21240" cy="3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2" name="Group 31">
            <a:extLst>
              <a:ext uri="{FF2B5EF4-FFF2-40B4-BE49-F238E27FC236}">
                <a16:creationId xmlns:a16="http://schemas.microsoft.com/office/drawing/2014/main" id="{0C21ECC8-ECA0-1AE8-3AB9-32F12175869D}"/>
              </a:ext>
            </a:extLst>
          </p:cNvPr>
          <p:cNvGrpSpPr/>
          <p:nvPr/>
        </p:nvGrpSpPr>
        <p:grpSpPr>
          <a:xfrm>
            <a:off x="3527928" y="581184"/>
            <a:ext cx="638640" cy="357840"/>
            <a:chOff x="3527928" y="581184"/>
            <a:chExt cx="638640" cy="35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68B6D009-DB68-3D09-FBB9-52BD6E915024}"/>
                    </a:ext>
                  </a:extLst>
                </p14:cNvPr>
                <p14:cNvContentPartPr/>
                <p14:nvPr/>
              </p14:nvContentPartPr>
              <p14:xfrm>
                <a:off x="3527928" y="615744"/>
                <a:ext cx="269640" cy="3232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68B6D009-DB68-3D09-FBB9-52BD6E91502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518928" y="606744"/>
                  <a:ext cx="28728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FB85B74-1B4E-7FAB-D3EF-48D41B1B3190}"/>
                    </a:ext>
                  </a:extLst>
                </p14:cNvPr>
                <p14:cNvContentPartPr/>
                <p14:nvPr/>
              </p14:nvContentPartPr>
              <p14:xfrm>
                <a:off x="3610368" y="581184"/>
                <a:ext cx="128880" cy="298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FB85B74-1B4E-7FAB-D3EF-48D41B1B3190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601728" y="572544"/>
                  <a:ext cx="1465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CDCC51ED-0F9E-BB61-0CE2-7BF39C2C8068}"/>
                    </a:ext>
                  </a:extLst>
                </p14:cNvPr>
                <p14:cNvContentPartPr/>
                <p14:nvPr/>
              </p14:nvContentPartPr>
              <p14:xfrm>
                <a:off x="3805848" y="682704"/>
                <a:ext cx="132480" cy="1152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CDCC51ED-0F9E-BB61-0CE2-7BF39C2C806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797208" y="674064"/>
                  <a:ext cx="15012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CF290A1C-AB21-8D33-6A0C-48C46E6F61BA}"/>
                    </a:ext>
                  </a:extLst>
                </p14:cNvPr>
                <p14:cNvContentPartPr/>
                <p14:nvPr/>
              </p14:nvContentPartPr>
              <p14:xfrm>
                <a:off x="4043808" y="726984"/>
                <a:ext cx="11520" cy="244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CF290A1C-AB21-8D33-6A0C-48C46E6F61B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035168" y="718344"/>
                  <a:ext cx="291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179C8306-9F4D-A978-FD2F-6CE7BF51077A}"/>
                    </a:ext>
                  </a:extLst>
                </p14:cNvPr>
                <p14:cNvContentPartPr/>
                <p14:nvPr/>
              </p14:nvContentPartPr>
              <p14:xfrm>
                <a:off x="4158648" y="663264"/>
                <a:ext cx="7920" cy="1342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179C8306-9F4D-A978-FD2F-6CE7BF51077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149648" y="654624"/>
                  <a:ext cx="25560" cy="151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7F5A4AD-29F2-945D-48F2-8D988F7EB0AA}"/>
                  </a:ext>
                </a:extLst>
              </p14:cNvPr>
              <p14:cNvContentPartPr/>
              <p14:nvPr/>
            </p14:nvContentPartPr>
            <p14:xfrm>
              <a:off x="4350888" y="758664"/>
              <a:ext cx="42480" cy="16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7F5A4AD-29F2-945D-48F2-8D988F7EB0AA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341888" y="750024"/>
                <a:ext cx="60120" cy="181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oup 30">
            <a:extLst>
              <a:ext uri="{FF2B5EF4-FFF2-40B4-BE49-F238E27FC236}">
                <a16:creationId xmlns:a16="http://schemas.microsoft.com/office/drawing/2014/main" id="{D6681589-BAC4-5FED-7A1C-76B6FB0ED170}"/>
              </a:ext>
            </a:extLst>
          </p:cNvPr>
          <p:cNvGrpSpPr/>
          <p:nvPr/>
        </p:nvGrpSpPr>
        <p:grpSpPr>
          <a:xfrm>
            <a:off x="4601808" y="599904"/>
            <a:ext cx="675720" cy="321840"/>
            <a:chOff x="4601808" y="599904"/>
            <a:chExt cx="675720" cy="32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819A62E5-F09F-91E4-F104-7A1D326DD501}"/>
                    </a:ext>
                  </a:extLst>
                </p14:cNvPr>
                <p14:cNvContentPartPr/>
                <p14:nvPr/>
              </p14:nvContentPartPr>
              <p14:xfrm>
                <a:off x="4601808" y="701424"/>
                <a:ext cx="195480" cy="1267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819A62E5-F09F-91E4-F104-7A1D326DD50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593168" y="692784"/>
                  <a:ext cx="2131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74086C2-9548-B2E6-11EE-18288ADE147F}"/>
                    </a:ext>
                  </a:extLst>
                </p14:cNvPr>
                <p14:cNvContentPartPr/>
                <p14:nvPr/>
              </p14:nvContentPartPr>
              <p14:xfrm>
                <a:off x="4915008" y="686304"/>
                <a:ext cx="105840" cy="1256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74086C2-9548-B2E6-11EE-18288ADE147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906368" y="677664"/>
                  <a:ext cx="1234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102C9269-ED2D-37F3-E911-5E4BB32A3442}"/>
                    </a:ext>
                  </a:extLst>
                </p14:cNvPr>
                <p14:cNvContentPartPr/>
                <p14:nvPr/>
              </p14:nvContentPartPr>
              <p14:xfrm>
                <a:off x="5064048" y="599904"/>
                <a:ext cx="213480" cy="3218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102C9269-ED2D-37F3-E911-5E4BB32A3442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055048" y="591264"/>
                  <a:ext cx="231120" cy="339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0544850F-3F57-0643-4E68-98510BAE6647}"/>
                  </a:ext>
                </a:extLst>
              </p14:cNvPr>
              <p14:cNvContentPartPr/>
              <p14:nvPr/>
            </p14:nvContentPartPr>
            <p14:xfrm>
              <a:off x="1912248" y="1237824"/>
              <a:ext cx="55440" cy="3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0544850F-3F57-0643-4E68-98510BAE6647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903608" y="1228824"/>
                <a:ext cx="73080" cy="5148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oup 42">
            <a:extLst>
              <a:ext uri="{FF2B5EF4-FFF2-40B4-BE49-F238E27FC236}">
                <a16:creationId xmlns:a16="http://schemas.microsoft.com/office/drawing/2014/main" id="{51C35697-CF57-9373-4714-8FA419F82765}"/>
              </a:ext>
            </a:extLst>
          </p:cNvPr>
          <p:cNvGrpSpPr/>
          <p:nvPr/>
        </p:nvGrpSpPr>
        <p:grpSpPr>
          <a:xfrm>
            <a:off x="2186208" y="1181304"/>
            <a:ext cx="586080" cy="351360"/>
            <a:chOff x="2186208" y="1181304"/>
            <a:chExt cx="586080" cy="35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724EE4D4-49A6-DDE1-46CD-25EC826E533E}"/>
                    </a:ext>
                  </a:extLst>
                </p14:cNvPr>
                <p14:cNvContentPartPr/>
                <p14:nvPr/>
              </p14:nvContentPartPr>
              <p14:xfrm>
                <a:off x="2186208" y="1181304"/>
                <a:ext cx="231840" cy="1659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724EE4D4-49A6-DDE1-46CD-25EC826E533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177208" y="1172304"/>
                  <a:ext cx="2494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DC18ED88-538D-B08E-F6AE-28611307CD3A}"/>
                    </a:ext>
                  </a:extLst>
                </p14:cNvPr>
                <p14:cNvContentPartPr/>
                <p14:nvPr/>
              </p14:nvContentPartPr>
              <p14:xfrm>
                <a:off x="2464848" y="1230984"/>
                <a:ext cx="111240" cy="3016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DC18ED88-538D-B08E-F6AE-28611307CD3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455848" y="1221984"/>
                  <a:ext cx="12888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B2BA41BE-FC37-048D-9405-623A94A9B14D}"/>
                    </a:ext>
                  </a:extLst>
                </p14:cNvPr>
                <p14:cNvContentPartPr/>
                <p14:nvPr/>
              </p14:nvContentPartPr>
              <p14:xfrm>
                <a:off x="2698848" y="1203624"/>
                <a:ext cx="73440" cy="568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B2BA41BE-FC37-048D-9405-623A94A9B14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690208" y="1194984"/>
                  <a:ext cx="91080" cy="74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2F3D2330-032D-DA07-7A83-218CE772CAA6}"/>
                  </a:ext>
                </a:extLst>
              </p14:cNvPr>
              <p14:cNvContentPartPr/>
              <p14:nvPr/>
            </p14:nvContentPartPr>
            <p14:xfrm>
              <a:off x="3204288" y="1286064"/>
              <a:ext cx="7200" cy="11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2F3D2330-032D-DA07-7A83-218CE772CAA6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195648" y="1277064"/>
                <a:ext cx="24840" cy="2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7B899D8-289E-4B16-EB68-BD8921FF0287}"/>
                  </a:ext>
                </a:extLst>
              </p14:cNvPr>
              <p14:cNvContentPartPr/>
              <p14:nvPr/>
            </p14:nvContentPartPr>
            <p14:xfrm>
              <a:off x="3195288" y="1433664"/>
              <a:ext cx="5760" cy="126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7B899D8-289E-4B16-EB68-BD8921FF0287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186288" y="1425024"/>
                <a:ext cx="2340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53" name="Group 52">
            <a:extLst>
              <a:ext uri="{FF2B5EF4-FFF2-40B4-BE49-F238E27FC236}">
                <a16:creationId xmlns:a16="http://schemas.microsoft.com/office/drawing/2014/main" id="{79093FCE-CB2B-CE92-E914-D9C388649597}"/>
              </a:ext>
            </a:extLst>
          </p:cNvPr>
          <p:cNvGrpSpPr/>
          <p:nvPr/>
        </p:nvGrpSpPr>
        <p:grpSpPr>
          <a:xfrm>
            <a:off x="3576888" y="1135224"/>
            <a:ext cx="941040" cy="380160"/>
            <a:chOff x="3576888" y="1135224"/>
            <a:chExt cx="941040" cy="38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44AD42DD-525C-269F-6C6E-BCD935424FC7}"/>
                    </a:ext>
                  </a:extLst>
                </p14:cNvPr>
                <p14:cNvContentPartPr/>
                <p14:nvPr/>
              </p14:nvContentPartPr>
              <p14:xfrm>
                <a:off x="3576888" y="1171944"/>
                <a:ext cx="180000" cy="3434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44AD42DD-525C-269F-6C6E-BCD935424FC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567888" y="1162944"/>
                  <a:ext cx="19764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8C780003-880E-6434-551D-2C95B02AE96D}"/>
                    </a:ext>
                  </a:extLst>
                </p14:cNvPr>
                <p14:cNvContentPartPr/>
                <p14:nvPr/>
              </p14:nvContentPartPr>
              <p14:xfrm>
                <a:off x="3696048" y="1135224"/>
                <a:ext cx="123480" cy="381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8C780003-880E-6434-551D-2C95B02AE96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687048" y="1126584"/>
                  <a:ext cx="1411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E0FFA3BC-11C8-4A19-1FE9-351359FAAA49}"/>
                    </a:ext>
                  </a:extLst>
                </p14:cNvPr>
                <p14:cNvContentPartPr/>
                <p14:nvPr/>
              </p14:nvContentPartPr>
              <p14:xfrm>
                <a:off x="3913488" y="1250424"/>
                <a:ext cx="132120" cy="1310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E0FFA3BC-11C8-4A19-1FE9-351359FAAA4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904848" y="1241424"/>
                  <a:ext cx="1497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53A4D38F-7F91-304A-0064-9D4140C4FEA4}"/>
                    </a:ext>
                  </a:extLst>
                </p14:cNvPr>
                <p14:cNvContentPartPr/>
                <p14:nvPr/>
              </p14:nvContentPartPr>
              <p14:xfrm>
                <a:off x="4143168" y="1295064"/>
                <a:ext cx="5040" cy="198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53A4D38F-7F91-304A-0064-9D4140C4FEA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134168" y="1286424"/>
                  <a:ext cx="226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3247D77E-700D-BF92-D263-C7345FF30559}"/>
                    </a:ext>
                  </a:extLst>
                </p14:cNvPr>
                <p14:cNvContentPartPr/>
                <p14:nvPr/>
              </p14:nvContentPartPr>
              <p14:xfrm>
                <a:off x="4242888" y="1221984"/>
                <a:ext cx="126720" cy="1861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3247D77E-700D-BF92-D263-C7345FF3055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234248" y="1213344"/>
                  <a:ext cx="1443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F8EE12E7-E786-37DE-A61B-5C3C6BF029D2}"/>
                    </a:ext>
                  </a:extLst>
                </p14:cNvPr>
                <p14:cNvContentPartPr/>
                <p14:nvPr/>
              </p14:nvContentPartPr>
              <p14:xfrm>
                <a:off x="4468248" y="1369584"/>
                <a:ext cx="49680" cy="1173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F8EE12E7-E786-37DE-A61B-5C3C6BF029D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459608" y="1360584"/>
                  <a:ext cx="67320" cy="135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BEE074D-F672-2DE0-F21F-793F2682B2B9}"/>
                  </a:ext>
                </a:extLst>
              </p14:cNvPr>
              <p14:cNvContentPartPr/>
              <p14:nvPr/>
            </p14:nvContentPartPr>
            <p14:xfrm>
              <a:off x="4736448" y="1220904"/>
              <a:ext cx="99360" cy="1458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BEE074D-F672-2DE0-F21F-793F2682B2B9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727448" y="1211904"/>
                <a:ext cx="117000" cy="16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oup 51">
            <a:extLst>
              <a:ext uri="{FF2B5EF4-FFF2-40B4-BE49-F238E27FC236}">
                <a16:creationId xmlns:a16="http://schemas.microsoft.com/office/drawing/2014/main" id="{BDE04E4D-6D80-BFF0-E803-43D41A6E7DA4}"/>
              </a:ext>
            </a:extLst>
          </p:cNvPr>
          <p:cNvGrpSpPr/>
          <p:nvPr/>
        </p:nvGrpSpPr>
        <p:grpSpPr>
          <a:xfrm>
            <a:off x="4984128" y="1128024"/>
            <a:ext cx="435240" cy="411480"/>
            <a:chOff x="4984128" y="1128024"/>
            <a:chExt cx="435240" cy="41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A9285C18-D2BF-5F6A-3601-FDEC03830A5D}"/>
                    </a:ext>
                  </a:extLst>
                </p14:cNvPr>
                <p14:cNvContentPartPr/>
                <p14:nvPr/>
              </p14:nvContentPartPr>
              <p14:xfrm>
                <a:off x="4984128" y="1281384"/>
                <a:ext cx="7920" cy="10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A9285C18-D2BF-5F6A-3601-FDEC03830A5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975128" y="1272384"/>
                  <a:ext cx="255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D19AC296-7D43-A5C6-EB59-8D0214B0608D}"/>
                    </a:ext>
                  </a:extLst>
                </p14:cNvPr>
                <p14:cNvContentPartPr/>
                <p14:nvPr/>
              </p14:nvContentPartPr>
              <p14:xfrm>
                <a:off x="5084928" y="1177704"/>
                <a:ext cx="95040" cy="1893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D19AC296-7D43-A5C6-EB59-8D0214B0608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076288" y="1169064"/>
                  <a:ext cx="1126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5AAA262A-EDD1-508B-F34B-B6840C76FC7B}"/>
                    </a:ext>
                  </a:extLst>
                </p14:cNvPr>
                <p14:cNvContentPartPr/>
                <p14:nvPr/>
              </p14:nvContentPartPr>
              <p14:xfrm>
                <a:off x="5131368" y="1128024"/>
                <a:ext cx="288000" cy="4114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5AAA262A-EDD1-508B-F34B-B6840C76FC7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122728" y="1119024"/>
                  <a:ext cx="305640" cy="42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B6B76AA9-577E-6E57-F5DE-A16650AA4950}"/>
              </a:ext>
            </a:extLst>
          </p:cNvPr>
          <p:cNvGrpSpPr/>
          <p:nvPr/>
        </p:nvGrpSpPr>
        <p:grpSpPr>
          <a:xfrm>
            <a:off x="2058408" y="1769184"/>
            <a:ext cx="1010520" cy="240840"/>
            <a:chOff x="2058408" y="1769184"/>
            <a:chExt cx="1010520" cy="24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1948B6D0-29D0-8E76-64F7-08E6C66DF807}"/>
                    </a:ext>
                  </a:extLst>
                </p14:cNvPr>
                <p14:cNvContentPartPr/>
                <p14:nvPr/>
              </p14:nvContentPartPr>
              <p14:xfrm>
                <a:off x="2058408" y="1817424"/>
                <a:ext cx="19800" cy="529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1948B6D0-29D0-8E76-64F7-08E6C66DF807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049768" y="1808424"/>
                  <a:ext cx="3744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96BEB6D3-B414-1195-D759-84B591ED8E79}"/>
                    </a:ext>
                  </a:extLst>
                </p14:cNvPr>
                <p14:cNvContentPartPr/>
                <p14:nvPr/>
              </p14:nvContentPartPr>
              <p14:xfrm>
                <a:off x="2128248" y="1818144"/>
                <a:ext cx="2880" cy="536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96BEB6D3-B414-1195-D759-84B591ED8E7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119248" y="1809504"/>
                  <a:ext cx="2052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EACF54AC-B6A0-C8F1-DE08-DCDFA61D96B1}"/>
                    </a:ext>
                  </a:extLst>
                </p14:cNvPr>
                <p14:cNvContentPartPr/>
                <p14:nvPr/>
              </p14:nvContentPartPr>
              <p14:xfrm>
                <a:off x="2216808" y="1769184"/>
                <a:ext cx="149400" cy="2408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EACF54AC-B6A0-C8F1-DE08-DCDFA61D96B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207808" y="1760544"/>
                  <a:ext cx="1670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56546F41-9ABD-F1A8-D18B-53F2D00C761D}"/>
                    </a:ext>
                  </a:extLst>
                </p14:cNvPr>
                <p14:cNvContentPartPr/>
                <p14:nvPr/>
              </p14:nvContentPartPr>
              <p14:xfrm>
                <a:off x="2456208" y="1878264"/>
                <a:ext cx="226440" cy="60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56546F41-9ABD-F1A8-D18B-53F2D00C761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447568" y="1869264"/>
                  <a:ext cx="24408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AA430984-08DF-A799-FF71-3358E0DF3C92}"/>
                    </a:ext>
                  </a:extLst>
                </p14:cNvPr>
                <p14:cNvContentPartPr/>
                <p14:nvPr/>
              </p14:nvContentPartPr>
              <p14:xfrm>
                <a:off x="2734128" y="1851264"/>
                <a:ext cx="50760" cy="349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AA430984-08DF-A799-FF71-3358E0DF3C9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725488" y="1842264"/>
                  <a:ext cx="684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2B02247-4F7D-7D58-AF5F-045CA3547211}"/>
                    </a:ext>
                  </a:extLst>
                </p14:cNvPr>
                <p14:cNvContentPartPr/>
                <p14:nvPr/>
              </p14:nvContentPartPr>
              <p14:xfrm>
                <a:off x="2822688" y="1849464"/>
                <a:ext cx="150480" cy="529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2B02247-4F7D-7D58-AF5F-045CA354721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814048" y="1840464"/>
                  <a:ext cx="16812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52C1DC86-AB81-7104-A260-24EF998DEA42}"/>
                    </a:ext>
                  </a:extLst>
                </p14:cNvPr>
                <p14:cNvContentPartPr/>
                <p14:nvPr/>
              </p14:nvContentPartPr>
              <p14:xfrm>
                <a:off x="3023208" y="1847304"/>
                <a:ext cx="45720" cy="241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52C1DC86-AB81-7104-A260-24EF998DEA4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014568" y="1838304"/>
                  <a:ext cx="6336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E1D9ACEC-B5AD-9537-045E-2EFD15F42BB1}"/>
              </a:ext>
            </a:extLst>
          </p:cNvPr>
          <p:cNvGrpSpPr/>
          <p:nvPr/>
        </p:nvGrpSpPr>
        <p:grpSpPr>
          <a:xfrm>
            <a:off x="3225168" y="1748304"/>
            <a:ext cx="48240" cy="29520"/>
            <a:chOff x="3225168" y="1748304"/>
            <a:chExt cx="48240" cy="2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2BD5AA44-0E44-9D4B-9004-282912B7F452}"/>
                    </a:ext>
                  </a:extLst>
                </p14:cNvPr>
                <p14:cNvContentPartPr/>
                <p14:nvPr/>
              </p14:nvContentPartPr>
              <p14:xfrm>
                <a:off x="3225168" y="1748304"/>
                <a:ext cx="10440" cy="223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2BD5AA44-0E44-9D4B-9004-282912B7F45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216528" y="1739664"/>
                  <a:ext cx="2808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8C85A756-6C60-1F71-585E-8D4A51A80BA0}"/>
                    </a:ext>
                  </a:extLst>
                </p14:cNvPr>
                <p14:cNvContentPartPr/>
                <p14:nvPr/>
              </p14:nvContentPartPr>
              <p14:xfrm>
                <a:off x="3269448" y="1757664"/>
                <a:ext cx="3960" cy="201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8C85A756-6C60-1F71-585E-8D4A51A80BA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260808" y="1749024"/>
                  <a:ext cx="21600" cy="3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5960077-CB6D-0853-0B83-F70D4F474F36}"/>
                  </a:ext>
                </a:extLst>
              </p14:cNvPr>
              <p14:cNvContentPartPr/>
              <p14:nvPr/>
            </p14:nvContentPartPr>
            <p14:xfrm>
              <a:off x="3522168" y="1957464"/>
              <a:ext cx="4320" cy="1584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5960077-CB6D-0853-0B83-F70D4F474F36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3513528" y="1948824"/>
                <a:ext cx="2196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4881DFED-8A66-9E9C-D186-3B6AEECE3D2A}"/>
                  </a:ext>
                </a:extLst>
              </p14:cNvPr>
              <p14:cNvContentPartPr/>
              <p14:nvPr/>
            </p14:nvContentPartPr>
            <p14:xfrm>
              <a:off x="3516408" y="1804464"/>
              <a:ext cx="3600" cy="122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4881DFED-8A66-9E9C-D186-3B6AEECE3D2A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507768" y="1795464"/>
                <a:ext cx="21240" cy="2988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oup 78">
            <a:extLst>
              <a:ext uri="{FF2B5EF4-FFF2-40B4-BE49-F238E27FC236}">
                <a16:creationId xmlns:a16="http://schemas.microsoft.com/office/drawing/2014/main" id="{FA798C15-34E0-0636-C31F-1FEE4FF0E355}"/>
              </a:ext>
            </a:extLst>
          </p:cNvPr>
          <p:cNvGrpSpPr/>
          <p:nvPr/>
        </p:nvGrpSpPr>
        <p:grpSpPr>
          <a:xfrm>
            <a:off x="3886128" y="1705824"/>
            <a:ext cx="738000" cy="370440"/>
            <a:chOff x="3886128" y="1705824"/>
            <a:chExt cx="738000" cy="37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56F87A4B-42B0-5B75-99BB-8FA16603A8A9}"/>
                    </a:ext>
                  </a:extLst>
                </p14:cNvPr>
                <p14:cNvContentPartPr/>
                <p14:nvPr/>
              </p14:nvContentPartPr>
              <p14:xfrm>
                <a:off x="3886128" y="1798344"/>
                <a:ext cx="182160" cy="2779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56F87A4B-42B0-5B75-99BB-8FA16603A8A9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3877488" y="1789704"/>
                  <a:ext cx="19980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DCB98B63-FB95-7B77-6446-BF3179EF84B5}"/>
                    </a:ext>
                  </a:extLst>
                </p14:cNvPr>
                <p14:cNvContentPartPr/>
                <p14:nvPr/>
              </p14:nvContentPartPr>
              <p14:xfrm>
                <a:off x="3960648" y="1705824"/>
                <a:ext cx="106560" cy="378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DCB98B63-FB95-7B77-6446-BF3179EF84B5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3952008" y="1697184"/>
                  <a:ext cx="12420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F4E3C31-EBD5-E36B-F72A-337ABA1026EB}"/>
                    </a:ext>
                  </a:extLst>
                </p14:cNvPr>
                <p14:cNvContentPartPr/>
                <p14:nvPr/>
              </p14:nvContentPartPr>
              <p14:xfrm>
                <a:off x="4078368" y="1846224"/>
                <a:ext cx="88920" cy="950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F4E3C31-EBD5-E36B-F72A-337ABA1026EB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4069368" y="1837584"/>
                  <a:ext cx="10656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6908125F-36B3-761F-6797-BF963F5878E9}"/>
                    </a:ext>
                  </a:extLst>
                </p14:cNvPr>
                <p14:cNvContentPartPr/>
                <p14:nvPr/>
              </p14:nvContentPartPr>
              <p14:xfrm>
                <a:off x="4248648" y="1872504"/>
                <a:ext cx="19080" cy="147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6908125F-36B3-761F-6797-BF963F5878E9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4239648" y="1863864"/>
                  <a:ext cx="367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31FEAB1-AD15-9304-0FD7-7A7C349B6B75}"/>
                    </a:ext>
                  </a:extLst>
                </p14:cNvPr>
                <p14:cNvContentPartPr/>
                <p14:nvPr/>
              </p14:nvContentPartPr>
              <p14:xfrm>
                <a:off x="4364568" y="1819944"/>
                <a:ext cx="117360" cy="1242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31FEAB1-AD15-9304-0FD7-7A7C349B6B75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4355928" y="1810944"/>
                  <a:ext cx="13500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D6F622A3-9C21-0141-14A1-E7EC879E8DE9}"/>
                    </a:ext>
                  </a:extLst>
                </p14:cNvPr>
                <p14:cNvContentPartPr/>
                <p14:nvPr/>
              </p14:nvContentPartPr>
              <p14:xfrm>
                <a:off x="4573728" y="1930104"/>
                <a:ext cx="50400" cy="1162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D6F622A3-9C21-0141-14A1-E7EC879E8DE9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4565088" y="1921464"/>
                  <a:ext cx="68040" cy="133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B01E016-8342-18AE-A8CF-848F44E62B47}"/>
                  </a:ext>
                </a:extLst>
              </p14:cNvPr>
              <p14:cNvContentPartPr/>
              <p14:nvPr/>
            </p14:nvContentPartPr>
            <p14:xfrm>
              <a:off x="4800528" y="1824624"/>
              <a:ext cx="129600" cy="1022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B01E016-8342-18AE-A8CF-848F44E62B47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791528" y="1815624"/>
                <a:ext cx="147240" cy="119880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oup 77">
            <a:extLst>
              <a:ext uri="{FF2B5EF4-FFF2-40B4-BE49-F238E27FC236}">
                <a16:creationId xmlns:a16="http://schemas.microsoft.com/office/drawing/2014/main" id="{B94A0605-3DDC-13BE-725C-C6BF4591D4E1}"/>
              </a:ext>
            </a:extLst>
          </p:cNvPr>
          <p:cNvGrpSpPr/>
          <p:nvPr/>
        </p:nvGrpSpPr>
        <p:grpSpPr>
          <a:xfrm>
            <a:off x="5060808" y="1711584"/>
            <a:ext cx="342000" cy="348120"/>
            <a:chOff x="5060808" y="1711584"/>
            <a:chExt cx="342000" cy="34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D1F7DA83-89E0-AFD0-DD61-0FBFA6AB7731}"/>
                    </a:ext>
                  </a:extLst>
                </p14:cNvPr>
                <p14:cNvContentPartPr/>
                <p14:nvPr/>
              </p14:nvContentPartPr>
              <p14:xfrm>
                <a:off x="5060808" y="1785024"/>
                <a:ext cx="64080" cy="1234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D1F7DA83-89E0-AFD0-DD61-0FBFA6AB7731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5052168" y="1776384"/>
                  <a:ext cx="8172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1BC04C5C-0D7E-0A39-ABDA-6949DD379970}"/>
                    </a:ext>
                  </a:extLst>
                </p14:cNvPr>
                <p14:cNvContentPartPr/>
                <p14:nvPr/>
              </p14:nvContentPartPr>
              <p14:xfrm>
                <a:off x="5240088" y="1711584"/>
                <a:ext cx="162720" cy="3481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1BC04C5C-0D7E-0A39-ABDA-6949DD379970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5231448" y="1702584"/>
                  <a:ext cx="180360" cy="365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F2CD3539-64B9-2039-5D6C-F577354E97A1}"/>
                  </a:ext>
                </a:extLst>
              </p14:cNvPr>
              <p14:cNvContentPartPr/>
              <p14:nvPr/>
            </p14:nvContentPartPr>
            <p14:xfrm>
              <a:off x="2094408" y="2391264"/>
              <a:ext cx="69480" cy="56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F2CD3539-64B9-2039-5D6C-F577354E97A1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085768" y="2382624"/>
                <a:ext cx="87120" cy="7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oup 87">
            <a:extLst>
              <a:ext uri="{FF2B5EF4-FFF2-40B4-BE49-F238E27FC236}">
                <a16:creationId xmlns:a16="http://schemas.microsoft.com/office/drawing/2014/main" id="{F8798DF2-D5F1-C70A-CF21-8891F2EADAB2}"/>
              </a:ext>
            </a:extLst>
          </p:cNvPr>
          <p:cNvGrpSpPr/>
          <p:nvPr/>
        </p:nvGrpSpPr>
        <p:grpSpPr>
          <a:xfrm>
            <a:off x="2349288" y="2265984"/>
            <a:ext cx="540360" cy="323280"/>
            <a:chOff x="2349288" y="2265984"/>
            <a:chExt cx="540360" cy="32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D4E092CA-8527-0B68-18BF-D075A08E1CDE}"/>
                    </a:ext>
                  </a:extLst>
                </p14:cNvPr>
                <p14:cNvContentPartPr/>
                <p14:nvPr/>
              </p14:nvContentPartPr>
              <p14:xfrm>
                <a:off x="2349288" y="2343384"/>
                <a:ext cx="253440" cy="2458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D4E092CA-8527-0B68-18BF-D075A08E1CDE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2340288" y="2334384"/>
                  <a:ext cx="27108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A2F6274-E3A7-C41D-D98D-C238B4328E11}"/>
                    </a:ext>
                  </a:extLst>
                </p14:cNvPr>
                <p14:cNvContentPartPr/>
                <p14:nvPr/>
              </p14:nvContentPartPr>
              <p14:xfrm>
                <a:off x="2632968" y="2369664"/>
                <a:ext cx="131760" cy="2005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A2F6274-E3A7-C41D-D98D-C238B4328E11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2624328" y="2360664"/>
                  <a:ext cx="1494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4CC01524-4821-8605-6DE2-464DECCE0C1C}"/>
                    </a:ext>
                  </a:extLst>
                </p14:cNvPr>
                <p14:cNvContentPartPr/>
                <p14:nvPr/>
              </p14:nvContentPartPr>
              <p14:xfrm>
                <a:off x="2815848" y="2265984"/>
                <a:ext cx="73800" cy="2343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4CC01524-4821-8605-6DE2-464DECCE0C1C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2806848" y="2256984"/>
                  <a:ext cx="91440" cy="252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C031C718-9C06-67B3-9AD1-8217C756B295}"/>
              </a:ext>
            </a:extLst>
          </p:cNvPr>
          <p:cNvGrpSpPr/>
          <p:nvPr/>
        </p:nvGrpSpPr>
        <p:grpSpPr>
          <a:xfrm>
            <a:off x="3047328" y="2303784"/>
            <a:ext cx="365040" cy="231120"/>
            <a:chOff x="3047328" y="2303784"/>
            <a:chExt cx="365040" cy="23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85069AC9-43F4-56DA-69B5-0EA95819BC3C}"/>
                    </a:ext>
                  </a:extLst>
                </p14:cNvPr>
                <p14:cNvContentPartPr/>
                <p14:nvPr/>
              </p14:nvContentPartPr>
              <p14:xfrm>
                <a:off x="3047328" y="2303784"/>
                <a:ext cx="11520" cy="446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85069AC9-43F4-56DA-69B5-0EA95819BC3C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3038688" y="2295144"/>
                  <a:ext cx="2916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0FB69865-01D0-6D8B-96E9-2D98ECA562D3}"/>
                    </a:ext>
                  </a:extLst>
                </p14:cNvPr>
                <p14:cNvContentPartPr/>
                <p14:nvPr/>
              </p14:nvContentPartPr>
              <p14:xfrm>
                <a:off x="3111048" y="2316384"/>
                <a:ext cx="259920" cy="2185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0FB69865-01D0-6D8B-96E9-2D98ECA562D3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3102408" y="2307744"/>
                  <a:ext cx="27756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79A604CB-2139-97E8-FE59-3AA437AC8529}"/>
                    </a:ext>
                  </a:extLst>
                </p14:cNvPr>
                <p14:cNvContentPartPr/>
                <p14:nvPr/>
              </p14:nvContentPartPr>
              <p14:xfrm>
                <a:off x="3404448" y="2338344"/>
                <a:ext cx="7920" cy="201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79A604CB-2139-97E8-FE59-3AA437AC8529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3395808" y="2329344"/>
                  <a:ext cx="2556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C3F5DCB-F7C5-2638-E4F6-B3EC3094AD95}"/>
              </a:ext>
            </a:extLst>
          </p:cNvPr>
          <p:cNvGrpSpPr/>
          <p:nvPr/>
        </p:nvGrpSpPr>
        <p:grpSpPr>
          <a:xfrm>
            <a:off x="3831768" y="2287224"/>
            <a:ext cx="808560" cy="313200"/>
            <a:chOff x="3831768" y="2287224"/>
            <a:chExt cx="808560" cy="31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68245ADD-0170-8FF5-2662-82C500B7034A}"/>
                    </a:ext>
                  </a:extLst>
                </p14:cNvPr>
                <p14:cNvContentPartPr/>
                <p14:nvPr/>
              </p14:nvContentPartPr>
              <p14:xfrm>
                <a:off x="3831768" y="2348784"/>
                <a:ext cx="173160" cy="2516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68245ADD-0170-8FF5-2662-82C500B7034A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3822768" y="2340144"/>
                  <a:ext cx="19080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69026E25-B7AF-B5D2-073B-F975750B147E}"/>
                    </a:ext>
                  </a:extLst>
                </p14:cNvPr>
                <p14:cNvContentPartPr/>
                <p14:nvPr/>
              </p14:nvContentPartPr>
              <p14:xfrm>
                <a:off x="3921768" y="2287224"/>
                <a:ext cx="136800" cy="730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69026E25-B7AF-B5D2-073B-F975750B147E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3912768" y="2278224"/>
                  <a:ext cx="15444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89E5A48F-B652-7D2B-528B-68264EC79FC7}"/>
                    </a:ext>
                  </a:extLst>
                </p14:cNvPr>
                <p14:cNvContentPartPr/>
                <p14:nvPr/>
              </p14:nvContentPartPr>
              <p14:xfrm>
                <a:off x="4073688" y="2372184"/>
                <a:ext cx="65160" cy="1177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89E5A48F-B652-7D2B-528B-68264EC79FC7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4065048" y="2363544"/>
                  <a:ext cx="828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043A9A0C-F737-D9B2-F0B6-04DA56ECF9ED}"/>
                    </a:ext>
                  </a:extLst>
                </p14:cNvPr>
                <p14:cNvContentPartPr/>
                <p14:nvPr/>
              </p14:nvContentPartPr>
              <p14:xfrm>
                <a:off x="4249008" y="2419704"/>
                <a:ext cx="9000" cy="93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043A9A0C-F737-D9B2-F0B6-04DA56ECF9ED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4240008" y="2411064"/>
                  <a:ext cx="266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81F27C32-5D4F-7EC7-495E-302D76761438}"/>
                    </a:ext>
                  </a:extLst>
                </p14:cNvPr>
                <p14:cNvContentPartPr/>
                <p14:nvPr/>
              </p14:nvContentPartPr>
              <p14:xfrm>
                <a:off x="4357728" y="2367864"/>
                <a:ext cx="120960" cy="1328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81F27C32-5D4F-7EC7-495E-302D76761438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4349088" y="2358864"/>
                  <a:ext cx="1386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3C9A452-26C5-A2FB-6050-C1AAFD955318}"/>
                    </a:ext>
                  </a:extLst>
                </p14:cNvPr>
                <p14:cNvContentPartPr/>
                <p14:nvPr/>
              </p14:nvContentPartPr>
              <p14:xfrm>
                <a:off x="4584168" y="2449224"/>
                <a:ext cx="56160" cy="1296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3C9A452-26C5-A2FB-6050-C1AAFD955318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4575168" y="2440584"/>
                  <a:ext cx="73800" cy="14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3324C75F-B5C8-E8A8-0C14-152E156FC15A}"/>
              </a:ext>
            </a:extLst>
          </p:cNvPr>
          <p:cNvGrpSpPr/>
          <p:nvPr/>
        </p:nvGrpSpPr>
        <p:grpSpPr>
          <a:xfrm>
            <a:off x="4841928" y="2250504"/>
            <a:ext cx="619920" cy="354960"/>
            <a:chOff x="4841928" y="2250504"/>
            <a:chExt cx="619920" cy="35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0C1A65D9-A154-C3AC-D17E-E6893552D567}"/>
                    </a:ext>
                  </a:extLst>
                </p14:cNvPr>
                <p14:cNvContentPartPr/>
                <p14:nvPr/>
              </p14:nvContentPartPr>
              <p14:xfrm>
                <a:off x="4841928" y="2341944"/>
                <a:ext cx="166680" cy="990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0C1A65D9-A154-C3AC-D17E-E6893552D567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4833288" y="2332944"/>
                  <a:ext cx="18432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FF39F602-3481-DC76-AA77-E0B1614471C3}"/>
                    </a:ext>
                  </a:extLst>
                </p14:cNvPr>
                <p14:cNvContentPartPr/>
                <p14:nvPr/>
              </p14:nvContentPartPr>
              <p14:xfrm>
                <a:off x="5132808" y="2304144"/>
                <a:ext cx="88920" cy="1854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FF39F602-3481-DC76-AA77-E0B1614471C3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5124168" y="2295504"/>
                  <a:ext cx="1065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0844474A-BB50-109A-7202-60C3C5189A17}"/>
                    </a:ext>
                  </a:extLst>
                </p14:cNvPr>
                <p14:cNvContentPartPr/>
                <p14:nvPr/>
              </p14:nvContentPartPr>
              <p14:xfrm>
                <a:off x="5292288" y="2250504"/>
                <a:ext cx="169560" cy="3549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0844474A-BB50-109A-7202-60C3C5189A17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5283288" y="2241864"/>
                  <a:ext cx="187200" cy="37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B2DE9D70-EFB6-B4E5-9375-9DB7E0ADEA69}"/>
              </a:ext>
            </a:extLst>
          </p:cNvPr>
          <p:cNvGrpSpPr/>
          <p:nvPr/>
        </p:nvGrpSpPr>
        <p:grpSpPr>
          <a:xfrm>
            <a:off x="5578128" y="647424"/>
            <a:ext cx="261360" cy="718920"/>
            <a:chOff x="5578128" y="647424"/>
            <a:chExt cx="261360" cy="71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4BA8DCE9-D124-FCD4-D3EA-648067105A09}"/>
                    </a:ext>
                  </a:extLst>
                </p14:cNvPr>
                <p14:cNvContentPartPr/>
                <p14:nvPr/>
              </p14:nvContentPartPr>
              <p14:xfrm>
                <a:off x="5578128" y="647424"/>
                <a:ext cx="214920" cy="6829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4BA8DCE9-D124-FCD4-D3EA-648067105A09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5569488" y="638784"/>
                  <a:ext cx="232560" cy="70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EC00259-38F3-B717-19F9-7EC68417A29A}"/>
                    </a:ext>
                  </a:extLst>
                </p14:cNvPr>
                <p14:cNvContentPartPr/>
                <p14:nvPr/>
              </p14:nvContentPartPr>
              <p14:xfrm>
                <a:off x="5820408" y="1362024"/>
                <a:ext cx="19080" cy="43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EC00259-38F3-B717-19F9-7EC68417A29A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5811768" y="1353384"/>
                  <a:ext cx="367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15EDB06-8207-FCA4-C495-3E0D1A758B7E}"/>
              </a:ext>
            </a:extLst>
          </p:cNvPr>
          <p:cNvGrpSpPr/>
          <p:nvPr/>
        </p:nvGrpSpPr>
        <p:grpSpPr>
          <a:xfrm>
            <a:off x="5515488" y="1851264"/>
            <a:ext cx="214920" cy="700560"/>
            <a:chOff x="5515488" y="1851264"/>
            <a:chExt cx="214920" cy="70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123A0788-EBEB-1DC2-3215-2C4011DB7A9D}"/>
                    </a:ext>
                  </a:extLst>
                </p14:cNvPr>
                <p14:cNvContentPartPr/>
                <p14:nvPr/>
              </p14:nvContentPartPr>
              <p14:xfrm>
                <a:off x="5515488" y="1851264"/>
                <a:ext cx="151200" cy="68256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123A0788-EBEB-1DC2-3215-2C4011DB7A9D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5506848" y="1842624"/>
                  <a:ext cx="168840" cy="70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1CF5B351-91D3-7A24-5695-B61C89CE15DD}"/>
                    </a:ext>
                  </a:extLst>
                </p14:cNvPr>
                <p14:cNvContentPartPr/>
                <p14:nvPr/>
              </p14:nvContentPartPr>
              <p14:xfrm>
                <a:off x="5692248" y="2550384"/>
                <a:ext cx="38160" cy="14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1CF5B351-91D3-7A24-5695-B61C89CE15DD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5683608" y="2541384"/>
                  <a:ext cx="5580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15AF2892-05C0-EBA9-8778-F27DFDA2EF72}"/>
              </a:ext>
            </a:extLst>
          </p:cNvPr>
          <p:cNvGrpSpPr/>
          <p:nvPr/>
        </p:nvGrpSpPr>
        <p:grpSpPr>
          <a:xfrm>
            <a:off x="6035328" y="861264"/>
            <a:ext cx="1209600" cy="249120"/>
            <a:chOff x="6035328" y="861264"/>
            <a:chExt cx="1209600" cy="24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3026CFDF-DD3B-4440-9C91-FF483DA2B01A}"/>
                    </a:ext>
                  </a:extLst>
                </p14:cNvPr>
                <p14:cNvContentPartPr/>
                <p14:nvPr/>
              </p14:nvContentPartPr>
              <p14:xfrm>
                <a:off x="6035328" y="904824"/>
                <a:ext cx="151560" cy="2055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3026CFDF-DD3B-4440-9C91-FF483DA2B01A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6026688" y="895824"/>
                  <a:ext cx="1692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9E5868EF-7722-F30B-FBBB-826179136DE0}"/>
                    </a:ext>
                  </a:extLst>
                </p14:cNvPr>
                <p14:cNvContentPartPr/>
                <p14:nvPr/>
              </p14:nvContentPartPr>
              <p14:xfrm>
                <a:off x="6281208" y="990864"/>
                <a:ext cx="86760" cy="1033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9E5868EF-7722-F30B-FBBB-826179136DE0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6272208" y="981864"/>
                  <a:ext cx="1044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FD991956-609C-2BCE-F379-F0427C3B4583}"/>
                    </a:ext>
                  </a:extLst>
                </p14:cNvPr>
                <p14:cNvContentPartPr/>
                <p14:nvPr/>
              </p14:nvContentPartPr>
              <p14:xfrm>
                <a:off x="6414048" y="984744"/>
                <a:ext cx="160200" cy="518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FD991956-609C-2BCE-F379-F0427C3B4583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6405048" y="976104"/>
                  <a:ext cx="1778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63AFBA0B-FA89-F850-6E3C-B270D831554F}"/>
                    </a:ext>
                  </a:extLst>
                </p14:cNvPr>
                <p14:cNvContentPartPr/>
                <p14:nvPr/>
              </p14:nvContentPartPr>
              <p14:xfrm>
                <a:off x="6654168" y="861264"/>
                <a:ext cx="352440" cy="1551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63AFBA0B-FA89-F850-6E3C-B270D831554F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6645168" y="852624"/>
                  <a:ext cx="3700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F1F8A8A8-2845-6FD6-EB36-175FA7DC7D78}"/>
                    </a:ext>
                  </a:extLst>
                </p14:cNvPr>
                <p14:cNvContentPartPr/>
                <p14:nvPr/>
              </p14:nvContentPartPr>
              <p14:xfrm>
                <a:off x="7136928" y="974304"/>
                <a:ext cx="108000" cy="165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F1F8A8A8-2845-6FD6-EB36-175FA7DC7D78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7127928" y="965664"/>
                  <a:ext cx="1256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D8F3EE20-554E-7C94-556B-A987A6AFBE7C}"/>
                    </a:ext>
                  </a:extLst>
                </p14:cNvPr>
                <p14:cNvContentPartPr/>
                <p14:nvPr/>
              </p14:nvContentPartPr>
              <p14:xfrm>
                <a:off x="7091928" y="861984"/>
                <a:ext cx="84240" cy="313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D8F3EE20-554E-7C94-556B-A987A6AFBE7C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7082928" y="853344"/>
                  <a:ext cx="101880" cy="4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3C684B66-38D4-E7BD-80D7-243D0610EA74}"/>
              </a:ext>
            </a:extLst>
          </p:cNvPr>
          <p:cNvGrpSpPr/>
          <p:nvPr/>
        </p:nvGrpSpPr>
        <p:grpSpPr>
          <a:xfrm>
            <a:off x="6437448" y="1215144"/>
            <a:ext cx="692280" cy="129240"/>
            <a:chOff x="6437448" y="1215144"/>
            <a:chExt cx="692280" cy="12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8BCB6461-89B5-2659-F21A-619A97C7A9AF}"/>
                    </a:ext>
                  </a:extLst>
                </p14:cNvPr>
                <p14:cNvContentPartPr/>
                <p14:nvPr/>
              </p14:nvContentPartPr>
              <p14:xfrm>
                <a:off x="6437448" y="1215144"/>
                <a:ext cx="675720" cy="532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8BCB6461-89B5-2659-F21A-619A97C7A9AF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6428448" y="1206504"/>
                  <a:ext cx="69336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96414BDB-3819-9EDF-1C16-5F5F05B0936D}"/>
                    </a:ext>
                  </a:extLst>
                </p14:cNvPr>
                <p14:cNvContentPartPr/>
                <p14:nvPr/>
              </p14:nvContentPartPr>
              <p14:xfrm>
                <a:off x="6713568" y="1288944"/>
                <a:ext cx="416160" cy="554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96414BDB-3819-9EDF-1C16-5F5F05B0936D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6704928" y="1279944"/>
                  <a:ext cx="433800" cy="7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7161D8F9-1672-7AA1-C699-3A911E36D98C}"/>
              </a:ext>
            </a:extLst>
          </p:cNvPr>
          <p:cNvGrpSpPr/>
          <p:nvPr/>
        </p:nvGrpSpPr>
        <p:grpSpPr>
          <a:xfrm>
            <a:off x="7556328" y="825264"/>
            <a:ext cx="699480" cy="279360"/>
            <a:chOff x="7556328" y="825264"/>
            <a:chExt cx="699480" cy="27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E4B7910-D84B-3FBE-9B87-7627672DE6A5}"/>
                    </a:ext>
                  </a:extLst>
                </p14:cNvPr>
                <p14:cNvContentPartPr/>
                <p14:nvPr/>
              </p14:nvContentPartPr>
              <p14:xfrm>
                <a:off x="7556328" y="847224"/>
                <a:ext cx="364680" cy="2574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E4B7910-D84B-3FBE-9B87-7627672DE6A5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7547688" y="838224"/>
                  <a:ext cx="38232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DC45AFD2-68CD-08F4-BF25-EB38505FD49B}"/>
                    </a:ext>
                  </a:extLst>
                </p14:cNvPr>
                <p14:cNvContentPartPr/>
                <p14:nvPr/>
              </p14:nvContentPartPr>
              <p14:xfrm>
                <a:off x="8041968" y="825264"/>
                <a:ext cx="90720" cy="367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DC45AFD2-68CD-08F4-BF25-EB38505FD49B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8032968" y="816624"/>
                  <a:ext cx="10836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DBC13E02-EF4F-345E-EE4F-2A7B83930896}"/>
                    </a:ext>
                  </a:extLst>
                </p14:cNvPr>
                <p14:cNvContentPartPr/>
                <p14:nvPr/>
              </p14:nvContentPartPr>
              <p14:xfrm>
                <a:off x="8244648" y="888264"/>
                <a:ext cx="11160" cy="54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DBC13E02-EF4F-345E-EE4F-2A7B83930896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8236008" y="879264"/>
                  <a:ext cx="2880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FE3A2890-180E-C7E8-9E45-A895E28CD33A}"/>
              </a:ext>
            </a:extLst>
          </p:cNvPr>
          <p:cNvGrpSpPr/>
          <p:nvPr/>
        </p:nvGrpSpPr>
        <p:grpSpPr>
          <a:xfrm>
            <a:off x="8400528" y="900504"/>
            <a:ext cx="178560" cy="104760"/>
            <a:chOff x="8400528" y="900504"/>
            <a:chExt cx="178560" cy="10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A405820E-9484-35E2-5EB8-6D2D3DF5A08B}"/>
                    </a:ext>
                  </a:extLst>
                </p14:cNvPr>
                <p14:cNvContentPartPr/>
                <p14:nvPr/>
              </p14:nvContentPartPr>
              <p14:xfrm>
                <a:off x="8400528" y="955224"/>
                <a:ext cx="12600" cy="500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A405820E-9484-35E2-5EB8-6D2D3DF5A08B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8391528" y="946224"/>
                  <a:ext cx="302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5C5FD3C1-5180-3740-FD2F-D1FF606BD09B}"/>
                    </a:ext>
                  </a:extLst>
                </p14:cNvPr>
                <p14:cNvContentPartPr/>
                <p14:nvPr/>
              </p14:nvContentPartPr>
              <p14:xfrm>
                <a:off x="8444088" y="900504"/>
                <a:ext cx="10440" cy="198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5C5FD3C1-5180-3740-FD2F-D1FF606BD09B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8435448" y="891864"/>
                  <a:ext cx="280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6040DABF-BA45-A9D3-92DD-4FA8D13D7F62}"/>
                    </a:ext>
                  </a:extLst>
                </p14:cNvPr>
                <p14:cNvContentPartPr/>
                <p14:nvPr/>
              </p14:nvContentPartPr>
              <p14:xfrm>
                <a:off x="8511048" y="949104"/>
                <a:ext cx="68040" cy="187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6040DABF-BA45-A9D3-92DD-4FA8D13D7F62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8502408" y="940464"/>
                  <a:ext cx="8568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FB8E0DD4-E3A5-1D86-8501-346AA3C911F1}"/>
              </a:ext>
            </a:extLst>
          </p:cNvPr>
          <p:cNvGrpSpPr/>
          <p:nvPr/>
        </p:nvGrpSpPr>
        <p:grpSpPr>
          <a:xfrm>
            <a:off x="8841168" y="845784"/>
            <a:ext cx="611640" cy="154080"/>
            <a:chOff x="8841168" y="845784"/>
            <a:chExt cx="611640" cy="15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718D662B-8360-5FAC-88DC-6FAD3E9C219A}"/>
                    </a:ext>
                  </a:extLst>
                </p14:cNvPr>
                <p14:cNvContentPartPr/>
                <p14:nvPr/>
              </p14:nvContentPartPr>
              <p14:xfrm>
                <a:off x="8841168" y="894744"/>
                <a:ext cx="169200" cy="1051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718D662B-8360-5FAC-88DC-6FAD3E9C219A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8832168" y="885744"/>
                  <a:ext cx="1868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8E8E029E-6FD8-A374-E13B-61AC11035781}"/>
                    </a:ext>
                  </a:extLst>
                </p14:cNvPr>
                <p14:cNvContentPartPr/>
                <p14:nvPr/>
              </p14:nvContentPartPr>
              <p14:xfrm>
                <a:off x="9064008" y="940464"/>
                <a:ext cx="40680" cy="118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8E8E029E-6FD8-A374-E13B-61AC11035781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9055368" y="931464"/>
                  <a:ext cx="583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72833FC7-3C42-3D4D-A5A2-AC2D4CE6D0CA}"/>
                    </a:ext>
                  </a:extLst>
                </p14:cNvPr>
                <p14:cNvContentPartPr/>
                <p14:nvPr/>
              </p14:nvContentPartPr>
              <p14:xfrm>
                <a:off x="9179568" y="845784"/>
                <a:ext cx="209160" cy="1278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72833FC7-3C42-3D4D-A5A2-AC2D4CE6D0CA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9170928" y="836784"/>
                  <a:ext cx="22680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4D0E3D49-2B15-4E1A-46D9-1C6D66CE9F2E}"/>
                    </a:ext>
                  </a:extLst>
                </p14:cNvPr>
                <p14:cNvContentPartPr/>
                <p14:nvPr/>
              </p14:nvContentPartPr>
              <p14:xfrm>
                <a:off x="9436968" y="896184"/>
                <a:ext cx="15840" cy="968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4D0E3D49-2B15-4E1A-46D9-1C6D66CE9F2E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9428328" y="887184"/>
                  <a:ext cx="3348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3980A82-6E00-7D02-9BD4-A9E5339112FD}"/>
                    </a:ext>
                  </a:extLst>
                </p14:cNvPr>
                <p14:cNvContentPartPr/>
                <p14:nvPr/>
              </p14:nvContentPartPr>
              <p14:xfrm>
                <a:off x="9264888" y="846864"/>
                <a:ext cx="78480" cy="396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3980A82-6E00-7D02-9BD4-A9E5339112FD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9256248" y="838224"/>
                  <a:ext cx="96120" cy="57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ACE85BA-A58C-624B-6211-1D5E51858AF7}"/>
                  </a:ext>
                </a:extLst>
              </p14:cNvPr>
              <p14:cNvContentPartPr/>
              <p14:nvPr/>
            </p14:nvContentPartPr>
            <p14:xfrm>
              <a:off x="9726048" y="843264"/>
              <a:ext cx="146880" cy="3121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ACE85BA-A58C-624B-6211-1D5E51858AF7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9717408" y="834624"/>
                <a:ext cx="164520" cy="329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8" name="Group 137">
            <a:extLst>
              <a:ext uri="{FF2B5EF4-FFF2-40B4-BE49-F238E27FC236}">
                <a16:creationId xmlns:a16="http://schemas.microsoft.com/office/drawing/2014/main" id="{9670950D-6738-6ED4-BB2B-2445DBDF5C96}"/>
              </a:ext>
            </a:extLst>
          </p:cNvPr>
          <p:cNvGrpSpPr/>
          <p:nvPr/>
        </p:nvGrpSpPr>
        <p:grpSpPr>
          <a:xfrm>
            <a:off x="10284408" y="767664"/>
            <a:ext cx="1082880" cy="228240"/>
            <a:chOff x="10284408" y="767664"/>
            <a:chExt cx="1082880" cy="22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1A1E611-3C48-1F5F-3A6C-24F4EBCBE160}"/>
                    </a:ext>
                  </a:extLst>
                </p14:cNvPr>
                <p14:cNvContentPartPr/>
                <p14:nvPr/>
              </p14:nvContentPartPr>
              <p14:xfrm>
                <a:off x="10284408" y="767664"/>
                <a:ext cx="102960" cy="1450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1A1E611-3C48-1F5F-3A6C-24F4EBCBE160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0275768" y="758664"/>
                  <a:ext cx="1206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978A1AB5-4AAD-DB24-2CFB-B8077D930E5F}"/>
                    </a:ext>
                  </a:extLst>
                </p14:cNvPr>
                <p14:cNvContentPartPr/>
                <p14:nvPr/>
              </p14:nvContentPartPr>
              <p14:xfrm>
                <a:off x="10294848" y="795024"/>
                <a:ext cx="187200" cy="1940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978A1AB5-4AAD-DB24-2CFB-B8077D930E5F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0285848" y="786384"/>
                  <a:ext cx="2048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80BE52A0-4CE1-7C9B-A088-D705E1C842BC}"/>
                    </a:ext>
                  </a:extLst>
                </p14:cNvPr>
                <p14:cNvContentPartPr/>
                <p14:nvPr/>
              </p14:nvContentPartPr>
              <p14:xfrm>
                <a:off x="10361088" y="885024"/>
                <a:ext cx="357840" cy="615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80BE52A0-4CE1-7C9B-A088-D705E1C842BC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0352448" y="876024"/>
                  <a:ext cx="37548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C3EFC37E-2FC1-D8CD-437A-9D5C4D8EAC22}"/>
                    </a:ext>
                  </a:extLst>
                </p14:cNvPr>
                <p14:cNvContentPartPr/>
                <p14:nvPr/>
              </p14:nvContentPartPr>
              <p14:xfrm>
                <a:off x="10719288" y="859824"/>
                <a:ext cx="6120" cy="244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C3EFC37E-2FC1-D8CD-437A-9D5C4D8EAC22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0710288" y="850824"/>
                  <a:ext cx="237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12FC601C-0C0E-09BC-B270-9E6DB3CEE14D}"/>
                    </a:ext>
                  </a:extLst>
                </p14:cNvPr>
                <p14:cNvContentPartPr/>
                <p14:nvPr/>
              </p14:nvContentPartPr>
              <p14:xfrm>
                <a:off x="10780128" y="784224"/>
                <a:ext cx="445320" cy="1537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12FC601C-0C0E-09BC-B270-9E6DB3CEE14D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0771128" y="775584"/>
                  <a:ext cx="46296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6DB30838-0FB4-7499-BC93-8BB7F67048E9}"/>
                    </a:ext>
                  </a:extLst>
                </p14:cNvPr>
                <p14:cNvContentPartPr/>
                <p14:nvPr/>
              </p14:nvContentPartPr>
              <p14:xfrm>
                <a:off x="11323728" y="979704"/>
                <a:ext cx="43560" cy="162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6DB30838-0FB4-7499-BC93-8BB7F67048E9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1315088" y="970704"/>
                  <a:ext cx="6120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1BCBA831-34F5-2ACC-3F5E-DC66567C5B68}"/>
              </a:ext>
            </a:extLst>
          </p:cNvPr>
          <p:cNvGrpSpPr/>
          <p:nvPr/>
        </p:nvGrpSpPr>
        <p:grpSpPr>
          <a:xfrm>
            <a:off x="6057648" y="1991664"/>
            <a:ext cx="1103400" cy="241200"/>
            <a:chOff x="6057648" y="1991664"/>
            <a:chExt cx="1103400" cy="24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15BC2000-2F46-0D83-3B90-CC64F7B8D0C0}"/>
                    </a:ext>
                  </a:extLst>
                </p14:cNvPr>
                <p14:cNvContentPartPr/>
                <p14:nvPr/>
              </p14:nvContentPartPr>
              <p14:xfrm>
                <a:off x="6057648" y="1991664"/>
                <a:ext cx="154080" cy="2412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15BC2000-2F46-0D83-3B90-CC64F7B8D0C0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6049008" y="1983024"/>
                  <a:ext cx="1717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791046E1-4BE9-67B1-4E90-6DD4B6EC6105}"/>
                    </a:ext>
                  </a:extLst>
                </p14:cNvPr>
                <p14:cNvContentPartPr/>
                <p14:nvPr/>
              </p14:nvContentPartPr>
              <p14:xfrm>
                <a:off x="6340608" y="2138904"/>
                <a:ext cx="88920" cy="651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791046E1-4BE9-67B1-4E90-6DD4B6EC6105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6331608" y="2129904"/>
                  <a:ext cx="10656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A53521CB-C2D2-B4A3-44ED-A2FCD16E97AB}"/>
                    </a:ext>
                  </a:extLst>
                </p14:cNvPr>
                <p14:cNvContentPartPr/>
                <p14:nvPr/>
              </p14:nvContentPartPr>
              <p14:xfrm>
                <a:off x="6454728" y="2137104"/>
                <a:ext cx="168120" cy="403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A53521CB-C2D2-B4A3-44ED-A2FCD16E97AB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6445728" y="2128464"/>
                  <a:ext cx="18576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2638EEB2-F777-3E8A-ECF0-C289F17B7017}"/>
                    </a:ext>
                  </a:extLst>
                </p14:cNvPr>
                <p14:cNvContentPartPr/>
                <p14:nvPr/>
              </p14:nvContentPartPr>
              <p14:xfrm>
                <a:off x="6663888" y="2018304"/>
                <a:ext cx="375480" cy="1346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2638EEB2-F777-3E8A-ECF0-C289F17B7017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6654888" y="2009664"/>
                  <a:ext cx="39312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E7284E3B-D916-BDB7-8DC2-3FD0E72AA3D9}"/>
                    </a:ext>
                  </a:extLst>
                </p14:cNvPr>
                <p14:cNvContentPartPr/>
                <p14:nvPr/>
              </p14:nvContentPartPr>
              <p14:xfrm>
                <a:off x="7048008" y="2030184"/>
                <a:ext cx="113040" cy="1180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E7284E3B-D916-BDB7-8DC2-3FD0E72AA3D9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7039008" y="2021184"/>
                  <a:ext cx="130680" cy="13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F47250D0-AF26-6203-51D9-17F970A3BCAC}"/>
              </a:ext>
            </a:extLst>
          </p:cNvPr>
          <p:cNvGrpSpPr/>
          <p:nvPr/>
        </p:nvGrpSpPr>
        <p:grpSpPr>
          <a:xfrm>
            <a:off x="7439688" y="1992744"/>
            <a:ext cx="545400" cy="268200"/>
            <a:chOff x="7439688" y="1992744"/>
            <a:chExt cx="54540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CCECDF5-D31D-486D-7AE8-63415D46A5B1}"/>
                    </a:ext>
                  </a:extLst>
                </p14:cNvPr>
                <p14:cNvContentPartPr/>
                <p14:nvPr/>
              </p14:nvContentPartPr>
              <p14:xfrm>
                <a:off x="7439688" y="2054664"/>
                <a:ext cx="374760" cy="206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CCECDF5-D31D-486D-7AE8-63415D46A5B1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7430688" y="2045664"/>
                  <a:ext cx="3924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752B0F91-9465-119B-AAE6-EA2ACA2987D0}"/>
                    </a:ext>
                  </a:extLst>
                </p14:cNvPr>
                <p14:cNvContentPartPr/>
                <p14:nvPr/>
              </p14:nvContentPartPr>
              <p14:xfrm>
                <a:off x="7896888" y="1992744"/>
                <a:ext cx="88200" cy="583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752B0F91-9465-119B-AAE6-EA2ACA2987D0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7888248" y="1983744"/>
                  <a:ext cx="105840" cy="7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7E4A41D0-9694-828E-1186-0060AB2FF3AD}"/>
              </a:ext>
            </a:extLst>
          </p:cNvPr>
          <p:cNvGrpSpPr/>
          <p:nvPr/>
        </p:nvGrpSpPr>
        <p:grpSpPr>
          <a:xfrm>
            <a:off x="8242488" y="2124144"/>
            <a:ext cx="165960" cy="111600"/>
            <a:chOff x="8242488" y="2124144"/>
            <a:chExt cx="165960" cy="11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7F9C9E05-6A5E-007E-B7AD-062BD5496A69}"/>
                    </a:ext>
                  </a:extLst>
                </p14:cNvPr>
                <p14:cNvContentPartPr/>
                <p14:nvPr/>
              </p14:nvContentPartPr>
              <p14:xfrm>
                <a:off x="8242488" y="2193264"/>
                <a:ext cx="11520" cy="381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7F9C9E05-6A5E-007E-B7AD-062BD5496A69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8233848" y="2184264"/>
                  <a:ext cx="291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E64B468-305B-1BBE-D94D-2AB00454EF7A}"/>
                    </a:ext>
                  </a:extLst>
                </p14:cNvPr>
                <p14:cNvContentPartPr/>
                <p14:nvPr/>
              </p14:nvContentPartPr>
              <p14:xfrm>
                <a:off x="8279568" y="2124144"/>
                <a:ext cx="128880" cy="1116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E64B468-305B-1BBE-D94D-2AB00454EF7A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8270928" y="2115504"/>
                  <a:ext cx="146520" cy="12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F06D9556-29C5-907C-9623-C4FE9EA39E42}"/>
              </a:ext>
            </a:extLst>
          </p:cNvPr>
          <p:cNvGrpSpPr/>
          <p:nvPr/>
        </p:nvGrpSpPr>
        <p:grpSpPr>
          <a:xfrm>
            <a:off x="8804808" y="2051784"/>
            <a:ext cx="781920" cy="171720"/>
            <a:chOff x="8804808" y="2051784"/>
            <a:chExt cx="781920" cy="17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013170F6-F1A4-688D-AADE-FA68AE93B79A}"/>
                    </a:ext>
                  </a:extLst>
                </p14:cNvPr>
                <p14:cNvContentPartPr/>
                <p14:nvPr/>
              </p14:nvContentPartPr>
              <p14:xfrm>
                <a:off x="8804808" y="2061864"/>
                <a:ext cx="208440" cy="1616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013170F6-F1A4-688D-AADE-FA68AE93B79A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8796168" y="2052864"/>
                  <a:ext cx="2260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D1610EC7-6B08-0225-D9AD-D7DAF7F804A2}"/>
                    </a:ext>
                  </a:extLst>
                </p14:cNvPr>
                <p14:cNvContentPartPr/>
                <p14:nvPr/>
              </p14:nvContentPartPr>
              <p14:xfrm>
                <a:off x="9062208" y="2147184"/>
                <a:ext cx="58680" cy="363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D1610EC7-6B08-0225-D9AD-D7DAF7F804A2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9053568" y="2138184"/>
                  <a:ext cx="763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F1EA40C-D33E-2433-A83C-C21DB91E628A}"/>
                    </a:ext>
                  </a:extLst>
                </p14:cNvPr>
                <p14:cNvContentPartPr/>
                <p14:nvPr/>
              </p14:nvContentPartPr>
              <p14:xfrm>
                <a:off x="9197928" y="2067264"/>
                <a:ext cx="223200" cy="1389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F1EA40C-D33E-2433-A83C-C21DB91E628A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9188928" y="2058264"/>
                  <a:ext cx="2408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44BDF2FD-6136-B58B-FD25-A950F4711ACE}"/>
                    </a:ext>
                  </a:extLst>
                </p14:cNvPr>
                <p14:cNvContentPartPr/>
                <p14:nvPr/>
              </p14:nvContentPartPr>
              <p14:xfrm>
                <a:off x="9525888" y="2080224"/>
                <a:ext cx="60840" cy="1098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44BDF2FD-6136-B58B-FD25-A950F4711ACE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9516888" y="2071584"/>
                  <a:ext cx="784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53D95A88-C954-0818-7E36-780C5CE87731}"/>
                    </a:ext>
                  </a:extLst>
                </p14:cNvPr>
                <p14:cNvContentPartPr/>
                <p14:nvPr/>
              </p14:nvContentPartPr>
              <p14:xfrm>
                <a:off x="9397368" y="2051784"/>
                <a:ext cx="44280" cy="241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53D95A88-C954-0818-7E36-780C5CE87731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9388368" y="2043144"/>
                  <a:ext cx="61920" cy="41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200BC213-39EA-4960-7A7F-48D8F189CD08}"/>
                  </a:ext>
                </a:extLst>
              </p14:cNvPr>
              <p14:cNvContentPartPr/>
              <p14:nvPr/>
            </p14:nvContentPartPr>
            <p14:xfrm>
              <a:off x="9884088" y="2000304"/>
              <a:ext cx="111240" cy="37188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200BC213-39EA-4960-7A7F-48D8F189CD08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9875448" y="1991304"/>
                <a:ext cx="128880" cy="389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60" name="Group 159">
            <a:extLst>
              <a:ext uri="{FF2B5EF4-FFF2-40B4-BE49-F238E27FC236}">
                <a16:creationId xmlns:a16="http://schemas.microsoft.com/office/drawing/2014/main" id="{B8F536A2-E6EF-3EBC-5DA2-120B6724E919}"/>
              </a:ext>
            </a:extLst>
          </p:cNvPr>
          <p:cNvGrpSpPr/>
          <p:nvPr/>
        </p:nvGrpSpPr>
        <p:grpSpPr>
          <a:xfrm>
            <a:off x="10317888" y="1889424"/>
            <a:ext cx="936360" cy="443160"/>
            <a:chOff x="10317888" y="1889424"/>
            <a:chExt cx="936360" cy="44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B59A62F2-AC46-A128-2C42-AF7266E7DC40}"/>
                    </a:ext>
                  </a:extLst>
                </p14:cNvPr>
                <p14:cNvContentPartPr/>
                <p14:nvPr/>
              </p14:nvContentPartPr>
              <p14:xfrm>
                <a:off x="10317888" y="1889424"/>
                <a:ext cx="344520" cy="4431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B59A62F2-AC46-A128-2C42-AF7266E7DC40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0308888" y="1880424"/>
                  <a:ext cx="36216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2C382B52-174B-E155-F799-6FA92AF14AC2}"/>
                    </a:ext>
                  </a:extLst>
                </p14:cNvPr>
                <p14:cNvContentPartPr/>
                <p14:nvPr/>
              </p14:nvContentPartPr>
              <p14:xfrm>
                <a:off x="10689768" y="2111904"/>
                <a:ext cx="95400" cy="518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2C382B52-174B-E155-F799-6FA92AF14AC2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0680768" y="2102904"/>
                  <a:ext cx="1130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B247D7F6-0A95-B528-4A85-85A65CA204FF}"/>
                    </a:ext>
                  </a:extLst>
                </p14:cNvPr>
                <p14:cNvContentPartPr/>
                <p14:nvPr/>
              </p14:nvContentPartPr>
              <p14:xfrm>
                <a:off x="10861848" y="2110824"/>
                <a:ext cx="16560" cy="424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B247D7F6-0A95-B528-4A85-85A65CA204FF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0853208" y="2102184"/>
                  <a:ext cx="342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BA76D976-8749-2E4F-72AB-2FB2386C8F28}"/>
                    </a:ext>
                  </a:extLst>
                </p14:cNvPr>
                <p14:cNvContentPartPr/>
                <p14:nvPr/>
              </p14:nvContentPartPr>
              <p14:xfrm>
                <a:off x="10966248" y="1960344"/>
                <a:ext cx="44280" cy="2304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BA76D976-8749-2E4F-72AB-2FB2386C8F28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0957248" y="1951344"/>
                  <a:ext cx="6192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FC2DA66-B868-5CAF-31E0-2BE2A256246E}"/>
                    </a:ext>
                  </a:extLst>
                </p14:cNvPr>
                <p14:cNvContentPartPr/>
                <p14:nvPr/>
              </p14:nvContentPartPr>
              <p14:xfrm>
                <a:off x="11105928" y="2033424"/>
                <a:ext cx="83520" cy="169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FC2DA66-B868-5CAF-31E0-2BE2A256246E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1097288" y="2024784"/>
                  <a:ext cx="1011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71965D0A-66FC-CC0D-990A-95F7264E8DEE}"/>
                    </a:ext>
                  </a:extLst>
                </p14:cNvPr>
                <p14:cNvContentPartPr/>
                <p14:nvPr/>
              </p14:nvContentPartPr>
              <p14:xfrm>
                <a:off x="10948968" y="2015424"/>
                <a:ext cx="305280" cy="1411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71965D0A-66FC-CC0D-990A-95F7264E8DEE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0939968" y="2006424"/>
                  <a:ext cx="322920" cy="158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05016980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US" b="1" u="sng" dirty="0"/>
              <a:t>Vector Semantics &amp; Embedding</a:t>
            </a:r>
            <a:endParaRPr lang="en-IN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48960C7-0E3C-B399-EED0-35A51EB0F08F}"/>
              </a:ext>
            </a:extLst>
          </p:cNvPr>
          <p:cNvGrpSpPr/>
          <p:nvPr/>
        </p:nvGrpSpPr>
        <p:grpSpPr>
          <a:xfrm>
            <a:off x="1579248" y="798264"/>
            <a:ext cx="4926600" cy="534240"/>
            <a:chOff x="1579248" y="798264"/>
            <a:chExt cx="4926600" cy="53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D890C1E6-113C-8BBE-B5AC-CAC0DFE35FCC}"/>
                    </a:ext>
                  </a:extLst>
                </p14:cNvPr>
                <p14:cNvContentPartPr/>
                <p14:nvPr/>
              </p14:nvContentPartPr>
              <p14:xfrm>
                <a:off x="1579248" y="894024"/>
                <a:ext cx="361080" cy="21564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D890C1E6-113C-8BBE-B5AC-CAC0DFE35FC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70248" y="885384"/>
                  <a:ext cx="3787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1859A25D-5236-8569-ABA2-3D0430CCCF46}"/>
                    </a:ext>
                  </a:extLst>
                </p14:cNvPr>
                <p14:cNvContentPartPr/>
                <p14:nvPr/>
              </p14:nvContentPartPr>
              <p14:xfrm>
                <a:off x="1928808" y="1114344"/>
                <a:ext cx="360" cy="3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1859A25D-5236-8569-ABA2-3D0430CCCF4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20168" y="110570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BAC86E36-EFEE-27A4-2E2A-8859473D4480}"/>
                    </a:ext>
                  </a:extLst>
                </p14:cNvPr>
                <p14:cNvContentPartPr/>
                <p14:nvPr/>
              </p14:nvContentPartPr>
              <p14:xfrm>
                <a:off x="2024928" y="981864"/>
                <a:ext cx="88200" cy="133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BAC86E36-EFEE-27A4-2E2A-8859473D448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015928" y="972864"/>
                  <a:ext cx="1058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DEDE5308-0274-E835-B1EC-7BE5BC86159D}"/>
                    </a:ext>
                  </a:extLst>
                </p14:cNvPr>
                <p14:cNvContentPartPr/>
                <p14:nvPr/>
              </p14:nvContentPartPr>
              <p14:xfrm>
                <a:off x="2197728" y="944784"/>
                <a:ext cx="162360" cy="3877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DEDE5308-0274-E835-B1EC-7BE5BC86159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188728" y="936144"/>
                  <a:ext cx="18000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3E7A7CA9-8CC3-692B-BC10-18A6CF3DAA8D}"/>
                    </a:ext>
                  </a:extLst>
                </p14:cNvPr>
                <p14:cNvContentPartPr/>
                <p14:nvPr/>
              </p14:nvContentPartPr>
              <p14:xfrm>
                <a:off x="2438928" y="1011024"/>
                <a:ext cx="105120" cy="1033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3E7A7CA9-8CC3-692B-BC10-18A6CF3DAA8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430288" y="1002024"/>
                  <a:ext cx="1227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5099A06-9F06-056B-CEBB-586366635CB4}"/>
                    </a:ext>
                  </a:extLst>
                </p14:cNvPr>
                <p14:cNvContentPartPr/>
                <p14:nvPr/>
              </p14:nvContentPartPr>
              <p14:xfrm>
                <a:off x="2602008" y="1016784"/>
                <a:ext cx="158760" cy="622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5099A06-9F06-056B-CEBB-586366635CB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593368" y="1008144"/>
                  <a:ext cx="1764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E9853CAC-B8C5-328E-F133-CD9E1501E6A3}"/>
                    </a:ext>
                  </a:extLst>
                </p14:cNvPr>
                <p14:cNvContentPartPr/>
                <p14:nvPr/>
              </p14:nvContentPartPr>
              <p14:xfrm>
                <a:off x="2832768" y="1003824"/>
                <a:ext cx="231840" cy="928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E9853CAC-B8C5-328E-F133-CD9E1501E6A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824128" y="995184"/>
                  <a:ext cx="2494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969CDDE1-503D-3246-0275-AC590F5B0234}"/>
                    </a:ext>
                  </a:extLst>
                </p14:cNvPr>
                <p14:cNvContentPartPr/>
                <p14:nvPr/>
              </p14:nvContentPartPr>
              <p14:xfrm>
                <a:off x="3301128" y="1000584"/>
                <a:ext cx="419040" cy="1447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969CDDE1-503D-3246-0275-AC590F5B023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292128" y="991584"/>
                  <a:ext cx="4366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5EE5D8F2-777B-8B38-7FB5-2EE719D3FBFF}"/>
                    </a:ext>
                  </a:extLst>
                </p14:cNvPr>
                <p14:cNvContentPartPr/>
                <p14:nvPr/>
              </p14:nvContentPartPr>
              <p14:xfrm>
                <a:off x="3987288" y="798264"/>
                <a:ext cx="925920" cy="3301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5EE5D8F2-777B-8B38-7FB5-2EE719D3FBF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978288" y="789264"/>
                  <a:ext cx="94356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12F90174-7F23-E940-51F5-A10D0BF8F088}"/>
                    </a:ext>
                  </a:extLst>
                </p14:cNvPr>
                <p14:cNvContentPartPr/>
                <p14:nvPr/>
              </p14:nvContentPartPr>
              <p14:xfrm>
                <a:off x="4953168" y="894744"/>
                <a:ext cx="11520" cy="482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12F90174-7F23-E940-51F5-A10D0BF8F08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944168" y="886104"/>
                  <a:ext cx="2916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DEE106ED-595A-0F5B-C3AA-92D0542D4D2D}"/>
                    </a:ext>
                  </a:extLst>
                </p14:cNvPr>
                <p14:cNvContentPartPr/>
                <p14:nvPr/>
              </p14:nvContentPartPr>
              <p14:xfrm>
                <a:off x="4978368" y="932184"/>
                <a:ext cx="378360" cy="169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DEE106ED-595A-0F5B-C3AA-92D0542D4D2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969728" y="923544"/>
                  <a:ext cx="3960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CB29F921-A1A1-1430-27E8-F5A4FF91BD10}"/>
                    </a:ext>
                  </a:extLst>
                </p14:cNvPr>
                <p14:cNvContentPartPr/>
                <p14:nvPr/>
              </p14:nvContentPartPr>
              <p14:xfrm>
                <a:off x="5659488" y="937584"/>
                <a:ext cx="265680" cy="1573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CB29F921-A1A1-1430-27E8-F5A4FF91BD1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650848" y="928944"/>
                  <a:ext cx="2833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23D83664-9D78-B84E-0C8E-FE88A5953674}"/>
                    </a:ext>
                  </a:extLst>
                </p14:cNvPr>
                <p14:cNvContentPartPr/>
                <p14:nvPr/>
              </p14:nvContentPartPr>
              <p14:xfrm>
                <a:off x="6024888" y="984384"/>
                <a:ext cx="158040" cy="1443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23D83664-9D78-B84E-0C8E-FE88A595367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016248" y="975384"/>
                  <a:ext cx="1756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1A80489A-3142-74B3-3E6A-4C56C085FD8B}"/>
                    </a:ext>
                  </a:extLst>
                </p14:cNvPr>
                <p14:cNvContentPartPr/>
                <p14:nvPr/>
              </p14:nvContentPartPr>
              <p14:xfrm>
                <a:off x="6318648" y="918504"/>
                <a:ext cx="187200" cy="2271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1A80489A-3142-74B3-3E6A-4C56C085FD8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309648" y="909864"/>
                  <a:ext cx="204840" cy="24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E235078-9168-5689-696D-02439383D5EC}"/>
              </a:ext>
            </a:extLst>
          </p:cNvPr>
          <p:cNvGrpSpPr/>
          <p:nvPr/>
        </p:nvGrpSpPr>
        <p:grpSpPr>
          <a:xfrm>
            <a:off x="6898248" y="819504"/>
            <a:ext cx="1342080" cy="401040"/>
            <a:chOff x="6898248" y="819504"/>
            <a:chExt cx="1342080" cy="40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E305D0A1-B569-454B-AB82-05E912EAB51C}"/>
                    </a:ext>
                  </a:extLst>
                </p14:cNvPr>
                <p14:cNvContentPartPr/>
                <p14:nvPr/>
              </p14:nvContentPartPr>
              <p14:xfrm>
                <a:off x="6898248" y="851904"/>
                <a:ext cx="338760" cy="3686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E305D0A1-B569-454B-AB82-05E912EAB51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889248" y="842904"/>
                  <a:ext cx="35640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7234EA90-2E44-6A86-F800-DE54D3AE186C}"/>
                    </a:ext>
                  </a:extLst>
                </p14:cNvPr>
                <p14:cNvContentPartPr/>
                <p14:nvPr/>
              </p14:nvContentPartPr>
              <p14:xfrm>
                <a:off x="7282008" y="895464"/>
                <a:ext cx="134280" cy="3081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7234EA90-2E44-6A86-F800-DE54D3AE186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273008" y="886464"/>
                  <a:ext cx="15192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C2635D1E-027A-5A19-3092-45AB038E967F}"/>
                    </a:ext>
                  </a:extLst>
                </p14:cNvPr>
                <p14:cNvContentPartPr/>
                <p14:nvPr/>
              </p14:nvContentPartPr>
              <p14:xfrm>
                <a:off x="7416288" y="819504"/>
                <a:ext cx="106560" cy="2808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C2635D1E-027A-5A19-3092-45AB038E967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407648" y="810504"/>
                  <a:ext cx="12420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034D400C-C172-1B61-5494-E934CEE615B5}"/>
                    </a:ext>
                  </a:extLst>
                </p14:cNvPr>
                <p14:cNvContentPartPr/>
                <p14:nvPr/>
              </p14:nvContentPartPr>
              <p14:xfrm>
                <a:off x="7566048" y="962064"/>
                <a:ext cx="8280" cy="194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034D400C-C172-1B61-5494-E934CEE615B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557048" y="953064"/>
                  <a:ext cx="259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A985614F-20EF-365C-CB90-F594DBEB8CE1}"/>
                    </a:ext>
                  </a:extLst>
                </p14:cNvPr>
                <p14:cNvContentPartPr/>
                <p14:nvPr/>
              </p14:nvContentPartPr>
              <p14:xfrm>
                <a:off x="7560648" y="834984"/>
                <a:ext cx="428400" cy="2628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A985614F-20EF-365C-CB90-F594DBEB8CE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551648" y="826344"/>
                  <a:ext cx="4460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FEF9D55-AF3A-A387-FFA4-D3F183268935}"/>
                    </a:ext>
                  </a:extLst>
                </p14:cNvPr>
                <p14:cNvContentPartPr/>
                <p14:nvPr/>
              </p14:nvContentPartPr>
              <p14:xfrm>
                <a:off x="7991928" y="985464"/>
                <a:ext cx="31320" cy="288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FEF9D55-AF3A-A387-FFA4-D3F183268935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983288" y="976824"/>
                  <a:ext cx="489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67C34DC1-07E2-1EBF-FF2C-CA642B185E4F}"/>
                    </a:ext>
                  </a:extLst>
                </p14:cNvPr>
                <p14:cNvContentPartPr/>
                <p14:nvPr/>
              </p14:nvContentPartPr>
              <p14:xfrm>
                <a:off x="8088768" y="1008504"/>
                <a:ext cx="149400" cy="334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67C34DC1-07E2-1EBF-FF2C-CA642B185E4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079768" y="999864"/>
                  <a:ext cx="16704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71885D8A-A4B7-13C8-60DD-ADC465ED7DC4}"/>
                    </a:ext>
                  </a:extLst>
                </p14:cNvPr>
                <p14:cNvContentPartPr/>
                <p14:nvPr/>
              </p14:nvContentPartPr>
              <p14:xfrm>
                <a:off x="8221248" y="917424"/>
                <a:ext cx="19080" cy="216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71885D8A-A4B7-13C8-60DD-ADC465ED7DC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212608" y="908784"/>
                  <a:ext cx="36720" cy="39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AB5588D6-E3A8-566A-B542-E4FFD939DB46}"/>
                  </a:ext>
                </a:extLst>
              </p14:cNvPr>
              <p14:cNvContentPartPr/>
              <p14:nvPr/>
            </p14:nvContentPartPr>
            <p14:xfrm>
              <a:off x="8661168" y="953064"/>
              <a:ext cx="307440" cy="2761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AB5588D6-E3A8-566A-B542-E4FFD939DB4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652528" y="944424"/>
                <a:ext cx="32508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5E18B5DB-D079-F20A-3E9F-97F75A5DE6C3}"/>
                  </a:ext>
                </a:extLst>
              </p14:cNvPr>
              <p14:cNvContentPartPr/>
              <p14:nvPr/>
            </p14:nvContentPartPr>
            <p14:xfrm>
              <a:off x="9174528" y="1052064"/>
              <a:ext cx="18720" cy="262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5E18B5DB-D079-F20A-3E9F-97F75A5DE6C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9165528" y="1043424"/>
                <a:ext cx="363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26FC6A5D-AB0F-76BD-AD1E-0B16B7D06DA9}"/>
                  </a:ext>
                </a:extLst>
              </p14:cNvPr>
              <p14:cNvContentPartPr/>
              <p14:nvPr/>
            </p14:nvContentPartPr>
            <p14:xfrm>
              <a:off x="9202968" y="886824"/>
              <a:ext cx="14400" cy="111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26FC6A5D-AB0F-76BD-AD1E-0B16B7D06DA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9193968" y="877824"/>
                <a:ext cx="32040" cy="2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8" name="Group 37">
            <a:extLst>
              <a:ext uri="{FF2B5EF4-FFF2-40B4-BE49-F238E27FC236}">
                <a16:creationId xmlns:a16="http://schemas.microsoft.com/office/drawing/2014/main" id="{79220C76-0E1C-95B7-E9A6-C38AFD41F6C4}"/>
              </a:ext>
            </a:extLst>
          </p:cNvPr>
          <p:cNvGrpSpPr/>
          <p:nvPr/>
        </p:nvGrpSpPr>
        <p:grpSpPr>
          <a:xfrm>
            <a:off x="9503568" y="844704"/>
            <a:ext cx="550080" cy="344880"/>
            <a:chOff x="9503568" y="844704"/>
            <a:chExt cx="55008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F7BA4E83-01E2-9D94-C00F-E4E1006ADBDE}"/>
                    </a:ext>
                  </a:extLst>
                </p14:cNvPr>
                <p14:cNvContentPartPr/>
                <p14:nvPr/>
              </p14:nvContentPartPr>
              <p14:xfrm>
                <a:off x="9599688" y="934344"/>
                <a:ext cx="46080" cy="1472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F7BA4E83-01E2-9D94-C00F-E4E1006ADBDE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590688" y="925704"/>
                  <a:ext cx="6372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072D0017-23FA-FDD4-0C11-6BF0B5C88ACB}"/>
                    </a:ext>
                  </a:extLst>
                </p14:cNvPr>
                <p14:cNvContentPartPr/>
                <p14:nvPr/>
              </p14:nvContentPartPr>
              <p14:xfrm>
                <a:off x="9503568" y="993024"/>
                <a:ext cx="323640" cy="756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072D0017-23FA-FDD4-0C11-6BF0B5C88AC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494928" y="984024"/>
                  <a:ext cx="34128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01A0EE4F-B369-F432-C7B6-A6A03376F92E}"/>
                    </a:ext>
                  </a:extLst>
                </p14:cNvPr>
                <p14:cNvContentPartPr/>
                <p14:nvPr/>
              </p14:nvContentPartPr>
              <p14:xfrm>
                <a:off x="9828288" y="1005984"/>
                <a:ext cx="121320" cy="1836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01A0EE4F-B369-F432-C7B6-A6A03376F92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819288" y="996984"/>
                  <a:ext cx="13896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729A1BE4-3736-9661-5FC5-E4841F742ACE}"/>
                    </a:ext>
                  </a:extLst>
                </p14:cNvPr>
                <p14:cNvContentPartPr/>
                <p14:nvPr/>
              </p14:nvContentPartPr>
              <p14:xfrm>
                <a:off x="9529488" y="844704"/>
                <a:ext cx="47160" cy="684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729A1BE4-3736-9661-5FC5-E4841F742AC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520488" y="835704"/>
                  <a:ext cx="6480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2C27103B-D432-0EB8-24FE-72E00722AA57}"/>
                    </a:ext>
                  </a:extLst>
                </p14:cNvPr>
                <p14:cNvContentPartPr/>
                <p14:nvPr/>
              </p14:nvContentPartPr>
              <p14:xfrm>
                <a:off x="9998928" y="871704"/>
                <a:ext cx="10080" cy="349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2C27103B-D432-0EB8-24FE-72E00722AA5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990288" y="863064"/>
                  <a:ext cx="277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875508E7-8F43-3DA5-E65E-76D59B9431F2}"/>
                    </a:ext>
                  </a:extLst>
                </p14:cNvPr>
                <p14:cNvContentPartPr/>
                <p14:nvPr/>
              </p14:nvContentPartPr>
              <p14:xfrm>
                <a:off x="10042848" y="886464"/>
                <a:ext cx="10800" cy="284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875508E7-8F43-3DA5-E65E-76D59B9431F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033848" y="877824"/>
                  <a:ext cx="28440" cy="46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3B10F567-A100-DDA5-043E-B19A3610EC17}"/>
                  </a:ext>
                </a:extLst>
              </p14:cNvPr>
              <p14:cNvContentPartPr/>
              <p14:nvPr/>
            </p14:nvContentPartPr>
            <p14:xfrm>
              <a:off x="10222848" y="1042704"/>
              <a:ext cx="260640" cy="88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3B10F567-A100-DDA5-043E-B19A3610EC1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214208" y="1033704"/>
                <a:ext cx="278280" cy="106560"/>
              </a:xfrm>
              <a:prstGeom prst="rect">
                <a:avLst/>
              </a:prstGeom>
            </p:spPr>
          </p:pic>
        </mc:Fallback>
      </mc:AlternateContent>
      <p:grpSp>
        <p:nvGrpSpPr>
          <p:cNvPr id="44" name="Group 43">
            <a:extLst>
              <a:ext uri="{FF2B5EF4-FFF2-40B4-BE49-F238E27FC236}">
                <a16:creationId xmlns:a16="http://schemas.microsoft.com/office/drawing/2014/main" id="{5E9DD8D3-9E3E-A73D-CC3E-94DC20A1A156}"/>
              </a:ext>
            </a:extLst>
          </p:cNvPr>
          <p:cNvGrpSpPr/>
          <p:nvPr/>
        </p:nvGrpSpPr>
        <p:grpSpPr>
          <a:xfrm>
            <a:off x="10696608" y="945504"/>
            <a:ext cx="684000" cy="277560"/>
            <a:chOff x="10696608" y="945504"/>
            <a:chExt cx="684000" cy="27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763B5F38-29AC-C8DC-6B78-716096E2B97F}"/>
                    </a:ext>
                  </a:extLst>
                </p14:cNvPr>
                <p14:cNvContentPartPr/>
                <p14:nvPr/>
              </p14:nvContentPartPr>
              <p14:xfrm>
                <a:off x="10696608" y="945504"/>
                <a:ext cx="202320" cy="199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763B5F38-29AC-C8DC-6B78-716096E2B97F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687608" y="936504"/>
                  <a:ext cx="2199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57C7B8D-7273-244E-5765-1232B8519438}"/>
                    </a:ext>
                  </a:extLst>
                </p14:cNvPr>
                <p14:cNvContentPartPr/>
                <p14:nvPr/>
              </p14:nvContentPartPr>
              <p14:xfrm>
                <a:off x="10983168" y="984024"/>
                <a:ext cx="110520" cy="1292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57C7B8D-7273-244E-5765-1232B851943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974528" y="975384"/>
                  <a:ext cx="1281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471BBB57-404F-0519-945A-375BFDF111D9}"/>
                    </a:ext>
                  </a:extLst>
                </p14:cNvPr>
                <p14:cNvContentPartPr/>
                <p14:nvPr/>
              </p14:nvContentPartPr>
              <p14:xfrm>
                <a:off x="11145528" y="963504"/>
                <a:ext cx="97560" cy="2242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471BBB57-404F-0519-945A-375BFDF111D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136528" y="954864"/>
                  <a:ext cx="1152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E20BA95-0D28-854D-65A8-D0D5ADFE7302}"/>
                    </a:ext>
                  </a:extLst>
                </p14:cNvPr>
                <p14:cNvContentPartPr/>
                <p14:nvPr/>
              </p14:nvContentPartPr>
              <p14:xfrm>
                <a:off x="11379168" y="1218744"/>
                <a:ext cx="1440" cy="43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E20BA95-0D28-854D-65A8-D0D5ADFE730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1370168" y="1209744"/>
                  <a:ext cx="1908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A2C3CA36-1EB6-950F-1098-5E74917D3DC1}"/>
              </a:ext>
            </a:extLst>
          </p:cNvPr>
          <p:cNvGrpSpPr/>
          <p:nvPr/>
        </p:nvGrpSpPr>
        <p:grpSpPr>
          <a:xfrm>
            <a:off x="912888" y="1600704"/>
            <a:ext cx="2087640" cy="611640"/>
            <a:chOff x="912888" y="1600704"/>
            <a:chExt cx="2087640" cy="61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18B7822-E24B-9D7D-A812-BFE28D4CD08B}"/>
                    </a:ext>
                  </a:extLst>
                </p14:cNvPr>
                <p14:cNvContentPartPr/>
                <p14:nvPr/>
              </p14:nvContentPartPr>
              <p14:xfrm>
                <a:off x="912888" y="1600704"/>
                <a:ext cx="647640" cy="6116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18B7822-E24B-9D7D-A812-BFE28D4CD08B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904248" y="1591704"/>
                  <a:ext cx="665280" cy="62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F145B70-A119-4EF2-5022-18A63CEC03FB}"/>
                    </a:ext>
                  </a:extLst>
                </p14:cNvPr>
                <p14:cNvContentPartPr/>
                <p14:nvPr/>
              </p14:nvContentPartPr>
              <p14:xfrm>
                <a:off x="1609848" y="1822104"/>
                <a:ext cx="38880" cy="1062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F145B70-A119-4EF2-5022-18A63CEC03FB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1600848" y="1813104"/>
                  <a:ext cx="5652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9C4D8503-2D01-5AE4-2772-694F8B9389EB}"/>
                    </a:ext>
                  </a:extLst>
                </p14:cNvPr>
                <p14:cNvContentPartPr/>
                <p14:nvPr/>
              </p14:nvContentPartPr>
              <p14:xfrm>
                <a:off x="1728288" y="1727064"/>
                <a:ext cx="644040" cy="20304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9C4D8503-2D01-5AE4-2772-694F8B9389EB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1719648" y="1718424"/>
                  <a:ext cx="6616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B4651B9A-EE70-1552-BE0D-8EEA9207F82B}"/>
                    </a:ext>
                  </a:extLst>
                </p14:cNvPr>
                <p14:cNvContentPartPr/>
                <p14:nvPr/>
              </p14:nvContentPartPr>
              <p14:xfrm>
                <a:off x="2339928" y="1828224"/>
                <a:ext cx="92160" cy="122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B4651B9A-EE70-1552-BE0D-8EEA9207F82B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2331288" y="1819584"/>
                  <a:ext cx="1098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B27BAEE7-11DD-22AE-647B-0BEB3F5D64C0}"/>
                    </a:ext>
                  </a:extLst>
                </p14:cNvPr>
                <p14:cNvContentPartPr/>
                <p14:nvPr/>
              </p14:nvContentPartPr>
              <p14:xfrm>
                <a:off x="2447208" y="1634184"/>
                <a:ext cx="268560" cy="2523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B27BAEE7-11DD-22AE-647B-0BEB3F5D64C0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2438568" y="1625184"/>
                  <a:ext cx="2862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88416ED9-D94F-DEB3-5D6E-80A5AF8F6866}"/>
                    </a:ext>
                  </a:extLst>
                </p14:cNvPr>
                <p14:cNvContentPartPr/>
                <p14:nvPr/>
              </p14:nvContentPartPr>
              <p14:xfrm>
                <a:off x="2715048" y="1805904"/>
                <a:ext cx="3600" cy="21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88416ED9-D94F-DEB3-5D6E-80A5AF8F6866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2706408" y="1797264"/>
                  <a:ext cx="212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93E9426B-4D0A-7FD8-290E-00C3CE10B61D}"/>
                    </a:ext>
                  </a:extLst>
                </p14:cNvPr>
                <p14:cNvContentPartPr/>
                <p14:nvPr/>
              </p14:nvContentPartPr>
              <p14:xfrm>
                <a:off x="2775168" y="1824624"/>
                <a:ext cx="225360" cy="576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93E9426B-4D0A-7FD8-290E-00C3CE10B61D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2766168" y="1815624"/>
                  <a:ext cx="24300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431993E8-8312-1797-0578-97914BD575EE}"/>
                    </a:ext>
                  </a:extLst>
                </p14:cNvPr>
                <p14:cNvContentPartPr/>
                <p14:nvPr/>
              </p14:nvContentPartPr>
              <p14:xfrm>
                <a:off x="2844288" y="1678464"/>
                <a:ext cx="69480" cy="190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431993E8-8312-1797-0578-97914BD575EE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2835288" y="1669824"/>
                  <a:ext cx="8712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537CA762-DF49-DA50-651A-785CB2062904}"/>
              </a:ext>
            </a:extLst>
          </p:cNvPr>
          <p:cNvGrpSpPr/>
          <p:nvPr/>
        </p:nvGrpSpPr>
        <p:grpSpPr>
          <a:xfrm>
            <a:off x="3312648" y="1606824"/>
            <a:ext cx="954000" cy="408960"/>
            <a:chOff x="3312648" y="1606824"/>
            <a:chExt cx="954000" cy="40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A2510410-4806-717B-49A2-C00A05772CEF}"/>
                    </a:ext>
                  </a:extLst>
                </p14:cNvPr>
                <p14:cNvContentPartPr/>
                <p14:nvPr/>
              </p14:nvContentPartPr>
              <p14:xfrm>
                <a:off x="3312648" y="1606824"/>
                <a:ext cx="523440" cy="2350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A2510410-4806-717B-49A2-C00A05772CEF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3303648" y="1597824"/>
                  <a:ext cx="54108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C65D71BF-3E87-3BDA-4D77-7395744B377F}"/>
                    </a:ext>
                  </a:extLst>
                </p14:cNvPr>
                <p14:cNvContentPartPr/>
                <p14:nvPr/>
              </p14:nvContentPartPr>
              <p14:xfrm>
                <a:off x="3905568" y="1755144"/>
                <a:ext cx="194760" cy="687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C65D71BF-3E87-3BDA-4D77-7395744B377F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3896568" y="1746144"/>
                  <a:ext cx="21240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3ACB419B-210C-4570-55A0-6ECDEA6998FD}"/>
                    </a:ext>
                  </a:extLst>
                </p14:cNvPr>
                <p14:cNvContentPartPr/>
                <p14:nvPr/>
              </p14:nvContentPartPr>
              <p14:xfrm>
                <a:off x="4117248" y="1730664"/>
                <a:ext cx="1800" cy="172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3ACB419B-210C-4570-55A0-6ECDEA6998FD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4108608" y="1722024"/>
                  <a:ext cx="194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36B09AE6-14B3-E411-4D9F-CBA6E13F854C}"/>
                    </a:ext>
                  </a:extLst>
                </p14:cNvPr>
                <p14:cNvContentPartPr/>
                <p14:nvPr/>
              </p14:nvContentPartPr>
              <p14:xfrm>
                <a:off x="4180968" y="1790064"/>
                <a:ext cx="85680" cy="2257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36B09AE6-14B3-E411-4D9F-CBA6E13F854C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4172328" y="1781424"/>
                  <a:ext cx="103320" cy="243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12BE28A-A932-BFE4-C825-2B1030D9269A}"/>
                  </a:ext>
                </a:extLst>
              </p14:cNvPr>
              <p14:cNvContentPartPr/>
              <p14:nvPr/>
            </p14:nvContentPartPr>
            <p14:xfrm>
              <a:off x="4556088" y="1746864"/>
              <a:ext cx="329040" cy="835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12BE28A-A932-BFE4-C825-2B1030D9269A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7088" y="1738224"/>
                <a:ext cx="346680" cy="101160"/>
              </a:xfrm>
              <a:prstGeom prst="rect">
                <a:avLst/>
              </a:prstGeom>
            </p:spPr>
          </p:pic>
        </mc:Fallback>
      </mc:AlternateContent>
      <p:grpSp>
        <p:nvGrpSpPr>
          <p:cNvPr id="68" name="Group 67">
            <a:extLst>
              <a:ext uri="{FF2B5EF4-FFF2-40B4-BE49-F238E27FC236}">
                <a16:creationId xmlns:a16="http://schemas.microsoft.com/office/drawing/2014/main" id="{C4B595ED-B70C-671B-50EC-392C1BECBDAC}"/>
              </a:ext>
            </a:extLst>
          </p:cNvPr>
          <p:cNvGrpSpPr/>
          <p:nvPr/>
        </p:nvGrpSpPr>
        <p:grpSpPr>
          <a:xfrm>
            <a:off x="5326848" y="1483344"/>
            <a:ext cx="1819800" cy="394560"/>
            <a:chOff x="5326848" y="1483344"/>
            <a:chExt cx="1819800" cy="39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02738E27-6C14-CC8C-C863-AC32BF7A649B}"/>
                    </a:ext>
                  </a:extLst>
                </p14:cNvPr>
                <p14:cNvContentPartPr/>
                <p14:nvPr/>
              </p14:nvContentPartPr>
              <p14:xfrm>
                <a:off x="5326848" y="1514664"/>
                <a:ext cx="601920" cy="2538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02738E27-6C14-CC8C-C863-AC32BF7A649B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5317848" y="1506024"/>
                  <a:ext cx="61956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51F7FEF1-8C39-EC57-29C3-41CBBCE65734}"/>
                    </a:ext>
                  </a:extLst>
                </p14:cNvPr>
                <p14:cNvContentPartPr/>
                <p14:nvPr/>
              </p14:nvContentPartPr>
              <p14:xfrm>
                <a:off x="5771448" y="1575504"/>
                <a:ext cx="135360" cy="734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51F7FEF1-8C39-EC57-29C3-41CBBCE65734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5762808" y="1566864"/>
                  <a:ext cx="15300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2364BADD-2C03-6708-A5CD-C7CCFA17DE56}"/>
                    </a:ext>
                  </a:extLst>
                </p14:cNvPr>
                <p14:cNvContentPartPr/>
                <p14:nvPr/>
              </p14:nvContentPartPr>
              <p14:xfrm>
                <a:off x="6015888" y="1656864"/>
                <a:ext cx="200160" cy="748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2364BADD-2C03-6708-A5CD-C7CCFA17DE56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6006888" y="1648224"/>
                  <a:ext cx="21780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29415943-B940-B377-8309-AA7FAE63D7A1}"/>
                    </a:ext>
                  </a:extLst>
                </p14:cNvPr>
                <p14:cNvContentPartPr/>
                <p14:nvPr/>
              </p14:nvContentPartPr>
              <p14:xfrm>
                <a:off x="6284088" y="1483344"/>
                <a:ext cx="259560" cy="2232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29415943-B940-B377-8309-AA7FAE63D7A1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6275088" y="1474344"/>
                  <a:ext cx="2772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97B438BC-078D-1A40-998B-CB65A6F7BAA3}"/>
                    </a:ext>
                  </a:extLst>
                </p14:cNvPr>
                <p14:cNvContentPartPr/>
                <p14:nvPr/>
              </p14:nvContentPartPr>
              <p14:xfrm>
                <a:off x="6555528" y="1650384"/>
                <a:ext cx="10080" cy="190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97B438BC-078D-1A40-998B-CB65A6F7BAA3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6546888" y="1641744"/>
                  <a:ext cx="2772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155CF56F-0399-BC2F-9657-3762DA271137}"/>
                    </a:ext>
                  </a:extLst>
                </p14:cNvPr>
                <p14:cNvContentPartPr/>
                <p14:nvPr/>
              </p14:nvContentPartPr>
              <p14:xfrm>
                <a:off x="6620688" y="1522584"/>
                <a:ext cx="525960" cy="3553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155CF56F-0399-BC2F-9657-3762DA271137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6612048" y="1513944"/>
                  <a:ext cx="543600" cy="37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678F75A6-16D1-FC17-84D4-CA9AA913C746}"/>
                    </a:ext>
                  </a:extLst>
                </p14:cNvPr>
                <p14:cNvContentPartPr/>
                <p14:nvPr/>
              </p14:nvContentPartPr>
              <p14:xfrm>
                <a:off x="6579288" y="1641744"/>
                <a:ext cx="107640" cy="831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678F75A6-16D1-FC17-84D4-CA9AA913C746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6570648" y="1632744"/>
                  <a:ext cx="125280" cy="10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C5E8DE02-CE23-E759-AFE9-0DB0004BEC43}"/>
              </a:ext>
            </a:extLst>
          </p:cNvPr>
          <p:cNvGrpSpPr/>
          <p:nvPr/>
        </p:nvGrpSpPr>
        <p:grpSpPr>
          <a:xfrm>
            <a:off x="9014688" y="1495224"/>
            <a:ext cx="688320" cy="403920"/>
            <a:chOff x="9014688" y="1495224"/>
            <a:chExt cx="688320" cy="40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0996FA74-0F75-F83F-2F4A-D1F8DEDCFE7B}"/>
                    </a:ext>
                  </a:extLst>
                </p14:cNvPr>
                <p14:cNvContentPartPr/>
                <p14:nvPr/>
              </p14:nvContentPartPr>
              <p14:xfrm>
                <a:off x="9014688" y="1647144"/>
                <a:ext cx="350640" cy="885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0996FA74-0F75-F83F-2F4A-D1F8DEDCFE7B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9006048" y="1638504"/>
                  <a:ext cx="36828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760D0C4B-8400-39D2-37FD-7F4693D5E33B}"/>
                    </a:ext>
                  </a:extLst>
                </p14:cNvPr>
                <p14:cNvContentPartPr/>
                <p14:nvPr/>
              </p14:nvContentPartPr>
              <p14:xfrm>
                <a:off x="9308088" y="1495224"/>
                <a:ext cx="394920" cy="4039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760D0C4B-8400-39D2-37FD-7F4693D5E33B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9299088" y="1486584"/>
                  <a:ext cx="412560" cy="42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9920F512-0B83-4539-A252-91208C2D5008}"/>
              </a:ext>
            </a:extLst>
          </p:cNvPr>
          <p:cNvGrpSpPr/>
          <p:nvPr/>
        </p:nvGrpSpPr>
        <p:grpSpPr>
          <a:xfrm>
            <a:off x="10041048" y="1525824"/>
            <a:ext cx="1725840" cy="417240"/>
            <a:chOff x="10041048" y="1525824"/>
            <a:chExt cx="1725840" cy="41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FBDA1942-8E77-A818-E978-8106E395B061}"/>
                    </a:ext>
                  </a:extLst>
                </p14:cNvPr>
                <p14:cNvContentPartPr/>
                <p14:nvPr/>
              </p14:nvContentPartPr>
              <p14:xfrm>
                <a:off x="10041048" y="1589184"/>
                <a:ext cx="603360" cy="3538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FBDA1942-8E77-A818-E978-8106E395B061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0032048" y="1580544"/>
                  <a:ext cx="621000" cy="37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1FE8FFBD-5542-7440-ECD4-FC65558A6F39}"/>
                    </a:ext>
                  </a:extLst>
                </p14:cNvPr>
                <p14:cNvContentPartPr/>
                <p14:nvPr/>
              </p14:nvContentPartPr>
              <p14:xfrm>
                <a:off x="10699848" y="1680984"/>
                <a:ext cx="82440" cy="396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1FE8FFBD-5542-7440-ECD4-FC65558A6F39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10690848" y="1671984"/>
                  <a:ext cx="1000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9E0B0D21-DF28-14EC-6A5A-DAB67D329A6F}"/>
                    </a:ext>
                  </a:extLst>
                </p14:cNvPr>
                <p14:cNvContentPartPr/>
                <p14:nvPr/>
              </p14:nvContentPartPr>
              <p14:xfrm>
                <a:off x="10814688" y="1525824"/>
                <a:ext cx="747360" cy="2242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9E0B0D21-DF28-14EC-6A5A-DAB67D329A6F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10806048" y="1516824"/>
                  <a:ext cx="7650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CD087DEF-BEEC-E64B-DE5B-235607852871}"/>
                    </a:ext>
                  </a:extLst>
                </p14:cNvPr>
                <p14:cNvContentPartPr/>
                <p14:nvPr/>
              </p14:nvContentPartPr>
              <p14:xfrm>
                <a:off x="11563488" y="1659744"/>
                <a:ext cx="19440" cy="219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CD087DEF-BEEC-E64B-DE5B-235607852871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11554848" y="1651104"/>
                  <a:ext cx="370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DC51707E-62E6-C5BE-5B96-A88D6A44B08B}"/>
                    </a:ext>
                  </a:extLst>
                </p14:cNvPr>
                <p14:cNvContentPartPr/>
                <p14:nvPr/>
              </p14:nvContentPartPr>
              <p14:xfrm>
                <a:off x="11648088" y="1611144"/>
                <a:ext cx="118800" cy="874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DC51707E-62E6-C5BE-5B96-A88D6A44B08B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11639448" y="1602504"/>
                  <a:ext cx="136440" cy="105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FB24E3E1-B3B2-7274-44B5-BD88C9F56D9A}"/>
              </a:ext>
            </a:extLst>
          </p:cNvPr>
          <p:cNvGrpSpPr/>
          <p:nvPr/>
        </p:nvGrpSpPr>
        <p:grpSpPr>
          <a:xfrm>
            <a:off x="5713128" y="1881864"/>
            <a:ext cx="854280" cy="464400"/>
            <a:chOff x="5713128" y="1881864"/>
            <a:chExt cx="854280" cy="46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0707AA7F-6C59-65DE-EFFA-5542DA4D12A4}"/>
                    </a:ext>
                  </a:extLst>
                </p14:cNvPr>
                <p14:cNvContentPartPr/>
                <p14:nvPr/>
              </p14:nvContentPartPr>
              <p14:xfrm>
                <a:off x="5713128" y="1932264"/>
                <a:ext cx="360000" cy="4140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0707AA7F-6C59-65DE-EFFA-5542DA4D12A4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5704128" y="1923264"/>
                  <a:ext cx="377640" cy="43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A808ED5B-3AD4-28C3-2078-8B467F79FBB9}"/>
                    </a:ext>
                  </a:extLst>
                </p14:cNvPr>
                <p14:cNvContentPartPr/>
                <p14:nvPr/>
              </p14:nvContentPartPr>
              <p14:xfrm>
                <a:off x="6186888" y="1881864"/>
                <a:ext cx="380520" cy="2941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A808ED5B-3AD4-28C3-2078-8B467F79FBB9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6178248" y="1872864"/>
                  <a:ext cx="398160" cy="31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23AF5A3-53DB-F8AC-F4B9-FB1AAB61C418}"/>
              </a:ext>
            </a:extLst>
          </p:cNvPr>
          <p:cNvGrpSpPr/>
          <p:nvPr/>
        </p:nvGrpSpPr>
        <p:grpSpPr>
          <a:xfrm>
            <a:off x="6998688" y="1444824"/>
            <a:ext cx="1620360" cy="762120"/>
            <a:chOff x="6998688" y="1444824"/>
            <a:chExt cx="1620360" cy="76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E318116E-5772-C02F-1F55-B1D51B83966E}"/>
                    </a:ext>
                  </a:extLst>
                </p14:cNvPr>
                <p14:cNvContentPartPr/>
                <p14:nvPr/>
              </p14:nvContentPartPr>
              <p14:xfrm>
                <a:off x="7520328" y="1444824"/>
                <a:ext cx="724320" cy="4035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E318116E-5772-C02F-1F55-B1D51B83966E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7511688" y="1436184"/>
                  <a:ext cx="74196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3DDD8812-FD13-3048-4168-DD5BEE966730}"/>
                    </a:ext>
                  </a:extLst>
                </p14:cNvPr>
                <p14:cNvContentPartPr/>
                <p14:nvPr/>
              </p14:nvContentPartPr>
              <p14:xfrm>
                <a:off x="8314488" y="1666944"/>
                <a:ext cx="130320" cy="432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3DDD8812-FD13-3048-4168-DD5BEE966730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8305848" y="1658304"/>
                  <a:ext cx="1479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B157FEE7-8956-6234-1FFD-85CF1ABE4459}"/>
                    </a:ext>
                  </a:extLst>
                </p14:cNvPr>
                <p14:cNvContentPartPr/>
                <p14:nvPr/>
              </p14:nvContentPartPr>
              <p14:xfrm>
                <a:off x="8466048" y="1636704"/>
                <a:ext cx="2160" cy="144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B157FEE7-8956-6234-1FFD-85CF1ABE4459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8457408" y="1627704"/>
                  <a:ext cx="198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80D32B58-E66D-A458-CEAD-2030C3BB4427}"/>
                    </a:ext>
                  </a:extLst>
                </p14:cNvPr>
                <p14:cNvContentPartPr/>
                <p14:nvPr/>
              </p14:nvContentPartPr>
              <p14:xfrm>
                <a:off x="8502408" y="1674144"/>
                <a:ext cx="75960" cy="2631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80D32B58-E66D-A458-CEAD-2030C3BB4427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8493768" y="1665504"/>
                  <a:ext cx="9360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44A09C1E-98AB-99AD-79AF-161051A7CD1A}"/>
                    </a:ext>
                  </a:extLst>
                </p14:cNvPr>
                <p14:cNvContentPartPr/>
                <p14:nvPr/>
              </p14:nvContentPartPr>
              <p14:xfrm>
                <a:off x="6998688" y="2050344"/>
                <a:ext cx="6840" cy="529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44A09C1E-98AB-99AD-79AF-161051A7CD1A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6990048" y="2041704"/>
                  <a:ext cx="2448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744C1092-7510-7D9F-9F9D-3744C6EEBE49}"/>
                    </a:ext>
                  </a:extLst>
                </p14:cNvPr>
                <p14:cNvContentPartPr/>
                <p14:nvPr/>
              </p14:nvContentPartPr>
              <p14:xfrm>
                <a:off x="7024248" y="1951704"/>
                <a:ext cx="16560" cy="255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744C1092-7510-7D9F-9F9D-3744C6EEBE49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7015608" y="1942704"/>
                  <a:ext cx="3420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605A671-564A-5FFB-6B1E-BAF0E63A4FFE}"/>
                    </a:ext>
                  </a:extLst>
                </p14:cNvPr>
                <p14:cNvContentPartPr/>
                <p14:nvPr/>
              </p14:nvContentPartPr>
              <p14:xfrm>
                <a:off x="7110648" y="2045304"/>
                <a:ext cx="286920" cy="1616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605A671-564A-5FFB-6B1E-BAF0E63A4FFE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7101648" y="2036664"/>
                  <a:ext cx="3045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108A133-1448-0BA6-6212-E1FFA36C1210}"/>
                    </a:ext>
                  </a:extLst>
                </p14:cNvPr>
                <p14:cNvContentPartPr/>
                <p14:nvPr/>
              </p14:nvContentPartPr>
              <p14:xfrm>
                <a:off x="7439688" y="1975464"/>
                <a:ext cx="163440" cy="1188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108A133-1448-0BA6-6212-E1FFA36C1210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7430688" y="1966464"/>
                  <a:ext cx="18108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E2773622-308F-5B64-A7CF-123CE1AF5717}"/>
                    </a:ext>
                  </a:extLst>
                </p14:cNvPr>
                <p14:cNvContentPartPr/>
                <p14:nvPr/>
              </p14:nvContentPartPr>
              <p14:xfrm>
                <a:off x="7598088" y="2014704"/>
                <a:ext cx="99000" cy="241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E2773622-308F-5B64-A7CF-123CE1AF5717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7589448" y="2006064"/>
                  <a:ext cx="1166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5320F317-8DC7-BA19-4746-74FA677ED005}"/>
                    </a:ext>
                  </a:extLst>
                </p14:cNvPr>
                <p14:cNvContentPartPr/>
                <p14:nvPr/>
              </p14:nvContentPartPr>
              <p14:xfrm>
                <a:off x="7894728" y="1873944"/>
                <a:ext cx="275040" cy="1990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5320F317-8DC7-BA19-4746-74FA677ED005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7885728" y="1865304"/>
                  <a:ext cx="2926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7576B64F-7E64-5F67-8C6D-23DA56181AFA}"/>
                    </a:ext>
                  </a:extLst>
                </p14:cNvPr>
                <p14:cNvContentPartPr/>
                <p14:nvPr/>
              </p14:nvContentPartPr>
              <p14:xfrm>
                <a:off x="8234928" y="1985544"/>
                <a:ext cx="21960" cy="1054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7576B64F-7E64-5F67-8C6D-23DA56181AFA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226288" y="1976904"/>
                  <a:ext cx="3960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8B04171-F5A3-E498-90B7-6B4290D886B3}"/>
                    </a:ext>
                  </a:extLst>
                </p14:cNvPr>
                <p14:cNvContentPartPr/>
                <p14:nvPr/>
              </p14:nvContentPartPr>
              <p14:xfrm>
                <a:off x="8190288" y="1909224"/>
                <a:ext cx="205560" cy="1411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8B04171-F5A3-E498-90B7-6B4290D886B3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8181288" y="1900224"/>
                  <a:ext cx="2232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27B1D127-7213-0B26-D1EF-A774059D72CC}"/>
                    </a:ext>
                  </a:extLst>
                </p14:cNvPr>
                <p14:cNvContentPartPr/>
                <p14:nvPr/>
              </p14:nvContentPartPr>
              <p14:xfrm>
                <a:off x="8597448" y="2098224"/>
                <a:ext cx="21600" cy="54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27B1D127-7213-0B26-D1EF-A774059D72CC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8588808" y="2089584"/>
                  <a:ext cx="3924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253B076-BCD7-43AC-0100-71252B82C0E6}"/>
                  </a:ext>
                </a:extLst>
              </p14:cNvPr>
              <p14:cNvContentPartPr/>
              <p14:nvPr/>
            </p14:nvContentPartPr>
            <p14:xfrm>
              <a:off x="4655088" y="2407824"/>
              <a:ext cx="225720" cy="34308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253B076-BCD7-43AC-0100-71252B82C0E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646448" y="2398824"/>
                <a:ext cx="243360" cy="36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E13CCB50-733A-9183-BA3C-1A8896B8AD5E}"/>
                  </a:ext>
                </a:extLst>
              </p14:cNvPr>
              <p14:cNvContentPartPr/>
              <p14:nvPr/>
            </p14:nvContentPartPr>
            <p14:xfrm>
              <a:off x="1104408" y="2137464"/>
              <a:ext cx="2860200" cy="8640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E13CCB50-733A-9183-BA3C-1A8896B8AD5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095408" y="2128824"/>
                <a:ext cx="2877840" cy="104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12" name="Group 111">
            <a:extLst>
              <a:ext uri="{FF2B5EF4-FFF2-40B4-BE49-F238E27FC236}">
                <a16:creationId xmlns:a16="http://schemas.microsoft.com/office/drawing/2014/main" id="{0A352803-05DE-17D1-72B6-2A173231E78D}"/>
              </a:ext>
            </a:extLst>
          </p:cNvPr>
          <p:cNvGrpSpPr/>
          <p:nvPr/>
        </p:nvGrpSpPr>
        <p:grpSpPr>
          <a:xfrm>
            <a:off x="4065768" y="2381544"/>
            <a:ext cx="407160" cy="448560"/>
            <a:chOff x="4065768" y="2381544"/>
            <a:chExt cx="407160" cy="44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B3DE2D93-9073-2845-E544-D516F2CAC934}"/>
                    </a:ext>
                  </a:extLst>
                </p14:cNvPr>
                <p14:cNvContentPartPr/>
                <p14:nvPr/>
              </p14:nvContentPartPr>
              <p14:xfrm>
                <a:off x="4065768" y="2381544"/>
                <a:ext cx="309600" cy="4485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B3DE2D93-9073-2845-E544-D516F2CAC934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4056768" y="2372544"/>
                  <a:ext cx="327240" cy="46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CAD740D9-FF50-BF50-81AF-349CAAA39CEF}"/>
                    </a:ext>
                  </a:extLst>
                </p14:cNvPr>
                <p14:cNvContentPartPr/>
                <p14:nvPr/>
              </p14:nvContentPartPr>
              <p14:xfrm>
                <a:off x="4468248" y="2679264"/>
                <a:ext cx="4680" cy="190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CAD740D9-FF50-BF50-81AF-349CAAA39CEF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4459248" y="2670624"/>
                  <a:ext cx="2232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55A0EE8B-7E6B-864E-B3C2-DD795C8E689E}"/>
              </a:ext>
            </a:extLst>
          </p:cNvPr>
          <p:cNvGrpSpPr/>
          <p:nvPr/>
        </p:nvGrpSpPr>
        <p:grpSpPr>
          <a:xfrm>
            <a:off x="4962528" y="2466504"/>
            <a:ext cx="1090440" cy="374760"/>
            <a:chOff x="4962528" y="2466504"/>
            <a:chExt cx="1090440" cy="37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5429F66-5FD5-FCAB-A7C4-550178159A25}"/>
                    </a:ext>
                  </a:extLst>
                </p14:cNvPr>
                <p14:cNvContentPartPr/>
                <p14:nvPr/>
              </p14:nvContentPartPr>
              <p14:xfrm>
                <a:off x="4962528" y="2468304"/>
                <a:ext cx="135000" cy="2062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5429F66-5FD5-FCAB-A7C4-550178159A25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4953528" y="2459664"/>
                  <a:ext cx="1526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21B9FA78-A0C9-7891-B527-F63FE7236C1B}"/>
                    </a:ext>
                  </a:extLst>
                </p14:cNvPr>
                <p14:cNvContentPartPr/>
                <p14:nvPr/>
              </p14:nvContentPartPr>
              <p14:xfrm>
                <a:off x="5185368" y="2580984"/>
                <a:ext cx="360720" cy="799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21B9FA78-A0C9-7891-B527-F63FE7236C1B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5176728" y="2572344"/>
                  <a:ext cx="37836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8FC68CE1-34CB-9FE9-2E6D-575CDBE0D4E5}"/>
                    </a:ext>
                  </a:extLst>
                </p14:cNvPr>
                <p14:cNvContentPartPr/>
                <p14:nvPr/>
              </p14:nvContentPartPr>
              <p14:xfrm>
                <a:off x="5603328" y="2575944"/>
                <a:ext cx="229320" cy="2653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8FC68CE1-34CB-9FE9-2E6D-575CDBE0D4E5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5594328" y="2567304"/>
                  <a:ext cx="24696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73512223-E99B-48D5-D69A-ECB434BAF374}"/>
                    </a:ext>
                  </a:extLst>
                </p14:cNvPr>
                <p14:cNvContentPartPr/>
                <p14:nvPr/>
              </p14:nvContentPartPr>
              <p14:xfrm>
                <a:off x="5877648" y="2466504"/>
                <a:ext cx="21600" cy="507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73512223-E99B-48D5-D69A-ECB434BAF374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5869008" y="2457864"/>
                  <a:ext cx="3924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A30382F-73A7-AB98-7E42-366D12C0A1D0}"/>
                    </a:ext>
                  </a:extLst>
                </p14:cNvPr>
                <p14:cNvContentPartPr/>
                <p14:nvPr/>
              </p14:nvContentPartPr>
              <p14:xfrm>
                <a:off x="5945328" y="2554704"/>
                <a:ext cx="107640" cy="1000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A30382F-73A7-AB98-7E42-366D12C0A1D0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5936688" y="2546064"/>
                  <a:ext cx="125280" cy="11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5F80E88E-5EF0-8D2E-D439-EEC8BA621B87}"/>
              </a:ext>
            </a:extLst>
          </p:cNvPr>
          <p:cNvGrpSpPr/>
          <p:nvPr/>
        </p:nvGrpSpPr>
        <p:grpSpPr>
          <a:xfrm>
            <a:off x="6366168" y="2386584"/>
            <a:ext cx="2363040" cy="371520"/>
            <a:chOff x="6366168" y="2386584"/>
            <a:chExt cx="236304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10927E94-2272-F487-85B5-56F227619F05}"/>
                    </a:ext>
                  </a:extLst>
                </p14:cNvPr>
                <p14:cNvContentPartPr/>
                <p14:nvPr/>
              </p14:nvContentPartPr>
              <p14:xfrm>
                <a:off x="6366168" y="2448504"/>
                <a:ext cx="280800" cy="2138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10927E94-2272-F487-85B5-56F227619F05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6357528" y="2439864"/>
                  <a:ext cx="2984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7392F18D-2FBC-24E8-6D71-264ECC0BF095}"/>
                    </a:ext>
                  </a:extLst>
                </p14:cNvPr>
                <p14:cNvContentPartPr/>
                <p14:nvPr/>
              </p14:nvContentPartPr>
              <p14:xfrm>
                <a:off x="6609168" y="2586384"/>
                <a:ext cx="67320" cy="198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7392F18D-2FBC-24E8-6D71-264ECC0BF095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6600168" y="2577744"/>
                  <a:ext cx="849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0CC55D43-303D-1505-24F9-B2052A7737E0}"/>
                    </a:ext>
                  </a:extLst>
                </p14:cNvPr>
                <p14:cNvContentPartPr/>
                <p14:nvPr/>
              </p14:nvContentPartPr>
              <p14:xfrm>
                <a:off x="6745248" y="2638944"/>
                <a:ext cx="360" cy="3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0CC55D43-303D-1505-24F9-B2052A7737E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736248" y="263030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600B7F0A-0D5D-53AC-3DC7-A540DBFF3028}"/>
                    </a:ext>
                  </a:extLst>
                </p14:cNvPr>
                <p14:cNvContentPartPr/>
                <p14:nvPr/>
              </p14:nvContentPartPr>
              <p14:xfrm>
                <a:off x="6880248" y="2496384"/>
                <a:ext cx="194400" cy="144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600B7F0A-0D5D-53AC-3DC7-A540DBFF302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871608" y="2487384"/>
                  <a:ext cx="2120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7A0AD391-9726-0BBA-FEF9-B8BC3CE8519A}"/>
                    </a:ext>
                  </a:extLst>
                </p14:cNvPr>
                <p14:cNvContentPartPr/>
                <p14:nvPr/>
              </p14:nvContentPartPr>
              <p14:xfrm>
                <a:off x="7218288" y="2587824"/>
                <a:ext cx="38160" cy="180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7A0AD391-9726-0BBA-FEF9-B8BC3CE8519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209648" y="2578824"/>
                  <a:ext cx="5580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B3BB377A-2635-5B03-E7BF-C1F38D9419F3}"/>
                    </a:ext>
                  </a:extLst>
                </p14:cNvPr>
                <p14:cNvContentPartPr/>
                <p14:nvPr/>
              </p14:nvContentPartPr>
              <p14:xfrm>
                <a:off x="7436448" y="2546064"/>
                <a:ext cx="124920" cy="201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B3BB377A-2635-5B03-E7BF-C1F38D9419F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427448" y="2537424"/>
                  <a:ext cx="1425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9E9026C3-69B3-58EA-483B-50E40CDFE637}"/>
                    </a:ext>
                  </a:extLst>
                </p14:cNvPr>
                <p14:cNvContentPartPr/>
                <p14:nvPr/>
              </p14:nvContentPartPr>
              <p14:xfrm>
                <a:off x="7753248" y="2467944"/>
                <a:ext cx="156240" cy="1580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9E9026C3-69B3-58EA-483B-50E40CDFE63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744248" y="2458944"/>
                  <a:ext cx="1738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8F207857-587F-5808-9A57-B6CCDDB1951C}"/>
                    </a:ext>
                  </a:extLst>
                </p14:cNvPr>
                <p14:cNvContentPartPr/>
                <p14:nvPr/>
              </p14:nvContentPartPr>
              <p14:xfrm>
                <a:off x="7999848" y="2491704"/>
                <a:ext cx="102240" cy="907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8F207857-587F-5808-9A57-B6CCDDB1951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990848" y="2483064"/>
                  <a:ext cx="1198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D879ACDD-E4D3-7A39-553C-016EB324FC3F}"/>
                    </a:ext>
                  </a:extLst>
                </p14:cNvPr>
                <p14:cNvContentPartPr/>
                <p14:nvPr/>
              </p14:nvContentPartPr>
              <p14:xfrm>
                <a:off x="8200728" y="2498544"/>
                <a:ext cx="39960" cy="1436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D879ACDD-E4D3-7A39-553C-016EB324FC3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192088" y="2489904"/>
                  <a:ext cx="576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92E6ECD1-E94D-1486-C47B-C004E521B9DF}"/>
                    </a:ext>
                  </a:extLst>
                </p14:cNvPr>
                <p14:cNvContentPartPr/>
                <p14:nvPr/>
              </p14:nvContentPartPr>
              <p14:xfrm>
                <a:off x="8347248" y="2452104"/>
                <a:ext cx="79920" cy="1461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92E6ECD1-E94D-1486-C47B-C004E521B9D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338248" y="2443464"/>
                  <a:ext cx="975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E5AB72F-7EAD-51B6-A4C0-669BFB5D5587}"/>
                    </a:ext>
                  </a:extLst>
                </p14:cNvPr>
                <p14:cNvContentPartPr/>
                <p14:nvPr/>
              </p14:nvContentPartPr>
              <p14:xfrm>
                <a:off x="8467848" y="2386584"/>
                <a:ext cx="247320" cy="3715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E5AB72F-7EAD-51B6-A4C0-669BFB5D5587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458848" y="2377584"/>
                  <a:ext cx="264960" cy="38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FD1D3C68-CF23-5087-1590-E1154E38A146}"/>
                    </a:ext>
                  </a:extLst>
                </p14:cNvPr>
                <p14:cNvContentPartPr/>
                <p14:nvPr/>
              </p14:nvContentPartPr>
              <p14:xfrm>
                <a:off x="8704728" y="2725704"/>
                <a:ext cx="24480" cy="172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FD1D3C68-CF23-5087-1590-E1154E38A14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695728" y="2717064"/>
                  <a:ext cx="4212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C3A356B-5ED1-0BFF-D643-A746F50C85AE}"/>
              </a:ext>
            </a:extLst>
          </p:cNvPr>
          <p:cNvGrpSpPr/>
          <p:nvPr/>
        </p:nvGrpSpPr>
        <p:grpSpPr>
          <a:xfrm>
            <a:off x="901728" y="3097584"/>
            <a:ext cx="3575880" cy="518040"/>
            <a:chOff x="901728" y="3097584"/>
            <a:chExt cx="3575880" cy="51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A45BBC7E-D8AB-9852-BB93-76D56639BFD4}"/>
                    </a:ext>
                  </a:extLst>
                </p14:cNvPr>
                <p14:cNvContentPartPr/>
                <p14:nvPr/>
              </p14:nvContentPartPr>
              <p14:xfrm>
                <a:off x="901728" y="3097584"/>
                <a:ext cx="443520" cy="3474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A45BBC7E-D8AB-9852-BB93-76D56639BFD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93088" y="3088584"/>
                  <a:ext cx="46116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699B0CD9-D9CE-C0C3-8ABF-F1A85718E878}"/>
                    </a:ext>
                  </a:extLst>
                </p14:cNvPr>
                <p14:cNvContentPartPr/>
                <p14:nvPr/>
              </p14:nvContentPartPr>
              <p14:xfrm>
                <a:off x="1397088" y="3341304"/>
                <a:ext cx="3960" cy="662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699B0CD9-D9CE-C0C3-8ABF-F1A85718E87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388448" y="3332304"/>
                  <a:ext cx="216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72890FB7-FA99-CEE4-579A-C394E7EE4EC2}"/>
                    </a:ext>
                  </a:extLst>
                </p14:cNvPr>
                <p14:cNvContentPartPr/>
                <p14:nvPr/>
              </p14:nvContentPartPr>
              <p14:xfrm>
                <a:off x="1424808" y="3269304"/>
                <a:ext cx="11520" cy="180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72890FB7-FA99-CEE4-579A-C394E7EE4EC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415808" y="3260664"/>
                  <a:ext cx="291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141B8149-EF39-07AD-3445-DFEBF89135D4}"/>
                    </a:ext>
                  </a:extLst>
                </p14:cNvPr>
                <p14:cNvContentPartPr/>
                <p14:nvPr/>
              </p14:nvContentPartPr>
              <p14:xfrm>
                <a:off x="1485288" y="3191904"/>
                <a:ext cx="363600" cy="2311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141B8149-EF39-07AD-3445-DFEBF89135D4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476648" y="3182904"/>
                  <a:ext cx="38124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D803746F-3844-9627-9920-5721B6CA343D}"/>
                    </a:ext>
                  </a:extLst>
                </p14:cNvPr>
                <p14:cNvContentPartPr/>
                <p14:nvPr/>
              </p14:nvContentPartPr>
              <p14:xfrm>
                <a:off x="2169648" y="3199824"/>
                <a:ext cx="284040" cy="2530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D803746F-3844-9627-9920-5721B6CA343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161008" y="3190824"/>
                  <a:ext cx="3016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6D90BDCC-EC54-7B3D-3B77-6ADFEB1E5289}"/>
                    </a:ext>
                  </a:extLst>
                </p14:cNvPr>
                <p14:cNvContentPartPr/>
                <p14:nvPr/>
              </p14:nvContentPartPr>
              <p14:xfrm>
                <a:off x="2442528" y="3340944"/>
                <a:ext cx="144360" cy="849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6D90BDCC-EC54-7B3D-3B77-6ADFEB1E528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433528" y="3332304"/>
                  <a:ext cx="16200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B6F1304-F3E4-D47B-D7F3-72B021078450}"/>
                    </a:ext>
                  </a:extLst>
                </p14:cNvPr>
                <p14:cNvContentPartPr/>
                <p14:nvPr/>
              </p14:nvContentPartPr>
              <p14:xfrm>
                <a:off x="2630448" y="3319704"/>
                <a:ext cx="302760" cy="1224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B6F1304-F3E4-D47B-D7F3-72B02107845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621448" y="3311064"/>
                  <a:ext cx="3204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67AA198A-DEAB-EDF0-14DC-0663D6121A7A}"/>
                    </a:ext>
                  </a:extLst>
                </p14:cNvPr>
                <p14:cNvContentPartPr/>
                <p14:nvPr/>
              </p14:nvContentPartPr>
              <p14:xfrm>
                <a:off x="2995128" y="3127104"/>
                <a:ext cx="466560" cy="2764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67AA198A-DEAB-EDF0-14DC-0663D6121A7A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986488" y="3118464"/>
                  <a:ext cx="48420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BB490895-5CC1-CC3B-0EA9-E541E3D09D99}"/>
                    </a:ext>
                  </a:extLst>
                </p14:cNvPr>
                <p14:cNvContentPartPr/>
                <p14:nvPr/>
              </p14:nvContentPartPr>
              <p14:xfrm>
                <a:off x="3522888" y="3320064"/>
                <a:ext cx="720" cy="54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BB490895-5CC1-CC3B-0EA9-E541E3D09D9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514248" y="3311424"/>
                  <a:ext cx="183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7A26770-D4E8-2748-48D3-A915107AF3E3}"/>
                    </a:ext>
                  </a:extLst>
                </p14:cNvPr>
                <p14:cNvContentPartPr/>
                <p14:nvPr/>
              </p14:nvContentPartPr>
              <p14:xfrm>
                <a:off x="3436128" y="3195144"/>
                <a:ext cx="212040" cy="1818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7A26770-D4E8-2748-48D3-A915107AF3E3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3427128" y="3186504"/>
                  <a:ext cx="2296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B35D1372-07AF-9572-E018-7F9B7C000BFA}"/>
                    </a:ext>
                  </a:extLst>
                </p14:cNvPr>
                <p14:cNvContentPartPr/>
                <p14:nvPr/>
              </p14:nvContentPartPr>
              <p14:xfrm>
                <a:off x="3742128" y="3306744"/>
                <a:ext cx="78480" cy="777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B35D1372-07AF-9572-E018-7F9B7C000BFA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3733488" y="3298104"/>
                  <a:ext cx="9612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B324CCD0-A010-3337-23D9-08DB9A33226F}"/>
                    </a:ext>
                  </a:extLst>
                </p14:cNvPr>
                <p14:cNvContentPartPr/>
                <p14:nvPr/>
              </p14:nvContentPartPr>
              <p14:xfrm>
                <a:off x="3470688" y="3350664"/>
                <a:ext cx="4680" cy="712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B324CCD0-A010-3337-23D9-08DB9A33226F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3461688" y="3342024"/>
                  <a:ext cx="2232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A0898163-9C16-F083-B549-9B7CC7A26A20}"/>
                    </a:ext>
                  </a:extLst>
                </p14:cNvPr>
                <p14:cNvContentPartPr/>
                <p14:nvPr/>
              </p14:nvContentPartPr>
              <p14:xfrm>
                <a:off x="3506328" y="3263544"/>
                <a:ext cx="8280" cy="151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A0898163-9C16-F083-B549-9B7CC7A26A20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3497688" y="3254904"/>
                  <a:ext cx="259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2CFBE908-2FA1-FC9D-0EEF-21BAA23FBF50}"/>
                    </a:ext>
                  </a:extLst>
                </p14:cNvPr>
                <p14:cNvContentPartPr/>
                <p14:nvPr/>
              </p14:nvContentPartPr>
              <p14:xfrm>
                <a:off x="991728" y="3543624"/>
                <a:ext cx="2979360" cy="720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2CFBE908-2FA1-FC9D-0EEF-21BAA23FBF50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983088" y="3534624"/>
                  <a:ext cx="299700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F6EC7A0F-DC9C-F2AD-4F7F-FD505409FDEA}"/>
                    </a:ext>
                  </a:extLst>
                </p14:cNvPr>
                <p14:cNvContentPartPr/>
                <p14:nvPr/>
              </p14:nvContentPartPr>
              <p14:xfrm>
                <a:off x="4243608" y="3465504"/>
                <a:ext cx="26640" cy="813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F6EC7A0F-DC9C-F2AD-4F7F-FD505409FDEA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4234968" y="3456864"/>
                  <a:ext cx="442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69A9EB9-4166-9811-3401-5631236E9496}"/>
                    </a:ext>
                  </a:extLst>
                </p14:cNvPr>
                <p14:cNvContentPartPr/>
                <p14:nvPr/>
              </p14:nvContentPartPr>
              <p14:xfrm>
                <a:off x="4280328" y="3273984"/>
                <a:ext cx="197280" cy="1447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69A9EB9-4166-9811-3401-5631236E9496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4271688" y="3265344"/>
                  <a:ext cx="21492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A39DD137-71DD-5CB8-B2B2-EC3433BD2024}"/>
              </a:ext>
            </a:extLst>
          </p:cNvPr>
          <p:cNvGrpSpPr/>
          <p:nvPr/>
        </p:nvGrpSpPr>
        <p:grpSpPr>
          <a:xfrm>
            <a:off x="4903128" y="3086424"/>
            <a:ext cx="5884920" cy="859680"/>
            <a:chOff x="4903128" y="3086424"/>
            <a:chExt cx="5884920" cy="85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EE048282-C325-6E9A-CAB2-8C1F11C2ACAF}"/>
                    </a:ext>
                  </a:extLst>
                </p14:cNvPr>
                <p14:cNvContentPartPr/>
                <p14:nvPr/>
              </p14:nvContentPartPr>
              <p14:xfrm>
                <a:off x="4903128" y="3245904"/>
                <a:ext cx="265680" cy="1501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EE048282-C325-6E9A-CAB2-8C1F11C2ACAF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4894488" y="3236904"/>
                  <a:ext cx="2833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4FE0B840-322F-A8F2-1731-7F1E8EA7F284}"/>
                    </a:ext>
                  </a:extLst>
                </p14:cNvPr>
                <p14:cNvContentPartPr/>
                <p14:nvPr/>
              </p14:nvContentPartPr>
              <p14:xfrm>
                <a:off x="5264568" y="3286584"/>
                <a:ext cx="64080" cy="820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4FE0B840-322F-A8F2-1731-7F1E8EA7F284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5255568" y="3277944"/>
                  <a:ext cx="817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88E15162-5158-D1BE-579E-DA3E5B283E39}"/>
                    </a:ext>
                  </a:extLst>
                </p14:cNvPr>
                <p14:cNvContentPartPr/>
                <p14:nvPr/>
              </p14:nvContentPartPr>
              <p14:xfrm>
                <a:off x="5406768" y="3313224"/>
                <a:ext cx="93240" cy="518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88E15162-5158-D1BE-579E-DA3E5B283E39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5397768" y="3304584"/>
                  <a:ext cx="11088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0B43EF80-A8C8-25C8-50C5-39B5E3F6483B}"/>
                    </a:ext>
                  </a:extLst>
                </p14:cNvPr>
                <p14:cNvContentPartPr/>
                <p14:nvPr/>
              </p14:nvContentPartPr>
              <p14:xfrm>
                <a:off x="5585688" y="3227544"/>
                <a:ext cx="95400" cy="1530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0B43EF80-A8C8-25C8-50C5-39B5E3F6483B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5576688" y="3218904"/>
                  <a:ext cx="1130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F0720D6A-F7A7-6236-44A2-7700CC9A10DF}"/>
                    </a:ext>
                  </a:extLst>
                </p14:cNvPr>
                <p14:cNvContentPartPr/>
                <p14:nvPr/>
              </p14:nvContentPartPr>
              <p14:xfrm>
                <a:off x="6025608" y="3257064"/>
                <a:ext cx="1060560" cy="1213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F0720D6A-F7A7-6236-44A2-7700CC9A10DF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016968" y="3248424"/>
                  <a:ext cx="10782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369BB096-2802-6042-025B-5653181CACBC}"/>
                    </a:ext>
                  </a:extLst>
                </p14:cNvPr>
                <p14:cNvContentPartPr/>
                <p14:nvPr/>
              </p14:nvContentPartPr>
              <p14:xfrm>
                <a:off x="7103448" y="3268224"/>
                <a:ext cx="98280" cy="2804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369BB096-2802-6042-025B-5653181CACBC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7094808" y="3259584"/>
                  <a:ext cx="11592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D932177A-47B0-306A-EF65-2F8C462B333C}"/>
                    </a:ext>
                  </a:extLst>
                </p14:cNvPr>
                <p14:cNvContentPartPr/>
                <p14:nvPr/>
              </p14:nvContentPartPr>
              <p14:xfrm>
                <a:off x="7681608" y="3142584"/>
                <a:ext cx="575280" cy="2570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D932177A-47B0-306A-EF65-2F8C462B333C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7672968" y="3133944"/>
                  <a:ext cx="59292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750CB042-E007-FA9B-CF3E-D71EBF98B686}"/>
                    </a:ext>
                  </a:extLst>
                </p14:cNvPr>
                <p14:cNvContentPartPr/>
                <p14:nvPr/>
              </p14:nvContentPartPr>
              <p14:xfrm>
                <a:off x="8336808" y="3205224"/>
                <a:ext cx="334800" cy="1209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750CB042-E007-FA9B-CF3E-D71EBF98B686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8328168" y="3196224"/>
                  <a:ext cx="3524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B3C8A2F4-BED4-0FC5-8E0E-3C0B522AF651}"/>
                    </a:ext>
                  </a:extLst>
                </p14:cNvPr>
                <p14:cNvContentPartPr/>
                <p14:nvPr/>
              </p14:nvContentPartPr>
              <p14:xfrm>
                <a:off x="8612568" y="3154824"/>
                <a:ext cx="151920" cy="2084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B3C8A2F4-BED4-0FC5-8E0E-3C0B522AF651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8603568" y="3145824"/>
                  <a:ext cx="1695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973EADE3-5B96-7FD6-EA6F-EE37556DED52}"/>
                    </a:ext>
                  </a:extLst>
                </p14:cNvPr>
                <p14:cNvContentPartPr/>
                <p14:nvPr/>
              </p14:nvContentPartPr>
              <p14:xfrm>
                <a:off x="9087768" y="3086424"/>
                <a:ext cx="725760" cy="2869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973EADE3-5B96-7FD6-EA6F-EE37556DED52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9078768" y="3077424"/>
                  <a:ext cx="74340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50D0B36B-EE43-3763-9A9E-19BCD68B3E6D}"/>
                    </a:ext>
                  </a:extLst>
                </p14:cNvPr>
                <p14:cNvContentPartPr/>
                <p14:nvPr/>
              </p14:nvContentPartPr>
              <p14:xfrm>
                <a:off x="9310608" y="3134664"/>
                <a:ext cx="136080" cy="75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50D0B36B-EE43-3763-9A9E-19BCD68B3E6D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9301608" y="3126024"/>
                  <a:ext cx="1537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F3B7E921-A503-3779-C829-DFCE3C38D8A0}"/>
                    </a:ext>
                  </a:extLst>
                </p14:cNvPr>
                <p14:cNvContentPartPr/>
                <p14:nvPr/>
              </p14:nvContentPartPr>
              <p14:xfrm>
                <a:off x="10185768" y="3182184"/>
                <a:ext cx="87840" cy="669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F3B7E921-A503-3779-C829-DFCE3C38D8A0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0177128" y="3173184"/>
                  <a:ext cx="10548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0E597CC1-AE1C-4BC5-2329-30684108757F}"/>
                    </a:ext>
                  </a:extLst>
                </p14:cNvPr>
                <p14:cNvContentPartPr/>
                <p14:nvPr/>
              </p14:nvContentPartPr>
              <p14:xfrm>
                <a:off x="10246968" y="3176424"/>
                <a:ext cx="322560" cy="1076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0E597CC1-AE1C-4BC5-2329-30684108757F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0238328" y="3167784"/>
                  <a:ext cx="34020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86D8755C-7814-7687-DE16-11B80D6DA44E}"/>
                    </a:ext>
                  </a:extLst>
                </p14:cNvPr>
                <p14:cNvContentPartPr/>
                <p14:nvPr/>
              </p14:nvContentPartPr>
              <p14:xfrm>
                <a:off x="10753128" y="3333024"/>
                <a:ext cx="34920" cy="183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86D8755C-7814-7687-DE16-11B80D6DA44E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0744488" y="3324384"/>
                  <a:ext cx="52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CDCFF0A9-E08F-28A3-954B-B80BB9EAB8A3}"/>
                    </a:ext>
                  </a:extLst>
                </p14:cNvPr>
                <p14:cNvContentPartPr/>
                <p14:nvPr/>
              </p14:nvContentPartPr>
              <p14:xfrm>
                <a:off x="5001768" y="3698424"/>
                <a:ext cx="123120" cy="237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CDCFF0A9-E08F-28A3-954B-B80BB9EAB8A3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4992768" y="3689424"/>
                  <a:ext cx="1407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25A4E407-68D5-E0F9-B0E4-DC05F6490085}"/>
                    </a:ext>
                  </a:extLst>
                </p14:cNvPr>
                <p14:cNvContentPartPr/>
                <p14:nvPr/>
              </p14:nvContentPartPr>
              <p14:xfrm>
                <a:off x="5373648" y="3602664"/>
                <a:ext cx="222480" cy="1353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25A4E407-68D5-E0F9-B0E4-DC05F6490085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5364648" y="3593664"/>
                  <a:ext cx="2401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C5E69C08-FB3B-E08C-E6D4-41C2D1F03AC9}"/>
                    </a:ext>
                  </a:extLst>
                </p14:cNvPr>
                <p14:cNvContentPartPr/>
                <p14:nvPr/>
              </p14:nvContentPartPr>
              <p14:xfrm>
                <a:off x="5700888" y="3646224"/>
                <a:ext cx="32400" cy="745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C5E69C08-FB3B-E08C-E6D4-41C2D1F03AC9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5691888" y="3637584"/>
                  <a:ext cx="500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2568A3C1-2979-78D4-6AB0-A68E0B88BE29}"/>
                    </a:ext>
                  </a:extLst>
                </p14:cNvPr>
                <p14:cNvContentPartPr/>
                <p14:nvPr/>
              </p14:nvContentPartPr>
              <p14:xfrm>
                <a:off x="5825808" y="3639384"/>
                <a:ext cx="136800" cy="590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2568A3C1-2979-78D4-6AB0-A68E0B88BE29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5816808" y="3630384"/>
                  <a:ext cx="15444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D90D966A-FE01-2720-D3DC-8A0345AD59B2}"/>
                    </a:ext>
                  </a:extLst>
                </p14:cNvPr>
                <p14:cNvContentPartPr/>
                <p14:nvPr/>
              </p14:nvContentPartPr>
              <p14:xfrm>
                <a:off x="6033168" y="3477384"/>
                <a:ext cx="208080" cy="2588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D90D966A-FE01-2720-D3DC-8A0345AD59B2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6024168" y="3468744"/>
                  <a:ext cx="2257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FC9AA450-D21E-CE49-3047-84438D15D525}"/>
                    </a:ext>
                  </a:extLst>
                </p14:cNvPr>
                <p14:cNvContentPartPr/>
                <p14:nvPr/>
              </p14:nvContentPartPr>
              <p14:xfrm>
                <a:off x="6633288" y="3409344"/>
                <a:ext cx="253800" cy="3510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FC9AA450-D21E-CE49-3047-84438D15D525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6624288" y="3400344"/>
                  <a:ext cx="27144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E2FE38E2-0FE6-0D41-6EDD-432E74FEB13B}"/>
                    </a:ext>
                  </a:extLst>
                </p14:cNvPr>
                <p14:cNvContentPartPr/>
                <p14:nvPr/>
              </p14:nvContentPartPr>
              <p14:xfrm>
                <a:off x="6931728" y="3675384"/>
                <a:ext cx="435240" cy="795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E2FE38E2-0FE6-0D41-6EDD-432E74FEB13B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6922728" y="3666744"/>
                  <a:ext cx="45288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3BDF6CE6-FB6E-0C83-0C08-56E96B319346}"/>
                    </a:ext>
                  </a:extLst>
                </p14:cNvPr>
                <p14:cNvContentPartPr/>
                <p14:nvPr/>
              </p14:nvContentPartPr>
              <p14:xfrm>
                <a:off x="7595928" y="3667104"/>
                <a:ext cx="302760" cy="1224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3BDF6CE6-FB6E-0C83-0C08-56E96B319346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7586928" y="3658104"/>
                  <a:ext cx="3204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DB445E61-F95D-4ECC-E175-71360FDF412B}"/>
                    </a:ext>
                  </a:extLst>
                </p14:cNvPr>
                <p14:cNvContentPartPr/>
                <p14:nvPr/>
              </p14:nvContentPartPr>
              <p14:xfrm>
                <a:off x="7936128" y="3674304"/>
                <a:ext cx="12240" cy="813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DB445E61-F95D-4ECC-E175-71360FDF412B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7927488" y="3665304"/>
                  <a:ext cx="298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4B71652-AD19-1677-A17F-F8540E157FAF}"/>
                    </a:ext>
                  </a:extLst>
                </p14:cNvPr>
                <p14:cNvContentPartPr/>
                <p14:nvPr/>
              </p14:nvContentPartPr>
              <p14:xfrm>
                <a:off x="7992648" y="3589704"/>
                <a:ext cx="7200" cy="136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4B71652-AD19-1677-A17F-F8540E157FAF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7983648" y="3581064"/>
                  <a:ext cx="248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3FAC0A0C-F37E-F90F-83F6-2FC79A67BAD8}"/>
                    </a:ext>
                  </a:extLst>
                </p14:cNvPr>
                <p14:cNvContentPartPr/>
                <p14:nvPr/>
              </p14:nvContentPartPr>
              <p14:xfrm>
                <a:off x="8021448" y="3673224"/>
                <a:ext cx="213480" cy="482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3FAC0A0C-F37E-F90F-83F6-2FC79A67BAD8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8012448" y="3664584"/>
                  <a:ext cx="23112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9A6EFBB2-0ACC-B012-89A4-B7399DC39274}"/>
                    </a:ext>
                  </a:extLst>
                </p14:cNvPr>
                <p14:cNvContentPartPr/>
                <p14:nvPr/>
              </p14:nvContentPartPr>
              <p14:xfrm>
                <a:off x="8244288" y="3611304"/>
                <a:ext cx="2520" cy="468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9A6EFBB2-0ACC-B012-89A4-B7399DC39274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8235648" y="3602664"/>
                  <a:ext cx="201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B8424037-1C65-9284-E31E-7687C9E5D397}"/>
                    </a:ext>
                  </a:extLst>
                </p14:cNvPr>
                <p14:cNvContentPartPr/>
                <p14:nvPr/>
              </p14:nvContentPartPr>
              <p14:xfrm>
                <a:off x="8305488" y="3532104"/>
                <a:ext cx="105840" cy="2077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B8424037-1C65-9284-E31E-7687C9E5D397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8296488" y="3523464"/>
                  <a:ext cx="1234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DB9D6B42-3183-B320-FE63-4F389EBA50BE}"/>
                    </a:ext>
                  </a:extLst>
                </p14:cNvPr>
                <p14:cNvContentPartPr/>
                <p14:nvPr/>
              </p14:nvContentPartPr>
              <p14:xfrm>
                <a:off x="8454168" y="3643704"/>
                <a:ext cx="229320" cy="856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DB9D6B42-3183-B320-FE63-4F389EBA50BE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8445168" y="3634704"/>
                  <a:ext cx="24696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60CA86D5-E544-9702-7C3C-C3F1C02A6856}"/>
                    </a:ext>
                  </a:extLst>
                </p14:cNvPr>
                <p14:cNvContentPartPr/>
                <p14:nvPr/>
              </p14:nvContentPartPr>
              <p14:xfrm>
                <a:off x="8943408" y="3603024"/>
                <a:ext cx="1073160" cy="975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60CA86D5-E544-9702-7C3C-C3F1C02A6856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8934768" y="3594384"/>
                  <a:ext cx="10908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92693615-2B66-3999-3DBE-6CEF50BAEC37}"/>
                    </a:ext>
                  </a:extLst>
                </p14:cNvPr>
                <p14:cNvContentPartPr/>
                <p14:nvPr/>
              </p14:nvContentPartPr>
              <p14:xfrm>
                <a:off x="10051488" y="3529584"/>
                <a:ext cx="15840" cy="831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92693615-2B66-3999-3DBE-6CEF50BAEC37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0042848" y="3520584"/>
                  <a:ext cx="334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A019401-1AF9-7EFB-5BFF-3FBA25066F90}"/>
                    </a:ext>
                  </a:extLst>
                </p14:cNvPr>
                <p14:cNvContentPartPr/>
                <p14:nvPr/>
              </p14:nvContentPartPr>
              <p14:xfrm>
                <a:off x="9979848" y="3602664"/>
                <a:ext cx="352800" cy="3434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A019401-1AF9-7EFB-5BFF-3FBA25066F90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9970848" y="3593664"/>
                  <a:ext cx="370440" cy="36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515828D5-E920-4C07-6924-0426097455C9}"/>
              </a:ext>
            </a:extLst>
          </p:cNvPr>
          <p:cNvGrpSpPr/>
          <p:nvPr/>
        </p:nvGrpSpPr>
        <p:grpSpPr>
          <a:xfrm>
            <a:off x="6039288" y="3944304"/>
            <a:ext cx="506520" cy="361080"/>
            <a:chOff x="6039288" y="3944304"/>
            <a:chExt cx="506520" cy="36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BE26E045-C2B3-069E-2C4D-713EDF7263B7}"/>
                    </a:ext>
                  </a:extLst>
                </p14:cNvPr>
                <p14:cNvContentPartPr/>
                <p14:nvPr/>
              </p14:nvContentPartPr>
              <p14:xfrm>
                <a:off x="6039288" y="3944304"/>
                <a:ext cx="353160" cy="3610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BE26E045-C2B3-069E-2C4D-713EDF7263B7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6030648" y="3935304"/>
                  <a:ext cx="37080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F4556C46-C23F-514F-65BA-F3A9773EDCCB}"/>
                    </a:ext>
                  </a:extLst>
                </p14:cNvPr>
                <p14:cNvContentPartPr/>
                <p14:nvPr/>
              </p14:nvContentPartPr>
              <p14:xfrm>
                <a:off x="6469128" y="4076064"/>
                <a:ext cx="11520" cy="460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F4556C46-C23F-514F-65BA-F3A9773EDCCB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6460488" y="4067064"/>
                  <a:ext cx="291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63B94F6B-53DD-6118-DC1B-124A38048FBC}"/>
                    </a:ext>
                  </a:extLst>
                </p14:cNvPr>
                <p14:cNvContentPartPr/>
                <p14:nvPr/>
              </p14:nvContentPartPr>
              <p14:xfrm>
                <a:off x="6531048" y="3987504"/>
                <a:ext cx="14760" cy="126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63B94F6B-53DD-6118-DC1B-124A38048FBC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6522048" y="3978504"/>
                  <a:ext cx="3240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6754D7D5-8ED8-806D-5FDE-6184B76652B7}"/>
              </a:ext>
            </a:extLst>
          </p:cNvPr>
          <p:cNvGrpSpPr/>
          <p:nvPr/>
        </p:nvGrpSpPr>
        <p:grpSpPr>
          <a:xfrm>
            <a:off x="6888168" y="3931704"/>
            <a:ext cx="885240" cy="209160"/>
            <a:chOff x="6888168" y="3931704"/>
            <a:chExt cx="885240" cy="20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70F3A63C-12CD-49A7-433B-8DF4D49A5293}"/>
                    </a:ext>
                  </a:extLst>
                </p14:cNvPr>
                <p14:cNvContentPartPr/>
                <p14:nvPr/>
              </p14:nvContentPartPr>
              <p14:xfrm>
                <a:off x="6888168" y="4008024"/>
                <a:ext cx="451080" cy="1328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70F3A63C-12CD-49A7-433B-8DF4D49A5293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6879168" y="3999384"/>
                  <a:ext cx="4687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8D5FF820-3D29-00F6-4260-E93BC313F2B5}"/>
                    </a:ext>
                  </a:extLst>
                </p14:cNvPr>
                <p14:cNvContentPartPr/>
                <p14:nvPr/>
              </p14:nvContentPartPr>
              <p14:xfrm>
                <a:off x="7484688" y="3983904"/>
                <a:ext cx="7560" cy="273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8D5FF820-3D29-00F6-4260-E93BC313F2B5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7476048" y="3974904"/>
                  <a:ext cx="252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D93A7310-5BFD-30F5-79C7-965567FEBF25}"/>
                    </a:ext>
                  </a:extLst>
                </p14:cNvPr>
                <p14:cNvContentPartPr/>
                <p14:nvPr/>
              </p14:nvContentPartPr>
              <p14:xfrm>
                <a:off x="7523208" y="3984984"/>
                <a:ext cx="250200" cy="1011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D93A7310-5BFD-30F5-79C7-965567FEBF25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7514208" y="3976344"/>
                  <a:ext cx="2678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5B42B1D8-6E5F-C37F-8242-0D59EFD67A24}"/>
                    </a:ext>
                  </a:extLst>
                </p14:cNvPr>
                <p14:cNvContentPartPr/>
                <p14:nvPr/>
              </p14:nvContentPartPr>
              <p14:xfrm>
                <a:off x="7639488" y="3931704"/>
                <a:ext cx="13680" cy="151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5B42B1D8-6E5F-C37F-8242-0D59EFD67A24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7630488" y="3922704"/>
                  <a:ext cx="3132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C2E5B96-5FCD-80B0-5787-1D45C973E68E}"/>
              </a:ext>
            </a:extLst>
          </p:cNvPr>
          <p:cNvGrpSpPr/>
          <p:nvPr/>
        </p:nvGrpSpPr>
        <p:grpSpPr>
          <a:xfrm>
            <a:off x="8072208" y="3918744"/>
            <a:ext cx="999360" cy="217080"/>
            <a:chOff x="8072208" y="3918744"/>
            <a:chExt cx="999360" cy="21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B14B9245-01F5-267C-1D2E-D4633D9758CC}"/>
                    </a:ext>
                  </a:extLst>
                </p14:cNvPr>
                <p14:cNvContentPartPr/>
                <p14:nvPr/>
              </p14:nvContentPartPr>
              <p14:xfrm>
                <a:off x="8072208" y="3973824"/>
                <a:ext cx="253800" cy="1620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B14B9245-01F5-267C-1D2E-D4633D9758CC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8063568" y="3965184"/>
                  <a:ext cx="271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98A9FB3-88E1-BAAD-4729-F86622951D16}"/>
                    </a:ext>
                  </a:extLst>
                </p14:cNvPr>
                <p14:cNvContentPartPr/>
                <p14:nvPr/>
              </p14:nvContentPartPr>
              <p14:xfrm>
                <a:off x="8363808" y="3989304"/>
                <a:ext cx="14040" cy="180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98A9FB3-88E1-BAAD-4729-F86622951D16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8354808" y="3980664"/>
                  <a:ext cx="3168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B9829FC3-F1BD-A236-6459-E22FA88EC4C8}"/>
                    </a:ext>
                  </a:extLst>
                </p14:cNvPr>
                <p14:cNvContentPartPr/>
                <p14:nvPr/>
              </p14:nvContentPartPr>
              <p14:xfrm>
                <a:off x="8424648" y="4060584"/>
                <a:ext cx="168840" cy="298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B9829FC3-F1BD-A236-6459-E22FA88EC4C8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8415648" y="4051584"/>
                  <a:ext cx="1864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7F3DB90E-2B05-CBF3-0A69-CE36DFD73538}"/>
                    </a:ext>
                  </a:extLst>
                </p14:cNvPr>
                <p14:cNvContentPartPr/>
                <p14:nvPr/>
              </p14:nvContentPartPr>
              <p14:xfrm>
                <a:off x="8624088" y="4001184"/>
                <a:ext cx="4680" cy="201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7F3DB90E-2B05-CBF3-0A69-CE36DFD73538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8615448" y="3992544"/>
                  <a:ext cx="223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2F29E744-7585-CA06-9B7A-4C8697D722AD}"/>
                    </a:ext>
                  </a:extLst>
                </p14:cNvPr>
                <p14:cNvContentPartPr/>
                <p14:nvPr/>
              </p14:nvContentPartPr>
              <p14:xfrm>
                <a:off x="8677368" y="3918744"/>
                <a:ext cx="100800" cy="1634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2F29E744-7585-CA06-9B7A-4C8697D722A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668728" y="3909744"/>
                  <a:ext cx="1184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56CD130B-AD44-A564-B770-D5DB8C12DDE1}"/>
                    </a:ext>
                  </a:extLst>
                </p14:cNvPr>
                <p14:cNvContentPartPr/>
                <p14:nvPr/>
              </p14:nvContentPartPr>
              <p14:xfrm>
                <a:off x="8831088" y="3994344"/>
                <a:ext cx="21960" cy="223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56CD130B-AD44-A564-B770-D5DB8C12DDE1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822088" y="3985344"/>
                  <a:ext cx="3960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7BD112A-A131-019B-7520-7A46577710DA}"/>
                    </a:ext>
                  </a:extLst>
                </p14:cNvPr>
                <p14:cNvContentPartPr/>
                <p14:nvPr/>
              </p14:nvContentPartPr>
              <p14:xfrm>
                <a:off x="8914248" y="4015224"/>
                <a:ext cx="157320" cy="270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7BD112A-A131-019B-7520-7A46577710DA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905248" y="4006224"/>
                  <a:ext cx="174960" cy="4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66DC839A-7630-8962-279F-647CCA0ABCF7}"/>
              </a:ext>
            </a:extLst>
          </p:cNvPr>
          <p:cNvGrpSpPr/>
          <p:nvPr/>
        </p:nvGrpSpPr>
        <p:grpSpPr>
          <a:xfrm>
            <a:off x="9388728" y="3938544"/>
            <a:ext cx="173520" cy="135360"/>
            <a:chOff x="9388728" y="3938544"/>
            <a:chExt cx="173520" cy="13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E6890535-885E-E615-4F4D-8F5AF213F9B4}"/>
                    </a:ext>
                  </a:extLst>
                </p14:cNvPr>
                <p14:cNvContentPartPr/>
                <p14:nvPr/>
              </p14:nvContentPartPr>
              <p14:xfrm>
                <a:off x="9394488" y="3938544"/>
                <a:ext cx="19080" cy="1353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E6890535-885E-E615-4F4D-8F5AF213F9B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385848" y="3929544"/>
                  <a:ext cx="367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1E42F0F9-5608-2477-5994-700E8667C377}"/>
                    </a:ext>
                  </a:extLst>
                </p14:cNvPr>
                <p14:cNvContentPartPr/>
                <p14:nvPr/>
              </p14:nvContentPartPr>
              <p14:xfrm>
                <a:off x="9388728" y="4024224"/>
                <a:ext cx="173520" cy="414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1E42F0F9-5608-2477-5994-700E8667C37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379728" y="4015224"/>
                  <a:ext cx="191160" cy="5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1A675B4E-B36D-2F31-A245-8069765EF1FB}"/>
              </a:ext>
            </a:extLst>
          </p:cNvPr>
          <p:cNvGrpSpPr/>
          <p:nvPr/>
        </p:nvGrpSpPr>
        <p:grpSpPr>
          <a:xfrm>
            <a:off x="9800208" y="3957984"/>
            <a:ext cx="629640" cy="380520"/>
            <a:chOff x="9800208" y="3957984"/>
            <a:chExt cx="629640" cy="38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50B2C841-16B3-F9F8-3314-2E8E41DFFF89}"/>
                    </a:ext>
                  </a:extLst>
                </p14:cNvPr>
                <p14:cNvContentPartPr/>
                <p14:nvPr/>
              </p14:nvContentPartPr>
              <p14:xfrm>
                <a:off x="9800208" y="3957984"/>
                <a:ext cx="304560" cy="1602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50B2C841-16B3-F9F8-3314-2E8E41DFFF8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791568" y="3949344"/>
                  <a:ext cx="3222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A67B8F3-AB23-0CB6-4785-C2DB8FA67081}"/>
                    </a:ext>
                  </a:extLst>
                </p14:cNvPr>
                <p14:cNvContentPartPr/>
                <p14:nvPr/>
              </p14:nvContentPartPr>
              <p14:xfrm>
                <a:off x="10192248" y="4059864"/>
                <a:ext cx="237600" cy="2786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A67B8F3-AB23-0CB6-4785-C2DB8FA67081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183608" y="4050864"/>
                  <a:ext cx="255240" cy="29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3F8B240F-C1D8-742B-4A6E-2A529A53B5C7}"/>
                  </a:ext>
                </a:extLst>
              </p14:cNvPr>
              <p14:cNvContentPartPr/>
              <p14:nvPr/>
            </p14:nvContentPartPr>
            <p14:xfrm>
              <a:off x="5077368" y="4436064"/>
              <a:ext cx="141840" cy="1836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3F8B240F-C1D8-742B-4A6E-2A529A53B5C7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5068368" y="4427424"/>
                <a:ext cx="159480" cy="3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8" name="Group 217">
            <a:extLst>
              <a:ext uri="{FF2B5EF4-FFF2-40B4-BE49-F238E27FC236}">
                <a16:creationId xmlns:a16="http://schemas.microsoft.com/office/drawing/2014/main" id="{72FF91FA-A83C-FAE1-F807-4DB4C3C3A600}"/>
              </a:ext>
            </a:extLst>
          </p:cNvPr>
          <p:cNvGrpSpPr/>
          <p:nvPr/>
        </p:nvGrpSpPr>
        <p:grpSpPr>
          <a:xfrm>
            <a:off x="5625648" y="4283064"/>
            <a:ext cx="1359360" cy="221760"/>
            <a:chOff x="5625648" y="4283064"/>
            <a:chExt cx="1359360" cy="22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15345126-E8CA-27B2-BC44-DA2334C36040}"/>
                    </a:ext>
                  </a:extLst>
                </p14:cNvPr>
                <p14:cNvContentPartPr/>
                <p14:nvPr/>
              </p14:nvContentPartPr>
              <p14:xfrm>
                <a:off x="5642208" y="4342464"/>
                <a:ext cx="21960" cy="1252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15345126-E8CA-27B2-BC44-DA2334C36040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633208" y="4333464"/>
                  <a:ext cx="396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0178A383-617F-3315-BD0E-A164825748B5}"/>
                    </a:ext>
                  </a:extLst>
                </p14:cNvPr>
                <p14:cNvContentPartPr/>
                <p14:nvPr/>
              </p14:nvContentPartPr>
              <p14:xfrm>
                <a:off x="5625648" y="4303584"/>
                <a:ext cx="199080" cy="1818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0178A383-617F-3315-BD0E-A164825748B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616648" y="4294944"/>
                  <a:ext cx="2167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6DA06AB8-E707-EEBB-B0F3-6392B2A24E79}"/>
                    </a:ext>
                  </a:extLst>
                </p14:cNvPr>
                <p14:cNvContentPartPr/>
                <p14:nvPr/>
              </p14:nvContentPartPr>
              <p14:xfrm>
                <a:off x="5926608" y="4423464"/>
                <a:ext cx="23040" cy="813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6DA06AB8-E707-EEBB-B0F3-6392B2A24E79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917608" y="4414824"/>
                  <a:ext cx="406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1D3E2921-89A5-C9F9-ECFE-F1C4BA3B23BA}"/>
                    </a:ext>
                  </a:extLst>
                </p14:cNvPr>
                <p14:cNvContentPartPr/>
                <p14:nvPr/>
              </p14:nvContentPartPr>
              <p14:xfrm>
                <a:off x="5945688" y="4336704"/>
                <a:ext cx="27000" cy="291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1D3E2921-89A5-C9F9-ECFE-F1C4BA3B23B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937048" y="4328064"/>
                  <a:ext cx="446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BB842B10-AB46-BBED-962D-013BC1E59D41}"/>
                    </a:ext>
                  </a:extLst>
                </p14:cNvPr>
                <p14:cNvContentPartPr/>
                <p14:nvPr/>
              </p14:nvContentPartPr>
              <p14:xfrm>
                <a:off x="6023088" y="4404744"/>
                <a:ext cx="109800" cy="871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BB842B10-AB46-BBED-962D-013BC1E59D4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014088" y="4396104"/>
                  <a:ext cx="12744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EE881AC3-C382-DA2A-1E4C-CF20CBE30B7B}"/>
                    </a:ext>
                  </a:extLst>
                </p14:cNvPr>
                <p14:cNvContentPartPr/>
                <p14:nvPr/>
              </p14:nvContentPartPr>
              <p14:xfrm>
                <a:off x="6223968" y="4352544"/>
                <a:ext cx="19440" cy="1382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EE881AC3-C382-DA2A-1E4C-CF20CBE30B7B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214968" y="4343904"/>
                  <a:ext cx="370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B67F7FA2-FA5B-DE9E-778B-E396724671DB}"/>
                    </a:ext>
                  </a:extLst>
                </p14:cNvPr>
                <p14:cNvContentPartPr/>
                <p14:nvPr/>
              </p14:nvContentPartPr>
              <p14:xfrm>
                <a:off x="6298128" y="4424544"/>
                <a:ext cx="259920" cy="450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B67F7FA2-FA5B-DE9E-778B-E396724671D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289488" y="4415904"/>
                  <a:ext cx="2775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C8EACA0-A493-78CC-7E17-5D28D88D0F1D}"/>
                    </a:ext>
                  </a:extLst>
                </p14:cNvPr>
                <p14:cNvContentPartPr/>
                <p14:nvPr/>
              </p14:nvContentPartPr>
              <p14:xfrm>
                <a:off x="6563088" y="4397544"/>
                <a:ext cx="3600" cy="180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C8EACA0-A493-78CC-7E17-5D28D88D0F1D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554088" y="4388544"/>
                  <a:ext cx="2124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56697A85-35AB-32CF-3179-D27CC8896AA0}"/>
                    </a:ext>
                  </a:extLst>
                </p14:cNvPr>
                <p14:cNvContentPartPr/>
                <p14:nvPr/>
              </p14:nvContentPartPr>
              <p14:xfrm>
                <a:off x="6645528" y="4283064"/>
                <a:ext cx="339480" cy="1760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56697A85-35AB-32CF-3179-D27CC8896AA0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6636888" y="4274064"/>
                  <a:ext cx="35712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E6872F7C-51B9-D3E3-A5B5-BF0B34AE54C0}"/>
              </a:ext>
            </a:extLst>
          </p:cNvPr>
          <p:cNvGrpSpPr/>
          <p:nvPr/>
        </p:nvGrpSpPr>
        <p:grpSpPr>
          <a:xfrm>
            <a:off x="7308648" y="4335624"/>
            <a:ext cx="992520" cy="326520"/>
            <a:chOff x="7308648" y="4335624"/>
            <a:chExt cx="992520" cy="32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9239E798-4314-2D89-DCEF-880C031144FD}"/>
                    </a:ext>
                  </a:extLst>
                </p14:cNvPr>
                <p14:cNvContentPartPr/>
                <p14:nvPr/>
              </p14:nvContentPartPr>
              <p14:xfrm>
                <a:off x="7308648" y="4386024"/>
                <a:ext cx="859320" cy="9756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9239E798-4314-2D89-DCEF-880C031144FD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7300008" y="4377384"/>
                  <a:ext cx="87696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09BE448C-EEA4-AE28-D733-E31A846663FF}"/>
                    </a:ext>
                  </a:extLst>
                </p14:cNvPr>
                <p14:cNvContentPartPr/>
                <p14:nvPr/>
              </p14:nvContentPartPr>
              <p14:xfrm>
                <a:off x="8196768" y="4335624"/>
                <a:ext cx="22320" cy="460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09BE448C-EEA4-AE28-D733-E31A846663FF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8187768" y="4326624"/>
                  <a:ext cx="399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DDB54681-9BD4-C679-7D89-2527A29A15A1}"/>
                    </a:ext>
                  </a:extLst>
                </p14:cNvPr>
                <p14:cNvContentPartPr/>
                <p14:nvPr/>
              </p14:nvContentPartPr>
              <p14:xfrm>
                <a:off x="8193888" y="4377024"/>
                <a:ext cx="107280" cy="2851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DDB54681-9BD4-C679-7D89-2527A29A15A1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8185248" y="4368384"/>
                  <a:ext cx="124920" cy="30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6A6C530F-5045-71AE-A004-916FE091621B}"/>
              </a:ext>
            </a:extLst>
          </p:cNvPr>
          <p:cNvGrpSpPr/>
          <p:nvPr/>
        </p:nvGrpSpPr>
        <p:grpSpPr>
          <a:xfrm>
            <a:off x="8482608" y="4318344"/>
            <a:ext cx="348480" cy="152640"/>
            <a:chOff x="8482608" y="4318344"/>
            <a:chExt cx="348480" cy="15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68B2879-BEC8-EE56-262E-C401D0A849FA}"/>
                    </a:ext>
                  </a:extLst>
                </p14:cNvPr>
                <p14:cNvContentPartPr/>
                <p14:nvPr/>
              </p14:nvContentPartPr>
              <p14:xfrm>
                <a:off x="8482608" y="4417344"/>
                <a:ext cx="36720" cy="4608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68B2879-BEC8-EE56-262E-C401D0A849FA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8473968" y="4408704"/>
                  <a:ext cx="543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7DA79EF0-FBE5-53A9-62B4-87F8C639B96B}"/>
                    </a:ext>
                  </a:extLst>
                </p14:cNvPr>
                <p14:cNvContentPartPr/>
                <p14:nvPr/>
              </p14:nvContentPartPr>
              <p14:xfrm>
                <a:off x="8568648" y="4318344"/>
                <a:ext cx="8280" cy="2916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7DA79EF0-FBE5-53A9-62B4-87F8C639B96B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8560008" y="4309344"/>
                  <a:ext cx="259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35BB0304-A8E7-D13E-38CB-58D126C71CC1}"/>
                    </a:ext>
                  </a:extLst>
                </p14:cNvPr>
                <p14:cNvContentPartPr/>
                <p14:nvPr/>
              </p14:nvContentPartPr>
              <p14:xfrm>
                <a:off x="8644608" y="4434624"/>
                <a:ext cx="13320" cy="360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35BB0304-A8E7-D13E-38CB-58D126C71CC1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8635608" y="4425984"/>
                  <a:ext cx="309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9E209654-8738-BAC3-E594-2119E9D12974}"/>
                    </a:ext>
                  </a:extLst>
                </p14:cNvPr>
                <p14:cNvContentPartPr/>
                <p14:nvPr/>
              </p14:nvContentPartPr>
              <p14:xfrm>
                <a:off x="8716608" y="4415544"/>
                <a:ext cx="114480" cy="5544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9E209654-8738-BAC3-E594-2119E9D12974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8707608" y="4406904"/>
                  <a:ext cx="132120" cy="7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9D5BA474-E9EF-2E90-14E6-2D8A6BF96C84}"/>
              </a:ext>
            </a:extLst>
          </p:cNvPr>
          <p:cNvGrpSpPr/>
          <p:nvPr/>
        </p:nvGrpSpPr>
        <p:grpSpPr>
          <a:xfrm>
            <a:off x="9193608" y="4323024"/>
            <a:ext cx="1550520" cy="422640"/>
            <a:chOff x="9193608" y="4323024"/>
            <a:chExt cx="1550520" cy="42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860BE243-24A2-5291-DC09-8088732452D1}"/>
                    </a:ext>
                  </a:extLst>
                </p14:cNvPr>
                <p14:cNvContentPartPr/>
                <p14:nvPr/>
              </p14:nvContentPartPr>
              <p14:xfrm>
                <a:off x="9193608" y="4419144"/>
                <a:ext cx="424800" cy="1062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860BE243-24A2-5291-DC09-8088732452D1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9184968" y="4410504"/>
                  <a:ext cx="44244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57B3CE4B-CD09-6BD7-5FDF-D5CEE813CFB4}"/>
                    </a:ext>
                  </a:extLst>
                </p14:cNvPr>
                <p14:cNvContentPartPr/>
                <p14:nvPr/>
              </p14:nvContentPartPr>
              <p14:xfrm>
                <a:off x="9665928" y="4323024"/>
                <a:ext cx="162360" cy="2012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57B3CE4B-CD09-6BD7-5FDF-D5CEE813CFB4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9656928" y="4314024"/>
                  <a:ext cx="1800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7CF1D291-F0EB-F9A5-FB52-5EC1CC1E054D}"/>
                    </a:ext>
                  </a:extLst>
                </p14:cNvPr>
                <p14:cNvContentPartPr/>
                <p14:nvPr/>
              </p14:nvContentPartPr>
              <p14:xfrm>
                <a:off x="9724608" y="4397544"/>
                <a:ext cx="88200" cy="39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7CF1D291-F0EB-F9A5-FB52-5EC1CC1E054D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9715968" y="4388544"/>
                  <a:ext cx="10584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AA261F05-1DEC-68A6-41E1-2393F72B6EB4}"/>
                    </a:ext>
                  </a:extLst>
                </p14:cNvPr>
                <p14:cNvContentPartPr/>
                <p14:nvPr/>
              </p14:nvContentPartPr>
              <p14:xfrm>
                <a:off x="9908208" y="4473864"/>
                <a:ext cx="318960" cy="2718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AA261F05-1DEC-68A6-41E1-2393F72B6EB4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9899568" y="4464864"/>
                  <a:ext cx="33660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12BCFF70-3CBE-9A64-111A-DFE9AC6421C0}"/>
                    </a:ext>
                  </a:extLst>
                </p14:cNvPr>
                <p14:cNvContentPartPr/>
                <p14:nvPr/>
              </p14:nvContentPartPr>
              <p14:xfrm>
                <a:off x="10281528" y="4445784"/>
                <a:ext cx="286920" cy="1166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12BCFF70-3CBE-9A64-111A-DFE9AC6421C0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10272528" y="4437144"/>
                  <a:ext cx="30456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DC17C88A-8F9B-DAEC-062A-484D1045548F}"/>
                    </a:ext>
                  </a:extLst>
                </p14:cNvPr>
                <p14:cNvContentPartPr/>
                <p14:nvPr/>
              </p14:nvContentPartPr>
              <p14:xfrm>
                <a:off x="10705608" y="4575384"/>
                <a:ext cx="38520" cy="244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DC17C88A-8F9B-DAEC-062A-484D1045548F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10696968" y="4566384"/>
                  <a:ext cx="56160" cy="4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981719FF-4DEB-C27B-C718-D0F703CE6553}"/>
              </a:ext>
            </a:extLst>
          </p:cNvPr>
          <p:cNvGrpSpPr/>
          <p:nvPr/>
        </p:nvGrpSpPr>
        <p:grpSpPr>
          <a:xfrm>
            <a:off x="5971608" y="4828824"/>
            <a:ext cx="578520" cy="318600"/>
            <a:chOff x="5971608" y="4828824"/>
            <a:chExt cx="578520" cy="31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9AFFB682-B3F5-F256-CFB2-3F5D5F636C4A}"/>
                    </a:ext>
                  </a:extLst>
                </p14:cNvPr>
                <p14:cNvContentPartPr/>
                <p14:nvPr/>
              </p14:nvContentPartPr>
              <p14:xfrm>
                <a:off x="5971608" y="4834224"/>
                <a:ext cx="147960" cy="25992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9AFFB682-B3F5-F256-CFB2-3F5D5F636C4A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5962608" y="4825584"/>
                  <a:ext cx="16560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7CC86F8D-FC57-D8F8-2018-6B3E49B02434}"/>
                    </a:ext>
                  </a:extLst>
                </p14:cNvPr>
                <p14:cNvContentPartPr/>
                <p14:nvPr/>
              </p14:nvContentPartPr>
              <p14:xfrm>
                <a:off x="5986008" y="4828824"/>
                <a:ext cx="349560" cy="3186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7CC86F8D-FC57-D8F8-2018-6B3E49B02434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5977368" y="4820184"/>
                  <a:ext cx="36720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37FB86A5-3C3B-F82E-79FA-FBE350A43DFD}"/>
                    </a:ext>
                  </a:extLst>
                </p14:cNvPr>
                <p14:cNvContentPartPr/>
                <p14:nvPr/>
              </p14:nvContentPartPr>
              <p14:xfrm>
                <a:off x="6531768" y="4936824"/>
                <a:ext cx="5760" cy="2880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37FB86A5-3C3B-F82E-79FA-FBE350A43DFD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6523128" y="4928184"/>
                  <a:ext cx="234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44E8CC6B-5067-3981-9B6D-7160D7C1AB96}"/>
                    </a:ext>
                  </a:extLst>
                </p14:cNvPr>
                <p14:cNvContentPartPr/>
                <p14:nvPr/>
              </p14:nvContentPartPr>
              <p14:xfrm>
                <a:off x="6541128" y="4847184"/>
                <a:ext cx="9000" cy="612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44E8CC6B-5067-3981-9B6D-7160D7C1AB96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6532128" y="4838544"/>
                  <a:ext cx="26640" cy="2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4E6531C6-544A-E45B-16DB-96F76329BCF0}"/>
              </a:ext>
            </a:extLst>
          </p:cNvPr>
          <p:cNvGrpSpPr/>
          <p:nvPr/>
        </p:nvGrpSpPr>
        <p:grpSpPr>
          <a:xfrm>
            <a:off x="6851088" y="4729104"/>
            <a:ext cx="690480" cy="209160"/>
            <a:chOff x="6851088" y="4729104"/>
            <a:chExt cx="690480" cy="20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16966ACD-BAF4-BB38-9449-24B3A22DA970}"/>
                    </a:ext>
                  </a:extLst>
                </p14:cNvPr>
                <p14:cNvContentPartPr/>
                <p14:nvPr/>
              </p14:nvContentPartPr>
              <p14:xfrm>
                <a:off x="6851088" y="4809024"/>
                <a:ext cx="315360" cy="1249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16966ACD-BAF4-BB38-9449-24B3A22DA970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6842448" y="4800384"/>
                  <a:ext cx="3330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23F2C73E-C3C1-7F89-D527-476FFA2F108B}"/>
                    </a:ext>
                  </a:extLst>
                </p14:cNvPr>
                <p14:cNvContentPartPr/>
                <p14:nvPr/>
              </p14:nvContentPartPr>
              <p14:xfrm>
                <a:off x="7274088" y="4729104"/>
                <a:ext cx="86760" cy="1800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23F2C73E-C3C1-7F89-D527-476FFA2F108B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7265088" y="4720464"/>
                  <a:ext cx="1044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AE74F0C6-6F57-1567-2035-AAC9D13F9026}"/>
                    </a:ext>
                  </a:extLst>
                </p14:cNvPr>
                <p14:cNvContentPartPr/>
                <p14:nvPr/>
              </p14:nvContentPartPr>
              <p14:xfrm>
                <a:off x="7450848" y="4738104"/>
                <a:ext cx="90720" cy="2001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AE74F0C6-6F57-1567-2035-AAC9D13F9026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7442208" y="4729464"/>
                  <a:ext cx="108360" cy="21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5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80593DA4-13F4-99A7-266D-B15030C6AFD6}"/>
                  </a:ext>
                </a:extLst>
              </p14:cNvPr>
              <p14:cNvContentPartPr/>
              <p14:nvPr/>
            </p14:nvContentPartPr>
            <p14:xfrm>
              <a:off x="7875648" y="4887504"/>
              <a:ext cx="160200" cy="5580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80593DA4-13F4-99A7-266D-B15030C6AFD6}"/>
                  </a:ext>
                </a:extLst>
              </p:cNvPr>
              <p:cNvPicPr/>
              <p:nvPr/>
            </p:nvPicPr>
            <p:blipFill>
              <a:blip r:embed="rId386"/>
              <a:stretch>
                <a:fillRect/>
              </a:stretch>
            </p:blipFill>
            <p:spPr>
              <a:xfrm>
                <a:off x="7866648" y="4878864"/>
                <a:ext cx="177840" cy="7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7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616675FC-A353-1798-CBD4-5441A8A21D1B}"/>
                  </a:ext>
                </a:extLst>
              </p14:cNvPr>
              <p14:cNvContentPartPr/>
              <p14:nvPr/>
            </p14:nvContentPartPr>
            <p14:xfrm>
              <a:off x="7932528" y="4739544"/>
              <a:ext cx="43200" cy="5256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616675FC-A353-1798-CBD4-5441A8A21D1B}"/>
                  </a:ext>
                </a:extLst>
              </p:cNvPr>
              <p:cNvPicPr/>
              <p:nvPr/>
            </p:nvPicPr>
            <p:blipFill>
              <a:blip r:embed="rId388"/>
              <a:stretch>
                <a:fillRect/>
              </a:stretch>
            </p:blipFill>
            <p:spPr>
              <a:xfrm>
                <a:off x="7923888" y="4730904"/>
                <a:ext cx="60840" cy="70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8" name="Group 257">
            <a:extLst>
              <a:ext uri="{FF2B5EF4-FFF2-40B4-BE49-F238E27FC236}">
                <a16:creationId xmlns:a16="http://schemas.microsoft.com/office/drawing/2014/main" id="{C4B4B4D1-6E22-1432-0E6C-A2D2950A4759}"/>
              </a:ext>
            </a:extLst>
          </p:cNvPr>
          <p:cNvGrpSpPr/>
          <p:nvPr/>
        </p:nvGrpSpPr>
        <p:grpSpPr>
          <a:xfrm>
            <a:off x="8324928" y="4694904"/>
            <a:ext cx="1072080" cy="398880"/>
            <a:chOff x="8324928" y="4694904"/>
            <a:chExt cx="1072080" cy="39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355DD7BA-D591-FB31-74A6-84AC4FBD36C9}"/>
                    </a:ext>
                  </a:extLst>
                </p14:cNvPr>
                <p14:cNvContentPartPr/>
                <p14:nvPr/>
              </p14:nvContentPartPr>
              <p14:xfrm>
                <a:off x="8324928" y="4751424"/>
                <a:ext cx="279360" cy="3423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355DD7BA-D591-FB31-74A6-84AC4FBD36C9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8315928" y="4742424"/>
                  <a:ext cx="29700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8A65F31D-B42F-CDC4-5E08-80B062D5579E}"/>
                    </a:ext>
                  </a:extLst>
                </p14:cNvPr>
                <p14:cNvContentPartPr/>
                <p14:nvPr/>
              </p14:nvContentPartPr>
              <p14:xfrm>
                <a:off x="8664048" y="4803984"/>
                <a:ext cx="163800" cy="2725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8A65F31D-B42F-CDC4-5E08-80B062D5579E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8655048" y="4795344"/>
                  <a:ext cx="18144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171ABEBE-9868-2A0A-727A-7E4C4D663109}"/>
                    </a:ext>
                  </a:extLst>
                </p14:cNvPr>
                <p14:cNvContentPartPr/>
                <p14:nvPr/>
              </p14:nvContentPartPr>
              <p14:xfrm>
                <a:off x="8859168" y="4859784"/>
                <a:ext cx="65520" cy="4824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171ABEBE-9868-2A0A-727A-7E4C4D663109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8850528" y="4850784"/>
                  <a:ext cx="8316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279CB8D1-5BBC-2AB5-56E7-43D8F46CE369}"/>
                    </a:ext>
                  </a:extLst>
                </p14:cNvPr>
                <p14:cNvContentPartPr/>
                <p14:nvPr/>
              </p14:nvContentPartPr>
              <p14:xfrm>
                <a:off x="8993808" y="4832424"/>
                <a:ext cx="123480" cy="885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279CB8D1-5BBC-2AB5-56E7-43D8F46CE369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8985168" y="4823424"/>
                  <a:ext cx="1411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FCD61FDC-F894-2F64-B736-9123BF55C51A}"/>
                    </a:ext>
                  </a:extLst>
                </p14:cNvPr>
                <p14:cNvContentPartPr/>
                <p14:nvPr/>
              </p14:nvContentPartPr>
              <p14:xfrm>
                <a:off x="9214128" y="4694904"/>
                <a:ext cx="72360" cy="2419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FCD61FDC-F894-2F64-B736-9123BF55C51A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9205128" y="4686264"/>
                  <a:ext cx="900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67520910-A13A-BDD3-D0B8-3DD31A5C6C8F}"/>
                    </a:ext>
                  </a:extLst>
                </p14:cNvPr>
                <p14:cNvContentPartPr/>
                <p14:nvPr/>
              </p14:nvContentPartPr>
              <p14:xfrm>
                <a:off x="9340488" y="4822704"/>
                <a:ext cx="56520" cy="75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67520910-A13A-BDD3-D0B8-3DD31A5C6C8F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9331848" y="4814064"/>
                  <a:ext cx="741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7AB11FA4-4F88-D072-5E82-F92418286E36}"/>
                    </a:ext>
                  </a:extLst>
                </p14:cNvPr>
                <p14:cNvContentPartPr/>
                <p14:nvPr/>
              </p14:nvContentPartPr>
              <p14:xfrm>
                <a:off x="9186048" y="4768344"/>
                <a:ext cx="9000" cy="97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7AB11FA4-4F88-D072-5E82-F92418286E36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9177408" y="4759344"/>
                  <a:ext cx="2664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F16B3A91-ADD5-77B5-2A4B-2D168145F59E}"/>
              </a:ext>
            </a:extLst>
          </p:cNvPr>
          <p:cNvGrpSpPr/>
          <p:nvPr/>
        </p:nvGrpSpPr>
        <p:grpSpPr>
          <a:xfrm>
            <a:off x="9660888" y="4771944"/>
            <a:ext cx="306000" cy="357480"/>
            <a:chOff x="9660888" y="4771944"/>
            <a:chExt cx="306000" cy="35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BDFB5859-317D-D5E9-940F-6781A89C4A0A}"/>
                    </a:ext>
                  </a:extLst>
                </p14:cNvPr>
                <p14:cNvContentPartPr/>
                <p14:nvPr/>
              </p14:nvContentPartPr>
              <p14:xfrm>
                <a:off x="9679608" y="4800384"/>
                <a:ext cx="41400" cy="17532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BDFB5859-317D-D5E9-940F-6781A89C4A0A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9670968" y="4791744"/>
                  <a:ext cx="590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E41FD66A-4F65-4D78-797A-309DD3467F7A}"/>
                    </a:ext>
                  </a:extLst>
                </p14:cNvPr>
                <p14:cNvContentPartPr/>
                <p14:nvPr/>
              </p14:nvContentPartPr>
              <p14:xfrm>
                <a:off x="9660888" y="4913424"/>
                <a:ext cx="233640" cy="525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E41FD66A-4F65-4D78-797A-309DD3467F7A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9652248" y="4904424"/>
                  <a:ext cx="2512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D7BB02B8-8910-C234-0B41-9D2D19131796}"/>
                    </a:ext>
                  </a:extLst>
                </p14:cNvPr>
                <p14:cNvContentPartPr/>
                <p14:nvPr/>
              </p14:nvContentPartPr>
              <p14:xfrm>
                <a:off x="9671688" y="4771944"/>
                <a:ext cx="295200" cy="35748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D7BB02B8-8910-C234-0B41-9D2D19131796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9662688" y="4762944"/>
                  <a:ext cx="312840" cy="375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19F8E5C-8E5F-A55B-E016-0A11A4AF4427}"/>
              </a:ext>
            </a:extLst>
          </p:cNvPr>
          <p:cNvGrpSpPr/>
          <p:nvPr/>
        </p:nvGrpSpPr>
        <p:grpSpPr>
          <a:xfrm>
            <a:off x="10192968" y="4769064"/>
            <a:ext cx="564120" cy="252000"/>
            <a:chOff x="10192968" y="4769064"/>
            <a:chExt cx="564120" cy="25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C449B666-766F-D9FC-45DE-05F0ADBFAF8A}"/>
                    </a:ext>
                  </a:extLst>
                </p14:cNvPr>
                <p14:cNvContentPartPr/>
                <p14:nvPr/>
              </p14:nvContentPartPr>
              <p14:xfrm>
                <a:off x="10192968" y="4833504"/>
                <a:ext cx="191160" cy="1695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C449B666-766F-D9FC-45DE-05F0ADBFAF8A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10184328" y="4824504"/>
                  <a:ext cx="2088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EE72E37A-B025-B556-C39B-8B3AC4DFF48F}"/>
                    </a:ext>
                  </a:extLst>
                </p14:cNvPr>
                <p14:cNvContentPartPr/>
                <p14:nvPr/>
              </p14:nvContentPartPr>
              <p14:xfrm>
                <a:off x="10411848" y="4906944"/>
                <a:ext cx="59040" cy="921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EE72E37A-B025-B556-C39B-8B3AC4DFF48F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10402848" y="4897944"/>
                  <a:ext cx="766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ADFC91E3-EC48-122E-2DAF-33315352DCD3}"/>
                    </a:ext>
                  </a:extLst>
                </p14:cNvPr>
                <p14:cNvContentPartPr/>
                <p14:nvPr/>
              </p14:nvContentPartPr>
              <p14:xfrm>
                <a:off x="10573128" y="4769064"/>
                <a:ext cx="52200" cy="25200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ADFC91E3-EC48-122E-2DAF-33315352DCD3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10564488" y="4760424"/>
                  <a:ext cx="6984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565BCA42-5DBD-C794-3A7B-497630F2ADF9}"/>
                    </a:ext>
                  </a:extLst>
                </p14:cNvPr>
                <p14:cNvContentPartPr/>
                <p14:nvPr/>
              </p14:nvContentPartPr>
              <p14:xfrm>
                <a:off x="10589328" y="4890024"/>
                <a:ext cx="167760" cy="720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565BCA42-5DBD-C794-3A7B-497630F2ADF9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10580688" y="4881384"/>
                  <a:ext cx="185400" cy="24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7">
            <p14:nvContentPartPr>
              <p14:cNvPr id="260" name="Ink 259">
                <a:extLst>
                  <a:ext uri="{FF2B5EF4-FFF2-40B4-BE49-F238E27FC236}">
                    <a16:creationId xmlns:a16="http://schemas.microsoft.com/office/drawing/2014/main" id="{4EC4AEAB-B2DE-13C8-6FAE-A4FC43B786A0}"/>
                  </a:ext>
                </a:extLst>
              </p14:cNvPr>
              <p14:cNvContentPartPr/>
              <p14:nvPr/>
            </p14:nvContentPartPr>
            <p14:xfrm>
              <a:off x="5203728" y="5357664"/>
              <a:ext cx="175680" cy="26280"/>
            </p14:xfrm>
          </p:contentPart>
        </mc:Choice>
        <mc:Fallback xmlns="">
          <p:pic>
            <p:nvPicPr>
              <p:cNvPr id="260" name="Ink 259">
                <a:extLst>
                  <a:ext uri="{FF2B5EF4-FFF2-40B4-BE49-F238E27FC236}">
                    <a16:creationId xmlns:a16="http://schemas.microsoft.com/office/drawing/2014/main" id="{4EC4AEAB-B2DE-13C8-6FAE-A4FC43B786A0}"/>
                  </a:ext>
                </a:extLst>
              </p:cNvPr>
              <p:cNvPicPr/>
              <p:nvPr/>
            </p:nvPicPr>
            <p:blipFill>
              <a:blip r:embed="rId418"/>
              <a:stretch>
                <a:fillRect/>
              </a:stretch>
            </p:blipFill>
            <p:spPr>
              <a:xfrm>
                <a:off x="5195088" y="5348664"/>
                <a:ext cx="193320" cy="43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64" name="Group 263">
            <a:extLst>
              <a:ext uri="{FF2B5EF4-FFF2-40B4-BE49-F238E27FC236}">
                <a16:creationId xmlns:a16="http://schemas.microsoft.com/office/drawing/2014/main" id="{34329631-1046-74B0-9E03-2D942B2821CB}"/>
              </a:ext>
            </a:extLst>
          </p:cNvPr>
          <p:cNvGrpSpPr/>
          <p:nvPr/>
        </p:nvGrpSpPr>
        <p:grpSpPr>
          <a:xfrm>
            <a:off x="5776488" y="5287824"/>
            <a:ext cx="573840" cy="180000"/>
            <a:chOff x="5776488" y="5287824"/>
            <a:chExt cx="573840" cy="18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DF025C5A-2CC2-865D-7443-E8E765227DEE}"/>
                    </a:ext>
                  </a:extLst>
                </p14:cNvPr>
                <p14:cNvContentPartPr/>
                <p14:nvPr/>
              </p14:nvContentPartPr>
              <p14:xfrm>
                <a:off x="5776488" y="5359464"/>
                <a:ext cx="236880" cy="4212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DF025C5A-2CC2-865D-7443-E8E765227DEE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5767488" y="5350824"/>
                  <a:ext cx="2545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6C901C58-4467-94C5-41C1-BC16A5971B0F}"/>
                    </a:ext>
                  </a:extLst>
                </p14:cNvPr>
                <p14:cNvContentPartPr/>
                <p14:nvPr/>
              </p14:nvContentPartPr>
              <p14:xfrm>
                <a:off x="5913648" y="5287824"/>
                <a:ext cx="7200" cy="18000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6C901C58-4467-94C5-41C1-BC16A5971B0F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5905008" y="5279184"/>
                  <a:ext cx="248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1638F3C9-1367-E540-A232-9D9D0AE5E72C}"/>
                    </a:ext>
                  </a:extLst>
                </p14:cNvPr>
                <p14:cNvContentPartPr/>
                <p14:nvPr/>
              </p14:nvContentPartPr>
              <p14:xfrm>
                <a:off x="6090048" y="5321304"/>
                <a:ext cx="260280" cy="1350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1638F3C9-1367-E540-A232-9D9D0AE5E72C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6081048" y="5312664"/>
                  <a:ext cx="277920" cy="15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D0A28076-C1F1-6AEA-3725-B03F272D2FD5}"/>
              </a:ext>
            </a:extLst>
          </p:cNvPr>
          <p:cNvGrpSpPr/>
          <p:nvPr/>
        </p:nvGrpSpPr>
        <p:grpSpPr>
          <a:xfrm>
            <a:off x="6801768" y="5193864"/>
            <a:ext cx="1672560" cy="259560"/>
            <a:chOff x="6801768" y="5193864"/>
            <a:chExt cx="1672560" cy="25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E3DFABBF-F734-CC7D-C68F-8670DDEB3F00}"/>
                    </a:ext>
                  </a:extLst>
                </p14:cNvPr>
                <p14:cNvContentPartPr/>
                <p14:nvPr/>
              </p14:nvContentPartPr>
              <p14:xfrm>
                <a:off x="6801768" y="5259384"/>
                <a:ext cx="311760" cy="1656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E3DFABBF-F734-CC7D-C68F-8670DDEB3F00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6792768" y="5250744"/>
                  <a:ext cx="3294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B0211333-75B9-7CC2-D654-94060E52D088}"/>
                    </a:ext>
                  </a:extLst>
                </p14:cNvPr>
                <p14:cNvContentPartPr/>
                <p14:nvPr/>
              </p14:nvContentPartPr>
              <p14:xfrm>
                <a:off x="7196688" y="5364144"/>
                <a:ext cx="110520" cy="6264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B0211333-75B9-7CC2-D654-94060E52D088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7188048" y="5355504"/>
                  <a:ext cx="1281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E2A32278-ABFE-A2A9-A489-93662F9333C6}"/>
                    </a:ext>
                  </a:extLst>
                </p14:cNvPr>
                <p14:cNvContentPartPr/>
                <p14:nvPr/>
              </p14:nvContentPartPr>
              <p14:xfrm>
                <a:off x="7356528" y="5364144"/>
                <a:ext cx="153720" cy="687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E2A32278-ABFE-A2A9-A489-93662F9333C6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7347528" y="5355144"/>
                  <a:ext cx="1713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39129901-E9AF-345B-8F29-A05B32C104BF}"/>
                    </a:ext>
                  </a:extLst>
                </p14:cNvPr>
                <p14:cNvContentPartPr/>
                <p14:nvPr/>
              </p14:nvContentPartPr>
              <p14:xfrm>
                <a:off x="7575768" y="5380344"/>
                <a:ext cx="48240" cy="475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39129901-E9AF-345B-8F29-A05B32C104BF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7567128" y="5371704"/>
                  <a:ext cx="6588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0BF38CD3-7E51-82AC-463D-FCE0BC735B66}"/>
                    </a:ext>
                  </a:extLst>
                </p14:cNvPr>
                <p14:cNvContentPartPr/>
                <p14:nvPr/>
              </p14:nvContentPartPr>
              <p14:xfrm>
                <a:off x="7739208" y="5266944"/>
                <a:ext cx="22680" cy="1864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0BF38CD3-7E51-82AC-463D-FCE0BC735B66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7730208" y="5257944"/>
                  <a:ext cx="403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AA2EA2F0-AA9B-784D-C1DE-797ECC451A25}"/>
                    </a:ext>
                  </a:extLst>
                </p14:cNvPr>
                <p14:cNvContentPartPr/>
                <p14:nvPr/>
              </p14:nvContentPartPr>
              <p14:xfrm>
                <a:off x="7708968" y="5193864"/>
                <a:ext cx="425520" cy="22104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AA2EA2F0-AA9B-784D-C1DE-797ECC451A25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7700328" y="5184864"/>
                  <a:ext cx="44316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1F19C18C-9D8C-FA8E-2011-3FFE3606366D}"/>
                    </a:ext>
                  </a:extLst>
                </p14:cNvPr>
                <p14:cNvContentPartPr/>
                <p14:nvPr/>
              </p14:nvContentPartPr>
              <p14:xfrm>
                <a:off x="8134488" y="5317704"/>
                <a:ext cx="14400" cy="2916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1F19C18C-9D8C-FA8E-2011-3FFE3606366D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8125488" y="5309064"/>
                  <a:ext cx="320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92785050-57EB-C24B-535F-FE82C2D36633}"/>
                    </a:ext>
                  </a:extLst>
                </p14:cNvPr>
                <p14:cNvContentPartPr/>
                <p14:nvPr/>
              </p14:nvContentPartPr>
              <p14:xfrm>
                <a:off x="8212248" y="5344704"/>
                <a:ext cx="199440" cy="3960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92785050-57EB-C24B-535F-FE82C2D36633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8203248" y="5336064"/>
                  <a:ext cx="2170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2322692F-F87E-0A17-8FBA-7E2239F54663}"/>
                    </a:ext>
                  </a:extLst>
                </p14:cNvPr>
                <p14:cNvContentPartPr/>
                <p14:nvPr/>
              </p14:nvContentPartPr>
              <p14:xfrm>
                <a:off x="8446248" y="5248584"/>
                <a:ext cx="28080" cy="540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2322692F-F87E-0A17-8FBA-7E2239F54663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8437248" y="5239584"/>
                  <a:ext cx="4572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DF323FCF-21BE-1CA7-8331-CB81F30FA5E5}"/>
              </a:ext>
            </a:extLst>
          </p:cNvPr>
          <p:cNvGrpSpPr/>
          <p:nvPr/>
        </p:nvGrpSpPr>
        <p:grpSpPr>
          <a:xfrm>
            <a:off x="8772408" y="5292144"/>
            <a:ext cx="502200" cy="261000"/>
            <a:chOff x="8772408" y="5292144"/>
            <a:chExt cx="502200" cy="26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26FA562C-67FE-064C-54EA-3525B552750E}"/>
                    </a:ext>
                  </a:extLst>
                </p14:cNvPr>
                <p14:cNvContentPartPr/>
                <p14:nvPr/>
              </p14:nvContentPartPr>
              <p14:xfrm>
                <a:off x="8772408" y="5299344"/>
                <a:ext cx="290880" cy="2538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26FA562C-67FE-064C-54EA-3525B552750E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8763768" y="5290344"/>
                  <a:ext cx="30852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E67D8F9A-03BB-EDBB-3EF5-C3C23BF5C996}"/>
                    </a:ext>
                  </a:extLst>
                </p14:cNvPr>
                <p14:cNvContentPartPr/>
                <p14:nvPr/>
              </p14:nvContentPartPr>
              <p14:xfrm>
                <a:off x="9255528" y="5403384"/>
                <a:ext cx="19080" cy="5724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E67D8F9A-03BB-EDBB-3EF5-C3C23BF5C99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9246528" y="5394384"/>
                  <a:ext cx="3672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F7283EDC-5BC1-2EFE-36F4-6E2D54CFC530}"/>
                    </a:ext>
                  </a:extLst>
                </p14:cNvPr>
                <p14:cNvContentPartPr/>
                <p14:nvPr/>
              </p14:nvContentPartPr>
              <p14:xfrm>
                <a:off x="9241488" y="5292144"/>
                <a:ext cx="16560" cy="277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F7283EDC-5BC1-2EFE-36F4-6E2D54CFC530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9232488" y="5283144"/>
                  <a:ext cx="34200" cy="4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3C9B655D-A2BA-7310-6A18-57D6FB624A20}"/>
              </a:ext>
            </a:extLst>
          </p:cNvPr>
          <p:cNvGrpSpPr/>
          <p:nvPr/>
        </p:nvGrpSpPr>
        <p:grpSpPr>
          <a:xfrm>
            <a:off x="9535248" y="5258304"/>
            <a:ext cx="1263600" cy="330480"/>
            <a:chOff x="9535248" y="5258304"/>
            <a:chExt cx="1263600" cy="33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C69716CE-664C-6E8F-D4C8-35A0ADEF0D90}"/>
                    </a:ext>
                  </a:extLst>
                </p14:cNvPr>
                <p14:cNvContentPartPr/>
                <p14:nvPr/>
              </p14:nvContentPartPr>
              <p14:xfrm>
                <a:off x="9535248" y="5258304"/>
                <a:ext cx="175320" cy="1832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C69716CE-664C-6E8F-D4C8-35A0ADEF0D90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9526608" y="5249304"/>
                  <a:ext cx="1929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4F128E06-6C0E-0779-29ED-F7C3DCFABF0C}"/>
                    </a:ext>
                  </a:extLst>
                </p14:cNvPr>
                <p14:cNvContentPartPr/>
                <p14:nvPr/>
              </p14:nvContentPartPr>
              <p14:xfrm>
                <a:off x="9762768" y="5314464"/>
                <a:ext cx="264960" cy="19944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4F128E06-6C0E-0779-29ED-F7C3DCFABF0C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9753768" y="5305824"/>
                  <a:ext cx="2826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98A014E9-D364-C91E-DAD8-24B5E4FC4741}"/>
                    </a:ext>
                  </a:extLst>
                </p14:cNvPr>
                <p14:cNvContentPartPr/>
                <p14:nvPr/>
              </p14:nvContentPartPr>
              <p14:xfrm>
                <a:off x="10136088" y="5333184"/>
                <a:ext cx="99000" cy="12492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98A014E9-D364-C91E-DAD8-24B5E4FC4741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10127448" y="5324184"/>
                  <a:ext cx="1166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A1AC776B-4A4E-0631-F4B4-46ACB12D22EF}"/>
                    </a:ext>
                  </a:extLst>
                </p14:cNvPr>
                <p14:cNvContentPartPr/>
                <p14:nvPr/>
              </p14:nvContentPartPr>
              <p14:xfrm>
                <a:off x="10311408" y="5349744"/>
                <a:ext cx="487440" cy="23904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A1AC776B-4A4E-0631-F4B4-46ACB12D22EF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10302408" y="5341104"/>
                  <a:ext cx="505080" cy="25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EF92D65-6FBF-F4FD-B3B3-5F189FCDA4B4}"/>
              </a:ext>
            </a:extLst>
          </p:cNvPr>
          <p:cNvGrpSpPr/>
          <p:nvPr/>
        </p:nvGrpSpPr>
        <p:grpSpPr>
          <a:xfrm>
            <a:off x="2861208" y="5886504"/>
            <a:ext cx="920160" cy="194760"/>
            <a:chOff x="2861208" y="5886504"/>
            <a:chExt cx="920160" cy="19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E0F2CD33-EB4D-AC77-D989-EA4BD9DBA9A1}"/>
                    </a:ext>
                  </a:extLst>
                </p14:cNvPr>
                <p14:cNvContentPartPr/>
                <p14:nvPr/>
              </p14:nvContentPartPr>
              <p14:xfrm>
                <a:off x="2861208" y="5894784"/>
                <a:ext cx="85680" cy="18648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E0F2CD33-EB4D-AC77-D989-EA4BD9DBA9A1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2852568" y="5886144"/>
                  <a:ext cx="1033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79F39B1A-64D7-86D1-1B72-919863426931}"/>
                    </a:ext>
                  </a:extLst>
                </p14:cNvPr>
                <p14:cNvContentPartPr/>
                <p14:nvPr/>
              </p14:nvContentPartPr>
              <p14:xfrm>
                <a:off x="2893968" y="5912784"/>
                <a:ext cx="178920" cy="6336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79F39B1A-64D7-86D1-1B72-919863426931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2885328" y="5904144"/>
                  <a:ext cx="19656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93E004C7-DF11-98C8-1C66-EF55C816EBD5}"/>
                    </a:ext>
                  </a:extLst>
                </p14:cNvPr>
                <p14:cNvContentPartPr/>
                <p14:nvPr/>
              </p14:nvContentPartPr>
              <p14:xfrm>
                <a:off x="3063528" y="5934024"/>
                <a:ext cx="96120" cy="1335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93E004C7-DF11-98C8-1C66-EF55C816EBD5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3054528" y="5925024"/>
                  <a:ext cx="1137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5BC2E9B2-1BDB-DF23-85D0-C224F9E58CBB}"/>
                    </a:ext>
                  </a:extLst>
                </p14:cNvPr>
                <p14:cNvContentPartPr/>
                <p14:nvPr/>
              </p14:nvContentPartPr>
              <p14:xfrm>
                <a:off x="3272688" y="5966784"/>
                <a:ext cx="86400" cy="9540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5BC2E9B2-1BDB-DF23-85D0-C224F9E58CBB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3264048" y="5958144"/>
                  <a:ext cx="1040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A41B88ED-4384-D297-DEC9-1A1001DD7606}"/>
                    </a:ext>
                  </a:extLst>
                </p14:cNvPr>
                <p14:cNvContentPartPr/>
                <p14:nvPr/>
              </p14:nvContentPartPr>
              <p14:xfrm>
                <a:off x="3415968" y="5915664"/>
                <a:ext cx="106560" cy="1436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A41B88ED-4384-D297-DEC9-1A1001DD7606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3406968" y="5906664"/>
                  <a:ext cx="1242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25E5C32A-02FF-8663-A685-73C31C312EC7}"/>
                    </a:ext>
                  </a:extLst>
                </p14:cNvPr>
                <p14:cNvContentPartPr/>
                <p14:nvPr/>
              </p14:nvContentPartPr>
              <p14:xfrm>
                <a:off x="3595248" y="5886504"/>
                <a:ext cx="186120" cy="1846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25E5C32A-02FF-8663-A685-73C31C312EC7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3586608" y="5877864"/>
                  <a:ext cx="203760" cy="202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9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928A7B3E-F72A-FB98-5DC8-7A8F958DDCDC}"/>
                  </a:ext>
                </a:extLst>
              </p14:cNvPr>
              <p14:cNvContentPartPr/>
              <p14:nvPr/>
            </p14:nvContentPartPr>
            <p14:xfrm>
              <a:off x="4074408" y="5838624"/>
              <a:ext cx="177120" cy="40860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928A7B3E-F72A-FB98-5DC8-7A8F958DDCDC}"/>
                  </a:ext>
                </a:extLst>
              </p:cNvPr>
              <p:cNvPicPr/>
              <p:nvPr/>
            </p:nvPicPr>
            <p:blipFill>
              <a:blip r:embed="rId470"/>
              <a:stretch>
                <a:fillRect/>
              </a:stretch>
            </p:blipFill>
            <p:spPr>
              <a:xfrm>
                <a:off x="4065768" y="5829624"/>
                <a:ext cx="194760" cy="426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10" name="Group 309">
            <a:extLst>
              <a:ext uri="{FF2B5EF4-FFF2-40B4-BE49-F238E27FC236}">
                <a16:creationId xmlns:a16="http://schemas.microsoft.com/office/drawing/2014/main" id="{8730753B-93D7-9B84-6E31-E6BC7F20E379}"/>
              </a:ext>
            </a:extLst>
          </p:cNvPr>
          <p:cNvGrpSpPr/>
          <p:nvPr/>
        </p:nvGrpSpPr>
        <p:grpSpPr>
          <a:xfrm>
            <a:off x="4570128" y="5869944"/>
            <a:ext cx="571680" cy="175680"/>
            <a:chOff x="4570128" y="5869944"/>
            <a:chExt cx="571680" cy="17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BCB3DFA2-B2D4-2AF4-4388-3555AE772B78}"/>
                    </a:ext>
                  </a:extLst>
                </p14:cNvPr>
                <p14:cNvContentPartPr/>
                <p14:nvPr/>
              </p14:nvContentPartPr>
              <p14:xfrm>
                <a:off x="4570128" y="5903064"/>
                <a:ext cx="153720" cy="14256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BCB3DFA2-B2D4-2AF4-4388-3555AE772B78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4561128" y="5894064"/>
                  <a:ext cx="1713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98A7670D-C5AC-7D12-7370-FA5AD1730379}"/>
                    </a:ext>
                  </a:extLst>
                </p14:cNvPr>
                <p14:cNvContentPartPr/>
                <p14:nvPr/>
              </p14:nvContentPartPr>
              <p14:xfrm>
                <a:off x="4813848" y="5963184"/>
                <a:ext cx="59760" cy="8244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98A7670D-C5AC-7D12-7370-FA5AD1730379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4805208" y="5954184"/>
                  <a:ext cx="7740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8B70F8F2-1051-0F4A-DB21-D324E5103C06}"/>
                    </a:ext>
                  </a:extLst>
                </p14:cNvPr>
                <p14:cNvContentPartPr/>
                <p14:nvPr/>
              </p14:nvContentPartPr>
              <p14:xfrm>
                <a:off x="4913208" y="5869944"/>
                <a:ext cx="228600" cy="15588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8B70F8F2-1051-0F4A-DB21-D324E5103C06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4904568" y="5861304"/>
                  <a:ext cx="246240" cy="17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4CC3AE9A-8AF1-8A3F-63B9-62972F9FC77E}"/>
              </a:ext>
            </a:extLst>
          </p:cNvPr>
          <p:cNvGrpSpPr/>
          <p:nvPr/>
        </p:nvGrpSpPr>
        <p:grpSpPr>
          <a:xfrm>
            <a:off x="10527408" y="6083064"/>
            <a:ext cx="742320" cy="202320"/>
            <a:chOff x="10527408" y="6083064"/>
            <a:chExt cx="742320" cy="20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AB607D0C-F578-8F1B-B8FE-C337D316B0F2}"/>
                    </a:ext>
                  </a:extLst>
                </p14:cNvPr>
                <p14:cNvContentPartPr/>
                <p14:nvPr/>
              </p14:nvContentPartPr>
              <p14:xfrm>
                <a:off x="10527408" y="6083064"/>
                <a:ext cx="115920" cy="20232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AB607D0C-F578-8F1B-B8FE-C337D316B0F2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10518408" y="6074424"/>
                  <a:ext cx="13356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467DEB84-CF18-930F-51C9-821CC219029A}"/>
                    </a:ext>
                  </a:extLst>
                </p14:cNvPr>
                <p14:cNvContentPartPr/>
                <p14:nvPr/>
              </p14:nvContentPartPr>
              <p14:xfrm>
                <a:off x="10740168" y="6164064"/>
                <a:ext cx="135360" cy="986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467DEB84-CF18-930F-51C9-821CC219029A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10731168" y="6155424"/>
                  <a:ext cx="15300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34378984-9170-0C9C-EEA5-B1720525E95E}"/>
                    </a:ext>
                  </a:extLst>
                </p14:cNvPr>
                <p14:cNvContentPartPr/>
                <p14:nvPr/>
              </p14:nvContentPartPr>
              <p14:xfrm>
                <a:off x="10908648" y="6170184"/>
                <a:ext cx="361080" cy="673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34378984-9170-0C9C-EEA5-B1720525E95E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10900008" y="6161544"/>
                  <a:ext cx="378720" cy="84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3">
            <p14:nvContentPartPr>
              <p14:cNvPr id="284" name="Ink 283">
                <a:extLst>
                  <a:ext uri="{FF2B5EF4-FFF2-40B4-BE49-F238E27FC236}">
                    <a16:creationId xmlns:a16="http://schemas.microsoft.com/office/drawing/2014/main" id="{7B96F4E1-4656-E350-53EE-301CB17B82E1}"/>
                  </a:ext>
                </a:extLst>
              </p14:cNvPr>
              <p14:cNvContentPartPr/>
              <p14:nvPr/>
            </p14:nvContentPartPr>
            <p14:xfrm>
              <a:off x="5899608" y="5719104"/>
              <a:ext cx="137160" cy="25560"/>
            </p14:xfrm>
          </p:contentPart>
        </mc:Choice>
        <mc:Fallback xmlns="">
          <p:pic>
            <p:nvPicPr>
              <p:cNvPr id="284" name="Ink 283">
                <a:extLst>
                  <a:ext uri="{FF2B5EF4-FFF2-40B4-BE49-F238E27FC236}">
                    <a16:creationId xmlns:a16="http://schemas.microsoft.com/office/drawing/2014/main" id="{7B96F4E1-4656-E350-53EE-301CB17B82E1}"/>
                  </a:ext>
                </a:extLst>
              </p:cNvPr>
              <p:cNvPicPr/>
              <p:nvPr/>
            </p:nvPicPr>
            <p:blipFill>
              <a:blip r:embed="rId484"/>
              <a:stretch>
                <a:fillRect/>
              </a:stretch>
            </p:blipFill>
            <p:spPr>
              <a:xfrm>
                <a:off x="5890608" y="5710104"/>
                <a:ext cx="15480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5">
            <p14:nvContentPartPr>
              <p14:cNvPr id="285" name="Ink 284">
                <a:extLst>
                  <a:ext uri="{FF2B5EF4-FFF2-40B4-BE49-F238E27FC236}">
                    <a16:creationId xmlns:a16="http://schemas.microsoft.com/office/drawing/2014/main" id="{76B75ADA-4BD6-49D1-5CC8-BBA08922586B}"/>
                  </a:ext>
                </a:extLst>
              </p14:cNvPr>
              <p14:cNvContentPartPr/>
              <p14:nvPr/>
            </p14:nvContentPartPr>
            <p14:xfrm>
              <a:off x="6152688" y="5662584"/>
              <a:ext cx="232200" cy="87120"/>
            </p14:xfrm>
          </p:contentPart>
        </mc:Choice>
        <mc:Fallback xmlns="">
          <p:pic>
            <p:nvPicPr>
              <p:cNvPr id="285" name="Ink 284">
                <a:extLst>
                  <a:ext uri="{FF2B5EF4-FFF2-40B4-BE49-F238E27FC236}">
                    <a16:creationId xmlns:a16="http://schemas.microsoft.com/office/drawing/2014/main" id="{76B75ADA-4BD6-49D1-5CC8-BBA08922586B}"/>
                  </a:ext>
                </a:extLst>
              </p:cNvPr>
              <p:cNvPicPr/>
              <p:nvPr/>
            </p:nvPicPr>
            <p:blipFill>
              <a:blip r:embed="rId486"/>
              <a:stretch>
                <a:fillRect/>
              </a:stretch>
            </p:blipFill>
            <p:spPr>
              <a:xfrm>
                <a:off x="6143688" y="5653944"/>
                <a:ext cx="24984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7">
            <p14:nvContentPartPr>
              <p14:cNvPr id="286" name="Ink 285">
                <a:extLst>
                  <a:ext uri="{FF2B5EF4-FFF2-40B4-BE49-F238E27FC236}">
                    <a16:creationId xmlns:a16="http://schemas.microsoft.com/office/drawing/2014/main" id="{D1B999F2-BC74-05F8-B556-17382A77C605}"/>
                  </a:ext>
                </a:extLst>
              </p14:cNvPr>
              <p14:cNvContentPartPr/>
              <p14:nvPr/>
            </p14:nvContentPartPr>
            <p14:xfrm>
              <a:off x="7085808" y="5771664"/>
              <a:ext cx="50400" cy="18360"/>
            </p14:xfrm>
          </p:contentPart>
        </mc:Choice>
        <mc:Fallback xmlns="">
          <p:pic>
            <p:nvPicPr>
              <p:cNvPr id="286" name="Ink 285">
                <a:extLst>
                  <a:ext uri="{FF2B5EF4-FFF2-40B4-BE49-F238E27FC236}">
                    <a16:creationId xmlns:a16="http://schemas.microsoft.com/office/drawing/2014/main" id="{D1B999F2-BC74-05F8-B556-17382A77C605}"/>
                  </a:ext>
                </a:extLst>
              </p:cNvPr>
              <p:cNvPicPr/>
              <p:nvPr/>
            </p:nvPicPr>
            <p:blipFill>
              <a:blip r:embed="rId488"/>
              <a:stretch>
                <a:fillRect/>
              </a:stretch>
            </p:blipFill>
            <p:spPr>
              <a:xfrm>
                <a:off x="7077168" y="5762664"/>
                <a:ext cx="680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9">
            <p14:nvContentPartPr>
              <p14:cNvPr id="287" name="Ink 286">
                <a:extLst>
                  <a:ext uri="{FF2B5EF4-FFF2-40B4-BE49-F238E27FC236}">
                    <a16:creationId xmlns:a16="http://schemas.microsoft.com/office/drawing/2014/main" id="{3CBA47FD-0AFB-E57F-5F46-BCBF1F8AA780}"/>
                  </a:ext>
                </a:extLst>
              </p14:cNvPr>
              <p14:cNvContentPartPr/>
              <p14:nvPr/>
            </p14:nvContentPartPr>
            <p14:xfrm>
              <a:off x="7414128" y="5781024"/>
              <a:ext cx="365760" cy="38160"/>
            </p14:xfrm>
          </p:contentPart>
        </mc:Choice>
        <mc:Fallback xmlns="">
          <p:pic>
            <p:nvPicPr>
              <p:cNvPr id="287" name="Ink 286">
                <a:extLst>
                  <a:ext uri="{FF2B5EF4-FFF2-40B4-BE49-F238E27FC236}">
                    <a16:creationId xmlns:a16="http://schemas.microsoft.com/office/drawing/2014/main" id="{3CBA47FD-0AFB-E57F-5F46-BCBF1F8AA780}"/>
                  </a:ext>
                </a:extLst>
              </p:cNvPr>
              <p:cNvPicPr/>
              <p:nvPr/>
            </p:nvPicPr>
            <p:blipFill>
              <a:blip r:embed="rId490"/>
              <a:stretch>
                <a:fillRect/>
              </a:stretch>
            </p:blipFill>
            <p:spPr>
              <a:xfrm>
                <a:off x="7405488" y="5772024"/>
                <a:ext cx="3834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1">
            <p14:nvContentPartPr>
              <p14:cNvPr id="288" name="Ink 287">
                <a:extLst>
                  <a:ext uri="{FF2B5EF4-FFF2-40B4-BE49-F238E27FC236}">
                    <a16:creationId xmlns:a16="http://schemas.microsoft.com/office/drawing/2014/main" id="{B1598DF0-387B-A3EE-7725-8277D51E6591}"/>
                  </a:ext>
                </a:extLst>
              </p14:cNvPr>
              <p14:cNvContentPartPr/>
              <p14:nvPr/>
            </p14:nvContentPartPr>
            <p14:xfrm>
              <a:off x="7991568" y="5817024"/>
              <a:ext cx="48960" cy="14760"/>
            </p14:xfrm>
          </p:contentPart>
        </mc:Choice>
        <mc:Fallback xmlns="">
          <p:pic>
            <p:nvPicPr>
              <p:cNvPr id="288" name="Ink 287">
                <a:extLst>
                  <a:ext uri="{FF2B5EF4-FFF2-40B4-BE49-F238E27FC236}">
                    <a16:creationId xmlns:a16="http://schemas.microsoft.com/office/drawing/2014/main" id="{B1598DF0-387B-A3EE-7725-8277D51E6591}"/>
                  </a:ext>
                </a:extLst>
              </p:cNvPr>
              <p:cNvPicPr/>
              <p:nvPr/>
            </p:nvPicPr>
            <p:blipFill>
              <a:blip r:embed="rId492"/>
              <a:stretch>
                <a:fillRect/>
              </a:stretch>
            </p:blipFill>
            <p:spPr>
              <a:xfrm>
                <a:off x="7982568" y="5808024"/>
                <a:ext cx="6660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3">
            <p14:nvContentPartPr>
              <p14:cNvPr id="289" name="Ink 288">
                <a:extLst>
                  <a:ext uri="{FF2B5EF4-FFF2-40B4-BE49-F238E27FC236}">
                    <a16:creationId xmlns:a16="http://schemas.microsoft.com/office/drawing/2014/main" id="{C9CEC0BA-DFFD-AD1F-1624-B4B568099BA3}"/>
                  </a:ext>
                </a:extLst>
              </p14:cNvPr>
              <p14:cNvContentPartPr/>
              <p14:nvPr/>
            </p14:nvContentPartPr>
            <p14:xfrm>
              <a:off x="8759088" y="5720184"/>
              <a:ext cx="343080" cy="292680"/>
            </p14:xfrm>
          </p:contentPart>
        </mc:Choice>
        <mc:Fallback xmlns="">
          <p:pic>
            <p:nvPicPr>
              <p:cNvPr id="289" name="Ink 288">
                <a:extLst>
                  <a:ext uri="{FF2B5EF4-FFF2-40B4-BE49-F238E27FC236}">
                    <a16:creationId xmlns:a16="http://schemas.microsoft.com/office/drawing/2014/main" id="{C9CEC0BA-DFFD-AD1F-1624-B4B568099BA3}"/>
                  </a:ext>
                </a:extLst>
              </p:cNvPr>
              <p:cNvPicPr/>
              <p:nvPr/>
            </p:nvPicPr>
            <p:blipFill>
              <a:blip r:embed="rId494"/>
              <a:stretch>
                <a:fillRect/>
              </a:stretch>
            </p:blipFill>
            <p:spPr>
              <a:xfrm>
                <a:off x="8750448" y="5711184"/>
                <a:ext cx="36072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5">
            <p14:nvContentPartPr>
              <p14:cNvPr id="290" name="Ink 289">
                <a:extLst>
                  <a:ext uri="{FF2B5EF4-FFF2-40B4-BE49-F238E27FC236}">
                    <a16:creationId xmlns:a16="http://schemas.microsoft.com/office/drawing/2014/main" id="{B3F10941-42C6-8257-7639-FC1126872A83}"/>
                  </a:ext>
                </a:extLst>
              </p14:cNvPr>
              <p14:cNvContentPartPr/>
              <p14:nvPr/>
            </p14:nvContentPartPr>
            <p14:xfrm>
              <a:off x="9358128" y="5822784"/>
              <a:ext cx="16200" cy="30960"/>
            </p14:xfrm>
          </p:contentPart>
        </mc:Choice>
        <mc:Fallback xmlns="">
          <p:pic>
            <p:nvPicPr>
              <p:cNvPr id="290" name="Ink 289">
                <a:extLst>
                  <a:ext uri="{FF2B5EF4-FFF2-40B4-BE49-F238E27FC236}">
                    <a16:creationId xmlns:a16="http://schemas.microsoft.com/office/drawing/2014/main" id="{B3F10941-42C6-8257-7639-FC1126872A83}"/>
                  </a:ext>
                </a:extLst>
              </p:cNvPr>
              <p:cNvPicPr/>
              <p:nvPr/>
            </p:nvPicPr>
            <p:blipFill>
              <a:blip r:embed="rId496"/>
              <a:stretch>
                <a:fillRect/>
              </a:stretch>
            </p:blipFill>
            <p:spPr>
              <a:xfrm>
                <a:off x="9349128" y="5813784"/>
                <a:ext cx="3384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7">
            <p14:nvContentPartPr>
              <p14:cNvPr id="291" name="Ink 290">
                <a:extLst>
                  <a:ext uri="{FF2B5EF4-FFF2-40B4-BE49-F238E27FC236}">
                    <a16:creationId xmlns:a16="http://schemas.microsoft.com/office/drawing/2014/main" id="{FC34FA56-C696-5C8E-27C6-A949AF7113AA}"/>
                  </a:ext>
                </a:extLst>
              </p14:cNvPr>
              <p14:cNvContentPartPr/>
              <p14:nvPr/>
            </p14:nvContentPartPr>
            <p14:xfrm>
              <a:off x="9381168" y="5655024"/>
              <a:ext cx="19080" cy="61200"/>
            </p14:xfrm>
          </p:contentPart>
        </mc:Choice>
        <mc:Fallback xmlns="">
          <p:pic>
            <p:nvPicPr>
              <p:cNvPr id="291" name="Ink 290">
                <a:extLst>
                  <a:ext uri="{FF2B5EF4-FFF2-40B4-BE49-F238E27FC236}">
                    <a16:creationId xmlns:a16="http://schemas.microsoft.com/office/drawing/2014/main" id="{FC34FA56-C696-5C8E-27C6-A949AF7113AA}"/>
                  </a:ext>
                </a:extLst>
              </p:cNvPr>
              <p:cNvPicPr/>
              <p:nvPr/>
            </p:nvPicPr>
            <p:blipFill>
              <a:blip r:embed="rId498"/>
              <a:stretch>
                <a:fillRect/>
              </a:stretch>
            </p:blipFill>
            <p:spPr>
              <a:xfrm>
                <a:off x="9372528" y="5646384"/>
                <a:ext cx="36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9">
            <p14:nvContentPartPr>
              <p14:cNvPr id="293" name="Ink 292">
                <a:extLst>
                  <a:ext uri="{FF2B5EF4-FFF2-40B4-BE49-F238E27FC236}">
                    <a16:creationId xmlns:a16="http://schemas.microsoft.com/office/drawing/2014/main" id="{1A9777A0-254C-A120-F761-805C1C9C4C26}"/>
                  </a:ext>
                </a:extLst>
              </p14:cNvPr>
              <p14:cNvContentPartPr/>
              <p14:nvPr/>
            </p14:nvContentPartPr>
            <p14:xfrm>
              <a:off x="9672768" y="5729184"/>
              <a:ext cx="271800" cy="139320"/>
            </p14:xfrm>
          </p:contentPart>
        </mc:Choice>
        <mc:Fallback xmlns="">
          <p:pic>
            <p:nvPicPr>
              <p:cNvPr id="293" name="Ink 292">
                <a:extLst>
                  <a:ext uri="{FF2B5EF4-FFF2-40B4-BE49-F238E27FC236}">
                    <a16:creationId xmlns:a16="http://schemas.microsoft.com/office/drawing/2014/main" id="{1A9777A0-254C-A120-F761-805C1C9C4C26}"/>
                  </a:ext>
                </a:extLst>
              </p:cNvPr>
              <p:cNvPicPr/>
              <p:nvPr/>
            </p:nvPicPr>
            <p:blipFill>
              <a:blip r:embed="rId500"/>
              <a:stretch>
                <a:fillRect/>
              </a:stretch>
            </p:blipFill>
            <p:spPr>
              <a:xfrm>
                <a:off x="9663768" y="5720544"/>
                <a:ext cx="28944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1">
            <p14:nvContentPartPr>
              <p14:cNvPr id="294" name="Ink 293">
                <a:extLst>
                  <a:ext uri="{FF2B5EF4-FFF2-40B4-BE49-F238E27FC236}">
                    <a16:creationId xmlns:a16="http://schemas.microsoft.com/office/drawing/2014/main" id="{BE8AFBF4-F161-4069-116A-43C1A4181A8B}"/>
                  </a:ext>
                </a:extLst>
              </p14:cNvPr>
              <p14:cNvContentPartPr/>
              <p14:nvPr/>
            </p14:nvContentPartPr>
            <p14:xfrm>
              <a:off x="9988488" y="5791464"/>
              <a:ext cx="119880" cy="28080"/>
            </p14:xfrm>
          </p:contentPart>
        </mc:Choice>
        <mc:Fallback xmlns="">
          <p:pic>
            <p:nvPicPr>
              <p:cNvPr id="294" name="Ink 293">
                <a:extLst>
                  <a:ext uri="{FF2B5EF4-FFF2-40B4-BE49-F238E27FC236}">
                    <a16:creationId xmlns:a16="http://schemas.microsoft.com/office/drawing/2014/main" id="{BE8AFBF4-F161-4069-116A-43C1A4181A8B}"/>
                  </a:ext>
                </a:extLst>
              </p:cNvPr>
              <p:cNvPicPr/>
              <p:nvPr/>
            </p:nvPicPr>
            <p:blipFill>
              <a:blip r:embed="rId502"/>
              <a:stretch>
                <a:fillRect/>
              </a:stretch>
            </p:blipFill>
            <p:spPr>
              <a:xfrm>
                <a:off x="9979848" y="5782464"/>
                <a:ext cx="13752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3">
            <p14:nvContentPartPr>
              <p14:cNvPr id="295" name="Ink 294">
                <a:extLst>
                  <a:ext uri="{FF2B5EF4-FFF2-40B4-BE49-F238E27FC236}">
                    <a16:creationId xmlns:a16="http://schemas.microsoft.com/office/drawing/2014/main" id="{457F87E5-E7AB-7B61-94EA-72306EFD2801}"/>
                  </a:ext>
                </a:extLst>
              </p14:cNvPr>
              <p14:cNvContentPartPr/>
              <p14:nvPr/>
            </p14:nvContentPartPr>
            <p14:xfrm>
              <a:off x="10183248" y="5722344"/>
              <a:ext cx="83160" cy="142920"/>
            </p14:xfrm>
          </p:contentPart>
        </mc:Choice>
        <mc:Fallback xmlns="">
          <p:pic>
            <p:nvPicPr>
              <p:cNvPr id="295" name="Ink 294">
                <a:extLst>
                  <a:ext uri="{FF2B5EF4-FFF2-40B4-BE49-F238E27FC236}">
                    <a16:creationId xmlns:a16="http://schemas.microsoft.com/office/drawing/2014/main" id="{457F87E5-E7AB-7B61-94EA-72306EFD2801}"/>
                  </a:ext>
                </a:extLst>
              </p:cNvPr>
              <p:cNvPicPr/>
              <p:nvPr/>
            </p:nvPicPr>
            <p:blipFill>
              <a:blip r:embed="rId504"/>
              <a:stretch>
                <a:fillRect/>
              </a:stretch>
            </p:blipFill>
            <p:spPr>
              <a:xfrm>
                <a:off x="10174248" y="5713704"/>
                <a:ext cx="10080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5">
            <p14:nvContentPartPr>
              <p14:cNvPr id="307" name="Ink 306">
                <a:extLst>
                  <a:ext uri="{FF2B5EF4-FFF2-40B4-BE49-F238E27FC236}">
                    <a16:creationId xmlns:a16="http://schemas.microsoft.com/office/drawing/2014/main" id="{707108F5-880D-8BAC-5547-4A2E2430CCC6}"/>
                  </a:ext>
                </a:extLst>
              </p14:cNvPr>
              <p14:cNvContentPartPr/>
              <p14:nvPr/>
            </p14:nvContentPartPr>
            <p14:xfrm>
              <a:off x="5454648" y="5899104"/>
              <a:ext cx="738000" cy="140040"/>
            </p14:xfrm>
          </p:contentPart>
        </mc:Choice>
        <mc:Fallback xmlns="">
          <p:pic>
            <p:nvPicPr>
              <p:cNvPr id="307" name="Ink 306">
                <a:extLst>
                  <a:ext uri="{FF2B5EF4-FFF2-40B4-BE49-F238E27FC236}">
                    <a16:creationId xmlns:a16="http://schemas.microsoft.com/office/drawing/2014/main" id="{707108F5-880D-8BAC-5547-4A2E2430CCC6}"/>
                  </a:ext>
                </a:extLst>
              </p:cNvPr>
              <p:cNvPicPr/>
              <p:nvPr/>
            </p:nvPicPr>
            <p:blipFill>
              <a:blip r:embed="rId506"/>
              <a:stretch>
                <a:fillRect/>
              </a:stretch>
            </p:blipFill>
            <p:spPr>
              <a:xfrm>
                <a:off x="5446008" y="5890104"/>
                <a:ext cx="75564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7">
            <p14:nvContentPartPr>
              <p14:cNvPr id="308" name="Ink 307">
                <a:extLst>
                  <a:ext uri="{FF2B5EF4-FFF2-40B4-BE49-F238E27FC236}">
                    <a16:creationId xmlns:a16="http://schemas.microsoft.com/office/drawing/2014/main" id="{81DA7710-3A4A-ED69-C0E1-8A6650B12BE0}"/>
                  </a:ext>
                </a:extLst>
              </p14:cNvPr>
              <p14:cNvContentPartPr/>
              <p14:nvPr/>
            </p14:nvContentPartPr>
            <p14:xfrm>
              <a:off x="6195528" y="5952744"/>
              <a:ext cx="131040" cy="221760"/>
            </p14:xfrm>
          </p:contentPart>
        </mc:Choice>
        <mc:Fallback xmlns="">
          <p:pic>
            <p:nvPicPr>
              <p:cNvPr id="308" name="Ink 307">
                <a:extLst>
                  <a:ext uri="{FF2B5EF4-FFF2-40B4-BE49-F238E27FC236}">
                    <a16:creationId xmlns:a16="http://schemas.microsoft.com/office/drawing/2014/main" id="{81DA7710-3A4A-ED69-C0E1-8A6650B12BE0}"/>
                  </a:ext>
                </a:extLst>
              </p:cNvPr>
              <p:cNvPicPr/>
              <p:nvPr/>
            </p:nvPicPr>
            <p:blipFill>
              <a:blip r:embed="rId508"/>
              <a:stretch>
                <a:fillRect/>
              </a:stretch>
            </p:blipFill>
            <p:spPr>
              <a:xfrm>
                <a:off x="6186528" y="5943744"/>
                <a:ext cx="148680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9">
            <p14:nvContentPartPr>
              <p14:cNvPr id="312" name="Ink 311">
                <a:extLst>
                  <a:ext uri="{FF2B5EF4-FFF2-40B4-BE49-F238E27FC236}">
                    <a16:creationId xmlns:a16="http://schemas.microsoft.com/office/drawing/2014/main" id="{D88E4C79-9745-E70C-6677-3260B0574DDD}"/>
                  </a:ext>
                </a:extLst>
              </p14:cNvPr>
              <p14:cNvContentPartPr/>
              <p14:nvPr/>
            </p14:nvContentPartPr>
            <p14:xfrm>
              <a:off x="6567408" y="5905584"/>
              <a:ext cx="629640" cy="297720"/>
            </p14:xfrm>
          </p:contentPart>
        </mc:Choice>
        <mc:Fallback xmlns="">
          <p:pic>
            <p:nvPicPr>
              <p:cNvPr id="312" name="Ink 311">
                <a:extLst>
                  <a:ext uri="{FF2B5EF4-FFF2-40B4-BE49-F238E27FC236}">
                    <a16:creationId xmlns:a16="http://schemas.microsoft.com/office/drawing/2014/main" id="{D88E4C79-9745-E70C-6677-3260B0574DDD}"/>
                  </a:ext>
                </a:extLst>
              </p:cNvPr>
              <p:cNvPicPr/>
              <p:nvPr/>
            </p:nvPicPr>
            <p:blipFill>
              <a:blip r:embed="rId510"/>
              <a:stretch>
                <a:fillRect/>
              </a:stretch>
            </p:blipFill>
            <p:spPr>
              <a:xfrm>
                <a:off x="6558408" y="5896584"/>
                <a:ext cx="64728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1">
            <p14:nvContentPartPr>
              <p14:cNvPr id="313" name="Ink 312">
                <a:extLst>
                  <a:ext uri="{FF2B5EF4-FFF2-40B4-BE49-F238E27FC236}">
                    <a16:creationId xmlns:a16="http://schemas.microsoft.com/office/drawing/2014/main" id="{DB500EA4-4F40-4091-CDF4-750AA16C57BB}"/>
                  </a:ext>
                </a:extLst>
              </p14:cNvPr>
              <p14:cNvContentPartPr/>
              <p14:nvPr/>
            </p14:nvContentPartPr>
            <p14:xfrm>
              <a:off x="7288488" y="5989824"/>
              <a:ext cx="138600" cy="102960"/>
            </p14:xfrm>
          </p:contentPart>
        </mc:Choice>
        <mc:Fallback xmlns="">
          <p:pic>
            <p:nvPicPr>
              <p:cNvPr id="313" name="Ink 312">
                <a:extLst>
                  <a:ext uri="{FF2B5EF4-FFF2-40B4-BE49-F238E27FC236}">
                    <a16:creationId xmlns:a16="http://schemas.microsoft.com/office/drawing/2014/main" id="{DB500EA4-4F40-4091-CDF4-750AA16C57BB}"/>
                  </a:ext>
                </a:extLst>
              </p:cNvPr>
              <p:cNvPicPr/>
              <p:nvPr/>
            </p:nvPicPr>
            <p:blipFill>
              <a:blip r:embed="rId512"/>
              <a:stretch>
                <a:fillRect/>
              </a:stretch>
            </p:blipFill>
            <p:spPr>
              <a:xfrm>
                <a:off x="7279848" y="5981184"/>
                <a:ext cx="15624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3">
            <p14:nvContentPartPr>
              <p14:cNvPr id="314" name="Ink 313">
                <a:extLst>
                  <a:ext uri="{FF2B5EF4-FFF2-40B4-BE49-F238E27FC236}">
                    <a16:creationId xmlns:a16="http://schemas.microsoft.com/office/drawing/2014/main" id="{D7976C53-1CCB-074D-5F20-285D80F97217}"/>
                  </a:ext>
                </a:extLst>
              </p14:cNvPr>
              <p14:cNvContentPartPr/>
              <p14:nvPr/>
            </p14:nvContentPartPr>
            <p14:xfrm>
              <a:off x="7551648" y="5987304"/>
              <a:ext cx="83160" cy="177120"/>
            </p14:xfrm>
          </p:contentPart>
        </mc:Choice>
        <mc:Fallback xmlns="">
          <p:pic>
            <p:nvPicPr>
              <p:cNvPr id="314" name="Ink 313">
                <a:extLst>
                  <a:ext uri="{FF2B5EF4-FFF2-40B4-BE49-F238E27FC236}">
                    <a16:creationId xmlns:a16="http://schemas.microsoft.com/office/drawing/2014/main" id="{D7976C53-1CCB-074D-5F20-285D80F97217}"/>
                  </a:ext>
                </a:extLst>
              </p:cNvPr>
              <p:cNvPicPr/>
              <p:nvPr/>
            </p:nvPicPr>
            <p:blipFill>
              <a:blip r:embed="rId514"/>
              <a:stretch>
                <a:fillRect/>
              </a:stretch>
            </p:blipFill>
            <p:spPr>
              <a:xfrm>
                <a:off x="7542648" y="5978304"/>
                <a:ext cx="100800" cy="19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5">
            <p14:nvContentPartPr>
              <p14:cNvPr id="316" name="Ink 315">
                <a:extLst>
                  <a:ext uri="{FF2B5EF4-FFF2-40B4-BE49-F238E27FC236}">
                    <a16:creationId xmlns:a16="http://schemas.microsoft.com/office/drawing/2014/main" id="{67D7C9B1-3466-5AB9-E07A-321F76DCF605}"/>
                  </a:ext>
                </a:extLst>
              </p14:cNvPr>
              <p14:cNvContentPartPr/>
              <p14:nvPr/>
            </p14:nvContentPartPr>
            <p14:xfrm>
              <a:off x="8126928" y="6024744"/>
              <a:ext cx="408600" cy="182160"/>
            </p14:xfrm>
          </p:contentPart>
        </mc:Choice>
        <mc:Fallback xmlns="">
          <p:pic>
            <p:nvPicPr>
              <p:cNvPr id="316" name="Ink 315">
                <a:extLst>
                  <a:ext uri="{FF2B5EF4-FFF2-40B4-BE49-F238E27FC236}">
                    <a16:creationId xmlns:a16="http://schemas.microsoft.com/office/drawing/2014/main" id="{67D7C9B1-3466-5AB9-E07A-321F76DCF605}"/>
                  </a:ext>
                </a:extLst>
              </p:cNvPr>
              <p:cNvPicPr/>
              <p:nvPr/>
            </p:nvPicPr>
            <p:blipFill>
              <a:blip r:embed="rId516"/>
              <a:stretch>
                <a:fillRect/>
              </a:stretch>
            </p:blipFill>
            <p:spPr>
              <a:xfrm>
                <a:off x="8118288" y="6015744"/>
                <a:ext cx="42624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7">
            <p14:nvContentPartPr>
              <p14:cNvPr id="317" name="Ink 316">
                <a:extLst>
                  <a:ext uri="{FF2B5EF4-FFF2-40B4-BE49-F238E27FC236}">
                    <a16:creationId xmlns:a16="http://schemas.microsoft.com/office/drawing/2014/main" id="{F7A91767-5D24-116C-62BD-462D9C0298DD}"/>
                  </a:ext>
                </a:extLst>
              </p14:cNvPr>
              <p14:cNvContentPartPr/>
              <p14:nvPr/>
            </p14:nvContentPartPr>
            <p14:xfrm>
              <a:off x="8588448" y="6106824"/>
              <a:ext cx="83520" cy="100800"/>
            </p14:xfrm>
          </p:contentPart>
        </mc:Choice>
        <mc:Fallback xmlns="">
          <p:pic>
            <p:nvPicPr>
              <p:cNvPr id="317" name="Ink 316">
                <a:extLst>
                  <a:ext uri="{FF2B5EF4-FFF2-40B4-BE49-F238E27FC236}">
                    <a16:creationId xmlns:a16="http://schemas.microsoft.com/office/drawing/2014/main" id="{F7A91767-5D24-116C-62BD-462D9C0298DD}"/>
                  </a:ext>
                </a:extLst>
              </p:cNvPr>
              <p:cNvPicPr/>
              <p:nvPr/>
            </p:nvPicPr>
            <p:blipFill>
              <a:blip r:embed="rId518"/>
              <a:stretch>
                <a:fillRect/>
              </a:stretch>
            </p:blipFill>
            <p:spPr>
              <a:xfrm>
                <a:off x="8579448" y="6098184"/>
                <a:ext cx="10116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9">
            <p14:nvContentPartPr>
              <p14:cNvPr id="318" name="Ink 317">
                <a:extLst>
                  <a:ext uri="{FF2B5EF4-FFF2-40B4-BE49-F238E27FC236}">
                    <a16:creationId xmlns:a16="http://schemas.microsoft.com/office/drawing/2014/main" id="{07769389-51C5-2E46-6D85-5F7CE210FEA9}"/>
                  </a:ext>
                </a:extLst>
              </p14:cNvPr>
              <p14:cNvContentPartPr/>
              <p14:nvPr/>
            </p14:nvContentPartPr>
            <p14:xfrm>
              <a:off x="8739648" y="6098544"/>
              <a:ext cx="120600" cy="70560"/>
            </p14:xfrm>
          </p:contentPart>
        </mc:Choice>
        <mc:Fallback xmlns="">
          <p:pic>
            <p:nvPicPr>
              <p:cNvPr id="318" name="Ink 317">
                <a:extLst>
                  <a:ext uri="{FF2B5EF4-FFF2-40B4-BE49-F238E27FC236}">
                    <a16:creationId xmlns:a16="http://schemas.microsoft.com/office/drawing/2014/main" id="{07769389-51C5-2E46-6D85-5F7CE210FEA9}"/>
                  </a:ext>
                </a:extLst>
              </p:cNvPr>
              <p:cNvPicPr/>
              <p:nvPr/>
            </p:nvPicPr>
            <p:blipFill>
              <a:blip r:embed="rId520"/>
              <a:stretch>
                <a:fillRect/>
              </a:stretch>
            </p:blipFill>
            <p:spPr>
              <a:xfrm>
                <a:off x="8731008" y="6089544"/>
                <a:ext cx="13824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1">
            <p14:nvContentPartPr>
              <p14:cNvPr id="319" name="Ink 318">
                <a:extLst>
                  <a:ext uri="{FF2B5EF4-FFF2-40B4-BE49-F238E27FC236}">
                    <a16:creationId xmlns:a16="http://schemas.microsoft.com/office/drawing/2014/main" id="{D0FA0477-E2F2-922B-8497-AE196BD363A7}"/>
                  </a:ext>
                </a:extLst>
              </p14:cNvPr>
              <p14:cNvContentPartPr/>
              <p14:nvPr/>
            </p14:nvContentPartPr>
            <p14:xfrm>
              <a:off x="9208008" y="6142104"/>
              <a:ext cx="304560" cy="73080"/>
            </p14:xfrm>
          </p:contentPart>
        </mc:Choice>
        <mc:Fallback xmlns="">
          <p:pic>
            <p:nvPicPr>
              <p:cNvPr id="319" name="Ink 318">
                <a:extLst>
                  <a:ext uri="{FF2B5EF4-FFF2-40B4-BE49-F238E27FC236}">
                    <a16:creationId xmlns:a16="http://schemas.microsoft.com/office/drawing/2014/main" id="{D0FA0477-E2F2-922B-8497-AE196BD363A7}"/>
                  </a:ext>
                </a:extLst>
              </p:cNvPr>
              <p:cNvPicPr/>
              <p:nvPr/>
            </p:nvPicPr>
            <p:blipFill>
              <a:blip r:embed="rId522"/>
              <a:stretch>
                <a:fillRect/>
              </a:stretch>
            </p:blipFill>
            <p:spPr>
              <a:xfrm>
                <a:off x="9199008" y="6133464"/>
                <a:ext cx="32220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3">
            <p14:nvContentPartPr>
              <p14:cNvPr id="321" name="Ink 320">
                <a:extLst>
                  <a:ext uri="{FF2B5EF4-FFF2-40B4-BE49-F238E27FC236}">
                    <a16:creationId xmlns:a16="http://schemas.microsoft.com/office/drawing/2014/main" id="{D27A2105-1EAA-AC44-CD2E-75E9D3290DD0}"/>
                  </a:ext>
                </a:extLst>
              </p14:cNvPr>
              <p14:cNvContentPartPr/>
              <p14:nvPr/>
            </p14:nvContentPartPr>
            <p14:xfrm>
              <a:off x="10017288" y="6035904"/>
              <a:ext cx="68040" cy="243000"/>
            </p14:xfrm>
          </p:contentPart>
        </mc:Choice>
        <mc:Fallback xmlns="">
          <p:pic>
            <p:nvPicPr>
              <p:cNvPr id="321" name="Ink 320">
                <a:extLst>
                  <a:ext uri="{FF2B5EF4-FFF2-40B4-BE49-F238E27FC236}">
                    <a16:creationId xmlns:a16="http://schemas.microsoft.com/office/drawing/2014/main" id="{D27A2105-1EAA-AC44-CD2E-75E9D3290DD0}"/>
                  </a:ext>
                </a:extLst>
              </p:cNvPr>
              <p:cNvPicPr/>
              <p:nvPr/>
            </p:nvPicPr>
            <p:blipFill>
              <a:blip r:embed="rId524"/>
              <a:stretch>
                <a:fillRect/>
              </a:stretch>
            </p:blipFill>
            <p:spPr>
              <a:xfrm>
                <a:off x="10008648" y="6026904"/>
                <a:ext cx="8568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5">
            <p14:nvContentPartPr>
              <p14:cNvPr id="322" name="Ink 321">
                <a:extLst>
                  <a:ext uri="{FF2B5EF4-FFF2-40B4-BE49-F238E27FC236}">
                    <a16:creationId xmlns:a16="http://schemas.microsoft.com/office/drawing/2014/main" id="{A06BDEB7-7746-469B-71B6-67B59BE6EB68}"/>
                  </a:ext>
                </a:extLst>
              </p14:cNvPr>
              <p14:cNvContentPartPr/>
              <p14:nvPr/>
            </p14:nvContentPartPr>
            <p14:xfrm>
              <a:off x="9823968" y="6182424"/>
              <a:ext cx="457560" cy="64800"/>
            </p14:xfrm>
          </p:contentPart>
        </mc:Choice>
        <mc:Fallback xmlns="">
          <p:pic>
            <p:nvPicPr>
              <p:cNvPr id="322" name="Ink 321">
                <a:extLst>
                  <a:ext uri="{FF2B5EF4-FFF2-40B4-BE49-F238E27FC236}">
                    <a16:creationId xmlns:a16="http://schemas.microsoft.com/office/drawing/2014/main" id="{A06BDEB7-7746-469B-71B6-67B59BE6EB68}"/>
                  </a:ext>
                </a:extLst>
              </p:cNvPr>
              <p:cNvPicPr/>
              <p:nvPr/>
            </p:nvPicPr>
            <p:blipFill>
              <a:blip r:embed="rId526"/>
              <a:stretch>
                <a:fillRect/>
              </a:stretch>
            </p:blipFill>
            <p:spPr>
              <a:xfrm>
                <a:off x="9814968" y="6173784"/>
                <a:ext cx="47520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7">
            <p14:nvContentPartPr>
              <p14:cNvPr id="352" name="Ink 351">
                <a:extLst>
                  <a:ext uri="{FF2B5EF4-FFF2-40B4-BE49-F238E27FC236}">
                    <a16:creationId xmlns:a16="http://schemas.microsoft.com/office/drawing/2014/main" id="{3E2D38D0-59B2-1990-C641-6B0BC5D2C896}"/>
                  </a:ext>
                </a:extLst>
              </p14:cNvPr>
              <p14:cNvContentPartPr/>
              <p14:nvPr/>
            </p14:nvContentPartPr>
            <p14:xfrm>
              <a:off x="9390888" y="6324984"/>
              <a:ext cx="621360" cy="231480"/>
            </p14:xfrm>
          </p:contentPart>
        </mc:Choice>
        <mc:Fallback xmlns="">
          <p:pic>
            <p:nvPicPr>
              <p:cNvPr id="352" name="Ink 351">
                <a:extLst>
                  <a:ext uri="{FF2B5EF4-FFF2-40B4-BE49-F238E27FC236}">
                    <a16:creationId xmlns:a16="http://schemas.microsoft.com/office/drawing/2014/main" id="{3E2D38D0-59B2-1990-C641-6B0BC5D2C896}"/>
                  </a:ext>
                </a:extLst>
              </p:cNvPr>
              <p:cNvPicPr/>
              <p:nvPr/>
            </p:nvPicPr>
            <p:blipFill>
              <a:blip r:embed="rId528"/>
              <a:stretch>
                <a:fillRect/>
              </a:stretch>
            </p:blipFill>
            <p:spPr>
              <a:xfrm>
                <a:off x="9381888" y="6316344"/>
                <a:ext cx="63900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9">
            <p14:nvContentPartPr>
              <p14:cNvPr id="353" name="Ink 352">
                <a:extLst>
                  <a:ext uri="{FF2B5EF4-FFF2-40B4-BE49-F238E27FC236}">
                    <a16:creationId xmlns:a16="http://schemas.microsoft.com/office/drawing/2014/main" id="{516370BB-45C0-CFF1-F955-9E1E21A4155B}"/>
                  </a:ext>
                </a:extLst>
              </p14:cNvPr>
              <p14:cNvContentPartPr/>
              <p14:nvPr/>
            </p14:nvContentPartPr>
            <p14:xfrm>
              <a:off x="9647568" y="6368184"/>
              <a:ext cx="160920" cy="18000"/>
            </p14:xfrm>
          </p:contentPart>
        </mc:Choice>
        <mc:Fallback xmlns="">
          <p:pic>
            <p:nvPicPr>
              <p:cNvPr id="353" name="Ink 352">
                <a:extLst>
                  <a:ext uri="{FF2B5EF4-FFF2-40B4-BE49-F238E27FC236}">
                    <a16:creationId xmlns:a16="http://schemas.microsoft.com/office/drawing/2014/main" id="{516370BB-45C0-CFF1-F955-9E1E21A4155B}"/>
                  </a:ext>
                </a:extLst>
              </p:cNvPr>
              <p:cNvPicPr/>
              <p:nvPr/>
            </p:nvPicPr>
            <p:blipFill>
              <a:blip r:embed="rId530"/>
              <a:stretch>
                <a:fillRect/>
              </a:stretch>
            </p:blipFill>
            <p:spPr>
              <a:xfrm>
                <a:off x="9638568" y="6359544"/>
                <a:ext cx="178560" cy="3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1">
            <p14:nvContentPartPr>
              <p14:cNvPr id="354" name="Ink 353">
                <a:extLst>
                  <a:ext uri="{FF2B5EF4-FFF2-40B4-BE49-F238E27FC236}">
                    <a16:creationId xmlns:a16="http://schemas.microsoft.com/office/drawing/2014/main" id="{F22C5D07-64A1-74E2-449A-B8A9CE55988A}"/>
                  </a:ext>
                </a:extLst>
              </p14:cNvPr>
              <p14:cNvContentPartPr/>
              <p14:nvPr/>
            </p14:nvContentPartPr>
            <p14:xfrm>
              <a:off x="10057968" y="6475464"/>
              <a:ext cx="71280" cy="65160"/>
            </p14:xfrm>
          </p:contentPart>
        </mc:Choice>
        <mc:Fallback xmlns="">
          <p:pic>
            <p:nvPicPr>
              <p:cNvPr id="354" name="Ink 353">
                <a:extLst>
                  <a:ext uri="{FF2B5EF4-FFF2-40B4-BE49-F238E27FC236}">
                    <a16:creationId xmlns:a16="http://schemas.microsoft.com/office/drawing/2014/main" id="{F22C5D07-64A1-74E2-449A-B8A9CE55988A}"/>
                  </a:ext>
                </a:extLst>
              </p:cNvPr>
              <p:cNvPicPr/>
              <p:nvPr/>
            </p:nvPicPr>
            <p:blipFill>
              <a:blip r:embed="rId532"/>
              <a:stretch>
                <a:fillRect/>
              </a:stretch>
            </p:blipFill>
            <p:spPr>
              <a:xfrm>
                <a:off x="10048968" y="6466464"/>
                <a:ext cx="88920" cy="82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60" name="Group 359">
            <a:extLst>
              <a:ext uri="{FF2B5EF4-FFF2-40B4-BE49-F238E27FC236}">
                <a16:creationId xmlns:a16="http://schemas.microsoft.com/office/drawing/2014/main" id="{D8281D83-C322-36B1-D643-62E6894E68C6}"/>
              </a:ext>
            </a:extLst>
          </p:cNvPr>
          <p:cNvGrpSpPr/>
          <p:nvPr/>
        </p:nvGrpSpPr>
        <p:grpSpPr>
          <a:xfrm>
            <a:off x="10413648" y="6363144"/>
            <a:ext cx="710280" cy="216720"/>
            <a:chOff x="10413648" y="6363144"/>
            <a:chExt cx="710280" cy="21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7A854D58-03D2-7F9A-FF44-9CE747E417B1}"/>
                    </a:ext>
                  </a:extLst>
                </p14:cNvPr>
                <p14:cNvContentPartPr/>
                <p14:nvPr/>
              </p14:nvContentPartPr>
              <p14:xfrm>
                <a:off x="10413648" y="6363144"/>
                <a:ext cx="164160" cy="21672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7A854D58-03D2-7F9A-FF44-9CE747E417B1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10405008" y="6354144"/>
                  <a:ext cx="1818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7E6A3820-D74F-F42A-421C-CB0696D84669}"/>
                    </a:ext>
                  </a:extLst>
                </p14:cNvPr>
                <p14:cNvContentPartPr/>
                <p14:nvPr/>
              </p14:nvContentPartPr>
              <p14:xfrm>
                <a:off x="10643688" y="6443784"/>
                <a:ext cx="15480" cy="3060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7E6A3820-D74F-F42A-421C-CB0696D84669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10634688" y="6434784"/>
                  <a:ext cx="331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4BB9C261-06D2-E03A-E37C-D0F55C52B18D}"/>
                    </a:ext>
                  </a:extLst>
                </p14:cNvPr>
                <p14:cNvContentPartPr/>
                <p14:nvPr/>
              </p14:nvContentPartPr>
              <p14:xfrm>
                <a:off x="10678248" y="6447024"/>
                <a:ext cx="271080" cy="10584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4BB9C261-06D2-E03A-E37C-D0F55C52B18D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10669248" y="6438024"/>
                  <a:ext cx="2887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3272C4EA-BDA8-F742-FDC7-6D42293C9AFC}"/>
                    </a:ext>
                  </a:extLst>
                </p14:cNvPr>
                <p14:cNvContentPartPr/>
                <p14:nvPr/>
              </p14:nvContentPartPr>
              <p14:xfrm>
                <a:off x="11111328" y="6523344"/>
                <a:ext cx="12600" cy="1332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3272C4EA-BDA8-F742-FDC7-6D42293C9AFC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1102328" y="6514344"/>
                  <a:ext cx="3024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55A8B8D5-EEB1-5A0E-C8AF-24B4B4DA6C23}"/>
              </a:ext>
            </a:extLst>
          </p:cNvPr>
          <p:cNvGrpSpPr/>
          <p:nvPr/>
        </p:nvGrpSpPr>
        <p:grpSpPr>
          <a:xfrm>
            <a:off x="2861208" y="6249744"/>
            <a:ext cx="3679560" cy="563400"/>
            <a:chOff x="2861208" y="6249744"/>
            <a:chExt cx="3679560" cy="56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D29AB252-B272-039F-16E1-309EC45CC47A}"/>
                    </a:ext>
                  </a:extLst>
                </p14:cNvPr>
                <p14:cNvContentPartPr/>
                <p14:nvPr/>
              </p14:nvContentPartPr>
              <p14:xfrm>
                <a:off x="2861208" y="6249744"/>
                <a:ext cx="495360" cy="35424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D29AB252-B272-039F-16E1-309EC45CC47A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2852568" y="6240744"/>
                  <a:ext cx="51300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71837D2C-7350-3BE6-F825-213BD1D59CD8}"/>
                    </a:ext>
                  </a:extLst>
                </p14:cNvPr>
                <p14:cNvContentPartPr/>
                <p14:nvPr/>
              </p14:nvContentPartPr>
              <p14:xfrm>
                <a:off x="3262248" y="6369624"/>
                <a:ext cx="691920" cy="15624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71837D2C-7350-3BE6-F825-213BD1D59CD8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3253248" y="6360984"/>
                  <a:ext cx="7095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BEA5F3D5-5DBC-4EB0-DA58-B770B77FD3D4}"/>
                    </a:ext>
                  </a:extLst>
                </p14:cNvPr>
                <p14:cNvContentPartPr/>
                <p14:nvPr/>
              </p14:nvContentPartPr>
              <p14:xfrm>
                <a:off x="4013928" y="6382944"/>
                <a:ext cx="209160" cy="6372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BEA5F3D5-5DBC-4EB0-DA58-B770B77FD3D4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4004928" y="6374304"/>
                  <a:ext cx="22680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4F126FF3-23F3-6D4D-1FD4-9641D909EC47}"/>
                    </a:ext>
                  </a:extLst>
                </p14:cNvPr>
                <p14:cNvContentPartPr/>
                <p14:nvPr/>
              </p14:nvContentPartPr>
              <p14:xfrm>
                <a:off x="3112128" y="6251904"/>
                <a:ext cx="32400" cy="4824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4F126FF3-23F3-6D4D-1FD4-9641D909EC47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3103488" y="6243264"/>
                  <a:ext cx="500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AE7A5741-9E0B-85FD-F853-0A6A66EFDE46}"/>
                    </a:ext>
                  </a:extLst>
                </p14:cNvPr>
                <p14:cNvContentPartPr/>
                <p14:nvPr/>
              </p14:nvContentPartPr>
              <p14:xfrm>
                <a:off x="4794048" y="6289344"/>
                <a:ext cx="30240" cy="2116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AE7A5741-9E0B-85FD-F853-0A6A66EFDE46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4785048" y="6280344"/>
                  <a:ext cx="478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0096FDC3-B5CD-CB36-B334-F8B826465FE5}"/>
                    </a:ext>
                  </a:extLst>
                </p14:cNvPr>
                <p14:cNvContentPartPr/>
                <p14:nvPr/>
              </p14:nvContentPartPr>
              <p14:xfrm>
                <a:off x="4603968" y="6400224"/>
                <a:ext cx="490680" cy="5868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0096FDC3-B5CD-CB36-B334-F8B826465FE5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4594968" y="6391584"/>
                  <a:ext cx="50832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457CDE97-7309-A12A-3DE3-AF68C6C682D7}"/>
                    </a:ext>
                  </a:extLst>
                </p14:cNvPr>
                <p14:cNvContentPartPr/>
                <p14:nvPr/>
              </p14:nvContentPartPr>
              <p14:xfrm>
                <a:off x="5491728" y="6427224"/>
                <a:ext cx="152640" cy="702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457CDE97-7309-A12A-3DE3-AF68C6C682D7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5482728" y="6418584"/>
                  <a:ext cx="17028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13BD404F-3F9C-0EE3-BA44-121B4CDC6D2C}"/>
                    </a:ext>
                  </a:extLst>
                </p14:cNvPr>
                <p14:cNvContentPartPr/>
                <p14:nvPr/>
              </p14:nvContentPartPr>
              <p14:xfrm>
                <a:off x="5721048" y="6351264"/>
                <a:ext cx="80640" cy="15588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13BD404F-3F9C-0EE3-BA44-121B4CDC6D2C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5712048" y="6342624"/>
                  <a:ext cx="982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1BB4627A-467C-0373-6893-3563192BE393}"/>
                    </a:ext>
                  </a:extLst>
                </p14:cNvPr>
                <p14:cNvContentPartPr/>
                <p14:nvPr/>
              </p14:nvContentPartPr>
              <p14:xfrm>
                <a:off x="5890968" y="6309864"/>
                <a:ext cx="84600" cy="22248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1BB4627A-467C-0373-6893-3563192BE393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5882328" y="6301224"/>
                  <a:ext cx="10224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4E79C948-DA8C-CB39-543E-E9966FF83ED7}"/>
                    </a:ext>
                  </a:extLst>
                </p14:cNvPr>
                <p14:cNvContentPartPr/>
                <p14:nvPr/>
              </p14:nvContentPartPr>
              <p14:xfrm>
                <a:off x="6062328" y="6435144"/>
                <a:ext cx="102600" cy="6120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4E79C948-DA8C-CB39-543E-E9966FF83ED7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6053328" y="6426504"/>
                  <a:ext cx="12024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A5AAA752-46EE-DDF1-BC23-E28F72DD9E67}"/>
                    </a:ext>
                  </a:extLst>
                </p14:cNvPr>
                <p14:cNvContentPartPr/>
                <p14:nvPr/>
              </p14:nvContentPartPr>
              <p14:xfrm>
                <a:off x="6202368" y="6417144"/>
                <a:ext cx="338400" cy="9684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A5AAA752-46EE-DDF1-BC23-E28F72DD9E67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6193728" y="6408504"/>
                  <a:ext cx="35604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C8466A49-DA3C-C847-A1B8-5B374264CFA4}"/>
                    </a:ext>
                  </a:extLst>
                </p14:cNvPr>
                <p14:cNvContentPartPr/>
                <p14:nvPr/>
              </p14:nvContentPartPr>
              <p14:xfrm>
                <a:off x="3674808" y="6614424"/>
                <a:ext cx="163080" cy="16596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C8466A49-DA3C-C847-A1B8-5B374264CFA4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3665808" y="6605424"/>
                  <a:ext cx="1807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3F010547-FACC-DBEE-B5DA-2D8C92E1F35F}"/>
                    </a:ext>
                  </a:extLst>
                </p14:cNvPr>
                <p14:cNvContentPartPr/>
                <p14:nvPr/>
              </p14:nvContentPartPr>
              <p14:xfrm>
                <a:off x="3901968" y="6641784"/>
                <a:ext cx="54000" cy="5832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3F010547-FACC-DBEE-B5DA-2D8C92E1F35F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3892968" y="6633144"/>
                  <a:ext cx="716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FF6A4FA3-4119-7084-7502-D906EBD371A1}"/>
                    </a:ext>
                  </a:extLst>
                </p14:cNvPr>
                <p14:cNvContentPartPr/>
                <p14:nvPr/>
              </p14:nvContentPartPr>
              <p14:xfrm>
                <a:off x="4017168" y="6499224"/>
                <a:ext cx="286920" cy="20952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FF6A4FA3-4119-7084-7502-D906EBD371A1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4008168" y="6490584"/>
                  <a:ext cx="3045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90291526-13F9-496D-61B0-22C06EDC66F6}"/>
                    </a:ext>
                  </a:extLst>
                </p14:cNvPr>
                <p14:cNvContentPartPr/>
                <p14:nvPr/>
              </p14:nvContentPartPr>
              <p14:xfrm>
                <a:off x="4315248" y="6626664"/>
                <a:ext cx="11160" cy="2016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90291526-13F9-496D-61B0-22C06EDC66F6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4306248" y="6618024"/>
                  <a:ext cx="288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FD60BE2B-B56B-7378-7F36-DFD73F19BE73}"/>
                    </a:ext>
                  </a:extLst>
                </p14:cNvPr>
                <p14:cNvContentPartPr/>
                <p14:nvPr/>
              </p14:nvContentPartPr>
              <p14:xfrm>
                <a:off x="4375008" y="6645384"/>
                <a:ext cx="191520" cy="5976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FD60BE2B-B56B-7378-7F36-DFD73F19BE73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4366008" y="6636384"/>
                  <a:ext cx="20916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F9DA7EDB-CD3D-3D5F-FFB5-5CFFEA4A1953}"/>
                    </a:ext>
                  </a:extLst>
                </p14:cNvPr>
                <p14:cNvContentPartPr/>
                <p14:nvPr/>
              </p14:nvContentPartPr>
              <p14:xfrm>
                <a:off x="4476168" y="6556104"/>
                <a:ext cx="48600" cy="234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F9DA7EDB-CD3D-3D5F-FFB5-5CFFEA4A1953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4467168" y="6547104"/>
                  <a:ext cx="662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B94BCC12-C8C5-9FF0-47F3-E80908684C2E}"/>
                    </a:ext>
                  </a:extLst>
                </p14:cNvPr>
                <p14:cNvContentPartPr/>
                <p14:nvPr/>
              </p14:nvContentPartPr>
              <p14:xfrm>
                <a:off x="4712688" y="6657984"/>
                <a:ext cx="88200" cy="1188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B94BCC12-C8C5-9FF0-47F3-E80908684C2E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4703688" y="6648984"/>
                  <a:ext cx="1058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E90ADD85-86A9-6082-00D3-D941EA98A0BB}"/>
                    </a:ext>
                  </a:extLst>
                </p14:cNvPr>
                <p14:cNvContentPartPr/>
                <p14:nvPr/>
              </p14:nvContentPartPr>
              <p14:xfrm>
                <a:off x="4894128" y="6581664"/>
                <a:ext cx="558000" cy="19440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E90ADD85-86A9-6082-00D3-D941EA98A0BB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4885128" y="6572664"/>
                  <a:ext cx="5756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EB1A2485-FEA1-B13D-C839-B24D1BC49322}"/>
                    </a:ext>
                  </a:extLst>
                </p14:cNvPr>
                <p14:cNvContentPartPr/>
                <p14:nvPr/>
              </p14:nvContentPartPr>
              <p14:xfrm>
                <a:off x="5541408" y="6647904"/>
                <a:ext cx="109440" cy="5796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EB1A2485-FEA1-B13D-C839-B24D1BC49322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5532408" y="6638904"/>
                  <a:ext cx="1270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F44EDB22-4D55-E20A-6332-8E720887B6E4}"/>
                    </a:ext>
                  </a:extLst>
                </p14:cNvPr>
                <p14:cNvContentPartPr/>
                <p14:nvPr/>
              </p14:nvContentPartPr>
              <p14:xfrm>
                <a:off x="5711688" y="6659784"/>
                <a:ext cx="197640" cy="4716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F44EDB22-4D55-E20A-6332-8E720887B6E4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5702688" y="6650784"/>
                  <a:ext cx="2152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F759A816-A015-27AE-F8A2-A3FEECB0436F}"/>
                    </a:ext>
                  </a:extLst>
                </p14:cNvPr>
                <p14:cNvContentPartPr/>
                <p14:nvPr/>
              </p14:nvContentPartPr>
              <p14:xfrm>
                <a:off x="5940288" y="6620184"/>
                <a:ext cx="2520" cy="684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F759A816-A015-27AE-F8A2-A3FEECB0436F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5931648" y="6611184"/>
                  <a:ext cx="20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57A5E2E3-375C-BE4E-7E9C-A7F30073CF6E}"/>
                    </a:ext>
                  </a:extLst>
                </p14:cNvPr>
                <p14:cNvContentPartPr/>
                <p14:nvPr/>
              </p14:nvContentPartPr>
              <p14:xfrm>
                <a:off x="5959368" y="6656184"/>
                <a:ext cx="87120" cy="15696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57A5E2E3-375C-BE4E-7E9C-A7F30073CF6E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5950368" y="6647184"/>
                  <a:ext cx="104760" cy="174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5">
            <p14:nvContentPartPr>
              <p14:cNvPr id="374" name="Ink 373">
                <a:extLst>
                  <a:ext uri="{FF2B5EF4-FFF2-40B4-BE49-F238E27FC236}">
                    <a16:creationId xmlns:a16="http://schemas.microsoft.com/office/drawing/2014/main" id="{D4564661-267F-B09A-6802-5DDDF9F12A0A}"/>
                  </a:ext>
                </a:extLst>
              </p14:cNvPr>
              <p14:cNvContentPartPr/>
              <p14:nvPr/>
            </p14:nvContentPartPr>
            <p14:xfrm>
              <a:off x="6350328" y="6678144"/>
              <a:ext cx="232920" cy="99720"/>
            </p14:xfrm>
          </p:contentPart>
        </mc:Choice>
        <mc:Fallback xmlns="">
          <p:pic>
            <p:nvPicPr>
              <p:cNvPr id="374" name="Ink 373">
                <a:extLst>
                  <a:ext uri="{FF2B5EF4-FFF2-40B4-BE49-F238E27FC236}">
                    <a16:creationId xmlns:a16="http://schemas.microsoft.com/office/drawing/2014/main" id="{D4564661-267F-B09A-6802-5DDDF9F12A0A}"/>
                  </a:ext>
                </a:extLst>
              </p:cNvPr>
              <p:cNvPicPr/>
              <p:nvPr/>
            </p:nvPicPr>
            <p:blipFill>
              <a:blip r:embed="rId586"/>
              <a:stretch>
                <a:fillRect/>
              </a:stretch>
            </p:blipFill>
            <p:spPr>
              <a:xfrm>
                <a:off x="6341328" y="6669144"/>
                <a:ext cx="250560" cy="11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83" name="Group 382">
            <a:extLst>
              <a:ext uri="{FF2B5EF4-FFF2-40B4-BE49-F238E27FC236}">
                <a16:creationId xmlns:a16="http://schemas.microsoft.com/office/drawing/2014/main" id="{9CD9E908-0A06-287B-A90C-05762067B39A}"/>
              </a:ext>
            </a:extLst>
          </p:cNvPr>
          <p:cNvGrpSpPr/>
          <p:nvPr/>
        </p:nvGrpSpPr>
        <p:grpSpPr>
          <a:xfrm>
            <a:off x="6872328" y="6357384"/>
            <a:ext cx="2361960" cy="549360"/>
            <a:chOff x="6872328" y="6357384"/>
            <a:chExt cx="2361960" cy="54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73BE7D6A-8624-0BB9-4DC5-50C94B7E0840}"/>
                    </a:ext>
                  </a:extLst>
                </p14:cNvPr>
                <p14:cNvContentPartPr/>
                <p14:nvPr/>
              </p14:nvContentPartPr>
              <p14:xfrm>
                <a:off x="6872328" y="6418944"/>
                <a:ext cx="347400" cy="10332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73BE7D6A-8624-0BB9-4DC5-50C94B7E0840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6863328" y="6409944"/>
                  <a:ext cx="3650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16BDB8DD-D650-B914-82E6-A95AD35CB166}"/>
                    </a:ext>
                  </a:extLst>
                </p14:cNvPr>
                <p14:cNvContentPartPr/>
                <p14:nvPr/>
              </p14:nvContentPartPr>
              <p14:xfrm>
                <a:off x="7246008" y="6432984"/>
                <a:ext cx="586080" cy="8496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16BDB8DD-D650-B914-82E6-A95AD35CB166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7237368" y="6424344"/>
                  <a:ext cx="60372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F3CB0A76-316E-422F-AB14-EF6EBD1902B0}"/>
                    </a:ext>
                  </a:extLst>
                </p14:cNvPr>
                <p14:cNvContentPartPr/>
                <p14:nvPr/>
              </p14:nvContentPartPr>
              <p14:xfrm>
                <a:off x="7875288" y="6404544"/>
                <a:ext cx="5040" cy="2772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F3CB0A76-316E-422F-AB14-EF6EBD1902B0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7866288" y="6395904"/>
                  <a:ext cx="2268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05D64836-57CA-54C8-D7CA-AC8FC9BD5405}"/>
                    </a:ext>
                  </a:extLst>
                </p14:cNvPr>
                <p14:cNvContentPartPr/>
                <p14:nvPr/>
              </p14:nvContentPartPr>
              <p14:xfrm>
                <a:off x="7896528" y="6452424"/>
                <a:ext cx="91080" cy="17604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05D64836-57CA-54C8-D7CA-AC8FC9BD5405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7887528" y="6443424"/>
                  <a:ext cx="1087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E7BA833A-2D72-95CA-5174-D07555DB3CE1}"/>
                    </a:ext>
                  </a:extLst>
                </p14:cNvPr>
                <p14:cNvContentPartPr/>
                <p14:nvPr/>
              </p14:nvContentPartPr>
              <p14:xfrm>
                <a:off x="8097048" y="6463224"/>
                <a:ext cx="109800" cy="3096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E7BA833A-2D72-95CA-5174-D07555DB3CE1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8088048" y="6454224"/>
                  <a:ext cx="1274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7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D6C7B588-A2F4-DC6C-E1C2-2FB7D666EE24}"/>
                    </a:ext>
                  </a:extLst>
                </p14:cNvPr>
                <p14:cNvContentPartPr/>
                <p14:nvPr/>
              </p14:nvContentPartPr>
              <p14:xfrm>
                <a:off x="8375688" y="6357384"/>
                <a:ext cx="695880" cy="19008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D6C7B588-A2F4-DC6C-E1C2-2FB7D666EE24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8367048" y="6348744"/>
                  <a:ext cx="7135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9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51DCC792-AE55-54BD-82F1-14E0A0FBBE23}"/>
                    </a:ext>
                  </a:extLst>
                </p14:cNvPr>
                <p14:cNvContentPartPr/>
                <p14:nvPr/>
              </p14:nvContentPartPr>
              <p14:xfrm>
                <a:off x="9150768" y="6429384"/>
                <a:ext cx="83520" cy="11016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51DCC792-AE55-54BD-82F1-14E0A0FBBE23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9142128" y="6420744"/>
                  <a:ext cx="1011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1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F4BF62DA-D05F-25C6-2C72-4A02E9A14FCC}"/>
                    </a:ext>
                  </a:extLst>
                </p14:cNvPr>
                <p14:cNvContentPartPr/>
                <p14:nvPr/>
              </p14:nvContentPartPr>
              <p14:xfrm>
                <a:off x="9081648" y="6454584"/>
                <a:ext cx="38160" cy="1548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F4BF62DA-D05F-25C6-2C72-4A02E9A14FCC}"/>
                    </a:ext>
                  </a:extLst>
                </p:cNvPr>
                <p:cNvPicPr/>
                <p:nvPr/>
              </p:nvPicPr>
              <p:blipFill>
                <a:blip r:embed="rId602"/>
                <a:stretch>
                  <a:fillRect/>
                </a:stretch>
              </p:blipFill>
              <p:spPr>
                <a:xfrm>
                  <a:off x="9073008" y="6445584"/>
                  <a:ext cx="5580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A0BB40AB-EE25-FE3C-8231-F67117A060B7}"/>
                    </a:ext>
                  </a:extLst>
                </p14:cNvPr>
                <p14:cNvContentPartPr/>
                <p14:nvPr/>
              </p14:nvContentPartPr>
              <p14:xfrm>
                <a:off x="6941088" y="6649704"/>
                <a:ext cx="208080" cy="15228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A0BB40AB-EE25-FE3C-8231-F67117A060B7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6932448" y="6640704"/>
                  <a:ext cx="2257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1DD6ECEC-4F7E-E866-F472-D4EC9EB0341E}"/>
                    </a:ext>
                  </a:extLst>
                </p14:cNvPr>
                <p14:cNvContentPartPr/>
                <p14:nvPr/>
              </p14:nvContentPartPr>
              <p14:xfrm>
                <a:off x="7243488" y="6721344"/>
                <a:ext cx="16920" cy="6444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1DD6ECEC-4F7E-E866-F472-D4EC9EB0341E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7234488" y="6712344"/>
                  <a:ext cx="3456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0CB984F3-7951-7465-EED4-E76696D8F27E}"/>
                    </a:ext>
                  </a:extLst>
                </p14:cNvPr>
                <p14:cNvContentPartPr/>
                <p14:nvPr/>
              </p14:nvContentPartPr>
              <p14:xfrm>
                <a:off x="7312608" y="6615144"/>
                <a:ext cx="12600" cy="3708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0CB984F3-7951-7465-EED4-E76696D8F27E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7303968" y="6606144"/>
                  <a:ext cx="3024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62A41755-8F10-92D7-DBA5-8F26781BFD9C}"/>
                    </a:ext>
                  </a:extLst>
                </p14:cNvPr>
                <p14:cNvContentPartPr/>
                <p14:nvPr/>
              </p14:nvContentPartPr>
              <p14:xfrm>
                <a:off x="7401528" y="6681384"/>
                <a:ext cx="140040" cy="8136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62A41755-8F10-92D7-DBA5-8F26781BFD9C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7392888" y="6672384"/>
                  <a:ext cx="1576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17E9BB1C-AA66-F7C1-50D1-90D8ADD30203}"/>
                    </a:ext>
                  </a:extLst>
                </p14:cNvPr>
                <p14:cNvContentPartPr/>
                <p14:nvPr/>
              </p14:nvContentPartPr>
              <p14:xfrm>
                <a:off x="7654248" y="6587064"/>
                <a:ext cx="190800" cy="17244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17E9BB1C-AA66-F7C1-50D1-90D8ADD30203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7645608" y="6578424"/>
                  <a:ext cx="20844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344014D7-B1C5-5B05-2C53-98C807308B91}"/>
                    </a:ext>
                  </a:extLst>
                </p14:cNvPr>
                <p14:cNvContentPartPr/>
                <p14:nvPr/>
              </p14:nvContentPartPr>
              <p14:xfrm>
                <a:off x="7868088" y="6698664"/>
                <a:ext cx="76320" cy="20808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344014D7-B1C5-5B05-2C53-98C807308B91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7859448" y="6689664"/>
                  <a:ext cx="9396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54AB57B0-9AC0-EE52-529A-315A717B4D88}"/>
                    </a:ext>
                  </a:extLst>
                </p14:cNvPr>
                <p14:cNvContentPartPr/>
                <p14:nvPr/>
              </p14:nvContentPartPr>
              <p14:xfrm>
                <a:off x="8047008" y="6713784"/>
                <a:ext cx="214920" cy="7056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54AB57B0-9AC0-EE52-529A-315A717B4D88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8038368" y="6705144"/>
                  <a:ext cx="2325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2F37040A-A6C3-3525-E077-9939CD348FE2}"/>
                    </a:ext>
                  </a:extLst>
                </p14:cNvPr>
                <p14:cNvContentPartPr/>
                <p14:nvPr/>
              </p14:nvContentPartPr>
              <p14:xfrm>
                <a:off x="8419968" y="6786144"/>
                <a:ext cx="23400" cy="900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2F37040A-A6C3-3525-E077-9939CD348FE2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8411328" y="6777504"/>
                  <a:ext cx="41040" cy="26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2780857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US" dirty="0"/>
              <a:t>Lemmas &amp; Senses:</a:t>
            </a:r>
            <a:endParaRPr lang="en-IN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7C7BB52-9BCB-6B43-0EAC-186E5C520260}"/>
              </a:ext>
            </a:extLst>
          </p:cNvPr>
          <p:cNvGrpSpPr/>
          <p:nvPr/>
        </p:nvGrpSpPr>
        <p:grpSpPr>
          <a:xfrm>
            <a:off x="1705248" y="620424"/>
            <a:ext cx="1514520" cy="244800"/>
            <a:chOff x="1705248" y="620424"/>
            <a:chExt cx="1514520" cy="24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811DC0F7-CEF4-80BC-4F49-8D0C9CA52416}"/>
                    </a:ext>
                  </a:extLst>
                </p14:cNvPr>
                <p14:cNvContentPartPr/>
                <p14:nvPr/>
              </p14:nvContentPartPr>
              <p14:xfrm>
                <a:off x="1705248" y="620424"/>
                <a:ext cx="213840" cy="2448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811DC0F7-CEF4-80BC-4F49-8D0C9CA5241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696248" y="611784"/>
                  <a:ext cx="23148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0CCC85C0-7B91-5BEC-57AD-0D46A950A0A3}"/>
                    </a:ext>
                  </a:extLst>
                </p14:cNvPr>
                <p14:cNvContentPartPr/>
                <p14:nvPr/>
              </p14:nvContentPartPr>
              <p14:xfrm>
                <a:off x="1998648" y="770544"/>
                <a:ext cx="174960" cy="608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0CCC85C0-7B91-5BEC-57AD-0D46A950A0A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90008" y="761904"/>
                  <a:ext cx="19260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F2C1B4BA-26D8-B89B-8751-106FF425F708}"/>
                    </a:ext>
                  </a:extLst>
                </p14:cNvPr>
                <p14:cNvContentPartPr/>
                <p14:nvPr/>
              </p14:nvContentPartPr>
              <p14:xfrm>
                <a:off x="2241288" y="781344"/>
                <a:ext cx="183600" cy="334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F2C1B4BA-26D8-B89B-8751-106FF425F70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232648" y="772344"/>
                  <a:ext cx="20124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B027CC1D-47DC-EE87-E59C-7FC020209598}"/>
                    </a:ext>
                  </a:extLst>
                </p14:cNvPr>
                <p14:cNvContentPartPr/>
                <p14:nvPr/>
              </p14:nvContentPartPr>
              <p14:xfrm>
                <a:off x="2541528" y="764784"/>
                <a:ext cx="92160" cy="460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B027CC1D-47DC-EE87-E59C-7FC02020959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532888" y="756144"/>
                  <a:ext cx="10980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0975A2B9-117F-7A8B-19EE-575ACE46A679}"/>
                    </a:ext>
                  </a:extLst>
                </p14:cNvPr>
                <p14:cNvContentPartPr/>
                <p14:nvPr/>
              </p14:nvContentPartPr>
              <p14:xfrm>
                <a:off x="2858688" y="756504"/>
                <a:ext cx="361080" cy="4680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0975A2B9-117F-7A8B-19EE-575ACE46A67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849688" y="747864"/>
                  <a:ext cx="37872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992FC8F-CB22-01B5-E18A-B922404DA657}"/>
              </a:ext>
            </a:extLst>
          </p:cNvPr>
          <p:cNvGrpSpPr/>
          <p:nvPr/>
        </p:nvGrpSpPr>
        <p:grpSpPr>
          <a:xfrm>
            <a:off x="3512088" y="583704"/>
            <a:ext cx="1662840" cy="286200"/>
            <a:chOff x="3512088" y="583704"/>
            <a:chExt cx="1662840" cy="28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10A758C7-6B9F-46BC-85E6-37633E401644}"/>
                    </a:ext>
                  </a:extLst>
                </p14:cNvPr>
                <p14:cNvContentPartPr/>
                <p14:nvPr/>
              </p14:nvContentPartPr>
              <p14:xfrm>
                <a:off x="3512088" y="685584"/>
                <a:ext cx="150480" cy="111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10A758C7-6B9F-46BC-85E6-37633E40164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503448" y="676584"/>
                  <a:ext cx="16812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4555ACE3-9FC8-3F3D-910A-625CA0C6F20C}"/>
                    </a:ext>
                  </a:extLst>
                </p14:cNvPr>
                <p14:cNvContentPartPr/>
                <p14:nvPr/>
              </p14:nvContentPartPr>
              <p14:xfrm>
                <a:off x="3665088" y="701784"/>
                <a:ext cx="99720" cy="1198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4555ACE3-9FC8-3F3D-910A-625CA0C6F20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656088" y="692784"/>
                  <a:ext cx="11736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789DA318-C162-29CA-F150-B67757CD6F36}"/>
                    </a:ext>
                  </a:extLst>
                </p14:cNvPr>
                <p14:cNvContentPartPr/>
                <p14:nvPr/>
              </p14:nvContentPartPr>
              <p14:xfrm>
                <a:off x="3880728" y="711864"/>
                <a:ext cx="86760" cy="817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789DA318-C162-29CA-F150-B67757CD6F3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872088" y="702864"/>
                  <a:ext cx="10440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85F14208-BD8B-8E2B-AEE6-C25211ABFA3C}"/>
                    </a:ext>
                  </a:extLst>
                </p14:cNvPr>
                <p14:cNvContentPartPr/>
                <p14:nvPr/>
              </p14:nvContentPartPr>
              <p14:xfrm>
                <a:off x="4029768" y="712944"/>
                <a:ext cx="402480" cy="748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85F14208-BD8B-8E2B-AEE6-C25211ABFA3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021128" y="703944"/>
                  <a:ext cx="42012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641D4942-D0A8-0906-2E9F-12B69F5E0B47}"/>
                    </a:ext>
                  </a:extLst>
                </p14:cNvPr>
                <p14:cNvContentPartPr/>
                <p14:nvPr/>
              </p14:nvContentPartPr>
              <p14:xfrm>
                <a:off x="4600368" y="636624"/>
                <a:ext cx="90360" cy="1861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641D4942-D0A8-0906-2E9F-12B69F5E0B4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591368" y="627624"/>
                  <a:ext cx="1080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0F427796-9F33-B10A-A49B-6ADB846C26B7}"/>
                    </a:ext>
                  </a:extLst>
                </p14:cNvPr>
                <p14:cNvContentPartPr/>
                <p14:nvPr/>
              </p14:nvContentPartPr>
              <p14:xfrm>
                <a:off x="4789728" y="670464"/>
                <a:ext cx="156960" cy="130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0F427796-9F33-B10A-A49B-6ADB846C26B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780728" y="661464"/>
                  <a:ext cx="1746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D7A2160-5566-7B0F-2D41-7685536657F7}"/>
                    </a:ext>
                  </a:extLst>
                </p14:cNvPr>
                <p14:cNvContentPartPr/>
                <p14:nvPr/>
              </p14:nvContentPartPr>
              <p14:xfrm>
                <a:off x="4998528" y="583704"/>
                <a:ext cx="176400" cy="2862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D7A2160-5566-7B0F-2D41-7685536657F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989888" y="574704"/>
                  <a:ext cx="194040" cy="30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87C8158-C7F5-A704-5F1F-B02E8F1A6A46}"/>
              </a:ext>
            </a:extLst>
          </p:cNvPr>
          <p:cNvGrpSpPr/>
          <p:nvPr/>
        </p:nvGrpSpPr>
        <p:grpSpPr>
          <a:xfrm>
            <a:off x="2018808" y="1169064"/>
            <a:ext cx="567000" cy="346680"/>
            <a:chOff x="2018808" y="1169064"/>
            <a:chExt cx="567000" cy="34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ABEDE3B-1ECD-245A-7113-463C66DEF1ED}"/>
                    </a:ext>
                  </a:extLst>
                </p14:cNvPr>
                <p14:cNvContentPartPr/>
                <p14:nvPr/>
              </p14:nvContentPartPr>
              <p14:xfrm>
                <a:off x="2018808" y="1169064"/>
                <a:ext cx="346680" cy="3466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ABEDE3B-1ECD-245A-7113-463C66DEF1E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009808" y="1160064"/>
                  <a:ext cx="36432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E58A411-9383-23E3-90F7-8BDF6AB77065}"/>
                    </a:ext>
                  </a:extLst>
                </p14:cNvPr>
                <p14:cNvContentPartPr/>
                <p14:nvPr/>
              </p14:nvContentPartPr>
              <p14:xfrm>
                <a:off x="2433888" y="1219824"/>
                <a:ext cx="20520" cy="1450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E58A411-9383-23E3-90F7-8BDF6AB7706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425248" y="1211184"/>
                  <a:ext cx="381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1C30F7E7-EE1D-6CE5-8B68-E44D51EB9443}"/>
                    </a:ext>
                  </a:extLst>
                </p14:cNvPr>
                <p14:cNvContentPartPr/>
                <p14:nvPr/>
              </p14:nvContentPartPr>
              <p14:xfrm>
                <a:off x="2577528" y="1333224"/>
                <a:ext cx="8280" cy="385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1C30F7E7-EE1D-6CE5-8B68-E44D51EB944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568528" y="1324224"/>
                  <a:ext cx="2592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5EF1320A-0F00-771B-2DE6-01F9BB6802A9}"/>
                    </a:ext>
                  </a:extLst>
                </p14:cNvPr>
                <p14:cNvContentPartPr/>
                <p14:nvPr/>
              </p14:nvContentPartPr>
              <p14:xfrm>
                <a:off x="2534688" y="1224864"/>
                <a:ext cx="16560" cy="140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5EF1320A-0F00-771B-2DE6-01F9BB6802A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526048" y="1215864"/>
                  <a:ext cx="3420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68D707-087E-CC2F-028A-A7F086B5A77B}"/>
              </a:ext>
            </a:extLst>
          </p:cNvPr>
          <p:cNvGrpSpPr/>
          <p:nvPr/>
        </p:nvGrpSpPr>
        <p:grpSpPr>
          <a:xfrm>
            <a:off x="3076488" y="1110744"/>
            <a:ext cx="915480" cy="331920"/>
            <a:chOff x="3076488" y="1110744"/>
            <a:chExt cx="915480" cy="33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5BC5D09B-DA68-1EB4-EC5B-206B6E45C757}"/>
                    </a:ext>
                  </a:extLst>
                </p14:cNvPr>
                <p14:cNvContentPartPr/>
                <p14:nvPr/>
              </p14:nvContentPartPr>
              <p14:xfrm>
                <a:off x="3076488" y="1110744"/>
                <a:ext cx="284040" cy="3319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5BC5D09B-DA68-1EB4-EC5B-206B6E45C75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067848" y="1101744"/>
                  <a:ext cx="30168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E8904C4A-15AB-6882-8FC1-B00779E30871}"/>
                    </a:ext>
                  </a:extLst>
                </p14:cNvPr>
                <p14:cNvContentPartPr/>
                <p14:nvPr/>
              </p14:nvContentPartPr>
              <p14:xfrm>
                <a:off x="3436848" y="1246824"/>
                <a:ext cx="201240" cy="846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E8904C4A-15AB-6882-8FC1-B00779E3087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428208" y="1237824"/>
                  <a:ext cx="21888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83B59191-28C3-77F8-D2DE-3FF5A1F6EBDD}"/>
                    </a:ext>
                  </a:extLst>
                </p14:cNvPr>
                <p14:cNvContentPartPr/>
                <p14:nvPr/>
              </p14:nvContentPartPr>
              <p14:xfrm>
                <a:off x="3701808" y="1169064"/>
                <a:ext cx="290160" cy="1454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83B59191-28C3-77F8-D2DE-3FF5A1F6EBD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693168" y="1160064"/>
                  <a:ext cx="307800" cy="16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C54FCCF-1BE4-FD19-A021-1F24F609047A}"/>
              </a:ext>
            </a:extLst>
          </p:cNvPr>
          <p:cNvGrpSpPr/>
          <p:nvPr/>
        </p:nvGrpSpPr>
        <p:grpSpPr>
          <a:xfrm>
            <a:off x="4347648" y="1052784"/>
            <a:ext cx="1156320" cy="257760"/>
            <a:chOff x="4347648" y="1052784"/>
            <a:chExt cx="1156320" cy="25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E81F20E2-A599-E23B-514E-71E369E0DEA0}"/>
                    </a:ext>
                  </a:extLst>
                </p14:cNvPr>
                <p14:cNvContentPartPr/>
                <p14:nvPr/>
              </p14:nvContentPartPr>
              <p14:xfrm>
                <a:off x="4347648" y="1164024"/>
                <a:ext cx="334080" cy="1465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E81F20E2-A599-E23B-514E-71E369E0DEA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338648" y="1155024"/>
                  <a:ext cx="3517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9E3FF263-4459-D91F-ADF1-BA50AA9C5797}"/>
                    </a:ext>
                  </a:extLst>
                </p14:cNvPr>
                <p14:cNvContentPartPr/>
                <p14:nvPr/>
              </p14:nvContentPartPr>
              <p14:xfrm>
                <a:off x="4803408" y="1052784"/>
                <a:ext cx="121680" cy="2448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9E3FF263-4459-D91F-ADF1-BA50AA9C579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794768" y="1043784"/>
                  <a:ext cx="13932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91E35A7A-3BEE-9643-6E0D-8BBF50FF34A4}"/>
                    </a:ext>
                  </a:extLst>
                </p14:cNvPr>
                <p14:cNvContentPartPr/>
                <p14:nvPr/>
              </p14:nvContentPartPr>
              <p14:xfrm>
                <a:off x="4954248" y="1087704"/>
                <a:ext cx="455040" cy="1850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91E35A7A-3BEE-9643-6E0D-8BBF50FF34A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945248" y="1078704"/>
                  <a:ext cx="47268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260C9626-3374-E3CE-EB12-C06B07DB1416}"/>
                    </a:ext>
                  </a:extLst>
                </p14:cNvPr>
                <p14:cNvContentPartPr/>
                <p14:nvPr/>
              </p14:nvContentPartPr>
              <p14:xfrm>
                <a:off x="5425128" y="1121544"/>
                <a:ext cx="78840" cy="172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260C9626-3374-E3CE-EB12-C06B07DB141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416128" y="1112544"/>
                  <a:ext cx="9648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2475B45-C0A3-7331-706E-03C208D225F2}"/>
              </a:ext>
            </a:extLst>
          </p:cNvPr>
          <p:cNvGrpSpPr/>
          <p:nvPr/>
        </p:nvGrpSpPr>
        <p:grpSpPr>
          <a:xfrm>
            <a:off x="2206728" y="1622664"/>
            <a:ext cx="616320" cy="322200"/>
            <a:chOff x="2206728" y="1622664"/>
            <a:chExt cx="616320" cy="32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C01214A3-2F70-E436-618A-6E03D9255B6E}"/>
                    </a:ext>
                  </a:extLst>
                </p14:cNvPr>
                <p14:cNvContentPartPr/>
                <p14:nvPr/>
              </p14:nvContentPartPr>
              <p14:xfrm>
                <a:off x="2206728" y="1622664"/>
                <a:ext cx="80640" cy="2142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C01214A3-2F70-E436-618A-6E03D9255B6E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197728" y="1613664"/>
                  <a:ext cx="982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5F998AEC-2063-DBD4-10A0-DE0580119C5E}"/>
                    </a:ext>
                  </a:extLst>
                </p14:cNvPr>
                <p14:cNvContentPartPr/>
                <p14:nvPr/>
              </p14:nvContentPartPr>
              <p14:xfrm>
                <a:off x="2334168" y="1629504"/>
                <a:ext cx="160200" cy="3153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5F998AEC-2063-DBD4-10A0-DE0580119C5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325528" y="1620504"/>
                  <a:ext cx="17784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02B20FC5-576E-CA9D-2E34-6BE758C4DD98}"/>
                    </a:ext>
                  </a:extLst>
                </p14:cNvPr>
                <p14:cNvContentPartPr/>
                <p14:nvPr/>
              </p14:nvContentPartPr>
              <p14:xfrm>
                <a:off x="2603448" y="1678824"/>
                <a:ext cx="76680" cy="86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02B20FC5-576E-CA9D-2E34-6BE758C4DD9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594808" y="1669824"/>
                  <a:ext cx="9432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63DCC686-6330-538D-E5D1-14C7336CDC1E}"/>
                    </a:ext>
                  </a:extLst>
                </p14:cNvPr>
                <p14:cNvContentPartPr/>
                <p14:nvPr/>
              </p14:nvContentPartPr>
              <p14:xfrm>
                <a:off x="2806128" y="1750824"/>
                <a:ext cx="16920" cy="219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63DCC686-6330-538D-E5D1-14C7336CDC1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797128" y="1741824"/>
                  <a:ext cx="345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B6634B2E-E7DD-60E0-A425-533E6190D4DA}"/>
                    </a:ext>
                  </a:extLst>
                </p14:cNvPr>
                <p14:cNvContentPartPr/>
                <p14:nvPr/>
              </p14:nvContentPartPr>
              <p14:xfrm>
                <a:off x="2810808" y="1643544"/>
                <a:ext cx="6120" cy="277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B6634B2E-E7DD-60E0-A425-533E6190D4D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802168" y="1634904"/>
                  <a:ext cx="23760" cy="4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961BDC-3724-112A-F8DD-DF6D4402D133}"/>
                  </a:ext>
                </a:extLst>
              </p14:cNvPr>
              <p14:cNvContentPartPr/>
              <p14:nvPr/>
            </p14:nvContentPartPr>
            <p14:xfrm>
              <a:off x="3355128" y="1665144"/>
              <a:ext cx="171000" cy="88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961BDC-3724-112A-F8DD-DF6D4402D1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346488" y="1656504"/>
                <a:ext cx="188640" cy="106560"/>
              </a:xfrm>
              <a:prstGeom prst="rect">
                <a:avLst/>
              </a:prstGeom>
            </p:spPr>
          </p:pic>
        </mc:Fallback>
      </mc:AlternateContent>
      <p:grpSp>
        <p:nvGrpSpPr>
          <p:cNvPr id="48" name="Group 47">
            <a:extLst>
              <a:ext uri="{FF2B5EF4-FFF2-40B4-BE49-F238E27FC236}">
                <a16:creationId xmlns:a16="http://schemas.microsoft.com/office/drawing/2014/main" id="{72469961-E1B6-81C2-AABB-A01460357726}"/>
              </a:ext>
            </a:extLst>
          </p:cNvPr>
          <p:cNvGrpSpPr/>
          <p:nvPr/>
        </p:nvGrpSpPr>
        <p:grpSpPr>
          <a:xfrm>
            <a:off x="3885768" y="1445184"/>
            <a:ext cx="621720" cy="297000"/>
            <a:chOff x="3885768" y="1445184"/>
            <a:chExt cx="621720" cy="29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53F92CE1-8F12-D233-7A20-07010385D955}"/>
                    </a:ext>
                  </a:extLst>
                </p14:cNvPr>
                <p14:cNvContentPartPr/>
                <p14:nvPr/>
              </p14:nvContentPartPr>
              <p14:xfrm>
                <a:off x="3885768" y="1445184"/>
                <a:ext cx="232560" cy="2970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53F92CE1-8F12-D233-7A20-07010385D95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76768" y="1436544"/>
                  <a:ext cx="25020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C7253DDD-2D56-D684-5F72-748216779747}"/>
                    </a:ext>
                  </a:extLst>
                </p14:cNvPr>
                <p14:cNvContentPartPr/>
                <p14:nvPr/>
              </p14:nvContentPartPr>
              <p14:xfrm>
                <a:off x="4160448" y="1679904"/>
                <a:ext cx="214200" cy="403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C7253DDD-2D56-D684-5F72-748216779747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151448" y="1671264"/>
                  <a:ext cx="2318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613FFBA9-7674-BB5C-E84B-F71A86AF18D7}"/>
                    </a:ext>
                  </a:extLst>
                </p14:cNvPr>
                <p14:cNvContentPartPr/>
                <p14:nvPr/>
              </p14:nvContentPartPr>
              <p14:xfrm>
                <a:off x="4449888" y="1572264"/>
                <a:ext cx="57600" cy="1314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613FFBA9-7674-BB5C-E84B-F71A86AF18D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441248" y="1563264"/>
                  <a:ext cx="75240" cy="14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ED01C2F7-B876-867C-FD02-4F2F5242EF76}"/>
              </a:ext>
            </a:extLst>
          </p:cNvPr>
          <p:cNvGrpSpPr/>
          <p:nvPr/>
        </p:nvGrpSpPr>
        <p:grpSpPr>
          <a:xfrm>
            <a:off x="4858128" y="1491624"/>
            <a:ext cx="959040" cy="331560"/>
            <a:chOff x="4858128" y="1491624"/>
            <a:chExt cx="959040" cy="33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FE3115BD-0CFE-59F5-9237-FE267595D3E8}"/>
                    </a:ext>
                  </a:extLst>
                </p14:cNvPr>
                <p14:cNvContentPartPr/>
                <p14:nvPr/>
              </p14:nvContentPartPr>
              <p14:xfrm>
                <a:off x="4858128" y="1535544"/>
                <a:ext cx="252720" cy="2876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FE3115BD-0CFE-59F5-9237-FE267595D3E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849488" y="1526544"/>
                  <a:ext cx="2703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B4317604-EE51-5C3A-195E-E99F61CC80DB}"/>
                    </a:ext>
                  </a:extLst>
                </p14:cNvPr>
                <p14:cNvContentPartPr/>
                <p14:nvPr/>
              </p14:nvContentPartPr>
              <p14:xfrm>
                <a:off x="5164128" y="1491624"/>
                <a:ext cx="488520" cy="2066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B4317604-EE51-5C3A-195E-E99F61CC80D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155128" y="1482984"/>
                  <a:ext cx="5061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FBF937A-DBC6-9671-EA30-58DBB1A47C4E}"/>
                    </a:ext>
                  </a:extLst>
                </p14:cNvPr>
                <p14:cNvContentPartPr/>
                <p14:nvPr/>
              </p14:nvContentPartPr>
              <p14:xfrm>
                <a:off x="5750568" y="1534824"/>
                <a:ext cx="66600" cy="1281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FBF937A-DBC6-9671-EA30-58DBB1A47C4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741568" y="1525824"/>
                  <a:ext cx="842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A9156CE4-2D45-6815-06B8-54B0E915FA64}"/>
                    </a:ext>
                  </a:extLst>
                </p14:cNvPr>
                <p14:cNvContentPartPr/>
                <p14:nvPr/>
              </p14:nvContentPartPr>
              <p14:xfrm>
                <a:off x="5636808" y="1548864"/>
                <a:ext cx="31320" cy="183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A9156CE4-2D45-6815-06B8-54B0E915FA6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627808" y="1540224"/>
                  <a:ext cx="4896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8C58561-695F-CBF7-729F-597BF179DBBD}"/>
              </a:ext>
            </a:extLst>
          </p:cNvPr>
          <p:cNvGrpSpPr/>
          <p:nvPr/>
        </p:nvGrpSpPr>
        <p:grpSpPr>
          <a:xfrm>
            <a:off x="6462288" y="1394064"/>
            <a:ext cx="1044360" cy="216720"/>
            <a:chOff x="6462288" y="1394064"/>
            <a:chExt cx="1044360" cy="21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C67D6085-E4F7-8B87-4314-733A683BF2ED}"/>
                    </a:ext>
                  </a:extLst>
                </p14:cNvPr>
                <p14:cNvContentPartPr/>
                <p14:nvPr/>
              </p14:nvContentPartPr>
              <p14:xfrm>
                <a:off x="6462288" y="1394064"/>
                <a:ext cx="600480" cy="2124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C67D6085-E4F7-8B87-4314-733A683BF2E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453288" y="1385424"/>
                  <a:ext cx="6181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21B9FFFB-49F4-F9AB-D714-34B7C70F0BF2}"/>
                    </a:ext>
                  </a:extLst>
                </p14:cNvPr>
                <p14:cNvContentPartPr/>
                <p14:nvPr/>
              </p14:nvContentPartPr>
              <p14:xfrm>
                <a:off x="7098768" y="1414584"/>
                <a:ext cx="16560" cy="216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21B9FFFB-49F4-F9AB-D714-34B7C70F0BF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089768" y="1405944"/>
                  <a:ext cx="342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3C90C76-B9EC-6394-F87B-E9E24B17D08E}"/>
                    </a:ext>
                  </a:extLst>
                </p14:cNvPr>
                <p14:cNvContentPartPr/>
                <p14:nvPr/>
              </p14:nvContentPartPr>
              <p14:xfrm>
                <a:off x="7160688" y="1506744"/>
                <a:ext cx="214200" cy="925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3C90C76-B9EC-6394-F87B-E9E24B17D08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152048" y="1497744"/>
                  <a:ext cx="23184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60951875-4037-D7C3-D78B-7B97BAA6EAAE}"/>
                    </a:ext>
                  </a:extLst>
                </p14:cNvPr>
                <p14:cNvContentPartPr/>
                <p14:nvPr/>
              </p14:nvContentPartPr>
              <p14:xfrm>
                <a:off x="7488288" y="1597104"/>
                <a:ext cx="18360" cy="136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60951875-4037-D7C3-D78B-7B97BAA6EAA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479648" y="1588104"/>
                  <a:ext cx="36000" cy="3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9596FD94-686B-E612-3D4C-CFF083BB8530}"/>
                  </a:ext>
                </a:extLst>
              </p14:cNvPr>
              <p14:cNvContentPartPr/>
              <p14:nvPr/>
            </p14:nvContentPartPr>
            <p14:xfrm>
              <a:off x="1457208" y="1053144"/>
              <a:ext cx="284040" cy="11376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9596FD94-686B-E612-3D4C-CFF083BB8530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8208" y="1044504"/>
                <a:ext cx="301680" cy="115524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oup 64">
            <a:extLst>
              <a:ext uri="{FF2B5EF4-FFF2-40B4-BE49-F238E27FC236}">
                <a16:creationId xmlns:a16="http://schemas.microsoft.com/office/drawing/2014/main" id="{AF8E243A-FB55-B4BB-C9E0-D402A27BEEFD}"/>
              </a:ext>
            </a:extLst>
          </p:cNvPr>
          <p:cNvGrpSpPr/>
          <p:nvPr/>
        </p:nvGrpSpPr>
        <p:grpSpPr>
          <a:xfrm>
            <a:off x="166248" y="1191744"/>
            <a:ext cx="659880" cy="225360"/>
            <a:chOff x="166248" y="1191744"/>
            <a:chExt cx="659880" cy="22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B2FEEC69-9F0F-D58D-1240-C59E6794772A}"/>
                    </a:ext>
                  </a:extLst>
                </p14:cNvPr>
                <p14:cNvContentPartPr/>
                <p14:nvPr/>
              </p14:nvContentPartPr>
              <p14:xfrm>
                <a:off x="166248" y="1201104"/>
                <a:ext cx="14760" cy="2160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B2FEEC69-9F0F-D58D-1240-C59E6794772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57608" y="1192464"/>
                  <a:ext cx="3240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1AD6A576-9C81-8BE2-1760-23A6D52752B4}"/>
                    </a:ext>
                  </a:extLst>
                </p14:cNvPr>
                <p14:cNvContentPartPr/>
                <p14:nvPr/>
              </p14:nvContentPartPr>
              <p14:xfrm>
                <a:off x="174888" y="1191744"/>
                <a:ext cx="162000" cy="738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1AD6A576-9C81-8BE2-1760-23A6D52752B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66248" y="1182744"/>
                  <a:ext cx="17964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033130A-47C5-CAB1-2EF6-01011DFDF73C}"/>
                    </a:ext>
                  </a:extLst>
                </p14:cNvPr>
                <p14:cNvContentPartPr/>
                <p14:nvPr/>
              </p14:nvContentPartPr>
              <p14:xfrm>
                <a:off x="310608" y="1216584"/>
                <a:ext cx="109440" cy="1299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033130A-47C5-CAB1-2EF6-01011DFDF73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01608" y="1207944"/>
                  <a:ext cx="1270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B281ED05-D1F2-5B52-BED8-7006F30B342D}"/>
                    </a:ext>
                  </a:extLst>
                </p14:cNvPr>
                <p14:cNvContentPartPr/>
                <p14:nvPr/>
              </p14:nvContentPartPr>
              <p14:xfrm>
                <a:off x="525528" y="1243944"/>
                <a:ext cx="72720" cy="824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B281ED05-D1F2-5B52-BED8-7006F30B342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16888" y="1234944"/>
                  <a:ext cx="9036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C84DB524-62E3-7D93-107E-2ADD4F9B5A5E}"/>
                    </a:ext>
                  </a:extLst>
                </p14:cNvPr>
                <p14:cNvContentPartPr/>
                <p14:nvPr/>
              </p14:nvContentPartPr>
              <p14:xfrm>
                <a:off x="651888" y="1224864"/>
                <a:ext cx="56160" cy="658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C84DB524-62E3-7D93-107E-2ADD4F9B5A5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42888" y="1216224"/>
                  <a:ext cx="7380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EBF218EA-AC56-4AA6-1F50-CAD548619D98}"/>
                    </a:ext>
                  </a:extLst>
                </p14:cNvPr>
                <p14:cNvContentPartPr/>
                <p14:nvPr/>
              </p14:nvContentPartPr>
              <p14:xfrm>
                <a:off x="758808" y="1205064"/>
                <a:ext cx="67320" cy="694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EBF218EA-AC56-4AA6-1F50-CAD548619D9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50168" y="1196064"/>
                  <a:ext cx="84960" cy="8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C5659A6-15DC-C361-BDB4-1D0ED85464B1}"/>
              </a:ext>
            </a:extLst>
          </p:cNvPr>
          <p:cNvGrpSpPr/>
          <p:nvPr/>
        </p:nvGrpSpPr>
        <p:grpSpPr>
          <a:xfrm>
            <a:off x="1105488" y="1084824"/>
            <a:ext cx="477360" cy="218160"/>
            <a:chOff x="1105488" y="1084824"/>
            <a:chExt cx="477360" cy="21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9AC94F42-8F9D-099B-A029-752E1A62FD64}"/>
                    </a:ext>
                  </a:extLst>
                </p14:cNvPr>
                <p14:cNvContentPartPr/>
                <p14:nvPr/>
              </p14:nvContentPartPr>
              <p14:xfrm>
                <a:off x="1105488" y="1084824"/>
                <a:ext cx="194760" cy="2181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9AC94F42-8F9D-099B-A029-752E1A62FD6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96848" y="1075824"/>
                  <a:ext cx="2124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CE0D97CF-F60F-47EE-A137-81943C46B6BB}"/>
                    </a:ext>
                  </a:extLst>
                </p14:cNvPr>
                <p14:cNvContentPartPr/>
                <p14:nvPr/>
              </p14:nvContentPartPr>
              <p14:xfrm>
                <a:off x="1318608" y="1159704"/>
                <a:ext cx="198720" cy="644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CE0D97CF-F60F-47EE-A137-81943C46B6B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309968" y="1150704"/>
                  <a:ext cx="21636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6E5DD125-6915-D59D-D5A3-28DD58E397B2}"/>
                    </a:ext>
                  </a:extLst>
                </p14:cNvPr>
                <p14:cNvContentPartPr/>
                <p14:nvPr/>
              </p14:nvContentPartPr>
              <p14:xfrm>
                <a:off x="1572768" y="1166544"/>
                <a:ext cx="10080" cy="147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6E5DD125-6915-D59D-D5A3-28DD58E397B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563768" y="1157544"/>
                  <a:ext cx="2772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C2AE3AE7-EAE0-A0BB-6DCD-32BB5DCCA753}"/>
              </a:ext>
            </a:extLst>
          </p:cNvPr>
          <p:cNvGrpSpPr/>
          <p:nvPr/>
        </p:nvGrpSpPr>
        <p:grpSpPr>
          <a:xfrm>
            <a:off x="152568" y="1574064"/>
            <a:ext cx="1157760" cy="239400"/>
            <a:chOff x="152568" y="1574064"/>
            <a:chExt cx="1157760" cy="23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6B9432A4-1C47-AE9F-CE30-877ECC4D5BE7}"/>
                    </a:ext>
                  </a:extLst>
                </p14:cNvPr>
                <p14:cNvContentPartPr/>
                <p14:nvPr/>
              </p14:nvContentPartPr>
              <p14:xfrm>
                <a:off x="152568" y="1672704"/>
                <a:ext cx="137880" cy="1407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6B9432A4-1C47-AE9F-CE30-877ECC4D5BE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43568" y="1664064"/>
                  <a:ext cx="1555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9C7CBD48-D9DD-BA05-5F90-29827C957A94}"/>
                    </a:ext>
                  </a:extLst>
                </p14:cNvPr>
                <p14:cNvContentPartPr/>
                <p14:nvPr/>
              </p14:nvContentPartPr>
              <p14:xfrm>
                <a:off x="335088" y="1671624"/>
                <a:ext cx="126360" cy="806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9C7CBD48-D9DD-BA05-5F90-29827C957A9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26088" y="1662624"/>
                  <a:ext cx="14400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1C064FF-6274-84D1-FDA6-A775FCC0E591}"/>
                    </a:ext>
                  </a:extLst>
                </p14:cNvPr>
                <p14:cNvContentPartPr/>
                <p14:nvPr/>
              </p14:nvContentPartPr>
              <p14:xfrm>
                <a:off x="660888" y="1650384"/>
                <a:ext cx="158400" cy="900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1C064FF-6274-84D1-FDA6-A775FCC0E59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51888" y="1641384"/>
                  <a:ext cx="1760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ECC09F67-A6FD-E97D-C806-54B5E7077D49}"/>
                    </a:ext>
                  </a:extLst>
                </p14:cNvPr>
                <p14:cNvContentPartPr/>
                <p14:nvPr/>
              </p14:nvContentPartPr>
              <p14:xfrm>
                <a:off x="490608" y="1671624"/>
                <a:ext cx="61200" cy="745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ECC09F67-A6FD-E97D-C806-54B5E7077D4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81968" y="1662624"/>
                  <a:ext cx="788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B3505A4A-7478-8A59-4AD4-B66A87565EA7}"/>
                    </a:ext>
                  </a:extLst>
                </p14:cNvPr>
                <p14:cNvContentPartPr/>
                <p14:nvPr/>
              </p14:nvContentPartPr>
              <p14:xfrm>
                <a:off x="816408" y="1574064"/>
                <a:ext cx="493920" cy="1738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B3505A4A-7478-8A59-4AD4-B66A87565EA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07408" y="1565064"/>
                  <a:ext cx="511560" cy="191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447E06B-F2C7-0E72-4439-0349CF0A0C66}"/>
                  </a:ext>
                </a:extLst>
              </p14:cNvPr>
              <p14:cNvContentPartPr/>
              <p14:nvPr/>
            </p14:nvContentPartPr>
            <p14:xfrm>
              <a:off x="2269728" y="2424744"/>
              <a:ext cx="307440" cy="246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447E06B-F2C7-0E72-4439-0349CF0A0C66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261088" y="2416104"/>
                <a:ext cx="3250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2546B722-D2A2-1FB9-D6B2-17C81B578687}"/>
                  </a:ext>
                </a:extLst>
              </p14:cNvPr>
              <p14:cNvContentPartPr/>
              <p14:nvPr/>
            </p14:nvContentPartPr>
            <p14:xfrm>
              <a:off x="2729448" y="2494584"/>
              <a:ext cx="7200" cy="158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2546B722-D2A2-1FB9-D6B2-17C81B57868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720808" y="2485944"/>
                <a:ext cx="2484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40DC8288-70B5-DBD2-910B-79002CFD7635}"/>
                  </a:ext>
                </a:extLst>
              </p14:cNvPr>
              <p14:cNvContentPartPr/>
              <p14:nvPr/>
            </p14:nvContentPartPr>
            <p14:xfrm>
              <a:off x="2721528" y="2364624"/>
              <a:ext cx="10440" cy="262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40DC8288-70B5-DBD2-910B-79002CFD7635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712528" y="2355984"/>
                <a:ext cx="28080" cy="43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40E5CCB-4B87-E753-F9D8-ED6288BB293D}"/>
              </a:ext>
            </a:extLst>
          </p:cNvPr>
          <p:cNvGrpSpPr/>
          <p:nvPr/>
        </p:nvGrpSpPr>
        <p:grpSpPr>
          <a:xfrm>
            <a:off x="3049848" y="2288664"/>
            <a:ext cx="655200" cy="491760"/>
            <a:chOff x="3049848" y="2288664"/>
            <a:chExt cx="655200" cy="49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39A3A0B9-0C5B-50D6-F122-8401E677C5CE}"/>
                    </a:ext>
                  </a:extLst>
                </p14:cNvPr>
                <p14:cNvContentPartPr/>
                <p14:nvPr/>
              </p14:nvContentPartPr>
              <p14:xfrm>
                <a:off x="3049848" y="2288664"/>
                <a:ext cx="293760" cy="2628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39A3A0B9-0C5B-50D6-F122-8401E677C5C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040848" y="2279664"/>
                  <a:ext cx="31140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3740FB5C-4CCC-EA7E-4DFF-DBEBF6F195BE}"/>
                    </a:ext>
                  </a:extLst>
                </p14:cNvPr>
                <p14:cNvContentPartPr/>
                <p14:nvPr/>
              </p14:nvContentPartPr>
              <p14:xfrm>
                <a:off x="3352248" y="2420424"/>
                <a:ext cx="1800" cy="36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3740FB5C-4CCC-EA7E-4DFF-DBEBF6F195B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343248" y="2411784"/>
                  <a:ext cx="1944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8E3FE982-BBEA-C803-ADB8-ABF4E46FBFB3}"/>
                    </a:ext>
                  </a:extLst>
                </p14:cNvPr>
                <p14:cNvContentPartPr/>
                <p14:nvPr/>
              </p14:nvContentPartPr>
              <p14:xfrm>
                <a:off x="3395088" y="2410344"/>
                <a:ext cx="309960" cy="3700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8E3FE982-BBEA-C803-ADB8-ABF4E46FBFB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386088" y="2401344"/>
                  <a:ext cx="32760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85E11BC9-5081-78CB-29F1-855D45D47F67}"/>
                    </a:ext>
                  </a:extLst>
                </p14:cNvPr>
                <p14:cNvContentPartPr/>
                <p14:nvPr/>
              </p14:nvContentPartPr>
              <p14:xfrm>
                <a:off x="3373488" y="2469024"/>
                <a:ext cx="131400" cy="410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85E11BC9-5081-78CB-29F1-855D45D47F6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364848" y="2460384"/>
                  <a:ext cx="14904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C945B26-0D37-D972-C59D-CE97BB5193E0}"/>
                    </a:ext>
                  </a:extLst>
                </p14:cNvPr>
                <p14:cNvContentPartPr/>
                <p14:nvPr/>
              </p14:nvContentPartPr>
              <p14:xfrm>
                <a:off x="3314088" y="2422944"/>
                <a:ext cx="9000" cy="140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C945B26-0D37-D972-C59D-CE97BB5193E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305088" y="2414304"/>
                  <a:ext cx="26640" cy="31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E5618B3-4388-9B45-E9D3-DDCBCA80FBD8}"/>
                  </a:ext>
                </a:extLst>
              </p14:cNvPr>
              <p14:cNvContentPartPr/>
              <p14:nvPr/>
            </p14:nvContentPartPr>
            <p14:xfrm>
              <a:off x="4036968" y="2429424"/>
              <a:ext cx="149760" cy="720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E5618B3-4388-9B45-E9D3-DDCBCA80FBD8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4027968" y="2420424"/>
                <a:ext cx="167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99A4008-AAE9-DB76-EC11-26168FD30120}"/>
                  </a:ext>
                </a:extLst>
              </p14:cNvPr>
              <p14:cNvContentPartPr/>
              <p14:nvPr/>
            </p14:nvContentPartPr>
            <p14:xfrm>
              <a:off x="4148208" y="2280024"/>
              <a:ext cx="25560" cy="237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99A4008-AAE9-DB76-EC11-26168FD30120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4139568" y="2271384"/>
                <a:ext cx="43200" cy="4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1" name="Group 110">
            <a:extLst>
              <a:ext uri="{FF2B5EF4-FFF2-40B4-BE49-F238E27FC236}">
                <a16:creationId xmlns:a16="http://schemas.microsoft.com/office/drawing/2014/main" id="{9A7C66B9-C3C4-65B9-57CB-CA5132DEB847}"/>
              </a:ext>
            </a:extLst>
          </p:cNvPr>
          <p:cNvGrpSpPr/>
          <p:nvPr/>
        </p:nvGrpSpPr>
        <p:grpSpPr>
          <a:xfrm>
            <a:off x="4530168" y="2202984"/>
            <a:ext cx="395280" cy="234720"/>
            <a:chOff x="4530168" y="2202984"/>
            <a:chExt cx="395280" cy="23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C7666230-D5BC-0444-017B-7CF402685CB0}"/>
                    </a:ext>
                  </a:extLst>
                </p14:cNvPr>
                <p14:cNvContentPartPr/>
                <p14:nvPr/>
              </p14:nvContentPartPr>
              <p14:xfrm>
                <a:off x="4530168" y="2202984"/>
                <a:ext cx="395280" cy="2347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C7666230-D5BC-0444-017B-7CF402685CB0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4521528" y="2193984"/>
                  <a:ext cx="41292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B8AD277E-52DF-56F9-71C6-51ACC9D1BB47}"/>
                    </a:ext>
                  </a:extLst>
                </p14:cNvPr>
                <p14:cNvContentPartPr/>
                <p14:nvPr/>
              </p14:nvContentPartPr>
              <p14:xfrm>
                <a:off x="4582368" y="2271384"/>
                <a:ext cx="157320" cy="414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B8AD277E-52DF-56F9-71C6-51ACC9D1BB47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4573368" y="2262384"/>
                  <a:ext cx="174960" cy="5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F8510A7-ED0F-479B-5BE6-BC6A3BF3D924}"/>
              </a:ext>
            </a:extLst>
          </p:cNvPr>
          <p:cNvGrpSpPr/>
          <p:nvPr/>
        </p:nvGrpSpPr>
        <p:grpSpPr>
          <a:xfrm>
            <a:off x="5130288" y="2218824"/>
            <a:ext cx="806760" cy="221760"/>
            <a:chOff x="5130288" y="2218824"/>
            <a:chExt cx="806760" cy="22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5A949CFE-F6E7-D4D6-CEFB-D6FD38B1EEE8}"/>
                    </a:ext>
                  </a:extLst>
                </p14:cNvPr>
                <p14:cNvContentPartPr/>
                <p14:nvPr/>
              </p14:nvContentPartPr>
              <p14:xfrm>
                <a:off x="5130288" y="2218824"/>
                <a:ext cx="183600" cy="2217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5A949CFE-F6E7-D4D6-CEFB-D6FD38B1EEE8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5121288" y="2210184"/>
                  <a:ext cx="20124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3F5EC150-6EE6-2372-3E46-5017A413C0E6}"/>
                    </a:ext>
                  </a:extLst>
                </p14:cNvPr>
                <p14:cNvContentPartPr/>
                <p14:nvPr/>
              </p14:nvContentPartPr>
              <p14:xfrm>
                <a:off x="5389848" y="2371824"/>
                <a:ext cx="156600" cy="471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3F5EC150-6EE6-2372-3E46-5017A413C0E6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5380848" y="2363184"/>
                  <a:ext cx="17424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F4012BC4-EFC7-9E5A-92A4-CF1E539518B9}"/>
                    </a:ext>
                  </a:extLst>
                </p14:cNvPr>
                <p14:cNvContentPartPr/>
                <p14:nvPr/>
              </p14:nvContentPartPr>
              <p14:xfrm>
                <a:off x="5585328" y="2358144"/>
                <a:ext cx="179280" cy="475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F4012BC4-EFC7-9E5A-92A4-CF1E539518B9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5576328" y="2349504"/>
                  <a:ext cx="19692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B9D94BC9-DE69-73CD-A3DD-D67C9A325B60}"/>
                    </a:ext>
                  </a:extLst>
                </p14:cNvPr>
                <p14:cNvContentPartPr/>
                <p14:nvPr/>
              </p14:nvContentPartPr>
              <p14:xfrm>
                <a:off x="5827968" y="2352024"/>
                <a:ext cx="109080" cy="385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B9D94BC9-DE69-73CD-A3DD-D67C9A325B60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5819328" y="2343024"/>
                  <a:ext cx="126720" cy="5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442284C3-7C12-EE65-E3E3-15AB234E2979}"/>
              </a:ext>
            </a:extLst>
          </p:cNvPr>
          <p:cNvGrpSpPr/>
          <p:nvPr/>
        </p:nvGrpSpPr>
        <p:grpSpPr>
          <a:xfrm>
            <a:off x="6334128" y="2048544"/>
            <a:ext cx="514800" cy="518040"/>
            <a:chOff x="6334128" y="2048544"/>
            <a:chExt cx="514800" cy="51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8F19A6E8-217E-C56D-DC20-E47A6DAD7BE8}"/>
                    </a:ext>
                  </a:extLst>
                </p14:cNvPr>
                <p14:cNvContentPartPr/>
                <p14:nvPr/>
              </p14:nvContentPartPr>
              <p14:xfrm>
                <a:off x="6402168" y="2048544"/>
                <a:ext cx="140040" cy="5180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8F19A6E8-217E-C56D-DC20-E47A6DAD7BE8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6393528" y="2039544"/>
                  <a:ext cx="15768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49D3D144-5118-2935-70B8-4B0FB9664EAC}"/>
                    </a:ext>
                  </a:extLst>
                </p14:cNvPr>
                <p14:cNvContentPartPr/>
                <p14:nvPr/>
              </p14:nvContentPartPr>
              <p14:xfrm>
                <a:off x="6334128" y="2340144"/>
                <a:ext cx="514800" cy="1029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49D3D144-5118-2935-70B8-4B0FB9664EAC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6325488" y="2331504"/>
                  <a:ext cx="532440" cy="12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21423F0C-A6F4-C5D5-C3AF-31BC084B1C87}"/>
              </a:ext>
            </a:extLst>
          </p:cNvPr>
          <p:cNvGrpSpPr/>
          <p:nvPr/>
        </p:nvGrpSpPr>
        <p:grpSpPr>
          <a:xfrm>
            <a:off x="7191648" y="2088504"/>
            <a:ext cx="877680" cy="497880"/>
            <a:chOff x="7191648" y="2088504"/>
            <a:chExt cx="877680" cy="4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3E202186-B697-5449-2D73-069E9CCFDCD1}"/>
                    </a:ext>
                  </a:extLst>
                </p14:cNvPr>
                <p14:cNvContentPartPr/>
                <p14:nvPr/>
              </p14:nvContentPartPr>
              <p14:xfrm>
                <a:off x="7191648" y="2088504"/>
                <a:ext cx="242280" cy="3596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3E202186-B697-5449-2D73-069E9CCFDCD1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7182648" y="2079864"/>
                  <a:ext cx="25992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F29EAB46-2DC3-F6F2-0F79-40B53D23F426}"/>
                    </a:ext>
                  </a:extLst>
                </p14:cNvPr>
                <p14:cNvContentPartPr/>
                <p14:nvPr/>
              </p14:nvContentPartPr>
              <p14:xfrm>
                <a:off x="7549488" y="2370744"/>
                <a:ext cx="16200" cy="568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F29EAB46-2DC3-F6F2-0F79-40B53D23F426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7540848" y="2362104"/>
                  <a:ext cx="3384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A0C36847-947E-4713-6511-065DEE54DE88}"/>
                    </a:ext>
                  </a:extLst>
                </p14:cNvPr>
                <p14:cNvContentPartPr/>
                <p14:nvPr/>
              </p14:nvContentPartPr>
              <p14:xfrm>
                <a:off x="7553808" y="2298384"/>
                <a:ext cx="1800" cy="205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A0C36847-947E-4713-6511-065DEE54DE88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7544808" y="2289744"/>
                  <a:ext cx="1944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5CB67B3-12EC-7C02-B985-E124F00FE13D}"/>
                    </a:ext>
                  </a:extLst>
                </p14:cNvPr>
                <p14:cNvContentPartPr/>
                <p14:nvPr/>
              </p14:nvContentPartPr>
              <p14:xfrm>
                <a:off x="7649568" y="2320344"/>
                <a:ext cx="290160" cy="2660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5CB67B3-12EC-7C02-B985-E124F00FE13D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7640568" y="2311704"/>
                  <a:ext cx="30780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94F3B41D-67E7-EE36-6791-4E8F9F91CC18}"/>
                    </a:ext>
                  </a:extLst>
                </p14:cNvPr>
                <p14:cNvContentPartPr/>
                <p14:nvPr/>
              </p14:nvContentPartPr>
              <p14:xfrm>
                <a:off x="8042328" y="2431584"/>
                <a:ext cx="27000" cy="950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94F3B41D-67E7-EE36-6791-4E8F9F91CC18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8033688" y="2422944"/>
                  <a:ext cx="44640" cy="11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6C92F607-B058-D5F8-F1C9-E73A13FD6E6F}"/>
              </a:ext>
            </a:extLst>
          </p:cNvPr>
          <p:cNvGrpSpPr/>
          <p:nvPr/>
        </p:nvGrpSpPr>
        <p:grpSpPr>
          <a:xfrm>
            <a:off x="8309808" y="2232864"/>
            <a:ext cx="991080" cy="347400"/>
            <a:chOff x="8309808" y="2232864"/>
            <a:chExt cx="991080" cy="34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7C809BEA-650D-F3D9-EB07-E0F771E46C89}"/>
                    </a:ext>
                  </a:extLst>
                </p14:cNvPr>
                <p14:cNvContentPartPr/>
                <p14:nvPr/>
              </p14:nvContentPartPr>
              <p14:xfrm>
                <a:off x="8309808" y="2232864"/>
                <a:ext cx="114120" cy="1864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7C809BEA-650D-F3D9-EB07-E0F771E46C89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8300808" y="2223864"/>
                  <a:ext cx="1317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3A5DB09D-1C4F-5652-177B-4258C9ABB3EE}"/>
                    </a:ext>
                  </a:extLst>
                </p14:cNvPr>
                <p14:cNvContentPartPr/>
                <p14:nvPr/>
              </p14:nvContentPartPr>
              <p14:xfrm>
                <a:off x="8578728" y="2292624"/>
                <a:ext cx="100080" cy="964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3A5DB09D-1C4F-5652-177B-4258C9ABB3EE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8570088" y="2283624"/>
                  <a:ext cx="1177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050B65C7-CAB0-2E89-BEA1-2EA053E4C576}"/>
                    </a:ext>
                  </a:extLst>
                </p14:cNvPr>
                <p14:cNvContentPartPr/>
                <p14:nvPr/>
              </p14:nvContentPartPr>
              <p14:xfrm>
                <a:off x="8770968" y="2313144"/>
                <a:ext cx="146160" cy="543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050B65C7-CAB0-2E89-BEA1-2EA053E4C576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8762328" y="2304504"/>
                  <a:ext cx="16380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83DF9C97-0BB4-7234-906D-BC9ABC99E8B2}"/>
                    </a:ext>
                  </a:extLst>
                </p14:cNvPr>
                <p14:cNvContentPartPr/>
                <p14:nvPr/>
              </p14:nvContentPartPr>
              <p14:xfrm>
                <a:off x="8910288" y="2303064"/>
                <a:ext cx="190800" cy="2772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83DF9C97-0BB4-7234-906D-BC9ABC99E8B2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8901288" y="2294064"/>
                  <a:ext cx="20844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62EED549-40E2-A6F1-6916-94AC03F7D28E}"/>
                    </a:ext>
                  </a:extLst>
                </p14:cNvPr>
                <p14:cNvContentPartPr/>
                <p14:nvPr/>
              </p14:nvContentPartPr>
              <p14:xfrm>
                <a:off x="8785008" y="2307384"/>
                <a:ext cx="138960" cy="96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62EED549-40E2-A6F1-6916-94AC03F7D28E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8776008" y="2298384"/>
                  <a:ext cx="15660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7FB8FD4E-9F29-2D4C-146A-18B161015462}"/>
                    </a:ext>
                  </a:extLst>
                </p14:cNvPr>
                <p14:cNvContentPartPr/>
                <p14:nvPr/>
              </p14:nvContentPartPr>
              <p14:xfrm>
                <a:off x="9209088" y="2391264"/>
                <a:ext cx="91800" cy="1116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7FB8FD4E-9F29-2D4C-146A-18B161015462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9200448" y="2382624"/>
                  <a:ext cx="109440" cy="12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720DF142-3999-CCD7-622F-C4D3F90B652B}"/>
              </a:ext>
            </a:extLst>
          </p:cNvPr>
          <p:cNvGrpSpPr/>
          <p:nvPr/>
        </p:nvGrpSpPr>
        <p:grpSpPr>
          <a:xfrm>
            <a:off x="9533808" y="2135304"/>
            <a:ext cx="959040" cy="487440"/>
            <a:chOff x="9533808" y="2135304"/>
            <a:chExt cx="959040" cy="48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1D3AE78-F990-E8A4-B558-2C47359B74DE}"/>
                    </a:ext>
                  </a:extLst>
                </p14:cNvPr>
                <p14:cNvContentPartPr/>
                <p14:nvPr/>
              </p14:nvContentPartPr>
              <p14:xfrm>
                <a:off x="9533808" y="2135304"/>
                <a:ext cx="351720" cy="3369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1D3AE78-F990-E8A4-B558-2C47359B74DE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9525168" y="2126664"/>
                  <a:ext cx="36936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A93AAE4-A2D7-CE52-9438-10F2C68731AA}"/>
                    </a:ext>
                  </a:extLst>
                </p14:cNvPr>
                <p14:cNvContentPartPr/>
                <p14:nvPr/>
              </p14:nvContentPartPr>
              <p14:xfrm>
                <a:off x="9948168" y="2295504"/>
                <a:ext cx="130680" cy="784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A93AAE4-A2D7-CE52-9438-10F2C68731AA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9939168" y="2286504"/>
                  <a:ext cx="14832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AD19F4DE-DA8D-C1C8-2992-1525FB83AB31}"/>
                    </a:ext>
                  </a:extLst>
                </p14:cNvPr>
                <p14:cNvContentPartPr/>
                <p14:nvPr/>
              </p14:nvContentPartPr>
              <p14:xfrm>
                <a:off x="10144728" y="2306664"/>
                <a:ext cx="348120" cy="3160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AD19F4DE-DA8D-C1C8-2992-1525FB83AB31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0136088" y="2297664"/>
                  <a:ext cx="365760" cy="333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6AD413F3-00A2-0DD6-CFA7-B8C4286B5957}"/>
                  </a:ext>
                </a:extLst>
              </p14:cNvPr>
              <p14:cNvContentPartPr/>
              <p14:nvPr/>
            </p14:nvContentPartPr>
            <p14:xfrm>
              <a:off x="10813248" y="2365704"/>
              <a:ext cx="9360" cy="277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6AD413F3-00A2-0DD6-CFA7-B8C4286B5957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10804608" y="2356704"/>
                <a:ext cx="270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CDC4616D-0D64-2B74-E534-DE026D193423}"/>
                  </a:ext>
                </a:extLst>
              </p14:cNvPr>
              <p14:cNvContentPartPr/>
              <p14:nvPr/>
            </p14:nvContentPartPr>
            <p14:xfrm>
              <a:off x="3728808" y="2910384"/>
              <a:ext cx="766080" cy="22572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CDC4616D-0D64-2B74-E534-DE026D193423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3720168" y="2901384"/>
                <a:ext cx="783720" cy="243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9" name="Group 138">
            <a:extLst>
              <a:ext uri="{FF2B5EF4-FFF2-40B4-BE49-F238E27FC236}">
                <a16:creationId xmlns:a16="http://schemas.microsoft.com/office/drawing/2014/main" id="{C734242E-DF1C-F769-8E2B-439213BE8700}"/>
              </a:ext>
            </a:extLst>
          </p:cNvPr>
          <p:cNvGrpSpPr/>
          <p:nvPr/>
        </p:nvGrpSpPr>
        <p:grpSpPr>
          <a:xfrm>
            <a:off x="4988808" y="2757744"/>
            <a:ext cx="921960" cy="349560"/>
            <a:chOff x="4988808" y="2757744"/>
            <a:chExt cx="921960" cy="34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756EEFBD-BFDA-A3BA-C83D-8B298AB87626}"/>
                    </a:ext>
                  </a:extLst>
                </p14:cNvPr>
                <p14:cNvContentPartPr/>
                <p14:nvPr/>
              </p14:nvContentPartPr>
              <p14:xfrm>
                <a:off x="4988808" y="2757744"/>
                <a:ext cx="357840" cy="3495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756EEFBD-BFDA-A3BA-C83D-8B298AB87626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4980168" y="2749104"/>
                  <a:ext cx="37548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E5107EEB-69B8-7B1F-281F-971FDAD66EB5}"/>
                    </a:ext>
                  </a:extLst>
                </p14:cNvPr>
                <p14:cNvContentPartPr/>
                <p14:nvPr/>
              </p14:nvContentPartPr>
              <p14:xfrm>
                <a:off x="5403528" y="2945664"/>
                <a:ext cx="174240" cy="630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E5107EEB-69B8-7B1F-281F-971FDAD66EB5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394888" y="2936664"/>
                  <a:ext cx="19188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B52B165-805B-AE66-436B-C518E1C08EEC}"/>
                    </a:ext>
                  </a:extLst>
                </p14:cNvPr>
                <p14:cNvContentPartPr/>
                <p14:nvPr/>
              </p14:nvContentPartPr>
              <p14:xfrm>
                <a:off x="5639328" y="2951784"/>
                <a:ext cx="134640" cy="406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B52B165-805B-AE66-436B-C518E1C08EEC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5630688" y="2943144"/>
                  <a:ext cx="1522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64FE7648-2C0B-E9A8-7508-C748299828E9}"/>
                    </a:ext>
                  </a:extLst>
                </p14:cNvPr>
                <p14:cNvContentPartPr/>
                <p14:nvPr/>
              </p14:nvContentPartPr>
              <p14:xfrm>
                <a:off x="5835168" y="2942424"/>
                <a:ext cx="75600" cy="367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64FE7648-2C0B-E9A8-7508-C748299828E9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5826168" y="2933784"/>
                  <a:ext cx="93240" cy="5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1AEABBFC-DEFF-B840-1770-6B95A6327104}"/>
                  </a:ext>
                </a:extLst>
              </p14:cNvPr>
              <p14:cNvContentPartPr/>
              <p14:nvPr/>
            </p14:nvContentPartPr>
            <p14:xfrm>
              <a:off x="6349608" y="2926944"/>
              <a:ext cx="486720" cy="7488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1AEABBFC-DEFF-B840-1770-6B95A6327104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6340608" y="2917944"/>
                <a:ext cx="504360" cy="92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49" name="Group 148">
            <a:extLst>
              <a:ext uri="{FF2B5EF4-FFF2-40B4-BE49-F238E27FC236}">
                <a16:creationId xmlns:a16="http://schemas.microsoft.com/office/drawing/2014/main" id="{82B9E1CE-F0BA-0AE8-0225-83B9CAE4D742}"/>
              </a:ext>
            </a:extLst>
          </p:cNvPr>
          <p:cNvGrpSpPr/>
          <p:nvPr/>
        </p:nvGrpSpPr>
        <p:grpSpPr>
          <a:xfrm>
            <a:off x="7149168" y="2691864"/>
            <a:ext cx="845280" cy="256680"/>
            <a:chOff x="7149168" y="2691864"/>
            <a:chExt cx="845280" cy="25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0DDF84BB-E0C0-347A-0351-3D95BF9B492E}"/>
                    </a:ext>
                  </a:extLst>
                </p14:cNvPr>
                <p14:cNvContentPartPr/>
                <p14:nvPr/>
              </p14:nvContentPartPr>
              <p14:xfrm>
                <a:off x="7149168" y="2691864"/>
                <a:ext cx="306360" cy="2566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0DDF84BB-E0C0-347A-0351-3D95BF9B492E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7140168" y="2682864"/>
                  <a:ext cx="32400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7F85A90D-C5EE-F85E-235A-5B316E23C43B}"/>
                    </a:ext>
                  </a:extLst>
                </p14:cNvPr>
                <p14:cNvContentPartPr/>
                <p14:nvPr/>
              </p14:nvContentPartPr>
              <p14:xfrm>
                <a:off x="7558488" y="2869344"/>
                <a:ext cx="248760" cy="320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7F85A90D-C5EE-F85E-235A-5B316E23C43B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7549848" y="2860344"/>
                  <a:ext cx="26640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83E193E2-2AB6-9C78-9F24-ED51E37274B5}"/>
                    </a:ext>
                  </a:extLst>
                </p14:cNvPr>
                <p14:cNvContentPartPr/>
                <p14:nvPr/>
              </p14:nvContentPartPr>
              <p14:xfrm>
                <a:off x="7825248" y="2839824"/>
                <a:ext cx="169200" cy="738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83E193E2-2AB6-9C78-9F24-ED51E37274B5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7816608" y="2830824"/>
                  <a:ext cx="186840" cy="9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0F292072-0FBC-0D50-3EEF-82293DAD865C}"/>
              </a:ext>
            </a:extLst>
          </p:cNvPr>
          <p:cNvGrpSpPr/>
          <p:nvPr/>
        </p:nvGrpSpPr>
        <p:grpSpPr>
          <a:xfrm>
            <a:off x="8293968" y="2714184"/>
            <a:ext cx="1239480" cy="348120"/>
            <a:chOff x="8293968" y="2714184"/>
            <a:chExt cx="1239480" cy="34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6F68E2CC-EF72-5EA6-6E89-21BB318CDC18}"/>
                    </a:ext>
                  </a:extLst>
                </p14:cNvPr>
                <p14:cNvContentPartPr/>
                <p14:nvPr/>
              </p14:nvContentPartPr>
              <p14:xfrm>
                <a:off x="8293968" y="2733984"/>
                <a:ext cx="809280" cy="2077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6F68E2CC-EF72-5EA6-6E89-21BB318CDC18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8285328" y="2725344"/>
                  <a:ext cx="8269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D8C2DF66-0C7C-5493-6F66-02C727DA4CF8}"/>
                    </a:ext>
                  </a:extLst>
                </p14:cNvPr>
                <p14:cNvContentPartPr/>
                <p14:nvPr/>
              </p14:nvContentPartPr>
              <p14:xfrm>
                <a:off x="9128808" y="2834424"/>
                <a:ext cx="7200" cy="345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D8C2DF66-0C7C-5493-6F66-02C727DA4CF8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9120168" y="2825424"/>
                  <a:ext cx="2484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09B8735A-DA9D-B39F-B669-563A737EF8A7}"/>
                    </a:ext>
                  </a:extLst>
                </p14:cNvPr>
                <p14:cNvContentPartPr/>
                <p14:nvPr/>
              </p14:nvContentPartPr>
              <p14:xfrm>
                <a:off x="8949528" y="2727864"/>
                <a:ext cx="156240" cy="489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09B8735A-DA9D-B39F-B669-563A737EF8A7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8940888" y="2719224"/>
                  <a:ext cx="1738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CBA23F1-2699-4857-4287-36AC83466D99}"/>
                    </a:ext>
                  </a:extLst>
                </p14:cNvPr>
                <p14:cNvContentPartPr/>
                <p14:nvPr/>
              </p14:nvContentPartPr>
              <p14:xfrm>
                <a:off x="9179568" y="2714184"/>
                <a:ext cx="353880" cy="3481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CBA23F1-2699-4857-4287-36AC83466D99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9170568" y="2705184"/>
                  <a:ext cx="371520" cy="36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A05A115A-29C1-8E70-A694-0C26AC0A0646}"/>
              </a:ext>
            </a:extLst>
          </p:cNvPr>
          <p:cNvGrpSpPr/>
          <p:nvPr/>
        </p:nvGrpSpPr>
        <p:grpSpPr>
          <a:xfrm>
            <a:off x="9787968" y="2857464"/>
            <a:ext cx="1073880" cy="249840"/>
            <a:chOff x="9787968" y="2857464"/>
            <a:chExt cx="1073880" cy="24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A3899F21-6473-9938-4F08-D35458D5FD95}"/>
                    </a:ext>
                  </a:extLst>
                </p14:cNvPr>
                <p14:cNvContentPartPr/>
                <p14:nvPr/>
              </p14:nvContentPartPr>
              <p14:xfrm>
                <a:off x="9787968" y="2863224"/>
                <a:ext cx="751320" cy="975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A3899F21-6473-9938-4F08-D35458D5FD95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9778968" y="2854584"/>
                  <a:ext cx="76896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9D42AD0A-50EC-10AD-940D-A391604A5248}"/>
                    </a:ext>
                  </a:extLst>
                </p14:cNvPr>
                <p14:cNvContentPartPr/>
                <p14:nvPr/>
              </p14:nvContentPartPr>
              <p14:xfrm>
                <a:off x="10570608" y="2857464"/>
                <a:ext cx="84240" cy="2347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9D42AD0A-50EC-10AD-940D-A391604A5248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0561968" y="2848464"/>
                  <a:ext cx="10188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A6E95885-D8B5-2C80-3C6F-1B8B61A92841}"/>
                    </a:ext>
                  </a:extLst>
                </p14:cNvPr>
                <p14:cNvContentPartPr/>
                <p14:nvPr/>
              </p14:nvContentPartPr>
              <p14:xfrm>
                <a:off x="10815048" y="3082464"/>
                <a:ext cx="46800" cy="248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A6E95885-D8B5-2C80-3C6F-1B8B61A92841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0806048" y="3073464"/>
                  <a:ext cx="64440" cy="4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F9068AB8-B230-10BC-F725-CF411BEE5B89}"/>
              </a:ext>
            </a:extLst>
          </p:cNvPr>
          <p:cNvGrpSpPr/>
          <p:nvPr/>
        </p:nvGrpSpPr>
        <p:grpSpPr>
          <a:xfrm>
            <a:off x="242208" y="1930104"/>
            <a:ext cx="1256040" cy="744120"/>
            <a:chOff x="242208" y="1930104"/>
            <a:chExt cx="1256040" cy="74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5423BD8E-065C-5DD5-9CEC-EDC4B9F4E0DE}"/>
                    </a:ext>
                  </a:extLst>
                </p14:cNvPr>
                <p14:cNvContentPartPr/>
                <p14:nvPr/>
              </p14:nvContentPartPr>
              <p14:xfrm>
                <a:off x="351288" y="2009664"/>
                <a:ext cx="57240" cy="666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5423BD8E-065C-5DD5-9CEC-EDC4B9F4E0DE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342648" y="2001024"/>
                  <a:ext cx="7488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06DCF201-4830-9A6E-AA51-A8558CCC01D4}"/>
                    </a:ext>
                  </a:extLst>
                </p14:cNvPr>
                <p14:cNvContentPartPr/>
                <p14:nvPr/>
              </p14:nvContentPartPr>
              <p14:xfrm>
                <a:off x="415728" y="1930104"/>
                <a:ext cx="11880" cy="147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06DCF201-4830-9A6E-AA51-A8558CCC01D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07088" y="1921464"/>
                  <a:ext cx="295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92695880-4F2D-0BEE-791D-78E5B6E0FD2B}"/>
                    </a:ext>
                  </a:extLst>
                </p14:cNvPr>
                <p14:cNvContentPartPr/>
                <p14:nvPr/>
              </p14:nvContentPartPr>
              <p14:xfrm>
                <a:off x="502848" y="1999944"/>
                <a:ext cx="12240" cy="32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92695880-4F2D-0BEE-791D-78E5B6E0FD2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93848" y="1991304"/>
                  <a:ext cx="298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A11CB07A-71E5-F1E9-6291-0B178316F780}"/>
                    </a:ext>
                  </a:extLst>
                </p14:cNvPr>
                <p14:cNvContentPartPr/>
                <p14:nvPr/>
              </p14:nvContentPartPr>
              <p14:xfrm>
                <a:off x="610848" y="1956024"/>
                <a:ext cx="75600" cy="518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A11CB07A-71E5-F1E9-6291-0B178316F78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02208" y="1947024"/>
                  <a:ext cx="932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6296F189-4610-4EC2-2FF4-5EF61FA3E215}"/>
                    </a:ext>
                  </a:extLst>
                </p14:cNvPr>
                <p14:cNvContentPartPr/>
                <p14:nvPr/>
              </p14:nvContentPartPr>
              <p14:xfrm>
                <a:off x="242208" y="2232864"/>
                <a:ext cx="98640" cy="2181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6296F189-4610-4EC2-2FF4-5EF61FA3E21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33208" y="2224224"/>
                  <a:ext cx="1162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C86CAC89-8C23-271A-4F53-4CB11E98E416}"/>
                    </a:ext>
                  </a:extLst>
                </p14:cNvPr>
                <p14:cNvContentPartPr/>
                <p14:nvPr/>
              </p14:nvContentPartPr>
              <p14:xfrm>
                <a:off x="398808" y="2271384"/>
                <a:ext cx="39600" cy="691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C86CAC89-8C23-271A-4F53-4CB11E98E41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90168" y="2262384"/>
                  <a:ext cx="5724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B52FFB27-B8D4-E7A7-6EC7-15CEB960A468}"/>
                    </a:ext>
                  </a:extLst>
                </p14:cNvPr>
                <p14:cNvContentPartPr/>
                <p14:nvPr/>
              </p14:nvContentPartPr>
              <p14:xfrm>
                <a:off x="454968" y="2173104"/>
                <a:ext cx="233640" cy="3819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B52FFB27-B8D4-E7A7-6EC7-15CEB960A46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45968" y="2164104"/>
                  <a:ext cx="25128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74B550DD-F1CC-9C35-5EDF-4F9359F79F6E}"/>
                    </a:ext>
                  </a:extLst>
                </p14:cNvPr>
                <p14:cNvContentPartPr/>
                <p14:nvPr/>
              </p14:nvContentPartPr>
              <p14:xfrm>
                <a:off x="753768" y="2185704"/>
                <a:ext cx="87480" cy="1123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74B550DD-F1CC-9C35-5EDF-4F9359F79F6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44768" y="2176704"/>
                  <a:ext cx="1051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C670C873-0471-B6BA-1ADB-E6479307C9DB}"/>
                    </a:ext>
                  </a:extLst>
                </p14:cNvPr>
                <p14:cNvContentPartPr/>
                <p14:nvPr/>
              </p14:nvContentPartPr>
              <p14:xfrm>
                <a:off x="895968" y="2175984"/>
                <a:ext cx="102960" cy="594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C670C873-0471-B6BA-1ADB-E6479307C9D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87328" y="2167344"/>
                  <a:ext cx="12060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953E8FE7-C958-9B80-478B-18FE00ED4BCC}"/>
                    </a:ext>
                  </a:extLst>
                </p14:cNvPr>
                <p14:cNvContentPartPr/>
                <p14:nvPr/>
              </p14:nvContentPartPr>
              <p14:xfrm>
                <a:off x="1036008" y="2127744"/>
                <a:ext cx="160560" cy="856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953E8FE7-C958-9B80-478B-18FE00ED4BC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27008" y="2119104"/>
                  <a:ext cx="17820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D9462F5B-9774-D499-C2A7-713EBAB5D5D3}"/>
                    </a:ext>
                  </a:extLst>
                </p14:cNvPr>
                <p14:cNvContentPartPr/>
                <p14:nvPr/>
              </p14:nvContentPartPr>
              <p14:xfrm>
                <a:off x="1221408" y="2055744"/>
                <a:ext cx="144360" cy="2768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D9462F5B-9774-D499-C2A7-713EBAB5D5D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212408" y="2047104"/>
                  <a:ext cx="1620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7E1F7ABB-76FA-387E-D3B5-64C57D3843A3}"/>
                    </a:ext>
                  </a:extLst>
                </p14:cNvPr>
                <p14:cNvContentPartPr/>
                <p14:nvPr/>
              </p14:nvContentPartPr>
              <p14:xfrm>
                <a:off x="1490328" y="2125224"/>
                <a:ext cx="7920" cy="216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7E1F7ABB-76FA-387E-D3B5-64C57D3843A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481328" y="2116224"/>
                  <a:ext cx="255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54AC1611-9973-58B2-8973-E952791AC84A}"/>
                    </a:ext>
                  </a:extLst>
                </p14:cNvPr>
                <p14:cNvContentPartPr/>
                <p14:nvPr/>
              </p14:nvContentPartPr>
              <p14:xfrm>
                <a:off x="349488" y="2329344"/>
                <a:ext cx="1032840" cy="2833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54AC1611-9973-58B2-8973-E952791AC84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40848" y="2320344"/>
                  <a:ext cx="105048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A49D6F8A-4E30-8CBE-7375-BF7AC73476B8}"/>
                    </a:ext>
                  </a:extLst>
                </p14:cNvPr>
                <p14:cNvContentPartPr/>
                <p14:nvPr/>
              </p14:nvContentPartPr>
              <p14:xfrm>
                <a:off x="335808" y="2398104"/>
                <a:ext cx="997200" cy="2761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A49D6F8A-4E30-8CBE-7375-BF7AC73476B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27168" y="2389104"/>
                  <a:ext cx="10148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459B689E-EFA1-778B-2B9E-A850D1E5DF8F}"/>
                    </a:ext>
                  </a:extLst>
                </p14:cNvPr>
                <p14:cNvContentPartPr/>
                <p14:nvPr/>
              </p14:nvContentPartPr>
              <p14:xfrm>
                <a:off x="1445328" y="2384424"/>
                <a:ext cx="7920" cy="162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459B689E-EFA1-778B-2B9E-A850D1E5DF8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436328" y="2375424"/>
                  <a:ext cx="255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3E58BC2E-458B-A7E0-3F99-DBB21C45E2ED}"/>
                    </a:ext>
                  </a:extLst>
                </p14:cNvPr>
                <p14:cNvContentPartPr/>
                <p14:nvPr/>
              </p14:nvContentPartPr>
              <p14:xfrm>
                <a:off x="286848" y="2464344"/>
                <a:ext cx="991440" cy="1836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3E58BC2E-458B-A7E0-3F99-DBB21C45E2E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78208" y="2455344"/>
                  <a:ext cx="10090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F45BAC06-4340-1940-64D3-DD299FD9A97A}"/>
                    </a:ext>
                  </a:extLst>
                </p14:cNvPr>
                <p14:cNvContentPartPr/>
                <p14:nvPr/>
              </p14:nvContentPartPr>
              <p14:xfrm>
                <a:off x="403488" y="2444544"/>
                <a:ext cx="971280" cy="2264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F45BAC06-4340-1940-64D3-DD299FD9A97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94848" y="2435544"/>
                  <a:ext cx="988920" cy="244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D8166C57-8A7F-04FC-B6C8-696AB7BEA4D4}"/>
                  </a:ext>
                </a:extLst>
              </p14:cNvPr>
              <p14:cNvContentPartPr/>
              <p14:nvPr/>
            </p14:nvContentPartPr>
            <p14:xfrm>
              <a:off x="1488168" y="3760704"/>
              <a:ext cx="217800" cy="23184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D8166C57-8A7F-04FC-B6C8-696AB7BEA4D4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1479168" y="3751704"/>
                <a:ext cx="235440" cy="249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oup 168">
            <a:extLst>
              <a:ext uri="{FF2B5EF4-FFF2-40B4-BE49-F238E27FC236}">
                <a16:creationId xmlns:a16="http://schemas.microsoft.com/office/drawing/2014/main" id="{65E39A06-32BD-0F1D-2316-AD95F42086B0}"/>
              </a:ext>
            </a:extLst>
          </p:cNvPr>
          <p:cNvGrpSpPr/>
          <p:nvPr/>
        </p:nvGrpSpPr>
        <p:grpSpPr>
          <a:xfrm>
            <a:off x="1767888" y="3800664"/>
            <a:ext cx="1640880" cy="354960"/>
            <a:chOff x="1767888" y="3800664"/>
            <a:chExt cx="1640880" cy="35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5084F62A-B79A-109B-8C85-71094244B776}"/>
                    </a:ext>
                  </a:extLst>
                </p14:cNvPr>
                <p14:cNvContentPartPr/>
                <p14:nvPr/>
              </p14:nvContentPartPr>
              <p14:xfrm>
                <a:off x="1767888" y="3880584"/>
                <a:ext cx="362880" cy="2750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5084F62A-B79A-109B-8C85-71094244B77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758888" y="3871944"/>
                  <a:ext cx="38052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15ECB313-EA5B-0C33-789A-5A2CF2714719}"/>
                    </a:ext>
                  </a:extLst>
                </p14:cNvPr>
                <p14:cNvContentPartPr/>
                <p14:nvPr/>
              </p14:nvContentPartPr>
              <p14:xfrm>
                <a:off x="2238408" y="3868704"/>
                <a:ext cx="84600" cy="781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15ECB313-EA5B-0C33-789A-5A2CF271471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229408" y="3859704"/>
                  <a:ext cx="1022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3CD851CE-3557-D77B-C8BD-64D06AB20CE5}"/>
                    </a:ext>
                  </a:extLst>
                </p14:cNvPr>
                <p14:cNvContentPartPr/>
                <p14:nvPr/>
              </p14:nvContentPartPr>
              <p14:xfrm>
                <a:off x="2427408" y="3856104"/>
                <a:ext cx="148320" cy="1098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3CD851CE-3557-D77B-C8BD-64D06AB20CE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418408" y="3847464"/>
                  <a:ext cx="1659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7FD7359-67F2-50C1-A1E6-3FD236291704}"/>
                    </a:ext>
                  </a:extLst>
                </p14:cNvPr>
                <p14:cNvContentPartPr/>
                <p14:nvPr/>
              </p14:nvContentPartPr>
              <p14:xfrm>
                <a:off x="2613168" y="3851424"/>
                <a:ext cx="105840" cy="2566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7FD7359-67F2-50C1-A1E6-3FD23629170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604528" y="3842784"/>
                  <a:ext cx="1234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1600A723-D0BB-BF07-7160-5CB01137C61D}"/>
                    </a:ext>
                  </a:extLst>
                </p14:cNvPr>
                <p14:cNvContentPartPr/>
                <p14:nvPr/>
              </p14:nvContentPartPr>
              <p14:xfrm>
                <a:off x="2829528" y="3829104"/>
                <a:ext cx="370800" cy="3031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1600A723-D0BB-BF07-7160-5CB01137C61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820888" y="3820104"/>
                  <a:ext cx="38844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E74DA24B-7A66-B518-00D5-18FAED32A581}"/>
                    </a:ext>
                  </a:extLst>
                </p14:cNvPr>
                <p14:cNvContentPartPr/>
                <p14:nvPr/>
              </p14:nvContentPartPr>
              <p14:xfrm>
                <a:off x="3383568" y="3800664"/>
                <a:ext cx="25200" cy="626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E74DA24B-7A66-B518-00D5-18FAED32A58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374928" y="3792024"/>
                  <a:ext cx="4284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DB93BF4B-3F66-9FD0-DB0A-7C60187135A6}"/>
                    </a:ext>
                  </a:extLst>
                </p14:cNvPr>
                <p14:cNvContentPartPr/>
                <p14:nvPr/>
              </p14:nvContentPartPr>
              <p14:xfrm>
                <a:off x="3370608" y="4003704"/>
                <a:ext cx="15120" cy="97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DB93BF4B-3F66-9FD0-DB0A-7C60187135A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361968" y="3994704"/>
                  <a:ext cx="3276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2887E9C5-7703-396D-B998-715F909F0C8A}"/>
              </a:ext>
            </a:extLst>
          </p:cNvPr>
          <p:cNvGrpSpPr/>
          <p:nvPr/>
        </p:nvGrpSpPr>
        <p:grpSpPr>
          <a:xfrm>
            <a:off x="3752208" y="3613824"/>
            <a:ext cx="918720" cy="430200"/>
            <a:chOff x="3752208" y="3613824"/>
            <a:chExt cx="918720" cy="43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8818220A-20C7-1E40-FE48-C739395F8ACE}"/>
                    </a:ext>
                  </a:extLst>
                </p14:cNvPr>
                <p14:cNvContentPartPr/>
                <p14:nvPr/>
              </p14:nvContentPartPr>
              <p14:xfrm>
                <a:off x="3752208" y="3654864"/>
                <a:ext cx="601200" cy="38916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8818220A-20C7-1E40-FE48-C739395F8ACE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743208" y="3645864"/>
                  <a:ext cx="618840" cy="40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FE984571-F33C-3895-E2CF-619A3AC8037A}"/>
                    </a:ext>
                  </a:extLst>
                </p14:cNvPr>
                <p14:cNvContentPartPr/>
                <p14:nvPr/>
              </p14:nvContentPartPr>
              <p14:xfrm>
                <a:off x="4517568" y="3613824"/>
                <a:ext cx="153360" cy="59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FE984571-F33C-3895-E2CF-619A3AC8037A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508568" y="3604824"/>
                  <a:ext cx="171000" cy="7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3058F0F0-88C4-AC97-C64A-FC74D171361C}"/>
              </a:ext>
            </a:extLst>
          </p:cNvPr>
          <p:cNvGrpSpPr/>
          <p:nvPr/>
        </p:nvGrpSpPr>
        <p:grpSpPr>
          <a:xfrm>
            <a:off x="5076648" y="3635424"/>
            <a:ext cx="1237320" cy="252360"/>
            <a:chOff x="5076648" y="3635424"/>
            <a:chExt cx="1237320" cy="25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086B768A-96F0-BA7A-ED22-FB6D51A17322}"/>
                    </a:ext>
                  </a:extLst>
                </p14:cNvPr>
                <p14:cNvContentPartPr/>
                <p14:nvPr/>
              </p14:nvContentPartPr>
              <p14:xfrm>
                <a:off x="5076648" y="3667464"/>
                <a:ext cx="151200" cy="2203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086B768A-96F0-BA7A-ED22-FB6D51A1732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068008" y="3658824"/>
                  <a:ext cx="1688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B57D10FA-E17B-4649-F997-7D0B888EBD9D}"/>
                    </a:ext>
                  </a:extLst>
                </p14:cNvPr>
                <p14:cNvContentPartPr/>
                <p14:nvPr/>
              </p14:nvContentPartPr>
              <p14:xfrm>
                <a:off x="5331888" y="3635424"/>
                <a:ext cx="201960" cy="2163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B57D10FA-E17B-4649-F997-7D0B888EBD9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322888" y="3626424"/>
                  <a:ext cx="2196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CEF5627C-E5EA-3ECC-7625-A69BF00FEC96}"/>
                    </a:ext>
                  </a:extLst>
                </p14:cNvPr>
                <p14:cNvContentPartPr/>
                <p14:nvPr/>
              </p14:nvContentPartPr>
              <p14:xfrm>
                <a:off x="5492088" y="3788424"/>
                <a:ext cx="83520" cy="54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CEF5627C-E5EA-3ECC-7625-A69BF00FEC96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483088" y="3779784"/>
                  <a:ext cx="1011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8887D31C-7EB6-C309-B2B3-E1B6E780B4E2}"/>
                    </a:ext>
                  </a:extLst>
                </p14:cNvPr>
                <p14:cNvContentPartPr/>
                <p14:nvPr/>
              </p14:nvContentPartPr>
              <p14:xfrm>
                <a:off x="5641848" y="3745584"/>
                <a:ext cx="130320" cy="608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8887D31C-7EB6-C309-B2B3-E1B6E780B4E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632848" y="3736584"/>
                  <a:ext cx="14796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D653A468-29A0-E90D-582A-B55C559043FE}"/>
                    </a:ext>
                  </a:extLst>
                </p14:cNvPr>
                <p14:cNvContentPartPr/>
                <p14:nvPr/>
              </p14:nvContentPartPr>
              <p14:xfrm>
                <a:off x="5871168" y="3765024"/>
                <a:ext cx="372960" cy="52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D653A468-29A0-E90D-582A-B55C559043F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862528" y="3756024"/>
                  <a:ext cx="3906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D013B8DF-95EE-B38E-CDFC-28E70181FA18}"/>
                    </a:ext>
                  </a:extLst>
                </p14:cNvPr>
                <p14:cNvContentPartPr/>
                <p14:nvPr/>
              </p14:nvContentPartPr>
              <p14:xfrm>
                <a:off x="6221088" y="3783384"/>
                <a:ext cx="92880" cy="464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D013B8DF-95EE-B38E-CDFC-28E70181FA1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212448" y="3774384"/>
                  <a:ext cx="110520" cy="6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B7B4895D-FAAA-6BD3-D858-D9C0305B30DE}"/>
              </a:ext>
            </a:extLst>
          </p:cNvPr>
          <p:cNvGrpSpPr/>
          <p:nvPr/>
        </p:nvGrpSpPr>
        <p:grpSpPr>
          <a:xfrm>
            <a:off x="6700968" y="3613824"/>
            <a:ext cx="581400" cy="221400"/>
            <a:chOff x="6700968" y="3613824"/>
            <a:chExt cx="581400" cy="22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138A764-3746-DC13-5A4F-51A1844C3FA0}"/>
                    </a:ext>
                  </a:extLst>
                </p14:cNvPr>
                <p14:cNvContentPartPr/>
                <p14:nvPr/>
              </p14:nvContentPartPr>
              <p14:xfrm>
                <a:off x="6700968" y="3734424"/>
                <a:ext cx="207000" cy="810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138A764-3746-DC13-5A4F-51A1844C3FA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692328" y="3725784"/>
                  <a:ext cx="22464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6A230278-DABC-18FD-2704-E63B869F0367}"/>
                    </a:ext>
                  </a:extLst>
                </p14:cNvPr>
                <p14:cNvContentPartPr/>
                <p14:nvPr/>
              </p14:nvContentPartPr>
              <p14:xfrm>
                <a:off x="6964848" y="3718224"/>
                <a:ext cx="33840" cy="5904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6A230278-DABC-18FD-2704-E63B869F036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956208" y="3709584"/>
                  <a:ext cx="5148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39D057BC-F380-0A59-0310-2B230BEF17D0}"/>
                    </a:ext>
                  </a:extLst>
                </p14:cNvPr>
                <p14:cNvContentPartPr/>
                <p14:nvPr/>
              </p14:nvContentPartPr>
              <p14:xfrm>
                <a:off x="7068888" y="3755664"/>
                <a:ext cx="79200" cy="237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39D057BC-F380-0A59-0310-2B230BEF17D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059888" y="3746664"/>
                  <a:ext cx="968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5EA9520B-3A17-643F-B600-7AA191ED21EF}"/>
                    </a:ext>
                  </a:extLst>
                </p14:cNvPr>
                <p14:cNvContentPartPr/>
                <p14:nvPr/>
              </p14:nvContentPartPr>
              <p14:xfrm>
                <a:off x="7188768" y="3613824"/>
                <a:ext cx="93600" cy="2214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5EA9520B-3A17-643F-B600-7AA191ED21E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179768" y="3604824"/>
                  <a:ext cx="111240" cy="23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B39C6302-745B-6D00-B435-D374E36316EC}"/>
              </a:ext>
            </a:extLst>
          </p:cNvPr>
          <p:cNvGrpSpPr/>
          <p:nvPr/>
        </p:nvGrpSpPr>
        <p:grpSpPr>
          <a:xfrm>
            <a:off x="7760448" y="3562344"/>
            <a:ext cx="891000" cy="209160"/>
            <a:chOff x="7760448" y="3562344"/>
            <a:chExt cx="891000" cy="20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F49FDB7E-5A74-5473-CB70-BAA51F55F26D}"/>
                    </a:ext>
                  </a:extLst>
                </p14:cNvPr>
                <p14:cNvContentPartPr/>
                <p14:nvPr/>
              </p14:nvContentPartPr>
              <p14:xfrm>
                <a:off x="7760448" y="3562344"/>
                <a:ext cx="131760" cy="1803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F49FDB7E-5A74-5473-CB70-BAA51F55F26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751808" y="3553704"/>
                  <a:ext cx="1494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FFAD6176-906D-6A1F-613F-5A3E53B166D0}"/>
                    </a:ext>
                  </a:extLst>
                </p14:cNvPr>
                <p14:cNvContentPartPr/>
                <p14:nvPr/>
              </p14:nvContentPartPr>
              <p14:xfrm>
                <a:off x="7958088" y="3707064"/>
                <a:ext cx="693360" cy="644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FFAD6176-906D-6A1F-613F-5A3E53B166D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949448" y="3698424"/>
                  <a:ext cx="711000" cy="82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4311ED49-2AD9-B713-310C-C42EA0C368FA}"/>
                  </a:ext>
                </a:extLst>
              </p14:cNvPr>
              <p14:cNvContentPartPr/>
              <p14:nvPr/>
            </p14:nvContentPartPr>
            <p14:xfrm>
              <a:off x="3741408" y="4177944"/>
              <a:ext cx="6480" cy="2844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4311ED49-2AD9-B713-310C-C42EA0C368FA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3732768" y="4169304"/>
                <a:ext cx="24120" cy="46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2" name="Group 191">
            <a:extLst>
              <a:ext uri="{FF2B5EF4-FFF2-40B4-BE49-F238E27FC236}">
                <a16:creationId xmlns:a16="http://schemas.microsoft.com/office/drawing/2014/main" id="{70AE14CC-0CC5-18FF-1EC4-7D8F58FFB364}"/>
              </a:ext>
            </a:extLst>
          </p:cNvPr>
          <p:cNvGrpSpPr/>
          <p:nvPr/>
        </p:nvGrpSpPr>
        <p:grpSpPr>
          <a:xfrm>
            <a:off x="3655008" y="4310064"/>
            <a:ext cx="465840" cy="112320"/>
            <a:chOff x="3655008" y="4310064"/>
            <a:chExt cx="465840" cy="11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5CA014E1-CACC-B410-F256-032ADE750F98}"/>
                    </a:ext>
                  </a:extLst>
                </p14:cNvPr>
                <p14:cNvContentPartPr/>
                <p14:nvPr/>
              </p14:nvContentPartPr>
              <p14:xfrm>
                <a:off x="3655008" y="4312944"/>
                <a:ext cx="40320" cy="1094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5CA014E1-CACC-B410-F256-032ADE750F98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646008" y="4303944"/>
                  <a:ext cx="5796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BE5FABB-9A93-E634-B1F0-BF7DB3567B2C}"/>
                    </a:ext>
                  </a:extLst>
                </p14:cNvPr>
                <p14:cNvContentPartPr/>
                <p14:nvPr/>
              </p14:nvContentPartPr>
              <p14:xfrm>
                <a:off x="3803688" y="4312944"/>
                <a:ext cx="20520" cy="244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BE5FABB-9A93-E634-B1F0-BF7DB3567B2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794688" y="4303944"/>
                  <a:ext cx="381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4A056D8A-19A0-F8C7-F1D8-63109AD880BB}"/>
                    </a:ext>
                  </a:extLst>
                </p14:cNvPr>
                <p14:cNvContentPartPr/>
                <p14:nvPr/>
              </p14:nvContentPartPr>
              <p14:xfrm>
                <a:off x="3922128" y="4310064"/>
                <a:ext cx="198720" cy="741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4A056D8A-19A0-F8C7-F1D8-63109AD880B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913488" y="4301064"/>
                  <a:ext cx="216360" cy="91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6C08A3D6-742F-AE09-1013-D2A414881993}"/>
                  </a:ext>
                </a:extLst>
              </p14:cNvPr>
              <p14:cNvContentPartPr/>
              <p14:nvPr/>
            </p14:nvContentPartPr>
            <p14:xfrm>
              <a:off x="4468968" y="3980664"/>
              <a:ext cx="825840" cy="41040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6C08A3D6-742F-AE09-1013-D2A414881993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4460328" y="3972024"/>
                <a:ext cx="843480" cy="428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F099C08E-4007-B50F-F847-60754F06018B}"/>
              </a:ext>
            </a:extLst>
          </p:cNvPr>
          <p:cNvGrpSpPr/>
          <p:nvPr/>
        </p:nvGrpSpPr>
        <p:grpSpPr>
          <a:xfrm>
            <a:off x="5708808" y="4218264"/>
            <a:ext cx="415440" cy="123840"/>
            <a:chOff x="5708808" y="4218264"/>
            <a:chExt cx="415440" cy="12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269DAE11-1F3D-E2A0-F425-826893DC722C}"/>
                    </a:ext>
                  </a:extLst>
                </p14:cNvPr>
                <p14:cNvContentPartPr/>
                <p14:nvPr/>
              </p14:nvContentPartPr>
              <p14:xfrm>
                <a:off x="5708808" y="4218264"/>
                <a:ext cx="100080" cy="1238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269DAE11-1F3D-E2A0-F425-826893DC722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700168" y="4209264"/>
                  <a:ext cx="1177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6682FFDB-20E4-E9D6-034C-845CC2BC9CB0}"/>
                    </a:ext>
                  </a:extLst>
                </p14:cNvPr>
                <p14:cNvContentPartPr/>
                <p14:nvPr/>
              </p14:nvContentPartPr>
              <p14:xfrm>
                <a:off x="5883768" y="4225104"/>
                <a:ext cx="240480" cy="900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6682FFDB-20E4-E9D6-034C-845CC2BC9CB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874768" y="4216464"/>
                  <a:ext cx="258120" cy="10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394FD0AA-3DA9-0BAB-2E78-0691C5A00E7C}"/>
              </a:ext>
            </a:extLst>
          </p:cNvPr>
          <p:cNvGrpSpPr/>
          <p:nvPr/>
        </p:nvGrpSpPr>
        <p:grpSpPr>
          <a:xfrm>
            <a:off x="6442128" y="4145544"/>
            <a:ext cx="625320" cy="147240"/>
            <a:chOff x="6442128" y="4145544"/>
            <a:chExt cx="625320" cy="14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2A4A714A-B377-DDFF-D849-2D880C4EA91E}"/>
                    </a:ext>
                  </a:extLst>
                </p14:cNvPr>
                <p14:cNvContentPartPr/>
                <p14:nvPr/>
              </p14:nvContentPartPr>
              <p14:xfrm>
                <a:off x="6442128" y="4184784"/>
                <a:ext cx="205200" cy="1080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2A4A714A-B377-DDFF-D849-2D880C4EA91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433488" y="4176144"/>
                  <a:ext cx="2228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1BDD3080-45E1-7C1E-7D3A-82A3DA1DAD5A}"/>
                    </a:ext>
                  </a:extLst>
                </p14:cNvPr>
                <p14:cNvContentPartPr/>
                <p14:nvPr/>
              </p14:nvContentPartPr>
              <p14:xfrm>
                <a:off x="6778368" y="4202064"/>
                <a:ext cx="38160" cy="457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1BDD3080-45E1-7C1E-7D3A-82A3DA1DAD5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769368" y="4193424"/>
                  <a:ext cx="5580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B0D45708-E23E-56CA-E7C4-3807D378FC0E}"/>
                    </a:ext>
                  </a:extLst>
                </p14:cNvPr>
                <p14:cNvContentPartPr/>
                <p14:nvPr/>
              </p14:nvContentPartPr>
              <p14:xfrm>
                <a:off x="6874848" y="4212144"/>
                <a:ext cx="61200" cy="482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B0D45708-E23E-56CA-E7C4-3807D378FC0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866208" y="4203504"/>
                  <a:ext cx="788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1696AF29-DCC9-CA34-B3B9-B70F6D212EA2}"/>
                    </a:ext>
                  </a:extLst>
                </p14:cNvPr>
                <p14:cNvContentPartPr/>
                <p14:nvPr/>
              </p14:nvContentPartPr>
              <p14:xfrm>
                <a:off x="6997968" y="4145544"/>
                <a:ext cx="69480" cy="1429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1696AF29-DCC9-CA34-B3B9-B70F6D212EA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989328" y="4136544"/>
                  <a:ext cx="87120" cy="16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8C06287B-76C7-503C-855C-1922383C59F3}"/>
              </a:ext>
            </a:extLst>
          </p:cNvPr>
          <p:cNvGrpSpPr/>
          <p:nvPr/>
        </p:nvGrpSpPr>
        <p:grpSpPr>
          <a:xfrm>
            <a:off x="7425648" y="3886344"/>
            <a:ext cx="742680" cy="375120"/>
            <a:chOff x="7425648" y="3886344"/>
            <a:chExt cx="742680" cy="37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F41384D-DECB-E4BF-B834-BEF3292229D1}"/>
                    </a:ext>
                  </a:extLst>
                </p14:cNvPr>
                <p14:cNvContentPartPr/>
                <p14:nvPr/>
              </p14:nvContentPartPr>
              <p14:xfrm>
                <a:off x="7425648" y="3886344"/>
                <a:ext cx="244080" cy="3751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F41384D-DECB-E4BF-B834-BEF3292229D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417008" y="3877704"/>
                  <a:ext cx="261720" cy="39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40E14369-10B5-C543-4333-A78243DBC848}"/>
                    </a:ext>
                  </a:extLst>
                </p14:cNvPr>
                <p14:cNvContentPartPr/>
                <p14:nvPr/>
              </p14:nvContentPartPr>
              <p14:xfrm>
                <a:off x="7732008" y="4156704"/>
                <a:ext cx="436320" cy="669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40E14369-10B5-C543-4333-A78243DBC848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723368" y="4148064"/>
                  <a:ext cx="453960" cy="84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31E1CD7D-BB8C-2FE7-F224-E3C6A0B9AE9E}"/>
                  </a:ext>
                </a:extLst>
              </p14:cNvPr>
              <p14:cNvContentPartPr/>
              <p14:nvPr/>
            </p14:nvContentPartPr>
            <p14:xfrm>
              <a:off x="8455608" y="4161024"/>
              <a:ext cx="118440" cy="6264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31E1CD7D-BB8C-2FE7-F224-E3C6A0B9AE9E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8446968" y="4152384"/>
                <a:ext cx="13608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B7627F1A-CAF1-981F-F0C8-B9C5232EA2C1}"/>
                  </a:ext>
                </a:extLst>
              </p14:cNvPr>
              <p14:cNvContentPartPr/>
              <p14:nvPr/>
            </p14:nvContentPartPr>
            <p14:xfrm>
              <a:off x="8867448" y="4121424"/>
              <a:ext cx="214560" cy="11160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B7627F1A-CAF1-981F-F0C8-B9C5232EA2C1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8858448" y="4112784"/>
                <a:ext cx="232200" cy="12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4771979C-D95C-3A3B-6837-B4C5B8659A0E}"/>
                  </a:ext>
                </a:extLst>
              </p14:cNvPr>
              <p14:cNvContentPartPr/>
              <p14:nvPr/>
            </p14:nvContentPartPr>
            <p14:xfrm>
              <a:off x="9149328" y="4139784"/>
              <a:ext cx="604800" cy="8208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4771979C-D95C-3A3B-6837-B4C5B8659A0E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9140328" y="4130784"/>
                <a:ext cx="622440" cy="99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61D3C27-178A-34D4-8D91-B9013036274F}"/>
              </a:ext>
            </a:extLst>
          </p:cNvPr>
          <p:cNvGrpSpPr/>
          <p:nvPr/>
        </p:nvGrpSpPr>
        <p:grpSpPr>
          <a:xfrm>
            <a:off x="10121328" y="3793464"/>
            <a:ext cx="987840" cy="412200"/>
            <a:chOff x="10121328" y="3793464"/>
            <a:chExt cx="987840" cy="41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7FB3716D-F2C6-96D6-2CD7-DCC317B5AD48}"/>
                    </a:ext>
                  </a:extLst>
                </p14:cNvPr>
                <p14:cNvContentPartPr/>
                <p14:nvPr/>
              </p14:nvContentPartPr>
              <p14:xfrm>
                <a:off x="10121328" y="3793464"/>
                <a:ext cx="668160" cy="4122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7FB3716D-F2C6-96D6-2CD7-DCC317B5AD4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0112688" y="3784464"/>
                  <a:ext cx="68580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15596258-EE83-EAF9-8F04-6739B92F53A8}"/>
                    </a:ext>
                  </a:extLst>
                </p14:cNvPr>
                <p14:cNvContentPartPr/>
                <p14:nvPr/>
              </p14:nvContentPartPr>
              <p14:xfrm>
                <a:off x="10925208" y="4086504"/>
                <a:ext cx="183960" cy="1166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15596258-EE83-EAF9-8F04-6739B92F53A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916208" y="4077864"/>
                  <a:ext cx="201600" cy="13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99365C3B-91D8-92DE-A052-FEF785747276}"/>
              </a:ext>
            </a:extLst>
          </p:cNvPr>
          <p:cNvGrpSpPr/>
          <p:nvPr/>
        </p:nvGrpSpPr>
        <p:grpSpPr>
          <a:xfrm>
            <a:off x="4588128" y="4581864"/>
            <a:ext cx="1017720" cy="253080"/>
            <a:chOff x="4588128" y="4581864"/>
            <a:chExt cx="1017720" cy="25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EEB97702-9570-2B24-AC1D-57CD9310F7F1}"/>
                    </a:ext>
                  </a:extLst>
                </p14:cNvPr>
                <p14:cNvContentPartPr/>
                <p14:nvPr/>
              </p14:nvContentPartPr>
              <p14:xfrm>
                <a:off x="4588128" y="4608864"/>
                <a:ext cx="878040" cy="1360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EEB97702-9570-2B24-AC1D-57CD9310F7F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579128" y="4600224"/>
                  <a:ext cx="8956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29CA0B2E-6C0D-B721-2C91-5DBE983C08B7}"/>
                    </a:ext>
                  </a:extLst>
                </p14:cNvPr>
                <p14:cNvContentPartPr/>
                <p14:nvPr/>
              </p14:nvContentPartPr>
              <p14:xfrm>
                <a:off x="5484528" y="4581864"/>
                <a:ext cx="2520" cy="1476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29CA0B2E-6C0D-B721-2C91-5DBE983C08B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475888" y="4572864"/>
                  <a:ext cx="201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74789A34-428F-DE4F-6C16-C69DC36CC092}"/>
                    </a:ext>
                  </a:extLst>
                </p14:cNvPr>
                <p14:cNvContentPartPr/>
                <p14:nvPr/>
              </p14:nvContentPartPr>
              <p14:xfrm>
                <a:off x="5530968" y="4622904"/>
                <a:ext cx="74880" cy="2120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74789A34-428F-DE4F-6C16-C69DC36CC09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522328" y="4613904"/>
                  <a:ext cx="92520" cy="229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216" name="Ink 215">
                <a:extLst>
                  <a:ext uri="{FF2B5EF4-FFF2-40B4-BE49-F238E27FC236}">
                    <a16:creationId xmlns:a16="http://schemas.microsoft.com/office/drawing/2014/main" id="{9C257E3E-E220-CA1A-58CA-B79DE1F755AC}"/>
                  </a:ext>
                </a:extLst>
              </p14:cNvPr>
              <p14:cNvContentPartPr/>
              <p14:nvPr/>
            </p14:nvContentPartPr>
            <p14:xfrm>
              <a:off x="6008688" y="4677264"/>
              <a:ext cx="151200" cy="51120"/>
            </p14:xfrm>
          </p:contentPart>
        </mc:Choice>
        <mc:Fallback xmlns="">
          <p:pic>
            <p:nvPicPr>
              <p:cNvPr id="216" name="Ink 215">
                <a:extLst>
                  <a:ext uri="{FF2B5EF4-FFF2-40B4-BE49-F238E27FC236}">
                    <a16:creationId xmlns:a16="http://schemas.microsoft.com/office/drawing/2014/main" id="{9C257E3E-E220-CA1A-58CA-B79DE1F755AC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5999688" y="4668264"/>
                <a:ext cx="168840" cy="6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DBA75ED9-5C83-E854-02F7-5C3CBA712967}"/>
                  </a:ext>
                </a:extLst>
              </p14:cNvPr>
              <p14:cNvContentPartPr/>
              <p14:nvPr/>
            </p14:nvContentPartPr>
            <p14:xfrm>
              <a:off x="6068088" y="4537944"/>
              <a:ext cx="16560" cy="5004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DBA75ED9-5C83-E854-02F7-5C3CBA712967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6059088" y="4529304"/>
                <a:ext cx="34200" cy="67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5" name="Group 224">
            <a:extLst>
              <a:ext uri="{FF2B5EF4-FFF2-40B4-BE49-F238E27FC236}">
                <a16:creationId xmlns:a16="http://schemas.microsoft.com/office/drawing/2014/main" id="{81FED04C-00A4-C7B7-C511-F23E020F723B}"/>
              </a:ext>
            </a:extLst>
          </p:cNvPr>
          <p:cNvGrpSpPr/>
          <p:nvPr/>
        </p:nvGrpSpPr>
        <p:grpSpPr>
          <a:xfrm>
            <a:off x="6785928" y="4416984"/>
            <a:ext cx="1126440" cy="288000"/>
            <a:chOff x="6785928" y="4416984"/>
            <a:chExt cx="1126440" cy="28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D42EAC87-85D4-B711-940E-B09746F492C4}"/>
                    </a:ext>
                  </a:extLst>
                </p14:cNvPr>
                <p14:cNvContentPartPr/>
                <p14:nvPr/>
              </p14:nvContentPartPr>
              <p14:xfrm>
                <a:off x="6785928" y="4640904"/>
                <a:ext cx="68040" cy="640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D42EAC87-85D4-B711-940E-B09746F492C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776928" y="4631904"/>
                  <a:ext cx="856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2EB41FDE-A581-F799-7F89-39E6ED88D0F7}"/>
                    </a:ext>
                  </a:extLst>
                </p14:cNvPr>
                <p14:cNvContentPartPr/>
                <p14:nvPr/>
              </p14:nvContentPartPr>
              <p14:xfrm>
                <a:off x="6879888" y="4537944"/>
                <a:ext cx="11880" cy="194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2EB41FDE-A581-F799-7F89-39E6ED88D0F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871248" y="4529304"/>
                  <a:ext cx="295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1DD69B17-742F-5030-D70F-3AECE3B6107A}"/>
                    </a:ext>
                  </a:extLst>
                </p14:cNvPr>
                <p14:cNvContentPartPr/>
                <p14:nvPr/>
              </p14:nvContentPartPr>
              <p14:xfrm>
                <a:off x="6956208" y="4518144"/>
                <a:ext cx="69840" cy="1630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1DD69B17-742F-5030-D70F-3AECE3B6107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947208" y="4509144"/>
                  <a:ext cx="874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9B958F75-7B07-D35A-F633-23CBF1BE7DA8}"/>
                    </a:ext>
                  </a:extLst>
                </p14:cNvPr>
                <p14:cNvContentPartPr/>
                <p14:nvPr/>
              </p14:nvContentPartPr>
              <p14:xfrm>
                <a:off x="7119648" y="4432464"/>
                <a:ext cx="416520" cy="2289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9B958F75-7B07-D35A-F633-23CBF1BE7DA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111008" y="4423824"/>
                  <a:ext cx="43416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845C6476-EA80-7A33-7AC4-4BE394E83711}"/>
                    </a:ext>
                  </a:extLst>
                </p14:cNvPr>
                <p14:cNvContentPartPr/>
                <p14:nvPr/>
              </p14:nvContentPartPr>
              <p14:xfrm>
                <a:off x="7555248" y="4563144"/>
                <a:ext cx="10800" cy="172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845C6476-EA80-7A33-7AC4-4BE394E8371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546248" y="4554144"/>
                  <a:ext cx="284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A1FFB2B4-BFB9-6125-12C3-31FEF995DC34}"/>
                    </a:ext>
                  </a:extLst>
                </p14:cNvPr>
                <p14:cNvContentPartPr/>
                <p14:nvPr/>
              </p14:nvContentPartPr>
              <p14:xfrm>
                <a:off x="7578288" y="4416984"/>
                <a:ext cx="334080" cy="2192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A1FFB2B4-BFB9-6125-12C3-31FEF995DC3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569648" y="4407984"/>
                  <a:ext cx="35172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6620C438-BFD8-CC37-28B1-962BC28FC077}"/>
                    </a:ext>
                  </a:extLst>
                </p14:cNvPr>
                <p14:cNvContentPartPr/>
                <p14:nvPr/>
              </p14:nvContentPartPr>
              <p14:xfrm>
                <a:off x="7562088" y="4468824"/>
                <a:ext cx="63720" cy="104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6620C438-BFD8-CC37-28B1-962BC28FC07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553448" y="4460184"/>
                  <a:ext cx="8136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C8564840-AAC8-09D6-6BEF-8A987AF60AEA}"/>
              </a:ext>
            </a:extLst>
          </p:cNvPr>
          <p:cNvGrpSpPr/>
          <p:nvPr/>
        </p:nvGrpSpPr>
        <p:grpSpPr>
          <a:xfrm>
            <a:off x="8458128" y="4420584"/>
            <a:ext cx="267840" cy="274320"/>
            <a:chOff x="8458128" y="4420584"/>
            <a:chExt cx="267840" cy="27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C7684715-D776-699F-1D54-E54EAA33901A}"/>
                    </a:ext>
                  </a:extLst>
                </p14:cNvPr>
                <p14:cNvContentPartPr/>
                <p14:nvPr/>
              </p14:nvContentPartPr>
              <p14:xfrm>
                <a:off x="8458128" y="4420584"/>
                <a:ext cx="213120" cy="2743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C7684715-D776-699F-1D54-E54EAA33901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449488" y="4411944"/>
                  <a:ext cx="23076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20E4176A-1FEE-1E17-AE55-2D77F93EB048}"/>
                    </a:ext>
                  </a:extLst>
                </p14:cNvPr>
                <p14:cNvContentPartPr/>
                <p14:nvPr/>
              </p14:nvContentPartPr>
              <p14:xfrm>
                <a:off x="8630568" y="4529304"/>
                <a:ext cx="95400" cy="79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20E4176A-1FEE-1E17-AE55-2D77F93EB04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621928" y="4520304"/>
                  <a:ext cx="11304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3C144ADB-5455-2581-986C-83123CDBA35D}"/>
              </a:ext>
            </a:extLst>
          </p:cNvPr>
          <p:cNvGrpSpPr/>
          <p:nvPr/>
        </p:nvGrpSpPr>
        <p:grpSpPr>
          <a:xfrm>
            <a:off x="9047088" y="4373424"/>
            <a:ext cx="2747520" cy="563040"/>
            <a:chOff x="9047088" y="4373424"/>
            <a:chExt cx="2747520" cy="56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C605A341-9AA1-EDD2-6631-B5C12C07644F}"/>
                    </a:ext>
                  </a:extLst>
                </p14:cNvPr>
                <p14:cNvContentPartPr/>
                <p14:nvPr/>
              </p14:nvContentPartPr>
              <p14:xfrm>
                <a:off x="9047088" y="4578984"/>
                <a:ext cx="131400" cy="716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C605A341-9AA1-EDD2-6631-B5C12C07644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038448" y="4569984"/>
                  <a:ext cx="14904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2B563589-D647-1A80-3370-B06588037F8A}"/>
                    </a:ext>
                  </a:extLst>
                </p14:cNvPr>
                <p14:cNvContentPartPr/>
                <p14:nvPr/>
              </p14:nvContentPartPr>
              <p14:xfrm>
                <a:off x="9467568" y="4624344"/>
                <a:ext cx="797400" cy="885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2B563589-D647-1A80-3370-B06588037F8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458928" y="4615704"/>
                  <a:ext cx="8150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1D7757F1-6D41-FBC3-2E4A-63E288BD3452}"/>
                    </a:ext>
                  </a:extLst>
                </p14:cNvPr>
                <p14:cNvContentPartPr/>
                <p14:nvPr/>
              </p14:nvContentPartPr>
              <p14:xfrm>
                <a:off x="10450728" y="4494024"/>
                <a:ext cx="234000" cy="4424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1D7757F1-6D41-FBC3-2E4A-63E288BD345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442088" y="4485024"/>
                  <a:ext cx="25164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F5B5C4CE-7355-122F-D4D4-99B0D80213CE}"/>
                    </a:ext>
                  </a:extLst>
                </p14:cNvPr>
                <p14:cNvContentPartPr/>
                <p14:nvPr/>
              </p14:nvContentPartPr>
              <p14:xfrm>
                <a:off x="10873728" y="4422024"/>
                <a:ext cx="542160" cy="2376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F5B5C4CE-7355-122F-D4D4-99B0D80213CE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864728" y="4413384"/>
                  <a:ext cx="55980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93F96C2A-8A10-D1A7-C0D3-6E4CCDAB45DB}"/>
                    </a:ext>
                  </a:extLst>
                </p14:cNvPr>
                <p14:cNvContentPartPr/>
                <p14:nvPr/>
              </p14:nvContentPartPr>
              <p14:xfrm>
                <a:off x="11457288" y="4373424"/>
                <a:ext cx="337320" cy="2350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93F96C2A-8A10-D1A7-C0D3-6E4CCDAB45D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1448648" y="4364424"/>
                  <a:ext cx="354960" cy="25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181D7A41-3E2B-F4E7-C861-23443C18A4AA}"/>
              </a:ext>
            </a:extLst>
          </p:cNvPr>
          <p:cNvGrpSpPr/>
          <p:nvPr/>
        </p:nvGrpSpPr>
        <p:grpSpPr>
          <a:xfrm>
            <a:off x="4696488" y="4882464"/>
            <a:ext cx="545760" cy="160920"/>
            <a:chOff x="4696488" y="4882464"/>
            <a:chExt cx="545760" cy="16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14FE572E-E3FA-39B6-48F4-94E006D6631D}"/>
                    </a:ext>
                  </a:extLst>
                </p14:cNvPr>
                <p14:cNvContentPartPr/>
                <p14:nvPr/>
              </p14:nvContentPartPr>
              <p14:xfrm>
                <a:off x="4696488" y="4900464"/>
                <a:ext cx="178560" cy="1429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14FE572E-E3FA-39B6-48F4-94E006D6631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687488" y="4891464"/>
                  <a:ext cx="1962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E83BDA25-1BA3-22C2-4CA8-0F7D21889DD9}"/>
                    </a:ext>
                  </a:extLst>
                </p14:cNvPr>
                <p14:cNvContentPartPr/>
                <p14:nvPr/>
              </p14:nvContentPartPr>
              <p14:xfrm>
                <a:off x="4930488" y="4955544"/>
                <a:ext cx="39240" cy="619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E83BDA25-1BA3-22C2-4CA8-0F7D21889DD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4921488" y="4946544"/>
                  <a:ext cx="5688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50FE3508-D217-DA55-26BD-0F77EA475414}"/>
                    </a:ext>
                  </a:extLst>
                </p14:cNvPr>
                <p14:cNvContentPartPr/>
                <p14:nvPr/>
              </p14:nvContentPartPr>
              <p14:xfrm>
                <a:off x="5027328" y="4973904"/>
                <a:ext cx="79560" cy="3744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50FE3508-D217-DA55-26BD-0F77EA47541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018688" y="4965264"/>
                  <a:ext cx="972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A36002D3-40C4-F5BB-B1A1-22F217B558AD}"/>
                    </a:ext>
                  </a:extLst>
                </p14:cNvPr>
                <p14:cNvContentPartPr/>
                <p14:nvPr/>
              </p14:nvContentPartPr>
              <p14:xfrm>
                <a:off x="5144688" y="4882464"/>
                <a:ext cx="97560" cy="1533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A36002D3-40C4-F5BB-B1A1-22F217B558A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136048" y="4873464"/>
                  <a:ext cx="115200" cy="171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92002C40-814B-F086-5525-7C6BF8863BEE}"/>
                  </a:ext>
                </a:extLst>
              </p14:cNvPr>
              <p14:cNvContentPartPr/>
              <p14:nvPr/>
            </p14:nvContentPartPr>
            <p14:xfrm>
              <a:off x="5742648" y="4951224"/>
              <a:ext cx="272160" cy="6084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92002C40-814B-F086-5525-7C6BF8863BEE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5734008" y="4942224"/>
                <a:ext cx="28980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08B327CB-B1D9-42FA-1E02-F2C8DA5F263B}"/>
                  </a:ext>
                </a:extLst>
              </p14:cNvPr>
              <p14:cNvContentPartPr/>
              <p14:nvPr/>
            </p14:nvContentPartPr>
            <p14:xfrm>
              <a:off x="6437448" y="4826664"/>
              <a:ext cx="1063800" cy="46980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08B327CB-B1D9-42FA-1E02-F2C8DA5F263B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6428448" y="4818024"/>
                <a:ext cx="1081440" cy="487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50" name="Group 249">
            <a:extLst>
              <a:ext uri="{FF2B5EF4-FFF2-40B4-BE49-F238E27FC236}">
                <a16:creationId xmlns:a16="http://schemas.microsoft.com/office/drawing/2014/main" id="{E1BF4D49-FB2A-0BEC-4E35-8C6299836DE1}"/>
              </a:ext>
            </a:extLst>
          </p:cNvPr>
          <p:cNvGrpSpPr/>
          <p:nvPr/>
        </p:nvGrpSpPr>
        <p:grpSpPr>
          <a:xfrm>
            <a:off x="7878528" y="4833864"/>
            <a:ext cx="1180440" cy="246240"/>
            <a:chOff x="7878528" y="4833864"/>
            <a:chExt cx="1180440" cy="24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7B53DCAD-1BFA-BE36-A4BD-0F7D5D4B3875}"/>
                    </a:ext>
                  </a:extLst>
                </p14:cNvPr>
                <p14:cNvContentPartPr/>
                <p14:nvPr/>
              </p14:nvContentPartPr>
              <p14:xfrm>
                <a:off x="7878528" y="4991184"/>
                <a:ext cx="54360" cy="889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7B53DCAD-1BFA-BE36-A4BD-0F7D5D4B387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869528" y="4982184"/>
                  <a:ext cx="7200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6F177906-ED20-7781-88A7-760467368FA4}"/>
                    </a:ext>
                  </a:extLst>
                </p14:cNvPr>
                <p14:cNvContentPartPr/>
                <p14:nvPr/>
              </p14:nvContentPartPr>
              <p14:xfrm>
                <a:off x="7945128" y="4910904"/>
                <a:ext cx="12960" cy="327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6F177906-ED20-7781-88A7-760467368FA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936488" y="4901904"/>
                  <a:ext cx="3060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6FE25610-F24F-9E39-247C-FDE2844289FF}"/>
                    </a:ext>
                  </a:extLst>
                </p14:cNvPr>
                <p14:cNvContentPartPr/>
                <p14:nvPr/>
              </p14:nvContentPartPr>
              <p14:xfrm>
                <a:off x="8066088" y="4891104"/>
                <a:ext cx="66960" cy="1832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6FE25610-F24F-9E39-247C-FDE2844289F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057088" y="4882464"/>
                  <a:ext cx="846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2E1BA463-A357-AE2A-3100-22B06694CC20}"/>
                    </a:ext>
                  </a:extLst>
                </p14:cNvPr>
                <p14:cNvContentPartPr/>
                <p14:nvPr/>
              </p14:nvContentPartPr>
              <p14:xfrm>
                <a:off x="8209368" y="4833864"/>
                <a:ext cx="403200" cy="2433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2E1BA463-A357-AE2A-3100-22B06694CC2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200728" y="4825224"/>
                  <a:ext cx="42084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DDDBFC77-9FE7-26A8-433B-3BC173AFA405}"/>
                    </a:ext>
                  </a:extLst>
                </p14:cNvPr>
                <p14:cNvContentPartPr/>
                <p14:nvPr/>
              </p14:nvContentPartPr>
              <p14:xfrm>
                <a:off x="8618328" y="4985064"/>
                <a:ext cx="5040" cy="237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DDDBFC77-9FE7-26A8-433B-3BC173AFA405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609688" y="4976424"/>
                  <a:ext cx="2268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7AA60FD1-69B9-CB83-FB97-82562A238C3C}"/>
                    </a:ext>
                  </a:extLst>
                </p14:cNvPr>
                <p14:cNvContentPartPr/>
                <p14:nvPr/>
              </p14:nvContentPartPr>
              <p14:xfrm>
                <a:off x="8672328" y="4844304"/>
                <a:ext cx="386640" cy="22788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7AA60FD1-69B9-CB83-FB97-82562A238C3C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8663688" y="4835304"/>
                  <a:ext cx="40428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89A62CD6-EA86-EF2A-4752-6D6C17281A47}"/>
                    </a:ext>
                  </a:extLst>
                </p14:cNvPr>
                <p14:cNvContentPartPr/>
                <p14:nvPr/>
              </p14:nvContentPartPr>
              <p14:xfrm>
                <a:off x="8706888" y="4898664"/>
                <a:ext cx="83880" cy="309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89A62CD6-EA86-EF2A-4752-6D6C17281A47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8697888" y="4890024"/>
                  <a:ext cx="101520" cy="4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1902783D-503D-6EAC-CC2D-7BD7EDEF2FB7}"/>
              </a:ext>
            </a:extLst>
          </p:cNvPr>
          <p:cNvGrpSpPr/>
          <p:nvPr/>
        </p:nvGrpSpPr>
        <p:grpSpPr>
          <a:xfrm>
            <a:off x="4376088" y="5363424"/>
            <a:ext cx="539640" cy="306360"/>
            <a:chOff x="4376088" y="5363424"/>
            <a:chExt cx="539640" cy="30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4C9AA933-F4DD-368F-C309-B0365F7CFE5E}"/>
                    </a:ext>
                  </a:extLst>
                </p14:cNvPr>
                <p14:cNvContentPartPr/>
                <p14:nvPr/>
              </p14:nvContentPartPr>
              <p14:xfrm>
                <a:off x="4376088" y="5372064"/>
                <a:ext cx="420120" cy="2977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4C9AA933-F4DD-368F-C309-B0365F7CFE5E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4367448" y="5363424"/>
                  <a:ext cx="43776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F4CC70B1-2EDD-1112-30E9-2B2160A2D16F}"/>
                    </a:ext>
                  </a:extLst>
                </p14:cNvPr>
                <p14:cNvContentPartPr/>
                <p14:nvPr/>
              </p14:nvContentPartPr>
              <p14:xfrm>
                <a:off x="4897368" y="5475024"/>
                <a:ext cx="18360" cy="5184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F4CC70B1-2EDD-1112-30E9-2B2160A2D16F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4888368" y="5466384"/>
                  <a:ext cx="3600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8664979F-53E9-3F1D-0882-D507CA51EB1A}"/>
                    </a:ext>
                  </a:extLst>
                </p14:cNvPr>
                <p14:cNvContentPartPr/>
                <p14:nvPr/>
              </p14:nvContentPartPr>
              <p14:xfrm>
                <a:off x="4912488" y="5363424"/>
                <a:ext cx="360" cy="43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8664979F-53E9-3F1D-0882-D507CA51EB1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903488" y="5354784"/>
                  <a:ext cx="1800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DCF50A1A-9EA1-846C-FD07-D5CD15ADA361}"/>
              </a:ext>
            </a:extLst>
          </p:cNvPr>
          <p:cNvGrpSpPr/>
          <p:nvPr/>
        </p:nvGrpSpPr>
        <p:grpSpPr>
          <a:xfrm>
            <a:off x="5310288" y="5297544"/>
            <a:ext cx="2606760" cy="424800"/>
            <a:chOff x="5310288" y="5297544"/>
            <a:chExt cx="2606760" cy="42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ED8C9665-65BE-3AFF-DEB2-807F5A4270AB}"/>
                    </a:ext>
                  </a:extLst>
                </p14:cNvPr>
                <p14:cNvContentPartPr/>
                <p14:nvPr/>
              </p14:nvContentPartPr>
              <p14:xfrm>
                <a:off x="5310288" y="5358744"/>
                <a:ext cx="158400" cy="2289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ED8C9665-65BE-3AFF-DEB2-807F5A4270AB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301648" y="5349744"/>
                  <a:ext cx="1760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DB56EF5D-6425-6E6E-00C0-36EA0B7DA3F4}"/>
                    </a:ext>
                  </a:extLst>
                </p14:cNvPr>
                <p14:cNvContentPartPr/>
                <p14:nvPr/>
              </p14:nvContentPartPr>
              <p14:xfrm>
                <a:off x="5552208" y="5497704"/>
                <a:ext cx="73800" cy="8748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DB56EF5D-6425-6E6E-00C0-36EA0B7DA3F4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543568" y="5489064"/>
                  <a:ext cx="914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01B7A15A-75EB-E1CD-4170-079BE9FB0088}"/>
                    </a:ext>
                  </a:extLst>
                </p14:cNvPr>
                <p14:cNvContentPartPr/>
                <p14:nvPr/>
              </p14:nvContentPartPr>
              <p14:xfrm>
                <a:off x="5699448" y="5499864"/>
                <a:ext cx="288720" cy="637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01B7A15A-75EB-E1CD-4170-079BE9FB0088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690448" y="5490864"/>
                  <a:ext cx="30636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DC9A24CA-F010-6026-0CEB-B05830E3D8C0}"/>
                    </a:ext>
                  </a:extLst>
                </p14:cNvPr>
                <p14:cNvContentPartPr/>
                <p14:nvPr/>
              </p14:nvContentPartPr>
              <p14:xfrm>
                <a:off x="5985288" y="5418864"/>
                <a:ext cx="2520" cy="201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DC9A24CA-F010-6026-0CEB-B05830E3D8C0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976648" y="5410224"/>
                  <a:ext cx="201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DEF7DBF6-CBE6-9705-1B1F-1B5DBA39BC63}"/>
                    </a:ext>
                  </a:extLst>
                </p14:cNvPr>
                <p14:cNvContentPartPr/>
                <p14:nvPr/>
              </p14:nvContentPartPr>
              <p14:xfrm>
                <a:off x="6039648" y="5327784"/>
                <a:ext cx="30240" cy="216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DEF7DBF6-CBE6-9705-1B1F-1B5DBA39BC6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031008" y="5319144"/>
                  <a:ext cx="478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ECC41917-3760-D5B5-2F1C-3C85CEAE5EDC}"/>
                    </a:ext>
                  </a:extLst>
                </p14:cNvPr>
                <p14:cNvContentPartPr/>
                <p14:nvPr/>
              </p14:nvContentPartPr>
              <p14:xfrm>
                <a:off x="6055128" y="5477544"/>
                <a:ext cx="113760" cy="277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ECC41917-3760-D5B5-2F1C-3C85CEAE5ED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046488" y="5468544"/>
                  <a:ext cx="1314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80B46090-B8C3-4C97-9267-EF4A333EE790}"/>
                    </a:ext>
                  </a:extLst>
                </p14:cNvPr>
                <p14:cNvContentPartPr/>
                <p14:nvPr/>
              </p14:nvContentPartPr>
              <p14:xfrm>
                <a:off x="6355728" y="5297544"/>
                <a:ext cx="49320" cy="4248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80B46090-B8C3-4C97-9267-EF4A333EE790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347088" y="5288544"/>
                  <a:ext cx="6696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2B0827D8-10AA-A6F9-89CF-89004A73BC1E}"/>
                    </a:ext>
                  </a:extLst>
                </p14:cNvPr>
                <p14:cNvContentPartPr/>
                <p14:nvPr/>
              </p14:nvContentPartPr>
              <p14:xfrm>
                <a:off x="6621408" y="5426784"/>
                <a:ext cx="9000" cy="19764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2B0827D8-10AA-A6F9-89CF-89004A73BC1E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612768" y="5418144"/>
                  <a:ext cx="266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0DB61CAA-07D9-2FA6-6881-0AE49D18A1C8}"/>
                    </a:ext>
                  </a:extLst>
                </p14:cNvPr>
                <p14:cNvContentPartPr/>
                <p14:nvPr/>
              </p14:nvContentPartPr>
              <p14:xfrm>
                <a:off x="6588648" y="5404464"/>
                <a:ext cx="549360" cy="2012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0DB61CAA-07D9-2FA6-6881-0AE49D18A1C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580008" y="5395464"/>
                  <a:ext cx="5670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82839FFC-E705-2FDF-B140-5615C2ED717F}"/>
                    </a:ext>
                  </a:extLst>
                </p14:cNvPr>
                <p14:cNvContentPartPr/>
                <p14:nvPr/>
              </p14:nvContentPartPr>
              <p14:xfrm>
                <a:off x="7205688" y="5514984"/>
                <a:ext cx="162720" cy="518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82839FFC-E705-2FDF-B140-5615C2ED717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197048" y="5505984"/>
                  <a:ext cx="1803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BFD61903-A610-BEEF-AB9B-D060D4B8CC03}"/>
                    </a:ext>
                  </a:extLst>
                </p14:cNvPr>
                <p14:cNvContentPartPr/>
                <p14:nvPr/>
              </p14:nvContentPartPr>
              <p14:xfrm>
                <a:off x="7594488" y="5457744"/>
                <a:ext cx="322560" cy="2199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BFD61903-A610-BEEF-AB9B-D060D4B8CC03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585848" y="5449104"/>
                  <a:ext cx="340200" cy="237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68" name="Ink 267">
                <a:extLst>
                  <a:ext uri="{FF2B5EF4-FFF2-40B4-BE49-F238E27FC236}">
                    <a16:creationId xmlns:a16="http://schemas.microsoft.com/office/drawing/2014/main" id="{D18CADB7-58AD-6744-3C5E-6599DBEE9F3E}"/>
                  </a:ext>
                </a:extLst>
              </p14:cNvPr>
              <p14:cNvContentPartPr/>
              <p14:nvPr/>
            </p14:nvContentPartPr>
            <p14:xfrm>
              <a:off x="5439888" y="5882184"/>
              <a:ext cx="606960" cy="133200"/>
            </p14:xfrm>
          </p:contentPart>
        </mc:Choice>
        <mc:Fallback xmlns="">
          <p:pic>
            <p:nvPicPr>
              <p:cNvPr id="268" name="Ink 267">
                <a:extLst>
                  <a:ext uri="{FF2B5EF4-FFF2-40B4-BE49-F238E27FC236}">
                    <a16:creationId xmlns:a16="http://schemas.microsoft.com/office/drawing/2014/main" id="{D18CADB7-58AD-6744-3C5E-6599DBEE9F3E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5431248" y="5873544"/>
                <a:ext cx="62460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69" name="Ink 268">
                <a:extLst>
                  <a:ext uri="{FF2B5EF4-FFF2-40B4-BE49-F238E27FC236}">
                    <a16:creationId xmlns:a16="http://schemas.microsoft.com/office/drawing/2014/main" id="{0671C3B8-C6F3-C82F-FEFA-DD1383A757CB}"/>
                  </a:ext>
                </a:extLst>
              </p14:cNvPr>
              <p14:cNvContentPartPr/>
              <p14:nvPr/>
            </p14:nvContentPartPr>
            <p14:xfrm>
              <a:off x="6349968" y="5901264"/>
              <a:ext cx="3960" cy="234360"/>
            </p14:xfrm>
          </p:contentPart>
        </mc:Choice>
        <mc:Fallback xmlns="">
          <p:pic>
            <p:nvPicPr>
              <p:cNvPr id="269" name="Ink 268">
                <a:extLst>
                  <a:ext uri="{FF2B5EF4-FFF2-40B4-BE49-F238E27FC236}">
                    <a16:creationId xmlns:a16="http://schemas.microsoft.com/office/drawing/2014/main" id="{0671C3B8-C6F3-C82F-FEFA-DD1383A757CB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6340968" y="5892264"/>
                <a:ext cx="21600" cy="252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8" name="Group 277">
            <a:extLst>
              <a:ext uri="{FF2B5EF4-FFF2-40B4-BE49-F238E27FC236}">
                <a16:creationId xmlns:a16="http://schemas.microsoft.com/office/drawing/2014/main" id="{C4C5B614-228E-F08B-9561-8B950BD1A965}"/>
              </a:ext>
            </a:extLst>
          </p:cNvPr>
          <p:cNvGrpSpPr/>
          <p:nvPr/>
        </p:nvGrpSpPr>
        <p:grpSpPr>
          <a:xfrm>
            <a:off x="6530688" y="5805504"/>
            <a:ext cx="1277640" cy="213120"/>
            <a:chOff x="6530688" y="5805504"/>
            <a:chExt cx="1277640" cy="21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45EBB4F4-BA04-06D3-4A54-B1B2CAAC2CD9}"/>
                    </a:ext>
                  </a:extLst>
                </p14:cNvPr>
                <p14:cNvContentPartPr/>
                <p14:nvPr/>
              </p14:nvContentPartPr>
              <p14:xfrm>
                <a:off x="6530688" y="5839344"/>
                <a:ext cx="524160" cy="1573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45EBB4F4-BA04-06D3-4A54-B1B2CAAC2CD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6521688" y="5830704"/>
                  <a:ext cx="54180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C4344C22-FE02-EDFB-D9FC-D8FC794A7B63}"/>
                    </a:ext>
                  </a:extLst>
                </p14:cNvPr>
                <p14:cNvContentPartPr/>
                <p14:nvPr/>
              </p14:nvContentPartPr>
              <p14:xfrm>
                <a:off x="6955848" y="5872464"/>
                <a:ext cx="68760" cy="158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C4344C22-FE02-EDFB-D9FC-D8FC794A7B63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6946848" y="5863824"/>
                  <a:ext cx="864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8CDBFF85-9BD3-47AA-A687-A9A6EB06A78F}"/>
                    </a:ext>
                  </a:extLst>
                </p14:cNvPr>
                <p14:cNvContentPartPr/>
                <p14:nvPr/>
              </p14:nvContentPartPr>
              <p14:xfrm>
                <a:off x="7136928" y="5922144"/>
                <a:ext cx="189720" cy="745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8CDBFF85-9BD3-47AA-A687-A9A6EB06A78F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128288" y="5913504"/>
                  <a:ext cx="2073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992BD85A-74E3-7597-2273-399A0078EE10}"/>
                    </a:ext>
                  </a:extLst>
                </p14:cNvPr>
                <p14:cNvContentPartPr/>
                <p14:nvPr/>
              </p14:nvContentPartPr>
              <p14:xfrm>
                <a:off x="7329528" y="5930424"/>
                <a:ext cx="58320" cy="622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992BD85A-74E3-7597-2273-399A0078EE10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320528" y="5921424"/>
                  <a:ext cx="759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151A7081-AD60-CEDB-9CB4-19855F12B23D}"/>
                    </a:ext>
                  </a:extLst>
                </p14:cNvPr>
                <p14:cNvContentPartPr/>
                <p14:nvPr/>
              </p14:nvContentPartPr>
              <p14:xfrm>
                <a:off x="7441128" y="5839344"/>
                <a:ext cx="73440" cy="1674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151A7081-AD60-CEDB-9CB4-19855F12B23D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7432488" y="5830704"/>
                  <a:ext cx="910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79AEAAC2-8EF2-41F3-4483-FFA0FAB672C8}"/>
                    </a:ext>
                  </a:extLst>
                </p14:cNvPr>
                <p14:cNvContentPartPr/>
                <p14:nvPr/>
              </p14:nvContentPartPr>
              <p14:xfrm>
                <a:off x="7543728" y="5966424"/>
                <a:ext cx="15480" cy="457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79AEAAC2-8EF2-41F3-4483-FFA0FAB672C8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534728" y="5957424"/>
                  <a:ext cx="3312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398A5DF1-2579-6BB5-5E0D-5D4AD536DC6C}"/>
                    </a:ext>
                  </a:extLst>
                </p14:cNvPr>
                <p14:cNvContentPartPr/>
                <p14:nvPr/>
              </p14:nvContentPartPr>
              <p14:xfrm>
                <a:off x="7576488" y="5874264"/>
                <a:ext cx="5760" cy="3564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398A5DF1-2579-6BB5-5E0D-5D4AD536DC6C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567848" y="5865624"/>
                  <a:ext cx="234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035B87C1-61BC-B278-15BF-E4D43AEFB5A4}"/>
                    </a:ext>
                  </a:extLst>
                </p14:cNvPr>
                <p14:cNvContentPartPr/>
                <p14:nvPr/>
              </p14:nvContentPartPr>
              <p14:xfrm>
                <a:off x="7633368" y="5805504"/>
                <a:ext cx="174960" cy="2131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035B87C1-61BC-B278-15BF-E4D43AEFB5A4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624728" y="5796504"/>
                  <a:ext cx="192600" cy="23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131F02D2-EF50-322E-4603-54B357DB1F9B}"/>
              </a:ext>
            </a:extLst>
          </p:cNvPr>
          <p:cNvGrpSpPr/>
          <p:nvPr/>
        </p:nvGrpSpPr>
        <p:grpSpPr>
          <a:xfrm>
            <a:off x="5479488" y="6240744"/>
            <a:ext cx="602280" cy="164880"/>
            <a:chOff x="5479488" y="6240744"/>
            <a:chExt cx="602280" cy="16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25C1EAEA-0100-C1AE-7B81-7B816F7ACBA0}"/>
                    </a:ext>
                  </a:extLst>
                </p14:cNvPr>
                <p14:cNvContentPartPr/>
                <p14:nvPr/>
              </p14:nvContentPartPr>
              <p14:xfrm>
                <a:off x="5479488" y="6240744"/>
                <a:ext cx="244800" cy="16488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25C1EAEA-0100-C1AE-7B81-7B816F7ACBA0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470488" y="6232104"/>
                  <a:ext cx="2624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F2FA9792-5D8D-923E-E584-DD663DD2A045}"/>
                    </a:ext>
                  </a:extLst>
                </p14:cNvPr>
                <p14:cNvContentPartPr/>
                <p14:nvPr/>
              </p14:nvContentPartPr>
              <p14:xfrm>
                <a:off x="5782248" y="6333984"/>
                <a:ext cx="80280" cy="435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F2FA9792-5D8D-923E-E584-DD663DD2A04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5773608" y="6324984"/>
                  <a:ext cx="9792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4B97EC05-D405-C97A-BB20-7136A64C3511}"/>
                    </a:ext>
                  </a:extLst>
                </p14:cNvPr>
                <p14:cNvContentPartPr/>
                <p14:nvPr/>
              </p14:nvContentPartPr>
              <p14:xfrm>
                <a:off x="5930928" y="6261264"/>
                <a:ext cx="150840" cy="1231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4B97EC05-D405-C97A-BB20-7136A64C3511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5921928" y="6252264"/>
                  <a:ext cx="168480" cy="14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1B8F38C7-95DE-C4E5-05DF-1B7B860C61DF}"/>
              </a:ext>
            </a:extLst>
          </p:cNvPr>
          <p:cNvGrpSpPr/>
          <p:nvPr/>
        </p:nvGrpSpPr>
        <p:grpSpPr>
          <a:xfrm>
            <a:off x="6366528" y="6277104"/>
            <a:ext cx="837720" cy="282600"/>
            <a:chOff x="6366528" y="6277104"/>
            <a:chExt cx="837720" cy="28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4C905D54-B1B9-DED8-3C00-CC972575A623}"/>
                    </a:ext>
                  </a:extLst>
                </p14:cNvPr>
                <p14:cNvContentPartPr/>
                <p14:nvPr/>
              </p14:nvContentPartPr>
              <p14:xfrm>
                <a:off x="6366528" y="6303744"/>
                <a:ext cx="24840" cy="2430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4C905D54-B1B9-DED8-3C00-CC972575A623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357888" y="6294744"/>
                  <a:ext cx="424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55785934-8BF0-3BA2-8B12-E65E0E3D9ABD}"/>
                    </a:ext>
                  </a:extLst>
                </p14:cNvPr>
                <p14:cNvContentPartPr/>
                <p14:nvPr/>
              </p14:nvContentPartPr>
              <p14:xfrm>
                <a:off x="6598368" y="6282144"/>
                <a:ext cx="78120" cy="14940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55785934-8BF0-3BA2-8B12-E65E0E3D9ABD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589728" y="6273504"/>
                  <a:ext cx="957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BB590580-D242-5B5F-AA7C-EA03F1FC8B8B}"/>
                    </a:ext>
                  </a:extLst>
                </p14:cNvPr>
                <p14:cNvContentPartPr/>
                <p14:nvPr/>
              </p14:nvContentPartPr>
              <p14:xfrm>
                <a:off x="6765768" y="6369984"/>
                <a:ext cx="27360" cy="500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BB590580-D242-5B5F-AA7C-EA03F1FC8B8B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757128" y="6360984"/>
                  <a:ext cx="450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CABEF056-AFA0-601B-DC78-BA1E0B437D48}"/>
                    </a:ext>
                  </a:extLst>
                </p14:cNvPr>
                <p14:cNvContentPartPr/>
                <p14:nvPr/>
              </p14:nvContentPartPr>
              <p14:xfrm>
                <a:off x="6823728" y="6277104"/>
                <a:ext cx="74520" cy="28260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CABEF056-AFA0-601B-DC78-BA1E0B437D48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6815088" y="6268464"/>
                  <a:ext cx="9216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660EF365-501F-1DB4-DA91-5E1283848177}"/>
                    </a:ext>
                  </a:extLst>
                </p14:cNvPr>
                <p14:cNvContentPartPr/>
                <p14:nvPr/>
              </p14:nvContentPartPr>
              <p14:xfrm>
                <a:off x="6819408" y="6390864"/>
                <a:ext cx="248760" cy="8568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660EF365-501F-1DB4-DA91-5E1283848177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6810408" y="6382224"/>
                  <a:ext cx="26640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97913C1F-FF4E-14DF-61F7-2C50A40A5490}"/>
                    </a:ext>
                  </a:extLst>
                </p14:cNvPr>
                <p14:cNvContentPartPr/>
                <p14:nvPr/>
              </p14:nvContentPartPr>
              <p14:xfrm>
                <a:off x="7203888" y="6453864"/>
                <a:ext cx="360" cy="3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97913C1F-FF4E-14DF-61F7-2C50A40A549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194888" y="64448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9">
            <p14:nvContentPartPr>
              <p14:cNvPr id="290" name="Ink 289">
                <a:extLst>
                  <a:ext uri="{FF2B5EF4-FFF2-40B4-BE49-F238E27FC236}">
                    <a16:creationId xmlns:a16="http://schemas.microsoft.com/office/drawing/2014/main" id="{688A01BE-7D2E-0EE0-9750-20884BC1A1DB}"/>
                  </a:ext>
                </a:extLst>
              </p14:cNvPr>
              <p14:cNvContentPartPr/>
              <p14:nvPr/>
            </p14:nvContentPartPr>
            <p14:xfrm>
              <a:off x="5848128" y="5904504"/>
              <a:ext cx="252360" cy="100080"/>
            </p14:xfrm>
          </p:contentPart>
        </mc:Choice>
        <mc:Fallback xmlns="">
          <p:pic>
            <p:nvPicPr>
              <p:cNvPr id="290" name="Ink 289">
                <a:extLst>
                  <a:ext uri="{FF2B5EF4-FFF2-40B4-BE49-F238E27FC236}">
                    <a16:creationId xmlns:a16="http://schemas.microsoft.com/office/drawing/2014/main" id="{688A01BE-7D2E-0EE0-9750-20884BC1A1DB}"/>
                  </a:ext>
                </a:extLst>
              </p:cNvPr>
              <p:cNvPicPr/>
              <p:nvPr/>
            </p:nvPicPr>
            <p:blipFill>
              <a:blip r:embed="rId450"/>
              <a:stretch>
                <a:fillRect/>
              </a:stretch>
            </p:blipFill>
            <p:spPr>
              <a:xfrm>
                <a:off x="5839488" y="5895504"/>
                <a:ext cx="270000" cy="117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4578936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US" b="1" dirty="0"/>
              <a:t>Propositional:</a:t>
            </a:r>
            <a:endParaRPr lang="en-IN" b="1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733FF75-0781-362A-7986-27A7E514AD22}"/>
              </a:ext>
            </a:extLst>
          </p:cNvPr>
          <p:cNvGrpSpPr/>
          <p:nvPr/>
        </p:nvGrpSpPr>
        <p:grpSpPr>
          <a:xfrm>
            <a:off x="1911528" y="622224"/>
            <a:ext cx="784080" cy="300240"/>
            <a:chOff x="1911528" y="622224"/>
            <a:chExt cx="784080" cy="30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2F8CFD2A-2051-1E17-7298-C3B75D474E8A}"/>
                    </a:ext>
                  </a:extLst>
                </p14:cNvPr>
                <p14:cNvContentPartPr/>
                <p14:nvPr/>
              </p14:nvContentPartPr>
              <p14:xfrm>
                <a:off x="2063448" y="692064"/>
                <a:ext cx="81720" cy="2304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2F8CFD2A-2051-1E17-7298-C3B75D474E8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054448" y="683064"/>
                  <a:ext cx="993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19A529F4-BA50-1657-D793-0C07793A29DE}"/>
                    </a:ext>
                  </a:extLst>
                </p14:cNvPr>
                <p14:cNvContentPartPr/>
                <p14:nvPr/>
              </p14:nvContentPartPr>
              <p14:xfrm>
                <a:off x="1911528" y="622224"/>
                <a:ext cx="384840" cy="824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19A529F4-BA50-1657-D793-0C07793A29D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02528" y="613584"/>
                  <a:ext cx="40248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70234C7E-4845-1CB2-CF6F-44B495F973B1}"/>
                    </a:ext>
                  </a:extLst>
                </p14:cNvPr>
                <p14:cNvContentPartPr/>
                <p14:nvPr/>
              </p14:nvContentPartPr>
              <p14:xfrm>
                <a:off x="2287728" y="770184"/>
                <a:ext cx="407880" cy="1382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70234C7E-4845-1CB2-CF6F-44B495F973B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278728" y="761544"/>
                  <a:ext cx="42552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989C2AD-EAD7-06AC-4AF4-4D0082D3EBFD}"/>
              </a:ext>
            </a:extLst>
          </p:cNvPr>
          <p:cNvGrpSpPr/>
          <p:nvPr/>
        </p:nvGrpSpPr>
        <p:grpSpPr>
          <a:xfrm>
            <a:off x="2689848" y="170784"/>
            <a:ext cx="511200" cy="321120"/>
            <a:chOff x="2689848" y="170784"/>
            <a:chExt cx="511200" cy="32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351C9E35-F778-66F4-68D6-8B165E8B2563}"/>
                    </a:ext>
                  </a:extLst>
                </p14:cNvPr>
                <p14:cNvContentPartPr/>
                <p14:nvPr/>
              </p14:nvContentPartPr>
              <p14:xfrm>
                <a:off x="2689848" y="170784"/>
                <a:ext cx="342360" cy="3211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351C9E35-F778-66F4-68D6-8B165E8B256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680848" y="162144"/>
                  <a:ext cx="360000" cy="33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3BA38E4A-4B97-4CC4-0853-4C4BE8D0E36E}"/>
                    </a:ext>
                  </a:extLst>
                </p14:cNvPr>
                <p14:cNvContentPartPr/>
                <p14:nvPr/>
              </p14:nvContentPartPr>
              <p14:xfrm>
                <a:off x="3185568" y="320184"/>
                <a:ext cx="15480" cy="97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3BA38E4A-4B97-4CC4-0853-4C4BE8D0E36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176568" y="311184"/>
                  <a:ext cx="3312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220F9F6D-704C-BFEC-905F-C193184031A1}"/>
              </a:ext>
            </a:extLst>
          </p:cNvPr>
          <p:cNvGrpSpPr/>
          <p:nvPr/>
        </p:nvGrpSpPr>
        <p:grpSpPr>
          <a:xfrm>
            <a:off x="3538008" y="41184"/>
            <a:ext cx="1985040" cy="382320"/>
            <a:chOff x="3538008" y="41184"/>
            <a:chExt cx="1985040" cy="38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F1F7294F-3A2E-954C-3EEF-A51631D57A89}"/>
                    </a:ext>
                  </a:extLst>
                </p14:cNvPr>
                <p14:cNvContentPartPr/>
                <p14:nvPr/>
              </p14:nvContentPartPr>
              <p14:xfrm>
                <a:off x="3555648" y="158904"/>
                <a:ext cx="10800" cy="2113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F1F7294F-3A2E-954C-3EEF-A51631D57A8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547008" y="149904"/>
                  <a:ext cx="2844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8A5D6175-5065-3ADD-A8AC-3997441FC5C2}"/>
                    </a:ext>
                  </a:extLst>
                </p14:cNvPr>
                <p14:cNvContentPartPr/>
                <p14:nvPr/>
              </p14:nvContentPartPr>
              <p14:xfrm>
                <a:off x="3664728" y="147384"/>
                <a:ext cx="16200" cy="1987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8A5D6175-5065-3ADD-A8AC-3997441FC5C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656088" y="138744"/>
                  <a:ext cx="338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1557049B-B919-9776-866F-66D1E38C1969}"/>
                    </a:ext>
                  </a:extLst>
                </p14:cNvPr>
                <p14:cNvContentPartPr/>
                <p14:nvPr/>
              </p14:nvContentPartPr>
              <p14:xfrm>
                <a:off x="3538008" y="279504"/>
                <a:ext cx="155880" cy="406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1557049B-B919-9776-866F-66D1E38C196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529368" y="270504"/>
                  <a:ext cx="1735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75194571-219F-EF71-3E09-F97DD4B7567E}"/>
                    </a:ext>
                  </a:extLst>
                </p14:cNvPr>
                <p14:cNvContentPartPr/>
                <p14:nvPr/>
              </p14:nvContentPartPr>
              <p14:xfrm>
                <a:off x="3769488" y="288144"/>
                <a:ext cx="92520" cy="781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75194571-219F-EF71-3E09-F97DD4B7567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760488" y="279144"/>
                  <a:ext cx="11016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A3FE434D-81E7-1AD0-C1EB-643A3AE115F4}"/>
                    </a:ext>
                  </a:extLst>
                </p14:cNvPr>
                <p14:cNvContentPartPr/>
                <p14:nvPr/>
              </p14:nvContentPartPr>
              <p14:xfrm>
                <a:off x="3919968" y="213624"/>
                <a:ext cx="75600" cy="788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A3FE434D-81E7-1AD0-C1EB-643A3AE115F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911328" y="204624"/>
                  <a:ext cx="932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93BAC4D8-9EA0-3564-7FA9-ABD92D24C551}"/>
                    </a:ext>
                  </a:extLst>
                </p14:cNvPr>
                <p14:cNvContentPartPr/>
                <p14:nvPr/>
              </p14:nvContentPartPr>
              <p14:xfrm>
                <a:off x="4206888" y="91584"/>
                <a:ext cx="111960" cy="3319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93BAC4D8-9EA0-3564-7FA9-ABD92D24C55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198248" y="82584"/>
                  <a:ext cx="12960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CCB2D1A-C43A-98CF-F5DE-1D1A762C88FE}"/>
                    </a:ext>
                  </a:extLst>
                </p14:cNvPr>
                <p14:cNvContentPartPr/>
                <p14:nvPr/>
              </p14:nvContentPartPr>
              <p14:xfrm>
                <a:off x="4376088" y="169344"/>
                <a:ext cx="189720" cy="1623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CCB2D1A-C43A-98CF-F5DE-1D1A762C88F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367448" y="160344"/>
                  <a:ext cx="2073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6C3F8CF0-13DD-BC1A-8FE4-2D8823D7C394}"/>
                    </a:ext>
                  </a:extLst>
                </p14:cNvPr>
                <p14:cNvContentPartPr/>
                <p14:nvPr/>
              </p14:nvContentPartPr>
              <p14:xfrm>
                <a:off x="4610088" y="41184"/>
                <a:ext cx="518040" cy="2066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6C3F8CF0-13DD-BC1A-8FE4-2D8823D7C39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601088" y="32184"/>
                  <a:ext cx="53568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FA0C5F7C-8789-D53D-8A10-D03DF11A719B}"/>
                    </a:ext>
                  </a:extLst>
                </p14:cNvPr>
                <p14:cNvContentPartPr/>
                <p14:nvPr/>
              </p14:nvContentPartPr>
              <p14:xfrm>
                <a:off x="5039568" y="77184"/>
                <a:ext cx="483480" cy="828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FA0C5F7C-8789-D53D-8A10-D03DF11A719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030928" y="68544"/>
                  <a:ext cx="501120" cy="100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37CC3F6-38D8-BD99-AED7-E90671754ED2}"/>
                  </a:ext>
                </a:extLst>
              </p14:cNvPr>
              <p14:cNvContentPartPr/>
              <p14:nvPr/>
            </p14:nvContentPartPr>
            <p14:xfrm>
              <a:off x="5697288" y="274824"/>
              <a:ext cx="45000" cy="867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37CC3F6-38D8-BD99-AED7-E90671754ED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688288" y="266184"/>
                <a:ext cx="62640" cy="104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5" name="Group 34">
            <a:extLst>
              <a:ext uri="{FF2B5EF4-FFF2-40B4-BE49-F238E27FC236}">
                <a16:creationId xmlns:a16="http://schemas.microsoft.com/office/drawing/2014/main" id="{888808AA-A734-8446-DE5A-11769F85B013}"/>
              </a:ext>
            </a:extLst>
          </p:cNvPr>
          <p:cNvGrpSpPr/>
          <p:nvPr/>
        </p:nvGrpSpPr>
        <p:grpSpPr>
          <a:xfrm>
            <a:off x="6069168" y="87984"/>
            <a:ext cx="2205360" cy="355320"/>
            <a:chOff x="6069168" y="87984"/>
            <a:chExt cx="2205360" cy="35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191BE45A-5D69-76CC-D955-2EB69D16173E}"/>
                    </a:ext>
                  </a:extLst>
                </p14:cNvPr>
                <p14:cNvContentPartPr/>
                <p14:nvPr/>
              </p14:nvContentPartPr>
              <p14:xfrm>
                <a:off x="6069168" y="148824"/>
                <a:ext cx="516960" cy="1537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191BE45A-5D69-76CC-D955-2EB69D16173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060168" y="139824"/>
                  <a:ext cx="5346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445782D1-ECD4-30E6-E197-E4DEEE1DD21C}"/>
                    </a:ext>
                  </a:extLst>
                </p14:cNvPr>
                <p14:cNvContentPartPr/>
                <p14:nvPr/>
              </p14:nvContentPartPr>
              <p14:xfrm>
                <a:off x="6664968" y="118584"/>
                <a:ext cx="160560" cy="3247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445782D1-ECD4-30E6-E197-E4DEEE1DD21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655968" y="109584"/>
                  <a:ext cx="17820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24EB463-111D-DB66-1EB6-BAD657E87F59}"/>
                    </a:ext>
                  </a:extLst>
                </p14:cNvPr>
                <p14:cNvContentPartPr/>
                <p14:nvPr/>
              </p14:nvContentPartPr>
              <p14:xfrm>
                <a:off x="6987168" y="116424"/>
                <a:ext cx="507240" cy="1710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24EB463-111D-DB66-1EB6-BAD657E87F5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978528" y="107784"/>
                  <a:ext cx="5248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2302D9BC-BC97-9DF3-5F90-CA4874D37487}"/>
                    </a:ext>
                  </a:extLst>
                </p14:cNvPr>
                <p14:cNvContentPartPr/>
                <p14:nvPr/>
              </p14:nvContentPartPr>
              <p14:xfrm>
                <a:off x="7423848" y="119664"/>
                <a:ext cx="90720" cy="162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2302D9BC-BC97-9DF3-5F90-CA4874D3748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415208" y="110664"/>
                  <a:ext cx="1083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64D17099-27F8-8E7A-CA79-DE555390B63A}"/>
                    </a:ext>
                  </a:extLst>
                </p14:cNvPr>
                <p14:cNvContentPartPr/>
                <p14:nvPr/>
              </p14:nvContentPartPr>
              <p14:xfrm>
                <a:off x="7555968" y="180504"/>
                <a:ext cx="140040" cy="529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64D17099-27F8-8E7A-CA79-DE555390B63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546968" y="171504"/>
                  <a:ext cx="15768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061B3D07-65E5-12FF-2D37-E5C7EBF83174}"/>
                    </a:ext>
                  </a:extLst>
                </p14:cNvPr>
                <p14:cNvContentPartPr/>
                <p14:nvPr/>
              </p14:nvContentPartPr>
              <p14:xfrm>
                <a:off x="7707528" y="211824"/>
                <a:ext cx="45000" cy="486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061B3D07-65E5-12FF-2D37-E5C7EBF83174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698528" y="202824"/>
                  <a:ext cx="6264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23BC75F7-C92F-C71E-D8AA-060DD1C5C655}"/>
                    </a:ext>
                  </a:extLst>
                </p14:cNvPr>
                <p14:cNvContentPartPr/>
                <p14:nvPr/>
              </p14:nvContentPartPr>
              <p14:xfrm>
                <a:off x="7816608" y="120744"/>
                <a:ext cx="59040" cy="1468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23BC75F7-C92F-C71E-D8AA-060DD1C5C65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807608" y="111744"/>
                  <a:ext cx="766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58B12F46-7D68-4F6D-6CD9-8F2A95C36999}"/>
                    </a:ext>
                  </a:extLst>
                </p14:cNvPr>
                <p14:cNvContentPartPr/>
                <p14:nvPr/>
              </p14:nvContentPartPr>
              <p14:xfrm>
                <a:off x="7930368" y="200304"/>
                <a:ext cx="6840" cy="223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58B12F46-7D68-4F6D-6CD9-8F2A95C3699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921368" y="191304"/>
                  <a:ext cx="2448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F0E51DC-52B4-D92A-6F7B-075D34CB4B77}"/>
                    </a:ext>
                  </a:extLst>
                </p14:cNvPr>
                <p14:cNvContentPartPr/>
                <p14:nvPr/>
              </p14:nvContentPartPr>
              <p14:xfrm>
                <a:off x="7999128" y="87984"/>
                <a:ext cx="105120" cy="1378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F0E51DC-52B4-D92A-6F7B-075D34CB4B7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990128" y="78984"/>
                  <a:ext cx="1227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BF03D0A0-2A6F-31C5-4B46-C435355440C5}"/>
                    </a:ext>
                  </a:extLst>
                </p14:cNvPr>
                <p14:cNvContentPartPr/>
                <p14:nvPr/>
              </p14:nvContentPartPr>
              <p14:xfrm>
                <a:off x="8261568" y="227664"/>
                <a:ext cx="12960" cy="154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BF03D0A0-2A6F-31C5-4B46-C435355440C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52568" y="219024"/>
                  <a:ext cx="3060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58F2949B-9B7C-916A-3698-BD1F1638F0FB}"/>
                    </a:ext>
                  </a:extLst>
                </p14:cNvPr>
                <p14:cNvContentPartPr/>
                <p14:nvPr/>
              </p14:nvContentPartPr>
              <p14:xfrm>
                <a:off x="6433488" y="232704"/>
                <a:ext cx="236160" cy="889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58F2949B-9B7C-916A-3698-BD1F1638F0F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424488" y="223704"/>
                  <a:ext cx="253800" cy="10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7F541A5B-71B5-8A17-28CA-E0A86E88CC00}"/>
              </a:ext>
            </a:extLst>
          </p:cNvPr>
          <p:cNvGrpSpPr/>
          <p:nvPr/>
        </p:nvGrpSpPr>
        <p:grpSpPr>
          <a:xfrm>
            <a:off x="3225888" y="639504"/>
            <a:ext cx="866880" cy="280080"/>
            <a:chOff x="3225888" y="639504"/>
            <a:chExt cx="866880" cy="28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FA5AFFE7-2A3A-DE84-497A-67A2CDC4C5B2}"/>
                    </a:ext>
                  </a:extLst>
                </p14:cNvPr>
                <p14:cNvContentPartPr/>
                <p14:nvPr/>
              </p14:nvContentPartPr>
              <p14:xfrm>
                <a:off x="3225888" y="796464"/>
                <a:ext cx="285480" cy="1231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FA5AFFE7-2A3A-DE84-497A-67A2CDC4C5B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217248" y="787464"/>
                  <a:ext cx="3031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AA9ECDE1-1190-EFFA-F11B-4FB293BD3985}"/>
                    </a:ext>
                  </a:extLst>
                </p14:cNvPr>
                <p14:cNvContentPartPr/>
                <p14:nvPr/>
              </p14:nvContentPartPr>
              <p14:xfrm>
                <a:off x="3601368" y="814824"/>
                <a:ext cx="55440" cy="576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AA9ECDE1-1190-EFFA-F11B-4FB293BD398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592728" y="805824"/>
                  <a:ext cx="7308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871CBEB-02B9-58E4-1EBD-EC42C33989E5}"/>
                    </a:ext>
                  </a:extLst>
                </p14:cNvPr>
                <p14:cNvContentPartPr/>
                <p14:nvPr/>
              </p14:nvContentPartPr>
              <p14:xfrm>
                <a:off x="3738888" y="809424"/>
                <a:ext cx="74520" cy="680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871CBEB-02B9-58E4-1EBD-EC42C33989E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729888" y="800424"/>
                  <a:ext cx="921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7B1DA727-52B5-6460-12BB-E63D1CB198AF}"/>
                    </a:ext>
                  </a:extLst>
                </p14:cNvPr>
                <p14:cNvContentPartPr/>
                <p14:nvPr/>
              </p14:nvContentPartPr>
              <p14:xfrm>
                <a:off x="3890088" y="639504"/>
                <a:ext cx="202680" cy="2491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7B1DA727-52B5-6460-12BB-E63D1CB198A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81448" y="630864"/>
                  <a:ext cx="220320" cy="266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898167C-08A8-1129-15A9-1FC11B508E55}"/>
                  </a:ext>
                </a:extLst>
              </p14:cNvPr>
              <p14:cNvContentPartPr/>
              <p14:nvPr/>
            </p14:nvContentPartPr>
            <p14:xfrm>
              <a:off x="4659048" y="751104"/>
              <a:ext cx="347400" cy="80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898167C-08A8-1129-15A9-1FC11B508E55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650048" y="742464"/>
                <a:ext cx="365040" cy="98280"/>
              </a:xfrm>
              <a:prstGeom prst="rect">
                <a:avLst/>
              </a:prstGeom>
            </p:spPr>
          </p:pic>
        </mc:Fallback>
      </mc:AlternateContent>
      <p:grpSp>
        <p:nvGrpSpPr>
          <p:cNvPr id="48" name="Group 47">
            <a:extLst>
              <a:ext uri="{FF2B5EF4-FFF2-40B4-BE49-F238E27FC236}">
                <a16:creationId xmlns:a16="http://schemas.microsoft.com/office/drawing/2014/main" id="{34C777EC-BCEE-12BB-DFE0-6AC006A2E93E}"/>
              </a:ext>
            </a:extLst>
          </p:cNvPr>
          <p:cNvGrpSpPr/>
          <p:nvPr/>
        </p:nvGrpSpPr>
        <p:grpSpPr>
          <a:xfrm>
            <a:off x="5509008" y="546624"/>
            <a:ext cx="1335960" cy="560160"/>
            <a:chOff x="5509008" y="546624"/>
            <a:chExt cx="1335960" cy="56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653AB3F3-BE8E-2B77-80CB-A4494B630D71}"/>
                    </a:ext>
                  </a:extLst>
                </p14:cNvPr>
                <p14:cNvContentPartPr/>
                <p14:nvPr/>
              </p14:nvContentPartPr>
              <p14:xfrm>
                <a:off x="5509008" y="546624"/>
                <a:ext cx="593640" cy="5601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653AB3F3-BE8E-2B77-80CB-A4494B630D71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500368" y="537624"/>
                  <a:ext cx="611280" cy="57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B499CF55-2F4E-C2E0-6BC2-127DEBA6A303}"/>
                    </a:ext>
                  </a:extLst>
                </p14:cNvPr>
                <p14:cNvContentPartPr/>
                <p14:nvPr/>
              </p14:nvContentPartPr>
              <p14:xfrm>
                <a:off x="6106608" y="746064"/>
                <a:ext cx="16200" cy="219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B499CF55-2F4E-C2E0-6BC2-127DEBA6A303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097608" y="737064"/>
                  <a:ext cx="338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6BCA2F4E-7E87-39B8-E6A3-FBE1D93F4E49}"/>
                    </a:ext>
                  </a:extLst>
                </p14:cNvPr>
                <p14:cNvContentPartPr/>
                <p14:nvPr/>
              </p14:nvContentPartPr>
              <p14:xfrm>
                <a:off x="6156288" y="807984"/>
                <a:ext cx="222120" cy="651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6BCA2F4E-7E87-39B8-E6A3-FBE1D93F4E4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147288" y="799344"/>
                  <a:ext cx="23976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81D23BB5-1644-3365-D4D4-B1F981BFC226}"/>
                    </a:ext>
                  </a:extLst>
                </p14:cNvPr>
                <p14:cNvContentPartPr/>
                <p14:nvPr/>
              </p14:nvContentPartPr>
              <p14:xfrm>
                <a:off x="6349248" y="742104"/>
                <a:ext cx="7920" cy="295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81D23BB5-1644-3365-D4D4-B1F981BFC22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340608" y="733464"/>
                  <a:ext cx="2556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4CECDADD-3D0E-27CF-BAF9-AEEDB01E5C12}"/>
                    </a:ext>
                  </a:extLst>
                </p14:cNvPr>
                <p14:cNvContentPartPr/>
                <p14:nvPr/>
              </p14:nvContentPartPr>
              <p14:xfrm>
                <a:off x="6456168" y="584424"/>
                <a:ext cx="92160" cy="2754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4CECDADD-3D0E-27CF-BAF9-AEEDB01E5C12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447168" y="575784"/>
                  <a:ext cx="10980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3FDD0238-4239-DF60-5C0D-27F822616A91}"/>
                    </a:ext>
                  </a:extLst>
                </p14:cNvPr>
                <p14:cNvContentPartPr/>
                <p14:nvPr/>
              </p14:nvContentPartPr>
              <p14:xfrm>
                <a:off x="6614928" y="771984"/>
                <a:ext cx="230040" cy="648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3FDD0238-4239-DF60-5C0D-27F822616A9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606288" y="763344"/>
                  <a:ext cx="247680" cy="8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5F6E503-4925-E555-462B-64F49C07720A}"/>
              </a:ext>
            </a:extLst>
          </p:cNvPr>
          <p:cNvGrpSpPr/>
          <p:nvPr/>
        </p:nvGrpSpPr>
        <p:grpSpPr>
          <a:xfrm>
            <a:off x="7303968" y="605304"/>
            <a:ext cx="255600" cy="510480"/>
            <a:chOff x="7303968" y="605304"/>
            <a:chExt cx="255600" cy="51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D3F03851-655E-732D-1A39-9624BB6425EB}"/>
                    </a:ext>
                  </a:extLst>
                </p14:cNvPr>
                <p14:cNvContentPartPr/>
                <p14:nvPr/>
              </p14:nvContentPartPr>
              <p14:xfrm>
                <a:off x="7303968" y="702864"/>
                <a:ext cx="255600" cy="4129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D3F03851-655E-732D-1A39-9624BB6425E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295328" y="694224"/>
                  <a:ext cx="27324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9762675C-9498-10BB-45FF-A78844913033}"/>
                    </a:ext>
                  </a:extLst>
                </p14:cNvPr>
                <p14:cNvContentPartPr/>
                <p14:nvPr/>
              </p14:nvContentPartPr>
              <p14:xfrm>
                <a:off x="7363368" y="605304"/>
                <a:ext cx="9000" cy="255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9762675C-9498-10BB-45FF-A7884491303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354728" y="596664"/>
                  <a:ext cx="2664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88FB4155-938E-9DCD-FFB7-7AF834E6DABF}"/>
              </a:ext>
            </a:extLst>
          </p:cNvPr>
          <p:cNvGrpSpPr/>
          <p:nvPr/>
        </p:nvGrpSpPr>
        <p:grpSpPr>
          <a:xfrm>
            <a:off x="8001288" y="656424"/>
            <a:ext cx="754200" cy="453240"/>
            <a:chOff x="8001288" y="656424"/>
            <a:chExt cx="754200" cy="45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838BAAC4-A6A3-2B62-C52C-656222110F8C}"/>
                    </a:ext>
                  </a:extLst>
                </p14:cNvPr>
                <p14:cNvContentPartPr/>
                <p14:nvPr/>
              </p14:nvContentPartPr>
              <p14:xfrm>
                <a:off x="8001288" y="656424"/>
                <a:ext cx="754200" cy="4532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838BAAC4-A6A3-2B62-C52C-656222110F8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992648" y="647424"/>
                  <a:ext cx="77184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08A84F3-7531-AB4B-D2A2-7B78C977F449}"/>
                    </a:ext>
                  </a:extLst>
                </p14:cNvPr>
                <p14:cNvContentPartPr/>
                <p14:nvPr/>
              </p14:nvContentPartPr>
              <p14:xfrm>
                <a:off x="8189568" y="715104"/>
                <a:ext cx="249840" cy="424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08A84F3-7531-AB4B-D2A2-7B78C977F44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180928" y="706104"/>
                  <a:ext cx="267480" cy="6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CC0335C-5812-D2CC-E281-C917EA0D661F}"/>
              </a:ext>
            </a:extLst>
          </p:cNvPr>
          <p:cNvGrpSpPr/>
          <p:nvPr/>
        </p:nvGrpSpPr>
        <p:grpSpPr>
          <a:xfrm>
            <a:off x="9197208" y="613584"/>
            <a:ext cx="2391120" cy="410040"/>
            <a:chOff x="9197208" y="613584"/>
            <a:chExt cx="2391120" cy="41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40420B9-529D-6493-EFF4-FF1F002966AB}"/>
                    </a:ext>
                  </a:extLst>
                </p14:cNvPr>
                <p14:cNvContentPartPr/>
                <p14:nvPr/>
              </p14:nvContentPartPr>
              <p14:xfrm>
                <a:off x="9197208" y="712224"/>
                <a:ext cx="381600" cy="997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40420B9-529D-6493-EFF4-FF1F002966A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188568" y="703224"/>
                  <a:ext cx="39924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161DC81F-9B45-E034-3C6B-FF748D964CC1}"/>
                    </a:ext>
                  </a:extLst>
                </p14:cNvPr>
                <p14:cNvContentPartPr/>
                <p14:nvPr/>
              </p14:nvContentPartPr>
              <p14:xfrm>
                <a:off x="9696168" y="640224"/>
                <a:ext cx="490320" cy="3834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161DC81F-9B45-E034-3C6B-FF748D964CC1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687168" y="631224"/>
                  <a:ext cx="50796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3B723962-BDCD-7323-AC0B-5C27A34041EE}"/>
                    </a:ext>
                  </a:extLst>
                </p14:cNvPr>
                <p14:cNvContentPartPr/>
                <p14:nvPr/>
              </p14:nvContentPartPr>
              <p14:xfrm>
                <a:off x="10224288" y="665064"/>
                <a:ext cx="223200" cy="1677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3B723962-BDCD-7323-AC0B-5C27A34041E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215648" y="656064"/>
                  <a:ext cx="2408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8AE130F-4B58-9947-580B-EACBFB0D5B0C}"/>
                    </a:ext>
                  </a:extLst>
                </p14:cNvPr>
                <p14:cNvContentPartPr/>
                <p14:nvPr/>
              </p14:nvContentPartPr>
              <p14:xfrm>
                <a:off x="10458648" y="738864"/>
                <a:ext cx="109800" cy="828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8AE130F-4B58-9947-580B-EACBFB0D5B0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450008" y="729864"/>
                  <a:ext cx="12744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89730773-E73A-4FD2-A196-50027F6ACB79}"/>
                    </a:ext>
                  </a:extLst>
                </p14:cNvPr>
                <p14:cNvContentPartPr/>
                <p14:nvPr/>
              </p14:nvContentPartPr>
              <p14:xfrm>
                <a:off x="10628928" y="613584"/>
                <a:ext cx="73800" cy="2131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89730773-E73A-4FD2-A196-50027F6ACB7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620288" y="604584"/>
                  <a:ext cx="914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31D9B39-D1F5-8046-0769-57640687F6F0}"/>
                    </a:ext>
                  </a:extLst>
                </p14:cNvPr>
                <p14:cNvContentPartPr/>
                <p14:nvPr/>
              </p14:nvContentPartPr>
              <p14:xfrm>
                <a:off x="10737288" y="735984"/>
                <a:ext cx="43920" cy="273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31D9B39-D1F5-8046-0769-57640687F6F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728288" y="727344"/>
                  <a:ext cx="6156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414775A4-24D7-665E-ED38-0C976AA8898A}"/>
                    </a:ext>
                  </a:extLst>
                </p14:cNvPr>
                <p14:cNvContentPartPr/>
                <p14:nvPr/>
              </p14:nvContentPartPr>
              <p14:xfrm>
                <a:off x="10613448" y="634464"/>
                <a:ext cx="137520" cy="183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414775A4-24D7-665E-ED38-0C976AA8898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604448" y="625824"/>
                  <a:ext cx="1551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075BE78B-2E20-D9BA-B1B3-CFE66E4E9708}"/>
                    </a:ext>
                  </a:extLst>
                </p14:cNvPr>
                <p14:cNvContentPartPr/>
                <p14:nvPr/>
              </p14:nvContentPartPr>
              <p14:xfrm>
                <a:off x="10804608" y="650664"/>
                <a:ext cx="73800" cy="2232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075BE78B-2E20-D9BA-B1B3-CFE66E4E970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795608" y="641664"/>
                  <a:ext cx="914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DFDEF7B0-D25F-830C-2002-A216A4A15006}"/>
                    </a:ext>
                  </a:extLst>
                </p14:cNvPr>
                <p14:cNvContentPartPr/>
                <p14:nvPr/>
              </p14:nvContentPartPr>
              <p14:xfrm>
                <a:off x="10816488" y="657864"/>
                <a:ext cx="636840" cy="1634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DFDEF7B0-D25F-830C-2002-A216A4A1500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807848" y="649224"/>
                  <a:ext cx="6544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630E7EB-2CA9-6141-5166-05F0D07612E3}"/>
                    </a:ext>
                  </a:extLst>
                </p14:cNvPr>
                <p14:cNvContentPartPr/>
                <p14:nvPr/>
              </p14:nvContentPartPr>
              <p14:xfrm>
                <a:off x="11570328" y="818064"/>
                <a:ext cx="18000" cy="39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630E7EB-2CA9-6141-5166-05F0D07612E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561688" y="809424"/>
                  <a:ext cx="35640" cy="2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A62CEEE9-8D0B-980D-62DE-260265E001A8}"/>
              </a:ext>
            </a:extLst>
          </p:cNvPr>
          <p:cNvGrpSpPr/>
          <p:nvPr/>
        </p:nvGrpSpPr>
        <p:grpSpPr>
          <a:xfrm>
            <a:off x="2278008" y="1020384"/>
            <a:ext cx="686160" cy="516240"/>
            <a:chOff x="2278008" y="1020384"/>
            <a:chExt cx="686160" cy="51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54CC041A-5DDC-E60F-2FE9-45D41476E4D8}"/>
                    </a:ext>
                  </a:extLst>
                </p14:cNvPr>
                <p14:cNvContentPartPr/>
                <p14:nvPr/>
              </p14:nvContentPartPr>
              <p14:xfrm>
                <a:off x="2360088" y="1020384"/>
                <a:ext cx="283320" cy="51624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54CC041A-5DDC-E60F-2FE9-45D41476E4D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351448" y="1011384"/>
                  <a:ext cx="30096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DF5CC447-28A5-9C79-E4D8-9DDEA3F14C92}"/>
                    </a:ext>
                  </a:extLst>
                </p14:cNvPr>
                <p14:cNvContentPartPr/>
                <p14:nvPr/>
              </p14:nvContentPartPr>
              <p14:xfrm>
                <a:off x="2278008" y="1250424"/>
                <a:ext cx="686160" cy="2023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DF5CC447-28A5-9C79-E4D8-9DDEA3F14C9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269008" y="1241784"/>
                  <a:ext cx="703800" cy="21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20BCE3F-BEAF-E274-1E99-BBAE9286189B}"/>
              </a:ext>
            </a:extLst>
          </p:cNvPr>
          <p:cNvGrpSpPr/>
          <p:nvPr/>
        </p:nvGrpSpPr>
        <p:grpSpPr>
          <a:xfrm>
            <a:off x="3350808" y="1211544"/>
            <a:ext cx="411480" cy="103680"/>
            <a:chOff x="3350808" y="1211544"/>
            <a:chExt cx="411480" cy="10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22D12E34-2D8E-71CD-B044-957A931DD56B}"/>
                    </a:ext>
                  </a:extLst>
                </p14:cNvPr>
                <p14:cNvContentPartPr/>
                <p14:nvPr/>
              </p14:nvContentPartPr>
              <p14:xfrm>
                <a:off x="3350808" y="1211544"/>
                <a:ext cx="80640" cy="1036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22D12E34-2D8E-71CD-B044-957A931DD56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342168" y="1202544"/>
                  <a:ext cx="9828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6CB86AFD-06C0-D792-A878-8B4C0CA4BB85}"/>
                    </a:ext>
                  </a:extLst>
                </p14:cNvPr>
                <p14:cNvContentPartPr/>
                <p14:nvPr/>
              </p14:nvContentPartPr>
              <p14:xfrm>
                <a:off x="3528288" y="1232424"/>
                <a:ext cx="234000" cy="78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6CB86AFD-06C0-D792-A878-8B4C0CA4BB8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519648" y="1223784"/>
                  <a:ext cx="251640" cy="9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950889BD-DD2F-BF0C-9CFF-C650766A8BD7}"/>
                  </a:ext>
                </a:extLst>
              </p14:cNvPr>
              <p14:cNvContentPartPr/>
              <p14:nvPr/>
            </p14:nvContentPartPr>
            <p14:xfrm>
              <a:off x="4187448" y="1137384"/>
              <a:ext cx="1049400" cy="186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950889BD-DD2F-BF0C-9CFF-C650766A8B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4178808" y="1128384"/>
                <a:ext cx="1067040" cy="203760"/>
              </a:xfrm>
              <a:prstGeom prst="rect">
                <a:avLst/>
              </a:prstGeom>
            </p:spPr>
          </p:pic>
        </mc:Fallback>
      </mc:AlternateContent>
      <p:grpSp>
        <p:nvGrpSpPr>
          <p:cNvPr id="80" name="Group 79">
            <a:extLst>
              <a:ext uri="{FF2B5EF4-FFF2-40B4-BE49-F238E27FC236}">
                <a16:creationId xmlns:a16="http://schemas.microsoft.com/office/drawing/2014/main" id="{93774988-F031-4EE8-6F27-C0B06AA71F32}"/>
              </a:ext>
            </a:extLst>
          </p:cNvPr>
          <p:cNvGrpSpPr/>
          <p:nvPr/>
        </p:nvGrpSpPr>
        <p:grpSpPr>
          <a:xfrm>
            <a:off x="5763168" y="1098864"/>
            <a:ext cx="315720" cy="155880"/>
            <a:chOff x="5763168" y="1098864"/>
            <a:chExt cx="315720" cy="15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4435CE63-A1F3-82D3-512E-0EEA2C73E7D3}"/>
                    </a:ext>
                  </a:extLst>
                </p14:cNvPr>
                <p14:cNvContentPartPr/>
                <p14:nvPr/>
              </p14:nvContentPartPr>
              <p14:xfrm>
                <a:off x="5763168" y="1195344"/>
                <a:ext cx="315720" cy="594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4435CE63-A1F3-82D3-512E-0EEA2C73E7D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754528" y="1186704"/>
                  <a:ext cx="33336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4B032D25-E27E-1043-A179-674F3B61D939}"/>
                    </a:ext>
                  </a:extLst>
                </p14:cNvPr>
                <p14:cNvContentPartPr/>
                <p14:nvPr/>
              </p14:nvContentPartPr>
              <p14:xfrm>
                <a:off x="5936328" y="1098864"/>
                <a:ext cx="59400" cy="201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4B032D25-E27E-1043-A179-674F3B61D93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927328" y="1089864"/>
                  <a:ext cx="77040" cy="3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2B507680-7530-FA03-F55A-D33BC1AE58E3}"/>
                  </a:ext>
                </a:extLst>
              </p14:cNvPr>
              <p14:cNvContentPartPr/>
              <p14:nvPr/>
            </p14:nvContentPartPr>
            <p14:xfrm>
              <a:off x="6471288" y="1190664"/>
              <a:ext cx="530280" cy="3531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2B507680-7530-FA03-F55A-D33BC1AE58E3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462648" y="1182024"/>
                <a:ext cx="547920" cy="37080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oup 78">
            <a:extLst>
              <a:ext uri="{FF2B5EF4-FFF2-40B4-BE49-F238E27FC236}">
                <a16:creationId xmlns:a16="http://schemas.microsoft.com/office/drawing/2014/main" id="{EE74079A-61BD-00DD-2131-F820A1BA71E1}"/>
              </a:ext>
            </a:extLst>
          </p:cNvPr>
          <p:cNvGrpSpPr/>
          <p:nvPr/>
        </p:nvGrpSpPr>
        <p:grpSpPr>
          <a:xfrm>
            <a:off x="7428888" y="1101024"/>
            <a:ext cx="999720" cy="223920"/>
            <a:chOff x="7428888" y="1101024"/>
            <a:chExt cx="999720" cy="22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89DCD159-3A28-FD52-B1F0-14F054AA42F1}"/>
                    </a:ext>
                  </a:extLst>
                </p14:cNvPr>
                <p14:cNvContentPartPr/>
                <p14:nvPr/>
              </p14:nvContentPartPr>
              <p14:xfrm>
                <a:off x="7428888" y="1101024"/>
                <a:ext cx="763920" cy="2239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89DCD159-3A28-FD52-B1F0-14F054AA42F1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419888" y="1092384"/>
                  <a:ext cx="78156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0F97EED1-8F5E-C909-48B1-5D4C2D8B6059}"/>
                    </a:ext>
                  </a:extLst>
                </p14:cNvPr>
                <p14:cNvContentPartPr/>
                <p14:nvPr/>
              </p14:nvContentPartPr>
              <p14:xfrm>
                <a:off x="8283888" y="1214424"/>
                <a:ext cx="144720" cy="540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0F97EED1-8F5E-C909-48B1-5D4C2D8B605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274888" y="1205424"/>
                  <a:ext cx="16236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471629B-94C7-AED6-E58A-3A209AA7041C}"/>
                    </a:ext>
                  </a:extLst>
                </p14:cNvPr>
                <p14:cNvContentPartPr/>
                <p14:nvPr/>
              </p14:nvContentPartPr>
              <p14:xfrm>
                <a:off x="8242128" y="1116504"/>
                <a:ext cx="53280" cy="126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471629B-94C7-AED6-E58A-3A209AA7041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233488" y="1107504"/>
                  <a:ext cx="7092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3433116-77EB-7C90-35E8-456D085E42BA}"/>
              </a:ext>
            </a:extLst>
          </p:cNvPr>
          <p:cNvGrpSpPr/>
          <p:nvPr/>
        </p:nvGrpSpPr>
        <p:grpSpPr>
          <a:xfrm>
            <a:off x="8973648" y="1067544"/>
            <a:ext cx="979920" cy="254520"/>
            <a:chOff x="8973648" y="1067544"/>
            <a:chExt cx="979920" cy="25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26CDAD3D-93D0-7C74-B03C-F5DDC381C9B3}"/>
                    </a:ext>
                  </a:extLst>
                </p14:cNvPr>
                <p14:cNvContentPartPr/>
                <p14:nvPr/>
              </p14:nvContentPartPr>
              <p14:xfrm>
                <a:off x="8973648" y="1196784"/>
                <a:ext cx="234720" cy="1252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26CDAD3D-93D0-7C74-B03C-F5DDC381C9B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964648" y="1188144"/>
                  <a:ext cx="2523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29C0E80E-F06A-A5EC-AAD7-1EF9A91F2C9A}"/>
                    </a:ext>
                  </a:extLst>
                </p14:cNvPr>
                <p14:cNvContentPartPr/>
                <p14:nvPr/>
              </p14:nvContentPartPr>
              <p14:xfrm>
                <a:off x="9345168" y="1130544"/>
                <a:ext cx="10800" cy="1605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29C0E80E-F06A-A5EC-AAD7-1EF9A91F2C9A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336528" y="1121904"/>
                  <a:ext cx="284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A983E60-C7A7-83A3-2B1A-8C86E6DA92A5}"/>
                    </a:ext>
                  </a:extLst>
                </p14:cNvPr>
                <p14:cNvContentPartPr/>
                <p14:nvPr/>
              </p14:nvContentPartPr>
              <p14:xfrm>
                <a:off x="9355608" y="1067544"/>
                <a:ext cx="191160" cy="1998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A983E60-C7A7-83A3-2B1A-8C86E6DA92A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346608" y="1058904"/>
                  <a:ext cx="2088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44836989-29DC-36E4-2F56-22787AFB203A}"/>
                    </a:ext>
                  </a:extLst>
                </p14:cNvPr>
                <p14:cNvContentPartPr/>
                <p14:nvPr/>
              </p14:nvContentPartPr>
              <p14:xfrm>
                <a:off x="9616248" y="1212624"/>
                <a:ext cx="44640" cy="702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44836989-29DC-36E4-2F56-22787AFB203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607248" y="1203984"/>
                  <a:ext cx="6228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2A1A5415-FB80-6F98-6369-AD0516D7D92E}"/>
                    </a:ext>
                  </a:extLst>
                </p14:cNvPr>
                <p14:cNvContentPartPr/>
                <p14:nvPr/>
              </p14:nvContentPartPr>
              <p14:xfrm>
                <a:off x="9732888" y="1142784"/>
                <a:ext cx="163080" cy="1252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2A1A5415-FB80-6F98-6369-AD0516D7D92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724248" y="1133784"/>
                  <a:ext cx="1807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5C108F27-9E8B-E611-4B82-F5B01D78F4F4}"/>
                    </a:ext>
                  </a:extLst>
                </p14:cNvPr>
                <p14:cNvContentPartPr/>
                <p14:nvPr/>
              </p14:nvContentPartPr>
              <p14:xfrm>
                <a:off x="9877608" y="1221264"/>
                <a:ext cx="75960" cy="82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5C108F27-9E8B-E611-4B82-F5B01D78F4F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868608" y="1212624"/>
                  <a:ext cx="93600" cy="2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6BE3DEAC-DA2E-FD30-42A4-6A9476BFBDFC}"/>
              </a:ext>
            </a:extLst>
          </p:cNvPr>
          <p:cNvGrpSpPr/>
          <p:nvPr/>
        </p:nvGrpSpPr>
        <p:grpSpPr>
          <a:xfrm>
            <a:off x="10281168" y="1074384"/>
            <a:ext cx="1212120" cy="487800"/>
            <a:chOff x="10281168" y="1074384"/>
            <a:chExt cx="1212120" cy="48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6D451EB4-C4C7-997A-BD88-93ACB5C77953}"/>
                    </a:ext>
                  </a:extLst>
                </p14:cNvPr>
                <p14:cNvContentPartPr/>
                <p14:nvPr/>
              </p14:nvContentPartPr>
              <p14:xfrm>
                <a:off x="10281168" y="1074384"/>
                <a:ext cx="892440" cy="4316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6D451EB4-C4C7-997A-BD88-93ACB5C7795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272168" y="1065384"/>
                  <a:ext cx="91008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EECCB5D-EFA5-D458-A7E4-05210545C18E}"/>
                    </a:ext>
                  </a:extLst>
                </p14:cNvPr>
                <p14:cNvContentPartPr/>
                <p14:nvPr/>
              </p14:nvContentPartPr>
              <p14:xfrm>
                <a:off x="11275128" y="1253664"/>
                <a:ext cx="218160" cy="3085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EECCB5D-EFA5-D458-A7E4-05210545C18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266488" y="1244664"/>
                  <a:ext cx="235800" cy="32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50E85D11-79C7-53B8-66F6-C77D7C19299D}"/>
              </a:ext>
            </a:extLst>
          </p:cNvPr>
          <p:cNvGrpSpPr/>
          <p:nvPr/>
        </p:nvGrpSpPr>
        <p:grpSpPr>
          <a:xfrm>
            <a:off x="2758248" y="1563624"/>
            <a:ext cx="501480" cy="336960"/>
            <a:chOff x="2758248" y="1563624"/>
            <a:chExt cx="501480" cy="33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AB7A94D-B4B8-7A54-E043-55B75624513B}"/>
                    </a:ext>
                  </a:extLst>
                </p14:cNvPr>
                <p14:cNvContentPartPr/>
                <p14:nvPr/>
              </p14:nvContentPartPr>
              <p14:xfrm>
                <a:off x="2841408" y="1601064"/>
                <a:ext cx="49320" cy="2995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AB7A94D-B4B8-7A54-E043-55B75624513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832408" y="1592064"/>
                  <a:ext cx="6696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2C671618-4B55-0817-3A4B-51056A5E1924}"/>
                    </a:ext>
                  </a:extLst>
                </p14:cNvPr>
                <p14:cNvContentPartPr/>
                <p14:nvPr/>
              </p14:nvContentPartPr>
              <p14:xfrm>
                <a:off x="2758248" y="1563624"/>
                <a:ext cx="501480" cy="2995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2C671618-4B55-0817-3A4B-51056A5E192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749608" y="1554624"/>
                  <a:ext cx="519120" cy="31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36EBC31A-169B-9B9D-CB4B-6B49302822DF}"/>
              </a:ext>
            </a:extLst>
          </p:cNvPr>
          <p:cNvGrpSpPr/>
          <p:nvPr/>
        </p:nvGrpSpPr>
        <p:grpSpPr>
          <a:xfrm>
            <a:off x="3799368" y="1575504"/>
            <a:ext cx="904320" cy="272160"/>
            <a:chOff x="3799368" y="1575504"/>
            <a:chExt cx="904320" cy="27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9B92E70-3837-52A7-07A4-8190D1B17525}"/>
                    </a:ext>
                  </a:extLst>
                </p14:cNvPr>
                <p14:cNvContentPartPr/>
                <p14:nvPr/>
              </p14:nvContentPartPr>
              <p14:xfrm>
                <a:off x="3950208" y="1605384"/>
                <a:ext cx="20520" cy="2422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9B92E70-3837-52A7-07A4-8190D1B1752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941568" y="1596744"/>
                  <a:ext cx="3816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5C4B586C-7CF7-F979-02B4-0FCD17C8D2A8}"/>
                    </a:ext>
                  </a:extLst>
                </p14:cNvPr>
                <p14:cNvContentPartPr/>
                <p14:nvPr/>
              </p14:nvContentPartPr>
              <p14:xfrm>
                <a:off x="3799368" y="1727424"/>
                <a:ext cx="237240" cy="752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5C4B586C-7CF7-F979-02B4-0FCD17C8D2A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790728" y="1718424"/>
                  <a:ext cx="25488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BF3A038-77B7-B22B-A5D9-AA062D756EBF}"/>
                    </a:ext>
                  </a:extLst>
                </p14:cNvPr>
                <p14:cNvContentPartPr/>
                <p14:nvPr/>
              </p14:nvContentPartPr>
              <p14:xfrm>
                <a:off x="4051368" y="1727424"/>
                <a:ext cx="205560" cy="993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BF3A038-77B7-B22B-A5D9-AA062D756EB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042368" y="1718784"/>
                  <a:ext cx="2232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E8F4E9D5-33CA-742F-A1AC-E1C356F4EB6F}"/>
                    </a:ext>
                  </a:extLst>
                </p14:cNvPr>
                <p14:cNvContentPartPr/>
                <p14:nvPr/>
              </p14:nvContentPartPr>
              <p14:xfrm>
                <a:off x="4406688" y="1625184"/>
                <a:ext cx="50040" cy="2221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E8F4E9D5-33CA-742F-A1AC-E1C356F4EB6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398048" y="1616544"/>
                  <a:ext cx="676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37EAD23A-E33F-5087-5A7C-88BBD1ED46B5}"/>
                    </a:ext>
                  </a:extLst>
                </p14:cNvPr>
                <p14:cNvContentPartPr/>
                <p14:nvPr/>
              </p14:nvContentPartPr>
              <p14:xfrm>
                <a:off x="4470048" y="1575504"/>
                <a:ext cx="233640" cy="1854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37EAD23A-E33F-5087-5A7C-88BBD1ED46B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461408" y="1566864"/>
                  <a:ext cx="25128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1E291172-985C-20A1-B8C9-8B624EDAA16C}"/>
              </a:ext>
            </a:extLst>
          </p:cNvPr>
          <p:cNvGrpSpPr/>
          <p:nvPr/>
        </p:nvGrpSpPr>
        <p:grpSpPr>
          <a:xfrm>
            <a:off x="5025528" y="1461744"/>
            <a:ext cx="1148760" cy="312480"/>
            <a:chOff x="5025528" y="1461744"/>
            <a:chExt cx="1148760" cy="31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8BFFAB1C-1196-6EF7-008A-7276665E165C}"/>
                    </a:ext>
                  </a:extLst>
                </p14:cNvPr>
                <p14:cNvContentPartPr/>
                <p14:nvPr/>
              </p14:nvContentPartPr>
              <p14:xfrm>
                <a:off x="5025528" y="1588464"/>
                <a:ext cx="279000" cy="1857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8BFFAB1C-1196-6EF7-008A-7276665E165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016888" y="1579464"/>
                  <a:ext cx="2966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81E68A5-65B5-6515-2CD0-644565AEF898}"/>
                    </a:ext>
                  </a:extLst>
                </p14:cNvPr>
                <p14:cNvContentPartPr/>
                <p14:nvPr/>
              </p14:nvContentPartPr>
              <p14:xfrm>
                <a:off x="5358168" y="1695744"/>
                <a:ext cx="76320" cy="439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81E68A5-65B5-6515-2CD0-644565AEF89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349168" y="1687104"/>
                  <a:ext cx="939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D3BCEBA2-547A-BD75-740F-E4A7D5389689}"/>
                    </a:ext>
                  </a:extLst>
                </p14:cNvPr>
                <p14:cNvContentPartPr/>
                <p14:nvPr/>
              </p14:nvContentPartPr>
              <p14:xfrm>
                <a:off x="5537088" y="1585584"/>
                <a:ext cx="127800" cy="1695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D3BCEBA2-547A-BD75-740F-E4A7D538968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528448" y="1576584"/>
                  <a:ext cx="1454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11EA2371-D36F-CC50-0A8C-C7AE70E89C6D}"/>
                    </a:ext>
                  </a:extLst>
                </p14:cNvPr>
                <p14:cNvContentPartPr/>
                <p14:nvPr/>
              </p14:nvContentPartPr>
              <p14:xfrm>
                <a:off x="5746968" y="1611144"/>
                <a:ext cx="9360" cy="234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11EA2371-D36F-CC50-0A8C-C7AE70E89C6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738328" y="1602504"/>
                  <a:ext cx="270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078E4EA8-30E0-E934-B2DD-81B2705D5CB2}"/>
                    </a:ext>
                  </a:extLst>
                </p14:cNvPr>
                <p14:cNvContentPartPr/>
                <p14:nvPr/>
              </p14:nvContentPartPr>
              <p14:xfrm>
                <a:off x="5811768" y="1461744"/>
                <a:ext cx="68400" cy="2408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078E4EA8-30E0-E934-B2DD-81B2705D5CB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803128" y="1453104"/>
                  <a:ext cx="860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E66B7E73-0F0D-0660-E2F0-6031F6F6C4A3}"/>
                    </a:ext>
                  </a:extLst>
                </p14:cNvPr>
                <p14:cNvContentPartPr/>
                <p14:nvPr/>
              </p14:nvContentPartPr>
              <p14:xfrm>
                <a:off x="5909688" y="1634184"/>
                <a:ext cx="15480" cy="25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E66B7E73-0F0D-0660-E2F0-6031F6F6C4A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901048" y="1625184"/>
                  <a:ext cx="331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95B9A94-835B-B0F1-F28B-BB00E72FC0D8}"/>
                    </a:ext>
                  </a:extLst>
                </p14:cNvPr>
                <p14:cNvContentPartPr/>
                <p14:nvPr/>
              </p14:nvContentPartPr>
              <p14:xfrm>
                <a:off x="5975568" y="1643544"/>
                <a:ext cx="172440" cy="781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95B9A94-835B-B0F1-F28B-BB00E72FC0D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966928" y="1634904"/>
                  <a:ext cx="19008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A047253E-5DD5-3727-1129-BC04FC7DCD5D}"/>
                    </a:ext>
                  </a:extLst>
                </p14:cNvPr>
                <p14:cNvContentPartPr/>
                <p14:nvPr/>
              </p14:nvContentPartPr>
              <p14:xfrm>
                <a:off x="6164568" y="1565784"/>
                <a:ext cx="9720" cy="165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A047253E-5DD5-3727-1129-BC04FC7DCD5D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155568" y="1557144"/>
                  <a:ext cx="27360" cy="3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64914727-2D72-16C0-FF4C-10A39C9D5C91}"/>
              </a:ext>
            </a:extLst>
          </p:cNvPr>
          <p:cNvGrpSpPr/>
          <p:nvPr/>
        </p:nvGrpSpPr>
        <p:grpSpPr>
          <a:xfrm>
            <a:off x="6718608" y="1511064"/>
            <a:ext cx="1037520" cy="498960"/>
            <a:chOff x="6718608" y="1511064"/>
            <a:chExt cx="1037520" cy="49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456A394C-8DB2-D162-1B15-CAD191CF27F3}"/>
                    </a:ext>
                  </a:extLst>
                </p14:cNvPr>
                <p14:cNvContentPartPr/>
                <p14:nvPr/>
              </p14:nvContentPartPr>
              <p14:xfrm>
                <a:off x="6718608" y="1568664"/>
                <a:ext cx="682920" cy="441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456A394C-8DB2-D162-1B15-CAD191CF27F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709968" y="1560024"/>
                  <a:ext cx="70056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3A20EC7-38C5-9F02-E82E-FD4A4D7F9E3F}"/>
                    </a:ext>
                  </a:extLst>
                </p14:cNvPr>
                <p14:cNvContentPartPr/>
                <p14:nvPr/>
              </p14:nvContentPartPr>
              <p14:xfrm>
                <a:off x="7367688" y="1511064"/>
                <a:ext cx="388440" cy="2181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3A20EC7-38C5-9F02-E82E-FD4A4D7F9E3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358688" y="1502064"/>
                  <a:ext cx="406080" cy="23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64C6B86B-0D37-89A3-BB45-0BE563A30E82}"/>
              </a:ext>
            </a:extLst>
          </p:cNvPr>
          <p:cNvGrpSpPr/>
          <p:nvPr/>
        </p:nvGrpSpPr>
        <p:grpSpPr>
          <a:xfrm>
            <a:off x="8042688" y="1556424"/>
            <a:ext cx="1082520" cy="218520"/>
            <a:chOff x="8042688" y="1556424"/>
            <a:chExt cx="1082520" cy="21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854DB14D-1A5C-C478-AF1F-D3C22467DAC7}"/>
                    </a:ext>
                  </a:extLst>
                </p14:cNvPr>
                <p14:cNvContentPartPr/>
                <p14:nvPr/>
              </p14:nvContentPartPr>
              <p14:xfrm>
                <a:off x="8042688" y="1572264"/>
                <a:ext cx="881640" cy="2026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854DB14D-1A5C-C478-AF1F-D3C22467DAC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034048" y="1563264"/>
                  <a:ext cx="89928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F94B41A4-01F0-3A76-44B6-AF228907C4D6}"/>
                    </a:ext>
                  </a:extLst>
                </p14:cNvPr>
                <p14:cNvContentPartPr/>
                <p14:nvPr/>
              </p14:nvContentPartPr>
              <p14:xfrm>
                <a:off x="8982648" y="1671264"/>
                <a:ext cx="142560" cy="475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F94B41A4-01F0-3A76-44B6-AF228907C4D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973648" y="1662264"/>
                  <a:ext cx="16020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EA274875-2894-0C5B-FF35-AC0D8951C937}"/>
                    </a:ext>
                  </a:extLst>
                </p14:cNvPr>
                <p14:cNvContentPartPr/>
                <p14:nvPr/>
              </p14:nvContentPartPr>
              <p14:xfrm>
                <a:off x="8880408" y="1556424"/>
                <a:ext cx="45360" cy="226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EA274875-2894-0C5B-FF35-AC0D8951C93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871408" y="1547784"/>
                  <a:ext cx="63000" cy="40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6BCC1E7-8F1B-8033-5028-AB169EF8A2C9}"/>
                  </a:ext>
                </a:extLst>
              </p14:cNvPr>
              <p14:cNvContentPartPr/>
              <p14:nvPr/>
            </p14:nvContentPartPr>
            <p14:xfrm>
              <a:off x="3745728" y="489024"/>
              <a:ext cx="7920" cy="432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6BCC1E7-8F1B-8033-5028-AB169EF8A2C9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3737088" y="480384"/>
                <a:ext cx="2556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1" name="Group 120">
            <a:extLst>
              <a:ext uri="{FF2B5EF4-FFF2-40B4-BE49-F238E27FC236}">
                <a16:creationId xmlns:a16="http://schemas.microsoft.com/office/drawing/2014/main" id="{43361FF4-2A51-62C1-65D0-6211A9EDFF99}"/>
              </a:ext>
            </a:extLst>
          </p:cNvPr>
          <p:cNvGrpSpPr/>
          <p:nvPr/>
        </p:nvGrpSpPr>
        <p:grpSpPr>
          <a:xfrm>
            <a:off x="307008" y="2209104"/>
            <a:ext cx="703080" cy="199440"/>
            <a:chOff x="307008" y="2209104"/>
            <a:chExt cx="703080" cy="19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9D878087-647C-1D80-5552-ADF35E6662C0}"/>
                    </a:ext>
                  </a:extLst>
                </p14:cNvPr>
                <p14:cNvContentPartPr/>
                <p14:nvPr/>
              </p14:nvContentPartPr>
              <p14:xfrm>
                <a:off x="307008" y="2209104"/>
                <a:ext cx="232560" cy="1857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9D878087-647C-1D80-5552-ADF35E6662C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98368" y="2200104"/>
                  <a:ext cx="2502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034AE449-DCBE-6351-49BF-CF1BE1D42B00}"/>
                    </a:ext>
                  </a:extLst>
                </p14:cNvPr>
                <p14:cNvContentPartPr/>
                <p14:nvPr/>
              </p14:nvContentPartPr>
              <p14:xfrm>
                <a:off x="623088" y="2312424"/>
                <a:ext cx="52560" cy="759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034AE449-DCBE-6351-49BF-CF1BE1D42B0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14448" y="2303424"/>
                  <a:ext cx="702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29D7226A-27FD-003F-934F-0A0B6FC4BB83}"/>
                    </a:ext>
                  </a:extLst>
                </p14:cNvPr>
                <p14:cNvContentPartPr/>
                <p14:nvPr/>
              </p14:nvContentPartPr>
              <p14:xfrm>
                <a:off x="730728" y="2315304"/>
                <a:ext cx="131040" cy="759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29D7226A-27FD-003F-934F-0A0B6FC4BB8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21728" y="2306664"/>
                  <a:ext cx="1486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88C7F829-455F-E3A8-D016-74DF40B3F349}"/>
                    </a:ext>
                  </a:extLst>
                </p14:cNvPr>
                <p14:cNvContentPartPr/>
                <p14:nvPr/>
              </p14:nvContentPartPr>
              <p14:xfrm>
                <a:off x="927288" y="2219904"/>
                <a:ext cx="82800" cy="1886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88C7F829-455F-E3A8-D016-74DF40B3F34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18288" y="2211264"/>
                  <a:ext cx="100440" cy="20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EDBDBC7A-4450-7005-FA7A-460EB244898E}"/>
              </a:ext>
            </a:extLst>
          </p:cNvPr>
          <p:cNvGrpSpPr/>
          <p:nvPr/>
        </p:nvGrpSpPr>
        <p:grpSpPr>
          <a:xfrm>
            <a:off x="1395648" y="2004984"/>
            <a:ext cx="1486800" cy="565920"/>
            <a:chOff x="1395648" y="2004984"/>
            <a:chExt cx="1486800" cy="56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A1D465D0-3E5A-785F-D9AC-9C2AF27632F6}"/>
                    </a:ext>
                  </a:extLst>
                </p14:cNvPr>
                <p14:cNvContentPartPr/>
                <p14:nvPr/>
              </p14:nvContentPartPr>
              <p14:xfrm>
                <a:off x="1395648" y="2004984"/>
                <a:ext cx="193320" cy="4496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A1D465D0-3E5A-785F-D9AC-9C2AF27632F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386648" y="1995984"/>
                  <a:ext cx="210960" cy="46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08CAAD85-1767-6177-2464-1F292E6F0302}"/>
                    </a:ext>
                  </a:extLst>
                </p14:cNvPr>
                <p14:cNvContentPartPr/>
                <p14:nvPr/>
              </p14:nvContentPartPr>
              <p14:xfrm>
                <a:off x="1634328" y="2345184"/>
                <a:ext cx="28440" cy="734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08CAAD85-1767-6177-2464-1F292E6F030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625328" y="2336184"/>
                  <a:ext cx="4608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A764D4F-93EF-8B1A-9386-CBACCF9A7BD2}"/>
                    </a:ext>
                  </a:extLst>
                </p14:cNvPr>
                <p14:cNvContentPartPr/>
                <p14:nvPr/>
              </p14:nvContentPartPr>
              <p14:xfrm>
                <a:off x="1648728" y="2258064"/>
                <a:ext cx="2520" cy="144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A764D4F-93EF-8B1A-9386-CBACCF9A7BD2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640088" y="2249424"/>
                  <a:ext cx="201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F924EFA2-6799-7ED3-6D93-81ED24BC4F3B}"/>
                    </a:ext>
                  </a:extLst>
                </p14:cNvPr>
                <p14:cNvContentPartPr/>
                <p14:nvPr/>
              </p14:nvContentPartPr>
              <p14:xfrm>
                <a:off x="1685808" y="2352384"/>
                <a:ext cx="152280" cy="565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F924EFA2-6799-7ED3-6D93-81ED24BC4F3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677168" y="2343744"/>
                  <a:ext cx="16992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0F1951B6-063C-8E26-AFFC-7143619241C4}"/>
                    </a:ext>
                  </a:extLst>
                </p14:cNvPr>
                <p14:cNvContentPartPr/>
                <p14:nvPr/>
              </p14:nvContentPartPr>
              <p14:xfrm>
                <a:off x="1819728" y="2257344"/>
                <a:ext cx="22320" cy="748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0F1951B6-063C-8E26-AFFC-7143619241C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810728" y="2248344"/>
                  <a:ext cx="3996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E12DFCF6-827B-FE90-E868-C4CACEC8015F}"/>
                    </a:ext>
                  </a:extLst>
                </p14:cNvPr>
                <p14:cNvContentPartPr/>
                <p14:nvPr/>
              </p14:nvContentPartPr>
              <p14:xfrm>
                <a:off x="1901088" y="2148624"/>
                <a:ext cx="108000" cy="2649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E12DFCF6-827B-FE90-E868-C4CACEC8015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892448" y="2139624"/>
                  <a:ext cx="1256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D9816195-3895-0A9E-DA53-68E40687871B}"/>
                    </a:ext>
                  </a:extLst>
                </p14:cNvPr>
                <p14:cNvContentPartPr/>
                <p14:nvPr/>
              </p14:nvContentPartPr>
              <p14:xfrm>
                <a:off x="2041848" y="2308824"/>
                <a:ext cx="239400" cy="720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D9816195-3895-0A9E-DA53-68E40687871B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032848" y="2299824"/>
                  <a:ext cx="25704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0D2EBBD7-9588-148E-D0CA-B5C8D9FD6D53}"/>
                    </a:ext>
                  </a:extLst>
                </p14:cNvPr>
                <p14:cNvContentPartPr/>
                <p14:nvPr/>
              </p14:nvContentPartPr>
              <p14:xfrm>
                <a:off x="2332368" y="2208744"/>
                <a:ext cx="6840" cy="342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0D2EBBD7-9588-148E-D0CA-B5C8D9FD6D5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323728" y="2200104"/>
                  <a:ext cx="244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556787D5-563B-96E4-24DC-CFBCF32B16FC}"/>
                    </a:ext>
                  </a:extLst>
                </p14:cNvPr>
                <p14:cNvContentPartPr/>
                <p14:nvPr/>
              </p14:nvContentPartPr>
              <p14:xfrm>
                <a:off x="2377008" y="2110824"/>
                <a:ext cx="190080" cy="4600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556787D5-563B-96E4-24DC-CFBCF32B16F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368008" y="2101824"/>
                  <a:ext cx="207720" cy="47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DEE56737-DF36-158D-B1D7-0E29D837DA21}"/>
                    </a:ext>
                  </a:extLst>
                </p14:cNvPr>
                <p14:cNvContentPartPr/>
                <p14:nvPr/>
              </p14:nvContentPartPr>
              <p14:xfrm>
                <a:off x="2563488" y="2191104"/>
                <a:ext cx="68040" cy="439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DEE56737-DF36-158D-B1D7-0E29D837DA2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554488" y="2182104"/>
                  <a:ext cx="856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45B87B80-EEBA-B5F0-16D6-CDD68726CD51}"/>
                    </a:ext>
                  </a:extLst>
                </p14:cNvPr>
                <p14:cNvContentPartPr/>
                <p14:nvPr/>
              </p14:nvContentPartPr>
              <p14:xfrm>
                <a:off x="2725848" y="2236464"/>
                <a:ext cx="19080" cy="115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45B87B80-EEBA-B5F0-16D6-CDD68726CD5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716848" y="2227464"/>
                  <a:ext cx="367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1088F5EA-CCF7-02D3-9DB1-5F09DA0D8ED8}"/>
                    </a:ext>
                  </a:extLst>
                </p14:cNvPr>
                <p14:cNvContentPartPr/>
                <p14:nvPr/>
              </p14:nvContentPartPr>
              <p14:xfrm>
                <a:off x="2828808" y="2394864"/>
                <a:ext cx="20160" cy="471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1088F5EA-CCF7-02D3-9DB1-5F09DA0D8ED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819808" y="2386224"/>
                  <a:ext cx="378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C34BA93F-6888-CFD8-0644-87D76AF26E86}"/>
                    </a:ext>
                  </a:extLst>
                </p14:cNvPr>
                <p14:cNvContentPartPr/>
                <p14:nvPr/>
              </p14:nvContentPartPr>
              <p14:xfrm>
                <a:off x="2859048" y="2195424"/>
                <a:ext cx="23400" cy="252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C34BA93F-6888-CFD8-0644-87D76AF26E8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850408" y="2186424"/>
                  <a:ext cx="4104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9B15F501-F9A4-B0D6-52F7-ACC23E4160CA}"/>
              </a:ext>
            </a:extLst>
          </p:cNvPr>
          <p:cNvGrpSpPr/>
          <p:nvPr/>
        </p:nvGrpSpPr>
        <p:grpSpPr>
          <a:xfrm>
            <a:off x="3366648" y="2135664"/>
            <a:ext cx="968400" cy="372960"/>
            <a:chOff x="3366648" y="2135664"/>
            <a:chExt cx="968400" cy="37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0CD0C887-A357-F1E8-39F6-F0A02E70BC72}"/>
                    </a:ext>
                  </a:extLst>
                </p14:cNvPr>
                <p14:cNvContentPartPr/>
                <p14:nvPr/>
              </p14:nvContentPartPr>
              <p14:xfrm>
                <a:off x="3487248" y="2235744"/>
                <a:ext cx="49320" cy="2728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0CD0C887-A357-F1E8-39F6-F0A02E70BC7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478248" y="2227104"/>
                  <a:ext cx="6696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DF333CF-B89E-D9CD-3230-228DC5512F3B}"/>
                    </a:ext>
                  </a:extLst>
                </p14:cNvPr>
                <p14:cNvContentPartPr/>
                <p14:nvPr/>
              </p14:nvContentPartPr>
              <p14:xfrm>
                <a:off x="3366648" y="2135664"/>
                <a:ext cx="359640" cy="1119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DF333CF-B89E-D9CD-3230-228DC5512F3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357648" y="2127024"/>
                  <a:ext cx="37728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D4941E45-23C2-E05D-FFEC-158E49E84041}"/>
                    </a:ext>
                  </a:extLst>
                </p14:cNvPr>
                <p14:cNvContentPartPr/>
                <p14:nvPr/>
              </p14:nvContentPartPr>
              <p14:xfrm>
                <a:off x="3768768" y="2198304"/>
                <a:ext cx="566280" cy="1882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D4941E45-23C2-E05D-FFEC-158E49E8404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760128" y="2189664"/>
                  <a:ext cx="583920" cy="20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1AB95BB2-C09A-E2FF-6EFB-87F3049423AC}"/>
                  </a:ext>
                </a:extLst>
              </p14:cNvPr>
              <p14:cNvContentPartPr/>
              <p14:nvPr/>
            </p14:nvContentPartPr>
            <p14:xfrm>
              <a:off x="4555368" y="2384784"/>
              <a:ext cx="5400" cy="3024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1AB95BB2-C09A-E2FF-6EFB-87F3049423AC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4546368" y="2376144"/>
                <a:ext cx="2304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3AC7C975-3B9D-74BD-E347-8FE76AE4E3CA}"/>
                  </a:ext>
                </a:extLst>
              </p14:cNvPr>
              <p14:cNvContentPartPr/>
              <p14:nvPr/>
            </p14:nvContentPartPr>
            <p14:xfrm>
              <a:off x="4574808" y="2227824"/>
              <a:ext cx="34200" cy="543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3AC7C975-3B9D-74BD-E347-8FE76AE4E3CA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4565808" y="2219184"/>
                <a:ext cx="51840" cy="72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3" name="Group 152">
            <a:extLst>
              <a:ext uri="{FF2B5EF4-FFF2-40B4-BE49-F238E27FC236}">
                <a16:creationId xmlns:a16="http://schemas.microsoft.com/office/drawing/2014/main" id="{ECD567FD-6977-5F62-23F4-6015DCE51F93}"/>
              </a:ext>
            </a:extLst>
          </p:cNvPr>
          <p:cNvGrpSpPr/>
          <p:nvPr/>
        </p:nvGrpSpPr>
        <p:grpSpPr>
          <a:xfrm>
            <a:off x="4996008" y="2029464"/>
            <a:ext cx="720360" cy="399960"/>
            <a:chOff x="4996008" y="2029464"/>
            <a:chExt cx="720360" cy="39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24919E36-01FA-FDC2-7465-B4E69CAC57F9}"/>
                    </a:ext>
                  </a:extLst>
                </p14:cNvPr>
                <p14:cNvContentPartPr/>
                <p14:nvPr/>
              </p14:nvContentPartPr>
              <p14:xfrm>
                <a:off x="4996008" y="2029464"/>
                <a:ext cx="425520" cy="3999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24919E36-01FA-FDC2-7465-B4E69CAC57F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987008" y="2020464"/>
                  <a:ext cx="44316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59258C69-1073-50D7-D3CA-3DAA27751930}"/>
                    </a:ext>
                  </a:extLst>
                </p14:cNvPr>
                <p14:cNvContentPartPr/>
                <p14:nvPr/>
              </p14:nvContentPartPr>
              <p14:xfrm>
                <a:off x="5549688" y="2285424"/>
                <a:ext cx="166680" cy="1062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59258C69-1073-50D7-D3CA-3DAA27751930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541048" y="2276424"/>
                  <a:ext cx="184320" cy="12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C9DE19AA-0094-27D8-2DD4-F943695760B3}"/>
              </a:ext>
            </a:extLst>
          </p:cNvPr>
          <p:cNvGrpSpPr/>
          <p:nvPr/>
        </p:nvGrpSpPr>
        <p:grpSpPr>
          <a:xfrm>
            <a:off x="6050448" y="2104344"/>
            <a:ext cx="1146240" cy="383400"/>
            <a:chOff x="6050448" y="2104344"/>
            <a:chExt cx="1146240" cy="38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448478B8-5B24-E27B-5569-B9BEFE104164}"/>
                    </a:ext>
                  </a:extLst>
                </p14:cNvPr>
                <p14:cNvContentPartPr/>
                <p14:nvPr/>
              </p14:nvContentPartPr>
              <p14:xfrm>
                <a:off x="6050448" y="2135304"/>
                <a:ext cx="466560" cy="3524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448478B8-5B24-E27B-5569-B9BEFE10416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041448" y="2126304"/>
                  <a:ext cx="48420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A27384D8-7CD8-CD17-7234-73CE765B4EA0}"/>
                    </a:ext>
                  </a:extLst>
                </p14:cNvPr>
                <p14:cNvContentPartPr/>
                <p14:nvPr/>
              </p14:nvContentPartPr>
              <p14:xfrm>
                <a:off x="6557688" y="2263104"/>
                <a:ext cx="12240" cy="327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A27384D8-7CD8-CD17-7234-73CE765B4EA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548688" y="2254464"/>
                  <a:ext cx="2988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23923DA2-384E-3FAB-6C63-27A72A8DC348}"/>
                    </a:ext>
                  </a:extLst>
                </p14:cNvPr>
                <p14:cNvContentPartPr/>
                <p14:nvPr/>
              </p14:nvContentPartPr>
              <p14:xfrm>
                <a:off x="6607368" y="2324664"/>
                <a:ext cx="152280" cy="410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23923DA2-384E-3FAB-6C63-27A72A8DC34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598728" y="2315664"/>
                  <a:ext cx="16992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D77B1E53-A0CB-CB7D-530B-49234B3DC668}"/>
                    </a:ext>
                  </a:extLst>
                </p14:cNvPr>
                <p14:cNvContentPartPr/>
                <p14:nvPr/>
              </p14:nvContentPartPr>
              <p14:xfrm>
                <a:off x="6767208" y="2276784"/>
                <a:ext cx="16560" cy="522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D77B1E53-A0CB-CB7D-530B-49234B3DC668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758208" y="2268144"/>
                  <a:ext cx="3420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E42663D-9D69-20CE-198D-FA050D708678}"/>
                    </a:ext>
                  </a:extLst>
                </p14:cNvPr>
                <p14:cNvContentPartPr/>
                <p14:nvPr/>
              </p14:nvContentPartPr>
              <p14:xfrm>
                <a:off x="6953328" y="2104344"/>
                <a:ext cx="243360" cy="2408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E42663D-9D69-20CE-198D-FA050D70867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944328" y="2095704"/>
                  <a:ext cx="261000" cy="25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7CC42F6A-C0A4-9ACD-D4CF-E6F76CDE3BCB}"/>
              </a:ext>
            </a:extLst>
          </p:cNvPr>
          <p:cNvGrpSpPr/>
          <p:nvPr/>
        </p:nvGrpSpPr>
        <p:grpSpPr>
          <a:xfrm>
            <a:off x="7572528" y="2042064"/>
            <a:ext cx="572040" cy="336600"/>
            <a:chOff x="7572528" y="2042064"/>
            <a:chExt cx="572040" cy="33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E8142BB7-41CF-2DB3-692F-0D0E7D22E892}"/>
                    </a:ext>
                  </a:extLst>
                </p14:cNvPr>
                <p14:cNvContentPartPr/>
                <p14:nvPr/>
              </p14:nvContentPartPr>
              <p14:xfrm>
                <a:off x="7572528" y="2042064"/>
                <a:ext cx="265680" cy="32220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E8142BB7-41CF-2DB3-692F-0D0E7D22E89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563528" y="2033064"/>
                  <a:ext cx="28332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A2A94B88-61C7-78D8-4045-CBDD95BB5916}"/>
                    </a:ext>
                  </a:extLst>
                </p14:cNvPr>
                <p14:cNvContentPartPr/>
                <p14:nvPr/>
              </p14:nvContentPartPr>
              <p14:xfrm>
                <a:off x="7834608" y="2200824"/>
                <a:ext cx="100800" cy="270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A2A94B88-61C7-78D8-4045-CBDD95BB591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825608" y="2192184"/>
                  <a:ext cx="1184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607FD6CE-0425-E6D3-B276-6AFCFD2F5CC2}"/>
                    </a:ext>
                  </a:extLst>
                </p14:cNvPr>
                <p14:cNvContentPartPr/>
                <p14:nvPr/>
              </p14:nvContentPartPr>
              <p14:xfrm>
                <a:off x="7800408" y="2276064"/>
                <a:ext cx="344160" cy="1026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607FD6CE-0425-E6D3-B276-6AFCFD2F5CC2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791768" y="2267424"/>
                  <a:ext cx="361800" cy="12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B94F44FF-2E2E-A207-8644-4F28BF791E69}"/>
                  </a:ext>
                </a:extLst>
              </p14:cNvPr>
              <p14:cNvContentPartPr/>
              <p14:nvPr/>
            </p14:nvContentPartPr>
            <p14:xfrm>
              <a:off x="7211448" y="2537424"/>
              <a:ext cx="186120" cy="2869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B94F44FF-2E2E-A207-8644-4F28BF791E69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7202808" y="2528424"/>
                <a:ext cx="203760" cy="30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1D4EF1D6-E2BD-A4B3-5DBC-EDE52AF5AD58}"/>
                  </a:ext>
                </a:extLst>
              </p14:cNvPr>
              <p14:cNvContentPartPr/>
              <p14:nvPr/>
            </p14:nvContentPartPr>
            <p14:xfrm>
              <a:off x="7463808" y="2529144"/>
              <a:ext cx="125280" cy="21024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1D4EF1D6-E2BD-A4B3-5DBC-EDE52AF5AD58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7454808" y="2520504"/>
                <a:ext cx="142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56A51563-0A82-0646-BBBE-AAEEE2449FA7}"/>
                  </a:ext>
                </a:extLst>
              </p14:cNvPr>
              <p14:cNvContentPartPr/>
              <p14:nvPr/>
            </p14:nvContentPartPr>
            <p14:xfrm>
              <a:off x="7677648" y="2656224"/>
              <a:ext cx="124560" cy="4536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56A51563-0A82-0646-BBBE-AAEEE2449FA7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668648" y="2647224"/>
                <a:ext cx="142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B35EDC6A-A01C-ED71-D339-80A4623540AB}"/>
                  </a:ext>
                </a:extLst>
              </p14:cNvPr>
              <p14:cNvContentPartPr/>
              <p14:nvPr/>
            </p14:nvContentPartPr>
            <p14:xfrm>
              <a:off x="7866648" y="2648304"/>
              <a:ext cx="399960" cy="8172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B35EDC6A-A01C-ED71-D339-80A4623540AB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857648" y="2639664"/>
                <a:ext cx="417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596F603F-C84E-63D8-0371-9FBD19869618}"/>
                  </a:ext>
                </a:extLst>
              </p14:cNvPr>
              <p14:cNvContentPartPr/>
              <p14:nvPr/>
            </p14:nvContentPartPr>
            <p14:xfrm>
              <a:off x="8439768" y="2724624"/>
              <a:ext cx="52200" cy="522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596F603F-C84E-63D8-0371-9FBD19869618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8431128" y="2715624"/>
                <a:ext cx="69840" cy="6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0E1352F3-09AF-D2CD-7B41-AEE637F984F8}"/>
                  </a:ext>
                </a:extLst>
              </p14:cNvPr>
              <p14:cNvContentPartPr/>
              <p14:nvPr/>
            </p14:nvContentPartPr>
            <p14:xfrm>
              <a:off x="9939528" y="3273984"/>
              <a:ext cx="154800" cy="32724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0E1352F3-09AF-D2CD-7B41-AEE637F984F8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9930528" y="3264984"/>
                <a:ext cx="172440" cy="34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A2D4354A-E2F0-EA03-E62E-ECD5F69BA1B0}"/>
                  </a:ext>
                </a:extLst>
              </p14:cNvPr>
              <p14:cNvContentPartPr/>
              <p14:nvPr/>
            </p14:nvContentPartPr>
            <p14:xfrm>
              <a:off x="7366608" y="2894904"/>
              <a:ext cx="195480" cy="25020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A2D4354A-E2F0-EA03-E62E-ECD5F69BA1B0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7357968" y="2886264"/>
                <a:ext cx="213120" cy="26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12A903CC-C914-5BDE-0F13-F07A3C827E7A}"/>
                  </a:ext>
                </a:extLst>
              </p14:cNvPr>
              <p14:cNvContentPartPr/>
              <p14:nvPr/>
            </p14:nvContentPartPr>
            <p14:xfrm>
              <a:off x="7628328" y="2987784"/>
              <a:ext cx="113040" cy="8532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12A903CC-C914-5BDE-0F13-F07A3C827E7A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7619328" y="2979144"/>
                <a:ext cx="13068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3745BBF9-2250-417C-866C-83AC84C6C0CA}"/>
                  </a:ext>
                </a:extLst>
              </p14:cNvPr>
              <p14:cNvContentPartPr/>
              <p14:nvPr/>
            </p14:nvContentPartPr>
            <p14:xfrm>
              <a:off x="7792488" y="2895984"/>
              <a:ext cx="323280" cy="19512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3745BBF9-2250-417C-866C-83AC84C6C0CA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7783488" y="2886984"/>
                <a:ext cx="34092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A0D8952E-23ED-4754-C619-17C4BAFC1F9E}"/>
                  </a:ext>
                </a:extLst>
              </p14:cNvPr>
              <p14:cNvContentPartPr/>
              <p14:nvPr/>
            </p14:nvContentPartPr>
            <p14:xfrm>
              <a:off x="8145288" y="3019104"/>
              <a:ext cx="4320" cy="3060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A0D8952E-23ED-4754-C619-17C4BAFC1F9E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8136288" y="3010464"/>
                <a:ext cx="2196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4F08206B-571E-471A-32D0-E9F2A97C878C}"/>
                  </a:ext>
                </a:extLst>
              </p14:cNvPr>
              <p14:cNvContentPartPr/>
              <p14:nvPr/>
            </p14:nvContentPartPr>
            <p14:xfrm>
              <a:off x="8215488" y="3046104"/>
              <a:ext cx="107280" cy="3024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4F08206B-571E-471A-32D0-E9F2A97C878C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8206488" y="3037464"/>
                <a:ext cx="1249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7BB77D1E-AAE9-273A-C06C-4B1F467661A2}"/>
                  </a:ext>
                </a:extLst>
              </p14:cNvPr>
              <p14:cNvContentPartPr/>
              <p14:nvPr/>
            </p14:nvContentPartPr>
            <p14:xfrm>
              <a:off x="8342568" y="2954304"/>
              <a:ext cx="55080" cy="3024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7BB77D1E-AAE9-273A-C06C-4B1F467661A2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8333568" y="2945304"/>
                <a:ext cx="727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6A5F6FC-47AD-797D-D0C3-11B712526B00}"/>
                  </a:ext>
                </a:extLst>
              </p14:cNvPr>
              <p14:cNvContentPartPr/>
              <p14:nvPr/>
            </p14:nvContentPartPr>
            <p14:xfrm>
              <a:off x="8638128" y="2910024"/>
              <a:ext cx="165960" cy="2030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6A5F6FC-47AD-797D-D0C3-11B712526B00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8629128" y="2901024"/>
                <a:ext cx="18360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EC02A3F9-F830-A014-E5F2-EE3EF83CCAB4}"/>
                  </a:ext>
                </a:extLst>
              </p14:cNvPr>
              <p14:cNvContentPartPr/>
              <p14:nvPr/>
            </p14:nvContentPartPr>
            <p14:xfrm>
              <a:off x="9035928" y="2994624"/>
              <a:ext cx="456120" cy="6588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EC02A3F9-F830-A014-E5F2-EE3EF83CCAB4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9027288" y="2985624"/>
                <a:ext cx="47376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B964B64D-8393-F573-8E21-DE2DC2045B3C}"/>
                  </a:ext>
                </a:extLst>
              </p14:cNvPr>
              <p14:cNvContentPartPr/>
              <p14:nvPr/>
            </p14:nvContentPartPr>
            <p14:xfrm>
              <a:off x="9572328" y="2982744"/>
              <a:ext cx="139320" cy="4824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B964B64D-8393-F573-8E21-DE2DC2045B3C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9563688" y="2973744"/>
                <a:ext cx="15696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9B6231AC-ABBD-16ED-9D16-D422E9A2936C}"/>
                  </a:ext>
                </a:extLst>
              </p14:cNvPr>
              <p14:cNvContentPartPr/>
              <p14:nvPr/>
            </p14:nvContentPartPr>
            <p14:xfrm>
              <a:off x="9803448" y="2971224"/>
              <a:ext cx="285840" cy="7308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9B6231AC-ABBD-16ED-9D16-D422E9A2936C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9794448" y="2962224"/>
                <a:ext cx="303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EE43256E-3B52-E773-DE62-16AA3FB66DDA}"/>
                  </a:ext>
                </a:extLst>
              </p14:cNvPr>
              <p14:cNvContentPartPr/>
              <p14:nvPr/>
            </p14:nvContentPartPr>
            <p14:xfrm>
              <a:off x="10109088" y="2913264"/>
              <a:ext cx="1800" cy="3780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EE43256E-3B52-E773-DE62-16AA3FB66DDA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10100088" y="2904624"/>
                <a:ext cx="1944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0873B0C2-6DCE-3FD5-4F2E-2D40CEC175A7}"/>
                  </a:ext>
                </a:extLst>
              </p14:cNvPr>
              <p14:cNvContentPartPr/>
              <p14:nvPr/>
            </p14:nvContentPartPr>
            <p14:xfrm>
              <a:off x="10096128" y="2964744"/>
              <a:ext cx="143640" cy="24012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0873B0C2-6DCE-3FD5-4F2E-2D40CEC175A7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10087128" y="2956104"/>
                <a:ext cx="161280" cy="25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853A7122-C557-D22D-2FEC-A06AFF592E72}"/>
                  </a:ext>
                </a:extLst>
              </p14:cNvPr>
              <p14:cNvContentPartPr/>
              <p14:nvPr/>
            </p14:nvContentPartPr>
            <p14:xfrm>
              <a:off x="10273248" y="3087504"/>
              <a:ext cx="132120" cy="13320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853A7122-C557-D22D-2FEC-A06AFF592E72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10264608" y="3078504"/>
                <a:ext cx="14976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66B3801D-916F-0452-FF4F-E36062A84685}"/>
                  </a:ext>
                </a:extLst>
              </p14:cNvPr>
              <p14:cNvContentPartPr/>
              <p14:nvPr/>
            </p14:nvContentPartPr>
            <p14:xfrm>
              <a:off x="10194048" y="3280824"/>
              <a:ext cx="360720" cy="27648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66B3801D-916F-0452-FF4F-E36062A84685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10185408" y="3271824"/>
                <a:ext cx="378360" cy="29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A9DA5352-507C-804B-9A50-18CC9E4C6A24}"/>
                  </a:ext>
                </a:extLst>
              </p14:cNvPr>
              <p14:cNvContentPartPr/>
              <p14:nvPr/>
            </p14:nvContentPartPr>
            <p14:xfrm>
              <a:off x="10617768" y="3430224"/>
              <a:ext cx="156240" cy="4896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A9DA5352-507C-804B-9A50-18CC9E4C6A24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10609128" y="3421584"/>
                <a:ext cx="17388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D5A60D5E-5813-A7AE-409B-C310909AA197}"/>
                  </a:ext>
                </a:extLst>
              </p14:cNvPr>
              <p14:cNvContentPartPr/>
              <p14:nvPr/>
            </p14:nvContentPartPr>
            <p14:xfrm>
              <a:off x="10838088" y="3431664"/>
              <a:ext cx="144000" cy="3420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D5A60D5E-5813-A7AE-409B-C310909AA197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10829448" y="3422664"/>
                <a:ext cx="16164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91" name="Ink 190">
                <a:extLst>
                  <a:ext uri="{FF2B5EF4-FFF2-40B4-BE49-F238E27FC236}">
                    <a16:creationId xmlns:a16="http://schemas.microsoft.com/office/drawing/2014/main" id="{B006800F-AA2F-2FD4-5239-B08CAAE33297}"/>
                  </a:ext>
                </a:extLst>
              </p14:cNvPr>
              <p14:cNvContentPartPr/>
              <p14:nvPr/>
            </p14:nvContentPartPr>
            <p14:xfrm>
              <a:off x="11032488" y="3392784"/>
              <a:ext cx="282600" cy="69480"/>
            </p14:xfrm>
          </p:contentPart>
        </mc:Choice>
        <mc:Fallback xmlns="">
          <p:pic>
            <p:nvPicPr>
              <p:cNvPr id="191" name="Ink 190">
                <a:extLst>
                  <a:ext uri="{FF2B5EF4-FFF2-40B4-BE49-F238E27FC236}">
                    <a16:creationId xmlns:a16="http://schemas.microsoft.com/office/drawing/2014/main" id="{B006800F-AA2F-2FD4-5239-B08CAAE33297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11023488" y="3383784"/>
                <a:ext cx="300240" cy="8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92" name="Ink 191">
                <a:extLst>
                  <a:ext uri="{FF2B5EF4-FFF2-40B4-BE49-F238E27FC236}">
                    <a16:creationId xmlns:a16="http://schemas.microsoft.com/office/drawing/2014/main" id="{0DC0F07B-7186-4D19-88D3-5A654B45689F}"/>
                  </a:ext>
                </a:extLst>
              </p14:cNvPr>
              <p14:cNvContentPartPr/>
              <p14:nvPr/>
            </p14:nvContentPartPr>
            <p14:xfrm>
              <a:off x="11332368" y="3337344"/>
              <a:ext cx="12600" cy="47520"/>
            </p14:xfrm>
          </p:contentPart>
        </mc:Choice>
        <mc:Fallback xmlns="">
          <p:pic>
            <p:nvPicPr>
              <p:cNvPr id="192" name="Ink 191">
                <a:extLst>
                  <a:ext uri="{FF2B5EF4-FFF2-40B4-BE49-F238E27FC236}">
                    <a16:creationId xmlns:a16="http://schemas.microsoft.com/office/drawing/2014/main" id="{0DC0F07B-7186-4D19-88D3-5A654B45689F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11323728" y="3328704"/>
                <a:ext cx="3024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0A8B455F-8C56-775D-11A4-B653D21858E8}"/>
                  </a:ext>
                </a:extLst>
              </p14:cNvPr>
              <p14:cNvContentPartPr/>
              <p14:nvPr/>
            </p14:nvContentPartPr>
            <p14:xfrm>
              <a:off x="11379528" y="3391344"/>
              <a:ext cx="127440" cy="21132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0A8B455F-8C56-775D-11A4-B653D21858E8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11370888" y="3382704"/>
                <a:ext cx="14508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52E419D5-9B0C-2FB4-B899-B029F49992F8}"/>
                  </a:ext>
                </a:extLst>
              </p14:cNvPr>
              <p14:cNvContentPartPr/>
              <p14:nvPr/>
            </p14:nvContentPartPr>
            <p14:xfrm>
              <a:off x="11625408" y="3207384"/>
              <a:ext cx="213120" cy="23040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52E419D5-9B0C-2FB4-B899-B029F49992F8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11616768" y="3198744"/>
                <a:ext cx="23076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24CA3BAE-2A31-53F2-41E7-6E351184C37F}"/>
                  </a:ext>
                </a:extLst>
              </p14:cNvPr>
              <p14:cNvContentPartPr/>
              <p14:nvPr/>
            </p14:nvContentPartPr>
            <p14:xfrm>
              <a:off x="11838888" y="3367584"/>
              <a:ext cx="5760" cy="2916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24CA3BAE-2A31-53F2-41E7-6E351184C37F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11829888" y="3358944"/>
                <a:ext cx="23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916E71F3-B207-DDF7-D5E1-BF32E6715DFB}"/>
                  </a:ext>
                </a:extLst>
              </p14:cNvPr>
              <p14:cNvContentPartPr/>
              <p14:nvPr/>
            </p14:nvContentPartPr>
            <p14:xfrm>
              <a:off x="11879208" y="3393864"/>
              <a:ext cx="156600" cy="53280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916E71F3-B207-DDF7-D5E1-BF32E6715DFB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11870568" y="3385224"/>
                <a:ext cx="174240" cy="7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22518214-38FD-03EE-758D-A11A86F610B7}"/>
                  </a:ext>
                </a:extLst>
              </p14:cNvPr>
              <p14:cNvContentPartPr/>
              <p14:nvPr/>
            </p14:nvContentPartPr>
            <p14:xfrm>
              <a:off x="12045888" y="3347424"/>
              <a:ext cx="17280" cy="1728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22518214-38FD-03EE-758D-A11A86F610B7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12036888" y="3338424"/>
                <a:ext cx="34920" cy="34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4" name="Group 203">
            <a:extLst>
              <a:ext uri="{FF2B5EF4-FFF2-40B4-BE49-F238E27FC236}">
                <a16:creationId xmlns:a16="http://schemas.microsoft.com/office/drawing/2014/main" id="{70D72E8D-65CA-48FF-F9D9-18EC43136338}"/>
              </a:ext>
            </a:extLst>
          </p:cNvPr>
          <p:cNvGrpSpPr/>
          <p:nvPr/>
        </p:nvGrpSpPr>
        <p:grpSpPr>
          <a:xfrm>
            <a:off x="4028328" y="3927744"/>
            <a:ext cx="689400" cy="351000"/>
            <a:chOff x="4028328" y="3927744"/>
            <a:chExt cx="689400" cy="35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DA23C863-D16D-96CD-0C88-CCA6961A8BA7}"/>
                    </a:ext>
                  </a:extLst>
                </p14:cNvPr>
                <p14:cNvContentPartPr/>
                <p14:nvPr/>
              </p14:nvContentPartPr>
              <p14:xfrm>
                <a:off x="4028328" y="3927744"/>
                <a:ext cx="237240" cy="3510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DA23C863-D16D-96CD-0C88-CCA6961A8BA7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019328" y="3918744"/>
                  <a:ext cx="25488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D33BB6CA-4D2D-4ECD-7ED7-AD3DED567B2A}"/>
                    </a:ext>
                  </a:extLst>
                </p14:cNvPr>
                <p14:cNvContentPartPr/>
                <p14:nvPr/>
              </p14:nvContentPartPr>
              <p14:xfrm>
                <a:off x="4123368" y="3970224"/>
                <a:ext cx="594360" cy="2484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D33BB6CA-4D2D-4ECD-7ED7-AD3DED567B2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114368" y="3961584"/>
                  <a:ext cx="612000" cy="26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56C510FD-FDEE-94E6-44FC-4262557886C9}"/>
              </a:ext>
            </a:extLst>
          </p:cNvPr>
          <p:cNvGrpSpPr/>
          <p:nvPr/>
        </p:nvGrpSpPr>
        <p:grpSpPr>
          <a:xfrm>
            <a:off x="10479528" y="3812184"/>
            <a:ext cx="796680" cy="284040"/>
            <a:chOff x="10479528" y="3812184"/>
            <a:chExt cx="796680" cy="28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CBCFCCD2-9997-8CE5-46A5-67DE5E90CF21}"/>
                    </a:ext>
                  </a:extLst>
                </p14:cNvPr>
                <p14:cNvContentPartPr/>
                <p14:nvPr/>
              </p14:nvContentPartPr>
              <p14:xfrm>
                <a:off x="10479528" y="3812184"/>
                <a:ext cx="171000" cy="2840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CBCFCCD2-9997-8CE5-46A5-67DE5E90CF2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470528" y="3803544"/>
                  <a:ext cx="18864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E7AB8D6B-32DD-AF1A-F240-B8D953DFD8D9}"/>
                    </a:ext>
                  </a:extLst>
                </p14:cNvPr>
                <p14:cNvContentPartPr/>
                <p14:nvPr/>
              </p14:nvContentPartPr>
              <p14:xfrm>
                <a:off x="10707768" y="3970224"/>
                <a:ext cx="360" cy="50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E7AB8D6B-32DD-AF1A-F240-B8D953DFD8D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698768" y="3961584"/>
                  <a:ext cx="1800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99EC0F2A-2816-81BB-B4AB-39333C8F5066}"/>
                    </a:ext>
                  </a:extLst>
                </p14:cNvPr>
                <p14:cNvContentPartPr/>
                <p14:nvPr/>
              </p14:nvContentPartPr>
              <p14:xfrm>
                <a:off x="10723608" y="4033944"/>
                <a:ext cx="200160" cy="464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99EC0F2A-2816-81BB-B4AB-39333C8F506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714608" y="4025304"/>
                  <a:ext cx="2178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671788AF-6368-E2D1-F297-302036B8EC55}"/>
                    </a:ext>
                  </a:extLst>
                </p14:cNvPr>
                <p14:cNvContentPartPr/>
                <p14:nvPr/>
              </p14:nvContentPartPr>
              <p14:xfrm>
                <a:off x="10954728" y="3963384"/>
                <a:ext cx="9720" cy="244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671788AF-6368-E2D1-F297-302036B8EC5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946088" y="3954384"/>
                  <a:ext cx="273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3F3F5E69-9723-64F9-A2ED-1B95E94CA488}"/>
                    </a:ext>
                  </a:extLst>
                </p14:cNvPr>
                <p14:cNvContentPartPr/>
                <p14:nvPr/>
              </p14:nvContentPartPr>
              <p14:xfrm>
                <a:off x="11016648" y="3845304"/>
                <a:ext cx="75960" cy="23508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3F3F5E69-9723-64F9-A2ED-1B95E94CA48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007648" y="3836304"/>
                  <a:ext cx="9360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4A8401AF-C02C-242C-05C5-9C19E86CC1B7}"/>
                    </a:ext>
                  </a:extLst>
                </p14:cNvPr>
                <p14:cNvContentPartPr/>
                <p14:nvPr/>
              </p14:nvContentPartPr>
              <p14:xfrm>
                <a:off x="11112048" y="4022424"/>
                <a:ext cx="164160" cy="5976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4A8401AF-C02C-242C-05C5-9C19E86CC1B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1103048" y="4013784"/>
                  <a:ext cx="181800" cy="77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51BB7FC7-524E-A607-822E-3DDC736ECD00}"/>
                  </a:ext>
                </a:extLst>
              </p14:cNvPr>
              <p14:cNvContentPartPr/>
              <p14:nvPr/>
            </p14:nvContentPartPr>
            <p14:xfrm>
              <a:off x="11497608" y="3990744"/>
              <a:ext cx="352440" cy="9072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51BB7FC7-524E-A607-822E-3DDC736ECD00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11488608" y="3981744"/>
                <a:ext cx="3700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177" name="Ink 176">
                <a:extLst>
                  <a:ext uri="{FF2B5EF4-FFF2-40B4-BE49-F238E27FC236}">
                    <a16:creationId xmlns:a16="http://schemas.microsoft.com/office/drawing/2014/main" id="{42083787-2067-0DA6-C7D3-6D7F262527AD}"/>
                  </a:ext>
                </a:extLst>
              </p14:cNvPr>
              <p14:cNvContentPartPr/>
              <p14:nvPr/>
            </p14:nvContentPartPr>
            <p14:xfrm>
              <a:off x="7657128" y="3277944"/>
              <a:ext cx="169200" cy="306000"/>
            </p14:xfrm>
          </p:contentPart>
        </mc:Choice>
        <mc:Fallback xmlns="">
          <p:pic>
            <p:nvPicPr>
              <p:cNvPr id="177" name="Ink 176">
                <a:extLst>
                  <a:ext uri="{FF2B5EF4-FFF2-40B4-BE49-F238E27FC236}">
                    <a16:creationId xmlns:a16="http://schemas.microsoft.com/office/drawing/2014/main" id="{42083787-2067-0DA6-C7D3-6D7F262527AD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7648128" y="3268944"/>
                <a:ext cx="18684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B0D425C-B8A6-897E-BB3E-0A2C2F06B631}"/>
                  </a:ext>
                </a:extLst>
              </p14:cNvPr>
              <p14:cNvContentPartPr/>
              <p14:nvPr/>
            </p14:nvContentPartPr>
            <p14:xfrm>
              <a:off x="7873128" y="3362904"/>
              <a:ext cx="417600" cy="8244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B0D425C-B8A6-897E-BB3E-0A2C2F06B631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7864488" y="3354264"/>
                <a:ext cx="43524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EED55605-3095-556B-C5AE-2CFA4A91658D}"/>
                  </a:ext>
                </a:extLst>
              </p14:cNvPr>
              <p14:cNvContentPartPr/>
              <p14:nvPr/>
            </p14:nvContentPartPr>
            <p14:xfrm>
              <a:off x="8373528" y="3288744"/>
              <a:ext cx="156960" cy="29088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EED55605-3095-556B-C5AE-2CFA4A91658D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8364528" y="3280104"/>
                <a:ext cx="17460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BE9E65CC-3E9F-0836-A22C-4DAD13AB16F9}"/>
                  </a:ext>
                </a:extLst>
              </p14:cNvPr>
              <p14:cNvContentPartPr/>
              <p14:nvPr/>
            </p14:nvContentPartPr>
            <p14:xfrm>
              <a:off x="8599608" y="3302064"/>
              <a:ext cx="107280" cy="16164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BE9E65CC-3E9F-0836-A22C-4DAD13AB16F9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8590608" y="3293424"/>
                <a:ext cx="12492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A5B6ED15-E3E1-7608-C73F-217631433833}"/>
                  </a:ext>
                </a:extLst>
              </p14:cNvPr>
              <p14:cNvContentPartPr/>
              <p14:nvPr/>
            </p14:nvContentPartPr>
            <p14:xfrm>
              <a:off x="8766288" y="3362904"/>
              <a:ext cx="117000" cy="6768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A5B6ED15-E3E1-7608-C73F-217631433833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8757288" y="3354264"/>
                <a:ext cx="13464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D8B6C3CE-D29B-ADA8-C2D4-2AACD353102D}"/>
                  </a:ext>
                </a:extLst>
              </p14:cNvPr>
              <p14:cNvContentPartPr/>
              <p14:nvPr/>
            </p14:nvContentPartPr>
            <p14:xfrm>
              <a:off x="8972928" y="3349944"/>
              <a:ext cx="309960" cy="6336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D8B6C3CE-D29B-ADA8-C2D4-2AACD353102D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8964288" y="3340944"/>
                <a:ext cx="327600" cy="8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700CEDF3-388C-4FDD-1FFA-65A25AE41001}"/>
                  </a:ext>
                </a:extLst>
              </p14:cNvPr>
              <p14:cNvContentPartPr/>
              <p14:nvPr/>
            </p14:nvContentPartPr>
            <p14:xfrm>
              <a:off x="9303048" y="3313224"/>
              <a:ext cx="8280" cy="2340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700CEDF3-388C-4FDD-1FFA-65A25AE41001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9294408" y="3304584"/>
                <a:ext cx="2592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462B047D-4FA9-BB22-FF31-4C5C7785D74F}"/>
                  </a:ext>
                </a:extLst>
              </p14:cNvPr>
              <p14:cNvContentPartPr/>
              <p14:nvPr/>
            </p14:nvContentPartPr>
            <p14:xfrm>
              <a:off x="9368568" y="3320424"/>
              <a:ext cx="415800" cy="26496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462B047D-4FA9-BB22-FF31-4C5C7785D74F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9359928" y="3311424"/>
                <a:ext cx="433440" cy="28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CFF65B91-0134-3F15-EA46-3B91844C453B}"/>
                  </a:ext>
                </a:extLst>
              </p14:cNvPr>
              <p14:cNvContentPartPr/>
              <p14:nvPr/>
            </p14:nvContentPartPr>
            <p14:xfrm>
              <a:off x="5270328" y="3625344"/>
              <a:ext cx="694080" cy="55548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CFF65B91-0134-3F15-EA46-3B91844C453B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5261328" y="3616344"/>
                <a:ext cx="711720" cy="57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48997A80-A06C-0BB3-6EEB-A4A3586FAEBD}"/>
                  </a:ext>
                </a:extLst>
              </p14:cNvPr>
              <p14:cNvContentPartPr/>
              <p14:nvPr/>
            </p14:nvContentPartPr>
            <p14:xfrm>
              <a:off x="6040008" y="4058424"/>
              <a:ext cx="214200" cy="9216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48997A80-A06C-0BB3-6EEB-A4A3586FAEBD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6031368" y="4049784"/>
                <a:ext cx="23184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757823E3-8E9C-2368-3D37-8AEAAADBA3EC}"/>
                  </a:ext>
                </a:extLst>
              </p14:cNvPr>
              <p14:cNvContentPartPr/>
              <p14:nvPr/>
            </p14:nvContentPartPr>
            <p14:xfrm>
              <a:off x="6317208" y="4077864"/>
              <a:ext cx="261360" cy="5436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757823E3-8E9C-2368-3D37-8AEAAADBA3EC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6308208" y="4068864"/>
                <a:ext cx="279000" cy="7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C768C05F-5C34-03CE-A023-D061EC8266AA}"/>
                  </a:ext>
                </a:extLst>
              </p14:cNvPr>
              <p14:cNvContentPartPr/>
              <p14:nvPr/>
            </p14:nvContentPartPr>
            <p14:xfrm>
              <a:off x="6903648" y="3811464"/>
              <a:ext cx="250560" cy="40392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C768C05F-5C34-03CE-A023-D061EC8266AA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6895008" y="3802824"/>
                <a:ext cx="268200" cy="42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8D5F8858-059E-6D08-0016-72D5089F2B45}"/>
                  </a:ext>
                </a:extLst>
              </p14:cNvPr>
              <p14:cNvContentPartPr/>
              <p14:nvPr/>
            </p14:nvContentPartPr>
            <p14:xfrm>
              <a:off x="7186608" y="3982104"/>
              <a:ext cx="86040" cy="1404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8D5F8858-059E-6D08-0016-72D5089F2B45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7177968" y="3973104"/>
                <a:ext cx="103680" cy="3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107D8445-C56F-57E0-30DB-489349B23B33}"/>
                  </a:ext>
                </a:extLst>
              </p14:cNvPr>
              <p14:cNvContentPartPr/>
              <p14:nvPr/>
            </p14:nvContentPartPr>
            <p14:xfrm>
              <a:off x="7746048" y="3953304"/>
              <a:ext cx="102960" cy="2595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107D8445-C56F-57E0-30DB-489349B23B33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7737048" y="3944664"/>
                <a:ext cx="120600" cy="27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A1B5E4BA-699F-127E-A888-D3E4505B9BE0}"/>
                  </a:ext>
                </a:extLst>
              </p14:cNvPr>
              <p14:cNvContentPartPr/>
              <p14:nvPr/>
            </p14:nvContentPartPr>
            <p14:xfrm>
              <a:off x="7940808" y="3988944"/>
              <a:ext cx="137520" cy="10656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A1B5E4BA-699F-127E-A888-D3E4505B9BE0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7932168" y="3979944"/>
                <a:ext cx="1551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067D4931-EE79-7DBC-FC6C-B4C1BAD01FF5}"/>
                  </a:ext>
                </a:extLst>
              </p14:cNvPr>
              <p14:cNvContentPartPr/>
              <p14:nvPr/>
            </p14:nvContentPartPr>
            <p14:xfrm>
              <a:off x="8142408" y="3887424"/>
              <a:ext cx="114480" cy="19548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067D4931-EE79-7DBC-FC6C-B4C1BAD01FF5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8133408" y="3878784"/>
                <a:ext cx="1321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4D59E97A-EF06-B864-0CA0-1F76EE740C3E}"/>
                  </a:ext>
                </a:extLst>
              </p14:cNvPr>
              <p14:cNvContentPartPr/>
              <p14:nvPr/>
            </p14:nvContentPartPr>
            <p14:xfrm>
              <a:off x="8319888" y="4011264"/>
              <a:ext cx="284400" cy="30528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4D59E97A-EF06-B864-0CA0-1F76EE740C3E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8310888" y="4002624"/>
                <a:ext cx="302040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0BD23E30-8F48-BC5B-EE32-042FAEE8353F}"/>
                  </a:ext>
                </a:extLst>
              </p14:cNvPr>
              <p14:cNvContentPartPr/>
              <p14:nvPr/>
            </p14:nvContentPartPr>
            <p14:xfrm>
              <a:off x="9103248" y="3640824"/>
              <a:ext cx="470160" cy="42768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0BD23E30-8F48-BC5B-EE32-042FAEE8353F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9094248" y="3632184"/>
                <a:ext cx="487800" cy="44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0A0E9CE5-7B1A-7D54-C66B-29106F51E76C}"/>
                  </a:ext>
                </a:extLst>
              </p14:cNvPr>
              <p14:cNvContentPartPr/>
              <p14:nvPr/>
            </p14:nvContentPartPr>
            <p14:xfrm>
              <a:off x="9666648" y="3964464"/>
              <a:ext cx="129600" cy="6804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0A0E9CE5-7B1A-7D54-C66B-29106F51E76C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9658008" y="3955464"/>
                <a:ext cx="14724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34" name="Ink 233">
                <a:extLst>
                  <a:ext uri="{FF2B5EF4-FFF2-40B4-BE49-F238E27FC236}">
                    <a16:creationId xmlns:a16="http://schemas.microsoft.com/office/drawing/2014/main" id="{C6CB4347-DDD9-C84B-0605-44E12D0E9915}"/>
                  </a:ext>
                </a:extLst>
              </p14:cNvPr>
              <p14:cNvContentPartPr/>
              <p14:nvPr/>
            </p14:nvContentPartPr>
            <p14:xfrm>
              <a:off x="6613848" y="4317624"/>
              <a:ext cx="530280" cy="167400"/>
            </p14:xfrm>
          </p:contentPart>
        </mc:Choice>
        <mc:Fallback xmlns="">
          <p:pic>
            <p:nvPicPr>
              <p:cNvPr id="234" name="Ink 233">
                <a:extLst>
                  <a:ext uri="{FF2B5EF4-FFF2-40B4-BE49-F238E27FC236}">
                    <a16:creationId xmlns:a16="http://schemas.microsoft.com/office/drawing/2014/main" id="{C6CB4347-DDD9-C84B-0605-44E12D0E9915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6605208" y="4308624"/>
                <a:ext cx="5479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B7A3CED9-3372-8019-9F87-2D1F935B36BD}"/>
                  </a:ext>
                </a:extLst>
              </p14:cNvPr>
              <p14:cNvContentPartPr/>
              <p14:nvPr/>
            </p14:nvContentPartPr>
            <p14:xfrm>
              <a:off x="7146288" y="4247064"/>
              <a:ext cx="474120" cy="18540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B7A3CED9-3372-8019-9F87-2D1F935B36BD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7137648" y="4238424"/>
                <a:ext cx="491760" cy="20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FD5436-8622-F9AF-C4B5-D3CBD2A25599}"/>
              </a:ext>
            </a:extLst>
          </p:cNvPr>
          <p:cNvGrpSpPr/>
          <p:nvPr/>
        </p:nvGrpSpPr>
        <p:grpSpPr>
          <a:xfrm>
            <a:off x="4785768" y="4321584"/>
            <a:ext cx="1458000" cy="187560"/>
            <a:chOff x="4785768" y="4321584"/>
            <a:chExt cx="1458000" cy="18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51F3D228-1F97-509E-0AFE-059FE72A6032}"/>
                    </a:ext>
                  </a:extLst>
                </p14:cNvPr>
                <p14:cNvContentPartPr/>
                <p14:nvPr/>
              </p14:nvContentPartPr>
              <p14:xfrm>
                <a:off x="4785768" y="4358304"/>
                <a:ext cx="324000" cy="982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51F3D228-1F97-509E-0AFE-059FE72A6032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777128" y="4349664"/>
                  <a:ext cx="3416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10703394-728D-3BAD-1770-A379F3FFFAAF}"/>
                    </a:ext>
                  </a:extLst>
                </p14:cNvPr>
                <p14:cNvContentPartPr/>
                <p14:nvPr/>
              </p14:nvContentPartPr>
              <p14:xfrm>
                <a:off x="5213808" y="4391424"/>
                <a:ext cx="119160" cy="4500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10703394-728D-3BAD-1770-A379F3FFFAAF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205168" y="4382784"/>
                  <a:ext cx="13680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E7EFCA2C-F709-0461-0D64-E268C1517879}"/>
                    </a:ext>
                  </a:extLst>
                </p14:cNvPr>
                <p14:cNvContentPartPr/>
                <p14:nvPr/>
              </p14:nvContentPartPr>
              <p14:xfrm>
                <a:off x="5398128" y="4353984"/>
                <a:ext cx="65160" cy="10440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E7EFCA2C-F709-0461-0D64-E268C1517879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389488" y="4344984"/>
                  <a:ext cx="8280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BB8594D0-DAEA-2382-1BF3-FC50FA3824D9}"/>
                    </a:ext>
                  </a:extLst>
                </p14:cNvPr>
                <p14:cNvContentPartPr/>
                <p14:nvPr/>
              </p14:nvContentPartPr>
              <p14:xfrm>
                <a:off x="6018048" y="4321584"/>
                <a:ext cx="12960" cy="1875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BB8594D0-DAEA-2382-1BF3-FC50FA3824D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6009408" y="4312584"/>
                  <a:ext cx="306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D5C978AB-183F-3AB5-6EC5-432A91E270B2}"/>
                    </a:ext>
                  </a:extLst>
                </p14:cNvPr>
                <p14:cNvContentPartPr/>
                <p14:nvPr/>
              </p14:nvContentPartPr>
              <p14:xfrm>
                <a:off x="5923368" y="4432824"/>
                <a:ext cx="320400" cy="489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D5C978AB-183F-3AB5-6EC5-432A91E270B2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914368" y="4424184"/>
                  <a:ext cx="33804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FC564027-E5D3-4C10-8F15-2B74B017F214}"/>
                    </a:ext>
                  </a:extLst>
                </p14:cNvPr>
                <p14:cNvContentPartPr/>
                <p14:nvPr/>
              </p14:nvContentPartPr>
              <p14:xfrm>
                <a:off x="5664528" y="4424904"/>
                <a:ext cx="132840" cy="662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FC564027-E5D3-4C10-8F15-2B74B017F21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655528" y="4416264"/>
                  <a:ext cx="15048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CD2E3AF5-EBEF-8149-A5C2-717CBE7A1CD9}"/>
                    </a:ext>
                  </a:extLst>
                </p14:cNvPr>
                <p14:cNvContentPartPr/>
                <p14:nvPr/>
              </p14:nvContentPartPr>
              <p14:xfrm>
                <a:off x="5739768" y="4348584"/>
                <a:ext cx="16920" cy="126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CD2E3AF5-EBEF-8149-A5C2-717CBE7A1CD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730768" y="4339584"/>
                  <a:ext cx="3456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319FC99F-29D4-03DD-B39C-5EF68F99F29F}"/>
              </a:ext>
            </a:extLst>
          </p:cNvPr>
          <p:cNvGrpSpPr/>
          <p:nvPr/>
        </p:nvGrpSpPr>
        <p:grpSpPr>
          <a:xfrm>
            <a:off x="7897248" y="4386024"/>
            <a:ext cx="307440" cy="161280"/>
            <a:chOff x="7897248" y="4386024"/>
            <a:chExt cx="307440" cy="16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5279BDAD-6726-9A97-3D9A-790DDC4F89E5}"/>
                    </a:ext>
                  </a:extLst>
                </p14:cNvPr>
                <p14:cNvContentPartPr/>
                <p14:nvPr/>
              </p14:nvContentPartPr>
              <p14:xfrm>
                <a:off x="7897248" y="4454424"/>
                <a:ext cx="307440" cy="9288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5279BDAD-6726-9A97-3D9A-790DDC4F89E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888248" y="4445424"/>
                  <a:ext cx="3250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13A04954-59C1-66A5-C11F-12A21B35C087}"/>
                    </a:ext>
                  </a:extLst>
                </p14:cNvPr>
                <p14:cNvContentPartPr/>
                <p14:nvPr/>
              </p14:nvContentPartPr>
              <p14:xfrm>
                <a:off x="8088768" y="4386024"/>
                <a:ext cx="48960" cy="183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13A04954-59C1-66A5-C11F-12A21B35C08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080128" y="4377384"/>
                  <a:ext cx="6660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54432F6A-52A7-C635-1235-D5C6C96336C7}"/>
              </a:ext>
            </a:extLst>
          </p:cNvPr>
          <p:cNvGrpSpPr/>
          <p:nvPr/>
        </p:nvGrpSpPr>
        <p:grpSpPr>
          <a:xfrm>
            <a:off x="8638488" y="4364064"/>
            <a:ext cx="855720" cy="210960"/>
            <a:chOff x="8638488" y="4364064"/>
            <a:chExt cx="855720" cy="21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B9EC9F4E-3677-20AA-4316-639162038918}"/>
                    </a:ext>
                  </a:extLst>
                </p14:cNvPr>
                <p14:cNvContentPartPr/>
                <p14:nvPr/>
              </p14:nvContentPartPr>
              <p14:xfrm>
                <a:off x="8638488" y="4468104"/>
                <a:ext cx="228240" cy="1004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B9EC9F4E-3677-20AA-4316-639162038918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629848" y="4459104"/>
                  <a:ext cx="2458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2922C2A7-820D-5B19-1FD2-2CF42A317981}"/>
                    </a:ext>
                  </a:extLst>
                </p14:cNvPr>
                <p14:cNvContentPartPr/>
                <p14:nvPr/>
              </p14:nvContentPartPr>
              <p14:xfrm>
                <a:off x="8982648" y="4364064"/>
                <a:ext cx="511560" cy="2109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2922C2A7-820D-5B19-1FD2-2CF42A317981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974008" y="4355064"/>
                  <a:ext cx="529200" cy="22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ECD5CFB0-324D-8D07-A195-8EFBBD61CAC7}"/>
              </a:ext>
            </a:extLst>
          </p:cNvPr>
          <p:cNvGrpSpPr/>
          <p:nvPr/>
        </p:nvGrpSpPr>
        <p:grpSpPr>
          <a:xfrm>
            <a:off x="10062288" y="4433904"/>
            <a:ext cx="859320" cy="167760"/>
            <a:chOff x="10062288" y="4433904"/>
            <a:chExt cx="859320" cy="16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D4B4B76D-8342-5AFC-EB21-BCEA4CB5ADC2}"/>
                    </a:ext>
                  </a:extLst>
                </p14:cNvPr>
                <p14:cNvContentPartPr/>
                <p14:nvPr/>
              </p14:nvContentPartPr>
              <p14:xfrm>
                <a:off x="10062288" y="4458384"/>
                <a:ext cx="95040" cy="957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D4B4B76D-8342-5AFC-EB21-BCEA4CB5ADC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053648" y="4449744"/>
                  <a:ext cx="11268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CADA75E2-C36C-668C-D54E-F6DC42463E33}"/>
                    </a:ext>
                  </a:extLst>
                </p14:cNvPr>
                <p14:cNvContentPartPr/>
                <p14:nvPr/>
              </p14:nvContentPartPr>
              <p14:xfrm>
                <a:off x="10291968" y="4535784"/>
                <a:ext cx="212760" cy="244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CADA75E2-C36C-668C-D54E-F6DC42463E33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0282968" y="4526784"/>
                  <a:ext cx="2304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775F4879-9EC9-B7F2-9599-C8F00B3B0669}"/>
                    </a:ext>
                  </a:extLst>
                </p14:cNvPr>
                <p14:cNvContentPartPr/>
                <p14:nvPr/>
              </p14:nvContentPartPr>
              <p14:xfrm>
                <a:off x="10630008" y="4433904"/>
                <a:ext cx="20880" cy="1677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775F4879-9EC9-B7F2-9599-C8F00B3B0669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0621368" y="4425264"/>
                  <a:ext cx="385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CA2AF816-483C-D05B-A1F1-F865AE7F9883}"/>
                    </a:ext>
                  </a:extLst>
                </p14:cNvPr>
                <p14:cNvContentPartPr/>
                <p14:nvPr/>
              </p14:nvContentPartPr>
              <p14:xfrm>
                <a:off x="10773288" y="4437864"/>
                <a:ext cx="148320" cy="1281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CA2AF816-483C-D05B-A1F1-F865AE7F9883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764288" y="4429224"/>
                  <a:ext cx="165960" cy="145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B7FDF92F-7620-1866-D26E-6AB65971F3B8}"/>
                  </a:ext>
                </a:extLst>
              </p14:cNvPr>
              <p14:cNvContentPartPr/>
              <p14:nvPr/>
            </p14:nvContentPartPr>
            <p14:xfrm>
              <a:off x="10985328" y="4886424"/>
              <a:ext cx="17280" cy="3096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B7FDF92F-7620-1866-D26E-6AB65971F3B8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10976688" y="4877424"/>
                <a:ext cx="34920" cy="48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1" name="Group 260">
            <a:extLst>
              <a:ext uri="{FF2B5EF4-FFF2-40B4-BE49-F238E27FC236}">
                <a16:creationId xmlns:a16="http://schemas.microsoft.com/office/drawing/2014/main" id="{9ECC64C5-868E-5B7B-601D-584D177C41D1}"/>
              </a:ext>
            </a:extLst>
          </p:cNvPr>
          <p:cNvGrpSpPr/>
          <p:nvPr/>
        </p:nvGrpSpPr>
        <p:grpSpPr>
          <a:xfrm>
            <a:off x="4235688" y="4818384"/>
            <a:ext cx="470520" cy="232560"/>
            <a:chOff x="4235688" y="4818384"/>
            <a:chExt cx="47052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417EED01-74CA-5143-EED2-D83786C84FD2}"/>
                    </a:ext>
                  </a:extLst>
                </p14:cNvPr>
                <p14:cNvContentPartPr/>
                <p14:nvPr/>
              </p14:nvContentPartPr>
              <p14:xfrm>
                <a:off x="4235688" y="4818384"/>
                <a:ext cx="308880" cy="2325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417EED01-74CA-5143-EED2-D83786C84FD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4227048" y="4809384"/>
                  <a:ext cx="3265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83213BF5-76A9-18E8-8BF7-6662A0F72BB7}"/>
                    </a:ext>
                  </a:extLst>
                </p14:cNvPr>
                <p14:cNvContentPartPr/>
                <p14:nvPr/>
              </p14:nvContentPartPr>
              <p14:xfrm>
                <a:off x="4691448" y="4939344"/>
                <a:ext cx="14760" cy="241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83213BF5-76A9-18E8-8BF7-6662A0F72BB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4682808" y="4930344"/>
                  <a:ext cx="3240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8A8F2C90-B7A1-88A4-31DB-93F7FD3F2847}"/>
              </a:ext>
            </a:extLst>
          </p:cNvPr>
          <p:cNvGrpSpPr/>
          <p:nvPr/>
        </p:nvGrpSpPr>
        <p:grpSpPr>
          <a:xfrm>
            <a:off x="5498928" y="4815504"/>
            <a:ext cx="1156680" cy="221040"/>
            <a:chOff x="5498928" y="4815504"/>
            <a:chExt cx="1156680" cy="22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07D91771-EEDD-9794-42E1-C6C8C2EDAEF2}"/>
                    </a:ext>
                  </a:extLst>
                </p14:cNvPr>
                <p14:cNvContentPartPr/>
                <p14:nvPr/>
              </p14:nvContentPartPr>
              <p14:xfrm>
                <a:off x="5498928" y="4860864"/>
                <a:ext cx="193680" cy="17568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07D91771-EEDD-9794-42E1-C6C8C2EDAEF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490288" y="4851864"/>
                  <a:ext cx="2113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CD775890-F5A0-DBE0-F4DC-B961EA04B3AA}"/>
                    </a:ext>
                  </a:extLst>
                </p14:cNvPr>
                <p14:cNvContentPartPr/>
                <p14:nvPr/>
              </p14:nvContentPartPr>
              <p14:xfrm>
                <a:off x="5882688" y="4914864"/>
                <a:ext cx="389520" cy="640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CD775890-F5A0-DBE0-F4DC-B961EA04B3AA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5873688" y="4906224"/>
                  <a:ext cx="4071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A0A8AA38-4C52-4454-50A0-2B6563214358}"/>
                    </a:ext>
                  </a:extLst>
                </p14:cNvPr>
                <p14:cNvContentPartPr/>
                <p14:nvPr/>
              </p14:nvContentPartPr>
              <p14:xfrm>
                <a:off x="6286248" y="4865184"/>
                <a:ext cx="1800" cy="334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A0A8AA38-4C52-4454-50A0-2B656321435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277248" y="4856184"/>
                  <a:ext cx="1944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E81F596A-56BB-848F-C488-DF95D0C63FD7}"/>
                    </a:ext>
                  </a:extLst>
                </p14:cNvPr>
                <p14:cNvContentPartPr/>
                <p14:nvPr/>
              </p14:nvContentPartPr>
              <p14:xfrm>
                <a:off x="6365808" y="4815504"/>
                <a:ext cx="289800" cy="1944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E81F596A-56BB-848F-C488-DF95D0C63FD7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356808" y="4806864"/>
                  <a:ext cx="307440" cy="21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70" name="Ink 269">
                <a:extLst>
                  <a:ext uri="{FF2B5EF4-FFF2-40B4-BE49-F238E27FC236}">
                    <a16:creationId xmlns:a16="http://schemas.microsoft.com/office/drawing/2014/main" id="{EC37EC20-28B5-7E83-69E1-89042951E31B}"/>
                  </a:ext>
                </a:extLst>
              </p14:cNvPr>
              <p14:cNvContentPartPr/>
              <p14:nvPr/>
            </p14:nvContentPartPr>
            <p14:xfrm>
              <a:off x="9469728" y="5052384"/>
              <a:ext cx="457920" cy="14040"/>
            </p14:xfrm>
          </p:contentPart>
        </mc:Choice>
        <mc:Fallback xmlns="">
          <p:pic>
            <p:nvPicPr>
              <p:cNvPr id="270" name="Ink 269">
                <a:extLst>
                  <a:ext uri="{FF2B5EF4-FFF2-40B4-BE49-F238E27FC236}">
                    <a16:creationId xmlns:a16="http://schemas.microsoft.com/office/drawing/2014/main" id="{EC37EC20-28B5-7E83-69E1-89042951E31B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9460728" y="5043744"/>
                <a:ext cx="475560" cy="31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4" name="Group 273">
            <a:extLst>
              <a:ext uri="{FF2B5EF4-FFF2-40B4-BE49-F238E27FC236}">
                <a16:creationId xmlns:a16="http://schemas.microsoft.com/office/drawing/2014/main" id="{2AF7C1DD-2665-B8AA-5E13-5E319110C374}"/>
              </a:ext>
            </a:extLst>
          </p:cNvPr>
          <p:cNvGrpSpPr/>
          <p:nvPr/>
        </p:nvGrpSpPr>
        <p:grpSpPr>
          <a:xfrm>
            <a:off x="10243368" y="4938984"/>
            <a:ext cx="485280" cy="215280"/>
            <a:chOff x="10243368" y="4938984"/>
            <a:chExt cx="485280" cy="21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EED165C6-3BAC-1DD3-A3F9-53421023229C}"/>
                    </a:ext>
                  </a:extLst>
                </p14:cNvPr>
                <p14:cNvContentPartPr/>
                <p14:nvPr/>
              </p14:nvContentPartPr>
              <p14:xfrm>
                <a:off x="10243368" y="4972104"/>
                <a:ext cx="122760" cy="15840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EED165C6-3BAC-1DD3-A3F9-53421023229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234368" y="4963104"/>
                  <a:ext cx="1404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16B1B174-CDA9-1FAD-DE1E-B300639F08D2}"/>
                    </a:ext>
                  </a:extLst>
                </p14:cNvPr>
                <p14:cNvContentPartPr/>
                <p14:nvPr/>
              </p14:nvContentPartPr>
              <p14:xfrm>
                <a:off x="10489248" y="5052024"/>
                <a:ext cx="17280" cy="2196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16B1B174-CDA9-1FAD-DE1E-B300639F08D2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480248" y="5043024"/>
                  <a:ext cx="349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F609EF6D-AE8D-B328-2523-8F58FD433934}"/>
                    </a:ext>
                  </a:extLst>
                </p14:cNvPr>
                <p14:cNvContentPartPr/>
                <p14:nvPr/>
              </p14:nvContentPartPr>
              <p14:xfrm>
                <a:off x="10646208" y="4938984"/>
                <a:ext cx="82440" cy="2152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F609EF6D-AE8D-B328-2523-8F58FD43393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637568" y="4929984"/>
                  <a:ext cx="100080" cy="23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29FE46CC-AFF1-EAD1-2CD0-4B013D45448D}"/>
              </a:ext>
            </a:extLst>
          </p:cNvPr>
          <p:cNvGrpSpPr/>
          <p:nvPr/>
        </p:nvGrpSpPr>
        <p:grpSpPr>
          <a:xfrm>
            <a:off x="5591808" y="5185224"/>
            <a:ext cx="848880" cy="430560"/>
            <a:chOff x="5591808" y="5185224"/>
            <a:chExt cx="84888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C98A315A-DCDF-0518-1B71-394D56841209}"/>
                    </a:ext>
                  </a:extLst>
                </p14:cNvPr>
                <p14:cNvContentPartPr/>
                <p14:nvPr/>
              </p14:nvContentPartPr>
              <p14:xfrm>
                <a:off x="5591808" y="5216904"/>
                <a:ext cx="102240" cy="21924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C98A315A-DCDF-0518-1B71-394D56841209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582808" y="5207904"/>
                  <a:ext cx="11988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FB825F57-7E5A-E70F-B50C-21ADEF989CDD}"/>
                    </a:ext>
                  </a:extLst>
                </p14:cNvPr>
                <p14:cNvContentPartPr/>
                <p14:nvPr/>
              </p14:nvContentPartPr>
              <p14:xfrm>
                <a:off x="5789448" y="5185224"/>
                <a:ext cx="322920" cy="28764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FB825F57-7E5A-E70F-B50C-21ADEF989CDD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5780448" y="5176224"/>
                  <a:ext cx="3405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C0EC341E-7F1D-EF45-B50F-38890509413E}"/>
                    </a:ext>
                  </a:extLst>
                </p14:cNvPr>
                <p14:cNvContentPartPr/>
                <p14:nvPr/>
              </p14:nvContentPartPr>
              <p14:xfrm>
                <a:off x="6127848" y="5331744"/>
                <a:ext cx="18000" cy="270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C0EC341E-7F1D-EF45-B50F-38890509413E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119208" y="5323104"/>
                  <a:ext cx="356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CE36DAE4-D2E6-5120-C89B-F9334CA0D906}"/>
                    </a:ext>
                  </a:extLst>
                </p14:cNvPr>
                <p14:cNvContentPartPr/>
                <p14:nvPr/>
              </p14:nvContentPartPr>
              <p14:xfrm>
                <a:off x="6163488" y="5257944"/>
                <a:ext cx="198360" cy="3578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CE36DAE4-D2E6-5120-C89B-F9334CA0D90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154488" y="5248944"/>
                  <a:ext cx="216000" cy="37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D8BB2C2C-10F5-209B-3AD3-A9A17DAC108E}"/>
                    </a:ext>
                  </a:extLst>
                </p14:cNvPr>
                <p14:cNvContentPartPr/>
                <p14:nvPr/>
              </p14:nvContentPartPr>
              <p14:xfrm>
                <a:off x="6275448" y="5498424"/>
                <a:ext cx="165240" cy="1908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D8BB2C2C-10F5-209B-3AD3-A9A17DAC108E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6266448" y="5489784"/>
                  <a:ext cx="18288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7699D24D-A804-5B1B-6B51-5A0B4483068B}"/>
              </a:ext>
            </a:extLst>
          </p:cNvPr>
          <p:cNvGrpSpPr/>
          <p:nvPr/>
        </p:nvGrpSpPr>
        <p:grpSpPr>
          <a:xfrm>
            <a:off x="7453008" y="4824864"/>
            <a:ext cx="1414080" cy="784080"/>
            <a:chOff x="7453008" y="4824864"/>
            <a:chExt cx="1414080" cy="78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540D54C9-32E6-DFE7-B453-CFED5970EBE6}"/>
                    </a:ext>
                  </a:extLst>
                </p14:cNvPr>
                <p14:cNvContentPartPr/>
                <p14:nvPr/>
              </p14:nvContentPartPr>
              <p14:xfrm>
                <a:off x="7453008" y="4824864"/>
                <a:ext cx="198360" cy="17496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540D54C9-32E6-DFE7-B453-CFED5970EBE6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444008" y="4816224"/>
                  <a:ext cx="2160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54DF66E6-73FD-1E12-5699-B3BA4104C2A7}"/>
                    </a:ext>
                  </a:extLst>
                </p14:cNvPr>
                <p14:cNvContentPartPr/>
                <p14:nvPr/>
              </p14:nvContentPartPr>
              <p14:xfrm>
                <a:off x="7672968" y="4908024"/>
                <a:ext cx="1440" cy="36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54DF66E6-73FD-1E12-5699-B3BA4104C2A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664328" y="4899384"/>
                  <a:ext cx="190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5F3E86F7-AF78-B280-2B60-AD3421016489}"/>
                    </a:ext>
                  </a:extLst>
                </p14:cNvPr>
                <p14:cNvContentPartPr/>
                <p14:nvPr/>
              </p14:nvContentPartPr>
              <p14:xfrm>
                <a:off x="7685928" y="4945464"/>
                <a:ext cx="42480" cy="658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5F3E86F7-AF78-B280-2B60-AD3421016489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7676928" y="4936824"/>
                  <a:ext cx="6012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6141216A-41C6-ABEB-DCDC-AB5AE74E0E74}"/>
                    </a:ext>
                  </a:extLst>
                </p14:cNvPr>
                <p14:cNvContentPartPr/>
                <p14:nvPr/>
              </p14:nvContentPartPr>
              <p14:xfrm>
                <a:off x="7669368" y="4922064"/>
                <a:ext cx="112320" cy="10728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6141216A-41C6-ABEB-DCDC-AB5AE74E0E74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7660728" y="4913064"/>
                  <a:ext cx="1299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49FE7738-F89D-6FD1-54FC-0698EE630646}"/>
                    </a:ext>
                  </a:extLst>
                </p14:cNvPr>
                <p14:cNvContentPartPr/>
                <p14:nvPr/>
              </p14:nvContentPartPr>
              <p14:xfrm>
                <a:off x="7876728" y="4897944"/>
                <a:ext cx="295920" cy="2854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49FE7738-F89D-6FD1-54FC-0698EE630646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7867728" y="4889304"/>
                  <a:ext cx="31356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47283081-3DD7-832E-10A7-625CDF543653}"/>
                    </a:ext>
                  </a:extLst>
                </p14:cNvPr>
                <p14:cNvContentPartPr/>
                <p14:nvPr/>
              </p14:nvContentPartPr>
              <p14:xfrm>
                <a:off x="8232408" y="4920624"/>
                <a:ext cx="101520" cy="2466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47283081-3DD7-832E-10A7-625CDF543653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8223768" y="4911984"/>
                  <a:ext cx="11916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995A7B51-F937-6768-7FB9-5A3F0845D6D4}"/>
                    </a:ext>
                  </a:extLst>
                </p14:cNvPr>
                <p14:cNvContentPartPr/>
                <p14:nvPr/>
              </p14:nvContentPartPr>
              <p14:xfrm>
                <a:off x="8387208" y="4994784"/>
                <a:ext cx="479880" cy="997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995A7B51-F937-6768-7FB9-5A3F0845D6D4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8378568" y="4985784"/>
                  <a:ext cx="49752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D5361503-50F6-0A55-4544-AD2AE51DA100}"/>
                    </a:ext>
                  </a:extLst>
                </p14:cNvPr>
                <p14:cNvContentPartPr/>
                <p14:nvPr/>
              </p14:nvContentPartPr>
              <p14:xfrm>
                <a:off x="7510608" y="5332104"/>
                <a:ext cx="13320" cy="8748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D5361503-50F6-0A55-4544-AD2AE51DA100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7501968" y="5323104"/>
                  <a:ext cx="3096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EC46BA1D-36E7-29E4-0284-A22587AC13FF}"/>
                    </a:ext>
                  </a:extLst>
                </p14:cNvPr>
                <p14:cNvContentPartPr/>
                <p14:nvPr/>
              </p14:nvContentPartPr>
              <p14:xfrm>
                <a:off x="7514568" y="5251464"/>
                <a:ext cx="14760" cy="298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EC46BA1D-36E7-29E4-0284-A22587AC13FF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7505568" y="5242824"/>
                  <a:ext cx="324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282CB93D-B584-4BCF-2388-F0606DAAA48C}"/>
                    </a:ext>
                  </a:extLst>
                </p14:cNvPr>
                <p14:cNvContentPartPr/>
                <p14:nvPr/>
              </p14:nvContentPartPr>
              <p14:xfrm>
                <a:off x="7577928" y="5374584"/>
                <a:ext cx="367920" cy="2343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282CB93D-B584-4BCF-2388-F0606DAAA48C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7568928" y="5365944"/>
                  <a:ext cx="3855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66777D1B-13E1-0EFA-99FE-C2978C9CB44D}"/>
                    </a:ext>
                  </a:extLst>
                </p14:cNvPr>
                <p14:cNvContentPartPr/>
                <p14:nvPr/>
              </p14:nvContentPartPr>
              <p14:xfrm>
                <a:off x="7987248" y="5390064"/>
                <a:ext cx="97200" cy="608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66777D1B-13E1-0EFA-99FE-C2978C9CB44D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7978248" y="5381424"/>
                  <a:ext cx="11484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FD6E146C-C531-4624-175B-E4D6C05393E4}"/>
                    </a:ext>
                  </a:extLst>
                </p14:cNvPr>
                <p14:cNvContentPartPr/>
                <p14:nvPr/>
              </p14:nvContentPartPr>
              <p14:xfrm>
                <a:off x="8135208" y="5395824"/>
                <a:ext cx="149400" cy="6984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FD6E146C-C531-4624-175B-E4D6C05393E4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8126208" y="5386824"/>
                  <a:ext cx="16704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D3E444B5-30CD-01EF-F0DE-CC47A541E3E6}"/>
                    </a:ext>
                  </a:extLst>
                </p14:cNvPr>
                <p14:cNvContentPartPr/>
                <p14:nvPr/>
              </p14:nvContentPartPr>
              <p14:xfrm>
                <a:off x="8340048" y="5407704"/>
                <a:ext cx="129240" cy="8388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D3E444B5-30CD-01EF-F0DE-CC47A541E3E6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8331408" y="5398704"/>
                  <a:ext cx="14688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4FFCB4DB-9743-875E-C475-F6667B7651F7}"/>
                    </a:ext>
                  </a:extLst>
                </p14:cNvPr>
                <p14:cNvContentPartPr/>
                <p14:nvPr/>
              </p14:nvContentPartPr>
              <p14:xfrm>
                <a:off x="8539488" y="5373504"/>
                <a:ext cx="4320" cy="115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4FFCB4DB-9743-875E-C475-F6667B7651F7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8530488" y="5364504"/>
                  <a:ext cx="219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2D6FBBF3-10C8-DC2B-3D37-5BC51F3EC76F}"/>
                    </a:ext>
                  </a:extLst>
                </p14:cNvPr>
                <p14:cNvContentPartPr/>
                <p14:nvPr/>
              </p14:nvContentPartPr>
              <p14:xfrm>
                <a:off x="8616528" y="5414544"/>
                <a:ext cx="223200" cy="680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2D6FBBF3-10C8-DC2B-3D37-5BC51F3EC76F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8607888" y="5405904"/>
                  <a:ext cx="240840" cy="85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7">
            <p14:nvContentPartPr>
              <p14:cNvPr id="289" name="Ink 288">
                <a:extLst>
                  <a:ext uri="{FF2B5EF4-FFF2-40B4-BE49-F238E27FC236}">
                    <a16:creationId xmlns:a16="http://schemas.microsoft.com/office/drawing/2014/main" id="{9FD64BB0-A1A8-1A8A-2B76-ACC9049A10D1}"/>
                  </a:ext>
                </a:extLst>
              </p14:cNvPr>
              <p14:cNvContentPartPr/>
              <p14:nvPr/>
            </p14:nvContentPartPr>
            <p14:xfrm>
              <a:off x="9448128" y="5479344"/>
              <a:ext cx="464040" cy="32400"/>
            </p14:xfrm>
          </p:contentPart>
        </mc:Choice>
        <mc:Fallback xmlns="">
          <p:pic>
            <p:nvPicPr>
              <p:cNvPr id="289" name="Ink 288">
                <a:extLst>
                  <a:ext uri="{FF2B5EF4-FFF2-40B4-BE49-F238E27FC236}">
                    <a16:creationId xmlns:a16="http://schemas.microsoft.com/office/drawing/2014/main" id="{9FD64BB0-A1A8-1A8A-2B76-ACC9049A10D1}"/>
                  </a:ext>
                </a:extLst>
              </p:cNvPr>
              <p:cNvPicPr/>
              <p:nvPr/>
            </p:nvPicPr>
            <p:blipFill>
              <a:blip r:embed="rId458"/>
              <a:stretch>
                <a:fillRect/>
              </a:stretch>
            </p:blipFill>
            <p:spPr>
              <a:xfrm>
                <a:off x="9439488" y="5470704"/>
                <a:ext cx="481680" cy="5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98" name="Group 297">
            <a:extLst>
              <a:ext uri="{FF2B5EF4-FFF2-40B4-BE49-F238E27FC236}">
                <a16:creationId xmlns:a16="http://schemas.microsoft.com/office/drawing/2014/main" id="{3456CA8B-0E40-DA18-42D8-CD94EF831F3C}"/>
              </a:ext>
            </a:extLst>
          </p:cNvPr>
          <p:cNvGrpSpPr/>
          <p:nvPr/>
        </p:nvGrpSpPr>
        <p:grpSpPr>
          <a:xfrm>
            <a:off x="10333008" y="5358024"/>
            <a:ext cx="978840" cy="232920"/>
            <a:chOff x="10333008" y="5358024"/>
            <a:chExt cx="978840" cy="23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26777310-DD5F-0404-5DE6-C3B3900E31B6}"/>
                    </a:ext>
                  </a:extLst>
                </p14:cNvPr>
                <p14:cNvContentPartPr/>
                <p14:nvPr/>
              </p14:nvContentPartPr>
              <p14:xfrm>
                <a:off x="10333008" y="5358024"/>
                <a:ext cx="82440" cy="1540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26777310-DD5F-0404-5DE6-C3B3900E31B6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10324008" y="5349024"/>
                  <a:ext cx="1000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92BDE037-9D89-6787-A47C-65CF38377870}"/>
                    </a:ext>
                  </a:extLst>
                </p14:cNvPr>
                <p14:cNvContentPartPr/>
                <p14:nvPr/>
              </p14:nvContentPartPr>
              <p14:xfrm>
                <a:off x="10414728" y="5365584"/>
                <a:ext cx="82800" cy="176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92BDE037-9D89-6787-A47C-65CF38377870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10406088" y="5356584"/>
                  <a:ext cx="1004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A4D523EE-6F31-AF4B-1063-BB54EAAA9BDC}"/>
                    </a:ext>
                  </a:extLst>
                </p14:cNvPr>
                <p14:cNvContentPartPr/>
                <p14:nvPr/>
              </p14:nvContentPartPr>
              <p14:xfrm>
                <a:off x="10574928" y="5455224"/>
                <a:ext cx="21600" cy="234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A4D523EE-6F31-AF4B-1063-BB54EAAA9BDC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10566288" y="5446224"/>
                  <a:ext cx="392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06533E2D-3901-0171-4ECA-EE70211851CD}"/>
                    </a:ext>
                  </a:extLst>
                </p14:cNvPr>
                <p14:cNvContentPartPr/>
                <p14:nvPr/>
              </p14:nvContentPartPr>
              <p14:xfrm>
                <a:off x="10709928" y="5398704"/>
                <a:ext cx="40320" cy="3420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06533E2D-3901-0171-4ECA-EE70211851CD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0700928" y="5389704"/>
                  <a:ext cx="5796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96320601-5D8E-13CC-1322-A0B793045E6B}"/>
                    </a:ext>
                  </a:extLst>
                </p14:cNvPr>
                <p14:cNvContentPartPr/>
                <p14:nvPr/>
              </p14:nvContentPartPr>
              <p14:xfrm>
                <a:off x="10745928" y="5408784"/>
                <a:ext cx="84960" cy="1364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96320601-5D8E-13CC-1322-A0B793045E6B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10736928" y="5400144"/>
                  <a:ext cx="10260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C7BFA732-B1E0-4A7C-19D9-C9F4DAF6EA27}"/>
                    </a:ext>
                  </a:extLst>
                </p14:cNvPr>
                <p14:cNvContentPartPr/>
                <p14:nvPr/>
              </p14:nvContentPartPr>
              <p14:xfrm>
                <a:off x="10945368" y="5450544"/>
                <a:ext cx="55800" cy="1404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C7BFA732-B1E0-4A7C-19D9-C9F4DAF6EA27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10936368" y="5441904"/>
                  <a:ext cx="734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4E2EFA19-D928-3F11-5C91-08E4645D94BD}"/>
                    </a:ext>
                  </a:extLst>
                </p14:cNvPr>
                <p14:cNvContentPartPr/>
                <p14:nvPr/>
              </p14:nvContentPartPr>
              <p14:xfrm>
                <a:off x="11162088" y="5417784"/>
                <a:ext cx="149760" cy="2016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4E2EFA19-D928-3F11-5C91-08E4645D94BD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11153448" y="5408784"/>
                  <a:ext cx="16740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0C3776C8-CEA3-4BBE-F6D2-41E4C599E5FB}"/>
              </a:ext>
            </a:extLst>
          </p:cNvPr>
          <p:cNvGrpSpPr/>
          <p:nvPr/>
        </p:nvGrpSpPr>
        <p:grpSpPr>
          <a:xfrm>
            <a:off x="7664328" y="5673384"/>
            <a:ext cx="622440" cy="180720"/>
            <a:chOff x="7664328" y="5673384"/>
            <a:chExt cx="622440" cy="18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727D9FC9-FFE3-6BC8-F19B-282FFA539BB1}"/>
                    </a:ext>
                  </a:extLst>
                </p14:cNvPr>
                <p14:cNvContentPartPr/>
                <p14:nvPr/>
              </p14:nvContentPartPr>
              <p14:xfrm>
                <a:off x="7664328" y="5673384"/>
                <a:ext cx="109440" cy="1634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727D9FC9-FFE3-6BC8-F19B-282FFA539BB1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7655688" y="5664384"/>
                  <a:ext cx="1270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109E2C43-C122-4DBA-048F-0F25956DD917}"/>
                    </a:ext>
                  </a:extLst>
                </p14:cNvPr>
                <p14:cNvContentPartPr/>
                <p14:nvPr/>
              </p14:nvContentPartPr>
              <p14:xfrm>
                <a:off x="7884288" y="5767704"/>
                <a:ext cx="41400" cy="4500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109E2C43-C122-4DBA-048F-0F25956DD917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7875648" y="5758704"/>
                  <a:ext cx="590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6AA7F7DF-BFFA-3256-5F74-78D57BBAEDC0}"/>
                    </a:ext>
                  </a:extLst>
                </p14:cNvPr>
                <p14:cNvContentPartPr/>
                <p14:nvPr/>
              </p14:nvContentPartPr>
              <p14:xfrm>
                <a:off x="8005248" y="5755824"/>
                <a:ext cx="281520" cy="9828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6AA7F7DF-BFFA-3256-5F74-78D57BBAEDC0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7996608" y="5746824"/>
                  <a:ext cx="299160" cy="11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9">
            <p14:nvContentPartPr>
              <p14:cNvPr id="304" name="Ink 303">
                <a:extLst>
                  <a:ext uri="{FF2B5EF4-FFF2-40B4-BE49-F238E27FC236}">
                    <a16:creationId xmlns:a16="http://schemas.microsoft.com/office/drawing/2014/main" id="{622B8F8D-338F-2162-23DB-1E6D787324C8}"/>
                  </a:ext>
                </a:extLst>
              </p14:cNvPr>
              <p14:cNvContentPartPr/>
              <p14:nvPr/>
            </p14:nvContentPartPr>
            <p14:xfrm>
              <a:off x="9456048" y="5897664"/>
              <a:ext cx="223560" cy="38880"/>
            </p14:xfrm>
          </p:contentPart>
        </mc:Choice>
        <mc:Fallback xmlns="">
          <p:pic>
            <p:nvPicPr>
              <p:cNvPr id="304" name="Ink 303">
                <a:extLst>
                  <a:ext uri="{FF2B5EF4-FFF2-40B4-BE49-F238E27FC236}">
                    <a16:creationId xmlns:a16="http://schemas.microsoft.com/office/drawing/2014/main" id="{622B8F8D-338F-2162-23DB-1E6D787324C8}"/>
                  </a:ext>
                </a:extLst>
              </p:cNvPr>
              <p:cNvPicPr/>
              <p:nvPr/>
            </p:nvPicPr>
            <p:blipFill>
              <a:blip r:embed="rId480"/>
              <a:stretch>
                <a:fillRect/>
              </a:stretch>
            </p:blipFill>
            <p:spPr>
              <a:xfrm>
                <a:off x="9447048" y="5889024"/>
                <a:ext cx="241200" cy="56520"/>
              </a:xfrm>
              <a:prstGeom prst="rect">
                <a:avLst/>
              </a:prstGeom>
            </p:spPr>
          </p:pic>
        </mc:Fallback>
      </mc:AlternateContent>
      <p:grpSp>
        <p:nvGrpSpPr>
          <p:cNvPr id="313" name="Group 312">
            <a:extLst>
              <a:ext uri="{FF2B5EF4-FFF2-40B4-BE49-F238E27FC236}">
                <a16:creationId xmlns:a16="http://schemas.microsoft.com/office/drawing/2014/main" id="{9EC19D0A-E89D-8332-0EF4-83CD2FBD92DE}"/>
              </a:ext>
            </a:extLst>
          </p:cNvPr>
          <p:cNvGrpSpPr/>
          <p:nvPr/>
        </p:nvGrpSpPr>
        <p:grpSpPr>
          <a:xfrm>
            <a:off x="10250928" y="5764824"/>
            <a:ext cx="941760" cy="214920"/>
            <a:chOff x="10250928" y="5764824"/>
            <a:chExt cx="941760" cy="21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D43D74D8-E3FD-A34E-BA67-09CF6676A22A}"/>
                    </a:ext>
                  </a:extLst>
                </p14:cNvPr>
                <p14:cNvContentPartPr/>
                <p14:nvPr/>
              </p14:nvContentPartPr>
              <p14:xfrm>
                <a:off x="10250928" y="5764824"/>
                <a:ext cx="142200" cy="1695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D43D74D8-E3FD-A34E-BA67-09CF6676A22A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10241928" y="5755824"/>
                  <a:ext cx="1598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EA776A98-7080-4E92-D214-551406E04CBA}"/>
                    </a:ext>
                  </a:extLst>
                </p14:cNvPr>
                <p14:cNvContentPartPr/>
                <p14:nvPr/>
              </p14:nvContentPartPr>
              <p14:xfrm>
                <a:off x="10534608" y="5873184"/>
                <a:ext cx="17640" cy="280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EA776A98-7080-4E92-D214-551406E04CBA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10525968" y="5864184"/>
                  <a:ext cx="352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D5F299D2-1F63-295E-0206-A3F34AF9831C}"/>
                    </a:ext>
                  </a:extLst>
                </p14:cNvPr>
                <p14:cNvContentPartPr/>
                <p14:nvPr/>
              </p14:nvContentPartPr>
              <p14:xfrm>
                <a:off x="10704168" y="5800104"/>
                <a:ext cx="81360" cy="1695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D5F299D2-1F63-295E-0206-A3F34AF9831C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10695528" y="5791104"/>
                  <a:ext cx="990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85CF0A5F-B7FA-C0C6-9CDE-A877C5D92BED}"/>
                    </a:ext>
                  </a:extLst>
                </p14:cNvPr>
                <p14:cNvContentPartPr/>
                <p14:nvPr/>
              </p14:nvContentPartPr>
              <p14:xfrm>
                <a:off x="10924128" y="5835744"/>
                <a:ext cx="56520" cy="14400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85CF0A5F-B7FA-C0C6-9CDE-A877C5D92BED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10915488" y="5827104"/>
                  <a:ext cx="741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7525182E-8EC3-C0FA-41C5-499ED1022217}"/>
                    </a:ext>
                  </a:extLst>
                </p14:cNvPr>
                <p14:cNvContentPartPr/>
                <p14:nvPr/>
              </p14:nvContentPartPr>
              <p14:xfrm>
                <a:off x="11090448" y="5876424"/>
                <a:ext cx="102240" cy="2304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7525182E-8EC3-C0FA-41C5-499ED1022217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11081448" y="5867424"/>
                  <a:ext cx="119880" cy="4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A7D24B62-7924-2C91-62A2-5858D87FC251}"/>
              </a:ext>
            </a:extLst>
          </p:cNvPr>
          <p:cNvGrpSpPr/>
          <p:nvPr/>
        </p:nvGrpSpPr>
        <p:grpSpPr>
          <a:xfrm>
            <a:off x="5628528" y="5690304"/>
            <a:ext cx="995040" cy="522720"/>
            <a:chOff x="5628528" y="5690304"/>
            <a:chExt cx="995040" cy="52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334E4768-7866-3C5F-E1CC-DE1C46940A5B}"/>
                    </a:ext>
                  </a:extLst>
                </p14:cNvPr>
                <p14:cNvContentPartPr/>
                <p14:nvPr/>
              </p14:nvContentPartPr>
              <p14:xfrm>
                <a:off x="5628528" y="5742504"/>
                <a:ext cx="657000" cy="1141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334E4768-7866-3C5F-E1CC-DE1C46940A5B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5619888" y="5733864"/>
                  <a:ext cx="67464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304647FB-A468-FAEB-10AA-2BB546C70A22}"/>
                    </a:ext>
                  </a:extLst>
                </p14:cNvPr>
                <p14:cNvContentPartPr/>
                <p14:nvPr/>
              </p14:nvContentPartPr>
              <p14:xfrm>
                <a:off x="6370848" y="5690304"/>
                <a:ext cx="252720" cy="14580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304647FB-A468-FAEB-10AA-2BB546C70A22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6362208" y="5681664"/>
                  <a:ext cx="2703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C805A877-AD70-118F-DDF2-BC359925AF04}"/>
                    </a:ext>
                  </a:extLst>
                </p14:cNvPr>
                <p14:cNvContentPartPr/>
                <p14:nvPr/>
              </p14:nvContentPartPr>
              <p14:xfrm>
                <a:off x="5820408" y="5842584"/>
                <a:ext cx="311040" cy="35676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C805A877-AD70-118F-DDF2-BC359925AF04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5811768" y="5833944"/>
                  <a:ext cx="32868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81633DA7-72A5-01B9-0034-F7FB17A3BB29}"/>
                    </a:ext>
                  </a:extLst>
                </p14:cNvPr>
                <p14:cNvContentPartPr/>
                <p14:nvPr/>
              </p14:nvContentPartPr>
              <p14:xfrm>
                <a:off x="6229008" y="5993424"/>
                <a:ext cx="350640" cy="21960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81633DA7-72A5-01B9-0034-F7FB17A3BB29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6220368" y="5984784"/>
                  <a:ext cx="368280" cy="23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08BF0CDB-DC8F-1769-3E7D-CE7853D45615}"/>
              </a:ext>
            </a:extLst>
          </p:cNvPr>
          <p:cNvGrpSpPr/>
          <p:nvPr/>
        </p:nvGrpSpPr>
        <p:grpSpPr>
          <a:xfrm>
            <a:off x="7438968" y="6070824"/>
            <a:ext cx="1477800" cy="308880"/>
            <a:chOff x="7438968" y="6070824"/>
            <a:chExt cx="1477800" cy="30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FB2E63C5-A49C-D60E-E6E0-04EA8D0F165F}"/>
                    </a:ext>
                  </a:extLst>
                </p14:cNvPr>
                <p14:cNvContentPartPr/>
                <p14:nvPr/>
              </p14:nvContentPartPr>
              <p14:xfrm>
                <a:off x="7438968" y="6081264"/>
                <a:ext cx="371520" cy="2984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FB2E63C5-A49C-D60E-E6E0-04EA8D0F165F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7430328" y="6072624"/>
                  <a:ext cx="38916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37A41B3C-B67E-F321-BEE3-FD9602F3DBBB}"/>
                    </a:ext>
                  </a:extLst>
                </p14:cNvPr>
                <p14:cNvContentPartPr/>
                <p14:nvPr/>
              </p14:nvContentPartPr>
              <p14:xfrm>
                <a:off x="7896528" y="6103224"/>
                <a:ext cx="100440" cy="23220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37A41B3C-B67E-F321-BEE3-FD9602F3DBBB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7887888" y="6094224"/>
                  <a:ext cx="11808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F46B1281-C936-E3F3-DCBD-B75055251BC5}"/>
                    </a:ext>
                  </a:extLst>
                </p14:cNvPr>
                <p14:cNvContentPartPr/>
                <p14:nvPr/>
              </p14:nvContentPartPr>
              <p14:xfrm>
                <a:off x="8056728" y="6168744"/>
                <a:ext cx="81360" cy="2736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F46B1281-C936-E3F3-DCBD-B75055251BC5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8048088" y="6160104"/>
                  <a:ext cx="990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C4679940-54BA-D5B4-5C4B-8E3A65BD1D20}"/>
                    </a:ext>
                  </a:extLst>
                </p14:cNvPr>
                <p14:cNvContentPartPr/>
                <p14:nvPr/>
              </p14:nvContentPartPr>
              <p14:xfrm>
                <a:off x="8182008" y="6155064"/>
                <a:ext cx="133920" cy="6300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C4679940-54BA-D5B4-5C4B-8E3A65BD1D20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8173368" y="6146064"/>
                  <a:ext cx="15156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B792D386-D811-1DC2-F865-ECF2F1362535}"/>
                    </a:ext>
                  </a:extLst>
                </p14:cNvPr>
                <p14:cNvContentPartPr/>
                <p14:nvPr/>
              </p14:nvContentPartPr>
              <p14:xfrm>
                <a:off x="8395488" y="6070824"/>
                <a:ext cx="452520" cy="17172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B792D386-D811-1DC2-F865-ECF2F1362535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8386848" y="6061824"/>
                  <a:ext cx="4701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CBAEEAE7-BDC8-6275-B15C-0A15112C0B2F}"/>
                    </a:ext>
                  </a:extLst>
                </p14:cNvPr>
                <p14:cNvContentPartPr/>
                <p14:nvPr/>
              </p14:nvContentPartPr>
              <p14:xfrm>
                <a:off x="8813088" y="6171984"/>
                <a:ext cx="103680" cy="3240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CBAEEAE7-BDC8-6275-B15C-0A15112C0B2F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8804448" y="6163344"/>
                  <a:ext cx="121320" cy="50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1">
            <p14:nvContentPartPr>
              <p14:cNvPr id="322" name="Ink 321">
                <a:extLst>
                  <a:ext uri="{FF2B5EF4-FFF2-40B4-BE49-F238E27FC236}">
                    <a16:creationId xmlns:a16="http://schemas.microsoft.com/office/drawing/2014/main" id="{6FF6C9D3-A66F-A06B-7A90-67232D11CD7B}"/>
                  </a:ext>
                </a:extLst>
              </p14:cNvPr>
              <p14:cNvContentPartPr/>
              <p14:nvPr/>
            </p14:nvContentPartPr>
            <p14:xfrm>
              <a:off x="9412488" y="6244344"/>
              <a:ext cx="191880" cy="13320"/>
            </p14:xfrm>
          </p:contentPart>
        </mc:Choice>
        <mc:Fallback xmlns="">
          <p:pic>
            <p:nvPicPr>
              <p:cNvPr id="322" name="Ink 321">
                <a:extLst>
                  <a:ext uri="{FF2B5EF4-FFF2-40B4-BE49-F238E27FC236}">
                    <a16:creationId xmlns:a16="http://schemas.microsoft.com/office/drawing/2014/main" id="{6FF6C9D3-A66F-A06B-7A90-67232D11CD7B}"/>
                  </a:ext>
                </a:extLst>
              </p:cNvPr>
              <p:cNvPicPr/>
              <p:nvPr/>
            </p:nvPicPr>
            <p:blipFill>
              <a:blip r:embed="rId512"/>
              <a:stretch>
                <a:fillRect/>
              </a:stretch>
            </p:blipFill>
            <p:spPr>
              <a:xfrm>
                <a:off x="9403488" y="6235344"/>
                <a:ext cx="209520" cy="3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E712196-1003-66CA-0C39-11FA11CBF234}"/>
              </a:ext>
            </a:extLst>
          </p:cNvPr>
          <p:cNvGrpSpPr/>
          <p:nvPr/>
        </p:nvGrpSpPr>
        <p:grpSpPr>
          <a:xfrm>
            <a:off x="10281168" y="6168024"/>
            <a:ext cx="428040" cy="174240"/>
            <a:chOff x="10281168" y="6168024"/>
            <a:chExt cx="428040" cy="17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ED64A939-18CC-6687-26EB-A388C7721872}"/>
                    </a:ext>
                  </a:extLst>
                </p14:cNvPr>
                <p14:cNvContentPartPr/>
                <p14:nvPr/>
              </p14:nvContentPartPr>
              <p14:xfrm>
                <a:off x="10281168" y="6168024"/>
                <a:ext cx="127800" cy="1458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ED64A939-18CC-6687-26EB-A388C7721872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10272528" y="6159384"/>
                  <a:ext cx="14544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E575D7AF-8A55-27E0-82D9-7A607213E7A5}"/>
                    </a:ext>
                  </a:extLst>
                </p14:cNvPr>
                <p14:cNvContentPartPr/>
                <p14:nvPr/>
              </p14:nvContentPartPr>
              <p14:xfrm>
                <a:off x="10508328" y="6218064"/>
                <a:ext cx="1080" cy="446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E575D7AF-8A55-27E0-82D9-7A607213E7A5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10499688" y="6209424"/>
                  <a:ext cx="1872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12F92B16-213E-5C3C-C50C-41E876A15C0F}"/>
                    </a:ext>
                  </a:extLst>
                </p14:cNvPr>
                <p14:cNvContentPartPr/>
                <p14:nvPr/>
              </p14:nvContentPartPr>
              <p14:xfrm>
                <a:off x="10538928" y="6205104"/>
                <a:ext cx="170280" cy="13716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12F92B16-213E-5C3C-C50C-41E876A15C0F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10530288" y="6196104"/>
                  <a:ext cx="187920" cy="1548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1575645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US" dirty="0"/>
              <a:t>Word Relatedness:</a:t>
            </a:r>
            <a:endParaRPr lang="en-IN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994ECE5-0386-6577-F61B-238B2E14E36C}"/>
              </a:ext>
            </a:extLst>
          </p:cNvPr>
          <p:cNvGrpSpPr/>
          <p:nvPr/>
        </p:nvGrpSpPr>
        <p:grpSpPr>
          <a:xfrm>
            <a:off x="3229128" y="191664"/>
            <a:ext cx="844920" cy="245880"/>
            <a:chOff x="3229128" y="191664"/>
            <a:chExt cx="844920" cy="24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DE034F21-7E87-F008-5E07-83CCF7EE2F46}"/>
                    </a:ext>
                  </a:extLst>
                </p14:cNvPr>
                <p14:cNvContentPartPr/>
                <p14:nvPr/>
              </p14:nvContentPartPr>
              <p14:xfrm>
                <a:off x="3416688" y="232704"/>
                <a:ext cx="80280" cy="20484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DE034F21-7E87-F008-5E07-83CCF7EE2F4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408048" y="224064"/>
                  <a:ext cx="979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9AD1A29-0509-EA9F-C80F-3A95C0A786BD}"/>
                    </a:ext>
                  </a:extLst>
                </p14:cNvPr>
                <p14:cNvContentPartPr/>
                <p14:nvPr/>
              </p14:nvContentPartPr>
              <p14:xfrm>
                <a:off x="3229128" y="191664"/>
                <a:ext cx="414360" cy="1220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9AD1A29-0509-EA9F-C80F-3A95C0A786B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20128" y="183024"/>
                  <a:ext cx="43200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14804B36-A68F-250E-15BD-4C3F84E7DE0A}"/>
                    </a:ext>
                  </a:extLst>
                </p14:cNvPr>
                <p14:cNvContentPartPr/>
                <p14:nvPr/>
              </p14:nvContentPartPr>
              <p14:xfrm>
                <a:off x="3658968" y="274464"/>
                <a:ext cx="415080" cy="1116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14804B36-A68F-250E-15BD-4C3F84E7DE0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649968" y="265824"/>
                  <a:ext cx="432720" cy="12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B56BD9F-A27E-81F3-CE05-EC0CD9F5552E}"/>
              </a:ext>
            </a:extLst>
          </p:cNvPr>
          <p:cNvGrpSpPr/>
          <p:nvPr/>
        </p:nvGrpSpPr>
        <p:grpSpPr>
          <a:xfrm>
            <a:off x="4403808" y="120024"/>
            <a:ext cx="872280" cy="235440"/>
            <a:chOff x="4403808" y="120024"/>
            <a:chExt cx="872280" cy="23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E6ED4AED-F05B-C199-F5D4-5E2DE4195942}"/>
                    </a:ext>
                  </a:extLst>
                </p14:cNvPr>
                <p14:cNvContentPartPr/>
                <p14:nvPr/>
              </p14:nvContentPartPr>
              <p14:xfrm>
                <a:off x="4403808" y="248904"/>
                <a:ext cx="191520" cy="1065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E6ED4AED-F05B-C199-F5D4-5E2DE419594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394808" y="239904"/>
                  <a:ext cx="20916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75CC91A-9281-67AF-706F-8167D9D0BB8F}"/>
                    </a:ext>
                  </a:extLst>
                </p14:cNvPr>
                <p14:cNvContentPartPr/>
                <p14:nvPr/>
              </p14:nvContentPartPr>
              <p14:xfrm>
                <a:off x="4726368" y="273744"/>
                <a:ext cx="51480" cy="630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75CC91A-9281-67AF-706F-8167D9D0BB8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717368" y="264744"/>
                  <a:ext cx="691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B9CF4DBB-DA0F-4CCF-9637-C84E9A1E4EF2}"/>
                    </a:ext>
                  </a:extLst>
                </p14:cNvPr>
                <p14:cNvContentPartPr/>
                <p14:nvPr/>
              </p14:nvContentPartPr>
              <p14:xfrm>
                <a:off x="4851288" y="273744"/>
                <a:ext cx="93600" cy="471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B9CF4DBB-DA0F-4CCF-9637-C84E9A1E4EF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842288" y="265104"/>
                  <a:ext cx="11124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DE39E00-048E-AAF1-39D6-DED0E1AA8B58}"/>
                    </a:ext>
                  </a:extLst>
                </p14:cNvPr>
                <p14:cNvContentPartPr/>
                <p14:nvPr/>
              </p14:nvContentPartPr>
              <p14:xfrm>
                <a:off x="5026968" y="120024"/>
                <a:ext cx="249120" cy="2041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DE39E00-048E-AAF1-39D6-DED0E1AA8B5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017968" y="111384"/>
                  <a:ext cx="266760" cy="22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938F4E6-5711-32BD-A066-FF477DF69703}"/>
              </a:ext>
            </a:extLst>
          </p:cNvPr>
          <p:cNvGrpSpPr/>
          <p:nvPr/>
        </p:nvGrpSpPr>
        <p:grpSpPr>
          <a:xfrm>
            <a:off x="5785488" y="181944"/>
            <a:ext cx="1001520" cy="174600"/>
            <a:chOff x="5785488" y="181944"/>
            <a:chExt cx="1001520" cy="17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6587A9C-34A1-B11B-587E-D7735BB56540}"/>
                    </a:ext>
                  </a:extLst>
                </p14:cNvPr>
                <p14:cNvContentPartPr/>
                <p14:nvPr/>
              </p14:nvContentPartPr>
              <p14:xfrm>
                <a:off x="5785488" y="246384"/>
                <a:ext cx="574200" cy="1101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6587A9C-34A1-B11B-587E-D7735BB5654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776848" y="237744"/>
                  <a:ext cx="59184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69B6BBC4-6ECF-C8F6-D557-133940EE1C36}"/>
                    </a:ext>
                  </a:extLst>
                </p14:cNvPr>
                <p14:cNvContentPartPr/>
                <p14:nvPr/>
              </p14:nvContentPartPr>
              <p14:xfrm>
                <a:off x="6548328" y="181944"/>
                <a:ext cx="238680" cy="1688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69B6BBC4-6ECF-C8F6-D557-133940EE1C3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539688" y="173304"/>
                  <a:ext cx="256320" cy="18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336A868-5A95-6EBF-1AEC-12C88F7438F3}"/>
              </a:ext>
            </a:extLst>
          </p:cNvPr>
          <p:cNvGrpSpPr/>
          <p:nvPr/>
        </p:nvGrpSpPr>
        <p:grpSpPr>
          <a:xfrm>
            <a:off x="7115328" y="134784"/>
            <a:ext cx="996120" cy="240480"/>
            <a:chOff x="7115328" y="134784"/>
            <a:chExt cx="996120" cy="24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D6F9B647-46AC-9675-6887-4CCD6146659A}"/>
                    </a:ext>
                  </a:extLst>
                </p14:cNvPr>
                <p14:cNvContentPartPr/>
                <p14:nvPr/>
              </p14:nvContentPartPr>
              <p14:xfrm>
                <a:off x="7115328" y="134784"/>
                <a:ext cx="817560" cy="2404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D6F9B647-46AC-9675-6887-4CCD6146659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106688" y="125784"/>
                  <a:ext cx="83520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F1C302DC-46F7-6620-A5DB-3F5481A9DC8D}"/>
                    </a:ext>
                  </a:extLst>
                </p14:cNvPr>
                <p14:cNvContentPartPr/>
                <p14:nvPr/>
              </p14:nvContentPartPr>
              <p14:xfrm>
                <a:off x="8025768" y="202824"/>
                <a:ext cx="85680" cy="1414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F1C302DC-46F7-6620-A5DB-3F5481A9DC8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8017128" y="193824"/>
                  <a:ext cx="1033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8BB8D42B-15E7-D951-6699-64FFD11DBCFE}"/>
                    </a:ext>
                  </a:extLst>
                </p14:cNvPr>
                <p14:cNvContentPartPr/>
                <p14:nvPr/>
              </p14:nvContentPartPr>
              <p14:xfrm>
                <a:off x="7982928" y="237744"/>
                <a:ext cx="48960" cy="115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8BB8D42B-15E7-D951-6699-64FFD11DBCF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973928" y="228744"/>
                  <a:ext cx="66600" cy="2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40C56D7-FACD-F5C2-E352-1B804D3DC414}"/>
                  </a:ext>
                </a:extLst>
              </p14:cNvPr>
              <p14:cNvContentPartPr/>
              <p14:nvPr/>
            </p14:nvContentPartPr>
            <p14:xfrm>
              <a:off x="8539488" y="197424"/>
              <a:ext cx="14400" cy="133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40C56D7-FACD-F5C2-E352-1B804D3DC41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530488" y="188424"/>
                <a:ext cx="32040" cy="3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5" name="Group 24">
            <a:extLst>
              <a:ext uri="{FF2B5EF4-FFF2-40B4-BE49-F238E27FC236}">
                <a16:creationId xmlns:a16="http://schemas.microsoft.com/office/drawing/2014/main" id="{DD404F45-C4DB-7271-29BB-CA611441D536}"/>
              </a:ext>
            </a:extLst>
          </p:cNvPr>
          <p:cNvGrpSpPr/>
          <p:nvPr/>
        </p:nvGrpSpPr>
        <p:grpSpPr>
          <a:xfrm>
            <a:off x="8466768" y="296784"/>
            <a:ext cx="233280" cy="58320"/>
            <a:chOff x="8466768" y="296784"/>
            <a:chExt cx="233280" cy="5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849C0051-1A14-DF22-A8D6-B08AA86E080D}"/>
                    </a:ext>
                  </a:extLst>
                </p14:cNvPr>
                <p14:cNvContentPartPr/>
                <p14:nvPr/>
              </p14:nvContentPartPr>
              <p14:xfrm>
                <a:off x="8466768" y="296784"/>
                <a:ext cx="59040" cy="583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849C0051-1A14-DF22-A8D6-B08AA86E080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8457768" y="287784"/>
                  <a:ext cx="766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31073BD1-6120-0F59-A796-34E88485038D}"/>
                    </a:ext>
                  </a:extLst>
                </p14:cNvPr>
                <p14:cNvContentPartPr/>
                <p14:nvPr/>
              </p14:nvContentPartPr>
              <p14:xfrm>
                <a:off x="8623368" y="299304"/>
                <a:ext cx="76680" cy="457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31073BD1-6120-0F59-A796-34E88485038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8614368" y="290664"/>
                  <a:ext cx="94320" cy="6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AE676FA-40B5-40FC-5570-7F937616A8D6}"/>
              </a:ext>
            </a:extLst>
          </p:cNvPr>
          <p:cNvGrpSpPr/>
          <p:nvPr/>
        </p:nvGrpSpPr>
        <p:grpSpPr>
          <a:xfrm>
            <a:off x="9106848" y="180504"/>
            <a:ext cx="798120" cy="297720"/>
            <a:chOff x="9106848" y="180504"/>
            <a:chExt cx="798120" cy="29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A1555674-1C5F-8467-0204-CAC193A1115E}"/>
                    </a:ext>
                  </a:extLst>
                </p14:cNvPr>
                <p14:cNvContentPartPr/>
                <p14:nvPr/>
              </p14:nvContentPartPr>
              <p14:xfrm>
                <a:off x="9106848" y="240984"/>
                <a:ext cx="206280" cy="928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A1555674-1C5F-8467-0204-CAC193A1115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9098208" y="232344"/>
                  <a:ext cx="22392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5370900D-C539-38D8-1423-6CA0F75B0E84}"/>
                    </a:ext>
                  </a:extLst>
                </p14:cNvPr>
                <p14:cNvContentPartPr/>
                <p14:nvPr/>
              </p14:nvContentPartPr>
              <p14:xfrm>
                <a:off x="9450288" y="180504"/>
                <a:ext cx="454680" cy="2977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5370900D-C539-38D8-1423-6CA0F75B0E8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9441648" y="171504"/>
                  <a:ext cx="472320" cy="31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BAA3F74-8555-4850-39BE-7A8301A755A0}"/>
              </a:ext>
            </a:extLst>
          </p:cNvPr>
          <p:cNvGrpSpPr/>
          <p:nvPr/>
        </p:nvGrpSpPr>
        <p:grpSpPr>
          <a:xfrm>
            <a:off x="10303848" y="118944"/>
            <a:ext cx="630720" cy="217440"/>
            <a:chOff x="10303848" y="118944"/>
            <a:chExt cx="630720" cy="21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6C8BF7EF-3B53-EA56-8C2C-B943AC7E0664}"/>
                    </a:ext>
                  </a:extLst>
                </p14:cNvPr>
                <p14:cNvContentPartPr/>
                <p14:nvPr/>
              </p14:nvContentPartPr>
              <p14:xfrm>
                <a:off x="10303848" y="154584"/>
                <a:ext cx="227520" cy="1818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6C8BF7EF-3B53-EA56-8C2C-B943AC7E066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0294848" y="145944"/>
                  <a:ext cx="2451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BAE3299F-59D9-EFC0-32A0-85951CD28A1A}"/>
                    </a:ext>
                  </a:extLst>
                </p14:cNvPr>
                <p14:cNvContentPartPr/>
                <p14:nvPr/>
              </p14:nvContentPartPr>
              <p14:xfrm>
                <a:off x="10621008" y="118944"/>
                <a:ext cx="162720" cy="1951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BAE3299F-59D9-EFC0-32A0-85951CD28A1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612008" y="110304"/>
                  <a:ext cx="1803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01D0279F-6E39-7A94-70B7-725546B55622}"/>
                    </a:ext>
                  </a:extLst>
                </p14:cNvPr>
                <p14:cNvContentPartPr/>
                <p14:nvPr/>
              </p14:nvContentPartPr>
              <p14:xfrm>
                <a:off x="10808208" y="256464"/>
                <a:ext cx="126360" cy="748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01D0279F-6E39-7A94-70B7-725546B5562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0799208" y="247464"/>
                  <a:ext cx="144000" cy="9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3F33C6C-3068-7CBE-12A2-D5FC33B8F4FD}"/>
              </a:ext>
            </a:extLst>
          </p:cNvPr>
          <p:cNvGrpSpPr/>
          <p:nvPr/>
        </p:nvGrpSpPr>
        <p:grpSpPr>
          <a:xfrm>
            <a:off x="11159208" y="107784"/>
            <a:ext cx="646200" cy="254520"/>
            <a:chOff x="11159208" y="107784"/>
            <a:chExt cx="646200" cy="25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4ECD224A-6190-1502-3939-B9C28BEFB809}"/>
                    </a:ext>
                  </a:extLst>
                </p14:cNvPr>
                <p14:cNvContentPartPr/>
                <p14:nvPr/>
              </p14:nvContentPartPr>
              <p14:xfrm>
                <a:off x="11159208" y="185904"/>
                <a:ext cx="47880" cy="1764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4ECD224A-6190-1502-3939-B9C28BEFB80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1150208" y="176904"/>
                  <a:ext cx="655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00847E7A-D714-D52E-3A21-BA7E501DC01A}"/>
                    </a:ext>
                  </a:extLst>
                </p14:cNvPr>
                <p14:cNvContentPartPr/>
                <p14:nvPr/>
              </p14:nvContentPartPr>
              <p14:xfrm>
                <a:off x="11266848" y="107784"/>
                <a:ext cx="459360" cy="2311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00847E7A-D714-D52E-3A21-BA7E501DC01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1257848" y="99144"/>
                  <a:ext cx="47700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E42180D3-3E4B-A015-0694-8CD4A2F39121}"/>
                    </a:ext>
                  </a:extLst>
                </p14:cNvPr>
                <p14:cNvContentPartPr/>
                <p14:nvPr/>
              </p14:nvContentPartPr>
              <p14:xfrm>
                <a:off x="11805048" y="323064"/>
                <a:ext cx="360" cy="3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E42180D3-3E4B-A015-0694-8CD4A2F3912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1796408" y="3140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9CF6C5B-610A-C86F-94D7-3EBD43988558}"/>
              </a:ext>
            </a:extLst>
          </p:cNvPr>
          <p:cNvGrpSpPr/>
          <p:nvPr/>
        </p:nvGrpSpPr>
        <p:grpSpPr>
          <a:xfrm>
            <a:off x="3188088" y="486864"/>
            <a:ext cx="1759320" cy="462240"/>
            <a:chOff x="3188088" y="486864"/>
            <a:chExt cx="1759320" cy="4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DBDA6F0E-2093-5DDD-70C6-77BD65636361}"/>
                    </a:ext>
                  </a:extLst>
                </p14:cNvPr>
                <p14:cNvContentPartPr/>
                <p14:nvPr/>
              </p14:nvContentPartPr>
              <p14:xfrm>
                <a:off x="3188088" y="497304"/>
                <a:ext cx="473400" cy="4406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DBDA6F0E-2093-5DDD-70C6-77BD6563636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179088" y="488304"/>
                  <a:ext cx="49104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5214C2D2-635C-228C-28C1-DDE56CCA23BC}"/>
                    </a:ext>
                  </a:extLst>
                </p14:cNvPr>
                <p14:cNvContentPartPr/>
                <p14:nvPr/>
              </p14:nvContentPartPr>
              <p14:xfrm>
                <a:off x="3701808" y="726264"/>
                <a:ext cx="23760" cy="586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5214C2D2-635C-228C-28C1-DDE56CCA23B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693168" y="717264"/>
                  <a:ext cx="4140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F9162B30-6C24-1C78-C2F7-DE5EAB707460}"/>
                    </a:ext>
                  </a:extLst>
                </p14:cNvPr>
                <p14:cNvContentPartPr/>
                <p14:nvPr/>
              </p14:nvContentPartPr>
              <p14:xfrm>
                <a:off x="3728448" y="651384"/>
                <a:ext cx="15480" cy="151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F9162B30-6C24-1C78-C2F7-DE5EAB70746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719448" y="642744"/>
                  <a:ext cx="331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0ABEE28A-04AF-11FE-CE27-798978C6C960}"/>
                    </a:ext>
                  </a:extLst>
                </p14:cNvPr>
                <p14:cNvContentPartPr/>
                <p14:nvPr/>
              </p14:nvContentPartPr>
              <p14:xfrm>
                <a:off x="3787848" y="708624"/>
                <a:ext cx="244080" cy="612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0ABEE28A-04AF-11FE-CE27-798978C6C960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778848" y="699984"/>
                  <a:ext cx="26172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AD2962D5-E8F5-3C16-FA2D-153994E74DEE}"/>
                    </a:ext>
                  </a:extLst>
                </p14:cNvPr>
                <p14:cNvContentPartPr/>
                <p14:nvPr/>
              </p14:nvContentPartPr>
              <p14:xfrm>
                <a:off x="4038048" y="629784"/>
                <a:ext cx="5760" cy="226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AD2962D5-E8F5-3C16-FA2D-153994E74DE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029048" y="620784"/>
                  <a:ext cx="234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E3F64EC-5012-5E7C-0BC1-F7F1BE4E080C}"/>
                    </a:ext>
                  </a:extLst>
                </p14:cNvPr>
                <p14:cNvContentPartPr/>
                <p14:nvPr/>
              </p14:nvContentPartPr>
              <p14:xfrm>
                <a:off x="4106808" y="520704"/>
                <a:ext cx="399960" cy="2286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E3F64EC-5012-5E7C-0BC1-F7F1BE4E080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097808" y="511704"/>
                  <a:ext cx="41760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505D36F4-0F5C-7AED-67B0-F782B533D26E}"/>
                    </a:ext>
                  </a:extLst>
                </p14:cNvPr>
                <p14:cNvContentPartPr/>
                <p14:nvPr/>
              </p14:nvContentPartPr>
              <p14:xfrm>
                <a:off x="4540968" y="565704"/>
                <a:ext cx="9360" cy="28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505D36F4-0F5C-7AED-67B0-F782B533D26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532328" y="556704"/>
                  <a:ext cx="270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862CC42-18C3-7E8D-58EE-C812286EDB7F}"/>
                    </a:ext>
                  </a:extLst>
                </p14:cNvPr>
                <p14:cNvContentPartPr/>
                <p14:nvPr/>
              </p14:nvContentPartPr>
              <p14:xfrm>
                <a:off x="4589208" y="486864"/>
                <a:ext cx="154440" cy="4622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862CC42-18C3-7E8D-58EE-C812286EDB7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580208" y="478224"/>
                  <a:ext cx="17208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BE6F1032-C903-4B6C-C5E2-8899D39BD1D2}"/>
                    </a:ext>
                  </a:extLst>
                </p14:cNvPr>
                <p14:cNvContentPartPr/>
                <p14:nvPr/>
              </p14:nvContentPartPr>
              <p14:xfrm>
                <a:off x="4788648" y="566784"/>
                <a:ext cx="54000" cy="147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BE6F1032-C903-4B6C-C5E2-8899D39BD1D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779648" y="558144"/>
                  <a:ext cx="716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E37E341C-F660-22E5-71BA-80A0B0539100}"/>
                    </a:ext>
                  </a:extLst>
                </p14:cNvPr>
                <p14:cNvContentPartPr/>
                <p14:nvPr/>
              </p14:nvContentPartPr>
              <p14:xfrm>
                <a:off x="4929408" y="753264"/>
                <a:ext cx="18000" cy="61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E37E341C-F660-22E5-71BA-80A0B053910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920408" y="744624"/>
                  <a:ext cx="35640" cy="2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374656D-54D7-1924-0DF3-7E2B358A42AC}"/>
                  </a:ext>
                </a:extLst>
              </p14:cNvPr>
              <p14:cNvContentPartPr/>
              <p14:nvPr/>
            </p14:nvContentPartPr>
            <p14:xfrm>
              <a:off x="3463128" y="1248624"/>
              <a:ext cx="306360" cy="3160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374656D-54D7-1924-0DF3-7E2B358A42A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454128" y="1239984"/>
                <a:ext cx="324000" cy="333720"/>
              </a:xfrm>
              <a:prstGeom prst="rect">
                <a:avLst/>
              </a:prstGeom>
            </p:spPr>
          </p:pic>
        </mc:Fallback>
      </mc:AlternateContent>
      <p:grpSp>
        <p:nvGrpSpPr>
          <p:cNvPr id="53" name="Group 52">
            <a:extLst>
              <a:ext uri="{FF2B5EF4-FFF2-40B4-BE49-F238E27FC236}">
                <a16:creationId xmlns:a16="http://schemas.microsoft.com/office/drawing/2014/main" id="{A39D6DFE-BC74-62DF-FFF4-1CC167AE67B9}"/>
              </a:ext>
            </a:extLst>
          </p:cNvPr>
          <p:cNvGrpSpPr/>
          <p:nvPr/>
        </p:nvGrpSpPr>
        <p:grpSpPr>
          <a:xfrm>
            <a:off x="4078368" y="1136304"/>
            <a:ext cx="294120" cy="209520"/>
            <a:chOff x="4078368" y="1136304"/>
            <a:chExt cx="294120" cy="20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24B2D399-5695-4B5C-1A28-5724548AB1BE}"/>
                    </a:ext>
                  </a:extLst>
                </p14:cNvPr>
                <p14:cNvContentPartPr/>
                <p14:nvPr/>
              </p14:nvContentPartPr>
              <p14:xfrm>
                <a:off x="4078368" y="1289664"/>
                <a:ext cx="48960" cy="561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24B2D399-5695-4B5C-1A28-5724548AB1B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069368" y="1281024"/>
                  <a:ext cx="666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A48708AD-7C48-722F-8C8F-C2D8C576463E}"/>
                    </a:ext>
                  </a:extLst>
                </p14:cNvPr>
                <p14:cNvContentPartPr/>
                <p14:nvPr/>
              </p14:nvContentPartPr>
              <p14:xfrm>
                <a:off x="4097808" y="1136304"/>
                <a:ext cx="274680" cy="1177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A48708AD-7C48-722F-8C8F-C2D8C576463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089168" y="1127304"/>
                  <a:ext cx="292320" cy="13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6F8770E-0B18-8C53-611F-2CA1CEF4EA2C}"/>
                  </a:ext>
                </a:extLst>
              </p14:cNvPr>
              <p14:cNvContentPartPr/>
              <p14:nvPr/>
            </p14:nvContentPartPr>
            <p14:xfrm>
              <a:off x="6264648" y="1029384"/>
              <a:ext cx="178560" cy="2516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6F8770E-0B18-8C53-611F-2CA1CEF4EA2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256008" y="1020384"/>
                <a:ext cx="196200" cy="26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270B657-C744-8E7F-5DF5-097079F902AC}"/>
                  </a:ext>
                </a:extLst>
              </p14:cNvPr>
              <p14:cNvContentPartPr/>
              <p14:nvPr/>
            </p14:nvContentPartPr>
            <p14:xfrm>
              <a:off x="6758208" y="1117584"/>
              <a:ext cx="595800" cy="2077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270B657-C744-8E7F-5DF5-097079F902AC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749568" y="1108584"/>
                <a:ext cx="613440" cy="22536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oup 63">
            <a:extLst>
              <a:ext uri="{FF2B5EF4-FFF2-40B4-BE49-F238E27FC236}">
                <a16:creationId xmlns:a16="http://schemas.microsoft.com/office/drawing/2014/main" id="{5302478A-9639-BF13-E085-793039EBA177}"/>
              </a:ext>
            </a:extLst>
          </p:cNvPr>
          <p:cNvGrpSpPr/>
          <p:nvPr/>
        </p:nvGrpSpPr>
        <p:grpSpPr>
          <a:xfrm>
            <a:off x="4846968" y="992304"/>
            <a:ext cx="1161360" cy="861120"/>
            <a:chOff x="4846968" y="992304"/>
            <a:chExt cx="1161360" cy="86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A23B8402-FBFC-0927-DD4A-AFC14A0E9362}"/>
                    </a:ext>
                  </a:extLst>
                </p14:cNvPr>
                <p14:cNvContentPartPr/>
                <p14:nvPr/>
              </p14:nvContentPartPr>
              <p14:xfrm>
                <a:off x="4846968" y="1126224"/>
                <a:ext cx="322200" cy="15948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A23B8402-FBFC-0927-DD4A-AFC14A0E936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837968" y="1117224"/>
                  <a:ext cx="3398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0257B152-FFE6-1016-B007-3F4FBECB5825}"/>
                    </a:ext>
                  </a:extLst>
                </p14:cNvPr>
                <p14:cNvContentPartPr/>
                <p14:nvPr/>
              </p14:nvContentPartPr>
              <p14:xfrm>
                <a:off x="5280768" y="1003464"/>
                <a:ext cx="83160" cy="3960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0257B152-FFE6-1016-B007-3F4FBECB582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272128" y="994464"/>
                  <a:ext cx="10080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888F4B0-F984-B17D-9AD3-28B8495B81C4}"/>
                    </a:ext>
                  </a:extLst>
                </p14:cNvPr>
                <p14:cNvContentPartPr/>
                <p14:nvPr/>
              </p14:nvContentPartPr>
              <p14:xfrm>
                <a:off x="5314248" y="992304"/>
                <a:ext cx="200880" cy="3888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888F4B0-F984-B17D-9AD3-28B8495B81C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305248" y="983304"/>
                  <a:ext cx="21852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C0690FDC-00E9-4661-9B51-F0721AA78A56}"/>
                    </a:ext>
                  </a:extLst>
                </p14:cNvPr>
                <p14:cNvContentPartPr/>
                <p14:nvPr/>
              </p14:nvContentPartPr>
              <p14:xfrm>
                <a:off x="5434488" y="1252224"/>
                <a:ext cx="88200" cy="93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C0690FDC-00E9-4661-9B51-F0721AA78A5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425848" y="1243584"/>
                  <a:ext cx="1058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38136A3-D5E3-D6F6-DFE2-B273EE40B4B3}"/>
                    </a:ext>
                  </a:extLst>
                </p14:cNvPr>
                <p14:cNvContentPartPr/>
                <p14:nvPr/>
              </p14:nvContentPartPr>
              <p14:xfrm>
                <a:off x="5606208" y="1144224"/>
                <a:ext cx="350280" cy="1177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38136A3-D5E3-D6F6-DFE2-B273EE40B4B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597208" y="1135584"/>
                  <a:ext cx="3679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A525A906-FBF1-0B72-F744-B1EB2E9B1790}"/>
                    </a:ext>
                  </a:extLst>
                </p14:cNvPr>
                <p14:cNvContentPartPr/>
                <p14:nvPr/>
              </p14:nvContentPartPr>
              <p14:xfrm>
                <a:off x="4865688" y="1432584"/>
                <a:ext cx="359640" cy="4068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A525A906-FBF1-0B72-F744-B1EB2E9B179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857048" y="1423584"/>
                  <a:ext cx="37728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3DE8AB49-343E-0569-40A9-64A510FC6412}"/>
                    </a:ext>
                  </a:extLst>
                </p14:cNvPr>
                <p14:cNvContentPartPr/>
                <p14:nvPr/>
              </p14:nvContentPartPr>
              <p14:xfrm>
                <a:off x="5267088" y="1522584"/>
                <a:ext cx="384120" cy="1821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3DE8AB49-343E-0569-40A9-64A510FC641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258088" y="1513944"/>
                  <a:ext cx="4017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DAFD391-57E4-0735-D007-EA15B9BBB98B}"/>
                    </a:ext>
                  </a:extLst>
                </p14:cNvPr>
                <p14:cNvContentPartPr/>
                <p14:nvPr/>
              </p14:nvContentPartPr>
              <p14:xfrm>
                <a:off x="5671728" y="1602504"/>
                <a:ext cx="136440" cy="2509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DAFD391-57E4-0735-D007-EA15B9BBB98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663088" y="1593504"/>
                  <a:ext cx="15408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0DD025D6-DE5C-F0F6-FDA3-583842E14162}"/>
                    </a:ext>
                  </a:extLst>
                </p14:cNvPr>
                <p14:cNvContentPartPr/>
                <p14:nvPr/>
              </p14:nvContentPartPr>
              <p14:xfrm>
                <a:off x="5864328" y="1521504"/>
                <a:ext cx="144000" cy="2008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0DD025D6-DE5C-F0F6-FDA3-583842E1416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855328" y="1512864"/>
                  <a:ext cx="161640" cy="21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EB7C17F0-719D-E7CB-F6F3-2A3D8BBE71E9}"/>
                  </a:ext>
                </a:extLst>
              </p14:cNvPr>
              <p14:cNvContentPartPr/>
              <p14:nvPr/>
            </p14:nvContentPartPr>
            <p14:xfrm>
              <a:off x="6365448" y="1526184"/>
              <a:ext cx="150120" cy="179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EB7C17F0-719D-E7CB-F6F3-2A3D8BBE71E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356448" y="1517184"/>
                <a:ext cx="167760" cy="196920"/>
              </a:xfrm>
              <a:prstGeom prst="rect">
                <a:avLst/>
              </a:prstGeom>
            </p:spPr>
          </p:pic>
        </mc:Fallback>
      </mc:AlternateContent>
      <p:grpSp>
        <p:nvGrpSpPr>
          <p:cNvPr id="68" name="Group 67">
            <a:extLst>
              <a:ext uri="{FF2B5EF4-FFF2-40B4-BE49-F238E27FC236}">
                <a16:creationId xmlns:a16="http://schemas.microsoft.com/office/drawing/2014/main" id="{60B36A47-5527-F0F6-382D-DDC4F6DF8377}"/>
              </a:ext>
            </a:extLst>
          </p:cNvPr>
          <p:cNvGrpSpPr/>
          <p:nvPr/>
        </p:nvGrpSpPr>
        <p:grpSpPr>
          <a:xfrm>
            <a:off x="6711408" y="1498464"/>
            <a:ext cx="1197000" cy="349560"/>
            <a:chOff x="6711408" y="1498464"/>
            <a:chExt cx="1197000" cy="34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16F5420D-8690-2224-E86B-5F03C4F2D2BA}"/>
                    </a:ext>
                  </a:extLst>
                </p14:cNvPr>
                <p14:cNvContentPartPr/>
                <p14:nvPr/>
              </p14:nvContentPartPr>
              <p14:xfrm>
                <a:off x="6711408" y="1498464"/>
                <a:ext cx="130320" cy="2008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16F5420D-8690-2224-E86B-5F03C4F2D2B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702768" y="1489824"/>
                  <a:ext cx="1479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042127F2-508C-4577-6C96-2E2A9D7FDDDC}"/>
                    </a:ext>
                  </a:extLst>
                </p14:cNvPr>
                <p14:cNvContentPartPr/>
                <p14:nvPr/>
              </p14:nvContentPartPr>
              <p14:xfrm>
                <a:off x="6917328" y="1563624"/>
                <a:ext cx="784440" cy="2844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042127F2-508C-4577-6C96-2E2A9D7FDDD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908688" y="1554984"/>
                  <a:ext cx="80208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2515C5F9-C9AE-8F88-31F1-2799EBF0E57A}"/>
                    </a:ext>
                  </a:extLst>
                </p14:cNvPr>
                <p14:cNvContentPartPr/>
                <p14:nvPr/>
              </p14:nvContentPartPr>
              <p14:xfrm>
                <a:off x="7759008" y="1590264"/>
                <a:ext cx="149400" cy="673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2515C5F9-C9AE-8F88-31F1-2799EBF0E57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750008" y="1581264"/>
                  <a:ext cx="167040" cy="8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1457F7D-3AC8-2C16-70AA-EA6F6F0AB657}"/>
              </a:ext>
            </a:extLst>
          </p:cNvPr>
          <p:cNvGrpSpPr/>
          <p:nvPr/>
        </p:nvGrpSpPr>
        <p:grpSpPr>
          <a:xfrm>
            <a:off x="332928" y="2309904"/>
            <a:ext cx="1447560" cy="451080"/>
            <a:chOff x="332928" y="2309904"/>
            <a:chExt cx="1447560" cy="45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DEE21CB7-05E8-EBFF-2AAB-42DD3AF627C2}"/>
                    </a:ext>
                  </a:extLst>
                </p14:cNvPr>
                <p14:cNvContentPartPr/>
                <p14:nvPr/>
              </p14:nvContentPartPr>
              <p14:xfrm>
                <a:off x="332928" y="2309904"/>
                <a:ext cx="320400" cy="4510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DEE21CB7-05E8-EBFF-2AAB-42DD3AF627C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23928" y="2301264"/>
                  <a:ext cx="338040" cy="46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148892FB-E655-E4E7-3879-49E427B73B2C}"/>
                    </a:ext>
                  </a:extLst>
                </p14:cNvPr>
                <p14:cNvContentPartPr/>
                <p14:nvPr/>
              </p14:nvContentPartPr>
              <p14:xfrm>
                <a:off x="695448" y="2577384"/>
                <a:ext cx="124200" cy="1180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148892FB-E655-E4E7-3879-49E427B73B2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86808" y="2568384"/>
                  <a:ext cx="1418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2AA3B081-16D3-639C-0925-F4FD2E063A82}"/>
                    </a:ext>
                  </a:extLst>
                </p14:cNvPr>
                <p14:cNvContentPartPr/>
                <p14:nvPr/>
              </p14:nvContentPartPr>
              <p14:xfrm>
                <a:off x="895248" y="2597904"/>
                <a:ext cx="228240" cy="738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2AA3B081-16D3-639C-0925-F4FD2E063A8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86608" y="2588904"/>
                  <a:ext cx="24588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2D34962-2546-6741-691D-F9E40112880A}"/>
                    </a:ext>
                  </a:extLst>
                </p14:cNvPr>
                <p14:cNvContentPartPr/>
                <p14:nvPr/>
              </p14:nvContentPartPr>
              <p14:xfrm>
                <a:off x="1164528" y="2331144"/>
                <a:ext cx="465120" cy="3265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2D34962-2546-6741-691D-F9E40112880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55528" y="2322144"/>
                  <a:ext cx="48276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ED21D8B7-3A22-4C1F-A568-CDDDAFD7DA6C}"/>
                    </a:ext>
                  </a:extLst>
                </p14:cNvPr>
                <p14:cNvContentPartPr/>
                <p14:nvPr/>
              </p14:nvContentPartPr>
              <p14:xfrm>
                <a:off x="1669248" y="2508264"/>
                <a:ext cx="7920" cy="295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ED21D8B7-3A22-4C1F-A568-CDDDAFD7DA6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660608" y="2499264"/>
                  <a:ext cx="2556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9ED00DCF-0A09-7394-48F3-7813E5F27323}"/>
                    </a:ext>
                  </a:extLst>
                </p14:cNvPr>
                <p14:cNvContentPartPr/>
                <p14:nvPr/>
              </p14:nvContentPartPr>
              <p14:xfrm>
                <a:off x="1619928" y="2380104"/>
                <a:ext cx="160560" cy="2289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9ED00DCF-0A09-7394-48F3-7813E5F2732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611288" y="2371464"/>
                  <a:ext cx="178200" cy="24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303E6E23-DFCC-E5F9-F651-6874DF48FEFC}"/>
              </a:ext>
            </a:extLst>
          </p:cNvPr>
          <p:cNvGrpSpPr/>
          <p:nvPr/>
        </p:nvGrpSpPr>
        <p:grpSpPr>
          <a:xfrm>
            <a:off x="2037528" y="2188944"/>
            <a:ext cx="897840" cy="540000"/>
            <a:chOff x="2037528" y="2188944"/>
            <a:chExt cx="897840" cy="54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B1C66B4C-C6F1-42E6-6B3B-D9C5E8FF5EE9}"/>
                    </a:ext>
                  </a:extLst>
                </p14:cNvPr>
                <p14:cNvContentPartPr/>
                <p14:nvPr/>
              </p14:nvContentPartPr>
              <p14:xfrm>
                <a:off x="2065608" y="2188944"/>
                <a:ext cx="155160" cy="5400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B1C66B4C-C6F1-42E6-6B3B-D9C5E8FF5EE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056968" y="2179944"/>
                  <a:ext cx="172800" cy="55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598A7F1E-6B30-4DE2-3A9B-BCE3743C7631}"/>
                    </a:ext>
                  </a:extLst>
                </p14:cNvPr>
                <p14:cNvContentPartPr/>
                <p14:nvPr/>
              </p14:nvContentPartPr>
              <p14:xfrm>
                <a:off x="2037528" y="2532744"/>
                <a:ext cx="248040" cy="666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598A7F1E-6B30-4DE2-3A9B-BCE3743C763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028528" y="2523744"/>
                  <a:ext cx="26568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72F77372-A8F0-F88D-EF50-FF5A0D778132}"/>
                    </a:ext>
                  </a:extLst>
                </p14:cNvPr>
                <p14:cNvContentPartPr/>
                <p14:nvPr/>
              </p14:nvContentPartPr>
              <p14:xfrm>
                <a:off x="2308968" y="2438784"/>
                <a:ext cx="14040" cy="252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72F77372-A8F0-F88D-EF50-FF5A0D77813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299968" y="2429784"/>
                  <a:ext cx="316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9C17D67E-C8D7-DEFE-3A56-59498CD5AF6B}"/>
                    </a:ext>
                  </a:extLst>
                </p14:cNvPr>
                <p14:cNvContentPartPr/>
                <p14:nvPr/>
              </p14:nvContentPartPr>
              <p14:xfrm>
                <a:off x="2367288" y="2389824"/>
                <a:ext cx="191520" cy="1951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9C17D67E-C8D7-DEFE-3A56-59498CD5AF6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358648" y="2381184"/>
                  <a:ext cx="2091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3904FD45-337E-687D-AF7D-13591A9314F1}"/>
                    </a:ext>
                  </a:extLst>
                </p14:cNvPr>
                <p14:cNvContentPartPr/>
                <p14:nvPr/>
              </p14:nvContentPartPr>
              <p14:xfrm>
                <a:off x="2666448" y="2380824"/>
                <a:ext cx="78120" cy="2365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3904FD45-337E-687D-AF7D-13591A9314F1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657808" y="2372184"/>
                  <a:ext cx="9576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649F566D-6988-5559-D9D4-DB40C406F2BF}"/>
                    </a:ext>
                  </a:extLst>
                </p14:cNvPr>
                <p14:cNvContentPartPr/>
                <p14:nvPr/>
              </p14:nvContentPartPr>
              <p14:xfrm>
                <a:off x="2930688" y="2566224"/>
                <a:ext cx="4680" cy="709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649F566D-6988-5559-D9D4-DB40C406F2BF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921688" y="2557584"/>
                  <a:ext cx="223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87D00D94-972B-91BA-875A-C9157C283A22}"/>
                    </a:ext>
                  </a:extLst>
                </p14:cNvPr>
                <p14:cNvContentPartPr/>
                <p14:nvPr/>
              </p14:nvContentPartPr>
              <p14:xfrm>
                <a:off x="2922408" y="2370744"/>
                <a:ext cx="6840" cy="378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87D00D94-972B-91BA-875A-C9157C283A2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913768" y="2362104"/>
                  <a:ext cx="2448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73FE7DFD-31D5-B1E8-1ADE-F922DC3510BD}"/>
              </a:ext>
            </a:extLst>
          </p:cNvPr>
          <p:cNvGrpSpPr/>
          <p:nvPr/>
        </p:nvGrpSpPr>
        <p:grpSpPr>
          <a:xfrm>
            <a:off x="4916448" y="2151864"/>
            <a:ext cx="790200" cy="320040"/>
            <a:chOff x="4916448" y="2151864"/>
            <a:chExt cx="790200" cy="32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B88CBD7D-BB12-8102-3010-E0DAE887AEDD}"/>
                    </a:ext>
                  </a:extLst>
                </p14:cNvPr>
                <p14:cNvContentPartPr/>
                <p14:nvPr/>
              </p14:nvContentPartPr>
              <p14:xfrm>
                <a:off x="4916448" y="2310984"/>
                <a:ext cx="187920" cy="1609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B88CBD7D-BB12-8102-3010-E0DAE887AED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907808" y="2302344"/>
                  <a:ext cx="2055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72263A6-6496-59CD-A2FE-9C935DDC3773}"/>
                    </a:ext>
                  </a:extLst>
                </p14:cNvPr>
                <p14:cNvContentPartPr/>
                <p14:nvPr/>
              </p14:nvContentPartPr>
              <p14:xfrm>
                <a:off x="5185008" y="2373984"/>
                <a:ext cx="81360" cy="763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72263A6-6496-59CD-A2FE-9C935DDC377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176008" y="2364984"/>
                  <a:ext cx="9900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CCBE453D-5780-DF34-72E0-86CEC9BC907A}"/>
                    </a:ext>
                  </a:extLst>
                </p14:cNvPr>
                <p14:cNvContentPartPr/>
                <p14:nvPr/>
              </p14:nvContentPartPr>
              <p14:xfrm>
                <a:off x="5327208" y="2376144"/>
                <a:ext cx="64800" cy="759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CCBE453D-5780-DF34-72E0-86CEC9BC907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318568" y="2367504"/>
                  <a:ext cx="8244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FDA6236-20C0-B076-548C-263D85D7A44C}"/>
                    </a:ext>
                  </a:extLst>
                </p14:cNvPr>
                <p14:cNvContentPartPr/>
                <p14:nvPr/>
              </p14:nvContentPartPr>
              <p14:xfrm>
                <a:off x="5462208" y="2151864"/>
                <a:ext cx="244440" cy="3150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FDA6236-20C0-B076-548C-263D85D7A44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453208" y="2143224"/>
                  <a:ext cx="262080" cy="33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3ABC4006-E38F-E544-257D-6790101809D7}"/>
              </a:ext>
            </a:extLst>
          </p:cNvPr>
          <p:cNvGrpSpPr/>
          <p:nvPr/>
        </p:nvGrpSpPr>
        <p:grpSpPr>
          <a:xfrm>
            <a:off x="6111288" y="2021184"/>
            <a:ext cx="803520" cy="420840"/>
            <a:chOff x="6111288" y="2021184"/>
            <a:chExt cx="803520" cy="42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A94CE88C-D4EA-61FD-052D-3D7511FD8E27}"/>
                    </a:ext>
                  </a:extLst>
                </p14:cNvPr>
                <p14:cNvContentPartPr/>
                <p14:nvPr/>
              </p14:nvContentPartPr>
              <p14:xfrm>
                <a:off x="6111288" y="2021184"/>
                <a:ext cx="505080" cy="4208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A94CE88C-D4EA-61FD-052D-3D7511FD8E2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102648" y="2012544"/>
                  <a:ext cx="52272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137E51A-6098-0875-505F-D2ADAB46DD85}"/>
                    </a:ext>
                  </a:extLst>
                </p14:cNvPr>
                <p14:cNvContentPartPr/>
                <p14:nvPr/>
              </p14:nvContentPartPr>
              <p14:xfrm>
                <a:off x="6637608" y="2312784"/>
                <a:ext cx="5040" cy="165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137E51A-6098-0875-505F-D2ADAB46DD8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628968" y="2304144"/>
                  <a:ext cx="226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43AF8251-3B0E-4F08-C14F-99F07F030D71}"/>
                    </a:ext>
                  </a:extLst>
                </p14:cNvPr>
                <p14:cNvContentPartPr/>
                <p14:nvPr/>
              </p14:nvContentPartPr>
              <p14:xfrm>
                <a:off x="6711048" y="2088504"/>
                <a:ext cx="203760" cy="2991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43AF8251-3B0E-4F08-C14F-99F07F030D7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702408" y="2079504"/>
                  <a:ext cx="221400" cy="31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F2892C22-FE66-DAF5-454E-EF6B04076B7E}"/>
              </a:ext>
            </a:extLst>
          </p:cNvPr>
          <p:cNvGrpSpPr/>
          <p:nvPr/>
        </p:nvGrpSpPr>
        <p:grpSpPr>
          <a:xfrm>
            <a:off x="7285248" y="2192544"/>
            <a:ext cx="723240" cy="176760"/>
            <a:chOff x="7285248" y="2192544"/>
            <a:chExt cx="723240" cy="17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2F288EAC-5EC5-61C4-6303-7BFE7DD4BB15}"/>
                    </a:ext>
                  </a:extLst>
                </p14:cNvPr>
                <p14:cNvContentPartPr/>
                <p14:nvPr/>
              </p14:nvContentPartPr>
              <p14:xfrm>
                <a:off x="7285248" y="2192544"/>
                <a:ext cx="272520" cy="1767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2F288EAC-5EC5-61C4-6303-7BFE7DD4BB1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276248" y="2183904"/>
                  <a:ext cx="2901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0651DD6-2EA3-40FA-5B6B-2EF07A7CFE38}"/>
                    </a:ext>
                  </a:extLst>
                </p14:cNvPr>
                <p14:cNvContentPartPr/>
                <p14:nvPr/>
              </p14:nvContentPartPr>
              <p14:xfrm>
                <a:off x="7605648" y="2242584"/>
                <a:ext cx="102600" cy="777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0651DD6-2EA3-40FA-5B6B-2EF07A7CFE3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596648" y="2233944"/>
                  <a:ext cx="12024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98C03DF1-AC94-FE2F-12A8-B8BECD6B304A}"/>
                    </a:ext>
                  </a:extLst>
                </p14:cNvPr>
                <p14:cNvContentPartPr/>
                <p14:nvPr/>
              </p14:nvContentPartPr>
              <p14:xfrm>
                <a:off x="7763328" y="2231064"/>
                <a:ext cx="245160" cy="896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98C03DF1-AC94-FE2F-12A8-B8BECD6B304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754688" y="2222064"/>
                  <a:ext cx="262800" cy="10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7044BD4-4962-30DE-DD85-6B2983C321F7}"/>
                  </a:ext>
                </a:extLst>
              </p14:cNvPr>
              <p14:cNvContentPartPr/>
              <p14:nvPr/>
            </p14:nvContentPartPr>
            <p14:xfrm>
              <a:off x="8574048" y="2205864"/>
              <a:ext cx="131040" cy="104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7044BD4-4962-30DE-DD85-6B2983C321F7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565048" y="2197224"/>
                <a:ext cx="148680" cy="122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6" name="Group 125">
            <a:extLst>
              <a:ext uri="{FF2B5EF4-FFF2-40B4-BE49-F238E27FC236}">
                <a16:creationId xmlns:a16="http://schemas.microsoft.com/office/drawing/2014/main" id="{3690ED37-EFD2-08F4-6E74-BA66AD2474B5}"/>
              </a:ext>
            </a:extLst>
          </p:cNvPr>
          <p:cNvGrpSpPr/>
          <p:nvPr/>
        </p:nvGrpSpPr>
        <p:grpSpPr>
          <a:xfrm>
            <a:off x="9065448" y="1959264"/>
            <a:ext cx="2837880" cy="541080"/>
            <a:chOff x="9065448" y="1959264"/>
            <a:chExt cx="2837880" cy="54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929952A0-C6D8-5B2E-872D-39A3C7BE7B31}"/>
                    </a:ext>
                  </a:extLst>
                </p14:cNvPr>
                <p14:cNvContentPartPr/>
                <p14:nvPr/>
              </p14:nvContentPartPr>
              <p14:xfrm>
                <a:off x="9065448" y="2069424"/>
                <a:ext cx="222120" cy="4309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929952A0-C6D8-5B2E-872D-39A3C7BE7B3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56808" y="2060784"/>
                  <a:ext cx="239760" cy="44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FFB676DF-7EEE-99B0-A2D7-5103FCC97C88}"/>
                    </a:ext>
                  </a:extLst>
                </p14:cNvPr>
                <p14:cNvContentPartPr/>
                <p14:nvPr/>
              </p14:nvContentPartPr>
              <p14:xfrm>
                <a:off x="9387288" y="1959264"/>
                <a:ext cx="403560" cy="2444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FFB676DF-7EEE-99B0-A2D7-5103FCC97C8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378648" y="1950264"/>
                  <a:ext cx="42120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A621AFFF-A0D0-FC87-5A10-15D600F29A9C}"/>
                    </a:ext>
                  </a:extLst>
                </p14:cNvPr>
                <p14:cNvContentPartPr/>
                <p14:nvPr/>
              </p14:nvContentPartPr>
              <p14:xfrm>
                <a:off x="9810288" y="2096424"/>
                <a:ext cx="10080" cy="219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A621AFFF-A0D0-FC87-5A10-15D600F29A9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801648" y="2087784"/>
                  <a:ext cx="277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45ACC64-D216-CA4F-D49B-0EA2570B2A48}"/>
                    </a:ext>
                  </a:extLst>
                </p14:cNvPr>
                <p14:cNvContentPartPr/>
                <p14:nvPr/>
              </p14:nvContentPartPr>
              <p14:xfrm>
                <a:off x="9714528" y="2007504"/>
                <a:ext cx="155880" cy="165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45ACC64-D216-CA4F-D49B-0EA2570B2A4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705528" y="1998504"/>
                  <a:ext cx="1735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91C07633-C136-5250-2468-FB8D0F008B7D}"/>
                    </a:ext>
                  </a:extLst>
                </p14:cNvPr>
                <p14:cNvContentPartPr/>
                <p14:nvPr/>
              </p14:nvContentPartPr>
              <p14:xfrm>
                <a:off x="9881568" y="2057904"/>
                <a:ext cx="548280" cy="1652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91C07633-C136-5250-2468-FB8D0F008B7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72928" y="2048904"/>
                  <a:ext cx="56592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4C900707-D658-8371-47CD-36CC227F645B}"/>
                    </a:ext>
                  </a:extLst>
                </p14:cNvPr>
                <p14:cNvContentPartPr/>
                <p14:nvPr/>
              </p14:nvContentPartPr>
              <p14:xfrm>
                <a:off x="10629648" y="2005704"/>
                <a:ext cx="260280" cy="4179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4C900707-D658-8371-47CD-36CC227F645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621008" y="1996704"/>
                  <a:ext cx="27792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F273C66-9DBF-B6CC-225D-5ABDEF38F97A}"/>
                    </a:ext>
                  </a:extLst>
                </p14:cNvPr>
                <p14:cNvContentPartPr/>
                <p14:nvPr/>
              </p14:nvContentPartPr>
              <p14:xfrm>
                <a:off x="10964448" y="2170224"/>
                <a:ext cx="66960" cy="745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F273C66-9DBF-B6CC-225D-5ABDEF38F97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955448" y="2161224"/>
                  <a:ext cx="846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F80BEA90-EC1F-BDB2-B961-B60FFAD6426A}"/>
                    </a:ext>
                  </a:extLst>
                </p14:cNvPr>
                <p14:cNvContentPartPr/>
                <p14:nvPr/>
              </p14:nvContentPartPr>
              <p14:xfrm>
                <a:off x="11079288" y="2163744"/>
                <a:ext cx="159840" cy="637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F80BEA90-EC1F-BDB2-B961-B60FFAD6426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070288" y="2154744"/>
                  <a:ext cx="1774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31B600DF-8772-67A7-50D4-FBCB7E2C64BA}"/>
                    </a:ext>
                  </a:extLst>
                </p14:cNvPr>
                <p14:cNvContentPartPr/>
                <p14:nvPr/>
              </p14:nvContentPartPr>
              <p14:xfrm>
                <a:off x="11320128" y="2000304"/>
                <a:ext cx="420840" cy="2098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31B600DF-8772-67A7-50D4-FBCB7E2C64B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311488" y="1991304"/>
                  <a:ext cx="4384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6BAE6402-7561-2764-0DE4-C229891DC073}"/>
                    </a:ext>
                  </a:extLst>
                </p14:cNvPr>
                <p14:cNvContentPartPr/>
                <p14:nvPr/>
              </p14:nvContentPartPr>
              <p14:xfrm>
                <a:off x="11814768" y="2134584"/>
                <a:ext cx="88560" cy="619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6BAE6402-7561-2764-0DE4-C229891DC07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1805768" y="2125944"/>
                  <a:ext cx="10620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77B7795-6C95-0126-1D2B-9BDDD80026DD}"/>
                    </a:ext>
                  </a:extLst>
                </p14:cNvPr>
                <p14:cNvContentPartPr/>
                <p14:nvPr/>
              </p14:nvContentPartPr>
              <p14:xfrm>
                <a:off x="11773368" y="2004984"/>
                <a:ext cx="52920" cy="154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77B7795-6C95-0126-1D2B-9BDDD80026D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1764728" y="1995984"/>
                  <a:ext cx="70560" cy="3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2795F560-4A17-41BE-F6A7-3396D9A6A0AD}"/>
              </a:ext>
            </a:extLst>
          </p:cNvPr>
          <p:cNvGrpSpPr/>
          <p:nvPr/>
        </p:nvGrpSpPr>
        <p:grpSpPr>
          <a:xfrm>
            <a:off x="3552408" y="2302344"/>
            <a:ext cx="1053000" cy="684720"/>
            <a:chOff x="3552408" y="2302344"/>
            <a:chExt cx="1053000" cy="68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D4749968-13F9-77D3-E601-58B1C47197E0}"/>
                    </a:ext>
                  </a:extLst>
                </p14:cNvPr>
                <p14:cNvContentPartPr/>
                <p14:nvPr/>
              </p14:nvContentPartPr>
              <p14:xfrm>
                <a:off x="3575448" y="2336184"/>
                <a:ext cx="197640" cy="3232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D4749968-13F9-77D3-E601-58B1C47197E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566808" y="2327184"/>
                  <a:ext cx="21528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FC3B087C-8E7A-8419-07D4-0C684D975F67}"/>
                    </a:ext>
                  </a:extLst>
                </p14:cNvPr>
                <p14:cNvContentPartPr/>
                <p14:nvPr/>
              </p14:nvContentPartPr>
              <p14:xfrm>
                <a:off x="3778488" y="2370744"/>
                <a:ext cx="209880" cy="2473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FC3B087C-8E7A-8419-07D4-0C684D975F6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769848" y="2362104"/>
                  <a:ext cx="22752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B5545EDC-CBD2-2D3A-9BF7-D12C8F06CC72}"/>
                    </a:ext>
                  </a:extLst>
                </p14:cNvPr>
                <p14:cNvContentPartPr/>
                <p14:nvPr/>
              </p14:nvContentPartPr>
              <p14:xfrm>
                <a:off x="3977568" y="2466504"/>
                <a:ext cx="154080" cy="320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B5545EDC-CBD2-2D3A-9BF7-D12C8F06CC7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968568" y="2457864"/>
                  <a:ext cx="1717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D906DDEE-348E-B912-13A1-0B48BD5854B0}"/>
                    </a:ext>
                  </a:extLst>
                </p14:cNvPr>
                <p14:cNvContentPartPr/>
                <p14:nvPr/>
              </p14:nvContentPartPr>
              <p14:xfrm>
                <a:off x="4365648" y="2302344"/>
                <a:ext cx="239760" cy="4968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D906DDEE-348E-B912-13A1-0B48BD5854B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357008" y="2293704"/>
                  <a:ext cx="25740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1EEB3F9-F8B6-81DE-D50F-3A6DF87083F8}"/>
                    </a:ext>
                  </a:extLst>
                </p14:cNvPr>
                <p14:cNvContentPartPr/>
                <p14:nvPr/>
              </p14:nvContentPartPr>
              <p14:xfrm>
                <a:off x="3552408" y="2708064"/>
                <a:ext cx="157680" cy="2790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1EEB3F9-F8B6-81DE-D50F-3A6DF87083F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543408" y="2699064"/>
                  <a:ext cx="17532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D059A6D7-5BA4-56AB-AE52-1B31B27694E8}"/>
                    </a:ext>
                  </a:extLst>
                </p14:cNvPr>
                <p14:cNvContentPartPr/>
                <p14:nvPr/>
              </p14:nvContentPartPr>
              <p14:xfrm>
                <a:off x="3766248" y="2886624"/>
                <a:ext cx="43200" cy="576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D059A6D7-5BA4-56AB-AE52-1B31B27694E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757248" y="2877624"/>
                  <a:ext cx="608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016D5CDA-9638-AC9C-C9BD-175CD05FABC4}"/>
                    </a:ext>
                  </a:extLst>
                </p14:cNvPr>
                <p14:cNvContentPartPr/>
                <p14:nvPr/>
              </p14:nvContentPartPr>
              <p14:xfrm>
                <a:off x="3891168" y="2894544"/>
                <a:ext cx="160200" cy="651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016D5CDA-9638-AC9C-C9BD-175CD05FABC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882168" y="2885904"/>
                  <a:ext cx="17784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E843076E-73C4-1EB5-BC28-3EBBBDD655A0}"/>
                    </a:ext>
                  </a:extLst>
                </p14:cNvPr>
                <p14:cNvContentPartPr/>
                <p14:nvPr/>
              </p14:nvContentPartPr>
              <p14:xfrm>
                <a:off x="4166208" y="2887344"/>
                <a:ext cx="319320" cy="615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E843076E-73C4-1EB5-BC28-3EBBBDD655A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157208" y="2878344"/>
                  <a:ext cx="33696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3333F72-A1F7-151D-0D80-B1D81D7DAE48}"/>
                    </a:ext>
                  </a:extLst>
                </p14:cNvPr>
                <p14:cNvContentPartPr/>
                <p14:nvPr/>
              </p14:nvContentPartPr>
              <p14:xfrm>
                <a:off x="4393008" y="2808144"/>
                <a:ext cx="2520" cy="144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3333F72-A1F7-151D-0D80-B1D81D7DAE4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384368" y="2799504"/>
                  <a:ext cx="20160" cy="3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D5CBFC7B-FB60-C87D-0751-F5F8A84D2AE8}"/>
                  </a:ext>
                </a:extLst>
              </p14:cNvPr>
              <p14:cNvContentPartPr/>
              <p14:nvPr/>
            </p14:nvContentPartPr>
            <p14:xfrm>
              <a:off x="4813488" y="2692584"/>
              <a:ext cx="178200" cy="2732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D5CBFC7B-FB60-C87D-0751-F5F8A84D2AE8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4804488" y="2683584"/>
                <a:ext cx="195840" cy="290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6" name="Group 135">
            <a:extLst>
              <a:ext uri="{FF2B5EF4-FFF2-40B4-BE49-F238E27FC236}">
                <a16:creationId xmlns:a16="http://schemas.microsoft.com/office/drawing/2014/main" id="{57419399-E3CD-9780-F87B-5716ED88853F}"/>
              </a:ext>
            </a:extLst>
          </p:cNvPr>
          <p:cNvGrpSpPr/>
          <p:nvPr/>
        </p:nvGrpSpPr>
        <p:grpSpPr>
          <a:xfrm>
            <a:off x="5383368" y="2685024"/>
            <a:ext cx="724680" cy="191880"/>
            <a:chOff x="5383368" y="2685024"/>
            <a:chExt cx="724680" cy="19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EF518AB8-380C-3003-E5A8-872EE341F76F}"/>
                    </a:ext>
                  </a:extLst>
                </p14:cNvPr>
                <p14:cNvContentPartPr/>
                <p14:nvPr/>
              </p14:nvContentPartPr>
              <p14:xfrm>
                <a:off x="5383368" y="2685024"/>
                <a:ext cx="113400" cy="1890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EF518AB8-380C-3003-E5A8-872EE341F76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374368" y="2676384"/>
                  <a:ext cx="1310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C60BA5E0-D493-70EC-EAED-10FA992E2E08}"/>
                    </a:ext>
                  </a:extLst>
                </p14:cNvPr>
                <p14:cNvContentPartPr/>
                <p14:nvPr/>
              </p14:nvContentPartPr>
              <p14:xfrm>
                <a:off x="5544648" y="2798784"/>
                <a:ext cx="563400" cy="781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C60BA5E0-D493-70EC-EAED-10FA992E2E0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535648" y="2790144"/>
                  <a:ext cx="581040" cy="9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623E11F-376F-2DDE-96D7-027B87EAA609}"/>
              </a:ext>
            </a:extLst>
          </p:cNvPr>
          <p:cNvGrpSpPr/>
          <p:nvPr/>
        </p:nvGrpSpPr>
        <p:grpSpPr>
          <a:xfrm>
            <a:off x="6458688" y="2593944"/>
            <a:ext cx="1570320" cy="436680"/>
            <a:chOff x="6458688" y="2593944"/>
            <a:chExt cx="1570320" cy="43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CAE01F6-E588-7E44-F7FB-66A8F5991ED6}"/>
                    </a:ext>
                  </a:extLst>
                </p14:cNvPr>
                <p14:cNvContentPartPr/>
                <p14:nvPr/>
              </p14:nvContentPartPr>
              <p14:xfrm>
                <a:off x="6458688" y="2662344"/>
                <a:ext cx="412200" cy="3682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CAE01F6-E588-7E44-F7FB-66A8F5991ED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449688" y="2653704"/>
                  <a:ext cx="42984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AF24118B-9E65-DD7E-7ED7-8358524EE079}"/>
                    </a:ext>
                  </a:extLst>
                </p14:cNvPr>
                <p14:cNvContentPartPr/>
                <p14:nvPr/>
              </p14:nvContentPartPr>
              <p14:xfrm>
                <a:off x="6936048" y="2642184"/>
                <a:ext cx="65880" cy="2314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AF24118B-9E65-DD7E-7ED7-8358524EE07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927048" y="2633184"/>
                  <a:ext cx="8352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DB444D59-82EF-9136-8DDD-A57B9FEA3EBF}"/>
                    </a:ext>
                  </a:extLst>
                </p14:cNvPr>
                <p14:cNvContentPartPr/>
                <p14:nvPr/>
              </p14:nvContentPartPr>
              <p14:xfrm>
                <a:off x="6923808" y="2770704"/>
                <a:ext cx="118800" cy="360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DB444D59-82EF-9136-8DDD-A57B9FEA3EB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914808" y="2762064"/>
                  <a:ext cx="13644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CA51AFD4-5DB9-1B77-1796-AF5EAA073D43}"/>
                    </a:ext>
                  </a:extLst>
                </p14:cNvPr>
                <p14:cNvContentPartPr/>
                <p14:nvPr/>
              </p14:nvContentPartPr>
              <p14:xfrm>
                <a:off x="7081488" y="2767104"/>
                <a:ext cx="249120" cy="824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CA51AFD4-5DB9-1B77-1796-AF5EAA073D4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072848" y="2758104"/>
                  <a:ext cx="26676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D0424C5F-D5CF-D5F8-4DC5-FD35E44534BF}"/>
                    </a:ext>
                  </a:extLst>
                </p14:cNvPr>
                <p14:cNvContentPartPr/>
                <p14:nvPr/>
              </p14:nvContentPartPr>
              <p14:xfrm>
                <a:off x="7432848" y="2593944"/>
                <a:ext cx="596160" cy="2127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D0424C5F-D5CF-D5F8-4DC5-FD35E44534B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424208" y="2585304"/>
                  <a:ext cx="6138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F51F207B-C3FC-772B-7BCD-F79658F25F2C}"/>
                    </a:ext>
                  </a:extLst>
                </p14:cNvPr>
                <p14:cNvContentPartPr/>
                <p14:nvPr/>
              </p14:nvContentPartPr>
              <p14:xfrm>
                <a:off x="7800768" y="2650104"/>
                <a:ext cx="63360" cy="158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F51F207B-C3FC-772B-7BCD-F79658F25F2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791768" y="2641464"/>
                  <a:ext cx="8100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0A63073-6881-F95B-4B7B-EF13551FB528}"/>
              </a:ext>
            </a:extLst>
          </p:cNvPr>
          <p:cNvGrpSpPr/>
          <p:nvPr/>
        </p:nvGrpSpPr>
        <p:grpSpPr>
          <a:xfrm>
            <a:off x="8423208" y="2529864"/>
            <a:ext cx="1148400" cy="372240"/>
            <a:chOff x="8423208" y="2529864"/>
            <a:chExt cx="1148400" cy="37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E3633C9E-00FD-8A9E-DF85-074919669479}"/>
                    </a:ext>
                  </a:extLst>
                </p14:cNvPr>
                <p14:cNvContentPartPr/>
                <p14:nvPr/>
              </p14:nvContentPartPr>
              <p14:xfrm>
                <a:off x="8423208" y="2529864"/>
                <a:ext cx="752760" cy="3722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E3633C9E-00FD-8A9E-DF85-07491966947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414208" y="2521224"/>
                  <a:ext cx="77040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184FC24D-9FB1-7504-BEBD-EB346B1775ED}"/>
                    </a:ext>
                  </a:extLst>
                </p14:cNvPr>
                <p14:cNvContentPartPr/>
                <p14:nvPr/>
              </p14:nvContentPartPr>
              <p14:xfrm>
                <a:off x="9200808" y="2695104"/>
                <a:ext cx="13680" cy="151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184FC24D-9FB1-7504-BEBD-EB346B1775ED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192168" y="2686464"/>
                  <a:ext cx="313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C81F4248-E526-1F09-3596-0B1C0721E956}"/>
                    </a:ext>
                  </a:extLst>
                </p14:cNvPr>
                <p14:cNvContentPartPr/>
                <p14:nvPr/>
              </p14:nvContentPartPr>
              <p14:xfrm>
                <a:off x="9262728" y="2719224"/>
                <a:ext cx="167760" cy="518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C81F4248-E526-1F09-3596-0B1C0721E95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254088" y="2710224"/>
                  <a:ext cx="18540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1718FF1A-31FA-1059-26E8-C07D3C7AFD72}"/>
                    </a:ext>
                  </a:extLst>
                </p14:cNvPr>
                <p14:cNvContentPartPr/>
                <p14:nvPr/>
              </p14:nvContentPartPr>
              <p14:xfrm>
                <a:off x="9391608" y="2636424"/>
                <a:ext cx="29880" cy="2952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1718FF1A-31FA-1059-26E8-C07D3C7AFD7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382608" y="2627424"/>
                  <a:ext cx="4752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233B847A-E86F-F27B-F21C-A033C31EA1DE}"/>
                    </a:ext>
                  </a:extLst>
                </p14:cNvPr>
                <p14:cNvContentPartPr/>
                <p14:nvPr/>
              </p14:nvContentPartPr>
              <p14:xfrm>
                <a:off x="9542808" y="2718144"/>
                <a:ext cx="28800" cy="1047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233B847A-E86F-F27B-F21C-A033C31EA1D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534168" y="2709144"/>
                  <a:ext cx="46440" cy="12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55136C02-3BE5-45BA-2395-007CE55E4F30}"/>
              </a:ext>
            </a:extLst>
          </p:cNvPr>
          <p:cNvGrpSpPr/>
          <p:nvPr/>
        </p:nvGrpSpPr>
        <p:grpSpPr>
          <a:xfrm>
            <a:off x="9999648" y="2568384"/>
            <a:ext cx="449280" cy="213120"/>
            <a:chOff x="9999648" y="2568384"/>
            <a:chExt cx="449280" cy="21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10968B87-EE73-9ED1-227B-FB1DFC22265A}"/>
                    </a:ext>
                  </a:extLst>
                </p14:cNvPr>
                <p14:cNvContentPartPr/>
                <p14:nvPr/>
              </p14:nvContentPartPr>
              <p14:xfrm>
                <a:off x="9999648" y="2711664"/>
                <a:ext cx="192600" cy="698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10968B87-EE73-9ED1-227B-FB1DFC22265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991008" y="2702664"/>
                  <a:ext cx="21024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7CD9B0AE-F956-3818-0B91-E4DF738EFB39}"/>
                    </a:ext>
                  </a:extLst>
                </p14:cNvPr>
                <p14:cNvContentPartPr/>
                <p14:nvPr/>
              </p14:nvContentPartPr>
              <p14:xfrm>
                <a:off x="10276848" y="2568384"/>
                <a:ext cx="172080" cy="2001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7CD9B0AE-F956-3818-0B91-E4DF738EFB3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267848" y="2559744"/>
                  <a:ext cx="18972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9EC1826C-8671-368D-BDC2-11143DE04B75}"/>
              </a:ext>
            </a:extLst>
          </p:cNvPr>
          <p:cNvGrpSpPr/>
          <p:nvPr/>
        </p:nvGrpSpPr>
        <p:grpSpPr>
          <a:xfrm>
            <a:off x="10734408" y="2549664"/>
            <a:ext cx="1114200" cy="227160"/>
            <a:chOff x="10734408" y="2549664"/>
            <a:chExt cx="1114200" cy="22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642452D0-F05B-35A8-8CEB-A4E7597435D6}"/>
                    </a:ext>
                  </a:extLst>
                </p14:cNvPr>
                <p14:cNvContentPartPr/>
                <p14:nvPr/>
              </p14:nvContentPartPr>
              <p14:xfrm>
                <a:off x="10734408" y="2686104"/>
                <a:ext cx="234000" cy="864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642452D0-F05B-35A8-8CEB-A4E7597435D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725768" y="2677104"/>
                  <a:ext cx="25164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65D007CE-BE93-C052-6388-94E13BF02FAC}"/>
                    </a:ext>
                  </a:extLst>
                </p14:cNvPr>
                <p14:cNvContentPartPr/>
                <p14:nvPr/>
              </p14:nvContentPartPr>
              <p14:xfrm>
                <a:off x="11020608" y="2628144"/>
                <a:ext cx="153000" cy="1472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65D007CE-BE93-C052-6388-94E13BF02FA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011968" y="2619504"/>
                  <a:ext cx="1706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2F47CED7-87D2-3351-00BD-D3D292F424A3}"/>
                    </a:ext>
                  </a:extLst>
                </p14:cNvPr>
                <p14:cNvContentPartPr/>
                <p14:nvPr/>
              </p14:nvContentPartPr>
              <p14:xfrm>
                <a:off x="11375928" y="2549664"/>
                <a:ext cx="472680" cy="2271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2F47CED7-87D2-3351-00BD-D3D292F424A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366928" y="2541024"/>
                  <a:ext cx="490320" cy="24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2BFF7D33-BBC0-5400-6DF8-FA05DBD2C8F5}"/>
              </a:ext>
            </a:extLst>
          </p:cNvPr>
          <p:cNvGrpSpPr/>
          <p:nvPr/>
        </p:nvGrpSpPr>
        <p:grpSpPr>
          <a:xfrm>
            <a:off x="3099888" y="3344544"/>
            <a:ext cx="456840" cy="337680"/>
            <a:chOff x="3099888" y="3344544"/>
            <a:chExt cx="456840" cy="33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B4AB730F-E11D-495A-705F-64FB8672302C}"/>
                    </a:ext>
                  </a:extLst>
                </p14:cNvPr>
                <p14:cNvContentPartPr/>
                <p14:nvPr/>
              </p14:nvContentPartPr>
              <p14:xfrm>
                <a:off x="3099888" y="3344544"/>
                <a:ext cx="220680" cy="3376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B4AB730F-E11D-495A-705F-64FB8672302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091248" y="3335904"/>
                  <a:ext cx="23832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A2ED4864-26E8-B38C-6CDE-08A4395174DD}"/>
                    </a:ext>
                  </a:extLst>
                </p14:cNvPr>
                <p14:cNvContentPartPr/>
                <p14:nvPr/>
              </p14:nvContentPartPr>
              <p14:xfrm>
                <a:off x="3480408" y="3475584"/>
                <a:ext cx="76320" cy="147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A2ED4864-26E8-B38C-6CDE-08A4395174D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471408" y="3466584"/>
                  <a:ext cx="9396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B818F40E-6226-7C4B-4387-C797D5D80C69}"/>
              </a:ext>
            </a:extLst>
          </p:cNvPr>
          <p:cNvGrpSpPr/>
          <p:nvPr/>
        </p:nvGrpSpPr>
        <p:grpSpPr>
          <a:xfrm>
            <a:off x="3941208" y="3300624"/>
            <a:ext cx="682920" cy="205920"/>
            <a:chOff x="3941208" y="3300624"/>
            <a:chExt cx="682920" cy="20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0D952D1B-7A12-2FBB-097F-DC08C489C0E3}"/>
                    </a:ext>
                  </a:extLst>
                </p14:cNvPr>
                <p14:cNvContentPartPr/>
                <p14:nvPr/>
              </p14:nvContentPartPr>
              <p14:xfrm>
                <a:off x="3941208" y="3369024"/>
                <a:ext cx="179640" cy="1375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0D952D1B-7A12-2FBB-097F-DC08C489C0E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932208" y="3360384"/>
                  <a:ext cx="1972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D86A0082-CA09-1692-A7DC-2689E9CFE878}"/>
                    </a:ext>
                  </a:extLst>
                </p14:cNvPr>
                <p14:cNvContentPartPr/>
                <p14:nvPr/>
              </p14:nvContentPartPr>
              <p14:xfrm>
                <a:off x="4234248" y="3412584"/>
                <a:ext cx="44280" cy="698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D86A0082-CA09-1692-A7DC-2689E9CFE87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225248" y="3403944"/>
                  <a:ext cx="619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DA790C1-8767-4CED-9AFA-A6E7494A2FF1}"/>
                    </a:ext>
                  </a:extLst>
                </p14:cNvPr>
                <p14:cNvContentPartPr/>
                <p14:nvPr/>
              </p14:nvContentPartPr>
              <p14:xfrm>
                <a:off x="4333608" y="3300624"/>
                <a:ext cx="290520" cy="164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DA790C1-8767-4CED-9AFA-A6E7494A2FF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324968" y="3291624"/>
                  <a:ext cx="30816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23A7FF31-C4A8-84F0-2740-FFEB91F09DCD}"/>
              </a:ext>
            </a:extLst>
          </p:cNvPr>
          <p:cNvGrpSpPr/>
          <p:nvPr/>
        </p:nvGrpSpPr>
        <p:grpSpPr>
          <a:xfrm>
            <a:off x="4935168" y="3243384"/>
            <a:ext cx="1362600" cy="335520"/>
            <a:chOff x="4935168" y="3243384"/>
            <a:chExt cx="1362600" cy="33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BDA8E7B3-BFAA-940A-B48B-AAFC731DFBDC}"/>
                    </a:ext>
                  </a:extLst>
                </p14:cNvPr>
                <p14:cNvContentPartPr/>
                <p14:nvPr/>
              </p14:nvContentPartPr>
              <p14:xfrm>
                <a:off x="4935168" y="3380184"/>
                <a:ext cx="403920" cy="122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BDA8E7B3-BFAA-940A-B48B-AAFC731DFBD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926528" y="3371184"/>
                  <a:ext cx="4215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534EFD63-ADC3-CA42-493D-B671BEEC7A91}"/>
                    </a:ext>
                  </a:extLst>
                </p14:cNvPr>
                <p14:cNvContentPartPr/>
                <p14:nvPr/>
              </p14:nvContentPartPr>
              <p14:xfrm>
                <a:off x="5275368" y="3243384"/>
                <a:ext cx="7560" cy="136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534EFD63-ADC3-CA42-493D-B671BEEC7A9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266728" y="3234384"/>
                  <a:ext cx="252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B1CADEFE-57FA-8B7C-6019-97D6115043CE}"/>
                    </a:ext>
                  </a:extLst>
                </p14:cNvPr>
                <p14:cNvContentPartPr/>
                <p14:nvPr/>
              </p14:nvContentPartPr>
              <p14:xfrm>
                <a:off x="5382648" y="3280824"/>
                <a:ext cx="349560" cy="2980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B1CADEFE-57FA-8B7C-6019-97D6115043C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374008" y="3272184"/>
                  <a:ext cx="36720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85D13888-E99C-128B-E684-7EDB19965F51}"/>
                    </a:ext>
                  </a:extLst>
                </p14:cNvPr>
                <p14:cNvContentPartPr/>
                <p14:nvPr/>
              </p14:nvContentPartPr>
              <p14:xfrm>
                <a:off x="5762088" y="3372984"/>
                <a:ext cx="59400" cy="162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85D13888-E99C-128B-E684-7EDB19965F5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753088" y="3363984"/>
                  <a:ext cx="770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90EF2AB1-F3B0-F715-074F-DA0EBA10E551}"/>
                    </a:ext>
                  </a:extLst>
                </p14:cNvPr>
                <p14:cNvContentPartPr/>
                <p14:nvPr/>
              </p14:nvContentPartPr>
              <p14:xfrm>
                <a:off x="6047568" y="3267144"/>
                <a:ext cx="250200" cy="1940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90EF2AB1-F3B0-F715-074F-DA0EBA10E55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038928" y="3258144"/>
                  <a:ext cx="26784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CF851F7-6C48-9929-6414-BA917B5A79FC}"/>
              </a:ext>
            </a:extLst>
          </p:cNvPr>
          <p:cNvGrpSpPr/>
          <p:nvPr/>
        </p:nvGrpSpPr>
        <p:grpSpPr>
          <a:xfrm>
            <a:off x="6551928" y="3174264"/>
            <a:ext cx="1105200" cy="370800"/>
            <a:chOff x="6551928" y="3174264"/>
            <a:chExt cx="1105200" cy="37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33ED756-A99E-50AA-BD7F-2F638B1C043A}"/>
                    </a:ext>
                  </a:extLst>
                </p14:cNvPr>
                <p14:cNvContentPartPr/>
                <p14:nvPr/>
              </p14:nvContentPartPr>
              <p14:xfrm>
                <a:off x="6551928" y="3174264"/>
                <a:ext cx="951840" cy="3708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33ED756-A99E-50AA-BD7F-2F638B1C043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542928" y="3165264"/>
                  <a:ext cx="96948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D22EB35B-2B5A-ED7D-D957-64866FAF8B29}"/>
                    </a:ext>
                  </a:extLst>
                </p14:cNvPr>
                <p14:cNvContentPartPr/>
                <p14:nvPr/>
              </p14:nvContentPartPr>
              <p14:xfrm>
                <a:off x="7554168" y="3215304"/>
                <a:ext cx="102960" cy="1861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D22EB35B-2B5A-ED7D-D957-64866FAF8B2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545168" y="3206664"/>
                  <a:ext cx="1206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C7115F62-1A10-DE07-3350-DACF0B5EC103}"/>
                    </a:ext>
                  </a:extLst>
                </p14:cNvPr>
                <p14:cNvContentPartPr/>
                <p14:nvPr/>
              </p14:nvContentPartPr>
              <p14:xfrm>
                <a:off x="7460928" y="3288744"/>
                <a:ext cx="19080" cy="147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C7115F62-1A10-DE07-3350-DACF0B5EC10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451928" y="3280104"/>
                  <a:ext cx="3672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FD0D8A6C-4033-1FD0-B4CC-75F4B3A99D7F}"/>
              </a:ext>
            </a:extLst>
          </p:cNvPr>
          <p:cNvGrpSpPr/>
          <p:nvPr/>
        </p:nvGrpSpPr>
        <p:grpSpPr>
          <a:xfrm>
            <a:off x="8043768" y="3176424"/>
            <a:ext cx="335160" cy="340200"/>
            <a:chOff x="8043768" y="3176424"/>
            <a:chExt cx="335160" cy="34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CC635D94-0682-D718-E79C-0394DE188C5A}"/>
                    </a:ext>
                  </a:extLst>
                </p14:cNvPr>
                <p14:cNvContentPartPr/>
                <p14:nvPr/>
              </p14:nvContentPartPr>
              <p14:xfrm>
                <a:off x="8043768" y="3176424"/>
                <a:ext cx="104760" cy="2062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CC635D94-0682-D718-E79C-0394DE188C5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035128" y="3167424"/>
                  <a:ext cx="1224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40E275D2-F455-BE02-D8D2-6480E828B7A7}"/>
                    </a:ext>
                  </a:extLst>
                </p14:cNvPr>
                <p14:cNvContentPartPr/>
                <p14:nvPr/>
              </p14:nvContentPartPr>
              <p14:xfrm>
                <a:off x="8271288" y="3270024"/>
                <a:ext cx="107640" cy="2466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40E275D2-F455-BE02-D8D2-6480E828B7A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262288" y="3261024"/>
                  <a:ext cx="125280" cy="26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A5CF5DA5-9F10-2E23-3636-27B54DF623AB}"/>
              </a:ext>
            </a:extLst>
          </p:cNvPr>
          <p:cNvGrpSpPr/>
          <p:nvPr/>
        </p:nvGrpSpPr>
        <p:grpSpPr>
          <a:xfrm>
            <a:off x="8788608" y="3128904"/>
            <a:ext cx="864360" cy="420480"/>
            <a:chOff x="8788608" y="3128904"/>
            <a:chExt cx="864360" cy="42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AFE44653-2974-930C-7B70-E7344D654035}"/>
                    </a:ext>
                  </a:extLst>
                </p14:cNvPr>
                <p14:cNvContentPartPr/>
                <p14:nvPr/>
              </p14:nvContentPartPr>
              <p14:xfrm>
                <a:off x="8788608" y="3137184"/>
                <a:ext cx="82800" cy="1882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AFE44653-2974-930C-7B70-E7344D65403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779608" y="3128184"/>
                  <a:ext cx="10044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923B7047-9C53-BB6C-491D-5A02F3C4A401}"/>
                    </a:ext>
                  </a:extLst>
                </p14:cNvPr>
                <p14:cNvContentPartPr/>
                <p14:nvPr/>
              </p14:nvContentPartPr>
              <p14:xfrm>
                <a:off x="8953128" y="3205944"/>
                <a:ext cx="330120" cy="824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923B7047-9C53-BB6C-491D-5A02F3C4A40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944128" y="3197304"/>
                  <a:ext cx="34776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08CE192F-D069-D2B3-194E-E5750189B6A7}"/>
                    </a:ext>
                  </a:extLst>
                </p14:cNvPr>
                <p14:cNvContentPartPr/>
                <p14:nvPr/>
              </p14:nvContentPartPr>
              <p14:xfrm>
                <a:off x="9303048" y="3128904"/>
                <a:ext cx="19440" cy="565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08CE192F-D069-D2B3-194E-E5750189B6A7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294408" y="3119904"/>
                  <a:ext cx="3708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6C343F8-6E10-69C5-D41F-27264D71DB8A}"/>
                    </a:ext>
                  </a:extLst>
                </p14:cNvPr>
                <p14:cNvContentPartPr/>
                <p14:nvPr/>
              </p14:nvContentPartPr>
              <p14:xfrm>
                <a:off x="9389448" y="3207744"/>
                <a:ext cx="263520" cy="34164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6C343F8-6E10-69C5-D41F-27264D71DB8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380448" y="3198744"/>
                  <a:ext cx="281160" cy="35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0D7351B5-2B4E-9AE9-3D43-DB1D8705127F}"/>
              </a:ext>
            </a:extLst>
          </p:cNvPr>
          <p:cNvGrpSpPr/>
          <p:nvPr/>
        </p:nvGrpSpPr>
        <p:grpSpPr>
          <a:xfrm>
            <a:off x="10078848" y="3132504"/>
            <a:ext cx="212400" cy="150120"/>
            <a:chOff x="10078848" y="3132504"/>
            <a:chExt cx="212400" cy="15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0C031DBF-46D8-98B8-83DA-D21F620223ED}"/>
                    </a:ext>
                  </a:extLst>
                </p14:cNvPr>
                <p14:cNvContentPartPr/>
                <p14:nvPr/>
              </p14:nvContentPartPr>
              <p14:xfrm>
                <a:off x="10078848" y="3201624"/>
                <a:ext cx="44640" cy="810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0C031DBF-46D8-98B8-83DA-D21F620223E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070208" y="3192984"/>
                  <a:ext cx="6228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41A2DFB-B2CA-709C-D845-7D850E7FD057}"/>
                    </a:ext>
                  </a:extLst>
                </p14:cNvPr>
                <p14:cNvContentPartPr/>
                <p14:nvPr/>
              </p14:nvContentPartPr>
              <p14:xfrm>
                <a:off x="10177848" y="3132504"/>
                <a:ext cx="360" cy="504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41A2DFB-B2CA-709C-D845-7D850E7FD05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168848" y="3123864"/>
                  <a:ext cx="1800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E684B5CF-69DB-44DF-B243-9130CDD55598}"/>
                    </a:ext>
                  </a:extLst>
                </p14:cNvPr>
                <p14:cNvContentPartPr/>
                <p14:nvPr/>
              </p14:nvContentPartPr>
              <p14:xfrm>
                <a:off x="10209888" y="3195504"/>
                <a:ext cx="81360" cy="716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E684B5CF-69DB-44DF-B243-9130CDD55598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0200888" y="3186864"/>
                  <a:ext cx="99000" cy="8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C2BB8B5F-26FF-CE48-E721-499B9E3347DA}"/>
              </a:ext>
            </a:extLst>
          </p:cNvPr>
          <p:cNvGrpSpPr/>
          <p:nvPr/>
        </p:nvGrpSpPr>
        <p:grpSpPr>
          <a:xfrm>
            <a:off x="10590768" y="3052224"/>
            <a:ext cx="511920" cy="296280"/>
            <a:chOff x="10590768" y="3052224"/>
            <a:chExt cx="511920" cy="29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EC5E1760-173D-97C9-4EEF-EA3DDE683F59}"/>
                    </a:ext>
                  </a:extLst>
                </p14:cNvPr>
                <p14:cNvContentPartPr/>
                <p14:nvPr/>
              </p14:nvContentPartPr>
              <p14:xfrm>
                <a:off x="10590768" y="3124224"/>
                <a:ext cx="60120" cy="2242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EC5E1760-173D-97C9-4EEF-EA3DDE683F59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10582128" y="3115584"/>
                  <a:ext cx="777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BB1993FE-0F3E-45CF-61C7-4E88977A4CFB}"/>
                    </a:ext>
                  </a:extLst>
                </p14:cNvPr>
                <p14:cNvContentPartPr/>
                <p14:nvPr/>
              </p14:nvContentPartPr>
              <p14:xfrm>
                <a:off x="10674648" y="3052224"/>
                <a:ext cx="264960" cy="2498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BB1993FE-0F3E-45CF-61C7-4E88977A4CFB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10665648" y="3043584"/>
                  <a:ext cx="28260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A47530C2-15DC-55D5-F132-C9EC05F1032B}"/>
                    </a:ext>
                  </a:extLst>
                </p14:cNvPr>
                <p14:cNvContentPartPr/>
                <p14:nvPr/>
              </p14:nvContentPartPr>
              <p14:xfrm>
                <a:off x="11050128" y="3301704"/>
                <a:ext cx="52560" cy="50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A47530C2-15DC-55D5-F132-C9EC05F1032B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1041488" y="3293064"/>
                  <a:ext cx="70200" cy="2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B382BE81-C5CA-636F-984F-384048C56675}"/>
              </a:ext>
            </a:extLst>
          </p:cNvPr>
          <p:cNvGrpSpPr/>
          <p:nvPr/>
        </p:nvGrpSpPr>
        <p:grpSpPr>
          <a:xfrm>
            <a:off x="3985488" y="3623904"/>
            <a:ext cx="1303560" cy="299160"/>
            <a:chOff x="3985488" y="3623904"/>
            <a:chExt cx="1303560" cy="29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A49B3144-89B9-0CF1-12D2-D5AC2C60A81C}"/>
                    </a:ext>
                  </a:extLst>
                </p14:cNvPr>
                <p14:cNvContentPartPr/>
                <p14:nvPr/>
              </p14:nvContentPartPr>
              <p14:xfrm>
                <a:off x="3985488" y="3626784"/>
                <a:ext cx="341640" cy="2962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A49B3144-89B9-0CF1-12D2-D5AC2C60A81C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3976848" y="3617784"/>
                  <a:ext cx="35928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855EE89B-9B21-BEDB-9D5A-36AC3905761B}"/>
                    </a:ext>
                  </a:extLst>
                </p14:cNvPr>
                <p14:cNvContentPartPr/>
                <p14:nvPr/>
              </p14:nvContentPartPr>
              <p14:xfrm>
                <a:off x="4436568" y="3782664"/>
                <a:ext cx="193680" cy="507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855EE89B-9B21-BEDB-9D5A-36AC3905761B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427568" y="3774024"/>
                  <a:ext cx="21132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90C16454-98F6-2780-9A53-8B933ECD83F2}"/>
                    </a:ext>
                  </a:extLst>
                </p14:cNvPr>
                <p14:cNvContentPartPr/>
                <p14:nvPr/>
              </p14:nvContentPartPr>
              <p14:xfrm>
                <a:off x="4684248" y="3623904"/>
                <a:ext cx="436320" cy="2019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90C16454-98F6-2780-9A53-8B933ECD83F2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4675248" y="3615264"/>
                  <a:ext cx="4539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CCD28DB8-82E4-8599-B643-AFF9B2591810}"/>
                    </a:ext>
                  </a:extLst>
                </p14:cNvPr>
                <p14:cNvContentPartPr/>
                <p14:nvPr/>
              </p14:nvContentPartPr>
              <p14:xfrm>
                <a:off x="5191848" y="3777624"/>
                <a:ext cx="97200" cy="450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CCD28DB8-82E4-8599-B643-AFF9B2591810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5183208" y="3768624"/>
                  <a:ext cx="1148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A8456A2A-EF46-3C35-D832-03ACF8A3DA41}"/>
                    </a:ext>
                  </a:extLst>
                </p14:cNvPr>
                <p14:cNvContentPartPr/>
                <p14:nvPr/>
              </p14:nvContentPartPr>
              <p14:xfrm>
                <a:off x="5061888" y="3639744"/>
                <a:ext cx="154080" cy="140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A8456A2A-EF46-3C35-D832-03ACF8A3DA41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052888" y="3631104"/>
                  <a:ext cx="1717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69D3CC56-D6F1-68DC-9462-527C4861B337}"/>
                    </a:ext>
                  </a:extLst>
                </p14:cNvPr>
                <p14:cNvContentPartPr/>
                <p14:nvPr/>
              </p14:nvContentPartPr>
              <p14:xfrm>
                <a:off x="5118768" y="3683664"/>
                <a:ext cx="9720" cy="295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69D3CC56-D6F1-68DC-9462-527C4861B337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109768" y="3674664"/>
                  <a:ext cx="2736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859A9728-EC6D-07E5-06E4-E0EA12D26E4D}"/>
              </a:ext>
            </a:extLst>
          </p:cNvPr>
          <p:cNvGrpSpPr/>
          <p:nvPr/>
        </p:nvGrpSpPr>
        <p:grpSpPr>
          <a:xfrm>
            <a:off x="5795568" y="3621024"/>
            <a:ext cx="907200" cy="422640"/>
            <a:chOff x="5795568" y="3621024"/>
            <a:chExt cx="907200" cy="42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D5B6F4B7-8CB4-E119-134A-47CC5065B2FA}"/>
                    </a:ext>
                  </a:extLst>
                </p14:cNvPr>
                <p14:cNvContentPartPr/>
                <p14:nvPr/>
              </p14:nvContentPartPr>
              <p14:xfrm>
                <a:off x="5795568" y="3621024"/>
                <a:ext cx="207360" cy="42264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D5B6F4B7-8CB4-E119-134A-47CC5065B2FA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786928" y="3612384"/>
                  <a:ext cx="225000" cy="44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FF0156F-ED70-5F38-A21B-201BE6E726A3}"/>
                    </a:ext>
                  </a:extLst>
                </p14:cNvPr>
                <p14:cNvContentPartPr/>
                <p14:nvPr/>
              </p14:nvContentPartPr>
              <p14:xfrm>
                <a:off x="5844528" y="3869064"/>
                <a:ext cx="172800" cy="759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FF0156F-ED70-5F38-A21B-201BE6E726A3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5835528" y="3860064"/>
                  <a:ext cx="19044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FF08EA16-5E90-BF86-2638-AE737AB337D3}"/>
                    </a:ext>
                  </a:extLst>
                </p14:cNvPr>
                <p14:cNvContentPartPr/>
                <p14:nvPr/>
              </p14:nvContentPartPr>
              <p14:xfrm>
                <a:off x="6051528" y="3764664"/>
                <a:ext cx="10080" cy="1440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FF08EA16-5E90-BF86-2638-AE737AB337D3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6042528" y="3755664"/>
                  <a:ext cx="277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CBD9EEF6-ED65-7D09-3306-3A7D4E5F6F63}"/>
                    </a:ext>
                  </a:extLst>
                </p14:cNvPr>
                <p14:cNvContentPartPr/>
                <p14:nvPr/>
              </p14:nvContentPartPr>
              <p14:xfrm>
                <a:off x="6096888" y="3730104"/>
                <a:ext cx="272880" cy="2041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CBD9EEF6-ED65-7D09-3306-3A7D4E5F6F63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6088248" y="3721464"/>
                  <a:ext cx="2905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F209F94F-E871-C667-A15B-B3AFB387E75C}"/>
                    </a:ext>
                  </a:extLst>
                </p14:cNvPr>
                <p14:cNvContentPartPr/>
                <p14:nvPr/>
              </p14:nvContentPartPr>
              <p14:xfrm>
                <a:off x="6542928" y="3717864"/>
                <a:ext cx="159840" cy="2210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F209F94F-E871-C667-A15B-B3AFB387E75C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6534288" y="3708864"/>
                  <a:ext cx="177480" cy="238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1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8DDA50EB-E3F1-731B-E6C5-3F733363D450}"/>
                  </a:ext>
                </a:extLst>
              </p14:cNvPr>
              <p14:cNvContentPartPr/>
              <p14:nvPr/>
            </p14:nvContentPartPr>
            <p14:xfrm>
              <a:off x="7101288" y="3730104"/>
              <a:ext cx="650160" cy="23112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8DDA50EB-E3F1-731B-E6C5-3F733363D450}"/>
                  </a:ext>
                </a:extLst>
              </p:cNvPr>
              <p:cNvPicPr/>
              <p:nvPr/>
            </p:nvPicPr>
            <p:blipFill>
              <a:blip r:embed="rId302"/>
              <a:stretch>
                <a:fillRect/>
              </a:stretch>
            </p:blipFill>
            <p:spPr>
              <a:xfrm>
                <a:off x="7092288" y="3721464"/>
                <a:ext cx="667800" cy="24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3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809C7BF6-55FE-80BA-E054-EDAD7CECB21D}"/>
                  </a:ext>
                </a:extLst>
              </p14:cNvPr>
              <p14:cNvContentPartPr/>
              <p14:nvPr/>
            </p14:nvContentPartPr>
            <p14:xfrm>
              <a:off x="8077968" y="3805344"/>
              <a:ext cx="282240" cy="1083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809C7BF6-55FE-80BA-E054-EDAD7CECB21D}"/>
                  </a:ext>
                </a:extLst>
              </p:cNvPr>
              <p:cNvPicPr/>
              <p:nvPr/>
            </p:nvPicPr>
            <p:blipFill>
              <a:blip r:embed="rId304"/>
              <a:stretch>
                <a:fillRect/>
              </a:stretch>
            </p:blipFill>
            <p:spPr>
              <a:xfrm>
                <a:off x="8069328" y="3796704"/>
                <a:ext cx="299880" cy="12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oup 219">
            <a:extLst>
              <a:ext uri="{FF2B5EF4-FFF2-40B4-BE49-F238E27FC236}">
                <a16:creationId xmlns:a16="http://schemas.microsoft.com/office/drawing/2014/main" id="{CA424753-67DD-9A42-D9D5-DE6E074EDD81}"/>
              </a:ext>
            </a:extLst>
          </p:cNvPr>
          <p:cNvGrpSpPr/>
          <p:nvPr/>
        </p:nvGrpSpPr>
        <p:grpSpPr>
          <a:xfrm>
            <a:off x="3609648" y="3967344"/>
            <a:ext cx="1418760" cy="650880"/>
            <a:chOff x="3609648" y="3967344"/>
            <a:chExt cx="1418760" cy="65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D86EC657-8ADF-3433-807B-E039B477A057}"/>
                    </a:ext>
                  </a:extLst>
                </p14:cNvPr>
                <p14:cNvContentPartPr/>
                <p14:nvPr/>
              </p14:nvContentPartPr>
              <p14:xfrm>
                <a:off x="3609648" y="3967344"/>
                <a:ext cx="509400" cy="5011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D86EC657-8ADF-3433-807B-E039B477A057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3601008" y="3958704"/>
                  <a:ext cx="52704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AEF0516C-C292-D378-DCB0-2B98CB867C27}"/>
                    </a:ext>
                  </a:extLst>
                </p14:cNvPr>
                <p14:cNvContentPartPr/>
                <p14:nvPr/>
              </p14:nvContentPartPr>
              <p14:xfrm>
                <a:off x="4209408" y="4325544"/>
                <a:ext cx="49680" cy="9864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AEF0516C-C292-D378-DCB0-2B98CB867C27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4200408" y="4316544"/>
                  <a:ext cx="6732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C5CCF1A8-317B-A714-3451-D2D92BEF27CF}"/>
                    </a:ext>
                  </a:extLst>
                </p14:cNvPr>
                <p14:cNvContentPartPr/>
                <p14:nvPr/>
              </p14:nvContentPartPr>
              <p14:xfrm>
                <a:off x="4390848" y="4326984"/>
                <a:ext cx="122040" cy="2912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C5CCF1A8-317B-A714-3451-D2D92BEF27CF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4382208" y="4318344"/>
                  <a:ext cx="13968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224908A8-B8D4-12DA-AB27-D975E58C63B4}"/>
                    </a:ext>
                  </a:extLst>
                </p14:cNvPr>
                <p14:cNvContentPartPr/>
                <p14:nvPr/>
              </p14:nvContentPartPr>
              <p14:xfrm>
                <a:off x="4584168" y="4343184"/>
                <a:ext cx="5760" cy="838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224908A8-B8D4-12DA-AB27-D975E58C63B4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4575528" y="4334544"/>
                  <a:ext cx="234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BDA037CA-50E7-2E6E-0C22-94DD51CBCF2E}"/>
                    </a:ext>
                  </a:extLst>
                </p14:cNvPr>
                <p14:cNvContentPartPr/>
                <p14:nvPr/>
              </p14:nvContentPartPr>
              <p14:xfrm>
                <a:off x="4706928" y="4173624"/>
                <a:ext cx="20160" cy="2570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BDA037CA-50E7-2E6E-0C22-94DD51CBCF2E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4697928" y="4164624"/>
                  <a:ext cx="378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4B4D8A8C-02B7-09F4-F8F3-2197A2A3C692}"/>
                    </a:ext>
                  </a:extLst>
                </p14:cNvPr>
                <p14:cNvContentPartPr/>
                <p14:nvPr/>
              </p14:nvContentPartPr>
              <p14:xfrm>
                <a:off x="4700808" y="4217904"/>
                <a:ext cx="327600" cy="1951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4B4D8A8C-02B7-09F4-F8F3-2197A2A3C692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4691808" y="4208904"/>
                  <a:ext cx="345240" cy="21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C1FA778A-1BF8-AFB8-5EB5-77E3BD789989}"/>
                  </a:ext>
                </a:extLst>
              </p14:cNvPr>
              <p14:cNvContentPartPr/>
              <p14:nvPr/>
            </p14:nvContentPartPr>
            <p14:xfrm>
              <a:off x="5305968" y="4105224"/>
              <a:ext cx="345240" cy="67104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C1FA778A-1BF8-AFB8-5EB5-77E3BD789989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5297328" y="4096224"/>
                <a:ext cx="362880" cy="688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6" name="Group 225">
            <a:extLst>
              <a:ext uri="{FF2B5EF4-FFF2-40B4-BE49-F238E27FC236}">
                <a16:creationId xmlns:a16="http://schemas.microsoft.com/office/drawing/2014/main" id="{462B43C8-0014-486E-7E15-AA59F189965C}"/>
              </a:ext>
            </a:extLst>
          </p:cNvPr>
          <p:cNvGrpSpPr/>
          <p:nvPr/>
        </p:nvGrpSpPr>
        <p:grpSpPr>
          <a:xfrm>
            <a:off x="6258888" y="4359024"/>
            <a:ext cx="634680" cy="265320"/>
            <a:chOff x="6258888" y="4359024"/>
            <a:chExt cx="634680" cy="26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3457B138-ADB9-8BCB-C140-1FA21EEAF62A}"/>
                    </a:ext>
                  </a:extLst>
                </p14:cNvPr>
                <p14:cNvContentPartPr/>
                <p14:nvPr/>
              </p14:nvContentPartPr>
              <p14:xfrm>
                <a:off x="6258888" y="4359384"/>
                <a:ext cx="431280" cy="2649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3457B138-ADB9-8BCB-C140-1FA21EEAF62A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6249888" y="4350384"/>
                  <a:ext cx="44892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D780DCC6-7B44-AA0A-6F06-DCAB723ED617}"/>
                    </a:ext>
                  </a:extLst>
                </p14:cNvPr>
                <p14:cNvContentPartPr/>
                <p14:nvPr/>
              </p14:nvContentPartPr>
              <p14:xfrm>
                <a:off x="6752088" y="4359024"/>
                <a:ext cx="141480" cy="342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D780DCC6-7B44-AA0A-6F06-DCAB723ED617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6743448" y="4350384"/>
                  <a:ext cx="159120" cy="51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3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9C58396C-07EC-8F1A-0FEA-84D3C10E1C65}"/>
                  </a:ext>
                </a:extLst>
              </p14:cNvPr>
              <p14:cNvContentPartPr/>
              <p14:nvPr/>
            </p14:nvContentPartPr>
            <p14:xfrm>
              <a:off x="7116408" y="4457304"/>
              <a:ext cx="124560" cy="17568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9C58396C-07EC-8F1A-0FEA-84D3C10E1C65}"/>
                  </a:ext>
                </a:extLst>
              </p:cNvPr>
              <p:cNvPicPr/>
              <p:nvPr/>
            </p:nvPicPr>
            <p:blipFill>
              <a:blip r:embed="rId324"/>
              <a:stretch>
                <a:fillRect/>
              </a:stretch>
            </p:blipFill>
            <p:spPr>
              <a:xfrm>
                <a:off x="7107768" y="4448304"/>
                <a:ext cx="142200" cy="193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30" name="Group 229">
            <a:extLst>
              <a:ext uri="{FF2B5EF4-FFF2-40B4-BE49-F238E27FC236}">
                <a16:creationId xmlns:a16="http://schemas.microsoft.com/office/drawing/2014/main" id="{D689036F-8326-F9F4-D137-65DF14DF577C}"/>
              </a:ext>
            </a:extLst>
          </p:cNvPr>
          <p:cNvGrpSpPr/>
          <p:nvPr/>
        </p:nvGrpSpPr>
        <p:grpSpPr>
          <a:xfrm>
            <a:off x="5754888" y="4306104"/>
            <a:ext cx="490320" cy="215640"/>
            <a:chOff x="5754888" y="4306104"/>
            <a:chExt cx="490320" cy="21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F68D22D9-4111-5F79-8E19-62377D7FCEA1}"/>
                    </a:ext>
                  </a:extLst>
                </p14:cNvPr>
                <p14:cNvContentPartPr/>
                <p14:nvPr/>
              </p14:nvContentPartPr>
              <p14:xfrm>
                <a:off x="5754888" y="4306104"/>
                <a:ext cx="158760" cy="2156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F68D22D9-4111-5F79-8E19-62377D7FCEA1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5745888" y="4297464"/>
                  <a:ext cx="17640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B2EE5B07-4E55-B3DF-3F38-61D7D9026B5A}"/>
                    </a:ext>
                  </a:extLst>
                </p14:cNvPr>
                <p14:cNvContentPartPr/>
                <p14:nvPr/>
              </p14:nvContentPartPr>
              <p14:xfrm>
                <a:off x="5987088" y="4406544"/>
                <a:ext cx="258120" cy="799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B2EE5B07-4E55-B3DF-3F38-61D7D9026B5A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5978088" y="4397544"/>
                  <a:ext cx="275760" cy="9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7FEFBA1F-08E5-FEC1-48C1-E42F5E428443}"/>
              </a:ext>
            </a:extLst>
          </p:cNvPr>
          <p:cNvGrpSpPr/>
          <p:nvPr/>
        </p:nvGrpSpPr>
        <p:grpSpPr>
          <a:xfrm>
            <a:off x="3732768" y="4928544"/>
            <a:ext cx="937080" cy="316080"/>
            <a:chOff x="3732768" y="4928544"/>
            <a:chExt cx="937080" cy="31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7E7AE2F1-7487-3373-DC80-F522983AFD9F}"/>
                    </a:ext>
                  </a:extLst>
                </p14:cNvPr>
                <p14:cNvContentPartPr/>
                <p14:nvPr/>
              </p14:nvContentPartPr>
              <p14:xfrm>
                <a:off x="3732768" y="5223024"/>
                <a:ext cx="3600" cy="21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7E7AE2F1-7487-3373-DC80-F522983AFD9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724128" y="5214024"/>
                  <a:ext cx="212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434F37D7-9C32-E184-A39F-EA0183F27EDC}"/>
                    </a:ext>
                  </a:extLst>
                </p14:cNvPr>
                <p14:cNvContentPartPr/>
                <p14:nvPr/>
              </p14:nvContentPartPr>
              <p14:xfrm>
                <a:off x="3734568" y="4928544"/>
                <a:ext cx="405000" cy="3160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434F37D7-9C32-E184-A39F-EA0183F27EDC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725928" y="4919904"/>
                  <a:ext cx="42264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E67B0B7B-B29A-3F61-F4AB-B445D8C07B2E}"/>
                    </a:ext>
                  </a:extLst>
                </p14:cNvPr>
                <p14:cNvContentPartPr/>
                <p14:nvPr/>
              </p14:nvContentPartPr>
              <p14:xfrm>
                <a:off x="4224528" y="4981104"/>
                <a:ext cx="17280" cy="2196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E67B0B7B-B29A-3F61-F4AB-B445D8C07B2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215528" y="4972464"/>
                  <a:ext cx="349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CE27EC1B-5C36-7D01-58E1-9F6D5EA829CF}"/>
                    </a:ext>
                  </a:extLst>
                </p14:cNvPr>
                <p14:cNvContentPartPr/>
                <p14:nvPr/>
              </p14:nvContentPartPr>
              <p14:xfrm>
                <a:off x="4199328" y="5100984"/>
                <a:ext cx="60840" cy="1476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CE27EC1B-5C36-7D01-58E1-9F6D5EA829C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190328" y="5091984"/>
                  <a:ext cx="784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3F434C9D-0148-2206-997F-41C966E752AD}"/>
                    </a:ext>
                  </a:extLst>
                </p14:cNvPr>
                <p14:cNvContentPartPr/>
                <p14:nvPr/>
              </p14:nvContentPartPr>
              <p14:xfrm>
                <a:off x="4310208" y="5071824"/>
                <a:ext cx="14040" cy="3888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3F434C9D-0148-2206-997F-41C966E752AD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301208" y="5062824"/>
                  <a:ext cx="3168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0BF1E31A-7F9E-303D-D2E8-26DF1AD46F25}"/>
                    </a:ext>
                  </a:extLst>
                </p14:cNvPr>
                <p14:cNvContentPartPr/>
                <p14:nvPr/>
              </p14:nvContentPartPr>
              <p14:xfrm>
                <a:off x="4305888" y="5070744"/>
                <a:ext cx="363960" cy="878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0BF1E31A-7F9E-303D-D2E8-26DF1AD46F2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297248" y="5062104"/>
                  <a:ext cx="381600" cy="10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91B53CA8-1614-503F-E0DC-845401A25C12}"/>
              </a:ext>
            </a:extLst>
          </p:cNvPr>
          <p:cNvGrpSpPr/>
          <p:nvPr/>
        </p:nvGrpSpPr>
        <p:grpSpPr>
          <a:xfrm>
            <a:off x="4662648" y="4874904"/>
            <a:ext cx="1040040" cy="507960"/>
            <a:chOff x="4662648" y="4874904"/>
            <a:chExt cx="1040040" cy="50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DF266BC4-1FC2-707F-D4A7-8BA3E92779C1}"/>
                    </a:ext>
                  </a:extLst>
                </p14:cNvPr>
                <p14:cNvContentPartPr/>
                <p14:nvPr/>
              </p14:nvContentPartPr>
              <p14:xfrm>
                <a:off x="4662648" y="5099904"/>
                <a:ext cx="84240" cy="4068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DF266BC4-1FC2-707F-D4A7-8BA3E92779C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653648" y="5090904"/>
                  <a:ext cx="1018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FF7312AB-C38F-E879-CEC3-283720207F81}"/>
                    </a:ext>
                  </a:extLst>
                </p14:cNvPr>
                <p14:cNvContentPartPr/>
                <p14:nvPr/>
              </p14:nvContentPartPr>
              <p14:xfrm>
                <a:off x="4762008" y="4916664"/>
                <a:ext cx="374760" cy="20772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FF7312AB-C38F-E879-CEC3-283720207F8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753008" y="4907664"/>
                  <a:ext cx="39240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A8BC930C-4F81-9CD4-567E-0126463EFA64}"/>
                    </a:ext>
                  </a:extLst>
                </p14:cNvPr>
                <p14:cNvContentPartPr/>
                <p14:nvPr/>
              </p14:nvContentPartPr>
              <p14:xfrm>
                <a:off x="5127768" y="4988304"/>
                <a:ext cx="38880" cy="61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A8BC930C-4F81-9CD4-567E-0126463EFA6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118768" y="4979664"/>
                  <a:ext cx="565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642A2C23-3505-9472-78F6-856C7C97CBF3}"/>
                    </a:ext>
                  </a:extLst>
                </p14:cNvPr>
                <p14:cNvContentPartPr/>
                <p14:nvPr/>
              </p14:nvContentPartPr>
              <p14:xfrm>
                <a:off x="5364288" y="4874904"/>
                <a:ext cx="338400" cy="5079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642A2C23-3505-9472-78F6-856C7C97CBF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355288" y="4865904"/>
                  <a:ext cx="356040" cy="52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17111C2F-CAD8-F94B-4ED3-83097C44DBFC}"/>
              </a:ext>
            </a:extLst>
          </p:cNvPr>
          <p:cNvGrpSpPr/>
          <p:nvPr/>
        </p:nvGrpSpPr>
        <p:grpSpPr>
          <a:xfrm>
            <a:off x="5677488" y="4854024"/>
            <a:ext cx="1270440" cy="364320"/>
            <a:chOff x="5677488" y="4854024"/>
            <a:chExt cx="1270440" cy="36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BBCC76B5-C077-0803-89B7-15B6E96BB715}"/>
                    </a:ext>
                  </a:extLst>
                </p14:cNvPr>
                <p14:cNvContentPartPr/>
                <p14:nvPr/>
              </p14:nvContentPartPr>
              <p14:xfrm>
                <a:off x="5677488" y="5010264"/>
                <a:ext cx="259920" cy="15156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BBCC76B5-C077-0803-89B7-15B6E96BB71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668848" y="5001624"/>
                  <a:ext cx="2775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D95C280D-C145-A8DC-1DBA-35C360DF9CEE}"/>
                    </a:ext>
                  </a:extLst>
                </p14:cNvPr>
                <p14:cNvContentPartPr/>
                <p14:nvPr/>
              </p14:nvContentPartPr>
              <p14:xfrm>
                <a:off x="6028848" y="4854024"/>
                <a:ext cx="678960" cy="25704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D95C280D-C145-A8DC-1DBA-35C360DF9CE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019848" y="4845024"/>
                  <a:ext cx="6966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1E35F46E-A79A-CD12-B0A1-3EAD0BA9582B}"/>
                    </a:ext>
                  </a:extLst>
                </p14:cNvPr>
                <p14:cNvContentPartPr/>
                <p14:nvPr/>
              </p14:nvContentPartPr>
              <p14:xfrm>
                <a:off x="6538608" y="4931784"/>
                <a:ext cx="78480" cy="2016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1E35F46E-A79A-CD12-B0A1-3EAD0BA9582B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529608" y="4923144"/>
                  <a:ext cx="961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7E70F5BC-18C3-6E5D-1A6D-2EE1D0C6A30F}"/>
                    </a:ext>
                  </a:extLst>
                </p14:cNvPr>
                <p14:cNvContentPartPr/>
                <p14:nvPr/>
              </p14:nvContentPartPr>
              <p14:xfrm>
                <a:off x="6343128" y="4863744"/>
                <a:ext cx="35280" cy="4356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7E70F5BC-18C3-6E5D-1A6D-2EE1D0C6A30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334128" y="4854744"/>
                  <a:ext cx="5292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DE774660-14B6-E951-5827-7AAD86D528C3}"/>
                    </a:ext>
                  </a:extLst>
                </p14:cNvPr>
                <p14:cNvContentPartPr/>
                <p14:nvPr/>
              </p14:nvContentPartPr>
              <p14:xfrm>
                <a:off x="6886728" y="5089104"/>
                <a:ext cx="61200" cy="1292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DE774660-14B6-E951-5827-7AAD86D528C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6877728" y="5080464"/>
                  <a:ext cx="78840" cy="14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4556DC44-8171-9631-8078-36A9FF6DC7F6}"/>
              </a:ext>
            </a:extLst>
          </p:cNvPr>
          <p:cNvGrpSpPr/>
          <p:nvPr/>
        </p:nvGrpSpPr>
        <p:grpSpPr>
          <a:xfrm>
            <a:off x="7206048" y="4247784"/>
            <a:ext cx="4376160" cy="1225440"/>
            <a:chOff x="7206048" y="4247784"/>
            <a:chExt cx="4376160" cy="122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F1766193-9815-82E1-ED94-C4C535F387B7}"/>
                    </a:ext>
                  </a:extLst>
                </p14:cNvPr>
                <p14:cNvContentPartPr/>
                <p14:nvPr/>
              </p14:nvContentPartPr>
              <p14:xfrm>
                <a:off x="7493688" y="4348584"/>
                <a:ext cx="235080" cy="2354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F1766193-9815-82E1-ED94-C4C535F387B7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484688" y="4339584"/>
                  <a:ext cx="25272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9045D3C9-72A2-2355-FB83-C610AF38C191}"/>
                    </a:ext>
                  </a:extLst>
                </p14:cNvPr>
                <p14:cNvContentPartPr/>
                <p14:nvPr/>
              </p14:nvContentPartPr>
              <p14:xfrm>
                <a:off x="7811208" y="4369464"/>
                <a:ext cx="358200" cy="1656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9045D3C9-72A2-2355-FB83-C610AF38C19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802208" y="4360464"/>
                  <a:ext cx="3758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AFC27964-F796-5B12-94DB-37C4D04CB917}"/>
                    </a:ext>
                  </a:extLst>
                </p14:cNvPr>
                <p14:cNvContentPartPr/>
                <p14:nvPr/>
              </p14:nvContentPartPr>
              <p14:xfrm>
                <a:off x="8219088" y="4441464"/>
                <a:ext cx="118440" cy="1677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AFC27964-F796-5B12-94DB-37C4D04CB917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210088" y="4432824"/>
                  <a:ext cx="1360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B7D1E43A-D4C1-CC78-11D6-56B8976CE41A}"/>
                    </a:ext>
                  </a:extLst>
                </p14:cNvPr>
                <p14:cNvContentPartPr/>
                <p14:nvPr/>
              </p14:nvContentPartPr>
              <p14:xfrm>
                <a:off x="8360568" y="4401864"/>
                <a:ext cx="150120" cy="1551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B7D1E43A-D4C1-CC78-11D6-56B8976CE41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351928" y="4393224"/>
                  <a:ext cx="1677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63C8C7B3-9BBB-FFAC-2EFA-6D5781512306}"/>
                    </a:ext>
                  </a:extLst>
                </p14:cNvPr>
                <p14:cNvContentPartPr/>
                <p14:nvPr/>
              </p14:nvContentPartPr>
              <p14:xfrm>
                <a:off x="8510688" y="4563504"/>
                <a:ext cx="75960" cy="10620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63C8C7B3-9BBB-FFAC-2EFA-6D5781512306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501688" y="4554864"/>
                  <a:ext cx="9360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ACD4F06C-84F2-2D95-6B7E-171B86098E1D}"/>
                    </a:ext>
                  </a:extLst>
                </p14:cNvPr>
                <p14:cNvContentPartPr/>
                <p14:nvPr/>
              </p14:nvContentPartPr>
              <p14:xfrm>
                <a:off x="8863128" y="4380264"/>
                <a:ext cx="730440" cy="1533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ACD4F06C-84F2-2D95-6B7E-171B86098E1D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854128" y="4371264"/>
                  <a:ext cx="7480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0654EB2E-484F-6233-6FA1-D10FF5CE3D84}"/>
                    </a:ext>
                  </a:extLst>
                </p14:cNvPr>
                <p14:cNvContentPartPr/>
                <p14:nvPr/>
              </p14:nvContentPartPr>
              <p14:xfrm>
                <a:off x="9785808" y="4515264"/>
                <a:ext cx="16560" cy="900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0654EB2E-484F-6233-6FA1-D10FF5CE3D84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777168" y="4506264"/>
                  <a:ext cx="3420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ABE77C9A-72D1-DB33-6751-D70C2E46E833}"/>
                    </a:ext>
                  </a:extLst>
                </p14:cNvPr>
                <p14:cNvContentPartPr/>
                <p14:nvPr/>
              </p14:nvContentPartPr>
              <p14:xfrm>
                <a:off x="10059768" y="4408704"/>
                <a:ext cx="113040" cy="946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ABE77C9A-72D1-DB33-6751-D70C2E46E83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050768" y="4399704"/>
                  <a:ext cx="13068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92948A23-7793-BB78-8271-F6E8E02D0871}"/>
                    </a:ext>
                  </a:extLst>
                </p14:cNvPr>
                <p14:cNvContentPartPr/>
                <p14:nvPr/>
              </p14:nvContentPartPr>
              <p14:xfrm>
                <a:off x="10263168" y="4424544"/>
                <a:ext cx="78840" cy="8748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92948A23-7793-BB78-8271-F6E8E02D0871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254168" y="4415904"/>
                  <a:ext cx="964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6CEF4DDD-4F20-FA63-0D08-04A5AF29D629}"/>
                    </a:ext>
                  </a:extLst>
                </p14:cNvPr>
                <p14:cNvContentPartPr/>
                <p14:nvPr/>
              </p14:nvContentPartPr>
              <p14:xfrm>
                <a:off x="10427328" y="4440384"/>
                <a:ext cx="81000" cy="7812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6CEF4DDD-4F20-FA63-0D08-04A5AF29D62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418328" y="4431384"/>
                  <a:ext cx="986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58B9E65A-1146-4020-98A4-0F63D792B309}"/>
                    </a:ext>
                  </a:extLst>
                </p14:cNvPr>
                <p14:cNvContentPartPr/>
                <p14:nvPr/>
              </p14:nvContentPartPr>
              <p14:xfrm>
                <a:off x="10566288" y="4452624"/>
                <a:ext cx="75240" cy="925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58B9E65A-1146-4020-98A4-0F63D792B30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557648" y="4443984"/>
                  <a:ext cx="9288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2A453BF0-B465-3DE4-8E14-6665235BABB6}"/>
                    </a:ext>
                  </a:extLst>
                </p14:cNvPr>
                <p14:cNvContentPartPr/>
                <p14:nvPr/>
              </p14:nvContentPartPr>
              <p14:xfrm>
                <a:off x="10729368" y="4392504"/>
                <a:ext cx="49680" cy="1612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2A453BF0-B465-3DE4-8E14-6665235BABB6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720368" y="4383504"/>
                  <a:ext cx="673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B3959B5D-5BC4-2AC1-51B9-88275546785C}"/>
                    </a:ext>
                  </a:extLst>
                </p14:cNvPr>
                <p14:cNvContentPartPr/>
                <p14:nvPr/>
              </p14:nvContentPartPr>
              <p14:xfrm>
                <a:off x="10784808" y="4396824"/>
                <a:ext cx="126000" cy="13608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B3959B5D-5BC4-2AC1-51B9-88275546785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776168" y="4387824"/>
                  <a:ext cx="1436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5DAFF53A-965E-B63B-4EF0-8B0FC533A546}"/>
                    </a:ext>
                  </a:extLst>
                </p14:cNvPr>
                <p14:cNvContentPartPr/>
                <p14:nvPr/>
              </p14:nvContentPartPr>
              <p14:xfrm>
                <a:off x="10962288" y="4354704"/>
                <a:ext cx="239400" cy="1915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5DAFF53A-965E-B63B-4EF0-8B0FC533A54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953288" y="4345704"/>
                  <a:ext cx="2570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DDD94574-0D7D-4047-5887-92C7322217BF}"/>
                    </a:ext>
                  </a:extLst>
                </p14:cNvPr>
                <p14:cNvContentPartPr/>
                <p14:nvPr/>
              </p14:nvContentPartPr>
              <p14:xfrm>
                <a:off x="11243088" y="4498344"/>
                <a:ext cx="73440" cy="6228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DDD94574-0D7D-4047-5887-92C7322217BF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234088" y="4489704"/>
                  <a:ext cx="9108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6904266B-32D9-A480-3ABF-80AE7430D663}"/>
                    </a:ext>
                  </a:extLst>
                </p14:cNvPr>
                <p14:cNvContentPartPr/>
                <p14:nvPr/>
              </p14:nvContentPartPr>
              <p14:xfrm>
                <a:off x="11183328" y="4354704"/>
                <a:ext cx="79920" cy="1040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6904266B-32D9-A480-3ABF-80AE7430D66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174328" y="4345704"/>
                  <a:ext cx="975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10DAE233-7FED-CE5F-AAFE-CEAC5CCBA059}"/>
                    </a:ext>
                  </a:extLst>
                </p14:cNvPr>
                <p14:cNvContentPartPr/>
                <p14:nvPr/>
              </p14:nvContentPartPr>
              <p14:xfrm>
                <a:off x="11351808" y="4608144"/>
                <a:ext cx="114480" cy="9324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10DAE233-7FED-CE5F-AAFE-CEAC5CCBA059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343168" y="4599504"/>
                  <a:ext cx="13212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966EFE5B-51A3-FD73-696C-D80CC76CD4B3}"/>
                    </a:ext>
                  </a:extLst>
                </p14:cNvPr>
                <p14:cNvContentPartPr/>
                <p14:nvPr/>
              </p14:nvContentPartPr>
              <p14:xfrm>
                <a:off x="11261088" y="4247784"/>
                <a:ext cx="170280" cy="5572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966EFE5B-51A3-FD73-696C-D80CC76CD4B3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252448" y="4238784"/>
                  <a:ext cx="187920" cy="57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C3BD5843-CCCA-1765-6940-FCFE4884D8CA}"/>
                    </a:ext>
                  </a:extLst>
                </p14:cNvPr>
                <p14:cNvContentPartPr/>
                <p14:nvPr/>
              </p14:nvContentPartPr>
              <p14:xfrm>
                <a:off x="11393208" y="4769424"/>
                <a:ext cx="13320" cy="21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C3BD5843-CCCA-1765-6940-FCFE4884D8C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384208" y="4760784"/>
                  <a:ext cx="309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13D5DDEA-5B9A-7E6F-E0BE-58C1BE80FC3C}"/>
                    </a:ext>
                  </a:extLst>
                </p14:cNvPr>
                <p14:cNvContentPartPr/>
                <p14:nvPr/>
              </p14:nvContentPartPr>
              <p14:xfrm>
                <a:off x="7206048" y="4951584"/>
                <a:ext cx="819000" cy="2016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13D5DDEA-5B9A-7E6F-E0BE-58C1BE80FC3C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197048" y="4942944"/>
                  <a:ext cx="8366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95FA3136-9B62-CFD9-A78B-6F8800DF1C03}"/>
                    </a:ext>
                  </a:extLst>
                </p14:cNvPr>
                <p14:cNvContentPartPr/>
                <p14:nvPr/>
              </p14:nvContentPartPr>
              <p14:xfrm>
                <a:off x="8122608" y="5098464"/>
                <a:ext cx="40680" cy="828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95FA3136-9B62-CFD9-A78B-6F8800DF1C0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113968" y="5089824"/>
                  <a:ext cx="5832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D04BE387-77F7-8730-D085-4793D37B36F5}"/>
                    </a:ext>
                  </a:extLst>
                </p14:cNvPr>
                <p14:cNvContentPartPr/>
                <p14:nvPr/>
              </p14:nvContentPartPr>
              <p14:xfrm>
                <a:off x="8380368" y="4995144"/>
                <a:ext cx="189000" cy="2916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D04BE387-77F7-8730-D085-4793D37B36F5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371368" y="4986504"/>
                  <a:ext cx="20664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23760B5E-5F8B-6A49-CD6E-DC1EC3B23F01}"/>
                    </a:ext>
                  </a:extLst>
                </p14:cNvPr>
                <p14:cNvContentPartPr/>
                <p14:nvPr/>
              </p14:nvContentPartPr>
              <p14:xfrm>
                <a:off x="8637768" y="4877064"/>
                <a:ext cx="55440" cy="2232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23760B5E-5F8B-6A49-CD6E-DC1EC3B23F0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628768" y="4868424"/>
                  <a:ext cx="730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6224318F-C9A9-9B0D-CF46-286C7FFB5A72}"/>
                    </a:ext>
                  </a:extLst>
                </p14:cNvPr>
                <p14:cNvContentPartPr/>
                <p14:nvPr/>
              </p14:nvContentPartPr>
              <p14:xfrm>
                <a:off x="8754768" y="4829904"/>
                <a:ext cx="297360" cy="2325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6224318F-C9A9-9B0D-CF46-286C7FFB5A72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746128" y="4820904"/>
                  <a:ext cx="3150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2B60A34B-2E22-BC83-D0D0-9C2132BC06E2}"/>
                    </a:ext>
                  </a:extLst>
                </p14:cNvPr>
                <p14:cNvContentPartPr/>
                <p14:nvPr/>
              </p14:nvContentPartPr>
              <p14:xfrm>
                <a:off x="9074088" y="4879584"/>
                <a:ext cx="45000" cy="54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2B60A34B-2E22-BC83-D0D0-9C2132BC06E2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065448" y="4870584"/>
                  <a:ext cx="626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EE054545-62CD-61E9-1613-5E29613BC9E1}"/>
                    </a:ext>
                  </a:extLst>
                </p14:cNvPr>
                <p14:cNvContentPartPr/>
                <p14:nvPr/>
              </p14:nvContentPartPr>
              <p14:xfrm>
                <a:off x="9384408" y="5078304"/>
                <a:ext cx="51480" cy="11916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EE054545-62CD-61E9-1613-5E29613BC9E1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375408" y="5069664"/>
                  <a:ext cx="6912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5ACE22D2-8235-132D-9471-00D7843867A5}"/>
                    </a:ext>
                  </a:extLst>
                </p14:cNvPr>
                <p14:cNvContentPartPr/>
                <p14:nvPr/>
              </p14:nvContentPartPr>
              <p14:xfrm>
                <a:off x="9656208" y="4836384"/>
                <a:ext cx="166680" cy="38268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5ACE22D2-8235-132D-9471-00D7843867A5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647568" y="4827744"/>
                  <a:ext cx="18432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AE0FCDBC-AF32-0D38-CF35-35EA37C74B18}"/>
                    </a:ext>
                  </a:extLst>
                </p14:cNvPr>
                <p14:cNvContentPartPr/>
                <p14:nvPr/>
              </p14:nvContentPartPr>
              <p14:xfrm>
                <a:off x="9629568" y="5076504"/>
                <a:ext cx="342720" cy="6408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AE0FCDBC-AF32-0D38-CF35-35EA37C74B18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620568" y="5067864"/>
                  <a:ext cx="3603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064FCF8E-2390-5647-57AB-FD7879169525}"/>
                    </a:ext>
                  </a:extLst>
                </p14:cNvPr>
                <p14:cNvContentPartPr/>
                <p14:nvPr/>
              </p14:nvContentPartPr>
              <p14:xfrm>
                <a:off x="10077768" y="5086224"/>
                <a:ext cx="33480" cy="349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064FCF8E-2390-5647-57AB-FD7879169525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069128" y="5077224"/>
                  <a:ext cx="511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A559D44F-EEF2-3316-A95D-B6E7E8D4CAF7}"/>
                    </a:ext>
                  </a:extLst>
                </p14:cNvPr>
                <p14:cNvContentPartPr/>
                <p14:nvPr/>
              </p14:nvContentPartPr>
              <p14:xfrm>
                <a:off x="10217808" y="4935024"/>
                <a:ext cx="93600" cy="2106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A559D44F-EEF2-3316-A95D-B6E7E8D4CAF7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209168" y="4926384"/>
                  <a:ext cx="1112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FB15756A-2516-3533-DF34-07591265F6BC}"/>
                    </a:ext>
                  </a:extLst>
                </p14:cNvPr>
                <p14:cNvContentPartPr/>
                <p14:nvPr/>
              </p14:nvContentPartPr>
              <p14:xfrm>
                <a:off x="10413288" y="5152464"/>
                <a:ext cx="62640" cy="1299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FB15756A-2516-3533-DF34-07591265F6BC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404288" y="5143824"/>
                  <a:ext cx="802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C10437A9-37FB-71F3-0B6A-57DB62B6D0CA}"/>
                    </a:ext>
                  </a:extLst>
                </p14:cNvPr>
                <p14:cNvContentPartPr/>
                <p14:nvPr/>
              </p14:nvContentPartPr>
              <p14:xfrm>
                <a:off x="10714248" y="4868784"/>
                <a:ext cx="444960" cy="30240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C10437A9-37FB-71F3-0B6A-57DB62B6D0C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705248" y="4860144"/>
                  <a:ext cx="46260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DA000094-74E7-3082-EE0C-DCF024BD8CA9}"/>
                    </a:ext>
                  </a:extLst>
                </p14:cNvPr>
                <p14:cNvContentPartPr/>
                <p14:nvPr/>
              </p14:nvContentPartPr>
              <p14:xfrm>
                <a:off x="11123568" y="4960584"/>
                <a:ext cx="194760" cy="4050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DA000094-74E7-3082-EE0C-DCF024BD8CA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114568" y="4951584"/>
                  <a:ext cx="21240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87944F9B-5E57-5D30-2018-A694125F7887}"/>
                    </a:ext>
                  </a:extLst>
                </p14:cNvPr>
                <p14:cNvContentPartPr/>
                <p14:nvPr/>
              </p14:nvContentPartPr>
              <p14:xfrm>
                <a:off x="11142288" y="5211504"/>
                <a:ext cx="114480" cy="4536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87944F9B-5E57-5D30-2018-A694125F7887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1133288" y="5202864"/>
                  <a:ext cx="1321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1E3BF230-B5FB-53D8-776E-12DB99C98F28}"/>
                    </a:ext>
                  </a:extLst>
                </p14:cNvPr>
                <p14:cNvContentPartPr/>
                <p14:nvPr/>
              </p14:nvContentPartPr>
              <p14:xfrm>
                <a:off x="11187288" y="4847904"/>
                <a:ext cx="394920" cy="62532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1E3BF230-B5FB-53D8-776E-12DB99C98F28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1178648" y="4838904"/>
                  <a:ext cx="412560" cy="64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A454CB6-D8D7-37CE-A052-9B3A83FDD138}"/>
              </a:ext>
            </a:extLst>
          </p:cNvPr>
          <p:cNvGrpSpPr/>
          <p:nvPr/>
        </p:nvGrpSpPr>
        <p:grpSpPr>
          <a:xfrm>
            <a:off x="3907368" y="5367384"/>
            <a:ext cx="720720" cy="458640"/>
            <a:chOff x="3907368" y="5367384"/>
            <a:chExt cx="720720" cy="45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A592AF2D-EA49-3790-8E25-E3492408BD4B}"/>
                    </a:ext>
                  </a:extLst>
                </p14:cNvPr>
                <p14:cNvContentPartPr/>
                <p14:nvPr/>
              </p14:nvContentPartPr>
              <p14:xfrm>
                <a:off x="3907368" y="5367384"/>
                <a:ext cx="445320" cy="4586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A592AF2D-EA49-3790-8E25-E3492408BD4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898728" y="5358384"/>
                  <a:ext cx="46296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1DD31F44-D39F-DDB8-078D-706DBA88460F}"/>
                    </a:ext>
                  </a:extLst>
                </p14:cNvPr>
                <p14:cNvContentPartPr/>
                <p14:nvPr/>
              </p14:nvContentPartPr>
              <p14:xfrm>
                <a:off x="4421448" y="5701464"/>
                <a:ext cx="206640" cy="6984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1DD31F44-D39F-DDB8-078D-706DBA88460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4412808" y="5692824"/>
                  <a:ext cx="224280" cy="87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95" name="Ink 294">
                <a:extLst>
                  <a:ext uri="{FF2B5EF4-FFF2-40B4-BE49-F238E27FC236}">
                    <a16:creationId xmlns:a16="http://schemas.microsoft.com/office/drawing/2014/main" id="{5E97179C-9123-04A7-3942-D529BF5171A9}"/>
                  </a:ext>
                </a:extLst>
              </p14:cNvPr>
              <p14:cNvContentPartPr/>
              <p14:nvPr/>
            </p14:nvContentPartPr>
            <p14:xfrm>
              <a:off x="4992048" y="5411664"/>
              <a:ext cx="327240" cy="687600"/>
            </p14:xfrm>
          </p:contentPart>
        </mc:Choice>
        <mc:Fallback xmlns="">
          <p:pic>
            <p:nvPicPr>
              <p:cNvPr id="295" name="Ink 294">
                <a:extLst>
                  <a:ext uri="{FF2B5EF4-FFF2-40B4-BE49-F238E27FC236}">
                    <a16:creationId xmlns:a16="http://schemas.microsoft.com/office/drawing/2014/main" id="{5E97179C-9123-04A7-3942-D529BF5171A9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4983408" y="5403024"/>
                <a:ext cx="344880" cy="705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99" name="Group 298">
            <a:extLst>
              <a:ext uri="{FF2B5EF4-FFF2-40B4-BE49-F238E27FC236}">
                <a16:creationId xmlns:a16="http://schemas.microsoft.com/office/drawing/2014/main" id="{3D93426C-90CD-3666-DD55-099165319C83}"/>
              </a:ext>
            </a:extLst>
          </p:cNvPr>
          <p:cNvGrpSpPr/>
          <p:nvPr/>
        </p:nvGrpSpPr>
        <p:grpSpPr>
          <a:xfrm>
            <a:off x="5488128" y="5546664"/>
            <a:ext cx="851400" cy="388800"/>
            <a:chOff x="5488128" y="5546664"/>
            <a:chExt cx="851400" cy="38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4FD4AB05-70F4-6106-20AF-3F89E9117008}"/>
                    </a:ext>
                  </a:extLst>
                </p14:cNvPr>
                <p14:cNvContentPartPr/>
                <p14:nvPr/>
              </p14:nvContentPartPr>
              <p14:xfrm>
                <a:off x="5488128" y="5546664"/>
                <a:ext cx="662760" cy="25344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4FD4AB05-70F4-6106-20AF-3F89E911700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5479488" y="5537664"/>
                  <a:ext cx="68040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2692717E-EFA5-6225-A82D-E5D2D7CBC4CE}"/>
                    </a:ext>
                  </a:extLst>
                </p14:cNvPr>
                <p14:cNvContentPartPr/>
                <p14:nvPr/>
              </p14:nvContentPartPr>
              <p14:xfrm>
                <a:off x="6270408" y="5741784"/>
                <a:ext cx="69120" cy="19368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2692717E-EFA5-6225-A82D-E5D2D7CBC4CE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261768" y="5732784"/>
                  <a:ext cx="8676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95A9C0FF-D4D0-F38B-7309-00382BC71AA1}"/>
              </a:ext>
            </a:extLst>
          </p:cNvPr>
          <p:cNvGrpSpPr/>
          <p:nvPr/>
        </p:nvGrpSpPr>
        <p:grpSpPr>
          <a:xfrm>
            <a:off x="6609168" y="5604984"/>
            <a:ext cx="734760" cy="382680"/>
            <a:chOff x="6609168" y="5604984"/>
            <a:chExt cx="734760" cy="38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7C1B1E89-F8E2-B014-327E-337F22575272}"/>
                    </a:ext>
                  </a:extLst>
                </p14:cNvPr>
                <p14:cNvContentPartPr/>
                <p14:nvPr/>
              </p14:nvContentPartPr>
              <p14:xfrm>
                <a:off x="6609168" y="5621904"/>
                <a:ext cx="213480" cy="19512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7C1B1E89-F8E2-B014-327E-337F22575272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600528" y="5613264"/>
                  <a:ext cx="2311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FE12BF0C-5B1A-2B90-583F-30C80FCFF2AB}"/>
                    </a:ext>
                  </a:extLst>
                </p14:cNvPr>
                <p14:cNvContentPartPr/>
                <p14:nvPr/>
              </p14:nvContentPartPr>
              <p14:xfrm>
                <a:off x="6858288" y="5696064"/>
                <a:ext cx="34560" cy="763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FE12BF0C-5B1A-2B90-583F-30C80FCFF2AB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849288" y="5687424"/>
                  <a:ext cx="5220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81FD2FDA-65E4-B7D5-E0D0-0168743B44A6}"/>
                    </a:ext>
                  </a:extLst>
                </p14:cNvPr>
                <p14:cNvContentPartPr/>
                <p14:nvPr/>
              </p14:nvContentPartPr>
              <p14:xfrm>
                <a:off x="6987168" y="5725224"/>
                <a:ext cx="35640" cy="3384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81FD2FDA-65E4-B7D5-E0D0-0168743B44A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978528" y="5716584"/>
                  <a:ext cx="532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704BC089-0888-D569-BD71-43979ABAE94F}"/>
                    </a:ext>
                  </a:extLst>
                </p14:cNvPr>
                <p14:cNvContentPartPr/>
                <p14:nvPr/>
              </p14:nvContentPartPr>
              <p14:xfrm>
                <a:off x="7103448" y="5604984"/>
                <a:ext cx="55440" cy="36072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704BC089-0888-D569-BD71-43979ABAE94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094448" y="5595984"/>
                  <a:ext cx="7308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F3039D8A-9316-0E45-EC89-22DA332873B8}"/>
                    </a:ext>
                  </a:extLst>
                </p14:cNvPr>
                <p14:cNvContentPartPr/>
                <p14:nvPr/>
              </p14:nvContentPartPr>
              <p14:xfrm>
                <a:off x="7072488" y="5826384"/>
                <a:ext cx="271440" cy="1612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F3039D8A-9316-0E45-EC89-22DA332873B8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063848" y="5817384"/>
                  <a:ext cx="289080" cy="17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DEAFC68F-6677-6E4F-CCD7-03E612DD05DC}"/>
              </a:ext>
            </a:extLst>
          </p:cNvPr>
          <p:cNvGrpSpPr/>
          <p:nvPr/>
        </p:nvGrpSpPr>
        <p:grpSpPr>
          <a:xfrm>
            <a:off x="7603128" y="5552064"/>
            <a:ext cx="1036440" cy="279720"/>
            <a:chOff x="7603128" y="5552064"/>
            <a:chExt cx="1036440" cy="27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E0F47D57-1F0D-49D2-4366-83354702BBAE}"/>
                    </a:ext>
                  </a:extLst>
                </p14:cNvPr>
                <p14:cNvContentPartPr/>
                <p14:nvPr/>
              </p14:nvContentPartPr>
              <p14:xfrm>
                <a:off x="7603128" y="5637744"/>
                <a:ext cx="196920" cy="1940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E0F47D57-1F0D-49D2-4366-83354702BBAE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7594488" y="5629104"/>
                  <a:ext cx="2145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6A5657FD-E02E-87FF-9C2C-5FEA75284058}"/>
                    </a:ext>
                  </a:extLst>
                </p14:cNvPr>
                <p14:cNvContentPartPr/>
                <p14:nvPr/>
              </p14:nvContentPartPr>
              <p14:xfrm>
                <a:off x="7820568" y="5661504"/>
                <a:ext cx="16920" cy="342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6A5657FD-E02E-87FF-9C2C-5FEA75284058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7811928" y="5652864"/>
                  <a:ext cx="3456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008BA3EE-CF88-55E9-FFCC-B325E9893E4D}"/>
                    </a:ext>
                  </a:extLst>
                </p14:cNvPr>
                <p14:cNvContentPartPr/>
                <p14:nvPr/>
              </p14:nvContentPartPr>
              <p14:xfrm>
                <a:off x="7896528" y="5552064"/>
                <a:ext cx="45000" cy="23904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008BA3EE-CF88-55E9-FFCC-B325E9893E4D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7887528" y="5543424"/>
                  <a:ext cx="6264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6F3ECDC9-7DE1-B2C8-AF99-0255D0939F1E}"/>
                    </a:ext>
                  </a:extLst>
                </p14:cNvPr>
                <p14:cNvContentPartPr/>
                <p14:nvPr/>
              </p14:nvContentPartPr>
              <p14:xfrm>
                <a:off x="7899768" y="5728824"/>
                <a:ext cx="64440" cy="1260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6F3ECDC9-7DE1-B2C8-AF99-0255D0939F1E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7891128" y="5719824"/>
                  <a:ext cx="820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22C52F17-5322-FAFA-8B56-C0F10FF4E88B}"/>
                    </a:ext>
                  </a:extLst>
                </p14:cNvPr>
                <p14:cNvContentPartPr/>
                <p14:nvPr/>
              </p14:nvContentPartPr>
              <p14:xfrm>
                <a:off x="8066088" y="5560704"/>
                <a:ext cx="467280" cy="2091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22C52F17-5322-FAFA-8B56-C0F10FF4E88B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8057448" y="5551704"/>
                  <a:ext cx="48492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AEB11E18-AEF4-9C53-5E67-DEB46F42AA41}"/>
                    </a:ext>
                  </a:extLst>
                </p14:cNvPr>
                <p14:cNvContentPartPr/>
                <p14:nvPr/>
              </p14:nvContentPartPr>
              <p14:xfrm>
                <a:off x="8616528" y="5741064"/>
                <a:ext cx="23040" cy="9000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AEB11E18-AEF4-9C53-5E67-DEB46F42AA41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8607888" y="5732064"/>
                  <a:ext cx="40680" cy="10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AA058EDA-CAEB-B47F-68F2-E62826461602}"/>
              </a:ext>
            </a:extLst>
          </p:cNvPr>
          <p:cNvGrpSpPr/>
          <p:nvPr/>
        </p:nvGrpSpPr>
        <p:grpSpPr>
          <a:xfrm>
            <a:off x="8865648" y="5432184"/>
            <a:ext cx="1036440" cy="579240"/>
            <a:chOff x="8865648" y="5432184"/>
            <a:chExt cx="1036440" cy="57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A2C6C6A7-066A-9F75-8C9A-B2EBF67A1BB7}"/>
                    </a:ext>
                  </a:extLst>
                </p14:cNvPr>
                <p14:cNvContentPartPr/>
                <p14:nvPr/>
              </p14:nvContentPartPr>
              <p14:xfrm>
                <a:off x="8887968" y="5432184"/>
                <a:ext cx="172800" cy="45144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A2C6C6A7-066A-9F75-8C9A-B2EBF67A1BB7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8878968" y="5423544"/>
                  <a:ext cx="19044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6D552A09-DCC6-5F3C-B3BB-B7DB42355396}"/>
                    </a:ext>
                  </a:extLst>
                </p14:cNvPr>
                <p14:cNvContentPartPr/>
                <p14:nvPr/>
              </p14:nvContentPartPr>
              <p14:xfrm>
                <a:off x="8865648" y="5760504"/>
                <a:ext cx="130680" cy="1440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6D552A09-DCC6-5F3C-B3BB-B7DB42355396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8857008" y="5751504"/>
                  <a:ext cx="1483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B4C3A5BA-77B1-87D3-12C3-25B69B119061}"/>
                    </a:ext>
                  </a:extLst>
                </p14:cNvPr>
                <p14:cNvContentPartPr/>
                <p14:nvPr/>
              </p14:nvContentPartPr>
              <p14:xfrm>
                <a:off x="9109008" y="5687064"/>
                <a:ext cx="88200" cy="468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B4C3A5BA-77B1-87D3-12C3-25B69B119061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9100008" y="5678424"/>
                  <a:ext cx="10584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70BDA038-5714-41E5-8AFB-AAC12F973953}"/>
                    </a:ext>
                  </a:extLst>
                </p14:cNvPr>
                <p14:cNvContentPartPr/>
                <p14:nvPr/>
              </p14:nvContentPartPr>
              <p14:xfrm>
                <a:off x="9266688" y="5677344"/>
                <a:ext cx="293040" cy="6408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70BDA038-5714-41E5-8AFB-AAC12F973953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257688" y="5668704"/>
                  <a:ext cx="3106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DE7AB2CD-F8F6-A146-9A45-E0BD32312A24}"/>
                    </a:ext>
                  </a:extLst>
                </p14:cNvPr>
                <p14:cNvContentPartPr/>
                <p14:nvPr/>
              </p14:nvContentPartPr>
              <p14:xfrm>
                <a:off x="9616968" y="5601384"/>
                <a:ext cx="2520" cy="86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DE7AB2CD-F8F6-A146-9A45-E0BD32312A24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9607968" y="5592384"/>
                  <a:ext cx="201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5AE23382-712F-4563-EBB8-973F27A6425F}"/>
                    </a:ext>
                  </a:extLst>
                </p14:cNvPr>
                <p14:cNvContentPartPr/>
                <p14:nvPr/>
              </p14:nvContentPartPr>
              <p14:xfrm>
                <a:off x="9665208" y="5495904"/>
                <a:ext cx="236880" cy="5155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5AE23382-712F-4563-EBB8-973F27A6425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656568" y="5487264"/>
                  <a:ext cx="254520" cy="53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6A066ADD-763B-6D8D-E7AD-0096C1774DB0}"/>
              </a:ext>
            </a:extLst>
          </p:cNvPr>
          <p:cNvGrpSpPr/>
          <p:nvPr/>
        </p:nvGrpSpPr>
        <p:grpSpPr>
          <a:xfrm>
            <a:off x="10057968" y="5482224"/>
            <a:ext cx="964080" cy="656640"/>
            <a:chOff x="10057968" y="5482224"/>
            <a:chExt cx="964080" cy="65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A69C7A8D-CA6C-40AD-9FD8-151BCF29B244}"/>
                    </a:ext>
                  </a:extLst>
                </p14:cNvPr>
                <p14:cNvContentPartPr/>
                <p14:nvPr/>
              </p14:nvContentPartPr>
              <p14:xfrm>
                <a:off x="10057968" y="5716224"/>
                <a:ext cx="70920" cy="13464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A69C7A8D-CA6C-40AD-9FD8-151BCF29B244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0049328" y="5707224"/>
                  <a:ext cx="885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BAEF58AC-BE7F-BF3A-E33E-46898668D559}"/>
                    </a:ext>
                  </a:extLst>
                </p14:cNvPr>
                <p14:cNvContentPartPr/>
                <p14:nvPr/>
              </p14:nvContentPartPr>
              <p14:xfrm>
                <a:off x="10281888" y="5545584"/>
                <a:ext cx="259920" cy="24300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BAEF58AC-BE7F-BF3A-E33E-46898668D559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0272888" y="5536944"/>
                  <a:ext cx="27756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567DB18D-AB1C-A626-B44B-F63360B1C853}"/>
                    </a:ext>
                  </a:extLst>
                </p14:cNvPr>
                <p14:cNvContentPartPr/>
                <p14:nvPr/>
              </p14:nvContentPartPr>
              <p14:xfrm>
                <a:off x="10636128" y="5563224"/>
                <a:ext cx="110520" cy="27180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567DB18D-AB1C-A626-B44B-F63360B1C853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627488" y="5554224"/>
                  <a:ext cx="12816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A446A330-9EBE-54B7-3284-A172AD26A744}"/>
                    </a:ext>
                  </a:extLst>
                </p14:cNvPr>
                <p14:cNvContentPartPr/>
                <p14:nvPr/>
              </p14:nvContentPartPr>
              <p14:xfrm>
                <a:off x="10671408" y="5482224"/>
                <a:ext cx="350640" cy="6566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A446A330-9EBE-54B7-3284-A172AD26A744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662768" y="5473584"/>
                  <a:ext cx="368280" cy="67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22B8BA89-A285-B952-A8CD-0D094A94CE89}"/>
              </a:ext>
            </a:extLst>
          </p:cNvPr>
          <p:cNvGrpSpPr/>
          <p:nvPr/>
        </p:nvGrpSpPr>
        <p:grpSpPr>
          <a:xfrm>
            <a:off x="1351368" y="6070824"/>
            <a:ext cx="911160" cy="299520"/>
            <a:chOff x="1351368" y="6070824"/>
            <a:chExt cx="91116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0E44AAB9-6036-E5C2-9164-A384A9DE698D}"/>
                    </a:ext>
                  </a:extLst>
                </p14:cNvPr>
                <p14:cNvContentPartPr/>
                <p14:nvPr/>
              </p14:nvContentPartPr>
              <p14:xfrm>
                <a:off x="1351368" y="6142104"/>
                <a:ext cx="219240" cy="22824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0E44AAB9-6036-E5C2-9164-A384A9DE698D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342728" y="6133104"/>
                  <a:ext cx="23688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E2B928D9-5EB7-9024-FCDF-D81C931AE648}"/>
                    </a:ext>
                  </a:extLst>
                </p14:cNvPr>
                <p14:cNvContentPartPr/>
                <p14:nvPr/>
              </p14:nvContentPartPr>
              <p14:xfrm>
                <a:off x="1750608" y="6070824"/>
                <a:ext cx="259200" cy="25380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E2B928D9-5EB7-9024-FCDF-D81C931AE648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741968" y="6061824"/>
                  <a:ext cx="27684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BADFB1CA-E33C-8950-41CA-5E1DB03C4F56}"/>
                    </a:ext>
                  </a:extLst>
                </p14:cNvPr>
                <p14:cNvContentPartPr/>
                <p14:nvPr/>
              </p14:nvContentPartPr>
              <p14:xfrm>
                <a:off x="1988928" y="6169464"/>
                <a:ext cx="84600" cy="1260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BADFB1CA-E33C-8950-41CA-5E1DB03C4F56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980288" y="6160824"/>
                  <a:ext cx="1022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98B078EC-80B9-342E-0B75-8BEC8BCD3BD3}"/>
                    </a:ext>
                  </a:extLst>
                </p14:cNvPr>
                <p14:cNvContentPartPr/>
                <p14:nvPr/>
              </p14:nvContentPartPr>
              <p14:xfrm>
                <a:off x="2244168" y="6122304"/>
                <a:ext cx="18360" cy="22824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98B078EC-80B9-342E-0B75-8BEC8BCD3BD3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2235168" y="6113304"/>
                  <a:ext cx="36000" cy="245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342" name="Ink 341">
                <a:extLst>
                  <a:ext uri="{FF2B5EF4-FFF2-40B4-BE49-F238E27FC236}">
                    <a16:creationId xmlns:a16="http://schemas.microsoft.com/office/drawing/2014/main" id="{64629F23-E082-9693-E80E-957297FCF75C}"/>
                  </a:ext>
                </a:extLst>
              </p14:cNvPr>
              <p14:cNvContentPartPr/>
              <p14:nvPr/>
            </p14:nvContentPartPr>
            <p14:xfrm>
              <a:off x="5557248" y="6134904"/>
              <a:ext cx="145080" cy="244440"/>
            </p14:xfrm>
          </p:contentPart>
        </mc:Choice>
        <mc:Fallback xmlns="">
          <p:pic>
            <p:nvPicPr>
              <p:cNvPr id="342" name="Ink 341">
                <a:extLst>
                  <a:ext uri="{FF2B5EF4-FFF2-40B4-BE49-F238E27FC236}">
                    <a16:creationId xmlns:a16="http://schemas.microsoft.com/office/drawing/2014/main" id="{64629F23-E082-9693-E80E-957297FCF75C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5548608" y="6125904"/>
                <a:ext cx="162720" cy="262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083C1A5-C1EE-CEEE-3C7C-B4569041D230}"/>
              </a:ext>
            </a:extLst>
          </p:cNvPr>
          <p:cNvGrpSpPr/>
          <p:nvPr/>
        </p:nvGrpSpPr>
        <p:grpSpPr>
          <a:xfrm>
            <a:off x="7167168" y="6224904"/>
            <a:ext cx="663120" cy="164520"/>
            <a:chOff x="7167168" y="6224904"/>
            <a:chExt cx="663120" cy="16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150B2693-311D-42B9-A4EB-299A29BE3F92}"/>
                    </a:ext>
                  </a:extLst>
                </p14:cNvPr>
                <p14:cNvContentPartPr/>
                <p14:nvPr/>
              </p14:nvContentPartPr>
              <p14:xfrm>
                <a:off x="7167168" y="6256944"/>
                <a:ext cx="272880" cy="9612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150B2693-311D-42B9-A4EB-299A29BE3F92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7158528" y="6248304"/>
                  <a:ext cx="29052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49A732AE-245A-99E9-A748-E034B3EF9965}"/>
                    </a:ext>
                  </a:extLst>
                </p14:cNvPr>
                <p14:cNvContentPartPr/>
                <p14:nvPr/>
              </p14:nvContentPartPr>
              <p14:xfrm>
                <a:off x="7553088" y="6224904"/>
                <a:ext cx="44280" cy="12312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49A732AE-245A-99E9-A748-E034B3EF9965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7544448" y="6216264"/>
                  <a:ext cx="619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2F03E7A9-52C9-BEF4-321C-518ECE3EC8C2}"/>
                    </a:ext>
                  </a:extLst>
                </p14:cNvPr>
                <p14:cNvContentPartPr/>
                <p14:nvPr/>
              </p14:nvContentPartPr>
              <p14:xfrm>
                <a:off x="7649568" y="6238584"/>
                <a:ext cx="180720" cy="15084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2F03E7A9-52C9-BEF4-321C-518ECE3EC8C2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7640568" y="6229584"/>
                  <a:ext cx="198360" cy="16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A2D5D28-1D21-206B-A3F8-0EE76666FB18}"/>
              </a:ext>
            </a:extLst>
          </p:cNvPr>
          <p:cNvGrpSpPr/>
          <p:nvPr/>
        </p:nvGrpSpPr>
        <p:grpSpPr>
          <a:xfrm>
            <a:off x="5948928" y="6165144"/>
            <a:ext cx="828000" cy="261720"/>
            <a:chOff x="5948928" y="6165144"/>
            <a:chExt cx="828000" cy="26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F4F8106A-81B2-7198-1FDF-0D77F9E7149F}"/>
                    </a:ext>
                  </a:extLst>
                </p14:cNvPr>
                <p14:cNvContentPartPr/>
                <p14:nvPr/>
              </p14:nvContentPartPr>
              <p14:xfrm>
                <a:off x="6066288" y="6165144"/>
                <a:ext cx="55440" cy="21456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F4F8106A-81B2-7198-1FDF-0D77F9E7149F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057648" y="6156504"/>
                  <a:ext cx="730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31BFC25B-422B-3689-3985-837C0DCA9AD5}"/>
                    </a:ext>
                  </a:extLst>
                </p14:cNvPr>
                <p14:cNvContentPartPr/>
                <p14:nvPr/>
              </p14:nvContentPartPr>
              <p14:xfrm>
                <a:off x="5948928" y="6294744"/>
                <a:ext cx="312480" cy="5688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31BFC25B-422B-3689-3985-837C0DCA9AD5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5940288" y="6286104"/>
                  <a:ext cx="3301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204F5368-A072-09A5-CC70-7B36FEF76933}"/>
                    </a:ext>
                  </a:extLst>
                </p14:cNvPr>
                <p14:cNvContentPartPr/>
                <p14:nvPr/>
              </p14:nvContentPartPr>
              <p14:xfrm>
                <a:off x="6298848" y="6235704"/>
                <a:ext cx="142560" cy="1911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204F5368-A072-09A5-CC70-7B36FEF76933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6290208" y="6226704"/>
                  <a:ext cx="1602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6DA1876D-35A9-11DC-AFC2-72860D7E53BE}"/>
                    </a:ext>
                  </a:extLst>
                </p14:cNvPr>
                <p14:cNvContentPartPr/>
                <p14:nvPr/>
              </p14:nvContentPartPr>
              <p14:xfrm>
                <a:off x="6506208" y="6290424"/>
                <a:ext cx="41040" cy="6372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6DA1876D-35A9-11DC-AFC2-72860D7E53B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6497208" y="6281784"/>
                  <a:ext cx="586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8FDC739D-9C2C-56AB-6ADD-BB09695C4B0C}"/>
                    </a:ext>
                  </a:extLst>
                </p14:cNvPr>
                <p14:cNvContentPartPr/>
                <p14:nvPr/>
              </p14:nvContentPartPr>
              <p14:xfrm>
                <a:off x="6610248" y="6305184"/>
                <a:ext cx="146160" cy="7812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8FDC739D-9C2C-56AB-6ADD-BB09695C4B0C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6601248" y="6296544"/>
                  <a:ext cx="1638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D351F71B-E04B-46B9-772C-577EA654717C}"/>
                    </a:ext>
                  </a:extLst>
                </p14:cNvPr>
                <p14:cNvContentPartPr/>
                <p14:nvPr/>
              </p14:nvContentPartPr>
              <p14:xfrm>
                <a:off x="6692688" y="6272784"/>
                <a:ext cx="36360" cy="6336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D351F71B-E04B-46B9-772C-577EA654717C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6683688" y="6263784"/>
                  <a:ext cx="5400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29940E0B-213A-74DF-EC2F-947FDA75BCDE}"/>
                    </a:ext>
                  </a:extLst>
                </p14:cNvPr>
                <p14:cNvContentPartPr/>
                <p14:nvPr/>
              </p14:nvContentPartPr>
              <p14:xfrm>
                <a:off x="6625368" y="6289704"/>
                <a:ext cx="151560" cy="9360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29940E0B-213A-74DF-EC2F-947FDA75BCDE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6616368" y="6281064"/>
                  <a:ext cx="169200" cy="111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357" name="Ink 356">
                <a:extLst>
                  <a:ext uri="{FF2B5EF4-FFF2-40B4-BE49-F238E27FC236}">
                    <a16:creationId xmlns:a16="http://schemas.microsoft.com/office/drawing/2014/main" id="{3EF63FC2-A9E7-25BE-69AC-04F1D9A1A410}"/>
                  </a:ext>
                </a:extLst>
              </p14:cNvPr>
              <p14:cNvContentPartPr/>
              <p14:nvPr/>
            </p14:nvContentPartPr>
            <p14:xfrm>
              <a:off x="7905528" y="6305904"/>
              <a:ext cx="34560" cy="66600"/>
            </p14:xfrm>
          </p:contentPart>
        </mc:Choice>
        <mc:Fallback xmlns="">
          <p:pic>
            <p:nvPicPr>
              <p:cNvPr id="357" name="Ink 356">
                <a:extLst>
                  <a:ext uri="{FF2B5EF4-FFF2-40B4-BE49-F238E27FC236}">
                    <a16:creationId xmlns:a16="http://schemas.microsoft.com/office/drawing/2014/main" id="{3EF63FC2-A9E7-25BE-69AC-04F1D9A1A410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7896888" y="6296904"/>
                <a:ext cx="522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358" name="Ink 357">
                <a:extLst>
                  <a:ext uri="{FF2B5EF4-FFF2-40B4-BE49-F238E27FC236}">
                    <a16:creationId xmlns:a16="http://schemas.microsoft.com/office/drawing/2014/main" id="{66C0CB9A-7F5C-14EA-8C0E-E162D6BF05F5}"/>
                  </a:ext>
                </a:extLst>
              </p14:cNvPr>
              <p14:cNvContentPartPr/>
              <p14:nvPr/>
            </p14:nvContentPartPr>
            <p14:xfrm>
              <a:off x="8410968" y="6272424"/>
              <a:ext cx="422640" cy="86400"/>
            </p14:xfrm>
          </p:contentPart>
        </mc:Choice>
        <mc:Fallback xmlns="">
          <p:pic>
            <p:nvPicPr>
              <p:cNvPr id="358" name="Ink 357">
                <a:extLst>
                  <a:ext uri="{FF2B5EF4-FFF2-40B4-BE49-F238E27FC236}">
                    <a16:creationId xmlns:a16="http://schemas.microsoft.com/office/drawing/2014/main" id="{66C0CB9A-7F5C-14EA-8C0E-E162D6BF05F5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8402328" y="6263424"/>
                <a:ext cx="440280" cy="104040"/>
              </a:xfrm>
              <a:prstGeom prst="rect">
                <a:avLst/>
              </a:prstGeom>
            </p:spPr>
          </p:pic>
        </mc:Fallback>
      </mc:AlternateContent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5547E32-74A0-BB20-D71F-1BB0B58F496F}"/>
              </a:ext>
            </a:extLst>
          </p:cNvPr>
          <p:cNvGrpSpPr/>
          <p:nvPr/>
        </p:nvGrpSpPr>
        <p:grpSpPr>
          <a:xfrm>
            <a:off x="9254448" y="6206544"/>
            <a:ext cx="681480" cy="391680"/>
            <a:chOff x="9254448" y="6206544"/>
            <a:chExt cx="681480" cy="39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A4D20231-881C-1E74-75CC-F02FBD5DE153}"/>
                    </a:ext>
                  </a:extLst>
                </p14:cNvPr>
                <p14:cNvContentPartPr/>
                <p14:nvPr/>
              </p14:nvContentPartPr>
              <p14:xfrm>
                <a:off x="9254448" y="6206544"/>
                <a:ext cx="173160" cy="12816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A4D20231-881C-1E74-75CC-F02FBD5DE153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9245448" y="6197544"/>
                  <a:ext cx="1908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57974959-24F9-649E-0A29-6081E4B4F9DD}"/>
                    </a:ext>
                  </a:extLst>
                </p14:cNvPr>
                <p14:cNvContentPartPr/>
                <p14:nvPr/>
              </p14:nvContentPartPr>
              <p14:xfrm>
                <a:off x="9522288" y="6222024"/>
                <a:ext cx="413640" cy="37620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57974959-24F9-649E-0A29-6081E4B4F9DD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9513288" y="6213384"/>
                  <a:ext cx="431280" cy="39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C6704C40-BC36-12C5-9A28-D9FECA253157}"/>
              </a:ext>
            </a:extLst>
          </p:cNvPr>
          <p:cNvGrpSpPr/>
          <p:nvPr/>
        </p:nvGrpSpPr>
        <p:grpSpPr>
          <a:xfrm>
            <a:off x="10377288" y="6121944"/>
            <a:ext cx="947160" cy="337680"/>
            <a:chOff x="10377288" y="6121944"/>
            <a:chExt cx="947160" cy="33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A84541AB-E950-F46D-1F6A-5598395E3D75}"/>
                    </a:ext>
                  </a:extLst>
                </p14:cNvPr>
                <p14:cNvContentPartPr/>
                <p14:nvPr/>
              </p14:nvContentPartPr>
              <p14:xfrm>
                <a:off x="10377288" y="6214824"/>
                <a:ext cx="486360" cy="14256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A84541AB-E950-F46D-1F6A-5598395E3D75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0368288" y="6205824"/>
                  <a:ext cx="5040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8646BC46-52B8-05F7-CBEF-06DDB759FFD4}"/>
                    </a:ext>
                  </a:extLst>
                </p14:cNvPr>
                <p14:cNvContentPartPr/>
                <p14:nvPr/>
              </p14:nvContentPartPr>
              <p14:xfrm>
                <a:off x="10872288" y="6121944"/>
                <a:ext cx="452160" cy="33768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8646BC46-52B8-05F7-CBEF-06DDB759FFD4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0863288" y="6112944"/>
                  <a:ext cx="469800" cy="35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DA66C52F-B65A-06DA-9961-128B179494D9}"/>
              </a:ext>
            </a:extLst>
          </p:cNvPr>
          <p:cNvGrpSpPr/>
          <p:nvPr/>
        </p:nvGrpSpPr>
        <p:grpSpPr>
          <a:xfrm>
            <a:off x="11542968" y="6112944"/>
            <a:ext cx="601200" cy="289080"/>
            <a:chOff x="11542968" y="6112944"/>
            <a:chExt cx="601200" cy="2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65A28443-C5F3-9FD7-66C6-2BC103D13178}"/>
                    </a:ext>
                  </a:extLst>
                </p14:cNvPr>
                <p14:cNvContentPartPr/>
                <p14:nvPr/>
              </p14:nvContentPartPr>
              <p14:xfrm>
                <a:off x="11542968" y="6112944"/>
                <a:ext cx="93240" cy="25344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65A28443-C5F3-9FD7-66C6-2BC103D13178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1534328" y="6103944"/>
                  <a:ext cx="1108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63D12852-A31E-852F-8FB6-D0E3DA2C8955}"/>
                    </a:ext>
                  </a:extLst>
                </p14:cNvPr>
                <p14:cNvContentPartPr/>
                <p14:nvPr/>
              </p14:nvContentPartPr>
              <p14:xfrm>
                <a:off x="11571048" y="6121584"/>
                <a:ext cx="489960" cy="24768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63D12852-A31E-852F-8FB6-D0E3DA2C8955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1562048" y="6112584"/>
                  <a:ext cx="5076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CDA92643-BA71-823A-85CF-1E7D55F0247A}"/>
                    </a:ext>
                  </a:extLst>
                </p14:cNvPr>
                <p14:cNvContentPartPr/>
                <p14:nvPr/>
              </p14:nvContentPartPr>
              <p14:xfrm>
                <a:off x="12119688" y="6393744"/>
                <a:ext cx="24480" cy="828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CDA92643-BA71-823A-85CF-1E7D55F0247A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2110688" y="6385104"/>
                  <a:ext cx="42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02D9F4CC-2FE5-7FCB-C92C-CB6D67667F7A}"/>
                    </a:ext>
                  </a:extLst>
                </p14:cNvPr>
                <p14:cNvContentPartPr/>
                <p14:nvPr/>
              </p14:nvContentPartPr>
              <p14:xfrm>
                <a:off x="12009888" y="6326064"/>
                <a:ext cx="109800" cy="6372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02D9F4CC-2FE5-7FCB-C92C-CB6D67667F7A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2000888" y="6317064"/>
                  <a:ext cx="127440" cy="8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50C03724-99B2-9068-51F5-1BD304ECC03E}"/>
              </a:ext>
            </a:extLst>
          </p:cNvPr>
          <p:cNvGrpSpPr/>
          <p:nvPr/>
        </p:nvGrpSpPr>
        <p:grpSpPr>
          <a:xfrm>
            <a:off x="2859768" y="6045984"/>
            <a:ext cx="2655720" cy="840240"/>
            <a:chOff x="2859768" y="6045984"/>
            <a:chExt cx="2655720" cy="84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835403A1-AC84-75EC-A642-CE0060AFB0BD}"/>
                    </a:ext>
                  </a:extLst>
                </p14:cNvPr>
                <p14:cNvContentPartPr/>
                <p14:nvPr/>
              </p14:nvContentPartPr>
              <p14:xfrm>
                <a:off x="2859768" y="6060384"/>
                <a:ext cx="273240" cy="36864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835403A1-AC84-75EC-A642-CE0060AFB0BD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2850768" y="6051384"/>
                  <a:ext cx="29088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8322AE38-DFC4-6E30-E522-48E496648CAF}"/>
                    </a:ext>
                  </a:extLst>
                </p14:cNvPr>
                <p14:cNvContentPartPr/>
                <p14:nvPr/>
              </p14:nvContentPartPr>
              <p14:xfrm>
                <a:off x="3228408" y="6321024"/>
                <a:ext cx="84240" cy="9180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8322AE38-DFC4-6E30-E522-48E496648CAF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219768" y="6312024"/>
                  <a:ext cx="10188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C5390B62-FE07-01D2-A44F-42E3642DA1E1}"/>
                    </a:ext>
                  </a:extLst>
                </p14:cNvPr>
                <p14:cNvContentPartPr/>
                <p14:nvPr/>
              </p14:nvContentPartPr>
              <p14:xfrm>
                <a:off x="3451248" y="6306264"/>
                <a:ext cx="160200" cy="5544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C5390B62-FE07-01D2-A44F-42E3642DA1E1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3442608" y="6297624"/>
                  <a:ext cx="17784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077C0E7D-466B-62E9-0D17-CD7300C54A2A}"/>
                    </a:ext>
                  </a:extLst>
                </p14:cNvPr>
                <p14:cNvContentPartPr/>
                <p14:nvPr/>
              </p14:nvContentPartPr>
              <p14:xfrm>
                <a:off x="3707568" y="6084864"/>
                <a:ext cx="523440" cy="24300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077C0E7D-466B-62E9-0D17-CD7300C54A2A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3698928" y="6075864"/>
                  <a:ext cx="5410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D0B5AE1E-7062-FC68-F7D0-AF6A7DE06094}"/>
                    </a:ext>
                  </a:extLst>
                </p14:cNvPr>
                <p14:cNvContentPartPr/>
                <p14:nvPr/>
              </p14:nvContentPartPr>
              <p14:xfrm>
                <a:off x="4249008" y="6277104"/>
                <a:ext cx="126000" cy="500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D0B5AE1E-7062-FC68-F7D0-AF6A7DE06094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240008" y="6268464"/>
                  <a:ext cx="1436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48FD79FC-C7A5-5BE5-6C57-4FC2FA3A328A}"/>
                    </a:ext>
                  </a:extLst>
                </p14:cNvPr>
                <p14:cNvContentPartPr/>
                <p14:nvPr/>
              </p14:nvContentPartPr>
              <p14:xfrm>
                <a:off x="4210848" y="6078384"/>
                <a:ext cx="176760" cy="190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48FD79FC-C7A5-5BE5-6C57-4FC2FA3A328A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202208" y="6069744"/>
                  <a:ext cx="1944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299CDBBB-AA61-DE90-31EB-6E17513C6E83}"/>
                    </a:ext>
                  </a:extLst>
                </p14:cNvPr>
                <p14:cNvContentPartPr/>
                <p14:nvPr/>
              </p14:nvContentPartPr>
              <p14:xfrm>
                <a:off x="4157928" y="6129504"/>
                <a:ext cx="22320" cy="4680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299CDBBB-AA61-DE90-31EB-6E17513C6E83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4148928" y="6120864"/>
                  <a:ext cx="399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C81B8048-412D-777C-C02B-F31624BAE2E2}"/>
                    </a:ext>
                  </a:extLst>
                </p14:cNvPr>
                <p14:cNvContentPartPr/>
                <p14:nvPr/>
              </p14:nvContentPartPr>
              <p14:xfrm>
                <a:off x="4659768" y="6045984"/>
                <a:ext cx="231480" cy="45324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C81B8048-412D-777C-C02B-F31624BAE2E2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4651128" y="6037344"/>
                  <a:ext cx="24912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FBB1D614-3AA3-157B-E7D5-E72C5688DA7B}"/>
                    </a:ext>
                  </a:extLst>
                </p14:cNvPr>
                <p14:cNvContentPartPr/>
                <p14:nvPr/>
              </p14:nvContentPartPr>
              <p14:xfrm>
                <a:off x="4925088" y="6201864"/>
                <a:ext cx="147600" cy="17244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FBB1D614-3AA3-157B-E7D5-E72C5688DA7B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4916448" y="6192864"/>
                  <a:ext cx="16524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FC7A3925-C1CB-370C-CDB5-2172D2477C54}"/>
                    </a:ext>
                  </a:extLst>
                </p14:cNvPr>
                <p14:cNvContentPartPr/>
                <p14:nvPr/>
              </p14:nvContentPartPr>
              <p14:xfrm>
                <a:off x="5157648" y="6171984"/>
                <a:ext cx="134640" cy="23184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FC7A3925-C1CB-370C-CDB5-2172D2477C54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5149008" y="6162984"/>
                  <a:ext cx="15228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A6ACE7A1-331B-2A40-0B8C-A44E1783EAC2}"/>
                    </a:ext>
                  </a:extLst>
                </p14:cNvPr>
                <p14:cNvContentPartPr/>
                <p14:nvPr/>
              </p14:nvContentPartPr>
              <p14:xfrm>
                <a:off x="3697848" y="6409584"/>
                <a:ext cx="228960" cy="39312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A6ACE7A1-331B-2A40-0B8C-A44E1783EAC2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3688848" y="6400584"/>
                  <a:ext cx="246600" cy="41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2B01E86B-BC3C-865D-E145-30D0A7148316}"/>
                    </a:ext>
                  </a:extLst>
                </p14:cNvPr>
                <p14:cNvContentPartPr/>
                <p14:nvPr/>
              </p14:nvContentPartPr>
              <p14:xfrm>
                <a:off x="3482208" y="6601464"/>
                <a:ext cx="646560" cy="11664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2B01E86B-BC3C-865D-E145-30D0A7148316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3473568" y="6592824"/>
                  <a:ext cx="66420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6D8448D8-7456-07D1-E118-EC9FF120E2A1}"/>
                    </a:ext>
                  </a:extLst>
                </p14:cNvPr>
                <p14:cNvContentPartPr/>
                <p14:nvPr/>
              </p14:nvContentPartPr>
              <p14:xfrm>
                <a:off x="4370328" y="6524784"/>
                <a:ext cx="192240" cy="18936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6D8448D8-7456-07D1-E118-EC9FF120E2A1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4361688" y="6516144"/>
                  <a:ext cx="2098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3C5B8DA3-8D32-0AB6-2C3E-F9FBC1BF11E7}"/>
                    </a:ext>
                  </a:extLst>
                </p14:cNvPr>
                <p14:cNvContentPartPr/>
                <p14:nvPr/>
              </p14:nvContentPartPr>
              <p14:xfrm>
                <a:off x="4595688" y="6594624"/>
                <a:ext cx="9720" cy="2016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3C5B8DA3-8D32-0AB6-2C3E-F9FBC1BF11E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587048" y="6585624"/>
                  <a:ext cx="273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6EB15814-5829-A20E-C7DA-2A2E85D43C93}"/>
                    </a:ext>
                  </a:extLst>
                </p14:cNvPr>
                <p14:cNvContentPartPr/>
                <p14:nvPr/>
              </p14:nvContentPartPr>
              <p14:xfrm>
                <a:off x="4636728" y="6616944"/>
                <a:ext cx="57600" cy="860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6EB15814-5829-A20E-C7DA-2A2E85D43C93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4628088" y="6608304"/>
                  <a:ext cx="7524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05CA5056-BF14-CE85-2F63-59B1745047DB}"/>
                    </a:ext>
                  </a:extLst>
                </p14:cNvPr>
                <p14:cNvContentPartPr/>
                <p14:nvPr/>
              </p14:nvContentPartPr>
              <p14:xfrm>
                <a:off x="4818888" y="6633864"/>
                <a:ext cx="219240" cy="7992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05CA5056-BF14-CE85-2F63-59B1745047DB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4810248" y="6624864"/>
                  <a:ext cx="23688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A04FD0F0-E420-A154-958F-E90739F6342D}"/>
                    </a:ext>
                  </a:extLst>
                </p14:cNvPr>
                <p14:cNvContentPartPr/>
                <p14:nvPr/>
              </p14:nvContentPartPr>
              <p14:xfrm>
                <a:off x="5111568" y="6657984"/>
                <a:ext cx="88200" cy="3672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A04FD0F0-E420-A154-958F-E90739F6342D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5102928" y="6648984"/>
                  <a:ext cx="1058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18217F02-9D22-D86D-69AC-15A86ACC4B9F}"/>
                    </a:ext>
                  </a:extLst>
                </p14:cNvPr>
                <p14:cNvContentPartPr/>
                <p14:nvPr/>
              </p14:nvContentPartPr>
              <p14:xfrm>
                <a:off x="5283288" y="6638544"/>
                <a:ext cx="232200" cy="24768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18217F02-9D22-D86D-69AC-15A86ACC4B9F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5274648" y="6629904"/>
                  <a:ext cx="249840" cy="26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4B5489DC-B2F2-F9EA-6D80-485678409C33}"/>
              </a:ext>
            </a:extLst>
          </p:cNvPr>
          <p:cNvGrpSpPr/>
          <p:nvPr/>
        </p:nvGrpSpPr>
        <p:grpSpPr>
          <a:xfrm>
            <a:off x="5801328" y="6497064"/>
            <a:ext cx="921240" cy="330480"/>
            <a:chOff x="5801328" y="6497064"/>
            <a:chExt cx="921240" cy="33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25086FD5-8C80-4801-708F-C121FC154740}"/>
                    </a:ext>
                  </a:extLst>
                </p14:cNvPr>
                <p14:cNvContentPartPr/>
                <p14:nvPr/>
              </p14:nvContentPartPr>
              <p14:xfrm>
                <a:off x="5853528" y="6497064"/>
                <a:ext cx="82440" cy="24228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25086FD5-8C80-4801-708F-C121FC154740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5844528" y="6488424"/>
                  <a:ext cx="10008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69C16DC2-0899-610E-2F92-F7CDF0ACEEEC}"/>
                    </a:ext>
                  </a:extLst>
                </p14:cNvPr>
                <p14:cNvContentPartPr/>
                <p14:nvPr/>
              </p14:nvContentPartPr>
              <p14:xfrm>
                <a:off x="5801328" y="6666264"/>
                <a:ext cx="261360" cy="7020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69C16DC2-0899-610E-2F92-F7CDF0ACEEEC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5792328" y="6657264"/>
                  <a:ext cx="27900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EE88CD8A-12E7-0FCB-2AC8-ED4438975477}"/>
                    </a:ext>
                  </a:extLst>
                </p14:cNvPr>
                <p14:cNvContentPartPr/>
                <p14:nvPr/>
              </p14:nvContentPartPr>
              <p14:xfrm>
                <a:off x="6137928" y="6625224"/>
                <a:ext cx="111600" cy="20232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EE88CD8A-12E7-0FCB-2AC8-ED4438975477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6129288" y="6616584"/>
                  <a:ext cx="1292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77D6CB77-32FB-6881-D191-915BB9AEE765}"/>
                    </a:ext>
                  </a:extLst>
                </p14:cNvPr>
                <p14:cNvContentPartPr/>
                <p14:nvPr/>
              </p14:nvContentPartPr>
              <p14:xfrm>
                <a:off x="6306768" y="6654744"/>
                <a:ext cx="18360" cy="8604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77D6CB77-32FB-6881-D191-915BB9AEE765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6298128" y="6646104"/>
                  <a:ext cx="360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FA58D72D-E2A5-8CAD-1025-8F7BE9B392B4}"/>
                    </a:ext>
                  </a:extLst>
                </p14:cNvPr>
                <p14:cNvContentPartPr/>
                <p14:nvPr/>
              </p14:nvContentPartPr>
              <p14:xfrm>
                <a:off x="6364728" y="6578424"/>
                <a:ext cx="4680" cy="1152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FA58D72D-E2A5-8CAD-1025-8F7BE9B392B4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6356088" y="6569424"/>
                  <a:ext cx="223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27936E2D-6CF7-4751-E847-3F481F364759}"/>
                    </a:ext>
                  </a:extLst>
                </p14:cNvPr>
                <p14:cNvContentPartPr/>
                <p14:nvPr/>
              </p14:nvContentPartPr>
              <p14:xfrm>
                <a:off x="6414048" y="6556464"/>
                <a:ext cx="308520" cy="18648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27936E2D-6CF7-4751-E847-3F481F364759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6405048" y="6547824"/>
                  <a:ext cx="326160" cy="20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89AB7B4D-5606-3880-5C0A-70D761334E5F}"/>
              </a:ext>
            </a:extLst>
          </p:cNvPr>
          <p:cNvGrpSpPr/>
          <p:nvPr/>
        </p:nvGrpSpPr>
        <p:grpSpPr>
          <a:xfrm>
            <a:off x="7046928" y="6533064"/>
            <a:ext cx="1100520" cy="216720"/>
            <a:chOff x="7046928" y="6533064"/>
            <a:chExt cx="1100520" cy="21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38F3A40A-4C08-E124-5390-59FBAD7F62C4}"/>
                    </a:ext>
                  </a:extLst>
                </p14:cNvPr>
                <p14:cNvContentPartPr/>
                <p14:nvPr/>
              </p14:nvContentPartPr>
              <p14:xfrm>
                <a:off x="7046928" y="6602904"/>
                <a:ext cx="231480" cy="13392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38F3A40A-4C08-E124-5390-59FBAD7F62C4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7037928" y="6594264"/>
                  <a:ext cx="24912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4D564E41-2FE1-B3DB-7F40-2D52622E9BD5}"/>
                    </a:ext>
                  </a:extLst>
                </p14:cNvPr>
                <p14:cNvContentPartPr/>
                <p14:nvPr/>
              </p14:nvContentPartPr>
              <p14:xfrm>
                <a:off x="7380288" y="6584184"/>
                <a:ext cx="16200" cy="16560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4D564E41-2FE1-B3DB-7F40-2D52622E9BD5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7371288" y="6575544"/>
                  <a:ext cx="338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2136F416-92ED-B708-5C87-25D6176994F9}"/>
                    </a:ext>
                  </a:extLst>
                </p14:cNvPr>
                <p14:cNvContentPartPr/>
                <p14:nvPr/>
              </p14:nvContentPartPr>
              <p14:xfrm>
                <a:off x="7369488" y="6683544"/>
                <a:ext cx="46440" cy="648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2136F416-92ED-B708-5C87-25D6176994F9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7360488" y="6674544"/>
                  <a:ext cx="640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7487AE4D-6400-FBE5-24E2-7BF1521CC358}"/>
                    </a:ext>
                  </a:extLst>
                </p14:cNvPr>
                <p14:cNvContentPartPr/>
                <p14:nvPr/>
              </p14:nvContentPartPr>
              <p14:xfrm>
                <a:off x="7478568" y="6664104"/>
                <a:ext cx="301680" cy="5580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7487AE4D-6400-FBE5-24E2-7BF1521CC358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7469928" y="6655464"/>
                  <a:ext cx="31932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C54A5691-14BA-9D1A-241E-C97B71084426}"/>
                    </a:ext>
                  </a:extLst>
                </p14:cNvPr>
                <p14:cNvContentPartPr/>
                <p14:nvPr/>
              </p14:nvContentPartPr>
              <p14:xfrm>
                <a:off x="7820568" y="6533064"/>
                <a:ext cx="326880" cy="19152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C54A5691-14BA-9D1A-241E-C97B71084426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7811568" y="6524064"/>
                  <a:ext cx="3445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649BCE09-2C5E-DF6E-6E6F-9348D9AB9234}"/>
                    </a:ext>
                  </a:extLst>
                </p14:cNvPr>
                <p14:cNvContentPartPr/>
                <p14:nvPr/>
              </p14:nvContentPartPr>
              <p14:xfrm>
                <a:off x="8089488" y="6623784"/>
                <a:ext cx="16560" cy="3708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649BCE09-2C5E-DF6E-6E6F-9348D9AB9234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8080848" y="6615144"/>
                  <a:ext cx="34200" cy="5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AC0BF35E-1331-FF9A-7F21-0322420206AD}"/>
              </a:ext>
            </a:extLst>
          </p:cNvPr>
          <p:cNvGrpSpPr/>
          <p:nvPr/>
        </p:nvGrpSpPr>
        <p:grpSpPr>
          <a:xfrm>
            <a:off x="8707968" y="6547824"/>
            <a:ext cx="219600" cy="142920"/>
            <a:chOff x="8707968" y="6547824"/>
            <a:chExt cx="219600" cy="14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517CB071-1B4C-F03B-FE0B-CB1F982B9DD5}"/>
                    </a:ext>
                  </a:extLst>
                </p14:cNvPr>
                <p14:cNvContentPartPr/>
                <p14:nvPr/>
              </p14:nvContentPartPr>
              <p14:xfrm>
                <a:off x="8707968" y="6578784"/>
                <a:ext cx="24840" cy="11196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517CB071-1B4C-F03B-FE0B-CB1F982B9DD5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8698968" y="6570144"/>
                  <a:ext cx="4248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35C36BBB-FB23-1308-4C71-1DC6AC836F20}"/>
                    </a:ext>
                  </a:extLst>
                </p14:cNvPr>
                <p14:cNvContentPartPr/>
                <p14:nvPr/>
              </p14:nvContentPartPr>
              <p14:xfrm>
                <a:off x="8745408" y="6547824"/>
                <a:ext cx="1800" cy="324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35C36BBB-FB23-1308-4C71-1DC6AC836F2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736408" y="6539184"/>
                  <a:ext cx="194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70A61348-9D78-2E7A-BBF2-42B4DB60B443}"/>
                    </a:ext>
                  </a:extLst>
                </p14:cNvPr>
                <p14:cNvContentPartPr/>
                <p14:nvPr/>
              </p14:nvContentPartPr>
              <p14:xfrm>
                <a:off x="8845848" y="6656184"/>
                <a:ext cx="81720" cy="2196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70A61348-9D78-2E7A-BBF2-42B4DB60B443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8836848" y="6647544"/>
                  <a:ext cx="9936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B28CB595-9B5B-A674-C1C3-64571777FB61}"/>
              </a:ext>
            </a:extLst>
          </p:cNvPr>
          <p:cNvGrpSpPr/>
          <p:nvPr/>
        </p:nvGrpSpPr>
        <p:grpSpPr>
          <a:xfrm>
            <a:off x="9289368" y="6523344"/>
            <a:ext cx="1491120" cy="235800"/>
            <a:chOff x="9289368" y="6523344"/>
            <a:chExt cx="1491120" cy="23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169F205A-4369-CB5C-0D69-D90302B1D656}"/>
                    </a:ext>
                  </a:extLst>
                </p14:cNvPr>
                <p14:cNvContentPartPr/>
                <p14:nvPr/>
              </p14:nvContentPartPr>
              <p14:xfrm>
                <a:off x="9289368" y="6523344"/>
                <a:ext cx="280440" cy="19692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169F205A-4369-CB5C-0D69-D90302B1D656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9280728" y="6514344"/>
                  <a:ext cx="29808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E5672197-3793-4091-AF26-3E51880FB199}"/>
                    </a:ext>
                  </a:extLst>
                </p14:cNvPr>
                <p14:cNvContentPartPr/>
                <p14:nvPr/>
              </p14:nvContentPartPr>
              <p14:xfrm>
                <a:off x="9650808" y="6638904"/>
                <a:ext cx="228240" cy="8388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E5672197-3793-4091-AF26-3E51880FB199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9641808" y="6630264"/>
                  <a:ext cx="24588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FE2A1BE7-BDFD-63F1-851B-7D2AE613938D}"/>
                    </a:ext>
                  </a:extLst>
                </p14:cNvPr>
                <p14:cNvContentPartPr/>
                <p14:nvPr/>
              </p14:nvContentPartPr>
              <p14:xfrm>
                <a:off x="9987048" y="6582024"/>
                <a:ext cx="556920" cy="11556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FE2A1BE7-BDFD-63F1-851B-7D2AE613938D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9978408" y="6573024"/>
                  <a:ext cx="57456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92CEEF72-BD34-02B1-F120-FE5C24CDBC32}"/>
                    </a:ext>
                  </a:extLst>
                </p14:cNvPr>
                <p14:cNvContentPartPr/>
                <p14:nvPr/>
              </p14:nvContentPartPr>
              <p14:xfrm>
                <a:off x="10499328" y="6658344"/>
                <a:ext cx="281160" cy="10080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92CEEF72-BD34-02B1-F120-FE5C24CDBC32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10490328" y="6649704"/>
                  <a:ext cx="298800" cy="118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3764602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US" dirty="0"/>
              <a:t>Semantic Frame:</a:t>
            </a:r>
            <a:endParaRPr lang="en-IN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2626E5A-54C5-7674-6C85-1908D936AF40}"/>
              </a:ext>
            </a:extLst>
          </p:cNvPr>
          <p:cNvGrpSpPr/>
          <p:nvPr/>
        </p:nvGrpSpPr>
        <p:grpSpPr>
          <a:xfrm>
            <a:off x="2906568" y="120384"/>
            <a:ext cx="626760" cy="277920"/>
            <a:chOff x="2906568" y="120384"/>
            <a:chExt cx="626760" cy="27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712D57D6-C543-AEF6-4A22-91F837D784A7}"/>
                    </a:ext>
                  </a:extLst>
                </p14:cNvPr>
                <p14:cNvContentPartPr/>
                <p14:nvPr/>
              </p14:nvContentPartPr>
              <p14:xfrm>
                <a:off x="2906568" y="174744"/>
                <a:ext cx="284400" cy="2235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712D57D6-C543-AEF6-4A22-91F837D784A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897928" y="166104"/>
                  <a:ext cx="30204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E18C57A4-B5DB-D960-D51C-E1A5AE00E752}"/>
                    </a:ext>
                  </a:extLst>
                </p14:cNvPr>
                <p14:cNvContentPartPr/>
                <p14:nvPr/>
              </p14:nvContentPartPr>
              <p14:xfrm>
                <a:off x="3180168" y="120384"/>
                <a:ext cx="258480" cy="2433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E18C57A4-B5DB-D960-D51C-E1A5AE00E75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171168" y="111744"/>
                  <a:ext cx="2761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60D2993-1C52-729C-0676-645B74C05F43}"/>
                    </a:ext>
                  </a:extLst>
                </p14:cNvPr>
                <p14:cNvContentPartPr/>
                <p14:nvPr/>
              </p14:nvContentPartPr>
              <p14:xfrm>
                <a:off x="3448008" y="253944"/>
                <a:ext cx="85320" cy="183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60D2993-1C52-729C-0676-645B74C05F4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439008" y="245304"/>
                  <a:ext cx="102960" cy="3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1C829762-A334-C4A5-DE46-539CAB8FDDED}"/>
                  </a:ext>
                </a:extLst>
              </p14:cNvPr>
              <p14:cNvContentPartPr/>
              <p14:nvPr/>
            </p14:nvContentPartPr>
            <p14:xfrm>
              <a:off x="3735288" y="194544"/>
              <a:ext cx="170280" cy="3337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1C829762-A334-C4A5-DE46-539CAB8FDDED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26288" y="185904"/>
                <a:ext cx="187920" cy="351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" name="Group 10">
            <a:extLst>
              <a:ext uri="{FF2B5EF4-FFF2-40B4-BE49-F238E27FC236}">
                <a16:creationId xmlns:a16="http://schemas.microsoft.com/office/drawing/2014/main" id="{D2CC6822-1F04-8931-5414-EB83CAC8462C}"/>
              </a:ext>
            </a:extLst>
          </p:cNvPr>
          <p:cNvGrpSpPr/>
          <p:nvPr/>
        </p:nvGrpSpPr>
        <p:grpSpPr>
          <a:xfrm>
            <a:off x="4296888" y="62064"/>
            <a:ext cx="724320" cy="314280"/>
            <a:chOff x="4296888" y="62064"/>
            <a:chExt cx="724320" cy="31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CCF63E74-61D9-B673-512F-3A26C02B68DE}"/>
                    </a:ext>
                  </a:extLst>
                </p14:cNvPr>
                <p14:cNvContentPartPr/>
                <p14:nvPr/>
              </p14:nvContentPartPr>
              <p14:xfrm>
                <a:off x="4296888" y="203904"/>
                <a:ext cx="173880" cy="1004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CCF63E74-61D9-B673-512F-3A26C02B68D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287888" y="195264"/>
                  <a:ext cx="1915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0E8032B8-1109-956B-BE87-A7DEFC37DFA0}"/>
                    </a:ext>
                  </a:extLst>
                </p14:cNvPr>
                <p14:cNvContentPartPr/>
                <p14:nvPr/>
              </p14:nvContentPartPr>
              <p14:xfrm>
                <a:off x="4591008" y="242784"/>
                <a:ext cx="48960" cy="529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0E8032B8-1109-956B-BE87-A7DEFC37DFA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582368" y="234144"/>
                  <a:ext cx="666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29E54DA0-88C3-A4F4-B6D3-AFE9D672A72A}"/>
                    </a:ext>
                  </a:extLst>
                </p14:cNvPr>
                <p14:cNvContentPartPr/>
                <p14:nvPr/>
              </p14:nvContentPartPr>
              <p14:xfrm>
                <a:off x="4748328" y="253224"/>
                <a:ext cx="34560" cy="262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29E54DA0-88C3-A4F4-B6D3-AFE9D672A72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739688" y="244584"/>
                  <a:ext cx="522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0A5CD6B7-21EE-EC45-D972-4B988A5A54A6}"/>
                    </a:ext>
                  </a:extLst>
                </p14:cNvPr>
                <p14:cNvContentPartPr/>
                <p14:nvPr/>
              </p14:nvContentPartPr>
              <p14:xfrm>
                <a:off x="4858848" y="62064"/>
                <a:ext cx="162360" cy="3142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0A5CD6B7-21EE-EC45-D972-4B988A5A54A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849848" y="53424"/>
                  <a:ext cx="180000" cy="33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C97CC77-BA81-9580-EABE-86587232E248}"/>
              </a:ext>
            </a:extLst>
          </p:cNvPr>
          <p:cNvGrpSpPr/>
          <p:nvPr/>
        </p:nvGrpSpPr>
        <p:grpSpPr>
          <a:xfrm>
            <a:off x="5950008" y="157824"/>
            <a:ext cx="713160" cy="301320"/>
            <a:chOff x="5950008" y="157824"/>
            <a:chExt cx="713160" cy="30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50D42A1B-2AB8-F79F-58A2-DEE406ADF595}"/>
                    </a:ext>
                  </a:extLst>
                </p14:cNvPr>
                <p14:cNvContentPartPr/>
                <p14:nvPr/>
              </p14:nvContentPartPr>
              <p14:xfrm>
                <a:off x="5950008" y="171504"/>
                <a:ext cx="92880" cy="2876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50D42A1B-2AB8-F79F-58A2-DEE406ADF59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941368" y="162504"/>
                  <a:ext cx="11052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066C0780-7573-DD3E-0BA6-7619749FC577}"/>
                    </a:ext>
                  </a:extLst>
                </p14:cNvPr>
                <p14:cNvContentPartPr/>
                <p14:nvPr/>
              </p14:nvContentPartPr>
              <p14:xfrm>
                <a:off x="5989968" y="157824"/>
                <a:ext cx="643320" cy="2739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066C0780-7573-DD3E-0BA6-7619749FC57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980968" y="148824"/>
                  <a:ext cx="66096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EF09FFD-5994-5C01-B1BF-0BE874AE5FFB}"/>
                    </a:ext>
                  </a:extLst>
                </p14:cNvPr>
                <p14:cNvContentPartPr/>
                <p14:nvPr/>
              </p14:nvContentPartPr>
              <p14:xfrm>
                <a:off x="6588288" y="306504"/>
                <a:ext cx="74880" cy="208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EF09FFD-5994-5C01-B1BF-0BE874AE5FF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579288" y="297864"/>
                  <a:ext cx="9252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E1497CE9-D8E6-33D9-E63C-6BF4CA0E8A87}"/>
              </a:ext>
            </a:extLst>
          </p:cNvPr>
          <p:cNvGrpSpPr/>
          <p:nvPr/>
        </p:nvGrpSpPr>
        <p:grpSpPr>
          <a:xfrm>
            <a:off x="7190208" y="111744"/>
            <a:ext cx="1126080" cy="265680"/>
            <a:chOff x="7190208" y="111744"/>
            <a:chExt cx="1126080" cy="26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DBEFE660-5578-37BA-4264-3D45E3AE51F7}"/>
                    </a:ext>
                  </a:extLst>
                </p14:cNvPr>
                <p14:cNvContentPartPr/>
                <p14:nvPr/>
              </p14:nvContentPartPr>
              <p14:xfrm>
                <a:off x="7190208" y="111744"/>
                <a:ext cx="147600" cy="2656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DBEFE660-5578-37BA-4264-3D45E3AE51F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181568" y="103104"/>
                  <a:ext cx="1652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D15AFCDE-445B-1DF8-0C5F-35DF7BB2C309}"/>
                    </a:ext>
                  </a:extLst>
                </p14:cNvPr>
                <p14:cNvContentPartPr/>
                <p14:nvPr/>
              </p14:nvContentPartPr>
              <p14:xfrm>
                <a:off x="7409088" y="261144"/>
                <a:ext cx="124200" cy="1036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D15AFCDE-445B-1DF8-0C5F-35DF7BB2C30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400088" y="252144"/>
                  <a:ext cx="14184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22C9AB94-6B88-14FA-2D10-8CFEBCE13531}"/>
                    </a:ext>
                  </a:extLst>
                </p14:cNvPr>
                <p14:cNvContentPartPr/>
                <p14:nvPr/>
              </p14:nvContentPartPr>
              <p14:xfrm>
                <a:off x="7571088" y="139824"/>
                <a:ext cx="642600" cy="2210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22C9AB94-6B88-14FA-2D10-8CFEBCE1353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7562448" y="131184"/>
                  <a:ext cx="66024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B7242F40-3619-B9A3-B01A-D4DF87B41D6A}"/>
                    </a:ext>
                  </a:extLst>
                </p14:cNvPr>
                <p14:cNvContentPartPr/>
                <p14:nvPr/>
              </p14:nvContentPartPr>
              <p14:xfrm>
                <a:off x="8242128" y="223344"/>
                <a:ext cx="74160" cy="208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B7242F40-3619-B9A3-B01A-D4DF87B41D6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8233488" y="214704"/>
                  <a:ext cx="9180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86D52C6E-F464-E6D7-FBC6-5B08009BF086}"/>
              </a:ext>
            </a:extLst>
          </p:cNvPr>
          <p:cNvGrpSpPr/>
          <p:nvPr/>
        </p:nvGrpSpPr>
        <p:grpSpPr>
          <a:xfrm>
            <a:off x="8645328" y="149184"/>
            <a:ext cx="1641600" cy="489240"/>
            <a:chOff x="8645328" y="149184"/>
            <a:chExt cx="1641600" cy="48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741F9083-C406-3733-53D7-1D631E5F356D}"/>
                    </a:ext>
                  </a:extLst>
                </p14:cNvPr>
                <p14:cNvContentPartPr/>
                <p14:nvPr/>
              </p14:nvContentPartPr>
              <p14:xfrm>
                <a:off x="8645328" y="149184"/>
                <a:ext cx="143640" cy="4892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741F9083-C406-3733-53D7-1D631E5F356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8636328" y="140544"/>
                  <a:ext cx="16128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19952360-1CFC-1BAF-B00A-0836199C3FEA}"/>
                    </a:ext>
                  </a:extLst>
                </p14:cNvPr>
                <p14:cNvContentPartPr/>
                <p14:nvPr/>
              </p14:nvContentPartPr>
              <p14:xfrm>
                <a:off x="8765568" y="300384"/>
                <a:ext cx="138240" cy="957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19952360-1CFC-1BAF-B00A-0836199C3FE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8756928" y="291744"/>
                  <a:ext cx="15588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E7CBBAE1-F097-5942-1080-8543DE7B0781}"/>
                    </a:ext>
                  </a:extLst>
                </p14:cNvPr>
                <p14:cNvContentPartPr/>
                <p14:nvPr/>
              </p14:nvContentPartPr>
              <p14:xfrm>
                <a:off x="9028728" y="286704"/>
                <a:ext cx="257040" cy="885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E7CBBAE1-F097-5942-1080-8543DE7B078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9019728" y="278064"/>
                  <a:ext cx="27468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E82E841-D802-84C6-8B68-B3889E26A5BE}"/>
                    </a:ext>
                  </a:extLst>
                </p14:cNvPr>
                <p14:cNvContentPartPr/>
                <p14:nvPr/>
              </p14:nvContentPartPr>
              <p14:xfrm>
                <a:off x="9354528" y="297144"/>
                <a:ext cx="32040" cy="918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E82E841-D802-84C6-8B68-B3889E26A5B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345528" y="288504"/>
                  <a:ext cx="4968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AB0C0FAE-668B-1A84-6824-935CF5B7A414}"/>
                    </a:ext>
                  </a:extLst>
                </p14:cNvPr>
                <p14:cNvContentPartPr/>
                <p14:nvPr/>
              </p14:nvContentPartPr>
              <p14:xfrm>
                <a:off x="9429408" y="249624"/>
                <a:ext cx="181440" cy="2865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AB0C0FAE-668B-1A84-6824-935CF5B7A41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420408" y="240984"/>
                  <a:ext cx="1990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1B0252E5-DEFD-D049-B0C2-8BFA127788FB}"/>
                    </a:ext>
                  </a:extLst>
                </p14:cNvPr>
                <p14:cNvContentPartPr/>
                <p14:nvPr/>
              </p14:nvContentPartPr>
              <p14:xfrm>
                <a:off x="9656208" y="333864"/>
                <a:ext cx="52200" cy="550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1B0252E5-DEFD-D049-B0C2-8BFA127788F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647208" y="324864"/>
                  <a:ext cx="698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52E886A6-BCEE-CE4D-8DF2-F340942BB5A2}"/>
                    </a:ext>
                  </a:extLst>
                </p14:cNvPr>
                <p14:cNvContentPartPr/>
                <p14:nvPr/>
              </p14:nvContentPartPr>
              <p14:xfrm>
                <a:off x="9783648" y="171864"/>
                <a:ext cx="198720" cy="2404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52E886A6-BCEE-CE4D-8DF2-F340942BB5A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775008" y="163224"/>
                  <a:ext cx="21636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8BE3310-5218-F34F-8D0B-D1E3292C4981}"/>
                    </a:ext>
                  </a:extLst>
                </p14:cNvPr>
                <p14:cNvContentPartPr/>
                <p14:nvPr/>
              </p14:nvContentPartPr>
              <p14:xfrm>
                <a:off x="10026288" y="280944"/>
                <a:ext cx="1440" cy="133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8BE3310-5218-F34F-8D0B-D1E3292C498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017648" y="271944"/>
                  <a:ext cx="190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16172C2F-2C42-CF7E-0CC7-A84B469EED27}"/>
                    </a:ext>
                  </a:extLst>
                </p14:cNvPr>
                <p14:cNvContentPartPr/>
                <p14:nvPr/>
              </p14:nvContentPartPr>
              <p14:xfrm>
                <a:off x="10063368" y="318744"/>
                <a:ext cx="39960" cy="500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16172C2F-2C42-CF7E-0CC7-A84B469EED2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0054728" y="310104"/>
                  <a:ext cx="576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0E9574AF-F4B6-5AD8-C92B-7DC084EF7D80}"/>
                    </a:ext>
                  </a:extLst>
                </p14:cNvPr>
                <p14:cNvContentPartPr/>
                <p14:nvPr/>
              </p14:nvContentPartPr>
              <p14:xfrm>
                <a:off x="10142928" y="324144"/>
                <a:ext cx="144000" cy="810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0E9574AF-F4B6-5AD8-C92B-7DC084EF7D8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0133928" y="315504"/>
                  <a:ext cx="16164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891C21A7-EB3E-E01D-8AA7-57E28318E3B2}"/>
                    </a:ext>
                  </a:extLst>
                </p14:cNvPr>
                <p14:cNvContentPartPr/>
                <p14:nvPr/>
              </p14:nvContentPartPr>
              <p14:xfrm>
                <a:off x="10253448" y="226584"/>
                <a:ext cx="31320" cy="39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891C21A7-EB3E-E01D-8AA7-57E28318E3B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244808" y="217584"/>
                  <a:ext cx="48960" cy="2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819155-7D1B-E403-1ACB-ACE0B16722B6}"/>
                  </a:ext>
                </a:extLst>
              </p14:cNvPr>
              <p14:cNvContentPartPr/>
              <p14:nvPr/>
            </p14:nvContentPartPr>
            <p14:xfrm>
              <a:off x="10661328" y="255384"/>
              <a:ext cx="318960" cy="12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819155-7D1B-E403-1ACB-ACE0B16722B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10652688" y="246384"/>
                <a:ext cx="336600" cy="141480"/>
              </a:xfrm>
              <a:prstGeom prst="rect">
                <a:avLst/>
              </a:prstGeom>
            </p:spPr>
          </p:pic>
        </mc:Fallback>
      </mc:AlternateContent>
      <p:grpSp>
        <p:nvGrpSpPr>
          <p:cNvPr id="45" name="Group 44">
            <a:extLst>
              <a:ext uri="{FF2B5EF4-FFF2-40B4-BE49-F238E27FC236}">
                <a16:creationId xmlns:a16="http://schemas.microsoft.com/office/drawing/2014/main" id="{939DCF10-C1A7-7C96-E29E-A78785FE5A38}"/>
              </a:ext>
            </a:extLst>
          </p:cNvPr>
          <p:cNvGrpSpPr/>
          <p:nvPr/>
        </p:nvGrpSpPr>
        <p:grpSpPr>
          <a:xfrm>
            <a:off x="2824128" y="652104"/>
            <a:ext cx="1929600" cy="623160"/>
            <a:chOff x="2824128" y="652104"/>
            <a:chExt cx="1929600" cy="62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095D7974-C6DD-CE67-9D03-15E6AA4A2A96}"/>
                    </a:ext>
                  </a:extLst>
                </p14:cNvPr>
                <p14:cNvContentPartPr/>
                <p14:nvPr/>
              </p14:nvContentPartPr>
              <p14:xfrm>
                <a:off x="2824128" y="753264"/>
                <a:ext cx="226080" cy="5220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095D7974-C6DD-CE67-9D03-15E6AA4A2A9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815128" y="744264"/>
                  <a:ext cx="24372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AF3F4B5C-D32F-0EF7-77B1-0AAB3718FB30}"/>
                    </a:ext>
                  </a:extLst>
                </p14:cNvPr>
                <p14:cNvContentPartPr/>
                <p14:nvPr/>
              </p14:nvContentPartPr>
              <p14:xfrm>
                <a:off x="3207168" y="657504"/>
                <a:ext cx="454320" cy="2203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AF3F4B5C-D32F-0EF7-77B1-0AAB3718FB3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198168" y="648864"/>
                  <a:ext cx="47196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EA42BC66-A30F-3D51-28FA-719C412B8CD7}"/>
                    </a:ext>
                  </a:extLst>
                </p14:cNvPr>
                <p14:cNvContentPartPr/>
                <p14:nvPr/>
              </p14:nvContentPartPr>
              <p14:xfrm>
                <a:off x="3699648" y="750744"/>
                <a:ext cx="38160" cy="201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EA42BC66-A30F-3D51-28FA-719C412B8CD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691008" y="742104"/>
                  <a:ext cx="558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C74F731F-6ECA-898E-3F2D-C7ABC66478B3}"/>
                    </a:ext>
                  </a:extLst>
                </p14:cNvPr>
                <p14:cNvContentPartPr/>
                <p14:nvPr/>
              </p14:nvContentPartPr>
              <p14:xfrm>
                <a:off x="3584088" y="665064"/>
                <a:ext cx="118440" cy="277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C74F731F-6ECA-898E-3F2D-C7ABC66478B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575088" y="656064"/>
                  <a:ext cx="13608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5729DF67-CC70-9661-1FCB-A750823D23FA}"/>
                    </a:ext>
                  </a:extLst>
                </p14:cNvPr>
                <p14:cNvContentPartPr/>
                <p14:nvPr/>
              </p14:nvContentPartPr>
              <p14:xfrm>
                <a:off x="3793608" y="780264"/>
                <a:ext cx="190440" cy="885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5729DF67-CC70-9661-1FCB-A750823D23FA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784608" y="771624"/>
                  <a:ext cx="20808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97C73639-E9CC-0282-E134-484AFFC614D2}"/>
                    </a:ext>
                  </a:extLst>
                </p14:cNvPr>
                <p14:cNvContentPartPr/>
                <p14:nvPr/>
              </p14:nvContentPartPr>
              <p14:xfrm>
                <a:off x="4018608" y="774864"/>
                <a:ext cx="5040" cy="115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97C73639-E9CC-0282-E134-484AFFC614D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009608" y="765864"/>
                  <a:ext cx="2268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0ED5954E-61C5-BC23-6918-805E856AA8BB}"/>
                    </a:ext>
                  </a:extLst>
                </p14:cNvPr>
                <p14:cNvContentPartPr/>
                <p14:nvPr/>
              </p14:nvContentPartPr>
              <p14:xfrm>
                <a:off x="4053888" y="792864"/>
                <a:ext cx="124560" cy="1929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0ED5954E-61C5-BC23-6918-805E856AA8B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045248" y="784224"/>
                  <a:ext cx="1422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00623885-2EF5-8AC5-A193-6EC4931E9A15}"/>
                    </a:ext>
                  </a:extLst>
                </p14:cNvPr>
                <p14:cNvContentPartPr/>
                <p14:nvPr/>
              </p14:nvContentPartPr>
              <p14:xfrm>
                <a:off x="4274928" y="652104"/>
                <a:ext cx="395640" cy="1882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00623885-2EF5-8AC5-A193-6EC4931E9A1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265928" y="643104"/>
                  <a:ext cx="4132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FD2A862E-C4FA-0A2A-6531-9B7A645B5D2A}"/>
                    </a:ext>
                  </a:extLst>
                </p14:cNvPr>
                <p14:cNvContentPartPr/>
                <p14:nvPr/>
              </p14:nvContentPartPr>
              <p14:xfrm>
                <a:off x="4715568" y="711864"/>
                <a:ext cx="38160" cy="133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FD2A862E-C4FA-0A2A-6531-9B7A645B5D2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706928" y="702864"/>
                  <a:ext cx="55800" cy="30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309D3D9-4EE7-1073-F237-CAB6C017BA72}"/>
                  </a:ext>
                </a:extLst>
              </p14:cNvPr>
              <p14:cNvContentPartPr/>
              <p14:nvPr/>
            </p14:nvContentPartPr>
            <p14:xfrm>
              <a:off x="5388408" y="686664"/>
              <a:ext cx="48600" cy="18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309D3D9-4EE7-1073-F237-CAB6C017BA72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379768" y="677664"/>
                <a:ext cx="66240" cy="3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7D21791-3810-7428-F4CC-689258BB2958}"/>
                  </a:ext>
                </a:extLst>
              </p14:cNvPr>
              <p14:cNvContentPartPr/>
              <p14:nvPr/>
            </p14:nvContentPartPr>
            <p14:xfrm>
              <a:off x="5847048" y="782424"/>
              <a:ext cx="93600" cy="30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7D21791-3810-7428-F4CC-689258BB295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838408" y="773784"/>
                <a:ext cx="111240" cy="47880"/>
              </a:xfrm>
              <a:prstGeom prst="rect">
                <a:avLst/>
              </a:prstGeom>
            </p:spPr>
          </p:pic>
        </mc:Fallback>
      </mc:AlternateContent>
      <p:grpSp>
        <p:nvGrpSpPr>
          <p:cNvPr id="60" name="Group 59">
            <a:extLst>
              <a:ext uri="{FF2B5EF4-FFF2-40B4-BE49-F238E27FC236}">
                <a16:creationId xmlns:a16="http://schemas.microsoft.com/office/drawing/2014/main" id="{7FD3699D-536A-52F1-1B92-ADE2F5307EDB}"/>
              </a:ext>
            </a:extLst>
          </p:cNvPr>
          <p:cNvGrpSpPr/>
          <p:nvPr/>
        </p:nvGrpSpPr>
        <p:grpSpPr>
          <a:xfrm>
            <a:off x="6235488" y="582264"/>
            <a:ext cx="1569240" cy="496440"/>
            <a:chOff x="6235488" y="582264"/>
            <a:chExt cx="1569240" cy="49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BB0D1B4-796F-8C77-409C-6A74BA4D9F92}"/>
                    </a:ext>
                  </a:extLst>
                </p14:cNvPr>
                <p14:cNvContentPartPr/>
                <p14:nvPr/>
              </p14:nvContentPartPr>
              <p14:xfrm>
                <a:off x="6235488" y="764784"/>
                <a:ext cx="186840" cy="3139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BB0D1B4-796F-8C77-409C-6A74BA4D9F9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226488" y="755784"/>
                  <a:ext cx="20448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90B789F6-324E-ED7B-DA08-78297794A416}"/>
                    </a:ext>
                  </a:extLst>
                </p14:cNvPr>
                <p14:cNvContentPartPr/>
                <p14:nvPr/>
              </p14:nvContentPartPr>
              <p14:xfrm>
                <a:off x="6544368" y="582264"/>
                <a:ext cx="440640" cy="2610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90B789F6-324E-ED7B-DA08-78297794A41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535368" y="573624"/>
                  <a:ext cx="45828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72C0CEC6-115E-6E4D-E014-782D2672E48B}"/>
                    </a:ext>
                  </a:extLst>
                </p14:cNvPr>
                <p14:cNvContentPartPr/>
                <p14:nvPr/>
              </p14:nvContentPartPr>
              <p14:xfrm>
                <a:off x="7038288" y="737424"/>
                <a:ext cx="16920" cy="158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72C0CEC6-115E-6E4D-E014-782D2672E48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029288" y="728424"/>
                  <a:ext cx="345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90894BB3-F31D-7408-5517-CC13B1224D4C}"/>
                    </a:ext>
                  </a:extLst>
                </p14:cNvPr>
                <p14:cNvContentPartPr/>
                <p14:nvPr/>
              </p14:nvContentPartPr>
              <p14:xfrm>
                <a:off x="6935328" y="642024"/>
                <a:ext cx="50400" cy="115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90894BB3-F31D-7408-5517-CC13B1224D4C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926688" y="633384"/>
                  <a:ext cx="6804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8DA59B31-73CB-D9BA-D494-3A659B6B4095}"/>
                    </a:ext>
                  </a:extLst>
                </p14:cNvPr>
                <p14:cNvContentPartPr/>
                <p14:nvPr/>
              </p14:nvContentPartPr>
              <p14:xfrm>
                <a:off x="6930648" y="764424"/>
                <a:ext cx="125640" cy="990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8DA59B31-73CB-D9BA-D494-3A659B6B409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921648" y="755784"/>
                  <a:ext cx="14328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8DA51A07-1F7B-5B42-17B1-3781AABD77C1}"/>
                    </a:ext>
                  </a:extLst>
                </p14:cNvPr>
                <p14:cNvContentPartPr/>
                <p14:nvPr/>
              </p14:nvContentPartPr>
              <p14:xfrm>
                <a:off x="7092648" y="729864"/>
                <a:ext cx="360" cy="46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8DA51A07-1F7B-5B42-17B1-3781AABD77C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084008" y="720864"/>
                  <a:ext cx="180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C28752BF-D359-5BBF-FA05-E3C4F2DA6AC7}"/>
                    </a:ext>
                  </a:extLst>
                </p14:cNvPr>
                <p14:cNvContentPartPr/>
                <p14:nvPr/>
              </p14:nvContentPartPr>
              <p14:xfrm>
                <a:off x="7134048" y="721584"/>
                <a:ext cx="357840" cy="1396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C28752BF-D359-5BBF-FA05-E3C4F2DA6AC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125048" y="712944"/>
                  <a:ext cx="3754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0080FE1C-39F0-8224-7709-758D4FC5D0AB}"/>
                    </a:ext>
                  </a:extLst>
                </p14:cNvPr>
                <p14:cNvContentPartPr/>
                <p14:nvPr/>
              </p14:nvContentPartPr>
              <p14:xfrm>
                <a:off x="7562088" y="786024"/>
                <a:ext cx="242640" cy="716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0080FE1C-39F0-8224-7709-758D4FC5D0A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553448" y="777024"/>
                  <a:ext cx="260280" cy="8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9BF39701-04EF-96A3-7471-AE28027D4C16}"/>
              </a:ext>
            </a:extLst>
          </p:cNvPr>
          <p:cNvGrpSpPr/>
          <p:nvPr/>
        </p:nvGrpSpPr>
        <p:grpSpPr>
          <a:xfrm>
            <a:off x="8416728" y="493344"/>
            <a:ext cx="560520" cy="631440"/>
            <a:chOff x="8416728" y="493344"/>
            <a:chExt cx="560520" cy="63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7C4BA371-2BCB-2F67-8FA7-48ED7EA1FBF2}"/>
                    </a:ext>
                  </a:extLst>
                </p14:cNvPr>
                <p14:cNvContentPartPr/>
                <p14:nvPr/>
              </p14:nvContentPartPr>
              <p14:xfrm>
                <a:off x="8416728" y="493344"/>
                <a:ext cx="384120" cy="6314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7C4BA371-2BCB-2F67-8FA7-48ED7EA1FBF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407728" y="484344"/>
                  <a:ext cx="401760" cy="64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3C9ABF07-DA3B-0B89-6417-98126F07412E}"/>
                    </a:ext>
                  </a:extLst>
                </p14:cNvPr>
                <p14:cNvContentPartPr/>
                <p14:nvPr/>
              </p14:nvContentPartPr>
              <p14:xfrm>
                <a:off x="8858808" y="826344"/>
                <a:ext cx="118440" cy="482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3C9ABF07-DA3B-0B89-6417-98126F07412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850168" y="817344"/>
                  <a:ext cx="1360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2A9F2A5A-9A7A-58AD-27EA-801E3699D892}"/>
                    </a:ext>
                  </a:extLst>
                </p14:cNvPr>
                <p14:cNvContentPartPr/>
                <p14:nvPr/>
              </p14:nvContentPartPr>
              <p14:xfrm>
                <a:off x="8806968" y="689544"/>
                <a:ext cx="145440" cy="298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2A9F2A5A-9A7A-58AD-27EA-801E3699D89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797968" y="680904"/>
                  <a:ext cx="163080" cy="47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2038342-B7B3-F0E1-410B-3A723EBDA5F2}"/>
                  </a:ext>
                </a:extLst>
              </p14:cNvPr>
              <p14:cNvContentPartPr/>
              <p14:nvPr/>
            </p14:nvContentPartPr>
            <p14:xfrm>
              <a:off x="9317448" y="750744"/>
              <a:ext cx="276480" cy="35604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2038342-B7B3-F0E1-410B-3A723EBDA5F2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9308448" y="742104"/>
                <a:ext cx="294120" cy="373680"/>
              </a:xfrm>
              <a:prstGeom prst="rect">
                <a:avLst/>
              </a:prstGeom>
            </p:spPr>
          </p:pic>
        </mc:Fallback>
      </mc:AlternateContent>
      <p:grpSp>
        <p:nvGrpSpPr>
          <p:cNvPr id="68" name="Group 67">
            <a:extLst>
              <a:ext uri="{FF2B5EF4-FFF2-40B4-BE49-F238E27FC236}">
                <a16:creationId xmlns:a16="http://schemas.microsoft.com/office/drawing/2014/main" id="{40EDA740-6090-695E-9E00-CF3ECA6B4525}"/>
              </a:ext>
            </a:extLst>
          </p:cNvPr>
          <p:cNvGrpSpPr/>
          <p:nvPr/>
        </p:nvGrpSpPr>
        <p:grpSpPr>
          <a:xfrm>
            <a:off x="9922248" y="739944"/>
            <a:ext cx="801000" cy="146160"/>
            <a:chOff x="9922248" y="739944"/>
            <a:chExt cx="801000" cy="14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1329D752-E182-A286-8591-41B83375C463}"/>
                    </a:ext>
                  </a:extLst>
                </p14:cNvPr>
                <p14:cNvContentPartPr/>
                <p14:nvPr/>
              </p14:nvContentPartPr>
              <p14:xfrm>
                <a:off x="9922248" y="791784"/>
                <a:ext cx="263520" cy="910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1329D752-E182-A286-8591-41B83375C46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913608" y="782784"/>
                  <a:ext cx="28116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21CDD9AC-11B8-FC13-A16B-A165CD568223}"/>
                    </a:ext>
                  </a:extLst>
                </p14:cNvPr>
                <p14:cNvContentPartPr/>
                <p14:nvPr/>
              </p14:nvContentPartPr>
              <p14:xfrm>
                <a:off x="10233648" y="739944"/>
                <a:ext cx="302040" cy="1461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21CDD9AC-11B8-FC13-A16B-A165CD56822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225008" y="730944"/>
                  <a:ext cx="3196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BB00868-4BE4-6ACF-CA01-E86DD7007225}"/>
                    </a:ext>
                  </a:extLst>
                </p14:cNvPr>
                <p14:cNvContentPartPr/>
                <p14:nvPr/>
              </p14:nvContentPartPr>
              <p14:xfrm>
                <a:off x="10498968" y="808344"/>
                <a:ext cx="224280" cy="576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BB00868-4BE4-6ACF-CA01-E86DD700722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489968" y="799344"/>
                  <a:ext cx="241920" cy="7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D2D5FA6-39C1-0886-2B25-34361FBB8912}"/>
                  </a:ext>
                </a:extLst>
              </p14:cNvPr>
              <p14:cNvContentPartPr/>
              <p14:nvPr/>
            </p14:nvContentPartPr>
            <p14:xfrm>
              <a:off x="1600128" y="1459224"/>
              <a:ext cx="410760" cy="408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D2D5FA6-39C1-0886-2B25-34361FBB8912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591128" y="1450584"/>
                <a:ext cx="42840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4A362E3-57F1-9FCC-116E-DD7E44D60235}"/>
                  </a:ext>
                </a:extLst>
              </p14:cNvPr>
              <p14:cNvContentPartPr/>
              <p14:nvPr/>
            </p14:nvContentPartPr>
            <p14:xfrm>
              <a:off x="2288448" y="1588464"/>
              <a:ext cx="95760" cy="151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4A362E3-57F1-9FCC-116E-DD7E44D6023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279448" y="1579464"/>
                <a:ext cx="113400" cy="32760"/>
              </a:xfrm>
              <a:prstGeom prst="rect">
                <a:avLst/>
              </a:prstGeom>
            </p:spPr>
          </p:pic>
        </mc:Fallback>
      </mc:AlternateContent>
      <p:grpSp>
        <p:nvGrpSpPr>
          <p:cNvPr id="81" name="Group 80">
            <a:extLst>
              <a:ext uri="{FF2B5EF4-FFF2-40B4-BE49-F238E27FC236}">
                <a16:creationId xmlns:a16="http://schemas.microsoft.com/office/drawing/2014/main" id="{1EFA54F3-95CE-2CB9-FDF5-EB595FF36DDD}"/>
              </a:ext>
            </a:extLst>
          </p:cNvPr>
          <p:cNvGrpSpPr/>
          <p:nvPr/>
        </p:nvGrpSpPr>
        <p:grpSpPr>
          <a:xfrm>
            <a:off x="2810448" y="1301904"/>
            <a:ext cx="2358720" cy="387000"/>
            <a:chOff x="2810448" y="1301904"/>
            <a:chExt cx="2358720" cy="38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A5D55BFA-C691-F64D-738F-B8640EC88B7C}"/>
                    </a:ext>
                  </a:extLst>
                </p14:cNvPr>
                <p14:cNvContentPartPr/>
                <p14:nvPr/>
              </p14:nvContentPartPr>
              <p14:xfrm>
                <a:off x="2810448" y="1301904"/>
                <a:ext cx="342000" cy="3870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A5D55BFA-C691-F64D-738F-B8640EC88B7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801448" y="1292904"/>
                  <a:ext cx="35964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D8EAA190-39C8-3C25-44E1-A5A55EB7DA02}"/>
                    </a:ext>
                  </a:extLst>
                </p14:cNvPr>
                <p14:cNvContentPartPr/>
                <p14:nvPr/>
              </p14:nvContentPartPr>
              <p14:xfrm>
                <a:off x="2921328" y="1516104"/>
                <a:ext cx="411840" cy="507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D8EAA190-39C8-3C25-44E1-A5A55EB7DA0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912328" y="1507464"/>
                  <a:ext cx="4294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B411BD0A-62F0-2971-F9E5-5A7A5E988DEF}"/>
                    </a:ext>
                  </a:extLst>
                </p14:cNvPr>
                <p14:cNvContentPartPr/>
                <p14:nvPr/>
              </p14:nvContentPartPr>
              <p14:xfrm>
                <a:off x="3545208" y="1462464"/>
                <a:ext cx="354600" cy="1717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B411BD0A-62F0-2971-F9E5-5A7A5E988DE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536568" y="1453824"/>
                  <a:ext cx="3722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A17AC637-8533-461E-7203-F46AF6BEAF7B}"/>
                    </a:ext>
                  </a:extLst>
                </p14:cNvPr>
                <p14:cNvContentPartPr/>
                <p14:nvPr/>
              </p14:nvContentPartPr>
              <p14:xfrm>
                <a:off x="3944088" y="1542744"/>
                <a:ext cx="248760" cy="662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A17AC637-8533-461E-7203-F46AF6BEAF7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935088" y="1534104"/>
                  <a:ext cx="2664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EC1AD1DB-F0DF-183D-ACED-948CE63D76B0}"/>
                    </a:ext>
                  </a:extLst>
                </p14:cNvPr>
                <p14:cNvContentPartPr/>
                <p14:nvPr/>
              </p14:nvContentPartPr>
              <p14:xfrm>
                <a:off x="4257288" y="1541664"/>
                <a:ext cx="544320" cy="601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EC1AD1DB-F0DF-183D-ACED-948CE63D76B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248288" y="1533024"/>
                  <a:ext cx="5619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94922A9C-A694-56A0-BFAA-AEBDB5309AB1}"/>
                    </a:ext>
                  </a:extLst>
                </p14:cNvPr>
                <p14:cNvContentPartPr/>
                <p14:nvPr/>
              </p14:nvContentPartPr>
              <p14:xfrm>
                <a:off x="4783968" y="1512504"/>
                <a:ext cx="141120" cy="874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94922A9C-A694-56A0-BFAA-AEBDB5309AB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775328" y="1503864"/>
                  <a:ext cx="15876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11D44147-5560-365D-3C7B-CCF479D7A652}"/>
                    </a:ext>
                  </a:extLst>
                </p14:cNvPr>
                <p14:cNvContentPartPr/>
                <p14:nvPr/>
              </p14:nvContentPartPr>
              <p14:xfrm>
                <a:off x="4964688" y="1470024"/>
                <a:ext cx="8640" cy="370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11D44147-5560-365D-3C7B-CCF479D7A65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956048" y="1461024"/>
                  <a:ext cx="262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FBCB5DA6-A16C-0142-C2C1-E0916CA8F200}"/>
                    </a:ext>
                  </a:extLst>
                </p14:cNvPr>
                <p14:cNvContentPartPr/>
                <p14:nvPr/>
              </p14:nvContentPartPr>
              <p14:xfrm>
                <a:off x="5005368" y="1424304"/>
                <a:ext cx="163800" cy="1731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FBCB5DA6-A16C-0142-C2C1-E0916CA8F20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996368" y="1415664"/>
                  <a:ext cx="181440" cy="19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EABA1347-8CB4-803A-B3DF-AF16D793A84F}"/>
              </a:ext>
            </a:extLst>
          </p:cNvPr>
          <p:cNvGrpSpPr/>
          <p:nvPr/>
        </p:nvGrpSpPr>
        <p:grpSpPr>
          <a:xfrm>
            <a:off x="5618448" y="1323864"/>
            <a:ext cx="1566720" cy="365040"/>
            <a:chOff x="5618448" y="1323864"/>
            <a:chExt cx="1566720" cy="36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02840BD4-E527-6468-37EA-EE0E0D889558}"/>
                    </a:ext>
                  </a:extLst>
                </p14:cNvPr>
                <p14:cNvContentPartPr/>
                <p14:nvPr/>
              </p14:nvContentPartPr>
              <p14:xfrm>
                <a:off x="5618448" y="1323864"/>
                <a:ext cx="371520" cy="3650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02840BD4-E527-6468-37EA-EE0E0D88955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609808" y="1314864"/>
                  <a:ext cx="38916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87A03E60-E236-B4A7-18D5-0916F9B6464C}"/>
                    </a:ext>
                  </a:extLst>
                </p14:cNvPr>
                <p14:cNvContentPartPr/>
                <p14:nvPr/>
              </p14:nvContentPartPr>
              <p14:xfrm>
                <a:off x="6065208" y="1539144"/>
                <a:ext cx="367920" cy="716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87A03E60-E236-B4A7-18D5-0916F9B6464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056568" y="1530504"/>
                  <a:ext cx="38556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721CF02D-23B4-2884-8E19-6E4FEA62D392}"/>
                    </a:ext>
                  </a:extLst>
                </p14:cNvPr>
                <p14:cNvContentPartPr/>
                <p14:nvPr/>
              </p14:nvContentPartPr>
              <p14:xfrm>
                <a:off x="6541128" y="1540944"/>
                <a:ext cx="68400" cy="421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721CF02D-23B4-2884-8E19-6E4FEA62D39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532488" y="1531944"/>
                  <a:ext cx="8604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6D1B1B8-C240-BD0F-9EDB-90FFC27DE6C5}"/>
                    </a:ext>
                  </a:extLst>
                </p14:cNvPr>
                <p14:cNvContentPartPr/>
                <p14:nvPr/>
              </p14:nvContentPartPr>
              <p14:xfrm>
                <a:off x="6662808" y="1334304"/>
                <a:ext cx="183600" cy="2552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6D1B1B8-C240-BD0F-9EDB-90FFC27DE6C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653808" y="1325664"/>
                  <a:ext cx="20124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6B142A1D-F074-A3AC-9661-E705223450C0}"/>
                    </a:ext>
                  </a:extLst>
                </p14:cNvPr>
                <p14:cNvContentPartPr/>
                <p14:nvPr/>
              </p14:nvContentPartPr>
              <p14:xfrm>
                <a:off x="6867288" y="1525464"/>
                <a:ext cx="6840" cy="252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6B142A1D-F074-A3AC-9661-E705223450C0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858648" y="1516464"/>
                  <a:ext cx="244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7F3D4084-C9C1-40D5-70A2-22FEF9150DB3}"/>
                    </a:ext>
                  </a:extLst>
                </p14:cNvPr>
                <p14:cNvContentPartPr/>
                <p14:nvPr/>
              </p14:nvContentPartPr>
              <p14:xfrm>
                <a:off x="6903648" y="1516464"/>
                <a:ext cx="142560" cy="615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7F3D4084-C9C1-40D5-70A2-22FEF9150DB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894648" y="1507464"/>
                  <a:ext cx="16020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8EB0ED21-FCF6-BB27-0C99-ADD2C8B504C0}"/>
                    </a:ext>
                  </a:extLst>
                </p14:cNvPr>
                <p14:cNvContentPartPr/>
                <p14:nvPr/>
              </p14:nvContentPartPr>
              <p14:xfrm>
                <a:off x="7067808" y="1448784"/>
                <a:ext cx="117360" cy="241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8EB0ED21-FCF6-BB27-0C99-ADD2C8B504C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058808" y="1440144"/>
                  <a:ext cx="1350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7916D717-B738-C058-264A-BA31AEDCBCA7}"/>
                    </a:ext>
                  </a:extLst>
                </p14:cNvPr>
                <p14:cNvContentPartPr/>
                <p14:nvPr/>
              </p14:nvContentPartPr>
              <p14:xfrm>
                <a:off x="6114528" y="1325664"/>
                <a:ext cx="366840" cy="190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7916D717-B738-C058-264A-BA31AEDCBCA7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105888" y="1317024"/>
                  <a:ext cx="3844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81937F0B-A079-5BB6-0050-0B4E824C98D5}"/>
                    </a:ext>
                  </a:extLst>
                </p14:cNvPr>
                <p14:cNvContentPartPr/>
                <p14:nvPr/>
              </p14:nvContentPartPr>
              <p14:xfrm>
                <a:off x="7029648" y="1558584"/>
                <a:ext cx="128520" cy="349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81937F0B-A079-5BB6-0050-0B4E824C98D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021008" y="1549584"/>
                  <a:ext cx="14616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9507FF27-5012-F20E-476E-4395E148259C}"/>
              </a:ext>
            </a:extLst>
          </p:cNvPr>
          <p:cNvGrpSpPr/>
          <p:nvPr/>
        </p:nvGrpSpPr>
        <p:grpSpPr>
          <a:xfrm>
            <a:off x="7756128" y="1332144"/>
            <a:ext cx="663120" cy="269280"/>
            <a:chOff x="7756128" y="1332144"/>
            <a:chExt cx="663120" cy="26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3F56CBD7-1965-31EE-5C8C-DE429D8E3273}"/>
                    </a:ext>
                  </a:extLst>
                </p14:cNvPr>
                <p14:cNvContentPartPr/>
                <p14:nvPr/>
              </p14:nvContentPartPr>
              <p14:xfrm>
                <a:off x="7756128" y="1439424"/>
                <a:ext cx="160200" cy="1620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3F56CBD7-1965-31EE-5C8C-DE429D8E327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747488" y="1430784"/>
                  <a:ext cx="1778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C1C3E79D-057A-5D3E-2514-63238CA98FE2}"/>
                    </a:ext>
                  </a:extLst>
                </p14:cNvPr>
                <p14:cNvContentPartPr/>
                <p14:nvPr/>
              </p14:nvContentPartPr>
              <p14:xfrm>
                <a:off x="7995168" y="1332144"/>
                <a:ext cx="424080" cy="2556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C1C3E79D-057A-5D3E-2514-63238CA98FE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986528" y="1323144"/>
                  <a:ext cx="441720" cy="27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4B57920B-C738-5B90-D026-EDF2F8F75226}"/>
              </a:ext>
            </a:extLst>
          </p:cNvPr>
          <p:cNvGrpSpPr/>
          <p:nvPr/>
        </p:nvGrpSpPr>
        <p:grpSpPr>
          <a:xfrm>
            <a:off x="8857728" y="1283544"/>
            <a:ext cx="585720" cy="301680"/>
            <a:chOff x="8857728" y="1283544"/>
            <a:chExt cx="585720" cy="30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C7FCDBF5-AAC5-229D-E984-97D60F93501E}"/>
                    </a:ext>
                  </a:extLst>
                </p14:cNvPr>
                <p14:cNvContentPartPr/>
                <p14:nvPr/>
              </p14:nvContentPartPr>
              <p14:xfrm>
                <a:off x="8857728" y="1283544"/>
                <a:ext cx="182520" cy="3016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C7FCDBF5-AAC5-229D-E984-97D60F93501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849088" y="1274904"/>
                  <a:ext cx="20016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4F1659F-D27B-141A-E17A-75C36E40FC60}"/>
                    </a:ext>
                  </a:extLst>
                </p14:cNvPr>
                <p14:cNvContentPartPr/>
                <p14:nvPr/>
              </p14:nvContentPartPr>
              <p14:xfrm>
                <a:off x="9080568" y="1463904"/>
                <a:ext cx="4680" cy="320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4F1659F-D27B-141A-E17A-75C36E40FC6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71928" y="1455264"/>
                  <a:ext cx="223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5770FC05-093F-046C-365E-A00FF35F9C06}"/>
                    </a:ext>
                  </a:extLst>
                </p14:cNvPr>
                <p14:cNvContentPartPr/>
                <p14:nvPr/>
              </p14:nvContentPartPr>
              <p14:xfrm>
                <a:off x="9148248" y="1390464"/>
                <a:ext cx="295200" cy="1908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5770FC05-093F-046C-365E-A00FF35F9C0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139248" y="1381824"/>
                  <a:ext cx="31284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80970537-CA0D-6E6B-A364-4494B88C7D8F}"/>
              </a:ext>
            </a:extLst>
          </p:cNvPr>
          <p:cNvGrpSpPr/>
          <p:nvPr/>
        </p:nvGrpSpPr>
        <p:grpSpPr>
          <a:xfrm>
            <a:off x="9825048" y="1234224"/>
            <a:ext cx="1035000" cy="624240"/>
            <a:chOff x="9825048" y="1234224"/>
            <a:chExt cx="1035000" cy="62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C2CB59FA-C10B-9A4D-F143-61B8207CDD92}"/>
                    </a:ext>
                  </a:extLst>
                </p14:cNvPr>
                <p14:cNvContentPartPr/>
                <p14:nvPr/>
              </p14:nvContentPartPr>
              <p14:xfrm>
                <a:off x="9836208" y="1305864"/>
                <a:ext cx="93960" cy="2368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C2CB59FA-C10B-9A4D-F143-61B8207CDD9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827208" y="1297224"/>
                  <a:ext cx="11160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02016C86-4612-BFD8-18B4-EC6CD13CE973}"/>
                    </a:ext>
                  </a:extLst>
                </p14:cNvPr>
                <p14:cNvContentPartPr/>
                <p14:nvPr/>
              </p14:nvContentPartPr>
              <p14:xfrm>
                <a:off x="10072368" y="1429704"/>
                <a:ext cx="115560" cy="975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02016C86-4612-BFD8-18B4-EC6CD13CE97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063368" y="1421064"/>
                  <a:ext cx="1332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6D4C7E8-FEFA-E013-45FE-E7740899B2D5}"/>
                    </a:ext>
                  </a:extLst>
                </p14:cNvPr>
                <p14:cNvContentPartPr/>
                <p14:nvPr/>
              </p14:nvContentPartPr>
              <p14:xfrm>
                <a:off x="10147608" y="1435104"/>
                <a:ext cx="291960" cy="3456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6D4C7E8-FEFA-E013-45FE-E7740899B2D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138968" y="1426464"/>
                  <a:ext cx="309600" cy="3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A891410A-D593-D037-97C6-1243900B80FD}"/>
                    </a:ext>
                  </a:extLst>
                </p14:cNvPr>
                <p14:cNvContentPartPr/>
                <p14:nvPr/>
              </p14:nvContentPartPr>
              <p14:xfrm>
                <a:off x="10600128" y="1234224"/>
                <a:ext cx="259920" cy="6242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A891410A-D593-D037-97C6-1243900B80F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591128" y="1225584"/>
                  <a:ext cx="277560" cy="64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665443B-84C1-22CC-78F0-F03152B919D9}"/>
                    </a:ext>
                  </a:extLst>
                </p14:cNvPr>
                <p14:cNvContentPartPr/>
                <p14:nvPr/>
              </p14:nvContentPartPr>
              <p14:xfrm>
                <a:off x="9825048" y="1282464"/>
                <a:ext cx="160200" cy="2898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665443B-84C1-22CC-78F0-F03152B919D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816048" y="1273824"/>
                  <a:ext cx="17784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6BF75918-E875-DC93-0220-7D52EC0C9E95}"/>
                    </a:ext>
                  </a:extLst>
                </p14:cNvPr>
                <p14:cNvContentPartPr/>
                <p14:nvPr/>
              </p14:nvContentPartPr>
              <p14:xfrm>
                <a:off x="9850968" y="1292184"/>
                <a:ext cx="133200" cy="2916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6BF75918-E875-DC93-0220-7D52EC0C9E9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842328" y="1283544"/>
                  <a:ext cx="15084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3519A6C-1C80-06B2-4157-EDCD7D145C80}"/>
                    </a:ext>
                  </a:extLst>
                </p14:cNvPr>
                <p14:cNvContentPartPr/>
                <p14:nvPr/>
              </p14:nvContentPartPr>
              <p14:xfrm>
                <a:off x="10063008" y="1439784"/>
                <a:ext cx="163080" cy="1396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3519A6C-1C80-06B2-4157-EDCD7D145C8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054008" y="1430784"/>
                  <a:ext cx="1807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38FA80AC-EC14-B559-696D-C9EE2012756E}"/>
                    </a:ext>
                  </a:extLst>
                </p14:cNvPr>
                <p14:cNvContentPartPr/>
                <p14:nvPr/>
              </p14:nvContentPartPr>
              <p14:xfrm>
                <a:off x="10144008" y="1429704"/>
                <a:ext cx="226080" cy="35532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38FA80AC-EC14-B559-696D-C9EE2012756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135008" y="1421064"/>
                  <a:ext cx="243720" cy="37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B1C6E467-5F35-3C5E-FBE9-25121BC53A9E}"/>
              </a:ext>
            </a:extLst>
          </p:cNvPr>
          <p:cNvGrpSpPr/>
          <p:nvPr/>
        </p:nvGrpSpPr>
        <p:grpSpPr>
          <a:xfrm>
            <a:off x="10778688" y="1378224"/>
            <a:ext cx="402120" cy="302040"/>
            <a:chOff x="10778688" y="1378224"/>
            <a:chExt cx="402120" cy="30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CEF4C4C6-6895-248C-CA66-40A834C2712E}"/>
                    </a:ext>
                  </a:extLst>
                </p14:cNvPr>
                <p14:cNvContentPartPr/>
                <p14:nvPr/>
              </p14:nvContentPartPr>
              <p14:xfrm>
                <a:off x="10778688" y="1379664"/>
                <a:ext cx="88560" cy="3006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CEF4C4C6-6895-248C-CA66-40A834C2712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769688" y="1370664"/>
                  <a:ext cx="10620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1E080100-94A3-45F0-C01A-C42B172E7B25}"/>
                    </a:ext>
                  </a:extLst>
                </p14:cNvPr>
                <p14:cNvContentPartPr/>
                <p14:nvPr/>
              </p14:nvContentPartPr>
              <p14:xfrm>
                <a:off x="10840248" y="1378224"/>
                <a:ext cx="340560" cy="2707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1E080100-94A3-45F0-C01A-C42B172E7B2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831248" y="1369224"/>
                  <a:ext cx="358200" cy="28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857F6F53-0FDA-5DA5-0923-6300DA26A00F}"/>
              </a:ext>
            </a:extLst>
          </p:cNvPr>
          <p:cNvGrpSpPr/>
          <p:nvPr/>
        </p:nvGrpSpPr>
        <p:grpSpPr>
          <a:xfrm>
            <a:off x="3203208" y="2017584"/>
            <a:ext cx="659520" cy="155880"/>
            <a:chOff x="3203208" y="2017584"/>
            <a:chExt cx="659520" cy="15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01F0755D-C6E8-FBEF-9AE1-A090F2195281}"/>
                    </a:ext>
                  </a:extLst>
                </p14:cNvPr>
                <p14:cNvContentPartPr/>
                <p14:nvPr/>
              </p14:nvContentPartPr>
              <p14:xfrm>
                <a:off x="3203208" y="2035224"/>
                <a:ext cx="255240" cy="1382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01F0755D-C6E8-FBEF-9AE1-A090F219528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194568" y="2026224"/>
                  <a:ext cx="2728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3E9972B3-9D43-0529-BA02-C90D0DE79747}"/>
                    </a:ext>
                  </a:extLst>
                </p14:cNvPr>
                <p14:cNvContentPartPr/>
                <p14:nvPr/>
              </p14:nvContentPartPr>
              <p14:xfrm>
                <a:off x="3526848" y="2017584"/>
                <a:ext cx="247320" cy="1177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3E9972B3-9D43-0529-BA02-C90D0DE7974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517848" y="2008584"/>
                  <a:ext cx="2649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2836009C-B9C7-FA75-0CD1-DB4F2B7F679E}"/>
                    </a:ext>
                  </a:extLst>
                </p14:cNvPr>
                <p14:cNvContentPartPr/>
                <p14:nvPr/>
              </p14:nvContentPartPr>
              <p14:xfrm>
                <a:off x="3816648" y="2052864"/>
                <a:ext cx="46080" cy="226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2836009C-B9C7-FA75-0CD1-DB4F2B7F679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808008" y="2043864"/>
                  <a:ext cx="6372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F071110D-4A86-8C9E-53F3-40DFDF199130}"/>
              </a:ext>
            </a:extLst>
          </p:cNvPr>
          <p:cNvGrpSpPr/>
          <p:nvPr/>
        </p:nvGrpSpPr>
        <p:grpSpPr>
          <a:xfrm>
            <a:off x="4307328" y="1823904"/>
            <a:ext cx="811440" cy="597240"/>
            <a:chOff x="4307328" y="1823904"/>
            <a:chExt cx="811440" cy="59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3BF9FD82-CA72-6F5F-CD9A-9AF3B1BE32FB}"/>
                    </a:ext>
                  </a:extLst>
                </p14:cNvPr>
                <p14:cNvContentPartPr/>
                <p14:nvPr/>
              </p14:nvContentPartPr>
              <p14:xfrm>
                <a:off x="4357368" y="1823904"/>
                <a:ext cx="179280" cy="5972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3BF9FD82-CA72-6F5F-CD9A-9AF3B1BE32F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348368" y="1814904"/>
                  <a:ext cx="196920" cy="61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DDC3991-4A86-7662-2CD4-A1B056099962}"/>
                    </a:ext>
                  </a:extLst>
                </p14:cNvPr>
                <p14:cNvContentPartPr/>
                <p14:nvPr/>
              </p14:nvContentPartPr>
              <p14:xfrm>
                <a:off x="4307328" y="2105784"/>
                <a:ext cx="461880" cy="1386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DDC3991-4A86-7662-2CD4-A1B05609996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298688" y="2097144"/>
                  <a:ext cx="4795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BC4B3323-0649-880B-8DB5-BECDA8ED0CD6}"/>
                    </a:ext>
                  </a:extLst>
                </p14:cNvPr>
                <p14:cNvContentPartPr/>
                <p14:nvPr/>
              </p14:nvContentPartPr>
              <p14:xfrm>
                <a:off x="4844088" y="2098944"/>
                <a:ext cx="175680" cy="594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BC4B3323-0649-880B-8DB5-BECDA8ED0CD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835448" y="2090304"/>
                  <a:ext cx="19332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591D5426-10F0-7DAB-4FA2-812E946C411E}"/>
                    </a:ext>
                  </a:extLst>
                </p14:cNvPr>
                <p14:cNvContentPartPr/>
                <p14:nvPr/>
              </p14:nvContentPartPr>
              <p14:xfrm>
                <a:off x="5112648" y="2109024"/>
                <a:ext cx="6120" cy="97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591D5426-10F0-7DAB-4FA2-812E946C411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104008" y="2100024"/>
                  <a:ext cx="2376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C3E8CC4D-7C3D-488A-D37C-417EDF19EC74}"/>
              </a:ext>
            </a:extLst>
          </p:cNvPr>
          <p:cNvGrpSpPr/>
          <p:nvPr/>
        </p:nvGrpSpPr>
        <p:grpSpPr>
          <a:xfrm>
            <a:off x="5524848" y="1850904"/>
            <a:ext cx="349560" cy="363240"/>
            <a:chOff x="5524848" y="1850904"/>
            <a:chExt cx="349560" cy="36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9B435D70-BD05-E594-030E-E10298CF49B9}"/>
                    </a:ext>
                  </a:extLst>
                </p14:cNvPr>
                <p14:cNvContentPartPr/>
                <p14:nvPr/>
              </p14:nvContentPartPr>
              <p14:xfrm>
                <a:off x="5524848" y="1918584"/>
                <a:ext cx="39240" cy="2955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9B435D70-BD05-E594-030E-E10298CF49B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515848" y="1909584"/>
                  <a:ext cx="5688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FE19F24C-7291-6D6C-353F-9BD4B3328DE3}"/>
                    </a:ext>
                  </a:extLst>
                </p14:cNvPr>
                <p14:cNvContentPartPr/>
                <p14:nvPr/>
              </p14:nvContentPartPr>
              <p14:xfrm>
                <a:off x="5588928" y="1850904"/>
                <a:ext cx="285480" cy="3153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FE19F24C-7291-6D6C-353F-9BD4B3328DE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580288" y="1842264"/>
                  <a:ext cx="303120" cy="33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236C3993-3A32-A3BE-AEB1-2EE6163365F8}"/>
              </a:ext>
            </a:extLst>
          </p:cNvPr>
          <p:cNvGrpSpPr/>
          <p:nvPr/>
        </p:nvGrpSpPr>
        <p:grpSpPr>
          <a:xfrm>
            <a:off x="6189048" y="1895184"/>
            <a:ext cx="1597680" cy="454320"/>
            <a:chOff x="6189048" y="1895184"/>
            <a:chExt cx="1597680" cy="45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265D76D9-498E-FADE-BBD1-85A77E15970B}"/>
                    </a:ext>
                  </a:extLst>
                </p14:cNvPr>
                <p14:cNvContentPartPr/>
                <p14:nvPr/>
              </p14:nvContentPartPr>
              <p14:xfrm>
                <a:off x="6189048" y="1979784"/>
                <a:ext cx="178200" cy="3697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265D76D9-498E-FADE-BBD1-85A77E15970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180408" y="1971144"/>
                  <a:ext cx="19584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D94E8725-8ED6-B3B9-B316-EAE4AAD1FB9B}"/>
                    </a:ext>
                  </a:extLst>
                </p14:cNvPr>
                <p14:cNvContentPartPr/>
                <p14:nvPr/>
              </p14:nvContentPartPr>
              <p14:xfrm>
                <a:off x="6405048" y="2010744"/>
                <a:ext cx="460800" cy="1278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D94E8725-8ED6-B3B9-B316-EAE4AAD1FB9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396048" y="2001744"/>
                  <a:ext cx="47844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DFD88AD7-EFA1-BD06-DEBF-378324B18C4E}"/>
                    </a:ext>
                  </a:extLst>
                </p14:cNvPr>
                <p14:cNvContentPartPr/>
                <p14:nvPr/>
              </p14:nvContentPartPr>
              <p14:xfrm>
                <a:off x="6931368" y="2004264"/>
                <a:ext cx="163080" cy="3362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DFD88AD7-EFA1-BD06-DEBF-378324B18C4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922368" y="1995624"/>
                  <a:ext cx="18072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5CDE9E11-2B0E-0BCB-5947-9FD7534BFF2C}"/>
                    </a:ext>
                  </a:extLst>
                </p14:cNvPr>
                <p14:cNvContentPartPr/>
                <p14:nvPr/>
              </p14:nvContentPartPr>
              <p14:xfrm>
                <a:off x="7122888" y="2103984"/>
                <a:ext cx="85680" cy="489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5CDE9E11-2B0E-0BCB-5947-9FD7534BFF2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114248" y="2094984"/>
                  <a:ext cx="1033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75DB8147-F1D0-D850-BD5B-0320BD92A036}"/>
                    </a:ext>
                  </a:extLst>
                </p14:cNvPr>
                <p14:cNvContentPartPr/>
                <p14:nvPr/>
              </p14:nvContentPartPr>
              <p14:xfrm>
                <a:off x="7309728" y="1895184"/>
                <a:ext cx="191160" cy="2520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75DB8147-F1D0-D850-BD5B-0320BD92A03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301088" y="1886544"/>
                  <a:ext cx="20880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E0ADC485-D839-0FFB-55DE-FFA67D1C4F9A}"/>
                    </a:ext>
                  </a:extLst>
                </p14:cNvPr>
                <p14:cNvContentPartPr/>
                <p14:nvPr/>
              </p14:nvContentPartPr>
              <p14:xfrm>
                <a:off x="7519968" y="2062584"/>
                <a:ext cx="3240" cy="291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E0ADC485-D839-0FFB-55DE-FFA67D1C4F9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511328" y="2053944"/>
                  <a:ext cx="208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3376BA71-1EDB-49CB-60DA-6A1E2566CABE}"/>
                    </a:ext>
                  </a:extLst>
                </p14:cNvPr>
                <p14:cNvContentPartPr/>
                <p14:nvPr/>
              </p14:nvContentPartPr>
              <p14:xfrm>
                <a:off x="7594488" y="2057544"/>
                <a:ext cx="192240" cy="648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3376BA71-1EDB-49CB-60DA-6A1E2566CAB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585488" y="2048544"/>
                  <a:ext cx="20988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67BC9D61-9226-3D64-A298-9B98703FC605}"/>
                    </a:ext>
                  </a:extLst>
                </p14:cNvPr>
                <p14:cNvContentPartPr/>
                <p14:nvPr/>
              </p14:nvContentPartPr>
              <p14:xfrm>
                <a:off x="7708608" y="1996704"/>
                <a:ext cx="38160" cy="136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67BC9D61-9226-3D64-A298-9B98703FC60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699608" y="1988064"/>
                  <a:ext cx="55800" cy="3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A7A91FD3-8845-2104-B807-3630E4D3C695}"/>
                  </a:ext>
                </a:extLst>
              </p14:cNvPr>
              <p14:cNvContentPartPr/>
              <p14:nvPr/>
            </p14:nvContentPartPr>
            <p14:xfrm>
              <a:off x="8203608" y="1921104"/>
              <a:ext cx="282600" cy="43236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A7A91FD3-8845-2104-B807-3630E4D3C695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8194968" y="1912464"/>
                <a:ext cx="300240" cy="450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62A33E4-F501-D798-F1F1-C1785F4F4AFF}"/>
              </a:ext>
            </a:extLst>
          </p:cNvPr>
          <p:cNvGrpSpPr/>
          <p:nvPr/>
        </p:nvGrpSpPr>
        <p:grpSpPr>
          <a:xfrm>
            <a:off x="8795088" y="1878624"/>
            <a:ext cx="401040" cy="320040"/>
            <a:chOff x="8795088" y="1878624"/>
            <a:chExt cx="401040" cy="32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F6462238-5150-6E1D-1425-C29B4A7B3926}"/>
                    </a:ext>
                  </a:extLst>
                </p14:cNvPr>
                <p14:cNvContentPartPr/>
                <p14:nvPr/>
              </p14:nvContentPartPr>
              <p14:xfrm>
                <a:off x="8795088" y="1934784"/>
                <a:ext cx="26640" cy="2638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F6462238-5150-6E1D-1425-C29B4A7B3926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786448" y="1925784"/>
                  <a:ext cx="4428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E7052229-BC9A-416B-58BA-E6F343D1E343}"/>
                    </a:ext>
                  </a:extLst>
                </p14:cNvPr>
                <p14:cNvContentPartPr/>
                <p14:nvPr/>
              </p14:nvContentPartPr>
              <p14:xfrm>
                <a:off x="8888328" y="1878624"/>
                <a:ext cx="307800" cy="2768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E7052229-BC9A-416B-58BA-E6F343D1E343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879688" y="1869624"/>
                  <a:ext cx="32544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A72851F0-EF93-58EF-0AC9-55D9EE0E5A56}"/>
              </a:ext>
            </a:extLst>
          </p:cNvPr>
          <p:cNvGrpSpPr/>
          <p:nvPr/>
        </p:nvGrpSpPr>
        <p:grpSpPr>
          <a:xfrm>
            <a:off x="9485928" y="1911384"/>
            <a:ext cx="1068120" cy="470160"/>
            <a:chOff x="9485928" y="1911384"/>
            <a:chExt cx="1068120" cy="47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9587551C-6037-15BC-4C8D-95738398EE6C}"/>
                    </a:ext>
                  </a:extLst>
                </p14:cNvPr>
                <p14:cNvContentPartPr/>
                <p14:nvPr/>
              </p14:nvContentPartPr>
              <p14:xfrm>
                <a:off x="9485928" y="1911384"/>
                <a:ext cx="97200" cy="2502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9587551C-6037-15BC-4C8D-95738398EE6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476928" y="1902384"/>
                  <a:ext cx="11484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3548CF0-EB0C-D70F-1257-CF45BE8A465D}"/>
                    </a:ext>
                  </a:extLst>
                </p14:cNvPr>
                <p14:cNvContentPartPr/>
                <p14:nvPr/>
              </p14:nvContentPartPr>
              <p14:xfrm>
                <a:off x="9689328" y="2039184"/>
                <a:ext cx="103680" cy="781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3548CF0-EB0C-D70F-1257-CF45BE8A465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680328" y="2030544"/>
                  <a:ext cx="12132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1D9F59EC-9DB8-AFDE-C860-E337BE02EE34}"/>
                    </a:ext>
                  </a:extLst>
                </p14:cNvPr>
                <p14:cNvContentPartPr/>
                <p14:nvPr/>
              </p14:nvContentPartPr>
              <p14:xfrm>
                <a:off x="9879768" y="2042784"/>
                <a:ext cx="471960" cy="3373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1D9F59EC-9DB8-AFDE-C860-E337BE02EE34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870768" y="2033784"/>
                  <a:ext cx="489600" cy="3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0CF42724-4724-2729-C436-7DB4B7F9BACD}"/>
                    </a:ext>
                  </a:extLst>
                </p14:cNvPr>
                <p14:cNvContentPartPr/>
                <p14:nvPr/>
              </p14:nvContentPartPr>
              <p14:xfrm>
                <a:off x="10241208" y="2029824"/>
                <a:ext cx="312840" cy="3517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0CF42724-4724-2729-C436-7DB4B7F9BAC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232208" y="2021184"/>
                  <a:ext cx="330480" cy="36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D5F75689-265A-18D6-B58E-2E32BAB6E2B2}"/>
              </a:ext>
            </a:extLst>
          </p:cNvPr>
          <p:cNvGrpSpPr/>
          <p:nvPr/>
        </p:nvGrpSpPr>
        <p:grpSpPr>
          <a:xfrm>
            <a:off x="9732168" y="1762704"/>
            <a:ext cx="598680" cy="69480"/>
            <a:chOff x="9732168" y="1762704"/>
            <a:chExt cx="598680" cy="6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9E6D83C5-B187-9CE6-708C-788A8E2F2096}"/>
                    </a:ext>
                  </a:extLst>
                </p14:cNvPr>
                <p14:cNvContentPartPr/>
                <p14:nvPr/>
              </p14:nvContentPartPr>
              <p14:xfrm>
                <a:off x="9732168" y="1762704"/>
                <a:ext cx="548640" cy="374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9E6D83C5-B187-9CE6-708C-788A8E2F209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723168" y="1753704"/>
                  <a:ext cx="56628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5D295BE7-9596-E200-060E-DB4DAEF6406B}"/>
                    </a:ext>
                  </a:extLst>
                </p14:cNvPr>
                <p14:cNvContentPartPr/>
                <p14:nvPr/>
              </p14:nvContentPartPr>
              <p14:xfrm>
                <a:off x="9740808" y="1798344"/>
                <a:ext cx="590040" cy="338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5D295BE7-9596-E200-060E-DB4DAEF6406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731808" y="1789704"/>
                  <a:ext cx="607680" cy="5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0466C11-753D-2401-08AD-04BA77ECAAC3}"/>
              </a:ext>
            </a:extLst>
          </p:cNvPr>
          <p:cNvGrpSpPr/>
          <p:nvPr/>
        </p:nvGrpSpPr>
        <p:grpSpPr>
          <a:xfrm>
            <a:off x="3048408" y="2709144"/>
            <a:ext cx="818280" cy="347400"/>
            <a:chOff x="3048408" y="2709144"/>
            <a:chExt cx="818280" cy="34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4CB01424-DF67-701E-D618-966D5CF833A7}"/>
                    </a:ext>
                  </a:extLst>
                </p14:cNvPr>
                <p14:cNvContentPartPr/>
                <p14:nvPr/>
              </p14:nvContentPartPr>
              <p14:xfrm>
                <a:off x="3689568" y="2709144"/>
                <a:ext cx="17280" cy="57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4CB01424-DF67-701E-D618-966D5CF833A7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680928" y="2700504"/>
                  <a:ext cx="349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B05452B1-9195-373F-F7A3-371F282A6CF4}"/>
                    </a:ext>
                  </a:extLst>
                </p14:cNvPr>
                <p14:cNvContentPartPr/>
                <p14:nvPr/>
              </p14:nvContentPartPr>
              <p14:xfrm>
                <a:off x="3048408" y="2723904"/>
                <a:ext cx="241560" cy="3326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B05452B1-9195-373F-F7A3-371F282A6CF4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039408" y="2715264"/>
                  <a:ext cx="25920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CE47DE15-1342-C7CA-E891-28DD3321184E}"/>
                    </a:ext>
                  </a:extLst>
                </p14:cNvPr>
                <p14:cNvContentPartPr/>
                <p14:nvPr/>
              </p14:nvContentPartPr>
              <p14:xfrm>
                <a:off x="3430368" y="2746944"/>
                <a:ext cx="436320" cy="2120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CE47DE15-1342-C7CA-E891-28DD3321184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421368" y="2738304"/>
                  <a:ext cx="453960" cy="22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E53A0035-C5B4-1B38-4EBC-0C235F8385B0}"/>
              </a:ext>
            </a:extLst>
          </p:cNvPr>
          <p:cNvGrpSpPr/>
          <p:nvPr/>
        </p:nvGrpSpPr>
        <p:grpSpPr>
          <a:xfrm>
            <a:off x="4169088" y="2419344"/>
            <a:ext cx="935280" cy="680040"/>
            <a:chOff x="4169088" y="2419344"/>
            <a:chExt cx="935280" cy="68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47F4FE2A-CECE-E6A3-D55D-06BDA385197D}"/>
                    </a:ext>
                  </a:extLst>
                </p14:cNvPr>
                <p14:cNvContentPartPr/>
                <p14:nvPr/>
              </p14:nvContentPartPr>
              <p14:xfrm>
                <a:off x="4169088" y="2579904"/>
                <a:ext cx="255240" cy="5194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47F4FE2A-CECE-E6A3-D55D-06BDA385197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160448" y="2571264"/>
                  <a:ext cx="27288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D0829BF9-5615-8E8C-92B0-BEC468A92310}"/>
                    </a:ext>
                  </a:extLst>
                </p14:cNvPr>
                <p14:cNvContentPartPr/>
                <p14:nvPr/>
              </p14:nvContentPartPr>
              <p14:xfrm>
                <a:off x="4631328" y="2419344"/>
                <a:ext cx="176040" cy="5058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D0829BF9-5615-8E8C-92B0-BEC468A9231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622328" y="2410344"/>
                  <a:ext cx="19368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DF70FFFA-FB46-C952-DF57-64F02BC6D781}"/>
                    </a:ext>
                  </a:extLst>
                </p14:cNvPr>
                <p14:cNvContentPartPr/>
                <p14:nvPr/>
              </p14:nvContentPartPr>
              <p14:xfrm>
                <a:off x="4527648" y="2738664"/>
                <a:ext cx="306720" cy="1328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DF70FFFA-FB46-C952-DF57-64F02BC6D78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518648" y="2730024"/>
                  <a:ext cx="3243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709BA2F0-1CDD-E05A-DFFF-4F9A16DCAE43}"/>
                    </a:ext>
                  </a:extLst>
                </p14:cNvPr>
                <p14:cNvContentPartPr/>
                <p14:nvPr/>
              </p14:nvContentPartPr>
              <p14:xfrm>
                <a:off x="4894488" y="2797344"/>
                <a:ext cx="132480" cy="338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709BA2F0-1CDD-E05A-DFFF-4F9A16DCAE4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885848" y="2788344"/>
                  <a:ext cx="1501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BCE89692-54BC-BD9B-07AC-827BCA44AA12}"/>
                    </a:ext>
                  </a:extLst>
                </p14:cNvPr>
                <p14:cNvContentPartPr/>
                <p14:nvPr/>
              </p14:nvContentPartPr>
              <p14:xfrm>
                <a:off x="5102928" y="2809224"/>
                <a:ext cx="1440" cy="72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BCE89692-54BC-BD9B-07AC-827BCA44AA1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094288" y="2800584"/>
                  <a:ext cx="1908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BA88033D-D5CB-8EB9-8A9E-446EE0907F48}"/>
              </a:ext>
            </a:extLst>
          </p:cNvPr>
          <p:cNvGrpSpPr/>
          <p:nvPr/>
        </p:nvGrpSpPr>
        <p:grpSpPr>
          <a:xfrm>
            <a:off x="5459328" y="2650464"/>
            <a:ext cx="295560" cy="254880"/>
            <a:chOff x="5459328" y="2650464"/>
            <a:chExt cx="295560" cy="25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00532CC3-CB29-8D65-D43D-6853668788A4}"/>
                    </a:ext>
                  </a:extLst>
                </p14:cNvPr>
                <p14:cNvContentPartPr/>
                <p14:nvPr/>
              </p14:nvContentPartPr>
              <p14:xfrm>
                <a:off x="5459328" y="2760264"/>
                <a:ext cx="360" cy="3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00532CC3-CB29-8D65-D43D-6853668788A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450328" y="27512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ED7D8FCA-8B13-1FDF-E9A8-595966001F3B}"/>
                    </a:ext>
                  </a:extLst>
                </p14:cNvPr>
                <p14:cNvContentPartPr/>
                <p14:nvPr/>
              </p14:nvContentPartPr>
              <p14:xfrm>
                <a:off x="5478048" y="2688624"/>
                <a:ext cx="29160" cy="2167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ED7D8FCA-8B13-1FDF-E9A8-595966001F3B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469408" y="2679984"/>
                  <a:ext cx="468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CF3A808-E308-F8FE-AED8-7643FEF15F0D}"/>
                    </a:ext>
                  </a:extLst>
                </p14:cNvPr>
                <p14:cNvContentPartPr/>
                <p14:nvPr/>
              </p14:nvContentPartPr>
              <p14:xfrm>
                <a:off x="5542488" y="2650464"/>
                <a:ext cx="212400" cy="218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CF3A808-E308-F8FE-AED8-7643FEF15F0D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533488" y="2641824"/>
                  <a:ext cx="230040" cy="23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B48D26-3CD7-B652-B0E0-8ED14CC3E614}"/>
              </a:ext>
            </a:extLst>
          </p:cNvPr>
          <p:cNvGrpSpPr/>
          <p:nvPr/>
        </p:nvGrpSpPr>
        <p:grpSpPr>
          <a:xfrm>
            <a:off x="6099408" y="2632824"/>
            <a:ext cx="1740960" cy="438120"/>
            <a:chOff x="6099408" y="2632824"/>
            <a:chExt cx="1740960" cy="43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35C9550E-2041-8222-F1E2-3FE5BB9DBF9D}"/>
                    </a:ext>
                  </a:extLst>
                </p14:cNvPr>
                <p14:cNvContentPartPr/>
                <p14:nvPr/>
              </p14:nvContentPartPr>
              <p14:xfrm>
                <a:off x="6099408" y="2774304"/>
                <a:ext cx="141840" cy="2966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35C9550E-2041-8222-F1E2-3FE5BB9DBF9D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090408" y="2765664"/>
                  <a:ext cx="15948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204A99C1-A3AA-E31F-73D2-E6EBB8F1F790}"/>
                    </a:ext>
                  </a:extLst>
                </p14:cNvPr>
                <p14:cNvContentPartPr/>
                <p14:nvPr/>
              </p14:nvContentPartPr>
              <p14:xfrm>
                <a:off x="6310368" y="2795544"/>
                <a:ext cx="273960" cy="6012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204A99C1-A3AA-E31F-73D2-E6EBB8F1F790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6301368" y="2786904"/>
                  <a:ext cx="29160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65B78192-047F-A5C2-033D-1FB81344AEC2}"/>
                    </a:ext>
                  </a:extLst>
                </p14:cNvPr>
                <p14:cNvContentPartPr/>
                <p14:nvPr/>
              </p14:nvContentPartPr>
              <p14:xfrm>
                <a:off x="6623208" y="2779344"/>
                <a:ext cx="84960" cy="2314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65B78192-047F-A5C2-033D-1FB81344AEC2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614208" y="2770344"/>
                  <a:ext cx="10260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71B9A58C-C89E-7B64-E578-07124AAF6392}"/>
                    </a:ext>
                  </a:extLst>
                </p14:cNvPr>
                <p14:cNvContentPartPr/>
                <p14:nvPr/>
              </p14:nvContentPartPr>
              <p14:xfrm>
                <a:off x="6731568" y="2780424"/>
                <a:ext cx="50760" cy="385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71B9A58C-C89E-7B64-E578-07124AAF6392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6722568" y="2771784"/>
                  <a:ext cx="6840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782C37C6-DA2B-FA0B-5D48-F09A646B77F1}"/>
                    </a:ext>
                  </a:extLst>
                </p14:cNvPr>
                <p14:cNvContentPartPr/>
                <p14:nvPr/>
              </p14:nvContentPartPr>
              <p14:xfrm>
                <a:off x="6800328" y="2785824"/>
                <a:ext cx="78480" cy="525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782C37C6-DA2B-FA0B-5D48-F09A646B77F1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6791688" y="2776824"/>
                  <a:ext cx="9612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3E76A2CC-B637-EC15-3D18-8C8B8589371E}"/>
                    </a:ext>
                  </a:extLst>
                </p14:cNvPr>
                <p14:cNvContentPartPr/>
                <p14:nvPr/>
              </p14:nvContentPartPr>
              <p14:xfrm>
                <a:off x="6925608" y="2632824"/>
                <a:ext cx="273600" cy="2246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3E76A2CC-B637-EC15-3D18-8C8B8589371E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6916968" y="2624184"/>
                  <a:ext cx="2912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798E8D8A-2BBA-980D-FBEC-A33201FCAA47}"/>
                    </a:ext>
                  </a:extLst>
                </p14:cNvPr>
                <p14:cNvContentPartPr/>
                <p14:nvPr/>
              </p14:nvContentPartPr>
              <p14:xfrm>
                <a:off x="7243128" y="2758464"/>
                <a:ext cx="194760" cy="637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798E8D8A-2BBA-980D-FBEC-A33201FCAA47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7234128" y="2749464"/>
                  <a:ext cx="21240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81BF22D1-21B8-7E51-3FA4-C5EB278C02D1}"/>
                    </a:ext>
                  </a:extLst>
                </p14:cNvPr>
                <p14:cNvContentPartPr/>
                <p14:nvPr/>
              </p14:nvContentPartPr>
              <p14:xfrm>
                <a:off x="7427808" y="2698704"/>
                <a:ext cx="16920" cy="82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81BF22D1-21B8-7E51-3FA4-C5EB278C02D1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7418808" y="2690064"/>
                  <a:ext cx="345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3A152CEE-5C0C-E50B-51BB-DA162F8250B0}"/>
                    </a:ext>
                  </a:extLst>
                </p14:cNvPr>
                <p14:cNvContentPartPr/>
                <p14:nvPr/>
              </p14:nvContentPartPr>
              <p14:xfrm>
                <a:off x="7658208" y="2733624"/>
                <a:ext cx="182160" cy="2739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3A152CEE-5C0C-E50B-51BB-DA162F8250B0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7649208" y="2724624"/>
                  <a:ext cx="199800" cy="29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486314C-89E0-41CE-1265-928F946F1A7D}"/>
              </a:ext>
            </a:extLst>
          </p:cNvPr>
          <p:cNvGrpSpPr/>
          <p:nvPr/>
        </p:nvGrpSpPr>
        <p:grpSpPr>
          <a:xfrm>
            <a:off x="8289288" y="2616624"/>
            <a:ext cx="270360" cy="353520"/>
            <a:chOff x="8289288" y="2616624"/>
            <a:chExt cx="270360" cy="35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953B509D-A6AF-D1F2-5A50-E963B16D1D89}"/>
                    </a:ext>
                  </a:extLst>
                </p14:cNvPr>
                <p14:cNvContentPartPr/>
                <p14:nvPr/>
              </p14:nvContentPartPr>
              <p14:xfrm>
                <a:off x="8289288" y="2658744"/>
                <a:ext cx="106200" cy="3114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953B509D-A6AF-D1F2-5A50-E963B16D1D89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280288" y="2650104"/>
                  <a:ext cx="12384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FC91AC8C-684D-2701-FBB7-A456C59CF8C3}"/>
                    </a:ext>
                  </a:extLst>
                </p14:cNvPr>
                <p14:cNvContentPartPr/>
                <p14:nvPr/>
              </p14:nvContentPartPr>
              <p14:xfrm>
                <a:off x="8302248" y="2616624"/>
                <a:ext cx="257400" cy="32004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FC91AC8C-684D-2701-FBB7-A456C59CF8C3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293248" y="2607624"/>
                  <a:ext cx="275040" cy="33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E4B4910D-7555-7D38-0911-134F15DBFE4F}"/>
              </a:ext>
            </a:extLst>
          </p:cNvPr>
          <p:cNvGrpSpPr/>
          <p:nvPr/>
        </p:nvGrpSpPr>
        <p:grpSpPr>
          <a:xfrm>
            <a:off x="8864568" y="2673864"/>
            <a:ext cx="999000" cy="418320"/>
            <a:chOff x="8864568" y="2673864"/>
            <a:chExt cx="999000" cy="41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3886EA0A-EF72-3EC5-2160-FCA3274AE7FE}"/>
                    </a:ext>
                  </a:extLst>
                </p14:cNvPr>
                <p14:cNvContentPartPr/>
                <p14:nvPr/>
              </p14:nvContentPartPr>
              <p14:xfrm>
                <a:off x="8864568" y="2673864"/>
                <a:ext cx="821160" cy="2667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3886EA0A-EF72-3EC5-2160-FCA3274AE7FE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855928" y="2665224"/>
                  <a:ext cx="8388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34507719-BC7E-081D-9887-7371206A5A47}"/>
                    </a:ext>
                  </a:extLst>
                </p14:cNvPr>
                <p14:cNvContentPartPr/>
                <p14:nvPr/>
              </p14:nvContentPartPr>
              <p14:xfrm>
                <a:off x="9439128" y="2718144"/>
                <a:ext cx="424440" cy="3740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34507719-BC7E-081D-9887-7371206A5A47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9430128" y="2709144"/>
                  <a:ext cx="442080" cy="39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94D0CAC2-DC16-3F55-2207-8ECD58627F97}"/>
              </a:ext>
            </a:extLst>
          </p:cNvPr>
          <p:cNvGrpSpPr/>
          <p:nvPr/>
        </p:nvGrpSpPr>
        <p:grpSpPr>
          <a:xfrm>
            <a:off x="3332808" y="3352824"/>
            <a:ext cx="684720" cy="415440"/>
            <a:chOff x="3332808" y="3352824"/>
            <a:chExt cx="684720" cy="41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30086AB3-EBBA-6B88-DA64-FECF04880286}"/>
                    </a:ext>
                  </a:extLst>
                </p14:cNvPr>
                <p14:cNvContentPartPr/>
                <p14:nvPr/>
              </p14:nvContentPartPr>
              <p14:xfrm>
                <a:off x="3332808" y="3352824"/>
                <a:ext cx="159120" cy="3510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30086AB3-EBBA-6B88-DA64-FECF04880286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3324168" y="3343824"/>
                  <a:ext cx="17676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C3250230-F01A-CAD3-62F2-59CF6FD5689D}"/>
                    </a:ext>
                  </a:extLst>
                </p14:cNvPr>
                <p14:cNvContentPartPr/>
                <p14:nvPr/>
              </p14:nvContentPartPr>
              <p14:xfrm>
                <a:off x="3636648" y="3386664"/>
                <a:ext cx="380880" cy="3816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C3250230-F01A-CAD3-62F2-59CF6FD5689D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3627648" y="3378024"/>
                  <a:ext cx="398520" cy="399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744E12FB-3B34-22A6-B80F-324953384893}"/>
                  </a:ext>
                </a:extLst>
              </p14:cNvPr>
              <p14:cNvContentPartPr/>
              <p14:nvPr/>
            </p14:nvContentPartPr>
            <p14:xfrm>
              <a:off x="4335408" y="3355344"/>
              <a:ext cx="185760" cy="52308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744E12FB-3B34-22A6-B80F-324953384893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4326408" y="3346344"/>
                <a:ext cx="203400" cy="540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12" name="Group 211">
            <a:extLst>
              <a:ext uri="{FF2B5EF4-FFF2-40B4-BE49-F238E27FC236}">
                <a16:creationId xmlns:a16="http://schemas.microsoft.com/office/drawing/2014/main" id="{5D830856-701D-51A7-031C-25FEFD5EF475}"/>
              </a:ext>
            </a:extLst>
          </p:cNvPr>
          <p:cNvGrpSpPr/>
          <p:nvPr/>
        </p:nvGrpSpPr>
        <p:grpSpPr>
          <a:xfrm>
            <a:off x="4527648" y="3217104"/>
            <a:ext cx="1074600" cy="564840"/>
            <a:chOff x="4527648" y="3217104"/>
            <a:chExt cx="1074600" cy="56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81AFF53B-F920-DEA9-0237-A932D5FFF016}"/>
                    </a:ext>
                  </a:extLst>
                </p14:cNvPr>
                <p14:cNvContentPartPr/>
                <p14:nvPr/>
              </p14:nvContentPartPr>
              <p14:xfrm>
                <a:off x="4598208" y="3217104"/>
                <a:ext cx="210600" cy="5306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81AFF53B-F920-DEA9-0237-A932D5FFF016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589568" y="3208464"/>
                  <a:ext cx="228240" cy="54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A6973F75-D187-AA59-E456-8672343046C8}"/>
                    </a:ext>
                  </a:extLst>
                </p14:cNvPr>
                <p14:cNvContentPartPr/>
                <p14:nvPr/>
              </p14:nvContentPartPr>
              <p14:xfrm>
                <a:off x="4527648" y="3536064"/>
                <a:ext cx="305280" cy="885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A6973F75-D187-AA59-E456-8672343046C8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4518648" y="3527064"/>
                  <a:ext cx="3229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86800378-6CA7-DCC2-C7E0-1FB4F910BFBF}"/>
                    </a:ext>
                  </a:extLst>
                </p14:cNvPr>
                <p14:cNvContentPartPr/>
                <p14:nvPr/>
              </p14:nvContentPartPr>
              <p14:xfrm>
                <a:off x="4942008" y="3533904"/>
                <a:ext cx="342720" cy="756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86800378-6CA7-DCC2-C7E0-1FB4F910BFBF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4933008" y="3525264"/>
                  <a:ext cx="3603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E15A0429-145A-7B19-8328-6A2D3E4672CE}"/>
                    </a:ext>
                  </a:extLst>
                </p14:cNvPr>
                <p14:cNvContentPartPr/>
                <p14:nvPr/>
              </p14:nvContentPartPr>
              <p14:xfrm>
                <a:off x="5267448" y="3520944"/>
                <a:ext cx="43920" cy="651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E15A0429-145A-7B19-8328-6A2D3E4672CE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258808" y="3512304"/>
                  <a:ext cx="6156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34CC69F8-AEE2-8E42-5FD2-6A448E124F87}"/>
                    </a:ext>
                  </a:extLst>
                </p14:cNvPr>
                <p14:cNvContentPartPr/>
                <p14:nvPr/>
              </p14:nvContentPartPr>
              <p14:xfrm>
                <a:off x="5381568" y="3507624"/>
                <a:ext cx="89280" cy="1051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34CC69F8-AEE2-8E42-5FD2-6A448E124F87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372568" y="3498984"/>
                  <a:ext cx="10692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BF085F68-188B-525F-ECA6-4E422493F787}"/>
                    </a:ext>
                  </a:extLst>
                </p14:cNvPr>
                <p14:cNvContentPartPr/>
                <p14:nvPr/>
              </p14:nvContentPartPr>
              <p14:xfrm>
                <a:off x="5513328" y="3498624"/>
                <a:ext cx="88920" cy="2833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BF085F68-188B-525F-ECA6-4E422493F787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504688" y="3489624"/>
                  <a:ext cx="106560" cy="30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F91A2D1-29A3-47E3-26BC-39B34A4B4ABA}"/>
              </a:ext>
            </a:extLst>
          </p:cNvPr>
          <p:cNvGrpSpPr/>
          <p:nvPr/>
        </p:nvGrpSpPr>
        <p:grpSpPr>
          <a:xfrm>
            <a:off x="5989608" y="3609144"/>
            <a:ext cx="289440" cy="120600"/>
            <a:chOff x="5989608" y="3609144"/>
            <a:chExt cx="289440" cy="12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A9270F55-E5B1-3053-4FC5-A42B5137032D}"/>
                    </a:ext>
                  </a:extLst>
                </p14:cNvPr>
                <p14:cNvContentPartPr/>
                <p14:nvPr/>
              </p14:nvContentPartPr>
              <p14:xfrm>
                <a:off x="5989608" y="3609144"/>
                <a:ext cx="97920" cy="1206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A9270F55-E5B1-3053-4FC5-A42B5137032D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5980968" y="3600144"/>
                  <a:ext cx="1155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5E829067-DCE6-F57A-CF37-1E3358E70CBB}"/>
                    </a:ext>
                  </a:extLst>
                </p14:cNvPr>
                <p14:cNvContentPartPr/>
                <p14:nvPr/>
              </p14:nvContentPartPr>
              <p14:xfrm>
                <a:off x="6191208" y="3656664"/>
                <a:ext cx="87840" cy="5076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5E829067-DCE6-F57A-CF37-1E3358E70CBB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6182568" y="3647664"/>
                  <a:ext cx="105480" cy="6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D975C1BF-B27F-E16C-41F9-595176D98925}"/>
              </a:ext>
            </a:extLst>
          </p:cNvPr>
          <p:cNvGrpSpPr/>
          <p:nvPr/>
        </p:nvGrpSpPr>
        <p:grpSpPr>
          <a:xfrm>
            <a:off x="6782328" y="3569544"/>
            <a:ext cx="313920" cy="238680"/>
            <a:chOff x="6782328" y="3569544"/>
            <a:chExt cx="313920" cy="23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2260F4C2-E104-B5B4-9376-75D23E2630D5}"/>
                    </a:ext>
                  </a:extLst>
                </p14:cNvPr>
                <p14:cNvContentPartPr/>
                <p14:nvPr/>
              </p14:nvContentPartPr>
              <p14:xfrm>
                <a:off x="6782328" y="3569544"/>
                <a:ext cx="59400" cy="2386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2260F4C2-E104-B5B4-9376-75D23E2630D5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6773328" y="3560544"/>
                  <a:ext cx="770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85C033BB-09C3-4204-7ACE-86EAF8E4C54C}"/>
                    </a:ext>
                  </a:extLst>
                </p14:cNvPr>
                <p14:cNvContentPartPr/>
                <p14:nvPr/>
              </p14:nvContentPartPr>
              <p14:xfrm>
                <a:off x="6865128" y="3576024"/>
                <a:ext cx="231120" cy="21960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85C033BB-09C3-4204-7ACE-86EAF8E4C54C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6856488" y="3567384"/>
                  <a:ext cx="248760" cy="23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C9F6DD0B-7BAF-CE6A-8977-E0248F6D996E}"/>
              </a:ext>
            </a:extLst>
          </p:cNvPr>
          <p:cNvGrpSpPr/>
          <p:nvPr/>
        </p:nvGrpSpPr>
        <p:grpSpPr>
          <a:xfrm>
            <a:off x="7629768" y="3453624"/>
            <a:ext cx="1439280" cy="389880"/>
            <a:chOff x="7629768" y="3453624"/>
            <a:chExt cx="1439280" cy="38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841618C8-C492-598A-4DDF-F8703A3693A3}"/>
                    </a:ext>
                  </a:extLst>
                </p14:cNvPr>
                <p14:cNvContentPartPr/>
                <p14:nvPr/>
              </p14:nvContentPartPr>
              <p14:xfrm>
                <a:off x="7629768" y="3638304"/>
                <a:ext cx="504720" cy="936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841618C8-C492-598A-4DDF-F8703A3693A3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7621128" y="3629304"/>
                  <a:ext cx="5223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9C3F7947-BA82-9AC1-C8B0-0403EDD15322}"/>
                    </a:ext>
                  </a:extLst>
                </p14:cNvPr>
                <p14:cNvContentPartPr/>
                <p14:nvPr/>
              </p14:nvContentPartPr>
              <p14:xfrm>
                <a:off x="8207568" y="3626064"/>
                <a:ext cx="207000" cy="550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9C3F7947-BA82-9AC1-C8B0-0403EDD15322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8198568" y="3617064"/>
                  <a:ext cx="2246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58854E5D-8256-FDCD-F959-F64786897051}"/>
                    </a:ext>
                  </a:extLst>
                </p14:cNvPr>
                <p14:cNvContentPartPr/>
                <p14:nvPr/>
              </p14:nvContentPartPr>
              <p14:xfrm>
                <a:off x="8513208" y="3453624"/>
                <a:ext cx="47880" cy="2181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58854E5D-8256-FDCD-F959-F64786897051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8504568" y="3444984"/>
                  <a:ext cx="6552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D30D93A8-AAF5-808F-44B5-E705543BAF2F}"/>
                    </a:ext>
                  </a:extLst>
                </p14:cNvPr>
                <p14:cNvContentPartPr/>
                <p14:nvPr/>
              </p14:nvContentPartPr>
              <p14:xfrm>
                <a:off x="8513208" y="3571704"/>
                <a:ext cx="555840" cy="2718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D30D93A8-AAF5-808F-44B5-E705543BAF2F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8504568" y="3563064"/>
                  <a:ext cx="573480" cy="28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5ACC7858-23E2-FF01-BFB5-7DBFDED1D057}"/>
              </a:ext>
            </a:extLst>
          </p:cNvPr>
          <p:cNvGrpSpPr/>
          <p:nvPr/>
        </p:nvGrpSpPr>
        <p:grpSpPr>
          <a:xfrm>
            <a:off x="9376488" y="3458304"/>
            <a:ext cx="917280" cy="459360"/>
            <a:chOff x="9376488" y="3458304"/>
            <a:chExt cx="917280" cy="45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41111B47-4579-342E-3B80-B9E9F50C0039}"/>
                    </a:ext>
                  </a:extLst>
                </p14:cNvPr>
                <p14:cNvContentPartPr/>
                <p14:nvPr/>
              </p14:nvContentPartPr>
              <p14:xfrm>
                <a:off x="9376488" y="3458304"/>
                <a:ext cx="484200" cy="3002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41111B47-4579-342E-3B80-B9E9F50C0039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9367488" y="3449304"/>
                  <a:ext cx="50184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D5A31312-428C-E4D7-1A7F-53DFCCEC2E4E}"/>
                    </a:ext>
                  </a:extLst>
                </p14:cNvPr>
                <p14:cNvContentPartPr/>
                <p14:nvPr/>
              </p14:nvContentPartPr>
              <p14:xfrm>
                <a:off x="9922968" y="3479544"/>
                <a:ext cx="99360" cy="15624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D5A31312-428C-E4D7-1A7F-53DFCCEC2E4E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9914328" y="3470544"/>
                  <a:ext cx="1170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FEB89316-1711-ED32-850E-BB530C3E14FB}"/>
                    </a:ext>
                  </a:extLst>
                </p14:cNvPr>
                <p14:cNvContentPartPr/>
                <p14:nvPr/>
              </p14:nvContentPartPr>
              <p14:xfrm>
                <a:off x="10056168" y="3576744"/>
                <a:ext cx="79200" cy="147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FEB89316-1711-ED32-850E-BB530C3E14FB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10047528" y="3568104"/>
                  <a:ext cx="968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FFC786AC-D4F1-6A78-BEAC-E44BF382BAFE}"/>
                    </a:ext>
                  </a:extLst>
                </p14:cNvPr>
                <p14:cNvContentPartPr/>
                <p14:nvPr/>
              </p14:nvContentPartPr>
              <p14:xfrm>
                <a:off x="9891288" y="3463704"/>
                <a:ext cx="402480" cy="4539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FFC786AC-D4F1-6A78-BEAC-E44BF382BAFE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9882648" y="3454704"/>
                  <a:ext cx="420120" cy="47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15F8A8E2-3D52-56B8-2022-821256F7460A}"/>
              </a:ext>
            </a:extLst>
          </p:cNvPr>
          <p:cNvGrpSpPr/>
          <p:nvPr/>
        </p:nvGrpSpPr>
        <p:grpSpPr>
          <a:xfrm>
            <a:off x="2940768" y="3965544"/>
            <a:ext cx="1329480" cy="424800"/>
            <a:chOff x="2940768" y="3965544"/>
            <a:chExt cx="1329480" cy="42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9ACA63FE-9E89-940D-7954-1B3DE75D33A5}"/>
                    </a:ext>
                  </a:extLst>
                </p14:cNvPr>
                <p14:cNvContentPartPr/>
                <p14:nvPr/>
              </p14:nvContentPartPr>
              <p14:xfrm>
                <a:off x="2940768" y="4128984"/>
                <a:ext cx="37440" cy="2613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9ACA63FE-9E89-940D-7954-1B3DE75D33A5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2931768" y="4119984"/>
                  <a:ext cx="5508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E3D75D42-A65C-69B2-B156-5CF2807F49C2}"/>
                    </a:ext>
                  </a:extLst>
                </p14:cNvPr>
                <p14:cNvContentPartPr/>
                <p14:nvPr/>
              </p14:nvContentPartPr>
              <p14:xfrm>
                <a:off x="2943648" y="3965544"/>
                <a:ext cx="304560" cy="1994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E3D75D42-A65C-69B2-B156-5CF2807F49C2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2935008" y="3956904"/>
                  <a:ext cx="3222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2EADDDD7-1D8F-005B-4EF0-A42B31DE42D8}"/>
                    </a:ext>
                  </a:extLst>
                </p14:cNvPr>
                <p14:cNvContentPartPr/>
                <p14:nvPr/>
              </p14:nvContentPartPr>
              <p14:xfrm>
                <a:off x="3014208" y="4175424"/>
                <a:ext cx="219240" cy="925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2EADDDD7-1D8F-005B-4EF0-A42B31DE42D8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3005208" y="4166424"/>
                  <a:ext cx="23688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292286E0-3FC4-EA1D-9A9E-9953C8EC4B15}"/>
                    </a:ext>
                  </a:extLst>
                </p14:cNvPr>
                <p14:cNvContentPartPr/>
                <p14:nvPr/>
              </p14:nvContentPartPr>
              <p14:xfrm>
                <a:off x="3296808" y="4178664"/>
                <a:ext cx="159120" cy="1234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292286E0-3FC4-EA1D-9A9E-9953C8EC4B15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3288168" y="4169664"/>
                  <a:ext cx="17676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511FEC8E-B773-B165-3D33-0BD1FE07091C}"/>
                    </a:ext>
                  </a:extLst>
                </p14:cNvPr>
                <p14:cNvContentPartPr/>
                <p14:nvPr/>
              </p14:nvContentPartPr>
              <p14:xfrm>
                <a:off x="3541608" y="4184064"/>
                <a:ext cx="128880" cy="802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511FEC8E-B773-B165-3D33-0BD1FE07091C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3532968" y="4175424"/>
                  <a:ext cx="14652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9575218C-84EA-9E65-0FF4-C8FED9F63D82}"/>
                    </a:ext>
                  </a:extLst>
                </p14:cNvPr>
                <p14:cNvContentPartPr/>
                <p14:nvPr/>
              </p14:nvContentPartPr>
              <p14:xfrm>
                <a:off x="3723768" y="4195584"/>
                <a:ext cx="372600" cy="716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9575218C-84EA-9E65-0FF4-C8FED9F63D82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3714768" y="4186584"/>
                  <a:ext cx="39024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549631D2-5C88-68F6-B217-E8B1E9BDA5CF}"/>
                    </a:ext>
                  </a:extLst>
                </p14:cNvPr>
                <p14:cNvContentPartPr/>
                <p14:nvPr/>
              </p14:nvContentPartPr>
              <p14:xfrm>
                <a:off x="4195368" y="4238064"/>
                <a:ext cx="74880" cy="892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549631D2-5C88-68F6-B217-E8B1E9BDA5CF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4186368" y="4229424"/>
                  <a:ext cx="92520" cy="106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1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DFBFF8D0-4928-B8EA-D322-D53D35A26C55}"/>
                  </a:ext>
                </a:extLst>
              </p14:cNvPr>
              <p14:cNvContentPartPr/>
              <p14:nvPr/>
            </p14:nvContentPartPr>
            <p14:xfrm>
              <a:off x="4904208" y="4012344"/>
              <a:ext cx="649440" cy="30960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DFBFF8D0-4928-B8EA-D322-D53D35A26C55}"/>
                  </a:ext>
                </a:extLst>
              </p:cNvPr>
              <p:cNvPicPr/>
              <p:nvPr/>
            </p:nvPicPr>
            <p:blipFill>
              <a:blip r:embed="rId332"/>
              <a:stretch>
                <a:fillRect/>
              </a:stretch>
            </p:blipFill>
            <p:spPr>
              <a:xfrm>
                <a:off x="4895568" y="4003704"/>
                <a:ext cx="667080" cy="327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C1F1B3C-AC1B-2B9A-F3BA-7272548854D2}"/>
              </a:ext>
            </a:extLst>
          </p:cNvPr>
          <p:cNvGrpSpPr/>
          <p:nvPr/>
        </p:nvGrpSpPr>
        <p:grpSpPr>
          <a:xfrm>
            <a:off x="5952528" y="4036824"/>
            <a:ext cx="1419120" cy="400320"/>
            <a:chOff x="5952528" y="4036824"/>
            <a:chExt cx="1419120" cy="40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F4B1B558-0EA6-AA34-1168-4853981B1B0B}"/>
                    </a:ext>
                  </a:extLst>
                </p14:cNvPr>
                <p14:cNvContentPartPr/>
                <p14:nvPr/>
              </p14:nvContentPartPr>
              <p14:xfrm>
                <a:off x="5952528" y="4036824"/>
                <a:ext cx="516600" cy="4003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F4B1B558-0EA6-AA34-1168-4853981B1B0B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5943888" y="4028184"/>
                  <a:ext cx="53424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54279DA7-48BB-1B72-1E13-87F6AADD802C}"/>
                    </a:ext>
                  </a:extLst>
                </p14:cNvPr>
                <p14:cNvContentPartPr/>
                <p14:nvPr/>
              </p14:nvContentPartPr>
              <p14:xfrm>
                <a:off x="6565968" y="4235904"/>
                <a:ext cx="148320" cy="5904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54279DA7-48BB-1B72-1E13-87F6AADD802C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6557328" y="4227264"/>
                  <a:ext cx="16596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439C17FC-3E8E-CE76-1D31-1A02840298DF}"/>
                    </a:ext>
                  </a:extLst>
                </p14:cNvPr>
                <p14:cNvContentPartPr/>
                <p14:nvPr/>
              </p14:nvContentPartPr>
              <p14:xfrm>
                <a:off x="6761808" y="4042584"/>
                <a:ext cx="417240" cy="27504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439C17FC-3E8E-CE76-1D31-1A02840298DF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6753168" y="4033944"/>
                  <a:ext cx="43488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B831A419-D303-8AF3-A860-BB6EA4468E22}"/>
                    </a:ext>
                  </a:extLst>
                </p14:cNvPr>
                <p14:cNvContentPartPr/>
                <p14:nvPr/>
              </p14:nvContentPartPr>
              <p14:xfrm>
                <a:off x="7264728" y="4247784"/>
                <a:ext cx="106920" cy="442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B831A419-D303-8AF3-A860-BB6EA4468E22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7256088" y="4239144"/>
                  <a:ext cx="12456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61AFC3ED-CEB4-3100-8B32-B183E9A31BC1}"/>
                    </a:ext>
                  </a:extLst>
                </p14:cNvPr>
                <p14:cNvContentPartPr/>
                <p14:nvPr/>
              </p14:nvContentPartPr>
              <p14:xfrm>
                <a:off x="7026048" y="4050864"/>
                <a:ext cx="165240" cy="882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61AFC3ED-CEB4-3100-8B32-B183E9A31BC1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7017048" y="4042224"/>
                  <a:ext cx="182880" cy="10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43E365DF-54E4-1D7C-1683-F09E602FE195}"/>
              </a:ext>
            </a:extLst>
          </p:cNvPr>
          <p:cNvGrpSpPr/>
          <p:nvPr/>
        </p:nvGrpSpPr>
        <p:grpSpPr>
          <a:xfrm>
            <a:off x="7744248" y="4022424"/>
            <a:ext cx="844920" cy="302760"/>
            <a:chOff x="7744248" y="4022424"/>
            <a:chExt cx="844920" cy="30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71080B6D-5C1D-D20B-23A2-9E3C27144568}"/>
                    </a:ext>
                  </a:extLst>
                </p14:cNvPr>
                <p14:cNvContentPartPr/>
                <p14:nvPr/>
              </p14:nvContentPartPr>
              <p14:xfrm>
                <a:off x="7744248" y="4022424"/>
                <a:ext cx="675000" cy="3027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71080B6D-5C1D-D20B-23A2-9E3C27144568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7735608" y="4013424"/>
                  <a:ext cx="69264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30A1DF38-4970-6297-BCE6-DF777C0322FB}"/>
                    </a:ext>
                  </a:extLst>
                </p14:cNvPr>
                <p14:cNvContentPartPr/>
                <p14:nvPr/>
              </p14:nvContentPartPr>
              <p14:xfrm>
                <a:off x="8522208" y="4150944"/>
                <a:ext cx="66960" cy="1317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30A1DF38-4970-6297-BCE6-DF777C0322FB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8513568" y="4141944"/>
                  <a:ext cx="84600" cy="14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8A2FA951-7130-1439-B89B-E88D245C2825}"/>
              </a:ext>
            </a:extLst>
          </p:cNvPr>
          <p:cNvGrpSpPr/>
          <p:nvPr/>
        </p:nvGrpSpPr>
        <p:grpSpPr>
          <a:xfrm>
            <a:off x="9112248" y="3977424"/>
            <a:ext cx="968400" cy="441720"/>
            <a:chOff x="9112248" y="3977424"/>
            <a:chExt cx="968400" cy="4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04C66223-D054-1361-4810-EC06ABB7537F}"/>
                    </a:ext>
                  </a:extLst>
                </p14:cNvPr>
                <p14:cNvContentPartPr/>
                <p14:nvPr/>
              </p14:nvContentPartPr>
              <p14:xfrm>
                <a:off x="9112248" y="3977424"/>
                <a:ext cx="165240" cy="4417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04C66223-D054-1361-4810-EC06ABB7537F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9103248" y="3968784"/>
                  <a:ext cx="18288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35C3B277-AA6A-4137-DC1D-B87F8C662378}"/>
                    </a:ext>
                  </a:extLst>
                </p14:cNvPr>
                <p14:cNvContentPartPr/>
                <p14:nvPr/>
              </p14:nvContentPartPr>
              <p14:xfrm>
                <a:off x="9383688" y="4013064"/>
                <a:ext cx="239040" cy="27828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35C3B277-AA6A-4137-DC1D-B87F8C662378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9375048" y="4004064"/>
                  <a:ext cx="25668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44E27CF3-C9C6-E064-4B19-616CF87C5523}"/>
                    </a:ext>
                  </a:extLst>
                </p14:cNvPr>
                <p14:cNvContentPartPr/>
                <p14:nvPr/>
              </p14:nvContentPartPr>
              <p14:xfrm>
                <a:off x="9652968" y="4146264"/>
                <a:ext cx="9720" cy="338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44E27CF3-C9C6-E064-4B19-616CF87C5523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9643968" y="4137264"/>
                  <a:ext cx="273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72B9FABA-9F50-5AE5-5D62-5B17D6D23696}"/>
                    </a:ext>
                  </a:extLst>
                </p14:cNvPr>
                <p14:cNvContentPartPr/>
                <p14:nvPr/>
              </p14:nvContentPartPr>
              <p14:xfrm>
                <a:off x="9697968" y="4107744"/>
                <a:ext cx="234000" cy="17424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72B9FABA-9F50-5AE5-5D62-5B17D6D23696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9688968" y="4099104"/>
                  <a:ext cx="25164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9E52FD94-0A52-884D-F6F9-19EB5C52740C}"/>
                    </a:ext>
                  </a:extLst>
                </p14:cNvPr>
                <p14:cNvContentPartPr/>
                <p14:nvPr/>
              </p14:nvContentPartPr>
              <p14:xfrm>
                <a:off x="9912168" y="4193064"/>
                <a:ext cx="168480" cy="849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9E52FD94-0A52-884D-F6F9-19EB5C52740C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9903528" y="4184064"/>
                  <a:ext cx="186120" cy="10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5302A4A6-628E-EE5D-4A5D-E9CD8DAED3FD}"/>
              </a:ext>
            </a:extLst>
          </p:cNvPr>
          <p:cNvGrpSpPr/>
          <p:nvPr/>
        </p:nvGrpSpPr>
        <p:grpSpPr>
          <a:xfrm>
            <a:off x="10477728" y="4049064"/>
            <a:ext cx="935280" cy="397440"/>
            <a:chOff x="10477728" y="4049064"/>
            <a:chExt cx="935280" cy="39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612AD6C5-E33D-BA56-5731-0AFF5F1DCD12}"/>
                    </a:ext>
                  </a:extLst>
                </p14:cNvPr>
                <p14:cNvContentPartPr/>
                <p14:nvPr/>
              </p14:nvContentPartPr>
              <p14:xfrm>
                <a:off x="10477728" y="4049064"/>
                <a:ext cx="115920" cy="18108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612AD6C5-E33D-BA56-5731-0AFF5F1DCD12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10469088" y="4040424"/>
                  <a:ext cx="1335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111064E4-53FB-23F2-150B-A0FF28C85E07}"/>
                    </a:ext>
                  </a:extLst>
                </p14:cNvPr>
                <p14:cNvContentPartPr/>
                <p14:nvPr/>
              </p14:nvContentPartPr>
              <p14:xfrm>
                <a:off x="10717848" y="4143384"/>
                <a:ext cx="64800" cy="583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111064E4-53FB-23F2-150B-A0FF28C85E07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10709208" y="4134744"/>
                  <a:ext cx="824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B3726FB0-768B-AF0E-59A7-983DF6F56F94}"/>
                    </a:ext>
                  </a:extLst>
                </p14:cNvPr>
                <p14:cNvContentPartPr/>
                <p14:nvPr/>
              </p14:nvContentPartPr>
              <p14:xfrm>
                <a:off x="10865448" y="4140504"/>
                <a:ext cx="412920" cy="2268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B3726FB0-768B-AF0E-59A7-983DF6F56F94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10856448" y="4131504"/>
                  <a:ext cx="4305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AE8CC580-2519-0845-DB79-2140E081DCD3}"/>
                    </a:ext>
                  </a:extLst>
                </p14:cNvPr>
                <p14:cNvContentPartPr/>
                <p14:nvPr/>
              </p14:nvContentPartPr>
              <p14:xfrm>
                <a:off x="11186928" y="4263984"/>
                <a:ext cx="226080" cy="1825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AE8CC580-2519-0845-DB79-2140E081DCD3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11177928" y="4254984"/>
                  <a:ext cx="243720" cy="200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5">
            <p14:nvContentPartPr>
              <p14:cNvPr id="262" name="Ink 261">
                <a:extLst>
                  <a:ext uri="{FF2B5EF4-FFF2-40B4-BE49-F238E27FC236}">
                    <a16:creationId xmlns:a16="http://schemas.microsoft.com/office/drawing/2014/main" id="{AE25D339-6193-0E96-2BFB-9265E3F488DB}"/>
                  </a:ext>
                </a:extLst>
              </p14:cNvPr>
              <p14:cNvContentPartPr/>
              <p14:nvPr/>
            </p14:nvContentPartPr>
            <p14:xfrm>
              <a:off x="3254328" y="4567104"/>
              <a:ext cx="1220760" cy="308160"/>
            </p14:xfrm>
          </p:contentPart>
        </mc:Choice>
        <mc:Fallback xmlns="">
          <p:pic>
            <p:nvPicPr>
              <p:cNvPr id="262" name="Ink 261">
                <a:extLst>
                  <a:ext uri="{FF2B5EF4-FFF2-40B4-BE49-F238E27FC236}">
                    <a16:creationId xmlns:a16="http://schemas.microsoft.com/office/drawing/2014/main" id="{AE25D339-6193-0E96-2BFB-9265E3F488DB}"/>
                  </a:ext>
                </a:extLst>
              </p:cNvPr>
              <p:cNvPicPr/>
              <p:nvPr/>
            </p:nvPicPr>
            <p:blipFill>
              <a:blip r:embed="rId366"/>
              <a:stretch>
                <a:fillRect/>
              </a:stretch>
            </p:blipFill>
            <p:spPr>
              <a:xfrm>
                <a:off x="3245688" y="4558464"/>
                <a:ext cx="1238400" cy="325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92" name="Group 291">
            <a:extLst>
              <a:ext uri="{FF2B5EF4-FFF2-40B4-BE49-F238E27FC236}">
                <a16:creationId xmlns:a16="http://schemas.microsoft.com/office/drawing/2014/main" id="{9809A553-ABB1-15C7-496E-CAACE030FFD3}"/>
              </a:ext>
            </a:extLst>
          </p:cNvPr>
          <p:cNvGrpSpPr/>
          <p:nvPr/>
        </p:nvGrpSpPr>
        <p:grpSpPr>
          <a:xfrm>
            <a:off x="8701848" y="4526784"/>
            <a:ext cx="778680" cy="287280"/>
            <a:chOff x="8701848" y="4526784"/>
            <a:chExt cx="778680" cy="28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788235AB-ABDC-2E0A-E6C4-A615E7F0E593}"/>
                    </a:ext>
                  </a:extLst>
                </p14:cNvPr>
                <p14:cNvContentPartPr/>
                <p14:nvPr/>
              </p14:nvContentPartPr>
              <p14:xfrm>
                <a:off x="8701848" y="4654944"/>
                <a:ext cx="239400" cy="1591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788235AB-ABDC-2E0A-E6C4-A615E7F0E593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8693208" y="4645944"/>
                  <a:ext cx="2570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F0B05C43-5E7A-8626-963E-8D4FDD44326D}"/>
                    </a:ext>
                  </a:extLst>
                </p14:cNvPr>
                <p14:cNvContentPartPr/>
                <p14:nvPr/>
              </p14:nvContentPartPr>
              <p14:xfrm>
                <a:off x="9030528" y="4711464"/>
                <a:ext cx="50760" cy="7344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F0B05C43-5E7A-8626-963E-8D4FDD44326D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9021888" y="4702824"/>
                  <a:ext cx="6840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FF095855-57C7-EA72-5A0E-287BDD8D801B}"/>
                    </a:ext>
                  </a:extLst>
                </p14:cNvPr>
                <p14:cNvContentPartPr/>
                <p14:nvPr/>
              </p14:nvContentPartPr>
              <p14:xfrm>
                <a:off x="9155448" y="4730904"/>
                <a:ext cx="109800" cy="561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FF095855-57C7-EA72-5A0E-287BDD8D801B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9146808" y="4721904"/>
                  <a:ext cx="1274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6A1BBC0F-D9D3-5C2F-4021-43C0B50D09E1}"/>
                    </a:ext>
                  </a:extLst>
                </p14:cNvPr>
                <p14:cNvContentPartPr/>
                <p14:nvPr/>
              </p14:nvContentPartPr>
              <p14:xfrm>
                <a:off x="9281448" y="4526784"/>
                <a:ext cx="199080" cy="2826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6A1BBC0F-D9D3-5C2F-4021-43C0B50D09E1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9272448" y="4517784"/>
                  <a:ext cx="216720" cy="30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DCA6590B-DCB7-2E8E-7ACE-5CA8D82FE38C}"/>
              </a:ext>
            </a:extLst>
          </p:cNvPr>
          <p:cNvGrpSpPr/>
          <p:nvPr/>
        </p:nvGrpSpPr>
        <p:grpSpPr>
          <a:xfrm>
            <a:off x="9743688" y="4646304"/>
            <a:ext cx="326520" cy="197640"/>
            <a:chOff x="9743688" y="4646304"/>
            <a:chExt cx="326520" cy="19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BC02BE2C-CAF8-23D9-17C1-554FCAAA1168}"/>
                    </a:ext>
                  </a:extLst>
                </p14:cNvPr>
                <p14:cNvContentPartPr/>
                <p14:nvPr/>
              </p14:nvContentPartPr>
              <p14:xfrm>
                <a:off x="9743688" y="4755024"/>
                <a:ext cx="46080" cy="889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BC02BE2C-CAF8-23D9-17C1-554FCAAA1168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9735048" y="4746384"/>
                  <a:ext cx="637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D6E8A65F-9D4A-314C-4AAC-76EDCBECB06F}"/>
                    </a:ext>
                  </a:extLst>
                </p14:cNvPr>
                <p14:cNvContentPartPr/>
                <p14:nvPr/>
              </p14:nvContentPartPr>
              <p14:xfrm>
                <a:off x="9840888" y="4646304"/>
                <a:ext cx="27720" cy="338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D6E8A65F-9D4A-314C-4AAC-76EDCBECB06F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9832248" y="4637664"/>
                  <a:ext cx="453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EADF4FA2-F18D-CC5C-1D6D-CCA3A77D3FF6}"/>
                    </a:ext>
                  </a:extLst>
                </p14:cNvPr>
                <p14:cNvContentPartPr/>
                <p14:nvPr/>
              </p14:nvContentPartPr>
              <p14:xfrm>
                <a:off x="9970128" y="4762584"/>
                <a:ext cx="100080" cy="478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EADF4FA2-F18D-CC5C-1D6D-CCA3A77D3FF6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9961128" y="4753584"/>
                  <a:ext cx="117720" cy="65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1">
            <p14:nvContentPartPr>
              <p14:cNvPr id="286" name="Ink 285">
                <a:extLst>
                  <a:ext uri="{FF2B5EF4-FFF2-40B4-BE49-F238E27FC236}">
                    <a16:creationId xmlns:a16="http://schemas.microsoft.com/office/drawing/2014/main" id="{B3CE3552-95FF-7F9E-95D5-99DD567B7DFA}"/>
                  </a:ext>
                </a:extLst>
              </p14:cNvPr>
              <p14:cNvContentPartPr/>
              <p14:nvPr/>
            </p14:nvContentPartPr>
            <p14:xfrm>
              <a:off x="10439208" y="4694544"/>
              <a:ext cx="324720" cy="147240"/>
            </p14:xfrm>
          </p:contentPart>
        </mc:Choice>
        <mc:Fallback xmlns="">
          <p:pic>
            <p:nvPicPr>
              <p:cNvPr id="286" name="Ink 285">
                <a:extLst>
                  <a:ext uri="{FF2B5EF4-FFF2-40B4-BE49-F238E27FC236}">
                    <a16:creationId xmlns:a16="http://schemas.microsoft.com/office/drawing/2014/main" id="{B3CE3552-95FF-7F9E-95D5-99DD567B7DFA}"/>
                  </a:ext>
                </a:extLst>
              </p:cNvPr>
              <p:cNvPicPr/>
              <p:nvPr/>
            </p:nvPicPr>
            <p:blipFill>
              <a:blip r:embed="rId382"/>
              <a:stretch>
                <a:fillRect/>
              </a:stretch>
            </p:blipFill>
            <p:spPr>
              <a:xfrm>
                <a:off x="10430208" y="4685544"/>
                <a:ext cx="34236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3">
            <p14:nvContentPartPr>
              <p14:cNvPr id="272" name="Ink 271">
                <a:extLst>
                  <a:ext uri="{FF2B5EF4-FFF2-40B4-BE49-F238E27FC236}">
                    <a16:creationId xmlns:a16="http://schemas.microsoft.com/office/drawing/2014/main" id="{401A08A6-9981-4E69-CC6C-D2778192A603}"/>
                  </a:ext>
                </a:extLst>
              </p14:cNvPr>
              <p14:cNvContentPartPr/>
              <p14:nvPr/>
            </p14:nvContentPartPr>
            <p14:xfrm>
              <a:off x="6505128" y="4618584"/>
              <a:ext cx="299880" cy="140760"/>
            </p14:xfrm>
          </p:contentPart>
        </mc:Choice>
        <mc:Fallback xmlns="">
          <p:pic>
            <p:nvPicPr>
              <p:cNvPr id="272" name="Ink 271">
                <a:extLst>
                  <a:ext uri="{FF2B5EF4-FFF2-40B4-BE49-F238E27FC236}">
                    <a16:creationId xmlns:a16="http://schemas.microsoft.com/office/drawing/2014/main" id="{401A08A6-9981-4E69-CC6C-D2778192A603}"/>
                  </a:ext>
                </a:extLst>
              </p:cNvPr>
              <p:cNvPicPr/>
              <p:nvPr/>
            </p:nvPicPr>
            <p:blipFill>
              <a:blip r:embed="rId384"/>
              <a:stretch>
                <a:fillRect/>
              </a:stretch>
            </p:blipFill>
            <p:spPr>
              <a:xfrm>
                <a:off x="6496488" y="4609584"/>
                <a:ext cx="31752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5">
            <p14:nvContentPartPr>
              <p14:cNvPr id="273" name="Ink 272">
                <a:extLst>
                  <a:ext uri="{FF2B5EF4-FFF2-40B4-BE49-F238E27FC236}">
                    <a16:creationId xmlns:a16="http://schemas.microsoft.com/office/drawing/2014/main" id="{F069B221-2524-E5AC-6E1D-1044283D1B3B}"/>
                  </a:ext>
                </a:extLst>
              </p14:cNvPr>
              <p14:cNvContentPartPr/>
              <p14:nvPr/>
            </p14:nvContentPartPr>
            <p14:xfrm>
              <a:off x="6904728" y="4679784"/>
              <a:ext cx="61560" cy="74880"/>
            </p14:xfrm>
          </p:contentPart>
        </mc:Choice>
        <mc:Fallback xmlns="">
          <p:pic>
            <p:nvPicPr>
              <p:cNvPr id="273" name="Ink 272">
                <a:extLst>
                  <a:ext uri="{FF2B5EF4-FFF2-40B4-BE49-F238E27FC236}">
                    <a16:creationId xmlns:a16="http://schemas.microsoft.com/office/drawing/2014/main" id="{F069B221-2524-E5AC-6E1D-1044283D1B3B}"/>
                  </a:ext>
                </a:extLst>
              </p:cNvPr>
              <p:cNvPicPr/>
              <p:nvPr/>
            </p:nvPicPr>
            <p:blipFill>
              <a:blip r:embed="rId386"/>
              <a:stretch>
                <a:fillRect/>
              </a:stretch>
            </p:blipFill>
            <p:spPr>
              <a:xfrm>
                <a:off x="6895728" y="4671144"/>
                <a:ext cx="7920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7">
            <p14:nvContentPartPr>
              <p14:cNvPr id="274" name="Ink 273">
                <a:extLst>
                  <a:ext uri="{FF2B5EF4-FFF2-40B4-BE49-F238E27FC236}">
                    <a16:creationId xmlns:a16="http://schemas.microsoft.com/office/drawing/2014/main" id="{C382EE30-99EF-D991-3EE8-EF22274B9BDC}"/>
                  </a:ext>
                </a:extLst>
              </p14:cNvPr>
              <p14:cNvContentPartPr/>
              <p14:nvPr/>
            </p14:nvContentPartPr>
            <p14:xfrm>
              <a:off x="7096248" y="4647384"/>
              <a:ext cx="443880" cy="269280"/>
            </p14:xfrm>
          </p:contentPart>
        </mc:Choice>
        <mc:Fallback xmlns="">
          <p:pic>
            <p:nvPicPr>
              <p:cNvPr id="274" name="Ink 273">
                <a:extLst>
                  <a:ext uri="{FF2B5EF4-FFF2-40B4-BE49-F238E27FC236}">
                    <a16:creationId xmlns:a16="http://schemas.microsoft.com/office/drawing/2014/main" id="{C382EE30-99EF-D991-3EE8-EF22274B9BDC}"/>
                  </a:ext>
                </a:extLst>
              </p:cNvPr>
              <p:cNvPicPr/>
              <p:nvPr/>
            </p:nvPicPr>
            <p:blipFill>
              <a:blip r:embed="rId388"/>
              <a:stretch>
                <a:fillRect/>
              </a:stretch>
            </p:blipFill>
            <p:spPr>
              <a:xfrm>
                <a:off x="7087248" y="4638384"/>
                <a:ext cx="46152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9">
            <p14:nvContentPartPr>
              <p14:cNvPr id="276" name="Ink 275">
                <a:extLst>
                  <a:ext uri="{FF2B5EF4-FFF2-40B4-BE49-F238E27FC236}">
                    <a16:creationId xmlns:a16="http://schemas.microsoft.com/office/drawing/2014/main" id="{4B45C71F-A0B7-E13B-F3BD-76C1B9D1D9B2}"/>
                  </a:ext>
                </a:extLst>
              </p14:cNvPr>
              <p14:cNvContentPartPr/>
              <p14:nvPr/>
            </p14:nvContentPartPr>
            <p14:xfrm>
              <a:off x="7590888" y="4518504"/>
              <a:ext cx="187920" cy="435600"/>
            </p14:xfrm>
          </p:contentPart>
        </mc:Choice>
        <mc:Fallback xmlns="">
          <p:pic>
            <p:nvPicPr>
              <p:cNvPr id="276" name="Ink 275">
                <a:extLst>
                  <a:ext uri="{FF2B5EF4-FFF2-40B4-BE49-F238E27FC236}">
                    <a16:creationId xmlns:a16="http://schemas.microsoft.com/office/drawing/2014/main" id="{4B45C71F-A0B7-E13B-F3BD-76C1B9D1D9B2}"/>
                  </a:ext>
                </a:extLst>
              </p:cNvPr>
              <p:cNvPicPr/>
              <p:nvPr/>
            </p:nvPicPr>
            <p:blipFill>
              <a:blip r:embed="rId390"/>
              <a:stretch>
                <a:fillRect/>
              </a:stretch>
            </p:blipFill>
            <p:spPr>
              <a:xfrm>
                <a:off x="7581888" y="4509504"/>
                <a:ext cx="20556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1">
            <p14:nvContentPartPr>
              <p14:cNvPr id="277" name="Ink 276">
                <a:extLst>
                  <a:ext uri="{FF2B5EF4-FFF2-40B4-BE49-F238E27FC236}">
                    <a16:creationId xmlns:a16="http://schemas.microsoft.com/office/drawing/2014/main" id="{8CDF9DD4-CA6A-8494-368D-EAAF5C7BAEB0}"/>
                  </a:ext>
                </a:extLst>
              </p14:cNvPr>
              <p14:cNvContentPartPr/>
              <p14:nvPr/>
            </p14:nvContentPartPr>
            <p14:xfrm>
              <a:off x="8061408" y="4616424"/>
              <a:ext cx="5040" cy="20160"/>
            </p14:xfrm>
          </p:contentPart>
        </mc:Choice>
        <mc:Fallback xmlns="">
          <p:pic>
            <p:nvPicPr>
              <p:cNvPr id="277" name="Ink 276">
                <a:extLst>
                  <a:ext uri="{FF2B5EF4-FFF2-40B4-BE49-F238E27FC236}">
                    <a16:creationId xmlns:a16="http://schemas.microsoft.com/office/drawing/2014/main" id="{8CDF9DD4-CA6A-8494-368D-EAAF5C7BAEB0}"/>
                  </a:ext>
                </a:extLst>
              </p:cNvPr>
              <p:cNvPicPr/>
              <p:nvPr/>
            </p:nvPicPr>
            <p:blipFill>
              <a:blip r:embed="rId392"/>
              <a:stretch>
                <a:fillRect/>
              </a:stretch>
            </p:blipFill>
            <p:spPr>
              <a:xfrm>
                <a:off x="8052408" y="4607424"/>
                <a:ext cx="226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3">
            <p14:nvContentPartPr>
              <p14:cNvPr id="278" name="Ink 277">
                <a:extLst>
                  <a:ext uri="{FF2B5EF4-FFF2-40B4-BE49-F238E27FC236}">
                    <a16:creationId xmlns:a16="http://schemas.microsoft.com/office/drawing/2014/main" id="{2909E009-DFA7-B68F-1005-CB1C6279EAF5}"/>
                  </a:ext>
                </a:extLst>
              </p14:cNvPr>
              <p14:cNvContentPartPr/>
              <p14:nvPr/>
            </p14:nvContentPartPr>
            <p14:xfrm>
              <a:off x="8028648" y="4564224"/>
              <a:ext cx="209160" cy="333360"/>
            </p14:xfrm>
          </p:contentPart>
        </mc:Choice>
        <mc:Fallback xmlns="">
          <p:pic>
            <p:nvPicPr>
              <p:cNvPr id="278" name="Ink 277">
                <a:extLst>
                  <a:ext uri="{FF2B5EF4-FFF2-40B4-BE49-F238E27FC236}">
                    <a16:creationId xmlns:a16="http://schemas.microsoft.com/office/drawing/2014/main" id="{2909E009-DFA7-B68F-1005-CB1C6279EAF5}"/>
                  </a:ext>
                </a:extLst>
              </p:cNvPr>
              <p:cNvPicPr/>
              <p:nvPr/>
            </p:nvPicPr>
            <p:blipFill>
              <a:blip r:embed="rId394"/>
              <a:stretch>
                <a:fillRect/>
              </a:stretch>
            </p:blipFill>
            <p:spPr>
              <a:xfrm>
                <a:off x="8019648" y="4555224"/>
                <a:ext cx="22680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5">
            <p14:nvContentPartPr>
              <p14:cNvPr id="300" name="Ink 299">
                <a:extLst>
                  <a:ext uri="{FF2B5EF4-FFF2-40B4-BE49-F238E27FC236}">
                    <a16:creationId xmlns:a16="http://schemas.microsoft.com/office/drawing/2014/main" id="{FCF3BA4B-26C5-7F47-299E-8FEFFCBF592F}"/>
                  </a:ext>
                </a:extLst>
              </p14:cNvPr>
              <p14:cNvContentPartPr/>
              <p14:nvPr/>
            </p14:nvContentPartPr>
            <p14:xfrm>
              <a:off x="7051248" y="5085144"/>
              <a:ext cx="102600" cy="133920"/>
            </p14:xfrm>
          </p:contentPart>
        </mc:Choice>
        <mc:Fallback xmlns="">
          <p:pic>
            <p:nvPicPr>
              <p:cNvPr id="300" name="Ink 299">
                <a:extLst>
                  <a:ext uri="{FF2B5EF4-FFF2-40B4-BE49-F238E27FC236}">
                    <a16:creationId xmlns:a16="http://schemas.microsoft.com/office/drawing/2014/main" id="{FCF3BA4B-26C5-7F47-299E-8FEFFCBF592F}"/>
                  </a:ext>
                </a:extLst>
              </p:cNvPr>
              <p:cNvPicPr/>
              <p:nvPr/>
            </p:nvPicPr>
            <p:blipFill>
              <a:blip r:embed="rId396"/>
              <a:stretch>
                <a:fillRect/>
              </a:stretch>
            </p:blipFill>
            <p:spPr>
              <a:xfrm>
                <a:off x="7042248" y="5076504"/>
                <a:ext cx="120240" cy="15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7">
            <p14:nvContentPartPr>
              <p14:cNvPr id="301" name="Ink 300">
                <a:extLst>
                  <a:ext uri="{FF2B5EF4-FFF2-40B4-BE49-F238E27FC236}">
                    <a16:creationId xmlns:a16="http://schemas.microsoft.com/office/drawing/2014/main" id="{4B4AD125-0124-95F5-A722-364FB0472047}"/>
                  </a:ext>
                </a:extLst>
              </p14:cNvPr>
              <p14:cNvContentPartPr/>
              <p14:nvPr/>
            </p14:nvContentPartPr>
            <p14:xfrm>
              <a:off x="7265088" y="5155704"/>
              <a:ext cx="134640" cy="43920"/>
            </p14:xfrm>
          </p:contentPart>
        </mc:Choice>
        <mc:Fallback xmlns="">
          <p:pic>
            <p:nvPicPr>
              <p:cNvPr id="301" name="Ink 300">
                <a:extLst>
                  <a:ext uri="{FF2B5EF4-FFF2-40B4-BE49-F238E27FC236}">
                    <a16:creationId xmlns:a16="http://schemas.microsoft.com/office/drawing/2014/main" id="{4B4AD125-0124-95F5-A722-364FB0472047}"/>
                  </a:ext>
                </a:extLst>
              </p:cNvPr>
              <p:cNvPicPr/>
              <p:nvPr/>
            </p:nvPicPr>
            <p:blipFill>
              <a:blip r:embed="rId398"/>
              <a:stretch>
                <a:fillRect/>
              </a:stretch>
            </p:blipFill>
            <p:spPr>
              <a:xfrm>
                <a:off x="7256088" y="5147064"/>
                <a:ext cx="152280" cy="6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9">
            <p14:nvContentPartPr>
              <p14:cNvPr id="302" name="Ink 301">
                <a:extLst>
                  <a:ext uri="{FF2B5EF4-FFF2-40B4-BE49-F238E27FC236}">
                    <a16:creationId xmlns:a16="http://schemas.microsoft.com/office/drawing/2014/main" id="{12F3B8D7-7D25-F6F2-D263-C7E47318B016}"/>
                  </a:ext>
                </a:extLst>
              </p14:cNvPr>
              <p14:cNvContentPartPr/>
              <p14:nvPr/>
            </p14:nvContentPartPr>
            <p14:xfrm>
              <a:off x="7674048" y="4977864"/>
              <a:ext cx="650880" cy="276480"/>
            </p14:xfrm>
          </p:contentPart>
        </mc:Choice>
        <mc:Fallback xmlns="">
          <p:pic>
            <p:nvPicPr>
              <p:cNvPr id="302" name="Ink 301">
                <a:extLst>
                  <a:ext uri="{FF2B5EF4-FFF2-40B4-BE49-F238E27FC236}">
                    <a16:creationId xmlns:a16="http://schemas.microsoft.com/office/drawing/2014/main" id="{12F3B8D7-7D25-F6F2-D263-C7E47318B016}"/>
                  </a:ext>
                </a:extLst>
              </p:cNvPr>
              <p:cNvPicPr/>
              <p:nvPr/>
            </p:nvPicPr>
            <p:blipFill>
              <a:blip r:embed="rId400"/>
              <a:stretch>
                <a:fillRect/>
              </a:stretch>
            </p:blipFill>
            <p:spPr>
              <a:xfrm>
                <a:off x="7665408" y="4968864"/>
                <a:ext cx="668520" cy="294120"/>
              </a:xfrm>
              <a:prstGeom prst="rect">
                <a:avLst/>
              </a:prstGeom>
            </p:spPr>
          </p:pic>
        </mc:Fallback>
      </mc:AlternateContent>
      <p:grpSp>
        <p:nvGrpSpPr>
          <p:cNvPr id="308" name="Group 307">
            <a:extLst>
              <a:ext uri="{FF2B5EF4-FFF2-40B4-BE49-F238E27FC236}">
                <a16:creationId xmlns:a16="http://schemas.microsoft.com/office/drawing/2014/main" id="{03E4DBFE-7A7D-A088-857B-77423D30C567}"/>
              </a:ext>
            </a:extLst>
          </p:cNvPr>
          <p:cNvGrpSpPr/>
          <p:nvPr/>
        </p:nvGrpSpPr>
        <p:grpSpPr>
          <a:xfrm>
            <a:off x="8630208" y="4986864"/>
            <a:ext cx="965160" cy="272160"/>
            <a:chOff x="8630208" y="4986864"/>
            <a:chExt cx="965160" cy="27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B0ECC785-720F-A4A8-915D-307E2264469F}"/>
                    </a:ext>
                  </a:extLst>
                </p14:cNvPr>
                <p14:cNvContentPartPr/>
                <p14:nvPr/>
              </p14:nvContentPartPr>
              <p14:xfrm>
                <a:off x="8630208" y="4986864"/>
                <a:ext cx="589680" cy="27216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B0ECC785-720F-A4A8-915D-307E2264469F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8621208" y="4978224"/>
                  <a:ext cx="60732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9A8AC7A6-47FC-86EA-DF86-AE00EFE36721}"/>
                    </a:ext>
                  </a:extLst>
                </p14:cNvPr>
                <p14:cNvContentPartPr/>
                <p14:nvPr/>
              </p14:nvContentPartPr>
              <p14:xfrm>
                <a:off x="9168408" y="5128704"/>
                <a:ext cx="42840" cy="3816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9A8AC7A6-47FC-86EA-DF86-AE00EFE36721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9159768" y="5120064"/>
                  <a:ext cx="604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E7B47CA6-6940-BA9F-7689-9A0F0B1EA836}"/>
                    </a:ext>
                  </a:extLst>
                </p14:cNvPr>
                <p14:cNvContentPartPr/>
                <p14:nvPr/>
              </p14:nvContentPartPr>
              <p14:xfrm>
                <a:off x="9319608" y="5123304"/>
                <a:ext cx="95760" cy="8640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E7B47CA6-6940-BA9F-7689-9A0F0B1EA836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9310608" y="5114304"/>
                  <a:ext cx="11340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3D53B112-5BDE-E5A0-48F4-B64482F5E57E}"/>
                    </a:ext>
                  </a:extLst>
                </p14:cNvPr>
                <p14:cNvContentPartPr/>
                <p14:nvPr/>
              </p14:nvContentPartPr>
              <p14:xfrm>
                <a:off x="9559728" y="5239584"/>
                <a:ext cx="35640" cy="104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3D53B112-5BDE-E5A0-48F4-B64482F5E57E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9550728" y="5230944"/>
                  <a:ext cx="5328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024CDF36-CD8E-F7B3-CB59-40B75210D697}"/>
              </a:ext>
            </a:extLst>
          </p:cNvPr>
          <p:cNvGrpSpPr/>
          <p:nvPr/>
        </p:nvGrpSpPr>
        <p:grpSpPr>
          <a:xfrm>
            <a:off x="2145528" y="5622624"/>
            <a:ext cx="697320" cy="317520"/>
            <a:chOff x="2145528" y="5622624"/>
            <a:chExt cx="69732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556A63A3-F152-4538-ECD5-43C1CEF6CFC9}"/>
                    </a:ext>
                  </a:extLst>
                </p14:cNvPr>
                <p14:cNvContentPartPr/>
                <p14:nvPr/>
              </p14:nvContentPartPr>
              <p14:xfrm>
                <a:off x="2145528" y="5640624"/>
                <a:ext cx="291600" cy="29952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556A63A3-F152-4538-ECD5-43C1CEF6CFC9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2136528" y="5631984"/>
                  <a:ext cx="30924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940813A5-2A7D-1C91-02FF-AAA65C5C6DC0}"/>
                    </a:ext>
                  </a:extLst>
                </p14:cNvPr>
                <p14:cNvContentPartPr/>
                <p14:nvPr/>
              </p14:nvContentPartPr>
              <p14:xfrm>
                <a:off x="2569968" y="5622624"/>
                <a:ext cx="15120" cy="20088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940813A5-2A7D-1C91-02FF-AAA65C5C6DC0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2560968" y="5613624"/>
                  <a:ext cx="327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EA017CEF-F768-C7D7-5230-86D5922EC0BB}"/>
                    </a:ext>
                  </a:extLst>
                </p14:cNvPr>
                <p14:cNvContentPartPr/>
                <p14:nvPr/>
              </p14:nvContentPartPr>
              <p14:xfrm>
                <a:off x="2782728" y="5763384"/>
                <a:ext cx="60120" cy="1620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EA017CEF-F768-C7D7-5230-86D5922EC0BB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2773728" y="5754384"/>
                  <a:ext cx="7776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EC58FDB1-FCF6-A0F0-D6DD-BA41B44C3D75}"/>
              </a:ext>
            </a:extLst>
          </p:cNvPr>
          <p:cNvGrpSpPr/>
          <p:nvPr/>
        </p:nvGrpSpPr>
        <p:grpSpPr>
          <a:xfrm>
            <a:off x="3304368" y="4580424"/>
            <a:ext cx="3120840" cy="1232280"/>
            <a:chOff x="3304368" y="4580424"/>
            <a:chExt cx="3120840" cy="123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4E5C90AB-54BE-13A1-2822-5D7576F7ED02}"/>
                    </a:ext>
                  </a:extLst>
                </p14:cNvPr>
                <p14:cNvContentPartPr/>
                <p14:nvPr/>
              </p14:nvContentPartPr>
              <p14:xfrm>
                <a:off x="3304368" y="5070024"/>
                <a:ext cx="308880" cy="4201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4E5C90AB-54BE-13A1-2822-5D7576F7ED02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3295728" y="5061024"/>
                  <a:ext cx="32652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BC29D0D4-DDD1-6371-CDE5-3082F30C9461}"/>
                    </a:ext>
                  </a:extLst>
                </p14:cNvPr>
                <p14:cNvContentPartPr/>
                <p14:nvPr/>
              </p14:nvContentPartPr>
              <p14:xfrm>
                <a:off x="3668328" y="5087304"/>
                <a:ext cx="766080" cy="25308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BC29D0D4-DDD1-6371-CDE5-3082F30C9461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3659328" y="5078304"/>
                  <a:ext cx="78372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51F9D99C-36EE-D637-D31C-4B479BDE80D9}"/>
                    </a:ext>
                  </a:extLst>
                </p14:cNvPr>
                <p14:cNvContentPartPr/>
                <p14:nvPr/>
              </p14:nvContentPartPr>
              <p14:xfrm>
                <a:off x="4398408" y="5128344"/>
                <a:ext cx="23400" cy="64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51F9D99C-36EE-D637-D31C-4B479BDE80D9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4389768" y="5119704"/>
                  <a:ext cx="4104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9E54CDEB-5B5B-A21E-7ECA-2CCFBDBFE8E7}"/>
                    </a:ext>
                  </a:extLst>
                </p14:cNvPr>
                <p14:cNvContentPartPr/>
                <p14:nvPr/>
              </p14:nvContentPartPr>
              <p14:xfrm>
                <a:off x="4763448" y="4806864"/>
                <a:ext cx="21600" cy="12744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9E54CDEB-5B5B-A21E-7ECA-2CCFBDBFE8E7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4754448" y="4797864"/>
                  <a:ext cx="392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8F6E4F5F-1469-7FF1-E6B1-F4995BDFB852}"/>
                    </a:ext>
                  </a:extLst>
                </p14:cNvPr>
                <p14:cNvContentPartPr/>
                <p14:nvPr/>
              </p14:nvContentPartPr>
              <p14:xfrm>
                <a:off x="5065128" y="4643784"/>
                <a:ext cx="252720" cy="31536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8F6E4F5F-1469-7FF1-E6B1-F4995BDFB852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5056488" y="4635144"/>
                  <a:ext cx="27036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08043BF3-F5DA-6A32-5E0E-E82F5323A6CE}"/>
                    </a:ext>
                  </a:extLst>
                </p14:cNvPr>
                <p14:cNvContentPartPr/>
                <p14:nvPr/>
              </p14:nvContentPartPr>
              <p14:xfrm>
                <a:off x="5407848" y="4713984"/>
                <a:ext cx="46440" cy="324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08043BF3-F5DA-6A32-5E0E-E82F5323A6CE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5398848" y="4705344"/>
                  <a:ext cx="640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49036C05-7E8F-5D7E-3170-3AB16A63B6BA}"/>
                    </a:ext>
                  </a:extLst>
                </p14:cNvPr>
                <p14:cNvContentPartPr/>
                <p14:nvPr/>
              </p14:nvContentPartPr>
              <p14:xfrm>
                <a:off x="5545008" y="4580424"/>
                <a:ext cx="75240" cy="1684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49036C05-7E8F-5D7E-3170-3AB16A63B6BA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5536368" y="4571424"/>
                  <a:ext cx="928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C7E7F2E4-6000-739D-B85D-9FABC39F2A6F}"/>
                    </a:ext>
                  </a:extLst>
                </p14:cNvPr>
                <p14:cNvContentPartPr/>
                <p14:nvPr/>
              </p14:nvContentPartPr>
              <p14:xfrm>
                <a:off x="5977368" y="4728024"/>
                <a:ext cx="14760" cy="9612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C7E7F2E4-6000-739D-B85D-9FABC39F2A6F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5968368" y="4719024"/>
                  <a:ext cx="3240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B4C7533C-DF69-0B11-1B9A-E227F20BED4E}"/>
                    </a:ext>
                  </a:extLst>
                </p14:cNvPr>
                <p14:cNvContentPartPr/>
                <p14:nvPr/>
              </p14:nvContentPartPr>
              <p14:xfrm>
                <a:off x="4982328" y="5139144"/>
                <a:ext cx="437040" cy="1270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B4C7533C-DF69-0B11-1B9A-E227F20BED4E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4973688" y="5130144"/>
                  <a:ext cx="4546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F884365B-25BA-B532-4E2F-9788ED2FE0D0}"/>
                    </a:ext>
                  </a:extLst>
                </p14:cNvPr>
                <p14:cNvContentPartPr/>
                <p14:nvPr/>
              </p14:nvContentPartPr>
              <p14:xfrm>
                <a:off x="5833368" y="5016384"/>
                <a:ext cx="33480" cy="26892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F884365B-25BA-B532-4E2F-9788ED2FE0D0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5824728" y="5007384"/>
                  <a:ext cx="5112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1A0EA1C6-2CC6-C981-9094-BB8376A55BB9}"/>
                    </a:ext>
                  </a:extLst>
                </p14:cNvPr>
                <p14:cNvContentPartPr/>
                <p14:nvPr/>
              </p14:nvContentPartPr>
              <p14:xfrm>
                <a:off x="5706288" y="5072544"/>
                <a:ext cx="605880" cy="1584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1A0EA1C6-2CC6-C981-9094-BB8376A55BB9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5697648" y="5063904"/>
                  <a:ext cx="6235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0F056500-EC93-B2F7-E192-DE75C68EDEC1}"/>
                    </a:ext>
                  </a:extLst>
                </p14:cNvPr>
                <p14:cNvContentPartPr/>
                <p14:nvPr/>
              </p14:nvContentPartPr>
              <p14:xfrm>
                <a:off x="6253848" y="5185584"/>
                <a:ext cx="18000" cy="468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0F056500-EC93-B2F7-E192-DE75C68EDEC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245208" y="5176944"/>
                  <a:ext cx="356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68DCFAA0-50FF-A2F1-0DE8-4BA70D0E349C}"/>
                    </a:ext>
                  </a:extLst>
                </p14:cNvPr>
                <p14:cNvContentPartPr/>
                <p14:nvPr/>
              </p14:nvContentPartPr>
              <p14:xfrm>
                <a:off x="6218568" y="5124744"/>
                <a:ext cx="206640" cy="9324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68DCFAA0-50FF-A2F1-0DE8-4BA70D0E349C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209928" y="5116104"/>
                  <a:ext cx="22428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C7C13383-8817-4597-947C-EFEA0F9767E3}"/>
                    </a:ext>
                  </a:extLst>
                </p14:cNvPr>
                <p14:cNvContentPartPr/>
                <p14:nvPr/>
              </p14:nvContentPartPr>
              <p14:xfrm>
                <a:off x="3380328" y="5538744"/>
                <a:ext cx="233640" cy="25956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C7C13383-8817-4597-947C-EFEA0F9767E3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371328" y="5529744"/>
                  <a:ext cx="25128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EC193C4D-4964-A24C-F515-5E547E45EB2A}"/>
                    </a:ext>
                  </a:extLst>
                </p14:cNvPr>
                <p14:cNvContentPartPr/>
                <p14:nvPr/>
              </p14:nvContentPartPr>
              <p14:xfrm>
                <a:off x="3657528" y="5589864"/>
                <a:ext cx="674640" cy="20088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EC193C4D-4964-A24C-F515-5E547E45EB2A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3648528" y="5581224"/>
                  <a:ext cx="6922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CE8E7024-F6DF-2E59-3C03-5C2E311E9857}"/>
                    </a:ext>
                  </a:extLst>
                </p14:cNvPr>
                <p14:cNvContentPartPr/>
                <p14:nvPr/>
              </p14:nvContentPartPr>
              <p14:xfrm>
                <a:off x="4383648" y="5709384"/>
                <a:ext cx="102600" cy="241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CE8E7024-F6DF-2E59-3C03-5C2E311E9857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4374648" y="5700744"/>
                  <a:ext cx="1202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A5159FDC-0424-A329-9DFF-78F2228EC9E4}"/>
                    </a:ext>
                  </a:extLst>
                </p14:cNvPr>
                <p14:cNvContentPartPr/>
                <p14:nvPr/>
              </p14:nvContentPartPr>
              <p14:xfrm>
                <a:off x="4192848" y="5596704"/>
                <a:ext cx="120240" cy="3348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A5159FDC-0424-A329-9DFF-78F2228EC9E4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4184208" y="5587704"/>
                  <a:ext cx="1378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4BC974DE-DE48-81D1-B522-FCE1DD68D5A7}"/>
                    </a:ext>
                  </a:extLst>
                </p14:cNvPr>
                <p14:cNvContentPartPr/>
                <p14:nvPr/>
              </p14:nvContentPartPr>
              <p14:xfrm>
                <a:off x="4691808" y="5756544"/>
                <a:ext cx="11880" cy="5616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4BC974DE-DE48-81D1-B522-FCE1DD68D5A7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4683168" y="5747904"/>
                  <a:ext cx="2952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C59D2FC9-C749-D489-35D2-2FDF3D1E296E}"/>
                    </a:ext>
                  </a:extLst>
                </p14:cNvPr>
                <p14:cNvContentPartPr/>
                <p14:nvPr/>
              </p14:nvContentPartPr>
              <p14:xfrm>
                <a:off x="4680288" y="5599944"/>
                <a:ext cx="21960" cy="5436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C59D2FC9-C749-D489-35D2-2FDF3D1E296E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4671288" y="5591304"/>
                  <a:ext cx="39600" cy="72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117BAF1C-3C40-99E0-C4FD-86A9756217C9}"/>
              </a:ext>
            </a:extLst>
          </p:cNvPr>
          <p:cNvGrpSpPr/>
          <p:nvPr/>
        </p:nvGrpSpPr>
        <p:grpSpPr>
          <a:xfrm>
            <a:off x="5084928" y="5564664"/>
            <a:ext cx="726120" cy="332280"/>
            <a:chOff x="5084928" y="5564664"/>
            <a:chExt cx="726120" cy="33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8ECF642A-9D6A-42B1-4FA8-8D3F2523E691}"/>
                    </a:ext>
                  </a:extLst>
                </p14:cNvPr>
                <p14:cNvContentPartPr/>
                <p14:nvPr/>
              </p14:nvContentPartPr>
              <p14:xfrm>
                <a:off x="5084928" y="5564664"/>
                <a:ext cx="237960" cy="33228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8ECF642A-9D6A-42B1-4FA8-8D3F2523E691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076288" y="5555664"/>
                  <a:ext cx="25560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C26521AA-627D-9EEA-D35C-3FC9CE2F623D}"/>
                    </a:ext>
                  </a:extLst>
                </p14:cNvPr>
                <p14:cNvContentPartPr/>
                <p14:nvPr/>
              </p14:nvContentPartPr>
              <p14:xfrm>
                <a:off x="5401008" y="5697864"/>
                <a:ext cx="142920" cy="1112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C26521AA-627D-9EEA-D35C-3FC9CE2F623D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392368" y="5689224"/>
                  <a:ext cx="16056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9C2511B3-B1D5-3782-E8CA-C1E2F548E070}"/>
                    </a:ext>
                  </a:extLst>
                </p14:cNvPr>
                <p14:cNvContentPartPr/>
                <p14:nvPr/>
              </p14:nvContentPartPr>
              <p14:xfrm>
                <a:off x="5619528" y="5721984"/>
                <a:ext cx="191520" cy="6516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9C2511B3-B1D5-3782-E8CA-C1E2F548E070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610528" y="5712984"/>
                  <a:ext cx="209160" cy="8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6715055F-C307-057A-FBC6-71C6EFFFF3D2}"/>
              </a:ext>
            </a:extLst>
          </p:cNvPr>
          <p:cNvGrpSpPr/>
          <p:nvPr/>
        </p:nvGrpSpPr>
        <p:grpSpPr>
          <a:xfrm>
            <a:off x="6430608" y="5549544"/>
            <a:ext cx="1154880" cy="429120"/>
            <a:chOff x="6430608" y="5549544"/>
            <a:chExt cx="1154880" cy="42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49D043BA-46D9-BEFD-7AD4-0863BF8C4D78}"/>
                    </a:ext>
                  </a:extLst>
                </p14:cNvPr>
                <p14:cNvContentPartPr/>
                <p14:nvPr/>
              </p14:nvContentPartPr>
              <p14:xfrm>
                <a:off x="6430608" y="5549544"/>
                <a:ext cx="133920" cy="29628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49D043BA-46D9-BEFD-7AD4-0863BF8C4D78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421968" y="5540544"/>
                  <a:ext cx="15156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9206C4E8-86B6-22F6-C2EE-5C47D42D266E}"/>
                    </a:ext>
                  </a:extLst>
                </p14:cNvPr>
                <p14:cNvContentPartPr/>
                <p14:nvPr/>
              </p14:nvContentPartPr>
              <p14:xfrm>
                <a:off x="6667128" y="5743584"/>
                <a:ext cx="70560" cy="8316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9206C4E8-86B6-22F6-C2EE-5C47D42D266E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6658488" y="5734584"/>
                  <a:ext cx="8820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E2E88F18-0B5D-1943-4CDF-5246B6A036BF}"/>
                    </a:ext>
                  </a:extLst>
                </p14:cNvPr>
                <p14:cNvContentPartPr/>
                <p14:nvPr/>
              </p14:nvContentPartPr>
              <p14:xfrm>
                <a:off x="6845688" y="5627664"/>
                <a:ext cx="657360" cy="35100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E2E88F18-0B5D-1943-4CDF-5246B6A036BF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837048" y="5619024"/>
                  <a:ext cx="67500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7645027E-AAE7-2E06-D311-71EA6310842E}"/>
                    </a:ext>
                  </a:extLst>
                </p14:cNvPr>
                <p14:cNvContentPartPr/>
                <p14:nvPr/>
              </p14:nvContentPartPr>
              <p14:xfrm>
                <a:off x="7508088" y="5690304"/>
                <a:ext cx="77400" cy="2088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7645027E-AAE7-2E06-D311-71EA6310842E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499448" y="5681304"/>
                  <a:ext cx="9504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3C404EE2-6400-A590-3BDD-64A3076DC85C}"/>
              </a:ext>
            </a:extLst>
          </p:cNvPr>
          <p:cNvGrpSpPr/>
          <p:nvPr/>
        </p:nvGrpSpPr>
        <p:grpSpPr>
          <a:xfrm>
            <a:off x="7953768" y="5461704"/>
            <a:ext cx="1346760" cy="359640"/>
            <a:chOff x="7953768" y="5461704"/>
            <a:chExt cx="1346760" cy="35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3D4065FE-4B6A-8367-27AC-E7D6F61F64E3}"/>
                    </a:ext>
                  </a:extLst>
                </p14:cNvPr>
                <p14:cNvContentPartPr/>
                <p14:nvPr/>
              </p14:nvContentPartPr>
              <p14:xfrm>
                <a:off x="7961688" y="5546664"/>
                <a:ext cx="75960" cy="2746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3D4065FE-4B6A-8367-27AC-E7D6F61F64E3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7953048" y="5537664"/>
                  <a:ext cx="9360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98CF9F6C-4C38-3C66-5843-B69A82D7BB3F}"/>
                    </a:ext>
                  </a:extLst>
                </p14:cNvPr>
                <p14:cNvContentPartPr/>
                <p14:nvPr/>
              </p14:nvContentPartPr>
              <p14:xfrm>
                <a:off x="7953768" y="5468544"/>
                <a:ext cx="410760" cy="27468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98CF9F6C-4C38-3C66-5843-B69A82D7BB3F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945128" y="5459904"/>
                  <a:ext cx="42840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9EE7F8DE-BC69-7A92-B20F-3FFAC9A2FC4F}"/>
                    </a:ext>
                  </a:extLst>
                </p14:cNvPr>
                <p14:cNvContentPartPr/>
                <p14:nvPr/>
              </p14:nvContentPartPr>
              <p14:xfrm>
                <a:off x="8606088" y="5461704"/>
                <a:ext cx="97200" cy="24696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9EE7F8DE-BC69-7A92-B20F-3FFAC9A2FC4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597448" y="5453064"/>
                  <a:ext cx="11484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6647B552-6F37-E055-12A8-A6AEF11EA8AC}"/>
                    </a:ext>
                  </a:extLst>
                </p14:cNvPr>
                <p14:cNvContentPartPr/>
                <p14:nvPr/>
              </p14:nvContentPartPr>
              <p14:xfrm>
                <a:off x="8794368" y="5603544"/>
                <a:ext cx="55800" cy="7992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6647B552-6F37-E055-12A8-A6AEF11EA8AC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785368" y="5594904"/>
                  <a:ext cx="7344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8BA440A7-8255-161B-A5E3-459898FF4672}"/>
                    </a:ext>
                  </a:extLst>
                </p14:cNvPr>
                <p14:cNvContentPartPr/>
                <p14:nvPr/>
              </p14:nvContentPartPr>
              <p14:xfrm>
                <a:off x="8965008" y="5619024"/>
                <a:ext cx="46080" cy="4536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8BA440A7-8255-161B-A5E3-459898FF4672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956008" y="5610384"/>
                  <a:ext cx="637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6497EFB8-E3B9-CAAE-4452-843A25B5D19A}"/>
                    </a:ext>
                  </a:extLst>
                </p14:cNvPr>
                <p14:cNvContentPartPr/>
                <p14:nvPr/>
              </p14:nvContentPartPr>
              <p14:xfrm>
                <a:off x="9067248" y="5520024"/>
                <a:ext cx="233280" cy="16848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6497EFB8-E3B9-CAAE-4452-843A25B5D19A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9058608" y="5511384"/>
                  <a:ext cx="25092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B8AE9734-9BF5-665A-FB2C-3C0C629F24D8}"/>
              </a:ext>
            </a:extLst>
          </p:cNvPr>
          <p:cNvGrpSpPr/>
          <p:nvPr/>
        </p:nvGrpSpPr>
        <p:grpSpPr>
          <a:xfrm>
            <a:off x="9681408" y="5323824"/>
            <a:ext cx="707400" cy="506160"/>
            <a:chOff x="9681408" y="5323824"/>
            <a:chExt cx="707400" cy="50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CC458A0E-026B-664A-B625-90D56CC3CAE5}"/>
                    </a:ext>
                  </a:extLst>
                </p14:cNvPr>
                <p14:cNvContentPartPr/>
                <p14:nvPr/>
              </p14:nvContentPartPr>
              <p14:xfrm>
                <a:off x="9719208" y="5323824"/>
                <a:ext cx="122760" cy="50616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CC458A0E-026B-664A-B625-90D56CC3CAE5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9710568" y="5314824"/>
                  <a:ext cx="140400" cy="52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AE4ADD3E-5CEE-7E77-2A99-524E7E22E3FC}"/>
                    </a:ext>
                  </a:extLst>
                </p14:cNvPr>
                <p14:cNvContentPartPr/>
                <p14:nvPr/>
              </p14:nvContentPartPr>
              <p14:xfrm>
                <a:off x="9681408" y="5610744"/>
                <a:ext cx="161640" cy="5868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AE4ADD3E-5CEE-7E77-2A99-524E7E22E3FC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9672408" y="5601744"/>
                  <a:ext cx="17928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8D5D009B-6E2D-6CF2-21B7-0153A9D96DDF}"/>
                    </a:ext>
                  </a:extLst>
                </p14:cNvPr>
                <p14:cNvContentPartPr/>
                <p14:nvPr/>
              </p14:nvContentPartPr>
              <p14:xfrm>
                <a:off x="9903528" y="5616504"/>
                <a:ext cx="198720" cy="644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8D5D009B-6E2D-6CF2-21B7-0153A9D96DDF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9894888" y="5607864"/>
                  <a:ext cx="21636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124BD5A5-DE77-6CD3-B519-42AF1DB0F382}"/>
                    </a:ext>
                  </a:extLst>
                </p14:cNvPr>
                <p14:cNvContentPartPr/>
                <p14:nvPr/>
              </p14:nvContentPartPr>
              <p14:xfrm>
                <a:off x="10176408" y="5603184"/>
                <a:ext cx="212400" cy="4392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124BD5A5-DE77-6CD3-B519-42AF1DB0F382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0167408" y="5594544"/>
                  <a:ext cx="230040" cy="6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5DCAC872-612F-1E69-F7FA-B88C425034F2}"/>
              </a:ext>
            </a:extLst>
          </p:cNvPr>
          <p:cNvGrpSpPr/>
          <p:nvPr/>
        </p:nvGrpSpPr>
        <p:grpSpPr>
          <a:xfrm>
            <a:off x="10696968" y="5436504"/>
            <a:ext cx="924480" cy="504000"/>
            <a:chOff x="10696968" y="5436504"/>
            <a:chExt cx="924480" cy="50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C1638277-B90C-DBBC-2F32-33A1ED4E5087}"/>
                    </a:ext>
                  </a:extLst>
                </p14:cNvPr>
                <p14:cNvContentPartPr/>
                <p14:nvPr/>
              </p14:nvContentPartPr>
              <p14:xfrm>
                <a:off x="10696968" y="5436504"/>
                <a:ext cx="175320" cy="29160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C1638277-B90C-DBBC-2F32-33A1ED4E5087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0687968" y="5427504"/>
                  <a:ext cx="19296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5ADDFB6B-9E3E-8E5A-9449-BD29F7424030}"/>
                    </a:ext>
                  </a:extLst>
                </p14:cNvPr>
                <p14:cNvContentPartPr/>
                <p14:nvPr/>
              </p14:nvContentPartPr>
              <p14:xfrm>
                <a:off x="10906488" y="5622984"/>
                <a:ext cx="19800" cy="9216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5ADDFB6B-9E3E-8E5A-9449-BD29F7424030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0897848" y="5613984"/>
                  <a:ext cx="3744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2981ED30-2E61-7EFA-3D2B-9E0ABA685A4A}"/>
                    </a:ext>
                  </a:extLst>
                </p14:cNvPr>
                <p14:cNvContentPartPr/>
                <p14:nvPr/>
              </p14:nvContentPartPr>
              <p14:xfrm>
                <a:off x="10978128" y="5517864"/>
                <a:ext cx="9720" cy="2772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2981ED30-2E61-7EFA-3D2B-9E0ABA685A4A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0969128" y="5509224"/>
                  <a:ext cx="273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A3B04218-A7F5-0A4C-F0A4-1FB881842EB1}"/>
                    </a:ext>
                  </a:extLst>
                </p14:cNvPr>
                <p14:cNvContentPartPr/>
                <p14:nvPr/>
              </p14:nvContentPartPr>
              <p14:xfrm>
                <a:off x="11033928" y="5586984"/>
                <a:ext cx="587520" cy="35352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A3B04218-A7F5-0A4C-F0A4-1FB881842EB1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1024928" y="5577984"/>
                  <a:ext cx="605160" cy="37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4A5BADF7-1C99-D085-94FC-8C604A7AFD77}"/>
              </a:ext>
            </a:extLst>
          </p:cNvPr>
          <p:cNvGrpSpPr/>
          <p:nvPr/>
        </p:nvGrpSpPr>
        <p:grpSpPr>
          <a:xfrm>
            <a:off x="2496528" y="6012144"/>
            <a:ext cx="1868760" cy="495720"/>
            <a:chOff x="2496528" y="6012144"/>
            <a:chExt cx="1868760" cy="49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BF8672BD-59E8-711C-01AE-8673C16D4726}"/>
                    </a:ext>
                  </a:extLst>
                </p14:cNvPr>
                <p14:cNvContentPartPr/>
                <p14:nvPr/>
              </p14:nvContentPartPr>
              <p14:xfrm>
                <a:off x="2496528" y="6054984"/>
                <a:ext cx="252360" cy="45288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BF8672BD-59E8-711C-01AE-8673C16D4726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2487528" y="6045984"/>
                  <a:ext cx="270000" cy="47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68969BC1-8277-875B-B55D-EB37C9134EA6}"/>
                    </a:ext>
                  </a:extLst>
                </p14:cNvPr>
                <p14:cNvContentPartPr/>
                <p14:nvPr/>
              </p14:nvContentPartPr>
              <p14:xfrm>
                <a:off x="2832048" y="6121224"/>
                <a:ext cx="456480" cy="11412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68969BC1-8277-875B-B55D-EB37C9134EA6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2823408" y="6112224"/>
                  <a:ext cx="4741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4672D4C4-63D9-F5BB-49AC-00BC5BA0BE9B}"/>
                    </a:ext>
                  </a:extLst>
                </p14:cNvPr>
                <p14:cNvContentPartPr/>
                <p14:nvPr/>
              </p14:nvContentPartPr>
              <p14:xfrm>
                <a:off x="3341448" y="6012144"/>
                <a:ext cx="139680" cy="35676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4672D4C4-63D9-F5BB-49AC-00BC5BA0BE9B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3332448" y="6003504"/>
                  <a:ext cx="15732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E369CF96-92D6-6A91-658A-03174016932A}"/>
                    </a:ext>
                  </a:extLst>
                </p14:cNvPr>
                <p14:cNvContentPartPr/>
                <p14:nvPr/>
              </p14:nvContentPartPr>
              <p14:xfrm>
                <a:off x="3537288" y="6023664"/>
                <a:ext cx="133920" cy="22500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E369CF96-92D6-6A91-658A-03174016932A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3528648" y="6014664"/>
                  <a:ext cx="1515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93B21294-965B-06C5-817C-9169BAC9D47A}"/>
                    </a:ext>
                  </a:extLst>
                </p14:cNvPr>
                <p14:cNvContentPartPr/>
                <p14:nvPr/>
              </p14:nvContentPartPr>
              <p14:xfrm>
                <a:off x="3718008" y="6158304"/>
                <a:ext cx="135000" cy="6948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93B21294-965B-06C5-817C-9169BAC9D47A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3709368" y="6149664"/>
                  <a:ext cx="15264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DCC55A55-02CB-2CD4-F0DB-C51BE2838D14}"/>
                    </a:ext>
                  </a:extLst>
                </p14:cNvPr>
                <p14:cNvContentPartPr/>
                <p14:nvPr/>
              </p14:nvContentPartPr>
              <p14:xfrm>
                <a:off x="3917808" y="6129864"/>
                <a:ext cx="135720" cy="8640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DCC55A55-02CB-2CD4-F0DB-C51BE2838D14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3908808" y="6121224"/>
                  <a:ext cx="1533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A8289AF3-0D63-DB57-AED1-46977A3FB5D0}"/>
                    </a:ext>
                  </a:extLst>
                </p14:cNvPr>
                <p14:cNvContentPartPr/>
                <p14:nvPr/>
              </p14:nvContentPartPr>
              <p14:xfrm>
                <a:off x="3995568" y="6138864"/>
                <a:ext cx="110160" cy="950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A8289AF3-0D63-DB57-AED1-46977A3FB5D0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3986568" y="6129864"/>
                  <a:ext cx="12780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0364E277-815E-F4D7-FA70-7D53F7547382}"/>
                    </a:ext>
                  </a:extLst>
                </p14:cNvPr>
                <p14:cNvContentPartPr/>
                <p14:nvPr/>
              </p14:nvContentPartPr>
              <p14:xfrm>
                <a:off x="4163328" y="6187104"/>
                <a:ext cx="45360" cy="6552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0364E277-815E-F4D7-FA70-7D53F7547382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4154328" y="6178104"/>
                  <a:ext cx="6300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C8F923A3-7581-6FD7-5A6D-E87D6828E05E}"/>
                    </a:ext>
                  </a:extLst>
                </p14:cNvPr>
                <p14:cNvContentPartPr/>
                <p14:nvPr/>
              </p14:nvContentPartPr>
              <p14:xfrm>
                <a:off x="4305168" y="6160104"/>
                <a:ext cx="60120" cy="9900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C8F923A3-7581-6FD7-5A6D-E87D6828E05E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4296168" y="6151104"/>
                  <a:ext cx="77760" cy="11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362" name="Ink 361">
                <a:extLst>
                  <a:ext uri="{FF2B5EF4-FFF2-40B4-BE49-F238E27FC236}">
                    <a16:creationId xmlns:a16="http://schemas.microsoft.com/office/drawing/2014/main" id="{A9E589DD-6E77-C904-4112-AF641C857632}"/>
                  </a:ext>
                </a:extLst>
              </p14:cNvPr>
              <p14:cNvContentPartPr/>
              <p14:nvPr/>
            </p14:nvContentPartPr>
            <p14:xfrm>
              <a:off x="4638528" y="6295104"/>
              <a:ext cx="10800" cy="11160"/>
            </p14:xfrm>
          </p:contentPart>
        </mc:Choice>
        <mc:Fallback xmlns="">
          <p:pic>
            <p:nvPicPr>
              <p:cNvPr id="362" name="Ink 361">
                <a:extLst>
                  <a:ext uri="{FF2B5EF4-FFF2-40B4-BE49-F238E27FC236}">
                    <a16:creationId xmlns:a16="http://schemas.microsoft.com/office/drawing/2014/main" id="{A9E589DD-6E77-C904-4112-AF641C857632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4629528" y="6286104"/>
                <a:ext cx="2844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363" name="Ink 362">
                <a:extLst>
                  <a:ext uri="{FF2B5EF4-FFF2-40B4-BE49-F238E27FC236}">
                    <a16:creationId xmlns:a16="http://schemas.microsoft.com/office/drawing/2014/main" id="{162A6EBD-732A-BF51-FAC1-F20C4AD03E89}"/>
                  </a:ext>
                </a:extLst>
              </p14:cNvPr>
              <p14:cNvContentPartPr/>
              <p14:nvPr/>
            </p14:nvContentPartPr>
            <p14:xfrm>
              <a:off x="4648608" y="6134904"/>
              <a:ext cx="5760" cy="33120"/>
            </p14:xfrm>
          </p:contentPart>
        </mc:Choice>
        <mc:Fallback xmlns="">
          <p:pic>
            <p:nvPicPr>
              <p:cNvPr id="363" name="Ink 362">
                <a:extLst>
                  <a:ext uri="{FF2B5EF4-FFF2-40B4-BE49-F238E27FC236}">
                    <a16:creationId xmlns:a16="http://schemas.microsoft.com/office/drawing/2014/main" id="{162A6EBD-732A-BF51-FAC1-F20C4AD03E89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639968" y="6126264"/>
                <a:ext cx="23400" cy="50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72" name="Group 371">
            <a:extLst>
              <a:ext uri="{FF2B5EF4-FFF2-40B4-BE49-F238E27FC236}">
                <a16:creationId xmlns:a16="http://schemas.microsoft.com/office/drawing/2014/main" id="{F6CE7A17-C847-49A1-C483-3BA8179EE1EE}"/>
              </a:ext>
            </a:extLst>
          </p:cNvPr>
          <p:cNvGrpSpPr/>
          <p:nvPr/>
        </p:nvGrpSpPr>
        <p:grpSpPr>
          <a:xfrm>
            <a:off x="5163048" y="6044904"/>
            <a:ext cx="754200" cy="438480"/>
            <a:chOff x="5163048" y="6044904"/>
            <a:chExt cx="754200" cy="43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EAEC402C-C8C4-356F-3FCC-B9166BAEE9C3}"/>
                    </a:ext>
                  </a:extLst>
                </p14:cNvPr>
                <p14:cNvContentPartPr/>
                <p14:nvPr/>
              </p14:nvContentPartPr>
              <p14:xfrm>
                <a:off x="5163048" y="6044904"/>
                <a:ext cx="248760" cy="24948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EAEC402C-C8C4-356F-3FCC-B9166BAEE9C3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5154408" y="6036264"/>
                  <a:ext cx="2664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CB662022-DBB6-37E4-F341-9460403E58A8}"/>
                    </a:ext>
                  </a:extLst>
                </p14:cNvPr>
                <p14:cNvContentPartPr/>
                <p14:nvPr/>
              </p14:nvContentPartPr>
              <p14:xfrm>
                <a:off x="5412528" y="6183504"/>
                <a:ext cx="5760" cy="126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CB662022-DBB6-37E4-F341-9460403E58A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403888" y="6174864"/>
                  <a:ext cx="23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D61F9F2D-4EB0-6667-5262-B03966622610}"/>
                    </a:ext>
                  </a:extLst>
                </p14:cNvPr>
                <p14:cNvContentPartPr/>
                <p14:nvPr/>
              </p14:nvContentPartPr>
              <p14:xfrm>
                <a:off x="5538168" y="6206184"/>
                <a:ext cx="379080" cy="27720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D61F9F2D-4EB0-6667-5262-B03966622610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5529168" y="6197544"/>
                  <a:ext cx="396720" cy="29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E7903F4E-502B-E38A-9343-CBAF595C10FB}"/>
              </a:ext>
            </a:extLst>
          </p:cNvPr>
          <p:cNvGrpSpPr/>
          <p:nvPr/>
        </p:nvGrpSpPr>
        <p:grpSpPr>
          <a:xfrm>
            <a:off x="6254928" y="6090264"/>
            <a:ext cx="675000" cy="225720"/>
            <a:chOff x="6254928" y="6090264"/>
            <a:chExt cx="675000" cy="22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97FB1DC2-D5E5-780D-26B2-08086BC4D442}"/>
                    </a:ext>
                  </a:extLst>
                </p14:cNvPr>
                <p14:cNvContentPartPr/>
                <p14:nvPr/>
              </p14:nvContentPartPr>
              <p14:xfrm>
                <a:off x="6254928" y="6166944"/>
                <a:ext cx="217440" cy="14904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97FB1DC2-D5E5-780D-26B2-08086BC4D442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6246288" y="6158304"/>
                  <a:ext cx="2350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BF98D49C-1448-7084-098A-DC622ECC6048}"/>
                    </a:ext>
                  </a:extLst>
                </p14:cNvPr>
                <p14:cNvContentPartPr/>
                <p14:nvPr/>
              </p14:nvContentPartPr>
              <p14:xfrm>
                <a:off x="6574608" y="6090264"/>
                <a:ext cx="355320" cy="20304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BF98D49C-1448-7084-098A-DC622ECC6048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6565968" y="6081624"/>
                  <a:ext cx="372960" cy="22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0A71E71-9D3B-1AB7-9684-BF9DA454FC1F}"/>
              </a:ext>
            </a:extLst>
          </p:cNvPr>
          <p:cNvGrpSpPr/>
          <p:nvPr/>
        </p:nvGrpSpPr>
        <p:grpSpPr>
          <a:xfrm>
            <a:off x="7406208" y="6033384"/>
            <a:ext cx="428040" cy="261360"/>
            <a:chOff x="7406208" y="6033384"/>
            <a:chExt cx="428040" cy="26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28E2AF49-2453-ADF1-BB5A-DB53F73D2824}"/>
                    </a:ext>
                  </a:extLst>
                </p14:cNvPr>
                <p14:cNvContentPartPr/>
                <p14:nvPr/>
              </p14:nvContentPartPr>
              <p14:xfrm>
                <a:off x="7465968" y="6033384"/>
                <a:ext cx="42120" cy="26136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28E2AF49-2453-ADF1-BB5A-DB53F73D2824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7456968" y="6024384"/>
                  <a:ext cx="5976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46155085-F4EC-8909-FD8D-3CD6324E4A16}"/>
                    </a:ext>
                  </a:extLst>
                </p14:cNvPr>
                <p14:cNvContentPartPr/>
                <p14:nvPr/>
              </p14:nvContentPartPr>
              <p14:xfrm>
                <a:off x="7406208" y="6044904"/>
                <a:ext cx="428040" cy="22248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46155085-F4EC-8909-FD8D-3CD6324E4A16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7397568" y="6036264"/>
                  <a:ext cx="445680" cy="24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1E81647C-9BDD-1F84-3E06-2E5B9A21A4F0}"/>
              </a:ext>
            </a:extLst>
          </p:cNvPr>
          <p:cNvGrpSpPr/>
          <p:nvPr/>
        </p:nvGrpSpPr>
        <p:grpSpPr>
          <a:xfrm>
            <a:off x="8154288" y="6046344"/>
            <a:ext cx="1313280" cy="246600"/>
            <a:chOff x="8154288" y="6046344"/>
            <a:chExt cx="1313280" cy="24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F52D76B8-0D78-AC78-67D9-F2627D9A182B}"/>
                    </a:ext>
                  </a:extLst>
                </p14:cNvPr>
                <p14:cNvContentPartPr/>
                <p14:nvPr/>
              </p14:nvContentPartPr>
              <p14:xfrm>
                <a:off x="8154288" y="6046344"/>
                <a:ext cx="100440" cy="2102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F52D76B8-0D78-AC78-67D9-F2627D9A182B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8145288" y="6037704"/>
                  <a:ext cx="11808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19FBAA16-4921-1F76-21F5-D895C1809B8F}"/>
                    </a:ext>
                  </a:extLst>
                </p14:cNvPr>
                <p14:cNvContentPartPr/>
                <p14:nvPr/>
              </p14:nvContentPartPr>
              <p14:xfrm>
                <a:off x="8352648" y="6198624"/>
                <a:ext cx="39960" cy="4860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19FBAA16-4921-1F76-21F5-D895C1809B8F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8344008" y="6189984"/>
                  <a:ext cx="5760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542E910D-B615-FA85-30FE-A782B179F037}"/>
                    </a:ext>
                  </a:extLst>
                </p14:cNvPr>
                <p14:cNvContentPartPr/>
                <p14:nvPr/>
              </p14:nvContentPartPr>
              <p14:xfrm>
                <a:off x="8466048" y="6181344"/>
                <a:ext cx="48960" cy="5112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542E910D-B615-FA85-30FE-A782B179F037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8457408" y="6172704"/>
                  <a:ext cx="6660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14A1ADC3-06D8-5CC5-0E3D-7B3F46C2D511}"/>
                    </a:ext>
                  </a:extLst>
                </p14:cNvPr>
                <p14:cNvContentPartPr/>
                <p14:nvPr/>
              </p14:nvContentPartPr>
              <p14:xfrm>
                <a:off x="8590248" y="6121224"/>
                <a:ext cx="140760" cy="16956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14A1ADC3-06D8-5CC5-0E3D-7B3F46C2D511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8581608" y="6112584"/>
                  <a:ext cx="1584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BBA23B25-C42D-D7F4-90E6-714467858870}"/>
                    </a:ext>
                  </a:extLst>
                </p14:cNvPr>
                <p14:cNvContentPartPr/>
                <p14:nvPr/>
              </p14:nvContentPartPr>
              <p14:xfrm>
                <a:off x="9109728" y="6049944"/>
                <a:ext cx="46080" cy="24300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BBA23B25-C42D-D7F4-90E6-714467858870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9101088" y="6040944"/>
                  <a:ext cx="6372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3059FD45-484E-03C8-C8FB-149281B374F6}"/>
                    </a:ext>
                  </a:extLst>
                </p14:cNvPr>
                <p14:cNvContentPartPr/>
                <p14:nvPr/>
              </p14:nvContentPartPr>
              <p14:xfrm>
                <a:off x="8961768" y="6165504"/>
                <a:ext cx="505800" cy="8028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3059FD45-484E-03C8-C8FB-149281B374F6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8952768" y="6156504"/>
                  <a:ext cx="523440" cy="9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E1022F33-B204-CC32-C6C0-6E3BC2640766}"/>
              </a:ext>
            </a:extLst>
          </p:cNvPr>
          <p:cNvGrpSpPr/>
          <p:nvPr/>
        </p:nvGrpSpPr>
        <p:grpSpPr>
          <a:xfrm>
            <a:off x="9832608" y="5960304"/>
            <a:ext cx="648360" cy="264600"/>
            <a:chOff x="9832608" y="5960304"/>
            <a:chExt cx="648360" cy="26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D6C7701A-AB4C-1AFB-29BD-08E1E37B6228}"/>
                    </a:ext>
                  </a:extLst>
                </p14:cNvPr>
                <p14:cNvContentPartPr/>
                <p14:nvPr/>
              </p14:nvContentPartPr>
              <p14:xfrm>
                <a:off x="9832608" y="5960304"/>
                <a:ext cx="210600" cy="26064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D6C7701A-AB4C-1AFB-29BD-08E1E37B6228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9823968" y="5951304"/>
                  <a:ext cx="22824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482EF15A-B722-893E-D14A-FABBA94432B0}"/>
                    </a:ext>
                  </a:extLst>
                </p14:cNvPr>
                <p14:cNvContentPartPr/>
                <p14:nvPr/>
              </p14:nvContentPartPr>
              <p14:xfrm>
                <a:off x="10085328" y="6104304"/>
                <a:ext cx="95040" cy="11700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482EF15A-B722-893E-D14A-FABBA94432B0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0076328" y="6095304"/>
                  <a:ext cx="1126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96309B0E-BB62-121C-BCF4-2A22FF0BF535}"/>
                    </a:ext>
                  </a:extLst>
                </p14:cNvPr>
                <p14:cNvContentPartPr/>
                <p14:nvPr/>
              </p14:nvContentPartPr>
              <p14:xfrm>
                <a:off x="10270728" y="6120504"/>
                <a:ext cx="210240" cy="10440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96309B0E-BB62-121C-BCF4-2A22FF0BF535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0261728" y="6111864"/>
                  <a:ext cx="227880" cy="12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18812864-D49B-605F-211F-1DED4CCC26C2}"/>
              </a:ext>
            </a:extLst>
          </p:cNvPr>
          <p:cNvGrpSpPr/>
          <p:nvPr/>
        </p:nvGrpSpPr>
        <p:grpSpPr>
          <a:xfrm>
            <a:off x="7780968" y="6421104"/>
            <a:ext cx="767520" cy="266400"/>
            <a:chOff x="7780968" y="6421104"/>
            <a:chExt cx="767520" cy="26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DA002AE1-39B3-3B26-5BF1-AA2C73765951}"/>
                    </a:ext>
                  </a:extLst>
                </p14:cNvPr>
                <p14:cNvContentPartPr/>
                <p14:nvPr/>
              </p14:nvContentPartPr>
              <p14:xfrm>
                <a:off x="7780968" y="6435504"/>
                <a:ext cx="549000" cy="25200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DA002AE1-39B3-3B26-5BF1-AA2C73765951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7771968" y="6426864"/>
                  <a:ext cx="56664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E0F2FD6A-E2DD-CA68-96B2-62DF7E09CB60}"/>
                    </a:ext>
                  </a:extLst>
                </p14:cNvPr>
                <p14:cNvContentPartPr/>
                <p14:nvPr/>
              </p14:nvContentPartPr>
              <p14:xfrm>
                <a:off x="8358768" y="6421104"/>
                <a:ext cx="189720" cy="15624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E0F2FD6A-E2DD-CA68-96B2-62DF7E09CB60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8350128" y="6412104"/>
                  <a:ext cx="207360" cy="17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9CE9A971-64CE-5765-4352-7EA9C084CD51}"/>
              </a:ext>
            </a:extLst>
          </p:cNvPr>
          <p:cNvGrpSpPr/>
          <p:nvPr/>
        </p:nvGrpSpPr>
        <p:grpSpPr>
          <a:xfrm>
            <a:off x="8848368" y="6408504"/>
            <a:ext cx="678240" cy="280800"/>
            <a:chOff x="8848368" y="6408504"/>
            <a:chExt cx="678240" cy="28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0F26C3C7-CA78-CC41-776B-DEF111796CB7}"/>
                    </a:ext>
                  </a:extLst>
                </p14:cNvPr>
                <p14:cNvContentPartPr/>
                <p14:nvPr/>
              </p14:nvContentPartPr>
              <p14:xfrm>
                <a:off x="8848368" y="6408504"/>
                <a:ext cx="81360" cy="15588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0F26C3C7-CA78-CC41-776B-DEF111796CB7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8839368" y="6399864"/>
                  <a:ext cx="990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7E8AB56A-FDE6-0474-883F-B19BFC6B01A0}"/>
                    </a:ext>
                  </a:extLst>
                </p14:cNvPr>
                <p14:cNvContentPartPr/>
                <p14:nvPr/>
              </p14:nvContentPartPr>
              <p14:xfrm>
                <a:off x="9019368" y="6491304"/>
                <a:ext cx="71280" cy="5796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7E8AB56A-FDE6-0474-883F-B19BFC6B01A0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9010368" y="6482304"/>
                  <a:ext cx="889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2068154E-9728-214B-AD8E-C2C8C5FE82D3}"/>
                    </a:ext>
                  </a:extLst>
                </p14:cNvPr>
                <p14:cNvContentPartPr/>
                <p14:nvPr/>
              </p14:nvContentPartPr>
              <p14:xfrm>
                <a:off x="9174528" y="6475464"/>
                <a:ext cx="352080" cy="21384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2068154E-9728-214B-AD8E-C2C8C5FE82D3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9165888" y="6466464"/>
                  <a:ext cx="369720" cy="23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74F32564-D1EA-26A0-03BF-9B8CA900941A}"/>
              </a:ext>
            </a:extLst>
          </p:cNvPr>
          <p:cNvGrpSpPr/>
          <p:nvPr/>
        </p:nvGrpSpPr>
        <p:grpSpPr>
          <a:xfrm>
            <a:off x="9806328" y="6421104"/>
            <a:ext cx="190800" cy="128880"/>
            <a:chOff x="9806328" y="6421104"/>
            <a:chExt cx="190800" cy="12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289BCEFE-13A3-D780-F92B-6BCDAC9E11F4}"/>
                    </a:ext>
                  </a:extLst>
                </p14:cNvPr>
                <p14:cNvContentPartPr/>
                <p14:nvPr/>
              </p14:nvContentPartPr>
              <p14:xfrm>
                <a:off x="9806328" y="6499944"/>
                <a:ext cx="28080" cy="5004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289BCEFE-13A3-D780-F92B-6BCDAC9E11F4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9797328" y="6491304"/>
                  <a:ext cx="457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5B5E0C67-83EB-B362-0EF2-FFFB46CE8C7C}"/>
                    </a:ext>
                  </a:extLst>
                </p14:cNvPr>
                <p14:cNvContentPartPr/>
                <p14:nvPr/>
              </p14:nvContentPartPr>
              <p14:xfrm>
                <a:off x="9833328" y="6421104"/>
                <a:ext cx="8280" cy="2916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5B5E0C67-83EB-B362-0EF2-FFFB46CE8C7C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9824688" y="6412104"/>
                  <a:ext cx="259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593FC17E-4051-32F1-2120-87DFE570E383}"/>
                    </a:ext>
                  </a:extLst>
                </p14:cNvPr>
                <p14:cNvContentPartPr/>
                <p14:nvPr/>
              </p14:nvContentPartPr>
              <p14:xfrm>
                <a:off x="9921168" y="6491664"/>
                <a:ext cx="75960" cy="2088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593FC17E-4051-32F1-2120-87DFE570E383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9912528" y="6483024"/>
                  <a:ext cx="9360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5CD97950-57B5-228B-8C2C-5349F6B61367}"/>
              </a:ext>
            </a:extLst>
          </p:cNvPr>
          <p:cNvGrpSpPr/>
          <p:nvPr/>
        </p:nvGrpSpPr>
        <p:grpSpPr>
          <a:xfrm>
            <a:off x="10327968" y="6395544"/>
            <a:ext cx="267480" cy="215280"/>
            <a:chOff x="10327968" y="6395544"/>
            <a:chExt cx="267480" cy="21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8DCBC731-02FB-7F9E-6AF3-BE435FD55D8A}"/>
                    </a:ext>
                  </a:extLst>
                </p14:cNvPr>
                <p14:cNvContentPartPr/>
                <p14:nvPr/>
              </p14:nvContentPartPr>
              <p14:xfrm>
                <a:off x="10327968" y="6447024"/>
                <a:ext cx="21240" cy="16380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8DCBC731-02FB-7F9E-6AF3-BE435FD55D8A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10319328" y="6438384"/>
                  <a:ext cx="388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1477D15A-F143-E710-3C66-21B4F529EF99}"/>
                    </a:ext>
                  </a:extLst>
                </p14:cNvPr>
                <p14:cNvContentPartPr/>
                <p14:nvPr/>
              </p14:nvContentPartPr>
              <p14:xfrm>
                <a:off x="10428408" y="6395544"/>
                <a:ext cx="167040" cy="15732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1477D15A-F143-E710-3C66-21B4F529EF99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10419408" y="6386544"/>
                  <a:ext cx="184680" cy="17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29A395EA-B21A-AE16-135F-F0847DB87ECD}"/>
              </a:ext>
            </a:extLst>
          </p:cNvPr>
          <p:cNvGrpSpPr/>
          <p:nvPr/>
        </p:nvGrpSpPr>
        <p:grpSpPr>
          <a:xfrm>
            <a:off x="10875168" y="6221304"/>
            <a:ext cx="987840" cy="440280"/>
            <a:chOff x="10875168" y="6221304"/>
            <a:chExt cx="987840" cy="44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9B277788-551D-1E88-4B82-C5BA199195C0}"/>
                    </a:ext>
                  </a:extLst>
                </p14:cNvPr>
                <p14:cNvContentPartPr/>
                <p14:nvPr/>
              </p14:nvContentPartPr>
              <p14:xfrm>
                <a:off x="10875168" y="6221304"/>
                <a:ext cx="214200" cy="44028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9B277788-551D-1E88-4B82-C5BA199195C0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10866168" y="6212304"/>
                  <a:ext cx="23184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B78F1BA6-E4F3-3E1D-2720-E97613E7B0B5}"/>
                    </a:ext>
                  </a:extLst>
                </p14:cNvPr>
                <p14:cNvContentPartPr/>
                <p14:nvPr/>
              </p14:nvContentPartPr>
              <p14:xfrm>
                <a:off x="10930248" y="6475464"/>
                <a:ext cx="134280" cy="4752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B78F1BA6-E4F3-3E1D-2720-E97613E7B0B5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10921608" y="6466464"/>
                  <a:ext cx="15192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CB965647-F455-7150-C7A1-7207B65DCEAF}"/>
                    </a:ext>
                  </a:extLst>
                </p14:cNvPr>
                <p14:cNvContentPartPr/>
                <p14:nvPr/>
              </p14:nvContentPartPr>
              <p14:xfrm>
                <a:off x="11118168" y="6446664"/>
                <a:ext cx="182160" cy="8100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CB965647-F455-7150-C7A1-7207B65DCEAF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11109528" y="6438024"/>
                  <a:ext cx="19980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4D750F1E-B671-6B16-F28B-E85B0C7F5DEF}"/>
                    </a:ext>
                  </a:extLst>
                </p14:cNvPr>
                <p14:cNvContentPartPr/>
                <p14:nvPr/>
              </p14:nvContentPartPr>
              <p14:xfrm>
                <a:off x="11331648" y="6423984"/>
                <a:ext cx="103680" cy="7596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4D750F1E-B671-6B16-F28B-E85B0C7F5DEF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11322648" y="6415344"/>
                  <a:ext cx="1213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94D4E5C8-3371-FFF8-892A-D42CD047986A}"/>
                    </a:ext>
                  </a:extLst>
                </p14:cNvPr>
                <p14:cNvContentPartPr/>
                <p14:nvPr/>
              </p14:nvContentPartPr>
              <p14:xfrm>
                <a:off x="11483928" y="6441984"/>
                <a:ext cx="254520" cy="4500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94D4E5C8-3371-FFF8-892A-D42CD047986A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11475288" y="6433344"/>
                  <a:ext cx="2721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83072527-06FC-4D7F-FC55-603269199F9C}"/>
                    </a:ext>
                  </a:extLst>
                </p14:cNvPr>
                <p14:cNvContentPartPr/>
                <p14:nvPr/>
              </p14:nvContentPartPr>
              <p14:xfrm>
                <a:off x="11848608" y="6451344"/>
                <a:ext cx="14400" cy="2016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83072527-06FC-4D7F-FC55-603269199F9C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11839608" y="6442704"/>
                  <a:ext cx="3204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C0C37AB6-C887-00D5-AC76-627D30147416}"/>
              </a:ext>
            </a:extLst>
          </p:cNvPr>
          <p:cNvGrpSpPr/>
          <p:nvPr/>
        </p:nvGrpSpPr>
        <p:grpSpPr>
          <a:xfrm>
            <a:off x="4394088" y="6447744"/>
            <a:ext cx="3063960" cy="458640"/>
            <a:chOff x="4394088" y="6447744"/>
            <a:chExt cx="3063960" cy="45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5AAFB73E-6D04-8B53-3C7A-2D8E9BB2C96E}"/>
                    </a:ext>
                  </a:extLst>
                </p14:cNvPr>
                <p14:cNvContentPartPr/>
                <p14:nvPr/>
              </p14:nvContentPartPr>
              <p14:xfrm>
                <a:off x="6680808" y="6463224"/>
                <a:ext cx="415080" cy="16164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5AAFB73E-6D04-8B53-3C7A-2D8E9BB2C96E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6672168" y="6454584"/>
                  <a:ext cx="4327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FAD3EA24-7D87-DC46-44D6-88509AF752CF}"/>
                    </a:ext>
                  </a:extLst>
                </p14:cNvPr>
                <p14:cNvContentPartPr/>
                <p14:nvPr/>
              </p14:nvContentPartPr>
              <p14:xfrm>
                <a:off x="7096608" y="6497784"/>
                <a:ext cx="140760" cy="9216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FAD3EA24-7D87-DC46-44D6-88509AF752CF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7087968" y="6488784"/>
                  <a:ext cx="15840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F66E1AA0-453E-163A-BD27-3524C68C1CB8}"/>
                    </a:ext>
                  </a:extLst>
                </p14:cNvPr>
                <p14:cNvContentPartPr/>
                <p14:nvPr/>
              </p14:nvContentPartPr>
              <p14:xfrm>
                <a:off x="4394088" y="6486264"/>
                <a:ext cx="212760" cy="20124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F66E1AA0-453E-163A-BD27-3524C68C1CB8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4385448" y="6477264"/>
                  <a:ext cx="2304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AF8756FA-71F8-0541-B0D0-8FFA29DF0CCA}"/>
                    </a:ext>
                  </a:extLst>
                </p14:cNvPr>
                <p14:cNvContentPartPr/>
                <p14:nvPr/>
              </p14:nvContentPartPr>
              <p14:xfrm>
                <a:off x="4613688" y="6575544"/>
                <a:ext cx="103680" cy="7380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AF8756FA-71F8-0541-B0D0-8FFA29DF0CCA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4605048" y="6566544"/>
                  <a:ext cx="1213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EE106D4A-817E-0132-269B-7393CB88A13E}"/>
                    </a:ext>
                  </a:extLst>
                </p14:cNvPr>
                <p14:cNvContentPartPr/>
                <p14:nvPr/>
              </p14:nvContentPartPr>
              <p14:xfrm>
                <a:off x="4780368" y="6591024"/>
                <a:ext cx="240480" cy="4536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EE106D4A-817E-0132-269B-7393CB88A13E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4771728" y="6582024"/>
                  <a:ext cx="2581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0779D7CB-61C4-1133-F0D6-2E34D631BC85}"/>
                    </a:ext>
                  </a:extLst>
                </p14:cNvPr>
                <p14:cNvContentPartPr/>
                <p14:nvPr/>
              </p14:nvContentPartPr>
              <p14:xfrm>
                <a:off x="5318928" y="6447744"/>
                <a:ext cx="444240" cy="21744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0779D7CB-61C4-1133-F0D6-2E34D631BC85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5310288" y="6438744"/>
                  <a:ext cx="4618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B127B74E-85BC-1C19-FB05-A048363D370C}"/>
                    </a:ext>
                  </a:extLst>
                </p14:cNvPr>
                <p14:cNvContentPartPr/>
                <p14:nvPr/>
              </p14:nvContentPartPr>
              <p14:xfrm>
                <a:off x="6133248" y="6464664"/>
                <a:ext cx="303480" cy="17568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B127B74E-85BC-1C19-FB05-A048363D370C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6124608" y="6456024"/>
                  <a:ext cx="3211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9B1E6B47-C0F4-D2DA-8327-571534721A4C}"/>
                    </a:ext>
                  </a:extLst>
                </p14:cNvPr>
                <p14:cNvContentPartPr/>
                <p14:nvPr/>
              </p14:nvContentPartPr>
              <p14:xfrm>
                <a:off x="4755528" y="6701184"/>
                <a:ext cx="93600" cy="12456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9B1E6B47-C0F4-D2DA-8327-571534721A4C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4746528" y="6692544"/>
                  <a:ext cx="1112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B3C370F3-73F4-1391-FD93-CAEE5DF398C9}"/>
                    </a:ext>
                  </a:extLst>
                </p14:cNvPr>
                <p14:cNvContentPartPr/>
                <p14:nvPr/>
              </p14:nvContentPartPr>
              <p14:xfrm>
                <a:off x="4915008" y="6806664"/>
                <a:ext cx="8280" cy="3672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B3C370F3-73F4-1391-FD93-CAEE5DF398C9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4906368" y="6797664"/>
                  <a:ext cx="259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CFE41961-72AE-C2D6-650D-7B8BE0850BE6}"/>
                    </a:ext>
                  </a:extLst>
                </p14:cNvPr>
                <p14:cNvContentPartPr/>
                <p14:nvPr/>
              </p14:nvContentPartPr>
              <p14:xfrm>
                <a:off x="4936248" y="6740064"/>
                <a:ext cx="4320" cy="2844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CFE41961-72AE-C2D6-650D-7B8BE0850BE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927608" y="6731424"/>
                  <a:ext cx="219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4210C8C5-C8B7-80F9-9716-38BD2BD3D6D2}"/>
                    </a:ext>
                  </a:extLst>
                </p14:cNvPr>
                <p14:cNvContentPartPr/>
                <p14:nvPr/>
              </p14:nvContentPartPr>
              <p14:xfrm>
                <a:off x="5012568" y="6761304"/>
                <a:ext cx="222120" cy="14508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4210C8C5-C8B7-80F9-9716-38BD2BD3D6D2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5003568" y="6752664"/>
                  <a:ext cx="2397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0EEC263D-15FE-C90A-1587-1B956A6C160E}"/>
                    </a:ext>
                  </a:extLst>
                </p14:cNvPr>
                <p14:cNvContentPartPr/>
                <p14:nvPr/>
              </p14:nvContentPartPr>
              <p14:xfrm>
                <a:off x="5587488" y="6816384"/>
                <a:ext cx="90000" cy="3240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0EEC263D-15FE-C90A-1587-1B956A6C160E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5578488" y="6807384"/>
                  <a:ext cx="1076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6F02516A-765C-C603-AB23-C6D549844447}"/>
                    </a:ext>
                  </a:extLst>
                </p14:cNvPr>
                <p14:cNvContentPartPr/>
                <p14:nvPr/>
              </p14:nvContentPartPr>
              <p14:xfrm>
                <a:off x="5599008" y="6750144"/>
                <a:ext cx="40680" cy="2088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6F02516A-765C-C603-AB23-C6D549844447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5590368" y="6741144"/>
                  <a:ext cx="583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0619E30C-2AFE-ED6B-79D8-9584A929919D}"/>
                    </a:ext>
                  </a:extLst>
                </p14:cNvPr>
                <p14:cNvContentPartPr/>
                <p14:nvPr/>
              </p14:nvContentPartPr>
              <p14:xfrm>
                <a:off x="5948928" y="6756264"/>
                <a:ext cx="27000" cy="11700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0619E30C-2AFE-ED6B-79D8-9584A929919D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5940288" y="6747624"/>
                  <a:ext cx="4464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166670E4-52D4-7C2F-1CC6-8674044E473C}"/>
                    </a:ext>
                  </a:extLst>
                </p14:cNvPr>
                <p14:cNvContentPartPr/>
                <p14:nvPr/>
              </p14:nvContentPartPr>
              <p14:xfrm>
                <a:off x="5954328" y="6723504"/>
                <a:ext cx="312840" cy="12600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166670E4-52D4-7C2F-1CC6-8674044E473C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5945688" y="6714504"/>
                  <a:ext cx="3304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B9588D29-0555-6C0E-2505-4D41AA28507A}"/>
                    </a:ext>
                  </a:extLst>
                </p14:cNvPr>
                <p14:cNvContentPartPr/>
                <p14:nvPr/>
              </p14:nvContentPartPr>
              <p14:xfrm>
                <a:off x="6639048" y="6712344"/>
                <a:ext cx="95400" cy="11952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B9588D29-0555-6C0E-2505-4D41AA28507A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6630408" y="6703704"/>
                  <a:ext cx="1130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8F5CF8BA-8D15-124B-D2D4-84A987B4E944}"/>
                    </a:ext>
                  </a:extLst>
                </p14:cNvPr>
                <p14:cNvContentPartPr/>
                <p14:nvPr/>
              </p14:nvContentPartPr>
              <p14:xfrm>
                <a:off x="6819768" y="6686424"/>
                <a:ext cx="638280" cy="14580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8F5CF8BA-8D15-124B-D2D4-84A987B4E944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6810768" y="6677784"/>
                  <a:ext cx="655920" cy="163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85350680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US" dirty="0"/>
              <a:t>Connotation:</a:t>
            </a:r>
            <a:endParaRPr lang="en-IN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FA6EBFE-5F95-3F88-6408-70E0D9F0B116}"/>
              </a:ext>
            </a:extLst>
          </p:cNvPr>
          <p:cNvGrpSpPr/>
          <p:nvPr/>
        </p:nvGrpSpPr>
        <p:grpSpPr>
          <a:xfrm>
            <a:off x="2604888" y="73944"/>
            <a:ext cx="1489320" cy="526680"/>
            <a:chOff x="2604888" y="73944"/>
            <a:chExt cx="1489320" cy="52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57357375-DF3F-C05A-1926-7230C703995E}"/>
                    </a:ext>
                  </a:extLst>
                </p14:cNvPr>
                <p14:cNvContentPartPr/>
                <p14:nvPr/>
              </p14:nvContentPartPr>
              <p14:xfrm>
                <a:off x="2604888" y="183744"/>
                <a:ext cx="168840" cy="1684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57357375-DF3F-C05A-1926-7230C703995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595888" y="175104"/>
                  <a:ext cx="1864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703F3E46-53E5-C8D8-A97E-70560EAE2C39}"/>
                    </a:ext>
                  </a:extLst>
                </p14:cNvPr>
                <p14:cNvContentPartPr/>
                <p14:nvPr/>
              </p14:nvContentPartPr>
              <p14:xfrm>
                <a:off x="2945808" y="94104"/>
                <a:ext cx="95400" cy="5065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703F3E46-53E5-C8D8-A97E-70560EAE2C3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936808" y="85104"/>
                  <a:ext cx="11304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D809C0ED-73A6-CA2B-A677-2C47326BD233}"/>
                    </a:ext>
                  </a:extLst>
                </p14:cNvPr>
                <p14:cNvContentPartPr/>
                <p14:nvPr/>
              </p14:nvContentPartPr>
              <p14:xfrm>
                <a:off x="2916648" y="73944"/>
                <a:ext cx="356040" cy="4546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D809C0ED-73A6-CA2B-A677-2C47326BD23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07648" y="64944"/>
                  <a:ext cx="37368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C8DC8489-245E-A396-8C27-5681C8318D97}"/>
                    </a:ext>
                  </a:extLst>
                </p14:cNvPr>
                <p14:cNvContentPartPr/>
                <p14:nvPr/>
              </p14:nvContentPartPr>
              <p14:xfrm>
                <a:off x="3092688" y="298224"/>
                <a:ext cx="328680" cy="1173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C8DC8489-245E-A396-8C27-5681C8318D9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84048" y="289224"/>
                  <a:ext cx="34632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0F301A13-8FAD-53AB-E22C-5DBEDA1613E3}"/>
                    </a:ext>
                  </a:extLst>
                </p14:cNvPr>
                <p14:cNvContentPartPr/>
                <p14:nvPr/>
              </p14:nvContentPartPr>
              <p14:xfrm>
                <a:off x="3545928" y="117504"/>
                <a:ext cx="256680" cy="2865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0F301A13-8FAD-53AB-E22C-5DBEDA1613E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537288" y="108504"/>
                  <a:ext cx="27432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2A7D3168-3549-23B3-B4D5-810900F450D9}"/>
                    </a:ext>
                  </a:extLst>
                </p14:cNvPr>
                <p14:cNvContentPartPr/>
                <p14:nvPr/>
              </p14:nvContentPartPr>
              <p14:xfrm>
                <a:off x="3838608" y="298944"/>
                <a:ext cx="1800" cy="86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2A7D3168-3549-23B3-B4D5-810900F450D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829968" y="289944"/>
                  <a:ext cx="194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7C1AB194-01E5-2FFB-4690-30698B52A359}"/>
                    </a:ext>
                  </a:extLst>
                </p14:cNvPr>
                <p14:cNvContentPartPr/>
                <p14:nvPr/>
              </p14:nvContentPartPr>
              <p14:xfrm>
                <a:off x="3897288" y="301104"/>
                <a:ext cx="196920" cy="817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7C1AB194-01E5-2FFB-4690-30698B52A35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888648" y="292464"/>
                  <a:ext cx="2145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F396805-162C-CEAD-B830-10936927AE6D}"/>
                    </a:ext>
                  </a:extLst>
                </p14:cNvPr>
                <p14:cNvContentPartPr/>
                <p14:nvPr/>
              </p14:nvContentPartPr>
              <p14:xfrm>
                <a:off x="3896928" y="177624"/>
                <a:ext cx="175320" cy="259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F396805-162C-CEAD-B830-10936927AE6D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888288" y="168624"/>
                  <a:ext cx="19296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01C0554-72C7-0FBB-A958-4BB57257396E}"/>
              </a:ext>
            </a:extLst>
          </p:cNvPr>
          <p:cNvGrpSpPr/>
          <p:nvPr/>
        </p:nvGrpSpPr>
        <p:grpSpPr>
          <a:xfrm>
            <a:off x="4476168" y="232704"/>
            <a:ext cx="1858680" cy="452160"/>
            <a:chOff x="4476168" y="232704"/>
            <a:chExt cx="1858680" cy="45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495783F-FAB2-80DB-8CBC-1A4FA1F71E56}"/>
                    </a:ext>
                  </a:extLst>
                </p14:cNvPr>
                <p14:cNvContentPartPr/>
                <p14:nvPr/>
              </p14:nvContentPartPr>
              <p14:xfrm>
                <a:off x="4476168" y="269784"/>
                <a:ext cx="30600" cy="1231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495783F-FAB2-80DB-8CBC-1A4FA1F71E5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467168" y="260784"/>
                  <a:ext cx="482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16F8735B-8617-1C47-EA03-85EBF1D64818}"/>
                    </a:ext>
                  </a:extLst>
                </p14:cNvPr>
                <p14:cNvContentPartPr/>
                <p14:nvPr/>
              </p14:nvContentPartPr>
              <p14:xfrm>
                <a:off x="4481928" y="269424"/>
                <a:ext cx="184320" cy="464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16F8735B-8617-1C47-EA03-85EBF1D6481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473288" y="260784"/>
                  <a:ext cx="2019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4C07563-C039-BAB2-AB2B-A4F792682B8F}"/>
                    </a:ext>
                  </a:extLst>
                </p14:cNvPr>
                <p14:cNvContentPartPr/>
                <p14:nvPr/>
              </p14:nvContentPartPr>
              <p14:xfrm>
                <a:off x="4701888" y="291744"/>
                <a:ext cx="97200" cy="1044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4C07563-C039-BAB2-AB2B-A4F792682B8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693248" y="282744"/>
                  <a:ext cx="11484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1DBC73C8-5A9F-4D0F-3643-A03AC29BC8B8}"/>
                    </a:ext>
                  </a:extLst>
                </p14:cNvPr>
                <p14:cNvContentPartPr/>
                <p14:nvPr/>
              </p14:nvContentPartPr>
              <p14:xfrm>
                <a:off x="4905648" y="291384"/>
                <a:ext cx="645480" cy="1166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1DBC73C8-5A9F-4D0F-3643-A03AC29BC8B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897008" y="282384"/>
                  <a:ext cx="66312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E37086BD-1AB4-B7BC-7465-F03733E2BA5E}"/>
                    </a:ext>
                  </a:extLst>
                </p14:cNvPr>
                <p14:cNvContentPartPr/>
                <p14:nvPr/>
              </p14:nvContentPartPr>
              <p14:xfrm>
                <a:off x="5573088" y="232704"/>
                <a:ext cx="15480" cy="504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E37086BD-1AB4-B7BC-7465-F03733E2BA5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564088" y="223704"/>
                  <a:ext cx="3312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964121B0-A13C-C62B-9DC8-29EB3D3D38EC}"/>
                    </a:ext>
                  </a:extLst>
                </p14:cNvPr>
                <p14:cNvContentPartPr/>
                <p14:nvPr/>
              </p14:nvContentPartPr>
              <p14:xfrm>
                <a:off x="5658048" y="268704"/>
                <a:ext cx="676800" cy="4161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964121B0-A13C-C62B-9DC8-29EB3D3D38E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649048" y="260064"/>
                  <a:ext cx="694440" cy="43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E361F59-C253-8DCF-8316-5F448D7458FF}"/>
                  </a:ext>
                </a:extLst>
              </p14:cNvPr>
              <p14:cNvContentPartPr/>
              <p14:nvPr/>
            </p14:nvContentPartPr>
            <p14:xfrm>
              <a:off x="1799208" y="614664"/>
              <a:ext cx="499320" cy="4647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E361F59-C253-8DCF-8316-5F448D7458F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90208" y="606024"/>
                <a:ext cx="516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1B885D4-3103-12C7-268A-D8271535E6C0}"/>
                  </a:ext>
                </a:extLst>
              </p14:cNvPr>
              <p14:cNvContentPartPr/>
              <p14:nvPr/>
            </p14:nvContentPartPr>
            <p14:xfrm>
              <a:off x="2611728" y="763344"/>
              <a:ext cx="627480" cy="336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1B885D4-3103-12C7-268A-D8271535E6C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602728" y="754344"/>
                <a:ext cx="645120" cy="354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" name="Group 24">
            <a:extLst>
              <a:ext uri="{FF2B5EF4-FFF2-40B4-BE49-F238E27FC236}">
                <a16:creationId xmlns:a16="http://schemas.microsoft.com/office/drawing/2014/main" id="{968C52FF-C48B-261B-3071-62C2F5289FFA}"/>
              </a:ext>
            </a:extLst>
          </p:cNvPr>
          <p:cNvGrpSpPr/>
          <p:nvPr/>
        </p:nvGrpSpPr>
        <p:grpSpPr>
          <a:xfrm>
            <a:off x="3899088" y="745344"/>
            <a:ext cx="1382040" cy="489960"/>
            <a:chOff x="3899088" y="745344"/>
            <a:chExt cx="1382040" cy="48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A4BD95E2-6DAE-85E9-4775-C14314DB8D84}"/>
                    </a:ext>
                  </a:extLst>
                </p14:cNvPr>
                <p14:cNvContentPartPr/>
                <p14:nvPr/>
              </p14:nvContentPartPr>
              <p14:xfrm>
                <a:off x="3899088" y="745344"/>
                <a:ext cx="173160" cy="2581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A4BD95E2-6DAE-85E9-4775-C14314DB8D8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890448" y="736344"/>
                  <a:ext cx="19080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4FCD3245-60B0-D586-A543-730EA43D5C17}"/>
                    </a:ext>
                  </a:extLst>
                </p14:cNvPr>
                <p14:cNvContentPartPr/>
                <p14:nvPr/>
              </p14:nvContentPartPr>
              <p14:xfrm>
                <a:off x="4157928" y="765864"/>
                <a:ext cx="300240" cy="4694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4FCD3245-60B0-D586-A543-730EA43D5C1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149288" y="757224"/>
                  <a:ext cx="317880" cy="48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E1722FD-4F77-4F13-DE7F-9C030B760ABB}"/>
                    </a:ext>
                  </a:extLst>
                </p14:cNvPr>
                <p14:cNvContentPartPr/>
                <p14:nvPr/>
              </p14:nvContentPartPr>
              <p14:xfrm>
                <a:off x="4402368" y="806184"/>
                <a:ext cx="785880" cy="2322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E1722FD-4F77-4F13-DE7F-9C030B760AB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393368" y="797184"/>
                  <a:ext cx="80352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040AE856-1A86-95D1-3F19-683669ABEC83}"/>
                    </a:ext>
                  </a:extLst>
                </p14:cNvPr>
                <p14:cNvContentPartPr/>
                <p14:nvPr/>
              </p14:nvContentPartPr>
              <p14:xfrm>
                <a:off x="5188608" y="922104"/>
                <a:ext cx="92520" cy="324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040AE856-1A86-95D1-3F19-683669ABEC8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179968" y="913464"/>
                  <a:ext cx="110160" cy="5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C28B884-7A32-0672-A705-0D5A00E91E74}"/>
              </a:ext>
            </a:extLst>
          </p:cNvPr>
          <p:cNvGrpSpPr/>
          <p:nvPr/>
        </p:nvGrpSpPr>
        <p:grpSpPr>
          <a:xfrm>
            <a:off x="5770008" y="838944"/>
            <a:ext cx="1071720" cy="226440"/>
            <a:chOff x="5770008" y="838944"/>
            <a:chExt cx="1071720" cy="22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10CA6BED-980D-B21C-E3A5-917071DC86C3}"/>
                    </a:ext>
                  </a:extLst>
                </p14:cNvPr>
                <p14:cNvContentPartPr/>
                <p14:nvPr/>
              </p14:nvContentPartPr>
              <p14:xfrm>
                <a:off x="5770008" y="850824"/>
                <a:ext cx="959400" cy="1551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10CA6BED-980D-B21C-E3A5-917071DC86C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761008" y="841824"/>
                  <a:ext cx="97704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F0904A68-96E3-3A11-1817-E50F74141700}"/>
                    </a:ext>
                  </a:extLst>
                </p14:cNvPr>
                <p14:cNvContentPartPr/>
                <p14:nvPr/>
              </p14:nvContentPartPr>
              <p14:xfrm>
                <a:off x="6760728" y="838944"/>
                <a:ext cx="81000" cy="2264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F0904A68-96E3-3A11-1817-E50F7414170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752088" y="829944"/>
                  <a:ext cx="98640" cy="24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220E4DCF-11C1-5D72-C85F-79CBD587E727}"/>
              </a:ext>
            </a:extLst>
          </p:cNvPr>
          <p:cNvGrpSpPr/>
          <p:nvPr/>
        </p:nvGrpSpPr>
        <p:grpSpPr>
          <a:xfrm>
            <a:off x="7417728" y="769104"/>
            <a:ext cx="371880" cy="269280"/>
            <a:chOff x="7417728" y="769104"/>
            <a:chExt cx="371880" cy="26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F65FC9D-DAD6-F89C-EE00-8473191E70DC}"/>
                    </a:ext>
                  </a:extLst>
                </p14:cNvPr>
                <p14:cNvContentPartPr/>
                <p14:nvPr/>
              </p14:nvContentPartPr>
              <p14:xfrm>
                <a:off x="7417728" y="884304"/>
                <a:ext cx="371880" cy="1540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F65FC9D-DAD6-F89C-EE00-8473191E70D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408728" y="875304"/>
                  <a:ext cx="3895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0F34FE6-C517-CB8C-43CE-E482F7B4397F}"/>
                    </a:ext>
                  </a:extLst>
                </p14:cNvPr>
                <p14:cNvContentPartPr/>
                <p14:nvPr/>
              </p14:nvContentPartPr>
              <p14:xfrm>
                <a:off x="7676208" y="769104"/>
                <a:ext cx="29880" cy="511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0F34FE6-C517-CB8C-43CE-E482F7B4397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667568" y="760464"/>
                  <a:ext cx="47520" cy="6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F648A049-B76E-4325-A9D5-4C543CE5D40F}"/>
              </a:ext>
            </a:extLst>
          </p:cNvPr>
          <p:cNvGrpSpPr/>
          <p:nvPr/>
        </p:nvGrpSpPr>
        <p:grpSpPr>
          <a:xfrm>
            <a:off x="8138808" y="671184"/>
            <a:ext cx="1306440" cy="427320"/>
            <a:chOff x="8138808" y="671184"/>
            <a:chExt cx="130644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1F913692-6AC0-24ED-F2D6-D251A791F2CC}"/>
                    </a:ext>
                  </a:extLst>
                </p14:cNvPr>
                <p14:cNvContentPartPr/>
                <p14:nvPr/>
              </p14:nvContentPartPr>
              <p14:xfrm>
                <a:off x="8138808" y="744984"/>
                <a:ext cx="218160" cy="2214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1F913692-6AC0-24ED-F2D6-D251A791F2C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130168" y="736344"/>
                  <a:ext cx="23580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CA8AA8F9-DD1F-C1B5-C7F5-1EE1A4B6ADE2}"/>
                    </a:ext>
                  </a:extLst>
                </p14:cNvPr>
                <p14:cNvContentPartPr/>
                <p14:nvPr/>
              </p14:nvContentPartPr>
              <p14:xfrm>
                <a:off x="8438328" y="671184"/>
                <a:ext cx="314280" cy="4273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CA8AA8F9-DD1F-C1B5-C7F5-1EE1A4B6ADE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29328" y="662544"/>
                  <a:ext cx="33192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C0620DA3-B685-D558-B5B4-C86B9801CEDB}"/>
                    </a:ext>
                  </a:extLst>
                </p14:cNvPr>
                <p14:cNvContentPartPr/>
                <p14:nvPr/>
              </p14:nvContentPartPr>
              <p14:xfrm>
                <a:off x="8669088" y="891144"/>
                <a:ext cx="145080" cy="40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C0620DA3-B685-D558-B5B4-C86B9801CED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660448" y="882144"/>
                  <a:ext cx="1627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8811F0EE-6BC2-F307-3AE6-3F83B2B5EDFB}"/>
                    </a:ext>
                  </a:extLst>
                </p14:cNvPr>
                <p14:cNvContentPartPr/>
                <p14:nvPr/>
              </p14:nvContentPartPr>
              <p14:xfrm>
                <a:off x="8762328" y="767664"/>
                <a:ext cx="603000" cy="1987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8811F0EE-6BC2-F307-3AE6-3F83B2B5EDF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53688" y="759024"/>
                  <a:ext cx="6206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E8C9828-3E8C-C9FD-681F-BF77F0B61A23}"/>
                    </a:ext>
                  </a:extLst>
                </p14:cNvPr>
                <p14:cNvContentPartPr/>
                <p14:nvPr/>
              </p14:nvContentPartPr>
              <p14:xfrm>
                <a:off x="9377928" y="863064"/>
                <a:ext cx="67320" cy="216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E8C9828-3E8C-C9FD-681F-BF77F0B61A2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369288" y="854064"/>
                  <a:ext cx="8496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915A42D7-F3E9-52EA-B3FA-D81B477563E4}"/>
              </a:ext>
            </a:extLst>
          </p:cNvPr>
          <p:cNvGrpSpPr/>
          <p:nvPr/>
        </p:nvGrpSpPr>
        <p:grpSpPr>
          <a:xfrm>
            <a:off x="9836568" y="514944"/>
            <a:ext cx="941040" cy="581040"/>
            <a:chOff x="9836568" y="514944"/>
            <a:chExt cx="941040" cy="58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9A23A1FD-DC3D-3C03-91B3-307FD1629338}"/>
                    </a:ext>
                  </a:extLst>
                </p14:cNvPr>
                <p14:cNvContentPartPr/>
                <p14:nvPr/>
              </p14:nvContentPartPr>
              <p14:xfrm>
                <a:off x="9836568" y="514944"/>
                <a:ext cx="243360" cy="5810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9A23A1FD-DC3D-3C03-91B3-307FD162933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827928" y="505944"/>
                  <a:ext cx="261000" cy="59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A172EA6-DB37-0C5D-AACA-D847F0426B15}"/>
                    </a:ext>
                  </a:extLst>
                </p14:cNvPr>
                <p14:cNvContentPartPr/>
                <p14:nvPr/>
              </p14:nvContentPartPr>
              <p14:xfrm>
                <a:off x="10140768" y="773784"/>
                <a:ext cx="20880" cy="230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A172EA6-DB37-0C5D-AACA-D847F0426B1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132128" y="765144"/>
                  <a:ext cx="385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34EADB06-4A5A-91C7-42A2-2BABB59A336F}"/>
                    </a:ext>
                  </a:extLst>
                </p14:cNvPr>
                <p14:cNvContentPartPr/>
                <p14:nvPr/>
              </p14:nvContentPartPr>
              <p14:xfrm>
                <a:off x="10155888" y="726264"/>
                <a:ext cx="310680" cy="2268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34EADB06-4A5A-91C7-42A2-2BABB59A336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147248" y="717264"/>
                  <a:ext cx="32832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6F4EFD87-4C98-09D1-E8AF-2D33E38CA63E}"/>
                    </a:ext>
                  </a:extLst>
                </p14:cNvPr>
                <p14:cNvContentPartPr/>
                <p14:nvPr/>
              </p14:nvContentPartPr>
              <p14:xfrm>
                <a:off x="10629288" y="775584"/>
                <a:ext cx="148320" cy="2743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6F4EFD87-4C98-09D1-E8AF-2D33E38CA63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620288" y="766584"/>
                  <a:ext cx="165960" cy="29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1CA9F8D-D013-CC9E-4B09-2080C2C72BB0}"/>
                  </a:ext>
                </a:extLst>
              </p14:cNvPr>
              <p14:cNvContentPartPr/>
              <p14:nvPr/>
            </p14:nvContentPartPr>
            <p14:xfrm>
              <a:off x="10828368" y="855864"/>
              <a:ext cx="163800" cy="1004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1CA9F8D-D013-CC9E-4B09-2080C2C72BB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0819728" y="847224"/>
                <a:ext cx="181440" cy="11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47" name="Group 46">
            <a:extLst>
              <a:ext uri="{FF2B5EF4-FFF2-40B4-BE49-F238E27FC236}">
                <a16:creationId xmlns:a16="http://schemas.microsoft.com/office/drawing/2014/main" id="{82F4A064-5BE4-2926-9A89-4A699F1D89CE}"/>
              </a:ext>
            </a:extLst>
          </p:cNvPr>
          <p:cNvGrpSpPr/>
          <p:nvPr/>
        </p:nvGrpSpPr>
        <p:grpSpPr>
          <a:xfrm>
            <a:off x="2885328" y="1427184"/>
            <a:ext cx="515160" cy="243360"/>
            <a:chOff x="2885328" y="1427184"/>
            <a:chExt cx="515160" cy="24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9C76F3F2-3A51-8506-CF3C-6BC4906D5909}"/>
                    </a:ext>
                  </a:extLst>
                </p14:cNvPr>
                <p14:cNvContentPartPr/>
                <p14:nvPr/>
              </p14:nvContentPartPr>
              <p14:xfrm>
                <a:off x="2885328" y="1427184"/>
                <a:ext cx="132120" cy="2433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9C76F3F2-3A51-8506-CF3C-6BC4906D590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876328" y="1418544"/>
                  <a:ext cx="14976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ABD45925-21CB-105B-3E32-59BDC0D4949F}"/>
                    </a:ext>
                  </a:extLst>
                </p14:cNvPr>
                <p14:cNvContentPartPr/>
                <p14:nvPr/>
              </p14:nvContentPartPr>
              <p14:xfrm>
                <a:off x="3089448" y="1492344"/>
                <a:ext cx="197640" cy="1422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ABD45925-21CB-105B-3E32-59BDC0D4949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080808" y="1483344"/>
                  <a:ext cx="2152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CAA2A43-D7B5-0A84-0DA5-12B88158D31E}"/>
                    </a:ext>
                  </a:extLst>
                </p14:cNvPr>
                <p14:cNvContentPartPr/>
                <p14:nvPr/>
              </p14:nvContentPartPr>
              <p14:xfrm>
                <a:off x="3276288" y="1511064"/>
                <a:ext cx="124200" cy="234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CAA2A43-D7B5-0A84-0DA5-12B88158D31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267648" y="1502064"/>
                  <a:ext cx="141840" cy="41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B1A2335-A2D7-5CDF-37B9-712A53FCFAD6}"/>
                  </a:ext>
                </a:extLst>
              </p14:cNvPr>
              <p14:cNvContentPartPr/>
              <p14:nvPr/>
            </p14:nvContentPartPr>
            <p14:xfrm>
              <a:off x="3719808" y="1269864"/>
              <a:ext cx="559080" cy="334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B1A2335-A2D7-5CDF-37B9-712A53FCFAD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10808" y="1261224"/>
                <a:ext cx="57672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485BE5C7-E40F-C290-EA7E-0BAB7FE34E99}"/>
                  </a:ext>
                </a:extLst>
              </p14:cNvPr>
              <p14:cNvContentPartPr/>
              <p14:nvPr/>
            </p14:nvContentPartPr>
            <p14:xfrm>
              <a:off x="4724928" y="1421784"/>
              <a:ext cx="384120" cy="1346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485BE5C7-E40F-C290-EA7E-0BAB7FE34E9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715928" y="1412784"/>
                <a:ext cx="401760" cy="152280"/>
              </a:xfrm>
              <a:prstGeom prst="rect">
                <a:avLst/>
              </a:prstGeom>
            </p:spPr>
          </p:pic>
        </mc:Fallback>
      </mc:AlternateContent>
      <p:grpSp>
        <p:nvGrpSpPr>
          <p:cNvPr id="54" name="Group 53">
            <a:extLst>
              <a:ext uri="{FF2B5EF4-FFF2-40B4-BE49-F238E27FC236}">
                <a16:creationId xmlns:a16="http://schemas.microsoft.com/office/drawing/2014/main" id="{D37D4F3F-1192-D7F3-D760-F2C1FDD514C8}"/>
              </a:ext>
            </a:extLst>
          </p:cNvPr>
          <p:cNvGrpSpPr/>
          <p:nvPr/>
        </p:nvGrpSpPr>
        <p:grpSpPr>
          <a:xfrm>
            <a:off x="5690808" y="1310904"/>
            <a:ext cx="976320" cy="204480"/>
            <a:chOff x="5690808" y="1310904"/>
            <a:chExt cx="976320" cy="20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66E77936-66FC-B1EE-DAC8-3F2E7D28802C}"/>
                    </a:ext>
                  </a:extLst>
                </p14:cNvPr>
                <p14:cNvContentPartPr/>
                <p14:nvPr/>
              </p14:nvContentPartPr>
              <p14:xfrm>
                <a:off x="5690808" y="1392624"/>
                <a:ext cx="361080" cy="1227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66E77936-66FC-B1EE-DAC8-3F2E7D28802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682168" y="1383984"/>
                  <a:ext cx="3787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191FD012-3858-DD8E-DA3B-2903BDD51F8E}"/>
                    </a:ext>
                  </a:extLst>
                </p14:cNvPr>
                <p14:cNvContentPartPr/>
                <p14:nvPr/>
              </p14:nvContentPartPr>
              <p14:xfrm>
                <a:off x="6326568" y="1310904"/>
                <a:ext cx="207720" cy="2019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191FD012-3858-DD8E-DA3B-2903BDD51F8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317928" y="1301904"/>
                  <a:ext cx="2253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86F66CF4-199A-83EF-EBCC-CD28D7B42228}"/>
                    </a:ext>
                  </a:extLst>
                </p14:cNvPr>
                <p14:cNvContentPartPr/>
                <p14:nvPr/>
              </p14:nvContentPartPr>
              <p14:xfrm>
                <a:off x="6607008" y="1445184"/>
                <a:ext cx="60120" cy="180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86F66CF4-199A-83EF-EBCC-CD28D7B4222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598368" y="1436544"/>
                  <a:ext cx="777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B7F2F23-BB96-1EBB-3BC0-A672A573B641}"/>
                    </a:ext>
                  </a:extLst>
                </p14:cNvPr>
                <p14:cNvContentPartPr/>
                <p14:nvPr/>
              </p14:nvContentPartPr>
              <p14:xfrm>
                <a:off x="6367248" y="1355904"/>
                <a:ext cx="32760" cy="180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B7F2F23-BB96-1EBB-3BC0-A672A573B641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358608" y="1347264"/>
                  <a:ext cx="50400" cy="3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F875606-D42B-8A6F-F4F3-A84B7EA1704D}"/>
              </a:ext>
            </a:extLst>
          </p:cNvPr>
          <p:cNvGrpSpPr/>
          <p:nvPr/>
        </p:nvGrpSpPr>
        <p:grpSpPr>
          <a:xfrm>
            <a:off x="7127208" y="1277784"/>
            <a:ext cx="622440" cy="204120"/>
            <a:chOff x="7127208" y="1277784"/>
            <a:chExt cx="622440" cy="20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BDEB049E-AFDC-07DB-EFDE-8DB599CF14F4}"/>
                    </a:ext>
                  </a:extLst>
                </p14:cNvPr>
                <p14:cNvContentPartPr/>
                <p14:nvPr/>
              </p14:nvContentPartPr>
              <p14:xfrm>
                <a:off x="7397928" y="1277784"/>
                <a:ext cx="72000" cy="2034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BDEB049E-AFDC-07DB-EFDE-8DB599CF14F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388928" y="1269144"/>
                  <a:ext cx="896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8657C30-D3B6-FB1C-13E5-8625DA617B19}"/>
                    </a:ext>
                  </a:extLst>
                </p14:cNvPr>
                <p14:cNvContentPartPr/>
                <p14:nvPr/>
              </p14:nvContentPartPr>
              <p14:xfrm>
                <a:off x="7127208" y="1396224"/>
                <a:ext cx="622440" cy="856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8657C30-D3B6-FB1C-13E5-8625DA617B1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118208" y="1387224"/>
                  <a:ext cx="640080" cy="10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15D814E-6248-9D33-D315-409A54C7BFB8}"/>
                  </a:ext>
                </a:extLst>
              </p14:cNvPr>
              <p14:cNvContentPartPr/>
              <p14:nvPr/>
            </p14:nvContentPartPr>
            <p14:xfrm>
              <a:off x="8101728" y="1386864"/>
              <a:ext cx="866160" cy="78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15D814E-6248-9D33-D315-409A54C7BFB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8093088" y="1377864"/>
                <a:ext cx="883800" cy="9576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oup 64">
            <a:extLst>
              <a:ext uri="{FF2B5EF4-FFF2-40B4-BE49-F238E27FC236}">
                <a16:creationId xmlns:a16="http://schemas.microsoft.com/office/drawing/2014/main" id="{1B402D87-1FC8-3C2C-AC36-42D46FD4D0A8}"/>
              </a:ext>
            </a:extLst>
          </p:cNvPr>
          <p:cNvGrpSpPr/>
          <p:nvPr/>
        </p:nvGrpSpPr>
        <p:grpSpPr>
          <a:xfrm>
            <a:off x="9300168" y="1216224"/>
            <a:ext cx="2500200" cy="395640"/>
            <a:chOff x="9300168" y="1216224"/>
            <a:chExt cx="2500200" cy="39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AA66A968-4ECB-1D3A-58E0-FF45E3919DA8}"/>
                    </a:ext>
                  </a:extLst>
                </p14:cNvPr>
                <p14:cNvContentPartPr/>
                <p14:nvPr/>
              </p14:nvContentPartPr>
              <p14:xfrm>
                <a:off x="9300168" y="1216224"/>
                <a:ext cx="529200" cy="3387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AA66A968-4ECB-1D3A-58E0-FF45E3919DA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291528" y="1207584"/>
                  <a:ext cx="54684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36D7D888-A98E-44A5-1EAE-86C45CF8170D}"/>
                    </a:ext>
                  </a:extLst>
                </p14:cNvPr>
                <p14:cNvContentPartPr/>
                <p14:nvPr/>
              </p14:nvContentPartPr>
              <p14:xfrm>
                <a:off x="9522288" y="1318824"/>
                <a:ext cx="213840" cy="190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36D7D888-A98E-44A5-1EAE-86C45CF8170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513648" y="1310184"/>
                  <a:ext cx="2314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C4503204-D2E8-9A73-9219-580D1BFBF2E0}"/>
                    </a:ext>
                  </a:extLst>
                </p14:cNvPr>
                <p14:cNvContentPartPr/>
                <p14:nvPr/>
              </p14:nvContentPartPr>
              <p14:xfrm>
                <a:off x="10126728" y="1284984"/>
                <a:ext cx="912240" cy="3268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C4503204-D2E8-9A73-9219-580D1BFBF2E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117728" y="1276344"/>
                  <a:ext cx="9298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DB35992F-860A-1068-5984-70B7858B0A5D}"/>
                    </a:ext>
                  </a:extLst>
                </p14:cNvPr>
                <p14:cNvContentPartPr/>
                <p14:nvPr/>
              </p14:nvContentPartPr>
              <p14:xfrm>
                <a:off x="10990728" y="1426464"/>
                <a:ext cx="81000" cy="115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DB35992F-860A-1068-5984-70B7858B0A5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982088" y="1417824"/>
                  <a:ext cx="9864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7ABE739-62E2-965F-0F4F-AF56B90E6DFD}"/>
                    </a:ext>
                  </a:extLst>
                </p14:cNvPr>
                <p14:cNvContentPartPr/>
                <p14:nvPr/>
              </p14:nvContentPartPr>
              <p14:xfrm>
                <a:off x="11373048" y="1296504"/>
                <a:ext cx="427320" cy="3103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7ABE739-62E2-965F-0F4F-AF56B90E6DF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364048" y="1287504"/>
                  <a:ext cx="444960" cy="327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3090717-5820-F8C1-624B-1A73ECFB4E64}"/>
                  </a:ext>
                </a:extLst>
              </p14:cNvPr>
              <p14:cNvContentPartPr/>
              <p14:nvPr/>
            </p14:nvContentPartPr>
            <p14:xfrm>
              <a:off x="3061368" y="2066904"/>
              <a:ext cx="189000" cy="111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3090717-5820-F8C1-624B-1A73ECFB4E6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052728" y="2058264"/>
                <a:ext cx="206640" cy="129600"/>
              </a:xfrm>
              <a:prstGeom prst="rect">
                <a:avLst/>
              </a:prstGeom>
            </p:spPr>
          </p:pic>
        </mc:Fallback>
      </mc:AlternateContent>
      <p:grpSp>
        <p:nvGrpSpPr>
          <p:cNvPr id="71" name="Group 70">
            <a:extLst>
              <a:ext uri="{FF2B5EF4-FFF2-40B4-BE49-F238E27FC236}">
                <a16:creationId xmlns:a16="http://schemas.microsoft.com/office/drawing/2014/main" id="{B010D3BA-95DB-4772-F1C7-2419EF0CA205}"/>
              </a:ext>
            </a:extLst>
          </p:cNvPr>
          <p:cNvGrpSpPr/>
          <p:nvPr/>
        </p:nvGrpSpPr>
        <p:grpSpPr>
          <a:xfrm>
            <a:off x="3577608" y="1908504"/>
            <a:ext cx="752760" cy="232920"/>
            <a:chOff x="3577608" y="1908504"/>
            <a:chExt cx="752760" cy="23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EA93C7DA-754A-49AF-BDBF-2D3A93847ADB}"/>
                    </a:ext>
                  </a:extLst>
                </p14:cNvPr>
                <p14:cNvContentPartPr/>
                <p14:nvPr/>
              </p14:nvContentPartPr>
              <p14:xfrm>
                <a:off x="3577608" y="2012544"/>
                <a:ext cx="207000" cy="1288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EA93C7DA-754A-49AF-BDBF-2D3A93847AD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568968" y="2003544"/>
                  <a:ext cx="2246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8F89155-64B7-A9C0-D4CC-5144911A3C6A}"/>
                    </a:ext>
                  </a:extLst>
                </p14:cNvPr>
                <p14:cNvContentPartPr/>
                <p14:nvPr/>
              </p14:nvContentPartPr>
              <p14:xfrm>
                <a:off x="3864168" y="2062224"/>
                <a:ext cx="52920" cy="507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8F89155-64B7-A9C0-D4CC-5144911A3C6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855528" y="2053224"/>
                  <a:ext cx="7056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6C775BBE-327A-EF30-05BD-780740F84294}"/>
                    </a:ext>
                  </a:extLst>
                </p14:cNvPr>
                <p14:cNvContentPartPr/>
                <p14:nvPr/>
              </p14:nvContentPartPr>
              <p14:xfrm>
                <a:off x="4002408" y="2061144"/>
                <a:ext cx="101160" cy="558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6C775BBE-327A-EF30-05BD-780740F84294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993768" y="2052144"/>
                  <a:ext cx="11880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0DB5DC4C-D638-9F25-5FC0-48529B199851}"/>
                    </a:ext>
                  </a:extLst>
                </p14:cNvPr>
                <p14:cNvContentPartPr/>
                <p14:nvPr/>
              </p14:nvContentPartPr>
              <p14:xfrm>
                <a:off x="4170888" y="1908504"/>
                <a:ext cx="159480" cy="2124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0DB5DC4C-D638-9F25-5FC0-48529B19985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161888" y="1899864"/>
                  <a:ext cx="177120" cy="23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4F624E3F-BE05-5B03-380B-D374987107F7}"/>
              </a:ext>
            </a:extLst>
          </p:cNvPr>
          <p:cNvGrpSpPr/>
          <p:nvPr/>
        </p:nvGrpSpPr>
        <p:grpSpPr>
          <a:xfrm>
            <a:off x="4691448" y="1921104"/>
            <a:ext cx="1297440" cy="250200"/>
            <a:chOff x="4691448" y="1921104"/>
            <a:chExt cx="1297440" cy="25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2E5EDA87-DF64-875E-4D6C-461ACCBE5EE8}"/>
                    </a:ext>
                  </a:extLst>
                </p14:cNvPr>
                <p14:cNvContentPartPr/>
                <p14:nvPr/>
              </p14:nvContentPartPr>
              <p14:xfrm>
                <a:off x="4691448" y="1942344"/>
                <a:ext cx="993240" cy="1411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2E5EDA87-DF64-875E-4D6C-461ACCBE5EE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682808" y="1933344"/>
                  <a:ext cx="10108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B3606602-FAD8-638C-5BDF-84CB417C0E30}"/>
                    </a:ext>
                  </a:extLst>
                </p14:cNvPr>
                <p14:cNvContentPartPr/>
                <p14:nvPr/>
              </p14:nvContentPartPr>
              <p14:xfrm>
                <a:off x="5731488" y="1921104"/>
                <a:ext cx="4680" cy="223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B3606602-FAD8-638C-5BDF-84CB417C0E3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722488" y="1912104"/>
                  <a:ext cx="2232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2E5BB17D-F271-1DEB-830C-E1EB98D0E08D}"/>
                    </a:ext>
                  </a:extLst>
                </p14:cNvPr>
                <p14:cNvContentPartPr/>
                <p14:nvPr/>
              </p14:nvContentPartPr>
              <p14:xfrm>
                <a:off x="5819328" y="1955304"/>
                <a:ext cx="169560" cy="2160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2E5BB17D-F271-1DEB-830C-E1EB98D0E08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810688" y="1946304"/>
                  <a:ext cx="187200" cy="23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213830E-87D8-2859-DDBD-B557A11F6A85}"/>
              </a:ext>
            </a:extLst>
          </p:cNvPr>
          <p:cNvGrpSpPr/>
          <p:nvPr/>
        </p:nvGrpSpPr>
        <p:grpSpPr>
          <a:xfrm>
            <a:off x="6730488" y="1719144"/>
            <a:ext cx="910440" cy="362160"/>
            <a:chOff x="6730488" y="1719144"/>
            <a:chExt cx="910440" cy="36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A450E54E-E563-D913-81F8-74A6E1D67E8A}"/>
                    </a:ext>
                  </a:extLst>
                </p14:cNvPr>
                <p14:cNvContentPartPr/>
                <p14:nvPr/>
              </p14:nvContentPartPr>
              <p14:xfrm>
                <a:off x="6730488" y="1719144"/>
                <a:ext cx="748440" cy="3621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A450E54E-E563-D913-81F8-74A6E1D67E8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721848" y="1710504"/>
                  <a:ext cx="76608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9FDD8AA5-A46B-4E2D-56E9-8CB008712487}"/>
                    </a:ext>
                  </a:extLst>
                </p14:cNvPr>
                <p14:cNvContentPartPr/>
                <p14:nvPr/>
              </p14:nvContentPartPr>
              <p14:xfrm>
                <a:off x="7599168" y="1846944"/>
                <a:ext cx="41760" cy="172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9FDD8AA5-A46B-4E2D-56E9-8CB00871248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590528" y="1838304"/>
                  <a:ext cx="594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3B9AFDC5-DD9A-C10A-991B-2263737531C9}"/>
                    </a:ext>
                  </a:extLst>
                </p14:cNvPr>
                <p14:cNvContentPartPr/>
                <p14:nvPr/>
              </p14:nvContentPartPr>
              <p14:xfrm>
                <a:off x="6962688" y="1788984"/>
                <a:ext cx="216360" cy="122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3B9AFDC5-DD9A-C10A-991B-2263737531C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953688" y="1780344"/>
                  <a:ext cx="234000" cy="29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FEAD8F1A-E8A0-1E8F-A4F7-1A897527B0DD}"/>
                  </a:ext>
                </a:extLst>
              </p14:cNvPr>
              <p14:cNvContentPartPr/>
              <p14:nvPr/>
            </p14:nvContentPartPr>
            <p14:xfrm>
              <a:off x="8152488" y="1806264"/>
              <a:ext cx="425880" cy="1101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FEAD8F1A-E8A0-1E8F-A4F7-1A897527B0DD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8143848" y="1797264"/>
                <a:ext cx="443520" cy="12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83" name="Group 82">
            <a:extLst>
              <a:ext uri="{FF2B5EF4-FFF2-40B4-BE49-F238E27FC236}">
                <a16:creationId xmlns:a16="http://schemas.microsoft.com/office/drawing/2014/main" id="{E02D398E-F17D-2F10-AD9F-E430CB771C44}"/>
              </a:ext>
            </a:extLst>
          </p:cNvPr>
          <p:cNvGrpSpPr/>
          <p:nvPr/>
        </p:nvGrpSpPr>
        <p:grpSpPr>
          <a:xfrm>
            <a:off x="9141768" y="1806624"/>
            <a:ext cx="1165680" cy="327960"/>
            <a:chOff x="9141768" y="1806624"/>
            <a:chExt cx="1165680" cy="32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9C20A941-0334-DC2C-F861-99F44590B530}"/>
                    </a:ext>
                  </a:extLst>
                </p14:cNvPr>
                <p14:cNvContentPartPr/>
                <p14:nvPr/>
              </p14:nvContentPartPr>
              <p14:xfrm>
                <a:off x="9141768" y="1806624"/>
                <a:ext cx="626760" cy="3279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9C20A941-0334-DC2C-F861-99F44590B53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132768" y="1797624"/>
                  <a:ext cx="64440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EF0DDE44-A874-C540-76C2-7F0D32203B18}"/>
                    </a:ext>
                  </a:extLst>
                </p14:cNvPr>
                <p14:cNvContentPartPr/>
                <p14:nvPr/>
              </p14:nvContentPartPr>
              <p14:xfrm>
                <a:off x="9784368" y="1850544"/>
                <a:ext cx="523080" cy="2052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EF0DDE44-A874-C540-76C2-7F0D32203B1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775368" y="1841904"/>
                  <a:ext cx="5407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3EB93E5C-63EA-955A-D0F8-64B9CB2C5BEC}"/>
                    </a:ext>
                  </a:extLst>
                </p14:cNvPr>
                <p14:cNvContentPartPr/>
                <p14:nvPr/>
              </p14:nvContentPartPr>
              <p14:xfrm>
                <a:off x="10126728" y="1932264"/>
                <a:ext cx="36720" cy="12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3EB93E5C-63EA-955A-D0F8-64B9CB2C5BE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117728" y="1923264"/>
                  <a:ext cx="5436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89AE5CFB-A30C-99F3-54DA-E2D773E510AA}"/>
              </a:ext>
            </a:extLst>
          </p:cNvPr>
          <p:cNvGrpSpPr/>
          <p:nvPr/>
        </p:nvGrpSpPr>
        <p:grpSpPr>
          <a:xfrm>
            <a:off x="10628928" y="1799064"/>
            <a:ext cx="790920" cy="331200"/>
            <a:chOff x="10628928" y="1799064"/>
            <a:chExt cx="79092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175084BC-E4E8-B764-B82F-342E930CE020}"/>
                    </a:ext>
                  </a:extLst>
                </p14:cNvPr>
                <p14:cNvContentPartPr/>
                <p14:nvPr/>
              </p14:nvContentPartPr>
              <p14:xfrm>
                <a:off x="10628928" y="1799064"/>
                <a:ext cx="295200" cy="3312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175084BC-E4E8-B764-B82F-342E930CE02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620288" y="1790424"/>
                  <a:ext cx="3128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BC1626BC-3753-8968-A26D-09DE85934644}"/>
                    </a:ext>
                  </a:extLst>
                </p14:cNvPr>
                <p14:cNvContentPartPr/>
                <p14:nvPr/>
              </p14:nvContentPartPr>
              <p14:xfrm>
                <a:off x="10870128" y="1942704"/>
                <a:ext cx="115560" cy="86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BC1626BC-3753-8968-A26D-09DE8593464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861488" y="1934064"/>
                  <a:ext cx="1332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C5CA5D6C-E575-C87D-101B-15F81DE8D94F}"/>
                    </a:ext>
                  </a:extLst>
                </p14:cNvPr>
                <p14:cNvContentPartPr/>
                <p14:nvPr/>
              </p14:nvContentPartPr>
              <p14:xfrm>
                <a:off x="11317608" y="1959624"/>
                <a:ext cx="102240" cy="817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C5CA5D6C-E575-C87D-101B-15F81DE8D94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1308608" y="1950984"/>
                  <a:ext cx="119880" cy="9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6CA34928-56B8-2C0E-AE52-79A5912F70C0}"/>
              </a:ext>
            </a:extLst>
          </p:cNvPr>
          <p:cNvGrpSpPr/>
          <p:nvPr/>
        </p:nvGrpSpPr>
        <p:grpSpPr>
          <a:xfrm>
            <a:off x="2924208" y="2440944"/>
            <a:ext cx="1123560" cy="245520"/>
            <a:chOff x="2924208" y="2440944"/>
            <a:chExt cx="1123560" cy="24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575977BE-EFC7-DBC4-C8D3-D69223446163}"/>
                    </a:ext>
                  </a:extLst>
                </p14:cNvPr>
                <p14:cNvContentPartPr/>
                <p14:nvPr/>
              </p14:nvContentPartPr>
              <p14:xfrm>
                <a:off x="2924208" y="2525904"/>
                <a:ext cx="199080" cy="1605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575977BE-EFC7-DBC4-C8D3-D6922344616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915208" y="2516904"/>
                  <a:ext cx="2167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57A09144-B38B-A934-9C01-BF8E6369058B}"/>
                    </a:ext>
                  </a:extLst>
                </p14:cNvPr>
                <p14:cNvContentPartPr/>
                <p14:nvPr/>
              </p14:nvContentPartPr>
              <p14:xfrm>
                <a:off x="3211848" y="2440944"/>
                <a:ext cx="688320" cy="2383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57A09144-B38B-A934-9C01-BF8E6369058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202848" y="2432304"/>
                  <a:ext cx="7059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935A1FA7-A711-F5C4-87E2-AA512AEE5922}"/>
                    </a:ext>
                  </a:extLst>
                </p14:cNvPr>
                <p14:cNvContentPartPr/>
                <p14:nvPr/>
              </p14:nvContentPartPr>
              <p14:xfrm>
                <a:off x="3961728" y="2543904"/>
                <a:ext cx="86040" cy="158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935A1FA7-A711-F5C4-87E2-AA512AEE592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953088" y="2534904"/>
                  <a:ext cx="1036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B916FBE8-FB85-8AFC-1F82-FDA98425F6F8}"/>
                    </a:ext>
                  </a:extLst>
                </p14:cNvPr>
                <p14:cNvContentPartPr/>
                <p14:nvPr/>
              </p14:nvContentPartPr>
              <p14:xfrm>
                <a:off x="3604608" y="2492424"/>
                <a:ext cx="8280" cy="97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B916FBE8-FB85-8AFC-1F82-FDA98425F6F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595608" y="2483784"/>
                  <a:ext cx="25920" cy="27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FE4E0361-1F02-11FA-01E7-4370F74C1E1C}"/>
                  </a:ext>
                </a:extLst>
              </p14:cNvPr>
              <p14:cNvContentPartPr/>
              <p14:nvPr/>
            </p14:nvContentPartPr>
            <p14:xfrm>
              <a:off x="4501368" y="2539944"/>
              <a:ext cx="246960" cy="774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FE4E0361-1F02-11FA-01E7-4370F74C1E1C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4492368" y="2530944"/>
                <a:ext cx="264600" cy="95040"/>
              </a:xfrm>
              <a:prstGeom prst="rect">
                <a:avLst/>
              </a:prstGeom>
            </p:spPr>
          </p:pic>
        </mc:Fallback>
      </mc:AlternateContent>
      <p:grpSp>
        <p:nvGrpSpPr>
          <p:cNvPr id="98" name="Group 97">
            <a:extLst>
              <a:ext uri="{FF2B5EF4-FFF2-40B4-BE49-F238E27FC236}">
                <a16:creationId xmlns:a16="http://schemas.microsoft.com/office/drawing/2014/main" id="{AA0848CF-244F-6B74-8307-F94ACE493AD0}"/>
              </a:ext>
            </a:extLst>
          </p:cNvPr>
          <p:cNvGrpSpPr/>
          <p:nvPr/>
        </p:nvGrpSpPr>
        <p:grpSpPr>
          <a:xfrm>
            <a:off x="5168448" y="2417904"/>
            <a:ext cx="948240" cy="289080"/>
            <a:chOff x="5168448" y="2417904"/>
            <a:chExt cx="948240" cy="2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758ACF21-BB2B-03D8-557C-2C9262EC6805}"/>
                    </a:ext>
                  </a:extLst>
                </p14:cNvPr>
                <p14:cNvContentPartPr/>
                <p14:nvPr/>
              </p14:nvContentPartPr>
              <p14:xfrm>
                <a:off x="5168448" y="2515104"/>
                <a:ext cx="543240" cy="1918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758ACF21-BB2B-03D8-557C-2C9262EC680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159448" y="2506464"/>
                  <a:ext cx="5608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B43A9881-CC2F-8BEB-F2FE-22B43CC5DFE7}"/>
                    </a:ext>
                  </a:extLst>
                </p14:cNvPr>
                <p14:cNvContentPartPr/>
                <p14:nvPr/>
              </p14:nvContentPartPr>
              <p14:xfrm>
                <a:off x="5766048" y="2417904"/>
                <a:ext cx="91440" cy="1857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B43A9881-CC2F-8BEB-F2FE-22B43CC5DFE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757048" y="2408904"/>
                  <a:ext cx="1090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55D975EF-FD2F-5E14-98BD-12835809344B}"/>
                    </a:ext>
                  </a:extLst>
                </p14:cNvPr>
                <p14:cNvContentPartPr/>
                <p14:nvPr/>
              </p14:nvContentPartPr>
              <p14:xfrm>
                <a:off x="5949648" y="2506464"/>
                <a:ext cx="167040" cy="799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55D975EF-FD2F-5E14-98BD-12835809344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940648" y="2497464"/>
                  <a:ext cx="184680" cy="9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DDF811DB-61C4-643F-9DB6-498817FF845E}"/>
              </a:ext>
            </a:extLst>
          </p:cNvPr>
          <p:cNvGrpSpPr/>
          <p:nvPr/>
        </p:nvGrpSpPr>
        <p:grpSpPr>
          <a:xfrm>
            <a:off x="6166728" y="2419344"/>
            <a:ext cx="257040" cy="135360"/>
            <a:chOff x="6166728" y="2419344"/>
            <a:chExt cx="257040" cy="13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EFD876F5-E164-ED81-EA5D-C11EDC8FEBAD}"/>
                    </a:ext>
                  </a:extLst>
                </p14:cNvPr>
                <p14:cNvContentPartPr/>
                <p14:nvPr/>
              </p14:nvContentPartPr>
              <p14:xfrm>
                <a:off x="6166728" y="2419344"/>
                <a:ext cx="38160" cy="648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EFD876F5-E164-ED81-EA5D-C11EDC8FEBA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157728" y="2410344"/>
                  <a:ext cx="558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4A07103-8685-1788-4C91-EEE19F58F81E}"/>
                    </a:ext>
                  </a:extLst>
                </p14:cNvPr>
                <p14:cNvContentPartPr/>
                <p14:nvPr/>
              </p14:nvContentPartPr>
              <p14:xfrm>
                <a:off x="6293088" y="2431584"/>
                <a:ext cx="130680" cy="1231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4A07103-8685-1788-4C91-EEE19F58F81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284088" y="2422584"/>
                  <a:ext cx="148320" cy="14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6812EA74-CE6E-B9B2-07E4-6E526E1B501E}"/>
              </a:ext>
            </a:extLst>
          </p:cNvPr>
          <p:cNvGrpSpPr/>
          <p:nvPr/>
        </p:nvGrpSpPr>
        <p:grpSpPr>
          <a:xfrm>
            <a:off x="6900768" y="2255544"/>
            <a:ext cx="4618440" cy="462600"/>
            <a:chOff x="6900768" y="2255544"/>
            <a:chExt cx="4618440" cy="46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416E471F-AE84-CD3F-A2CA-EE0D004B6D89}"/>
                    </a:ext>
                  </a:extLst>
                </p14:cNvPr>
                <p14:cNvContentPartPr/>
                <p14:nvPr/>
              </p14:nvContentPartPr>
              <p14:xfrm>
                <a:off x="6900768" y="2477304"/>
                <a:ext cx="140040" cy="1177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416E471F-AE84-CD3F-A2CA-EE0D004B6D8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891768" y="2468304"/>
                  <a:ext cx="15768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281D8A1E-5521-C470-1BF1-013AC260CB09}"/>
                    </a:ext>
                  </a:extLst>
                </p14:cNvPr>
                <p14:cNvContentPartPr/>
                <p14:nvPr/>
              </p14:nvContentPartPr>
              <p14:xfrm>
                <a:off x="7157088" y="2281104"/>
                <a:ext cx="470520" cy="2426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281D8A1E-5521-C470-1BF1-013AC260CB0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148448" y="2272104"/>
                  <a:ext cx="48816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42E8050-5B36-90B0-7600-1047671AA086}"/>
                    </a:ext>
                  </a:extLst>
                </p14:cNvPr>
                <p14:cNvContentPartPr/>
                <p14:nvPr/>
              </p14:nvContentPartPr>
              <p14:xfrm>
                <a:off x="7682688" y="2436984"/>
                <a:ext cx="92880" cy="4176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42E8050-5B36-90B0-7600-1047671AA08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674048" y="2427984"/>
                  <a:ext cx="11052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261DCAEE-7FD9-70CF-0571-D65676DEDAFA}"/>
                    </a:ext>
                  </a:extLst>
                </p14:cNvPr>
                <p14:cNvContentPartPr/>
                <p14:nvPr/>
              </p14:nvContentPartPr>
              <p14:xfrm>
                <a:off x="7805448" y="2397744"/>
                <a:ext cx="5760" cy="104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261DCAEE-7FD9-70CF-0571-D65676DEDAF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796808" y="2388744"/>
                  <a:ext cx="234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C65E4EE9-5FD8-D18B-9507-9532E1939506}"/>
                    </a:ext>
                  </a:extLst>
                </p14:cNvPr>
                <p14:cNvContentPartPr/>
                <p14:nvPr/>
              </p14:nvContentPartPr>
              <p14:xfrm>
                <a:off x="7913088" y="2436624"/>
                <a:ext cx="29160" cy="172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C65E4EE9-5FD8-D18B-9507-9532E193950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904448" y="2427624"/>
                  <a:ext cx="468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92B303E7-1BC7-2408-C8C6-34AA3C2C4A29}"/>
                    </a:ext>
                  </a:extLst>
                </p14:cNvPr>
                <p14:cNvContentPartPr/>
                <p14:nvPr/>
              </p14:nvContentPartPr>
              <p14:xfrm>
                <a:off x="7985448" y="2429424"/>
                <a:ext cx="72360" cy="2808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92B303E7-1BC7-2408-C8C6-34AA3C2C4A2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976808" y="2420424"/>
                  <a:ext cx="9000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49CBFEE0-0790-C380-7FCE-FAD171A97BD2}"/>
                    </a:ext>
                  </a:extLst>
                </p14:cNvPr>
                <p14:cNvContentPartPr/>
                <p14:nvPr/>
              </p14:nvContentPartPr>
              <p14:xfrm>
                <a:off x="7433568" y="2255544"/>
                <a:ext cx="158040" cy="756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49CBFEE0-0790-C380-7FCE-FAD171A97BD2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424928" y="2246904"/>
                  <a:ext cx="17568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129D8127-B296-A995-7B79-5FC2CCA8B30F}"/>
                    </a:ext>
                  </a:extLst>
                </p14:cNvPr>
                <p14:cNvContentPartPr/>
                <p14:nvPr/>
              </p14:nvContentPartPr>
              <p14:xfrm>
                <a:off x="7430688" y="2319264"/>
                <a:ext cx="3600" cy="21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129D8127-B296-A995-7B79-5FC2CCA8B30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421688" y="2310624"/>
                  <a:ext cx="212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BD6EEB79-25BB-8F2F-9A9D-A7019A096301}"/>
                    </a:ext>
                  </a:extLst>
                </p14:cNvPr>
                <p14:cNvContentPartPr/>
                <p14:nvPr/>
              </p14:nvContentPartPr>
              <p14:xfrm>
                <a:off x="7725528" y="2456064"/>
                <a:ext cx="28080" cy="756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BD6EEB79-25BB-8F2F-9A9D-A7019A09630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716888" y="2447064"/>
                  <a:ext cx="457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589D01F0-5A17-D88A-4B71-7AC53471C6AB}"/>
                    </a:ext>
                  </a:extLst>
                </p14:cNvPr>
                <p14:cNvContentPartPr/>
                <p14:nvPr/>
              </p14:nvContentPartPr>
              <p14:xfrm>
                <a:off x="7792128" y="2350224"/>
                <a:ext cx="9000" cy="72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589D01F0-5A17-D88A-4B71-7AC53471C6A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783128" y="2341584"/>
                  <a:ext cx="266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EDE23E05-53CA-924A-2B83-0649D7427D69}"/>
                    </a:ext>
                  </a:extLst>
                </p14:cNvPr>
                <p14:cNvContentPartPr/>
                <p14:nvPr/>
              </p14:nvContentPartPr>
              <p14:xfrm>
                <a:off x="7857648" y="2426544"/>
                <a:ext cx="38520" cy="662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EDE23E05-53CA-924A-2B83-0649D7427D6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848648" y="2417544"/>
                  <a:ext cx="5616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252C2588-9444-027C-CE06-2EF532269F40}"/>
                    </a:ext>
                  </a:extLst>
                </p14:cNvPr>
                <p14:cNvContentPartPr/>
                <p14:nvPr/>
              </p14:nvContentPartPr>
              <p14:xfrm>
                <a:off x="7962408" y="2451744"/>
                <a:ext cx="79200" cy="576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252C2588-9444-027C-CE06-2EF532269F4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953768" y="2442744"/>
                  <a:ext cx="968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DB7DA9A-D4FA-763B-0DC7-F3535B9D357D}"/>
                    </a:ext>
                  </a:extLst>
                </p14:cNvPr>
                <p14:cNvContentPartPr/>
                <p14:nvPr/>
              </p14:nvContentPartPr>
              <p14:xfrm>
                <a:off x="8187048" y="2511144"/>
                <a:ext cx="50040" cy="1166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DB7DA9A-D4FA-763B-0DC7-F3535B9D357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178048" y="2502504"/>
                  <a:ext cx="676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CF0E1D1-B8CE-8E76-49A5-D25D0E2553C6}"/>
                    </a:ext>
                  </a:extLst>
                </p14:cNvPr>
                <p14:cNvContentPartPr/>
                <p14:nvPr/>
              </p14:nvContentPartPr>
              <p14:xfrm>
                <a:off x="8441208" y="2370384"/>
                <a:ext cx="293400" cy="3477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CF0E1D1-B8CE-8E76-49A5-D25D0E2553C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432568" y="2361744"/>
                  <a:ext cx="31104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A15F429F-E573-585A-1084-59FCDFFBB976}"/>
                    </a:ext>
                  </a:extLst>
                </p14:cNvPr>
                <p14:cNvContentPartPr/>
                <p14:nvPr/>
              </p14:nvContentPartPr>
              <p14:xfrm>
                <a:off x="8773128" y="2297304"/>
                <a:ext cx="517680" cy="2822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A15F429F-E573-585A-1084-59FCDFFBB97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764488" y="2288304"/>
                  <a:ext cx="53532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F295658D-02F6-5AE7-34B8-052479DE0B5F}"/>
                    </a:ext>
                  </a:extLst>
                </p14:cNvPr>
                <p14:cNvContentPartPr/>
                <p14:nvPr/>
              </p14:nvContentPartPr>
              <p14:xfrm>
                <a:off x="9319248" y="2408904"/>
                <a:ext cx="10080" cy="237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F295658D-02F6-5AE7-34B8-052479DE0B5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310248" y="2399904"/>
                  <a:ext cx="2772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8A389C2-AAE4-2F78-AD48-FA8652A3FC82}"/>
                    </a:ext>
                  </a:extLst>
                </p14:cNvPr>
                <p14:cNvContentPartPr/>
                <p14:nvPr/>
              </p14:nvContentPartPr>
              <p14:xfrm>
                <a:off x="9117648" y="2348064"/>
                <a:ext cx="166320" cy="201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8A389C2-AAE4-2F78-AD48-FA8652A3FC8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109008" y="2339064"/>
                  <a:ext cx="1839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95FF2F9A-A33A-88B6-A3B3-1E8568B899AD}"/>
                    </a:ext>
                  </a:extLst>
                </p14:cNvPr>
                <p14:cNvContentPartPr/>
                <p14:nvPr/>
              </p14:nvContentPartPr>
              <p14:xfrm>
                <a:off x="9376488" y="2342304"/>
                <a:ext cx="533520" cy="1936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95FF2F9A-A33A-88B6-A3B3-1E8568B899A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367488" y="2333304"/>
                  <a:ext cx="5511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45B1B6A2-DBDC-5D63-25D5-78837385AA53}"/>
                    </a:ext>
                  </a:extLst>
                </p14:cNvPr>
                <p14:cNvContentPartPr/>
                <p14:nvPr/>
              </p14:nvContentPartPr>
              <p14:xfrm>
                <a:off x="9890928" y="2441304"/>
                <a:ext cx="83520" cy="234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45B1B6A2-DBDC-5D63-25D5-78837385AA5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881928" y="2432304"/>
                  <a:ext cx="1011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30E3B527-42B3-8DE6-5BD5-905D1EF6A313}"/>
                    </a:ext>
                  </a:extLst>
                </p14:cNvPr>
                <p14:cNvContentPartPr/>
                <p14:nvPr/>
              </p14:nvContentPartPr>
              <p14:xfrm>
                <a:off x="10184328" y="2546784"/>
                <a:ext cx="100080" cy="1234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30E3B527-42B3-8DE6-5BD5-905D1EF6A31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175688" y="2537784"/>
                  <a:ext cx="11772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EE8BE9D6-A512-D98D-0D8A-717147770B2E}"/>
                    </a:ext>
                  </a:extLst>
                </p14:cNvPr>
                <p14:cNvContentPartPr/>
                <p14:nvPr/>
              </p14:nvContentPartPr>
              <p14:xfrm>
                <a:off x="10492128" y="2356704"/>
                <a:ext cx="283320" cy="3286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EE8BE9D6-A512-D98D-0D8A-717147770B2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483128" y="2347704"/>
                  <a:ext cx="300960" cy="34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B524603-0117-B9C0-8282-BE31C7A5E4A5}"/>
                    </a:ext>
                  </a:extLst>
                </p14:cNvPr>
                <p14:cNvContentPartPr/>
                <p14:nvPr/>
              </p14:nvContentPartPr>
              <p14:xfrm>
                <a:off x="10826568" y="2486304"/>
                <a:ext cx="24840" cy="799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B524603-0117-B9C0-8282-BE31C7A5E4A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817568" y="2477664"/>
                  <a:ext cx="4248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A88F25A0-8796-9243-24C2-CC5C9B28D902}"/>
                    </a:ext>
                  </a:extLst>
                </p14:cNvPr>
                <p14:cNvContentPartPr/>
                <p14:nvPr/>
              </p14:nvContentPartPr>
              <p14:xfrm>
                <a:off x="10875168" y="2461464"/>
                <a:ext cx="4320" cy="108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A88F25A0-8796-9243-24C2-CC5C9B28D90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866168" y="2452824"/>
                  <a:ext cx="219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E1688019-BD69-7744-DA3A-9BDAEF0FB2BD}"/>
                    </a:ext>
                  </a:extLst>
                </p14:cNvPr>
                <p14:cNvContentPartPr/>
                <p14:nvPr/>
              </p14:nvContentPartPr>
              <p14:xfrm>
                <a:off x="10947528" y="2530944"/>
                <a:ext cx="144000" cy="478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E1688019-BD69-7744-DA3A-9BDAEF0FB2BD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0938528" y="2522304"/>
                  <a:ext cx="1616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FC7B0510-8EA3-3F2D-DCA1-E7C25EA3D018}"/>
                    </a:ext>
                  </a:extLst>
                </p14:cNvPr>
                <p14:cNvContentPartPr/>
                <p14:nvPr/>
              </p14:nvContentPartPr>
              <p14:xfrm>
                <a:off x="11137608" y="2480904"/>
                <a:ext cx="2880" cy="183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FC7B0510-8EA3-3F2D-DCA1-E7C25EA3D018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1128968" y="2471904"/>
                  <a:ext cx="205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96B7E5B1-8161-89BF-A26C-EAD8D6A47B2A}"/>
                    </a:ext>
                  </a:extLst>
                </p14:cNvPr>
                <p14:cNvContentPartPr/>
                <p14:nvPr/>
              </p14:nvContentPartPr>
              <p14:xfrm>
                <a:off x="11185848" y="2523744"/>
                <a:ext cx="50040" cy="478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96B7E5B1-8161-89BF-A26C-EAD8D6A47B2A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1176848" y="2514744"/>
                  <a:ext cx="676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CA1EF0AB-A87D-13D8-C717-FFAAFAA774C1}"/>
                    </a:ext>
                  </a:extLst>
                </p14:cNvPr>
                <p14:cNvContentPartPr/>
                <p14:nvPr/>
              </p14:nvContentPartPr>
              <p14:xfrm>
                <a:off x="11326248" y="2530584"/>
                <a:ext cx="192960" cy="756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CA1EF0AB-A87D-13D8-C717-FFAAFAA774C1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1317248" y="2521584"/>
                  <a:ext cx="210600" cy="93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FA5EEC94-0BE2-5713-9B23-07A7970E55A5}"/>
                  </a:ext>
                </a:extLst>
              </p14:cNvPr>
              <p14:cNvContentPartPr/>
              <p14:nvPr/>
            </p14:nvContentPartPr>
            <p14:xfrm>
              <a:off x="3815928" y="3016224"/>
              <a:ext cx="272160" cy="1004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FA5EEC94-0BE2-5713-9B23-07A7970E55A5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3807288" y="3007224"/>
                <a:ext cx="289800" cy="11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2" name="Group 141">
            <a:extLst>
              <a:ext uri="{FF2B5EF4-FFF2-40B4-BE49-F238E27FC236}">
                <a16:creationId xmlns:a16="http://schemas.microsoft.com/office/drawing/2014/main" id="{8EED0F08-661C-112B-4C55-A858996F2D6B}"/>
              </a:ext>
            </a:extLst>
          </p:cNvPr>
          <p:cNvGrpSpPr/>
          <p:nvPr/>
        </p:nvGrpSpPr>
        <p:grpSpPr>
          <a:xfrm>
            <a:off x="4616568" y="2824704"/>
            <a:ext cx="1703520" cy="285840"/>
            <a:chOff x="4616568" y="2824704"/>
            <a:chExt cx="170352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5C92A650-5577-5DDC-2B43-6ACEA4F04F32}"/>
                    </a:ext>
                  </a:extLst>
                </p14:cNvPr>
                <p14:cNvContentPartPr/>
                <p14:nvPr/>
              </p14:nvContentPartPr>
              <p14:xfrm>
                <a:off x="4616568" y="2994624"/>
                <a:ext cx="396720" cy="1159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5C92A650-5577-5DDC-2B43-6ACEA4F04F32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4607928" y="2985984"/>
                  <a:ext cx="4143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F69F6A6-F48E-8D1D-29A7-076F098CFAD4}"/>
                    </a:ext>
                  </a:extLst>
                </p14:cNvPr>
                <p14:cNvContentPartPr/>
                <p14:nvPr/>
              </p14:nvContentPartPr>
              <p14:xfrm>
                <a:off x="5092488" y="2824704"/>
                <a:ext cx="593280" cy="2469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F69F6A6-F48E-8D1D-29A7-076F098CFAD4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5083488" y="2815704"/>
                  <a:ext cx="61092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A1DCB98E-FB40-34CC-5EBE-90E67730178A}"/>
                    </a:ext>
                  </a:extLst>
                </p14:cNvPr>
                <p14:cNvContentPartPr/>
                <p14:nvPr/>
              </p14:nvContentPartPr>
              <p14:xfrm>
                <a:off x="5695128" y="2937384"/>
                <a:ext cx="3960" cy="241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A1DCB98E-FB40-34CC-5EBE-90E67730178A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5686128" y="2928384"/>
                  <a:ext cx="216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14DE2F0-92DA-5F52-E81D-E7DA828CB7A1}"/>
                    </a:ext>
                  </a:extLst>
                </p14:cNvPr>
                <p14:cNvContentPartPr/>
                <p14:nvPr/>
              </p14:nvContentPartPr>
              <p14:xfrm>
                <a:off x="5755968" y="2943144"/>
                <a:ext cx="169560" cy="385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14DE2F0-92DA-5F52-E81D-E7DA828CB7A1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5747328" y="2934504"/>
                  <a:ext cx="18720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3D0B1C65-18BA-5A2D-ED26-8A865034EAFD}"/>
                    </a:ext>
                  </a:extLst>
                </p14:cNvPr>
                <p14:cNvContentPartPr/>
                <p14:nvPr/>
              </p14:nvContentPartPr>
              <p14:xfrm>
                <a:off x="5852448" y="2904624"/>
                <a:ext cx="37800" cy="54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3D0B1C65-18BA-5A2D-ED26-8A865034EAF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5843808" y="2895624"/>
                  <a:ext cx="554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E7C93F03-8414-57B6-6A8C-80EA53E56932}"/>
                    </a:ext>
                  </a:extLst>
                </p14:cNvPr>
                <p14:cNvContentPartPr/>
                <p14:nvPr/>
              </p14:nvContentPartPr>
              <p14:xfrm>
                <a:off x="6119928" y="2942784"/>
                <a:ext cx="65160" cy="536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E7C93F03-8414-57B6-6A8C-80EA53E56932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6111288" y="2933784"/>
                  <a:ext cx="828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5DCC8B88-0651-0CD6-31C5-54228D65246A}"/>
                    </a:ext>
                  </a:extLst>
                </p14:cNvPr>
                <p14:cNvContentPartPr/>
                <p14:nvPr/>
              </p14:nvContentPartPr>
              <p14:xfrm>
                <a:off x="6278688" y="2967264"/>
                <a:ext cx="41400" cy="334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5DCC8B88-0651-0CD6-31C5-54228D65246A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6269688" y="2958624"/>
                  <a:ext cx="59040" cy="5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BCBA9F87-8855-A764-9AEE-D160B41B7C11}"/>
              </a:ext>
            </a:extLst>
          </p:cNvPr>
          <p:cNvGrpSpPr/>
          <p:nvPr/>
        </p:nvGrpSpPr>
        <p:grpSpPr>
          <a:xfrm>
            <a:off x="2135448" y="3538944"/>
            <a:ext cx="613800" cy="366480"/>
            <a:chOff x="2135448" y="3538944"/>
            <a:chExt cx="613800" cy="36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B698C712-023F-4C90-0838-4FC6FA71BF4D}"/>
                    </a:ext>
                  </a:extLst>
                </p14:cNvPr>
                <p14:cNvContentPartPr/>
                <p14:nvPr/>
              </p14:nvContentPartPr>
              <p14:xfrm>
                <a:off x="2135448" y="3538944"/>
                <a:ext cx="356400" cy="3664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B698C712-023F-4C90-0838-4FC6FA71BF4D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126448" y="3530304"/>
                  <a:ext cx="37404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A234C6A-9C18-756D-EFE9-559C5C06684D}"/>
                    </a:ext>
                  </a:extLst>
                </p14:cNvPr>
                <p14:cNvContentPartPr/>
                <p14:nvPr/>
              </p14:nvContentPartPr>
              <p14:xfrm>
                <a:off x="2586528" y="3682584"/>
                <a:ext cx="162720" cy="27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A234C6A-9C18-756D-EFE9-559C5C06684D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2577528" y="3673944"/>
                  <a:ext cx="18036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CFB34E86-4A6C-77A3-30AB-22DE8DB0DFE3}"/>
              </a:ext>
            </a:extLst>
          </p:cNvPr>
          <p:cNvGrpSpPr/>
          <p:nvPr/>
        </p:nvGrpSpPr>
        <p:grpSpPr>
          <a:xfrm>
            <a:off x="3489768" y="3471624"/>
            <a:ext cx="724680" cy="409680"/>
            <a:chOff x="3489768" y="3471624"/>
            <a:chExt cx="72468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387D1D98-80DA-E5AF-95D0-1A5F0411927B}"/>
                    </a:ext>
                  </a:extLst>
                </p14:cNvPr>
                <p14:cNvContentPartPr/>
                <p14:nvPr/>
              </p14:nvContentPartPr>
              <p14:xfrm>
                <a:off x="3489768" y="3471624"/>
                <a:ext cx="238680" cy="4096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387D1D98-80DA-E5AF-95D0-1A5F0411927B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3481128" y="3462984"/>
                  <a:ext cx="256320" cy="42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ECC3C985-0360-A0CF-2026-0647AA01953E}"/>
                    </a:ext>
                  </a:extLst>
                </p14:cNvPr>
                <p14:cNvContentPartPr/>
                <p14:nvPr/>
              </p14:nvContentPartPr>
              <p14:xfrm>
                <a:off x="3798288" y="3645504"/>
                <a:ext cx="58680" cy="471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ECC3C985-0360-A0CF-2026-0647AA01953E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3789288" y="3636504"/>
                  <a:ext cx="763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D12ACC1B-6912-2D12-75F2-498818176896}"/>
                    </a:ext>
                  </a:extLst>
                </p14:cNvPr>
                <p14:cNvContentPartPr/>
                <p14:nvPr/>
              </p14:nvContentPartPr>
              <p14:xfrm>
                <a:off x="3931128" y="3604464"/>
                <a:ext cx="283320" cy="745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D12ACC1B-6912-2D12-75F2-498818176896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3922488" y="3595464"/>
                  <a:ext cx="300960" cy="9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235E6BEC-CAD1-AEC1-22EA-76B56D3DAA3E}"/>
              </a:ext>
            </a:extLst>
          </p:cNvPr>
          <p:cNvGrpSpPr/>
          <p:nvPr/>
        </p:nvGrpSpPr>
        <p:grpSpPr>
          <a:xfrm>
            <a:off x="4662288" y="3438144"/>
            <a:ext cx="821520" cy="225000"/>
            <a:chOff x="4662288" y="3438144"/>
            <a:chExt cx="821520" cy="22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9F68FCF8-A6EB-77C9-161F-668C42F6F098}"/>
                    </a:ext>
                  </a:extLst>
                </p14:cNvPr>
                <p14:cNvContentPartPr/>
                <p14:nvPr/>
              </p14:nvContentPartPr>
              <p14:xfrm>
                <a:off x="4662288" y="3528504"/>
                <a:ext cx="204480" cy="1346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9F68FCF8-A6EB-77C9-161F-668C42F6F098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4653288" y="3519504"/>
                  <a:ext cx="22212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F8D6DFA-1053-284D-7D41-BC09178DDBCE}"/>
                    </a:ext>
                  </a:extLst>
                </p14:cNvPr>
                <p14:cNvContentPartPr/>
                <p14:nvPr/>
              </p14:nvContentPartPr>
              <p14:xfrm>
                <a:off x="4949568" y="3555864"/>
                <a:ext cx="48960" cy="478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F8D6DFA-1053-284D-7D41-BC09178DDBCE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940568" y="3546864"/>
                  <a:ext cx="6660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FA483E5E-6C36-03A9-1273-7B02F995730A}"/>
                    </a:ext>
                  </a:extLst>
                </p14:cNvPr>
                <p14:cNvContentPartPr/>
                <p14:nvPr/>
              </p14:nvContentPartPr>
              <p14:xfrm>
                <a:off x="5055408" y="3550824"/>
                <a:ext cx="86760" cy="338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FA483E5E-6C36-03A9-1273-7B02F995730A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5046408" y="3541824"/>
                  <a:ext cx="1044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415432C1-CF1C-AB0E-F56F-1DE6ED6C5C1F}"/>
                    </a:ext>
                  </a:extLst>
                </p14:cNvPr>
                <p14:cNvContentPartPr/>
                <p14:nvPr/>
              </p14:nvContentPartPr>
              <p14:xfrm>
                <a:off x="5176008" y="3438144"/>
                <a:ext cx="93960" cy="1569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415432C1-CF1C-AB0E-F56F-1DE6ED6C5C1F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167008" y="3429504"/>
                  <a:ext cx="1116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5A584243-6985-8509-9AD6-1500E150B195}"/>
                    </a:ext>
                  </a:extLst>
                </p14:cNvPr>
                <p14:cNvContentPartPr/>
                <p14:nvPr/>
              </p14:nvContentPartPr>
              <p14:xfrm>
                <a:off x="5393088" y="3487824"/>
                <a:ext cx="90720" cy="1332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5A584243-6985-8509-9AD6-1500E150B195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384088" y="3479184"/>
                  <a:ext cx="108360" cy="15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FFBCE8D4-4686-B42F-F400-863EFD996794}"/>
              </a:ext>
            </a:extLst>
          </p:cNvPr>
          <p:cNvGrpSpPr/>
          <p:nvPr/>
        </p:nvGrpSpPr>
        <p:grpSpPr>
          <a:xfrm>
            <a:off x="6019128" y="3285144"/>
            <a:ext cx="611640" cy="324000"/>
            <a:chOff x="6019128" y="3285144"/>
            <a:chExt cx="611640" cy="32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ACD3C207-DE5F-9B35-C0EA-C2B0769DAE6D}"/>
                    </a:ext>
                  </a:extLst>
                </p14:cNvPr>
                <p14:cNvContentPartPr/>
                <p14:nvPr/>
              </p14:nvContentPartPr>
              <p14:xfrm>
                <a:off x="6019128" y="3285144"/>
                <a:ext cx="300960" cy="3240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ACD3C207-DE5F-9B35-C0EA-C2B0769DAE6D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010128" y="3276504"/>
                  <a:ext cx="31860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7581252D-AE63-C703-40CC-F72B8D919F1D}"/>
                    </a:ext>
                  </a:extLst>
                </p14:cNvPr>
                <p14:cNvContentPartPr/>
                <p14:nvPr/>
              </p14:nvContentPartPr>
              <p14:xfrm>
                <a:off x="6308208" y="3498264"/>
                <a:ext cx="322560" cy="662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7581252D-AE63-C703-40CC-F72B8D919F1D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6299208" y="3489624"/>
                  <a:ext cx="340200" cy="8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AA69C03D-79FF-310A-63CC-74A840D61620}"/>
              </a:ext>
            </a:extLst>
          </p:cNvPr>
          <p:cNvGrpSpPr/>
          <p:nvPr/>
        </p:nvGrpSpPr>
        <p:grpSpPr>
          <a:xfrm>
            <a:off x="7056648" y="3495744"/>
            <a:ext cx="527400" cy="124920"/>
            <a:chOff x="7056648" y="3495744"/>
            <a:chExt cx="527400" cy="12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6E622F7D-5FE4-73F7-2646-87C7A76746AD}"/>
                    </a:ext>
                  </a:extLst>
                </p14:cNvPr>
                <p14:cNvContentPartPr/>
                <p14:nvPr/>
              </p14:nvContentPartPr>
              <p14:xfrm>
                <a:off x="7056648" y="3542184"/>
                <a:ext cx="245520" cy="140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6E622F7D-5FE4-73F7-2646-87C7A76746AD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7047648" y="3533544"/>
                  <a:ext cx="2631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F59D60DD-C915-B939-E197-8BE48603BC59}"/>
                    </a:ext>
                  </a:extLst>
                </p14:cNvPr>
                <p14:cNvContentPartPr/>
                <p14:nvPr/>
              </p14:nvContentPartPr>
              <p14:xfrm>
                <a:off x="7190568" y="3495744"/>
                <a:ext cx="29520" cy="124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F59D60DD-C915-B939-E197-8BE48603BC59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7181928" y="3486744"/>
                  <a:ext cx="4716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1C3EFB1-75F5-22F4-351A-86CC6211E68B}"/>
                    </a:ext>
                  </a:extLst>
                </p14:cNvPr>
                <p14:cNvContentPartPr/>
                <p14:nvPr/>
              </p14:nvContentPartPr>
              <p14:xfrm>
                <a:off x="7388928" y="3512304"/>
                <a:ext cx="195120" cy="7848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1C3EFB1-75F5-22F4-351A-86CC6211E68B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7379928" y="3503304"/>
                  <a:ext cx="212760" cy="9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D0B4387D-0933-E03E-D92B-ADEE402FF826}"/>
              </a:ext>
            </a:extLst>
          </p:cNvPr>
          <p:cNvGrpSpPr/>
          <p:nvPr/>
        </p:nvGrpSpPr>
        <p:grpSpPr>
          <a:xfrm>
            <a:off x="8196408" y="3209184"/>
            <a:ext cx="1711080" cy="397800"/>
            <a:chOff x="8196408" y="3209184"/>
            <a:chExt cx="1711080" cy="39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5DEB9FEA-0424-BDB0-72E9-ED903C4702FD}"/>
                    </a:ext>
                  </a:extLst>
                </p14:cNvPr>
                <p14:cNvContentPartPr/>
                <p14:nvPr/>
              </p14:nvContentPartPr>
              <p14:xfrm>
                <a:off x="8196408" y="3396024"/>
                <a:ext cx="306000" cy="2109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5DEB9FEA-0424-BDB0-72E9-ED903C4702FD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8187408" y="3387384"/>
                  <a:ext cx="3236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C01CB122-CB10-4C40-8249-2F6776E42CAD}"/>
                    </a:ext>
                  </a:extLst>
                </p14:cNvPr>
                <p14:cNvContentPartPr/>
                <p14:nvPr/>
              </p14:nvContentPartPr>
              <p14:xfrm>
                <a:off x="8584488" y="3518424"/>
                <a:ext cx="90720" cy="676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C01CB122-CB10-4C40-8249-2F6776E42CAD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8575848" y="3509424"/>
                  <a:ext cx="10836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FD109FDE-D466-73D5-4416-853B8A61CC40}"/>
                    </a:ext>
                  </a:extLst>
                </p14:cNvPr>
                <p14:cNvContentPartPr/>
                <p14:nvPr/>
              </p14:nvContentPartPr>
              <p14:xfrm>
                <a:off x="8755488" y="3303864"/>
                <a:ext cx="431640" cy="2800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FD109FDE-D466-73D5-4416-853B8A61CC40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8746848" y="3295224"/>
                  <a:ext cx="4492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1A2FBDCE-B1DC-2B51-2946-BD980660F688}"/>
                    </a:ext>
                  </a:extLst>
                </p14:cNvPr>
                <p14:cNvContentPartPr/>
                <p14:nvPr/>
              </p14:nvContentPartPr>
              <p14:xfrm>
                <a:off x="9244728" y="3209184"/>
                <a:ext cx="293400" cy="30276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1A2FBDCE-B1DC-2B51-2946-BD980660F688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235728" y="3200184"/>
                  <a:ext cx="31104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EDAA5D52-8726-4C32-B5BE-E97335BEEB70}"/>
                    </a:ext>
                  </a:extLst>
                </p14:cNvPr>
                <p14:cNvContentPartPr/>
                <p14:nvPr/>
              </p14:nvContentPartPr>
              <p14:xfrm>
                <a:off x="9569808" y="3408264"/>
                <a:ext cx="1080" cy="241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EDAA5D52-8726-4C32-B5BE-E97335BEEB70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9561168" y="3399264"/>
                  <a:ext cx="187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4F4AAD1C-57C6-15E4-51EC-E8EBFBEA7763}"/>
                    </a:ext>
                  </a:extLst>
                </p14:cNvPr>
                <p14:cNvContentPartPr/>
                <p14:nvPr/>
              </p14:nvContentPartPr>
              <p14:xfrm>
                <a:off x="9627048" y="3429864"/>
                <a:ext cx="156240" cy="619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4F4AAD1C-57C6-15E4-51EC-E8EBFBEA776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618408" y="3420864"/>
                  <a:ext cx="17388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00654E14-E4C8-C912-A71D-840878A59E64}"/>
                    </a:ext>
                  </a:extLst>
                </p14:cNvPr>
                <p14:cNvContentPartPr/>
                <p14:nvPr/>
              </p14:nvContentPartPr>
              <p14:xfrm>
                <a:off x="9849888" y="3382704"/>
                <a:ext cx="57600" cy="21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00654E14-E4C8-C912-A71D-840878A59E6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841248" y="3374064"/>
                  <a:ext cx="7524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0697A84C-B630-9F9B-4213-D008E79F1A14}"/>
              </a:ext>
            </a:extLst>
          </p:cNvPr>
          <p:cNvGrpSpPr/>
          <p:nvPr/>
        </p:nvGrpSpPr>
        <p:grpSpPr>
          <a:xfrm>
            <a:off x="10246968" y="3227184"/>
            <a:ext cx="1417680" cy="612720"/>
            <a:chOff x="10246968" y="3227184"/>
            <a:chExt cx="1417680" cy="61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175C7854-B918-09AE-AB0F-C17C48716335}"/>
                    </a:ext>
                  </a:extLst>
                </p14:cNvPr>
                <p14:cNvContentPartPr/>
                <p14:nvPr/>
              </p14:nvContentPartPr>
              <p14:xfrm>
                <a:off x="10246968" y="3284064"/>
                <a:ext cx="156960" cy="3826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175C7854-B918-09AE-AB0F-C17C4871633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237968" y="3275064"/>
                  <a:ext cx="17460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8DF37F98-ADF8-7617-9E78-291FCCA811C6}"/>
                    </a:ext>
                  </a:extLst>
                </p14:cNvPr>
                <p14:cNvContentPartPr/>
                <p14:nvPr/>
              </p14:nvContentPartPr>
              <p14:xfrm>
                <a:off x="10556568" y="3227184"/>
                <a:ext cx="508320" cy="3992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8DF37F98-ADF8-7617-9E78-291FCCA811C6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547928" y="3218544"/>
                  <a:ext cx="525960" cy="41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385C0C49-4645-CCFA-2354-CE8B6EF9A848}"/>
                    </a:ext>
                  </a:extLst>
                </p14:cNvPr>
                <p14:cNvContentPartPr/>
                <p14:nvPr/>
              </p14:nvContentPartPr>
              <p14:xfrm>
                <a:off x="11108448" y="3464064"/>
                <a:ext cx="99720" cy="1278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385C0C49-4645-CCFA-2354-CE8B6EF9A84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099808" y="3455064"/>
                  <a:ext cx="11736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89225C80-B10B-AADB-30C8-C6A7D71BFEEA}"/>
                    </a:ext>
                  </a:extLst>
                </p14:cNvPr>
                <p14:cNvContentPartPr/>
                <p14:nvPr/>
              </p14:nvContentPartPr>
              <p14:xfrm>
                <a:off x="11287368" y="3444624"/>
                <a:ext cx="140760" cy="24948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89225C80-B10B-AADB-30C8-C6A7D71BFEE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278728" y="3435624"/>
                  <a:ext cx="1584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96A1A68C-9A2A-EF55-9437-E01BE4F52DEB}"/>
                    </a:ext>
                  </a:extLst>
                </p14:cNvPr>
                <p14:cNvContentPartPr/>
                <p14:nvPr/>
              </p14:nvContentPartPr>
              <p14:xfrm>
                <a:off x="11251008" y="3416184"/>
                <a:ext cx="413640" cy="4237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96A1A68C-9A2A-EF55-9437-E01BE4F52DE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242368" y="3407184"/>
                  <a:ext cx="431280" cy="44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EF8F8B22-180C-3A67-B044-5C7639F60162}"/>
                  </a:ext>
                </a:extLst>
              </p14:cNvPr>
              <p14:cNvContentPartPr/>
              <p14:nvPr/>
            </p14:nvContentPartPr>
            <p14:xfrm>
              <a:off x="4340808" y="4092624"/>
              <a:ext cx="109800" cy="4644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EF8F8B22-180C-3A67-B044-5C7639F60162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4331808" y="4083624"/>
                <a:ext cx="12744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D1C152F6-C429-FB83-66CD-061DDA2B1FB2}"/>
                  </a:ext>
                </a:extLst>
              </p14:cNvPr>
              <p14:cNvContentPartPr/>
              <p14:nvPr/>
            </p14:nvContentPartPr>
            <p14:xfrm>
              <a:off x="5356008" y="4166064"/>
              <a:ext cx="28800" cy="1404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D1C152F6-C429-FB83-66CD-061DDA2B1FB2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5347008" y="4157424"/>
                <a:ext cx="46440" cy="3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7B04C39D-DF48-65D3-C853-84F9A9D90BB6}"/>
                  </a:ext>
                </a:extLst>
              </p14:cNvPr>
              <p14:cNvContentPartPr/>
              <p14:nvPr/>
            </p14:nvContentPartPr>
            <p14:xfrm>
              <a:off x="8214408" y="4159584"/>
              <a:ext cx="69480" cy="360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7B04C39D-DF48-65D3-C853-84F9A9D90BB6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8205408" y="4150944"/>
                <a:ext cx="87120" cy="21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2" name="Group 191">
            <a:extLst>
              <a:ext uri="{FF2B5EF4-FFF2-40B4-BE49-F238E27FC236}">
                <a16:creationId xmlns:a16="http://schemas.microsoft.com/office/drawing/2014/main" id="{514FDB2B-963E-E59C-7354-FA87F85FE84F}"/>
              </a:ext>
            </a:extLst>
          </p:cNvPr>
          <p:cNvGrpSpPr/>
          <p:nvPr/>
        </p:nvGrpSpPr>
        <p:grpSpPr>
          <a:xfrm>
            <a:off x="6371928" y="4016304"/>
            <a:ext cx="1508760" cy="171360"/>
            <a:chOff x="6371928" y="4016304"/>
            <a:chExt cx="1508760" cy="17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20CCDF5C-B75E-3E5D-5053-9E9184686435}"/>
                    </a:ext>
                  </a:extLst>
                </p14:cNvPr>
                <p14:cNvContentPartPr/>
                <p14:nvPr/>
              </p14:nvContentPartPr>
              <p14:xfrm>
                <a:off x="6371928" y="4167504"/>
                <a:ext cx="1508760" cy="201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20CCDF5C-B75E-3E5D-5053-9E918468643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362928" y="4158504"/>
                  <a:ext cx="15264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E28DE55D-4B16-14E5-F4A3-49405F5F75C7}"/>
                    </a:ext>
                  </a:extLst>
                </p14:cNvPr>
                <p14:cNvContentPartPr/>
                <p14:nvPr/>
              </p14:nvContentPartPr>
              <p14:xfrm>
                <a:off x="7115688" y="4087224"/>
                <a:ext cx="202680" cy="90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E28DE55D-4B16-14E5-F4A3-49405F5F75C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106688" y="4078224"/>
                  <a:ext cx="2203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257DA330-61F7-2609-956F-05A7D757EED1}"/>
                    </a:ext>
                  </a:extLst>
                </p14:cNvPr>
                <p14:cNvContentPartPr/>
                <p14:nvPr/>
              </p14:nvContentPartPr>
              <p14:xfrm>
                <a:off x="7419888" y="4016304"/>
                <a:ext cx="273960" cy="1004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257DA330-61F7-2609-956F-05A7D757EED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411248" y="4007664"/>
                  <a:ext cx="291600" cy="11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46BB64F4-BD82-C9F4-5463-82992FDC9EE0}"/>
                  </a:ext>
                </a:extLst>
              </p14:cNvPr>
              <p14:cNvContentPartPr/>
              <p14:nvPr/>
            </p14:nvContentPartPr>
            <p14:xfrm>
              <a:off x="8709768" y="4150224"/>
              <a:ext cx="360" cy="36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46BB64F4-BD82-C9F4-5463-82992FDC9EE0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8701128" y="4141584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5">
            <p14:nvContentPartPr>
              <p14:cNvPr id="185" name="Ink 184">
                <a:extLst>
                  <a:ext uri="{FF2B5EF4-FFF2-40B4-BE49-F238E27FC236}">
                    <a16:creationId xmlns:a16="http://schemas.microsoft.com/office/drawing/2014/main" id="{177FC52C-C6E8-2A73-260B-3EF9CA7AB39C}"/>
                  </a:ext>
                </a:extLst>
              </p14:cNvPr>
              <p14:cNvContentPartPr/>
              <p14:nvPr/>
            </p14:nvContentPartPr>
            <p14:xfrm>
              <a:off x="9249408" y="4094424"/>
              <a:ext cx="178200" cy="55800"/>
            </p14:xfrm>
          </p:contentPart>
        </mc:Choice>
        <mc:Fallback xmlns="">
          <p:pic>
            <p:nvPicPr>
              <p:cNvPr id="185" name="Ink 184">
                <a:extLst>
                  <a:ext uri="{FF2B5EF4-FFF2-40B4-BE49-F238E27FC236}">
                    <a16:creationId xmlns:a16="http://schemas.microsoft.com/office/drawing/2014/main" id="{177FC52C-C6E8-2A73-260B-3EF9CA7AB39C}"/>
                  </a:ext>
                </a:extLst>
              </p:cNvPr>
              <p:cNvPicPr/>
              <p:nvPr/>
            </p:nvPicPr>
            <p:blipFill>
              <a:blip r:embed="rId296"/>
              <a:stretch>
                <a:fillRect/>
              </a:stretch>
            </p:blipFill>
            <p:spPr>
              <a:xfrm>
                <a:off x="9240768" y="4085424"/>
                <a:ext cx="195840" cy="7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1" name="Group 190">
            <a:extLst>
              <a:ext uri="{FF2B5EF4-FFF2-40B4-BE49-F238E27FC236}">
                <a16:creationId xmlns:a16="http://schemas.microsoft.com/office/drawing/2014/main" id="{466ADB68-71DE-5B19-9F9B-F5C539C9E257}"/>
              </a:ext>
            </a:extLst>
          </p:cNvPr>
          <p:cNvGrpSpPr/>
          <p:nvPr/>
        </p:nvGrpSpPr>
        <p:grpSpPr>
          <a:xfrm>
            <a:off x="10597248" y="3874464"/>
            <a:ext cx="1060200" cy="534240"/>
            <a:chOff x="10597248" y="3874464"/>
            <a:chExt cx="1060200" cy="53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6D69F6F1-5729-7E74-0CD2-EF93E3148E6A}"/>
                    </a:ext>
                  </a:extLst>
                </p14:cNvPr>
                <p14:cNvContentPartPr/>
                <p14:nvPr/>
              </p14:nvContentPartPr>
              <p14:xfrm>
                <a:off x="10597248" y="3874464"/>
                <a:ext cx="119160" cy="3441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6D69F6F1-5729-7E74-0CD2-EF93E3148E6A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588248" y="3865824"/>
                  <a:ext cx="13680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6DA0B585-5262-9420-F511-C4913FA868B3}"/>
                    </a:ext>
                  </a:extLst>
                </p14:cNvPr>
                <p14:cNvContentPartPr/>
                <p14:nvPr/>
              </p14:nvContentPartPr>
              <p14:xfrm>
                <a:off x="10843488" y="3954024"/>
                <a:ext cx="132480" cy="2041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6DA0B585-5262-9420-F511-C4913FA868B3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834488" y="3945024"/>
                  <a:ext cx="1501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DA85B1DE-4E12-E94C-9F76-D580694B9E65}"/>
                    </a:ext>
                  </a:extLst>
                </p14:cNvPr>
                <p14:cNvContentPartPr/>
                <p14:nvPr/>
              </p14:nvContentPartPr>
              <p14:xfrm>
                <a:off x="11105208" y="4057704"/>
                <a:ext cx="108360" cy="4896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DA85B1DE-4E12-E94C-9F76-D580694B9E65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1096208" y="4049064"/>
                  <a:ext cx="1260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A8F0CEF6-D783-A70B-C94C-DD508684134C}"/>
                    </a:ext>
                  </a:extLst>
                </p14:cNvPr>
                <p14:cNvContentPartPr/>
                <p14:nvPr/>
              </p14:nvContentPartPr>
              <p14:xfrm>
                <a:off x="11296728" y="3974904"/>
                <a:ext cx="117360" cy="20304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A8F0CEF6-D783-A70B-C94C-DD508684134C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1288088" y="3966264"/>
                  <a:ext cx="13500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5431DD5B-BD27-B9C2-A222-72784233B1B2}"/>
                    </a:ext>
                  </a:extLst>
                </p14:cNvPr>
                <p14:cNvContentPartPr/>
                <p14:nvPr/>
              </p14:nvContentPartPr>
              <p14:xfrm>
                <a:off x="11288088" y="3965904"/>
                <a:ext cx="369360" cy="4428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5431DD5B-BD27-B9C2-A222-72784233B1B2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1279088" y="3956904"/>
                  <a:ext cx="387000" cy="46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C3C23914-A2A4-E695-9315-0EB3306C2B38}"/>
              </a:ext>
            </a:extLst>
          </p:cNvPr>
          <p:cNvGrpSpPr/>
          <p:nvPr/>
        </p:nvGrpSpPr>
        <p:grpSpPr>
          <a:xfrm>
            <a:off x="2787768" y="4575384"/>
            <a:ext cx="787680" cy="318960"/>
            <a:chOff x="2787768" y="4575384"/>
            <a:chExt cx="787680" cy="3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17EC9035-49BD-DE48-A5DB-8812E8C57FBE}"/>
                    </a:ext>
                  </a:extLst>
                </p14:cNvPr>
                <p14:cNvContentPartPr/>
                <p14:nvPr/>
              </p14:nvContentPartPr>
              <p14:xfrm>
                <a:off x="2787768" y="4609584"/>
                <a:ext cx="266760" cy="2847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17EC9035-49BD-DE48-A5DB-8812E8C57FBE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2779128" y="4600584"/>
                  <a:ext cx="28440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7EEB991B-ECBF-A782-83CC-17A4C0B98E1E}"/>
                    </a:ext>
                  </a:extLst>
                </p14:cNvPr>
                <p14:cNvContentPartPr/>
                <p14:nvPr/>
              </p14:nvContentPartPr>
              <p14:xfrm>
                <a:off x="3153528" y="4759344"/>
                <a:ext cx="27000" cy="550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7EEB991B-ECBF-A782-83CC-17A4C0B98E1E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3144888" y="4750704"/>
                  <a:ext cx="446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C521F99D-D8B4-1D38-C8BE-36C48EA8A36B}"/>
                    </a:ext>
                  </a:extLst>
                </p14:cNvPr>
                <p14:cNvContentPartPr/>
                <p14:nvPr/>
              </p14:nvContentPartPr>
              <p14:xfrm>
                <a:off x="3257208" y="4760784"/>
                <a:ext cx="77040" cy="576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C521F99D-D8B4-1D38-C8BE-36C48EA8A36B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3248568" y="4751784"/>
                  <a:ext cx="9468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8880E00B-D33E-D7DC-9B6F-B291BE14F8FF}"/>
                    </a:ext>
                  </a:extLst>
                </p14:cNvPr>
                <p14:cNvContentPartPr/>
                <p14:nvPr/>
              </p14:nvContentPartPr>
              <p14:xfrm>
                <a:off x="3398328" y="4575384"/>
                <a:ext cx="177120" cy="2635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8880E00B-D33E-D7DC-9B6F-B291BE14F8FF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3389688" y="4566384"/>
                  <a:ext cx="194760" cy="281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0DF58DD4-8DE2-3607-C788-415C6BE4F594}"/>
                  </a:ext>
                </a:extLst>
              </p14:cNvPr>
              <p14:cNvContentPartPr/>
              <p14:nvPr/>
            </p14:nvContentPartPr>
            <p14:xfrm>
              <a:off x="4121568" y="4591584"/>
              <a:ext cx="743400" cy="36792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0DF58DD4-8DE2-3607-C788-415C6BE4F594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4112568" y="4582944"/>
                <a:ext cx="761040" cy="38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oup 205">
            <a:extLst>
              <a:ext uri="{FF2B5EF4-FFF2-40B4-BE49-F238E27FC236}">
                <a16:creationId xmlns:a16="http://schemas.microsoft.com/office/drawing/2014/main" id="{A484B6B7-D5E0-0295-B6C9-F698DC859CA9}"/>
              </a:ext>
            </a:extLst>
          </p:cNvPr>
          <p:cNvGrpSpPr/>
          <p:nvPr/>
        </p:nvGrpSpPr>
        <p:grpSpPr>
          <a:xfrm>
            <a:off x="5373288" y="4665744"/>
            <a:ext cx="905040" cy="276120"/>
            <a:chOff x="5373288" y="4665744"/>
            <a:chExt cx="905040" cy="27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1C29F723-4C38-2E71-A9C6-CE2A0C91071A}"/>
                    </a:ext>
                  </a:extLst>
                </p14:cNvPr>
                <p14:cNvContentPartPr/>
                <p14:nvPr/>
              </p14:nvContentPartPr>
              <p14:xfrm>
                <a:off x="5373288" y="4665744"/>
                <a:ext cx="297000" cy="2761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1C29F723-4C38-2E71-A9C6-CE2A0C91071A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5364288" y="4656744"/>
                  <a:ext cx="3146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21955B89-EBBB-4E99-0771-B2544695D03F}"/>
                    </a:ext>
                  </a:extLst>
                </p14:cNvPr>
                <p14:cNvContentPartPr/>
                <p14:nvPr/>
              </p14:nvContentPartPr>
              <p14:xfrm>
                <a:off x="5788008" y="4806144"/>
                <a:ext cx="110160" cy="554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21955B89-EBBB-4E99-0771-B2544695D03F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5779008" y="4797504"/>
                  <a:ext cx="12780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34C23744-D3B5-441B-7FE4-017BDA18233C}"/>
                    </a:ext>
                  </a:extLst>
                </p14:cNvPr>
                <p14:cNvContentPartPr/>
                <p14:nvPr/>
              </p14:nvContentPartPr>
              <p14:xfrm>
                <a:off x="5985648" y="4787424"/>
                <a:ext cx="292680" cy="658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34C23744-D3B5-441B-7FE4-017BDA18233C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5977008" y="4778784"/>
                  <a:ext cx="310320" cy="8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5D5451FE-9D46-3FDF-9519-3DF743E6773B}"/>
              </a:ext>
            </a:extLst>
          </p:cNvPr>
          <p:cNvGrpSpPr/>
          <p:nvPr/>
        </p:nvGrpSpPr>
        <p:grpSpPr>
          <a:xfrm>
            <a:off x="6618888" y="4702104"/>
            <a:ext cx="1071360" cy="314640"/>
            <a:chOff x="6618888" y="4702104"/>
            <a:chExt cx="1071360" cy="31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7C8439C6-C13B-9635-4302-8599D9EE408B}"/>
                    </a:ext>
                  </a:extLst>
                </p14:cNvPr>
                <p14:cNvContentPartPr/>
                <p14:nvPr/>
              </p14:nvContentPartPr>
              <p14:xfrm>
                <a:off x="6618888" y="4738464"/>
                <a:ext cx="937800" cy="936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7C8439C6-C13B-9635-4302-8599D9EE408B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6609888" y="4729464"/>
                  <a:ext cx="95544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C45C520F-DA01-0D9D-512D-1A656AD9C81F}"/>
                    </a:ext>
                  </a:extLst>
                </p14:cNvPr>
                <p14:cNvContentPartPr/>
                <p14:nvPr/>
              </p14:nvContentPartPr>
              <p14:xfrm>
                <a:off x="7595928" y="4702104"/>
                <a:ext cx="1800" cy="154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C45C520F-DA01-0D9D-512D-1A656AD9C81F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7586928" y="4693464"/>
                  <a:ext cx="1944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CF20355D-3768-3F76-FE11-5E31C5A4F47F}"/>
                    </a:ext>
                  </a:extLst>
                </p14:cNvPr>
                <p14:cNvContentPartPr/>
                <p14:nvPr/>
              </p14:nvContentPartPr>
              <p14:xfrm>
                <a:off x="7579368" y="4755024"/>
                <a:ext cx="110880" cy="2617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CF20355D-3768-3F76-FE11-5E31C5A4F47F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7570728" y="4746384"/>
                  <a:ext cx="128520" cy="27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F64752DF-0CC5-18A4-8E01-47DA054C0473}"/>
              </a:ext>
            </a:extLst>
          </p:cNvPr>
          <p:cNvGrpSpPr/>
          <p:nvPr/>
        </p:nvGrpSpPr>
        <p:grpSpPr>
          <a:xfrm>
            <a:off x="8170128" y="4532544"/>
            <a:ext cx="455760" cy="276120"/>
            <a:chOff x="8170128" y="4532544"/>
            <a:chExt cx="455760" cy="27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F74E8375-83A4-900D-F86E-2A3867AB6156}"/>
                    </a:ext>
                  </a:extLst>
                </p14:cNvPr>
                <p14:cNvContentPartPr/>
                <p14:nvPr/>
              </p14:nvContentPartPr>
              <p14:xfrm>
                <a:off x="8170128" y="4532544"/>
                <a:ext cx="127800" cy="2761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F74E8375-83A4-900D-F86E-2A3867AB6156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8161488" y="4523904"/>
                  <a:ext cx="1454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8F37A6B9-84DA-BA87-7B43-BC19C2D747F9}"/>
                    </a:ext>
                  </a:extLst>
                </p14:cNvPr>
                <p14:cNvContentPartPr/>
                <p14:nvPr/>
              </p14:nvContentPartPr>
              <p14:xfrm>
                <a:off x="8353728" y="4613544"/>
                <a:ext cx="162000" cy="1422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8F37A6B9-84DA-BA87-7B43-BC19C2D747F9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8344728" y="4604544"/>
                  <a:ext cx="1796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6DCEE011-7735-612F-47BA-82D359189928}"/>
                    </a:ext>
                  </a:extLst>
                </p14:cNvPr>
                <p14:cNvContentPartPr/>
                <p14:nvPr/>
              </p14:nvContentPartPr>
              <p14:xfrm>
                <a:off x="8547408" y="4706064"/>
                <a:ext cx="78480" cy="648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6DCEE011-7735-612F-47BA-82D359189928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8538768" y="4697064"/>
                  <a:ext cx="96120" cy="24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5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D181EE48-D9DA-BF7B-98FD-2DB063636FEE}"/>
                  </a:ext>
                </a:extLst>
              </p14:cNvPr>
              <p14:cNvContentPartPr/>
              <p14:nvPr/>
            </p14:nvContentPartPr>
            <p14:xfrm>
              <a:off x="8974008" y="4639464"/>
              <a:ext cx="169920" cy="4215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D181EE48-D9DA-BF7B-98FD-2DB063636FEE}"/>
                  </a:ext>
                </a:extLst>
              </p:cNvPr>
              <p:cNvPicPr/>
              <p:nvPr/>
            </p:nvPicPr>
            <p:blipFill>
              <a:blip r:embed="rId336"/>
              <a:stretch>
                <a:fillRect/>
              </a:stretch>
            </p:blipFill>
            <p:spPr>
              <a:xfrm>
                <a:off x="8965008" y="4630464"/>
                <a:ext cx="187560" cy="439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6" name="Group 215">
            <a:extLst>
              <a:ext uri="{FF2B5EF4-FFF2-40B4-BE49-F238E27FC236}">
                <a16:creationId xmlns:a16="http://schemas.microsoft.com/office/drawing/2014/main" id="{3BD8B607-1716-CCD1-8A23-FB5F8CD5460A}"/>
              </a:ext>
            </a:extLst>
          </p:cNvPr>
          <p:cNvGrpSpPr/>
          <p:nvPr/>
        </p:nvGrpSpPr>
        <p:grpSpPr>
          <a:xfrm>
            <a:off x="9429048" y="4472064"/>
            <a:ext cx="1180440" cy="533160"/>
            <a:chOff x="9429048" y="4472064"/>
            <a:chExt cx="1180440" cy="53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35701B7C-0EF0-9723-0B53-D3ADA40C433D}"/>
                    </a:ext>
                  </a:extLst>
                </p14:cNvPr>
                <p14:cNvContentPartPr/>
                <p14:nvPr/>
              </p14:nvContentPartPr>
              <p14:xfrm>
                <a:off x="9429048" y="4476024"/>
                <a:ext cx="159480" cy="28872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35701B7C-0EF0-9723-0B53-D3ADA40C433D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9420048" y="4467384"/>
                  <a:ext cx="17712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6F9375CF-7120-F6D0-A4A5-6AFFEC7000D6}"/>
                    </a:ext>
                  </a:extLst>
                </p14:cNvPr>
                <p14:cNvContentPartPr/>
                <p14:nvPr/>
              </p14:nvContentPartPr>
              <p14:xfrm>
                <a:off x="9616968" y="4472064"/>
                <a:ext cx="326520" cy="53316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6F9375CF-7120-F6D0-A4A5-6AFFEC7000D6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9608328" y="4463064"/>
                  <a:ext cx="344160" cy="55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502DF307-3799-0112-2E21-54E4A8A0021F}"/>
                    </a:ext>
                  </a:extLst>
                </p14:cNvPr>
                <p14:cNvContentPartPr/>
                <p14:nvPr/>
              </p14:nvContentPartPr>
              <p14:xfrm>
                <a:off x="9817488" y="4610664"/>
                <a:ext cx="658800" cy="2077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502DF307-3799-0112-2E21-54E4A8A0021F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9808488" y="4601664"/>
                  <a:ext cx="6764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DD4765DF-75C8-9C2B-36A4-EDB0B0EE260D}"/>
                    </a:ext>
                  </a:extLst>
                </p14:cNvPr>
                <p14:cNvContentPartPr/>
                <p14:nvPr/>
              </p14:nvContentPartPr>
              <p14:xfrm>
                <a:off x="10529928" y="4731624"/>
                <a:ext cx="79560" cy="13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DD4765DF-75C8-9C2B-36A4-EDB0B0EE260D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0520928" y="4722624"/>
                  <a:ext cx="9720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F77FADE1-E937-EA64-09AC-C742E0887343}"/>
              </a:ext>
            </a:extLst>
          </p:cNvPr>
          <p:cNvGrpSpPr/>
          <p:nvPr/>
        </p:nvGrpSpPr>
        <p:grpSpPr>
          <a:xfrm>
            <a:off x="3704328" y="5072184"/>
            <a:ext cx="1651320" cy="259560"/>
            <a:chOff x="3704328" y="5072184"/>
            <a:chExt cx="1651320" cy="25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D99E6896-C68A-95B1-0E8E-E669CECA8A78}"/>
                    </a:ext>
                  </a:extLst>
                </p14:cNvPr>
                <p14:cNvContentPartPr/>
                <p14:nvPr/>
              </p14:nvContentPartPr>
              <p14:xfrm>
                <a:off x="3704328" y="5072184"/>
                <a:ext cx="358200" cy="21636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D99E6896-C68A-95B1-0E8E-E669CECA8A78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3695328" y="5063184"/>
                  <a:ext cx="3758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A625A105-3FE1-13EF-DB02-8546820F1325}"/>
                    </a:ext>
                  </a:extLst>
                </p14:cNvPr>
                <p14:cNvContentPartPr/>
                <p14:nvPr/>
              </p14:nvContentPartPr>
              <p14:xfrm>
                <a:off x="4129488" y="5216904"/>
                <a:ext cx="133200" cy="738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A625A105-3FE1-13EF-DB02-8546820F1325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4120848" y="5207904"/>
                  <a:ext cx="15084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3C7ED7A-4E2B-7B5A-C530-188F11DC497F}"/>
                    </a:ext>
                  </a:extLst>
                </p14:cNvPr>
                <p14:cNvContentPartPr/>
                <p14:nvPr/>
              </p14:nvContentPartPr>
              <p14:xfrm>
                <a:off x="4331448" y="5223024"/>
                <a:ext cx="150840" cy="684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3C7ED7A-4E2B-7B5A-C530-188F11DC497F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4322808" y="5214024"/>
                  <a:ext cx="16848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F8A31EEF-16B6-1615-872D-4FA1897D01A7}"/>
                    </a:ext>
                  </a:extLst>
                </p14:cNvPr>
                <p14:cNvContentPartPr/>
                <p14:nvPr/>
              </p14:nvContentPartPr>
              <p14:xfrm>
                <a:off x="4543128" y="5120424"/>
                <a:ext cx="170280" cy="2113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F8A31EEF-16B6-1615-872D-4FA1897D01A7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4534488" y="5111424"/>
                  <a:ext cx="1879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5B9A3794-D0BB-103E-A572-09CA2E57D292}"/>
                    </a:ext>
                  </a:extLst>
                </p14:cNvPr>
                <p14:cNvContentPartPr/>
                <p14:nvPr/>
              </p14:nvContentPartPr>
              <p14:xfrm>
                <a:off x="4796208" y="5257224"/>
                <a:ext cx="36360" cy="432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5B9A3794-D0BB-103E-A572-09CA2E57D292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4787208" y="5248224"/>
                  <a:ext cx="540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3EAB7ACE-58E5-CBFE-A352-1BC0FF0DB41F}"/>
                    </a:ext>
                  </a:extLst>
                </p14:cNvPr>
                <p14:cNvContentPartPr/>
                <p14:nvPr/>
              </p14:nvContentPartPr>
              <p14:xfrm>
                <a:off x="4867848" y="5085144"/>
                <a:ext cx="200520" cy="2070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3EAB7ACE-58E5-CBFE-A352-1BC0FF0DB41F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4859208" y="5076504"/>
                  <a:ext cx="21816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FE7836B7-117F-8CAB-8E01-F9E2BF5082C7}"/>
                    </a:ext>
                  </a:extLst>
                </p14:cNvPr>
                <p14:cNvContentPartPr/>
                <p14:nvPr/>
              </p14:nvContentPartPr>
              <p14:xfrm>
                <a:off x="5095008" y="5193144"/>
                <a:ext cx="6840" cy="828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FE7836B7-117F-8CAB-8E01-F9E2BF5082C7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5086008" y="5184504"/>
                  <a:ext cx="2448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E422BE83-6A76-C351-C101-097589B48A61}"/>
                    </a:ext>
                  </a:extLst>
                </p14:cNvPr>
                <p14:cNvContentPartPr/>
                <p14:nvPr/>
              </p14:nvContentPartPr>
              <p14:xfrm>
                <a:off x="5217048" y="5225184"/>
                <a:ext cx="120960" cy="601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E422BE83-6A76-C351-C101-097589B48A61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5208408" y="5216544"/>
                  <a:ext cx="13860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5905B61A-9479-9624-96AD-93F225FE6926}"/>
                    </a:ext>
                  </a:extLst>
                </p14:cNvPr>
                <p14:cNvContentPartPr/>
                <p14:nvPr/>
              </p14:nvContentPartPr>
              <p14:xfrm>
                <a:off x="5331888" y="5160024"/>
                <a:ext cx="23760" cy="108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5905B61A-9479-9624-96AD-93F225FE6926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5322888" y="5151024"/>
                  <a:ext cx="4140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80F8BA99-89F8-F3BC-9C78-D8C108D242B0}"/>
              </a:ext>
            </a:extLst>
          </p:cNvPr>
          <p:cNvGrpSpPr/>
          <p:nvPr/>
        </p:nvGrpSpPr>
        <p:grpSpPr>
          <a:xfrm>
            <a:off x="3265128" y="5547384"/>
            <a:ext cx="448920" cy="302760"/>
            <a:chOff x="3265128" y="5547384"/>
            <a:chExt cx="448920" cy="30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DE431361-A7D9-2D9F-18DC-05E95F91FEBE}"/>
                    </a:ext>
                  </a:extLst>
                </p14:cNvPr>
                <p14:cNvContentPartPr/>
                <p14:nvPr/>
              </p14:nvContentPartPr>
              <p14:xfrm>
                <a:off x="3265128" y="5547384"/>
                <a:ext cx="255240" cy="3027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DE431361-A7D9-2D9F-18DC-05E95F91FEBE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3256128" y="5538744"/>
                  <a:ext cx="27288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58FEE903-F767-797B-2EA7-25F979134705}"/>
                    </a:ext>
                  </a:extLst>
                </p14:cNvPr>
                <p14:cNvContentPartPr/>
                <p14:nvPr/>
              </p14:nvContentPartPr>
              <p14:xfrm>
                <a:off x="3630168" y="5654664"/>
                <a:ext cx="83880" cy="223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58FEE903-F767-797B-2EA7-25F979134705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3621528" y="5646024"/>
                  <a:ext cx="101520" cy="39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7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4F3C41C9-C325-C9DA-0642-47D940C953B5}"/>
                  </a:ext>
                </a:extLst>
              </p14:cNvPr>
              <p14:cNvContentPartPr/>
              <p14:nvPr/>
            </p14:nvContentPartPr>
            <p14:xfrm>
              <a:off x="4141728" y="5878584"/>
              <a:ext cx="121320" cy="37008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4F3C41C9-C325-C9DA-0642-47D940C953B5}"/>
                  </a:ext>
                </a:extLst>
              </p:cNvPr>
              <p:cNvPicPr/>
              <p:nvPr/>
            </p:nvPicPr>
            <p:blipFill>
              <a:blip r:embed="rId368"/>
              <a:stretch>
                <a:fillRect/>
              </a:stretch>
            </p:blipFill>
            <p:spPr>
              <a:xfrm>
                <a:off x="4133088" y="5869584"/>
                <a:ext cx="138960" cy="38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9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7FD913E8-B669-0938-C1E6-74FC55A0E54D}"/>
                  </a:ext>
                </a:extLst>
              </p14:cNvPr>
              <p14:cNvContentPartPr/>
              <p14:nvPr/>
            </p14:nvContentPartPr>
            <p14:xfrm>
              <a:off x="4034448" y="6047784"/>
              <a:ext cx="385920" cy="7956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7FD913E8-B669-0938-C1E6-74FC55A0E54D}"/>
                  </a:ext>
                </a:extLst>
              </p:cNvPr>
              <p:cNvPicPr/>
              <p:nvPr/>
            </p:nvPicPr>
            <p:blipFill>
              <a:blip r:embed="rId370"/>
              <a:stretch>
                <a:fillRect/>
              </a:stretch>
            </p:blipFill>
            <p:spPr>
              <a:xfrm>
                <a:off x="4025448" y="6039144"/>
                <a:ext cx="40356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1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6D840751-E513-181E-2604-8D7DB82901A4}"/>
                  </a:ext>
                </a:extLst>
              </p14:cNvPr>
              <p14:cNvContentPartPr/>
              <p14:nvPr/>
            </p14:nvContentPartPr>
            <p14:xfrm>
              <a:off x="4505688" y="6021144"/>
              <a:ext cx="118440" cy="8676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6D840751-E513-181E-2604-8D7DB82901A4}"/>
                  </a:ext>
                </a:extLst>
              </p:cNvPr>
              <p:cNvPicPr/>
              <p:nvPr/>
            </p:nvPicPr>
            <p:blipFill>
              <a:blip r:embed="rId372"/>
              <a:stretch>
                <a:fillRect/>
              </a:stretch>
            </p:blipFill>
            <p:spPr>
              <a:xfrm>
                <a:off x="4497048" y="6012144"/>
                <a:ext cx="13608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270" name="Ink 269">
                <a:extLst>
                  <a:ext uri="{FF2B5EF4-FFF2-40B4-BE49-F238E27FC236}">
                    <a16:creationId xmlns:a16="http://schemas.microsoft.com/office/drawing/2014/main" id="{16A99288-D757-C2BD-74F7-54AE2F8A1248}"/>
                  </a:ext>
                </a:extLst>
              </p14:cNvPr>
              <p14:cNvContentPartPr/>
              <p14:nvPr/>
            </p14:nvContentPartPr>
            <p14:xfrm>
              <a:off x="4714488" y="5974704"/>
              <a:ext cx="575280" cy="349200"/>
            </p14:xfrm>
          </p:contentPart>
        </mc:Choice>
        <mc:Fallback xmlns="">
          <p:pic>
            <p:nvPicPr>
              <p:cNvPr id="270" name="Ink 269">
                <a:extLst>
                  <a:ext uri="{FF2B5EF4-FFF2-40B4-BE49-F238E27FC236}">
                    <a16:creationId xmlns:a16="http://schemas.microsoft.com/office/drawing/2014/main" id="{16A99288-D757-C2BD-74F7-54AE2F8A1248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4705488" y="5966064"/>
                <a:ext cx="592920" cy="366840"/>
              </a:xfrm>
              <a:prstGeom prst="rect">
                <a:avLst/>
              </a:prstGeom>
            </p:spPr>
          </p:pic>
        </mc:Fallback>
      </mc:AlternateContent>
      <p:grpSp>
        <p:nvGrpSpPr>
          <p:cNvPr id="275" name="Group 274">
            <a:extLst>
              <a:ext uri="{FF2B5EF4-FFF2-40B4-BE49-F238E27FC236}">
                <a16:creationId xmlns:a16="http://schemas.microsoft.com/office/drawing/2014/main" id="{71CE58ED-B561-559E-1766-5743A5046959}"/>
              </a:ext>
            </a:extLst>
          </p:cNvPr>
          <p:cNvGrpSpPr/>
          <p:nvPr/>
        </p:nvGrpSpPr>
        <p:grpSpPr>
          <a:xfrm>
            <a:off x="5574528" y="5985144"/>
            <a:ext cx="595080" cy="377640"/>
            <a:chOff x="5574528" y="5985144"/>
            <a:chExt cx="595080" cy="37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400C45D3-A9F0-7BE1-9F20-C58812F40DDF}"/>
                    </a:ext>
                  </a:extLst>
                </p14:cNvPr>
                <p14:cNvContentPartPr/>
                <p14:nvPr/>
              </p14:nvContentPartPr>
              <p14:xfrm>
                <a:off x="5574528" y="5985144"/>
                <a:ext cx="250920" cy="16236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400C45D3-A9F0-7BE1-9F20-C58812F40DDF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5565528" y="5976144"/>
                  <a:ext cx="2685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571B2541-8815-1879-21D8-3A38131BABD5}"/>
                    </a:ext>
                  </a:extLst>
                </p14:cNvPr>
                <p14:cNvContentPartPr/>
                <p14:nvPr/>
              </p14:nvContentPartPr>
              <p14:xfrm>
                <a:off x="5892768" y="6080904"/>
                <a:ext cx="53640" cy="1159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571B2541-8815-1879-21D8-3A38131BABD5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5884128" y="6071904"/>
                  <a:ext cx="7128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88DCE622-38EE-BCBC-82DE-68DF051E88C8}"/>
                    </a:ext>
                  </a:extLst>
                </p14:cNvPr>
                <p14:cNvContentPartPr/>
                <p14:nvPr/>
              </p14:nvContentPartPr>
              <p14:xfrm>
                <a:off x="6011208" y="6054624"/>
                <a:ext cx="85320" cy="14040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88DCE622-38EE-BCBC-82DE-68DF051E88C8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6002208" y="6045624"/>
                  <a:ext cx="1029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C8E27F63-1368-8939-9126-03DB72561025}"/>
                    </a:ext>
                  </a:extLst>
                </p14:cNvPr>
                <p14:cNvContentPartPr/>
                <p14:nvPr/>
              </p14:nvContentPartPr>
              <p14:xfrm>
                <a:off x="6079248" y="6200064"/>
                <a:ext cx="90360" cy="1627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C8E27F63-1368-8939-9126-03DB72561025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6070248" y="6191424"/>
                  <a:ext cx="108000" cy="18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87FA0F8-28C9-240F-5449-7F1660DCA608}"/>
              </a:ext>
            </a:extLst>
          </p:cNvPr>
          <p:cNvGrpSpPr/>
          <p:nvPr/>
        </p:nvGrpSpPr>
        <p:grpSpPr>
          <a:xfrm>
            <a:off x="4000248" y="5442264"/>
            <a:ext cx="2143080" cy="480960"/>
            <a:chOff x="4000248" y="5442264"/>
            <a:chExt cx="2143080" cy="48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11380459-11EE-915E-9E09-3ED55EF1EACB}"/>
                    </a:ext>
                  </a:extLst>
                </p14:cNvPr>
                <p14:cNvContentPartPr/>
                <p14:nvPr/>
              </p14:nvContentPartPr>
              <p14:xfrm>
                <a:off x="4132368" y="5442264"/>
                <a:ext cx="239400" cy="423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11380459-11EE-915E-9E09-3ED55EF1EACB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4123368" y="5433264"/>
                  <a:ext cx="25704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0BAC9EDE-A973-C26F-8200-A99BFA41FEF6}"/>
                    </a:ext>
                  </a:extLst>
                </p14:cNvPr>
                <p14:cNvContentPartPr/>
                <p14:nvPr/>
              </p14:nvContentPartPr>
              <p14:xfrm>
                <a:off x="4000248" y="5706864"/>
                <a:ext cx="291960" cy="421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0BAC9EDE-A973-C26F-8200-A99BFA41FEF6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3991608" y="5697864"/>
                  <a:ext cx="30960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60B23D9B-1461-518F-FBB7-3B736D4E0782}"/>
                    </a:ext>
                  </a:extLst>
                </p14:cNvPr>
                <p14:cNvContentPartPr/>
                <p14:nvPr/>
              </p14:nvContentPartPr>
              <p14:xfrm>
                <a:off x="4368528" y="5632704"/>
                <a:ext cx="110880" cy="792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60B23D9B-1461-518F-FBB7-3B736D4E0782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4359528" y="5624064"/>
                  <a:ext cx="1285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B12A68DA-523D-88F3-E987-9F65ED19B8CF}"/>
                    </a:ext>
                  </a:extLst>
                </p14:cNvPr>
                <p14:cNvContentPartPr/>
                <p14:nvPr/>
              </p14:nvContentPartPr>
              <p14:xfrm>
                <a:off x="4549968" y="5566824"/>
                <a:ext cx="234720" cy="1458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B12A68DA-523D-88F3-E987-9F65ED19B8CF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4541328" y="5558184"/>
                  <a:ext cx="2523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A35BDD79-B19C-62E3-7BD2-41C58DF1432E}"/>
                    </a:ext>
                  </a:extLst>
                </p14:cNvPr>
                <p14:cNvContentPartPr/>
                <p14:nvPr/>
              </p14:nvContentPartPr>
              <p14:xfrm>
                <a:off x="4908528" y="5670144"/>
                <a:ext cx="40320" cy="15480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A35BDD79-B19C-62E3-7BD2-41C58DF1432E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4899528" y="5661504"/>
                  <a:ext cx="579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4109ABA3-27A8-15F5-41D8-17518FB18168}"/>
                    </a:ext>
                  </a:extLst>
                </p14:cNvPr>
                <p14:cNvContentPartPr/>
                <p14:nvPr/>
              </p14:nvContentPartPr>
              <p14:xfrm>
                <a:off x="5098968" y="5567184"/>
                <a:ext cx="138600" cy="1645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4109ABA3-27A8-15F5-41D8-17518FB18168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5089968" y="5558184"/>
                  <a:ext cx="1562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09236D45-CA40-08F8-447C-7A6081944EC7}"/>
                    </a:ext>
                  </a:extLst>
                </p14:cNvPr>
                <p14:cNvContentPartPr/>
                <p14:nvPr/>
              </p14:nvContentPartPr>
              <p14:xfrm>
                <a:off x="5303448" y="5651424"/>
                <a:ext cx="158400" cy="680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09236D45-CA40-08F8-447C-7A6081944EC7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5294448" y="5642784"/>
                  <a:ext cx="17604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D7B104E2-B227-BF93-57C3-E50D754098E2}"/>
                    </a:ext>
                  </a:extLst>
                </p14:cNvPr>
                <p14:cNvContentPartPr/>
                <p14:nvPr/>
              </p14:nvContentPartPr>
              <p14:xfrm>
                <a:off x="5507568" y="5638824"/>
                <a:ext cx="43920" cy="856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D7B104E2-B227-BF93-57C3-E50D754098E2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5498928" y="5630184"/>
                  <a:ext cx="6156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B3A673E1-D993-2022-B07B-59FC0628A1AB}"/>
                    </a:ext>
                  </a:extLst>
                </p14:cNvPr>
                <p14:cNvContentPartPr/>
                <p14:nvPr/>
              </p14:nvContentPartPr>
              <p14:xfrm>
                <a:off x="5608368" y="5622624"/>
                <a:ext cx="130680" cy="81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B3A673E1-D993-2022-B07B-59FC0628A1AB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5599368" y="5613624"/>
                  <a:ext cx="14832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97F4EF2B-31DA-95FA-A67E-3ED21179BBE9}"/>
                    </a:ext>
                  </a:extLst>
                </p14:cNvPr>
                <p14:cNvContentPartPr/>
                <p14:nvPr/>
              </p14:nvContentPartPr>
              <p14:xfrm>
                <a:off x="5835888" y="5620464"/>
                <a:ext cx="13320" cy="4464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97F4EF2B-31DA-95FA-A67E-3ED21179BBE9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5827248" y="5611464"/>
                  <a:ext cx="3096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AB0461F3-84D5-4383-31FB-0E36C5694CA8}"/>
                    </a:ext>
                  </a:extLst>
                </p14:cNvPr>
                <p14:cNvContentPartPr/>
                <p14:nvPr/>
              </p14:nvContentPartPr>
              <p14:xfrm>
                <a:off x="5876208" y="5453784"/>
                <a:ext cx="99720" cy="4428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AB0461F3-84D5-4383-31FB-0E36C5694CA8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5867208" y="5445144"/>
                  <a:ext cx="117360" cy="46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AF415D32-4D21-CDDA-624E-C19A2C2609F9}"/>
                    </a:ext>
                  </a:extLst>
                </p14:cNvPr>
                <p14:cNvContentPartPr/>
                <p14:nvPr/>
              </p14:nvContentPartPr>
              <p14:xfrm>
                <a:off x="5937768" y="5505984"/>
                <a:ext cx="205560" cy="3654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AF415D32-4D21-CDDA-624E-C19A2C2609F9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5928768" y="5497344"/>
                  <a:ext cx="223200" cy="38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CF52DB1F-BFDB-7873-660E-3601743D781A}"/>
                    </a:ext>
                  </a:extLst>
                </p14:cNvPr>
                <p14:cNvContentPartPr/>
                <p14:nvPr/>
              </p14:nvContentPartPr>
              <p14:xfrm>
                <a:off x="6085008" y="5747904"/>
                <a:ext cx="52920" cy="151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CF52DB1F-BFDB-7873-660E-3601743D781A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6076368" y="5739264"/>
                  <a:ext cx="705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CEDFF7F5-5F64-D877-3816-75C944BA6EA3}"/>
                    </a:ext>
                  </a:extLst>
                </p14:cNvPr>
                <p14:cNvContentPartPr/>
                <p14:nvPr/>
              </p14:nvContentPartPr>
              <p14:xfrm>
                <a:off x="5843088" y="5917104"/>
                <a:ext cx="5040" cy="61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CEDFF7F5-5F64-D877-3816-75C944BA6EA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834088" y="5908464"/>
                  <a:ext cx="226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8D92C4E9-12DD-F319-EC49-06C99C0E3D98}"/>
                    </a:ext>
                  </a:extLst>
                </p14:cNvPr>
                <p14:cNvContentPartPr/>
                <p14:nvPr/>
              </p14:nvContentPartPr>
              <p14:xfrm>
                <a:off x="5835528" y="5908824"/>
                <a:ext cx="360" cy="3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8D92C4E9-12DD-F319-EC49-06C99C0E3D9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826528" y="590018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78151EEF-D9FB-46A3-B622-BFC48FDDDD8B}"/>
                    </a:ext>
                  </a:extLst>
                </p14:cNvPr>
                <p14:cNvContentPartPr/>
                <p14:nvPr/>
              </p14:nvContentPartPr>
              <p14:xfrm>
                <a:off x="5813208" y="5894424"/>
                <a:ext cx="1440" cy="972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78151EEF-D9FB-46A3-B622-BFC48FDDDD8B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5804208" y="5885424"/>
                  <a:ext cx="1908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7BE3A6CA-6F1D-A8D2-D738-04F744704568}"/>
              </a:ext>
            </a:extLst>
          </p:cNvPr>
          <p:cNvGrpSpPr/>
          <p:nvPr/>
        </p:nvGrpSpPr>
        <p:grpSpPr>
          <a:xfrm>
            <a:off x="6481368" y="199224"/>
            <a:ext cx="766800" cy="331920"/>
            <a:chOff x="6481368" y="199224"/>
            <a:chExt cx="766800" cy="33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75CEAB4F-D394-410D-34DE-C8A4A863FEA8}"/>
                    </a:ext>
                  </a:extLst>
                </p14:cNvPr>
                <p14:cNvContentPartPr/>
                <p14:nvPr/>
              </p14:nvContentPartPr>
              <p14:xfrm>
                <a:off x="6481368" y="442944"/>
                <a:ext cx="2520" cy="118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75CEAB4F-D394-410D-34DE-C8A4A863FEA8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6472728" y="433944"/>
                  <a:ext cx="201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B4174C02-F662-7D4E-44A4-FA832F6FAF18}"/>
                    </a:ext>
                  </a:extLst>
                </p14:cNvPr>
                <p14:cNvContentPartPr/>
                <p14:nvPr/>
              </p14:nvContentPartPr>
              <p14:xfrm>
                <a:off x="6499728" y="252144"/>
                <a:ext cx="16920" cy="637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B4174C02-F662-7D4E-44A4-FA832F6FAF1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6491088" y="243504"/>
                  <a:ext cx="3456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DD74105E-A287-77FF-5640-50B856238EE1}"/>
                    </a:ext>
                  </a:extLst>
                </p14:cNvPr>
                <p14:cNvContentPartPr/>
                <p14:nvPr/>
              </p14:nvContentPartPr>
              <p14:xfrm>
                <a:off x="6700248" y="199224"/>
                <a:ext cx="362880" cy="33192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DD74105E-A287-77FF-5640-50B856238EE1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6691248" y="190584"/>
                  <a:ext cx="38052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EBCBE23D-4DD6-6077-F7EB-BF4B7656CE58}"/>
                    </a:ext>
                  </a:extLst>
                </p14:cNvPr>
                <p14:cNvContentPartPr/>
                <p14:nvPr/>
              </p14:nvContentPartPr>
              <p14:xfrm>
                <a:off x="7195608" y="371304"/>
                <a:ext cx="12960" cy="248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EBCBE23D-4DD6-6077-F7EB-BF4B7656CE5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7186968" y="362664"/>
                  <a:ext cx="3060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2C7CD86A-0DB4-321E-A2EB-EF283B84A752}"/>
                    </a:ext>
                  </a:extLst>
                </p14:cNvPr>
                <p14:cNvContentPartPr/>
                <p14:nvPr/>
              </p14:nvContentPartPr>
              <p14:xfrm>
                <a:off x="7226208" y="251784"/>
                <a:ext cx="21960" cy="266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2C7CD86A-0DB4-321E-A2EB-EF283B84A75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217568" y="242784"/>
                  <a:ext cx="3960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8A462FD2-E733-CA32-C56A-0F613B00CEA2}"/>
              </a:ext>
            </a:extLst>
          </p:cNvPr>
          <p:cNvGrpSpPr/>
          <p:nvPr/>
        </p:nvGrpSpPr>
        <p:grpSpPr>
          <a:xfrm>
            <a:off x="7629768" y="140904"/>
            <a:ext cx="2990880" cy="491760"/>
            <a:chOff x="7629768" y="140904"/>
            <a:chExt cx="2990880" cy="49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6E8EFCC7-8B97-E127-1834-C562FC498B8F}"/>
                    </a:ext>
                  </a:extLst>
                </p14:cNvPr>
                <p14:cNvContentPartPr/>
                <p14:nvPr/>
              </p14:nvContentPartPr>
              <p14:xfrm>
                <a:off x="7629768" y="205344"/>
                <a:ext cx="160200" cy="2170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6E8EFCC7-8B97-E127-1834-C562FC498B8F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620768" y="196704"/>
                  <a:ext cx="1778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5B9FC9C1-6799-F754-7673-CE42220ADD18}"/>
                    </a:ext>
                  </a:extLst>
                </p14:cNvPr>
                <p14:cNvContentPartPr/>
                <p14:nvPr/>
              </p14:nvContentPartPr>
              <p14:xfrm>
                <a:off x="7820568" y="300024"/>
                <a:ext cx="112680" cy="10944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5B9FC9C1-6799-F754-7673-CE42220ADD18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7811928" y="291384"/>
                  <a:ext cx="13032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CB905350-9165-A4AE-7E0C-5ABD0468DE77}"/>
                    </a:ext>
                  </a:extLst>
                </p14:cNvPr>
                <p14:cNvContentPartPr/>
                <p14:nvPr/>
              </p14:nvContentPartPr>
              <p14:xfrm>
                <a:off x="7947288" y="316944"/>
                <a:ext cx="238320" cy="19692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CB905350-9165-A4AE-7E0C-5ABD0468DE77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938288" y="307944"/>
                  <a:ext cx="2559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AECFDC5E-E38A-99F4-F121-BAE0DBA5420B}"/>
                    </a:ext>
                  </a:extLst>
                </p14:cNvPr>
                <p14:cNvContentPartPr/>
                <p14:nvPr/>
              </p14:nvContentPartPr>
              <p14:xfrm>
                <a:off x="8262648" y="354024"/>
                <a:ext cx="23040" cy="4824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AECFDC5E-E38A-99F4-F121-BAE0DBA5420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253648" y="345024"/>
                  <a:ext cx="4068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0E947FEC-13CE-74EA-1CC1-36411170804E}"/>
                    </a:ext>
                  </a:extLst>
                </p14:cNvPr>
                <p14:cNvContentPartPr/>
                <p14:nvPr/>
              </p14:nvContentPartPr>
              <p14:xfrm>
                <a:off x="8339688" y="237744"/>
                <a:ext cx="76680" cy="1994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0E947FEC-13CE-74EA-1CC1-36411170804E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331048" y="228744"/>
                  <a:ext cx="943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50448ADF-7878-4F68-82B9-A409D0CFF137}"/>
                    </a:ext>
                  </a:extLst>
                </p14:cNvPr>
                <p14:cNvContentPartPr/>
                <p14:nvPr/>
              </p14:nvContentPartPr>
              <p14:xfrm>
                <a:off x="8665488" y="166824"/>
                <a:ext cx="263880" cy="21492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50448ADF-7878-4F68-82B9-A409D0CFF137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656488" y="157824"/>
                  <a:ext cx="28152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1871C0CB-33C6-AD29-3574-2D1647A48457}"/>
                    </a:ext>
                  </a:extLst>
                </p14:cNvPr>
                <p14:cNvContentPartPr/>
                <p14:nvPr/>
              </p14:nvContentPartPr>
              <p14:xfrm>
                <a:off x="8888328" y="277344"/>
                <a:ext cx="119880" cy="162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1871C0CB-33C6-AD29-3574-2D1647A48457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879688" y="268704"/>
                  <a:ext cx="1375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12942A65-7F40-28D4-785E-46E21EE609D4}"/>
                    </a:ext>
                  </a:extLst>
                </p14:cNvPr>
                <p14:cNvContentPartPr/>
                <p14:nvPr/>
              </p14:nvContentPartPr>
              <p14:xfrm>
                <a:off x="9131328" y="194184"/>
                <a:ext cx="156240" cy="1497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12942A65-7F40-28D4-785E-46E21EE609D4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122688" y="185544"/>
                  <a:ext cx="1738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5ECD9088-5F2D-11D5-E377-E0383DCB0C14}"/>
                    </a:ext>
                  </a:extLst>
                </p14:cNvPr>
                <p14:cNvContentPartPr/>
                <p14:nvPr/>
              </p14:nvContentPartPr>
              <p14:xfrm>
                <a:off x="9390888" y="296784"/>
                <a:ext cx="10440" cy="1476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5ECD9088-5F2D-11D5-E377-E0383DCB0C14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9382248" y="288144"/>
                  <a:ext cx="280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9A502738-88E5-1702-E684-19AF92DCEC70}"/>
                    </a:ext>
                  </a:extLst>
                </p14:cNvPr>
                <p14:cNvContentPartPr/>
                <p14:nvPr/>
              </p14:nvContentPartPr>
              <p14:xfrm>
                <a:off x="9604728" y="140904"/>
                <a:ext cx="110880" cy="3096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9A502738-88E5-1702-E684-19AF92DCEC70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596088" y="132264"/>
                  <a:ext cx="12852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3BAB8833-92EE-1A51-B468-240F63508B0B}"/>
                    </a:ext>
                  </a:extLst>
                </p14:cNvPr>
                <p14:cNvContentPartPr/>
                <p14:nvPr/>
              </p14:nvContentPartPr>
              <p14:xfrm>
                <a:off x="9775008" y="224064"/>
                <a:ext cx="62280" cy="14760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3BAB8833-92EE-1A51-B468-240F63508B0B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766008" y="215064"/>
                  <a:ext cx="79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FF32C7FD-5C16-EA8C-5A9D-2270AD949F5F}"/>
                    </a:ext>
                  </a:extLst>
                </p14:cNvPr>
                <p14:cNvContentPartPr/>
                <p14:nvPr/>
              </p14:nvContentPartPr>
              <p14:xfrm>
                <a:off x="9921888" y="225144"/>
                <a:ext cx="80640" cy="15012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FF32C7FD-5C16-EA8C-5A9D-2270AD949F5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912888" y="216504"/>
                  <a:ext cx="982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58F49667-D9CE-D704-F0F3-199D3E091A7A}"/>
                    </a:ext>
                  </a:extLst>
                </p14:cNvPr>
                <p14:cNvContentPartPr/>
                <p14:nvPr/>
              </p14:nvContentPartPr>
              <p14:xfrm>
                <a:off x="10059408" y="230184"/>
                <a:ext cx="75960" cy="12708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58F49667-D9CE-D704-F0F3-199D3E091A7A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0050768" y="221184"/>
                  <a:ext cx="936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9BDC0155-379F-DBDB-2D75-A9B87571EBB2}"/>
                    </a:ext>
                  </a:extLst>
                </p14:cNvPr>
                <p14:cNvContentPartPr/>
                <p14:nvPr/>
              </p14:nvContentPartPr>
              <p14:xfrm>
                <a:off x="10191888" y="208944"/>
                <a:ext cx="23760" cy="144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9BDC0155-379F-DBDB-2D75-A9B87571EBB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183248" y="200304"/>
                  <a:ext cx="414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00B0BE7C-796D-9EAD-F86C-7C89639B16C3}"/>
                    </a:ext>
                  </a:extLst>
                </p14:cNvPr>
                <p14:cNvContentPartPr/>
                <p14:nvPr/>
              </p14:nvContentPartPr>
              <p14:xfrm>
                <a:off x="10262808" y="202824"/>
                <a:ext cx="142920" cy="1670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00B0BE7C-796D-9EAD-F86C-7C89639B16C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0253808" y="194184"/>
                  <a:ext cx="1605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A6C6E6F7-9156-338C-4147-950609DC2167}"/>
                    </a:ext>
                  </a:extLst>
                </p14:cNvPr>
                <p14:cNvContentPartPr/>
                <p14:nvPr/>
              </p14:nvContentPartPr>
              <p14:xfrm>
                <a:off x="10389888" y="191664"/>
                <a:ext cx="230760" cy="25812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A6C6E6F7-9156-338C-4147-950609DC216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381248" y="182664"/>
                  <a:ext cx="24840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8650A68D-F660-4CDD-83D8-A2806F113344}"/>
                    </a:ext>
                  </a:extLst>
                </p14:cNvPr>
                <p14:cNvContentPartPr/>
                <p14:nvPr/>
              </p14:nvContentPartPr>
              <p14:xfrm>
                <a:off x="8005248" y="494064"/>
                <a:ext cx="2187360" cy="1386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8650A68D-F660-4CDD-83D8-A2806F113344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7996608" y="485424"/>
                  <a:ext cx="2205000" cy="1562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207914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-27432" y="-9144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US" dirty="0"/>
              <a:t>Sentiments:</a:t>
            </a:r>
            <a:endParaRPr lang="en-IN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9536936-F4EE-A5D5-2535-641393A26A16}"/>
                  </a:ext>
                </a:extLst>
              </p14:cNvPr>
              <p14:cNvContentPartPr/>
              <p14:nvPr/>
            </p14:nvContentPartPr>
            <p14:xfrm>
              <a:off x="2790648" y="351504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9536936-F4EE-A5D5-2535-641393A26A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82008" y="342864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" name="Group 18">
            <a:extLst>
              <a:ext uri="{FF2B5EF4-FFF2-40B4-BE49-F238E27FC236}">
                <a16:creationId xmlns:a16="http://schemas.microsoft.com/office/drawing/2014/main" id="{7DAA72E1-047F-9CF5-A8AB-FE7B552F2C39}"/>
              </a:ext>
            </a:extLst>
          </p:cNvPr>
          <p:cNvGrpSpPr/>
          <p:nvPr/>
        </p:nvGrpSpPr>
        <p:grpSpPr>
          <a:xfrm>
            <a:off x="2630088" y="-32976"/>
            <a:ext cx="2842200" cy="668520"/>
            <a:chOff x="2630088" y="-32976"/>
            <a:chExt cx="2842200" cy="66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CA1457BE-BDED-18E8-162D-C526DEEB417A}"/>
                    </a:ext>
                  </a:extLst>
                </p14:cNvPr>
                <p14:cNvContentPartPr/>
                <p14:nvPr/>
              </p14:nvContentPartPr>
              <p14:xfrm>
                <a:off x="2630088" y="68904"/>
                <a:ext cx="140760" cy="4161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CA1457BE-BDED-18E8-162D-C526DEEB417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621448" y="60264"/>
                  <a:ext cx="15840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E974F4F7-B0C5-1B08-5B4F-0D9ADBAE7ADA}"/>
                    </a:ext>
                  </a:extLst>
                </p14:cNvPr>
                <p14:cNvContentPartPr/>
                <p14:nvPr/>
              </p14:nvContentPartPr>
              <p14:xfrm>
                <a:off x="2869848" y="190224"/>
                <a:ext cx="48600" cy="1087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E974F4F7-B0C5-1B08-5B4F-0D9ADBAE7AD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860848" y="181584"/>
                  <a:ext cx="6624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BDDCB452-774B-DEC2-BADF-3C9839355EB7}"/>
                    </a:ext>
                  </a:extLst>
                </p14:cNvPr>
                <p14:cNvContentPartPr/>
                <p14:nvPr/>
              </p14:nvContentPartPr>
              <p14:xfrm>
                <a:off x="3054168" y="157104"/>
                <a:ext cx="149760" cy="1386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BDDCB452-774B-DEC2-BADF-3C9839355EB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45528" y="148464"/>
                  <a:ext cx="1674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FE90C0DC-F991-791E-0619-D39C0211493D}"/>
                    </a:ext>
                  </a:extLst>
                </p14:cNvPr>
                <p14:cNvContentPartPr/>
                <p14:nvPr/>
              </p14:nvContentPartPr>
              <p14:xfrm>
                <a:off x="3278448" y="84024"/>
                <a:ext cx="123120" cy="2199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FE90C0DC-F991-791E-0619-D39C0211493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269448" y="75024"/>
                  <a:ext cx="1407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A2C72314-2014-9F9F-2D70-4427299A813C}"/>
                    </a:ext>
                  </a:extLst>
                </p14:cNvPr>
                <p14:cNvContentPartPr/>
                <p14:nvPr/>
              </p14:nvContentPartPr>
              <p14:xfrm>
                <a:off x="3450528" y="198864"/>
                <a:ext cx="6120" cy="338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A2C72314-2014-9F9F-2D70-4427299A813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441528" y="189864"/>
                  <a:ext cx="237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B4504BB-FD7E-88FA-5F05-1B65EB6D11FF}"/>
                    </a:ext>
                  </a:extLst>
                </p14:cNvPr>
                <p14:cNvContentPartPr/>
                <p14:nvPr/>
              </p14:nvContentPartPr>
              <p14:xfrm>
                <a:off x="3531168" y="224064"/>
                <a:ext cx="182520" cy="579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B4504BB-FD7E-88FA-5F05-1B65EB6D11F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522168" y="215424"/>
                  <a:ext cx="2001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9A6234BF-9CB2-F69B-6740-910551ED68C9}"/>
                    </a:ext>
                  </a:extLst>
                </p14:cNvPr>
                <p14:cNvContentPartPr/>
                <p14:nvPr/>
              </p14:nvContentPartPr>
              <p14:xfrm>
                <a:off x="3600648" y="-32976"/>
                <a:ext cx="424800" cy="6685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9A6234BF-9CB2-F69B-6740-910551ED68C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592008" y="-41976"/>
                  <a:ext cx="442440" cy="68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E0DD739D-682E-8578-35DD-AF1F656C422E}"/>
                    </a:ext>
                  </a:extLst>
                </p14:cNvPr>
                <p14:cNvContentPartPr/>
                <p14:nvPr/>
              </p14:nvContentPartPr>
              <p14:xfrm>
                <a:off x="4169088" y="85824"/>
                <a:ext cx="174240" cy="2300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E0DD739D-682E-8578-35DD-AF1F656C422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160088" y="77184"/>
                  <a:ext cx="19188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690FD8E-C356-C186-8477-029EFD9E7CED}"/>
                    </a:ext>
                  </a:extLst>
                </p14:cNvPr>
                <p14:cNvContentPartPr/>
                <p14:nvPr/>
              </p14:nvContentPartPr>
              <p14:xfrm>
                <a:off x="4465368" y="139824"/>
                <a:ext cx="387720" cy="3967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690FD8E-C356-C186-8477-029EFD9E7CE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456728" y="131184"/>
                  <a:ext cx="40536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9BD2544-6602-091E-E1D3-909C0818DF45}"/>
                    </a:ext>
                  </a:extLst>
                </p14:cNvPr>
                <p14:cNvContentPartPr/>
                <p14:nvPr/>
              </p14:nvContentPartPr>
              <p14:xfrm>
                <a:off x="4921128" y="68184"/>
                <a:ext cx="247680" cy="1724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9BD2544-6602-091E-E1D3-909C0818DF4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912128" y="59184"/>
                  <a:ext cx="2653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3504584A-F938-843B-B959-974C651FA6F4}"/>
                    </a:ext>
                  </a:extLst>
                </p14:cNvPr>
                <p14:cNvContentPartPr/>
                <p14:nvPr/>
              </p14:nvContentPartPr>
              <p14:xfrm>
                <a:off x="5194008" y="139824"/>
                <a:ext cx="2160" cy="396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3504584A-F938-843B-B959-974C651FA6F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185368" y="131184"/>
                  <a:ext cx="1980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17B4AEAA-1BA1-78AB-9168-9EE5B9E2D527}"/>
                    </a:ext>
                  </a:extLst>
                </p14:cNvPr>
                <p14:cNvContentPartPr/>
                <p14:nvPr/>
              </p14:nvContentPartPr>
              <p14:xfrm>
                <a:off x="5270688" y="187344"/>
                <a:ext cx="157320" cy="669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17B4AEAA-1BA1-78AB-9168-9EE5B9E2D527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262048" y="178344"/>
                  <a:ext cx="17496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FAFFF09-835E-0937-8D91-7EB1792DF1DB}"/>
                    </a:ext>
                  </a:extLst>
                </p14:cNvPr>
                <p14:cNvContentPartPr/>
                <p14:nvPr/>
              </p14:nvContentPartPr>
              <p14:xfrm>
                <a:off x="5424408" y="91584"/>
                <a:ext cx="47880" cy="349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FAFFF09-835E-0937-8D91-7EB1792DF1D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15768" y="82584"/>
                  <a:ext cx="6552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FA2339B-1B67-4366-F715-AAC6DD3887A6}"/>
              </a:ext>
            </a:extLst>
          </p:cNvPr>
          <p:cNvGrpSpPr/>
          <p:nvPr/>
        </p:nvGrpSpPr>
        <p:grpSpPr>
          <a:xfrm>
            <a:off x="6006888" y="102744"/>
            <a:ext cx="1220400" cy="264960"/>
            <a:chOff x="6006888" y="102744"/>
            <a:chExt cx="1220400" cy="26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5169C1D-F762-0F91-9B8F-D97F220AFB0F}"/>
                    </a:ext>
                  </a:extLst>
                </p14:cNvPr>
                <p14:cNvContentPartPr/>
                <p14:nvPr/>
              </p14:nvContentPartPr>
              <p14:xfrm>
                <a:off x="6006888" y="205704"/>
                <a:ext cx="360720" cy="1620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5169C1D-F762-0F91-9B8F-D97F220AFB0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998248" y="196704"/>
                  <a:ext cx="3783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3BBF28E1-5361-27DA-9AC0-2F5F75AD525E}"/>
                    </a:ext>
                  </a:extLst>
                </p14:cNvPr>
                <p14:cNvContentPartPr/>
                <p14:nvPr/>
              </p14:nvContentPartPr>
              <p14:xfrm>
                <a:off x="6464088" y="102744"/>
                <a:ext cx="585720" cy="1929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3BBF28E1-5361-27DA-9AC0-2F5F75AD525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455448" y="93744"/>
                  <a:ext cx="6033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DB312F43-0765-1E33-E965-92A6350D6136}"/>
                    </a:ext>
                  </a:extLst>
                </p14:cNvPr>
                <p14:cNvContentPartPr/>
                <p14:nvPr/>
              </p14:nvContentPartPr>
              <p14:xfrm>
                <a:off x="7055568" y="187344"/>
                <a:ext cx="171720" cy="349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DB312F43-0765-1E33-E965-92A6350D613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046568" y="178344"/>
                  <a:ext cx="1893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FCA5EB3B-0560-CA3F-06BD-5A422504BBF4}"/>
                    </a:ext>
                  </a:extLst>
                </p14:cNvPr>
                <p14:cNvContentPartPr/>
                <p14:nvPr/>
              </p14:nvContentPartPr>
              <p14:xfrm>
                <a:off x="7167888" y="152424"/>
                <a:ext cx="23040" cy="79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FCA5EB3B-0560-CA3F-06BD-5A422504BBF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159248" y="143424"/>
                  <a:ext cx="4068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0CC3AB1-46E8-706A-AEAD-B23286779216}"/>
              </a:ext>
            </a:extLst>
          </p:cNvPr>
          <p:cNvGrpSpPr/>
          <p:nvPr/>
        </p:nvGrpSpPr>
        <p:grpSpPr>
          <a:xfrm>
            <a:off x="7544448" y="92664"/>
            <a:ext cx="1263600" cy="452520"/>
            <a:chOff x="7544448" y="92664"/>
            <a:chExt cx="1263600" cy="45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50A10E28-EDA6-AAE9-C4FD-8D7E37AE9558}"/>
                    </a:ext>
                  </a:extLst>
                </p14:cNvPr>
                <p14:cNvContentPartPr/>
                <p14:nvPr/>
              </p14:nvContentPartPr>
              <p14:xfrm>
                <a:off x="7544448" y="92664"/>
                <a:ext cx="526680" cy="2581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50A10E28-EDA6-AAE9-C4FD-8D7E37AE955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535808" y="84024"/>
                  <a:ext cx="54432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5B046479-DCFF-56DF-E507-40A63FA25453}"/>
                    </a:ext>
                  </a:extLst>
                </p14:cNvPr>
                <p14:cNvContentPartPr/>
                <p14:nvPr/>
              </p14:nvContentPartPr>
              <p14:xfrm>
                <a:off x="8122248" y="197784"/>
                <a:ext cx="68400" cy="347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5B046479-DCFF-56DF-E507-40A63FA2545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8113248" y="189144"/>
                  <a:ext cx="8604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3927EE61-85C5-C334-32F9-AF204AADB896}"/>
                    </a:ext>
                  </a:extLst>
                </p14:cNvPr>
                <p14:cNvContentPartPr/>
                <p14:nvPr/>
              </p14:nvContentPartPr>
              <p14:xfrm>
                <a:off x="8325288" y="182664"/>
                <a:ext cx="77040" cy="579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3927EE61-85C5-C334-32F9-AF204AADB89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316288" y="173664"/>
                  <a:ext cx="946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1A19A1D0-FA0B-5202-9A3B-08590F8A0D22}"/>
                    </a:ext>
                  </a:extLst>
                </p14:cNvPr>
                <p14:cNvContentPartPr/>
                <p14:nvPr/>
              </p14:nvContentPartPr>
              <p14:xfrm>
                <a:off x="8447328" y="187704"/>
                <a:ext cx="360720" cy="2516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1A19A1D0-FA0B-5202-9A3B-08590F8A0D2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438328" y="178704"/>
                  <a:ext cx="378360" cy="26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2C90971-B222-390A-FED2-119346ED7775}"/>
              </a:ext>
            </a:extLst>
          </p:cNvPr>
          <p:cNvGrpSpPr/>
          <p:nvPr/>
        </p:nvGrpSpPr>
        <p:grpSpPr>
          <a:xfrm>
            <a:off x="9215568" y="184824"/>
            <a:ext cx="139680" cy="179640"/>
            <a:chOff x="9215568" y="184824"/>
            <a:chExt cx="139680" cy="17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95BC7FD8-1AAE-15E3-7610-391DBD84CBD4}"/>
                    </a:ext>
                  </a:extLst>
                </p14:cNvPr>
                <p14:cNvContentPartPr/>
                <p14:nvPr/>
              </p14:nvContentPartPr>
              <p14:xfrm>
                <a:off x="9215568" y="266184"/>
                <a:ext cx="139680" cy="982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95BC7FD8-1AAE-15E3-7610-391DBD84CBD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206568" y="257544"/>
                  <a:ext cx="15732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4BB99A4E-C85D-9A5C-284D-6A693C52BE14}"/>
                    </a:ext>
                  </a:extLst>
                </p14:cNvPr>
                <p14:cNvContentPartPr/>
                <p14:nvPr/>
              </p14:nvContentPartPr>
              <p14:xfrm>
                <a:off x="9297648" y="184824"/>
                <a:ext cx="27000" cy="90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4BB99A4E-C85D-9A5C-284D-6A693C52BE1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288648" y="176184"/>
                  <a:ext cx="44640" cy="2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13FB60B-1FA3-6670-7721-EE42682A4FF1}"/>
                  </a:ext>
                </a:extLst>
              </p14:cNvPr>
              <p14:cNvContentPartPr/>
              <p14:nvPr/>
            </p14:nvContentPartPr>
            <p14:xfrm>
              <a:off x="9721728" y="179064"/>
              <a:ext cx="502560" cy="1659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13FB60B-1FA3-6670-7721-EE42682A4FF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9713088" y="170424"/>
                <a:ext cx="52020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66523BE-AEB4-D621-A2D8-03A64D883DA4}"/>
                  </a:ext>
                </a:extLst>
              </p14:cNvPr>
              <p14:cNvContentPartPr/>
              <p14:nvPr/>
            </p14:nvContentPartPr>
            <p14:xfrm>
              <a:off x="10043568" y="577584"/>
              <a:ext cx="39240" cy="295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66523BE-AEB4-D621-A2D8-03A64D883DA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0034568" y="568584"/>
                <a:ext cx="56880" cy="47160"/>
              </a:xfrm>
              <a:prstGeom prst="rect">
                <a:avLst/>
              </a:prstGeom>
            </p:spPr>
          </p:pic>
        </mc:Fallback>
      </mc:AlternateContent>
      <p:grpSp>
        <p:nvGrpSpPr>
          <p:cNvPr id="48" name="Group 47">
            <a:extLst>
              <a:ext uri="{FF2B5EF4-FFF2-40B4-BE49-F238E27FC236}">
                <a16:creationId xmlns:a16="http://schemas.microsoft.com/office/drawing/2014/main" id="{64488FF4-3E04-1394-7F4E-E1E3A2725D3E}"/>
              </a:ext>
            </a:extLst>
          </p:cNvPr>
          <p:cNvGrpSpPr/>
          <p:nvPr/>
        </p:nvGrpSpPr>
        <p:grpSpPr>
          <a:xfrm>
            <a:off x="10315728" y="220464"/>
            <a:ext cx="293760" cy="137880"/>
            <a:chOff x="10315728" y="220464"/>
            <a:chExt cx="293760" cy="13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062EA44C-0D24-BEAF-91B5-241F2E0D06B7}"/>
                    </a:ext>
                  </a:extLst>
                </p14:cNvPr>
                <p14:cNvContentPartPr/>
                <p14:nvPr/>
              </p14:nvContentPartPr>
              <p14:xfrm>
                <a:off x="10315728" y="295704"/>
                <a:ext cx="120960" cy="561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062EA44C-0D24-BEAF-91B5-241F2E0D06B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307088" y="287064"/>
                  <a:ext cx="1386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B4DADC6C-978E-66F8-EE58-1A2C89CBD9AC}"/>
                    </a:ext>
                  </a:extLst>
                </p14:cNvPr>
                <p14:cNvContentPartPr/>
                <p14:nvPr/>
              </p14:nvContentPartPr>
              <p14:xfrm>
                <a:off x="10503648" y="220464"/>
                <a:ext cx="105840" cy="1378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B4DADC6C-978E-66F8-EE58-1A2C89CBD9A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495008" y="211824"/>
                  <a:ext cx="123480" cy="15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E3757990-1E5E-8E1A-CC68-528889E0AA20}"/>
              </a:ext>
            </a:extLst>
          </p:cNvPr>
          <p:cNvGrpSpPr/>
          <p:nvPr/>
        </p:nvGrpSpPr>
        <p:grpSpPr>
          <a:xfrm>
            <a:off x="9866448" y="472824"/>
            <a:ext cx="1698120" cy="376200"/>
            <a:chOff x="9866448" y="472824"/>
            <a:chExt cx="1698120" cy="37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EB7604F-E253-9BE1-890E-51F7D466305B}"/>
                    </a:ext>
                  </a:extLst>
                </p14:cNvPr>
                <p14:cNvContentPartPr/>
                <p14:nvPr/>
              </p14:nvContentPartPr>
              <p14:xfrm>
                <a:off x="9866448" y="546264"/>
                <a:ext cx="441360" cy="3027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EB7604F-E253-9BE1-890E-51F7D466305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857448" y="537264"/>
                  <a:ext cx="45900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C79D86A7-B866-7AD1-186A-0A17DD8C8CA2}"/>
                    </a:ext>
                  </a:extLst>
                </p14:cNvPr>
                <p14:cNvContentPartPr/>
                <p14:nvPr/>
              </p14:nvContentPartPr>
              <p14:xfrm>
                <a:off x="10323288" y="512784"/>
                <a:ext cx="486360" cy="2307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C79D86A7-B866-7AD1-186A-0A17DD8C8CA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314288" y="503784"/>
                  <a:ext cx="50400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8191CFA6-213C-99E8-9804-7D9178749BA0}"/>
                    </a:ext>
                  </a:extLst>
                </p14:cNvPr>
                <p14:cNvContentPartPr/>
                <p14:nvPr/>
              </p14:nvContentPartPr>
              <p14:xfrm>
                <a:off x="10858968" y="593064"/>
                <a:ext cx="5400" cy="252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8191CFA6-213C-99E8-9804-7D9178749BA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850328" y="584064"/>
                  <a:ext cx="230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402CD1E4-3C66-F4CA-9B0D-9F0820EF41EE}"/>
                    </a:ext>
                  </a:extLst>
                </p14:cNvPr>
                <p14:cNvContentPartPr/>
                <p14:nvPr/>
              </p14:nvContentPartPr>
              <p14:xfrm>
                <a:off x="10703088" y="472824"/>
                <a:ext cx="144720" cy="230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402CD1E4-3C66-F4CA-9B0D-9F0820EF41E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694448" y="463824"/>
                  <a:ext cx="16236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D7758AE2-ADA7-61BE-D087-C36B52F9E6E8}"/>
                    </a:ext>
                  </a:extLst>
                </p14:cNvPr>
                <p14:cNvContentPartPr/>
                <p14:nvPr/>
              </p14:nvContentPartPr>
              <p14:xfrm>
                <a:off x="10898568" y="499824"/>
                <a:ext cx="478800" cy="2073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D7758AE2-ADA7-61BE-D087-C36B52F9E6E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889928" y="491184"/>
                  <a:ext cx="4964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CA6117D6-DF6F-BE99-4677-3356E0C324DA}"/>
                    </a:ext>
                  </a:extLst>
                </p14:cNvPr>
                <p14:cNvContentPartPr/>
                <p14:nvPr/>
              </p14:nvContentPartPr>
              <p14:xfrm>
                <a:off x="11383128" y="633384"/>
                <a:ext cx="181440" cy="500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CA6117D6-DF6F-BE99-4677-3356E0C324D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374128" y="624384"/>
                  <a:ext cx="19908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067BB4D7-E296-5D15-91A2-76BCF1F8EC3F}"/>
              </a:ext>
            </a:extLst>
          </p:cNvPr>
          <p:cNvGrpSpPr/>
          <p:nvPr/>
        </p:nvGrpSpPr>
        <p:grpSpPr>
          <a:xfrm>
            <a:off x="191448" y="1147824"/>
            <a:ext cx="4902480" cy="704880"/>
            <a:chOff x="191448" y="1147824"/>
            <a:chExt cx="4902480" cy="70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C7BD42BE-320A-762A-F0D6-58A0446C6A6A}"/>
                    </a:ext>
                  </a:extLst>
                </p14:cNvPr>
                <p14:cNvContentPartPr/>
                <p14:nvPr/>
              </p14:nvContentPartPr>
              <p14:xfrm>
                <a:off x="209808" y="1263384"/>
                <a:ext cx="477000" cy="4258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C7BD42BE-320A-762A-F0D6-58A0446C6A6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01168" y="1254744"/>
                  <a:ext cx="49464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438648F1-9E90-6EE9-A586-1F9F4C595AAD}"/>
                    </a:ext>
                  </a:extLst>
                </p14:cNvPr>
                <p14:cNvContentPartPr/>
                <p14:nvPr/>
              </p14:nvContentPartPr>
              <p14:xfrm>
                <a:off x="498888" y="1275264"/>
                <a:ext cx="342000" cy="5554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438648F1-9E90-6EE9-A586-1F9F4C595AA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90248" y="1266624"/>
                  <a:ext cx="359640" cy="57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6107B2B9-8CF4-4645-F3CA-1EB835675D8B}"/>
                    </a:ext>
                  </a:extLst>
                </p14:cNvPr>
                <p14:cNvContentPartPr/>
                <p14:nvPr/>
              </p14:nvContentPartPr>
              <p14:xfrm>
                <a:off x="756288" y="1215504"/>
                <a:ext cx="339480" cy="5414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6107B2B9-8CF4-4645-F3CA-1EB835675D8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47648" y="1206864"/>
                  <a:ext cx="357120" cy="55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F743EC36-E7C4-DD07-C90A-91E0163F9289}"/>
                    </a:ext>
                  </a:extLst>
                </p14:cNvPr>
                <p14:cNvContentPartPr/>
                <p14:nvPr/>
              </p14:nvContentPartPr>
              <p14:xfrm>
                <a:off x="944928" y="1464624"/>
                <a:ext cx="270720" cy="1195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F743EC36-E7C4-DD07-C90A-91E0163F928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935928" y="1455624"/>
                  <a:ext cx="2883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99AF7A02-14BB-FC0F-0E24-67038C30C378}"/>
                    </a:ext>
                  </a:extLst>
                </p14:cNvPr>
                <p14:cNvContentPartPr/>
                <p14:nvPr/>
              </p14:nvContentPartPr>
              <p14:xfrm>
                <a:off x="1310688" y="1223424"/>
                <a:ext cx="237960" cy="3351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99AF7A02-14BB-FC0F-0E24-67038C30C37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301688" y="1214424"/>
                  <a:ext cx="255600" cy="35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0BEBFEA-48D4-AE9C-7D3D-46F3762237A6}"/>
                    </a:ext>
                  </a:extLst>
                </p14:cNvPr>
                <p14:cNvContentPartPr/>
                <p14:nvPr/>
              </p14:nvContentPartPr>
              <p14:xfrm>
                <a:off x="1574928" y="1438344"/>
                <a:ext cx="1440" cy="151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0BEBFEA-48D4-AE9C-7D3D-46F3762237A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566288" y="1429704"/>
                  <a:ext cx="190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E0639C33-302A-D6D4-3F46-D62664AB9194}"/>
                    </a:ext>
                  </a:extLst>
                </p14:cNvPr>
                <p14:cNvContentPartPr/>
                <p14:nvPr/>
              </p14:nvContentPartPr>
              <p14:xfrm>
                <a:off x="1672488" y="1447704"/>
                <a:ext cx="194040" cy="561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E0639C33-302A-D6D4-3F46-D62664AB919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663488" y="1438704"/>
                  <a:ext cx="21168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2439EDB4-82B2-6017-452D-2A6770321D3F}"/>
                    </a:ext>
                  </a:extLst>
                </p14:cNvPr>
                <p14:cNvContentPartPr/>
                <p14:nvPr/>
              </p14:nvContentPartPr>
              <p14:xfrm>
                <a:off x="1826568" y="1297584"/>
                <a:ext cx="42120" cy="464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2439EDB4-82B2-6017-452D-2A6770321D3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817928" y="1288584"/>
                  <a:ext cx="597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E7D5C2A-4B81-40CC-7AE3-4F57BF17A2C6}"/>
                    </a:ext>
                  </a:extLst>
                </p14:cNvPr>
                <p14:cNvContentPartPr/>
                <p14:nvPr/>
              </p14:nvContentPartPr>
              <p14:xfrm>
                <a:off x="2282688" y="1250064"/>
                <a:ext cx="831600" cy="258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E7D5C2A-4B81-40CC-7AE3-4F57BF17A2C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273688" y="1241064"/>
                  <a:ext cx="8492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D54A0B5-F9B4-DE25-33A3-B900DF21C834}"/>
                    </a:ext>
                  </a:extLst>
                </p14:cNvPr>
                <p14:cNvContentPartPr/>
                <p14:nvPr/>
              </p14:nvContentPartPr>
              <p14:xfrm>
                <a:off x="3142728" y="1347984"/>
                <a:ext cx="2520" cy="68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D54A0B5-F9B4-DE25-33A3-B900DF21C83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133728" y="1338984"/>
                  <a:ext cx="20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5B062093-928E-4B03-5B77-CBB035CBC9E5}"/>
                    </a:ext>
                  </a:extLst>
                </p14:cNvPr>
                <p14:cNvContentPartPr/>
                <p14:nvPr/>
              </p14:nvContentPartPr>
              <p14:xfrm>
                <a:off x="3256488" y="1374264"/>
                <a:ext cx="307800" cy="2419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5B062093-928E-4B03-5B77-CBB035CBC9E5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3247848" y="1365264"/>
                  <a:ext cx="32544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D11B36C9-3893-12FD-21CC-6CFE065D0089}"/>
                    </a:ext>
                  </a:extLst>
                </p14:cNvPr>
                <p14:cNvContentPartPr/>
                <p14:nvPr/>
              </p14:nvContentPartPr>
              <p14:xfrm>
                <a:off x="191448" y="1719504"/>
                <a:ext cx="2639520" cy="1332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D11B36C9-3893-12FD-21CC-6CFE065D0089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182448" y="1710504"/>
                  <a:ext cx="26571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217FF1BA-CE61-A99D-AC9B-EA16FBB34DC4}"/>
                    </a:ext>
                  </a:extLst>
                </p14:cNvPr>
                <p14:cNvContentPartPr/>
                <p14:nvPr/>
              </p14:nvContentPartPr>
              <p14:xfrm>
                <a:off x="2823408" y="1714824"/>
                <a:ext cx="5040" cy="104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217FF1BA-CE61-A99D-AC9B-EA16FBB34DC4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2814408" y="1706184"/>
                  <a:ext cx="226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BCE0650B-2D55-503B-F457-80F974B8336A}"/>
                    </a:ext>
                  </a:extLst>
                </p14:cNvPr>
                <p14:cNvContentPartPr/>
                <p14:nvPr/>
              </p14:nvContentPartPr>
              <p14:xfrm>
                <a:off x="3647448" y="1147824"/>
                <a:ext cx="190440" cy="5270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BCE0650B-2D55-503B-F457-80F974B8336A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3638808" y="1139184"/>
                  <a:ext cx="20808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E127E08A-E4F8-47E6-A27E-2AB0E2CB603B}"/>
                    </a:ext>
                  </a:extLst>
                </p14:cNvPr>
                <p14:cNvContentPartPr/>
                <p14:nvPr/>
              </p14:nvContentPartPr>
              <p14:xfrm>
                <a:off x="4054248" y="1275264"/>
                <a:ext cx="156600" cy="1656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E127E08A-E4F8-47E6-A27E-2AB0E2CB603B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4045248" y="1266624"/>
                  <a:ext cx="1742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BD19451-47D9-4E90-1251-97B436BBD44D}"/>
                    </a:ext>
                  </a:extLst>
                </p14:cNvPr>
                <p14:cNvContentPartPr/>
                <p14:nvPr/>
              </p14:nvContentPartPr>
              <p14:xfrm>
                <a:off x="4322808" y="1267704"/>
                <a:ext cx="105840" cy="1526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BD19451-47D9-4E90-1251-97B436BBD44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4314168" y="1259064"/>
                  <a:ext cx="1234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AAB93094-3EBD-2E27-649D-250DD1DB8E1D}"/>
                    </a:ext>
                  </a:extLst>
                </p14:cNvPr>
                <p14:cNvContentPartPr/>
                <p14:nvPr/>
              </p14:nvContentPartPr>
              <p14:xfrm>
                <a:off x="4524768" y="1290384"/>
                <a:ext cx="253800" cy="3146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AAB93094-3EBD-2E27-649D-250DD1DB8E1D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4516128" y="1281384"/>
                  <a:ext cx="27144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5ED98D40-6D49-20FC-5C92-A49F324CF829}"/>
                    </a:ext>
                  </a:extLst>
                </p14:cNvPr>
                <p14:cNvContentPartPr/>
                <p14:nvPr/>
              </p14:nvContentPartPr>
              <p14:xfrm>
                <a:off x="4877928" y="1377864"/>
                <a:ext cx="45000" cy="309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5ED98D40-6D49-20FC-5C92-A49F324CF829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4869288" y="1368864"/>
                  <a:ext cx="626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A4EADFA0-4867-78ED-23D4-AD351F7CF7FA}"/>
                    </a:ext>
                  </a:extLst>
                </p14:cNvPr>
                <p14:cNvContentPartPr/>
                <p14:nvPr/>
              </p14:nvContentPartPr>
              <p14:xfrm>
                <a:off x="5029488" y="1262664"/>
                <a:ext cx="64440" cy="1742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A4EADFA0-4867-78ED-23D4-AD351F7CF7FA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5020848" y="1253664"/>
                  <a:ext cx="82080" cy="19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FBFE19D-6FD4-91BB-2C15-EB72452A5C96}"/>
              </a:ext>
            </a:extLst>
          </p:cNvPr>
          <p:cNvGrpSpPr/>
          <p:nvPr/>
        </p:nvGrpSpPr>
        <p:grpSpPr>
          <a:xfrm>
            <a:off x="5586768" y="1059984"/>
            <a:ext cx="2317320" cy="718200"/>
            <a:chOff x="5586768" y="1059984"/>
            <a:chExt cx="2317320" cy="71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E7776084-4C86-EAF2-3745-7B2C5434CA49}"/>
                    </a:ext>
                  </a:extLst>
                </p14:cNvPr>
                <p14:cNvContentPartPr/>
                <p14:nvPr/>
              </p14:nvContentPartPr>
              <p14:xfrm>
                <a:off x="5586768" y="1180224"/>
                <a:ext cx="262440" cy="2167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E7776084-4C86-EAF2-3745-7B2C5434CA49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5578128" y="1171224"/>
                  <a:ext cx="2800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286DC929-D3CF-A345-255A-18B250DCFE57}"/>
                    </a:ext>
                  </a:extLst>
                </p14:cNvPr>
                <p14:cNvContentPartPr/>
                <p14:nvPr/>
              </p14:nvContentPartPr>
              <p14:xfrm>
                <a:off x="5828328" y="1275984"/>
                <a:ext cx="121320" cy="97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286DC929-D3CF-A345-255A-18B250DCFE57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5819688" y="1266984"/>
                  <a:ext cx="1389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8E137E19-1821-E04A-8E98-613065BD62B7}"/>
                    </a:ext>
                  </a:extLst>
                </p14:cNvPr>
                <p14:cNvContentPartPr/>
                <p14:nvPr/>
              </p14:nvContentPartPr>
              <p14:xfrm>
                <a:off x="6052248" y="1167624"/>
                <a:ext cx="204840" cy="1976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8E137E19-1821-E04A-8E98-613065BD62B7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6043608" y="1158624"/>
                  <a:ext cx="22248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9CC6AF2B-640C-93E1-7108-58629D45F475}"/>
                    </a:ext>
                  </a:extLst>
                </p14:cNvPr>
                <p14:cNvContentPartPr/>
                <p14:nvPr/>
              </p14:nvContentPartPr>
              <p14:xfrm>
                <a:off x="6393168" y="1325664"/>
                <a:ext cx="9360" cy="223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9CC6AF2B-640C-93E1-7108-58629D45F475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6384168" y="1317024"/>
                  <a:ext cx="2700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9C8590A-BBC7-B4BF-5794-8D3E95731660}"/>
                    </a:ext>
                  </a:extLst>
                </p14:cNvPr>
                <p14:cNvContentPartPr/>
                <p14:nvPr/>
              </p14:nvContentPartPr>
              <p14:xfrm>
                <a:off x="6576408" y="1146744"/>
                <a:ext cx="122040" cy="4320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9C8590A-BBC7-B4BF-5794-8D3E95731660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6567408" y="1137744"/>
                  <a:ext cx="139680" cy="44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D9730646-7904-2187-D349-FBFC3343A770}"/>
                    </a:ext>
                  </a:extLst>
                </p14:cNvPr>
                <p14:cNvContentPartPr/>
                <p14:nvPr/>
              </p14:nvContentPartPr>
              <p14:xfrm>
                <a:off x="6872328" y="1265904"/>
                <a:ext cx="45000" cy="1368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D9730646-7904-2187-D349-FBFC3343A770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6863688" y="1257264"/>
                  <a:ext cx="626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2F7373DD-4D42-AA12-7737-90CEE8F9C16F}"/>
                    </a:ext>
                  </a:extLst>
                </p14:cNvPr>
                <p14:cNvContentPartPr/>
                <p14:nvPr/>
              </p14:nvContentPartPr>
              <p14:xfrm>
                <a:off x="7040808" y="1278504"/>
                <a:ext cx="47880" cy="1353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2F7373DD-4D42-AA12-7737-90CEE8F9C16F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7032168" y="1269504"/>
                  <a:ext cx="655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A54E53EE-5255-05AF-25CA-4F8E08DDC3C2}"/>
                    </a:ext>
                  </a:extLst>
                </p14:cNvPr>
                <p14:cNvContentPartPr/>
                <p14:nvPr/>
              </p14:nvContentPartPr>
              <p14:xfrm>
                <a:off x="7089408" y="1259064"/>
                <a:ext cx="70560" cy="349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A54E53EE-5255-05AF-25CA-4F8E08DDC3C2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7080408" y="1250064"/>
                  <a:ext cx="882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D623FB89-0465-D318-C4D5-7005B957DE25}"/>
                    </a:ext>
                  </a:extLst>
                </p14:cNvPr>
                <p14:cNvContentPartPr/>
                <p14:nvPr/>
              </p14:nvContentPartPr>
              <p14:xfrm>
                <a:off x="7260048" y="1263384"/>
                <a:ext cx="123120" cy="162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D623FB89-0465-D318-C4D5-7005B957DE25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7251408" y="1254744"/>
                  <a:ext cx="140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09D29A20-82B9-5F5F-B72C-CCB33B4B7E26}"/>
                    </a:ext>
                  </a:extLst>
                </p14:cNvPr>
                <p14:cNvContentPartPr/>
                <p14:nvPr/>
              </p14:nvContentPartPr>
              <p14:xfrm>
                <a:off x="6767208" y="1262304"/>
                <a:ext cx="15120" cy="1818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09D29A20-82B9-5F5F-B72C-CCB33B4B7E26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6758208" y="1253664"/>
                  <a:ext cx="327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A0073984-EB30-5EAE-7F7E-BA6CF3D69A0F}"/>
                    </a:ext>
                  </a:extLst>
                </p14:cNvPr>
                <p14:cNvContentPartPr/>
                <p14:nvPr/>
              </p14:nvContentPartPr>
              <p14:xfrm>
                <a:off x="7467048" y="1086984"/>
                <a:ext cx="134280" cy="4554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A0073984-EB30-5EAE-7F7E-BA6CF3D69A0F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7458408" y="1077984"/>
                  <a:ext cx="15192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71267E36-D054-6D39-A954-AC00F47EB91A}"/>
                    </a:ext>
                  </a:extLst>
                </p14:cNvPr>
                <p14:cNvContentPartPr/>
                <p14:nvPr/>
              </p14:nvContentPartPr>
              <p14:xfrm>
                <a:off x="7455168" y="1059984"/>
                <a:ext cx="448920" cy="7182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71267E36-D054-6D39-A954-AC00F47EB91A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7446168" y="1051344"/>
                  <a:ext cx="466560" cy="73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574998F1-55CF-850E-C811-9EA39F890BDA}"/>
              </a:ext>
            </a:extLst>
          </p:cNvPr>
          <p:cNvGrpSpPr/>
          <p:nvPr/>
        </p:nvGrpSpPr>
        <p:grpSpPr>
          <a:xfrm>
            <a:off x="1840608" y="1917144"/>
            <a:ext cx="645840" cy="420480"/>
            <a:chOff x="1840608" y="1917144"/>
            <a:chExt cx="645840" cy="42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CC88F038-59D3-A6B2-62FC-149D927C2167}"/>
                    </a:ext>
                  </a:extLst>
                </p14:cNvPr>
                <p14:cNvContentPartPr/>
                <p14:nvPr/>
              </p14:nvContentPartPr>
              <p14:xfrm>
                <a:off x="1840608" y="2020104"/>
                <a:ext cx="87120" cy="3175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CC88F038-59D3-A6B2-62FC-149D927C2167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1831608" y="2011104"/>
                  <a:ext cx="10476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33D5FCAB-A936-9AF4-CC6C-0B4C205B9F75}"/>
                    </a:ext>
                  </a:extLst>
                </p14:cNvPr>
                <p14:cNvContentPartPr/>
                <p14:nvPr/>
              </p14:nvContentPartPr>
              <p14:xfrm>
                <a:off x="1962288" y="1917144"/>
                <a:ext cx="201960" cy="1357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33D5FCAB-A936-9AF4-CC6C-0B4C205B9F75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1953648" y="1908144"/>
                  <a:ext cx="2196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8B6B7EC-99ED-57FD-C9A7-B7E3CFF7E1C3}"/>
                    </a:ext>
                  </a:extLst>
                </p14:cNvPr>
                <p14:cNvContentPartPr/>
                <p14:nvPr/>
              </p14:nvContentPartPr>
              <p14:xfrm>
                <a:off x="1988568" y="2088504"/>
                <a:ext cx="193680" cy="662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8B6B7EC-99ED-57FD-C9A7-B7E3CFF7E1C3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1979568" y="2079504"/>
                  <a:ext cx="2113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E5334B05-03A7-173F-7DCE-094437C72456}"/>
                    </a:ext>
                  </a:extLst>
                </p14:cNvPr>
                <p14:cNvContentPartPr/>
                <p14:nvPr/>
              </p14:nvContentPartPr>
              <p14:xfrm>
                <a:off x="2256408" y="2086704"/>
                <a:ext cx="117360" cy="403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E5334B05-03A7-173F-7DCE-094437C72456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2247408" y="2077704"/>
                  <a:ext cx="13500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AAEBDA07-B3F1-85E2-1334-1561FFD83726}"/>
                    </a:ext>
                  </a:extLst>
                </p14:cNvPr>
                <p14:cNvContentPartPr/>
                <p14:nvPr/>
              </p14:nvContentPartPr>
              <p14:xfrm>
                <a:off x="2393928" y="2001384"/>
                <a:ext cx="92520" cy="1245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AAEBDA07-B3F1-85E2-1334-1561FFD83726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2385288" y="1992384"/>
                  <a:ext cx="110160" cy="14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7BDFD4B-67CE-415E-E4FF-4979FE541C53}"/>
              </a:ext>
            </a:extLst>
          </p:cNvPr>
          <p:cNvGrpSpPr/>
          <p:nvPr/>
        </p:nvGrpSpPr>
        <p:grpSpPr>
          <a:xfrm>
            <a:off x="2860128" y="1933704"/>
            <a:ext cx="601560" cy="272160"/>
            <a:chOff x="2860128" y="1933704"/>
            <a:chExt cx="601560" cy="27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BAB4C79C-ADE4-7585-3BB1-1B1B476A5E61}"/>
                    </a:ext>
                  </a:extLst>
                </p14:cNvPr>
                <p14:cNvContentPartPr/>
                <p14:nvPr/>
              </p14:nvContentPartPr>
              <p14:xfrm>
                <a:off x="2860128" y="1944864"/>
                <a:ext cx="14040" cy="2610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BAB4C79C-ADE4-7585-3BB1-1B1B476A5E61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851128" y="1935864"/>
                  <a:ext cx="3168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79DACF37-A064-74DC-EB65-04E7BA75E90E}"/>
                    </a:ext>
                  </a:extLst>
                </p14:cNvPr>
                <p14:cNvContentPartPr/>
                <p14:nvPr/>
              </p14:nvContentPartPr>
              <p14:xfrm>
                <a:off x="2895048" y="1933704"/>
                <a:ext cx="427680" cy="2260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79DACF37-A064-74DC-EB65-04E7BA75E90E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2886408" y="1925064"/>
                  <a:ext cx="4453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21FBD3ED-947D-49A4-7E2A-D5F74B178D2A}"/>
                    </a:ext>
                  </a:extLst>
                </p14:cNvPr>
                <p14:cNvContentPartPr/>
                <p14:nvPr/>
              </p14:nvContentPartPr>
              <p14:xfrm>
                <a:off x="3379968" y="2049984"/>
                <a:ext cx="81720" cy="532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21FBD3ED-947D-49A4-7E2A-D5F74B178D2A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3371328" y="2040984"/>
                  <a:ext cx="99360" cy="7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5805C10-3813-2235-861C-F38B52BDD4F3}"/>
              </a:ext>
            </a:extLst>
          </p:cNvPr>
          <p:cNvGrpSpPr/>
          <p:nvPr/>
        </p:nvGrpSpPr>
        <p:grpSpPr>
          <a:xfrm>
            <a:off x="3892608" y="1833264"/>
            <a:ext cx="858600" cy="280080"/>
            <a:chOff x="3892608" y="1833264"/>
            <a:chExt cx="858600" cy="28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B272A4ED-94F8-9E55-0C41-626541CDB043}"/>
                    </a:ext>
                  </a:extLst>
                </p14:cNvPr>
                <p14:cNvContentPartPr/>
                <p14:nvPr/>
              </p14:nvContentPartPr>
              <p14:xfrm>
                <a:off x="3892608" y="1945944"/>
                <a:ext cx="225000" cy="1522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B272A4ED-94F8-9E55-0C41-626541CDB043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3883608" y="1936944"/>
                  <a:ext cx="2426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6B77A81C-6014-7A9C-09D1-C8478EA0A19D}"/>
                    </a:ext>
                  </a:extLst>
                </p14:cNvPr>
                <p14:cNvContentPartPr/>
                <p14:nvPr/>
              </p14:nvContentPartPr>
              <p14:xfrm>
                <a:off x="4224528" y="1983744"/>
                <a:ext cx="32040" cy="583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6B77A81C-6014-7A9C-09D1-C8478EA0A19D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4215888" y="1974744"/>
                  <a:ext cx="496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A23AA791-6488-B81A-C3A6-0C48AE214F36}"/>
                    </a:ext>
                  </a:extLst>
                </p14:cNvPr>
                <p14:cNvContentPartPr/>
                <p14:nvPr/>
              </p14:nvContentPartPr>
              <p14:xfrm>
                <a:off x="4348728" y="1994544"/>
                <a:ext cx="53640" cy="496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A23AA791-6488-B81A-C3A6-0C48AE214F36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4339728" y="1985544"/>
                  <a:ext cx="7128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19FC3DD7-821E-0936-8BFE-B4DD54D299EE}"/>
                    </a:ext>
                  </a:extLst>
                </p14:cNvPr>
                <p14:cNvContentPartPr/>
                <p14:nvPr/>
              </p14:nvContentPartPr>
              <p14:xfrm>
                <a:off x="4452408" y="2007864"/>
                <a:ext cx="40680" cy="1054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19FC3DD7-821E-0936-8BFE-B4DD54D299EE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4443768" y="1998864"/>
                  <a:ext cx="5832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19BB9D8-4566-E045-06E2-231DDF6C6ED7}"/>
                    </a:ext>
                  </a:extLst>
                </p14:cNvPr>
                <p14:cNvContentPartPr/>
                <p14:nvPr/>
              </p14:nvContentPartPr>
              <p14:xfrm>
                <a:off x="4482288" y="1833264"/>
                <a:ext cx="268920" cy="2617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19BB9D8-4566-E045-06E2-231DDF6C6ED7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4473648" y="1824624"/>
                  <a:ext cx="286560" cy="27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FAB728B9-415B-CCD8-CA58-499D929671EE}"/>
              </a:ext>
            </a:extLst>
          </p:cNvPr>
          <p:cNvGrpSpPr/>
          <p:nvPr/>
        </p:nvGrpSpPr>
        <p:grpSpPr>
          <a:xfrm>
            <a:off x="5451768" y="1924344"/>
            <a:ext cx="1162800" cy="217080"/>
            <a:chOff x="5451768" y="1924344"/>
            <a:chExt cx="1162800" cy="21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68F757C3-FDFC-6D74-FAF0-586720F52414}"/>
                    </a:ext>
                  </a:extLst>
                </p14:cNvPr>
                <p14:cNvContentPartPr/>
                <p14:nvPr/>
              </p14:nvContentPartPr>
              <p14:xfrm>
                <a:off x="5451768" y="2006424"/>
                <a:ext cx="216720" cy="1350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68F757C3-FDFC-6D74-FAF0-586720F52414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5443128" y="1997784"/>
                  <a:ext cx="23436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944120B-EA0B-FC9E-FB90-EB5F8AE37141}"/>
                    </a:ext>
                  </a:extLst>
                </p14:cNvPr>
                <p14:cNvContentPartPr/>
                <p14:nvPr/>
              </p14:nvContentPartPr>
              <p14:xfrm>
                <a:off x="5776128" y="1980864"/>
                <a:ext cx="415440" cy="990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944120B-EA0B-FC9E-FB90-EB5F8AE37141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5767128" y="1972224"/>
                  <a:ext cx="43308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9792F3DF-4263-69A5-0022-0573182DDE79}"/>
                    </a:ext>
                  </a:extLst>
                </p14:cNvPr>
                <p14:cNvContentPartPr/>
                <p14:nvPr/>
              </p14:nvContentPartPr>
              <p14:xfrm>
                <a:off x="6247368" y="1946304"/>
                <a:ext cx="2160" cy="360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9792F3DF-4263-69A5-0022-0573182DDE79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6238368" y="1937664"/>
                  <a:ext cx="198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5ACB7EC7-907C-FFE7-22C5-5228AB9BCCDB}"/>
                    </a:ext>
                  </a:extLst>
                </p14:cNvPr>
                <p14:cNvContentPartPr/>
                <p14:nvPr/>
              </p14:nvContentPartPr>
              <p14:xfrm>
                <a:off x="6268968" y="2046744"/>
                <a:ext cx="184680" cy="583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5ACB7EC7-907C-FFE7-22C5-5228AB9BCCDB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6259968" y="2038104"/>
                  <a:ext cx="20232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B27B8C6-6E79-0F35-7833-0512BD3D135E}"/>
                    </a:ext>
                  </a:extLst>
                </p14:cNvPr>
                <p14:cNvContentPartPr/>
                <p14:nvPr/>
              </p14:nvContentPartPr>
              <p14:xfrm>
                <a:off x="6520608" y="1924344"/>
                <a:ext cx="93960" cy="1972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B27B8C6-6E79-0F35-7833-0512BD3D135E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6511968" y="1915344"/>
                  <a:ext cx="111600" cy="21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52076DA5-99DA-1A48-E9D5-1EA14F9A95B4}"/>
              </a:ext>
            </a:extLst>
          </p:cNvPr>
          <p:cNvGrpSpPr/>
          <p:nvPr/>
        </p:nvGrpSpPr>
        <p:grpSpPr>
          <a:xfrm>
            <a:off x="7325568" y="1817784"/>
            <a:ext cx="627120" cy="394920"/>
            <a:chOff x="7325568" y="1817784"/>
            <a:chExt cx="627120" cy="39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21B55C8B-F55C-0910-7C2C-E71B88B7803D}"/>
                    </a:ext>
                  </a:extLst>
                </p14:cNvPr>
                <p14:cNvContentPartPr/>
                <p14:nvPr/>
              </p14:nvContentPartPr>
              <p14:xfrm>
                <a:off x="7325568" y="1817784"/>
                <a:ext cx="394560" cy="2566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21B55C8B-F55C-0910-7C2C-E71B88B7803D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7316568" y="1808784"/>
                  <a:ext cx="41220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FCD46FC2-6F65-B8E9-D230-13491938360B}"/>
                    </a:ext>
                  </a:extLst>
                </p14:cNvPr>
                <p14:cNvContentPartPr/>
                <p14:nvPr/>
              </p14:nvContentPartPr>
              <p14:xfrm>
                <a:off x="7790688" y="1967544"/>
                <a:ext cx="162000" cy="2451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FCD46FC2-6F65-B8E9-D230-13491938360B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7781688" y="1958904"/>
                  <a:ext cx="179640" cy="262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531DF6FE-E265-C12D-FF4C-483C1A06A4EF}"/>
                  </a:ext>
                </a:extLst>
              </p14:cNvPr>
              <p14:cNvContentPartPr/>
              <p14:nvPr/>
            </p14:nvContentPartPr>
            <p14:xfrm>
              <a:off x="8425728" y="1854864"/>
              <a:ext cx="131760" cy="2246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531DF6FE-E265-C12D-FF4C-483C1A06A4EF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8417088" y="1845864"/>
                <a:ext cx="149400" cy="242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0041E25-CA9A-387C-E808-DD26F108079B}"/>
              </a:ext>
            </a:extLst>
          </p:cNvPr>
          <p:cNvGrpSpPr/>
          <p:nvPr/>
        </p:nvGrpSpPr>
        <p:grpSpPr>
          <a:xfrm>
            <a:off x="9062208" y="1814904"/>
            <a:ext cx="1339920" cy="339480"/>
            <a:chOff x="9062208" y="1814904"/>
            <a:chExt cx="1339920" cy="33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6D26F300-D364-CE97-9706-D9FD92B38838}"/>
                    </a:ext>
                  </a:extLst>
                </p14:cNvPr>
                <p14:cNvContentPartPr/>
                <p14:nvPr/>
              </p14:nvContentPartPr>
              <p14:xfrm>
                <a:off x="9062208" y="1949184"/>
                <a:ext cx="24480" cy="907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6D26F300-D364-CE97-9706-D9FD92B38838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9053568" y="1940544"/>
                  <a:ext cx="4212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26D34E53-D145-BCB2-1C01-7AC51EF08C7B}"/>
                    </a:ext>
                  </a:extLst>
                </p14:cNvPr>
                <p14:cNvContentPartPr/>
                <p14:nvPr/>
              </p14:nvContentPartPr>
              <p14:xfrm>
                <a:off x="9083088" y="1863144"/>
                <a:ext cx="12960" cy="252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26D34E53-D145-BCB2-1C01-7AC51EF08C7B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9074088" y="1854504"/>
                  <a:ext cx="306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C08E955F-0A44-F115-215F-E6CDC7262B0E}"/>
                    </a:ext>
                  </a:extLst>
                </p14:cNvPr>
                <p14:cNvContentPartPr/>
                <p14:nvPr/>
              </p14:nvContentPartPr>
              <p14:xfrm>
                <a:off x="9150768" y="1947744"/>
                <a:ext cx="357480" cy="2066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C08E955F-0A44-F115-215F-E6CDC7262B0E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142128" y="1938744"/>
                  <a:ext cx="3751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3A88FC1A-8AC4-462A-285A-25F1EA4151F1}"/>
                    </a:ext>
                  </a:extLst>
                </p14:cNvPr>
                <p14:cNvContentPartPr/>
                <p14:nvPr/>
              </p14:nvContentPartPr>
              <p14:xfrm>
                <a:off x="9593928" y="1938384"/>
                <a:ext cx="49680" cy="522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3A88FC1A-8AC4-462A-285A-25F1EA4151F1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9585288" y="1929384"/>
                  <a:ext cx="6732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A3696FF-B361-7F84-5F58-9B71BBEEBF62}"/>
                    </a:ext>
                  </a:extLst>
                </p14:cNvPr>
                <p14:cNvContentPartPr/>
                <p14:nvPr/>
              </p14:nvContentPartPr>
              <p14:xfrm>
                <a:off x="9708048" y="1814904"/>
                <a:ext cx="153360" cy="2127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A3696FF-B361-7F84-5F58-9B71BBEEBF62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9699408" y="1805904"/>
                  <a:ext cx="1710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EC402831-AD67-AA43-044F-3654BB94AB55}"/>
                    </a:ext>
                  </a:extLst>
                </p14:cNvPr>
                <p14:cNvContentPartPr/>
                <p14:nvPr/>
              </p14:nvContentPartPr>
              <p14:xfrm>
                <a:off x="9839448" y="1861344"/>
                <a:ext cx="429840" cy="1296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EC402831-AD67-AA43-044F-3654BB94AB55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9830448" y="1852704"/>
                  <a:ext cx="4474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10EE0BC-E65C-A0C3-7FC3-6C05DC488D67}"/>
                    </a:ext>
                  </a:extLst>
                </p14:cNvPr>
                <p14:cNvContentPartPr/>
                <p14:nvPr/>
              </p14:nvContentPartPr>
              <p14:xfrm>
                <a:off x="10307448" y="1951704"/>
                <a:ext cx="94680" cy="198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10EE0BC-E65C-A0C3-7FC3-6C05DC488D67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0298808" y="1942704"/>
                  <a:ext cx="112320" cy="37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6BB5CDDA-DA60-93C3-9E9B-FF6BCD77A40E}"/>
                  </a:ext>
                </a:extLst>
              </p14:cNvPr>
              <p14:cNvContentPartPr/>
              <p14:nvPr/>
            </p14:nvContentPartPr>
            <p14:xfrm>
              <a:off x="4715568" y="2354544"/>
              <a:ext cx="11160" cy="176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6BB5CDDA-DA60-93C3-9E9B-FF6BCD77A40E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4706928" y="2345544"/>
                <a:ext cx="2880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9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3821B43-291E-1B02-FA8E-F8112E9853BE}"/>
                  </a:ext>
                </a:extLst>
              </p14:cNvPr>
              <p14:cNvContentPartPr/>
              <p14:nvPr/>
            </p14:nvContentPartPr>
            <p14:xfrm>
              <a:off x="4803048" y="2592144"/>
              <a:ext cx="50040" cy="25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3821B43-291E-1B02-FA8E-F8112E9853BE}"/>
                  </a:ext>
                </a:extLst>
              </p:cNvPr>
              <p:cNvPicPr/>
              <p:nvPr/>
            </p:nvPicPr>
            <p:blipFill>
              <a:blip r:embed="rId190"/>
              <a:stretch>
                <a:fillRect/>
              </a:stretch>
            </p:blipFill>
            <p:spPr>
              <a:xfrm>
                <a:off x="4794048" y="2583504"/>
                <a:ext cx="67680" cy="42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57D19D8-DE28-3F7E-653E-5072A2DC642C}"/>
              </a:ext>
            </a:extLst>
          </p:cNvPr>
          <p:cNvGrpSpPr/>
          <p:nvPr/>
        </p:nvGrpSpPr>
        <p:grpSpPr>
          <a:xfrm>
            <a:off x="4003488" y="2296584"/>
            <a:ext cx="1877400" cy="433440"/>
            <a:chOff x="4003488" y="2296584"/>
            <a:chExt cx="1877400" cy="43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6B999D3A-7084-1AC3-FF47-C314148502C9}"/>
                    </a:ext>
                  </a:extLst>
                </p14:cNvPr>
                <p14:cNvContentPartPr/>
                <p14:nvPr/>
              </p14:nvContentPartPr>
              <p14:xfrm>
                <a:off x="4041288" y="2389464"/>
                <a:ext cx="73800" cy="2574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6B999D3A-7084-1AC3-FF47-C314148502C9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4032288" y="2380824"/>
                  <a:ext cx="9144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7B640699-CAF5-13FB-7E31-D9A4BD2B70AC}"/>
                    </a:ext>
                  </a:extLst>
                </p14:cNvPr>
                <p14:cNvContentPartPr/>
                <p14:nvPr/>
              </p14:nvContentPartPr>
              <p14:xfrm>
                <a:off x="4003488" y="2296584"/>
                <a:ext cx="435600" cy="4334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7B640699-CAF5-13FB-7E31-D9A4BD2B70AC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3994848" y="2287944"/>
                  <a:ext cx="453240" cy="45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8F1C3F27-8EA8-51C1-DE3A-25BE2D6CA9DF}"/>
                    </a:ext>
                  </a:extLst>
                </p14:cNvPr>
                <p14:cNvContentPartPr/>
                <p14:nvPr/>
              </p14:nvContentPartPr>
              <p14:xfrm>
                <a:off x="4479768" y="2455344"/>
                <a:ext cx="33840" cy="1731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8F1C3F27-8EA8-51C1-DE3A-25BE2D6CA9DF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4471128" y="2446704"/>
                  <a:ext cx="514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1D356E07-2834-9619-A50D-625AF990ED17}"/>
                    </a:ext>
                  </a:extLst>
                </p14:cNvPr>
                <p14:cNvContentPartPr/>
                <p14:nvPr/>
              </p14:nvContentPartPr>
              <p14:xfrm>
                <a:off x="4604688" y="2487384"/>
                <a:ext cx="944640" cy="1108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1D356E07-2834-9619-A50D-625AF990ED17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4596048" y="2478744"/>
                  <a:ext cx="9622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F943677A-AE3A-8341-214D-C33022C75D21}"/>
                    </a:ext>
                  </a:extLst>
                </p14:cNvPr>
                <p14:cNvContentPartPr/>
                <p14:nvPr/>
              </p14:nvContentPartPr>
              <p14:xfrm>
                <a:off x="5567328" y="2428704"/>
                <a:ext cx="5040" cy="471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F943677A-AE3A-8341-214D-C33022C75D21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5558688" y="2419704"/>
                  <a:ext cx="226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1522C033-20D8-BF67-A8BC-B1DE87B4D680}"/>
                    </a:ext>
                  </a:extLst>
                </p14:cNvPr>
                <p14:cNvContentPartPr/>
                <p14:nvPr/>
              </p14:nvContentPartPr>
              <p14:xfrm>
                <a:off x="5637888" y="2469744"/>
                <a:ext cx="55080" cy="781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1522C033-20D8-BF67-A8BC-B1DE87B4D680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5629248" y="2460744"/>
                  <a:ext cx="7272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6152AD2E-0961-977E-B18A-2A0FD5A600AC}"/>
                    </a:ext>
                  </a:extLst>
                </p14:cNvPr>
                <p14:cNvContentPartPr/>
                <p14:nvPr/>
              </p14:nvContentPartPr>
              <p14:xfrm>
                <a:off x="5763168" y="2475504"/>
                <a:ext cx="117720" cy="464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6152AD2E-0961-977E-B18A-2A0FD5A600AC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5754168" y="2466504"/>
                  <a:ext cx="135360" cy="64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14B4C297-1DE9-38B9-E80F-1F2ACEAD8163}"/>
                  </a:ext>
                </a:extLst>
              </p14:cNvPr>
              <p14:cNvContentPartPr/>
              <p14:nvPr/>
            </p14:nvContentPartPr>
            <p14:xfrm>
              <a:off x="5993928" y="2445624"/>
              <a:ext cx="100440" cy="943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14B4C297-1DE9-38B9-E80F-1F2ACEAD8163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5985288" y="2436624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4C9A64C0-B63B-C7B2-D285-D33F8D20D7A3}"/>
                  </a:ext>
                </a:extLst>
              </p14:cNvPr>
              <p14:cNvContentPartPr/>
              <p14:nvPr/>
            </p14:nvContentPartPr>
            <p14:xfrm>
              <a:off x="6469848" y="2411784"/>
              <a:ext cx="263160" cy="41148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4C9A64C0-B63B-C7B2-D285-D33F8D20D7A3}"/>
                  </a:ext>
                </a:extLst>
              </p:cNvPr>
              <p:cNvPicPr/>
              <p:nvPr/>
            </p:nvPicPr>
            <p:blipFill>
              <a:blip r:embed="rId208"/>
              <a:stretch>
                <a:fillRect/>
              </a:stretch>
            </p:blipFill>
            <p:spPr>
              <a:xfrm>
                <a:off x="6461208" y="2403144"/>
                <a:ext cx="280800" cy="429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0" name="Group 149">
            <a:extLst>
              <a:ext uri="{FF2B5EF4-FFF2-40B4-BE49-F238E27FC236}">
                <a16:creationId xmlns:a16="http://schemas.microsoft.com/office/drawing/2014/main" id="{CD2D594A-80A1-53BD-9EEB-73A6AABCC45D}"/>
              </a:ext>
            </a:extLst>
          </p:cNvPr>
          <p:cNvGrpSpPr/>
          <p:nvPr/>
        </p:nvGrpSpPr>
        <p:grpSpPr>
          <a:xfrm>
            <a:off x="7208568" y="2287944"/>
            <a:ext cx="1270800" cy="516600"/>
            <a:chOff x="7208568" y="2287944"/>
            <a:chExt cx="1270800" cy="51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78F7C2EB-A5BF-263F-30FA-460E7B9ACEBF}"/>
                    </a:ext>
                  </a:extLst>
                </p14:cNvPr>
                <p14:cNvContentPartPr/>
                <p14:nvPr/>
              </p14:nvContentPartPr>
              <p14:xfrm>
                <a:off x="7208568" y="2298024"/>
                <a:ext cx="451800" cy="5065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78F7C2EB-A5BF-263F-30FA-460E7B9ACEBF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199568" y="2289024"/>
                  <a:ext cx="46944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2115F061-7244-07DE-974A-668B1796754F}"/>
                    </a:ext>
                  </a:extLst>
                </p14:cNvPr>
                <p14:cNvContentPartPr/>
                <p14:nvPr/>
              </p14:nvContentPartPr>
              <p14:xfrm>
                <a:off x="7547688" y="2505024"/>
                <a:ext cx="261720" cy="1562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2115F061-7244-07DE-974A-668B1796754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7539048" y="2496384"/>
                  <a:ext cx="2793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444726A0-F9E9-5B9D-8AE3-7BAAB583509A}"/>
                    </a:ext>
                  </a:extLst>
                </p14:cNvPr>
                <p14:cNvContentPartPr/>
                <p14:nvPr/>
              </p14:nvContentPartPr>
              <p14:xfrm>
                <a:off x="7889688" y="2287944"/>
                <a:ext cx="278640" cy="3070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444726A0-F9E9-5B9D-8AE3-7BAAB583509A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7881048" y="2279304"/>
                  <a:ext cx="29628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BAF87175-394E-5811-FB90-8636E81489ED}"/>
                    </a:ext>
                  </a:extLst>
                </p14:cNvPr>
                <p14:cNvContentPartPr/>
                <p14:nvPr/>
              </p14:nvContentPartPr>
              <p14:xfrm>
                <a:off x="8189568" y="2466504"/>
                <a:ext cx="11160" cy="802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BAF87175-394E-5811-FB90-8636E81489E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8180928" y="2457864"/>
                  <a:ext cx="288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7FC87EEF-CE1C-0F07-C3DC-6CD33726CF28}"/>
                    </a:ext>
                  </a:extLst>
                </p14:cNvPr>
                <p14:cNvContentPartPr/>
                <p14:nvPr/>
              </p14:nvContentPartPr>
              <p14:xfrm>
                <a:off x="8273808" y="2497104"/>
                <a:ext cx="177480" cy="576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7FC87EEF-CE1C-0F07-C3DC-6CD33726CF28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8265168" y="2488104"/>
                  <a:ext cx="19512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653BEF6D-3056-85CF-776D-D0AEA8744FCE}"/>
                    </a:ext>
                  </a:extLst>
                </p14:cNvPr>
                <p14:cNvContentPartPr/>
                <p14:nvPr/>
              </p14:nvContentPartPr>
              <p14:xfrm>
                <a:off x="8393688" y="2379024"/>
                <a:ext cx="85680" cy="424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653BEF6D-3056-85CF-776D-D0AEA8744FCE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8385048" y="2370024"/>
                  <a:ext cx="103320" cy="60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171A64B8-D1EC-5445-971D-7E2BCBA70F15}"/>
                  </a:ext>
                </a:extLst>
              </p14:cNvPr>
              <p14:cNvContentPartPr/>
              <p14:nvPr/>
            </p14:nvContentPartPr>
            <p14:xfrm>
              <a:off x="8830728" y="2415384"/>
              <a:ext cx="958320" cy="23328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171A64B8-D1EC-5445-971D-7E2BCBA70F15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8821728" y="2406384"/>
                <a:ext cx="975960" cy="25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C93401E-D378-F80A-5D73-4997639799C1}"/>
                  </a:ext>
                </a:extLst>
              </p14:cNvPr>
              <p14:cNvContentPartPr/>
              <p14:nvPr/>
            </p14:nvContentPartPr>
            <p14:xfrm>
              <a:off x="10059408" y="2607624"/>
              <a:ext cx="12960" cy="1548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C93401E-D378-F80A-5D73-4997639799C1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10050768" y="2598984"/>
                <a:ext cx="30600" cy="3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7" name="Group 156">
            <a:extLst>
              <a:ext uri="{FF2B5EF4-FFF2-40B4-BE49-F238E27FC236}">
                <a16:creationId xmlns:a16="http://schemas.microsoft.com/office/drawing/2014/main" id="{CD0F2026-233B-B9B2-D71E-2E64E03BDCC1}"/>
              </a:ext>
            </a:extLst>
          </p:cNvPr>
          <p:cNvGrpSpPr/>
          <p:nvPr/>
        </p:nvGrpSpPr>
        <p:grpSpPr>
          <a:xfrm>
            <a:off x="537408" y="3103344"/>
            <a:ext cx="1221480" cy="421560"/>
            <a:chOff x="537408" y="3103344"/>
            <a:chExt cx="1221480" cy="42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6AC1715C-1674-B43D-6EB9-D2B41E6B92CC}"/>
                    </a:ext>
                  </a:extLst>
                </p14:cNvPr>
                <p14:cNvContentPartPr/>
                <p14:nvPr/>
              </p14:nvContentPartPr>
              <p14:xfrm>
                <a:off x="537408" y="3206664"/>
                <a:ext cx="267480" cy="318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6AC1715C-1674-B43D-6EB9-D2B41E6B92CC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528768" y="3198024"/>
                  <a:ext cx="28512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6CA412C9-859B-E8AF-47A9-5FA1B098E0DD}"/>
                    </a:ext>
                  </a:extLst>
                </p14:cNvPr>
                <p14:cNvContentPartPr/>
                <p14:nvPr/>
              </p14:nvContentPartPr>
              <p14:xfrm>
                <a:off x="901728" y="3103344"/>
                <a:ext cx="676080" cy="2624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6CA412C9-859B-E8AF-47A9-5FA1B098E0DD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893088" y="3094704"/>
                  <a:ext cx="69372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85DD134-DDD8-9619-91A3-1E7DC25B5DD8}"/>
                    </a:ext>
                  </a:extLst>
                </p14:cNvPr>
                <p14:cNvContentPartPr/>
                <p14:nvPr/>
              </p14:nvContentPartPr>
              <p14:xfrm>
                <a:off x="1638648" y="3282264"/>
                <a:ext cx="120240" cy="831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85DD134-DDD8-9619-91A3-1E7DC25B5DD8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630008" y="3273264"/>
                  <a:ext cx="137880" cy="10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E4C4F81E-381A-D8BF-C2A5-756E18A55F31}"/>
              </a:ext>
            </a:extLst>
          </p:cNvPr>
          <p:cNvGrpSpPr/>
          <p:nvPr/>
        </p:nvGrpSpPr>
        <p:grpSpPr>
          <a:xfrm>
            <a:off x="2117088" y="3239064"/>
            <a:ext cx="34200" cy="213480"/>
            <a:chOff x="2117088" y="3239064"/>
            <a:chExt cx="34200" cy="21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A9369C9C-B23E-1E09-6953-7B6962ECCA20}"/>
                    </a:ext>
                  </a:extLst>
                </p14:cNvPr>
                <p14:cNvContentPartPr/>
                <p14:nvPr/>
              </p14:nvContentPartPr>
              <p14:xfrm>
                <a:off x="2122128" y="3365784"/>
                <a:ext cx="29160" cy="86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A9369C9C-B23E-1E09-6953-7B6962ECCA20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2113488" y="3357144"/>
                  <a:ext cx="4680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61E63999-B2CD-8B52-2FCB-E0DC487D9BDA}"/>
                    </a:ext>
                  </a:extLst>
                </p14:cNvPr>
                <p14:cNvContentPartPr/>
                <p14:nvPr/>
              </p14:nvContentPartPr>
              <p14:xfrm>
                <a:off x="2117088" y="3239064"/>
                <a:ext cx="27720" cy="583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61E63999-B2CD-8B52-2FCB-E0DC487D9BDA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2108448" y="3230424"/>
                  <a:ext cx="45360" cy="7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2A053632-D303-FFCC-FC54-E9114990D30E}"/>
              </a:ext>
            </a:extLst>
          </p:cNvPr>
          <p:cNvGrpSpPr/>
          <p:nvPr/>
        </p:nvGrpSpPr>
        <p:grpSpPr>
          <a:xfrm>
            <a:off x="2765088" y="3083544"/>
            <a:ext cx="651240" cy="384480"/>
            <a:chOff x="2765088" y="3083544"/>
            <a:chExt cx="651240" cy="38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26CC0A0-76AB-F68C-E39F-DA04D50CD19E}"/>
                    </a:ext>
                  </a:extLst>
                </p14:cNvPr>
                <p14:cNvContentPartPr/>
                <p14:nvPr/>
              </p14:nvContentPartPr>
              <p14:xfrm>
                <a:off x="2765088" y="3083544"/>
                <a:ext cx="651240" cy="3844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26CC0A0-76AB-F68C-E39F-DA04D50CD19E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2756448" y="3074544"/>
                  <a:ext cx="66888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A3D919E9-1043-23A5-8AED-705850282B4C}"/>
                    </a:ext>
                  </a:extLst>
                </p14:cNvPr>
                <p14:cNvContentPartPr/>
                <p14:nvPr/>
              </p14:nvContentPartPr>
              <p14:xfrm>
                <a:off x="3185928" y="3237984"/>
                <a:ext cx="124200" cy="428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A3D919E9-1043-23A5-8AED-705850282B4C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3176928" y="3228984"/>
                  <a:ext cx="141840" cy="6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1F93809B-5A4D-4224-3807-B23BF6656834}"/>
              </a:ext>
            </a:extLst>
          </p:cNvPr>
          <p:cNvGrpSpPr/>
          <p:nvPr/>
        </p:nvGrpSpPr>
        <p:grpSpPr>
          <a:xfrm>
            <a:off x="3994848" y="2958624"/>
            <a:ext cx="2454480" cy="594000"/>
            <a:chOff x="3994848" y="2958624"/>
            <a:chExt cx="2454480" cy="59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B5CF2AA-23BB-E4ED-975E-4CD63BACBDB4}"/>
                    </a:ext>
                  </a:extLst>
                </p14:cNvPr>
                <p14:cNvContentPartPr/>
                <p14:nvPr/>
              </p14:nvContentPartPr>
              <p14:xfrm>
                <a:off x="3994848" y="3123864"/>
                <a:ext cx="300600" cy="4287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B5CF2AA-23BB-E4ED-975E-4CD63BACBDB4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3986208" y="3115224"/>
                  <a:ext cx="31824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795A28FC-872E-B55A-C57A-12B764A63D50}"/>
                    </a:ext>
                  </a:extLst>
                </p14:cNvPr>
                <p14:cNvContentPartPr/>
                <p14:nvPr/>
              </p14:nvContentPartPr>
              <p14:xfrm>
                <a:off x="4370688" y="2958624"/>
                <a:ext cx="873360" cy="3502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795A28FC-872E-B55A-C57A-12B764A63D50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361688" y="2949984"/>
                  <a:ext cx="89100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91E84AE6-8ADE-F950-7124-6582A013AE2B}"/>
                    </a:ext>
                  </a:extLst>
                </p14:cNvPr>
                <p14:cNvContentPartPr/>
                <p14:nvPr/>
              </p14:nvContentPartPr>
              <p14:xfrm>
                <a:off x="5309208" y="3069504"/>
                <a:ext cx="504360" cy="1940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91E84AE6-8ADE-F950-7124-6582A013AE2B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5300208" y="3060504"/>
                  <a:ext cx="5220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82ED818D-1EBB-81D0-E5E5-07A6B1CA4D86}"/>
                    </a:ext>
                  </a:extLst>
                </p14:cNvPr>
                <p14:cNvContentPartPr/>
                <p14:nvPr/>
              </p14:nvContentPartPr>
              <p14:xfrm>
                <a:off x="5762088" y="3164544"/>
                <a:ext cx="101520" cy="356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82ED818D-1EBB-81D0-E5E5-07A6B1CA4D86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753448" y="3155904"/>
                  <a:ext cx="11916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917B60EA-DD0B-FEEC-0E48-198528F1CFA0}"/>
                    </a:ext>
                  </a:extLst>
                </p14:cNvPr>
                <p14:cNvContentPartPr/>
                <p14:nvPr/>
              </p14:nvContentPartPr>
              <p14:xfrm>
                <a:off x="5921568" y="3139704"/>
                <a:ext cx="527760" cy="838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917B60EA-DD0B-FEEC-0E48-198528F1CFA0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912928" y="3130704"/>
                  <a:ext cx="545400" cy="1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C3F386D-D32A-FB31-B2CF-11BCD8DB0736}"/>
              </a:ext>
            </a:extLst>
          </p:cNvPr>
          <p:cNvGrpSpPr/>
          <p:nvPr/>
        </p:nvGrpSpPr>
        <p:grpSpPr>
          <a:xfrm>
            <a:off x="6868728" y="3007584"/>
            <a:ext cx="1076400" cy="526680"/>
            <a:chOff x="6868728" y="3007584"/>
            <a:chExt cx="1076400" cy="52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F9C8EBBB-8A2E-18A9-7739-88DEFA4B8D43}"/>
                    </a:ext>
                  </a:extLst>
                </p14:cNvPr>
                <p14:cNvContentPartPr/>
                <p14:nvPr/>
              </p14:nvContentPartPr>
              <p14:xfrm>
                <a:off x="6868728" y="3023784"/>
                <a:ext cx="698760" cy="5104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F9C8EBBB-8A2E-18A9-7739-88DEFA4B8D43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859728" y="3015144"/>
                  <a:ext cx="71640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6D80DCD7-145A-C854-7669-6E95F1CB39C9}"/>
                    </a:ext>
                  </a:extLst>
                </p14:cNvPr>
                <p14:cNvContentPartPr/>
                <p14:nvPr/>
              </p14:nvContentPartPr>
              <p14:xfrm>
                <a:off x="7558488" y="3007584"/>
                <a:ext cx="386640" cy="2890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6D80DCD7-145A-C854-7669-6E95F1CB39C9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7549848" y="2998584"/>
                  <a:ext cx="404280" cy="30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592AE837-D3AE-FF22-7E11-59CD30D4B786}"/>
              </a:ext>
            </a:extLst>
          </p:cNvPr>
          <p:cNvGrpSpPr/>
          <p:nvPr/>
        </p:nvGrpSpPr>
        <p:grpSpPr>
          <a:xfrm>
            <a:off x="8416008" y="2968704"/>
            <a:ext cx="2161800" cy="467640"/>
            <a:chOff x="8416008" y="2968704"/>
            <a:chExt cx="2161800" cy="46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78FC92F5-061E-A0D2-313A-67CD3CDDEBEE}"/>
                    </a:ext>
                  </a:extLst>
                </p14:cNvPr>
                <p14:cNvContentPartPr/>
                <p14:nvPr/>
              </p14:nvContentPartPr>
              <p14:xfrm>
                <a:off x="8416008" y="3001464"/>
                <a:ext cx="409320" cy="4348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78FC92F5-061E-A0D2-313A-67CD3CDDEBEE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8407368" y="2992824"/>
                  <a:ext cx="426960" cy="45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E53981B4-CB58-B913-4D01-9282FA9709A6}"/>
                    </a:ext>
                  </a:extLst>
                </p14:cNvPr>
                <p14:cNvContentPartPr/>
                <p14:nvPr/>
              </p14:nvContentPartPr>
              <p14:xfrm>
                <a:off x="8999208" y="3022704"/>
                <a:ext cx="72000" cy="263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E53981B4-CB58-B913-4D01-9282FA9709A6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8990568" y="3013704"/>
                  <a:ext cx="8964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632F51D6-398F-41A8-0B9C-7E9CD8FD1787}"/>
                    </a:ext>
                  </a:extLst>
                </p14:cNvPr>
                <p14:cNvContentPartPr/>
                <p14:nvPr/>
              </p14:nvContentPartPr>
              <p14:xfrm>
                <a:off x="8956368" y="3179664"/>
                <a:ext cx="281160" cy="6696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632F51D6-398F-41A8-0B9C-7E9CD8FD1787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947368" y="3171024"/>
                  <a:ext cx="29880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6B84A152-D172-8593-F53A-B6D9A9C5D76C}"/>
                    </a:ext>
                  </a:extLst>
                </p14:cNvPr>
                <p14:cNvContentPartPr/>
                <p14:nvPr/>
              </p14:nvContentPartPr>
              <p14:xfrm>
                <a:off x="9303408" y="3093624"/>
                <a:ext cx="11160" cy="270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6B84A152-D172-8593-F53A-B6D9A9C5D76C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294768" y="3084624"/>
                  <a:ext cx="2880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E7BD1135-94DA-3EDC-B307-3AE3AACA3451}"/>
                    </a:ext>
                  </a:extLst>
                </p14:cNvPr>
                <p14:cNvContentPartPr/>
                <p14:nvPr/>
              </p14:nvContentPartPr>
              <p14:xfrm>
                <a:off x="9354888" y="2968704"/>
                <a:ext cx="961920" cy="2743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E7BD1135-94DA-3EDC-B307-3AE3AACA3451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346248" y="2960064"/>
                  <a:ext cx="97956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68D41B3A-1EF8-6477-1F1B-8923D6660391}"/>
                    </a:ext>
                  </a:extLst>
                </p14:cNvPr>
                <p14:cNvContentPartPr/>
                <p14:nvPr/>
              </p14:nvContentPartPr>
              <p14:xfrm>
                <a:off x="10513728" y="3255264"/>
                <a:ext cx="64080" cy="201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68D41B3A-1EF8-6477-1F1B-8923D6660391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0505088" y="3246624"/>
                  <a:ext cx="8172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B2A383E8-FADA-51A7-BEB3-820849E60FC3}"/>
              </a:ext>
            </a:extLst>
          </p:cNvPr>
          <p:cNvGrpSpPr/>
          <p:nvPr/>
        </p:nvGrpSpPr>
        <p:grpSpPr>
          <a:xfrm>
            <a:off x="524088" y="3795984"/>
            <a:ext cx="1428840" cy="401760"/>
            <a:chOff x="524088" y="3795984"/>
            <a:chExt cx="1428840" cy="40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E1797D59-93B0-F715-027C-108533007B6F}"/>
                    </a:ext>
                  </a:extLst>
                </p14:cNvPr>
                <p14:cNvContentPartPr/>
                <p14:nvPr/>
              </p14:nvContentPartPr>
              <p14:xfrm>
                <a:off x="524088" y="3795984"/>
                <a:ext cx="264600" cy="4017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E1797D59-93B0-F715-027C-108533007B6F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515448" y="3786984"/>
                  <a:ext cx="28224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D603CA2A-F551-7E0F-699A-0469499CED74}"/>
                    </a:ext>
                  </a:extLst>
                </p14:cNvPr>
                <p14:cNvContentPartPr/>
                <p14:nvPr/>
              </p14:nvContentPartPr>
              <p14:xfrm>
                <a:off x="687168" y="4039344"/>
                <a:ext cx="162720" cy="442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D603CA2A-F551-7E0F-699A-0469499CED74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678168" y="4030344"/>
                  <a:ext cx="18036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0221FE09-D1A7-6DE9-DEF7-D07EBFDFF9B6}"/>
                    </a:ext>
                  </a:extLst>
                </p14:cNvPr>
                <p14:cNvContentPartPr/>
                <p14:nvPr/>
              </p14:nvContentPartPr>
              <p14:xfrm>
                <a:off x="902448" y="3859344"/>
                <a:ext cx="277560" cy="2995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0221FE09-D1A7-6DE9-DEF7-D07EBFDFF9B6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93808" y="3850344"/>
                  <a:ext cx="29520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5925E86-1279-12BA-5E1E-6CBFD74C89AD}"/>
                    </a:ext>
                  </a:extLst>
                </p14:cNvPr>
                <p14:cNvContentPartPr/>
                <p14:nvPr/>
              </p14:nvContentPartPr>
              <p14:xfrm>
                <a:off x="1271808" y="3980304"/>
                <a:ext cx="47160" cy="7164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5925E86-1279-12BA-5E1E-6CBFD74C89AD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262808" y="3971304"/>
                  <a:ext cx="6480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0321BE49-401E-6073-A084-3FF53D6D1396}"/>
                    </a:ext>
                  </a:extLst>
                </p14:cNvPr>
                <p14:cNvContentPartPr/>
                <p14:nvPr/>
              </p14:nvContentPartPr>
              <p14:xfrm>
                <a:off x="1419048" y="3983544"/>
                <a:ext cx="205920" cy="338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0321BE49-401E-6073-A084-3FF53D6D1396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1410048" y="3974544"/>
                  <a:ext cx="2235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F7EDF0DB-94B7-E052-7D6D-9B69B4D29EF5}"/>
                    </a:ext>
                  </a:extLst>
                </p14:cNvPr>
                <p14:cNvContentPartPr/>
                <p14:nvPr/>
              </p14:nvContentPartPr>
              <p14:xfrm>
                <a:off x="1722168" y="3861864"/>
                <a:ext cx="230760" cy="1551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F7EDF0DB-94B7-E052-7D6D-9B69B4D29EF5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1713528" y="3853224"/>
                  <a:ext cx="248400" cy="17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A844C8E6-C5C7-7FB0-BC70-204D6C46E2D8}"/>
              </a:ext>
            </a:extLst>
          </p:cNvPr>
          <p:cNvGrpSpPr/>
          <p:nvPr/>
        </p:nvGrpSpPr>
        <p:grpSpPr>
          <a:xfrm>
            <a:off x="2364048" y="3820464"/>
            <a:ext cx="45360" cy="222480"/>
            <a:chOff x="2364048" y="3820464"/>
            <a:chExt cx="45360" cy="22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DC19159C-8BA7-8BDF-A579-896EC6027AF1}"/>
                    </a:ext>
                  </a:extLst>
                </p14:cNvPr>
                <p14:cNvContentPartPr/>
                <p14:nvPr/>
              </p14:nvContentPartPr>
              <p14:xfrm>
                <a:off x="2364048" y="3976344"/>
                <a:ext cx="4680" cy="666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DC19159C-8BA7-8BDF-A579-896EC6027AF1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2355408" y="3967344"/>
                  <a:ext cx="223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4DB20959-50B7-0004-D7B6-424817DAFAC4}"/>
                    </a:ext>
                  </a:extLst>
                </p14:cNvPr>
                <p14:cNvContentPartPr/>
                <p14:nvPr/>
              </p14:nvContentPartPr>
              <p14:xfrm>
                <a:off x="2396088" y="3820464"/>
                <a:ext cx="13320" cy="597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4DB20959-50B7-0004-D7B6-424817DAFAC4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2387448" y="3811824"/>
                  <a:ext cx="30960" cy="7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38832FFF-2625-592E-06F6-9569C662F327}"/>
              </a:ext>
            </a:extLst>
          </p:cNvPr>
          <p:cNvGrpSpPr/>
          <p:nvPr/>
        </p:nvGrpSpPr>
        <p:grpSpPr>
          <a:xfrm>
            <a:off x="2992248" y="3628584"/>
            <a:ext cx="630360" cy="428400"/>
            <a:chOff x="2992248" y="3628584"/>
            <a:chExt cx="630360" cy="42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D448B662-E0A4-49E3-A779-14FDA392FADD}"/>
                    </a:ext>
                  </a:extLst>
                </p14:cNvPr>
                <p14:cNvContentPartPr/>
                <p14:nvPr/>
              </p14:nvContentPartPr>
              <p14:xfrm>
                <a:off x="3083688" y="3663504"/>
                <a:ext cx="138600" cy="3934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D448B662-E0A4-49E3-A779-14FDA392FADD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3074688" y="3654504"/>
                  <a:ext cx="15624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4E0ECAB-3707-B3CA-9C56-3EFB13EF44E8}"/>
                    </a:ext>
                  </a:extLst>
                </p14:cNvPr>
                <p14:cNvContentPartPr/>
                <p14:nvPr/>
              </p14:nvContentPartPr>
              <p14:xfrm>
                <a:off x="2992248" y="3628584"/>
                <a:ext cx="630360" cy="3963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4E0ECAB-3707-B3CA-9C56-3EFB13EF44E8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2983248" y="3619584"/>
                  <a:ext cx="648000" cy="41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63841312-B009-7A22-CE59-53B306C1AC08}"/>
              </a:ext>
            </a:extLst>
          </p:cNvPr>
          <p:cNvGrpSpPr/>
          <p:nvPr/>
        </p:nvGrpSpPr>
        <p:grpSpPr>
          <a:xfrm>
            <a:off x="4156128" y="3703824"/>
            <a:ext cx="1469160" cy="404640"/>
            <a:chOff x="4156128" y="3703824"/>
            <a:chExt cx="1469160" cy="40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D2C36472-6D45-FCFB-8AF6-EA49CEDD7329}"/>
                    </a:ext>
                  </a:extLst>
                </p14:cNvPr>
                <p14:cNvContentPartPr/>
                <p14:nvPr/>
              </p14:nvContentPartPr>
              <p14:xfrm>
                <a:off x="4156128" y="3703824"/>
                <a:ext cx="1026720" cy="2797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D2C36472-6D45-FCFB-8AF6-EA49CEDD7329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4147488" y="3695184"/>
                  <a:ext cx="104436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D4297AFB-B0FB-32EB-DCA6-4989E9F4F905}"/>
                    </a:ext>
                  </a:extLst>
                </p14:cNvPr>
                <p14:cNvContentPartPr/>
                <p14:nvPr/>
              </p14:nvContentPartPr>
              <p14:xfrm>
                <a:off x="5242248" y="3777264"/>
                <a:ext cx="7200" cy="3240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D4297AFB-B0FB-32EB-DCA6-4989E9F4F905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233248" y="3768624"/>
                  <a:ext cx="248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82137D7-7FA4-9DD7-BA60-56A10D2F9DA1}"/>
                    </a:ext>
                  </a:extLst>
                </p14:cNvPr>
                <p14:cNvContentPartPr/>
                <p14:nvPr/>
              </p14:nvContentPartPr>
              <p14:xfrm>
                <a:off x="5275728" y="3722904"/>
                <a:ext cx="186840" cy="3855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82137D7-7FA4-9DD7-BA60-56A10D2F9DA1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266728" y="3714264"/>
                  <a:ext cx="20448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FBA50FFF-46B2-4935-1E66-146EDA8CE740}"/>
                    </a:ext>
                  </a:extLst>
                </p14:cNvPr>
                <p14:cNvContentPartPr/>
                <p14:nvPr/>
              </p14:nvContentPartPr>
              <p14:xfrm>
                <a:off x="5544648" y="3795264"/>
                <a:ext cx="80640" cy="30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FBA50FFF-46B2-4935-1E66-146EDA8CE740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535648" y="3786624"/>
                  <a:ext cx="982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EB9C529F-E1A8-AD51-935B-C6F62C592538}"/>
                    </a:ext>
                  </a:extLst>
                </p14:cNvPr>
                <p14:cNvContentPartPr/>
                <p14:nvPr/>
              </p14:nvContentPartPr>
              <p14:xfrm>
                <a:off x="4909248" y="3763584"/>
                <a:ext cx="137880" cy="172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EB9C529F-E1A8-AD51-935B-C6F62C592538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4900248" y="3754584"/>
                  <a:ext cx="15552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BBBEE4A-716B-AE34-DC85-9B024F163FE0}"/>
                    </a:ext>
                  </a:extLst>
                </p14:cNvPr>
                <p14:cNvContentPartPr/>
                <p14:nvPr/>
              </p14:nvContentPartPr>
              <p14:xfrm>
                <a:off x="4225968" y="3756744"/>
                <a:ext cx="28080" cy="226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BBBEE4A-716B-AE34-DC85-9B024F163FE0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4216968" y="3748104"/>
                  <a:ext cx="45720" cy="40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7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FC0A0892-CB90-840A-69DC-F3AD847D0F66}"/>
                  </a:ext>
                </a:extLst>
              </p14:cNvPr>
              <p14:cNvContentPartPr/>
              <p14:nvPr/>
            </p14:nvContentPartPr>
            <p14:xfrm>
              <a:off x="6219648" y="3648024"/>
              <a:ext cx="264240" cy="488520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FC0A0892-CB90-840A-69DC-F3AD847D0F66}"/>
                  </a:ext>
                </a:extLst>
              </p:cNvPr>
              <p:cNvPicPr/>
              <p:nvPr/>
            </p:nvPicPr>
            <p:blipFill>
              <a:blip r:embed="rId298"/>
              <a:stretch>
                <a:fillRect/>
              </a:stretch>
            </p:blipFill>
            <p:spPr>
              <a:xfrm>
                <a:off x="6210648" y="3639024"/>
                <a:ext cx="281880" cy="506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5" name="Group 204">
            <a:extLst>
              <a:ext uri="{FF2B5EF4-FFF2-40B4-BE49-F238E27FC236}">
                <a16:creationId xmlns:a16="http://schemas.microsoft.com/office/drawing/2014/main" id="{58ABD2C1-FD0B-662A-F539-3BDF0D0A900D}"/>
              </a:ext>
            </a:extLst>
          </p:cNvPr>
          <p:cNvGrpSpPr/>
          <p:nvPr/>
        </p:nvGrpSpPr>
        <p:grpSpPr>
          <a:xfrm>
            <a:off x="6828408" y="3587544"/>
            <a:ext cx="1459800" cy="355680"/>
            <a:chOff x="6828408" y="3587544"/>
            <a:chExt cx="1459800" cy="35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D3213549-B59D-5854-EE7A-3FA70545AE37}"/>
                    </a:ext>
                  </a:extLst>
                </p14:cNvPr>
                <p14:cNvContentPartPr/>
                <p14:nvPr/>
              </p14:nvContentPartPr>
              <p14:xfrm>
                <a:off x="6828408" y="3792384"/>
                <a:ext cx="248760" cy="1508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D3213549-B59D-5854-EE7A-3FA70545AE37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6819408" y="3783384"/>
                  <a:ext cx="2664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80AE0343-7806-E019-B42F-C2F13C0FA00F}"/>
                    </a:ext>
                  </a:extLst>
                </p14:cNvPr>
                <p14:cNvContentPartPr/>
                <p14:nvPr/>
              </p14:nvContentPartPr>
              <p14:xfrm>
                <a:off x="7115328" y="3651624"/>
                <a:ext cx="505440" cy="2678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80AE0343-7806-E019-B42F-C2F13C0FA00F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7106328" y="3642984"/>
                  <a:ext cx="52308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CF4942FE-B179-219D-3EEF-22A7C9BC51F3}"/>
                    </a:ext>
                  </a:extLst>
                </p14:cNvPr>
                <p14:cNvContentPartPr/>
                <p14:nvPr/>
              </p14:nvContentPartPr>
              <p14:xfrm>
                <a:off x="7660368" y="3707064"/>
                <a:ext cx="140400" cy="1296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CF4942FE-B179-219D-3EEF-22A7C9BC51F3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7651368" y="3698424"/>
                  <a:ext cx="1580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F096520F-2B86-4C1E-74C8-9939BB4CC568}"/>
                    </a:ext>
                  </a:extLst>
                </p14:cNvPr>
                <p14:cNvContentPartPr/>
                <p14:nvPr/>
              </p14:nvContentPartPr>
              <p14:xfrm>
                <a:off x="7815888" y="3587544"/>
                <a:ext cx="12600" cy="338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F096520F-2B86-4C1E-74C8-9939BB4CC568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7806888" y="3578904"/>
                  <a:ext cx="302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7EACB149-9F11-F5CC-D6E3-6EAC5E7844CA}"/>
                    </a:ext>
                  </a:extLst>
                </p14:cNvPr>
                <p14:cNvContentPartPr/>
                <p14:nvPr/>
              </p14:nvContentPartPr>
              <p14:xfrm>
                <a:off x="7958808" y="3718224"/>
                <a:ext cx="329400" cy="9108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7EACB149-9F11-F5CC-D6E3-6EAC5E7844CA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7950168" y="3709584"/>
                  <a:ext cx="347040" cy="108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9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730EB343-4E04-FD71-6A6B-A4487DA3D26B}"/>
                  </a:ext>
                </a:extLst>
              </p14:cNvPr>
              <p14:cNvContentPartPr/>
              <p14:nvPr/>
            </p14:nvContentPartPr>
            <p14:xfrm>
              <a:off x="10024848" y="3831984"/>
              <a:ext cx="6840" cy="2124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730EB343-4E04-FD71-6A6B-A4487DA3D26B}"/>
                  </a:ext>
                </a:extLst>
              </p:cNvPr>
              <p:cNvPicPr/>
              <p:nvPr/>
            </p:nvPicPr>
            <p:blipFill>
              <a:blip r:embed="rId310"/>
              <a:stretch>
                <a:fillRect/>
              </a:stretch>
            </p:blipFill>
            <p:spPr>
              <a:xfrm>
                <a:off x="10015848" y="3822984"/>
                <a:ext cx="24480" cy="3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oup 219">
            <a:extLst>
              <a:ext uri="{FF2B5EF4-FFF2-40B4-BE49-F238E27FC236}">
                <a16:creationId xmlns:a16="http://schemas.microsoft.com/office/drawing/2014/main" id="{A9486C3D-A8CD-FC62-BB46-CB006D78DF78}"/>
              </a:ext>
            </a:extLst>
          </p:cNvPr>
          <p:cNvGrpSpPr/>
          <p:nvPr/>
        </p:nvGrpSpPr>
        <p:grpSpPr>
          <a:xfrm>
            <a:off x="8701128" y="3623184"/>
            <a:ext cx="1401120" cy="521280"/>
            <a:chOff x="8701128" y="3623184"/>
            <a:chExt cx="1401120" cy="52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A32305C4-F682-E07F-F8FD-75AD23173A58}"/>
                    </a:ext>
                  </a:extLst>
                </p14:cNvPr>
                <p14:cNvContentPartPr/>
                <p14:nvPr/>
              </p14:nvContentPartPr>
              <p14:xfrm>
                <a:off x="8701128" y="3623184"/>
                <a:ext cx="232920" cy="5212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A32305C4-F682-E07F-F8FD-75AD23173A58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8692128" y="3614544"/>
                  <a:ext cx="25056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EEA1A003-DF65-9FCC-7960-54A68AF964DF}"/>
                    </a:ext>
                  </a:extLst>
                </p14:cNvPr>
                <p14:cNvContentPartPr/>
                <p14:nvPr/>
              </p14:nvContentPartPr>
              <p14:xfrm>
                <a:off x="9028728" y="3705984"/>
                <a:ext cx="250920" cy="16740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EEA1A003-DF65-9FCC-7960-54A68AF964DF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9019728" y="3696984"/>
                  <a:ext cx="26856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2BF79A67-7391-0E91-2ED7-B7ED29D495D8}"/>
                    </a:ext>
                  </a:extLst>
                </p14:cNvPr>
                <p14:cNvContentPartPr/>
                <p14:nvPr/>
              </p14:nvContentPartPr>
              <p14:xfrm>
                <a:off x="9343728" y="3704184"/>
                <a:ext cx="140760" cy="116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2BF79A67-7391-0E91-2ED7-B7ED29D495D8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9335088" y="3695544"/>
                  <a:ext cx="15840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00B9A912-1D3E-A7DD-62BD-C598C253FE1E}"/>
                    </a:ext>
                  </a:extLst>
                </p14:cNvPr>
                <p14:cNvContentPartPr/>
                <p14:nvPr/>
              </p14:nvContentPartPr>
              <p14:xfrm>
                <a:off x="9569808" y="3732984"/>
                <a:ext cx="35280" cy="820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00B9A912-1D3E-A7DD-62BD-C598C253FE1E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9561168" y="3724344"/>
                  <a:ext cx="529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2134BD10-2888-FE6F-1A1E-8312752F02BE}"/>
                    </a:ext>
                  </a:extLst>
                </p14:cNvPr>
                <p14:cNvContentPartPr/>
                <p14:nvPr/>
              </p14:nvContentPartPr>
              <p14:xfrm>
                <a:off x="9729288" y="3636144"/>
                <a:ext cx="372960" cy="1717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2134BD10-2888-FE6F-1A1E-8312752F02BE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9720648" y="3627504"/>
                  <a:ext cx="390600" cy="189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1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0BC334FA-FE7F-66EC-B637-DF3F4440A100}"/>
                  </a:ext>
                </a:extLst>
              </p14:cNvPr>
              <p14:cNvContentPartPr/>
              <p14:nvPr/>
            </p14:nvContentPartPr>
            <p14:xfrm>
              <a:off x="10060848" y="3639744"/>
              <a:ext cx="121680" cy="24408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0BC334FA-FE7F-66EC-B637-DF3F4440A100}"/>
                  </a:ext>
                </a:extLst>
              </p:cNvPr>
              <p:cNvPicPr/>
              <p:nvPr/>
            </p:nvPicPr>
            <p:blipFill>
              <a:blip r:embed="rId322"/>
              <a:stretch>
                <a:fillRect/>
              </a:stretch>
            </p:blipFill>
            <p:spPr>
              <a:xfrm>
                <a:off x="10052208" y="3630744"/>
                <a:ext cx="139320" cy="261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28" name="Group 227">
            <a:extLst>
              <a:ext uri="{FF2B5EF4-FFF2-40B4-BE49-F238E27FC236}">
                <a16:creationId xmlns:a16="http://schemas.microsoft.com/office/drawing/2014/main" id="{37EDE00E-9020-F3F7-1F56-BB5FACAAEC4A}"/>
              </a:ext>
            </a:extLst>
          </p:cNvPr>
          <p:cNvGrpSpPr/>
          <p:nvPr/>
        </p:nvGrpSpPr>
        <p:grpSpPr>
          <a:xfrm>
            <a:off x="10438848" y="3524904"/>
            <a:ext cx="1142640" cy="486360"/>
            <a:chOff x="10438848" y="3524904"/>
            <a:chExt cx="1142640" cy="48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0A4241E8-221B-6602-E993-E98A037221A0}"/>
                    </a:ext>
                  </a:extLst>
                </p14:cNvPr>
                <p14:cNvContentPartPr/>
                <p14:nvPr/>
              </p14:nvContentPartPr>
              <p14:xfrm>
                <a:off x="10438848" y="3641544"/>
                <a:ext cx="90720" cy="2257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0A4241E8-221B-6602-E993-E98A037221A0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0429848" y="3632904"/>
                  <a:ext cx="10836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E1B87432-AAF9-8B31-53E0-D4F260E2979B}"/>
                    </a:ext>
                  </a:extLst>
                </p14:cNvPr>
                <p14:cNvContentPartPr/>
                <p14:nvPr/>
              </p14:nvContentPartPr>
              <p14:xfrm>
                <a:off x="10617768" y="3721824"/>
                <a:ext cx="186120" cy="2894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E1B87432-AAF9-8B31-53E0-D4F260E2979B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0609128" y="3712824"/>
                  <a:ext cx="20376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7F0A493C-1B51-1BF0-9A42-A7D9A368981B}"/>
                    </a:ext>
                  </a:extLst>
                </p14:cNvPr>
                <p14:cNvContentPartPr/>
                <p14:nvPr/>
              </p14:nvContentPartPr>
              <p14:xfrm>
                <a:off x="11045448" y="3640464"/>
                <a:ext cx="20160" cy="3150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7F0A493C-1B51-1BF0-9A42-A7D9A368981B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1036808" y="3631464"/>
                  <a:ext cx="3780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4E1E8C44-9871-2011-2C25-C162954B3F7B}"/>
                    </a:ext>
                  </a:extLst>
                </p14:cNvPr>
                <p14:cNvContentPartPr/>
                <p14:nvPr/>
              </p14:nvContentPartPr>
              <p14:xfrm>
                <a:off x="11085408" y="3524904"/>
                <a:ext cx="286200" cy="3513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4E1E8C44-9871-2011-2C25-C162954B3F7B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1076768" y="3515904"/>
                  <a:ext cx="30384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E7F83656-9C4B-1D32-2A08-6A19BA0D9E13}"/>
                    </a:ext>
                  </a:extLst>
                </p14:cNvPr>
                <p14:cNvContentPartPr/>
                <p14:nvPr/>
              </p14:nvContentPartPr>
              <p14:xfrm>
                <a:off x="11535048" y="3868704"/>
                <a:ext cx="46440" cy="1908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E7F83656-9C4B-1D32-2A08-6A19BA0D9E13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1526048" y="3860064"/>
                  <a:ext cx="6408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F8E4BEDD-7F25-FECD-BDBE-FB611FFFBC3A}"/>
              </a:ext>
            </a:extLst>
          </p:cNvPr>
          <p:cNvGrpSpPr/>
          <p:nvPr/>
        </p:nvGrpSpPr>
        <p:grpSpPr>
          <a:xfrm>
            <a:off x="3241728" y="4210704"/>
            <a:ext cx="1931040" cy="561600"/>
            <a:chOff x="3241728" y="4210704"/>
            <a:chExt cx="1931040" cy="56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54C62296-EB13-D783-44B1-C9AA021B42A3}"/>
                    </a:ext>
                  </a:extLst>
                </p14:cNvPr>
                <p14:cNvContentPartPr/>
                <p14:nvPr/>
              </p14:nvContentPartPr>
              <p14:xfrm>
                <a:off x="3241728" y="4301784"/>
                <a:ext cx="527760" cy="4705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54C62296-EB13-D783-44B1-C9AA021B42A3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232728" y="4292784"/>
                  <a:ext cx="545400" cy="48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63BD6685-6800-D5BD-DF31-CB25AC9F89C5}"/>
                    </a:ext>
                  </a:extLst>
                </p14:cNvPr>
                <p14:cNvContentPartPr/>
                <p14:nvPr/>
              </p14:nvContentPartPr>
              <p14:xfrm>
                <a:off x="3947328" y="4290984"/>
                <a:ext cx="45360" cy="2818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63BD6685-6800-D5BD-DF31-CB25AC9F89C5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3938328" y="4281984"/>
                  <a:ext cx="630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2FFE2C91-FBFA-C8BB-752D-293B29358B18}"/>
                    </a:ext>
                  </a:extLst>
                </p14:cNvPr>
                <p14:cNvContentPartPr/>
                <p14:nvPr/>
              </p14:nvContentPartPr>
              <p14:xfrm>
                <a:off x="3905568" y="4417344"/>
                <a:ext cx="266400" cy="8388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2FFE2C91-FBFA-C8BB-752D-293B29358B18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3896568" y="4408704"/>
                  <a:ext cx="28404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8404D4FB-0FFA-0ECF-C16C-D66C41AA1300}"/>
                    </a:ext>
                  </a:extLst>
                </p14:cNvPr>
                <p14:cNvContentPartPr/>
                <p14:nvPr/>
              </p14:nvContentPartPr>
              <p14:xfrm>
                <a:off x="4223808" y="4318344"/>
                <a:ext cx="19080" cy="129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8404D4FB-0FFA-0ECF-C16C-D66C41AA1300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4214808" y="4309344"/>
                  <a:ext cx="367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3900469D-0D91-BBB7-60F5-2B5DE25CBE4B}"/>
                    </a:ext>
                  </a:extLst>
                </p14:cNvPr>
                <p14:cNvContentPartPr/>
                <p14:nvPr/>
              </p14:nvContentPartPr>
              <p14:xfrm>
                <a:off x="4283928" y="4210704"/>
                <a:ext cx="888840" cy="2826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3900469D-0D91-BBB7-60F5-2B5DE25CBE4B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4274928" y="4201704"/>
                  <a:ext cx="906480" cy="30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3">
            <p14:nvContentPartPr>
              <p14:cNvPr id="234" name="Ink 233">
                <a:extLst>
                  <a:ext uri="{FF2B5EF4-FFF2-40B4-BE49-F238E27FC236}">
                    <a16:creationId xmlns:a16="http://schemas.microsoft.com/office/drawing/2014/main" id="{5DE73E32-0BBF-BC4F-6ED2-917C4CE3F0D5}"/>
                  </a:ext>
                </a:extLst>
              </p14:cNvPr>
              <p14:cNvContentPartPr/>
              <p14:nvPr/>
            </p14:nvContentPartPr>
            <p14:xfrm>
              <a:off x="5427288" y="4414104"/>
              <a:ext cx="22320" cy="26640"/>
            </p14:xfrm>
          </p:contentPart>
        </mc:Choice>
        <mc:Fallback xmlns="">
          <p:pic>
            <p:nvPicPr>
              <p:cNvPr id="234" name="Ink 233">
                <a:extLst>
                  <a:ext uri="{FF2B5EF4-FFF2-40B4-BE49-F238E27FC236}">
                    <a16:creationId xmlns:a16="http://schemas.microsoft.com/office/drawing/2014/main" id="{5DE73E32-0BBF-BC4F-6ED2-917C4CE3F0D5}"/>
                  </a:ext>
                </a:extLst>
              </p:cNvPr>
              <p:cNvPicPr/>
              <p:nvPr/>
            </p:nvPicPr>
            <p:blipFill>
              <a:blip r:embed="rId344"/>
              <a:stretch>
                <a:fillRect/>
              </a:stretch>
            </p:blipFill>
            <p:spPr>
              <a:xfrm>
                <a:off x="5418288" y="4405104"/>
                <a:ext cx="39960" cy="4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8" name="Group 277">
            <a:extLst>
              <a:ext uri="{FF2B5EF4-FFF2-40B4-BE49-F238E27FC236}">
                <a16:creationId xmlns:a16="http://schemas.microsoft.com/office/drawing/2014/main" id="{7DE6698A-CD0C-1D5D-A7E4-D8D84D29CBB4}"/>
              </a:ext>
            </a:extLst>
          </p:cNvPr>
          <p:cNvGrpSpPr/>
          <p:nvPr/>
        </p:nvGrpSpPr>
        <p:grpSpPr>
          <a:xfrm>
            <a:off x="8357688" y="4835304"/>
            <a:ext cx="1579680" cy="232920"/>
            <a:chOff x="8357688" y="4835304"/>
            <a:chExt cx="1579680" cy="23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BD711E01-2830-AC39-1003-8AA8169066DB}"/>
                    </a:ext>
                  </a:extLst>
                </p14:cNvPr>
                <p14:cNvContentPartPr/>
                <p14:nvPr/>
              </p14:nvContentPartPr>
              <p14:xfrm>
                <a:off x="8357688" y="4863744"/>
                <a:ext cx="455040" cy="2044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BD711E01-2830-AC39-1003-8AA8169066DB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8349048" y="4854744"/>
                  <a:ext cx="4726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A7C422C3-4B28-1912-A550-9B2A12E3A09E}"/>
                    </a:ext>
                  </a:extLst>
                </p14:cNvPr>
                <p14:cNvContentPartPr/>
                <p14:nvPr/>
              </p14:nvContentPartPr>
              <p14:xfrm>
                <a:off x="8981928" y="4835304"/>
                <a:ext cx="955440" cy="23112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A7C422C3-4B28-1912-A550-9B2A12E3A09E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8973288" y="4826304"/>
                  <a:ext cx="9730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F9586015-AD5C-F284-219F-4E5587638011}"/>
                    </a:ext>
                  </a:extLst>
                </p14:cNvPr>
                <p14:cNvContentPartPr/>
                <p14:nvPr/>
              </p14:nvContentPartPr>
              <p14:xfrm>
                <a:off x="9646488" y="4868784"/>
                <a:ext cx="89640" cy="3276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F9586015-AD5C-F284-219F-4E5587638011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9637488" y="4860144"/>
                  <a:ext cx="107280" cy="5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40BC9DB4-F9E9-5304-1FB7-98C05B14C524}"/>
              </a:ext>
            </a:extLst>
          </p:cNvPr>
          <p:cNvGrpSpPr/>
          <p:nvPr/>
        </p:nvGrpSpPr>
        <p:grpSpPr>
          <a:xfrm>
            <a:off x="10372968" y="4747464"/>
            <a:ext cx="266040" cy="529920"/>
            <a:chOff x="10372968" y="4747464"/>
            <a:chExt cx="266040" cy="52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C17CC292-F306-F256-82C5-24326CAF57D6}"/>
                    </a:ext>
                  </a:extLst>
                </p14:cNvPr>
                <p14:cNvContentPartPr/>
                <p14:nvPr/>
              </p14:nvContentPartPr>
              <p14:xfrm>
                <a:off x="10372968" y="4747464"/>
                <a:ext cx="63720" cy="2631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C17CC292-F306-F256-82C5-24326CAF57D6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10363968" y="4738824"/>
                  <a:ext cx="8136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02218EF7-5F22-5DA2-29FD-E71A53B729F0}"/>
                    </a:ext>
                  </a:extLst>
                </p14:cNvPr>
                <p14:cNvContentPartPr/>
                <p14:nvPr/>
              </p14:nvContentPartPr>
              <p14:xfrm>
                <a:off x="10390608" y="4897584"/>
                <a:ext cx="248400" cy="37980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02218EF7-5F22-5DA2-29FD-E71A53B729F0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0381968" y="4888944"/>
                  <a:ext cx="266040" cy="39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67A153E3-FE73-FC45-2E2D-A507AAFEE3CA}"/>
              </a:ext>
            </a:extLst>
          </p:cNvPr>
          <p:cNvGrpSpPr/>
          <p:nvPr/>
        </p:nvGrpSpPr>
        <p:grpSpPr>
          <a:xfrm>
            <a:off x="10984608" y="4657104"/>
            <a:ext cx="549360" cy="421920"/>
            <a:chOff x="10984608" y="4657104"/>
            <a:chExt cx="549360" cy="42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D0A5A324-C009-FEAB-5191-1FEFD83FDBA0}"/>
                    </a:ext>
                  </a:extLst>
                </p14:cNvPr>
                <p14:cNvContentPartPr/>
                <p14:nvPr/>
              </p14:nvContentPartPr>
              <p14:xfrm>
                <a:off x="10984608" y="4657104"/>
                <a:ext cx="356040" cy="42192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D0A5A324-C009-FEAB-5191-1FEFD83FDBA0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10975968" y="4648104"/>
                  <a:ext cx="37368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13F632A4-0C2C-463F-E50A-52772DCE1446}"/>
                    </a:ext>
                  </a:extLst>
                </p14:cNvPr>
                <p14:cNvContentPartPr/>
                <p14:nvPr/>
              </p14:nvContentPartPr>
              <p14:xfrm>
                <a:off x="11469168" y="5038704"/>
                <a:ext cx="64800" cy="900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13F632A4-0C2C-463F-E50A-52772DCE1446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11460528" y="5030064"/>
                  <a:ext cx="82440" cy="2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8D0D67C-A4F1-AFBB-98FE-4E25B58F0A98}"/>
              </a:ext>
            </a:extLst>
          </p:cNvPr>
          <p:cNvGrpSpPr/>
          <p:nvPr/>
        </p:nvGrpSpPr>
        <p:grpSpPr>
          <a:xfrm>
            <a:off x="761688" y="4764024"/>
            <a:ext cx="6973920" cy="1347840"/>
            <a:chOff x="761688" y="4764024"/>
            <a:chExt cx="6973920" cy="134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2FB7E4A0-9FF0-8AB3-A47B-9D54DFF44CA8}"/>
                    </a:ext>
                  </a:extLst>
                </p14:cNvPr>
                <p14:cNvContentPartPr/>
                <p14:nvPr/>
              </p14:nvContentPartPr>
              <p14:xfrm>
                <a:off x="5815728" y="4883184"/>
                <a:ext cx="356400" cy="3970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2FB7E4A0-9FF0-8AB3-A47B-9D54DFF44CA8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5806728" y="4874184"/>
                  <a:ext cx="374040" cy="41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9344B75F-8F00-1D17-8EDF-AEADFFD33E5C}"/>
                    </a:ext>
                  </a:extLst>
                </p14:cNvPr>
                <p14:cNvContentPartPr/>
                <p14:nvPr/>
              </p14:nvContentPartPr>
              <p14:xfrm>
                <a:off x="6629328" y="4764024"/>
                <a:ext cx="422640" cy="2908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9344B75F-8F00-1D17-8EDF-AEADFFD33E5C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6620328" y="4755384"/>
                  <a:ext cx="44028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F1EF426D-49C1-432E-8D86-F77EB4641C69}"/>
                    </a:ext>
                  </a:extLst>
                </p14:cNvPr>
                <p14:cNvContentPartPr/>
                <p14:nvPr/>
              </p14:nvContentPartPr>
              <p14:xfrm>
                <a:off x="7114968" y="4809384"/>
                <a:ext cx="229680" cy="1936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F1EF426D-49C1-432E-8D86-F77EB4641C69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7106328" y="4800384"/>
                  <a:ext cx="24732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CAB0EFD2-3DB5-752D-E7B4-30730DE5E9D8}"/>
                    </a:ext>
                  </a:extLst>
                </p14:cNvPr>
                <p14:cNvContentPartPr/>
                <p14:nvPr/>
              </p14:nvContentPartPr>
              <p14:xfrm>
                <a:off x="7291008" y="4909104"/>
                <a:ext cx="84600" cy="151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CAB0EFD2-3DB5-752D-E7B4-30730DE5E9D8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7282368" y="4900104"/>
                  <a:ext cx="1022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2C91FD71-9202-4E20-AED0-57319571CF42}"/>
                    </a:ext>
                  </a:extLst>
                </p14:cNvPr>
                <p14:cNvContentPartPr/>
                <p14:nvPr/>
              </p14:nvContentPartPr>
              <p14:xfrm>
                <a:off x="7428888" y="4830624"/>
                <a:ext cx="306720" cy="20988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2C91FD71-9202-4E20-AED0-57319571CF42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7419888" y="4821984"/>
                  <a:ext cx="3243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4D4D5016-50E4-F2FB-4352-5184C44F39F0}"/>
                    </a:ext>
                  </a:extLst>
                </p14:cNvPr>
                <p14:cNvContentPartPr/>
                <p14:nvPr/>
              </p14:nvContentPartPr>
              <p14:xfrm>
                <a:off x="808128" y="4975344"/>
                <a:ext cx="37080" cy="2329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4D4D5016-50E4-F2FB-4352-5184C44F39F0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799128" y="4966344"/>
                  <a:ext cx="547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2B5B6DC3-4E05-8C2D-A9BF-B4B0A1568DE1}"/>
                    </a:ext>
                  </a:extLst>
                </p14:cNvPr>
                <p14:cNvContentPartPr/>
                <p14:nvPr/>
              </p14:nvContentPartPr>
              <p14:xfrm>
                <a:off x="761688" y="4916304"/>
                <a:ext cx="308160" cy="3492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2B5B6DC3-4E05-8C2D-A9BF-B4B0A1568DE1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753048" y="4907664"/>
                  <a:ext cx="32580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B06ED13D-8E39-EA6C-4CE6-EEFE30481B2F}"/>
                    </a:ext>
                  </a:extLst>
                </p14:cNvPr>
                <p14:cNvContentPartPr/>
                <p14:nvPr/>
              </p14:nvContentPartPr>
              <p14:xfrm>
                <a:off x="1154448" y="5075784"/>
                <a:ext cx="95400" cy="1101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B06ED13D-8E39-EA6C-4CE6-EEFE30481B2F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1145448" y="5067144"/>
                  <a:ext cx="11304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5649931F-7D55-3406-177C-09C9C5201734}"/>
                    </a:ext>
                  </a:extLst>
                </p14:cNvPr>
                <p14:cNvContentPartPr/>
                <p14:nvPr/>
              </p14:nvContentPartPr>
              <p14:xfrm>
                <a:off x="1340568" y="5130144"/>
                <a:ext cx="5760" cy="72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5649931F-7D55-3406-177C-09C9C5201734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1331928" y="5121504"/>
                  <a:ext cx="2340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1FBF92C3-C6FB-AD58-4BFC-D77DC0C29FA2}"/>
                    </a:ext>
                  </a:extLst>
                </p14:cNvPr>
                <p14:cNvContentPartPr/>
                <p14:nvPr/>
              </p14:nvContentPartPr>
              <p14:xfrm>
                <a:off x="1376928" y="5071104"/>
                <a:ext cx="368640" cy="1206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1FBF92C3-C6FB-AD58-4BFC-D77DC0C29FA2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1368288" y="5062104"/>
                  <a:ext cx="38628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57F2781E-B105-3041-A6EB-E3EAA2F20C92}"/>
                    </a:ext>
                  </a:extLst>
                </p14:cNvPr>
                <p14:cNvContentPartPr/>
                <p14:nvPr/>
              </p14:nvContentPartPr>
              <p14:xfrm>
                <a:off x="1768248" y="4954104"/>
                <a:ext cx="2520" cy="259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57F2781E-B105-3041-A6EB-E3EAA2F20C92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1759248" y="4945464"/>
                  <a:ext cx="201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ABFA14A2-597E-50CB-09D8-11F168BC3C58}"/>
                    </a:ext>
                  </a:extLst>
                </p14:cNvPr>
                <p14:cNvContentPartPr/>
                <p14:nvPr/>
              </p14:nvContentPartPr>
              <p14:xfrm>
                <a:off x="1851048" y="5026824"/>
                <a:ext cx="181440" cy="1180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ABFA14A2-597E-50CB-09D8-11F168BC3C58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1842048" y="5018184"/>
                  <a:ext cx="19908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3A6D1675-6A5C-E5DF-CAED-59F480AE2FF2}"/>
                    </a:ext>
                  </a:extLst>
                </p14:cNvPr>
                <p14:cNvContentPartPr/>
                <p14:nvPr/>
              </p14:nvContentPartPr>
              <p14:xfrm>
                <a:off x="2126808" y="5035464"/>
                <a:ext cx="294120" cy="849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3A6D1675-6A5C-E5DF-CAED-59F480AE2FF2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2118168" y="5026824"/>
                  <a:ext cx="31176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7E8F0B91-9DDC-1EA1-25F0-6BF0AE89C956}"/>
                    </a:ext>
                  </a:extLst>
                </p14:cNvPr>
                <p14:cNvContentPartPr/>
                <p14:nvPr/>
              </p14:nvContentPartPr>
              <p14:xfrm>
                <a:off x="2532528" y="5071824"/>
                <a:ext cx="103680" cy="8460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7E8F0B91-9DDC-1EA1-25F0-6BF0AE89C956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2523888" y="5062824"/>
                  <a:ext cx="12132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6E983529-7CFA-5541-3D3B-D5CF5DFF291A}"/>
                    </a:ext>
                  </a:extLst>
                </p14:cNvPr>
                <p14:cNvContentPartPr/>
                <p14:nvPr/>
              </p14:nvContentPartPr>
              <p14:xfrm>
                <a:off x="2820888" y="5174424"/>
                <a:ext cx="17640" cy="252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6E983529-7CFA-5541-3D3B-D5CF5DFF291A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2812248" y="5165784"/>
                  <a:ext cx="352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48DB6FE2-458F-F380-F8A5-45736B13B001}"/>
                    </a:ext>
                  </a:extLst>
                </p14:cNvPr>
                <p14:cNvContentPartPr/>
                <p14:nvPr/>
              </p14:nvContentPartPr>
              <p14:xfrm>
                <a:off x="2808648" y="4972824"/>
                <a:ext cx="14400" cy="608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48DB6FE2-458F-F380-F8A5-45736B13B001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2800008" y="4963824"/>
                  <a:ext cx="3204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C373718E-406A-894F-483A-6B9F7AB779F8}"/>
                    </a:ext>
                  </a:extLst>
                </p14:cNvPr>
                <p14:cNvContentPartPr/>
                <p14:nvPr/>
              </p14:nvContentPartPr>
              <p14:xfrm>
                <a:off x="3331368" y="4939704"/>
                <a:ext cx="114840" cy="27828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C373718E-406A-894F-483A-6B9F7AB779F8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3322368" y="4931064"/>
                  <a:ext cx="13248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7A8A07DA-C781-5400-30FA-38D62E47B1F0}"/>
                    </a:ext>
                  </a:extLst>
                </p14:cNvPr>
                <p14:cNvContentPartPr/>
                <p14:nvPr/>
              </p14:nvContentPartPr>
              <p14:xfrm>
                <a:off x="3240288" y="4871664"/>
                <a:ext cx="619200" cy="3135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7A8A07DA-C781-5400-30FA-38D62E47B1F0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3231288" y="4863024"/>
                  <a:ext cx="636840" cy="33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DA5C7DDE-4449-E258-76AE-ECF5DCE06D4C}"/>
                    </a:ext>
                  </a:extLst>
                </p14:cNvPr>
                <p14:cNvContentPartPr/>
                <p14:nvPr/>
              </p14:nvContentPartPr>
              <p14:xfrm>
                <a:off x="4474008" y="4845024"/>
                <a:ext cx="587160" cy="4662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DA5C7DDE-4449-E258-76AE-ECF5DCE06D4C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4465008" y="4836384"/>
                  <a:ext cx="604800" cy="48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88827039-7A9F-7E0B-2FB4-FD606E213E5F}"/>
                    </a:ext>
                  </a:extLst>
                </p14:cNvPr>
                <p14:cNvContentPartPr/>
                <p14:nvPr/>
              </p14:nvContentPartPr>
              <p14:xfrm>
                <a:off x="5156568" y="5003784"/>
                <a:ext cx="99000" cy="525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88827039-7A9F-7E0B-2FB4-FD606E213E5F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5147928" y="4995144"/>
                  <a:ext cx="11664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78983890-FBB0-FDFA-9DE8-66A669EE97F4}"/>
                    </a:ext>
                  </a:extLst>
                </p14:cNvPr>
                <p14:cNvContentPartPr/>
                <p14:nvPr/>
              </p14:nvContentPartPr>
              <p14:xfrm>
                <a:off x="5293728" y="4981104"/>
                <a:ext cx="186480" cy="1026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78983890-FBB0-FDFA-9DE8-66A669EE97F4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5284728" y="4972104"/>
                  <a:ext cx="2041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93F58470-5689-919C-6A8D-1B40FD24317F}"/>
                    </a:ext>
                  </a:extLst>
                </p14:cNvPr>
                <p14:cNvContentPartPr/>
                <p14:nvPr/>
              </p14:nvContentPartPr>
              <p14:xfrm>
                <a:off x="3096288" y="5292504"/>
                <a:ext cx="489960" cy="3844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93F58470-5689-919C-6A8D-1B40FD24317F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3087288" y="5283864"/>
                  <a:ext cx="50760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C92A14E6-B032-2E04-6FF1-48A94C1FB4CC}"/>
                    </a:ext>
                  </a:extLst>
                </p14:cNvPr>
                <p14:cNvContentPartPr/>
                <p14:nvPr/>
              </p14:nvContentPartPr>
              <p14:xfrm>
                <a:off x="3775608" y="5337144"/>
                <a:ext cx="52560" cy="2527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C92A14E6-B032-2E04-6FF1-48A94C1FB4CC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3766608" y="5328504"/>
                  <a:ext cx="7020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4B8B69D8-0BE8-A3EE-E1CF-B64C12667402}"/>
                    </a:ext>
                  </a:extLst>
                </p14:cNvPr>
                <p14:cNvContentPartPr/>
                <p14:nvPr/>
              </p14:nvContentPartPr>
              <p14:xfrm>
                <a:off x="3738528" y="5509584"/>
                <a:ext cx="176760" cy="680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4B8B69D8-0BE8-A3EE-E1CF-B64C12667402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3729528" y="5500944"/>
                  <a:ext cx="1944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2A532F48-C72E-725E-C0AD-10AD9AE86A0D}"/>
                    </a:ext>
                  </a:extLst>
                </p14:cNvPr>
                <p14:cNvContentPartPr/>
                <p14:nvPr/>
              </p14:nvContentPartPr>
              <p14:xfrm>
                <a:off x="3947328" y="5409504"/>
                <a:ext cx="20880" cy="2268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2A532F48-C72E-725E-C0AD-10AD9AE86A0D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3938328" y="5400864"/>
                  <a:ext cx="385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9BAB4F83-7805-B92C-2FC0-4053526C18B4}"/>
                    </a:ext>
                  </a:extLst>
                </p14:cNvPr>
                <p14:cNvContentPartPr/>
                <p14:nvPr/>
              </p14:nvContentPartPr>
              <p14:xfrm>
                <a:off x="4066848" y="5337864"/>
                <a:ext cx="624240" cy="2257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9BAB4F83-7805-B92C-2FC0-4053526C18B4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4058208" y="5328864"/>
                  <a:ext cx="64188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F9CCF75A-804B-41A3-0DDA-32847EA91AE8}"/>
                    </a:ext>
                  </a:extLst>
                </p14:cNvPr>
                <p14:cNvContentPartPr/>
                <p14:nvPr/>
              </p14:nvContentPartPr>
              <p14:xfrm>
                <a:off x="4822128" y="5514624"/>
                <a:ext cx="16920" cy="115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F9CCF75A-804B-41A3-0DDA-32847EA91AE8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4813488" y="5505984"/>
                  <a:ext cx="345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5664EC19-65AF-3B0B-A533-57AB865B70F6}"/>
                    </a:ext>
                  </a:extLst>
                </p14:cNvPr>
                <p14:cNvContentPartPr/>
                <p14:nvPr/>
              </p14:nvContentPartPr>
              <p14:xfrm>
                <a:off x="1997928" y="5765544"/>
                <a:ext cx="509040" cy="3463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5664EC19-65AF-3B0B-A533-57AB865B70F6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1989288" y="5756904"/>
                  <a:ext cx="52668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888BA7FC-3FB9-E5AE-A712-04DEC4ED76F9}"/>
                    </a:ext>
                  </a:extLst>
                </p14:cNvPr>
                <p14:cNvContentPartPr/>
                <p14:nvPr/>
              </p14:nvContentPartPr>
              <p14:xfrm>
                <a:off x="2774088" y="5948064"/>
                <a:ext cx="9360" cy="370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888BA7FC-3FB9-E5AE-A712-04DEC4ED76F9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2765088" y="5939424"/>
                  <a:ext cx="2700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CCBE6910-DA52-E684-0DE5-F8AB4D4B531C}"/>
                    </a:ext>
                  </a:extLst>
                </p14:cNvPr>
                <p14:cNvContentPartPr/>
                <p14:nvPr/>
              </p14:nvContentPartPr>
              <p14:xfrm>
                <a:off x="2736648" y="5758344"/>
                <a:ext cx="300960" cy="17028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CCBE6910-DA52-E684-0DE5-F8AB4D4B531C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2727648" y="5749704"/>
                  <a:ext cx="3186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190F2B75-3447-3296-4890-C2741E1E61C5}"/>
                    </a:ext>
                  </a:extLst>
                </p14:cNvPr>
                <p14:cNvContentPartPr/>
                <p14:nvPr/>
              </p14:nvContentPartPr>
              <p14:xfrm>
                <a:off x="3435768" y="5743584"/>
                <a:ext cx="89280" cy="2703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190F2B75-3447-3296-4890-C2741E1E61C5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3426768" y="5734584"/>
                  <a:ext cx="10692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968E557A-3D5F-C06B-BC08-1E7F848BABBB}"/>
                    </a:ext>
                  </a:extLst>
                </p14:cNvPr>
                <p14:cNvContentPartPr/>
                <p14:nvPr/>
              </p14:nvContentPartPr>
              <p14:xfrm>
                <a:off x="3528288" y="5802984"/>
                <a:ext cx="71280" cy="23688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968E557A-3D5F-C06B-BC08-1E7F848BABBB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3519648" y="5794344"/>
                  <a:ext cx="889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D2E661AA-D790-432D-AF04-31F3FC2F1E48}"/>
                    </a:ext>
                  </a:extLst>
                </p14:cNvPr>
                <p14:cNvContentPartPr/>
                <p14:nvPr/>
              </p14:nvContentPartPr>
              <p14:xfrm>
                <a:off x="3406248" y="5841144"/>
                <a:ext cx="670320" cy="19620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D2E661AA-D790-432D-AF04-31F3FC2F1E48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3397248" y="5832504"/>
                  <a:ext cx="6879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50C4C627-ECF5-C090-C23D-07A477DA9719}"/>
                    </a:ext>
                  </a:extLst>
                </p14:cNvPr>
                <p14:cNvContentPartPr/>
                <p14:nvPr/>
              </p14:nvContentPartPr>
              <p14:xfrm>
                <a:off x="4154688" y="5859864"/>
                <a:ext cx="80640" cy="1548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50C4C627-ECF5-C090-C23D-07A477DA9719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4146048" y="5850864"/>
                  <a:ext cx="9828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9752AF88-8F96-692B-6676-D85CDE0C2895}"/>
                    </a:ext>
                  </a:extLst>
                </p14:cNvPr>
                <p14:cNvContentPartPr/>
                <p14:nvPr/>
              </p14:nvContentPartPr>
              <p14:xfrm>
                <a:off x="4329288" y="5845824"/>
                <a:ext cx="88200" cy="2124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9752AF88-8F96-692B-6676-D85CDE0C2895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4320288" y="5836824"/>
                  <a:ext cx="10584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2AFA9542-82AF-043A-FC54-768E5BA23DC2}"/>
                    </a:ext>
                  </a:extLst>
                </p14:cNvPr>
                <p14:cNvContentPartPr/>
                <p14:nvPr/>
              </p14:nvContentPartPr>
              <p14:xfrm>
                <a:off x="4752648" y="5810544"/>
                <a:ext cx="270720" cy="8784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2AFA9542-82AF-043A-FC54-768E5BA23DC2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4744008" y="5801904"/>
                  <a:ext cx="28836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EEAA5EA7-62FA-EE35-29C4-21EE13E29C2D}"/>
                    </a:ext>
                  </a:extLst>
                </p14:cNvPr>
                <p14:cNvContentPartPr/>
                <p14:nvPr/>
              </p14:nvContentPartPr>
              <p14:xfrm>
                <a:off x="5232168" y="5706144"/>
                <a:ext cx="363240" cy="3330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EEAA5EA7-62FA-EE35-29C4-21EE13E29C2D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5223168" y="5697504"/>
                  <a:ext cx="38088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6696EBE5-0C40-FE67-437C-123D0328BFED}"/>
                    </a:ext>
                  </a:extLst>
                </p14:cNvPr>
                <p14:cNvContentPartPr/>
                <p14:nvPr/>
              </p14:nvContentPartPr>
              <p14:xfrm>
                <a:off x="5737248" y="5622624"/>
                <a:ext cx="276120" cy="22140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6696EBE5-0C40-FE67-437C-123D0328BFED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5728608" y="5613624"/>
                  <a:ext cx="29376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91B73B81-2E08-F186-46BC-DE9FFF74E175}"/>
                    </a:ext>
                  </a:extLst>
                </p14:cNvPr>
                <p14:cNvContentPartPr/>
                <p14:nvPr/>
              </p14:nvContentPartPr>
              <p14:xfrm>
                <a:off x="6088248" y="5741784"/>
                <a:ext cx="11160" cy="2088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91B73B81-2E08-F186-46BC-DE9FFF74E175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6079608" y="5732784"/>
                  <a:ext cx="288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3763890C-E31C-591F-96CA-E8F44BCB599B}"/>
                    </a:ext>
                  </a:extLst>
                </p14:cNvPr>
                <p14:cNvContentPartPr/>
                <p14:nvPr/>
              </p14:nvContentPartPr>
              <p14:xfrm>
                <a:off x="5988168" y="5646744"/>
                <a:ext cx="183600" cy="21528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3763890C-E31C-591F-96CA-E8F44BCB599B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5979168" y="5637744"/>
                  <a:ext cx="2012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50DF9B86-E149-9739-6494-A179DF893595}"/>
                    </a:ext>
                  </a:extLst>
                </p14:cNvPr>
                <p14:cNvContentPartPr/>
                <p14:nvPr/>
              </p14:nvContentPartPr>
              <p14:xfrm>
                <a:off x="6304608" y="5589504"/>
                <a:ext cx="97560" cy="2919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50DF9B86-E149-9739-6494-A179DF893595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6295608" y="5580504"/>
                  <a:ext cx="11520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5BC6E5F5-F67B-F1ED-FDFD-9580E4C9C0BC}"/>
                    </a:ext>
                  </a:extLst>
                </p14:cNvPr>
                <p14:cNvContentPartPr/>
                <p14:nvPr/>
              </p14:nvContentPartPr>
              <p14:xfrm>
                <a:off x="6440328" y="5703624"/>
                <a:ext cx="360" cy="36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5BC6E5F5-F67B-F1ED-FDFD-9580E4C9C0B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6431688" y="569498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4DF71F9C-5E19-B340-67BC-AB51BCF54D41}"/>
                    </a:ext>
                  </a:extLst>
                </p14:cNvPr>
                <p14:cNvContentPartPr/>
                <p14:nvPr/>
              </p14:nvContentPartPr>
              <p14:xfrm>
                <a:off x="6486048" y="5767704"/>
                <a:ext cx="77400" cy="6696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4DF71F9C-5E19-B340-67BC-AB51BCF54D41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477048" y="5759064"/>
                  <a:ext cx="950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F76EF2B4-33AC-A2BE-D615-F1A7E550A912}"/>
                    </a:ext>
                  </a:extLst>
                </p14:cNvPr>
                <p14:cNvContentPartPr/>
                <p14:nvPr/>
              </p14:nvContentPartPr>
              <p14:xfrm>
                <a:off x="6640128" y="5665104"/>
                <a:ext cx="117720" cy="17748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F76EF2B4-33AC-A2BE-D615-F1A7E550A912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6631128" y="5656464"/>
                  <a:ext cx="135360" cy="195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99" name="Ink 298">
                <a:extLst>
                  <a:ext uri="{FF2B5EF4-FFF2-40B4-BE49-F238E27FC236}">
                    <a16:creationId xmlns:a16="http://schemas.microsoft.com/office/drawing/2014/main" id="{F77C5141-AFF9-7F29-0BD7-7976819AF93C}"/>
                  </a:ext>
                </a:extLst>
              </p14:cNvPr>
              <p14:cNvContentPartPr/>
              <p14:nvPr/>
            </p14:nvContentPartPr>
            <p14:xfrm>
              <a:off x="7147008" y="5800104"/>
              <a:ext cx="589680" cy="101160"/>
            </p14:xfrm>
          </p:contentPart>
        </mc:Choice>
        <mc:Fallback xmlns="">
          <p:pic>
            <p:nvPicPr>
              <p:cNvPr id="299" name="Ink 298">
                <a:extLst>
                  <a:ext uri="{FF2B5EF4-FFF2-40B4-BE49-F238E27FC236}">
                    <a16:creationId xmlns:a16="http://schemas.microsoft.com/office/drawing/2014/main" id="{F77C5141-AFF9-7F29-0BD7-7976819AF93C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7138008" y="5791464"/>
                <a:ext cx="607320" cy="11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03" name="Group 302">
            <a:extLst>
              <a:ext uri="{FF2B5EF4-FFF2-40B4-BE49-F238E27FC236}">
                <a16:creationId xmlns:a16="http://schemas.microsoft.com/office/drawing/2014/main" id="{FEBE3987-B205-6E9C-79DB-8251F58A48E6}"/>
              </a:ext>
            </a:extLst>
          </p:cNvPr>
          <p:cNvGrpSpPr/>
          <p:nvPr/>
        </p:nvGrpSpPr>
        <p:grpSpPr>
          <a:xfrm>
            <a:off x="8026848" y="5384304"/>
            <a:ext cx="834480" cy="585720"/>
            <a:chOff x="8026848" y="5384304"/>
            <a:chExt cx="834480" cy="58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D4B69450-EC7B-E221-D5D4-A9EC1FCFF2D3}"/>
                    </a:ext>
                  </a:extLst>
                </p14:cNvPr>
                <p14:cNvContentPartPr/>
                <p14:nvPr/>
              </p14:nvContentPartPr>
              <p14:xfrm>
                <a:off x="8026848" y="5384304"/>
                <a:ext cx="378720" cy="41544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D4B69450-EC7B-E221-D5D4-A9EC1FCFF2D3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018208" y="5375304"/>
                  <a:ext cx="396360" cy="43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A54EE8E7-856E-8035-2171-7B455BF63CC8}"/>
                    </a:ext>
                  </a:extLst>
                </p14:cNvPr>
                <p14:cNvContentPartPr/>
                <p14:nvPr/>
              </p14:nvContentPartPr>
              <p14:xfrm>
                <a:off x="8477928" y="5629824"/>
                <a:ext cx="14760" cy="367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A54EE8E7-856E-8035-2171-7B455BF63CC8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468928" y="5621184"/>
                  <a:ext cx="3240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43028554-6087-5992-4FB3-1534B2580A10}"/>
                    </a:ext>
                  </a:extLst>
                </p14:cNvPr>
                <p14:cNvContentPartPr/>
                <p14:nvPr/>
              </p14:nvContentPartPr>
              <p14:xfrm>
                <a:off x="8526168" y="5624784"/>
                <a:ext cx="335160" cy="34524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43028554-6087-5992-4FB3-1534B2580A10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8517168" y="5615784"/>
                  <a:ext cx="352800" cy="36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5631F7DB-F078-8FAC-2276-302A0FE56DF1}"/>
              </a:ext>
            </a:extLst>
          </p:cNvPr>
          <p:cNvGrpSpPr/>
          <p:nvPr/>
        </p:nvGrpSpPr>
        <p:grpSpPr>
          <a:xfrm>
            <a:off x="9356688" y="5493744"/>
            <a:ext cx="1125720" cy="268200"/>
            <a:chOff x="9356688" y="5493744"/>
            <a:chExt cx="112572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114A89A5-FD83-1F32-A2D0-449F0A1CEBA4}"/>
                    </a:ext>
                  </a:extLst>
                </p14:cNvPr>
                <p14:cNvContentPartPr/>
                <p14:nvPr/>
              </p14:nvContentPartPr>
              <p14:xfrm>
                <a:off x="9356688" y="5623344"/>
                <a:ext cx="190800" cy="1386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114A89A5-FD83-1F32-A2D0-449F0A1CEBA4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347688" y="5614704"/>
                  <a:ext cx="20844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EC654DBE-A50E-0304-8DA5-11969669DB50}"/>
                    </a:ext>
                  </a:extLst>
                </p14:cNvPr>
                <p14:cNvContentPartPr/>
                <p14:nvPr/>
              </p14:nvContentPartPr>
              <p14:xfrm>
                <a:off x="9649008" y="5493744"/>
                <a:ext cx="537840" cy="2239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EC654DBE-A50E-0304-8DA5-11969669DB50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640008" y="5484744"/>
                  <a:ext cx="5554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048CCF62-9966-C396-47F7-0F5FBBCE6C38}"/>
                    </a:ext>
                  </a:extLst>
                </p14:cNvPr>
                <p14:cNvContentPartPr/>
                <p14:nvPr/>
              </p14:nvContentPartPr>
              <p14:xfrm>
                <a:off x="10249488" y="5662584"/>
                <a:ext cx="120960" cy="5616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048CCF62-9966-C396-47F7-0F5FBBCE6C38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240848" y="5653584"/>
                  <a:ext cx="1386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29884315-F49E-7E95-D21F-83631C9BE428}"/>
                    </a:ext>
                  </a:extLst>
                </p14:cNvPr>
                <p14:cNvContentPartPr/>
                <p14:nvPr/>
              </p14:nvContentPartPr>
              <p14:xfrm>
                <a:off x="10371888" y="5625144"/>
                <a:ext cx="110520" cy="9468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29884315-F49E-7E95-D21F-83631C9BE428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363248" y="5616504"/>
                  <a:ext cx="128160" cy="11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04CFCCB0-CA1C-31CB-91DE-D1B6BCDD37A6}"/>
              </a:ext>
            </a:extLst>
          </p:cNvPr>
          <p:cNvGrpSpPr/>
          <p:nvPr/>
        </p:nvGrpSpPr>
        <p:grpSpPr>
          <a:xfrm>
            <a:off x="3534048" y="6166584"/>
            <a:ext cx="1368360" cy="335160"/>
            <a:chOff x="3534048" y="6166584"/>
            <a:chExt cx="1368360" cy="33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A339191A-FCB5-8CF9-B297-EC3C9624D581}"/>
                    </a:ext>
                  </a:extLst>
                </p14:cNvPr>
                <p14:cNvContentPartPr/>
                <p14:nvPr/>
              </p14:nvContentPartPr>
              <p14:xfrm>
                <a:off x="3534048" y="6168384"/>
                <a:ext cx="240120" cy="18720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A339191A-FCB5-8CF9-B297-EC3C9624D581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3525408" y="6159744"/>
                  <a:ext cx="2577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A88B2C11-5E61-B8F0-478A-12E3431E0A2B}"/>
                    </a:ext>
                  </a:extLst>
                </p14:cNvPr>
                <p14:cNvContentPartPr/>
                <p14:nvPr/>
              </p14:nvContentPartPr>
              <p14:xfrm>
                <a:off x="3870288" y="6217344"/>
                <a:ext cx="113400" cy="9828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A88B2C11-5E61-B8F0-478A-12E3431E0A2B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3861288" y="6208704"/>
                  <a:ext cx="1310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08617CD5-1571-AD07-B1F7-01117BA4D1D6}"/>
                    </a:ext>
                  </a:extLst>
                </p14:cNvPr>
                <p14:cNvContentPartPr/>
                <p14:nvPr/>
              </p14:nvContentPartPr>
              <p14:xfrm>
                <a:off x="4088088" y="6229944"/>
                <a:ext cx="91080" cy="11268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08617CD5-1571-AD07-B1F7-01117BA4D1D6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4079448" y="6221304"/>
                  <a:ext cx="10872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E45F35DD-4896-CE34-A2AA-7D12D2A6966C}"/>
                    </a:ext>
                  </a:extLst>
                </p14:cNvPr>
                <p14:cNvContentPartPr/>
                <p14:nvPr/>
              </p14:nvContentPartPr>
              <p14:xfrm>
                <a:off x="4111128" y="6166584"/>
                <a:ext cx="117000" cy="20448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E45F35DD-4896-CE34-A2AA-7D12D2A6966C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4102128" y="6157944"/>
                  <a:ext cx="1346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77632847-32A1-4C2F-FE9C-E3192CD940E5}"/>
                    </a:ext>
                  </a:extLst>
                </p14:cNvPr>
                <p14:cNvContentPartPr/>
                <p14:nvPr/>
              </p14:nvContentPartPr>
              <p14:xfrm>
                <a:off x="4295448" y="6253344"/>
                <a:ext cx="274320" cy="18504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77632847-32A1-4C2F-FE9C-E3192CD940E5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4286448" y="6244344"/>
                  <a:ext cx="2919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A46A4653-0827-05BE-5DFF-0B5C291D7F64}"/>
                    </a:ext>
                  </a:extLst>
                </p14:cNvPr>
                <p14:cNvContentPartPr/>
                <p14:nvPr/>
              </p14:nvContentPartPr>
              <p14:xfrm>
                <a:off x="4639248" y="6240384"/>
                <a:ext cx="127800" cy="2052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A46A4653-0827-05BE-5DFF-0B5C291D7F64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4630248" y="6231744"/>
                  <a:ext cx="1454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727F1592-7152-23DD-5356-569051496DE1}"/>
                    </a:ext>
                  </a:extLst>
                </p14:cNvPr>
                <p14:cNvContentPartPr/>
                <p14:nvPr/>
              </p14:nvContentPartPr>
              <p14:xfrm>
                <a:off x="4790088" y="6242904"/>
                <a:ext cx="112320" cy="25884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727F1592-7152-23DD-5356-569051496DE1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4781448" y="6233904"/>
                  <a:ext cx="129960" cy="27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195BE0ED-2F87-9414-5F5E-0465FE1C4D01}"/>
              </a:ext>
            </a:extLst>
          </p:cNvPr>
          <p:cNvGrpSpPr/>
          <p:nvPr/>
        </p:nvGrpSpPr>
        <p:grpSpPr>
          <a:xfrm>
            <a:off x="5134248" y="6121224"/>
            <a:ext cx="1612080" cy="403560"/>
            <a:chOff x="5134248" y="6121224"/>
            <a:chExt cx="1612080" cy="40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240BB90A-7356-A4B4-791C-39C73E770C00}"/>
                    </a:ext>
                  </a:extLst>
                </p14:cNvPr>
                <p14:cNvContentPartPr/>
                <p14:nvPr/>
              </p14:nvContentPartPr>
              <p14:xfrm>
                <a:off x="5134248" y="6242544"/>
                <a:ext cx="194760" cy="7128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240BB90A-7356-A4B4-791C-39C73E770C00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5125248" y="6233904"/>
                  <a:ext cx="21240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40688D7B-D115-2241-6BDF-EC59C7A7B312}"/>
                    </a:ext>
                  </a:extLst>
                </p14:cNvPr>
                <p14:cNvContentPartPr/>
                <p14:nvPr/>
              </p14:nvContentPartPr>
              <p14:xfrm>
                <a:off x="5570208" y="6121224"/>
                <a:ext cx="234720" cy="23760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40688D7B-D115-2241-6BDF-EC59C7A7B312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5561208" y="6112224"/>
                  <a:ext cx="2523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95E8A22E-CEA1-F6F1-E076-4D5EA13B8B5F}"/>
                    </a:ext>
                  </a:extLst>
                </p14:cNvPr>
                <p14:cNvContentPartPr/>
                <p14:nvPr/>
              </p14:nvContentPartPr>
              <p14:xfrm>
                <a:off x="5719248" y="6262704"/>
                <a:ext cx="113760" cy="2628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95E8A22E-CEA1-F6F1-E076-4D5EA13B8B5F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5710248" y="6253704"/>
                  <a:ext cx="1314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FD733EA5-57D0-E1B1-3B09-9D166E44C61D}"/>
                    </a:ext>
                  </a:extLst>
                </p14:cNvPr>
                <p14:cNvContentPartPr/>
                <p14:nvPr/>
              </p14:nvContentPartPr>
              <p14:xfrm>
                <a:off x="5873688" y="6300864"/>
                <a:ext cx="114120" cy="8208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FD733EA5-57D0-E1B1-3B09-9D166E44C61D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5864688" y="6292224"/>
                  <a:ext cx="13176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382AFF1E-0571-1463-D3E5-B4F847848F08}"/>
                    </a:ext>
                  </a:extLst>
                </p14:cNvPr>
                <p14:cNvContentPartPr/>
                <p14:nvPr/>
              </p14:nvContentPartPr>
              <p14:xfrm>
                <a:off x="6044328" y="6311304"/>
                <a:ext cx="92520" cy="691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382AFF1E-0571-1463-D3E5-B4F847848F08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6035688" y="6302304"/>
                  <a:ext cx="11016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73725F5F-423A-D645-E47C-B21F348A5CBB}"/>
                    </a:ext>
                  </a:extLst>
                </p14:cNvPr>
                <p14:cNvContentPartPr/>
                <p14:nvPr/>
              </p14:nvContentPartPr>
              <p14:xfrm>
                <a:off x="6222528" y="6317784"/>
                <a:ext cx="25200" cy="471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73725F5F-423A-D645-E47C-B21F348A5CBB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6213888" y="6308784"/>
                  <a:ext cx="4284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B8F07FF5-3909-EB19-5C13-8BAD696C53BB}"/>
                    </a:ext>
                  </a:extLst>
                </p14:cNvPr>
                <p14:cNvContentPartPr/>
                <p14:nvPr/>
              </p14:nvContentPartPr>
              <p14:xfrm>
                <a:off x="6324408" y="6205104"/>
                <a:ext cx="421920" cy="31968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B8F07FF5-3909-EB19-5C13-8BAD696C53BB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6315408" y="6196104"/>
                  <a:ext cx="439560" cy="337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324" name="Ink 323">
                <a:extLst>
                  <a:ext uri="{FF2B5EF4-FFF2-40B4-BE49-F238E27FC236}">
                    <a16:creationId xmlns:a16="http://schemas.microsoft.com/office/drawing/2014/main" id="{12385594-D05A-7C82-3E0A-5D96408FAE33}"/>
                  </a:ext>
                </a:extLst>
              </p14:cNvPr>
              <p14:cNvContentPartPr/>
              <p14:nvPr/>
            </p14:nvContentPartPr>
            <p14:xfrm>
              <a:off x="7101648" y="6301944"/>
              <a:ext cx="421560" cy="97920"/>
            </p14:xfrm>
          </p:contentPart>
        </mc:Choice>
        <mc:Fallback xmlns="">
          <p:pic>
            <p:nvPicPr>
              <p:cNvPr id="324" name="Ink 323">
                <a:extLst>
                  <a:ext uri="{FF2B5EF4-FFF2-40B4-BE49-F238E27FC236}">
                    <a16:creationId xmlns:a16="http://schemas.microsoft.com/office/drawing/2014/main" id="{12385594-D05A-7C82-3E0A-5D96408FAE33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7092648" y="6292944"/>
                <a:ext cx="439200" cy="11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8" name="Group 327">
            <a:extLst>
              <a:ext uri="{FF2B5EF4-FFF2-40B4-BE49-F238E27FC236}">
                <a16:creationId xmlns:a16="http://schemas.microsoft.com/office/drawing/2014/main" id="{FA3AB47C-62E1-DE57-2D25-36358FA79C08}"/>
              </a:ext>
            </a:extLst>
          </p:cNvPr>
          <p:cNvGrpSpPr/>
          <p:nvPr/>
        </p:nvGrpSpPr>
        <p:grpSpPr>
          <a:xfrm>
            <a:off x="8090568" y="5996304"/>
            <a:ext cx="582120" cy="378720"/>
            <a:chOff x="8090568" y="5996304"/>
            <a:chExt cx="582120" cy="37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A46355D2-BDB8-5547-4D28-CBACBC20AA3D}"/>
                    </a:ext>
                  </a:extLst>
                </p14:cNvPr>
                <p14:cNvContentPartPr/>
                <p14:nvPr/>
              </p14:nvContentPartPr>
              <p14:xfrm>
                <a:off x="8090568" y="5996304"/>
                <a:ext cx="268560" cy="37872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A46355D2-BDB8-5547-4D28-CBACBC20AA3D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8081928" y="5987304"/>
                  <a:ext cx="28620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CB12730A-CAF4-A566-C999-BE9EA3460071}"/>
                    </a:ext>
                  </a:extLst>
                </p14:cNvPr>
                <p14:cNvContentPartPr/>
                <p14:nvPr/>
              </p14:nvContentPartPr>
              <p14:xfrm>
                <a:off x="8490888" y="6209424"/>
                <a:ext cx="181800" cy="9000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CB12730A-CAF4-A566-C999-BE9EA3460071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8481888" y="6200424"/>
                  <a:ext cx="199440" cy="10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6226636B-528A-4159-F1B9-09029E19F0CF}"/>
              </a:ext>
            </a:extLst>
          </p:cNvPr>
          <p:cNvGrpSpPr/>
          <p:nvPr/>
        </p:nvGrpSpPr>
        <p:grpSpPr>
          <a:xfrm>
            <a:off x="9190368" y="6015384"/>
            <a:ext cx="1675080" cy="274320"/>
            <a:chOff x="9190368" y="6015384"/>
            <a:chExt cx="1675080" cy="27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8CF3EB80-CEA1-EE5A-F9AF-B8F7AC2D6514}"/>
                    </a:ext>
                  </a:extLst>
                </p14:cNvPr>
                <p14:cNvContentPartPr/>
                <p14:nvPr/>
              </p14:nvContentPartPr>
              <p14:xfrm>
                <a:off x="9190368" y="6211584"/>
                <a:ext cx="336600" cy="7812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8CF3EB80-CEA1-EE5A-F9AF-B8F7AC2D6514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9181728" y="6202584"/>
                  <a:ext cx="3542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68BA051E-BD05-A345-E1BE-E08DA271E6C3}"/>
                    </a:ext>
                  </a:extLst>
                </p14:cNvPr>
                <p14:cNvContentPartPr/>
                <p14:nvPr/>
              </p14:nvContentPartPr>
              <p14:xfrm>
                <a:off x="9716688" y="6155784"/>
                <a:ext cx="205560" cy="11484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68BA051E-BD05-A345-E1BE-E08DA271E6C3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9708048" y="6146784"/>
                  <a:ext cx="22320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A1FB89D8-2A30-41A5-B14B-8E41E9B5F47C}"/>
                    </a:ext>
                  </a:extLst>
                </p14:cNvPr>
                <p14:cNvContentPartPr/>
                <p14:nvPr/>
              </p14:nvContentPartPr>
              <p14:xfrm>
                <a:off x="10020528" y="6015384"/>
                <a:ext cx="501840" cy="2214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A1FB89D8-2A30-41A5-B14B-8E41E9B5F47C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0011528" y="6006744"/>
                  <a:ext cx="51948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4E96788F-AC15-408A-B29A-78BBB78165D5}"/>
                    </a:ext>
                  </a:extLst>
                </p14:cNvPr>
                <p14:cNvContentPartPr/>
                <p14:nvPr/>
              </p14:nvContentPartPr>
              <p14:xfrm>
                <a:off x="10600848" y="6171624"/>
                <a:ext cx="91800" cy="4104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4E96788F-AC15-408A-B29A-78BBB78165D5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0591848" y="6162984"/>
                  <a:ext cx="10944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C5B12EAB-4723-5668-DC71-BEB39C50B198}"/>
                    </a:ext>
                  </a:extLst>
                </p14:cNvPr>
                <p14:cNvContentPartPr/>
                <p14:nvPr/>
              </p14:nvContentPartPr>
              <p14:xfrm>
                <a:off x="10846008" y="6217704"/>
                <a:ext cx="19440" cy="122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C5B12EAB-4723-5668-DC71-BEB39C50B198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0837368" y="6208704"/>
                  <a:ext cx="37080" cy="298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33130711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E25D375-1C6E-DF52-65EE-E3402633ED26}"/>
              </a:ext>
            </a:extLst>
          </p:cNvPr>
          <p:cNvGrpSpPr/>
          <p:nvPr/>
        </p:nvGrpSpPr>
        <p:grpSpPr>
          <a:xfrm>
            <a:off x="2120328" y="635184"/>
            <a:ext cx="1251720" cy="369000"/>
            <a:chOff x="2120328" y="635184"/>
            <a:chExt cx="1251720" cy="36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093D73DB-FF98-C76C-74D6-19B284AB5A8A}"/>
                    </a:ext>
                  </a:extLst>
                </p14:cNvPr>
                <p14:cNvContentPartPr/>
                <p14:nvPr/>
              </p14:nvContentPartPr>
              <p14:xfrm>
                <a:off x="2120328" y="712224"/>
                <a:ext cx="222480" cy="2919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093D73DB-FF98-C76C-74D6-19B284AB5A8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111328" y="703224"/>
                  <a:ext cx="24012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B0622316-CF70-A513-FA72-39E758055ED0}"/>
                    </a:ext>
                  </a:extLst>
                </p14:cNvPr>
                <p14:cNvContentPartPr/>
                <p14:nvPr/>
              </p14:nvContentPartPr>
              <p14:xfrm>
                <a:off x="2281968" y="829584"/>
                <a:ext cx="169560" cy="468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B0622316-CF70-A513-FA72-39E758055ED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273328" y="820584"/>
                  <a:ext cx="1872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FF14F2C3-693F-AEB2-0D05-D5508F61B167}"/>
                    </a:ext>
                  </a:extLst>
                </p14:cNvPr>
                <p14:cNvContentPartPr/>
                <p14:nvPr/>
              </p14:nvContentPartPr>
              <p14:xfrm>
                <a:off x="2318328" y="667944"/>
                <a:ext cx="318600" cy="253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FF14F2C3-693F-AEB2-0D05-D5508F61B16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309688" y="658944"/>
                  <a:ext cx="33624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E82B177-9BBC-6AB8-5911-6EE55F1072B7}"/>
                    </a:ext>
                  </a:extLst>
                </p14:cNvPr>
                <p14:cNvContentPartPr/>
                <p14:nvPr/>
              </p14:nvContentPartPr>
              <p14:xfrm>
                <a:off x="2545128" y="821664"/>
                <a:ext cx="122760" cy="1123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E82B177-9BBC-6AB8-5911-6EE55F1072B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536128" y="813024"/>
                  <a:ext cx="14040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82ACF5C8-547D-CCC9-6155-FE039C923E4B}"/>
                    </a:ext>
                  </a:extLst>
                </p14:cNvPr>
                <p14:cNvContentPartPr/>
                <p14:nvPr/>
              </p14:nvContentPartPr>
              <p14:xfrm>
                <a:off x="2773008" y="853704"/>
                <a:ext cx="185760" cy="838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82ACF5C8-547D-CCC9-6155-FE039C923E4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64008" y="845064"/>
                  <a:ext cx="2034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DC836822-E538-91B5-BE20-2132776141D7}"/>
                    </a:ext>
                  </a:extLst>
                </p14:cNvPr>
                <p14:cNvContentPartPr/>
                <p14:nvPr/>
              </p14:nvContentPartPr>
              <p14:xfrm>
                <a:off x="2970288" y="742824"/>
                <a:ext cx="11880" cy="4140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DC836822-E538-91B5-BE20-2132776141D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961288" y="733824"/>
                  <a:ext cx="295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2D26F97-FD9B-D93F-507F-0097FCCF8A4E}"/>
                    </a:ext>
                  </a:extLst>
                </p14:cNvPr>
                <p14:cNvContentPartPr/>
                <p14:nvPr/>
              </p14:nvContentPartPr>
              <p14:xfrm>
                <a:off x="3054888" y="635184"/>
                <a:ext cx="137880" cy="2743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2D26F97-FD9B-D93F-507F-0097FCCF8A4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045888" y="626544"/>
                  <a:ext cx="15552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FFCF21C4-5CEF-1650-FF8E-F1D1BEAB5DC8}"/>
                    </a:ext>
                  </a:extLst>
                </p14:cNvPr>
                <p14:cNvContentPartPr/>
                <p14:nvPr/>
              </p14:nvContentPartPr>
              <p14:xfrm>
                <a:off x="3255048" y="693144"/>
                <a:ext cx="117000" cy="2192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FFCF21C4-5CEF-1650-FF8E-F1D1BEAB5DC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246408" y="684504"/>
                  <a:ext cx="1346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69FE254D-4014-60F2-0A5B-F51606736B66}"/>
                    </a:ext>
                  </a:extLst>
                </p14:cNvPr>
                <p14:cNvContentPartPr/>
                <p14:nvPr/>
              </p14:nvContentPartPr>
              <p14:xfrm>
                <a:off x="3237408" y="774864"/>
                <a:ext cx="81360" cy="154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69FE254D-4014-60F2-0A5B-F51606736B6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228768" y="766224"/>
                  <a:ext cx="99000" cy="3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BFF3DFC-20B3-B936-B3B8-B838C5469678}"/>
                  </a:ext>
                </a:extLst>
              </p14:cNvPr>
              <p14:cNvContentPartPr/>
              <p14:nvPr/>
            </p14:nvContentPartPr>
            <p14:xfrm>
              <a:off x="4008528" y="790704"/>
              <a:ext cx="143640" cy="939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BFF3DFC-20B3-B936-B3B8-B838C54696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999528" y="781704"/>
                <a:ext cx="16128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FC73F6C0-FBA7-D765-1F58-EADC820CB9E7}"/>
                  </a:ext>
                </a:extLst>
              </p14:cNvPr>
              <p14:cNvContentPartPr/>
              <p14:nvPr/>
            </p14:nvContentPartPr>
            <p14:xfrm>
              <a:off x="4090608" y="637704"/>
              <a:ext cx="57600" cy="34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FC73F6C0-FBA7-D765-1F58-EADC820CB9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081608" y="628704"/>
                <a:ext cx="75240" cy="52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8" name="Group 17">
            <a:extLst>
              <a:ext uri="{FF2B5EF4-FFF2-40B4-BE49-F238E27FC236}">
                <a16:creationId xmlns:a16="http://schemas.microsoft.com/office/drawing/2014/main" id="{5FEDB81A-28D7-8ADF-8784-01EFCE192E9F}"/>
              </a:ext>
            </a:extLst>
          </p:cNvPr>
          <p:cNvGrpSpPr/>
          <p:nvPr/>
        </p:nvGrpSpPr>
        <p:grpSpPr>
          <a:xfrm>
            <a:off x="4542048" y="418464"/>
            <a:ext cx="717120" cy="635040"/>
            <a:chOff x="4542048" y="418464"/>
            <a:chExt cx="717120" cy="63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F1F53052-F1FD-6B1E-2F67-351B3E01645E}"/>
                    </a:ext>
                  </a:extLst>
                </p14:cNvPr>
                <p14:cNvContentPartPr/>
                <p14:nvPr/>
              </p14:nvContentPartPr>
              <p14:xfrm>
                <a:off x="4542048" y="418464"/>
                <a:ext cx="302040" cy="4402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F1F53052-F1FD-6B1E-2F67-351B3E01645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533408" y="409824"/>
                  <a:ext cx="31968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95AF7DEB-BCDE-FFF9-F3C3-3185CA2F4A00}"/>
                    </a:ext>
                  </a:extLst>
                </p14:cNvPr>
                <p14:cNvContentPartPr/>
                <p14:nvPr/>
              </p14:nvContentPartPr>
              <p14:xfrm>
                <a:off x="4846968" y="776664"/>
                <a:ext cx="9000" cy="169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95AF7DEB-BCDE-FFF9-F3C3-3185CA2F4A0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837968" y="767664"/>
                  <a:ext cx="266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C6A126CA-FF94-17E1-175C-F68FE1C1BF10}"/>
                    </a:ext>
                  </a:extLst>
                </p14:cNvPr>
                <p14:cNvContentPartPr/>
                <p14:nvPr/>
              </p14:nvContentPartPr>
              <p14:xfrm>
                <a:off x="4904208" y="685584"/>
                <a:ext cx="354960" cy="3679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C6A126CA-FF94-17E1-175C-F68FE1C1BF1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895568" y="676584"/>
                  <a:ext cx="372600" cy="38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660F969-30C3-C9B1-E827-4A27DBEF5360}"/>
                  </a:ext>
                </a:extLst>
              </p14:cNvPr>
              <p14:cNvContentPartPr/>
              <p14:nvPr/>
            </p14:nvContentPartPr>
            <p14:xfrm>
              <a:off x="5699808" y="729864"/>
              <a:ext cx="323640" cy="1404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660F969-30C3-C9B1-E827-4A27DBEF536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691168" y="720864"/>
                <a:ext cx="341280" cy="158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3" name="Group 22">
            <a:extLst>
              <a:ext uri="{FF2B5EF4-FFF2-40B4-BE49-F238E27FC236}">
                <a16:creationId xmlns:a16="http://schemas.microsoft.com/office/drawing/2014/main" id="{41433041-86FC-0414-3406-914FC49B51F3}"/>
              </a:ext>
            </a:extLst>
          </p:cNvPr>
          <p:cNvGrpSpPr/>
          <p:nvPr/>
        </p:nvGrpSpPr>
        <p:grpSpPr>
          <a:xfrm>
            <a:off x="6387048" y="512064"/>
            <a:ext cx="1469880" cy="289800"/>
            <a:chOff x="6387048" y="512064"/>
            <a:chExt cx="1469880" cy="2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236D847-4E56-FBB2-6C27-8C90BC633450}"/>
                    </a:ext>
                  </a:extLst>
                </p14:cNvPr>
                <p14:cNvContentPartPr/>
                <p14:nvPr/>
              </p14:nvContentPartPr>
              <p14:xfrm>
                <a:off x="6387048" y="651024"/>
                <a:ext cx="606960" cy="137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236D847-4E56-FBB2-6C27-8C90BC63345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378048" y="642024"/>
                  <a:ext cx="6246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EB30E71-3A06-CE37-1A95-BBEB9B88EEF5}"/>
                    </a:ext>
                  </a:extLst>
                </p14:cNvPr>
                <p14:cNvContentPartPr/>
                <p14:nvPr/>
              </p14:nvContentPartPr>
              <p14:xfrm>
                <a:off x="7102728" y="512064"/>
                <a:ext cx="607680" cy="2736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EB30E71-3A06-CE37-1A95-BBEB9B88EEF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094088" y="503424"/>
                  <a:ext cx="62532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2A5D3E25-B0F6-D3BF-CC2F-8384F56A2B60}"/>
                    </a:ext>
                  </a:extLst>
                </p14:cNvPr>
                <p14:cNvContentPartPr/>
                <p14:nvPr/>
              </p14:nvContentPartPr>
              <p14:xfrm>
                <a:off x="7809048" y="775944"/>
                <a:ext cx="47880" cy="259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2A5D3E25-B0F6-D3BF-CC2F-8384F56A2B60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800408" y="766944"/>
                  <a:ext cx="6552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BB77D55-FCED-2242-907B-423C13EDF07A}"/>
              </a:ext>
            </a:extLst>
          </p:cNvPr>
          <p:cNvGrpSpPr/>
          <p:nvPr/>
        </p:nvGrpSpPr>
        <p:grpSpPr>
          <a:xfrm>
            <a:off x="2159568" y="1252944"/>
            <a:ext cx="871200" cy="236880"/>
            <a:chOff x="2159568" y="1252944"/>
            <a:chExt cx="871200" cy="23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405676BC-8813-463E-80E5-8ED92462E4E8}"/>
                    </a:ext>
                  </a:extLst>
                </p14:cNvPr>
                <p14:cNvContentPartPr/>
                <p14:nvPr/>
              </p14:nvContentPartPr>
              <p14:xfrm>
                <a:off x="2159568" y="1252944"/>
                <a:ext cx="588600" cy="2368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405676BC-8813-463E-80E5-8ED92462E4E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150568" y="1243944"/>
                  <a:ext cx="60624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96628944-BBE4-0DC2-3AAD-A6F0B7A688B1}"/>
                    </a:ext>
                  </a:extLst>
                </p14:cNvPr>
                <p14:cNvContentPartPr/>
                <p14:nvPr/>
              </p14:nvContentPartPr>
              <p14:xfrm>
                <a:off x="2818368" y="1334304"/>
                <a:ext cx="212400" cy="583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96628944-BBE4-0DC2-3AAD-A6F0B7A688B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809728" y="1325664"/>
                  <a:ext cx="230040" cy="7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56D77AD-C222-CE86-DFA2-D6B2E939CC1C}"/>
              </a:ext>
            </a:extLst>
          </p:cNvPr>
          <p:cNvGrpSpPr/>
          <p:nvPr/>
        </p:nvGrpSpPr>
        <p:grpSpPr>
          <a:xfrm>
            <a:off x="3722328" y="1226304"/>
            <a:ext cx="123120" cy="200880"/>
            <a:chOff x="3722328" y="1226304"/>
            <a:chExt cx="123120" cy="20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AC3A0F3-61BE-2F2C-27B8-E32A670C4B79}"/>
                    </a:ext>
                  </a:extLst>
                </p14:cNvPr>
                <p14:cNvContentPartPr/>
                <p14:nvPr/>
              </p14:nvContentPartPr>
              <p14:xfrm>
                <a:off x="3722328" y="1359504"/>
                <a:ext cx="105480" cy="676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AC3A0F3-61BE-2F2C-27B8-E32A670C4B7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713688" y="1350504"/>
                  <a:ext cx="1231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C43A6B65-2112-7102-E0BA-8B10B296ECEA}"/>
                    </a:ext>
                  </a:extLst>
                </p14:cNvPr>
                <p14:cNvContentPartPr/>
                <p14:nvPr/>
              </p14:nvContentPartPr>
              <p14:xfrm>
                <a:off x="3775968" y="1226304"/>
                <a:ext cx="69480" cy="532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C43A6B65-2112-7102-E0BA-8B10B296ECE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767328" y="1217304"/>
                  <a:ext cx="87120" cy="7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3C4387F-F473-DCAD-C4EB-39E5C213A2AB}"/>
              </a:ext>
            </a:extLst>
          </p:cNvPr>
          <p:cNvGrpSpPr/>
          <p:nvPr/>
        </p:nvGrpSpPr>
        <p:grpSpPr>
          <a:xfrm>
            <a:off x="4181328" y="1126584"/>
            <a:ext cx="630000" cy="331200"/>
            <a:chOff x="4181328" y="1126584"/>
            <a:chExt cx="63000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07F14E63-6460-16C6-F10B-1943B3596B88}"/>
                    </a:ext>
                  </a:extLst>
                </p14:cNvPr>
                <p14:cNvContentPartPr/>
                <p14:nvPr/>
              </p14:nvContentPartPr>
              <p14:xfrm>
                <a:off x="4181328" y="1126584"/>
                <a:ext cx="297000" cy="3312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07F14E63-6460-16C6-F10B-1943B3596B8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172328" y="1117944"/>
                  <a:ext cx="3146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45EFCD8-1BFB-61D6-29D9-082B58C7EC4A}"/>
                    </a:ext>
                  </a:extLst>
                </p14:cNvPr>
                <p14:cNvContentPartPr/>
                <p14:nvPr/>
              </p14:nvContentPartPr>
              <p14:xfrm>
                <a:off x="4576248" y="1308744"/>
                <a:ext cx="235080" cy="80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45EFCD8-1BFB-61D6-29D9-082B58C7EC4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567608" y="1299744"/>
                  <a:ext cx="252720" cy="9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BDAA5594-2761-5A70-07A7-7AF224F0A614}"/>
              </a:ext>
            </a:extLst>
          </p:cNvPr>
          <p:cNvGrpSpPr/>
          <p:nvPr/>
        </p:nvGrpSpPr>
        <p:grpSpPr>
          <a:xfrm>
            <a:off x="5443848" y="1341864"/>
            <a:ext cx="313200" cy="93960"/>
            <a:chOff x="5443848" y="1341864"/>
            <a:chExt cx="313200" cy="9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06D00ED6-F892-113E-1024-49B5365C9D7B}"/>
                    </a:ext>
                  </a:extLst>
                </p14:cNvPr>
                <p14:cNvContentPartPr/>
                <p14:nvPr/>
              </p14:nvContentPartPr>
              <p14:xfrm>
                <a:off x="5443848" y="1341864"/>
                <a:ext cx="100440" cy="939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06D00ED6-F892-113E-1024-49B5365C9D7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435208" y="1332864"/>
                  <a:ext cx="11808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2AF5DC3B-70BB-15ED-C720-B9C03C8B8975}"/>
                    </a:ext>
                  </a:extLst>
                </p14:cNvPr>
                <p14:cNvContentPartPr/>
                <p14:nvPr/>
              </p14:nvContentPartPr>
              <p14:xfrm>
                <a:off x="5631768" y="1361664"/>
                <a:ext cx="125280" cy="172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2AF5DC3B-70BB-15ED-C720-B9C03C8B897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623128" y="1353024"/>
                  <a:ext cx="142920" cy="34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2DBE6DB-04E7-70B6-1006-49E0022F500E}"/>
                  </a:ext>
                </a:extLst>
              </p14:cNvPr>
              <p14:cNvContentPartPr/>
              <p14:nvPr/>
            </p14:nvContentPartPr>
            <p14:xfrm>
              <a:off x="6145128" y="1232064"/>
              <a:ext cx="329040" cy="125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2DBE6DB-04E7-70B6-1006-49E0022F500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136488" y="1223424"/>
                <a:ext cx="346680" cy="14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08E4E461-D8B7-5643-5FDE-67BEF3C9105D}"/>
                  </a:ext>
                </a:extLst>
              </p14:cNvPr>
              <p14:cNvContentPartPr/>
              <p14:nvPr/>
            </p14:nvContentPartPr>
            <p14:xfrm>
              <a:off x="6575688" y="657144"/>
              <a:ext cx="189000" cy="145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08E4E461-D8B7-5643-5FDE-67BEF3C9105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67048" y="648504"/>
                <a:ext cx="206640" cy="16308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oup 42">
            <a:extLst>
              <a:ext uri="{FF2B5EF4-FFF2-40B4-BE49-F238E27FC236}">
                <a16:creationId xmlns:a16="http://schemas.microsoft.com/office/drawing/2014/main" id="{A1693B95-CA70-54BD-E3F9-0FE882838F9E}"/>
              </a:ext>
            </a:extLst>
          </p:cNvPr>
          <p:cNvGrpSpPr/>
          <p:nvPr/>
        </p:nvGrpSpPr>
        <p:grpSpPr>
          <a:xfrm>
            <a:off x="6159888" y="1180944"/>
            <a:ext cx="1525320" cy="204120"/>
            <a:chOff x="6159888" y="1180944"/>
            <a:chExt cx="1525320" cy="20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29A0AF3B-BB87-33D2-963D-4B7A8EFAB71A}"/>
                    </a:ext>
                  </a:extLst>
                </p14:cNvPr>
                <p14:cNvContentPartPr/>
                <p14:nvPr/>
              </p14:nvContentPartPr>
              <p14:xfrm>
                <a:off x="6159888" y="1191744"/>
                <a:ext cx="468000" cy="1933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29A0AF3B-BB87-33D2-963D-4B7A8EFAB71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150888" y="1183104"/>
                  <a:ext cx="4856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353DB33D-524E-135A-50D3-F24D4FB38D68}"/>
                    </a:ext>
                  </a:extLst>
                </p14:cNvPr>
                <p14:cNvContentPartPr/>
                <p14:nvPr/>
              </p14:nvContentPartPr>
              <p14:xfrm>
                <a:off x="6743808" y="1248984"/>
                <a:ext cx="64800" cy="615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353DB33D-524E-135A-50D3-F24D4FB38D6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735168" y="1239984"/>
                  <a:ext cx="8244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03C20E62-4D83-ABAA-A32F-3B72CEDC8BC2}"/>
                    </a:ext>
                  </a:extLst>
                </p14:cNvPr>
                <p14:cNvContentPartPr/>
                <p14:nvPr/>
              </p14:nvContentPartPr>
              <p14:xfrm>
                <a:off x="6914448" y="1243584"/>
                <a:ext cx="197280" cy="630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03C20E62-4D83-ABAA-A32F-3B72CEDC8BC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905808" y="1234944"/>
                  <a:ext cx="2149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B2032B2F-D02D-E6E5-EA0D-D5830D14AC32}"/>
                    </a:ext>
                  </a:extLst>
                </p14:cNvPr>
                <p14:cNvContentPartPr/>
                <p14:nvPr/>
              </p14:nvContentPartPr>
              <p14:xfrm>
                <a:off x="7197768" y="1180944"/>
                <a:ext cx="219240" cy="1051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B2032B2F-D02D-E6E5-EA0D-D5830D14AC3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189128" y="1171944"/>
                  <a:ext cx="23688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0A4F6CD-32F5-4AF0-0824-E87C0BD30200}"/>
                    </a:ext>
                  </a:extLst>
                </p14:cNvPr>
                <p14:cNvContentPartPr/>
                <p14:nvPr/>
              </p14:nvContentPartPr>
              <p14:xfrm>
                <a:off x="7639848" y="1306944"/>
                <a:ext cx="45360" cy="212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0A4F6CD-32F5-4AF0-0824-E87C0BD3020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631208" y="1297944"/>
                  <a:ext cx="6300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3B377BF-B988-1988-4662-E2BCBD4FE292}"/>
              </a:ext>
            </a:extLst>
          </p:cNvPr>
          <p:cNvGrpSpPr/>
          <p:nvPr/>
        </p:nvGrpSpPr>
        <p:grpSpPr>
          <a:xfrm>
            <a:off x="2125728" y="1935864"/>
            <a:ext cx="1414080" cy="393840"/>
            <a:chOff x="2125728" y="1935864"/>
            <a:chExt cx="1414080" cy="39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D29D2850-F47D-391A-3078-F63D11E31356}"/>
                    </a:ext>
                  </a:extLst>
                </p14:cNvPr>
                <p14:cNvContentPartPr/>
                <p14:nvPr/>
              </p14:nvContentPartPr>
              <p14:xfrm>
                <a:off x="2125728" y="1998504"/>
                <a:ext cx="328320" cy="3042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D29D2850-F47D-391A-3078-F63D11E3135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116728" y="1989504"/>
                  <a:ext cx="34596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6B21D5E-A845-AD8A-7B70-1078007F37C9}"/>
                    </a:ext>
                  </a:extLst>
                </p14:cNvPr>
                <p14:cNvContentPartPr/>
                <p14:nvPr/>
              </p14:nvContentPartPr>
              <p14:xfrm>
                <a:off x="2533968" y="1980864"/>
                <a:ext cx="199080" cy="2559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6B21D5E-A845-AD8A-7B70-1078007F37C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524968" y="1971864"/>
                  <a:ext cx="21672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0D64AA1-3E89-FD03-6011-395FA1BB4DDC}"/>
                    </a:ext>
                  </a:extLst>
                </p14:cNvPr>
                <p14:cNvContentPartPr/>
                <p14:nvPr/>
              </p14:nvContentPartPr>
              <p14:xfrm>
                <a:off x="2696688" y="2083104"/>
                <a:ext cx="266400" cy="1083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0D64AA1-3E89-FD03-6011-395FA1BB4DD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688048" y="2074464"/>
                  <a:ext cx="28404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02F36114-8269-75B4-3EA2-7A3CA7EE845F}"/>
                    </a:ext>
                  </a:extLst>
                </p14:cNvPr>
                <p14:cNvContentPartPr/>
                <p14:nvPr/>
              </p14:nvContentPartPr>
              <p14:xfrm>
                <a:off x="3100968" y="1935864"/>
                <a:ext cx="232200" cy="1933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02F36114-8269-75B4-3EA2-7A3CA7EE845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092328" y="1927224"/>
                  <a:ext cx="2498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D3C1EFED-8C27-5D45-1492-CD30E9868180}"/>
                    </a:ext>
                  </a:extLst>
                </p14:cNvPr>
                <p14:cNvContentPartPr/>
                <p14:nvPr/>
              </p14:nvContentPartPr>
              <p14:xfrm>
                <a:off x="3381408" y="2017584"/>
                <a:ext cx="6840" cy="345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D3C1EFED-8C27-5D45-1492-CD30E986818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372768" y="2008584"/>
                  <a:ext cx="2448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94BBA312-3804-0214-B5CC-6A344AEC975F}"/>
                    </a:ext>
                  </a:extLst>
                </p14:cNvPr>
                <p14:cNvContentPartPr/>
                <p14:nvPr/>
              </p14:nvContentPartPr>
              <p14:xfrm>
                <a:off x="3405168" y="2047464"/>
                <a:ext cx="134640" cy="2822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94BBA312-3804-0214-B5CC-6A344AEC975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396168" y="2038464"/>
                  <a:ext cx="152280" cy="299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BAAFB1A2-E3B7-32D5-1AD0-743264439D1D}"/>
                  </a:ext>
                </a:extLst>
              </p14:cNvPr>
              <p14:cNvContentPartPr/>
              <p14:nvPr/>
            </p14:nvContentPartPr>
            <p14:xfrm>
              <a:off x="4146048" y="2032704"/>
              <a:ext cx="179640" cy="849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BAAFB1A2-E3B7-32D5-1AD0-743264439D1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137408" y="2023704"/>
                <a:ext cx="19728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92E95B55-84E7-FD8B-D4A3-92A61D4F0E07}"/>
                  </a:ext>
                </a:extLst>
              </p14:cNvPr>
              <p14:cNvContentPartPr/>
              <p14:nvPr/>
            </p14:nvContentPartPr>
            <p14:xfrm>
              <a:off x="4251168" y="1881504"/>
              <a:ext cx="55080" cy="56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92E95B55-84E7-FD8B-D4A3-92A61D4F0E0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242528" y="1872864"/>
                <a:ext cx="72720" cy="74520"/>
              </a:xfrm>
              <a:prstGeom prst="rect">
                <a:avLst/>
              </a:prstGeom>
            </p:spPr>
          </p:pic>
        </mc:Fallback>
      </mc:AlternateContent>
      <p:grpSp>
        <p:nvGrpSpPr>
          <p:cNvPr id="56" name="Group 55">
            <a:extLst>
              <a:ext uri="{FF2B5EF4-FFF2-40B4-BE49-F238E27FC236}">
                <a16:creationId xmlns:a16="http://schemas.microsoft.com/office/drawing/2014/main" id="{57BE2E4C-C5D2-E54B-3C29-97612E63F2A5}"/>
              </a:ext>
            </a:extLst>
          </p:cNvPr>
          <p:cNvGrpSpPr/>
          <p:nvPr/>
        </p:nvGrpSpPr>
        <p:grpSpPr>
          <a:xfrm>
            <a:off x="4736088" y="1677384"/>
            <a:ext cx="751320" cy="610200"/>
            <a:chOff x="4736088" y="1677384"/>
            <a:chExt cx="751320" cy="61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3D3E2945-C5AE-7654-5191-B4CB7E48D7F7}"/>
                    </a:ext>
                  </a:extLst>
                </p14:cNvPr>
                <p14:cNvContentPartPr/>
                <p14:nvPr/>
              </p14:nvContentPartPr>
              <p14:xfrm>
                <a:off x="4736088" y="1677384"/>
                <a:ext cx="258480" cy="4204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3D3E2945-C5AE-7654-5191-B4CB7E48D7F7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727088" y="1668744"/>
                  <a:ext cx="27612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1BAA6FC2-C949-4F5E-B351-4C1F4344973A}"/>
                    </a:ext>
                  </a:extLst>
                </p14:cNvPr>
                <p14:cNvContentPartPr/>
                <p14:nvPr/>
              </p14:nvContentPartPr>
              <p14:xfrm>
                <a:off x="5007528" y="1979064"/>
                <a:ext cx="19800" cy="442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1BAA6FC2-C949-4F5E-B351-4C1F4344973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998888" y="1970424"/>
                  <a:ext cx="3744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46CF78FD-13A0-3AFD-A5F1-E57833CB8D54}"/>
                    </a:ext>
                  </a:extLst>
                </p14:cNvPr>
                <p14:cNvContentPartPr/>
                <p14:nvPr/>
              </p14:nvContentPartPr>
              <p14:xfrm>
                <a:off x="5114808" y="1906704"/>
                <a:ext cx="372600" cy="3808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46CF78FD-13A0-3AFD-A5F1-E57833CB8D5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105808" y="1898064"/>
                  <a:ext cx="390240" cy="39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73C9144-C138-C461-697A-01A4A5156C9D}"/>
                  </a:ext>
                </a:extLst>
              </p14:cNvPr>
              <p14:cNvContentPartPr/>
              <p14:nvPr/>
            </p14:nvContentPartPr>
            <p14:xfrm>
              <a:off x="5919048" y="1915344"/>
              <a:ext cx="305640" cy="784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73C9144-C138-C461-697A-01A4A5156C9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910048" y="1906344"/>
                <a:ext cx="323280" cy="96120"/>
              </a:xfrm>
              <a:prstGeom prst="rect">
                <a:avLst/>
              </a:prstGeom>
            </p:spPr>
          </p:pic>
        </mc:Fallback>
      </mc:AlternateContent>
      <p:grpSp>
        <p:nvGrpSpPr>
          <p:cNvPr id="67" name="Group 66">
            <a:extLst>
              <a:ext uri="{FF2B5EF4-FFF2-40B4-BE49-F238E27FC236}">
                <a16:creationId xmlns:a16="http://schemas.microsoft.com/office/drawing/2014/main" id="{C0B3B01E-C7E8-3DB0-C9CD-7F0AC8725394}"/>
              </a:ext>
            </a:extLst>
          </p:cNvPr>
          <p:cNvGrpSpPr/>
          <p:nvPr/>
        </p:nvGrpSpPr>
        <p:grpSpPr>
          <a:xfrm>
            <a:off x="6615648" y="1766304"/>
            <a:ext cx="1746720" cy="303480"/>
            <a:chOff x="6615648" y="1766304"/>
            <a:chExt cx="1746720" cy="30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74A66AA-CFE2-D533-B74B-4B6877BDAB0D}"/>
                    </a:ext>
                  </a:extLst>
                </p14:cNvPr>
                <p14:cNvContentPartPr/>
                <p14:nvPr/>
              </p14:nvContentPartPr>
              <p14:xfrm>
                <a:off x="6615648" y="1766304"/>
                <a:ext cx="301680" cy="303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74A66AA-CFE2-D533-B74B-4B6877BDAB0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606648" y="1757664"/>
                  <a:ext cx="31932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D68922E4-2EBD-F01A-ABF8-94F57C4CA001}"/>
                    </a:ext>
                  </a:extLst>
                </p14:cNvPr>
                <p14:cNvContentPartPr/>
                <p14:nvPr/>
              </p14:nvContentPartPr>
              <p14:xfrm>
                <a:off x="6962688" y="1937664"/>
                <a:ext cx="88920" cy="680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D68922E4-2EBD-F01A-ABF8-94F57C4CA00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953688" y="1929024"/>
                  <a:ext cx="1065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13E8584-4445-BAA9-13AA-81F335CCDEEE}"/>
                    </a:ext>
                  </a:extLst>
                </p14:cNvPr>
                <p14:cNvContentPartPr/>
                <p14:nvPr/>
              </p14:nvContentPartPr>
              <p14:xfrm>
                <a:off x="7131888" y="1927224"/>
                <a:ext cx="327600" cy="738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13E8584-4445-BAA9-13AA-81F335CCDEE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123248" y="1918224"/>
                  <a:ext cx="34524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CA24DF36-A07F-9FD8-BD5C-1C5451BE526B}"/>
                    </a:ext>
                  </a:extLst>
                </p14:cNvPr>
                <p14:cNvContentPartPr/>
                <p14:nvPr/>
              </p14:nvContentPartPr>
              <p14:xfrm>
                <a:off x="7484328" y="1792224"/>
                <a:ext cx="2520" cy="208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CA24DF36-A07F-9FD8-BD5C-1C5451BE526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475328" y="1783224"/>
                  <a:ext cx="201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DEBA236C-8235-7DF3-E26C-FA9EF7569EBB}"/>
                    </a:ext>
                  </a:extLst>
                </p14:cNvPr>
                <p14:cNvContentPartPr/>
                <p14:nvPr/>
              </p14:nvContentPartPr>
              <p14:xfrm>
                <a:off x="7537608" y="1893744"/>
                <a:ext cx="121320" cy="817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DEBA236C-8235-7DF3-E26C-FA9EF7569EB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528968" y="1885104"/>
                  <a:ext cx="1389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96E384A9-5CFB-A13E-C39A-8F064F021C9B}"/>
                    </a:ext>
                  </a:extLst>
                </p14:cNvPr>
                <p14:cNvContentPartPr/>
                <p14:nvPr/>
              </p14:nvContentPartPr>
              <p14:xfrm>
                <a:off x="7753608" y="1885464"/>
                <a:ext cx="241200" cy="392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96E384A9-5CFB-A13E-C39A-8F064F021C9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744608" y="1876824"/>
                  <a:ext cx="25884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955A0B18-CAFA-E892-CAB8-33ABCDFE9DA6}"/>
                    </a:ext>
                  </a:extLst>
                </p14:cNvPr>
                <p14:cNvContentPartPr/>
                <p14:nvPr/>
              </p14:nvContentPartPr>
              <p14:xfrm>
                <a:off x="8053488" y="1881144"/>
                <a:ext cx="160200" cy="349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955A0B18-CAFA-E892-CAB8-33ABCDFE9DA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044848" y="1872144"/>
                  <a:ext cx="1778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C3B44793-6A2E-CDE8-7C55-2C5C1F2E7E8A}"/>
                    </a:ext>
                  </a:extLst>
                </p14:cNvPr>
                <p14:cNvContentPartPr/>
                <p14:nvPr/>
              </p14:nvContentPartPr>
              <p14:xfrm>
                <a:off x="8331048" y="1899144"/>
                <a:ext cx="31320" cy="129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C3B44793-6A2E-CDE8-7C55-2C5C1F2E7E8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322408" y="1890504"/>
                  <a:ext cx="48960" cy="3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912B6AB8-A5F4-1A33-E591-2E9A0FB0C4BE}"/>
              </a:ext>
            </a:extLst>
          </p:cNvPr>
          <p:cNvGrpSpPr/>
          <p:nvPr/>
        </p:nvGrpSpPr>
        <p:grpSpPr>
          <a:xfrm>
            <a:off x="1845648" y="2636784"/>
            <a:ext cx="746640" cy="195480"/>
            <a:chOff x="1845648" y="2636784"/>
            <a:chExt cx="746640" cy="19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D1967F25-411C-690C-FF42-5AAB26B80C09}"/>
                    </a:ext>
                  </a:extLst>
                </p14:cNvPr>
                <p14:cNvContentPartPr/>
                <p14:nvPr/>
              </p14:nvContentPartPr>
              <p14:xfrm>
                <a:off x="1845648" y="2646144"/>
                <a:ext cx="465120" cy="1861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D1967F25-411C-690C-FF42-5AAB26B80C0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836648" y="2637504"/>
                  <a:ext cx="4827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864B5F2B-9CA7-8E9A-7686-F69874F9C246}"/>
                    </a:ext>
                  </a:extLst>
                </p14:cNvPr>
                <p14:cNvContentPartPr/>
                <p14:nvPr/>
              </p14:nvContentPartPr>
              <p14:xfrm>
                <a:off x="2360448" y="2708064"/>
                <a:ext cx="108720" cy="673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864B5F2B-9CA7-8E9A-7686-F69874F9C24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351448" y="2699424"/>
                  <a:ext cx="12636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20E5D043-15B2-7BD0-928B-7D0B44FE8672}"/>
                    </a:ext>
                  </a:extLst>
                </p14:cNvPr>
                <p14:cNvContentPartPr/>
                <p14:nvPr/>
              </p14:nvContentPartPr>
              <p14:xfrm>
                <a:off x="2539728" y="2636784"/>
                <a:ext cx="52560" cy="1335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20E5D043-15B2-7BD0-928B-7D0B44FE867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530728" y="2628144"/>
                  <a:ext cx="70200" cy="15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D4733FC4-10D0-4F33-730F-1658B99E837F}"/>
              </a:ext>
            </a:extLst>
          </p:cNvPr>
          <p:cNvGrpSpPr/>
          <p:nvPr/>
        </p:nvGrpSpPr>
        <p:grpSpPr>
          <a:xfrm>
            <a:off x="2868048" y="2528784"/>
            <a:ext cx="417240" cy="269280"/>
            <a:chOff x="2868048" y="2528784"/>
            <a:chExt cx="417240" cy="26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52D2F5C0-DACF-5809-9BD8-681013C82B01}"/>
                    </a:ext>
                  </a:extLst>
                </p14:cNvPr>
                <p14:cNvContentPartPr/>
                <p14:nvPr/>
              </p14:nvContentPartPr>
              <p14:xfrm>
                <a:off x="2868048" y="2528784"/>
                <a:ext cx="125640" cy="2692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52D2F5C0-DACF-5809-9BD8-681013C82B0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859048" y="2519784"/>
                  <a:ext cx="14328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4D17AF6F-BFFE-FC95-E971-B6C5826FE066}"/>
                    </a:ext>
                  </a:extLst>
                </p14:cNvPr>
                <p14:cNvContentPartPr/>
                <p14:nvPr/>
              </p14:nvContentPartPr>
              <p14:xfrm>
                <a:off x="2894328" y="2557584"/>
                <a:ext cx="151200" cy="2296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4D17AF6F-BFFE-FC95-E971-B6C5826FE06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885328" y="2548944"/>
                  <a:ext cx="16884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C34152A2-DDE0-38B6-65A6-ADC0AA1BA24F}"/>
                    </a:ext>
                  </a:extLst>
                </p14:cNvPr>
                <p14:cNvContentPartPr/>
                <p14:nvPr/>
              </p14:nvContentPartPr>
              <p14:xfrm>
                <a:off x="3143088" y="2609064"/>
                <a:ext cx="142200" cy="1324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C34152A2-DDE0-38B6-65A6-ADC0AA1BA24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134448" y="2600064"/>
                  <a:ext cx="159840" cy="15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2E8BF99-8887-476D-B6C9-25FE4BBCA983}"/>
              </a:ext>
            </a:extLst>
          </p:cNvPr>
          <p:cNvGrpSpPr/>
          <p:nvPr/>
        </p:nvGrpSpPr>
        <p:grpSpPr>
          <a:xfrm>
            <a:off x="3616128" y="2570544"/>
            <a:ext cx="1316520" cy="504720"/>
            <a:chOff x="3616128" y="2570544"/>
            <a:chExt cx="1316520" cy="50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612C4172-E6B9-F3BA-4F3B-477EB8C94AFA}"/>
                    </a:ext>
                  </a:extLst>
                </p14:cNvPr>
                <p14:cNvContentPartPr/>
                <p14:nvPr/>
              </p14:nvContentPartPr>
              <p14:xfrm>
                <a:off x="3616128" y="2570544"/>
                <a:ext cx="116280" cy="2512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612C4172-E6B9-F3BA-4F3B-477EB8C94AF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607488" y="2561904"/>
                  <a:ext cx="13392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BA189624-2440-A3C9-BAAB-212E85D60DB0}"/>
                    </a:ext>
                  </a:extLst>
                </p14:cNvPr>
                <p14:cNvContentPartPr/>
                <p14:nvPr/>
              </p14:nvContentPartPr>
              <p14:xfrm>
                <a:off x="3764088" y="2599344"/>
                <a:ext cx="200880" cy="4759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BA189624-2440-A3C9-BAAB-212E85D60DB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755448" y="2590344"/>
                  <a:ext cx="21852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B1C610E4-FD9F-C645-C903-D8967D7C8B27}"/>
                    </a:ext>
                  </a:extLst>
                </p14:cNvPr>
                <p14:cNvContentPartPr/>
                <p14:nvPr/>
              </p14:nvContentPartPr>
              <p14:xfrm>
                <a:off x="4021848" y="2570904"/>
                <a:ext cx="567000" cy="2505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B1C610E4-FD9F-C645-C903-D8967D7C8B2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012848" y="2562264"/>
                  <a:ext cx="5846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7A86D9C7-59BC-0EED-314C-38DD83A97C3A}"/>
                    </a:ext>
                  </a:extLst>
                </p14:cNvPr>
                <p14:cNvContentPartPr/>
                <p14:nvPr/>
              </p14:nvContentPartPr>
              <p14:xfrm>
                <a:off x="4646448" y="2728584"/>
                <a:ext cx="112680" cy="439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7A86D9C7-59BC-0EED-314C-38DD83A97C3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637808" y="2719584"/>
                  <a:ext cx="1303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59B0D07F-4493-9D15-E91E-A03C91818026}"/>
                    </a:ext>
                  </a:extLst>
                </p14:cNvPr>
                <p14:cNvContentPartPr/>
                <p14:nvPr/>
              </p14:nvContentPartPr>
              <p14:xfrm>
                <a:off x="4838328" y="2630664"/>
                <a:ext cx="94320" cy="1285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59B0D07F-4493-9D15-E91E-A03C9181802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829688" y="2622024"/>
                  <a:ext cx="111960" cy="146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86574128-355B-C5B5-3205-41896D54360E}"/>
                  </a:ext>
                </a:extLst>
              </p14:cNvPr>
              <p14:cNvContentPartPr/>
              <p14:nvPr/>
            </p14:nvContentPartPr>
            <p14:xfrm>
              <a:off x="5495328" y="2492424"/>
              <a:ext cx="473400" cy="12492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86574128-355B-C5B5-3205-41896D54360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486328" y="2483784"/>
                <a:ext cx="491040" cy="142560"/>
              </a:xfrm>
              <a:prstGeom prst="rect">
                <a:avLst/>
              </a:prstGeom>
            </p:spPr>
          </p:pic>
        </mc:Fallback>
      </mc:AlternateContent>
      <p:grpSp>
        <p:nvGrpSpPr>
          <p:cNvPr id="95" name="Group 94">
            <a:extLst>
              <a:ext uri="{FF2B5EF4-FFF2-40B4-BE49-F238E27FC236}">
                <a16:creationId xmlns:a16="http://schemas.microsoft.com/office/drawing/2014/main" id="{956638B3-B40F-7C59-CCAF-D9DCD24AA9AF}"/>
              </a:ext>
            </a:extLst>
          </p:cNvPr>
          <p:cNvGrpSpPr/>
          <p:nvPr/>
        </p:nvGrpSpPr>
        <p:grpSpPr>
          <a:xfrm>
            <a:off x="6330528" y="2388024"/>
            <a:ext cx="476640" cy="292680"/>
            <a:chOff x="6330528" y="2388024"/>
            <a:chExt cx="476640" cy="29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65E4D0C1-E900-6414-EC6D-49EDEA564BBA}"/>
                    </a:ext>
                  </a:extLst>
                </p14:cNvPr>
                <p14:cNvContentPartPr/>
                <p14:nvPr/>
              </p14:nvContentPartPr>
              <p14:xfrm>
                <a:off x="6330528" y="2388024"/>
                <a:ext cx="207000" cy="2926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65E4D0C1-E900-6414-EC6D-49EDEA564BB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321528" y="2379384"/>
                  <a:ext cx="22464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89EE187B-EF1F-542A-692B-56E215BF7C0F}"/>
                    </a:ext>
                  </a:extLst>
                </p14:cNvPr>
                <p14:cNvContentPartPr/>
                <p14:nvPr/>
              </p14:nvContentPartPr>
              <p14:xfrm>
                <a:off x="6617808" y="2546064"/>
                <a:ext cx="189360" cy="885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89EE187B-EF1F-542A-692B-56E215BF7C0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608808" y="2537424"/>
                  <a:ext cx="207000" cy="10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44FC337-A627-B486-026A-A63EA9EDBBA6}"/>
                  </a:ext>
                </a:extLst>
              </p14:cNvPr>
              <p14:cNvContentPartPr/>
              <p14:nvPr/>
            </p14:nvContentPartPr>
            <p14:xfrm>
              <a:off x="7255368" y="2460384"/>
              <a:ext cx="279360" cy="9648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44FC337-A627-B486-026A-A63EA9EDBBA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246368" y="2451744"/>
                <a:ext cx="297000" cy="114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oup 104">
            <a:extLst>
              <a:ext uri="{FF2B5EF4-FFF2-40B4-BE49-F238E27FC236}">
                <a16:creationId xmlns:a16="http://schemas.microsoft.com/office/drawing/2014/main" id="{C9C51A06-7409-545F-3AC0-E9695C0B1F0A}"/>
              </a:ext>
            </a:extLst>
          </p:cNvPr>
          <p:cNvGrpSpPr/>
          <p:nvPr/>
        </p:nvGrpSpPr>
        <p:grpSpPr>
          <a:xfrm>
            <a:off x="7852608" y="2364624"/>
            <a:ext cx="1534320" cy="234000"/>
            <a:chOff x="7852608" y="2364624"/>
            <a:chExt cx="1534320" cy="23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8D784B39-1AC4-937A-3A06-DF12355D1A8C}"/>
                    </a:ext>
                  </a:extLst>
                </p14:cNvPr>
                <p14:cNvContentPartPr/>
                <p14:nvPr/>
              </p14:nvContentPartPr>
              <p14:xfrm>
                <a:off x="7852608" y="2364624"/>
                <a:ext cx="274320" cy="2340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8D784B39-1AC4-937A-3A06-DF12355D1A8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843968" y="2355624"/>
                  <a:ext cx="2919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77F61898-0F96-C156-F0DF-1CD27C2D5BFE}"/>
                    </a:ext>
                  </a:extLst>
                </p14:cNvPr>
                <p14:cNvContentPartPr/>
                <p14:nvPr/>
              </p14:nvContentPartPr>
              <p14:xfrm>
                <a:off x="8214408" y="2473344"/>
                <a:ext cx="33840" cy="759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77F61898-0F96-C156-F0DF-1CD27C2D5BF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205408" y="2464344"/>
                  <a:ext cx="514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2C314648-6928-CFE6-BC9E-5874A38E6CE8}"/>
                    </a:ext>
                  </a:extLst>
                </p14:cNvPr>
                <p14:cNvContentPartPr/>
                <p14:nvPr/>
              </p14:nvContentPartPr>
              <p14:xfrm>
                <a:off x="8308728" y="2484144"/>
                <a:ext cx="237240" cy="608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2C314648-6928-CFE6-BC9E-5874A38E6CE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300088" y="2475144"/>
                  <a:ext cx="25488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97DBC5F9-447E-D034-219A-593378F48EE1}"/>
                    </a:ext>
                  </a:extLst>
                </p14:cNvPr>
                <p14:cNvContentPartPr/>
                <p14:nvPr/>
              </p14:nvContentPartPr>
              <p14:xfrm>
                <a:off x="8576568" y="2398104"/>
                <a:ext cx="14400" cy="313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97DBC5F9-447E-D034-219A-593378F48EE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567928" y="2389464"/>
                  <a:ext cx="3204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38BFDD9-0988-2688-F6D5-604E57790B13}"/>
                    </a:ext>
                  </a:extLst>
                </p14:cNvPr>
                <p14:cNvContentPartPr/>
                <p14:nvPr/>
              </p14:nvContentPartPr>
              <p14:xfrm>
                <a:off x="8671968" y="2448144"/>
                <a:ext cx="92520" cy="608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38BFDD9-0988-2688-F6D5-604E57790B1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662968" y="2439504"/>
                  <a:ext cx="11016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8A1F208-F978-77A9-C751-DA6A65B64ADB}"/>
                    </a:ext>
                  </a:extLst>
                </p14:cNvPr>
                <p14:cNvContentPartPr/>
                <p14:nvPr/>
              </p14:nvContentPartPr>
              <p14:xfrm>
                <a:off x="8869248" y="2455704"/>
                <a:ext cx="194400" cy="356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8A1F208-F978-77A9-C751-DA6A65B64AD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860248" y="2446704"/>
                  <a:ext cx="21204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A74FB4DB-C568-F6CD-91E6-EA6201F1D02E}"/>
                    </a:ext>
                  </a:extLst>
                </p14:cNvPr>
                <p14:cNvContentPartPr/>
                <p14:nvPr/>
              </p14:nvContentPartPr>
              <p14:xfrm>
                <a:off x="9140328" y="2469744"/>
                <a:ext cx="90000" cy="158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A74FB4DB-C568-F6CD-91E6-EA6201F1D02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131328" y="2460744"/>
                  <a:ext cx="1076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27C2B7C3-C5F8-B9D9-D913-24032B3F42DF}"/>
                    </a:ext>
                  </a:extLst>
                </p14:cNvPr>
                <p14:cNvContentPartPr/>
                <p14:nvPr/>
              </p14:nvContentPartPr>
              <p14:xfrm>
                <a:off x="9353448" y="2475144"/>
                <a:ext cx="33480" cy="370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27C2B7C3-C5F8-B9D9-D913-24032B3F42D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344808" y="2466144"/>
                  <a:ext cx="51120" cy="5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FB46E9C-827F-2066-0A55-5D03F261CB59}"/>
              </a:ext>
            </a:extLst>
          </p:cNvPr>
          <p:cNvGrpSpPr/>
          <p:nvPr/>
        </p:nvGrpSpPr>
        <p:grpSpPr>
          <a:xfrm>
            <a:off x="2200968" y="3295944"/>
            <a:ext cx="823680" cy="410040"/>
            <a:chOff x="2200968" y="3295944"/>
            <a:chExt cx="823680" cy="41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EC1312B3-C562-892D-A879-D81A9615E235}"/>
                    </a:ext>
                  </a:extLst>
                </p14:cNvPr>
                <p14:cNvContentPartPr/>
                <p14:nvPr/>
              </p14:nvContentPartPr>
              <p14:xfrm>
                <a:off x="2200968" y="3295944"/>
                <a:ext cx="243000" cy="4100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EC1312B3-C562-892D-A879-D81A9615E23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192328" y="3287304"/>
                  <a:ext cx="260640" cy="42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C51A2FF6-F491-0A9D-BF55-E4DF8EFA1B81}"/>
                    </a:ext>
                  </a:extLst>
                </p14:cNvPr>
                <p14:cNvContentPartPr/>
                <p14:nvPr/>
              </p14:nvContentPartPr>
              <p14:xfrm>
                <a:off x="2516688" y="3558384"/>
                <a:ext cx="161640" cy="846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C51A2FF6-F491-0A9D-BF55-E4DF8EFA1B8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508048" y="3549744"/>
                  <a:ext cx="17928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648B6ABF-1991-F1E4-683B-1E518A609F08}"/>
                    </a:ext>
                  </a:extLst>
                </p14:cNvPr>
                <p14:cNvContentPartPr/>
                <p14:nvPr/>
              </p14:nvContentPartPr>
              <p14:xfrm>
                <a:off x="2728368" y="3373704"/>
                <a:ext cx="296280" cy="2563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648B6ABF-1991-F1E4-683B-1E518A609F0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719728" y="3364704"/>
                  <a:ext cx="313920" cy="27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FF3966B6-0F09-5E83-5018-30A96D4594E0}"/>
              </a:ext>
            </a:extLst>
          </p:cNvPr>
          <p:cNvGrpSpPr/>
          <p:nvPr/>
        </p:nvGrpSpPr>
        <p:grpSpPr>
          <a:xfrm>
            <a:off x="3522168" y="3342384"/>
            <a:ext cx="697680" cy="202320"/>
            <a:chOff x="3522168" y="3342384"/>
            <a:chExt cx="697680" cy="20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31313D1D-8BB9-D0CB-EEAF-A55AF62E111E}"/>
                    </a:ext>
                  </a:extLst>
                </p14:cNvPr>
                <p14:cNvContentPartPr/>
                <p14:nvPr/>
              </p14:nvContentPartPr>
              <p14:xfrm>
                <a:off x="3522168" y="3450744"/>
                <a:ext cx="235440" cy="939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31313D1D-8BB9-D0CB-EEAF-A55AF62E111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513168" y="3441744"/>
                  <a:ext cx="25308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FA10C271-3EB7-9501-A83B-CB18DAAED50C}"/>
                    </a:ext>
                  </a:extLst>
                </p14:cNvPr>
                <p14:cNvContentPartPr/>
                <p14:nvPr/>
              </p14:nvContentPartPr>
              <p14:xfrm>
                <a:off x="3837528" y="3468744"/>
                <a:ext cx="46440" cy="493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FA10C271-3EB7-9501-A83B-CB18DAAED50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828528" y="3459744"/>
                  <a:ext cx="6408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37D115A0-99E0-50FD-F8BC-BCCDACFD6128}"/>
                    </a:ext>
                  </a:extLst>
                </p14:cNvPr>
                <p14:cNvContentPartPr/>
                <p14:nvPr/>
              </p14:nvContentPartPr>
              <p14:xfrm>
                <a:off x="3967128" y="3342384"/>
                <a:ext cx="252720" cy="1688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37D115A0-99E0-50FD-F8BC-BCCDACFD6128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958128" y="3333744"/>
                  <a:ext cx="270360" cy="18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C0EB6CE1-3BC3-25AF-8ED2-86E47B64B0EF}"/>
                  </a:ext>
                </a:extLst>
              </p14:cNvPr>
              <p14:cNvContentPartPr/>
              <p14:nvPr/>
            </p14:nvContentPartPr>
            <p14:xfrm>
              <a:off x="4800168" y="3392064"/>
              <a:ext cx="159840" cy="7488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C0EB6CE1-3BC3-25AF-8ED2-86E47B64B0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791528" y="3383424"/>
                <a:ext cx="17748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314ADDE1-A168-2053-9171-01F6F0FBA311}"/>
                  </a:ext>
                </a:extLst>
              </p14:cNvPr>
              <p14:cNvContentPartPr/>
              <p14:nvPr/>
            </p14:nvContentPartPr>
            <p14:xfrm>
              <a:off x="4945608" y="3269304"/>
              <a:ext cx="66240" cy="255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314ADDE1-A168-2053-9171-01F6F0FBA311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936608" y="3260664"/>
                <a:ext cx="83880" cy="43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0" name="Group 129">
            <a:extLst>
              <a:ext uri="{FF2B5EF4-FFF2-40B4-BE49-F238E27FC236}">
                <a16:creationId xmlns:a16="http://schemas.microsoft.com/office/drawing/2014/main" id="{0EA99763-55F8-0001-A02A-A7C70BC3B1FF}"/>
              </a:ext>
            </a:extLst>
          </p:cNvPr>
          <p:cNvGrpSpPr/>
          <p:nvPr/>
        </p:nvGrpSpPr>
        <p:grpSpPr>
          <a:xfrm>
            <a:off x="5386608" y="3169224"/>
            <a:ext cx="316440" cy="347040"/>
            <a:chOff x="5386608" y="3169224"/>
            <a:chExt cx="316440" cy="34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2A4CD57E-E5BF-D168-161A-2607E0A1D22E}"/>
                    </a:ext>
                  </a:extLst>
                </p14:cNvPr>
                <p14:cNvContentPartPr/>
                <p14:nvPr/>
              </p14:nvContentPartPr>
              <p14:xfrm>
                <a:off x="5386608" y="3259224"/>
                <a:ext cx="26640" cy="2570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2A4CD57E-E5BF-D168-161A-2607E0A1D22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377968" y="3250584"/>
                  <a:ext cx="4428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A7DAAB4A-3602-1F6F-C930-D1ED20E39763}"/>
                    </a:ext>
                  </a:extLst>
                </p14:cNvPr>
                <p14:cNvContentPartPr/>
                <p14:nvPr/>
              </p14:nvContentPartPr>
              <p14:xfrm>
                <a:off x="5437368" y="3169224"/>
                <a:ext cx="265680" cy="3214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A7DAAB4A-3602-1F6F-C930-D1ED20E3976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428368" y="3160224"/>
                  <a:ext cx="283320" cy="33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B0CA75E7-59B6-ACC3-6C65-9FFEE0402995}"/>
              </a:ext>
            </a:extLst>
          </p:cNvPr>
          <p:cNvGrpSpPr/>
          <p:nvPr/>
        </p:nvGrpSpPr>
        <p:grpSpPr>
          <a:xfrm>
            <a:off x="6107688" y="3135744"/>
            <a:ext cx="1958400" cy="512640"/>
            <a:chOff x="6107688" y="3135744"/>
            <a:chExt cx="1958400" cy="51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FED5B6E2-C057-E329-43BA-4EA5DD5A9307}"/>
                    </a:ext>
                  </a:extLst>
                </p14:cNvPr>
                <p14:cNvContentPartPr/>
                <p14:nvPr/>
              </p14:nvContentPartPr>
              <p14:xfrm>
                <a:off x="6107688" y="3173904"/>
                <a:ext cx="610200" cy="4744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FED5B6E2-C057-E329-43BA-4EA5DD5A930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098688" y="3165264"/>
                  <a:ext cx="627840" cy="49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03491A21-922E-749E-8C04-7CBD3CB34EED}"/>
                    </a:ext>
                  </a:extLst>
                </p14:cNvPr>
                <p14:cNvContentPartPr/>
                <p14:nvPr/>
              </p14:nvContentPartPr>
              <p14:xfrm>
                <a:off x="6793488" y="3336264"/>
                <a:ext cx="82080" cy="442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03491A21-922E-749E-8C04-7CBD3CB34EE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784848" y="3327624"/>
                  <a:ext cx="9972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1B6EBC54-7893-9132-F43A-CE4AAD2C2C6F}"/>
                    </a:ext>
                  </a:extLst>
                </p14:cNvPr>
                <p14:cNvContentPartPr/>
                <p14:nvPr/>
              </p14:nvContentPartPr>
              <p14:xfrm>
                <a:off x="6915528" y="3199824"/>
                <a:ext cx="583920" cy="2293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1B6EBC54-7893-9132-F43A-CE4AAD2C2C6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906888" y="3191184"/>
                  <a:ext cx="6015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6B7EECA7-54E4-141D-5062-FC5EFE2CED85}"/>
                    </a:ext>
                  </a:extLst>
                </p14:cNvPr>
                <p14:cNvContentPartPr/>
                <p14:nvPr/>
              </p14:nvContentPartPr>
              <p14:xfrm>
                <a:off x="7400448" y="3135744"/>
                <a:ext cx="402480" cy="2520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6B7EECA7-54E4-141D-5062-FC5EFE2CED8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391448" y="3126744"/>
                  <a:ext cx="42012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626C1CDF-28FC-4882-CDE1-1A8B635A2AF5}"/>
                    </a:ext>
                  </a:extLst>
                </p14:cNvPr>
                <p14:cNvContentPartPr/>
                <p14:nvPr/>
              </p14:nvContentPartPr>
              <p14:xfrm>
                <a:off x="7815168" y="3295584"/>
                <a:ext cx="10080" cy="255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626C1CDF-28FC-4882-CDE1-1A8B635A2AF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806168" y="3286584"/>
                  <a:ext cx="277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C43522F6-62C6-879E-A38B-C688F05225D2}"/>
                    </a:ext>
                  </a:extLst>
                </p14:cNvPr>
                <p14:cNvContentPartPr/>
                <p14:nvPr/>
              </p14:nvContentPartPr>
              <p14:xfrm>
                <a:off x="7923888" y="3208464"/>
                <a:ext cx="142200" cy="1112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C43522F6-62C6-879E-A38B-C688F05225D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915248" y="3199824"/>
                  <a:ext cx="159840" cy="12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C36C7667-B22D-0BBB-CF69-0B6CD86318BB}"/>
              </a:ext>
            </a:extLst>
          </p:cNvPr>
          <p:cNvGrpSpPr/>
          <p:nvPr/>
        </p:nvGrpSpPr>
        <p:grpSpPr>
          <a:xfrm>
            <a:off x="8542728" y="3012984"/>
            <a:ext cx="362880" cy="482400"/>
            <a:chOff x="8542728" y="3012984"/>
            <a:chExt cx="362880" cy="48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4BB87DE9-6EF4-0E69-BF87-56C450656408}"/>
                    </a:ext>
                  </a:extLst>
                </p14:cNvPr>
                <p14:cNvContentPartPr/>
                <p14:nvPr/>
              </p14:nvContentPartPr>
              <p14:xfrm>
                <a:off x="8542728" y="3012984"/>
                <a:ext cx="104760" cy="2844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4BB87DE9-6EF4-0E69-BF87-56C45065640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534088" y="3003984"/>
                  <a:ext cx="12240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4865EB1C-C572-9140-2554-6AF7A55D8577}"/>
                    </a:ext>
                  </a:extLst>
                </p14:cNvPr>
                <p14:cNvContentPartPr/>
                <p14:nvPr/>
              </p14:nvContentPartPr>
              <p14:xfrm>
                <a:off x="8731728" y="3163464"/>
                <a:ext cx="173880" cy="3319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4865EB1C-C572-9140-2554-6AF7A55D857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723088" y="3154464"/>
                  <a:ext cx="191520" cy="34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0412A6E-FC20-4DB6-467E-6EBB7FF0E5A0}"/>
              </a:ext>
            </a:extLst>
          </p:cNvPr>
          <p:cNvGrpSpPr/>
          <p:nvPr/>
        </p:nvGrpSpPr>
        <p:grpSpPr>
          <a:xfrm>
            <a:off x="9426888" y="3047904"/>
            <a:ext cx="796320" cy="201960"/>
            <a:chOff x="9426888" y="3047904"/>
            <a:chExt cx="796320" cy="20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2F6FAC21-AC8A-766D-23DE-A374DFB31E06}"/>
                    </a:ext>
                  </a:extLst>
                </p14:cNvPr>
                <p14:cNvContentPartPr/>
                <p14:nvPr/>
              </p14:nvContentPartPr>
              <p14:xfrm>
                <a:off x="9426888" y="3047904"/>
                <a:ext cx="135360" cy="2019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2F6FAC21-AC8A-766D-23DE-A374DFB31E0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417888" y="3038904"/>
                  <a:ext cx="1530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00A5203-0A1A-8BF9-117E-D1E225A2B76B}"/>
                    </a:ext>
                  </a:extLst>
                </p14:cNvPr>
                <p14:cNvContentPartPr/>
                <p14:nvPr/>
              </p14:nvContentPartPr>
              <p14:xfrm>
                <a:off x="9710208" y="3063744"/>
                <a:ext cx="513000" cy="1306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00A5203-0A1A-8BF9-117E-D1E225A2B76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701208" y="3054744"/>
                  <a:ext cx="530640" cy="14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4A901F46-AA29-ACFC-E8AD-F9B4E5D57286}"/>
              </a:ext>
            </a:extLst>
          </p:cNvPr>
          <p:cNvGrpSpPr/>
          <p:nvPr/>
        </p:nvGrpSpPr>
        <p:grpSpPr>
          <a:xfrm>
            <a:off x="10696968" y="2910744"/>
            <a:ext cx="605160" cy="224280"/>
            <a:chOff x="10696968" y="2910744"/>
            <a:chExt cx="605160" cy="22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95856EEC-DC22-CE42-3322-BAEA6A560422}"/>
                    </a:ext>
                  </a:extLst>
                </p14:cNvPr>
                <p14:cNvContentPartPr/>
                <p14:nvPr/>
              </p14:nvContentPartPr>
              <p14:xfrm>
                <a:off x="10696968" y="2910744"/>
                <a:ext cx="281520" cy="2242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95856EEC-DC22-CE42-3322-BAEA6A56042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687968" y="2901744"/>
                  <a:ext cx="2991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968311CD-9E23-E0A3-1DCD-2813611C1CD6}"/>
                    </a:ext>
                  </a:extLst>
                </p14:cNvPr>
                <p14:cNvContentPartPr/>
                <p14:nvPr/>
              </p14:nvContentPartPr>
              <p14:xfrm>
                <a:off x="11071008" y="3050784"/>
                <a:ext cx="66960" cy="756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968311CD-9E23-E0A3-1DCD-2813611C1CD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062368" y="3041784"/>
                  <a:ext cx="8460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76040AF-D323-9D4B-E2FF-032809D98301}"/>
                    </a:ext>
                  </a:extLst>
                </p14:cNvPr>
                <p14:cNvContentPartPr/>
                <p14:nvPr/>
              </p14:nvContentPartPr>
              <p14:xfrm>
                <a:off x="11201688" y="3045024"/>
                <a:ext cx="100440" cy="774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76040AF-D323-9D4B-E2FF-032809D9830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193048" y="3036024"/>
                  <a:ext cx="118080" cy="9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AAE0DF3-6E7C-77AD-9D43-C98B6321236C}"/>
              </a:ext>
            </a:extLst>
          </p:cNvPr>
          <p:cNvGrpSpPr/>
          <p:nvPr/>
        </p:nvGrpSpPr>
        <p:grpSpPr>
          <a:xfrm>
            <a:off x="2648088" y="3802104"/>
            <a:ext cx="451440" cy="487440"/>
            <a:chOff x="2648088" y="3802104"/>
            <a:chExt cx="451440" cy="48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9379138F-31A1-5791-066E-3ABBC046C330}"/>
                    </a:ext>
                  </a:extLst>
                </p14:cNvPr>
                <p14:cNvContentPartPr/>
                <p14:nvPr/>
              </p14:nvContentPartPr>
              <p14:xfrm>
                <a:off x="2648088" y="3802104"/>
                <a:ext cx="390600" cy="4874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9379138F-31A1-5791-066E-3ABBC046C33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639448" y="3793104"/>
                  <a:ext cx="40824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032D3FC5-B616-A7D2-E0D3-53C7C94D43EA}"/>
                    </a:ext>
                  </a:extLst>
                </p14:cNvPr>
                <p14:cNvContentPartPr/>
                <p14:nvPr/>
              </p14:nvContentPartPr>
              <p14:xfrm>
                <a:off x="3000168" y="4054824"/>
                <a:ext cx="99360" cy="928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032D3FC5-B616-A7D2-E0D3-53C7C94D43E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991168" y="4046184"/>
                  <a:ext cx="11700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413E0E71-12DF-5046-6788-06F09987FC24}"/>
                    </a:ext>
                  </a:extLst>
                </p14:cNvPr>
                <p14:cNvContentPartPr/>
                <p14:nvPr/>
              </p14:nvContentPartPr>
              <p14:xfrm>
                <a:off x="3006288" y="4013424"/>
                <a:ext cx="86760" cy="255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413E0E71-12DF-5046-6788-06F09987FC24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997648" y="4004784"/>
                  <a:ext cx="10440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D85EEFC3-08DE-70FE-CD81-67A4737B51E7}"/>
              </a:ext>
            </a:extLst>
          </p:cNvPr>
          <p:cNvGrpSpPr/>
          <p:nvPr/>
        </p:nvGrpSpPr>
        <p:grpSpPr>
          <a:xfrm>
            <a:off x="3565728" y="3829464"/>
            <a:ext cx="473760" cy="293400"/>
            <a:chOff x="3565728" y="3829464"/>
            <a:chExt cx="473760" cy="29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B8B1243E-2A45-7DAD-04BA-9AEB5A469384}"/>
                    </a:ext>
                  </a:extLst>
                </p14:cNvPr>
                <p14:cNvContentPartPr/>
                <p14:nvPr/>
              </p14:nvContentPartPr>
              <p14:xfrm>
                <a:off x="3565728" y="3829464"/>
                <a:ext cx="385920" cy="2934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B8B1243E-2A45-7DAD-04BA-9AEB5A469384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557088" y="3820824"/>
                  <a:ext cx="40356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0F6D1DD3-966B-19A3-8AA2-635D9F08CA15}"/>
                    </a:ext>
                  </a:extLst>
                </p14:cNvPr>
                <p14:cNvContentPartPr/>
                <p14:nvPr/>
              </p14:nvContentPartPr>
              <p14:xfrm>
                <a:off x="3680568" y="3902544"/>
                <a:ext cx="358920" cy="817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0F6D1DD3-966B-19A3-8AA2-635D9F08CA1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671928" y="3893544"/>
                  <a:ext cx="376560" cy="9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A55BB7CC-1C81-29E9-FB6E-92477EE33839}"/>
              </a:ext>
            </a:extLst>
          </p:cNvPr>
          <p:cNvGrpSpPr/>
          <p:nvPr/>
        </p:nvGrpSpPr>
        <p:grpSpPr>
          <a:xfrm>
            <a:off x="4624128" y="3737664"/>
            <a:ext cx="768600" cy="261000"/>
            <a:chOff x="4624128" y="3737664"/>
            <a:chExt cx="768600" cy="26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505E1F3F-B2B4-3A27-9E84-56944B6DC625}"/>
                    </a:ext>
                  </a:extLst>
                </p14:cNvPr>
                <p14:cNvContentPartPr/>
                <p14:nvPr/>
              </p14:nvContentPartPr>
              <p14:xfrm>
                <a:off x="4624128" y="3868704"/>
                <a:ext cx="159480" cy="1299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505E1F3F-B2B4-3A27-9E84-56944B6DC625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615128" y="3859704"/>
                  <a:ext cx="1771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9639693-0012-75D0-9265-4783050FB28B}"/>
                    </a:ext>
                  </a:extLst>
                </p14:cNvPr>
                <p14:cNvContentPartPr/>
                <p14:nvPr/>
              </p14:nvContentPartPr>
              <p14:xfrm>
                <a:off x="4858848" y="3737664"/>
                <a:ext cx="533880" cy="2001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9639693-0012-75D0-9265-4783050FB28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850208" y="3728664"/>
                  <a:ext cx="551520" cy="21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708184C8-8EF1-B0EB-010C-18F9FAAA24AF}"/>
                  </a:ext>
                </a:extLst>
              </p14:cNvPr>
              <p14:cNvContentPartPr/>
              <p14:nvPr/>
            </p14:nvContentPartPr>
            <p14:xfrm>
              <a:off x="6037488" y="3808944"/>
              <a:ext cx="393120" cy="12852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708184C8-8EF1-B0EB-010C-18F9FAAA24AF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028848" y="3799944"/>
                <a:ext cx="410760" cy="146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4FBC186-7596-8E18-8DB8-43E228E76AE5}"/>
              </a:ext>
            </a:extLst>
          </p:cNvPr>
          <p:cNvGrpSpPr/>
          <p:nvPr/>
        </p:nvGrpSpPr>
        <p:grpSpPr>
          <a:xfrm>
            <a:off x="6835968" y="3668544"/>
            <a:ext cx="738360" cy="253800"/>
            <a:chOff x="6835968" y="3668544"/>
            <a:chExt cx="738360" cy="25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B9E41AC0-1366-1D62-ACEA-EC4816ED534B}"/>
                    </a:ext>
                  </a:extLst>
                </p14:cNvPr>
                <p14:cNvContentPartPr/>
                <p14:nvPr/>
              </p14:nvContentPartPr>
              <p14:xfrm>
                <a:off x="6835968" y="3804264"/>
                <a:ext cx="426600" cy="1180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B9E41AC0-1366-1D62-ACEA-EC4816ED534B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826968" y="3795624"/>
                  <a:ext cx="4442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30CE2F4-F50F-9DD7-61A8-0F4343C48C0B}"/>
                    </a:ext>
                  </a:extLst>
                </p14:cNvPr>
                <p14:cNvContentPartPr/>
                <p14:nvPr/>
              </p14:nvContentPartPr>
              <p14:xfrm>
                <a:off x="7321608" y="3668544"/>
                <a:ext cx="252720" cy="2034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30CE2F4-F50F-9DD7-61A8-0F4343C48C0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312968" y="3659904"/>
                  <a:ext cx="270360" cy="221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A4950605-866F-A82C-8829-C2FF8CCD4A0A}"/>
                  </a:ext>
                </a:extLst>
              </p14:cNvPr>
              <p14:cNvContentPartPr/>
              <p14:nvPr/>
            </p14:nvContentPartPr>
            <p14:xfrm>
              <a:off x="7991568" y="3550824"/>
              <a:ext cx="1082520" cy="4896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A4950605-866F-A82C-8829-C2FF8CCD4A0A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982568" y="3541824"/>
                <a:ext cx="1100160" cy="507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9" name="Group 158">
            <a:extLst>
              <a:ext uri="{FF2B5EF4-FFF2-40B4-BE49-F238E27FC236}">
                <a16:creationId xmlns:a16="http://schemas.microsoft.com/office/drawing/2014/main" id="{3D3440A1-CC70-5A13-11DE-5E6A75717DC3}"/>
              </a:ext>
            </a:extLst>
          </p:cNvPr>
          <p:cNvGrpSpPr/>
          <p:nvPr/>
        </p:nvGrpSpPr>
        <p:grpSpPr>
          <a:xfrm>
            <a:off x="9535248" y="3587184"/>
            <a:ext cx="690480" cy="272880"/>
            <a:chOff x="9535248" y="3587184"/>
            <a:chExt cx="690480" cy="2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80D7043E-47AF-F2F7-BAAF-6B1E997C967A}"/>
                    </a:ext>
                  </a:extLst>
                </p14:cNvPr>
                <p14:cNvContentPartPr/>
                <p14:nvPr/>
              </p14:nvContentPartPr>
              <p14:xfrm>
                <a:off x="9535248" y="3587184"/>
                <a:ext cx="189720" cy="2152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80D7043E-47AF-F2F7-BAAF-6B1E997C967A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526608" y="3578184"/>
                  <a:ext cx="2073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DD4FECBD-4C5D-DBBB-4734-702446DF536B}"/>
                    </a:ext>
                  </a:extLst>
                </p14:cNvPr>
                <p14:cNvContentPartPr/>
                <p14:nvPr/>
              </p14:nvContentPartPr>
              <p14:xfrm>
                <a:off x="9881568" y="3596544"/>
                <a:ext cx="197280" cy="2041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DD4FECBD-4C5D-DBBB-4734-702446DF536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872928" y="3587544"/>
                  <a:ext cx="2149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0C2A476-FE56-0F8D-58E2-607138B36B89}"/>
                    </a:ext>
                  </a:extLst>
                </p14:cNvPr>
                <p14:cNvContentPartPr/>
                <p14:nvPr/>
              </p14:nvContentPartPr>
              <p14:xfrm>
                <a:off x="10162728" y="3845304"/>
                <a:ext cx="63000" cy="147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0C2A476-FE56-0F8D-58E2-607138B36B8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154088" y="3836304"/>
                  <a:ext cx="8064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85ED14F-9C0B-FEDF-CEA3-8510CF550E63}"/>
              </a:ext>
            </a:extLst>
          </p:cNvPr>
          <p:cNvGrpSpPr/>
          <p:nvPr/>
        </p:nvGrpSpPr>
        <p:grpSpPr>
          <a:xfrm>
            <a:off x="4912488" y="4481424"/>
            <a:ext cx="1200240" cy="306720"/>
            <a:chOff x="4912488" y="4481424"/>
            <a:chExt cx="1200240" cy="30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38BA9794-8D99-E78F-9366-85164233104A}"/>
                    </a:ext>
                  </a:extLst>
                </p14:cNvPr>
                <p14:cNvContentPartPr/>
                <p14:nvPr/>
              </p14:nvContentPartPr>
              <p14:xfrm>
                <a:off x="4912488" y="4510584"/>
                <a:ext cx="255240" cy="2775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38BA9794-8D99-E78F-9366-85164233104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903488" y="4501944"/>
                  <a:ext cx="2728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330329DA-6804-ED5F-0CD2-5F9C99956FCF}"/>
                    </a:ext>
                  </a:extLst>
                </p14:cNvPr>
                <p14:cNvContentPartPr/>
                <p14:nvPr/>
              </p14:nvContentPartPr>
              <p14:xfrm>
                <a:off x="5269608" y="4481424"/>
                <a:ext cx="700200" cy="2455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330329DA-6804-ED5F-0CD2-5F9C99956FC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260968" y="4472424"/>
                  <a:ext cx="71784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C7BB6DC1-6FA1-5D28-9DD2-A919B4788F0A}"/>
                    </a:ext>
                  </a:extLst>
                </p14:cNvPr>
                <p14:cNvContentPartPr/>
                <p14:nvPr/>
              </p14:nvContentPartPr>
              <p14:xfrm>
                <a:off x="6004008" y="4658544"/>
                <a:ext cx="108720" cy="442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C7BB6DC1-6FA1-5D28-9DD2-A919B4788F0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995368" y="4649544"/>
                  <a:ext cx="126360" cy="6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9471D98D-EB81-FAE5-57FD-7873B7FAAFAA}"/>
              </a:ext>
            </a:extLst>
          </p:cNvPr>
          <p:cNvGrpSpPr/>
          <p:nvPr/>
        </p:nvGrpSpPr>
        <p:grpSpPr>
          <a:xfrm>
            <a:off x="7298208" y="4312944"/>
            <a:ext cx="1275480" cy="321840"/>
            <a:chOff x="7298208" y="4312944"/>
            <a:chExt cx="1275480" cy="32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B0D55823-456B-960D-1832-A3AE4F920EF6}"/>
                    </a:ext>
                  </a:extLst>
                </p14:cNvPr>
                <p14:cNvContentPartPr/>
                <p14:nvPr/>
              </p14:nvContentPartPr>
              <p14:xfrm>
                <a:off x="7298208" y="4312944"/>
                <a:ext cx="198360" cy="3218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B0D55823-456B-960D-1832-A3AE4F920EF6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289568" y="4303944"/>
                  <a:ext cx="21600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52EB4937-BC69-A4FF-DCDF-3EC94D732ADB}"/>
                    </a:ext>
                  </a:extLst>
                </p14:cNvPr>
                <p14:cNvContentPartPr/>
                <p14:nvPr/>
              </p14:nvContentPartPr>
              <p14:xfrm>
                <a:off x="7430688" y="4535784"/>
                <a:ext cx="97920" cy="133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52EB4937-BC69-A4FF-DCDF-3EC94D732AD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421688" y="4526784"/>
                  <a:ext cx="1155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95D045D1-AECF-9986-75EA-4FF89F0B883F}"/>
                    </a:ext>
                  </a:extLst>
                </p14:cNvPr>
                <p14:cNvContentPartPr/>
                <p14:nvPr/>
              </p14:nvContentPartPr>
              <p14:xfrm>
                <a:off x="7641648" y="4452624"/>
                <a:ext cx="302400" cy="1476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95D045D1-AECF-9986-75EA-4FF89F0B883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632648" y="4443624"/>
                  <a:ext cx="3200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8D20FA15-D3FA-4287-8010-A65E38592847}"/>
                    </a:ext>
                  </a:extLst>
                </p14:cNvPr>
                <p14:cNvContentPartPr/>
                <p14:nvPr/>
              </p14:nvContentPartPr>
              <p14:xfrm>
                <a:off x="8041968" y="4448304"/>
                <a:ext cx="232200" cy="817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8D20FA15-D3FA-4287-8010-A65E3859284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033328" y="4439664"/>
                  <a:ext cx="24984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2F55F670-0498-581D-0A30-16815D2429A6}"/>
                    </a:ext>
                  </a:extLst>
                </p14:cNvPr>
                <p14:cNvContentPartPr/>
                <p14:nvPr/>
              </p14:nvContentPartPr>
              <p14:xfrm>
                <a:off x="8337888" y="4344984"/>
                <a:ext cx="235800" cy="2289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2F55F670-0498-581D-0A30-16815D2429A6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328888" y="4335984"/>
                  <a:ext cx="253440" cy="246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E49EE5A7-1A6F-F59B-FA85-607676ED47F3}"/>
                  </a:ext>
                </a:extLst>
              </p14:cNvPr>
              <p14:cNvContentPartPr/>
              <p14:nvPr/>
            </p14:nvContentPartPr>
            <p14:xfrm>
              <a:off x="9626688" y="4302504"/>
              <a:ext cx="288000" cy="3330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E49EE5A7-1A6F-F59B-FA85-607676ED47F3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9617688" y="4293504"/>
                <a:ext cx="305640" cy="350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8" name="Group 177">
            <a:extLst>
              <a:ext uri="{FF2B5EF4-FFF2-40B4-BE49-F238E27FC236}">
                <a16:creationId xmlns:a16="http://schemas.microsoft.com/office/drawing/2014/main" id="{2D0D6D11-6405-EED2-E591-EB8AA108F8F5}"/>
              </a:ext>
            </a:extLst>
          </p:cNvPr>
          <p:cNvGrpSpPr/>
          <p:nvPr/>
        </p:nvGrpSpPr>
        <p:grpSpPr>
          <a:xfrm>
            <a:off x="10031688" y="4378824"/>
            <a:ext cx="1354320" cy="220680"/>
            <a:chOff x="10031688" y="4378824"/>
            <a:chExt cx="1354320" cy="22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1561BC90-C825-47ED-5266-3C94F49BA4E9}"/>
                    </a:ext>
                  </a:extLst>
                </p14:cNvPr>
                <p14:cNvContentPartPr/>
                <p14:nvPr/>
              </p14:nvContentPartPr>
              <p14:xfrm>
                <a:off x="10031688" y="4449744"/>
                <a:ext cx="113400" cy="1497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1561BC90-C825-47ED-5266-3C94F49BA4E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023048" y="4440744"/>
                  <a:ext cx="1310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9FAD93F0-37FF-B1C9-9946-8634B3B15F4D}"/>
                    </a:ext>
                  </a:extLst>
                </p14:cNvPr>
                <p14:cNvContentPartPr/>
                <p14:nvPr/>
              </p14:nvContentPartPr>
              <p14:xfrm>
                <a:off x="10284768" y="4461624"/>
                <a:ext cx="260640" cy="954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9FAD93F0-37FF-B1C9-9946-8634B3B15F4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276128" y="4452624"/>
                  <a:ext cx="27828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415B6E6F-5F5C-A2A1-0039-15D8A5DE5F9D}"/>
                    </a:ext>
                  </a:extLst>
                </p14:cNvPr>
                <p14:cNvContentPartPr/>
                <p14:nvPr/>
              </p14:nvContentPartPr>
              <p14:xfrm>
                <a:off x="10618128" y="4378824"/>
                <a:ext cx="9000" cy="219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415B6E6F-5F5C-A2A1-0039-15D8A5DE5F9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609488" y="4370184"/>
                  <a:ext cx="266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3B5142F7-64DA-5906-F503-E0EF8FC32E37}"/>
                    </a:ext>
                  </a:extLst>
                </p14:cNvPr>
                <p14:cNvContentPartPr/>
                <p14:nvPr/>
              </p14:nvContentPartPr>
              <p14:xfrm>
                <a:off x="10665648" y="4455504"/>
                <a:ext cx="120240" cy="8748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3B5142F7-64DA-5906-F503-E0EF8FC32E37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656648" y="4446504"/>
                  <a:ext cx="1378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DD983DB3-E844-8849-175D-29131B1761A3}"/>
                    </a:ext>
                  </a:extLst>
                </p14:cNvPr>
                <p14:cNvContentPartPr/>
                <p14:nvPr/>
              </p14:nvContentPartPr>
              <p14:xfrm>
                <a:off x="10906488" y="4458744"/>
                <a:ext cx="251280" cy="554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DD983DB3-E844-8849-175D-29131B1761A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897848" y="4450104"/>
                  <a:ext cx="26892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04ECDDF-DB48-A21C-BAE0-BE61CE81385C}"/>
                    </a:ext>
                  </a:extLst>
                </p14:cNvPr>
                <p14:cNvContentPartPr/>
                <p14:nvPr/>
              </p14:nvContentPartPr>
              <p14:xfrm>
                <a:off x="11245608" y="4484664"/>
                <a:ext cx="140400" cy="529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04ECDDF-DB48-A21C-BAE0-BE61CE81385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236608" y="4475664"/>
                  <a:ext cx="158040" cy="70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B5682562-A9A7-87DE-31C6-2856B18B5954}"/>
                  </a:ext>
                </a:extLst>
              </p14:cNvPr>
              <p14:cNvContentPartPr/>
              <p14:nvPr/>
            </p14:nvContentPartPr>
            <p14:xfrm>
              <a:off x="3079368" y="4863024"/>
              <a:ext cx="8663400" cy="15084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B5682562-A9A7-87DE-31C6-2856B18B5954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3070728" y="4854024"/>
                <a:ext cx="8681040" cy="168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2" name="Group 181">
            <a:extLst>
              <a:ext uri="{FF2B5EF4-FFF2-40B4-BE49-F238E27FC236}">
                <a16:creationId xmlns:a16="http://schemas.microsoft.com/office/drawing/2014/main" id="{CD47DFF4-520E-DAB7-FE05-6F26B2058C9D}"/>
              </a:ext>
            </a:extLst>
          </p:cNvPr>
          <p:cNvGrpSpPr/>
          <p:nvPr/>
        </p:nvGrpSpPr>
        <p:grpSpPr>
          <a:xfrm>
            <a:off x="2041128" y="5073984"/>
            <a:ext cx="882000" cy="338400"/>
            <a:chOff x="2041128" y="5073984"/>
            <a:chExt cx="882000" cy="33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A4A271DA-A80A-DF6F-F377-DC30EE280DFD}"/>
                    </a:ext>
                  </a:extLst>
                </p14:cNvPr>
                <p14:cNvContentPartPr/>
                <p14:nvPr/>
              </p14:nvContentPartPr>
              <p14:xfrm>
                <a:off x="2041128" y="5073984"/>
                <a:ext cx="504360" cy="33840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A4A271DA-A80A-DF6F-F377-DC30EE280DF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032128" y="5064984"/>
                  <a:ext cx="52200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BF4FC64F-7869-78CC-87C9-6DD3E92D238D}"/>
                    </a:ext>
                  </a:extLst>
                </p14:cNvPr>
                <p14:cNvContentPartPr/>
                <p14:nvPr/>
              </p14:nvContentPartPr>
              <p14:xfrm>
                <a:off x="2621808" y="5221944"/>
                <a:ext cx="301320" cy="1044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BF4FC64F-7869-78CC-87C9-6DD3E92D238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13168" y="5213304"/>
                  <a:ext cx="318960" cy="12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4B4D857C-CE10-2F6D-6818-51A17994DC74}"/>
              </a:ext>
            </a:extLst>
          </p:cNvPr>
          <p:cNvGrpSpPr/>
          <p:nvPr/>
        </p:nvGrpSpPr>
        <p:grpSpPr>
          <a:xfrm>
            <a:off x="2990088" y="5188104"/>
            <a:ext cx="1004040" cy="293760"/>
            <a:chOff x="2990088" y="5188104"/>
            <a:chExt cx="1004040" cy="29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BF0CF97F-B58C-B5F5-4DD8-133F7EC0B57E}"/>
                    </a:ext>
                  </a:extLst>
                </p14:cNvPr>
                <p14:cNvContentPartPr/>
                <p14:nvPr/>
              </p14:nvContentPartPr>
              <p14:xfrm>
                <a:off x="2990088" y="5218344"/>
                <a:ext cx="83880" cy="774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BF0CF97F-B58C-B5F5-4DD8-133F7EC0B57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981448" y="5209704"/>
                  <a:ext cx="10152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6521EE2B-53D0-94F9-0613-EF13197323D9}"/>
                    </a:ext>
                  </a:extLst>
                </p14:cNvPr>
                <p14:cNvContentPartPr/>
                <p14:nvPr/>
              </p14:nvContentPartPr>
              <p14:xfrm>
                <a:off x="3176568" y="5188104"/>
                <a:ext cx="502920" cy="2937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6521EE2B-53D0-94F9-0613-EF13197323D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167928" y="5179104"/>
                  <a:ext cx="52056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3F39E09A-6C87-64FC-583C-0C29E1D50719}"/>
                    </a:ext>
                  </a:extLst>
                </p14:cNvPr>
                <p14:cNvContentPartPr/>
                <p14:nvPr/>
              </p14:nvContentPartPr>
              <p14:xfrm>
                <a:off x="3756528" y="5207904"/>
                <a:ext cx="237600" cy="1213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3F39E09A-6C87-64FC-583C-0C29E1D5071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747888" y="5199264"/>
                  <a:ext cx="255240" cy="13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06E50357-F101-C2B1-45DF-A75777963173}"/>
              </a:ext>
            </a:extLst>
          </p:cNvPr>
          <p:cNvGrpSpPr/>
          <p:nvPr/>
        </p:nvGrpSpPr>
        <p:grpSpPr>
          <a:xfrm>
            <a:off x="5048928" y="5072904"/>
            <a:ext cx="815040" cy="243000"/>
            <a:chOff x="5048928" y="5072904"/>
            <a:chExt cx="815040" cy="24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325DB8EC-01EE-271B-445E-0D0DCD2286F5}"/>
                    </a:ext>
                  </a:extLst>
                </p14:cNvPr>
                <p14:cNvContentPartPr/>
                <p14:nvPr/>
              </p14:nvContentPartPr>
              <p14:xfrm>
                <a:off x="5048928" y="5072904"/>
                <a:ext cx="214200" cy="243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325DB8EC-01EE-271B-445E-0D0DCD2286F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040288" y="5064264"/>
                  <a:ext cx="23184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48AD2EE6-F23C-2AA3-5BA4-E9BBBA1A2B1E}"/>
                    </a:ext>
                  </a:extLst>
                </p14:cNvPr>
                <p14:cNvContentPartPr/>
                <p14:nvPr/>
              </p14:nvContentPartPr>
              <p14:xfrm>
                <a:off x="5366088" y="5196744"/>
                <a:ext cx="5760" cy="133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48AD2EE6-F23C-2AA3-5BA4-E9BBBA1A2B1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357088" y="5188104"/>
                  <a:ext cx="234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A7F8B5F3-003A-71C6-48FC-C01974582FF0}"/>
                    </a:ext>
                  </a:extLst>
                </p14:cNvPr>
                <p14:cNvContentPartPr/>
                <p14:nvPr/>
              </p14:nvContentPartPr>
              <p14:xfrm>
                <a:off x="5443848" y="5182704"/>
                <a:ext cx="55800" cy="583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A7F8B5F3-003A-71C6-48FC-C01974582FF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434848" y="5174064"/>
                  <a:ext cx="734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B0E9B33D-200D-F152-9307-B9F64ED0F4C4}"/>
                    </a:ext>
                  </a:extLst>
                </p14:cNvPr>
                <p14:cNvContentPartPr/>
                <p14:nvPr/>
              </p14:nvContentPartPr>
              <p14:xfrm>
                <a:off x="5639328" y="5125824"/>
                <a:ext cx="224640" cy="1576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B0E9B33D-200D-F152-9307-B9F64ED0F4C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630688" y="5117184"/>
                  <a:ext cx="242280" cy="17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7ECC6233-A2E1-32FC-C1C6-4A0A5B4EDD54}"/>
              </a:ext>
            </a:extLst>
          </p:cNvPr>
          <p:cNvGrpSpPr/>
          <p:nvPr/>
        </p:nvGrpSpPr>
        <p:grpSpPr>
          <a:xfrm>
            <a:off x="7626528" y="5077944"/>
            <a:ext cx="762480" cy="207000"/>
            <a:chOff x="7626528" y="5077944"/>
            <a:chExt cx="762480" cy="20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50B2F3C8-D0D5-0529-C7D8-0A2432B27A4F}"/>
                    </a:ext>
                  </a:extLst>
                </p14:cNvPr>
                <p14:cNvContentPartPr/>
                <p14:nvPr/>
              </p14:nvContentPartPr>
              <p14:xfrm>
                <a:off x="7626528" y="5084064"/>
                <a:ext cx="124560" cy="20088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50B2F3C8-D0D5-0529-C7D8-0A2432B27A4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617528" y="5075064"/>
                  <a:ext cx="1422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C19A6F47-1EEB-5782-556A-54E1A825566E}"/>
                    </a:ext>
                  </a:extLst>
                </p14:cNvPr>
                <p14:cNvContentPartPr/>
                <p14:nvPr/>
              </p14:nvContentPartPr>
              <p14:xfrm>
                <a:off x="7772328" y="5099904"/>
                <a:ext cx="103680" cy="295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C19A6F47-1EEB-5782-556A-54E1A825566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763328" y="5091264"/>
                  <a:ext cx="12132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3DDF9EC2-4B65-8744-0233-D76A0A84CB8E}"/>
                    </a:ext>
                  </a:extLst>
                </p14:cNvPr>
                <p14:cNvContentPartPr/>
                <p14:nvPr/>
              </p14:nvContentPartPr>
              <p14:xfrm>
                <a:off x="7929288" y="5124024"/>
                <a:ext cx="45000" cy="403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3DDF9EC2-4B65-8744-0233-D76A0A84CB8E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920288" y="5115024"/>
                  <a:ext cx="626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6AA0DB9D-8A0B-D615-C72A-406F8770AA13}"/>
                    </a:ext>
                  </a:extLst>
                </p14:cNvPr>
                <p14:cNvContentPartPr/>
                <p14:nvPr/>
              </p14:nvContentPartPr>
              <p14:xfrm>
                <a:off x="8093808" y="5077944"/>
                <a:ext cx="295200" cy="2044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6AA0DB9D-8A0B-D615-C72A-406F8770AA13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084808" y="5069304"/>
                  <a:ext cx="31284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94573B82-23D6-7B4C-875D-8C7A183E6F03}"/>
              </a:ext>
            </a:extLst>
          </p:cNvPr>
          <p:cNvGrpSpPr/>
          <p:nvPr/>
        </p:nvGrpSpPr>
        <p:grpSpPr>
          <a:xfrm>
            <a:off x="9979128" y="5049864"/>
            <a:ext cx="514800" cy="263520"/>
            <a:chOff x="9979128" y="5049864"/>
            <a:chExt cx="514800" cy="26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92A4300F-5868-9A6B-AB8D-769749E5BC90}"/>
                    </a:ext>
                  </a:extLst>
                </p14:cNvPr>
                <p14:cNvContentPartPr/>
                <p14:nvPr/>
              </p14:nvContentPartPr>
              <p14:xfrm>
                <a:off x="9979128" y="5049864"/>
                <a:ext cx="131400" cy="2635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92A4300F-5868-9A6B-AB8D-769749E5BC9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970488" y="5041224"/>
                  <a:ext cx="14904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01712466-F405-A9D0-8A08-03F9FAC77252}"/>
                    </a:ext>
                  </a:extLst>
                </p14:cNvPr>
                <p14:cNvContentPartPr/>
                <p14:nvPr/>
              </p14:nvContentPartPr>
              <p14:xfrm>
                <a:off x="10169568" y="5211504"/>
                <a:ext cx="37080" cy="223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01712466-F405-A9D0-8A08-03F9FAC7725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160568" y="5202864"/>
                  <a:ext cx="5472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35375C6-7D97-CCD3-3882-453D93FC3ADF}"/>
                    </a:ext>
                  </a:extLst>
                </p14:cNvPr>
                <p14:cNvContentPartPr/>
                <p14:nvPr/>
              </p14:nvContentPartPr>
              <p14:xfrm>
                <a:off x="10368288" y="5142384"/>
                <a:ext cx="125640" cy="1659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35375C6-7D97-CCD3-3882-453D93FC3AD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359288" y="5133744"/>
                  <a:ext cx="143280" cy="18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A358F31-57B0-E7B5-C35E-CC20C59B7BC8}"/>
              </a:ext>
            </a:extLst>
          </p:cNvPr>
          <p:cNvGrpSpPr/>
          <p:nvPr/>
        </p:nvGrpSpPr>
        <p:grpSpPr>
          <a:xfrm>
            <a:off x="10716408" y="5170104"/>
            <a:ext cx="309600" cy="169560"/>
            <a:chOff x="10716408" y="5170104"/>
            <a:chExt cx="309600" cy="16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56BC8622-CB58-B7D3-27D4-82DE0DAD94F1}"/>
                    </a:ext>
                  </a:extLst>
                </p14:cNvPr>
                <p14:cNvContentPartPr/>
                <p14:nvPr/>
              </p14:nvContentPartPr>
              <p14:xfrm>
                <a:off x="10716408" y="5189544"/>
                <a:ext cx="54360" cy="1501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56BC8622-CB58-B7D3-27D4-82DE0DAD94F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707408" y="5180904"/>
                  <a:ext cx="720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55B29230-9B0C-691E-0F20-060EDF16930B}"/>
                    </a:ext>
                  </a:extLst>
                </p14:cNvPr>
                <p14:cNvContentPartPr/>
                <p14:nvPr/>
              </p14:nvContentPartPr>
              <p14:xfrm>
                <a:off x="10899648" y="5170104"/>
                <a:ext cx="126360" cy="198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55B29230-9B0C-691E-0F20-060EDF16930B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891008" y="5161104"/>
                  <a:ext cx="144000" cy="3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69B7BDC-9E22-6E30-048C-A2EE9F2CBC42}"/>
              </a:ext>
            </a:extLst>
          </p:cNvPr>
          <p:cNvGrpSpPr/>
          <p:nvPr/>
        </p:nvGrpSpPr>
        <p:grpSpPr>
          <a:xfrm>
            <a:off x="4960368" y="5614344"/>
            <a:ext cx="723600" cy="259560"/>
            <a:chOff x="4960368" y="5614344"/>
            <a:chExt cx="723600" cy="25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1E037E4B-2F91-030A-A034-CE85F4846F03}"/>
                    </a:ext>
                  </a:extLst>
                </p14:cNvPr>
                <p14:cNvContentPartPr/>
                <p14:nvPr/>
              </p14:nvContentPartPr>
              <p14:xfrm>
                <a:off x="4960368" y="5615424"/>
                <a:ext cx="111240" cy="22968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1E037E4B-2F91-030A-A034-CE85F4846F0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951728" y="5606784"/>
                  <a:ext cx="1288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82ED6619-1422-A68F-D446-A149A6715733}"/>
                    </a:ext>
                  </a:extLst>
                </p14:cNvPr>
                <p14:cNvContentPartPr/>
                <p14:nvPr/>
              </p14:nvContentPartPr>
              <p14:xfrm>
                <a:off x="5180688" y="5712264"/>
                <a:ext cx="69480" cy="626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82ED6619-1422-A68F-D446-A149A671573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171688" y="5703624"/>
                  <a:ext cx="8712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71C2BA2A-9A5D-7C04-58C4-CEE308B93282}"/>
                    </a:ext>
                  </a:extLst>
                </p14:cNvPr>
                <p14:cNvContentPartPr/>
                <p14:nvPr/>
              </p14:nvContentPartPr>
              <p14:xfrm>
                <a:off x="5320368" y="5614344"/>
                <a:ext cx="106200" cy="1746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71C2BA2A-9A5D-7C04-58C4-CEE308B9328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311728" y="5605344"/>
                  <a:ext cx="1238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E95543AD-7C20-A201-B5A9-D299B60B981B}"/>
                    </a:ext>
                  </a:extLst>
                </p14:cNvPr>
                <p14:cNvContentPartPr/>
                <p14:nvPr/>
              </p14:nvContentPartPr>
              <p14:xfrm>
                <a:off x="5518368" y="5630184"/>
                <a:ext cx="165600" cy="2437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E95543AD-7C20-A201-B5A9-D299B60B981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509368" y="5621544"/>
                  <a:ext cx="183240" cy="26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7471AFF8-5D08-EBE6-62C4-EB2247ED77C7}"/>
              </a:ext>
            </a:extLst>
          </p:cNvPr>
          <p:cNvGrpSpPr/>
          <p:nvPr/>
        </p:nvGrpSpPr>
        <p:grpSpPr>
          <a:xfrm>
            <a:off x="7534008" y="5531184"/>
            <a:ext cx="876600" cy="324720"/>
            <a:chOff x="7534008" y="5531184"/>
            <a:chExt cx="87660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CB67BBA8-FB2A-3F08-D173-2774B2B787BA}"/>
                    </a:ext>
                  </a:extLst>
                </p14:cNvPr>
                <p14:cNvContentPartPr/>
                <p14:nvPr/>
              </p14:nvContentPartPr>
              <p14:xfrm>
                <a:off x="7534008" y="5531184"/>
                <a:ext cx="178560" cy="2484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CB67BBA8-FB2A-3F08-D173-2774B2B787B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525008" y="5522544"/>
                  <a:ext cx="19620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90149DA2-D0EC-F9A3-6666-73A05FA53581}"/>
                    </a:ext>
                  </a:extLst>
                </p14:cNvPr>
                <p14:cNvContentPartPr/>
                <p14:nvPr/>
              </p14:nvContentPartPr>
              <p14:xfrm>
                <a:off x="7714728" y="5570064"/>
                <a:ext cx="177840" cy="658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90149DA2-D0EC-F9A3-6666-73A05FA5358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706088" y="5561064"/>
                  <a:ext cx="19548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56B098C6-F7AC-3B50-2795-4EE3ADAD4BB5}"/>
                    </a:ext>
                  </a:extLst>
                </p14:cNvPr>
                <p14:cNvContentPartPr/>
                <p14:nvPr/>
              </p14:nvContentPartPr>
              <p14:xfrm>
                <a:off x="7991928" y="5614344"/>
                <a:ext cx="56520" cy="1386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56B098C6-F7AC-3B50-2795-4EE3ADAD4BB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983288" y="5605344"/>
                  <a:ext cx="741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440D0204-5E4D-B151-462B-9EF62DEDFEF7}"/>
                    </a:ext>
                  </a:extLst>
                </p14:cNvPr>
                <p14:cNvContentPartPr/>
                <p14:nvPr/>
              </p14:nvContentPartPr>
              <p14:xfrm>
                <a:off x="8068608" y="5556744"/>
                <a:ext cx="342000" cy="2991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440D0204-5E4D-B151-462B-9EF62DEDFEF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059968" y="5548104"/>
                  <a:ext cx="359640" cy="31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9E1698C2-92EE-395E-213E-900B4A627DE0}"/>
              </a:ext>
            </a:extLst>
          </p:cNvPr>
          <p:cNvGrpSpPr/>
          <p:nvPr/>
        </p:nvGrpSpPr>
        <p:grpSpPr>
          <a:xfrm>
            <a:off x="10211688" y="5514624"/>
            <a:ext cx="917280" cy="290160"/>
            <a:chOff x="10211688" y="5514624"/>
            <a:chExt cx="917280" cy="29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AF362F03-1D66-9BAD-7532-24A54E5C4058}"/>
                    </a:ext>
                  </a:extLst>
                </p14:cNvPr>
                <p14:cNvContentPartPr/>
                <p14:nvPr/>
              </p14:nvContentPartPr>
              <p14:xfrm>
                <a:off x="10211688" y="5514624"/>
                <a:ext cx="213840" cy="2167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AF362F03-1D66-9BAD-7532-24A54E5C4058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202688" y="5505984"/>
                  <a:ext cx="2314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19C62643-A104-F70B-852D-385082215930}"/>
                    </a:ext>
                  </a:extLst>
                </p14:cNvPr>
                <p14:cNvContentPartPr/>
                <p14:nvPr/>
              </p14:nvContentPartPr>
              <p14:xfrm>
                <a:off x="10479168" y="5629104"/>
                <a:ext cx="51840" cy="464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19C62643-A104-F70B-852D-38508221593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470168" y="5620464"/>
                  <a:ext cx="6948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E6165DBB-9F71-75ED-A6C0-1F55E3B2F6D5}"/>
                    </a:ext>
                  </a:extLst>
                </p14:cNvPr>
                <p14:cNvContentPartPr/>
                <p14:nvPr/>
              </p14:nvContentPartPr>
              <p14:xfrm>
                <a:off x="10647288" y="5603184"/>
                <a:ext cx="481680" cy="2016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E6165DBB-9F71-75ED-A6C0-1F55E3B2F6D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638288" y="5594184"/>
                  <a:ext cx="499320" cy="21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0FC06866-78E3-7C8F-C3F4-0CFF86C43A17}"/>
              </a:ext>
            </a:extLst>
          </p:cNvPr>
          <p:cNvGrpSpPr/>
          <p:nvPr/>
        </p:nvGrpSpPr>
        <p:grpSpPr>
          <a:xfrm>
            <a:off x="2116008" y="5597424"/>
            <a:ext cx="1557360" cy="578880"/>
            <a:chOff x="2116008" y="5597424"/>
            <a:chExt cx="1557360" cy="57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30985BE-ED5E-85CF-7298-98C49C74438B}"/>
                    </a:ext>
                  </a:extLst>
                </p14:cNvPr>
                <p14:cNvContentPartPr/>
                <p14:nvPr/>
              </p14:nvContentPartPr>
              <p14:xfrm>
                <a:off x="2333088" y="5629104"/>
                <a:ext cx="864720" cy="179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30985BE-ED5E-85CF-7298-98C49C74438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324088" y="5620464"/>
                  <a:ext cx="8823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ACCE402B-292A-1F68-C3DB-311A5439A812}"/>
                    </a:ext>
                  </a:extLst>
                </p14:cNvPr>
                <p14:cNvContentPartPr/>
                <p14:nvPr/>
              </p14:nvContentPartPr>
              <p14:xfrm>
                <a:off x="3261168" y="5597424"/>
                <a:ext cx="39240" cy="345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ACCE402B-292A-1F68-C3DB-311A5439A81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252168" y="5588424"/>
                  <a:ext cx="5688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DB8D29C0-28CC-D95C-644E-887FA7293E5D}"/>
                    </a:ext>
                  </a:extLst>
                </p14:cNvPr>
                <p14:cNvContentPartPr/>
                <p14:nvPr/>
              </p14:nvContentPartPr>
              <p14:xfrm>
                <a:off x="3407328" y="5654664"/>
                <a:ext cx="173880" cy="1047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DB8D29C0-28CC-D95C-644E-887FA7293E5D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398328" y="5646024"/>
                  <a:ext cx="1915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F70FEC00-0F05-0328-3815-F308BA19FD1C}"/>
                    </a:ext>
                  </a:extLst>
                </p14:cNvPr>
                <p14:cNvContentPartPr/>
                <p14:nvPr/>
              </p14:nvContentPartPr>
              <p14:xfrm>
                <a:off x="2116008" y="5775984"/>
                <a:ext cx="760680" cy="4003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F70FEC00-0F05-0328-3815-F308BA19FD1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107008" y="5767344"/>
                  <a:ext cx="77832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55C7C4DE-12E7-22EC-97F7-495F5EC6D33A}"/>
                    </a:ext>
                  </a:extLst>
                </p14:cNvPr>
                <p14:cNvContentPartPr/>
                <p14:nvPr/>
              </p14:nvContentPartPr>
              <p14:xfrm>
                <a:off x="2855448" y="6052824"/>
                <a:ext cx="110160" cy="234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55C7C4DE-12E7-22EC-97F7-495F5EC6D33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846808" y="6043824"/>
                  <a:ext cx="1278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0FE18C1A-4B27-1844-6B64-5662236255E6}"/>
                    </a:ext>
                  </a:extLst>
                </p14:cNvPr>
                <p14:cNvContentPartPr/>
                <p14:nvPr/>
              </p14:nvContentPartPr>
              <p14:xfrm>
                <a:off x="2953368" y="5940144"/>
                <a:ext cx="111240" cy="2242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0FE18C1A-4B27-1844-6B64-5662236255E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944728" y="5931504"/>
                  <a:ext cx="1288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3238B1C0-4B17-D0FD-3AB5-2F472B16F306}"/>
                    </a:ext>
                  </a:extLst>
                </p14:cNvPr>
                <p14:cNvContentPartPr/>
                <p14:nvPr/>
              </p14:nvContentPartPr>
              <p14:xfrm>
                <a:off x="3123288" y="6073344"/>
                <a:ext cx="59040" cy="622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3238B1C0-4B17-D0FD-3AB5-2F472B16F306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114648" y="6064344"/>
                  <a:ext cx="7668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530B7E56-15E9-EA84-4262-80DCC73FA76C}"/>
                    </a:ext>
                  </a:extLst>
                </p14:cNvPr>
                <p14:cNvContentPartPr/>
                <p14:nvPr/>
              </p14:nvContentPartPr>
              <p14:xfrm>
                <a:off x="3247488" y="5982624"/>
                <a:ext cx="425880" cy="1551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530B7E56-15E9-EA84-4262-80DCC73FA76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238848" y="5973624"/>
                  <a:ext cx="443520" cy="17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4D93CD06-D40B-AD3A-7DC1-2A4B240F02E5}"/>
              </a:ext>
            </a:extLst>
          </p:cNvPr>
          <p:cNvGrpSpPr/>
          <p:nvPr/>
        </p:nvGrpSpPr>
        <p:grpSpPr>
          <a:xfrm>
            <a:off x="5027688" y="6022224"/>
            <a:ext cx="711720" cy="219600"/>
            <a:chOff x="5027688" y="6022224"/>
            <a:chExt cx="711720" cy="2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E6D96F66-4FC2-ABA0-7EFE-F3A38DCA3634}"/>
                    </a:ext>
                  </a:extLst>
                </p14:cNvPr>
                <p14:cNvContentPartPr/>
                <p14:nvPr/>
              </p14:nvContentPartPr>
              <p14:xfrm>
                <a:off x="5027688" y="6051384"/>
                <a:ext cx="97560" cy="1904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E6D96F66-4FC2-ABA0-7EFE-F3A38DCA3634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018688" y="6042384"/>
                  <a:ext cx="1152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A8B948F5-1208-FBE9-A311-F88A0BE34A03}"/>
                    </a:ext>
                  </a:extLst>
                </p14:cNvPr>
                <p14:cNvContentPartPr/>
                <p14:nvPr/>
              </p14:nvContentPartPr>
              <p14:xfrm>
                <a:off x="5291568" y="6123024"/>
                <a:ext cx="21240" cy="3528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A8B948F5-1208-FBE9-A311-F88A0BE34A0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282928" y="6114024"/>
                  <a:ext cx="388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89AA27A5-3C75-B531-031D-632031990DED}"/>
                    </a:ext>
                  </a:extLst>
                </p14:cNvPr>
                <p14:cNvContentPartPr/>
                <p14:nvPr/>
              </p14:nvContentPartPr>
              <p14:xfrm>
                <a:off x="5412528" y="6026544"/>
                <a:ext cx="132120" cy="14040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89AA27A5-3C75-B531-031D-632031990DE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403888" y="6017904"/>
                  <a:ext cx="1497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E18AF708-1B61-1485-52D4-0ADB66A1AC5F}"/>
                    </a:ext>
                  </a:extLst>
                </p14:cNvPr>
                <p14:cNvContentPartPr/>
                <p14:nvPr/>
              </p14:nvContentPartPr>
              <p14:xfrm>
                <a:off x="5607288" y="6022224"/>
                <a:ext cx="132120" cy="135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E18AF708-1B61-1485-52D4-0ADB66A1AC5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598288" y="6013224"/>
                  <a:ext cx="149760" cy="15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3A26AA4-A764-FC5E-AE9A-3D27B502F5F0}"/>
              </a:ext>
            </a:extLst>
          </p:cNvPr>
          <p:cNvGrpSpPr/>
          <p:nvPr/>
        </p:nvGrpSpPr>
        <p:grpSpPr>
          <a:xfrm>
            <a:off x="7595928" y="5973624"/>
            <a:ext cx="772200" cy="227160"/>
            <a:chOff x="7595928" y="5973624"/>
            <a:chExt cx="772200" cy="22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4F06F372-C6E3-161C-43E5-B9CDCB337F6D}"/>
                    </a:ext>
                  </a:extLst>
                </p14:cNvPr>
                <p14:cNvContentPartPr/>
                <p14:nvPr/>
              </p14:nvContentPartPr>
              <p14:xfrm>
                <a:off x="7595928" y="6016104"/>
                <a:ext cx="96120" cy="1605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4F06F372-C6E3-161C-43E5-B9CDCB337F6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586928" y="6007464"/>
                  <a:ext cx="1137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41E2A817-EDAA-A210-0397-4296A19FAFDB}"/>
                    </a:ext>
                  </a:extLst>
                </p14:cNvPr>
                <p14:cNvContentPartPr/>
                <p14:nvPr/>
              </p14:nvContentPartPr>
              <p14:xfrm>
                <a:off x="7751088" y="6026544"/>
                <a:ext cx="55080" cy="194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41E2A817-EDAA-A210-0397-4296A19FAFD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742088" y="6017904"/>
                  <a:ext cx="727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CCEE3F62-DC84-E0B1-4F67-A548A8EDCFDE}"/>
                    </a:ext>
                  </a:extLst>
                </p14:cNvPr>
                <p14:cNvContentPartPr/>
                <p14:nvPr/>
              </p14:nvContentPartPr>
              <p14:xfrm>
                <a:off x="7921368" y="6046344"/>
                <a:ext cx="184320" cy="1544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CCEE3F62-DC84-E0B1-4F67-A548A8EDCFD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912728" y="6037344"/>
                  <a:ext cx="2019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B61CF3B4-37ED-DBF4-5CD2-6F7217E1A93E}"/>
                    </a:ext>
                  </a:extLst>
                </p14:cNvPr>
                <p14:cNvContentPartPr/>
                <p14:nvPr/>
              </p14:nvContentPartPr>
              <p14:xfrm>
                <a:off x="8111808" y="6052824"/>
                <a:ext cx="57240" cy="2880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B61CF3B4-37ED-DBF4-5CD2-6F7217E1A93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103168" y="6043824"/>
                  <a:ext cx="7488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81E1FC59-4D34-BFF8-E920-603504E46E53}"/>
                    </a:ext>
                  </a:extLst>
                </p14:cNvPr>
                <p14:cNvContentPartPr/>
                <p14:nvPr/>
              </p14:nvContentPartPr>
              <p14:xfrm>
                <a:off x="8173008" y="5973624"/>
                <a:ext cx="195120" cy="2016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81E1FC59-4D34-BFF8-E920-603504E46E5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164368" y="5964984"/>
                  <a:ext cx="212760" cy="21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9D4B532E-40E8-299B-4459-C4A255F5654F}"/>
              </a:ext>
            </a:extLst>
          </p:cNvPr>
          <p:cNvGrpSpPr/>
          <p:nvPr/>
        </p:nvGrpSpPr>
        <p:grpSpPr>
          <a:xfrm>
            <a:off x="10244808" y="5943384"/>
            <a:ext cx="869760" cy="210960"/>
            <a:chOff x="10244808" y="5943384"/>
            <a:chExt cx="869760" cy="21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2C5A376A-56E6-71EB-BA8B-EA29573C4299}"/>
                    </a:ext>
                  </a:extLst>
                </p14:cNvPr>
                <p14:cNvContentPartPr/>
                <p14:nvPr/>
              </p14:nvContentPartPr>
              <p14:xfrm>
                <a:off x="10244808" y="5943384"/>
                <a:ext cx="105120" cy="1443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2C5A376A-56E6-71EB-BA8B-EA29573C4299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236168" y="5934384"/>
                  <a:ext cx="12276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1D0A4CEC-9C34-4E95-3305-2E530FCFBA6D}"/>
                    </a:ext>
                  </a:extLst>
                </p14:cNvPr>
                <p14:cNvContentPartPr/>
                <p14:nvPr/>
              </p14:nvContentPartPr>
              <p14:xfrm>
                <a:off x="10511928" y="6024384"/>
                <a:ext cx="11160" cy="2448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1D0A4CEC-9C34-4E95-3305-2E530FCFBA6D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502928" y="6015744"/>
                  <a:ext cx="288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80A7F6C7-BA6E-AE06-7B16-3B3DA34A1181}"/>
                    </a:ext>
                  </a:extLst>
                </p14:cNvPr>
                <p14:cNvContentPartPr/>
                <p14:nvPr/>
              </p14:nvContentPartPr>
              <p14:xfrm>
                <a:off x="10626768" y="5984784"/>
                <a:ext cx="160560" cy="1386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80A7F6C7-BA6E-AE06-7B16-3B3DA34A118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618128" y="5976144"/>
                  <a:ext cx="1782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7564FC7C-734D-4185-C41C-86C0D314015B}"/>
                    </a:ext>
                  </a:extLst>
                </p14:cNvPr>
                <p14:cNvContentPartPr/>
                <p14:nvPr/>
              </p14:nvContentPartPr>
              <p14:xfrm>
                <a:off x="10887408" y="5982624"/>
                <a:ext cx="227160" cy="1717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7564FC7C-734D-4185-C41C-86C0D314015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878408" y="5973624"/>
                  <a:ext cx="244800" cy="18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91EB0F2D-F3FC-6A67-D0C9-F15E4DEE0C6D}"/>
              </a:ext>
            </a:extLst>
          </p:cNvPr>
          <p:cNvGrpSpPr/>
          <p:nvPr/>
        </p:nvGrpSpPr>
        <p:grpSpPr>
          <a:xfrm>
            <a:off x="2577888" y="6431544"/>
            <a:ext cx="601920" cy="306000"/>
            <a:chOff x="2577888" y="6431544"/>
            <a:chExt cx="60192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534788FE-DF45-7A19-127B-8ED19DCD0DBE}"/>
                    </a:ext>
                  </a:extLst>
                </p14:cNvPr>
                <p14:cNvContentPartPr/>
                <p14:nvPr/>
              </p14:nvContentPartPr>
              <p14:xfrm>
                <a:off x="2577888" y="6464304"/>
                <a:ext cx="537120" cy="24552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534788FE-DF45-7A19-127B-8ED19DCD0DB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569248" y="6455304"/>
                  <a:ext cx="554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F846ECBD-208E-88F7-F0E1-C1D93E835679}"/>
                    </a:ext>
                  </a:extLst>
                </p14:cNvPr>
                <p14:cNvContentPartPr/>
                <p14:nvPr/>
              </p14:nvContentPartPr>
              <p14:xfrm>
                <a:off x="3003408" y="6431544"/>
                <a:ext cx="176400" cy="3060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F846ECBD-208E-88F7-F0E1-C1D93E83567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994768" y="6422544"/>
                  <a:ext cx="194040" cy="32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F0E6928C-1008-5D82-4E0E-BF26F790601A}"/>
              </a:ext>
            </a:extLst>
          </p:cNvPr>
          <p:cNvGrpSpPr/>
          <p:nvPr/>
        </p:nvGrpSpPr>
        <p:grpSpPr>
          <a:xfrm>
            <a:off x="5165928" y="6414624"/>
            <a:ext cx="631080" cy="311760"/>
            <a:chOff x="5165928" y="6414624"/>
            <a:chExt cx="631080" cy="31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B63A1D01-55C8-5A74-8F45-942EEC1BD0B5}"/>
                    </a:ext>
                  </a:extLst>
                </p14:cNvPr>
                <p14:cNvContentPartPr/>
                <p14:nvPr/>
              </p14:nvContentPartPr>
              <p14:xfrm>
                <a:off x="5165928" y="6414624"/>
                <a:ext cx="83160" cy="23040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B63A1D01-55C8-5A74-8F45-942EEC1BD0B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156928" y="6405624"/>
                  <a:ext cx="1008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ADF4B135-4604-B85D-0C27-AF03CFCBA463}"/>
                    </a:ext>
                  </a:extLst>
                </p14:cNvPr>
                <p14:cNvContentPartPr/>
                <p14:nvPr/>
              </p14:nvContentPartPr>
              <p14:xfrm>
                <a:off x="5375088" y="6554664"/>
                <a:ext cx="38160" cy="500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ADF4B135-4604-B85D-0C27-AF03CFCBA463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366448" y="6546024"/>
                  <a:ext cx="558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B4E27AA6-3FB6-AB44-9AAC-DB317279E37B}"/>
                    </a:ext>
                  </a:extLst>
                </p14:cNvPr>
                <p14:cNvContentPartPr/>
                <p14:nvPr/>
              </p14:nvContentPartPr>
              <p14:xfrm>
                <a:off x="5501088" y="6476904"/>
                <a:ext cx="157320" cy="1778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B4E27AA6-3FB6-AB44-9AAC-DB317279E37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492088" y="6468264"/>
                  <a:ext cx="1749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2CB37926-D80A-400C-159F-018379D3CC40}"/>
                    </a:ext>
                  </a:extLst>
                </p14:cNvPr>
                <p14:cNvContentPartPr/>
                <p14:nvPr/>
              </p14:nvContentPartPr>
              <p14:xfrm>
                <a:off x="5686128" y="6464664"/>
                <a:ext cx="110880" cy="2617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2CB37926-D80A-400C-159F-018379D3CC40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677128" y="6456024"/>
                  <a:ext cx="128520" cy="27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2F3222B3-F39D-D539-8A7C-6B4D7900F4FB}"/>
              </a:ext>
            </a:extLst>
          </p:cNvPr>
          <p:cNvGrpSpPr/>
          <p:nvPr/>
        </p:nvGrpSpPr>
        <p:grpSpPr>
          <a:xfrm>
            <a:off x="7633368" y="6415344"/>
            <a:ext cx="767160" cy="241920"/>
            <a:chOff x="7633368" y="6415344"/>
            <a:chExt cx="767160" cy="24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436A91F6-ACBB-3E29-016F-20D4128D9B20}"/>
                    </a:ext>
                  </a:extLst>
                </p14:cNvPr>
                <p14:cNvContentPartPr/>
                <p14:nvPr/>
              </p14:nvContentPartPr>
              <p14:xfrm>
                <a:off x="7633368" y="6415344"/>
                <a:ext cx="129240" cy="1832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436A91F6-ACBB-3E29-016F-20D4128D9B2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624368" y="6406704"/>
                  <a:ext cx="1468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D20D4AA4-54DD-FF64-E798-DFAAF902333F}"/>
                    </a:ext>
                  </a:extLst>
                </p14:cNvPr>
                <p14:cNvContentPartPr/>
                <p14:nvPr/>
              </p14:nvContentPartPr>
              <p14:xfrm>
                <a:off x="7890048" y="6506784"/>
                <a:ext cx="37800" cy="295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D20D4AA4-54DD-FF64-E798-DFAAF902333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881408" y="6498144"/>
                  <a:ext cx="554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D8D358EF-3CC2-A919-7F8A-18F6A0F79E69}"/>
                    </a:ext>
                  </a:extLst>
                </p14:cNvPr>
                <p14:cNvContentPartPr/>
                <p14:nvPr/>
              </p14:nvContentPartPr>
              <p14:xfrm>
                <a:off x="7988688" y="6454224"/>
                <a:ext cx="151200" cy="2030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D8D358EF-3CC2-A919-7F8A-18F6A0F79E6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979688" y="6445224"/>
                  <a:ext cx="1688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3D66CC35-1011-6629-3465-61B68A0815A5}"/>
                    </a:ext>
                  </a:extLst>
                </p14:cNvPr>
                <p14:cNvContentPartPr/>
                <p14:nvPr/>
              </p14:nvContentPartPr>
              <p14:xfrm>
                <a:off x="8212608" y="6467184"/>
                <a:ext cx="187920" cy="1893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3D66CC35-1011-6629-3465-61B68A0815A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203968" y="6458184"/>
                  <a:ext cx="20556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100CF1E-2DE7-5F5A-9190-EE70F0CA1CE4}"/>
              </a:ext>
            </a:extLst>
          </p:cNvPr>
          <p:cNvGrpSpPr/>
          <p:nvPr/>
        </p:nvGrpSpPr>
        <p:grpSpPr>
          <a:xfrm>
            <a:off x="10248408" y="6435504"/>
            <a:ext cx="762840" cy="254880"/>
            <a:chOff x="10248408" y="6435504"/>
            <a:chExt cx="762840" cy="25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E69600C4-39A0-3BA1-A1E0-DCBF1506B79E}"/>
                    </a:ext>
                  </a:extLst>
                </p14:cNvPr>
                <p14:cNvContentPartPr/>
                <p14:nvPr/>
              </p14:nvContentPartPr>
              <p14:xfrm>
                <a:off x="10248408" y="6435504"/>
                <a:ext cx="95040" cy="2548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E69600C4-39A0-3BA1-A1E0-DCBF1506B79E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239768" y="6426504"/>
                  <a:ext cx="11268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E19B6D33-60C8-EB80-8D10-BC7097506523}"/>
                    </a:ext>
                  </a:extLst>
                </p14:cNvPr>
                <p14:cNvContentPartPr/>
                <p14:nvPr/>
              </p14:nvContentPartPr>
              <p14:xfrm>
                <a:off x="10470168" y="6551424"/>
                <a:ext cx="9360" cy="306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E19B6D33-60C8-EB80-8D10-BC709750652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461168" y="6542784"/>
                  <a:ext cx="270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D3C45621-F3D1-B2C9-659E-4F802AA70F55}"/>
                    </a:ext>
                  </a:extLst>
                </p14:cNvPr>
                <p14:cNvContentPartPr/>
                <p14:nvPr/>
              </p14:nvContentPartPr>
              <p14:xfrm>
                <a:off x="10593648" y="6484104"/>
                <a:ext cx="176400" cy="1641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D3C45621-F3D1-B2C9-659E-4F802AA70F5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584648" y="6475104"/>
                  <a:ext cx="1940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DC81F736-A3EC-6E87-1962-BD9AF9CBFA5E}"/>
                    </a:ext>
                  </a:extLst>
                </p14:cNvPr>
                <p14:cNvContentPartPr/>
                <p14:nvPr/>
              </p14:nvContentPartPr>
              <p14:xfrm>
                <a:off x="10921608" y="6482664"/>
                <a:ext cx="89640" cy="2592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DC81F736-A3EC-6E87-1962-BD9AF9CBFA5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912968" y="6473664"/>
                  <a:ext cx="107280" cy="43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12471229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Vector Semantics: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455F6E5-0AEF-7E8C-6549-D4DB99F1F18F}"/>
              </a:ext>
            </a:extLst>
          </p:cNvPr>
          <p:cNvGrpSpPr/>
          <p:nvPr/>
        </p:nvGrpSpPr>
        <p:grpSpPr>
          <a:xfrm>
            <a:off x="3058488" y="150624"/>
            <a:ext cx="1476000" cy="414720"/>
            <a:chOff x="3058488" y="150624"/>
            <a:chExt cx="1476000" cy="41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1C2BCF93-F097-627F-9ACA-14002EBB14D2}"/>
                    </a:ext>
                  </a:extLst>
                </p14:cNvPr>
                <p14:cNvContentPartPr/>
                <p14:nvPr/>
              </p14:nvContentPartPr>
              <p14:xfrm>
                <a:off x="3058488" y="150624"/>
                <a:ext cx="405360" cy="4147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1C2BCF93-F097-627F-9ACA-14002EBB14D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049848" y="141624"/>
                  <a:ext cx="423000" cy="43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88F5BD2-8B5C-3688-B12B-E362E2919467}"/>
                    </a:ext>
                  </a:extLst>
                </p14:cNvPr>
                <p14:cNvContentPartPr/>
                <p14:nvPr/>
              </p14:nvContentPartPr>
              <p14:xfrm>
                <a:off x="3564648" y="159984"/>
                <a:ext cx="42120" cy="2797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88F5BD2-8B5C-3688-B12B-E362E291946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556008" y="151344"/>
                  <a:ext cx="5976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92971047-1E15-33D2-BA40-20784A6C1458}"/>
                    </a:ext>
                  </a:extLst>
                </p14:cNvPr>
                <p14:cNvContentPartPr/>
                <p14:nvPr/>
              </p14:nvContentPartPr>
              <p14:xfrm>
                <a:off x="3535848" y="323064"/>
                <a:ext cx="147600" cy="370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92971047-1E15-33D2-BA40-20784A6C145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527208" y="314424"/>
                  <a:ext cx="16524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45AB0CC-DD80-FFC1-7834-1DA35276B17A}"/>
                    </a:ext>
                  </a:extLst>
                </p14:cNvPr>
                <p14:cNvContentPartPr/>
                <p14:nvPr/>
              </p14:nvContentPartPr>
              <p14:xfrm>
                <a:off x="3707928" y="285264"/>
                <a:ext cx="293040" cy="712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45AB0CC-DD80-FFC1-7834-1DA35276B17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698928" y="276264"/>
                  <a:ext cx="31068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84BA79E1-F0A3-43F1-6C77-69FEF5032573}"/>
                    </a:ext>
                  </a:extLst>
                </p14:cNvPr>
                <p14:cNvContentPartPr/>
                <p14:nvPr/>
              </p14:nvContentPartPr>
              <p14:xfrm>
                <a:off x="3990168" y="195984"/>
                <a:ext cx="98640" cy="1702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84BA79E1-F0A3-43F1-6C77-69FEF503257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981528" y="186984"/>
                  <a:ext cx="1162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0A86E082-8103-EF92-2F17-2010EB0A41C5}"/>
                    </a:ext>
                  </a:extLst>
                </p14:cNvPr>
                <p14:cNvContentPartPr/>
                <p14:nvPr/>
              </p14:nvContentPartPr>
              <p14:xfrm>
                <a:off x="4161888" y="289944"/>
                <a:ext cx="219240" cy="597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0A86E082-8103-EF92-2F17-2010EB0A41C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153248" y="281304"/>
                  <a:ext cx="23688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A7AAC983-E0BA-F56F-B671-28FAC79ACD77}"/>
                    </a:ext>
                  </a:extLst>
                </p14:cNvPr>
                <p14:cNvContentPartPr/>
                <p14:nvPr/>
              </p14:nvContentPartPr>
              <p14:xfrm>
                <a:off x="4439448" y="171144"/>
                <a:ext cx="95040" cy="1612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A7AAC983-E0BA-F56F-B671-28FAC79ACD7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430448" y="162144"/>
                  <a:ext cx="112680" cy="17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09A1C0D-B218-45C8-7212-4124E3C0DCAE}"/>
              </a:ext>
            </a:extLst>
          </p:cNvPr>
          <p:cNvGrpSpPr/>
          <p:nvPr/>
        </p:nvGrpSpPr>
        <p:grpSpPr>
          <a:xfrm>
            <a:off x="4827168" y="203904"/>
            <a:ext cx="555480" cy="318960"/>
            <a:chOff x="4827168" y="203904"/>
            <a:chExt cx="555480" cy="3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1CFD06F2-3074-479D-3991-F5F5495DB01F}"/>
                    </a:ext>
                  </a:extLst>
                </p14:cNvPr>
                <p14:cNvContentPartPr/>
                <p14:nvPr/>
              </p14:nvContentPartPr>
              <p14:xfrm>
                <a:off x="4827168" y="208224"/>
                <a:ext cx="207720" cy="1029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1CFD06F2-3074-479D-3991-F5F5495DB01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818168" y="199224"/>
                  <a:ext cx="22536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0E2E67E6-1415-50DD-0443-69280EC30A1A}"/>
                    </a:ext>
                  </a:extLst>
                </p14:cNvPr>
                <p14:cNvContentPartPr/>
                <p14:nvPr/>
              </p14:nvContentPartPr>
              <p14:xfrm>
                <a:off x="5105088" y="203904"/>
                <a:ext cx="277560" cy="3189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0E2E67E6-1415-50DD-0443-69280EC30A1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096448" y="194904"/>
                  <a:ext cx="295200" cy="33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0B0855B-35C4-86C9-2A37-B8718003D649}"/>
              </a:ext>
            </a:extLst>
          </p:cNvPr>
          <p:cNvGrpSpPr/>
          <p:nvPr/>
        </p:nvGrpSpPr>
        <p:grpSpPr>
          <a:xfrm>
            <a:off x="5697648" y="81504"/>
            <a:ext cx="404640" cy="219600"/>
            <a:chOff x="5697648" y="81504"/>
            <a:chExt cx="404640" cy="2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D6002A55-6B1E-8F76-029E-1E0D62051450}"/>
                    </a:ext>
                  </a:extLst>
                </p14:cNvPr>
                <p14:cNvContentPartPr/>
                <p14:nvPr/>
              </p14:nvContentPartPr>
              <p14:xfrm>
                <a:off x="5835888" y="81504"/>
                <a:ext cx="47880" cy="2196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D6002A55-6B1E-8F76-029E-1E0D6205145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827248" y="72864"/>
                  <a:ext cx="655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C484E80F-9889-86E9-3CD3-B0ED613D6D31}"/>
                    </a:ext>
                  </a:extLst>
                </p14:cNvPr>
                <p14:cNvContentPartPr/>
                <p14:nvPr/>
              </p14:nvContentPartPr>
              <p14:xfrm>
                <a:off x="5697648" y="211464"/>
                <a:ext cx="404640" cy="536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C484E80F-9889-86E9-3CD3-B0ED613D6D3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689008" y="202464"/>
                  <a:ext cx="422280" cy="7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01B7130-0BBF-8A85-FFA5-821C30CEABEB}"/>
              </a:ext>
            </a:extLst>
          </p:cNvPr>
          <p:cNvGrpSpPr/>
          <p:nvPr/>
        </p:nvGrpSpPr>
        <p:grpSpPr>
          <a:xfrm>
            <a:off x="6474528" y="143784"/>
            <a:ext cx="1431720" cy="376200"/>
            <a:chOff x="6474528" y="143784"/>
            <a:chExt cx="1431720" cy="37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4E538847-2CC8-5058-E555-C55FA38FC79A}"/>
                    </a:ext>
                  </a:extLst>
                </p14:cNvPr>
                <p14:cNvContentPartPr/>
                <p14:nvPr/>
              </p14:nvContentPartPr>
              <p14:xfrm>
                <a:off x="6474528" y="152784"/>
                <a:ext cx="622440" cy="3672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4E538847-2CC8-5058-E555-C55FA38FC79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465528" y="144144"/>
                  <a:ext cx="640080" cy="38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5AFE2AA5-2A50-B693-6A02-0B3FF0691825}"/>
                    </a:ext>
                  </a:extLst>
                </p14:cNvPr>
                <p14:cNvContentPartPr/>
                <p14:nvPr/>
              </p14:nvContentPartPr>
              <p14:xfrm>
                <a:off x="7170048" y="258624"/>
                <a:ext cx="78120" cy="536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5AFE2AA5-2A50-B693-6A02-0B3FF069182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161048" y="249984"/>
                  <a:ext cx="9576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3033D9C5-F95F-4EEB-5DE8-DAAC33B81A88}"/>
                    </a:ext>
                  </a:extLst>
                </p14:cNvPr>
                <p14:cNvContentPartPr/>
                <p14:nvPr/>
              </p14:nvContentPartPr>
              <p14:xfrm>
                <a:off x="7298928" y="143784"/>
                <a:ext cx="563040" cy="1818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3033D9C5-F95F-4EEB-5DE8-DAAC33B81A8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7290288" y="135144"/>
                  <a:ext cx="5806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AEB07F93-F2CD-DF6E-D472-B050D4FB733F}"/>
                    </a:ext>
                  </a:extLst>
                </p14:cNvPr>
                <p14:cNvContentPartPr/>
                <p14:nvPr/>
              </p14:nvContentPartPr>
              <p14:xfrm>
                <a:off x="7849368" y="241344"/>
                <a:ext cx="56880" cy="198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AEB07F93-F2CD-DF6E-D472-B050D4FB733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840728" y="232704"/>
                  <a:ext cx="74520" cy="3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4655BED-8B55-98C5-47DB-742FA3CEDE14}"/>
              </a:ext>
            </a:extLst>
          </p:cNvPr>
          <p:cNvGrpSpPr/>
          <p:nvPr/>
        </p:nvGrpSpPr>
        <p:grpSpPr>
          <a:xfrm>
            <a:off x="8362008" y="116064"/>
            <a:ext cx="2282760" cy="459720"/>
            <a:chOff x="8362008" y="116064"/>
            <a:chExt cx="2282760" cy="45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E18E880C-9ECF-4E8C-1585-B937D77E6139}"/>
                    </a:ext>
                  </a:extLst>
                </p14:cNvPr>
                <p14:cNvContentPartPr/>
                <p14:nvPr/>
              </p14:nvContentPartPr>
              <p14:xfrm>
                <a:off x="8362008" y="151344"/>
                <a:ext cx="344160" cy="1350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E18E880C-9ECF-4E8C-1585-B937D77E613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8353008" y="142344"/>
                  <a:ext cx="36180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E62A6E28-B54C-B508-DDF3-755D64BD6A51}"/>
                    </a:ext>
                  </a:extLst>
                </p14:cNvPr>
                <p14:cNvContentPartPr/>
                <p14:nvPr/>
              </p14:nvContentPartPr>
              <p14:xfrm>
                <a:off x="8788248" y="200664"/>
                <a:ext cx="94680" cy="604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E62A6E28-B54C-B508-DDF3-755D64BD6A5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8779248" y="192024"/>
                  <a:ext cx="1123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16404074-1A28-EA73-8F73-0A6984F9E3E0}"/>
                    </a:ext>
                  </a:extLst>
                </p14:cNvPr>
                <p14:cNvContentPartPr/>
                <p14:nvPr/>
              </p14:nvContentPartPr>
              <p14:xfrm>
                <a:off x="8961408" y="116064"/>
                <a:ext cx="91800" cy="1684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16404074-1A28-EA73-8F73-0A6984F9E3E0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952408" y="107424"/>
                  <a:ext cx="10944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6377384-4C5C-A7CA-7175-92CAE1981149}"/>
                    </a:ext>
                  </a:extLst>
                </p14:cNvPr>
                <p14:cNvContentPartPr/>
                <p14:nvPr/>
              </p14:nvContentPartPr>
              <p14:xfrm>
                <a:off x="9337968" y="171504"/>
                <a:ext cx="525960" cy="1087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6377384-4C5C-A7CA-7175-92CAE198114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328968" y="162504"/>
                  <a:ext cx="5436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78D24A5D-A1BF-5C2C-B78D-B7125347B806}"/>
                    </a:ext>
                  </a:extLst>
                </p14:cNvPr>
                <p14:cNvContentPartPr/>
                <p14:nvPr/>
              </p14:nvContentPartPr>
              <p14:xfrm>
                <a:off x="9958248" y="199584"/>
                <a:ext cx="359280" cy="633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78D24A5D-A1BF-5C2C-B78D-B7125347B80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949608" y="190584"/>
                  <a:ext cx="37692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FB19B8AC-6EC8-9ECB-33E8-5EDF5FC57940}"/>
                    </a:ext>
                  </a:extLst>
                </p14:cNvPr>
                <p14:cNvContentPartPr/>
                <p14:nvPr/>
              </p14:nvContentPartPr>
              <p14:xfrm>
                <a:off x="10363248" y="140184"/>
                <a:ext cx="7200" cy="320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FB19B8AC-6EC8-9ECB-33E8-5EDF5FC5794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0354608" y="131184"/>
                  <a:ext cx="2484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A9228D57-2030-9671-32C7-B9809B08F17A}"/>
                    </a:ext>
                  </a:extLst>
                </p14:cNvPr>
                <p14:cNvContentPartPr/>
                <p14:nvPr/>
              </p14:nvContentPartPr>
              <p14:xfrm>
                <a:off x="10434528" y="188784"/>
                <a:ext cx="210240" cy="3870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A9228D57-2030-9671-32C7-B9809B08F17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425528" y="180144"/>
                  <a:ext cx="227880" cy="40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C8B568A0-AF6D-D571-BE3C-67B77B82E662}"/>
              </a:ext>
            </a:extLst>
          </p:cNvPr>
          <p:cNvGrpSpPr/>
          <p:nvPr/>
        </p:nvGrpSpPr>
        <p:grpSpPr>
          <a:xfrm>
            <a:off x="10981008" y="154584"/>
            <a:ext cx="980640" cy="202320"/>
            <a:chOff x="10981008" y="154584"/>
            <a:chExt cx="980640" cy="20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F762D2FA-33E7-DBEC-F719-A941748BF07C}"/>
                    </a:ext>
                  </a:extLst>
                </p14:cNvPr>
                <p14:cNvContentPartPr/>
                <p14:nvPr/>
              </p14:nvContentPartPr>
              <p14:xfrm>
                <a:off x="10981008" y="230544"/>
                <a:ext cx="29880" cy="576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F762D2FA-33E7-DBEC-F719-A941748BF07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972008" y="221904"/>
                  <a:ext cx="4752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6DD1F1EE-A3C5-D77B-1A12-815F787879B0}"/>
                    </a:ext>
                  </a:extLst>
                </p14:cNvPr>
                <p14:cNvContentPartPr/>
                <p14:nvPr/>
              </p14:nvContentPartPr>
              <p14:xfrm>
                <a:off x="11053728" y="154584"/>
                <a:ext cx="5760" cy="97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6DD1F1EE-A3C5-D77B-1A12-815F787879B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1045088" y="145944"/>
                  <a:ext cx="23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8CDF08E-8EED-1114-31EB-81774D8B5617}"/>
                    </a:ext>
                  </a:extLst>
                </p14:cNvPr>
                <p14:cNvContentPartPr/>
                <p14:nvPr/>
              </p14:nvContentPartPr>
              <p14:xfrm>
                <a:off x="11119248" y="249264"/>
                <a:ext cx="88200" cy="367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8CDF08E-8EED-1114-31EB-81774D8B561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1110608" y="240624"/>
                  <a:ext cx="1058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217FEAD-ED2F-C14E-3233-23D70FAFC7DA}"/>
                    </a:ext>
                  </a:extLst>
                </p14:cNvPr>
                <p14:cNvContentPartPr/>
                <p14:nvPr/>
              </p14:nvContentPartPr>
              <p14:xfrm>
                <a:off x="11413008" y="190944"/>
                <a:ext cx="151200" cy="1206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217FEAD-ED2F-C14E-3233-23D70FAFC7D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1404368" y="182304"/>
                  <a:ext cx="16884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026748F2-2A46-5C4B-DA9A-0F494106C99C}"/>
                    </a:ext>
                  </a:extLst>
                </p14:cNvPr>
                <p14:cNvContentPartPr/>
                <p14:nvPr/>
              </p14:nvContentPartPr>
              <p14:xfrm>
                <a:off x="11632968" y="193824"/>
                <a:ext cx="113400" cy="1191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026748F2-2A46-5C4B-DA9A-0F494106C99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1624328" y="185184"/>
                  <a:ext cx="13104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2FCD27EB-A366-DB00-3880-480786410E34}"/>
                    </a:ext>
                  </a:extLst>
                </p14:cNvPr>
                <p14:cNvContentPartPr/>
                <p14:nvPr/>
              </p14:nvContentPartPr>
              <p14:xfrm>
                <a:off x="11788848" y="156744"/>
                <a:ext cx="172800" cy="2001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2FCD27EB-A366-DB00-3880-480786410E3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1780208" y="148104"/>
                  <a:ext cx="19044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DE15908-E751-F065-D9F9-ED3E9E1E4975}"/>
              </a:ext>
            </a:extLst>
          </p:cNvPr>
          <p:cNvGrpSpPr/>
          <p:nvPr/>
        </p:nvGrpSpPr>
        <p:grpSpPr>
          <a:xfrm>
            <a:off x="3261528" y="789264"/>
            <a:ext cx="1697760" cy="306720"/>
            <a:chOff x="3261528" y="789264"/>
            <a:chExt cx="1697760" cy="30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EA02C2B-AA9E-EA54-DC6F-3C7EB6A91408}"/>
                    </a:ext>
                  </a:extLst>
                </p14:cNvPr>
                <p14:cNvContentPartPr/>
                <p14:nvPr/>
              </p14:nvContentPartPr>
              <p14:xfrm>
                <a:off x="3297168" y="856944"/>
                <a:ext cx="138600" cy="1900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EA02C2B-AA9E-EA54-DC6F-3C7EB6A9140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288528" y="847944"/>
                  <a:ext cx="15624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9579E75C-7E85-5B1F-6982-35D343E17979}"/>
                    </a:ext>
                  </a:extLst>
                </p14:cNvPr>
                <p14:cNvContentPartPr/>
                <p14:nvPr/>
              </p14:nvContentPartPr>
              <p14:xfrm>
                <a:off x="3261528" y="823824"/>
                <a:ext cx="233280" cy="486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9579E75C-7E85-5B1F-6982-35D343E17979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252528" y="814824"/>
                  <a:ext cx="25092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E49C3E92-1068-A0D0-7B7B-EB61BAE11BBA}"/>
                    </a:ext>
                  </a:extLst>
                </p14:cNvPr>
                <p14:cNvContentPartPr/>
                <p14:nvPr/>
              </p14:nvContentPartPr>
              <p14:xfrm>
                <a:off x="3505248" y="907344"/>
                <a:ext cx="107640" cy="993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E49C3E92-1068-A0D0-7B7B-EB61BAE11BB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496248" y="898344"/>
                  <a:ext cx="12528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781CE310-405D-A50D-864E-A8326AEA7B22}"/>
                    </a:ext>
                  </a:extLst>
                </p14:cNvPr>
                <p14:cNvContentPartPr/>
                <p14:nvPr/>
              </p14:nvContentPartPr>
              <p14:xfrm>
                <a:off x="3666528" y="904464"/>
                <a:ext cx="52560" cy="730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781CE310-405D-A50D-864E-A8326AEA7B2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657888" y="895464"/>
                  <a:ext cx="7020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C1FA77E1-9D83-78A8-A5FC-82B278801FBF}"/>
                    </a:ext>
                  </a:extLst>
                </p14:cNvPr>
                <p14:cNvContentPartPr/>
                <p14:nvPr/>
              </p14:nvContentPartPr>
              <p14:xfrm>
                <a:off x="3803328" y="897624"/>
                <a:ext cx="137160" cy="1051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C1FA77E1-9D83-78A8-A5FC-82B278801FBF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794328" y="888624"/>
                  <a:ext cx="1548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CA8D8F9A-8C2B-3748-DBA4-E7D3AF26B514}"/>
                    </a:ext>
                  </a:extLst>
                </p14:cNvPr>
                <p14:cNvContentPartPr/>
                <p14:nvPr/>
              </p14:nvContentPartPr>
              <p14:xfrm>
                <a:off x="4070088" y="789264"/>
                <a:ext cx="158760" cy="3067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CA8D8F9A-8C2B-3748-DBA4-E7D3AF26B51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061448" y="780624"/>
                  <a:ext cx="17640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63E49326-1EC8-0F3F-8237-C073DB61F2D0}"/>
                    </a:ext>
                  </a:extLst>
                </p14:cNvPr>
                <p14:cNvContentPartPr/>
                <p14:nvPr/>
              </p14:nvContentPartPr>
              <p14:xfrm>
                <a:off x="4256568" y="885024"/>
                <a:ext cx="11880" cy="1231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63E49326-1EC8-0F3F-8237-C073DB61F2D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247568" y="876024"/>
                  <a:ext cx="295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C948176D-8AE7-AC33-DDCD-7B2258DA1908}"/>
                    </a:ext>
                  </a:extLst>
                </p14:cNvPr>
                <p14:cNvContentPartPr/>
                <p14:nvPr/>
              </p14:nvContentPartPr>
              <p14:xfrm>
                <a:off x="4357368" y="895464"/>
                <a:ext cx="79560" cy="1296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C948176D-8AE7-AC33-DDCD-7B2258DA1908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348368" y="886464"/>
                  <a:ext cx="972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FAFD913D-6D15-53D9-C18A-A5E7CEE322D5}"/>
                    </a:ext>
                  </a:extLst>
                </p14:cNvPr>
                <p14:cNvContentPartPr/>
                <p14:nvPr/>
              </p14:nvContentPartPr>
              <p14:xfrm>
                <a:off x="4569408" y="911664"/>
                <a:ext cx="45000" cy="1267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FAFD913D-6D15-53D9-C18A-A5E7CEE322D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560408" y="903024"/>
                  <a:ext cx="626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A60B936F-8782-0E1A-A65D-F9CBAE82F4AC}"/>
                    </a:ext>
                  </a:extLst>
                </p14:cNvPr>
                <p14:cNvContentPartPr/>
                <p14:nvPr/>
              </p14:nvContentPartPr>
              <p14:xfrm>
                <a:off x="4637448" y="905904"/>
                <a:ext cx="127800" cy="709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A60B936F-8782-0E1A-A65D-F9CBAE82F4A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628808" y="897264"/>
                  <a:ext cx="14544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DB25D683-23B4-7EBC-BED5-E8B1AB199A07}"/>
                    </a:ext>
                  </a:extLst>
                </p14:cNvPr>
                <p14:cNvContentPartPr/>
                <p14:nvPr/>
              </p14:nvContentPartPr>
              <p14:xfrm>
                <a:off x="4843728" y="814824"/>
                <a:ext cx="115560" cy="2635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DB25D683-23B4-7EBC-BED5-E8B1AB199A07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835088" y="805824"/>
                  <a:ext cx="133200" cy="28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93E07B88-C66D-C673-CAC2-ED2444E4E0DB}"/>
              </a:ext>
            </a:extLst>
          </p:cNvPr>
          <p:cNvGrpSpPr/>
          <p:nvPr/>
        </p:nvGrpSpPr>
        <p:grpSpPr>
          <a:xfrm>
            <a:off x="5146848" y="867384"/>
            <a:ext cx="1128960" cy="268200"/>
            <a:chOff x="5146848" y="867384"/>
            <a:chExt cx="112896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F9F1498F-E461-DC88-254D-DD17BADF1D86}"/>
                    </a:ext>
                  </a:extLst>
                </p14:cNvPr>
                <p14:cNvContentPartPr/>
                <p14:nvPr/>
              </p14:nvContentPartPr>
              <p14:xfrm>
                <a:off x="5146848" y="996984"/>
                <a:ext cx="32040" cy="1386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F9F1498F-E461-DC88-254D-DD17BADF1D8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138208" y="987984"/>
                  <a:ext cx="4968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96F22C45-3EDE-92B4-61A5-48DF94002E07}"/>
                    </a:ext>
                  </a:extLst>
                </p14:cNvPr>
                <p14:cNvContentPartPr/>
                <p14:nvPr/>
              </p14:nvContentPartPr>
              <p14:xfrm>
                <a:off x="5368968" y="874224"/>
                <a:ext cx="56520" cy="1699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96F22C45-3EDE-92B4-61A5-48DF94002E0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359968" y="865584"/>
                  <a:ext cx="741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A93CC9BE-D2BC-FA0A-65AB-F1644EC5F2C4}"/>
                    </a:ext>
                  </a:extLst>
                </p14:cNvPr>
                <p14:cNvContentPartPr/>
                <p14:nvPr/>
              </p14:nvContentPartPr>
              <p14:xfrm>
                <a:off x="5543928" y="879984"/>
                <a:ext cx="64440" cy="1508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A93CC9BE-D2BC-FA0A-65AB-F1644EC5F2C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534928" y="870984"/>
                  <a:ext cx="820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398A714-3454-3F40-B58A-064BF7F0AB13}"/>
                    </a:ext>
                  </a:extLst>
                </p14:cNvPr>
                <p14:cNvContentPartPr/>
                <p14:nvPr/>
              </p14:nvContentPartPr>
              <p14:xfrm>
                <a:off x="5440248" y="967824"/>
                <a:ext cx="169200" cy="277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398A714-3454-3F40-B58A-064BF7F0AB1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431248" y="959184"/>
                  <a:ext cx="1868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D249355-F625-84A4-1C3D-2DEEB2206584}"/>
                    </a:ext>
                  </a:extLst>
                </p14:cNvPr>
                <p14:cNvContentPartPr/>
                <p14:nvPr/>
              </p14:nvContentPartPr>
              <p14:xfrm>
                <a:off x="5666328" y="918864"/>
                <a:ext cx="460080" cy="889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D249355-F625-84A4-1C3D-2DEEB220658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657688" y="909864"/>
                  <a:ext cx="4777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F4565CB-E3F3-F13A-6741-076124C24EFB}"/>
                    </a:ext>
                  </a:extLst>
                </p14:cNvPr>
                <p14:cNvContentPartPr/>
                <p14:nvPr/>
              </p14:nvContentPartPr>
              <p14:xfrm>
                <a:off x="6138648" y="867384"/>
                <a:ext cx="6840" cy="147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F4565CB-E3F3-F13A-6741-076124C24EF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130008" y="858744"/>
                  <a:ext cx="244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475385DA-7297-DCE9-CA81-68E0E6B66B01}"/>
                    </a:ext>
                  </a:extLst>
                </p14:cNvPr>
                <p14:cNvContentPartPr/>
                <p14:nvPr/>
              </p14:nvContentPartPr>
              <p14:xfrm>
                <a:off x="6227208" y="927864"/>
                <a:ext cx="48600" cy="849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475385DA-7297-DCE9-CA81-68E0E6B66B0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218568" y="919224"/>
                  <a:ext cx="66240" cy="10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E5DCF6A2-0998-3AAA-40BB-F64B47530378}"/>
              </a:ext>
            </a:extLst>
          </p:cNvPr>
          <p:cNvGrpSpPr/>
          <p:nvPr/>
        </p:nvGrpSpPr>
        <p:grpSpPr>
          <a:xfrm>
            <a:off x="6533208" y="854064"/>
            <a:ext cx="1141560" cy="307800"/>
            <a:chOff x="6533208" y="854064"/>
            <a:chExt cx="1141560" cy="30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43834039-EFDA-9652-2D1C-73E29824CF78}"/>
                    </a:ext>
                  </a:extLst>
                </p14:cNvPr>
                <p14:cNvContentPartPr/>
                <p14:nvPr/>
              </p14:nvContentPartPr>
              <p14:xfrm>
                <a:off x="6533208" y="863784"/>
                <a:ext cx="89640" cy="2055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43834039-EFDA-9652-2D1C-73E29824CF7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524208" y="854784"/>
                  <a:ext cx="1072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A7656075-D1D5-1BD2-5CFC-218F4D02D41C}"/>
                    </a:ext>
                  </a:extLst>
                </p14:cNvPr>
                <p14:cNvContentPartPr/>
                <p14:nvPr/>
              </p14:nvContentPartPr>
              <p14:xfrm>
                <a:off x="6725088" y="902304"/>
                <a:ext cx="27720" cy="1206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A7656075-D1D5-1BD2-5CFC-218F4D02D41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716088" y="893664"/>
                  <a:ext cx="453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FA6771E9-D124-531E-3FAB-EF88DC4D3456}"/>
                    </a:ext>
                  </a:extLst>
                </p14:cNvPr>
                <p14:cNvContentPartPr/>
                <p14:nvPr/>
              </p14:nvContentPartPr>
              <p14:xfrm>
                <a:off x="6871608" y="895464"/>
                <a:ext cx="73080" cy="1486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FA6771E9-D124-531E-3FAB-EF88DC4D345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862968" y="886824"/>
                  <a:ext cx="907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04D9043D-8D89-83A9-6F75-B9FF0FA2C808}"/>
                    </a:ext>
                  </a:extLst>
                </p14:cNvPr>
                <p14:cNvContentPartPr/>
                <p14:nvPr/>
              </p14:nvContentPartPr>
              <p14:xfrm>
                <a:off x="7059528" y="939024"/>
                <a:ext cx="38160" cy="1090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04D9043D-8D89-83A9-6F75-B9FF0FA2C80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050888" y="930384"/>
                  <a:ext cx="558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E82965B9-CEF3-A974-D2F4-5547A27C1B97}"/>
                    </a:ext>
                  </a:extLst>
                </p14:cNvPr>
                <p14:cNvContentPartPr/>
                <p14:nvPr/>
              </p14:nvContentPartPr>
              <p14:xfrm>
                <a:off x="7120368" y="933984"/>
                <a:ext cx="40680" cy="72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E82965B9-CEF3-A974-D2F4-5547A27C1B9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111368" y="925344"/>
                  <a:ext cx="583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23A0881F-2E0E-7F6E-216A-90C81F428846}"/>
                    </a:ext>
                  </a:extLst>
                </p14:cNvPr>
                <p14:cNvContentPartPr/>
                <p14:nvPr/>
              </p14:nvContentPartPr>
              <p14:xfrm>
                <a:off x="7259328" y="891144"/>
                <a:ext cx="117720" cy="1987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23A0881F-2E0E-7F6E-216A-90C81F42884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250688" y="882504"/>
                  <a:ext cx="13536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B53E9E74-35FC-6E2C-4FC7-420A467ECCAC}"/>
                    </a:ext>
                  </a:extLst>
                </p14:cNvPr>
                <p14:cNvContentPartPr/>
                <p14:nvPr/>
              </p14:nvContentPartPr>
              <p14:xfrm>
                <a:off x="7602048" y="990864"/>
                <a:ext cx="23760" cy="928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B53E9E74-35FC-6E2C-4FC7-420A467ECCA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593408" y="981864"/>
                  <a:ext cx="4140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9B3DA33A-86B3-C1B9-6A5F-EF4ECA0793F5}"/>
                    </a:ext>
                  </a:extLst>
                </p14:cNvPr>
                <p14:cNvContentPartPr/>
                <p14:nvPr/>
              </p14:nvContentPartPr>
              <p14:xfrm>
                <a:off x="7531128" y="854064"/>
                <a:ext cx="115920" cy="3078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9B3DA33A-86B3-C1B9-6A5F-EF4ECA0793F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522128" y="845064"/>
                  <a:ext cx="13356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37F64957-D817-4D7C-77C7-E973F8CE4E61}"/>
                    </a:ext>
                  </a:extLst>
                </p14:cNvPr>
                <p14:cNvContentPartPr/>
                <p14:nvPr/>
              </p14:nvContentPartPr>
              <p14:xfrm>
                <a:off x="7672248" y="1098864"/>
                <a:ext cx="2520" cy="90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37F64957-D817-4D7C-77C7-E973F8CE4E6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663248" y="1089864"/>
                  <a:ext cx="20160" cy="2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862A8AD9-AE5F-904E-D6D5-6C72317F749E}"/>
                  </a:ext>
                </a:extLst>
              </p14:cNvPr>
              <p14:cNvContentPartPr/>
              <p14:nvPr/>
            </p14:nvContentPartPr>
            <p14:xfrm>
              <a:off x="7862688" y="1056744"/>
              <a:ext cx="40680" cy="1090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862A8AD9-AE5F-904E-D6D5-6C72317F749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7854048" y="1047744"/>
                <a:ext cx="58320" cy="12672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224BBBB2-7B74-0770-A872-53173C889116}"/>
              </a:ext>
            </a:extLst>
          </p:cNvPr>
          <p:cNvGrpSpPr/>
          <p:nvPr/>
        </p:nvGrpSpPr>
        <p:grpSpPr>
          <a:xfrm>
            <a:off x="8116488" y="860544"/>
            <a:ext cx="708840" cy="201240"/>
            <a:chOff x="8116488" y="860544"/>
            <a:chExt cx="708840" cy="20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14716C4A-D2D7-EB2B-0D00-D67E7F8A9650}"/>
                    </a:ext>
                  </a:extLst>
                </p14:cNvPr>
                <p14:cNvContentPartPr/>
                <p14:nvPr/>
              </p14:nvContentPartPr>
              <p14:xfrm>
                <a:off x="8116488" y="929304"/>
                <a:ext cx="55080" cy="1324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14716C4A-D2D7-EB2B-0D00-D67E7F8A965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107488" y="920664"/>
                  <a:ext cx="727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17659A04-9EEF-99B4-FD0B-975F01A2B733}"/>
                    </a:ext>
                  </a:extLst>
                </p14:cNvPr>
                <p14:cNvContentPartPr/>
                <p14:nvPr/>
              </p14:nvContentPartPr>
              <p14:xfrm>
                <a:off x="8177328" y="873864"/>
                <a:ext cx="163080" cy="518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17659A04-9EEF-99B4-FD0B-975F01A2B73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168328" y="864864"/>
                  <a:ext cx="18072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2C81895D-6B88-23EA-99AE-F13ED7E5B532}"/>
                    </a:ext>
                  </a:extLst>
                </p14:cNvPr>
                <p14:cNvContentPartPr/>
                <p14:nvPr/>
              </p14:nvContentPartPr>
              <p14:xfrm>
                <a:off x="8165088" y="918144"/>
                <a:ext cx="210600" cy="1234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2C81895D-6B88-23EA-99AE-F13ED7E5B53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156088" y="909144"/>
                  <a:ext cx="22824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56B14271-064B-2800-D1F6-1DF1565C5290}"/>
                    </a:ext>
                  </a:extLst>
                </p14:cNvPr>
                <p14:cNvContentPartPr/>
                <p14:nvPr/>
              </p14:nvContentPartPr>
              <p14:xfrm>
                <a:off x="8448048" y="959544"/>
                <a:ext cx="86040" cy="640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56B14271-064B-2800-D1F6-1DF1565C529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439048" y="950904"/>
                  <a:ext cx="1036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4FBBA33E-801E-2DAB-1F3D-C4BF244D7FD6}"/>
                    </a:ext>
                  </a:extLst>
                </p14:cNvPr>
                <p14:cNvContentPartPr/>
                <p14:nvPr/>
              </p14:nvContentPartPr>
              <p14:xfrm>
                <a:off x="8620488" y="895464"/>
                <a:ext cx="33840" cy="1346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4FBBA33E-801E-2DAB-1F3D-C4BF244D7FD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611488" y="886824"/>
                  <a:ext cx="514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2EF92FF-590A-F4AE-0748-A9396C1BA4FA}"/>
                    </a:ext>
                  </a:extLst>
                </p14:cNvPr>
                <p14:cNvContentPartPr/>
                <p14:nvPr/>
              </p14:nvContentPartPr>
              <p14:xfrm>
                <a:off x="8663328" y="860544"/>
                <a:ext cx="162000" cy="1450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2EF92FF-590A-F4AE-0748-A9396C1BA4F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654328" y="851904"/>
                  <a:ext cx="179640" cy="16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D5669F7F-9552-9A0D-48CF-66686EA6A3F3}"/>
              </a:ext>
            </a:extLst>
          </p:cNvPr>
          <p:cNvGrpSpPr/>
          <p:nvPr/>
        </p:nvGrpSpPr>
        <p:grpSpPr>
          <a:xfrm>
            <a:off x="9077328" y="762624"/>
            <a:ext cx="1108080" cy="387000"/>
            <a:chOff x="9077328" y="762624"/>
            <a:chExt cx="1108080" cy="38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CCECECB2-0D54-D2DD-B4DF-CBD62700746C}"/>
                    </a:ext>
                  </a:extLst>
                </p14:cNvPr>
                <p14:cNvContentPartPr/>
                <p14:nvPr/>
              </p14:nvContentPartPr>
              <p14:xfrm>
                <a:off x="9077328" y="762624"/>
                <a:ext cx="147960" cy="327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CCECECB2-0D54-D2DD-B4DF-CBD62700746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068328" y="753984"/>
                  <a:ext cx="16560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B1FDAF51-AA7C-C8EE-A4AA-4C6D95D48A58}"/>
                    </a:ext>
                  </a:extLst>
                </p14:cNvPr>
                <p14:cNvContentPartPr/>
                <p14:nvPr/>
              </p14:nvContentPartPr>
              <p14:xfrm>
                <a:off x="9269568" y="873864"/>
                <a:ext cx="7560" cy="1594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B1FDAF51-AA7C-C8EE-A4AA-4C6D95D48A5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260568" y="864864"/>
                  <a:ext cx="252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CF905D7A-BDEF-2827-2001-596FFE575878}"/>
                    </a:ext>
                  </a:extLst>
                </p14:cNvPr>
                <p14:cNvContentPartPr/>
                <p14:nvPr/>
              </p14:nvContentPartPr>
              <p14:xfrm>
                <a:off x="9371448" y="879624"/>
                <a:ext cx="99000" cy="1695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CF905D7A-BDEF-2827-2001-596FFE57587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362448" y="870984"/>
                  <a:ext cx="1166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B8210179-CB7D-401C-70B4-7103D0449BB3}"/>
                    </a:ext>
                  </a:extLst>
                </p14:cNvPr>
                <p14:cNvContentPartPr/>
                <p14:nvPr/>
              </p14:nvContentPartPr>
              <p14:xfrm>
                <a:off x="9596808" y="887184"/>
                <a:ext cx="55800" cy="1278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B8210179-CB7D-401C-70B4-7103D0449BB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587808" y="878544"/>
                  <a:ext cx="7344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2C4191F6-D6D2-218D-FC0E-A12EFCCD70B9}"/>
                    </a:ext>
                  </a:extLst>
                </p14:cNvPr>
                <p14:cNvContentPartPr/>
                <p14:nvPr/>
              </p14:nvContentPartPr>
              <p14:xfrm>
                <a:off x="9629928" y="886824"/>
                <a:ext cx="97920" cy="266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2C4191F6-D6D2-218D-FC0E-A12EFCCD70B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620928" y="877824"/>
                  <a:ext cx="11556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E04A35F1-17A2-3E46-8B82-AEE0545EB0B1}"/>
                    </a:ext>
                  </a:extLst>
                </p14:cNvPr>
                <p14:cNvContentPartPr/>
                <p14:nvPr/>
              </p14:nvContentPartPr>
              <p14:xfrm>
                <a:off x="9827208" y="866664"/>
                <a:ext cx="132480" cy="1173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E04A35F1-17A2-3E46-8B82-AEE0545EB0B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818208" y="857664"/>
                  <a:ext cx="15012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288D5D43-57E8-FAF6-2388-C9CC1D4BEF6D}"/>
                    </a:ext>
                  </a:extLst>
                </p14:cNvPr>
                <p14:cNvContentPartPr/>
                <p14:nvPr/>
              </p14:nvContentPartPr>
              <p14:xfrm>
                <a:off x="9951408" y="837144"/>
                <a:ext cx="234000" cy="3124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288D5D43-57E8-FAF6-2388-C9CC1D4BEF6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942408" y="828144"/>
                  <a:ext cx="251640" cy="330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D98DAB0-BB42-9624-573D-61A7E151E797}"/>
                  </a:ext>
                </a:extLst>
              </p14:cNvPr>
              <p14:cNvContentPartPr/>
              <p14:nvPr/>
            </p14:nvContentPartPr>
            <p14:xfrm>
              <a:off x="3781728" y="1260504"/>
              <a:ext cx="5634720" cy="748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D98DAB0-BB42-9624-573D-61A7E151E797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3773088" y="1251504"/>
                <a:ext cx="5652360" cy="92520"/>
              </a:xfrm>
              <a:prstGeom prst="rect">
                <a:avLst/>
              </a:prstGeom>
            </p:spPr>
          </p:pic>
        </mc:Fallback>
      </mc:AlternateContent>
      <p:grpSp>
        <p:nvGrpSpPr>
          <p:cNvPr id="95" name="Group 94">
            <a:extLst>
              <a:ext uri="{FF2B5EF4-FFF2-40B4-BE49-F238E27FC236}">
                <a16:creationId xmlns:a16="http://schemas.microsoft.com/office/drawing/2014/main" id="{6DFEA778-A9C6-C5B3-255E-3E7957698277}"/>
              </a:ext>
            </a:extLst>
          </p:cNvPr>
          <p:cNvGrpSpPr/>
          <p:nvPr/>
        </p:nvGrpSpPr>
        <p:grpSpPr>
          <a:xfrm>
            <a:off x="3215088" y="1776384"/>
            <a:ext cx="555480" cy="285120"/>
            <a:chOff x="3215088" y="1776384"/>
            <a:chExt cx="555480" cy="28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3178CB74-78AA-C24B-340A-F35FAE96610A}"/>
                    </a:ext>
                  </a:extLst>
                </p14:cNvPr>
                <p14:cNvContentPartPr/>
                <p14:nvPr/>
              </p14:nvContentPartPr>
              <p14:xfrm>
                <a:off x="3215088" y="1776384"/>
                <a:ext cx="306360" cy="2851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3178CB74-78AA-C24B-340A-F35FAE96610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206448" y="1767744"/>
                  <a:ext cx="32400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B9F978A-1B17-A481-C146-F5230248862B}"/>
                    </a:ext>
                  </a:extLst>
                </p14:cNvPr>
                <p14:cNvContentPartPr/>
                <p14:nvPr/>
              </p14:nvContentPartPr>
              <p14:xfrm>
                <a:off x="3671208" y="1885824"/>
                <a:ext cx="99360" cy="147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B9F978A-1B17-A481-C146-F5230248862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662568" y="1876824"/>
                  <a:ext cx="117000" cy="3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0FD71805-2FAF-021F-CCB6-B3DACC733211}"/>
                  </a:ext>
                </a:extLst>
              </p14:cNvPr>
              <p14:cNvContentPartPr/>
              <p14:nvPr/>
            </p14:nvContentPartPr>
            <p14:xfrm>
              <a:off x="4228848" y="1790784"/>
              <a:ext cx="124560" cy="1519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0FD71805-2FAF-021F-CCB6-B3DACC73321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220208" y="1782144"/>
                <a:ext cx="142200" cy="169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2" name="Group 101">
            <a:extLst>
              <a:ext uri="{FF2B5EF4-FFF2-40B4-BE49-F238E27FC236}">
                <a16:creationId xmlns:a16="http://schemas.microsoft.com/office/drawing/2014/main" id="{09EE6BCC-58C5-300F-50B8-0E2F48F8F107}"/>
              </a:ext>
            </a:extLst>
          </p:cNvPr>
          <p:cNvGrpSpPr/>
          <p:nvPr/>
        </p:nvGrpSpPr>
        <p:grpSpPr>
          <a:xfrm>
            <a:off x="4470768" y="1685664"/>
            <a:ext cx="1085760" cy="408600"/>
            <a:chOff x="4470768" y="1685664"/>
            <a:chExt cx="1085760" cy="40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146FED3-3A7E-1D4A-3A29-9A83F1732E50}"/>
                    </a:ext>
                  </a:extLst>
                </p14:cNvPr>
                <p14:cNvContentPartPr/>
                <p14:nvPr/>
              </p14:nvContentPartPr>
              <p14:xfrm>
                <a:off x="4470768" y="1792584"/>
                <a:ext cx="165240" cy="1328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146FED3-3A7E-1D4A-3A29-9A83F1732E5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462128" y="1783944"/>
                  <a:ext cx="1828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7871EBA0-EEDE-EC78-659C-7E6B862A3C49}"/>
                    </a:ext>
                  </a:extLst>
                </p14:cNvPr>
                <p14:cNvContentPartPr/>
                <p14:nvPr/>
              </p14:nvContentPartPr>
              <p14:xfrm>
                <a:off x="4744008" y="1786824"/>
                <a:ext cx="120600" cy="3074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7871EBA0-EEDE-EC78-659C-7E6B862A3C4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735008" y="1778184"/>
                  <a:ext cx="13824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47039865-C5FC-E9E8-6176-3DF8BE481D0F}"/>
                    </a:ext>
                  </a:extLst>
                </p14:cNvPr>
                <p14:cNvContentPartPr/>
                <p14:nvPr/>
              </p14:nvContentPartPr>
              <p14:xfrm>
                <a:off x="5002488" y="1705104"/>
                <a:ext cx="534960" cy="1990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47039865-C5FC-E9E8-6176-3DF8BE481D0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993488" y="1696104"/>
                  <a:ext cx="55260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3D10F52-AA7B-0EC1-15B3-BFCB0E8EED5A}"/>
                    </a:ext>
                  </a:extLst>
                </p14:cNvPr>
                <p14:cNvContentPartPr/>
                <p14:nvPr/>
              </p14:nvContentPartPr>
              <p14:xfrm>
                <a:off x="5554008" y="1685664"/>
                <a:ext cx="2520" cy="158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3D10F52-AA7B-0EC1-15B3-BFCB0E8EED5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545368" y="1676664"/>
                  <a:ext cx="2016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96678A5-17CE-905E-8BD1-9B35CAB9F3A6}"/>
              </a:ext>
            </a:extLst>
          </p:cNvPr>
          <p:cNvGrpSpPr/>
          <p:nvPr/>
        </p:nvGrpSpPr>
        <p:grpSpPr>
          <a:xfrm>
            <a:off x="4168368" y="2114424"/>
            <a:ext cx="1699200" cy="699120"/>
            <a:chOff x="4168368" y="2114424"/>
            <a:chExt cx="1699200" cy="69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5419098F-A26A-4BD9-FCFA-0D0BBC7DC6DD}"/>
                    </a:ext>
                  </a:extLst>
                </p14:cNvPr>
                <p14:cNvContentPartPr/>
                <p14:nvPr/>
              </p14:nvContentPartPr>
              <p14:xfrm>
                <a:off x="4309848" y="2114424"/>
                <a:ext cx="1500840" cy="406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5419098F-A26A-4BD9-FCFA-0D0BBC7DC6D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301208" y="2105784"/>
                  <a:ext cx="15184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57397E01-1979-EC7C-3050-E3FF0562B2A4}"/>
                    </a:ext>
                  </a:extLst>
                </p14:cNvPr>
                <p14:cNvContentPartPr/>
                <p14:nvPr/>
              </p14:nvContentPartPr>
              <p14:xfrm>
                <a:off x="5083848" y="2127024"/>
                <a:ext cx="783720" cy="223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57397E01-1979-EC7C-3050-E3FF0562B2A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074848" y="2118384"/>
                  <a:ext cx="80136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0EDB0A59-83DF-7BAD-ED79-C3C24C9FD3B4}"/>
                    </a:ext>
                  </a:extLst>
                </p14:cNvPr>
                <p14:cNvContentPartPr/>
                <p14:nvPr/>
              </p14:nvContentPartPr>
              <p14:xfrm>
                <a:off x="4168368" y="2232144"/>
                <a:ext cx="313560" cy="5277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0EDB0A59-83DF-7BAD-ED79-C3C24C9FD3B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159728" y="2223504"/>
                  <a:ext cx="331200" cy="54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35C74D78-9AEF-2559-7F14-A08151A48788}"/>
                    </a:ext>
                  </a:extLst>
                </p14:cNvPr>
                <p14:cNvContentPartPr/>
                <p14:nvPr/>
              </p14:nvContentPartPr>
              <p14:xfrm>
                <a:off x="4375368" y="2683944"/>
                <a:ext cx="160200" cy="1296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35C74D78-9AEF-2559-7F14-A08151A4878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366728" y="2674944"/>
                  <a:ext cx="1778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531C0217-7776-F59F-5512-7288DE622BDC}"/>
                    </a:ext>
                  </a:extLst>
                </p14:cNvPr>
                <p14:cNvContentPartPr/>
                <p14:nvPr/>
              </p14:nvContentPartPr>
              <p14:xfrm>
                <a:off x="4499568" y="2487024"/>
                <a:ext cx="222480" cy="1666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531C0217-7776-F59F-5512-7288DE622BD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490928" y="2478384"/>
                  <a:ext cx="2401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152D3B11-58DA-B336-7B5A-0F02EBE77A5C}"/>
                    </a:ext>
                  </a:extLst>
                </p14:cNvPr>
                <p14:cNvContentPartPr/>
                <p14:nvPr/>
              </p14:nvContentPartPr>
              <p14:xfrm>
                <a:off x="4789368" y="2599344"/>
                <a:ext cx="45360" cy="442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152D3B11-58DA-B336-7B5A-0F02EBE77A5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780728" y="2590704"/>
                  <a:ext cx="6300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5F7C713-9286-EC09-24C4-C29FA9DD5E1B}"/>
                    </a:ext>
                  </a:extLst>
                </p14:cNvPr>
                <p14:cNvContentPartPr/>
                <p14:nvPr/>
              </p14:nvContentPartPr>
              <p14:xfrm>
                <a:off x="4888728" y="2523744"/>
                <a:ext cx="255960" cy="1760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5F7C713-9286-EC09-24C4-C29FA9DD5E1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879728" y="2514744"/>
                  <a:ext cx="27360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1C5A1470-5FD1-A7E7-E7E7-D5C95A264DA9}"/>
                    </a:ext>
                  </a:extLst>
                </p14:cNvPr>
                <p14:cNvContentPartPr/>
                <p14:nvPr/>
              </p14:nvContentPartPr>
              <p14:xfrm>
                <a:off x="5224968" y="2556504"/>
                <a:ext cx="23760" cy="1310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1C5A1470-5FD1-A7E7-E7E7-D5C95A264DA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215968" y="2547504"/>
                  <a:ext cx="414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A089DCC2-F77F-BF0A-67D7-D5C0546061AE}"/>
                    </a:ext>
                  </a:extLst>
                </p14:cNvPr>
                <p14:cNvContentPartPr/>
                <p14:nvPr/>
              </p14:nvContentPartPr>
              <p14:xfrm>
                <a:off x="4970808" y="2530584"/>
                <a:ext cx="357840" cy="1202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A089DCC2-F77F-BF0A-67D7-D5C0546061A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961808" y="2521584"/>
                  <a:ext cx="37548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819EBC59-4EE7-8AF3-7C9A-C099BF9EBE16}"/>
                    </a:ext>
                  </a:extLst>
                </p14:cNvPr>
                <p14:cNvContentPartPr/>
                <p14:nvPr/>
              </p14:nvContentPartPr>
              <p14:xfrm>
                <a:off x="5578128" y="2586024"/>
                <a:ext cx="360" cy="3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819EBC59-4EE7-8AF3-7C9A-C099BF9EBE1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569488" y="257738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4F7506F-6AF0-6D40-9B63-978E3752F5F1}"/>
              </a:ext>
            </a:extLst>
          </p:cNvPr>
          <p:cNvGrpSpPr/>
          <p:nvPr/>
        </p:nvGrpSpPr>
        <p:grpSpPr>
          <a:xfrm>
            <a:off x="4534488" y="2937384"/>
            <a:ext cx="1594080" cy="461160"/>
            <a:chOff x="4534488" y="2937384"/>
            <a:chExt cx="1594080" cy="46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E0E1D6E6-2D79-727C-9F83-B4B24BE430A4}"/>
                    </a:ext>
                  </a:extLst>
                </p14:cNvPr>
                <p14:cNvContentPartPr/>
                <p14:nvPr/>
              </p14:nvContentPartPr>
              <p14:xfrm>
                <a:off x="4668408" y="3072744"/>
                <a:ext cx="39960" cy="871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E0E1D6E6-2D79-727C-9F83-B4B24BE430A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659768" y="3064104"/>
                  <a:ext cx="5760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9AE547E1-6F67-9A2F-75B1-FF68B5DBED96}"/>
                    </a:ext>
                  </a:extLst>
                </p14:cNvPr>
                <p14:cNvContentPartPr/>
                <p14:nvPr/>
              </p14:nvContentPartPr>
              <p14:xfrm>
                <a:off x="4736088" y="2937384"/>
                <a:ext cx="25560" cy="212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9AE547E1-6F67-9A2F-75B1-FF68B5DBED9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727088" y="2928744"/>
                  <a:ext cx="432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8F32CB7-A9E1-4923-FB89-3BE14D4B0D81}"/>
                    </a:ext>
                  </a:extLst>
                </p14:cNvPr>
                <p14:cNvContentPartPr/>
                <p14:nvPr/>
              </p14:nvContentPartPr>
              <p14:xfrm>
                <a:off x="4791168" y="3008664"/>
                <a:ext cx="77040" cy="2174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8F32CB7-A9E1-4923-FB89-3BE14D4B0D8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782528" y="3000024"/>
                  <a:ext cx="946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4B5E2B60-96D7-AD4D-49BB-6D3FDEA7FAE7}"/>
                    </a:ext>
                  </a:extLst>
                </p14:cNvPr>
                <p14:cNvContentPartPr/>
                <p14:nvPr/>
              </p14:nvContentPartPr>
              <p14:xfrm>
                <a:off x="4534488" y="2993544"/>
                <a:ext cx="109800" cy="2617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4B5E2B60-96D7-AD4D-49BB-6D3FDEA7FAE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525488" y="2984904"/>
                  <a:ext cx="1274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A12B8D06-05B7-D382-D5C3-99487255EEE3}"/>
                    </a:ext>
                  </a:extLst>
                </p14:cNvPr>
                <p14:cNvContentPartPr/>
                <p14:nvPr/>
              </p14:nvContentPartPr>
              <p14:xfrm>
                <a:off x="5050008" y="2988144"/>
                <a:ext cx="122040" cy="1962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A12B8D06-05B7-D382-D5C3-99487255EEE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041008" y="2979144"/>
                  <a:ext cx="1396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3C76B550-8EC0-090A-AA19-655F6498BA09}"/>
                    </a:ext>
                  </a:extLst>
                </p14:cNvPr>
                <p14:cNvContentPartPr/>
                <p14:nvPr/>
              </p14:nvContentPartPr>
              <p14:xfrm>
                <a:off x="5258448" y="3033504"/>
                <a:ext cx="117720" cy="957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3C76B550-8EC0-090A-AA19-655F6498BA0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249808" y="3024504"/>
                  <a:ext cx="13536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D5B9CBE9-1452-0DA2-9DDE-A21DDC6E1253}"/>
                    </a:ext>
                  </a:extLst>
                </p14:cNvPr>
                <p14:cNvContentPartPr/>
                <p14:nvPr/>
              </p14:nvContentPartPr>
              <p14:xfrm>
                <a:off x="5370768" y="3036744"/>
                <a:ext cx="150840" cy="3618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D5B9CBE9-1452-0DA2-9DDE-A21DDC6E125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362128" y="3027744"/>
                  <a:ext cx="16848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6E6A9174-8CCF-2E09-0C43-189926E2CA2C}"/>
                    </a:ext>
                  </a:extLst>
                </p14:cNvPr>
                <p14:cNvContentPartPr/>
                <p14:nvPr/>
              </p14:nvContentPartPr>
              <p14:xfrm>
                <a:off x="5633928" y="2944584"/>
                <a:ext cx="438480" cy="1965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6E6A9174-8CCF-2E09-0C43-189926E2CA2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624928" y="2935944"/>
                  <a:ext cx="4561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73342A76-4213-A33C-20CA-13E2EC96ADCE}"/>
                    </a:ext>
                  </a:extLst>
                </p14:cNvPr>
                <p14:cNvContentPartPr/>
                <p14:nvPr/>
              </p14:nvContentPartPr>
              <p14:xfrm>
                <a:off x="6123888" y="2974464"/>
                <a:ext cx="4680" cy="176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73342A76-4213-A33C-20CA-13E2EC96ADC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114888" y="2965464"/>
                  <a:ext cx="22320" cy="3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C1CF303A-A3E0-EDE8-4FB1-2204ED840DA9}"/>
              </a:ext>
            </a:extLst>
          </p:cNvPr>
          <p:cNvGrpSpPr/>
          <p:nvPr/>
        </p:nvGrpSpPr>
        <p:grpSpPr>
          <a:xfrm>
            <a:off x="6443208" y="2947104"/>
            <a:ext cx="118800" cy="198000"/>
            <a:chOff x="6443208" y="2947104"/>
            <a:chExt cx="118800" cy="19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A2F9B62F-C469-1B3F-09F7-BA5F1C6F100A}"/>
                    </a:ext>
                  </a:extLst>
                </p14:cNvPr>
                <p14:cNvContentPartPr/>
                <p14:nvPr/>
              </p14:nvContentPartPr>
              <p14:xfrm>
                <a:off x="6443208" y="3039264"/>
                <a:ext cx="118800" cy="105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A2F9B62F-C469-1B3F-09F7-BA5F1C6F100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434208" y="3030264"/>
                  <a:ext cx="1364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17687DD1-8517-647A-AA74-4EDDA5162674}"/>
                    </a:ext>
                  </a:extLst>
                </p14:cNvPr>
                <p14:cNvContentPartPr/>
                <p14:nvPr/>
              </p14:nvContentPartPr>
              <p14:xfrm>
                <a:off x="6546888" y="2947104"/>
                <a:ext cx="1080" cy="144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17687DD1-8517-647A-AA74-4EDDA516267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538248" y="2938464"/>
                  <a:ext cx="1872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A2824002-C268-8BCE-BDF1-2CD6F4144DB1}"/>
              </a:ext>
            </a:extLst>
          </p:cNvPr>
          <p:cNvGrpSpPr/>
          <p:nvPr/>
        </p:nvGrpSpPr>
        <p:grpSpPr>
          <a:xfrm>
            <a:off x="6885648" y="2881224"/>
            <a:ext cx="1175760" cy="283680"/>
            <a:chOff x="6885648" y="2881224"/>
            <a:chExt cx="1175760" cy="28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C008CDDE-48D0-E1D9-A5EA-8E43864FA29F}"/>
                    </a:ext>
                  </a:extLst>
                </p14:cNvPr>
                <p14:cNvContentPartPr/>
                <p14:nvPr/>
              </p14:nvContentPartPr>
              <p14:xfrm>
                <a:off x="6885648" y="2921184"/>
                <a:ext cx="118800" cy="2437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C008CDDE-48D0-E1D9-A5EA-8E43864FA29F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6877008" y="2912544"/>
                  <a:ext cx="13644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5ACB81B6-5509-65F1-709A-5DFE5C20C4BD}"/>
                    </a:ext>
                  </a:extLst>
                </p14:cNvPr>
                <p14:cNvContentPartPr/>
                <p14:nvPr/>
              </p14:nvContentPartPr>
              <p14:xfrm>
                <a:off x="7102368" y="2881224"/>
                <a:ext cx="327600" cy="2563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5ACB81B6-5509-65F1-709A-5DFE5C20C4BD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7093728" y="2872584"/>
                  <a:ext cx="34524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53335F7C-CA82-49D2-270A-D67A74F3D759}"/>
                    </a:ext>
                  </a:extLst>
                </p14:cNvPr>
                <p14:cNvContentPartPr/>
                <p14:nvPr/>
              </p14:nvContentPartPr>
              <p14:xfrm>
                <a:off x="7465248" y="3000744"/>
                <a:ext cx="9720" cy="331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53335F7C-CA82-49D2-270A-D67A74F3D759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7456608" y="2991744"/>
                  <a:ext cx="273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EE88CB01-8F10-92F5-C4A1-A0C24EDD3E9C}"/>
                    </a:ext>
                  </a:extLst>
                </p14:cNvPr>
                <p14:cNvContentPartPr/>
                <p14:nvPr/>
              </p14:nvContentPartPr>
              <p14:xfrm>
                <a:off x="7531128" y="3057984"/>
                <a:ext cx="167760" cy="766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EE88CB01-8F10-92F5-C4A1-A0C24EDD3E9C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7522128" y="3048984"/>
                  <a:ext cx="18540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1B28C0BD-0471-DEF8-3075-7582058D64F6}"/>
                    </a:ext>
                  </a:extLst>
                </p14:cNvPr>
                <p14:cNvContentPartPr/>
                <p14:nvPr/>
              </p14:nvContentPartPr>
              <p14:xfrm>
                <a:off x="7726608" y="2998944"/>
                <a:ext cx="12960" cy="349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1B28C0BD-0471-DEF8-3075-7582058D64F6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7717968" y="2989944"/>
                  <a:ext cx="306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E6853AB0-C6D6-195C-9397-6B2317E5BBBA}"/>
                    </a:ext>
                  </a:extLst>
                </p14:cNvPr>
                <p14:cNvContentPartPr/>
                <p14:nvPr/>
              </p14:nvContentPartPr>
              <p14:xfrm>
                <a:off x="7784928" y="3059064"/>
                <a:ext cx="36360" cy="597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E6853AB0-C6D6-195C-9397-6B2317E5BBBA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776288" y="3050064"/>
                  <a:ext cx="5400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2B408773-1F6A-2938-6EC8-A7601105FFBF}"/>
                    </a:ext>
                  </a:extLst>
                </p14:cNvPr>
                <p14:cNvContentPartPr/>
                <p14:nvPr/>
              </p14:nvContentPartPr>
              <p14:xfrm>
                <a:off x="7888968" y="3059784"/>
                <a:ext cx="172440" cy="518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2B408773-1F6A-2938-6EC8-A7601105FFBF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880328" y="3050784"/>
                  <a:ext cx="190080" cy="6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353E9597-DA94-4657-718B-49CDF4BD4ED6}"/>
              </a:ext>
            </a:extLst>
          </p:cNvPr>
          <p:cNvGrpSpPr/>
          <p:nvPr/>
        </p:nvGrpSpPr>
        <p:grpSpPr>
          <a:xfrm>
            <a:off x="8361648" y="2957184"/>
            <a:ext cx="991440" cy="264600"/>
            <a:chOff x="8361648" y="2957184"/>
            <a:chExt cx="991440" cy="26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E49811E5-817A-2DF1-F3A6-0402D7F7D8EF}"/>
                    </a:ext>
                  </a:extLst>
                </p14:cNvPr>
                <p14:cNvContentPartPr/>
                <p14:nvPr/>
              </p14:nvContentPartPr>
              <p14:xfrm>
                <a:off x="8361648" y="2971224"/>
                <a:ext cx="249840" cy="2505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E49811E5-817A-2DF1-F3A6-0402D7F7D8E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8352648" y="2962224"/>
                  <a:ext cx="2674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97FFB9E8-F1B4-1A44-C4AF-2DC29337C824}"/>
                    </a:ext>
                  </a:extLst>
                </p14:cNvPr>
                <p14:cNvContentPartPr/>
                <p14:nvPr/>
              </p14:nvContentPartPr>
              <p14:xfrm>
                <a:off x="8687808" y="2960784"/>
                <a:ext cx="459720" cy="1717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97FFB9E8-F1B4-1A44-C4AF-2DC29337C824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8679168" y="2951784"/>
                  <a:ext cx="4773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18623EB1-05F2-070E-FAFF-85C64F09B7C4}"/>
                    </a:ext>
                  </a:extLst>
                </p14:cNvPr>
                <p14:cNvContentPartPr/>
                <p14:nvPr/>
              </p14:nvContentPartPr>
              <p14:xfrm>
                <a:off x="9237888" y="2957184"/>
                <a:ext cx="115200" cy="1620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18623EB1-05F2-070E-FAFF-85C64F09B7C4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9228888" y="2948184"/>
                  <a:ext cx="1328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546CD872-A379-7F84-B837-147BFFA0F695}"/>
                    </a:ext>
                  </a:extLst>
                </p14:cNvPr>
                <p14:cNvContentPartPr/>
                <p14:nvPr/>
              </p14:nvContentPartPr>
              <p14:xfrm>
                <a:off x="9026928" y="3016944"/>
                <a:ext cx="96480" cy="194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546CD872-A379-7F84-B837-147BFFA0F695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9017928" y="3007944"/>
                  <a:ext cx="1141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CD8ECC45-D769-CA71-8E6E-1657F5527A83}"/>
                    </a:ext>
                  </a:extLst>
                </p14:cNvPr>
                <p14:cNvContentPartPr/>
                <p14:nvPr/>
              </p14:nvContentPartPr>
              <p14:xfrm>
                <a:off x="9157248" y="3061584"/>
                <a:ext cx="68040" cy="626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CD8ECC45-D769-CA71-8E6E-1657F5527A83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9148608" y="3052584"/>
                  <a:ext cx="8568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14AD76FD-343A-0E33-B6E1-A72829718532}"/>
              </a:ext>
            </a:extLst>
          </p:cNvPr>
          <p:cNvGrpSpPr/>
          <p:nvPr/>
        </p:nvGrpSpPr>
        <p:grpSpPr>
          <a:xfrm>
            <a:off x="9652608" y="2931264"/>
            <a:ext cx="520200" cy="192960"/>
            <a:chOff x="9652608" y="2931264"/>
            <a:chExt cx="520200" cy="19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EE0F6990-7805-9E2E-6DF7-11D4DBCFAA8B}"/>
                    </a:ext>
                  </a:extLst>
                </p14:cNvPr>
                <p14:cNvContentPartPr/>
                <p14:nvPr/>
              </p14:nvContentPartPr>
              <p14:xfrm>
                <a:off x="9652608" y="3015144"/>
                <a:ext cx="205560" cy="914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EE0F6990-7805-9E2E-6DF7-11D4DBCFAA8B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9643608" y="3006144"/>
                  <a:ext cx="22320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3AA49E07-3686-C9A1-AE25-28AD6FD6671F}"/>
                    </a:ext>
                  </a:extLst>
                </p14:cNvPr>
                <p14:cNvContentPartPr/>
                <p14:nvPr/>
              </p14:nvContentPartPr>
              <p14:xfrm>
                <a:off x="9962928" y="2950704"/>
                <a:ext cx="11520" cy="1735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3AA49E07-3686-C9A1-AE25-28AD6FD6671F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9954288" y="2942064"/>
                  <a:ext cx="291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AE62F62F-55D2-12A8-C9F5-C27EC997141C}"/>
                    </a:ext>
                  </a:extLst>
                </p14:cNvPr>
                <p14:cNvContentPartPr/>
                <p14:nvPr/>
              </p14:nvContentPartPr>
              <p14:xfrm>
                <a:off x="10017648" y="2931264"/>
                <a:ext cx="155160" cy="1674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AE62F62F-55D2-12A8-C9F5-C27EC997141C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0009008" y="2922264"/>
                  <a:ext cx="172800" cy="18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B6C448E4-509F-CDCB-6B03-44F775AF0AAA}"/>
              </a:ext>
            </a:extLst>
          </p:cNvPr>
          <p:cNvGrpSpPr/>
          <p:nvPr/>
        </p:nvGrpSpPr>
        <p:grpSpPr>
          <a:xfrm>
            <a:off x="10482048" y="2877264"/>
            <a:ext cx="924480" cy="360720"/>
            <a:chOff x="10482048" y="2877264"/>
            <a:chExt cx="924480" cy="36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C7483946-A897-5492-0C02-5F13183FC558}"/>
                    </a:ext>
                  </a:extLst>
                </p14:cNvPr>
                <p14:cNvContentPartPr/>
                <p14:nvPr/>
              </p14:nvContentPartPr>
              <p14:xfrm>
                <a:off x="10482048" y="2942064"/>
                <a:ext cx="120240" cy="2959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C7483946-A897-5492-0C02-5F13183FC558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0473048" y="2933064"/>
                  <a:ext cx="13788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51FBC273-E762-9D96-F674-78EFAA70F08B}"/>
                    </a:ext>
                  </a:extLst>
                </p14:cNvPr>
                <p14:cNvContentPartPr/>
                <p14:nvPr/>
              </p14:nvContentPartPr>
              <p14:xfrm>
                <a:off x="10703088" y="3024864"/>
                <a:ext cx="360" cy="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51FBC273-E762-9D96-F674-78EFAA70F08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694448" y="301622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11FCD2D-28F1-CCFA-5847-3F66503949DF}"/>
                    </a:ext>
                  </a:extLst>
                </p14:cNvPr>
                <p14:cNvContentPartPr/>
                <p14:nvPr/>
              </p14:nvContentPartPr>
              <p14:xfrm>
                <a:off x="10697328" y="2877264"/>
                <a:ext cx="329760" cy="1594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11FCD2D-28F1-CCFA-5847-3F66503949D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688328" y="2868624"/>
                  <a:ext cx="3474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D0F1A0F7-464B-6D5A-004E-5D3A15EF06D3}"/>
                    </a:ext>
                  </a:extLst>
                </p14:cNvPr>
                <p14:cNvContentPartPr/>
                <p14:nvPr/>
              </p14:nvContentPartPr>
              <p14:xfrm>
                <a:off x="11051208" y="2978424"/>
                <a:ext cx="28800" cy="237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D0F1A0F7-464B-6D5A-004E-5D3A15EF06D3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042568" y="2969424"/>
                  <a:ext cx="464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87817AA7-E380-CD41-E5C7-8A87E8A31731}"/>
                    </a:ext>
                  </a:extLst>
                </p14:cNvPr>
                <p14:cNvContentPartPr/>
                <p14:nvPr/>
              </p14:nvContentPartPr>
              <p14:xfrm>
                <a:off x="11132208" y="3005064"/>
                <a:ext cx="274320" cy="478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87817AA7-E380-CD41-E5C7-8A87E8A3173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123208" y="2996424"/>
                  <a:ext cx="2919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6266C54C-3BF7-EC93-3045-569408B40039}"/>
                    </a:ext>
                  </a:extLst>
                </p14:cNvPr>
                <p14:cNvContentPartPr/>
                <p14:nvPr/>
              </p14:nvContentPartPr>
              <p14:xfrm>
                <a:off x="10672488" y="2945304"/>
                <a:ext cx="109800" cy="950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6266C54C-3BF7-EC93-3045-569408B40039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663848" y="2936304"/>
                  <a:ext cx="127440" cy="11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CEF289F4-8381-371A-0559-ABE29C95E1CF}"/>
              </a:ext>
            </a:extLst>
          </p:cNvPr>
          <p:cNvGrpSpPr/>
          <p:nvPr/>
        </p:nvGrpSpPr>
        <p:grpSpPr>
          <a:xfrm>
            <a:off x="4678488" y="3320784"/>
            <a:ext cx="322200" cy="255600"/>
            <a:chOff x="4678488" y="3320784"/>
            <a:chExt cx="322200" cy="25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30CB2C91-C066-B62A-7D36-1859E1891E1B}"/>
                    </a:ext>
                  </a:extLst>
                </p14:cNvPr>
                <p14:cNvContentPartPr/>
                <p14:nvPr/>
              </p14:nvContentPartPr>
              <p14:xfrm>
                <a:off x="4736808" y="3434904"/>
                <a:ext cx="90000" cy="698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30CB2C91-C066-B62A-7D36-1859E1891E1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728168" y="3426264"/>
                  <a:ext cx="10764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A99FED9B-1A00-4102-9FDB-0F1D0F5C50DC}"/>
                    </a:ext>
                  </a:extLst>
                </p14:cNvPr>
                <p14:cNvContentPartPr/>
                <p14:nvPr/>
              </p14:nvContentPartPr>
              <p14:xfrm>
                <a:off x="4866768" y="3320784"/>
                <a:ext cx="10080" cy="180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A99FED9B-1A00-4102-9FDB-0F1D0F5C50D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858128" y="3311784"/>
                  <a:ext cx="277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B041BBFE-40B9-2FC1-F1E7-48CB5452A760}"/>
                    </a:ext>
                  </a:extLst>
                </p14:cNvPr>
                <p14:cNvContentPartPr/>
                <p14:nvPr/>
              </p14:nvContentPartPr>
              <p14:xfrm>
                <a:off x="4854888" y="3343104"/>
                <a:ext cx="63720" cy="1116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B041BBFE-40B9-2FC1-F1E7-48CB5452A76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845888" y="3334464"/>
                  <a:ext cx="813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1A634BBA-D96E-EB9A-1AA4-DB4BB7890DA1}"/>
                    </a:ext>
                  </a:extLst>
                </p14:cNvPr>
                <p14:cNvContentPartPr/>
                <p14:nvPr/>
              </p14:nvContentPartPr>
              <p14:xfrm>
                <a:off x="4678488" y="3352104"/>
                <a:ext cx="322200" cy="2242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1A634BBA-D96E-EB9A-1AA4-DB4BB7890DA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669848" y="3343104"/>
                  <a:ext cx="339840" cy="241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50B56F2-41F4-7504-62CC-B8E7E6FEB9D4}"/>
                  </a:ext>
                </a:extLst>
              </p14:cNvPr>
              <p14:cNvContentPartPr/>
              <p14:nvPr/>
            </p14:nvContentPartPr>
            <p14:xfrm>
              <a:off x="5404248" y="3498984"/>
              <a:ext cx="16560" cy="72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50B56F2-41F4-7504-62CC-B8E7E6FEB9D4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5395248" y="3489984"/>
                <a:ext cx="34200" cy="24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7" name="Group 166">
            <a:extLst>
              <a:ext uri="{FF2B5EF4-FFF2-40B4-BE49-F238E27FC236}">
                <a16:creationId xmlns:a16="http://schemas.microsoft.com/office/drawing/2014/main" id="{A4214F32-3E57-2662-DA4F-12DCD7269D4F}"/>
              </a:ext>
            </a:extLst>
          </p:cNvPr>
          <p:cNvGrpSpPr/>
          <p:nvPr/>
        </p:nvGrpSpPr>
        <p:grpSpPr>
          <a:xfrm>
            <a:off x="5676408" y="3491064"/>
            <a:ext cx="343080" cy="15480"/>
            <a:chOff x="5676408" y="3491064"/>
            <a:chExt cx="343080" cy="1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0B3948FC-F005-6308-6641-556B8AD4C221}"/>
                    </a:ext>
                  </a:extLst>
                </p14:cNvPr>
                <p14:cNvContentPartPr/>
                <p14:nvPr/>
              </p14:nvContentPartPr>
              <p14:xfrm>
                <a:off x="5676408" y="3495024"/>
                <a:ext cx="47880" cy="115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0B3948FC-F005-6308-6641-556B8AD4C22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667408" y="3486384"/>
                  <a:ext cx="655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0778596A-2AAD-3965-7C49-4ED8B18E1D0D}"/>
                    </a:ext>
                  </a:extLst>
                </p14:cNvPr>
                <p14:cNvContentPartPr/>
                <p14:nvPr/>
              </p14:nvContentPartPr>
              <p14:xfrm>
                <a:off x="5956128" y="3491064"/>
                <a:ext cx="63360" cy="43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0778596A-2AAD-3965-7C49-4ED8B18E1D0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947128" y="3482424"/>
                  <a:ext cx="8100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BF4B5DE9-E494-116B-AC9F-84A8A39F5A5C}"/>
              </a:ext>
            </a:extLst>
          </p:cNvPr>
          <p:cNvGrpSpPr/>
          <p:nvPr/>
        </p:nvGrpSpPr>
        <p:grpSpPr>
          <a:xfrm>
            <a:off x="6496128" y="3311424"/>
            <a:ext cx="111960" cy="168480"/>
            <a:chOff x="6496128" y="3311424"/>
            <a:chExt cx="111960" cy="16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A953C818-7A4E-E997-61B8-C77474A8DF2F}"/>
                    </a:ext>
                  </a:extLst>
                </p14:cNvPr>
                <p14:cNvContentPartPr/>
                <p14:nvPr/>
              </p14:nvContentPartPr>
              <p14:xfrm>
                <a:off x="6496128" y="3439944"/>
                <a:ext cx="111960" cy="399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A953C818-7A4E-E997-61B8-C77474A8DF2F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487488" y="3430944"/>
                  <a:ext cx="1296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D56D59C8-12EB-43E8-EC54-B42671E133CB}"/>
                    </a:ext>
                  </a:extLst>
                </p14:cNvPr>
                <p14:cNvContentPartPr/>
                <p14:nvPr/>
              </p14:nvContentPartPr>
              <p14:xfrm>
                <a:off x="6538248" y="3311424"/>
                <a:ext cx="18720" cy="514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D56D59C8-12EB-43E8-EC54-B42671E133C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529248" y="3302424"/>
                  <a:ext cx="36360" cy="6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C9B07FAC-17ED-F411-9686-C7B2DFD26421}"/>
              </a:ext>
            </a:extLst>
          </p:cNvPr>
          <p:cNvGrpSpPr/>
          <p:nvPr/>
        </p:nvGrpSpPr>
        <p:grpSpPr>
          <a:xfrm>
            <a:off x="6973128" y="3340584"/>
            <a:ext cx="922320" cy="310320"/>
            <a:chOff x="6973128" y="3340584"/>
            <a:chExt cx="922320" cy="31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EA041953-EAAD-4886-AE68-D40AAB54F02A}"/>
                    </a:ext>
                  </a:extLst>
                </p14:cNvPr>
                <p14:cNvContentPartPr/>
                <p14:nvPr/>
              </p14:nvContentPartPr>
              <p14:xfrm>
                <a:off x="6973128" y="3340584"/>
                <a:ext cx="551160" cy="3103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EA041953-EAAD-4886-AE68-D40AAB54F02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964128" y="3331584"/>
                  <a:ext cx="56880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7797BA2B-1183-B822-3905-5B328560DC01}"/>
                    </a:ext>
                  </a:extLst>
                </p14:cNvPr>
                <p14:cNvContentPartPr/>
                <p14:nvPr/>
              </p14:nvContentPartPr>
              <p14:xfrm>
                <a:off x="7559928" y="3358584"/>
                <a:ext cx="335520" cy="1501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7797BA2B-1183-B822-3905-5B328560DC0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551288" y="3349584"/>
                  <a:ext cx="353160" cy="16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574ADB38-78D4-42E7-29A2-73A7DC9B5F03}"/>
              </a:ext>
            </a:extLst>
          </p:cNvPr>
          <p:cNvGrpSpPr/>
          <p:nvPr/>
        </p:nvGrpSpPr>
        <p:grpSpPr>
          <a:xfrm>
            <a:off x="8295048" y="3370104"/>
            <a:ext cx="482400" cy="89640"/>
            <a:chOff x="8295048" y="3370104"/>
            <a:chExt cx="482400" cy="8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3ACC6308-1971-54C6-19F5-6CAD80FE4B4C}"/>
                    </a:ext>
                  </a:extLst>
                </p14:cNvPr>
                <p14:cNvContentPartPr/>
                <p14:nvPr/>
              </p14:nvContentPartPr>
              <p14:xfrm>
                <a:off x="8295048" y="3383064"/>
                <a:ext cx="63720" cy="712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3ACC6308-1971-54C6-19F5-6CAD80FE4B4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286048" y="3374424"/>
                  <a:ext cx="813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74578273-D503-C157-911C-7A0D6B5E6EB2}"/>
                    </a:ext>
                  </a:extLst>
                </p14:cNvPr>
                <p14:cNvContentPartPr/>
                <p14:nvPr/>
              </p14:nvContentPartPr>
              <p14:xfrm>
                <a:off x="8437248" y="3395664"/>
                <a:ext cx="114480" cy="640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74578273-D503-C157-911C-7A0D6B5E6EB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428248" y="3386664"/>
                  <a:ext cx="13212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49473E7C-8EA8-8752-65F9-2C9F2B7F9764}"/>
                    </a:ext>
                  </a:extLst>
                </p14:cNvPr>
                <p14:cNvContentPartPr/>
                <p14:nvPr/>
              </p14:nvContentPartPr>
              <p14:xfrm>
                <a:off x="8611488" y="3370104"/>
                <a:ext cx="165960" cy="788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49473E7C-8EA8-8752-65F9-2C9F2B7F9764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602488" y="3361104"/>
                  <a:ext cx="18360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7B46EE1-3A20-CE48-905D-1360846BBAF6}"/>
              </a:ext>
            </a:extLst>
          </p:cNvPr>
          <p:cNvGrpSpPr/>
          <p:nvPr/>
        </p:nvGrpSpPr>
        <p:grpSpPr>
          <a:xfrm>
            <a:off x="9149328" y="3313224"/>
            <a:ext cx="490320" cy="153720"/>
            <a:chOff x="9149328" y="3313224"/>
            <a:chExt cx="490320" cy="15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6137D602-7463-F729-6801-0546508C30E4}"/>
                    </a:ext>
                  </a:extLst>
                </p14:cNvPr>
                <p14:cNvContentPartPr/>
                <p14:nvPr/>
              </p14:nvContentPartPr>
              <p14:xfrm>
                <a:off x="9149328" y="3385944"/>
                <a:ext cx="51840" cy="810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6137D602-7463-F729-6801-0546508C30E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140328" y="3377304"/>
                  <a:ext cx="6948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F02535CA-30CE-6F33-9A55-52B8F77ECB47}"/>
                    </a:ext>
                  </a:extLst>
                </p14:cNvPr>
                <p14:cNvContentPartPr/>
                <p14:nvPr/>
              </p14:nvContentPartPr>
              <p14:xfrm>
                <a:off x="9149688" y="3357504"/>
                <a:ext cx="244800" cy="10476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F02535CA-30CE-6F33-9A55-52B8F77ECB4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141048" y="3348864"/>
                  <a:ext cx="26244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575F9F1A-BFB7-2CD0-F9B3-C55F9349F2A1}"/>
                    </a:ext>
                  </a:extLst>
                </p14:cNvPr>
                <p14:cNvContentPartPr/>
                <p14:nvPr/>
              </p14:nvContentPartPr>
              <p14:xfrm>
                <a:off x="9442368" y="3313224"/>
                <a:ext cx="22320" cy="385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575F9F1A-BFB7-2CD0-F9B3-C55F9349F2A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433368" y="3304584"/>
                  <a:ext cx="3996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6834ACF4-4790-94D8-09DA-75FE9ECC9B8A}"/>
                    </a:ext>
                  </a:extLst>
                </p14:cNvPr>
                <p14:cNvContentPartPr/>
                <p14:nvPr/>
              </p14:nvContentPartPr>
              <p14:xfrm>
                <a:off x="9495288" y="3387744"/>
                <a:ext cx="144360" cy="6948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6834ACF4-4790-94D8-09DA-75FE9ECC9B8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486288" y="3378744"/>
                  <a:ext cx="162000" cy="87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76" name="Ink 175">
                <a:extLst>
                  <a:ext uri="{FF2B5EF4-FFF2-40B4-BE49-F238E27FC236}">
                    <a16:creationId xmlns:a16="http://schemas.microsoft.com/office/drawing/2014/main" id="{3BCF4CD0-DFD4-BBDA-2EE9-3A291B85AE26}"/>
                  </a:ext>
                </a:extLst>
              </p14:cNvPr>
              <p14:cNvContentPartPr/>
              <p14:nvPr/>
            </p14:nvContentPartPr>
            <p14:xfrm>
              <a:off x="9857088" y="3488904"/>
              <a:ext cx="34200" cy="23040"/>
            </p14:xfrm>
          </p:contentPart>
        </mc:Choice>
        <mc:Fallback xmlns="">
          <p:pic>
            <p:nvPicPr>
              <p:cNvPr id="176" name="Ink 175">
                <a:extLst>
                  <a:ext uri="{FF2B5EF4-FFF2-40B4-BE49-F238E27FC236}">
                    <a16:creationId xmlns:a16="http://schemas.microsoft.com/office/drawing/2014/main" id="{3BCF4CD0-DFD4-BBDA-2EE9-3A291B85AE26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9848088" y="3479904"/>
                <a:ext cx="51840" cy="40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6" name="Group 185">
            <a:extLst>
              <a:ext uri="{FF2B5EF4-FFF2-40B4-BE49-F238E27FC236}">
                <a16:creationId xmlns:a16="http://schemas.microsoft.com/office/drawing/2014/main" id="{A83CA082-7046-0934-905F-FC53DA319FF4}"/>
              </a:ext>
            </a:extLst>
          </p:cNvPr>
          <p:cNvGrpSpPr/>
          <p:nvPr/>
        </p:nvGrpSpPr>
        <p:grpSpPr>
          <a:xfrm>
            <a:off x="4582008" y="3698424"/>
            <a:ext cx="643680" cy="382320"/>
            <a:chOff x="4582008" y="3698424"/>
            <a:chExt cx="643680" cy="38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D653997B-ABD8-2FCD-8753-C65E79381C98}"/>
                    </a:ext>
                  </a:extLst>
                </p14:cNvPr>
                <p14:cNvContentPartPr/>
                <p14:nvPr/>
              </p14:nvContentPartPr>
              <p14:xfrm>
                <a:off x="4771728" y="3778704"/>
                <a:ext cx="61200" cy="6984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D653997B-ABD8-2FCD-8753-C65E79381C9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762728" y="3770064"/>
                  <a:ext cx="7884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CA360CA0-EEAD-9231-5390-1F571490A08B}"/>
                    </a:ext>
                  </a:extLst>
                </p14:cNvPr>
                <p14:cNvContentPartPr/>
                <p14:nvPr/>
              </p14:nvContentPartPr>
              <p14:xfrm>
                <a:off x="4860288" y="3698424"/>
                <a:ext cx="14400" cy="208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CA360CA0-EEAD-9231-5390-1F571490A08B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851648" y="3689784"/>
                  <a:ext cx="320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92A6CFCC-0669-663E-8EAB-971DA98F5F77}"/>
                    </a:ext>
                  </a:extLst>
                </p14:cNvPr>
                <p14:cNvContentPartPr/>
                <p14:nvPr/>
              </p14:nvContentPartPr>
              <p14:xfrm>
                <a:off x="4926528" y="3725784"/>
                <a:ext cx="60480" cy="1396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92A6CFCC-0669-663E-8EAB-971DA98F5F7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917528" y="3716784"/>
                  <a:ext cx="781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36B961E8-B75E-4BE0-CB1E-E8C9F02687F4}"/>
                    </a:ext>
                  </a:extLst>
                </p14:cNvPr>
                <p14:cNvContentPartPr/>
                <p14:nvPr/>
              </p14:nvContentPartPr>
              <p14:xfrm>
                <a:off x="5044968" y="3786264"/>
                <a:ext cx="47160" cy="572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36B961E8-B75E-4BE0-CB1E-E8C9F02687F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035968" y="3777264"/>
                  <a:ext cx="6480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B9D802BD-ED00-B58D-9FB8-91E5B57B1267}"/>
                    </a:ext>
                  </a:extLst>
                </p14:cNvPr>
                <p14:cNvContentPartPr/>
                <p14:nvPr/>
              </p14:nvContentPartPr>
              <p14:xfrm>
                <a:off x="5089248" y="3732624"/>
                <a:ext cx="136440" cy="2368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B9D802BD-ED00-B58D-9FB8-91E5B57B1267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080248" y="3723984"/>
                  <a:ext cx="1540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9FDE151C-8682-652E-DD6A-04971F2B1087}"/>
                    </a:ext>
                  </a:extLst>
                </p14:cNvPr>
                <p14:cNvContentPartPr/>
                <p14:nvPr/>
              </p14:nvContentPartPr>
              <p14:xfrm>
                <a:off x="4582008" y="3707424"/>
                <a:ext cx="179640" cy="3733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9FDE151C-8682-652E-DD6A-04971F2B108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573368" y="3698424"/>
                  <a:ext cx="197280" cy="39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AA013DE-CF0B-2AD2-85A8-02DE42AE788A}"/>
              </a:ext>
            </a:extLst>
          </p:cNvPr>
          <p:cNvGrpSpPr/>
          <p:nvPr/>
        </p:nvGrpSpPr>
        <p:grpSpPr>
          <a:xfrm>
            <a:off x="5572368" y="3864024"/>
            <a:ext cx="703800" cy="20160"/>
            <a:chOff x="5572368" y="3864024"/>
            <a:chExt cx="703800" cy="2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A32D6562-C22D-5ADE-370D-972A63795D54}"/>
                    </a:ext>
                  </a:extLst>
                </p14:cNvPr>
                <p14:cNvContentPartPr/>
                <p14:nvPr/>
              </p14:nvContentPartPr>
              <p14:xfrm>
                <a:off x="5572368" y="3872664"/>
                <a:ext cx="16920" cy="115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A32D6562-C22D-5ADE-370D-972A63795D5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563368" y="3864024"/>
                  <a:ext cx="345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08EBBDBE-C6D3-F3AD-3163-D39917A78B61}"/>
                    </a:ext>
                  </a:extLst>
                </p14:cNvPr>
                <p14:cNvContentPartPr/>
                <p14:nvPr/>
              </p14:nvContentPartPr>
              <p14:xfrm>
                <a:off x="5787648" y="3864024"/>
                <a:ext cx="28800" cy="46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08EBBDBE-C6D3-F3AD-3163-D39917A78B6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779008" y="3855024"/>
                  <a:ext cx="464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39DFA303-4C49-9177-0056-79C96285363D}"/>
                    </a:ext>
                  </a:extLst>
                </p14:cNvPr>
                <p14:cNvContentPartPr/>
                <p14:nvPr/>
              </p14:nvContentPartPr>
              <p14:xfrm>
                <a:off x="6010128" y="3866904"/>
                <a:ext cx="266040" cy="129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39DFA303-4C49-9177-0056-79C96285363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001128" y="3858264"/>
                  <a:ext cx="283680" cy="3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91" name="Ink 190">
                <a:extLst>
                  <a:ext uri="{FF2B5EF4-FFF2-40B4-BE49-F238E27FC236}">
                    <a16:creationId xmlns:a16="http://schemas.microsoft.com/office/drawing/2014/main" id="{18A0B2A1-C6A6-F78B-9D19-F6E38136B88C}"/>
                  </a:ext>
                </a:extLst>
              </p14:cNvPr>
              <p14:cNvContentPartPr/>
              <p14:nvPr/>
            </p14:nvContentPartPr>
            <p14:xfrm>
              <a:off x="6436008" y="3651264"/>
              <a:ext cx="647640" cy="234000"/>
            </p14:xfrm>
          </p:contentPart>
        </mc:Choice>
        <mc:Fallback xmlns="">
          <p:pic>
            <p:nvPicPr>
              <p:cNvPr id="191" name="Ink 190">
                <a:extLst>
                  <a:ext uri="{FF2B5EF4-FFF2-40B4-BE49-F238E27FC236}">
                    <a16:creationId xmlns:a16="http://schemas.microsoft.com/office/drawing/2014/main" id="{18A0B2A1-C6A6-F78B-9D19-F6E38136B88C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6427008" y="3642264"/>
                <a:ext cx="665280" cy="251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C0E6E2A-8691-045F-30F9-B6049E5259D3}"/>
              </a:ext>
            </a:extLst>
          </p:cNvPr>
          <p:cNvGrpSpPr/>
          <p:nvPr/>
        </p:nvGrpSpPr>
        <p:grpSpPr>
          <a:xfrm>
            <a:off x="4775688" y="4158504"/>
            <a:ext cx="461160" cy="273600"/>
            <a:chOff x="4775688" y="4158504"/>
            <a:chExt cx="461160" cy="27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F76E5364-1948-1B6B-87CB-30F8EE222149}"/>
                    </a:ext>
                  </a:extLst>
                </p14:cNvPr>
                <p14:cNvContentPartPr/>
                <p14:nvPr/>
              </p14:nvContentPartPr>
              <p14:xfrm>
                <a:off x="4905288" y="4220424"/>
                <a:ext cx="50400" cy="579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F76E5364-1948-1B6B-87CB-30F8EE22214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896288" y="4211424"/>
                  <a:ext cx="6804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A8229E71-BE23-AACF-8DBA-F1336C42E32B}"/>
                    </a:ext>
                  </a:extLst>
                </p14:cNvPr>
                <p14:cNvContentPartPr/>
                <p14:nvPr/>
              </p14:nvContentPartPr>
              <p14:xfrm>
                <a:off x="4973688" y="4158504"/>
                <a:ext cx="16560" cy="187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A8229E71-BE23-AACF-8DBA-F1336C42E32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964688" y="4149864"/>
                  <a:ext cx="342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46D30D85-C7DD-24FC-90B8-A88CC2956758}"/>
                    </a:ext>
                  </a:extLst>
                </p14:cNvPr>
                <p14:cNvContentPartPr/>
                <p14:nvPr/>
              </p14:nvContentPartPr>
              <p14:xfrm>
                <a:off x="5056128" y="4180104"/>
                <a:ext cx="180720" cy="1080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46D30D85-C7DD-24FC-90B8-A88CC2956758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047128" y="4171464"/>
                  <a:ext cx="19836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1FEFB3BD-A5E9-6EE1-17DC-AAE36BF24D47}"/>
                    </a:ext>
                  </a:extLst>
                </p14:cNvPr>
                <p14:cNvContentPartPr/>
                <p14:nvPr/>
              </p14:nvContentPartPr>
              <p14:xfrm>
                <a:off x="4775688" y="4190184"/>
                <a:ext cx="199080" cy="2419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1FEFB3BD-A5E9-6EE1-17DC-AAE36BF24D4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767048" y="4181184"/>
                  <a:ext cx="216720" cy="259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3B6D59A7-3548-7AD6-5E6D-FED945544939}"/>
                  </a:ext>
                </a:extLst>
              </p14:cNvPr>
              <p14:cNvContentPartPr/>
              <p14:nvPr/>
            </p14:nvContentPartPr>
            <p14:xfrm>
              <a:off x="5640408" y="4242744"/>
              <a:ext cx="358920" cy="50760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3B6D59A7-3548-7AD6-5E6D-FED945544939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5631768" y="4234104"/>
                <a:ext cx="376560" cy="6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7" name="Group 216">
            <a:extLst>
              <a:ext uri="{FF2B5EF4-FFF2-40B4-BE49-F238E27FC236}">
                <a16:creationId xmlns:a16="http://schemas.microsoft.com/office/drawing/2014/main" id="{04CC6FBB-FEA8-4CF2-FA86-71FCE8F6478A}"/>
              </a:ext>
            </a:extLst>
          </p:cNvPr>
          <p:cNvGrpSpPr/>
          <p:nvPr/>
        </p:nvGrpSpPr>
        <p:grpSpPr>
          <a:xfrm>
            <a:off x="6299568" y="3980304"/>
            <a:ext cx="1130400" cy="329400"/>
            <a:chOff x="6299568" y="3980304"/>
            <a:chExt cx="1130400" cy="32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7E9F9B15-FB92-DD94-A3E7-C02E2087D946}"/>
                    </a:ext>
                  </a:extLst>
                </p14:cNvPr>
                <p14:cNvContentPartPr/>
                <p14:nvPr/>
              </p14:nvContentPartPr>
              <p14:xfrm>
                <a:off x="6299568" y="4202424"/>
                <a:ext cx="22320" cy="183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7E9F9B15-FB92-DD94-A3E7-C02E2087D94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290568" y="4193784"/>
                  <a:ext cx="399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3B7FB786-636E-3B23-2832-7CE67E045401}"/>
                    </a:ext>
                  </a:extLst>
                </p14:cNvPr>
                <p14:cNvContentPartPr/>
                <p14:nvPr/>
              </p14:nvContentPartPr>
              <p14:xfrm>
                <a:off x="6519168" y="4029624"/>
                <a:ext cx="181800" cy="1749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3B7FB786-636E-3B23-2832-7CE67E04540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510168" y="4020624"/>
                  <a:ext cx="1994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8D27FDD4-0B0B-4E6C-DC26-212145C5DD0F}"/>
                    </a:ext>
                  </a:extLst>
                </p14:cNvPr>
                <p14:cNvContentPartPr/>
                <p14:nvPr/>
              </p14:nvContentPartPr>
              <p14:xfrm>
                <a:off x="6758208" y="4042224"/>
                <a:ext cx="127800" cy="26748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8D27FDD4-0B0B-4E6C-DC26-212145C5DD0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749568" y="4033224"/>
                  <a:ext cx="14544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575D6230-709B-E8DC-F802-E932575BC489}"/>
                    </a:ext>
                  </a:extLst>
                </p14:cNvPr>
                <p14:cNvContentPartPr/>
                <p14:nvPr/>
              </p14:nvContentPartPr>
              <p14:xfrm>
                <a:off x="6946488" y="4055184"/>
                <a:ext cx="20880" cy="5868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575D6230-709B-E8DC-F802-E932575BC48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937848" y="4046184"/>
                  <a:ext cx="3852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CD42C039-8F11-47E8-1554-4079080D1E09}"/>
                    </a:ext>
                  </a:extLst>
                </p14:cNvPr>
                <p14:cNvContentPartPr/>
                <p14:nvPr/>
              </p14:nvContentPartPr>
              <p14:xfrm>
                <a:off x="6990408" y="3980304"/>
                <a:ext cx="13320" cy="2196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CD42C039-8F11-47E8-1554-4079080D1E0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981768" y="3971664"/>
                  <a:ext cx="309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63494B0B-EE6A-8A59-D70C-7E2069C0A9BC}"/>
                    </a:ext>
                  </a:extLst>
                </p14:cNvPr>
                <p14:cNvContentPartPr/>
                <p14:nvPr/>
              </p14:nvContentPartPr>
              <p14:xfrm>
                <a:off x="7046568" y="4051944"/>
                <a:ext cx="82080" cy="5400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63494B0B-EE6A-8A59-D70C-7E2069C0A9B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037928" y="4042944"/>
                  <a:ext cx="997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EC29ACF3-0F87-5B8E-FF29-01844898F7C8}"/>
                    </a:ext>
                  </a:extLst>
                </p14:cNvPr>
                <p14:cNvContentPartPr/>
                <p14:nvPr/>
              </p14:nvContentPartPr>
              <p14:xfrm>
                <a:off x="7169688" y="4064184"/>
                <a:ext cx="83880" cy="320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EC29ACF3-0F87-5B8E-FF29-01844898F7C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160688" y="4055184"/>
                  <a:ext cx="1015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0FD98167-5B57-2B96-8D99-62CC1624B85F}"/>
                    </a:ext>
                  </a:extLst>
                </p14:cNvPr>
                <p14:cNvContentPartPr/>
                <p14:nvPr/>
              </p14:nvContentPartPr>
              <p14:xfrm>
                <a:off x="7275528" y="4024584"/>
                <a:ext cx="154440" cy="903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0FD98167-5B57-2B96-8D99-62CC1624B85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266888" y="4015944"/>
                  <a:ext cx="172080" cy="10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DDC5E863-F62A-256A-2BE9-2E3B27E07B83}"/>
              </a:ext>
            </a:extLst>
          </p:cNvPr>
          <p:cNvGrpSpPr/>
          <p:nvPr/>
        </p:nvGrpSpPr>
        <p:grpSpPr>
          <a:xfrm>
            <a:off x="7460568" y="3609864"/>
            <a:ext cx="2914920" cy="723960"/>
            <a:chOff x="7460568" y="3609864"/>
            <a:chExt cx="2914920" cy="72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1AAF72E1-94B2-99F7-4C42-EB7A7D0C7564}"/>
                    </a:ext>
                  </a:extLst>
                </p14:cNvPr>
                <p14:cNvContentPartPr/>
                <p14:nvPr/>
              </p14:nvContentPartPr>
              <p14:xfrm>
                <a:off x="7460568" y="3748104"/>
                <a:ext cx="153360" cy="7560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1AAF72E1-94B2-99F7-4C42-EB7A7D0C756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451568" y="3739104"/>
                  <a:ext cx="17100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9883CC38-1FD9-82E3-538F-D5B008BD61C1}"/>
                    </a:ext>
                  </a:extLst>
                </p14:cNvPr>
                <p14:cNvContentPartPr/>
                <p14:nvPr/>
              </p14:nvContentPartPr>
              <p14:xfrm>
                <a:off x="7736328" y="3660984"/>
                <a:ext cx="186120" cy="1760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9883CC38-1FD9-82E3-538F-D5B008BD61C1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727688" y="3651984"/>
                  <a:ext cx="20376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0E7F11C0-B881-22B7-4D12-94179C7D4A41}"/>
                    </a:ext>
                  </a:extLst>
                </p14:cNvPr>
                <p14:cNvContentPartPr/>
                <p14:nvPr/>
              </p14:nvContentPartPr>
              <p14:xfrm>
                <a:off x="8314488" y="3712824"/>
                <a:ext cx="180000" cy="1375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0E7F11C0-B881-22B7-4D12-94179C7D4A4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305848" y="3703824"/>
                  <a:ext cx="1976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048EEE3-DEBC-2A5E-F944-1E454D7994E9}"/>
                    </a:ext>
                  </a:extLst>
                </p14:cNvPr>
                <p14:cNvContentPartPr/>
                <p14:nvPr/>
              </p14:nvContentPartPr>
              <p14:xfrm>
                <a:off x="8589168" y="3628944"/>
                <a:ext cx="459720" cy="3884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048EEE3-DEBC-2A5E-F944-1E454D7994E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580168" y="3619944"/>
                  <a:ext cx="477360" cy="40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586F2875-EDD6-858A-83AB-46A6B3C4122F}"/>
                    </a:ext>
                  </a:extLst>
                </p14:cNvPr>
                <p14:cNvContentPartPr/>
                <p14:nvPr/>
              </p14:nvContentPartPr>
              <p14:xfrm>
                <a:off x="9116928" y="3665664"/>
                <a:ext cx="102600" cy="252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586F2875-EDD6-858A-83AB-46A6B3C4122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108288" y="3656664"/>
                  <a:ext cx="1202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949EFAE5-9CAC-3718-22B3-923F997A90D0}"/>
                    </a:ext>
                  </a:extLst>
                </p14:cNvPr>
                <p14:cNvContentPartPr/>
                <p14:nvPr/>
              </p14:nvContentPartPr>
              <p14:xfrm>
                <a:off x="9290448" y="3609864"/>
                <a:ext cx="230760" cy="2840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949EFAE5-9CAC-3718-22B3-923F997A90D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281808" y="3600864"/>
                  <a:ext cx="24840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FD2F96DA-D52A-C199-3A4E-621486B6190A}"/>
                    </a:ext>
                  </a:extLst>
                </p14:cNvPr>
                <p14:cNvContentPartPr/>
                <p14:nvPr/>
              </p14:nvContentPartPr>
              <p14:xfrm>
                <a:off x="9617688" y="3698424"/>
                <a:ext cx="254520" cy="655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FD2F96DA-D52A-C199-3A4E-621486B6190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609048" y="3689424"/>
                  <a:ext cx="2721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CC16BF81-7829-C0D8-2FC3-2F8CF3F3786E}"/>
                    </a:ext>
                  </a:extLst>
                </p14:cNvPr>
                <p14:cNvContentPartPr/>
                <p14:nvPr/>
              </p14:nvContentPartPr>
              <p14:xfrm>
                <a:off x="9941328" y="3707424"/>
                <a:ext cx="240480" cy="568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CC16BF81-7829-C0D8-2FC3-2F8CF3F3786E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932688" y="3698424"/>
                  <a:ext cx="2581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D5A1F25-B6B4-E17B-114B-B04D10EF56B6}"/>
                    </a:ext>
                  </a:extLst>
                </p14:cNvPr>
                <p14:cNvContentPartPr/>
                <p14:nvPr/>
              </p14:nvContentPartPr>
              <p14:xfrm>
                <a:off x="10365408" y="3748824"/>
                <a:ext cx="10080" cy="144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D5A1F25-B6B4-E17B-114B-B04D10EF56B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356408" y="3740184"/>
                  <a:ext cx="277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15CB6FAC-5CB5-3DAC-9A6B-057AC49C9B32}"/>
                    </a:ext>
                  </a:extLst>
                </p14:cNvPr>
                <p14:cNvContentPartPr/>
                <p14:nvPr/>
              </p14:nvContentPartPr>
              <p14:xfrm>
                <a:off x="7671528" y="3993984"/>
                <a:ext cx="194040" cy="17928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15CB6FAC-5CB5-3DAC-9A6B-057AC49C9B32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662888" y="3984984"/>
                  <a:ext cx="21168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D943B52C-90D1-A621-982E-828E7578491D}"/>
                    </a:ext>
                  </a:extLst>
                </p14:cNvPr>
                <p14:cNvContentPartPr/>
                <p14:nvPr/>
              </p14:nvContentPartPr>
              <p14:xfrm>
                <a:off x="7938648" y="3952224"/>
                <a:ext cx="520200" cy="1666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D943B52C-90D1-A621-982E-828E7578491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930008" y="3943584"/>
                  <a:ext cx="5378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221AD683-9543-0021-30FF-7F884C97B5AA}"/>
                    </a:ext>
                  </a:extLst>
                </p14:cNvPr>
                <p14:cNvContentPartPr/>
                <p14:nvPr/>
              </p14:nvContentPartPr>
              <p14:xfrm>
                <a:off x="8525088" y="3992904"/>
                <a:ext cx="65520" cy="1058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221AD683-9543-0021-30FF-7F884C97B5A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516088" y="3984264"/>
                  <a:ext cx="8316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A0941457-7789-F431-401F-FE29C2FDACC7}"/>
                    </a:ext>
                  </a:extLst>
                </p14:cNvPr>
                <p14:cNvContentPartPr/>
                <p14:nvPr/>
              </p14:nvContentPartPr>
              <p14:xfrm>
                <a:off x="8377128" y="4009104"/>
                <a:ext cx="69840" cy="147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A0941457-7789-F431-401F-FE29C2FDACC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368488" y="4000104"/>
                  <a:ext cx="874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DF22FA3B-F5B8-8F46-1D37-3AB9168693F9}"/>
                    </a:ext>
                  </a:extLst>
                </p14:cNvPr>
                <p14:cNvContentPartPr/>
                <p14:nvPr/>
              </p14:nvContentPartPr>
              <p14:xfrm>
                <a:off x="8877528" y="4077864"/>
                <a:ext cx="178560" cy="961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DF22FA3B-F5B8-8F46-1D37-3AB9168693F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868528" y="4069224"/>
                  <a:ext cx="19620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257514C9-3DC4-4FF1-1EA2-DE8EC9D871A5}"/>
                    </a:ext>
                  </a:extLst>
                </p14:cNvPr>
                <p14:cNvContentPartPr/>
                <p14:nvPr/>
              </p14:nvContentPartPr>
              <p14:xfrm>
                <a:off x="9136728" y="4049424"/>
                <a:ext cx="20520" cy="8964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257514C9-3DC4-4FF1-1EA2-DE8EC9D871A5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128088" y="4040784"/>
                  <a:ext cx="3816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D29521E0-273D-C57D-9F23-9B28190AEE90}"/>
                    </a:ext>
                  </a:extLst>
                </p14:cNvPr>
                <p14:cNvContentPartPr/>
                <p14:nvPr/>
              </p14:nvContentPartPr>
              <p14:xfrm>
                <a:off x="9186768" y="3994344"/>
                <a:ext cx="174960" cy="13788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D29521E0-273D-C57D-9F23-9B28190AEE9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178128" y="3985704"/>
                  <a:ext cx="1926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B78F521C-948A-1F56-ED3E-CB2C664A6FDB}"/>
                    </a:ext>
                  </a:extLst>
                </p14:cNvPr>
                <p14:cNvContentPartPr/>
                <p14:nvPr/>
              </p14:nvContentPartPr>
              <p14:xfrm>
                <a:off x="9520848" y="4036464"/>
                <a:ext cx="183960" cy="2973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B78F521C-948A-1F56-ED3E-CB2C664A6FD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512208" y="4027464"/>
                  <a:ext cx="20160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0E04D0AF-749D-F13B-7748-42C458F2E450}"/>
                    </a:ext>
                  </a:extLst>
                </p14:cNvPr>
                <p14:cNvContentPartPr/>
                <p14:nvPr/>
              </p14:nvContentPartPr>
              <p14:xfrm>
                <a:off x="9808128" y="3951504"/>
                <a:ext cx="354960" cy="1569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0E04D0AF-749D-F13B-7748-42C458F2E45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799488" y="3942864"/>
                  <a:ext cx="3726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9CB02D86-1DA1-7FDA-D821-95489988475E}"/>
                    </a:ext>
                  </a:extLst>
                </p14:cNvPr>
                <p14:cNvContentPartPr/>
                <p14:nvPr/>
              </p14:nvContentPartPr>
              <p14:xfrm>
                <a:off x="10216008" y="4058424"/>
                <a:ext cx="89640" cy="579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9CB02D86-1DA1-7FDA-D821-95489988475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207368" y="4049424"/>
                  <a:ext cx="10728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22069438-229B-0643-AFA6-61643CE300D9}"/>
              </a:ext>
            </a:extLst>
          </p:cNvPr>
          <p:cNvGrpSpPr/>
          <p:nvPr/>
        </p:nvGrpSpPr>
        <p:grpSpPr>
          <a:xfrm>
            <a:off x="10509048" y="3981024"/>
            <a:ext cx="1105200" cy="158400"/>
            <a:chOff x="10509048" y="3981024"/>
            <a:chExt cx="1105200" cy="15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8C4C0AFC-C8B1-F6D0-B2F0-0399C0BDF881}"/>
                    </a:ext>
                  </a:extLst>
                </p14:cNvPr>
                <p14:cNvContentPartPr/>
                <p14:nvPr/>
              </p14:nvContentPartPr>
              <p14:xfrm>
                <a:off x="10509048" y="4056264"/>
                <a:ext cx="72720" cy="8316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8C4C0AFC-C8B1-F6D0-B2F0-0399C0BDF88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500408" y="4047624"/>
                  <a:ext cx="9036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F987EBF2-F956-CADB-CF5C-B733A84EC0AA}"/>
                    </a:ext>
                  </a:extLst>
                </p14:cNvPr>
                <p14:cNvContentPartPr/>
                <p14:nvPr/>
              </p14:nvContentPartPr>
              <p14:xfrm>
                <a:off x="10637208" y="4067424"/>
                <a:ext cx="72360" cy="5112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F987EBF2-F956-CADB-CF5C-B733A84EC0A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628208" y="4058784"/>
                  <a:ext cx="9000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8FD7F0D3-54C8-6EE3-2AA3-37AEC7CF83E7}"/>
                    </a:ext>
                  </a:extLst>
                </p14:cNvPr>
                <p14:cNvContentPartPr/>
                <p14:nvPr/>
              </p14:nvContentPartPr>
              <p14:xfrm>
                <a:off x="10751688" y="4063464"/>
                <a:ext cx="148680" cy="540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8FD7F0D3-54C8-6EE3-2AA3-37AEC7CF83E7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743048" y="4054464"/>
                  <a:ext cx="1663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25507495-E00F-152E-FF46-5818E3B45A30}"/>
                    </a:ext>
                  </a:extLst>
                </p14:cNvPr>
                <p14:cNvContentPartPr/>
                <p14:nvPr/>
              </p14:nvContentPartPr>
              <p14:xfrm>
                <a:off x="11074608" y="4038984"/>
                <a:ext cx="225360" cy="723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25507495-E00F-152E-FF46-5818E3B45A30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065968" y="4029984"/>
                  <a:ext cx="24300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038E8A70-6696-55F0-0990-2FAFE2223221}"/>
                    </a:ext>
                  </a:extLst>
                </p14:cNvPr>
                <p14:cNvContentPartPr/>
                <p14:nvPr/>
              </p14:nvContentPartPr>
              <p14:xfrm>
                <a:off x="11354328" y="3981024"/>
                <a:ext cx="15480" cy="165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038E8A70-6696-55F0-0990-2FAFE222322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345688" y="3972024"/>
                  <a:ext cx="331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875C0D28-B714-14CC-86A2-CA358A1E1479}"/>
                    </a:ext>
                  </a:extLst>
                </p14:cNvPr>
                <p14:cNvContentPartPr/>
                <p14:nvPr/>
              </p14:nvContentPartPr>
              <p14:xfrm>
                <a:off x="11444328" y="4041864"/>
                <a:ext cx="169920" cy="5364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875C0D28-B714-14CC-86A2-CA358A1E1479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435688" y="4032864"/>
                  <a:ext cx="187560" cy="7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A5FB9EFA-002D-7053-D248-4EFA10ED38ED}"/>
              </a:ext>
            </a:extLst>
          </p:cNvPr>
          <p:cNvGrpSpPr/>
          <p:nvPr/>
        </p:nvGrpSpPr>
        <p:grpSpPr>
          <a:xfrm>
            <a:off x="4626648" y="4536144"/>
            <a:ext cx="451080" cy="200880"/>
            <a:chOff x="4626648" y="4536144"/>
            <a:chExt cx="451080" cy="20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EBB28886-EC77-0B11-24B4-0BEB0C21C369}"/>
                    </a:ext>
                  </a:extLst>
                </p14:cNvPr>
                <p14:cNvContentPartPr/>
                <p14:nvPr/>
              </p14:nvContentPartPr>
              <p14:xfrm>
                <a:off x="4838328" y="4582584"/>
                <a:ext cx="139680" cy="792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EBB28886-EC77-0B11-24B4-0BEB0C21C36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829328" y="4573584"/>
                  <a:ext cx="1573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0F2584CC-6C44-FDC4-824F-762FD739EC31}"/>
                    </a:ext>
                  </a:extLst>
                </p14:cNvPr>
                <p14:cNvContentPartPr/>
                <p14:nvPr/>
              </p14:nvContentPartPr>
              <p14:xfrm>
                <a:off x="4973328" y="4579344"/>
                <a:ext cx="104400" cy="11844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0F2584CC-6C44-FDC4-824F-762FD739EC31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964328" y="4570704"/>
                  <a:ext cx="1220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A982182E-1DF1-20ED-76CF-47E33DCC090C}"/>
                    </a:ext>
                  </a:extLst>
                </p14:cNvPr>
                <p14:cNvContentPartPr/>
                <p14:nvPr/>
              </p14:nvContentPartPr>
              <p14:xfrm>
                <a:off x="4626648" y="4536144"/>
                <a:ext cx="75600" cy="20088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A982182E-1DF1-20ED-76CF-47E33DCC090C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4618008" y="4527504"/>
                  <a:ext cx="93240" cy="21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68CC2645-AB1D-9C73-8119-92060AF24217}"/>
              </a:ext>
            </a:extLst>
          </p:cNvPr>
          <p:cNvGrpSpPr/>
          <p:nvPr/>
        </p:nvGrpSpPr>
        <p:grpSpPr>
          <a:xfrm>
            <a:off x="5643648" y="4585464"/>
            <a:ext cx="117720" cy="56880"/>
            <a:chOff x="5643648" y="4585464"/>
            <a:chExt cx="117720" cy="5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1E137527-8B79-24E3-7319-693218B855DB}"/>
                    </a:ext>
                  </a:extLst>
                </p14:cNvPr>
                <p14:cNvContentPartPr/>
                <p14:nvPr/>
              </p14:nvContentPartPr>
              <p14:xfrm>
                <a:off x="5752008" y="4585464"/>
                <a:ext cx="9360" cy="342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1E137527-8B79-24E3-7319-693218B855DB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743008" y="4576464"/>
                  <a:ext cx="270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BC7995A5-BB35-A829-5A3E-CD77AD2007E4}"/>
                    </a:ext>
                  </a:extLst>
                </p14:cNvPr>
                <p14:cNvContentPartPr/>
                <p14:nvPr/>
              </p14:nvContentPartPr>
              <p14:xfrm>
                <a:off x="5643648" y="4620384"/>
                <a:ext cx="95040" cy="219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BC7995A5-BB35-A829-5A3E-CD77AD2007E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635008" y="4611744"/>
                  <a:ext cx="112680" cy="39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7779CB29-549B-F335-EF97-137B8B05F956}"/>
                  </a:ext>
                </a:extLst>
              </p14:cNvPr>
              <p14:cNvContentPartPr/>
              <p14:nvPr/>
            </p14:nvContentPartPr>
            <p14:xfrm>
              <a:off x="6015888" y="4575024"/>
              <a:ext cx="446760" cy="2376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7779CB29-549B-F335-EF97-137B8B05F956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6007248" y="4566024"/>
                <a:ext cx="464400" cy="4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46" name="Group 245">
            <a:extLst>
              <a:ext uri="{FF2B5EF4-FFF2-40B4-BE49-F238E27FC236}">
                <a16:creationId xmlns:a16="http://schemas.microsoft.com/office/drawing/2014/main" id="{134EEBB7-0510-1DEB-71AB-19C39BC88E5D}"/>
              </a:ext>
            </a:extLst>
          </p:cNvPr>
          <p:cNvGrpSpPr/>
          <p:nvPr/>
        </p:nvGrpSpPr>
        <p:grpSpPr>
          <a:xfrm>
            <a:off x="6696288" y="4405104"/>
            <a:ext cx="626760" cy="211320"/>
            <a:chOff x="6696288" y="4405104"/>
            <a:chExt cx="626760" cy="21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48D4D551-271C-4420-46A5-02EA79E20210}"/>
                    </a:ext>
                  </a:extLst>
                </p14:cNvPr>
                <p14:cNvContentPartPr/>
                <p14:nvPr/>
              </p14:nvContentPartPr>
              <p14:xfrm>
                <a:off x="6696288" y="4405104"/>
                <a:ext cx="454320" cy="2113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48D4D551-271C-4420-46A5-02EA79E2021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687288" y="4396464"/>
                  <a:ext cx="47196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1E21DD69-BD52-ED45-FF9B-955AD5359308}"/>
                    </a:ext>
                  </a:extLst>
                </p14:cNvPr>
                <p14:cNvContentPartPr/>
                <p14:nvPr/>
              </p14:nvContentPartPr>
              <p14:xfrm>
                <a:off x="7171848" y="4419504"/>
                <a:ext cx="151200" cy="1328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1E21DD69-BD52-ED45-FF9B-955AD5359308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162848" y="4410864"/>
                  <a:ext cx="168840" cy="15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1B69A128-4274-EBB3-042C-5462ABB05EB4}"/>
              </a:ext>
            </a:extLst>
          </p:cNvPr>
          <p:cNvGrpSpPr/>
          <p:nvPr/>
        </p:nvGrpSpPr>
        <p:grpSpPr>
          <a:xfrm>
            <a:off x="7692048" y="4424544"/>
            <a:ext cx="764280" cy="245520"/>
            <a:chOff x="7692048" y="4424544"/>
            <a:chExt cx="764280" cy="24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D7197996-D7EE-5ABF-975B-9BC43CC76772}"/>
                    </a:ext>
                  </a:extLst>
                </p14:cNvPr>
                <p14:cNvContentPartPr/>
                <p14:nvPr/>
              </p14:nvContentPartPr>
              <p14:xfrm>
                <a:off x="7692048" y="4498704"/>
                <a:ext cx="159480" cy="1713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D7197996-D7EE-5ABF-975B-9BC43CC7677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683048" y="4490064"/>
                  <a:ext cx="1771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4595D308-3841-5CDF-E7CE-0E4023D8F667}"/>
                    </a:ext>
                  </a:extLst>
                </p14:cNvPr>
                <p14:cNvContentPartPr/>
                <p14:nvPr/>
              </p14:nvContentPartPr>
              <p14:xfrm>
                <a:off x="7964568" y="4424544"/>
                <a:ext cx="149760" cy="1890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4595D308-3841-5CDF-E7CE-0E4023D8F667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955928" y="4415904"/>
                  <a:ext cx="16740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F264EDEB-7848-0BBD-2951-9B029D10CF45}"/>
                    </a:ext>
                  </a:extLst>
                </p14:cNvPr>
                <p14:cNvContentPartPr/>
                <p14:nvPr/>
              </p14:nvContentPartPr>
              <p14:xfrm>
                <a:off x="8158608" y="4561704"/>
                <a:ext cx="151920" cy="540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F264EDEB-7848-0BBD-2951-9B029D10CF45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149608" y="4552704"/>
                  <a:ext cx="16956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0E63BBAE-98D5-A730-0AEB-0990CCF52927}"/>
                    </a:ext>
                  </a:extLst>
                </p14:cNvPr>
                <p14:cNvContentPartPr/>
                <p14:nvPr/>
              </p14:nvContentPartPr>
              <p14:xfrm>
                <a:off x="8412768" y="4531104"/>
                <a:ext cx="43560" cy="8388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0E63BBAE-98D5-A730-0AEB-0990CCF5292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403768" y="4522104"/>
                  <a:ext cx="612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9198B413-E802-6CF4-5EAA-A45002B27854}"/>
                    </a:ext>
                  </a:extLst>
                </p14:cNvPr>
                <p14:cNvContentPartPr/>
                <p14:nvPr/>
              </p14:nvContentPartPr>
              <p14:xfrm>
                <a:off x="8374968" y="4471344"/>
                <a:ext cx="28800" cy="194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9198B413-E802-6CF4-5EAA-A45002B2785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366328" y="4462344"/>
                  <a:ext cx="4644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55" name="Ink 254">
                <a:extLst>
                  <a:ext uri="{FF2B5EF4-FFF2-40B4-BE49-F238E27FC236}">
                    <a16:creationId xmlns:a16="http://schemas.microsoft.com/office/drawing/2014/main" id="{8F879F8F-EE77-FCD8-DBA6-ED357E56BEF9}"/>
                  </a:ext>
                </a:extLst>
              </p14:cNvPr>
              <p14:cNvContentPartPr/>
              <p14:nvPr/>
            </p14:nvContentPartPr>
            <p14:xfrm>
              <a:off x="8853048" y="4423824"/>
              <a:ext cx="159120" cy="217440"/>
            </p14:xfrm>
          </p:contentPart>
        </mc:Choice>
        <mc:Fallback xmlns="">
          <p:pic>
            <p:nvPicPr>
              <p:cNvPr id="255" name="Ink 254">
                <a:extLst>
                  <a:ext uri="{FF2B5EF4-FFF2-40B4-BE49-F238E27FC236}">
                    <a16:creationId xmlns:a16="http://schemas.microsoft.com/office/drawing/2014/main" id="{8F879F8F-EE77-FCD8-DBA6-ED357E56BEF9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8844048" y="4415184"/>
                <a:ext cx="176760" cy="235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9" name="Group 258">
            <a:extLst>
              <a:ext uri="{FF2B5EF4-FFF2-40B4-BE49-F238E27FC236}">
                <a16:creationId xmlns:a16="http://schemas.microsoft.com/office/drawing/2014/main" id="{7CFDD3B7-48F4-040D-1A3B-A44346A3D776}"/>
              </a:ext>
            </a:extLst>
          </p:cNvPr>
          <p:cNvGrpSpPr/>
          <p:nvPr/>
        </p:nvGrpSpPr>
        <p:grpSpPr>
          <a:xfrm>
            <a:off x="9272448" y="4397184"/>
            <a:ext cx="651960" cy="208080"/>
            <a:chOff x="9272448" y="4397184"/>
            <a:chExt cx="651960" cy="20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D121B1BD-9A4B-F903-961A-8792EF759205}"/>
                    </a:ext>
                  </a:extLst>
                </p14:cNvPr>
                <p14:cNvContentPartPr/>
                <p14:nvPr/>
              </p14:nvContentPartPr>
              <p14:xfrm>
                <a:off x="9272448" y="4397184"/>
                <a:ext cx="480960" cy="20808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D121B1BD-9A4B-F903-961A-8792EF759205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263808" y="4388544"/>
                  <a:ext cx="4986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958C8753-4693-72A2-8B7F-B4DA11A6F84B}"/>
                    </a:ext>
                  </a:extLst>
                </p14:cNvPr>
                <p14:cNvContentPartPr/>
                <p14:nvPr/>
              </p14:nvContentPartPr>
              <p14:xfrm>
                <a:off x="9815688" y="4496184"/>
                <a:ext cx="108720" cy="4644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958C8753-4693-72A2-8B7F-B4DA11A6F84B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806688" y="4487184"/>
                  <a:ext cx="126360" cy="6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9FBE9015-5F0A-26EC-B9CE-E985C85794F0}"/>
              </a:ext>
            </a:extLst>
          </p:cNvPr>
          <p:cNvGrpSpPr/>
          <p:nvPr/>
        </p:nvGrpSpPr>
        <p:grpSpPr>
          <a:xfrm>
            <a:off x="10120968" y="4483224"/>
            <a:ext cx="329040" cy="82080"/>
            <a:chOff x="10120968" y="4483224"/>
            <a:chExt cx="329040" cy="8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E92C60D6-F121-B2DE-44F5-D449635DFB7F}"/>
                    </a:ext>
                  </a:extLst>
                </p14:cNvPr>
                <p14:cNvContentPartPr/>
                <p14:nvPr/>
              </p14:nvContentPartPr>
              <p14:xfrm>
                <a:off x="10120968" y="4483224"/>
                <a:ext cx="58680" cy="820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E92C60D6-F121-B2DE-44F5-D449635DFB7F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111968" y="4474224"/>
                  <a:ext cx="763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DEC767E4-7BBB-4ABB-A3B1-8C205966632F}"/>
                    </a:ext>
                  </a:extLst>
                </p14:cNvPr>
                <p14:cNvContentPartPr/>
                <p14:nvPr/>
              </p14:nvContentPartPr>
              <p14:xfrm>
                <a:off x="10179288" y="4498704"/>
                <a:ext cx="270720" cy="651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DEC767E4-7BBB-4ABB-A3B1-8C205966632F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170288" y="4489704"/>
                  <a:ext cx="288360" cy="8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ACB0E3AB-D9F6-59AE-4CFA-1A1FD5F33EF2}"/>
              </a:ext>
            </a:extLst>
          </p:cNvPr>
          <p:cNvGrpSpPr/>
          <p:nvPr/>
        </p:nvGrpSpPr>
        <p:grpSpPr>
          <a:xfrm>
            <a:off x="10691208" y="4360464"/>
            <a:ext cx="938520" cy="229680"/>
            <a:chOff x="10691208" y="4360464"/>
            <a:chExt cx="938520" cy="22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E5C030E7-9EEC-8688-2E82-6A4942BFC660}"/>
                    </a:ext>
                  </a:extLst>
                </p14:cNvPr>
                <p14:cNvContentPartPr/>
                <p14:nvPr/>
              </p14:nvContentPartPr>
              <p14:xfrm>
                <a:off x="10691208" y="4404744"/>
                <a:ext cx="110520" cy="1544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E5C030E7-9EEC-8688-2E82-6A4942BFC66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682208" y="4395744"/>
                  <a:ext cx="1281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DF4305AE-7F09-D1FE-A6FD-166877A4C2EB}"/>
                    </a:ext>
                  </a:extLst>
                </p14:cNvPr>
                <p14:cNvContentPartPr/>
                <p14:nvPr/>
              </p14:nvContentPartPr>
              <p14:xfrm>
                <a:off x="10835208" y="4360464"/>
                <a:ext cx="196560" cy="18252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DF4305AE-7F09-D1FE-A6FD-166877A4C2EB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826568" y="4351464"/>
                  <a:ext cx="2142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05413144-41AB-D06A-989D-D7A4E3B845C3}"/>
                    </a:ext>
                  </a:extLst>
                </p14:cNvPr>
                <p14:cNvContentPartPr/>
                <p14:nvPr/>
              </p14:nvContentPartPr>
              <p14:xfrm>
                <a:off x="11046528" y="4481064"/>
                <a:ext cx="2520" cy="1332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05413144-41AB-D06A-989D-D7A4E3B845C3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1037528" y="4472424"/>
                  <a:ext cx="201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C13A22BA-A3DE-FFFF-09A5-5EB73ADA870A}"/>
                    </a:ext>
                  </a:extLst>
                </p14:cNvPr>
                <p14:cNvContentPartPr/>
                <p14:nvPr/>
              </p14:nvContentPartPr>
              <p14:xfrm>
                <a:off x="11095848" y="4458024"/>
                <a:ext cx="108360" cy="7272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C13A22BA-A3DE-FFFF-09A5-5EB73ADA870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1087208" y="4449384"/>
                  <a:ext cx="12600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F9659F97-A41B-D5CB-3DEB-FABB623063F4}"/>
                    </a:ext>
                  </a:extLst>
                </p14:cNvPr>
                <p14:cNvContentPartPr/>
                <p14:nvPr/>
              </p14:nvContentPartPr>
              <p14:xfrm>
                <a:off x="11246688" y="4491144"/>
                <a:ext cx="28080" cy="360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F9659F97-A41B-D5CB-3DEB-FABB623063F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1238048" y="4482144"/>
                  <a:ext cx="457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F9D44EDA-9194-8F66-4909-777BED81CA9D}"/>
                    </a:ext>
                  </a:extLst>
                </p14:cNvPr>
                <p14:cNvContentPartPr/>
                <p14:nvPr/>
              </p14:nvContentPartPr>
              <p14:xfrm>
                <a:off x="11338488" y="4490064"/>
                <a:ext cx="149400" cy="6120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F9D44EDA-9194-8F66-4909-777BED81CA9D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329488" y="4481424"/>
                  <a:ext cx="16704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5E0762A1-3FFC-44D7-C74F-4B9CC83607B2}"/>
                    </a:ext>
                  </a:extLst>
                </p14:cNvPr>
                <p14:cNvContentPartPr/>
                <p14:nvPr/>
              </p14:nvContentPartPr>
              <p14:xfrm>
                <a:off x="11614248" y="4579344"/>
                <a:ext cx="15480" cy="108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5E0762A1-3FFC-44D7-C74F-4B9CC83607B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605608" y="4570704"/>
                  <a:ext cx="3312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2C7177B6-BF56-4A38-E71D-F2165948FEF5}"/>
              </a:ext>
            </a:extLst>
          </p:cNvPr>
          <p:cNvGrpSpPr/>
          <p:nvPr/>
        </p:nvGrpSpPr>
        <p:grpSpPr>
          <a:xfrm>
            <a:off x="4697928" y="4885704"/>
            <a:ext cx="487800" cy="169200"/>
            <a:chOff x="4697928" y="4885704"/>
            <a:chExt cx="487800" cy="16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619C06E3-65D2-1DA4-C8EB-17645E2E5939}"/>
                    </a:ext>
                  </a:extLst>
                </p14:cNvPr>
                <p14:cNvContentPartPr/>
                <p14:nvPr/>
              </p14:nvContentPartPr>
              <p14:xfrm>
                <a:off x="4919688" y="4885704"/>
                <a:ext cx="129600" cy="1152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619C06E3-65D2-1DA4-C8EB-17645E2E593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911048" y="4877064"/>
                  <a:ext cx="14724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DDD726AC-466A-5298-24B8-D390802F3796}"/>
                    </a:ext>
                  </a:extLst>
                </p14:cNvPr>
                <p14:cNvContentPartPr/>
                <p14:nvPr/>
              </p14:nvContentPartPr>
              <p14:xfrm>
                <a:off x="5077008" y="4911984"/>
                <a:ext cx="21600" cy="806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DDD726AC-466A-5298-24B8-D390802F379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5068008" y="4903344"/>
                  <a:ext cx="3924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E45B57E7-1062-D621-080F-AF01967533C3}"/>
                    </a:ext>
                  </a:extLst>
                </p14:cNvPr>
                <p14:cNvContentPartPr/>
                <p14:nvPr/>
              </p14:nvContentPartPr>
              <p14:xfrm>
                <a:off x="5163408" y="4914504"/>
                <a:ext cx="22320" cy="5076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E45B57E7-1062-D621-080F-AF01967533C3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5154768" y="4905864"/>
                  <a:ext cx="3996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3259C709-5962-6181-79F2-95A235C385E5}"/>
                    </a:ext>
                  </a:extLst>
                </p14:cNvPr>
                <p14:cNvContentPartPr/>
                <p14:nvPr/>
              </p14:nvContentPartPr>
              <p14:xfrm>
                <a:off x="4697928" y="4901184"/>
                <a:ext cx="196560" cy="1537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3259C709-5962-6181-79F2-95A235C385E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688928" y="4892184"/>
                  <a:ext cx="214200" cy="17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74" name="Ink 273">
                <a:extLst>
                  <a:ext uri="{FF2B5EF4-FFF2-40B4-BE49-F238E27FC236}">
                    <a16:creationId xmlns:a16="http://schemas.microsoft.com/office/drawing/2014/main" id="{A0A4D92F-A093-472F-1FD9-FFA5A0AF4528}"/>
                  </a:ext>
                </a:extLst>
              </p14:cNvPr>
              <p14:cNvContentPartPr/>
              <p14:nvPr/>
            </p14:nvContentPartPr>
            <p14:xfrm>
              <a:off x="5662008" y="4991904"/>
              <a:ext cx="20520" cy="17280"/>
            </p14:xfrm>
          </p:contentPart>
        </mc:Choice>
        <mc:Fallback xmlns="">
          <p:pic>
            <p:nvPicPr>
              <p:cNvPr id="274" name="Ink 273">
                <a:extLst>
                  <a:ext uri="{FF2B5EF4-FFF2-40B4-BE49-F238E27FC236}">
                    <a16:creationId xmlns:a16="http://schemas.microsoft.com/office/drawing/2014/main" id="{A0A4D92F-A093-472F-1FD9-FFA5A0AF4528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5653008" y="4982904"/>
                <a:ext cx="38160" cy="34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78" name="Group 277">
            <a:extLst>
              <a:ext uri="{FF2B5EF4-FFF2-40B4-BE49-F238E27FC236}">
                <a16:creationId xmlns:a16="http://schemas.microsoft.com/office/drawing/2014/main" id="{C0FA1DE3-DB43-50D5-98C8-7213A40E75E1}"/>
              </a:ext>
            </a:extLst>
          </p:cNvPr>
          <p:cNvGrpSpPr/>
          <p:nvPr/>
        </p:nvGrpSpPr>
        <p:grpSpPr>
          <a:xfrm>
            <a:off x="5892768" y="5029704"/>
            <a:ext cx="362520" cy="33480"/>
            <a:chOff x="5892768" y="5029704"/>
            <a:chExt cx="362520" cy="3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5FCC0429-C03D-A5F0-E3FD-2A0DEE1EACB6}"/>
                    </a:ext>
                  </a:extLst>
                </p14:cNvPr>
                <p14:cNvContentPartPr/>
                <p14:nvPr/>
              </p14:nvContentPartPr>
              <p14:xfrm>
                <a:off x="5892768" y="5042664"/>
                <a:ext cx="12600" cy="79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5FCC0429-C03D-A5F0-E3FD-2A0DEE1EACB6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884128" y="5034024"/>
                  <a:ext cx="302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AEAC30BD-03BE-101A-6B6C-FB4628D42A8F}"/>
                    </a:ext>
                  </a:extLst>
                </p14:cNvPr>
                <p14:cNvContentPartPr/>
                <p14:nvPr/>
              </p14:nvContentPartPr>
              <p14:xfrm>
                <a:off x="6036408" y="5045904"/>
                <a:ext cx="24480" cy="172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AEAC30BD-03BE-101A-6B6C-FB4628D42A8F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027768" y="5036904"/>
                  <a:ext cx="4212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983EB29E-6F1B-69CB-7001-687F471FFAB7}"/>
                    </a:ext>
                  </a:extLst>
                </p14:cNvPr>
                <p14:cNvContentPartPr/>
                <p14:nvPr/>
              </p14:nvContentPartPr>
              <p14:xfrm>
                <a:off x="6222888" y="5029704"/>
                <a:ext cx="32400" cy="234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983EB29E-6F1B-69CB-7001-687F471FFAB7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6214248" y="5021064"/>
                  <a:ext cx="5004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681F662B-3BC0-B911-0236-CAD14B67D19A}"/>
              </a:ext>
            </a:extLst>
          </p:cNvPr>
          <p:cNvGrpSpPr/>
          <p:nvPr/>
        </p:nvGrpSpPr>
        <p:grpSpPr>
          <a:xfrm>
            <a:off x="6712488" y="4881744"/>
            <a:ext cx="1006560" cy="198360"/>
            <a:chOff x="6712488" y="4881744"/>
            <a:chExt cx="1006560" cy="19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730C7DB0-07AB-C15D-F17F-FFF3D79F48A6}"/>
                    </a:ext>
                  </a:extLst>
                </p14:cNvPr>
                <p14:cNvContentPartPr/>
                <p14:nvPr/>
              </p14:nvContentPartPr>
              <p14:xfrm>
                <a:off x="6712488" y="4914144"/>
                <a:ext cx="285480" cy="1659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730C7DB0-07AB-C15D-F17F-FFF3D79F48A6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6703848" y="4905144"/>
                  <a:ext cx="3031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7D646521-97B9-F244-CC7C-BEA3AE91D309}"/>
                    </a:ext>
                  </a:extLst>
                </p14:cNvPr>
                <p14:cNvContentPartPr/>
                <p14:nvPr/>
              </p14:nvContentPartPr>
              <p14:xfrm>
                <a:off x="7156368" y="4893264"/>
                <a:ext cx="118800" cy="1641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7D646521-97B9-F244-CC7C-BEA3AE91D309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7147368" y="4884624"/>
                  <a:ext cx="1364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4BCB3A84-8ED5-1B66-0259-D907ADE55305}"/>
                    </a:ext>
                  </a:extLst>
                </p14:cNvPr>
                <p14:cNvContentPartPr/>
                <p14:nvPr/>
              </p14:nvContentPartPr>
              <p14:xfrm>
                <a:off x="7355808" y="4962384"/>
                <a:ext cx="170280" cy="7092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4BCB3A84-8ED5-1B66-0259-D907ADE55305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7347168" y="4953744"/>
                  <a:ext cx="1879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E00C3260-78E8-371E-D1C2-1D878F67537A}"/>
                    </a:ext>
                  </a:extLst>
                </p14:cNvPr>
                <p14:cNvContentPartPr/>
                <p14:nvPr/>
              </p14:nvContentPartPr>
              <p14:xfrm>
                <a:off x="7619328" y="4881744"/>
                <a:ext cx="99720" cy="14328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E00C3260-78E8-371E-D1C2-1D878F67537A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7610688" y="4873104"/>
                  <a:ext cx="117360" cy="16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F6792763-8B0A-17FB-C159-983B6344193F}"/>
              </a:ext>
            </a:extLst>
          </p:cNvPr>
          <p:cNvGrpSpPr/>
          <p:nvPr/>
        </p:nvGrpSpPr>
        <p:grpSpPr>
          <a:xfrm>
            <a:off x="8012088" y="4911624"/>
            <a:ext cx="714240" cy="258480"/>
            <a:chOff x="8012088" y="4911624"/>
            <a:chExt cx="714240" cy="25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FA36AD7A-B7E6-237E-8991-0D1AC8B4FAF6}"/>
                    </a:ext>
                  </a:extLst>
                </p14:cNvPr>
                <p14:cNvContentPartPr/>
                <p14:nvPr/>
              </p14:nvContentPartPr>
              <p14:xfrm>
                <a:off x="8012088" y="4911624"/>
                <a:ext cx="110880" cy="2584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FA36AD7A-B7E6-237E-8991-0D1AC8B4FAF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8003088" y="4902984"/>
                  <a:ext cx="1285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835B4773-75DA-2490-FD4A-5E7D5F86DAE5}"/>
                    </a:ext>
                  </a:extLst>
                </p14:cNvPr>
                <p14:cNvContentPartPr/>
                <p14:nvPr/>
              </p14:nvContentPartPr>
              <p14:xfrm>
                <a:off x="8212608" y="4985424"/>
                <a:ext cx="54360" cy="234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835B4773-75DA-2490-FD4A-5E7D5F86DAE5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8203968" y="4976784"/>
                  <a:ext cx="720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AD8EAA97-C5D9-FF5E-29F0-15D9D9378290}"/>
                    </a:ext>
                  </a:extLst>
                </p14:cNvPr>
                <p14:cNvContentPartPr/>
                <p14:nvPr/>
              </p14:nvContentPartPr>
              <p14:xfrm>
                <a:off x="8329968" y="4949424"/>
                <a:ext cx="228600" cy="579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AD8EAA97-C5D9-FF5E-29F0-15D9D9378290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8321328" y="4940784"/>
                  <a:ext cx="24624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A403906E-6446-0CA9-0750-C5C494EA7CCB}"/>
                    </a:ext>
                  </a:extLst>
                </p14:cNvPr>
                <p14:cNvContentPartPr/>
                <p14:nvPr/>
              </p14:nvContentPartPr>
              <p14:xfrm>
                <a:off x="8630568" y="4956984"/>
                <a:ext cx="95760" cy="302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A403906E-6446-0CA9-0750-C5C494EA7CCB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8621928" y="4948344"/>
                  <a:ext cx="11340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8AE14C01-D9C8-1D81-1CC2-E93519EEECDF}"/>
              </a:ext>
            </a:extLst>
          </p:cNvPr>
          <p:cNvGrpSpPr/>
          <p:nvPr/>
        </p:nvGrpSpPr>
        <p:grpSpPr>
          <a:xfrm>
            <a:off x="9085248" y="4770144"/>
            <a:ext cx="1843560" cy="349920"/>
            <a:chOff x="9085248" y="4770144"/>
            <a:chExt cx="1843560" cy="34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48CFA1B8-C0B9-F8C9-C58E-871E132E9D85}"/>
                    </a:ext>
                  </a:extLst>
                </p14:cNvPr>
                <p14:cNvContentPartPr/>
                <p14:nvPr/>
              </p14:nvContentPartPr>
              <p14:xfrm>
                <a:off x="9085248" y="4819464"/>
                <a:ext cx="108000" cy="2214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48CFA1B8-C0B9-F8C9-C58E-871E132E9D85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9076248" y="4810464"/>
                  <a:ext cx="12564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0D463009-58DD-1484-0CAB-484CFE5D1BB4}"/>
                    </a:ext>
                  </a:extLst>
                </p14:cNvPr>
                <p14:cNvContentPartPr/>
                <p14:nvPr/>
              </p14:nvContentPartPr>
              <p14:xfrm>
                <a:off x="9362088" y="4837104"/>
                <a:ext cx="203040" cy="1540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0D463009-58DD-1484-0CAB-484CFE5D1BB4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9353448" y="4828104"/>
                  <a:ext cx="2206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8EE00297-3BA7-CB83-B1FC-3A91ECB71423}"/>
                    </a:ext>
                  </a:extLst>
                </p14:cNvPr>
                <p14:cNvContentPartPr/>
                <p14:nvPr/>
              </p14:nvContentPartPr>
              <p14:xfrm>
                <a:off x="9560808" y="4804704"/>
                <a:ext cx="347400" cy="14976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8EE00297-3BA7-CB83-B1FC-3A91ECB71423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9551808" y="4796064"/>
                  <a:ext cx="3650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23760D0B-34CF-0A5E-4FA3-9C0E350A5974}"/>
                    </a:ext>
                  </a:extLst>
                </p14:cNvPr>
                <p14:cNvContentPartPr/>
                <p14:nvPr/>
              </p14:nvContentPartPr>
              <p14:xfrm>
                <a:off x="10088568" y="4819464"/>
                <a:ext cx="207360" cy="2692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23760D0B-34CF-0A5E-4FA3-9C0E350A5974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10079568" y="4810464"/>
                  <a:ext cx="22500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6A89BB61-C3F1-1AF4-5B11-7C0D42A5259C}"/>
                    </a:ext>
                  </a:extLst>
                </p14:cNvPr>
                <p14:cNvContentPartPr/>
                <p14:nvPr/>
              </p14:nvContentPartPr>
              <p14:xfrm>
                <a:off x="10454688" y="4770144"/>
                <a:ext cx="333000" cy="2066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6A89BB61-C3F1-1AF4-5B11-7C0D42A5259C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10445688" y="4761504"/>
                  <a:ext cx="3506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92337399-E19F-69FE-888D-4F17A2327C1A}"/>
                    </a:ext>
                  </a:extLst>
                </p14:cNvPr>
                <p14:cNvContentPartPr/>
                <p14:nvPr/>
              </p14:nvContentPartPr>
              <p14:xfrm>
                <a:off x="10758888" y="4875984"/>
                <a:ext cx="65160" cy="1728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92337399-E19F-69FE-888D-4F17A2327C1A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10749888" y="4867344"/>
                  <a:ext cx="828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990F072A-2799-D08F-D00B-CB3E94A6274D}"/>
                    </a:ext>
                  </a:extLst>
                </p14:cNvPr>
                <p14:cNvContentPartPr/>
                <p14:nvPr/>
              </p14:nvContentPartPr>
              <p14:xfrm>
                <a:off x="10864728" y="4920264"/>
                <a:ext cx="64080" cy="1998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990F072A-2799-D08F-D00B-CB3E94A6274D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0856088" y="4911624"/>
                  <a:ext cx="8172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200BAB5-45C6-858D-AF2C-3372E1461D26}"/>
              </a:ext>
            </a:extLst>
          </p:cNvPr>
          <p:cNvGrpSpPr/>
          <p:nvPr/>
        </p:nvGrpSpPr>
        <p:grpSpPr>
          <a:xfrm>
            <a:off x="11135808" y="4770144"/>
            <a:ext cx="485640" cy="367560"/>
            <a:chOff x="11135808" y="4770144"/>
            <a:chExt cx="485640" cy="36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EB269498-A22D-E63B-7E5D-D878762DA289}"/>
                    </a:ext>
                  </a:extLst>
                </p14:cNvPr>
                <p14:cNvContentPartPr/>
                <p14:nvPr/>
              </p14:nvContentPartPr>
              <p14:xfrm>
                <a:off x="11135808" y="4770144"/>
                <a:ext cx="173160" cy="25164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EB269498-A22D-E63B-7E5D-D878762DA289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11127168" y="4761144"/>
                  <a:ext cx="19080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EDA06976-805E-3D52-B70E-3BFF401ABE8F}"/>
                    </a:ext>
                  </a:extLst>
                </p14:cNvPr>
                <p14:cNvContentPartPr/>
                <p14:nvPr/>
              </p14:nvContentPartPr>
              <p14:xfrm>
                <a:off x="11322288" y="4836024"/>
                <a:ext cx="299160" cy="30168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EDA06976-805E-3D52-B70E-3BFF401ABE8F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11313288" y="4827384"/>
                  <a:ext cx="316800" cy="31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FE89774D-ACD9-98F5-5EA2-731FDA22F006}"/>
              </a:ext>
            </a:extLst>
          </p:cNvPr>
          <p:cNvGrpSpPr/>
          <p:nvPr/>
        </p:nvGrpSpPr>
        <p:grpSpPr>
          <a:xfrm>
            <a:off x="8440848" y="5149584"/>
            <a:ext cx="965160" cy="228240"/>
            <a:chOff x="8440848" y="5149584"/>
            <a:chExt cx="965160" cy="22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F4E0E401-51AC-8B68-4E43-893F88384766}"/>
                    </a:ext>
                  </a:extLst>
                </p14:cNvPr>
                <p14:cNvContentPartPr/>
                <p14:nvPr/>
              </p14:nvContentPartPr>
              <p14:xfrm>
                <a:off x="8440848" y="5149584"/>
                <a:ext cx="114120" cy="2282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F4E0E401-51AC-8B68-4E43-893F88384766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8431848" y="5140584"/>
                  <a:ext cx="1317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1A1A2330-5846-4EB9-126B-394039967986}"/>
                    </a:ext>
                  </a:extLst>
                </p14:cNvPr>
                <p14:cNvContentPartPr/>
                <p14:nvPr/>
              </p14:nvContentPartPr>
              <p14:xfrm>
                <a:off x="8598888" y="5227344"/>
                <a:ext cx="77040" cy="4896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1A1A2330-5846-4EB9-126B-394039967986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8590248" y="5218704"/>
                  <a:ext cx="946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A96D336C-1024-AE8B-5B0D-6E3786DE6D9E}"/>
                    </a:ext>
                  </a:extLst>
                </p14:cNvPr>
                <p14:cNvContentPartPr/>
                <p14:nvPr/>
              </p14:nvContentPartPr>
              <p14:xfrm>
                <a:off x="8734608" y="5224464"/>
                <a:ext cx="357480" cy="6984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A96D336C-1024-AE8B-5B0D-6E3786DE6D9E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8725608" y="5215824"/>
                  <a:ext cx="3751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7B6AEA1D-C9C9-949A-F1D8-B6C668AEFD1F}"/>
                    </a:ext>
                  </a:extLst>
                </p14:cNvPr>
                <p14:cNvContentPartPr/>
                <p14:nvPr/>
              </p14:nvContentPartPr>
              <p14:xfrm>
                <a:off x="8998128" y="5208264"/>
                <a:ext cx="248760" cy="10476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7B6AEA1D-C9C9-949A-F1D8-B6C668AEFD1F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8989488" y="5199264"/>
                  <a:ext cx="26640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0539D3F5-08CF-2373-0FE9-DADB7835EEAB}"/>
                    </a:ext>
                  </a:extLst>
                </p14:cNvPr>
                <p14:cNvContentPartPr/>
                <p14:nvPr/>
              </p14:nvContentPartPr>
              <p14:xfrm>
                <a:off x="9379008" y="5279544"/>
                <a:ext cx="27000" cy="219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0539D3F5-08CF-2373-0FE9-DADB7835EEAB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9370368" y="5270544"/>
                  <a:ext cx="4464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658AF53F-7E08-A1D2-AB54-A2F668DFFD3E}"/>
              </a:ext>
            </a:extLst>
          </p:cNvPr>
          <p:cNvGrpSpPr/>
          <p:nvPr/>
        </p:nvGrpSpPr>
        <p:grpSpPr>
          <a:xfrm>
            <a:off x="3343968" y="5269104"/>
            <a:ext cx="1356480" cy="460440"/>
            <a:chOff x="3343968" y="5269104"/>
            <a:chExt cx="1356480" cy="46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6D3FEF0C-4CBC-2ECC-A9E1-A1F8A00C1DAC}"/>
                    </a:ext>
                  </a:extLst>
                </p14:cNvPr>
                <p14:cNvContentPartPr/>
                <p14:nvPr/>
              </p14:nvContentPartPr>
              <p14:xfrm>
                <a:off x="3343968" y="5283864"/>
                <a:ext cx="189000" cy="24696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6D3FEF0C-4CBC-2ECC-A9E1-A1F8A00C1DAC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3334968" y="5274864"/>
                  <a:ext cx="20664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B1E7EDE1-B832-9DE5-2A45-83F21F1108DB}"/>
                    </a:ext>
                  </a:extLst>
                </p14:cNvPr>
                <p14:cNvContentPartPr/>
                <p14:nvPr/>
              </p14:nvContentPartPr>
              <p14:xfrm>
                <a:off x="3652488" y="5341104"/>
                <a:ext cx="107280" cy="12384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B1E7EDE1-B832-9DE5-2A45-83F21F1108DB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3643848" y="5332464"/>
                  <a:ext cx="1249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F20398EE-1FDF-DB7F-2098-4DB7B1260A47}"/>
                    </a:ext>
                  </a:extLst>
                </p14:cNvPr>
                <p14:cNvContentPartPr/>
                <p14:nvPr/>
              </p14:nvContentPartPr>
              <p14:xfrm>
                <a:off x="3827448" y="5342544"/>
                <a:ext cx="150480" cy="38700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F20398EE-1FDF-DB7F-2098-4DB7B1260A47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3818448" y="5333544"/>
                  <a:ext cx="16812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F78DCB74-683F-7A5D-D398-D474F185982F}"/>
                    </a:ext>
                  </a:extLst>
                </p14:cNvPr>
                <p14:cNvContentPartPr/>
                <p14:nvPr/>
              </p14:nvContentPartPr>
              <p14:xfrm>
                <a:off x="4137408" y="5269104"/>
                <a:ext cx="492480" cy="22824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F78DCB74-683F-7A5D-D398-D474F185982F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4128408" y="5260104"/>
                  <a:ext cx="5101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D420FBA8-B2CB-7DDE-7C71-CD013A2EBB20}"/>
                    </a:ext>
                  </a:extLst>
                </p14:cNvPr>
                <p14:cNvContentPartPr/>
                <p14:nvPr/>
              </p14:nvContentPartPr>
              <p14:xfrm>
                <a:off x="4687128" y="5351184"/>
                <a:ext cx="13320" cy="4860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D420FBA8-B2CB-7DDE-7C71-CD013A2EBB20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4678488" y="5342544"/>
                  <a:ext cx="30960" cy="6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7A41596F-0220-437A-98BF-DE8E824358C7}"/>
              </a:ext>
            </a:extLst>
          </p:cNvPr>
          <p:cNvGrpSpPr/>
          <p:nvPr/>
        </p:nvGrpSpPr>
        <p:grpSpPr>
          <a:xfrm>
            <a:off x="5136048" y="5404824"/>
            <a:ext cx="953640" cy="132840"/>
            <a:chOff x="5136048" y="5404824"/>
            <a:chExt cx="953640" cy="13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AB735764-1EB7-8F15-F389-85F15A8A300F}"/>
                    </a:ext>
                  </a:extLst>
                </p14:cNvPr>
                <p14:cNvContentPartPr/>
                <p14:nvPr/>
              </p14:nvContentPartPr>
              <p14:xfrm>
                <a:off x="5136048" y="5404824"/>
                <a:ext cx="97560" cy="12384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AB735764-1EB7-8F15-F389-85F15A8A300F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5127048" y="5395824"/>
                  <a:ext cx="1152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CFEA4372-FDE8-C800-7FA0-5608F2CE78D6}"/>
                    </a:ext>
                  </a:extLst>
                </p14:cNvPr>
                <p14:cNvContentPartPr/>
                <p14:nvPr/>
              </p14:nvContentPartPr>
              <p14:xfrm>
                <a:off x="5366088" y="5411664"/>
                <a:ext cx="89640" cy="11412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CFEA4372-FDE8-C800-7FA0-5608F2CE78D6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5357448" y="5403024"/>
                  <a:ext cx="1072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197993DA-AED3-A404-6DD3-8314ADF5AF78}"/>
                    </a:ext>
                  </a:extLst>
                </p14:cNvPr>
                <p14:cNvContentPartPr/>
                <p14:nvPr/>
              </p14:nvContentPartPr>
              <p14:xfrm>
                <a:off x="5568768" y="5436144"/>
                <a:ext cx="85320" cy="9000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197993DA-AED3-A404-6DD3-8314ADF5AF78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5560128" y="5427504"/>
                  <a:ext cx="10296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3FB2B081-EA2D-94DC-3663-5D13DA81B75E}"/>
                    </a:ext>
                  </a:extLst>
                </p14:cNvPr>
                <p14:cNvContentPartPr/>
                <p14:nvPr/>
              </p14:nvContentPartPr>
              <p14:xfrm>
                <a:off x="5802768" y="5454864"/>
                <a:ext cx="286920" cy="8280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3FB2B081-EA2D-94DC-3663-5D13DA81B75E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5794128" y="5446224"/>
                  <a:ext cx="304560" cy="10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E70D181-8010-906B-C61B-2BA008E2BA78}"/>
              </a:ext>
            </a:extLst>
          </p:cNvPr>
          <p:cNvGrpSpPr/>
          <p:nvPr/>
        </p:nvGrpSpPr>
        <p:grpSpPr>
          <a:xfrm>
            <a:off x="6395328" y="5352624"/>
            <a:ext cx="549000" cy="186120"/>
            <a:chOff x="6395328" y="5352624"/>
            <a:chExt cx="549000" cy="18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3F43C185-A09C-E608-0AE8-748F1910167A}"/>
                    </a:ext>
                  </a:extLst>
                </p14:cNvPr>
                <p14:cNvContentPartPr/>
                <p14:nvPr/>
              </p14:nvContentPartPr>
              <p14:xfrm>
                <a:off x="6395328" y="5454144"/>
                <a:ext cx="137880" cy="7560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3F43C185-A09C-E608-0AE8-748F1910167A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6386688" y="5445144"/>
                  <a:ext cx="1555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FB4A1F64-DB84-3B0B-D330-D5311F265A07}"/>
                    </a:ext>
                  </a:extLst>
                </p14:cNvPr>
                <p14:cNvContentPartPr/>
                <p14:nvPr/>
              </p14:nvContentPartPr>
              <p14:xfrm>
                <a:off x="6659208" y="5435424"/>
                <a:ext cx="7200" cy="7992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FB4A1F64-DB84-3B0B-D330-D5311F265A07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6650208" y="5426784"/>
                  <a:ext cx="2484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583C7C6F-B8F1-F71B-9E21-E5EE75C10753}"/>
                    </a:ext>
                  </a:extLst>
                </p14:cNvPr>
                <p14:cNvContentPartPr/>
                <p14:nvPr/>
              </p14:nvContentPartPr>
              <p14:xfrm>
                <a:off x="6774768" y="5352624"/>
                <a:ext cx="169560" cy="1861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583C7C6F-B8F1-F71B-9E21-E5EE75C10753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6765768" y="5343624"/>
                  <a:ext cx="187200" cy="20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CB388B08-7BE2-E630-03F3-6B65007F0A0F}"/>
              </a:ext>
            </a:extLst>
          </p:cNvPr>
          <p:cNvGrpSpPr/>
          <p:nvPr/>
        </p:nvGrpSpPr>
        <p:grpSpPr>
          <a:xfrm>
            <a:off x="7289568" y="5349744"/>
            <a:ext cx="820800" cy="243720"/>
            <a:chOff x="7289568" y="5349744"/>
            <a:chExt cx="820800" cy="24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E9CD87F4-D82F-8203-C6B6-5F970C413913}"/>
                    </a:ext>
                  </a:extLst>
                </p14:cNvPr>
                <p14:cNvContentPartPr/>
                <p14:nvPr/>
              </p14:nvContentPartPr>
              <p14:xfrm>
                <a:off x="7361928" y="5349744"/>
                <a:ext cx="9720" cy="2412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E9CD87F4-D82F-8203-C6B6-5F970C413913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7353288" y="5340744"/>
                  <a:ext cx="273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1A36C55C-4C1B-8CAA-B3E8-206213B88D02}"/>
                    </a:ext>
                  </a:extLst>
                </p14:cNvPr>
                <p14:cNvContentPartPr/>
                <p14:nvPr/>
              </p14:nvContentPartPr>
              <p14:xfrm>
                <a:off x="7289568" y="5453424"/>
                <a:ext cx="253800" cy="13788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1A36C55C-4C1B-8CAA-B3E8-206213B88D02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7280568" y="5444784"/>
                  <a:ext cx="2714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04A5C93E-37A0-5E1B-CF77-DDF88AA1F0FD}"/>
                    </a:ext>
                  </a:extLst>
                </p14:cNvPr>
                <p14:cNvContentPartPr/>
                <p14:nvPr/>
              </p14:nvContentPartPr>
              <p14:xfrm>
                <a:off x="7665048" y="5515344"/>
                <a:ext cx="75600" cy="5832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04A5C93E-37A0-5E1B-CF77-DDF88AA1F0FD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7656408" y="5506704"/>
                  <a:ext cx="932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76DAD2A8-AE97-71C2-3637-C4E513F08B99}"/>
                    </a:ext>
                  </a:extLst>
                </p14:cNvPr>
                <p14:cNvContentPartPr/>
                <p14:nvPr/>
              </p14:nvContentPartPr>
              <p14:xfrm>
                <a:off x="7801848" y="5360544"/>
                <a:ext cx="308520" cy="23292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76DAD2A8-AE97-71C2-3637-C4E513F08B99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7792848" y="5351544"/>
                  <a:ext cx="326160" cy="25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736BE78E-C80F-AF91-0DC0-AB4511194A93}"/>
              </a:ext>
            </a:extLst>
          </p:cNvPr>
          <p:cNvGrpSpPr/>
          <p:nvPr/>
        </p:nvGrpSpPr>
        <p:grpSpPr>
          <a:xfrm>
            <a:off x="8521488" y="5445504"/>
            <a:ext cx="452160" cy="225360"/>
            <a:chOff x="8521488" y="5445504"/>
            <a:chExt cx="452160" cy="22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8A33388D-099B-4F82-E4DC-1504E3FA66CB}"/>
                    </a:ext>
                  </a:extLst>
                </p14:cNvPr>
                <p14:cNvContentPartPr/>
                <p14:nvPr/>
              </p14:nvContentPartPr>
              <p14:xfrm>
                <a:off x="8521488" y="5445504"/>
                <a:ext cx="25920" cy="20088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8A33388D-099B-4F82-E4DC-1504E3FA66CB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8512848" y="5436504"/>
                  <a:ext cx="435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39F09C32-79E0-7278-7C9A-4F4178DF2236}"/>
                    </a:ext>
                  </a:extLst>
                </p14:cNvPr>
                <p14:cNvContentPartPr/>
                <p14:nvPr/>
              </p14:nvContentPartPr>
              <p14:xfrm>
                <a:off x="8655768" y="5602104"/>
                <a:ext cx="10080" cy="3744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39F09C32-79E0-7278-7C9A-4F4178DF2236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8646768" y="5593464"/>
                  <a:ext cx="2772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48B18BBB-5F5A-1E4C-2553-130B46461187}"/>
                    </a:ext>
                  </a:extLst>
                </p14:cNvPr>
                <p14:cNvContentPartPr/>
                <p14:nvPr/>
              </p14:nvContentPartPr>
              <p14:xfrm>
                <a:off x="8688168" y="5529384"/>
                <a:ext cx="9000" cy="2340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48B18BBB-5F5A-1E4C-2553-130B46461187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8679528" y="5520384"/>
                  <a:ext cx="266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2418A91C-CB9E-2F1E-F1C3-EA0AFF5E3DA4}"/>
                    </a:ext>
                  </a:extLst>
                </p14:cNvPr>
                <p14:cNvContentPartPr/>
                <p14:nvPr/>
              </p14:nvContentPartPr>
              <p14:xfrm>
                <a:off x="8754408" y="5521824"/>
                <a:ext cx="219240" cy="14904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2418A91C-CB9E-2F1E-F1C3-EA0AFF5E3DA4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8745768" y="5513184"/>
                  <a:ext cx="236880" cy="166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1">
            <p14:nvContentPartPr>
              <p14:cNvPr id="332" name="Ink 331">
                <a:extLst>
                  <a:ext uri="{FF2B5EF4-FFF2-40B4-BE49-F238E27FC236}">
                    <a16:creationId xmlns:a16="http://schemas.microsoft.com/office/drawing/2014/main" id="{EA15190F-7950-8AE5-5C47-039FA1BBD899}"/>
                  </a:ext>
                </a:extLst>
              </p14:cNvPr>
              <p14:cNvContentPartPr/>
              <p14:nvPr/>
            </p14:nvContentPartPr>
            <p14:xfrm>
              <a:off x="9171288" y="5649264"/>
              <a:ext cx="21960" cy="33120"/>
            </p14:xfrm>
          </p:contentPart>
        </mc:Choice>
        <mc:Fallback xmlns="">
          <p:pic>
            <p:nvPicPr>
              <p:cNvPr id="332" name="Ink 331">
                <a:extLst>
                  <a:ext uri="{FF2B5EF4-FFF2-40B4-BE49-F238E27FC236}">
                    <a16:creationId xmlns:a16="http://schemas.microsoft.com/office/drawing/2014/main" id="{EA15190F-7950-8AE5-5C47-039FA1BBD899}"/>
                  </a:ext>
                </a:extLst>
              </p:cNvPr>
              <p:cNvPicPr/>
              <p:nvPr/>
            </p:nvPicPr>
            <p:blipFill>
              <a:blip r:embed="rId522"/>
              <a:stretch>
                <a:fillRect/>
              </a:stretch>
            </p:blipFill>
            <p:spPr>
              <a:xfrm>
                <a:off x="9162288" y="5640624"/>
                <a:ext cx="39600" cy="50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43" name="Group 342">
            <a:extLst>
              <a:ext uri="{FF2B5EF4-FFF2-40B4-BE49-F238E27FC236}">
                <a16:creationId xmlns:a16="http://schemas.microsoft.com/office/drawing/2014/main" id="{88EEFDFA-7809-2FFD-4C8E-B8E161452E95}"/>
              </a:ext>
            </a:extLst>
          </p:cNvPr>
          <p:cNvGrpSpPr/>
          <p:nvPr/>
        </p:nvGrpSpPr>
        <p:grpSpPr>
          <a:xfrm>
            <a:off x="4850568" y="5755104"/>
            <a:ext cx="1595160" cy="400680"/>
            <a:chOff x="4850568" y="5755104"/>
            <a:chExt cx="1595160" cy="40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04C7C1C1-5260-67BD-7CFC-7754C34BCB8C}"/>
                    </a:ext>
                  </a:extLst>
                </p14:cNvPr>
                <p14:cNvContentPartPr/>
                <p14:nvPr/>
              </p14:nvContentPartPr>
              <p14:xfrm>
                <a:off x="4850568" y="5788584"/>
                <a:ext cx="266040" cy="1612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04C7C1C1-5260-67BD-7CFC-7754C34BCB8C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4841928" y="5779584"/>
                  <a:ext cx="2836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7496D155-F994-50D9-2205-7D74308BA329}"/>
                    </a:ext>
                  </a:extLst>
                </p14:cNvPr>
                <p14:cNvContentPartPr/>
                <p14:nvPr/>
              </p14:nvContentPartPr>
              <p14:xfrm>
                <a:off x="5151888" y="5784984"/>
                <a:ext cx="14400" cy="176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7496D155-F994-50D9-2205-7D74308BA329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5142888" y="5776344"/>
                  <a:ext cx="320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492C7F16-3C21-FAF4-B066-0215FC91B307}"/>
                    </a:ext>
                  </a:extLst>
                </p14:cNvPr>
                <p14:cNvContentPartPr/>
                <p14:nvPr/>
              </p14:nvContentPartPr>
              <p14:xfrm>
                <a:off x="5235048" y="5863824"/>
                <a:ext cx="110160" cy="9288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492C7F16-3C21-FAF4-B066-0215FC91B307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5226048" y="5854824"/>
                  <a:ext cx="12780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1E15A077-6E41-3568-6C4D-EE46E6573A10}"/>
                    </a:ext>
                  </a:extLst>
                </p14:cNvPr>
                <p14:cNvContentPartPr/>
                <p14:nvPr/>
              </p14:nvContentPartPr>
              <p14:xfrm>
                <a:off x="5491728" y="5768784"/>
                <a:ext cx="94320" cy="22176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1E15A077-6E41-3568-6C4D-EE46E6573A10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5483088" y="5760144"/>
                  <a:ext cx="11196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597517DF-8B61-D744-052A-3AF1CEAF4A15}"/>
                    </a:ext>
                  </a:extLst>
                </p14:cNvPr>
                <p14:cNvContentPartPr/>
                <p14:nvPr/>
              </p14:nvContentPartPr>
              <p14:xfrm>
                <a:off x="5735448" y="5860224"/>
                <a:ext cx="131040" cy="29556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597517DF-8B61-D744-052A-3AF1CEAF4A15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5726448" y="5851584"/>
                  <a:ext cx="14868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539D86FB-0F15-7E43-BF8D-AD572AE5E2E3}"/>
                    </a:ext>
                  </a:extLst>
                </p14:cNvPr>
                <p14:cNvContentPartPr/>
                <p14:nvPr/>
              </p14:nvContentPartPr>
              <p14:xfrm>
                <a:off x="5973768" y="5755104"/>
                <a:ext cx="338040" cy="19656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539D86FB-0F15-7E43-BF8D-AD572AE5E2E3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5964768" y="5746464"/>
                  <a:ext cx="3556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2EAC195C-504F-4801-0F06-622396458851}"/>
                    </a:ext>
                  </a:extLst>
                </p14:cNvPr>
                <p14:cNvContentPartPr/>
                <p14:nvPr/>
              </p14:nvContentPartPr>
              <p14:xfrm>
                <a:off x="6366168" y="5898024"/>
                <a:ext cx="79560" cy="5976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2EAC195C-504F-4801-0F06-622396458851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6357168" y="5889384"/>
                  <a:ext cx="97200" cy="77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37">
            <p14:nvContentPartPr>
              <p14:cNvPr id="344" name="Ink 343">
                <a:extLst>
                  <a:ext uri="{FF2B5EF4-FFF2-40B4-BE49-F238E27FC236}">
                    <a16:creationId xmlns:a16="http://schemas.microsoft.com/office/drawing/2014/main" id="{132B1C0B-8581-D8B5-A1FD-90B4B597A3DD}"/>
                  </a:ext>
                </a:extLst>
              </p14:cNvPr>
              <p14:cNvContentPartPr/>
              <p14:nvPr/>
            </p14:nvContentPartPr>
            <p14:xfrm>
              <a:off x="6738408" y="5939784"/>
              <a:ext cx="16560" cy="58320"/>
            </p14:xfrm>
          </p:contentPart>
        </mc:Choice>
        <mc:Fallback xmlns="">
          <p:pic>
            <p:nvPicPr>
              <p:cNvPr id="344" name="Ink 343">
                <a:extLst>
                  <a:ext uri="{FF2B5EF4-FFF2-40B4-BE49-F238E27FC236}">
                    <a16:creationId xmlns:a16="http://schemas.microsoft.com/office/drawing/2014/main" id="{132B1C0B-8581-D8B5-A1FD-90B4B597A3DD}"/>
                  </a:ext>
                </a:extLst>
              </p:cNvPr>
              <p:cNvPicPr/>
              <p:nvPr/>
            </p:nvPicPr>
            <p:blipFill>
              <a:blip r:embed="rId538"/>
              <a:stretch>
                <a:fillRect/>
              </a:stretch>
            </p:blipFill>
            <p:spPr>
              <a:xfrm>
                <a:off x="6729408" y="5931144"/>
                <a:ext cx="34200" cy="75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52" name="Group 351">
            <a:extLst>
              <a:ext uri="{FF2B5EF4-FFF2-40B4-BE49-F238E27FC236}">
                <a16:creationId xmlns:a16="http://schemas.microsoft.com/office/drawing/2014/main" id="{915384A8-B531-FD99-DDC7-FD1864ABC63C}"/>
              </a:ext>
            </a:extLst>
          </p:cNvPr>
          <p:cNvGrpSpPr/>
          <p:nvPr/>
        </p:nvGrpSpPr>
        <p:grpSpPr>
          <a:xfrm>
            <a:off x="7094088" y="5707224"/>
            <a:ext cx="1120320" cy="295560"/>
            <a:chOff x="7094088" y="5707224"/>
            <a:chExt cx="1120320" cy="29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7A8E971D-AB29-1FCD-8B51-9CF1D80BF5EB}"/>
                    </a:ext>
                  </a:extLst>
                </p14:cNvPr>
                <p14:cNvContentPartPr/>
                <p14:nvPr/>
              </p14:nvContentPartPr>
              <p14:xfrm>
                <a:off x="7094088" y="5805504"/>
                <a:ext cx="140040" cy="19728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7A8E971D-AB29-1FCD-8B51-9CF1D80BF5EB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7085448" y="5796504"/>
                  <a:ext cx="1576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7447B4A3-9689-7B97-E058-F2D31C500EB1}"/>
                    </a:ext>
                  </a:extLst>
                </p14:cNvPr>
                <p14:cNvContentPartPr/>
                <p14:nvPr/>
              </p14:nvContentPartPr>
              <p14:xfrm>
                <a:off x="7337448" y="5707224"/>
                <a:ext cx="306000" cy="26100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7447B4A3-9689-7B97-E058-F2D31C500EB1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7328448" y="5698584"/>
                  <a:ext cx="32364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4AE4AAD5-A419-D26D-1FAD-9992A11300A4}"/>
                    </a:ext>
                  </a:extLst>
                </p14:cNvPr>
                <p14:cNvContentPartPr/>
                <p14:nvPr/>
              </p14:nvContentPartPr>
              <p14:xfrm>
                <a:off x="7642008" y="5894064"/>
                <a:ext cx="20520" cy="3060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4AE4AAD5-A419-D26D-1FAD-9992A11300A4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7633368" y="5885424"/>
                  <a:ext cx="3816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52C89DA7-1F45-A5B3-2A78-D74B5E2185F3}"/>
                    </a:ext>
                  </a:extLst>
                </p14:cNvPr>
                <p14:cNvContentPartPr/>
                <p14:nvPr/>
              </p14:nvContentPartPr>
              <p14:xfrm>
                <a:off x="7740648" y="5878224"/>
                <a:ext cx="117720" cy="7416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52C89DA7-1F45-A5B3-2A78-D74B5E2185F3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7731648" y="5869584"/>
                  <a:ext cx="13536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DF1B1A6D-0FBF-A65A-9B73-D7E91D740510}"/>
                    </a:ext>
                  </a:extLst>
                </p14:cNvPr>
                <p14:cNvContentPartPr/>
                <p14:nvPr/>
              </p14:nvContentPartPr>
              <p14:xfrm>
                <a:off x="7875288" y="5817384"/>
                <a:ext cx="10080" cy="3420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DF1B1A6D-0FBF-A65A-9B73-D7E91D740510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7866288" y="5808384"/>
                  <a:ext cx="277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D1AE85EC-10CE-CA6F-56F9-9931CB683FA7}"/>
                    </a:ext>
                  </a:extLst>
                </p14:cNvPr>
                <p14:cNvContentPartPr/>
                <p14:nvPr/>
              </p14:nvContentPartPr>
              <p14:xfrm>
                <a:off x="7925328" y="5890824"/>
                <a:ext cx="48240" cy="6768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D1AE85EC-10CE-CA6F-56F9-9931CB683FA7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7916688" y="5881824"/>
                  <a:ext cx="6588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20476DCE-0364-AFB4-9B29-ACC09D1ABE15}"/>
                    </a:ext>
                  </a:extLst>
                </p14:cNvPr>
                <p14:cNvContentPartPr/>
                <p14:nvPr/>
              </p14:nvContentPartPr>
              <p14:xfrm>
                <a:off x="8054208" y="5877864"/>
                <a:ext cx="160200" cy="6372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20476DCE-0364-AFB4-9B29-ACC09D1ABE15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8045208" y="5868864"/>
                  <a:ext cx="177840" cy="81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53" name="Ink 352">
                <a:extLst>
                  <a:ext uri="{FF2B5EF4-FFF2-40B4-BE49-F238E27FC236}">
                    <a16:creationId xmlns:a16="http://schemas.microsoft.com/office/drawing/2014/main" id="{1EFB0545-BA5F-7C60-F852-E02054272C3C}"/>
                  </a:ext>
                </a:extLst>
              </p14:cNvPr>
              <p14:cNvContentPartPr/>
              <p14:nvPr/>
            </p14:nvContentPartPr>
            <p14:xfrm>
              <a:off x="8444808" y="5784264"/>
              <a:ext cx="98280" cy="237960"/>
            </p14:xfrm>
          </p:contentPart>
        </mc:Choice>
        <mc:Fallback xmlns="">
          <p:pic>
            <p:nvPicPr>
              <p:cNvPr id="353" name="Ink 352">
                <a:extLst>
                  <a:ext uri="{FF2B5EF4-FFF2-40B4-BE49-F238E27FC236}">
                    <a16:creationId xmlns:a16="http://schemas.microsoft.com/office/drawing/2014/main" id="{1EFB0545-BA5F-7C60-F852-E02054272C3C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8435808" y="5775264"/>
                <a:ext cx="115920" cy="255600"/>
              </a:xfrm>
              <a:prstGeom prst="rect">
                <a:avLst/>
              </a:prstGeom>
            </p:spPr>
          </p:pic>
        </mc:Fallback>
      </mc:AlternateContent>
      <p:grpSp>
        <p:nvGrpSpPr>
          <p:cNvPr id="357" name="Group 356">
            <a:extLst>
              <a:ext uri="{FF2B5EF4-FFF2-40B4-BE49-F238E27FC236}">
                <a16:creationId xmlns:a16="http://schemas.microsoft.com/office/drawing/2014/main" id="{A1422233-3DC4-5AB5-1B59-C5060E38B16A}"/>
              </a:ext>
            </a:extLst>
          </p:cNvPr>
          <p:cNvGrpSpPr/>
          <p:nvPr/>
        </p:nvGrpSpPr>
        <p:grpSpPr>
          <a:xfrm>
            <a:off x="8795448" y="5832144"/>
            <a:ext cx="680400" cy="252360"/>
            <a:chOff x="8795448" y="5832144"/>
            <a:chExt cx="680400" cy="25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4B198F48-C93C-405E-8655-8B44D3A6EFAC}"/>
                    </a:ext>
                  </a:extLst>
                </p14:cNvPr>
                <p14:cNvContentPartPr/>
                <p14:nvPr/>
              </p14:nvContentPartPr>
              <p14:xfrm>
                <a:off x="8795448" y="5839344"/>
                <a:ext cx="90720" cy="12060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4B198F48-C93C-405E-8655-8B44D3A6EFAC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8786448" y="5830344"/>
                  <a:ext cx="1083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249F5769-CAAC-C59C-F124-8034B4E2B988}"/>
                    </a:ext>
                  </a:extLst>
                </p14:cNvPr>
                <p14:cNvContentPartPr/>
                <p14:nvPr/>
              </p14:nvContentPartPr>
              <p14:xfrm>
                <a:off x="8991288" y="5832144"/>
                <a:ext cx="484560" cy="25236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249F5769-CAAC-C59C-F124-8034B4E2B988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8982648" y="5823504"/>
                  <a:ext cx="5022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822740E1-D060-1814-E214-7C30FE29D6AA}"/>
                    </a:ext>
                  </a:extLst>
                </p14:cNvPr>
                <p14:cNvContentPartPr/>
                <p14:nvPr/>
              </p14:nvContentPartPr>
              <p14:xfrm>
                <a:off x="9233568" y="5865984"/>
                <a:ext cx="100080" cy="3780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822740E1-D060-1814-E214-7C30FE29D6AA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9224568" y="5856984"/>
                  <a:ext cx="11772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CDD6528D-EEB7-CA25-1307-A07B891D9FB7}"/>
              </a:ext>
            </a:extLst>
          </p:cNvPr>
          <p:cNvGrpSpPr/>
          <p:nvPr/>
        </p:nvGrpSpPr>
        <p:grpSpPr>
          <a:xfrm>
            <a:off x="4967928" y="6223104"/>
            <a:ext cx="292320" cy="185040"/>
            <a:chOff x="4967928" y="6223104"/>
            <a:chExt cx="292320" cy="18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B656ECBD-33D9-D8E1-458E-29D1DE299645}"/>
                    </a:ext>
                  </a:extLst>
                </p14:cNvPr>
                <p14:cNvContentPartPr/>
                <p14:nvPr/>
              </p14:nvContentPartPr>
              <p14:xfrm>
                <a:off x="4981608" y="6283944"/>
                <a:ext cx="9720" cy="11592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B656ECBD-33D9-D8E1-458E-29D1DE299645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4972608" y="6274944"/>
                  <a:ext cx="273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4C8EA849-027A-3B77-D897-8EE31AFB954E}"/>
                    </a:ext>
                  </a:extLst>
                </p14:cNvPr>
                <p14:cNvContentPartPr/>
                <p14:nvPr/>
              </p14:nvContentPartPr>
              <p14:xfrm>
                <a:off x="4967928" y="6223104"/>
                <a:ext cx="189000" cy="1850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4C8EA849-027A-3B77-D897-8EE31AFB954E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4959288" y="6214104"/>
                  <a:ext cx="2066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304065F7-AFE5-4F39-34A3-CF9E35641D80}"/>
                    </a:ext>
                  </a:extLst>
                </p14:cNvPr>
                <p14:cNvContentPartPr/>
                <p14:nvPr/>
              </p14:nvContentPartPr>
              <p14:xfrm>
                <a:off x="5212008" y="6327504"/>
                <a:ext cx="48240" cy="6480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304065F7-AFE5-4F39-34A3-CF9E35641D80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5203008" y="6318504"/>
                  <a:ext cx="65880" cy="8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EC347B2E-B8F3-F048-29D1-6B00AF49D6C5}"/>
              </a:ext>
            </a:extLst>
          </p:cNvPr>
          <p:cNvGrpSpPr/>
          <p:nvPr/>
        </p:nvGrpSpPr>
        <p:grpSpPr>
          <a:xfrm>
            <a:off x="5483808" y="6197904"/>
            <a:ext cx="478440" cy="171720"/>
            <a:chOff x="5483808" y="6197904"/>
            <a:chExt cx="478440" cy="17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C43036D9-F822-9BA2-30D2-9C79FA68CE7D}"/>
                    </a:ext>
                  </a:extLst>
                </p14:cNvPr>
                <p14:cNvContentPartPr/>
                <p14:nvPr/>
              </p14:nvContentPartPr>
              <p14:xfrm>
                <a:off x="5483808" y="6318504"/>
                <a:ext cx="109080" cy="5112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C43036D9-F822-9BA2-30D2-9C79FA68CE7D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5475168" y="6309864"/>
                  <a:ext cx="12672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9611FC4A-DDF7-594D-673C-0C8B25F00117}"/>
                    </a:ext>
                  </a:extLst>
                </p14:cNvPr>
                <p14:cNvContentPartPr/>
                <p14:nvPr/>
              </p14:nvContentPartPr>
              <p14:xfrm>
                <a:off x="5682888" y="6319584"/>
                <a:ext cx="19440" cy="4032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9611FC4A-DDF7-594D-673C-0C8B25F00117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5673888" y="6310584"/>
                  <a:ext cx="370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10471319-5690-8088-1EF9-D6A273EE8FEA}"/>
                    </a:ext>
                  </a:extLst>
                </p14:cNvPr>
                <p14:cNvContentPartPr/>
                <p14:nvPr/>
              </p14:nvContentPartPr>
              <p14:xfrm>
                <a:off x="5725728" y="6197904"/>
                <a:ext cx="236520" cy="15588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10471319-5690-8088-1EF9-D6A273EE8FEA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5716728" y="6189264"/>
                  <a:ext cx="254160" cy="17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FC0D30C-92D3-08F5-F85E-BCF9CE2AC50D}"/>
              </a:ext>
            </a:extLst>
          </p:cNvPr>
          <p:cNvGrpSpPr/>
          <p:nvPr/>
        </p:nvGrpSpPr>
        <p:grpSpPr>
          <a:xfrm>
            <a:off x="8057448" y="6291864"/>
            <a:ext cx="535320" cy="163440"/>
            <a:chOff x="8057448" y="6291864"/>
            <a:chExt cx="535320" cy="16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EA01360A-74C9-D669-BE04-BCA5566E5016}"/>
                    </a:ext>
                  </a:extLst>
                </p14:cNvPr>
                <p14:cNvContentPartPr/>
                <p14:nvPr/>
              </p14:nvContentPartPr>
              <p14:xfrm>
                <a:off x="8057448" y="6362064"/>
                <a:ext cx="367920" cy="9324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EA01360A-74C9-D669-BE04-BCA5566E5016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8048808" y="6353424"/>
                  <a:ext cx="38556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044C6DFD-EED1-0E84-4CCB-1722014FBE4A}"/>
                    </a:ext>
                  </a:extLst>
                </p14:cNvPr>
                <p14:cNvContentPartPr/>
                <p14:nvPr/>
              </p14:nvContentPartPr>
              <p14:xfrm>
                <a:off x="8449488" y="6291864"/>
                <a:ext cx="143280" cy="12960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044C6DFD-EED1-0E84-4CCB-1722014FBE4A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8440848" y="6283224"/>
                  <a:ext cx="160920" cy="14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A64659F7-765A-8555-59AF-C06CF54E50AE}"/>
              </a:ext>
            </a:extLst>
          </p:cNvPr>
          <p:cNvGrpSpPr/>
          <p:nvPr/>
        </p:nvGrpSpPr>
        <p:grpSpPr>
          <a:xfrm>
            <a:off x="8863848" y="6291504"/>
            <a:ext cx="203760" cy="139320"/>
            <a:chOff x="8863848" y="6291504"/>
            <a:chExt cx="203760" cy="13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E9DEB157-3239-F0B6-8DAB-933C9A2C7B3D}"/>
                    </a:ext>
                  </a:extLst>
                </p14:cNvPr>
                <p14:cNvContentPartPr/>
                <p14:nvPr/>
              </p14:nvContentPartPr>
              <p14:xfrm>
                <a:off x="8863848" y="6415344"/>
                <a:ext cx="13320" cy="1224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E9DEB157-3239-F0B6-8DAB-933C9A2C7B3D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8854848" y="6406344"/>
                  <a:ext cx="3096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573EE757-C804-62A0-FF02-80803C0EC886}"/>
                    </a:ext>
                  </a:extLst>
                </p14:cNvPr>
                <p14:cNvContentPartPr/>
                <p14:nvPr/>
              </p14:nvContentPartPr>
              <p14:xfrm>
                <a:off x="9003168" y="6291504"/>
                <a:ext cx="64440" cy="13932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573EE757-C804-62A0-FF02-80803C0EC886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8994168" y="6282864"/>
                  <a:ext cx="82080" cy="15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F85BF250-C052-43F7-0F70-CC2CCD58F708}"/>
              </a:ext>
            </a:extLst>
          </p:cNvPr>
          <p:cNvGrpSpPr/>
          <p:nvPr/>
        </p:nvGrpSpPr>
        <p:grpSpPr>
          <a:xfrm>
            <a:off x="9383688" y="6221664"/>
            <a:ext cx="2038320" cy="234360"/>
            <a:chOff x="9383688" y="6221664"/>
            <a:chExt cx="2038320" cy="23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13E88205-DBE8-3431-0780-D4951A7FEA2D}"/>
                    </a:ext>
                  </a:extLst>
                </p14:cNvPr>
                <p14:cNvContentPartPr/>
                <p14:nvPr/>
              </p14:nvContentPartPr>
              <p14:xfrm>
                <a:off x="9383688" y="6297984"/>
                <a:ext cx="196920" cy="10944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13E88205-DBE8-3431-0780-D4951A7FEA2D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9374688" y="6288984"/>
                  <a:ext cx="21456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6A895092-76B8-41C7-00A9-6FF448DC1506}"/>
                    </a:ext>
                  </a:extLst>
                </p14:cNvPr>
                <p14:cNvContentPartPr/>
                <p14:nvPr/>
              </p14:nvContentPartPr>
              <p14:xfrm>
                <a:off x="9674568" y="6256584"/>
                <a:ext cx="126000" cy="12312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6A895092-76B8-41C7-00A9-6FF448DC1506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9665568" y="6247944"/>
                  <a:ext cx="1436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A14D1161-2107-44BF-965C-3198A177C887}"/>
                    </a:ext>
                  </a:extLst>
                </p14:cNvPr>
                <p14:cNvContentPartPr/>
                <p14:nvPr/>
              </p14:nvContentPartPr>
              <p14:xfrm>
                <a:off x="9892008" y="6312744"/>
                <a:ext cx="188280" cy="5292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A14D1161-2107-44BF-965C-3198A177C887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9883368" y="6303744"/>
                  <a:ext cx="20592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1E986D86-40D6-070A-AAEE-EDE873712A43}"/>
                    </a:ext>
                  </a:extLst>
                </p14:cNvPr>
                <p14:cNvContentPartPr/>
                <p14:nvPr/>
              </p14:nvContentPartPr>
              <p14:xfrm>
                <a:off x="10159848" y="6221664"/>
                <a:ext cx="101160" cy="11844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1E986D86-40D6-070A-AAEE-EDE873712A43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0150848" y="6212664"/>
                  <a:ext cx="11880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584A3AD2-5A2F-6968-3658-5EBFDB0CBC22}"/>
                    </a:ext>
                  </a:extLst>
                </p14:cNvPr>
                <p14:cNvContentPartPr/>
                <p14:nvPr/>
              </p14:nvContentPartPr>
              <p14:xfrm>
                <a:off x="10450368" y="6264504"/>
                <a:ext cx="103320" cy="19152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584A3AD2-5A2F-6968-3658-5EBFDB0CBC22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10441728" y="6255864"/>
                  <a:ext cx="12096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EB82A4A7-CC6B-B483-B90C-F8CE37669447}"/>
                    </a:ext>
                  </a:extLst>
                </p14:cNvPr>
                <p14:cNvContentPartPr/>
                <p14:nvPr/>
              </p14:nvContentPartPr>
              <p14:xfrm>
                <a:off x="10623888" y="6315264"/>
                <a:ext cx="89640" cy="4392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EB82A4A7-CC6B-B483-B90C-F8CE37669447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10614888" y="6306624"/>
                  <a:ext cx="1072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968C5845-934C-8B4F-2BA9-4534CCBD825D}"/>
                    </a:ext>
                  </a:extLst>
                </p14:cNvPr>
                <p14:cNvContentPartPr/>
                <p14:nvPr/>
              </p14:nvContentPartPr>
              <p14:xfrm>
                <a:off x="10773288" y="6300504"/>
                <a:ext cx="71640" cy="4248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968C5845-934C-8B4F-2BA9-4534CCBD825D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10764288" y="6291864"/>
                  <a:ext cx="8928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C3BF096E-04C2-B3DB-DCAA-A4935365A30E}"/>
                    </a:ext>
                  </a:extLst>
                </p14:cNvPr>
                <p14:cNvContentPartPr/>
                <p14:nvPr/>
              </p14:nvContentPartPr>
              <p14:xfrm>
                <a:off x="10834128" y="6296184"/>
                <a:ext cx="476640" cy="6912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C3BF096E-04C2-B3DB-DCAA-A4935365A30E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10825488" y="6287184"/>
                  <a:ext cx="49428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A1F39446-C884-B99D-505E-BA991AB7986B}"/>
                    </a:ext>
                  </a:extLst>
                </p14:cNvPr>
                <p14:cNvContentPartPr/>
                <p14:nvPr/>
              </p14:nvContentPartPr>
              <p14:xfrm>
                <a:off x="11420928" y="6355944"/>
                <a:ext cx="1080" cy="1620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A1F39446-C884-B99D-505E-BA991AB7986B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11411928" y="6347304"/>
                  <a:ext cx="1872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C1151C67-A2CD-C528-10AF-EFBA494D4EF9}"/>
              </a:ext>
            </a:extLst>
          </p:cNvPr>
          <p:cNvGrpSpPr/>
          <p:nvPr/>
        </p:nvGrpSpPr>
        <p:grpSpPr>
          <a:xfrm>
            <a:off x="3510288" y="6427944"/>
            <a:ext cx="1019160" cy="381240"/>
            <a:chOff x="3510288" y="6427944"/>
            <a:chExt cx="1019160" cy="38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4FFDE404-BFE2-CF90-96C6-35C47EBC4BC7}"/>
                    </a:ext>
                  </a:extLst>
                </p14:cNvPr>
                <p14:cNvContentPartPr/>
                <p14:nvPr/>
              </p14:nvContentPartPr>
              <p14:xfrm>
                <a:off x="3510288" y="6427944"/>
                <a:ext cx="325440" cy="34164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4FFDE404-BFE2-CF90-96C6-35C47EBC4BC7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3501648" y="6419304"/>
                  <a:ext cx="34308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2A2E4D17-2FF6-4F94-4C46-FEE9AF9161E4}"/>
                    </a:ext>
                  </a:extLst>
                </p14:cNvPr>
                <p14:cNvContentPartPr/>
                <p14:nvPr/>
              </p14:nvContentPartPr>
              <p14:xfrm>
                <a:off x="3855168" y="6574824"/>
                <a:ext cx="123480" cy="21780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2A2E4D17-2FF6-4F94-4C46-FEE9AF9161E4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3846528" y="6565824"/>
                  <a:ext cx="1411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D9E8D9D4-D44A-7ACE-66EE-FCD4938DE3FB}"/>
                    </a:ext>
                  </a:extLst>
                </p14:cNvPr>
                <p14:cNvContentPartPr/>
                <p14:nvPr/>
              </p14:nvContentPartPr>
              <p14:xfrm>
                <a:off x="4012488" y="6605064"/>
                <a:ext cx="108000" cy="20412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D9E8D9D4-D44A-7ACE-66EE-FCD4938DE3FB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4003848" y="6596424"/>
                  <a:ext cx="1256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7E98111F-8677-F158-FADD-F6C25B335D4A}"/>
                    </a:ext>
                  </a:extLst>
                </p14:cNvPr>
                <p14:cNvContentPartPr/>
                <p14:nvPr/>
              </p14:nvContentPartPr>
              <p14:xfrm>
                <a:off x="4173408" y="6650424"/>
                <a:ext cx="161640" cy="6696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7E98111F-8677-F158-FADD-F6C25B335D4A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4164408" y="6641784"/>
                  <a:ext cx="17928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0582EF0C-AAC2-F0D6-E2B7-58514AF90DD9}"/>
                    </a:ext>
                  </a:extLst>
                </p14:cNvPr>
                <p14:cNvContentPartPr/>
                <p14:nvPr/>
              </p14:nvContentPartPr>
              <p14:xfrm>
                <a:off x="4443768" y="6516144"/>
                <a:ext cx="28440" cy="23364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0582EF0C-AAC2-F0D6-E2B7-58514AF90DD9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4435128" y="6507144"/>
                  <a:ext cx="4608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3FA1A49F-A703-AD08-8DD2-646E7CD30200}"/>
                    </a:ext>
                  </a:extLst>
                </p14:cNvPr>
                <p14:cNvContentPartPr/>
                <p14:nvPr/>
              </p14:nvContentPartPr>
              <p14:xfrm>
                <a:off x="4426128" y="6658344"/>
                <a:ext cx="103320" cy="3384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3FA1A49F-A703-AD08-8DD2-646E7CD30200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4417488" y="6649704"/>
                  <a:ext cx="120960" cy="51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10">
            <p14:nvContentPartPr>
              <p14:cNvPr id="403" name="Ink 402">
                <a:extLst>
                  <a:ext uri="{FF2B5EF4-FFF2-40B4-BE49-F238E27FC236}">
                    <a16:creationId xmlns:a16="http://schemas.microsoft.com/office/drawing/2014/main" id="{4C7DD42A-C273-B439-1821-A54C03CE8781}"/>
                  </a:ext>
                </a:extLst>
              </p14:cNvPr>
              <p14:cNvContentPartPr/>
              <p14:nvPr/>
            </p14:nvContentPartPr>
            <p14:xfrm>
              <a:off x="4729608" y="6712344"/>
              <a:ext cx="147960" cy="15480"/>
            </p14:xfrm>
          </p:contentPart>
        </mc:Choice>
        <mc:Fallback xmlns="">
          <p:pic>
            <p:nvPicPr>
              <p:cNvPr id="403" name="Ink 402">
                <a:extLst>
                  <a:ext uri="{FF2B5EF4-FFF2-40B4-BE49-F238E27FC236}">
                    <a16:creationId xmlns:a16="http://schemas.microsoft.com/office/drawing/2014/main" id="{4C7DD42A-C273-B439-1821-A54C03CE8781}"/>
                  </a:ext>
                </a:extLst>
              </p:cNvPr>
              <p:cNvPicPr/>
              <p:nvPr/>
            </p:nvPicPr>
            <p:blipFill>
              <a:blip r:embed="rId611"/>
              <a:stretch>
                <a:fillRect/>
              </a:stretch>
            </p:blipFill>
            <p:spPr>
              <a:xfrm>
                <a:off x="4720968" y="6703704"/>
                <a:ext cx="165600" cy="3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410" name="Group 409">
            <a:extLst>
              <a:ext uri="{FF2B5EF4-FFF2-40B4-BE49-F238E27FC236}">
                <a16:creationId xmlns:a16="http://schemas.microsoft.com/office/drawing/2014/main" id="{958AE2C4-8145-5B36-FFAC-BDB647106289}"/>
              </a:ext>
            </a:extLst>
          </p:cNvPr>
          <p:cNvGrpSpPr/>
          <p:nvPr/>
        </p:nvGrpSpPr>
        <p:grpSpPr>
          <a:xfrm>
            <a:off x="5075208" y="6572664"/>
            <a:ext cx="889200" cy="266400"/>
            <a:chOff x="5075208" y="6572664"/>
            <a:chExt cx="889200" cy="26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1FA99288-2A35-2D99-C3D2-6B6C599CE979}"/>
                    </a:ext>
                  </a:extLst>
                </p14:cNvPr>
                <p14:cNvContentPartPr/>
                <p14:nvPr/>
              </p14:nvContentPartPr>
              <p14:xfrm>
                <a:off x="5075208" y="6641064"/>
                <a:ext cx="80640" cy="12960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1FA99288-2A35-2D99-C3D2-6B6C599CE979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5066568" y="6632064"/>
                  <a:ext cx="982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E51F9585-78B8-D763-3C92-D9A4CCE87724}"/>
                    </a:ext>
                  </a:extLst>
                </p14:cNvPr>
                <p14:cNvContentPartPr/>
                <p14:nvPr/>
              </p14:nvContentPartPr>
              <p14:xfrm>
                <a:off x="5220288" y="6681744"/>
                <a:ext cx="102960" cy="5616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E51F9585-78B8-D763-3C92-D9A4CCE87724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5211648" y="6673104"/>
                  <a:ext cx="1206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7DB1A348-B7ED-BA2B-536D-6A9C22A49C1E}"/>
                    </a:ext>
                  </a:extLst>
                </p14:cNvPr>
                <p14:cNvContentPartPr/>
                <p14:nvPr/>
              </p14:nvContentPartPr>
              <p14:xfrm>
                <a:off x="5361048" y="6657984"/>
                <a:ext cx="93960" cy="18108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7DB1A348-B7ED-BA2B-536D-6A9C22A49C1E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5352408" y="6648984"/>
                  <a:ext cx="11160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163D3C02-A82B-AA20-B6F5-E2262C71CC85}"/>
                    </a:ext>
                  </a:extLst>
                </p14:cNvPr>
                <p14:cNvContentPartPr/>
                <p14:nvPr/>
              </p14:nvContentPartPr>
              <p14:xfrm>
                <a:off x="5540328" y="6572664"/>
                <a:ext cx="362880" cy="18144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163D3C02-A82B-AA20-B6F5-E2262C71CC85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5531328" y="6563664"/>
                  <a:ext cx="3805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38A12B2A-4FE8-BE53-81CB-7C9C3A368758}"/>
                    </a:ext>
                  </a:extLst>
                </p14:cNvPr>
                <p14:cNvContentPartPr/>
                <p14:nvPr/>
              </p14:nvContentPartPr>
              <p14:xfrm>
                <a:off x="5953968" y="6591384"/>
                <a:ext cx="10440" cy="15120"/>
              </p14:xfrm>
            </p:contentPart>
          </mc:Choice>
          <mc:Fallback xmlns=""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38A12B2A-4FE8-BE53-81CB-7C9C3A368758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5944968" y="6582384"/>
                  <a:ext cx="2808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A7B64CF7-8C0C-E324-8A5C-D0918900AA31}"/>
              </a:ext>
            </a:extLst>
          </p:cNvPr>
          <p:cNvGrpSpPr/>
          <p:nvPr/>
        </p:nvGrpSpPr>
        <p:grpSpPr>
          <a:xfrm>
            <a:off x="6264648" y="6155784"/>
            <a:ext cx="1909440" cy="693360"/>
            <a:chOff x="6264648" y="6155784"/>
            <a:chExt cx="1909440" cy="69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A920B611-F21A-3D4E-C976-A6CB83487C84}"/>
                    </a:ext>
                  </a:extLst>
                </p14:cNvPr>
                <p14:cNvContentPartPr/>
                <p14:nvPr/>
              </p14:nvContentPartPr>
              <p14:xfrm>
                <a:off x="6264648" y="6155784"/>
                <a:ext cx="104760" cy="2034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A920B611-F21A-3D4E-C976-A6CB83487C84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6256008" y="6147144"/>
                  <a:ext cx="1224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C22FA536-18FD-A065-8360-BF8D7B9C835E}"/>
                    </a:ext>
                  </a:extLst>
                </p14:cNvPr>
                <p14:cNvContentPartPr/>
                <p14:nvPr/>
              </p14:nvContentPartPr>
              <p14:xfrm>
                <a:off x="6420888" y="6219144"/>
                <a:ext cx="1440" cy="3528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C22FA536-18FD-A065-8360-BF8D7B9C835E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6412248" y="6210144"/>
                  <a:ext cx="190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639E6FA0-D448-43B9-3824-B844D332C0A6}"/>
                    </a:ext>
                  </a:extLst>
                </p14:cNvPr>
                <p14:cNvContentPartPr/>
                <p14:nvPr/>
              </p14:nvContentPartPr>
              <p14:xfrm>
                <a:off x="6457968" y="6219144"/>
                <a:ext cx="230400" cy="11448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639E6FA0-D448-43B9-3824-B844D332C0A6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6448968" y="6210504"/>
                  <a:ext cx="24804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6EAE40F8-F15B-33A8-A132-6CE351850F3E}"/>
                    </a:ext>
                  </a:extLst>
                </p14:cNvPr>
                <p14:cNvContentPartPr/>
                <p14:nvPr/>
              </p14:nvContentPartPr>
              <p14:xfrm>
                <a:off x="6753888" y="6392664"/>
                <a:ext cx="262080" cy="18540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6EAE40F8-F15B-33A8-A132-6CE351850F3E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6744888" y="6383664"/>
                  <a:ext cx="2797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3B8751BF-9EC1-E50C-A791-A02FE80FC468}"/>
                    </a:ext>
                  </a:extLst>
                </p14:cNvPr>
                <p14:cNvContentPartPr/>
                <p14:nvPr/>
              </p14:nvContentPartPr>
              <p14:xfrm>
                <a:off x="7105608" y="6450984"/>
                <a:ext cx="19800" cy="2952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3B8751BF-9EC1-E50C-A791-A02FE80FC468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7096968" y="6442344"/>
                  <a:ext cx="374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ADB6E623-96A5-EC49-4234-24DC2D5CF9D8}"/>
                    </a:ext>
                  </a:extLst>
                </p14:cNvPr>
                <p14:cNvContentPartPr/>
                <p14:nvPr/>
              </p14:nvContentPartPr>
              <p14:xfrm>
                <a:off x="7108488" y="6393384"/>
                <a:ext cx="20880" cy="2268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ADB6E623-96A5-EC49-4234-24DC2D5CF9D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099488" y="6384744"/>
                  <a:ext cx="385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3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D2984242-AFF6-3370-3777-7F19314BE24D}"/>
                    </a:ext>
                  </a:extLst>
                </p14:cNvPr>
                <p14:cNvContentPartPr/>
                <p14:nvPr/>
              </p14:nvContentPartPr>
              <p14:xfrm>
                <a:off x="7185888" y="6436224"/>
                <a:ext cx="80280" cy="4248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D2984242-AFF6-3370-3777-7F19314BE24D}"/>
                    </a:ext>
                  </a:extLst>
                </p:cNvPr>
                <p:cNvPicPr/>
                <p:nvPr/>
              </p:nvPicPr>
              <p:blipFill>
                <a:blip r:embed="rId634"/>
                <a:stretch>
                  <a:fillRect/>
                </a:stretch>
              </p:blipFill>
              <p:spPr>
                <a:xfrm>
                  <a:off x="7177248" y="6427584"/>
                  <a:ext cx="979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5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47409A1F-8E37-6D1D-D74A-93375A243CBD}"/>
                    </a:ext>
                  </a:extLst>
                </p14:cNvPr>
                <p14:cNvContentPartPr/>
                <p14:nvPr/>
              </p14:nvContentPartPr>
              <p14:xfrm>
                <a:off x="7339968" y="6449184"/>
                <a:ext cx="35640" cy="2700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47409A1F-8E37-6D1D-D74A-93375A243CBD}"/>
                    </a:ext>
                  </a:extLst>
                </p:cNvPr>
                <p:cNvPicPr/>
                <p:nvPr/>
              </p:nvPicPr>
              <p:blipFill>
                <a:blip r:embed="rId636"/>
                <a:stretch>
                  <a:fillRect/>
                </a:stretch>
              </p:blipFill>
              <p:spPr>
                <a:xfrm>
                  <a:off x="7330968" y="6440184"/>
                  <a:ext cx="532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7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0E81A2E3-EC3E-9B6D-CDEA-658E876AF95A}"/>
                    </a:ext>
                  </a:extLst>
                </p14:cNvPr>
                <p14:cNvContentPartPr/>
                <p14:nvPr/>
              </p14:nvContentPartPr>
              <p14:xfrm>
                <a:off x="7444368" y="6401304"/>
                <a:ext cx="183240" cy="7092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0E81A2E3-EC3E-9B6D-CDEA-658E876AF95A}"/>
                    </a:ext>
                  </a:extLst>
                </p:cNvPr>
                <p:cNvPicPr/>
                <p:nvPr/>
              </p:nvPicPr>
              <p:blipFill>
                <a:blip r:embed="rId638"/>
                <a:stretch>
                  <a:fillRect/>
                </a:stretch>
              </p:blipFill>
              <p:spPr>
                <a:xfrm>
                  <a:off x="7435728" y="6392304"/>
                  <a:ext cx="20088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9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AAA563AB-736E-39D0-CD16-A8A5B42BCB11}"/>
                    </a:ext>
                  </a:extLst>
                </p14:cNvPr>
                <p14:cNvContentPartPr/>
                <p14:nvPr/>
              </p14:nvContentPartPr>
              <p14:xfrm>
                <a:off x="7837488" y="6461784"/>
                <a:ext cx="31320" cy="7056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AAA563AB-736E-39D0-CD16-A8A5B42BCB11}"/>
                    </a:ext>
                  </a:extLst>
                </p:cNvPr>
                <p:cNvPicPr/>
                <p:nvPr/>
              </p:nvPicPr>
              <p:blipFill>
                <a:blip r:embed="rId640"/>
                <a:stretch>
                  <a:fillRect/>
                </a:stretch>
              </p:blipFill>
              <p:spPr>
                <a:xfrm>
                  <a:off x="7828848" y="6453144"/>
                  <a:ext cx="489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1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AB4A523B-C9EC-436D-6128-EDADF33C6342}"/>
                    </a:ext>
                  </a:extLst>
                </p14:cNvPr>
                <p14:cNvContentPartPr/>
                <p14:nvPr/>
              </p14:nvContentPartPr>
              <p14:xfrm>
                <a:off x="6269328" y="6679584"/>
                <a:ext cx="97560" cy="6840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AB4A523B-C9EC-436D-6128-EDADF33C6342}"/>
                    </a:ext>
                  </a:extLst>
                </p:cNvPr>
                <p:cNvPicPr/>
                <p:nvPr/>
              </p:nvPicPr>
              <p:blipFill>
                <a:blip r:embed="rId642"/>
                <a:stretch>
                  <a:fillRect/>
                </a:stretch>
              </p:blipFill>
              <p:spPr>
                <a:xfrm>
                  <a:off x="6260328" y="6670584"/>
                  <a:ext cx="11520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3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75200F5A-95E9-D619-4E09-ABED0ADC0DB8}"/>
                    </a:ext>
                  </a:extLst>
                </p14:cNvPr>
                <p14:cNvContentPartPr/>
                <p14:nvPr/>
              </p14:nvContentPartPr>
              <p14:xfrm>
                <a:off x="6316128" y="6631344"/>
                <a:ext cx="24840" cy="2808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75200F5A-95E9-D619-4E09-ABED0ADC0DB8}"/>
                    </a:ext>
                  </a:extLst>
                </p:cNvPr>
                <p:cNvPicPr/>
                <p:nvPr/>
              </p:nvPicPr>
              <p:blipFill>
                <a:blip r:embed="rId644"/>
                <a:stretch>
                  <a:fillRect/>
                </a:stretch>
              </p:blipFill>
              <p:spPr>
                <a:xfrm>
                  <a:off x="6307488" y="6622704"/>
                  <a:ext cx="424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5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87DE93F6-9AD4-BC3A-D658-A920BC84629D}"/>
                    </a:ext>
                  </a:extLst>
                </p14:cNvPr>
                <p14:cNvContentPartPr/>
                <p14:nvPr/>
              </p14:nvContentPartPr>
              <p14:xfrm>
                <a:off x="6598008" y="6713064"/>
                <a:ext cx="59040" cy="2484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87DE93F6-9AD4-BC3A-D658-A920BC84629D}"/>
                    </a:ext>
                  </a:extLst>
                </p:cNvPr>
                <p:cNvPicPr/>
                <p:nvPr/>
              </p:nvPicPr>
              <p:blipFill>
                <a:blip r:embed="rId646"/>
                <a:stretch>
                  <a:fillRect/>
                </a:stretch>
              </p:blipFill>
              <p:spPr>
                <a:xfrm>
                  <a:off x="6589008" y="6704424"/>
                  <a:ext cx="766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7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EA7CBCFF-1802-2EB0-87B7-334FD1CDBF51}"/>
                    </a:ext>
                  </a:extLst>
                </p14:cNvPr>
                <p14:cNvContentPartPr/>
                <p14:nvPr/>
              </p14:nvContentPartPr>
              <p14:xfrm>
                <a:off x="6974568" y="6593904"/>
                <a:ext cx="547920" cy="23724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EA7CBCFF-1802-2EB0-87B7-334FD1CDBF51}"/>
                    </a:ext>
                  </a:extLst>
                </p:cNvPr>
                <p:cNvPicPr/>
                <p:nvPr/>
              </p:nvPicPr>
              <p:blipFill>
                <a:blip r:embed="rId648"/>
                <a:stretch>
                  <a:fillRect/>
                </a:stretch>
              </p:blipFill>
              <p:spPr>
                <a:xfrm>
                  <a:off x="6965568" y="6584904"/>
                  <a:ext cx="56556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9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7129000E-1C2B-7B3C-854E-72FCF3B78880}"/>
                    </a:ext>
                  </a:extLst>
                </p14:cNvPr>
                <p14:cNvContentPartPr/>
                <p14:nvPr/>
              </p14:nvContentPartPr>
              <p14:xfrm>
                <a:off x="7670088" y="6661584"/>
                <a:ext cx="88200" cy="18756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7129000E-1C2B-7B3C-854E-72FCF3B78880}"/>
                    </a:ext>
                  </a:extLst>
                </p:cNvPr>
                <p:cNvPicPr/>
                <p:nvPr/>
              </p:nvPicPr>
              <p:blipFill>
                <a:blip r:embed="rId650"/>
                <a:stretch>
                  <a:fillRect/>
                </a:stretch>
              </p:blipFill>
              <p:spPr>
                <a:xfrm>
                  <a:off x="7661448" y="6652584"/>
                  <a:ext cx="1058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1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B4BD37AC-17DB-FBD1-F502-77BA19C86608}"/>
                    </a:ext>
                  </a:extLst>
                </p14:cNvPr>
                <p14:cNvContentPartPr/>
                <p14:nvPr/>
              </p14:nvContentPartPr>
              <p14:xfrm>
                <a:off x="7795728" y="6696144"/>
                <a:ext cx="63000" cy="4608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B4BD37AC-17DB-FBD1-F502-77BA19C86608}"/>
                    </a:ext>
                  </a:extLst>
                </p:cNvPr>
                <p:cNvPicPr/>
                <p:nvPr/>
              </p:nvPicPr>
              <p:blipFill>
                <a:blip r:embed="rId652"/>
                <a:stretch>
                  <a:fillRect/>
                </a:stretch>
              </p:blipFill>
              <p:spPr>
                <a:xfrm>
                  <a:off x="7787088" y="6687144"/>
                  <a:ext cx="806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3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7E3D6037-7860-CEBA-3C69-34AB948B9F6D}"/>
                    </a:ext>
                  </a:extLst>
                </p14:cNvPr>
                <p14:cNvContentPartPr/>
                <p14:nvPr/>
              </p14:nvContentPartPr>
              <p14:xfrm>
                <a:off x="7906968" y="6694704"/>
                <a:ext cx="267120" cy="6156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7E3D6037-7860-CEBA-3C69-34AB948B9F6D}"/>
                    </a:ext>
                  </a:extLst>
                </p:cNvPr>
                <p:cNvPicPr/>
                <p:nvPr/>
              </p:nvPicPr>
              <p:blipFill>
                <a:blip r:embed="rId654"/>
                <a:stretch>
                  <a:fillRect/>
                </a:stretch>
              </p:blipFill>
              <p:spPr>
                <a:xfrm>
                  <a:off x="7897968" y="6685704"/>
                  <a:ext cx="284760" cy="7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9F722820-989E-9B76-6071-74704FBF3AAE}"/>
              </a:ext>
            </a:extLst>
          </p:cNvPr>
          <p:cNvGrpSpPr/>
          <p:nvPr/>
        </p:nvGrpSpPr>
        <p:grpSpPr>
          <a:xfrm>
            <a:off x="8360928" y="6597504"/>
            <a:ext cx="684720" cy="225720"/>
            <a:chOff x="8360928" y="6597504"/>
            <a:chExt cx="684720" cy="22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55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A2A8B44D-9A51-0031-EE83-F478DB204720}"/>
                    </a:ext>
                  </a:extLst>
                </p14:cNvPr>
                <p14:cNvContentPartPr/>
                <p14:nvPr/>
              </p14:nvContentPartPr>
              <p14:xfrm>
                <a:off x="8360928" y="6606864"/>
                <a:ext cx="236160" cy="21636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A2A8B44D-9A51-0031-EE83-F478DB204720}"/>
                    </a:ext>
                  </a:extLst>
                </p:cNvPr>
                <p:cNvPicPr/>
                <p:nvPr/>
              </p:nvPicPr>
              <p:blipFill>
                <a:blip r:embed="rId656"/>
                <a:stretch>
                  <a:fillRect/>
                </a:stretch>
              </p:blipFill>
              <p:spPr>
                <a:xfrm>
                  <a:off x="8351928" y="6597864"/>
                  <a:ext cx="2538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7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CD1D9CB8-9ABD-E748-8E6D-23C788A3DFF7}"/>
                    </a:ext>
                  </a:extLst>
                </p14:cNvPr>
                <p14:cNvContentPartPr/>
                <p14:nvPr/>
              </p14:nvContentPartPr>
              <p14:xfrm>
                <a:off x="8590608" y="6628824"/>
                <a:ext cx="5040" cy="3456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CD1D9CB8-9ABD-E748-8E6D-23C788A3DFF7}"/>
                    </a:ext>
                  </a:extLst>
                </p:cNvPr>
                <p:cNvPicPr/>
                <p:nvPr/>
              </p:nvPicPr>
              <p:blipFill>
                <a:blip r:embed="rId658"/>
                <a:stretch>
                  <a:fillRect/>
                </a:stretch>
              </p:blipFill>
              <p:spPr>
                <a:xfrm>
                  <a:off x="8581608" y="6619824"/>
                  <a:ext cx="2268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9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A5808F29-49B6-5E54-582F-AA20533BB7AF}"/>
                    </a:ext>
                  </a:extLst>
                </p14:cNvPr>
                <p14:cNvContentPartPr/>
                <p14:nvPr/>
              </p14:nvContentPartPr>
              <p14:xfrm>
                <a:off x="8664048" y="6695064"/>
                <a:ext cx="121320" cy="4536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A5808F29-49B6-5E54-582F-AA20533BB7AF}"/>
                    </a:ext>
                  </a:extLst>
                </p:cNvPr>
                <p:cNvPicPr/>
                <p:nvPr/>
              </p:nvPicPr>
              <p:blipFill>
                <a:blip r:embed="rId660"/>
                <a:stretch>
                  <a:fillRect/>
                </a:stretch>
              </p:blipFill>
              <p:spPr>
                <a:xfrm>
                  <a:off x="8655048" y="6686424"/>
                  <a:ext cx="13896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1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9314A1E0-7164-DF74-2BA6-7541D363F8E2}"/>
                    </a:ext>
                  </a:extLst>
                </p14:cNvPr>
                <p14:cNvContentPartPr/>
                <p14:nvPr/>
              </p14:nvContentPartPr>
              <p14:xfrm>
                <a:off x="8809488" y="6648264"/>
                <a:ext cx="19800" cy="4176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9314A1E0-7164-DF74-2BA6-7541D363F8E2}"/>
                    </a:ext>
                  </a:extLst>
                </p:cNvPr>
                <p:cNvPicPr/>
                <p:nvPr/>
              </p:nvPicPr>
              <p:blipFill>
                <a:blip r:embed="rId662"/>
                <a:stretch>
                  <a:fillRect/>
                </a:stretch>
              </p:blipFill>
              <p:spPr>
                <a:xfrm>
                  <a:off x="8800488" y="6639624"/>
                  <a:ext cx="374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3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6C9502F5-5763-CB49-647B-9D3F6352BBE1}"/>
                    </a:ext>
                  </a:extLst>
                </p14:cNvPr>
                <p14:cNvContentPartPr/>
                <p14:nvPr/>
              </p14:nvContentPartPr>
              <p14:xfrm>
                <a:off x="8849448" y="6597504"/>
                <a:ext cx="36000" cy="16056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6C9502F5-5763-CB49-647B-9D3F6352BBE1}"/>
                    </a:ext>
                  </a:extLst>
                </p:cNvPr>
                <p:cNvPicPr/>
                <p:nvPr/>
              </p:nvPicPr>
              <p:blipFill>
                <a:blip r:embed="rId664"/>
                <a:stretch>
                  <a:fillRect/>
                </a:stretch>
              </p:blipFill>
              <p:spPr>
                <a:xfrm>
                  <a:off x="8840808" y="6588504"/>
                  <a:ext cx="536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5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EEE9BB7D-B86C-8D34-F339-7DAFA77BB3D1}"/>
                    </a:ext>
                  </a:extLst>
                </p14:cNvPr>
                <p14:cNvContentPartPr/>
                <p14:nvPr/>
              </p14:nvContentPartPr>
              <p14:xfrm>
                <a:off x="8973288" y="6693624"/>
                <a:ext cx="72360" cy="4428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EEE9BB7D-B86C-8D34-F339-7DAFA77BB3D1}"/>
                    </a:ext>
                  </a:extLst>
                </p:cNvPr>
                <p:cNvPicPr/>
                <p:nvPr/>
              </p:nvPicPr>
              <p:blipFill>
                <a:blip r:embed="rId666"/>
                <a:stretch>
                  <a:fillRect/>
                </a:stretch>
              </p:blipFill>
              <p:spPr>
                <a:xfrm>
                  <a:off x="8964288" y="6684624"/>
                  <a:ext cx="90000" cy="6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DFF40284-BEC9-E182-EB44-77A190D3FA5B}"/>
              </a:ext>
            </a:extLst>
          </p:cNvPr>
          <p:cNvGrpSpPr/>
          <p:nvPr/>
        </p:nvGrpSpPr>
        <p:grpSpPr>
          <a:xfrm>
            <a:off x="9344088" y="6617664"/>
            <a:ext cx="160200" cy="163800"/>
            <a:chOff x="9344088" y="6617664"/>
            <a:chExt cx="160200" cy="16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7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75D71222-5409-41B1-BA07-71AA73CE806C}"/>
                    </a:ext>
                  </a:extLst>
                </p14:cNvPr>
                <p14:cNvContentPartPr/>
                <p14:nvPr/>
              </p14:nvContentPartPr>
              <p14:xfrm>
                <a:off x="9344088" y="6617664"/>
                <a:ext cx="29520" cy="16380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75D71222-5409-41B1-BA07-71AA73CE806C}"/>
                    </a:ext>
                  </a:extLst>
                </p:cNvPr>
                <p:cNvPicPr/>
                <p:nvPr/>
              </p:nvPicPr>
              <p:blipFill>
                <a:blip r:embed="rId668"/>
                <a:stretch>
                  <a:fillRect/>
                </a:stretch>
              </p:blipFill>
              <p:spPr>
                <a:xfrm>
                  <a:off x="9335088" y="6608664"/>
                  <a:ext cx="471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9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7BC842DA-43C8-A131-BC42-EC7C78906BE2}"/>
                    </a:ext>
                  </a:extLst>
                </p14:cNvPr>
                <p14:cNvContentPartPr/>
                <p14:nvPr/>
              </p14:nvContentPartPr>
              <p14:xfrm>
                <a:off x="9359928" y="6702624"/>
                <a:ext cx="144360" cy="5148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7BC842DA-43C8-A131-BC42-EC7C78906BE2}"/>
                    </a:ext>
                  </a:extLst>
                </p:cNvPr>
                <p:cNvPicPr/>
                <p:nvPr/>
              </p:nvPicPr>
              <p:blipFill>
                <a:blip r:embed="rId670"/>
                <a:stretch>
                  <a:fillRect/>
                </a:stretch>
              </p:blipFill>
              <p:spPr>
                <a:xfrm>
                  <a:off x="9350928" y="6693984"/>
                  <a:ext cx="162000" cy="6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5F46753E-A7A5-A9D7-9E30-4E7B4BF4FD51}"/>
              </a:ext>
            </a:extLst>
          </p:cNvPr>
          <p:cNvGrpSpPr/>
          <p:nvPr/>
        </p:nvGrpSpPr>
        <p:grpSpPr>
          <a:xfrm>
            <a:off x="9736488" y="6556104"/>
            <a:ext cx="453600" cy="198720"/>
            <a:chOff x="9736488" y="6556104"/>
            <a:chExt cx="453600" cy="19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1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7D95CD6E-480D-6841-678C-6FD2AB92A9E1}"/>
                    </a:ext>
                  </a:extLst>
                </p14:cNvPr>
                <p14:cNvContentPartPr/>
                <p14:nvPr/>
              </p14:nvContentPartPr>
              <p14:xfrm>
                <a:off x="9744048" y="6620184"/>
                <a:ext cx="9000" cy="13464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7D95CD6E-480D-6841-678C-6FD2AB92A9E1}"/>
                    </a:ext>
                  </a:extLst>
                </p:cNvPr>
                <p:cNvPicPr/>
                <p:nvPr/>
              </p:nvPicPr>
              <p:blipFill>
                <a:blip r:embed="rId672"/>
                <a:stretch>
                  <a:fillRect/>
                </a:stretch>
              </p:blipFill>
              <p:spPr>
                <a:xfrm>
                  <a:off x="9735048" y="6611544"/>
                  <a:ext cx="2664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3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1AE85FBB-71EC-B748-16DA-7AB8336C2092}"/>
                    </a:ext>
                  </a:extLst>
                </p14:cNvPr>
                <p14:cNvContentPartPr/>
                <p14:nvPr/>
              </p14:nvContentPartPr>
              <p14:xfrm>
                <a:off x="9736488" y="6556104"/>
                <a:ext cx="453600" cy="17712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1AE85FBB-71EC-B748-16DA-7AB8336C2092}"/>
                    </a:ext>
                  </a:extLst>
                </p:cNvPr>
                <p:cNvPicPr/>
                <p:nvPr/>
              </p:nvPicPr>
              <p:blipFill>
                <a:blip r:embed="rId674"/>
                <a:stretch>
                  <a:fillRect/>
                </a:stretch>
              </p:blipFill>
              <p:spPr>
                <a:xfrm>
                  <a:off x="9727848" y="6547464"/>
                  <a:ext cx="471240" cy="19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FBEA0E64-A8EA-CC97-AA0A-6A1DA10A217E}"/>
              </a:ext>
            </a:extLst>
          </p:cNvPr>
          <p:cNvGrpSpPr/>
          <p:nvPr/>
        </p:nvGrpSpPr>
        <p:grpSpPr>
          <a:xfrm>
            <a:off x="10407168" y="6494544"/>
            <a:ext cx="1810440" cy="333000"/>
            <a:chOff x="10407168" y="6494544"/>
            <a:chExt cx="1810440" cy="33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5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38F9A8B5-CBD1-996D-6AD9-EB66841AA5F7}"/>
                    </a:ext>
                  </a:extLst>
                </p14:cNvPr>
                <p14:cNvContentPartPr/>
                <p14:nvPr/>
              </p14:nvContentPartPr>
              <p14:xfrm>
                <a:off x="10407168" y="6534504"/>
                <a:ext cx="497520" cy="20628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38F9A8B5-CBD1-996D-6AD9-EB66841AA5F7}"/>
                    </a:ext>
                  </a:extLst>
                </p:cNvPr>
                <p:cNvPicPr/>
                <p:nvPr/>
              </p:nvPicPr>
              <p:blipFill>
                <a:blip r:embed="rId676"/>
                <a:stretch>
                  <a:fillRect/>
                </a:stretch>
              </p:blipFill>
              <p:spPr>
                <a:xfrm>
                  <a:off x="10398168" y="6525504"/>
                  <a:ext cx="51516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7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6D3612AA-C0B8-564C-2B93-8590478A241E}"/>
                    </a:ext>
                  </a:extLst>
                </p14:cNvPr>
                <p14:cNvContentPartPr/>
                <p14:nvPr/>
              </p14:nvContentPartPr>
              <p14:xfrm>
                <a:off x="11064168" y="6494544"/>
                <a:ext cx="525960" cy="33300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6D3612AA-C0B8-564C-2B93-8590478A241E}"/>
                    </a:ext>
                  </a:extLst>
                </p:cNvPr>
                <p:cNvPicPr/>
                <p:nvPr/>
              </p:nvPicPr>
              <p:blipFill>
                <a:blip r:embed="rId678"/>
                <a:stretch>
                  <a:fillRect/>
                </a:stretch>
              </p:blipFill>
              <p:spPr>
                <a:xfrm>
                  <a:off x="11055528" y="6485904"/>
                  <a:ext cx="54360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9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73F01C53-EAF3-A41F-8214-60FE4B653FBE}"/>
                    </a:ext>
                  </a:extLst>
                </p14:cNvPr>
                <p14:cNvContentPartPr/>
                <p14:nvPr/>
              </p14:nvContentPartPr>
              <p14:xfrm>
                <a:off x="11680848" y="6552504"/>
                <a:ext cx="107280" cy="23580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73F01C53-EAF3-A41F-8214-60FE4B653FBE}"/>
                    </a:ext>
                  </a:extLst>
                </p:cNvPr>
                <p:cNvPicPr/>
                <p:nvPr/>
              </p:nvPicPr>
              <p:blipFill>
                <a:blip r:embed="rId680"/>
                <a:stretch>
                  <a:fillRect/>
                </a:stretch>
              </p:blipFill>
              <p:spPr>
                <a:xfrm>
                  <a:off x="11672208" y="6543504"/>
                  <a:ext cx="1249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1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1A9304D6-DB19-9FF8-4B8A-76B074457949}"/>
                    </a:ext>
                  </a:extLst>
                </p14:cNvPr>
                <p14:cNvContentPartPr/>
                <p14:nvPr/>
              </p14:nvContentPartPr>
              <p14:xfrm>
                <a:off x="11815848" y="6594624"/>
                <a:ext cx="65160" cy="4860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1A9304D6-DB19-9FF8-4B8A-76B074457949}"/>
                    </a:ext>
                  </a:extLst>
                </p:cNvPr>
                <p:cNvPicPr/>
                <p:nvPr/>
              </p:nvPicPr>
              <p:blipFill>
                <a:blip r:embed="rId682"/>
                <a:stretch>
                  <a:fillRect/>
                </a:stretch>
              </p:blipFill>
              <p:spPr>
                <a:xfrm>
                  <a:off x="11806848" y="6585984"/>
                  <a:ext cx="8280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3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2E0A3DF2-FF9C-D7D6-70FE-AE1BD7F22ECD}"/>
                    </a:ext>
                  </a:extLst>
                </p14:cNvPr>
                <p14:cNvContentPartPr/>
                <p14:nvPr/>
              </p14:nvContentPartPr>
              <p14:xfrm>
                <a:off x="11892528" y="6602544"/>
                <a:ext cx="252000" cy="4032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2E0A3DF2-FF9C-D7D6-70FE-AE1BD7F22ECD}"/>
                    </a:ext>
                  </a:extLst>
                </p:cNvPr>
                <p:cNvPicPr/>
                <p:nvPr/>
              </p:nvPicPr>
              <p:blipFill>
                <a:blip r:embed="rId684"/>
                <a:stretch>
                  <a:fillRect/>
                </a:stretch>
              </p:blipFill>
              <p:spPr>
                <a:xfrm>
                  <a:off x="11883528" y="6593544"/>
                  <a:ext cx="2696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5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B67BAA24-8AE1-ADA8-3E81-A5A6C992A04F}"/>
                    </a:ext>
                  </a:extLst>
                </p14:cNvPr>
                <p14:cNvContentPartPr/>
                <p14:nvPr/>
              </p14:nvContentPartPr>
              <p14:xfrm>
                <a:off x="12015288" y="6648264"/>
                <a:ext cx="202320" cy="10800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B67BAA24-8AE1-ADA8-3E81-A5A6C992A04F}"/>
                    </a:ext>
                  </a:extLst>
                </p:cNvPr>
                <p:cNvPicPr/>
                <p:nvPr/>
              </p:nvPicPr>
              <p:blipFill>
                <a:blip r:embed="rId686"/>
                <a:stretch>
                  <a:fillRect/>
                </a:stretch>
              </p:blipFill>
              <p:spPr>
                <a:xfrm>
                  <a:off x="12006288" y="6639264"/>
                  <a:ext cx="219960" cy="125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0411733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52826F-7792-2BBE-D20C-806CA55EAA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3E9910A-57A8-DA43-6797-8F5120D0E646}"/>
              </a:ext>
            </a:extLst>
          </p:cNvPr>
          <p:cNvGrpSpPr/>
          <p:nvPr/>
        </p:nvGrpSpPr>
        <p:grpSpPr>
          <a:xfrm>
            <a:off x="1553328" y="612504"/>
            <a:ext cx="2161800" cy="550440"/>
            <a:chOff x="1553328" y="612504"/>
            <a:chExt cx="2161800" cy="55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7D130587-B0A1-ACD1-DFE7-2C350292B07E}"/>
                    </a:ext>
                  </a:extLst>
                </p14:cNvPr>
                <p14:cNvContentPartPr/>
                <p14:nvPr/>
              </p14:nvContentPartPr>
              <p14:xfrm>
                <a:off x="1553328" y="654984"/>
                <a:ext cx="362880" cy="3013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7D130587-B0A1-ACD1-DFE7-2C350292B07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44328" y="646344"/>
                  <a:ext cx="38052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D1961C2C-5D77-B52C-DDC3-D1E97A19F71D}"/>
                    </a:ext>
                  </a:extLst>
                </p14:cNvPr>
                <p14:cNvContentPartPr/>
                <p14:nvPr/>
              </p14:nvContentPartPr>
              <p14:xfrm>
                <a:off x="1982088" y="837504"/>
                <a:ext cx="316800" cy="1893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D1961C2C-5D77-B52C-DDC3-D1E97A19F71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73448" y="828504"/>
                  <a:ext cx="3344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05FC6184-143C-031B-3617-22BF129C832A}"/>
                    </a:ext>
                  </a:extLst>
                </p14:cNvPr>
                <p14:cNvContentPartPr/>
                <p14:nvPr/>
              </p14:nvContentPartPr>
              <p14:xfrm>
                <a:off x="2372688" y="697824"/>
                <a:ext cx="199440" cy="190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05FC6184-143C-031B-3617-22BF129C832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363688" y="689184"/>
                  <a:ext cx="2170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6D62200F-77EF-C7E5-857D-2BBC524CC03E}"/>
                    </a:ext>
                  </a:extLst>
                </p14:cNvPr>
                <p14:cNvContentPartPr/>
                <p14:nvPr/>
              </p14:nvContentPartPr>
              <p14:xfrm>
                <a:off x="2547288" y="619344"/>
                <a:ext cx="374760" cy="2343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6D62200F-77EF-C7E5-857D-2BBC524CC03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538648" y="610344"/>
                  <a:ext cx="39240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6E3ABEF7-40F7-7E6D-32DC-119654380673}"/>
                    </a:ext>
                  </a:extLst>
                </p14:cNvPr>
                <p14:cNvContentPartPr/>
                <p14:nvPr/>
              </p14:nvContentPartPr>
              <p14:xfrm>
                <a:off x="2929248" y="775224"/>
                <a:ext cx="6120" cy="212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6E3ABEF7-40F7-7E6D-32DC-11965438067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920608" y="766224"/>
                  <a:ext cx="237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6DBC3C2-F1E6-DF79-19BB-8503F691918B}"/>
                    </a:ext>
                  </a:extLst>
                </p14:cNvPr>
                <p14:cNvContentPartPr/>
                <p14:nvPr/>
              </p14:nvContentPartPr>
              <p14:xfrm>
                <a:off x="2997648" y="784224"/>
                <a:ext cx="26640" cy="507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6DBC3C2-F1E6-DF79-19BB-8503F691918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989008" y="775224"/>
                  <a:ext cx="442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CD29EB7-D83D-A1B5-606C-89C32CF12639}"/>
                    </a:ext>
                  </a:extLst>
                </p14:cNvPr>
                <p14:cNvContentPartPr/>
                <p14:nvPr/>
              </p14:nvContentPartPr>
              <p14:xfrm>
                <a:off x="3114648" y="783144"/>
                <a:ext cx="116280" cy="306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CD29EB7-D83D-A1B5-606C-89C32CF1263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106008" y="774144"/>
                  <a:ext cx="1339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214005D0-9982-8995-64E6-6A0336E451BE}"/>
                    </a:ext>
                  </a:extLst>
                </p14:cNvPr>
                <p14:cNvContentPartPr/>
                <p14:nvPr/>
              </p14:nvContentPartPr>
              <p14:xfrm>
                <a:off x="3332088" y="642384"/>
                <a:ext cx="383040" cy="5205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214005D0-9982-8995-64E6-6A0336E451B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323448" y="633384"/>
                  <a:ext cx="40068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968B31BE-3371-3D3A-B940-94918AFDE4F7}"/>
                    </a:ext>
                  </a:extLst>
                </p14:cNvPr>
                <p14:cNvContentPartPr/>
                <p14:nvPr/>
              </p14:nvContentPartPr>
              <p14:xfrm>
                <a:off x="3152088" y="612504"/>
                <a:ext cx="261000" cy="345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968B31BE-3371-3D3A-B940-94918AFDE4F7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143448" y="603864"/>
                  <a:ext cx="278640" cy="52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9567342-ED3D-EF93-A318-3E104469C224}"/>
                  </a:ext>
                </a:extLst>
              </p14:cNvPr>
              <p14:cNvContentPartPr/>
              <p14:nvPr/>
            </p14:nvContentPartPr>
            <p14:xfrm>
              <a:off x="4130568" y="670824"/>
              <a:ext cx="11160" cy="345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9567342-ED3D-EF93-A318-3E104469C224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121568" y="662184"/>
                <a:ext cx="288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9667DC7-8E88-8DAA-79B2-F70054827E8F}"/>
                  </a:ext>
                </a:extLst>
              </p14:cNvPr>
              <p14:cNvContentPartPr/>
              <p14:nvPr/>
            </p14:nvContentPartPr>
            <p14:xfrm>
              <a:off x="4135968" y="910944"/>
              <a:ext cx="14400" cy="9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9667DC7-8E88-8DAA-79B2-F70054827E8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127328" y="901944"/>
                <a:ext cx="32040" cy="2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27" name="Group 26">
            <a:extLst>
              <a:ext uri="{FF2B5EF4-FFF2-40B4-BE49-F238E27FC236}">
                <a16:creationId xmlns:a16="http://schemas.microsoft.com/office/drawing/2014/main" id="{36485C07-05B6-3D1D-365A-768D2CC37501}"/>
              </a:ext>
            </a:extLst>
          </p:cNvPr>
          <p:cNvGrpSpPr/>
          <p:nvPr/>
        </p:nvGrpSpPr>
        <p:grpSpPr>
          <a:xfrm>
            <a:off x="4581288" y="626904"/>
            <a:ext cx="982440" cy="284760"/>
            <a:chOff x="4581288" y="626904"/>
            <a:chExt cx="982440" cy="28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A25AE50-38AE-178E-F361-D92473F17F85}"/>
                    </a:ext>
                  </a:extLst>
                </p14:cNvPr>
                <p14:cNvContentPartPr/>
                <p14:nvPr/>
              </p14:nvContentPartPr>
              <p14:xfrm>
                <a:off x="4581288" y="626904"/>
                <a:ext cx="407160" cy="2847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A25AE50-38AE-178E-F361-D92473F17F8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572648" y="618264"/>
                  <a:ext cx="42480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ADA0AB61-370A-9E5E-3A01-CAB087E25BBB}"/>
                    </a:ext>
                  </a:extLst>
                </p14:cNvPr>
                <p14:cNvContentPartPr/>
                <p14:nvPr/>
              </p14:nvContentPartPr>
              <p14:xfrm>
                <a:off x="5081688" y="769824"/>
                <a:ext cx="260280" cy="734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ADA0AB61-370A-9E5E-3A01-CAB087E25BB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073048" y="760824"/>
                  <a:ext cx="27792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C9BA151E-FAAF-E645-9513-7CC32313CE7E}"/>
                    </a:ext>
                  </a:extLst>
                </p14:cNvPr>
                <p14:cNvContentPartPr/>
                <p14:nvPr/>
              </p14:nvContentPartPr>
              <p14:xfrm>
                <a:off x="5461488" y="672984"/>
                <a:ext cx="48960" cy="1954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C9BA151E-FAAF-E645-9513-7CC32313CE7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52488" y="664344"/>
                  <a:ext cx="666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3F079F52-8D9E-B685-2AB7-0B392BC4054B}"/>
                    </a:ext>
                  </a:extLst>
                </p14:cNvPr>
                <p14:cNvContentPartPr/>
                <p14:nvPr/>
              </p14:nvContentPartPr>
              <p14:xfrm>
                <a:off x="5417568" y="809424"/>
                <a:ext cx="146160" cy="136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3F079F52-8D9E-B685-2AB7-0B392BC4054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408568" y="800784"/>
                  <a:ext cx="16380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093CA443-F827-DDA4-3114-D5D5D43421F1}"/>
              </a:ext>
            </a:extLst>
          </p:cNvPr>
          <p:cNvGrpSpPr/>
          <p:nvPr/>
        </p:nvGrpSpPr>
        <p:grpSpPr>
          <a:xfrm>
            <a:off x="5893848" y="606024"/>
            <a:ext cx="293040" cy="279000"/>
            <a:chOff x="5893848" y="606024"/>
            <a:chExt cx="293040" cy="27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843BF662-8F5D-45D9-81DE-4B18E383CEB1}"/>
                    </a:ext>
                  </a:extLst>
                </p14:cNvPr>
                <p14:cNvContentPartPr/>
                <p14:nvPr/>
              </p14:nvContentPartPr>
              <p14:xfrm>
                <a:off x="5893848" y="606024"/>
                <a:ext cx="61200" cy="2790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843BF662-8F5D-45D9-81DE-4B18E383CEB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885208" y="597384"/>
                  <a:ext cx="7884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059FB0F-5983-05D7-C377-D7C66AD2C965}"/>
                    </a:ext>
                  </a:extLst>
                </p14:cNvPr>
                <p14:cNvContentPartPr/>
                <p14:nvPr/>
              </p14:nvContentPartPr>
              <p14:xfrm>
                <a:off x="5905008" y="652824"/>
                <a:ext cx="281880" cy="1972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059FB0F-5983-05D7-C377-D7C66AD2C96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896008" y="643824"/>
                  <a:ext cx="299520" cy="21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E61E776-2941-3472-CD01-D8D29EB204DB}"/>
              </a:ext>
            </a:extLst>
          </p:cNvPr>
          <p:cNvGrpSpPr/>
          <p:nvPr/>
        </p:nvGrpSpPr>
        <p:grpSpPr>
          <a:xfrm>
            <a:off x="6623208" y="629784"/>
            <a:ext cx="814680" cy="223920"/>
            <a:chOff x="6623208" y="629784"/>
            <a:chExt cx="814680" cy="22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628EF82B-1F2B-1F86-2929-8149C940D499}"/>
                    </a:ext>
                  </a:extLst>
                </p14:cNvPr>
                <p14:cNvContentPartPr/>
                <p14:nvPr/>
              </p14:nvContentPartPr>
              <p14:xfrm>
                <a:off x="6623208" y="728784"/>
                <a:ext cx="185040" cy="1022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628EF82B-1F2B-1F86-2929-8149C940D49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614568" y="719784"/>
                  <a:ext cx="20268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D4EEBE26-9FD9-E73A-9408-8D6D76F405D9}"/>
                    </a:ext>
                  </a:extLst>
                </p14:cNvPr>
                <p14:cNvContentPartPr/>
                <p14:nvPr/>
              </p14:nvContentPartPr>
              <p14:xfrm>
                <a:off x="6925248" y="762264"/>
                <a:ext cx="45360" cy="608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D4EEBE26-9FD9-E73A-9408-8D6D76F405D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916248" y="753624"/>
                  <a:ext cx="6300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3A49E90D-9F47-6886-6CFC-9DB655681D99}"/>
                    </a:ext>
                  </a:extLst>
                </p14:cNvPr>
                <p14:cNvContentPartPr/>
                <p14:nvPr/>
              </p14:nvContentPartPr>
              <p14:xfrm>
                <a:off x="7015968" y="773784"/>
                <a:ext cx="71640" cy="504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3A49E90D-9F47-6886-6CFC-9DB655681D9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006968" y="764784"/>
                  <a:ext cx="8928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329F8522-F4FD-4EF0-826E-65DEE3022287}"/>
                    </a:ext>
                  </a:extLst>
                </p14:cNvPr>
                <p14:cNvContentPartPr/>
                <p14:nvPr/>
              </p14:nvContentPartPr>
              <p14:xfrm>
                <a:off x="7173648" y="629784"/>
                <a:ext cx="101520" cy="194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329F8522-F4FD-4EF0-826E-65DEE302228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165008" y="621144"/>
                  <a:ext cx="1191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22F4B457-ECCE-E662-EFF7-F72E884EE10E}"/>
                    </a:ext>
                  </a:extLst>
                </p14:cNvPr>
                <p14:cNvContentPartPr/>
                <p14:nvPr/>
              </p14:nvContentPartPr>
              <p14:xfrm>
                <a:off x="7377408" y="726984"/>
                <a:ext cx="60480" cy="1267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22F4B457-ECCE-E662-EFF7-F72E884EE10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368768" y="718344"/>
                  <a:ext cx="78120" cy="14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C7F62639-869A-08F6-B9BF-FEC9E5574F56}"/>
              </a:ext>
            </a:extLst>
          </p:cNvPr>
          <p:cNvGrpSpPr/>
          <p:nvPr/>
        </p:nvGrpSpPr>
        <p:grpSpPr>
          <a:xfrm>
            <a:off x="7856208" y="722304"/>
            <a:ext cx="211680" cy="122400"/>
            <a:chOff x="7856208" y="722304"/>
            <a:chExt cx="211680" cy="12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9AF6D038-76DA-EBC5-F0B2-9577277DBA2B}"/>
                    </a:ext>
                  </a:extLst>
                </p14:cNvPr>
                <p14:cNvContentPartPr/>
                <p14:nvPr/>
              </p14:nvContentPartPr>
              <p14:xfrm>
                <a:off x="7856208" y="747504"/>
                <a:ext cx="49680" cy="972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9AF6D038-76DA-EBC5-F0B2-9577277DBA2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847568" y="738864"/>
                  <a:ext cx="6732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B1869EE-FC11-8D74-363B-730FC549FEB6}"/>
                    </a:ext>
                  </a:extLst>
                </p14:cNvPr>
                <p14:cNvContentPartPr/>
                <p14:nvPr/>
              </p14:nvContentPartPr>
              <p14:xfrm>
                <a:off x="7887528" y="722304"/>
                <a:ext cx="360" cy="54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B1869EE-FC11-8D74-363B-730FC549FEB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878528" y="713664"/>
                  <a:ext cx="18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465BCBEE-5A78-ED86-F92F-30C54EFD92C6}"/>
                    </a:ext>
                  </a:extLst>
                </p14:cNvPr>
                <p14:cNvContentPartPr/>
                <p14:nvPr/>
              </p14:nvContentPartPr>
              <p14:xfrm>
                <a:off x="7976808" y="763344"/>
                <a:ext cx="91080" cy="730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465BCBEE-5A78-ED86-F92F-30C54EFD92C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968168" y="754344"/>
                  <a:ext cx="10872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5942515E-3F39-6ABF-0A0B-39296AD61CCB}"/>
              </a:ext>
            </a:extLst>
          </p:cNvPr>
          <p:cNvGrpSpPr/>
          <p:nvPr/>
        </p:nvGrpSpPr>
        <p:grpSpPr>
          <a:xfrm>
            <a:off x="8383608" y="624024"/>
            <a:ext cx="313920" cy="234720"/>
            <a:chOff x="8383608" y="624024"/>
            <a:chExt cx="313920" cy="23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52F20786-90B0-F822-6927-E9C2AB2189AF}"/>
                    </a:ext>
                  </a:extLst>
                </p14:cNvPr>
                <p14:cNvContentPartPr/>
                <p14:nvPr/>
              </p14:nvContentPartPr>
              <p14:xfrm>
                <a:off x="8383608" y="670824"/>
                <a:ext cx="10440" cy="1879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52F20786-90B0-F822-6927-E9C2AB2189A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374608" y="662184"/>
                  <a:ext cx="280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7355F113-8E54-3167-1C5C-C9E3DBCD283D}"/>
                    </a:ext>
                  </a:extLst>
                </p14:cNvPr>
                <p14:cNvContentPartPr/>
                <p14:nvPr/>
              </p14:nvContentPartPr>
              <p14:xfrm>
                <a:off x="8394408" y="624024"/>
                <a:ext cx="303120" cy="1969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7355F113-8E54-3167-1C5C-C9E3DBCD283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385408" y="615384"/>
                  <a:ext cx="320760" cy="21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20B7898-D6E4-42F2-0E33-A34E7E4DF110}"/>
              </a:ext>
            </a:extLst>
          </p:cNvPr>
          <p:cNvGrpSpPr/>
          <p:nvPr/>
        </p:nvGrpSpPr>
        <p:grpSpPr>
          <a:xfrm>
            <a:off x="9040608" y="599184"/>
            <a:ext cx="913680" cy="236880"/>
            <a:chOff x="9040608" y="599184"/>
            <a:chExt cx="913680" cy="23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13B49C58-A756-B8A3-7A5B-036E0A90FC40}"/>
                    </a:ext>
                  </a:extLst>
                </p14:cNvPr>
                <p14:cNvContentPartPr/>
                <p14:nvPr/>
              </p14:nvContentPartPr>
              <p14:xfrm>
                <a:off x="9040608" y="599184"/>
                <a:ext cx="229680" cy="2088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13B49C58-A756-B8A3-7A5B-036E0A90FC4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031608" y="590184"/>
                  <a:ext cx="24732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DD00A373-D666-0955-A05D-E47D2FA8D3B1}"/>
                    </a:ext>
                  </a:extLst>
                </p14:cNvPr>
                <p14:cNvContentPartPr/>
                <p14:nvPr/>
              </p14:nvContentPartPr>
              <p14:xfrm>
                <a:off x="9332928" y="762624"/>
                <a:ext cx="71640" cy="338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DD00A373-D666-0955-A05D-E47D2FA8D3B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324288" y="753624"/>
                  <a:ext cx="892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5C82F2CB-B20B-BD96-3C3C-D6F79BE56D8F}"/>
                    </a:ext>
                  </a:extLst>
                </p14:cNvPr>
                <p14:cNvContentPartPr/>
                <p14:nvPr/>
              </p14:nvContentPartPr>
              <p14:xfrm>
                <a:off x="9481968" y="644904"/>
                <a:ext cx="284760" cy="1857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5C82F2CB-B20B-BD96-3C3C-D6F79BE56D8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472968" y="635904"/>
                  <a:ext cx="3024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819A9326-941C-D94E-23E2-0A79952E44F3}"/>
                    </a:ext>
                  </a:extLst>
                </p14:cNvPr>
                <p14:cNvContentPartPr/>
                <p14:nvPr/>
              </p14:nvContentPartPr>
              <p14:xfrm>
                <a:off x="9854208" y="701064"/>
                <a:ext cx="14760" cy="1350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819A9326-941C-D94E-23E2-0A79952E44F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845208" y="692424"/>
                  <a:ext cx="3240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A094C3EC-D625-C32A-B03B-9E22A6492AA0}"/>
                    </a:ext>
                  </a:extLst>
                </p14:cNvPr>
                <p14:cNvContentPartPr/>
                <p14:nvPr/>
              </p14:nvContentPartPr>
              <p14:xfrm>
                <a:off x="9643608" y="725184"/>
                <a:ext cx="310680" cy="8928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A094C3EC-D625-C32A-B03B-9E22A6492AA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634968" y="716544"/>
                  <a:ext cx="328320" cy="106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5F37DF4-7E67-31A8-0A39-9DD4373362D4}"/>
                  </a:ext>
                </a:extLst>
              </p14:cNvPr>
              <p14:cNvContentPartPr/>
              <p14:nvPr/>
            </p14:nvContentPartPr>
            <p14:xfrm>
              <a:off x="10283328" y="615384"/>
              <a:ext cx="167760" cy="412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5F37DF4-7E67-31A8-0A39-9DD4373362D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0274328" y="606384"/>
                <a:ext cx="185400" cy="430560"/>
              </a:xfrm>
              <a:prstGeom prst="rect">
                <a:avLst/>
              </a:prstGeom>
            </p:spPr>
          </p:pic>
        </mc:Fallback>
      </mc:AlternateContent>
      <p:grpSp>
        <p:nvGrpSpPr>
          <p:cNvPr id="50" name="Group 49">
            <a:extLst>
              <a:ext uri="{FF2B5EF4-FFF2-40B4-BE49-F238E27FC236}">
                <a16:creationId xmlns:a16="http://schemas.microsoft.com/office/drawing/2014/main" id="{88B666AA-0E5E-23C9-A152-FB82DB7C228F}"/>
              </a:ext>
            </a:extLst>
          </p:cNvPr>
          <p:cNvGrpSpPr/>
          <p:nvPr/>
        </p:nvGrpSpPr>
        <p:grpSpPr>
          <a:xfrm>
            <a:off x="10802088" y="595944"/>
            <a:ext cx="1162800" cy="513000"/>
            <a:chOff x="10802088" y="595944"/>
            <a:chExt cx="1162800" cy="51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5C267965-1C57-1EBC-DE55-91BB5EE18DA3}"/>
                    </a:ext>
                  </a:extLst>
                </p14:cNvPr>
                <p14:cNvContentPartPr/>
                <p14:nvPr/>
              </p14:nvContentPartPr>
              <p14:xfrm>
                <a:off x="10802088" y="595944"/>
                <a:ext cx="213120" cy="2372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5C267965-1C57-1EBC-DE55-91BB5EE18DA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793448" y="586944"/>
                  <a:ext cx="23076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F9F6E217-5117-F8E1-F5B7-EB46E3F4B889}"/>
                    </a:ext>
                  </a:extLst>
                </p14:cNvPr>
                <p14:cNvContentPartPr/>
                <p14:nvPr/>
              </p14:nvContentPartPr>
              <p14:xfrm>
                <a:off x="11058768" y="706104"/>
                <a:ext cx="85320" cy="864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F9F6E217-5117-F8E1-F5B7-EB46E3F4B88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049768" y="697464"/>
                  <a:ext cx="1029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86A8429B-FFCB-2E2E-C9A7-D7528499A033}"/>
                    </a:ext>
                  </a:extLst>
                </p14:cNvPr>
                <p14:cNvContentPartPr/>
                <p14:nvPr/>
              </p14:nvContentPartPr>
              <p14:xfrm>
                <a:off x="11079648" y="705744"/>
                <a:ext cx="212400" cy="4032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86A8429B-FFCB-2E2E-C9A7-D7528499A03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071008" y="696744"/>
                  <a:ext cx="230040" cy="42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862D0915-0237-01D6-F42A-9CB74B663617}"/>
                    </a:ext>
                  </a:extLst>
                </p14:cNvPr>
                <p14:cNvContentPartPr/>
                <p14:nvPr/>
              </p14:nvContentPartPr>
              <p14:xfrm>
                <a:off x="11428488" y="612864"/>
                <a:ext cx="486360" cy="2289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862D0915-0237-01D6-F42A-9CB74B66361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419488" y="603864"/>
                  <a:ext cx="5040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75B3F0AD-02DB-0DB4-CB21-CB531F49557B}"/>
                    </a:ext>
                  </a:extLst>
                </p14:cNvPr>
                <p14:cNvContentPartPr/>
                <p14:nvPr/>
              </p14:nvContentPartPr>
              <p14:xfrm>
                <a:off x="11942928" y="639864"/>
                <a:ext cx="21960" cy="270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75B3F0AD-02DB-0DB4-CB21-CB531F49557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933928" y="631224"/>
                  <a:ext cx="39600" cy="4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1F67B181-4E9B-6EC4-3EC6-022F39BF229E}"/>
              </a:ext>
            </a:extLst>
          </p:cNvPr>
          <p:cNvGrpSpPr/>
          <p:nvPr/>
        </p:nvGrpSpPr>
        <p:grpSpPr>
          <a:xfrm>
            <a:off x="4887648" y="1020384"/>
            <a:ext cx="502920" cy="54000"/>
            <a:chOff x="4887648" y="1020384"/>
            <a:chExt cx="502920" cy="5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C68F377-79B5-8D75-CA09-CCDCC06B790F}"/>
                    </a:ext>
                  </a:extLst>
                </p14:cNvPr>
                <p14:cNvContentPartPr/>
                <p14:nvPr/>
              </p14:nvContentPartPr>
              <p14:xfrm>
                <a:off x="4887648" y="1020384"/>
                <a:ext cx="502920" cy="360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C68F377-79B5-8D75-CA09-CCDCC06B790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878648" y="1011744"/>
                  <a:ext cx="5205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E15FACA0-C900-4802-58DF-2FD56DD38169}"/>
                    </a:ext>
                  </a:extLst>
                </p14:cNvPr>
                <p14:cNvContentPartPr/>
                <p14:nvPr/>
              </p14:nvContentPartPr>
              <p14:xfrm>
                <a:off x="5015088" y="1059624"/>
                <a:ext cx="255240" cy="147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E15FACA0-C900-4802-58DF-2FD56DD3816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006448" y="1050984"/>
                  <a:ext cx="27288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1702461-7EA4-7D43-D36C-C47E693441EE}"/>
              </a:ext>
            </a:extLst>
          </p:cNvPr>
          <p:cNvGrpSpPr/>
          <p:nvPr/>
        </p:nvGrpSpPr>
        <p:grpSpPr>
          <a:xfrm>
            <a:off x="656208" y="1459224"/>
            <a:ext cx="2788560" cy="512640"/>
            <a:chOff x="656208" y="1459224"/>
            <a:chExt cx="2788560" cy="51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E683DCBF-AD09-8DFF-428C-F583B8B1A6F5}"/>
                    </a:ext>
                  </a:extLst>
                </p14:cNvPr>
                <p14:cNvContentPartPr/>
                <p14:nvPr/>
              </p14:nvContentPartPr>
              <p14:xfrm>
                <a:off x="656208" y="1628424"/>
                <a:ext cx="138600" cy="2030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E683DCBF-AD09-8DFF-428C-F583B8B1A6F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47208" y="1619424"/>
                  <a:ext cx="1562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F3645914-48F8-4BDF-7147-459B63272B10}"/>
                    </a:ext>
                  </a:extLst>
                </p14:cNvPr>
                <p14:cNvContentPartPr/>
                <p14:nvPr/>
              </p14:nvContentPartPr>
              <p14:xfrm>
                <a:off x="883368" y="1698264"/>
                <a:ext cx="53640" cy="734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F3645914-48F8-4BDF-7147-459B63272B1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874368" y="1689264"/>
                  <a:ext cx="7128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53387AE2-F68C-50F9-B147-E9AB594E7C32}"/>
                    </a:ext>
                  </a:extLst>
                </p14:cNvPr>
                <p14:cNvContentPartPr/>
                <p14:nvPr/>
              </p14:nvContentPartPr>
              <p14:xfrm>
                <a:off x="1012608" y="1581264"/>
                <a:ext cx="178920" cy="1972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53387AE2-F68C-50F9-B147-E9AB594E7C3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03608" y="1572264"/>
                  <a:ext cx="1965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09E70CEB-47B7-2BEA-4D98-79C283C4D46B}"/>
                    </a:ext>
                  </a:extLst>
                </p14:cNvPr>
                <p14:cNvContentPartPr/>
                <p14:nvPr/>
              </p14:nvContentPartPr>
              <p14:xfrm>
                <a:off x="1174608" y="1684584"/>
                <a:ext cx="263520" cy="709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09E70CEB-47B7-2BEA-4D98-79C283C4D46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65968" y="1675584"/>
                  <a:ext cx="28116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5F0521E0-2392-8F0C-E330-EECC924F5D2C}"/>
                    </a:ext>
                  </a:extLst>
                </p14:cNvPr>
                <p14:cNvContentPartPr/>
                <p14:nvPr/>
              </p14:nvContentPartPr>
              <p14:xfrm>
                <a:off x="1763208" y="1513224"/>
                <a:ext cx="168840" cy="2498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5F0521E0-2392-8F0C-E330-EECC924F5D2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754568" y="1504584"/>
                  <a:ext cx="18648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5CC55662-4475-F456-03F7-61240288E81A}"/>
                    </a:ext>
                  </a:extLst>
                </p14:cNvPr>
                <p14:cNvContentPartPr/>
                <p14:nvPr/>
              </p14:nvContentPartPr>
              <p14:xfrm>
                <a:off x="1932408" y="1639944"/>
                <a:ext cx="92520" cy="1137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5CC55662-4475-F456-03F7-61240288E81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923408" y="1631304"/>
                  <a:ext cx="11016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1CF1D3DD-F46C-7480-1A87-2B8281CBC5A4}"/>
                    </a:ext>
                  </a:extLst>
                </p14:cNvPr>
                <p14:cNvContentPartPr/>
                <p14:nvPr/>
              </p14:nvContentPartPr>
              <p14:xfrm>
                <a:off x="2087208" y="1679904"/>
                <a:ext cx="164160" cy="669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1CF1D3DD-F46C-7480-1A87-2B8281CBC5A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078208" y="1670904"/>
                  <a:ext cx="18180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41169222-0D64-A5A4-08A4-77319DF1AB00}"/>
                    </a:ext>
                  </a:extLst>
                </p14:cNvPr>
                <p14:cNvContentPartPr/>
                <p14:nvPr/>
              </p14:nvContentPartPr>
              <p14:xfrm>
                <a:off x="2349648" y="1459224"/>
                <a:ext cx="414720" cy="2761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41169222-0D64-A5A4-08A4-77319DF1AB0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340648" y="1450224"/>
                  <a:ext cx="43236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2F021EFD-0503-9393-9A10-CA69B3216BB9}"/>
                    </a:ext>
                  </a:extLst>
                </p14:cNvPr>
                <p14:cNvContentPartPr/>
                <p14:nvPr/>
              </p14:nvContentPartPr>
              <p14:xfrm>
                <a:off x="2797488" y="1624824"/>
                <a:ext cx="11520" cy="291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2F021EFD-0503-9393-9A10-CA69B3216BB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788848" y="1615824"/>
                  <a:ext cx="291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A965F681-D6E2-8043-B7CD-EA5B2839CC29}"/>
                    </a:ext>
                  </a:extLst>
                </p14:cNvPr>
                <p14:cNvContentPartPr/>
                <p14:nvPr/>
              </p14:nvContentPartPr>
              <p14:xfrm>
                <a:off x="2803968" y="1502064"/>
                <a:ext cx="92160" cy="1933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A965F681-D6E2-8043-B7CD-EA5B2839CC2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795328" y="1493424"/>
                  <a:ext cx="109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7A53A6A4-4466-F1DD-9EBF-129672F1AFC7}"/>
                    </a:ext>
                  </a:extLst>
                </p14:cNvPr>
                <p14:cNvContentPartPr/>
                <p14:nvPr/>
              </p14:nvContentPartPr>
              <p14:xfrm>
                <a:off x="2999088" y="1599984"/>
                <a:ext cx="57600" cy="1162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7A53A6A4-4466-F1DD-9EBF-129672F1AFC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990448" y="1590984"/>
                  <a:ext cx="7524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373F918-65BC-2471-93D0-080C8B7603A5}"/>
                    </a:ext>
                  </a:extLst>
                </p14:cNvPr>
                <p14:cNvContentPartPr/>
                <p14:nvPr/>
              </p14:nvContentPartPr>
              <p14:xfrm>
                <a:off x="3125088" y="1700424"/>
                <a:ext cx="39600" cy="162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373F918-65BC-2471-93D0-080C8B7603A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116088" y="1691424"/>
                  <a:ext cx="572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D9E3BD4E-56F1-FA4C-02E2-41193D32FC19}"/>
                    </a:ext>
                  </a:extLst>
                </p14:cNvPr>
                <p14:cNvContentPartPr/>
                <p14:nvPr/>
              </p14:nvContentPartPr>
              <p14:xfrm>
                <a:off x="755928" y="1858464"/>
                <a:ext cx="2438280" cy="1134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D9E3BD4E-56F1-FA4C-02E2-41193D32FC1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46928" y="1849464"/>
                  <a:ext cx="24559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6614590-4A82-CB2D-06EE-A28DD57696C7}"/>
                    </a:ext>
                  </a:extLst>
                </p14:cNvPr>
                <p14:cNvContentPartPr/>
                <p14:nvPr/>
              </p14:nvContentPartPr>
              <p14:xfrm>
                <a:off x="3314808" y="1805184"/>
                <a:ext cx="25560" cy="313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6614590-4A82-CB2D-06EE-A28DD57696C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305808" y="1796184"/>
                  <a:ext cx="432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C4FCE604-E3C3-E1F1-DD9C-41EA0CFCA1EA}"/>
                    </a:ext>
                  </a:extLst>
                </p14:cNvPr>
                <p14:cNvContentPartPr/>
                <p14:nvPr/>
              </p14:nvContentPartPr>
              <p14:xfrm>
                <a:off x="3293568" y="1492344"/>
                <a:ext cx="151200" cy="1681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C4FCE604-E3C3-E1F1-DD9C-41EA0CFCA1E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284568" y="1483704"/>
                  <a:ext cx="168840" cy="18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84CC5C52-A589-C324-5C0B-7FDC3589B01A}"/>
              </a:ext>
            </a:extLst>
          </p:cNvPr>
          <p:cNvGrpSpPr/>
          <p:nvPr/>
        </p:nvGrpSpPr>
        <p:grpSpPr>
          <a:xfrm>
            <a:off x="3901608" y="1539144"/>
            <a:ext cx="1571400" cy="418320"/>
            <a:chOff x="3901608" y="1539144"/>
            <a:chExt cx="1571400" cy="41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17304FB8-EC77-5D12-9A98-90E8CB5B65D3}"/>
                    </a:ext>
                  </a:extLst>
                </p14:cNvPr>
                <p14:cNvContentPartPr/>
                <p14:nvPr/>
              </p14:nvContentPartPr>
              <p14:xfrm>
                <a:off x="3901608" y="1539144"/>
                <a:ext cx="661680" cy="4183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17304FB8-EC77-5D12-9A98-90E8CB5B65D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892968" y="1530144"/>
                  <a:ext cx="67932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3A690B8-901D-0753-501A-E74F97AFF063}"/>
                    </a:ext>
                  </a:extLst>
                </p14:cNvPr>
                <p14:cNvContentPartPr/>
                <p14:nvPr/>
              </p14:nvContentPartPr>
              <p14:xfrm>
                <a:off x="4615848" y="1670184"/>
                <a:ext cx="85320" cy="640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3A690B8-901D-0753-501A-E74F97AFF06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607208" y="1661184"/>
                  <a:ext cx="1029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E3EFE08-C360-3CD7-E61F-2DCFC06B196B}"/>
                    </a:ext>
                  </a:extLst>
                </p14:cNvPr>
                <p14:cNvContentPartPr/>
                <p14:nvPr/>
              </p14:nvContentPartPr>
              <p14:xfrm>
                <a:off x="4799088" y="1603224"/>
                <a:ext cx="580680" cy="1530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E3EFE08-C360-3CD7-E61F-2DCFC06B196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790448" y="1594584"/>
                  <a:ext cx="5983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1B472DE3-8598-3584-CFEB-1916B5E56FCE}"/>
                    </a:ext>
                  </a:extLst>
                </p14:cNvPr>
                <p14:cNvContentPartPr/>
                <p14:nvPr/>
              </p14:nvContentPartPr>
              <p14:xfrm>
                <a:off x="5411448" y="1668744"/>
                <a:ext cx="61560" cy="133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1B472DE3-8598-3584-CFEB-1916B5E56FC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402808" y="1660104"/>
                  <a:ext cx="79200" cy="30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1A0306-D3DB-32CA-7D51-1FFD8D2BB3F0}"/>
                  </a:ext>
                </a:extLst>
              </p14:cNvPr>
              <p14:cNvContentPartPr/>
              <p14:nvPr/>
            </p14:nvContentPartPr>
            <p14:xfrm>
              <a:off x="6073128" y="1606464"/>
              <a:ext cx="151200" cy="1238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1A0306-D3DB-32CA-7D51-1FFD8D2BB3F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064488" y="1597824"/>
                <a:ext cx="168840" cy="141480"/>
              </a:xfrm>
              <a:prstGeom prst="rect">
                <a:avLst/>
              </a:prstGeom>
            </p:spPr>
          </p:pic>
        </mc:Fallback>
      </mc:AlternateContent>
      <p:grpSp>
        <p:nvGrpSpPr>
          <p:cNvPr id="80" name="Group 79">
            <a:extLst>
              <a:ext uri="{FF2B5EF4-FFF2-40B4-BE49-F238E27FC236}">
                <a16:creationId xmlns:a16="http://schemas.microsoft.com/office/drawing/2014/main" id="{9D14E90D-16E6-17BA-D9A2-2B5FEDA16F86}"/>
              </a:ext>
            </a:extLst>
          </p:cNvPr>
          <p:cNvGrpSpPr/>
          <p:nvPr/>
        </p:nvGrpSpPr>
        <p:grpSpPr>
          <a:xfrm>
            <a:off x="6631488" y="1448064"/>
            <a:ext cx="675000" cy="237600"/>
            <a:chOff x="6631488" y="1448064"/>
            <a:chExt cx="675000" cy="23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347A9AE2-BAA1-1E7E-95CF-62389A0A3D0A}"/>
                    </a:ext>
                  </a:extLst>
                </p14:cNvPr>
                <p14:cNvContentPartPr/>
                <p14:nvPr/>
              </p14:nvContentPartPr>
              <p14:xfrm>
                <a:off x="6631488" y="1575504"/>
                <a:ext cx="167400" cy="1040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347A9AE2-BAA1-1E7E-95CF-62389A0A3D0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622488" y="1566504"/>
                  <a:ext cx="1850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84841C9-A621-8084-E790-87A888FB895A}"/>
                    </a:ext>
                  </a:extLst>
                </p14:cNvPr>
                <p14:cNvContentPartPr/>
                <p14:nvPr/>
              </p14:nvContentPartPr>
              <p14:xfrm>
                <a:off x="6888168" y="1580904"/>
                <a:ext cx="55440" cy="604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84841C9-A621-8084-E790-87A888FB895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879528" y="1572264"/>
                  <a:ext cx="7308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6CC69426-4174-A401-8CF7-F0CA1ABF9EEE}"/>
                    </a:ext>
                  </a:extLst>
                </p14:cNvPr>
                <p14:cNvContentPartPr/>
                <p14:nvPr/>
              </p14:nvContentPartPr>
              <p14:xfrm>
                <a:off x="7006248" y="1581624"/>
                <a:ext cx="151560" cy="694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6CC69426-4174-A401-8CF7-F0CA1ABF9EE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997248" y="1572984"/>
                  <a:ext cx="16920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55DC168E-719F-7EBC-61AE-0203F680943B}"/>
                    </a:ext>
                  </a:extLst>
                </p14:cNvPr>
                <p14:cNvContentPartPr/>
                <p14:nvPr/>
              </p14:nvContentPartPr>
              <p14:xfrm>
                <a:off x="7218648" y="1448064"/>
                <a:ext cx="87840" cy="2376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55DC168E-719F-7EBC-61AE-0203F680943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210008" y="1439064"/>
                  <a:ext cx="105480" cy="25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E46D1169-73D6-3D99-B7FE-E0089BA60795}"/>
                  </a:ext>
                </a:extLst>
              </p14:cNvPr>
              <p14:cNvContentPartPr/>
              <p14:nvPr/>
            </p14:nvContentPartPr>
            <p14:xfrm>
              <a:off x="7967088" y="1514304"/>
              <a:ext cx="246240" cy="141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E46D1169-73D6-3D99-B7FE-E0089BA60795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958448" y="1505304"/>
                <a:ext cx="26388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2B9CAE2-1D03-2355-BCE3-E3FD3CB95E34}"/>
                  </a:ext>
                </a:extLst>
              </p14:cNvPr>
              <p14:cNvContentPartPr/>
              <p14:nvPr/>
            </p14:nvContentPartPr>
            <p14:xfrm>
              <a:off x="8639568" y="1549584"/>
              <a:ext cx="89280" cy="547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2B9CAE2-1D03-2355-BCE3-E3FD3CB95E34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8630928" y="1540584"/>
                <a:ext cx="106920" cy="7236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oup 87">
            <a:extLst>
              <a:ext uri="{FF2B5EF4-FFF2-40B4-BE49-F238E27FC236}">
                <a16:creationId xmlns:a16="http://schemas.microsoft.com/office/drawing/2014/main" id="{FAFD4C95-48C9-B75A-7CB7-0387DD28E220}"/>
              </a:ext>
            </a:extLst>
          </p:cNvPr>
          <p:cNvGrpSpPr/>
          <p:nvPr/>
        </p:nvGrpSpPr>
        <p:grpSpPr>
          <a:xfrm>
            <a:off x="9029808" y="1448424"/>
            <a:ext cx="704880" cy="322560"/>
            <a:chOff x="9029808" y="1448424"/>
            <a:chExt cx="704880" cy="32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484DE59F-34EC-1010-B2BB-987CC8D23491}"/>
                    </a:ext>
                  </a:extLst>
                </p14:cNvPr>
                <p14:cNvContentPartPr/>
                <p14:nvPr/>
              </p14:nvContentPartPr>
              <p14:xfrm>
                <a:off x="9029808" y="1498824"/>
                <a:ext cx="118440" cy="2721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484DE59F-34EC-1010-B2BB-987CC8D2349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021168" y="1489824"/>
                  <a:ext cx="13608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E1C2EDBC-41E5-26A4-508D-055191C07FA5}"/>
                    </a:ext>
                  </a:extLst>
                </p14:cNvPr>
                <p14:cNvContentPartPr/>
                <p14:nvPr/>
              </p14:nvContentPartPr>
              <p14:xfrm>
                <a:off x="9272088" y="1508184"/>
                <a:ext cx="144720" cy="979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E1C2EDBC-41E5-26A4-508D-055191C07FA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263088" y="1499544"/>
                  <a:ext cx="16236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DF1AFD84-695A-B879-B44E-FDFBDAA73AE8}"/>
                    </a:ext>
                  </a:extLst>
                </p14:cNvPr>
                <p14:cNvContentPartPr/>
                <p14:nvPr/>
              </p14:nvContentPartPr>
              <p14:xfrm>
                <a:off x="9466848" y="1448424"/>
                <a:ext cx="3240" cy="147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DF1AFD84-695A-B879-B44E-FDFBDAA73AE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458208" y="1439784"/>
                  <a:ext cx="208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8FD9117C-02E6-32FF-6441-BAA624B171E5}"/>
                    </a:ext>
                  </a:extLst>
                </p14:cNvPr>
                <p14:cNvContentPartPr/>
                <p14:nvPr/>
              </p14:nvContentPartPr>
              <p14:xfrm>
                <a:off x="9512568" y="1449864"/>
                <a:ext cx="161640" cy="1555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8FD9117C-02E6-32FF-6441-BAA624B171E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503568" y="1440864"/>
                  <a:ext cx="1792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64C65211-1D86-5D7E-BD21-80D81151F520}"/>
                    </a:ext>
                  </a:extLst>
                </p14:cNvPr>
                <p14:cNvContentPartPr/>
                <p14:nvPr/>
              </p14:nvContentPartPr>
              <p14:xfrm>
                <a:off x="9689328" y="1524024"/>
                <a:ext cx="45360" cy="194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64C65211-1D86-5D7E-BD21-80D81151F52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680328" y="1515024"/>
                  <a:ext cx="6300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9B15C8B3-5945-5622-E95E-1FAAA8952292}"/>
              </a:ext>
            </a:extLst>
          </p:cNvPr>
          <p:cNvGrpSpPr/>
          <p:nvPr/>
        </p:nvGrpSpPr>
        <p:grpSpPr>
          <a:xfrm>
            <a:off x="10135728" y="1494144"/>
            <a:ext cx="223200" cy="150840"/>
            <a:chOff x="10135728" y="1494144"/>
            <a:chExt cx="223200" cy="15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0B7EA5D-3EA5-7C3C-3153-744A3597363B}"/>
                    </a:ext>
                  </a:extLst>
                </p14:cNvPr>
                <p14:cNvContentPartPr/>
                <p14:nvPr/>
              </p14:nvContentPartPr>
              <p14:xfrm>
                <a:off x="10135728" y="1577304"/>
                <a:ext cx="41400" cy="676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0B7EA5D-3EA5-7C3C-3153-744A3597363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127088" y="1568304"/>
                  <a:ext cx="5904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092BE766-33C2-C28B-22DB-61373F7E8878}"/>
                    </a:ext>
                  </a:extLst>
                </p14:cNvPr>
                <p14:cNvContentPartPr/>
                <p14:nvPr/>
              </p14:nvContentPartPr>
              <p14:xfrm>
                <a:off x="10168488" y="1494144"/>
                <a:ext cx="12240" cy="252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092BE766-33C2-C28B-22DB-61373F7E887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159488" y="1485144"/>
                  <a:ext cx="298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7FA0151D-64A8-3A84-322F-713F960201CF}"/>
                    </a:ext>
                  </a:extLst>
                </p14:cNvPr>
                <p14:cNvContentPartPr/>
                <p14:nvPr/>
              </p14:nvContentPartPr>
              <p14:xfrm>
                <a:off x="10267488" y="1579824"/>
                <a:ext cx="91440" cy="331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7FA0151D-64A8-3A84-322F-713F960201C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258488" y="1571184"/>
                  <a:ext cx="109080" cy="50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7DDFA4C8-3800-278C-5477-C1F5628B7E31}"/>
                  </a:ext>
                </a:extLst>
              </p14:cNvPr>
              <p14:cNvContentPartPr/>
              <p14:nvPr/>
            </p14:nvContentPartPr>
            <p14:xfrm>
              <a:off x="10851408" y="1525104"/>
              <a:ext cx="131040" cy="5832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7DDFA4C8-3800-278C-5477-C1F5628B7E31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0842408" y="1516104"/>
                <a:ext cx="1486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DDD99094-BC00-9E78-B4A5-CB293C96F9E2}"/>
                  </a:ext>
                </a:extLst>
              </p14:cNvPr>
              <p14:cNvContentPartPr/>
              <p14:nvPr/>
            </p14:nvContentPartPr>
            <p14:xfrm>
              <a:off x="4114008" y="1952424"/>
              <a:ext cx="809280" cy="340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DDD99094-BC00-9E78-B4A5-CB293C96F9E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4105008" y="1943784"/>
                <a:ext cx="82692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4CAC122-4728-C3FD-C84F-6EEF571B8DD9}"/>
                  </a:ext>
                </a:extLst>
              </p14:cNvPr>
              <p14:cNvContentPartPr/>
              <p14:nvPr/>
            </p14:nvContentPartPr>
            <p14:xfrm>
              <a:off x="4993848" y="2056464"/>
              <a:ext cx="20520" cy="370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4CAC122-4728-C3FD-C84F-6EEF571B8DD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984848" y="2047824"/>
                <a:ext cx="381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571E7360-49EE-02CB-19C0-E4D3A72FAB54}"/>
                  </a:ext>
                </a:extLst>
              </p14:cNvPr>
              <p14:cNvContentPartPr/>
              <p14:nvPr/>
            </p14:nvContentPartPr>
            <p14:xfrm>
              <a:off x="4884768" y="1981224"/>
              <a:ext cx="117360" cy="327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571E7360-49EE-02CB-19C0-E4D3A72FAB54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876128" y="1972224"/>
                <a:ext cx="135000" cy="50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326EDC6-9C10-AA1A-AAD8-0A7EFBFBF306}"/>
              </a:ext>
            </a:extLst>
          </p:cNvPr>
          <p:cNvGrpSpPr/>
          <p:nvPr/>
        </p:nvGrpSpPr>
        <p:grpSpPr>
          <a:xfrm>
            <a:off x="5218128" y="1894824"/>
            <a:ext cx="1505160" cy="304200"/>
            <a:chOff x="5218128" y="1894824"/>
            <a:chExt cx="1505160" cy="30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4B596E32-526C-7A2A-BAD2-01D93D459D2B}"/>
                    </a:ext>
                  </a:extLst>
                </p14:cNvPr>
                <p14:cNvContentPartPr/>
                <p14:nvPr/>
              </p14:nvContentPartPr>
              <p14:xfrm>
                <a:off x="5218128" y="1965384"/>
                <a:ext cx="216360" cy="2336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4B596E32-526C-7A2A-BAD2-01D93D459D2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209488" y="1956744"/>
                  <a:ext cx="2340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A8A373BE-D2E4-8E8A-A8CA-009565C664FF}"/>
                    </a:ext>
                  </a:extLst>
                </p14:cNvPr>
                <p14:cNvContentPartPr/>
                <p14:nvPr/>
              </p14:nvContentPartPr>
              <p14:xfrm>
                <a:off x="5442048" y="2028744"/>
                <a:ext cx="11520" cy="226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A8A373BE-D2E4-8E8A-A8CA-009565C664F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433408" y="2020104"/>
                  <a:ext cx="291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707B8455-CF49-C146-4284-E7C66B9412E4}"/>
                    </a:ext>
                  </a:extLst>
                </p14:cNvPr>
                <p14:cNvContentPartPr/>
                <p14:nvPr/>
              </p14:nvContentPartPr>
              <p14:xfrm>
                <a:off x="5518368" y="2021184"/>
                <a:ext cx="707400" cy="1224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707B8455-CF49-C146-4284-E7C66B9412E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509368" y="2012544"/>
                  <a:ext cx="72504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88740EE4-1406-BF11-EF1F-BA9EDE53DC11}"/>
                    </a:ext>
                  </a:extLst>
                </p14:cNvPr>
                <p14:cNvContentPartPr/>
                <p14:nvPr/>
              </p14:nvContentPartPr>
              <p14:xfrm>
                <a:off x="6251688" y="1966104"/>
                <a:ext cx="5400" cy="208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88740EE4-1406-BF11-EF1F-BA9EDE53DC1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243048" y="1957464"/>
                  <a:ext cx="230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000180B5-E6E9-9D67-8624-35E4A7A1E5B1}"/>
                    </a:ext>
                  </a:extLst>
                </p14:cNvPr>
                <p14:cNvContentPartPr/>
                <p14:nvPr/>
              </p14:nvContentPartPr>
              <p14:xfrm>
                <a:off x="6310008" y="2030904"/>
                <a:ext cx="38520" cy="428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000180B5-E6E9-9D67-8624-35E4A7A1E5B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301368" y="2022264"/>
                  <a:ext cx="5616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57E7EF6F-26DB-FD55-6A91-FC1A56D98D1B}"/>
                    </a:ext>
                  </a:extLst>
                </p14:cNvPr>
                <p14:cNvContentPartPr/>
                <p14:nvPr/>
              </p14:nvContentPartPr>
              <p14:xfrm>
                <a:off x="6399648" y="1894824"/>
                <a:ext cx="323640" cy="1998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57E7EF6F-26DB-FD55-6A91-FC1A56D98D1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391008" y="1886184"/>
                  <a:ext cx="34128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31103A9-04CB-D787-BBC1-8BB618EA8937}"/>
              </a:ext>
            </a:extLst>
          </p:cNvPr>
          <p:cNvGrpSpPr/>
          <p:nvPr/>
        </p:nvGrpSpPr>
        <p:grpSpPr>
          <a:xfrm>
            <a:off x="7148808" y="1809504"/>
            <a:ext cx="1528560" cy="497880"/>
            <a:chOff x="7148808" y="1809504"/>
            <a:chExt cx="1528560" cy="4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9D9487A5-1EEA-8DCA-5B8C-CDD55C02B0D4}"/>
                    </a:ext>
                  </a:extLst>
                </p14:cNvPr>
                <p14:cNvContentPartPr/>
                <p14:nvPr/>
              </p14:nvContentPartPr>
              <p14:xfrm>
                <a:off x="7148808" y="1871784"/>
                <a:ext cx="511920" cy="4356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9D9487A5-1EEA-8DCA-5B8C-CDD55C02B0D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139808" y="1862784"/>
                  <a:ext cx="52956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9334A0B4-A12A-BBE5-595F-421AC042BA85}"/>
                    </a:ext>
                  </a:extLst>
                </p14:cNvPr>
                <p14:cNvContentPartPr/>
                <p14:nvPr/>
              </p14:nvContentPartPr>
              <p14:xfrm>
                <a:off x="7769448" y="2028384"/>
                <a:ext cx="173520" cy="788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9334A0B4-A12A-BBE5-595F-421AC042BA8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760448" y="2019744"/>
                  <a:ext cx="19116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0EA67C3-D273-56F7-1E05-429B2764B6FD}"/>
                    </a:ext>
                  </a:extLst>
                </p14:cNvPr>
                <p14:cNvContentPartPr/>
                <p14:nvPr/>
              </p14:nvContentPartPr>
              <p14:xfrm>
                <a:off x="8036928" y="1809504"/>
                <a:ext cx="452160" cy="288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0EA67C3-D273-56F7-1E05-429B2764B6F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027928" y="1800504"/>
                  <a:ext cx="46980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8E4EE5C6-3C76-E048-9B4C-060828007A88}"/>
                    </a:ext>
                  </a:extLst>
                </p14:cNvPr>
                <p14:cNvContentPartPr/>
                <p14:nvPr/>
              </p14:nvContentPartPr>
              <p14:xfrm>
                <a:off x="8574768" y="2008584"/>
                <a:ext cx="102600" cy="705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8E4EE5C6-3C76-E048-9B4C-060828007A8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565768" y="1999584"/>
                  <a:ext cx="12024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F934B1A1-57D6-AFFF-F1C1-F393D0E03E69}"/>
                    </a:ext>
                  </a:extLst>
                </p14:cNvPr>
                <p14:cNvContentPartPr/>
                <p14:nvPr/>
              </p14:nvContentPartPr>
              <p14:xfrm>
                <a:off x="8482608" y="1856664"/>
                <a:ext cx="122400" cy="255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F934B1A1-57D6-AFFF-F1C1-F393D0E03E6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473968" y="1847664"/>
                  <a:ext cx="14004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E7AF5263-BD27-DE07-48BF-69B417DF0096}"/>
              </a:ext>
            </a:extLst>
          </p:cNvPr>
          <p:cNvGrpSpPr/>
          <p:nvPr/>
        </p:nvGrpSpPr>
        <p:grpSpPr>
          <a:xfrm>
            <a:off x="9098928" y="1913904"/>
            <a:ext cx="902160" cy="337320"/>
            <a:chOff x="9098928" y="1913904"/>
            <a:chExt cx="902160" cy="33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81677847-FE59-9BD0-B5E3-A029F92CE2B9}"/>
                    </a:ext>
                  </a:extLst>
                </p14:cNvPr>
                <p14:cNvContentPartPr/>
                <p14:nvPr/>
              </p14:nvContentPartPr>
              <p14:xfrm>
                <a:off x="9098928" y="1931904"/>
                <a:ext cx="481680" cy="3193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81677847-FE59-9BD0-B5E3-A029F92CE2B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090288" y="1923264"/>
                  <a:ext cx="49932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597905B0-E717-78F8-8C88-DAF46446370C}"/>
                    </a:ext>
                  </a:extLst>
                </p14:cNvPr>
                <p14:cNvContentPartPr/>
                <p14:nvPr/>
              </p14:nvContentPartPr>
              <p14:xfrm>
                <a:off x="9674928" y="1913904"/>
                <a:ext cx="95400" cy="709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597905B0-E717-78F8-8C88-DAF46446370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665928" y="1905264"/>
                  <a:ext cx="11304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799D0BD4-96E3-83DA-8D8B-A151D8678DE2}"/>
                    </a:ext>
                  </a:extLst>
                </p14:cNvPr>
                <p14:cNvContentPartPr/>
                <p14:nvPr/>
              </p14:nvContentPartPr>
              <p14:xfrm>
                <a:off x="9858168" y="1932624"/>
                <a:ext cx="142920" cy="716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799D0BD4-96E3-83DA-8D8B-A151D8678DE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849168" y="1923624"/>
                  <a:ext cx="160560" cy="8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0B32010D-1DF4-9BE3-691A-017645FB5D04}"/>
              </a:ext>
            </a:extLst>
          </p:cNvPr>
          <p:cNvGrpSpPr/>
          <p:nvPr/>
        </p:nvGrpSpPr>
        <p:grpSpPr>
          <a:xfrm>
            <a:off x="10408968" y="1798344"/>
            <a:ext cx="679320" cy="259560"/>
            <a:chOff x="10408968" y="1798344"/>
            <a:chExt cx="679320" cy="25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B1C25584-EBD3-E99F-82D7-70FFC28EC6D4}"/>
                    </a:ext>
                  </a:extLst>
                </p14:cNvPr>
                <p14:cNvContentPartPr/>
                <p14:nvPr/>
              </p14:nvContentPartPr>
              <p14:xfrm>
                <a:off x="10426608" y="1847664"/>
                <a:ext cx="59040" cy="2102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B1C25584-EBD3-E99F-82D7-70FFC28EC6D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417608" y="1838664"/>
                  <a:ext cx="7668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38445BFD-B077-A10B-F8FC-2347C3E324B2}"/>
                    </a:ext>
                  </a:extLst>
                </p14:cNvPr>
                <p14:cNvContentPartPr/>
                <p14:nvPr/>
              </p14:nvContentPartPr>
              <p14:xfrm>
                <a:off x="10408968" y="1798344"/>
                <a:ext cx="624600" cy="2203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38445BFD-B077-A10B-F8FC-2347C3E324B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399968" y="1789704"/>
                  <a:ext cx="6422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B422666B-1F62-B196-429B-D6BBC8D196FF}"/>
                    </a:ext>
                  </a:extLst>
                </p14:cNvPr>
                <p14:cNvContentPartPr/>
                <p14:nvPr/>
              </p14:nvContentPartPr>
              <p14:xfrm>
                <a:off x="11017728" y="1920024"/>
                <a:ext cx="70560" cy="252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B422666B-1F62-B196-429B-D6BBC8D196F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008728" y="1911384"/>
                  <a:ext cx="8820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6F7B856E-E1EB-8943-63BE-698E59B24215}"/>
              </a:ext>
            </a:extLst>
          </p:cNvPr>
          <p:cNvGrpSpPr/>
          <p:nvPr/>
        </p:nvGrpSpPr>
        <p:grpSpPr>
          <a:xfrm>
            <a:off x="11341728" y="1801584"/>
            <a:ext cx="128520" cy="180360"/>
            <a:chOff x="11341728" y="1801584"/>
            <a:chExt cx="128520" cy="18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EB6BBE7D-1620-A8C8-D970-6EAE7C7AFEF8}"/>
                    </a:ext>
                  </a:extLst>
                </p14:cNvPr>
                <p14:cNvContentPartPr/>
                <p14:nvPr/>
              </p14:nvContentPartPr>
              <p14:xfrm>
                <a:off x="11341728" y="1926144"/>
                <a:ext cx="128520" cy="558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EB6BBE7D-1620-A8C8-D970-6EAE7C7AFEF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1333088" y="1917504"/>
                  <a:ext cx="14616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B74772E7-F86C-F02E-A693-EFA9C34840D0}"/>
                    </a:ext>
                  </a:extLst>
                </p14:cNvPr>
                <p14:cNvContentPartPr/>
                <p14:nvPr/>
              </p14:nvContentPartPr>
              <p14:xfrm>
                <a:off x="11437128" y="1801584"/>
                <a:ext cx="14400" cy="399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B74772E7-F86C-F02E-A693-EFA9C34840D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1428128" y="1792944"/>
                  <a:ext cx="32040" cy="5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4D87B953-0F05-0A47-982D-20BF59FD1138}"/>
              </a:ext>
            </a:extLst>
          </p:cNvPr>
          <p:cNvGrpSpPr/>
          <p:nvPr/>
        </p:nvGrpSpPr>
        <p:grpSpPr>
          <a:xfrm>
            <a:off x="4211208" y="2365704"/>
            <a:ext cx="685800" cy="298800"/>
            <a:chOff x="4211208" y="2365704"/>
            <a:chExt cx="685800" cy="29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B47CA09B-8686-E1B4-CCB9-74CD29496568}"/>
                    </a:ext>
                  </a:extLst>
                </p14:cNvPr>
                <p14:cNvContentPartPr/>
                <p14:nvPr/>
              </p14:nvContentPartPr>
              <p14:xfrm>
                <a:off x="4211208" y="2365704"/>
                <a:ext cx="164880" cy="29880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B47CA09B-8686-E1B4-CCB9-74CD2949656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202568" y="2357064"/>
                  <a:ext cx="18252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EE6DFA92-1229-064B-E568-C5C5CC29FE05}"/>
                    </a:ext>
                  </a:extLst>
                </p14:cNvPr>
                <p14:cNvContentPartPr/>
                <p14:nvPr/>
              </p14:nvContentPartPr>
              <p14:xfrm>
                <a:off x="4369608" y="2537064"/>
                <a:ext cx="279720" cy="979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EE6DFA92-1229-064B-E568-C5C5CC29FE05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360608" y="2528424"/>
                  <a:ext cx="29736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8968FE5E-F5EA-DB81-BB1D-2A6FFA64151D}"/>
                    </a:ext>
                  </a:extLst>
                </p14:cNvPr>
                <p14:cNvContentPartPr/>
                <p14:nvPr/>
              </p14:nvContentPartPr>
              <p14:xfrm>
                <a:off x="4662648" y="2476224"/>
                <a:ext cx="1080" cy="183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8968FE5E-F5EA-DB81-BB1D-2A6FFA64151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653648" y="2467224"/>
                  <a:ext cx="18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DA683233-1304-4F74-3BDB-C08CD994D67F}"/>
                    </a:ext>
                  </a:extLst>
                </p14:cNvPr>
                <p14:cNvContentPartPr/>
                <p14:nvPr/>
              </p14:nvContentPartPr>
              <p14:xfrm>
                <a:off x="4721688" y="2534184"/>
                <a:ext cx="175320" cy="561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DA683233-1304-4F74-3BDB-C08CD994D67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712688" y="2525184"/>
                  <a:ext cx="192960" cy="7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FC440D8-0C43-5862-F1FC-A493BB1103FA}"/>
              </a:ext>
            </a:extLst>
          </p:cNvPr>
          <p:cNvGrpSpPr/>
          <p:nvPr/>
        </p:nvGrpSpPr>
        <p:grpSpPr>
          <a:xfrm>
            <a:off x="5307048" y="2256984"/>
            <a:ext cx="416520" cy="498240"/>
            <a:chOff x="5307048" y="2256984"/>
            <a:chExt cx="416520" cy="49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0F45A680-A987-7A97-2FC9-BAFC146EB507}"/>
                    </a:ext>
                  </a:extLst>
                </p14:cNvPr>
                <p14:cNvContentPartPr/>
                <p14:nvPr/>
              </p14:nvContentPartPr>
              <p14:xfrm>
                <a:off x="5335488" y="2256984"/>
                <a:ext cx="144360" cy="4982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0F45A680-A987-7A97-2FC9-BAFC146EB50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326488" y="2247984"/>
                  <a:ext cx="16200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DBCF7B6E-B3AE-3D77-5F49-D25D4E278F70}"/>
                    </a:ext>
                  </a:extLst>
                </p14:cNvPr>
                <p14:cNvContentPartPr/>
                <p14:nvPr/>
              </p14:nvContentPartPr>
              <p14:xfrm>
                <a:off x="5307048" y="2539224"/>
                <a:ext cx="90360" cy="525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DBCF7B6E-B3AE-3D77-5F49-D25D4E278F7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298408" y="2530224"/>
                  <a:ext cx="10800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F842950-29B4-718F-77A6-ED35CE002730}"/>
                    </a:ext>
                  </a:extLst>
                </p14:cNvPr>
                <p14:cNvContentPartPr/>
                <p14:nvPr/>
              </p14:nvContentPartPr>
              <p14:xfrm>
                <a:off x="5473368" y="2511504"/>
                <a:ext cx="105120" cy="579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F842950-29B4-718F-77A6-ED35CE002730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464368" y="2502504"/>
                  <a:ext cx="1227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D2764840-242F-AA27-5CE1-1A3CE081821B}"/>
                    </a:ext>
                  </a:extLst>
                </p14:cNvPr>
                <p14:cNvContentPartPr/>
                <p14:nvPr/>
              </p14:nvContentPartPr>
              <p14:xfrm>
                <a:off x="5635728" y="2508984"/>
                <a:ext cx="87840" cy="327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D2764840-242F-AA27-5CE1-1A3CE081821B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626728" y="2500344"/>
                  <a:ext cx="105480" cy="5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C997E269-AC79-1D1E-7EE6-26FA0BF38C9E}"/>
              </a:ext>
            </a:extLst>
          </p:cNvPr>
          <p:cNvGrpSpPr/>
          <p:nvPr/>
        </p:nvGrpSpPr>
        <p:grpSpPr>
          <a:xfrm>
            <a:off x="6066648" y="2304864"/>
            <a:ext cx="338760" cy="315360"/>
            <a:chOff x="6066648" y="2304864"/>
            <a:chExt cx="338760" cy="31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6CAD3A3-A7E2-716C-23AE-0244642D6EFC}"/>
                    </a:ext>
                  </a:extLst>
                </p14:cNvPr>
                <p14:cNvContentPartPr/>
                <p14:nvPr/>
              </p14:nvContentPartPr>
              <p14:xfrm>
                <a:off x="6066648" y="2372184"/>
                <a:ext cx="34200" cy="2480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6CAD3A3-A7E2-716C-23AE-0244642D6EF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058008" y="2363544"/>
                  <a:ext cx="5184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4FFF11E-95BA-7521-B7C0-C6CC0BD99729}"/>
                    </a:ext>
                  </a:extLst>
                </p14:cNvPr>
                <p14:cNvContentPartPr/>
                <p14:nvPr/>
              </p14:nvContentPartPr>
              <p14:xfrm>
                <a:off x="6082488" y="2304864"/>
                <a:ext cx="322920" cy="2214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4FFF11E-95BA-7521-B7C0-C6CC0BD99729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073488" y="2296224"/>
                  <a:ext cx="340560" cy="23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EA4BB8AA-A792-9DF3-6E63-1DC572BB98B2}"/>
              </a:ext>
            </a:extLst>
          </p:cNvPr>
          <p:cNvGrpSpPr/>
          <p:nvPr/>
        </p:nvGrpSpPr>
        <p:grpSpPr>
          <a:xfrm>
            <a:off x="6916248" y="2290104"/>
            <a:ext cx="1664280" cy="269640"/>
            <a:chOff x="6916248" y="2290104"/>
            <a:chExt cx="1664280" cy="26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75171B2-E4F3-9574-8C8A-B7AF067948E1}"/>
                    </a:ext>
                  </a:extLst>
                </p14:cNvPr>
                <p14:cNvContentPartPr/>
                <p14:nvPr/>
              </p14:nvContentPartPr>
              <p14:xfrm>
                <a:off x="6916248" y="2325744"/>
                <a:ext cx="211680" cy="2242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75171B2-E4F3-9574-8C8A-B7AF067948E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907248" y="2317104"/>
                  <a:ext cx="2293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5DB98A3E-2633-0134-DC9B-1FC4FB1CAF01}"/>
                    </a:ext>
                  </a:extLst>
                </p14:cNvPr>
                <p14:cNvContentPartPr/>
                <p14:nvPr/>
              </p14:nvContentPartPr>
              <p14:xfrm>
                <a:off x="7159968" y="2401344"/>
                <a:ext cx="19080" cy="378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5DB98A3E-2633-0134-DC9B-1FC4FB1CAF0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150968" y="2392704"/>
                  <a:ext cx="3672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8E4FED1C-834B-D857-BA49-35B9B8D4D849}"/>
                    </a:ext>
                  </a:extLst>
                </p14:cNvPr>
                <p14:cNvContentPartPr/>
                <p14:nvPr/>
              </p14:nvContentPartPr>
              <p14:xfrm>
                <a:off x="7251048" y="2443464"/>
                <a:ext cx="58320" cy="961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8E4FED1C-834B-D857-BA49-35B9B8D4D84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242048" y="2434464"/>
                  <a:ext cx="7596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F3C0035B-6F32-D3D2-30BB-173BA6A211C8}"/>
                    </a:ext>
                  </a:extLst>
                </p14:cNvPr>
                <p14:cNvContentPartPr/>
                <p14:nvPr/>
              </p14:nvContentPartPr>
              <p14:xfrm>
                <a:off x="7455528" y="2386224"/>
                <a:ext cx="21600" cy="1735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F3C0035B-6F32-D3D2-30BB-173BA6A211C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446888" y="2377224"/>
                  <a:ext cx="392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88B89D58-E4A5-8D5C-F614-E752E1369363}"/>
                    </a:ext>
                  </a:extLst>
                </p14:cNvPr>
                <p14:cNvContentPartPr/>
                <p14:nvPr/>
              </p14:nvContentPartPr>
              <p14:xfrm>
                <a:off x="7423128" y="2489544"/>
                <a:ext cx="75240" cy="367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88B89D58-E4A5-8D5C-F614-E752E136936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414488" y="2480904"/>
                  <a:ext cx="928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4B79B0C2-1272-C1CC-6ED1-9B68CFCA68EC}"/>
                    </a:ext>
                  </a:extLst>
                </p14:cNvPr>
                <p14:cNvContentPartPr/>
                <p14:nvPr/>
              </p14:nvContentPartPr>
              <p14:xfrm>
                <a:off x="7589088" y="2488464"/>
                <a:ext cx="110160" cy="500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4B79B0C2-1272-C1CC-6ED1-9B68CFCA68E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580088" y="2479464"/>
                  <a:ext cx="1278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EE4B4929-ED93-82A5-BCCC-BAA03E92CF35}"/>
                    </a:ext>
                  </a:extLst>
                </p14:cNvPr>
                <p14:cNvContentPartPr/>
                <p14:nvPr/>
              </p14:nvContentPartPr>
              <p14:xfrm>
                <a:off x="7811208" y="2318904"/>
                <a:ext cx="113760" cy="2242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EE4B4929-ED93-82A5-BCCC-BAA03E92CF3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802568" y="2309904"/>
                  <a:ext cx="1314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F9B5BEB1-3237-94CB-0547-2A6EB10BBFEB}"/>
                    </a:ext>
                  </a:extLst>
                </p14:cNvPr>
                <p14:cNvContentPartPr/>
                <p14:nvPr/>
              </p14:nvContentPartPr>
              <p14:xfrm>
                <a:off x="8031528" y="2290104"/>
                <a:ext cx="263880" cy="2077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F9B5BEB1-3237-94CB-0547-2A6EB10BBFE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022528" y="2281464"/>
                  <a:ext cx="2815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60A3B16B-E747-16AB-31ED-B4AD4CDEC8A5}"/>
                    </a:ext>
                  </a:extLst>
                </p14:cNvPr>
                <p14:cNvContentPartPr/>
                <p14:nvPr/>
              </p14:nvContentPartPr>
              <p14:xfrm>
                <a:off x="8314128" y="2420064"/>
                <a:ext cx="7920" cy="176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60A3B16B-E747-16AB-31ED-B4AD4CDEC8A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305128" y="2411424"/>
                  <a:ext cx="255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290C5AE6-C92C-4ED8-570B-48C3F176EA94}"/>
                    </a:ext>
                  </a:extLst>
                </p14:cNvPr>
                <p14:cNvContentPartPr/>
                <p14:nvPr/>
              </p14:nvContentPartPr>
              <p14:xfrm>
                <a:off x="8357688" y="2414304"/>
                <a:ext cx="179640" cy="788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290C5AE6-C92C-4ED8-570B-48C3F176EA94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348688" y="2405304"/>
                  <a:ext cx="19728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4609E6B5-E98F-5FD7-8B7D-9BD144344D74}"/>
                    </a:ext>
                  </a:extLst>
                </p14:cNvPr>
                <p14:cNvContentPartPr/>
                <p14:nvPr/>
              </p14:nvContentPartPr>
              <p14:xfrm>
                <a:off x="8486928" y="2290824"/>
                <a:ext cx="93600" cy="183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4609E6B5-E98F-5FD7-8B7D-9BD144344D7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478288" y="2282184"/>
                  <a:ext cx="111240" cy="3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15176EBA-EC9B-63C9-16E3-8FE8AD90B91B}"/>
                  </a:ext>
                </a:extLst>
              </p14:cNvPr>
              <p14:cNvContentPartPr/>
              <p14:nvPr/>
            </p14:nvContentPartPr>
            <p14:xfrm>
              <a:off x="8868528" y="2349504"/>
              <a:ext cx="258120" cy="318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15176EBA-EC9B-63C9-16E3-8FE8AD90B91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8859528" y="2340504"/>
                <a:ext cx="275760" cy="336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0" name="Group 159">
            <a:extLst>
              <a:ext uri="{FF2B5EF4-FFF2-40B4-BE49-F238E27FC236}">
                <a16:creationId xmlns:a16="http://schemas.microsoft.com/office/drawing/2014/main" id="{57D7A908-65BB-ACCE-DF8E-DA47913002B4}"/>
              </a:ext>
            </a:extLst>
          </p:cNvPr>
          <p:cNvGrpSpPr/>
          <p:nvPr/>
        </p:nvGrpSpPr>
        <p:grpSpPr>
          <a:xfrm>
            <a:off x="9498528" y="2232144"/>
            <a:ext cx="2315520" cy="346680"/>
            <a:chOff x="9498528" y="2232144"/>
            <a:chExt cx="2315520" cy="34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53F3A0CD-0B18-2045-7578-87C69A53E641}"/>
                    </a:ext>
                  </a:extLst>
                </p14:cNvPr>
                <p14:cNvContentPartPr/>
                <p14:nvPr/>
              </p14:nvContentPartPr>
              <p14:xfrm>
                <a:off x="9498528" y="2362104"/>
                <a:ext cx="290160" cy="921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53F3A0CD-0B18-2045-7578-87C69A53E64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489528" y="2353464"/>
                  <a:ext cx="30780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95796078-2C53-D242-31F0-BC6A60576755}"/>
                    </a:ext>
                  </a:extLst>
                </p14:cNvPr>
                <p14:cNvContentPartPr/>
                <p14:nvPr/>
              </p14:nvContentPartPr>
              <p14:xfrm>
                <a:off x="9858528" y="2232144"/>
                <a:ext cx="388440" cy="2016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95796078-2C53-D242-31F0-BC6A6057675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849888" y="2223504"/>
                  <a:ext cx="4060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7FA6BC3D-E23E-F4F2-4519-94D539829A76}"/>
                    </a:ext>
                  </a:extLst>
                </p14:cNvPr>
                <p14:cNvContentPartPr/>
                <p14:nvPr/>
              </p14:nvContentPartPr>
              <p14:xfrm>
                <a:off x="10361088" y="2439864"/>
                <a:ext cx="2520" cy="360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7FA6BC3D-E23E-F4F2-4519-94D539829A7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352448" y="2431224"/>
                  <a:ext cx="201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D5405AC3-A630-B637-3714-82F7BCFE8EE5}"/>
                    </a:ext>
                  </a:extLst>
                </p14:cNvPr>
                <p14:cNvContentPartPr/>
                <p14:nvPr/>
              </p14:nvContentPartPr>
              <p14:xfrm>
                <a:off x="10435968" y="2335464"/>
                <a:ext cx="365760" cy="1252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D5405AC3-A630-B637-3714-82F7BCFE8EE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427328" y="2326824"/>
                  <a:ext cx="3834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9F7B82A4-11DD-38F2-25FA-1F87EE3EAC23}"/>
                    </a:ext>
                  </a:extLst>
                </p14:cNvPr>
                <p14:cNvContentPartPr/>
                <p14:nvPr/>
              </p14:nvContentPartPr>
              <p14:xfrm>
                <a:off x="10833408" y="2280744"/>
                <a:ext cx="15840" cy="277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9F7B82A4-11DD-38F2-25FA-1F87EE3EAC2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824408" y="2272104"/>
                  <a:ext cx="3348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C9552A31-A5B6-7B71-9799-DF97D1F55B0C}"/>
                    </a:ext>
                  </a:extLst>
                </p14:cNvPr>
                <p14:cNvContentPartPr/>
                <p14:nvPr/>
              </p14:nvContentPartPr>
              <p14:xfrm>
                <a:off x="10836648" y="2335824"/>
                <a:ext cx="123120" cy="2430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C9552A31-A5B6-7B71-9799-DF97D1F55B0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828008" y="2327184"/>
                  <a:ext cx="14076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C6181F8F-1873-3731-B475-39FBBA491FBD}"/>
                    </a:ext>
                  </a:extLst>
                </p14:cNvPr>
                <p14:cNvContentPartPr/>
                <p14:nvPr/>
              </p14:nvContentPartPr>
              <p14:xfrm>
                <a:off x="11034648" y="2293344"/>
                <a:ext cx="75960" cy="1119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C6181F8F-1873-3731-B475-39FBBA491FB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026008" y="2284704"/>
                  <a:ext cx="9360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9BB2F969-CD33-CADA-47A6-98226635AE7A}"/>
                    </a:ext>
                  </a:extLst>
                </p14:cNvPr>
                <p14:cNvContentPartPr/>
                <p14:nvPr/>
              </p14:nvContentPartPr>
              <p14:xfrm>
                <a:off x="11233368" y="2289384"/>
                <a:ext cx="78840" cy="1360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9BB2F969-CD33-CADA-47A6-98226635AE7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1224728" y="2280744"/>
                  <a:ext cx="964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DEFFBA8C-617D-6A63-31E9-01EBE8DAB173}"/>
                    </a:ext>
                  </a:extLst>
                </p14:cNvPr>
                <p14:cNvContentPartPr/>
                <p14:nvPr/>
              </p14:nvContentPartPr>
              <p14:xfrm>
                <a:off x="11382048" y="2348064"/>
                <a:ext cx="46440" cy="561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DEFFBA8C-617D-6A63-31E9-01EBE8DAB17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373408" y="2339424"/>
                  <a:ext cx="6408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5FB7F55-4E2A-E0B6-D76C-C10D02776AC4}"/>
                    </a:ext>
                  </a:extLst>
                </p14:cNvPr>
                <p14:cNvContentPartPr/>
                <p14:nvPr/>
              </p14:nvContentPartPr>
              <p14:xfrm>
                <a:off x="11485008" y="2336904"/>
                <a:ext cx="189360" cy="399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5FB7F55-4E2A-E0B6-D76C-C10D02776AC4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476368" y="2327904"/>
                  <a:ext cx="2070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E484B574-6BB6-13E3-C04E-E8C4B7613264}"/>
                    </a:ext>
                  </a:extLst>
                </p14:cNvPr>
                <p14:cNvContentPartPr/>
                <p14:nvPr/>
              </p14:nvContentPartPr>
              <p14:xfrm>
                <a:off x="11809728" y="2354544"/>
                <a:ext cx="4320" cy="68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E484B574-6BB6-13E3-C04E-E8C4B761326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1801088" y="2345544"/>
                  <a:ext cx="2196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A1917B54-5478-21EE-33D4-C92737888822}"/>
              </a:ext>
            </a:extLst>
          </p:cNvPr>
          <p:cNvGrpSpPr/>
          <p:nvPr/>
        </p:nvGrpSpPr>
        <p:grpSpPr>
          <a:xfrm>
            <a:off x="770688" y="3264264"/>
            <a:ext cx="2035440" cy="530280"/>
            <a:chOff x="770688" y="3264264"/>
            <a:chExt cx="203544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E17B1B1-DE23-A451-E4A8-4CB888B0C171}"/>
                    </a:ext>
                  </a:extLst>
                </p14:cNvPr>
                <p14:cNvContentPartPr/>
                <p14:nvPr/>
              </p14:nvContentPartPr>
              <p14:xfrm>
                <a:off x="2779128" y="3514464"/>
                <a:ext cx="7920" cy="565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E17B1B1-DE23-A451-E4A8-4CB888B0C17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770488" y="3505464"/>
                  <a:ext cx="2556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D07D1DC8-26A8-21C6-2EB2-F7FCDEE7CCCB}"/>
                    </a:ext>
                  </a:extLst>
                </p14:cNvPr>
                <p14:cNvContentPartPr/>
                <p14:nvPr/>
              </p14:nvContentPartPr>
              <p14:xfrm>
                <a:off x="2802528" y="3340224"/>
                <a:ext cx="3600" cy="406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D07D1DC8-26A8-21C6-2EB2-F7FCDEE7CCC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793528" y="3331224"/>
                  <a:ext cx="212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56888635-DAB4-8A57-6174-0DB9827D6CEE}"/>
                    </a:ext>
                  </a:extLst>
                </p14:cNvPr>
                <p14:cNvContentPartPr/>
                <p14:nvPr/>
              </p14:nvContentPartPr>
              <p14:xfrm>
                <a:off x="770688" y="3311784"/>
                <a:ext cx="198720" cy="2484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56888635-DAB4-8A57-6174-0DB9827D6CEE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62048" y="3302784"/>
                  <a:ext cx="2163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5329CDFB-ADF3-3E6D-19F2-4EBFC90339AC}"/>
                    </a:ext>
                  </a:extLst>
                </p14:cNvPr>
                <p14:cNvContentPartPr/>
                <p14:nvPr/>
              </p14:nvContentPartPr>
              <p14:xfrm>
                <a:off x="852768" y="3405744"/>
                <a:ext cx="181080" cy="734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5329CDFB-ADF3-3E6D-19F2-4EBFC90339AC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43768" y="3396744"/>
                  <a:ext cx="19872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2CB0F400-261E-16BD-BDC4-7D9C3B01A69B}"/>
                    </a:ext>
                  </a:extLst>
                </p14:cNvPr>
                <p14:cNvContentPartPr/>
                <p14:nvPr/>
              </p14:nvContentPartPr>
              <p14:xfrm>
                <a:off x="954288" y="3264264"/>
                <a:ext cx="178920" cy="421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2CB0F400-261E-16BD-BDC4-7D9C3B01A69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45648" y="3255624"/>
                  <a:ext cx="19656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A9A07CEC-929B-5EB0-586F-746F421472A8}"/>
                    </a:ext>
                  </a:extLst>
                </p14:cNvPr>
                <p14:cNvContentPartPr/>
                <p14:nvPr/>
              </p14:nvContentPartPr>
              <p14:xfrm>
                <a:off x="1111968" y="3320784"/>
                <a:ext cx="389880" cy="2095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A9A07CEC-929B-5EB0-586F-746F421472A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103328" y="3312144"/>
                  <a:ext cx="4075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5593D5A3-1AEC-E06C-79E0-554F5ABC9DC7}"/>
                    </a:ext>
                  </a:extLst>
                </p14:cNvPr>
                <p14:cNvContentPartPr/>
                <p14:nvPr/>
              </p14:nvContentPartPr>
              <p14:xfrm>
                <a:off x="1548648" y="3443184"/>
                <a:ext cx="159480" cy="630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5593D5A3-1AEC-E06C-79E0-554F5ABC9DC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539648" y="3434544"/>
                  <a:ext cx="1771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C5544EC3-A926-A613-36E1-CBF97ED33D2F}"/>
                    </a:ext>
                  </a:extLst>
                </p14:cNvPr>
                <p14:cNvContentPartPr/>
                <p14:nvPr/>
              </p14:nvContentPartPr>
              <p14:xfrm>
                <a:off x="1811088" y="3340944"/>
                <a:ext cx="118080" cy="1872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C5544EC3-A926-A613-36E1-CBF97ED33D2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802448" y="3331944"/>
                  <a:ext cx="1357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C94F2219-8E96-637B-8A57-5271258F0B95}"/>
                    </a:ext>
                  </a:extLst>
                </p14:cNvPr>
                <p14:cNvContentPartPr/>
                <p14:nvPr/>
              </p14:nvContentPartPr>
              <p14:xfrm>
                <a:off x="2008728" y="3292344"/>
                <a:ext cx="154800" cy="2628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C94F2219-8E96-637B-8A57-5271258F0B9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999728" y="3283344"/>
                  <a:ext cx="1724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27B5234C-14E7-2E1D-F6F4-6800BF7751D3}"/>
                    </a:ext>
                  </a:extLst>
                </p14:cNvPr>
                <p14:cNvContentPartPr/>
                <p14:nvPr/>
              </p14:nvContentPartPr>
              <p14:xfrm>
                <a:off x="2204208" y="3380904"/>
                <a:ext cx="1800" cy="234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27B5234C-14E7-2E1D-F6F4-6800BF7751D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195208" y="3371904"/>
                  <a:ext cx="194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E52CD542-EE35-1E60-4DE3-972C34CBCFD1}"/>
                    </a:ext>
                  </a:extLst>
                </p14:cNvPr>
                <p14:cNvContentPartPr/>
                <p14:nvPr/>
              </p14:nvContentPartPr>
              <p14:xfrm>
                <a:off x="2239488" y="3407544"/>
                <a:ext cx="217080" cy="3870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E52CD542-EE35-1E60-4DE3-972C34CBCFD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230488" y="3398904"/>
                  <a:ext cx="23472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D189E5C8-ACE4-37A8-DF97-6DFAE7517EC2}"/>
                    </a:ext>
                  </a:extLst>
                </p14:cNvPr>
                <p14:cNvContentPartPr/>
                <p14:nvPr/>
              </p14:nvContentPartPr>
              <p14:xfrm>
                <a:off x="847368" y="3721464"/>
                <a:ext cx="1198080" cy="38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D189E5C8-ACE4-37A8-DF97-6DFAE7517EC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38368" y="3712824"/>
                  <a:ext cx="12157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6101E582-1017-54F2-55D6-C4F64F82F9E6}"/>
                    </a:ext>
                  </a:extLst>
                </p14:cNvPr>
                <p14:cNvContentPartPr/>
                <p14:nvPr/>
              </p14:nvContentPartPr>
              <p14:xfrm>
                <a:off x="2536488" y="3392064"/>
                <a:ext cx="120600" cy="1195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6101E582-1017-54F2-55D6-C4F64F82F9E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527848" y="3383424"/>
                  <a:ext cx="138240" cy="13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EE89360-AC0D-4FA5-53C9-074C5AA58D31}"/>
              </a:ext>
            </a:extLst>
          </p:cNvPr>
          <p:cNvGrpSpPr/>
          <p:nvPr/>
        </p:nvGrpSpPr>
        <p:grpSpPr>
          <a:xfrm>
            <a:off x="3329208" y="3262464"/>
            <a:ext cx="1022400" cy="231480"/>
            <a:chOff x="3329208" y="3262464"/>
            <a:chExt cx="1022400" cy="23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59F3D200-BED2-108B-C9B9-78C84180598D}"/>
                    </a:ext>
                  </a:extLst>
                </p14:cNvPr>
                <p14:cNvContentPartPr/>
                <p14:nvPr/>
              </p14:nvContentPartPr>
              <p14:xfrm>
                <a:off x="3329208" y="3321144"/>
                <a:ext cx="170640" cy="1728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59F3D200-BED2-108B-C9B9-78C84180598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320568" y="3312144"/>
                  <a:ext cx="1882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BDF9AAB7-F847-55C9-A9D1-1BBCD912A269}"/>
                    </a:ext>
                  </a:extLst>
                </p14:cNvPr>
                <p14:cNvContentPartPr/>
                <p14:nvPr/>
              </p14:nvContentPartPr>
              <p14:xfrm>
                <a:off x="3574728" y="3369384"/>
                <a:ext cx="77400" cy="752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BDF9AAB7-F847-55C9-A9D1-1BBCD912A26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565728" y="3360384"/>
                  <a:ext cx="9504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E4AB4315-B54A-F83F-67F4-4909DFE3DC62}"/>
                    </a:ext>
                  </a:extLst>
                </p14:cNvPr>
                <p14:cNvContentPartPr/>
                <p14:nvPr/>
              </p14:nvContentPartPr>
              <p14:xfrm>
                <a:off x="3737088" y="3262464"/>
                <a:ext cx="176400" cy="2062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E4AB4315-B54A-F83F-67F4-4909DFE3DC6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728448" y="3253464"/>
                  <a:ext cx="1940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1AC9FD4E-F66B-8EA1-4384-D4289FEB6342}"/>
                    </a:ext>
                  </a:extLst>
                </p14:cNvPr>
                <p14:cNvContentPartPr/>
                <p14:nvPr/>
              </p14:nvContentPartPr>
              <p14:xfrm>
                <a:off x="3891528" y="3376584"/>
                <a:ext cx="189360" cy="770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1AC9FD4E-F66B-8EA1-4384-D4289FEB634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882888" y="3367944"/>
                  <a:ext cx="20700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DC4A1ED5-7A50-C251-1D38-9A691D49F3F8}"/>
                    </a:ext>
                  </a:extLst>
                </p14:cNvPr>
                <p14:cNvContentPartPr/>
                <p14:nvPr/>
              </p14:nvContentPartPr>
              <p14:xfrm>
                <a:off x="4120488" y="3338424"/>
                <a:ext cx="231120" cy="1126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DC4A1ED5-7A50-C251-1D38-9A691D49F3F8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111488" y="3329784"/>
                  <a:ext cx="248760" cy="13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00960477-D825-17A6-9641-BF1AADB1EE4E}"/>
              </a:ext>
            </a:extLst>
          </p:cNvPr>
          <p:cNvGrpSpPr/>
          <p:nvPr/>
        </p:nvGrpSpPr>
        <p:grpSpPr>
          <a:xfrm>
            <a:off x="4840848" y="3092904"/>
            <a:ext cx="578520" cy="531000"/>
            <a:chOff x="4840848" y="3092904"/>
            <a:chExt cx="578520" cy="53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DD83BD0B-77F6-6291-3ADE-799537FD3F5C}"/>
                    </a:ext>
                  </a:extLst>
                </p14:cNvPr>
                <p14:cNvContentPartPr/>
                <p14:nvPr/>
              </p14:nvContentPartPr>
              <p14:xfrm>
                <a:off x="4952088" y="3092904"/>
                <a:ext cx="185760" cy="5310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DD83BD0B-77F6-6291-3ADE-799537FD3F5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943088" y="3083904"/>
                  <a:ext cx="203400" cy="54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5E228817-C10D-BA29-92F6-42CB68770BCC}"/>
                    </a:ext>
                  </a:extLst>
                </p14:cNvPr>
                <p14:cNvContentPartPr/>
                <p14:nvPr/>
              </p14:nvContentPartPr>
              <p14:xfrm>
                <a:off x="4840848" y="3358944"/>
                <a:ext cx="578520" cy="1659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5E228817-C10D-BA29-92F6-42CB68770BCC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832208" y="3349944"/>
                  <a:ext cx="596160" cy="18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3CE6297C-50C5-879C-CA65-85CF8EB61691}"/>
              </a:ext>
            </a:extLst>
          </p:cNvPr>
          <p:cNvGrpSpPr/>
          <p:nvPr/>
        </p:nvGrpSpPr>
        <p:grpSpPr>
          <a:xfrm>
            <a:off x="5848848" y="3125664"/>
            <a:ext cx="1775160" cy="553320"/>
            <a:chOff x="5848848" y="3125664"/>
            <a:chExt cx="1775160" cy="55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71C0A2C3-A928-A9EC-6C96-301E80B9B664}"/>
                    </a:ext>
                  </a:extLst>
                </p14:cNvPr>
                <p14:cNvContentPartPr/>
                <p14:nvPr/>
              </p14:nvContentPartPr>
              <p14:xfrm>
                <a:off x="5848848" y="3250224"/>
                <a:ext cx="664200" cy="3852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71C0A2C3-A928-A9EC-6C96-301E80B9B66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839848" y="3241224"/>
                  <a:ext cx="68184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682E54C3-9D52-5811-C4C0-14CC2B6825C1}"/>
                    </a:ext>
                  </a:extLst>
                </p14:cNvPr>
                <p14:cNvContentPartPr/>
                <p14:nvPr/>
              </p14:nvContentPartPr>
              <p14:xfrm>
                <a:off x="6569568" y="3396744"/>
                <a:ext cx="100080" cy="525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682E54C3-9D52-5811-C4C0-14CC2B6825C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560568" y="3388104"/>
                  <a:ext cx="11772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211595D2-B5CD-804C-5DFB-C899D0A683F9}"/>
                    </a:ext>
                  </a:extLst>
                </p14:cNvPr>
                <p14:cNvContentPartPr/>
                <p14:nvPr/>
              </p14:nvContentPartPr>
              <p14:xfrm>
                <a:off x="6719328" y="3125664"/>
                <a:ext cx="682920" cy="3229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211595D2-B5CD-804C-5DFB-C899D0A683F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710688" y="3117024"/>
                  <a:ext cx="70056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FC0D474C-1B63-07C9-D345-ECE8880E5400}"/>
                    </a:ext>
                  </a:extLst>
                </p14:cNvPr>
                <p14:cNvContentPartPr/>
                <p14:nvPr/>
              </p14:nvContentPartPr>
              <p14:xfrm>
                <a:off x="7405128" y="3311784"/>
                <a:ext cx="7200" cy="190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FC0D474C-1B63-07C9-D345-ECE8880E5400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396488" y="3302784"/>
                  <a:ext cx="248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54A50563-9589-4097-1AFA-40AC1C8AC40C}"/>
                    </a:ext>
                  </a:extLst>
                </p14:cNvPr>
                <p14:cNvContentPartPr/>
                <p14:nvPr/>
              </p14:nvContentPartPr>
              <p14:xfrm>
                <a:off x="7380288" y="3320784"/>
                <a:ext cx="243720" cy="3582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54A50563-9589-4097-1AFA-40AC1C8AC40C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7371288" y="3311784"/>
                  <a:ext cx="26136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EAF88160-B31A-CB81-556C-673CB31C123E}"/>
                    </a:ext>
                  </a:extLst>
                </p14:cNvPr>
                <p14:cNvContentPartPr/>
                <p14:nvPr/>
              </p14:nvContentPartPr>
              <p14:xfrm>
                <a:off x="7512408" y="3225744"/>
                <a:ext cx="97920" cy="129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EAF88160-B31A-CB81-556C-673CB31C123E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7503408" y="3216744"/>
                  <a:ext cx="115560" cy="3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B46EFD89-1B0C-BAC7-00F7-A9EE31030656}"/>
              </a:ext>
            </a:extLst>
          </p:cNvPr>
          <p:cNvGrpSpPr/>
          <p:nvPr/>
        </p:nvGrpSpPr>
        <p:grpSpPr>
          <a:xfrm>
            <a:off x="8046648" y="3082464"/>
            <a:ext cx="829440" cy="267120"/>
            <a:chOff x="8046648" y="3082464"/>
            <a:chExt cx="829440" cy="26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E0E59D30-BE44-ACD4-A873-E080FDE5B12D}"/>
                    </a:ext>
                  </a:extLst>
                </p14:cNvPr>
                <p14:cNvContentPartPr/>
                <p14:nvPr/>
              </p14:nvContentPartPr>
              <p14:xfrm>
                <a:off x="8046648" y="3225744"/>
                <a:ext cx="367200" cy="1238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E0E59D30-BE44-ACD4-A873-E080FDE5B12D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037648" y="3216744"/>
                  <a:ext cx="3848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4E897B7B-99C3-A9DE-DD80-31823165BBD7}"/>
                    </a:ext>
                  </a:extLst>
                </p14:cNvPr>
                <p14:cNvContentPartPr/>
                <p14:nvPr/>
              </p14:nvContentPartPr>
              <p14:xfrm>
                <a:off x="8471448" y="3249864"/>
                <a:ext cx="133200" cy="601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4E897B7B-99C3-A9DE-DD80-31823165BBD7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8462808" y="3240864"/>
                  <a:ext cx="15084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49B777CF-DFC5-AFCC-7716-A5254182EC90}"/>
                    </a:ext>
                  </a:extLst>
                </p14:cNvPr>
                <p14:cNvContentPartPr/>
                <p14:nvPr/>
              </p14:nvContentPartPr>
              <p14:xfrm>
                <a:off x="8659008" y="3082464"/>
                <a:ext cx="217080" cy="2466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49B777CF-DFC5-AFCC-7716-A5254182EC90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8650368" y="3073824"/>
                  <a:ext cx="234720" cy="26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D623B789-6213-8446-C08A-173B84464DC5}"/>
              </a:ext>
            </a:extLst>
          </p:cNvPr>
          <p:cNvGrpSpPr/>
          <p:nvPr/>
        </p:nvGrpSpPr>
        <p:grpSpPr>
          <a:xfrm>
            <a:off x="2979648" y="3903984"/>
            <a:ext cx="640080" cy="360720"/>
            <a:chOff x="2979648" y="3903984"/>
            <a:chExt cx="640080" cy="36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45F5CEF2-6FB4-ADAE-370A-76EA7803AC05}"/>
                    </a:ext>
                  </a:extLst>
                </p14:cNvPr>
                <p14:cNvContentPartPr/>
                <p14:nvPr/>
              </p14:nvContentPartPr>
              <p14:xfrm>
                <a:off x="2979648" y="3903984"/>
                <a:ext cx="460440" cy="3607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45F5CEF2-6FB4-ADAE-370A-76EA7803AC05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2970648" y="3894984"/>
                  <a:ext cx="47808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00779BB6-464D-C84A-ED97-2EFF0F4B79DE}"/>
                    </a:ext>
                  </a:extLst>
                </p14:cNvPr>
                <p14:cNvContentPartPr/>
                <p14:nvPr/>
              </p14:nvContentPartPr>
              <p14:xfrm>
                <a:off x="3541248" y="4009104"/>
                <a:ext cx="78480" cy="259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00779BB6-464D-C84A-ED97-2EFF0F4B79DE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3532248" y="4000104"/>
                  <a:ext cx="9612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F99A60A9-365D-7E23-5538-77B0D4035EE5}"/>
              </a:ext>
            </a:extLst>
          </p:cNvPr>
          <p:cNvGrpSpPr/>
          <p:nvPr/>
        </p:nvGrpSpPr>
        <p:grpSpPr>
          <a:xfrm>
            <a:off x="4169088" y="3914784"/>
            <a:ext cx="551880" cy="221400"/>
            <a:chOff x="4169088" y="3914784"/>
            <a:chExt cx="551880" cy="22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4E1E476-5FD3-FBA7-BC03-121AA0681787}"/>
                    </a:ext>
                  </a:extLst>
                </p14:cNvPr>
                <p14:cNvContentPartPr/>
                <p14:nvPr/>
              </p14:nvContentPartPr>
              <p14:xfrm>
                <a:off x="4169088" y="3914784"/>
                <a:ext cx="238320" cy="2185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4E1E476-5FD3-FBA7-BC03-121AA0681787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4160448" y="3905784"/>
                  <a:ext cx="25596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0BC6EE83-11F3-BCC2-48A5-5F124A356D15}"/>
                    </a:ext>
                  </a:extLst>
                </p14:cNvPr>
                <p14:cNvContentPartPr/>
                <p14:nvPr/>
              </p14:nvContentPartPr>
              <p14:xfrm>
                <a:off x="4543128" y="3965544"/>
                <a:ext cx="177840" cy="1706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0BC6EE83-11F3-BCC2-48A5-5F124A356D15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4534488" y="3956544"/>
                  <a:ext cx="195480" cy="18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E97586BF-02FD-C273-3138-14058D846165}"/>
              </a:ext>
            </a:extLst>
          </p:cNvPr>
          <p:cNvGrpSpPr/>
          <p:nvPr/>
        </p:nvGrpSpPr>
        <p:grpSpPr>
          <a:xfrm>
            <a:off x="5132448" y="3775104"/>
            <a:ext cx="1189440" cy="509040"/>
            <a:chOff x="5132448" y="3775104"/>
            <a:chExt cx="1189440" cy="50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69D2F658-50BB-E0F3-1675-93967D3E0FAB}"/>
                    </a:ext>
                  </a:extLst>
                </p14:cNvPr>
                <p14:cNvContentPartPr/>
                <p14:nvPr/>
              </p14:nvContentPartPr>
              <p14:xfrm>
                <a:off x="5132448" y="3896424"/>
                <a:ext cx="138960" cy="3477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69D2F658-50BB-E0F3-1675-93967D3E0FAB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5123808" y="3887784"/>
                  <a:ext cx="15660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6D2C8A6A-6307-91EF-8D7C-B68B5834150B}"/>
                    </a:ext>
                  </a:extLst>
                </p14:cNvPr>
                <p14:cNvContentPartPr/>
                <p14:nvPr/>
              </p14:nvContentPartPr>
              <p14:xfrm>
                <a:off x="5345208" y="3968424"/>
                <a:ext cx="176760" cy="817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6D2C8A6A-6307-91EF-8D7C-B68B5834150B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5336208" y="3959784"/>
                  <a:ext cx="19440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FDD4A505-F0B4-DE72-376F-C21A7F2B10B4}"/>
                    </a:ext>
                  </a:extLst>
                </p14:cNvPr>
                <p14:cNvContentPartPr/>
                <p14:nvPr/>
              </p14:nvContentPartPr>
              <p14:xfrm>
                <a:off x="5522688" y="3978144"/>
                <a:ext cx="106920" cy="3060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FDD4A505-F0B4-DE72-376F-C21A7F2B10B4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5514048" y="3969144"/>
                  <a:ext cx="12456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4D4D5F06-428C-7792-9743-2E23878CAC8F}"/>
                    </a:ext>
                  </a:extLst>
                </p14:cNvPr>
                <p14:cNvContentPartPr/>
                <p14:nvPr/>
              </p14:nvContentPartPr>
              <p14:xfrm>
                <a:off x="5592168" y="3837384"/>
                <a:ext cx="31680" cy="630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4D4D5F06-428C-7792-9743-2E23878CAC8F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5583528" y="3828744"/>
                  <a:ext cx="493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6A3F1E2C-1A15-7197-1475-681181FB7491}"/>
                    </a:ext>
                  </a:extLst>
                </p14:cNvPr>
                <p14:cNvContentPartPr/>
                <p14:nvPr/>
              </p14:nvContentPartPr>
              <p14:xfrm>
                <a:off x="5672448" y="3775104"/>
                <a:ext cx="345960" cy="2696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6A3F1E2C-1A15-7197-1475-681181FB7491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5663808" y="3766104"/>
                  <a:ext cx="3636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975961D1-18C5-F28C-2FD4-82B15DCB4735}"/>
                    </a:ext>
                  </a:extLst>
                </p14:cNvPr>
                <p14:cNvContentPartPr/>
                <p14:nvPr/>
              </p14:nvContentPartPr>
              <p14:xfrm>
                <a:off x="6015168" y="3963744"/>
                <a:ext cx="11880" cy="320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975961D1-18C5-F28C-2FD4-82B15DCB4735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6006168" y="3955104"/>
                  <a:ext cx="295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9A6C8CA5-D6BB-F819-97E0-E3C83D6AC5F4}"/>
                    </a:ext>
                  </a:extLst>
                </p14:cNvPr>
                <p14:cNvContentPartPr/>
                <p14:nvPr/>
              </p14:nvContentPartPr>
              <p14:xfrm>
                <a:off x="6089688" y="3970944"/>
                <a:ext cx="29520" cy="6408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9A6C8CA5-D6BB-F819-97E0-E3C83D6AC5F4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6081048" y="3962304"/>
                  <a:ext cx="471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FEA6B50E-20AB-060C-E3F0-13249C7680BD}"/>
                    </a:ext>
                  </a:extLst>
                </p14:cNvPr>
                <p14:cNvContentPartPr/>
                <p14:nvPr/>
              </p14:nvContentPartPr>
              <p14:xfrm>
                <a:off x="6172848" y="3975264"/>
                <a:ext cx="149040" cy="421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FEA6B50E-20AB-060C-E3F0-13249C7680BD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6164208" y="3966624"/>
                  <a:ext cx="16668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907FA290-C3D9-6E0E-E660-2936D5CF636B}"/>
                    </a:ext>
                  </a:extLst>
                </p14:cNvPr>
                <p14:cNvContentPartPr/>
                <p14:nvPr/>
              </p14:nvContentPartPr>
              <p14:xfrm>
                <a:off x="6243768" y="3872664"/>
                <a:ext cx="30600" cy="18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907FA290-C3D9-6E0E-E660-2936D5CF636B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6235128" y="3864024"/>
                  <a:ext cx="48240" cy="3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5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FD7FE00E-B864-47B5-A344-8BF49FB6B2C3}"/>
                  </a:ext>
                </a:extLst>
              </p14:cNvPr>
              <p14:cNvContentPartPr/>
              <p14:nvPr/>
            </p14:nvContentPartPr>
            <p14:xfrm>
              <a:off x="6636528" y="3748824"/>
              <a:ext cx="222480" cy="56016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FD7FE00E-B864-47B5-A344-8BF49FB6B2C3}"/>
                  </a:ext>
                </a:extLst>
              </p:cNvPr>
              <p:cNvPicPr/>
              <p:nvPr/>
            </p:nvPicPr>
            <p:blipFill>
              <a:blip r:embed="rId346"/>
              <a:stretch>
                <a:fillRect/>
              </a:stretch>
            </p:blipFill>
            <p:spPr>
              <a:xfrm>
                <a:off x="6627888" y="3740184"/>
                <a:ext cx="240120" cy="57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A1B91A5-4600-8562-0C7C-DA1478893169}"/>
              </a:ext>
            </a:extLst>
          </p:cNvPr>
          <p:cNvGrpSpPr/>
          <p:nvPr/>
        </p:nvGrpSpPr>
        <p:grpSpPr>
          <a:xfrm>
            <a:off x="7270848" y="3713184"/>
            <a:ext cx="1599120" cy="540720"/>
            <a:chOff x="7270848" y="3713184"/>
            <a:chExt cx="1599120" cy="54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6ECFB3E5-4FAD-585F-714A-5DBF15E49EA4}"/>
                    </a:ext>
                  </a:extLst>
                </p14:cNvPr>
                <p14:cNvContentPartPr/>
                <p14:nvPr/>
              </p14:nvContentPartPr>
              <p14:xfrm>
                <a:off x="7270848" y="3772584"/>
                <a:ext cx="566280" cy="21240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6ECFB3E5-4FAD-585F-714A-5DBF15E49EA4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7262208" y="3763944"/>
                  <a:ext cx="5839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D3458D01-7B1A-626A-0F63-FA22B5C50E63}"/>
                    </a:ext>
                  </a:extLst>
                </p14:cNvPr>
                <p14:cNvContentPartPr/>
                <p14:nvPr/>
              </p14:nvContentPartPr>
              <p14:xfrm>
                <a:off x="7897248" y="3878784"/>
                <a:ext cx="95760" cy="640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D3458D01-7B1A-626A-0F63-FA22B5C50E63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7888248" y="3869784"/>
                  <a:ext cx="11340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047FF6C1-9379-49E2-05B3-19D8737D2FAF}"/>
                    </a:ext>
                  </a:extLst>
                </p14:cNvPr>
                <p14:cNvContentPartPr/>
                <p14:nvPr/>
              </p14:nvContentPartPr>
              <p14:xfrm>
                <a:off x="8109288" y="3763224"/>
                <a:ext cx="87840" cy="18324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047FF6C1-9379-49E2-05B3-19D8737D2FAF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8100288" y="3754224"/>
                  <a:ext cx="1054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8D5B89CD-5C4B-4625-FCEC-6F2B7A6F0AA1}"/>
                    </a:ext>
                  </a:extLst>
                </p14:cNvPr>
                <p14:cNvContentPartPr/>
                <p14:nvPr/>
              </p14:nvContentPartPr>
              <p14:xfrm>
                <a:off x="8290368" y="3713184"/>
                <a:ext cx="114480" cy="25776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8D5B89CD-5C4B-4625-FCEC-6F2B7A6F0AA1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8281368" y="3704184"/>
                  <a:ext cx="1321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3CED6E23-FCB3-E7A2-10D1-1EC35DCD5619}"/>
                    </a:ext>
                  </a:extLst>
                </p14:cNvPr>
                <p14:cNvContentPartPr/>
                <p14:nvPr/>
              </p14:nvContentPartPr>
              <p14:xfrm>
                <a:off x="8521848" y="3859704"/>
                <a:ext cx="6480" cy="795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3CED6E23-FCB3-E7A2-10D1-1EC35DCD5619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8512848" y="3851064"/>
                  <a:ext cx="2412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493FCAFD-7D4B-3E9B-6E08-4E2DE39D9E9E}"/>
                    </a:ext>
                  </a:extLst>
                </p14:cNvPr>
                <p14:cNvContentPartPr/>
                <p14:nvPr/>
              </p14:nvContentPartPr>
              <p14:xfrm>
                <a:off x="8570808" y="3783384"/>
                <a:ext cx="7200" cy="2376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493FCAFD-7D4B-3E9B-6E08-4E2DE39D9E9E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8561808" y="3774384"/>
                  <a:ext cx="248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21DB1CDA-BCC2-1D0C-0A66-540F25F136FC}"/>
                    </a:ext>
                  </a:extLst>
                </p14:cNvPr>
                <p14:cNvContentPartPr/>
                <p14:nvPr/>
              </p14:nvContentPartPr>
              <p14:xfrm>
                <a:off x="8630928" y="3827664"/>
                <a:ext cx="239040" cy="4262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21DB1CDA-BCC2-1D0C-0A66-540F25F136FC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8621928" y="3818664"/>
                  <a:ext cx="256680" cy="44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09263459-07B3-DFDF-3666-766CB3F317ED}"/>
              </a:ext>
            </a:extLst>
          </p:cNvPr>
          <p:cNvGrpSpPr/>
          <p:nvPr/>
        </p:nvGrpSpPr>
        <p:grpSpPr>
          <a:xfrm>
            <a:off x="9413568" y="3441744"/>
            <a:ext cx="502560" cy="621000"/>
            <a:chOff x="9413568" y="3441744"/>
            <a:chExt cx="502560" cy="62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26641B83-F0D7-6D06-B4C3-B93E0FCEA811}"/>
                    </a:ext>
                  </a:extLst>
                </p14:cNvPr>
                <p14:cNvContentPartPr/>
                <p14:nvPr/>
              </p14:nvContentPartPr>
              <p14:xfrm>
                <a:off x="9421128" y="3441744"/>
                <a:ext cx="306000" cy="6210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26641B83-F0D7-6D06-B4C3-B93E0FCEA811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9412128" y="3432744"/>
                  <a:ext cx="323640" cy="63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6DE34DB5-3975-FFF2-9F63-7A18221A7535}"/>
                    </a:ext>
                  </a:extLst>
                </p14:cNvPr>
                <p14:cNvContentPartPr/>
                <p14:nvPr/>
              </p14:nvContentPartPr>
              <p14:xfrm>
                <a:off x="9413568" y="3826584"/>
                <a:ext cx="502560" cy="1191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6DE34DB5-3975-FFF2-9F63-7A18221A7535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9404568" y="3817944"/>
                  <a:ext cx="520200" cy="13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3D33F86-C719-F6CF-8502-D81F70ACF5AC}"/>
              </a:ext>
            </a:extLst>
          </p:cNvPr>
          <p:cNvGrpSpPr/>
          <p:nvPr/>
        </p:nvGrpSpPr>
        <p:grpSpPr>
          <a:xfrm>
            <a:off x="10155888" y="3791304"/>
            <a:ext cx="736920" cy="97200"/>
            <a:chOff x="10155888" y="3791304"/>
            <a:chExt cx="736920" cy="9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9491AC68-818F-37E2-41C7-D7B777559810}"/>
                    </a:ext>
                  </a:extLst>
                </p14:cNvPr>
                <p14:cNvContentPartPr/>
                <p14:nvPr/>
              </p14:nvContentPartPr>
              <p14:xfrm>
                <a:off x="10155888" y="3792024"/>
                <a:ext cx="396360" cy="964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9491AC68-818F-37E2-41C7-D7B777559810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10147248" y="3783024"/>
                  <a:ext cx="4140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3C0E9149-EA0A-E119-337C-3B435B7B61EE}"/>
                    </a:ext>
                  </a:extLst>
                </p14:cNvPr>
                <p14:cNvContentPartPr/>
                <p14:nvPr/>
              </p14:nvContentPartPr>
              <p14:xfrm>
                <a:off x="10624968" y="3791304"/>
                <a:ext cx="267840" cy="5904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3C0E9149-EA0A-E119-337C-3B435B7B61EE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10616328" y="3782304"/>
                  <a:ext cx="285480" cy="7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C1E368A0-F1B3-00EF-E048-F3CF0B3A6602}"/>
              </a:ext>
            </a:extLst>
          </p:cNvPr>
          <p:cNvGrpSpPr/>
          <p:nvPr/>
        </p:nvGrpSpPr>
        <p:grpSpPr>
          <a:xfrm>
            <a:off x="11133648" y="3613464"/>
            <a:ext cx="860400" cy="358560"/>
            <a:chOff x="11133648" y="3613464"/>
            <a:chExt cx="860400" cy="35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48799AA5-DAE1-CA66-7DAC-69922A1A8C93}"/>
                    </a:ext>
                  </a:extLst>
                </p14:cNvPr>
                <p14:cNvContentPartPr/>
                <p14:nvPr/>
              </p14:nvContentPartPr>
              <p14:xfrm>
                <a:off x="11133648" y="3741984"/>
                <a:ext cx="170280" cy="979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48799AA5-DAE1-CA66-7DAC-69922A1A8C93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11125008" y="3733344"/>
                  <a:ext cx="18792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F14368ED-2CBB-9535-9E05-8C7745CA5069}"/>
                    </a:ext>
                  </a:extLst>
                </p14:cNvPr>
                <p14:cNvContentPartPr/>
                <p14:nvPr/>
              </p14:nvContentPartPr>
              <p14:xfrm>
                <a:off x="11400768" y="3765384"/>
                <a:ext cx="42120" cy="579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F14368ED-2CBB-9535-9E05-8C7745CA5069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11391768" y="3756384"/>
                  <a:ext cx="597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1502D9D2-1044-4DF2-00F9-BEE024F4E5E8}"/>
                    </a:ext>
                  </a:extLst>
                </p14:cNvPr>
                <p14:cNvContentPartPr/>
                <p14:nvPr/>
              </p14:nvContentPartPr>
              <p14:xfrm>
                <a:off x="11518488" y="3761424"/>
                <a:ext cx="68400" cy="482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1502D9D2-1044-4DF2-00F9-BEE024F4E5E8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11509488" y="3752424"/>
                  <a:ext cx="860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41D37B2D-8722-88A5-5002-485A4B470C43}"/>
                    </a:ext>
                  </a:extLst>
                </p14:cNvPr>
                <p14:cNvContentPartPr/>
                <p14:nvPr/>
              </p14:nvContentPartPr>
              <p14:xfrm>
                <a:off x="11634768" y="3613464"/>
                <a:ext cx="197280" cy="2102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41D37B2D-8722-88A5-5002-485A4B470C43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11625768" y="3604464"/>
                  <a:ext cx="2149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18C1608A-E04C-3954-2AB1-46AA2C2934F2}"/>
                    </a:ext>
                  </a:extLst>
                </p14:cNvPr>
                <p14:cNvContentPartPr/>
                <p14:nvPr/>
              </p14:nvContentPartPr>
              <p14:xfrm>
                <a:off x="11873088" y="3843144"/>
                <a:ext cx="3240" cy="324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18C1608A-E04C-3954-2AB1-46AA2C2934F2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11864448" y="3834144"/>
                  <a:ext cx="208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A241B485-07E5-5E45-2236-8CD6DB766D0F}"/>
                    </a:ext>
                  </a:extLst>
                </p14:cNvPr>
                <p14:cNvContentPartPr/>
                <p14:nvPr/>
              </p14:nvContentPartPr>
              <p14:xfrm>
                <a:off x="11798208" y="3819744"/>
                <a:ext cx="195840" cy="1522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A241B485-07E5-5E45-2236-8CD6DB766D0F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11789208" y="3810744"/>
                  <a:ext cx="213480" cy="16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65D6B521-37A1-72DE-7557-A9C6B1A192BA}"/>
              </a:ext>
            </a:extLst>
          </p:cNvPr>
          <p:cNvGrpSpPr/>
          <p:nvPr/>
        </p:nvGrpSpPr>
        <p:grpSpPr>
          <a:xfrm>
            <a:off x="3987288" y="4320504"/>
            <a:ext cx="999000" cy="413640"/>
            <a:chOff x="3987288" y="4320504"/>
            <a:chExt cx="999000" cy="41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88344EF9-20C8-0DF5-4E15-B1CFCD01C210}"/>
                    </a:ext>
                  </a:extLst>
                </p14:cNvPr>
                <p14:cNvContentPartPr/>
                <p14:nvPr/>
              </p14:nvContentPartPr>
              <p14:xfrm>
                <a:off x="3987288" y="4376304"/>
                <a:ext cx="201960" cy="35784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88344EF9-20C8-0DF5-4E15-B1CFCD01C210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3978648" y="4367664"/>
                  <a:ext cx="219600" cy="37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B3129440-13FD-6A50-7682-D6AFD9B66DD7}"/>
                    </a:ext>
                  </a:extLst>
                </p14:cNvPr>
                <p14:cNvContentPartPr/>
                <p14:nvPr/>
              </p14:nvContentPartPr>
              <p14:xfrm>
                <a:off x="4288248" y="4320504"/>
                <a:ext cx="66600" cy="2271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B3129440-13FD-6A50-7682-D6AFD9B66DD7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4279248" y="4311504"/>
                  <a:ext cx="8424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4667177A-2F6F-FF59-1892-7ED9589181EB}"/>
                    </a:ext>
                  </a:extLst>
                </p14:cNvPr>
                <p14:cNvContentPartPr/>
                <p14:nvPr/>
              </p14:nvContentPartPr>
              <p14:xfrm>
                <a:off x="4422528" y="4454424"/>
                <a:ext cx="100440" cy="576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4667177A-2F6F-FF59-1892-7ED9589181EB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4413528" y="4445424"/>
                  <a:ext cx="11808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98B4F064-8CCD-CBD0-3266-54043B38E158}"/>
                    </a:ext>
                  </a:extLst>
                </p14:cNvPr>
                <p14:cNvContentPartPr/>
                <p14:nvPr/>
              </p14:nvContentPartPr>
              <p14:xfrm>
                <a:off x="4579488" y="4452624"/>
                <a:ext cx="299520" cy="705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98B4F064-8CCD-CBD0-3266-54043B38E158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4570848" y="4443984"/>
                  <a:ext cx="3171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674C7BF8-6B81-EB3B-474A-D0261E631EB9}"/>
                    </a:ext>
                  </a:extLst>
                </p14:cNvPr>
                <p14:cNvContentPartPr/>
                <p14:nvPr/>
              </p14:nvContentPartPr>
              <p14:xfrm>
                <a:off x="4931568" y="4468104"/>
                <a:ext cx="54720" cy="777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674C7BF8-6B81-EB3B-474A-D0261E631EB9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4922928" y="4459464"/>
                  <a:ext cx="72360" cy="95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1">
            <p14:nvContentPartPr>
              <p14:cNvPr id="242" name="Ink 241">
                <a:extLst>
                  <a:ext uri="{FF2B5EF4-FFF2-40B4-BE49-F238E27FC236}">
                    <a16:creationId xmlns:a16="http://schemas.microsoft.com/office/drawing/2014/main" id="{5B1B8821-E723-76A5-7130-0A072DDD9934}"/>
                  </a:ext>
                </a:extLst>
              </p14:cNvPr>
              <p14:cNvContentPartPr/>
              <p14:nvPr/>
            </p14:nvContentPartPr>
            <p14:xfrm>
              <a:off x="5282568" y="4565664"/>
              <a:ext cx="131400" cy="149760"/>
            </p14:xfrm>
          </p:contentPart>
        </mc:Choice>
        <mc:Fallback xmlns="">
          <p:pic>
            <p:nvPicPr>
              <p:cNvPr id="242" name="Ink 241">
                <a:extLst>
                  <a:ext uri="{FF2B5EF4-FFF2-40B4-BE49-F238E27FC236}">
                    <a16:creationId xmlns:a16="http://schemas.microsoft.com/office/drawing/2014/main" id="{5B1B8821-E723-76A5-7130-0A072DDD9934}"/>
                  </a:ext>
                </a:extLst>
              </p:cNvPr>
              <p:cNvPicPr/>
              <p:nvPr/>
            </p:nvPicPr>
            <p:blipFill>
              <a:blip r:embed="rId392"/>
              <a:stretch>
                <a:fillRect/>
              </a:stretch>
            </p:blipFill>
            <p:spPr>
              <a:xfrm>
                <a:off x="5273568" y="4557024"/>
                <a:ext cx="149040" cy="167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48" name="Group 247">
            <a:extLst>
              <a:ext uri="{FF2B5EF4-FFF2-40B4-BE49-F238E27FC236}">
                <a16:creationId xmlns:a16="http://schemas.microsoft.com/office/drawing/2014/main" id="{5CFA2BB4-C711-1936-4D00-641B86277A9A}"/>
              </a:ext>
            </a:extLst>
          </p:cNvPr>
          <p:cNvGrpSpPr/>
          <p:nvPr/>
        </p:nvGrpSpPr>
        <p:grpSpPr>
          <a:xfrm>
            <a:off x="5722488" y="4298904"/>
            <a:ext cx="1194840" cy="483840"/>
            <a:chOff x="5722488" y="4298904"/>
            <a:chExt cx="1194840" cy="48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40432D7D-A21D-5375-F075-0EAE2A2CD6CE}"/>
                    </a:ext>
                  </a:extLst>
                </p14:cNvPr>
                <p14:cNvContentPartPr/>
                <p14:nvPr/>
              </p14:nvContentPartPr>
              <p14:xfrm>
                <a:off x="5722488" y="4298904"/>
                <a:ext cx="649800" cy="3132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40432D7D-A21D-5375-F075-0EAE2A2CD6CE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5713488" y="4289904"/>
                  <a:ext cx="66744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C1F6121E-84CF-3782-708F-45513F7A1B03}"/>
                    </a:ext>
                  </a:extLst>
                </p14:cNvPr>
                <p14:cNvContentPartPr/>
                <p14:nvPr/>
              </p14:nvContentPartPr>
              <p14:xfrm>
                <a:off x="6449328" y="4444704"/>
                <a:ext cx="180360" cy="705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C1F6121E-84CF-3782-708F-45513F7A1B03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6440688" y="4435704"/>
                  <a:ext cx="19800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C5924DC4-70A7-C925-FEC0-BAB09A57E263}"/>
                    </a:ext>
                  </a:extLst>
                </p14:cNvPr>
                <p14:cNvContentPartPr/>
                <p14:nvPr/>
              </p14:nvContentPartPr>
              <p14:xfrm>
                <a:off x="6655248" y="4394664"/>
                <a:ext cx="3240" cy="158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C5924DC4-70A7-C925-FEC0-BAB09A57E26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646248" y="4386024"/>
                  <a:ext cx="20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AA1A6D47-29DC-6845-4735-B20AC84AC136}"/>
                    </a:ext>
                  </a:extLst>
                </p14:cNvPr>
                <p14:cNvContentPartPr/>
                <p14:nvPr/>
              </p14:nvContentPartPr>
              <p14:xfrm>
                <a:off x="6711408" y="4408344"/>
                <a:ext cx="205920" cy="37440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AA1A6D47-29DC-6845-4735-B20AC84AC136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702768" y="4399344"/>
                  <a:ext cx="223560" cy="39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8101F341-81C5-3FF8-55DA-1EA9359789D4}"/>
              </a:ext>
            </a:extLst>
          </p:cNvPr>
          <p:cNvGrpSpPr/>
          <p:nvPr/>
        </p:nvGrpSpPr>
        <p:grpSpPr>
          <a:xfrm>
            <a:off x="7430328" y="4324104"/>
            <a:ext cx="709920" cy="274680"/>
            <a:chOff x="7430328" y="4324104"/>
            <a:chExt cx="709920" cy="27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AE3BC491-CB59-2937-D722-B718980F2B94}"/>
                    </a:ext>
                  </a:extLst>
                </p14:cNvPr>
                <p14:cNvContentPartPr/>
                <p14:nvPr/>
              </p14:nvContentPartPr>
              <p14:xfrm>
                <a:off x="7430328" y="4324104"/>
                <a:ext cx="573840" cy="27468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AE3BC491-CB59-2937-D722-B718980F2B9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421688" y="4315464"/>
                  <a:ext cx="59148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70CCB690-E597-C34F-ED00-0681E6AC9441}"/>
                    </a:ext>
                  </a:extLst>
                </p14:cNvPr>
                <p14:cNvContentPartPr/>
                <p14:nvPr/>
              </p14:nvContentPartPr>
              <p14:xfrm>
                <a:off x="8083008" y="4437144"/>
                <a:ext cx="57240" cy="288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70CCB690-E597-C34F-ED00-0681E6AC944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074008" y="4428144"/>
                  <a:ext cx="7488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06424501-0FD8-D1D0-1C79-2C615F074EFF}"/>
                    </a:ext>
                  </a:extLst>
                </p14:cNvPr>
                <p14:cNvContentPartPr/>
                <p14:nvPr/>
              </p14:nvContentPartPr>
              <p14:xfrm>
                <a:off x="7540848" y="4366584"/>
                <a:ext cx="390240" cy="511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06424501-0FD8-D1D0-1C79-2C615F074EFF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532208" y="4357944"/>
                  <a:ext cx="407880" cy="6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FFCB8BD4-76A3-0DB6-39F9-722B460D37E3}"/>
              </a:ext>
            </a:extLst>
          </p:cNvPr>
          <p:cNvGrpSpPr/>
          <p:nvPr/>
        </p:nvGrpSpPr>
        <p:grpSpPr>
          <a:xfrm>
            <a:off x="8609328" y="4161024"/>
            <a:ext cx="804960" cy="278640"/>
            <a:chOff x="8609328" y="4161024"/>
            <a:chExt cx="804960" cy="27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C2B5E854-1E63-AEB0-4256-03F53C7F5896}"/>
                    </a:ext>
                  </a:extLst>
                </p14:cNvPr>
                <p14:cNvContentPartPr/>
                <p14:nvPr/>
              </p14:nvContentPartPr>
              <p14:xfrm>
                <a:off x="8609328" y="4347864"/>
                <a:ext cx="378000" cy="918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C2B5E854-1E63-AEB0-4256-03F53C7F5896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600328" y="4338864"/>
                  <a:ext cx="3956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B0AE669F-91BB-6D7A-3EAA-2805038E3E08}"/>
                    </a:ext>
                  </a:extLst>
                </p14:cNvPr>
                <p14:cNvContentPartPr/>
                <p14:nvPr/>
              </p14:nvContentPartPr>
              <p14:xfrm>
                <a:off x="9031248" y="4348224"/>
                <a:ext cx="84960" cy="381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B0AE669F-91BB-6D7A-3EAA-2805038E3E08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022608" y="4339224"/>
                  <a:ext cx="1026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4B659DA5-4A7D-AAF8-0EE5-10C141CB51B7}"/>
                    </a:ext>
                  </a:extLst>
                </p14:cNvPr>
                <p14:cNvContentPartPr/>
                <p14:nvPr/>
              </p14:nvContentPartPr>
              <p14:xfrm>
                <a:off x="9193608" y="4161024"/>
                <a:ext cx="220680" cy="2383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4B659DA5-4A7D-AAF8-0EE5-10C141CB51B7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184608" y="4152384"/>
                  <a:ext cx="23832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7915A8C8-B896-5FFF-169B-0916C7894D56}"/>
              </a:ext>
            </a:extLst>
          </p:cNvPr>
          <p:cNvGrpSpPr/>
          <p:nvPr/>
        </p:nvGrpSpPr>
        <p:grpSpPr>
          <a:xfrm>
            <a:off x="9735768" y="4143384"/>
            <a:ext cx="582120" cy="251640"/>
            <a:chOff x="9735768" y="4143384"/>
            <a:chExt cx="58212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CB731658-12CE-F55C-D550-D64C4E9CE501}"/>
                    </a:ext>
                  </a:extLst>
                </p14:cNvPr>
                <p14:cNvContentPartPr/>
                <p14:nvPr/>
              </p14:nvContentPartPr>
              <p14:xfrm>
                <a:off x="9735768" y="4244544"/>
                <a:ext cx="268200" cy="13140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CB731658-12CE-F55C-D550-D64C4E9CE501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727128" y="4235904"/>
                  <a:ext cx="2858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03707B95-5EEB-0514-EC2E-55A32E11237B}"/>
                    </a:ext>
                  </a:extLst>
                </p14:cNvPr>
                <p14:cNvContentPartPr/>
                <p14:nvPr/>
              </p14:nvContentPartPr>
              <p14:xfrm>
                <a:off x="10105128" y="4191984"/>
                <a:ext cx="19080" cy="20304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03707B95-5EEB-0514-EC2E-55A32E11237B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096128" y="4183344"/>
                  <a:ext cx="367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3AFF2DA5-E045-2DD4-2031-B15947BBBDD3}"/>
                    </a:ext>
                  </a:extLst>
                </p14:cNvPr>
                <p14:cNvContentPartPr/>
                <p14:nvPr/>
              </p14:nvContentPartPr>
              <p14:xfrm>
                <a:off x="10151208" y="4143384"/>
                <a:ext cx="166680" cy="22428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3AFF2DA5-E045-2DD4-2031-B15947BBBDD3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142208" y="4134384"/>
                  <a:ext cx="184320" cy="24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9A6EDADA-8D04-D71C-4F47-7537BC77C865}"/>
              </a:ext>
            </a:extLst>
          </p:cNvPr>
          <p:cNvGrpSpPr/>
          <p:nvPr/>
        </p:nvGrpSpPr>
        <p:grpSpPr>
          <a:xfrm>
            <a:off x="10620288" y="4086144"/>
            <a:ext cx="1037520" cy="316800"/>
            <a:chOff x="10620288" y="4086144"/>
            <a:chExt cx="1037520" cy="31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AA2F5D90-A243-702C-21E3-42E51CA3655C}"/>
                    </a:ext>
                  </a:extLst>
                </p14:cNvPr>
                <p14:cNvContentPartPr/>
                <p14:nvPr/>
              </p14:nvContentPartPr>
              <p14:xfrm>
                <a:off x="10620288" y="4225824"/>
                <a:ext cx="246960" cy="1771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AA2F5D90-A243-702C-21E3-42E51CA3655C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611288" y="4217184"/>
                  <a:ext cx="2646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3EC6EB39-8DA7-9CB1-2DE8-4DA346EC0B42}"/>
                    </a:ext>
                  </a:extLst>
                </p14:cNvPr>
                <p14:cNvContentPartPr/>
                <p14:nvPr/>
              </p14:nvContentPartPr>
              <p14:xfrm>
                <a:off x="10902168" y="4290984"/>
                <a:ext cx="27720" cy="784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3EC6EB39-8DA7-9CB1-2DE8-4DA346EC0B4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893528" y="4281984"/>
                  <a:ext cx="453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3C93013D-1931-5710-56C7-7C92F27D2C6D}"/>
                    </a:ext>
                  </a:extLst>
                </p14:cNvPr>
                <p14:cNvContentPartPr/>
                <p14:nvPr/>
              </p14:nvContentPartPr>
              <p14:xfrm>
                <a:off x="10945368" y="4221144"/>
                <a:ext cx="2520" cy="1476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3C93013D-1931-5710-56C7-7C92F27D2C6D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936368" y="4212144"/>
                  <a:ext cx="201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BE06DD9-4688-E1B8-F02E-6A62F3E93DC9}"/>
                    </a:ext>
                  </a:extLst>
                </p14:cNvPr>
                <p14:cNvContentPartPr/>
                <p14:nvPr/>
              </p14:nvContentPartPr>
              <p14:xfrm>
                <a:off x="10969128" y="4294584"/>
                <a:ext cx="221400" cy="633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BE06DD9-4688-E1B8-F02E-6A62F3E93DC9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960488" y="4285584"/>
                  <a:ext cx="23904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7A4812D3-57AB-F43C-CC17-71AA5884057D}"/>
                    </a:ext>
                  </a:extLst>
                </p14:cNvPr>
                <p14:cNvContentPartPr/>
                <p14:nvPr/>
              </p14:nvContentPartPr>
              <p14:xfrm>
                <a:off x="11242368" y="4207824"/>
                <a:ext cx="9720" cy="662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7A4812D3-57AB-F43C-CC17-71AA5884057D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1233728" y="4199184"/>
                  <a:ext cx="2736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C4F55BA4-DA25-4EBD-9F11-5597A063A336}"/>
                    </a:ext>
                  </a:extLst>
                </p14:cNvPr>
                <p14:cNvContentPartPr/>
                <p14:nvPr/>
              </p14:nvContentPartPr>
              <p14:xfrm>
                <a:off x="11285208" y="4086144"/>
                <a:ext cx="64440" cy="2808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C4F55BA4-DA25-4EBD-9F11-5597A063A336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1276208" y="4077144"/>
                  <a:ext cx="8208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34EB75B3-1031-5AAB-72FC-6F8E2DFC70B0}"/>
                    </a:ext>
                  </a:extLst>
                </p14:cNvPr>
                <p14:cNvContentPartPr/>
                <p14:nvPr/>
              </p14:nvContentPartPr>
              <p14:xfrm>
                <a:off x="11405088" y="4272984"/>
                <a:ext cx="252720" cy="676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34EB75B3-1031-5AAB-72FC-6F8E2DFC70B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396448" y="4263984"/>
                  <a:ext cx="270360" cy="85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86" name="Ink 285">
                <a:extLst>
                  <a:ext uri="{FF2B5EF4-FFF2-40B4-BE49-F238E27FC236}">
                    <a16:creationId xmlns:a16="http://schemas.microsoft.com/office/drawing/2014/main" id="{57B5A6E3-C9F6-2B17-1B18-8DD06AFE8D1A}"/>
                  </a:ext>
                </a:extLst>
              </p14:cNvPr>
              <p14:cNvContentPartPr/>
              <p14:nvPr/>
            </p14:nvContentPartPr>
            <p14:xfrm>
              <a:off x="9347688" y="4887504"/>
              <a:ext cx="2880" cy="2880"/>
            </p14:xfrm>
          </p:contentPart>
        </mc:Choice>
        <mc:Fallback xmlns="">
          <p:pic>
            <p:nvPicPr>
              <p:cNvPr id="286" name="Ink 285">
                <a:extLst>
                  <a:ext uri="{FF2B5EF4-FFF2-40B4-BE49-F238E27FC236}">
                    <a16:creationId xmlns:a16="http://schemas.microsoft.com/office/drawing/2014/main" id="{57B5A6E3-C9F6-2B17-1B18-8DD06AFE8D1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9338688" y="4878504"/>
                <a:ext cx="2052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3">
            <p14:nvContentPartPr>
              <p14:cNvPr id="311" name="Ink 310">
                <a:extLst>
                  <a:ext uri="{FF2B5EF4-FFF2-40B4-BE49-F238E27FC236}">
                    <a16:creationId xmlns:a16="http://schemas.microsoft.com/office/drawing/2014/main" id="{AA150527-26A1-4AC2-D8EB-4AA40137B784}"/>
                  </a:ext>
                </a:extLst>
              </p14:cNvPr>
              <p14:cNvContentPartPr/>
              <p14:nvPr/>
            </p14:nvContentPartPr>
            <p14:xfrm>
              <a:off x="10822248" y="5288544"/>
              <a:ext cx="704160" cy="110520"/>
            </p14:xfrm>
          </p:contentPart>
        </mc:Choice>
        <mc:Fallback xmlns="">
          <p:pic>
            <p:nvPicPr>
              <p:cNvPr id="311" name="Ink 310">
                <a:extLst>
                  <a:ext uri="{FF2B5EF4-FFF2-40B4-BE49-F238E27FC236}">
                    <a16:creationId xmlns:a16="http://schemas.microsoft.com/office/drawing/2014/main" id="{AA150527-26A1-4AC2-D8EB-4AA40137B784}"/>
                  </a:ext>
                </a:extLst>
              </p:cNvPr>
              <p:cNvPicPr/>
              <p:nvPr/>
            </p:nvPicPr>
            <p:blipFill>
              <a:blip r:embed="rId434"/>
              <a:stretch>
                <a:fillRect/>
              </a:stretch>
            </p:blipFill>
            <p:spPr>
              <a:xfrm>
                <a:off x="10813248" y="5279904"/>
                <a:ext cx="721800" cy="12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8" name="Group 327">
            <a:extLst>
              <a:ext uri="{FF2B5EF4-FFF2-40B4-BE49-F238E27FC236}">
                <a16:creationId xmlns:a16="http://schemas.microsoft.com/office/drawing/2014/main" id="{2CFD4FEC-6044-5B03-2276-D8EFD3557E96}"/>
              </a:ext>
            </a:extLst>
          </p:cNvPr>
          <p:cNvGrpSpPr/>
          <p:nvPr/>
        </p:nvGrpSpPr>
        <p:grpSpPr>
          <a:xfrm>
            <a:off x="3993408" y="4794264"/>
            <a:ext cx="6458040" cy="1210680"/>
            <a:chOff x="3993408" y="4794264"/>
            <a:chExt cx="6458040" cy="121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214A04A3-963D-F9DA-3501-60C646F8052A}"/>
                    </a:ext>
                  </a:extLst>
                </p14:cNvPr>
                <p14:cNvContentPartPr/>
                <p14:nvPr/>
              </p14:nvContentPartPr>
              <p14:xfrm>
                <a:off x="4021848" y="4871664"/>
                <a:ext cx="1061640" cy="16704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214A04A3-963D-F9DA-3501-60C646F8052A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4012848" y="4862664"/>
                  <a:ext cx="10792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E38B8417-4919-872C-423B-B3F032D29537}"/>
                    </a:ext>
                  </a:extLst>
                </p14:cNvPr>
                <p14:cNvContentPartPr/>
                <p14:nvPr/>
              </p14:nvContentPartPr>
              <p14:xfrm>
                <a:off x="5110848" y="4815864"/>
                <a:ext cx="22320" cy="331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E38B8417-4919-872C-423B-B3F032D29537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5102208" y="4806864"/>
                  <a:ext cx="399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3E43E072-0421-E063-7A7F-069C29080F2F}"/>
                    </a:ext>
                  </a:extLst>
                </p14:cNvPr>
                <p14:cNvContentPartPr/>
                <p14:nvPr/>
              </p14:nvContentPartPr>
              <p14:xfrm>
                <a:off x="5123448" y="4848984"/>
                <a:ext cx="105480" cy="3002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3E43E072-0421-E063-7A7F-069C29080F2F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5114808" y="4840344"/>
                  <a:ext cx="12312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7A959149-53D2-E28F-C797-4F2142516DFA}"/>
                    </a:ext>
                  </a:extLst>
                </p14:cNvPr>
                <p14:cNvContentPartPr/>
                <p14:nvPr/>
              </p14:nvContentPartPr>
              <p14:xfrm>
                <a:off x="5700888" y="4877424"/>
                <a:ext cx="430920" cy="11376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7A959149-53D2-E28F-C797-4F2142516DFA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5691888" y="4868784"/>
                  <a:ext cx="44856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880D9EC2-5C0A-E81E-73A8-F3D0457E118F}"/>
                    </a:ext>
                  </a:extLst>
                </p14:cNvPr>
                <p14:cNvContentPartPr/>
                <p14:nvPr/>
              </p14:nvContentPartPr>
              <p14:xfrm>
                <a:off x="6438528" y="4794264"/>
                <a:ext cx="766080" cy="2023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880D9EC2-5C0A-E81E-73A8-F3D0457E118F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6429888" y="4785624"/>
                  <a:ext cx="7837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7EF79A1A-95E8-E138-864E-A8B6957B6970}"/>
                    </a:ext>
                  </a:extLst>
                </p14:cNvPr>
                <p14:cNvContentPartPr/>
                <p14:nvPr/>
              </p14:nvContentPartPr>
              <p14:xfrm>
                <a:off x="7244208" y="4857624"/>
                <a:ext cx="190800" cy="30528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7EF79A1A-95E8-E138-864E-A8B6957B6970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7235208" y="4848624"/>
                  <a:ext cx="20844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A09E9E68-1BC6-FED7-72A6-2C73FC77DB29}"/>
                    </a:ext>
                  </a:extLst>
                </p14:cNvPr>
                <p14:cNvContentPartPr/>
                <p14:nvPr/>
              </p14:nvContentPartPr>
              <p14:xfrm>
                <a:off x="7784208" y="4917024"/>
                <a:ext cx="10440" cy="1155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A09E9E68-1BC6-FED7-72A6-2C73FC77DB29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7775208" y="4908384"/>
                  <a:ext cx="280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764F7EA4-6F1D-0B96-4888-976414272F86}"/>
                    </a:ext>
                  </a:extLst>
                </p14:cNvPr>
                <p14:cNvContentPartPr/>
                <p14:nvPr/>
              </p14:nvContentPartPr>
              <p14:xfrm>
                <a:off x="7839648" y="4836744"/>
                <a:ext cx="30960" cy="1908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764F7EA4-6F1D-0B96-4888-976414272F86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7831008" y="4828104"/>
                  <a:ext cx="486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98135DD4-3783-14D5-F704-F0C78D92B26B}"/>
                    </a:ext>
                  </a:extLst>
                </p14:cNvPr>
                <p14:cNvContentPartPr/>
                <p14:nvPr/>
              </p14:nvContentPartPr>
              <p14:xfrm>
                <a:off x="7937928" y="4922784"/>
                <a:ext cx="99360" cy="489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98135DD4-3783-14D5-F704-F0C78D92B26B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7928928" y="4913784"/>
                  <a:ext cx="1170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1A604770-5DDF-D129-E6E0-20FBFB155DC2}"/>
                    </a:ext>
                  </a:extLst>
                </p14:cNvPr>
                <p14:cNvContentPartPr/>
                <p14:nvPr/>
              </p14:nvContentPartPr>
              <p14:xfrm>
                <a:off x="8335008" y="4850064"/>
                <a:ext cx="398880" cy="2952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1A604770-5DDF-D129-E6E0-20FBFB155DC2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8326008" y="4841424"/>
                  <a:ext cx="41652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3D684952-B5EF-D8EA-E94B-3AA992E474BA}"/>
                    </a:ext>
                  </a:extLst>
                </p14:cNvPr>
                <p14:cNvContentPartPr/>
                <p14:nvPr/>
              </p14:nvContentPartPr>
              <p14:xfrm>
                <a:off x="8852688" y="4881384"/>
                <a:ext cx="100440" cy="331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3D684952-B5EF-D8EA-E94B-3AA992E474BA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8844048" y="4872384"/>
                  <a:ext cx="11808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13BCA8AD-6BFE-C6BF-2C91-53563AB9B3D7}"/>
                    </a:ext>
                  </a:extLst>
                </p14:cNvPr>
                <p14:cNvContentPartPr/>
                <p14:nvPr/>
              </p14:nvContentPartPr>
              <p14:xfrm>
                <a:off x="9029088" y="4867344"/>
                <a:ext cx="142560" cy="504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13BCA8AD-6BFE-C6BF-2C91-53563AB9B3D7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9020088" y="4858344"/>
                  <a:ext cx="16020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6EDA4F1F-23F5-E64B-7CE1-E79B37787AE5}"/>
                    </a:ext>
                  </a:extLst>
                </p14:cNvPr>
                <p14:cNvContentPartPr/>
                <p14:nvPr/>
              </p14:nvContentPartPr>
              <p14:xfrm>
                <a:off x="9314208" y="4870224"/>
                <a:ext cx="28800" cy="331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6EDA4F1F-23F5-E64B-7CE1-E79B37787AE5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9305568" y="4861224"/>
                  <a:ext cx="4644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42A6CBC4-0030-7612-C0C8-849F377CF132}"/>
                    </a:ext>
                  </a:extLst>
                </p14:cNvPr>
                <p14:cNvContentPartPr/>
                <p14:nvPr/>
              </p14:nvContentPartPr>
              <p14:xfrm>
                <a:off x="4128048" y="5212224"/>
                <a:ext cx="33840" cy="2246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42A6CBC4-0030-7612-C0C8-849F377CF132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4119408" y="5203224"/>
                  <a:ext cx="5148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088E7559-4B94-49BB-95F3-782CE43FE577}"/>
                    </a:ext>
                  </a:extLst>
                </p14:cNvPr>
                <p14:cNvContentPartPr/>
                <p14:nvPr/>
              </p14:nvContentPartPr>
              <p14:xfrm>
                <a:off x="3993408" y="5101704"/>
                <a:ext cx="600480" cy="28692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088E7559-4B94-49BB-95F3-782CE43FE577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3984408" y="5093064"/>
                  <a:ext cx="6181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E43C72CA-C39D-ADF6-5F4C-B27D894B69A6}"/>
                    </a:ext>
                  </a:extLst>
                </p14:cNvPr>
                <p14:cNvContentPartPr/>
                <p14:nvPr/>
              </p14:nvContentPartPr>
              <p14:xfrm>
                <a:off x="5223168" y="5240304"/>
                <a:ext cx="186840" cy="14724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E43C72CA-C39D-ADF6-5F4C-B27D894B69A6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5214528" y="5231304"/>
                  <a:ext cx="20448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90EC1CA1-8DC0-7B4B-E17E-E16611B71774}"/>
                    </a:ext>
                  </a:extLst>
                </p14:cNvPr>
                <p14:cNvContentPartPr/>
                <p14:nvPr/>
              </p14:nvContentPartPr>
              <p14:xfrm>
                <a:off x="5487768" y="5295744"/>
                <a:ext cx="173160" cy="10368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90EC1CA1-8DC0-7B4B-E17E-E16611B71774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5478768" y="5287104"/>
                  <a:ext cx="19080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9FE7148B-F2D1-0DCC-42A6-952E016C496C}"/>
                    </a:ext>
                  </a:extLst>
                </p14:cNvPr>
                <p14:cNvContentPartPr/>
                <p14:nvPr/>
              </p14:nvContentPartPr>
              <p14:xfrm>
                <a:off x="5695488" y="5236704"/>
                <a:ext cx="28800" cy="194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9FE7148B-F2D1-0DCC-42A6-952E016C496C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5686848" y="5228064"/>
                  <a:ext cx="464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5B34B4F6-CDEF-72A5-22BD-DAC9FC8156AD}"/>
                    </a:ext>
                  </a:extLst>
                </p14:cNvPr>
                <p14:cNvContentPartPr/>
                <p14:nvPr/>
              </p14:nvContentPartPr>
              <p14:xfrm>
                <a:off x="5793768" y="5310144"/>
                <a:ext cx="202680" cy="27144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5B34B4F6-CDEF-72A5-22BD-DAC9FC8156AD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5784768" y="5301504"/>
                  <a:ext cx="22032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BFA7A46F-DE3B-54F9-91F6-5ED7DD834F73}"/>
                    </a:ext>
                  </a:extLst>
                </p14:cNvPr>
                <p14:cNvContentPartPr/>
                <p14:nvPr/>
              </p14:nvContentPartPr>
              <p14:xfrm>
                <a:off x="5975208" y="5248224"/>
                <a:ext cx="12240" cy="262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BFA7A46F-DE3B-54F9-91F6-5ED7DD834F73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5966568" y="5239224"/>
                  <a:ext cx="2988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38D81A0C-85B1-36F1-9150-D5058521E465}"/>
                    </a:ext>
                  </a:extLst>
                </p14:cNvPr>
                <p14:cNvContentPartPr/>
                <p14:nvPr/>
              </p14:nvContentPartPr>
              <p14:xfrm>
                <a:off x="6046488" y="5167224"/>
                <a:ext cx="469800" cy="2574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38D81A0C-85B1-36F1-9150-D5058521E465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6037848" y="5158584"/>
                  <a:ext cx="48744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0149F9F1-FA2B-26BF-52FB-E582F1B3505E}"/>
                    </a:ext>
                  </a:extLst>
                </p14:cNvPr>
                <p14:cNvContentPartPr/>
                <p14:nvPr/>
              </p14:nvContentPartPr>
              <p14:xfrm>
                <a:off x="7315488" y="5231304"/>
                <a:ext cx="135360" cy="20664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0149F9F1-FA2B-26BF-52FB-E582F1B3505E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7306848" y="5222304"/>
                  <a:ext cx="15300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7BD0BC98-81F1-F9E9-0843-31A7FA418962}"/>
                    </a:ext>
                  </a:extLst>
                </p14:cNvPr>
                <p14:cNvContentPartPr/>
                <p14:nvPr/>
              </p14:nvContentPartPr>
              <p14:xfrm>
                <a:off x="7590528" y="5307624"/>
                <a:ext cx="90360" cy="1141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7BD0BC98-81F1-F9E9-0843-31A7FA418962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7581528" y="5298624"/>
                  <a:ext cx="10800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D0FA3E45-7D0C-295A-A3A7-58F3B21360FE}"/>
                    </a:ext>
                  </a:extLst>
                </p14:cNvPr>
                <p14:cNvContentPartPr/>
                <p14:nvPr/>
              </p14:nvContentPartPr>
              <p14:xfrm>
                <a:off x="7829928" y="5365944"/>
                <a:ext cx="151920" cy="3492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D0FA3E45-7D0C-295A-A3A7-58F3B21360FE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7821288" y="5356944"/>
                  <a:ext cx="1695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606961AD-1A74-97C5-2B08-E90655AF99F3}"/>
                    </a:ext>
                  </a:extLst>
                </p14:cNvPr>
                <p14:cNvContentPartPr/>
                <p14:nvPr/>
              </p14:nvContentPartPr>
              <p14:xfrm>
                <a:off x="8121168" y="5214384"/>
                <a:ext cx="208080" cy="21168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606961AD-1A74-97C5-2B08-E90655AF99F3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8112528" y="5205744"/>
                  <a:ext cx="2257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E8AD89C2-E91F-63FD-ED46-3EA187E90587}"/>
                    </a:ext>
                  </a:extLst>
                </p14:cNvPr>
                <p14:cNvContentPartPr/>
                <p14:nvPr/>
              </p14:nvContentPartPr>
              <p14:xfrm>
                <a:off x="8810568" y="5293224"/>
                <a:ext cx="249840" cy="1634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E8AD89C2-E91F-63FD-ED46-3EA187E90587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8801928" y="5284584"/>
                  <a:ext cx="2674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BC48686B-B159-254A-0770-E30EFCD765D6}"/>
                    </a:ext>
                  </a:extLst>
                </p14:cNvPr>
                <p14:cNvContentPartPr/>
                <p14:nvPr/>
              </p14:nvContentPartPr>
              <p14:xfrm>
                <a:off x="9173808" y="5244624"/>
                <a:ext cx="332280" cy="1620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BC48686B-B159-254A-0770-E30EFCD765D6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9165168" y="5235984"/>
                  <a:ext cx="3499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31D11EA5-55CC-047B-923B-D65F036EAFB1}"/>
                    </a:ext>
                  </a:extLst>
                </p14:cNvPr>
                <p14:cNvContentPartPr/>
                <p14:nvPr/>
              </p14:nvContentPartPr>
              <p14:xfrm>
                <a:off x="9562968" y="5346504"/>
                <a:ext cx="145800" cy="6444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31D11EA5-55CC-047B-923B-D65F036EAFB1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9553968" y="5337504"/>
                  <a:ext cx="16344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F818C26B-C88C-4E56-5844-0FE2E8A1A12B}"/>
                    </a:ext>
                  </a:extLst>
                </p14:cNvPr>
                <p14:cNvContentPartPr/>
                <p14:nvPr/>
              </p14:nvContentPartPr>
              <p14:xfrm>
                <a:off x="9818208" y="5231304"/>
                <a:ext cx="99360" cy="19368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F818C26B-C88C-4E56-5844-0FE2E8A1A12B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9809208" y="5222304"/>
                  <a:ext cx="1170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DB9694C6-5477-869E-6254-F6C6E8762A95}"/>
                    </a:ext>
                  </a:extLst>
                </p14:cNvPr>
                <p14:cNvContentPartPr/>
                <p14:nvPr/>
              </p14:nvContentPartPr>
              <p14:xfrm>
                <a:off x="10014048" y="5171544"/>
                <a:ext cx="173160" cy="2433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DB9694C6-5477-869E-6254-F6C6E8762A95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10005408" y="5162544"/>
                  <a:ext cx="19080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B43C149D-5E32-B066-C2C7-2AAC7BAED06A}"/>
                    </a:ext>
                  </a:extLst>
                </p14:cNvPr>
                <p14:cNvContentPartPr/>
                <p14:nvPr/>
              </p14:nvContentPartPr>
              <p14:xfrm>
                <a:off x="10199088" y="5235624"/>
                <a:ext cx="6840" cy="2304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B43C149D-5E32-B066-C2C7-2AAC7BAED06A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10190088" y="5226984"/>
                  <a:ext cx="2448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D3FD3E15-E2FD-3976-2F84-9539AF13C1DE}"/>
                    </a:ext>
                  </a:extLst>
                </p14:cNvPr>
                <p14:cNvContentPartPr/>
                <p14:nvPr/>
              </p14:nvContentPartPr>
              <p14:xfrm>
                <a:off x="10258848" y="5280624"/>
                <a:ext cx="192600" cy="37080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D3FD3E15-E2FD-3976-2F84-9539AF13C1DE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10250208" y="5271624"/>
                  <a:ext cx="21024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C13CC65F-8559-C858-6A24-1E294D676B09}"/>
                    </a:ext>
                  </a:extLst>
                </p14:cNvPr>
                <p14:cNvContentPartPr/>
                <p14:nvPr/>
              </p14:nvContentPartPr>
              <p14:xfrm>
                <a:off x="4207608" y="5575824"/>
                <a:ext cx="409680" cy="3661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C13CC65F-8559-C858-6A24-1E294D676B09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4198608" y="5566824"/>
                  <a:ext cx="42732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85CBFF70-F21D-F541-98A8-DCA237719E8C}"/>
                    </a:ext>
                  </a:extLst>
                </p14:cNvPr>
                <p14:cNvContentPartPr/>
                <p14:nvPr/>
              </p14:nvContentPartPr>
              <p14:xfrm>
                <a:off x="4658688" y="5795424"/>
                <a:ext cx="407520" cy="831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85CBFF70-F21D-F541-98A8-DCA237719E8C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4650048" y="5786784"/>
                  <a:ext cx="42516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1087357C-5A59-89A6-7F61-A952DA0DFDE6}"/>
                    </a:ext>
                  </a:extLst>
                </p14:cNvPr>
                <p14:cNvContentPartPr/>
                <p14:nvPr/>
              </p14:nvContentPartPr>
              <p14:xfrm>
                <a:off x="4859928" y="5686704"/>
                <a:ext cx="23040" cy="309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1087357C-5A59-89A6-7F61-A952DA0DFDE6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4850928" y="5678064"/>
                  <a:ext cx="406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EC08EE12-7583-212D-67B5-187EF5409885}"/>
                    </a:ext>
                  </a:extLst>
                </p14:cNvPr>
                <p14:cNvContentPartPr/>
                <p14:nvPr/>
              </p14:nvContentPartPr>
              <p14:xfrm>
                <a:off x="4468968" y="5629464"/>
                <a:ext cx="144720" cy="864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EC08EE12-7583-212D-67B5-187EF5409885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4460328" y="5620464"/>
                  <a:ext cx="1623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1ECE2D09-E2CF-2642-C94F-2830577C46A5}"/>
                    </a:ext>
                  </a:extLst>
                </p14:cNvPr>
                <p14:cNvContentPartPr/>
                <p14:nvPr/>
              </p14:nvContentPartPr>
              <p14:xfrm>
                <a:off x="5074488" y="5813424"/>
                <a:ext cx="181440" cy="6840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1ECE2D09-E2CF-2642-C94F-2830577C46A5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5065848" y="5804784"/>
                  <a:ext cx="19908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9E258110-0229-DB3A-D113-1A789E539F51}"/>
                    </a:ext>
                  </a:extLst>
                </p14:cNvPr>
                <p14:cNvContentPartPr/>
                <p14:nvPr/>
              </p14:nvContentPartPr>
              <p14:xfrm>
                <a:off x="5391288" y="5663664"/>
                <a:ext cx="87120" cy="2282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9E258110-0229-DB3A-D113-1A789E539F51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5382648" y="5654664"/>
                  <a:ext cx="1047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A469A726-799F-87C0-FC94-9BA72F032E51}"/>
                    </a:ext>
                  </a:extLst>
                </p14:cNvPr>
                <p14:cNvContentPartPr/>
                <p14:nvPr/>
              </p14:nvContentPartPr>
              <p14:xfrm>
                <a:off x="6094368" y="5492304"/>
                <a:ext cx="527760" cy="5126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A469A726-799F-87C0-FC94-9BA72F032E51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6085368" y="5483304"/>
                  <a:ext cx="545400" cy="53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78069189-391E-F316-53B5-98F6E443547F}"/>
                    </a:ext>
                  </a:extLst>
                </p14:cNvPr>
                <p14:cNvContentPartPr/>
                <p14:nvPr/>
              </p14:nvContentPartPr>
              <p14:xfrm>
                <a:off x="6086088" y="5785704"/>
                <a:ext cx="741240" cy="1720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78069189-391E-F316-53B5-98F6E443547F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6077448" y="5776704"/>
                  <a:ext cx="758880" cy="18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832401AE-49C5-CCE4-C96A-83DA5BC37267}"/>
              </a:ext>
            </a:extLst>
          </p:cNvPr>
          <p:cNvGrpSpPr/>
          <p:nvPr/>
        </p:nvGrpSpPr>
        <p:grpSpPr>
          <a:xfrm>
            <a:off x="7240608" y="5650344"/>
            <a:ext cx="1676880" cy="444960"/>
            <a:chOff x="7240608" y="5650344"/>
            <a:chExt cx="1676880" cy="44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92C2585C-D099-963E-6434-2AB3E887DF08}"/>
                    </a:ext>
                  </a:extLst>
                </p14:cNvPr>
                <p14:cNvContentPartPr/>
                <p14:nvPr/>
              </p14:nvContentPartPr>
              <p14:xfrm>
                <a:off x="7240608" y="5721264"/>
                <a:ext cx="408600" cy="37404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92C2585C-D099-963E-6434-2AB3E887DF08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7231968" y="5712264"/>
                  <a:ext cx="42624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FBF69C3B-5058-2C3D-2F96-57C7B3E07DA7}"/>
                    </a:ext>
                  </a:extLst>
                </p14:cNvPr>
                <p14:cNvContentPartPr/>
                <p14:nvPr/>
              </p14:nvContentPartPr>
              <p14:xfrm>
                <a:off x="7658928" y="5650344"/>
                <a:ext cx="560520" cy="33012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FBF69C3B-5058-2C3D-2F96-57C7B3E07DA7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7649928" y="5641704"/>
                  <a:ext cx="57816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498D4B3C-E905-781A-9C21-12D814E38E13}"/>
                    </a:ext>
                  </a:extLst>
                </p14:cNvPr>
                <p14:cNvContentPartPr/>
                <p14:nvPr/>
              </p14:nvContentPartPr>
              <p14:xfrm>
                <a:off x="8256168" y="5837184"/>
                <a:ext cx="10800" cy="2520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498D4B3C-E905-781A-9C21-12D814E38E1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247168" y="5828544"/>
                  <a:ext cx="284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AB535151-A296-23CD-983E-B5B6FEBA1953}"/>
                    </a:ext>
                  </a:extLst>
                </p14:cNvPr>
                <p14:cNvContentPartPr/>
                <p14:nvPr/>
              </p14:nvContentPartPr>
              <p14:xfrm>
                <a:off x="8305488" y="5741424"/>
                <a:ext cx="452160" cy="18756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AB535151-A296-23CD-983E-B5B6FEBA1953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8296848" y="5732424"/>
                  <a:ext cx="4698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7836C6DC-689B-BCCC-0012-0B0F53B79140}"/>
                    </a:ext>
                  </a:extLst>
                </p14:cNvPr>
                <p14:cNvContentPartPr/>
                <p14:nvPr/>
              </p14:nvContentPartPr>
              <p14:xfrm>
                <a:off x="8333208" y="5661144"/>
                <a:ext cx="584280" cy="2080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7836C6DC-689B-BCCC-0012-0B0F53B79140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8324568" y="5652144"/>
                  <a:ext cx="60192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FDF7E450-22DF-444C-D383-24A31F63993E}"/>
              </a:ext>
            </a:extLst>
          </p:cNvPr>
          <p:cNvGrpSpPr/>
          <p:nvPr/>
        </p:nvGrpSpPr>
        <p:grpSpPr>
          <a:xfrm>
            <a:off x="9379368" y="5692824"/>
            <a:ext cx="1766520" cy="529920"/>
            <a:chOff x="9379368" y="5692824"/>
            <a:chExt cx="1766520" cy="52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D2CEC455-D873-6364-A632-D5E4C50A8878}"/>
                    </a:ext>
                  </a:extLst>
                </p14:cNvPr>
                <p14:cNvContentPartPr/>
                <p14:nvPr/>
              </p14:nvContentPartPr>
              <p14:xfrm>
                <a:off x="9379368" y="5703624"/>
                <a:ext cx="704520" cy="30960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D2CEC455-D873-6364-A632-D5E4C50A8878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9370728" y="5694624"/>
                  <a:ext cx="72216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49F117CF-3884-FC0C-C3B8-6DF1D38B1334}"/>
                    </a:ext>
                  </a:extLst>
                </p14:cNvPr>
                <p14:cNvContentPartPr/>
                <p14:nvPr/>
              </p14:nvContentPartPr>
              <p14:xfrm>
                <a:off x="10168128" y="5858064"/>
                <a:ext cx="157680" cy="576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49F117CF-3884-FC0C-C3B8-6DF1D38B1334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0159128" y="5849424"/>
                  <a:ext cx="17532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439FF79D-E5F1-BBAC-7D1E-11492AA047EF}"/>
                    </a:ext>
                  </a:extLst>
                </p14:cNvPr>
                <p14:cNvContentPartPr/>
                <p14:nvPr/>
              </p14:nvContentPartPr>
              <p14:xfrm>
                <a:off x="10352088" y="5692824"/>
                <a:ext cx="492120" cy="52992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439FF79D-E5F1-BBAC-7D1E-11492AA047EF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0343088" y="5683824"/>
                  <a:ext cx="50976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1BA86E13-93C4-CEA6-93A4-659D667FB0B1}"/>
                    </a:ext>
                  </a:extLst>
                </p14:cNvPr>
                <p14:cNvContentPartPr/>
                <p14:nvPr/>
              </p14:nvContentPartPr>
              <p14:xfrm>
                <a:off x="10918008" y="5813424"/>
                <a:ext cx="13320" cy="1908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1BA86E13-93C4-CEA6-93A4-659D667FB0B1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10909008" y="5804784"/>
                  <a:ext cx="309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38089B9E-6F1A-C800-8F9B-13B729D947EC}"/>
                    </a:ext>
                  </a:extLst>
                </p14:cNvPr>
                <p14:cNvContentPartPr/>
                <p14:nvPr/>
              </p14:nvContentPartPr>
              <p14:xfrm>
                <a:off x="10914048" y="5871024"/>
                <a:ext cx="231840" cy="12780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38089B9E-6F1A-C800-8F9B-13B729D947EC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10905048" y="5862024"/>
                  <a:ext cx="249480" cy="145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69500812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-1225296" y="0"/>
            <a:ext cx="13417296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D9ED4BD-C79B-E4CD-F517-09D8FFEB5D17}"/>
              </a:ext>
            </a:extLst>
          </p:cNvPr>
          <p:cNvGrpSpPr/>
          <p:nvPr/>
        </p:nvGrpSpPr>
        <p:grpSpPr>
          <a:xfrm>
            <a:off x="3989808" y="310464"/>
            <a:ext cx="4655520" cy="1352520"/>
            <a:chOff x="3989808" y="310464"/>
            <a:chExt cx="4655520" cy="135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78E4D8D7-9A81-AA50-C8E0-95CDD87A9AC6}"/>
                    </a:ext>
                  </a:extLst>
                </p14:cNvPr>
                <p14:cNvContentPartPr/>
                <p14:nvPr/>
              </p14:nvContentPartPr>
              <p14:xfrm>
                <a:off x="4035168" y="359424"/>
                <a:ext cx="158040" cy="12502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78E4D8D7-9A81-AA50-C8E0-95CDD87A9AC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026528" y="350424"/>
                  <a:ext cx="175680" cy="12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3DF3EE3-B515-3CFC-83B9-33993ABA4187}"/>
                    </a:ext>
                  </a:extLst>
                </p14:cNvPr>
                <p14:cNvContentPartPr/>
                <p14:nvPr/>
              </p14:nvContentPartPr>
              <p14:xfrm>
                <a:off x="3989808" y="310464"/>
                <a:ext cx="4607640" cy="8157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3DF3EE3-B515-3CFC-83B9-33993ABA418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981168" y="301464"/>
                  <a:ext cx="4625280" cy="83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77625DA4-768A-E0BC-6FAB-67CA87584550}"/>
                    </a:ext>
                  </a:extLst>
                </p14:cNvPr>
                <p14:cNvContentPartPr/>
                <p14:nvPr/>
              </p14:nvContentPartPr>
              <p14:xfrm>
                <a:off x="4120128" y="1580544"/>
                <a:ext cx="4424400" cy="824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77625DA4-768A-E0BC-6FAB-67CA8758455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111128" y="1571544"/>
                  <a:ext cx="444204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8428BA1B-E5C5-FAD7-7ED3-605800E78369}"/>
                    </a:ext>
                  </a:extLst>
                </p14:cNvPr>
                <p14:cNvContentPartPr/>
                <p14:nvPr/>
              </p14:nvContentPartPr>
              <p14:xfrm>
                <a:off x="8415648" y="997704"/>
                <a:ext cx="229680" cy="6451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8428BA1B-E5C5-FAD7-7ED3-605800E7836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406648" y="988704"/>
                  <a:ext cx="247320" cy="66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4FCF603C-3891-4F5F-EA35-EE647C8694B3}"/>
                    </a:ext>
                  </a:extLst>
                </p14:cNvPr>
                <p14:cNvContentPartPr/>
                <p14:nvPr/>
              </p14:nvContentPartPr>
              <p14:xfrm>
                <a:off x="6908328" y="505944"/>
                <a:ext cx="179280" cy="1368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4FCF603C-3891-4F5F-EA35-EE647C8694B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899328" y="496944"/>
                  <a:ext cx="1969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B2094343-85E1-35B9-13B5-A358BA0B671C}"/>
                    </a:ext>
                  </a:extLst>
                </p14:cNvPr>
                <p14:cNvContentPartPr/>
                <p14:nvPr/>
              </p14:nvContentPartPr>
              <p14:xfrm>
                <a:off x="7172928" y="546984"/>
                <a:ext cx="40320" cy="795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B2094343-85E1-35B9-13B5-A358BA0B671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163928" y="538344"/>
                  <a:ext cx="5796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9DC721FA-2FB7-1B01-B4AB-2513537FEDB9}"/>
                    </a:ext>
                  </a:extLst>
                </p14:cNvPr>
                <p14:cNvContentPartPr/>
                <p14:nvPr/>
              </p14:nvContentPartPr>
              <p14:xfrm>
                <a:off x="7272648" y="480024"/>
                <a:ext cx="27000" cy="1483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9DC721FA-2FB7-1B01-B4AB-2513537FEDB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263648" y="471384"/>
                  <a:ext cx="446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50AD783A-28F2-1C89-F680-89035ECCC8A5}"/>
                    </a:ext>
                  </a:extLst>
                </p14:cNvPr>
                <p14:cNvContentPartPr/>
                <p14:nvPr/>
              </p14:nvContentPartPr>
              <p14:xfrm>
                <a:off x="7305768" y="545184"/>
                <a:ext cx="65160" cy="172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50AD783A-28F2-1C89-F680-89035ECCC8A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296768" y="536544"/>
                  <a:ext cx="828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FFCBEDAA-E58F-56B1-13C1-76A9211407E8}"/>
                    </a:ext>
                  </a:extLst>
                </p14:cNvPr>
                <p14:cNvContentPartPr/>
                <p14:nvPr/>
              </p14:nvContentPartPr>
              <p14:xfrm>
                <a:off x="7450128" y="503424"/>
                <a:ext cx="173520" cy="1710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FFCBEDAA-E58F-56B1-13C1-76A9211407E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441488" y="494784"/>
                  <a:ext cx="1911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632797A-CCE6-FDE8-1CF3-F8D378A9F2DA}"/>
                    </a:ext>
                  </a:extLst>
                </p14:cNvPr>
                <p14:cNvContentPartPr/>
                <p14:nvPr/>
              </p14:nvContentPartPr>
              <p14:xfrm>
                <a:off x="7701408" y="527904"/>
                <a:ext cx="52920" cy="381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632797A-CCE6-FDE8-1CF3-F8D378A9F2D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692408" y="518904"/>
                  <a:ext cx="705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C0658A6E-FA56-CF57-2411-BFEEFB5EA3E3}"/>
                    </a:ext>
                  </a:extLst>
                </p14:cNvPr>
                <p14:cNvContentPartPr/>
                <p14:nvPr/>
              </p14:nvContentPartPr>
              <p14:xfrm>
                <a:off x="7824168" y="482184"/>
                <a:ext cx="44640" cy="982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C0658A6E-FA56-CF57-2411-BFEEFB5EA3E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7815528" y="473544"/>
                  <a:ext cx="6228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00F552BF-F67A-786E-8F33-F7EEEBD1E845}"/>
                    </a:ext>
                  </a:extLst>
                </p14:cNvPr>
                <p14:cNvContentPartPr/>
                <p14:nvPr/>
              </p14:nvContentPartPr>
              <p14:xfrm>
                <a:off x="7960608" y="583344"/>
                <a:ext cx="46080" cy="745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00F552BF-F67A-786E-8F33-F7EEEBD1E84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951608" y="574344"/>
                  <a:ext cx="6372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A84E20E7-27DE-1DE8-EA3B-C25FF9A65632}"/>
                    </a:ext>
                  </a:extLst>
                </p14:cNvPr>
                <p14:cNvContentPartPr/>
                <p14:nvPr/>
              </p14:nvContentPartPr>
              <p14:xfrm>
                <a:off x="7198488" y="726984"/>
                <a:ext cx="102960" cy="1216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A84E20E7-27DE-1DE8-EA3B-C25FF9A6563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189848" y="717984"/>
                  <a:ext cx="12060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2DE6643C-BEF1-8238-90A2-6B002C3ED1D2}"/>
                    </a:ext>
                  </a:extLst>
                </p14:cNvPr>
                <p14:cNvContentPartPr/>
                <p14:nvPr/>
              </p14:nvContentPartPr>
              <p14:xfrm>
                <a:off x="7393608" y="712584"/>
                <a:ext cx="267120" cy="1213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2DE6643C-BEF1-8238-90A2-6B002C3ED1D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7384968" y="703584"/>
                  <a:ext cx="28476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7D2CA65-5F58-FE50-E829-C4E6947289BA}"/>
                    </a:ext>
                  </a:extLst>
                </p14:cNvPr>
                <p14:cNvContentPartPr/>
                <p14:nvPr/>
              </p14:nvContentPartPr>
              <p14:xfrm>
                <a:off x="7966368" y="648504"/>
                <a:ext cx="43200" cy="1562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7D2CA65-5F58-FE50-E829-C4E6947289B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957368" y="639864"/>
                  <a:ext cx="608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93CFD128-6644-6137-01EE-1CB27DFCBD2F}"/>
                    </a:ext>
                  </a:extLst>
                </p14:cNvPr>
                <p14:cNvContentPartPr/>
                <p14:nvPr/>
              </p14:nvContentPartPr>
              <p14:xfrm>
                <a:off x="8002368" y="650304"/>
                <a:ext cx="100080" cy="1818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93CFD128-6644-6137-01EE-1CB27DFCBD2F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993368" y="641664"/>
                  <a:ext cx="1177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F44877B-3B5F-1AB3-255D-FDFFAED97FDA}"/>
                    </a:ext>
                  </a:extLst>
                </p14:cNvPr>
                <p14:cNvContentPartPr/>
                <p14:nvPr/>
              </p14:nvContentPartPr>
              <p14:xfrm>
                <a:off x="8145288" y="748584"/>
                <a:ext cx="13320" cy="633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F44877B-3B5F-1AB3-255D-FDFFAED97FD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8136288" y="739944"/>
                  <a:ext cx="3096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FB3FE2C9-D2C5-1582-5534-F27CA7A910B2}"/>
                    </a:ext>
                  </a:extLst>
                </p14:cNvPr>
                <p14:cNvContentPartPr/>
                <p14:nvPr/>
              </p14:nvContentPartPr>
              <p14:xfrm>
                <a:off x="8187408" y="688104"/>
                <a:ext cx="6120" cy="201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FB3FE2C9-D2C5-1582-5534-F27CA7A910B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178408" y="679104"/>
                  <a:ext cx="237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888F493A-0217-B791-1B18-EC55FD766DB3}"/>
                    </a:ext>
                  </a:extLst>
                </p14:cNvPr>
                <p14:cNvContentPartPr/>
                <p14:nvPr/>
              </p14:nvContentPartPr>
              <p14:xfrm>
                <a:off x="8196408" y="719064"/>
                <a:ext cx="48240" cy="892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888F493A-0217-B791-1B18-EC55FD766DB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187408" y="710064"/>
                  <a:ext cx="6588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1E3D67F4-3F04-96E0-5CF6-132AFD4CA823}"/>
                    </a:ext>
                  </a:extLst>
                </p14:cNvPr>
                <p14:cNvContentPartPr/>
                <p14:nvPr/>
              </p14:nvContentPartPr>
              <p14:xfrm>
                <a:off x="8326008" y="639504"/>
                <a:ext cx="55440" cy="1458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1E3D67F4-3F04-96E0-5CF6-132AFD4CA82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8317008" y="630504"/>
                  <a:ext cx="7308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6E92BBC1-78F0-E636-F8FB-71DDB66D2889}"/>
                    </a:ext>
                  </a:extLst>
                </p14:cNvPr>
                <p14:cNvContentPartPr/>
                <p14:nvPr/>
              </p14:nvContentPartPr>
              <p14:xfrm>
                <a:off x="8412048" y="695304"/>
                <a:ext cx="5040" cy="216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6E92BBC1-78F0-E636-F8FB-71DDB66D288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403408" y="686664"/>
                  <a:ext cx="22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3C4B3699-CBF3-06C5-45AE-FC1E6790F45A}"/>
                    </a:ext>
                  </a:extLst>
                </p14:cNvPr>
                <p14:cNvContentPartPr/>
                <p14:nvPr/>
              </p14:nvContentPartPr>
              <p14:xfrm>
                <a:off x="8440488" y="694224"/>
                <a:ext cx="81720" cy="1126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3C4B3699-CBF3-06C5-45AE-FC1E6790F45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431848" y="685224"/>
                  <a:ext cx="993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66C5458D-75BB-53FA-FBC9-42126095EB99}"/>
                    </a:ext>
                  </a:extLst>
                </p14:cNvPr>
                <p14:cNvContentPartPr/>
                <p14:nvPr/>
              </p14:nvContentPartPr>
              <p14:xfrm>
                <a:off x="7403688" y="992304"/>
                <a:ext cx="160200" cy="655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66C5458D-75BB-53FA-FBC9-42126095EB9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395048" y="983664"/>
                  <a:ext cx="17784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3C57204A-A22A-778D-72DC-600B28F54039}"/>
                    </a:ext>
                  </a:extLst>
                </p14:cNvPr>
                <p14:cNvContentPartPr/>
                <p14:nvPr/>
              </p14:nvContentPartPr>
              <p14:xfrm>
                <a:off x="7621848" y="986904"/>
                <a:ext cx="41760" cy="612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3C57204A-A22A-778D-72DC-600B28F5403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612848" y="978264"/>
                  <a:ext cx="5940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DF5FBA59-244E-0143-2107-12307D234C8F}"/>
                    </a:ext>
                  </a:extLst>
                </p14:cNvPr>
                <p14:cNvContentPartPr/>
                <p14:nvPr/>
              </p14:nvContentPartPr>
              <p14:xfrm>
                <a:off x="7721208" y="996984"/>
                <a:ext cx="57600" cy="417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DF5FBA59-244E-0143-2107-12307D234C8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712208" y="988344"/>
                  <a:ext cx="752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3868C2A1-CFC3-2E19-EC7D-20FEFC74075F}"/>
                    </a:ext>
                  </a:extLst>
                </p14:cNvPr>
                <p14:cNvContentPartPr/>
                <p14:nvPr/>
              </p14:nvContentPartPr>
              <p14:xfrm>
                <a:off x="7849008" y="991224"/>
                <a:ext cx="148320" cy="67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3868C2A1-CFC3-2E19-EC7D-20FEFC74075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840368" y="982584"/>
                  <a:ext cx="16596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2FA18948-F058-A9F9-D353-36C733A21BC3}"/>
                    </a:ext>
                  </a:extLst>
                </p14:cNvPr>
                <p14:cNvContentPartPr/>
                <p14:nvPr/>
              </p14:nvContentPartPr>
              <p14:xfrm>
                <a:off x="5889888" y="1244304"/>
                <a:ext cx="112680" cy="799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2FA18948-F058-A9F9-D353-36C733A21BC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880888" y="1235304"/>
                  <a:ext cx="13032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CBB146A9-DC8C-3C87-6E33-33D11BEA3E0B}"/>
                    </a:ext>
                  </a:extLst>
                </p14:cNvPr>
                <p14:cNvContentPartPr/>
                <p14:nvPr/>
              </p14:nvContentPartPr>
              <p14:xfrm>
                <a:off x="6056928" y="1183464"/>
                <a:ext cx="274320" cy="2102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CBB146A9-DC8C-3C87-6E33-33D11BEA3E0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048288" y="1174824"/>
                  <a:ext cx="2919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F71E893D-0FC9-FEE6-D000-3BB216849007}"/>
                    </a:ext>
                  </a:extLst>
                </p14:cNvPr>
                <p14:cNvContentPartPr/>
                <p14:nvPr/>
              </p14:nvContentPartPr>
              <p14:xfrm>
                <a:off x="6476688" y="1205784"/>
                <a:ext cx="174960" cy="1659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F71E893D-0FC9-FEE6-D000-3BB21684900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467688" y="1197144"/>
                  <a:ext cx="1926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742BF34F-7F2A-9571-D5DA-2DCDF45D5602}"/>
                    </a:ext>
                  </a:extLst>
                </p14:cNvPr>
                <p14:cNvContentPartPr/>
                <p14:nvPr/>
              </p14:nvContentPartPr>
              <p14:xfrm>
                <a:off x="6721128" y="1247904"/>
                <a:ext cx="33840" cy="367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742BF34F-7F2A-9571-D5DA-2DCDF45D560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712488" y="1238904"/>
                  <a:ext cx="514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722363CE-0C01-97EB-F705-1185BFB53C21}"/>
                    </a:ext>
                  </a:extLst>
                </p14:cNvPr>
                <p14:cNvContentPartPr/>
                <p14:nvPr/>
              </p14:nvContentPartPr>
              <p14:xfrm>
                <a:off x="6800688" y="1253664"/>
                <a:ext cx="14040" cy="97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722363CE-0C01-97EB-F705-1185BFB53C2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791688" y="1245024"/>
                  <a:ext cx="316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8DD886E0-58A0-FD0A-5A42-69C94140313E}"/>
                    </a:ext>
                  </a:extLst>
                </p14:cNvPr>
                <p14:cNvContentPartPr/>
                <p14:nvPr/>
              </p14:nvContentPartPr>
              <p14:xfrm>
                <a:off x="6820488" y="1152504"/>
                <a:ext cx="77400" cy="1465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8DD886E0-58A0-FD0A-5A42-69C94140313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811488" y="1143864"/>
                  <a:ext cx="9504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D18D2D35-3C66-5690-9FB0-807EB4DC8653}"/>
                    </a:ext>
                  </a:extLst>
                </p14:cNvPr>
                <p14:cNvContentPartPr/>
                <p14:nvPr/>
              </p14:nvContentPartPr>
              <p14:xfrm>
                <a:off x="6069168" y="1467864"/>
                <a:ext cx="288720" cy="860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D18D2D35-3C66-5690-9FB0-807EB4DC8653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060528" y="1458864"/>
                  <a:ext cx="30636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3C56412F-0CB6-B1D7-24C6-EBE17FBFD2B2}"/>
                    </a:ext>
                  </a:extLst>
                </p14:cNvPr>
                <p14:cNvContentPartPr/>
                <p14:nvPr/>
              </p14:nvContentPartPr>
              <p14:xfrm>
                <a:off x="6383808" y="1422504"/>
                <a:ext cx="24120" cy="327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3C56412F-0CB6-B1D7-24C6-EBE17FBFD2B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374808" y="1413504"/>
                  <a:ext cx="417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4FCEE59F-82DA-B42B-430D-02090AF3CA13}"/>
                    </a:ext>
                  </a:extLst>
                </p14:cNvPr>
                <p14:cNvContentPartPr/>
                <p14:nvPr/>
              </p14:nvContentPartPr>
              <p14:xfrm>
                <a:off x="6443208" y="1461024"/>
                <a:ext cx="115560" cy="547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4FCEE59F-82DA-B42B-430D-02090AF3CA1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434568" y="1452024"/>
                  <a:ext cx="13320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D44C0B8-E0C6-B34B-4DCF-6D367538B6ED}"/>
                    </a:ext>
                  </a:extLst>
                </p14:cNvPr>
                <p14:cNvContentPartPr/>
                <p14:nvPr/>
              </p14:nvContentPartPr>
              <p14:xfrm>
                <a:off x="6568488" y="1450224"/>
                <a:ext cx="106200" cy="774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D44C0B8-E0C6-B34B-4DCF-6D367538B6E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559488" y="1441584"/>
                  <a:ext cx="12384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241063D7-2DF7-7FEF-99B6-B0B79E229E07}"/>
                    </a:ext>
                  </a:extLst>
                </p14:cNvPr>
                <p14:cNvContentPartPr/>
                <p14:nvPr/>
              </p14:nvContentPartPr>
              <p14:xfrm>
                <a:off x="4301928" y="474984"/>
                <a:ext cx="11880" cy="18108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241063D7-2DF7-7FEF-99B6-B0B79E229E0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293288" y="466344"/>
                  <a:ext cx="295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1748284C-FCD8-4527-C259-1F88BCFBC993}"/>
                    </a:ext>
                  </a:extLst>
                </p14:cNvPr>
                <p14:cNvContentPartPr/>
                <p14:nvPr/>
              </p14:nvContentPartPr>
              <p14:xfrm>
                <a:off x="4250088" y="570744"/>
                <a:ext cx="165240" cy="396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1748284C-FCD8-4527-C259-1F88BCFBC99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241448" y="562104"/>
                  <a:ext cx="1828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2FB9401-3D24-76CD-BF86-BB394554DF1F}"/>
                    </a:ext>
                  </a:extLst>
                </p14:cNvPr>
                <p14:cNvContentPartPr/>
                <p14:nvPr/>
              </p14:nvContentPartPr>
              <p14:xfrm>
                <a:off x="4637448" y="456984"/>
                <a:ext cx="47160" cy="1180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2FB9401-3D24-76CD-BF86-BB394554DF1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628448" y="448344"/>
                  <a:ext cx="648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0EA627BD-8AC2-F296-A155-6CD32C707DFC}"/>
                    </a:ext>
                  </a:extLst>
                </p14:cNvPr>
                <p14:cNvContentPartPr/>
                <p14:nvPr/>
              </p14:nvContentPartPr>
              <p14:xfrm>
                <a:off x="4767408" y="504864"/>
                <a:ext cx="87840" cy="1364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0EA627BD-8AC2-F296-A155-6CD32C707DF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758408" y="495864"/>
                  <a:ext cx="1054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298CDD3-5731-B489-EFDC-96481BCFE0EB}"/>
                    </a:ext>
                  </a:extLst>
                </p14:cNvPr>
                <p14:cNvContentPartPr/>
                <p14:nvPr/>
              </p14:nvContentPartPr>
              <p14:xfrm>
                <a:off x="4334688" y="750744"/>
                <a:ext cx="418320" cy="1555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298CDD3-5731-B489-EFDC-96481BCFE0E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326048" y="742104"/>
                  <a:ext cx="4359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6ACBF825-0340-C24C-F70F-2C82B9B03B4B}"/>
                    </a:ext>
                  </a:extLst>
                </p14:cNvPr>
                <p14:cNvContentPartPr/>
                <p14:nvPr/>
              </p14:nvContentPartPr>
              <p14:xfrm>
                <a:off x="4746528" y="811584"/>
                <a:ext cx="47520" cy="104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6ACBF825-0340-C24C-F70F-2C82B9B03B4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737528" y="802944"/>
                  <a:ext cx="651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041054E8-71A1-5847-CE2E-7C392B944C1D}"/>
                    </a:ext>
                  </a:extLst>
                </p14:cNvPr>
                <p14:cNvContentPartPr/>
                <p14:nvPr/>
              </p14:nvContentPartPr>
              <p14:xfrm>
                <a:off x="4929048" y="753624"/>
                <a:ext cx="347400" cy="874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041054E8-71A1-5847-CE2E-7C392B944C1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920408" y="744984"/>
                  <a:ext cx="3650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5120D716-9250-F430-691A-EBDCC0B0B3FD}"/>
                    </a:ext>
                  </a:extLst>
                </p14:cNvPr>
                <p14:cNvContentPartPr/>
                <p14:nvPr/>
              </p14:nvContentPartPr>
              <p14:xfrm>
                <a:off x="5371488" y="783144"/>
                <a:ext cx="8280" cy="900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5120D716-9250-F430-691A-EBDCC0B0B3F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362848" y="774144"/>
                  <a:ext cx="259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AA0CD9A-2E47-4028-674B-624158D804FD}"/>
                    </a:ext>
                  </a:extLst>
                </p14:cNvPr>
                <p14:cNvContentPartPr/>
                <p14:nvPr/>
              </p14:nvContentPartPr>
              <p14:xfrm>
                <a:off x="4430088" y="1068984"/>
                <a:ext cx="29880" cy="1530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AA0CD9A-2E47-4028-674B-624158D804F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421448" y="1060344"/>
                  <a:ext cx="475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1D74DE04-610D-C2A4-5577-29D6E1824451}"/>
                    </a:ext>
                  </a:extLst>
                </p14:cNvPr>
                <p14:cNvContentPartPr/>
                <p14:nvPr/>
              </p14:nvContentPartPr>
              <p14:xfrm>
                <a:off x="4458168" y="1025784"/>
                <a:ext cx="441720" cy="1706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1D74DE04-610D-C2A4-5577-29D6E182445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449528" y="1016784"/>
                  <a:ext cx="4593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0F38EDFD-45B1-8780-35FA-4C1C7290429E}"/>
                    </a:ext>
                  </a:extLst>
                </p14:cNvPr>
                <p14:cNvContentPartPr/>
                <p14:nvPr/>
              </p14:nvContentPartPr>
              <p14:xfrm>
                <a:off x="4922568" y="1032984"/>
                <a:ext cx="16920" cy="212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0F38EDFD-45B1-8780-35FA-4C1C7290429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913928" y="1023984"/>
                  <a:ext cx="3456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4732E96F-9821-60CF-49B6-A5164B251630}"/>
              </a:ext>
            </a:extLst>
          </p:cNvPr>
          <p:cNvGrpSpPr/>
          <p:nvPr/>
        </p:nvGrpSpPr>
        <p:grpSpPr>
          <a:xfrm>
            <a:off x="501048" y="1940544"/>
            <a:ext cx="2268720" cy="434160"/>
            <a:chOff x="501048" y="1940544"/>
            <a:chExt cx="2268720" cy="43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77C7D550-A838-AC58-CF49-7BE548132825}"/>
                    </a:ext>
                  </a:extLst>
                </p14:cNvPr>
                <p14:cNvContentPartPr/>
                <p14:nvPr/>
              </p14:nvContentPartPr>
              <p14:xfrm>
                <a:off x="501048" y="2024784"/>
                <a:ext cx="224280" cy="2102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77C7D550-A838-AC58-CF49-7BE54813282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92408" y="2015784"/>
                  <a:ext cx="2419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E21BABEB-8B3F-A990-F6D6-2A355B0F022D}"/>
                    </a:ext>
                  </a:extLst>
                </p14:cNvPr>
                <p14:cNvContentPartPr/>
                <p14:nvPr/>
              </p14:nvContentPartPr>
              <p14:xfrm>
                <a:off x="831168" y="2093184"/>
                <a:ext cx="63360" cy="511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E21BABEB-8B3F-A990-F6D6-2A355B0F022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22528" y="2084184"/>
                  <a:ext cx="8100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DA5B4CD0-BFB4-6EEC-6348-77891ACC8895}"/>
                    </a:ext>
                  </a:extLst>
                </p14:cNvPr>
                <p14:cNvContentPartPr/>
                <p14:nvPr/>
              </p14:nvContentPartPr>
              <p14:xfrm>
                <a:off x="916128" y="2091744"/>
                <a:ext cx="105120" cy="784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DA5B4CD0-BFB4-6EEC-6348-77891ACC889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07128" y="2082744"/>
                  <a:ext cx="1227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500E285D-705B-B823-76A6-481EB4C3299A}"/>
                    </a:ext>
                  </a:extLst>
                </p14:cNvPr>
                <p14:cNvContentPartPr/>
                <p14:nvPr/>
              </p14:nvContentPartPr>
              <p14:xfrm>
                <a:off x="1062288" y="1993464"/>
                <a:ext cx="71640" cy="1432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500E285D-705B-B823-76A6-481EB4C3299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53288" y="1984464"/>
                  <a:ext cx="892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8132E97D-BB44-5EE7-B878-8AA51FE86970}"/>
                    </a:ext>
                  </a:extLst>
                </p14:cNvPr>
                <p14:cNvContentPartPr/>
                <p14:nvPr/>
              </p14:nvContentPartPr>
              <p14:xfrm>
                <a:off x="1376928" y="1940544"/>
                <a:ext cx="123840" cy="2174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8132E97D-BB44-5EE7-B878-8AA51FE8697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368288" y="1931544"/>
                  <a:ext cx="1414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602559E5-77D1-781C-DDF2-81EDFD8E998F}"/>
                    </a:ext>
                  </a:extLst>
                </p14:cNvPr>
                <p14:cNvContentPartPr/>
                <p14:nvPr/>
              </p14:nvContentPartPr>
              <p14:xfrm>
                <a:off x="1674288" y="2073384"/>
                <a:ext cx="115560" cy="777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602559E5-77D1-781C-DDF2-81EDFD8E998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665288" y="2064744"/>
                  <a:ext cx="13320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71797148-CB9F-D0A2-6EFB-20210A352CE8}"/>
                    </a:ext>
                  </a:extLst>
                </p14:cNvPr>
                <p14:cNvContentPartPr/>
                <p14:nvPr/>
              </p14:nvContentPartPr>
              <p14:xfrm>
                <a:off x="1832328" y="2088504"/>
                <a:ext cx="57240" cy="651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71797148-CB9F-D0A2-6EFB-20210A352CE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823328" y="2079864"/>
                  <a:ext cx="7488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9132FE10-2B14-B2BA-6131-A36170CDD986}"/>
                    </a:ext>
                  </a:extLst>
                </p14:cNvPr>
                <p14:cNvContentPartPr/>
                <p14:nvPr/>
              </p14:nvContentPartPr>
              <p14:xfrm>
                <a:off x="1967328" y="1944504"/>
                <a:ext cx="125280" cy="2080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9132FE10-2B14-B2BA-6131-A36170CDD98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958688" y="1935504"/>
                  <a:ext cx="1429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24FDE16C-6B0A-3CAE-AE85-4F43CCB6A32C}"/>
                    </a:ext>
                  </a:extLst>
                </p14:cNvPr>
                <p14:cNvContentPartPr/>
                <p14:nvPr/>
              </p14:nvContentPartPr>
              <p14:xfrm>
                <a:off x="2056968" y="2060064"/>
                <a:ext cx="172800" cy="630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24FDE16C-6B0A-3CAE-AE85-4F43CCB6A32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047968" y="2051064"/>
                  <a:ext cx="19044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B1E03F38-802B-858D-02B2-1725DB5949F2}"/>
                    </a:ext>
                  </a:extLst>
                </p14:cNvPr>
                <p14:cNvContentPartPr/>
                <p14:nvPr/>
              </p14:nvContentPartPr>
              <p14:xfrm>
                <a:off x="2280528" y="2012904"/>
                <a:ext cx="145800" cy="1227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B1E03F38-802B-858D-02B2-1725DB5949F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271888" y="2003904"/>
                  <a:ext cx="1634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3EC67A59-6DD3-2FCB-DB55-A5F068EA75E4}"/>
                    </a:ext>
                  </a:extLst>
                </p14:cNvPr>
                <p14:cNvContentPartPr/>
                <p14:nvPr/>
              </p14:nvContentPartPr>
              <p14:xfrm>
                <a:off x="2506248" y="2103624"/>
                <a:ext cx="58320" cy="190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3EC67A59-6DD3-2FCB-DB55-A5F068EA75E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497608" y="2094984"/>
                  <a:ext cx="759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6ABFB738-D142-1B32-74AB-520B2711AD26}"/>
                    </a:ext>
                  </a:extLst>
                </p14:cNvPr>
                <p14:cNvContentPartPr/>
                <p14:nvPr/>
              </p14:nvContentPartPr>
              <p14:xfrm>
                <a:off x="501408" y="2285064"/>
                <a:ext cx="2268360" cy="896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6ABFB738-D142-1B32-74AB-520B2711AD2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92408" y="2276424"/>
                  <a:ext cx="2286000" cy="10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A701F0-03DD-6A67-B87B-B7391AF7B929}"/>
                  </a:ext>
                </a:extLst>
              </p14:cNvPr>
              <p14:cNvContentPartPr/>
              <p14:nvPr/>
            </p14:nvContentPartPr>
            <p14:xfrm>
              <a:off x="2960568" y="2002824"/>
              <a:ext cx="18000" cy="70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A701F0-03DD-6A67-B87B-B7391AF7B92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951568" y="1993824"/>
                <a:ext cx="3564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7AE8E389-A600-4EE8-E311-D4BDBBD36E2B}"/>
                  </a:ext>
                </a:extLst>
              </p14:cNvPr>
              <p14:cNvContentPartPr/>
              <p14:nvPr/>
            </p14:nvContentPartPr>
            <p14:xfrm>
              <a:off x="3004128" y="2237904"/>
              <a:ext cx="28800" cy="169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7AE8E389-A600-4EE8-E311-D4BDBBD36E2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995128" y="2229264"/>
                <a:ext cx="46440" cy="3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F91F2EC3-6E9E-BC7B-A82C-38D905448583}"/>
              </a:ext>
            </a:extLst>
          </p:cNvPr>
          <p:cNvGrpSpPr/>
          <p:nvPr/>
        </p:nvGrpSpPr>
        <p:grpSpPr>
          <a:xfrm>
            <a:off x="3314808" y="2107224"/>
            <a:ext cx="1051200" cy="247680"/>
            <a:chOff x="3314808" y="2107224"/>
            <a:chExt cx="1051200" cy="24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F52CC4D7-4A9E-DF7B-781D-9152C128DEE8}"/>
                    </a:ext>
                  </a:extLst>
                </p14:cNvPr>
                <p14:cNvContentPartPr/>
                <p14:nvPr/>
              </p14:nvContentPartPr>
              <p14:xfrm>
                <a:off x="3314808" y="2107224"/>
                <a:ext cx="267120" cy="2476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F52CC4D7-4A9E-DF7B-781D-9152C128DEE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305808" y="2098224"/>
                  <a:ext cx="28476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13E48AF7-5BF7-F67E-4B20-25D5227C6863}"/>
                    </a:ext>
                  </a:extLst>
                </p14:cNvPr>
                <p14:cNvContentPartPr/>
                <p14:nvPr/>
              </p14:nvContentPartPr>
              <p14:xfrm>
                <a:off x="3661848" y="2139624"/>
                <a:ext cx="214200" cy="1717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13E48AF7-5BF7-F67E-4B20-25D5227C686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653208" y="2130624"/>
                  <a:ext cx="2318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358B02F2-8469-7E35-ADE4-C40E7AF7868F}"/>
                    </a:ext>
                  </a:extLst>
                </p14:cNvPr>
                <p14:cNvContentPartPr/>
                <p14:nvPr/>
              </p14:nvContentPartPr>
              <p14:xfrm>
                <a:off x="3845088" y="2228184"/>
                <a:ext cx="103320" cy="244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358B02F2-8469-7E35-ADE4-C40E7AF7868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836448" y="2219184"/>
                  <a:ext cx="1209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51091BE-30C1-3890-9A48-110C30629128}"/>
                    </a:ext>
                  </a:extLst>
                </p14:cNvPr>
                <p14:cNvContentPartPr/>
                <p14:nvPr/>
              </p14:nvContentPartPr>
              <p14:xfrm>
                <a:off x="3988368" y="2239704"/>
                <a:ext cx="115200" cy="57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51091BE-30C1-3890-9A48-110C3062912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979368" y="2231064"/>
                  <a:ext cx="13284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8ADE98A9-9743-358C-A531-8EC66F56A697}"/>
                    </a:ext>
                  </a:extLst>
                </p14:cNvPr>
                <p14:cNvContentPartPr/>
                <p14:nvPr/>
              </p14:nvContentPartPr>
              <p14:xfrm>
                <a:off x="4125888" y="2204784"/>
                <a:ext cx="22320" cy="147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8ADE98A9-9743-358C-A531-8EC66F56A69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117248" y="2196144"/>
                  <a:ext cx="399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36F7742A-7B1B-9788-3567-FED5DBFA7806}"/>
                    </a:ext>
                  </a:extLst>
                </p14:cNvPr>
                <p14:cNvContentPartPr/>
                <p14:nvPr/>
              </p14:nvContentPartPr>
              <p14:xfrm>
                <a:off x="4202208" y="2207664"/>
                <a:ext cx="163800" cy="1051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36F7742A-7B1B-9788-3567-FED5DBFA780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193568" y="2199024"/>
                  <a:ext cx="181440" cy="12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5101B41-F929-426E-352F-4010E2F6244F}"/>
                  </a:ext>
                </a:extLst>
              </p14:cNvPr>
              <p14:cNvContentPartPr/>
              <p14:nvPr/>
            </p14:nvContentPartPr>
            <p14:xfrm>
              <a:off x="4721328" y="2127744"/>
              <a:ext cx="30600" cy="601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5101B41-F929-426E-352F-4010E2F6244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712688" y="2119104"/>
                <a:ext cx="48240" cy="77760"/>
              </a:xfrm>
              <a:prstGeom prst="rect">
                <a:avLst/>
              </a:prstGeom>
            </p:spPr>
          </p:pic>
        </mc:Fallback>
      </mc:AlternateContent>
      <p:grpSp>
        <p:nvGrpSpPr>
          <p:cNvPr id="94" name="Group 93">
            <a:extLst>
              <a:ext uri="{FF2B5EF4-FFF2-40B4-BE49-F238E27FC236}">
                <a16:creationId xmlns:a16="http://schemas.microsoft.com/office/drawing/2014/main" id="{676ACF33-F23B-1BB4-75B6-B9F52827D7AD}"/>
              </a:ext>
            </a:extLst>
          </p:cNvPr>
          <p:cNvGrpSpPr/>
          <p:nvPr/>
        </p:nvGrpSpPr>
        <p:grpSpPr>
          <a:xfrm>
            <a:off x="4714848" y="2377944"/>
            <a:ext cx="222120" cy="60480"/>
            <a:chOff x="4714848" y="2377944"/>
            <a:chExt cx="222120" cy="6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49E5E51D-C4A1-3DF6-BFE0-E52C230E676D}"/>
                    </a:ext>
                  </a:extLst>
                </p14:cNvPr>
                <p14:cNvContentPartPr/>
                <p14:nvPr/>
              </p14:nvContentPartPr>
              <p14:xfrm>
                <a:off x="4714848" y="2408904"/>
                <a:ext cx="9720" cy="295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49E5E51D-C4A1-3DF6-BFE0-E52C230E676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706208" y="2400264"/>
                  <a:ext cx="2736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B867A4DD-2DEF-76D9-6572-B3E20208B72B}"/>
                    </a:ext>
                  </a:extLst>
                </p14:cNvPr>
                <p14:cNvContentPartPr/>
                <p14:nvPr/>
              </p14:nvContentPartPr>
              <p14:xfrm>
                <a:off x="4798728" y="2377944"/>
                <a:ext cx="138240" cy="432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B867A4DD-2DEF-76D9-6572-B3E20208B72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790088" y="2369304"/>
                  <a:ext cx="155880" cy="6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085C70E5-AE52-60C5-41AA-33D93677EF79}"/>
              </a:ext>
            </a:extLst>
          </p:cNvPr>
          <p:cNvGrpSpPr/>
          <p:nvPr/>
        </p:nvGrpSpPr>
        <p:grpSpPr>
          <a:xfrm>
            <a:off x="5497848" y="2101824"/>
            <a:ext cx="1034640" cy="297000"/>
            <a:chOff x="5497848" y="2101824"/>
            <a:chExt cx="1034640" cy="29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51CD6CD8-D147-8164-3DC9-63890E000B03}"/>
                    </a:ext>
                  </a:extLst>
                </p14:cNvPr>
                <p14:cNvContentPartPr/>
                <p14:nvPr/>
              </p14:nvContentPartPr>
              <p14:xfrm>
                <a:off x="5690808" y="2180664"/>
                <a:ext cx="36720" cy="2181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51CD6CD8-D147-8164-3DC9-63890E000B0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682168" y="2172024"/>
                  <a:ext cx="543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C306E72E-3D39-2786-6133-0E42E5758FE3}"/>
                    </a:ext>
                  </a:extLst>
                </p14:cNvPr>
                <p14:cNvContentPartPr/>
                <p14:nvPr/>
              </p14:nvContentPartPr>
              <p14:xfrm>
                <a:off x="5497848" y="2101824"/>
                <a:ext cx="538200" cy="748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C306E72E-3D39-2786-6133-0E42E5758FE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488848" y="2093184"/>
                  <a:ext cx="55584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856A1BF9-F3AA-2389-6790-81F03EB04F0B}"/>
                    </a:ext>
                  </a:extLst>
                </p14:cNvPr>
                <p14:cNvContentPartPr/>
                <p14:nvPr/>
              </p14:nvContentPartPr>
              <p14:xfrm>
                <a:off x="5937408" y="2256624"/>
                <a:ext cx="331560" cy="1335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856A1BF9-F3AA-2389-6790-81F03EB04F0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928408" y="2247624"/>
                  <a:ext cx="3492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0A83E825-76FB-6A28-B21B-0AD6F85EAA0F}"/>
                    </a:ext>
                  </a:extLst>
                </p14:cNvPr>
                <p14:cNvContentPartPr/>
                <p14:nvPr/>
              </p14:nvContentPartPr>
              <p14:xfrm>
                <a:off x="6338448" y="2299104"/>
                <a:ext cx="194040" cy="655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0A83E825-76FB-6A28-B21B-0AD6F85EAA0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329808" y="2290104"/>
                  <a:ext cx="211680" cy="8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058BADA8-E260-7DCD-FC5D-79D37365D9A1}"/>
              </a:ext>
            </a:extLst>
          </p:cNvPr>
          <p:cNvGrpSpPr/>
          <p:nvPr/>
        </p:nvGrpSpPr>
        <p:grpSpPr>
          <a:xfrm>
            <a:off x="6873768" y="2115144"/>
            <a:ext cx="1431000" cy="247320"/>
            <a:chOff x="6873768" y="2115144"/>
            <a:chExt cx="1431000" cy="24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56354A65-BE62-BCCB-DBED-38CBFBED5910}"/>
                    </a:ext>
                  </a:extLst>
                </p14:cNvPr>
                <p14:cNvContentPartPr/>
                <p14:nvPr/>
              </p14:nvContentPartPr>
              <p14:xfrm>
                <a:off x="6919488" y="2141784"/>
                <a:ext cx="27720" cy="2138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56354A65-BE62-BCCB-DBED-38CBFBED591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910488" y="2132784"/>
                  <a:ext cx="4536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A81E15DB-69CA-C103-1BC4-C7F366E50D1D}"/>
                    </a:ext>
                  </a:extLst>
                </p14:cNvPr>
                <p14:cNvContentPartPr/>
                <p14:nvPr/>
              </p14:nvContentPartPr>
              <p14:xfrm>
                <a:off x="6873768" y="2115144"/>
                <a:ext cx="246240" cy="2473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A81E15DB-69CA-C103-1BC4-C7F366E50D1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864768" y="2106504"/>
                  <a:ext cx="26388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9BA84821-DD0D-1E78-FAED-492C02D1C60C}"/>
                    </a:ext>
                  </a:extLst>
                </p14:cNvPr>
                <p14:cNvContentPartPr/>
                <p14:nvPr/>
              </p14:nvContentPartPr>
              <p14:xfrm>
                <a:off x="7241328" y="2249784"/>
                <a:ext cx="22680" cy="752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9BA84821-DD0D-1E78-FAED-492C02D1C60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232328" y="2241144"/>
                  <a:ext cx="4032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62FFED8-3AC1-50E8-FE6A-1D72141207FB}"/>
                    </a:ext>
                  </a:extLst>
                </p14:cNvPr>
                <p14:cNvContentPartPr/>
                <p14:nvPr/>
              </p14:nvContentPartPr>
              <p14:xfrm>
                <a:off x="7379568" y="2278944"/>
                <a:ext cx="293400" cy="770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62FFED8-3AC1-50E8-FE6A-1D72141207F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370568" y="2270304"/>
                  <a:ext cx="31104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4A4EEB7-1766-7785-AF04-8202ABF20749}"/>
                    </a:ext>
                  </a:extLst>
                </p14:cNvPr>
                <p14:cNvContentPartPr/>
                <p14:nvPr/>
              </p14:nvContentPartPr>
              <p14:xfrm>
                <a:off x="7723728" y="2138904"/>
                <a:ext cx="492120" cy="1900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4A4EEB7-1766-7785-AF04-8202ABF2074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715088" y="2130264"/>
                  <a:ext cx="5097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D8049E5-AEF6-3690-898D-20AE8BA647E5}"/>
                    </a:ext>
                  </a:extLst>
                </p14:cNvPr>
                <p14:cNvContentPartPr/>
                <p14:nvPr/>
              </p14:nvContentPartPr>
              <p14:xfrm>
                <a:off x="8203608" y="2210184"/>
                <a:ext cx="101160" cy="370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D8049E5-AEF6-3690-898D-20AE8BA647E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194968" y="2201544"/>
                  <a:ext cx="118800" cy="5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4717191E-E051-D48D-9E10-9A3506620BA7}"/>
              </a:ext>
            </a:extLst>
          </p:cNvPr>
          <p:cNvGrpSpPr/>
          <p:nvPr/>
        </p:nvGrpSpPr>
        <p:grpSpPr>
          <a:xfrm>
            <a:off x="8616168" y="2062584"/>
            <a:ext cx="1052280" cy="254160"/>
            <a:chOff x="8616168" y="2062584"/>
            <a:chExt cx="1052280" cy="25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8CA2C4F9-E6DA-4778-2516-3325A2152899}"/>
                    </a:ext>
                  </a:extLst>
                </p14:cNvPr>
                <p14:cNvContentPartPr/>
                <p14:nvPr/>
              </p14:nvContentPartPr>
              <p14:xfrm>
                <a:off x="8616168" y="2062584"/>
                <a:ext cx="613800" cy="1911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8CA2C4F9-E6DA-4778-2516-3325A215289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607528" y="2053584"/>
                  <a:ext cx="6314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84D6CA30-BA74-869D-3FF8-5483646771CF}"/>
                    </a:ext>
                  </a:extLst>
                </p14:cNvPr>
                <p14:cNvContentPartPr/>
                <p14:nvPr/>
              </p14:nvContentPartPr>
              <p14:xfrm>
                <a:off x="9162288" y="2153304"/>
                <a:ext cx="99360" cy="136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84D6CA30-BA74-869D-3FF8-5483646771C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153288" y="2144304"/>
                  <a:ext cx="1170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76C35129-7438-1335-8CF5-C84DCA71E402}"/>
                    </a:ext>
                  </a:extLst>
                </p14:cNvPr>
                <p14:cNvContentPartPr/>
                <p14:nvPr/>
              </p14:nvContentPartPr>
              <p14:xfrm>
                <a:off x="9306288" y="2175264"/>
                <a:ext cx="117720" cy="637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76C35129-7438-1335-8CF5-C84DCA71E40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297288" y="2166624"/>
                  <a:ext cx="13536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FD365298-4B9C-D7AE-7530-F3AD368A957A}"/>
                    </a:ext>
                  </a:extLst>
                </p14:cNvPr>
                <p14:cNvContentPartPr/>
                <p14:nvPr/>
              </p14:nvContentPartPr>
              <p14:xfrm>
                <a:off x="9483768" y="2093184"/>
                <a:ext cx="7560" cy="273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FD365298-4B9C-D7AE-7530-F3AD368A957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474768" y="2084184"/>
                  <a:ext cx="252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889F59EF-079E-E050-D580-9937A6AC13C8}"/>
                    </a:ext>
                  </a:extLst>
                </p14:cNvPr>
                <p14:cNvContentPartPr/>
                <p14:nvPr/>
              </p14:nvContentPartPr>
              <p14:xfrm>
                <a:off x="9459648" y="2147544"/>
                <a:ext cx="208800" cy="1692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889F59EF-079E-E050-D580-9937A6AC13C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451008" y="2138904"/>
                  <a:ext cx="226440" cy="18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EDD6CE5A-99DE-A30C-96F6-7337DFB03B62}"/>
              </a:ext>
            </a:extLst>
          </p:cNvPr>
          <p:cNvGrpSpPr/>
          <p:nvPr/>
        </p:nvGrpSpPr>
        <p:grpSpPr>
          <a:xfrm>
            <a:off x="9966888" y="1955304"/>
            <a:ext cx="1362600" cy="452880"/>
            <a:chOff x="9966888" y="1955304"/>
            <a:chExt cx="1362600" cy="45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276E76F7-460A-6119-F18D-0A61AF5DF1B1}"/>
                    </a:ext>
                  </a:extLst>
                </p14:cNvPr>
                <p14:cNvContentPartPr/>
                <p14:nvPr/>
              </p14:nvContentPartPr>
              <p14:xfrm>
                <a:off x="9966888" y="1997424"/>
                <a:ext cx="150480" cy="3463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276E76F7-460A-6119-F18D-0A61AF5DF1B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957888" y="1988784"/>
                  <a:ext cx="16812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8A90B81A-6811-5236-BE97-A371EDFE9CEF}"/>
                    </a:ext>
                  </a:extLst>
                </p14:cNvPr>
                <p14:cNvContentPartPr/>
                <p14:nvPr/>
              </p14:nvContentPartPr>
              <p14:xfrm>
                <a:off x="10365048" y="2064384"/>
                <a:ext cx="21960" cy="1897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8A90B81A-6811-5236-BE97-A371EDFE9CE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356048" y="2055744"/>
                  <a:ext cx="396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ADDFEA4D-F401-8A74-3A5B-0B5FC8D7FF31}"/>
                    </a:ext>
                  </a:extLst>
                </p14:cNvPr>
                <p14:cNvContentPartPr/>
                <p14:nvPr/>
              </p14:nvContentPartPr>
              <p14:xfrm>
                <a:off x="10244448" y="2057904"/>
                <a:ext cx="333000" cy="471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ADDFEA4D-F401-8A74-3A5B-0B5FC8D7FF3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235808" y="2049264"/>
                  <a:ext cx="35064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132DFA9-6F24-A586-8F45-2A8557D0E117}"/>
                    </a:ext>
                  </a:extLst>
                </p14:cNvPr>
                <p14:cNvContentPartPr/>
                <p14:nvPr/>
              </p14:nvContentPartPr>
              <p14:xfrm>
                <a:off x="10592928" y="2052504"/>
                <a:ext cx="186120" cy="1918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132DFA9-6F24-A586-8F45-2A8557D0E11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583928" y="2043504"/>
                  <a:ext cx="2037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011C6060-896C-F619-FE84-89AA6BFA22FB}"/>
                    </a:ext>
                  </a:extLst>
                </p14:cNvPr>
                <p14:cNvContentPartPr/>
                <p14:nvPr/>
              </p14:nvContentPartPr>
              <p14:xfrm>
                <a:off x="10876608" y="2080584"/>
                <a:ext cx="190080" cy="1850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011C6060-896C-F619-FE84-89AA6BFA22F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867608" y="2071944"/>
                  <a:ext cx="20772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ABB0CE0C-AFC0-1B24-F1FA-36FCBDB6F137}"/>
                    </a:ext>
                  </a:extLst>
                </p14:cNvPr>
                <p14:cNvContentPartPr/>
                <p14:nvPr/>
              </p14:nvContentPartPr>
              <p14:xfrm>
                <a:off x="10942848" y="1955304"/>
                <a:ext cx="386640" cy="4528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ABB0CE0C-AFC0-1B24-F1FA-36FCBDB6F13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933848" y="1946304"/>
                  <a:ext cx="404280" cy="47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63FE8878-A791-AA6D-BEDE-51AB268E4C87}"/>
              </a:ext>
            </a:extLst>
          </p:cNvPr>
          <p:cNvGrpSpPr/>
          <p:nvPr/>
        </p:nvGrpSpPr>
        <p:grpSpPr>
          <a:xfrm>
            <a:off x="5973408" y="2598264"/>
            <a:ext cx="926280" cy="276120"/>
            <a:chOff x="5973408" y="2598264"/>
            <a:chExt cx="926280" cy="27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AE2F6EBB-4202-FD61-199D-43EC82515F51}"/>
                    </a:ext>
                  </a:extLst>
                </p14:cNvPr>
                <p14:cNvContentPartPr/>
                <p14:nvPr/>
              </p14:nvContentPartPr>
              <p14:xfrm>
                <a:off x="6144768" y="2667024"/>
                <a:ext cx="58320" cy="2073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AE2F6EBB-4202-FD61-199D-43EC82515F5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136128" y="2658024"/>
                  <a:ext cx="7596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B65B6EA7-CF5D-5F45-3E90-D411A63A87CF}"/>
                    </a:ext>
                  </a:extLst>
                </p14:cNvPr>
                <p14:cNvContentPartPr/>
                <p14:nvPr/>
              </p14:nvContentPartPr>
              <p14:xfrm>
                <a:off x="5973408" y="2598264"/>
                <a:ext cx="493560" cy="1209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B65B6EA7-CF5D-5F45-3E90-D411A63A87C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964768" y="2589624"/>
                  <a:ext cx="5112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7D492148-ADCF-DED1-DAEE-C55778CE0E8E}"/>
                    </a:ext>
                  </a:extLst>
                </p14:cNvPr>
                <p14:cNvContentPartPr/>
                <p14:nvPr/>
              </p14:nvContentPartPr>
              <p14:xfrm>
                <a:off x="6358968" y="2747664"/>
                <a:ext cx="165960" cy="867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7D492148-ADCF-DED1-DAEE-C55778CE0E8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350328" y="2738664"/>
                  <a:ext cx="18360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CA3DA2A3-F02D-65AE-0B1C-50BEF9AB07AD}"/>
                    </a:ext>
                  </a:extLst>
                </p14:cNvPr>
                <p14:cNvContentPartPr/>
                <p14:nvPr/>
              </p14:nvContentPartPr>
              <p14:xfrm>
                <a:off x="6562008" y="2739384"/>
                <a:ext cx="133560" cy="932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CA3DA2A3-F02D-65AE-0B1C-50BEF9AB07A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553368" y="2730384"/>
                  <a:ext cx="1512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4568B1A5-0C03-61A1-8D0F-03E90C4BF984}"/>
                    </a:ext>
                  </a:extLst>
                </p14:cNvPr>
                <p14:cNvContentPartPr/>
                <p14:nvPr/>
              </p14:nvContentPartPr>
              <p14:xfrm>
                <a:off x="6747768" y="2756664"/>
                <a:ext cx="151920" cy="435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4568B1A5-0C03-61A1-8D0F-03E90C4BF98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738768" y="2748024"/>
                  <a:ext cx="169560" cy="6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4F6003C-29A7-D3FA-2EE0-284E4CBE8CE2}"/>
              </a:ext>
            </a:extLst>
          </p:cNvPr>
          <p:cNvGrpSpPr/>
          <p:nvPr/>
        </p:nvGrpSpPr>
        <p:grpSpPr>
          <a:xfrm>
            <a:off x="7197048" y="2656944"/>
            <a:ext cx="1107000" cy="166320"/>
            <a:chOff x="7197048" y="2656944"/>
            <a:chExt cx="1107000" cy="16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D52CE2E-B44D-55C6-3FAF-285FA73E740D}"/>
                    </a:ext>
                  </a:extLst>
                </p14:cNvPr>
                <p14:cNvContentPartPr/>
                <p14:nvPr/>
              </p14:nvContentPartPr>
              <p14:xfrm>
                <a:off x="7197048" y="2767104"/>
                <a:ext cx="108720" cy="183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D52CE2E-B44D-55C6-3FAF-285FA73E740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188408" y="2758464"/>
                  <a:ext cx="1263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AB60E655-21C0-DAB9-DD58-ED70226D2643}"/>
                    </a:ext>
                  </a:extLst>
                </p14:cNvPr>
                <p14:cNvContentPartPr/>
                <p14:nvPr/>
              </p14:nvContentPartPr>
              <p14:xfrm>
                <a:off x="7576128" y="2656944"/>
                <a:ext cx="39240" cy="1569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AB60E655-21C0-DAB9-DD58-ED70226D264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567128" y="2647944"/>
                  <a:ext cx="568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2D5B809B-A4E5-A121-B7BE-A09175715D34}"/>
                    </a:ext>
                  </a:extLst>
                </p14:cNvPr>
                <p14:cNvContentPartPr/>
                <p14:nvPr/>
              </p14:nvContentPartPr>
              <p14:xfrm>
                <a:off x="7456248" y="2672424"/>
                <a:ext cx="270000" cy="457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2D5B809B-A4E5-A121-B7BE-A09175715D3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447608" y="2663784"/>
                  <a:ext cx="28764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78D2A483-A33F-6617-5071-E3379133FE21}"/>
                    </a:ext>
                  </a:extLst>
                </p14:cNvPr>
                <p14:cNvContentPartPr/>
                <p14:nvPr/>
              </p14:nvContentPartPr>
              <p14:xfrm>
                <a:off x="7725888" y="2754144"/>
                <a:ext cx="131400" cy="691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78D2A483-A33F-6617-5071-E3379133FE2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717248" y="2745144"/>
                  <a:ext cx="14904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217DD5E8-A5CB-B94D-8725-0A78EC26BB65}"/>
                    </a:ext>
                  </a:extLst>
                </p14:cNvPr>
                <p14:cNvContentPartPr/>
                <p14:nvPr/>
              </p14:nvContentPartPr>
              <p14:xfrm>
                <a:off x="7923528" y="2757024"/>
                <a:ext cx="97920" cy="554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217DD5E8-A5CB-B94D-8725-0A78EC26BB6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914888" y="2748024"/>
                  <a:ext cx="11556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D7A51197-0B32-F3CF-4FDA-850313402499}"/>
                    </a:ext>
                  </a:extLst>
                </p14:cNvPr>
                <p14:cNvContentPartPr/>
                <p14:nvPr/>
              </p14:nvContentPartPr>
              <p14:xfrm>
                <a:off x="8115408" y="2762784"/>
                <a:ext cx="188640" cy="500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D7A51197-0B32-F3CF-4FDA-85031340249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106408" y="2753784"/>
                  <a:ext cx="20628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319B2416-55D4-A55B-FFFA-F0101E9C7FE4}"/>
              </a:ext>
            </a:extLst>
          </p:cNvPr>
          <p:cNvGrpSpPr/>
          <p:nvPr/>
        </p:nvGrpSpPr>
        <p:grpSpPr>
          <a:xfrm>
            <a:off x="8699688" y="2593944"/>
            <a:ext cx="853920" cy="200520"/>
            <a:chOff x="8699688" y="2593944"/>
            <a:chExt cx="853920" cy="20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B9FBDA4C-EDF5-0A95-7220-86EB073DB4A3}"/>
                    </a:ext>
                  </a:extLst>
                </p14:cNvPr>
                <p14:cNvContentPartPr/>
                <p14:nvPr/>
              </p14:nvContentPartPr>
              <p14:xfrm>
                <a:off x="8699688" y="2605104"/>
                <a:ext cx="527040" cy="1771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B9FBDA4C-EDF5-0A95-7220-86EB073DB4A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691048" y="2596104"/>
                  <a:ext cx="5446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022099D4-12F7-FEB9-B597-D497EC0C3D9F}"/>
                    </a:ext>
                  </a:extLst>
                </p14:cNvPr>
                <p14:cNvContentPartPr/>
                <p14:nvPr/>
              </p14:nvContentPartPr>
              <p14:xfrm>
                <a:off x="9175608" y="2697624"/>
                <a:ext cx="57600" cy="223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022099D4-12F7-FEB9-B597-D497EC0C3D9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166968" y="2688624"/>
                  <a:ext cx="7524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1754FC33-7706-39EA-47AE-163DF6D79DCE}"/>
                    </a:ext>
                  </a:extLst>
                </p14:cNvPr>
                <p14:cNvContentPartPr/>
                <p14:nvPr/>
              </p14:nvContentPartPr>
              <p14:xfrm>
                <a:off x="9280368" y="2721744"/>
                <a:ext cx="78120" cy="435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1754FC33-7706-39EA-47AE-163DF6D79DC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271728" y="2712744"/>
                  <a:ext cx="9576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7C099E6B-9EEC-6F28-E633-468405920FE8}"/>
                    </a:ext>
                  </a:extLst>
                </p14:cNvPr>
                <p14:cNvContentPartPr/>
                <p14:nvPr/>
              </p14:nvContentPartPr>
              <p14:xfrm>
                <a:off x="9406008" y="2593944"/>
                <a:ext cx="3600" cy="284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7C099E6B-9EEC-6F28-E633-468405920FE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397368" y="2584944"/>
                  <a:ext cx="212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FD3F05D2-ADA5-5FF0-F1F4-72AED40307C3}"/>
                    </a:ext>
                  </a:extLst>
                </p14:cNvPr>
                <p14:cNvContentPartPr/>
                <p14:nvPr/>
              </p14:nvContentPartPr>
              <p14:xfrm>
                <a:off x="9409968" y="2690784"/>
                <a:ext cx="143640" cy="1036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FD3F05D2-ADA5-5FF0-F1F4-72AED40307C3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400968" y="2681784"/>
                  <a:ext cx="161280" cy="12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8B09A6DC-720A-5E92-DB13-F3D639376224}"/>
              </a:ext>
            </a:extLst>
          </p:cNvPr>
          <p:cNvGrpSpPr/>
          <p:nvPr/>
        </p:nvGrpSpPr>
        <p:grpSpPr>
          <a:xfrm>
            <a:off x="899928" y="3243024"/>
            <a:ext cx="3780720" cy="515880"/>
            <a:chOff x="899928" y="3243024"/>
            <a:chExt cx="3780720" cy="51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A0C3A356-8BD5-A362-A04D-5E5176FD6780}"/>
                    </a:ext>
                  </a:extLst>
                </p14:cNvPr>
                <p14:cNvContentPartPr/>
                <p14:nvPr/>
              </p14:nvContentPartPr>
              <p14:xfrm>
                <a:off x="899928" y="3335544"/>
                <a:ext cx="253440" cy="2782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A0C3A356-8BD5-A362-A04D-5E5176FD6780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91288" y="3326544"/>
                  <a:ext cx="27108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7A348F65-F229-6919-4C54-2C1063788A60}"/>
                    </a:ext>
                  </a:extLst>
                </p14:cNvPr>
                <p14:cNvContentPartPr/>
                <p14:nvPr/>
              </p14:nvContentPartPr>
              <p14:xfrm>
                <a:off x="1234008" y="3460824"/>
                <a:ext cx="120240" cy="1065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7A348F65-F229-6919-4C54-2C1063788A6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225008" y="3451824"/>
                  <a:ext cx="13788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D42D2A66-EC36-5D30-6762-84E6D7A9ED73}"/>
                    </a:ext>
                  </a:extLst>
                </p14:cNvPr>
                <p14:cNvContentPartPr/>
                <p14:nvPr/>
              </p14:nvContentPartPr>
              <p14:xfrm>
                <a:off x="1401048" y="3363264"/>
                <a:ext cx="190080" cy="2430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D42D2A66-EC36-5D30-6762-84E6D7A9ED7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392408" y="3354264"/>
                  <a:ext cx="20772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6B433DE-2220-9951-0019-0CCA3AC2684F}"/>
                    </a:ext>
                  </a:extLst>
                </p14:cNvPr>
                <p14:cNvContentPartPr/>
                <p14:nvPr/>
              </p14:nvContentPartPr>
              <p14:xfrm>
                <a:off x="1596528" y="3455424"/>
                <a:ext cx="364680" cy="756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6B433DE-2220-9951-0019-0CCA3AC2684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587888" y="3446424"/>
                  <a:ext cx="3823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8D72F248-0BFE-6436-93BA-AE153A9D88A2}"/>
                    </a:ext>
                  </a:extLst>
                </p14:cNvPr>
                <p14:cNvContentPartPr/>
                <p14:nvPr/>
              </p14:nvContentPartPr>
              <p14:xfrm>
                <a:off x="2263248" y="3309624"/>
                <a:ext cx="151560" cy="2480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8D72F248-0BFE-6436-93BA-AE153A9D88A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254608" y="3300984"/>
                  <a:ext cx="16920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CFD5E35F-FFB5-BF15-75D4-D1AABBA9D562}"/>
                    </a:ext>
                  </a:extLst>
                </p14:cNvPr>
                <p14:cNvContentPartPr/>
                <p14:nvPr/>
              </p14:nvContentPartPr>
              <p14:xfrm>
                <a:off x="2721168" y="3322944"/>
                <a:ext cx="225720" cy="2102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CFD5E35F-FFB5-BF15-75D4-D1AABBA9D56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712528" y="3314304"/>
                  <a:ext cx="2433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13FF9040-0DE0-C344-C694-70539B0459F0}"/>
                    </a:ext>
                  </a:extLst>
                </p14:cNvPr>
                <p14:cNvContentPartPr/>
                <p14:nvPr/>
              </p14:nvContentPartPr>
              <p14:xfrm>
                <a:off x="3026448" y="3429864"/>
                <a:ext cx="91440" cy="766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13FF9040-0DE0-C344-C694-70539B0459F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017448" y="3421224"/>
                  <a:ext cx="10908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7EB82BB6-5962-6E45-ED0B-4EB6304B85D6}"/>
                    </a:ext>
                  </a:extLst>
                </p14:cNvPr>
                <p14:cNvContentPartPr/>
                <p14:nvPr/>
              </p14:nvContentPartPr>
              <p14:xfrm>
                <a:off x="3214008" y="3414384"/>
                <a:ext cx="272520" cy="842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7EB82BB6-5962-6E45-ED0B-4EB6304B85D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205368" y="3405744"/>
                  <a:ext cx="29016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F5381A4A-518B-C47C-4F82-FABAFA81C406}"/>
                    </a:ext>
                  </a:extLst>
                </p14:cNvPr>
                <p14:cNvContentPartPr/>
                <p14:nvPr/>
              </p14:nvContentPartPr>
              <p14:xfrm>
                <a:off x="3527928" y="3243024"/>
                <a:ext cx="552240" cy="2289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F5381A4A-518B-C47C-4F82-FABAFA81C40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519288" y="3234024"/>
                  <a:ext cx="56988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6ED3EE31-D6AC-D95D-A9B2-CC1C9BDFFD81}"/>
                    </a:ext>
                  </a:extLst>
                </p14:cNvPr>
                <p14:cNvContentPartPr/>
                <p14:nvPr/>
              </p14:nvContentPartPr>
              <p14:xfrm>
                <a:off x="4182048" y="3348504"/>
                <a:ext cx="39960" cy="97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6ED3EE31-D6AC-D95D-A9B2-CC1C9BDFFD8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173408" y="3339504"/>
                  <a:ext cx="576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4246718E-5005-2994-31CD-B148C5230A16}"/>
                    </a:ext>
                  </a:extLst>
                </p14:cNvPr>
                <p14:cNvContentPartPr/>
                <p14:nvPr/>
              </p14:nvContentPartPr>
              <p14:xfrm>
                <a:off x="1142928" y="3685824"/>
                <a:ext cx="3288600" cy="730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4246718E-5005-2994-31CD-B148C5230A1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33928" y="3677184"/>
                  <a:ext cx="330624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DD944AA6-6358-AA0C-0E7C-F32FED63733E}"/>
                    </a:ext>
                  </a:extLst>
                </p14:cNvPr>
                <p14:cNvContentPartPr/>
                <p14:nvPr/>
              </p14:nvContentPartPr>
              <p14:xfrm>
                <a:off x="4482288" y="3278304"/>
                <a:ext cx="21240" cy="543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DD944AA6-6358-AA0C-0E7C-F32FED63733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473288" y="3269304"/>
                  <a:ext cx="388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773D5362-58E7-05A6-9431-FBE57C5CE18D}"/>
                    </a:ext>
                  </a:extLst>
                </p14:cNvPr>
                <p14:cNvContentPartPr/>
                <p14:nvPr/>
              </p14:nvContentPartPr>
              <p14:xfrm>
                <a:off x="4485888" y="3529584"/>
                <a:ext cx="194760" cy="1260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773D5362-58E7-05A6-9431-FBE57C5CE18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477248" y="3520584"/>
                  <a:ext cx="212400" cy="143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AF9C0D61-5327-2F62-2524-6956C9C7E9AE}"/>
                  </a:ext>
                </a:extLst>
              </p14:cNvPr>
              <p14:cNvContentPartPr/>
              <p14:nvPr/>
            </p14:nvContentPartPr>
            <p14:xfrm>
              <a:off x="7334568" y="3545424"/>
              <a:ext cx="59040" cy="10512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AF9C0D61-5327-2F62-2524-6956C9C7E9AE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7325928" y="3536424"/>
                <a:ext cx="76680" cy="122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5" name="Group 164">
            <a:extLst>
              <a:ext uri="{FF2B5EF4-FFF2-40B4-BE49-F238E27FC236}">
                <a16:creationId xmlns:a16="http://schemas.microsoft.com/office/drawing/2014/main" id="{7D8B8750-80E2-5C1B-BEB7-83ACA9CFEB0D}"/>
              </a:ext>
            </a:extLst>
          </p:cNvPr>
          <p:cNvGrpSpPr/>
          <p:nvPr/>
        </p:nvGrpSpPr>
        <p:grpSpPr>
          <a:xfrm>
            <a:off x="7969248" y="3240864"/>
            <a:ext cx="757440" cy="291960"/>
            <a:chOff x="7969248" y="3240864"/>
            <a:chExt cx="75744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E8E3EF8E-A6DF-9C93-4BAE-07C45B959495}"/>
                    </a:ext>
                  </a:extLst>
                </p14:cNvPr>
                <p14:cNvContentPartPr/>
                <p14:nvPr/>
              </p14:nvContentPartPr>
              <p14:xfrm>
                <a:off x="7969248" y="3240864"/>
                <a:ext cx="247680" cy="2919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E8E3EF8E-A6DF-9C93-4BAE-07C45B95949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960248" y="3232224"/>
                  <a:ext cx="26532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38B869B4-6E7D-CEB9-1AD4-C4A2A56CF3E0}"/>
                    </a:ext>
                  </a:extLst>
                </p14:cNvPr>
                <p14:cNvContentPartPr/>
                <p14:nvPr/>
              </p14:nvContentPartPr>
              <p14:xfrm>
                <a:off x="8298288" y="3380544"/>
                <a:ext cx="71640" cy="1080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38B869B4-6E7D-CEB9-1AD4-C4A2A56CF3E0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289288" y="3371904"/>
                  <a:ext cx="892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891169C0-17F0-F070-59E5-8D77A7B74442}"/>
                    </a:ext>
                  </a:extLst>
                </p14:cNvPr>
                <p14:cNvContentPartPr/>
                <p14:nvPr/>
              </p14:nvContentPartPr>
              <p14:xfrm>
                <a:off x="8454528" y="3359664"/>
                <a:ext cx="272160" cy="1166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891169C0-17F0-F070-59E5-8D77A7B7444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445528" y="3350664"/>
                  <a:ext cx="289800" cy="134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08AE335A-6D34-424A-4E67-727511413816}"/>
                  </a:ext>
                </a:extLst>
              </p14:cNvPr>
              <p14:cNvContentPartPr/>
              <p14:nvPr/>
            </p14:nvContentPartPr>
            <p14:xfrm>
              <a:off x="9002088" y="3352464"/>
              <a:ext cx="557640" cy="849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08AE335A-6D34-424A-4E67-727511413816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8993088" y="3343824"/>
                <a:ext cx="575280" cy="102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oup 168">
            <a:extLst>
              <a:ext uri="{FF2B5EF4-FFF2-40B4-BE49-F238E27FC236}">
                <a16:creationId xmlns:a16="http://schemas.microsoft.com/office/drawing/2014/main" id="{67116BEC-BFD9-1273-E0E5-975EE41A781A}"/>
              </a:ext>
            </a:extLst>
          </p:cNvPr>
          <p:cNvGrpSpPr/>
          <p:nvPr/>
        </p:nvGrpSpPr>
        <p:grpSpPr>
          <a:xfrm>
            <a:off x="9831888" y="3233304"/>
            <a:ext cx="718560" cy="274320"/>
            <a:chOff x="9831888" y="3233304"/>
            <a:chExt cx="718560" cy="27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8DB85957-41ED-334C-3069-BC9E036AF2B2}"/>
                    </a:ext>
                  </a:extLst>
                </p14:cNvPr>
                <p14:cNvContentPartPr/>
                <p14:nvPr/>
              </p14:nvContentPartPr>
              <p14:xfrm>
                <a:off x="9831888" y="3326904"/>
                <a:ext cx="348480" cy="1281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8DB85957-41ED-334C-3069-BC9E036AF2B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823248" y="3318264"/>
                  <a:ext cx="3661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B599F27C-31AC-2CA1-7A31-81C5DD63DA0C}"/>
                    </a:ext>
                  </a:extLst>
                </p14:cNvPr>
                <p14:cNvContentPartPr/>
                <p14:nvPr/>
              </p14:nvContentPartPr>
              <p14:xfrm>
                <a:off x="10244088" y="3374064"/>
                <a:ext cx="122760" cy="579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B599F27C-31AC-2CA1-7A31-81C5DD63DA0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235088" y="3365064"/>
                  <a:ext cx="14040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691FCE41-9822-6EEC-397B-FBB07B155908}"/>
                    </a:ext>
                  </a:extLst>
                </p14:cNvPr>
                <p14:cNvContentPartPr/>
                <p14:nvPr/>
              </p14:nvContentPartPr>
              <p14:xfrm>
                <a:off x="10451808" y="3233304"/>
                <a:ext cx="98640" cy="2743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691FCE41-9822-6EEC-397B-FBB07B15590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443168" y="3224664"/>
                  <a:ext cx="116280" cy="29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6605FAB0-2751-EC3A-E897-BF000B212F15}"/>
              </a:ext>
            </a:extLst>
          </p:cNvPr>
          <p:cNvGrpSpPr/>
          <p:nvPr/>
        </p:nvGrpSpPr>
        <p:grpSpPr>
          <a:xfrm>
            <a:off x="8069688" y="3709584"/>
            <a:ext cx="825840" cy="201240"/>
            <a:chOff x="8069688" y="3709584"/>
            <a:chExt cx="825840" cy="20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0C1CFC1-B3B8-4914-F848-51E549AD4799}"/>
                    </a:ext>
                  </a:extLst>
                </p14:cNvPr>
                <p14:cNvContentPartPr/>
                <p14:nvPr/>
              </p14:nvContentPartPr>
              <p14:xfrm>
                <a:off x="8069688" y="3727584"/>
                <a:ext cx="311040" cy="1832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0C1CFC1-B3B8-4914-F848-51E549AD479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060688" y="3718944"/>
                  <a:ext cx="3286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9330E8D5-972F-FC47-87BC-3A42A4F27EC7}"/>
                    </a:ext>
                  </a:extLst>
                </p14:cNvPr>
                <p14:cNvContentPartPr/>
                <p14:nvPr/>
              </p14:nvContentPartPr>
              <p14:xfrm>
                <a:off x="8403048" y="3709584"/>
                <a:ext cx="186840" cy="185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9330E8D5-972F-FC47-87BC-3A42A4F27EC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394048" y="3700944"/>
                  <a:ext cx="20448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8E6F49D9-AAE0-7DF1-81D5-CFDD2193D356}"/>
                    </a:ext>
                  </a:extLst>
                </p14:cNvPr>
                <p14:cNvContentPartPr/>
                <p14:nvPr/>
              </p14:nvContentPartPr>
              <p14:xfrm>
                <a:off x="8641008" y="3830544"/>
                <a:ext cx="95400" cy="414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8E6F49D9-AAE0-7DF1-81D5-CFDD2193D35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632008" y="3821544"/>
                  <a:ext cx="1130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1D8E0215-0A83-1FFA-D5D1-EFF92395D8AC}"/>
                    </a:ext>
                  </a:extLst>
                </p14:cNvPr>
                <p14:cNvContentPartPr/>
                <p14:nvPr/>
              </p14:nvContentPartPr>
              <p14:xfrm>
                <a:off x="8782488" y="3826584"/>
                <a:ext cx="113040" cy="244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1D8E0215-0A83-1FFA-D5D1-EFF92395D8A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773488" y="3817584"/>
                  <a:ext cx="130680" cy="4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92727A49-2B58-3AFB-79F0-A3E79AB570D8}"/>
              </a:ext>
            </a:extLst>
          </p:cNvPr>
          <p:cNvGrpSpPr/>
          <p:nvPr/>
        </p:nvGrpSpPr>
        <p:grpSpPr>
          <a:xfrm>
            <a:off x="9202608" y="3598344"/>
            <a:ext cx="2184120" cy="350280"/>
            <a:chOff x="9202608" y="3598344"/>
            <a:chExt cx="218412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B729306-85DF-B4D4-F92F-0E2D46C45343}"/>
                    </a:ext>
                  </a:extLst>
                </p14:cNvPr>
                <p14:cNvContentPartPr/>
                <p14:nvPr/>
              </p14:nvContentPartPr>
              <p14:xfrm>
                <a:off x="9202608" y="3787704"/>
                <a:ext cx="387000" cy="673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B729306-85DF-B4D4-F92F-0E2D46C4534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193968" y="3778704"/>
                  <a:ext cx="40464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CF693021-671E-9EAD-42CF-E750499C91D8}"/>
                    </a:ext>
                  </a:extLst>
                </p14:cNvPr>
                <p14:cNvContentPartPr/>
                <p14:nvPr/>
              </p14:nvContentPartPr>
              <p14:xfrm>
                <a:off x="9764928" y="3712104"/>
                <a:ext cx="192600" cy="1746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CF693021-671E-9EAD-42CF-E750499C91D8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756288" y="3703464"/>
                  <a:ext cx="2102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0827306E-109D-9E69-CB6E-42835AE41350}"/>
                    </a:ext>
                  </a:extLst>
                </p14:cNvPr>
                <p14:cNvContentPartPr/>
                <p14:nvPr/>
              </p14:nvContentPartPr>
              <p14:xfrm>
                <a:off x="9776088" y="3598344"/>
                <a:ext cx="284400" cy="3502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0827306E-109D-9E69-CB6E-42835AE4135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767448" y="3589344"/>
                  <a:ext cx="30204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6DAE81A8-D8A9-0428-D6B9-F9829EB6389C}"/>
                    </a:ext>
                  </a:extLst>
                </p14:cNvPr>
                <p14:cNvContentPartPr/>
                <p14:nvPr/>
              </p14:nvContentPartPr>
              <p14:xfrm>
                <a:off x="9829728" y="3714264"/>
                <a:ext cx="156960" cy="1872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6DAE81A8-D8A9-0428-D6B9-F9829EB6389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821088" y="3705264"/>
                  <a:ext cx="1746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6330E65B-EE30-580D-8DE7-58C0FCA8EF1E}"/>
                    </a:ext>
                  </a:extLst>
                </p14:cNvPr>
                <p14:cNvContentPartPr/>
                <p14:nvPr/>
              </p14:nvContentPartPr>
              <p14:xfrm>
                <a:off x="10081728" y="3764664"/>
                <a:ext cx="96120" cy="1044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6330E65B-EE30-580D-8DE7-58C0FCA8EF1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072728" y="3755664"/>
                  <a:ext cx="11376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AC7C6288-C11B-B956-3567-AACCE6757CAB}"/>
                    </a:ext>
                  </a:extLst>
                </p14:cNvPr>
                <p14:cNvContentPartPr/>
                <p14:nvPr/>
              </p14:nvContentPartPr>
              <p14:xfrm>
                <a:off x="10282968" y="3753864"/>
                <a:ext cx="254160" cy="92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AC7C6288-C11B-B956-3567-AACCE6757CAB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273968" y="3744864"/>
                  <a:ext cx="27180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21DEB732-77C8-5880-2AA2-C300EA002687}"/>
                    </a:ext>
                  </a:extLst>
                </p14:cNvPr>
                <p14:cNvContentPartPr/>
                <p14:nvPr/>
              </p14:nvContentPartPr>
              <p14:xfrm>
                <a:off x="10608048" y="3622464"/>
                <a:ext cx="564120" cy="2012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21DEB732-77C8-5880-2AA2-C300EA00268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599408" y="3613824"/>
                  <a:ext cx="5817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C91273EE-4490-04AF-1C91-035CB10414A8}"/>
                    </a:ext>
                  </a:extLst>
                </p14:cNvPr>
                <p14:cNvContentPartPr/>
                <p14:nvPr/>
              </p14:nvContentPartPr>
              <p14:xfrm>
                <a:off x="11092968" y="3689784"/>
                <a:ext cx="293760" cy="126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C91273EE-4490-04AF-1C91-035CB10414A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084328" y="3681144"/>
                  <a:ext cx="311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E026625-E7B0-60B8-2CB1-29914C2B5F36}"/>
                    </a:ext>
                  </a:extLst>
                </p14:cNvPr>
                <p14:cNvContentPartPr/>
                <p14:nvPr/>
              </p14:nvContentPartPr>
              <p14:xfrm>
                <a:off x="9374328" y="3776904"/>
                <a:ext cx="226080" cy="1616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E026625-E7B0-60B8-2CB1-29914C2B5F3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365688" y="3767904"/>
                  <a:ext cx="243720" cy="179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A06937FD-BEBB-E178-E1E1-7E52C58A6B55}"/>
                  </a:ext>
                </a:extLst>
              </p14:cNvPr>
              <p14:cNvContentPartPr/>
              <p14:nvPr/>
            </p14:nvContentPartPr>
            <p14:xfrm>
              <a:off x="9035928" y="3339144"/>
              <a:ext cx="581760" cy="17676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A06937FD-BEBB-E178-E1E1-7E52C58A6B55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9026928" y="3330144"/>
                <a:ext cx="599400" cy="194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5" name="Group 204">
            <a:extLst>
              <a:ext uri="{FF2B5EF4-FFF2-40B4-BE49-F238E27FC236}">
                <a16:creationId xmlns:a16="http://schemas.microsoft.com/office/drawing/2014/main" id="{51F4115D-9862-F408-5FA5-0E2D6A739C2B}"/>
              </a:ext>
            </a:extLst>
          </p:cNvPr>
          <p:cNvGrpSpPr/>
          <p:nvPr/>
        </p:nvGrpSpPr>
        <p:grpSpPr>
          <a:xfrm>
            <a:off x="5023008" y="3165984"/>
            <a:ext cx="2000520" cy="870120"/>
            <a:chOff x="5023008" y="3165984"/>
            <a:chExt cx="2000520" cy="87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9F5ECBC-4690-2375-655A-E942673E23DB}"/>
                    </a:ext>
                  </a:extLst>
                </p14:cNvPr>
                <p14:cNvContentPartPr/>
                <p14:nvPr/>
              </p14:nvContentPartPr>
              <p14:xfrm>
                <a:off x="5023008" y="3165984"/>
                <a:ext cx="276480" cy="4586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9F5ECBC-4690-2375-655A-E942673E23D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014368" y="3156984"/>
                  <a:ext cx="29412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53D03724-68F7-3A29-9D46-80F00DC77EB7}"/>
                    </a:ext>
                  </a:extLst>
                </p14:cNvPr>
                <p14:cNvContentPartPr/>
                <p14:nvPr/>
              </p14:nvContentPartPr>
              <p14:xfrm>
                <a:off x="5371488" y="3529584"/>
                <a:ext cx="185040" cy="518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53D03724-68F7-3A29-9D46-80F00DC77EB7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362848" y="3520584"/>
                  <a:ext cx="20268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B272221F-489D-501A-A57E-3610902DEC9B}"/>
                    </a:ext>
                  </a:extLst>
                </p14:cNvPr>
                <p14:cNvContentPartPr/>
                <p14:nvPr/>
              </p14:nvContentPartPr>
              <p14:xfrm>
                <a:off x="5965848" y="3350664"/>
                <a:ext cx="87480" cy="2224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B272221F-489D-501A-A57E-3610902DEC9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956848" y="3342024"/>
                  <a:ext cx="1051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34235482-0140-00B3-6086-2135FC7CB94A}"/>
                    </a:ext>
                  </a:extLst>
                </p14:cNvPr>
                <p14:cNvContentPartPr/>
                <p14:nvPr/>
              </p14:nvContentPartPr>
              <p14:xfrm>
                <a:off x="5811768" y="3287304"/>
                <a:ext cx="426600" cy="691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34235482-0140-00B3-6086-2135FC7CB94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803128" y="3278304"/>
                  <a:ext cx="44424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AD2BBC0D-D610-DFEF-A53B-F65B2409093A}"/>
                    </a:ext>
                  </a:extLst>
                </p14:cNvPr>
                <p14:cNvContentPartPr/>
                <p14:nvPr/>
              </p14:nvContentPartPr>
              <p14:xfrm>
                <a:off x="6324048" y="3297744"/>
                <a:ext cx="30240" cy="2070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AD2BBC0D-D610-DFEF-A53B-F65B2409093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315408" y="3289104"/>
                  <a:ext cx="478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7BFF0EBE-9901-412A-0B55-9C7C0220D66C}"/>
                    </a:ext>
                  </a:extLst>
                </p14:cNvPr>
                <p14:cNvContentPartPr/>
                <p14:nvPr/>
              </p14:nvContentPartPr>
              <p14:xfrm>
                <a:off x="6314328" y="3300984"/>
                <a:ext cx="225000" cy="230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7BFF0EBE-9901-412A-0B55-9C7C0220D66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305688" y="3292344"/>
                  <a:ext cx="2426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2F2D1A88-8156-49D8-FA76-A05FC70CE6D9}"/>
                    </a:ext>
                  </a:extLst>
                </p14:cNvPr>
                <p14:cNvContentPartPr/>
                <p14:nvPr/>
              </p14:nvContentPartPr>
              <p14:xfrm>
                <a:off x="6631488" y="3339144"/>
                <a:ext cx="187560" cy="1616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2F2D1A88-8156-49D8-FA76-A05FC70CE6D9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622488" y="3330144"/>
                  <a:ext cx="2052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28D4066E-AFE2-E596-8393-285554478DA6}"/>
                    </a:ext>
                  </a:extLst>
                </p14:cNvPr>
                <p14:cNvContentPartPr/>
                <p14:nvPr/>
              </p14:nvContentPartPr>
              <p14:xfrm>
                <a:off x="6849288" y="3342744"/>
                <a:ext cx="87480" cy="8172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28D4066E-AFE2-E596-8393-285554478DA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840288" y="3333744"/>
                  <a:ext cx="10512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F8E72A42-BEA8-09C1-28A2-B43772C519A1}"/>
                    </a:ext>
                  </a:extLst>
                </p14:cNvPr>
                <p14:cNvContentPartPr/>
                <p14:nvPr/>
              </p14:nvContentPartPr>
              <p14:xfrm>
                <a:off x="6947928" y="3351384"/>
                <a:ext cx="18000" cy="1641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F8E72A42-BEA8-09C1-28A2-B43772C519A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939288" y="3342744"/>
                  <a:ext cx="356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1C2C44B9-8D23-2E2F-C32D-34C6CED7F8EA}"/>
                    </a:ext>
                  </a:extLst>
                </p14:cNvPr>
                <p14:cNvContentPartPr/>
                <p14:nvPr/>
              </p14:nvContentPartPr>
              <p14:xfrm>
                <a:off x="5272128" y="3700224"/>
                <a:ext cx="274680" cy="3358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1C2C44B9-8D23-2E2F-C32D-34C6CED7F8E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263128" y="3691224"/>
                  <a:ext cx="29232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6B590B5-5FCE-F967-3363-6E09CE84D61B}"/>
                    </a:ext>
                  </a:extLst>
                </p14:cNvPr>
                <p14:cNvContentPartPr/>
                <p14:nvPr/>
              </p14:nvContentPartPr>
              <p14:xfrm>
                <a:off x="6806088" y="3638664"/>
                <a:ext cx="217440" cy="3405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6B590B5-5FCE-F967-3363-6E09CE84D61B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797088" y="3630024"/>
                  <a:ext cx="23508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C40288B9-4181-3312-A519-1C68096F0D9A}"/>
                    </a:ext>
                  </a:extLst>
                </p14:cNvPr>
                <p14:cNvContentPartPr/>
                <p14:nvPr/>
              </p14:nvContentPartPr>
              <p14:xfrm>
                <a:off x="5561928" y="3804264"/>
                <a:ext cx="142200" cy="1418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C40288B9-4181-3312-A519-1C68096F0D9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552928" y="3795264"/>
                  <a:ext cx="1598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91BEA3B9-0298-F61E-BA52-ED270D2B2055}"/>
                    </a:ext>
                  </a:extLst>
                </p14:cNvPr>
                <p14:cNvContentPartPr/>
                <p14:nvPr/>
              </p14:nvContentPartPr>
              <p14:xfrm>
                <a:off x="5797008" y="3779424"/>
                <a:ext cx="215640" cy="13680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91BEA3B9-0298-F61E-BA52-ED270D2B205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788368" y="3770424"/>
                  <a:ext cx="2332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7544A336-F492-A16C-022C-B51B53C5AC69}"/>
                    </a:ext>
                  </a:extLst>
                </p14:cNvPr>
                <p14:cNvContentPartPr/>
                <p14:nvPr/>
              </p14:nvContentPartPr>
              <p14:xfrm>
                <a:off x="6069528" y="3773304"/>
                <a:ext cx="30960" cy="1573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7544A336-F492-A16C-022C-B51B53C5AC6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060888" y="3764304"/>
                  <a:ext cx="4860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64815CD3-0942-1B70-CC5D-D2DE2E11F4C9}"/>
                    </a:ext>
                  </a:extLst>
                </p14:cNvPr>
                <p14:cNvContentPartPr/>
                <p14:nvPr/>
              </p14:nvContentPartPr>
              <p14:xfrm>
                <a:off x="6078888" y="3855744"/>
                <a:ext cx="112680" cy="360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64815CD3-0942-1B70-CC5D-D2DE2E11F4C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069888" y="3846744"/>
                  <a:ext cx="1303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AF087DD-708E-62D8-B949-658B5A34F06B}"/>
                    </a:ext>
                  </a:extLst>
                </p14:cNvPr>
                <p14:cNvContentPartPr/>
                <p14:nvPr/>
              </p14:nvContentPartPr>
              <p14:xfrm>
                <a:off x="6242328" y="3852144"/>
                <a:ext cx="69480" cy="338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AF087DD-708E-62D8-B949-658B5A34F06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233688" y="3843504"/>
                  <a:ext cx="871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665EB213-5A15-C011-6A8C-903B1C603AFF}"/>
                    </a:ext>
                  </a:extLst>
                </p14:cNvPr>
                <p14:cNvContentPartPr/>
                <p14:nvPr/>
              </p14:nvContentPartPr>
              <p14:xfrm>
                <a:off x="6394968" y="3906144"/>
                <a:ext cx="24480" cy="792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665EB213-5A15-C011-6A8C-903B1C603AF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386328" y="3897504"/>
                  <a:ext cx="421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DBEAD03E-4C04-0B46-AE12-F71F84633F4C}"/>
                    </a:ext>
                  </a:extLst>
                </p14:cNvPr>
                <p14:cNvContentPartPr/>
                <p14:nvPr/>
              </p14:nvContentPartPr>
              <p14:xfrm>
                <a:off x="6512688" y="3810024"/>
                <a:ext cx="29160" cy="964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DBEAD03E-4C04-0B46-AE12-F71F84633F4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504048" y="3801024"/>
                  <a:ext cx="468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9128AC9B-32FE-4D97-5B35-DCA74B7F0925}"/>
                    </a:ext>
                  </a:extLst>
                </p14:cNvPr>
                <p14:cNvContentPartPr/>
                <p14:nvPr/>
              </p14:nvContentPartPr>
              <p14:xfrm>
                <a:off x="6611688" y="3813984"/>
                <a:ext cx="55440" cy="1198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9128AC9B-32FE-4D97-5B35-DCA74B7F0925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602688" y="3804984"/>
                  <a:ext cx="730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5DD73F47-D26C-25EB-62AB-8BC55D0F2382}"/>
                    </a:ext>
                  </a:extLst>
                </p14:cNvPr>
                <p14:cNvContentPartPr/>
                <p14:nvPr/>
              </p14:nvContentPartPr>
              <p14:xfrm>
                <a:off x="6718968" y="3823344"/>
                <a:ext cx="86400" cy="1130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5DD73F47-D26C-25EB-62AB-8BC55D0F238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710328" y="3814704"/>
                  <a:ext cx="1040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3A9BB108-81CB-F158-AB0A-3AC6B9B16534}"/>
                    </a:ext>
                  </a:extLst>
                </p14:cNvPr>
                <p14:cNvContentPartPr/>
                <p14:nvPr/>
              </p14:nvContentPartPr>
              <p14:xfrm>
                <a:off x="6897888" y="3824064"/>
                <a:ext cx="16560" cy="1267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3A9BB108-81CB-F158-AB0A-3AC6B9B16534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889248" y="3815424"/>
                  <a:ext cx="342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E1587978-85B7-7FE0-8B24-6ED29AE3C7B1}"/>
                    </a:ext>
                  </a:extLst>
                </p14:cNvPr>
                <p14:cNvContentPartPr/>
                <p14:nvPr/>
              </p14:nvContentPartPr>
              <p14:xfrm>
                <a:off x="6866928" y="3843144"/>
                <a:ext cx="25200" cy="90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E1587978-85B7-7FE0-8B24-6ED29AE3C7B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858288" y="3834144"/>
                  <a:ext cx="428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C62F2C4E-4559-93CB-E940-FFE97631CA09}"/>
                    </a:ext>
                  </a:extLst>
                </p14:cNvPr>
                <p14:cNvContentPartPr/>
                <p14:nvPr/>
              </p14:nvContentPartPr>
              <p14:xfrm>
                <a:off x="6885648" y="3814704"/>
                <a:ext cx="43920" cy="9468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C62F2C4E-4559-93CB-E940-FFE97631CA0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877008" y="3806064"/>
                  <a:ext cx="61560" cy="11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B1FA302-F853-F0DF-D82D-DA61DB043C8B}"/>
              </a:ext>
            </a:extLst>
          </p:cNvPr>
          <p:cNvGrpSpPr/>
          <p:nvPr/>
        </p:nvGrpSpPr>
        <p:grpSpPr>
          <a:xfrm>
            <a:off x="3405528" y="4130784"/>
            <a:ext cx="657360" cy="334440"/>
            <a:chOff x="3405528" y="4130784"/>
            <a:chExt cx="657360" cy="33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392EA1B-937E-D24E-6493-7B3B6D6D1ECB}"/>
                    </a:ext>
                  </a:extLst>
                </p14:cNvPr>
                <p14:cNvContentPartPr/>
                <p14:nvPr/>
              </p14:nvContentPartPr>
              <p14:xfrm>
                <a:off x="3405528" y="4208544"/>
                <a:ext cx="311040" cy="25668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392EA1B-937E-D24E-6493-7B3B6D6D1ECB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396528" y="4199904"/>
                  <a:ext cx="3286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1DDF4D79-0C15-7D10-64DA-002AF4775BCE}"/>
                    </a:ext>
                  </a:extLst>
                </p14:cNvPr>
                <p14:cNvContentPartPr/>
                <p14:nvPr/>
              </p14:nvContentPartPr>
              <p14:xfrm>
                <a:off x="3860208" y="4292064"/>
                <a:ext cx="5400" cy="536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1DDF4D79-0C15-7D10-64DA-002AF4775BC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851208" y="4283424"/>
                  <a:ext cx="2304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2C3A6498-A9D5-9423-815E-3EF1E1CBDEB6}"/>
                    </a:ext>
                  </a:extLst>
                </p14:cNvPr>
                <p14:cNvContentPartPr/>
                <p14:nvPr/>
              </p14:nvContentPartPr>
              <p14:xfrm>
                <a:off x="3876408" y="4130784"/>
                <a:ext cx="186480" cy="1497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2C3A6498-A9D5-9423-815E-3EF1E1CBDEB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867408" y="4121784"/>
                  <a:ext cx="204120" cy="16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8CFE3184-0284-3741-8A35-F7A3D0A08FC2}"/>
              </a:ext>
            </a:extLst>
          </p:cNvPr>
          <p:cNvGrpSpPr/>
          <p:nvPr/>
        </p:nvGrpSpPr>
        <p:grpSpPr>
          <a:xfrm>
            <a:off x="4353768" y="4122864"/>
            <a:ext cx="839880" cy="255240"/>
            <a:chOff x="4353768" y="4122864"/>
            <a:chExt cx="839880" cy="25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C1025F30-65D0-A58F-4AB4-D7D5DD3AD1BD}"/>
                    </a:ext>
                  </a:extLst>
                </p14:cNvPr>
                <p14:cNvContentPartPr/>
                <p14:nvPr/>
              </p14:nvContentPartPr>
              <p14:xfrm>
                <a:off x="4498848" y="4144824"/>
                <a:ext cx="25200" cy="2163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C1025F30-65D0-A58F-4AB4-D7D5DD3AD1B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490208" y="4136184"/>
                  <a:ext cx="428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C653870F-9980-7028-180D-87496D2AEC9A}"/>
                    </a:ext>
                  </a:extLst>
                </p14:cNvPr>
                <p14:cNvContentPartPr/>
                <p14:nvPr/>
              </p14:nvContentPartPr>
              <p14:xfrm>
                <a:off x="4353768" y="4122864"/>
                <a:ext cx="250200" cy="507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C653870F-9980-7028-180D-87496D2AEC9A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344768" y="4113864"/>
                  <a:ext cx="26784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0F3E394-F35D-01BD-BA62-80F038931E4A}"/>
                    </a:ext>
                  </a:extLst>
                </p14:cNvPr>
                <p14:cNvContentPartPr/>
                <p14:nvPr/>
              </p14:nvContentPartPr>
              <p14:xfrm>
                <a:off x="4730688" y="4177944"/>
                <a:ext cx="176760" cy="2001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0F3E394-F35D-01BD-BA62-80F038931E4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721688" y="4169304"/>
                  <a:ext cx="1944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1FA49DD6-886F-4702-CEA0-623198E83027}"/>
                    </a:ext>
                  </a:extLst>
                </p14:cNvPr>
                <p14:cNvContentPartPr/>
                <p14:nvPr/>
              </p14:nvContentPartPr>
              <p14:xfrm>
                <a:off x="5029128" y="4217184"/>
                <a:ext cx="164520" cy="1465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1FA49DD6-886F-4702-CEA0-623198E8302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020488" y="4208544"/>
                  <a:ext cx="182160" cy="16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986C0892-F824-71F4-2D47-1AD4596FEFFB}"/>
              </a:ext>
            </a:extLst>
          </p:cNvPr>
          <p:cNvGrpSpPr/>
          <p:nvPr/>
        </p:nvGrpSpPr>
        <p:grpSpPr>
          <a:xfrm>
            <a:off x="5618088" y="4182624"/>
            <a:ext cx="1203480" cy="375840"/>
            <a:chOff x="5618088" y="4182624"/>
            <a:chExt cx="1203480" cy="37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AFFDC07A-A53F-C41F-6AF1-CCBC06F6EB1C}"/>
                    </a:ext>
                  </a:extLst>
                </p14:cNvPr>
                <p14:cNvContentPartPr/>
                <p14:nvPr/>
              </p14:nvContentPartPr>
              <p14:xfrm>
                <a:off x="5618088" y="4185144"/>
                <a:ext cx="285840" cy="24840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AFFDC07A-A53F-C41F-6AF1-CCBC06F6EB1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609088" y="4176504"/>
                  <a:ext cx="30348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8C52E922-4117-5181-555D-0EDE12DA9F76}"/>
                    </a:ext>
                  </a:extLst>
                </p14:cNvPr>
                <p14:cNvContentPartPr/>
                <p14:nvPr/>
              </p14:nvContentPartPr>
              <p14:xfrm>
                <a:off x="6007608" y="4182624"/>
                <a:ext cx="285480" cy="2080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8C52E922-4117-5181-555D-0EDE12DA9F7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998608" y="4173624"/>
                  <a:ext cx="3031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8D8E6094-5DF6-F994-C870-CCC9B2EFCD0E}"/>
                    </a:ext>
                  </a:extLst>
                </p14:cNvPr>
                <p14:cNvContentPartPr/>
                <p14:nvPr/>
              </p14:nvContentPartPr>
              <p14:xfrm>
                <a:off x="6374088" y="4261104"/>
                <a:ext cx="168480" cy="741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8D8E6094-5DF6-F994-C870-CCC9B2EFCD0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365088" y="4252104"/>
                  <a:ext cx="18612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0D603749-1FEE-3FC7-CC69-419DD521155A}"/>
                    </a:ext>
                  </a:extLst>
                </p14:cNvPr>
                <p14:cNvContentPartPr/>
                <p14:nvPr/>
              </p14:nvContentPartPr>
              <p14:xfrm>
                <a:off x="6571368" y="4211064"/>
                <a:ext cx="1080" cy="54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0D603749-1FEE-3FC7-CC69-419DD521155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562368" y="4202424"/>
                  <a:ext cx="18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0F1A202E-3488-1DEC-4DE3-FC80BBE0830E}"/>
                    </a:ext>
                  </a:extLst>
                </p14:cNvPr>
                <p14:cNvContentPartPr/>
                <p14:nvPr/>
              </p14:nvContentPartPr>
              <p14:xfrm>
                <a:off x="6616008" y="4245264"/>
                <a:ext cx="205560" cy="3132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0F1A202E-3488-1DEC-4DE3-FC80BBE0830E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607368" y="4236624"/>
                  <a:ext cx="223200" cy="33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1422647D-5A79-D063-4AF6-2CB14CB948B5}"/>
              </a:ext>
            </a:extLst>
          </p:cNvPr>
          <p:cNvGrpSpPr/>
          <p:nvPr/>
        </p:nvGrpSpPr>
        <p:grpSpPr>
          <a:xfrm>
            <a:off x="7201008" y="4239504"/>
            <a:ext cx="1327320" cy="103680"/>
            <a:chOff x="7201008" y="4239504"/>
            <a:chExt cx="1327320" cy="10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6F686783-59B5-68BF-6B87-E1E3CA1AA436}"/>
                    </a:ext>
                  </a:extLst>
                </p14:cNvPr>
                <p14:cNvContentPartPr/>
                <p14:nvPr/>
              </p14:nvContentPartPr>
              <p14:xfrm>
                <a:off x="7201008" y="4250304"/>
                <a:ext cx="112680" cy="928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6F686783-59B5-68BF-6B87-E1E3CA1AA43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192368" y="4241304"/>
                  <a:ext cx="13032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862816B2-3452-0EF2-73D0-67BD48914B1D}"/>
                    </a:ext>
                  </a:extLst>
                </p14:cNvPr>
                <p14:cNvContentPartPr/>
                <p14:nvPr/>
              </p14:nvContentPartPr>
              <p14:xfrm>
                <a:off x="7424568" y="4242384"/>
                <a:ext cx="74160" cy="7488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862816B2-3452-0EF2-73D0-67BD48914B1D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415928" y="4233744"/>
                  <a:ext cx="9180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86D07647-E4BA-D414-E158-27D6E63DE2FB}"/>
                    </a:ext>
                  </a:extLst>
                </p14:cNvPr>
                <p14:cNvContentPartPr/>
                <p14:nvPr/>
              </p14:nvContentPartPr>
              <p14:xfrm>
                <a:off x="7571088" y="4239504"/>
                <a:ext cx="65880" cy="820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86D07647-E4BA-D414-E158-27D6E63DE2FB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562448" y="4230504"/>
                  <a:ext cx="835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DC7AA654-C988-8A07-6AA5-CA8010FF7EEF}"/>
                    </a:ext>
                  </a:extLst>
                </p14:cNvPr>
                <p14:cNvContentPartPr/>
                <p14:nvPr/>
              </p14:nvContentPartPr>
              <p14:xfrm>
                <a:off x="7752888" y="4249224"/>
                <a:ext cx="265320" cy="702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DC7AA654-C988-8A07-6AA5-CA8010FF7EEF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743888" y="4240224"/>
                  <a:ext cx="28296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ECB2D9E8-640D-8503-7210-34FB7B7AAF6A}"/>
                    </a:ext>
                  </a:extLst>
                </p14:cNvPr>
                <p14:cNvContentPartPr/>
                <p14:nvPr/>
              </p14:nvContentPartPr>
              <p14:xfrm>
                <a:off x="8079408" y="4252824"/>
                <a:ext cx="279360" cy="525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ECB2D9E8-640D-8503-7210-34FB7B7AAF6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070768" y="4244184"/>
                  <a:ext cx="29700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EF275256-EC2D-82D3-DC5E-1BDDB70C369C}"/>
                    </a:ext>
                  </a:extLst>
                </p14:cNvPr>
                <p14:cNvContentPartPr/>
                <p14:nvPr/>
              </p14:nvContentPartPr>
              <p14:xfrm>
                <a:off x="8421408" y="4253904"/>
                <a:ext cx="106920" cy="396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EF275256-EC2D-82D3-DC5E-1BDDB70C369C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412408" y="4244904"/>
                  <a:ext cx="124560" cy="57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0CDDAA1D-F85E-212C-D307-3039CED33950}"/>
                  </a:ext>
                </a:extLst>
              </p14:cNvPr>
              <p14:cNvContentPartPr/>
              <p14:nvPr/>
            </p14:nvContentPartPr>
            <p14:xfrm>
              <a:off x="8935488" y="4161024"/>
              <a:ext cx="148680" cy="30240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0CDDAA1D-F85E-212C-D307-3039CED33950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8926488" y="4152024"/>
                <a:ext cx="166320" cy="32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34" name="Group 233">
            <a:extLst>
              <a:ext uri="{FF2B5EF4-FFF2-40B4-BE49-F238E27FC236}">
                <a16:creationId xmlns:a16="http://schemas.microsoft.com/office/drawing/2014/main" id="{99261C67-48EE-6A57-72FC-8830D1497C2A}"/>
              </a:ext>
            </a:extLst>
          </p:cNvPr>
          <p:cNvGrpSpPr/>
          <p:nvPr/>
        </p:nvGrpSpPr>
        <p:grpSpPr>
          <a:xfrm>
            <a:off x="9516888" y="4057704"/>
            <a:ext cx="1018800" cy="346320"/>
            <a:chOff x="9516888" y="4057704"/>
            <a:chExt cx="1018800" cy="34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45B71808-30B8-B097-AF52-3E64AC47023A}"/>
                    </a:ext>
                  </a:extLst>
                </p14:cNvPr>
                <p14:cNvContentPartPr/>
                <p14:nvPr/>
              </p14:nvContentPartPr>
              <p14:xfrm>
                <a:off x="9516888" y="4142304"/>
                <a:ext cx="158400" cy="2617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45B71808-30B8-B097-AF52-3E64AC47023A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508248" y="4133304"/>
                  <a:ext cx="1760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603E2819-96BD-12F1-4D9C-99F0F839907E}"/>
                    </a:ext>
                  </a:extLst>
                </p14:cNvPr>
                <p14:cNvContentPartPr/>
                <p14:nvPr/>
              </p14:nvContentPartPr>
              <p14:xfrm>
                <a:off x="9838368" y="4197384"/>
                <a:ext cx="321120" cy="1231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603E2819-96BD-12F1-4D9C-99F0F839907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829368" y="4188384"/>
                  <a:ext cx="33876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5538AE41-B39D-36F4-DFFE-11C7ED31A2FA}"/>
                    </a:ext>
                  </a:extLst>
                </p14:cNvPr>
                <p14:cNvContentPartPr/>
                <p14:nvPr/>
              </p14:nvContentPartPr>
              <p14:xfrm>
                <a:off x="10214928" y="4206384"/>
                <a:ext cx="75600" cy="831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5538AE41-B39D-36F4-DFFE-11C7ED31A2F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206288" y="4197744"/>
                  <a:ext cx="9324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29897023-8DBD-C99C-24A0-05D90403E104}"/>
                    </a:ext>
                  </a:extLst>
                </p14:cNvPr>
                <p14:cNvContentPartPr/>
                <p14:nvPr/>
              </p14:nvContentPartPr>
              <p14:xfrm>
                <a:off x="10323648" y="4057704"/>
                <a:ext cx="212040" cy="24228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29897023-8DBD-C99C-24A0-05D90403E10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314648" y="4048704"/>
                  <a:ext cx="229680" cy="25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998AD4D3-DE56-4B7E-7C3F-36D13943AE92}"/>
              </a:ext>
            </a:extLst>
          </p:cNvPr>
          <p:cNvGrpSpPr/>
          <p:nvPr/>
        </p:nvGrpSpPr>
        <p:grpSpPr>
          <a:xfrm>
            <a:off x="10859328" y="4112064"/>
            <a:ext cx="268200" cy="164160"/>
            <a:chOff x="10859328" y="4112064"/>
            <a:chExt cx="268200" cy="16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1F8DEEA7-22F1-18E4-AB77-61C8F669EFAE}"/>
                    </a:ext>
                  </a:extLst>
                </p14:cNvPr>
                <p14:cNvContentPartPr/>
                <p14:nvPr/>
              </p14:nvContentPartPr>
              <p14:xfrm>
                <a:off x="10859328" y="4220064"/>
                <a:ext cx="9720" cy="561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1F8DEEA7-22F1-18E4-AB77-61C8F669EFA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850328" y="4211064"/>
                  <a:ext cx="273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E1D95E3B-4E7E-2BDE-758B-73210DA30FB0}"/>
                    </a:ext>
                  </a:extLst>
                </p14:cNvPr>
                <p14:cNvContentPartPr/>
                <p14:nvPr/>
              </p14:nvContentPartPr>
              <p14:xfrm>
                <a:off x="10925208" y="4112064"/>
                <a:ext cx="37080" cy="327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E1D95E3B-4E7E-2BDE-758B-73210DA30FB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916208" y="4103424"/>
                  <a:ext cx="5472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6143891D-9DC7-1FA3-D5DA-C3459540D21F}"/>
                    </a:ext>
                  </a:extLst>
                </p14:cNvPr>
                <p14:cNvContentPartPr/>
                <p14:nvPr/>
              </p14:nvContentPartPr>
              <p14:xfrm>
                <a:off x="11035008" y="4219344"/>
                <a:ext cx="92520" cy="183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6143891D-9DC7-1FA3-D5DA-C3459540D21F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026008" y="4210704"/>
                  <a:ext cx="110160" cy="3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38" name="Ink 237">
                <a:extLst>
                  <a:ext uri="{FF2B5EF4-FFF2-40B4-BE49-F238E27FC236}">
                    <a16:creationId xmlns:a16="http://schemas.microsoft.com/office/drawing/2014/main" id="{DA84E747-33B2-8E99-8BE8-FBDCC96D47BF}"/>
                  </a:ext>
                </a:extLst>
              </p14:cNvPr>
              <p14:cNvContentPartPr/>
              <p14:nvPr/>
            </p14:nvContentPartPr>
            <p14:xfrm>
              <a:off x="5052888" y="4514544"/>
              <a:ext cx="180360" cy="228960"/>
            </p14:xfrm>
          </p:contentPart>
        </mc:Choice>
        <mc:Fallback xmlns="">
          <p:pic>
            <p:nvPicPr>
              <p:cNvPr id="238" name="Ink 237">
                <a:extLst>
                  <a:ext uri="{FF2B5EF4-FFF2-40B4-BE49-F238E27FC236}">
                    <a16:creationId xmlns:a16="http://schemas.microsoft.com/office/drawing/2014/main" id="{DA84E747-33B2-8E99-8BE8-FBDCC96D47BF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5043888" y="4505904"/>
                <a:ext cx="198000" cy="246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49" name="Group 248">
            <a:extLst>
              <a:ext uri="{FF2B5EF4-FFF2-40B4-BE49-F238E27FC236}">
                <a16:creationId xmlns:a16="http://schemas.microsoft.com/office/drawing/2014/main" id="{3AA785FB-10F3-1886-3459-565EED0ED850}"/>
              </a:ext>
            </a:extLst>
          </p:cNvPr>
          <p:cNvGrpSpPr/>
          <p:nvPr/>
        </p:nvGrpSpPr>
        <p:grpSpPr>
          <a:xfrm>
            <a:off x="5556528" y="4527144"/>
            <a:ext cx="740880" cy="312120"/>
            <a:chOff x="5556528" y="4527144"/>
            <a:chExt cx="740880" cy="31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F2142815-A33C-F307-3833-A22CC8BE1250}"/>
                    </a:ext>
                  </a:extLst>
                </p14:cNvPr>
                <p14:cNvContentPartPr/>
                <p14:nvPr/>
              </p14:nvContentPartPr>
              <p14:xfrm>
                <a:off x="5556528" y="4581504"/>
                <a:ext cx="148680" cy="2332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F2142815-A33C-F307-3833-A22CC8BE1250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5547888" y="4572864"/>
                  <a:ext cx="1663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2F54BF47-F440-70EA-F2FA-F664B3F7A0F7}"/>
                    </a:ext>
                  </a:extLst>
                </p14:cNvPr>
                <p14:cNvContentPartPr/>
                <p14:nvPr/>
              </p14:nvContentPartPr>
              <p14:xfrm>
                <a:off x="5779008" y="4527144"/>
                <a:ext cx="81000" cy="17604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2F54BF47-F440-70EA-F2FA-F664B3F7A0F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770008" y="4518144"/>
                  <a:ext cx="986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8DCE6CC3-CD79-A8B1-1A51-CE9F5FFF1A46}"/>
                    </a:ext>
                  </a:extLst>
                </p14:cNvPr>
                <p14:cNvContentPartPr/>
                <p14:nvPr/>
              </p14:nvContentPartPr>
              <p14:xfrm>
                <a:off x="5900328" y="4585464"/>
                <a:ext cx="273600" cy="2538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8DCE6CC3-CD79-A8B1-1A51-CE9F5FFF1A46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891688" y="4576464"/>
                  <a:ext cx="29124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BD2B32F4-454D-30B9-B7FD-00E4A5F0ABCA}"/>
                    </a:ext>
                  </a:extLst>
                </p14:cNvPr>
                <p14:cNvContentPartPr/>
                <p14:nvPr/>
              </p14:nvContentPartPr>
              <p14:xfrm>
                <a:off x="6248448" y="4569984"/>
                <a:ext cx="48960" cy="8964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BD2B32F4-454D-30B9-B7FD-00E4A5F0ABC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239808" y="4561344"/>
                  <a:ext cx="66600" cy="10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4A2BADBD-0452-5438-1B9D-47F08AAE1224}"/>
              </a:ext>
            </a:extLst>
          </p:cNvPr>
          <p:cNvGrpSpPr/>
          <p:nvPr/>
        </p:nvGrpSpPr>
        <p:grpSpPr>
          <a:xfrm>
            <a:off x="6814368" y="4554864"/>
            <a:ext cx="257760" cy="312480"/>
            <a:chOff x="6814368" y="4554864"/>
            <a:chExt cx="257760" cy="31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7283BB49-447C-1EED-4D13-B0F22053C576}"/>
                    </a:ext>
                  </a:extLst>
                </p14:cNvPr>
                <p14:cNvContentPartPr/>
                <p14:nvPr/>
              </p14:nvContentPartPr>
              <p14:xfrm>
                <a:off x="6814368" y="4554864"/>
                <a:ext cx="84600" cy="1731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7283BB49-447C-1EED-4D13-B0F22053C57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6805728" y="4545864"/>
                  <a:ext cx="1022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EA724DC1-2EC4-1979-6DCE-E2F48F8BFE4D}"/>
                    </a:ext>
                  </a:extLst>
                </p14:cNvPr>
                <p14:cNvContentPartPr/>
                <p14:nvPr/>
              </p14:nvContentPartPr>
              <p14:xfrm>
                <a:off x="6953328" y="4629024"/>
                <a:ext cx="118800" cy="2383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EA724DC1-2EC4-1979-6DCE-E2F48F8BFE4D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6944328" y="4620384"/>
                  <a:ext cx="13644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9D8BAB6D-4DDC-1A8D-77D4-25ADCDDE701C}"/>
              </a:ext>
            </a:extLst>
          </p:cNvPr>
          <p:cNvGrpSpPr/>
          <p:nvPr/>
        </p:nvGrpSpPr>
        <p:grpSpPr>
          <a:xfrm>
            <a:off x="7810488" y="4508064"/>
            <a:ext cx="1998360" cy="273600"/>
            <a:chOff x="7810488" y="4508064"/>
            <a:chExt cx="1998360" cy="27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60CA838C-E95D-8481-C398-9C472D17AECE}"/>
                    </a:ext>
                  </a:extLst>
                </p14:cNvPr>
                <p14:cNvContentPartPr/>
                <p14:nvPr/>
              </p14:nvContentPartPr>
              <p14:xfrm>
                <a:off x="7810488" y="4508064"/>
                <a:ext cx="172080" cy="19260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60CA838C-E95D-8481-C398-9C472D17AEC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801848" y="4499064"/>
                  <a:ext cx="1897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1E3AD7E5-7401-212A-760B-622DDC00F288}"/>
                    </a:ext>
                  </a:extLst>
                </p14:cNvPr>
                <p14:cNvContentPartPr/>
                <p14:nvPr/>
              </p14:nvContentPartPr>
              <p14:xfrm>
                <a:off x="8060688" y="4617504"/>
                <a:ext cx="113400" cy="939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1E3AD7E5-7401-212A-760B-622DDC00F288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051688" y="4608504"/>
                  <a:ext cx="13104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42DFBB72-0A60-C4BC-C794-E0808412F27B}"/>
                    </a:ext>
                  </a:extLst>
                </p14:cNvPr>
                <p14:cNvContentPartPr/>
                <p14:nvPr/>
              </p14:nvContentPartPr>
              <p14:xfrm>
                <a:off x="8242848" y="4542264"/>
                <a:ext cx="372240" cy="17604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42DFBB72-0A60-C4BC-C794-E0808412F27B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234208" y="4533264"/>
                  <a:ext cx="38988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5E158559-0F11-0584-A59E-DC78CB516DF9}"/>
                    </a:ext>
                  </a:extLst>
                </p14:cNvPr>
                <p14:cNvContentPartPr/>
                <p14:nvPr/>
              </p14:nvContentPartPr>
              <p14:xfrm>
                <a:off x="8741088" y="4572144"/>
                <a:ext cx="121320" cy="20952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5E158559-0F11-0584-A59E-DC78CB516DF9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732448" y="4563504"/>
                  <a:ext cx="1389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CC495001-5C7E-3ACC-EF5C-010CE2696B1D}"/>
                    </a:ext>
                  </a:extLst>
                </p14:cNvPr>
                <p14:cNvContentPartPr/>
                <p14:nvPr/>
              </p14:nvContentPartPr>
              <p14:xfrm>
                <a:off x="8922168" y="4566024"/>
                <a:ext cx="493920" cy="846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CC495001-5C7E-3ACC-EF5C-010CE2696B1D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913528" y="4557384"/>
                  <a:ext cx="51156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2ED50369-1E57-E27F-59BB-4D8B3FA05CC2}"/>
                    </a:ext>
                  </a:extLst>
                </p14:cNvPr>
                <p14:cNvContentPartPr/>
                <p14:nvPr/>
              </p14:nvContentPartPr>
              <p14:xfrm>
                <a:off x="9491328" y="4585824"/>
                <a:ext cx="106920" cy="388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2ED50369-1E57-E27F-59BB-4D8B3FA05CC2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482328" y="4576824"/>
                  <a:ext cx="12456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2C222939-AC08-2749-3D96-431B5F580088}"/>
                    </a:ext>
                  </a:extLst>
                </p14:cNvPr>
                <p14:cNvContentPartPr/>
                <p14:nvPr/>
              </p14:nvContentPartPr>
              <p14:xfrm>
                <a:off x="9782928" y="4613544"/>
                <a:ext cx="25920" cy="864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2C222939-AC08-2749-3D96-431B5F580088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773928" y="4604544"/>
                  <a:ext cx="43560" cy="2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58" name="Ink 257">
                <a:extLst>
                  <a:ext uri="{FF2B5EF4-FFF2-40B4-BE49-F238E27FC236}">
                    <a16:creationId xmlns:a16="http://schemas.microsoft.com/office/drawing/2014/main" id="{E1D1CE29-4273-B613-ADC4-9489898F444B}"/>
                  </a:ext>
                </a:extLst>
              </p14:cNvPr>
              <p14:cNvContentPartPr/>
              <p14:nvPr/>
            </p14:nvContentPartPr>
            <p14:xfrm>
              <a:off x="2943648" y="5029344"/>
              <a:ext cx="124920" cy="1835280"/>
            </p14:xfrm>
          </p:contentPart>
        </mc:Choice>
        <mc:Fallback xmlns="">
          <p:pic>
            <p:nvPicPr>
              <p:cNvPr id="258" name="Ink 257">
                <a:extLst>
                  <a:ext uri="{FF2B5EF4-FFF2-40B4-BE49-F238E27FC236}">
                    <a16:creationId xmlns:a16="http://schemas.microsoft.com/office/drawing/2014/main" id="{E1D1CE29-4273-B613-ADC4-9489898F444B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2935008" y="5020704"/>
                <a:ext cx="142560" cy="18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333" name="Ink 332">
                <a:extLst>
                  <a:ext uri="{FF2B5EF4-FFF2-40B4-BE49-F238E27FC236}">
                    <a16:creationId xmlns:a16="http://schemas.microsoft.com/office/drawing/2014/main" id="{9F1A5B5D-E671-7D6F-5FF5-52F379799168}"/>
                  </a:ext>
                </a:extLst>
              </p14:cNvPr>
              <p14:cNvContentPartPr/>
              <p14:nvPr/>
            </p14:nvContentPartPr>
            <p14:xfrm>
              <a:off x="3664728" y="5599944"/>
              <a:ext cx="28800" cy="152640"/>
            </p14:xfrm>
          </p:contentPart>
        </mc:Choice>
        <mc:Fallback xmlns="">
          <p:pic>
            <p:nvPicPr>
              <p:cNvPr id="333" name="Ink 332">
                <a:extLst>
                  <a:ext uri="{FF2B5EF4-FFF2-40B4-BE49-F238E27FC236}">
                    <a16:creationId xmlns:a16="http://schemas.microsoft.com/office/drawing/2014/main" id="{9F1A5B5D-E671-7D6F-5FF5-52F379799168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3656088" y="5590944"/>
                <a:ext cx="4644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344" name="Ink 343">
                <a:extLst>
                  <a:ext uri="{FF2B5EF4-FFF2-40B4-BE49-F238E27FC236}">
                    <a16:creationId xmlns:a16="http://schemas.microsoft.com/office/drawing/2014/main" id="{BF8E3EFB-DAEC-DC2E-1852-EE94A544446F}"/>
                  </a:ext>
                </a:extLst>
              </p14:cNvPr>
              <p14:cNvContentPartPr/>
              <p14:nvPr/>
            </p14:nvContentPartPr>
            <p14:xfrm>
              <a:off x="5916888" y="5652504"/>
              <a:ext cx="205560" cy="127440"/>
            </p14:xfrm>
          </p:contentPart>
        </mc:Choice>
        <mc:Fallback xmlns="">
          <p:pic>
            <p:nvPicPr>
              <p:cNvPr id="344" name="Ink 343">
                <a:extLst>
                  <a:ext uri="{FF2B5EF4-FFF2-40B4-BE49-F238E27FC236}">
                    <a16:creationId xmlns:a16="http://schemas.microsoft.com/office/drawing/2014/main" id="{BF8E3EFB-DAEC-DC2E-1852-EE94A544446F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5907888" y="5643504"/>
                <a:ext cx="22320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371" name="Ink 370">
                <a:extLst>
                  <a:ext uri="{FF2B5EF4-FFF2-40B4-BE49-F238E27FC236}">
                    <a16:creationId xmlns:a16="http://schemas.microsoft.com/office/drawing/2014/main" id="{02668DBB-E829-5DDD-FEF0-EF2B27D986E3}"/>
                  </a:ext>
                </a:extLst>
              </p14:cNvPr>
              <p14:cNvContentPartPr/>
              <p14:nvPr/>
            </p14:nvContentPartPr>
            <p14:xfrm>
              <a:off x="4188528" y="5823144"/>
              <a:ext cx="360" cy="360"/>
            </p14:xfrm>
          </p:contentPart>
        </mc:Choice>
        <mc:Fallback xmlns="">
          <p:pic>
            <p:nvPicPr>
              <p:cNvPr id="371" name="Ink 370">
                <a:extLst>
                  <a:ext uri="{FF2B5EF4-FFF2-40B4-BE49-F238E27FC236}">
                    <a16:creationId xmlns:a16="http://schemas.microsoft.com/office/drawing/2014/main" id="{02668DBB-E829-5DDD-FEF0-EF2B27D986E3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4152888" y="5751144"/>
                <a:ext cx="72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372" name="Ink 371">
                <a:extLst>
                  <a:ext uri="{FF2B5EF4-FFF2-40B4-BE49-F238E27FC236}">
                    <a16:creationId xmlns:a16="http://schemas.microsoft.com/office/drawing/2014/main" id="{5ACCC99D-8579-693E-73E3-31BACCF35993}"/>
                  </a:ext>
                </a:extLst>
              </p14:cNvPr>
              <p14:cNvContentPartPr/>
              <p14:nvPr/>
            </p14:nvContentPartPr>
            <p14:xfrm>
              <a:off x="3239208" y="5404464"/>
              <a:ext cx="1036800" cy="1510200"/>
            </p14:xfrm>
          </p:contentPart>
        </mc:Choice>
        <mc:Fallback xmlns="">
          <p:pic>
            <p:nvPicPr>
              <p:cNvPr id="372" name="Ink 371">
                <a:extLst>
                  <a:ext uri="{FF2B5EF4-FFF2-40B4-BE49-F238E27FC236}">
                    <a16:creationId xmlns:a16="http://schemas.microsoft.com/office/drawing/2014/main" id="{5ACCC99D-8579-693E-73E3-31BACCF35993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3203568" y="5332464"/>
                <a:ext cx="1108440" cy="1653840"/>
              </a:xfrm>
              <a:prstGeom prst="rect">
                <a:avLst/>
              </a:prstGeom>
            </p:spPr>
          </p:pic>
        </mc:Fallback>
      </mc:AlternateContent>
      <p:grpSp>
        <p:nvGrpSpPr>
          <p:cNvPr id="383" name="Group 382">
            <a:extLst>
              <a:ext uri="{FF2B5EF4-FFF2-40B4-BE49-F238E27FC236}">
                <a16:creationId xmlns:a16="http://schemas.microsoft.com/office/drawing/2014/main" id="{9FA334D3-550B-16B0-79BF-156F115138E7}"/>
              </a:ext>
            </a:extLst>
          </p:cNvPr>
          <p:cNvGrpSpPr/>
          <p:nvPr/>
        </p:nvGrpSpPr>
        <p:grpSpPr>
          <a:xfrm>
            <a:off x="4300128" y="5916744"/>
            <a:ext cx="814680" cy="750240"/>
            <a:chOff x="4300128" y="5916744"/>
            <a:chExt cx="814680" cy="75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FFFDB26B-7AC6-DC1C-DCAF-2AC97117CC39}"/>
                    </a:ext>
                  </a:extLst>
                </p14:cNvPr>
                <p14:cNvContentPartPr/>
                <p14:nvPr/>
              </p14:nvContentPartPr>
              <p14:xfrm>
                <a:off x="4300128" y="6138504"/>
                <a:ext cx="224280" cy="12096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FFFDB26B-7AC6-DC1C-DCAF-2AC97117CC3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291128" y="6129504"/>
                  <a:ext cx="2419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FBFBC82A-715C-C961-62E6-CE133E2072F4}"/>
                    </a:ext>
                  </a:extLst>
                </p14:cNvPr>
                <p14:cNvContentPartPr/>
                <p14:nvPr/>
              </p14:nvContentPartPr>
              <p14:xfrm>
                <a:off x="4370688" y="6084864"/>
                <a:ext cx="70560" cy="17136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FBFBC82A-715C-C961-62E6-CE133E2072F4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361688" y="6075864"/>
                  <a:ext cx="882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7087839D-5067-3565-3768-B64076467B7F}"/>
                    </a:ext>
                  </a:extLst>
                </p14:cNvPr>
                <p14:cNvContentPartPr/>
                <p14:nvPr/>
              </p14:nvContentPartPr>
              <p14:xfrm>
                <a:off x="4496328" y="6018984"/>
                <a:ext cx="61920" cy="10548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7087839D-5067-3565-3768-B64076467B7F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487328" y="6009984"/>
                  <a:ext cx="795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3577EC15-7A3B-BFDC-6EA6-E8C392269FAD}"/>
                    </a:ext>
                  </a:extLst>
                </p14:cNvPr>
                <p14:cNvContentPartPr/>
                <p14:nvPr/>
              </p14:nvContentPartPr>
              <p14:xfrm>
                <a:off x="4616928" y="6030144"/>
                <a:ext cx="39960" cy="5328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3577EC15-7A3B-BFDC-6EA6-E8C392269FAD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607928" y="6021144"/>
                  <a:ext cx="576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1572F8CD-FE0F-DF93-4E92-5DB4EDA1E343}"/>
                    </a:ext>
                  </a:extLst>
                </p14:cNvPr>
                <p14:cNvContentPartPr/>
                <p14:nvPr/>
              </p14:nvContentPartPr>
              <p14:xfrm>
                <a:off x="4698648" y="5916744"/>
                <a:ext cx="95400" cy="15264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1572F8CD-FE0F-DF93-4E92-5DB4EDA1E343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4690008" y="5907744"/>
                  <a:ext cx="1130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D2473D22-A5C7-6337-E20A-FBDEE73076C3}"/>
                    </a:ext>
                  </a:extLst>
                </p14:cNvPr>
                <p14:cNvContentPartPr/>
                <p14:nvPr/>
              </p14:nvContentPartPr>
              <p14:xfrm>
                <a:off x="4758768" y="5951664"/>
                <a:ext cx="219600" cy="8820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D2473D22-A5C7-6337-E20A-FBDEE73076C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4749768" y="5943024"/>
                  <a:ext cx="23724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0B0E7424-DC22-55CD-D5E2-0406C655AEFB}"/>
                    </a:ext>
                  </a:extLst>
                </p14:cNvPr>
                <p14:cNvContentPartPr/>
                <p14:nvPr/>
              </p14:nvContentPartPr>
              <p14:xfrm>
                <a:off x="4620168" y="6164424"/>
                <a:ext cx="134640" cy="21600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0B0E7424-DC22-55CD-D5E2-0406C655AEFB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4611168" y="6155784"/>
                  <a:ext cx="1522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D6D82E49-0714-508B-10CC-9DC74AB14E81}"/>
                    </a:ext>
                  </a:extLst>
                </p14:cNvPr>
                <p14:cNvContentPartPr/>
                <p14:nvPr/>
              </p14:nvContentPartPr>
              <p14:xfrm>
                <a:off x="4483368" y="6426864"/>
                <a:ext cx="270000" cy="24012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D6D82E49-0714-508B-10CC-9DC74AB14E81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474368" y="6417864"/>
                  <a:ext cx="28764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85E3D702-AE42-EC11-C22A-F6DC3CE2B879}"/>
                    </a:ext>
                  </a:extLst>
                </p14:cNvPr>
                <p14:cNvContentPartPr/>
                <p14:nvPr/>
              </p14:nvContentPartPr>
              <p14:xfrm>
                <a:off x="4779648" y="6429024"/>
                <a:ext cx="155520" cy="12276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85E3D702-AE42-EC11-C22A-F6DC3CE2B87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771008" y="6420024"/>
                  <a:ext cx="17316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91128002-6EA7-2F7E-F4B5-BBE0DC406584}"/>
                    </a:ext>
                  </a:extLst>
                </p14:cNvPr>
                <p14:cNvContentPartPr/>
                <p14:nvPr/>
              </p14:nvContentPartPr>
              <p14:xfrm>
                <a:off x="5030928" y="6342264"/>
                <a:ext cx="83880" cy="27144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91128002-6EA7-2F7E-F4B5-BBE0DC406584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5021928" y="6333624"/>
                  <a:ext cx="101520" cy="28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86600510-48DA-B451-9626-45D01EBE28C3}"/>
              </a:ext>
            </a:extLst>
          </p:cNvPr>
          <p:cNvGrpSpPr/>
          <p:nvPr/>
        </p:nvGrpSpPr>
        <p:grpSpPr>
          <a:xfrm>
            <a:off x="1731888" y="5021064"/>
            <a:ext cx="9910800" cy="1901160"/>
            <a:chOff x="1731888" y="5021064"/>
            <a:chExt cx="9910800" cy="190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A3502D0B-97B3-8690-1349-7AA6F2ADBF32}"/>
                    </a:ext>
                  </a:extLst>
                </p14:cNvPr>
                <p14:cNvContentPartPr/>
                <p14:nvPr/>
              </p14:nvContentPartPr>
              <p14:xfrm>
                <a:off x="2058408" y="5452344"/>
                <a:ext cx="9584280" cy="738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A3502D0B-97B3-8690-1349-7AA6F2ADBF32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2049408" y="5443704"/>
                  <a:ext cx="96019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C052DA17-E00D-0F87-FB06-CD4C1BC45DA7}"/>
                    </a:ext>
                  </a:extLst>
                </p14:cNvPr>
                <p14:cNvContentPartPr/>
                <p14:nvPr/>
              </p14:nvContentPartPr>
              <p14:xfrm>
                <a:off x="1745928" y="5679864"/>
                <a:ext cx="12240" cy="15228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C052DA17-E00D-0F87-FB06-CD4C1BC45DA7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736928" y="5670864"/>
                  <a:ext cx="298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70FDF420-B767-4D8C-BF6B-BD613E3B29EC}"/>
                    </a:ext>
                  </a:extLst>
                </p14:cNvPr>
                <p14:cNvContentPartPr/>
                <p14:nvPr/>
              </p14:nvContentPartPr>
              <p14:xfrm>
                <a:off x="1731888" y="5646384"/>
                <a:ext cx="124560" cy="1990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70FDF420-B767-4D8C-BF6B-BD613E3B29E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723248" y="5637384"/>
                  <a:ext cx="14220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4411AEB5-4651-4227-0990-A92A014145B0}"/>
                    </a:ext>
                  </a:extLst>
                </p14:cNvPr>
                <p14:cNvContentPartPr/>
                <p14:nvPr/>
              </p14:nvContentPartPr>
              <p14:xfrm>
                <a:off x="1970928" y="5624784"/>
                <a:ext cx="509400" cy="17352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4411AEB5-4651-4227-0990-A92A014145B0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961928" y="5616144"/>
                  <a:ext cx="5270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ECDA763-FC07-675E-7F29-5C05D9996C40}"/>
                    </a:ext>
                  </a:extLst>
                </p14:cNvPr>
                <p14:cNvContentPartPr/>
                <p14:nvPr/>
              </p14:nvContentPartPr>
              <p14:xfrm>
                <a:off x="2080368" y="5675184"/>
                <a:ext cx="146160" cy="165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ECDA763-FC07-675E-7F29-5C05D9996C40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2071368" y="5666544"/>
                  <a:ext cx="1638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746C9034-CA00-F0DD-EDD8-4B290C6AECB6}"/>
                    </a:ext>
                  </a:extLst>
                </p14:cNvPr>
                <p14:cNvContentPartPr/>
                <p14:nvPr/>
              </p14:nvContentPartPr>
              <p14:xfrm>
                <a:off x="2062728" y="5941944"/>
                <a:ext cx="236520" cy="19368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746C9034-CA00-F0DD-EDD8-4B290C6AECB6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2053728" y="5932944"/>
                  <a:ext cx="2541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DF058205-415E-0413-CFC8-11391225D4BA}"/>
                    </a:ext>
                  </a:extLst>
                </p14:cNvPr>
                <p14:cNvContentPartPr/>
                <p14:nvPr/>
              </p14:nvContentPartPr>
              <p14:xfrm>
                <a:off x="2379528" y="5990904"/>
                <a:ext cx="38160" cy="3960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DF058205-415E-0413-CFC8-11391225D4BA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370528" y="5981904"/>
                  <a:ext cx="5580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FB8D98C5-E5BE-25EF-99CE-4879424E456C}"/>
                    </a:ext>
                  </a:extLst>
                </p14:cNvPr>
                <p14:cNvContentPartPr/>
                <p14:nvPr/>
              </p14:nvContentPartPr>
              <p14:xfrm>
                <a:off x="2488608" y="5935464"/>
                <a:ext cx="49320" cy="14364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FB8D98C5-E5BE-25EF-99CE-4879424E456C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479608" y="5926464"/>
                  <a:ext cx="669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F4C8F02C-B262-554B-EC49-3DBBA4C41A10}"/>
                    </a:ext>
                  </a:extLst>
                </p14:cNvPr>
                <p14:cNvContentPartPr/>
                <p14:nvPr/>
              </p14:nvContentPartPr>
              <p14:xfrm>
                <a:off x="2246328" y="6171264"/>
                <a:ext cx="66600" cy="2134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F4C8F02C-B262-554B-EC49-3DBBA4C41A10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2237688" y="6162264"/>
                  <a:ext cx="842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A4E395FA-E59E-5BFD-7287-F5B720A33262}"/>
                    </a:ext>
                  </a:extLst>
                </p14:cNvPr>
                <p14:cNvContentPartPr/>
                <p14:nvPr/>
              </p14:nvContentPartPr>
              <p14:xfrm>
                <a:off x="2127888" y="6287544"/>
                <a:ext cx="289080" cy="7668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A4E395FA-E59E-5BFD-7287-F5B720A33262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2119248" y="6278544"/>
                  <a:ext cx="30672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EE712DB8-0F88-DEE5-4774-CC6A28C6AD78}"/>
                    </a:ext>
                  </a:extLst>
                </p14:cNvPr>
                <p14:cNvContentPartPr/>
                <p14:nvPr/>
              </p14:nvContentPartPr>
              <p14:xfrm>
                <a:off x="2501568" y="6273504"/>
                <a:ext cx="23760" cy="4248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EE712DB8-0F88-DEE5-4774-CC6A28C6AD78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2492568" y="6264504"/>
                  <a:ext cx="414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44C07F76-59FA-A19A-125B-5097B2327C7E}"/>
                    </a:ext>
                  </a:extLst>
                </p14:cNvPr>
                <p14:cNvContentPartPr/>
                <p14:nvPr/>
              </p14:nvContentPartPr>
              <p14:xfrm>
                <a:off x="2606688" y="6214464"/>
                <a:ext cx="7920" cy="16308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44C07F76-59FA-A19A-125B-5097B2327C7E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2597688" y="6205464"/>
                  <a:ext cx="255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A452F071-E1FA-D789-6232-DA754EC07FCF}"/>
                    </a:ext>
                  </a:extLst>
                </p14:cNvPr>
                <p14:cNvContentPartPr/>
                <p14:nvPr/>
              </p14:nvContentPartPr>
              <p14:xfrm>
                <a:off x="2236968" y="6594264"/>
                <a:ext cx="200520" cy="1386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A452F071-E1FA-D789-6232-DA754EC07FCF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2228328" y="6585264"/>
                  <a:ext cx="2181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9DD57BEF-8E2C-5D32-0A01-480C5A2C7A85}"/>
                    </a:ext>
                  </a:extLst>
                </p14:cNvPr>
                <p14:cNvContentPartPr/>
                <p14:nvPr/>
              </p14:nvContentPartPr>
              <p14:xfrm>
                <a:off x="2525688" y="6634944"/>
                <a:ext cx="11520" cy="561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9DD57BEF-8E2C-5D32-0A01-480C5A2C7A85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2516688" y="6626304"/>
                  <a:ext cx="291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7824A546-4601-3523-EED2-EFE13A4BD97B}"/>
                    </a:ext>
                  </a:extLst>
                </p14:cNvPr>
                <p14:cNvContentPartPr/>
                <p14:nvPr/>
              </p14:nvContentPartPr>
              <p14:xfrm>
                <a:off x="2559168" y="6546384"/>
                <a:ext cx="6840" cy="295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7824A546-4601-3523-EED2-EFE13A4BD97B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2550528" y="6537384"/>
                  <a:ext cx="244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E79CB85B-6622-59BB-4245-142E8E720B83}"/>
                    </a:ext>
                  </a:extLst>
                </p14:cNvPr>
                <p14:cNvContentPartPr/>
                <p14:nvPr/>
              </p14:nvContentPartPr>
              <p14:xfrm>
                <a:off x="2603088" y="6537384"/>
                <a:ext cx="72720" cy="1735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E79CB85B-6622-59BB-4245-142E8E720B83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2594448" y="6528744"/>
                  <a:ext cx="903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9D1CDCF7-7300-B59C-50A6-5F6DCCC0A042}"/>
                    </a:ext>
                  </a:extLst>
                </p14:cNvPr>
                <p14:cNvContentPartPr/>
                <p14:nvPr/>
              </p14:nvContentPartPr>
              <p14:xfrm>
                <a:off x="3167928" y="5183424"/>
                <a:ext cx="115560" cy="2325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9D1CDCF7-7300-B59C-50A6-5F6DCCC0A042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3158928" y="5174424"/>
                  <a:ext cx="1332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6D5A899B-522A-F00F-1D0D-216A72F33C1F}"/>
                    </a:ext>
                  </a:extLst>
                </p14:cNvPr>
                <p14:cNvContentPartPr/>
                <p14:nvPr/>
              </p14:nvContentPartPr>
              <p14:xfrm>
                <a:off x="3211488" y="5277744"/>
                <a:ext cx="174960" cy="1288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6D5A899B-522A-F00F-1D0D-216A72F33C1F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3202488" y="5268744"/>
                  <a:ext cx="19260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AF480785-26FC-043E-FCF4-8940C7F6F0CE}"/>
                    </a:ext>
                  </a:extLst>
                </p14:cNvPr>
                <p14:cNvContentPartPr/>
                <p14:nvPr/>
              </p14:nvContentPartPr>
              <p14:xfrm>
                <a:off x="3578328" y="5215824"/>
                <a:ext cx="121680" cy="925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AF480785-26FC-043E-FCF4-8940C7F6F0CE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3569688" y="5206824"/>
                  <a:ext cx="13932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658EF8E1-39D3-C43E-760E-9B22069B6C9C}"/>
                    </a:ext>
                  </a:extLst>
                </p14:cNvPr>
                <p14:cNvContentPartPr/>
                <p14:nvPr/>
              </p14:nvContentPartPr>
              <p14:xfrm>
                <a:off x="3683088" y="5206464"/>
                <a:ext cx="65160" cy="24084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658EF8E1-39D3-C43E-760E-9B22069B6C9C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674088" y="5197824"/>
                  <a:ext cx="828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2FA290BF-2EB7-52C4-2822-EEBCF9199D6A}"/>
                    </a:ext>
                  </a:extLst>
                </p14:cNvPr>
                <p14:cNvContentPartPr/>
                <p14:nvPr/>
              </p14:nvContentPartPr>
              <p14:xfrm>
                <a:off x="3798288" y="5313384"/>
                <a:ext cx="44280" cy="745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2FA290BF-2EB7-52C4-2822-EEBCF9199D6A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3789288" y="5304384"/>
                  <a:ext cx="6192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D03854E3-2082-668B-B459-7D5BD7697116}"/>
                    </a:ext>
                  </a:extLst>
                </p14:cNvPr>
                <p14:cNvContentPartPr/>
                <p14:nvPr/>
              </p14:nvContentPartPr>
              <p14:xfrm>
                <a:off x="3891888" y="5305464"/>
                <a:ext cx="111240" cy="615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D03854E3-2082-668B-B459-7D5BD7697116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3882888" y="5296824"/>
                  <a:ext cx="12888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106B46F9-C35C-B838-46B8-EFC312B342FF}"/>
                    </a:ext>
                  </a:extLst>
                </p14:cNvPr>
                <p14:cNvContentPartPr/>
                <p14:nvPr/>
              </p14:nvContentPartPr>
              <p14:xfrm>
                <a:off x="4157928" y="5064624"/>
                <a:ext cx="108000" cy="3114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106B46F9-C35C-B838-46B8-EFC312B342F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149288" y="5055984"/>
                  <a:ext cx="12564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F8AE17D5-C381-BB89-26F7-3829E41B05DD}"/>
                    </a:ext>
                  </a:extLst>
                </p14:cNvPr>
                <p14:cNvContentPartPr/>
                <p14:nvPr/>
              </p14:nvContentPartPr>
              <p14:xfrm>
                <a:off x="4290768" y="5262984"/>
                <a:ext cx="6120" cy="1944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F8AE17D5-C381-BB89-26F7-3829E41B05D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282128" y="5254344"/>
                  <a:ext cx="237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3ACC9BFD-2057-FDFC-23B4-0CA9E2B9FE82}"/>
                    </a:ext>
                  </a:extLst>
                </p14:cNvPr>
                <p14:cNvContentPartPr/>
                <p14:nvPr/>
              </p14:nvContentPartPr>
              <p14:xfrm>
                <a:off x="4344048" y="5196744"/>
                <a:ext cx="144720" cy="18828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3ACC9BFD-2057-FDFC-23B4-0CA9E2B9FE82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4335408" y="5188104"/>
                  <a:ext cx="1623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8DD7E499-D7FF-9867-F151-05EBD95205BE}"/>
                    </a:ext>
                  </a:extLst>
                </p14:cNvPr>
                <p14:cNvContentPartPr/>
                <p14:nvPr/>
              </p14:nvContentPartPr>
              <p14:xfrm>
                <a:off x="4697928" y="5187024"/>
                <a:ext cx="155520" cy="2170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8DD7E499-D7FF-9867-F151-05EBD95205BE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4689288" y="5178384"/>
                  <a:ext cx="17316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41D74B0F-72EE-4309-42C8-5AE5F68F6D92}"/>
                    </a:ext>
                  </a:extLst>
                </p14:cNvPr>
                <p14:cNvContentPartPr/>
                <p14:nvPr/>
              </p14:nvContentPartPr>
              <p14:xfrm>
                <a:off x="4895928" y="5322024"/>
                <a:ext cx="82080" cy="1836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41D74B0F-72EE-4309-42C8-5AE5F68F6D92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4886928" y="5313384"/>
                  <a:ext cx="99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9A949BA5-197A-833D-B7E2-6E9A51289BA6}"/>
                    </a:ext>
                  </a:extLst>
                </p14:cNvPr>
                <p14:cNvContentPartPr/>
                <p14:nvPr/>
              </p14:nvContentPartPr>
              <p14:xfrm>
                <a:off x="4693608" y="5156784"/>
                <a:ext cx="51480" cy="4140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9A949BA5-197A-833D-B7E2-6E9A51289BA6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4684968" y="5147784"/>
                  <a:ext cx="691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4C43C0BC-1E91-235E-FD50-A64D9C89C6CC}"/>
                    </a:ext>
                  </a:extLst>
                </p14:cNvPr>
                <p14:cNvContentPartPr/>
                <p14:nvPr/>
              </p14:nvContentPartPr>
              <p14:xfrm>
                <a:off x="5102208" y="5124024"/>
                <a:ext cx="95400" cy="179820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4C43C0BC-1E91-235E-FD50-A64D9C89C6CC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5093568" y="5115024"/>
                  <a:ext cx="113040" cy="181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DE472A49-9382-C0B4-7B68-310D73B5EC7C}"/>
                    </a:ext>
                  </a:extLst>
                </p14:cNvPr>
                <p14:cNvContentPartPr/>
                <p14:nvPr/>
              </p14:nvContentPartPr>
              <p14:xfrm>
                <a:off x="5439888" y="5171184"/>
                <a:ext cx="28800" cy="14652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DE472A49-9382-C0B4-7B68-310D73B5EC7C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5430888" y="5162184"/>
                  <a:ext cx="4644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8B804664-5041-DB48-B37D-F9EF31F88E6A}"/>
                    </a:ext>
                  </a:extLst>
                </p14:cNvPr>
                <p14:cNvContentPartPr/>
                <p14:nvPr/>
              </p14:nvContentPartPr>
              <p14:xfrm>
                <a:off x="5345568" y="5126904"/>
                <a:ext cx="201240" cy="3816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8B804664-5041-DB48-B37D-F9EF31F88E6A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5336568" y="5118264"/>
                  <a:ext cx="2188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1E42DF56-0AC3-5064-B0CA-9E1C11B6A63F}"/>
                    </a:ext>
                  </a:extLst>
                </p14:cNvPr>
                <p14:cNvContentPartPr/>
                <p14:nvPr/>
              </p14:nvContentPartPr>
              <p14:xfrm>
                <a:off x="5581728" y="5094144"/>
                <a:ext cx="602640" cy="18396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1E42DF56-0AC3-5064-B0CA-9E1C11B6A63F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5572728" y="5085504"/>
                  <a:ext cx="6202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97B3130D-2E78-D7D5-6520-D9A1A78FFA2E}"/>
                    </a:ext>
                  </a:extLst>
                </p14:cNvPr>
                <p14:cNvContentPartPr/>
                <p14:nvPr/>
              </p14:nvContentPartPr>
              <p14:xfrm>
                <a:off x="5822928" y="5340384"/>
                <a:ext cx="7920" cy="8604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97B3130D-2E78-D7D5-6520-D9A1A78FFA2E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5813928" y="5331744"/>
                  <a:ext cx="2556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624A96EA-7796-CD4B-0024-3736A1DBB91A}"/>
                    </a:ext>
                  </a:extLst>
                </p14:cNvPr>
                <p14:cNvContentPartPr/>
                <p14:nvPr/>
              </p14:nvContentPartPr>
              <p14:xfrm>
                <a:off x="5839848" y="5340384"/>
                <a:ext cx="108720" cy="8676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624A96EA-7796-CD4B-0024-3736A1DBB91A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5831208" y="5331384"/>
                  <a:ext cx="12636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CFBA1126-71BD-6AA8-CCB0-1126A798A7F3}"/>
                    </a:ext>
                  </a:extLst>
                </p14:cNvPr>
                <p14:cNvContentPartPr/>
                <p14:nvPr/>
              </p14:nvContentPartPr>
              <p14:xfrm>
                <a:off x="5968728" y="5334624"/>
                <a:ext cx="28800" cy="10080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CFBA1126-71BD-6AA8-CCB0-1126A798A7F3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5959728" y="5325624"/>
                  <a:ext cx="4644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8D6E96E2-C21C-DB07-C5C4-C64A603A4E62}"/>
                    </a:ext>
                  </a:extLst>
                </p14:cNvPr>
                <p14:cNvContentPartPr/>
                <p14:nvPr/>
              </p14:nvContentPartPr>
              <p14:xfrm>
                <a:off x="6069888" y="5341104"/>
                <a:ext cx="13320" cy="8640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8D6E96E2-C21C-DB07-C5C4-C64A603A4E62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6060888" y="5332464"/>
                  <a:ext cx="309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A34E45B0-AFDB-E12C-E5A3-18B235985936}"/>
                    </a:ext>
                  </a:extLst>
                </p14:cNvPr>
                <p14:cNvContentPartPr/>
                <p14:nvPr/>
              </p14:nvContentPartPr>
              <p14:xfrm>
                <a:off x="6168888" y="5321664"/>
                <a:ext cx="47880" cy="13788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A34E45B0-AFDB-E12C-E5A3-18B235985936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6159888" y="5312664"/>
                  <a:ext cx="6552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D0EB5CD3-2DFF-D149-66F2-C91B022757FC}"/>
                    </a:ext>
                  </a:extLst>
                </p14:cNvPr>
                <p14:cNvContentPartPr/>
                <p14:nvPr/>
              </p14:nvContentPartPr>
              <p14:xfrm>
                <a:off x="6313608" y="5323104"/>
                <a:ext cx="11880" cy="9576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D0EB5CD3-2DFF-D149-66F2-C91B022757FC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6304608" y="5314464"/>
                  <a:ext cx="2952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C8E6CA4C-D0E4-AF55-DDA5-6597F38FFBD3}"/>
                    </a:ext>
                  </a:extLst>
                </p14:cNvPr>
                <p14:cNvContentPartPr/>
                <p14:nvPr/>
              </p14:nvContentPartPr>
              <p14:xfrm>
                <a:off x="6383448" y="5315904"/>
                <a:ext cx="23760" cy="13356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C8E6CA4C-D0E4-AF55-DDA5-6597F38FFBD3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6374448" y="5306904"/>
                  <a:ext cx="414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92F46494-6405-197E-54A0-42289381760C}"/>
                    </a:ext>
                  </a:extLst>
                </p14:cNvPr>
                <p14:cNvContentPartPr/>
                <p14:nvPr/>
              </p14:nvContentPartPr>
              <p14:xfrm>
                <a:off x="6349968" y="5383584"/>
                <a:ext cx="73800" cy="194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92F46494-6405-197E-54A0-42289381760C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6340968" y="5374944"/>
                  <a:ext cx="914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B4A3B0C3-553D-C83F-FA6F-26B2C00D3EC0}"/>
                    </a:ext>
                  </a:extLst>
                </p14:cNvPr>
                <p14:cNvContentPartPr/>
                <p14:nvPr/>
              </p14:nvContentPartPr>
              <p14:xfrm>
                <a:off x="6473088" y="5327064"/>
                <a:ext cx="70560" cy="975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B4A3B0C3-553D-C83F-FA6F-26B2C00D3EC0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6464448" y="5318424"/>
                  <a:ext cx="882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80E91474-8926-4032-48AF-269365CBBB5A}"/>
                    </a:ext>
                  </a:extLst>
                </p14:cNvPr>
                <p14:cNvContentPartPr/>
                <p14:nvPr/>
              </p14:nvContentPartPr>
              <p14:xfrm>
                <a:off x="6929568" y="5095224"/>
                <a:ext cx="129960" cy="177768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80E91474-8926-4032-48AF-269365CBBB5A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6920568" y="5086224"/>
                  <a:ext cx="147600" cy="179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91D7AB7E-5A77-0C3B-0E8F-168AB7D5A09C}"/>
                    </a:ext>
                  </a:extLst>
                </p14:cNvPr>
                <p14:cNvContentPartPr/>
                <p14:nvPr/>
              </p14:nvContentPartPr>
              <p14:xfrm>
                <a:off x="7227648" y="5135904"/>
                <a:ext cx="97560" cy="1605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91D7AB7E-5A77-0C3B-0E8F-168AB7D5A09C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7219008" y="5127264"/>
                  <a:ext cx="1152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B56FC6F4-4A8C-404A-87C8-4EEBCEF932F6}"/>
                    </a:ext>
                  </a:extLst>
                </p14:cNvPr>
                <p14:cNvContentPartPr/>
                <p14:nvPr/>
              </p14:nvContentPartPr>
              <p14:xfrm>
                <a:off x="7198128" y="5125824"/>
                <a:ext cx="211320" cy="237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B56FC6F4-4A8C-404A-87C8-4EEBCEF932F6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7189488" y="5116824"/>
                  <a:ext cx="2289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5B2EEE77-819D-C68B-B049-FA78B12A22DE}"/>
                    </a:ext>
                  </a:extLst>
                </p14:cNvPr>
                <p14:cNvContentPartPr/>
                <p14:nvPr/>
              </p14:nvContentPartPr>
              <p14:xfrm>
                <a:off x="7462368" y="5053104"/>
                <a:ext cx="275760" cy="2199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5B2EEE77-819D-C68B-B049-FA78B12A22DE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7453368" y="5044464"/>
                  <a:ext cx="29340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A06F549C-08F4-6576-BFF4-DB9D35CBFE4B}"/>
                    </a:ext>
                  </a:extLst>
                </p14:cNvPr>
                <p14:cNvContentPartPr/>
                <p14:nvPr/>
              </p14:nvContentPartPr>
              <p14:xfrm>
                <a:off x="7744608" y="5156064"/>
                <a:ext cx="9720" cy="115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A06F549C-08F4-6576-BFF4-DB9D35CBFE4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735968" y="5147064"/>
                  <a:ext cx="273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E9EAD77C-8B37-44C2-F571-91422F8201DC}"/>
                    </a:ext>
                  </a:extLst>
                </p14:cNvPr>
                <p14:cNvContentPartPr/>
                <p14:nvPr/>
              </p14:nvContentPartPr>
              <p14:xfrm>
                <a:off x="7829208" y="5204304"/>
                <a:ext cx="167760" cy="7812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E9EAD77C-8B37-44C2-F571-91422F8201DC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7820568" y="5195304"/>
                  <a:ext cx="1854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40B29D2C-AAB0-595E-44CC-DB8A2093D40B}"/>
                    </a:ext>
                  </a:extLst>
                </p14:cNvPr>
                <p14:cNvContentPartPr/>
                <p14:nvPr/>
              </p14:nvContentPartPr>
              <p14:xfrm>
                <a:off x="8224848" y="5127984"/>
                <a:ext cx="118080" cy="1497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40B29D2C-AAB0-595E-44CC-DB8A2093D40B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8215848" y="5119344"/>
                  <a:ext cx="13572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6BD90CE1-A80F-AFA4-1ADA-2A36AD882019}"/>
                    </a:ext>
                  </a:extLst>
                </p14:cNvPr>
                <p14:cNvContentPartPr/>
                <p14:nvPr/>
              </p14:nvContentPartPr>
              <p14:xfrm>
                <a:off x="8383968" y="5193144"/>
                <a:ext cx="129960" cy="6480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6BD90CE1-A80F-AFA4-1ADA-2A36AD882019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8374968" y="5184144"/>
                  <a:ext cx="1476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CE8F55EA-F212-7D0A-D387-1C491CFD4D23}"/>
                    </a:ext>
                  </a:extLst>
                </p14:cNvPr>
                <p14:cNvContentPartPr/>
                <p14:nvPr/>
              </p14:nvContentPartPr>
              <p14:xfrm>
                <a:off x="8452008" y="5187744"/>
                <a:ext cx="392040" cy="831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CE8F55EA-F212-7D0A-D387-1C491CFD4D23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8443008" y="5179104"/>
                  <a:ext cx="4096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51094B98-AB52-1FEA-5016-2562E9E0C479}"/>
                    </a:ext>
                  </a:extLst>
                </p14:cNvPr>
                <p14:cNvContentPartPr/>
                <p14:nvPr/>
              </p14:nvContentPartPr>
              <p14:xfrm>
                <a:off x="8907048" y="5197464"/>
                <a:ext cx="146160" cy="6228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51094B98-AB52-1FEA-5016-2562E9E0C479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8898408" y="5188464"/>
                  <a:ext cx="1638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D323F87E-F48F-B60C-6BE2-1C3E350DDEE7}"/>
                    </a:ext>
                  </a:extLst>
                </p14:cNvPr>
                <p14:cNvContentPartPr/>
                <p14:nvPr/>
              </p14:nvContentPartPr>
              <p14:xfrm>
                <a:off x="9102888" y="5051304"/>
                <a:ext cx="212040" cy="18298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D323F87E-F48F-B60C-6BE2-1C3E350DDEE7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9093888" y="5042664"/>
                  <a:ext cx="229680" cy="18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7CBE286C-625F-7AE4-030E-E30A3C785BE9}"/>
                    </a:ext>
                  </a:extLst>
                </p14:cNvPr>
                <p14:cNvContentPartPr/>
                <p14:nvPr/>
              </p14:nvContentPartPr>
              <p14:xfrm>
                <a:off x="9785088" y="5030424"/>
                <a:ext cx="24480" cy="2102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7CBE286C-625F-7AE4-030E-E30A3C785BE9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9776088" y="5021424"/>
                  <a:ext cx="421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B84E0A99-FDF3-C446-55E3-8F3DA469A997}"/>
                    </a:ext>
                  </a:extLst>
                </p14:cNvPr>
                <p14:cNvContentPartPr/>
                <p14:nvPr/>
              </p14:nvContentPartPr>
              <p14:xfrm>
                <a:off x="9944568" y="5021064"/>
                <a:ext cx="42840" cy="20772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B84E0A99-FDF3-C446-55E3-8F3DA469A997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9935928" y="5012064"/>
                  <a:ext cx="604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AD6FBE4B-DBE6-430A-375C-C421A9AD525C}"/>
                    </a:ext>
                  </a:extLst>
                </p14:cNvPr>
                <p14:cNvContentPartPr/>
                <p14:nvPr/>
              </p14:nvContentPartPr>
              <p14:xfrm>
                <a:off x="9850608" y="5112864"/>
                <a:ext cx="127440" cy="324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AD6FBE4B-DBE6-430A-375C-C421A9AD525C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9841968" y="5103864"/>
                  <a:ext cx="1450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C95BB684-0E40-BF4F-283A-C921BDC7B114}"/>
                    </a:ext>
                  </a:extLst>
                </p14:cNvPr>
                <p14:cNvContentPartPr/>
                <p14:nvPr/>
              </p14:nvContentPartPr>
              <p14:xfrm>
                <a:off x="10047888" y="5139864"/>
                <a:ext cx="160560" cy="9324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C95BB684-0E40-BF4F-283A-C921BDC7B114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0039248" y="5130864"/>
                  <a:ext cx="1782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20480A94-85E4-6B29-CF7B-95363D43F8AE}"/>
                    </a:ext>
                  </a:extLst>
                </p14:cNvPr>
                <p14:cNvContentPartPr/>
                <p14:nvPr/>
              </p14:nvContentPartPr>
              <p14:xfrm>
                <a:off x="10267488" y="5144184"/>
                <a:ext cx="82800" cy="7776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20480A94-85E4-6B29-CF7B-95363D43F8AE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0258848" y="5135184"/>
                  <a:ext cx="10044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7B34C829-1043-561E-AC8D-40B9BAB9C9B9}"/>
                    </a:ext>
                  </a:extLst>
                </p14:cNvPr>
                <p14:cNvContentPartPr/>
                <p14:nvPr/>
              </p14:nvContentPartPr>
              <p14:xfrm>
                <a:off x="10414008" y="5161824"/>
                <a:ext cx="85680" cy="4212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7B34C829-1043-561E-AC8D-40B9BAB9C9B9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0405008" y="5152824"/>
                  <a:ext cx="1033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D07F5922-BF6C-63A6-3F44-2FFB18EE553F}"/>
                    </a:ext>
                  </a:extLst>
                </p14:cNvPr>
                <p14:cNvContentPartPr/>
                <p14:nvPr/>
              </p14:nvContentPartPr>
              <p14:xfrm>
                <a:off x="10582128" y="5145624"/>
                <a:ext cx="122400" cy="26388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D07F5922-BF6C-63A6-3F44-2FFB18EE553F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0573128" y="5136624"/>
                  <a:ext cx="14004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0C4DE482-DAC9-B67A-5D65-713382235994}"/>
                    </a:ext>
                  </a:extLst>
                </p14:cNvPr>
                <p14:cNvContentPartPr/>
                <p14:nvPr/>
              </p14:nvContentPartPr>
              <p14:xfrm>
                <a:off x="10443888" y="5140224"/>
                <a:ext cx="127440" cy="9864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0C4DE482-DAC9-B67A-5D65-713382235994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10435248" y="5131584"/>
                  <a:ext cx="14508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07C8E0CC-E38C-4EB4-5168-BC972CFAD7B3}"/>
                    </a:ext>
                  </a:extLst>
                </p14:cNvPr>
                <p14:cNvContentPartPr/>
                <p14:nvPr/>
              </p14:nvContentPartPr>
              <p14:xfrm>
                <a:off x="3485808" y="5975064"/>
                <a:ext cx="18360" cy="7740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07C8E0CC-E38C-4EB4-5168-BC972CFAD7B3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3476808" y="5966064"/>
                  <a:ext cx="3600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47FDD32E-4EA8-1D1A-95BC-5B08F3B2DB96}"/>
                    </a:ext>
                  </a:extLst>
                </p14:cNvPr>
                <p14:cNvContentPartPr/>
                <p14:nvPr/>
              </p14:nvContentPartPr>
              <p14:xfrm>
                <a:off x="3611448" y="5953104"/>
                <a:ext cx="12240" cy="1080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47FDD32E-4EA8-1D1A-95BC-5B08F3B2DB96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3602808" y="5944104"/>
                  <a:ext cx="298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542DFBD8-C669-1E6D-ADBE-2CC43ADCD638}"/>
                    </a:ext>
                  </a:extLst>
                </p14:cNvPr>
                <p14:cNvContentPartPr/>
                <p14:nvPr/>
              </p14:nvContentPartPr>
              <p14:xfrm>
                <a:off x="3712968" y="5964624"/>
                <a:ext cx="106920" cy="1832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542DFBD8-C669-1E6D-ADBE-2CC43ADCD638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3703968" y="5955984"/>
                  <a:ext cx="1245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D02A9B8E-5105-4873-3846-6F0E65AB4905}"/>
                    </a:ext>
                  </a:extLst>
                </p14:cNvPr>
                <p14:cNvContentPartPr/>
                <p14:nvPr/>
              </p14:nvContentPartPr>
              <p14:xfrm>
                <a:off x="3617928" y="6272424"/>
                <a:ext cx="142920" cy="13860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D02A9B8E-5105-4873-3846-6F0E65AB4905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3608928" y="6263784"/>
                  <a:ext cx="1605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A2799485-F94F-CD2F-C22A-0A0C88A8F5CB}"/>
                    </a:ext>
                  </a:extLst>
                </p14:cNvPr>
                <p14:cNvContentPartPr/>
                <p14:nvPr/>
              </p14:nvContentPartPr>
              <p14:xfrm>
                <a:off x="3822768" y="6278544"/>
                <a:ext cx="102960" cy="14904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A2799485-F94F-CD2F-C22A-0A0C88A8F5CB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3813768" y="6269544"/>
                  <a:ext cx="12060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1199C97E-3317-0DE4-DF86-96682BBD15F9}"/>
                    </a:ext>
                  </a:extLst>
                </p14:cNvPr>
                <p14:cNvContentPartPr/>
                <p14:nvPr/>
              </p14:nvContentPartPr>
              <p14:xfrm>
                <a:off x="3693528" y="6585264"/>
                <a:ext cx="109800" cy="13356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1199C97E-3317-0DE4-DF86-96682BBD15F9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3684888" y="6576624"/>
                  <a:ext cx="1274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9421706E-94C4-D40C-8A98-FDF33AC5B3BD}"/>
                    </a:ext>
                  </a:extLst>
                </p14:cNvPr>
                <p14:cNvContentPartPr/>
                <p14:nvPr/>
              </p14:nvContentPartPr>
              <p14:xfrm>
                <a:off x="3908448" y="6607584"/>
                <a:ext cx="108720" cy="10584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9421706E-94C4-D40C-8A98-FDF33AC5B3BD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3899808" y="6598944"/>
                  <a:ext cx="12636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FA891D6B-FA02-578D-2A34-9261E8470FC7}"/>
                    </a:ext>
                  </a:extLst>
                </p14:cNvPr>
                <p14:cNvContentPartPr/>
                <p14:nvPr/>
              </p14:nvContentPartPr>
              <p14:xfrm>
                <a:off x="5954328" y="5955264"/>
                <a:ext cx="86400" cy="1461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FA891D6B-FA02-578D-2A34-9261E8470FC7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5945328" y="5946264"/>
                  <a:ext cx="1040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DAD52744-798B-ECFD-F981-F324162525E8}"/>
                    </a:ext>
                  </a:extLst>
                </p14:cNvPr>
                <p14:cNvContentPartPr/>
                <p14:nvPr/>
              </p14:nvContentPartPr>
              <p14:xfrm>
                <a:off x="6131448" y="6009984"/>
                <a:ext cx="67320" cy="6552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DAD52744-798B-ECFD-F981-F324162525E8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6122808" y="6001344"/>
                  <a:ext cx="849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C4E3A082-F1BE-AC4E-7EED-C5864803FD2F}"/>
                    </a:ext>
                  </a:extLst>
                </p14:cNvPr>
                <p14:cNvContentPartPr/>
                <p14:nvPr/>
              </p14:nvContentPartPr>
              <p14:xfrm>
                <a:off x="5957568" y="6305904"/>
                <a:ext cx="126000" cy="16884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C4E3A082-F1BE-AC4E-7EED-C5864803FD2F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5948928" y="6297264"/>
                  <a:ext cx="1436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D9D4ABA1-1DB7-0BEF-DCAC-A0ADD69842D1}"/>
                    </a:ext>
                  </a:extLst>
                </p14:cNvPr>
                <p14:cNvContentPartPr/>
                <p14:nvPr/>
              </p14:nvContentPartPr>
              <p14:xfrm>
                <a:off x="6061968" y="6320664"/>
                <a:ext cx="68760" cy="1440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D9D4ABA1-1DB7-0BEF-DCAC-A0ADD69842D1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6052968" y="6311664"/>
                  <a:ext cx="864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298053B5-5233-63A0-9168-64512A37E2E0}"/>
                    </a:ext>
                  </a:extLst>
                </p14:cNvPr>
                <p14:cNvContentPartPr/>
                <p14:nvPr/>
              </p14:nvContentPartPr>
              <p14:xfrm>
                <a:off x="6216408" y="6335064"/>
                <a:ext cx="78840" cy="14940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298053B5-5233-63A0-9168-64512A37E2E0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6207408" y="6326424"/>
                  <a:ext cx="964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F622F397-77B9-A380-BC27-20CDC3C6AA5F}"/>
                    </a:ext>
                  </a:extLst>
                </p14:cNvPr>
                <p14:cNvContentPartPr/>
                <p14:nvPr/>
              </p14:nvContentPartPr>
              <p14:xfrm>
                <a:off x="6019488" y="6659784"/>
                <a:ext cx="30240" cy="9288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F622F397-77B9-A380-BC27-20CDC3C6AA5F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6010488" y="6650784"/>
                  <a:ext cx="478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AB8ED2D6-9AAB-0AEA-F6B1-4CEA50592639}"/>
                    </a:ext>
                  </a:extLst>
                </p14:cNvPr>
                <p14:cNvContentPartPr/>
                <p14:nvPr/>
              </p14:nvContentPartPr>
              <p14:xfrm>
                <a:off x="6164208" y="6656184"/>
                <a:ext cx="63000" cy="12348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AB8ED2D6-9AAB-0AEA-F6B1-4CEA50592639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6155208" y="6647184"/>
                  <a:ext cx="8064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A8D8FF70-DB23-0D84-2002-199F64C9E77A}"/>
                    </a:ext>
                  </a:extLst>
                </p14:cNvPr>
                <p14:cNvContentPartPr/>
                <p14:nvPr/>
              </p14:nvContentPartPr>
              <p14:xfrm>
                <a:off x="6276528" y="6622344"/>
                <a:ext cx="80640" cy="2880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A8D8FF70-DB23-0D84-2002-199F64C9E77A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6267888" y="6613344"/>
                  <a:ext cx="9828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3C44CE6E-4EEE-C0BE-8254-2A8F2F3258A9}"/>
                    </a:ext>
                  </a:extLst>
                </p14:cNvPr>
                <p14:cNvContentPartPr/>
                <p14:nvPr/>
              </p14:nvContentPartPr>
              <p14:xfrm>
                <a:off x="7822368" y="5563584"/>
                <a:ext cx="219960" cy="17748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3C44CE6E-4EEE-C0BE-8254-2A8F2F3258A9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7813368" y="5554944"/>
                  <a:ext cx="2376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6DD0D0C7-018F-E721-7F8E-3073C78F3BE1}"/>
                    </a:ext>
                  </a:extLst>
                </p14:cNvPr>
                <p14:cNvContentPartPr/>
                <p14:nvPr/>
              </p14:nvContentPartPr>
              <p14:xfrm>
                <a:off x="7889688" y="5877504"/>
                <a:ext cx="72360" cy="15444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6DD0D0C7-018F-E721-7F8E-3073C78F3BE1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7880688" y="5868504"/>
                  <a:ext cx="900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0E01B89A-7B99-44E0-13ED-0AC8F273CB2C}"/>
                    </a:ext>
                  </a:extLst>
                </p14:cNvPr>
                <p14:cNvContentPartPr/>
                <p14:nvPr/>
              </p14:nvContentPartPr>
              <p14:xfrm>
                <a:off x="8065368" y="5922144"/>
                <a:ext cx="132480" cy="12780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0E01B89A-7B99-44E0-13ED-0AC8F273CB2C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8056368" y="5913504"/>
                  <a:ext cx="1501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3083F5F0-9C8C-6F6A-8A6E-74FCB534A725}"/>
                    </a:ext>
                  </a:extLst>
                </p14:cNvPr>
                <p14:cNvContentPartPr/>
                <p14:nvPr/>
              </p14:nvContentPartPr>
              <p14:xfrm>
                <a:off x="8023248" y="6291504"/>
                <a:ext cx="23400" cy="15804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3083F5F0-9C8C-6F6A-8A6E-74FCB534A725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8014248" y="6282504"/>
                  <a:ext cx="410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7B844546-E6F8-B55F-E35B-075CA4F6D299}"/>
                    </a:ext>
                  </a:extLst>
                </p14:cNvPr>
                <p14:cNvContentPartPr/>
                <p14:nvPr/>
              </p14:nvContentPartPr>
              <p14:xfrm>
                <a:off x="8050968" y="6672384"/>
                <a:ext cx="176760" cy="15588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7B844546-E6F8-B55F-E35B-075CA4F6D299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8042328" y="6663744"/>
                  <a:ext cx="1944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94C9EA68-1F0A-F186-E19F-B4EDAB0D1FEB}"/>
                    </a:ext>
                  </a:extLst>
                </p14:cNvPr>
                <p14:cNvContentPartPr/>
                <p14:nvPr/>
              </p14:nvContentPartPr>
              <p14:xfrm>
                <a:off x="10045008" y="5565024"/>
                <a:ext cx="20880" cy="14400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94C9EA68-1F0A-F186-E19F-B4EDAB0D1FEB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10036368" y="5556384"/>
                  <a:ext cx="385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D16957BA-DEF5-07B3-C7AC-ED647277FD8A}"/>
                    </a:ext>
                  </a:extLst>
                </p14:cNvPr>
                <p14:cNvContentPartPr/>
                <p14:nvPr/>
              </p14:nvContentPartPr>
              <p14:xfrm>
                <a:off x="10165248" y="5592384"/>
                <a:ext cx="95040" cy="17820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D16957BA-DEF5-07B3-C7AC-ED647277FD8A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10156608" y="5583744"/>
                  <a:ext cx="1126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EC8147CB-3360-C296-5246-BF4E72D63E61}"/>
                    </a:ext>
                  </a:extLst>
                </p14:cNvPr>
                <p14:cNvContentPartPr/>
                <p14:nvPr/>
              </p14:nvContentPartPr>
              <p14:xfrm>
                <a:off x="10005048" y="5903784"/>
                <a:ext cx="105480" cy="14868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EC8147CB-3360-C296-5246-BF4E72D63E61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9996048" y="5894784"/>
                  <a:ext cx="1231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E21ABB2F-3A3B-CDD5-D6AE-4E7FCF7627D5}"/>
                    </a:ext>
                  </a:extLst>
                </p14:cNvPr>
                <p14:cNvContentPartPr/>
                <p14:nvPr/>
              </p14:nvContentPartPr>
              <p14:xfrm>
                <a:off x="10243728" y="5925024"/>
                <a:ext cx="90000" cy="17568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E21ABB2F-3A3B-CDD5-D6AE-4E7FCF7627D5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10235088" y="5916384"/>
                  <a:ext cx="1076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F125CD7F-B526-BEA9-5BE7-2C69627FF665}"/>
                    </a:ext>
                  </a:extLst>
                </p14:cNvPr>
                <p14:cNvContentPartPr/>
                <p14:nvPr/>
              </p14:nvContentPartPr>
              <p14:xfrm>
                <a:off x="10047888" y="6320664"/>
                <a:ext cx="217440" cy="25380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F125CD7F-B526-BEA9-5BE7-2C69627FF665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10038888" y="6312024"/>
                  <a:ext cx="23508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84B8478D-F459-B882-454D-54640DE00903}"/>
                    </a:ext>
                  </a:extLst>
                </p14:cNvPr>
                <p14:cNvContentPartPr/>
                <p14:nvPr/>
              </p14:nvContentPartPr>
              <p14:xfrm>
                <a:off x="10022688" y="6588144"/>
                <a:ext cx="198720" cy="21996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84B8478D-F459-B882-454D-54640DE00903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10013688" y="6579504"/>
                  <a:ext cx="2163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6F263ECA-458D-4F78-D4F4-78CB9A24A2EB}"/>
                    </a:ext>
                  </a:extLst>
                </p14:cNvPr>
                <p14:cNvContentPartPr/>
                <p14:nvPr/>
              </p14:nvContentPartPr>
              <p14:xfrm>
                <a:off x="1890648" y="6039864"/>
                <a:ext cx="171720" cy="50724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6F263ECA-458D-4F78-D4F4-78CB9A24A2EB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1881648" y="6031224"/>
                  <a:ext cx="189360" cy="524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14">
            <p14:nvContentPartPr>
              <p14:cNvPr id="386" name="Ink 385">
                <a:extLst>
                  <a:ext uri="{FF2B5EF4-FFF2-40B4-BE49-F238E27FC236}">
                    <a16:creationId xmlns:a16="http://schemas.microsoft.com/office/drawing/2014/main" id="{52C4B5EA-7F91-5196-61C1-35630D2D6222}"/>
                  </a:ext>
                </a:extLst>
              </p14:cNvPr>
              <p14:cNvContentPartPr/>
              <p14:nvPr/>
            </p14:nvContentPartPr>
            <p14:xfrm>
              <a:off x="10883088" y="5139864"/>
              <a:ext cx="231840" cy="139680"/>
            </p14:xfrm>
          </p:contentPart>
        </mc:Choice>
        <mc:Fallback xmlns="">
          <p:pic>
            <p:nvPicPr>
              <p:cNvPr id="386" name="Ink 385">
                <a:extLst>
                  <a:ext uri="{FF2B5EF4-FFF2-40B4-BE49-F238E27FC236}">
                    <a16:creationId xmlns:a16="http://schemas.microsoft.com/office/drawing/2014/main" id="{52C4B5EA-7F91-5196-61C1-35630D2D6222}"/>
                  </a:ext>
                </a:extLst>
              </p:cNvPr>
              <p:cNvPicPr/>
              <p:nvPr/>
            </p:nvPicPr>
            <p:blipFill>
              <a:blip r:embed="rId615"/>
              <a:stretch>
                <a:fillRect/>
              </a:stretch>
            </p:blipFill>
            <p:spPr>
              <a:xfrm>
                <a:off x="10874448" y="5130864"/>
                <a:ext cx="249480" cy="157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474784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Vector Space: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157BF0C-4D42-2179-518F-E48120E54294}"/>
              </a:ext>
            </a:extLst>
          </p:cNvPr>
          <p:cNvGrpSpPr/>
          <p:nvPr/>
        </p:nvGrpSpPr>
        <p:grpSpPr>
          <a:xfrm>
            <a:off x="2453688" y="158184"/>
            <a:ext cx="227160" cy="213840"/>
            <a:chOff x="2453688" y="158184"/>
            <a:chExt cx="227160" cy="21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E812D578-2F89-8610-2F23-027FC423E1B4}"/>
                    </a:ext>
                  </a:extLst>
                </p14:cNvPr>
                <p14:cNvContentPartPr/>
                <p14:nvPr/>
              </p14:nvContentPartPr>
              <p14:xfrm>
                <a:off x="2453688" y="283824"/>
                <a:ext cx="227160" cy="882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E812D578-2F89-8610-2F23-027FC423E1B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444688" y="275184"/>
                  <a:ext cx="24480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E0439E3E-0E7B-1DBD-25B7-BC4462030D06}"/>
                    </a:ext>
                  </a:extLst>
                </p14:cNvPr>
                <p14:cNvContentPartPr/>
                <p14:nvPr/>
              </p14:nvContentPartPr>
              <p14:xfrm>
                <a:off x="2569968" y="158184"/>
                <a:ext cx="29160" cy="540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E0439E3E-0E7B-1DBD-25B7-BC4462030D0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560968" y="149184"/>
                  <a:ext cx="46800" cy="71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2266872A-8866-C982-8751-DEF2ECEEAC38}"/>
                  </a:ext>
                </a:extLst>
              </p14:cNvPr>
              <p14:cNvContentPartPr/>
              <p14:nvPr/>
            </p14:nvContentPartPr>
            <p14:xfrm>
              <a:off x="3010248" y="232704"/>
              <a:ext cx="197640" cy="12456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2266872A-8866-C982-8751-DEF2ECEEAC3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001248" y="223704"/>
                <a:ext cx="215280" cy="142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" name="Group 11">
            <a:extLst>
              <a:ext uri="{FF2B5EF4-FFF2-40B4-BE49-F238E27FC236}">
                <a16:creationId xmlns:a16="http://schemas.microsoft.com/office/drawing/2014/main" id="{9D70D752-55E5-C7DF-A82B-C6460B2FD34B}"/>
              </a:ext>
            </a:extLst>
          </p:cNvPr>
          <p:cNvGrpSpPr/>
          <p:nvPr/>
        </p:nvGrpSpPr>
        <p:grpSpPr>
          <a:xfrm>
            <a:off x="3550608" y="66384"/>
            <a:ext cx="1407240" cy="302040"/>
            <a:chOff x="3550608" y="66384"/>
            <a:chExt cx="1407240" cy="30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E4853B53-7BE1-4029-EE4E-2FB9F7FAE4E1}"/>
                    </a:ext>
                  </a:extLst>
                </p14:cNvPr>
                <p14:cNvContentPartPr/>
                <p14:nvPr/>
              </p14:nvContentPartPr>
              <p14:xfrm>
                <a:off x="3550608" y="212544"/>
                <a:ext cx="321840" cy="1558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E4853B53-7BE1-4029-EE4E-2FB9F7FAE4E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541968" y="203544"/>
                  <a:ext cx="3394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209731F3-246A-3C3E-29F1-1A26E7B02C16}"/>
                    </a:ext>
                  </a:extLst>
                </p14:cNvPr>
                <p14:cNvContentPartPr/>
                <p14:nvPr/>
              </p14:nvContentPartPr>
              <p14:xfrm>
                <a:off x="3994488" y="141624"/>
                <a:ext cx="274680" cy="2041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209731F3-246A-3C3E-29F1-1A26E7B02C1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985848" y="132984"/>
                  <a:ext cx="2923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2A09438F-8130-EB25-8B88-3D7FC34DD748}"/>
                    </a:ext>
                  </a:extLst>
                </p14:cNvPr>
                <p14:cNvContentPartPr/>
                <p14:nvPr/>
              </p14:nvContentPartPr>
              <p14:xfrm>
                <a:off x="4419648" y="66384"/>
                <a:ext cx="199800" cy="2599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2A09438F-8130-EB25-8B88-3D7FC34DD74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411008" y="57744"/>
                  <a:ext cx="2174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AA858DA2-03BE-E733-DE36-200D9783E253}"/>
                    </a:ext>
                  </a:extLst>
                </p14:cNvPr>
                <p14:cNvContentPartPr/>
                <p14:nvPr/>
              </p14:nvContentPartPr>
              <p14:xfrm>
                <a:off x="4654728" y="237384"/>
                <a:ext cx="1800" cy="396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AA858DA2-03BE-E733-DE36-200D9783E25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645728" y="228744"/>
                  <a:ext cx="1944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1ED85A6D-18DE-0A0B-0D61-BECB475E3B73}"/>
                    </a:ext>
                  </a:extLst>
                </p14:cNvPr>
                <p14:cNvContentPartPr/>
                <p14:nvPr/>
              </p14:nvContentPartPr>
              <p14:xfrm>
                <a:off x="4705848" y="242424"/>
                <a:ext cx="252000" cy="78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1ED85A6D-18DE-0A0B-0D61-BECB475E3B7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697208" y="233424"/>
                  <a:ext cx="2696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44615D9C-365D-2749-F476-B270470B8573}"/>
                    </a:ext>
                  </a:extLst>
                </p14:cNvPr>
                <p14:cNvContentPartPr/>
                <p14:nvPr/>
              </p14:nvContentPartPr>
              <p14:xfrm>
                <a:off x="4899528" y="141264"/>
                <a:ext cx="54360" cy="208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44615D9C-365D-2749-F476-B270470B857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890528" y="132264"/>
                  <a:ext cx="72000" cy="3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52F0D824-1C78-C578-B6B2-840F06A2F45A}"/>
                  </a:ext>
                </a:extLst>
              </p14:cNvPr>
              <p14:cNvContentPartPr/>
              <p14:nvPr/>
            </p14:nvContentPartPr>
            <p14:xfrm>
              <a:off x="5554368" y="98424"/>
              <a:ext cx="367200" cy="4586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52F0D824-1C78-C578-B6B2-840F06A2F45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545368" y="89784"/>
                <a:ext cx="384840" cy="47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" name="Group 21">
            <a:extLst>
              <a:ext uri="{FF2B5EF4-FFF2-40B4-BE49-F238E27FC236}">
                <a16:creationId xmlns:a16="http://schemas.microsoft.com/office/drawing/2014/main" id="{7DE35718-0270-9AA0-6000-C562F0FC71BC}"/>
              </a:ext>
            </a:extLst>
          </p:cNvPr>
          <p:cNvGrpSpPr/>
          <p:nvPr/>
        </p:nvGrpSpPr>
        <p:grpSpPr>
          <a:xfrm>
            <a:off x="6376968" y="67104"/>
            <a:ext cx="1259640" cy="368280"/>
            <a:chOff x="6376968" y="67104"/>
            <a:chExt cx="1259640" cy="36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7130CA7A-3AE8-0ABE-97C2-47604087D7BE}"/>
                    </a:ext>
                  </a:extLst>
                </p14:cNvPr>
                <p14:cNvContentPartPr/>
                <p14:nvPr/>
              </p14:nvContentPartPr>
              <p14:xfrm>
                <a:off x="6376968" y="145584"/>
                <a:ext cx="167400" cy="1314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7130CA7A-3AE8-0ABE-97C2-47604087D7B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368328" y="136944"/>
                  <a:ext cx="1850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29288A38-5C22-B702-41D3-86DF1681A000}"/>
                    </a:ext>
                  </a:extLst>
                </p14:cNvPr>
                <p14:cNvContentPartPr/>
                <p14:nvPr/>
              </p14:nvContentPartPr>
              <p14:xfrm>
                <a:off x="6631128" y="173304"/>
                <a:ext cx="129960" cy="756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29288A38-5C22-B702-41D3-86DF1681A00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622128" y="164664"/>
                  <a:ext cx="14760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DB345E43-30D3-4040-1A77-3DA4B402E19D}"/>
                    </a:ext>
                  </a:extLst>
                </p14:cNvPr>
                <p14:cNvContentPartPr/>
                <p14:nvPr/>
              </p14:nvContentPartPr>
              <p14:xfrm>
                <a:off x="6791688" y="67104"/>
                <a:ext cx="225360" cy="1738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DB345E43-30D3-4040-1A77-3DA4B402E19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783048" y="58104"/>
                  <a:ext cx="2430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5CAB87B-ECC2-E33D-78F9-30AB1CA91C03}"/>
                    </a:ext>
                  </a:extLst>
                </p14:cNvPr>
                <p14:cNvContentPartPr/>
                <p14:nvPr/>
              </p14:nvContentPartPr>
              <p14:xfrm>
                <a:off x="6981408" y="157824"/>
                <a:ext cx="216720" cy="637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5CAB87B-ECC2-E33D-78F9-30AB1CA91C0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972768" y="148824"/>
                  <a:ext cx="23436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4324605A-5E2C-1887-0377-878EC26395C6}"/>
                    </a:ext>
                  </a:extLst>
                </p14:cNvPr>
                <p14:cNvContentPartPr/>
                <p14:nvPr/>
              </p14:nvContentPartPr>
              <p14:xfrm>
                <a:off x="7286328" y="103104"/>
                <a:ext cx="193680" cy="1364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4324605A-5E2C-1887-0377-878EC26395C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277328" y="94104"/>
                  <a:ext cx="2113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3C35AD5E-B841-C8F7-32AB-99816FF7B2A1}"/>
                    </a:ext>
                  </a:extLst>
                </p14:cNvPr>
                <p14:cNvContentPartPr/>
                <p14:nvPr/>
              </p14:nvContentPartPr>
              <p14:xfrm>
                <a:off x="7582608" y="316224"/>
                <a:ext cx="54000" cy="1191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3C35AD5E-B841-C8F7-32AB-99816FF7B2A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573968" y="307584"/>
                  <a:ext cx="71640" cy="13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E6494EC-F706-B747-2014-3C81932EF698}"/>
              </a:ext>
            </a:extLst>
          </p:cNvPr>
          <p:cNvGrpSpPr/>
          <p:nvPr/>
        </p:nvGrpSpPr>
        <p:grpSpPr>
          <a:xfrm>
            <a:off x="7951968" y="58104"/>
            <a:ext cx="1864080" cy="333000"/>
            <a:chOff x="7951968" y="58104"/>
            <a:chExt cx="1864080" cy="33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20CAF67-4CF7-B841-87F2-70686C7E45F2}"/>
                    </a:ext>
                  </a:extLst>
                </p14:cNvPr>
                <p14:cNvContentPartPr/>
                <p14:nvPr/>
              </p14:nvContentPartPr>
              <p14:xfrm>
                <a:off x="7951968" y="71784"/>
                <a:ext cx="712800" cy="2422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20CAF67-4CF7-B841-87F2-70686C7E45F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942968" y="62784"/>
                  <a:ext cx="73044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D652C5CD-4210-130F-9418-4FA0F1F2F6BF}"/>
                    </a:ext>
                  </a:extLst>
                </p14:cNvPr>
                <p14:cNvContentPartPr/>
                <p14:nvPr/>
              </p14:nvContentPartPr>
              <p14:xfrm>
                <a:off x="8729208" y="204264"/>
                <a:ext cx="96120" cy="471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D652C5CD-4210-130F-9418-4FA0F1F2F6B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720568" y="195264"/>
                  <a:ext cx="11376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216653ED-85FC-46C9-29B4-AF929415F75F}"/>
                    </a:ext>
                  </a:extLst>
                </p14:cNvPr>
                <p14:cNvContentPartPr/>
                <p14:nvPr/>
              </p14:nvContentPartPr>
              <p14:xfrm>
                <a:off x="8903088" y="58104"/>
                <a:ext cx="428400" cy="2336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216653ED-85FC-46C9-29B4-AF929415F75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894448" y="49464"/>
                  <a:ext cx="44604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43FD32F-3547-7C1C-0B9E-4393CA840023}"/>
                    </a:ext>
                  </a:extLst>
                </p14:cNvPr>
                <p14:cNvContentPartPr/>
                <p14:nvPr/>
              </p14:nvContentPartPr>
              <p14:xfrm>
                <a:off x="9348048" y="189504"/>
                <a:ext cx="4320" cy="3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43FD32F-3547-7C1C-0B9E-4393CA84002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339048" y="180864"/>
                  <a:ext cx="219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B0D6AB48-4E90-78B7-95F9-08707F75C0CA}"/>
                    </a:ext>
                  </a:extLst>
                </p14:cNvPr>
                <p14:cNvContentPartPr/>
                <p14:nvPr/>
              </p14:nvContentPartPr>
              <p14:xfrm>
                <a:off x="9126288" y="89424"/>
                <a:ext cx="81000" cy="82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B0D6AB48-4E90-78B7-95F9-08707F75C0C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117648" y="80424"/>
                  <a:ext cx="986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F4B2F6C-9C5A-8EC9-770D-23E286FCB652}"/>
                    </a:ext>
                  </a:extLst>
                </p14:cNvPr>
                <p14:cNvContentPartPr/>
                <p14:nvPr/>
              </p14:nvContentPartPr>
              <p14:xfrm>
                <a:off x="9398448" y="196704"/>
                <a:ext cx="212040" cy="1944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F4B2F6C-9C5A-8EC9-770D-23E286FCB65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389448" y="188064"/>
                  <a:ext cx="2296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FBE9DED-ADD4-132D-00F2-49F1537A711B}"/>
                    </a:ext>
                  </a:extLst>
                </p14:cNvPr>
                <p14:cNvContentPartPr/>
                <p14:nvPr/>
              </p14:nvContentPartPr>
              <p14:xfrm>
                <a:off x="9654408" y="126144"/>
                <a:ext cx="161640" cy="1670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FBE9DED-ADD4-132D-00F2-49F1537A711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645768" y="117144"/>
                  <a:ext cx="179280" cy="18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4634FB17-C03A-7928-134B-9D51B934D828}"/>
              </a:ext>
            </a:extLst>
          </p:cNvPr>
          <p:cNvGrpSpPr/>
          <p:nvPr/>
        </p:nvGrpSpPr>
        <p:grpSpPr>
          <a:xfrm>
            <a:off x="10186128" y="95184"/>
            <a:ext cx="1221120" cy="490320"/>
            <a:chOff x="10186128" y="95184"/>
            <a:chExt cx="1221120" cy="49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BFA91600-CF9D-ECA4-2C7E-C3F7219143F8}"/>
                    </a:ext>
                  </a:extLst>
                </p14:cNvPr>
                <p14:cNvContentPartPr/>
                <p14:nvPr/>
              </p14:nvContentPartPr>
              <p14:xfrm>
                <a:off x="10186128" y="95184"/>
                <a:ext cx="123120" cy="2073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BFA91600-CF9D-ECA4-2C7E-C3F7219143F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0177128" y="86544"/>
                  <a:ext cx="14076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84A0A916-534E-F3D4-3683-187371EA4029}"/>
                    </a:ext>
                  </a:extLst>
                </p14:cNvPr>
                <p14:cNvContentPartPr/>
                <p14:nvPr/>
              </p14:nvContentPartPr>
              <p14:xfrm>
                <a:off x="10338408" y="221184"/>
                <a:ext cx="194760" cy="3643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84A0A916-534E-F3D4-3683-187371EA402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0329408" y="212184"/>
                  <a:ext cx="21240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94B028DF-23B7-470A-BBE4-FF5E0B9CF0A7}"/>
                    </a:ext>
                  </a:extLst>
                </p14:cNvPr>
                <p14:cNvContentPartPr/>
                <p14:nvPr/>
              </p14:nvContentPartPr>
              <p14:xfrm>
                <a:off x="10744848" y="165384"/>
                <a:ext cx="60120" cy="2192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94B028DF-23B7-470A-BBE4-FF5E0B9CF0A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736208" y="156384"/>
                  <a:ext cx="777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13381CFC-2ADD-A67D-3D00-4ED84233F34B}"/>
                    </a:ext>
                  </a:extLst>
                </p14:cNvPr>
                <p14:cNvContentPartPr/>
                <p14:nvPr/>
              </p14:nvContentPartPr>
              <p14:xfrm>
                <a:off x="10776888" y="130824"/>
                <a:ext cx="630360" cy="2217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13381CFC-2ADD-A67D-3D00-4ED84233F34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768248" y="122184"/>
                  <a:ext cx="64800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45267A3C-FE9B-B834-263F-5D14C63AB407}"/>
                    </a:ext>
                  </a:extLst>
                </p14:cNvPr>
                <p14:cNvContentPartPr/>
                <p14:nvPr/>
              </p14:nvContentPartPr>
              <p14:xfrm>
                <a:off x="11335248" y="146664"/>
                <a:ext cx="16920" cy="381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45267A3C-FE9B-B834-263F-5D14C63AB40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1326608" y="137664"/>
                  <a:ext cx="34560" cy="5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10DBD6D2-D766-972F-7D10-C3252483A457}"/>
              </a:ext>
            </a:extLst>
          </p:cNvPr>
          <p:cNvGrpSpPr/>
          <p:nvPr/>
        </p:nvGrpSpPr>
        <p:grpSpPr>
          <a:xfrm>
            <a:off x="3943008" y="591264"/>
            <a:ext cx="1933200" cy="320400"/>
            <a:chOff x="3943008" y="591264"/>
            <a:chExt cx="1933200" cy="32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4E778CFD-2204-4833-6AB2-8C6D5EAF6390}"/>
                    </a:ext>
                  </a:extLst>
                </p14:cNvPr>
                <p14:cNvContentPartPr/>
                <p14:nvPr/>
              </p14:nvContentPartPr>
              <p14:xfrm>
                <a:off x="4025088" y="662904"/>
                <a:ext cx="21240" cy="1666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4E778CFD-2204-4833-6AB2-8C6D5EAF639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016088" y="653904"/>
                  <a:ext cx="388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E0DE1E78-8479-AA03-F822-B21B346ECBE7}"/>
                    </a:ext>
                  </a:extLst>
                </p14:cNvPr>
                <p14:cNvContentPartPr/>
                <p14:nvPr/>
              </p14:nvContentPartPr>
              <p14:xfrm>
                <a:off x="3943008" y="591264"/>
                <a:ext cx="354240" cy="3204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E0DE1E78-8479-AA03-F822-B21B346ECBE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934368" y="582264"/>
                  <a:ext cx="37188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FF3F0223-6721-94A9-C691-EDB49837896E}"/>
                    </a:ext>
                  </a:extLst>
                </p14:cNvPr>
                <p14:cNvContentPartPr/>
                <p14:nvPr/>
              </p14:nvContentPartPr>
              <p14:xfrm>
                <a:off x="4343328" y="634824"/>
                <a:ext cx="83880" cy="1875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FF3F0223-6721-94A9-C691-EDB49837896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334328" y="626184"/>
                  <a:ext cx="1015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A343BBA1-7C72-0824-F0D5-3BD264D6CD09}"/>
                    </a:ext>
                  </a:extLst>
                </p14:cNvPr>
                <p14:cNvContentPartPr/>
                <p14:nvPr/>
              </p14:nvContentPartPr>
              <p14:xfrm>
                <a:off x="4494528" y="716544"/>
                <a:ext cx="822240" cy="9828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A343BBA1-7C72-0824-F0D5-3BD264D6CD0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485528" y="707904"/>
                  <a:ext cx="83988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8C55CAB7-2D90-A269-AD18-6579DA03BE31}"/>
                    </a:ext>
                  </a:extLst>
                </p14:cNvPr>
                <p14:cNvContentPartPr/>
                <p14:nvPr/>
              </p14:nvContentPartPr>
              <p14:xfrm>
                <a:off x="5317848" y="646344"/>
                <a:ext cx="10800" cy="64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8C55CAB7-2D90-A269-AD18-6579DA03BE3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309208" y="637344"/>
                  <a:ext cx="2844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067D931F-2068-454E-159A-3954DD78FFEB}"/>
                    </a:ext>
                  </a:extLst>
                </p14:cNvPr>
                <p14:cNvContentPartPr/>
                <p14:nvPr/>
              </p14:nvContentPartPr>
              <p14:xfrm>
                <a:off x="5391288" y="697824"/>
                <a:ext cx="81720" cy="622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067D931F-2068-454E-159A-3954DD78FFE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382648" y="688824"/>
                  <a:ext cx="993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34051C0-5E48-9FCF-6B8E-095CCE2E9E3D}"/>
                    </a:ext>
                  </a:extLst>
                </p14:cNvPr>
                <p14:cNvContentPartPr/>
                <p14:nvPr/>
              </p14:nvContentPartPr>
              <p14:xfrm>
                <a:off x="5530608" y="679464"/>
                <a:ext cx="152280" cy="6192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34051C0-5E48-9FCF-6B8E-095CCE2E9E3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521608" y="670824"/>
                  <a:ext cx="16992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382C8B52-CC2B-4416-025B-2C27DF6F8314}"/>
                    </a:ext>
                  </a:extLst>
                </p14:cNvPr>
                <p14:cNvContentPartPr/>
                <p14:nvPr/>
              </p14:nvContentPartPr>
              <p14:xfrm>
                <a:off x="5858928" y="728784"/>
                <a:ext cx="17280" cy="86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382C8B52-CC2B-4416-025B-2C27DF6F831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850288" y="719784"/>
                  <a:ext cx="3492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1187936-731E-D299-24B8-E964C0F1BD99}"/>
              </a:ext>
            </a:extLst>
          </p:cNvPr>
          <p:cNvGrpSpPr/>
          <p:nvPr/>
        </p:nvGrpSpPr>
        <p:grpSpPr>
          <a:xfrm>
            <a:off x="2409048" y="1008144"/>
            <a:ext cx="996480" cy="388080"/>
            <a:chOff x="2409048" y="1008144"/>
            <a:chExt cx="996480" cy="38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0D7CC3A2-1CB8-8C1E-21BB-ED6683B4411D}"/>
                    </a:ext>
                  </a:extLst>
                </p14:cNvPr>
                <p14:cNvContentPartPr/>
                <p14:nvPr/>
              </p14:nvContentPartPr>
              <p14:xfrm>
                <a:off x="2409048" y="1008144"/>
                <a:ext cx="424800" cy="3646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0D7CC3A2-1CB8-8C1E-21BB-ED6683B4411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400408" y="999504"/>
                  <a:ext cx="442440" cy="38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72E17DD9-D9F8-ED33-3E51-B5AAA9AC1510}"/>
                    </a:ext>
                  </a:extLst>
                </p14:cNvPr>
                <p14:cNvContentPartPr/>
                <p14:nvPr/>
              </p14:nvContentPartPr>
              <p14:xfrm>
                <a:off x="3094488" y="1173744"/>
                <a:ext cx="311040" cy="2224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72E17DD9-D9F8-ED33-3E51-B5AAA9AC151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085488" y="1164744"/>
                  <a:ext cx="328680" cy="24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8B1D65E-71F8-2395-57CF-2235B4ADDABC}"/>
              </a:ext>
            </a:extLst>
          </p:cNvPr>
          <p:cNvGrpSpPr/>
          <p:nvPr/>
        </p:nvGrpSpPr>
        <p:grpSpPr>
          <a:xfrm>
            <a:off x="3774168" y="1154304"/>
            <a:ext cx="670680" cy="185400"/>
            <a:chOff x="3774168" y="1154304"/>
            <a:chExt cx="670680" cy="18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C5F4E672-CBFF-7846-0082-980BCB9F0625}"/>
                    </a:ext>
                  </a:extLst>
                </p14:cNvPr>
                <p14:cNvContentPartPr/>
                <p14:nvPr/>
              </p14:nvContentPartPr>
              <p14:xfrm>
                <a:off x="3774168" y="1154304"/>
                <a:ext cx="454320" cy="1854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C5F4E672-CBFF-7846-0082-980BCB9F062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765528" y="1145664"/>
                  <a:ext cx="4719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C456EBAA-1A14-8EB8-EDD4-ADB44F1AFAA6}"/>
                    </a:ext>
                  </a:extLst>
                </p14:cNvPr>
                <p14:cNvContentPartPr/>
                <p14:nvPr/>
              </p14:nvContentPartPr>
              <p14:xfrm>
                <a:off x="4296528" y="1250784"/>
                <a:ext cx="148320" cy="464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C456EBAA-1A14-8EB8-EDD4-ADB44F1AFAA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287888" y="1242144"/>
                  <a:ext cx="165960" cy="6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5584067-30F7-2E98-4463-C70F28E16E46}"/>
              </a:ext>
            </a:extLst>
          </p:cNvPr>
          <p:cNvGrpSpPr/>
          <p:nvPr/>
        </p:nvGrpSpPr>
        <p:grpSpPr>
          <a:xfrm>
            <a:off x="4830408" y="1146384"/>
            <a:ext cx="1226520" cy="286200"/>
            <a:chOff x="4830408" y="1146384"/>
            <a:chExt cx="1226520" cy="28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EE7B5BD4-92B2-3F2C-F706-EF63C869CF3D}"/>
                    </a:ext>
                  </a:extLst>
                </p14:cNvPr>
                <p14:cNvContentPartPr/>
                <p14:nvPr/>
              </p14:nvContentPartPr>
              <p14:xfrm>
                <a:off x="4830408" y="1208664"/>
                <a:ext cx="335520" cy="1177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EE7B5BD4-92B2-3F2C-F706-EF63C869CF3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821408" y="1200024"/>
                  <a:ext cx="3531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7DFC0E49-1B35-342A-F454-0473F02F92C3}"/>
                    </a:ext>
                  </a:extLst>
                </p14:cNvPr>
                <p14:cNvContentPartPr/>
                <p14:nvPr/>
              </p14:nvContentPartPr>
              <p14:xfrm>
                <a:off x="5250528" y="1146384"/>
                <a:ext cx="692280" cy="2862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7DFC0E49-1B35-342A-F454-0473F02F92C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241528" y="1137384"/>
                  <a:ext cx="70992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DA497A17-57BD-3A84-4C84-57005BD8A753}"/>
                    </a:ext>
                  </a:extLst>
                </p14:cNvPr>
                <p14:cNvContentPartPr/>
                <p14:nvPr/>
              </p14:nvContentPartPr>
              <p14:xfrm>
                <a:off x="5950008" y="1293624"/>
                <a:ext cx="106920" cy="1364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DA497A17-57BD-3A84-4C84-57005BD8A75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941368" y="1284624"/>
                  <a:ext cx="124560" cy="15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F2CD80B-3AAA-F645-9D5F-4C7F41E0B02C}"/>
              </a:ext>
            </a:extLst>
          </p:cNvPr>
          <p:cNvGrpSpPr/>
          <p:nvPr/>
        </p:nvGrpSpPr>
        <p:grpSpPr>
          <a:xfrm>
            <a:off x="6472368" y="1056744"/>
            <a:ext cx="465840" cy="232560"/>
            <a:chOff x="6472368" y="1056744"/>
            <a:chExt cx="46584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C95E0CB3-2582-6115-85C0-8561853823D1}"/>
                    </a:ext>
                  </a:extLst>
                </p14:cNvPr>
                <p14:cNvContentPartPr/>
                <p14:nvPr/>
              </p14:nvContentPartPr>
              <p14:xfrm>
                <a:off x="6562728" y="1092744"/>
                <a:ext cx="38160" cy="1965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C95E0CB3-2582-6115-85C0-8561853823D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553728" y="1084104"/>
                  <a:ext cx="558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CFB2DE4B-FA0F-12EA-96B9-B81F893352F7}"/>
                    </a:ext>
                  </a:extLst>
                </p14:cNvPr>
                <p14:cNvContentPartPr/>
                <p14:nvPr/>
              </p14:nvContentPartPr>
              <p14:xfrm>
                <a:off x="6472368" y="1056744"/>
                <a:ext cx="465840" cy="1958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CFB2DE4B-FA0F-12EA-96B9-B81F893352F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463728" y="1047744"/>
                  <a:ext cx="483480" cy="21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6DAFF2A2-98E6-28A4-EF50-0FFEAE57A577}"/>
              </a:ext>
            </a:extLst>
          </p:cNvPr>
          <p:cNvGrpSpPr/>
          <p:nvPr/>
        </p:nvGrpSpPr>
        <p:grpSpPr>
          <a:xfrm>
            <a:off x="7327368" y="1062144"/>
            <a:ext cx="1213560" cy="193320"/>
            <a:chOff x="7327368" y="1062144"/>
            <a:chExt cx="1213560" cy="19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6D07833A-6C23-4BEA-84C7-7345BA58964D}"/>
                    </a:ext>
                  </a:extLst>
                </p14:cNvPr>
                <p14:cNvContentPartPr/>
                <p14:nvPr/>
              </p14:nvContentPartPr>
              <p14:xfrm>
                <a:off x="7327368" y="1062144"/>
                <a:ext cx="116280" cy="1807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6D07833A-6C23-4BEA-84C7-7345BA58964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318728" y="1053144"/>
                  <a:ext cx="1339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1A8FAD6-2C87-6518-E56D-C0EE61F9ACE6}"/>
                    </a:ext>
                  </a:extLst>
                </p14:cNvPr>
                <p14:cNvContentPartPr/>
                <p14:nvPr/>
              </p14:nvContentPartPr>
              <p14:xfrm>
                <a:off x="7551288" y="1153224"/>
                <a:ext cx="60840" cy="824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1A8FAD6-2C87-6518-E56D-C0EE61F9ACE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542648" y="1144224"/>
                  <a:ext cx="7848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41ED627C-BE3F-9150-515E-44A39247723B}"/>
                    </a:ext>
                  </a:extLst>
                </p14:cNvPr>
                <p14:cNvContentPartPr/>
                <p14:nvPr/>
              </p14:nvContentPartPr>
              <p14:xfrm>
                <a:off x="7696008" y="1178784"/>
                <a:ext cx="250200" cy="766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41ED627C-BE3F-9150-515E-44A39247723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687368" y="1170144"/>
                  <a:ext cx="26784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6DAF7BEE-94AF-BD48-1AEE-FEA9CF8C7535}"/>
                    </a:ext>
                  </a:extLst>
                </p14:cNvPr>
                <p14:cNvContentPartPr/>
                <p14:nvPr/>
              </p14:nvContentPartPr>
              <p14:xfrm>
                <a:off x="8025408" y="1080144"/>
                <a:ext cx="481680" cy="1494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6DAF7BEE-94AF-BD48-1AEE-FEA9CF8C753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016768" y="1071504"/>
                  <a:ext cx="4993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B498D315-5A4A-8340-FC44-D53575D63CDF}"/>
                    </a:ext>
                  </a:extLst>
                </p14:cNvPr>
                <p14:cNvContentPartPr/>
                <p14:nvPr/>
              </p14:nvContentPartPr>
              <p14:xfrm>
                <a:off x="8435808" y="1133784"/>
                <a:ext cx="105120" cy="108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B498D315-5A4A-8340-FC44-D53575D63CD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426808" y="1125144"/>
                  <a:ext cx="12276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A6678BFD-7F8E-73CE-F873-02FA5DDCFDA3}"/>
              </a:ext>
            </a:extLst>
          </p:cNvPr>
          <p:cNvGrpSpPr/>
          <p:nvPr/>
        </p:nvGrpSpPr>
        <p:grpSpPr>
          <a:xfrm>
            <a:off x="9036648" y="961704"/>
            <a:ext cx="941760" cy="230400"/>
            <a:chOff x="9036648" y="961704"/>
            <a:chExt cx="941760" cy="23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92B388FA-11E4-24B8-0667-79D81A743668}"/>
                    </a:ext>
                  </a:extLst>
                </p14:cNvPr>
                <p14:cNvContentPartPr/>
                <p14:nvPr/>
              </p14:nvContentPartPr>
              <p14:xfrm>
                <a:off x="9036648" y="1065024"/>
                <a:ext cx="160200" cy="1220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92B388FA-11E4-24B8-0667-79D81A74366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028008" y="1056384"/>
                  <a:ext cx="1778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68E9B802-B3AF-95BC-306B-1FB3226EB558}"/>
                    </a:ext>
                  </a:extLst>
                </p14:cNvPr>
                <p14:cNvContentPartPr/>
                <p14:nvPr/>
              </p14:nvContentPartPr>
              <p14:xfrm>
                <a:off x="9225288" y="1098144"/>
                <a:ext cx="77400" cy="939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68E9B802-B3AF-95BC-306B-1FB3226EB55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216288" y="1089504"/>
                  <a:ext cx="9504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C29BDF3F-F9F5-99EA-7FDB-716B26E1DF7E}"/>
                    </a:ext>
                  </a:extLst>
                </p14:cNvPr>
                <p14:cNvContentPartPr/>
                <p14:nvPr/>
              </p14:nvContentPartPr>
              <p14:xfrm>
                <a:off x="9440568" y="961704"/>
                <a:ext cx="151920" cy="2257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C29BDF3F-F9F5-99EA-7FDB-716B26E1DF7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431928" y="953064"/>
                  <a:ext cx="16956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94524EAC-F9FD-05D0-E658-C42B87C8560A}"/>
                    </a:ext>
                  </a:extLst>
                </p14:cNvPr>
                <p14:cNvContentPartPr/>
                <p14:nvPr/>
              </p14:nvContentPartPr>
              <p14:xfrm>
                <a:off x="9555408" y="1099944"/>
                <a:ext cx="164880" cy="637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94524EAC-F9FD-05D0-E658-C42B87C8560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546408" y="1090944"/>
                  <a:ext cx="18252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7CCDBE29-B9A5-464F-17BD-10913A5AB2FF}"/>
                    </a:ext>
                  </a:extLst>
                </p14:cNvPr>
                <p14:cNvContentPartPr/>
                <p14:nvPr/>
              </p14:nvContentPartPr>
              <p14:xfrm>
                <a:off x="9795528" y="1060704"/>
                <a:ext cx="182880" cy="1191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7CCDBE29-B9A5-464F-17BD-10913A5AB2F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786528" y="1052064"/>
                  <a:ext cx="200520" cy="136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B2ACCB87-E2FA-051C-0343-141517F81D51}"/>
                  </a:ext>
                </a:extLst>
              </p14:cNvPr>
              <p14:cNvContentPartPr/>
              <p14:nvPr/>
            </p14:nvContentPartPr>
            <p14:xfrm>
              <a:off x="10267488" y="1063944"/>
              <a:ext cx="347400" cy="10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B2ACCB87-E2FA-051C-0343-141517F81D51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0258848" y="1054944"/>
                <a:ext cx="36504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E0088CE-E606-ED68-9045-B568FC8F79A9}"/>
                  </a:ext>
                </a:extLst>
              </p14:cNvPr>
              <p14:cNvContentPartPr/>
              <p14:nvPr/>
            </p14:nvContentPartPr>
            <p14:xfrm>
              <a:off x="10866888" y="943344"/>
              <a:ext cx="374400" cy="4114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E0088CE-E606-ED68-9045-B568FC8F79A9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0858248" y="934704"/>
                <a:ext cx="392040" cy="429120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01CCA872-BD69-74A1-A0ED-F844B9095DBB}"/>
              </a:ext>
            </a:extLst>
          </p:cNvPr>
          <p:cNvGrpSpPr/>
          <p:nvPr/>
        </p:nvGrpSpPr>
        <p:grpSpPr>
          <a:xfrm>
            <a:off x="6573528" y="1482624"/>
            <a:ext cx="1644840" cy="254520"/>
            <a:chOff x="6573528" y="1482624"/>
            <a:chExt cx="1644840" cy="25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928CEF03-5B6E-B78E-F860-885FE16BDE06}"/>
                    </a:ext>
                  </a:extLst>
                </p14:cNvPr>
                <p14:cNvContentPartPr/>
                <p14:nvPr/>
              </p14:nvContentPartPr>
              <p14:xfrm>
                <a:off x="6573528" y="1482624"/>
                <a:ext cx="255600" cy="2545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928CEF03-5B6E-B78E-F860-885FE16BDE0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564528" y="1473984"/>
                  <a:ext cx="27324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EFF44424-7422-38E5-3859-94F7913717CF}"/>
                    </a:ext>
                  </a:extLst>
                </p14:cNvPr>
                <p14:cNvContentPartPr/>
                <p14:nvPr/>
              </p14:nvContentPartPr>
              <p14:xfrm>
                <a:off x="6872328" y="1606824"/>
                <a:ext cx="15840" cy="612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EFF44424-7422-38E5-3859-94F7913717C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863328" y="1597824"/>
                  <a:ext cx="3348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194F9E7D-6C52-04C5-2EA8-951B783D4ECE}"/>
                    </a:ext>
                  </a:extLst>
                </p14:cNvPr>
                <p14:cNvContentPartPr/>
                <p14:nvPr/>
              </p14:nvContentPartPr>
              <p14:xfrm>
                <a:off x="6887808" y="1543104"/>
                <a:ext cx="23400" cy="5328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194F9E7D-6C52-04C5-2EA8-951B783D4EC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878808" y="1534104"/>
                  <a:ext cx="410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240AB7E-2C07-6DF4-3848-E0EBDAFE8522}"/>
                    </a:ext>
                  </a:extLst>
                </p14:cNvPr>
                <p14:cNvContentPartPr/>
                <p14:nvPr/>
              </p14:nvContentPartPr>
              <p14:xfrm>
                <a:off x="6972048" y="1597104"/>
                <a:ext cx="128160" cy="622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240AB7E-2C07-6DF4-3848-E0EBDAFE852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963408" y="1588464"/>
                  <a:ext cx="1458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7885FEA4-5BE0-8C97-04D4-D29DEC94B229}"/>
                    </a:ext>
                  </a:extLst>
                </p14:cNvPr>
                <p14:cNvContentPartPr/>
                <p14:nvPr/>
              </p14:nvContentPartPr>
              <p14:xfrm>
                <a:off x="6981768" y="1591704"/>
                <a:ext cx="867960" cy="828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7885FEA4-5BE0-8C97-04D4-D29DEC94B22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972768" y="1583064"/>
                  <a:ext cx="8856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A435F1A3-206A-3219-0734-B46783DC1858}"/>
                    </a:ext>
                  </a:extLst>
                </p14:cNvPr>
                <p14:cNvContentPartPr/>
                <p14:nvPr/>
              </p14:nvContentPartPr>
              <p14:xfrm>
                <a:off x="7906248" y="1540224"/>
                <a:ext cx="15480" cy="262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A435F1A3-206A-3219-0734-B46783DC185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897248" y="1531224"/>
                  <a:ext cx="3312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DC5480D1-1C40-53F6-AD2E-D38CFAAD249E}"/>
                    </a:ext>
                  </a:extLst>
                </p14:cNvPr>
                <p14:cNvContentPartPr/>
                <p14:nvPr/>
              </p14:nvContentPartPr>
              <p14:xfrm>
                <a:off x="7959528" y="1578024"/>
                <a:ext cx="41400" cy="572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DC5480D1-1C40-53F6-AD2E-D38CFAAD249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950888" y="1569024"/>
                  <a:ext cx="5904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9C96C918-4B9C-B0F4-2D20-C5134CB07EB9}"/>
                    </a:ext>
                  </a:extLst>
                </p14:cNvPr>
                <p14:cNvContentPartPr/>
                <p14:nvPr/>
              </p14:nvContentPartPr>
              <p14:xfrm>
                <a:off x="8106768" y="1582344"/>
                <a:ext cx="111600" cy="536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9C96C918-4B9C-B0F4-2D20-C5134CB07EB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097768" y="1573704"/>
                  <a:ext cx="129240" cy="7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0516334-212E-12C9-607C-FAA737850DB8}"/>
              </a:ext>
            </a:extLst>
          </p:cNvPr>
          <p:cNvGrpSpPr/>
          <p:nvPr/>
        </p:nvGrpSpPr>
        <p:grpSpPr>
          <a:xfrm>
            <a:off x="8785368" y="1421784"/>
            <a:ext cx="376560" cy="312480"/>
            <a:chOff x="8785368" y="1421784"/>
            <a:chExt cx="376560" cy="31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2A527B10-87B0-2A3A-DD53-4978E69B33BD}"/>
                    </a:ext>
                  </a:extLst>
                </p14:cNvPr>
                <p14:cNvContentPartPr/>
                <p14:nvPr/>
              </p14:nvContentPartPr>
              <p14:xfrm>
                <a:off x="8785368" y="1421784"/>
                <a:ext cx="169920" cy="2908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2A527B10-87B0-2A3A-DD53-4978E69B33BD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776728" y="1412784"/>
                  <a:ext cx="18756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3ADACFA4-FED7-29F6-F4A7-9C8ED3BED2DE}"/>
                    </a:ext>
                  </a:extLst>
                </p14:cNvPr>
                <p14:cNvContentPartPr/>
                <p14:nvPr/>
              </p14:nvContentPartPr>
              <p14:xfrm>
                <a:off x="9143928" y="1716264"/>
                <a:ext cx="18000" cy="180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3ADACFA4-FED7-29F6-F4A7-9C8ED3BED2D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134928" y="1707264"/>
                  <a:ext cx="35640" cy="35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77D244D3-B471-7B67-21E1-B54B451E68B0}"/>
                  </a:ext>
                </a:extLst>
              </p14:cNvPr>
              <p14:cNvContentPartPr/>
              <p14:nvPr/>
            </p14:nvContentPartPr>
            <p14:xfrm>
              <a:off x="2821968" y="2460024"/>
              <a:ext cx="354600" cy="2592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77D244D3-B471-7B67-21E1-B54B451E68B0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813328" y="2451024"/>
                <a:ext cx="372240" cy="276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17" name="Group 116">
            <a:extLst>
              <a:ext uri="{FF2B5EF4-FFF2-40B4-BE49-F238E27FC236}">
                <a16:creationId xmlns:a16="http://schemas.microsoft.com/office/drawing/2014/main" id="{F02DD85C-4113-B0F7-2132-602D4A07F6A9}"/>
              </a:ext>
            </a:extLst>
          </p:cNvPr>
          <p:cNvGrpSpPr/>
          <p:nvPr/>
        </p:nvGrpSpPr>
        <p:grpSpPr>
          <a:xfrm>
            <a:off x="2895048" y="4339944"/>
            <a:ext cx="765360" cy="496440"/>
            <a:chOff x="2895048" y="4339944"/>
            <a:chExt cx="765360" cy="49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D1D9E015-70A4-01FE-479E-906F8D8079EE}"/>
                    </a:ext>
                  </a:extLst>
                </p14:cNvPr>
                <p14:cNvContentPartPr/>
                <p14:nvPr/>
              </p14:nvContentPartPr>
              <p14:xfrm>
                <a:off x="2895048" y="4339944"/>
                <a:ext cx="143640" cy="4964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D1D9E015-70A4-01FE-479E-906F8D8079E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886408" y="4330944"/>
                  <a:ext cx="161280" cy="51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A6488826-19E6-04D1-0F5A-77702B6BF7F9}"/>
                    </a:ext>
                  </a:extLst>
                </p14:cNvPr>
                <p14:cNvContentPartPr/>
                <p14:nvPr/>
              </p14:nvContentPartPr>
              <p14:xfrm>
                <a:off x="3112128" y="4427064"/>
                <a:ext cx="548280" cy="3380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A6488826-19E6-04D1-0F5A-77702B6BF7F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103488" y="4418424"/>
                  <a:ext cx="56592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A6711E0-FEA3-911D-00EB-90A39E864DF0}"/>
                    </a:ext>
                  </a:extLst>
                </p14:cNvPr>
                <p14:cNvContentPartPr/>
                <p14:nvPr/>
              </p14:nvContentPartPr>
              <p14:xfrm>
                <a:off x="3226248" y="4568904"/>
                <a:ext cx="176040" cy="482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A6711E0-FEA3-911D-00EB-90A39E864DF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217608" y="4560264"/>
                  <a:ext cx="193680" cy="65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1CAE01A0-5D87-3870-F99B-ED1B23E00ACB}"/>
                  </a:ext>
                </a:extLst>
              </p14:cNvPr>
              <p14:cNvContentPartPr/>
              <p14:nvPr/>
            </p14:nvContentPartPr>
            <p14:xfrm>
              <a:off x="4924728" y="4044384"/>
              <a:ext cx="693720" cy="155628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1CAE01A0-5D87-3870-F99B-ED1B23E00ACB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15728" y="4035384"/>
                <a:ext cx="711360" cy="1573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8" name="Group 207">
            <a:extLst>
              <a:ext uri="{FF2B5EF4-FFF2-40B4-BE49-F238E27FC236}">
                <a16:creationId xmlns:a16="http://schemas.microsoft.com/office/drawing/2014/main" id="{464487B9-D14F-AA5A-9064-CFC35E841F7A}"/>
              </a:ext>
            </a:extLst>
          </p:cNvPr>
          <p:cNvGrpSpPr/>
          <p:nvPr/>
        </p:nvGrpSpPr>
        <p:grpSpPr>
          <a:xfrm>
            <a:off x="4072608" y="2431944"/>
            <a:ext cx="5472720" cy="3661920"/>
            <a:chOff x="4072608" y="2431944"/>
            <a:chExt cx="5472720" cy="366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D30A9452-0CF7-3B62-EA06-4F73533C8825}"/>
                    </a:ext>
                  </a:extLst>
                </p14:cNvPr>
                <p14:cNvContentPartPr/>
                <p14:nvPr/>
              </p14:nvContentPartPr>
              <p14:xfrm>
                <a:off x="4072608" y="2586384"/>
                <a:ext cx="132120" cy="1342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D30A9452-0CF7-3B62-EA06-4F73533C882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063968" y="2577384"/>
                  <a:ext cx="14976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8E900D6C-7894-3835-653F-05C657EC9590}"/>
                    </a:ext>
                  </a:extLst>
                </p14:cNvPr>
                <p14:cNvContentPartPr/>
                <p14:nvPr/>
              </p14:nvContentPartPr>
              <p14:xfrm>
                <a:off x="4362048" y="2587824"/>
                <a:ext cx="141120" cy="1612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8E900D6C-7894-3835-653F-05C657EC959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353048" y="2579184"/>
                  <a:ext cx="1587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1031628-57E6-35CB-A9BB-61EBFDAFFA32}"/>
                    </a:ext>
                  </a:extLst>
                </p14:cNvPr>
                <p14:cNvContentPartPr/>
                <p14:nvPr/>
              </p14:nvContentPartPr>
              <p14:xfrm>
                <a:off x="4891248" y="2562624"/>
                <a:ext cx="330480" cy="3160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1031628-57E6-35CB-A9BB-61EBFDAFFA32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882248" y="2553984"/>
                  <a:ext cx="34812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D5E19343-89D1-B985-F2D9-BACD0460FA07}"/>
                    </a:ext>
                  </a:extLst>
                </p14:cNvPr>
                <p14:cNvContentPartPr/>
                <p14:nvPr/>
              </p14:nvContentPartPr>
              <p14:xfrm>
                <a:off x="5332968" y="2625264"/>
                <a:ext cx="270720" cy="720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D5E19343-89D1-B985-F2D9-BACD0460FA0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324328" y="2616264"/>
                  <a:ext cx="28836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285DBAEE-20F7-0662-68DF-6037690BB267}"/>
                    </a:ext>
                  </a:extLst>
                </p14:cNvPr>
                <p14:cNvContentPartPr/>
                <p14:nvPr/>
              </p14:nvContentPartPr>
              <p14:xfrm>
                <a:off x="4257648" y="2875104"/>
                <a:ext cx="1428120" cy="129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285DBAEE-20F7-0662-68DF-6037690BB267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248648" y="2866104"/>
                  <a:ext cx="14457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9186884F-D234-7FD8-9705-253C128A7706}"/>
                    </a:ext>
                  </a:extLst>
                </p14:cNvPr>
                <p14:cNvContentPartPr/>
                <p14:nvPr/>
              </p14:nvContentPartPr>
              <p14:xfrm>
                <a:off x="4623048" y="2915064"/>
                <a:ext cx="988200" cy="338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9186884F-D234-7FD8-9705-253C128A770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614048" y="2906064"/>
                  <a:ext cx="10058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E0B0405-DE7E-896C-2DE5-0777C7F35063}"/>
                    </a:ext>
                  </a:extLst>
                </p14:cNvPr>
                <p14:cNvContentPartPr/>
                <p14:nvPr/>
              </p14:nvContentPartPr>
              <p14:xfrm>
                <a:off x="6160248" y="2447064"/>
                <a:ext cx="153000" cy="4338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E0B0405-DE7E-896C-2DE5-0777C7F3506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151248" y="2438424"/>
                  <a:ext cx="170640" cy="45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4F08833-5CA5-56F0-48FE-DB52BDCD2B02}"/>
                    </a:ext>
                  </a:extLst>
                </p14:cNvPr>
                <p14:cNvContentPartPr/>
                <p14:nvPr/>
              </p14:nvContentPartPr>
              <p14:xfrm>
                <a:off x="6491448" y="2498904"/>
                <a:ext cx="147600" cy="2401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4F08833-5CA5-56F0-48FE-DB52BDCD2B02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482808" y="2489904"/>
                  <a:ext cx="16524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1202B9D3-542F-DFEF-BAC1-95F6599AD298}"/>
                    </a:ext>
                  </a:extLst>
                </p14:cNvPr>
                <p14:cNvContentPartPr/>
                <p14:nvPr/>
              </p14:nvContentPartPr>
              <p14:xfrm>
                <a:off x="6762168" y="2465784"/>
                <a:ext cx="705960" cy="2289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1202B9D3-542F-DFEF-BAC1-95F6599AD29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753168" y="2456784"/>
                  <a:ext cx="7236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8D51F36-AD1A-2200-3736-7D1D2E912A3D}"/>
                    </a:ext>
                  </a:extLst>
                </p14:cNvPr>
                <p14:cNvContentPartPr/>
                <p14:nvPr/>
              </p14:nvContentPartPr>
              <p14:xfrm>
                <a:off x="6995808" y="2521584"/>
                <a:ext cx="187920" cy="424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8D51F36-AD1A-2200-3736-7D1D2E912A3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987168" y="2512944"/>
                  <a:ext cx="20556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2D945F2-F27E-F04E-6E1C-31304D101D59}"/>
                    </a:ext>
                  </a:extLst>
                </p14:cNvPr>
                <p14:cNvContentPartPr/>
                <p14:nvPr/>
              </p14:nvContentPartPr>
              <p14:xfrm>
                <a:off x="7868808" y="2469024"/>
                <a:ext cx="180360" cy="2275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2D945F2-F27E-F04E-6E1C-31304D101D5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860168" y="2460024"/>
                  <a:ext cx="1980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65836FAD-B70A-3DEA-4378-2BC7ED6EE631}"/>
                    </a:ext>
                  </a:extLst>
                </p14:cNvPr>
                <p14:cNvContentPartPr/>
                <p14:nvPr/>
              </p14:nvContentPartPr>
              <p14:xfrm>
                <a:off x="8360568" y="2435904"/>
                <a:ext cx="143640" cy="4773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65836FAD-B70A-3DEA-4378-2BC7ED6EE63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351928" y="2427264"/>
                  <a:ext cx="161280" cy="49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4B88100-8FDD-76DB-C344-31744BBCDC26}"/>
                    </a:ext>
                  </a:extLst>
                </p14:cNvPr>
                <p14:cNvContentPartPr/>
                <p14:nvPr/>
              </p14:nvContentPartPr>
              <p14:xfrm>
                <a:off x="8365968" y="2643264"/>
                <a:ext cx="342000" cy="1209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4B88100-8FDD-76DB-C344-31744BBCDC2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356968" y="2634264"/>
                  <a:ext cx="3596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7C67F8B0-E8CB-46ED-AF5C-CC188A491624}"/>
                    </a:ext>
                  </a:extLst>
                </p14:cNvPr>
                <p14:cNvContentPartPr/>
                <p14:nvPr/>
              </p14:nvContentPartPr>
              <p14:xfrm>
                <a:off x="8833248" y="2630304"/>
                <a:ext cx="51120" cy="446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7C67F8B0-E8CB-46ED-AF5C-CC188A49162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824248" y="2621664"/>
                  <a:ext cx="6876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20F6C695-594A-5821-9083-FAAA4B58C5E0}"/>
                    </a:ext>
                  </a:extLst>
                </p14:cNvPr>
                <p14:cNvContentPartPr/>
                <p14:nvPr/>
              </p14:nvContentPartPr>
              <p14:xfrm>
                <a:off x="9037008" y="2555064"/>
                <a:ext cx="95760" cy="1670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20F6C695-594A-5821-9083-FAAA4B58C5E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028368" y="2546424"/>
                  <a:ext cx="1134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14F9E43D-F4AC-3E7D-F7DB-429E70922439}"/>
                    </a:ext>
                  </a:extLst>
                </p14:cNvPr>
                <p14:cNvContentPartPr/>
                <p14:nvPr/>
              </p14:nvContentPartPr>
              <p14:xfrm>
                <a:off x="9237528" y="2431944"/>
                <a:ext cx="241920" cy="4870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14F9E43D-F4AC-3E7D-F7DB-429E70922439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228888" y="2423304"/>
                  <a:ext cx="259560" cy="50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0D226364-B3F9-2C24-A09A-E5C5A91E7671}"/>
                    </a:ext>
                  </a:extLst>
                </p14:cNvPr>
                <p14:cNvContentPartPr/>
                <p14:nvPr/>
              </p14:nvContentPartPr>
              <p14:xfrm>
                <a:off x="4631688" y="3263544"/>
                <a:ext cx="286200" cy="23839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0D226364-B3F9-2C24-A09A-E5C5A91E767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623048" y="3254544"/>
                  <a:ext cx="303840" cy="240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C9480DB-12D2-3E74-D2AD-D76BFF4AD78A}"/>
                    </a:ext>
                  </a:extLst>
                </p14:cNvPr>
                <p14:cNvContentPartPr/>
                <p14:nvPr/>
              </p14:nvContentPartPr>
              <p14:xfrm>
                <a:off x="4916088" y="5562504"/>
                <a:ext cx="4629240" cy="763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C9480DB-12D2-3E74-D2AD-D76BFF4AD78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907448" y="5553864"/>
                  <a:ext cx="464688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0E73AAC2-A2D3-0975-1513-D0BB03F89D27}"/>
                    </a:ext>
                  </a:extLst>
                </p14:cNvPr>
                <p14:cNvContentPartPr/>
                <p14:nvPr/>
              </p14:nvContentPartPr>
              <p14:xfrm>
                <a:off x="9493128" y="5707224"/>
                <a:ext cx="360" cy="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0E73AAC2-A2D3-0975-1513-D0BB03F89D2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484128" y="569858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9FBD817E-2996-B3A9-E43E-7BE36EC82306}"/>
                    </a:ext>
                  </a:extLst>
                </p14:cNvPr>
                <p14:cNvContentPartPr/>
                <p14:nvPr/>
              </p14:nvContentPartPr>
              <p14:xfrm>
                <a:off x="7261128" y="5721624"/>
                <a:ext cx="154080" cy="3722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9FBD817E-2996-B3A9-E43E-7BE36EC82306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7252488" y="5712984"/>
                  <a:ext cx="17172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F6D53B7F-F747-322D-9428-BFD7E109B1ED}"/>
                    </a:ext>
                  </a:extLst>
                </p14:cNvPr>
                <p14:cNvContentPartPr/>
                <p14:nvPr/>
              </p14:nvContentPartPr>
              <p14:xfrm>
                <a:off x="7053768" y="5883984"/>
                <a:ext cx="493560" cy="982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F6D53B7F-F747-322D-9428-BFD7E109B1ED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7044768" y="5875344"/>
                  <a:ext cx="51120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6ABCA0B7-5EFA-8B2F-18D9-CFF1486B10A1}"/>
                    </a:ext>
                  </a:extLst>
                </p14:cNvPr>
                <p14:cNvContentPartPr/>
                <p14:nvPr/>
              </p14:nvContentPartPr>
              <p14:xfrm>
                <a:off x="7646688" y="5883264"/>
                <a:ext cx="83520" cy="655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6ABCA0B7-5EFA-8B2F-18D9-CFF1486B10A1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7638048" y="5874264"/>
                  <a:ext cx="1011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D5BED2BC-D732-E8E4-4B17-CEF8AD3A5C1C}"/>
                    </a:ext>
                  </a:extLst>
                </p14:cNvPr>
                <p14:cNvContentPartPr/>
                <p14:nvPr/>
              </p14:nvContentPartPr>
              <p14:xfrm>
                <a:off x="7824888" y="5817744"/>
                <a:ext cx="110160" cy="1962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D5BED2BC-D732-E8E4-4B17-CEF8AD3A5C1C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7815888" y="5809104"/>
                  <a:ext cx="1278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3EE79BA6-FF04-A0E1-D865-09CB7CD4BC37}"/>
                    </a:ext>
                  </a:extLst>
                </p14:cNvPr>
                <p14:cNvContentPartPr/>
                <p14:nvPr/>
              </p14:nvContentPartPr>
              <p14:xfrm>
                <a:off x="4655088" y="5110704"/>
                <a:ext cx="304920" cy="428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3EE79BA6-FF04-A0E1-D865-09CB7CD4BC37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4646448" y="5101704"/>
                  <a:ext cx="32256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6B64D36-DB88-ED58-AD02-652CCB96818B}"/>
                    </a:ext>
                  </a:extLst>
                </p14:cNvPr>
                <p14:cNvContentPartPr/>
                <p14:nvPr/>
              </p14:nvContentPartPr>
              <p14:xfrm>
                <a:off x="4427568" y="5100264"/>
                <a:ext cx="76320" cy="1407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6B64D36-DB88-ED58-AD02-652CCB96818B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4418928" y="5091264"/>
                  <a:ext cx="939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11513CF2-A878-4CEC-DD71-7F7225DCE04C}"/>
                    </a:ext>
                  </a:extLst>
                </p14:cNvPr>
                <p14:cNvContentPartPr/>
                <p14:nvPr/>
              </p14:nvContentPartPr>
              <p14:xfrm>
                <a:off x="4472928" y="5043384"/>
                <a:ext cx="120960" cy="572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11513CF2-A878-4CEC-DD71-7F7225DCE04C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4463928" y="5034384"/>
                  <a:ext cx="13860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D2E51748-9DC6-C14F-B415-71B481274BEA}"/>
                    </a:ext>
                  </a:extLst>
                </p14:cNvPr>
                <p14:cNvContentPartPr/>
                <p14:nvPr/>
              </p14:nvContentPartPr>
              <p14:xfrm>
                <a:off x="4709808" y="4594464"/>
                <a:ext cx="260280" cy="399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D2E51748-9DC6-C14F-B415-71B481274BEA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4701168" y="4585464"/>
                  <a:ext cx="2779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2BB87188-379F-109C-3D7B-D1461C54A341}"/>
                    </a:ext>
                  </a:extLst>
                </p14:cNvPr>
                <p14:cNvContentPartPr/>
                <p14:nvPr/>
              </p14:nvContentPartPr>
              <p14:xfrm>
                <a:off x="4430088" y="4524264"/>
                <a:ext cx="11520" cy="1141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2BB87188-379F-109C-3D7B-D1461C54A341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421448" y="4515264"/>
                  <a:ext cx="2916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2D360D2C-960B-1D48-253D-0DBEBDC1BB47}"/>
                    </a:ext>
                  </a:extLst>
                </p14:cNvPr>
                <p14:cNvContentPartPr/>
                <p14:nvPr/>
              </p14:nvContentPartPr>
              <p14:xfrm>
                <a:off x="4520808" y="4523544"/>
                <a:ext cx="61200" cy="802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2D360D2C-960B-1D48-253D-0DBEBDC1BB47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512168" y="4514904"/>
                  <a:ext cx="788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02BC2C77-240F-044C-508A-85CD70E64677}"/>
                    </a:ext>
                  </a:extLst>
                </p14:cNvPr>
                <p14:cNvContentPartPr/>
                <p14:nvPr/>
              </p14:nvContentPartPr>
              <p14:xfrm>
                <a:off x="4484808" y="3868344"/>
                <a:ext cx="310680" cy="183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02BC2C77-240F-044C-508A-85CD70E64677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475808" y="3859704"/>
                  <a:ext cx="3283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0CA9C26A-5280-8CA9-17B8-2E65A2421D6A}"/>
                    </a:ext>
                  </a:extLst>
                </p14:cNvPr>
                <p14:cNvContentPartPr/>
                <p14:nvPr/>
              </p14:nvContentPartPr>
              <p14:xfrm>
                <a:off x="4177008" y="3838824"/>
                <a:ext cx="27000" cy="1429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0CA9C26A-5280-8CA9-17B8-2E65A2421D6A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168368" y="3830184"/>
                  <a:ext cx="446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9BF241EF-2B40-902E-2DA5-63DD9BBC5805}"/>
                    </a:ext>
                  </a:extLst>
                </p14:cNvPr>
                <p14:cNvContentPartPr/>
                <p14:nvPr/>
              </p14:nvContentPartPr>
              <p14:xfrm>
                <a:off x="4282128" y="3896424"/>
                <a:ext cx="131400" cy="1206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9BF241EF-2B40-902E-2DA5-63DD9BBC5805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4273488" y="3887424"/>
                  <a:ext cx="14904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3775EB84-AF6E-D2CF-8F7D-D340ACCF08FD}"/>
                    </a:ext>
                  </a:extLst>
                </p14:cNvPr>
                <p14:cNvContentPartPr/>
                <p14:nvPr/>
              </p14:nvContentPartPr>
              <p14:xfrm>
                <a:off x="4422168" y="3886344"/>
                <a:ext cx="52200" cy="72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3775EB84-AF6E-D2CF-8F7D-D340ACCF08FD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4413168" y="3877344"/>
                  <a:ext cx="698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CDE9FC9A-3E62-06AB-022A-6B3B47A9F2CF}"/>
                    </a:ext>
                  </a:extLst>
                </p14:cNvPr>
                <p14:cNvContentPartPr/>
                <p14:nvPr/>
              </p14:nvContentPartPr>
              <p14:xfrm>
                <a:off x="4340088" y="3852504"/>
                <a:ext cx="165600" cy="417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CDE9FC9A-3E62-06AB-022A-6B3B47A9F2C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4331448" y="3843864"/>
                  <a:ext cx="1832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C7363B7B-57DC-7FEB-1085-E96D67B66F5B}"/>
                    </a:ext>
                  </a:extLst>
                </p14:cNvPr>
                <p14:cNvContentPartPr/>
                <p14:nvPr/>
              </p14:nvContentPartPr>
              <p14:xfrm>
                <a:off x="4608288" y="3056184"/>
                <a:ext cx="7920" cy="1116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C7363B7B-57DC-7FEB-1085-E96D67B66F5B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4599648" y="3047184"/>
                  <a:ext cx="255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251A5516-E7F2-3DFD-12A7-9F843FC5AB31}"/>
                    </a:ext>
                  </a:extLst>
                </p14:cNvPr>
                <p14:cNvContentPartPr/>
                <p14:nvPr/>
              </p14:nvContentPartPr>
              <p14:xfrm>
                <a:off x="4595688" y="3285504"/>
                <a:ext cx="5040" cy="651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251A5516-E7F2-3DFD-12A7-9F843FC5AB31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4587048" y="3276504"/>
                  <a:ext cx="2268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72B2D710-5EA4-AE4E-E3BA-1BF7156AC6FF}"/>
                    </a:ext>
                  </a:extLst>
                </p14:cNvPr>
                <p14:cNvContentPartPr/>
                <p14:nvPr/>
              </p14:nvContentPartPr>
              <p14:xfrm>
                <a:off x="4547448" y="3167784"/>
                <a:ext cx="162360" cy="378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72B2D710-5EA4-AE4E-E3BA-1BF7156AC6FF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4538808" y="3159144"/>
                  <a:ext cx="18000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85E39CE1-E3F4-0E2F-5F2A-CA04B944176A}"/>
                    </a:ext>
                  </a:extLst>
                </p14:cNvPr>
                <p14:cNvContentPartPr/>
                <p14:nvPr/>
              </p14:nvContentPartPr>
              <p14:xfrm>
                <a:off x="4157208" y="3007224"/>
                <a:ext cx="80280" cy="2433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85E39CE1-E3F4-0E2F-5F2A-CA04B944176A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4148568" y="2998584"/>
                  <a:ext cx="979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F35DA3CC-79AE-3151-BDD3-D141C498A5C8}"/>
                    </a:ext>
                  </a:extLst>
                </p14:cNvPr>
                <p14:cNvContentPartPr/>
                <p14:nvPr/>
              </p14:nvContentPartPr>
              <p14:xfrm>
                <a:off x="4338648" y="3062304"/>
                <a:ext cx="113760" cy="1141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F35DA3CC-79AE-3151-BDD3-D141C498A5C8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4330008" y="3053304"/>
                  <a:ext cx="13140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C892D1B1-A93A-6095-0725-27E3C2823438}"/>
                    </a:ext>
                  </a:extLst>
                </p14:cNvPr>
                <p14:cNvContentPartPr/>
                <p14:nvPr/>
              </p14:nvContentPartPr>
              <p14:xfrm>
                <a:off x="4637808" y="3026664"/>
                <a:ext cx="20160" cy="1810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C892D1B1-A93A-6095-0725-27E3C2823438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4628808" y="3018024"/>
                  <a:ext cx="3780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BCF61782-5E8B-6A37-BFD9-2C4286898907}"/>
                    </a:ext>
                  </a:extLst>
                </p14:cNvPr>
                <p14:cNvContentPartPr/>
                <p14:nvPr/>
              </p14:nvContentPartPr>
              <p14:xfrm>
                <a:off x="5395608" y="5521464"/>
                <a:ext cx="3960" cy="1389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BCF61782-5E8B-6A37-BFD9-2C4286898907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5386968" y="5512464"/>
                  <a:ext cx="2160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73AE18F8-DB7C-28B1-2C06-8EA0451F559F}"/>
                    </a:ext>
                  </a:extLst>
                </p14:cNvPr>
                <p14:cNvContentPartPr/>
                <p14:nvPr/>
              </p14:nvContentPartPr>
              <p14:xfrm>
                <a:off x="5383368" y="5693904"/>
                <a:ext cx="62280" cy="1454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73AE18F8-DB7C-28B1-2C06-8EA0451F559F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5374368" y="5685264"/>
                  <a:ext cx="7992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1C5291C4-E3FB-2CFD-5D29-5DB1FA4FE36F}"/>
                    </a:ext>
                  </a:extLst>
                </p14:cNvPr>
                <p14:cNvContentPartPr/>
                <p14:nvPr/>
              </p14:nvContentPartPr>
              <p14:xfrm>
                <a:off x="5485608" y="5648184"/>
                <a:ext cx="113400" cy="432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1C5291C4-E3FB-2CFD-5D29-5DB1FA4FE36F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5476968" y="5639544"/>
                  <a:ext cx="1310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D8E7DDC1-7DB7-1394-FDD9-A6318341C074}"/>
                    </a:ext>
                  </a:extLst>
                </p14:cNvPr>
                <p14:cNvContentPartPr/>
                <p14:nvPr/>
              </p14:nvContentPartPr>
              <p14:xfrm>
                <a:off x="5900328" y="5529744"/>
                <a:ext cx="16920" cy="1267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D8E7DDC1-7DB7-1394-FDD9-A6318341C074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5891688" y="5521104"/>
                  <a:ext cx="345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788C448F-4537-EAC6-1000-45214BE5058D}"/>
                    </a:ext>
                  </a:extLst>
                </p14:cNvPr>
                <p14:cNvContentPartPr/>
                <p14:nvPr/>
              </p14:nvContentPartPr>
              <p14:xfrm>
                <a:off x="5878368" y="5707944"/>
                <a:ext cx="27000" cy="986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788C448F-4537-EAC6-1000-45214BE5058D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5869368" y="5698944"/>
                  <a:ext cx="4464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D5C9ADC3-3732-6C93-FBDD-C3F3D227A363}"/>
                    </a:ext>
                  </a:extLst>
                </p14:cNvPr>
                <p14:cNvContentPartPr/>
                <p14:nvPr/>
              </p14:nvContentPartPr>
              <p14:xfrm>
                <a:off x="5965128" y="5760504"/>
                <a:ext cx="55800" cy="532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D5C9ADC3-3732-6C93-FBDD-C3F3D227A363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5956128" y="5751864"/>
                  <a:ext cx="734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C554B1EE-31A7-D32F-09A3-F779885E40BD}"/>
                    </a:ext>
                  </a:extLst>
                </p14:cNvPr>
                <p14:cNvContentPartPr/>
                <p14:nvPr/>
              </p14:nvContentPartPr>
              <p14:xfrm>
                <a:off x="6326208" y="5547744"/>
                <a:ext cx="8280" cy="1166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C554B1EE-31A7-D32F-09A3-F779885E40BD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317568" y="5539104"/>
                  <a:ext cx="2592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166FA64C-E612-85EA-7B56-16884822C26F}"/>
                    </a:ext>
                  </a:extLst>
                </p14:cNvPr>
                <p14:cNvContentPartPr/>
                <p14:nvPr/>
              </p14:nvContentPartPr>
              <p14:xfrm>
                <a:off x="6300648" y="5722704"/>
                <a:ext cx="14760" cy="702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166FA64C-E612-85EA-7B56-16884822C26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6291648" y="5713704"/>
                  <a:ext cx="3240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A610401B-FE08-3A7C-BE77-C537D29983E1}"/>
                    </a:ext>
                  </a:extLst>
                </p14:cNvPr>
                <p14:cNvContentPartPr/>
                <p14:nvPr/>
              </p14:nvContentPartPr>
              <p14:xfrm>
                <a:off x="6397848" y="5737104"/>
                <a:ext cx="131400" cy="1087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A610401B-FE08-3A7C-BE77-C537D29983E1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6389208" y="5728104"/>
                  <a:ext cx="14904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19BEF19D-CCDB-D378-3525-D17828B21880}"/>
                    </a:ext>
                  </a:extLst>
                </p14:cNvPr>
                <p14:cNvContentPartPr/>
                <p14:nvPr/>
              </p14:nvContentPartPr>
              <p14:xfrm>
                <a:off x="6666768" y="5568624"/>
                <a:ext cx="24120" cy="928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19BEF19D-CCDB-D378-3525-D17828B21880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6658128" y="5559624"/>
                  <a:ext cx="4176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EDB0B150-C0D4-1A20-D1EC-A46F3BB5FE39}"/>
                    </a:ext>
                  </a:extLst>
                </p14:cNvPr>
                <p14:cNvContentPartPr/>
                <p14:nvPr/>
              </p14:nvContentPartPr>
              <p14:xfrm>
                <a:off x="6985728" y="5565744"/>
                <a:ext cx="32040" cy="716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EDB0B150-C0D4-1A20-D1EC-A46F3BB5FE39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6976728" y="5557104"/>
                  <a:ext cx="4968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6A3CBD0E-28F2-34DC-65CE-0C7DA4B0A3C6}"/>
                    </a:ext>
                  </a:extLst>
                </p14:cNvPr>
                <p14:cNvContentPartPr/>
                <p14:nvPr/>
              </p14:nvContentPartPr>
              <p14:xfrm>
                <a:off x="7257528" y="5581224"/>
                <a:ext cx="8280" cy="608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6A3CBD0E-28F2-34DC-65CE-0C7DA4B0A3C6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7248528" y="5572584"/>
                  <a:ext cx="2592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E69C67C5-028D-5384-7CA8-7DD69CA99914}"/>
                    </a:ext>
                  </a:extLst>
                </p14:cNvPr>
                <p14:cNvContentPartPr/>
                <p14:nvPr/>
              </p14:nvContentPartPr>
              <p14:xfrm>
                <a:off x="7544808" y="5562504"/>
                <a:ext cx="28440" cy="698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E69C67C5-028D-5384-7CA8-7DD69CA99914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7535808" y="5553864"/>
                  <a:ext cx="460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A56D39DC-7B1C-2B5A-97AC-C8C19F8087F9}"/>
                    </a:ext>
                  </a:extLst>
                </p14:cNvPr>
                <p14:cNvContentPartPr/>
                <p14:nvPr/>
              </p14:nvContentPartPr>
              <p14:xfrm>
                <a:off x="7891128" y="5591664"/>
                <a:ext cx="19080" cy="882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A56D39DC-7B1C-2B5A-97AC-C8C19F8087F9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7882488" y="5582664"/>
                  <a:ext cx="3672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05826FC-6663-674D-32C6-9E7A8D024072}"/>
                    </a:ext>
                  </a:extLst>
                </p14:cNvPr>
                <p14:cNvContentPartPr/>
                <p14:nvPr/>
              </p14:nvContentPartPr>
              <p14:xfrm>
                <a:off x="8086608" y="5590944"/>
                <a:ext cx="21240" cy="817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05826FC-6663-674D-32C6-9E7A8D024072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8077968" y="5581944"/>
                  <a:ext cx="388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A481DBA-9192-545F-757A-53E6A6E5D085}"/>
                    </a:ext>
                  </a:extLst>
                </p14:cNvPr>
                <p14:cNvContentPartPr/>
                <p14:nvPr/>
              </p14:nvContentPartPr>
              <p14:xfrm>
                <a:off x="8350848" y="5602464"/>
                <a:ext cx="23040" cy="806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A481DBA-9192-545F-757A-53E6A6E5D085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8342208" y="5593824"/>
                  <a:ext cx="4068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620AE402-8490-F406-3039-BFB1E9EA1405}"/>
                    </a:ext>
                  </a:extLst>
                </p14:cNvPr>
                <p14:cNvContentPartPr/>
                <p14:nvPr/>
              </p14:nvContentPartPr>
              <p14:xfrm>
                <a:off x="8715888" y="5632704"/>
                <a:ext cx="25560" cy="633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620AE402-8490-F406-3039-BFB1E9EA1405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706888" y="5623704"/>
                  <a:ext cx="4320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F64AFEE-3A5D-45AC-7BEE-705BD8D6D9D4}"/>
                    </a:ext>
                  </a:extLst>
                </p14:cNvPr>
                <p14:cNvContentPartPr/>
                <p14:nvPr/>
              </p14:nvContentPartPr>
              <p14:xfrm>
                <a:off x="9033048" y="5610384"/>
                <a:ext cx="10800" cy="885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F64AFEE-3A5D-45AC-7BEE-705BD8D6D9D4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024408" y="5601384"/>
                  <a:ext cx="284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8AB76595-B200-C3BC-2D26-02E40B6B599F}"/>
                    </a:ext>
                  </a:extLst>
                </p14:cNvPr>
                <p14:cNvContentPartPr/>
                <p14:nvPr/>
              </p14:nvContentPartPr>
              <p14:xfrm>
                <a:off x="9419328" y="5641704"/>
                <a:ext cx="26280" cy="835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8AB76595-B200-C3BC-2D26-02E40B6B599F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410328" y="5633064"/>
                  <a:ext cx="4392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32FC4418-9ADF-EBA7-7F2D-1C41553959FB}"/>
                    </a:ext>
                  </a:extLst>
                </p14:cNvPr>
                <p14:cNvContentPartPr/>
                <p14:nvPr/>
              </p14:nvContentPartPr>
              <p14:xfrm>
                <a:off x="5719248" y="3898944"/>
                <a:ext cx="51120" cy="2016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32FC4418-9ADF-EBA7-7F2D-1C41553959FB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5710248" y="3890304"/>
                  <a:ext cx="687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3B2CD516-1171-8412-EE80-2F3F6D499628}"/>
                    </a:ext>
                  </a:extLst>
                </p14:cNvPr>
                <p14:cNvContentPartPr/>
                <p14:nvPr/>
              </p14:nvContentPartPr>
              <p14:xfrm>
                <a:off x="5881968" y="3879144"/>
                <a:ext cx="15480" cy="1551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3B2CD516-1171-8412-EE80-2F3F6D499628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5873328" y="3870144"/>
                  <a:ext cx="331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049A1E2E-834B-BDCA-FD99-1DD7EBDF18F2}"/>
                    </a:ext>
                  </a:extLst>
                </p14:cNvPr>
                <p14:cNvContentPartPr/>
                <p14:nvPr/>
              </p14:nvContentPartPr>
              <p14:xfrm>
                <a:off x="5823288" y="3968784"/>
                <a:ext cx="69840" cy="144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049A1E2E-834B-BDCA-FD99-1DD7EBDF18F2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5814288" y="3959784"/>
                  <a:ext cx="874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7B3EB3FB-6731-8DA9-E5DF-B217D2B17D5B}"/>
                    </a:ext>
                  </a:extLst>
                </p14:cNvPr>
                <p14:cNvContentPartPr/>
                <p14:nvPr/>
              </p14:nvContentPartPr>
              <p14:xfrm>
                <a:off x="5949648" y="3954024"/>
                <a:ext cx="160560" cy="446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7B3EB3FB-6731-8DA9-E5DF-B217D2B17D5B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5940648" y="3945384"/>
                  <a:ext cx="1782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8B84CBEB-F016-063F-3B18-58DC072BAB80}"/>
                    </a:ext>
                  </a:extLst>
                </p14:cNvPr>
                <p14:cNvContentPartPr/>
                <p14:nvPr/>
              </p14:nvContentPartPr>
              <p14:xfrm>
                <a:off x="6135408" y="3925584"/>
                <a:ext cx="21240" cy="1339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8B84CBEB-F016-063F-3B18-58DC072BAB80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6126768" y="3916944"/>
                  <a:ext cx="3888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CCF16235-5136-B3CD-DE50-920EDC5B10C6}"/>
                    </a:ext>
                  </a:extLst>
                </p14:cNvPr>
                <p14:cNvContentPartPr/>
                <p14:nvPr/>
              </p14:nvContentPartPr>
              <p14:xfrm>
                <a:off x="6290928" y="3793104"/>
                <a:ext cx="116280" cy="2206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CCF16235-5136-B3CD-DE50-920EDC5B10C6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6282288" y="3784104"/>
                  <a:ext cx="13392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3FC37109-3343-85EF-C4CB-7F065E2E36FC}"/>
                    </a:ext>
                  </a:extLst>
                </p14:cNvPr>
                <p14:cNvContentPartPr/>
                <p14:nvPr/>
              </p14:nvContentPartPr>
              <p14:xfrm>
                <a:off x="6373368" y="3766824"/>
                <a:ext cx="62640" cy="147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3FC37109-3343-85EF-C4CB-7F065E2E36FC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6364368" y="3757824"/>
                  <a:ext cx="802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6E66D584-A822-8DEC-8D39-3BBD2371DE0D}"/>
                    </a:ext>
                  </a:extLst>
                </p14:cNvPr>
                <p14:cNvContentPartPr/>
                <p14:nvPr/>
              </p14:nvContentPartPr>
              <p14:xfrm>
                <a:off x="6469848" y="3828024"/>
                <a:ext cx="2880" cy="122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6E66D584-A822-8DEC-8D39-3BBD2371DE0D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6461208" y="3819024"/>
                  <a:ext cx="205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1B6FB43-29CD-5442-EA27-A655A0C08903}"/>
                    </a:ext>
                  </a:extLst>
                </p14:cNvPr>
                <p14:cNvContentPartPr/>
                <p14:nvPr/>
              </p14:nvContentPartPr>
              <p14:xfrm>
                <a:off x="6450408" y="3834144"/>
                <a:ext cx="107640" cy="1602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1B6FB43-29CD-5442-EA27-A655A0C08903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6441768" y="3825504"/>
                  <a:ext cx="1252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EC79440F-9D09-28AB-A82D-3D26CD1596AB}"/>
                    </a:ext>
                  </a:extLst>
                </p14:cNvPr>
                <p14:cNvContentPartPr/>
                <p14:nvPr/>
              </p14:nvContentPartPr>
              <p14:xfrm>
                <a:off x="6630768" y="3934944"/>
                <a:ext cx="21600" cy="964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EC79440F-9D09-28AB-A82D-3D26CD1596AB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6621768" y="3925944"/>
                  <a:ext cx="392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418414C8-99CD-68CB-E6F7-27BA9F1A0766}"/>
                    </a:ext>
                  </a:extLst>
                </p14:cNvPr>
                <p14:cNvContentPartPr/>
                <p14:nvPr/>
              </p14:nvContentPartPr>
              <p14:xfrm>
                <a:off x="6742728" y="3846024"/>
                <a:ext cx="5040" cy="1155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418414C8-99CD-68CB-E6F7-27BA9F1A0766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6733728" y="3837024"/>
                  <a:ext cx="226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FEBFD3EC-AA0E-7EE4-7B93-E06A5C494B90}"/>
                    </a:ext>
                  </a:extLst>
                </p14:cNvPr>
                <p14:cNvContentPartPr/>
                <p14:nvPr/>
              </p14:nvContentPartPr>
              <p14:xfrm>
                <a:off x="6841728" y="3810384"/>
                <a:ext cx="72000" cy="1411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FEBFD3EC-AA0E-7EE4-7B93-E06A5C494B90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6832728" y="3801744"/>
                  <a:ext cx="896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52BE0C13-BE6D-B967-B5BF-1A1313204BB2}"/>
                    </a:ext>
                  </a:extLst>
                </p14:cNvPr>
                <p14:cNvContentPartPr/>
                <p14:nvPr/>
              </p14:nvContentPartPr>
              <p14:xfrm>
                <a:off x="6959448" y="3743064"/>
                <a:ext cx="145080" cy="2826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52BE0C13-BE6D-B967-B5BF-1A1313204BB2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6950808" y="3734064"/>
                  <a:ext cx="16272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48EEE150-1317-863B-B396-89576FACFDA6}"/>
                    </a:ext>
                  </a:extLst>
                </p14:cNvPr>
                <p14:cNvContentPartPr/>
                <p14:nvPr/>
              </p14:nvContentPartPr>
              <p14:xfrm>
                <a:off x="5482008" y="4049784"/>
                <a:ext cx="154440" cy="1843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48EEE150-1317-863B-B396-89576FACFDA6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473008" y="4040784"/>
                  <a:ext cx="17208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81267F47-2732-B4F7-A218-EA0E47DC1489}"/>
                    </a:ext>
                  </a:extLst>
                </p14:cNvPr>
                <p14:cNvContentPartPr/>
                <p14:nvPr/>
              </p14:nvContentPartPr>
              <p14:xfrm>
                <a:off x="5525208" y="4090104"/>
                <a:ext cx="128520" cy="810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81267F47-2732-B4F7-A218-EA0E47DC1489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516568" y="4081104"/>
                  <a:ext cx="14616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9183CE9-FF68-3864-F5E0-9F98201DAC18}"/>
                    </a:ext>
                  </a:extLst>
                </p14:cNvPr>
                <p14:cNvContentPartPr/>
                <p14:nvPr/>
              </p14:nvContentPartPr>
              <p14:xfrm>
                <a:off x="5113008" y="4816944"/>
                <a:ext cx="360" cy="3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9183CE9-FF68-3864-F5E0-9F98201DAC1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104368" y="480830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17BC7AE5-DE8E-4E7F-D8A9-67159199B430}"/>
                    </a:ext>
                  </a:extLst>
                </p14:cNvPr>
                <p14:cNvContentPartPr/>
                <p14:nvPr/>
              </p14:nvContentPartPr>
              <p14:xfrm>
                <a:off x="5087088" y="4806504"/>
                <a:ext cx="48240" cy="367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17BC7AE5-DE8E-4E7F-D8A9-67159199B43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078088" y="4797504"/>
                  <a:ext cx="658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A3EAF261-2669-EE40-C886-C9F66C2F818B}"/>
                    </a:ext>
                  </a:extLst>
                </p14:cNvPr>
                <p14:cNvContentPartPr/>
                <p14:nvPr/>
              </p14:nvContentPartPr>
              <p14:xfrm>
                <a:off x="4939128" y="4816584"/>
                <a:ext cx="241560" cy="7614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A3EAF261-2669-EE40-C886-C9F66C2F818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930128" y="4807584"/>
                  <a:ext cx="259200" cy="77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9454232-8BA4-01F7-8251-0D57BD1612A4}"/>
                    </a:ext>
                  </a:extLst>
                </p14:cNvPr>
                <p14:cNvContentPartPr/>
                <p14:nvPr/>
              </p14:nvContentPartPr>
              <p14:xfrm>
                <a:off x="5472648" y="4817304"/>
                <a:ext cx="61560" cy="1436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9454232-8BA4-01F7-8251-0D57BD1612A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464008" y="4808664"/>
                  <a:ext cx="792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861697DB-2B3D-FAFF-F742-3E6C3D11B9C2}"/>
                    </a:ext>
                  </a:extLst>
                </p14:cNvPr>
                <p14:cNvContentPartPr/>
                <p14:nvPr/>
              </p14:nvContentPartPr>
              <p14:xfrm>
                <a:off x="5440248" y="4778424"/>
                <a:ext cx="123840" cy="561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861697DB-2B3D-FAFF-F742-3E6C3D11B9C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431248" y="4769784"/>
                  <a:ext cx="14148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9C30419-FF98-5608-C620-725C15B2826B}"/>
                    </a:ext>
                  </a:extLst>
                </p14:cNvPr>
                <p14:cNvContentPartPr/>
                <p14:nvPr/>
              </p14:nvContentPartPr>
              <p14:xfrm>
                <a:off x="5688648" y="4786344"/>
                <a:ext cx="173880" cy="1180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9C30419-FF98-5608-C620-725C15B2826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679648" y="4777704"/>
                  <a:ext cx="1915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62EE9E79-875E-7226-7A77-770AEB5D20DF}"/>
                    </a:ext>
                  </a:extLst>
                </p14:cNvPr>
                <p14:cNvContentPartPr/>
                <p14:nvPr/>
              </p14:nvContentPartPr>
              <p14:xfrm>
                <a:off x="5948208" y="4675464"/>
                <a:ext cx="144360" cy="2520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62EE9E79-875E-7226-7A77-770AEB5D20DF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939208" y="4666824"/>
                  <a:ext cx="16200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216A01CB-E16C-5E1E-7BE7-D285820D9701}"/>
                    </a:ext>
                  </a:extLst>
                </p14:cNvPr>
                <p14:cNvContentPartPr/>
                <p14:nvPr/>
              </p14:nvContentPartPr>
              <p14:xfrm>
                <a:off x="5992128" y="4692384"/>
                <a:ext cx="182160" cy="2559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216A01CB-E16C-5E1E-7BE7-D285820D970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983128" y="4683744"/>
                  <a:ext cx="1998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688B02C6-551D-95DA-5FA9-1FB1B1C94076}"/>
                    </a:ext>
                  </a:extLst>
                </p14:cNvPr>
                <p14:cNvContentPartPr/>
                <p14:nvPr/>
              </p14:nvContentPartPr>
              <p14:xfrm>
                <a:off x="6033528" y="4664304"/>
                <a:ext cx="91800" cy="219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688B02C6-551D-95DA-5FA9-1FB1B1C94076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024888" y="4655664"/>
                  <a:ext cx="1094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FA300D49-6555-86F4-7E86-9501D23036F6}"/>
                    </a:ext>
                  </a:extLst>
                </p14:cNvPr>
                <p14:cNvContentPartPr/>
                <p14:nvPr/>
              </p14:nvContentPartPr>
              <p14:xfrm>
                <a:off x="6170688" y="4699944"/>
                <a:ext cx="39600" cy="1324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FA300D49-6555-86F4-7E86-9501D23036F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162048" y="4690944"/>
                  <a:ext cx="572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F1DB50B7-848C-6C67-2CD3-22C04ADB8390}"/>
                    </a:ext>
                  </a:extLst>
                </p14:cNvPr>
                <p14:cNvContentPartPr/>
                <p14:nvPr/>
              </p14:nvContentPartPr>
              <p14:xfrm>
                <a:off x="6304968" y="4780224"/>
                <a:ext cx="4680" cy="914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F1DB50B7-848C-6C67-2CD3-22C04ADB839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295968" y="4771584"/>
                  <a:ext cx="2232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674C2619-EB38-8663-ECB3-E5B130ABC668}"/>
                    </a:ext>
                  </a:extLst>
                </p14:cNvPr>
                <p14:cNvContentPartPr/>
                <p14:nvPr/>
              </p14:nvContentPartPr>
              <p14:xfrm>
                <a:off x="6349248" y="4677264"/>
                <a:ext cx="106560" cy="1310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674C2619-EB38-8663-ECB3-E5B130ABC668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340608" y="4668624"/>
                  <a:ext cx="1242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56CABEDE-1593-AD58-6882-173224BD33B9}"/>
                    </a:ext>
                  </a:extLst>
                </p14:cNvPr>
                <p14:cNvContentPartPr/>
                <p14:nvPr/>
              </p14:nvContentPartPr>
              <p14:xfrm>
                <a:off x="6505848" y="4585104"/>
                <a:ext cx="151920" cy="2354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56CABEDE-1593-AD58-6882-173224BD33B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496848" y="4576104"/>
                  <a:ext cx="16956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F63D016F-0B41-9A7A-F86E-BC0C01D9F2F5}"/>
                    </a:ext>
                  </a:extLst>
                </p14:cNvPr>
                <p14:cNvContentPartPr/>
                <p14:nvPr/>
              </p14:nvContentPartPr>
              <p14:xfrm>
                <a:off x="8361648" y="5334264"/>
                <a:ext cx="23040" cy="396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F63D016F-0B41-9A7A-F86E-BC0C01D9F2F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352648" y="5325624"/>
                  <a:ext cx="406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BE66DD19-D210-0869-94A6-368DF5CD2B1B}"/>
                    </a:ext>
                  </a:extLst>
                </p14:cNvPr>
                <p14:cNvContentPartPr/>
                <p14:nvPr/>
              </p14:nvContentPartPr>
              <p14:xfrm>
                <a:off x="8266608" y="5266224"/>
                <a:ext cx="117000" cy="1695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BE66DD19-D210-0869-94A6-368DF5CD2B1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257608" y="5257584"/>
                  <a:ext cx="1346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5DFC9032-1DC4-BFFE-3D49-6386824AE73F}"/>
                    </a:ext>
                  </a:extLst>
                </p14:cNvPr>
                <p14:cNvContentPartPr/>
                <p14:nvPr/>
              </p14:nvContentPartPr>
              <p14:xfrm>
                <a:off x="4972248" y="5258664"/>
                <a:ext cx="3406680" cy="31068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5DFC9032-1DC4-BFFE-3D49-6386824AE73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963248" y="5250024"/>
                  <a:ext cx="342432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CE43EF49-7F07-B528-ECED-A8F4DBB03CF9}"/>
                    </a:ext>
                  </a:extLst>
                </p14:cNvPr>
                <p14:cNvContentPartPr/>
                <p14:nvPr/>
              </p14:nvContentPartPr>
              <p14:xfrm>
                <a:off x="8190288" y="5174784"/>
                <a:ext cx="160560" cy="2336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CE43EF49-7F07-B528-ECED-A8F4DBB03CF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181288" y="5165784"/>
                  <a:ext cx="178200" cy="25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14E1A73B-3E97-84F6-FE6E-1E4C8A4E4A00}"/>
              </a:ext>
            </a:extLst>
          </p:cNvPr>
          <p:cNvGrpSpPr/>
          <p:nvPr/>
        </p:nvGrpSpPr>
        <p:grpSpPr>
          <a:xfrm>
            <a:off x="7514568" y="4492944"/>
            <a:ext cx="2196360" cy="546480"/>
            <a:chOff x="7514568" y="4492944"/>
            <a:chExt cx="2196360" cy="54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4DE706B9-F149-AADD-7D00-EEEFE7994202}"/>
                    </a:ext>
                  </a:extLst>
                </p14:cNvPr>
                <p14:cNvContentPartPr/>
                <p14:nvPr/>
              </p14:nvContentPartPr>
              <p14:xfrm>
                <a:off x="7514568" y="4751064"/>
                <a:ext cx="199080" cy="25848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4DE706B9-F149-AADD-7D00-EEEFE799420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505928" y="4742064"/>
                  <a:ext cx="2167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1737553F-2CA0-DF30-F7BC-4049A8990EA0}"/>
                    </a:ext>
                  </a:extLst>
                </p14:cNvPr>
                <p14:cNvContentPartPr/>
                <p14:nvPr/>
              </p14:nvContentPartPr>
              <p14:xfrm>
                <a:off x="7625448" y="4943304"/>
                <a:ext cx="104760" cy="147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1737553F-2CA0-DF30-F7BC-4049A8990EA0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616808" y="4934304"/>
                  <a:ext cx="1224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997028CD-8967-E062-7277-B1C8751B9A00}"/>
                    </a:ext>
                  </a:extLst>
                </p14:cNvPr>
                <p14:cNvContentPartPr/>
                <p14:nvPr/>
              </p14:nvContentPartPr>
              <p14:xfrm>
                <a:off x="7792488" y="4898304"/>
                <a:ext cx="47160" cy="788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997028CD-8967-E062-7277-B1C8751B9A0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783848" y="4889664"/>
                  <a:ext cx="6480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0516AA59-F823-C189-4A8A-BBE4C84EAEDA}"/>
                    </a:ext>
                  </a:extLst>
                </p14:cNvPr>
                <p14:cNvContentPartPr/>
                <p14:nvPr/>
              </p14:nvContentPartPr>
              <p14:xfrm>
                <a:off x="7958808" y="4824144"/>
                <a:ext cx="192600" cy="21528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0516AA59-F823-C189-4A8A-BBE4C84EAED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949808" y="4815504"/>
                  <a:ext cx="2102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AA98B16D-FA62-DB6B-CFED-8D9098D216CF}"/>
                    </a:ext>
                  </a:extLst>
                </p14:cNvPr>
                <p14:cNvContentPartPr/>
                <p14:nvPr/>
              </p14:nvContentPartPr>
              <p14:xfrm>
                <a:off x="8173728" y="4846824"/>
                <a:ext cx="66960" cy="234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AA98B16D-FA62-DB6B-CFED-8D9098D216C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164728" y="4837824"/>
                  <a:ext cx="846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2A044478-4149-DE36-A2EE-562C61CB7278}"/>
                    </a:ext>
                  </a:extLst>
                </p14:cNvPr>
                <p14:cNvContentPartPr/>
                <p14:nvPr/>
              </p14:nvContentPartPr>
              <p14:xfrm>
                <a:off x="8292168" y="4629744"/>
                <a:ext cx="83520" cy="2224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2A044478-4149-DE36-A2EE-562C61CB727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283168" y="4621104"/>
                  <a:ext cx="1011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E6E7AAED-F5D7-BB10-DEE2-666C2240B32A}"/>
                    </a:ext>
                  </a:extLst>
                </p14:cNvPr>
                <p14:cNvContentPartPr/>
                <p14:nvPr/>
              </p14:nvContentPartPr>
              <p14:xfrm>
                <a:off x="8408088" y="4746744"/>
                <a:ext cx="2160" cy="216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E6E7AAED-F5D7-BB10-DEE2-666C2240B32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399448" y="4738104"/>
                  <a:ext cx="198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3C2F3F60-B428-7B66-8592-6991C1C4E072}"/>
                    </a:ext>
                  </a:extLst>
                </p14:cNvPr>
                <p14:cNvContentPartPr/>
                <p14:nvPr/>
              </p14:nvContentPartPr>
              <p14:xfrm>
                <a:off x="8441208" y="4710744"/>
                <a:ext cx="104760" cy="9864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3C2F3F60-B428-7B66-8592-6991C1C4E072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432208" y="4701744"/>
                  <a:ext cx="12240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3C7186A3-6026-191F-D415-D3F40E8C8321}"/>
                    </a:ext>
                  </a:extLst>
                </p14:cNvPr>
                <p14:cNvContentPartPr/>
                <p14:nvPr/>
              </p14:nvContentPartPr>
              <p14:xfrm>
                <a:off x="8677728" y="4622544"/>
                <a:ext cx="167760" cy="1566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3C7186A3-6026-191F-D415-D3F40E8C832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669088" y="4613904"/>
                  <a:ext cx="1854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338BE8C7-41AC-D2E2-BB65-4B5C32B46A58}"/>
                    </a:ext>
                  </a:extLst>
                </p14:cNvPr>
                <p14:cNvContentPartPr/>
                <p14:nvPr/>
              </p14:nvContentPartPr>
              <p14:xfrm>
                <a:off x="8721648" y="4594464"/>
                <a:ext cx="201960" cy="1450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338BE8C7-41AC-D2E2-BB65-4B5C32B46A5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713008" y="4585464"/>
                  <a:ext cx="2196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3D0CE6C8-C918-C8CF-F75D-F986DBAF7504}"/>
                    </a:ext>
                  </a:extLst>
                </p14:cNvPr>
                <p14:cNvContentPartPr/>
                <p14:nvPr/>
              </p14:nvContentPartPr>
              <p14:xfrm>
                <a:off x="8974728" y="4587264"/>
                <a:ext cx="135000" cy="2048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3D0CE6C8-C918-C8CF-F75D-F986DBAF7504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966088" y="4578624"/>
                  <a:ext cx="15264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1B4AE9D-9C98-C54A-349A-5B9D14F39CFC}"/>
                    </a:ext>
                  </a:extLst>
                </p14:cNvPr>
                <p14:cNvContentPartPr/>
                <p14:nvPr/>
              </p14:nvContentPartPr>
              <p14:xfrm>
                <a:off x="9027288" y="4557384"/>
                <a:ext cx="82800" cy="388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1B4AE9D-9C98-C54A-349A-5B9D14F39CF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018288" y="4548744"/>
                  <a:ext cx="1004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FD64810B-FB71-3F22-00C7-29007AC351A5}"/>
                    </a:ext>
                  </a:extLst>
                </p14:cNvPr>
                <p14:cNvContentPartPr/>
                <p14:nvPr/>
              </p14:nvContentPartPr>
              <p14:xfrm>
                <a:off x="9123408" y="4611384"/>
                <a:ext cx="50040" cy="1144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FD64810B-FB71-3F22-00C7-29007AC351A5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114768" y="4602744"/>
                  <a:ext cx="6768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EA07CB59-DCA0-DE38-3C0F-63AC51135AE7}"/>
                    </a:ext>
                  </a:extLst>
                </p14:cNvPr>
                <p14:cNvContentPartPr/>
                <p14:nvPr/>
              </p14:nvContentPartPr>
              <p14:xfrm>
                <a:off x="9265248" y="4575744"/>
                <a:ext cx="52200" cy="1141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EA07CB59-DCA0-DE38-3C0F-63AC51135AE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256248" y="4567104"/>
                  <a:ext cx="6984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45251FA5-BEE9-767A-6EFA-868D85880ACF}"/>
                    </a:ext>
                  </a:extLst>
                </p14:cNvPr>
                <p14:cNvContentPartPr/>
                <p14:nvPr/>
              </p14:nvContentPartPr>
              <p14:xfrm>
                <a:off x="9377928" y="4668624"/>
                <a:ext cx="13320" cy="950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45251FA5-BEE9-767A-6EFA-868D85880AC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369288" y="4659624"/>
                  <a:ext cx="3096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C5DA6606-6C2F-49F7-64B1-2BDD8A8CF697}"/>
                    </a:ext>
                  </a:extLst>
                </p14:cNvPr>
                <p14:cNvContentPartPr/>
                <p14:nvPr/>
              </p14:nvContentPartPr>
              <p14:xfrm>
                <a:off x="9483048" y="4573944"/>
                <a:ext cx="18720" cy="1054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C5DA6606-6C2F-49F7-64B1-2BDD8A8CF69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474048" y="4564944"/>
                  <a:ext cx="363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34C38794-C83E-F10B-B491-773178E3C549}"/>
                    </a:ext>
                  </a:extLst>
                </p14:cNvPr>
                <p14:cNvContentPartPr/>
                <p14:nvPr/>
              </p14:nvContentPartPr>
              <p14:xfrm>
                <a:off x="9535608" y="4492944"/>
                <a:ext cx="175320" cy="2646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34C38794-C83E-F10B-B491-773178E3C54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526608" y="4483944"/>
                  <a:ext cx="192960" cy="28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6D3BED91-DE55-2ECC-F35B-5EAF1D273D3B}"/>
                  </a:ext>
                </a:extLst>
              </p14:cNvPr>
              <p14:cNvContentPartPr/>
              <p14:nvPr/>
            </p14:nvContentPartPr>
            <p14:xfrm>
              <a:off x="8992368" y="5577264"/>
              <a:ext cx="99360" cy="11052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6D3BED91-DE55-2ECC-F35B-5EAF1D273D3B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8983728" y="5568264"/>
                <a:ext cx="1170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DDDB488D-BDA5-5C90-45B5-735D146B301B}"/>
                  </a:ext>
                </a:extLst>
              </p14:cNvPr>
              <p14:cNvContentPartPr/>
              <p14:nvPr/>
            </p14:nvContentPartPr>
            <p14:xfrm>
              <a:off x="9175608" y="5276304"/>
              <a:ext cx="22320" cy="3132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DDDB488D-BDA5-5C90-45B5-735D146B301B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9166608" y="5267664"/>
                <a:ext cx="39960" cy="48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46" name="Group 245">
            <a:extLst>
              <a:ext uri="{FF2B5EF4-FFF2-40B4-BE49-F238E27FC236}">
                <a16:creationId xmlns:a16="http://schemas.microsoft.com/office/drawing/2014/main" id="{B2023229-1D5F-26A8-5EE1-6EFC44EC7E9A}"/>
              </a:ext>
            </a:extLst>
          </p:cNvPr>
          <p:cNvGrpSpPr/>
          <p:nvPr/>
        </p:nvGrpSpPr>
        <p:grpSpPr>
          <a:xfrm>
            <a:off x="9023328" y="4965624"/>
            <a:ext cx="2091600" cy="519840"/>
            <a:chOff x="9023328" y="4965624"/>
            <a:chExt cx="2091600" cy="51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5424AF6E-ADE8-4ADE-44E1-5361D995CDB4}"/>
                    </a:ext>
                  </a:extLst>
                </p14:cNvPr>
                <p14:cNvContentPartPr/>
                <p14:nvPr/>
              </p14:nvContentPartPr>
              <p14:xfrm>
                <a:off x="9100008" y="5378544"/>
                <a:ext cx="41760" cy="1069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5424AF6E-ADE8-4ADE-44E1-5361D995CDB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091008" y="5369544"/>
                  <a:ext cx="5940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741A3C9D-B797-B87A-97F9-92FFA21F96FE}"/>
                    </a:ext>
                  </a:extLst>
                </p14:cNvPr>
                <p14:cNvContentPartPr/>
                <p14:nvPr/>
              </p14:nvContentPartPr>
              <p14:xfrm>
                <a:off x="9023328" y="5353704"/>
                <a:ext cx="174240" cy="486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741A3C9D-B797-B87A-97F9-92FFA21F96F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014688" y="5344704"/>
                  <a:ext cx="19188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0B86AF5F-83DD-5CD3-72B1-13413D0B8ED8}"/>
                    </a:ext>
                  </a:extLst>
                </p14:cNvPr>
                <p14:cNvContentPartPr/>
                <p14:nvPr/>
              </p14:nvContentPartPr>
              <p14:xfrm>
                <a:off x="9227088" y="5309424"/>
                <a:ext cx="476640" cy="1418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0B86AF5F-83DD-5CD3-72B1-13413D0B8ED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218088" y="5300424"/>
                  <a:ext cx="4942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F98DA081-2A6A-77A4-79DE-2E1EB9FEE740}"/>
                    </a:ext>
                  </a:extLst>
                </p14:cNvPr>
                <p14:cNvContentPartPr/>
                <p14:nvPr/>
              </p14:nvContentPartPr>
              <p14:xfrm>
                <a:off x="9790488" y="5284224"/>
                <a:ext cx="128880" cy="615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F98DA081-2A6A-77A4-79DE-2E1EB9FEE740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781848" y="5275224"/>
                  <a:ext cx="14652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A56E71B7-22CF-1375-30D6-A96934845378}"/>
                    </a:ext>
                  </a:extLst>
                </p14:cNvPr>
                <p14:cNvContentPartPr/>
                <p14:nvPr/>
              </p14:nvContentPartPr>
              <p14:xfrm>
                <a:off x="9948168" y="5289984"/>
                <a:ext cx="9720" cy="327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A56E71B7-22CF-1375-30D6-A96934845378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939168" y="5280984"/>
                  <a:ext cx="273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663A7BB2-0B14-FC37-21BE-0F5256CBF2FC}"/>
                    </a:ext>
                  </a:extLst>
                </p14:cNvPr>
                <p14:cNvContentPartPr/>
                <p14:nvPr/>
              </p14:nvContentPartPr>
              <p14:xfrm>
                <a:off x="10034568" y="5260104"/>
                <a:ext cx="153000" cy="892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663A7BB2-0B14-FC37-21BE-0F5256CBF2F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025568" y="5251104"/>
                  <a:ext cx="17064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7CCFE436-7C12-0FA4-E273-F096B36AD32F}"/>
                    </a:ext>
                  </a:extLst>
                </p14:cNvPr>
                <p14:cNvContentPartPr/>
                <p14:nvPr/>
              </p14:nvContentPartPr>
              <p14:xfrm>
                <a:off x="10303848" y="5278824"/>
                <a:ext cx="43560" cy="1980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7CCFE436-7C12-0FA4-E273-F096B36AD32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294848" y="5269824"/>
                  <a:ext cx="612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CB47A466-B2D3-D50F-9BEB-ECA8A53FF664}"/>
                    </a:ext>
                  </a:extLst>
                </p14:cNvPr>
                <p14:cNvContentPartPr/>
                <p14:nvPr/>
              </p14:nvContentPartPr>
              <p14:xfrm>
                <a:off x="10297728" y="5082624"/>
                <a:ext cx="147960" cy="21312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CB47A466-B2D3-D50F-9BEB-ECA8A53FF66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289088" y="5073984"/>
                  <a:ext cx="16560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C90C659D-1956-38F7-E88C-608E003316A7}"/>
                    </a:ext>
                  </a:extLst>
                </p14:cNvPr>
                <p14:cNvContentPartPr/>
                <p14:nvPr/>
              </p14:nvContentPartPr>
              <p14:xfrm>
                <a:off x="10419408" y="5047704"/>
                <a:ext cx="72720" cy="180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C90C659D-1956-38F7-E88C-608E003316A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410768" y="5038704"/>
                  <a:ext cx="903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A58C9704-0599-3B91-538C-27FCC75481E6}"/>
                    </a:ext>
                  </a:extLst>
                </p14:cNvPr>
                <p14:cNvContentPartPr/>
                <p14:nvPr/>
              </p14:nvContentPartPr>
              <p14:xfrm>
                <a:off x="10514808" y="5076864"/>
                <a:ext cx="42120" cy="1152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A58C9704-0599-3B91-538C-27FCC75481E6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506168" y="5068224"/>
                  <a:ext cx="5976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496C8BFF-0B81-5BB8-4093-160248A4FFA7}"/>
                    </a:ext>
                  </a:extLst>
                </p14:cNvPr>
                <p14:cNvContentPartPr/>
                <p14:nvPr/>
              </p14:nvContentPartPr>
              <p14:xfrm>
                <a:off x="10568088" y="5079744"/>
                <a:ext cx="66240" cy="111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496C8BFF-0B81-5BB8-4093-160248A4FFA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559448" y="5071104"/>
                  <a:ext cx="838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47B73745-06AB-7400-E29D-492B86A19CCD}"/>
                    </a:ext>
                  </a:extLst>
                </p14:cNvPr>
                <p14:cNvContentPartPr/>
                <p14:nvPr/>
              </p14:nvContentPartPr>
              <p14:xfrm>
                <a:off x="10675368" y="5056704"/>
                <a:ext cx="64080" cy="1314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47B73745-06AB-7400-E29D-492B86A19CCD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666368" y="5048064"/>
                  <a:ext cx="817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0D82865F-D194-EC10-69A5-7AEFEC10FA26}"/>
                    </a:ext>
                  </a:extLst>
                </p14:cNvPr>
                <p14:cNvContentPartPr/>
                <p14:nvPr/>
              </p14:nvContentPartPr>
              <p14:xfrm>
                <a:off x="10777608" y="5139144"/>
                <a:ext cx="39240" cy="856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0D82865F-D194-EC10-69A5-7AEFEC10FA26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768608" y="5130504"/>
                  <a:ext cx="5688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7CF6D889-5D73-875B-613B-6B67ADAB2FE7}"/>
                    </a:ext>
                  </a:extLst>
                </p14:cNvPr>
                <p14:cNvContentPartPr/>
                <p14:nvPr/>
              </p14:nvContentPartPr>
              <p14:xfrm>
                <a:off x="10903608" y="5058864"/>
                <a:ext cx="36720" cy="687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7CF6D889-5D73-875B-613B-6B67ADAB2FE7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0894608" y="5050224"/>
                  <a:ext cx="543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B142FAAD-FB56-0A5E-BA51-0DEB6A5DE88A}"/>
                    </a:ext>
                  </a:extLst>
                </p14:cNvPr>
                <p14:cNvContentPartPr/>
                <p14:nvPr/>
              </p14:nvContentPartPr>
              <p14:xfrm>
                <a:off x="10858248" y="4965624"/>
                <a:ext cx="256680" cy="2505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B142FAAD-FB56-0A5E-BA51-0DEB6A5DE88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0849608" y="4956624"/>
                  <a:ext cx="274320" cy="268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5658898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030FB0A-0F25-F5A6-BB46-7D5C854A5F85}"/>
              </a:ext>
            </a:extLst>
          </p:cNvPr>
          <p:cNvGrpSpPr/>
          <p:nvPr/>
        </p:nvGrpSpPr>
        <p:grpSpPr>
          <a:xfrm>
            <a:off x="724968" y="485784"/>
            <a:ext cx="1059480" cy="291240"/>
            <a:chOff x="724968" y="485784"/>
            <a:chExt cx="1059480" cy="29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ED1118BE-149C-C454-C9F4-E5B598119C49}"/>
                    </a:ext>
                  </a:extLst>
                </p14:cNvPr>
                <p14:cNvContentPartPr/>
                <p14:nvPr/>
              </p14:nvContentPartPr>
              <p14:xfrm>
                <a:off x="724968" y="530424"/>
                <a:ext cx="162000" cy="2466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ED1118BE-149C-C454-C9F4-E5B598119C49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15968" y="521424"/>
                  <a:ext cx="17964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4BDE85F9-DF29-EAAF-F5AF-5DBD51DB0328}"/>
                    </a:ext>
                  </a:extLst>
                </p14:cNvPr>
                <p14:cNvContentPartPr/>
                <p14:nvPr/>
              </p14:nvContentPartPr>
              <p14:xfrm>
                <a:off x="1036368" y="592344"/>
                <a:ext cx="124200" cy="118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4BDE85F9-DF29-EAAF-F5AF-5DBD51DB032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027728" y="583344"/>
                  <a:ext cx="1418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85D1EC5-4462-DA93-6DE9-845E07CBCB24}"/>
                    </a:ext>
                  </a:extLst>
                </p14:cNvPr>
                <p14:cNvContentPartPr/>
                <p14:nvPr/>
              </p14:nvContentPartPr>
              <p14:xfrm>
                <a:off x="1274688" y="485784"/>
                <a:ext cx="200520" cy="2206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85D1EC5-4462-DA93-6DE9-845E07CBCB2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265688" y="476784"/>
                  <a:ext cx="2181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9929B949-FD4B-9AC6-DD9F-3D42482C1ABF}"/>
                    </a:ext>
                  </a:extLst>
                </p14:cNvPr>
                <p14:cNvContentPartPr/>
                <p14:nvPr/>
              </p14:nvContentPartPr>
              <p14:xfrm>
                <a:off x="1459368" y="618264"/>
                <a:ext cx="325080" cy="709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9929B949-FD4B-9AC6-DD9F-3D42482C1AB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50368" y="609264"/>
                  <a:ext cx="342720" cy="8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5A760BE-2735-AD6E-6D1B-952D536CF34E}"/>
              </a:ext>
            </a:extLst>
          </p:cNvPr>
          <p:cNvGrpSpPr/>
          <p:nvPr/>
        </p:nvGrpSpPr>
        <p:grpSpPr>
          <a:xfrm>
            <a:off x="2136528" y="354744"/>
            <a:ext cx="601200" cy="350640"/>
            <a:chOff x="2136528" y="354744"/>
            <a:chExt cx="601200" cy="35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CE9C0CB3-0653-8614-7D0F-F6E34941364C}"/>
                    </a:ext>
                  </a:extLst>
                </p14:cNvPr>
                <p14:cNvContentPartPr/>
                <p14:nvPr/>
              </p14:nvContentPartPr>
              <p14:xfrm>
                <a:off x="2136528" y="354744"/>
                <a:ext cx="161280" cy="3092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CE9C0CB3-0653-8614-7D0F-F6E34941364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127888" y="345744"/>
                  <a:ext cx="17892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187FE9B3-FD6E-01CB-8C05-7D585C2F089C}"/>
                    </a:ext>
                  </a:extLst>
                </p14:cNvPr>
                <p14:cNvContentPartPr/>
                <p14:nvPr/>
              </p14:nvContentPartPr>
              <p14:xfrm>
                <a:off x="2324448" y="560304"/>
                <a:ext cx="13680" cy="3060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187FE9B3-FD6E-01CB-8C05-7D585C2F089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315808" y="551664"/>
                  <a:ext cx="313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0D3D1998-2E71-57C9-AA1D-7F297CA1F296}"/>
                    </a:ext>
                  </a:extLst>
                </p14:cNvPr>
                <p14:cNvContentPartPr/>
                <p14:nvPr/>
              </p14:nvContentPartPr>
              <p14:xfrm>
                <a:off x="2395008" y="513864"/>
                <a:ext cx="219600" cy="1591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0D3D1998-2E71-57C9-AA1D-7F297CA1F29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386368" y="505224"/>
                  <a:ext cx="2372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5E99EB3D-238C-7CEC-81F3-894C31E2957A}"/>
                    </a:ext>
                  </a:extLst>
                </p14:cNvPr>
                <p14:cNvContentPartPr/>
                <p14:nvPr/>
              </p14:nvContentPartPr>
              <p14:xfrm>
                <a:off x="2703888" y="585144"/>
                <a:ext cx="33840" cy="1202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5E99EB3D-238C-7CEC-81F3-894C31E2957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94888" y="576144"/>
                  <a:ext cx="51480" cy="137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670B8B9-21B4-E279-9DF4-BC5E086A9334}"/>
                  </a:ext>
                </a:extLst>
              </p14:cNvPr>
              <p14:cNvContentPartPr/>
              <p14:nvPr/>
            </p14:nvContentPartPr>
            <p14:xfrm>
              <a:off x="2922408" y="697824"/>
              <a:ext cx="24840" cy="90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670B8B9-21B4-E279-9DF4-BC5E086A933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13768" y="688824"/>
                <a:ext cx="42480" cy="10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" name="Group 24">
            <a:extLst>
              <a:ext uri="{FF2B5EF4-FFF2-40B4-BE49-F238E27FC236}">
                <a16:creationId xmlns:a16="http://schemas.microsoft.com/office/drawing/2014/main" id="{2947AF91-53E3-F952-89BB-19B26707C218}"/>
              </a:ext>
            </a:extLst>
          </p:cNvPr>
          <p:cNvGrpSpPr/>
          <p:nvPr/>
        </p:nvGrpSpPr>
        <p:grpSpPr>
          <a:xfrm>
            <a:off x="3650328" y="370944"/>
            <a:ext cx="481320" cy="289800"/>
            <a:chOff x="3650328" y="370944"/>
            <a:chExt cx="481320" cy="2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FD533EB-A2E5-42CA-191B-BE444EB83F8C}"/>
                    </a:ext>
                  </a:extLst>
                </p14:cNvPr>
                <p14:cNvContentPartPr/>
                <p14:nvPr/>
              </p14:nvContentPartPr>
              <p14:xfrm>
                <a:off x="3650328" y="370944"/>
                <a:ext cx="324720" cy="2898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FD533EB-A2E5-42CA-191B-BE444EB83F8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641688" y="361944"/>
                  <a:ext cx="34236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F5533C76-9DEC-1342-4D62-1EE128CAD24E}"/>
                    </a:ext>
                  </a:extLst>
                </p14:cNvPr>
                <p14:cNvContentPartPr/>
                <p14:nvPr/>
              </p14:nvContentPartPr>
              <p14:xfrm>
                <a:off x="3838968" y="532944"/>
                <a:ext cx="292680" cy="1224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F5533C76-9DEC-1342-4D62-1EE128CAD24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829968" y="523944"/>
                  <a:ext cx="310320" cy="14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62A7E54-EB10-B355-3620-7FC27F3915C6}"/>
              </a:ext>
            </a:extLst>
          </p:cNvPr>
          <p:cNvGrpSpPr/>
          <p:nvPr/>
        </p:nvGrpSpPr>
        <p:grpSpPr>
          <a:xfrm>
            <a:off x="4319928" y="492984"/>
            <a:ext cx="354960" cy="312840"/>
            <a:chOff x="4319928" y="492984"/>
            <a:chExt cx="354960" cy="31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A7A46897-A25B-7D4C-C2D1-022D91E48AD4}"/>
                    </a:ext>
                  </a:extLst>
                </p14:cNvPr>
                <p14:cNvContentPartPr/>
                <p14:nvPr/>
              </p14:nvContentPartPr>
              <p14:xfrm>
                <a:off x="4319928" y="492984"/>
                <a:ext cx="83160" cy="3128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A7A46897-A25B-7D4C-C2D1-022D91E48AD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310928" y="484344"/>
                  <a:ext cx="10080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830E090E-7C5A-7DFC-1C1F-7952D6B7ABE5}"/>
                    </a:ext>
                  </a:extLst>
                </p14:cNvPr>
                <p14:cNvContentPartPr/>
                <p14:nvPr/>
              </p14:nvContentPartPr>
              <p14:xfrm>
                <a:off x="4493808" y="611424"/>
                <a:ext cx="28080" cy="450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830E090E-7C5A-7DFC-1C1F-7952D6B7ABE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84808" y="602424"/>
                  <a:ext cx="4572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E154904B-9768-35B5-2CA0-3CC28D46F4C4}"/>
                    </a:ext>
                  </a:extLst>
                </p14:cNvPr>
                <p14:cNvContentPartPr/>
                <p14:nvPr/>
              </p14:nvContentPartPr>
              <p14:xfrm>
                <a:off x="4607928" y="597024"/>
                <a:ext cx="66960" cy="378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E154904B-9768-35B5-2CA0-3CC28D46F4C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98928" y="588384"/>
                  <a:ext cx="8460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637703B-27E8-37F7-8299-CEB93164A039}"/>
              </a:ext>
            </a:extLst>
          </p:cNvPr>
          <p:cNvGrpSpPr/>
          <p:nvPr/>
        </p:nvGrpSpPr>
        <p:grpSpPr>
          <a:xfrm>
            <a:off x="4929048" y="400824"/>
            <a:ext cx="501120" cy="292320"/>
            <a:chOff x="4929048" y="400824"/>
            <a:chExt cx="501120" cy="29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152F7D47-C260-6673-9742-551E3F143823}"/>
                    </a:ext>
                  </a:extLst>
                </p14:cNvPr>
                <p14:cNvContentPartPr/>
                <p14:nvPr/>
              </p14:nvContentPartPr>
              <p14:xfrm>
                <a:off x="4929048" y="400824"/>
                <a:ext cx="115560" cy="2595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152F7D47-C260-6673-9742-551E3F14382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920048" y="392184"/>
                  <a:ext cx="13320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C9DAE6DF-549B-A0E5-A76A-9F2C3A8C381B}"/>
                    </a:ext>
                  </a:extLst>
                </p14:cNvPr>
                <p14:cNvContentPartPr/>
                <p14:nvPr/>
              </p14:nvContentPartPr>
              <p14:xfrm>
                <a:off x="5069808" y="561744"/>
                <a:ext cx="1440" cy="442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C9DAE6DF-549B-A0E5-A76A-9F2C3A8C381B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061168" y="552744"/>
                  <a:ext cx="1908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DB251389-30BB-E957-4755-9DC4BC331298}"/>
                    </a:ext>
                  </a:extLst>
                </p14:cNvPr>
                <p14:cNvContentPartPr/>
                <p14:nvPr/>
              </p14:nvContentPartPr>
              <p14:xfrm>
                <a:off x="5131368" y="516744"/>
                <a:ext cx="134280" cy="1443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DB251389-30BB-E957-4755-9DC4BC33129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122368" y="508104"/>
                  <a:ext cx="1519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B42C9EF1-B9A8-C659-A842-1CEB7F3F7C45}"/>
                    </a:ext>
                  </a:extLst>
                </p14:cNvPr>
                <p14:cNvContentPartPr/>
                <p14:nvPr/>
              </p14:nvContentPartPr>
              <p14:xfrm>
                <a:off x="5293728" y="588024"/>
                <a:ext cx="720" cy="36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B42C9EF1-B9A8-C659-A842-1CEB7F3F7C4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85088" y="579384"/>
                  <a:ext cx="183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4A0F9C7-3843-DC36-E517-6BDBE632EA31}"/>
                    </a:ext>
                  </a:extLst>
                </p14:cNvPr>
                <p14:cNvContentPartPr/>
                <p14:nvPr/>
              </p14:nvContentPartPr>
              <p14:xfrm>
                <a:off x="5220288" y="585864"/>
                <a:ext cx="98280" cy="756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4A0F9C7-3843-DC36-E517-6BDBE632EA3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211648" y="577224"/>
                  <a:ext cx="1159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9261ED4-6203-DFBD-656D-A1F58F6CA608}"/>
                    </a:ext>
                  </a:extLst>
                </p14:cNvPr>
                <p14:cNvContentPartPr/>
                <p14:nvPr/>
              </p14:nvContentPartPr>
              <p14:xfrm>
                <a:off x="5363928" y="604224"/>
                <a:ext cx="66240" cy="88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9261ED4-6203-DFBD-656D-A1F58F6CA60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354928" y="595584"/>
                  <a:ext cx="83880" cy="10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ACF53C1-930F-7AFC-276F-740849204BD2}"/>
              </a:ext>
            </a:extLst>
          </p:cNvPr>
          <p:cNvGrpSpPr/>
          <p:nvPr/>
        </p:nvGrpSpPr>
        <p:grpSpPr>
          <a:xfrm>
            <a:off x="5691888" y="498024"/>
            <a:ext cx="259560" cy="213480"/>
            <a:chOff x="5691888" y="498024"/>
            <a:chExt cx="259560" cy="21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48C19F8A-3791-FDF5-8F93-5AC02F2206B0}"/>
                    </a:ext>
                  </a:extLst>
                </p14:cNvPr>
                <p14:cNvContentPartPr/>
                <p14:nvPr/>
              </p14:nvContentPartPr>
              <p14:xfrm>
                <a:off x="5691888" y="512784"/>
                <a:ext cx="186120" cy="1987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48C19F8A-3791-FDF5-8F93-5AC02F2206B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683248" y="504144"/>
                  <a:ext cx="20376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D8A9D96-EEFF-FC53-34CF-5018E3CA72AA}"/>
                    </a:ext>
                  </a:extLst>
                </p14:cNvPr>
                <p14:cNvContentPartPr/>
                <p14:nvPr/>
              </p14:nvContentPartPr>
              <p14:xfrm>
                <a:off x="5726088" y="498024"/>
                <a:ext cx="225360" cy="1663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D8A9D96-EEFF-FC53-34CF-5018E3CA72A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717448" y="489024"/>
                  <a:ext cx="243000" cy="18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B19FFB7-B256-5608-CE2F-6DE4DF8C5300}"/>
              </a:ext>
            </a:extLst>
          </p:cNvPr>
          <p:cNvGrpSpPr/>
          <p:nvPr/>
        </p:nvGrpSpPr>
        <p:grpSpPr>
          <a:xfrm>
            <a:off x="6127488" y="388944"/>
            <a:ext cx="400680" cy="399240"/>
            <a:chOff x="6127488" y="388944"/>
            <a:chExt cx="400680" cy="39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5E7CA136-AC17-8CA8-EA31-69CCF711D848}"/>
                    </a:ext>
                  </a:extLst>
                </p14:cNvPr>
                <p14:cNvContentPartPr/>
                <p14:nvPr/>
              </p14:nvContentPartPr>
              <p14:xfrm>
                <a:off x="6127488" y="397224"/>
                <a:ext cx="219240" cy="3909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5E7CA136-AC17-8CA8-EA31-69CCF711D84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118488" y="388584"/>
                  <a:ext cx="23688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3B78B849-121D-2F85-5D11-C368774DCAEC}"/>
                    </a:ext>
                  </a:extLst>
                </p14:cNvPr>
                <p14:cNvContentPartPr/>
                <p14:nvPr/>
              </p14:nvContentPartPr>
              <p14:xfrm>
                <a:off x="6216768" y="388944"/>
                <a:ext cx="156960" cy="601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3B78B849-121D-2F85-5D11-C368774DCAE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208128" y="379944"/>
                  <a:ext cx="17460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7E6CCDF3-1931-2D87-D589-B8CD296C2420}"/>
                    </a:ext>
                  </a:extLst>
                </p14:cNvPr>
                <p14:cNvContentPartPr/>
                <p14:nvPr/>
              </p14:nvContentPartPr>
              <p14:xfrm>
                <a:off x="6380928" y="537624"/>
                <a:ext cx="37440" cy="1724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7E6CCDF3-1931-2D87-D589-B8CD296C242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372288" y="528984"/>
                  <a:ext cx="550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72914B7A-EFEA-A25C-4F21-D1B760229C61}"/>
                    </a:ext>
                  </a:extLst>
                </p14:cNvPr>
                <p14:cNvContentPartPr/>
                <p14:nvPr/>
              </p14:nvContentPartPr>
              <p14:xfrm>
                <a:off x="6515208" y="662184"/>
                <a:ext cx="12960" cy="763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72914B7A-EFEA-A25C-4F21-D1B760229C6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506208" y="653544"/>
                  <a:ext cx="30600" cy="93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61F352-BDBF-A50C-BDF1-2B9FC658EDA8}"/>
                  </a:ext>
                </a:extLst>
              </p14:cNvPr>
              <p14:cNvContentPartPr/>
              <p14:nvPr/>
            </p14:nvContentPartPr>
            <p14:xfrm>
              <a:off x="6706728" y="538344"/>
              <a:ext cx="13320" cy="1623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61F352-BDBF-A50C-BDF1-2B9FC658EDA8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697728" y="529344"/>
                <a:ext cx="30960" cy="180000"/>
              </a:xfrm>
              <a:prstGeom prst="rect">
                <a:avLst/>
              </a:prstGeom>
            </p:spPr>
          </p:pic>
        </mc:Fallback>
      </mc:AlternateContent>
      <p:grpSp>
        <p:nvGrpSpPr>
          <p:cNvPr id="50" name="Group 49">
            <a:extLst>
              <a:ext uri="{FF2B5EF4-FFF2-40B4-BE49-F238E27FC236}">
                <a16:creationId xmlns:a16="http://schemas.microsoft.com/office/drawing/2014/main" id="{2FDFAF1F-F0E8-65D5-1BEE-BB18004957F7}"/>
              </a:ext>
            </a:extLst>
          </p:cNvPr>
          <p:cNvGrpSpPr/>
          <p:nvPr/>
        </p:nvGrpSpPr>
        <p:grpSpPr>
          <a:xfrm>
            <a:off x="6877368" y="542304"/>
            <a:ext cx="402120" cy="238320"/>
            <a:chOff x="6877368" y="542304"/>
            <a:chExt cx="402120" cy="23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ED7D698-1673-A679-8852-8AB79B315E40}"/>
                    </a:ext>
                  </a:extLst>
                </p14:cNvPr>
                <p14:cNvContentPartPr/>
                <p14:nvPr/>
              </p14:nvContentPartPr>
              <p14:xfrm>
                <a:off x="6877368" y="553824"/>
                <a:ext cx="15480" cy="1141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ED7D698-1673-A679-8852-8AB79B315E4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868728" y="545184"/>
                  <a:ext cx="331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912BF5D1-197A-3DEB-EA8B-CD67A383489B}"/>
                    </a:ext>
                  </a:extLst>
                </p14:cNvPr>
                <p14:cNvContentPartPr/>
                <p14:nvPr/>
              </p14:nvContentPartPr>
              <p14:xfrm>
                <a:off x="6911928" y="553464"/>
                <a:ext cx="4320" cy="1353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912BF5D1-197A-3DEB-EA8B-CD67A383489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903288" y="544824"/>
                  <a:ext cx="219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F21A118-490F-D69B-642C-1888CEC786EA}"/>
                    </a:ext>
                  </a:extLst>
                </p14:cNvPr>
                <p14:cNvContentPartPr/>
                <p14:nvPr/>
              </p14:nvContentPartPr>
              <p14:xfrm>
                <a:off x="7017408" y="542304"/>
                <a:ext cx="110880" cy="1828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F21A118-490F-D69B-642C-1888CEC786E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008408" y="533304"/>
                  <a:ext cx="1285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59473872-F411-577B-9F09-5975ED04AFD4}"/>
                    </a:ext>
                  </a:extLst>
                </p14:cNvPr>
                <p14:cNvContentPartPr/>
                <p14:nvPr/>
              </p14:nvContentPartPr>
              <p14:xfrm>
                <a:off x="7263288" y="665424"/>
                <a:ext cx="16200" cy="1152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59473872-F411-577B-9F09-5975ED04AFD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254288" y="656784"/>
                  <a:ext cx="33840" cy="13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CF64849D-CA1C-C823-8542-635ECD0EA1D8}"/>
                  </a:ext>
                </a:extLst>
              </p14:cNvPr>
              <p14:cNvContentPartPr/>
              <p14:nvPr/>
            </p14:nvContentPartPr>
            <p14:xfrm>
              <a:off x="7494408" y="590904"/>
              <a:ext cx="116280" cy="148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CF64849D-CA1C-C823-8542-635ECD0EA1D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85408" y="582264"/>
                <a:ext cx="133920" cy="166320"/>
              </a:xfrm>
              <a:prstGeom prst="rect">
                <a:avLst/>
              </a:prstGeom>
            </p:spPr>
          </p:pic>
        </mc:Fallback>
      </mc:AlternateContent>
      <p:grpSp>
        <p:nvGrpSpPr>
          <p:cNvPr id="49" name="Group 48">
            <a:extLst>
              <a:ext uri="{FF2B5EF4-FFF2-40B4-BE49-F238E27FC236}">
                <a16:creationId xmlns:a16="http://schemas.microsoft.com/office/drawing/2014/main" id="{3413EF5D-5538-A503-FCE6-6D4CA53F9A6A}"/>
              </a:ext>
            </a:extLst>
          </p:cNvPr>
          <p:cNvGrpSpPr/>
          <p:nvPr/>
        </p:nvGrpSpPr>
        <p:grpSpPr>
          <a:xfrm>
            <a:off x="7759368" y="576864"/>
            <a:ext cx="198720" cy="269640"/>
            <a:chOff x="7759368" y="576864"/>
            <a:chExt cx="198720" cy="26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FA650317-A1F7-7456-6F1F-AB8CB824FE0E}"/>
                    </a:ext>
                  </a:extLst>
                </p14:cNvPr>
                <p14:cNvContentPartPr/>
                <p14:nvPr/>
              </p14:nvContentPartPr>
              <p14:xfrm>
                <a:off x="7759368" y="576864"/>
                <a:ext cx="67680" cy="1353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FA650317-A1F7-7456-6F1F-AB8CB824FE0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750368" y="568224"/>
                  <a:ext cx="853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E1B6C098-0F8B-68F4-5C8A-BDFB56F42F42}"/>
                    </a:ext>
                  </a:extLst>
                </p14:cNvPr>
                <p14:cNvContentPartPr/>
                <p14:nvPr/>
              </p14:nvContentPartPr>
              <p14:xfrm>
                <a:off x="7910568" y="741744"/>
                <a:ext cx="47520" cy="1047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E1B6C098-0F8B-68F4-5C8A-BDFB56F42F4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901568" y="733104"/>
                  <a:ext cx="65160" cy="12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E3E2D32-302E-9459-B549-71C40064A29F}"/>
                  </a:ext>
                </a:extLst>
              </p14:cNvPr>
              <p14:cNvContentPartPr/>
              <p14:nvPr/>
            </p14:nvContentPartPr>
            <p14:xfrm>
              <a:off x="8180568" y="635544"/>
              <a:ext cx="164160" cy="1566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E3E2D32-302E-9459-B549-71C40064A2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171928" y="626544"/>
                <a:ext cx="18180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1F8670A5-99D2-FEA0-CC25-0CFC211423DC}"/>
                  </a:ext>
                </a:extLst>
              </p14:cNvPr>
              <p14:cNvContentPartPr/>
              <p14:nvPr/>
            </p14:nvContentPartPr>
            <p14:xfrm>
              <a:off x="8467848" y="658224"/>
              <a:ext cx="41760" cy="8676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1F8670A5-99D2-FEA0-CC25-0CFC211423D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58848" y="649584"/>
                <a:ext cx="5940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E3C1E2A0-0723-9C34-E8D0-9D013F0DE6D8}"/>
                  </a:ext>
                </a:extLst>
              </p14:cNvPr>
              <p14:cNvContentPartPr/>
              <p14:nvPr/>
            </p14:nvContentPartPr>
            <p14:xfrm>
              <a:off x="8647848" y="544464"/>
              <a:ext cx="165960" cy="3236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E3C1E2A0-0723-9C34-E8D0-9D013F0DE6D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638848" y="535824"/>
                <a:ext cx="183600" cy="34128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oup 64">
            <a:extLst>
              <a:ext uri="{FF2B5EF4-FFF2-40B4-BE49-F238E27FC236}">
                <a16:creationId xmlns:a16="http://schemas.microsoft.com/office/drawing/2014/main" id="{7B415BDC-128F-20B4-1E94-C54BCBA8A444}"/>
              </a:ext>
            </a:extLst>
          </p:cNvPr>
          <p:cNvGrpSpPr/>
          <p:nvPr/>
        </p:nvGrpSpPr>
        <p:grpSpPr>
          <a:xfrm>
            <a:off x="3610368" y="910944"/>
            <a:ext cx="1122840" cy="311400"/>
            <a:chOff x="3610368" y="910944"/>
            <a:chExt cx="1122840" cy="31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2A50A377-5D0A-05B5-1282-F4CF9AABA1D4}"/>
                    </a:ext>
                  </a:extLst>
                </p14:cNvPr>
                <p14:cNvContentPartPr/>
                <p14:nvPr/>
              </p14:nvContentPartPr>
              <p14:xfrm>
                <a:off x="3749688" y="968184"/>
                <a:ext cx="40680" cy="2541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2A50A377-5D0A-05B5-1282-F4CF9AABA1D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740688" y="959544"/>
                  <a:ext cx="5832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359E5D2-CBEB-2BB9-EB4F-43142483FFAB}"/>
                    </a:ext>
                  </a:extLst>
                </p14:cNvPr>
                <p14:cNvContentPartPr/>
                <p14:nvPr/>
              </p14:nvContentPartPr>
              <p14:xfrm>
                <a:off x="3610368" y="910944"/>
                <a:ext cx="357120" cy="1137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359E5D2-CBEB-2BB9-EB4F-43142483FFA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601728" y="902304"/>
                  <a:ext cx="37476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5D9DCBC-EDC4-4257-EA0D-192156E3AF1C}"/>
                    </a:ext>
                  </a:extLst>
                </p14:cNvPr>
                <p14:cNvContentPartPr/>
                <p14:nvPr/>
              </p14:nvContentPartPr>
              <p14:xfrm>
                <a:off x="3958848" y="1034424"/>
                <a:ext cx="205920" cy="1263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5D9DCBC-EDC4-4257-EA0D-192156E3AF1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949848" y="1025424"/>
                  <a:ext cx="2235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E1D2E36B-F785-5C56-365D-25DD461F10CB}"/>
                    </a:ext>
                  </a:extLst>
                </p14:cNvPr>
                <p14:cNvContentPartPr/>
                <p14:nvPr/>
              </p14:nvContentPartPr>
              <p14:xfrm>
                <a:off x="4214808" y="955584"/>
                <a:ext cx="518400" cy="1987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E1D2E36B-F785-5C56-365D-25DD461F10C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205808" y="946584"/>
                  <a:ext cx="53604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F438B8C-792E-5294-9D61-318E253D446C}"/>
              </a:ext>
            </a:extLst>
          </p:cNvPr>
          <p:cNvGrpSpPr/>
          <p:nvPr/>
        </p:nvGrpSpPr>
        <p:grpSpPr>
          <a:xfrm>
            <a:off x="4980528" y="977184"/>
            <a:ext cx="744840" cy="282960"/>
            <a:chOff x="4980528" y="977184"/>
            <a:chExt cx="744840" cy="28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9679D516-85DA-B57A-AF90-1AF7A09379EE}"/>
                    </a:ext>
                  </a:extLst>
                </p14:cNvPr>
                <p14:cNvContentPartPr/>
                <p14:nvPr/>
              </p14:nvContentPartPr>
              <p14:xfrm>
                <a:off x="4980528" y="981504"/>
                <a:ext cx="171360" cy="1620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9679D516-85DA-B57A-AF90-1AF7A09379EE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971888" y="972504"/>
                  <a:ext cx="1890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37852D7C-ACBA-B7EB-2DE7-E5F3D0055D25}"/>
                    </a:ext>
                  </a:extLst>
                </p14:cNvPr>
                <p14:cNvContentPartPr/>
                <p14:nvPr/>
              </p14:nvContentPartPr>
              <p14:xfrm>
                <a:off x="5241168" y="977184"/>
                <a:ext cx="56160" cy="1465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37852D7C-ACBA-B7EB-2DE7-E5F3D0055D2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232528" y="968184"/>
                  <a:ext cx="738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66C750BE-14C8-9312-5BCC-8C397CB40C54}"/>
                    </a:ext>
                  </a:extLst>
                </p14:cNvPr>
                <p14:cNvContentPartPr/>
                <p14:nvPr/>
              </p14:nvContentPartPr>
              <p14:xfrm>
                <a:off x="5320008" y="1023624"/>
                <a:ext cx="100800" cy="2365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66C750BE-14C8-9312-5BCC-8C397CB40C5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311008" y="1014624"/>
                  <a:ext cx="11844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DE9F937-B7BD-2C7C-1ABE-A5296877BB3C}"/>
                    </a:ext>
                  </a:extLst>
                </p14:cNvPr>
                <p14:cNvContentPartPr/>
                <p14:nvPr/>
              </p14:nvContentPartPr>
              <p14:xfrm>
                <a:off x="5477688" y="978264"/>
                <a:ext cx="166680" cy="1389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DE9F937-B7BD-2C7C-1ABE-A5296877BB3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468688" y="969624"/>
                  <a:ext cx="1843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C153BF6-ADC6-CC04-853E-BE3DEE18DBF5}"/>
                    </a:ext>
                  </a:extLst>
                </p14:cNvPr>
                <p14:cNvContentPartPr/>
                <p14:nvPr/>
              </p14:nvContentPartPr>
              <p14:xfrm>
                <a:off x="5655888" y="1047384"/>
                <a:ext cx="69480" cy="162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C153BF6-ADC6-CC04-853E-BE3DEE18DBF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646888" y="1038384"/>
                  <a:ext cx="8712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5B7B22BF-DC43-C72B-40F4-8A78336787E2}"/>
              </a:ext>
            </a:extLst>
          </p:cNvPr>
          <p:cNvGrpSpPr/>
          <p:nvPr/>
        </p:nvGrpSpPr>
        <p:grpSpPr>
          <a:xfrm>
            <a:off x="6137928" y="963504"/>
            <a:ext cx="465840" cy="272880"/>
            <a:chOff x="6137928" y="963504"/>
            <a:chExt cx="465840" cy="2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3726C90B-A6A1-1969-70C3-C8EEC3452239}"/>
                    </a:ext>
                  </a:extLst>
                </p14:cNvPr>
                <p14:cNvContentPartPr/>
                <p14:nvPr/>
              </p14:nvContentPartPr>
              <p14:xfrm>
                <a:off x="6137928" y="964224"/>
                <a:ext cx="181800" cy="2721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3726C90B-A6A1-1969-70C3-C8EEC345223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128928" y="955584"/>
                  <a:ext cx="19944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2DB018F6-AE3D-0714-AC9E-B737204125CF}"/>
                    </a:ext>
                  </a:extLst>
                </p14:cNvPr>
                <p14:cNvContentPartPr/>
                <p14:nvPr/>
              </p14:nvContentPartPr>
              <p14:xfrm>
                <a:off x="6312168" y="963504"/>
                <a:ext cx="66240" cy="345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2DB018F6-AE3D-0714-AC9E-B737204125C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303528" y="954504"/>
                  <a:ext cx="8388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AA68A2DB-DCC9-E228-E6A9-F07CDCF1DFB4}"/>
                    </a:ext>
                  </a:extLst>
                </p14:cNvPr>
                <p14:cNvContentPartPr/>
                <p14:nvPr/>
              </p14:nvContentPartPr>
              <p14:xfrm>
                <a:off x="6461208" y="1005264"/>
                <a:ext cx="142560" cy="1800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AA68A2DB-DCC9-E228-E6A9-F07CDCF1DFB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452568" y="996624"/>
                  <a:ext cx="160200" cy="197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91788A0-00F3-2203-6E74-F30157D4084B}"/>
                  </a:ext>
                </a:extLst>
              </p14:cNvPr>
              <p14:cNvContentPartPr/>
              <p14:nvPr/>
            </p14:nvContentPartPr>
            <p14:xfrm>
              <a:off x="6781968" y="1177704"/>
              <a:ext cx="26280" cy="10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91788A0-00F3-2203-6E74-F30157D4084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773328" y="1169064"/>
                <a:ext cx="43920" cy="119160"/>
              </a:xfrm>
              <a:prstGeom prst="rect">
                <a:avLst/>
              </a:prstGeom>
            </p:spPr>
          </p:pic>
        </mc:Fallback>
      </mc:AlternateContent>
      <p:grpSp>
        <p:nvGrpSpPr>
          <p:cNvPr id="80" name="Group 79">
            <a:extLst>
              <a:ext uri="{FF2B5EF4-FFF2-40B4-BE49-F238E27FC236}">
                <a16:creationId xmlns:a16="http://schemas.microsoft.com/office/drawing/2014/main" id="{97352B5A-CF79-2CD9-5023-D054744E20FB}"/>
              </a:ext>
            </a:extLst>
          </p:cNvPr>
          <p:cNvGrpSpPr/>
          <p:nvPr/>
        </p:nvGrpSpPr>
        <p:grpSpPr>
          <a:xfrm>
            <a:off x="7110648" y="1044504"/>
            <a:ext cx="869040" cy="221400"/>
            <a:chOff x="7110648" y="1044504"/>
            <a:chExt cx="869040" cy="22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5C08F7C7-F453-DAA5-4AF7-4FF51D1E1186}"/>
                    </a:ext>
                  </a:extLst>
                </p14:cNvPr>
                <p14:cNvContentPartPr/>
                <p14:nvPr/>
              </p14:nvContentPartPr>
              <p14:xfrm>
                <a:off x="7110648" y="1044504"/>
                <a:ext cx="127800" cy="1904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5C08F7C7-F453-DAA5-4AF7-4FF51D1E118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102008" y="1035864"/>
                  <a:ext cx="1454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D5DB2FE0-469B-9FF5-9D1C-D19247252BA4}"/>
                    </a:ext>
                  </a:extLst>
                </p14:cNvPr>
                <p14:cNvContentPartPr/>
                <p14:nvPr/>
              </p14:nvContentPartPr>
              <p14:xfrm>
                <a:off x="7328448" y="1090224"/>
                <a:ext cx="49680" cy="752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D5DB2FE0-469B-9FF5-9D1C-D19247252BA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319808" y="1081584"/>
                  <a:ext cx="6732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23B0F154-F9D4-33C0-4D67-B7CC178EAE5D}"/>
                    </a:ext>
                  </a:extLst>
                </p14:cNvPr>
                <p14:cNvContentPartPr/>
                <p14:nvPr/>
              </p14:nvContentPartPr>
              <p14:xfrm>
                <a:off x="7455168" y="1172304"/>
                <a:ext cx="29520" cy="936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23B0F154-F9D4-33C0-4D67-B7CC178EAE5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446168" y="1163664"/>
                  <a:ext cx="471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0621FE04-F84B-B93D-47BB-2ADD273B047E}"/>
                    </a:ext>
                  </a:extLst>
                </p14:cNvPr>
                <p14:cNvContentPartPr/>
                <p14:nvPr/>
              </p14:nvContentPartPr>
              <p14:xfrm>
                <a:off x="7629408" y="1112904"/>
                <a:ext cx="90720" cy="1072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0621FE04-F84B-B93D-47BB-2ADD273B047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620408" y="1103904"/>
                  <a:ext cx="1083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650A672D-4EB5-5AE7-E3B6-CA215EE7F41A}"/>
                    </a:ext>
                  </a:extLst>
                </p14:cNvPr>
                <p14:cNvContentPartPr/>
                <p14:nvPr/>
              </p14:nvContentPartPr>
              <p14:xfrm>
                <a:off x="7692048" y="1071864"/>
                <a:ext cx="95760" cy="360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650A672D-4EB5-5AE7-E3B6-CA215EE7F41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683048" y="1062864"/>
                  <a:ext cx="1134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F9B1BC43-86EA-D8AE-D805-B8C605762845}"/>
                    </a:ext>
                  </a:extLst>
                </p14:cNvPr>
                <p14:cNvContentPartPr/>
                <p14:nvPr/>
              </p14:nvContentPartPr>
              <p14:xfrm>
                <a:off x="7882488" y="1058904"/>
                <a:ext cx="97200" cy="1666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F9B1BC43-86EA-D8AE-D805-B8C60576284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873848" y="1050264"/>
                  <a:ext cx="114840" cy="184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034C42D5-24CA-9A24-0B7F-1B71DB08D32F}"/>
                  </a:ext>
                </a:extLst>
              </p14:cNvPr>
              <p14:cNvContentPartPr/>
              <p14:nvPr/>
            </p14:nvContentPartPr>
            <p14:xfrm>
              <a:off x="8116488" y="1202904"/>
              <a:ext cx="58680" cy="1288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034C42D5-24CA-9A24-0B7F-1B71DB08D32F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8107488" y="1194264"/>
                <a:ext cx="76320" cy="14652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oup 85">
            <a:extLst>
              <a:ext uri="{FF2B5EF4-FFF2-40B4-BE49-F238E27FC236}">
                <a16:creationId xmlns:a16="http://schemas.microsoft.com/office/drawing/2014/main" id="{0EE3D854-F96B-A795-8E11-FDB8A56D21C2}"/>
              </a:ext>
            </a:extLst>
          </p:cNvPr>
          <p:cNvGrpSpPr/>
          <p:nvPr/>
        </p:nvGrpSpPr>
        <p:grpSpPr>
          <a:xfrm>
            <a:off x="8399088" y="1102104"/>
            <a:ext cx="293400" cy="143280"/>
            <a:chOff x="8399088" y="1102104"/>
            <a:chExt cx="293400" cy="14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A5919404-CC1F-A085-1D4F-77CC1FADE750}"/>
                    </a:ext>
                  </a:extLst>
                </p14:cNvPr>
                <p14:cNvContentPartPr/>
                <p14:nvPr/>
              </p14:nvContentPartPr>
              <p14:xfrm>
                <a:off x="8399088" y="1111464"/>
                <a:ext cx="21240" cy="1267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A5919404-CC1F-A085-1D4F-77CC1FADE75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390448" y="1102824"/>
                  <a:ext cx="388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6C015AF2-5117-23C8-3991-6CDB44B3FBE5}"/>
                    </a:ext>
                  </a:extLst>
                </p14:cNvPr>
                <p14:cNvContentPartPr/>
                <p14:nvPr/>
              </p14:nvContentPartPr>
              <p14:xfrm>
                <a:off x="8522928" y="1139544"/>
                <a:ext cx="56880" cy="1058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6C015AF2-5117-23C8-3991-6CDB44B3FBE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514288" y="1130904"/>
                  <a:ext cx="745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92695896-1F19-0D62-A3FF-10DBFD9245B1}"/>
                    </a:ext>
                  </a:extLst>
                </p14:cNvPr>
                <p14:cNvContentPartPr/>
                <p14:nvPr/>
              </p14:nvContentPartPr>
              <p14:xfrm>
                <a:off x="8594568" y="1102104"/>
                <a:ext cx="97920" cy="122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92695896-1F19-0D62-A3FF-10DBFD9245B1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585928" y="1093464"/>
                  <a:ext cx="115560" cy="29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8652D971-AF86-1F74-3C5B-E2C1D33E17E0}"/>
                  </a:ext>
                </a:extLst>
              </p14:cNvPr>
              <p14:cNvContentPartPr/>
              <p14:nvPr/>
            </p14:nvContentPartPr>
            <p14:xfrm>
              <a:off x="8831088" y="1047384"/>
              <a:ext cx="158040" cy="3027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8652D971-AF86-1F74-3C5B-E2C1D33E17E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8822088" y="1038384"/>
                <a:ext cx="17568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B8A30D7F-58D2-9E81-C062-81B84D8873FE}"/>
                  </a:ext>
                </a:extLst>
              </p14:cNvPr>
              <p14:cNvContentPartPr/>
              <p14:nvPr/>
            </p14:nvContentPartPr>
            <p14:xfrm>
              <a:off x="9284688" y="535464"/>
              <a:ext cx="140040" cy="6998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B8A30D7F-58D2-9E81-C062-81B84D8873FE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9276048" y="526464"/>
                <a:ext cx="157680" cy="717480"/>
              </a:xfrm>
              <a:prstGeom prst="rect">
                <a:avLst/>
              </a:prstGeom>
            </p:spPr>
          </p:pic>
        </mc:Fallback>
      </mc:AlternateContent>
      <p:grpSp>
        <p:nvGrpSpPr>
          <p:cNvPr id="91" name="Group 90">
            <a:extLst>
              <a:ext uri="{FF2B5EF4-FFF2-40B4-BE49-F238E27FC236}">
                <a16:creationId xmlns:a16="http://schemas.microsoft.com/office/drawing/2014/main" id="{A3CD2EF0-6BE1-9449-B91E-BFDC1644AE5E}"/>
              </a:ext>
            </a:extLst>
          </p:cNvPr>
          <p:cNvGrpSpPr/>
          <p:nvPr/>
        </p:nvGrpSpPr>
        <p:grpSpPr>
          <a:xfrm>
            <a:off x="9837288" y="416304"/>
            <a:ext cx="606600" cy="429840"/>
            <a:chOff x="9837288" y="416304"/>
            <a:chExt cx="606600" cy="42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89DC6ADC-6255-BA70-E770-67ACBF7EA228}"/>
                    </a:ext>
                  </a:extLst>
                </p14:cNvPr>
                <p14:cNvContentPartPr/>
                <p14:nvPr/>
              </p14:nvContentPartPr>
              <p14:xfrm>
                <a:off x="9837288" y="416304"/>
                <a:ext cx="228240" cy="4298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89DC6ADC-6255-BA70-E770-67ACBF7EA22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828288" y="407664"/>
                  <a:ext cx="245880" cy="44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5FC803F8-7B4C-72A5-8624-2432CED524BC}"/>
                    </a:ext>
                  </a:extLst>
                </p14:cNvPr>
                <p14:cNvContentPartPr/>
                <p14:nvPr/>
              </p14:nvContentPartPr>
              <p14:xfrm>
                <a:off x="10153728" y="715824"/>
                <a:ext cx="42840" cy="410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5FC803F8-7B4C-72A5-8624-2432CED524B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145088" y="706824"/>
                  <a:ext cx="604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CD49A0BB-2928-1F5A-1F87-5034A3FD4267}"/>
                    </a:ext>
                  </a:extLst>
                </p14:cNvPr>
                <p14:cNvContentPartPr/>
                <p14:nvPr/>
              </p14:nvContentPartPr>
              <p14:xfrm>
                <a:off x="10281888" y="626184"/>
                <a:ext cx="162000" cy="1461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CD49A0BB-2928-1F5A-1F87-5034A3FD426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0272888" y="617184"/>
                  <a:ext cx="17964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5BF9D77-DACC-A186-5A49-C2A737D6E7AE}"/>
              </a:ext>
            </a:extLst>
          </p:cNvPr>
          <p:cNvGrpSpPr/>
          <p:nvPr/>
        </p:nvGrpSpPr>
        <p:grpSpPr>
          <a:xfrm>
            <a:off x="10787688" y="566064"/>
            <a:ext cx="512280" cy="204120"/>
            <a:chOff x="10787688" y="566064"/>
            <a:chExt cx="512280" cy="20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3C270B81-2EFB-838E-AE1F-F0D862570E4D}"/>
                    </a:ext>
                  </a:extLst>
                </p14:cNvPr>
                <p14:cNvContentPartPr/>
                <p14:nvPr/>
              </p14:nvContentPartPr>
              <p14:xfrm>
                <a:off x="10787688" y="566064"/>
                <a:ext cx="291240" cy="2041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3C270B81-2EFB-838E-AE1F-F0D862570E4D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778688" y="557064"/>
                  <a:ext cx="30888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ECF8AFF6-5553-F84D-5D98-90E7108973EC}"/>
                    </a:ext>
                  </a:extLst>
                </p14:cNvPr>
                <p14:cNvContentPartPr/>
                <p14:nvPr/>
              </p14:nvContentPartPr>
              <p14:xfrm>
                <a:off x="11139768" y="670824"/>
                <a:ext cx="160200" cy="640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ECF8AFF6-5553-F84D-5D98-90E7108973E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1130768" y="662184"/>
                  <a:ext cx="177840" cy="8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B0504507-0DE5-FCB8-60B5-64A9185CE14F}"/>
              </a:ext>
            </a:extLst>
          </p:cNvPr>
          <p:cNvGrpSpPr/>
          <p:nvPr/>
        </p:nvGrpSpPr>
        <p:grpSpPr>
          <a:xfrm>
            <a:off x="10024128" y="882144"/>
            <a:ext cx="534960" cy="344880"/>
            <a:chOff x="10024128" y="882144"/>
            <a:chExt cx="53496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E991927-DD02-F9FC-456B-81EB18B0F336}"/>
                    </a:ext>
                  </a:extLst>
                </p14:cNvPr>
                <p14:cNvContentPartPr/>
                <p14:nvPr/>
              </p14:nvContentPartPr>
              <p14:xfrm>
                <a:off x="10024128" y="882144"/>
                <a:ext cx="145800" cy="3438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E991927-DD02-F9FC-456B-81EB18B0F33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015488" y="873504"/>
                  <a:ext cx="16344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16784B13-82D3-CC31-3D70-602E49AF7A22}"/>
                    </a:ext>
                  </a:extLst>
                </p14:cNvPr>
                <p14:cNvContentPartPr/>
                <p14:nvPr/>
              </p14:nvContentPartPr>
              <p14:xfrm>
                <a:off x="10236168" y="1092384"/>
                <a:ext cx="1440" cy="374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16784B13-82D3-CC31-3D70-602E49AF7A22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227528" y="1083384"/>
                  <a:ext cx="1908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BC208AB6-50A5-F398-5495-9BA8BF74B76E}"/>
                    </a:ext>
                  </a:extLst>
                </p14:cNvPr>
                <p14:cNvContentPartPr/>
                <p14:nvPr/>
              </p14:nvContentPartPr>
              <p14:xfrm>
                <a:off x="10252368" y="1079784"/>
                <a:ext cx="137160" cy="1472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BC208AB6-50A5-F398-5495-9BA8BF74B76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243368" y="1070784"/>
                  <a:ext cx="1548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C5610B9B-C43F-AE5C-6EF3-314D188C48CB}"/>
                    </a:ext>
                  </a:extLst>
                </p14:cNvPr>
                <p14:cNvContentPartPr/>
                <p14:nvPr/>
              </p14:nvContentPartPr>
              <p14:xfrm>
                <a:off x="10474128" y="1133784"/>
                <a:ext cx="84960" cy="838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C5610B9B-C43F-AE5C-6EF3-314D188C48C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465488" y="1124784"/>
                  <a:ext cx="102600" cy="1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3159762C-A97F-AD50-98A4-5264C74F29FE}"/>
              </a:ext>
            </a:extLst>
          </p:cNvPr>
          <p:cNvGrpSpPr/>
          <p:nvPr/>
        </p:nvGrpSpPr>
        <p:grpSpPr>
          <a:xfrm>
            <a:off x="10805688" y="1014984"/>
            <a:ext cx="552960" cy="179280"/>
            <a:chOff x="10805688" y="1014984"/>
            <a:chExt cx="552960" cy="17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B24E4AA7-E259-C96C-E99C-BEE769C9E117}"/>
                    </a:ext>
                  </a:extLst>
                </p14:cNvPr>
                <p14:cNvContentPartPr/>
                <p14:nvPr/>
              </p14:nvContentPartPr>
              <p14:xfrm>
                <a:off x="10805688" y="1077624"/>
                <a:ext cx="356040" cy="1166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B24E4AA7-E259-C96C-E99C-BEE769C9E11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797048" y="1068624"/>
                  <a:ext cx="3736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835A3194-3CC8-85A7-B58B-FB301798BB15}"/>
                    </a:ext>
                  </a:extLst>
                </p14:cNvPr>
                <p14:cNvContentPartPr/>
                <p14:nvPr/>
              </p14:nvContentPartPr>
              <p14:xfrm>
                <a:off x="11204928" y="1014984"/>
                <a:ext cx="153720" cy="1346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835A3194-3CC8-85A7-B58B-FB301798BB1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196288" y="1006344"/>
                  <a:ext cx="17136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BEDE29F7-3CDA-FFFD-AAB6-6D0D50B16D20}"/>
              </a:ext>
            </a:extLst>
          </p:cNvPr>
          <p:cNvGrpSpPr/>
          <p:nvPr/>
        </p:nvGrpSpPr>
        <p:grpSpPr>
          <a:xfrm>
            <a:off x="10709568" y="1317384"/>
            <a:ext cx="574560" cy="207360"/>
            <a:chOff x="10709568" y="1317384"/>
            <a:chExt cx="574560" cy="20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BE2EF9E6-1375-D3EF-2AE1-4EC90DAD80A9}"/>
                    </a:ext>
                  </a:extLst>
                </p14:cNvPr>
                <p14:cNvContentPartPr/>
                <p14:nvPr/>
              </p14:nvContentPartPr>
              <p14:xfrm>
                <a:off x="10709568" y="1340064"/>
                <a:ext cx="214920" cy="1846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BE2EF9E6-1375-D3EF-2AE1-4EC90DAD80A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700928" y="1331424"/>
                  <a:ext cx="2325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E58CC97-C542-C115-488D-50BFB38FE291}"/>
                    </a:ext>
                  </a:extLst>
                </p14:cNvPr>
                <p14:cNvContentPartPr/>
                <p14:nvPr/>
              </p14:nvContentPartPr>
              <p14:xfrm>
                <a:off x="10943208" y="1317384"/>
                <a:ext cx="340920" cy="1627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E58CC97-C542-C115-488D-50BFB38FE29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934208" y="1308744"/>
                  <a:ext cx="358560" cy="18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0CF8F209-13AC-0051-B765-A979DDA87A0C}"/>
              </a:ext>
            </a:extLst>
          </p:cNvPr>
          <p:cNvGrpSpPr/>
          <p:nvPr/>
        </p:nvGrpSpPr>
        <p:grpSpPr>
          <a:xfrm>
            <a:off x="3896928" y="2041344"/>
            <a:ext cx="785520" cy="317520"/>
            <a:chOff x="3896928" y="2041344"/>
            <a:chExt cx="78552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92D5EA23-D69C-5DA1-F2E1-A8555BB23CD1}"/>
                    </a:ext>
                  </a:extLst>
                </p14:cNvPr>
                <p14:cNvContentPartPr/>
                <p14:nvPr/>
              </p14:nvContentPartPr>
              <p14:xfrm>
                <a:off x="3901968" y="2109024"/>
                <a:ext cx="136440" cy="2498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92D5EA23-D69C-5DA1-F2E1-A8555BB23CD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892968" y="2100384"/>
                  <a:ext cx="15408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1FAE6BE5-7BC2-0AED-1C2F-6CDF12920D7A}"/>
                    </a:ext>
                  </a:extLst>
                </p14:cNvPr>
                <p14:cNvContentPartPr/>
                <p14:nvPr/>
              </p14:nvContentPartPr>
              <p14:xfrm>
                <a:off x="3896928" y="2041344"/>
                <a:ext cx="211320" cy="406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1FAE6BE5-7BC2-0AED-1C2F-6CDF12920D7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888288" y="2032344"/>
                  <a:ext cx="22896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1A0DE386-B290-30E5-B3FA-36D5096E6564}"/>
                    </a:ext>
                  </a:extLst>
                </p14:cNvPr>
                <p14:cNvContentPartPr/>
                <p14:nvPr/>
              </p14:nvContentPartPr>
              <p14:xfrm>
                <a:off x="4157208" y="2104704"/>
                <a:ext cx="314280" cy="2311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1A0DE386-B290-30E5-B3FA-36D5096E656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148568" y="2096064"/>
                  <a:ext cx="33192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1425ED54-507B-EB2A-AC4E-1CB823D0C0B3}"/>
                    </a:ext>
                  </a:extLst>
                </p14:cNvPr>
                <p14:cNvContentPartPr/>
                <p14:nvPr/>
              </p14:nvContentPartPr>
              <p14:xfrm>
                <a:off x="4482648" y="2188224"/>
                <a:ext cx="13320" cy="752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1425ED54-507B-EB2A-AC4E-1CB823D0C0B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473648" y="2179224"/>
                  <a:ext cx="3096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2386397B-62C8-7943-8921-89A52B8DE81C}"/>
                    </a:ext>
                  </a:extLst>
                </p14:cNvPr>
                <p14:cNvContentPartPr/>
                <p14:nvPr/>
              </p14:nvContentPartPr>
              <p14:xfrm>
                <a:off x="4551048" y="2231784"/>
                <a:ext cx="131400" cy="514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2386397B-62C8-7943-8921-89A52B8DE81C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542408" y="2222784"/>
                  <a:ext cx="149040" cy="6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D1244CD9-F75A-1A4E-7A38-7F82FA8748BA}"/>
              </a:ext>
            </a:extLst>
          </p:cNvPr>
          <p:cNvGrpSpPr/>
          <p:nvPr/>
        </p:nvGrpSpPr>
        <p:grpSpPr>
          <a:xfrm>
            <a:off x="4852368" y="2132784"/>
            <a:ext cx="884520" cy="204120"/>
            <a:chOff x="4852368" y="2132784"/>
            <a:chExt cx="884520" cy="20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21195BC4-D8BA-59A0-0034-472CB73B5F5E}"/>
                    </a:ext>
                  </a:extLst>
                </p14:cNvPr>
                <p14:cNvContentPartPr/>
                <p14:nvPr/>
              </p14:nvContentPartPr>
              <p14:xfrm>
                <a:off x="4852368" y="2132784"/>
                <a:ext cx="297000" cy="1940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21195BC4-D8BA-59A0-0034-472CB73B5F5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843728" y="2124144"/>
                  <a:ext cx="3146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52865B70-3DCA-193D-23EB-23B3B6C8D66D}"/>
                    </a:ext>
                  </a:extLst>
                </p14:cNvPr>
                <p14:cNvContentPartPr/>
                <p14:nvPr/>
              </p14:nvContentPartPr>
              <p14:xfrm>
                <a:off x="5052888" y="2201184"/>
                <a:ext cx="684000" cy="13572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52865B70-3DCA-193D-23EB-23B3B6C8D66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043888" y="2192544"/>
                  <a:ext cx="70164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BA7F2054-ACBE-7A62-53AF-6EC3BE52F4F2}"/>
              </a:ext>
            </a:extLst>
          </p:cNvPr>
          <p:cNvGrpSpPr/>
          <p:nvPr/>
        </p:nvGrpSpPr>
        <p:grpSpPr>
          <a:xfrm>
            <a:off x="6026328" y="2002824"/>
            <a:ext cx="262080" cy="387360"/>
            <a:chOff x="6026328" y="2002824"/>
            <a:chExt cx="262080" cy="38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E2D2983A-19FE-1B1F-31A4-73A970C24640}"/>
                    </a:ext>
                  </a:extLst>
                </p14:cNvPr>
                <p14:cNvContentPartPr/>
                <p14:nvPr/>
              </p14:nvContentPartPr>
              <p14:xfrm>
                <a:off x="6026328" y="2065824"/>
                <a:ext cx="205200" cy="3243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E2D2983A-19FE-1B1F-31A4-73A970C2464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017328" y="2057184"/>
                  <a:ext cx="22284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14B3B62-6C20-99E0-0144-E0A2B4ADA360}"/>
                    </a:ext>
                  </a:extLst>
                </p14:cNvPr>
                <p14:cNvContentPartPr/>
                <p14:nvPr/>
              </p14:nvContentPartPr>
              <p14:xfrm>
                <a:off x="6100128" y="2002824"/>
                <a:ext cx="188280" cy="856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14B3B62-6C20-99E0-0144-E0A2B4ADA36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091488" y="1993824"/>
                  <a:ext cx="205920" cy="10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3FC4005-23A7-AAB9-E7DC-DF0A20ACC060}"/>
              </a:ext>
            </a:extLst>
          </p:cNvPr>
          <p:cNvGrpSpPr/>
          <p:nvPr/>
        </p:nvGrpSpPr>
        <p:grpSpPr>
          <a:xfrm>
            <a:off x="6500088" y="2097864"/>
            <a:ext cx="217800" cy="183960"/>
            <a:chOff x="6500088" y="2097864"/>
            <a:chExt cx="217800" cy="18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AD909827-A2D7-64E9-68C7-3BCB83777C38}"/>
                    </a:ext>
                  </a:extLst>
                </p14:cNvPr>
                <p14:cNvContentPartPr/>
                <p14:nvPr/>
              </p14:nvContentPartPr>
              <p14:xfrm>
                <a:off x="6500088" y="2097864"/>
                <a:ext cx="127440" cy="1443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AD909827-A2D7-64E9-68C7-3BCB83777C3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491448" y="2088864"/>
                  <a:ext cx="1450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3E00362A-E6A5-B054-4730-039001814FA6}"/>
                    </a:ext>
                  </a:extLst>
                </p14:cNvPr>
                <p14:cNvContentPartPr/>
                <p14:nvPr/>
              </p14:nvContentPartPr>
              <p14:xfrm>
                <a:off x="6699528" y="2195424"/>
                <a:ext cx="18360" cy="864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3E00362A-E6A5-B054-4730-039001814FA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690528" y="2186784"/>
                  <a:ext cx="36000" cy="10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D80E07CB-55DD-B8B2-1C86-F9092333552D}"/>
              </a:ext>
            </a:extLst>
          </p:cNvPr>
          <p:cNvGrpSpPr/>
          <p:nvPr/>
        </p:nvGrpSpPr>
        <p:grpSpPr>
          <a:xfrm>
            <a:off x="6910848" y="2086704"/>
            <a:ext cx="392400" cy="221040"/>
            <a:chOff x="6910848" y="2086704"/>
            <a:chExt cx="392400" cy="22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45C7C378-27C3-D532-0E99-AA15DBE0270C}"/>
                    </a:ext>
                  </a:extLst>
                </p14:cNvPr>
                <p14:cNvContentPartPr/>
                <p14:nvPr/>
              </p14:nvContentPartPr>
              <p14:xfrm>
                <a:off x="6910848" y="2086704"/>
                <a:ext cx="52200" cy="1429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45C7C378-27C3-D532-0E99-AA15DBE0270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902208" y="2078064"/>
                  <a:ext cx="698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AAD443DF-DA61-33C7-AB56-27EC839EA7C3}"/>
                    </a:ext>
                  </a:extLst>
                </p14:cNvPr>
                <p14:cNvContentPartPr/>
                <p14:nvPr/>
              </p14:nvContentPartPr>
              <p14:xfrm>
                <a:off x="7073568" y="2101464"/>
                <a:ext cx="90360" cy="1141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AAD443DF-DA61-33C7-AB56-27EC839EA7C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064928" y="2092464"/>
                  <a:ext cx="10800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AA0633D-FBAF-6E0F-B28A-990A905E896B}"/>
                    </a:ext>
                  </a:extLst>
                </p14:cNvPr>
                <p14:cNvContentPartPr/>
                <p14:nvPr/>
              </p14:nvContentPartPr>
              <p14:xfrm>
                <a:off x="7248888" y="2185704"/>
                <a:ext cx="54360" cy="1220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AA0633D-FBAF-6E0F-B28A-990A905E896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239888" y="2177064"/>
                  <a:ext cx="72000" cy="13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89344A7A-4097-2741-9128-7C9B5C5B6969}"/>
              </a:ext>
            </a:extLst>
          </p:cNvPr>
          <p:cNvGrpSpPr/>
          <p:nvPr/>
        </p:nvGrpSpPr>
        <p:grpSpPr>
          <a:xfrm>
            <a:off x="7507728" y="2028744"/>
            <a:ext cx="695520" cy="343080"/>
            <a:chOff x="7507728" y="2028744"/>
            <a:chExt cx="695520" cy="34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A18CC9EF-6A23-F8CD-51A7-ECA8F69DA00E}"/>
                    </a:ext>
                  </a:extLst>
                </p14:cNvPr>
                <p14:cNvContentPartPr/>
                <p14:nvPr/>
              </p14:nvContentPartPr>
              <p14:xfrm>
                <a:off x="7507728" y="2103984"/>
                <a:ext cx="38520" cy="1468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A18CC9EF-6A23-F8CD-51A7-ECA8F69DA00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498728" y="2095344"/>
                  <a:ext cx="561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AF9D48C2-4157-858D-D048-25ED9FE8E5B5}"/>
                    </a:ext>
                  </a:extLst>
                </p14:cNvPr>
                <p14:cNvContentPartPr/>
                <p14:nvPr/>
              </p14:nvContentPartPr>
              <p14:xfrm>
                <a:off x="7673328" y="2203704"/>
                <a:ext cx="12960" cy="799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AF9D48C2-4157-858D-D048-25ED9FE8E5B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664328" y="2195064"/>
                  <a:ext cx="3060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3CFBA1B8-2F11-C9F2-12D0-4CDCEADA5DE8}"/>
                    </a:ext>
                  </a:extLst>
                </p14:cNvPr>
                <p14:cNvContentPartPr/>
                <p14:nvPr/>
              </p14:nvContentPartPr>
              <p14:xfrm>
                <a:off x="7833888" y="2124504"/>
                <a:ext cx="109080" cy="1112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3CFBA1B8-2F11-C9F2-12D0-4CDCEADA5DE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824888" y="2115864"/>
                  <a:ext cx="12672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168E375F-36EF-AAEA-EB68-5F0330F6BDE1}"/>
                    </a:ext>
                  </a:extLst>
                </p14:cNvPr>
                <p14:cNvContentPartPr/>
                <p14:nvPr/>
              </p14:nvContentPartPr>
              <p14:xfrm>
                <a:off x="8011368" y="2028744"/>
                <a:ext cx="191880" cy="3430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168E375F-36EF-AAEA-EB68-5F0330F6BDE1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002368" y="2020104"/>
                  <a:ext cx="209520" cy="36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1148815E-E72A-0689-B456-686EC6D29EE4}"/>
              </a:ext>
            </a:extLst>
          </p:cNvPr>
          <p:cNvGrpSpPr/>
          <p:nvPr/>
        </p:nvGrpSpPr>
        <p:grpSpPr>
          <a:xfrm>
            <a:off x="3940848" y="2632464"/>
            <a:ext cx="703080" cy="250560"/>
            <a:chOff x="3940848" y="2632464"/>
            <a:chExt cx="703080" cy="25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E7C80A1C-6197-FC78-7CA0-0D2F004FE998}"/>
                    </a:ext>
                  </a:extLst>
                </p14:cNvPr>
                <p14:cNvContentPartPr/>
                <p14:nvPr/>
              </p14:nvContentPartPr>
              <p14:xfrm>
                <a:off x="3940848" y="2632464"/>
                <a:ext cx="30240" cy="2358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E7C80A1C-6197-FC78-7CA0-0D2F004FE99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932208" y="2623464"/>
                  <a:ext cx="4788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39E4EF3D-ACB1-0011-E7DB-9EF8B58D02B8}"/>
                    </a:ext>
                  </a:extLst>
                </p14:cNvPr>
                <p14:cNvContentPartPr/>
                <p14:nvPr/>
              </p14:nvContentPartPr>
              <p14:xfrm>
                <a:off x="4083048" y="2634264"/>
                <a:ext cx="24480" cy="2253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39E4EF3D-ACB1-0011-E7DB-9EF8B58D02B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074048" y="2625264"/>
                  <a:ext cx="421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3E7BDE57-3823-863B-6099-BDE596325F2F}"/>
                    </a:ext>
                  </a:extLst>
                </p14:cNvPr>
                <p14:cNvContentPartPr/>
                <p14:nvPr/>
              </p14:nvContentPartPr>
              <p14:xfrm>
                <a:off x="4006728" y="2749824"/>
                <a:ext cx="150840" cy="489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3E7BDE57-3823-863B-6099-BDE596325F2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998088" y="2740824"/>
                  <a:ext cx="1684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D326951-1FC7-20CB-EBD8-A6F2E321A9DD}"/>
                    </a:ext>
                  </a:extLst>
                </p14:cNvPr>
                <p14:cNvContentPartPr/>
                <p14:nvPr/>
              </p14:nvContentPartPr>
              <p14:xfrm>
                <a:off x="4202208" y="2745504"/>
                <a:ext cx="272160" cy="860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D326951-1FC7-20CB-EBD8-A6F2E321A9D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193568" y="2736864"/>
                  <a:ext cx="2898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1F41B75B-6E39-6A48-3AB5-DBE71FCCFB4F}"/>
                    </a:ext>
                  </a:extLst>
                </p14:cNvPr>
                <p14:cNvContentPartPr/>
                <p14:nvPr/>
              </p14:nvContentPartPr>
              <p14:xfrm>
                <a:off x="4517928" y="2707344"/>
                <a:ext cx="126000" cy="1756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1F41B75B-6E39-6A48-3AB5-DBE71FCCFB4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508928" y="2698704"/>
                  <a:ext cx="143640" cy="19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CA9EE96E-9289-46BD-B161-911C7625E7CC}"/>
                  </a:ext>
                </a:extLst>
              </p14:cNvPr>
              <p14:cNvContentPartPr/>
              <p14:nvPr/>
            </p14:nvContentPartPr>
            <p14:xfrm>
              <a:off x="4932288" y="2618784"/>
              <a:ext cx="196200" cy="1587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CA9EE96E-9289-46BD-B161-911C7625E7CC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4923648" y="2609784"/>
                <a:ext cx="213840" cy="176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0" name="Group 139">
            <a:extLst>
              <a:ext uri="{FF2B5EF4-FFF2-40B4-BE49-F238E27FC236}">
                <a16:creationId xmlns:a16="http://schemas.microsoft.com/office/drawing/2014/main" id="{607509F7-8060-4C88-E97A-89D1D982466D}"/>
              </a:ext>
            </a:extLst>
          </p:cNvPr>
          <p:cNvGrpSpPr/>
          <p:nvPr/>
        </p:nvGrpSpPr>
        <p:grpSpPr>
          <a:xfrm>
            <a:off x="5882328" y="2484504"/>
            <a:ext cx="277560" cy="344160"/>
            <a:chOff x="5882328" y="2484504"/>
            <a:chExt cx="277560" cy="34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FA8453BA-197C-F109-83A3-FAB4675F3830}"/>
                    </a:ext>
                  </a:extLst>
                </p14:cNvPr>
                <p14:cNvContentPartPr/>
                <p14:nvPr/>
              </p14:nvContentPartPr>
              <p14:xfrm>
                <a:off x="5882328" y="2506104"/>
                <a:ext cx="149760" cy="3225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FA8453BA-197C-F109-83A3-FAB4675F383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873328" y="2497104"/>
                  <a:ext cx="167400" cy="34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654C3332-3625-E473-F522-76FB136DF45A}"/>
                    </a:ext>
                  </a:extLst>
                </p14:cNvPr>
                <p14:cNvContentPartPr/>
                <p14:nvPr/>
              </p14:nvContentPartPr>
              <p14:xfrm>
                <a:off x="5975208" y="2484504"/>
                <a:ext cx="184680" cy="770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654C3332-3625-E473-F522-76FB136DF45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966568" y="2475504"/>
                  <a:ext cx="202320" cy="9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5B4BAEFE-3F76-FD17-6D70-9F79FEEBC21F}"/>
              </a:ext>
            </a:extLst>
          </p:cNvPr>
          <p:cNvGrpSpPr/>
          <p:nvPr/>
        </p:nvGrpSpPr>
        <p:grpSpPr>
          <a:xfrm>
            <a:off x="6197328" y="2649744"/>
            <a:ext cx="383400" cy="255600"/>
            <a:chOff x="6197328" y="2649744"/>
            <a:chExt cx="383400" cy="25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34B4E1B8-659D-C291-DB24-85D8AB1D2FF1}"/>
                    </a:ext>
                  </a:extLst>
                </p14:cNvPr>
                <p14:cNvContentPartPr/>
                <p14:nvPr/>
              </p14:nvContentPartPr>
              <p14:xfrm>
                <a:off x="6197328" y="2649744"/>
                <a:ext cx="55440" cy="2239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34B4E1B8-659D-C291-DB24-85D8AB1D2FF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188328" y="2641104"/>
                  <a:ext cx="730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3935D994-2513-77A5-8447-A3D4692AB70F}"/>
                    </a:ext>
                  </a:extLst>
                </p14:cNvPr>
                <p14:cNvContentPartPr/>
                <p14:nvPr/>
              </p14:nvContentPartPr>
              <p14:xfrm>
                <a:off x="6355008" y="2651904"/>
                <a:ext cx="123120" cy="2113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3935D994-2513-77A5-8447-A3D4692AB70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346368" y="2643264"/>
                  <a:ext cx="14076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7106F17D-4F9D-CC71-CB3F-2FC2B16CAA54}"/>
                    </a:ext>
                  </a:extLst>
                </p14:cNvPr>
                <p14:cNvContentPartPr/>
                <p14:nvPr/>
              </p14:nvContentPartPr>
              <p14:xfrm>
                <a:off x="6549768" y="2811744"/>
                <a:ext cx="30960" cy="936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7106F17D-4F9D-CC71-CB3F-2FC2B16CAA5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540768" y="2802744"/>
                  <a:ext cx="48600" cy="111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FC6EF592-1BAA-0D01-A9A8-53DFF37535B8}"/>
                  </a:ext>
                </a:extLst>
              </p14:cNvPr>
              <p14:cNvContentPartPr/>
              <p14:nvPr/>
            </p14:nvContentPartPr>
            <p14:xfrm>
              <a:off x="6835248" y="2641464"/>
              <a:ext cx="84960" cy="18900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FC6EF592-1BAA-0D01-A9A8-53DFF37535B8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6826248" y="2632824"/>
                <a:ext cx="102600" cy="20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47" name="Group 146">
            <a:extLst>
              <a:ext uri="{FF2B5EF4-FFF2-40B4-BE49-F238E27FC236}">
                <a16:creationId xmlns:a16="http://schemas.microsoft.com/office/drawing/2014/main" id="{3CE373F0-0EA4-AECE-E865-5407E55C5902}"/>
              </a:ext>
            </a:extLst>
          </p:cNvPr>
          <p:cNvGrpSpPr/>
          <p:nvPr/>
        </p:nvGrpSpPr>
        <p:grpSpPr>
          <a:xfrm>
            <a:off x="7085808" y="2625624"/>
            <a:ext cx="199800" cy="301320"/>
            <a:chOff x="7085808" y="2625624"/>
            <a:chExt cx="199800" cy="30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66E19B63-96CA-DFC3-1850-3587874DD1DF}"/>
                    </a:ext>
                  </a:extLst>
                </p14:cNvPr>
                <p14:cNvContentPartPr/>
                <p14:nvPr/>
              </p14:nvContentPartPr>
              <p14:xfrm>
                <a:off x="7085808" y="2625624"/>
                <a:ext cx="78840" cy="2268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66E19B63-96CA-DFC3-1850-3587874DD1D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077168" y="2616624"/>
                  <a:ext cx="964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53504160-9EC2-1E4D-F7F4-8A3AD94BCAAD}"/>
                    </a:ext>
                  </a:extLst>
                </p14:cNvPr>
                <p14:cNvContentPartPr/>
                <p14:nvPr/>
              </p14:nvContentPartPr>
              <p14:xfrm>
                <a:off x="7238448" y="2807784"/>
                <a:ext cx="47160" cy="1191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53504160-9EC2-1E4D-F7F4-8A3AD94BCAA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229808" y="2798784"/>
                  <a:ext cx="64800" cy="13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F9873764-6C7C-958F-DB94-151BEA59FDAB}"/>
              </a:ext>
            </a:extLst>
          </p:cNvPr>
          <p:cNvGrpSpPr/>
          <p:nvPr/>
        </p:nvGrpSpPr>
        <p:grpSpPr>
          <a:xfrm>
            <a:off x="7509888" y="2646864"/>
            <a:ext cx="253080" cy="237240"/>
            <a:chOff x="7509888" y="2646864"/>
            <a:chExt cx="253080" cy="23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7B42EF8-DD0F-518D-6CF8-7035D0ED01B2}"/>
                    </a:ext>
                  </a:extLst>
                </p14:cNvPr>
                <p14:cNvContentPartPr/>
                <p14:nvPr/>
              </p14:nvContentPartPr>
              <p14:xfrm>
                <a:off x="7509888" y="2646864"/>
                <a:ext cx="119160" cy="2152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7B42EF8-DD0F-518D-6CF8-7035D0ED01B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501248" y="2638224"/>
                  <a:ext cx="1368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0D84F364-754A-9B2C-0A42-CA655B0ED3AB}"/>
                    </a:ext>
                  </a:extLst>
                </p14:cNvPr>
                <p14:cNvContentPartPr/>
                <p14:nvPr/>
              </p14:nvContentPartPr>
              <p14:xfrm>
                <a:off x="7739568" y="2782584"/>
                <a:ext cx="23400" cy="1015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0D84F364-754A-9B2C-0A42-CA655B0ED3A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730928" y="2773944"/>
                  <a:ext cx="41040" cy="11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211EBCB2-7014-0DE5-5C62-1393BA042462}"/>
              </a:ext>
            </a:extLst>
          </p:cNvPr>
          <p:cNvGrpSpPr/>
          <p:nvPr/>
        </p:nvGrpSpPr>
        <p:grpSpPr>
          <a:xfrm>
            <a:off x="7971048" y="2592144"/>
            <a:ext cx="531000" cy="372600"/>
            <a:chOff x="7971048" y="2592144"/>
            <a:chExt cx="531000" cy="37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B4D43EF5-8DAE-21A8-A676-64D1BF529857}"/>
                    </a:ext>
                  </a:extLst>
                </p14:cNvPr>
                <p14:cNvContentPartPr/>
                <p14:nvPr/>
              </p14:nvContentPartPr>
              <p14:xfrm>
                <a:off x="7971048" y="2619864"/>
                <a:ext cx="154080" cy="2239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B4D43EF5-8DAE-21A8-A676-64D1BF52985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962048" y="2611224"/>
                  <a:ext cx="1717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07AB42F7-EEB7-209A-ABF8-9AAFFD24F969}"/>
                    </a:ext>
                  </a:extLst>
                </p14:cNvPr>
                <p14:cNvContentPartPr/>
                <p14:nvPr/>
              </p14:nvContentPartPr>
              <p14:xfrm>
                <a:off x="8260488" y="2592144"/>
                <a:ext cx="241560" cy="3726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07AB42F7-EEB7-209A-ABF8-9AAFFD24F96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251488" y="2583504"/>
                  <a:ext cx="259200" cy="39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C23A7011-6825-8EA5-FA90-F851482AC687}"/>
                  </a:ext>
                </a:extLst>
              </p14:cNvPr>
              <p14:cNvContentPartPr/>
              <p14:nvPr/>
            </p14:nvContentPartPr>
            <p14:xfrm>
              <a:off x="9217368" y="2156184"/>
              <a:ext cx="141120" cy="6426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C23A7011-6825-8EA5-FA90-F851482AC68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9208368" y="2147544"/>
                <a:ext cx="158760" cy="66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3" name="Group 162">
            <a:extLst>
              <a:ext uri="{FF2B5EF4-FFF2-40B4-BE49-F238E27FC236}">
                <a16:creationId xmlns:a16="http://schemas.microsoft.com/office/drawing/2014/main" id="{8ECFD77C-E9E5-0C76-50B6-CB7B545C99C6}"/>
              </a:ext>
            </a:extLst>
          </p:cNvPr>
          <p:cNvGrpSpPr/>
          <p:nvPr/>
        </p:nvGrpSpPr>
        <p:grpSpPr>
          <a:xfrm>
            <a:off x="9591768" y="2310624"/>
            <a:ext cx="1198080" cy="355320"/>
            <a:chOff x="9591768" y="2310624"/>
            <a:chExt cx="1198080" cy="35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C1F9F490-8B2E-283A-11D4-3720EE63E286}"/>
                    </a:ext>
                  </a:extLst>
                </p14:cNvPr>
                <p14:cNvContentPartPr/>
                <p14:nvPr/>
              </p14:nvContentPartPr>
              <p14:xfrm>
                <a:off x="9591768" y="2420424"/>
                <a:ext cx="203400" cy="14832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C1F9F490-8B2E-283A-11D4-3720EE63E28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583128" y="2411424"/>
                  <a:ext cx="2210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39ED307-3DCE-1DAE-2F79-7FFC7F5DF8C3}"/>
                    </a:ext>
                  </a:extLst>
                </p14:cNvPr>
                <p14:cNvContentPartPr/>
                <p14:nvPr/>
              </p14:nvContentPartPr>
              <p14:xfrm>
                <a:off x="9879408" y="2499624"/>
                <a:ext cx="12960" cy="676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39ED307-3DCE-1DAE-2F79-7FFC7F5DF8C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870768" y="2490984"/>
                  <a:ext cx="3060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0C51227E-979F-D01F-A5D3-CEF9D3D2ABE7}"/>
                    </a:ext>
                  </a:extLst>
                </p14:cNvPr>
                <p14:cNvContentPartPr/>
                <p14:nvPr/>
              </p14:nvContentPartPr>
              <p14:xfrm>
                <a:off x="9927288" y="2420784"/>
                <a:ext cx="5760" cy="259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0C51227E-979F-D01F-A5D3-CEF9D3D2ABE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918288" y="2411784"/>
                  <a:ext cx="234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3DA21101-36E5-DDBC-5B50-FE6E2AAB3C5E}"/>
                    </a:ext>
                  </a:extLst>
                </p14:cNvPr>
                <p14:cNvContentPartPr/>
                <p14:nvPr/>
              </p14:nvContentPartPr>
              <p14:xfrm>
                <a:off x="9980208" y="2439504"/>
                <a:ext cx="212040" cy="788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3DA21101-36E5-DDBC-5B50-FE6E2AAB3C5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971208" y="2430504"/>
                  <a:ext cx="22968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B2B40368-4FAE-FF20-C9A4-385C9EFDA08D}"/>
                    </a:ext>
                  </a:extLst>
                </p14:cNvPr>
                <p14:cNvContentPartPr/>
                <p14:nvPr/>
              </p14:nvContentPartPr>
              <p14:xfrm>
                <a:off x="10285848" y="2310624"/>
                <a:ext cx="81720" cy="2131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B2B40368-4FAE-FF20-C9A4-385C9EFDA08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276848" y="2301984"/>
                  <a:ext cx="993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A54B5F61-1D53-C222-4564-9728D0A0C656}"/>
                    </a:ext>
                  </a:extLst>
                </p14:cNvPr>
                <p14:cNvContentPartPr/>
                <p14:nvPr/>
              </p14:nvContentPartPr>
              <p14:xfrm>
                <a:off x="10448568" y="2478024"/>
                <a:ext cx="131040" cy="378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A54B5F61-1D53-C222-4564-9728D0A0C65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439568" y="2469024"/>
                  <a:ext cx="1486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39089DD3-11AF-32C3-47FA-5A86CFE69CAE}"/>
                    </a:ext>
                  </a:extLst>
                </p14:cNvPr>
                <p14:cNvContentPartPr/>
                <p14:nvPr/>
              </p14:nvContentPartPr>
              <p14:xfrm>
                <a:off x="10518768" y="2488104"/>
                <a:ext cx="271080" cy="1778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39089DD3-11AF-32C3-47FA-5A86CFE69CA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509768" y="2479104"/>
                  <a:ext cx="288720" cy="19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714120FE-EEA6-B09C-B343-C4F2ABD8CF07}"/>
              </a:ext>
            </a:extLst>
          </p:cNvPr>
          <p:cNvGrpSpPr/>
          <p:nvPr/>
        </p:nvGrpSpPr>
        <p:grpSpPr>
          <a:xfrm>
            <a:off x="1284408" y="3578184"/>
            <a:ext cx="718560" cy="464040"/>
            <a:chOff x="1284408" y="3578184"/>
            <a:chExt cx="718560" cy="46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FA619A78-8CF1-C514-2DEC-9D3DA6CCD6D9}"/>
                    </a:ext>
                  </a:extLst>
                </p14:cNvPr>
                <p14:cNvContentPartPr/>
                <p14:nvPr/>
              </p14:nvContentPartPr>
              <p14:xfrm>
                <a:off x="1445688" y="3696264"/>
                <a:ext cx="40680" cy="23256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FA619A78-8CF1-C514-2DEC-9D3DA6CCD6D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436688" y="3687624"/>
                  <a:ext cx="583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4D3F069C-B048-1E08-2D08-37ADA161A237}"/>
                    </a:ext>
                  </a:extLst>
                </p14:cNvPr>
                <p14:cNvContentPartPr/>
                <p14:nvPr/>
              </p14:nvContentPartPr>
              <p14:xfrm>
                <a:off x="1284408" y="3578184"/>
                <a:ext cx="349200" cy="1825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4D3F069C-B048-1E08-2D08-37ADA161A23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275768" y="3569184"/>
                  <a:ext cx="3668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4F9AD99-F3A9-611B-33B1-DDC20752F6C1}"/>
                    </a:ext>
                  </a:extLst>
                </p14:cNvPr>
                <p14:cNvContentPartPr/>
                <p14:nvPr/>
              </p14:nvContentPartPr>
              <p14:xfrm>
                <a:off x="1327248" y="3965904"/>
                <a:ext cx="229320" cy="763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4F9AD99-F3A9-611B-33B1-DDC20752F6C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318608" y="3957264"/>
                  <a:ext cx="24696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A77C429B-EDC2-2C09-0939-F8A8B8CE2229}"/>
                    </a:ext>
                  </a:extLst>
                </p14:cNvPr>
                <p14:cNvContentPartPr/>
                <p14:nvPr/>
              </p14:nvContentPartPr>
              <p14:xfrm>
                <a:off x="1777608" y="3631104"/>
                <a:ext cx="225360" cy="3459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A77C429B-EDC2-2C09-0939-F8A8B8CE222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768608" y="3622464"/>
                  <a:ext cx="243000" cy="36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CBB2C6A5-A93F-7CC3-79F9-13B727B17A5B}"/>
              </a:ext>
            </a:extLst>
          </p:cNvPr>
          <p:cNvGrpSpPr/>
          <p:nvPr/>
        </p:nvGrpSpPr>
        <p:grpSpPr>
          <a:xfrm>
            <a:off x="2463768" y="3708504"/>
            <a:ext cx="190800" cy="223920"/>
            <a:chOff x="2463768" y="3708504"/>
            <a:chExt cx="190800" cy="22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ADC98034-8DB1-BC26-8C03-6E4DD42D9D08}"/>
                    </a:ext>
                  </a:extLst>
                </p14:cNvPr>
                <p14:cNvContentPartPr/>
                <p14:nvPr/>
              </p14:nvContentPartPr>
              <p14:xfrm>
                <a:off x="2463768" y="3831984"/>
                <a:ext cx="190800" cy="1004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ADC98034-8DB1-BC26-8C03-6E4DD42D9D0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455128" y="3822984"/>
                  <a:ext cx="20844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7D51EC00-0487-3A06-132E-BDEBAC276E65}"/>
                    </a:ext>
                  </a:extLst>
                </p14:cNvPr>
                <p14:cNvContentPartPr/>
                <p14:nvPr/>
              </p14:nvContentPartPr>
              <p14:xfrm>
                <a:off x="2569968" y="3708504"/>
                <a:ext cx="60840" cy="446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7D51EC00-0487-3A06-132E-BDEBAC276E65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560968" y="3699864"/>
                  <a:ext cx="7848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D43D7EBC-EB85-1D2C-62F4-9DBA428BE87C}"/>
              </a:ext>
            </a:extLst>
          </p:cNvPr>
          <p:cNvGrpSpPr/>
          <p:nvPr/>
        </p:nvGrpSpPr>
        <p:grpSpPr>
          <a:xfrm>
            <a:off x="3031128" y="3604824"/>
            <a:ext cx="362160" cy="318240"/>
            <a:chOff x="3031128" y="3604824"/>
            <a:chExt cx="362160" cy="31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C28AF92B-A92C-F6F3-7991-2B6741A67D68}"/>
                    </a:ext>
                  </a:extLst>
                </p14:cNvPr>
                <p14:cNvContentPartPr/>
                <p14:nvPr/>
              </p14:nvContentPartPr>
              <p14:xfrm>
                <a:off x="3031128" y="3693024"/>
                <a:ext cx="63720" cy="2300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C28AF92B-A92C-F6F3-7991-2B6741A67D6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022488" y="3684384"/>
                  <a:ext cx="8136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F925DE1E-824A-F4C4-6D71-7818BF8A1AE3}"/>
                    </a:ext>
                  </a:extLst>
                </p14:cNvPr>
                <p14:cNvContentPartPr/>
                <p14:nvPr/>
              </p14:nvContentPartPr>
              <p14:xfrm>
                <a:off x="3136248" y="3604824"/>
                <a:ext cx="257040" cy="2793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F925DE1E-824A-F4C4-6D71-7818BF8A1AE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127248" y="3596184"/>
                  <a:ext cx="274680" cy="29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A7A1554B-C5DB-18D0-078C-D85AC7CD1E20}"/>
              </a:ext>
            </a:extLst>
          </p:cNvPr>
          <p:cNvGrpSpPr/>
          <p:nvPr/>
        </p:nvGrpSpPr>
        <p:grpSpPr>
          <a:xfrm>
            <a:off x="3737448" y="3680424"/>
            <a:ext cx="857520" cy="205920"/>
            <a:chOff x="3737448" y="3680424"/>
            <a:chExt cx="857520" cy="20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8B712A5D-08B1-DDE2-296F-3089BAE68924}"/>
                    </a:ext>
                  </a:extLst>
                </p14:cNvPr>
                <p14:cNvContentPartPr/>
                <p14:nvPr/>
              </p14:nvContentPartPr>
              <p14:xfrm>
                <a:off x="3870288" y="3680424"/>
                <a:ext cx="46080" cy="2059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8B712A5D-08B1-DDE2-296F-3089BAE6892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861288" y="3671784"/>
                  <a:ext cx="637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8053E8B-B4B3-2817-1F49-F8DB50939C86}"/>
                    </a:ext>
                  </a:extLst>
                </p14:cNvPr>
                <p14:cNvContentPartPr/>
                <p14:nvPr/>
              </p14:nvContentPartPr>
              <p14:xfrm>
                <a:off x="3737448" y="3697344"/>
                <a:ext cx="857520" cy="1389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8053E8B-B4B3-2817-1F49-F8DB50939C8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728448" y="3688704"/>
                  <a:ext cx="875160" cy="156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EB34A82E-4CAB-74D9-5F77-10A8AEF74CCF}"/>
                  </a:ext>
                </a:extLst>
              </p14:cNvPr>
              <p14:cNvContentPartPr/>
              <p14:nvPr/>
            </p14:nvContentPartPr>
            <p14:xfrm>
              <a:off x="5113728" y="3641184"/>
              <a:ext cx="224280" cy="45144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EB34A82E-4CAB-74D9-5F77-10A8AEF74CCF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5105088" y="3632544"/>
                <a:ext cx="241920" cy="46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8" name="Group 187">
            <a:extLst>
              <a:ext uri="{FF2B5EF4-FFF2-40B4-BE49-F238E27FC236}">
                <a16:creationId xmlns:a16="http://schemas.microsoft.com/office/drawing/2014/main" id="{B9491BBD-10D1-B3AC-2FF2-F931583E95DC}"/>
              </a:ext>
            </a:extLst>
          </p:cNvPr>
          <p:cNvGrpSpPr/>
          <p:nvPr/>
        </p:nvGrpSpPr>
        <p:grpSpPr>
          <a:xfrm>
            <a:off x="6318288" y="3561264"/>
            <a:ext cx="539280" cy="331200"/>
            <a:chOff x="6318288" y="3561264"/>
            <a:chExt cx="53928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2919A892-9546-F737-D754-3C94116919B8}"/>
                    </a:ext>
                  </a:extLst>
                </p14:cNvPr>
                <p14:cNvContentPartPr/>
                <p14:nvPr/>
              </p14:nvContentPartPr>
              <p14:xfrm>
                <a:off x="6318288" y="3561264"/>
                <a:ext cx="539280" cy="3312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2919A892-9546-F737-D754-3C94116919B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309288" y="3552624"/>
                  <a:ext cx="55692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5DEE17B5-75B7-EE86-8AEA-2F5A41F0B652}"/>
                    </a:ext>
                  </a:extLst>
                </p14:cNvPr>
                <p14:cNvContentPartPr/>
                <p14:nvPr/>
              </p14:nvContentPartPr>
              <p14:xfrm>
                <a:off x="6511248" y="3666384"/>
                <a:ext cx="191520" cy="327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5DEE17B5-75B7-EE86-8AEA-2F5A41F0B65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502248" y="3657384"/>
                  <a:ext cx="209160" cy="5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195E95A-895A-516C-8977-337000A28EB4}"/>
              </a:ext>
            </a:extLst>
          </p:cNvPr>
          <p:cNvGrpSpPr/>
          <p:nvPr/>
        </p:nvGrpSpPr>
        <p:grpSpPr>
          <a:xfrm>
            <a:off x="7344288" y="3404304"/>
            <a:ext cx="1593720" cy="342720"/>
            <a:chOff x="7344288" y="3404304"/>
            <a:chExt cx="1593720" cy="34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5DD12F94-0F2D-3348-A180-AD04F9021E40}"/>
                    </a:ext>
                  </a:extLst>
                </p14:cNvPr>
                <p14:cNvContentPartPr/>
                <p14:nvPr/>
              </p14:nvContentPartPr>
              <p14:xfrm>
                <a:off x="7344288" y="3513384"/>
                <a:ext cx="164880" cy="2336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5DD12F94-0F2D-3348-A180-AD04F9021E4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335288" y="3504384"/>
                  <a:ext cx="18252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E9B1FC69-DD2B-280F-45C1-1F23446080A1}"/>
                    </a:ext>
                  </a:extLst>
                </p14:cNvPr>
                <p14:cNvContentPartPr/>
                <p14:nvPr/>
              </p14:nvContentPartPr>
              <p14:xfrm>
                <a:off x="7610688" y="3658824"/>
                <a:ext cx="32400" cy="442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E9B1FC69-DD2B-280F-45C1-1F23446080A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602048" y="3650184"/>
                  <a:ext cx="5004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28576D59-C6AA-055B-2242-B3FB1AB5DBDE}"/>
                    </a:ext>
                  </a:extLst>
                </p14:cNvPr>
                <p14:cNvContentPartPr/>
                <p14:nvPr/>
              </p14:nvContentPartPr>
              <p14:xfrm>
                <a:off x="7758648" y="3632184"/>
                <a:ext cx="211320" cy="759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28576D59-C6AA-055B-2242-B3FB1AB5DBD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750008" y="3623544"/>
                  <a:ext cx="22896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C702F46F-DE7F-26B4-EF51-F18EDB61C658}"/>
                    </a:ext>
                  </a:extLst>
                </p14:cNvPr>
                <p14:cNvContentPartPr/>
                <p14:nvPr/>
              </p14:nvContentPartPr>
              <p14:xfrm>
                <a:off x="8068968" y="3593304"/>
                <a:ext cx="424440" cy="777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C702F46F-DE7F-26B4-EF51-F18EDB61C65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059968" y="3584664"/>
                  <a:ext cx="44208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2D12B4EC-1FD8-F440-C726-2CAF1BFADE76}"/>
                    </a:ext>
                  </a:extLst>
                </p14:cNvPr>
                <p14:cNvContentPartPr/>
                <p14:nvPr/>
              </p14:nvContentPartPr>
              <p14:xfrm>
                <a:off x="8611848" y="3404304"/>
                <a:ext cx="71640" cy="1990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2D12B4EC-1FD8-F440-C726-2CAF1BFADE76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602848" y="3395664"/>
                  <a:ext cx="892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A179F660-AF19-5812-08AF-286B970EB042}"/>
                    </a:ext>
                  </a:extLst>
                </p14:cNvPr>
                <p14:cNvContentPartPr/>
                <p14:nvPr/>
              </p14:nvContentPartPr>
              <p14:xfrm>
                <a:off x="8621568" y="3498264"/>
                <a:ext cx="316440" cy="464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A179F660-AF19-5812-08AF-286B970EB04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612568" y="3489264"/>
                  <a:ext cx="334080" cy="640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3799970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7004304"/>
          </a:xfrm>
        </p:spPr>
        <p:txBody>
          <a:bodyPr/>
          <a:lstStyle/>
          <a:p>
            <a:pPr marL="0" indent="0">
              <a:buNone/>
            </a:pPr>
            <a:r>
              <a:rPr lang="en-IN" u="sng" dirty="0"/>
              <a:t>Words as Vector: Document dimensions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5F94F2F-9BD8-9FE1-CF76-92292594BD03}"/>
              </a:ext>
            </a:extLst>
          </p:cNvPr>
          <p:cNvGrpSpPr/>
          <p:nvPr/>
        </p:nvGrpSpPr>
        <p:grpSpPr>
          <a:xfrm>
            <a:off x="2477088" y="792864"/>
            <a:ext cx="2495880" cy="244440"/>
            <a:chOff x="2477088" y="792864"/>
            <a:chExt cx="2495880" cy="24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B2126587-8359-5D3C-C68E-3A70C9A126D4}"/>
                    </a:ext>
                  </a:extLst>
                </p14:cNvPr>
                <p14:cNvContentPartPr/>
                <p14:nvPr/>
              </p14:nvContentPartPr>
              <p14:xfrm>
                <a:off x="2485728" y="828504"/>
                <a:ext cx="18360" cy="2088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B2126587-8359-5D3C-C68E-3A70C9A126D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477088" y="819864"/>
                  <a:ext cx="3600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08B0E9D-6971-1594-733D-3EA092AD000F}"/>
                    </a:ext>
                  </a:extLst>
                </p14:cNvPr>
                <p14:cNvContentPartPr/>
                <p14:nvPr/>
              </p14:nvContentPartPr>
              <p14:xfrm>
                <a:off x="2477088" y="795024"/>
                <a:ext cx="286560" cy="2408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08B0E9D-6971-1594-733D-3EA092AD000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468448" y="786384"/>
                  <a:ext cx="3042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79D2074-802D-9F98-C656-406B8732D37D}"/>
                    </a:ext>
                  </a:extLst>
                </p14:cNvPr>
                <p14:cNvContentPartPr/>
                <p14:nvPr/>
              </p14:nvContentPartPr>
              <p14:xfrm>
                <a:off x="2903688" y="892944"/>
                <a:ext cx="86760" cy="871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79D2074-802D-9F98-C656-406B8732D37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895048" y="884304"/>
                  <a:ext cx="10440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916BD95-917F-7312-3E7A-787EB88B93DC}"/>
                    </a:ext>
                  </a:extLst>
                </p14:cNvPr>
                <p14:cNvContentPartPr/>
                <p14:nvPr/>
              </p14:nvContentPartPr>
              <p14:xfrm>
                <a:off x="3070368" y="892224"/>
                <a:ext cx="281520" cy="104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916BD95-917F-7312-3E7A-787EB88B93D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061728" y="883224"/>
                  <a:ext cx="2991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7438271D-975F-5E8F-267A-29A9A0CA6854}"/>
                    </a:ext>
                  </a:extLst>
                </p14:cNvPr>
                <p14:cNvContentPartPr/>
                <p14:nvPr/>
              </p14:nvContentPartPr>
              <p14:xfrm>
                <a:off x="3425688" y="792864"/>
                <a:ext cx="644400" cy="1764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7438271D-975F-5E8F-267A-29A9A0CA685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416688" y="783864"/>
                  <a:ext cx="6620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C5DA1E84-6B80-623E-EE47-1D1FA8D09685}"/>
                    </a:ext>
                  </a:extLst>
                </p14:cNvPr>
                <p14:cNvContentPartPr/>
                <p14:nvPr/>
              </p14:nvContentPartPr>
              <p14:xfrm>
                <a:off x="4093128" y="874224"/>
                <a:ext cx="77400" cy="248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C5DA1E84-6B80-623E-EE47-1D1FA8D0968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084128" y="865584"/>
                  <a:ext cx="950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AB5CBDF8-DFA2-1F92-0B2D-842309671811}"/>
                    </a:ext>
                  </a:extLst>
                </p14:cNvPr>
                <p14:cNvContentPartPr/>
                <p14:nvPr/>
              </p14:nvContentPartPr>
              <p14:xfrm>
                <a:off x="4447368" y="853344"/>
                <a:ext cx="525600" cy="640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AB5CBDF8-DFA2-1F92-0B2D-84230967181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438728" y="844704"/>
                  <a:ext cx="543240" cy="8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E340F82-BD93-755F-D6CC-60E56D444A39}"/>
              </a:ext>
            </a:extLst>
          </p:cNvPr>
          <p:cNvGrpSpPr/>
          <p:nvPr/>
        </p:nvGrpSpPr>
        <p:grpSpPr>
          <a:xfrm>
            <a:off x="5275008" y="655704"/>
            <a:ext cx="976680" cy="303840"/>
            <a:chOff x="5275008" y="655704"/>
            <a:chExt cx="976680" cy="30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7BD60AA4-6DBE-9334-DF1D-ABA4C7A2A7BA}"/>
                    </a:ext>
                  </a:extLst>
                </p14:cNvPr>
                <p14:cNvContentPartPr/>
                <p14:nvPr/>
              </p14:nvContentPartPr>
              <p14:xfrm>
                <a:off x="5275008" y="764424"/>
                <a:ext cx="167040" cy="1951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7BD60AA4-6DBE-9334-DF1D-ABA4C7A2A7B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266368" y="755784"/>
                  <a:ext cx="18468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C5C9584A-5E1B-4B4A-ECF2-EE582C59117E}"/>
                    </a:ext>
                  </a:extLst>
                </p14:cNvPr>
                <p14:cNvContentPartPr/>
                <p14:nvPr/>
              </p14:nvContentPartPr>
              <p14:xfrm>
                <a:off x="5532768" y="800784"/>
                <a:ext cx="136800" cy="1000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C5C9584A-5E1B-4B4A-ECF2-EE582C59117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524128" y="791784"/>
                  <a:ext cx="15444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E4817B0F-92DB-0F7F-9058-023413AAAB13}"/>
                    </a:ext>
                  </a:extLst>
                </p14:cNvPr>
                <p14:cNvContentPartPr/>
                <p14:nvPr/>
              </p14:nvContentPartPr>
              <p14:xfrm>
                <a:off x="5743728" y="655704"/>
                <a:ext cx="249840" cy="2394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E4817B0F-92DB-0F7F-9058-023413AAAB1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734728" y="646704"/>
                  <a:ext cx="26748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1C08945-9FF2-5223-2191-49C84EB2EB91}"/>
                    </a:ext>
                  </a:extLst>
                </p14:cNvPr>
                <p14:cNvContentPartPr/>
                <p14:nvPr/>
              </p14:nvContentPartPr>
              <p14:xfrm>
                <a:off x="5983128" y="762984"/>
                <a:ext cx="268560" cy="856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1C08945-9FF2-5223-2191-49C84EB2EB9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974488" y="754344"/>
                  <a:ext cx="28620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4CC67C0E-08A9-83F1-923C-8AC986D484F2}"/>
                    </a:ext>
                  </a:extLst>
                </p14:cNvPr>
                <p14:cNvContentPartPr/>
                <p14:nvPr/>
              </p14:nvContentPartPr>
              <p14:xfrm>
                <a:off x="5518368" y="822744"/>
                <a:ext cx="116280" cy="766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4CC67C0E-08A9-83F1-923C-8AC986D484F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509368" y="814104"/>
                  <a:ext cx="133920" cy="9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B1D96A7E-B0CF-1225-98B2-EC4D2CDC85F3}"/>
              </a:ext>
            </a:extLst>
          </p:cNvPr>
          <p:cNvGrpSpPr/>
          <p:nvPr/>
        </p:nvGrpSpPr>
        <p:grpSpPr>
          <a:xfrm>
            <a:off x="6740928" y="648504"/>
            <a:ext cx="388080" cy="236520"/>
            <a:chOff x="6740928" y="648504"/>
            <a:chExt cx="388080" cy="23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C3CDCF0D-03FB-90AC-87C0-6E88111957A1}"/>
                    </a:ext>
                  </a:extLst>
                </p14:cNvPr>
                <p14:cNvContentPartPr/>
                <p14:nvPr/>
              </p14:nvContentPartPr>
              <p14:xfrm>
                <a:off x="6740928" y="792864"/>
                <a:ext cx="388080" cy="921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C3CDCF0D-03FB-90AC-87C0-6E88111957A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732288" y="784224"/>
                  <a:ext cx="40572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A61E78A7-192A-7AE7-8329-28B6633202FA}"/>
                    </a:ext>
                  </a:extLst>
                </p14:cNvPr>
                <p14:cNvContentPartPr/>
                <p14:nvPr/>
              </p14:nvContentPartPr>
              <p14:xfrm>
                <a:off x="6984648" y="648504"/>
                <a:ext cx="47880" cy="788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A61E78A7-192A-7AE7-8329-28B6633202F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976008" y="639504"/>
                  <a:ext cx="6552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45217724-A432-6F09-3EEB-83F7D041E755}"/>
              </a:ext>
            </a:extLst>
          </p:cNvPr>
          <p:cNvGrpSpPr/>
          <p:nvPr/>
        </p:nvGrpSpPr>
        <p:grpSpPr>
          <a:xfrm>
            <a:off x="7458768" y="580464"/>
            <a:ext cx="957960" cy="219960"/>
            <a:chOff x="7458768" y="580464"/>
            <a:chExt cx="957960" cy="21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DE5D4F7-C43D-A298-5596-3CD3D96A06AA}"/>
                    </a:ext>
                  </a:extLst>
                </p14:cNvPr>
                <p14:cNvContentPartPr/>
                <p14:nvPr/>
              </p14:nvContentPartPr>
              <p14:xfrm>
                <a:off x="7458768" y="653184"/>
                <a:ext cx="176040" cy="1461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DE5D4F7-C43D-A298-5596-3CD3D96A06A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450128" y="644544"/>
                  <a:ext cx="1936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4CC8BE76-E20C-29B0-B391-6F9D5E58B311}"/>
                    </a:ext>
                  </a:extLst>
                </p14:cNvPr>
                <p14:cNvContentPartPr/>
                <p14:nvPr/>
              </p14:nvContentPartPr>
              <p14:xfrm>
                <a:off x="7708248" y="706104"/>
                <a:ext cx="58320" cy="806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4CC8BE76-E20C-29B0-B391-6F9D5E58B31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699608" y="697464"/>
                  <a:ext cx="759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44089E21-DD37-03AA-2F0C-AD8288C89697}"/>
                    </a:ext>
                  </a:extLst>
                </p14:cNvPr>
                <p14:cNvContentPartPr/>
                <p14:nvPr/>
              </p14:nvContentPartPr>
              <p14:xfrm>
                <a:off x="7876368" y="580464"/>
                <a:ext cx="192960" cy="2199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44089E21-DD37-03AA-2F0C-AD8288C8969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867728" y="571464"/>
                  <a:ext cx="21060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16390AA5-C31D-F79D-56CA-39E409BC3222}"/>
                    </a:ext>
                  </a:extLst>
                </p14:cNvPr>
                <p14:cNvContentPartPr/>
                <p14:nvPr/>
              </p14:nvContentPartPr>
              <p14:xfrm>
                <a:off x="8076168" y="666144"/>
                <a:ext cx="340560" cy="756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16390AA5-C31D-F79D-56CA-39E409BC322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067168" y="657504"/>
                  <a:ext cx="358200" cy="9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87BD771-C2ED-CA26-A6DA-D48561F595BB}"/>
              </a:ext>
            </a:extLst>
          </p:cNvPr>
          <p:cNvGrpSpPr/>
          <p:nvPr/>
        </p:nvGrpSpPr>
        <p:grpSpPr>
          <a:xfrm>
            <a:off x="8786448" y="662544"/>
            <a:ext cx="1162440" cy="290520"/>
            <a:chOff x="8786448" y="662544"/>
            <a:chExt cx="1162440" cy="29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F7C1613D-6729-4FAE-C7F4-193C2E8029CC}"/>
                    </a:ext>
                  </a:extLst>
                </p14:cNvPr>
                <p14:cNvContentPartPr/>
                <p14:nvPr/>
              </p14:nvContentPartPr>
              <p14:xfrm>
                <a:off x="8786448" y="662544"/>
                <a:ext cx="357120" cy="2905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F7C1613D-6729-4FAE-C7F4-193C2E8029C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777808" y="653904"/>
                  <a:ext cx="37476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2716B3B-F924-EE55-EE36-35F162A654FF}"/>
                    </a:ext>
                  </a:extLst>
                </p14:cNvPr>
                <p14:cNvContentPartPr/>
                <p14:nvPr/>
              </p14:nvContentPartPr>
              <p14:xfrm>
                <a:off x="9186768" y="694224"/>
                <a:ext cx="80280" cy="615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2716B3B-F924-EE55-EE36-35F162A654F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177768" y="685584"/>
                  <a:ext cx="9792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EEF94DD3-40CF-A0F6-5009-48262C57BA28}"/>
                    </a:ext>
                  </a:extLst>
                </p14:cNvPr>
                <p14:cNvContentPartPr/>
                <p14:nvPr/>
              </p14:nvContentPartPr>
              <p14:xfrm>
                <a:off x="9409968" y="682704"/>
                <a:ext cx="119160" cy="471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EEF94DD3-40CF-A0F6-5009-48262C57BA2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400968" y="674064"/>
                  <a:ext cx="1368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B9E30234-3EB7-062A-A96B-67C9161A338C}"/>
                    </a:ext>
                  </a:extLst>
                </p14:cNvPr>
                <p14:cNvContentPartPr/>
                <p14:nvPr/>
              </p14:nvContentPartPr>
              <p14:xfrm>
                <a:off x="9611568" y="689544"/>
                <a:ext cx="146160" cy="619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B9E30234-3EB7-062A-A96B-67C9161A338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602928" y="680544"/>
                  <a:ext cx="16380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88B16D8F-3EAE-36A1-F0C7-AB3BA2E6104C}"/>
                    </a:ext>
                  </a:extLst>
                </p14:cNvPr>
                <p14:cNvContentPartPr/>
                <p14:nvPr/>
              </p14:nvContentPartPr>
              <p14:xfrm>
                <a:off x="9912168" y="752544"/>
                <a:ext cx="36720" cy="183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88B16D8F-3EAE-36A1-F0C7-AB3BA2E6104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903528" y="743904"/>
                  <a:ext cx="5436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AF48B91-7854-1311-6F2B-29FCEF91E16C}"/>
              </a:ext>
            </a:extLst>
          </p:cNvPr>
          <p:cNvGrpSpPr/>
          <p:nvPr/>
        </p:nvGrpSpPr>
        <p:grpSpPr>
          <a:xfrm>
            <a:off x="2271888" y="1345824"/>
            <a:ext cx="973080" cy="265320"/>
            <a:chOff x="2271888" y="1345824"/>
            <a:chExt cx="973080" cy="26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B82BEB2D-A218-C25A-ABB4-657C0978828D}"/>
                    </a:ext>
                  </a:extLst>
                </p14:cNvPr>
                <p14:cNvContentPartPr/>
                <p14:nvPr/>
              </p14:nvContentPartPr>
              <p14:xfrm>
                <a:off x="2271888" y="1351584"/>
                <a:ext cx="165240" cy="2595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B82BEB2D-A218-C25A-ABB4-657C0978828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263248" y="1342944"/>
                  <a:ext cx="18288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A8724739-D034-6D65-9E8A-09424055DCFC}"/>
                    </a:ext>
                  </a:extLst>
                </p14:cNvPr>
                <p14:cNvContentPartPr/>
                <p14:nvPr/>
              </p14:nvContentPartPr>
              <p14:xfrm>
                <a:off x="2551608" y="1453824"/>
                <a:ext cx="81720" cy="1076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A8724739-D034-6D65-9E8A-09424055DCF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542968" y="1444824"/>
                  <a:ext cx="9936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9C6A4D0D-8523-E314-6038-AC903933A538}"/>
                    </a:ext>
                  </a:extLst>
                </p14:cNvPr>
                <p14:cNvContentPartPr/>
                <p14:nvPr/>
              </p14:nvContentPartPr>
              <p14:xfrm>
                <a:off x="2729808" y="1345824"/>
                <a:ext cx="191880" cy="2196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9C6A4D0D-8523-E314-6038-AC903933A53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720808" y="1336824"/>
                  <a:ext cx="2095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C7F0BF11-9CA9-F0FF-A193-F12743201CFC}"/>
                    </a:ext>
                  </a:extLst>
                </p14:cNvPr>
                <p14:cNvContentPartPr/>
                <p14:nvPr/>
              </p14:nvContentPartPr>
              <p14:xfrm>
                <a:off x="2920968" y="1427184"/>
                <a:ext cx="324000" cy="741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C7F0BF11-9CA9-F0FF-A193-F12743201CF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911968" y="1418544"/>
                  <a:ext cx="341640" cy="9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76F9A59-16C3-1AB5-C8AB-E3FE7BC3B737}"/>
              </a:ext>
            </a:extLst>
          </p:cNvPr>
          <p:cNvGrpSpPr/>
          <p:nvPr/>
        </p:nvGrpSpPr>
        <p:grpSpPr>
          <a:xfrm>
            <a:off x="3517848" y="1272744"/>
            <a:ext cx="1299600" cy="261360"/>
            <a:chOff x="3517848" y="1272744"/>
            <a:chExt cx="1299600" cy="26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A69D5C7-A00E-7789-6B38-8C142C4F0763}"/>
                    </a:ext>
                  </a:extLst>
                </p14:cNvPr>
                <p14:cNvContentPartPr/>
                <p14:nvPr/>
              </p14:nvContentPartPr>
              <p14:xfrm>
                <a:off x="3517848" y="1299744"/>
                <a:ext cx="156960" cy="2343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A69D5C7-A00E-7789-6B38-8C142C4F0763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509208" y="1291104"/>
                  <a:ext cx="17460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0FBFD0A0-D0EE-E7C5-9881-59E9F3540F00}"/>
                    </a:ext>
                  </a:extLst>
                </p14:cNvPr>
                <p14:cNvContentPartPr/>
                <p14:nvPr/>
              </p14:nvContentPartPr>
              <p14:xfrm>
                <a:off x="3699288" y="1428264"/>
                <a:ext cx="77400" cy="828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0FBFD0A0-D0EE-E7C5-9881-59E9F3540F0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690288" y="1419624"/>
                  <a:ext cx="9504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61C74C5-CF40-8DE2-846F-E9095C33C0DC}"/>
                    </a:ext>
                  </a:extLst>
                </p14:cNvPr>
                <p14:cNvContentPartPr/>
                <p14:nvPr/>
              </p14:nvContentPartPr>
              <p14:xfrm>
                <a:off x="3849408" y="1434744"/>
                <a:ext cx="185040" cy="583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61C74C5-CF40-8DE2-846F-E9095C33C0D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40408" y="1425744"/>
                  <a:ext cx="2026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0B3E1D9-1AE7-84B7-CDB8-98A28AC91F90}"/>
                    </a:ext>
                  </a:extLst>
                </p14:cNvPr>
                <p14:cNvContentPartPr/>
                <p14:nvPr/>
              </p14:nvContentPartPr>
              <p14:xfrm>
                <a:off x="4113288" y="1272744"/>
                <a:ext cx="452160" cy="2206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0B3E1D9-1AE7-84B7-CDB8-98A28AC91F9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104288" y="1264104"/>
                  <a:ext cx="4698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C2ADA4F9-5EF9-E8DB-B1E3-607E0A14921B}"/>
                    </a:ext>
                  </a:extLst>
                </p14:cNvPr>
                <p14:cNvContentPartPr/>
                <p14:nvPr/>
              </p14:nvContentPartPr>
              <p14:xfrm>
                <a:off x="4596048" y="1398384"/>
                <a:ext cx="15480" cy="162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C2ADA4F9-5EF9-E8DB-B1E3-607E0A14921B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587408" y="1389384"/>
                  <a:ext cx="331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52EF29C-ABF1-1320-1670-BE91B50EC92B}"/>
                    </a:ext>
                  </a:extLst>
                </p14:cNvPr>
                <p14:cNvContentPartPr/>
                <p14:nvPr/>
              </p14:nvContentPartPr>
              <p14:xfrm>
                <a:off x="4645368" y="1423944"/>
                <a:ext cx="43560" cy="730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52EF29C-ABF1-1320-1670-BE91B50EC92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636728" y="1414944"/>
                  <a:ext cx="6120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B886FCAA-95A5-4132-D484-ADF5791FA26C}"/>
                    </a:ext>
                  </a:extLst>
                </p14:cNvPr>
                <p14:cNvContentPartPr/>
                <p14:nvPr/>
              </p14:nvContentPartPr>
              <p14:xfrm>
                <a:off x="4620888" y="1278504"/>
                <a:ext cx="56520" cy="129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B886FCAA-95A5-4132-D484-ADF5791FA26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611888" y="1269504"/>
                  <a:ext cx="741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B50473D7-C9DD-2526-2794-13E93608FB6C}"/>
                    </a:ext>
                  </a:extLst>
                </p14:cNvPr>
                <p14:cNvContentPartPr/>
                <p14:nvPr/>
              </p14:nvContentPartPr>
              <p14:xfrm>
                <a:off x="4770648" y="1375344"/>
                <a:ext cx="46800" cy="1018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B50473D7-C9DD-2526-2794-13E93608FB6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762008" y="1366704"/>
                  <a:ext cx="64440" cy="119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46A234C-DAD1-CA5E-BE34-E9373160EF6B}"/>
                  </a:ext>
                </a:extLst>
              </p14:cNvPr>
              <p14:cNvContentPartPr/>
              <p14:nvPr/>
            </p14:nvContentPartPr>
            <p14:xfrm>
              <a:off x="5106168" y="1430784"/>
              <a:ext cx="330840" cy="558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46A234C-DAD1-CA5E-BE34-E9373160EF6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097528" y="1421784"/>
                <a:ext cx="348480" cy="7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C4FCC12-7F77-A401-D7A3-9C8EC30C52F7}"/>
                  </a:ext>
                </a:extLst>
              </p14:cNvPr>
              <p14:cNvContentPartPr/>
              <p14:nvPr/>
            </p14:nvContentPartPr>
            <p14:xfrm>
              <a:off x="2335968" y="1674144"/>
              <a:ext cx="2412720" cy="1116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C4FCC12-7F77-A401-D7A3-9C8EC30C52F7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326968" y="1665504"/>
                <a:ext cx="2430360" cy="129240"/>
              </a:xfrm>
              <a:prstGeom prst="rect">
                <a:avLst/>
              </a:prstGeom>
            </p:spPr>
          </p:pic>
        </mc:Fallback>
      </mc:AlternateContent>
      <p:grpSp>
        <p:nvGrpSpPr>
          <p:cNvPr id="66" name="Group 65">
            <a:extLst>
              <a:ext uri="{FF2B5EF4-FFF2-40B4-BE49-F238E27FC236}">
                <a16:creationId xmlns:a16="http://schemas.microsoft.com/office/drawing/2014/main" id="{85917EAA-4A28-AEEF-9E85-E3AAAA51C589}"/>
              </a:ext>
            </a:extLst>
          </p:cNvPr>
          <p:cNvGrpSpPr/>
          <p:nvPr/>
        </p:nvGrpSpPr>
        <p:grpSpPr>
          <a:xfrm>
            <a:off x="5620608" y="1414584"/>
            <a:ext cx="1707480" cy="375120"/>
            <a:chOff x="5620608" y="1414584"/>
            <a:chExt cx="1707480" cy="37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DDC7640-AC2B-9874-E35C-005D1296FFF8}"/>
                    </a:ext>
                  </a:extLst>
                </p14:cNvPr>
                <p14:cNvContentPartPr/>
                <p14:nvPr/>
              </p14:nvContentPartPr>
              <p14:xfrm>
                <a:off x="5620608" y="1421424"/>
                <a:ext cx="730080" cy="3682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DDC7640-AC2B-9874-E35C-005D1296FFF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611968" y="1412424"/>
                  <a:ext cx="74772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AEB56E43-F189-FC6C-75F9-ACA1EDB8A338}"/>
                    </a:ext>
                  </a:extLst>
                </p14:cNvPr>
                <p14:cNvContentPartPr/>
                <p14:nvPr/>
              </p14:nvContentPartPr>
              <p14:xfrm>
                <a:off x="6444648" y="1511064"/>
                <a:ext cx="100800" cy="579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AEB56E43-F189-FC6C-75F9-ACA1EDB8A33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435648" y="1502424"/>
                  <a:ext cx="11844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F16D61B-457C-2787-7F39-066A993445EB}"/>
                    </a:ext>
                  </a:extLst>
                </p14:cNvPr>
                <p14:cNvContentPartPr/>
                <p14:nvPr/>
              </p14:nvContentPartPr>
              <p14:xfrm>
                <a:off x="6578208" y="1488744"/>
                <a:ext cx="227520" cy="84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F16D61B-457C-2787-7F39-066A993445E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569208" y="1479744"/>
                  <a:ext cx="24516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EC7A1F9A-0438-52F7-8C8D-7FFB796D0BBD}"/>
                    </a:ext>
                  </a:extLst>
                </p14:cNvPr>
                <p14:cNvContentPartPr/>
                <p14:nvPr/>
              </p14:nvContentPartPr>
              <p14:xfrm>
                <a:off x="6858288" y="1414584"/>
                <a:ext cx="329760" cy="1699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EC7A1F9A-0438-52F7-8C8D-7FFB796D0BB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849288" y="1405584"/>
                  <a:ext cx="3474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9B20235B-DA17-F13A-4D28-F8522C361341}"/>
                    </a:ext>
                  </a:extLst>
                </p14:cNvPr>
                <p14:cNvContentPartPr/>
                <p14:nvPr/>
              </p14:nvContentPartPr>
              <p14:xfrm>
                <a:off x="7133688" y="1462464"/>
                <a:ext cx="99000" cy="93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9B20235B-DA17-F13A-4D28-F8522C36134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125048" y="1453824"/>
                  <a:ext cx="1166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C8FA7496-DB5C-4022-74A7-CF718171DA8B}"/>
                    </a:ext>
                  </a:extLst>
                </p14:cNvPr>
                <p14:cNvContentPartPr/>
                <p14:nvPr/>
              </p14:nvContentPartPr>
              <p14:xfrm>
                <a:off x="7255368" y="1459584"/>
                <a:ext cx="72720" cy="853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C8FA7496-DB5C-4022-74A7-CF718171DA8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246368" y="1450584"/>
                  <a:ext cx="90360" cy="10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3A13B623-643F-EF78-769C-72781BEAA26C}"/>
              </a:ext>
            </a:extLst>
          </p:cNvPr>
          <p:cNvGrpSpPr/>
          <p:nvPr/>
        </p:nvGrpSpPr>
        <p:grpSpPr>
          <a:xfrm>
            <a:off x="7836408" y="1385064"/>
            <a:ext cx="942120" cy="358200"/>
            <a:chOff x="7836408" y="1385064"/>
            <a:chExt cx="942120" cy="35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078D428-2AC7-013A-69F8-AC66BBBA35AC}"/>
                    </a:ext>
                  </a:extLst>
                </p14:cNvPr>
                <p14:cNvContentPartPr/>
                <p14:nvPr/>
              </p14:nvContentPartPr>
              <p14:xfrm>
                <a:off x="7836408" y="1418184"/>
                <a:ext cx="848520" cy="11232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078D428-2AC7-013A-69F8-AC66BBBA35A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827768" y="1409184"/>
                  <a:ext cx="86616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9BBC231B-31DC-38A7-E2CC-8413F0BE2B24}"/>
                    </a:ext>
                  </a:extLst>
                </p14:cNvPr>
                <p14:cNvContentPartPr/>
                <p14:nvPr/>
              </p14:nvContentPartPr>
              <p14:xfrm>
                <a:off x="8656848" y="1385064"/>
                <a:ext cx="121680" cy="35820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9BBC231B-31DC-38A7-E2CC-8413F0BE2B2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648208" y="1376064"/>
                  <a:ext cx="139320" cy="37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5203224-39EC-BF0C-45AA-E0FF3733211F}"/>
              </a:ext>
            </a:extLst>
          </p:cNvPr>
          <p:cNvGrpSpPr/>
          <p:nvPr/>
        </p:nvGrpSpPr>
        <p:grpSpPr>
          <a:xfrm>
            <a:off x="9087408" y="1252584"/>
            <a:ext cx="1329840" cy="431640"/>
            <a:chOff x="9087408" y="1252584"/>
            <a:chExt cx="1329840" cy="43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EB45138-C1F8-4DBE-4B2F-1712F469DA14}"/>
                    </a:ext>
                  </a:extLst>
                </p14:cNvPr>
                <p14:cNvContentPartPr/>
                <p14:nvPr/>
              </p14:nvContentPartPr>
              <p14:xfrm>
                <a:off x="9087408" y="1367424"/>
                <a:ext cx="206280" cy="3168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EB45138-C1F8-4DBE-4B2F-1712F469DA1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078768" y="1358424"/>
                  <a:ext cx="22392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C1C3F6E3-0041-2C9E-F821-0D028F7F38EA}"/>
                    </a:ext>
                  </a:extLst>
                </p14:cNvPr>
                <p14:cNvContentPartPr/>
                <p14:nvPr/>
              </p14:nvContentPartPr>
              <p14:xfrm>
                <a:off x="9552528" y="1379304"/>
                <a:ext cx="305640" cy="954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C1C3F6E3-0041-2C9E-F821-0D028F7F38E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543528" y="1370304"/>
                  <a:ext cx="32328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3BD22C3-7A23-781D-025B-49F951338E3F}"/>
                    </a:ext>
                  </a:extLst>
                </p14:cNvPr>
                <p14:cNvContentPartPr/>
                <p14:nvPr/>
              </p14:nvContentPartPr>
              <p14:xfrm>
                <a:off x="9941328" y="1422504"/>
                <a:ext cx="56880" cy="356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3BD22C3-7A23-781D-025B-49F951338E3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932688" y="1413864"/>
                  <a:ext cx="745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A961D79B-023B-5A95-DD87-F408DC337F75}"/>
                    </a:ext>
                  </a:extLst>
                </p14:cNvPr>
                <p14:cNvContentPartPr/>
                <p14:nvPr/>
              </p14:nvContentPartPr>
              <p14:xfrm>
                <a:off x="10060128" y="1252584"/>
                <a:ext cx="174960" cy="2473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A961D79B-023B-5A95-DD87-F408DC337F7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051488" y="1243584"/>
                  <a:ext cx="19260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88CF712C-952C-4C8E-3BDA-6BD2D45C63E2}"/>
                    </a:ext>
                  </a:extLst>
                </p14:cNvPr>
                <p14:cNvContentPartPr/>
                <p14:nvPr/>
              </p14:nvContentPartPr>
              <p14:xfrm>
                <a:off x="10387008" y="1516104"/>
                <a:ext cx="30240" cy="295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88CF712C-952C-4C8E-3BDA-6BD2D45C63E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378008" y="1507464"/>
                  <a:ext cx="4788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E06812B3-7135-9D60-94B3-213DD4C538C0}"/>
              </a:ext>
            </a:extLst>
          </p:cNvPr>
          <p:cNvGrpSpPr/>
          <p:nvPr/>
        </p:nvGrpSpPr>
        <p:grpSpPr>
          <a:xfrm>
            <a:off x="6195528" y="161784"/>
            <a:ext cx="1461960" cy="372240"/>
            <a:chOff x="6195528" y="161784"/>
            <a:chExt cx="1461960" cy="37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354CBDA-5119-4424-43E0-C65EE672C58E}"/>
                    </a:ext>
                  </a:extLst>
                </p14:cNvPr>
                <p14:cNvContentPartPr/>
                <p14:nvPr/>
              </p14:nvContentPartPr>
              <p14:xfrm>
                <a:off x="6195528" y="177264"/>
                <a:ext cx="183240" cy="3567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354CBDA-5119-4424-43E0-C65EE672C58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186528" y="168624"/>
                  <a:ext cx="20088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DD12A7B-2463-A9B9-8741-D1E9405864F9}"/>
                    </a:ext>
                  </a:extLst>
                </p14:cNvPr>
                <p14:cNvContentPartPr/>
                <p14:nvPr/>
              </p14:nvContentPartPr>
              <p14:xfrm>
                <a:off x="6644088" y="208224"/>
                <a:ext cx="20160" cy="1933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DD12A7B-2463-A9B9-8741-D1E9405864F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635088" y="199584"/>
                  <a:ext cx="37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30221176-6EC4-E3C6-56E9-E4E741AEB0C0}"/>
                    </a:ext>
                  </a:extLst>
                </p14:cNvPr>
                <p14:cNvContentPartPr/>
                <p14:nvPr/>
              </p14:nvContentPartPr>
              <p14:xfrm>
                <a:off x="6509448" y="166104"/>
                <a:ext cx="286920" cy="738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30221176-6EC4-E3C6-56E9-E4E741AEB0C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500808" y="157104"/>
                  <a:ext cx="3045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39485938-0FFE-9033-6476-E3BF61A20F0A}"/>
                    </a:ext>
                  </a:extLst>
                </p14:cNvPr>
                <p14:cNvContentPartPr/>
                <p14:nvPr/>
              </p14:nvContentPartPr>
              <p14:xfrm>
                <a:off x="6914088" y="187704"/>
                <a:ext cx="184320" cy="1836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39485938-0FFE-9033-6476-E3BF61A20F0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905088" y="179064"/>
                  <a:ext cx="20196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8CD932C3-0EC5-C274-8A31-B9B58060EEC5}"/>
                    </a:ext>
                  </a:extLst>
                </p14:cNvPr>
                <p14:cNvContentPartPr/>
                <p14:nvPr/>
              </p14:nvContentPartPr>
              <p14:xfrm>
                <a:off x="7250328" y="189864"/>
                <a:ext cx="131760" cy="1159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8CD932C3-0EC5-C274-8A31-B9B58060EEC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241688" y="180864"/>
                  <a:ext cx="1494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CB3E6AE-A4D9-F4C3-F1A0-37801B2B8DFA}"/>
                    </a:ext>
                  </a:extLst>
                </p14:cNvPr>
                <p14:cNvContentPartPr/>
                <p14:nvPr/>
              </p14:nvContentPartPr>
              <p14:xfrm>
                <a:off x="7471728" y="161784"/>
                <a:ext cx="185760" cy="2563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CB3E6AE-A4D9-F4C3-F1A0-37801B2B8DF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462728" y="152784"/>
                  <a:ext cx="203400" cy="27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7C03FA1D-2AE6-1977-DEA8-A69826B77F6E}"/>
              </a:ext>
            </a:extLst>
          </p:cNvPr>
          <p:cNvGrpSpPr/>
          <p:nvPr/>
        </p:nvGrpSpPr>
        <p:grpSpPr>
          <a:xfrm>
            <a:off x="319248" y="2027304"/>
            <a:ext cx="5954760" cy="502920"/>
            <a:chOff x="319248" y="2027304"/>
            <a:chExt cx="5954760" cy="50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B9D2E34A-5159-E9F5-91BC-F56EDC9DE4D3}"/>
                    </a:ext>
                  </a:extLst>
                </p14:cNvPr>
                <p14:cNvContentPartPr/>
                <p14:nvPr/>
              </p14:nvContentPartPr>
              <p14:xfrm>
                <a:off x="319248" y="2105784"/>
                <a:ext cx="257760" cy="2602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B9D2E34A-5159-E9F5-91BC-F56EDC9DE4D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10248" y="2097144"/>
                  <a:ext cx="27540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05EA2DCE-D94A-D277-8E24-9F378D99F16C}"/>
                    </a:ext>
                  </a:extLst>
                </p14:cNvPr>
                <p14:cNvContentPartPr/>
                <p14:nvPr/>
              </p14:nvContentPartPr>
              <p14:xfrm>
                <a:off x="683208" y="2227104"/>
                <a:ext cx="52920" cy="734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05EA2DCE-D94A-D277-8E24-9F378D99F16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74208" y="2218104"/>
                  <a:ext cx="7056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896D620B-22DF-D1FE-5BBA-B4783CB961BE}"/>
                    </a:ext>
                  </a:extLst>
                </p14:cNvPr>
                <p14:cNvContentPartPr/>
                <p14:nvPr/>
              </p14:nvContentPartPr>
              <p14:xfrm>
                <a:off x="814608" y="2218824"/>
                <a:ext cx="107640" cy="1026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896D620B-22DF-D1FE-5BBA-B4783CB961B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05608" y="2210184"/>
                  <a:ext cx="1252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EEAC4C8-3714-FE73-6FCE-F750D1CA5523}"/>
                    </a:ext>
                  </a:extLst>
                </p14:cNvPr>
                <p14:cNvContentPartPr/>
                <p14:nvPr/>
              </p14:nvContentPartPr>
              <p14:xfrm>
                <a:off x="1019448" y="2123064"/>
                <a:ext cx="111960" cy="2037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EEAC4C8-3714-FE73-6FCE-F750D1CA552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10448" y="2114064"/>
                  <a:ext cx="12960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660A87BB-EB88-0A98-92CF-47B8BFA395B1}"/>
                    </a:ext>
                  </a:extLst>
                </p14:cNvPr>
                <p14:cNvContentPartPr/>
                <p14:nvPr/>
              </p14:nvContentPartPr>
              <p14:xfrm>
                <a:off x="1259928" y="2180664"/>
                <a:ext cx="90360" cy="1252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660A87BB-EB88-0A98-92CF-47B8BFA395B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251288" y="2171664"/>
                  <a:ext cx="1080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D526B335-4406-817B-E3BF-46E716FDCEE3}"/>
                    </a:ext>
                  </a:extLst>
                </p14:cNvPr>
                <p14:cNvContentPartPr/>
                <p14:nvPr/>
              </p14:nvContentPartPr>
              <p14:xfrm>
                <a:off x="1926648" y="2133864"/>
                <a:ext cx="203760" cy="770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D526B335-4406-817B-E3BF-46E716FDCEE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917648" y="2124864"/>
                  <a:ext cx="22140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3B51072C-65FB-BC42-9724-35A5CCDDD909}"/>
                    </a:ext>
                  </a:extLst>
                </p14:cNvPr>
                <p14:cNvContentPartPr/>
                <p14:nvPr/>
              </p14:nvContentPartPr>
              <p14:xfrm>
                <a:off x="2401848" y="2061504"/>
                <a:ext cx="122040" cy="1702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3B51072C-65FB-BC42-9724-35A5CCDDD90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392848" y="2052864"/>
                  <a:ext cx="1396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DF48BD85-232D-1ED1-C43E-7D9349C0E9AB}"/>
                    </a:ext>
                  </a:extLst>
                </p14:cNvPr>
                <p14:cNvContentPartPr/>
                <p14:nvPr/>
              </p14:nvContentPartPr>
              <p14:xfrm>
                <a:off x="2596248" y="2114064"/>
                <a:ext cx="69840" cy="835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DF48BD85-232D-1ED1-C43E-7D9349C0E9A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587248" y="2105064"/>
                  <a:ext cx="874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27FA52B2-4918-E2CF-E7DE-50DB7B815F01}"/>
                    </a:ext>
                  </a:extLst>
                </p14:cNvPr>
                <p14:cNvContentPartPr/>
                <p14:nvPr/>
              </p14:nvContentPartPr>
              <p14:xfrm>
                <a:off x="2782728" y="2044584"/>
                <a:ext cx="109800" cy="1472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27FA52B2-4918-E2CF-E7DE-50DB7B815F0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773728" y="2035944"/>
                  <a:ext cx="1274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E463F6CE-525E-F309-E7E1-C34B3B7EEB12}"/>
                    </a:ext>
                  </a:extLst>
                </p14:cNvPr>
                <p14:cNvContentPartPr/>
                <p14:nvPr/>
              </p14:nvContentPartPr>
              <p14:xfrm>
                <a:off x="2900088" y="2116224"/>
                <a:ext cx="259200" cy="536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E463F6CE-525E-F309-E7E1-C34B3B7EEB1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891088" y="2107584"/>
                  <a:ext cx="27684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13D78EC5-4C49-8292-F32D-C1E5A5EBDA87}"/>
                    </a:ext>
                  </a:extLst>
                </p14:cNvPr>
                <p14:cNvContentPartPr/>
                <p14:nvPr/>
              </p14:nvContentPartPr>
              <p14:xfrm>
                <a:off x="3444048" y="2027304"/>
                <a:ext cx="16920" cy="306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13D78EC5-4C49-8292-F32D-C1E5A5EBDA8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435408" y="2018304"/>
                  <a:ext cx="3456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5A7EEA5-0FDC-363E-A6A8-2A24B83451DC}"/>
                    </a:ext>
                  </a:extLst>
                </p14:cNvPr>
                <p14:cNvContentPartPr/>
                <p14:nvPr/>
              </p14:nvContentPartPr>
              <p14:xfrm>
                <a:off x="3468528" y="2202984"/>
                <a:ext cx="20520" cy="302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5A7EEA5-0FDC-363E-A6A8-2A24B83451D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459528" y="2193984"/>
                  <a:ext cx="381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D0ACE31C-2734-4F8F-9974-3DBE2A1105ED}"/>
                    </a:ext>
                  </a:extLst>
                </p14:cNvPr>
                <p14:cNvContentPartPr/>
                <p14:nvPr/>
              </p14:nvContentPartPr>
              <p14:xfrm>
                <a:off x="3742848" y="2045304"/>
                <a:ext cx="231480" cy="1663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D0ACE31C-2734-4F8F-9974-3DBE2A1105E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734208" y="2036304"/>
                  <a:ext cx="2491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65057AED-6361-134C-D21F-9F09850F51C0}"/>
                    </a:ext>
                  </a:extLst>
                </p14:cNvPr>
                <p14:cNvContentPartPr/>
                <p14:nvPr/>
              </p14:nvContentPartPr>
              <p14:xfrm>
                <a:off x="4106448" y="2095344"/>
                <a:ext cx="45000" cy="561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65057AED-6361-134C-D21F-9F09850F51C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097808" y="2086704"/>
                  <a:ext cx="626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42723B7D-DA39-51B4-FB56-4C8E69018560}"/>
                    </a:ext>
                  </a:extLst>
                </p14:cNvPr>
                <p14:cNvContentPartPr/>
                <p14:nvPr/>
              </p14:nvContentPartPr>
              <p14:xfrm>
                <a:off x="4223808" y="2103984"/>
                <a:ext cx="95760" cy="622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42723B7D-DA39-51B4-FB56-4C8E6901856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214808" y="2094984"/>
                  <a:ext cx="1134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BC0F5F3A-757C-AC9B-66C7-482598F09E50}"/>
                    </a:ext>
                  </a:extLst>
                </p14:cNvPr>
                <p14:cNvContentPartPr/>
                <p14:nvPr/>
              </p14:nvContentPartPr>
              <p14:xfrm>
                <a:off x="4400208" y="2033424"/>
                <a:ext cx="61920" cy="1486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BC0F5F3A-757C-AC9B-66C7-482598F09E5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391208" y="2024784"/>
                  <a:ext cx="795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7416115-F264-BC23-BB8D-FB01212416E1}"/>
                    </a:ext>
                  </a:extLst>
                </p14:cNvPr>
                <p14:cNvContentPartPr/>
                <p14:nvPr/>
              </p14:nvContentPartPr>
              <p14:xfrm>
                <a:off x="4727088" y="2043144"/>
                <a:ext cx="164520" cy="2001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7416115-F264-BC23-BB8D-FB01212416E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718448" y="2034504"/>
                  <a:ext cx="1821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C52E078-CDCC-47A7-A80C-FD919AD1A680}"/>
                    </a:ext>
                  </a:extLst>
                </p14:cNvPr>
                <p14:cNvContentPartPr/>
                <p14:nvPr/>
              </p14:nvContentPartPr>
              <p14:xfrm>
                <a:off x="4978008" y="2146824"/>
                <a:ext cx="12960" cy="676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C52E078-CDCC-47A7-A80C-FD919AD1A68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969368" y="2138184"/>
                  <a:ext cx="3060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973A4F57-97EA-49CE-E186-2A492F4B292B}"/>
                    </a:ext>
                  </a:extLst>
                </p14:cNvPr>
                <p14:cNvContentPartPr/>
                <p14:nvPr/>
              </p14:nvContentPartPr>
              <p14:xfrm>
                <a:off x="4994208" y="2069784"/>
                <a:ext cx="24480" cy="500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973A4F57-97EA-49CE-E186-2A492F4B292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985208" y="2060784"/>
                  <a:ext cx="421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32B1393-B34B-349F-50A9-630EAE224391}"/>
                    </a:ext>
                  </a:extLst>
                </p14:cNvPr>
                <p14:cNvContentPartPr/>
                <p14:nvPr/>
              </p14:nvContentPartPr>
              <p14:xfrm>
                <a:off x="5060448" y="2123784"/>
                <a:ext cx="566640" cy="698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32B1393-B34B-349F-50A9-630EAE22439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051808" y="2114784"/>
                  <a:ext cx="5842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6A4D39C6-1FDC-64C5-505F-6FF06EC53A0D}"/>
                    </a:ext>
                  </a:extLst>
                </p14:cNvPr>
                <p14:cNvContentPartPr/>
                <p14:nvPr/>
              </p14:nvContentPartPr>
              <p14:xfrm>
                <a:off x="5656968" y="2082024"/>
                <a:ext cx="20880" cy="219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6A4D39C6-1FDC-64C5-505F-6FF06EC53A0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647968" y="2073384"/>
                  <a:ext cx="385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79EADEF9-069C-3ADA-D87A-E4149DFAA9D9}"/>
                    </a:ext>
                  </a:extLst>
                </p14:cNvPr>
                <p14:cNvContentPartPr/>
                <p14:nvPr/>
              </p14:nvContentPartPr>
              <p14:xfrm>
                <a:off x="5701968" y="2131344"/>
                <a:ext cx="41040" cy="500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79EADEF9-069C-3ADA-D87A-E4149DFAA9D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693328" y="2122344"/>
                  <a:ext cx="5868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C618E5EA-B89E-C742-D0E5-AF64B844C129}"/>
                    </a:ext>
                  </a:extLst>
                </p14:cNvPr>
                <p14:cNvContentPartPr/>
                <p14:nvPr/>
              </p14:nvContentPartPr>
              <p14:xfrm>
                <a:off x="5806368" y="2134584"/>
                <a:ext cx="111600" cy="432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C618E5EA-B89E-C742-D0E5-AF64B844C12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797728" y="2125584"/>
                  <a:ext cx="1292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7DAB454B-0AF0-8140-71B4-DFCE5B3B04EC}"/>
                    </a:ext>
                  </a:extLst>
                </p14:cNvPr>
                <p14:cNvContentPartPr/>
                <p14:nvPr/>
              </p14:nvContentPartPr>
              <p14:xfrm>
                <a:off x="477648" y="2317104"/>
                <a:ext cx="5550120" cy="2131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7DAB454B-0AF0-8140-71B4-DFCE5B3B04EC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69008" y="2308104"/>
                  <a:ext cx="55677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7C025D1-9D64-E633-0BFD-8E2DD7681D00}"/>
                    </a:ext>
                  </a:extLst>
                </p14:cNvPr>
                <p14:cNvContentPartPr/>
                <p14:nvPr/>
              </p14:nvContentPartPr>
              <p14:xfrm>
                <a:off x="6192648" y="2297664"/>
                <a:ext cx="46080" cy="259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7C025D1-9D64-E633-0BFD-8E2DD7681D0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184008" y="2289024"/>
                  <a:ext cx="6372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858801A9-60D6-61F8-132D-66E7EE93EB81}"/>
                    </a:ext>
                  </a:extLst>
                </p14:cNvPr>
                <p14:cNvContentPartPr/>
                <p14:nvPr/>
              </p14:nvContentPartPr>
              <p14:xfrm>
                <a:off x="6266088" y="2040624"/>
                <a:ext cx="7920" cy="324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858801A9-60D6-61F8-132D-66E7EE93EB8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257448" y="2031984"/>
                  <a:ext cx="25560" cy="50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32C3636E-58F4-6555-3D4F-1E2F40FE7B89}"/>
                  </a:ext>
                </a:extLst>
              </p14:cNvPr>
              <p14:cNvContentPartPr/>
              <p14:nvPr/>
            </p14:nvContentPartPr>
            <p14:xfrm>
              <a:off x="6869448" y="1945224"/>
              <a:ext cx="140760" cy="491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32C3636E-58F4-6555-3D4F-1E2F40FE7B89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860448" y="1936584"/>
                <a:ext cx="158400" cy="509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1C102D0-F4AF-039F-C3E4-22EC2A667430}"/>
              </a:ext>
            </a:extLst>
          </p:cNvPr>
          <p:cNvGrpSpPr/>
          <p:nvPr/>
        </p:nvGrpSpPr>
        <p:grpSpPr>
          <a:xfrm>
            <a:off x="7276608" y="2060424"/>
            <a:ext cx="2074680" cy="290160"/>
            <a:chOff x="7276608" y="2060424"/>
            <a:chExt cx="2074680" cy="29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02BBD76A-20D7-3E86-7247-1A9723ABFE31}"/>
                    </a:ext>
                  </a:extLst>
                </p14:cNvPr>
                <p14:cNvContentPartPr/>
                <p14:nvPr/>
              </p14:nvContentPartPr>
              <p14:xfrm>
                <a:off x="7350768" y="2116944"/>
                <a:ext cx="9360" cy="2311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02BBD76A-20D7-3E86-7247-1A9723ABFE3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341768" y="2108304"/>
                  <a:ext cx="2700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C8841101-34DE-927C-8171-3A1C873D1D9A}"/>
                    </a:ext>
                  </a:extLst>
                </p14:cNvPr>
                <p14:cNvContentPartPr/>
                <p14:nvPr/>
              </p14:nvContentPartPr>
              <p14:xfrm>
                <a:off x="7276608" y="2060424"/>
                <a:ext cx="315000" cy="586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C8841101-34DE-927C-8171-3A1C873D1D9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267968" y="2051784"/>
                  <a:ext cx="33264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02E3689B-0A6D-84B6-AACA-DA46482B146F}"/>
                    </a:ext>
                  </a:extLst>
                </p14:cNvPr>
                <p14:cNvContentPartPr/>
                <p14:nvPr/>
              </p14:nvContentPartPr>
              <p14:xfrm>
                <a:off x="7594848" y="2217384"/>
                <a:ext cx="125280" cy="1332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02E3689B-0A6D-84B6-AACA-DA46482B146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85848" y="2208744"/>
                  <a:ext cx="1429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4ED79BCA-3997-00FD-0C76-14FE0CB6DFC2}"/>
                    </a:ext>
                  </a:extLst>
                </p14:cNvPr>
                <p14:cNvContentPartPr/>
                <p14:nvPr/>
              </p14:nvContentPartPr>
              <p14:xfrm>
                <a:off x="7768368" y="2247264"/>
                <a:ext cx="90000" cy="766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4ED79BCA-3997-00FD-0C76-14FE0CB6DFC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759728" y="2238264"/>
                  <a:ext cx="10764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8B1284DF-B4E8-103E-316A-1B900B6F2FD5}"/>
                    </a:ext>
                  </a:extLst>
                </p14:cNvPr>
                <p14:cNvContentPartPr/>
                <p14:nvPr/>
              </p14:nvContentPartPr>
              <p14:xfrm>
                <a:off x="7930728" y="2249424"/>
                <a:ext cx="180360" cy="529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8B1284DF-B4E8-103E-316A-1B900B6F2FD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921728" y="2240424"/>
                  <a:ext cx="1980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869F640B-A261-9E27-F9DA-BC6CAAE95554}"/>
                    </a:ext>
                  </a:extLst>
                </p14:cNvPr>
                <p14:cNvContentPartPr/>
                <p14:nvPr/>
              </p14:nvContentPartPr>
              <p14:xfrm>
                <a:off x="8220168" y="2274984"/>
                <a:ext cx="107640" cy="79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869F640B-A261-9E27-F9DA-BC6CAAE9555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211528" y="2265984"/>
                  <a:ext cx="1252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F61E084E-1AA7-9AF4-197D-CDC6BA3830A7}"/>
                    </a:ext>
                  </a:extLst>
                </p14:cNvPr>
                <p14:cNvContentPartPr/>
                <p14:nvPr/>
              </p14:nvContentPartPr>
              <p14:xfrm>
                <a:off x="8509608" y="2132424"/>
                <a:ext cx="221760" cy="2066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F61E084E-1AA7-9AF4-197D-CDC6BA3830A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500608" y="2123424"/>
                  <a:ext cx="23940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9A4BE8D2-129D-656E-B965-A65412A87040}"/>
                    </a:ext>
                  </a:extLst>
                </p14:cNvPr>
                <p14:cNvContentPartPr/>
                <p14:nvPr/>
              </p14:nvContentPartPr>
              <p14:xfrm>
                <a:off x="8779248" y="2229624"/>
                <a:ext cx="126360" cy="925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9A4BE8D2-129D-656E-B965-A65412A8704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770248" y="2220624"/>
                  <a:ext cx="14400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ACA5DCFC-F469-5C52-EE6E-95F00A141D6F}"/>
                    </a:ext>
                  </a:extLst>
                </p14:cNvPr>
                <p14:cNvContentPartPr/>
                <p14:nvPr/>
              </p14:nvContentPartPr>
              <p14:xfrm>
                <a:off x="8978328" y="2251584"/>
                <a:ext cx="129600" cy="640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ACA5DCFC-F469-5C52-EE6E-95F00A141D6F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969688" y="2242584"/>
                  <a:ext cx="1472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9EED13A7-A7D2-B446-38E4-A4B13ACF3D4C}"/>
                    </a:ext>
                  </a:extLst>
                </p14:cNvPr>
                <p14:cNvContentPartPr/>
                <p14:nvPr/>
              </p14:nvContentPartPr>
              <p14:xfrm>
                <a:off x="9161568" y="2245824"/>
                <a:ext cx="189720" cy="626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9EED13A7-A7D2-B446-38E4-A4B13ACF3D4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152568" y="2236824"/>
                  <a:ext cx="207360" cy="8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A623F91D-BB80-886D-DDDF-74806A142F93}"/>
              </a:ext>
            </a:extLst>
          </p:cNvPr>
          <p:cNvGrpSpPr/>
          <p:nvPr/>
        </p:nvGrpSpPr>
        <p:grpSpPr>
          <a:xfrm>
            <a:off x="9592488" y="2059704"/>
            <a:ext cx="1396080" cy="444240"/>
            <a:chOff x="9592488" y="2059704"/>
            <a:chExt cx="1396080" cy="44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058E544C-55A2-3218-C8A1-7189F1C7CEA0}"/>
                    </a:ext>
                  </a:extLst>
                </p14:cNvPr>
                <p14:cNvContentPartPr/>
                <p14:nvPr/>
              </p14:nvContentPartPr>
              <p14:xfrm>
                <a:off x="9592488" y="2104704"/>
                <a:ext cx="654840" cy="2005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058E544C-55A2-3218-C8A1-7189F1C7CEA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583848" y="2096064"/>
                  <a:ext cx="6724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99352F54-B482-9B9B-32B4-9E4ABDE6568B}"/>
                    </a:ext>
                  </a:extLst>
                </p14:cNvPr>
                <p14:cNvContentPartPr/>
                <p14:nvPr/>
              </p14:nvContentPartPr>
              <p14:xfrm>
                <a:off x="10206288" y="2200104"/>
                <a:ext cx="57240" cy="324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99352F54-B482-9B9B-32B4-9E4ABDE6568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197648" y="2191464"/>
                  <a:ext cx="748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E63F6D9C-D5A3-6998-3872-C50FE47900C4}"/>
                    </a:ext>
                  </a:extLst>
                </p14:cNvPr>
                <p14:cNvContentPartPr/>
                <p14:nvPr/>
              </p14:nvContentPartPr>
              <p14:xfrm>
                <a:off x="10378728" y="2201184"/>
                <a:ext cx="183960" cy="561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E63F6D9C-D5A3-6998-3872-C50FE47900C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370088" y="2192544"/>
                  <a:ext cx="2016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22DF5424-1ABC-76A9-8BA5-784ABBAC74AE}"/>
                    </a:ext>
                  </a:extLst>
                </p14:cNvPr>
                <p14:cNvContentPartPr/>
                <p14:nvPr/>
              </p14:nvContentPartPr>
              <p14:xfrm>
                <a:off x="10653048" y="2194344"/>
                <a:ext cx="65880" cy="1159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22DF5424-1ABC-76A9-8BA5-784ABBAC74A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644408" y="2185344"/>
                  <a:ext cx="8352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FA9C8263-C827-A7C7-C2D8-F94719569D3F}"/>
                    </a:ext>
                  </a:extLst>
                </p14:cNvPr>
                <p14:cNvContentPartPr/>
                <p14:nvPr/>
              </p14:nvContentPartPr>
              <p14:xfrm>
                <a:off x="10655928" y="2088504"/>
                <a:ext cx="3240" cy="237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FA9C8263-C827-A7C7-C2D8-F94719569D3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646928" y="2079504"/>
                  <a:ext cx="2088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854394A8-E9D7-757F-B0A9-95011C14E4CC}"/>
                    </a:ext>
                  </a:extLst>
                </p14:cNvPr>
                <p14:cNvContentPartPr/>
                <p14:nvPr/>
              </p14:nvContentPartPr>
              <p14:xfrm>
                <a:off x="10511208" y="2226384"/>
                <a:ext cx="253440" cy="2052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854394A8-E9D7-757F-B0A9-95011C14E4C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502208" y="2217744"/>
                  <a:ext cx="2710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829D06A5-AAF7-D356-A14C-83C2912AE2BB}"/>
                    </a:ext>
                  </a:extLst>
                </p14:cNvPr>
                <p14:cNvContentPartPr/>
                <p14:nvPr/>
              </p14:nvContentPartPr>
              <p14:xfrm>
                <a:off x="10648368" y="2059704"/>
                <a:ext cx="340200" cy="4442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829D06A5-AAF7-D356-A14C-83C2912AE2B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639728" y="2051064"/>
                  <a:ext cx="357840" cy="46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EE36086E-E9EA-0BFE-787D-66AAA902FACD}"/>
              </a:ext>
            </a:extLst>
          </p:cNvPr>
          <p:cNvGrpSpPr/>
          <p:nvPr/>
        </p:nvGrpSpPr>
        <p:grpSpPr>
          <a:xfrm>
            <a:off x="7443288" y="2568744"/>
            <a:ext cx="1243440" cy="244440"/>
            <a:chOff x="7443288" y="2568744"/>
            <a:chExt cx="1243440" cy="24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F329ED82-4DB8-0CD8-E74D-3F8E2497EEBD}"/>
                    </a:ext>
                  </a:extLst>
                </p14:cNvPr>
                <p14:cNvContentPartPr/>
                <p14:nvPr/>
              </p14:nvContentPartPr>
              <p14:xfrm>
                <a:off x="7443288" y="2625624"/>
                <a:ext cx="268200" cy="1440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F329ED82-4DB8-0CD8-E74D-3F8E2497EEB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434648" y="2616984"/>
                  <a:ext cx="2858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295C9BB2-3716-3358-D9D2-485782CADDA9}"/>
                    </a:ext>
                  </a:extLst>
                </p14:cNvPr>
                <p14:cNvContentPartPr/>
                <p14:nvPr/>
              </p14:nvContentPartPr>
              <p14:xfrm>
                <a:off x="7961328" y="2641464"/>
                <a:ext cx="77040" cy="1717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295C9BB2-3716-3358-D9D2-485782CADDA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952688" y="2632824"/>
                  <a:ext cx="946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64FCA989-9030-FCDF-62F6-86911F5143C9}"/>
                    </a:ext>
                  </a:extLst>
                </p14:cNvPr>
                <p14:cNvContentPartPr/>
                <p14:nvPr/>
              </p14:nvContentPartPr>
              <p14:xfrm>
                <a:off x="7878528" y="2568744"/>
                <a:ext cx="266040" cy="637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64FCA989-9030-FCDF-62F6-86911F5143C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869528" y="2560104"/>
                  <a:ext cx="2836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E672E1B-3B66-044C-1026-DEF9C108EA56}"/>
                    </a:ext>
                  </a:extLst>
                </p14:cNvPr>
                <p14:cNvContentPartPr/>
                <p14:nvPr/>
              </p14:nvContentPartPr>
              <p14:xfrm>
                <a:off x="8180568" y="2697264"/>
                <a:ext cx="318960" cy="1011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E672E1B-3B66-044C-1026-DEF9C108EA5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171928" y="2688624"/>
                  <a:ext cx="3366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69CDDC13-4483-419A-83BF-69F879ED12FE}"/>
                    </a:ext>
                  </a:extLst>
                </p14:cNvPr>
                <p14:cNvContentPartPr/>
                <p14:nvPr/>
              </p14:nvContentPartPr>
              <p14:xfrm>
                <a:off x="8554968" y="2706624"/>
                <a:ext cx="131760" cy="540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69CDDC13-4483-419A-83BF-69F879ED12F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546328" y="2697984"/>
                  <a:ext cx="149400" cy="7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9DB1E10E-D605-3EC6-9138-C5A45E114909}"/>
              </a:ext>
            </a:extLst>
          </p:cNvPr>
          <p:cNvGrpSpPr/>
          <p:nvPr/>
        </p:nvGrpSpPr>
        <p:grpSpPr>
          <a:xfrm>
            <a:off x="8964288" y="2598264"/>
            <a:ext cx="1050480" cy="231480"/>
            <a:chOff x="8964288" y="2598264"/>
            <a:chExt cx="1050480" cy="23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BAB7295F-3788-D3DE-ACD2-2FB3CC1442E9}"/>
                    </a:ext>
                  </a:extLst>
                </p14:cNvPr>
                <p14:cNvContentPartPr/>
                <p14:nvPr/>
              </p14:nvContentPartPr>
              <p14:xfrm>
                <a:off x="8964288" y="2598264"/>
                <a:ext cx="333360" cy="2314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BAB7295F-3788-D3DE-ACD2-2FB3CC1442E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955288" y="2589264"/>
                  <a:ext cx="35100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7F057F8D-19EF-F4E2-7478-2EFE4D6E739E}"/>
                    </a:ext>
                  </a:extLst>
                </p14:cNvPr>
                <p14:cNvContentPartPr/>
                <p14:nvPr/>
              </p14:nvContentPartPr>
              <p14:xfrm>
                <a:off x="9376848" y="2763144"/>
                <a:ext cx="77040" cy="306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7F057F8D-19EF-F4E2-7478-2EFE4D6E739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368208" y="2754504"/>
                  <a:ext cx="9468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36E9695F-2DB4-DAD0-86D3-5007088926AC}"/>
                    </a:ext>
                  </a:extLst>
                </p14:cNvPr>
                <p14:cNvContentPartPr/>
                <p14:nvPr/>
              </p14:nvContentPartPr>
              <p14:xfrm>
                <a:off x="9517608" y="2618064"/>
                <a:ext cx="295920" cy="1947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36E9695F-2DB4-DAD0-86D3-5007088926A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508608" y="2609064"/>
                  <a:ext cx="3135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4B151662-ED75-55B5-5056-8208BB1F36A0}"/>
                    </a:ext>
                  </a:extLst>
                </p14:cNvPr>
                <p14:cNvContentPartPr/>
                <p14:nvPr/>
              </p14:nvContentPartPr>
              <p14:xfrm>
                <a:off x="9889488" y="2668824"/>
                <a:ext cx="25560" cy="1296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4B151662-ED75-55B5-5056-8208BB1F36A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880488" y="2660184"/>
                  <a:ext cx="432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45E7C30D-8C50-C3DB-A0A6-D2D249707D15}"/>
                    </a:ext>
                  </a:extLst>
                </p14:cNvPr>
                <p14:cNvContentPartPr/>
                <p14:nvPr/>
              </p14:nvContentPartPr>
              <p14:xfrm>
                <a:off x="9584208" y="2663064"/>
                <a:ext cx="430560" cy="1087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45E7C30D-8C50-C3DB-A0A6-D2D249707D1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575568" y="2654424"/>
                  <a:ext cx="448200" cy="12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6CD7CC2A-CDE6-22E1-CB97-EC3020687346}"/>
              </a:ext>
            </a:extLst>
          </p:cNvPr>
          <p:cNvGrpSpPr/>
          <p:nvPr/>
        </p:nvGrpSpPr>
        <p:grpSpPr>
          <a:xfrm>
            <a:off x="10235088" y="2683944"/>
            <a:ext cx="879480" cy="167760"/>
            <a:chOff x="10235088" y="2683944"/>
            <a:chExt cx="879480" cy="16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8F9CDF43-1AD6-3920-824B-63799B040469}"/>
                    </a:ext>
                  </a:extLst>
                </p14:cNvPr>
                <p14:cNvContentPartPr/>
                <p14:nvPr/>
              </p14:nvContentPartPr>
              <p14:xfrm>
                <a:off x="10235088" y="2734704"/>
                <a:ext cx="237600" cy="1105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8F9CDF43-1AD6-3920-824B-63799B04046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226448" y="2725704"/>
                  <a:ext cx="25524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63A08E3D-0BF6-BE73-9BD1-5A9A82EAB14D}"/>
                    </a:ext>
                  </a:extLst>
                </p14:cNvPr>
                <p14:cNvContentPartPr/>
                <p14:nvPr/>
              </p14:nvContentPartPr>
              <p14:xfrm>
                <a:off x="10609848" y="2683944"/>
                <a:ext cx="183600" cy="1335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63A08E3D-0BF6-BE73-9BD1-5A9A82EAB14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601208" y="2675304"/>
                  <a:ext cx="2012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7061C7CF-6D4F-0685-22CB-14C71A4BED3E}"/>
                    </a:ext>
                  </a:extLst>
                </p14:cNvPr>
                <p14:cNvContentPartPr/>
                <p14:nvPr/>
              </p14:nvContentPartPr>
              <p14:xfrm>
                <a:off x="10740528" y="2742264"/>
                <a:ext cx="73440" cy="165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7061C7CF-6D4F-0685-22CB-14C71A4BED3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731528" y="2733264"/>
                  <a:ext cx="910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1A0779BA-0C88-8F37-5CCA-394C18E94A9A}"/>
                    </a:ext>
                  </a:extLst>
                </p14:cNvPr>
                <p14:cNvContentPartPr/>
                <p14:nvPr/>
              </p14:nvContentPartPr>
              <p14:xfrm>
                <a:off x="10851048" y="2760264"/>
                <a:ext cx="95040" cy="525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1A0779BA-0C88-8F37-5CCA-394C18E94A9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842048" y="2751264"/>
                  <a:ext cx="1126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6227AA52-15D3-02B9-C12E-20C010746754}"/>
                    </a:ext>
                  </a:extLst>
                </p14:cNvPr>
                <p14:cNvContentPartPr/>
                <p14:nvPr/>
              </p14:nvContentPartPr>
              <p14:xfrm>
                <a:off x="11006208" y="2725704"/>
                <a:ext cx="108360" cy="1260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6227AA52-15D3-02B9-C12E-20C010746754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997568" y="2717064"/>
                  <a:ext cx="12600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64ACE544-F57A-0AF6-25C1-684E07518ED5}"/>
                    </a:ext>
                  </a:extLst>
                </p14:cNvPr>
                <p14:cNvContentPartPr/>
                <p14:nvPr/>
              </p14:nvContentPartPr>
              <p14:xfrm>
                <a:off x="10996848" y="2687544"/>
                <a:ext cx="7200" cy="162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64ACE544-F57A-0AF6-25C1-684E07518ED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987848" y="2678904"/>
                  <a:ext cx="2484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66DA8587-C928-05BF-49D0-205070400223}"/>
              </a:ext>
            </a:extLst>
          </p:cNvPr>
          <p:cNvGrpSpPr/>
          <p:nvPr/>
        </p:nvGrpSpPr>
        <p:grpSpPr>
          <a:xfrm>
            <a:off x="2362608" y="3467664"/>
            <a:ext cx="1140480" cy="411840"/>
            <a:chOff x="2362608" y="3467664"/>
            <a:chExt cx="1140480" cy="41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9F367CCA-B4E8-D4FA-7ECE-0759D3E142DB}"/>
                    </a:ext>
                  </a:extLst>
                </p14:cNvPr>
                <p14:cNvContentPartPr/>
                <p14:nvPr/>
              </p14:nvContentPartPr>
              <p14:xfrm>
                <a:off x="2362608" y="3467664"/>
                <a:ext cx="549000" cy="333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9F367CCA-B4E8-D4FA-7ECE-0759D3E142D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353608" y="3458664"/>
                  <a:ext cx="56664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E2D3BC61-C038-28E0-433A-CF68E0D49943}"/>
                    </a:ext>
                  </a:extLst>
                </p14:cNvPr>
                <p14:cNvContentPartPr/>
                <p14:nvPr/>
              </p14:nvContentPartPr>
              <p14:xfrm>
                <a:off x="2915928" y="3652344"/>
                <a:ext cx="587160" cy="2271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E2D3BC61-C038-28E0-433A-CF68E0D49943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907288" y="3643704"/>
                  <a:ext cx="604800" cy="24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F625C0EC-574B-E432-4FFF-B71EDF120CCE}"/>
              </a:ext>
            </a:extLst>
          </p:cNvPr>
          <p:cNvGrpSpPr/>
          <p:nvPr/>
        </p:nvGrpSpPr>
        <p:grpSpPr>
          <a:xfrm>
            <a:off x="2495808" y="4221144"/>
            <a:ext cx="1225440" cy="266400"/>
            <a:chOff x="2495808" y="4221144"/>
            <a:chExt cx="1225440" cy="26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AE203D0B-EC69-2B06-02A5-C12759C0576E}"/>
                    </a:ext>
                  </a:extLst>
                </p14:cNvPr>
                <p14:cNvContentPartPr/>
                <p14:nvPr/>
              </p14:nvContentPartPr>
              <p14:xfrm>
                <a:off x="2495808" y="4226544"/>
                <a:ext cx="124560" cy="2422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AE203D0B-EC69-2B06-02A5-C12759C0576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486808" y="4217544"/>
                  <a:ext cx="14220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48265D3-4790-16F8-CCDE-F9ECBC06A62E}"/>
                    </a:ext>
                  </a:extLst>
                </p14:cNvPr>
                <p14:cNvContentPartPr/>
                <p14:nvPr/>
              </p14:nvContentPartPr>
              <p14:xfrm>
                <a:off x="2713608" y="4235544"/>
                <a:ext cx="17640" cy="1875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48265D3-4790-16F8-CCDE-F9ECBC06A62E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704608" y="4226904"/>
                  <a:ext cx="3528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F3E05DB3-B488-C827-A908-52F8A6DBCA13}"/>
                    </a:ext>
                  </a:extLst>
                </p14:cNvPr>
                <p14:cNvContentPartPr/>
                <p14:nvPr/>
              </p14:nvContentPartPr>
              <p14:xfrm>
                <a:off x="2683008" y="4349664"/>
                <a:ext cx="78480" cy="338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F3E05DB3-B488-C827-A908-52F8A6DBCA1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674008" y="4340664"/>
                  <a:ext cx="961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58453AC9-0D9D-0D6A-C8FF-8CFFA09A1944}"/>
                    </a:ext>
                  </a:extLst>
                </p14:cNvPr>
                <p14:cNvContentPartPr/>
                <p14:nvPr/>
              </p14:nvContentPartPr>
              <p14:xfrm>
                <a:off x="2834568" y="4347864"/>
                <a:ext cx="75600" cy="601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58453AC9-0D9D-0D6A-C8FF-8CFFA09A194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825568" y="4338864"/>
                  <a:ext cx="9324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5B3CB9B6-53E9-29AE-ABE7-B184ACCA428B}"/>
                    </a:ext>
                  </a:extLst>
                </p14:cNvPr>
                <p14:cNvContentPartPr/>
                <p14:nvPr/>
              </p14:nvContentPartPr>
              <p14:xfrm>
                <a:off x="2940768" y="4329144"/>
                <a:ext cx="232200" cy="662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5B3CB9B6-53E9-29AE-ABE7-B184ACCA428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931768" y="4320504"/>
                  <a:ext cx="24984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8508E922-59A0-02A4-B9FE-28590D0CC3E2}"/>
                    </a:ext>
                  </a:extLst>
                </p14:cNvPr>
                <p14:cNvContentPartPr/>
                <p14:nvPr/>
              </p14:nvContentPartPr>
              <p14:xfrm>
                <a:off x="3290328" y="4221144"/>
                <a:ext cx="45720" cy="1576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8508E922-59A0-02A4-B9FE-28590D0CC3E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281688" y="4212144"/>
                  <a:ext cx="633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31E7823-F7DB-E574-8A6F-210F43A52367}"/>
                    </a:ext>
                  </a:extLst>
                </p14:cNvPr>
                <p14:cNvContentPartPr/>
                <p14:nvPr/>
              </p14:nvContentPartPr>
              <p14:xfrm>
                <a:off x="3390408" y="4300704"/>
                <a:ext cx="330840" cy="1868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31E7823-F7DB-E574-8A6F-210F43A5236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381768" y="4292064"/>
                  <a:ext cx="348480" cy="20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79DE9ECE-692D-FED5-EB3A-BBEBAD55DB82}"/>
              </a:ext>
            </a:extLst>
          </p:cNvPr>
          <p:cNvGrpSpPr/>
          <p:nvPr/>
        </p:nvGrpSpPr>
        <p:grpSpPr>
          <a:xfrm>
            <a:off x="2638008" y="4745304"/>
            <a:ext cx="1154520" cy="418680"/>
            <a:chOff x="2638008" y="4745304"/>
            <a:chExt cx="1154520" cy="41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4F6821C2-CF33-7143-D388-CF681009BCDA}"/>
                    </a:ext>
                  </a:extLst>
                </p14:cNvPr>
                <p14:cNvContentPartPr/>
                <p14:nvPr/>
              </p14:nvContentPartPr>
              <p14:xfrm>
                <a:off x="2677608" y="4792824"/>
                <a:ext cx="25920" cy="1443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4F6821C2-CF33-7143-D388-CF681009BCDA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668968" y="4783824"/>
                  <a:ext cx="4356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6B8BF495-9D09-CEFC-A0BA-A5AC802698D6}"/>
                    </a:ext>
                  </a:extLst>
                </p14:cNvPr>
                <p14:cNvContentPartPr/>
                <p14:nvPr/>
              </p14:nvContentPartPr>
              <p14:xfrm>
                <a:off x="2638008" y="4745304"/>
                <a:ext cx="176040" cy="2304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6B8BF495-9D09-CEFC-A0BA-A5AC802698D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629008" y="4736664"/>
                  <a:ext cx="1936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AC156618-01A6-E48C-0C59-0DAD8D8394C8}"/>
                    </a:ext>
                  </a:extLst>
                </p14:cNvPr>
                <p14:cNvContentPartPr/>
                <p14:nvPr/>
              </p14:nvContentPartPr>
              <p14:xfrm>
                <a:off x="2896128" y="4820544"/>
                <a:ext cx="44280" cy="1206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AC156618-01A6-E48C-0C59-0DAD8D8394C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887488" y="4811544"/>
                  <a:ext cx="619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F569ABA-7BB1-01AF-FE18-29FA5584C84B}"/>
                    </a:ext>
                  </a:extLst>
                </p14:cNvPr>
                <p14:cNvContentPartPr/>
                <p14:nvPr/>
              </p14:nvContentPartPr>
              <p14:xfrm>
                <a:off x="3012768" y="4877064"/>
                <a:ext cx="98640" cy="2869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F569ABA-7BB1-01AF-FE18-29FA5584C84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004128" y="4868064"/>
                  <a:ext cx="11628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18680233-F3BF-03EA-F208-DE4A1F1C7097}"/>
                    </a:ext>
                  </a:extLst>
                </p14:cNvPr>
                <p14:cNvContentPartPr/>
                <p14:nvPr/>
              </p14:nvContentPartPr>
              <p14:xfrm>
                <a:off x="3136248" y="4905504"/>
                <a:ext cx="77400" cy="835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18680233-F3BF-03EA-F208-DE4A1F1C709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127248" y="4896864"/>
                  <a:ext cx="9504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FEE5F87A-86DD-EDD2-1C19-83DC6BC06FD6}"/>
                    </a:ext>
                  </a:extLst>
                </p14:cNvPr>
                <p14:cNvContentPartPr/>
                <p14:nvPr/>
              </p14:nvContentPartPr>
              <p14:xfrm>
                <a:off x="3334968" y="4761144"/>
                <a:ext cx="41400" cy="2289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FEE5F87A-86DD-EDD2-1C19-83DC6BC06FD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325968" y="4752144"/>
                  <a:ext cx="590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32B3A7D-559B-2287-9A2F-18C55E2A8582}"/>
                    </a:ext>
                  </a:extLst>
                </p14:cNvPr>
                <p14:cNvContentPartPr/>
                <p14:nvPr/>
              </p14:nvContentPartPr>
              <p14:xfrm>
                <a:off x="3421008" y="4761144"/>
                <a:ext cx="371520" cy="1789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32B3A7D-559B-2287-9A2F-18C55E2A858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412368" y="4752504"/>
                  <a:ext cx="3891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A6435A82-EE88-D124-D8CE-2AC123ED5291}"/>
                    </a:ext>
                  </a:extLst>
                </p14:cNvPr>
                <p14:cNvContentPartPr/>
                <p14:nvPr/>
              </p14:nvContentPartPr>
              <p14:xfrm>
                <a:off x="3131208" y="4776264"/>
                <a:ext cx="20160" cy="226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A6435A82-EE88-D124-D8CE-2AC123ED529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122568" y="4767624"/>
                  <a:ext cx="3780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0EE229FF-7B28-66F4-AE19-9E3D60240DCB}"/>
              </a:ext>
            </a:extLst>
          </p:cNvPr>
          <p:cNvGrpSpPr/>
          <p:nvPr/>
        </p:nvGrpSpPr>
        <p:grpSpPr>
          <a:xfrm>
            <a:off x="2755008" y="5377464"/>
            <a:ext cx="1647360" cy="473040"/>
            <a:chOff x="2755008" y="5377464"/>
            <a:chExt cx="1647360" cy="47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23CF65CB-1243-339C-377E-2AB6464D4156}"/>
                    </a:ext>
                  </a:extLst>
                </p14:cNvPr>
                <p14:cNvContentPartPr/>
                <p14:nvPr/>
              </p14:nvContentPartPr>
              <p14:xfrm>
                <a:off x="2755008" y="5377464"/>
                <a:ext cx="223560" cy="3870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23CF65CB-1243-339C-377E-2AB6464D4156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746368" y="5368464"/>
                  <a:ext cx="24120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2990E67D-A33E-1E5A-63D7-EAB63A32106B}"/>
                    </a:ext>
                  </a:extLst>
                </p14:cNvPr>
                <p14:cNvContentPartPr/>
                <p14:nvPr/>
              </p14:nvContentPartPr>
              <p14:xfrm>
                <a:off x="3003048" y="5462424"/>
                <a:ext cx="262800" cy="3880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2990E67D-A33E-1E5A-63D7-EAB63A32106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994048" y="5453424"/>
                  <a:ext cx="280440" cy="40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1C29B84-8119-4405-73C7-876D5495D94D}"/>
                    </a:ext>
                  </a:extLst>
                </p14:cNvPr>
                <p14:cNvContentPartPr/>
                <p14:nvPr/>
              </p14:nvContentPartPr>
              <p14:xfrm>
                <a:off x="3175128" y="5617224"/>
                <a:ext cx="237240" cy="986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1C29B84-8119-4405-73C7-876D5495D94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166488" y="5608224"/>
                  <a:ext cx="25488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37E0992A-9E1F-F4EC-0411-67974F123120}"/>
                    </a:ext>
                  </a:extLst>
                </p14:cNvPr>
                <p14:cNvContentPartPr/>
                <p14:nvPr/>
              </p14:nvContentPartPr>
              <p14:xfrm>
                <a:off x="3492288" y="5619024"/>
                <a:ext cx="51480" cy="464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37E0992A-9E1F-F4EC-0411-67974F12312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483648" y="5610384"/>
                  <a:ext cx="691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A7D5139-A7FA-0D0F-82A0-74D380192560}"/>
                    </a:ext>
                  </a:extLst>
                </p14:cNvPr>
                <p14:cNvContentPartPr/>
                <p14:nvPr/>
              </p14:nvContentPartPr>
              <p14:xfrm>
                <a:off x="3602448" y="5608944"/>
                <a:ext cx="131040" cy="360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A7D5139-A7FA-0D0F-82A0-74D380192560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593448" y="5600304"/>
                  <a:ext cx="1486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5759F96F-34E7-EE8F-37EB-53ABCE30E96E}"/>
                    </a:ext>
                  </a:extLst>
                </p14:cNvPr>
                <p14:cNvContentPartPr/>
                <p14:nvPr/>
              </p14:nvContentPartPr>
              <p14:xfrm>
                <a:off x="3834288" y="5392584"/>
                <a:ext cx="249480" cy="2156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5759F96F-34E7-EE8F-37EB-53ABCE30E96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825288" y="5383944"/>
                  <a:ext cx="2671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9133DE28-0BA1-56F3-3EA2-032523105AC9}"/>
                    </a:ext>
                  </a:extLst>
                </p14:cNvPr>
                <p14:cNvContentPartPr/>
                <p14:nvPr/>
              </p14:nvContentPartPr>
              <p14:xfrm>
                <a:off x="4081968" y="5545224"/>
                <a:ext cx="6120" cy="97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9133DE28-0BA1-56F3-3EA2-032523105AC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072968" y="5536224"/>
                  <a:ext cx="237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A5095A31-A3B1-175E-DCAE-CD9528962DC7}"/>
                    </a:ext>
                  </a:extLst>
                </p14:cNvPr>
                <p14:cNvContentPartPr/>
                <p14:nvPr/>
              </p14:nvContentPartPr>
              <p14:xfrm>
                <a:off x="4171968" y="5536584"/>
                <a:ext cx="138240" cy="313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A5095A31-A3B1-175E-DCAE-CD9528962DC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162968" y="5527944"/>
                  <a:ext cx="1558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4F584E5-82C4-3790-33F4-ADE8D0B1A9B9}"/>
                    </a:ext>
                  </a:extLst>
                </p14:cNvPr>
                <p14:cNvContentPartPr/>
                <p14:nvPr/>
              </p14:nvContentPartPr>
              <p14:xfrm>
                <a:off x="4324968" y="5427144"/>
                <a:ext cx="77400" cy="349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4F584E5-82C4-3790-33F4-ADE8D0B1A9B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316328" y="5418144"/>
                  <a:ext cx="9504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24A87D87-D71A-BD6D-406F-1AE1641B7E98}"/>
              </a:ext>
            </a:extLst>
          </p:cNvPr>
          <p:cNvGrpSpPr/>
          <p:nvPr/>
        </p:nvGrpSpPr>
        <p:grpSpPr>
          <a:xfrm>
            <a:off x="604728" y="3647304"/>
            <a:ext cx="1686960" cy="2051640"/>
            <a:chOff x="604728" y="3647304"/>
            <a:chExt cx="1686960" cy="20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22F5E35E-C7E7-5CC8-D4F9-528F7BB4395F}"/>
                    </a:ext>
                  </a:extLst>
                </p14:cNvPr>
                <p14:cNvContentPartPr/>
                <p14:nvPr/>
              </p14:nvContentPartPr>
              <p14:xfrm>
                <a:off x="1978128" y="3647304"/>
                <a:ext cx="313560" cy="20516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22F5E35E-C7E7-5CC8-D4F9-528F7BB4395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969128" y="3638304"/>
                  <a:ext cx="331200" cy="20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BEB2BDA1-1B67-636F-CC50-047FF859C9AA}"/>
                    </a:ext>
                  </a:extLst>
                </p14:cNvPr>
                <p14:cNvContentPartPr/>
                <p14:nvPr/>
              </p14:nvContentPartPr>
              <p14:xfrm>
                <a:off x="892008" y="4423104"/>
                <a:ext cx="174240" cy="408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BEB2BDA1-1B67-636F-CC50-047FF859C9AA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83368" y="4414104"/>
                  <a:ext cx="19188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ABB631CD-AF4B-7426-8D0E-9EF1C942907E}"/>
                    </a:ext>
                  </a:extLst>
                </p14:cNvPr>
                <p14:cNvContentPartPr/>
                <p14:nvPr/>
              </p14:nvContentPartPr>
              <p14:xfrm>
                <a:off x="604728" y="4333824"/>
                <a:ext cx="483120" cy="3132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ABB631CD-AF4B-7426-8D0E-9EF1C942907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95728" y="4325184"/>
                  <a:ext cx="50076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14A8B9B-144D-C3E8-5BC5-7B9BF9857AC2}"/>
                    </a:ext>
                  </a:extLst>
                </p14:cNvPr>
                <p14:cNvContentPartPr/>
                <p14:nvPr/>
              </p14:nvContentPartPr>
              <p14:xfrm>
                <a:off x="1163088" y="4337064"/>
                <a:ext cx="589680" cy="4338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14A8B9B-144D-C3E8-5BC5-7B9BF9857AC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54088" y="4328064"/>
                  <a:ext cx="607320" cy="45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CA88F245-27CA-3780-9C80-209C1A72D394}"/>
                    </a:ext>
                  </a:extLst>
                </p14:cNvPr>
                <p14:cNvContentPartPr/>
                <p14:nvPr/>
              </p14:nvContentPartPr>
              <p14:xfrm>
                <a:off x="1730808" y="4399344"/>
                <a:ext cx="127440" cy="835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CA88F245-27CA-3780-9C80-209C1A72D39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722168" y="4390344"/>
                  <a:ext cx="1450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0E18F7A0-583B-9D55-A19C-BE8EF40D2A50}"/>
                    </a:ext>
                  </a:extLst>
                </p14:cNvPr>
                <p14:cNvContentPartPr/>
                <p14:nvPr/>
              </p14:nvContentPartPr>
              <p14:xfrm>
                <a:off x="2070648" y="4383504"/>
                <a:ext cx="19080" cy="460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0E18F7A0-583B-9D55-A19C-BE8EF40D2A5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061648" y="4374504"/>
                  <a:ext cx="3672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1054A0D1-636D-4724-E633-0672BAB57487}"/>
              </a:ext>
            </a:extLst>
          </p:cNvPr>
          <p:cNvGrpSpPr/>
          <p:nvPr/>
        </p:nvGrpSpPr>
        <p:grpSpPr>
          <a:xfrm>
            <a:off x="5566248" y="3195144"/>
            <a:ext cx="1194480" cy="272880"/>
            <a:chOff x="5566248" y="3195144"/>
            <a:chExt cx="1194480" cy="2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5B3A3132-C1E7-E535-BCD7-14B805AEE993}"/>
                    </a:ext>
                  </a:extLst>
                </p14:cNvPr>
                <p14:cNvContentPartPr/>
                <p14:nvPr/>
              </p14:nvContentPartPr>
              <p14:xfrm>
                <a:off x="5566248" y="3195144"/>
                <a:ext cx="245880" cy="2296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5B3A3132-C1E7-E535-BCD7-14B805AEE99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557608" y="3186144"/>
                  <a:ext cx="26352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39D2CBE8-3334-620E-C3E5-017806D21505}"/>
                    </a:ext>
                  </a:extLst>
                </p14:cNvPr>
                <p14:cNvContentPartPr/>
                <p14:nvPr/>
              </p14:nvContentPartPr>
              <p14:xfrm>
                <a:off x="5876208" y="3330864"/>
                <a:ext cx="360000" cy="1371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39D2CBE8-3334-620E-C3E5-017806D2150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867208" y="3322224"/>
                  <a:ext cx="3776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DEF88FB4-C00B-3769-2B83-162702BBD9A4}"/>
                    </a:ext>
                  </a:extLst>
                </p14:cNvPr>
                <p14:cNvContentPartPr/>
                <p14:nvPr/>
              </p14:nvContentPartPr>
              <p14:xfrm>
                <a:off x="6332688" y="3232944"/>
                <a:ext cx="326520" cy="1501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DEF88FB4-C00B-3769-2B83-162702BBD9A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323688" y="3224304"/>
                  <a:ext cx="34416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9B420542-D661-5B84-6801-9791E67F864E}"/>
                    </a:ext>
                  </a:extLst>
                </p14:cNvPr>
                <p14:cNvContentPartPr/>
                <p14:nvPr/>
              </p14:nvContentPartPr>
              <p14:xfrm>
                <a:off x="6705288" y="3249144"/>
                <a:ext cx="55440" cy="129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9B420542-D661-5B84-6801-9791E67F864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696288" y="3240144"/>
                  <a:ext cx="73080" cy="3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4AF90AB6-53D2-203C-38BE-D018F9C2BDE1}"/>
                  </a:ext>
                </a:extLst>
              </p14:cNvPr>
              <p14:cNvContentPartPr/>
              <p14:nvPr/>
            </p14:nvContentPartPr>
            <p14:xfrm>
              <a:off x="4273128" y="3287304"/>
              <a:ext cx="179280" cy="14904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4AF90AB6-53D2-203C-38BE-D018F9C2BDE1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4264488" y="3278304"/>
                <a:ext cx="196920" cy="166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407B5535-0BAB-FF42-44B6-4ACA06AD03B0}"/>
              </a:ext>
            </a:extLst>
          </p:cNvPr>
          <p:cNvGrpSpPr/>
          <p:nvPr/>
        </p:nvGrpSpPr>
        <p:grpSpPr>
          <a:xfrm>
            <a:off x="4441608" y="3278304"/>
            <a:ext cx="891720" cy="176400"/>
            <a:chOff x="4441608" y="3278304"/>
            <a:chExt cx="891720" cy="17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7AA0665A-5528-6075-F362-1B5C99B0993F}"/>
                    </a:ext>
                  </a:extLst>
                </p14:cNvPr>
                <p14:cNvContentPartPr/>
                <p14:nvPr/>
              </p14:nvContentPartPr>
              <p14:xfrm>
                <a:off x="4609368" y="3397104"/>
                <a:ext cx="23040" cy="126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7AA0665A-5528-6075-F362-1B5C99B0993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600368" y="3388464"/>
                  <a:ext cx="406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948A9D70-C74E-4F17-C684-9C3659ADC1D5}"/>
                    </a:ext>
                  </a:extLst>
                </p14:cNvPr>
                <p14:cNvContentPartPr/>
                <p14:nvPr/>
              </p14:nvContentPartPr>
              <p14:xfrm>
                <a:off x="4864608" y="3445704"/>
                <a:ext cx="56160" cy="90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948A9D70-C74E-4F17-C684-9C3659ADC1D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855968" y="3437064"/>
                  <a:ext cx="738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6099D1CD-B463-67F5-DAB1-330A50F204B9}"/>
                    </a:ext>
                  </a:extLst>
                </p14:cNvPr>
                <p14:cNvContentPartPr/>
                <p14:nvPr/>
              </p14:nvContentPartPr>
              <p14:xfrm>
                <a:off x="5168448" y="3437064"/>
                <a:ext cx="153000" cy="104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6099D1CD-B463-67F5-DAB1-330A50F204B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159448" y="3428064"/>
                  <a:ext cx="1706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9D3AEFBE-F043-23AF-2CCC-189F17392BB5}"/>
                    </a:ext>
                  </a:extLst>
                </p14:cNvPr>
                <p14:cNvContentPartPr/>
                <p14:nvPr/>
              </p14:nvContentPartPr>
              <p14:xfrm>
                <a:off x="4441608" y="3309264"/>
                <a:ext cx="116280" cy="1083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9D3AEFBE-F043-23AF-2CCC-189F17392BB5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432968" y="3300264"/>
                  <a:ext cx="13392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E2E71405-3D81-CF74-5D02-B26ECA12BA9D}"/>
                    </a:ext>
                  </a:extLst>
                </p14:cNvPr>
                <p14:cNvContentPartPr/>
                <p14:nvPr/>
              </p14:nvContentPartPr>
              <p14:xfrm>
                <a:off x="4598208" y="3324744"/>
                <a:ext cx="88200" cy="824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E2E71405-3D81-CF74-5D02-B26ECA12BA9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589568" y="3315744"/>
                  <a:ext cx="10584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AEC8BF4D-AA62-5F23-AA51-DDDD4047D9CF}"/>
                    </a:ext>
                  </a:extLst>
                </p14:cNvPr>
                <p14:cNvContentPartPr/>
                <p14:nvPr/>
              </p14:nvContentPartPr>
              <p14:xfrm>
                <a:off x="4731048" y="3278304"/>
                <a:ext cx="60480" cy="1382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AEC8BF4D-AA62-5F23-AA51-DDDD4047D9C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722408" y="3269304"/>
                  <a:ext cx="7812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4FD1AFC2-545C-8789-93C1-B6916FF07FFF}"/>
                    </a:ext>
                  </a:extLst>
                </p14:cNvPr>
                <p14:cNvContentPartPr/>
                <p14:nvPr/>
              </p14:nvContentPartPr>
              <p14:xfrm>
                <a:off x="4860288" y="3322944"/>
                <a:ext cx="362880" cy="792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4FD1AFC2-545C-8789-93C1-B6916FF07FF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851648" y="3314304"/>
                  <a:ext cx="3805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93D70DC-9C49-D6E8-7A0C-D71D3372C8EE}"/>
                    </a:ext>
                  </a:extLst>
                </p14:cNvPr>
                <p14:cNvContentPartPr/>
                <p14:nvPr/>
              </p14:nvContentPartPr>
              <p14:xfrm>
                <a:off x="5318928" y="3336264"/>
                <a:ext cx="14400" cy="223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93D70DC-9C49-D6E8-7A0C-D71D3372C8EE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310288" y="3327264"/>
                  <a:ext cx="32040" cy="3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4605CAF7-0354-48F7-8D2E-EA60D07BE8D3}"/>
              </a:ext>
            </a:extLst>
          </p:cNvPr>
          <p:cNvGrpSpPr/>
          <p:nvPr/>
        </p:nvGrpSpPr>
        <p:grpSpPr>
          <a:xfrm>
            <a:off x="7329168" y="3206664"/>
            <a:ext cx="558000" cy="192240"/>
            <a:chOff x="7329168" y="3206664"/>
            <a:chExt cx="558000" cy="19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4CF63211-3903-0CD1-FE98-833FE65DEAEC}"/>
                    </a:ext>
                  </a:extLst>
                </p14:cNvPr>
                <p14:cNvContentPartPr/>
                <p14:nvPr/>
              </p14:nvContentPartPr>
              <p14:xfrm>
                <a:off x="7329168" y="3225024"/>
                <a:ext cx="145080" cy="1738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4CF63211-3903-0CD1-FE98-833FE65DEAE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320528" y="3216024"/>
                  <a:ext cx="1627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F94F3A1A-1613-CE56-45AA-F49CD2358DF6}"/>
                    </a:ext>
                  </a:extLst>
                </p14:cNvPr>
                <p14:cNvContentPartPr/>
                <p14:nvPr/>
              </p14:nvContentPartPr>
              <p14:xfrm>
                <a:off x="7589088" y="3206664"/>
                <a:ext cx="279360" cy="1483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F94F3A1A-1613-CE56-45AA-F49CD2358DF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580088" y="3198024"/>
                  <a:ext cx="29700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E145256C-DB87-708D-A73E-D0FB0CCA4749}"/>
                    </a:ext>
                  </a:extLst>
                </p14:cNvPr>
                <p14:cNvContentPartPr/>
                <p14:nvPr/>
              </p14:nvContentPartPr>
              <p14:xfrm>
                <a:off x="7839288" y="3250584"/>
                <a:ext cx="47880" cy="140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E145256C-DB87-708D-A73E-D0FB0CCA474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830648" y="3241944"/>
                  <a:ext cx="6552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61DA8FE1-07EF-1BDF-B9A2-58A5C463A765}"/>
              </a:ext>
            </a:extLst>
          </p:cNvPr>
          <p:cNvGrpSpPr/>
          <p:nvPr/>
        </p:nvGrpSpPr>
        <p:grpSpPr>
          <a:xfrm>
            <a:off x="8407008" y="3241584"/>
            <a:ext cx="834840" cy="184680"/>
            <a:chOff x="8407008" y="3241584"/>
            <a:chExt cx="834840" cy="18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0ED4A721-02E2-E024-9886-9A08CD3CEBF0}"/>
                    </a:ext>
                  </a:extLst>
                </p14:cNvPr>
                <p14:cNvContentPartPr/>
                <p14:nvPr/>
              </p14:nvContentPartPr>
              <p14:xfrm>
                <a:off x="8407008" y="3241584"/>
                <a:ext cx="341280" cy="1846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0ED4A721-02E2-E024-9886-9A08CD3CEBF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398368" y="3232584"/>
                  <a:ext cx="3589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FCC54E94-4EF6-F51C-0BF4-A93DCB15051A}"/>
                    </a:ext>
                  </a:extLst>
                </p14:cNvPr>
                <p14:cNvContentPartPr/>
                <p14:nvPr/>
              </p14:nvContentPartPr>
              <p14:xfrm>
                <a:off x="8823888" y="3265344"/>
                <a:ext cx="375480" cy="1360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FCC54E94-4EF6-F51C-0BF4-A93DCB15051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815248" y="3256704"/>
                  <a:ext cx="3931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00B9000F-9C1F-A12C-63DD-5111241DD4AE}"/>
                    </a:ext>
                  </a:extLst>
                </p14:cNvPr>
                <p14:cNvContentPartPr/>
                <p14:nvPr/>
              </p14:nvContentPartPr>
              <p14:xfrm>
                <a:off x="9199728" y="3281544"/>
                <a:ext cx="42120" cy="64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00B9000F-9C1F-A12C-63DD-5111241DD4A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190728" y="3272904"/>
                  <a:ext cx="59760" cy="2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AE54A2EF-2A13-EABD-5B0E-2574B6E9F2B6}"/>
              </a:ext>
            </a:extLst>
          </p:cNvPr>
          <p:cNvGrpSpPr/>
          <p:nvPr/>
        </p:nvGrpSpPr>
        <p:grpSpPr>
          <a:xfrm>
            <a:off x="9781848" y="3174624"/>
            <a:ext cx="525240" cy="314280"/>
            <a:chOff x="9781848" y="3174624"/>
            <a:chExt cx="525240" cy="31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FD175EF1-6AE6-916A-8674-CC5D4A6DEF6F}"/>
                    </a:ext>
                  </a:extLst>
                </p14:cNvPr>
                <p14:cNvContentPartPr/>
                <p14:nvPr/>
              </p14:nvContentPartPr>
              <p14:xfrm>
                <a:off x="9781848" y="3174984"/>
                <a:ext cx="136800" cy="3139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FD175EF1-6AE6-916A-8674-CC5D4A6DEF6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772848" y="3166344"/>
                  <a:ext cx="15444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54474FFE-81D0-ADCD-12A5-224AAC6A58E5}"/>
                    </a:ext>
                  </a:extLst>
                </p14:cNvPr>
                <p14:cNvContentPartPr/>
                <p14:nvPr/>
              </p14:nvContentPartPr>
              <p14:xfrm>
                <a:off x="9990648" y="3288744"/>
                <a:ext cx="7920" cy="752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54474FFE-81D0-ADCD-12A5-224AAC6A58E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981648" y="3280104"/>
                  <a:ext cx="2556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B2FA3D72-75AB-103A-718E-57F7B2FCC5EA}"/>
                    </a:ext>
                  </a:extLst>
                </p14:cNvPr>
                <p14:cNvContentPartPr/>
                <p14:nvPr/>
              </p14:nvContentPartPr>
              <p14:xfrm>
                <a:off x="10050408" y="3174624"/>
                <a:ext cx="16920" cy="259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B2FA3D72-75AB-103A-718E-57F7B2FCC5EA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041768" y="3165624"/>
                  <a:ext cx="345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935C20F4-F30E-5AFD-835D-523F4ABA77FB}"/>
                    </a:ext>
                  </a:extLst>
                </p14:cNvPr>
                <p14:cNvContentPartPr/>
                <p14:nvPr/>
              </p14:nvContentPartPr>
              <p14:xfrm>
                <a:off x="10124928" y="3238344"/>
                <a:ext cx="182160" cy="1278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935C20F4-F30E-5AFD-835D-523F4ABA77F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115928" y="3229344"/>
                  <a:ext cx="199800" cy="14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447792CD-5C91-480F-F9E8-61321BF6DAA0}"/>
              </a:ext>
            </a:extLst>
          </p:cNvPr>
          <p:cNvGrpSpPr/>
          <p:nvPr/>
        </p:nvGrpSpPr>
        <p:grpSpPr>
          <a:xfrm>
            <a:off x="10883088" y="3173184"/>
            <a:ext cx="874080" cy="425880"/>
            <a:chOff x="10883088" y="3173184"/>
            <a:chExt cx="874080" cy="42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F6D02DD6-5721-373D-579C-9F55233A26C6}"/>
                    </a:ext>
                  </a:extLst>
                </p14:cNvPr>
                <p14:cNvContentPartPr/>
                <p14:nvPr/>
              </p14:nvContentPartPr>
              <p14:xfrm>
                <a:off x="10883088" y="3173184"/>
                <a:ext cx="168480" cy="1933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F6D02DD6-5721-373D-579C-9F55233A26C6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874448" y="3164544"/>
                  <a:ext cx="1861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1E3FA2BF-1E82-6DFA-27F6-BAAD5F5BE8CC}"/>
                    </a:ext>
                  </a:extLst>
                </p14:cNvPr>
                <p14:cNvContentPartPr/>
                <p14:nvPr/>
              </p14:nvContentPartPr>
              <p14:xfrm>
                <a:off x="11058048" y="3278304"/>
                <a:ext cx="306000" cy="3207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1E3FA2BF-1E82-6DFA-27F6-BAAD5F5BE8C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049048" y="3269664"/>
                  <a:ext cx="32364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611285E6-2F88-7147-9AD5-7746DDB8C7DA}"/>
                    </a:ext>
                  </a:extLst>
                </p14:cNvPr>
                <p14:cNvContentPartPr/>
                <p14:nvPr/>
              </p14:nvContentPartPr>
              <p14:xfrm>
                <a:off x="11482848" y="3299904"/>
                <a:ext cx="274320" cy="7488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611285E6-2F88-7147-9AD5-7746DDB8C7D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474208" y="3291264"/>
                  <a:ext cx="291960" cy="92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EF961E1A-3F11-6CBD-CFA5-6C654B6EE885}"/>
                  </a:ext>
                </a:extLst>
              </p14:cNvPr>
              <p14:cNvContentPartPr/>
              <p14:nvPr/>
            </p14:nvContentPartPr>
            <p14:xfrm>
              <a:off x="4434768" y="3767184"/>
              <a:ext cx="151560" cy="16848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EF961E1A-3F11-6CBD-CFA5-6C654B6EE885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4426128" y="3758544"/>
                <a:ext cx="16920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F9FD38D4-464E-3E57-E5B2-293FEE338C8F}"/>
                  </a:ext>
                </a:extLst>
              </p14:cNvPr>
              <p14:cNvContentPartPr/>
              <p14:nvPr/>
            </p14:nvContentPartPr>
            <p14:xfrm>
              <a:off x="5998608" y="3714624"/>
              <a:ext cx="226080" cy="14508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F9FD38D4-464E-3E57-E5B2-293FEE338C8F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5989968" y="3705984"/>
                <a:ext cx="24372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16" name="Ink 215">
                <a:extLst>
                  <a:ext uri="{FF2B5EF4-FFF2-40B4-BE49-F238E27FC236}">
                    <a16:creationId xmlns:a16="http://schemas.microsoft.com/office/drawing/2014/main" id="{0CA83DA0-631C-D9C2-7554-C596EF55D24C}"/>
                  </a:ext>
                </a:extLst>
              </p14:cNvPr>
              <p14:cNvContentPartPr/>
              <p14:nvPr/>
            </p14:nvContentPartPr>
            <p14:xfrm>
              <a:off x="7595928" y="3644424"/>
              <a:ext cx="142560" cy="197640"/>
            </p14:xfrm>
          </p:contentPart>
        </mc:Choice>
        <mc:Fallback xmlns="">
          <p:pic>
            <p:nvPicPr>
              <p:cNvPr id="216" name="Ink 215">
                <a:extLst>
                  <a:ext uri="{FF2B5EF4-FFF2-40B4-BE49-F238E27FC236}">
                    <a16:creationId xmlns:a16="http://schemas.microsoft.com/office/drawing/2014/main" id="{0CA83DA0-631C-D9C2-7554-C596EF55D24C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7586928" y="3635784"/>
                <a:ext cx="16020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15A57612-7A2E-47B3-5C6B-7CB070CD980E}"/>
                  </a:ext>
                </a:extLst>
              </p14:cNvPr>
              <p14:cNvContentPartPr/>
              <p14:nvPr/>
            </p14:nvContentPartPr>
            <p14:xfrm>
              <a:off x="8772048" y="3677904"/>
              <a:ext cx="103680" cy="23508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15A57612-7A2E-47B3-5C6B-7CB070CD980E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8763048" y="3668904"/>
                <a:ext cx="121320" cy="252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25" name="Group 224">
            <a:extLst>
              <a:ext uri="{FF2B5EF4-FFF2-40B4-BE49-F238E27FC236}">
                <a16:creationId xmlns:a16="http://schemas.microsoft.com/office/drawing/2014/main" id="{79C3877B-EA9E-199C-86DB-E39AAA5D9EA0}"/>
              </a:ext>
            </a:extLst>
          </p:cNvPr>
          <p:cNvGrpSpPr/>
          <p:nvPr/>
        </p:nvGrpSpPr>
        <p:grpSpPr>
          <a:xfrm>
            <a:off x="9635328" y="3609864"/>
            <a:ext cx="508320" cy="240480"/>
            <a:chOff x="9635328" y="3609864"/>
            <a:chExt cx="508320" cy="24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3B94C38C-B6B9-6495-79CC-2CDFC4CA2AE4}"/>
                    </a:ext>
                  </a:extLst>
                </p14:cNvPr>
                <p14:cNvContentPartPr/>
                <p14:nvPr/>
              </p14:nvContentPartPr>
              <p14:xfrm>
                <a:off x="9635328" y="3609864"/>
                <a:ext cx="110880" cy="2275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3B94C38C-B6B9-6495-79CC-2CDFC4CA2AE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626688" y="3601224"/>
                  <a:ext cx="12852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B107921A-B860-B8E7-B553-3FC1B8808DDE}"/>
                    </a:ext>
                  </a:extLst>
                </p14:cNvPr>
                <p14:cNvContentPartPr/>
                <p14:nvPr/>
              </p14:nvContentPartPr>
              <p14:xfrm>
                <a:off x="9833328" y="3666384"/>
                <a:ext cx="88560" cy="18396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B107921A-B860-B8E7-B553-3FC1B8808DD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824328" y="3657384"/>
                  <a:ext cx="1062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AE000066-474F-FB8B-3CD3-AED4F9733179}"/>
                    </a:ext>
                  </a:extLst>
                </p14:cNvPr>
                <p14:cNvContentPartPr/>
                <p14:nvPr/>
              </p14:nvContentPartPr>
              <p14:xfrm>
                <a:off x="10017648" y="3702744"/>
                <a:ext cx="126000" cy="1288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AE000066-474F-FB8B-3CD3-AED4F973317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008648" y="3693744"/>
                  <a:ext cx="143640" cy="14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D274A608-4106-481E-BB54-D2238EDA90AC}"/>
              </a:ext>
            </a:extLst>
          </p:cNvPr>
          <p:cNvGrpSpPr/>
          <p:nvPr/>
        </p:nvGrpSpPr>
        <p:grpSpPr>
          <a:xfrm>
            <a:off x="11046888" y="3632904"/>
            <a:ext cx="444600" cy="210960"/>
            <a:chOff x="11046888" y="3632904"/>
            <a:chExt cx="444600" cy="21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0CBCD83A-E3CE-11E6-BCB9-4BF2C2A1B5B6}"/>
                    </a:ext>
                  </a:extLst>
                </p14:cNvPr>
                <p14:cNvContentPartPr/>
                <p14:nvPr/>
              </p14:nvContentPartPr>
              <p14:xfrm>
                <a:off x="11046888" y="3632904"/>
                <a:ext cx="180000" cy="1609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0CBCD83A-E3CE-11E6-BCB9-4BF2C2A1B5B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1037888" y="3623904"/>
                  <a:ext cx="1976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D0AB2533-63DF-6AD3-ECB0-129DACA2C6DA}"/>
                    </a:ext>
                  </a:extLst>
                </p14:cNvPr>
                <p14:cNvContentPartPr/>
                <p14:nvPr/>
              </p14:nvContentPartPr>
              <p14:xfrm>
                <a:off x="11292768" y="3716064"/>
                <a:ext cx="41040" cy="1278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D0AB2533-63DF-6AD3-ECB0-129DACA2C6D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284128" y="3707424"/>
                  <a:ext cx="586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EAB37105-0704-1191-15C7-EF52C83A5901}"/>
                    </a:ext>
                  </a:extLst>
                </p14:cNvPr>
                <p14:cNvContentPartPr/>
                <p14:nvPr/>
              </p14:nvContentPartPr>
              <p14:xfrm>
                <a:off x="11406528" y="3744864"/>
                <a:ext cx="84960" cy="270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EAB37105-0704-1191-15C7-EF52C83A590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397888" y="3735864"/>
                  <a:ext cx="102600" cy="44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30" name="Ink 229">
                <a:extLst>
                  <a:ext uri="{FF2B5EF4-FFF2-40B4-BE49-F238E27FC236}">
                    <a16:creationId xmlns:a16="http://schemas.microsoft.com/office/drawing/2014/main" id="{92E36ACC-8540-CF80-AB2E-34500B4BEA4B}"/>
                  </a:ext>
                </a:extLst>
              </p14:cNvPr>
              <p14:cNvContentPartPr/>
              <p14:nvPr/>
            </p14:nvContentPartPr>
            <p14:xfrm>
              <a:off x="4504968" y="4253184"/>
              <a:ext cx="113040" cy="126000"/>
            </p14:xfrm>
          </p:contentPart>
        </mc:Choice>
        <mc:Fallback xmlns="">
          <p:pic>
            <p:nvPicPr>
              <p:cNvPr id="230" name="Ink 229">
                <a:extLst>
                  <a:ext uri="{FF2B5EF4-FFF2-40B4-BE49-F238E27FC236}">
                    <a16:creationId xmlns:a16="http://schemas.microsoft.com/office/drawing/2014/main" id="{92E36ACC-8540-CF80-AB2E-34500B4BEA4B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4496328" y="4244544"/>
                <a:ext cx="130680" cy="14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31" name="Ink 230">
                <a:extLst>
                  <a:ext uri="{FF2B5EF4-FFF2-40B4-BE49-F238E27FC236}">
                    <a16:creationId xmlns:a16="http://schemas.microsoft.com/office/drawing/2014/main" id="{93D23114-B8DD-615E-75C5-9764583F12A7}"/>
                  </a:ext>
                </a:extLst>
              </p14:cNvPr>
              <p14:cNvContentPartPr/>
              <p14:nvPr/>
            </p14:nvContentPartPr>
            <p14:xfrm>
              <a:off x="6110208" y="4280184"/>
              <a:ext cx="163800" cy="163800"/>
            </p14:xfrm>
          </p:contentPart>
        </mc:Choice>
        <mc:Fallback xmlns="">
          <p:pic>
            <p:nvPicPr>
              <p:cNvPr id="231" name="Ink 230">
                <a:extLst>
                  <a:ext uri="{FF2B5EF4-FFF2-40B4-BE49-F238E27FC236}">
                    <a16:creationId xmlns:a16="http://schemas.microsoft.com/office/drawing/2014/main" id="{93D23114-B8DD-615E-75C5-9764583F12A7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6101208" y="4271544"/>
                <a:ext cx="18144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32" name="Ink 231">
                <a:extLst>
                  <a:ext uri="{FF2B5EF4-FFF2-40B4-BE49-F238E27FC236}">
                    <a16:creationId xmlns:a16="http://schemas.microsoft.com/office/drawing/2014/main" id="{C43EA49D-6657-179C-D5F2-DB52A2CECE00}"/>
                  </a:ext>
                </a:extLst>
              </p14:cNvPr>
              <p14:cNvContentPartPr/>
              <p14:nvPr/>
            </p14:nvContentPartPr>
            <p14:xfrm>
              <a:off x="5229648" y="4324104"/>
              <a:ext cx="38160" cy="28440"/>
            </p14:xfrm>
          </p:contentPart>
        </mc:Choice>
        <mc:Fallback xmlns="">
          <p:pic>
            <p:nvPicPr>
              <p:cNvPr id="232" name="Ink 231">
                <a:extLst>
                  <a:ext uri="{FF2B5EF4-FFF2-40B4-BE49-F238E27FC236}">
                    <a16:creationId xmlns:a16="http://schemas.microsoft.com/office/drawing/2014/main" id="{C43EA49D-6657-179C-D5F2-DB52A2CECE00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5220648" y="4315104"/>
                <a:ext cx="55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33" name="Ink 232">
                <a:extLst>
                  <a:ext uri="{FF2B5EF4-FFF2-40B4-BE49-F238E27FC236}">
                    <a16:creationId xmlns:a16="http://schemas.microsoft.com/office/drawing/2014/main" id="{32A3A554-2BE0-AE2B-3133-97B4D118D8D2}"/>
                  </a:ext>
                </a:extLst>
              </p14:cNvPr>
              <p14:cNvContentPartPr/>
              <p14:nvPr/>
            </p14:nvContentPartPr>
            <p14:xfrm>
              <a:off x="5574168" y="4320504"/>
              <a:ext cx="99360" cy="16560"/>
            </p14:xfrm>
          </p:contentPart>
        </mc:Choice>
        <mc:Fallback xmlns="">
          <p:pic>
            <p:nvPicPr>
              <p:cNvPr id="233" name="Ink 232">
                <a:extLst>
                  <a:ext uri="{FF2B5EF4-FFF2-40B4-BE49-F238E27FC236}">
                    <a16:creationId xmlns:a16="http://schemas.microsoft.com/office/drawing/2014/main" id="{32A3A554-2BE0-AE2B-3133-97B4D118D8D2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5565168" y="4311504"/>
                <a:ext cx="11700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34" name="Ink 233">
                <a:extLst>
                  <a:ext uri="{FF2B5EF4-FFF2-40B4-BE49-F238E27FC236}">
                    <a16:creationId xmlns:a16="http://schemas.microsoft.com/office/drawing/2014/main" id="{90F7956E-4A0F-888E-BD02-C4330AB60142}"/>
                  </a:ext>
                </a:extLst>
              </p14:cNvPr>
              <p14:cNvContentPartPr/>
              <p14:nvPr/>
            </p14:nvContentPartPr>
            <p14:xfrm>
              <a:off x="5171328" y="3892464"/>
              <a:ext cx="64080" cy="70560"/>
            </p14:xfrm>
          </p:contentPart>
        </mc:Choice>
        <mc:Fallback xmlns="">
          <p:pic>
            <p:nvPicPr>
              <p:cNvPr id="234" name="Ink 233">
                <a:extLst>
                  <a:ext uri="{FF2B5EF4-FFF2-40B4-BE49-F238E27FC236}">
                    <a16:creationId xmlns:a16="http://schemas.microsoft.com/office/drawing/2014/main" id="{90F7956E-4A0F-888E-BD02-C4330AB60142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5162328" y="3883824"/>
                <a:ext cx="8172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8802DCC6-C204-1561-01E7-334B0C326B79}"/>
                  </a:ext>
                </a:extLst>
              </p14:cNvPr>
              <p14:cNvContentPartPr/>
              <p14:nvPr/>
            </p14:nvContentPartPr>
            <p14:xfrm>
              <a:off x="5577048" y="3886344"/>
              <a:ext cx="112680" cy="2016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8802DCC6-C204-1561-01E7-334B0C326B79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5568408" y="3877704"/>
                <a:ext cx="13032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9E13DFA1-EDD9-42A4-AE49-DADDA8C127D3}"/>
                  </a:ext>
                </a:extLst>
              </p14:cNvPr>
              <p14:cNvContentPartPr/>
              <p14:nvPr/>
            </p14:nvContentPartPr>
            <p14:xfrm>
              <a:off x="7726248" y="4309704"/>
              <a:ext cx="180000" cy="13248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9E13DFA1-EDD9-42A4-AE49-DADDA8C127D3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7717248" y="4300704"/>
                <a:ext cx="19764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37" name="Ink 236">
                <a:extLst>
                  <a:ext uri="{FF2B5EF4-FFF2-40B4-BE49-F238E27FC236}">
                    <a16:creationId xmlns:a16="http://schemas.microsoft.com/office/drawing/2014/main" id="{AF029E53-D2F9-7B34-5FB6-EEF96C644CC0}"/>
                  </a:ext>
                </a:extLst>
              </p14:cNvPr>
              <p14:cNvContentPartPr/>
              <p14:nvPr/>
            </p14:nvContentPartPr>
            <p14:xfrm>
              <a:off x="8939808" y="4256064"/>
              <a:ext cx="34920" cy="166320"/>
            </p14:xfrm>
          </p:contentPart>
        </mc:Choice>
        <mc:Fallback xmlns="">
          <p:pic>
            <p:nvPicPr>
              <p:cNvPr id="237" name="Ink 236">
                <a:extLst>
                  <a:ext uri="{FF2B5EF4-FFF2-40B4-BE49-F238E27FC236}">
                    <a16:creationId xmlns:a16="http://schemas.microsoft.com/office/drawing/2014/main" id="{AF029E53-D2F9-7B34-5FB6-EEF96C644CC0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8931168" y="4247424"/>
                <a:ext cx="52560" cy="18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42" name="Group 241">
            <a:extLst>
              <a:ext uri="{FF2B5EF4-FFF2-40B4-BE49-F238E27FC236}">
                <a16:creationId xmlns:a16="http://schemas.microsoft.com/office/drawing/2014/main" id="{1FE2ACEC-F258-1162-A66C-A2EC2AE736F2}"/>
              </a:ext>
            </a:extLst>
          </p:cNvPr>
          <p:cNvGrpSpPr/>
          <p:nvPr/>
        </p:nvGrpSpPr>
        <p:grpSpPr>
          <a:xfrm>
            <a:off x="9915048" y="4130064"/>
            <a:ext cx="385920" cy="271080"/>
            <a:chOff x="9915048" y="4130064"/>
            <a:chExt cx="385920" cy="27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151252A6-3F88-F87D-5869-C0123D7BB70F}"/>
                    </a:ext>
                  </a:extLst>
                </p14:cNvPr>
                <p14:cNvContentPartPr/>
                <p14:nvPr/>
              </p14:nvContentPartPr>
              <p14:xfrm>
                <a:off x="9915048" y="4130064"/>
                <a:ext cx="169920" cy="2710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151252A6-3F88-F87D-5869-C0123D7BB70F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906408" y="4121064"/>
                  <a:ext cx="18756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92BB9D12-2862-DEA3-3B2E-C48C29F74453}"/>
                    </a:ext>
                  </a:extLst>
                </p14:cNvPr>
                <p14:cNvContentPartPr/>
                <p14:nvPr/>
              </p14:nvContentPartPr>
              <p14:xfrm>
                <a:off x="10217448" y="4233744"/>
                <a:ext cx="83520" cy="1591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92BB9D12-2862-DEA3-3B2E-C48C29F7445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208808" y="4224744"/>
                  <a:ext cx="101160" cy="176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315FE2B2-3D21-24F5-BDA5-E7E63D68B17F}"/>
                  </a:ext>
                </a:extLst>
              </p14:cNvPr>
              <p14:cNvContentPartPr/>
              <p14:nvPr/>
            </p14:nvContentPartPr>
            <p14:xfrm>
              <a:off x="11185848" y="4232304"/>
              <a:ext cx="28440" cy="20916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315FE2B2-3D21-24F5-BDA5-E7E63D68B17F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11176848" y="4223304"/>
                <a:ext cx="4608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F1D24053-38D3-ACDF-5B81-006B90AB9DF2}"/>
                  </a:ext>
                </a:extLst>
              </p14:cNvPr>
              <p14:cNvContentPartPr/>
              <p14:nvPr/>
            </p14:nvContentPartPr>
            <p14:xfrm>
              <a:off x="11437128" y="4216824"/>
              <a:ext cx="91080" cy="25488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F1D24053-38D3-ACDF-5B81-006B90AB9DF2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11428128" y="4207824"/>
                <a:ext cx="108720" cy="27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1522BE24-E772-C442-6998-528B09AB0CE3}"/>
                  </a:ext>
                </a:extLst>
              </p14:cNvPr>
              <p14:cNvContentPartPr/>
              <p14:nvPr/>
            </p14:nvContentPartPr>
            <p14:xfrm>
              <a:off x="4519008" y="4794984"/>
              <a:ext cx="187920" cy="13572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1522BE24-E772-C442-6998-528B09AB0CE3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4510008" y="4786344"/>
                <a:ext cx="205560" cy="153360"/>
              </a:xfrm>
              <a:prstGeom prst="rect">
                <a:avLst/>
              </a:prstGeom>
            </p:spPr>
          </p:pic>
        </mc:Fallback>
      </mc:AlternateContent>
      <p:grpSp>
        <p:nvGrpSpPr>
          <p:cNvPr id="246" name="Group 245">
            <a:extLst>
              <a:ext uri="{FF2B5EF4-FFF2-40B4-BE49-F238E27FC236}">
                <a16:creationId xmlns:a16="http://schemas.microsoft.com/office/drawing/2014/main" id="{D45F37E6-00EF-6B26-5F37-54F97F01630A}"/>
              </a:ext>
            </a:extLst>
          </p:cNvPr>
          <p:cNvGrpSpPr/>
          <p:nvPr/>
        </p:nvGrpSpPr>
        <p:grpSpPr>
          <a:xfrm>
            <a:off x="5411448" y="4905144"/>
            <a:ext cx="281880" cy="25920"/>
            <a:chOff x="5411448" y="4905144"/>
            <a:chExt cx="281880" cy="2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38D2885B-F914-9676-7E5B-FA7F879DC5E8}"/>
                    </a:ext>
                  </a:extLst>
                </p14:cNvPr>
                <p14:cNvContentPartPr/>
                <p14:nvPr/>
              </p14:nvContentPartPr>
              <p14:xfrm>
                <a:off x="5411448" y="4905144"/>
                <a:ext cx="51840" cy="259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38D2885B-F914-9676-7E5B-FA7F879DC5E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402448" y="4896144"/>
                  <a:ext cx="694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74D2ECD2-A93A-FDE2-0D96-23FA8FCF3475}"/>
                    </a:ext>
                  </a:extLst>
                </p14:cNvPr>
                <p14:cNvContentPartPr/>
                <p14:nvPr/>
              </p14:nvContentPartPr>
              <p14:xfrm>
                <a:off x="5654808" y="4919184"/>
                <a:ext cx="38520" cy="39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74D2ECD2-A93A-FDE2-0D96-23FA8FCF3475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646168" y="4910184"/>
                  <a:ext cx="56160" cy="2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7536BA25-6B6E-ED13-FED4-EAC085CE84EF}"/>
              </a:ext>
            </a:extLst>
          </p:cNvPr>
          <p:cNvGrpSpPr/>
          <p:nvPr/>
        </p:nvGrpSpPr>
        <p:grpSpPr>
          <a:xfrm>
            <a:off x="6050808" y="4789584"/>
            <a:ext cx="579600" cy="213120"/>
            <a:chOff x="6050808" y="4789584"/>
            <a:chExt cx="579600" cy="21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DE20470F-0F04-0FA9-2476-38605296317E}"/>
                    </a:ext>
                  </a:extLst>
                </p14:cNvPr>
                <p14:cNvContentPartPr/>
                <p14:nvPr/>
              </p14:nvContentPartPr>
              <p14:xfrm>
                <a:off x="6050808" y="4789584"/>
                <a:ext cx="32400" cy="2131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DE20470F-0F04-0FA9-2476-38605296317E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6042168" y="4780944"/>
                  <a:ext cx="500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CDFA96B1-1330-6490-78FA-1C6F08797F05}"/>
                    </a:ext>
                  </a:extLst>
                </p14:cNvPr>
                <p14:cNvContentPartPr/>
                <p14:nvPr/>
              </p14:nvContentPartPr>
              <p14:xfrm>
                <a:off x="6177888" y="4803984"/>
                <a:ext cx="57240" cy="1915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CDFA96B1-1330-6490-78FA-1C6F08797F05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6168888" y="4794984"/>
                  <a:ext cx="7488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B7832D83-65FF-3BCD-9925-1F36D2925159}"/>
                    </a:ext>
                  </a:extLst>
                </p14:cNvPr>
                <p14:cNvContentPartPr/>
                <p14:nvPr/>
              </p14:nvContentPartPr>
              <p14:xfrm>
                <a:off x="6321888" y="4821624"/>
                <a:ext cx="97560" cy="17028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B7832D83-65FF-3BCD-9925-1F36D2925159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6312888" y="4812624"/>
                  <a:ext cx="1152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D5F63996-F29F-8F5C-F4B9-A534280594D6}"/>
                    </a:ext>
                  </a:extLst>
                </p14:cNvPr>
                <p14:cNvContentPartPr/>
                <p14:nvPr/>
              </p14:nvContentPartPr>
              <p14:xfrm>
                <a:off x="6552648" y="4809744"/>
                <a:ext cx="77760" cy="1440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D5F63996-F29F-8F5C-F4B9-A534280594D6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6544008" y="4801104"/>
                  <a:ext cx="95400" cy="16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23D955AA-87AC-35EA-65B6-F7D1C666D293}"/>
              </a:ext>
            </a:extLst>
          </p:cNvPr>
          <p:cNvGrpSpPr/>
          <p:nvPr/>
        </p:nvGrpSpPr>
        <p:grpSpPr>
          <a:xfrm>
            <a:off x="7567128" y="4760064"/>
            <a:ext cx="695880" cy="260280"/>
            <a:chOff x="7567128" y="4760064"/>
            <a:chExt cx="695880" cy="26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A9CBD011-82C6-8022-DB5F-E5301E0CB006}"/>
                    </a:ext>
                  </a:extLst>
                </p14:cNvPr>
                <p14:cNvContentPartPr/>
                <p14:nvPr/>
              </p14:nvContentPartPr>
              <p14:xfrm>
                <a:off x="7567128" y="4791024"/>
                <a:ext cx="29160" cy="22932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A9CBD011-82C6-8022-DB5F-E5301E0CB006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7558488" y="4782384"/>
                  <a:ext cx="468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5ECFD1A8-9009-7EE6-E508-07FF073F1ED7}"/>
                    </a:ext>
                  </a:extLst>
                </p14:cNvPr>
                <p14:cNvContentPartPr/>
                <p14:nvPr/>
              </p14:nvContentPartPr>
              <p14:xfrm>
                <a:off x="7735608" y="4816944"/>
                <a:ext cx="45360" cy="1677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5ECFD1A8-9009-7EE6-E508-07FF073F1ED7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7726968" y="4807944"/>
                  <a:ext cx="630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6D5B17A3-68C0-CC52-FACB-CB11363A892E}"/>
                    </a:ext>
                  </a:extLst>
                </p14:cNvPr>
                <p14:cNvContentPartPr/>
                <p14:nvPr/>
              </p14:nvContentPartPr>
              <p14:xfrm>
                <a:off x="7937208" y="4760064"/>
                <a:ext cx="88920" cy="18540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6D5B17A3-68C0-CC52-FACB-CB11363A892E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7928568" y="4751424"/>
                  <a:ext cx="1065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2603BEEA-4780-0E9E-1B57-703D6C4A5BE6}"/>
                    </a:ext>
                  </a:extLst>
                </p14:cNvPr>
                <p14:cNvContentPartPr/>
                <p14:nvPr/>
              </p14:nvContentPartPr>
              <p14:xfrm>
                <a:off x="8136648" y="4764024"/>
                <a:ext cx="126360" cy="1807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2603BEEA-4780-0E9E-1B57-703D6C4A5BE6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8127648" y="4755024"/>
                  <a:ext cx="144000" cy="19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174EA0FC-65BE-FB1B-124B-C225EC7824AD}"/>
              </a:ext>
            </a:extLst>
          </p:cNvPr>
          <p:cNvGrpSpPr/>
          <p:nvPr/>
        </p:nvGrpSpPr>
        <p:grpSpPr>
          <a:xfrm>
            <a:off x="10213128" y="4785624"/>
            <a:ext cx="261360" cy="136080"/>
            <a:chOff x="10213128" y="4785624"/>
            <a:chExt cx="261360" cy="13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7F0B1AE8-371D-562E-874D-FD36F7078355}"/>
                    </a:ext>
                  </a:extLst>
                </p14:cNvPr>
                <p14:cNvContentPartPr/>
                <p14:nvPr/>
              </p14:nvContentPartPr>
              <p14:xfrm>
                <a:off x="10213128" y="4790304"/>
                <a:ext cx="86760" cy="1314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7F0B1AE8-371D-562E-874D-FD36F7078355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10204488" y="4781664"/>
                  <a:ext cx="1044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8E08AAB3-4CB8-E85C-5957-93DA14622880}"/>
                    </a:ext>
                  </a:extLst>
                </p14:cNvPr>
                <p14:cNvContentPartPr/>
                <p14:nvPr/>
              </p14:nvContentPartPr>
              <p14:xfrm>
                <a:off x="10448568" y="4785624"/>
                <a:ext cx="25920" cy="46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8E08AAB3-4CB8-E85C-5957-93DA14622880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10439568" y="4776984"/>
                  <a:ext cx="4356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78661447-8B00-1D38-E71B-FD2E515598FD}"/>
              </a:ext>
            </a:extLst>
          </p:cNvPr>
          <p:cNvGrpSpPr/>
          <p:nvPr/>
        </p:nvGrpSpPr>
        <p:grpSpPr>
          <a:xfrm>
            <a:off x="8912448" y="4745304"/>
            <a:ext cx="461880" cy="273240"/>
            <a:chOff x="8912448" y="4745304"/>
            <a:chExt cx="461880" cy="27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FCC482F7-9B31-785C-454A-B3A2BF6E122D}"/>
                    </a:ext>
                  </a:extLst>
                </p14:cNvPr>
                <p14:cNvContentPartPr/>
                <p14:nvPr/>
              </p14:nvContentPartPr>
              <p14:xfrm>
                <a:off x="8912448" y="4745304"/>
                <a:ext cx="121320" cy="23364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FCC482F7-9B31-785C-454A-B3A2BF6E122D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8903448" y="4736304"/>
                  <a:ext cx="13896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FDBE1D0C-C4D2-E7B3-63D6-BA19576ADFCC}"/>
                    </a:ext>
                  </a:extLst>
                </p14:cNvPr>
                <p14:cNvContentPartPr/>
                <p14:nvPr/>
              </p14:nvContentPartPr>
              <p14:xfrm>
                <a:off x="9149328" y="4842864"/>
                <a:ext cx="21600" cy="1119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FDBE1D0C-C4D2-E7B3-63D6-BA19576ADFCC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9140328" y="4833864"/>
                  <a:ext cx="3924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FD7301A9-EDD0-6751-67C8-D359805D8DB0}"/>
                    </a:ext>
                  </a:extLst>
                </p14:cNvPr>
                <p14:cNvContentPartPr/>
                <p14:nvPr/>
              </p14:nvContentPartPr>
              <p14:xfrm>
                <a:off x="9250848" y="4813344"/>
                <a:ext cx="75960" cy="2196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FD7301A9-EDD0-6751-67C8-D359805D8DB0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9242208" y="4804704"/>
                  <a:ext cx="936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D9FCF159-80EA-5469-F5BE-2FA2E0CF562C}"/>
                    </a:ext>
                  </a:extLst>
                </p14:cNvPr>
                <p14:cNvContentPartPr/>
                <p14:nvPr/>
              </p14:nvContentPartPr>
              <p14:xfrm>
                <a:off x="9160488" y="4796064"/>
                <a:ext cx="213840" cy="2592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D9FCF159-80EA-5469-F5BE-2FA2E0CF562C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9151488" y="4787424"/>
                  <a:ext cx="2314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FB4BEE79-342A-3C99-2A13-7AEBCC535C74}"/>
                    </a:ext>
                  </a:extLst>
                </p14:cNvPr>
                <p14:cNvContentPartPr/>
                <p14:nvPr/>
              </p14:nvContentPartPr>
              <p14:xfrm>
                <a:off x="9159048" y="4816944"/>
                <a:ext cx="88560" cy="20160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FB4BEE79-342A-3C99-2A13-7AEBCC535C74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9150048" y="4808304"/>
                  <a:ext cx="106200" cy="219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9">
            <p14:nvContentPartPr>
              <p14:cNvPr id="267" name="Ink 266">
                <a:extLst>
                  <a:ext uri="{FF2B5EF4-FFF2-40B4-BE49-F238E27FC236}">
                    <a16:creationId xmlns:a16="http://schemas.microsoft.com/office/drawing/2014/main" id="{66BCDF99-1427-27A6-4847-8591E4369D5C}"/>
                  </a:ext>
                </a:extLst>
              </p14:cNvPr>
              <p14:cNvContentPartPr/>
              <p14:nvPr/>
            </p14:nvContentPartPr>
            <p14:xfrm>
              <a:off x="11292408" y="4706064"/>
              <a:ext cx="185040" cy="319320"/>
            </p14:xfrm>
          </p:contentPart>
        </mc:Choice>
        <mc:Fallback xmlns="">
          <p:pic>
            <p:nvPicPr>
              <p:cNvPr id="267" name="Ink 266">
                <a:extLst>
                  <a:ext uri="{FF2B5EF4-FFF2-40B4-BE49-F238E27FC236}">
                    <a16:creationId xmlns:a16="http://schemas.microsoft.com/office/drawing/2014/main" id="{66BCDF99-1427-27A6-4847-8591E4369D5C}"/>
                  </a:ext>
                </a:extLst>
              </p:cNvPr>
              <p:cNvPicPr/>
              <p:nvPr/>
            </p:nvPicPr>
            <p:blipFill>
              <a:blip r:embed="rId430"/>
              <a:stretch>
                <a:fillRect/>
              </a:stretch>
            </p:blipFill>
            <p:spPr>
              <a:xfrm>
                <a:off x="11283768" y="4697064"/>
                <a:ext cx="202680" cy="33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1">
            <p14:nvContentPartPr>
              <p14:cNvPr id="268" name="Ink 267">
                <a:extLst>
                  <a:ext uri="{FF2B5EF4-FFF2-40B4-BE49-F238E27FC236}">
                    <a16:creationId xmlns:a16="http://schemas.microsoft.com/office/drawing/2014/main" id="{225606E1-FDE2-E13B-8CCC-747EFE55A823}"/>
                  </a:ext>
                </a:extLst>
              </p14:cNvPr>
              <p14:cNvContentPartPr/>
              <p14:nvPr/>
            </p14:nvContentPartPr>
            <p14:xfrm>
              <a:off x="4636728" y="5358384"/>
              <a:ext cx="202320" cy="246960"/>
            </p14:xfrm>
          </p:contentPart>
        </mc:Choice>
        <mc:Fallback xmlns="">
          <p:pic>
            <p:nvPicPr>
              <p:cNvPr id="268" name="Ink 267">
                <a:extLst>
                  <a:ext uri="{FF2B5EF4-FFF2-40B4-BE49-F238E27FC236}">
                    <a16:creationId xmlns:a16="http://schemas.microsoft.com/office/drawing/2014/main" id="{225606E1-FDE2-E13B-8CCC-747EFE55A823}"/>
                  </a:ext>
                </a:extLst>
              </p:cNvPr>
              <p:cNvPicPr/>
              <p:nvPr/>
            </p:nvPicPr>
            <p:blipFill>
              <a:blip r:embed="rId432"/>
              <a:stretch>
                <a:fillRect/>
              </a:stretch>
            </p:blipFill>
            <p:spPr>
              <a:xfrm>
                <a:off x="4627728" y="5349744"/>
                <a:ext cx="21996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3">
            <p14:nvContentPartPr>
              <p14:cNvPr id="269" name="Ink 268">
                <a:extLst>
                  <a:ext uri="{FF2B5EF4-FFF2-40B4-BE49-F238E27FC236}">
                    <a16:creationId xmlns:a16="http://schemas.microsoft.com/office/drawing/2014/main" id="{32D20171-E06C-80E4-4D02-D45275C2F63B}"/>
                  </a:ext>
                </a:extLst>
              </p14:cNvPr>
              <p14:cNvContentPartPr/>
              <p14:nvPr/>
            </p14:nvContentPartPr>
            <p14:xfrm>
              <a:off x="5255568" y="5512104"/>
              <a:ext cx="74520" cy="60480"/>
            </p14:xfrm>
          </p:contentPart>
        </mc:Choice>
        <mc:Fallback xmlns="">
          <p:pic>
            <p:nvPicPr>
              <p:cNvPr id="269" name="Ink 268">
                <a:extLst>
                  <a:ext uri="{FF2B5EF4-FFF2-40B4-BE49-F238E27FC236}">
                    <a16:creationId xmlns:a16="http://schemas.microsoft.com/office/drawing/2014/main" id="{32D20171-E06C-80E4-4D02-D45275C2F63B}"/>
                  </a:ext>
                </a:extLst>
              </p:cNvPr>
              <p:cNvPicPr/>
              <p:nvPr/>
            </p:nvPicPr>
            <p:blipFill>
              <a:blip r:embed="rId434"/>
              <a:stretch>
                <a:fillRect/>
              </a:stretch>
            </p:blipFill>
            <p:spPr>
              <a:xfrm>
                <a:off x="5246928" y="5503104"/>
                <a:ext cx="9216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5">
            <p14:nvContentPartPr>
              <p14:cNvPr id="270" name="Ink 269">
                <a:extLst>
                  <a:ext uri="{FF2B5EF4-FFF2-40B4-BE49-F238E27FC236}">
                    <a16:creationId xmlns:a16="http://schemas.microsoft.com/office/drawing/2014/main" id="{80D84D88-2658-1B61-9B24-7AEC63702EF4}"/>
                  </a:ext>
                </a:extLst>
              </p14:cNvPr>
              <p14:cNvContentPartPr/>
              <p14:nvPr/>
            </p14:nvContentPartPr>
            <p14:xfrm>
              <a:off x="5531328" y="5517864"/>
              <a:ext cx="57240" cy="20160"/>
            </p14:xfrm>
          </p:contentPart>
        </mc:Choice>
        <mc:Fallback xmlns="">
          <p:pic>
            <p:nvPicPr>
              <p:cNvPr id="270" name="Ink 269">
                <a:extLst>
                  <a:ext uri="{FF2B5EF4-FFF2-40B4-BE49-F238E27FC236}">
                    <a16:creationId xmlns:a16="http://schemas.microsoft.com/office/drawing/2014/main" id="{80D84D88-2658-1B61-9B24-7AEC63702EF4}"/>
                  </a:ext>
                </a:extLst>
              </p:cNvPr>
              <p:cNvPicPr/>
              <p:nvPr/>
            </p:nvPicPr>
            <p:blipFill>
              <a:blip r:embed="rId436"/>
              <a:stretch>
                <a:fillRect/>
              </a:stretch>
            </p:blipFill>
            <p:spPr>
              <a:xfrm>
                <a:off x="5522328" y="5509224"/>
                <a:ext cx="74880" cy="3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7" name="Group 276">
            <a:extLst>
              <a:ext uri="{FF2B5EF4-FFF2-40B4-BE49-F238E27FC236}">
                <a16:creationId xmlns:a16="http://schemas.microsoft.com/office/drawing/2014/main" id="{D4D25492-FE37-D752-F911-2EB86E48E50C}"/>
              </a:ext>
            </a:extLst>
          </p:cNvPr>
          <p:cNvGrpSpPr/>
          <p:nvPr/>
        </p:nvGrpSpPr>
        <p:grpSpPr>
          <a:xfrm>
            <a:off x="6051888" y="5312664"/>
            <a:ext cx="927000" cy="252360"/>
            <a:chOff x="6051888" y="5312664"/>
            <a:chExt cx="927000" cy="25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07BC458F-E0EB-1A21-6953-9D1DA6144FCF}"/>
                    </a:ext>
                  </a:extLst>
                </p14:cNvPr>
                <p14:cNvContentPartPr/>
                <p14:nvPr/>
              </p14:nvContentPartPr>
              <p14:xfrm>
                <a:off x="6051888" y="5359104"/>
                <a:ext cx="138600" cy="2059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07BC458F-E0EB-1A21-6953-9D1DA6144FCF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6042888" y="5350104"/>
                  <a:ext cx="1562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7C4F293F-1F04-7706-7211-30DB37A8E70D}"/>
                    </a:ext>
                  </a:extLst>
                </p14:cNvPr>
                <p14:cNvContentPartPr/>
                <p14:nvPr/>
              </p14:nvContentPartPr>
              <p14:xfrm>
                <a:off x="6290568" y="5353344"/>
                <a:ext cx="118440" cy="1789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7C4F293F-1F04-7706-7211-30DB37A8E70D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6281568" y="5344704"/>
                  <a:ext cx="1360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26B6A679-93BF-2394-90D1-19607114EFF8}"/>
                    </a:ext>
                  </a:extLst>
                </p14:cNvPr>
                <p14:cNvContentPartPr/>
                <p14:nvPr/>
              </p14:nvContentPartPr>
              <p14:xfrm>
                <a:off x="6510168" y="5361984"/>
                <a:ext cx="104760" cy="15444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26B6A679-93BF-2394-90D1-19607114EFF8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6501168" y="5353344"/>
                  <a:ext cx="1224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35E2CE40-A896-71BB-79B2-0C62C7723932}"/>
                    </a:ext>
                  </a:extLst>
                </p14:cNvPr>
                <p14:cNvContentPartPr/>
                <p14:nvPr/>
              </p14:nvContentPartPr>
              <p14:xfrm>
                <a:off x="6729048" y="5380344"/>
                <a:ext cx="53280" cy="1249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35E2CE40-A896-71BB-79B2-0C62C7723932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6720408" y="5371344"/>
                  <a:ext cx="709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AA4EB292-98B1-5BA6-6BB4-E2574FD59B96}"/>
                    </a:ext>
                  </a:extLst>
                </p14:cNvPr>
                <p14:cNvContentPartPr/>
                <p14:nvPr/>
              </p14:nvContentPartPr>
              <p14:xfrm>
                <a:off x="6872688" y="5312664"/>
                <a:ext cx="106200" cy="3456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AA4EB292-98B1-5BA6-6BB4-E2574FD59B9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6864048" y="5303664"/>
                  <a:ext cx="123840" cy="5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3FD1C4D6-B85D-6F50-C2D5-7B3E5343A7FD}"/>
              </a:ext>
            </a:extLst>
          </p:cNvPr>
          <p:cNvGrpSpPr/>
          <p:nvPr/>
        </p:nvGrpSpPr>
        <p:grpSpPr>
          <a:xfrm>
            <a:off x="7563168" y="5255424"/>
            <a:ext cx="856440" cy="226800"/>
            <a:chOff x="7563168" y="5255424"/>
            <a:chExt cx="856440" cy="22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B41964F3-C2A8-02AA-04A7-0E4EA45741E6}"/>
                    </a:ext>
                  </a:extLst>
                </p14:cNvPr>
                <p14:cNvContentPartPr/>
                <p14:nvPr/>
              </p14:nvContentPartPr>
              <p14:xfrm>
                <a:off x="7563168" y="5270904"/>
                <a:ext cx="159840" cy="20448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B41964F3-C2A8-02AA-04A7-0E4EA45741E6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7554168" y="5262264"/>
                  <a:ext cx="1774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010FE5A1-085F-5546-AC24-0F5682CCC77C}"/>
                    </a:ext>
                  </a:extLst>
                </p14:cNvPr>
                <p14:cNvContentPartPr/>
                <p14:nvPr/>
              </p14:nvContentPartPr>
              <p14:xfrm>
                <a:off x="7819128" y="5307264"/>
                <a:ext cx="85320" cy="1749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010FE5A1-085F-5546-AC24-0F5682CCC77C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7810128" y="5298264"/>
                  <a:ext cx="1029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FC8F4AFA-F26D-257A-DF32-677102E19C12}"/>
                    </a:ext>
                  </a:extLst>
                </p14:cNvPr>
                <p14:cNvContentPartPr/>
                <p14:nvPr/>
              </p14:nvContentPartPr>
              <p14:xfrm>
                <a:off x="8051328" y="5255424"/>
                <a:ext cx="115200" cy="2163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FC8F4AFA-F26D-257A-DF32-677102E19C12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8042328" y="5246784"/>
                  <a:ext cx="1328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EA31662C-EB1C-E374-FFD4-5A91CD6422AB}"/>
                    </a:ext>
                  </a:extLst>
                </p14:cNvPr>
                <p14:cNvContentPartPr/>
                <p14:nvPr/>
              </p14:nvContentPartPr>
              <p14:xfrm>
                <a:off x="8291448" y="5276304"/>
                <a:ext cx="128160" cy="12600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EA31662C-EB1C-E374-FFD4-5A91CD6422AB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8282448" y="5267304"/>
                  <a:ext cx="145800" cy="14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8B7BFFF9-87A5-E69D-225B-62CC31ECECB7}"/>
              </a:ext>
            </a:extLst>
          </p:cNvPr>
          <p:cNvGrpSpPr/>
          <p:nvPr/>
        </p:nvGrpSpPr>
        <p:grpSpPr>
          <a:xfrm>
            <a:off x="8929368" y="5239224"/>
            <a:ext cx="566280" cy="226440"/>
            <a:chOff x="8929368" y="5239224"/>
            <a:chExt cx="566280" cy="22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FB3D0B0B-1044-92E3-56DA-BC93415BEFD9}"/>
                    </a:ext>
                  </a:extLst>
                </p14:cNvPr>
                <p14:cNvContentPartPr/>
                <p14:nvPr/>
              </p14:nvContentPartPr>
              <p14:xfrm>
                <a:off x="8929368" y="5239224"/>
                <a:ext cx="103680" cy="1483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FB3D0B0B-1044-92E3-56DA-BC93415BEFD9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8920368" y="5230224"/>
                  <a:ext cx="1213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B110BDC2-2808-A909-0589-C8A63A9C8358}"/>
                    </a:ext>
                  </a:extLst>
                </p14:cNvPr>
                <p14:cNvContentPartPr/>
                <p14:nvPr/>
              </p14:nvContentPartPr>
              <p14:xfrm>
                <a:off x="9181368" y="5273784"/>
                <a:ext cx="80280" cy="1598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B110BDC2-2808-A909-0589-C8A63A9C8358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9172368" y="5265144"/>
                  <a:ext cx="979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A2F4994C-C65F-EC2A-ABF4-F5291C760833}"/>
                    </a:ext>
                  </a:extLst>
                </p14:cNvPr>
                <p14:cNvContentPartPr/>
                <p14:nvPr/>
              </p14:nvContentPartPr>
              <p14:xfrm>
                <a:off x="9374688" y="5264784"/>
                <a:ext cx="120960" cy="2008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A2F4994C-C65F-EC2A-ABF4-F5291C760833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9366048" y="5255784"/>
                  <a:ext cx="138600" cy="21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5D695E8-E961-A856-3A25-B2C8BE6A4CA5}"/>
              </a:ext>
            </a:extLst>
          </p:cNvPr>
          <p:cNvGrpSpPr/>
          <p:nvPr/>
        </p:nvGrpSpPr>
        <p:grpSpPr>
          <a:xfrm>
            <a:off x="10284408" y="5278104"/>
            <a:ext cx="303840" cy="211320"/>
            <a:chOff x="10284408" y="5278104"/>
            <a:chExt cx="303840" cy="21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4951354F-A133-D296-9F04-509A054B53F3}"/>
                    </a:ext>
                  </a:extLst>
                </p14:cNvPr>
                <p14:cNvContentPartPr/>
                <p14:nvPr/>
              </p14:nvContentPartPr>
              <p14:xfrm>
                <a:off x="10284408" y="5278104"/>
                <a:ext cx="148320" cy="2113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4951354F-A133-D296-9F04-509A054B53F3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10275768" y="5269464"/>
                  <a:ext cx="16596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D4C9E78E-8E12-F722-C749-92F2F2F7A7BA}"/>
                    </a:ext>
                  </a:extLst>
                </p14:cNvPr>
                <p14:cNvContentPartPr/>
                <p14:nvPr/>
              </p14:nvContentPartPr>
              <p14:xfrm>
                <a:off x="10394568" y="5338944"/>
                <a:ext cx="193680" cy="212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D4C9E78E-8E12-F722-C749-92F2F2F7A7BA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10385568" y="5329944"/>
                  <a:ext cx="21132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48A31E64-C0C1-64FF-DDEE-F2C76BD27555}"/>
              </a:ext>
            </a:extLst>
          </p:cNvPr>
          <p:cNvGrpSpPr/>
          <p:nvPr/>
        </p:nvGrpSpPr>
        <p:grpSpPr>
          <a:xfrm>
            <a:off x="11123568" y="5375664"/>
            <a:ext cx="372960" cy="203400"/>
            <a:chOff x="11123568" y="5375664"/>
            <a:chExt cx="372960" cy="20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6F82785B-EF27-1FCA-A0DA-4448FCFDD051}"/>
                    </a:ext>
                  </a:extLst>
                </p14:cNvPr>
                <p14:cNvContentPartPr/>
                <p14:nvPr/>
              </p14:nvContentPartPr>
              <p14:xfrm>
                <a:off x="11123568" y="5375664"/>
                <a:ext cx="58680" cy="2034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6F82785B-EF27-1FCA-A0DA-4448FCFDD051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1114568" y="5366664"/>
                  <a:ext cx="763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5749957E-65DE-141F-4BB9-BBBCB231C6B1}"/>
                    </a:ext>
                  </a:extLst>
                </p14:cNvPr>
                <p14:cNvContentPartPr/>
                <p14:nvPr/>
              </p14:nvContentPartPr>
              <p14:xfrm>
                <a:off x="11342808" y="5376744"/>
                <a:ext cx="153720" cy="1980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5749957E-65DE-141F-4BB9-BBBCB231C6B1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11333808" y="5367744"/>
                  <a:ext cx="171360" cy="21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C66A383B-8E5C-F60A-8556-9A075FB1A744}"/>
              </a:ext>
            </a:extLst>
          </p:cNvPr>
          <p:cNvGrpSpPr/>
          <p:nvPr/>
        </p:nvGrpSpPr>
        <p:grpSpPr>
          <a:xfrm>
            <a:off x="1466928" y="6298704"/>
            <a:ext cx="364320" cy="252720"/>
            <a:chOff x="1466928" y="6298704"/>
            <a:chExt cx="364320" cy="25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86DB6133-BF57-EC17-9B80-22718C9F2FE6}"/>
                    </a:ext>
                  </a:extLst>
                </p14:cNvPr>
                <p14:cNvContentPartPr/>
                <p14:nvPr/>
              </p14:nvContentPartPr>
              <p14:xfrm>
                <a:off x="1466928" y="6298704"/>
                <a:ext cx="309960" cy="8172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86DB6133-BF57-EC17-9B80-22718C9F2FE6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1458288" y="6290064"/>
                  <a:ext cx="32760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1E76ACF0-981C-8D04-24D2-F95FEAEB9327}"/>
                    </a:ext>
                  </a:extLst>
                </p14:cNvPr>
                <p14:cNvContentPartPr/>
                <p14:nvPr/>
              </p14:nvContentPartPr>
              <p14:xfrm>
                <a:off x="1534608" y="6498864"/>
                <a:ext cx="239760" cy="525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1E76ACF0-981C-8D04-24D2-F95FEAEB9327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1525968" y="6489864"/>
                  <a:ext cx="25740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5D9BBFDF-39E7-DF89-5EBC-DCA65A8A2C04}"/>
                    </a:ext>
                  </a:extLst>
                </p14:cNvPr>
                <p14:cNvContentPartPr/>
                <p14:nvPr/>
              </p14:nvContentPartPr>
              <p14:xfrm>
                <a:off x="1733328" y="6332544"/>
                <a:ext cx="97920" cy="1792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5D9BBFDF-39E7-DF89-5EBC-DCA65A8A2C04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1724688" y="6323904"/>
                  <a:ext cx="115560" cy="196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5">
            <p14:nvContentPartPr>
              <p14:cNvPr id="296" name="Ink 295">
                <a:extLst>
                  <a:ext uri="{FF2B5EF4-FFF2-40B4-BE49-F238E27FC236}">
                    <a16:creationId xmlns:a16="http://schemas.microsoft.com/office/drawing/2014/main" id="{A7DFB1BE-6CA9-A372-C53D-155C567B1D0C}"/>
                  </a:ext>
                </a:extLst>
              </p14:cNvPr>
              <p14:cNvContentPartPr/>
              <p14:nvPr/>
            </p14:nvContentPartPr>
            <p14:xfrm>
              <a:off x="2233368" y="6191784"/>
              <a:ext cx="856800" cy="432360"/>
            </p14:xfrm>
          </p:contentPart>
        </mc:Choice>
        <mc:Fallback xmlns="">
          <p:pic>
            <p:nvPicPr>
              <p:cNvPr id="296" name="Ink 295">
                <a:extLst>
                  <a:ext uri="{FF2B5EF4-FFF2-40B4-BE49-F238E27FC236}">
                    <a16:creationId xmlns:a16="http://schemas.microsoft.com/office/drawing/2014/main" id="{A7DFB1BE-6CA9-A372-C53D-155C567B1D0C}"/>
                  </a:ext>
                </a:extLst>
              </p:cNvPr>
              <p:cNvPicPr/>
              <p:nvPr/>
            </p:nvPicPr>
            <p:blipFill>
              <a:blip r:embed="rId476"/>
              <a:stretch>
                <a:fillRect/>
              </a:stretch>
            </p:blipFill>
            <p:spPr>
              <a:xfrm>
                <a:off x="2224368" y="6183144"/>
                <a:ext cx="8744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7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9AB02EBB-4871-C68E-7222-529A22BF73D1}"/>
                  </a:ext>
                </a:extLst>
              </p14:cNvPr>
              <p14:cNvContentPartPr/>
              <p14:nvPr/>
            </p14:nvContentPartPr>
            <p14:xfrm>
              <a:off x="3488328" y="6196104"/>
              <a:ext cx="137880" cy="28332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9AB02EBB-4871-C68E-7222-529A22BF73D1}"/>
                  </a:ext>
                </a:extLst>
              </p:cNvPr>
              <p:cNvPicPr/>
              <p:nvPr/>
            </p:nvPicPr>
            <p:blipFill>
              <a:blip r:embed="rId478"/>
              <a:stretch>
                <a:fillRect/>
              </a:stretch>
            </p:blipFill>
            <p:spPr>
              <a:xfrm>
                <a:off x="3479328" y="6187104"/>
                <a:ext cx="155520" cy="30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07" name="Group 306">
            <a:extLst>
              <a:ext uri="{FF2B5EF4-FFF2-40B4-BE49-F238E27FC236}">
                <a16:creationId xmlns:a16="http://schemas.microsoft.com/office/drawing/2014/main" id="{A7FD11FB-9D2C-14F1-CF68-7CFAC7C5F79D}"/>
              </a:ext>
            </a:extLst>
          </p:cNvPr>
          <p:cNvGrpSpPr/>
          <p:nvPr/>
        </p:nvGrpSpPr>
        <p:grpSpPr>
          <a:xfrm>
            <a:off x="4021848" y="6021504"/>
            <a:ext cx="1395000" cy="363960"/>
            <a:chOff x="4021848" y="6021504"/>
            <a:chExt cx="1395000" cy="3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D96EADCB-7B00-A72B-E302-D9B1EC790513}"/>
                    </a:ext>
                  </a:extLst>
                </p14:cNvPr>
                <p14:cNvContentPartPr/>
                <p14:nvPr/>
              </p14:nvContentPartPr>
              <p14:xfrm>
                <a:off x="4021848" y="6191424"/>
                <a:ext cx="90360" cy="13608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D96EADCB-7B00-A72B-E302-D9B1EC790513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4012848" y="6182424"/>
                  <a:ext cx="10800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4BB20B1C-1D37-515B-15A8-173035BB6AAC}"/>
                    </a:ext>
                  </a:extLst>
                </p14:cNvPr>
                <p14:cNvContentPartPr/>
                <p14:nvPr/>
              </p14:nvContentPartPr>
              <p14:xfrm>
                <a:off x="4233528" y="6097824"/>
                <a:ext cx="25920" cy="2098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4BB20B1C-1D37-515B-15A8-173035BB6AAC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4224528" y="6089184"/>
                  <a:ext cx="435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4FC5DF78-EB1B-3AFA-CD15-CDC09172EFEF}"/>
                    </a:ext>
                  </a:extLst>
                </p14:cNvPr>
                <p14:cNvContentPartPr/>
                <p14:nvPr/>
              </p14:nvContentPartPr>
              <p14:xfrm>
                <a:off x="4197528" y="6239304"/>
                <a:ext cx="78120" cy="3816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4FC5DF78-EB1B-3AFA-CD15-CDC09172EFEF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4188888" y="6230304"/>
                  <a:ext cx="957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61A23EC3-68A7-E3A8-61C5-776723E29568}"/>
                    </a:ext>
                  </a:extLst>
                </p14:cNvPr>
                <p14:cNvContentPartPr/>
                <p14:nvPr/>
              </p14:nvContentPartPr>
              <p14:xfrm>
                <a:off x="4341888" y="6234264"/>
                <a:ext cx="97560" cy="694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61A23EC3-68A7-E3A8-61C5-776723E29568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4332888" y="6225624"/>
                  <a:ext cx="11520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7BF4160E-5AAC-44F1-C6F5-9EAB90426623}"/>
                    </a:ext>
                  </a:extLst>
                </p14:cNvPr>
                <p14:cNvContentPartPr/>
                <p14:nvPr/>
              </p14:nvContentPartPr>
              <p14:xfrm>
                <a:off x="4534128" y="6161184"/>
                <a:ext cx="208440" cy="10368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7BF4160E-5AAC-44F1-C6F5-9EAB90426623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4525488" y="6152184"/>
                  <a:ext cx="22608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457B49E7-6AFF-7E49-AD9D-7523384AE3C0}"/>
                    </a:ext>
                  </a:extLst>
                </p14:cNvPr>
                <p14:cNvContentPartPr/>
                <p14:nvPr/>
              </p14:nvContentPartPr>
              <p14:xfrm>
                <a:off x="4876848" y="6021504"/>
                <a:ext cx="48240" cy="19080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457B49E7-6AFF-7E49-AD9D-7523384AE3C0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4868208" y="6012864"/>
                  <a:ext cx="658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80D953B1-C085-28B3-FB03-523280A69A6D}"/>
                    </a:ext>
                  </a:extLst>
                </p14:cNvPr>
                <p14:cNvContentPartPr/>
                <p14:nvPr/>
              </p14:nvContentPartPr>
              <p14:xfrm>
                <a:off x="4978008" y="6129144"/>
                <a:ext cx="438840" cy="2563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80D953B1-C085-28B3-FB03-523280A69A6D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4969368" y="6120504"/>
                  <a:ext cx="456480" cy="273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3">
            <p14:nvContentPartPr>
              <p14:cNvPr id="308" name="Ink 307">
                <a:extLst>
                  <a:ext uri="{FF2B5EF4-FFF2-40B4-BE49-F238E27FC236}">
                    <a16:creationId xmlns:a16="http://schemas.microsoft.com/office/drawing/2014/main" id="{1F26E3B9-3D25-07E6-D737-E574A4DE8DF6}"/>
                  </a:ext>
                </a:extLst>
              </p14:cNvPr>
              <p14:cNvContentPartPr/>
              <p14:nvPr/>
            </p14:nvContentPartPr>
            <p14:xfrm>
              <a:off x="6093648" y="6039144"/>
              <a:ext cx="353880" cy="86040"/>
            </p14:xfrm>
          </p:contentPart>
        </mc:Choice>
        <mc:Fallback xmlns="">
          <p:pic>
            <p:nvPicPr>
              <p:cNvPr id="308" name="Ink 307">
                <a:extLst>
                  <a:ext uri="{FF2B5EF4-FFF2-40B4-BE49-F238E27FC236}">
                    <a16:creationId xmlns:a16="http://schemas.microsoft.com/office/drawing/2014/main" id="{1F26E3B9-3D25-07E6-D737-E574A4DE8DF6}"/>
                  </a:ext>
                </a:extLst>
              </p:cNvPr>
              <p:cNvPicPr/>
              <p:nvPr/>
            </p:nvPicPr>
            <p:blipFill>
              <a:blip r:embed="rId494"/>
              <a:stretch>
                <a:fillRect/>
              </a:stretch>
            </p:blipFill>
            <p:spPr>
              <a:xfrm>
                <a:off x="6085008" y="6030144"/>
                <a:ext cx="371520" cy="103680"/>
              </a:xfrm>
              <a:prstGeom prst="rect">
                <a:avLst/>
              </a:prstGeom>
            </p:spPr>
          </p:pic>
        </mc:Fallback>
      </mc:AlternateContent>
      <p:grpSp>
        <p:nvGrpSpPr>
          <p:cNvPr id="318" name="Group 317">
            <a:extLst>
              <a:ext uri="{FF2B5EF4-FFF2-40B4-BE49-F238E27FC236}">
                <a16:creationId xmlns:a16="http://schemas.microsoft.com/office/drawing/2014/main" id="{D21FF189-E5DE-3EDC-2A35-C4D7D7E0C2D9}"/>
              </a:ext>
            </a:extLst>
          </p:cNvPr>
          <p:cNvGrpSpPr/>
          <p:nvPr/>
        </p:nvGrpSpPr>
        <p:grpSpPr>
          <a:xfrm>
            <a:off x="6791328" y="5962104"/>
            <a:ext cx="652680" cy="136440"/>
            <a:chOff x="6791328" y="5962104"/>
            <a:chExt cx="652680" cy="13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83FD4AE3-8A3E-8F18-9928-52270C87ED54}"/>
                    </a:ext>
                  </a:extLst>
                </p14:cNvPr>
                <p14:cNvContentPartPr/>
                <p14:nvPr/>
              </p14:nvContentPartPr>
              <p14:xfrm>
                <a:off x="6791328" y="5988024"/>
                <a:ext cx="426240" cy="11052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83FD4AE3-8A3E-8F18-9928-52270C87ED54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6782328" y="5979024"/>
                  <a:ext cx="4438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4D351C6A-B390-5C6A-E24F-D91C383DE663}"/>
                    </a:ext>
                  </a:extLst>
                </p14:cNvPr>
                <p14:cNvContentPartPr/>
                <p14:nvPr/>
              </p14:nvContentPartPr>
              <p14:xfrm>
                <a:off x="7270128" y="5962104"/>
                <a:ext cx="173880" cy="633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4D351C6A-B390-5C6A-E24F-D91C383DE663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7261488" y="5953104"/>
                  <a:ext cx="191520" cy="8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6CD6A1A7-C203-E004-25F9-E04560C80F47}"/>
              </a:ext>
            </a:extLst>
          </p:cNvPr>
          <p:cNvGrpSpPr/>
          <p:nvPr/>
        </p:nvGrpSpPr>
        <p:grpSpPr>
          <a:xfrm>
            <a:off x="7916328" y="5764104"/>
            <a:ext cx="848880" cy="294480"/>
            <a:chOff x="7916328" y="5764104"/>
            <a:chExt cx="848880" cy="29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310BBF4B-9CDB-141F-E8E5-2247B8263E80}"/>
                    </a:ext>
                  </a:extLst>
                </p14:cNvPr>
                <p14:cNvContentPartPr/>
                <p14:nvPr/>
              </p14:nvContentPartPr>
              <p14:xfrm>
                <a:off x="7916328" y="5817744"/>
                <a:ext cx="215640" cy="2408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310BBF4B-9CDB-141F-E8E5-2247B8263E80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7907688" y="5808744"/>
                  <a:ext cx="2332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B8E89A03-3A6F-1A1C-E691-ECEE36EF625E}"/>
                    </a:ext>
                  </a:extLst>
                </p14:cNvPr>
                <p14:cNvContentPartPr/>
                <p14:nvPr/>
              </p14:nvContentPartPr>
              <p14:xfrm>
                <a:off x="8154288" y="5935104"/>
                <a:ext cx="360" cy="468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B8E89A03-3A6F-1A1C-E691-ECEE36EF625E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8145288" y="5926464"/>
                  <a:ext cx="180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0CD8229F-CEE0-0AA0-0DAE-708DAA915F84}"/>
                    </a:ext>
                  </a:extLst>
                </p14:cNvPr>
                <p14:cNvContentPartPr/>
                <p14:nvPr/>
              </p14:nvContentPartPr>
              <p14:xfrm>
                <a:off x="8200728" y="5964984"/>
                <a:ext cx="160560" cy="4356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0CD8229F-CEE0-0AA0-0DAE-708DAA915F84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8192088" y="5955984"/>
                  <a:ext cx="17820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0BA6CF70-5475-9047-21F5-58A046EB9D24}"/>
                    </a:ext>
                  </a:extLst>
                </p14:cNvPr>
                <p14:cNvContentPartPr/>
                <p14:nvPr/>
              </p14:nvContentPartPr>
              <p14:xfrm>
                <a:off x="8379648" y="5886504"/>
                <a:ext cx="3240" cy="2196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0BA6CF70-5475-9047-21F5-58A046EB9D24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8371008" y="5877864"/>
                  <a:ext cx="208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43894A92-74C7-0CC4-C663-A5F50FEE94A4}"/>
                    </a:ext>
                  </a:extLst>
                </p14:cNvPr>
                <p14:cNvContentPartPr/>
                <p14:nvPr/>
              </p14:nvContentPartPr>
              <p14:xfrm>
                <a:off x="8450568" y="5764104"/>
                <a:ext cx="85680" cy="2347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43894A92-74C7-0CC4-C663-A5F50FEE94A4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8441568" y="5755104"/>
                  <a:ext cx="10332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9FA851D5-9143-D4BF-9926-D39EF9ACC1F0}"/>
                    </a:ext>
                  </a:extLst>
                </p14:cNvPr>
                <p14:cNvContentPartPr/>
                <p14:nvPr/>
              </p14:nvContentPartPr>
              <p14:xfrm>
                <a:off x="8572968" y="5931864"/>
                <a:ext cx="192240" cy="5400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9FA851D5-9143-D4BF-9926-D39EF9ACC1F0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8563968" y="5923224"/>
                  <a:ext cx="209880" cy="7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D2760B23-1ACF-7C8E-294E-E77164FF63E3}"/>
              </a:ext>
            </a:extLst>
          </p:cNvPr>
          <p:cNvGrpSpPr/>
          <p:nvPr/>
        </p:nvGrpSpPr>
        <p:grpSpPr>
          <a:xfrm>
            <a:off x="9088488" y="5829624"/>
            <a:ext cx="380520" cy="154800"/>
            <a:chOff x="9088488" y="5829624"/>
            <a:chExt cx="380520" cy="15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C0832631-FF05-8BC6-6B69-A9CE063B7E72}"/>
                    </a:ext>
                  </a:extLst>
                </p14:cNvPr>
                <p14:cNvContentPartPr/>
                <p14:nvPr/>
              </p14:nvContentPartPr>
              <p14:xfrm>
                <a:off x="9088488" y="5895864"/>
                <a:ext cx="119160" cy="6624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C0832631-FF05-8BC6-6B69-A9CE063B7E72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9079488" y="5887224"/>
                  <a:ext cx="1368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09D142AA-46CC-BD10-E864-6DF8ED23918B}"/>
                    </a:ext>
                  </a:extLst>
                </p14:cNvPr>
                <p14:cNvContentPartPr/>
                <p14:nvPr/>
              </p14:nvContentPartPr>
              <p14:xfrm>
                <a:off x="9313848" y="5856264"/>
                <a:ext cx="12600" cy="1281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09D142AA-46CC-BD10-E864-6DF8ED23918B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9304848" y="5847624"/>
                  <a:ext cx="302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39B4039F-C31C-07FD-7DFC-5B77E5413BFB}"/>
                    </a:ext>
                  </a:extLst>
                </p14:cNvPr>
                <p14:cNvContentPartPr/>
                <p14:nvPr/>
              </p14:nvContentPartPr>
              <p14:xfrm>
                <a:off x="9371088" y="5829624"/>
                <a:ext cx="97920" cy="997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39B4039F-C31C-07FD-7DFC-5B77E5413BFB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9362088" y="5820624"/>
                  <a:ext cx="115560" cy="11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C67D4602-1657-7BA7-8DB9-DC38F9D29D48}"/>
              </a:ext>
            </a:extLst>
          </p:cNvPr>
          <p:cNvGrpSpPr/>
          <p:nvPr/>
        </p:nvGrpSpPr>
        <p:grpSpPr>
          <a:xfrm>
            <a:off x="9762768" y="5774544"/>
            <a:ext cx="517320" cy="186120"/>
            <a:chOff x="9762768" y="5774544"/>
            <a:chExt cx="517320" cy="18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E75ECA00-5C1E-ADDA-32B1-CE22583AE8C1}"/>
                    </a:ext>
                  </a:extLst>
                </p14:cNvPr>
                <p14:cNvContentPartPr/>
                <p14:nvPr/>
              </p14:nvContentPartPr>
              <p14:xfrm>
                <a:off x="9762768" y="5811264"/>
                <a:ext cx="83520" cy="14904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E75ECA00-5C1E-ADDA-32B1-CE22583AE8C1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9753768" y="5802624"/>
                  <a:ext cx="10116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7A3C555F-6619-2DB2-ABBD-0938FDA3F114}"/>
                    </a:ext>
                  </a:extLst>
                </p14:cNvPr>
                <p14:cNvContentPartPr/>
                <p14:nvPr/>
              </p14:nvContentPartPr>
              <p14:xfrm>
                <a:off x="9941688" y="5774544"/>
                <a:ext cx="338400" cy="18612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7A3C555F-6619-2DB2-ABBD-0938FDA3F114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9932688" y="5765904"/>
                  <a:ext cx="356040" cy="20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304EB4A6-62DF-360F-1714-4A5EE834B70A}"/>
              </a:ext>
            </a:extLst>
          </p:cNvPr>
          <p:cNvGrpSpPr/>
          <p:nvPr/>
        </p:nvGrpSpPr>
        <p:grpSpPr>
          <a:xfrm>
            <a:off x="10612728" y="5805504"/>
            <a:ext cx="402120" cy="221400"/>
            <a:chOff x="10612728" y="5805504"/>
            <a:chExt cx="402120" cy="22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8578D19C-60C0-D8B0-2D61-84569B48A3A9}"/>
                    </a:ext>
                  </a:extLst>
                </p14:cNvPr>
                <p14:cNvContentPartPr/>
                <p14:nvPr/>
              </p14:nvContentPartPr>
              <p14:xfrm>
                <a:off x="10612728" y="5805504"/>
                <a:ext cx="103680" cy="22140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8578D19C-60C0-D8B0-2D61-84569B48A3A9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10604088" y="5796504"/>
                  <a:ext cx="1213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877F9062-983D-A143-43F5-336D2B454426}"/>
                    </a:ext>
                  </a:extLst>
                </p14:cNvPr>
                <p14:cNvContentPartPr/>
                <p14:nvPr/>
              </p14:nvContentPartPr>
              <p14:xfrm>
                <a:off x="10811088" y="5873544"/>
                <a:ext cx="23760" cy="1296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877F9062-983D-A143-43F5-336D2B454426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10802448" y="5864904"/>
                  <a:ext cx="414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7E0ECEB8-6BC5-34BF-CC94-72703CBB6968}"/>
                    </a:ext>
                  </a:extLst>
                </p14:cNvPr>
                <p14:cNvContentPartPr/>
                <p14:nvPr/>
              </p14:nvContentPartPr>
              <p14:xfrm>
                <a:off x="10906488" y="5869944"/>
                <a:ext cx="108360" cy="1306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7E0ECEB8-6BC5-34BF-CC94-72703CBB6968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10897848" y="5860944"/>
                  <a:ext cx="126000" cy="148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7">
            <p14:nvContentPartPr>
              <p14:cNvPr id="327" name="Ink 326">
                <a:extLst>
                  <a:ext uri="{FF2B5EF4-FFF2-40B4-BE49-F238E27FC236}">
                    <a16:creationId xmlns:a16="http://schemas.microsoft.com/office/drawing/2014/main" id="{52E09134-AA55-C1A3-798F-ACCE6CAB6C3E}"/>
                  </a:ext>
                </a:extLst>
              </p14:cNvPr>
              <p14:cNvContentPartPr/>
              <p14:nvPr/>
            </p14:nvContentPartPr>
            <p14:xfrm>
              <a:off x="11308248" y="5825304"/>
              <a:ext cx="105840" cy="208440"/>
            </p14:xfrm>
          </p:contentPart>
        </mc:Choice>
        <mc:Fallback xmlns="">
          <p:pic>
            <p:nvPicPr>
              <p:cNvPr id="327" name="Ink 326">
                <a:extLst>
                  <a:ext uri="{FF2B5EF4-FFF2-40B4-BE49-F238E27FC236}">
                    <a16:creationId xmlns:a16="http://schemas.microsoft.com/office/drawing/2014/main" id="{52E09134-AA55-C1A3-798F-ACCE6CAB6C3E}"/>
                  </a:ext>
                </a:extLst>
              </p:cNvPr>
              <p:cNvPicPr/>
              <p:nvPr/>
            </p:nvPicPr>
            <p:blipFill>
              <a:blip r:embed="rId528"/>
              <a:stretch>
                <a:fillRect/>
              </a:stretch>
            </p:blipFill>
            <p:spPr>
              <a:xfrm>
                <a:off x="11299248" y="5816304"/>
                <a:ext cx="123480" cy="226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9" name="Group 338">
            <a:extLst>
              <a:ext uri="{FF2B5EF4-FFF2-40B4-BE49-F238E27FC236}">
                <a16:creationId xmlns:a16="http://schemas.microsoft.com/office/drawing/2014/main" id="{7BFFFB20-0BCD-4C98-25D0-2D5FDCC13F10}"/>
              </a:ext>
            </a:extLst>
          </p:cNvPr>
          <p:cNvGrpSpPr/>
          <p:nvPr/>
        </p:nvGrpSpPr>
        <p:grpSpPr>
          <a:xfrm>
            <a:off x="11481408" y="5825664"/>
            <a:ext cx="676800" cy="252720"/>
            <a:chOff x="11481408" y="5825664"/>
            <a:chExt cx="676800" cy="25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07CA3672-EBC3-B6EF-AB41-2F61BDCE0ABF}"/>
                    </a:ext>
                  </a:extLst>
                </p14:cNvPr>
                <p14:cNvContentPartPr/>
                <p14:nvPr/>
              </p14:nvContentPartPr>
              <p14:xfrm>
                <a:off x="11481408" y="5825664"/>
                <a:ext cx="155160" cy="1360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07CA3672-EBC3-B6EF-AB41-2F61BDCE0ABF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11472768" y="5817024"/>
                  <a:ext cx="17280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D05BAFE4-E5DE-3500-6D47-4E1C11029F03}"/>
                    </a:ext>
                  </a:extLst>
                </p14:cNvPr>
                <p14:cNvContentPartPr/>
                <p14:nvPr/>
              </p14:nvContentPartPr>
              <p14:xfrm>
                <a:off x="11719368" y="5889744"/>
                <a:ext cx="95400" cy="3132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D05BAFE4-E5DE-3500-6D47-4E1C11029F03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11710728" y="5880744"/>
                  <a:ext cx="11304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09B068CD-180A-7F09-DFB5-54D1913FC946}"/>
                    </a:ext>
                  </a:extLst>
                </p14:cNvPr>
                <p14:cNvContentPartPr/>
                <p14:nvPr/>
              </p14:nvContentPartPr>
              <p14:xfrm>
                <a:off x="11779488" y="5901624"/>
                <a:ext cx="102960" cy="17676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09B068CD-180A-7F09-DFB5-54D1913FC946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11770488" y="5892984"/>
                  <a:ext cx="1206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BD7BC2ED-93A5-E186-00F5-91D15F6726BA}"/>
                    </a:ext>
                  </a:extLst>
                </p14:cNvPr>
                <p14:cNvContentPartPr/>
                <p14:nvPr/>
              </p14:nvContentPartPr>
              <p14:xfrm>
                <a:off x="11985048" y="5929704"/>
                <a:ext cx="173160" cy="6012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BD7BC2ED-93A5-E186-00F5-91D15F6726BA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11976408" y="5920704"/>
                  <a:ext cx="190800" cy="77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8390028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958584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Cosine for measuring similarity: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0D01099-6871-181B-F3D2-E35DA16F82EC}"/>
                  </a:ext>
                </a:extLst>
              </p14:cNvPr>
              <p14:cNvContentPartPr/>
              <p14:nvPr/>
            </p14:nvContentPartPr>
            <p14:xfrm>
              <a:off x="10339128" y="739008"/>
              <a:ext cx="301320" cy="2314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0D01099-6871-181B-F3D2-E35DA16F82E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30488" y="730368"/>
                <a:ext cx="31896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18C882D-719F-8EBB-25BB-C646D0AD986A}"/>
                  </a:ext>
                </a:extLst>
              </p14:cNvPr>
              <p14:cNvContentPartPr/>
              <p14:nvPr/>
            </p14:nvContentPartPr>
            <p14:xfrm>
              <a:off x="10462968" y="861048"/>
              <a:ext cx="1094400" cy="406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18C882D-719F-8EBB-25BB-C646D0AD986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454328" y="852048"/>
                <a:ext cx="1112040" cy="5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32F21BF-C983-3738-2241-58279F250BF1}"/>
                  </a:ext>
                </a:extLst>
              </p14:cNvPr>
              <p14:cNvContentPartPr/>
              <p14:nvPr/>
            </p14:nvContentPartPr>
            <p14:xfrm>
              <a:off x="10316808" y="143928"/>
              <a:ext cx="67320" cy="8384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32F21BF-C983-3738-2241-58279F250BF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308168" y="135288"/>
                <a:ext cx="84960" cy="85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F6E6E4E7-CE49-2062-6404-1A9E2B1142C3}"/>
                  </a:ext>
                </a:extLst>
              </p14:cNvPr>
              <p14:cNvContentPartPr/>
              <p14:nvPr/>
            </p14:nvContentPartPr>
            <p14:xfrm>
              <a:off x="10244808" y="181008"/>
              <a:ext cx="90720" cy="80748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F6E6E4E7-CE49-2062-6404-1A9E2B1142C3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0235808" y="172368"/>
                <a:ext cx="108360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DF15582-6CFC-B62E-68BB-CAC4954BC305}"/>
                  </a:ext>
                </a:extLst>
              </p14:cNvPr>
              <p14:cNvContentPartPr/>
              <p14:nvPr/>
            </p14:nvContentPartPr>
            <p14:xfrm>
              <a:off x="10289808" y="952128"/>
              <a:ext cx="1334880" cy="24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DF15582-6CFC-B62E-68BB-CAC4954BC305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0281168" y="943488"/>
                <a:ext cx="135252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A11333C-326A-D834-DCAB-320091C93705}"/>
                  </a:ext>
                </a:extLst>
              </p14:cNvPr>
              <p14:cNvContentPartPr/>
              <p14:nvPr/>
            </p14:nvContentPartPr>
            <p14:xfrm>
              <a:off x="10442088" y="968688"/>
              <a:ext cx="996120" cy="3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A11333C-326A-D834-DCAB-320091C9370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433448" y="959688"/>
                <a:ext cx="1013760" cy="5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8B24684-DE80-7536-0BC0-633C02EC747C}"/>
                  </a:ext>
                </a:extLst>
              </p14:cNvPr>
              <p14:cNvContentPartPr/>
              <p14:nvPr/>
            </p14:nvContentPartPr>
            <p14:xfrm>
              <a:off x="10194408" y="122688"/>
              <a:ext cx="318960" cy="2311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8B24684-DE80-7536-0BC0-633C02EC747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0185768" y="114048"/>
                <a:ext cx="336600" cy="24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8BE552C-E463-574C-35E1-7D3D30A08812}"/>
                  </a:ext>
                </a:extLst>
              </p14:cNvPr>
              <p14:cNvContentPartPr/>
              <p14:nvPr/>
            </p14:nvContentPartPr>
            <p14:xfrm>
              <a:off x="11232648" y="694728"/>
              <a:ext cx="335160" cy="4057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8BE552C-E463-574C-35E1-7D3D30A0881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224008" y="685728"/>
                <a:ext cx="35280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645FA43-AF0B-3348-FBD8-CE291FE34793}"/>
                  </a:ext>
                </a:extLst>
              </p14:cNvPr>
              <p14:cNvContentPartPr/>
              <p14:nvPr/>
            </p14:nvContentPartPr>
            <p14:xfrm>
              <a:off x="10322208" y="752328"/>
              <a:ext cx="288720" cy="139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645FA43-AF0B-3348-FBD8-CE291FE3479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313208" y="743688"/>
                <a:ext cx="306360" cy="15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A5FE7E5-19D6-BBAF-AA29-5DAF6B47ACA4}"/>
                  </a:ext>
                </a:extLst>
              </p14:cNvPr>
              <p14:cNvContentPartPr/>
              <p14:nvPr/>
            </p14:nvContentPartPr>
            <p14:xfrm>
              <a:off x="10662408" y="568008"/>
              <a:ext cx="79560" cy="1879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A5FE7E5-19D6-BBAF-AA29-5DAF6B47ACA4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0653408" y="559368"/>
                <a:ext cx="9720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085DB06-C5CC-9709-4CAB-CD228ECCFE65}"/>
                  </a:ext>
                </a:extLst>
              </p14:cNvPr>
              <p14:cNvContentPartPr/>
              <p14:nvPr/>
            </p14:nvContentPartPr>
            <p14:xfrm>
              <a:off x="10829088" y="590688"/>
              <a:ext cx="61200" cy="91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085DB06-C5CC-9709-4CAB-CD228ECCFE6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0820088" y="582048"/>
                <a:ext cx="7884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3C23091-2B6A-06CA-338F-A2D34A88F555}"/>
                  </a:ext>
                </a:extLst>
              </p14:cNvPr>
              <p14:cNvContentPartPr/>
              <p14:nvPr/>
            </p14:nvContentPartPr>
            <p14:xfrm>
              <a:off x="10960488" y="503568"/>
              <a:ext cx="14400" cy="15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3C23091-2B6A-06CA-338F-A2D34A88F5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0951848" y="494928"/>
                <a:ext cx="3204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2C22E1BB-E9BC-2C38-8F64-F5ADAD6B6764}"/>
                  </a:ext>
                </a:extLst>
              </p14:cNvPr>
              <p14:cNvContentPartPr/>
              <p14:nvPr/>
            </p14:nvContentPartPr>
            <p14:xfrm>
              <a:off x="10982448" y="1990008"/>
              <a:ext cx="778320" cy="35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2C22E1BB-E9BC-2C38-8F64-F5ADAD6B676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973808" y="1981008"/>
                <a:ext cx="79596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94DE4AC-1EAF-7176-60AC-B5A5CB83AAAB}"/>
                  </a:ext>
                </a:extLst>
              </p14:cNvPr>
              <p14:cNvContentPartPr/>
              <p14:nvPr/>
            </p14:nvContentPartPr>
            <p14:xfrm>
              <a:off x="11839968" y="2000088"/>
              <a:ext cx="12960" cy="162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94DE4AC-1EAF-7176-60AC-B5A5CB83AAA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1830968" y="1991448"/>
                <a:ext cx="30600" cy="33840"/>
              </a:xfrm>
              <a:prstGeom prst="rect">
                <a:avLst/>
              </a:prstGeom>
            </p:spPr>
          </p:pic>
        </mc:Fallback>
      </mc:AlternateContent>
      <p:grpSp>
        <p:nvGrpSpPr>
          <p:cNvPr id="53" name="Group 52">
            <a:extLst>
              <a:ext uri="{FF2B5EF4-FFF2-40B4-BE49-F238E27FC236}">
                <a16:creationId xmlns:a16="http://schemas.microsoft.com/office/drawing/2014/main" id="{0E012BDE-7673-182A-6CF7-70F3DA5D3CA7}"/>
              </a:ext>
            </a:extLst>
          </p:cNvPr>
          <p:cNvGrpSpPr/>
          <p:nvPr/>
        </p:nvGrpSpPr>
        <p:grpSpPr>
          <a:xfrm>
            <a:off x="10596888" y="1123488"/>
            <a:ext cx="1625040" cy="765000"/>
            <a:chOff x="10596888" y="1123488"/>
            <a:chExt cx="1625040" cy="76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79915FDB-AC72-FEA2-F93A-1546B5C710CC}"/>
                    </a:ext>
                  </a:extLst>
                </p14:cNvPr>
                <p14:cNvContentPartPr/>
                <p14:nvPr/>
              </p14:nvContentPartPr>
              <p14:xfrm>
                <a:off x="10596888" y="1168488"/>
                <a:ext cx="263160" cy="1954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79915FDB-AC72-FEA2-F93A-1546B5C710C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0588248" y="1159848"/>
                  <a:ext cx="2808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FE92627D-0811-E74D-871B-A8F1EF82EAE9}"/>
                    </a:ext>
                  </a:extLst>
                </p14:cNvPr>
                <p14:cNvContentPartPr/>
                <p14:nvPr/>
              </p14:nvContentPartPr>
              <p14:xfrm>
                <a:off x="11041848" y="1238688"/>
                <a:ext cx="60120" cy="1011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FE92627D-0811-E74D-871B-A8F1EF82EAE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1032848" y="1230048"/>
                  <a:ext cx="7776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F4F1AB36-2281-8B60-B25D-0DBBBA6531CB}"/>
                    </a:ext>
                  </a:extLst>
                </p14:cNvPr>
                <p14:cNvContentPartPr/>
                <p14:nvPr/>
              </p14:nvContentPartPr>
              <p14:xfrm>
                <a:off x="11184768" y="1272168"/>
                <a:ext cx="41760" cy="536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F4F1AB36-2281-8B60-B25D-0DBBBA6531C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1176128" y="1263528"/>
                  <a:ext cx="594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266B59E3-5CB5-CB18-DFDE-DF0E2B4D79B2}"/>
                    </a:ext>
                  </a:extLst>
                </p14:cNvPr>
                <p14:cNvContentPartPr/>
                <p14:nvPr/>
              </p14:nvContentPartPr>
              <p14:xfrm>
                <a:off x="11362968" y="1279008"/>
                <a:ext cx="65160" cy="126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266B59E3-5CB5-CB18-DFDE-DF0E2B4D79B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1354328" y="1270368"/>
                  <a:ext cx="82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1C64DFDB-CC83-0260-1A38-700F7A874844}"/>
                    </a:ext>
                  </a:extLst>
                </p14:cNvPr>
                <p14:cNvContentPartPr/>
                <p14:nvPr/>
              </p14:nvContentPartPr>
              <p14:xfrm>
                <a:off x="11430648" y="1319688"/>
                <a:ext cx="64800" cy="162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1C64DFDB-CC83-0260-1A38-700F7A87484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1421648" y="1311048"/>
                  <a:ext cx="824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716791B6-E7C1-D082-7CC3-CE40FE992DC3}"/>
                    </a:ext>
                  </a:extLst>
                </p14:cNvPr>
                <p14:cNvContentPartPr/>
                <p14:nvPr/>
              </p14:nvContentPartPr>
              <p14:xfrm>
                <a:off x="11591208" y="1230048"/>
                <a:ext cx="59760" cy="86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716791B6-E7C1-D082-7CC3-CE40FE992DC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1582568" y="1221048"/>
                  <a:ext cx="774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A38C59EF-99AD-A1CD-A2FC-EE5916AEDA18}"/>
                    </a:ext>
                  </a:extLst>
                </p14:cNvPr>
                <p14:cNvContentPartPr/>
                <p14:nvPr/>
              </p14:nvContentPartPr>
              <p14:xfrm>
                <a:off x="11588328" y="1425888"/>
                <a:ext cx="19080" cy="64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A38C59EF-99AD-A1CD-A2FC-EE5916AEDA1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1579328" y="1417248"/>
                  <a:ext cx="367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054603B-B146-7D2D-191E-5F51D4F8A42E}"/>
                    </a:ext>
                  </a:extLst>
                </p14:cNvPr>
                <p14:cNvContentPartPr/>
                <p14:nvPr/>
              </p14:nvContentPartPr>
              <p14:xfrm>
                <a:off x="11407248" y="1134288"/>
                <a:ext cx="33840" cy="450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054603B-B146-7D2D-191E-5F51D4F8A42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1398248" y="1125648"/>
                  <a:ext cx="5148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17F6B7F-9D2F-538A-6480-FA1D3A8AE629}"/>
                    </a:ext>
                  </a:extLst>
                </p14:cNvPr>
                <p14:cNvContentPartPr/>
                <p14:nvPr/>
              </p14:nvContentPartPr>
              <p14:xfrm>
                <a:off x="10606968" y="1572408"/>
                <a:ext cx="253080" cy="1270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17F6B7F-9D2F-538A-6480-FA1D3A8AE62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598328" y="1563408"/>
                  <a:ext cx="27072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AAB0B2D9-D6F5-DA84-C3AC-B7CE5C640C29}"/>
                    </a:ext>
                  </a:extLst>
                </p14:cNvPr>
                <p14:cNvContentPartPr/>
                <p14:nvPr/>
              </p14:nvContentPartPr>
              <p14:xfrm>
                <a:off x="11009448" y="1608048"/>
                <a:ext cx="82800" cy="745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AAB0B2D9-D6F5-DA84-C3AC-B7CE5C640C2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1000808" y="1599408"/>
                  <a:ext cx="1004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E9891649-55A9-776C-21A4-82A41A9774C8}"/>
                    </a:ext>
                  </a:extLst>
                </p14:cNvPr>
                <p14:cNvContentPartPr/>
                <p14:nvPr/>
              </p14:nvContentPartPr>
              <p14:xfrm>
                <a:off x="11170008" y="1568808"/>
                <a:ext cx="30240" cy="320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E9891649-55A9-776C-21A4-82A41A9774C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1161008" y="1559808"/>
                  <a:ext cx="4788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DFC7DC5B-4FC9-E8A3-1E51-FA4FA8765F52}"/>
                    </a:ext>
                  </a:extLst>
                </p14:cNvPr>
                <p14:cNvContentPartPr/>
                <p14:nvPr/>
              </p14:nvContentPartPr>
              <p14:xfrm>
                <a:off x="11327688" y="1642968"/>
                <a:ext cx="82080" cy="140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DFC7DC5B-4FC9-E8A3-1E51-FA4FA8765F5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1319048" y="1634328"/>
                  <a:ext cx="997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E9D8D523-E129-8623-0603-3153712CFC43}"/>
                    </a:ext>
                  </a:extLst>
                </p14:cNvPr>
                <p14:cNvContentPartPr/>
                <p14:nvPr/>
              </p14:nvContentPartPr>
              <p14:xfrm>
                <a:off x="11380968" y="1689408"/>
                <a:ext cx="73080" cy="82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E9D8D523-E129-8623-0603-3153712CFC4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1371968" y="1680408"/>
                  <a:ext cx="907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8596F7FF-4E04-0843-8798-996D2008AA92}"/>
                    </a:ext>
                  </a:extLst>
                </p14:cNvPr>
                <p14:cNvContentPartPr/>
                <p14:nvPr/>
              </p14:nvContentPartPr>
              <p14:xfrm>
                <a:off x="11652408" y="1556568"/>
                <a:ext cx="12600" cy="2124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8596F7FF-4E04-0843-8798-996D2008AA9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1643408" y="1547928"/>
                  <a:ext cx="3024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462B65A-F717-5401-2EDF-7FD15B7874BD}"/>
                    </a:ext>
                  </a:extLst>
                </p14:cNvPr>
                <p14:cNvContentPartPr/>
                <p14:nvPr/>
              </p14:nvContentPartPr>
              <p14:xfrm>
                <a:off x="11828088" y="1538568"/>
                <a:ext cx="19080" cy="489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462B65A-F717-5401-2EDF-7FD15B7874B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1819448" y="1529568"/>
                  <a:ext cx="367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F5ADBFCB-4D38-1BC4-582E-8347AB7D53AA}"/>
                    </a:ext>
                  </a:extLst>
                </p14:cNvPr>
                <p14:cNvContentPartPr/>
                <p14:nvPr/>
              </p14:nvContentPartPr>
              <p14:xfrm>
                <a:off x="11833488" y="1457208"/>
                <a:ext cx="104760" cy="3556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F5ADBFCB-4D38-1BC4-582E-8347AB7D53A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1824488" y="1448568"/>
                  <a:ext cx="12240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985D23A4-CD9F-DD73-D070-381B5DB801DE}"/>
                    </a:ext>
                  </a:extLst>
                </p14:cNvPr>
                <p14:cNvContentPartPr/>
                <p14:nvPr/>
              </p14:nvContentPartPr>
              <p14:xfrm>
                <a:off x="11919888" y="1577088"/>
                <a:ext cx="95760" cy="1656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985D23A4-CD9F-DD73-D070-381B5DB801D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910888" y="1568448"/>
                  <a:ext cx="1134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09DCCCD5-406C-3303-E0B7-682A304957C5}"/>
                    </a:ext>
                  </a:extLst>
                </p14:cNvPr>
                <p14:cNvContentPartPr/>
                <p14:nvPr/>
              </p14:nvContentPartPr>
              <p14:xfrm>
                <a:off x="11911248" y="1534248"/>
                <a:ext cx="202680" cy="3542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09DCCCD5-406C-3303-E0B7-682A304957C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1902248" y="1525608"/>
                  <a:ext cx="22032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5BE921D2-1D44-9188-F45F-75FCD123D218}"/>
                    </a:ext>
                  </a:extLst>
                </p14:cNvPr>
                <p14:cNvContentPartPr/>
                <p14:nvPr/>
              </p14:nvContentPartPr>
              <p14:xfrm>
                <a:off x="11735568" y="1131048"/>
                <a:ext cx="84600" cy="2505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5BE921D2-1D44-9188-F45F-75FCD123D21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726568" y="1122408"/>
                  <a:ext cx="1022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A3D312D0-A109-8AAC-60F6-F18E26782FB0}"/>
                    </a:ext>
                  </a:extLst>
                </p14:cNvPr>
                <p14:cNvContentPartPr/>
                <p14:nvPr/>
              </p14:nvContentPartPr>
              <p14:xfrm>
                <a:off x="11845368" y="1213848"/>
                <a:ext cx="90720" cy="694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A3D312D0-A109-8AAC-60F6-F18E26782FB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836368" y="1205208"/>
                  <a:ext cx="10836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8B04629E-4FBF-86DA-43F0-FBE7DEC6D263}"/>
                    </a:ext>
                  </a:extLst>
                </p14:cNvPr>
                <p14:cNvContentPartPr/>
                <p14:nvPr/>
              </p14:nvContentPartPr>
              <p14:xfrm>
                <a:off x="11973528" y="1123488"/>
                <a:ext cx="72720" cy="1627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8B04629E-4FBF-86DA-43F0-FBE7DEC6D26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964528" y="1114488"/>
                  <a:ext cx="903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03E0BCFE-DB7C-B402-9B33-C79F996958AF}"/>
                    </a:ext>
                  </a:extLst>
                </p14:cNvPr>
                <p14:cNvContentPartPr/>
                <p14:nvPr/>
              </p14:nvContentPartPr>
              <p14:xfrm>
                <a:off x="12088008" y="1213848"/>
                <a:ext cx="15480" cy="54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03E0BCFE-DB7C-B402-9B33-C79F996958A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2079008" y="1205208"/>
                  <a:ext cx="331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499CE3FA-2781-8F86-FD39-DB8478D49452}"/>
                    </a:ext>
                  </a:extLst>
                </p14:cNvPr>
                <p14:cNvContentPartPr/>
                <p14:nvPr/>
              </p14:nvContentPartPr>
              <p14:xfrm>
                <a:off x="11874888" y="1339128"/>
                <a:ext cx="245160" cy="792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499CE3FA-2781-8F86-FD39-DB8478D4945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865888" y="1330488"/>
                  <a:ext cx="2628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CA0693A7-83C2-C180-B138-FC45161A5E05}"/>
                    </a:ext>
                  </a:extLst>
                </p14:cNvPr>
                <p14:cNvContentPartPr/>
                <p14:nvPr/>
              </p14:nvContentPartPr>
              <p14:xfrm>
                <a:off x="12191328" y="1384128"/>
                <a:ext cx="30600" cy="136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CA0693A7-83C2-C180-B138-FC45161A5E0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2182688" y="1375488"/>
                  <a:ext cx="482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2D41442D-2802-6065-D76A-F47AC80095D8}"/>
                    </a:ext>
                  </a:extLst>
                </p14:cNvPr>
                <p14:cNvContentPartPr/>
                <p14:nvPr/>
              </p14:nvContentPartPr>
              <p14:xfrm>
                <a:off x="12153168" y="1291608"/>
                <a:ext cx="56520" cy="885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2D41442D-2802-6065-D76A-F47AC80095D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2144528" y="1282968"/>
                  <a:ext cx="7416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289A50A6-DC5A-4229-8235-58B33A6CCE19}"/>
              </a:ext>
            </a:extLst>
          </p:cNvPr>
          <p:cNvGrpSpPr/>
          <p:nvPr/>
        </p:nvGrpSpPr>
        <p:grpSpPr>
          <a:xfrm>
            <a:off x="998208" y="620568"/>
            <a:ext cx="1905840" cy="650160"/>
            <a:chOff x="998208" y="620568"/>
            <a:chExt cx="1905840" cy="65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0DC7B4EE-2F26-D093-4D3E-F07825A0D6D9}"/>
                    </a:ext>
                  </a:extLst>
                </p14:cNvPr>
                <p14:cNvContentPartPr/>
                <p14:nvPr/>
              </p14:nvContentPartPr>
              <p14:xfrm>
                <a:off x="998208" y="620568"/>
                <a:ext cx="460440" cy="650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0DC7B4EE-2F26-D093-4D3E-F07825A0D6D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89208" y="611928"/>
                  <a:ext cx="478080" cy="66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51169362-D8F6-2D53-47C0-BB6A861CE81E}"/>
                    </a:ext>
                  </a:extLst>
                </p14:cNvPr>
                <p14:cNvContentPartPr/>
                <p14:nvPr/>
              </p14:nvContentPartPr>
              <p14:xfrm>
                <a:off x="1559448" y="993528"/>
                <a:ext cx="44280" cy="842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51169362-D8F6-2D53-47C0-BB6A861CE81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550448" y="984888"/>
                  <a:ext cx="6192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AAF486CB-A356-5839-E55B-7024E0776DE1}"/>
                    </a:ext>
                  </a:extLst>
                </p14:cNvPr>
                <p14:cNvContentPartPr/>
                <p14:nvPr/>
              </p14:nvContentPartPr>
              <p14:xfrm>
                <a:off x="1567368" y="948888"/>
                <a:ext cx="16920" cy="309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AAF486CB-A356-5839-E55B-7024E0776DE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558728" y="939888"/>
                  <a:ext cx="345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0901060F-0B22-D0C6-6B14-D624EB14B5D2}"/>
                    </a:ext>
                  </a:extLst>
                </p14:cNvPr>
                <p14:cNvContentPartPr/>
                <p14:nvPr/>
              </p14:nvContentPartPr>
              <p14:xfrm>
                <a:off x="1646568" y="999648"/>
                <a:ext cx="225360" cy="622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0901060F-0B22-D0C6-6B14-D624EB14B5D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637928" y="990648"/>
                  <a:ext cx="2430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078BD824-06B4-9AB6-36BD-B0688CD86BD7}"/>
                    </a:ext>
                  </a:extLst>
                </p14:cNvPr>
                <p14:cNvContentPartPr/>
                <p14:nvPr/>
              </p14:nvContentPartPr>
              <p14:xfrm>
                <a:off x="1917648" y="900648"/>
                <a:ext cx="9360" cy="259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078BD824-06B4-9AB6-36BD-B0688CD86BD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909008" y="892008"/>
                  <a:ext cx="270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4314844E-027F-49CB-6BDF-28FD055E1A8B}"/>
                    </a:ext>
                  </a:extLst>
                </p14:cNvPr>
                <p14:cNvContentPartPr/>
                <p14:nvPr/>
              </p14:nvContentPartPr>
              <p14:xfrm>
                <a:off x="2096928" y="710928"/>
                <a:ext cx="132840" cy="3060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4314844E-027F-49CB-6BDF-28FD055E1A8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088288" y="701928"/>
                  <a:ext cx="15048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2D8C4F98-3923-64DB-C046-C8BD2D39F5A5}"/>
                    </a:ext>
                  </a:extLst>
                </p14:cNvPr>
                <p14:cNvContentPartPr/>
                <p14:nvPr/>
              </p14:nvContentPartPr>
              <p14:xfrm>
                <a:off x="2280888" y="891648"/>
                <a:ext cx="272520" cy="946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2D8C4F98-3923-64DB-C046-C8BD2D39F5A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271888" y="883008"/>
                  <a:ext cx="2901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EE997F5A-BC63-80DA-4B2E-7C822BD5004E}"/>
                    </a:ext>
                  </a:extLst>
                </p14:cNvPr>
                <p14:cNvContentPartPr/>
                <p14:nvPr/>
              </p14:nvContentPartPr>
              <p14:xfrm>
                <a:off x="2608488" y="799848"/>
                <a:ext cx="3240" cy="349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EE997F5A-BC63-80DA-4B2E-7C822BD5004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599488" y="791208"/>
                  <a:ext cx="208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0586879-F519-57B8-A7DA-BCF1618B0D70}"/>
                    </a:ext>
                  </a:extLst>
                </p14:cNvPr>
                <p14:cNvContentPartPr/>
                <p14:nvPr/>
              </p14:nvContentPartPr>
              <p14:xfrm>
                <a:off x="2666088" y="645768"/>
                <a:ext cx="162360" cy="5011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0586879-F519-57B8-A7DA-BCF1618B0D7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657088" y="637128"/>
                  <a:ext cx="18000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84118C2F-29B9-3673-F8B6-49ECE91CAA1E}"/>
                    </a:ext>
                  </a:extLst>
                </p14:cNvPr>
                <p14:cNvContentPartPr/>
                <p14:nvPr/>
              </p14:nvContentPartPr>
              <p14:xfrm>
                <a:off x="2807208" y="749808"/>
                <a:ext cx="96840" cy="331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84118C2F-29B9-3673-F8B6-49ECE91CAA1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798208" y="741168"/>
                  <a:ext cx="114480" cy="5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8809DF55-A793-0545-89F5-2D3B2DA213C3}"/>
              </a:ext>
            </a:extLst>
          </p:cNvPr>
          <p:cNvGrpSpPr/>
          <p:nvPr/>
        </p:nvGrpSpPr>
        <p:grpSpPr>
          <a:xfrm>
            <a:off x="3404088" y="731808"/>
            <a:ext cx="1147320" cy="263520"/>
            <a:chOff x="3404088" y="731808"/>
            <a:chExt cx="1147320" cy="26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24B98A96-ABBE-848A-0D1B-035A61E20BDC}"/>
                    </a:ext>
                  </a:extLst>
                </p14:cNvPr>
                <p14:cNvContentPartPr/>
                <p14:nvPr/>
              </p14:nvContentPartPr>
              <p14:xfrm>
                <a:off x="3404088" y="731808"/>
                <a:ext cx="128520" cy="2635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24B98A96-ABBE-848A-0D1B-035A61E20BD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395088" y="722808"/>
                  <a:ext cx="14616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AE7DE112-25A6-55B6-BA60-0B719B87CEED}"/>
                    </a:ext>
                  </a:extLst>
                </p14:cNvPr>
                <p14:cNvContentPartPr/>
                <p14:nvPr/>
              </p14:nvContentPartPr>
              <p14:xfrm>
                <a:off x="3575448" y="753408"/>
                <a:ext cx="258120" cy="2379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AE7DE112-25A6-55B6-BA60-0B719B87CEE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566808" y="744768"/>
                  <a:ext cx="27576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E50429BA-ED7A-E5E8-044B-61D5D651D74B}"/>
                    </a:ext>
                  </a:extLst>
                </p14:cNvPr>
                <p14:cNvContentPartPr/>
                <p14:nvPr/>
              </p14:nvContentPartPr>
              <p14:xfrm>
                <a:off x="3758688" y="899568"/>
                <a:ext cx="110160" cy="295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E50429BA-ED7A-E5E8-044B-61D5D651D74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749688" y="890928"/>
                  <a:ext cx="1278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62EA084B-C787-E988-A572-43D4BB0FA807}"/>
                    </a:ext>
                  </a:extLst>
                </p14:cNvPr>
                <p14:cNvContentPartPr/>
                <p14:nvPr/>
              </p14:nvContentPartPr>
              <p14:xfrm>
                <a:off x="3927528" y="853128"/>
                <a:ext cx="125640" cy="831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62EA084B-C787-E988-A572-43D4BB0FA80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918888" y="844128"/>
                  <a:ext cx="1432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0313F6F0-490B-9E50-689B-C6529AA329B3}"/>
                    </a:ext>
                  </a:extLst>
                </p14:cNvPr>
                <p14:cNvContentPartPr/>
                <p14:nvPr/>
              </p14:nvContentPartPr>
              <p14:xfrm>
                <a:off x="4186728" y="839808"/>
                <a:ext cx="364680" cy="723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0313F6F0-490B-9E50-689B-C6529AA329B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177728" y="830808"/>
                  <a:ext cx="382320" cy="90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8D414AF3-C304-52AD-B57F-A65A13A757BF}"/>
                  </a:ext>
                </a:extLst>
              </p14:cNvPr>
              <p14:cNvContentPartPr/>
              <p14:nvPr/>
            </p14:nvContentPartPr>
            <p14:xfrm>
              <a:off x="4881888" y="785088"/>
              <a:ext cx="191160" cy="1818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8D414AF3-C304-52AD-B57F-A65A13A757B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873248" y="776088"/>
                <a:ext cx="208800" cy="19944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17550387-10DB-68E8-BA24-D643FF0ABEB5}"/>
              </a:ext>
            </a:extLst>
          </p:cNvPr>
          <p:cNvGrpSpPr/>
          <p:nvPr/>
        </p:nvGrpSpPr>
        <p:grpSpPr>
          <a:xfrm>
            <a:off x="5429808" y="580968"/>
            <a:ext cx="1904400" cy="553680"/>
            <a:chOff x="5429808" y="580968"/>
            <a:chExt cx="1904400" cy="55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F9151F0D-DE20-B095-ACCF-B45C89C2504E}"/>
                    </a:ext>
                  </a:extLst>
                </p14:cNvPr>
                <p14:cNvContentPartPr/>
                <p14:nvPr/>
              </p14:nvContentPartPr>
              <p14:xfrm>
                <a:off x="5559408" y="686088"/>
                <a:ext cx="46080" cy="2642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F9151F0D-DE20-B095-ACCF-B45C89C2504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550768" y="677448"/>
                  <a:ext cx="637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3CDFA396-1383-489F-6E26-9D62C747B491}"/>
                    </a:ext>
                  </a:extLst>
                </p14:cNvPr>
                <p14:cNvContentPartPr/>
                <p14:nvPr/>
              </p14:nvContentPartPr>
              <p14:xfrm>
                <a:off x="5429808" y="759168"/>
                <a:ext cx="970920" cy="3754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3CDFA396-1383-489F-6E26-9D62C747B49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420808" y="750168"/>
                  <a:ext cx="98856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68A2A059-B636-5196-32E8-554326C6F6B2}"/>
                    </a:ext>
                  </a:extLst>
                </p14:cNvPr>
                <p14:cNvContentPartPr/>
                <p14:nvPr/>
              </p14:nvContentPartPr>
              <p14:xfrm>
                <a:off x="6404688" y="848808"/>
                <a:ext cx="68040" cy="183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68A2A059-B636-5196-32E8-554326C6F6B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395688" y="839808"/>
                  <a:ext cx="856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9CCC0F40-5FEF-B9C8-AF10-A05E2D99B2E3}"/>
                    </a:ext>
                  </a:extLst>
                </p14:cNvPr>
                <p14:cNvContentPartPr/>
                <p14:nvPr/>
              </p14:nvContentPartPr>
              <p14:xfrm>
                <a:off x="6679368" y="790128"/>
                <a:ext cx="168480" cy="658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9CCC0F40-5FEF-B9C8-AF10-A05E2D99B2E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670368" y="781128"/>
                  <a:ext cx="18612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EA02AA0-1F06-234F-5487-57CDE5DE5542}"/>
                    </a:ext>
                  </a:extLst>
                </p14:cNvPr>
                <p14:cNvContentPartPr/>
                <p14:nvPr/>
              </p14:nvContentPartPr>
              <p14:xfrm>
                <a:off x="6913008" y="780768"/>
                <a:ext cx="67680" cy="777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EA02AA0-1F06-234F-5487-57CDE5DE554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904368" y="772128"/>
                  <a:ext cx="8532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5AE08EBB-F790-04E5-F0A2-804374768F70}"/>
                    </a:ext>
                  </a:extLst>
                </p14:cNvPr>
                <p14:cNvContentPartPr/>
                <p14:nvPr/>
              </p14:nvContentPartPr>
              <p14:xfrm>
                <a:off x="7040808" y="801288"/>
                <a:ext cx="55800" cy="558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5AE08EBB-F790-04E5-F0A2-804374768F7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032168" y="792648"/>
                  <a:ext cx="7344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3A2013CA-4FD1-BFD8-0ABA-3AE5339750A5}"/>
                    </a:ext>
                  </a:extLst>
                </p14:cNvPr>
                <p14:cNvContentPartPr/>
                <p14:nvPr/>
              </p14:nvContentPartPr>
              <p14:xfrm>
                <a:off x="7176528" y="580968"/>
                <a:ext cx="157680" cy="3146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3A2013CA-4FD1-BFD8-0ABA-3AE5339750A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167528" y="571968"/>
                  <a:ext cx="175320" cy="33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E22DDE67-33D9-BAAC-7671-0CAC0B137CE9}"/>
              </a:ext>
            </a:extLst>
          </p:cNvPr>
          <p:cNvGrpSpPr/>
          <p:nvPr/>
        </p:nvGrpSpPr>
        <p:grpSpPr>
          <a:xfrm>
            <a:off x="7829568" y="617328"/>
            <a:ext cx="999000" cy="282600"/>
            <a:chOff x="7829568" y="617328"/>
            <a:chExt cx="999000" cy="28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A2B9145E-5B50-E00B-0A44-AFA555B9FB78}"/>
                    </a:ext>
                  </a:extLst>
                </p14:cNvPr>
                <p14:cNvContentPartPr/>
                <p14:nvPr/>
              </p14:nvContentPartPr>
              <p14:xfrm>
                <a:off x="7829568" y="663048"/>
                <a:ext cx="196560" cy="2232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A2B9145E-5B50-E00B-0A44-AFA555B9FB7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820568" y="654048"/>
                  <a:ext cx="2142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13B7C15E-3492-743B-8A57-64E663AD6118}"/>
                    </a:ext>
                  </a:extLst>
                </p14:cNvPr>
                <p14:cNvContentPartPr/>
                <p14:nvPr/>
              </p14:nvContentPartPr>
              <p14:xfrm>
                <a:off x="8191728" y="617328"/>
                <a:ext cx="138600" cy="2826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13B7C15E-3492-743B-8A57-64E663AD611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183088" y="608328"/>
                  <a:ext cx="15624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05BCA56-C8C6-EB20-C418-97787EFCF5E9}"/>
                    </a:ext>
                  </a:extLst>
                </p14:cNvPr>
                <p14:cNvContentPartPr/>
                <p14:nvPr/>
              </p14:nvContentPartPr>
              <p14:xfrm>
                <a:off x="8552448" y="684648"/>
                <a:ext cx="276120" cy="1598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05BCA56-C8C6-EB20-C418-97787EFCF5E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543448" y="675648"/>
                  <a:ext cx="293760" cy="17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BF3F73D5-8915-245E-E309-22DED4CC57D2}"/>
              </a:ext>
            </a:extLst>
          </p:cNvPr>
          <p:cNvGrpSpPr/>
          <p:nvPr/>
        </p:nvGrpSpPr>
        <p:grpSpPr>
          <a:xfrm>
            <a:off x="2034648" y="1520208"/>
            <a:ext cx="709560" cy="338760"/>
            <a:chOff x="2034648" y="1520208"/>
            <a:chExt cx="709560" cy="33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AFEDC5D8-CE20-A296-A97A-37A4B31ACDB2}"/>
                    </a:ext>
                  </a:extLst>
                </p14:cNvPr>
                <p14:cNvContentPartPr/>
                <p14:nvPr/>
              </p14:nvContentPartPr>
              <p14:xfrm>
                <a:off x="2038608" y="1573488"/>
                <a:ext cx="52920" cy="2005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AFEDC5D8-CE20-A296-A97A-37A4B31ACDB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029608" y="1564848"/>
                  <a:ext cx="705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501BADBE-0588-1EAD-185A-F71938C406F6}"/>
                    </a:ext>
                  </a:extLst>
                </p14:cNvPr>
                <p14:cNvContentPartPr/>
                <p14:nvPr/>
              </p14:nvContentPartPr>
              <p14:xfrm>
                <a:off x="2034648" y="1520208"/>
                <a:ext cx="265680" cy="3387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501BADBE-0588-1EAD-185A-F71938C406F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025648" y="1511568"/>
                  <a:ext cx="28332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367D5035-1AA3-0F83-1DBA-89C28E4022A1}"/>
                    </a:ext>
                  </a:extLst>
                </p14:cNvPr>
                <p14:cNvContentPartPr/>
                <p14:nvPr/>
              </p14:nvContentPartPr>
              <p14:xfrm>
                <a:off x="2428848" y="1666728"/>
                <a:ext cx="75240" cy="1152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367D5035-1AA3-0F83-1DBA-89C28E4022A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419848" y="1657728"/>
                  <a:ext cx="9288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72C58C09-5369-7D40-D49E-6EAB454F3289}"/>
                    </a:ext>
                  </a:extLst>
                </p14:cNvPr>
                <p14:cNvContentPartPr/>
                <p14:nvPr/>
              </p14:nvContentPartPr>
              <p14:xfrm>
                <a:off x="2602008" y="1585728"/>
                <a:ext cx="30600" cy="210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72C58C09-5369-7D40-D49E-6EAB454F328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593368" y="1576728"/>
                  <a:ext cx="482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F2E2DE54-3586-9DB5-87B0-7EF40F62E39D}"/>
                    </a:ext>
                  </a:extLst>
                </p14:cNvPr>
                <p14:cNvContentPartPr/>
                <p14:nvPr/>
              </p14:nvContentPartPr>
              <p14:xfrm>
                <a:off x="2600928" y="1683648"/>
                <a:ext cx="143280" cy="493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F2E2DE54-3586-9DB5-87B0-7EF40F62E39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592288" y="1674648"/>
                  <a:ext cx="160920" cy="6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56216D07-13C7-9E45-0B6A-AFF6E902D687}"/>
              </a:ext>
            </a:extLst>
          </p:cNvPr>
          <p:cNvGrpSpPr/>
          <p:nvPr/>
        </p:nvGrpSpPr>
        <p:grpSpPr>
          <a:xfrm>
            <a:off x="2963808" y="1459368"/>
            <a:ext cx="996120" cy="336240"/>
            <a:chOff x="2963808" y="1459368"/>
            <a:chExt cx="996120" cy="33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14EE393E-9E5E-5176-C6BA-03FFEE72385D}"/>
                    </a:ext>
                  </a:extLst>
                </p14:cNvPr>
                <p14:cNvContentPartPr/>
                <p14:nvPr/>
              </p14:nvContentPartPr>
              <p14:xfrm>
                <a:off x="2963808" y="1545048"/>
                <a:ext cx="146160" cy="2505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14EE393E-9E5E-5176-C6BA-03FFEE72385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954808" y="1536048"/>
                  <a:ext cx="1638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EE508DCE-1BD3-3809-E387-E31122A9DE0C}"/>
                    </a:ext>
                  </a:extLst>
                </p14:cNvPr>
                <p14:cNvContentPartPr/>
                <p14:nvPr/>
              </p14:nvContentPartPr>
              <p14:xfrm>
                <a:off x="3206448" y="1605168"/>
                <a:ext cx="203760" cy="1148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EE508DCE-1BD3-3809-E387-E31122A9DE0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197448" y="1596528"/>
                  <a:ext cx="22140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A86F058-9C63-1173-5CBF-155C6836CDC1}"/>
                    </a:ext>
                  </a:extLst>
                </p14:cNvPr>
                <p14:cNvContentPartPr/>
                <p14:nvPr/>
              </p14:nvContentPartPr>
              <p14:xfrm>
                <a:off x="3390408" y="1477008"/>
                <a:ext cx="174960" cy="1944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A86F058-9C63-1173-5CBF-155C6836CDC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381768" y="1468368"/>
                  <a:ext cx="1926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BB653A53-19F3-A2F9-248A-E488C8A73750}"/>
                    </a:ext>
                  </a:extLst>
                </p14:cNvPr>
                <p14:cNvContentPartPr/>
                <p14:nvPr/>
              </p14:nvContentPartPr>
              <p14:xfrm>
                <a:off x="3616848" y="1600128"/>
                <a:ext cx="85680" cy="651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BB653A53-19F3-A2F9-248A-E488C8A7375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607848" y="1591128"/>
                  <a:ext cx="10332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07EC113B-6507-AEA5-F12C-433B2062ABDA}"/>
                    </a:ext>
                  </a:extLst>
                </p14:cNvPr>
                <p14:cNvContentPartPr/>
                <p14:nvPr/>
              </p14:nvContentPartPr>
              <p14:xfrm>
                <a:off x="3775968" y="1459368"/>
                <a:ext cx="131040" cy="2055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07EC113B-6507-AEA5-F12C-433B2062ABD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767328" y="1450728"/>
                  <a:ext cx="1486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79360427-65CC-0C28-0A79-DFC66A26F64A}"/>
                    </a:ext>
                  </a:extLst>
                </p14:cNvPr>
                <p14:cNvContentPartPr/>
                <p14:nvPr/>
              </p14:nvContentPartPr>
              <p14:xfrm>
                <a:off x="3900168" y="1573488"/>
                <a:ext cx="59760" cy="183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79360427-65CC-0C28-0A79-DFC66A26F64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891528" y="1564848"/>
                  <a:ext cx="7740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D0731A-8671-DD55-3D6C-4FE9F12418F0}"/>
              </a:ext>
            </a:extLst>
          </p:cNvPr>
          <p:cNvGrpSpPr/>
          <p:nvPr/>
        </p:nvGrpSpPr>
        <p:grpSpPr>
          <a:xfrm>
            <a:off x="4185288" y="1387368"/>
            <a:ext cx="986400" cy="399240"/>
            <a:chOff x="4185288" y="1387368"/>
            <a:chExt cx="986400" cy="39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78CD2CA-263C-B8DA-51FA-1A8E1B278778}"/>
                    </a:ext>
                  </a:extLst>
                </p14:cNvPr>
                <p14:cNvContentPartPr/>
                <p14:nvPr/>
              </p14:nvContentPartPr>
              <p14:xfrm>
                <a:off x="4185288" y="1387368"/>
                <a:ext cx="145800" cy="3682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78CD2CA-263C-B8DA-51FA-1A8E1B27877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176648" y="1378728"/>
                  <a:ext cx="16344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0AFC44F4-BADC-0874-D8DC-53031DB1A940}"/>
                    </a:ext>
                  </a:extLst>
                </p14:cNvPr>
                <p14:cNvContentPartPr/>
                <p14:nvPr/>
              </p14:nvContentPartPr>
              <p14:xfrm>
                <a:off x="4439088" y="1484928"/>
                <a:ext cx="150840" cy="1476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0AFC44F4-BADC-0874-D8DC-53031DB1A94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430448" y="1476288"/>
                  <a:ext cx="1684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A6A2C579-D62F-604E-38C3-DA656F192AB7}"/>
                    </a:ext>
                  </a:extLst>
                </p14:cNvPr>
                <p14:cNvContentPartPr/>
                <p14:nvPr/>
              </p14:nvContentPartPr>
              <p14:xfrm>
                <a:off x="4643928" y="1567008"/>
                <a:ext cx="18000" cy="1080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A6A2C579-D62F-604E-38C3-DA656F192AB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634928" y="1558368"/>
                  <a:ext cx="356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B2F257EC-76DC-FC5B-E4D8-AA67DA7DA3F8}"/>
                    </a:ext>
                  </a:extLst>
                </p14:cNvPr>
                <p14:cNvContentPartPr/>
                <p14:nvPr/>
              </p14:nvContentPartPr>
              <p14:xfrm>
                <a:off x="4787208" y="1523808"/>
                <a:ext cx="172080" cy="925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B2F257EC-76DC-FC5B-E4D8-AA67DA7DA3F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778568" y="1514808"/>
                  <a:ext cx="18972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FA2367A6-EE90-751B-4F44-10A7BE17AE36}"/>
                    </a:ext>
                  </a:extLst>
                </p14:cNvPr>
                <p14:cNvContentPartPr/>
                <p14:nvPr/>
              </p14:nvContentPartPr>
              <p14:xfrm>
                <a:off x="5028408" y="1394568"/>
                <a:ext cx="143280" cy="3920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FA2367A6-EE90-751B-4F44-10A7BE17AE3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019408" y="1385928"/>
                  <a:ext cx="160920" cy="40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79872141-E5CB-8366-85B6-7D8F030CB0BF}"/>
              </a:ext>
            </a:extLst>
          </p:cNvPr>
          <p:cNvGrpSpPr/>
          <p:nvPr/>
        </p:nvGrpSpPr>
        <p:grpSpPr>
          <a:xfrm>
            <a:off x="5421168" y="1428048"/>
            <a:ext cx="2014920" cy="510120"/>
            <a:chOff x="5421168" y="1428048"/>
            <a:chExt cx="201492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4A97014F-B8B9-8747-DC32-1E4C029F2FD4}"/>
                    </a:ext>
                  </a:extLst>
                </p14:cNvPr>
                <p14:cNvContentPartPr/>
                <p14:nvPr/>
              </p14:nvContentPartPr>
              <p14:xfrm>
                <a:off x="5421168" y="1586448"/>
                <a:ext cx="96120" cy="180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4A97014F-B8B9-8747-DC32-1E4C029F2FD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412528" y="1577448"/>
                  <a:ext cx="1137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B2449F57-330E-0251-65B7-605C12359C4D}"/>
                    </a:ext>
                  </a:extLst>
                </p14:cNvPr>
                <p14:cNvContentPartPr/>
                <p14:nvPr/>
              </p14:nvContentPartPr>
              <p14:xfrm>
                <a:off x="5491728" y="1652328"/>
                <a:ext cx="79200" cy="172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B2449F57-330E-0251-65B7-605C12359C4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482728" y="1643688"/>
                  <a:ext cx="968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964AEA11-CD7C-4FDF-6779-F76DAB4625CB}"/>
                    </a:ext>
                  </a:extLst>
                </p14:cNvPr>
                <p14:cNvContentPartPr/>
                <p14:nvPr/>
              </p14:nvContentPartPr>
              <p14:xfrm>
                <a:off x="5749848" y="1542888"/>
                <a:ext cx="162000" cy="1555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964AEA11-CD7C-4FDF-6779-F76DAB4625C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740848" y="1534248"/>
                  <a:ext cx="1796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ED069D8A-96F4-E9B7-374C-4F8A31B6D19B}"/>
                    </a:ext>
                  </a:extLst>
                </p14:cNvPr>
                <p14:cNvContentPartPr/>
                <p14:nvPr/>
              </p14:nvContentPartPr>
              <p14:xfrm>
                <a:off x="6025968" y="1591128"/>
                <a:ext cx="33480" cy="421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ED069D8A-96F4-E9B7-374C-4F8A31B6D19B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017328" y="1582488"/>
                  <a:ext cx="511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62FD5176-174D-7C81-EBF1-4AF1E82F0E56}"/>
                    </a:ext>
                  </a:extLst>
                </p14:cNvPr>
                <p14:cNvContentPartPr/>
                <p14:nvPr/>
              </p14:nvContentPartPr>
              <p14:xfrm>
                <a:off x="6188328" y="1525248"/>
                <a:ext cx="172800" cy="10080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62FD5176-174D-7C81-EBF1-4AF1E82F0E5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179328" y="1516608"/>
                  <a:ext cx="19044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E7C99FA7-F216-6F84-24C8-3CDDAC5D84B0}"/>
                    </a:ext>
                  </a:extLst>
                </p14:cNvPr>
                <p14:cNvContentPartPr/>
                <p14:nvPr/>
              </p14:nvContentPartPr>
              <p14:xfrm>
                <a:off x="6587208" y="1550808"/>
                <a:ext cx="104400" cy="252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E7C99FA7-F216-6F84-24C8-3CDDAC5D84B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578208" y="1542168"/>
                  <a:ext cx="1220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341D01B5-1274-7B14-0C63-28AB9CD2ACE1}"/>
                    </a:ext>
                  </a:extLst>
                </p14:cNvPr>
                <p14:cNvContentPartPr/>
                <p14:nvPr/>
              </p14:nvContentPartPr>
              <p14:xfrm>
                <a:off x="6676128" y="1606968"/>
                <a:ext cx="106200" cy="158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341D01B5-1274-7B14-0C63-28AB9CD2ACE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667128" y="1597968"/>
                  <a:ext cx="1238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FC2553CA-1DC0-51D6-F68C-EB81BD973049}"/>
                    </a:ext>
                  </a:extLst>
                </p14:cNvPr>
                <p14:cNvContentPartPr/>
                <p14:nvPr/>
              </p14:nvContentPartPr>
              <p14:xfrm>
                <a:off x="6963048" y="1428048"/>
                <a:ext cx="219240" cy="205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FC2553CA-1DC0-51D6-F68C-EB81BD97304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954048" y="1419408"/>
                  <a:ext cx="2368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80AC358-0DC1-541A-B801-5A2A34E3D14A}"/>
                    </a:ext>
                  </a:extLst>
                </p14:cNvPr>
                <p14:cNvContentPartPr/>
                <p14:nvPr/>
              </p14:nvContentPartPr>
              <p14:xfrm>
                <a:off x="6912288" y="1462608"/>
                <a:ext cx="523800" cy="3592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80AC358-0DC1-541A-B801-5A2A34E3D14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903648" y="1453608"/>
                  <a:ext cx="54144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D932BA96-3893-7705-44E5-CF85919352A5}"/>
                    </a:ext>
                  </a:extLst>
                </p14:cNvPr>
                <p14:cNvContentPartPr/>
                <p14:nvPr/>
              </p14:nvContentPartPr>
              <p14:xfrm>
                <a:off x="7022088" y="1894248"/>
                <a:ext cx="20160" cy="439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D932BA96-3893-7705-44E5-CF85919352A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013088" y="1885608"/>
                  <a:ext cx="37800" cy="6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7BCF16A-D0AE-379C-A9DD-A9CB027F3DB1}"/>
              </a:ext>
            </a:extLst>
          </p:cNvPr>
          <p:cNvGrpSpPr/>
          <p:nvPr/>
        </p:nvGrpSpPr>
        <p:grpSpPr>
          <a:xfrm>
            <a:off x="6876648" y="2048688"/>
            <a:ext cx="446400" cy="107640"/>
            <a:chOff x="6876648" y="2048688"/>
            <a:chExt cx="446400" cy="10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00C1C21-A82D-D3E2-D542-27F7CF310DB6}"/>
                    </a:ext>
                  </a:extLst>
                </p14:cNvPr>
                <p14:cNvContentPartPr/>
                <p14:nvPr/>
              </p14:nvContentPartPr>
              <p14:xfrm>
                <a:off x="6876648" y="2056608"/>
                <a:ext cx="50400" cy="907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00C1C21-A82D-D3E2-D542-27F7CF310DB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867648" y="2047968"/>
                  <a:ext cx="6804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BE75BC3A-6DC8-8DFE-96EF-28ECC5D7BEA2}"/>
                    </a:ext>
                  </a:extLst>
                </p14:cNvPr>
                <p14:cNvContentPartPr/>
                <p14:nvPr/>
              </p14:nvContentPartPr>
              <p14:xfrm>
                <a:off x="7103088" y="2056968"/>
                <a:ext cx="84600" cy="82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BE75BC3A-6DC8-8DFE-96EF-28ECC5D7BEA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094088" y="2047968"/>
                  <a:ext cx="1022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0F4FE966-95D6-568F-66D0-61A7CC9DD7AA}"/>
                    </a:ext>
                  </a:extLst>
                </p14:cNvPr>
                <p14:cNvContentPartPr/>
                <p14:nvPr/>
              </p14:nvContentPartPr>
              <p14:xfrm>
                <a:off x="7123968" y="2107368"/>
                <a:ext cx="83160" cy="154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0F4FE966-95D6-568F-66D0-61A7CC9DD7A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115328" y="2098368"/>
                  <a:ext cx="10080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046A58B6-00FC-B795-8EEE-6B789BFC80D9}"/>
                    </a:ext>
                  </a:extLst>
                </p14:cNvPr>
                <p14:cNvContentPartPr/>
                <p14:nvPr/>
              </p14:nvContentPartPr>
              <p14:xfrm>
                <a:off x="7296408" y="2048688"/>
                <a:ext cx="26640" cy="1076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046A58B6-00FC-B795-8EEE-6B789BFC80D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287408" y="2039688"/>
                  <a:ext cx="44280" cy="125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99E1797A-B3C7-26A0-DA61-511B3CF0BEDE}"/>
                  </a:ext>
                </a:extLst>
              </p14:cNvPr>
              <p14:cNvContentPartPr/>
              <p14:nvPr/>
            </p14:nvContentPartPr>
            <p14:xfrm>
              <a:off x="7083648" y="1172448"/>
              <a:ext cx="196560" cy="1324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99E1797A-B3C7-26A0-DA61-511B3CF0BED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074648" y="1163808"/>
                <a:ext cx="214200" cy="150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EB7EFCC-F86D-5EF0-FE1D-9454AAAD6C87}"/>
              </a:ext>
            </a:extLst>
          </p:cNvPr>
          <p:cNvGrpSpPr/>
          <p:nvPr/>
        </p:nvGrpSpPr>
        <p:grpSpPr>
          <a:xfrm>
            <a:off x="7396488" y="1545408"/>
            <a:ext cx="651600" cy="217440"/>
            <a:chOff x="7396488" y="1545408"/>
            <a:chExt cx="651600" cy="21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30D69F2-647C-3EF9-A553-0A315EC43925}"/>
                    </a:ext>
                  </a:extLst>
                </p14:cNvPr>
                <p14:cNvContentPartPr/>
                <p14:nvPr/>
              </p14:nvContentPartPr>
              <p14:xfrm>
                <a:off x="7396488" y="1545408"/>
                <a:ext cx="116280" cy="1321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30D69F2-647C-3EF9-A553-0A315EC4392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387848" y="1536768"/>
                  <a:ext cx="1339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184BAA55-C490-63EF-024D-482F0563A999}"/>
                    </a:ext>
                  </a:extLst>
                </p14:cNvPr>
                <p14:cNvContentPartPr/>
                <p14:nvPr/>
              </p14:nvContentPartPr>
              <p14:xfrm>
                <a:off x="7558488" y="1698048"/>
                <a:ext cx="69120" cy="648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184BAA55-C490-63EF-024D-482F0563A99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549488" y="1689048"/>
                  <a:ext cx="8676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B976CA3C-5E72-B39B-0614-CE752893D7DD}"/>
                    </a:ext>
                  </a:extLst>
                </p14:cNvPr>
                <p14:cNvContentPartPr/>
                <p14:nvPr/>
              </p14:nvContentPartPr>
              <p14:xfrm>
                <a:off x="7639848" y="1595448"/>
                <a:ext cx="12240" cy="151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B976CA3C-5E72-B39B-0614-CE752893D7D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631208" y="1586808"/>
                  <a:ext cx="298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788C9EDD-34C2-9C92-7FB3-BB9CA5A014E6}"/>
                    </a:ext>
                  </a:extLst>
                </p14:cNvPr>
                <p14:cNvContentPartPr/>
                <p14:nvPr/>
              </p14:nvContentPartPr>
              <p14:xfrm>
                <a:off x="7734168" y="1551528"/>
                <a:ext cx="142920" cy="997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788C9EDD-34C2-9C92-7FB3-BB9CA5A014E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725168" y="1542888"/>
                  <a:ext cx="16056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1A32F4DE-37A1-73CD-1A2D-6E01FB74998D}"/>
                    </a:ext>
                  </a:extLst>
                </p14:cNvPr>
                <p14:cNvContentPartPr/>
                <p14:nvPr/>
              </p14:nvContentPartPr>
              <p14:xfrm>
                <a:off x="7973208" y="1654848"/>
                <a:ext cx="74160" cy="748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1A32F4DE-37A1-73CD-1A2D-6E01FB74998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964208" y="1645848"/>
                  <a:ext cx="9180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28CB49FD-7EA6-10B6-7959-86B2E62A7442}"/>
                    </a:ext>
                  </a:extLst>
                </p14:cNvPr>
                <p14:cNvContentPartPr/>
                <p14:nvPr/>
              </p14:nvContentPartPr>
              <p14:xfrm>
                <a:off x="8039088" y="1559808"/>
                <a:ext cx="9000" cy="136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28CB49FD-7EA6-10B6-7959-86B2E62A744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030448" y="1550808"/>
                  <a:ext cx="2664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B2988F24-427A-E991-AEB4-0C2745014F58}"/>
              </a:ext>
            </a:extLst>
          </p:cNvPr>
          <p:cNvGrpSpPr/>
          <p:nvPr/>
        </p:nvGrpSpPr>
        <p:grpSpPr>
          <a:xfrm>
            <a:off x="6658488" y="2401488"/>
            <a:ext cx="2644560" cy="258480"/>
            <a:chOff x="6658488" y="2401488"/>
            <a:chExt cx="2644560" cy="25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69605148-ABC6-7FD3-CAC8-C540A1FF2142}"/>
                    </a:ext>
                  </a:extLst>
                </p14:cNvPr>
                <p14:cNvContentPartPr/>
                <p14:nvPr/>
              </p14:nvContentPartPr>
              <p14:xfrm>
                <a:off x="6658488" y="2494728"/>
                <a:ext cx="133920" cy="338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69605148-ABC6-7FD3-CAC8-C540A1FF2142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649488" y="2485728"/>
                  <a:ext cx="1515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22E3B7DD-4EB3-2077-8FD7-226008548A3B}"/>
                    </a:ext>
                  </a:extLst>
                </p14:cNvPr>
                <p14:cNvContentPartPr/>
                <p14:nvPr/>
              </p14:nvContentPartPr>
              <p14:xfrm>
                <a:off x="6699888" y="2569248"/>
                <a:ext cx="93600" cy="97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22E3B7DD-4EB3-2077-8FD7-226008548A3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690888" y="2560608"/>
                  <a:ext cx="1112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8D5ABF7F-9953-D0EB-BC78-A5FC7DC9E247}"/>
                    </a:ext>
                  </a:extLst>
                </p14:cNvPr>
                <p14:cNvContentPartPr/>
                <p14:nvPr/>
              </p14:nvContentPartPr>
              <p14:xfrm>
                <a:off x="7006248" y="2456208"/>
                <a:ext cx="170640" cy="13644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8D5ABF7F-9953-D0EB-BC78-A5FC7DC9E24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997248" y="2447568"/>
                  <a:ext cx="1882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2F704A63-9B2A-97D7-431E-D951242AA331}"/>
                    </a:ext>
                  </a:extLst>
                </p14:cNvPr>
                <p14:cNvContentPartPr/>
                <p14:nvPr/>
              </p14:nvContentPartPr>
              <p14:xfrm>
                <a:off x="7239528" y="2563128"/>
                <a:ext cx="26640" cy="968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2F704A63-9B2A-97D7-431E-D951242AA33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230888" y="2554488"/>
                  <a:ext cx="4428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BE8F761E-C7AA-047D-9FE1-4BB2ED33ACF2}"/>
                    </a:ext>
                  </a:extLst>
                </p14:cNvPr>
                <p14:cNvContentPartPr/>
                <p14:nvPr/>
              </p14:nvContentPartPr>
              <p14:xfrm>
                <a:off x="7344648" y="2495448"/>
                <a:ext cx="155160" cy="846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BE8F761E-C7AA-047D-9FE1-4BB2ED33ACF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335648" y="2486448"/>
                  <a:ext cx="17280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B5C4635A-5044-28BA-2468-FEFD1815AFC8}"/>
                    </a:ext>
                  </a:extLst>
                </p14:cNvPr>
                <p14:cNvContentPartPr/>
                <p14:nvPr/>
              </p14:nvContentPartPr>
              <p14:xfrm>
                <a:off x="7546248" y="2552688"/>
                <a:ext cx="21600" cy="928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B5C4635A-5044-28BA-2468-FEFD1815AFC8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537248" y="2544048"/>
                  <a:ext cx="3924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0A0CEA85-6AEB-3905-49E4-CB1504FBAE3D}"/>
                    </a:ext>
                  </a:extLst>
                </p14:cNvPr>
                <p14:cNvContentPartPr/>
                <p14:nvPr/>
              </p14:nvContentPartPr>
              <p14:xfrm>
                <a:off x="7687008" y="2568168"/>
                <a:ext cx="88200" cy="57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0A0CEA85-6AEB-3905-49E4-CB1504FBAE3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678368" y="2559528"/>
                  <a:ext cx="10584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1D65798-5806-FDBB-8FAF-2D6140C1B4E4}"/>
                    </a:ext>
                  </a:extLst>
                </p14:cNvPr>
                <p14:cNvContentPartPr/>
                <p14:nvPr/>
              </p14:nvContentPartPr>
              <p14:xfrm>
                <a:off x="7725168" y="2532888"/>
                <a:ext cx="37800" cy="1026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1D65798-5806-FDBB-8FAF-2D6140C1B4E4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716528" y="2523888"/>
                  <a:ext cx="5544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3126FA5A-36A1-FB42-D3B6-559700573BE2}"/>
                    </a:ext>
                  </a:extLst>
                </p14:cNvPr>
                <p14:cNvContentPartPr/>
                <p14:nvPr/>
              </p14:nvContentPartPr>
              <p14:xfrm>
                <a:off x="7989408" y="2578608"/>
                <a:ext cx="6120" cy="32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3126FA5A-36A1-FB42-D3B6-559700573BE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980408" y="2569608"/>
                  <a:ext cx="237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A1927039-E7C1-626C-2005-6698931D31F9}"/>
                    </a:ext>
                  </a:extLst>
                </p14:cNvPr>
                <p14:cNvContentPartPr/>
                <p14:nvPr/>
              </p14:nvContentPartPr>
              <p14:xfrm>
                <a:off x="8056728" y="2566368"/>
                <a:ext cx="235080" cy="126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A1927039-E7C1-626C-2005-6698931D31F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048088" y="2557368"/>
                  <a:ext cx="2527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C314ED5D-7F71-9669-A406-276EFDF388EA}"/>
                    </a:ext>
                  </a:extLst>
                </p14:cNvPr>
                <p14:cNvContentPartPr/>
                <p14:nvPr/>
              </p14:nvContentPartPr>
              <p14:xfrm>
                <a:off x="8436168" y="2401488"/>
                <a:ext cx="176040" cy="1828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C314ED5D-7F71-9669-A406-276EFDF388E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427168" y="2392848"/>
                  <a:ext cx="1936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DBB1C4A3-31B6-BC84-1BA9-781AAFFCFEE8}"/>
                    </a:ext>
                  </a:extLst>
                </p14:cNvPr>
                <p14:cNvContentPartPr/>
                <p14:nvPr/>
              </p14:nvContentPartPr>
              <p14:xfrm>
                <a:off x="8603568" y="2566368"/>
                <a:ext cx="70560" cy="799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DBB1C4A3-31B6-BC84-1BA9-781AAFFCFEE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594928" y="2557368"/>
                  <a:ext cx="8820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A488A283-4D3E-97FF-5BA7-2DFFFFC4BD4A}"/>
                    </a:ext>
                  </a:extLst>
                </p14:cNvPr>
                <p14:cNvContentPartPr/>
                <p14:nvPr/>
              </p14:nvContentPartPr>
              <p14:xfrm>
                <a:off x="8790768" y="2426688"/>
                <a:ext cx="209160" cy="1324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A488A283-4D3E-97FF-5BA7-2DFFFFC4BD4A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782128" y="2417688"/>
                  <a:ext cx="2268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B4E41473-AC4F-91D4-529D-DF16B6B37F83}"/>
                    </a:ext>
                  </a:extLst>
                </p14:cNvPr>
                <p14:cNvContentPartPr/>
                <p14:nvPr/>
              </p14:nvContentPartPr>
              <p14:xfrm>
                <a:off x="9059328" y="2542608"/>
                <a:ext cx="132480" cy="4932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B4E41473-AC4F-91D4-529D-DF16B6B37F83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050328" y="2533968"/>
                  <a:ext cx="15012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15424DF8-7047-574E-2A60-4CF7C314987B}"/>
                    </a:ext>
                  </a:extLst>
                </p14:cNvPr>
                <p14:cNvContentPartPr/>
                <p14:nvPr/>
              </p14:nvContentPartPr>
              <p14:xfrm>
                <a:off x="9298368" y="2608488"/>
                <a:ext cx="4680" cy="25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15424DF8-7047-574E-2A60-4CF7C314987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289368" y="2599488"/>
                  <a:ext cx="22320" cy="2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C8D148F4-6F15-945F-9DFA-7C8F65CD3253}"/>
              </a:ext>
            </a:extLst>
          </p:cNvPr>
          <p:cNvGrpSpPr/>
          <p:nvPr/>
        </p:nvGrpSpPr>
        <p:grpSpPr>
          <a:xfrm>
            <a:off x="6221088" y="2868048"/>
            <a:ext cx="298800" cy="429840"/>
            <a:chOff x="6221088" y="2868048"/>
            <a:chExt cx="298800" cy="42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51E5722B-5CBA-89FD-7666-41A4C5FD5E07}"/>
                    </a:ext>
                  </a:extLst>
                </p14:cNvPr>
                <p14:cNvContentPartPr/>
                <p14:nvPr/>
              </p14:nvContentPartPr>
              <p14:xfrm>
                <a:off x="6221088" y="3016008"/>
                <a:ext cx="2880" cy="856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51E5722B-5CBA-89FD-7666-41A4C5FD5E0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212448" y="3007008"/>
                  <a:ext cx="2052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0EFBFD14-2A32-8E5E-2235-EC317FE6017C}"/>
                    </a:ext>
                  </a:extLst>
                </p14:cNvPr>
                <p14:cNvContentPartPr/>
                <p14:nvPr/>
              </p14:nvContentPartPr>
              <p14:xfrm>
                <a:off x="6272208" y="2868048"/>
                <a:ext cx="16920" cy="252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0EFBFD14-2A32-8E5E-2235-EC317FE6017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263208" y="2859048"/>
                  <a:ext cx="345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8D5D17BB-940C-510A-5662-3A368A04331A}"/>
                    </a:ext>
                  </a:extLst>
                </p14:cNvPr>
                <p14:cNvContentPartPr/>
                <p14:nvPr/>
              </p14:nvContentPartPr>
              <p14:xfrm>
                <a:off x="6371208" y="2913408"/>
                <a:ext cx="47880" cy="3844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8D5D17BB-940C-510A-5662-3A368A04331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362208" y="2904408"/>
                  <a:ext cx="6552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FF9A3C5-A082-3937-87E1-488F72B251FB}"/>
                    </a:ext>
                  </a:extLst>
                </p14:cNvPr>
                <p14:cNvContentPartPr/>
                <p14:nvPr/>
              </p14:nvContentPartPr>
              <p14:xfrm>
                <a:off x="6358968" y="3103128"/>
                <a:ext cx="160920" cy="925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FF9A3C5-A082-3937-87E1-488F72B251F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349968" y="3094128"/>
                  <a:ext cx="178560" cy="110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EFD06DE-077F-D4A9-54A2-AC3AEAC41CD9}"/>
                  </a:ext>
                </a:extLst>
              </p14:cNvPr>
              <p14:cNvContentPartPr/>
              <p14:nvPr/>
            </p14:nvContentPartPr>
            <p14:xfrm>
              <a:off x="6933528" y="2992248"/>
              <a:ext cx="42840" cy="1548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EFD06DE-077F-D4A9-54A2-AC3AEAC41CD9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6924888" y="2983608"/>
                <a:ext cx="60480" cy="17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0D5D4B56-FDD5-0FC2-E6AF-F24066664F7A}"/>
                  </a:ext>
                </a:extLst>
              </p14:cNvPr>
              <p14:cNvContentPartPr/>
              <p14:nvPr/>
            </p14:nvContentPartPr>
            <p14:xfrm>
              <a:off x="7296048" y="3130848"/>
              <a:ext cx="36000" cy="1548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0D5D4B56-FDD5-0FC2-E6AF-F24066664F7A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7287048" y="3121848"/>
                <a:ext cx="53640" cy="17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77" name="Ink 176">
                <a:extLst>
                  <a:ext uri="{FF2B5EF4-FFF2-40B4-BE49-F238E27FC236}">
                    <a16:creationId xmlns:a16="http://schemas.microsoft.com/office/drawing/2014/main" id="{E521BBB1-0138-6202-E00A-A484DF50F869}"/>
                  </a:ext>
                </a:extLst>
              </p14:cNvPr>
              <p14:cNvContentPartPr/>
              <p14:nvPr/>
            </p14:nvContentPartPr>
            <p14:xfrm>
              <a:off x="6978528" y="3519288"/>
              <a:ext cx="123480" cy="150480"/>
            </p14:xfrm>
          </p:contentPart>
        </mc:Choice>
        <mc:Fallback xmlns="">
          <p:pic>
            <p:nvPicPr>
              <p:cNvPr id="177" name="Ink 176">
                <a:extLst>
                  <a:ext uri="{FF2B5EF4-FFF2-40B4-BE49-F238E27FC236}">
                    <a16:creationId xmlns:a16="http://schemas.microsoft.com/office/drawing/2014/main" id="{E521BBB1-0138-6202-E00A-A484DF50F869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6969528" y="3510288"/>
                <a:ext cx="14112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20F340DA-33F7-ED60-B472-2B354121CEB4}"/>
                  </a:ext>
                </a:extLst>
              </p14:cNvPr>
              <p14:cNvContentPartPr/>
              <p14:nvPr/>
            </p14:nvContentPartPr>
            <p14:xfrm>
              <a:off x="7311888" y="3616128"/>
              <a:ext cx="43560" cy="10908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20F340DA-33F7-ED60-B472-2B354121CEB4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7303248" y="3607488"/>
                <a:ext cx="61200" cy="126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3" name="Group 202">
            <a:extLst>
              <a:ext uri="{FF2B5EF4-FFF2-40B4-BE49-F238E27FC236}">
                <a16:creationId xmlns:a16="http://schemas.microsoft.com/office/drawing/2014/main" id="{0F503ED7-5E55-87EF-3776-1DBD13155FE6}"/>
              </a:ext>
            </a:extLst>
          </p:cNvPr>
          <p:cNvGrpSpPr/>
          <p:nvPr/>
        </p:nvGrpSpPr>
        <p:grpSpPr>
          <a:xfrm>
            <a:off x="7634448" y="2838888"/>
            <a:ext cx="3771720" cy="914040"/>
            <a:chOff x="7634448" y="2838888"/>
            <a:chExt cx="3771720" cy="91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FEF27F0A-C809-F3C8-7CF0-992CF4072059}"/>
                    </a:ext>
                  </a:extLst>
                </p14:cNvPr>
                <p14:cNvContentPartPr/>
                <p14:nvPr/>
              </p14:nvContentPartPr>
              <p14:xfrm>
                <a:off x="7634448" y="3026088"/>
                <a:ext cx="221400" cy="1306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FEF27F0A-C809-F3C8-7CF0-992CF407205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625448" y="3017448"/>
                  <a:ext cx="23904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66329B22-6D5B-74F9-EEDF-0AE5FF1EF163}"/>
                    </a:ext>
                  </a:extLst>
                </p14:cNvPr>
                <p14:cNvContentPartPr/>
                <p14:nvPr/>
              </p14:nvContentPartPr>
              <p14:xfrm>
                <a:off x="7936128" y="3027528"/>
                <a:ext cx="406800" cy="525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66329B22-6D5B-74F9-EEDF-0AE5FF1EF16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927128" y="3018528"/>
                  <a:ext cx="42444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9FEF81B4-EB57-AE49-B908-10D12311BC36}"/>
                    </a:ext>
                  </a:extLst>
                </p14:cNvPr>
                <p14:cNvContentPartPr/>
                <p14:nvPr/>
              </p14:nvContentPartPr>
              <p14:xfrm>
                <a:off x="8584848" y="2932128"/>
                <a:ext cx="183600" cy="176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9FEF81B4-EB57-AE49-B908-10D12311BC3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575848" y="2923488"/>
                  <a:ext cx="2012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C04BFAC7-52D0-F31E-5E13-72341E70E1D6}"/>
                    </a:ext>
                  </a:extLst>
                </p14:cNvPr>
                <p14:cNvContentPartPr/>
                <p14:nvPr/>
              </p14:nvContentPartPr>
              <p14:xfrm>
                <a:off x="8809128" y="2989368"/>
                <a:ext cx="1440" cy="147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C04BFAC7-52D0-F31E-5E13-72341E70E1D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800128" y="2980368"/>
                  <a:ext cx="190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14415E79-7613-6F45-49FA-D14B9AF0C4C7}"/>
                    </a:ext>
                  </a:extLst>
                </p14:cNvPr>
                <p14:cNvContentPartPr/>
                <p14:nvPr/>
              </p14:nvContentPartPr>
              <p14:xfrm>
                <a:off x="8875368" y="3038328"/>
                <a:ext cx="43200" cy="399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14415E79-7613-6F45-49FA-D14B9AF0C4C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866728" y="3029688"/>
                  <a:ext cx="6084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6B60A020-1573-DB0E-369D-14C7F877A31F}"/>
                    </a:ext>
                  </a:extLst>
                </p14:cNvPr>
                <p14:cNvContentPartPr/>
                <p14:nvPr/>
              </p14:nvContentPartPr>
              <p14:xfrm>
                <a:off x="8974728" y="3025008"/>
                <a:ext cx="44280" cy="558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6B60A020-1573-DB0E-369D-14C7F877A31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965728" y="3016368"/>
                  <a:ext cx="6192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1D5F8A04-8233-A557-AA50-934CEB74981E}"/>
                    </a:ext>
                  </a:extLst>
                </p14:cNvPr>
                <p14:cNvContentPartPr/>
                <p14:nvPr/>
              </p14:nvContentPartPr>
              <p14:xfrm>
                <a:off x="9156528" y="2854728"/>
                <a:ext cx="253080" cy="2055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1D5F8A04-8233-A557-AA50-934CEB74981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147888" y="2846088"/>
                  <a:ext cx="27072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78F6E8F8-D3ED-ADD0-000C-362FD2C7EF88}"/>
                    </a:ext>
                  </a:extLst>
                </p14:cNvPr>
                <p14:cNvContentPartPr/>
                <p14:nvPr/>
              </p14:nvContentPartPr>
              <p14:xfrm>
                <a:off x="9422568" y="2978208"/>
                <a:ext cx="11880" cy="226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78F6E8F8-D3ED-ADD0-000C-362FD2C7EF8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413568" y="2969568"/>
                  <a:ext cx="295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DAA6401D-C4D5-1B87-314D-44F450203197}"/>
                    </a:ext>
                  </a:extLst>
                </p14:cNvPr>
                <p14:cNvContentPartPr/>
                <p14:nvPr/>
              </p14:nvContentPartPr>
              <p14:xfrm>
                <a:off x="9511848" y="2983248"/>
                <a:ext cx="119520" cy="284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DAA6401D-C4D5-1B87-314D-44F45020319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503208" y="2974608"/>
                  <a:ext cx="1371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5524D954-A901-3C33-F48D-B7222A03B1A6}"/>
                    </a:ext>
                  </a:extLst>
                </p14:cNvPr>
                <p14:cNvContentPartPr/>
                <p14:nvPr/>
              </p14:nvContentPartPr>
              <p14:xfrm>
                <a:off x="9606888" y="2844288"/>
                <a:ext cx="67680" cy="518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5524D954-A901-3C33-F48D-B7222A03B1A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597888" y="2835648"/>
                  <a:ext cx="8532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E5923BDB-A589-E24B-D72F-93E014002A61}"/>
                    </a:ext>
                  </a:extLst>
                </p14:cNvPr>
                <p14:cNvContentPartPr/>
                <p14:nvPr/>
              </p14:nvContentPartPr>
              <p14:xfrm>
                <a:off x="10121328" y="2838888"/>
                <a:ext cx="152640" cy="3416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E5923BDB-A589-E24B-D72F-93E014002A6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112328" y="2829888"/>
                  <a:ext cx="17028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60F3F946-CD4A-F03D-A9C9-699154DD06E8}"/>
                    </a:ext>
                  </a:extLst>
                </p14:cNvPr>
                <p14:cNvContentPartPr/>
                <p14:nvPr/>
              </p14:nvContentPartPr>
              <p14:xfrm>
                <a:off x="10534248" y="2845008"/>
                <a:ext cx="122760" cy="2394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60F3F946-CD4A-F03D-A9C9-699154DD06E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525248" y="2836368"/>
                  <a:ext cx="1404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29052ECB-0449-B46A-ED43-EFF364A07BBD}"/>
                    </a:ext>
                  </a:extLst>
                </p14:cNvPr>
                <p14:cNvContentPartPr/>
                <p14:nvPr/>
              </p14:nvContentPartPr>
              <p14:xfrm>
                <a:off x="10689768" y="2945808"/>
                <a:ext cx="3600" cy="176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29052ECB-0449-B46A-ED43-EFF364A07BB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680768" y="2936808"/>
                  <a:ext cx="212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27720106-A4A2-069A-9602-001B645ACFA4}"/>
                    </a:ext>
                  </a:extLst>
                </p14:cNvPr>
                <p14:cNvContentPartPr/>
                <p14:nvPr/>
              </p14:nvContentPartPr>
              <p14:xfrm>
                <a:off x="10733328" y="2992968"/>
                <a:ext cx="142920" cy="316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27720106-A4A2-069A-9602-001B645ACFA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724688" y="2984328"/>
                  <a:ext cx="16056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C1DCBAA7-EA77-DC45-4075-C48995ED2CDA}"/>
                    </a:ext>
                  </a:extLst>
                </p14:cNvPr>
                <p14:cNvContentPartPr/>
                <p14:nvPr/>
              </p14:nvContentPartPr>
              <p14:xfrm>
                <a:off x="10900008" y="2964888"/>
                <a:ext cx="6840" cy="216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C1DCBAA7-EA77-DC45-4075-C48995ED2CD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891368" y="2956248"/>
                  <a:ext cx="244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6D588E24-9551-97D7-0524-58CAFD13F3AA}"/>
                    </a:ext>
                  </a:extLst>
                </p14:cNvPr>
                <p14:cNvContentPartPr/>
                <p14:nvPr/>
              </p14:nvContentPartPr>
              <p14:xfrm>
                <a:off x="10988208" y="2859408"/>
                <a:ext cx="233280" cy="1735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6D588E24-9551-97D7-0524-58CAFD13F3AA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979208" y="2850768"/>
                  <a:ext cx="25092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18730DF6-5E25-ED54-2CA4-900164FCA0E0}"/>
                    </a:ext>
                  </a:extLst>
                </p14:cNvPr>
                <p14:cNvContentPartPr/>
                <p14:nvPr/>
              </p14:nvContentPartPr>
              <p14:xfrm>
                <a:off x="11203488" y="2915928"/>
                <a:ext cx="175680" cy="2660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18730DF6-5E25-ED54-2CA4-900164FCA0E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1194488" y="2906928"/>
                  <a:ext cx="19332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CC15617-FA38-7F6B-DF53-C68F7720A957}"/>
                    </a:ext>
                  </a:extLst>
                </p14:cNvPr>
                <p14:cNvContentPartPr/>
                <p14:nvPr/>
              </p14:nvContentPartPr>
              <p14:xfrm>
                <a:off x="7874928" y="3436488"/>
                <a:ext cx="141840" cy="1933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CC15617-FA38-7F6B-DF53-C68F7720A95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865928" y="3427848"/>
                  <a:ext cx="1594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9DC0EC2-B62A-999C-2ED3-F8DD1CB4D35F}"/>
                    </a:ext>
                  </a:extLst>
                </p14:cNvPr>
                <p14:cNvContentPartPr/>
                <p14:nvPr/>
              </p14:nvContentPartPr>
              <p14:xfrm>
                <a:off x="8089848" y="3453048"/>
                <a:ext cx="130680" cy="1116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9DC0EC2-B62A-999C-2ED3-F8DD1CB4D35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081208" y="3444408"/>
                  <a:ext cx="14832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CD9F4FD6-4960-83FB-4D12-016B16F57052}"/>
                    </a:ext>
                  </a:extLst>
                </p14:cNvPr>
                <p14:cNvContentPartPr/>
                <p14:nvPr/>
              </p14:nvContentPartPr>
              <p14:xfrm>
                <a:off x="8363448" y="3409488"/>
                <a:ext cx="7920" cy="15516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CD9F4FD6-4960-83FB-4D12-016B16F5705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354448" y="3400488"/>
                  <a:ext cx="255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5CF38CB3-7165-EA3B-7021-53F7179AF45A}"/>
                    </a:ext>
                  </a:extLst>
                </p14:cNvPr>
                <p14:cNvContentPartPr/>
                <p14:nvPr/>
              </p14:nvContentPartPr>
              <p14:xfrm>
                <a:off x="8365968" y="3372768"/>
                <a:ext cx="347760" cy="1918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5CF38CB3-7165-EA3B-7021-53F7179AF45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356968" y="3363768"/>
                  <a:ext cx="3654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2C920D4F-4727-CBB0-3944-A9BC0702D202}"/>
                    </a:ext>
                  </a:extLst>
                </p14:cNvPr>
                <p14:cNvContentPartPr/>
                <p14:nvPr/>
              </p14:nvContentPartPr>
              <p14:xfrm>
                <a:off x="8727768" y="3450528"/>
                <a:ext cx="228600" cy="3016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2C920D4F-4727-CBB0-3944-A9BC0702D20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719128" y="3441528"/>
                  <a:ext cx="24624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EB115D07-B1A5-F5D6-429C-F6864E7D88BA}"/>
                    </a:ext>
                  </a:extLst>
                </p14:cNvPr>
                <p14:cNvContentPartPr/>
                <p14:nvPr/>
              </p14:nvContentPartPr>
              <p14:xfrm>
                <a:off x="9024408" y="3364128"/>
                <a:ext cx="365760" cy="1717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EB115D07-B1A5-F5D6-429C-F6864E7D88BA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015768" y="3355128"/>
                  <a:ext cx="3834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4559CAB5-A127-01C4-3292-DA4C979ADEBB}"/>
                    </a:ext>
                  </a:extLst>
                </p14:cNvPr>
                <p14:cNvContentPartPr/>
                <p14:nvPr/>
              </p14:nvContentPartPr>
              <p14:xfrm>
                <a:off x="9750888" y="3243888"/>
                <a:ext cx="236520" cy="5090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4559CAB5-A127-01C4-3292-DA4C979ADEB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742248" y="3234888"/>
                  <a:ext cx="254160" cy="52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64B15491-6AC9-6184-264D-2614EBF1A09A}"/>
                    </a:ext>
                  </a:extLst>
                </p14:cNvPr>
                <p14:cNvContentPartPr/>
                <p14:nvPr/>
              </p14:nvContentPartPr>
              <p14:xfrm>
                <a:off x="10098648" y="3275928"/>
                <a:ext cx="202680" cy="2415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64B15491-6AC9-6184-264D-2614EBF1A09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090008" y="3267288"/>
                  <a:ext cx="2203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D78EEC5-3DEC-1307-A406-71B613F25F06}"/>
                    </a:ext>
                  </a:extLst>
                </p14:cNvPr>
                <p14:cNvContentPartPr/>
                <p14:nvPr/>
              </p14:nvContentPartPr>
              <p14:xfrm>
                <a:off x="10339848" y="3374568"/>
                <a:ext cx="15840" cy="248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D78EEC5-3DEC-1307-A406-71B613F25F0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331208" y="3365928"/>
                  <a:ext cx="334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3E99DBDE-002C-08A6-2300-B8056D5E0237}"/>
                    </a:ext>
                  </a:extLst>
                </p14:cNvPr>
                <p14:cNvContentPartPr/>
                <p14:nvPr/>
              </p14:nvContentPartPr>
              <p14:xfrm>
                <a:off x="10396368" y="3405168"/>
                <a:ext cx="34560" cy="795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3E99DBDE-002C-08A6-2300-B8056D5E023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387368" y="3396528"/>
                  <a:ext cx="522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F9FBD2C7-99FD-8233-824E-98C706D56021}"/>
                    </a:ext>
                  </a:extLst>
                </p14:cNvPr>
                <p14:cNvContentPartPr/>
                <p14:nvPr/>
              </p14:nvContentPartPr>
              <p14:xfrm>
                <a:off x="10535328" y="3403728"/>
                <a:ext cx="108720" cy="1216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F9FBD2C7-99FD-8233-824E-98C706D5602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526328" y="3395088"/>
                  <a:ext cx="1263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BD875887-67A7-8496-7BAF-E64D70CFA5C4}"/>
                    </a:ext>
                  </a:extLst>
                </p14:cNvPr>
                <p14:cNvContentPartPr/>
                <p14:nvPr/>
              </p14:nvContentPartPr>
              <p14:xfrm>
                <a:off x="10690128" y="3376728"/>
                <a:ext cx="4680" cy="198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BD875887-67A7-8496-7BAF-E64D70CFA5C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681488" y="3367728"/>
                  <a:ext cx="223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7C09D514-BB3E-9C52-9E45-22653995A887}"/>
                    </a:ext>
                  </a:extLst>
                </p14:cNvPr>
                <p14:cNvContentPartPr/>
                <p14:nvPr/>
              </p14:nvContentPartPr>
              <p14:xfrm>
                <a:off x="10732968" y="3424608"/>
                <a:ext cx="82080" cy="374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7C09D514-BB3E-9C52-9E45-22653995A88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724328" y="3415608"/>
                  <a:ext cx="9972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72216D61-DBB5-2645-9AE6-114F331A3755}"/>
                    </a:ext>
                  </a:extLst>
                </p14:cNvPr>
                <p14:cNvContentPartPr/>
                <p14:nvPr/>
              </p14:nvContentPartPr>
              <p14:xfrm>
                <a:off x="10858968" y="3351888"/>
                <a:ext cx="41400" cy="500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72216D61-DBB5-2645-9AE6-114F331A3755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850328" y="3343248"/>
                  <a:ext cx="590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EEA3317A-38AD-40C2-2240-480B5E9DDC36}"/>
                    </a:ext>
                  </a:extLst>
                </p14:cNvPr>
                <p14:cNvContentPartPr/>
                <p14:nvPr/>
              </p14:nvContentPartPr>
              <p14:xfrm>
                <a:off x="10936008" y="3292128"/>
                <a:ext cx="269280" cy="1828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EEA3317A-38AD-40C2-2240-480B5E9DDC3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927008" y="3283488"/>
                  <a:ext cx="2869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7FDF0458-B457-238B-D639-DC0440182F3C}"/>
                    </a:ext>
                  </a:extLst>
                </p14:cNvPr>
                <p14:cNvContentPartPr/>
                <p14:nvPr/>
              </p14:nvContentPartPr>
              <p14:xfrm>
                <a:off x="10984248" y="3359808"/>
                <a:ext cx="421920" cy="3801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7FDF0458-B457-238B-D639-DC0440182F3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975608" y="3350808"/>
                  <a:ext cx="439560" cy="39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2CFC8E43-6C0C-EA23-C9E3-A2F4E8709324}"/>
              </a:ext>
            </a:extLst>
          </p:cNvPr>
          <p:cNvGrpSpPr/>
          <p:nvPr/>
        </p:nvGrpSpPr>
        <p:grpSpPr>
          <a:xfrm>
            <a:off x="2172888" y="4256928"/>
            <a:ext cx="901440" cy="410400"/>
            <a:chOff x="2172888" y="4256928"/>
            <a:chExt cx="901440" cy="4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F63622B1-AE2F-DD65-B2BE-11D93C96D931}"/>
                    </a:ext>
                  </a:extLst>
                </p14:cNvPr>
                <p14:cNvContentPartPr/>
                <p14:nvPr/>
              </p14:nvContentPartPr>
              <p14:xfrm>
                <a:off x="2172888" y="4256928"/>
                <a:ext cx="437400" cy="41040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F63622B1-AE2F-DD65-B2BE-11D93C96D931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164248" y="4248288"/>
                  <a:ext cx="455040" cy="42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2AB8DCF5-BF7C-DAD2-2C2F-ABDCD3CE820C}"/>
                    </a:ext>
                  </a:extLst>
                </p14:cNvPr>
                <p14:cNvContentPartPr/>
                <p14:nvPr/>
              </p14:nvContentPartPr>
              <p14:xfrm>
                <a:off x="2695248" y="4501368"/>
                <a:ext cx="167040" cy="10224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2AB8DCF5-BF7C-DAD2-2C2F-ABDCD3CE820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686248" y="4492368"/>
                  <a:ext cx="18468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D5478731-CA44-722C-6635-9760E61EB5CF}"/>
                    </a:ext>
                  </a:extLst>
                </p14:cNvPr>
                <p14:cNvContentPartPr/>
                <p14:nvPr/>
              </p14:nvContentPartPr>
              <p14:xfrm>
                <a:off x="2853288" y="4450968"/>
                <a:ext cx="1800" cy="327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D5478731-CA44-722C-6635-9760E61EB5C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844648" y="4442328"/>
                  <a:ext cx="1944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57E056A4-921F-0E71-E67A-E0B46523FA19}"/>
                    </a:ext>
                  </a:extLst>
                </p14:cNvPr>
                <p14:cNvContentPartPr/>
                <p14:nvPr/>
              </p14:nvContentPartPr>
              <p14:xfrm>
                <a:off x="2937888" y="4529448"/>
                <a:ext cx="136440" cy="208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57E056A4-921F-0E71-E67A-E0B46523FA1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929248" y="4520448"/>
                  <a:ext cx="15408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50C57642-C00E-2F8A-CF6A-392182AE355C}"/>
              </a:ext>
            </a:extLst>
          </p:cNvPr>
          <p:cNvGrpSpPr/>
          <p:nvPr/>
        </p:nvGrpSpPr>
        <p:grpSpPr>
          <a:xfrm>
            <a:off x="3293568" y="4224168"/>
            <a:ext cx="887760" cy="570240"/>
            <a:chOff x="3293568" y="4224168"/>
            <a:chExt cx="887760" cy="57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FCDFA4CB-6DB2-D8BF-1674-F1210C94E93F}"/>
                    </a:ext>
                  </a:extLst>
                </p14:cNvPr>
                <p14:cNvContentPartPr/>
                <p14:nvPr/>
              </p14:nvContentPartPr>
              <p14:xfrm>
                <a:off x="3293568" y="4224168"/>
                <a:ext cx="202320" cy="5702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FCDFA4CB-6DB2-D8BF-1674-F1210C94E93F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284568" y="4215168"/>
                  <a:ext cx="219960" cy="58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842048D8-7C3D-99A7-0EFB-C6B26DFD88B1}"/>
                    </a:ext>
                  </a:extLst>
                </p14:cNvPr>
                <p14:cNvContentPartPr/>
                <p14:nvPr/>
              </p14:nvContentPartPr>
              <p14:xfrm>
                <a:off x="3524688" y="4439448"/>
                <a:ext cx="150480" cy="1364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842048D8-7C3D-99A7-0EFB-C6B26DFD88B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515688" y="4430808"/>
                  <a:ext cx="1681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083ABA5D-6917-C244-75D1-3DD94F0D2568}"/>
                    </a:ext>
                  </a:extLst>
                </p14:cNvPr>
                <p14:cNvContentPartPr/>
                <p14:nvPr/>
              </p14:nvContentPartPr>
              <p14:xfrm>
                <a:off x="3750408" y="4580208"/>
                <a:ext cx="28440" cy="1119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083ABA5D-6917-C244-75D1-3DD94F0D256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741768" y="4571568"/>
                  <a:ext cx="4608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490EF09E-700A-FF5E-7344-03A2344829E8}"/>
                    </a:ext>
                  </a:extLst>
                </p14:cNvPr>
                <p14:cNvContentPartPr/>
                <p14:nvPr/>
              </p14:nvContentPartPr>
              <p14:xfrm>
                <a:off x="3882888" y="4467888"/>
                <a:ext cx="120600" cy="885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490EF09E-700A-FF5E-7344-03A2344829E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874248" y="4459248"/>
                  <a:ext cx="1382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16111019-D971-1237-0E2E-0F7ACCAD8947}"/>
                    </a:ext>
                  </a:extLst>
                </p14:cNvPr>
                <p14:cNvContentPartPr/>
                <p14:nvPr/>
              </p14:nvContentPartPr>
              <p14:xfrm>
                <a:off x="4012128" y="4393008"/>
                <a:ext cx="169200" cy="3524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16111019-D971-1237-0E2E-0F7ACCAD894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003488" y="4384368"/>
                  <a:ext cx="186840" cy="37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A4E1A4FA-CD17-39C5-13BD-0F8DF02DCB33}"/>
              </a:ext>
            </a:extLst>
          </p:cNvPr>
          <p:cNvGrpSpPr/>
          <p:nvPr/>
        </p:nvGrpSpPr>
        <p:grpSpPr>
          <a:xfrm>
            <a:off x="4472568" y="4522248"/>
            <a:ext cx="185400" cy="83160"/>
            <a:chOff x="4472568" y="4522248"/>
            <a:chExt cx="185400" cy="8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9F6845FE-33D5-20EA-9F6E-B272D4D93A45}"/>
                    </a:ext>
                  </a:extLst>
                </p14:cNvPr>
                <p14:cNvContentPartPr/>
                <p14:nvPr/>
              </p14:nvContentPartPr>
              <p14:xfrm>
                <a:off x="4472568" y="4522248"/>
                <a:ext cx="108000" cy="13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9F6845FE-33D5-20EA-9F6E-B272D4D93A45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463928" y="4513608"/>
                  <a:ext cx="1256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FAA19200-046E-7723-FAE4-BE207DC64525}"/>
                    </a:ext>
                  </a:extLst>
                </p14:cNvPr>
                <p14:cNvContentPartPr/>
                <p14:nvPr/>
              </p14:nvContentPartPr>
              <p14:xfrm>
                <a:off x="4542048" y="4587408"/>
                <a:ext cx="115920" cy="1800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FAA19200-046E-7723-FAE4-BE207DC6452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533048" y="4578408"/>
                  <a:ext cx="133560" cy="3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7E94CF2B-81D9-560F-433A-F37EAB7FFE54}"/>
              </a:ext>
            </a:extLst>
          </p:cNvPr>
          <p:cNvGrpSpPr/>
          <p:nvPr/>
        </p:nvGrpSpPr>
        <p:grpSpPr>
          <a:xfrm>
            <a:off x="4882248" y="4398768"/>
            <a:ext cx="516960" cy="172800"/>
            <a:chOff x="4882248" y="4398768"/>
            <a:chExt cx="516960" cy="17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A828F4F8-9749-AF54-159F-891FEE5F34C1}"/>
                    </a:ext>
                  </a:extLst>
                </p14:cNvPr>
                <p14:cNvContentPartPr/>
                <p14:nvPr/>
              </p14:nvContentPartPr>
              <p14:xfrm>
                <a:off x="4882248" y="4431168"/>
                <a:ext cx="138960" cy="1404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A828F4F8-9749-AF54-159F-891FEE5F34C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873248" y="4422168"/>
                  <a:ext cx="1566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A78F62AD-D65E-7111-141D-4C19BA245CE4}"/>
                    </a:ext>
                  </a:extLst>
                </p14:cNvPr>
                <p14:cNvContentPartPr/>
                <p14:nvPr/>
              </p14:nvContentPartPr>
              <p14:xfrm>
                <a:off x="5113008" y="4486248"/>
                <a:ext cx="7560" cy="298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A78F62AD-D65E-7111-141D-4C19BA245CE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104368" y="4477608"/>
                  <a:ext cx="252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15DD4171-8433-D4D4-2FD6-680DC5DEB20D}"/>
                    </a:ext>
                  </a:extLst>
                </p14:cNvPr>
                <p14:cNvContentPartPr/>
                <p14:nvPr/>
              </p14:nvContentPartPr>
              <p14:xfrm>
                <a:off x="5224608" y="4398768"/>
                <a:ext cx="174600" cy="943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15DD4171-8433-D4D4-2FD6-680DC5DEB20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215968" y="4390128"/>
                  <a:ext cx="192240" cy="11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AD569723-F13E-EA9C-A303-FE31ED3363F3}"/>
                  </a:ext>
                </a:extLst>
              </p14:cNvPr>
              <p14:cNvContentPartPr/>
              <p14:nvPr/>
            </p14:nvContentPartPr>
            <p14:xfrm>
              <a:off x="4835088" y="4731048"/>
              <a:ext cx="877320" cy="2340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AD569723-F13E-EA9C-A303-FE31ED3363F3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4826448" y="4722408"/>
                <a:ext cx="894960" cy="4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7" name="Group 226">
            <a:extLst>
              <a:ext uri="{FF2B5EF4-FFF2-40B4-BE49-F238E27FC236}">
                <a16:creationId xmlns:a16="http://schemas.microsoft.com/office/drawing/2014/main" id="{D1AF849E-29C3-66EF-F312-6BEEEFF36F23}"/>
              </a:ext>
            </a:extLst>
          </p:cNvPr>
          <p:cNvGrpSpPr/>
          <p:nvPr/>
        </p:nvGrpSpPr>
        <p:grpSpPr>
          <a:xfrm>
            <a:off x="4903848" y="4908168"/>
            <a:ext cx="804600" cy="270000"/>
            <a:chOff x="4903848" y="4908168"/>
            <a:chExt cx="804600" cy="27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CE6A0B9B-4F96-E506-1731-F79BDC7E8B54}"/>
                    </a:ext>
                  </a:extLst>
                </p14:cNvPr>
                <p14:cNvContentPartPr/>
                <p14:nvPr/>
              </p14:nvContentPartPr>
              <p14:xfrm>
                <a:off x="4903848" y="4919328"/>
                <a:ext cx="17280" cy="17712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CE6A0B9B-4F96-E506-1731-F79BDC7E8B54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4895208" y="4910688"/>
                  <a:ext cx="349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C3028057-9BED-DBF2-EBC4-D65FECC87187}"/>
                    </a:ext>
                  </a:extLst>
                </p14:cNvPr>
                <p14:cNvContentPartPr/>
                <p14:nvPr/>
              </p14:nvContentPartPr>
              <p14:xfrm>
                <a:off x="4997808" y="4943808"/>
                <a:ext cx="99360" cy="1231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C3028057-9BED-DBF2-EBC4-D65FECC87187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4989168" y="4935168"/>
                  <a:ext cx="11700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C34D32FD-22FF-D9BA-E1C1-E8C2C7FDB3CE}"/>
                    </a:ext>
                  </a:extLst>
                </p14:cNvPr>
                <p14:cNvContentPartPr/>
                <p14:nvPr/>
              </p14:nvContentPartPr>
              <p14:xfrm>
                <a:off x="5198688" y="4915728"/>
                <a:ext cx="13680" cy="2624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C34D32FD-22FF-D9BA-E1C1-E8C2C7FDB3C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5189688" y="4907088"/>
                  <a:ext cx="3132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67079D91-9A64-A6AC-1EBE-2B4C7326A4D8}"/>
                    </a:ext>
                  </a:extLst>
                </p14:cNvPr>
                <p14:cNvContentPartPr/>
                <p14:nvPr/>
              </p14:nvContentPartPr>
              <p14:xfrm>
                <a:off x="5351688" y="4922208"/>
                <a:ext cx="23760" cy="1972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67079D91-9A64-A6AC-1EBE-2B4C7326A4D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5343048" y="4913208"/>
                  <a:ext cx="414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053E56BF-C0B6-2B2C-33D7-A022E45083CC}"/>
                    </a:ext>
                  </a:extLst>
                </p14:cNvPr>
                <p14:cNvContentPartPr/>
                <p14:nvPr/>
              </p14:nvContentPartPr>
              <p14:xfrm>
                <a:off x="5463648" y="4974768"/>
                <a:ext cx="158400" cy="939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053E56BF-C0B6-2B2C-33D7-A022E45083C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454648" y="4966128"/>
                  <a:ext cx="17604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6F10FF2C-BDB3-E551-B9F2-2C69A955005E}"/>
                    </a:ext>
                  </a:extLst>
                </p14:cNvPr>
                <p14:cNvContentPartPr/>
                <p14:nvPr/>
              </p14:nvContentPartPr>
              <p14:xfrm>
                <a:off x="5681088" y="4908168"/>
                <a:ext cx="27360" cy="1998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6F10FF2C-BDB3-E551-B9F2-2C69A955005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672448" y="4899168"/>
                  <a:ext cx="4500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DB6687D9-1FD4-C9D0-D231-77AB1D04C137}"/>
              </a:ext>
            </a:extLst>
          </p:cNvPr>
          <p:cNvGrpSpPr/>
          <p:nvPr/>
        </p:nvGrpSpPr>
        <p:grpSpPr>
          <a:xfrm>
            <a:off x="6641208" y="4404888"/>
            <a:ext cx="242640" cy="126720"/>
            <a:chOff x="6641208" y="4404888"/>
            <a:chExt cx="242640" cy="12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196C8B0C-3265-8EF4-49DA-FBF80F70A031}"/>
                    </a:ext>
                  </a:extLst>
                </p14:cNvPr>
                <p14:cNvContentPartPr/>
                <p14:nvPr/>
              </p14:nvContentPartPr>
              <p14:xfrm>
                <a:off x="6641208" y="4404888"/>
                <a:ext cx="109800" cy="460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196C8B0C-3265-8EF4-49DA-FBF80F70A03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632208" y="4395888"/>
                  <a:ext cx="1274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633E73C0-74B6-3E59-5E8E-A2D972A09315}"/>
                    </a:ext>
                  </a:extLst>
                </p14:cNvPr>
                <p14:cNvContentPartPr/>
                <p14:nvPr/>
              </p14:nvContentPartPr>
              <p14:xfrm>
                <a:off x="6713208" y="4518288"/>
                <a:ext cx="170640" cy="133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633E73C0-74B6-3E59-5E8E-A2D972A09315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704208" y="4509288"/>
                  <a:ext cx="18828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269C5608-2983-53E0-649B-6D260C598F22}"/>
              </a:ext>
            </a:extLst>
          </p:cNvPr>
          <p:cNvGrpSpPr/>
          <p:nvPr/>
        </p:nvGrpSpPr>
        <p:grpSpPr>
          <a:xfrm>
            <a:off x="7332768" y="4301208"/>
            <a:ext cx="1193040" cy="356400"/>
            <a:chOff x="7332768" y="4301208"/>
            <a:chExt cx="1193040" cy="35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1D45C41A-AF68-AF2E-1099-B4E57986060C}"/>
                    </a:ext>
                  </a:extLst>
                </p14:cNvPr>
                <p14:cNvContentPartPr/>
                <p14:nvPr/>
              </p14:nvContentPartPr>
              <p14:xfrm>
                <a:off x="7492248" y="4301208"/>
                <a:ext cx="243000" cy="482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1D45C41A-AF68-AF2E-1099-B4E57986060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483248" y="4292568"/>
                  <a:ext cx="2606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FC48D877-1346-3073-02B8-E6FD422EEEE8}"/>
                    </a:ext>
                  </a:extLst>
                </p14:cNvPr>
                <p14:cNvContentPartPr/>
                <p14:nvPr/>
              </p14:nvContentPartPr>
              <p14:xfrm>
                <a:off x="7332768" y="4344048"/>
                <a:ext cx="371880" cy="3135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FC48D877-1346-3073-02B8-E6FD422EEEE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324128" y="4335048"/>
                  <a:ext cx="389520" cy="33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38AF40DE-4D15-BB56-BCE5-970110E78B01}"/>
                    </a:ext>
                  </a:extLst>
                </p14:cNvPr>
                <p14:cNvContentPartPr/>
                <p14:nvPr/>
              </p14:nvContentPartPr>
              <p14:xfrm>
                <a:off x="7832448" y="4432248"/>
                <a:ext cx="180720" cy="1594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38AF40DE-4D15-BB56-BCE5-970110E78B0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823808" y="4423608"/>
                  <a:ext cx="19836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01E28C24-C5D9-5A82-0FA9-36C9EAD9D302}"/>
                    </a:ext>
                  </a:extLst>
                </p14:cNvPr>
                <p14:cNvContentPartPr/>
                <p14:nvPr/>
              </p14:nvContentPartPr>
              <p14:xfrm>
                <a:off x="8097768" y="4558608"/>
                <a:ext cx="21600" cy="622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01E28C24-C5D9-5A82-0FA9-36C9EAD9D30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088768" y="4549968"/>
                  <a:ext cx="3924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14A63AED-74A8-12D1-7B06-B1E70322235A}"/>
                    </a:ext>
                  </a:extLst>
                </p14:cNvPr>
                <p14:cNvContentPartPr/>
                <p14:nvPr/>
              </p14:nvContentPartPr>
              <p14:xfrm>
                <a:off x="8139168" y="4501728"/>
                <a:ext cx="7920" cy="525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14A63AED-74A8-12D1-7B06-B1E70322235A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130528" y="4492728"/>
                  <a:ext cx="255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7ACFBA21-0AB7-1326-70F9-3EBAEF84D1E8}"/>
                    </a:ext>
                  </a:extLst>
                </p14:cNvPr>
                <p14:cNvContentPartPr/>
                <p14:nvPr/>
              </p14:nvContentPartPr>
              <p14:xfrm>
                <a:off x="8251488" y="4479048"/>
                <a:ext cx="147600" cy="817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7ACFBA21-0AB7-1326-70F9-3EBAEF84D1E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242488" y="4470408"/>
                  <a:ext cx="16524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6B7197F6-47F5-37A0-A7BB-ABEC328338BA}"/>
                    </a:ext>
                  </a:extLst>
                </p14:cNvPr>
                <p14:cNvContentPartPr/>
                <p14:nvPr/>
              </p14:nvContentPartPr>
              <p14:xfrm>
                <a:off x="8445168" y="4467168"/>
                <a:ext cx="80640" cy="1461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6B7197F6-47F5-37A0-A7BB-ABEC328338B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436528" y="4458528"/>
                  <a:ext cx="98280" cy="16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23D81515-8C4B-A0A0-B4E0-C79839D20222}"/>
                  </a:ext>
                </a:extLst>
              </p14:cNvPr>
              <p14:cNvContentPartPr/>
              <p14:nvPr/>
            </p14:nvContentPartPr>
            <p14:xfrm>
              <a:off x="7239528" y="4827888"/>
              <a:ext cx="2166120" cy="7524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23D81515-8C4B-A0A0-B4E0-C79839D20222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7230888" y="4819248"/>
                <a:ext cx="2183760" cy="92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45" name="Group 244">
            <a:extLst>
              <a:ext uri="{FF2B5EF4-FFF2-40B4-BE49-F238E27FC236}">
                <a16:creationId xmlns:a16="http://schemas.microsoft.com/office/drawing/2014/main" id="{D52161E8-9023-39C7-7304-652B25CD3849}"/>
              </a:ext>
            </a:extLst>
          </p:cNvPr>
          <p:cNvGrpSpPr/>
          <p:nvPr/>
        </p:nvGrpSpPr>
        <p:grpSpPr>
          <a:xfrm>
            <a:off x="7213248" y="4991328"/>
            <a:ext cx="1175040" cy="623520"/>
            <a:chOff x="7213248" y="4991328"/>
            <a:chExt cx="1175040" cy="62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B001E6F4-277E-A256-020E-99B539FBB199}"/>
                    </a:ext>
                  </a:extLst>
                </p14:cNvPr>
                <p14:cNvContentPartPr/>
                <p14:nvPr/>
              </p14:nvContentPartPr>
              <p14:xfrm>
                <a:off x="7213248" y="5227128"/>
                <a:ext cx="53280" cy="3877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B001E6F4-277E-A256-020E-99B539FBB19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204608" y="5218488"/>
                  <a:ext cx="7092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64B91922-D389-7C64-9834-797D52C24361}"/>
                    </a:ext>
                  </a:extLst>
                </p14:cNvPr>
                <p14:cNvContentPartPr/>
                <p14:nvPr/>
              </p14:nvContentPartPr>
              <p14:xfrm>
                <a:off x="7306488" y="5109408"/>
                <a:ext cx="109800" cy="4968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64B91922-D389-7C64-9834-797D52C24361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297848" y="5100408"/>
                  <a:ext cx="12744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2FECF8AA-0D9E-4199-3C2B-7CCF797962F4}"/>
                    </a:ext>
                  </a:extLst>
                </p14:cNvPr>
                <p14:cNvContentPartPr/>
                <p14:nvPr/>
              </p14:nvContentPartPr>
              <p14:xfrm>
                <a:off x="7391088" y="4991328"/>
                <a:ext cx="997200" cy="612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2FECF8AA-0D9E-4199-3C2B-7CCF797962F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382088" y="4982328"/>
                  <a:ext cx="1014840" cy="7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9C1B8EA-C5BF-5829-FBD1-7A8C3CC1B396}"/>
              </a:ext>
            </a:extLst>
          </p:cNvPr>
          <p:cNvGrpSpPr/>
          <p:nvPr/>
        </p:nvGrpSpPr>
        <p:grpSpPr>
          <a:xfrm>
            <a:off x="7584768" y="5208768"/>
            <a:ext cx="862200" cy="312120"/>
            <a:chOff x="7584768" y="5208768"/>
            <a:chExt cx="862200" cy="31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BE7DDC3E-B8F0-81FB-E6BC-840C92CBCB3C}"/>
                    </a:ext>
                  </a:extLst>
                </p14:cNvPr>
                <p14:cNvContentPartPr/>
                <p14:nvPr/>
              </p14:nvContentPartPr>
              <p14:xfrm>
                <a:off x="7660368" y="5266008"/>
                <a:ext cx="158040" cy="190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BE7DDC3E-B8F0-81FB-E6BC-840C92CBCB3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651368" y="5257008"/>
                  <a:ext cx="1756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264B039D-5CD3-B645-5993-26BAF2320B2F}"/>
                    </a:ext>
                  </a:extLst>
                </p14:cNvPr>
                <p14:cNvContentPartPr/>
                <p14:nvPr/>
              </p14:nvContentPartPr>
              <p14:xfrm>
                <a:off x="7584768" y="5282928"/>
                <a:ext cx="156600" cy="2379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264B039D-5CD3-B645-5993-26BAF2320B2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575768" y="5273928"/>
                  <a:ext cx="17424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B2CA325C-5860-0229-A27C-07025501D585}"/>
                    </a:ext>
                  </a:extLst>
                </p14:cNvPr>
                <p14:cNvContentPartPr/>
                <p14:nvPr/>
              </p14:nvContentPartPr>
              <p14:xfrm>
                <a:off x="7920288" y="5314248"/>
                <a:ext cx="136080" cy="12204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B2CA325C-5860-0229-A27C-07025501D58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911288" y="5305248"/>
                  <a:ext cx="15372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725205BD-B1F0-84FA-47A6-54A9575BDBCE}"/>
                    </a:ext>
                  </a:extLst>
                </p14:cNvPr>
                <p14:cNvContentPartPr/>
                <p14:nvPr/>
              </p14:nvContentPartPr>
              <p14:xfrm>
                <a:off x="8105328" y="5427288"/>
                <a:ext cx="47880" cy="518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725205BD-B1F0-84FA-47A6-54A9575BDBCE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096688" y="5418288"/>
                  <a:ext cx="6552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4141DB24-E523-2751-2878-EEC30562A7EA}"/>
                    </a:ext>
                  </a:extLst>
                </p14:cNvPr>
                <p14:cNvContentPartPr/>
                <p14:nvPr/>
              </p14:nvContentPartPr>
              <p14:xfrm>
                <a:off x="8180568" y="5326128"/>
                <a:ext cx="3960" cy="129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4141DB24-E523-2751-2878-EEC30562A7E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171928" y="5317488"/>
                  <a:ext cx="216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A29239C2-7A0B-A795-476C-12ED28759BC5}"/>
                    </a:ext>
                  </a:extLst>
                </p14:cNvPr>
                <p14:cNvContentPartPr/>
                <p14:nvPr/>
              </p14:nvContentPartPr>
              <p14:xfrm>
                <a:off x="8224848" y="5208768"/>
                <a:ext cx="222120" cy="12528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A29239C2-7A0B-A795-476C-12ED28759BC5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216208" y="5199768"/>
                  <a:ext cx="23976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273E3204-FB64-1833-8844-4287F1B5C99F}"/>
              </a:ext>
            </a:extLst>
          </p:cNvPr>
          <p:cNvGrpSpPr/>
          <p:nvPr/>
        </p:nvGrpSpPr>
        <p:grpSpPr>
          <a:xfrm>
            <a:off x="7672248" y="5574528"/>
            <a:ext cx="318240" cy="164520"/>
            <a:chOff x="7672248" y="5574528"/>
            <a:chExt cx="318240" cy="16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8243BB1A-1C4B-F3B8-544F-C236FAD8A78D}"/>
                    </a:ext>
                  </a:extLst>
                </p14:cNvPr>
                <p14:cNvContentPartPr/>
                <p14:nvPr/>
              </p14:nvContentPartPr>
              <p14:xfrm>
                <a:off x="7672248" y="5652648"/>
                <a:ext cx="43920" cy="846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8243BB1A-1C4B-F3B8-544F-C236FAD8A78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663248" y="5643648"/>
                  <a:ext cx="6156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61691813-AFEC-6086-A25A-73C6AD695E17}"/>
                    </a:ext>
                  </a:extLst>
                </p14:cNvPr>
                <p14:cNvContentPartPr/>
                <p14:nvPr/>
              </p14:nvContentPartPr>
              <p14:xfrm>
                <a:off x="7751448" y="5574528"/>
                <a:ext cx="12600" cy="309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61691813-AFEC-6086-A25A-73C6AD695E1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742448" y="5565528"/>
                  <a:ext cx="302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3F85711B-D492-F210-A844-5C0A093B60E8}"/>
                    </a:ext>
                  </a:extLst>
                </p14:cNvPr>
                <p14:cNvContentPartPr/>
                <p14:nvPr/>
              </p14:nvContentPartPr>
              <p14:xfrm>
                <a:off x="7810128" y="5649768"/>
                <a:ext cx="42480" cy="68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3F85711B-D492-F210-A844-5C0A093B60E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801488" y="5641128"/>
                  <a:ext cx="60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A8EDBE9F-8DCA-0E89-D7FB-0960082683BA}"/>
                    </a:ext>
                  </a:extLst>
                </p14:cNvPr>
                <p14:cNvContentPartPr/>
                <p14:nvPr/>
              </p14:nvContentPartPr>
              <p14:xfrm>
                <a:off x="7814808" y="5643648"/>
                <a:ext cx="175680" cy="9540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A8EDBE9F-8DCA-0E89-D7FB-0960082683BA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805808" y="5635008"/>
                  <a:ext cx="193320" cy="11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57" name="Ink 256">
                <a:extLst>
                  <a:ext uri="{FF2B5EF4-FFF2-40B4-BE49-F238E27FC236}">
                    <a16:creationId xmlns:a16="http://schemas.microsoft.com/office/drawing/2014/main" id="{0C984357-1D04-0067-08C6-49BC16033F12}"/>
                  </a:ext>
                </a:extLst>
              </p14:cNvPr>
              <p14:cNvContentPartPr/>
              <p14:nvPr/>
            </p14:nvContentPartPr>
            <p14:xfrm>
              <a:off x="7743528" y="5080968"/>
              <a:ext cx="156240" cy="94320"/>
            </p14:xfrm>
          </p:contentPart>
        </mc:Choice>
        <mc:Fallback xmlns="">
          <p:pic>
            <p:nvPicPr>
              <p:cNvPr id="257" name="Ink 256">
                <a:extLst>
                  <a:ext uri="{FF2B5EF4-FFF2-40B4-BE49-F238E27FC236}">
                    <a16:creationId xmlns:a16="http://schemas.microsoft.com/office/drawing/2014/main" id="{0C984357-1D04-0067-08C6-49BC16033F12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7734528" y="5072328"/>
                <a:ext cx="173880" cy="11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75" name="Group 274">
            <a:extLst>
              <a:ext uri="{FF2B5EF4-FFF2-40B4-BE49-F238E27FC236}">
                <a16:creationId xmlns:a16="http://schemas.microsoft.com/office/drawing/2014/main" id="{2BF9EB78-97BD-BD4E-8050-43379B93A357}"/>
              </a:ext>
            </a:extLst>
          </p:cNvPr>
          <p:cNvGrpSpPr/>
          <p:nvPr/>
        </p:nvGrpSpPr>
        <p:grpSpPr>
          <a:xfrm>
            <a:off x="8733168" y="4963968"/>
            <a:ext cx="1458000" cy="827280"/>
            <a:chOff x="8733168" y="4963968"/>
            <a:chExt cx="1458000" cy="82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36890F0B-128B-F0CF-9E1F-89107865E58A}"/>
                    </a:ext>
                  </a:extLst>
                </p14:cNvPr>
                <p14:cNvContentPartPr/>
                <p14:nvPr/>
              </p14:nvContentPartPr>
              <p14:xfrm>
                <a:off x="8769168" y="5082768"/>
                <a:ext cx="19800" cy="115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36890F0B-128B-F0CF-9E1F-89107865E58A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760168" y="5073768"/>
                  <a:ext cx="3744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3AE7185F-4140-5383-C907-7493EB80D184}"/>
                    </a:ext>
                  </a:extLst>
                </p14:cNvPr>
                <p14:cNvContentPartPr/>
                <p14:nvPr/>
              </p14:nvContentPartPr>
              <p14:xfrm>
                <a:off x="8733168" y="5370048"/>
                <a:ext cx="47520" cy="3207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3AE7185F-4140-5383-C907-7493EB80D184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724168" y="5361048"/>
                  <a:ext cx="6516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E192C577-BDE0-6461-FDE5-D6CA354AEF55}"/>
                    </a:ext>
                  </a:extLst>
                </p14:cNvPr>
                <p14:cNvContentPartPr/>
                <p14:nvPr/>
              </p14:nvContentPartPr>
              <p14:xfrm>
                <a:off x="8763048" y="5194008"/>
                <a:ext cx="158040" cy="5814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E192C577-BDE0-6461-FDE5-D6CA354AEF55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754048" y="5185008"/>
                  <a:ext cx="175680" cy="59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A6E4CFC6-0E20-B0A5-74E6-816B82B49A20}"/>
                    </a:ext>
                  </a:extLst>
                </p14:cNvPr>
                <p14:cNvContentPartPr/>
                <p14:nvPr/>
              </p14:nvContentPartPr>
              <p14:xfrm>
                <a:off x="8925048" y="4963968"/>
                <a:ext cx="993600" cy="15732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A6E4CFC6-0E20-B0A5-74E6-816B82B49A20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916408" y="4955328"/>
                  <a:ext cx="10112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4A2D4DC0-FC8A-054B-03E5-2CE01542BE8D}"/>
                    </a:ext>
                  </a:extLst>
                </p14:cNvPr>
                <p14:cNvContentPartPr/>
                <p14:nvPr/>
              </p14:nvContentPartPr>
              <p14:xfrm>
                <a:off x="9166968" y="5260248"/>
                <a:ext cx="199080" cy="3528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4A2D4DC0-FC8A-054B-03E5-2CE01542BE8D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158328" y="5251608"/>
                  <a:ext cx="2167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BA2A453E-6590-5AAB-90AF-B6E338F25ED1}"/>
                    </a:ext>
                  </a:extLst>
                </p14:cNvPr>
                <p14:cNvContentPartPr/>
                <p14:nvPr/>
              </p14:nvContentPartPr>
              <p14:xfrm>
                <a:off x="9137088" y="5292648"/>
                <a:ext cx="249840" cy="31716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BA2A453E-6590-5AAB-90AF-B6E338F25ED1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128448" y="5284008"/>
                  <a:ext cx="26748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A8CFBB2A-F015-BB41-3332-60AB1B07F9A5}"/>
                    </a:ext>
                  </a:extLst>
                </p14:cNvPr>
                <p14:cNvContentPartPr/>
                <p14:nvPr/>
              </p14:nvContentPartPr>
              <p14:xfrm>
                <a:off x="9210168" y="5721408"/>
                <a:ext cx="47880" cy="698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A8CFBB2A-F015-BB41-3332-60AB1B07F9A5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201528" y="5712408"/>
                  <a:ext cx="655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9174BF3E-8DEE-CF42-95A1-1EA43876442E}"/>
                    </a:ext>
                  </a:extLst>
                </p14:cNvPr>
                <p14:cNvContentPartPr/>
                <p14:nvPr/>
              </p14:nvContentPartPr>
              <p14:xfrm>
                <a:off x="9269208" y="5616648"/>
                <a:ext cx="13680" cy="291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9174BF3E-8DEE-CF42-95A1-1EA43876442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260568" y="5608008"/>
                  <a:ext cx="313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C363EA34-4625-31F1-CB72-86AD67D94C4F}"/>
                    </a:ext>
                  </a:extLst>
                </p14:cNvPr>
                <p14:cNvContentPartPr/>
                <p14:nvPr/>
              </p14:nvContentPartPr>
              <p14:xfrm>
                <a:off x="9330768" y="5690088"/>
                <a:ext cx="47520" cy="75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C363EA34-4625-31F1-CB72-86AD67D94C4F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9322128" y="5681448"/>
                  <a:ext cx="651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D7C3FE82-C211-B136-9079-B70014815628}"/>
                    </a:ext>
                  </a:extLst>
                </p14:cNvPr>
                <p14:cNvContentPartPr/>
                <p14:nvPr/>
              </p14:nvContentPartPr>
              <p14:xfrm>
                <a:off x="9362088" y="5681448"/>
                <a:ext cx="114480" cy="1004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D7C3FE82-C211-B136-9079-B70014815628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9353088" y="5672808"/>
                  <a:ext cx="1321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48FD6573-B0BB-B388-641F-722C902CD327}"/>
                    </a:ext>
                  </a:extLst>
                </p14:cNvPr>
                <p14:cNvContentPartPr/>
                <p14:nvPr/>
              </p14:nvContentPartPr>
              <p14:xfrm>
                <a:off x="9280368" y="5085648"/>
                <a:ext cx="194040" cy="1350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48FD6573-B0BB-B388-641F-722C902CD327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9271368" y="5076648"/>
                  <a:ext cx="21168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46A9EEEB-7B74-140A-FC7B-8F8968895935}"/>
                    </a:ext>
                  </a:extLst>
                </p14:cNvPr>
                <p14:cNvContentPartPr/>
                <p14:nvPr/>
              </p14:nvContentPartPr>
              <p14:xfrm>
                <a:off x="9580248" y="5296968"/>
                <a:ext cx="166680" cy="1116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46A9EEEB-7B74-140A-FC7B-8F8968895935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9571608" y="5287968"/>
                  <a:ext cx="18432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C3EEB4FC-B462-68D0-A0E7-62D48E214128}"/>
                    </a:ext>
                  </a:extLst>
                </p14:cNvPr>
                <p14:cNvContentPartPr/>
                <p14:nvPr/>
              </p14:nvContentPartPr>
              <p14:xfrm>
                <a:off x="9838008" y="5418288"/>
                <a:ext cx="19440" cy="637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C3EEB4FC-B462-68D0-A0E7-62D48E214128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9829008" y="5409648"/>
                  <a:ext cx="370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67FD907C-9ED3-FED6-5489-FA2371C07EB9}"/>
                    </a:ext>
                  </a:extLst>
                </p14:cNvPr>
                <p14:cNvContentPartPr/>
                <p14:nvPr/>
              </p14:nvContentPartPr>
              <p14:xfrm>
                <a:off x="9893808" y="5316408"/>
                <a:ext cx="1080" cy="439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67FD907C-9ED3-FED6-5489-FA2371C07EB9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9885168" y="5307408"/>
                  <a:ext cx="187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95A4E10C-7449-7D59-53E5-A0345044A690}"/>
                    </a:ext>
                  </a:extLst>
                </p14:cNvPr>
                <p14:cNvContentPartPr/>
                <p14:nvPr/>
              </p14:nvContentPartPr>
              <p14:xfrm>
                <a:off x="9924048" y="5172768"/>
                <a:ext cx="267120" cy="723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95A4E10C-7449-7D59-53E5-A0345044A690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9915408" y="5164128"/>
                  <a:ext cx="284760" cy="900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0667863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endParaRPr lang="en-IN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62D3923-874D-38C1-3D51-D372F7B361BC}"/>
              </a:ext>
            </a:extLst>
          </p:cNvPr>
          <p:cNvGrpSpPr/>
          <p:nvPr/>
        </p:nvGrpSpPr>
        <p:grpSpPr>
          <a:xfrm>
            <a:off x="1322208" y="835992"/>
            <a:ext cx="900720" cy="380520"/>
            <a:chOff x="1322208" y="835992"/>
            <a:chExt cx="900720" cy="38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7F84B27B-92C3-880B-2A08-76BAD151D2D7}"/>
                    </a:ext>
                  </a:extLst>
                </p14:cNvPr>
                <p14:cNvContentPartPr/>
                <p14:nvPr/>
              </p14:nvContentPartPr>
              <p14:xfrm>
                <a:off x="1322208" y="835992"/>
                <a:ext cx="553680" cy="3805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7F84B27B-92C3-880B-2A08-76BAD151D2D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313568" y="826992"/>
                  <a:ext cx="571320" cy="39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EC35541-AD6C-D6DB-65AE-5BB91B5F1568}"/>
                    </a:ext>
                  </a:extLst>
                </p14:cNvPr>
                <p14:cNvContentPartPr/>
                <p14:nvPr/>
              </p14:nvContentPartPr>
              <p14:xfrm>
                <a:off x="2095488" y="922752"/>
                <a:ext cx="127440" cy="565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EC35541-AD6C-D6DB-65AE-5BB91B5F156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086848" y="914112"/>
                  <a:ext cx="145080" cy="7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C8158D4-E0D5-2F82-F913-F5946EC2034F}"/>
              </a:ext>
            </a:extLst>
          </p:cNvPr>
          <p:cNvGrpSpPr/>
          <p:nvPr/>
        </p:nvGrpSpPr>
        <p:grpSpPr>
          <a:xfrm>
            <a:off x="4150728" y="736992"/>
            <a:ext cx="794880" cy="375840"/>
            <a:chOff x="4150728" y="736992"/>
            <a:chExt cx="794880" cy="37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C2E2E372-3577-DFD8-7EEB-B99A0D1AAC4C}"/>
                    </a:ext>
                  </a:extLst>
                </p14:cNvPr>
                <p14:cNvContentPartPr/>
                <p14:nvPr/>
              </p14:nvContentPartPr>
              <p14:xfrm>
                <a:off x="4150728" y="736992"/>
                <a:ext cx="311040" cy="3758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C2E2E372-3577-DFD8-7EEB-B99A0D1AAC4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141728" y="727992"/>
                  <a:ext cx="328680" cy="39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D8F152D1-EBE9-C194-13ED-E76EDE64555A}"/>
                    </a:ext>
                  </a:extLst>
                </p14:cNvPr>
                <p14:cNvContentPartPr/>
                <p14:nvPr/>
              </p14:nvContentPartPr>
              <p14:xfrm>
                <a:off x="4527288" y="901512"/>
                <a:ext cx="10440" cy="92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D8F152D1-EBE9-C194-13ED-E76EDE64555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518288" y="892512"/>
                  <a:ext cx="280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A8E67638-A01B-7A79-EABD-51B10CD28FE4}"/>
                    </a:ext>
                  </a:extLst>
                </p14:cNvPr>
                <p14:cNvContentPartPr/>
                <p14:nvPr/>
              </p14:nvContentPartPr>
              <p14:xfrm>
                <a:off x="4517568" y="763272"/>
                <a:ext cx="29160" cy="302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A8E67638-A01B-7A79-EABD-51B10CD28FE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508568" y="754632"/>
                  <a:ext cx="468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9586995C-F1E8-80D6-99B7-5550A1F4462D}"/>
                    </a:ext>
                  </a:extLst>
                </p14:cNvPr>
                <p14:cNvContentPartPr/>
                <p14:nvPr/>
              </p14:nvContentPartPr>
              <p14:xfrm>
                <a:off x="4729608" y="864792"/>
                <a:ext cx="216000" cy="1119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9586995C-F1E8-80D6-99B7-5550A1F4462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720968" y="855792"/>
                  <a:ext cx="233640" cy="129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80DD79-594F-8A82-EE25-12BA7B577066}"/>
                  </a:ext>
                </a:extLst>
              </p14:cNvPr>
              <p14:cNvContentPartPr/>
              <p14:nvPr/>
            </p14:nvContentPartPr>
            <p14:xfrm>
              <a:off x="6400728" y="717192"/>
              <a:ext cx="273960" cy="2257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80DD79-594F-8A82-EE25-12BA7B577066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391728" y="708552"/>
                <a:ext cx="291600" cy="243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4" name="Group 13">
            <a:extLst>
              <a:ext uri="{FF2B5EF4-FFF2-40B4-BE49-F238E27FC236}">
                <a16:creationId xmlns:a16="http://schemas.microsoft.com/office/drawing/2014/main" id="{D18BF668-886F-3B9B-F425-E80A5806972E}"/>
              </a:ext>
            </a:extLst>
          </p:cNvPr>
          <p:cNvGrpSpPr/>
          <p:nvPr/>
        </p:nvGrpSpPr>
        <p:grpSpPr>
          <a:xfrm>
            <a:off x="6773688" y="622512"/>
            <a:ext cx="545760" cy="282240"/>
            <a:chOff x="6773688" y="622512"/>
            <a:chExt cx="545760" cy="28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2E094F6-8069-270E-7135-4CC61076FE91}"/>
                    </a:ext>
                  </a:extLst>
                </p14:cNvPr>
                <p14:cNvContentPartPr/>
                <p14:nvPr/>
              </p14:nvContentPartPr>
              <p14:xfrm>
                <a:off x="6773688" y="622512"/>
                <a:ext cx="424440" cy="2822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2E094F6-8069-270E-7135-4CC61076FE9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764688" y="613872"/>
                  <a:ext cx="44208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F09B8FED-47EE-BB92-D2FF-8FA04D6A4BF3}"/>
                    </a:ext>
                  </a:extLst>
                </p14:cNvPr>
                <p14:cNvContentPartPr/>
                <p14:nvPr/>
              </p14:nvContentPartPr>
              <p14:xfrm>
                <a:off x="7256448" y="670392"/>
                <a:ext cx="63000" cy="147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F09B8FED-47EE-BB92-D2FF-8FA04D6A4BF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247448" y="661752"/>
                  <a:ext cx="8064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718B35F-EB8D-E21D-6603-AF7A60694321}"/>
              </a:ext>
            </a:extLst>
          </p:cNvPr>
          <p:cNvGrpSpPr/>
          <p:nvPr/>
        </p:nvGrpSpPr>
        <p:grpSpPr>
          <a:xfrm>
            <a:off x="9275328" y="659592"/>
            <a:ext cx="1318680" cy="416520"/>
            <a:chOff x="9275328" y="659592"/>
            <a:chExt cx="1318680" cy="41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5085A99-29AA-A6F9-4FA2-F32F8D55ADFC}"/>
                    </a:ext>
                  </a:extLst>
                </p14:cNvPr>
                <p14:cNvContentPartPr/>
                <p14:nvPr/>
              </p14:nvContentPartPr>
              <p14:xfrm>
                <a:off x="9275328" y="659592"/>
                <a:ext cx="390240" cy="2815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5085A99-29AA-A6F9-4FA2-F32F8D55ADF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9266688" y="650592"/>
                  <a:ext cx="40788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EEB6D96E-60EE-682D-34E6-ABCED71C201E}"/>
                    </a:ext>
                  </a:extLst>
                </p14:cNvPr>
                <p14:cNvContentPartPr/>
                <p14:nvPr/>
              </p14:nvContentPartPr>
              <p14:xfrm>
                <a:off x="9740808" y="871272"/>
                <a:ext cx="350640" cy="2048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EEB6D96E-60EE-682D-34E6-ABCED71C201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9731808" y="862272"/>
                  <a:ext cx="3682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10E3A3B9-A309-4A79-DDC0-0142B8785AAA}"/>
                    </a:ext>
                  </a:extLst>
                </p14:cNvPr>
                <p14:cNvContentPartPr/>
                <p14:nvPr/>
              </p14:nvContentPartPr>
              <p14:xfrm>
                <a:off x="10147968" y="745992"/>
                <a:ext cx="386640" cy="1936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10E3A3B9-A309-4A79-DDC0-0142B8785AA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138968" y="736992"/>
                  <a:ext cx="4042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C4D7D7EC-2A3B-B830-D7CF-181936BADA0D}"/>
                    </a:ext>
                  </a:extLst>
                </p14:cNvPr>
                <p14:cNvContentPartPr/>
                <p14:nvPr/>
              </p14:nvContentPartPr>
              <p14:xfrm>
                <a:off x="10535328" y="782712"/>
                <a:ext cx="58680" cy="10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C4D7D7EC-2A3B-B830-D7CF-181936BADA0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0526688" y="773712"/>
                  <a:ext cx="76320" cy="18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0C8CDB8-ADF8-BC02-6BB6-457344A2690F}"/>
                  </a:ext>
                </a:extLst>
              </p14:cNvPr>
              <p14:cNvContentPartPr/>
              <p14:nvPr/>
            </p14:nvContentPartPr>
            <p14:xfrm>
              <a:off x="2361528" y="1451232"/>
              <a:ext cx="965160" cy="451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0C8CDB8-ADF8-BC02-6BB6-457344A2690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352888" y="1442592"/>
                <a:ext cx="982800" cy="469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8" name="Group 27">
            <a:extLst>
              <a:ext uri="{FF2B5EF4-FFF2-40B4-BE49-F238E27FC236}">
                <a16:creationId xmlns:a16="http://schemas.microsoft.com/office/drawing/2014/main" id="{C482CE8A-586F-81BA-1FE8-AE1ED91615A0}"/>
              </a:ext>
            </a:extLst>
          </p:cNvPr>
          <p:cNvGrpSpPr/>
          <p:nvPr/>
        </p:nvGrpSpPr>
        <p:grpSpPr>
          <a:xfrm>
            <a:off x="2529648" y="2311992"/>
            <a:ext cx="947160" cy="486720"/>
            <a:chOff x="2529648" y="2311992"/>
            <a:chExt cx="947160" cy="48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DCBA9DC-1617-8BA4-3A78-34A132CA9395}"/>
                    </a:ext>
                  </a:extLst>
                </p14:cNvPr>
                <p14:cNvContentPartPr/>
                <p14:nvPr/>
              </p14:nvContentPartPr>
              <p14:xfrm>
                <a:off x="2533968" y="2382552"/>
                <a:ext cx="29160" cy="1846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DCBA9DC-1617-8BA4-3A78-34A132CA939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525328" y="2373552"/>
                  <a:ext cx="468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53F35D56-6996-A991-0D21-056A2BADEC8A}"/>
                    </a:ext>
                  </a:extLst>
                </p14:cNvPr>
                <p14:cNvContentPartPr/>
                <p14:nvPr/>
              </p14:nvContentPartPr>
              <p14:xfrm>
                <a:off x="2529648" y="2311992"/>
                <a:ext cx="204120" cy="3070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53F35D56-6996-A991-0D21-056A2BADEC8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521008" y="2303352"/>
                  <a:ext cx="22176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BFBC1DE-8C7E-1AF2-03CF-32973AF30762}"/>
                    </a:ext>
                  </a:extLst>
                </p14:cNvPr>
                <p14:cNvContentPartPr/>
                <p14:nvPr/>
              </p14:nvContentPartPr>
              <p14:xfrm>
                <a:off x="2789568" y="2473272"/>
                <a:ext cx="22680" cy="885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BFBC1DE-8C7E-1AF2-03CF-32973AF3076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780928" y="2464632"/>
                  <a:ext cx="403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BFB81F4B-742E-2229-8EC2-D3D32E80C55F}"/>
                    </a:ext>
                  </a:extLst>
                </p14:cNvPr>
                <p14:cNvContentPartPr/>
                <p14:nvPr/>
              </p14:nvContentPartPr>
              <p14:xfrm>
                <a:off x="2811528" y="2411352"/>
                <a:ext cx="18000" cy="194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BFB81F4B-742E-2229-8EC2-D3D32E80C55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802888" y="2402352"/>
                  <a:ext cx="356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E260FCE-1F8B-234A-11C1-89C66F497BF5}"/>
                    </a:ext>
                  </a:extLst>
                </p14:cNvPr>
                <p14:cNvContentPartPr/>
                <p14:nvPr/>
              </p14:nvContentPartPr>
              <p14:xfrm>
                <a:off x="2846088" y="2467152"/>
                <a:ext cx="117000" cy="3315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E260FCE-1F8B-234A-11C1-89C66F497BF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837088" y="2458512"/>
                  <a:ext cx="13464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6D2DAA54-D7C5-DDF9-3B6C-9AF12ACAE53E}"/>
                    </a:ext>
                  </a:extLst>
                </p14:cNvPr>
                <p14:cNvContentPartPr/>
                <p14:nvPr/>
              </p14:nvContentPartPr>
              <p14:xfrm>
                <a:off x="3016728" y="2349072"/>
                <a:ext cx="40320" cy="2109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6D2DAA54-D7C5-DDF9-3B6C-9AF12ACAE53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008088" y="2340072"/>
                  <a:ext cx="579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06A32011-781A-B6DA-036F-373DC998C241}"/>
                    </a:ext>
                  </a:extLst>
                </p14:cNvPr>
                <p14:cNvContentPartPr/>
                <p14:nvPr/>
              </p14:nvContentPartPr>
              <p14:xfrm>
                <a:off x="3107448" y="2312712"/>
                <a:ext cx="369360" cy="2674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06A32011-781A-B6DA-036F-373DC998C24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098448" y="2303712"/>
                  <a:ext cx="387000" cy="285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D2A8846-FA40-DACF-59BC-53556255F6A5}"/>
              </a:ext>
            </a:extLst>
          </p:cNvPr>
          <p:cNvGrpSpPr/>
          <p:nvPr/>
        </p:nvGrpSpPr>
        <p:grpSpPr>
          <a:xfrm>
            <a:off x="2447208" y="3182112"/>
            <a:ext cx="1471320" cy="645480"/>
            <a:chOff x="2447208" y="3182112"/>
            <a:chExt cx="1471320" cy="64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B84DE850-EA74-EB7E-8612-856FDC98B1A5}"/>
                    </a:ext>
                  </a:extLst>
                </p14:cNvPr>
                <p14:cNvContentPartPr/>
                <p14:nvPr/>
              </p14:nvContentPartPr>
              <p14:xfrm>
                <a:off x="2447208" y="3226032"/>
                <a:ext cx="211320" cy="3916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B84DE850-EA74-EB7E-8612-856FDC98B1A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438208" y="3217032"/>
                  <a:ext cx="22896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9DB4A035-5013-3ED4-5DBD-893AC7289C27}"/>
                    </a:ext>
                  </a:extLst>
                </p14:cNvPr>
                <p14:cNvContentPartPr/>
                <p14:nvPr/>
              </p14:nvContentPartPr>
              <p14:xfrm>
                <a:off x="2758248" y="3247272"/>
                <a:ext cx="185760" cy="5803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9DB4A035-5013-3ED4-5DBD-893AC7289C2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749608" y="3238632"/>
                  <a:ext cx="203400" cy="59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73E35CF0-ED02-825D-E2AF-32C8DD3F20A7}"/>
                    </a:ext>
                  </a:extLst>
                </p14:cNvPr>
                <p14:cNvContentPartPr/>
                <p14:nvPr/>
              </p14:nvContentPartPr>
              <p14:xfrm>
                <a:off x="2848608" y="3451752"/>
                <a:ext cx="208800" cy="1130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73E35CF0-ED02-825D-E2AF-32C8DD3F20A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839608" y="3442752"/>
                  <a:ext cx="2264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4DA3175B-7784-2E07-D8ED-30216D366385}"/>
                    </a:ext>
                  </a:extLst>
                </p14:cNvPr>
                <p14:cNvContentPartPr/>
                <p14:nvPr/>
              </p14:nvContentPartPr>
              <p14:xfrm>
                <a:off x="3121128" y="3427632"/>
                <a:ext cx="68760" cy="594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4DA3175B-7784-2E07-D8ED-30216D36638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112488" y="3418632"/>
                  <a:ext cx="8640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041C64DA-7520-D85A-69E5-B8E29A73369F}"/>
                    </a:ext>
                  </a:extLst>
                </p14:cNvPr>
                <p14:cNvContentPartPr/>
                <p14:nvPr/>
              </p14:nvContentPartPr>
              <p14:xfrm>
                <a:off x="3247488" y="3424752"/>
                <a:ext cx="132840" cy="572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041C64DA-7520-D85A-69E5-B8E29A73369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238848" y="3415752"/>
                  <a:ext cx="15048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34DE85FE-BEC7-EB36-05FB-B40BCF891D05}"/>
                    </a:ext>
                  </a:extLst>
                </p14:cNvPr>
                <p14:cNvContentPartPr/>
                <p14:nvPr/>
              </p14:nvContentPartPr>
              <p14:xfrm>
                <a:off x="3461328" y="3182112"/>
                <a:ext cx="201240" cy="2412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34DE85FE-BEC7-EB36-05FB-B40BCF891D0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452328" y="3173112"/>
                  <a:ext cx="21888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68D679F9-22E8-7C13-585F-16B950168DDE}"/>
                    </a:ext>
                  </a:extLst>
                </p14:cNvPr>
                <p14:cNvContentPartPr/>
                <p14:nvPr/>
              </p14:nvContentPartPr>
              <p14:xfrm>
                <a:off x="3684168" y="3352392"/>
                <a:ext cx="2520" cy="208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68D679F9-22E8-7C13-585F-16B950168DD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675528" y="3343752"/>
                  <a:ext cx="201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1482003D-A2C0-B34A-1959-3EB4A93F2A6F}"/>
                    </a:ext>
                  </a:extLst>
                </p14:cNvPr>
                <p14:cNvContentPartPr/>
                <p14:nvPr/>
              </p14:nvContentPartPr>
              <p14:xfrm>
                <a:off x="3738528" y="3344472"/>
                <a:ext cx="134280" cy="889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1482003D-A2C0-B34A-1959-3EB4A93F2A6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729888" y="3335832"/>
                  <a:ext cx="1519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863C30E-4743-0FC4-AA34-09A17136E965}"/>
                    </a:ext>
                  </a:extLst>
                </p14:cNvPr>
                <p14:cNvContentPartPr/>
                <p14:nvPr/>
              </p14:nvContentPartPr>
              <p14:xfrm>
                <a:off x="3895848" y="3251952"/>
                <a:ext cx="22680" cy="216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863C30E-4743-0FC4-AA34-09A17136E96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87208" y="3243312"/>
                  <a:ext cx="4032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0F52F317-62AD-DE7D-CEEF-7AFA003CE7B6}"/>
              </a:ext>
            </a:extLst>
          </p:cNvPr>
          <p:cNvGrpSpPr/>
          <p:nvPr/>
        </p:nvGrpSpPr>
        <p:grpSpPr>
          <a:xfrm>
            <a:off x="4321368" y="1469592"/>
            <a:ext cx="741960" cy="277200"/>
            <a:chOff x="4321368" y="1469592"/>
            <a:chExt cx="741960" cy="27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6F4ABD91-6D51-390F-B461-1D2E019F3666}"/>
                    </a:ext>
                  </a:extLst>
                </p14:cNvPr>
                <p14:cNvContentPartPr/>
                <p14:nvPr/>
              </p14:nvContentPartPr>
              <p14:xfrm>
                <a:off x="4321368" y="1469592"/>
                <a:ext cx="189000" cy="2772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6F4ABD91-6D51-390F-B461-1D2E019F366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312728" y="1460592"/>
                  <a:ext cx="20664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F985CA5F-9821-739B-D371-B93F04FD046F}"/>
                    </a:ext>
                  </a:extLst>
                </p14:cNvPr>
                <p14:cNvContentPartPr/>
                <p14:nvPr/>
              </p14:nvContentPartPr>
              <p14:xfrm>
                <a:off x="4620888" y="1485072"/>
                <a:ext cx="120240" cy="2505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F985CA5F-9821-739B-D371-B93F04FD046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611888" y="1476432"/>
                  <a:ext cx="1378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C8078168-C876-3729-E051-07E6724FB4C5}"/>
                    </a:ext>
                  </a:extLst>
                </p14:cNvPr>
                <p14:cNvContentPartPr/>
                <p14:nvPr/>
              </p14:nvContentPartPr>
              <p14:xfrm>
                <a:off x="4850568" y="1506672"/>
                <a:ext cx="212760" cy="1674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C8078168-C876-3729-E051-07E6724FB4C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841928" y="1498032"/>
                  <a:ext cx="230400" cy="18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AB473C36-1215-23DC-E5F5-8F2E1E19F3C5}"/>
                  </a:ext>
                </a:extLst>
              </p14:cNvPr>
              <p14:cNvContentPartPr/>
              <p14:nvPr/>
            </p14:nvContentPartPr>
            <p14:xfrm>
              <a:off x="6823728" y="1372752"/>
              <a:ext cx="290880" cy="274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AB473C36-1215-23DC-E5F5-8F2E1E19F3C5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815088" y="1364112"/>
                <a:ext cx="3085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15256F16-1C90-A448-7F4B-DFD6E5446934}"/>
                  </a:ext>
                </a:extLst>
              </p14:cNvPr>
              <p14:cNvContentPartPr/>
              <p14:nvPr/>
            </p14:nvContentPartPr>
            <p14:xfrm>
              <a:off x="9762768" y="1417752"/>
              <a:ext cx="428760" cy="158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15256F16-1C90-A448-7F4B-DFD6E544693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754128" y="1408752"/>
                <a:ext cx="446400" cy="176040"/>
              </a:xfrm>
              <a:prstGeom prst="rect">
                <a:avLst/>
              </a:prstGeom>
            </p:spPr>
          </p:pic>
        </mc:Fallback>
      </mc:AlternateContent>
      <p:grpSp>
        <p:nvGrpSpPr>
          <p:cNvPr id="47" name="Group 46">
            <a:extLst>
              <a:ext uri="{FF2B5EF4-FFF2-40B4-BE49-F238E27FC236}">
                <a16:creationId xmlns:a16="http://schemas.microsoft.com/office/drawing/2014/main" id="{8EA3A6C0-73FD-60A2-19D8-D1933DA9B75A}"/>
              </a:ext>
            </a:extLst>
          </p:cNvPr>
          <p:cNvGrpSpPr/>
          <p:nvPr/>
        </p:nvGrpSpPr>
        <p:grpSpPr>
          <a:xfrm>
            <a:off x="4582368" y="2185272"/>
            <a:ext cx="342720" cy="287280"/>
            <a:chOff x="4582368" y="2185272"/>
            <a:chExt cx="342720" cy="28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6A2B0DEC-7E3D-DB79-58AD-22711B1DDC3A}"/>
                    </a:ext>
                  </a:extLst>
                </p14:cNvPr>
                <p14:cNvContentPartPr/>
                <p14:nvPr/>
              </p14:nvContentPartPr>
              <p14:xfrm>
                <a:off x="4582368" y="2198232"/>
                <a:ext cx="166680" cy="2743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6A2B0DEC-7E3D-DB79-58AD-22711B1DDC3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573368" y="2189592"/>
                  <a:ext cx="18432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9F6C8700-55FC-D308-DEAF-93A75387355D}"/>
                    </a:ext>
                  </a:extLst>
                </p14:cNvPr>
                <p14:cNvContentPartPr/>
                <p14:nvPr/>
              </p14:nvContentPartPr>
              <p14:xfrm>
                <a:off x="4700808" y="2185272"/>
                <a:ext cx="224280" cy="558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9F6C8700-55FC-D308-DEAF-93A75387355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691808" y="2176272"/>
                  <a:ext cx="241920" cy="7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0CC855E-FDAA-E067-5BF6-89480E10889E}"/>
              </a:ext>
            </a:extLst>
          </p:cNvPr>
          <p:cNvGrpSpPr/>
          <p:nvPr/>
        </p:nvGrpSpPr>
        <p:grpSpPr>
          <a:xfrm>
            <a:off x="6897888" y="2070432"/>
            <a:ext cx="745200" cy="287280"/>
            <a:chOff x="6897888" y="2070432"/>
            <a:chExt cx="745200" cy="28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3172F20B-E24B-F87A-8A85-3EF172F9CF4A}"/>
                    </a:ext>
                  </a:extLst>
                </p14:cNvPr>
                <p14:cNvContentPartPr/>
                <p14:nvPr/>
              </p14:nvContentPartPr>
              <p14:xfrm>
                <a:off x="6897888" y="2070432"/>
                <a:ext cx="10080" cy="28728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3172F20B-E24B-F87A-8A85-3EF172F9CF4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889248" y="2061432"/>
                  <a:ext cx="2772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48A8DD2D-9111-0DAC-C35C-8EA1E22562DF}"/>
                    </a:ext>
                  </a:extLst>
                </p14:cNvPr>
                <p14:cNvContentPartPr/>
                <p14:nvPr/>
              </p14:nvContentPartPr>
              <p14:xfrm>
                <a:off x="7017048" y="2090592"/>
                <a:ext cx="106920" cy="2455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48A8DD2D-9111-0DAC-C35C-8EA1E22562D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008048" y="2081952"/>
                  <a:ext cx="1245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AB8B3579-7A50-93FE-F714-13963FA1587D}"/>
                    </a:ext>
                  </a:extLst>
                </p14:cNvPr>
                <p14:cNvContentPartPr/>
                <p14:nvPr/>
              </p14:nvContentPartPr>
              <p14:xfrm>
                <a:off x="7217568" y="2129112"/>
                <a:ext cx="113040" cy="1886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AB8B3579-7A50-93FE-F714-13963FA1587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208928" y="2120472"/>
                  <a:ext cx="1306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C90485CD-F5D2-3CD8-237A-214AB7831C04}"/>
                    </a:ext>
                  </a:extLst>
                </p14:cNvPr>
                <p14:cNvContentPartPr/>
                <p14:nvPr/>
              </p14:nvContentPartPr>
              <p14:xfrm>
                <a:off x="7492248" y="2097432"/>
                <a:ext cx="150840" cy="2088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C90485CD-F5D2-3CD8-237A-214AB7831C0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483248" y="2088792"/>
                  <a:ext cx="168480" cy="22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05D938D6-412A-174C-7F71-F5A4ED1BFED3}"/>
              </a:ext>
            </a:extLst>
          </p:cNvPr>
          <p:cNvGrpSpPr/>
          <p:nvPr/>
        </p:nvGrpSpPr>
        <p:grpSpPr>
          <a:xfrm>
            <a:off x="9721368" y="2086992"/>
            <a:ext cx="778320" cy="218520"/>
            <a:chOff x="9721368" y="2086992"/>
            <a:chExt cx="778320" cy="21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7E2FF8B2-1BFA-D8A0-C763-947D8B7C4001}"/>
                    </a:ext>
                  </a:extLst>
                </p14:cNvPr>
                <p14:cNvContentPartPr/>
                <p14:nvPr/>
              </p14:nvContentPartPr>
              <p14:xfrm>
                <a:off x="9721368" y="2106792"/>
                <a:ext cx="51480" cy="1861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7E2FF8B2-1BFA-D8A0-C763-947D8B7C400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712368" y="2098152"/>
                  <a:ext cx="691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4C0535C7-7958-2598-4611-7D8FAD17BEB5}"/>
                    </a:ext>
                  </a:extLst>
                </p14:cNvPr>
                <p14:cNvContentPartPr/>
                <p14:nvPr/>
              </p14:nvContentPartPr>
              <p14:xfrm>
                <a:off x="9862848" y="2086992"/>
                <a:ext cx="85680" cy="1861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4C0535C7-7958-2598-4611-7D8FAD17BEB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853848" y="2077992"/>
                  <a:ext cx="1033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D7553ED7-A38D-1200-AD20-F3157519689C}"/>
                    </a:ext>
                  </a:extLst>
                </p14:cNvPr>
                <p14:cNvContentPartPr/>
                <p14:nvPr/>
              </p14:nvContentPartPr>
              <p14:xfrm>
                <a:off x="10093248" y="2130192"/>
                <a:ext cx="133200" cy="1753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D7553ED7-A38D-1200-AD20-F3157519689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084608" y="2121192"/>
                  <a:ext cx="1508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B6CC9D7-63EF-2AF9-3282-CA7A4D5407BF}"/>
                    </a:ext>
                  </a:extLst>
                </p14:cNvPr>
                <p14:cNvContentPartPr/>
                <p14:nvPr/>
              </p14:nvContentPartPr>
              <p14:xfrm>
                <a:off x="10353888" y="2145672"/>
                <a:ext cx="145800" cy="918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B6CC9D7-63EF-2AF9-3282-CA7A4D5407B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344888" y="2137032"/>
                  <a:ext cx="163440" cy="10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D70AED77-2370-B8D2-C9DA-1AD148B24CFE}"/>
              </a:ext>
            </a:extLst>
          </p:cNvPr>
          <p:cNvGrpSpPr/>
          <p:nvPr/>
        </p:nvGrpSpPr>
        <p:grpSpPr>
          <a:xfrm>
            <a:off x="4753728" y="3070512"/>
            <a:ext cx="324000" cy="336240"/>
            <a:chOff x="4753728" y="3070512"/>
            <a:chExt cx="324000" cy="33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9AC10096-6327-7C19-04A6-ADB26DB13EAA}"/>
                    </a:ext>
                  </a:extLst>
                </p14:cNvPr>
                <p14:cNvContentPartPr/>
                <p14:nvPr/>
              </p14:nvContentPartPr>
              <p14:xfrm>
                <a:off x="4753728" y="3146112"/>
                <a:ext cx="80640" cy="2606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9AC10096-6327-7C19-04A6-ADB26DB13EA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744728" y="3137472"/>
                  <a:ext cx="982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D0478BE7-040C-91CC-47F0-DE0BCB6405DA}"/>
                    </a:ext>
                  </a:extLst>
                </p14:cNvPr>
                <p14:cNvContentPartPr/>
                <p14:nvPr/>
              </p14:nvContentPartPr>
              <p14:xfrm>
                <a:off x="4863528" y="3070512"/>
                <a:ext cx="214200" cy="1080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D0478BE7-040C-91CC-47F0-DE0BCB6405D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854888" y="3061512"/>
                  <a:ext cx="231840" cy="12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647EC34C-6BE1-D3CA-D5F8-D80CC37FC517}"/>
              </a:ext>
            </a:extLst>
          </p:cNvPr>
          <p:cNvGrpSpPr/>
          <p:nvPr/>
        </p:nvGrpSpPr>
        <p:grpSpPr>
          <a:xfrm>
            <a:off x="6816888" y="3037032"/>
            <a:ext cx="1048680" cy="254160"/>
            <a:chOff x="6816888" y="3037032"/>
            <a:chExt cx="1048680" cy="25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E35BE060-C978-9DFA-8C02-3F14DC4CA867}"/>
                    </a:ext>
                  </a:extLst>
                </p14:cNvPr>
                <p14:cNvContentPartPr/>
                <p14:nvPr/>
              </p14:nvContentPartPr>
              <p14:xfrm>
                <a:off x="6816888" y="3082752"/>
                <a:ext cx="145440" cy="1800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E35BE060-C978-9DFA-8C02-3F14DC4CA86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808248" y="3074112"/>
                  <a:ext cx="16308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EA1628F1-9921-C7BA-6BE6-F32F005F9948}"/>
                    </a:ext>
                  </a:extLst>
                </p14:cNvPr>
                <p14:cNvContentPartPr/>
                <p14:nvPr/>
              </p14:nvContentPartPr>
              <p14:xfrm>
                <a:off x="7150248" y="3076632"/>
                <a:ext cx="79560" cy="2145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EA1628F1-9921-C7BA-6BE6-F32F005F994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141248" y="3067992"/>
                  <a:ext cx="972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7844B1F7-C5A6-D472-A538-977C5253DC2F}"/>
                    </a:ext>
                  </a:extLst>
                </p14:cNvPr>
                <p14:cNvContentPartPr/>
                <p14:nvPr/>
              </p14:nvContentPartPr>
              <p14:xfrm>
                <a:off x="7370928" y="3061512"/>
                <a:ext cx="110520" cy="1868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7844B1F7-C5A6-D472-A538-977C5253DC2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362288" y="3052872"/>
                  <a:ext cx="1281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68B8079A-F5E2-FFB2-BA74-D2CDC5FBDE49}"/>
                    </a:ext>
                  </a:extLst>
                </p14:cNvPr>
                <p14:cNvContentPartPr/>
                <p14:nvPr/>
              </p14:nvContentPartPr>
              <p14:xfrm>
                <a:off x="7617888" y="3037032"/>
                <a:ext cx="247680" cy="1224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68B8079A-F5E2-FFB2-BA74-D2CDC5FBDE4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609248" y="3028392"/>
                  <a:ext cx="265320" cy="14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468E8CD8-35DC-2FED-60B0-5BEF5A5A7235}"/>
              </a:ext>
            </a:extLst>
          </p:cNvPr>
          <p:cNvGrpSpPr/>
          <p:nvPr/>
        </p:nvGrpSpPr>
        <p:grpSpPr>
          <a:xfrm>
            <a:off x="9816768" y="2911392"/>
            <a:ext cx="1078560" cy="204840"/>
            <a:chOff x="9816768" y="2911392"/>
            <a:chExt cx="1078560" cy="20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BAAE6047-F816-3BFA-3B36-CC02A39249C5}"/>
                    </a:ext>
                  </a:extLst>
                </p14:cNvPr>
                <p14:cNvContentPartPr/>
                <p14:nvPr/>
              </p14:nvContentPartPr>
              <p14:xfrm>
                <a:off x="9816768" y="2911392"/>
                <a:ext cx="153720" cy="20484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BAAE6047-F816-3BFA-3B36-CC02A39249C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807768" y="2902392"/>
                  <a:ext cx="1713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AB1F08F6-24EB-E368-7253-34A56644264C}"/>
                    </a:ext>
                  </a:extLst>
                </p14:cNvPr>
                <p14:cNvContentPartPr/>
                <p14:nvPr/>
              </p14:nvContentPartPr>
              <p14:xfrm>
                <a:off x="10038168" y="2925072"/>
                <a:ext cx="154080" cy="1771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AB1F08F6-24EB-E368-7253-34A56644264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029528" y="2916432"/>
                  <a:ext cx="1717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A691CF0F-34B0-345F-9AF8-A0D72A5A556F}"/>
                    </a:ext>
                  </a:extLst>
                </p14:cNvPr>
                <p14:cNvContentPartPr/>
                <p14:nvPr/>
              </p14:nvContentPartPr>
              <p14:xfrm>
                <a:off x="10281888" y="2921832"/>
                <a:ext cx="164880" cy="1461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A691CF0F-34B0-345F-9AF8-A0D72A5A556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272888" y="2912832"/>
                  <a:ext cx="1825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835E2C8E-0101-6639-9D01-706F59D6E7B3}"/>
                    </a:ext>
                  </a:extLst>
                </p14:cNvPr>
                <p14:cNvContentPartPr/>
                <p14:nvPr/>
              </p14:nvContentPartPr>
              <p14:xfrm>
                <a:off x="10568088" y="2945952"/>
                <a:ext cx="90720" cy="1357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835E2C8E-0101-6639-9D01-706F59D6E7B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559448" y="2937312"/>
                  <a:ext cx="10836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9C8363E0-A2E2-6F91-404C-101A11A029A0}"/>
                    </a:ext>
                  </a:extLst>
                </p14:cNvPr>
                <p14:cNvContentPartPr/>
                <p14:nvPr/>
              </p14:nvContentPartPr>
              <p14:xfrm>
                <a:off x="10756728" y="2921112"/>
                <a:ext cx="138600" cy="464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9C8363E0-A2E2-6F91-404C-101A11A029A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747728" y="2912472"/>
                  <a:ext cx="156240" cy="64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DB127CE3-A6EF-3173-CE71-75BE0472FFB9}"/>
                  </a:ext>
                </a:extLst>
              </p14:cNvPr>
              <p14:cNvContentPartPr/>
              <p14:nvPr/>
            </p14:nvContentPartPr>
            <p14:xfrm>
              <a:off x="1905768" y="4278672"/>
              <a:ext cx="653760" cy="295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DB127CE3-A6EF-3173-CE71-75BE0472FFB9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897128" y="4270032"/>
                <a:ext cx="671400" cy="313560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6D3A3463-58A9-E929-E9CD-3CB5D2EEB749}"/>
              </a:ext>
            </a:extLst>
          </p:cNvPr>
          <p:cNvGrpSpPr/>
          <p:nvPr/>
        </p:nvGrpSpPr>
        <p:grpSpPr>
          <a:xfrm>
            <a:off x="2828448" y="4129272"/>
            <a:ext cx="1747080" cy="709920"/>
            <a:chOff x="2828448" y="4129272"/>
            <a:chExt cx="1747080" cy="70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FE4E875E-7D69-B084-E899-CDEBFA061EEF}"/>
                    </a:ext>
                  </a:extLst>
                </p14:cNvPr>
                <p14:cNvContentPartPr/>
                <p14:nvPr/>
              </p14:nvContentPartPr>
              <p14:xfrm>
                <a:off x="2828448" y="4129272"/>
                <a:ext cx="237600" cy="7099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FE4E875E-7D69-B084-E899-CDEBFA061EE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819448" y="4120632"/>
                  <a:ext cx="255240" cy="72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64748C33-EDD6-391F-8895-873886C3EA73}"/>
                    </a:ext>
                  </a:extLst>
                </p14:cNvPr>
                <p14:cNvContentPartPr/>
                <p14:nvPr/>
              </p14:nvContentPartPr>
              <p14:xfrm>
                <a:off x="3031488" y="4222152"/>
                <a:ext cx="713520" cy="4186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64748C33-EDD6-391F-8895-873886C3EA7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022848" y="4213512"/>
                  <a:ext cx="731160" cy="43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9FD2E8D1-A70A-3611-34EA-299059433B30}"/>
                    </a:ext>
                  </a:extLst>
                </p14:cNvPr>
                <p14:cNvContentPartPr/>
                <p14:nvPr/>
              </p14:nvContentPartPr>
              <p14:xfrm>
                <a:off x="3857688" y="4502592"/>
                <a:ext cx="32760" cy="1227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9FD2E8D1-A70A-3611-34EA-299059433B3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849048" y="4493952"/>
                  <a:ext cx="5040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20A3906-1D73-B07F-1038-401FD2909989}"/>
                    </a:ext>
                  </a:extLst>
                </p14:cNvPr>
                <p14:cNvContentPartPr/>
                <p14:nvPr/>
              </p14:nvContentPartPr>
              <p14:xfrm>
                <a:off x="3949488" y="4459392"/>
                <a:ext cx="8640" cy="518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20A3906-1D73-B07F-1038-401FD290998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940848" y="4450392"/>
                  <a:ext cx="2628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2E998927-A3A8-01AB-2292-38CC90B7BB4C}"/>
                    </a:ext>
                  </a:extLst>
                </p14:cNvPr>
                <p14:cNvContentPartPr/>
                <p14:nvPr/>
              </p14:nvContentPartPr>
              <p14:xfrm>
                <a:off x="3967128" y="4369752"/>
                <a:ext cx="14400" cy="266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2E998927-A3A8-01AB-2292-38CC90B7BB4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958128" y="4361112"/>
                  <a:ext cx="320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B78C9AFE-F88B-C199-E0E9-BA3C714B1AC6}"/>
                    </a:ext>
                  </a:extLst>
                </p14:cNvPr>
                <p14:cNvContentPartPr/>
                <p14:nvPr/>
              </p14:nvContentPartPr>
              <p14:xfrm>
                <a:off x="4057128" y="4254192"/>
                <a:ext cx="365400" cy="4255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B78C9AFE-F88B-C199-E0E9-BA3C714B1AC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048488" y="4245552"/>
                  <a:ext cx="38304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6E34F44D-DBAE-2DB3-AF7E-330E74406596}"/>
                    </a:ext>
                  </a:extLst>
                </p14:cNvPr>
                <p14:cNvContentPartPr/>
                <p14:nvPr/>
              </p14:nvContentPartPr>
              <p14:xfrm>
                <a:off x="4331088" y="4226112"/>
                <a:ext cx="244440" cy="5990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6E34F44D-DBAE-2DB3-AF7E-330E7440659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322088" y="4217112"/>
                  <a:ext cx="262080" cy="61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14F947B0-E846-4329-A42D-3485EC057CC7}"/>
              </a:ext>
            </a:extLst>
          </p:cNvPr>
          <p:cNvGrpSpPr/>
          <p:nvPr/>
        </p:nvGrpSpPr>
        <p:grpSpPr>
          <a:xfrm>
            <a:off x="4869648" y="4402872"/>
            <a:ext cx="165240" cy="105480"/>
            <a:chOff x="4869648" y="4402872"/>
            <a:chExt cx="165240" cy="10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17691071-F6E7-C6C3-E046-064B2B949F1A}"/>
                    </a:ext>
                  </a:extLst>
                </p14:cNvPr>
                <p14:cNvContentPartPr/>
                <p14:nvPr/>
              </p14:nvContentPartPr>
              <p14:xfrm>
                <a:off x="4869648" y="4402872"/>
                <a:ext cx="144000" cy="309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17691071-F6E7-C6C3-E046-064B2B949F1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860648" y="4394232"/>
                  <a:ext cx="1616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0650CCE-DC20-52E3-9E80-7FEAEDB29AD0}"/>
                    </a:ext>
                  </a:extLst>
                </p14:cNvPr>
                <p14:cNvContentPartPr/>
                <p14:nvPr/>
              </p14:nvContentPartPr>
              <p14:xfrm>
                <a:off x="4932648" y="4484952"/>
                <a:ext cx="102240" cy="234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0650CCE-DC20-52E3-9E80-7FEAEDB29AD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923648" y="4476312"/>
                  <a:ext cx="11988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2CB5F39-19A2-304D-58FB-27CCA4FF80B3}"/>
              </a:ext>
            </a:extLst>
          </p:cNvPr>
          <p:cNvGrpSpPr/>
          <p:nvPr/>
        </p:nvGrpSpPr>
        <p:grpSpPr>
          <a:xfrm>
            <a:off x="6202008" y="4122072"/>
            <a:ext cx="932760" cy="300240"/>
            <a:chOff x="6202008" y="4122072"/>
            <a:chExt cx="932760" cy="30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E6D85C49-597E-0F79-F36F-CB2B07AFE90C}"/>
                    </a:ext>
                  </a:extLst>
                </p14:cNvPr>
                <p14:cNvContentPartPr/>
                <p14:nvPr/>
              </p14:nvContentPartPr>
              <p14:xfrm>
                <a:off x="6202008" y="4122072"/>
                <a:ext cx="149400" cy="2412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E6D85C49-597E-0F79-F36F-CB2B07AFE90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193008" y="4113072"/>
                  <a:ext cx="16704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0B03558-2ED6-45CD-D679-862681AC2C31}"/>
                    </a:ext>
                  </a:extLst>
                </p14:cNvPr>
                <p14:cNvContentPartPr/>
                <p14:nvPr/>
              </p14:nvContentPartPr>
              <p14:xfrm>
                <a:off x="6437088" y="4166352"/>
                <a:ext cx="63360" cy="1828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0B03558-2ED6-45CD-D679-862681AC2C3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428088" y="4157712"/>
                  <a:ext cx="810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26BC0FA1-000B-9ADD-388D-1FC49E9F82BC}"/>
                    </a:ext>
                  </a:extLst>
                </p14:cNvPr>
                <p14:cNvContentPartPr/>
                <p14:nvPr/>
              </p14:nvContentPartPr>
              <p14:xfrm>
                <a:off x="6564528" y="4181112"/>
                <a:ext cx="66240" cy="2217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26BC0FA1-000B-9ADD-388D-1FC49E9F82B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555888" y="4172472"/>
                  <a:ext cx="838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0A11CC1B-ABFF-DB08-E4E1-E84DA78D62AD}"/>
                    </a:ext>
                  </a:extLst>
                </p14:cNvPr>
                <p14:cNvContentPartPr/>
                <p14:nvPr/>
              </p14:nvContentPartPr>
              <p14:xfrm>
                <a:off x="6911928" y="4223952"/>
                <a:ext cx="109440" cy="1504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0A11CC1B-ABFF-DB08-E4E1-E84DA78D62A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902928" y="4215312"/>
                  <a:ext cx="1270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D3E02064-9DED-2842-5275-8328774A3066}"/>
                    </a:ext>
                  </a:extLst>
                </p14:cNvPr>
                <p14:cNvContentPartPr/>
                <p14:nvPr/>
              </p14:nvContentPartPr>
              <p14:xfrm>
                <a:off x="7008408" y="4182912"/>
                <a:ext cx="126360" cy="406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D3E02064-9DED-2842-5275-8328774A306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999408" y="4173912"/>
                  <a:ext cx="14400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7A0B632C-AB5A-D878-B4B1-0E182005AA29}"/>
                    </a:ext>
                  </a:extLst>
                </p14:cNvPr>
                <p14:cNvContentPartPr/>
                <p14:nvPr/>
              </p14:nvContentPartPr>
              <p14:xfrm>
                <a:off x="6754248" y="4257792"/>
                <a:ext cx="82080" cy="1414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7A0B632C-AB5A-D878-B4B1-0E182005AA2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745248" y="4249152"/>
                  <a:ext cx="997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3C1457E0-5633-F90A-E622-5F7EAC281116}"/>
                    </a:ext>
                  </a:extLst>
                </p14:cNvPr>
                <p14:cNvContentPartPr/>
                <p14:nvPr/>
              </p14:nvContentPartPr>
              <p14:xfrm>
                <a:off x="6761808" y="4258152"/>
                <a:ext cx="89280" cy="1641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3C1457E0-5633-F90A-E622-5F7EAC28111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753168" y="4249512"/>
                  <a:ext cx="1069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290C6E9C-39E5-520A-9C1F-B017C20C2730}"/>
                    </a:ext>
                  </a:extLst>
                </p14:cNvPr>
                <p14:cNvContentPartPr/>
                <p14:nvPr/>
              </p14:nvContentPartPr>
              <p14:xfrm>
                <a:off x="6740208" y="4350312"/>
                <a:ext cx="92880" cy="399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290C6E9C-39E5-520A-9C1F-B017C20C273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731568" y="4341312"/>
                  <a:ext cx="1105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DA5F229C-E44E-67B1-4AC5-CD0CE2438F14}"/>
                    </a:ext>
                  </a:extLst>
                </p14:cNvPr>
                <p14:cNvContentPartPr/>
                <p14:nvPr/>
              </p14:nvContentPartPr>
              <p14:xfrm>
                <a:off x="6817248" y="4269312"/>
                <a:ext cx="12240" cy="1371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DA5F229C-E44E-67B1-4AC5-CD0CE2438F1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808608" y="4260672"/>
                  <a:ext cx="29880" cy="15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254EEFB-C0C8-17AC-0F4C-AA386B69702E}"/>
              </a:ext>
            </a:extLst>
          </p:cNvPr>
          <p:cNvGrpSpPr/>
          <p:nvPr/>
        </p:nvGrpSpPr>
        <p:grpSpPr>
          <a:xfrm>
            <a:off x="7352208" y="4114152"/>
            <a:ext cx="1726920" cy="307080"/>
            <a:chOff x="7352208" y="4114152"/>
            <a:chExt cx="1726920" cy="30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9F3EAD80-3115-EADB-72F2-8852D6974E60}"/>
                    </a:ext>
                  </a:extLst>
                </p14:cNvPr>
                <p14:cNvContentPartPr/>
                <p14:nvPr/>
              </p14:nvContentPartPr>
              <p14:xfrm>
                <a:off x="7352208" y="4279392"/>
                <a:ext cx="236160" cy="298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9F3EAD80-3115-EADB-72F2-8852D6974E6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343568" y="4270392"/>
                  <a:ext cx="2538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13A47087-DBBF-5709-192E-E4329AC12141}"/>
                    </a:ext>
                  </a:extLst>
                </p14:cNvPr>
                <p14:cNvContentPartPr/>
                <p14:nvPr/>
              </p14:nvContentPartPr>
              <p14:xfrm>
                <a:off x="7432488" y="4209192"/>
                <a:ext cx="42480" cy="2120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13A47087-DBBF-5709-192E-E4329AC1214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423848" y="4200192"/>
                  <a:ext cx="601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CC2D0E33-6770-6E5D-CE29-E818ACF84B6A}"/>
                    </a:ext>
                  </a:extLst>
                </p14:cNvPr>
                <p14:cNvContentPartPr/>
                <p14:nvPr/>
              </p14:nvContentPartPr>
              <p14:xfrm>
                <a:off x="7736688" y="4114152"/>
                <a:ext cx="115560" cy="2458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CC2D0E33-6770-6E5D-CE29-E818ACF84B6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728048" y="4105152"/>
                  <a:ext cx="13320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1093312-3BC2-D4CF-9C74-C8DFF9822CD3}"/>
                    </a:ext>
                  </a:extLst>
                </p14:cNvPr>
                <p14:cNvContentPartPr/>
                <p14:nvPr/>
              </p14:nvContentPartPr>
              <p14:xfrm>
                <a:off x="8015328" y="4255272"/>
                <a:ext cx="38160" cy="504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1093312-3BC2-D4CF-9C74-C8DFF9822CD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006688" y="4246632"/>
                  <a:ext cx="5580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D2BEA1D9-A1A0-2E25-87B5-6B72708C7BB0}"/>
                    </a:ext>
                  </a:extLst>
                </p14:cNvPr>
                <p14:cNvContentPartPr/>
                <p14:nvPr/>
              </p14:nvContentPartPr>
              <p14:xfrm>
                <a:off x="8154288" y="4141152"/>
                <a:ext cx="156600" cy="2199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D2BEA1D9-A1A0-2E25-87B5-6B72708C7BB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145648" y="4132152"/>
                  <a:ext cx="1742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8AD925E4-877F-34F6-5469-C63F988A8DFD}"/>
                    </a:ext>
                  </a:extLst>
                </p14:cNvPr>
                <p14:cNvContentPartPr/>
                <p14:nvPr/>
              </p14:nvContentPartPr>
              <p14:xfrm>
                <a:off x="8441928" y="4118112"/>
                <a:ext cx="119160" cy="1904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8AD925E4-877F-34F6-5469-C63F988A8DF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433288" y="4109112"/>
                  <a:ext cx="1368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1FD2EF1E-6912-9553-2409-C814B4F52622}"/>
                    </a:ext>
                  </a:extLst>
                </p14:cNvPr>
                <p14:cNvContentPartPr/>
                <p14:nvPr/>
              </p14:nvContentPartPr>
              <p14:xfrm>
                <a:off x="8706168" y="4119912"/>
                <a:ext cx="101160" cy="1843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1FD2EF1E-6912-9553-2409-C814B4F5262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697168" y="4111272"/>
                  <a:ext cx="1188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EAE025CB-075D-A905-A74E-D815BD8767E7}"/>
                    </a:ext>
                  </a:extLst>
                </p14:cNvPr>
                <p14:cNvContentPartPr/>
                <p14:nvPr/>
              </p14:nvContentPartPr>
              <p14:xfrm>
                <a:off x="8952048" y="4164192"/>
                <a:ext cx="127080" cy="950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EAE025CB-075D-A905-A74E-D815BD8767E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943408" y="4155552"/>
                  <a:ext cx="14472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73E62679-3B7E-E6B8-33D6-E1CC43485E6F}"/>
                    </a:ext>
                  </a:extLst>
                </p14:cNvPr>
                <p14:cNvContentPartPr/>
                <p14:nvPr/>
              </p14:nvContentPartPr>
              <p14:xfrm>
                <a:off x="7987608" y="4189752"/>
                <a:ext cx="98280" cy="1688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73E62679-3B7E-E6B8-33D6-E1CC43485E6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978968" y="4180752"/>
                  <a:ext cx="1159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CA876B1A-00A1-751C-0B3C-FBE7EEB2CB50}"/>
                    </a:ext>
                  </a:extLst>
                </p14:cNvPr>
                <p14:cNvContentPartPr/>
                <p14:nvPr/>
              </p14:nvContentPartPr>
              <p14:xfrm>
                <a:off x="7998408" y="4228272"/>
                <a:ext cx="89280" cy="1857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CA876B1A-00A1-751C-0B3C-FBE7EEB2CB5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989408" y="4219272"/>
                  <a:ext cx="1069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5663DD2-C390-7BB8-D798-7C1CDAB9A3DD}"/>
                    </a:ext>
                  </a:extLst>
                </p14:cNvPr>
                <p14:cNvContentPartPr/>
                <p14:nvPr/>
              </p14:nvContentPartPr>
              <p14:xfrm>
                <a:off x="7943688" y="4311432"/>
                <a:ext cx="131400" cy="489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5663DD2-C390-7BB8-D798-7C1CDAB9A3D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935048" y="4302792"/>
                  <a:ext cx="149040" cy="6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35CC1A67-910B-85E2-8523-0D309BFEAC6A}"/>
              </a:ext>
            </a:extLst>
          </p:cNvPr>
          <p:cNvGrpSpPr/>
          <p:nvPr/>
        </p:nvGrpSpPr>
        <p:grpSpPr>
          <a:xfrm>
            <a:off x="9334008" y="4165992"/>
            <a:ext cx="249120" cy="167040"/>
            <a:chOff x="9334008" y="4165992"/>
            <a:chExt cx="249120" cy="16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815BD6E-0D5B-528F-A039-9DB9BC545851}"/>
                    </a:ext>
                  </a:extLst>
                </p14:cNvPr>
                <p14:cNvContentPartPr/>
                <p14:nvPr/>
              </p14:nvContentPartPr>
              <p14:xfrm>
                <a:off x="9334008" y="4193712"/>
                <a:ext cx="249120" cy="561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815BD6E-0D5B-528F-A039-9DB9BC54585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325368" y="4184712"/>
                  <a:ext cx="2667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2B03A7CA-AC4D-1621-7F0B-3C15574CE91A}"/>
                    </a:ext>
                  </a:extLst>
                </p14:cNvPr>
                <p14:cNvContentPartPr/>
                <p14:nvPr/>
              </p14:nvContentPartPr>
              <p14:xfrm>
                <a:off x="9481968" y="4165992"/>
                <a:ext cx="19080" cy="1670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2B03A7CA-AC4D-1621-7F0B-3C15574CE91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472968" y="4156992"/>
                  <a:ext cx="36720" cy="18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DBA37A95-A3D7-D74F-C640-68B6A41973A4}"/>
              </a:ext>
            </a:extLst>
          </p:cNvPr>
          <p:cNvGrpSpPr/>
          <p:nvPr/>
        </p:nvGrpSpPr>
        <p:grpSpPr>
          <a:xfrm>
            <a:off x="9782568" y="4076352"/>
            <a:ext cx="1504800" cy="225000"/>
            <a:chOff x="9782568" y="4076352"/>
            <a:chExt cx="1504800" cy="22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EC3AFBF0-7D1C-AE61-1DF2-0827589D9EE3}"/>
                    </a:ext>
                  </a:extLst>
                </p14:cNvPr>
                <p14:cNvContentPartPr/>
                <p14:nvPr/>
              </p14:nvContentPartPr>
              <p14:xfrm>
                <a:off x="9782568" y="4136832"/>
                <a:ext cx="142200" cy="1645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EC3AFBF0-7D1C-AE61-1DF2-0827589D9EE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773928" y="4127832"/>
                  <a:ext cx="1598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4971EFF-BC47-DB5A-1F55-6246B8364F05}"/>
                    </a:ext>
                  </a:extLst>
                </p14:cNvPr>
                <p14:cNvContentPartPr/>
                <p14:nvPr/>
              </p14:nvContentPartPr>
              <p14:xfrm>
                <a:off x="10088568" y="4128192"/>
                <a:ext cx="180000" cy="1180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4971EFF-BC47-DB5A-1F55-6246B8364F0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079568" y="4119552"/>
                  <a:ext cx="1976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B7D12B95-9D70-FF60-5EC1-F7A7196F7D3D}"/>
                    </a:ext>
                  </a:extLst>
                </p14:cNvPr>
                <p14:cNvContentPartPr/>
                <p14:nvPr/>
              </p14:nvContentPartPr>
              <p14:xfrm>
                <a:off x="10398168" y="4099752"/>
                <a:ext cx="5760" cy="1224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B7D12B95-9D70-FF60-5EC1-F7A7196F7D3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389168" y="4091112"/>
                  <a:ext cx="234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9022878D-CDF4-5851-82A8-D23963662717}"/>
                    </a:ext>
                  </a:extLst>
                </p14:cNvPr>
                <p14:cNvContentPartPr/>
                <p14:nvPr/>
              </p14:nvContentPartPr>
              <p14:xfrm>
                <a:off x="10357848" y="4076352"/>
                <a:ext cx="126360" cy="2005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9022878D-CDF4-5851-82A8-D2396366271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349208" y="4067712"/>
                  <a:ext cx="1440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E74CE829-B8EE-C84F-1A24-F36A8A0C4482}"/>
                    </a:ext>
                  </a:extLst>
                </p14:cNvPr>
                <p14:cNvContentPartPr/>
                <p14:nvPr/>
              </p14:nvContentPartPr>
              <p14:xfrm>
                <a:off x="10607688" y="4081752"/>
                <a:ext cx="114840" cy="1890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E74CE829-B8EE-C84F-1A24-F36A8A0C448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599048" y="4072752"/>
                  <a:ext cx="1324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EA60A354-407D-237E-5EE7-5F159CCF49A8}"/>
                    </a:ext>
                  </a:extLst>
                </p14:cNvPr>
                <p14:cNvContentPartPr/>
                <p14:nvPr/>
              </p14:nvContentPartPr>
              <p14:xfrm>
                <a:off x="10834848" y="4117392"/>
                <a:ext cx="272160" cy="982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EA60A354-407D-237E-5EE7-5F159CCF49A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825848" y="4108752"/>
                  <a:ext cx="28980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E6B6D1BD-D5B9-59D3-CDFE-989323D1C794}"/>
                    </a:ext>
                  </a:extLst>
                </p14:cNvPr>
                <p14:cNvContentPartPr/>
                <p14:nvPr/>
              </p14:nvContentPartPr>
              <p14:xfrm>
                <a:off x="11139768" y="4076352"/>
                <a:ext cx="147600" cy="500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E6B6D1BD-D5B9-59D3-CDFE-989323D1C79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130768" y="4067712"/>
                  <a:ext cx="16524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50D4AB67-8B40-D923-6766-553BBC351B11}"/>
              </a:ext>
            </a:extLst>
          </p:cNvPr>
          <p:cNvGrpSpPr/>
          <p:nvPr/>
        </p:nvGrpSpPr>
        <p:grpSpPr>
          <a:xfrm>
            <a:off x="6073848" y="4515552"/>
            <a:ext cx="5352480" cy="711000"/>
            <a:chOff x="6073848" y="4515552"/>
            <a:chExt cx="5352480" cy="71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6AE61A7E-1514-4D4B-4147-0CEB7771F1A0}"/>
                    </a:ext>
                  </a:extLst>
                </p14:cNvPr>
                <p14:cNvContentPartPr/>
                <p14:nvPr/>
              </p14:nvContentPartPr>
              <p14:xfrm>
                <a:off x="6369048" y="4515552"/>
                <a:ext cx="5057280" cy="1476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6AE61A7E-1514-4D4B-4147-0CEB7771F1A0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360408" y="4506552"/>
                  <a:ext cx="5074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88D41232-32EE-0F98-55E2-AE178347A6DF}"/>
                    </a:ext>
                  </a:extLst>
                </p14:cNvPr>
                <p14:cNvContentPartPr/>
                <p14:nvPr/>
              </p14:nvContentPartPr>
              <p14:xfrm>
                <a:off x="6073848" y="4931712"/>
                <a:ext cx="51840" cy="2696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88D41232-32EE-0F98-55E2-AE178347A6D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064848" y="4923072"/>
                  <a:ext cx="6948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32092A2-CF64-7EBD-9185-871F746E21E8}"/>
                    </a:ext>
                  </a:extLst>
                </p14:cNvPr>
                <p14:cNvContentPartPr/>
                <p14:nvPr/>
              </p14:nvContentPartPr>
              <p14:xfrm>
                <a:off x="6126408" y="4703112"/>
                <a:ext cx="162360" cy="5234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32092A2-CF64-7EBD-9185-871F746E21E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117768" y="4694472"/>
                  <a:ext cx="18000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578CE320-74D2-C132-20CC-40C3CA567C5D}"/>
                    </a:ext>
                  </a:extLst>
                </p14:cNvPr>
                <p14:cNvContentPartPr/>
                <p14:nvPr/>
              </p14:nvContentPartPr>
              <p14:xfrm>
                <a:off x="6276888" y="4677912"/>
                <a:ext cx="1671120" cy="1069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578CE320-74D2-C132-20CC-40C3CA567C5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268248" y="4669272"/>
                  <a:ext cx="168876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89F37670-1DBE-E3C9-E957-7850E650BA22}"/>
                    </a:ext>
                  </a:extLst>
                </p14:cNvPr>
                <p14:cNvContentPartPr/>
                <p14:nvPr/>
              </p14:nvContentPartPr>
              <p14:xfrm>
                <a:off x="6335928" y="4952232"/>
                <a:ext cx="95760" cy="1515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89F37670-1DBE-E3C9-E957-7850E650BA2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326928" y="4943592"/>
                  <a:ext cx="1134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C39485DD-D40A-C671-E41F-1CA7CDF8D74C}"/>
                    </a:ext>
                  </a:extLst>
                </p14:cNvPr>
                <p14:cNvContentPartPr/>
                <p14:nvPr/>
              </p14:nvContentPartPr>
              <p14:xfrm>
                <a:off x="6497208" y="4944672"/>
                <a:ext cx="64800" cy="1623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C39485DD-D40A-C671-E41F-1CA7CDF8D74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88208" y="4935672"/>
                  <a:ext cx="824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03015E97-B81D-534A-71B1-0464141BE3A6}"/>
                    </a:ext>
                  </a:extLst>
                </p14:cNvPr>
                <p14:cNvContentPartPr/>
                <p14:nvPr/>
              </p14:nvContentPartPr>
              <p14:xfrm>
                <a:off x="6638688" y="4949712"/>
                <a:ext cx="58320" cy="1465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03015E97-B81D-534A-71B1-0464141BE3A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629688" y="4941072"/>
                  <a:ext cx="7596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1E7DAB82-AF1C-0963-AFFF-67578FEB0A38}"/>
                    </a:ext>
                  </a:extLst>
                </p14:cNvPr>
                <p14:cNvContentPartPr/>
                <p14:nvPr/>
              </p14:nvContentPartPr>
              <p14:xfrm>
                <a:off x="6763968" y="4838112"/>
                <a:ext cx="92520" cy="453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1E7DAB82-AF1C-0963-AFFF-67578FEB0A3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754968" y="4829112"/>
                  <a:ext cx="11016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CFAB0AC-D291-4E94-FF30-D908FEA31D7E}"/>
                    </a:ext>
                  </a:extLst>
                </p14:cNvPr>
                <p14:cNvContentPartPr/>
                <p14:nvPr/>
              </p14:nvContentPartPr>
              <p14:xfrm>
                <a:off x="6860088" y="4990032"/>
                <a:ext cx="80640" cy="25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CFAB0AC-D291-4E94-FF30-D908FEA31D7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851088" y="4981392"/>
                  <a:ext cx="9828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3C9E9EE6-9B82-9ECC-57D5-7A539AEB76F9}"/>
                    </a:ext>
                  </a:extLst>
                </p14:cNvPr>
                <p14:cNvContentPartPr/>
                <p14:nvPr/>
              </p14:nvContentPartPr>
              <p14:xfrm>
                <a:off x="6895728" y="4951512"/>
                <a:ext cx="29160" cy="885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3C9E9EE6-9B82-9ECC-57D5-7A539AEB76F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887088" y="4942872"/>
                  <a:ext cx="4680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F2D59F24-EC14-3461-EFCB-08222E980119}"/>
                    </a:ext>
                  </a:extLst>
                </p14:cNvPr>
                <p14:cNvContentPartPr/>
                <p14:nvPr/>
              </p14:nvContentPartPr>
              <p14:xfrm>
                <a:off x="7050528" y="4925232"/>
                <a:ext cx="50760" cy="1314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F2D59F24-EC14-3461-EFCB-08222E98011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041888" y="4916592"/>
                  <a:ext cx="684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17EA807-06C5-2D01-CEC6-912EA80E2C0A}"/>
                    </a:ext>
                  </a:extLst>
                </p14:cNvPr>
                <p14:cNvContentPartPr/>
                <p14:nvPr/>
              </p14:nvContentPartPr>
              <p14:xfrm>
                <a:off x="7179048" y="4860072"/>
                <a:ext cx="105480" cy="590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17EA807-06C5-2D01-CEC6-912EA80E2C0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170408" y="4851072"/>
                  <a:ext cx="12312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1CB25340-FD86-8738-49EF-C3154584D559}"/>
                    </a:ext>
                  </a:extLst>
                </p14:cNvPr>
                <p14:cNvContentPartPr/>
                <p14:nvPr/>
              </p14:nvContentPartPr>
              <p14:xfrm>
                <a:off x="7300728" y="5023872"/>
                <a:ext cx="108360" cy="162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1CB25340-FD86-8738-49EF-C3154584D55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292088" y="5015232"/>
                  <a:ext cx="1260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8151E37A-CF73-A136-9F51-2ECC57D36332}"/>
                    </a:ext>
                  </a:extLst>
                </p14:cNvPr>
                <p14:cNvContentPartPr/>
                <p14:nvPr/>
              </p14:nvContentPartPr>
              <p14:xfrm>
                <a:off x="7345728" y="5008032"/>
                <a:ext cx="42840" cy="730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8151E37A-CF73-A136-9F51-2ECC57D3633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337088" y="4999392"/>
                  <a:ext cx="6048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676B1752-B387-2880-9041-41A249222407}"/>
                    </a:ext>
                  </a:extLst>
                </p14:cNvPr>
                <p14:cNvContentPartPr/>
                <p14:nvPr/>
              </p14:nvContentPartPr>
              <p14:xfrm>
                <a:off x="7509528" y="5008392"/>
                <a:ext cx="105480" cy="928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676B1752-B387-2880-9041-41A24922240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500888" y="4999752"/>
                  <a:ext cx="12312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592E7B61-C745-8021-BCA8-5A37F6125FC2}"/>
                    </a:ext>
                  </a:extLst>
                </p14:cNvPr>
                <p14:cNvContentPartPr/>
                <p14:nvPr/>
              </p14:nvContentPartPr>
              <p14:xfrm>
                <a:off x="7639848" y="4889952"/>
                <a:ext cx="218520" cy="802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592E7B61-C745-8021-BCA8-5A37F6125FC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631208" y="4880952"/>
                  <a:ext cx="236160" cy="9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69EFB5AB-BF2F-CDF5-F121-DC439ACA2C8E}"/>
              </a:ext>
            </a:extLst>
          </p:cNvPr>
          <p:cNvGrpSpPr/>
          <p:nvPr/>
        </p:nvGrpSpPr>
        <p:grpSpPr>
          <a:xfrm>
            <a:off x="8273088" y="4708872"/>
            <a:ext cx="2991960" cy="532800"/>
            <a:chOff x="8273088" y="4708872"/>
            <a:chExt cx="2991960" cy="53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7139DB87-EF22-1CA4-A08C-6691670F9AD7}"/>
                    </a:ext>
                  </a:extLst>
                </p14:cNvPr>
                <p14:cNvContentPartPr/>
                <p14:nvPr/>
              </p14:nvContentPartPr>
              <p14:xfrm>
                <a:off x="8273088" y="4983552"/>
                <a:ext cx="117720" cy="24372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7139DB87-EF22-1CA4-A08C-6691670F9AD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264448" y="4974912"/>
                  <a:ext cx="1353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B4565A6D-3354-3BA8-2D95-E4BD1CE54FC5}"/>
                    </a:ext>
                  </a:extLst>
                </p14:cNvPr>
                <p14:cNvContentPartPr/>
                <p14:nvPr/>
              </p14:nvContentPartPr>
              <p14:xfrm>
                <a:off x="8405568" y="4766472"/>
                <a:ext cx="113040" cy="4752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B4565A6D-3354-3BA8-2D95-E4BD1CE54FC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396568" y="4757832"/>
                  <a:ext cx="13068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8923542F-B0B7-BE8F-A715-2A6C19DF2DA6}"/>
                    </a:ext>
                  </a:extLst>
                </p14:cNvPr>
                <p14:cNvContentPartPr/>
                <p14:nvPr/>
              </p14:nvContentPartPr>
              <p14:xfrm>
                <a:off x="8594568" y="4708872"/>
                <a:ext cx="1795320" cy="734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8923542F-B0B7-BE8F-A715-2A6C19DF2DA6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585928" y="4699872"/>
                  <a:ext cx="181296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9FB31D5D-EC7F-BAC6-6576-5DB11544492C}"/>
                    </a:ext>
                  </a:extLst>
                </p14:cNvPr>
                <p14:cNvContentPartPr/>
                <p14:nvPr/>
              </p14:nvContentPartPr>
              <p14:xfrm>
                <a:off x="8652528" y="4927752"/>
                <a:ext cx="57600" cy="1627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9FB31D5D-EC7F-BAC6-6576-5DB11544492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643528" y="4919112"/>
                  <a:ext cx="752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C4D40BCE-22DE-A42C-F310-54BCD876DF20}"/>
                    </a:ext>
                  </a:extLst>
                </p14:cNvPr>
                <p14:cNvContentPartPr/>
                <p14:nvPr/>
              </p14:nvContentPartPr>
              <p14:xfrm>
                <a:off x="8740008" y="4945392"/>
                <a:ext cx="68400" cy="79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C4D40BCE-22DE-A42C-F310-54BCD876DF20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731008" y="4936392"/>
                  <a:ext cx="860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600A6112-20A7-3316-399C-D3D892EB7296}"/>
                    </a:ext>
                  </a:extLst>
                </p14:cNvPr>
                <p14:cNvContentPartPr/>
                <p14:nvPr/>
              </p14:nvContentPartPr>
              <p14:xfrm>
                <a:off x="8880408" y="4832712"/>
                <a:ext cx="96840" cy="572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600A6112-20A7-3316-399C-D3D892EB7296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871408" y="4824072"/>
                  <a:ext cx="11448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0031B05B-9892-B6EB-08C8-6C16CA19F195}"/>
                    </a:ext>
                  </a:extLst>
                </p14:cNvPr>
                <p14:cNvContentPartPr/>
                <p14:nvPr/>
              </p14:nvContentPartPr>
              <p14:xfrm>
                <a:off x="8992728" y="5015952"/>
                <a:ext cx="122400" cy="79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0031B05B-9892-B6EB-08C8-6C16CA19F19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984088" y="5006952"/>
                  <a:ext cx="1400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D7A7F4D4-7E5C-25F0-2DA0-2C763A7D1353}"/>
                    </a:ext>
                  </a:extLst>
                </p14:cNvPr>
                <p14:cNvContentPartPr/>
                <p14:nvPr/>
              </p14:nvContentPartPr>
              <p14:xfrm>
                <a:off x="9069768" y="4984632"/>
                <a:ext cx="28440" cy="907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D7A7F4D4-7E5C-25F0-2DA0-2C763A7D135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060768" y="4975992"/>
                  <a:ext cx="460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19EA1E90-0D4E-53FA-9C24-B301E3F36864}"/>
                    </a:ext>
                  </a:extLst>
                </p14:cNvPr>
                <p14:cNvContentPartPr/>
                <p14:nvPr/>
              </p14:nvContentPartPr>
              <p14:xfrm>
                <a:off x="9202248" y="4940712"/>
                <a:ext cx="47880" cy="273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19EA1E90-0D4E-53FA-9C24-B301E3F3686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193248" y="4932072"/>
                  <a:ext cx="6552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3F39E1A5-A17E-FDE7-351B-529D4C8F414F}"/>
                    </a:ext>
                  </a:extLst>
                </p14:cNvPr>
                <p14:cNvContentPartPr/>
                <p14:nvPr/>
              </p14:nvContentPartPr>
              <p14:xfrm>
                <a:off x="9207288" y="4950432"/>
                <a:ext cx="99720" cy="1537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3F39E1A5-A17E-FDE7-351B-529D4C8F414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198648" y="4941792"/>
                  <a:ext cx="11736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B6B1537F-ADDC-01E0-F7A9-07F393FF1A58}"/>
                    </a:ext>
                  </a:extLst>
                </p14:cNvPr>
                <p14:cNvContentPartPr/>
                <p14:nvPr/>
              </p14:nvContentPartPr>
              <p14:xfrm>
                <a:off x="9451368" y="4955832"/>
                <a:ext cx="68760" cy="1666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B6B1537F-ADDC-01E0-F7A9-07F393FF1A5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442728" y="4946832"/>
                  <a:ext cx="8640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66811456-997A-B3B4-3E3E-18BB14DA82AE}"/>
                    </a:ext>
                  </a:extLst>
                </p14:cNvPr>
                <p14:cNvContentPartPr/>
                <p14:nvPr/>
              </p14:nvContentPartPr>
              <p14:xfrm>
                <a:off x="9623448" y="4963752"/>
                <a:ext cx="74880" cy="1447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66811456-997A-B3B4-3E3E-18BB14DA82A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614448" y="4955112"/>
                  <a:ext cx="925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0BF22A2E-7C84-F73B-5B78-BB06DB360EC8}"/>
                    </a:ext>
                  </a:extLst>
                </p14:cNvPr>
                <p14:cNvContentPartPr/>
                <p14:nvPr/>
              </p14:nvContentPartPr>
              <p14:xfrm>
                <a:off x="9779688" y="4976712"/>
                <a:ext cx="66600" cy="918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0BF22A2E-7C84-F73B-5B78-BB06DB360EC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771048" y="4968072"/>
                  <a:ext cx="842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FA87F78C-40BB-D9C2-BDD8-6B35ABDB9DCE}"/>
                    </a:ext>
                  </a:extLst>
                </p14:cNvPr>
                <p14:cNvContentPartPr/>
                <p14:nvPr/>
              </p14:nvContentPartPr>
              <p14:xfrm>
                <a:off x="9863568" y="4854312"/>
                <a:ext cx="133200" cy="453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FA87F78C-40BB-D9C2-BDD8-6B35ABDB9DC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854568" y="4845672"/>
                  <a:ext cx="15084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71597D3A-DAAC-9FFD-2A45-97123D16EEFB}"/>
                    </a:ext>
                  </a:extLst>
                </p14:cNvPr>
                <p14:cNvContentPartPr/>
                <p14:nvPr/>
              </p14:nvContentPartPr>
              <p14:xfrm>
                <a:off x="10092168" y="5050512"/>
                <a:ext cx="126360" cy="72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71597D3A-DAAC-9FFD-2A45-97123D16EEF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083528" y="5041512"/>
                  <a:ext cx="14400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C18D4C1F-5DE0-EAB0-84E3-29A5D6DDDC5B}"/>
                    </a:ext>
                  </a:extLst>
                </p14:cNvPr>
                <p14:cNvContentPartPr/>
                <p14:nvPr/>
              </p14:nvContentPartPr>
              <p14:xfrm>
                <a:off x="10169568" y="5015952"/>
                <a:ext cx="33840" cy="1015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C18D4C1F-5DE0-EAB0-84E3-29A5D6DDDC5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160568" y="5006952"/>
                  <a:ext cx="5148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B44E10AC-7794-8EF9-94BC-77DDF5926A9A}"/>
                    </a:ext>
                  </a:extLst>
                </p14:cNvPr>
                <p14:cNvContentPartPr/>
                <p14:nvPr/>
              </p14:nvContentPartPr>
              <p14:xfrm>
                <a:off x="10366128" y="4930992"/>
                <a:ext cx="102960" cy="1666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B44E10AC-7794-8EF9-94BC-77DDF5926A9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357488" y="4922352"/>
                  <a:ext cx="12060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084FE76F-FC04-754B-B8AD-E0F5B1A3B1C8}"/>
                    </a:ext>
                  </a:extLst>
                </p14:cNvPr>
                <p14:cNvContentPartPr/>
                <p14:nvPr/>
              </p14:nvContentPartPr>
              <p14:xfrm>
                <a:off x="10551888" y="4939272"/>
                <a:ext cx="108360" cy="1796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084FE76F-FC04-754B-B8AD-E0F5B1A3B1C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542888" y="4930272"/>
                  <a:ext cx="1260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314B2397-6C53-27C4-C3F6-251C01DFB8E8}"/>
                    </a:ext>
                  </a:extLst>
                </p14:cNvPr>
                <p14:cNvContentPartPr/>
                <p14:nvPr/>
              </p14:nvContentPartPr>
              <p14:xfrm>
                <a:off x="10737288" y="4974912"/>
                <a:ext cx="138240" cy="982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314B2397-6C53-27C4-C3F6-251C01DFB8E8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728288" y="4965912"/>
                  <a:ext cx="15588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A3107B46-8D12-171A-B755-F26FE9EB6146}"/>
                    </a:ext>
                  </a:extLst>
                </p14:cNvPr>
                <p14:cNvContentPartPr/>
                <p14:nvPr/>
              </p14:nvContentPartPr>
              <p14:xfrm>
                <a:off x="10966608" y="4973832"/>
                <a:ext cx="56880" cy="1353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A3107B46-8D12-171A-B755-F26FE9EB614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957608" y="4964832"/>
                  <a:ext cx="745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8F7E0267-A7E9-9DC1-151B-8D422870F0D0}"/>
                    </a:ext>
                  </a:extLst>
                </p14:cNvPr>
                <p14:cNvContentPartPr/>
                <p14:nvPr/>
              </p14:nvContentPartPr>
              <p14:xfrm>
                <a:off x="11014128" y="4973472"/>
                <a:ext cx="62640" cy="147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8F7E0267-A7E9-9DC1-151B-8D422870F0D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005488" y="4964472"/>
                  <a:ext cx="802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32034C29-FE9F-C905-41B6-61D930462382}"/>
                    </a:ext>
                  </a:extLst>
                </p14:cNvPr>
                <p14:cNvContentPartPr/>
                <p14:nvPr/>
              </p14:nvContentPartPr>
              <p14:xfrm>
                <a:off x="11112048" y="4830552"/>
                <a:ext cx="153000" cy="925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32034C29-FE9F-C905-41B6-61D930462382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1103048" y="4821912"/>
                  <a:ext cx="170640" cy="11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298954BD-06BF-A7BB-0178-7CF25B07F9CB}"/>
              </a:ext>
            </a:extLst>
          </p:cNvPr>
          <p:cNvGrpSpPr/>
          <p:nvPr/>
        </p:nvGrpSpPr>
        <p:grpSpPr>
          <a:xfrm>
            <a:off x="5573448" y="5577552"/>
            <a:ext cx="197640" cy="81000"/>
            <a:chOff x="5573448" y="5577552"/>
            <a:chExt cx="197640" cy="8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A4885D8C-82E7-5008-6A43-D8E5965F0F5B}"/>
                    </a:ext>
                  </a:extLst>
                </p14:cNvPr>
                <p14:cNvContentPartPr/>
                <p14:nvPr/>
              </p14:nvContentPartPr>
              <p14:xfrm>
                <a:off x="5573448" y="5577552"/>
                <a:ext cx="106200" cy="133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A4885D8C-82E7-5008-6A43-D8E5965F0F5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5564808" y="5568912"/>
                  <a:ext cx="1238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2B02EA44-C0CE-A31B-A8EC-A47D29171A51}"/>
                    </a:ext>
                  </a:extLst>
                </p14:cNvPr>
                <p14:cNvContentPartPr/>
                <p14:nvPr/>
              </p14:nvContentPartPr>
              <p14:xfrm>
                <a:off x="5644008" y="5643072"/>
                <a:ext cx="127080" cy="154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2B02EA44-C0CE-A31B-A8EC-A47D29171A51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5635368" y="5634432"/>
                  <a:ext cx="144720" cy="3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65B2BACC-C4B1-706F-D8C1-15D1B726BCCC}"/>
              </a:ext>
            </a:extLst>
          </p:cNvPr>
          <p:cNvGrpSpPr/>
          <p:nvPr/>
        </p:nvGrpSpPr>
        <p:grpSpPr>
          <a:xfrm>
            <a:off x="6045408" y="5404032"/>
            <a:ext cx="909360" cy="203040"/>
            <a:chOff x="6045408" y="5404032"/>
            <a:chExt cx="909360" cy="20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1215CB01-2209-FB73-BD7E-415B48570F96}"/>
                    </a:ext>
                  </a:extLst>
                </p14:cNvPr>
                <p14:cNvContentPartPr/>
                <p14:nvPr/>
              </p14:nvContentPartPr>
              <p14:xfrm>
                <a:off x="6045408" y="5467032"/>
                <a:ext cx="137160" cy="1400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1215CB01-2209-FB73-BD7E-415B48570F96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6036408" y="5458392"/>
                  <a:ext cx="1548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FC95571F-82AF-9EE2-5B82-FA16FF7FDEC0}"/>
                    </a:ext>
                  </a:extLst>
                </p14:cNvPr>
                <p14:cNvContentPartPr/>
                <p14:nvPr/>
              </p14:nvContentPartPr>
              <p14:xfrm>
                <a:off x="6339528" y="5529672"/>
                <a:ext cx="18360" cy="273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FC95571F-82AF-9EE2-5B82-FA16FF7FDEC0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6330888" y="5521032"/>
                  <a:ext cx="360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1ECF2907-EB95-0740-1581-5705C9E8C9D2}"/>
                    </a:ext>
                  </a:extLst>
                </p14:cNvPr>
                <p14:cNvContentPartPr/>
                <p14:nvPr/>
              </p14:nvContentPartPr>
              <p14:xfrm>
                <a:off x="6486408" y="5427432"/>
                <a:ext cx="93600" cy="1036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1ECF2907-EB95-0740-1581-5705C9E8C9D2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6477768" y="5418792"/>
                  <a:ext cx="11124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A4206270-C05B-EA0C-FB3C-D6D75DE896AC}"/>
                    </a:ext>
                  </a:extLst>
                </p14:cNvPr>
                <p14:cNvContentPartPr/>
                <p14:nvPr/>
              </p14:nvContentPartPr>
              <p14:xfrm>
                <a:off x="6667488" y="5430672"/>
                <a:ext cx="20520" cy="1332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A4206270-C05B-EA0C-FB3C-D6D75DE896AC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6658848" y="5422032"/>
                  <a:ext cx="381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062BFC7B-E662-47EF-EA3F-7A8EFE6EF501}"/>
                    </a:ext>
                  </a:extLst>
                </p14:cNvPr>
                <p14:cNvContentPartPr/>
                <p14:nvPr/>
              </p14:nvContentPartPr>
              <p14:xfrm>
                <a:off x="6806808" y="5404032"/>
                <a:ext cx="147960" cy="1947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062BFC7B-E662-47EF-EA3F-7A8EFE6EF501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6797808" y="5395392"/>
                  <a:ext cx="165600" cy="21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D36177F0-1B03-0FFF-CF6D-7B240358E15A}"/>
                  </a:ext>
                </a:extLst>
              </p14:cNvPr>
              <p14:cNvContentPartPr/>
              <p14:nvPr/>
            </p14:nvContentPartPr>
            <p14:xfrm>
              <a:off x="2647368" y="5932152"/>
              <a:ext cx="410040" cy="22824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D36177F0-1B03-0FFF-CF6D-7B240358E15A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2638368" y="5923152"/>
                <a:ext cx="427680" cy="245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9" name="Group 188">
            <a:extLst>
              <a:ext uri="{FF2B5EF4-FFF2-40B4-BE49-F238E27FC236}">
                <a16:creationId xmlns:a16="http://schemas.microsoft.com/office/drawing/2014/main" id="{3BCA2744-6B93-67E4-C4E2-915942871DED}"/>
              </a:ext>
            </a:extLst>
          </p:cNvPr>
          <p:cNvGrpSpPr/>
          <p:nvPr/>
        </p:nvGrpSpPr>
        <p:grpSpPr>
          <a:xfrm>
            <a:off x="3280248" y="5755392"/>
            <a:ext cx="1234080" cy="617760"/>
            <a:chOff x="3280248" y="5755392"/>
            <a:chExt cx="1234080" cy="61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ECC62262-53AD-ED12-2D71-1DAC51FC215C}"/>
                    </a:ext>
                  </a:extLst>
                </p14:cNvPr>
                <p14:cNvContentPartPr/>
                <p14:nvPr/>
              </p14:nvContentPartPr>
              <p14:xfrm>
                <a:off x="3280248" y="5755392"/>
                <a:ext cx="232200" cy="6177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ECC62262-53AD-ED12-2D71-1DAC51FC215C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3271608" y="5746392"/>
                  <a:ext cx="249840" cy="63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608616E8-3197-C29D-7688-AC142363EB32}"/>
                    </a:ext>
                  </a:extLst>
                </p14:cNvPr>
                <p14:cNvContentPartPr/>
                <p14:nvPr/>
              </p14:nvContentPartPr>
              <p14:xfrm>
                <a:off x="3545568" y="5832792"/>
                <a:ext cx="191880" cy="2836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608616E8-3197-C29D-7688-AC142363EB32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3536568" y="5823792"/>
                  <a:ext cx="20952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E824D3DC-7F8C-E887-2FA4-0CD95F64049E}"/>
                    </a:ext>
                  </a:extLst>
                </p14:cNvPr>
                <p14:cNvContentPartPr/>
                <p14:nvPr/>
              </p14:nvContentPartPr>
              <p14:xfrm>
                <a:off x="3769488" y="5952312"/>
                <a:ext cx="7200" cy="122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E824D3DC-7F8C-E887-2FA4-0CD95F64049E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3760488" y="5943672"/>
                  <a:ext cx="248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47B700B-BDBC-318C-1874-BED728215842}"/>
                    </a:ext>
                  </a:extLst>
                </p14:cNvPr>
                <p14:cNvContentPartPr/>
                <p14:nvPr/>
              </p14:nvContentPartPr>
              <p14:xfrm>
                <a:off x="3816648" y="5979312"/>
                <a:ext cx="64800" cy="2181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47B700B-BDBC-318C-1874-BED728215842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3807648" y="5970672"/>
                  <a:ext cx="8244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4648ECE3-D00C-C306-27EC-168E22EA7D2C}"/>
                    </a:ext>
                  </a:extLst>
                </p14:cNvPr>
                <p14:cNvContentPartPr/>
                <p14:nvPr/>
              </p14:nvContentPartPr>
              <p14:xfrm>
                <a:off x="3963888" y="6012792"/>
                <a:ext cx="32040" cy="648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4648ECE3-D00C-C306-27EC-168E22EA7D2C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3955248" y="6003792"/>
                  <a:ext cx="4968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AD59D550-C7DA-B48E-441A-91BAAD137180}"/>
                    </a:ext>
                  </a:extLst>
                </p14:cNvPr>
                <p14:cNvContentPartPr/>
                <p14:nvPr/>
              </p14:nvContentPartPr>
              <p14:xfrm>
                <a:off x="4086288" y="5867352"/>
                <a:ext cx="300240" cy="1965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AD59D550-C7DA-B48E-441A-91BAAD137180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4077648" y="5858352"/>
                  <a:ext cx="3178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B8A35E35-7F5F-09E0-2EB5-418DF76A9EC2}"/>
                    </a:ext>
                  </a:extLst>
                </p14:cNvPr>
                <p14:cNvContentPartPr/>
                <p14:nvPr/>
              </p14:nvContentPartPr>
              <p14:xfrm>
                <a:off x="4491648" y="6019632"/>
                <a:ext cx="22680" cy="864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B8A35E35-7F5F-09E0-2EB5-418DF76A9EC2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4483008" y="6010992"/>
                  <a:ext cx="40320" cy="10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C50C3D5C-3B9F-180D-B69C-CE17EADADF89}"/>
              </a:ext>
            </a:extLst>
          </p:cNvPr>
          <p:cNvGrpSpPr/>
          <p:nvPr/>
        </p:nvGrpSpPr>
        <p:grpSpPr>
          <a:xfrm>
            <a:off x="4730328" y="5783472"/>
            <a:ext cx="659520" cy="539640"/>
            <a:chOff x="4730328" y="5783472"/>
            <a:chExt cx="659520" cy="53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9AFB74FB-5BC1-8D85-90D5-8E92124A7022}"/>
                    </a:ext>
                  </a:extLst>
                </p14:cNvPr>
                <p14:cNvContentPartPr/>
                <p14:nvPr/>
              </p14:nvContentPartPr>
              <p14:xfrm>
                <a:off x="4730328" y="6005232"/>
                <a:ext cx="23400" cy="550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9AFB74FB-5BC1-8D85-90D5-8E92124A7022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4721328" y="5996592"/>
                  <a:ext cx="410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577FD05-6F0E-ECD4-6845-32F432943DC2}"/>
                    </a:ext>
                  </a:extLst>
                </p14:cNvPr>
                <p14:cNvContentPartPr/>
                <p14:nvPr/>
              </p14:nvContentPartPr>
              <p14:xfrm>
                <a:off x="4770288" y="5906232"/>
                <a:ext cx="3240" cy="241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577FD05-6F0E-ECD4-6845-32F432943DC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761648" y="5897592"/>
                  <a:ext cx="208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3CF6D6AB-635A-CD9A-C815-6083EC6193BB}"/>
                    </a:ext>
                  </a:extLst>
                </p14:cNvPr>
                <p14:cNvContentPartPr/>
                <p14:nvPr/>
              </p14:nvContentPartPr>
              <p14:xfrm>
                <a:off x="4851648" y="5818752"/>
                <a:ext cx="295560" cy="28548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3CF6D6AB-635A-CD9A-C815-6083EC6193B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843008" y="5809752"/>
                  <a:ext cx="31320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E90A6960-4BED-6A7B-18B9-63E7D5CF78DD}"/>
                    </a:ext>
                  </a:extLst>
                </p14:cNvPr>
                <p14:cNvContentPartPr/>
                <p14:nvPr/>
              </p14:nvContentPartPr>
              <p14:xfrm>
                <a:off x="5124528" y="5783472"/>
                <a:ext cx="265320" cy="5396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E90A6960-4BED-6A7B-18B9-63E7D5CF78DD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115528" y="5774472"/>
                  <a:ext cx="282960" cy="55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83776ABE-4A34-E95D-9186-975E13C54CBC}"/>
              </a:ext>
            </a:extLst>
          </p:cNvPr>
          <p:cNvGrpSpPr/>
          <p:nvPr/>
        </p:nvGrpSpPr>
        <p:grpSpPr>
          <a:xfrm>
            <a:off x="5715648" y="6077592"/>
            <a:ext cx="209160" cy="60840"/>
            <a:chOff x="5715648" y="6077592"/>
            <a:chExt cx="209160" cy="6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28B50658-A4E4-CA20-CB2E-409FA6F37C6C}"/>
                    </a:ext>
                  </a:extLst>
                </p14:cNvPr>
                <p14:cNvContentPartPr/>
                <p14:nvPr/>
              </p14:nvContentPartPr>
              <p14:xfrm>
                <a:off x="5715648" y="6077592"/>
                <a:ext cx="120960" cy="183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28B50658-A4E4-CA20-CB2E-409FA6F37C6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707008" y="6068592"/>
                  <a:ext cx="1386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A2F66B1-2759-DAB4-8021-101C53B2DAB5}"/>
                    </a:ext>
                  </a:extLst>
                </p14:cNvPr>
                <p14:cNvContentPartPr/>
                <p14:nvPr/>
              </p14:nvContentPartPr>
              <p14:xfrm>
                <a:off x="5854968" y="6115032"/>
                <a:ext cx="69840" cy="234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A2F66B1-2759-DAB4-8021-101C53B2DAB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845968" y="6106032"/>
                  <a:ext cx="8748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3DE8ED0A-EA28-5359-58D0-33DF2C959CBA}"/>
              </a:ext>
            </a:extLst>
          </p:cNvPr>
          <p:cNvGrpSpPr/>
          <p:nvPr/>
        </p:nvGrpSpPr>
        <p:grpSpPr>
          <a:xfrm>
            <a:off x="6502608" y="5866272"/>
            <a:ext cx="1001880" cy="433440"/>
            <a:chOff x="6502608" y="5866272"/>
            <a:chExt cx="1001880" cy="43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D7539864-8228-1805-07ED-A491549D209F}"/>
                    </a:ext>
                  </a:extLst>
                </p14:cNvPr>
                <p14:cNvContentPartPr/>
                <p14:nvPr/>
              </p14:nvContentPartPr>
              <p14:xfrm>
                <a:off x="6502608" y="6012432"/>
                <a:ext cx="108360" cy="1191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D7539864-8228-1805-07ED-A491549D209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493968" y="6003792"/>
                  <a:ext cx="12600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CD154EE-F575-B6BA-950E-BCFADAD21E28}"/>
                    </a:ext>
                  </a:extLst>
                </p14:cNvPr>
                <p14:cNvContentPartPr/>
                <p14:nvPr/>
              </p14:nvContentPartPr>
              <p14:xfrm>
                <a:off x="6792408" y="6015312"/>
                <a:ext cx="34560" cy="403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CD154EE-F575-B6BA-950E-BCFADAD21E28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783768" y="6006672"/>
                  <a:ext cx="5220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B01AE191-DC1A-9589-6834-D958ED2B385A}"/>
                    </a:ext>
                  </a:extLst>
                </p14:cNvPr>
                <p14:cNvContentPartPr/>
                <p14:nvPr/>
              </p14:nvContentPartPr>
              <p14:xfrm>
                <a:off x="6927768" y="5956992"/>
                <a:ext cx="94680" cy="1681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B01AE191-DC1A-9589-6834-D958ED2B385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918768" y="5948352"/>
                  <a:ext cx="11232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CBD8A5D0-D82C-C33E-D449-3174419F66C4}"/>
                    </a:ext>
                  </a:extLst>
                </p14:cNvPr>
                <p14:cNvContentPartPr/>
                <p14:nvPr/>
              </p14:nvContentPartPr>
              <p14:xfrm>
                <a:off x="7127928" y="5916312"/>
                <a:ext cx="86760" cy="21816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CBD8A5D0-D82C-C33E-D449-3174419F66C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119288" y="5907672"/>
                  <a:ext cx="1044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50B892EB-A8A7-9CFB-485F-74A15BBF534E}"/>
                    </a:ext>
                  </a:extLst>
                </p14:cNvPr>
                <p14:cNvContentPartPr/>
                <p14:nvPr/>
              </p14:nvContentPartPr>
              <p14:xfrm>
                <a:off x="7331328" y="5866272"/>
                <a:ext cx="141840" cy="2412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50B892EB-A8A7-9CFB-485F-74A15BBF534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322688" y="5857272"/>
                  <a:ext cx="15948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1F8F78EF-A9AB-EE79-CBD7-5FA9311B32B8}"/>
                    </a:ext>
                  </a:extLst>
                </p14:cNvPr>
                <p14:cNvContentPartPr/>
                <p14:nvPr/>
              </p14:nvContentPartPr>
              <p14:xfrm>
                <a:off x="6802848" y="6139152"/>
                <a:ext cx="693360" cy="11988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1F8F78EF-A9AB-EE79-CBD7-5FA9311B32B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793848" y="6130512"/>
                  <a:ext cx="71100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5BA195CA-19B2-1BC3-EF27-14A35B84D431}"/>
                    </a:ext>
                  </a:extLst>
                </p14:cNvPr>
                <p14:cNvContentPartPr/>
                <p14:nvPr/>
              </p14:nvContentPartPr>
              <p14:xfrm>
                <a:off x="6864048" y="6195312"/>
                <a:ext cx="640440" cy="1044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5BA195CA-19B2-1BC3-EF27-14A35B84D43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855408" y="6186672"/>
                  <a:ext cx="658080" cy="122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275204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99516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TF-IDF Model(Term frequency-Inverse Document Frequency):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DD95ABF-DE41-AED7-08D7-C8BDD7934A9E}"/>
                  </a:ext>
                </a:extLst>
              </p14:cNvPr>
              <p14:cNvContentPartPr/>
              <p14:nvPr/>
            </p14:nvContentPartPr>
            <p14:xfrm>
              <a:off x="3535848" y="1239912"/>
              <a:ext cx="2880" cy="792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DD95ABF-DE41-AED7-08D7-C8BDD7934A9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27208" y="1230912"/>
                <a:ext cx="2052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009DDA-F2F7-4CDE-BDF2-373AA6F3AD70}"/>
                  </a:ext>
                </a:extLst>
              </p14:cNvPr>
              <p14:cNvContentPartPr/>
              <p14:nvPr/>
            </p14:nvContentPartPr>
            <p14:xfrm>
              <a:off x="3181608" y="683352"/>
              <a:ext cx="573480" cy="1778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009DDA-F2F7-4CDE-BDF2-373AA6F3AD7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172608" y="674712"/>
                <a:ext cx="5911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1248B7-4A33-2E76-6135-B2C0DE0F3AF8}"/>
                  </a:ext>
                </a:extLst>
              </p14:cNvPr>
              <p14:cNvContentPartPr/>
              <p14:nvPr/>
            </p14:nvContentPartPr>
            <p14:xfrm>
              <a:off x="3837888" y="737712"/>
              <a:ext cx="511200" cy="64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1248B7-4A33-2E76-6135-B2C0DE0F3AF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829248" y="729072"/>
                <a:ext cx="528840" cy="8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E29D5A17-A0CD-E6F8-42B5-C64016E3DF9F}"/>
                  </a:ext>
                </a:extLst>
              </p14:cNvPr>
              <p14:cNvContentPartPr/>
              <p14:nvPr/>
            </p14:nvContentPartPr>
            <p14:xfrm>
              <a:off x="4357728" y="681552"/>
              <a:ext cx="5760" cy="19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E29D5A17-A0CD-E6F8-42B5-C64016E3DF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349088" y="672912"/>
                <a:ext cx="2340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A81501-D935-1882-E4CA-BC9DBA98E676}"/>
                  </a:ext>
                </a:extLst>
              </p14:cNvPr>
              <p14:cNvContentPartPr/>
              <p14:nvPr/>
            </p14:nvContentPartPr>
            <p14:xfrm>
              <a:off x="4409568" y="668592"/>
              <a:ext cx="435960" cy="1468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A81501-D935-1882-E4CA-BC9DBA98E67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00928" y="659592"/>
                <a:ext cx="45360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25EFA64C-E0F5-81AB-CC63-3C56B24FB021}"/>
                  </a:ext>
                </a:extLst>
              </p14:cNvPr>
              <p14:cNvContentPartPr/>
              <p14:nvPr/>
            </p14:nvContentPartPr>
            <p14:xfrm>
              <a:off x="5330808" y="703512"/>
              <a:ext cx="232200" cy="1242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25EFA64C-E0F5-81AB-CC63-3C56B24FB021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321808" y="694872"/>
                <a:ext cx="249840" cy="14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8A6BD61-4F79-1870-6151-EB0B64D312DC}"/>
                  </a:ext>
                </a:extLst>
              </p14:cNvPr>
              <p14:cNvContentPartPr/>
              <p14:nvPr/>
            </p14:nvContentPartPr>
            <p14:xfrm>
              <a:off x="5597208" y="655632"/>
              <a:ext cx="45000" cy="2116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8A6BD61-4F79-1870-6151-EB0B64D312D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588208" y="646992"/>
                <a:ext cx="6264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AD36C26-F489-D1E5-775B-44C0AEAD5CF0}"/>
                  </a:ext>
                </a:extLst>
              </p14:cNvPr>
              <p14:cNvContentPartPr/>
              <p14:nvPr/>
            </p14:nvContentPartPr>
            <p14:xfrm>
              <a:off x="5570568" y="609192"/>
              <a:ext cx="409680" cy="2196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AD36C26-F489-D1E5-775B-44C0AEAD5CF0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561928" y="600192"/>
                <a:ext cx="427320" cy="23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D96CB13-F516-628C-CCDF-05650F36DAFA}"/>
                  </a:ext>
                </a:extLst>
              </p14:cNvPr>
              <p14:cNvContentPartPr/>
              <p14:nvPr/>
            </p14:nvContentPartPr>
            <p14:xfrm>
              <a:off x="6002568" y="751392"/>
              <a:ext cx="69480" cy="91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D96CB13-F516-628C-CCDF-05650F36DAFA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993928" y="742752"/>
                <a:ext cx="87120" cy="10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1D9BDBF-B266-26FE-E263-E8F7A18E7D23}"/>
                  </a:ext>
                </a:extLst>
              </p14:cNvPr>
              <p14:cNvContentPartPr/>
              <p14:nvPr/>
            </p14:nvContentPartPr>
            <p14:xfrm>
              <a:off x="5902488" y="648792"/>
              <a:ext cx="81000" cy="216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1D9BDBF-B266-26FE-E263-E8F7A18E7D23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3488" y="640152"/>
                <a:ext cx="9864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5664D8D6-17DB-4758-0D3E-8BF09E3EDE94}"/>
                  </a:ext>
                </a:extLst>
              </p14:cNvPr>
              <p14:cNvContentPartPr/>
              <p14:nvPr/>
            </p14:nvContentPartPr>
            <p14:xfrm>
              <a:off x="6132888" y="612432"/>
              <a:ext cx="76320" cy="2293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5664D8D6-17DB-4758-0D3E-8BF09E3EDE9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123888" y="603792"/>
                <a:ext cx="9396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DF8375F-608C-5486-0116-D5A728A0FCC0}"/>
                  </a:ext>
                </a:extLst>
              </p14:cNvPr>
              <p14:cNvContentPartPr/>
              <p14:nvPr/>
            </p14:nvContentPartPr>
            <p14:xfrm>
              <a:off x="6259968" y="756432"/>
              <a:ext cx="3240" cy="23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DF8375F-608C-5486-0116-D5A728A0FCC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250968" y="747432"/>
                <a:ext cx="2088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D96AC084-2029-118B-E3C0-9581AD30FF1F}"/>
                  </a:ext>
                </a:extLst>
              </p14:cNvPr>
              <p14:cNvContentPartPr/>
              <p14:nvPr/>
            </p14:nvContentPartPr>
            <p14:xfrm>
              <a:off x="6310728" y="794952"/>
              <a:ext cx="141120" cy="55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D96AC084-2029-118B-E3C0-9581AD30FF1F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301728" y="785952"/>
                <a:ext cx="158760" cy="7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807A927-2662-3372-09B1-A8557004CF71}"/>
                  </a:ext>
                </a:extLst>
              </p14:cNvPr>
              <p14:cNvContentPartPr/>
              <p14:nvPr/>
            </p14:nvContentPartPr>
            <p14:xfrm>
              <a:off x="6826248" y="762192"/>
              <a:ext cx="425880" cy="58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807A927-2662-3372-09B1-A8557004CF7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17248" y="753192"/>
                <a:ext cx="4435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F6B35776-E972-52A9-AB88-993E7B92C38F}"/>
                  </a:ext>
                </a:extLst>
              </p14:cNvPr>
              <p14:cNvContentPartPr/>
              <p14:nvPr/>
            </p14:nvContentPartPr>
            <p14:xfrm>
              <a:off x="7350048" y="625392"/>
              <a:ext cx="103320" cy="192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F6B35776-E972-52A9-AB88-993E7B92C38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341408" y="616392"/>
                <a:ext cx="1209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2C22E81-F330-50C2-2ADC-C11A630875C8}"/>
                  </a:ext>
                </a:extLst>
              </p14:cNvPr>
              <p14:cNvContentPartPr/>
              <p14:nvPr/>
            </p14:nvContentPartPr>
            <p14:xfrm>
              <a:off x="7869528" y="567072"/>
              <a:ext cx="354240" cy="360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2C22E81-F330-50C2-2ADC-C11A630875C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860528" y="558432"/>
                <a:ext cx="371880" cy="37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51B9950-6F47-3170-B9F2-49D803CE09CD}"/>
                  </a:ext>
                </a:extLst>
              </p14:cNvPr>
              <p14:cNvContentPartPr/>
              <p14:nvPr/>
            </p14:nvContentPartPr>
            <p14:xfrm>
              <a:off x="8620488" y="673272"/>
              <a:ext cx="23760" cy="16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51B9950-6F47-3170-B9F2-49D803CE09C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611488" y="664272"/>
                <a:ext cx="414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ACA546C-3690-78C1-1C38-F552702B18D1}"/>
                  </a:ext>
                </a:extLst>
              </p14:cNvPr>
              <p14:cNvContentPartPr/>
              <p14:nvPr/>
            </p14:nvContentPartPr>
            <p14:xfrm>
              <a:off x="8534448" y="625752"/>
              <a:ext cx="236160" cy="2066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ACA546C-3690-78C1-1C38-F552702B18D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525808" y="616752"/>
                <a:ext cx="25380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FFBD5985-1EE7-0083-AB92-F66D7222DA28}"/>
                  </a:ext>
                </a:extLst>
              </p14:cNvPr>
              <p14:cNvContentPartPr/>
              <p14:nvPr/>
            </p14:nvContentPartPr>
            <p14:xfrm>
              <a:off x="8916408" y="623952"/>
              <a:ext cx="235440" cy="2520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FFBD5985-1EE7-0083-AB92-F66D7222DA2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907768" y="614952"/>
                <a:ext cx="25308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C314E29C-0B7D-28EF-76EC-CCB60057EB02}"/>
                  </a:ext>
                </a:extLst>
              </p14:cNvPr>
              <p14:cNvContentPartPr/>
              <p14:nvPr/>
            </p14:nvContentPartPr>
            <p14:xfrm>
              <a:off x="9318528" y="635112"/>
              <a:ext cx="208800" cy="2307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C314E29C-0B7D-28EF-76EC-CCB60057EB02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9309888" y="626112"/>
                <a:ext cx="22644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30B54CD-982B-D07E-F2A6-6601DF508904}"/>
                  </a:ext>
                </a:extLst>
              </p14:cNvPr>
              <p14:cNvContentPartPr/>
              <p14:nvPr/>
            </p14:nvContentPartPr>
            <p14:xfrm>
              <a:off x="9877608" y="699192"/>
              <a:ext cx="14040" cy="185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30B54CD-982B-D07E-F2A6-6601DF50890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9868968" y="690552"/>
                <a:ext cx="3168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69CF92B-22B2-6489-4477-83967AA2903B}"/>
                  </a:ext>
                </a:extLst>
              </p14:cNvPr>
              <p14:cNvContentPartPr/>
              <p14:nvPr/>
            </p14:nvContentPartPr>
            <p14:xfrm>
              <a:off x="9789768" y="708552"/>
              <a:ext cx="251640" cy="36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69CF92B-22B2-6489-4477-83967AA2903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780768" y="699552"/>
                <a:ext cx="26928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BE3158F-780E-CBBF-03F8-7052967DD330}"/>
                  </a:ext>
                </a:extLst>
              </p14:cNvPr>
              <p14:cNvContentPartPr/>
              <p14:nvPr/>
            </p14:nvContentPartPr>
            <p14:xfrm>
              <a:off x="10024128" y="769392"/>
              <a:ext cx="329760" cy="122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BE3158F-780E-CBBF-03F8-7052967DD330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0015488" y="760752"/>
                <a:ext cx="347400" cy="13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658B55BA-8346-1562-9768-73403C85CA74}"/>
                  </a:ext>
                </a:extLst>
              </p14:cNvPr>
              <p14:cNvContentPartPr/>
              <p14:nvPr/>
            </p14:nvContentPartPr>
            <p14:xfrm>
              <a:off x="10438848" y="685512"/>
              <a:ext cx="29520" cy="2174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658B55BA-8346-1562-9768-73403C85CA7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0429848" y="676872"/>
                <a:ext cx="471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98302C6-B3D1-B982-F24B-B80A0ED28D4B}"/>
                  </a:ext>
                </a:extLst>
              </p14:cNvPr>
              <p14:cNvContentPartPr/>
              <p14:nvPr/>
            </p14:nvContentPartPr>
            <p14:xfrm>
              <a:off x="10427328" y="776232"/>
              <a:ext cx="178560" cy="295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98302C6-B3D1-B982-F24B-B80A0ED28D4B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0418328" y="767592"/>
                <a:ext cx="19620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BB8C378-3B96-AF9C-4B86-806DFA66F4FB}"/>
                  </a:ext>
                </a:extLst>
              </p14:cNvPr>
              <p14:cNvContentPartPr/>
              <p14:nvPr/>
            </p14:nvContentPartPr>
            <p14:xfrm>
              <a:off x="11198088" y="784872"/>
              <a:ext cx="1440" cy="22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BB8C378-3B96-AF9C-4B86-806DFA66F4F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1189448" y="776232"/>
                <a:ext cx="1908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3A5EB7A-BCD0-B3DC-1DB8-9F13EA4F222B}"/>
                  </a:ext>
                </a:extLst>
              </p14:cNvPr>
              <p14:cNvContentPartPr/>
              <p14:nvPr/>
            </p14:nvContentPartPr>
            <p14:xfrm>
              <a:off x="10818648" y="688752"/>
              <a:ext cx="320760" cy="2131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3A5EB7A-BCD0-B3DC-1DB8-9F13EA4F222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10810008" y="679752"/>
                <a:ext cx="338400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FBF958F6-5B1E-1AB1-8A5A-DDC7889A8C04}"/>
                  </a:ext>
                </a:extLst>
              </p14:cNvPr>
              <p14:cNvContentPartPr/>
              <p14:nvPr/>
            </p14:nvContentPartPr>
            <p14:xfrm>
              <a:off x="11182968" y="790992"/>
              <a:ext cx="2520" cy="280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FBF958F6-5B1E-1AB1-8A5A-DDC7889A8C0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1174328" y="781992"/>
                <a:ext cx="20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FD5EC0A-DE88-BFB1-FD97-24107F289004}"/>
                  </a:ext>
                </a:extLst>
              </p14:cNvPr>
              <p14:cNvContentPartPr/>
              <p14:nvPr/>
            </p14:nvContentPartPr>
            <p14:xfrm>
              <a:off x="11229768" y="840672"/>
              <a:ext cx="168120" cy="493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FD5EC0A-DE88-BFB1-FD97-24107F28900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1220768" y="831672"/>
                <a:ext cx="18576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ADD86E44-C200-767E-0A33-BD2ECF086118}"/>
                  </a:ext>
                </a:extLst>
              </p14:cNvPr>
              <p14:cNvContentPartPr/>
              <p14:nvPr/>
            </p14:nvContentPartPr>
            <p14:xfrm>
              <a:off x="11439648" y="805752"/>
              <a:ext cx="720" cy="291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ADD86E44-C200-767E-0A33-BD2ECF08611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1431008" y="797112"/>
                <a:ext cx="183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8C414F52-07F8-37AD-4CE5-7A8DD6AFB665}"/>
                  </a:ext>
                </a:extLst>
              </p14:cNvPr>
              <p14:cNvContentPartPr/>
              <p14:nvPr/>
            </p14:nvContentPartPr>
            <p14:xfrm>
              <a:off x="11402928" y="836712"/>
              <a:ext cx="222480" cy="2628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8C414F52-07F8-37AD-4CE5-7A8DD6AFB665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1393928" y="828072"/>
                <a:ext cx="2401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7A5F8C-8B99-AC88-1BF2-B8824DE2C1FD}"/>
                  </a:ext>
                </a:extLst>
              </p14:cNvPr>
              <p14:cNvContentPartPr/>
              <p14:nvPr/>
            </p14:nvContentPartPr>
            <p14:xfrm>
              <a:off x="11728008" y="1069272"/>
              <a:ext cx="9360" cy="39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7A5F8C-8B99-AC88-1BF2-B8824DE2C1FD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719368" y="1060632"/>
                <a:ext cx="27000" cy="2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6DF1479-3EF1-17FE-C0C8-8BAF9169D206}"/>
                  </a:ext>
                </a:extLst>
              </p14:cNvPr>
              <p14:cNvContentPartPr/>
              <p14:nvPr/>
            </p14:nvContentPartPr>
            <p14:xfrm>
              <a:off x="11692008" y="1048752"/>
              <a:ext cx="95760" cy="608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6DF1479-3EF1-17FE-C0C8-8BAF9169D206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1683008" y="1039752"/>
                <a:ext cx="11340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989B13C-C1B9-7CBB-5B2F-211F34D5185E}"/>
                  </a:ext>
                </a:extLst>
              </p14:cNvPr>
              <p14:cNvContentPartPr/>
              <p14:nvPr/>
            </p14:nvContentPartPr>
            <p14:xfrm>
              <a:off x="3327408" y="992232"/>
              <a:ext cx="231480" cy="295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989B13C-C1B9-7CBB-5B2F-211F34D5185E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318408" y="983592"/>
                <a:ext cx="2491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5353132-D96F-2E17-9D37-01141D0E53C2}"/>
                  </a:ext>
                </a:extLst>
              </p14:cNvPr>
              <p14:cNvContentPartPr/>
              <p14:nvPr/>
            </p14:nvContentPartPr>
            <p14:xfrm>
              <a:off x="3496608" y="1068192"/>
              <a:ext cx="149400" cy="3348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5353132-D96F-2E17-9D37-01141D0E53C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487968" y="1059192"/>
                <a:ext cx="167040" cy="5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B2B93557-2CAF-884C-9D1E-B0A20AF39E15}"/>
                  </a:ext>
                </a:extLst>
              </p14:cNvPr>
              <p14:cNvContentPartPr/>
              <p14:nvPr/>
            </p14:nvContentPartPr>
            <p14:xfrm>
              <a:off x="4015368" y="1153152"/>
              <a:ext cx="282600" cy="94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B2B93557-2CAF-884C-9D1E-B0A20AF39E1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006728" y="1144512"/>
                <a:ext cx="3002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5C20EF29-CB65-596C-0874-4864E9DC6719}"/>
                  </a:ext>
                </a:extLst>
              </p14:cNvPr>
              <p14:cNvContentPartPr/>
              <p14:nvPr/>
            </p14:nvContentPartPr>
            <p14:xfrm>
              <a:off x="4350888" y="1028232"/>
              <a:ext cx="591840" cy="184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5C20EF29-CB65-596C-0874-4864E9DC671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341888" y="1019232"/>
                <a:ext cx="60948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FBD687BE-673F-0265-2309-EB3CFBBFBFB4}"/>
                  </a:ext>
                </a:extLst>
              </p14:cNvPr>
              <p14:cNvContentPartPr/>
              <p14:nvPr/>
            </p14:nvContentPartPr>
            <p14:xfrm>
              <a:off x="4967568" y="1113192"/>
              <a:ext cx="12600" cy="36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FBD687BE-673F-0265-2309-EB3CFBBFBFB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958928" y="1104192"/>
                <a:ext cx="30240" cy="2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7C0B28-7B86-AAFC-37E3-7BB2F26D8618}"/>
                  </a:ext>
                </a:extLst>
              </p14:cNvPr>
              <p14:cNvContentPartPr/>
              <p14:nvPr/>
            </p14:nvContentPartPr>
            <p14:xfrm>
              <a:off x="5564448" y="989712"/>
              <a:ext cx="73800" cy="2523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7C0B28-7B86-AAFC-37E3-7BB2F26D861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555448" y="981072"/>
                <a:ext cx="9144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B57EFF-E915-548C-AB9E-17644DCB91D5}"/>
                  </a:ext>
                </a:extLst>
              </p14:cNvPr>
              <p14:cNvContentPartPr/>
              <p14:nvPr/>
            </p14:nvContentPartPr>
            <p14:xfrm>
              <a:off x="5433048" y="968112"/>
              <a:ext cx="550440" cy="2674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B57EFF-E915-548C-AB9E-17644DCB91D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424408" y="959472"/>
                <a:ext cx="56808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9081650-8229-9ECB-1F53-4C53451EDE15}"/>
                  </a:ext>
                </a:extLst>
              </p14:cNvPr>
              <p14:cNvContentPartPr/>
              <p14:nvPr/>
            </p14:nvContentPartPr>
            <p14:xfrm>
              <a:off x="6410808" y="1170432"/>
              <a:ext cx="29880" cy="871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9081650-8229-9ECB-1F53-4C53451EDE1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401808" y="1161792"/>
                <a:ext cx="4752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A567C27-4348-41FB-361C-ED3E7C701642}"/>
                  </a:ext>
                </a:extLst>
              </p14:cNvPr>
              <p14:cNvContentPartPr/>
              <p14:nvPr/>
            </p14:nvContentPartPr>
            <p14:xfrm>
              <a:off x="6444648" y="1077552"/>
              <a:ext cx="1080" cy="24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A567C27-4348-41FB-361C-ED3E7C70164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435648" y="1068552"/>
                <a:ext cx="1872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5EB90233-35B5-783D-2C03-623F337D0C32}"/>
                  </a:ext>
                </a:extLst>
              </p14:cNvPr>
              <p14:cNvContentPartPr/>
              <p14:nvPr/>
            </p14:nvContentPartPr>
            <p14:xfrm>
              <a:off x="6495408" y="1094112"/>
              <a:ext cx="507960" cy="342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5EB90233-35B5-783D-2C03-623F337D0C32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6486768" y="1085472"/>
                <a:ext cx="52560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7C58F25-1520-3754-05E7-BC77A72EC4C1}"/>
                  </a:ext>
                </a:extLst>
              </p14:cNvPr>
              <p14:cNvContentPartPr/>
              <p14:nvPr/>
            </p14:nvContentPartPr>
            <p14:xfrm>
              <a:off x="7028208" y="1163232"/>
              <a:ext cx="32760" cy="694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7C58F25-1520-3754-05E7-BC77A72EC4C1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7019208" y="1154592"/>
                <a:ext cx="50400" cy="8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53EB9F8C-02E9-5ADB-1432-93B676344604}"/>
                  </a:ext>
                </a:extLst>
              </p14:cNvPr>
              <p14:cNvContentPartPr/>
              <p14:nvPr/>
            </p14:nvContentPartPr>
            <p14:xfrm>
              <a:off x="7131168" y="1053792"/>
              <a:ext cx="222480" cy="2210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53EB9F8C-02E9-5ADB-1432-93B67634460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7122168" y="1045152"/>
                <a:ext cx="240120" cy="23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F2A83D1-F463-B5C8-DB66-582B4785AA5D}"/>
                  </a:ext>
                </a:extLst>
              </p14:cNvPr>
              <p14:cNvContentPartPr/>
              <p14:nvPr/>
            </p14:nvContentPartPr>
            <p14:xfrm>
              <a:off x="7301448" y="1224072"/>
              <a:ext cx="101520" cy="165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F2A83D1-F463-B5C8-DB66-582B4785AA5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7292448" y="1215432"/>
                <a:ext cx="1191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DB75B3C-FBE2-9AC6-701B-6BDBD110BFA9}"/>
                  </a:ext>
                </a:extLst>
              </p14:cNvPr>
              <p14:cNvContentPartPr/>
              <p14:nvPr/>
            </p14:nvContentPartPr>
            <p14:xfrm>
              <a:off x="7483248" y="1177272"/>
              <a:ext cx="208080" cy="41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DB75B3C-FBE2-9AC6-701B-6BDBD110BFA9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7474248" y="1168632"/>
                <a:ext cx="22572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5A80A9D-2484-C3ED-1E36-4FD4F88283C1}"/>
                  </a:ext>
                </a:extLst>
              </p14:cNvPr>
              <p14:cNvContentPartPr/>
              <p14:nvPr/>
            </p14:nvContentPartPr>
            <p14:xfrm>
              <a:off x="7776648" y="1165032"/>
              <a:ext cx="154080" cy="745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5A80A9D-2484-C3ED-1E36-4FD4F88283C1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7767648" y="1156392"/>
                <a:ext cx="1717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FDFF6279-C2AF-AD92-11CF-8F96034A68B9}"/>
                  </a:ext>
                </a:extLst>
              </p14:cNvPr>
              <p14:cNvContentPartPr/>
              <p14:nvPr/>
            </p14:nvContentPartPr>
            <p14:xfrm>
              <a:off x="8362368" y="1059912"/>
              <a:ext cx="210240" cy="4636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FDFF6279-C2AF-AD92-11CF-8F96034A68B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8353368" y="1051272"/>
                <a:ext cx="227880" cy="48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6F6FD4F0-87E1-F135-16C6-2823489C76FC}"/>
                  </a:ext>
                </a:extLst>
              </p14:cNvPr>
              <p14:cNvContentPartPr/>
              <p14:nvPr/>
            </p14:nvContentPartPr>
            <p14:xfrm>
              <a:off x="9000288" y="1184832"/>
              <a:ext cx="123480" cy="6264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6F6FD4F0-87E1-F135-16C6-2823489C76FC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8991648" y="1176192"/>
                <a:ext cx="14112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969912FB-F971-873B-6391-B2C7A607E509}"/>
                  </a:ext>
                </a:extLst>
              </p14:cNvPr>
              <p14:cNvContentPartPr/>
              <p14:nvPr/>
            </p14:nvContentPartPr>
            <p14:xfrm>
              <a:off x="9316008" y="1150992"/>
              <a:ext cx="302760" cy="129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969912FB-F971-873B-6391-B2C7A607E50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9307368" y="1141992"/>
                <a:ext cx="32040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2FFA79F3-21ED-092B-889D-971C858A40BC}"/>
                  </a:ext>
                </a:extLst>
              </p14:cNvPr>
              <p14:cNvContentPartPr/>
              <p14:nvPr/>
            </p14:nvContentPartPr>
            <p14:xfrm>
              <a:off x="9703728" y="1214712"/>
              <a:ext cx="77400" cy="367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2FFA79F3-21ED-092B-889D-971C858A40BC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9695088" y="1206072"/>
                <a:ext cx="9504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7FF2B64-8005-6446-4568-8BC820F9EC62}"/>
                  </a:ext>
                </a:extLst>
              </p14:cNvPr>
              <p14:cNvContentPartPr/>
              <p14:nvPr/>
            </p14:nvContentPartPr>
            <p14:xfrm>
              <a:off x="9867888" y="1131192"/>
              <a:ext cx="91440" cy="1504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7FF2B64-8005-6446-4568-8BC820F9EC62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9858888" y="1122552"/>
                <a:ext cx="10908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BA403979-5D45-7754-A7AA-3FFF4917DAC5}"/>
                  </a:ext>
                </a:extLst>
              </p14:cNvPr>
              <p14:cNvContentPartPr/>
              <p14:nvPr/>
            </p14:nvContentPartPr>
            <p14:xfrm>
              <a:off x="10236168" y="1170432"/>
              <a:ext cx="254520" cy="1450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BA403979-5D45-7754-A7AA-3FFF4917DAC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0227528" y="1161432"/>
                <a:ext cx="27216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0B653E6C-8FAA-BB89-0D54-0F8517FEBDA9}"/>
                  </a:ext>
                </a:extLst>
              </p14:cNvPr>
              <p14:cNvContentPartPr/>
              <p14:nvPr/>
            </p14:nvContentPartPr>
            <p14:xfrm>
              <a:off x="10595088" y="1133712"/>
              <a:ext cx="74880" cy="2059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0B653E6C-8FAA-BB89-0D54-0F8517FEBDA9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10586448" y="1124712"/>
                <a:ext cx="9252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9A132D6-FFF7-647F-5AE1-0D85DB4657B0}"/>
                  </a:ext>
                </a:extLst>
              </p14:cNvPr>
              <p14:cNvContentPartPr/>
              <p14:nvPr/>
            </p14:nvContentPartPr>
            <p14:xfrm>
              <a:off x="10675728" y="1036512"/>
              <a:ext cx="165240" cy="3042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9A132D6-FFF7-647F-5AE1-0D85DB4657B0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10666728" y="1027512"/>
                <a:ext cx="18288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CA362A9E-ABD8-E31C-2D52-BF0AEF34E6BD}"/>
                  </a:ext>
                </a:extLst>
              </p14:cNvPr>
              <p14:cNvContentPartPr/>
              <p14:nvPr/>
            </p14:nvContentPartPr>
            <p14:xfrm>
              <a:off x="10854648" y="1268712"/>
              <a:ext cx="11160" cy="212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CA362A9E-ABD8-E31C-2D52-BF0AEF34E6BD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10845648" y="1259712"/>
                <a:ext cx="28800" cy="3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8CF1BEEB-9637-6D7A-D834-89A59B4CDB62}"/>
                  </a:ext>
                </a:extLst>
              </p14:cNvPr>
              <p14:cNvContentPartPr/>
              <p14:nvPr/>
            </p14:nvContentPartPr>
            <p14:xfrm>
              <a:off x="10922688" y="1295352"/>
              <a:ext cx="101520" cy="56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8CF1BEEB-9637-6D7A-D834-89A59B4CDB62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10913688" y="1286712"/>
                <a:ext cx="119160" cy="7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42F0CE72-16DC-FAA4-D53E-11CBE0573466}"/>
                  </a:ext>
                </a:extLst>
              </p14:cNvPr>
              <p14:cNvContentPartPr/>
              <p14:nvPr/>
            </p14:nvContentPartPr>
            <p14:xfrm>
              <a:off x="11294568" y="1295712"/>
              <a:ext cx="70920" cy="4536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42F0CE72-16DC-FAA4-D53E-11CBE0573466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11285928" y="1287072"/>
                <a:ext cx="8856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9FCC9CFF-B2CB-EE53-F396-03AFE74232A0}"/>
                  </a:ext>
                </a:extLst>
              </p14:cNvPr>
              <p14:cNvContentPartPr/>
              <p14:nvPr/>
            </p14:nvContentPartPr>
            <p14:xfrm>
              <a:off x="3207888" y="1364472"/>
              <a:ext cx="171360" cy="29916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9FCC9CFF-B2CB-EE53-F396-03AFE74232A0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3199248" y="1355472"/>
                <a:ext cx="18900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0ABA9CFF-5410-D959-A073-CC17992CDFEA}"/>
                  </a:ext>
                </a:extLst>
              </p14:cNvPr>
              <p14:cNvContentPartPr/>
              <p14:nvPr/>
            </p14:nvContentPartPr>
            <p14:xfrm>
              <a:off x="3466728" y="1580112"/>
              <a:ext cx="54360" cy="4572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0ABA9CFF-5410-D959-A073-CC17992CDFEA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3458088" y="1571472"/>
                <a:ext cx="7200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46806367-FB70-B76A-A736-5F9A851B3641}"/>
                  </a:ext>
                </a:extLst>
              </p14:cNvPr>
              <p14:cNvContentPartPr/>
              <p14:nvPr/>
            </p14:nvContentPartPr>
            <p14:xfrm>
              <a:off x="3592728" y="1571832"/>
              <a:ext cx="217800" cy="982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46806367-FB70-B76A-A736-5F9A851B3641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3583728" y="1563192"/>
                <a:ext cx="23544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0C7CF5B-740B-EB44-7B76-88651D62265D}"/>
                  </a:ext>
                </a:extLst>
              </p14:cNvPr>
              <p14:cNvContentPartPr/>
              <p14:nvPr/>
            </p14:nvContentPartPr>
            <p14:xfrm>
              <a:off x="3881448" y="1503792"/>
              <a:ext cx="450000" cy="1612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0C7CF5B-740B-EB44-7B76-88651D62265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3872808" y="1494792"/>
                <a:ext cx="467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D14073BE-BB61-1346-AB18-9EE6385FEF9F}"/>
                  </a:ext>
                </a:extLst>
              </p14:cNvPr>
              <p14:cNvContentPartPr/>
              <p14:nvPr/>
            </p14:nvContentPartPr>
            <p14:xfrm>
              <a:off x="4345488" y="1562832"/>
              <a:ext cx="155160" cy="20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D14073BE-BB61-1346-AB18-9EE6385FEF9F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4336848" y="1554192"/>
                <a:ext cx="17280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EF6C4D9A-EE1C-711F-2DCA-5BB9AF86561B}"/>
                  </a:ext>
                </a:extLst>
              </p14:cNvPr>
              <p14:cNvContentPartPr/>
              <p14:nvPr/>
            </p14:nvContentPartPr>
            <p14:xfrm>
              <a:off x="4913568" y="1464552"/>
              <a:ext cx="769320" cy="275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EF6C4D9A-EE1C-711F-2DCA-5BB9AF86561B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4904928" y="1455552"/>
                <a:ext cx="786960" cy="29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9B63AFDF-BC08-1D22-22A9-75E8C056572D}"/>
                  </a:ext>
                </a:extLst>
              </p14:cNvPr>
              <p14:cNvContentPartPr/>
              <p14:nvPr/>
            </p14:nvContentPartPr>
            <p14:xfrm>
              <a:off x="5749128" y="1622952"/>
              <a:ext cx="7920" cy="2556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9B63AFDF-BC08-1D22-22A9-75E8C056572D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5740128" y="1613952"/>
                <a:ext cx="2556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834B79F-031E-795E-DD4B-779DEEE582DD}"/>
                  </a:ext>
                </a:extLst>
              </p14:cNvPr>
              <p14:cNvContentPartPr/>
              <p14:nvPr/>
            </p14:nvContentPartPr>
            <p14:xfrm>
              <a:off x="5816088" y="1640232"/>
              <a:ext cx="187200" cy="439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834B79F-031E-795E-DD4B-779DEEE582DD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5807088" y="1631592"/>
                <a:ext cx="204840" cy="6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FDE5526B-CD0E-A1FF-BE97-9322236739AC}"/>
                  </a:ext>
                </a:extLst>
              </p14:cNvPr>
              <p14:cNvContentPartPr/>
              <p14:nvPr/>
            </p14:nvContentPartPr>
            <p14:xfrm>
              <a:off x="5928768" y="1539792"/>
              <a:ext cx="14400" cy="54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FDE5526B-CD0E-A1FF-BE97-9322236739A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5919768" y="1530792"/>
                <a:ext cx="3204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DCC0B7C4-CB45-98A2-BEB6-B5EC56DC59B2}"/>
                  </a:ext>
                </a:extLst>
              </p14:cNvPr>
              <p14:cNvContentPartPr/>
              <p14:nvPr/>
            </p14:nvContentPartPr>
            <p14:xfrm>
              <a:off x="6436008" y="1512072"/>
              <a:ext cx="107640" cy="2070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DCC0B7C4-CB45-98A2-BEB6-B5EC56DC59B2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427008" y="1503072"/>
                <a:ext cx="125280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8CF027D4-41E8-9058-0855-FBE6E084327A}"/>
                  </a:ext>
                </a:extLst>
              </p14:cNvPr>
              <p14:cNvContentPartPr/>
              <p14:nvPr/>
            </p14:nvContentPartPr>
            <p14:xfrm>
              <a:off x="6474528" y="1601712"/>
              <a:ext cx="149400" cy="25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8CF027D4-41E8-9058-0855-FBE6E084327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465888" y="1593072"/>
                <a:ext cx="16704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D45341F-81AF-A06C-8621-28BB5B7E198E}"/>
                  </a:ext>
                </a:extLst>
              </p14:cNvPr>
              <p14:cNvContentPartPr/>
              <p14:nvPr/>
            </p14:nvContentPartPr>
            <p14:xfrm>
              <a:off x="6971328" y="1609632"/>
              <a:ext cx="107640" cy="67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D45341F-81AF-A06C-8621-28BB5B7E198E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962328" y="1600992"/>
                <a:ext cx="125280" cy="8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D93E208-C716-1158-F6F0-632955E2750D}"/>
                  </a:ext>
                </a:extLst>
              </p14:cNvPr>
              <p14:cNvContentPartPr/>
              <p14:nvPr/>
            </p14:nvContentPartPr>
            <p14:xfrm>
              <a:off x="7382448" y="1603152"/>
              <a:ext cx="239040" cy="10908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D93E208-C716-1158-F6F0-632955E2750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373808" y="1594152"/>
                <a:ext cx="25668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5E0216C2-7B58-D0CE-0285-5D0F0531AB2F}"/>
                  </a:ext>
                </a:extLst>
              </p14:cNvPr>
              <p14:cNvContentPartPr/>
              <p14:nvPr/>
            </p14:nvContentPartPr>
            <p14:xfrm>
              <a:off x="7716888" y="1535112"/>
              <a:ext cx="215640" cy="18396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5E0216C2-7B58-D0CE-0285-5D0F0531AB2F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707888" y="1526112"/>
                <a:ext cx="23328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F32B0FF-1E22-839E-B6F5-CD641B673E4B}"/>
                  </a:ext>
                </a:extLst>
              </p14:cNvPr>
              <p14:cNvContentPartPr/>
              <p14:nvPr/>
            </p14:nvContentPartPr>
            <p14:xfrm>
              <a:off x="7998408" y="1475712"/>
              <a:ext cx="182880" cy="25056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F32B0FF-1E22-839E-B6F5-CD641B673E4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7989408" y="1466712"/>
                <a:ext cx="20052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041D28-7EAB-D449-809D-53B8257D356D}"/>
                  </a:ext>
                </a:extLst>
              </p14:cNvPr>
              <p14:cNvContentPartPr/>
              <p14:nvPr/>
            </p14:nvContentPartPr>
            <p14:xfrm>
              <a:off x="8222328" y="1663992"/>
              <a:ext cx="1440" cy="241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041D28-7EAB-D449-809D-53B8257D356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213328" y="1655352"/>
                <a:ext cx="190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2D2BBCBB-BC6D-911B-FEDE-90543BE6A454}"/>
                  </a:ext>
                </a:extLst>
              </p14:cNvPr>
              <p14:cNvContentPartPr/>
              <p14:nvPr/>
            </p14:nvContentPartPr>
            <p14:xfrm>
              <a:off x="8263728" y="1680552"/>
              <a:ext cx="128520" cy="5472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2D2BBCBB-BC6D-911B-FEDE-90543BE6A454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8255088" y="1671912"/>
                <a:ext cx="14616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9CA41D1-2517-B751-65DA-EAF0F51F0653}"/>
                  </a:ext>
                </a:extLst>
              </p14:cNvPr>
              <p14:cNvContentPartPr/>
              <p14:nvPr/>
            </p14:nvContentPartPr>
            <p14:xfrm>
              <a:off x="8359488" y="1621152"/>
              <a:ext cx="72000" cy="147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9CA41D1-2517-B751-65DA-EAF0F51F0653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8350848" y="1612152"/>
                <a:ext cx="8964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5A4B7123-8329-BB02-91DA-998E8E9A020A}"/>
                  </a:ext>
                </a:extLst>
              </p14:cNvPr>
              <p14:cNvContentPartPr/>
              <p14:nvPr/>
            </p14:nvContentPartPr>
            <p14:xfrm>
              <a:off x="8634168" y="1591992"/>
              <a:ext cx="210600" cy="3373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5A4B7123-8329-BB02-91DA-998E8E9A020A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8625528" y="1583352"/>
                <a:ext cx="2282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37496C30-8EB4-A0F0-F0B4-31F74C23EC96}"/>
                  </a:ext>
                </a:extLst>
              </p14:cNvPr>
              <p14:cNvContentPartPr/>
              <p14:nvPr/>
            </p14:nvContentPartPr>
            <p14:xfrm>
              <a:off x="9312768" y="1476432"/>
              <a:ext cx="165600" cy="27360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37496C30-8EB4-A0F0-F0B4-31F74C23EC96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9303768" y="1467792"/>
                <a:ext cx="183240" cy="29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B7B52D0B-A1C0-24C3-4CF9-CC3423A0C279}"/>
                  </a:ext>
                </a:extLst>
              </p14:cNvPr>
              <p14:cNvContentPartPr/>
              <p14:nvPr/>
            </p14:nvContentPartPr>
            <p14:xfrm>
              <a:off x="9580968" y="1643472"/>
              <a:ext cx="81000" cy="60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B7B52D0B-A1C0-24C3-4CF9-CC3423A0C279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9572328" y="1634472"/>
                <a:ext cx="9864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6290BE36-C87B-2AF7-8BAA-54B9AA239794}"/>
                  </a:ext>
                </a:extLst>
              </p14:cNvPr>
              <p14:cNvContentPartPr/>
              <p14:nvPr/>
            </p14:nvContentPartPr>
            <p14:xfrm>
              <a:off x="9748368" y="1662192"/>
              <a:ext cx="243720" cy="7380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6290BE36-C87B-2AF7-8BAA-54B9AA239794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9739368" y="1653192"/>
                <a:ext cx="261360" cy="9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445FBEE3-73DF-938F-FEE4-FEEBCB320471}"/>
                  </a:ext>
                </a:extLst>
              </p14:cNvPr>
              <p14:cNvContentPartPr/>
              <p14:nvPr/>
            </p14:nvContentPartPr>
            <p14:xfrm>
              <a:off x="10067688" y="1446912"/>
              <a:ext cx="599400" cy="33192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445FBEE3-73DF-938F-FEE4-FEEBCB320471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10058688" y="1438272"/>
                <a:ext cx="617040" cy="34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51F71840-854F-4C72-F827-88FA8D7693D5}"/>
                  </a:ext>
                </a:extLst>
              </p14:cNvPr>
              <p14:cNvContentPartPr/>
              <p14:nvPr/>
            </p14:nvContentPartPr>
            <p14:xfrm>
              <a:off x="10670688" y="1635552"/>
              <a:ext cx="93600" cy="684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51F71840-854F-4C72-F827-88FA8D7693D5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10662048" y="1626552"/>
                <a:ext cx="11124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AC90F029-B578-34CC-A019-59FB6D9A6BC9}"/>
                  </a:ext>
                </a:extLst>
              </p14:cNvPr>
              <p14:cNvContentPartPr/>
              <p14:nvPr/>
            </p14:nvContentPartPr>
            <p14:xfrm>
              <a:off x="10781208" y="1539432"/>
              <a:ext cx="205560" cy="402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AC90F029-B578-34CC-A019-59FB6D9A6BC9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10772208" y="1530432"/>
                <a:ext cx="223200" cy="42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0DCE8C5A-1A37-C66F-4E82-0770623FBC9B}"/>
                  </a:ext>
                </a:extLst>
              </p14:cNvPr>
              <p14:cNvContentPartPr/>
              <p14:nvPr/>
            </p14:nvContentPartPr>
            <p14:xfrm>
              <a:off x="11013768" y="1636272"/>
              <a:ext cx="243000" cy="20412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0DCE8C5A-1A37-C66F-4E82-0770623FBC9B}"/>
                  </a:ext>
                </a:extLst>
              </p:cNvPr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11004768" y="1627632"/>
                <a:ext cx="260640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4ADD8065-455D-5F37-E647-24CE3DF7AF2F}"/>
                  </a:ext>
                </a:extLst>
              </p14:cNvPr>
              <p14:cNvContentPartPr/>
              <p14:nvPr/>
            </p14:nvContentPartPr>
            <p14:xfrm>
              <a:off x="11328768" y="1773072"/>
              <a:ext cx="87840" cy="522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4ADD8065-455D-5F37-E647-24CE3DF7AF2F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11319768" y="1764072"/>
                <a:ext cx="105480" cy="6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D40DB281-2925-BC92-E725-6A439742B420}"/>
                  </a:ext>
                </a:extLst>
              </p14:cNvPr>
              <p14:cNvContentPartPr/>
              <p14:nvPr/>
            </p14:nvContentPartPr>
            <p14:xfrm>
              <a:off x="11422008" y="1777752"/>
              <a:ext cx="168120" cy="20412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D40DB281-2925-BC92-E725-6A439742B420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11413368" y="1769112"/>
                <a:ext cx="185760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43A2D9ED-6296-2915-0A3A-1B965B6E72F5}"/>
                  </a:ext>
                </a:extLst>
              </p14:cNvPr>
              <p14:cNvContentPartPr/>
              <p14:nvPr/>
            </p14:nvContentPartPr>
            <p14:xfrm>
              <a:off x="11679048" y="1767312"/>
              <a:ext cx="181080" cy="903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43A2D9ED-6296-2915-0A3A-1B965B6E72F5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11670408" y="1758312"/>
                <a:ext cx="1987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A1B3F962-87CE-51F7-87EA-0F57197080C8}"/>
                  </a:ext>
                </a:extLst>
              </p14:cNvPr>
              <p14:cNvContentPartPr/>
              <p14:nvPr/>
            </p14:nvContentPartPr>
            <p14:xfrm>
              <a:off x="11677968" y="1727352"/>
              <a:ext cx="317880" cy="28332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A1B3F962-87CE-51F7-87EA-0F57197080C8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11669328" y="1718712"/>
                <a:ext cx="33552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00899B59-7EEC-6CAF-960C-303FCEF90D0C}"/>
                  </a:ext>
                </a:extLst>
              </p14:cNvPr>
              <p14:cNvContentPartPr/>
              <p14:nvPr/>
            </p14:nvContentPartPr>
            <p14:xfrm>
              <a:off x="744768" y="2018232"/>
              <a:ext cx="11378520" cy="79632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00899B59-7EEC-6CAF-960C-303FCEF90D0C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736128" y="2009232"/>
                <a:ext cx="11396160" cy="81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7" name="Group 196">
            <a:extLst>
              <a:ext uri="{FF2B5EF4-FFF2-40B4-BE49-F238E27FC236}">
                <a16:creationId xmlns:a16="http://schemas.microsoft.com/office/drawing/2014/main" id="{26F733EC-8A50-B5CD-092E-93FFCE54CEEA}"/>
              </a:ext>
            </a:extLst>
          </p:cNvPr>
          <p:cNvGrpSpPr/>
          <p:nvPr/>
        </p:nvGrpSpPr>
        <p:grpSpPr>
          <a:xfrm>
            <a:off x="706248" y="2114352"/>
            <a:ext cx="11344680" cy="929880"/>
            <a:chOff x="706248" y="2114352"/>
            <a:chExt cx="11344680" cy="92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09AC1ACF-5A68-51D2-8B7C-B7169FD2DB59}"/>
                    </a:ext>
                  </a:extLst>
                </p14:cNvPr>
                <p14:cNvContentPartPr/>
                <p14:nvPr/>
              </p14:nvContentPartPr>
              <p14:xfrm>
                <a:off x="1143648" y="2270232"/>
                <a:ext cx="42120" cy="2617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09AC1ACF-5A68-51D2-8B7C-B7169FD2DB59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1134648" y="2261592"/>
                  <a:ext cx="5976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41769CE8-A099-79E4-047E-51DA0338E657}"/>
                    </a:ext>
                  </a:extLst>
                </p14:cNvPr>
                <p14:cNvContentPartPr/>
                <p14:nvPr/>
              </p14:nvContentPartPr>
              <p14:xfrm>
                <a:off x="1000008" y="2231712"/>
                <a:ext cx="357840" cy="471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41769CE8-A099-79E4-047E-51DA0338E657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991368" y="2223072"/>
                  <a:ext cx="3754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FB66EBE9-5667-3194-FB62-386DF0BC04F0}"/>
                    </a:ext>
                  </a:extLst>
                </p14:cNvPr>
                <p14:cNvContentPartPr/>
                <p14:nvPr/>
              </p14:nvContentPartPr>
              <p14:xfrm>
                <a:off x="1407168" y="2316672"/>
                <a:ext cx="27720" cy="1980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FB66EBE9-5667-3194-FB62-386DF0BC04F0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1398528" y="2307672"/>
                  <a:ext cx="4536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C9B39B3E-07DC-6BF7-7C16-5B01C99F4645}"/>
                    </a:ext>
                  </a:extLst>
                </p14:cNvPr>
                <p14:cNvContentPartPr/>
                <p14:nvPr/>
              </p14:nvContentPartPr>
              <p14:xfrm>
                <a:off x="1422288" y="2273112"/>
                <a:ext cx="161280" cy="1591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C9B39B3E-07DC-6BF7-7C16-5B01C99F4645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413288" y="2264472"/>
                  <a:ext cx="1789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CEA9CC7C-C763-AF84-B853-4F91B847227E}"/>
                    </a:ext>
                  </a:extLst>
                </p14:cNvPr>
                <p14:cNvContentPartPr/>
                <p14:nvPr/>
              </p14:nvContentPartPr>
              <p14:xfrm>
                <a:off x="1665648" y="2442312"/>
                <a:ext cx="113040" cy="61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CEA9CC7C-C763-AF84-B853-4F91B847227E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656648" y="2433672"/>
                  <a:ext cx="1306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936E6EC8-A6DB-2980-59A3-1031B593AF41}"/>
                    </a:ext>
                  </a:extLst>
                </p14:cNvPr>
                <p14:cNvContentPartPr/>
                <p14:nvPr/>
              </p14:nvContentPartPr>
              <p14:xfrm>
                <a:off x="2024568" y="2332872"/>
                <a:ext cx="13680" cy="1591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936E6EC8-A6DB-2980-59A3-1031B593AF41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2015568" y="2323872"/>
                  <a:ext cx="313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01EB7C53-A4E2-159D-8D92-E88EDD053F83}"/>
                    </a:ext>
                  </a:extLst>
                </p14:cNvPr>
                <p14:cNvContentPartPr/>
                <p14:nvPr/>
              </p14:nvContentPartPr>
              <p14:xfrm>
                <a:off x="1906128" y="2324232"/>
                <a:ext cx="249120" cy="2109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01EB7C53-A4E2-159D-8D92-E88EDD053F83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897488" y="2315232"/>
                  <a:ext cx="2667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9A2E5B31-6B01-1492-4D91-2F809F7060F9}"/>
                    </a:ext>
                  </a:extLst>
                </p14:cNvPr>
                <p14:cNvContentPartPr/>
                <p14:nvPr/>
              </p14:nvContentPartPr>
              <p14:xfrm>
                <a:off x="2167488" y="2352672"/>
                <a:ext cx="208080" cy="1922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9A2E5B31-6B01-1492-4D91-2F809F7060F9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2158488" y="2344032"/>
                  <a:ext cx="2257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29DE206E-F270-FFE9-DFA1-A3ACA71F193A}"/>
                    </a:ext>
                  </a:extLst>
                </p14:cNvPr>
                <p14:cNvContentPartPr/>
                <p14:nvPr/>
              </p14:nvContentPartPr>
              <p14:xfrm>
                <a:off x="2510928" y="2382552"/>
                <a:ext cx="22320" cy="1458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29DE206E-F270-FFE9-DFA1-A3ACA71F193A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2502288" y="2373912"/>
                  <a:ext cx="399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F7A435A5-686B-762F-6D53-D4737C572892}"/>
                    </a:ext>
                  </a:extLst>
                </p14:cNvPr>
                <p14:cNvContentPartPr/>
                <p14:nvPr/>
              </p14:nvContentPartPr>
              <p14:xfrm>
                <a:off x="2530008" y="2331072"/>
                <a:ext cx="165240" cy="1357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F7A435A5-686B-762F-6D53-D4737C572892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2521368" y="2322072"/>
                  <a:ext cx="18288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B4C641D0-E429-B2C1-4AA9-75B827910C93}"/>
                    </a:ext>
                  </a:extLst>
                </p14:cNvPr>
                <p14:cNvContentPartPr/>
                <p14:nvPr/>
              </p14:nvContentPartPr>
              <p14:xfrm>
                <a:off x="2843928" y="2217672"/>
                <a:ext cx="192600" cy="5194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B4C641D0-E429-B2C1-4AA9-75B827910C93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2834928" y="2209032"/>
                  <a:ext cx="21024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EB6A905A-F498-40F6-10FF-3538A92156E3}"/>
                    </a:ext>
                  </a:extLst>
                </p14:cNvPr>
                <p14:cNvContentPartPr/>
                <p14:nvPr/>
              </p14:nvContentPartPr>
              <p14:xfrm>
                <a:off x="3194208" y="2263032"/>
                <a:ext cx="353880" cy="2642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EB6A905A-F498-40F6-10FF-3538A92156E3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3185568" y="2254032"/>
                  <a:ext cx="3715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EACD59B4-7956-C5A6-C5D9-979F1C3F2804}"/>
                    </a:ext>
                  </a:extLst>
                </p14:cNvPr>
                <p14:cNvContentPartPr/>
                <p14:nvPr/>
              </p14:nvContentPartPr>
              <p14:xfrm>
                <a:off x="3577968" y="2434752"/>
                <a:ext cx="214560" cy="658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EACD59B4-7956-C5A6-C5D9-979F1C3F2804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3569328" y="2425752"/>
                  <a:ext cx="23220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B78AD220-9E89-8294-59A5-A3E047655DFC}"/>
                    </a:ext>
                  </a:extLst>
                </p14:cNvPr>
                <p14:cNvContentPartPr/>
                <p14:nvPr/>
              </p14:nvContentPartPr>
              <p14:xfrm>
                <a:off x="3534768" y="2331432"/>
                <a:ext cx="128520" cy="223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B78AD220-9E89-8294-59A5-A3E047655DFC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3526128" y="2322792"/>
                  <a:ext cx="14616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BA892C3-3F28-8640-5578-46F54D06B54E}"/>
                    </a:ext>
                  </a:extLst>
                </p14:cNvPr>
                <p14:cNvContentPartPr/>
                <p14:nvPr/>
              </p14:nvContentPartPr>
              <p14:xfrm>
                <a:off x="3931128" y="2514672"/>
                <a:ext cx="40680" cy="889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BA892C3-3F28-8640-5578-46F54D06B54E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3922488" y="2505672"/>
                  <a:ext cx="583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D51ACF2F-A4C4-0575-7868-B38052F21C9A}"/>
                    </a:ext>
                  </a:extLst>
                </p14:cNvPr>
                <p14:cNvContentPartPr/>
                <p14:nvPr/>
              </p14:nvContentPartPr>
              <p14:xfrm>
                <a:off x="4297968" y="2350152"/>
                <a:ext cx="291240" cy="2098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D51ACF2F-A4C4-0575-7868-B38052F21C9A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4288968" y="2341152"/>
                  <a:ext cx="3088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6D3EB5C1-19DA-A1F7-6626-AD6D49C71634}"/>
                    </a:ext>
                  </a:extLst>
                </p14:cNvPr>
                <p14:cNvContentPartPr/>
                <p14:nvPr/>
              </p14:nvContentPartPr>
              <p14:xfrm>
                <a:off x="4716288" y="2434752"/>
                <a:ext cx="225720" cy="684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6D3EB5C1-19DA-A1F7-6626-AD6D49C71634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4707288" y="2426112"/>
                  <a:ext cx="24336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DAD8E136-6B71-71C2-370E-AE61151298E0}"/>
                    </a:ext>
                  </a:extLst>
                </p14:cNvPr>
                <p14:cNvContentPartPr/>
                <p14:nvPr/>
              </p14:nvContentPartPr>
              <p14:xfrm>
                <a:off x="5004648" y="2354112"/>
                <a:ext cx="454320" cy="1454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DAD8E136-6B71-71C2-370E-AE61151298E0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4996008" y="2345472"/>
                  <a:ext cx="4719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67C4D46E-9562-16EF-1CA2-8DC1F6E12D81}"/>
                    </a:ext>
                  </a:extLst>
                </p14:cNvPr>
                <p14:cNvContentPartPr/>
                <p14:nvPr/>
              </p14:nvContentPartPr>
              <p14:xfrm>
                <a:off x="5430528" y="2416392"/>
                <a:ext cx="77760" cy="298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67C4D46E-9562-16EF-1CA2-8DC1F6E12D81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5421528" y="2407392"/>
                  <a:ext cx="954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0D1F9157-9AAE-FBBE-1D02-C73C2D6CB060}"/>
                    </a:ext>
                  </a:extLst>
                </p14:cNvPr>
                <p14:cNvContentPartPr/>
                <p14:nvPr/>
              </p14:nvContentPartPr>
              <p14:xfrm>
                <a:off x="5511528" y="2244312"/>
                <a:ext cx="270720" cy="4748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0D1F9157-9AAE-FBBE-1D02-C73C2D6CB06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5502528" y="2235312"/>
                  <a:ext cx="288360" cy="49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46831B88-8168-293D-A7E7-445A3108D8AC}"/>
                    </a:ext>
                  </a:extLst>
                </p14:cNvPr>
                <p14:cNvContentPartPr/>
                <p14:nvPr/>
              </p14:nvContentPartPr>
              <p14:xfrm>
                <a:off x="6077448" y="2400912"/>
                <a:ext cx="131760" cy="180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46831B88-8168-293D-A7E7-445A3108D8AC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6068808" y="2391912"/>
                  <a:ext cx="14940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7EF261E1-FC8C-032D-D7A9-1AAB9677FD5F}"/>
                    </a:ext>
                  </a:extLst>
                </p14:cNvPr>
                <p14:cNvContentPartPr/>
                <p14:nvPr/>
              </p14:nvContentPartPr>
              <p14:xfrm>
                <a:off x="6106608" y="2482632"/>
                <a:ext cx="138600" cy="284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7EF261E1-FC8C-032D-D7A9-1AAB9677FD5F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6097608" y="2473992"/>
                  <a:ext cx="1562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1BBAAD11-DF27-633C-529C-2090FC28F8B5}"/>
                    </a:ext>
                  </a:extLst>
                </p14:cNvPr>
                <p14:cNvContentPartPr/>
                <p14:nvPr/>
              </p14:nvContentPartPr>
              <p14:xfrm>
                <a:off x="6645168" y="2342232"/>
                <a:ext cx="20880" cy="1422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1BBAAD11-DF27-633C-529C-2090FC28F8B5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6636168" y="2333592"/>
                  <a:ext cx="385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C355EA30-D19A-0B46-6337-6F9EA3D552F6}"/>
                    </a:ext>
                  </a:extLst>
                </p14:cNvPr>
                <p14:cNvContentPartPr/>
                <p14:nvPr/>
              </p14:nvContentPartPr>
              <p14:xfrm>
                <a:off x="6549408" y="2304072"/>
                <a:ext cx="298440" cy="262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C355EA30-D19A-0B46-6337-6F9EA3D552F6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6540768" y="2295432"/>
                  <a:ext cx="31608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040C508E-74EB-5AED-BDA3-44635ECE09FB}"/>
                    </a:ext>
                  </a:extLst>
                </p14:cNvPr>
                <p14:cNvContentPartPr/>
                <p14:nvPr/>
              </p14:nvContentPartPr>
              <p14:xfrm>
                <a:off x="6950808" y="2318112"/>
                <a:ext cx="30960" cy="1533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040C508E-74EB-5AED-BDA3-44635ECE09FB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6942168" y="2309112"/>
                  <a:ext cx="486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CF036AB3-C055-8440-BF01-438A82CBF37D}"/>
                    </a:ext>
                  </a:extLst>
                </p14:cNvPr>
                <p14:cNvContentPartPr/>
                <p14:nvPr/>
              </p14:nvContentPartPr>
              <p14:xfrm>
                <a:off x="6988968" y="2279952"/>
                <a:ext cx="159120" cy="388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CF036AB3-C055-8440-BF01-438A82CBF37D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6980328" y="2271312"/>
                  <a:ext cx="17676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B137C2B8-86E3-D98C-6640-4CC0E4CD35DF}"/>
                    </a:ext>
                  </a:extLst>
                </p14:cNvPr>
                <p14:cNvContentPartPr/>
                <p14:nvPr/>
              </p14:nvContentPartPr>
              <p14:xfrm>
                <a:off x="7000848" y="2388312"/>
                <a:ext cx="113400" cy="97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B137C2B8-86E3-D98C-6640-4CC0E4CD35DF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6992208" y="2379312"/>
                  <a:ext cx="1310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E4414ACB-6BBF-8EDD-F5F6-C177AC53C745}"/>
                    </a:ext>
                  </a:extLst>
                </p14:cNvPr>
                <p14:cNvContentPartPr/>
                <p14:nvPr/>
              </p14:nvContentPartPr>
              <p14:xfrm>
                <a:off x="7318008" y="2231712"/>
                <a:ext cx="121680" cy="4024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E4414ACB-6BBF-8EDD-F5F6-C177AC53C745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7309008" y="2222712"/>
                  <a:ext cx="13932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4BAB379B-D939-AF88-BFEC-AA649BD25D25}"/>
                    </a:ext>
                  </a:extLst>
                </p14:cNvPr>
                <p14:cNvContentPartPr/>
                <p14:nvPr/>
              </p14:nvContentPartPr>
              <p14:xfrm>
                <a:off x="7608528" y="2232432"/>
                <a:ext cx="362520" cy="2678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4BAB379B-D939-AF88-BFEC-AA649BD25D25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7599528" y="2223792"/>
                  <a:ext cx="38016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08177E0F-F22E-C9E0-EB31-2EA30819516E}"/>
                    </a:ext>
                  </a:extLst>
                </p14:cNvPr>
                <p14:cNvContentPartPr/>
                <p14:nvPr/>
              </p14:nvContentPartPr>
              <p14:xfrm>
                <a:off x="8009928" y="2387952"/>
                <a:ext cx="141120" cy="496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08177E0F-F22E-C9E0-EB31-2EA30819516E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8000928" y="2379312"/>
                  <a:ext cx="15876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7E53DCD8-6B25-C935-0341-C940C4C0AD3A}"/>
                    </a:ext>
                  </a:extLst>
                </p14:cNvPr>
                <p14:cNvContentPartPr/>
                <p14:nvPr/>
              </p14:nvContentPartPr>
              <p14:xfrm>
                <a:off x="7877448" y="2261952"/>
                <a:ext cx="100080" cy="234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7E53DCD8-6B25-C935-0341-C940C4C0AD3A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7868448" y="2252952"/>
                  <a:ext cx="1177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EEAA9AE9-3CAB-39F7-9834-BE8EE0D44AB6}"/>
                    </a:ext>
                  </a:extLst>
                </p14:cNvPr>
                <p14:cNvContentPartPr/>
                <p14:nvPr/>
              </p14:nvContentPartPr>
              <p14:xfrm>
                <a:off x="8235648" y="2455992"/>
                <a:ext cx="52560" cy="856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EEAA9AE9-3CAB-39F7-9834-BE8EE0D44AB6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8227008" y="2446992"/>
                  <a:ext cx="7020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7AC25982-9A1D-BCA4-887E-724426C29977}"/>
                    </a:ext>
                  </a:extLst>
                </p14:cNvPr>
                <p14:cNvContentPartPr/>
                <p14:nvPr/>
              </p14:nvContentPartPr>
              <p14:xfrm>
                <a:off x="8572248" y="2290032"/>
                <a:ext cx="240840" cy="2070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7AC25982-9A1D-BCA4-887E-724426C29977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8563248" y="2281032"/>
                  <a:ext cx="2584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5BBEE31C-A98B-8932-8A3D-D05E6365CA98}"/>
                    </a:ext>
                  </a:extLst>
                </p14:cNvPr>
                <p14:cNvContentPartPr/>
                <p14:nvPr/>
              </p14:nvContentPartPr>
              <p14:xfrm>
                <a:off x="8895528" y="2419272"/>
                <a:ext cx="254160" cy="716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5BBEE31C-A98B-8932-8A3D-D05E6365CA98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8886528" y="2410272"/>
                  <a:ext cx="27180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B74D32EC-8B56-C96F-5612-F543AE2CBF12}"/>
                    </a:ext>
                  </a:extLst>
                </p14:cNvPr>
                <p14:cNvContentPartPr/>
                <p14:nvPr/>
              </p14:nvContentPartPr>
              <p14:xfrm>
                <a:off x="9223848" y="2355912"/>
                <a:ext cx="427320" cy="1357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B74D32EC-8B56-C96F-5612-F543AE2CBF12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9214848" y="2346912"/>
                  <a:ext cx="44496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0D3881BB-2DB0-425B-C69A-72AAFB1E05BA}"/>
                    </a:ext>
                  </a:extLst>
                </p14:cNvPr>
                <p14:cNvContentPartPr/>
                <p14:nvPr/>
              </p14:nvContentPartPr>
              <p14:xfrm>
                <a:off x="9637848" y="2396952"/>
                <a:ext cx="150840" cy="295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0D3881BB-2DB0-425B-C69A-72AAFB1E05BA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9628848" y="2387952"/>
                  <a:ext cx="1684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42EEDEF7-1FA2-7EB6-83B8-489AB7DB49C8}"/>
                    </a:ext>
                  </a:extLst>
                </p14:cNvPr>
                <p14:cNvContentPartPr/>
                <p14:nvPr/>
              </p14:nvContentPartPr>
              <p14:xfrm>
                <a:off x="9626688" y="2269152"/>
                <a:ext cx="334080" cy="407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42EEDEF7-1FA2-7EB6-83B8-489AB7DB49C8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9617688" y="2260152"/>
                  <a:ext cx="35172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7AE138B1-AB96-90C9-99E5-2C4C0F96BD9B}"/>
                    </a:ext>
                  </a:extLst>
                </p14:cNvPr>
                <p14:cNvContentPartPr/>
                <p14:nvPr/>
              </p14:nvContentPartPr>
              <p14:xfrm>
                <a:off x="10078848" y="2375712"/>
                <a:ext cx="153360" cy="1195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7AE138B1-AB96-90C9-99E5-2C4C0F96BD9B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0070208" y="2366712"/>
                  <a:ext cx="17100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3D51505-EDB9-DBC4-3DC1-F8969A451086}"/>
                    </a:ext>
                  </a:extLst>
                </p14:cNvPr>
                <p14:cNvContentPartPr/>
                <p14:nvPr/>
              </p14:nvContentPartPr>
              <p14:xfrm>
                <a:off x="10100808" y="2340072"/>
                <a:ext cx="136440" cy="2397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3D51505-EDB9-DBC4-3DC1-F8969A451086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0092168" y="2331432"/>
                  <a:ext cx="15408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3775E6B-FF34-683F-902C-AD8C54A5AF3A}"/>
                    </a:ext>
                  </a:extLst>
                </p14:cNvPr>
                <p14:cNvContentPartPr/>
                <p14:nvPr/>
              </p14:nvContentPartPr>
              <p14:xfrm>
                <a:off x="10078488" y="2454192"/>
                <a:ext cx="151920" cy="3816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3775E6B-FF34-683F-902C-AD8C54A5AF3A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10069488" y="2445552"/>
                  <a:ext cx="1695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F1D3C2F4-AC18-DC54-74A7-43E6A86EA0DF}"/>
                    </a:ext>
                  </a:extLst>
                </p14:cNvPr>
                <p14:cNvContentPartPr/>
                <p14:nvPr/>
              </p14:nvContentPartPr>
              <p14:xfrm>
                <a:off x="10475568" y="2369952"/>
                <a:ext cx="33480" cy="1782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F1D3C2F4-AC18-DC54-74A7-43E6A86EA0DF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0466928" y="2361312"/>
                  <a:ext cx="511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B99819FB-7E0C-7740-461F-445758200CF6}"/>
                    </a:ext>
                  </a:extLst>
                </p14:cNvPr>
                <p14:cNvContentPartPr/>
                <p14:nvPr/>
              </p14:nvContentPartPr>
              <p14:xfrm>
                <a:off x="10416168" y="2358432"/>
                <a:ext cx="158400" cy="295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B99819FB-7E0C-7740-461F-445758200CF6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10407528" y="2349432"/>
                  <a:ext cx="1760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2F834B51-1274-0871-588D-5976E622E6FC}"/>
                    </a:ext>
                  </a:extLst>
                </p14:cNvPr>
                <p14:cNvContentPartPr/>
                <p14:nvPr/>
              </p14:nvContentPartPr>
              <p14:xfrm>
                <a:off x="10428408" y="2525472"/>
                <a:ext cx="170280" cy="198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2F834B51-1274-0871-588D-5976E622E6FC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0419768" y="2516832"/>
                  <a:ext cx="1879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3444D9A4-33F2-14D6-1AEA-D4456E7C589A}"/>
                    </a:ext>
                  </a:extLst>
                </p14:cNvPr>
                <p14:cNvContentPartPr/>
                <p14:nvPr/>
              </p14:nvContentPartPr>
              <p14:xfrm>
                <a:off x="10667808" y="2413872"/>
                <a:ext cx="28800" cy="1234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3444D9A4-33F2-14D6-1AEA-D4456E7C589A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0658808" y="2405232"/>
                  <a:ext cx="4644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C8F559F8-3948-0A5E-A037-7989AB799AD8}"/>
                    </a:ext>
                  </a:extLst>
                </p14:cNvPr>
                <p14:cNvContentPartPr/>
                <p14:nvPr/>
              </p14:nvContentPartPr>
              <p14:xfrm>
                <a:off x="10645128" y="2394432"/>
                <a:ext cx="137520" cy="1774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C8F559F8-3948-0A5E-A037-7989AB799AD8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0636488" y="2385792"/>
                  <a:ext cx="1551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E85096E6-09EA-C4DD-5C0F-D5A02C85DAB7}"/>
                    </a:ext>
                  </a:extLst>
                </p14:cNvPr>
                <p14:cNvContentPartPr/>
                <p14:nvPr/>
              </p14:nvContentPartPr>
              <p14:xfrm>
                <a:off x="10861128" y="2442312"/>
                <a:ext cx="15840" cy="1256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E85096E6-09EA-C4DD-5C0F-D5A02C85DAB7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10852128" y="2433312"/>
                  <a:ext cx="334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025D5DF2-FD1B-9B36-7DDC-3F0AF5DE183B}"/>
                    </a:ext>
                  </a:extLst>
                </p14:cNvPr>
                <p14:cNvContentPartPr/>
                <p14:nvPr/>
              </p14:nvContentPartPr>
              <p14:xfrm>
                <a:off x="10882368" y="2403432"/>
                <a:ext cx="134640" cy="1094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025D5DF2-FD1B-9B36-7DDC-3F0AF5DE183B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0873728" y="2394432"/>
                  <a:ext cx="15228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C2A4D36-E616-EE09-2E79-EC2EB30105CD}"/>
                    </a:ext>
                  </a:extLst>
                </p14:cNvPr>
                <p14:cNvContentPartPr/>
                <p14:nvPr/>
              </p14:nvContentPartPr>
              <p14:xfrm>
                <a:off x="11095848" y="2360952"/>
                <a:ext cx="142920" cy="3639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C2A4D36-E616-EE09-2E79-EC2EB30105CD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11086848" y="2352312"/>
                  <a:ext cx="16056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E465D291-5AE9-D157-74C6-F751677166E9}"/>
                    </a:ext>
                  </a:extLst>
                </p14:cNvPr>
                <p14:cNvContentPartPr/>
                <p14:nvPr/>
              </p14:nvContentPartPr>
              <p14:xfrm>
                <a:off x="11352168" y="2353032"/>
                <a:ext cx="285480" cy="2678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E465D291-5AE9-D157-74C6-F751677166E9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11343528" y="2344032"/>
                  <a:ext cx="30312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87346506-0589-2328-1BD1-1C85D2FC0389}"/>
                    </a:ext>
                  </a:extLst>
                </p14:cNvPr>
                <p14:cNvContentPartPr/>
                <p14:nvPr/>
              </p14:nvContentPartPr>
              <p14:xfrm>
                <a:off x="11685168" y="2537352"/>
                <a:ext cx="131040" cy="417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87346506-0589-2328-1BD1-1C85D2FC0389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1676168" y="2528352"/>
                  <a:ext cx="14868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79E498CC-6DA3-6CDB-28CA-CD2BAFD34876}"/>
                    </a:ext>
                  </a:extLst>
                </p14:cNvPr>
                <p14:cNvContentPartPr/>
                <p14:nvPr/>
              </p14:nvContentPartPr>
              <p14:xfrm>
                <a:off x="11507328" y="2445192"/>
                <a:ext cx="150480" cy="144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79E498CC-6DA3-6CDB-28CA-CD2BAFD34876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1498328" y="2436552"/>
                  <a:ext cx="1681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A857163E-7A73-1767-C94D-A1D6B74A2683}"/>
                    </a:ext>
                  </a:extLst>
                </p14:cNvPr>
                <p14:cNvContentPartPr/>
                <p14:nvPr/>
              </p14:nvContentPartPr>
              <p14:xfrm>
                <a:off x="11845008" y="2393712"/>
                <a:ext cx="205920" cy="4100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A857163E-7A73-1767-C94D-A1D6B74A2683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1836368" y="2384712"/>
                  <a:ext cx="223560" cy="42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24F35757-FB67-E063-D1E8-A9EBB1D7693D}"/>
                    </a:ext>
                  </a:extLst>
                </p14:cNvPr>
                <p14:cNvContentPartPr/>
                <p14:nvPr/>
              </p14:nvContentPartPr>
              <p14:xfrm>
                <a:off x="718128" y="2114352"/>
                <a:ext cx="55800" cy="7516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24F35757-FB67-E063-D1E8-A9EBB1D7693D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709488" y="2105712"/>
                  <a:ext cx="73440" cy="76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070C111C-549F-F3F4-59E0-65724C00E890}"/>
                    </a:ext>
                  </a:extLst>
                </p14:cNvPr>
                <p14:cNvContentPartPr/>
                <p14:nvPr/>
              </p14:nvContentPartPr>
              <p14:xfrm>
                <a:off x="706248" y="2794752"/>
                <a:ext cx="11255760" cy="2494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070C111C-549F-F3F4-59E0-65724C00E890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697608" y="2785752"/>
                  <a:ext cx="11273400" cy="267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7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8E9F0455-0B68-2233-0F56-0501A6975AA8}"/>
                  </a:ext>
                </a:extLst>
              </p14:cNvPr>
              <p14:cNvContentPartPr/>
              <p14:nvPr/>
            </p14:nvContentPartPr>
            <p14:xfrm>
              <a:off x="6383088" y="1162872"/>
              <a:ext cx="4901760" cy="15480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8E9F0455-0B68-2233-0F56-0501A6975AA8}"/>
                  </a:ext>
                </a:extLst>
              </p:cNvPr>
              <p:cNvPicPr/>
              <p:nvPr/>
            </p:nvPicPr>
            <p:blipFill>
              <a:blip r:embed="rId288"/>
              <a:stretch>
                <a:fillRect/>
              </a:stretch>
            </p:blipFill>
            <p:spPr>
              <a:xfrm>
                <a:off x="6347088" y="1091232"/>
                <a:ext cx="4973400" cy="29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C298113C-862A-20B2-8B1D-B66D48CE1E26}"/>
                  </a:ext>
                </a:extLst>
              </p14:cNvPr>
              <p14:cNvContentPartPr/>
              <p14:nvPr/>
            </p14:nvContentPartPr>
            <p14:xfrm>
              <a:off x="3209688" y="1495872"/>
              <a:ext cx="1123200" cy="66960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C298113C-862A-20B2-8B1D-B66D48CE1E26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3174048" y="1423872"/>
                <a:ext cx="11948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1">
            <p14:nvContentPartPr>
              <p14:cNvPr id="200" name="Ink 199">
                <a:extLst>
                  <a:ext uri="{FF2B5EF4-FFF2-40B4-BE49-F238E27FC236}">
                    <a16:creationId xmlns:a16="http://schemas.microsoft.com/office/drawing/2014/main" id="{196D9010-FB88-17DE-5F39-2972B688F1D5}"/>
                  </a:ext>
                </a:extLst>
              </p14:cNvPr>
              <p14:cNvContentPartPr/>
              <p14:nvPr/>
            </p14:nvContentPartPr>
            <p14:xfrm>
              <a:off x="3221928" y="1619352"/>
              <a:ext cx="1220760" cy="32400"/>
            </p14:xfrm>
          </p:contentPart>
        </mc:Choice>
        <mc:Fallback xmlns="">
          <p:pic>
            <p:nvPicPr>
              <p:cNvPr id="200" name="Ink 199">
                <a:extLst>
                  <a:ext uri="{FF2B5EF4-FFF2-40B4-BE49-F238E27FC236}">
                    <a16:creationId xmlns:a16="http://schemas.microsoft.com/office/drawing/2014/main" id="{196D9010-FB88-17DE-5F39-2972B688F1D5}"/>
                  </a:ext>
                </a:extLst>
              </p:cNvPr>
              <p:cNvPicPr/>
              <p:nvPr/>
            </p:nvPicPr>
            <p:blipFill>
              <a:blip r:embed="rId292"/>
              <a:stretch>
                <a:fillRect/>
              </a:stretch>
            </p:blipFill>
            <p:spPr>
              <a:xfrm>
                <a:off x="3185928" y="1547352"/>
                <a:ext cx="129240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3">
            <p14:nvContentPartPr>
              <p14:cNvPr id="201" name="Ink 200">
                <a:extLst>
                  <a:ext uri="{FF2B5EF4-FFF2-40B4-BE49-F238E27FC236}">
                    <a16:creationId xmlns:a16="http://schemas.microsoft.com/office/drawing/2014/main" id="{659BAC40-E10D-8BD3-6391-9E729B711549}"/>
                  </a:ext>
                </a:extLst>
              </p14:cNvPr>
              <p14:cNvContentPartPr/>
              <p14:nvPr/>
            </p14:nvContentPartPr>
            <p14:xfrm>
              <a:off x="3231288" y="1578312"/>
              <a:ext cx="1173240" cy="92520"/>
            </p14:xfrm>
          </p:contentPart>
        </mc:Choice>
        <mc:Fallback xmlns="">
          <p:pic>
            <p:nvPicPr>
              <p:cNvPr id="201" name="Ink 200">
                <a:extLst>
                  <a:ext uri="{FF2B5EF4-FFF2-40B4-BE49-F238E27FC236}">
                    <a16:creationId xmlns:a16="http://schemas.microsoft.com/office/drawing/2014/main" id="{659BAC40-E10D-8BD3-6391-9E729B711549}"/>
                  </a:ext>
                </a:extLst>
              </p:cNvPr>
              <p:cNvPicPr/>
              <p:nvPr/>
            </p:nvPicPr>
            <p:blipFill>
              <a:blip r:embed="rId294"/>
              <a:stretch>
                <a:fillRect/>
              </a:stretch>
            </p:blipFill>
            <p:spPr>
              <a:xfrm>
                <a:off x="3195288" y="1506672"/>
                <a:ext cx="124488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5">
            <p14:nvContentPartPr>
              <p14:cNvPr id="202" name="Ink 201">
                <a:extLst>
                  <a:ext uri="{FF2B5EF4-FFF2-40B4-BE49-F238E27FC236}">
                    <a16:creationId xmlns:a16="http://schemas.microsoft.com/office/drawing/2014/main" id="{3DD176FD-8E18-5518-93F7-53933CCD4F26}"/>
                  </a:ext>
                </a:extLst>
              </p14:cNvPr>
              <p14:cNvContentPartPr/>
              <p14:nvPr/>
            </p14:nvContentPartPr>
            <p14:xfrm>
              <a:off x="6439968" y="1147032"/>
              <a:ext cx="5008680" cy="247680"/>
            </p14:xfrm>
          </p:contentPart>
        </mc:Choice>
        <mc:Fallback xmlns="">
          <p:pic>
            <p:nvPicPr>
              <p:cNvPr id="202" name="Ink 201">
                <a:extLst>
                  <a:ext uri="{FF2B5EF4-FFF2-40B4-BE49-F238E27FC236}">
                    <a16:creationId xmlns:a16="http://schemas.microsoft.com/office/drawing/2014/main" id="{3DD176FD-8E18-5518-93F7-53933CCD4F26}"/>
                  </a:ext>
                </a:extLst>
              </p:cNvPr>
              <p:cNvPicPr/>
              <p:nvPr/>
            </p:nvPicPr>
            <p:blipFill>
              <a:blip r:embed="rId296"/>
              <a:stretch>
                <a:fillRect/>
              </a:stretch>
            </p:blipFill>
            <p:spPr>
              <a:xfrm>
                <a:off x="6403968" y="1075392"/>
                <a:ext cx="5080320" cy="391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9" name="Group 208">
            <a:extLst>
              <a:ext uri="{FF2B5EF4-FFF2-40B4-BE49-F238E27FC236}">
                <a16:creationId xmlns:a16="http://schemas.microsoft.com/office/drawing/2014/main" id="{3755C26B-764F-D327-0DE9-301051560D7E}"/>
              </a:ext>
            </a:extLst>
          </p:cNvPr>
          <p:cNvGrpSpPr/>
          <p:nvPr/>
        </p:nvGrpSpPr>
        <p:grpSpPr>
          <a:xfrm>
            <a:off x="706248" y="3067992"/>
            <a:ext cx="418320" cy="445680"/>
            <a:chOff x="706248" y="3067992"/>
            <a:chExt cx="418320" cy="44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0E91A9A5-7953-C6BF-4262-20934B20E5AD}"/>
                    </a:ext>
                  </a:extLst>
                </p14:cNvPr>
                <p14:cNvContentPartPr/>
                <p14:nvPr/>
              </p14:nvContentPartPr>
              <p14:xfrm>
                <a:off x="794448" y="3067992"/>
                <a:ext cx="144000" cy="4456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0E91A9A5-7953-C6BF-4262-20934B20E5AD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785448" y="3058992"/>
                  <a:ext cx="16164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039789D9-075C-2633-2D7C-56EB7766509A}"/>
                    </a:ext>
                  </a:extLst>
                </p14:cNvPr>
                <p14:cNvContentPartPr/>
                <p14:nvPr/>
              </p14:nvContentPartPr>
              <p14:xfrm>
                <a:off x="706248" y="3293712"/>
                <a:ext cx="418320" cy="1411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039789D9-075C-2633-2D7C-56EB7766509A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697608" y="3285072"/>
                  <a:ext cx="435960" cy="15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E63E6364-A81E-53D4-0F49-79450D97969F}"/>
              </a:ext>
            </a:extLst>
          </p:cNvPr>
          <p:cNvGrpSpPr/>
          <p:nvPr/>
        </p:nvGrpSpPr>
        <p:grpSpPr>
          <a:xfrm>
            <a:off x="1368648" y="3207672"/>
            <a:ext cx="680400" cy="325440"/>
            <a:chOff x="1368648" y="3207672"/>
            <a:chExt cx="680400" cy="32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71A30B93-8568-5034-5E44-768A1C3F39FD}"/>
                    </a:ext>
                  </a:extLst>
                </p14:cNvPr>
                <p14:cNvContentPartPr/>
                <p14:nvPr/>
              </p14:nvContentPartPr>
              <p14:xfrm>
                <a:off x="1368648" y="3262752"/>
                <a:ext cx="257040" cy="2703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71A30B93-8568-5034-5E44-768A1C3F39FD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360008" y="3253752"/>
                  <a:ext cx="27468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F3E94D53-762D-238C-04E0-3ACAA19F395D}"/>
                    </a:ext>
                  </a:extLst>
                </p14:cNvPr>
                <p14:cNvContentPartPr/>
                <p14:nvPr/>
              </p14:nvContentPartPr>
              <p14:xfrm>
                <a:off x="1838448" y="3364272"/>
                <a:ext cx="3960" cy="374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F3E94D53-762D-238C-04E0-3ACAA19F395D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829808" y="3355272"/>
                  <a:ext cx="216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C75AB09C-CA71-2AD9-53A1-B06971805765}"/>
                    </a:ext>
                  </a:extLst>
                </p14:cNvPr>
                <p14:cNvContentPartPr/>
                <p14:nvPr/>
              </p14:nvContentPartPr>
              <p14:xfrm>
                <a:off x="1836288" y="3207672"/>
                <a:ext cx="212760" cy="1468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C75AB09C-CA71-2AD9-53A1-B06971805765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827288" y="3199032"/>
                  <a:ext cx="230400" cy="16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B52DC51-BEE7-4EEA-F14B-15E96948D312}"/>
              </a:ext>
            </a:extLst>
          </p:cNvPr>
          <p:cNvGrpSpPr/>
          <p:nvPr/>
        </p:nvGrpSpPr>
        <p:grpSpPr>
          <a:xfrm>
            <a:off x="2653848" y="3254472"/>
            <a:ext cx="799560" cy="314280"/>
            <a:chOff x="2653848" y="3254472"/>
            <a:chExt cx="799560" cy="31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481C3149-B49F-4E0E-47C7-D0F5A2827CC4}"/>
                    </a:ext>
                  </a:extLst>
                </p14:cNvPr>
                <p14:cNvContentPartPr/>
                <p14:nvPr/>
              </p14:nvContentPartPr>
              <p14:xfrm>
                <a:off x="2653848" y="3269592"/>
                <a:ext cx="334800" cy="2775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481C3149-B49F-4E0E-47C7-D0F5A2827CC4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2645208" y="3260952"/>
                  <a:ext cx="35244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508ECBBD-F99E-FE69-C9B6-13564A706E14}"/>
                    </a:ext>
                  </a:extLst>
                </p14:cNvPr>
                <p14:cNvContentPartPr/>
                <p14:nvPr/>
              </p14:nvContentPartPr>
              <p14:xfrm>
                <a:off x="3035088" y="3311352"/>
                <a:ext cx="109800" cy="2574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508ECBBD-F99E-FE69-C9B6-13564A706E14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3026088" y="3302352"/>
                  <a:ext cx="12744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100A1CD2-9EB2-4B07-2831-FAC0452DAE5A}"/>
                    </a:ext>
                  </a:extLst>
                </p14:cNvPr>
                <p14:cNvContentPartPr/>
                <p14:nvPr/>
              </p14:nvContentPartPr>
              <p14:xfrm>
                <a:off x="3220488" y="3254472"/>
                <a:ext cx="232920" cy="24048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100A1CD2-9EB2-4B07-2831-FAC0452DAE5A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3211488" y="3245832"/>
                  <a:ext cx="250560" cy="258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3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1CAE2E37-9F77-328E-D340-D772AB33FC01}"/>
                  </a:ext>
                </a:extLst>
              </p14:cNvPr>
              <p14:cNvContentPartPr/>
              <p14:nvPr/>
            </p14:nvContentPartPr>
            <p14:xfrm>
              <a:off x="4018608" y="3290832"/>
              <a:ext cx="423000" cy="36432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1CAE2E37-9F77-328E-D340-D772AB33FC01}"/>
                  </a:ext>
                </a:extLst>
              </p:cNvPr>
              <p:cNvPicPr/>
              <p:nvPr/>
            </p:nvPicPr>
            <p:blipFill>
              <a:blip r:embed="rId314"/>
              <a:stretch>
                <a:fillRect/>
              </a:stretch>
            </p:blipFill>
            <p:spPr>
              <a:xfrm>
                <a:off x="4009608" y="3282192"/>
                <a:ext cx="440640" cy="38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25" name="Group 224">
            <a:extLst>
              <a:ext uri="{FF2B5EF4-FFF2-40B4-BE49-F238E27FC236}">
                <a16:creationId xmlns:a16="http://schemas.microsoft.com/office/drawing/2014/main" id="{47F69614-6452-0761-BC52-B4F5BFB39FAD}"/>
              </a:ext>
            </a:extLst>
          </p:cNvPr>
          <p:cNvGrpSpPr/>
          <p:nvPr/>
        </p:nvGrpSpPr>
        <p:grpSpPr>
          <a:xfrm>
            <a:off x="2148768" y="3152592"/>
            <a:ext cx="484920" cy="297720"/>
            <a:chOff x="2148768" y="3152592"/>
            <a:chExt cx="484920" cy="29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32C80CC5-01FC-360A-E38C-5822415061D1}"/>
                    </a:ext>
                  </a:extLst>
                </p14:cNvPr>
                <p14:cNvContentPartPr/>
                <p14:nvPr/>
              </p14:nvContentPartPr>
              <p14:xfrm>
                <a:off x="2148768" y="3202632"/>
                <a:ext cx="113760" cy="2476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32C80CC5-01FC-360A-E38C-5822415061D1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2139768" y="3193632"/>
                  <a:ext cx="1314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FEBC23A8-FD07-17CD-D856-135DEAD4F6A9}"/>
                    </a:ext>
                  </a:extLst>
                </p14:cNvPr>
                <p14:cNvContentPartPr/>
                <p14:nvPr/>
              </p14:nvContentPartPr>
              <p14:xfrm>
                <a:off x="2302848" y="3389472"/>
                <a:ext cx="45360" cy="385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FEBC23A8-FD07-17CD-D856-135DEAD4F6A9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2294208" y="3380832"/>
                  <a:ext cx="6300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7490E5ED-B0C1-2035-28F3-AA7E937F0DDA}"/>
                    </a:ext>
                  </a:extLst>
                </p14:cNvPr>
                <p14:cNvContentPartPr/>
                <p14:nvPr/>
              </p14:nvContentPartPr>
              <p14:xfrm>
                <a:off x="2377368" y="3376512"/>
                <a:ext cx="79560" cy="356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7490E5ED-B0C1-2035-28F3-AA7E937F0DDA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2368728" y="3367872"/>
                  <a:ext cx="972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2F828720-8070-B136-B9F8-74218714C67E}"/>
                    </a:ext>
                  </a:extLst>
                </p14:cNvPr>
                <p14:cNvContentPartPr/>
                <p14:nvPr/>
              </p14:nvContentPartPr>
              <p14:xfrm>
                <a:off x="2285568" y="3259512"/>
                <a:ext cx="42120" cy="1944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2F828720-8070-B136-B9F8-74218714C67E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2276568" y="3250872"/>
                  <a:ext cx="597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4900ECB1-2A78-80EE-167E-6310E246464C}"/>
                    </a:ext>
                  </a:extLst>
                </p14:cNvPr>
                <p14:cNvContentPartPr/>
                <p14:nvPr/>
              </p14:nvContentPartPr>
              <p14:xfrm>
                <a:off x="2549088" y="3152592"/>
                <a:ext cx="84600" cy="986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4900ECB1-2A78-80EE-167E-6310E246464C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2540088" y="3143952"/>
                  <a:ext cx="102240" cy="11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5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C9E4E2AC-E1EA-A852-44AF-2D1E477E0FBC}"/>
                  </a:ext>
                </a:extLst>
              </p14:cNvPr>
              <p14:cNvContentPartPr/>
              <p14:nvPr/>
            </p14:nvContentPartPr>
            <p14:xfrm>
              <a:off x="3476808" y="3193632"/>
              <a:ext cx="55080" cy="4464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C9E4E2AC-E1EA-A852-44AF-2D1E477E0FBC}"/>
                  </a:ext>
                </a:extLst>
              </p:cNvPr>
              <p:cNvPicPr/>
              <p:nvPr/>
            </p:nvPicPr>
            <p:blipFill>
              <a:blip r:embed="rId326"/>
              <a:stretch>
                <a:fillRect/>
              </a:stretch>
            </p:blipFill>
            <p:spPr>
              <a:xfrm>
                <a:off x="3468168" y="3184992"/>
                <a:ext cx="72720" cy="62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2B47A15-4E8E-D706-A53E-70C52EB35567}"/>
              </a:ext>
            </a:extLst>
          </p:cNvPr>
          <p:cNvGrpSpPr/>
          <p:nvPr/>
        </p:nvGrpSpPr>
        <p:grpSpPr>
          <a:xfrm>
            <a:off x="4560768" y="3323592"/>
            <a:ext cx="801360" cy="283680"/>
            <a:chOff x="4560768" y="3323592"/>
            <a:chExt cx="801360" cy="28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0808B426-8D49-D18D-054E-66E4339CE83C}"/>
                    </a:ext>
                  </a:extLst>
                </p14:cNvPr>
                <p14:cNvContentPartPr/>
                <p14:nvPr/>
              </p14:nvContentPartPr>
              <p14:xfrm>
                <a:off x="4560768" y="3323592"/>
                <a:ext cx="88200" cy="2836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0808B426-8D49-D18D-054E-66E4339CE83C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4552128" y="3314952"/>
                  <a:ext cx="10584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A46F88DB-EB32-3E20-3760-EAA04CB6776B}"/>
                    </a:ext>
                  </a:extLst>
                </p14:cNvPr>
                <p14:cNvContentPartPr/>
                <p14:nvPr/>
              </p14:nvContentPartPr>
              <p14:xfrm>
                <a:off x="4746168" y="3370392"/>
                <a:ext cx="615960" cy="11124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A46F88DB-EB32-3E20-3760-EAA04CB6776B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4737528" y="3361392"/>
                  <a:ext cx="633600" cy="12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8B65D089-1992-1DA6-10F7-E15F62D7FA8E}"/>
              </a:ext>
            </a:extLst>
          </p:cNvPr>
          <p:cNvGrpSpPr/>
          <p:nvPr/>
        </p:nvGrpSpPr>
        <p:grpSpPr>
          <a:xfrm>
            <a:off x="5906808" y="3369672"/>
            <a:ext cx="208440" cy="169200"/>
            <a:chOff x="5906808" y="3369672"/>
            <a:chExt cx="208440" cy="16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13DEEF59-936E-05C9-4165-A01D90577779}"/>
                    </a:ext>
                  </a:extLst>
                </p14:cNvPr>
                <p14:cNvContentPartPr/>
                <p14:nvPr/>
              </p14:nvContentPartPr>
              <p14:xfrm>
                <a:off x="5906808" y="3393432"/>
                <a:ext cx="86400" cy="1454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13DEEF59-936E-05C9-4165-A01D90577779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5897808" y="3384432"/>
                  <a:ext cx="1040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07818232-4DCF-54BA-BB0C-69849810965D}"/>
                    </a:ext>
                  </a:extLst>
                </p14:cNvPr>
                <p14:cNvContentPartPr/>
                <p14:nvPr/>
              </p14:nvContentPartPr>
              <p14:xfrm>
                <a:off x="5919048" y="3369672"/>
                <a:ext cx="196200" cy="540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07818232-4DCF-54BA-BB0C-69849810965D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5910048" y="3361032"/>
                  <a:ext cx="213840" cy="7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DFDD98EE-2436-C245-CCDD-0F94410EF476}"/>
              </a:ext>
            </a:extLst>
          </p:cNvPr>
          <p:cNvGrpSpPr/>
          <p:nvPr/>
        </p:nvGrpSpPr>
        <p:grpSpPr>
          <a:xfrm>
            <a:off x="6402888" y="3298752"/>
            <a:ext cx="803880" cy="256680"/>
            <a:chOff x="6402888" y="3298752"/>
            <a:chExt cx="803880" cy="25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DCF00802-38B3-F9B9-05EA-2258E881FDEC}"/>
                    </a:ext>
                  </a:extLst>
                </p14:cNvPr>
                <p14:cNvContentPartPr/>
                <p14:nvPr/>
              </p14:nvContentPartPr>
              <p14:xfrm>
                <a:off x="6488568" y="3298752"/>
                <a:ext cx="36360" cy="2566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DCF00802-38B3-F9B9-05EA-2258E881FDEC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6479568" y="3290112"/>
                  <a:ext cx="5400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02D39FFC-228F-E5D0-5B75-AC4A0F26E8D6}"/>
                    </a:ext>
                  </a:extLst>
                </p14:cNvPr>
                <p14:cNvContentPartPr/>
                <p14:nvPr/>
              </p14:nvContentPartPr>
              <p14:xfrm>
                <a:off x="6402888" y="3372192"/>
                <a:ext cx="290880" cy="1213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02D39FFC-228F-E5D0-5B75-AC4A0F26E8D6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6393888" y="3363192"/>
                  <a:ext cx="3085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211F0CCB-EECE-AAFF-A84A-8068C4A44C16}"/>
                    </a:ext>
                  </a:extLst>
                </p14:cNvPr>
                <p14:cNvContentPartPr/>
                <p14:nvPr/>
              </p14:nvContentPartPr>
              <p14:xfrm>
                <a:off x="6785568" y="3426552"/>
                <a:ext cx="421200" cy="6300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211F0CCB-EECE-AAFF-A84A-8068C4A44C16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6776568" y="3417552"/>
                  <a:ext cx="438840" cy="8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DAE2067A-EE07-B637-A038-3505FDC735EC}"/>
              </a:ext>
            </a:extLst>
          </p:cNvPr>
          <p:cNvGrpSpPr/>
          <p:nvPr/>
        </p:nvGrpSpPr>
        <p:grpSpPr>
          <a:xfrm>
            <a:off x="7723368" y="3347352"/>
            <a:ext cx="258840" cy="153720"/>
            <a:chOff x="7723368" y="3347352"/>
            <a:chExt cx="258840" cy="15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4AB91019-8F41-525B-F0B5-B3E7FBAF671A}"/>
                    </a:ext>
                  </a:extLst>
                </p14:cNvPr>
                <p14:cNvContentPartPr/>
                <p14:nvPr/>
              </p14:nvContentPartPr>
              <p14:xfrm>
                <a:off x="7723368" y="3435552"/>
                <a:ext cx="13320" cy="6552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4AB91019-8F41-525B-F0B5-B3E7FBAF671A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7714728" y="3426912"/>
                  <a:ext cx="309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D31093E3-0A3F-F9C5-357E-FCE9A1CB74F4}"/>
                    </a:ext>
                  </a:extLst>
                </p14:cNvPr>
                <p14:cNvContentPartPr/>
                <p14:nvPr/>
              </p14:nvContentPartPr>
              <p14:xfrm>
                <a:off x="7749648" y="3347352"/>
                <a:ext cx="27360" cy="320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D31093E3-0A3F-F9C5-357E-FCE9A1CB74F4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7741008" y="3338712"/>
                  <a:ext cx="4500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4C703937-4BBB-64A2-5C70-FF780EE142AA}"/>
                    </a:ext>
                  </a:extLst>
                </p14:cNvPr>
                <p14:cNvContentPartPr/>
                <p14:nvPr/>
              </p14:nvContentPartPr>
              <p14:xfrm>
                <a:off x="7877448" y="3434472"/>
                <a:ext cx="104760" cy="1620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4C703937-4BBB-64A2-5C70-FF780EE142AA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7868448" y="3425472"/>
                  <a:ext cx="122400" cy="33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7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189CBAB4-3D65-F282-A17F-4740C09C7C76}"/>
                  </a:ext>
                </a:extLst>
              </p14:cNvPr>
              <p14:cNvContentPartPr/>
              <p14:nvPr/>
            </p14:nvContentPartPr>
            <p14:xfrm>
              <a:off x="8424288" y="3400992"/>
              <a:ext cx="119160" cy="4680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189CBAB4-3D65-F282-A17F-4740C09C7C76}"/>
                  </a:ext>
                </a:extLst>
              </p:cNvPr>
              <p:cNvPicPr/>
              <p:nvPr/>
            </p:nvPicPr>
            <p:blipFill>
              <a:blip r:embed="rId348"/>
              <a:stretch>
                <a:fillRect/>
              </a:stretch>
            </p:blipFill>
            <p:spPr>
              <a:xfrm>
                <a:off x="8415648" y="3391992"/>
                <a:ext cx="136800" cy="64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42" name="Group 241">
            <a:extLst>
              <a:ext uri="{FF2B5EF4-FFF2-40B4-BE49-F238E27FC236}">
                <a16:creationId xmlns:a16="http://schemas.microsoft.com/office/drawing/2014/main" id="{1913B64F-2F2A-B9F1-BDEC-A05D217BE4D8}"/>
              </a:ext>
            </a:extLst>
          </p:cNvPr>
          <p:cNvGrpSpPr/>
          <p:nvPr/>
        </p:nvGrpSpPr>
        <p:grpSpPr>
          <a:xfrm>
            <a:off x="8939448" y="3290112"/>
            <a:ext cx="1395720" cy="196920"/>
            <a:chOff x="8939448" y="3290112"/>
            <a:chExt cx="1395720" cy="19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C538D482-216B-C077-71C2-A33FB90D7091}"/>
                    </a:ext>
                  </a:extLst>
                </p14:cNvPr>
                <p14:cNvContentPartPr/>
                <p14:nvPr/>
              </p14:nvContentPartPr>
              <p14:xfrm>
                <a:off x="8939448" y="3304152"/>
                <a:ext cx="278280" cy="1828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C538D482-216B-C077-71C2-A33FB90D7091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8930448" y="3295152"/>
                  <a:ext cx="2959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69D91736-7AD3-0121-CCD0-C04435CA28A9}"/>
                    </a:ext>
                  </a:extLst>
                </p14:cNvPr>
                <p14:cNvContentPartPr/>
                <p14:nvPr/>
              </p14:nvContentPartPr>
              <p14:xfrm>
                <a:off x="9314568" y="3389832"/>
                <a:ext cx="268920" cy="9324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69D91736-7AD3-0121-CCD0-C04435CA28A9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9305928" y="3381192"/>
                  <a:ext cx="28656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36534AF2-942A-01E9-39C4-B7C35CEED2C1}"/>
                    </a:ext>
                  </a:extLst>
                </p14:cNvPr>
                <p14:cNvContentPartPr/>
                <p14:nvPr/>
              </p14:nvContentPartPr>
              <p14:xfrm>
                <a:off x="9679248" y="3290112"/>
                <a:ext cx="581040" cy="1731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36534AF2-942A-01E9-39C4-B7C35CEED2C1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9670608" y="3281472"/>
                  <a:ext cx="5986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29293B66-F452-3229-C0E8-4B07FD8B906E}"/>
                    </a:ext>
                  </a:extLst>
                </p14:cNvPr>
                <p14:cNvContentPartPr/>
                <p14:nvPr/>
              </p14:nvContentPartPr>
              <p14:xfrm>
                <a:off x="10266768" y="3417552"/>
                <a:ext cx="68400" cy="201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29293B66-F452-3229-C0E8-4B07FD8B906E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10258128" y="3408912"/>
                  <a:ext cx="8604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88C08AF4-806D-11D0-971E-41A88A24EED7}"/>
              </a:ext>
            </a:extLst>
          </p:cNvPr>
          <p:cNvGrpSpPr/>
          <p:nvPr/>
        </p:nvGrpSpPr>
        <p:grpSpPr>
          <a:xfrm>
            <a:off x="10762848" y="3287232"/>
            <a:ext cx="515520" cy="210960"/>
            <a:chOff x="10762848" y="3287232"/>
            <a:chExt cx="515520" cy="21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9C592DF0-A3EC-55C5-1693-9BAD9B4A3656}"/>
                    </a:ext>
                  </a:extLst>
                </p14:cNvPr>
                <p14:cNvContentPartPr/>
                <p14:nvPr/>
              </p14:nvContentPartPr>
              <p14:xfrm>
                <a:off x="10762848" y="3356712"/>
                <a:ext cx="201240" cy="759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9C592DF0-A3EC-55C5-1693-9BAD9B4A3656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10754208" y="3348072"/>
                  <a:ext cx="2188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364248BB-2ABA-3C50-B791-940978C1E074}"/>
                    </a:ext>
                  </a:extLst>
                </p14:cNvPr>
                <p14:cNvContentPartPr/>
                <p14:nvPr/>
              </p14:nvContentPartPr>
              <p14:xfrm>
                <a:off x="11075688" y="3316392"/>
                <a:ext cx="59760" cy="1771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364248BB-2ABA-3C50-B791-940978C1E074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11067048" y="3307392"/>
                  <a:ext cx="774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3D0ADA44-E89F-CA79-842D-F08862AFE602}"/>
                    </a:ext>
                  </a:extLst>
                </p14:cNvPr>
                <p14:cNvContentPartPr/>
                <p14:nvPr/>
              </p14:nvContentPartPr>
              <p14:xfrm>
                <a:off x="11117808" y="3287232"/>
                <a:ext cx="160560" cy="2109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3D0ADA44-E89F-CA79-842D-F08862AFE602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11108808" y="3278592"/>
                  <a:ext cx="178200" cy="228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3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309C72CF-DD7B-BA67-8584-15122748B183}"/>
                  </a:ext>
                </a:extLst>
              </p14:cNvPr>
              <p14:cNvContentPartPr/>
              <p14:nvPr/>
            </p14:nvContentPartPr>
            <p14:xfrm>
              <a:off x="11496528" y="3411072"/>
              <a:ext cx="100440" cy="5616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309C72CF-DD7B-BA67-8584-15122748B183}"/>
                  </a:ext>
                </a:extLst>
              </p:cNvPr>
              <p:cNvPicPr/>
              <p:nvPr/>
            </p:nvPicPr>
            <p:blipFill>
              <a:blip r:embed="rId364"/>
              <a:stretch>
                <a:fillRect/>
              </a:stretch>
            </p:blipFill>
            <p:spPr>
              <a:xfrm>
                <a:off x="11487528" y="3402072"/>
                <a:ext cx="118080" cy="73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6" name="Group 255">
            <a:extLst>
              <a:ext uri="{FF2B5EF4-FFF2-40B4-BE49-F238E27FC236}">
                <a16:creationId xmlns:a16="http://schemas.microsoft.com/office/drawing/2014/main" id="{B2B985C6-6968-87FB-2B07-FD35B970A3B4}"/>
              </a:ext>
            </a:extLst>
          </p:cNvPr>
          <p:cNvGrpSpPr/>
          <p:nvPr/>
        </p:nvGrpSpPr>
        <p:grpSpPr>
          <a:xfrm>
            <a:off x="2349288" y="3774672"/>
            <a:ext cx="837000" cy="240120"/>
            <a:chOff x="2349288" y="3774672"/>
            <a:chExt cx="837000" cy="24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3983055A-58C0-1507-01AB-79A845D41A1F}"/>
                    </a:ext>
                  </a:extLst>
                </p14:cNvPr>
                <p14:cNvContentPartPr/>
                <p14:nvPr/>
              </p14:nvContentPartPr>
              <p14:xfrm>
                <a:off x="2526768" y="3774672"/>
                <a:ext cx="25200" cy="2329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3983055A-58C0-1507-01AB-79A845D41A1F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2517768" y="3766032"/>
                  <a:ext cx="4284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FEB69041-46BA-4355-8CA7-447B5391A459}"/>
                    </a:ext>
                  </a:extLst>
                </p14:cNvPr>
                <p14:cNvContentPartPr/>
                <p14:nvPr/>
              </p14:nvContentPartPr>
              <p14:xfrm>
                <a:off x="2349288" y="3898152"/>
                <a:ext cx="446040" cy="705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FEB69041-46BA-4355-8CA7-447B5391A459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2340288" y="3889512"/>
                  <a:ext cx="46368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858ACD12-F18D-6F56-65CF-5C09636D6DFE}"/>
                    </a:ext>
                  </a:extLst>
                </p14:cNvPr>
                <p14:cNvContentPartPr/>
                <p14:nvPr/>
              </p14:nvContentPartPr>
              <p14:xfrm>
                <a:off x="2864088" y="3852792"/>
                <a:ext cx="33120" cy="1620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858ACD12-F18D-6F56-65CF-5C09636D6DFE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2855088" y="3843792"/>
                  <a:ext cx="507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F898B502-2E6B-AAE3-51DE-8CD9393F68B3}"/>
                    </a:ext>
                  </a:extLst>
                </p14:cNvPr>
                <p14:cNvContentPartPr/>
                <p14:nvPr/>
              </p14:nvContentPartPr>
              <p14:xfrm>
                <a:off x="2857248" y="3826512"/>
                <a:ext cx="329040" cy="1620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F898B502-2E6B-AAE3-51DE-8CD9393F68B3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2848248" y="3817872"/>
                  <a:ext cx="346680" cy="179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257" name="Ink 256">
                <a:extLst>
                  <a:ext uri="{FF2B5EF4-FFF2-40B4-BE49-F238E27FC236}">
                    <a16:creationId xmlns:a16="http://schemas.microsoft.com/office/drawing/2014/main" id="{429E5CFC-0345-85DB-BEB1-B04A010F0DCC}"/>
                  </a:ext>
                </a:extLst>
              </p14:cNvPr>
              <p14:cNvContentPartPr/>
              <p14:nvPr/>
            </p14:nvContentPartPr>
            <p14:xfrm>
              <a:off x="3783168" y="3844872"/>
              <a:ext cx="251280" cy="380880"/>
            </p14:xfrm>
          </p:contentPart>
        </mc:Choice>
        <mc:Fallback xmlns="">
          <p:pic>
            <p:nvPicPr>
              <p:cNvPr id="257" name="Ink 256">
                <a:extLst>
                  <a:ext uri="{FF2B5EF4-FFF2-40B4-BE49-F238E27FC236}">
                    <a16:creationId xmlns:a16="http://schemas.microsoft.com/office/drawing/2014/main" id="{429E5CFC-0345-85DB-BEB1-B04A010F0DCC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3774168" y="3836232"/>
                <a:ext cx="268920" cy="398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65" name="Group 264">
            <a:extLst>
              <a:ext uri="{FF2B5EF4-FFF2-40B4-BE49-F238E27FC236}">
                <a16:creationId xmlns:a16="http://schemas.microsoft.com/office/drawing/2014/main" id="{3BADD68F-1586-432A-1A18-E3E5AF237810}"/>
              </a:ext>
            </a:extLst>
          </p:cNvPr>
          <p:cNvGrpSpPr/>
          <p:nvPr/>
        </p:nvGrpSpPr>
        <p:grpSpPr>
          <a:xfrm>
            <a:off x="4565088" y="3866112"/>
            <a:ext cx="413280" cy="163080"/>
            <a:chOff x="4565088" y="3866112"/>
            <a:chExt cx="413280" cy="16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DAB5511D-F0B8-402E-8027-6BDEC08ACC0C}"/>
                    </a:ext>
                  </a:extLst>
                </p14:cNvPr>
                <p14:cNvContentPartPr/>
                <p14:nvPr/>
              </p14:nvContentPartPr>
              <p14:xfrm>
                <a:off x="4565088" y="3902112"/>
                <a:ext cx="12240" cy="1270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DAB5511D-F0B8-402E-8027-6BDEC08ACC0C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4556448" y="3893112"/>
                  <a:ext cx="298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3953B159-5582-3B3E-04A5-1137486EEDF0}"/>
                    </a:ext>
                  </a:extLst>
                </p14:cNvPr>
                <p14:cNvContentPartPr/>
                <p14:nvPr/>
              </p14:nvContentPartPr>
              <p14:xfrm>
                <a:off x="4693248" y="3866112"/>
                <a:ext cx="285120" cy="135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3953B159-5582-3B3E-04A5-1137486EEDF0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4684608" y="3857472"/>
                  <a:ext cx="30276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D68D2108-8476-3794-8941-51C4C5A285B8}"/>
              </a:ext>
            </a:extLst>
          </p:cNvPr>
          <p:cNvGrpSpPr/>
          <p:nvPr/>
        </p:nvGrpSpPr>
        <p:grpSpPr>
          <a:xfrm>
            <a:off x="5303088" y="3739392"/>
            <a:ext cx="839880" cy="230760"/>
            <a:chOff x="5303088" y="3739392"/>
            <a:chExt cx="839880" cy="23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144903A9-D09F-7E64-978D-DC84F67843A8}"/>
                    </a:ext>
                  </a:extLst>
                </p14:cNvPr>
                <p14:cNvContentPartPr/>
                <p14:nvPr/>
              </p14:nvContentPartPr>
              <p14:xfrm>
                <a:off x="5303088" y="3852792"/>
                <a:ext cx="228960" cy="1173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144903A9-D09F-7E64-978D-DC84F67843A8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5294448" y="3843792"/>
                  <a:ext cx="2466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D407FB44-C421-3FF4-5416-9AA698047651}"/>
                    </a:ext>
                  </a:extLst>
                </p14:cNvPr>
                <p14:cNvContentPartPr/>
                <p14:nvPr/>
              </p14:nvContentPartPr>
              <p14:xfrm>
                <a:off x="5646528" y="3876552"/>
                <a:ext cx="70560" cy="824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D407FB44-C421-3FF4-5416-9AA698047651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5637888" y="3867912"/>
                  <a:ext cx="8820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F602785B-D81E-BCF1-726B-37EC7DB516B0}"/>
                    </a:ext>
                  </a:extLst>
                </p14:cNvPr>
                <p14:cNvContentPartPr/>
                <p14:nvPr/>
              </p14:nvContentPartPr>
              <p14:xfrm>
                <a:off x="5793048" y="3862872"/>
                <a:ext cx="115920" cy="7380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F602785B-D81E-BCF1-726B-37EC7DB516B0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5784408" y="3854232"/>
                  <a:ext cx="1335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F9D6557A-7513-EA0B-FB91-436C2FC9D6F5}"/>
                    </a:ext>
                  </a:extLst>
                </p14:cNvPr>
                <p14:cNvContentPartPr/>
                <p14:nvPr/>
              </p14:nvContentPartPr>
              <p14:xfrm>
                <a:off x="6012648" y="3739392"/>
                <a:ext cx="130320" cy="1764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F9D6557A-7513-EA0B-FB91-436C2FC9D6F5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6003648" y="3730752"/>
                  <a:ext cx="14796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F1D043D7-D46A-05F4-3EAC-C7B8A1D555F5}"/>
              </a:ext>
            </a:extLst>
          </p:cNvPr>
          <p:cNvGrpSpPr/>
          <p:nvPr/>
        </p:nvGrpSpPr>
        <p:grpSpPr>
          <a:xfrm>
            <a:off x="2555928" y="4517712"/>
            <a:ext cx="727200" cy="268920"/>
            <a:chOff x="2555928" y="4517712"/>
            <a:chExt cx="727200" cy="26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74B853B0-41C2-8F79-1031-A96A1492719A}"/>
                    </a:ext>
                  </a:extLst>
                </p14:cNvPr>
                <p14:cNvContentPartPr/>
                <p14:nvPr/>
              </p14:nvContentPartPr>
              <p14:xfrm>
                <a:off x="2749968" y="4575672"/>
                <a:ext cx="16920" cy="1882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74B853B0-41C2-8F79-1031-A96A1492719A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2740968" y="4567032"/>
                  <a:ext cx="345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1DCC94EF-7477-3179-E7C8-B2ADE6F518E5}"/>
                    </a:ext>
                  </a:extLst>
                </p14:cNvPr>
                <p14:cNvContentPartPr/>
                <p14:nvPr/>
              </p14:nvContentPartPr>
              <p14:xfrm>
                <a:off x="2555928" y="4518432"/>
                <a:ext cx="409680" cy="5148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1DCC94EF-7477-3179-E7C8-B2ADE6F518E5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2546928" y="4509792"/>
                  <a:ext cx="42732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3BFB95B5-FC24-DB31-D396-60C79AD1F093}"/>
                    </a:ext>
                  </a:extLst>
                </p14:cNvPr>
                <p14:cNvContentPartPr/>
                <p14:nvPr/>
              </p14:nvContentPartPr>
              <p14:xfrm>
                <a:off x="3050928" y="4594752"/>
                <a:ext cx="42120" cy="19188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3BFB95B5-FC24-DB31-D396-60C79AD1F093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3042288" y="4585752"/>
                  <a:ext cx="597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E2DBBAEE-0375-2D27-84E2-2F354B6A58C2}"/>
                    </a:ext>
                  </a:extLst>
                </p14:cNvPr>
                <p14:cNvContentPartPr/>
                <p14:nvPr/>
              </p14:nvContentPartPr>
              <p14:xfrm>
                <a:off x="3073968" y="4517712"/>
                <a:ext cx="209160" cy="658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E2DBBAEE-0375-2D27-84E2-2F354B6A58C2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3064968" y="4509072"/>
                  <a:ext cx="22680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5FB83794-AA8E-EB3F-65B4-4BB1B0380247}"/>
                    </a:ext>
                  </a:extLst>
                </p14:cNvPr>
                <p14:cNvContentPartPr/>
                <p14:nvPr/>
              </p14:nvContentPartPr>
              <p14:xfrm>
                <a:off x="3121128" y="4665672"/>
                <a:ext cx="140040" cy="457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5FB83794-AA8E-EB3F-65B4-4BB1B0380247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3112488" y="4656672"/>
                  <a:ext cx="157680" cy="6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BB2AFA22-855B-9812-FDAF-53E7F430787C}"/>
              </a:ext>
            </a:extLst>
          </p:cNvPr>
          <p:cNvGrpSpPr/>
          <p:nvPr/>
        </p:nvGrpSpPr>
        <p:grpSpPr>
          <a:xfrm>
            <a:off x="3588048" y="4446792"/>
            <a:ext cx="1486080" cy="452520"/>
            <a:chOff x="3588048" y="4446792"/>
            <a:chExt cx="1486080" cy="45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CA720B3D-BDC5-669C-199D-FE231873F26C}"/>
                    </a:ext>
                  </a:extLst>
                </p14:cNvPr>
                <p14:cNvContentPartPr/>
                <p14:nvPr/>
              </p14:nvContentPartPr>
              <p14:xfrm>
                <a:off x="3588048" y="4446792"/>
                <a:ext cx="147600" cy="4525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CA720B3D-BDC5-669C-199D-FE231873F26C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3579048" y="4437792"/>
                  <a:ext cx="16524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100178B9-97F1-9A28-69D8-DF31ACABA1A5}"/>
                    </a:ext>
                  </a:extLst>
                </p14:cNvPr>
                <p14:cNvContentPartPr/>
                <p14:nvPr/>
              </p14:nvContentPartPr>
              <p14:xfrm>
                <a:off x="3886848" y="4506192"/>
                <a:ext cx="70560" cy="928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100178B9-97F1-9A28-69D8-DF31ACABA1A5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3878208" y="4497552"/>
                  <a:ext cx="8820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F93CB964-1AE6-AFE7-5FE0-01C0152889A1}"/>
                    </a:ext>
                  </a:extLst>
                </p14:cNvPr>
                <p14:cNvContentPartPr/>
                <p14:nvPr/>
              </p14:nvContentPartPr>
              <p14:xfrm>
                <a:off x="4117968" y="4519512"/>
                <a:ext cx="284760" cy="29448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F93CB964-1AE6-AFE7-5FE0-01C0152889A1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4108968" y="4510512"/>
                  <a:ext cx="30240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F6618134-ECF3-2D39-08DE-212B636602F7}"/>
                    </a:ext>
                  </a:extLst>
                </p14:cNvPr>
                <p14:cNvContentPartPr/>
                <p14:nvPr/>
              </p14:nvContentPartPr>
              <p14:xfrm>
                <a:off x="4476888" y="4531752"/>
                <a:ext cx="133200" cy="23328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F6618134-ECF3-2D39-08DE-212B636602F7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4467888" y="4522752"/>
                  <a:ext cx="15084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9D3A0D74-DE36-D0D1-827F-42410EDF6DC3}"/>
                    </a:ext>
                  </a:extLst>
                </p14:cNvPr>
                <p14:cNvContentPartPr/>
                <p14:nvPr/>
              </p14:nvContentPartPr>
              <p14:xfrm>
                <a:off x="4657248" y="4513752"/>
                <a:ext cx="146520" cy="2005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9D3A0D74-DE36-D0D1-827F-42410EDF6DC3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4648608" y="4504752"/>
                  <a:ext cx="1641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59994C56-6672-8846-D239-1D6065F69360}"/>
                    </a:ext>
                  </a:extLst>
                </p14:cNvPr>
                <p14:cNvContentPartPr/>
                <p14:nvPr/>
              </p14:nvContentPartPr>
              <p14:xfrm>
                <a:off x="4890888" y="4474512"/>
                <a:ext cx="1440" cy="5328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59994C56-6672-8846-D239-1D6065F69360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4881888" y="4465512"/>
                  <a:ext cx="190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9B41CBB6-99B9-E885-6B15-C11DCD041BF4}"/>
                    </a:ext>
                  </a:extLst>
                </p14:cNvPr>
                <p14:cNvContentPartPr/>
                <p14:nvPr/>
              </p14:nvContentPartPr>
              <p14:xfrm>
                <a:off x="4945968" y="4500072"/>
                <a:ext cx="128160" cy="36252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9B41CBB6-99B9-E885-6B15-C11DCD041BF4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4937328" y="4491432"/>
                  <a:ext cx="145800" cy="38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C0103977-94F6-DD91-9340-FC4CDEA20FFA}"/>
              </a:ext>
            </a:extLst>
          </p:cNvPr>
          <p:cNvGrpSpPr/>
          <p:nvPr/>
        </p:nvGrpSpPr>
        <p:grpSpPr>
          <a:xfrm>
            <a:off x="5461488" y="4374432"/>
            <a:ext cx="1539360" cy="549360"/>
            <a:chOff x="5461488" y="4374432"/>
            <a:chExt cx="1539360" cy="54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D6AE7B93-48D6-8191-7371-0253C9CCA729}"/>
                    </a:ext>
                  </a:extLst>
                </p14:cNvPr>
                <p14:cNvContentPartPr/>
                <p14:nvPr/>
              </p14:nvContentPartPr>
              <p14:xfrm>
                <a:off x="5461488" y="4428072"/>
                <a:ext cx="314640" cy="2919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D6AE7B93-48D6-8191-7371-0253C9CCA729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5452488" y="4419072"/>
                  <a:ext cx="33228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B44AB364-A3AD-0B89-26F3-322F48B38A8F}"/>
                    </a:ext>
                  </a:extLst>
                </p14:cNvPr>
                <p14:cNvContentPartPr/>
                <p14:nvPr/>
              </p14:nvContentPartPr>
              <p14:xfrm>
                <a:off x="5901408" y="4568472"/>
                <a:ext cx="199440" cy="1126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B44AB364-A3AD-0B89-26F3-322F48B38A8F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5892768" y="4559472"/>
                  <a:ext cx="2170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4E496F0A-5A0E-3A9A-E7A6-CFC974D7B746}"/>
                    </a:ext>
                  </a:extLst>
                </p14:cNvPr>
                <p14:cNvContentPartPr/>
                <p14:nvPr/>
              </p14:nvContentPartPr>
              <p14:xfrm>
                <a:off x="6185808" y="4566312"/>
                <a:ext cx="106560" cy="907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4E496F0A-5A0E-3A9A-E7A6-CFC974D7B746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6176808" y="4557672"/>
                  <a:ext cx="12420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73B84780-DD9A-05C9-8973-1BD4AA1EEEEB}"/>
                    </a:ext>
                  </a:extLst>
                </p14:cNvPr>
                <p14:cNvContentPartPr/>
                <p14:nvPr/>
              </p14:nvContentPartPr>
              <p14:xfrm>
                <a:off x="6095808" y="4578912"/>
                <a:ext cx="79920" cy="9324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73B84780-DD9A-05C9-8973-1BD4AA1EEEEB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6087168" y="4569912"/>
                  <a:ext cx="9756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ADC5CDEE-60F1-D512-AFBD-C3554D35B370}"/>
                    </a:ext>
                  </a:extLst>
                </p14:cNvPr>
                <p14:cNvContentPartPr/>
                <p14:nvPr/>
              </p14:nvContentPartPr>
              <p14:xfrm>
                <a:off x="6286248" y="4588992"/>
                <a:ext cx="83160" cy="489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ADC5CDEE-60F1-D512-AFBD-C3554D35B370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6277608" y="4579992"/>
                  <a:ext cx="1008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BBA962E8-78C3-A633-F622-6B6F70EBDC8F}"/>
                    </a:ext>
                  </a:extLst>
                </p14:cNvPr>
                <p14:cNvContentPartPr/>
                <p14:nvPr/>
              </p14:nvContentPartPr>
              <p14:xfrm>
                <a:off x="6413688" y="4500072"/>
                <a:ext cx="321840" cy="13860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BBA962E8-78C3-A633-F622-6B6F70EBDC8F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6404688" y="4491432"/>
                  <a:ext cx="33948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02F68F6B-BDE5-3021-D3BD-DBA0083B3478}"/>
                    </a:ext>
                  </a:extLst>
                </p14:cNvPr>
                <p14:cNvContentPartPr/>
                <p14:nvPr/>
              </p14:nvContentPartPr>
              <p14:xfrm>
                <a:off x="6729408" y="4575312"/>
                <a:ext cx="30960" cy="1944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02F68F6B-BDE5-3021-D3BD-DBA0083B3478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6720768" y="4566312"/>
                  <a:ext cx="486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AE990870-4C3E-6F36-4306-9206C0697877}"/>
                    </a:ext>
                  </a:extLst>
                </p14:cNvPr>
                <p14:cNvContentPartPr/>
                <p14:nvPr/>
              </p14:nvContentPartPr>
              <p14:xfrm>
                <a:off x="6866208" y="4374432"/>
                <a:ext cx="134640" cy="5493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AE990870-4C3E-6F36-4306-9206C0697877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6857208" y="4365792"/>
                  <a:ext cx="152280" cy="56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71605FB7-AC77-D97A-7DEE-85F979D071D6}"/>
              </a:ext>
            </a:extLst>
          </p:cNvPr>
          <p:cNvGrpSpPr/>
          <p:nvPr/>
        </p:nvGrpSpPr>
        <p:grpSpPr>
          <a:xfrm>
            <a:off x="7361568" y="4593672"/>
            <a:ext cx="158040" cy="91440"/>
            <a:chOff x="7361568" y="4593672"/>
            <a:chExt cx="158040" cy="9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C0E9D01B-6DF2-633A-38D9-EB5D80D4F626}"/>
                    </a:ext>
                  </a:extLst>
                </p14:cNvPr>
                <p14:cNvContentPartPr/>
                <p14:nvPr/>
              </p14:nvContentPartPr>
              <p14:xfrm>
                <a:off x="7361568" y="4593672"/>
                <a:ext cx="106560" cy="1764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C0E9D01B-6DF2-633A-38D9-EB5D80D4F626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7352928" y="4584672"/>
                  <a:ext cx="1242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09038859-D550-429E-7193-711D7AD120DB}"/>
                    </a:ext>
                  </a:extLst>
                </p14:cNvPr>
                <p14:cNvContentPartPr/>
                <p14:nvPr/>
              </p14:nvContentPartPr>
              <p14:xfrm>
                <a:off x="7413768" y="4675752"/>
                <a:ext cx="105840" cy="936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09038859-D550-429E-7193-711D7AD120DB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7405128" y="4666752"/>
                  <a:ext cx="123480" cy="2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8A604D8F-93E5-B63C-D898-887B3426B25B}"/>
              </a:ext>
            </a:extLst>
          </p:cNvPr>
          <p:cNvGrpSpPr/>
          <p:nvPr/>
        </p:nvGrpSpPr>
        <p:grpSpPr>
          <a:xfrm>
            <a:off x="7735248" y="4456872"/>
            <a:ext cx="589320" cy="430200"/>
            <a:chOff x="7735248" y="4456872"/>
            <a:chExt cx="589320" cy="43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B8CFABE0-F871-8D3B-5728-28EC38408A49}"/>
                    </a:ext>
                  </a:extLst>
                </p14:cNvPr>
                <p14:cNvContentPartPr/>
                <p14:nvPr/>
              </p14:nvContentPartPr>
              <p14:xfrm>
                <a:off x="7735248" y="4484952"/>
                <a:ext cx="93600" cy="16272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B8CFABE0-F871-8D3B-5728-28EC38408A49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7726608" y="4476312"/>
                  <a:ext cx="1112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C1608F9C-3697-DA38-A8F3-F07A7F813719}"/>
                    </a:ext>
                  </a:extLst>
                </p14:cNvPr>
                <p14:cNvContentPartPr/>
                <p14:nvPr/>
              </p14:nvContentPartPr>
              <p14:xfrm>
                <a:off x="7827408" y="4468752"/>
                <a:ext cx="169200" cy="720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C1608F9C-3697-DA38-A8F3-F07A7F813719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7818768" y="4460112"/>
                  <a:ext cx="1868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CDA3385A-51C9-408A-15B2-EE079C380A02}"/>
                    </a:ext>
                  </a:extLst>
                </p14:cNvPr>
                <p14:cNvContentPartPr/>
                <p14:nvPr/>
              </p14:nvContentPartPr>
              <p14:xfrm>
                <a:off x="7790328" y="4456872"/>
                <a:ext cx="342360" cy="4302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CDA3385A-51C9-408A-15B2-EE079C380A02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7781688" y="4448232"/>
                  <a:ext cx="36000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74C50B63-6B64-FBC8-9836-96C805FEE7D9}"/>
                    </a:ext>
                  </a:extLst>
                </p14:cNvPr>
                <p14:cNvContentPartPr/>
                <p14:nvPr/>
              </p14:nvContentPartPr>
              <p14:xfrm>
                <a:off x="8025408" y="4666752"/>
                <a:ext cx="47160" cy="1522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74C50B63-6B64-FBC8-9836-96C805FEE7D9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8016408" y="4658112"/>
                  <a:ext cx="648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99A4BB7D-CBC8-FA93-29D8-8618768036A5}"/>
                    </a:ext>
                  </a:extLst>
                </p14:cNvPr>
                <p14:cNvContentPartPr/>
                <p14:nvPr/>
              </p14:nvContentPartPr>
              <p14:xfrm>
                <a:off x="8113608" y="4664232"/>
                <a:ext cx="210960" cy="11340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99A4BB7D-CBC8-FA93-29D8-8618768036A5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8104608" y="4655592"/>
                  <a:ext cx="228600" cy="13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568E22D6-E2E7-25F9-9D34-AA66043710E5}"/>
              </a:ext>
            </a:extLst>
          </p:cNvPr>
          <p:cNvGrpSpPr/>
          <p:nvPr/>
        </p:nvGrpSpPr>
        <p:grpSpPr>
          <a:xfrm>
            <a:off x="8572248" y="4523472"/>
            <a:ext cx="222480" cy="131040"/>
            <a:chOff x="8572248" y="4523472"/>
            <a:chExt cx="222480" cy="13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EE1BBAFD-8BCB-E221-9872-C041A98C54ED}"/>
                    </a:ext>
                  </a:extLst>
                </p14:cNvPr>
                <p14:cNvContentPartPr/>
                <p14:nvPr/>
              </p14:nvContentPartPr>
              <p14:xfrm>
                <a:off x="8572248" y="4523472"/>
                <a:ext cx="151560" cy="273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EE1BBAFD-8BCB-E221-9872-C041A98C54ED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8563608" y="4514832"/>
                  <a:ext cx="1692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F047A5E7-AF9C-4529-C751-A4C4C6734ED1}"/>
                    </a:ext>
                  </a:extLst>
                </p14:cNvPr>
                <p14:cNvContentPartPr/>
                <p14:nvPr/>
              </p14:nvContentPartPr>
              <p14:xfrm>
                <a:off x="8640288" y="4631832"/>
                <a:ext cx="154440" cy="226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F047A5E7-AF9C-4529-C751-A4C4C6734ED1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8631648" y="4622832"/>
                  <a:ext cx="17208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9A91BD60-5FDB-D9E2-FF1B-BAE4F1E9FA4F}"/>
              </a:ext>
            </a:extLst>
          </p:cNvPr>
          <p:cNvGrpSpPr/>
          <p:nvPr/>
        </p:nvGrpSpPr>
        <p:grpSpPr>
          <a:xfrm>
            <a:off x="9062928" y="4444632"/>
            <a:ext cx="885600" cy="181800"/>
            <a:chOff x="9062928" y="4444632"/>
            <a:chExt cx="885600" cy="18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B4606E99-B204-3860-FE69-A57152FFBF99}"/>
                    </a:ext>
                  </a:extLst>
                </p14:cNvPr>
                <p14:cNvContentPartPr/>
                <p14:nvPr/>
              </p14:nvContentPartPr>
              <p14:xfrm>
                <a:off x="9062928" y="4444632"/>
                <a:ext cx="226080" cy="18180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B4606E99-B204-3860-FE69-A57152FFBF99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9053928" y="4435992"/>
                  <a:ext cx="2437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9CD0507B-FD4A-CBA5-E96D-CFF2340D9E1A}"/>
                    </a:ext>
                  </a:extLst>
                </p14:cNvPr>
                <p14:cNvContentPartPr/>
                <p14:nvPr/>
              </p14:nvContentPartPr>
              <p14:xfrm>
                <a:off x="9429408" y="4514832"/>
                <a:ext cx="2520" cy="2664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9CD0507B-FD4A-CBA5-E96D-CFF2340D9E1A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9420408" y="4506192"/>
                  <a:ext cx="2016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C0218EAF-8B34-C397-79F9-29A1AF06FF2C}"/>
                    </a:ext>
                  </a:extLst>
                </p14:cNvPr>
                <p14:cNvContentPartPr/>
                <p14:nvPr/>
              </p14:nvContentPartPr>
              <p14:xfrm>
                <a:off x="9532368" y="4459392"/>
                <a:ext cx="95760" cy="12708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C0218EAF-8B34-C397-79F9-29A1AF06FF2C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9523368" y="4450752"/>
                  <a:ext cx="1134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DFF8C9B6-6B51-9063-7C45-9E2222DEE813}"/>
                    </a:ext>
                  </a:extLst>
                </p14:cNvPr>
                <p14:cNvContentPartPr/>
                <p14:nvPr/>
              </p14:nvContentPartPr>
              <p14:xfrm>
                <a:off x="9771408" y="4456152"/>
                <a:ext cx="96120" cy="1494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DFF8C9B6-6B51-9063-7C45-9E2222DEE813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9762408" y="4447152"/>
                  <a:ext cx="1137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F330CD24-A7E9-64F1-592C-3CCD00498A48}"/>
                    </a:ext>
                  </a:extLst>
                </p14:cNvPr>
                <p14:cNvContentPartPr/>
                <p14:nvPr/>
              </p14:nvContentPartPr>
              <p14:xfrm>
                <a:off x="9908568" y="4458672"/>
                <a:ext cx="39960" cy="324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F330CD24-A7E9-64F1-592C-3CCD00498A48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9899568" y="4450032"/>
                  <a:ext cx="57600" cy="2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7ADE2EEF-293D-E26D-3FAC-2DDA5999AE5F}"/>
              </a:ext>
            </a:extLst>
          </p:cNvPr>
          <p:cNvGrpSpPr/>
          <p:nvPr/>
        </p:nvGrpSpPr>
        <p:grpSpPr>
          <a:xfrm>
            <a:off x="2026368" y="5060952"/>
            <a:ext cx="1912680" cy="470520"/>
            <a:chOff x="2026368" y="5060952"/>
            <a:chExt cx="1912680" cy="47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F74BFD50-09E3-3C2A-844C-FBCC8D4606AC}"/>
                    </a:ext>
                  </a:extLst>
                </p14:cNvPr>
                <p14:cNvContentPartPr/>
                <p14:nvPr/>
              </p14:nvContentPartPr>
              <p14:xfrm>
                <a:off x="2124288" y="5143032"/>
                <a:ext cx="20520" cy="19296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F74BFD50-09E3-3C2A-844C-FBCC8D4606AC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2115648" y="5134032"/>
                  <a:ext cx="381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E784AAAC-FCC2-6F78-21CE-E248375DE5C9}"/>
                    </a:ext>
                  </a:extLst>
                </p14:cNvPr>
                <p14:cNvContentPartPr/>
                <p14:nvPr/>
              </p14:nvContentPartPr>
              <p14:xfrm>
                <a:off x="2026368" y="5109552"/>
                <a:ext cx="191160" cy="5328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E784AAAC-FCC2-6F78-21CE-E248375DE5C9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2017728" y="5100912"/>
                  <a:ext cx="2088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C3E959DD-0986-EEF5-1AC1-E23DEEC62D45}"/>
                    </a:ext>
                  </a:extLst>
                </p14:cNvPr>
                <p14:cNvContentPartPr/>
                <p14:nvPr/>
              </p14:nvContentPartPr>
              <p14:xfrm>
                <a:off x="2061288" y="5341752"/>
                <a:ext cx="214560" cy="381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C3E959DD-0986-EEF5-1AC1-E23DEEC62D45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2052648" y="5332752"/>
                  <a:ext cx="2322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54F9DCA7-D39D-0BA6-CD81-F4529D4EEABB}"/>
                    </a:ext>
                  </a:extLst>
                </p14:cNvPr>
                <p14:cNvContentPartPr/>
                <p14:nvPr/>
              </p14:nvContentPartPr>
              <p14:xfrm>
                <a:off x="2405448" y="5162112"/>
                <a:ext cx="21600" cy="17208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54F9DCA7-D39D-0BA6-CD81-F4529D4EEABB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2396448" y="5153112"/>
                  <a:ext cx="3924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F550E1E2-96C0-05D4-5875-F6771AF49F52}"/>
                    </a:ext>
                  </a:extLst>
                </p14:cNvPr>
                <p14:cNvContentPartPr/>
                <p14:nvPr/>
              </p14:nvContentPartPr>
              <p14:xfrm>
                <a:off x="2391048" y="5111712"/>
                <a:ext cx="235800" cy="22608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F550E1E2-96C0-05D4-5875-F6771AF49F52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2382408" y="5103072"/>
                  <a:ext cx="25344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881EE80C-9C98-E30A-51BF-B82487C8E369}"/>
                    </a:ext>
                  </a:extLst>
                </p14:cNvPr>
                <p14:cNvContentPartPr/>
                <p14:nvPr/>
              </p14:nvContentPartPr>
              <p14:xfrm>
                <a:off x="2703888" y="5173632"/>
                <a:ext cx="18000" cy="1627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881EE80C-9C98-E30A-51BF-B82487C8E369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2694888" y="5164992"/>
                  <a:ext cx="356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A62B8B4F-F97B-846F-1B15-36E7BC4EBF75}"/>
                    </a:ext>
                  </a:extLst>
                </p14:cNvPr>
                <p14:cNvContentPartPr/>
                <p14:nvPr/>
              </p14:nvContentPartPr>
              <p14:xfrm>
                <a:off x="2723688" y="5126472"/>
                <a:ext cx="129960" cy="4104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A62B8B4F-F97B-846F-1B15-36E7BC4EBF75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2714688" y="5117472"/>
                  <a:ext cx="1476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4654C027-85C0-9087-9383-340D6F4AE90F}"/>
                    </a:ext>
                  </a:extLst>
                </p14:cNvPr>
                <p14:cNvContentPartPr/>
                <p14:nvPr/>
              </p14:nvContentPartPr>
              <p14:xfrm>
                <a:off x="2753208" y="5229072"/>
                <a:ext cx="77760" cy="2124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4654C027-85C0-9087-9383-340D6F4AE90F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2744568" y="5220432"/>
                  <a:ext cx="954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9B73EF0A-7798-6F31-1055-D866EEE9599F}"/>
                    </a:ext>
                  </a:extLst>
                </p14:cNvPr>
                <p14:cNvContentPartPr/>
                <p14:nvPr/>
              </p14:nvContentPartPr>
              <p14:xfrm>
                <a:off x="2987568" y="5069592"/>
                <a:ext cx="115200" cy="4089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9B73EF0A-7798-6F31-1055-D866EEE9599F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2978928" y="5060952"/>
                  <a:ext cx="13284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8419DD15-7B46-3CE5-D113-74AA27EC5EAC}"/>
                    </a:ext>
                  </a:extLst>
                </p14:cNvPr>
                <p14:cNvContentPartPr/>
                <p14:nvPr/>
              </p14:nvContentPartPr>
              <p14:xfrm>
                <a:off x="3234528" y="5081112"/>
                <a:ext cx="317880" cy="2678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8419DD15-7B46-3CE5-D113-74AA27EC5EAC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3225888" y="5072112"/>
                  <a:ext cx="33552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A91D6D64-EA35-DFDB-A8E7-5C125C68ECFB}"/>
                    </a:ext>
                  </a:extLst>
                </p14:cNvPr>
                <p14:cNvContentPartPr/>
                <p14:nvPr/>
              </p14:nvContentPartPr>
              <p14:xfrm>
                <a:off x="3608568" y="5249232"/>
                <a:ext cx="160920" cy="7560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A91D6D64-EA35-DFDB-A8E7-5C125C68ECFB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3599928" y="5240232"/>
                  <a:ext cx="1785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0698A99A-3B12-5CAB-E7CB-216012C50614}"/>
                    </a:ext>
                  </a:extLst>
                </p14:cNvPr>
                <p14:cNvContentPartPr/>
                <p14:nvPr/>
              </p14:nvContentPartPr>
              <p14:xfrm>
                <a:off x="3469968" y="5170032"/>
                <a:ext cx="103680" cy="2124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0698A99A-3B12-5CAB-E7CB-216012C50614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3461328" y="5161392"/>
                  <a:ext cx="1213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6C9F0462-FA65-BDBD-D116-007513E1BE92}"/>
                    </a:ext>
                  </a:extLst>
                </p14:cNvPr>
                <p14:cNvContentPartPr/>
                <p14:nvPr/>
              </p14:nvContentPartPr>
              <p14:xfrm>
                <a:off x="3782808" y="5060952"/>
                <a:ext cx="156240" cy="47052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6C9F0462-FA65-BDBD-D116-007513E1BE92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3773808" y="5052312"/>
                  <a:ext cx="173880" cy="488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1">
            <p14:nvContentPartPr>
              <p14:cNvPr id="328" name="Ink 327">
                <a:extLst>
                  <a:ext uri="{FF2B5EF4-FFF2-40B4-BE49-F238E27FC236}">
                    <a16:creationId xmlns:a16="http://schemas.microsoft.com/office/drawing/2014/main" id="{F405052C-ED26-685C-C776-20ABD2DBAB8A}"/>
                  </a:ext>
                </a:extLst>
              </p14:cNvPr>
              <p14:cNvContentPartPr/>
              <p14:nvPr/>
            </p14:nvContentPartPr>
            <p14:xfrm>
              <a:off x="4171608" y="5170032"/>
              <a:ext cx="17280" cy="32400"/>
            </p14:xfrm>
          </p:contentPart>
        </mc:Choice>
        <mc:Fallback xmlns="">
          <p:pic>
            <p:nvPicPr>
              <p:cNvPr id="328" name="Ink 327">
                <a:extLst>
                  <a:ext uri="{FF2B5EF4-FFF2-40B4-BE49-F238E27FC236}">
                    <a16:creationId xmlns:a16="http://schemas.microsoft.com/office/drawing/2014/main" id="{F405052C-ED26-685C-C776-20ABD2DBAB8A}"/>
                  </a:ext>
                </a:extLst>
              </p:cNvPr>
              <p:cNvPicPr/>
              <p:nvPr/>
            </p:nvPicPr>
            <p:blipFill>
              <a:blip r:embed="rId482"/>
              <a:stretch>
                <a:fillRect/>
              </a:stretch>
            </p:blipFill>
            <p:spPr>
              <a:xfrm>
                <a:off x="4162608" y="5161392"/>
                <a:ext cx="3492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3">
            <p14:nvContentPartPr>
              <p14:cNvPr id="329" name="Ink 328">
                <a:extLst>
                  <a:ext uri="{FF2B5EF4-FFF2-40B4-BE49-F238E27FC236}">
                    <a16:creationId xmlns:a16="http://schemas.microsoft.com/office/drawing/2014/main" id="{C96CD6DC-821D-0BDA-1C6D-EFF654D4964C}"/>
                  </a:ext>
                </a:extLst>
              </p14:cNvPr>
              <p14:cNvContentPartPr/>
              <p14:nvPr/>
            </p14:nvContentPartPr>
            <p14:xfrm>
              <a:off x="4192488" y="5373432"/>
              <a:ext cx="28080" cy="19800"/>
            </p14:xfrm>
          </p:contentPart>
        </mc:Choice>
        <mc:Fallback xmlns="">
          <p:pic>
            <p:nvPicPr>
              <p:cNvPr id="329" name="Ink 328">
                <a:extLst>
                  <a:ext uri="{FF2B5EF4-FFF2-40B4-BE49-F238E27FC236}">
                    <a16:creationId xmlns:a16="http://schemas.microsoft.com/office/drawing/2014/main" id="{C96CD6DC-821D-0BDA-1C6D-EFF654D4964C}"/>
                  </a:ext>
                </a:extLst>
              </p:cNvPr>
              <p:cNvPicPr/>
              <p:nvPr/>
            </p:nvPicPr>
            <p:blipFill>
              <a:blip r:embed="rId484"/>
              <a:stretch>
                <a:fillRect/>
              </a:stretch>
            </p:blipFill>
            <p:spPr>
              <a:xfrm>
                <a:off x="4183488" y="5364792"/>
                <a:ext cx="45720" cy="37440"/>
              </a:xfrm>
              <a:prstGeom prst="rect">
                <a:avLst/>
              </a:prstGeom>
            </p:spPr>
          </p:pic>
        </mc:Fallback>
      </mc:AlternateContent>
      <p:grpSp>
        <p:nvGrpSpPr>
          <p:cNvPr id="342" name="Group 341">
            <a:extLst>
              <a:ext uri="{FF2B5EF4-FFF2-40B4-BE49-F238E27FC236}">
                <a16:creationId xmlns:a16="http://schemas.microsoft.com/office/drawing/2014/main" id="{BA026AEE-6171-CA0E-6356-66CAC0223A5D}"/>
              </a:ext>
            </a:extLst>
          </p:cNvPr>
          <p:cNvGrpSpPr/>
          <p:nvPr/>
        </p:nvGrpSpPr>
        <p:grpSpPr>
          <a:xfrm>
            <a:off x="6758208" y="5017032"/>
            <a:ext cx="636840" cy="346680"/>
            <a:chOff x="6758208" y="5017032"/>
            <a:chExt cx="636840" cy="34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45BF4E4F-780B-3EEA-B8EC-72160F65FD57}"/>
                    </a:ext>
                  </a:extLst>
                </p14:cNvPr>
                <p14:cNvContentPartPr/>
                <p14:nvPr/>
              </p14:nvContentPartPr>
              <p14:xfrm>
                <a:off x="6758208" y="5017032"/>
                <a:ext cx="411840" cy="34668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45BF4E4F-780B-3EEA-B8EC-72160F65FD57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6749208" y="5008032"/>
                  <a:ext cx="42948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741CBB5D-D021-6271-4998-06D4EAA033BA}"/>
                    </a:ext>
                  </a:extLst>
                </p14:cNvPr>
                <p14:cNvContentPartPr/>
                <p14:nvPr/>
              </p14:nvContentPartPr>
              <p14:xfrm>
                <a:off x="7248888" y="5215392"/>
                <a:ext cx="146160" cy="6768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741CBB5D-D021-6271-4998-06D4EAA033BA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7240248" y="5206752"/>
                  <a:ext cx="163800" cy="8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EC94BD58-8B07-64BC-8F37-1EDED75D162A}"/>
              </a:ext>
            </a:extLst>
          </p:cNvPr>
          <p:cNvGrpSpPr/>
          <p:nvPr/>
        </p:nvGrpSpPr>
        <p:grpSpPr>
          <a:xfrm>
            <a:off x="7717248" y="5199192"/>
            <a:ext cx="587160" cy="101520"/>
            <a:chOff x="7717248" y="5199192"/>
            <a:chExt cx="587160" cy="10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12402D21-412A-EA8D-D2B8-685A029208F6}"/>
                    </a:ext>
                  </a:extLst>
                </p14:cNvPr>
                <p14:cNvContentPartPr/>
                <p14:nvPr/>
              </p14:nvContentPartPr>
              <p14:xfrm>
                <a:off x="7717248" y="5199192"/>
                <a:ext cx="187200" cy="10152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12402D21-412A-EA8D-D2B8-685A029208F6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7708248" y="5190552"/>
                  <a:ext cx="2048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BAF19539-CF53-E9B2-0180-E9907AC8A1E6}"/>
                    </a:ext>
                  </a:extLst>
                </p14:cNvPr>
                <p14:cNvContentPartPr/>
                <p14:nvPr/>
              </p14:nvContentPartPr>
              <p14:xfrm>
                <a:off x="7950528" y="5202432"/>
                <a:ext cx="353880" cy="7128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BAF19539-CF53-E9B2-0180-E9907AC8A1E6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7941528" y="5193432"/>
                  <a:ext cx="371520" cy="8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BB765AF9-5F97-9CDC-6FC3-3BFCFBD157BC}"/>
              </a:ext>
            </a:extLst>
          </p:cNvPr>
          <p:cNvGrpSpPr/>
          <p:nvPr/>
        </p:nvGrpSpPr>
        <p:grpSpPr>
          <a:xfrm>
            <a:off x="8669808" y="5024952"/>
            <a:ext cx="982080" cy="279000"/>
            <a:chOff x="8669808" y="5024952"/>
            <a:chExt cx="982080" cy="27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DEAA9247-1763-F1BF-C936-99A1997E0584}"/>
                    </a:ext>
                  </a:extLst>
                </p14:cNvPr>
                <p14:cNvContentPartPr/>
                <p14:nvPr/>
              </p14:nvContentPartPr>
              <p14:xfrm>
                <a:off x="8669808" y="5175072"/>
                <a:ext cx="145440" cy="8892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DEAA9247-1763-F1BF-C936-99A1997E0584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8661168" y="5166072"/>
                  <a:ext cx="16308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FE1157F1-54B8-3459-FAFD-120023F0D09D}"/>
                    </a:ext>
                  </a:extLst>
                </p14:cNvPr>
                <p14:cNvContentPartPr/>
                <p14:nvPr/>
              </p14:nvContentPartPr>
              <p14:xfrm>
                <a:off x="8980488" y="5024952"/>
                <a:ext cx="315360" cy="27900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FE1157F1-54B8-3459-FAFD-120023F0D09D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8971848" y="5016312"/>
                  <a:ext cx="33300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50D88B0C-32A4-C164-D92B-DE5CCF19DBF3}"/>
                    </a:ext>
                  </a:extLst>
                </p14:cNvPr>
                <p14:cNvContentPartPr/>
                <p14:nvPr/>
              </p14:nvContentPartPr>
              <p14:xfrm>
                <a:off x="9323928" y="5190912"/>
                <a:ext cx="33120" cy="5472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50D88B0C-32A4-C164-D92B-DE5CCF19DBF3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9315288" y="5181912"/>
                  <a:ext cx="5076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F6312AA0-D960-73B5-D7CE-6EBB936EDDAA}"/>
                    </a:ext>
                  </a:extLst>
                </p14:cNvPr>
                <p14:cNvContentPartPr/>
                <p14:nvPr/>
              </p14:nvContentPartPr>
              <p14:xfrm>
                <a:off x="9216648" y="5172192"/>
                <a:ext cx="100440" cy="12132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F6312AA0-D960-73B5-D7CE-6EBB936EDDAA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9208008" y="5163552"/>
                  <a:ext cx="1180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04622902-871A-E0A0-8A21-5CEC0539FDC3}"/>
                    </a:ext>
                  </a:extLst>
                </p14:cNvPr>
                <p14:cNvContentPartPr/>
                <p14:nvPr/>
              </p14:nvContentPartPr>
              <p14:xfrm>
                <a:off x="9317448" y="5207472"/>
                <a:ext cx="126360" cy="8856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04622902-871A-E0A0-8A21-5CEC0539FDC3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9308448" y="5198832"/>
                  <a:ext cx="14400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ACFCA644-86E9-0576-E906-E1CD7F9DF5E1}"/>
                    </a:ext>
                  </a:extLst>
                </p14:cNvPr>
                <p14:cNvContentPartPr/>
                <p14:nvPr/>
              </p14:nvContentPartPr>
              <p14:xfrm>
                <a:off x="9491688" y="5200992"/>
                <a:ext cx="150120" cy="6084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ACFCA644-86E9-0576-E906-E1CD7F9DF5E1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9482688" y="5192352"/>
                  <a:ext cx="16776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EB56F6F7-2BB8-BD3F-00F5-BB7765F384F7}"/>
                    </a:ext>
                  </a:extLst>
                </p14:cNvPr>
                <p14:cNvContentPartPr/>
                <p14:nvPr/>
              </p14:nvContentPartPr>
              <p14:xfrm>
                <a:off x="9595728" y="5122152"/>
                <a:ext cx="56160" cy="684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EB56F6F7-2BB8-BD3F-00F5-BB7765F384F7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9586728" y="5113512"/>
                  <a:ext cx="7380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7">
            <p14:nvContentPartPr>
              <p14:cNvPr id="351" name="Ink 350">
                <a:extLst>
                  <a:ext uri="{FF2B5EF4-FFF2-40B4-BE49-F238E27FC236}">
                    <a16:creationId xmlns:a16="http://schemas.microsoft.com/office/drawing/2014/main" id="{5B606DF6-EA4B-F36A-4FA6-75994B1710EB}"/>
                  </a:ext>
                </a:extLst>
              </p14:cNvPr>
              <p14:cNvContentPartPr/>
              <p14:nvPr/>
            </p14:nvContentPartPr>
            <p14:xfrm>
              <a:off x="10044288" y="5172192"/>
              <a:ext cx="135000" cy="51480"/>
            </p14:xfrm>
          </p:contentPart>
        </mc:Choice>
        <mc:Fallback xmlns="">
          <p:pic>
            <p:nvPicPr>
              <p:cNvPr id="351" name="Ink 350">
                <a:extLst>
                  <a:ext uri="{FF2B5EF4-FFF2-40B4-BE49-F238E27FC236}">
                    <a16:creationId xmlns:a16="http://schemas.microsoft.com/office/drawing/2014/main" id="{5B606DF6-EA4B-F36A-4FA6-75994B1710EB}"/>
                  </a:ext>
                </a:extLst>
              </p:cNvPr>
              <p:cNvPicPr/>
              <p:nvPr/>
            </p:nvPicPr>
            <p:blipFill>
              <a:blip r:embed="rId508"/>
              <a:stretch>
                <a:fillRect/>
              </a:stretch>
            </p:blipFill>
            <p:spPr>
              <a:xfrm>
                <a:off x="10035288" y="5163552"/>
                <a:ext cx="152640" cy="6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9">
            <p14:nvContentPartPr>
              <p14:cNvPr id="352" name="Ink 351">
                <a:extLst>
                  <a:ext uri="{FF2B5EF4-FFF2-40B4-BE49-F238E27FC236}">
                    <a16:creationId xmlns:a16="http://schemas.microsoft.com/office/drawing/2014/main" id="{49F0E3AF-C9C6-E9E0-57BD-6A3985528FFA}"/>
                  </a:ext>
                </a:extLst>
              </p14:cNvPr>
              <p14:cNvContentPartPr/>
              <p14:nvPr/>
            </p14:nvContentPartPr>
            <p14:xfrm>
              <a:off x="10121688" y="5046192"/>
              <a:ext cx="35280" cy="23760"/>
            </p14:xfrm>
          </p:contentPart>
        </mc:Choice>
        <mc:Fallback xmlns="">
          <p:pic>
            <p:nvPicPr>
              <p:cNvPr id="352" name="Ink 351">
                <a:extLst>
                  <a:ext uri="{FF2B5EF4-FFF2-40B4-BE49-F238E27FC236}">
                    <a16:creationId xmlns:a16="http://schemas.microsoft.com/office/drawing/2014/main" id="{49F0E3AF-C9C6-E9E0-57BD-6A3985528FFA}"/>
                  </a:ext>
                </a:extLst>
              </p:cNvPr>
              <p:cNvPicPr/>
              <p:nvPr/>
            </p:nvPicPr>
            <p:blipFill>
              <a:blip r:embed="rId510"/>
              <a:stretch>
                <a:fillRect/>
              </a:stretch>
            </p:blipFill>
            <p:spPr>
              <a:xfrm>
                <a:off x="10113048" y="5037552"/>
                <a:ext cx="52920" cy="4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B10F918-DB1F-59B2-3F0F-AD4B4DC8C552}"/>
              </a:ext>
            </a:extLst>
          </p:cNvPr>
          <p:cNvGrpSpPr/>
          <p:nvPr/>
        </p:nvGrpSpPr>
        <p:grpSpPr>
          <a:xfrm>
            <a:off x="10564128" y="4955112"/>
            <a:ext cx="1391040" cy="256680"/>
            <a:chOff x="10564128" y="4955112"/>
            <a:chExt cx="1391040" cy="25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527A6EE1-C488-A376-CA62-C6901DB20548}"/>
                    </a:ext>
                  </a:extLst>
                </p14:cNvPr>
                <p14:cNvContentPartPr/>
                <p14:nvPr/>
              </p14:nvContentPartPr>
              <p14:xfrm>
                <a:off x="10564128" y="5128992"/>
                <a:ext cx="101880" cy="608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527A6EE1-C488-A376-CA62-C6901DB20548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10555128" y="5119992"/>
                  <a:ext cx="11952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CE23593B-0AFC-5B13-8A60-D7AFED1171D8}"/>
                    </a:ext>
                  </a:extLst>
                </p14:cNvPr>
                <p14:cNvContentPartPr/>
                <p14:nvPr/>
              </p14:nvContentPartPr>
              <p14:xfrm>
                <a:off x="10760328" y="5121792"/>
                <a:ext cx="64440" cy="8280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CE23593B-0AFC-5B13-8A60-D7AFED1171D8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10751688" y="5113152"/>
                  <a:ext cx="8208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433B9DFB-ADE7-47A6-C6C3-1EAAB28F08BA}"/>
                    </a:ext>
                  </a:extLst>
                </p14:cNvPr>
                <p14:cNvContentPartPr/>
                <p14:nvPr/>
              </p14:nvContentPartPr>
              <p14:xfrm>
                <a:off x="10879848" y="5094072"/>
                <a:ext cx="193680" cy="10224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433B9DFB-ADE7-47A6-C6C3-1EAAB28F08BA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10871208" y="5085432"/>
                  <a:ext cx="21132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06964041-4316-7AED-317B-D2CD4738298F}"/>
                    </a:ext>
                  </a:extLst>
                </p14:cNvPr>
                <p14:cNvContentPartPr/>
                <p14:nvPr/>
              </p14:nvContentPartPr>
              <p14:xfrm>
                <a:off x="11168928" y="5072472"/>
                <a:ext cx="177120" cy="13320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06964041-4316-7AED-317B-D2CD4738298F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11159928" y="5063832"/>
                  <a:ext cx="1947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E9B32FD0-F196-30D2-3E46-9F8BCF07A8C0}"/>
                    </a:ext>
                  </a:extLst>
                </p14:cNvPr>
                <p14:cNvContentPartPr/>
                <p14:nvPr/>
              </p14:nvContentPartPr>
              <p14:xfrm>
                <a:off x="11437848" y="4955112"/>
                <a:ext cx="517320" cy="25668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E9B32FD0-F196-30D2-3E46-9F8BCF07A8C0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11429208" y="4946472"/>
                  <a:ext cx="53496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E37B8741-4827-86C7-5F6A-86DE629E5453}"/>
                    </a:ext>
                  </a:extLst>
                </p14:cNvPr>
                <p14:cNvContentPartPr/>
                <p14:nvPr/>
              </p14:nvContentPartPr>
              <p14:xfrm>
                <a:off x="11704968" y="5054832"/>
                <a:ext cx="112320" cy="1476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E37B8741-4827-86C7-5F6A-86DE629E5453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11695968" y="5046192"/>
                  <a:ext cx="12996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DC08AE81-5F02-0F15-4822-4D4D8AB382C9}"/>
              </a:ext>
            </a:extLst>
          </p:cNvPr>
          <p:cNvGrpSpPr/>
          <p:nvPr/>
        </p:nvGrpSpPr>
        <p:grpSpPr>
          <a:xfrm>
            <a:off x="4572288" y="5160312"/>
            <a:ext cx="1814760" cy="601920"/>
            <a:chOff x="4572288" y="5160312"/>
            <a:chExt cx="1814760" cy="60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65FCD27D-10B2-00B2-9FB4-27A99A47C963}"/>
                    </a:ext>
                  </a:extLst>
                </p14:cNvPr>
                <p14:cNvContentPartPr/>
                <p14:nvPr/>
              </p14:nvContentPartPr>
              <p14:xfrm>
                <a:off x="4572288" y="5167152"/>
                <a:ext cx="114480" cy="31320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65FCD27D-10B2-00B2-9FB4-27A99A47C963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4563288" y="5158152"/>
                  <a:ext cx="13212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8E459B87-C489-E8C4-3898-730305694225}"/>
                    </a:ext>
                  </a:extLst>
                </p14:cNvPr>
                <p14:cNvContentPartPr/>
                <p14:nvPr/>
              </p14:nvContentPartPr>
              <p14:xfrm>
                <a:off x="4770648" y="5160312"/>
                <a:ext cx="27000" cy="31212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8E459B87-C489-E8C4-3898-730305694225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4761648" y="5151312"/>
                  <a:ext cx="4464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CB8FC204-0B50-37BC-7409-D66A386A3172}"/>
                    </a:ext>
                  </a:extLst>
                </p14:cNvPr>
                <p14:cNvContentPartPr/>
                <p14:nvPr/>
              </p14:nvContentPartPr>
              <p14:xfrm>
                <a:off x="4729608" y="5287752"/>
                <a:ext cx="198000" cy="900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CB8FC204-0B50-37BC-7409-D66A386A3172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4720968" y="5278752"/>
                  <a:ext cx="2156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50CCFCF5-AE99-3176-5948-42B4F8055D3C}"/>
                    </a:ext>
                  </a:extLst>
                </p14:cNvPr>
                <p14:cNvContentPartPr/>
                <p14:nvPr/>
              </p14:nvContentPartPr>
              <p14:xfrm>
                <a:off x="5191488" y="5231592"/>
                <a:ext cx="727200" cy="9900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50CCFCF5-AE99-3176-5948-42B4F8055D3C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5182488" y="5222952"/>
                  <a:ext cx="7448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C04B45B6-B4D3-06A2-5E74-3EC6DF08A87A}"/>
                    </a:ext>
                  </a:extLst>
                </p14:cNvPr>
                <p14:cNvContentPartPr/>
                <p14:nvPr/>
              </p14:nvContentPartPr>
              <p14:xfrm>
                <a:off x="5994648" y="5225832"/>
                <a:ext cx="392400" cy="7452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C04B45B6-B4D3-06A2-5E74-3EC6DF08A87A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5985648" y="5217192"/>
                  <a:ext cx="4100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11261DD2-2ABC-ADF8-28BE-67716EA66683}"/>
                    </a:ext>
                  </a:extLst>
                </p14:cNvPr>
                <p14:cNvContentPartPr/>
                <p14:nvPr/>
              </p14:nvContentPartPr>
              <p14:xfrm>
                <a:off x="4861368" y="5469192"/>
                <a:ext cx="846000" cy="29304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11261DD2-2ABC-ADF8-28BE-67716EA66683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4852368" y="5460192"/>
                  <a:ext cx="86364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5D52BC72-1639-CA88-EFA0-23259566E004}"/>
                    </a:ext>
                  </a:extLst>
                </p14:cNvPr>
                <p14:cNvContentPartPr/>
                <p14:nvPr/>
              </p14:nvContentPartPr>
              <p14:xfrm>
                <a:off x="5487768" y="5506272"/>
                <a:ext cx="11160" cy="684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5D52BC72-1639-CA88-EFA0-23259566E004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5478768" y="5497632"/>
                  <a:ext cx="288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BAF1B926-B04C-43AD-6F54-1556E827EC80}"/>
                    </a:ext>
                  </a:extLst>
                </p14:cNvPr>
                <p14:cNvContentPartPr/>
                <p14:nvPr/>
              </p14:nvContentPartPr>
              <p14:xfrm>
                <a:off x="5278248" y="5496552"/>
                <a:ext cx="50400" cy="1548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BAF1B926-B04C-43AD-6F54-1556E827EC80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5269608" y="5487552"/>
                  <a:ext cx="68040" cy="3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5361744A-1FEB-72BF-3176-18292A70F8B4}"/>
              </a:ext>
            </a:extLst>
          </p:cNvPr>
          <p:cNvGrpSpPr/>
          <p:nvPr/>
        </p:nvGrpSpPr>
        <p:grpSpPr>
          <a:xfrm>
            <a:off x="6155208" y="5504112"/>
            <a:ext cx="807480" cy="293400"/>
            <a:chOff x="6155208" y="5504112"/>
            <a:chExt cx="807480" cy="29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1255D6BF-1CA0-B5C3-8B1F-C9D6E0C8806F}"/>
                    </a:ext>
                  </a:extLst>
                </p14:cNvPr>
                <p14:cNvContentPartPr/>
                <p14:nvPr/>
              </p14:nvContentPartPr>
              <p14:xfrm>
                <a:off x="6155208" y="5504112"/>
                <a:ext cx="302400" cy="19692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1255D6BF-1CA0-B5C3-8B1F-C9D6E0C8806F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6146208" y="5495112"/>
                  <a:ext cx="3200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89EA0A83-1292-B967-CF33-DB5E3674DDD9}"/>
                    </a:ext>
                  </a:extLst>
                </p14:cNvPr>
                <p14:cNvContentPartPr/>
                <p14:nvPr/>
              </p14:nvContentPartPr>
              <p14:xfrm>
                <a:off x="6493248" y="5618952"/>
                <a:ext cx="104400" cy="4248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89EA0A83-1292-B967-CF33-DB5E3674DDD9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6484608" y="5609952"/>
                  <a:ext cx="12204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3C675EFA-B943-D0F3-60CA-9C991C6ADAC2}"/>
                    </a:ext>
                  </a:extLst>
                </p14:cNvPr>
                <p14:cNvContentPartPr/>
                <p14:nvPr/>
              </p14:nvContentPartPr>
              <p14:xfrm>
                <a:off x="6643008" y="5599152"/>
                <a:ext cx="101520" cy="19836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3C675EFA-B943-D0F3-60CA-9C991C6ADAC2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6634368" y="5590512"/>
                  <a:ext cx="1191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554799F6-A445-FEB9-3054-375858C1B169}"/>
                    </a:ext>
                  </a:extLst>
                </p14:cNvPr>
                <p14:cNvContentPartPr/>
                <p14:nvPr/>
              </p14:nvContentPartPr>
              <p14:xfrm>
                <a:off x="6797808" y="5602752"/>
                <a:ext cx="164880" cy="7200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554799F6-A445-FEB9-3054-375858C1B169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6788808" y="5594112"/>
                  <a:ext cx="182520" cy="8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2049A866-6A50-A7A2-CC38-2D1C61C3632A}"/>
              </a:ext>
            </a:extLst>
          </p:cNvPr>
          <p:cNvGrpSpPr/>
          <p:nvPr/>
        </p:nvGrpSpPr>
        <p:grpSpPr>
          <a:xfrm>
            <a:off x="2325888" y="5947632"/>
            <a:ext cx="2146320" cy="371520"/>
            <a:chOff x="2325888" y="5947632"/>
            <a:chExt cx="214632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94B0C80F-3A07-D1C0-0687-EBC44AC70713}"/>
                    </a:ext>
                  </a:extLst>
                </p14:cNvPr>
                <p14:cNvContentPartPr/>
                <p14:nvPr/>
              </p14:nvContentPartPr>
              <p14:xfrm>
                <a:off x="2431368" y="6004872"/>
                <a:ext cx="9000" cy="21096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94B0C80F-3A07-D1C0-0687-EBC44AC70713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2422728" y="5996232"/>
                  <a:ext cx="266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9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DEB0A0F4-8581-2641-5CA6-69798FC2508B}"/>
                    </a:ext>
                  </a:extLst>
                </p14:cNvPr>
                <p14:cNvContentPartPr/>
                <p14:nvPr/>
              </p14:nvContentPartPr>
              <p14:xfrm>
                <a:off x="2325888" y="5982552"/>
                <a:ext cx="226440" cy="6804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DEB0A0F4-8581-2641-5CA6-69798FC2508B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2316888" y="5973912"/>
                  <a:ext cx="24408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69E34EA5-5ADE-08B4-2F15-BEFA03E65A93}"/>
                    </a:ext>
                  </a:extLst>
                </p14:cNvPr>
                <p14:cNvContentPartPr/>
                <p14:nvPr/>
              </p14:nvContentPartPr>
              <p14:xfrm>
                <a:off x="2380608" y="6219072"/>
                <a:ext cx="147240" cy="3024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69E34EA5-5ADE-08B4-2F15-BEFA03E65A93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2371608" y="6210072"/>
                  <a:ext cx="1648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26BD9FCB-2080-7CE4-2D74-290BB65D3D5E}"/>
                    </a:ext>
                  </a:extLst>
                </p14:cNvPr>
                <p14:cNvContentPartPr/>
                <p14:nvPr/>
              </p14:nvContentPartPr>
              <p14:xfrm>
                <a:off x="2649168" y="6094152"/>
                <a:ext cx="13320" cy="12636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26BD9FCB-2080-7CE4-2D74-290BB65D3D5E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2640168" y="6085152"/>
                  <a:ext cx="309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0622F5E1-864B-F647-9C4A-463BE724CC3A}"/>
                    </a:ext>
                  </a:extLst>
                </p14:cNvPr>
                <p14:cNvContentPartPr/>
                <p14:nvPr/>
              </p14:nvContentPartPr>
              <p14:xfrm>
                <a:off x="2627208" y="6044472"/>
                <a:ext cx="277200" cy="20124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0622F5E1-864B-F647-9C4A-463BE724CC3A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2618208" y="6035832"/>
                  <a:ext cx="2948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E37C7B94-0EED-BE8D-F7D0-A5242D4840A3}"/>
                    </a:ext>
                  </a:extLst>
                </p14:cNvPr>
                <p14:cNvContentPartPr/>
                <p14:nvPr/>
              </p14:nvContentPartPr>
              <p14:xfrm>
                <a:off x="2879928" y="6073992"/>
                <a:ext cx="117360" cy="11592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E37C7B94-0EED-BE8D-F7D0-A5242D4840A3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2871288" y="6065352"/>
                  <a:ext cx="1350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0CAE2769-6C43-7102-800E-8A2E62BCD863}"/>
                    </a:ext>
                  </a:extLst>
                </p14:cNvPr>
                <p14:cNvContentPartPr/>
                <p14:nvPr/>
              </p14:nvContentPartPr>
              <p14:xfrm>
                <a:off x="3343608" y="6092712"/>
                <a:ext cx="120600" cy="2196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0CAE2769-6C43-7102-800E-8A2E62BCD863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3334608" y="6083712"/>
                  <a:ext cx="1382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EF2DF232-2DB5-D2CE-7291-5151CD3FF381}"/>
                    </a:ext>
                  </a:extLst>
                </p14:cNvPr>
                <p14:cNvContentPartPr/>
                <p14:nvPr/>
              </p14:nvContentPartPr>
              <p14:xfrm>
                <a:off x="3129048" y="5991192"/>
                <a:ext cx="128520" cy="32796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EF2DF232-2DB5-D2CE-7291-5151CD3FF381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3120408" y="5982552"/>
                  <a:ext cx="14616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AAC98DA5-7A26-BAE6-E140-04687937A073}"/>
                    </a:ext>
                  </a:extLst>
                </p14:cNvPr>
                <p14:cNvContentPartPr/>
                <p14:nvPr/>
              </p14:nvContentPartPr>
              <p14:xfrm>
                <a:off x="3363768" y="5947632"/>
                <a:ext cx="174960" cy="26748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AAC98DA5-7A26-BAE6-E140-04687937A073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3354768" y="5938992"/>
                  <a:ext cx="19260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1BA004C8-4F93-59DB-6CC8-89A1DC93C15E}"/>
                    </a:ext>
                  </a:extLst>
                </p14:cNvPr>
                <p14:cNvContentPartPr/>
                <p14:nvPr/>
              </p14:nvContentPartPr>
              <p14:xfrm>
                <a:off x="3466008" y="6029712"/>
                <a:ext cx="115200" cy="3060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1BA004C8-4F93-59DB-6CC8-89A1DC93C15E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3457368" y="6020712"/>
                  <a:ext cx="13284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39DDC356-100B-3B1F-6C68-1DD225CA00FF}"/>
                    </a:ext>
                  </a:extLst>
                </p14:cNvPr>
                <p14:cNvContentPartPr/>
                <p14:nvPr/>
              </p14:nvContentPartPr>
              <p14:xfrm>
                <a:off x="3624048" y="6080472"/>
                <a:ext cx="88560" cy="9936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39DDC356-100B-3B1F-6C68-1DD225CA00FF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3615048" y="6071832"/>
                  <a:ext cx="1062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4648FB42-21DF-1CC7-37C8-1DFFB8D568CE}"/>
                    </a:ext>
                  </a:extLst>
                </p14:cNvPr>
                <p14:cNvContentPartPr/>
                <p14:nvPr/>
              </p14:nvContentPartPr>
              <p14:xfrm>
                <a:off x="3791088" y="6067512"/>
                <a:ext cx="155160" cy="7056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4648FB42-21DF-1CC7-37C8-1DFFB8D568CE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3782088" y="6058872"/>
                  <a:ext cx="17280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0D1EF7A4-F96F-B11A-4251-32B5EDFDA5FE}"/>
                    </a:ext>
                  </a:extLst>
                </p14:cNvPr>
                <p14:cNvContentPartPr/>
                <p14:nvPr/>
              </p14:nvContentPartPr>
              <p14:xfrm>
                <a:off x="3935808" y="5971032"/>
                <a:ext cx="180360" cy="31320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0D1EF7A4-F96F-B11A-4251-32B5EDFDA5FE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3926808" y="5962392"/>
                  <a:ext cx="19800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F5FDFC66-298E-B744-6C75-27C4C8B2B2AD}"/>
                    </a:ext>
                  </a:extLst>
                </p14:cNvPr>
                <p14:cNvContentPartPr/>
                <p14:nvPr/>
              </p14:nvContentPartPr>
              <p14:xfrm>
                <a:off x="4300128" y="6082272"/>
                <a:ext cx="94680" cy="3744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F5FDFC66-298E-B744-6C75-27C4C8B2B2AD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4291128" y="6073272"/>
                  <a:ext cx="11232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04E19E02-5048-6145-698D-9159CC82F39D}"/>
                    </a:ext>
                  </a:extLst>
                </p14:cNvPr>
                <p14:cNvContentPartPr/>
                <p14:nvPr/>
              </p14:nvContentPartPr>
              <p14:xfrm>
                <a:off x="4350168" y="6169032"/>
                <a:ext cx="38520" cy="1368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04E19E02-5048-6145-698D-9159CC82F39D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4341168" y="6160032"/>
                  <a:ext cx="561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A6544AE0-3216-ED12-6F9D-D1FA2A292274}"/>
                    </a:ext>
                  </a:extLst>
                </p14:cNvPr>
                <p14:cNvContentPartPr/>
                <p14:nvPr/>
              </p14:nvContentPartPr>
              <p14:xfrm>
                <a:off x="4292208" y="6207192"/>
                <a:ext cx="180000" cy="1008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A6544AE0-3216-ED12-6F9D-D1FA2A292274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4283568" y="6198192"/>
                  <a:ext cx="19764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FDA5FB56-9DF8-B717-176F-F0ECA1116CEC}"/>
              </a:ext>
            </a:extLst>
          </p:cNvPr>
          <p:cNvGrpSpPr/>
          <p:nvPr/>
        </p:nvGrpSpPr>
        <p:grpSpPr>
          <a:xfrm>
            <a:off x="4692168" y="5892552"/>
            <a:ext cx="407160" cy="530280"/>
            <a:chOff x="4692168" y="5892552"/>
            <a:chExt cx="40716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1653AE41-1B35-DA3D-3C58-CA88FB8FD3F1}"/>
                    </a:ext>
                  </a:extLst>
                </p14:cNvPr>
                <p14:cNvContentPartPr/>
                <p14:nvPr/>
              </p14:nvContentPartPr>
              <p14:xfrm>
                <a:off x="4692168" y="6193152"/>
                <a:ext cx="360" cy="36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1653AE41-1B35-DA3D-3C58-CA88FB8FD3F1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4683168" y="6184512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F76762EC-70EE-E8D9-ABCB-E054D617FE94}"/>
                    </a:ext>
                  </a:extLst>
                </p14:cNvPr>
                <p14:cNvContentPartPr/>
                <p14:nvPr/>
              </p14:nvContentPartPr>
              <p14:xfrm>
                <a:off x="4733928" y="5892552"/>
                <a:ext cx="202320" cy="32004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F76762EC-70EE-E8D9-ABCB-E054D617FE94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4724928" y="5883912"/>
                  <a:ext cx="21996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5C7F55BF-43E9-0D87-410A-79FAA3E63551}"/>
                    </a:ext>
                  </a:extLst>
                </p14:cNvPr>
                <p14:cNvContentPartPr/>
                <p14:nvPr/>
              </p14:nvContentPartPr>
              <p14:xfrm>
                <a:off x="4976568" y="6088752"/>
                <a:ext cx="122760" cy="33408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5C7F55BF-43E9-0D87-410A-79FAA3E63551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4967568" y="6079752"/>
                  <a:ext cx="140400" cy="35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1029207-6340-9E60-0D7F-BE69063A65AF}"/>
              </a:ext>
            </a:extLst>
          </p:cNvPr>
          <p:cNvGrpSpPr/>
          <p:nvPr/>
        </p:nvGrpSpPr>
        <p:grpSpPr>
          <a:xfrm>
            <a:off x="5313528" y="5909832"/>
            <a:ext cx="1006200" cy="471240"/>
            <a:chOff x="5313528" y="5909832"/>
            <a:chExt cx="1006200" cy="47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AD9F3E2B-D601-6D98-8373-33FEA79D321B}"/>
                    </a:ext>
                  </a:extLst>
                </p14:cNvPr>
                <p14:cNvContentPartPr/>
                <p14:nvPr/>
              </p14:nvContentPartPr>
              <p14:xfrm>
                <a:off x="5313528" y="5909832"/>
                <a:ext cx="167040" cy="47124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AD9F3E2B-D601-6D98-8373-33FEA79D321B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5304888" y="5900832"/>
                  <a:ext cx="18468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3AA5299B-EFEE-7668-8825-E790E338BC3F}"/>
                    </a:ext>
                  </a:extLst>
                </p14:cNvPr>
                <p14:cNvContentPartPr/>
                <p14:nvPr/>
              </p14:nvContentPartPr>
              <p14:xfrm>
                <a:off x="5689008" y="5968512"/>
                <a:ext cx="42480" cy="27720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3AA5299B-EFEE-7668-8825-E790E338BC3F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5680008" y="5959872"/>
                  <a:ext cx="6012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46F6C315-1C38-7D88-B67C-A7B0A5A6652F}"/>
                    </a:ext>
                  </a:extLst>
                </p14:cNvPr>
                <p14:cNvContentPartPr/>
                <p14:nvPr/>
              </p14:nvContentPartPr>
              <p14:xfrm>
                <a:off x="5548968" y="6108192"/>
                <a:ext cx="333000" cy="7200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46F6C315-1C38-7D88-B67C-A7B0A5A6652F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5540328" y="6099552"/>
                  <a:ext cx="35064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63D9C6D7-4130-F70E-6FB1-C21E31D61FB6}"/>
                    </a:ext>
                  </a:extLst>
                </p14:cNvPr>
                <p14:cNvContentPartPr/>
                <p14:nvPr/>
              </p14:nvContentPartPr>
              <p14:xfrm>
                <a:off x="5987448" y="6016392"/>
                <a:ext cx="11880" cy="18360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63D9C6D7-4130-F70E-6FB1-C21E31D61FB6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5978448" y="6007752"/>
                  <a:ext cx="295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E6062E85-FF30-97A1-C29A-BED3393332B6}"/>
                    </a:ext>
                  </a:extLst>
                </p14:cNvPr>
                <p14:cNvContentPartPr/>
                <p14:nvPr/>
              </p14:nvContentPartPr>
              <p14:xfrm>
                <a:off x="5934528" y="6107472"/>
                <a:ext cx="118440" cy="2196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E6062E85-FF30-97A1-C29A-BED3393332B6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5925888" y="6098472"/>
                  <a:ext cx="1360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AE950CAC-F532-760E-03AC-79328DD9EED2}"/>
                    </a:ext>
                  </a:extLst>
                </p14:cNvPr>
                <p14:cNvContentPartPr/>
                <p14:nvPr/>
              </p14:nvContentPartPr>
              <p14:xfrm>
                <a:off x="6131448" y="6019632"/>
                <a:ext cx="188280" cy="20664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AE950CAC-F532-760E-03AC-79328DD9EED2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6122808" y="6010992"/>
                  <a:ext cx="20592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0AC1CA3F-B89F-0BE9-1212-072D05DC4F46}"/>
              </a:ext>
            </a:extLst>
          </p:cNvPr>
          <p:cNvGrpSpPr/>
          <p:nvPr/>
        </p:nvGrpSpPr>
        <p:grpSpPr>
          <a:xfrm>
            <a:off x="6559848" y="6080832"/>
            <a:ext cx="386280" cy="98640"/>
            <a:chOff x="6559848" y="6080832"/>
            <a:chExt cx="386280" cy="9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7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38889B41-35F3-1B05-39E3-952DA9F1D978}"/>
                    </a:ext>
                  </a:extLst>
                </p14:cNvPr>
                <p14:cNvContentPartPr/>
                <p14:nvPr/>
              </p14:nvContentPartPr>
              <p14:xfrm>
                <a:off x="6559848" y="6080832"/>
                <a:ext cx="288360" cy="9864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38889B41-35F3-1B05-39E3-952DA9F1D978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6550848" y="6071832"/>
                  <a:ext cx="30600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9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31DA4754-83D9-5E05-9B47-D2542BC0F665}"/>
                    </a:ext>
                  </a:extLst>
                </p14:cNvPr>
                <p14:cNvContentPartPr/>
                <p14:nvPr/>
              </p14:nvContentPartPr>
              <p14:xfrm>
                <a:off x="6936408" y="6116112"/>
                <a:ext cx="9720" cy="3168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31DA4754-83D9-5E05-9B47-D2542BC0F665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6927768" y="6107472"/>
                  <a:ext cx="27360" cy="49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01">
            <p14:nvContentPartPr>
              <p14:cNvPr id="401" name="Ink 400">
                <a:extLst>
                  <a:ext uri="{FF2B5EF4-FFF2-40B4-BE49-F238E27FC236}">
                    <a16:creationId xmlns:a16="http://schemas.microsoft.com/office/drawing/2014/main" id="{D1AA1617-11D3-8A90-418A-0A89F2C1DCB6}"/>
                  </a:ext>
                </a:extLst>
              </p14:cNvPr>
              <p14:cNvContentPartPr/>
              <p14:nvPr/>
            </p14:nvContentPartPr>
            <p14:xfrm>
              <a:off x="7156008" y="5962392"/>
              <a:ext cx="215280" cy="383400"/>
            </p14:xfrm>
          </p:contentPart>
        </mc:Choice>
        <mc:Fallback xmlns="">
          <p:pic>
            <p:nvPicPr>
              <p:cNvPr id="401" name="Ink 400">
                <a:extLst>
                  <a:ext uri="{FF2B5EF4-FFF2-40B4-BE49-F238E27FC236}">
                    <a16:creationId xmlns:a16="http://schemas.microsoft.com/office/drawing/2014/main" id="{D1AA1617-11D3-8A90-418A-0A89F2C1DCB6}"/>
                  </a:ext>
                </a:extLst>
              </p:cNvPr>
              <p:cNvPicPr/>
              <p:nvPr/>
            </p:nvPicPr>
            <p:blipFill>
              <a:blip r:embed="rId602"/>
              <a:stretch>
                <a:fillRect/>
              </a:stretch>
            </p:blipFill>
            <p:spPr>
              <a:xfrm>
                <a:off x="7147368" y="5953752"/>
                <a:ext cx="232920" cy="40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437" name="Group 436">
            <a:extLst>
              <a:ext uri="{FF2B5EF4-FFF2-40B4-BE49-F238E27FC236}">
                <a16:creationId xmlns:a16="http://schemas.microsoft.com/office/drawing/2014/main" id="{36CB585B-CFC0-6563-B4A9-EEAA4373006F}"/>
              </a:ext>
            </a:extLst>
          </p:cNvPr>
          <p:cNvGrpSpPr/>
          <p:nvPr/>
        </p:nvGrpSpPr>
        <p:grpSpPr>
          <a:xfrm>
            <a:off x="7649208" y="5805432"/>
            <a:ext cx="4216680" cy="951480"/>
            <a:chOff x="7649208" y="5805432"/>
            <a:chExt cx="4216680" cy="95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0213344B-8A64-23E7-F321-CE77F50F8876}"/>
                    </a:ext>
                  </a:extLst>
                </p14:cNvPr>
                <p14:cNvContentPartPr/>
                <p14:nvPr/>
              </p14:nvContentPartPr>
              <p14:xfrm>
                <a:off x="7649208" y="5964912"/>
                <a:ext cx="223920" cy="22752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0213344B-8A64-23E7-F321-CE77F50F8876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7640568" y="5955912"/>
                  <a:ext cx="24156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B7E32266-E42F-20D6-48DC-E9E31B719E03}"/>
                    </a:ext>
                  </a:extLst>
                </p14:cNvPr>
                <p14:cNvContentPartPr/>
                <p14:nvPr/>
              </p14:nvContentPartPr>
              <p14:xfrm>
                <a:off x="7951968" y="6071832"/>
                <a:ext cx="221400" cy="10584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B7E32266-E42F-20D6-48DC-E9E31B719E03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7942968" y="6063192"/>
                  <a:ext cx="2390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F34FCD23-2631-FEE2-C824-1662D3D018B0}"/>
                    </a:ext>
                  </a:extLst>
                </p14:cNvPr>
                <p14:cNvContentPartPr/>
                <p14:nvPr/>
              </p14:nvContentPartPr>
              <p14:xfrm>
                <a:off x="8232048" y="5891472"/>
                <a:ext cx="552240" cy="25524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F34FCD23-2631-FEE2-C824-1662D3D018B0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8223408" y="5882832"/>
                  <a:ext cx="56988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9184339C-20BE-687F-2348-E8AC971724FA}"/>
                    </a:ext>
                  </a:extLst>
                </p14:cNvPr>
                <p14:cNvContentPartPr/>
                <p14:nvPr/>
              </p14:nvContentPartPr>
              <p14:xfrm>
                <a:off x="8789688" y="5956992"/>
                <a:ext cx="79560" cy="3384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9184339C-20BE-687F-2348-E8AC971724FA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8780688" y="5947992"/>
                  <a:ext cx="972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40AF158A-4198-7397-A1C8-183488598256}"/>
                    </a:ext>
                  </a:extLst>
                </p14:cNvPr>
                <p14:cNvContentPartPr/>
                <p14:nvPr/>
              </p14:nvContentPartPr>
              <p14:xfrm>
                <a:off x="8793288" y="5812272"/>
                <a:ext cx="259560" cy="56628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40AF158A-4198-7397-A1C8-183488598256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8784648" y="5803272"/>
                  <a:ext cx="27720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D7ECD85E-47AD-505C-F9A9-AA375254B1D1}"/>
                    </a:ext>
                  </a:extLst>
                </p14:cNvPr>
                <p14:cNvContentPartPr/>
                <p14:nvPr/>
              </p14:nvContentPartPr>
              <p14:xfrm>
                <a:off x="8912808" y="5805432"/>
                <a:ext cx="454680" cy="77976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D7ECD85E-47AD-505C-F9A9-AA375254B1D1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8904168" y="5796432"/>
                  <a:ext cx="472320" cy="79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5E3DB5B8-881C-5990-210C-91A7DF168838}"/>
                    </a:ext>
                  </a:extLst>
                </p14:cNvPr>
                <p14:cNvContentPartPr/>
                <p14:nvPr/>
              </p14:nvContentPartPr>
              <p14:xfrm>
                <a:off x="9386568" y="6107832"/>
                <a:ext cx="292320" cy="9864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5E3DB5B8-881C-5990-210C-91A7DF168838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9377928" y="6099192"/>
                  <a:ext cx="30996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C3CB0371-4C16-0295-22A9-68934EBA687F}"/>
                    </a:ext>
                  </a:extLst>
                </p14:cNvPr>
                <p14:cNvContentPartPr/>
                <p14:nvPr/>
              </p14:nvContentPartPr>
              <p14:xfrm>
                <a:off x="9765288" y="6094512"/>
                <a:ext cx="11160" cy="3240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C3CB0371-4C16-0295-22A9-68934EBA687F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9756648" y="6085872"/>
                  <a:ext cx="2880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74CAD8F2-D351-B1CA-A48A-BD0CCEC236E7}"/>
                    </a:ext>
                  </a:extLst>
                </p14:cNvPr>
                <p14:cNvContentPartPr/>
                <p14:nvPr/>
              </p14:nvContentPartPr>
              <p14:xfrm>
                <a:off x="9905688" y="6028992"/>
                <a:ext cx="218160" cy="36576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74CAD8F2-D351-B1CA-A48A-BD0CCEC236E7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9897048" y="6020352"/>
                  <a:ext cx="23580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8EC55702-8F2E-CBF8-47CB-3573845FF206}"/>
                    </a:ext>
                  </a:extLst>
                </p14:cNvPr>
                <p14:cNvContentPartPr/>
                <p14:nvPr/>
              </p14:nvContentPartPr>
              <p14:xfrm>
                <a:off x="10368288" y="5993352"/>
                <a:ext cx="169200" cy="16128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8EC55702-8F2E-CBF8-47CB-3573845FF206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10359288" y="5984712"/>
                  <a:ext cx="1868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CB18BAD2-5140-7DE7-C449-CBC7FAE335B6}"/>
                    </a:ext>
                  </a:extLst>
                </p14:cNvPr>
                <p14:cNvContentPartPr/>
                <p14:nvPr/>
              </p14:nvContentPartPr>
              <p14:xfrm>
                <a:off x="10629288" y="6082992"/>
                <a:ext cx="168480" cy="7164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CB18BAD2-5140-7DE7-C449-CBC7FAE335B6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10620288" y="6073992"/>
                  <a:ext cx="18612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5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15DBF133-6B67-E0DF-5B50-F094FAB9FB92}"/>
                    </a:ext>
                  </a:extLst>
                </p14:cNvPr>
                <p14:cNvContentPartPr/>
                <p14:nvPr/>
              </p14:nvContentPartPr>
              <p14:xfrm>
                <a:off x="10800288" y="6060312"/>
                <a:ext cx="65880" cy="7524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15DBF133-6B67-E0DF-5B50-F094FAB9FB92}"/>
                    </a:ext>
                  </a:extLst>
                </p:cNvPr>
                <p:cNvPicPr/>
                <p:nvPr/>
              </p:nvPicPr>
              <p:blipFill>
                <a:blip r:embed="rId626"/>
                <a:stretch>
                  <a:fillRect/>
                </a:stretch>
              </p:blipFill>
              <p:spPr>
                <a:xfrm>
                  <a:off x="10791288" y="6051312"/>
                  <a:ext cx="8352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7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209DEB4B-AE31-9E1A-0F44-02566C7A7B4E}"/>
                    </a:ext>
                  </a:extLst>
                </p14:cNvPr>
                <p14:cNvContentPartPr/>
                <p14:nvPr/>
              </p14:nvContentPartPr>
              <p14:xfrm>
                <a:off x="10929888" y="5926752"/>
                <a:ext cx="467280" cy="21420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209DEB4B-AE31-9E1A-0F44-02566C7A7B4E}"/>
                    </a:ext>
                  </a:extLst>
                </p:cNvPr>
                <p:cNvPicPr/>
                <p:nvPr/>
              </p:nvPicPr>
              <p:blipFill>
                <a:blip r:embed="rId628"/>
                <a:stretch>
                  <a:fillRect/>
                </a:stretch>
              </p:blipFill>
              <p:spPr>
                <a:xfrm>
                  <a:off x="10921248" y="5918112"/>
                  <a:ext cx="4849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9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C9E82965-BA2C-6401-13E7-A2CC0F07A2D8}"/>
                    </a:ext>
                  </a:extLst>
                </p14:cNvPr>
                <p14:cNvContentPartPr/>
                <p14:nvPr/>
              </p14:nvContentPartPr>
              <p14:xfrm>
                <a:off x="11420928" y="6032232"/>
                <a:ext cx="46440" cy="1620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C9E82965-BA2C-6401-13E7-A2CC0F07A2D8}"/>
                    </a:ext>
                  </a:extLst>
                </p:cNvPr>
                <p:cNvPicPr/>
                <p:nvPr/>
              </p:nvPicPr>
              <p:blipFill>
                <a:blip r:embed="rId630"/>
                <a:stretch>
                  <a:fillRect/>
                </a:stretch>
              </p:blipFill>
              <p:spPr>
                <a:xfrm>
                  <a:off x="11411928" y="6023232"/>
                  <a:ext cx="640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1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563A885F-B127-A0B0-1888-C71A2CAC0315}"/>
                    </a:ext>
                  </a:extLst>
                </p14:cNvPr>
                <p14:cNvContentPartPr/>
                <p14:nvPr/>
              </p14:nvContentPartPr>
              <p14:xfrm>
                <a:off x="9619488" y="6376752"/>
                <a:ext cx="302760" cy="19296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563A885F-B127-A0B0-1888-C71A2CAC0315}"/>
                    </a:ext>
                  </a:extLst>
                </p:cNvPr>
                <p:cNvPicPr/>
                <p:nvPr/>
              </p:nvPicPr>
              <p:blipFill>
                <a:blip r:embed="rId632"/>
                <a:stretch>
                  <a:fillRect/>
                </a:stretch>
              </p:blipFill>
              <p:spPr>
                <a:xfrm>
                  <a:off x="9610848" y="6367752"/>
                  <a:ext cx="3204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3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A59C4DCA-46E2-6FA5-F86F-174A6FB8DBBB}"/>
                    </a:ext>
                  </a:extLst>
                </p14:cNvPr>
                <p14:cNvContentPartPr/>
                <p14:nvPr/>
              </p14:nvContentPartPr>
              <p14:xfrm>
                <a:off x="9998568" y="6425352"/>
                <a:ext cx="141480" cy="12600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A59C4DCA-46E2-6FA5-F86F-174A6FB8DBBB}"/>
                    </a:ext>
                  </a:extLst>
                </p:cNvPr>
                <p:cNvPicPr/>
                <p:nvPr/>
              </p:nvPicPr>
              <p:blipFill>
                <a:blip r:embed="rId634"/>
                <a:stretch>
                  <a:fillRect/>
                </a:stretch>
              </p:blipFill>
              <p:spPr>
                <a:xfrm>
                  <a:off x="9989568" y="6416712"/>
                  <a:ext cx="15912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5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4BAAAE15-5403-A114-D45A-D7B191CDA090}"/>
                    </a:ext>
                  </a:extLst>
                </p14:cNvPr>
                <p14:cNvContentPartPr/>
                <p14:nvPr/>
              </p14:nvContentPartPr>
              <p14:xfrm>
                <a:off x="10106208" y="6493752"/>
                <a:ext cx="90360" cy="1764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4BAAAE15-5403-A114-D45A-D7B191CDA090}"/>
                    </a:ext>
                  </a:extLst>
                </p:cNvPr>
                <p:cNvPicPr/>
                <p:nvPr/>
              </p:nvPicPr>
              <p:blipFill>
                <a:blip r:embed="rId636"/>
                <a:stretch>
                  <a:fillRect/>
                </a:stretch>
              </p:blipFill>
              <p:spPr>
                <a:xfrm>
                  <a:off x="10097208" y="6484752"/>
                  <a:ext cx="1080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7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9049B83E-630E-7ABB-A918-268574EA3B85}"/>
                    </a:ext>
                  </a:extLst>
                </p14:cNvPr>
                <p14:cNvContentPartPr/>
                <p14:nvPr/>
              </p14:nvContentPartPr>
              <p14:xfrm>
                <a:off x="10256688" y="6466392"/>
                <a:ext cx="440280" cy="6840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9049B83E-630E-7ABB-A918-268574EA3B85}"/>
                    </a:ext>
                  </a:extLst>
                </p:cNvPr>
                <p:cNvPicPr/>
                <p:nvPr/>
              </p:nvPicPr>
              <p:blipFill>
                <a:blip r:embed="rId638"/>
                <a:stretch>
                  <a:fillRect/>
                </a:stretch>
              </p:blipFill>
              <p:spPr>
                <a:xfrm>
                  <a:off x="10248048" y="6457392"/>
                  <a:ext cx="45792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9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72FACD0D-13AD-A787-D080-6B8F6C669D1F}"/>
                    </a:ext>
                  </a:extLst>
                </p14:cNvPr>
                <p14:cNvContentPartPr/>
                <p14:nvPr/>
              </p14:nvContentPartPr>
              <p14:xfrm>
                <a:off x="10745928" y="6414912"/>
                <a:ext cx="1440" cy="2124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72FACD0D-13AD-A787-D080-6B8F6C669D1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736928" y="6405912"/>
                  <a:ext cx="190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EFB03EB7-5B12-ADF8-2B97-64B643D5DB76}"/>
                    </a:ext>
                  </a:extLst>
                </p14:cNvPr>
                <p14:cNvContentPartPr/>
                <p14:nvPr/>
              </p14:nvContentPartPr>
              <p14:xfrm>
                <a:off x="10737288" y="6448032"/>
                <a:ext cx="146520" cy="18216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EFB03EB7-5B12-ADF8-2B97-64B643D5DB76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10728288" y="6439392"/>
                  <a:ext cx="1641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CAA74C5B-3C0E-EA7B-9945-3642905DEAA5}"/>
                    </a:ext>
                  </a:extLst>
                </p14:cNvPr>
                <p14:cNvContentPartPr/>
                <p14:nvPr/>
              </p14:nvContentPartPr>
              <p14:xfrm>
                <a:off x="10509048" y="6303312"/>
                <a:ext cx="29520" cy="6264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CAA74C5B-3C0E-EA7B-9945-3642905DEAA5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10500408" y="6294672"/>
                  <a:ext cx="471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73630E50-0859-1BD7-580C-6E5E7274FE67}"/>
                    </a:ext>
                  </a:extLst>
                </p14:cNvPr>
                <p14:cNvContentPartPr/>
                <p14:nvPr/>
              </p14:nvContentPartPr>
              <p14:xfrm>
                <a:off x="9275688" y="5979672"/>
                <a:ext cx="227520" cy="47016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73630E50-0859-1BD7-580C-6E5E7274FE67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9267048" y="5970672"/>
                  <a:ext cx="245160" cy="48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429" name="Ink 428">
                  <a:extLst>
                    <a:ext uri="{FF2B5EF4-FFF2-40B4-BE49-F238E27FC236}">
                      <a16:creationId xmlns:a16="http://schemas.microsoft.com/office/drawing/2014/main" id="{3E4CE084-3BE7-CAE2-3920-DD9DADFEBA9F}"/>
                    </a:ext>
                  </a:extLst>
                </p14:cNvPr>
                <p14:cNvContentPartPr/>
                <p14:nvPr/>
              </p14:nvContentPartPr>
              <p14:xfrm>
                <a:off x="11109528" y="6304392"/>
                <a:ext cx="312480" cy="209520"/>
              </p14:xfrm>
            </p:contentPart>
          </mc:Choice>
          <mc:Fallback xmlns="">
            <p:pic>
              <p:nvPicPr>
                <p:cNvPr id="429" name="Ink 428">
                  <a:extLst>
                    <a:ext uri="{FF2B5EF4-FFF2-40B4-BE49-F238E27FC236}">
                      <a16:creationId xmlns:a16="http://schemas.microsoft.com/office/drawing/2014/main" id="{3E4CE084-3BE7-CAE2-3920-DD9DADFEBA9F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11100528" y="6295752"/>
                  <a:ext cx="3301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CD4F3982-7604-D808-9C38-E608E42D0923}"/>
                    </a:ext>
                  </a:extLst>
                </p14:cNvPr>
                <p14:cNvContentPartPr/>
                <p14:nvPr/>
              </p14:nvContentPartPr>
              <p14:xfrm>
                <a:off x="11471328" y="6410952"/>
                <a:ext cx="148320" cy="4176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CD4F3982-7604-D808-9C38-E608E42D0923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11462688" y="6401952"/>
                  <a:ext cx="16596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9DF0104A-615E-7CA6-CACF-8233A30C7C21}"/>
                    </a:ext>
                  </a:extLst>
                </p14:cNvPr>
                <p14:cNvContentPartPr/>
                <p14:nvPr/>
              </p14:nvContentPartPr>
              <p14:xfrm>
                <a:off x="11402208" y="6327792"/>
                <a:ext cx="86040" cy="1404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9DF0104A-615E-7CA6-CACF-8233A30C7C21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11393208" y="6318792"/>
                  <a:ext cx="1036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5ADCDAD9-E457-E4BC-D067-7BBA6D668B09}"/>
                    </a:ext>
                  </a:extLst>
                </p14:cNvPr>
                <p14:cNvContentPartPr/>
                <p14:nvPr/>
              </p14:nvContentPartPr>
              <p14:xfrm>
                <a:off x="11492208" y="6280272"/>
                <a:ext cx="373680" cy="47664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5ADCDAD9-E457-E4BC-D067-7BBA6D668B09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11483568" y="6271272"/>
                  <a:ext cx="391320" cy="4942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71794533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example: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4030123-9002-C009-CC24-14ADD83C454E}"/>
              </a:ext>
            </a:extLst>
          </p:cNvPr>
          <p:cNvGrpSpPr/>
          <p:nvPr/>
        </p:nvGrpSpPr>
        <p:grpSpPr>
          <a:xfrm>
            <a:off x="2100888" y="270864"/>
            <a:ext cx="369000" cy="422280"/>
            <a:chOff x="2100888" y="270864"/>
            <a:chExt cx="369000" cy="42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A9E75C10-FA52-84F0-A13F-E93C22E30A7C}"/>
                    </a:ext>
                  </a:extLst>
                </p14:cNvPr>
                <p14:cNvContentPartPr/>
                <p14:nvPr/>
              </p14:nvContentPartPr>
              <p14:xfrm>
                <a:off x="2100888" y="270864"/>
                <a:ext cx="183240" cy="3376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A9E75C10-FA52-84F0-A13F-E93C22E30A7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091888" y="262224"/>
                  <a:ext cx="20088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0FE501D0-9D86-A9BB-4EA8-5254B60CCB1F}"/>
                    </a:ext>
                  </a:extLst>
                </p14:cNvPr>
                <p14:cNvContentPartPr/>
                <p14:nvPr/>
              </p14:nvContentPartPr>
              <p14:xfrm>
                <a:off x="2357568" y="292104"/>
                <a:ext cx="112320" cy="4010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0FE501D0-9D86-A9BB-4EA8-5254B60CCB1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348928" y="283464"/>
                  <a:ext cx="129960" cy="41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D863EF77-EB3A-6D79-F1EE-7179894B7D11}"/>
              </a:ext>
            </a:extLst>
          </p:cNvPr>
          <p:cNvGrpSpPr/>
          <p:nvPr/>
        </p:nvGrpSpPr>
        <p:grpSpPr>
          <a:xfrm>
            <a:off x="2901168" y="221544"/>
            <a:ext cx="791640" cy="296280"/>
            <a:chOff x="2901168" y="221544"/>
            <a:chExt cx="791640" cy="29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CEC19539-29D3-460F-3ADC-3C7DA5357965}"/>
                    </a:ext>
                  </a:extLst>
                </p14:cNvPr>
                <p14:cNvContentPartPr/>
                <p14:nvPr/>
              </p14:nvContentPartPr>
              <p14:xfrm>
                <a:off x="2901168" y="221544"/>
                <a:ext cx="791640" cy="2962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CEC19539-29D3-460F-3ADC-3C7DA535796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892168" y="212544"/>
                  <a:ext cx="80928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63F126F9-B0EE-67BD-2D9D-C8A2F1FAEE33}"/>
                    </a:ext>
                  </a:extLst>
                </p14:cNvPr>
                <p14:cNvContentPartPr/>
                <p14:nvPr/>
              </p14:nvContentPartPr>
              <p14:xfrm>
                <a:off x="3176208" y="326664"/>
                <a:ext cx="211680" cy="619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63F126F9-B0EE-67BD-2D9D-C8A2F1FAEE3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167568" y="317664"/>
                  <a:ext cx="229320" cy="79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EB7924E-DE40-A050-45FC-C0EA877D10D2}"/>
                  </a:ext>
                </a:extLst>
              </p14:cNvPr>
              <p14:cNvContentPartPr/>
              <p14:nvPr/>
            </p14:nvContentPartPr>
            <p14:xfrm>
              <a:off x="4116168" y="342504"/>
              <a:ext cx="425520" cy="102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EB7924E-DE40-A050-45FC-C0EA877D10D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107528" y="333504"/>
                <a:ext cx="443160" cy="120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" name="Group 18">
            <a:extLst>
              <a:ext uri="{FF2B5EF4-FFF2-40B4-BE49-F238E27FC236}">
                <a16:creationId xmlns:a16="http://schemas.microsoft.com/office/drawing/2014/main" id="{E6E7A5DA-82CC-D29D-DD4B-3C5DC8D6A097}"/>
              </a:ext>
            </a:extLst>
          </p:cNvPr>
          <p:cNvGrpSpPr/>
          <p:nvPr/>
        </p:nvGrpSpPr>
        <p:grpSpPr>
          <a:xfrm>
            <a:off x="5039928" y="248904"/>
            <a:ext cx="1896120" cy="298440"/>
            <a:chOff x="5039928" y="248904"/>
            <a:chExt cx="1896120" cy="29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AA28890-CA12-973B-39A5-58E013CBD5DA}"/>
                    </a:ext>
                  </a:extLst>
                </p14:cNvPr>
                <p14:cNvContentPartPr/>
                <p14:nvPr/>
              </p14:nvContentPartPr>
              <p14:xfrm>
                <a:off x="5039928" y="248904"/>
                <a:ext cx="6120" cy="1591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AA28890-CA12-973B-39A5-58E013CBD5D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030928" y="239904"/>
                  <a:ext cx="237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1E6571FA-38C0-E421-C444-99FEE24A754D}"/>
                    </a:ext>
                  </a:extLst>
                </p14:cNvPr>
                <p14:cNvContentPartPr/>
                <p14:nvPr/>
              </p14:nvContentPartPr>
              <p14:xfrm>
                <a:off x="5114808" y="422424"/>
                <a:ext cx="60480" cy="1249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1E6571FA-38C0-E421-C444-99FEE24A754D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106168" y="413784"/>
                  <a:ext cx="781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E926C0B-C0F6-B505-6B7A-14922387143B}"/>
                    </a:ext>
                  </a:extLst>
                </p14:cNvPr>
                <p14:cNvContentPartPr/>
                <p14:nvPr/>
              </p14:nvContentPartPr>
              <p14:xfrm>
                <a:off x="5351688" y="292104"/>
                <a:ext cx="108000" cy="1461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E926C0B-C0F6-B505-6B7A-14922387143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342688" y="283464"/>
                  <a:ext cx="1256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1FE6958A-BE4D-F7CA-F2C0-2926032A2735}"/>
                    </a:ext>
                  </a:extLst>
                </p14:cNvPr>
                <p14:cNvContentPartPr/>
                <p14:nvPr/>
              </p14:nvContentPartPr>
              <p14:xfrm>
                <a:off x="5599728" y="299664"/>
                <a:ext cx="81000" cy="968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1FE6958A-BE4D-F7CA-F2C0-2926032A273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591088" y="291024"/>
                  <a:ext cx="9864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D2E7D74-BCAA-4166-D2F1-7F648C519C7C}"/>
                    </a:ext>
                  </a:extLst>
                </p14:cNvPr>
                <p14:cNvContentPartPr/>
                <p14:nvPr/>
              </p14:nvContentPartPr>
              <p14:xfrm>
                <a:off x="5841288" y="285624"/>
                <a:ext cx="97920" cy="124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D2E7D74-BCAA-4166-D2F1-7F648C519C7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832648" y="276984"/>
                  <a:ext cx="11556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99DEEE6-C4E4-9ECF-3AEB-A1E15520DC8F}"/>
                    </a:ext>
                  </a:extLst>
                </p14:cNvPr>
                <p14:cNvContentPartPr/>
                <p14:nvPr/>
              </p14:nvContentPartPr>
              <p14:xfrm>
                <a:off x="6000408" y="381024"/>
                <a:ext cx="59760" cy="1386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99DEEE6-C4E4-9ECF-3AEB-A1E15520DC8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991768" y="372024"/>
                  <a:ext cx="774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65256DD7-F260-1EF1-71ED-212320A17125}"/>
                    </a:ext>
                  </a:extLst>
                </p14:cNvPr>
                <p14:cNvContentPartPr/>
                <p14:nvPr/>
              </p14:nvContentPartPr>
              <p14:xfrm>
                <a:off x="6268248" y="262224"/>
                <a:ext cx="99720" cy="1519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65256DD7-F260-1EF1-71ED-212320A1712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259608" y="253584"/>
                  <a:ext cx="1173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5D823B40-AE5A-06C6-A155-2BF07491649F}"/>
                    </a:ext>
                  </a:extLst>
                </p14:cNvPr>
                <p14:cNvContentPartPr/>
                <p14:nvPr/>
              </p14:nvContentPartPr>
              <p14:xfrm>
                <a:off x="6583608" y="262584"/>
                <a:ext cx="98640" cy="1224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5D823B40-AE5A-06C6-A155-2BF07491649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574968" y="253584"/>
                  <a:ext cx="1162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18BE869-502B-792C-BE3C-6701FA6F717A}"/>
                    </a:ext>
                  </a:extLst>
                </p14:cNvPr>
                <p14:cNvContentPartPr/>
                <p14:nvPr/>
              </p14:nvContentPartPr>
              <p14:xfrm>
                <a:off x="6854328" y="253584"/>
                <a:ext cx="81720" cy="961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18BE869-502B-792C-BE3C-6701FA6F717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845328" y="244944"/>
                  <a:ext cx="99360" cy="11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D92BD82-00E8-2566-E2D3-285FE570A3E4}"/>
              </a:ext>
            </a:extLst>
          </p:cNvPr>
          <p:cNvGrpSpPr/>
          <p:nvPr/>
        </p:nvGrpSpPr>
        <p:grpSpPr>
          <a:xfrm>
            <a:off x="7477128" y="93384"/>
            <a:ext cx="1513440" cy="293760"/>
            <a:chOff x="7477128" y="93384"/>
            <a:chExt cx="1513440" cy="29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52CAD7E4-A8F7-909D-E58E-2F2E9008DE64}"/>
                    </a:ext>
                  </a:extLst>
                </p14:cNvPr>
                <p14:cNvContentPartPr/>
                <p14:nvPr/>
              </p14:nvContentPartPr>
              <p14:xfrm>
                <a:off x="7477128" y="168264"/>
                <a:ext cx="283320" cy="218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52CAD7E4-A8F7-909D-E58E-2F2E9008DE6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468488" y="159264"/>
                  <a:ext cx="3009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D2F61A9D-80F7-6848-B1CC-8A63E8339A24}"/>
                    </a:ext>
                  </a:extLst>
                </p14:cNvPr>
                <p14:cNvContentPartPr/>
                <p14:nvPr/>
              </p14:nvContentPartPr>
              <p14:xfrm>
                <a:off x="7896168" y="246384"/>
                <a:ext cx="259920" cy="108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D2F61A9D-80F7-6848-B1CC-8A63E8339A2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887528" y="237744"/>
                  <a:ext cx="27756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938DAB24-FC09-2AD8-1BB0-92DD765C1458}"/>
                    </a:ext>
                  </a:extLst>
                </p14:cNvPr>
                <p14:cNvContentPartPr/>
                <p14:nvPr/>
              </p14:nvContentPartPr>
              <p14:xfrm>
                <a:off x="8230608" y="93384"/>
                <a:ext cx="607680" cy="2278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938DAB24-FC09-2AD8-1BB0-92DD765C145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8221608" y="84744"/>
                  <a:ext cx="62532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C97F0851-A2BC-1D61-E7C1-C911E1CB5A87}"/>
                    </a:ext>
                  </a:extLst>
                </p14:cNvPr>
                <p14:cNvContentPartPr/>
                <p14:nvPr/>
              </p14:nvContentPartPr>
              <p14:xfrm>
                <a:off x="8921088" y="206784"/>
                <a:ext cx="69480" cy="219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C97F0851-A2BC-1D61-E7C1-C911E1CB5A8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912088" y="198144"/>
                  <a:ext cx="8712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9B94837-EE4C-0E4D-9DB8-3340FCCC4A1B}"/>
              </a:ext>
            </a:extLst>
          </p:cNvPr>
          <p:cNvGrpSpPr/>
          <p:nvPr/>
        </p:nvGrpSpPr>
        <p:grpSpPr>
          <a:xfrm>
            <a:off x="9381168" y="166464"/>
            <a:ext cx="286920" cy="175680"/>
            <a:chOff x="9381168" y="166464"/>
            <a:chExt cx="286920" cy="17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A2B47584-D260-D738-0066-C249676B1306}"/>
                    </a:ext>
                  </a:extLst>
                </p14:cNvPr>
                <p14:cNvContentPartPr/>
                <p14:nvPr/>
              </p14:nvContentPartPr>
              <p14:xfrm>
                <a:off x="9381168" y="251424"/>
                <a:ext cx="44640" cy="907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A2B47584-D260-D738-0066-C249676B130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372528" y="242424"/>
                  <a:ext cx="622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AA38B68A-4BD2-39F7-BDC2-3739ED8C10B4}"/>
                    </a:ext>
                  </a:extLst>
                </p14:cNvPr>
                <p14:cNvContentPartPr/>
                <p14:nvPr/>
              </p14:nvContentPartPr>
              <p14:xfrm>
                <a:off x="9447768" y="166464"/>
                <a:ext cx="18000" cy="122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AA38B68A-4BD2-39F7-BDC2-3739ED8C10B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439128" y="157464"/>
                  <a:ext cx="356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C2790B7C-B02A-9A62-0AFB-F6DA1D63D0DB}"/>
                    </a:ext>
                  </a:extLst>
                </p14:cNvPr>
                <p14:cNvContentPartPr/>
                <p14:nvPr/>
              </p14:nvContentPartPr>
              <p14:xfrm>
                <a:off x="9587088" y="276624"/>
                <a:ext cx="81000" cy="558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C2790B7C-B02A-9A62-0AFB-F6DA1D63D0D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578088" y="267624"/>
                  <a:ext cx="98640" cy="7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B03F564B-1AA0-3FE1-65D3-596D993B5730}"/>
              </a:ext>
            </a:extLst>
          </p:cNvPr>
          <p:cNvGrpSpPr/>
          <p:nvPr/>
        </p:nvGrpSpPr>
        <p:grpSpPr>
          <a:xfrm>
            <a:off x="10081728" y="94464"/>
            <a:ext cx="295920" cy="275400"/>
            <a:chOff x="10081728" y="94464"/>
            <a:chExt cx="295920" cy="27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9A66B5F-39B3-4711-B4D5-5459ECDC130E}"/>
                    </a:ext>
                  </a:extLst>
                </p14:cNvPr>
                <p14:cNvContentPartPr/>
                <p14:nvPr/>
              </p14:nvContentPartPr>
              <p14:xfrm>
                <a:off x="10081728" y="142344"/>
                <a:ext cx="54720" cy="2275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9A66B5F-39B3-4711-B4D5-5459ECDC130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072728" y="133704"/>
                  <a:ext cx="7236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E6F9819E-7E55-86E3-5F0F-CF3A9E6DB13E}"/>
                    </a:ext>
                  </a:extLst>
                </p14:cNvPr>
                <p14:cNvContentPartPr/>
                <p14:nvPr/>
              </p14:nvContentPartPr>
              <p14:xfrm>
                <a:off x="10082448" y="94464"/>
                <a:ext cx="295200" cy="2624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E6F9819E-7E55-86E3-5F0F-CF3A9E6DB13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073808" y="85464"/>
                  <a:ext cx="312840" cy="28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37B34D7C-7643-D111-426A-C6238872DBE3}"/>
              </a:ext>
            </a:extLst>
          </p:cNvPr>
          <p:cNvGrpSpPr/>
          <p:nvPr/>
        </p:nvGrpSpPr>
        <p:grpSpPr>
          <a:xfrm>
            <a:off x="10667088" y="206784"/>
            <a:ext cx="1027440" cy="331200"/>
            <a:chOff x="10667088" y="206784"/>
            <a:chExt cx="102744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0AE55AD-B7A4-3BEC-71FB-09659CD620A4}"/>
                    </a:ext>
                  </a:extLst>
                </p14:cNvPr>
                <p14:cNvContentPartPr/>
                <p14:nvPr/>
              </p14:nvContentPartPr>
              <p14:xfrm>
                <a:off x="10667088" y="206784"/>
                <a:ext cx="269280" cy="1566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0AE55AD-B7A4-3BEC-71FB-09659CD620A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0658088" y="197784"/>
                  <a:ext cx="2869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E4F23D3-FBBE-AFEB-DA10-7344E83A3B63}"/>
                    </a:ext>
                  </a:extLst>
                </p14:cNvPr>
                <p14:cNvContentPartPr/>
                <p14:nvPr/>
              </p14:nvContentPartPr>
              <p14:xfrm>
                <a:off x="10961568" y="300024"/>
                <a:ext cx="102960" cy="67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E4F23D3-FBBE-AFEB-DA10-7344E83A3B6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0952928" y="291024"/>
                  <a:ext cx="12060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6E2F0537-6CA8-C56B-40F9-22314DA76EB6}"/>
                    </a:ext>
                  </a:extLst>
                </p14:cNvPr>
                <p14:cNvContentPartPr/>
                <p14:nvPr/>
              </p14:nvContentPartPr>
              <p14:xfrm>
                <a:off x="11065608" y="287424"/>
                <a:ext cx="202680" cy="2505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6E2F0537-6CA8-C56B-40F9-22314DA76EB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1056608" y="278784"/>
                  <a:ext cx="2203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2024DDC0-1073-ADD2-3522-39EAE9895C28}"/>
                    </a:ext>
                  </a:extLst>
                </p14:cNvPr>
                <p14:cNvContentPartPr/>
                <p14:nvPr/>
              </p14:nvContentPartPr>
              <p14:xfrm>
                <a:off x="11332368" y="292104"/>
                <a:ext cx="193680" cy="849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2024DDC0-1073-ADD2-3522-39EAE9895C2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1323728" y="283464"/>
                  <a:ext cx="21132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73C675DA-8002-91D2-43E6-C58F27F364A8}"/>
                    </a:ext>
                  </a:extLst>
                </p14:cNvPr>
                <p14:cNvContentPartPr/>
                <p14:nvPr/>
              </p14:nvContentPartPr>
              <p14:xfrm>
                <a:off x="11624328" y="402264"/>
                <a:ext cx="70200" cy="889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73C675DA-8002-91D2-43E6-C58F27F364A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1615688" y="393264"/>
                  <a:ext cx="87840" cy="10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D3A8EF4-62F0-6244-5FB5-3DE886A84FFB}"/>
              </a:ext>
            </a:extLst>
          </p:cNvPr>
          <p:cNvGrpSpPr/>
          <p:nvPr/>
        </p:nvGrpSpPr>
        <p:grpSpPr>
          <a:xfrm>
            <a:off x="2936808" y="727704"/>
            <a:ext cx="574920" cy="238680"/>
            <a:chOff x="2936808" y="727704"/>
            <a:chExt cx="574920" cy="23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928A2A57-EBCE-DF90-7DBD-C039E35E6967}"/>
                    </a:ext>
                  </a:extLst>
                </p14:cNvPr>
                <p14:cNvContentPartPr/>
                <p14:nvPr/>
              </p14:nvContentPartPr>
              <p14:xfrm>
                <a:off x="2936808" y="816984"/>
                <a:ext cx="401760" cy="1494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928A2A57-EBCE-DF90-7DBD-C039E35E696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928168" y="807984"/>
                  <a:ext cx="4194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F5BB2BB-6C04-D540-D6E2-097F46DEB02B}"/>
                    </a:ext>
                  </a:extLst>
                </p14:cNvPr>
                <p14:cNvContentPartPr/>
                <p14:nvPr/>
              </p14:nvContentPartPr>
              <p14:xfrm>
                <a:off x="3424248" y="727704"/>
                <a:ext cx="87480" cy="1540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F5BB2BB-6C04-D540-D6E2-097F46DEB02B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415248" y="718704"/>
                  <a:ext cx="105120" cy="17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4DF31CF6-2407-A271-573B-FCBAD36812EE}"/>
              </a:ext>
            </a:extLst>
          </p:cNvPr>
          <p:cNvGrpSpPr/>
          <p:nvPr/>
        </p:nvGrpSpPr>
        <p:grpSpPr>
          <a:xfrm>
            <a:off x="4034808" y="688824"/>
            <a:ext cx="447480" cy="262440"/>
            <a:chOff x="4034808" y="688824"/>
            <a:chExt cx="447480" cy="26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7E7BA9B7-2CB2-FE68-6FF7-427A9014A62C}"/>
                    </a:ext>
                  </a:extLst>
                </p14:cNvPr>
                <p14:cNvContentPartPr/>
                <p14:nvPr/>
              </p14:nvContentPartPr>
              <p14:xfrm>
                <a:off x="4034808" y="688824"/>
                <a:ext cx="447480" cy="2624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7E7BA9B7-2CB2-FE68-6FF7-427A9014A62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025808" y="679824"/>
                  <a:ext cx="46512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80F4C1FB-6846-4649-C97C-42EB8201DA44}"/>
                    </a:ext>
                  </a:extLst>
                </p14:cNvPr>
                <p14:cNvContentPartPr/>
                <p14:nvPr/>
              </p14:nvContentPartPr>
              <p14:xfrm>
                <a:off x="4097448" y="721224"/>
                <a:ext cx="165600" cy="586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80F4C1FB-6846-4649-C97C-42EB8201DA4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088448" y="712584"/>
                  <a:ext cx="183240" cy="7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9D1048AD-DD78-E402-027A-465D70D9DDA1}"/>
              </a:ext>
            </a:extLst>
          </p:cNvPr>
          <p:cNvGrpSpPr/>
          <p:nvPr/>
        </p:nvGrpSpPr>
        <p:grpSpPr>
          <a:xfrm>
            <a:off x="4862088" y="557784"/>
            <a:ext cx="592200" cy="335880"/>
            <a:chOff x="4862088" y="557784"/>
            <a:chExt cx="592200" cy="33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618CB9F3-9CE9-7B19-0784-A02DF41063E9}"/>
                    </a:ext>
                  </a:extLst>
                </p14:cNvPr>
                <p14:cNvContentPartPr/>
                <p14:nvPr/>
              </p14:nvContentPartPr>
              <p14:xfrm>
                <a:off x="4862088" y="557784"/>
                <a:ext cx="427320" cy="3358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618CB9F3-9CE9-7B19-0784-A02DF41063E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853088" y="548784"/>
                  <a:ext cx="44496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9136789C-FE4B-762A-F62B-7522C2D7D01C}"/>
                    </a:ext>
                  </a:extLst>
                </p14:cNvPr>
                <p14:cNvContentPartPr/>
                <p14:nvPr/>
              </p14:nvContentPartPr>
              <p14:xfrm>
                <a:off x="5313168" y="779904"/>
                <a:ext cx="141120" cy="601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9136789C-FE4B-762A-F62B-7522C2D7D01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304168" y="770904"/>
                  <a:ext cx="1587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29BC8E10-4EF4-FB83-68BE-10724970B364}"/>
                    </a:ext>
                  </a:extLst>
                </p14:cNvPr>
                <p14:cNvContentPartPr/>
                <p14:nvPr/>
              </p14:nvContentPartPr>
              <p14:xfrm>
                <a:off x="5294448" y="678024"/>
                <a:ext cx="74880" cy="151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29BC8E10-4EF4-FB83-68BE-10724970B36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285448" y="669024"/>
                  <a:ext cx="9252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D8AD46C8-D19A-DC2B-49A9-548243261DFF}"/>
              </a:ext>
            </a:extLst>
          </p:cNvPr>
          <p:cNvGrpSpPr/>
          <p:nvPr/>
        </p:nvGrpSpPr>
        <p:grpSpPr>
          <a:xfrm>
            <a:off x="5817528" y="634104"/>
            <a:ext cx="1157400" cy="451440"/>
            <a:chOff x="5817528" y="634104"/>
            <a:chExt cx="1157400" cy="45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3F51D33E-53C1-EBF4-C4E9-1D68753D5AB7}"/>
                    </a:ext>
                  </a:extLst>
                </p14:cNvPr>
                <p14:cNvContentPartPr/>
                <p14:nvPr/>
              </p14:nvContentPartPr>
              <p14:xfrm>
                <a:off x="5817528" y="706824"/>
                <a:ext cx="20880" cy="630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3F51D33E-53C1-EBF4-C4E9-1D68753D5AB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808888" y="698184"/>
                  <a:ext cx="385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E97AFD67-8D7D-FF59-2F35-D0FB391141E6}"/>
                    </a:ext>
                  </a:extLst>
                </p14:cNvPr>
                <p14:cNvContentPartPr/>
                <p14:nvPr/>
              </p14:nvContentPartPr>
              <p14:xfrm>
                <a:off x="5902488" y="707904"/>
                <a:ext cx="7920" cy="57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E97AFD67-8D7D-FF59-2F35-D0FB391141E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893488" y="698904"/>
                  <a:ext cx="2556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F10A29D2-A440-FFDA-8AAF-2E45BB0F351B}"/>
                    </a:ext>
                  </a:extLst>
                </p14:cNvPr>
                <p14:cNvContentPartPr/>
                <p14:nvPr/>
              </p14:nvContentPartPr>
              <p14:xfrm>
                <a:off x="6122088" y="692064"/>
                <a:ext cx="296280" cy="3934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F10A29D2-A440-FFDA-8AAF-2E45BB0F351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113088" y="683424"/>
                  <a:ext cx="31392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0B5BACE-6FB5-8BE6-317F-33E722978542}"/>
                    </a:ext>
                  </a:extLst>
                </p14:cNvPr>
                <p14:cNvContentPartPr/>
                <p14:nvPr/>
              </p14:nvContentPartPr>
              <p14:xfrm>
                <a:off x="6417648" y="752184"/>
                <a:ext cx="106920" cy="2952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0B5BACE-6FB5-8BE6-317F-33E72297854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408648" y="743184"/>
                  <a:ext cx="12456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AC06DC85-50F2-80D4-58FD-F9BCFD822910}"/>
                    </a:ext>
                  </a:extLst>
                </p14:cNvPr>
                <p14:cNvContentPartPr/>
                <p14:nvPr/>
              </p14:nvContentPartPr>
              <p14:xfrm>
                <a:off x="6582888" y="643824"/>
                <a:ext cx="182520" cy="2210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AC06DC85-50F2-80D4-58FD-F9BCFD82291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573888" y="635184"/>
                  <a:ext cx="20016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C2F38D7-D358-15FF-24DE-7B2A92398150}"/>
                    </a:ext>
                  </a:extLst>
                </p14:cNvPr>
                <p14:cNvContentPartPr/>
                <p14:nvPr/>
              </p14:nvContentPartPr>
              <p14:xfrm>
                <a:off x="6857568" y="634104"/>
                <a:ext cx="17640" cy="936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C2F38D7-D358-15FF-24DE-7B2A9239815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848928" y="625464"/>
                  <a:ext cx="352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805ACB3C-0E60-5587-B387-6B527C568E0C}"/>
                    </a:ext>
                  </a:extLst>
                </p14:cNvPr>
                <p14:cNvContentPartPr/>
                <p14:nvPr/>
              </p14:nvContentPartPr>
              <p14:xfrm>
                <a:off x="6941448" y="636984"/>
                <a:ext cx="33480" cy="968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805ACB3C-0E60-5587-B387-6B527C568E0C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932448" y="627984"/>
                  <a:ext cx="51120" cy="11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C9E3C626-C68A-E640-1C8C-47078FDCA30F}"/>
              </a:ext>
            </a:extLst>
          </p:cNvPr>
          <p:cNvGrpSpPr/>
          <p:nvPr/>
        </p:nvGrpSpPr>
        <p:grpSpPr>
          <a:xfrm>
            <a:off x="7407288" y="550584"/>
            <a:ext cx="1156680" cy="527040"/>
            <a:chOff x="7407288" y="550584"/>
            <a:chExt cx="1156680" cy="52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AFF0D98-4755-5F06-9BB3-9697CFD3DDBB}"/>
                    </a:ext>
                  </a:extLst>
                </p14:cNvPr>
                <p14:cNvContentPartPr/>
                <p14:nvPr/>
              </p14:nvContentPartPr>
              <p14:xfrm>
                <a:off x="7407288" y="550584"/>
                <a:ext cx="406080" cy="5270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AFF0D98-4755-5F06-9BB3-9697CFD3DDB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398648" y="541584"/>
                  <a:ext cx="42372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3A99FFAF-6A72-E572-C2D0-1E54AED7051E}"/>
                    </a:ext>
                  </a:extLst>
                </p14:cNvPr>
                <p14:cNvContentPartPr/>
                <p14:nvPr/>
              </p14:nvContentPartPr>
              <p14:xfrm>
                <a:off x="7790328" y="631944"/>
                <a:ext cx="158400" cy="4003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3A99FFAF-6A72-E572-C2D0-1E54AED7051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781688" y="622944"/>
                  <a:ext cx="17604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2EF10A3-3F19-68B9-6334-A95EF26A2374}"/>
                    </a:ext>
                  </a:extLst>
                </p14:cNvPr>
                <p14:cNvContentPartPr/>
                <p14:nvPr/>
              </p14:nvContentPartPr>
              <p14:xfrm>
                <a:off x="8002368" y="662184"/>
                <a:ext cx="561600" cy="1526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2EF10A3-3F19-68B9-6334-A95EF26A237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993368" y="653544"/>
                  <a:ext cx="579240" cy="17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6DB3C6FC-7FA6-8BBA-F886-F43944F81DCE}"/>
              </a:ext>
            </a:extLst>
          </p:cNvPr>
          <p:cNvGrpSpPr/>
          <p:nvPr/>
        </p:nvGrpSpPr>
        <p:grpSpPr>
          <a:xfrm>
            <a:off x="9050328" y="621144"/>
            <a:ext cx="241200" cy="187200"/>
            <a:chOff x="9050328" y="621144"/>
            <a:chExt cx="241200" cy="18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F9E1FF48-3876-E81F-95FC-EF437A8FC05E}"/>
                    </a:ext>
                  </a:extLst>
                </p14:cNvPr>
                <p14:cNvContentPartPr/>
                <p14:nvPr/>
              </p14:nvContentPartPr>
              <p14:xfrm>
                <a:off x="9050328" y="729504"/>
                <a:ext cx="43920" cy="788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F9E1FF48-3876-E81F-95FC-EF437A8FC05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041328" y="720504"/>
                  <a:ext cx="6156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F6A9BC92-AF68-EEEA-D9F6-7F0D3F140C0E}"/>
                    </a:ext>
                  </a:extLst>
                </p14:cNvPr>
                <p14:cNvContentPartPr/>
                <p14:nvPr/>
              </p14:nvContentPartPr>
              <p14:xfrm>
                <a:off x="9092448" y="621144"/>
                <a:ext cx="20880" cy="309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F6A9BC92-AF68-EEEA-D9F6-7F0D3F140C0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083808" y="612144"/>
                  <a:ext cx="385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EFAA41C-68ED-0176-BBD7-3A43723F7F3B}"/>
                    </a:ext>
                  </a:extLst>
                </p14:cNvPr>
                <p14:cNvContentPartPr/>
                <p14:nvPr/>
              </p14:nvContentPartPr>
              <p14:xfrm>
                <a:off x="9216288" y="730224"/>
                <a:ext cx="75240" cy="493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EFAA41C-68ED-0176-BBD7-3A43723F7F3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207648" y="721224"/>
                  <a:ext cx="92880" cy="6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CCD5AFFE-6AC0-7F06-5975-43D55D5E2B6F}"/>
              </a:ext>
            </a:extLst>
          </p:cNvPr>
          <p:cNvGrpSpPr/>
          <p:nvPr/>
        </p:nvGrpSpPr>
        <p:grpSpPr>
          <a:xfrm>
            <a:off x="9736488" y="644184"/>
            <a:ext cx="1011960" cy="232560"/>
            <a:chOff x="9736488" y="644184"/>
            <a:chExt cx="101196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488C55E2-D24A-3186-0110-EBD66B60B221}"/>
                    </a:ext>
                  </a:extLst>
                </p14:cNvPr>
                <p14:cNvContentPartPr/>
                <p14:nvPr/>
              </p14:nvContentPartPr>
              <p14:xfrm>
                <a:off x="9736488" y="647424"/>
                <a:ext cx="45720" cy="1620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488C55E2-D24A-3186-0110-EBD66B60B22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727488" y="638784"/>
                  <a:ext cx="633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BF9F29E0-8198-D074-3A9D-006B3B398594}"/>
                    </a:ext>
                  </a:extLst>
                </p14:cNvPr>
                <p14:cNvContentPartPr/>
                <p14:nvPr/>
              </p14:nvContentPartPr>
              <p14:xfrm>
                <a:off x="9882648" y="644184"/>
                <a:ext cx="104040" cy="1749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BF9F29E0-8198-D074-3A9D-006B3B39859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873648" y="635184"/>
                  <a:ext cx="1216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97C2C001-B87B-E8AB-D202-5B3C7789485A}"/>
                    </a:ext>
                  </a:extLst>
                </p14:cNvPr>
                <p14:cNvContentPartPr/>
                <p14:nvPr/>
              </p14:nvContentPartPr>
              <p14:xfrm>
                <a:off x="10014048" y="759384"/>
                <a:ext cx="74160" cy="1173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97C2C001-B87B-E8AB-D202-5B3C7789485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005408" y="750384"/>
                  <a:ext cx="918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EC848A9A-3A9E-922E-EFFC-6B62C3D1C967}"/>
                    </a:ext>
                  </a:extLst>
                </p14:cNvPr>
                <p14:cNvContentPartPr/>
                <p14:nvPr/>
              </p14:nvContentPartPr>
              <p14:xfrm>
                <a:off x="10228608" y="654984"/>
                <a:ext cx="106200" cy="1483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EC848A9A-3A9E-922E-EFFC-6B62C3D1C96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219968" y="646344"/>
                  <a:ext cx="1238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E33EBFBC-1C67-3F34-9501-55ECB98187F0}"/>
                    </a:ext>
                  </a:extLst>
                </p14:cNvPr>
                <p14:cNvContentPartPr/>
                <p14:nvPr/>
              </p14:nvContentPartPr>
              <p14:xfrm>
                <a:off x="10446408" y="685224"/>
                <a:ext cx="62640" cy="939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E33EBFBC-1C67-3F34-9501-55ECB98187F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437408" y="676584"/>
                  <a:ext cx="8028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0EE87C8B-84FD-B83E-3261-C7D6D1CDA12C}"/>
                    </a:ext>
                  </a:extLst>
                </p14:cNvPr>
                <p14:cNvContentPartPr/>
                <p14:nvPr/>
              </p14:nvContentPartPr>
              <p14:xfrm>
                <a:off x="10671768" y="664704"/>
                <a:ext cx="76680" cy="982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0EE87C8B-84FD-B83E-3261-C7D6D1CDA12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662768" y="655704"/>
                  <a:ext cx="94320" cy="11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4071A15C-1820-4841-A7B0-3A81CFB6E97D}"/>
              </a:ext>
            </a:extLst>
          </p:cNvPr>
          <p:cNvGrpSpPr/>
          <p:nvPr/>
        </p:nvGrpSpPr>
        <p:grpSpPr>
          <a:xfrm>
            <a:off x="10910088" y="608184"/>
            <a:ext cx="1004760" cy="454680"/>
            <a:chOff x="10910088" y="608184"/>
            <a:chExt cx="1004760" cy="45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816CD5F0-91A9-018B-618F-6BEB39705FFD}"/>
                    </a:ext>
                  </a:extLst>
                </p14:cNvPr>
                <p14:cNvContentPartPr/>
                <p14:nvPr/>
              </p14:nvContentPartPr>
              <p14:xfrm>
                <a:off x="10910088" y="673344"/>
                <a:ext cx="225360" cy="3895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816CD5F0-91A9-018B-618F-6BEB39705FF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901448" y="664704"/>
                  <a:ext cx="24300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DC756267-6BB9-7802-FB79-A59EA9677921}"/>
                    </a:ext>
                  </a:extLst>
                </p14:cNvPr>
                <p14:cNvContentPartPr/>
                <p14:nvPr/>
              </p14:nvContentPartPr>
              <p14:xfrm>
                <a:off x="11321568" y="627264"/>
                <a:ext cx="102600" cy="2473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DC756267-6BB9-7802-FB79-A59EA967792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312568" y="618264"/>
                  <a:ext cx="12024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B2E84EE8-5493-2981-36FA-B8C76A6BF572}"/>
                    </a:ext>
                  </a:extLst>
                </p14:cNvPr>
                <p14:cNvContentPartPr/>
                <p14:nvPr/>
              </p14:nvContentPartPr>
              <p14:xfrm>
                <a:off x="11391048" y="608184"/>
                <a:ext cx="226440" cy="2181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B2E84EE8-5493-2981-36FA-B8C76A6BF57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1382048" y="599184"/>
                  <a:ext cx="2440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E7838F00-FF55-16AA-3771-3E528303906A}"/>
                    </a:ext>
                  </a:extLst>
                </p14:cNvPr>
                <p14:cNvContentPartPr/>
                <p14:nvPr/>
              </p14:nvContentPartPr>
              <p14:xfrm>
                <a:off x="11671128" y="763344"/>
                <a:ext cx="124200" cy="482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E7838F00-FF55-16AA-3771-3E528303906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662128" y="754344"/>
                  <a:ext cx="1418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C008CB4D-0479-28BF-87FF-44A7E8D6B568}"/>
                    </a:ext>
                  </a:extLst>
                </p14:cNvPr>
                <p14:cNvContentPartPr/>
                <p14:nvPr/>
              </p14:nvContentPartPr>
              <p14:xfrm>
                <a:off x="11909088" y="815904"/>
                <a:ext cx="5760" cy="39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C008CB4D-0479-28BF-87FF-44A7E8D6B56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900088" y="806904"/>
                  <a:ext cx="23400" cy="2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B2374BEB-EE5A-A802-EDEE-B636B21EA1AB}"/>
              </a:ext>
            </a:extLst>
          </p:cNvPr>
          <p:cNvGrpSpPr/>
          <p:nvPr/>
        </p:nvGrpSpPr>
        <p:grpSpPr>
          <a:xfrm>
            <a:off x="2958768" y="1321344"/>
            <a:ext cx="1335600" cy="451440"/>
            <a:chOff x="2958768" y="1321344"/>
            <a:chExt cx="1335600" cy="45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7C83779-A498-4792-B093-E77D9566EE37}"/>
                    </a:ext>
                  </a:extLst>
                </p14:cNvPr>
                <p14:cNvContentPartPr/>
                <p14:nvPr/>
              </p14:nvContentPartPr>
              <p14:xfrm>
                <a:off x="3116448" y="1425384"/>
                <a:ext cx="29160" cy="20664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7C83779-A498-4792-B093-E77D9566EE3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107448" y="1416384"/>
                  <a:ext cx="4680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6484EDF-B1AF-1FBF-1418-F408312B990E}"/>
                    </a:ext>
                  </a:extLst>
                </p14:cNvPr>
                <p14:cNvContentPartPr/>
                <p14:nvPr/>
              </p14:nvContentPartPr>
              <p14:xfrm>
                <a:off x="2958768" y="1395144"/>
                <a:ext cx="341640" cy="712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6484EDF-B1AF-1FBF-1418-F408312B990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950128" y="1386144"/>
                  <a:ext cx="35928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57700EC6-20D4-FABB-ADD4-967476ADC0CC}"/>
                    </a:ext>
                  </a:extLst>
                </p14:cNvPr>
                <p14:cNvContentPartPr/>
                <p14:nvPr/>
              </p14:nvContentPartPr>
              <p14:xfrm>
                <a:off x="3071088" y="1638504"/>
                <a:ext cx="215280" cy="496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57700EC6-20D4-FABB-ADD4-967476ADC0C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062448" y="1629504"/>
                  <a:ext cx="23292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A5AF83D8-91D4-DC00-DE70-E41A1D87E010}"/>
                    </a:ext>
                  </a:extLst>
                </p14:cNvPr>
                <p14:cNvContentPartPr/>
                <p14:nvPr/>
              </p14:nvContentPartPr>
              <p14:xfrm>
                <a:off x="3476448" y="1483344"/>
                <a:ext cx="12600" cy="1634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A5AF83D8-91D4-DC00-DE70-E41A1D87E01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467808" y="1474704"/>
                  <a:ext cx="302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89929996-B1FC-F7DF-0A0B-C9A047DF965C}"/>
                    </a:ext>
                  </a:extLst>
                </p14:cNvPr>
                <p14:cNvContentPartPr/>
                <p14:nvPr/>
              </p14:nvContentPartPr>
              <p14:xfrm>
                <a:off x="3442248" y="1443744"/>
                <a:ext cx="236520" cy="2430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89929996-B1FC-F7DF-0A0B-C9A047DF965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433248" y="1435104"/>
                  <a:ext cx="25416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C15D2A27-CACC-6A8F-2900-219BACDBE513}"/>
                    </a:ext>
                  </a:extLst>
                </p14:cNvPr>
                <p14:cNvContentPartPr/>
                <p14:nvPr/>
              </p14:nvContentPartPr>
              <p14:xfrm>
                <a:off x="3802968" y="1477224"/>
                <a:ext cx="25200" cy="1587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C15D2A27-CACC-6A8F-2900-219BACDBE51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794328" y="1468224"/>
                  <a:ext cx="4284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84BC6765-A9E0-E078-034D-223CBD96786D}"/>
                    </a:ext>
                  </a:extLst>
                </p14:cNvPr>
                <p14:cNvContentPartPr/>
                <p14:nvPr/>
              </p14:nvContentPartPr>
              <p14:xfrm>
                <a:off x="3801168" y="1444104"/>
                <a:ext cx="158400" cy="540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84BC6765-A9E0-E078-034D-223CBD96786D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792168" y="1435104"/>
                  <a:ext cx="17604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E305BE68-936F-813A-50AC-636DCCBA83DE}"/>
                    </a:ext>
                  </a:extLst>
                </p14:cNvPr>
                <p14:cNvContentPartPr/>
                <p14:nvPr/>
              </p14:nvContentPartPr>
              <p14:xfrm>
                <a:off x="3866688" y="1321344"/>
                <a:ext cx="427680" cy="4514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E305BE68-936F-813A-50AC-636DCCBA83D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858048" y="1312344"/>
                  <a:ext cx="445320" cy="46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C6AE30D7-C7C8-25DE-7601-0C80E6D1A368}"/>
              </a:ext>
            </a:extLst>
          </p:cNvPr>
          <p:cNvGrpSpPr/>
          <p:nvPr/>
        </p:nvGrpSpPr>
        <p:grpSpPr>
          <a:xfrm>
            <a:off x="4548888" y="1285344"/>
            <a:ext cx="1263240" cy="464040"/>
            <a:chOff x="4548888" y="1285344"/>
            <a:chExt cx="1263240" cy="46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89FDF85D-736C-F97E-262C-F11710591089}"/>
                    </a:ext>
                  </a:extLst>
                </p14:cNvPr>
                <p14:cNvContentPartPr/>
                <p14:nvPr/>
              </p14:nvContentPartPr>
              <p14:xfrm>
                <a:off x="4548888" y="1427544"/>
                <a:ext cx="8280" cy="3924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89FDF85D-736C-F97E-262C-F1171059108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540248" y="1418544"/>
                  <a:ext cx="259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77FE4F12-369B-6D13-2466-9C700C89A2FC}"/>
                    </a:ext>
                  </a:extLst>
                </p14:cNvPr>
                <p14:cNvContentPartPr/>
                <p14:nvPr/>
              </p14:nvContentPartPr>
              <p14:xfrm>
                <a:off x="4621608" y="1418544"/>
                <a:ext cx="12600" cy="676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77FE4F12-369B-6D13-2466-9C700C89A2F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612608" y="1409904"/>
                  <a:ext cx="3024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842CB8E8-4F81-722E-F52D-0DD0DFE1FB29}"/>
                    </a:ext>
                  </a:extLst>
                </p14:cNvPr>
                <p14:cNvContentPartPr/>
                <p14:nvPr/>
              </p14:nvContentPartPr>
              <p14:xfrm>
                <a:off x="4762368" y="1373544"/>
                <a:ext cx="323280" cy="3542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842CB8E8-4F81-722E-F52D-0DD0DFE1FB2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753368" y="1364544"/>
                  <a:ext cx="34092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F0982B0C-53CB-C45F-71A6-743D03DAACD3}"/>
                    </a:ext>
                  </a:extLst>
                </p14:cNvPr>
                <p14:cNvContentPartPr/>
                <p14:nvPr/>
              </p14:nvContentPartPr>
              <p14:xfrm>
                <a:off x="5146488" y="1465344"/>
                <a:ext cx="122760" cy="2548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F0982B0C-53CB-C45F-71A6-743D03DAACD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137848" y="1456704"/>
                  <a:ext cx="1404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2E3F1A1B-312D-D632-049A-A099CA9A482D}"/>
                    </a:ext>
                  </a:extLst>
                </p14:cNvPr>
                <p14:cNvContentPartPr/>
                <p14:nvPr/>
              </p14:nvContentPartPr>
              <p14:xfrm>
                <a:off x="5291208" y="1395864"/>
                <a:ext cx="153360" cy="2030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2E3F1A1B-312D-D632-049A-A099CA9A482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282208" y="1386864"/>
                  <a:ext cx="17100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EB185373-DD20-78F5-A973-AEF7A06DA768}"/>
                    </a:ext>
                  </a:extLst>
                </p14:cNvPr>
                <p14:cNvContentPartPr/>
                <p14:nvPr/>
              </p14:nvContentPartPr>
              <p14:xfrm>
                <a:off x="5551488" y="1420704"/>
                <a:ext cx="3600" cy="262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EB185373-DD20-78F5-A973-AEF7A06DA76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542488" y="1411704"/>
                  <a:ext cx="2124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27C982E9-DA5D-B9B7-4081-09B2EB29DE48}"/>
                    </a:ext>
                  </a:extLst>
                </p14:cNvPr>
                <p14:cNvContentPartPr/>
                <p14:nvPr/>
              </p14:nvContentPartPr>
              <p14:xfrm>
                <a:off x="5605128" y="1436184"/>
                <a:ext cx="15480" cy="378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27C982E9-DA5D-B9B7-4081-09B2EB29DE4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596128" y="1427544"/>
                  <a:ext cx="3312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DC0057E9-9DA1-67E4-9876-ADEF8365F1C8}"/>
                    </a:ext>
                  </a:extLst>
                </p14:cNvPr>
                <p14:cNvContentPartPr/>
                <p14:nvPr/>
              </p14:nvContentPartPr>
              <p14:xfrm>
                <a:off x="5652648" y="1285344"/>
                <a:ext cx="159480" cy="4640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DC0057E9-9DA1-67E4-9876-ADEF8365F1C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643648" y="1276704"/>
                  <a:ext cx="177120" cy="481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CDA3D7C7-91D9-2156-1DFB-D6306782B889}"/>
                  </a:ext>
                </a:extLst>
              </p14:cNvPr>
              <p14:cNvContentPartPr/>
              <p14:nvPr/>
            </p14:nvContentPartPr>
            <p14:xfrm>
              <a:off x="6142968" y="1464264"/>
              <a:ext cx="99360" cy="1119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CDA3D7C7-91D9-2156-1DFB-D6306782B88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133968" y="1455264"/>
                <a:ext cx="117000" cy="129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C1C162A-BB66-B2B0-5C90-E209CA094DB0}"/>
              </a:ext>
            </a:extLst>
          </p:cNvPr>
          <p:cNvGrpSpPr/>
          <p:nvPr/>
        </p:nvGrpSpPr>
        <p:grpSpPr>
          <a:xfrm>
            <a:off x="6623568" y="1184544"/>
            <a:ext cx="555480" cy="691200"/>
            <a:chOff x="6623568" y="1184544"/>
            <a:chExt cx="555480" cy="69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DCF4805C-3B6A-220C-7E61-E69878AF7F60}"/>
                    </a:ext>
                  </a:extLst>
                </p14:cNvPr>
                <p14:cNvContentPartPr/>
                <p14:nvPr/>
              </p14:nvContentPartPr>
              <p14:xfrm>
                <a:off x="6623568" y="1184544"/>
                <a:ext cx="267840" cy="4467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DCF4805C-3B6A-220C-7E61-E69878AF7F60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614568" y="1175544"/>
                  <a:ext cx="28548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179FA72F-900E-CE5A-AC12-4A21146DD126}"/>
                    </a:ext>
                  </a:extLst>
                </p14:cNvPr>
                <p14:cNvContentPartPr/>
                <p14:nvPr/>
              </p14:nvContentPartPr>
              <p14:xfrm>
                <a:off x="7012728" y="1506384"/>
                <a:ext cx="166320" cy="3693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179FA72F-900E-CE5A-AC12-4A21146DD12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004088" y="1497384"/>
                  <a:ext cx="183960" cy="387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4A21D3EA-624B-A1D7-C2C7-0FCF1C0503E5}"/>
                  </a:ext>
                </a:extLst>
              </p14:cNvPr>
              <p14:cNvContentPartPr/>
              <p14:nvPr/>
            </p14:nvContentPartPr>
            <p14:xfrm>
              <a:off x="7428888" y="1242144"/>
              <a:ext cx="181080" cy="50364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4A21D3EA-624B-A1D7-C2C7-0FCF1C0503E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7420248" y="1233144"/>
                <a:ext cx="198720" cy="52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8AF41977-63BB-5A25-976E-5260F11A1B44}"/>
                  </a:ext>
                </a:extLst>
              </p14:cNvPr>
              <p14:cNvContentPartPr/>
              <p14:nvPr/>
            </p14:nvContentPartPr>
            <p14:xfrm>
              <a:off x="7814088" y="1323504"/>
              <a:ext cx="8640" cy="1821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8AF41977-63BB-5A25-976E-5260F11A1B4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7805088" y="1314504"/>
                <a:ext cx="2628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90D7FF0-8CE0-4BE2-2935-2AA0F3E055AB}"/>
                  </a:ext>
                </a:extLst>
              </p14:cNvPr>
              <p14:cNvContentPartPr/>
              <p14:nvPr/>
            </p14:nvContentPartPr>
            <p14:xfrm>
              <a:off x="8012448" y="1328544"/>
              <a:ext cx="131400" cy="1710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90D7FF0-8CE0-4BE2-2935-2AA0F3E055A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8003808" y="1319544"/>
                <a:ext cx="14904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7F4DCAB4-DF0B-8BF3-144C-66DF091A0759}"/>
                  </a:ext>
                </a:extLst>
              </p14:cNvPr>
              <p14:cNvContentPartPr/>
              <p14:nvPr/>
            </p14:nvContentPartPr>
            <p14:xfrm>
              <a:off x="8239968" y="1334664"/>
              <a:ext cx="94320" cy="1263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7F4DCAB4-DF0B-8BF3-144C-66DF091A075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8231328" y="1326024"/>
                <a:ext cx="11196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CBF2521-A81B-135D-C476-0CA5032AA624}"/>
                  </a:ext>
                </a:extLst>
              </p14:cNvPr>
              <p14:cNvContentPartPr/>
              <p14:nvPr/>
            </p14:nvContentPartPr>
            <p14:xfrm>
              <a:off x="7926048" y="1474704"/>
              <a:ext cx="20160" cy="7452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CBF2521-A81B-135D-C476-0CA5032AA62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917048" y="1466064"/>
                <a:ext cx="37800" cy="92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9" name="Group 128">
            <a:extLst>
              <a:ext uri="{FF2B5EF4-FFF2-40B4-BE49-F238E27FC236}">
                <a16:creationId xmlns:a16="http://schemas.microsoft.com/office/drawing/2014/main" id="{5B26D3C3-7E90-DB61-B9EC-A8E9D11EBF81}"/>
              </a:ext>
            </a:extLst>
          </p:cNvPr>
          <p:cNvGrpSpPr/>
          <p:nvPr/>
        </p:nvGrpSpPr>
        <p:grpSpPr>
          <a:xfrm>
            <a:off x="8520768" y="1213344"/>
            <a:ext cx="2199600" cy="608400"/>
            <a:chOff x="8520768" y="1213344"/>
            <a:chExt cx="2199600" cy="60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42CEF83F-F896-CF88-EA2D-2C95F1717FD9}"/>
                    </a:ext>
                  </a:extLst>
                </p14:cNvPr>
                <p14:cNvContentPartPr/>
                <p14:nvPr/>
              </p14:nvContentPartPr>
              <p14:xfrm>
                <a:off x="8520768" y="1321704"/>
                <a:ext cx="86400" cy="1256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42CEF83F-F896-CF88-EA2D-2C95F1717FD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512128" y="1313064"/>
                  <a:ext cx="1040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21C313BD-6512-FFFC-678D-A1E2364E7736}"/>
                    </a:ext>
                  </a:extLst>
                </p14:cNvPr>
                <p14:cNvContentPartPr/>
                <p14:nvPr/>
              </p14:nvContentPartPr>
              <p14:xfrm>
                <a:off x="8659008" y="1453104"/>
                <a:ext cx="26640" cy="640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21C313BD-6512-FFFC-678D-A1E2364E773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650368" y="1444104"/>
                  <a:ext cx="442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CE6EBFC9-6055-0A9C-CA29-1C72FF12E327}"/>
                    </a:ext>
                  </a:extLst>
                </p14:cNvPr>
                <p14:cNvContentPartPr/>
                <p14:nvPr/>
              </p14:nvContentPartPr>
              <p14:xfrm>
                <a:off x="8846928" y="1318104"/>
                <a:ext cx="55080" cy="1015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CE6EBFC9-6055-0A9C-CA29-1C72FF12E32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838288" y="1309104"/>
                  <a:ext cx="7272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7F3E7C73-B3B4-E46D-3889-2EF47A058B56}"/>
                    </a:ext>
                  </a:extLst>
                </p14:cNvPr>
                <p14:cNvContentPartPr/>
                <p14:nvPr/>
              </p14:nvContentPartPr>
              <p14:xfrm>
                <a:off x="9015048" y="1344384"/>
                <a:ext cx="56520" cy="846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7F3E7C73-B3B4-E46D-3889-2EF47A058B5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006048" y="1335744"/>
                  <a:ext cx="7416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58032BDB-F8B9-2776-21A0-0507FDD7A1EC}"/>
                    </a:ext>
                  </a:extLst>
                </p14:cNvPr>
                <p14:cNvContentPartPr/>
                <p14:nvPr/>
              </p14:nvContentPartPr>
              <p14:xfrm>
                <a:off x="9168408" y="1331424"/>
                <a:ext cx="63360" cy="1083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58032BDB-F8B9-2776-21A0-0507FDD7A1E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159768" y="1322784"/>
                  <a:ext cx="8100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3B9C8155-8C5C-62F5-B001-B50C766D0358}"/>
                    </a:ext>
                  </a:extLst>
                </p14:cNvPr>
                <p14:cNvContentPartPr/>
                <p14:nvPr/>
              </p14:nvContentPartPr>
              <p14:xfrm>
                <a:off x="9224928" y="1237464"/>
                <a:ext cx="324720" cy="5842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3B9C8155-8C5C-62F5-B001-B50C766D035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215928" y="1228824"/>
                  <a:ext cx="342360" cy="60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E237734E-B43D-919C-1C2F-439939FB7675}"/>
                    </a:ext>
                  </a:extLst>
                </p14:cNvPr>
                <p14:cNvContentPartPr/>
                <p14:nvPr/>
              </p14:nvContentPartPr>
              <p14:xfrm>
                <a:off x="9577008" y="1455264"/>
                <a:ext cx="38160" cy="1688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E237734E-B43D-919C-1C2F-439939FB767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568368" y="1446624"/>
                  <a:ext cx="558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0A951623-6261-B29E-50B2-419D8AA19B3A}"/>
                    </a:ext>
                  </a:extLst>
                </p14:cNvPr>
                <p14:cNvContentPartPr/>
                <p14:nvPr/>
              </p14:nvContentPartPr>
              <p14:xfrm>
                <a:off x="9703008" y="1458504"/>
                <a:ext cx="78480" cy="1436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0A951623-6261-B29E-50B2-419D8AA19B3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694008" y="1449864"/>
                  <a:ext cx="961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E333F731-3CEE-453C-E206-85784199B2D9}"/>
                    </a:ext>
                  </a:extLst>
                </p14:cNvPr>
                <p14:cNvContentPartPr/>
                <p14:nvPr/>
              </p14:nvContentPartPr>
              <p14:xfrm>
                <a:off x="9852768" y="1564704"/>
                <a:ext cx="30960" cy="799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E333F731-3CEE-453C-E206-85784199B2D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844128" y="1556064"/>
                  <a:ext cx="4860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8B21297E-6E22-A724-21B0-2A0A6C861761}"/>
                    </a:ext>
                  </a:extLst>
                </p14:cNvPr>
                <p14:cNvContentPartPr/>
                <p14:nvPr/>
              </p14:nvContentPartPr>
              <p14:xfrm>
                <a:off x="10004328" y="1466424"/>
                <a:ext cx="56160" cy="943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8B21297E-6E22-A724-21B0-2A0A6C861761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995328" y="1457784"/>
                  <a:ext cx="738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0FF48101-3A0A-96AD-B8F1-32728B4EA53F}"/>
                    </a:ext>
                  </a:extLst>
                </p14:cNvPr>
                <p14:cNvContentPartPr/>
                <p14:nvPr/>
              </p14:nvContentPartPr>
              <p14:xfrm>
                <a:off x="10203408" y="1473264"/>
                <a:ext cx="33480" cy="558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0FF48101-3A0A-96AD-B8F1-32728B4EA53F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194768" y="1464624"/>
                  <a:ext cx="5112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8171D0D-1735-B58C-989E-7B34260F6CFE}"/>
                    </a:ext>
                  </a:extLst>
                </p14:cNvPr>
                <p14:cNvContentPartPr/>
                <p14:nvPr/>
              </p14:nvContentPartPr>
              <p14:xfrm>
                <a:off x="10416528" y="1448424"/>
                <a:ext cx="43920" cy="666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8171D0D-1735-B58C-989E-7B34260F6CF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407528" y="1439784"/>
                  <a:ext cx="6156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4E6F94E-220F-8263-18A0-86B645E3BCCF}"/>
                    </a:ext>
                  </a:extLst>
                </p14:cNvPr>
                <p14:cNvContentPartPr/>
                <p14:nvPr/>
              </p14:nvContentPartPr>
              <p14:xfrm>
                <a:off x="10475568" y="1213344"/>
                <a:ext cx="244800" cy="6055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4E6F94E-220F-8263-18A0-86B645E3BCC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466928" y="1204704"/>
                  <a:ext cx="262440" cy="62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31961B1B-0079-7CA1-2250-690D50507E67}"/>
              </a:ext>
            </a:extLst>
          </p:cNvPr>
          <p:cNvGrpSpPr/>
          <p:nvPr/>
        </p:nvGrpSpPr>
        <p:grpSpPr>
          <a:xfrm>
            <a:off x="10977768" y="1445184"/>
            <a:ext cx="86400" cy="70920"/>
            <a:chOff x="10977768" y="1445184"/>
            <a:chExt cx="86400" cy="7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D21EA414-3FEE-B812-6905-13B622592331}"/>
                    </a:ext>
                  </a:extLst>
                </p14:cNvPr>
                <p14:cNvContentPartPr/>
                <p14:nvPr/>
              </p14:nvContentPartPr>
              <p14:xfrm>
                <a:off x="10977768" y="1445184"/>
                <a:ext cx="82800" cy="237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D21EA414-3FEE-B812-6905-13B62259233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968768" y="1436184"/>
                  <a:ext cx="1004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AF103C5-5478-A074-BA95-DCCEABEA3E93}"/>
                    </a:ext>
                  </a:extLst>
                </p14:cNvPr>
                <p14:cNvContentPartPr/>
                <p14:nvPr/>
              </p14:nvContentPartPr>
              <p14:xfrm>
                <a:off x="10989288" y="1508184"/>
                <a:ext cx="74880" cy="79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AF103C5-5478-A074-BA95-DCCEABEA3E9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980288" y="1499544"/>
                  <a:ext cx="92520" cy="2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78549576-6F7B-4BB7-4DC9-3EA1FB44C354}"/>
                  </a:ext>
                </a:extLst>
              </p14:cNvPr>
              <p14:cNvContentPartPr/>
              <p14:nvPr/>
            </p14:nvContentPartPr>
            <p14:xfrm>
              <a:off x="11278368" y="1353744"/>
              <a:ext cx="188640" cy="3297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78549576-6F7B-4BB7-4DC9-3EA1FB44C354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11269728" y="1344744"/>
                <a:ext cx="206280" cy="347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1" name="Group 140">
            <a:extLst>
              <a:ext uri="{FF2B5EF4-FFF2-40B4-BE49-F238E27FC236}">
                <a16:creationId xmlns:a16="http://schemas.microsoft.com/office/drawing/2014/main" id="{5497BA92-F366-1580-33AB-CE7F675AE9AE}"/>
              </a:ext>
            </a:extLst>
          </p:cNvPr>
          <p:cNvGrpSpPr/>
          <p:nvPr/>
        </p:nvGrpSpPr>
        <p:grpSpPr>
          <a:xfrm>
            <a:off x="1032048" y="2327184"/>
            <a:ext cx="666000" cy="232560"/>
            <a:chOff x="1032048" y="2327184"/>
            <a:chExt cx="66600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5DC6015F-AE63-F06D-CECE-4C089C84FED2}"/>
                    </a:ext>
                  </a:extLst>
                </p14:cNvPr>
                <p14:cNvContentPartPr/>
                <p14:nvPr/>
              </p14:nvContentPartPr>
              <p14:xfrm>
                <a:off x="1086408" y="2356704"/>
                <a:ext cx="17640" cy="1587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5DC6015F-AE63-F06D-CECE-4C089C84FED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77408" y="2348064"/>
                  <a:ext cx="352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446B3BE8-D0BA-D24D-0710-F497E87B7FFB}"/>
                    </a:ext>
                  </a:extLst>
                </p14:cNvPr>
                <p14:cNvContentPartPr/>
                <p14:nvPr/>
              </p14:nvContentPartPr>
              <p14:xfrm>
                <a:off x="1032048" y="2327184"/>
                <a:ext cx="194400" cy="2325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446B3BE8-D0BA-D24D-0710-F497E87B7FF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23408" y="2318184"/>
                  <a:ext cx="21204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DB356CA7-EE64-23C8-F4FC-2CC2E51CBE85}"/>
                    </a:ext>
                  </a:extLst>
                </p14:cNvPr>
                <p14:cNvContentPartPr/>
                <p14:nvPr/>
              </p14:nvContentPartPr>
              <p14:xfrm>
                <a:off x="1304928" y="2403504"/>
                <a:ext cx="69840" cy="979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DB356CA7-EE64-23C8-F4FC-2CC2E51CBE8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295928" y="2394864"/>
                  <a:ext cx="8748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92C571DD-A0EB-411C-6838-EA264029A4C8}"/>
                    </a:ext>
                  </a:extLst>
                </p14:cNvPr>
                <p14:cNvContentPartPr/>
                <p14:nvPr/>
              </p14:nvContentPartPr>
              <p14:xfrm>
                <a:off x="1461888" y="2395944"/>
                <a:ext cx="96840" cy="1324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92C571DD-A0EB-411C-6838-EA264029A4C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452888" y="2387304"/>
                  <a:ext cx="1144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98D746B7-0B5C-00BD-5296-4E921D53DC6C}"/>
                    </a:ext>
                  </a:extLst>
                </p14:cNvPr>
                <p14:cNvContentPartPr/>
                <p14:nvPr/>
              </p14:nvContentPartPr>
              <p14:xfrm>
                <a:off x="1675368" y="2409264"/>
                <a:ext cx="22680" cy="1249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98D746B7-0B5C-00BD-5296-4E921D53DC6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666368" y="2400264"/>
                  <a:ext cx="40320" cy="142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4DF844EC-D8BA-D99D-AE09-304030F54F53}"/>
                  </a:ext>
                </a:extLst>
              </p14:cNvPr>
              <p14:cNvContentPartPr/>
              <p14:nvPr/>
            </p14:nvContentPartPr>
            <p14:xfrm>
              <a:off x="1983888" y="2392704"/>
              <a:ext cx="12600" cy="3348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4DF844EC-D8BA-D99D-AE09-304030F54F53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1974888" y="2383704"/>
                <a:ext cx="30240" cy="5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B3466F81-D9D3-7CBF-6620-9FD01F78A4CA}"/>
                  </a:ext>
                </a:extLst>
              </p14:cNvPr>
              <p14:cNvContentPartPr/>
              <p14:nvPr/>
            </p14:nvContentPartPr>
            <p14:xfrm>
              <a:off x="1996488" y="2530584"/>
              <a:ext cx="12960" cy="900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B3466F81-D9D3-7CBF-6620-9FD01F78A4CA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1987488" y="2521584"/>
                <a:ext cx="30600" cy="2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49" name="Group 148">
            <a:extLst>
              <a:ext uri="{FF2B5EF4-FFF2-40B4-BE49-F238E27FC236}">
                <a16:creationId xmlns:a16="http://schemas.microsoft.com/office/drawing/2014/main" id="{C7D97562-6B32-CF62-693C-7367CA4D4221}"/>
              </a:ext>
            </a:extLst>
          </p:cNvPr>
          <p:cNvGrpSpPr/>
          <p:nvPr/>
        </p:nvGrpSpPr>
        <p:grpSpPr>
          <a:xfrm>
            <a:off x="2479248" y="2317824"/>
            <a:ext cx="153360" cy="89640"/>
            <a:chOff x="2479248" y="2317824"/>
            <a:chExt cx="153360" cy="8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B4F8EC2C-FE9A-E3F4-B197-39BF3B065802}"/>
                    </a:ext>
                  </a:extLst>
                </p14:cNvPr>
                <p14:cNvContentPartPr/>
                <p14:nvPr/>
              </p14:nvContentPartPr>
              <p14:xfrm>
                <a:off x="2479248" y="2317824"/>
                <a:ext cx="62640" cy="806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B4F8EC2C-FE9A-E3F4-B197-39BF3B06580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470608" y="2308824"/>
                  <a:ext cx="8028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05A31A2E-354D-669D-F669-74FF28DDAF76}"/>
                    </a:ext>
                  </a:extLst>
                </p14:cNvPr>
                <p14:cNvContentPartPr/>
                <p14:nvPr/>
              </p14:nvContentPartPr>
              <p14:xfrm>
                <a:off x="2601288" y="2334744"/>
                <a:ext cx="31320" cy="7272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05A31A2E-354D-669D-F669-74FF28DDAF7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592648" y="2325744"/>
                  <a:ext cx="48960" cy="9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8A151D6C-1D37-E4B2-3BAF-B89E1D59711A}"/>
              </a:ext>
            </a:extLst>
          </p:cNvPr>
          <p:cNvGrpSpPr/>
          <p:nvPr/>
        </p:nvGrpSpPr>
        <p:grpSpPr>
          <a:xfrm>
            <a:off x="2866968" y="2261664"/>
            <a:ext cx="1233360" cy="371880"/>
            <a:chOff x="2866968" y="2261664"/>
            <a:chExt cx="1233360" cy="37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F7EAC91-006A-937F-EC9E-DC167B0C22EA}"/>
                    </a:ext>
                  </a:extLst>
                </p14:cNvPr>
                <p14:cNvContentPartPr/>
                <p14:nvPr/>
              </p14:nvContentPartPr>
              <p14:xfrm>
                <a:off x="2866968" y="2261664"/>
                <a:ext cx="358560" cy="2966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F7EAC91-006A-937F-EC9E-DC167B0C22EA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857968" y="2253024"/>
                  <a:ext cx="37620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A2DE65C5-73F3-E7E6-F538-6979E67932D8}"/>
                    </a:ext>
                  </a:extLst>
                </p14:cNvPr>
                <p14:cNvContentPartPr/>
                <p14:nvPr/>
              </p14:nvContentPartPr>
              <p14:xfrm>
                <a:off x="3128328" y="2286144"/>
                <a:ext cx="351720" cy="3474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A2DE65C5-73F3-E7E6-F538-6979E67932D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119328" y="2277504"/>
                  <a:ext cx="36936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5F6D4ED6-2AFF-1293-3477-522A2CFA8637}"/>
                    </a:ext>
                  </a:extLst>
                </p14:cNvPr>
                <p14:cNvContentPartPr/>
                <p14:nvPr/>
              </p14:nvContentPartPr>
              <p14:xfrm>
                <a:off x="3544848" y="2320704"/>
                <a:ext cx="133560" cy="28152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5F6D4ED6-2AFF-1293-3477-522A2CFA863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536208" y="2311704"/>
                  <a:ext cx="15120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D1E2B39D-BC4C-9FCE-BA36-87246C5DCB6A}"/>
                    </a:ext>
                  </a:extLst>
                </p14:cNvPr>
                <p14:cNvContentPartPr/>
                <p14:nvPr/>
              </p14:nvContentPartPr>
              <p14:xfrm>
                <a:off x="3707568" y="2271024"/>
                <a:ext cx="225720" cy="18972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D1E2B39D-BC4C-9FCE-BA36-87246C5DCB6A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698568" y="2262384"/>
                  <a:ext cx="2433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83919411-4800-86F6-8A60-4B5C6126AB1E}"/>
                    </a:ext>
                  </a:extLst>
                </p14:cNvPr>
                <p14:cNvContentPartPr/>
                <p14:nvPr/>
              </p14:nvContentPartPr>
              <p14:xfrm>
                <a:off x="4000248" y="2372184"/>
                <a:ext cx="100080" cy="759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83919411-4800-86F6-8A60-4B5C6126AB1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991608" y="2363184"/>
                  <a:ext cx="117720" cy="93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1EBAE0AC-0B27-8CDC-F487-48933B8D21ED}"/>
                  </a:ext>
                </a:extLst>
              </p14:cNvPr>
              <p14:cNvContentPartPr/>
              <p14:nvPr/>
            </p14:nvContentPartPr>
            <p14:xfrm>
              <a:off x="4554288" y="2322864"/>
              <a:ext cx="405000" cy="11376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1EBAE0AC-0B27-8CDC-F487-48933B8D21ED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4545648" y="2314224"/>
                <a:ext cx="422640" cy="13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71" name="Group 170">
            <a:extLst>
              <a:ext uri="{FF2B5EF4-FFF2-40B4-BE49-F238E27FC236}">
                <a16:creationId xmlns:a16="http://schemas.microsoft.com/office/drawing/2014/main" id="{3D4702A2-E663-E07F-7B12-5A5A20F16379}"/>
              </a:ext>
            </a:extLst>
          </p:cNvPr>
          <p:cNvGrpSpPr/>
          <p:nvPr/>
        </p:nvGrpSpPr>
        <p:grpSpPr>
          <a:xfrm>
            <a:off x="5385528" y="2084904"/>
            <a:ext cx="1514160" cy="316800"/>
            <a:chOff x="5385528" y="2084904"/>
            <a:chExt cx="1514160" cy="31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A9AC6AFD-362A-B3B9-DF50-6295D86D6CDC}"/>
                    </a:ext>
                  </a:extLst>
                </p14:cNvPr>
                <p14:cNvContentPartPr/>
                <p14:nvPr/>
              </p14:nvContentPartPr>
              <p14:xfrm>
                <a:off x="5385528" y="2160504"/>
                <a:ext cx="156240" cy="2412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A9AC6AFD-362A-B3B9-DF50-6295D86D6CD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376528" y="2151864"/>
                  <a:ext cx="17388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F201CEBB-3AD7-F999-6C9F-294343C9C0B2}"/>
                    </a:ext>
                  </a:extLst>
                </p14:cNvPr>
                <p14:cNvContentPartPr/>
                <p14:nvPr/>
              </p14:nvContentPartPr>
              <p14:xfrm>
                <a:off x="5638248" y="2084904"/>
                <a:ext cx="330120" cy="2865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F201CEBB-3AD7-F999-6C9F-294343C9C0B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629608" y="2075904"/>
                  <a:ext cx="34776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9F9DF31B-128A-35E2-B0D6-E70435DACFC0}"/>
                    </a:ext>
                  </a:extLst>
                </p14:cNvPr>
                <p14:cNvContentPartPr/>
                <p14:nvPr/>
              </p14:nvContentPartPr>
              <p14:xfrm>
                <a:off x="6004008" y="2253744"/>
                <a:ext cx="2520" cy="277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9F9DF31B-128A-35E2-B0D6-E70435DACFC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995368" y="2244744"/>
                  <a:ext cx="201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FB7E7176-06BB-5B5D-9A57-9B6AD480D91C}"/>
                    </a:ext>
                  </a:extLst>
                </p14:cNvPr>
                <p14:cNvContentPartPr/>
                <p14:nvPr/>
              </p14:nvContentPartPr>
              <p14:xfrm>
                <a:off x="6072408" y="2276784"/>
                <a:ext cx="148320" cy="824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FB7E7176-06BB-5B5D-9A57-9B6AD480D91C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063768" y="2268144"/>
                  <a:ext cx="16596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19B93F2C-09BC-6540-B611-5519B4E60C6F}"/>
                    </a:ext>
                  </a:extLst>
                </p14:cNvPr>
                <p14:cNvContentPartPr/>
                <p14:nvPr/>
              </p14:nvContentPartPr>
              <p14:xfrm>
                <a:off x="6243768" y="2221344"/>
                <a:ext cx="8280" cy="468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19B93F2C-09BC-6540-B611-5519B4E60C6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235128" y="2212704"/>
                  <a:ext cx="259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AFB8BEA-19A3-DE29-A68F-FE8B006F13AC}"/>
                    </a:ext>
                  </a:extLst>
                </p14:cNvPr>
                <p14:cNvContentPartPr/>
                <p14:nvPr/>
              </p14:nvContentPartPr>
              <p14:xfrm>
                <a:off x="6293808" y="2291904"/>
                <a:ext cx="43560" cy="745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AFB8BEA-19A3-DE29-A68F-FE8B006F13A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284808" y="2283264"/>
                  <a:ext cx="612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C66971A9-4685-59AB-B97C-07433371BC11}"/>
                    </a:ext>
                  </a:extLst>
                </p14:cNvPr>
                <p14:cNvContentPartPr/>
                <p14:nvPr/>
              </p14:nvContentPartPr>
              <p14:xfrm>
                <a:off x="6414408" y="2285784"/>
                <a:ext cx="223560" cy="792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C66971A9-4685-59AB-B97C-07433371BC1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405408" y="2276784"/>
                  <a:ext cx="2412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F33A2DFF-6F8A-F999-16DD-F6D5E8BDC125}"/>
                    </a:ext>
                  </a:extLst>
                </p14:cNvPr>
                <p14:cNvContentPartPr/>
                <p14:nvPr/>
              </p14:nvContentPartPr>
              <p14:xfrm>
                <a:off x="6808608" y="2170224"/>
                <a:ext cx="2160" cy="457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F33A2DFF-6F8A-F999-16DD-F6D5E8BDC12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799968" y="2161584"/>
                  <a:ext cx="1980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294A4A62-DFD5-8054-9EC1-F9AD4F8C4470}"/>
                    </a:ext>
                  </a:extLst>
                </p14:cNvPr>
                <p14:cNvContentPartPr/>
                <p14:nvPr/>
              </p14:nvContentPartPr>
              <p14:xfrm>
                <a:off x="6860088" y="2195424"/>
                <a:ext cx="39600" cy="622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294A4A62-DFD5-8054-9EC1-F9AD4F8C4470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851088" y="2186784"/>
                  <a:ext cx="57240" cy="7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1A2BFBD1-87CE-D756-7632-97148D57E1E4}"/>
              </a:ext>
            </a:extLst>
          </p:cNvPr>
          <p:cNvGrpSpPr/>
          <p:nvPr/>
        </p:nvGrpSpPr>
        <p:grpSpPr>
          <a:xfrm>
            <a:off x="1065168" y="2778984"/>
            <a:ext cx="714240" cy="254520"/>
            <a:chOff x="1065168" y="2778984"/>
            <a:chExt cx="714240" cy="25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0510A244-B1EF-5BF6-62B7-BC298A381F7E}"/>
                    </a:ext>
                  </a:extLst>
                </p14:cNvPr>
                <p14:cNvContentPartPr/>
                <p14:nvPr/>
              </p14:nvContentPartPr>
              <p14:xfrm>
                <a:off x="1123128" y="2818224"/>
                <a:ext cx="9000" cy="1234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0510A244-B1EF-5BF6-62B7-BC298A381F7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14488" y="2809584"/>
                  <a:ext cx="2664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8267693A-F615-8F46-CFC4-FF22B7720BE1}"/>
                    </a:ext>
                  </a:extLst>
                </p14:cNvPr>
                <p14:cNvContentPartPr/>
                <p14:nvPr/>
              </p14:nvContentPartPr>
              <p14:xfrm>
                <a:off x="1065168" y="2778984"/>
                <a:ext cx="189360" cy="2545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8267693A-F615-8F46-CFC4-FF22B7720BE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56168" y="2770344"/>
                  <a:ext cx="20700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D6A27D1E-7CC4-1652-F13B-92534CB5B510}"/>
                    </a:ext>
                  </a:extLst>
                </p14:cNvPr>
                <p14:cNvContentPartPr/>
                <p14:nvPr/>
              </p14:nvContentPartPr>
              <p14:xfrm>
                <a:off x="1355688" y="2854944"/>
                <a:ext cx="47880" cy="946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D6A27D1E-7CC4-1652-F13B-92534CB5B51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346688" y="2846304"/>
                  <a:ext cx="6552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021B3E0E-3347-E295-C17D-83AFA35B1616}"/>
                    </a:ext>
                  </a:extLst>
                </p14:cNvPr>
                <p14:cNvContentPartPr/>
                <p14:nvPr/>
              </p14:nvContentPartPr>
              <p14:xfrm>
                <a:off x="1507968" y="2844864"/>
                <a:ext cx="73800" cy="957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021B3E0E-3347-E295-C17D-83AFA35B161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498968" y="2836224"/>
                  <a:ext cx="9144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1ACE46BF-269A-BF52-A991-614E6D5AB427}"/>
                    </a:ext>
                  </a:extLst>
                </p14:cNvPr>
                <p14:cNvContentPartPr/>
                <p14:nvPr/>
              </p14:nvContentPartPr>
              <p14:xfrm>
                <a:off x="1677888" y="2847024"/>
                <a:ext cx="101520" cy="871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1ACE46BF-269A-BF52-A991-614E6D5AB42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668888" y="2838384"/>
                  <a:ext cx="119160" cy="10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FD592033-CE08-3096-72EE-156AA6D1348F}"/>
              </a:ext>
            </a:extLst>
          </p:cNvPr>
          <p:cNvGrpSpPr/>
          <p:nvPr/>
        </p:nvGrpSpPr>
        <p:grpSpPr>
          <a:xfrm>
            <a:off x="2058408" y="2780784"/>
            <a:ext cx="36360" cy="156240"/>
            <a:chOff x="2058408" y="2780784"/>
            <a:chExt cx="36360" cy="15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EC945550-1AED-1701-A502-CBCB6FFF867A}"/>
                    </a:ext>
                  </a:extLst>
                </p14:cNvPr>
                <p14:cNvContentPartPr/>
                <p14:nvPr/>
              </p14:nvContentPartPr>
              <p14:xfrm>
                <a:off x="2058408" y="2894904"/>
                <a:ext cx="13680" cy="421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EC945550-1AED-1701-A502-CBCB6FFF867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049408" y="2885904"/>
                  <a:ext cx="313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7B93C712-73DE-9E55-C685-1B4FBC9600BB}"/>
                    </a:ext>
                  </a:extLst>
                </p14:cNvPr>
                <p14:cNvContentPartPr/>
                <p14:nvPr/>
              </p14:nvContentPartPr>
              <p14:xfrm>
                <a:off x="2088288" y="2780784"/>
                <a:ext cx="6480" cy="172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7B93C712-73DE-9E55-C685-1B4FBC9600B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079648" y="2772144"/>
                  <a:ext cx="2412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29343D9-18BE-C501-0583-C89AE167487B}"/>
              </a:ext>
            </a:extLst>
          </p:cNvPr>
          <p:cNvGrpSpPr/>
          <p:nvPr/>
        </p:nvGrpSpPr>
        <p:grpSpPr>
          <a:xfrm>
            <a:off x="2668248" y="2766384"/>
            <a:ext cx="109800" cy="69840"/>
            <a:chOff x="2668248" y="2766384"/>
            <a:chExt cx="109800" cy="6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B8A4E442-D27F-9A20-0ADF-CC3FBBA85F6F}"/>
                    </a:ext>
                  </a:extLst>
                </p14:cNvPr>
                <p14:cNvContentPartPr/>
                <p14:nvPr/>
              </p14:nvContentPartPr>
              <p14:xfrm>
                <a:off x="2668248" y="2766384"/>
                <a:ext cx="39240" cy="583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B8A4E442-D27F-9A20-0ADF-CC3FBBA85F6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59248" y="2757744"/>
                  <a:ext cx="568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07A2EBF4-4327-8BEC-50C1-F8CB625F4E1E}"/>
                    </a:ext>
                  </a:extLst>
                </p14:cNvPr>
                <p14:cNvContentPartPr/>
                <p14:nvPr/>
              </p14:nvContentPartPr>
              <p14:xfrm>
                <a:off x="2758968" y="2793744"/>
                <a:ext cx="19080" cy="424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07A2EBF4-4327-8BEC-50C1-F8CB625F4E1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750328" y="2784744"/>
                  <a:ext cx="36720" cy="6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0FB04CFD-A35A-4B48-1B30-F1D83D6A3DC6}"/>
              </a:ext>
            </a:extLst>
          </p:cNvPr>
          <p:cNvGrpSpPr/>
          <p:nvPr/>
        </p:nvGrpSpPr>
        <p:grpSpPr>
          <a:xfrm>
            <a:off x="2991528" y="2757744"/>
            <a:ext cx="1175400" cy="332280"/>
            <a:chOff x="2991528" y="2757744"/>
            <a:chExt cx="1175400" cy="33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2F2AA19E-B0A8-7355-B741-00386F24CCBA}"/>
                    </a:ext>
                  </a:extLst>
                </p14:cNvPr>
                <p14:cNvContentPartPr/>
                <p14:nvPr/>
              </p14:nvContentPartPr>
              <p14:xfrm>
                <a:off x="2991528" y="2804904"/>
                <a:ext cx="138600" cy="1587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2F2AA19E-B0A8-7355-B741-00386F24CCB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982888" y="2795904"/>
                  <a:ext cx="15624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13BAFBBE-0F4C-8BDD-EB18-1CC663808EA5}"/>
                    </a:ext>
                  </a:extLst>
                </p14:cNvPr>
                <p14:cNvContentPartPr/>
                <p14:nvPr/>
              </p14:nvContentPartPr>
              <p14:xfrm>
                <a:off x="3196728" y="2832624"/>
                <a:ext cx="102600" cy="788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13BAFBBE-0F4C-8BDD-EB18-1CC663808EA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187728" y="2823984"/>
                  <a:ext cx="1202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0E27586A-288F-8162-CF06-F7495F4E63AB}"/>
                    </a:ext>
                  </a:extLst>
                </p14:cNvPr>
                <p14:cNvContentPartPr/>
                <p14:nvPr/>
              </p14:nvContentPartPr>
              <p14:xfrm>
                <a:off x="3343248" y="2757744"/>
                <a:ext cx="642600" cy="3322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0E27586A-288F-8162-CF06-F7495F4E63A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334608" y="2749104"/>
                  <a:ext cx="66024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CDF8B70-CC5A-CCAF-0C37-2809EBC5D1B1}"/>
                    </a:ext>
                  </a:extLst>
                </p14:cNvPr>
                <p14:cNvContentPartPr/>
                <p14:nvPr/>
              </p14:nvContentPartPr>
              <p14:xfrm>
                <a:off x="4093848" y="2786184"/>
                <a:ext cx="73080" cy="1054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CDF8B70-CC5A-CCAF-0C37-2809EBC5D1B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084848" y="2777544"/>
                  <a:ext cx="90720" cy="12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0E7DB58E-3A1B-9666-BDEC-1F5D57923F50}"/>
                  </a:ext>
                </a:extLst>
              </p14:cNvPr>
              <p14:cNvContentPartPr/>
              <p14:nvPr/>
            </p14:nvContentPartPr>
            <p14:xfrm>
              <a:off x="4727088" y="2735784"/>
              <a:ext cx="385920" cy="10044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0E7DB58E-3A1B-9666-BDEC-1F5D57923F50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4718448" y="2726784"/>
                <a:ext cx="403560" cy="11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8" name="Group 187">
            <a:extLst>
              <a:ext uri="{FF2B5EF4-FFF2-40B4-BE49-F238E27FC236}">
                <a16:creationId xmlns:a16="http://schemas.microsoft.com/office/drawing/2014/main" id="{CBB302B5-0BB9-BBC7-0D9E-BB8E7F253AF1}"/>
              </a:ext>
            </a:extLst>
          </p:cNvPr>
          <p:cNvGrpSpPr/>
          <p:nvPr/>
        </p:nvGrpSpPr>
        <p:grpSpPr>
          <a:xfrm>
            <a:off x="5525568" y="2606904"/>
            <a:ext cx="1206720" cy="270000"/>
            <a:chOff x="5525568" y="2606904"/>
            <a:chExt cx="1206720" cy="27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05AA89DA-1912-E4FD-FB47-EADC57EA8CA0}"/>
                    </a:ext>
                  </a:extLst>
                </p14:cNvPr>
                <p14:cNvContentPartPr/>
                <p14:nvPr/>
              </p14:nvContentPartPr>
              <p14:xfrm>
                <a:off x="5525568" y="2710584"/>
                <a:ext cx="247680" cy="1663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05AA89DA-1912-E4FD-FB47-EADC57EA8CA0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516928" y="2701944"/>
                  <a:ext cx="2653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58AD2738-285A-319C-3CE9-1E82A034332D}"/>
                    </a:ext>
                  </a:extLst>
                </p14:cNvPr>
                <p14:cNvContentPartPr/>
                <p14:nvPr/>
              </p14:nvContentPartPr>
              <p14:xfrm>
                <a:off x="5856768" y="2615184"/>
                <a:ext cx="624600" cy="209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58AD2738-285A-319C-3CE9-1E82A034332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848128" y="2606184"/>
                  <a:ext cx="6422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F93EDC4C-E786-ECDE-6700-8A4BC9811358}"/>
                    </a:ext>
                  </a:extLst>
                </p14:cNvPr>
                <p14:cNvContentPartPr/>
                <p14:nvPr/>
              </p14:nvContentPartPr>
              <p14:xfrm>
                <a:off x="6438168" y="2684664"/>
                <a:ext cx="128880" cy="158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F93EDC4C-E786-ECDE-6700-8A4BC981135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429528" y="2676024"/>
                  <a:ext cx="1465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0D75EF94-465C-3C26-5FD9-5A531BE4DB74}"/>
                    </a:ext>
                  </a:extLst>
                </p14:cNvPr>
                <p14:cNvContentPartPr/>
                <p14:nvPr/>
              </p14:nvContentPartPr>
              <p14:xfrm>
                <a:off x="6629328" y="2606904"/>
                <a:ext cx="27360" cy="676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0D75EF94-465C-3C26-5FD9-5A531BE4DB7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620328" y="2597904"/>
                  <a:ext cx="4500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A055D269-09C3-2B71-9079-848374822F4E}"/>
                    </a:ext>
                  </a:extLst>
                </p14:cNvPr>
                <p14:cNvContentPartPr/>
                <p14:nvPr/>
              </p14:nvContentPartPr>
              <p14:xfrm>
                <a:off x="6685848" y="2631024"/>
                <a:ext cx="46440" cy="748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A055D269-09C3-2B71-9079-848374822F4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676848" y="2622384"/>
                  <a:ext cx="64080" cy="9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3C55818A-1346-78E4-EB1C-1524612014BA}"/>
              </a:ext>
            </a:extLst>
          </p:cNvPr>
          <p:cNvGrpSpPr/>
          <p:nvPr/>
        </p:nvGrpSpPr>
        <p:grpSpPr>
          <a:xfrm>
            <a:off x="1138608" y="3217824"/>
            <a:ext cx="735120" cy="204480"/>
            <a:chOff x="1138608" y="3217824"/>
            <a:chExt cx="735120" cy="20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703DFAF-C7D4-B114-E474-F82428B3C9C5}"/>
                    </a:ext>
                  </a:extLst>
                </p14:cNvPr>
                <p14:cNvContentPartPr/>
                <p14:nvPr/>
              </p14:nvContentPartPr>
              <p14:xfrm>
                <a:off x="1138608" y="3217824"/>
                <a:ext cx="180720" cy="2044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703DFAF-C7D4-B114-E474-F82428B3C9C5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29968" y="3209184"/>
                  <a:ext cx="19836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525C2472-A3C4-A236-4E3D-69AA394D7FC0}"/>
                    </a:ext>
                  </a:extLst>
                </p14:cNvPr>
                <p14:cNvContentPartPr/>
                <p14:nvPr/>
              </p14:nvContentPartPr>
              <p14:xfrm>
                <a:off x="1409688" y="3289104"/>
                <a:ext cx="59400" cy="813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525C2472-A3C4-A236-4E3D-69AA394D7FC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400688" y="3280464"/>
                  <a:ext cx="7704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B26F867-6649-7B10-2363-F6165799A247}"/>
                    </a:ext>
                  </a:extLst>
                </p14:cNvPr>
                <p14:cNvContentPartPr/>
                <p14:nvPr/>
              </p14:nvContentPartPr>
              <p14:xfrm>
                <a:off x="1550448" y="3277224"/>
                <a:ext cx="79920" cy="846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B26F867-6649-7B10-2363-F6165799A24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541808" y="3268224"/>
                  <a:ext cx="9756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70477297-39E1-EC79-D322-CCDF9E6F64DB}"/>
                    </a:ext>
                  </a:extLst>
                </p14:cNvPr>
                <p14:cNvContentPartPr/>
                <p14:nvPr/>
              </p14:nvContentPartPr>
              <p14:xfrm>
                <a:off x="1738728" y="3252024"/>
                <a:ext cx="135000" cy="1447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70477297-39E1-EC79-D322-CCDF9E6F64D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730088" y="3243024"/>
                  <a:ext cx="15264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5AFE4C06-2F7B-E72E-4763-21E52D86BCE9}"/>
              </a:ext>
            </a:extLst>
          </p:cNvPr>
          <p:cNvGrpSpPr/>
          <p:nvPr/>
        </p:nvGrpSpPr>
        <p:grpSpPr>
          <a:xfrm>
            <a:off x="2155608" y="3257424"/>
            <a:ext cx="35640" cy="175320"/>
            <a:chOff x="2155608" y="3257424"/>
            <a:chExt cx="35640" cy="17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15400E91-07FD-7B1E-B811-295ABC0FC924}"/>
                    </a:ext>
                  </a:extLst>
                </p14:cNvPr>
                <p14:cNvContentPartPr/>
                <p14:nvPr/>
              </p14:nvContentPartPr>
              <p14:xfrm>
                <a:off x="2155608" y="3368664"/>
                <a:ext cx="16560" cy="640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15400E91-07FD-7B1E-B811-295ABC0FC92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146968" y="3360024"/>
                  <a:ext cx="3420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185D0A91-8560-3ED6-35FA-F4EB56B499FE}"/>
                    </a:ext>
                  </a:extLst>
                </p14:cNvPr>
                <p14:cNvContentPartPr/>
                <p14:nvPr/>
              </p14:nvContentPartPr>
              <p14:xfrm>
                <a:off x="2178648" y="3257424"/>
                <a:ext cx="12600" cy="48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185D0A91-8560-3ED6-35FA-F4EB56B499F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169648" y="3248424"/>
                  <a:ext cx="30240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A96D3F73-4A91-58DC-32E2-A37E74121DDF}"/>
              </a:ext>
            </a:extLst>
          </p:cNvPr>
          <p:cNvGrpSpPr/>
          <p:nvPr/>
        </p:nvGrpSpPr>
        <p:grpSpPr>
          <a:xfrm>
            <a:off x="2815488" y="3228264"/>
            <a:ext cx="93240" cy="79560"/>
            <a:chOff x="2815488" y="3228264"/>
            <a:chExt cx="93240" cy="7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A0022F04-B90A-2B4F-6AD1-AECF44361214}"/>
                    </a:ext>
                  </a:extLst>
                </p14:cNvPr>
                <p14:cNvContentPartPr/>
                <p14:nvPr/>
              </p14:nvContentPartPr>
              <p14:xfrm>
                <a:off x="2815488" y="3228264"/>
                <a:ext cx="20520" cy="795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A0022F04-B90A-2B4F-6AD1-AECF4436121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806488" y="3219264"/>
                  <a:ext cx="3816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AF63F4BF-5206-0A9C-CAEB-E03F35E4978D}"/>
                    </a:ext>
                  </a:extLst>
                </p14:cNvPr>
                <p14:cNvContentPartPr/>
                <p14:nvPr/>
              </p14:nvContentPartPr>
              <p14:xfrm>
                <a:off x="2874528" y="3266424"/>
                <a:ext cx="34200" cy="406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AF63F4BF-5206-0A9C-CAEB-E03F35E4978D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865888" y="3257424"/>
                  <a:ext cx="51840" cy="5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9112A475-01CD-BF37-0F76-FD81277AD5AA}"/>
              </a:ext>
            </a:extLst>
          </p:cNvPr>
          <p:cNvGrpSpPr/>
          <p:nvPr/>
        </p:nvGrpSpPr>
        <p:grpSpPr>
          <a:xfrm>
            <a:off x="3161808" y="3212784"/>
            <a:ext cx="1014120" cy="339120"/>
            <a:chOff x="3161808" y="3212784"/>
            <a:chExt cx="1014120" cy="33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FFFEF8F5-0FE7-1351-AEDE-DA155808BA21}"/>
                    </a:ext>
                  </a:extLst>
                </p14:cNvPr>
                <p14:cNvContentPartPr/>
                <p14:nvPr/>
              </p14:nvContentPartPr>
              <p14:xfrm>
                <a:off x="3161808" y="3212784"/>
                <a:ext cx="267480" cy="2545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FFFEF8F5-0FE7-1351-AEDE-DA155808BA2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153168" y="3204144"/>
                  <a:ext cx="28512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73703494-F50F-8FEF-4846-72C34836BC22}"/>
                    </a:ext>
                  </a:extLst>
                </p14:cNvPr>
                <p14:cNvContentPartPr/>
                <p14:nvPr/>
              </p14:nvContentPartPr>
              <p14:xfrm>
                <a:off x="3374208" y="3270024"/>
                <a:ext cx="261360" cy="2703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73703494-F50F-8FEF-4846-72C34836BC2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365208" y="3261384"/>
                  <a:ext cx="27900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BED9F9AE-B61C-86B9-8D2D-89DD28DACDDD}"/>
                    </a:ext>
                  </a:extLst>
                </p14:cNvPr>
                <p14:cNvContentPartPr/>
                <p14:nvPr/>
              </p14:nvContentPartPr>
              <p14:xfrm>
                <a:off x="3664008" y="3321504"/>
                <a:ext cx="108360" cy="2304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BED9F9AE-B61C-86B9-8D2D-89DD28DACDD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655368" y="3312864"/>
                  <a:ext cx="1260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754FBAD-DC55-6262-8EA1-667EFF61811A}"/>
                    </a:ext>
                  </a:extLst>
                </p14:cNvPr>
                <p14:cNvContentPartPr/>
                <p14:nvPr/>
              </p14:nvContentPartPr>
              <p14:xfrm>
                <a:off x="3794688" y="3277584"/>
                <a:ext cx="204120" cy="1749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754FBAD-DC55-6262-8EA1-667EFF61811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786048" y="3268944"/>
                  <a:ext cx="2217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DF9C8973-36C4-68AE-C1D7-E8685E87F7B7}"/>
                    </a:ext>
                  </a:extLst>
                </p14:cNvPr>
                <p14:cNvContentPartPr/>
                <p14:nvPr/>
              </p14:nvContentPartPr>
              <p14:xfrm>
                <a:off x="4127328" y="3344904"/>
                <a:ext cx="48600" cy="864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DF9C8973-36C4-68AE-C1D7-E8685E87F7B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118688" y="3336264"/>
                  <a:ext cx="66240" cy="104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C73F6CBC-508D-ECB2-8D8F-EABF4B4EDD8C}"/>
                  </a:ext>
                </a:extLst>
              </p14:cNvPr>
              <p14:cNvContentPartPr/>
              <p14:nvPr/>
            </p14:nvContentPartPr>
            <p14:xfrm>
              <a:off x="4522968" y="3232584"/>
              <a:ext cx="135720" cy="19332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C73F6CBC-508D-ECB2-8D8F-EABF4B4EDD8C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4514328" y="3223944"/>
                <a:ext cx="153360" cy="21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10" name="Group 209">
            <a:extLst>
              <a:ext uri="{FF2B5EF4-FFF2-40B4-BE49-F238E27FC236}">
                <a16:creationId xmlns:a16="http://schemas.microsoft.com/office/drawing/2014/main" id="{901C0DC5-15B1-DC3F-9543-3AAFF4CD95A3}"/>
              </a:ext>
            </a:extLst>
          </p:cNvPr>
          <p:cNvGrpSpPr/>
          <p:nvPr/>
        </p:nvGrpSpPr>
        <p:grpSpPr>
          <a:xfrm>
            <a:off x="5023368" y="3222144"/>
            <a:ext cx="1009800" cy="282240"/>
            <a:chOff x="5023368" y="3222144"/>
            <a:chExt cx="1009800" cy="28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3AB708DA-CD3A-D037-EB47-DF8787FA2272}"/>
                    </a:ext>
                  </a:extLst>
                </p14:cNvPr>
                <p14:cNvContentPartPr/>
                <p14:nvPr/>
              </p14:nvContentPartPr>
              <p14:xfrm>
                <a:off x="5023368" y="3222144"/>
                <a:ext cx="91800" cy="1555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3AB708DA-CD3A-D037-EB47-DF8787FA227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014728" y="3213144"/>
                  <a:ext cx="1094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D0CF0427-E319-7209-2D32-160F69A7A791}"/>
                    </a:ext>
                  </a:extLst>
                </p14:cNvPr>
                <p14:cNvContentPartPr/>
                <p14:nvPr/>
              </p14:nvContentPartPr>
              <p14:xfrm>
                <a:off x="5177448" y="3255984"/>
                <a:ext cx="106920" cy="835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D0CF0427-E319-7209-2D32-160F69A7A79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168808" y="3247344"/>
                  <a:ext cx="12456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567AC5FB-D123-1FC7-9280-44CE1870D21A}"/>
                    </a:ext>
                  </a:extLst>
                </p14:cNvPr>
                <p14:cNvContentPartPr/>
                <p14:nvPr/>
              </p14:nvContentPartPr>
              <p14:xfrm>
                <a:off x="5332608" y="3224664"/>
                <a:ext cx="700560" cy="279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567AC5FB-D123-1FC7-9280-44CE1870D21A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323968" y="3216024"/>
                  <a:ext cx="718200" cy="297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3C055113-2568-9912-2C3E-C3B937B7BFA0}"/>
                  </a:ext>
                </a:extLst>
              </p14:cNvPr>
              <p14:cNvContentPartPr/>
              <p14:nvPr/>
            </p14:nvContentPartPr>
            <p14:xfrm>
              <a:off x="6366888" y="3190464"/>
              <a:ext cx="420480" cy="8496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3C055113-2568-9912-2C3E-C3B937B7BFA0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6358248" y="3181824"/>
                <a:ext cx="438120" cy="102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21" name="Group 220">
            <a:extLst>
              <a:ext uri="{FF2B5EF4-FFF2-40B4-BE49-F238E27FC236}">
                <a16:creationId xmlns:a16="http://schemas.microsoft.com/office/drawing/2014/main" id="{E35A06DB-DE56-C662-BDFC-60B72ED982DE}"/>
              </a:ext>
            </a:extLst>
          </p:cNvPr>
          <p:cNvGrpSpPr/>
          <p:nvPr/>
        </p:nvGrpSpPr>
        <p:grpSpPr>
          <a:xfrm>
            <a:off x="7041168" y="2935584"/>
            <a:ext cx="1242720" cy="515160"/>
            <a:chOff x="7041168" y="2935584"/>
            <a:chExt cx="1242720" cy="51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32A5194A-2E64-A965-CC81-BDACA326F0B0}"/>
                    </a:ext>
                  </a:extLst>
                </p14:cNvPr>
                <p14:cNvContentPartPr/>
                <p14:nvPr/>
              </p14:nvContentPartPr>
              <p14:xfrm>
                <a:off x="7041168" y="2981304"/>
                <a:ext cx="157680" cy="4694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32A5194A-2E64-A965-CC81-BDACA326F0B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032528" y="2972304"/>
                  <a:ext cx="175320" cy="48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D9FFC433-927C-2901-378B-A50433338C63}"/>
                    </a:ext>
                  </a:extLst>
                </p14:cNvPr>
                <p14:cNvContentPartPr/>
                <p14:nvPr/>
              </p14:nvContentPartPr>
              <p14:xfrm>
                <a:off x="7054848" y="3246264"/>
                <a:ext cx="137160" cy="6804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D9FFC433-927C-2901-378B-A50433338C63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046208" y="3237624"/>
                  <a:ext cx="1548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7613B0B7-8366-979D-900B-1B865C2C8A44}"/>
                    </a:ext>
                  </a:extLst>
                </p14:cNvPr>
                <p14:cNvContentPartPr/>
                <p14:nvPr/>
              </p14:nvContentPartPr>
              <p14:xfrm>
                <a:off x="7248888" y="3201624"/>
                <a:ext cx="98280" cy="691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7613B0B7-8366-979D-900B-1B865C2C8A44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240248" y="3192984"/>
                  <a:ext cx="11592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3B710967-88EF-5E3A-6E37-47AC900BE878}"/>
                    </a:ext>
                  </a:extLst>
                </p14:cNvPr>
                <p14:cNvContentPartPr/>
                <p14:nvPr/>
              </p14:nvContentPartPr>
              <p14:xfrm>
                <a:off x="7401168" y="2935584"/>
                <a:ext cx="493920" cy="32544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3B710967-88EF-5E3A-6E37-47AC900BE87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392528" y="2926944"/>
                  <a:ext cx="51156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E3A79002-39EB-85A0-0349-58AF244FAFCE}"/>
                    </a:ext>
                  </a:extLst>
                </p14:cNvPr>
                <p14:cNvContentPartPr/>
                <p14:nvPr/>
              </p14:nvContentPartPr>
              <p14:xfrm>
                <a:off x="7994088" y="3098304"/>
                <a:ext cx="86040" cy="284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E3A79002-39EB-85A0-0349-58AF244FAFC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985448" y="3089304"/>
                  <a:ext cx="1036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F49043E5-83A1-2426-2D64-A99CF1515558}"/>
                    </a:ext>
                  </a:extLst>
                </p14:cNvPr>
                <p14:cNvContentPartPr/>
                <p14:nvPr/>
              </p14:nvContentPartPr>
              <p14:xfrm>
                <a:off x="7737768" y="3037464"/>
                <a:ext cx="23400" cy="151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F49043E5-83A1-2426-2D64-A99CF151555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729128" y="3028824"/>
                  <a:ext cx="410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2A1C4D37-9FF4-C063-1C52-74A049528CC2}"/>
                    </a:ext>
                  </a:extLst>
                </p14:cNvPr>
                <p14:cNvContentPartPr/>
                <p14:nvPr/>
              </p14:nvContentPartPr>
              <p14:xfrm>
                <a:off x="8215128" y="2971224"/>
                <a:ext cx="12600" cy="4356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2A1C4D37-9FF4-C063-1C52-74A049528CC2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206128" y="2962584"/>
                  <a:ext cx="3024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60114FAC-B7B0-4B07-0609-CD741113D813}"/>
                    </a:ext>
                  </a:extLst>
                </p14:cNvPr>
                <p14:cNvContentPartPr/>
                <p14:nvPr/>
              </p14:nvContentPartPr>
              <p14:xfrm>
                <a:off x="8259408" y="2988864"/>
                <a:ext cx="24480" cy="730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60114FAC-B7B0-4B07-0609-CD741113D81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250408" y="2979864"/>
                  <a:ext cx="4212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EB1ECA69-494C-F5E5-A7D0-9D89DD806BE6}"/>
              </a:ext>
            </a:extLst>
          </p:cNvPr>
          <p:cNvGrpSpPr/>
          <p:nvPr/>
        </p:nvGrpSpPr>
        <p:grpSpPr>
          <a:xfrm>
            <a:off x="4350528" y="3768264"/>
            <a:ext cx="848160" cy="512280"/>
            <a:chOff x="4350528" y="3768264"/>
            <a:chExt cx="848160" cy="51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8A0996E2-E791-003F-1CF1-EC61E97F5C65}"/>
                    </a:ext>
                  </a:extLst>
                </p14:cNvPr>
                <p14:cNvContentPartPr/>
                <p14:nvPr/>
              </p14:nvContentPartPr>
              <p14:xfrm>
                <a:off x="4350528" y="3887064"/>
                <a:ext cx="168840" cy="21204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8A0996E2-E791-003F-1CF1-EC61E97F5C6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341888" y="3878424"/>
                  <a:ext cx="1864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AC5A117E-D83D-DCDE-9318-96146FE6F1DA}"/>
                    </a:ext>
                  </a:extLst>
                </p14:cNvPr>
                <p14:cNvContentPartPr/>
                <p14:nvPr/>
              </p14:nvContentPartPr>
              <p14:xfrm>
                <a:off x="4607568" y="3948624"/>
                <a:ext cx="27720" cy="6552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AC5A117E-D83D-DCDE-9318-96146FE6F1DA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598568" y="3939984"/>
                  <a:ext cx="453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82AFE193-78A5-EB17-FBB7-E5012BA295B8}"/>
                    </a:ext>
                  </a:extLst>
                </p14:cNvPr>
                <p14:cNvContentPartPr/>
                <p14:nvPr/>
              </p14:nvContentPartPr>
              <p14:xfrm>
                <a:off x="4716288" y="3948624"/>
                <a:ext cx="82440" cy="684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82AFE193-78A5-EB17-FBB7-E5012BA295B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707648" y="3939624"/>
                  <a:ext cx="10008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0EF94B5A-45B4-5A0F-34EA-B349BEFF6089}"/>
                    </a:ext>
                  </a:extLst>
                </p14:cNvPr>
                <p14:cNvContentPartPr/>
                <p14:nvPr/>
              </p14:nvContentPartPr>
              <p14:xfrm>
                <a:off x="4885848" y="3896424"/>
                <a:ext cx="26640" cy="964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0EF94B5A-45B4-5A0F-34EA-B349BEFF6089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877208" y="3887424"/>
                  <a:ext cx="442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83951633-CD59-FE07-DF6C-0743A47BEA1A}"/>
                    </a:ext>
                  </a:extLst>
                </p14:cNvPr>
                <p14:cNvContentPartPr/>
                <p14:nvPr/>
              </p14:nvContentPartPr>
              <p14:xfrm>
                <a:off x="4993128" y="3768264"/>
                <a:ext cx="205560" cy="51228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83951633-CD59-FE07-DF6C-0743A47BEA1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4984128" y="3759264"/>
                  <a:ext cx="223200" cy="52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6761A005-9E82-C515-A9CD-3E3BF6751B16}"/>
              </a:ext>
            </a:extLst>
          </p:cNvPr>
          <p:cNvGrpSpPr/>
          <p:nvPr/>
        </p:nvGrpSpPr>
        <p:grpSpPr>
          <a:xfrm>
            <a:off x="5502888" y="3995064"/>
            <a:ext cx="178560" cy="87120"/>
            <a:chOff x="5502888" y="3995064"/>
            <a:chExt cx="178560" cy="8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A140FD1F-F2A5-3E76-1A39-E1AA6975EBC2}"/>
                    </a:ext>
                  </a:extLst>
                </p14:cNvPr>
                <p14:cNvContentPartPr/>
                <p14:nvPr/>
              </p14:nvContentPartPr>
              <p14:xfrm>
                <a:off x="5502888" y="3995064"/>
                <a:ext cx="100800" cy="147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A140FD1F-F2A5-3E76-1A39-E1AA6975EBC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493888" y="3986064"/>
                  <a:ext cx="1184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81377F6C-7886-A3D8-62FC-0F3869A9520A}"/>
                    </a:ext>
                  </a:extLst>
                </p14:cNvPr>
                <p14:cNvContentPartPr/>
                <p14:nvPr/>
              </p14:nvContentPartPr>
              <p14:xfrm>
                <a:off x="5529888" y="4056984"/>
                <a:ext cx="151560" cy="2520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81377F6C-7886-A3D8-62FC-0F3869A9520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521248" y="4047984"/>
                  <a:ext cx="169200" cy="4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C66B4D51-BD09-AC2A-1202-2BB07ECD6BAA}"/>
                  </a:ext>
                </a:extLst>
              </p14:cNvPr>
              <p14:cNvContentPartPr/>
              <p14:nvPr/>
            </p14:nvContentPartPr>
            <p14:xfrm>
              <a:off x="5922648" y="3911184"/>
              <a:ext cx="38160" cy="19044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C66B4D51-BD09-AC2A-1202-2BB07ECD6BAA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5914008" y="3902544"/>
                <a:ext cx="55800" cy="20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7" name="Group 256">
            <a:extLst>
              <a:ext uri="{FF2B5EF4-FFF2-40B4-BE49-F238E27FC236}">
                <a16:creationId xmlns:a16="http://schemas.microsoft.com/office/drawing/2014/main" id="{884908CE-04DF-7947-806F-E32115B0EA21}"/>
              </a:ext>
            </a:extLst>
          </p:cNvPr>
          <p:cNvGrpSpPr/>
          <p:nvPr/>
        </p:nvGrpSpPr>
        <p:grpSpPr>
          <a:xfrm>
            <a:off x="1971288" y="4569624"/>
            <a:ext cx="709920" cy="230760"/>
            <a:chOff x="1971288" y="4569624"/>
            <a:chExt cx="709920" cy="23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15A227CF-ED2E-EA9C-5D93-6D37C9155B88}"/>
                    </a:ext>
                  </a:extLst>
                </p14:cNvPr>
                <p14:cNvContentPartPr/>
                <p14:nvPr/>
              </p14:nvContentPartPr>
              <p14:xfrm>
                <a:off x="2173608" y="4592664"/>
                <a:ext cx="15840" cy="1364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15A227CF-ED2E-EA9C-5D93-6D37C9155B8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164608" y="4583664"/>
                  <a:ext cx="334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17C30725-857A-D318-F62C-33C7B63D4824}"/>
                    </a:ext>
                  </a:extLst>
                </p14:cNvPr>
                <p14:cNvContentPartPr/>
                <p14:nvPr/>
              </p14:nvContentPartPr>
              <p14:xfrm>
                <a:off x="1971288" y="4569624"/>
                <a:ext cx="276840" cy="2844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17C30725-857A-D318-F62C-33C7B63D482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962648" y="4560624"/>
                  <a:ext cx="2944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07682D9F-B608-5635-35D3-311618CE193F}"/>
                    </a:ext>
                  </a:extLst>
                </p14:cNvPr>
                <p14:cNvContentPartPr/>
                <p14:nvPr/>
              </p14:nvContentPartPr>
              <p14:xfrm>
                <a:off x="2032848" y="4739904"/>
                <a:ext cx="226440" cy="180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07682D9F-B608-5635-35D3-311618CE193F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024208" y="4730904"/>
                  <a:ext cx="24408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A702BA02-757F-5DF3-A892-799F4CABC8B1}"/>
                    </a:ext>
                  </a:extLst>
                </p14:cNvPr>
                <p14:cNvContentPartPr/>
                <p14:nvPr/>
              </p14:nvContentPartPr>
              <p14:xfrm>
                <a:off x="2343528" y="4605984"/>
                <a:ext cx="37440" cy="1069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A702BA02-757F-5DF3-A892-799F4CABC8B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334888" y="4596984"/>
                  <a:ext cx="550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A9F17FA9-A8F7-41B3-F0E8-56185B48E733}"/>
                    </a:ext>
                  </a:extLst>
                </p14:cNvPr>
                <p14:cNvContentPartPr/>
                <p14:nvPr/>
              </p14:nvContentPartPr>
              <p14:xfrm>
                <a:off x="2316528" y="4602384"/>
                <a:ext cx="183240" cy="19800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A9F17FA9-A8F7-41B3-F0E8-56185B48E733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307888" y="4593384"/>
                  <a:ext cx="2008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F2A19FC4-838F-3E70-3DB1-C5201BA09E7A}"/>
                    </a:ext>
                  </a:extLst>
                </p14:cNvPr>
                <p14:cNvContentPartPr/>
                <p14:nvPr/>
              </p14:nvContentPartPr>
              <p14:xfrm>
                <a:off x="2535408" y="4665024"/>
                <a:ext cx="22680" cy="1090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F2A19FC4-838F-3E70-3DB1-C5201BA09E7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526768" y="4656024"/>
                  <a:ext cx="403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5E21CF92-EFCD-2B48-06EE-E48338C4E740}"/>
                    </a:ext>
                  </a:extLst>
                </p14:cNvPr>
                <p14:cNvContentPartPr/>
                <p14:nvPr/>
              </p14:nvContentPartPr>
              <p14:xfrm>
                <a:off x="2563848" y="4597344"/>
                <a:ext cx="117360" cy="12132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5E21CF92-EFCD-2B48-06EE-E48338C4E740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555208" y="4588704"/>
                  <a:ext cx="135000" cy="13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F7E5A750-B747-F33F-E351-C3249FD65998}"/>
              </a:ext>
            </a:extLst>
          </p:cNvPr>
          <p:cNvGrpSpPr/>
          <p:nvPr/>
        </p:nvGrpSpPr>
        <p:grpSpPr>
          <a:xfrm>
            <a:off x="2955528" y="4432464"/>
            <a:ext cx="1415880" cy="423000"/>
            <a:chOff x="2955528" y="4432464"/>
            <a:chExt cx="1415880" cy="42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C6C33883-3D2B-D2FF-72DE-F492A0105F61}"/>
                    </a:ext>
                  </a:extLst>
                </p14:cNvPr>
                <p14:cNvContentPartPr/>
                <p14:nvPr/>
              </p14:nvContentPartPr>
              <p14:xfrm>
                <a:off x="2955528" y="4448304"/>
                <a:ext cx="166320" cy="3654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C6C33883-3D2B-D2FF-72DE-F492A0105F6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946888" y="4439304"/>
                  <a:ext cx="183960" cy="38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260FE338-8F41-0CA2-D2BA-DB871EFA6970}"/>
                    </a:ext>
                  </a:extLst>
                </p14:cNvPr>
                <p14:cNvContentPartPr/>
                <p14:nvPr/>
              </p14:nvContentPartPr>
              <p14:xfrm>
                <a:off x="3183048" y="4458024"/>
                <a:ext cx="83160" cy="108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260FE338-8F41-0CA2-D2BA-DB871EFA6970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174408" y="4449384"/>
                  <a:ext cx="1008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D461A2AF-9AA8-6C10-3F61-6124D1DF5753}"/>
                    </a:ext>
                  </a:extLst>
                </p14:cNvPr>
                <p14:cNvContentPartPr/>
                <p14:nvPr/>
              </p14:nvContentPartPr>
              <p14:xfrm>
                <a:off x="3366288" y="4502664"/>
                <a:ext cx="388440" cy="2714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D461A2AF-9AA8-6C10-3F61-6124D1DF575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357648" y="4493664"/>
                  <a:ext cx="40608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2E5A6BD8-387C-EC27-3547-C3A17BA157AB}"/>
                    </a:ext>
                  </a:extLst>
                </p14:cNvPr>
                <p14:cNvContentPartPr/>
                <p14:nvPr/>
              </p14:nvContentPartPr>
              <p14:xfrm>
                <a:off x="3762288" y="4551624"/>
                <a:ext cx="105120" cy="1958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2E5A6BD8-387C-EC27-3547-C3A17BA157AB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753288" y="4542624"/>
                  <a:ext cx="12276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094AB7A0-3720-B7A3-117A-71EB381D1375}"/>
                    </a:ext>
                  </a:extLst>
                </p14:cNvPr>
                <p14:cNvContentPartPr/>
                <p14:nvPr/>
              </p14:nvContentPartPr>
              <p14:xfrm>
                <a:off x="3887208" y="4496544"/>
                <a:ext cx="115920" cy="19224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094AB7A0-3720-B7A3-117A-71EB381D1375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878208" y="4487904"/>
                  <a:ext cx="1335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2A032CC1-6DF0-F0FD-CD31-F2F2E4A8E012}"/>
                    </a:ext>
                  </a:extLst>
                </p14:cNvPr>
                <p14:cNvContentPartPr/>
                <p14:nvPr/>
              </p14:nvContentPartPr>
              <p14:xfrm>
                <a:off x="4029768" y="4525344"/>
                <a:ext cx="10800" cy="216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2A032CC1-6DF0-F0FD-CD31-F2F2E4A8E012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4021128" y="4516344"/>
                  <a:ext cx="284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00124115-B7E0-F436-F7C2-1DCB8DA2C2DB}"/>
                    </a:ext>
                  </a:extLst>
                </p14:cNvPr>
                <p14:cNvContentPartPr/>
                <p14:nvPr/>
              </p14:nvContentPartPr>
              <p14:xfrm>
                <a:off x="4069368" y="4499784"/>
                <a:ext cx="14760" cy="3996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00124115-B7E0-F436-F7C2-1DCB8DA2C2D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060728" y="4490784"/>
                  <a:ext cx="324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7E8BCA25-4D50-D524-1602-9A91DB35EC99}"/>
                    </a:ext>
                  </a:extLst>
                </p14:cNvPr>
                <p14:cNvContentPartPr/>
                <p14:nvPr/>
              </p14:nvContentPartPr>
              <p14:xfrm>
                <a:off x="3989088" y="4663944"/>
                <a:ext cx="75240" cy="777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7E8BCA25-4D50-D524-1602-9A91DB35EC99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3980448" y="4654944"/>
                  <a:ext cx="9288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70363EEE-7898-AD27-4C4E-F8F2641DA105}"/>
                    </a:ext>
                  </a:extLst>
                </p14:cNvPr>
                <p14:cNvContentPartPr/>
                <p14:nvPr/>
              </p14:nvContentPartPr>
              <p14:xfrm>
                <a:off x="4218768" y="4432464"/>
                <a:ext cx="152640" cy="42300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70363EEE-7898-AD27-4C4E-F8F2641DA10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209768" y="4423464"/>
                  <a:ext cx="170280" cy="44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BDCDBD02-43F8-96E8-AABD-AC9C56BA80D7}"/>
              </a:ext>
            </a:extLst>
          </p:cNvPr>
          <p:cNvGrpSpPr/>
          <p:nvPr/>
        </p:nvGrpSpPr>
        <p:grpSpPr>
          <a:xfrm>
            <a:off x="4735728" y="4617144"/>
            <a:ext cx="222480" cy="92160"/>
            <a:chOff x="4735728" y="4617144"/>
            <a:chExt cx="222480" cy="9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F615488E-0FF5-ADAF-B88A-24F968721F4A}"/>
                    </a:ext>
                  </a:extLst>
                </p14:cNvPr>
                <p14:cNvContentPartPr/>
                <p14:nvPr/>
              </p14:nvContentPartPr>
              <p14:xfrm>
                <a:off x="4735728" y="4617144"/>
                <a:ext cx="98640" cy="1296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F615488E-0FF5-ADAF-B88A-24F968721F4A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727088" y="4608504"/>
                  <a:ext cx="1162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C143C6F6-B412-FE14-6E77-56C78F600191}"/>
                    </a:ext>
                  </a:extLst>
                </p14:cNvPr>
                <p14:cNvContentPartPr/>
                <p14:nvPr/>
              </p14:nvContentPartPr>
              <p14:xfrm>
                <a:off x="4821408" y="4695264"/>
                <a:ext cx="136800" cy="1404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C143C6F6-B412-FE14-6E77-56C78F60019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812768" y="4686624"/>
                  <a:ext cx="15444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A2A83E46-F663-DE62-79D0-9F2E6678AF27}"/>
              </a:ext>
            </a:extLst>
          </p:cNvPr>
          <p:cNvGrpSpPr/>
          <p:nvPr/>
        </p:nvGrpSpPr>
        <p:grpSpPr>
          <a:xfrm>
            <a:off x="5172408" y="4377024"/>
            <a:ext cx="1557000" cy="529200"/>
            <a:chOff x="5172408" y="4377024"/>
            <a:chExt cx="1557000" cy="52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7349110E-BB79-0BEA-70AF-30CD4ED39642}"/>
                    </a:ext>
                  </a:extLst>
                </p14:cNvPr>
                <p14:cNvContentPartPr/>
                <p14:nvPr/>
              </p14:nvContentPartPr>
              <p14:xfrm>
                <a:off x="5172408" y="4377024"/>
                <a:ext cx="221040" cy="3139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7349110E-BB79-0BEA-70AF-30CD4ED39642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163768" y="4368024"/>
                  <a:ext cx="23868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9902B451-409B-D1F0-5991-51F7F2242607}"/>
                    </a:ext>
                  </a:extLst>
                </p14:cNvPr>
                <p14:cNvContentPartPr/>
                <p14:nvPr/>
              </p14:nvContentPartPr>
              <p14:xfrm>
                <a:off x="5447448" y="4605624"/>
                <a:ext cx="126720" cy="30060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9902B451-409B-D1F0-5991-51F7F2242607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438448" y="4596984"/>
                  <a:ext cx="14436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8D3E73AD-C3E0-42B2-3DA1-DF2A0E5A059A}"/>
                    </a:ext>
                  </a:extLst>
                </p14:cNvPr>
                <p14:cNvContentPartPr/>
                <p14:nvPr/>
              </p14:nvContentPartPr>
              <p14:xfrm>
                <a:off x="5737248" y="4396824"/>
                <a:ext cx="131040" cy="44568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8D3E73AD-C3E0-42B2-3DA1-DF2A0E5A059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728608" y="4388184"/>
                  <a:ext cx="14868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20B2C680-4BFF-D491-7F79-41165E1D9944}"/>
                    </a:ext>
                  </a:extLst>
                </p14:cNvPr>
                <p14:cNvContentPartPr/>
                <p14:nvPr/>
              </p14:nvContentPartPr>
              <p14:xfrm>
                <a:off x="5961528" y="4473864"/>
                <a:ext cx="128160" cy="2080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20B2C680-4BFF-D491-7F79-41165E1D994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952528" y="4464864"/>
                  <a:ext cx="1458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9A956CE5-3FB2-E951-5BA1-1DA48D2E3DCD}"/>
                    </a:ext>
                  </a:extLst>
                </p14:cNvPr>
                <p14:cNvContentPartPr/>
                <p14:nvPr/>
              </p14:nvContentPartPr>
              <p14:xfrm>
                <a:off x="6038928" y="4530384"/>
                <a:ext cx="194760" cy="3250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9A956CE5-3FB2-E951-5BA1-1DA48D2E3DC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029928" y="4521744"/>
                  <a:ext cx="2124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82089CCC-4332-11DD-4F47-5FED1C84F97A}"/>
                    </a:ext>
                  </a:extLst>
                </p14:cNvPr>
                <p14:cNvContentPartPr/>
                <p14:nvPr/>
              </p14:nvContentPartPr>
              <p14:xfrm>
                <a:off x="6239808" y="4674384"/>
                <a:ext cx="171720" cy="1245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82089CCC-4332-11DD-4F47-5FED1C84F97A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231168" y="4665744"/>
                  <a:ext cx="1893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B07F1403-6986-4916-1CAA-D50071AD2C03}"/>
                    </a:ext>
                  </a:extLst>
                </p14:cNvPr>
                <p14:cNvContentPartPr/>
                <p14:nvPr/>
              </p14:nvContentPartPr>
              <p14:xfrm>
                <a:off x="6421248" y="4387464"/>
                <a:ext cx="308160" cy="5065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B07F1403-6986-4916-1CAA-D50071AD2C03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412608" y="4378824"/>
                  <a:ext cx="325800" cy="52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796E3150-639E-F8EB-4B25-7ABFD8E230F9}"/>
              </a:ext>
            </a:extLst>
          </p:cNvPr>
          <p:cNvGrpSpPr/>
          <p:nvPr/>
        </p:nvGrpSpPr>
        <p:grpSpPr>
          <a:xfrm>
            <a:off x="7535088" y="4371984"/>
            <a:ext cx="941040" cy="464400"/>
            <a:chOff x="7535088" y="4371984"/>
            <a:chExt cx="941040" cy="46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515DCA7B-11FB-812F-4AB6-8A80EF5E4683}"/>
                    </a:ext>
                  </a:extLst>
                </p14:cNvPr>
                <p14:cNvContentPartPr/>
                <p14:nvPr/>
              </p14:nvContentPartPr>
              <p14:xfrm>
                <a:off x="7535088" y="4371984"/>
                <a:ext cx="164160" cy="46440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515DCA7B-11FB-812F-4AB6-8A80EF5E4683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526088" y="4362984"/>
                  <a:ext cx="18180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FAA5CB5C-FE92-D674-C813-AEB8868A7613}"/>
                    </a:ext>
                  </a:extLst>
                </p14:cNvPr>
                <p14:cNvContentPartPr/>
                <p14:nvPr/>
              </p14:nvContentPartPr>
              <p14:xfrm>
                <a:off x="7843968" y="4419504"/>
                <a:ext cx="191520" cy="2818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FAA5CB5C-FE92-D674-C813-AEB8868A761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835328" y="4410864"/>
                  <a:ext cx="20916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593DA004-D468-6D1C-608A-F0526C4CD90E}"/>
                    </a:ext>
                  </a:extLst>
                </p14:cNvPr>
                <p14:cNvContentPartPr/>
                <p14:nvPr/>
              </p14:nvContentPartPr>
              <p14:xfrm>
                <a:off x="8051328" y="4522824"/>
                <a:ext cx="4680" cy="1080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593DA004-D468-6D1C-608A-F0526C4CD90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042688" y="4514184"/>
                  <a:ext cx="2232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2EE1D0F3-4F6B-2194-FE27-243B82B93AD5}"/>
                    </a:ext>
                  </a:extLst>
                </p14:cNvPr>
                <p14:cNvContentPartPr/>
                <p14:nvPr/>
              </p14:nvContentPartPr>
              <p14:xfrm>
                <a:off x="8125848" y="4609224"/>
                <a:ext cx="58680" cy="3060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2EE1D0F3-4F6B-2194-FE27-243B82B93AD5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116848" y="4600584"/>
                  <a:ext cx="763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4EC46A95-753F-66AD-D641-BC2C691C4D0D}"/>
                    </a:ext>
                  </a:extLst>
                </p14:cNvPr>
                <p14:cNvContentPartPr/>
                <p14:nvPr/>
              </p14:nvContentPartPr>
              <p14:xfrm>
                <a:off x="8261208" y="4612824"/>
                <a:ext cx="38520" cy="1080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4EC46A95-753F-66AD-D641-BC2C691C4D0D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252568" y="4604184"/>
                  <a:ext cx="561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DC30DDE9-2377-523E-0279-15383164A868}"/>
                    </a:ext>
                  </a:extLst>
                </p14:cNvPr>
                <p14:cNvContentPartPr/>
                <p14:nvPr/>
              </p14:nvContentPartPr>
              <p14:xfrm>
                <a:off x="8286048" y="4557384"/>
                <a:ext cx="190080" cy="810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DC30DDE9-2377-523E-0279-15383164A86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277048" y="4548744"/>
                  <a:ext cx="207720" cy="9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879A32BF-7B20-3EAA-4150-3FFD16C4D2BA}"/>
              </a:ext>
            </a:extLst>
          </p:cNvPr>
          <p:cNvGrpSpPr/>
          <p:nvPr/>
        </p:nvGrpSpPr>
        <p:grpSpPr>
          <a:xfrm>
            <a:off x="8764488" y="4379184"/>
            <a:ext cx="687600" cy="333720"/>
            <a:chOff x="8764488" y="4379184"/>
            <a:chExt cx="687600" cy="33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C4359682-0E62-9C78-919C-95A58D03F759}"/>
                    </a:ext>
                  </a:extLst>
                </p14:cNvPr>
                <p14:cNvContentPartPr/>
                <p14:nvPr/>
              </p14:nvContentPartPr>
              <p14:xfrm>
                <a:off x="8764488" y="4447224"/>
                <a:ext cx="296280" cy="26568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C4359682-0E62-9C78-919C-95A58D03F75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755848" y="4438584"/>
                  <a:ext cx="31392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82BD54E1-9D86-61FB-B1FB-A8D97F7A157C}"/>
                    </a:ext>
                  </a:extLst>
                </p14:cNvPr>
                <p14:cNvContentPartPr/>
                <p14:nvPr/>
              </p14:nvContentPartPr>
              <p14:xfrm>
                <a:off x="9136368" y="4453704"/>
                <a:ext cx="108360" cy="23292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82BD54E1-9D86-61FB-B1FB-A8D97F7A157C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127728" y="4444704"/>
                  <a:ext cx="1260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E2D8DF8F-C182-C088-E427-D1B49E394EDA}"/>
                    </a:ext>
                  </a:extLst>
                </p14:cNvPr>
                <p14:cNvContentPartPr/>
                <p14:nvPr/>
              </p14:nvContentPartPr>
              <p14:xfrm>
                <a:off x="9291168" y="4379184"/>
                <a:ext cx="160920" cy="20556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E2D8DF8F-C182-C088-E427-D1B49E394ED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282528" y="4370184"/>
                  <a:ext cx="178560" cy="22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964F405D-0470-D0E2-2364-A0D1FB11E2E4}"/>
              </a:ext>
            </a:extLst>
          </p:cNvPr>
          <p:cNvGrpSpPr/>
          <p:nvPr/>
        </p:nvGrpSpPr>
        <p:grpSpPr>
          <a:xfrm>
            <a:off x="9697968" y="4343904"/>
            <a:ext cx="1023480" cy="329040"/>
            <a:chOff x="9697968" y="4343904"/>
            <a:chExt cx="1023480" cy="32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350A0BB3-49F4-771F-D64B-90A17D30A9BB}"/>
                    </a:ext>
                  </a:extLst>
                </p14:cNvPr>
                <p14:cNvContentPartPr/>
                <p14:nvPr/>
              </p14:nvContentPartPr>
              <p14:xfrm>
                <a:off x="9697968" y="4343904"/>
                <a:ext cx="262080" cy="32904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350A0BB3-49F4-771F-D64B-90A17D30A9BB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688968" y="4334904"/>
                  <a:ext cx="27972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91D29A98-9792-CDFF-1710-C67ECE55E321}"/>
                    </a:ext>
                  </a:extLst>
                </p14:cNvPr>
                <p14:cNvContentPartPr/>
                <p14:nvPr/>
              </p14:nvContentPartPr>
              <p14:xfrm>
                <a:off x="10010448" y="4404744"/>
                <a:ext cx="135000" cy="26748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91D29A98-9792-CDFF-1710-C67ECE55E321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001808" y="4395744"/>
                  <a:ext cx="15264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302FDD0B-2217-801A-962D-D3217BBA7922}"/>
                    </a:ext>
                  </a:extLst>
                </p14:cNvPr>
                <p14:cNvContentPartPr/>
                <p14:nvPr/>
              </p14:nvContentPartPr>
              <p14:xfrm>
                <a:off x="10181088" y="4504824"/>
                <a:ext cx="412920" cy="9432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302FDD0B-2217-801A-962D-D3217BBA7922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172448" y="4495824"/>
                  <a:ext cx="4305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2E7D10BE-AA14-BED6-8F30-5B50926020EF}"/>
                    </a:ext>
                  </a:extLst>
                </p14:cNvPr>
                <p14:cNvContentPartPr/>
                <p14:nvPr/>
              </p14:nvContentPartPr>
              <p14:xfrm>
                <a:off x="10678968" y="4481424"/>
                <a:ext cx="42480" cy="7020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2E7D10BE-AA14-BED6-8F30-5B50926020EF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670328" y="4472424"/>
                  <a:ext cx="60120" cy="8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A2FDFC8-90D2-EE4D-8A06-523DD45180B4}"/>
              </a:ext>
            </a:extLst>
          </p:cNvPr>
          <p:cNvGrpSpPr/>
          <p:nvPr/>
        </p:nvGrpSpPr>
        <p:grpSpPr>
          <a:xfrm>
            <a:off x="10934928" y="4390344"/>
            <a:ext cx="603360" cy="191880"/>
            <a:chOff x="10934928" y="4390344"/>
            <a:chExt cx="603360" cy="19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BF0EA306-9FCA-C6DB-F2D6-8B852BE4F544}"/>
                    </a:ext>
                  </a:extLst>
                </p14:cNvPr>
                <p14:cNvContentPartPr/>
                <p14:nvPr/>
              </p14:nvContentPartPr>
              <p14:xfrm>
                <a:off x="10934928" y="4483224"/>
                <a:ext cx="22320" cy="5868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BF0EA306-9FCA-C6DB-F2D6-8B852BE4F544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926288" y="4474224"/>
                  <a:ext cx="399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B0EEE0BC-33D5-BE05-7A66-41E2A0AC7DFF}"/>
                    </a:ext>
                  </a:extLst>
                </p14:cNvPr>
                <p14:cNvContentPartPr/>
                <p14:nvPr/>
              </p14:nvContentPartPr>
              <p14:xfrm>
                <a:off x="10966608" y="4390344"/>
                <a:ext cx="13680" cy="3060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B0EEE0BC-33D5-BE05-7A66-41E2A0AC7DFF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957608" y="4381704"/>
                  <a:ext cx="313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C1C88859-3677-C542-B04A-B03420C5A5E8}"/>
                    </a:ext>
                  </a:extLst>
                </p14:cNvPr>
                <p14:cNvContentPartPr/>
                <p14:nvPr/>
              </p14:nvContentPartPr>
              <p14:xfrm>
                <a:off x="11056968" y="4495464"/>
                <a:ext cx="64440" cy="1692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C1C88859-3677-C542-B04A-B03420C5A5E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047968" y="4486824"/>
                  <a:ext cx="820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9EDB9AB4-5B67-A4D4-2635-4CE18CBE9F7A}"/>
                    </a:ext>
                  </a:extLst>
                </p14:cNvPr>
                <p14:cNvContentPartPr/>
                <p14:nvPr/>
              </p14:nvContentPartPr>
              <p14:xfrm>
                <a:off x="11275848" y="4417704"/>
                <a:ext cx="262440" cy="1645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9EDB9AB4-5B67-A4D4-2635-4CE18CBE9F7A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1266848" y="4408704"/>
                  <a:ext cx="280080" cy="18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7F12D737-35A0-126D-FAB6-8E2F0304DE79}"/>
              </a:ext>
            </a:extLst>
          </p:cNvPr>
          <p:cNvGrpSpPr/>
          <p:nvPr/>
        </p:nvGrpSpPr>
        <p:grpSpPr>
          <a:xfrm>
            <a:off x="9513288" y="4811904"/>
            <a:ext cx="475560" cy="142200"/>
            <a:chOff x="9513288" y="4811904"/>
            <a:chExt cx="475560" cy="14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1B2253BF-C12C-7599-0A73-EF650D72C58A}"/>
                    </a:ext>
                  </a:extLst>
                </p14:cNvPr>
                <p14:cNvContentPartPr/>
                <p14:nvPr/>
              </p14:nvContentPartPr>
              <p14:xfrm>
                <a:off x="9513288" y="4811904"/>
                <a:ext cx="418680" cy="1422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1B2253BF-C12C-7599-0A73-EF650D72C58A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9504648" y="4802904"/>
                  <a:ext cx="4363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D7E3E6E7-8051-93F5-CD7F-089110BD3BC3}"/>
                    </a:ext>
                  </a:extLst>
                </p14:cNvPr>
                <p14:cNvContentPartPr/>
                <p14:nvPr/>
              </p14:nvContentPartPr>
              <p14:xfrm>
                <a:off x="9932688" y="4861224"/>
                <a:ext cx="56160" cy="151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D7E3E6E7-8051-93F5-CD7F-089110BD3BC3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923688" y="4852584"/>
                  <a:ext cx="73800" cy="3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306" name="Ink 305">
                <a:extLst>
                  <a:ext uri="{FF2B5EF4-FFF2-40B4-BE49-F238E27FC236}">
                    <a16:creationId xmlns:a16="http://schemas.microsoft.com/office/drawing/2014/main" id="{39326F21-869C-30EE-AEC0-0D6DE3FBED18}"/>
                  </a:ext>
                </a:extLst>
              </p14:cNvPr>
              <p14:cNvContentPartPr/>
              <p14:nvPr/>
            </p14:nvContentPartPr>
            <p14:xfrm>
              <a:off x="10180008" y="4789224"/>
              <a:ext cx="174240" cy="344160"/>
            </p14:xfrm>
          </p:contentPart>
        </mc:Choice>
        <mc:Fallback xmlns="">
          <p:pic>
            <p:nvPicPr>
              <p:cNvPr id="306" name="Ink 305">
                <a:extLst>
                  <a:ext uri="{FF2B5EF4-FFF2-40B4-BE49-F238E27FC236}">
                    <a16:creationId xmlns:a16="http://schemas.microsoft.com/office/drawing/2014/main" id="{39326F21-869C-30EE-AEC0-0D6DE3FBED18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10171368" y="4780584"/>
                <a:ext cx="19188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308" name="Ink 307">
                <a:extLst>
                  <a:ext uri="{FF2B5EF4-FFF2-40B4-BE49-F238E27FC236}">
                    <a16:creationId xmlns:a16="http://schemas.microsoft.com/office/drawing/2014/main" id="{B629CA91-9D3D-FD42-E82F-1396E9EE0BCE}"/>
                  </a:ext>
                </a:extLst>
              </p14:cNvPr>
              <p14:cNvContentPartPr/>
              <p14:nvPr/>
            </p14:nvContentPartPr>
            <p14:xfrm>
              <a:off x="10537488" y="4806864"/>
              <a:ext cx="99360" cy="142200"/>
            </p14:xfrm>
          </p:contentPart>
        </mc:Choice>
        <mc:Fallback xmlns="">
          <p:pic>
            <p:nvPicPr>
              <p:cNvPr id="308" name="Ink 307">
                <a:extLst>
                  <a:ext uri="{FF2B5EF4-FFF2-40B4-BE49-F238E27FC236}">
                    <a16:creationId xmlns:a16="http://schemas.microsoft.com/office/drawing/2014/main" id="{B629CA91-9D3D-FD42-E82F-1396E9EE0BCE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10528848" y="4797864"/>
                <a:ext cx="117000" cy="159840"/>
              </a:xfrm>
              <a:prstGeom prst="rect">
                <a:avLst/>
              </a:prstGeom>
            </p:spPr>
          </p:pic>
        </mc:Fallback>
      </mc:AlternateContent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BFF2E41-5D08-227A-E164-89BAFE3AB95F}"/>
              </a:ext>
            </a:extLst>
          </p:cNvPr>
          <p:cNvGrpSpPr/>
          <p:nvPr/>
        </p:nvGrpSpPr>
        <p:grpSpPr>
          <a:xfrm>
            <a:off x="10849248" y="4733064"/>
            <a:ext cx="1154520" cy="335880"/>
            <a:chOff x="10849248" y="4733064"/>
            <a:chExt cx="1154520" cy="33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0DEBD8C3-F455-7E98-11F3-3C905F956A6C}"/>
                    </a:ext>
                  </a:extLst>
                </p14:cNvPr>
                <p14:cNvContentPartPr/>
                <p14:nvPr/>
              </p14:nvContentPartPr>
              <p14:xfrm>
                <a:off x="10849248" y="4778424"/>
                <a:ext cx="207000" cy="16812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0DEBD8C3-F455-7E98-11F3-3C905F956A6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0840608" y="4769424"/>
                  <a:ext cx="2246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42041C51-122A-D1BA-0513-5485A94D9A62}"/>
                    </a:ext>
                  </a:extLst>
                </p14:cNvPr>
                <p14:cNvContentPartPr/>
                <p14:nvPr/>
              </p14:nvContentPartPr>
              <p14:xfrm>
                <a:off x="11145888" y="4856544"/>
                <a:ext cx="182880" cy="792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42041C51-122A-D1BA-0513-5485A94D9A6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1137248" y="4847904"/>
                  <a:ext cx="2005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38292D3A-5C25-848D-BF9B-7ED7D584504B}"/>
                    </a:ext>
                  </a:extLst>
                </p14:cNvPr>
                <p14:cNvContentPartPr/>
                <p14:nvPr/>
              </p14:nvContentPartPr>
              <p14:xfrm>
                <a:off x="11400048" y="4747824"/>
                <a:ext cx="398160" cy="1616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38292D3A-5C25-848D-BF9B-7ED7D584504B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1391408" y="4739184"/>
                  <a:ext cx="4158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C84E987C-C366-0D65-C6A5-1D33D363044F}"/>
                    </a:ext>
                  </a:extLst>
                </p14:cNvPr>
                <p14:cNvContentPartPr/>
                <p14:nvPr/>
              </p14:nvContentPartPr>
              <p14:xfrm>
                <a:off x="11807928" y="4828464"/>
                <a:ext cx="58320" cy="1980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C84E987C-C366-0D65-C6A5-1D33D363044F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1798928" y="4819464"/>
                  <a:ext cx="759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0636A6F9-7FD2-242D-43D9-8B2FEEF4A998}"/>
                    </a:ext>
                  </a:extLst>
                </p14:cNvPr>
                <p14:cNvContentPartPr/>
                <p14:nvPr/>
              </p14:nvContentPartPr>
              <p14:xfrm>
                <a:off x="11626128" y="4733064"/>
                <a:ext cx="377640" cy="33588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0636A6F9-7FD2-242D-43D9-8B2FEEF4A998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1617488" y="4724064"/>
                  <a:ext cx="395280" cy="35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71FD9FD2-1C66-843F-7A89-C91129F58A44}"/>
              </a:ext>
            </a:extLst>
          </p:cNvPr>
          <p:cNvGrpSpPr/>
          <p:nvPr/>
        </p:nvGrpSpPr>
        <p:grpSpPr>
          <a:xfrm>
            <a:off x="6763248" y="4573584"/>
            <a:ext cx="740160" cy="158760"/>
            <a:chOff x="6763248" y="4573584"/>
            <a:chExt cx="740160" cy="15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E2AAEB19-6A48-08A7-ADE4-AF2BB12DA2A9}"/>
                    </a:ext>
                  </a:extLst>
                </p14:cNvPr>
                <p14:cNvContentPartPr/>
                <p14:nvPr/>
              </p14:nvContentPartPr>
              <p14:xfrm>
                <a:off x="6763248" y="4612824"/>
                <a:ext cx="113040" cy="648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E2AAEB19-6A48-08A7-ADE4-AF2BB12DA2A9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6754248" y="4604184"/>
                  <a:ext cx="1306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4CCF1D99-2FFB-6008-EED4-E8D85397DEF4}"/>
                    </a:ext>
                  </a:extLst>
                </p14:cNvPr>
                <p14:cNvContentPartPr/>
                <p14:nvPr/>
              </p14:nvContentPartPr>
              <p14:xfrm>
                <a:off x="6850728" y="4683744"/>
                <a:ext cx="59040" cy="396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4CCF1D99-2FFB-6008-EED4-E8D85397DEF4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841728" y="4675104"/>
                  <a:ext cx="7668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CA7A72EA-3D3E-BE2C-907D-210356BD0DB0}"/>
                    </a:ext>
                  </a:extLst>
                </p14:cNvPr>
                <p14:cNvContentPartPr/>
                <p14:nvPr/>
              </p14:nvContentPartPr>
              <p14:xfrm>
                <a:off x="6819408" y="4688784"/>
                <a:ext cx="104760" cy="266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CA7A72EA-3D3E-BE2C-907D-210356BD0DB0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6810408" y="4680144"/>
                  <a:ext cx="1224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19D95770-7D3F-6CAB-6C39-18EE1619A6FA}"/>
                    </a:ext>
                  </a:extLst>
                </p14:cNvPr>
                <p14:cNvContentPartPr/>
                <p14:nvPr/>
              </p14:nvContentPartPr>
              <p14:xfrm>
                <a:off x="6990048" y="4584024"/>
                <a:ext cx="83880" cy="1281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19D95770-7D3F-6CAB-6C39-18EE1619A6FA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981408" y="4575024"/>
                  <a:ext cx="1015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1051D967-8FCD-4C87-FB22-5D96DE205054}"/>
                    </a:ext>
                  </a:extLst>
                </p14:cNvPr>
                <p14:cNvContentPartPr/>
                <p14:nvPr/>
              </p14:nvContentPartPr>
              <p14:xfrm>
                <a:off x="7116408" y="4613544"/>
                <a:ext cx="24480" cy="3672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1051D967-8FCD-4C87-FB22-5D96DE20505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107768" y="4604544"/>
                  <a:ext cx="421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063E3B5B-17FB-31F9-9544-DFB2461D20C5}"/>
                    </a:ext>
                  </a:extLst>
                </p14:cNvPr>
                <p14:cNvContentPartPr/>
                <p14:nvPr/>
              </p14:nvContentPartPr>
              <p14:xfrm>
                <a:off x="7221528" y="4573584"/>
                <a:ext cx="20160" cy="1342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063E3B5B-17FB-31F9-9544-DFB2461D20C5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7212528" y="4564584"/>
                  <a:ext cx="378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BF29E3BF-3CD5-CF8D-508D-F38E489139CF}"/>
                    </a:ext>
                  </a:extLst>
                </p14:cNvPr>
                <p14:cNvContentPartPr/>
                <p14:nvPr/>
              </p14:nvContentPartPr>
              <p14:xfrm>
                <a:off x="7316208" y="4583304"/>
                <a:ext cx="51480" cy="1490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BF29E3BF-3CD5-CF8D-508D-F38E489139CF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307208" y="4574304"/>
                  <a:ext cx="6912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91FEC9E7-F90F-BDDD-2BD4-8C0923A9A1CD}"/>
                    </a:ext>
                  </a:extLst>
                </p14:cNvPr>
                <p14:cNvContentPartPr/>
                <p14:nvPr/>
              </p14:nvContentPartPr>
              <p14:xfrm>
                <a:off x="7397208" y="4573944"/>
                <a:ext cx="42840" cy="14076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91FEC9E7-F90F-BDDD-2BD4-8C0923A9A1CD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7388208" y="4564944"/>
                  <a:ext cx="604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27D9AD17-DBED-9CB9-A089-59620F7D0C87}"/>
                    </a:ext>
                  </a:extLst>
                </p14:cNvPr>
                <p14:cNvContentPartPr/>
                <p14:nvPr/>
              </p14:nvContentPartPr>
              <p14:xfrm>
                <a:off x="7480368" y="4591224"/>
                <a:ext cx="23040" cy="1404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27D9AD17-DBED-9CB9-A089-59620F7D0C87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7471368" y="4582224"/>
                  <a:ext cx="4068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271DB491-023F-3F60-03DC-0857AC62B839}"/>
              </a:ext>
            </a:extLst>
          </p:cNvPr>
          <p:cNvGrpSpPr/>
          <p:nvPr/>
        </p:nvGrpSpPr>
        <p:grpSpPr>
          <a:xfrm>
            <a:off x="2028888" y="5158584"/>
            <a:ext cx="1465560" cy="292680"/>
            <a:chOff x="2028888" y="5158584"/>
            <a:chExt cx="1465560" cy="29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7E07646B-4EFA-0638-EB1F-1344206A62CE}"/>
                    </a:ext>
                  </a:extLst>
                </p14:cNvPr>
                <p14:cNvContentPartPr/>
                <p14:nvPr/>
              </p14:nvContentPartPr>
              <p14:xfrm>
                <a:off x="2161008" y="5207904"/>
                <a:ext cx="20880" cy="17316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7E07646B-4EFA-0638-EB1F-1344206A62CE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152008" y="5198904"/>
                  <a:ext cx="385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07FE1F1E-DF92-D5FB-3002-53F09EA02912}"/>
                    </a:ext>
                  </a:extLst>
                </p14:cNvPr>
                <p14:cNvContentPartPr/>
                <p14:nvPr/>
              </p14:nvContentPartPr>
              <p14:xfrm>
                <a:off x="2028888" y="5158584"/>
                <a:ext cx="275760" cy="8784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07FE1F1E-DF92-D5FB-3002-53F09EA02912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2019888" y="5149944"/>
                  <a:ext cx="29340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5DAA342B-A730-F30F-5FC1-2EA225F81469}"/>
                    </a:ext>
                  </a:extLst>
                </p14:cNvPr>
                <p14:cNvContentPartPr/>
                <p14:nvPr/>
              </p14:nvContentPartPr>
              <p14:xfrm>
                <a:off x="2371608" y="5235624"/>
                <a:ext cx="10440" cy="17460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5DAA342B-A730-F30F-5FC1-2EA225F81469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2362968" y="5226984"/>
                  <a:ext cx="280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E30C4163-99B7-45B5-8962-A6F5524FF34F}"/>
                    </a:ext>
                  </a:extLst>
                </p14:cNvPr>
                <p14:cNvContentPartPr/>
                <p14:nvPr/>
              </p14:nvContentPartPr>
              <p14:xfrm>
                <a:off x="2375208" y="5194584"/>
                <a:ext cx="144000" cy="5400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E30C4163-99B7-45B5-8962-A6F5524FF34F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2366568" y="5185584"/>
                  <a:ext cx="16164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3953A09F-B1F7-A4F8-54F6-4265E6648ED0}"/>
                    </a:ext>
                  </a:extLst>
                </p14:cNvPr>
                <p14:cNvContentPartPr/>
                <p14:nvPr/>
              </p14:nvContentPartPr>
              <p14:xfrm>
                <a:off x="2395728" y="5313384"/>
                <a:ext cx="368280" cy="4284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3953A09F-B1F7-A4F8-54F6-4265E6648ED0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2387088" y="5304384"/>
                  <a:ext cx="38592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AA3BFEB5-4401-5448-2B9A-B13D17160825}"/>
                    </a:ext>
                  </a:extLst>
                </p14:cNvPr>
                <p14:cNvContentPartPr/>
                <p14:nvPr/>
              </p14:nvContentPartPr>
              <p14:xfrm>
                <a:off x="2937528" y="5206824"/>
                <a:ext cx="34200" cy="16056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AA3BFEB5-4401-5448-2B9A-B13D17160825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2928528" y="5198184"/>
                  <a:ext cx="518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E70B63D8-F6FB-3C6B-119F-167DDDEDF7AA}"/>
                    </a:ext>
                  </a:extLst>
                </p14:cNvPr>
                <p14:cNvContentPartPr/>
                <p14:nvPr/>
              </p14:nvContentPartPr>
              <p14:xfrm>
                <a:off x="2831688" y="5201424"/>
                <a:ext cx="204480" cy="2592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E70B63D8-F6FB-3C6B-119F-167DDDEDF7AA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2823048" y="5192424"/>
                  <a:ext cx="22212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AC1FBB26-BC84-CE7E-3F5B-46197EE1200E}"/>
                    </a:ext>
                  </a:extLst>
                </p14:cNvPr>
                <p14:cNvContentPartPr/>
                <p14:nvPr/>
              </p14:nvContentPartPr>
              <p14:xfrm>
                <a:off x="2880648" y="5394384"/>
                <a:ext cx="120960" cy="140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AC1FBB26-BC84-CE7E-3F5B-46197EE1200E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2871648" y="5385744"/>
                  <a:ext cx="1386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01F91B5D-295D-0909-C2D0-3E3A9A6F00EC}"/>
                    </a:ext>
                  </a:extLst>
                </p14:cNvPr>
                <p14:cNvContentPartPr/>
                <p14:nvPr/>
              </p14:nvContentPartPr>
              <p14:xfrm>
                <a:off x="3122568" y="5236344"/>
                <a:ext cx="178200" cy="21492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01F91B5D-295D-0909-C2D0-3E3A9A6F00EC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3113568" y="5227704"/>
                  <a:ext cx="1958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E8367DA1-C721-6510-EE20-6D8DF15FEC54}"/>
                    </a:ext>
                  </a:extLst>
                </p14:cNvPr>
                <p14:cNvContentPartPr/>
                <p14:nvPr/>
              </p14:nvContentPartPr>
              <p14:xfrm>
                <a:off x="3375648" y="5262264"/>
                <a:ext cx="10800" cy="1400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E8367DA1-C721-6510-EE20-6D8DF15FEC54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3366648" y="5253264"/>
                  <a:ext cx="2844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3E9C4ECB-8416-D978-96CD-EB3D0F366D16}"/>
                    </a:ext>
                  </a:extLst>
                </p14:cNvPr>
                <p14:cNvContentPartPr/>
                <p14:nvPr/>
              </p14:nvContentPartPr>
              <p14:xfrm>
                <a:off x="3392928" y="5247504"/>
                <a:ext cx="101520" cy="11484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3E9C4ECB-8416-D978-96CD-EB3D0F366D16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3383928" y="5238504"/>
                  <a:ext cx="119160" cy="13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D8D8BEDE-EAB6-8383-26BA-23A78AB3510E}"/>
              </a:ext>
            </a:extLst>
          </p:cNvPr>
          <p:cNvGrpSpPr/>
          <p:nvPr/>
        </p:nvGrpSpPr>
        <p:grpSpPr>
          <a:xfrm>
            <a:off x="3735288" y="5064624"/>
            <a:ext cx="2499120" cy="633240"/>
            <a:chOff x="3735288" y="5064624"/>
            <a:chExt cx="2499120" cy="63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AE7E647D-CF71-3796-F6DE-12DA0D73437E}"/>
                    </a:ext>
                  </a:extLst>
                </p14:cNvPr>
                <p14:cNvContentPartPr/>
                <p14:nvPr/>
              </p14:nvContentPartPr>
              <p14:xfrm>
                <a:off x="3735288" y="5081184"/>
                <a:ext cx="186840" cy="49248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AE7E647D-CF71-3796-F6DE-12DA0D73437E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3726288" y="5072544"/>
                  <a:ext cx="20448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02807A5A-BE36-BB20-EC70-496DAB4DC5B2}"/>
                    </a:ext>
                  </a:extLst>
                </p14:cNvPr>
                <p14:cNvContentPartPr/>
                <p14:nvPr/>
              </p14:nvContentPartPr>
              <p14:xfrm>
                <a:off x="4036968" y="5177304"/>
                <a:ext cx="109080" cy="6984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02807A5A-BE36-BB20-EC70-496DAB4DC5B2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4027968" y="5168304"/>
                  <a:ext cx="1267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B1F80941-3B39-CAD5-4DB3-ACF83579C48A}"/>
                    </a:ext>
                  </a:extLst>
                </p14:cNvPr>
                <p14:cNvContentPartPr/>
                <p14:nvPr/>
              </p14:nvContentPartPr>
              <p14:xfrm>
                <a:off x="4252608" y="5205024"/>
                <a:ext cx="257760" cy="27864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B1F80941-3B39-CAD5-4DB3-ACF83579C48A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4243608" y="5196384"/>
                  <a:ext cx="27540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0C69F5F5-03D1-B079-7923-8E3B3B16EDBE}"/>
                    </a:ext>
                  </a:extLst>
                </p14:cNvPr>
                <p14:cNvContentPartPr/>
                <p14:nvPr/>
              </p14:nvContentPartPr>
              <p14:xfrm>
                <a:off x="4508928" y="5221224"/>
                <a:ext cx="112680" cy="24192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0C69F5F5-03D1-B079-7923-8E3B3B16EDB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4499928" y="5212584"/>
                  <a:ext cx="13032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39439D2C-FB47-FDAE-38C5-4B02084CCA2C}"/>
                    </a:ext>
                  </a:extLst>
                </p14:cNvPr>
                <p14:cNvContentPartPr/>
                <p14:nvPr/>
              </p14:nvContentPartPr>
              <p14:xfrm>
                <a:off x="4662288" y="5140224"/>
                <a:ext cx="192960" cy="2228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39439D2C-FB47-FDAE-38C5-4B02084CCA2C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4653288" y="5131584"/>
                  <a:ext cx="21060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95909939-44C0-8A25-A4AA-DEB27A7BE50E}"/>
                    </a:ext>
                  </a:extLst>
                </p14:cNvPr>
                <p14:cNvContentPartPr/>
                <p14:nvPr/>
              </p14:nvContentPartPr>
              <p14:xfrm>
                <a:off x="4925448" y="5101704"/>
                <a:ext cx="16920" cy="7632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95909939-44C0-8A25-A4AA-DEB27A7BE50E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4916808" y="5092704"/>
                  <a:ext cx="3456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399D9420-2EB7-A6A7-C5DE-19BEE4FF007F}"/>
                    </a:ext>
                  </a:extLst>
                </p14:cNvPr>
                <p14:cNvContentPartPr/>
                <p14:nvPr/>
              </p14:nvContentPartPr>
              <p14:xfrm>
                <a:off x="4986648" y="5064624"/>
                <a:ext cx="31680" cy="10080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399D9420-2EB7-A6A7-C5DE-19BEE4FF007F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4978008" y="5055984"/>
                  <a:ext cx="4932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2A46FD96-5653-E93F-7AB9-18F38B9DCA21}"/>
                    </a:ext>
                  </a:extLst>
                </p14:cNvPr>
                <p14:cNvContentPartPr/>
                <p14:nvPr/>
              </p14:nvContentPartPr>
              <p14:xfrm>
                <a:off x="5136408" y="5375304"/>
                <a:ext cx="38520" cy="13644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2A46FD96-5653-E93F-7AB9-18F38B9DCA21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5127408" y="5366304"/>
                  <a:ext cx="5616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FBCE3D6B-E459-397E-D0AB-6F8A671E8A0B}"/>
                    </a:ext>
                  </a:extLst>
                </p14:cNvPr>
                <p14:cNvContentPartPr/>
                <p14:nvPr/>
              </p14:nvContentPartPr>
              <p14:xfrm>
                <a:off x="5356008" y="5230584"/>
                <a:ext cx="199080" cy="21636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FBCE3D6B-E459-397E-D0AB-6F8A671E8A0B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5347368" y="5221944"/>
                  <a:ext cx="21672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CD7DD6C3-417A-7B7F-E7A7-7DE202D76AA0}"/>
                    </a:ext>
                  </a:extLst>
                </p14:cNvPr>
                <p14:cNvContentPartPr/>
                <p14:nvPr/>
              </p14:nvContentPartPr>
              <p14:xfrm>
                <a:off x="5633928" y="5296824"/>
                <a:ext cx="239400" cy="11160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CD7DD6C3-417A-7B7F-E7A7-7DE202D76AA0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5625288" y="5288184"/>
                  <a:ext cx="25704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326CDCC4-7960-84AD-49D6-E43779264521}"/>
                    </a:ext>
                  </a:extLst>
                </p14:cNvPr>
                <p14:cNvContentPartPr/>
                <p14:nvPr/>
              </p14:nvContentPartPr>
              <p14:xfrm>
                <a:off x="5949648" y="5305104"/>
                <a:ext cx="9360" cy="10548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326CDCC4-7960-84AD-49D6-E43779264521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5940648" y="5296464"/>
                  <a:ext cx="2700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60E68513-B43F-4F68-D9D7-5298B69F6956}"/>
                    </a:ext>
                  </a:extLst>
                </p14:cNvPr>
                <p14:cNvContentPartPr/>
                <p14:nvPr/>
              </p14:nvContentPartPr>
              <p14:xfrm>
                <a:off x="6008688" y="5106744"/>
                <a:ext cx="225720" cy="59112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60E68513-B43F-4F68-D9D7-5298B69F6956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5999688" y="5098104"/>
                  <a:ext cx="243360" cy="60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6F794C48-9E1A-071E-23C4-E8CA11B4CD4F}"/>
              </a:ext>
            </a:extLst>
          </p:cNvPr>
          <p:cNvGrpSpPr/>
          <p:nvPr/>
        </p:nvGrpSpPr>
        <p:grpSpPr>
          <a:xfrm>
            <a:off x="6484248" y="5410584"/>
            <a:ext cx="153720" cy="95400"/>
            <a:chOff x="6484248" y="5410584"/>
            <a:chExt cx="153720" cy="9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DAA824A6-57BA-2E22-952E-24FF059353CE}"/>
                    </a:ext>
                  </a:extLst>
                </p14:cNvPr>
                <p14:cNvContentPartPr/>
                <p14:nvPr/>
              </p14:nvContentPartPr>
              <p14:xfrm>
                <a:off x="6484248" y="5410584"/>
                <a:ext cx="135000" cy="104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DAA824A6-57BA-2E22-952E-24FF059353CE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6475608" y="5401584"/>
                  <a:ext cx="1526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A17FC1E2-8B10-F30C-3B0A-38C5AD495351}"/>
                    </a:ext>
                  </a:extLst>
                </p14:cNvPr>
                <p14:cNvContentPartPr/>
                <p14:nvPr/>
              </p14:nvContentPartPr>
              <p14:xfrm>
                <a:off x="6560568" y="5489784"/>
                <a:ext cx="77400" cy="1620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A17FC1E2-8B10-F30C-3B0A-38C5AD495351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6551928" y="5481144"/>
                  <a:ext cx="95040" cy="33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4">
            <p14:nvContentPartPr>
              <p14:cNvPr id="356" name="Ink 355">
                <a:extLst>
                  <a:ext uri="{FF2B5EF4-FFF2-40B4-BE49-F238E27FC236}">
                    <a16:creationId xmlns:a16="http://schemas.microsoft.com/office/drawing/2014/main" id="{E5A0C4BF-9C06-9C79-699D-FEF6A1574152}"/>
                  </a:ext>
                </a:extLst>
              </p14:cNvPr>
              <p14:cNvContentPartPr/>
              <p14:nvPr/>
            </p14:nvContentPartPr>
            <p14:xfrm>
              <a:off x="5892408" y="4136904"/>
              <a:ext cx="286560" cy="44280"/>
            </p14:xfrm>
          </p:contentPart>
        </mc:Choice>
        <mc:Fallback xmlns="">
          <p:pic>
            <p:nvPicPr>
              <p:cNvPr id="356" name="Ink 355">
                <a:extLst>
                  <a:ext uri="{FF2B5EF4-FFF2-40B4-BE49-F238E27FC236}">
                    <a16:creationId xmlns:a16="http://schemas.microsoft.com/office/drawing/2014/main" id="{E5A0C4BF-9C06-9C79-699D-FEF6A1574152}"/>
                  </a:ext>
                </a:extLst>
              </p:cNvPr>
              <p:cNvPicPr/>
              <p:nvPr/>
            </p:nvPicPr>
            <p:blipFill>
              <a:blip r:embed="rId525"/>
              <a:stretch>
                <a:fillRect/>
              </a:stretch>
            </p:blipFill>
            <p:spPr>
              <a:xfrm>
                <a:off x="5883768" y="4128264"/>
                <a:ext cx="30420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6">
            <p14:nvContentPartPr>
              <p14:cNvPr id="357" name="Ink 356">
                <a:extLst>
                  <a:ext uri="{FF2B5EF4-FFF2-40B4-BE49-F238E27FC236}">
                    <a16:creationId xmlns:a16="http://schemas.microsoft.com/office/drawing/2014/main" id="{1CDEB330-F5E2-35FE-2F57-2B7C58EF301B}"/>
                  </a:ext>
                </a:extLst>
              </p14:cNvPr>
              <p14:cNvContentPartPr/>
              <p14:nvPr/>
            </p14:nvContentPartPr>
            <p14:xfrm>
              <a:off x="6888168" y="5303304"/>
              <a:ext cx="21960" cy="241920"/>
            </p14:xfrm>
          </p:contentPart>
        </mc:Choice>
        <mc:Fallback xmlns="">
          <p:pic>
            <p:nvPicPr>
              <p:cNvPr id="357" name="Ink 356">
                <a:extLst>
                  <a:ext uri="{FF2B5EF4-FFF2-40B4-BE49-F238E27FC236}">
                    <a16:creationId xmlns:a16="http://schemas.microsoft.com/office/drawing/2014/main" id="{1CDEB330-F5E2-35FE-2F57-2B7C58EF301B}"/>
                  </a:ext>
                </a:extLst>
              </p:cNvPr>
              <p:cNvPicPr/>
              <p:nvPr/>
            </p:nvPicPr>
            <p:blipFill>
              <a:blip r:embed="rId527"/>
              <a:stretch>
                <a:fillRect/>
              </a:stretch>
            </p:blipFill>
            <p:spPr>
              <a:xfrm>
                <a:off x="6879528" y="5294664"/>
                <a:ext cx="39600" cy="259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60" name="Group 359">
            <a:extLst>
              <a:ext uri="{FF2B5EF4-FFF2-40B4-BE49-F238E27FC236}">
                <a16:creationId xmlns:a16="http://schemas.microsoft.com/office/drawing/2014/main" id="{83154F70-2BED-A493-7F02-441D8D873666}"/>
              </a:ext>
            </a:extLst>
          </p:cNvPr>
          <p:cNvGrpSpPr/>
          <p:nvPr/>
        </p:nvGrpSpPr>
        <p:grpSpPr>
          <a:xfrm>
            <a:off x="7134048" y="5363064"/>
            <a:ext cx="155880" cy="159120"/>
            <a:chOff x="7134048" y="5363064"/>
            <a:chExt cx="155880" cy="15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3033C27A-5F8D-B5A9-536A-12C4642CA65A}"/>
                    </a:ext>
                  </a:extLst>
                </p14:cNvPr>
                <p14:cNvContentPartPr/>
                <p14:nvPr/>
              </p14:nvContentPartPr>
              <p14:xfrm>
                <a:off x="7134048" y="5363064"/>
                <a:ext cx="133200" cy="15912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3033C27A-5F8D-B5A9-536A-12C4642CA65A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7125408" y="5354424"/>
                  <a:ext cx="1508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33E1F143-04F4-9871-7ACE-F2CC5D9A8CFC}"/>
                    </a:ext>
                  </a:extLst>
                </p14:cNvPr>
                <p14:cNvContentPartPr/>
                <p14:nvPr/>
              </p14:nvContentPartPr>
              <p14:xfrm>
                <a:off x="7187688" y="5417424"/>
                <a:ext cx="102240" cy="500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33E1F143-04F4-9871-7ACE-F2CC5D9A8CFC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7179048" y="5408424"/>
                  <a:ext cx="11988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130A10CE-C19F-9D97-1F46-FD21D60FB8A8}"/>
              </a:ext>
            </a:extLst>
          </p:cNvPr>
          <p:cNvGrpSpPr/>
          <p:nvPr/>
        </p:nvGrpSpPr>
        <p:grpSpPr>
          <a:xfrm>
            <a:off x="7513488" y="5356584"/>
            <a:ext cx="854280" cy="219240"/>
            <a:chOff x="7513488" y="5356584"/>
            <a:chExt cx="854280" cy="21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75D065A2-C53B-DAB6-ED46-A8D931CA5E95}"/>
                    </a:ext>
                  </a:extLst>
                </p14:cNvPr>
                <p14:cNvContentPartPr/>
                <p14:nvPr/>
              </p14:nvContentPartPr>
              <p14:xfrm>
                <a:off x="7513488" y="5357664"/>
                <a:ext cx="118440" cy="15192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75D065A2-C53B-DAB6-ED46-A8D931CA5E95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7504488" y="5348664"/>
                  <a:ext cx="1360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FC4B8D71-9B9A-3944-F600-A6BBF1329F20}"/>
                    </a:ext>
                  </a:extLst>
                </p14:cNvPr>
                <p14:cNvContentPartPr/>
                <p14:nvPr/>
              </p14:nvContentPartPr>
              <p14:xfrm>
                <a:off x="7755768" y="5438304"/>
                <a:ext cx="2520" cy="3996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FC4B8D71-9B9A-3944-F600-A6BBF1329F20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7746768" y="5429664"/>
                  <a:ext cx="2016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E981A3F9-E115-995C-5DE7-2B9B7BDD2899}"/>
                    </a:ext>
                  </a:extLst>
                </p14:cNvPr>
                <p14:cNvContentPartPr/>
                <p14:nvPr/>
              </p14:nvContentPartPr>
              <p14:xfrm>
                <a:off x="7887528" y="5388624"/>
                <a:ext cx="14400" cy="15048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E981A3F9-E115-995C-5DE7-2B9B7BDD2899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7878528" y="5379624"/>
                  <a:ext cx="320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357977C1-2C7D-4A7D-EC34-825A9A2D0410}"/>
                    </a:ext>
                  </a:extLst>
                </p14:cNvPr>
                <p14:cNvContentPartPr/>
                <p14:nvPr/>
              </p14:nvContentPartPr>
              <p14:xfrm>
                <a:off x="7977168" y="5381064"/>
                <a:ext cx="91080" cy="16236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357977C1-2C7D-4A7D-EC34-825A9A2D0410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7968528" y="5372064"/>
                  <a:ext cx="1087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0DBC6CF3-C721-DCAB-F3E0-C86586230A71}"/>
                    </a:ext>
                  </a:extLst>
                </p14:cNvPr>
                <p14:cNvContentPartPr/>
                <p14:nvPr/>
              </p14:nvContentPartPr>
              <p14:xfrm>
                <a:off x="8172648" y="5356584"/>
                <a:ext cx="91080" cy="21924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0DBC6CF3-C721-DCAB-F3E0-C86586230A71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8164008" y="5347584"/>
                  <a:ext cx="10872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A137E5BF-646C-278C-7F6F-43C569BD9591}"/>
                    </a:ext>
                  </a:extLst>
                </p14:cNvPr>
                <p14:cNvContentPartPr/>
                <p14:nvPr/>
              </p14:nvContentPartPr>
              <p14:xfrm>
                <a:off x="8335728" y="5396904"/>
                <a:ext cx="32040" cy="1746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A137E5BF-646C-278C-7F6F-43C569BD9591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8327088" y="5387904"/>
                  <a:ext cx="49680" cy="19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367" name="Ink 366">
                <a:extLst>
                  <a:ext uri="{FF2B5EF4-FFF2-40B4-BE49-F238E27FC236}">
                    <a16:creationId xmlns:a16="http://schemas.microsoft.com/office/drawing/2014/main" id="{17BDA13B-1397-831D-2CE1-E868EF38D316}"/>
                  </a:ext>
                </a:extLst>
              </p14:cNvPr>
              <p14:cNvContentPartPr/>
              <p14:nvPr/>
            </p14:nvContentPartPr>
            <p14:xfrm>
              <a:off x="8714808" y="5430384"/>
              <a:ext cx="161640" cy="15480"/>
            </p14:xfrm>
          </p:contentPart>
        </mc:Choice>
        <mc:Fallback xmlns="">
          <p:pic>
            <p:nvPicPr>
              <p:cNvPr id="367" name="Ink 366">
                <a:extLst>
                  <a:ext uri="{FF2B5EF4-FFF2-40B4-BE49-F238E27FC236}">
                    <a16:creationId xmlns:a16="http://schemas.microsoft.com/office/drawing/2014/main" id="{17BDA13B-1397-831D-2CE1-E868EF38D316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8705808" y="5421384"/>
                <a:ext cx="179280" cy="3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6">
            <p14:nvContentPartPr>
              <p14:cNvPr id="368" name="Ink 367">
                <a:extLst>
                  <a:ext uri="{FF2B5EF4-FFF2-40B4-BE49-F238E27FC236}">
                    <a16:creationId xmlns:a16="http://schemas.microsoft.com/office/drawing/2014/main" id="{1E9000C0-880A-7D80-F6A6-A6A92782FDA9}"/>
                  </a:ext>
                </a:extLst>
              </p14:cNvPr>
              <p14:cNvContentPartPr/>
              <p14:nvPr/>
            </p14:nvContentPartPr>
            <p14:xfrm>
              <a:off x="8752248" y="5544864"/>
              <a:ext cx="64080" cy="13320"/>
            </p14:xfrm>
          </p:contentPart>
        </mc:Choice>
        <mc:Fallback xmlns="">
          <p:pic>
            <p:nvPicPr>
              <p:cNvPr id="368" name="Ink 367">
                <a:extLst>
                  <a:ext uri="{FF2B5EF4-FFF2-40B4-BE49-F238E27FC236}">
                    <a16:creationId xmlns:a16="http://schemas.microsoft.com/office/drawing/2014/main" id="{1E9000C0-880A-7D80-F6A6-A6A92782FDA9}"/>
                  </a:ext>
                </a:extLst>
              </p:cNvPr>
              <p:cNvPicPr/>
              <p:nvPr/>
            </p:nvPicPr>
            <p:blipFill>
              <a:blip r:embed="rId547"/>
              <a:stretch>
                <a:fillRect/>
              </a:stretch>
            </p:blipFill>
            <p:spPr>
              <a:xfrm>
                <a:off x="8743608" y="5535864"/>
                <a:ext cx="81720" cy="3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75" name="Group 374">
            <a:extLst>
              <a:ext uri="{FF2B5EF4-FFF2-40B4-BE49-F238E27FC236}">
                <a16:creationId xmlns:a16="http://schemas.microsoft.com/office/drawing/2014/main" id="{890D814E-9915-1BA3-7DE3-825382169F4A}"/>
              </a:ext>
            </a:extLst>
          </p:cNvPr>
          <p:cNvGrpSpPr/>
          <p:nvPr/>
        </p:nvGrpSpPr>
        <p:grpSpPr>
          <a:xfrm>
            <a:off x="9184248" y="5341464"/>
            <a:ext cx="870120" cy="207360"/>
            <a:chOff x="9184248" y="5341464"/>
            <a:chExt cx="870120" cy="20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532F5096-4A8B-26ED-6434-1A84F6EAD244}"/>
                    </a:ext>
                  </a:extLst>
                </p14:cNvPr>
                <p14:cNvContentPartPr/>
                <p14:nvPr/>
              </p14:nvContentPartPr>
              <p14:xfrm>
                <a:off x="9184248" y="5398344"/>
                <a:ext cx="118080" cy="14688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532F5096-4A8B-26ED-6434-1A84F6EAD244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9175608" y="5389704"/>
                  <a:ext cx="13572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13BBEEF9-FF76-6513-80B9-FE82BDA24CDC}"/>
                    </a:ext>
                  </a:extLst>
                </p14:cNvPr>
                <p14:cNvContentPartPr/>
                <p14:nvPr/>
              </p14:nvContentPartPr>
              <p14:xfrm>
                <a:off x="9451008" y="5444784"/>
                <a:ext cx="6120" cy="4140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13BBEEF9-FF76-6513-80B9-FE82BDA24CDC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9442008" y="5435784"/>
                  <a:ext cx="2376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C3958D54-5E5D-E019-D8F5-38C8D3A70AA5}"/>
                    </a:ext>
                  </a:extLst>
                </p14:cNvPr>
                <p14:cNvContentPartPr/>
                <p14:nvPr/>
              </p14:nvContentPartPr>
              <p14:xfrm>
                <a:off x="9550008" y="5358744"/>
                <a:ext cx="14760" cy="15948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C3958D54-5E5D-E019-D8F5-38C8D3A70AA5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9541368" y="5350104"/>
                  <a:ext cx="324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EFAD0844-0F05-046A-4DCF-18F6C82414BB}"/>
                    </a:ext>
                  </a:extLst>
                </p14:cNvPr>
                <p14:cNvContentPartPr/>
                <p14:nvPr/>
              </p14:nvContentPartPr>
              <p14:xfrm>
                <a:off x="9665208" y="5341464"/>
                <a:ext cx="101520" cy="19368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EFAD0844-0F05-046A-4DCF-18F6C82414BB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9656208" y="5332824"/>
                  <a:ext cx="1191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4DD5CF6B-3965-7257-27DF-60C658228BB4}"/>
                    </a:ext>
                  </a:extLst>
                </p14:cNvPr>
                <p14:cNvContentPartPr/>
                <p14:nvPr/>
              </p14:nvContentPartPr>
              <p14:xfrm>
                <a:off x="9841608" y="5349024"/>
                <a:ext cx="92520" cy="19368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4DD5CF6B-3965-7257-27DF-60C658228BB4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9832608" y="5340384"/>
                  <a:ext cx="1101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E4D85E7F-8067-29E6-D960-6F2EB074CA03}"/>
                    </a:ext>
                  </a:extLst>
                </p14:cNvPr>
                <p14:cNvContentPartPr/>
                <p14:nvPr/>
              </p14:nvContentPartPr>
              <p14:xfrm>
                <a:off x="9987048" y="5404104"/>
                <a:ext cx="67320" cy="14472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E4D85E7F-8067-29E6-D960-6F2EB074CA03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9978408" y="5395464"/>
                  <a:ext cx="8496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FA5235-FD26-FB5F-4291-30F9C56C882D}"/>
              </a:ext>
            </a:extLst>
          </p:cNvPr>
          <p:cNvGrpSpPr/>
          <p:nvPr/>
        </p:nvGrpSpPr>
        <p:grpSpPr>
          <a:xfrm>
            <a:off x="644328" y="3656664"/>
            <a:ext cx="3425040" cy="576000"/>
            <a:chOff x="644328" y="3656664"/>
            <a:chExt cx="3425040" cy="57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1D2C27AD-4F76-2BC6-E927-FC78B0A9DEA6}"/>
                    </a:ext>
                  </a:extLst>
                </p14:cNvPr>
                <p14:cNvContentPartPr/>
                <p14:nvPr/>
              </p14:nvContentPartPr>
              <p14:xfrm>
                <a:off x="1991088" y="3971304"/>
                <a:ext cx="48240" cy="1512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1D2C27AD-4F76-2BC6-E927-FC78B0A9DEA6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1982088" y="3962304"/>
                  <a:ext cx="658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0407F66B-474A-5A07-1200-BB25E274C7D9}"/>
                    </a:ext>
                  </a:extLst>
                </p14:cNvPr>
                <p14:cNvContentPartPr/>
                <p14:nvPr/>
              </p14:nvContentPartPr>
              <p14:xfrm>
                <a:off x="1840608" y="3921264"/>
                <a:ext cx="377640" cy="349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0407F66B-474A-5A07-1200-BB25E274C7D9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1831608" y="3912624"/>
                  <a:ext cx="3952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FA5F0346-2637-5F8A-DED3-06AD0CE2D567}"/>
                    </a:ext>
                  </a:extLst>
                </p14:cNvPr>
                <p14:cNvContentPartPr/>
                <p14:nvPr/>
              </p14:nvContentPartPr>
              <p14:xfrm>
                <a:off x="2233008" y="3981744"/>
                <a:ext cx="19080" cy="1684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FA5F0346-2637-5F8A-DED3-06AD0CE2D567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2224008" y="3972744"/>
                  <a:ext cx="367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3B6E6FCE-CC78-AEF9-A069-87957004DEE9}"/>
                    </a:ext>
                  </a:extLst>
                </p14:cNvPr>
                <p14:cNvContentPartPr/>
                <p14:nvPr/>
              </p14:nvContentPartPr>
              <p14:xfrm>
                <a:off x="2253168" y="3918384"/>
                <a:ext cx="158400" cy="450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3B6E6FCE-CC78-AEF9-A069-87957004DEE9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2244168" y="3909384"/>
                  <a:ext cx="1760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66905049-085E-F2EE-9396-05706769009A}"/>
                    </a:ext>
                  </a:extLst>
                </p14:cNvPr>
                <p14:cNvContentPartPr/>
                <p14:nvPr/>
              </p14:nvContentPartPr>
              <p14:xfrm>
                <a:off x="2282328" y="4026384"/>
                <a:ext cx="152280" cy="288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66905049-085E-F2EE-9396-05706769009A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2273688" y="4017744"/>
                  <a:ext cx="16992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15BAC616-60C5-0ED1-C923-EBF8E22A5B88}"/>
                    </a:ext>
                  </a:extLst>
                </p14:cNvPr>
                <p14:cNvContentPartPr/>
                <p14:nvPr/>
              </p14:nvContentPartPr>
              <p14:xfrm>
                <a:off x="2614968" y="3803184"/>
                <a:ext cx="163080" cy="42948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15BAC616-60C5-0ED1-C923-EBF8E22A5B88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2606328" y="3794184"/>
                  <a:ext cx="18072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50853BF3-591C-F5AC-BF27-B2A2AB6F2D8B}"/>
                    </a:ext>
                  </a:extLst>
                </p14:cNvPr>
                <p14:cNvContentPartPr/>
                <p14:nvPr/>
              </p14:nvContentPartPr>
              <p14:xfrm>
                <a:off x="2877768" y="3918384"/>
                <a:ext cx="12600" cy="435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50853BF3-591C-F5AC-BF27-B2A2AB6F2D8B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2868768" y="3909744"/>
                  <a:ext cx="3024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3A135230-9A66-AC61-4EF5-6EDCCB0D8362}"/>
                    </a:ext>
                  </a:extLst>
                </p14:cNvPr>
                <p14:cNvContentPartPr/>
                <p14:nvPr/>
              </p14:nvContentPartPr>
              <p14:xfrm>
                <a:off x="2921328" y="3940344"/>
                <a:ext cx="6120" cy="3780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3A135230-9A66-AC61-4EF5-6EDCCB0D8362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2912328" y="3931704"/>
                  <a:ext cx="237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3FDE0965-4A2F-521A-4141-C401321BE7AF}"/>
                    </a:ext>
                  </a:extLst>
                </p14:cNvPr>
                <p14:cNvContentPartPr/>
                <p14:nvPr/>
              </p14:nvContentPartPr>
              <p14:xfrm>
                <a:off x="2990808" y="3931704"/>
                <a:ext cx="210240" cy="16200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3FDE0965-4A2F-521A-4141-C401321BE7AF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2981808" y="3922704"/>
                  <a:ext cx="2278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81A73EBC-2B0A-F01C-7C28-3A0058D9A41C}"/>
                    </a:ext>
                  </a:extLst>
                </p14:cNvPr>
                <p14:cNvContentPartPr/>
                <p14:nvPr/>
              </p14:nvContentPartPr>
              <p14:xfrm>
                <a:off x="3101328" y="3945024"/>
                <a:ext cx="328320" cy="25236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81A73EBC-2B0A-F01C-7C28-3A0058D9A41C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3092688" y="3936384"/>
                  <a:ext cx="34596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5855FE19-C519-96F7-42E4-777679411BEB}"/>
                    </a:ext>
                  </a:extLst>
                </p14:cNvPr>
                <p14:cNvContentPartPr/>
                <p14:nvPr/>
              </p14:nvContentPartPr>
              <p14:xfrm>
                <a:off x="3469248" y="3952224"/>
                <a:ext cx="107640" cy="2019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5855FE19-C519-96F7-42E4-777679411BEB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3460248" y="3943584"/>
                  <a:ext cx="12528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98251601-00D8-08F0-16B0-233754AE53C0}"/>
                    </a:ext>
                  </a:extLst>
                </p14:cNvPr>
                <p14:cNvContentPartPr/>
                <p14:nvPr/>
              </p14:nvContentPartPr>
              <p14:xfrm>
                <a:off x="3614328" y="3913704"/>
                <a:ext cx="132840" cy="17712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98251601-00D8-08F0-16B0-233754AE53C0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3605688" y="3905064"/>
                  <a:ext cx="1504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BDD9058D-677C-3A43-E0A2-C077ABAC00A3}"/>
                    </a:ext>
                  </a:extLst>
                </p14:cNvPr>
                <p14:cNvContentPartPr/>
                <p14:nvPr/>
              </p14:nvContentPartPr>
              <p14:xfrm>
                <a:off x="3817008" y="3874464"/>
                <a:ext cx="8640" cy="547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BDD9058D-677C-3A43-E0A2-C077ABAC00A3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3808368" y="3865824"/>
                  <a:ext cx="262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B859844D-5039-94FB-730B-A78211115FA5}"/>
                    </a:ext>
                  </a:extLst>
                </p14:cNvPr>
                <p14:cNvContentPartPr/>
                <p14:nvPr/>
              </p14:nvContentPartPr>
              <p14:xfrm>
                <a:off x="3852648" y="3879144"/>
                <a:ext cx="25920" cy="496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B859844D-5039-94FB-730B-A78211115FA5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3843648" y="3870144"/>
                  <a:ext cx="4356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E89175DB-7B55-25DD-D301-48CF4F6AA8D0}"/>
                    </a:ext>
                  </a:extLst>
                </p14:cNvPr>
                <p14:cNvContentPartPr/>
                <p14:nvPr/>
              </p14:nvContentPartPr>
              <p14:xfrm>
                <a:off x="3760488" y="4044744"/>
                <a:ext cx="52920" cy="543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E89175DB-7B55-25DD-D301-48CF4F6AA8D0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3751488" y="4035744"/>
                  <a:ext cx="7056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AE26CB16-0C11-DB4A-474E-114A48157199}"/>
                    </a:ext>
                  </a:extLst>
                </p14:cNvPr>
                <p14:cNvContentPartPr/>
                <p14:nvPr/>
              </p14:nvContentPartPr>
              <p14:xfrm>
                <a:off x="4049928" y="4103784"/>
                <a:ext cx="19440" cy="712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AE26CB16-0C11-DB4A-474E-114A48157199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4041288" y="4094784"/>
                  <a:ext cx="3708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FD93B612-6207-6C59-9F85-34476DDFF919}"/>
                    </a:ext>
                  </a:extLst>
                </p14:cNvPr>
                <p14:cNvContentPartPr/>
                <p14:nvPr/>
              </p14:nvContentPartPr>
              <p14:xfrm>
                <a:off x="707328" y="3694464"/>
                <a:ext cx="18000" cy="19188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FD93B612-6207-6C59-9F85-34476DDFF919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698688" y="3685824"/>
                  <a:ext cx="356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69813DB6-E671-4ADD-C2A1-28F61EEFC988}"/>
                    </a:ext>
                  </a:extLst>
                </p14:cNvPr>
                <p14:cNvContentPartPr/>
                <p14:nvPr/>
              </p14:nvContentPartPr>
              <p14:xfrm>
                <a:off x="644328" y="3656664"/>
                <a:ext cx="254160" cy="8388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69813DB6-E671-4ADD-C2A1-28F61EEFC988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635688" y="3648024"/>
                  <a:ext cx="2718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D3D96CA4-00BB-F232-254F-2D89CBB16BAF}"/>
                    </a:ext>
                  </a:extLst>
                </p14:cNvPr>
                <p14:cNvContentPartPr/>
                <p14:nvPr/>
              </p14:nvContentPartPr>
              <p14:xfrm>
                <a:off x="731088" y="3775104"/>
                <a:ext cx="275040" cy="6984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D3D96CA4-00BB-F232-254F-2D89CBB16BAF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722088" y="3766464"/>
                  <a:ext cx="2926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60A13535-BE53-5AF6-FD71-BF896B981BC0}"/>
                    </a:ext>
                  </a:extLst>
                </p14:cNvPr>
                <p14:cNvContentPartPr/>
                <p14:nvPr/>
              </p14:nvContentPartPr>
              <p14:xfrm>
                <a:off x="1073448" y="3773304"/>
                <a:ext cx="101520" cy="5760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60A13535-BE53-5AF6-FD71-BF896B981BC0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1064448" y="3764664"/>
                  <a:ext cx="11916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3BC3BA77-EBFB-2422-EA1F-22D7B2FC1C87}"/>
                    </a:ext>
                  </a:extLst>
                </p14:cNvPr>
                <p14:cNvContentPartPr/>
                <p14:nvPr/>
              </p14:nvContentPartPr>
              <p14:xfrm>
                <a:off x="1324368" y="3708864"/>
                <a:ext cx="215280" cy="13356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3BC3BA77-EBFB-2422-EA1F-22D7B2FC1C87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1315368" y="3700224"/>
                  <a:ext cx="2329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66671732-2A44-AFE6-BB5F-017208535E69}"/>
                    </a:ext>
                  </a:extLst>
                </p14:cNvPr>
                <p14:cNvContentPartPr/>
                <p14:nvPr/>
              </p14:nvContentPartPr>
              <p14:xfrm>
                <a:off x="1621728" y="3766464"/>
                <a:ext cx="60480" cy="6048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66671732-2A44-AFE6-BB5F-017208535E69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1613088" y="3757464"/>
                  <a:ext cx="781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E1A35744-CDE9-0393-B8A1-3819390C2B3B}"/>
                    </a:ext>
                  </a:extLst>
                </p14:cNvPr>
                <p14:cNvContentPartPr/>
                <p14:nvPr/>
              </p14:nvContentPartPr>
              <p14:xfrm>
                <a:off x="1748808" y="3758184"/>
                <a:ext cx="63720" cy="6804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E1A35744-CDE9-0393-B8A1-3819390C2B3B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1740168" y="3749544"/>
                  <a:ext cx="813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A8120F6E-457A-C7B9-9DA1-BEC86B4C85D0}"/>
                    </a:ext>
                  </a:extLst>
                </p14:cNvPr>
                <p14:cNvContentPartPr/>
                <p14:nvPr/>
              </p14:nvContentPartPr>
              <p14:xfrm>
                <a:off x="1896768" y="3737304"/>
                <a:ext cx="16920" cy="8460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A8120F6E-457A-C7B9-9DA1-BEC86B4C85D0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1888128" y="3728304"/>
                  <a:ext cx="3456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BC13C198-AB09-E136-741C-7B10DF65DD7B}"/>
                    </a:ext>
                  </a:extLst>
                </p14:cNvPr>
                <p14:cNvContentPartPr/>
                <p14:nvPr/>
              </p14:nvContentPartPr>
              <p14:xfrm>
                <a:off x="2063448" y="3804264"/>
                <a:ext cx="9000" cy="2916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BC13C198-AB09-E136-741C-7B10DF65DD7B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2054808" y="3795264"/>
                  <a:ext cx="266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E212F84B-CE3A-2E8E-8651-1FE766128A82}"/>
                    </a:ext>
                  </a:extLst>
                </p14:cNvPr>
                <p14:cNvContentPartPr/>
                <p14:nvPr/>
              </p14:nvContentPartPr>
              <p14:xfrm>
                <a:off x="2052288" y="3685464"/>
                <a:ext cx="4320" cy="2556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E212F84B-CE3A-2E8E-8651-1FE766128A8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043648" y="3676824"/>
                  <a:ext cx="219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7892145C-1BF0-EDF7-C6B7-6519A78A452D}"/>
                    </a:ext>
                  </a:extLst>
                </p14:cNvPr>
                <p14:cNvContentPartPr/>
                <p14:nvPr/>
              </p14:nvContentPartPr>
              <p14:xfrm>
                <a:off x="864648" y="3882744"/>
                <a:ext cx="1050480" cy="3924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7892145C-1BF0-EDF7-C6B7-6519A78A452D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855648" y="3874104"/>
                  <a:ext cx="10681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EAAFA980-4A24-FEF0-3EF0-178F15713008}"/>
                    </a:ext>
                  </a:extLst>
                </p14:cNvPr>
                <p14:cNvContentPartPr/>
                <p14:nvPr/>
              </p14:nvContentPartPr>
              <p14:xfrm>
                <a:off x="866088" y="3881304"/>
                <a:ext cx="1012680" cy="5112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EAAFA980-4A24-FEF0-3EF0-178F15713008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857088" y="3872304"/>
                  <a:ext cx="1030320" cy="6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F6579955-9CDE-1B97-FE70-3B3994AF09B1}"/>
              </a:ext>
            </a:extLst>
          </p:cNvPr>
          <p:cNvGrpSpPr/>
          <p:nvPr/>
        </p:nvGrpSpPr>
        <p:grpSpPr>
          <a:xfrm>
            <a:off x="999648" y="5598864"/>
            <a:ext cx="1482840" cy="439560"/>
            <a:chOff x="999648" y="5598864"/>
            <a:chExt cx="148284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66642FAF-8FF2-F022-DBEE-A653B2B8FBDB}"/>
                    </a:ext>
                  </a:extLst>
                </p14:cNvPr>
                <p14:cNvContentPartPr/>
                <p14:nvPr/>
              </p14:nvContentPartPr>
              <p14:xfrm>
                <a:off x="999648" y="5598864"/>
                <a:ext cx="198000" cy="33552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66642FAF-8FF2-F022-DBEE-A653B2B8FBDB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990648" y="5590224"/>
                  <a:ext cx="21564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95F934D2-002E-0989-8C34-4A38EB3D36ED}"/>
                    </a:ext>
                  </a:extLst>
                </p14:cNvPr>
                <p14:cNvContentPartPr/>
                <p14:nvPr/>
              </p14:nvContentPartPr>
              <p14:xfrm>
                <a:off x="1063368" y="5776344"/>
                <a:ext cx="185040" cy="6012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95F934D2-002E-0989-8C34-4A38EB3D36ED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1054368" y="5767344"/>
                  <a:ext cx="2026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2826006D-7811-EA43-C4EB-A76A74604543}"/>
                    </a:ext>
                  </a:extLst>
                </p14:cNvPr>
                <p14:cNvContentPartPr/>
                <p14:nvPr/>
              </p14:nvContentPartPr>
              <p14:xfrm>
                <a:off x="1340928" y="5715144"/>
                <a:ext cx="144720" cy="13644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2826006D-7811-EA43-C4EB-A76A74604543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1331928" y="5706144"/>
                  <a:ext cx="16236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1ACCA61E-744D-5BA9-2FC4-30EAD9BF6DB6}"/>
                    </a:ext>
                  </a:extLst>
                </p14:cNvPr>
                <p14:cNvContentPartPr/>
                <p14:nvPr/>
              </p14:nvContentPartPr>
              <p14:xfrm>
                <a:off x="1680768" y="5683464"/>
                <a:ext cx="116280" cy="16812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1ACCA61E-744D-5BA9-2FC4-30EAD9BF6DB6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1672128" y="5674824"/>
                  <a:ext cx="13392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05BF3D3F-FE29-AC55-AFF3-5C3E5BBA670A}"/>
                    </a:ext>
                  </a:extLst>
                </p14:cNvPr>
                <p14:cNvContentPartPr/>
                <p14:nvPr/>
              </p14:nvContentPartPr>
              <p14:xfrm>
                <a:off x="1912968" y="5734584"/>
                <a:ext cx="40320" cy="6876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05BF3D3F-FE29-AC55-AFF3-5C3E5BBA670A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1903968" y="5725944"/>
                  <a:ext cx="579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5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A5B6AF2A-35DA-190D-273A-1AF9B94280E9}"/>
                    </a:ext>
                  </a:extLst>
                </p14:cNvPr>
                <p14:cNvContentPartPr/>
                <p14:nvPr/>
              </p14:nvContentPartPr>
              <p14:xfrm>
                <a:off x="2036808" y="5740344"/>
                <a:ext cx="68760" cy="8892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A5B6AF2A-35DA-190D-273A-1AF9B94280E9}"/>
                    </a:ext>
                  </a:extLst>
                </p:cNvPr>
                <p:cNvPicPr/>
                <p:nvPr/>
              </p:nvPicPr>
              <p:blipFill>
                <a:blip r:embed="rId626"/>
                <a:stretch>
                  <a:fillRect/>
                </a:stretch>
              </p:blipFill>
              <p:spPr>
                <a:xfrm>
                  <a:off x="2028168" y="5731344"/>
                  <a:ext cx="8640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7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035F85F7-242A-67BA-44F4-FDA4E3D6CF64}"/>
                    </a:ext>
                  </a:extLst>
                </p14:cNvPr>
                <p14:cNvContentPartPr/>
                <p14:nvPr/>
              </p14:nvContentPartPr>
              <p14:xfrm>
                <a:off x="2173608" y="5730264"/>
                <a:ext cx="92520" cy="9864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035F85F7-242A-67BA-44F4-FDA4E3D6CF64}"/>
                    </a:ext>
                  </a:extLst>
                </p:cNvPr>
                <p:cNvPicPr/>
                <p:nvPr/>
              </p:nvPicPr>
              <p:blipFill>
                <a:blip r:embed="rId628"/>
                <a:stretch>
                  <a:fillRect/>
                </a:stretch>
              </p:blipFill>
              <p:spPr>
                <a:xfrm>
                  <a:off x="2164608" y="5721624"/>
                  <a:ext cx="11016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9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8BBD5E93-DD3D-E34B-E3E4-7CD58E021F8E}"/>
                    </a:ext>
                  </a:extLst>
                </p14:cNvPr>
                <p14:cNvContentPartPr/>
                <p14:nvPr/>
              </p14:nvContentPartPr>
              <p14:xfrm>
                <a:off x="1024488" y="5994504"/>
                <a:ext cx="1351080" cy="4392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8BBD5E93-DD3D-E34B-E3E4-7CD58E021F8E}"/>
                    </a:ext>
                  </a:extLst>
                </p:cNvPr>
                <p:cNvPicPr/>
                <p:nvPr/>
              </p:nvPicPr>
              <p:blipFill>
                <a:blip r:embed="rId630"/>
                <a:stretch>
                  <a:fillRect/>
                </a:stretch>
              </p:blipFill>
              <p:spPr>
                <a:xfrm>
                  <a:off x="1015488" y="5985864"/>
                  <a:ext cx="13687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1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56B0D644-E853-6F0D-26EA-694101F6816E}"/>
                    </a:ext>
                  </a:extLst>
                </p14:cNvPr>
                <p14:cNvContentPartPr/>
                <p14:nvPr/>
              </p14:nvContentPartPr>
              <p14:xfrm>
                <a:off x="2476008" y="5922504"/>
                <a:ext cx="6480" cy="4644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56B0D644-E853-6F0D-26EA-694101F6816E}"/>
                    </a:ext>
                  </a:extLst>
                </p:cNvPr>
                <p:cNvPicPr/>
                <p:nvPr/>
              </p:nvPicPr>
              <p:blipFill>
                <a:blip r:embed="rId632"/>
                <a:stretch>
                  <a:fillRect/>
                </a:stretch>
              </p:blipFill>
              <p:spPr>
                <a:xfrm>
                  <a:off x="2467368" y="5913504"/>
                  <a:ext cx="241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3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F3F54F16-8617-0639-6E15-6E23B072D189}"/>
                    </a:ext>
                  </a:extLst>
                </p14:cNvPr>
                <p14:cNvContentPartPr/>
                <p14:nvPr/>
              </p14:nvContentPartPr>
              <p14:xfrm>
                <a:off x="2470608" y="5694624"/>
                <a:ext cx="7920" cy="4356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F3F54F16-8617-0639-6E15-6E23B072D189}"/>
                    </a:ext>
                  </a:extLst>
                </p:cNvPr>
                <p:cNvPicPr/>
                <p:nvPr/>
              </p:nvPicPr>
              <p:blipFill>
                <a:blip r:embed="rId634"/>
                <a:stretch>
                  <a:fillRect/>
                </a:stretch>
              </p:blipFill>
              <p:spPr>
                <a:xfrm>
                  <a:off x="2461608" y="5685624"/>
                  <a:ext cx="25560" cy="6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C264E6F9-5E76-5FBF-0383-B86723FAAC6D}"/>
              </a:ext>
            </a:extLst>
          </p:cNvPr>
          <p:cNvGrpSpPr/>
          <p:nvPr/>
        </p:nvGrpSpPr>
        <p:grpSpPr>
          <a:xfrm>
            <a:off x="2784528" y="5902704"/>
            <a:ext cx="379080" cy="195840"/>
            <a:chOff x="2784528" y="5902704"/>
            <a:chExt cx="379080" cy="19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5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B52DE793-AD47-0157-63B5-53BB6200A3A7}"/>
                    </a:ext>
                  </a:extLst>
                </p14:cNvPr>
                <p14:cNvContentPartPr/>
                <p14:nvPr/>
              </p14:nvContentPartPr>
              <p14:xfrm>
                <a:off x="2856528" y="5929704"/>
                <a:ext cx="20880" cy="16884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B52DE793-AD47-0157-63B5-53BB6200A3A7}"/>
                    </a:ext>
                  </a:extLst>
                </p:cNvPr>
                <p:cNvPicPr/>
                <p:nvPr/>
              </p:nvPicPr>
              <p:blipFill>
                <a:blip r:embed="rId636"/>
                <a:stretch>
                  <a:fillRect/>
                </a:stretch>
              </p:blipFill>
              <p:spPr>
                <a:xfrm>
                  <a:off x="2847528" y="5920704"/>
                  <a:ext cx="385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7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05644BB9-536E-2A9E-B711-2DB9F4C5946C}"/>
                    </a:ext>
                  </a:extLst>
                </p14:cNvPr>
                <p14:cNvContentPartPr/>
                <p14:nvPr/>
              </p14:nvContentPartPr>
              <p14:xfrm>
                <a:off x="2784528" y="5902704"/>
                <a:ext cx="171000" cy="1908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05644BB9-536E-2A9E-B711-2DB9F4C5946C}"/>
                    </a:ext>
                  </a:extLst>
                </p:cNvPr>
                <p:cNvPicPr/>
                <p:nvPr/>
              </p:nvPicPr>
              <p:blipFill>
                <a:blip r:embed="rId638"/>
                <a:stretch>
                  <a:fillRect/>
                </a:stretch>
              </p:blipFill>
              <p:spPr>
                <a:xfrm>
                  <a:off x="2775528" y="5893704"/>
                  <a:ext cx="1886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9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262112ED-04A0-6C7E-BA07-4F93BEB7D5C0}"/>
                    </a:ext>
                  </a:extLst>
                </p14:cNvPr>
                <p14:cNvContentPartPr/>
                <p14:nvPr/>
              </p14:nvContentPartPr>
              <p14:xfrm>
                <a:off x="3028248" y="5919624"/>
                <a:ext cx="23760" cy="15336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262112ED-04A0-6C7E-BA07-4F93BEB7D5C0}"/>
                    </a:ext>
                  </a:extLst>
                </p:cNvPr>
                <p:cNvPicPr/>
                <p:nvPr/>
              </p:nvPicPr>
              <p:blipFill>
                <a:blip r:embed="rId640"/>
                <a:stretch>
                  <a:fillRect/>
                </a:stretch>
              </p:blipFill>
              <p:spPr>
                <a:xfrm>
                  <a:off x="3019608" y="5910984"/>
                  <a:ext cx="414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1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07D54681-BAE9-2607-4336-7CD8663C59BA}"/>
                    </a:ext>
                  </a:extLst>
                </p14:cNvPr>
                <p14:cNvContentPartPr/>
                <p14:nvPr/>
              </p14:nvContentPartPr>
              <p14:xfrm>
                <a:off x="3042288" y="5910264"/>
                <a:ext cx="112320" cy="3024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07D54681-BAE9-2607-4336-7CD8663C59BA}"/>
                    </a:ext>
                  </a:extLst>
                </p:cNvPr>
                <p:cNvPicPr/>
                <p:nvPr/>
              </p:nvPicPr>
              <p:blipFill>
                <a:blip r:embed="rId642"/>
                <a:stretch>
                  <a:fillRect/>
                </a:stretch>
              </p:blipFill>
              <p:spPr>
                <a:xfrm>
                  <a:off x="3033648" y="5901264"/>
                  <a:ext cx="1299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3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97085C3E-D98C-54D0-C6F1-B5A75FA7E5FD}"/>
                    </a:ext>
                  </a:extLst>
                </p14:cNvPr>
                <p14:cNvContentPartPr/>
                <p14:nvPr/>
              </p14:nvContentPartPr>
              <p14:xfrm>
                <a:off x="3059568" y="6007104"/>
                <a:ext cx="104040" cy="1512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97085C3E-D98C-54D0-C6F1-B5A75FA7E5FD}"/>
                    </a:ext>
                  </a:extLst>
                </p:cNvPr>
                <p:cNvPicPr/>
                <p:nvPr/>
              </p:nvPicPr>
              <p:blipFill>
                <a:blip r:embed="rId644"/>
                <a:stretch>
                  <a:fillRect/>
                </a:stretch>
              </p:blipFill>
              <p:spPr>
                <a:xfrm>
                  <a:off x="3050928" y="5998464"/>
                  <a:ext cx="12168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883245F9-0D0D-B583-50A9-A4E75A80B969}"/>
              </a:ext>
            </a:extLst>
          </p:cNvPr>
          <p:cNvGrpSpPr/>
          <p:nvPr/>
        </p:nvGrpSpPr>
        <p:grpSpPr>
          <a:xfrm>
            <a:off x="3354768" y="5835384"/>
            <a:ext cx="1278360" cy="366480"/>
            <a:chOff x="3354768" y="5835384"/>
            <a:chExt cx="1278360" cy="36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5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10267218-D743-249B-E933-46F1D58A0FEB}"/>
                    </a:ext>
                  </a:extLst>
                </p14:cNvPr>
                <p14:cNvContentPartPr/>
                <p14:nvPr/>
              </p14:nvContentPartPr>
              <p14:xfrm>
                <a:off x="3354768" y="5835384"/>
                <a:ext cx="142200" cy="36648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10267218-D743-249B-E933-46F1D58A0FEB}"/>
                    </a:ext>
                  </a:extLst>
                </p:cNvPr>
                <p:cNvPicPr/>
                <p:nvPr/>
              </p:nvPicPr>
              <p:blipFill>
                <a:blip r:embed="rId646"/>
                <a:stretch>
                  <a:fillRect/>
                </a:stretch>
              </p:blipFill>
              <p:spPr>
                <a:xfrm>
                  <a:off x="3346128" y="5826384"/>
                  <a:ext cx="15984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7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0B05E84A-000F-D74C-E4F4-83B2EDA26CDA}"/>
                    </a:ext>
                  </a:extLst>
                </p14:cNvPr>
                <p14:cNvContentPartPr/>
                <p14:nvPr/>
              </p14:nvContentPartPr>
              <p14:xfrm>
                <a:off x="3545928" y="5891904"/>
                <a:ext cx="28080" cy="5616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0B05E84A-000F-D74C-E4F4-83B2EDA26CDA}"/>
                    </a:ext>
                  </a:extLst>
                </p:cNvPr>
                <p:cNvPicPr/>
                <p:nvPr/>
              </p:nvPicPr>
              <p:blipFill>
                <a:blip r:embed="rId648"/>
                <a:stretch>
                  <a:fillRect/>
                </a:stretch>
              </p:blipFill>
              <p:spPr>
                <a:xfrm>
                  <a:off x="3537288" y="5883264"/>
                  <a:ext cx="4572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9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6D26AB70-D63A-B540-74D2-68F561B8B244}"/>
                    </a:ext>
                  </a:extLst>
                </p14:cNvPr>
                <p14:cNvContentPartPr/>
                <p14:nvPr/>
              </p14:nvContentPartPr>
              <p14:xfrm>
                <a:off x="3599568" y="5902704"/>
                <a:ext cx="19440" cy="41760"/>
              </p14:xfrm>
            </p:contentPart>
          </mc:Choice>
          <mc:Fallback xmlns=""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6D26AB70-D63A-B540-74D2-68F561B8B244}"/>
                    </a:ext>
                  </a:extLst>
                </p:cNvPr>
                <p:cNvPicPr/>
                <p:nvPr/>
              </p:nvPicPr>
              <p:blipFill>
                <a:blip r:embed="rId650"/>
                <a:stretch>
                  <a:fillRect/>
                </a:stretch>
              </p:blipFill>
              <p:spPr>
                <a:xfrm>
                  <a:off x="3590928" y="5893704"/>
                  <a:ext cx="3708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1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A3903A87-B3B0-E125-AF7F-05BCBA4F5021}"/>
                    </a:ext>
                  </a:extLst>
                </p14:cNvPr>
                <p14:cNvContentPartPr/>
                <p14:nvPr/>
              </p14:nvContentPartPr>
              <p14:xfrm>
                <a:off x="3748248" y="5876424"/>
                <a:ext cx="300600" cy="26964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A3903A87-B3B0-E125-AF7F-05BCBA4F5021}"/>
                    </a:ext>
                  </a:extLst>
                </p:cNvPr>
                <p:cNvPicPr/>
                <p:nvPr/>
              </p:nvPicPr>
              <p:blipFill>
                <a:blip r:embed="rId652"/>
                <a:stretch>
                  <a:fillRect/>
                </a:stretch>
              </p:blipFill>
              <p:spPr>
                <a:xfrm>
                  <a:off x="3739608" y="5867424"/>
                  <a:ext cx="31824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3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E6CEAD91-3007-AB28-6A11-833ED951E1EB}"/>
                    </a:ext>
                  </a:extLst>
                </p14:cNvPr>
                <p14:cNvContentPartPr/>
                <p14:nvPr/>
              </p14:nvContentPartPr>
              <p14:xfrm>
                <a:off x="4110768" y="5940504"/>
                <a:ext cx="96480" cy="18684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E6CEAD91-3007-AB28-6A11-833ED951E1EB}"/>
                    </a:ext>
                  </a:extLst>
                </p:cNvPr>
                <p:cNvPicPr/>
                <p:nvPr/>
              </p:nvPicPr>
              <p:blipFill>
                <a:blip r:embed="rId654"/>
                <a:stretch>
                  <a:fillRect/>
                </a:stretch>
              </p:blipFill>
              <p:spPr>
                <a:xfrm>
                  <a:off x="4102128" y="5931864"/>
                  <a:ext cx="1141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5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4428A2CE-981C-729A-8767-7097B06E283F}"/>
                    </a:ext>
                  </a:extLst>
                </p14:cNvPr>
                <p14:cNvContentPartPr/>
                <p14:nvPr/>
              </p14:nvContentPartPr>
              <p14:xfrm>
                <a:off x="4234608" y="5889744"/>
                <a:ext cx="189360" cy="15228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4428A2CE-981C-729A-8767-7097B06E283F}"/>
                    </a:ext>
                  </a:extLst>
                </p:cNvPr>
                <p:cNvPicPr/>
                <p:nvPr/>
              </p:nvPicPr>
              <p:blipFill>
                <a:blip r:embed="rId656"/>
                <a:stretch>
                  <a:fillRect/>
                </a:stretch>
              </p:blipFill>
              <p:spPr>
                <a:xfrm>
                  <a:off x="4225608" y="5880744"/>
                  <a:ext cx="2070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7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A23930A9-1728-A19C-F674-EB3E6DD63F8D}"/>
                    </a:ext>
                  </a:extLst>
                </p14:cNvPr>
                <p14:cNvContentPartPr/>
                <p14:nvPr/>
              </p14:nvContentPartPr>
              <p14:xfrm>
                <a:off x="4523688" y="5851584"/>
                <a:ext cx="2520" cy="4716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A23930A9-1728-A19C-F674-EB3E6DD63F8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515048" y="5842584"/>
                  <a:ext cx="2016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8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38722891-5D5D-2A27-3951-8EA8243E7769}"/>
                    </a:ext>
                  </a:extLst>
                </p14:cNvPr>
                <p14:cNvContentPartPr/>
                <p14:nvPr/>
              </p14:nvContentPartPr>
              <p14:xfrm>
                <a:off x="4557168" y="5861664"/>
                <a:ext cx="8640" cy="3096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38722891-5D5D-2A27-3951-8EA8243E776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4548168" y="5852664"/>
                  <a:ext cx="262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9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191E91D8-5D45-BE08-4109-C4D2A0AC1121}"/>
                    </a:ext>
                  </a:extLst>
                </p14:cNvPr>
                <p14:cNvContentPartPr/>
                <p14:nvPr/>
              </p14:nvContentPartPr>
              <p14:xfrm>
                <a:off x="4586688" y="6039864"/>
                <a:ext cx="46440" cy="7344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191E91D8-5D45-BE08-4109-C4D2A0AC1121}"/>
                    </a:ext>
                  </a:extLst>
                </p:cNvPr>
                <p:cNvPicPr/>
                <p:nvPr/>
              </p:nvPicPr>
              <p:blipFill>
                <a:blip r:embed="rId660"/>
                <a:stretch>
                  <a:fillRect/>
                </a:stretch>
              </p:blipFill>
              <p:spPr>
                <a:xfrm>
                  <a:off x="4577688" y="6031224"/>
                  <a:ext cx="64080" cy="9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17D7ADD7-249A-AB0F-2089-45FFAC1CC393}"/>
              </a:ext>
            </a:extLst>
          </p:cNvPr>
          <p:cNvGrpSpPr/>
          <p:nvPr/>
        </p:nvGrpSpPr>
        <p:grpSpPr>
          <a:xfrm>
            <a:off x="6016608" y="5977224"/>
            <a:ext cx="158400" cy="123840"/>
            <a:chOff x="6016608" y="5977224"/>
            <a:chExt cx="158400" cy="12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1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C019A1A5-EB41-8C89-DDB2-AF6EEC216EDE}"/>
                    </a:ext>
                  </a:extLst>
                </p14:cNvPr>
                <p14:cNvContentPartPr/>
                <p14:nvPr/>
              </p14:nvContentPartPr>
              <p14:xfrm>
                <a:off x="6016608" y="5977224"/>
                <a:ext cx="145440" cy="2700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C019A1A5-EB41-8C89-DDB2-AF6EEC216EDE}"/>
                    </a:ext>
                  </a:extLst>
                </p:cNvPr>
                <p:cNvPicPr/>
                <p:nvPr/>
              </p:nvPicPr>
              <p:blipFill>
                <a:blip r:embed="rId662"/>
                <a:stretch>
                  <a:fillRect/>
                </a:stretch>
              </p:blipFill>
              <p:spPr>
                <a:xfrm>
                  <a:off x="6007608" y="5968224"/>
                  <a:ext cx="1630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3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3D34934F-814A-F78D-3F2A-9DBDCB5D3FD8}"/>
                    </a:ext>
                  </a:extLst>
                </p14:cNvPr>
                <p14:cNvContentPartPr/>
                <p14:nvPr/>
              </p14:nvContentPartPr>
              <p14:xfrm>
                <a:off x="6020928" y="6069744"/>
                <a:ext cx="154080" cy="3132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3D34934F-814A-F78D-3F2A-9DBDCB5D3FD8}"/>
                    </a:ext>
                  </a:extLst>
                </p:cNvPr>
                <p:cNvPicPr/>
                <p:nvPr/>
              </p:nvPicPr>
              <p:blipFill>
                <a:blip r:embed="rId664"/>
                <a:stretch>
                  <a:fillRect/>
                </a:stretch>
              </p:blipFill>
              <p:spPr>
                <a:xfrm>
                  <a:off x="6011928" y="6060744"/>
                  <a:ext cx="171720" cy="4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A6E1E816-907A-7407-8AFC-A88992886B03}"/>
              </a:ext>
            </a:extLst>
          </p:cNvPr>
          <p:cNvGrpSpPr/>
          <p:nvPr/>
        </p:nvGrpSpPr>
        <p:grpSpPr>
          <a:xfrm>
            <a:off x="5001408" y="5833584"/>
            <a:ext cx="769320" cy="390960"/>
            <a:chOff x="5001408" y="5833584"/>
            <a:chExt cx="769320" cy="39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5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CD7A3221-438E-B3EE-C307-E384437C4C52}"/>
                    </a:ext>
                  </a:extLst>
                </p14:cNvPr>
                <p14:cNvContentPartPr/>
                <p14:nvPr/>
              </p14:nvContentPartPr>
              <p14:xfrm>
                <a:off x="5001408" y="5914584"/>
                <a:ext cx="328320" cy="17784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CD7A3221-438E-B3EE-C307-E384437C4C52}"/>
                    </a:ext>
                  </a:extLst>
                </p:cNvPr>
                <p:cNvPicPr/>
                <p:nvPr/>
              </p:nvPicPr>
              <p:blipFill>
                <a:blip r:embed="rId666"/>
                <a:stretch>
                  <a:fillRect/>
                </a:stretch>
              </p:blipFill>
              <p:spPr>
                <a:xfrm>
                  <a:off x="4992768" y="5905944"/>
                  <a:ext cx="3459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7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FD4EE183-9BF0-3F27-7100-18B088EF561E}"/>
                    </a:ext>
                  </a:extLst>
                </p14:cNvPr>
                <p14:cNvContentPartPr/>
                <p14:nvPr/>
              </p14:nvContentPartPr>
              <p14:xfrm>
                <a:off x="5417928" y="5989464"/>
                <a:ext cx="69480" cy="6768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FD4EE183-9BF0-3F27-7100-18B088EF561E}"/>
                    </a:ext>
                  </a:extLst>
                </p:cNvPr>
                <p:cNvPicPr/>
                <p:nvPr/>
              </p:nvPicPr>
              <p:blipFill>
                <a:blip r:embed="rId668"/>
                <a:stretch>
                  <a:fillRect/>
                </a:stretch>
              </p:blipFill>
              <p:spPr>
                <a:xfrm>
                  <a:off x="5409288" y="5980824"/>
                  <a:ext cx="871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9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6E380379-3681-89CF-809D-DDC3DF24A818}"/>
                    </a:ext>
                  </a:extLst>
                </p14:cNvPr>
                <p14:cNvContentPartPr/>
                <p14:nvPr/>
              </p14:nvContentPartPr>
              <p14:xfrm>
                <a:off x="5569128" y="5956344"/>
                <a:ext cx="15840" cy="10080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6E380379-3681-89CF-809D-DDC3DF24A818}"/>
                    </a:ext>
                  </a:extLst>
                </p:cNvPr>
                <p:cNvPicPr/>
                <p:nvPr/>
              </p:nvPicPr>
              <p:blipFill>
                <a:blip r:embed="rId670"/>
                <a:stretch>
                  <a:fillRect/>
                </a:stretch>
              </p:blipFill>
              <p:spPr>
                <a:xfrm>
                  <a:off x="5560488" y="5947704"/>
                  <a:ext cx="3348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1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C9C6AD7C-DB58-BB62-BD28-2F460B603D1F}"/>
                    </a:ext>
                  </a:extLst>
                </p14:cNvPr>
                <p14:cNvContentPartPr/>
                <p14:nvPr/>
              </p14:nvContentPartPr>
              <p14:xfrm>
                <a:off x="5618088" y="5833584"/>
                <a:ext cx="152640" cy="39096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C9C6AD7C-DB58-BB62-BD28-2F460B603D1F}"/>
                    </a:ext>
                  </a:extLst>
                </p:cNvPr>
                <p:cNvPicPr/>
                <p:nvPr/>
              </p:nvPicPr>
              <p:blipFill>
                <a:blip r:embed="rId672"/>
                <a:stretch>
                  <a:fillRect/>
                </a:stretch>
              </p:blipFill>
              <p:spPr>
                <a:xfrm>
                  <a:off x="5609088" y="5824944"/>
                  <a:ext cx="17028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3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C578A357-07CB-8DD8-E611-EBE3E1E7F205}"/>
                    </a:ext>
                  </a:extLst>
                </p14:cNvPr>
                <p14:cNvContentPartPr/>
                <p14:nvPr/>
              </p14:nvContentPartPr>
              <p14:xfrm>
                <a:off x="5552208" y="5952744"/>
                <a:ext cx="155160" cy="14076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C578A357-07CB-8DD8-E611-EBE3E1E7F205}"/>
                    </a:ext>
                  </a:extLst>
                </p:cNvPr>
                <p:cNvPicPr/>
                <p:nvPr/>
              </p:nvPicPr>
              <p:blipFill>
                <a:blip r:embed="rId674"/>
                <a:stretch>
                  <a:fillRect/>
                </a:stretch>
              </p:blipFill>
              <p:spPr>
                <a:xfrm>
                  <a:off x="5543568" y="5943744"/>
                  <a:ext cx="172800" cy="158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75">
            <p14:nvContentPartPr>
              <p14:cNvPr id="427" name="Ink 426">
                <a:extLst>
                  <a:ext uri="{FF2B5EF4-FFF2-40B4-BE49-F238E27FC236}">
                    <a16:creationId xmlns:a16="http://schemas.microsoft.com/office/drawing/2014/main" id="{7D163DF8-0115-8DC0-27E2-DF87D586FAAB}"/>
                  </a:ext>
                </a:extLst>
              </p14:cNvPr>
              <p14:cNvContentPartPr/>
              <p14:nvPr/>
            </p14:nvContentPartPr>
            <p14:xfrm>
              <a:off x="6484608" y="5924304"/>
              <a:ext cx="164160" cy="166320"/>
            </p14:xfrm>
          </p:contentPart>
        </mc:Choice>
        <mc:Fallback xmlns="">
          <p:pic>
            <p:nvPicPr>
              <p:cNvPr id="427" name="Ink 426">
                <a:extLst>
                  <a:ext uri="{FF2B5EF4-FFF2-40B4-BE49-F238E27FC236}">
                    <a16:creationId xmlns:a16="http://schemas.microsoft.com/office/drawing/2014/main" id="{7D163DF8-0115-8DC0-27E2-DF87D586FAAB}"/>
                  </a:ext>
                </a:extLst>
              </p:cNvPr>
              <p:cNvPicPr/>
              <p:nvPr/>
            </p:nvPicPr>
            <p:blipFill>
              <a:blip r:embed="rId676"/>
              <a:stretch>
                <a:fillRect/>
              </a:stretch>
            </p:blipFill>
            <p:spPr>
              <a:xfrm>
                <a:off x="6475608" y="5915304"/>
                <a:ext cx="181800" cy="18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435" name="Group 434">
            <a:extLst>
              <a:ext uri="{FF2B5EF4-FFF2-40B4-BE49-F238E27FC236}">
                <a16:creationId xmlns:a16="http://schemas.microsoft.com/office/drawing/2014/main" id="{3D6FBC01-78B5-BA83-08B8-436EE05FE4F1}"/>
              </a:ext>
            </a:extLst>
          </p:cNvPr>
          <p:cNvGrpSpPr/>
          <p:nvPr/>
        </p:nvGrpSpPr>
        <p:grpSpPr>
          <a:xfrm>
            <a:off x="2841408" y="6250104"/>
            <a:ext cx="561240" cy="202680"/>
            <a:chOff x="2841408" y="6250104"/>
            <a:chExt cx="561240" cy="20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7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E214D639-0A69-581A-CFC2-91E130C8878A}"/>
                    </a:ext>
                  </a:extLst>
                </p14:cNvPr>
                <p14:cNvContentPartPr/>
                <p14:nvPr/>
              </p14:nvContentPartPr>
              <p14:xfrm>
                <a:off x="2931048" y="6278904"/>
                <a:ext cx="30960" cy="12960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E214D639-0A69-581A-CFC2-91E130C8878A}"/>
                    </a:ext>
                  </a:extLst>
                </p:cNvPr>
                <p:cNvPicPr/>
                <p:nvPr/>
              </p:nvPicPr>
              <p:blipFill>
                <a:blip r:embed="rId678"/>
                <a:stretch>
                  <a:fillRect/>
                </a:stretch>
              </p:blipFill>
              <p:spPr>
                <a:xfrm>
                  <a:off x="2922048" y="6270264"/>
                  <a:ext cx="486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9">
              <p14:nvContentPartPr>
                <p14:cNvPr id="429" name="Ink 428">
                  <a:extLst>
                    <a:ext uri="{FF2B5EF4-FFF2-40B4-BE49-F238E27FC236}">
                      <a16:creationId xmlns:a16="http://schemas.microsoft.com/office/drawing/2014/main" id="{D49DAB60-E3E3-ADBB-1790-55938B2A2638}"/>
                    </a:ext>
                  </a:extLst>
                </p14:cNvPr>
                <p14:cNvContentPartPr/>
                <p14:nvPr/>
              </p14:nvContentPartPr>
              <p14:xfrm>
                <a:off x="2841408" y="6250104"/>
                <a:ext cx="180000" cy="57240"/>
              </p14:xfrm>
            </p:contentPart>
          </mc:Choice>
          <mc:Fallback xmlns="">
            <p:pic>
              <p:nvPicPr>
                <p:cNvPr id="429" name="Ink 428">
                  <a:extLst>
                    <a:ext uri="{FF2B5EF4-FFF2-40B4-BE49-F238E27FC236}">
                      <a16:creationId xmlns:a16="http://schemas.microsoft.com/office/drawing/2014/main" id="{D49DAB60-E3E3-ADBB-1790-55938B2A2638}"/>
                    </a:ext>
                  </a:extLst>
                </p:cNvPr>
                <p:cNvPicPr/>
                <p:nvPr/>
              </p:nvPicPr>
              <p:blipFill>
                <a:blip r:embed="rId680"/>
                <a:stretch>
                  <a:fillRect/>
                </a:stretch>
              </p:blipFill>
              <p:spPr>
                <a:xfrm>
                  <a:off x="2832768" y="6241104"/>
                  <a:ext cx="19764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1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20A8FC3D-1D9F-E996-7C15-56AFC73A193D}"/>
                    </a:ext>
                  </a:extLst>
                </p14:cNvPr>
                <p14:cNvContentPartPr/>
                <p14:nvPr/>
              </p14:nvContentPartPr>
              <p14:xfrm>
                <a:off x="2924568" y="6417504"/>
                <a:ext cx="129600" cy="3528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20A8FC3D-1D9F-E996-7C15-56AFC73A193D}"/>
                    </a:ext>
                  </a:extLst>
                </p:cNvPr>
                <p:cNvPicPr/>
                <p:nvPr/>
              </p:nvPicPr>
              <p:blipFill>
                <a:blip r:embed="rId682"/>
                <a:stretch>
                  <a:fillRect/>
                </a:stretch>
              </p:blipFill>
              <p:spPr>
                <a:xfrm>
                  <a:off x="2915568" y="6408864"/>
                  <a:ext cx="14724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3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D312DA72-E3CC-2186-390D-8A0E490A6E99}"/>
                    </a:ext>
                  </a:extLst>
                </p14:cNvPr>
                <p14:cNvContentPartPr/>
                <p14:nvPr/>
              </p14:nvContentPartPr>
              <p14:xfrm>
                <a:off x="3129768" y="6319224"/>
                <a:ext cx="7200" cy="9576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D312DA72-E3CC-2186-390D-8A0E490A6E99}"/>
                    </a:ext>
                  </a:extLst>
                </p:cNvPr>
                <p:cNvPicPr/>
                <p:nvPr/>
              </p:nvPicPr>
              <p:blipFill>
                <a:blip r:embed="rId684"/>
                <a:stretch>
                  <a:fillRect/>
                </a:stretch>
              </p:blipFill>
              <p:spPr>
                <a:xfrm>
                  <a:off x="3120768" y="6310584"/>
                  <a:ext cx="2484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5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4B416033-7F91-8673-8B3F-16C0770F6F13}"/>
                    </a:ext>
                  </a:extLst>
                </p14:cNvPr>
                <p14:cNvContentPartPr/>
                <p14:nvPr/>
              </p14:nvContentPartPr>
              <p14:xfrm>
                <a:off x="3095568" y="6287904"/>
                <a:ext cx="118080" cy="15408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4B416033-7F91-8673-8B3F-16C0770F6F13}"/>
                    </a:ext>
                  </a:extLst>
                </p:cNvPr>
                <p:cNvPicPr/>
                <p:nvPr/>
              </p:nvPicPr>
              <p:blipFill>
                <a:blip r:embed="rId686"/>
                <a:stretch>
                  <a:fillRect/>
                </a:stretch>
              </p:blipFill>
              <p:spPr>
                <a:xfrm>
                  <a:off x="3086568" y="6278904"/>
                  <a:ext cx="1357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7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1502DD73-EF52-466D-75E4-C454F246EB98}"/>
                    </a:ext>
                  </a:extLst>
                </p14:cNvPr>
                <p14:cNvContentPartPr/>
                <p14:nvPr/>
              </p14:nvContentPartPr>
              <p14:xfrm>
                <a:off x="3281328" y="6323544"/>
                <a:ext cx="24480" cy="10728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1502DD73-EF52-466D-75E4-C454F246EB98}"/>
                    </a:ext>
                  </a:extLst>
                </p:cNvPr>
                <p:cNvPicPr/>
                <p:nvPr/>
              </p:nvPicPr>
              <p:blipFill>
                <a:blip r:embed="rId688"/>
                <a:stretch>
                  <a:fillRect/>
                </a:stretch>
              </p:blipFill>
              <p:spPr>
                <a:xfrm>
                  <a:off x="3272328" y="6314904"/>
                  <a:ext cx="4212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9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41D4881B-0031-FE5C-9319-10D14A4F9E16}"/>
                    </a:ext>
                  </a:extLst>
                </p14:cNvPr>
                <p14:cNvContentPartPr/>
                <p14:nvPr/>
              </p14:nvContentPartPr>
              <p14:xfrm>
                <a:off x="3306168" y="6289344"/>
                <a:ext cx="96480" cy="9792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41D4881B-0031-FE5C-9319-10D14A4F9E16}"/>
                    </a:ext>
                  </a:extLst>
                </p:cNvPr>
                <p:cNvPicPr/>
                <p:nvPr/>
              </p:nvPicPr>
              <p:blipFill>
                <a:blip r:embed="rId690"/>
                <a:stretch>
                  <a:fillRect/>
                </a:stretch>
              </p:blipFill>
              <p:spPr>
                <a:xfrm>
                  <a:off x="3297168" y="6280704"/>
                  <a:ext cx="114120" cy="11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4A7240D9-0819-BF66-7BB9-555DE972C931}"/>
              </a:ext>
            </a:extLst>
          </p:cNvPr>
          <p:cNvGrpSpPr/>
          <p:nvPr/>
        </p:nvGrpSpPr>
        <p:grpSpPr>
          <a:xfrm>
            <a:off x="3634848" y="6257664"/>
            <a:ext cx="1528200" cy="332640"/>
            <a:chOff x="3634848" y="6257664"/>
            <a:chExt cx="152820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91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0F7190EA-65C2-3A57-6C88-3BD78747670A}"/>
                    </a:ext>
                  </a:extLst>
                </p14:cNvPr>
                <p14:cNvContentPartPr/>
                <p14:nvPr/>
              </p14:nvContentPartPr>
              <p14:xfrm>
                <a:off x="3634848" y="6257664"/>
                <a:ext cx="125280" cy="22176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0F7190EA-65C2-3A57-6C88-3BD78747670A}"/>
                    </a:ext>
                  </a:extLst>
                </p:cNvPr>
                <p:cNvPicPr/>
                <p:nvPr/>
              </p:nvPicPr>
              <p:blipFill>
                <a:blip r:embed="rId692"/>
                <a:stretch>
                  <a:fillRect/>
                </a:stretch>
              </p:blipFill>
              <p:spPr>
                <a:xfrm>
                  <a:off x="3625848" y="6249024"/>
                  <a:ext cx="1429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3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C897C03F-1CFA-4A93-F8A1-16D78F466E6E}"/>
                    </a:ext>
                  </a:extLst>
                </p14:cNvPr>
                <p14:cNvContentPartPr/>
                <p14:nvPr/>
              </p14:nvContentPartPr>
              <p14:xfrm>
                <a:off x="3873528" y="6326424"/>
                <a:ext cx="39960" cy="5472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C897C03F-1CFA-4A93-F8A1-16D78F466E6E}"/>
                    </a:ext>
                  </a:extLst>
                </p:cNvPr>
                <p:cNvPicPr/>
                <p:nvPr/>
              </p:nvPicPr>
              <p:blipFill>
                <a:blip r:embed="rId694"/>
                <a:stretch>
                  <a:fillRect/>
                </a:stretch>
              </p:blipFill>
              <p:spPr>
                <a:xfrm>
                  <a:off x="3864528" y="6317424"/>
                  <a:ext cx="5760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5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AACF5FC9-F25B-363D-703D-40A4A93D69DE}"/>
                    </a:ext>
                  </a:extLst>
                </p14:cNvPr>
                <p14:cNvContentPartPr/>
                <p14:nvPr/>
              </p14:nvContentPartPr>
              <p14:xfrm>
                <a:off x="4000248" y="6331824"/>
                <a:ext cx="250920" cy="13176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AACF5FC9-F25B-363D-703D-40A4A93D69DE}"/>
                    </a:ext>
                  </a:extLst>
                </p:cNvPr>
                <p:cNvPicPr/>
                <p:nvPr/>
              </p:nvPicPr>
              <p:blipFill>
                <a:blip r:embed="rId696"/>
                <a:stretch>
                  <a:fillRect/>
                </a:stretch>
              </p:blipFill>
              <p:spPr>
                <a:xfrm>
                  <a:off x="3991608" y="6322824"/>
                  <a:ext cx="2685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7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15C7DF7D-E2D4-73B4-ECC2-9F1A7461BC56}"/>
                    </a:ext>
                  </a:extLst>
                </p14:cNvPr>
                <p14:cNvContentPartPr/>
                <p14:nvPr/>
              </p14:nvContentPartPr>
              <p14:xfrm>
                <a:off x="4290768" y="6337944"/>
                <a:ext cx="93960" cy="15408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15C7DF7D-E2D4-73B4-ECC2-9F1A7461BC56}"/>
                    </a:ext>
                  </a:extLst>
                </p:cNvPr>
                <p:cNvPicPr/>
                <p:nvPr/>
              </p:nvPicPr>
              <p:blipFill>
                <a:blip r:embed="rId698"/>
                <a:stretch>
                  <a:fillRect/>
                </a:stretch>
              </p:blipFill>
              <p:spPr>
                <a:xfrm>
                  <a:off x="4282128" y="6329304"/>
                  <a:ext cx="1116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9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11748C83-9BD5-11C3-FE1C-5A2D7D630AA1}"/>
                    </a:ext>
                  </a:extLst>
                </p14:cNvPr>
                <p14:cNvContentPartPr/>
                <p14:nvPr/>
              </p14:nvContentPartPr>
              <p14:xfrm>
                <a:off x="4394088" y="6326424"/>
                <a:ext cx="194760" cy="12312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11748C83-9BD5-11C3-FE1C-5A2D7D630AA1}"/>
                    </a:ext>
                  </a:extLst>
                </p:cNvPr>
                <p:cNvPicPr/>
                <p:nvPr/>
              </p:nvPicPr>
              <p:blipFill>
                <a:blip r:embed="rId700"/>
                <a:stretch>
                  <a:fillRect/>
                </a:stretch>
              </p:blipFill>
              <p:spPr>
                <a:xfrm>
                  <a:off x="4385448" y="6317784"/>
                  <a:ext cx="21240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1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4CB0E74F-3B36-DE00-61AE-7EAD0D0EBADF}"/>
                    </a:ext>
                  </a:extLst>
                </p14:cNvPr>
                <p14:cNvContentPartPr/>
                <p14:nvPr/>
              </p14:nvContentPartPr>
              <p14:xfrm>
                <a:off x="4660128" y="6335784"/>
                <a:ext cx="7920" cy="1404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4CB0E74F-3B36-DE00-61AE-7EAD0D0EBADF}"/>
                    </a:ext>
                  </a:extLst>
                </p:cNvPr>
                <p:cNvPicPr/>
                <p:nvPr/>
              </p:nvPicPr>
              <p:blipFill>
                <a:blip r:embed="rId702"/>
                <a:stretch>
                  <a:fillRect/>
                </a:stretch>
              </p:blipFill>
              <p:spPr>
                <a:xfrm>
                  <a:off x="4651128" y="6326784"/>
                  <a:ext cx="255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3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63236D06-37F5-8E42-DBC5-D98C126E9BA7}"/>
                    </a:ext>
                  </a:extLst>
                </p14:cNvPr>
                <p14:cNvContentPartPr/>
                <p14:nvPr/>
              </p14:nvContentPartPr>
              <p14:xfrm>
                <a:off x="4692168" y="6330024"/>
                <a:ext cx="19080" cy="2664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63236D06-37F5-8E42-DBC5-D98C126E9BA7}"/>
                    </a:ext>
                  </a:extLst>
                </p:cNvPr>
                <p:cNvPicPr/>
                <p:nvPr/>
              </p:nvPicPr>
              <p:blipFill>
                <a:blip r:embed="rId704"/>
                <a:stretch>
                  <a:fillRect/>
                </a:stretch>
              </p:blipFill>
              <p:spPr>
                <a:xfrm>
                  <a:off x="4683168" y="6321024"/>
                  <a:ext cx="367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5">
              <p14:nvContentPartPr>
                <p14:cNvPr id="443" name="Ink 442">
                  <a:extLst>
                    <a:ext uri="{FF2B5EF4-FFF2-40B4-BE49-F238E27FC236}">
                      <a16:creationId xmlns:a16="http://schemas.microsoft.com/office/drawing/2014/main" id="{25BC8DC1-3E23-9395-C595-5C1716A83DD6}"/>
                    </a:ext>
                  </a:extLst>
                </p14:cNvPr>
                <p14:cNvContentPartPr/>
                <p14:nvPr/>
              </p14:nvContentPartPr>
              <p14:xfrm>
                <a:off x="4755888" y="6334704"/>
                <a:ext cx="149400" cy="255600"/>
              </p14:xfrm>
            </p:contentPart>
          </mc:Choice>
          <mc:Fallback xmlns="">
            <p:pic>
              <p:nvPicPr>
                <p:cNvPr id="443" name="Ink 442">
                  <a:extLst>
                    <a:ext uri="{FF2B5EF4-FFF2-40B4-BE49-F238E27FC236}">
                      <a16:creationId xmlns:a16="http://schemas.microsoft.com/office/drawing/2014/main" id="{25BC8DC1-3E23-9395-C595-5C1716A83DD6}"/>
                    </a:ext>
                  </a:extLst>
                </p:cNvPr>
                <p:cNvPicPr/>
                <p:nvPr/>
              </p:nvPicPr>
              <p:blipFill>
                <a:blip r:embed="rId706"/>
                <a:stretch>
                  <a:fillRect/>
                </a:stretch>
              </p:blipFill>
              <p:spPr>
                <a:xfrm>
                  <a:off x="4746888" y="6325704"/>
                  <a:ext cx="16704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7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7D38F616-472A-1060-9834-675550150458}"/>
                    </a:ext>
                  </a:extLst>
                </p14:cNvPr>
                <p14:cNvContentPartPr/>
                <p14:nvPr/>
              </p14:nvContentPartPr>
              <p14:xfrm>
                <a:off x="5056488" y="6420744"/>
                <a:ext cx="106560" cy="6696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7D38F616-472A-1060-9834-675550150458}"/>
                    </a:ext>
                  </a:extLst>
                </p:cNvPr>
                <p:cNvPicPr/>
                <p:nvPr/>
              </p:nvPicPr>
              <p:blipFill>
                <a:blip r:embed="rId708"/>
                <a:stretch>
                  <a:fillRect/>
                </a:stretch>
              </p:blipFill>
              <p:spPr>
                <a:xfrm>
                  <a:off x="5047488" y="6411744"/>
                  <a:ext cx="124200" cy="8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4BB50A77-7756-4C8A-E253-1BCC06CB25A3}"/>
              </a:ext>
            </a:extLst>
          </p:cNvPr>
          <p:cNvGrpSpPr/>
          <p:nvPr/>
        </p:nvGrpSpPr>
        <p:grpSpPr>
          <a:xfrm>
            <a:off x="5406768" y="6225984"/>
            <a:ext cx="1157760" cy="323280"/>
            <a:chOff x="5406768" y="6225984"/>
            <a:chExt cx="1157760" cy="32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9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836ACC31-FFC6-89D7-4655-B3AA03878B94}"/>
                    </a:ext>
                  </a:extLst>
                </p14:cNvPr>
                <p14:cNvContentPartPr/>
                <p14:nvPr/>
              </p14:nvContentPartPr>
              <p14:xfrm>
                <a:off x="5406768" y="6225984"/>
                <a:ext cx="135000" cy="20160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836ACC31-FFC6-89D7-4655-B3AA03878B94}"/>
                    </a:ext>
                  </a:extLst>
                </p:cNvPr>
                <p:cNvPicPr/>
                <p:nvPr/>
              </p:nvPicPr>
              <p:blipFill>
                <a:blip r:embed="rId710"/>
                <a:stretch>
                  <a:fillRect/>
                </a:stretch>
              </p:blipFill>
              <p:spPr>
                <a:xfrm>
                  <a:off x="5397768" y="6216984"/>
                  <a:ext cx="1526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1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E2369DD4-3587-2B67-5989-7A903AE3C31F}"/>
                    </a:ext>
                  </a:extLst>
                </p14:cNvPr>
                <p14:cNvContentPartPr/>
                <p14:nvPr/>
              </p14:nvContentPartPr>
              <p14:xfrm>
                <a:off x="5565888" y="6377184"/>
                <a:ext cx="83880" cy="12996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E2369DD4-3587-2B67-5989-7A903AE3C31F}"/>
                    </a:ext>
                  </a:extLst>
                </p:cNvPr>
                <p:cNvPicPr/>
                <p:nvPr/>
              </p:nvPicPr>
              <p:blipFill>
                <a:blip r:embed="rId712"/>
                <a:stretch>
                  <a:fillRect/>
                </a:stretch>
              </p:blipFill>
              <p:spPr>
                <a:xfrm>
                  <a:off x="5557248" y="6368184"/>
                  <a:ext cx="1015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3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663F643D-684C-F8D5-5E2D-5F15B49ACCA1}"/>
                    </a:ext>
                  </a:extLst>
                </p14:cNvPr>
                <p14:cNvContentPartPr/>
                <p14:nvPr/>
              </p14:nvContentPartPr>
              <p14:xfrm>
                <a:off x="5755608" y="6292944"/>
                <a:ext cx="132480" cy="21492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663F643D-684C-F8D5-5E2D-5F15B49ACCA1}"/>
                    </a:ext>
                  </a:extLst>
                </p:cNvPr>
                <p:cNvPicPr/>
                <p:nvPr/>
              </p:nvPicPr>
              <p:blipFill>
                <a:blip r:embed="rId714"/>
                <a:stretch>
                  <a:fillRect/>
                </a:stretch>
              </p:blipFill>
              <p:spPr>
                <a:xfrm>
                  <a:off x="5746968" y="6284304"/>
                  <a:ext cx="15012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5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BD82D3CD-7ABC-7D65-B369-B562648D6F60}"/>
                    </a:ext>
                  </a:extLst>
                </p14:cNvPr>
                <p14:cNvContentPartPr/>
                <p14:nvPr/>
              </p14:nvContentPartPr>
              <p14:xfrm>
                <a:off x="5948928" y="6252264"/>
                <a:ext cx="79560" cy="13140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BD82D3CD-7ABC-7D65-B369-B562648D6F60}"/>
                    </a:ext>
                  </a:extLst>
                </p:cNvPr>
                <p:cNvPicPr/>
                <p:nvPr/>
              </p:nvPicPr>
              <p:blipFill>
                <a:blip r:embed="rId716"/>
                <a:stretch>
                  <a:fillRect/>
                </a:stretch>
              </p:blipFill>
              <p:spPr>
                <a:xfrm>
                  <a:off x="5940288" y="6243624"/>
                  <a:ext cx="972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7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72DA4F1E-A8C7-C636-945A-697B3581154E}"/>
                    </a:ext>
                  </a:extLst>
                </p14:cNvPr>
                <p14:cNvContentPartPr/>
                <p14:nvPr/>
              </p14:nvContentPartPr>
              <p14:xfrm>
                <a:off x="6035688" y="6341184"/>
                <a:ext cx="75960" cy="145800"/>
              </p14:xfrm>
            </p:contentPart>
          </mc:Choice>
          <mc:Fallback xmlns=""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72DA4F1E-A8C7-C636-945A-697B3581154E}"/>
                    </a:ext>
                  </a:extLst>
                </p:cNvPr>
                <p:cNvPicPr/>
                <p:nvPr/>
              </p:nvPicPr>
              <p:blipFill>
                <a:blip r:embed="rId718"/>
                <a:stretch>
                  <a:fillRect/>
                </a:stretch>
              </p:blipFill>
              <p:spPr>
                <a:xfrm>
                  <a:off x="6026688" y="6332184"/>
                  <a:ext cx="936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9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E426D532-E533-7327-8D70-C9CF6753225B}"/>
                    </a:ext>
                  </a:extLst>
                </p14:cNvPr>
                <p14:cNvContentPartPr/>
                <p14:nvPr/>
              </p14:nvContentPartPr>
              <p14:xfrm>
                <a:off x="6125688" y="6425784"/>
                <a:ext cx="86040" cy="48600"/>
              </p14:xfrm>
            </p:contentPart>
          </mc:Choice>
          <mc:Fallback xmlns=""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E426D532-E533-7327-8D70-C9CF6753225B}"/>
                    </a:ext>
                  </a:extLst>
                </p:cNvPr>
                <p:cNvPicPr/>
                <p:nvPr/>
              </p:nvPicPr>
              <p:blipFill>
                <a:blip r:embed="rId720"/>
                <a:stretch>
                  <a:fillRect/>
                </a:stretch>
              </p:blipFill>
              <p:spPr>
                <a:xfrm>
                  <a:off x="6117048" y="6416784"/>
                  <a:ext cx="10368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1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7310FF8A-6786-643C-46D0-A80DB7B370A8}"/>
                    </a:ext>
                  </a:extLst>
                </p14:cNvPr>
                <p14:cNvContentPartPr/>
                <p14:nvPr/>
              </p14:nvContentPartPr>
              <p14:xfrm>
                <a:off x="6206688" y="6339744"/>
                <a:ext cx="101880" cy="20952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7310FF8A-6786-643C-46D0-A80DB7B370A8}"/>
                    </a:ext>
                  </a:extLst>
                </p:cNvPr>
                <p:cNvPicPr/>
                <p:nvPr/>
              </p:nvPicPr>
              <p:blipFill>
                <a:blip r:embed="rId722"/>
                <a:stretch>
                  <a:fillRect/>
                </a:stretch>
              </p:blipFill>
              <p:spPr>
                <a:xfrm>
                  <a:off x="6198048" y="6331104"/>
                  <a:ext cx="1195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3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5D712972-F529-38C3-F21C-AF809CB619FF}"/>
                    </a:ext>
                  </a:extLst>
                </p14:cNvPr>
                <p14:cNvContentPartPr/>
                <p14:nvPr/>
              </p14:nvContentPartPr>
              <p14:xfrm>
                <a:off x="6464448" y="6410664"/>
                <a:ext cx="100080" cy="74520"/>
              </p14:xfrm>
            </p:contentPart>
          </mc:Choice>
          <mc:Fallback xmlns=""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5D712972-F529-38C3-F21C-AF809CB619FF}"/>
                    </a:ext>
                  </a:extLst>
                </p:cNvPr>
                <p:cNvPicPr/>
                <p:nvPr/>
              </p:nvPicPr>
              <p:blipFill>
                <a:blip r:embed="rId724"/>
                <a:stretch>
                  <a:fillRect/>
                </a:stretch>
              </p:blipFill>
              <p:spPr>
                <a:xfrm>
                  <a:off x="6455448" y="6402024"/>
                  <a:ext cx="117720" cy="9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0BA2116D-00DA-30ED-41E2-141AA3FC5758}"/>
              </a:ext>
            </a:extLst>
          </p:cNvPr>
          <p:cNvGrpSpPr/>
          <p:nvPr/>
        </p:nvGrpSpPr>
        <p:grpSpPr>
          <a:xfrm>
            <a:off x="6761448" y="6317784"/>
            <a:ext cx="813600" cy="139680"/>
            <a:chOff x="6761448" y="6317784"/>
            <a:chExt cx="813600" cy="13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5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88EF46F6-EFB9-9C9D-6FD1-F86172D6160B}"/>
                    </a:ext>
                  </a:extLst>
                </p14:cNvPr>
                <p14:cNvContentPartPr/>
                <p14:nvPr/>
              </p14:nvContentPartPr>
              <p14:xfrm>
                <a:off x="6761448" y="6337224"/>
                <a:ext cx="90000" cy="120240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88EF46F6-EFB9-9C9D-6FD1-F86172D6160B}"/>
                    </a:ext>
                  </a:extLst>
                </p:cNvPr>
                <p:cNvPicPr/>
                <p:nvPr/>
              </p:nvPicPr>
              <p:blipFill>
                <a:blip r:embed="rId726"/>
                <a:stretch>
                  <a:fillRect/>
                </a:stretch>
              </p:blipFill>
              <p:spPr>
                <a:xfrm>
                  <a:off x="6752448" y="6328584"/>
                  <a:ext cx="10764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7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1637D3B7-B60E-6E5C-3270-DA0F782445F2}"/>
                    </a:ext>
                  </a:extLst>
                </p14:cNvPr>
                <p14:cNvContentPartPr/>
                <p14:nvPr/>
              </p14:nvContentPartPr>
              <p14:xfrm>
                <a:off x="6962328" y="6383664"/>
                <a:ext cx="10800" cy="42480"/>
              </p14:xfrm>
            </p:contentPart>
          </mc:Choice>
          <mc:Fallback xmlns=""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1637D3B7-B60E-6E5C-3270-DA0F782445F2}"/>
                    </a:ext>
                  </a:extLst>
                </p:cNvPr>
                <p:cNvPicPr/>
                <p:nvPr/>
              </p:nvPicPr>
              <p:blipFill>
                <a:blip r:embed="rId728"/>
                <a:stretch>
                  <a:fillRect/>
                </a:stretch>
              </p:blipFill>
              <p:spPr>
                <a:xfrm>
                  <a:off x="6953328" y="6375024"/>
                  <a:ext cx="2844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9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2A53B8D1-1B29-44ED-465F-99E84428FFF5}"/>
                    </a:ext>
                  </a:extLst>
                </p14:cNvPr>
                <p14:cNvContentPartPr/>
                <p14:nvPr/>
              </p14:nvContentPartPr>
              <p14:xfrm>
                <a:off x="7064568" y="6331824"/>
                <a:ext cx="11160" cy="107280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2A53B8D1-1B29-44ED-465F-99E84428FFF5}"/>
                    </a:ext>
                  </a:extLst>
                </p:cNvPr>
                <p:cNvPicPr/>
                <p:nvPr/>
              </p:nvPicPr>
              <p:blipFill>
                <a:blip r:embed="rId730"/>
                <a:stretch>
                  <a:fillRect/>
                </a:stretch>
              </p:blipFill>
              <p:spPr>
                <a:xfrm>
                  <a:off x="7055928" y="6322824"/>
                  <a:ext cx="2880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1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D2780CDA-4B5E-A997-9394-A19B98EF8021}"/>
                    </a:ext>
                  </a:extLst>
                </p14:cNvPr>
                <p14:cNvContentPartPr/>
                <p14:nvPr/>
              </p14:nvContentPartPr>
              <p14:xfrm>
                <a:off x="7157808" y="6323184"/>
                <a:ext cx="97200" cy="114480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D2780CDA-4B5E-A997-9394-A19B98EF8021}"/>
                    </a:ext>
                  </a:extLst>
                </p:cNvPr>
                <p:cNvPicPr/>
                <p:nvPr/>
              </p:nvPicPr>
              <p:blipFill>
                <a:blip r:embed="rId732"/>
                <a:stretch>
                  <a:fillRect/>
                </a:stretch>
              </p:blipFill>
              <p:spPr>
                <a:xfrm>
                  <a:off x="7149168" y="6314544"/>
                  <a:ext cx="11484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3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5EF5C384-6035-B33B-A09F-48B95E4E2A1F}"/>
                    </a:ext>
                  </a:extLst>
                </p14:cNvPr>
                <p14:cNvContentPartPr/>
                <p14:nvPr/>
              </p14:nvContentPartPr>
              <p14:xfrm>
                <a:off x="7377048" y="6317784"/>
                <a:ext cx="64440" cy="12888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5EF5C384-6035-B33B-A09F-48B95E4E2A1F}"/>
                    </a:ext>
                  </a:extLst>
                </p:cNvPr>
                <p:cNvPicPr/>
                <p:nvPr/>
              </p:nvPicPr>
              <p:blipFill>
                <a:blip r:embed="rId734"/>
                <a:stretch>
                  <a:fillRect/>
                </a:stretch>
              </p:blipFill>
              <p:spPr>
                <a:xfrm>
                  <a:off x="7368408" y="6309144"/>
                  <a:ext cx="820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5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FA71F767-8443-EABB-A383-56252E8EFFC9}"/>
                    </a:ext>
                  </a:extLst>
                </p14:cNvPr>
                <p14:cNvContentPartPr/>
                <p14:nvPr/>
              </p14:nvContentPartPr>
              <p14:xfrm>
                <a:off x="7531848" y="6323904"/>
                <a:ext cx="43200" cy="111240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FA71F767-8443-EABB-A383-56252E8EFFC9}"/>
                    </a:ext>
                  </a:extLst>
                </p:cNvPr>
                <p:cNvPicPr/>
                <p:nvPr/>
              </p:nvPicPr>
              <p:blipFill>
                <a:blip r:embed="rId736"/>
                <a:stretch>
                  <a:fillRect/>
                </a:stretch>
              </p:blipFill>
              <p:spPr>
                <a:xfrm>
                  <a:off x="7522848" y="6314904"/>
                  <a:ext cx="60840" cy="12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4" name="Group 473">
            <a:extLst>
              <a:ext uri="{FF2B5EF4-FFF2-40B4-BE49-F238E27FC236}">
                <a16:creationId xmlns:a16="http://schemas.microsoft.com/office/drawing/2014/main" id="{21F5ED72-0553-BAA7-A09E-0DE529A838F6}"/>
              </a:ext>
            </a:extLst>
          </p:cNvPr>
          <p:cNvGrpSpPr/>
          <p:nvPr/>
        </p:nvGrpSpPr>
        <p:grpSpPr>
          <a:xfrm>
            <a:off x="2766528" y="6660144"/>
            <a:ext cx="1041840" cy="181800"/>
            <a:chOff x="2766528" y="6660144"/>
            <a:chExt cx="1041840" cy="18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7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0D601DD0-247A-66FC-425B-E87608044A6A}"/>
                    </a:ext>
                  </a:extLst>
                </p14:cNvPr>
                <p14:cNvContentPartPr/>
                <p14:nvPr/>
              </p14:nvContentPartPr>
              <p14:xfrm>
                <a:off x="2870928" y="6660144"/>
                <a:ext cx="33120" cy="124560"/>
              </p14:xfrm>
            </p:contentPart>
          </mc:Choice>
          <mc:Fallback xmlns=""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0D601DD0-247A-66FC-425B-E87608044A6A}"/>
                    </a:ext>
                  </a:extLst>
                </p:cNvPr>
                <p:cNvPicPr/>
                <p:nvPr/>
              </p:nvPicPr>
              <p:blipFill>
                <a:blip r:embed="rId738"/>
                <a:stretch>
                  <a:fillRect/>
                </a:stretch>
              </p:blipFill>
              <p:spPr>
                <a:xfrm>
                  <a:off x="2861928" y="6651144"/>
                  <a:ext cx="507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9">
              <p14:nvContentPartPr>
                <p14:cNvPr id="464" name="Ink 463">
                  <a:extLst>
                    <a:ext uri="{FF2B5EF4-FFF2-40B4-BE49-F238E27FC236}">
                      <a16:creationId xmlns:a16="http://schemas.microsoft.com/office/drawing/2014/main" id="{56C0D807-EF1D-A73E-8F4D-6B034400E0FB}"/>
                    </a:ext>
                  </a:extLst>
                </p14:cNvPr>
                <p14:cNvContentPartPr/>
                <p14:nvPr/>
              </p14:nvContentPartPr>
              <p14:xfrm>
                <a:off x="2766528" y="6663024"/>
                <a:ext cx="155160" cy="30240"/>
              </p14:xfrm>
            </p:contentPart>
          </mc:Choice>
          <mc:Fallback xmlns="">
            <p:pic>
              <p:nvPicPr>
                <p:cNvPr id="464" name="Ink 463">
                  <a:extLst>
                    <a:ext uri="{FF2B5EF4-FFF2-40B4-BE49-F238E27FC236}">
                      <a16:creationId xmlns:a16="http://schemas.microsoft.com/office/drawing/2014/main" id="{56C0D807-EF1D-A73E-8F4D-6B034400E0FB}"/>
                    </a:ext>
                  </a:extLst>
                </p:cNvPr>
                <p:cNvPicPr/>
                <p:nvPr/>
              </p:nvPicPr>
              <p:blipFill>
                <a:blip r:embed="rId740"/>
                <a:stretch>
                  <a:fillRect/>
                </a:stretch>
              </p:blipFill>
              <p:spPr>
                <a:xfrm>
                  <a:off x="2757528" y="6654384"/>
                  <a:ext cx="1728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1">
              <p14:nvContentPartPr>
                <p14:cNvPr id="465" name="Ink 464">
                  <a:extLst>
                    <a:ext uri="{FF2B5EF4-FFF2-40B4-BE49-F238E27FC236}">
                      <a16:creationId xmlns:a16="http://schemas.microsoft.com/office/drawing/2014/main" id="{5D885706-ADB5-0FA4-693C-5B8A14A3AD1C}"/>
                    </a:ext>
                  </a:extLst>
                </p14:cNvPr>
                <p14:cNvContentPartPr/>
                <p14:nvPr/>
              </p14:nvContentPartPr>
              <p14:xfrm>
                <a:off x="3001608" y="6687504"/>
                <a:ext cx="16920" cy="120600"/>
              </p14:xfrm>
            </p:contentPart>
          </mc:Choice>
          <mc:Fallback xmlns="">
            <p:pic>
              <p:nvPicPr>
                <p:cNvPr id="465" name="Ink 464">
                  <a:extLst>
                    <a:ext uri="{FF2B5EF4-FFF2-40B4-BE49-F238E27FC236}">
                      <a16:creationId xmlns:a16="http://schemas.microsoft.com/office/drawing/2014/main" id="{5D885706-ADB5-0FA4-693C-5B8A14A3AD1C}"/>
                    </a:ext>
                  </a:extLst>
                </p:cNvPr>
                <p:cNvPicPr/>
                <p:nvPr/>
              </p:nvPicPr>
              <p:blipFill>
                <a:blip r:embed="rId742"/>
                <a:stretch>
                  <a:fillRect/>
                </a:stretch>
              </p:blipFill>
              <p:spPr>
                <a:xfrm>
                  <a:off x="2992608" y="6678864"/>
                  <a:ext cx="345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3">
              <p14:nvContentPartPr>
                <p14:cNvPr id="466" name="Ink 465">
                  <a:extLst>
                    <a:ext uri="{FF2B5EF4-FFF2-40B4-BE49-F238E27FC236}">
                      <a16:creationId xmlns:a16="http://schemas.microsoft.com/office/drawing/2014/main" id="{5562DA41-443E-D8C4-77CA-161FB8363501}"/>
                    </a:ext>
                  </a:extLst>
                </p14:cNvPr>
                <p14:cNvContentPartPr/>
                <p14:nvPr/>
              </p14:nvContentPartPr>
              <p14:xfrm>
                <a:off x="2999088" y="6668064"/>
                <a:ext cx="119880" cy="47880"/>
              </p14:xfrm>
            </p:contentPart>
          </mc:Choice>
          <mc:Fallback xmlns="">
            <p:pic>
              <p:nvPicPr>
                <p:cNvPr id="466" name="Ink 465">
                  <a:extLst>
                    <a:ext uri="{FF2B5EF4-FFF2-40B4-BE49-F238E27FC236}">
                      <a16:creationId xmlns:a16="http://schemas.microsoft.com/office/drawing/2014/main" id="{5562DA41-443E-D8C4-77CA-161FB8363501}"/>
                    </a:ext>
                  </a:extLst>
                </p:cNvPr>
                <p:cNvPicPr/>
                <p:nvPr/>
              </p:nvPicPr>
              <p:blipFill>
                <a:blip r:embed="rId744"/>
                <a:stretch>
                  <a:fillRect/>
                </a:stretch>
              </p:blipFill>
              <p:spPr>
                <a:xfrm>
                  <a:off x="2990088" y="6659424"/>
                  <a:ext cx="13752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5">
              <p14:nvContentPartPr>
                <p14:cNvPr id="467" name="Ink 466">
                  <a:extLst>
                    <a:ext uri="{FF2B5EF4-FFF2-40B4-BE49-F238E27FC236}">
                      <a16:creationId xmlns:a16="http://schemas.microsoft.com/office/drawing/2014/main" id="{4A70791B-978A-274B-245E-84E81AA6A90B}"/>
                    </a:ext>
                  </a:extLst>
                </p14:cNvPr>
                <p14:cNvContentPartPr/>
                <p14:nvPr/>
              </p14:nvContentPartPr>
              <p14:xfrm>
                <a:off x="3018168" y="6758424"/>
                <a:ext cx="284040" cy="14040"/>
              </p14:xfrm>
            </p:contentPart>
          </mc:Choice>
          <mc:Fallback xmlns="">
            <p:pic>
              <p:nvPicPr>
                <p:cNvPr id="467" name="Ink 466">
                  <a:extLst>
                    <a:ext uri="{FF2B5EF4-FFF2-40B4-BE49-F238E27FC236}">
                      <a16:creationId xmlns:a16="http://schemas.microsoft.com/office/drawing/2014/main" id="{4A70791B-978A-274B-245E-84E81AA6A90B}"/>
                    </a:ext>
                  </a:extLst>
                </p:cNvPr>
                <p:cNvPicPr/>
                <p:nvPr/>
              </p:nvPicPr>
              <p:blipFill>
                <a:blip r:embed="rId746"/>
                <a:stretch>
                  <a:fillRect/>
                </a:stretch>
              </p:blipFill>
              <p:spPr>
                <a:xfrm>
                  <a:off x="3009528" y="6749784"/>
                  <a:ext cx="3016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7">
              <p14:nvContentPartPr>
                <p14:cNvPr id="468" name="Ink 467">
                  <a:extLst>
                    <a:ext uri="{FF2B5EF4-FFF2-40B4-BE49-F238E27FC236}">
                      <a16:creationId xmlns:a16="http://schemas.microsoft.com/office/drawing/2014/main" id="{0F5ADD67-A55E-6F3B-25E4-687E736F5017}"/>
                    </a:ext>
                  </a:extLst>
                </p14:cNvPr>
                <p14:cNvContentPartPr/>
                <p14:nvPr/>
              </p14:nvContentPartPr>
              <p14:xfrm>
                <a:off x="3415248" y="6699024"/>
                <a:ext cx="18720" cy="100800"/>
              </p14:xfrm>
            </p:contentPart>
          </mc:Choice>
          <mc:Fallback xmlns="">
            <p:pic>
              <p:nvPicPr>
                <p:cNvPr id="468" name="Ink 467">
                  <a:extLst>
                    <a:ext uri="{FF2B5EF4-FFF2-40B4-BE49-F238E27FC236}">
                      <a16:creationId xmlns:a16="http://schemas.microsoft.com/office/drawing/2014/main" id="{0F5ADD67-A55E-6F3B-25E4-687E736F5017}"/>
                    </a:ext>
                  </a:extLst>
                </p:cNvPr>
                <p:cNvPicPr/>
                <p:nvPr/>
              </p:nvPicPr>
              <p:blipFill>
                <a:blip r:embed="rId748"/>
                <a:stretch>
                  <a:fillRect/>
                </a:stretch>
              </p:blipFill>
              <p:spPr>
                <a:xfrm>
                  <a:off x="3406608" y="6690384"/>
                  <a:ext cx="3636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9">
              <p14:nvContentPartPr>
                <p14:cNvPr id="469" name="Ink 468">
                  <a:extLst>
                    <a:ext uri="{FF2B5EF4-FFF2-40B4-BE49-F238E27FC236}">
                      <a16:creationId xmlns:a16="http://schemas.microsoft.com/office/drawing/2014/main" id="{B2F2EFA2-04B6-0FCD-9667-CABCC2EE88A9}"/>
                    </a:ext>
                  </a:extLst>
                </p14:cNvPr>
                <p14:cNvContentPartPr/>
                <p14:nvPr/>
              </p14:nvContentPartPr>
              <p14:xfrm>
                <a:off x="3357288" y="6672024"/>
                <a:ext cx="134640" cy="27000"/>
              </p14:xfrm>
            </p:contentPart>
          </mc:Choice>
          <mc:Fallback xmlns="">
            <p:pic>
              <p:nvPicPr>
                <p:cNvPr id="469" name="Ink 468">
                  <a:extLst>
                    <a:ext uri="{FF2B5EF4-FFF2-40B4-BE49-F238E27FC236}">
                      <a16:creationId xmlns:a16="http://schemas.microsoft.com/office/drawing/2014/main" id="{B2F2EFA2-04B6-0FCD-9667-CABCC2EE88A9}"/>
                    </a:ext>
                  </a:extLst>
                </p:cNvPr>
                <p:cNvPicPr/>
                <p:nvPr/>
              </p:nvPicPr>
              <p:blipFill>
                <a:blip r:embed="rId750"/>
                <a:stretch>
                  <a:fillRect/>
                </a:stretch>
              </p:blipFill>
              <p:spPr>
                <a:xfrm>
                  <a:off x="3348648" y="6663384"/>
                  <a:ext cx="1522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1">
              <p14:nvContentPartPr>
                <p14:cNvPr id="470" name="Ink 469">
                  <a:extLst>
                    <a:ext uri="{FF2B5EF4-FFF2-40B4-BE49-F238E27FC236}">
                      <a16:creationId xmlns:a16="http://schemas.microsoft.com/office/drawing/2014/main" id="{1F07E468-8205-B7AB-6742-CC5019632763}"/>
                    </a:ext>
                  </a:extLst>
                </p14:cNvPr>
                <p14:cNvContentPartPr/>
                <p14:nvPr/>
              </p14:nvContentPartPr>
              <p14:xfrm>
                <a:off x="3373488" y="6808824"/>
                <a:ext cx="151560" cy="29160"/>
              </p14:xfrm>
            </p:contentPart>
          </mc:Choice>
          <mc:Fallback xmlns="">
            <p:pic>
              <p:nvPicPr>
                <p:cNvPr id="470" name="Ink 469">
                  <a:extLst>
                    <a:ext uri="{FF2B5EF4-FFF2-40B4-BE49-F238E27FC236}">
                      <a16:creationId xmlns:a16="http://schemas.microsoft.com/office/drawing/2014/main" id="{1F07E468-8205-B7AB-6742-CC5019632763}"/>
                    </a:ext>
                  </a:extLst>
                </p:cNvPr>
                <p:cNvPicPr/>
                <p:nvPr/>
              </p:nvPicPr>
              <p:blipFill>
                <a:blip r:embed="rId752"/>
                <a:stretch>
                  <a:fillRect/>
                </a:stretch>
              </p:blipFill>
              <p:spPr>
                <a:xfrm>
                  <a:off x="3364848" y="6799824"/>
                  <a:ext cx="1692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3">
              <p14:nvContentPartPr>
                <p14:cNvPr id="471" name="Ink 470">
                  <a:extLst>
                    <a:ext uri="{FF2B5EF4-FFF2-40B4-BE49-F238E27FC236}">
                      <a16:creationId xmlns:a16="http://schemas.microsoft.com/office/drawing/2014/main" id="{E6A91400-A14E-1895-4EDD-9F294735B7AD}"/>
                    </a:ext>
                  </a:extLst>
                </p14:cNvPr>
                <p14:cNvContentPartPr/>
                <p14:nvPr/>
              </p14:nvContentPartPr>
              <p14:xfrm>
                <a:off x="3540528" y="6718824"/>
                <a:ext cx="138240" cy="123120"/>
              </p14:xfrm>
            </p:contentPart>
          </mc:Choice>
          <mc:Fallback xmlns="">
            <p:pic>
              <p:nvPicPr>
                <p:cNvPr id="471" name="Ink 470">
                  <a:extLst>
                    <a:ext uri="{FF2B5EF4-FFF2-40B4-BE49-F238E27FC236}">
                      <a16:creationId xmlns:a16="http://schemas.microsoft.com/office/drawing/2014/main" id="{E6A91400-A14E-1895-4EDD-9F294735B7AD}"/>
                    </a:ext>
                  </a:extLst>
                </p:cNvPr>
                <p:cNvPicPr/>
                <p:nvPr/>
              </p:nvPicPr>
              <p:blipFill>
                <a:blip r:embed="rId754"/>
                <a:stretch>
                  <a:fillRect/>
                </a:stretch>
              </p:blipFill>
              <p:spPr>
                <a:xfrm>
                  <a:off x="3531528" y="6710184"/>
                  <a:ext cx="15588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5">
              <p14:nvContentPartPr>
                <p14:cNvPr id="472" name="Ink 471">
                  <a:extLst>
                    <a:ext uri="{FF2B5EF4-FFF2-40B4-BE49-F238E27FC236}">
                      <a16:creationId xmlns:a16="http://schemas.microsoft.com/office/drawing/2014/main" id="{F850E225-43AF-71CF-3E88-6591CCB7691E}"/>
                    </a:ext>
                  </a:extLst>
                </p14:cNvPr>
                <p14:cNvContentPartPr/>
                <p14:nvPr/>
              </p14:nvContentPartPr>
              <p14:xfrm>
                <a:off x="3709368" y="6677424"/>
                <a:ext cx="99000" cy="143640"/>
              </p14:xfrm>
            </p:contentPart>
          </mc:Choice>
          <mc:Fallback xmlns="">
            <p:pic>
              <p:nvPicPr>
                <p:cNvPr id="472" name="Ink 471">
                  <a:extLst>
                    <a:ext uri="{FF2B5EF4-FFF2-40B4-BE49-F238E27FC236}">
                      <a16:creationId xmlns:a16="http://schemas.microsoft.com/office/drawing/2014/main" id="{F850E225-43AF-71CF-3E88-6591CCB7691E}"/>
                    </a:ext>
                  </a:extLst>
                </p:cNvPr>
                <p:cNvPicPr/>
                <p:nvPr/>
              </p:nvPicPr>
              <p:blipFill>
                <a:blip r:embed="rId756"/>
                <a:stretch>
                  <a:fillRect/>
                </a:stretch>
              </p:blipFill>
              <p:spPr>
                <a:xfrm>
                  <a:off x="3700728" y="6668424"/>
                  <a:ext cx="1166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7">
              <p14:nvContentPartPr>
                <p14:cNvPr id="473" name="Ink 472">
                  <a:extLst>
                    <a:ext uri="{FF2B5EF4-FFF2-40B4-BE49-F238E27FC236}">
                      <a16:creationId xmlns:a16="http://schemas.microsoft.com/office/drawing/2014/main" id="{A7332E05-91BD-7D0D-149A-A6B1423CE14A}"/>
                    </a:ext>
                  </a:extLst>
                </p14:cNvPr>
                <p14:cNvContentPartPr/>
                <p14:nvPr/>
              </p14:nvContentPartPr>
              <p14:xfrm>
                <a:off x="3743568" y="6758064"/>
                <a:ext cx="46800" cy="7200"/>
              </p14:xfrm>
            </p:contentPart>
          </mc:Choice>
          <mc:Fallback xmlns="">
            <p:pic>
              <p:nvPicPr>
                <p:cNvPr id="473" name="Ink 472">
                  <a:extLst>
                    <a:ext uri="{FF2B5EF4-FFF2-40B4-BE49-F238E27FC236}">
                      <a16:creationId xmlns:a16="http://schemas.microsoft.com/office/drawing/2014/main" id="{A7332E05-91BD-7D0D-149A-A6B1423CE14A}"/>
                    </a:ext>
                  </a:extLst>
                </p:cNvPr>
                <p:cNvPicPr/>
                <p:nvPr/>
              </p:nvPicPr>
              <p:blipFill>
                <a:blip r:embed="rId758"/>
                <a:stretch>
                  <a:fillRect/>
                </a:stretch>
              </p:blipFill>
              <p:spPr>
                <a:xfrm>
                  <a:off x="3734928" y="6749424"/>
                  <a:ext cx="6444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D22E3897-A692-9E52-39DC-4CADFB9C1219}"/>
              </a:ext>
            </a:extLst>
          </p:cNvPr>
          <p:cNvGrpSpPr/>
          <p:nvPr/>
        </p:nvGrpSpPr>
        <p:grpSpPr>
          <a:xfrm>
            <a:off x="3993048" y="6602544"/>
            <a:ext cx="2190960" cy="296280"/>
            <a:chOff x="3993048" y="6602544"/>
            <a:chExt cx="2190960" cy="29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59">
              <p14:nvContentPartPr>
                <p14:cNvPr id="475" name="Ink 474">
                  <a:extLst>
                    <a:ext uri="{FF2B5EF4-FFF2-40B4-BE49-F238E27FC236}">
                      <a16:creationId xmlns:a16="http://schemas.microsoft.com/office/drawing/2014/main" id="{74347D97-B27D-D533-CEFB-D80E3958AD6F}"/>
                    </a:ext>
                  </a:extLst>
                </p14:cNvPr>
                <p14:cNvContentPartPr/>
                <p14:nvPr/>
              </p14:nvContentPartPr>
              <p14:xfrm>
                <a:off x="3993048" y="6602544"/>
                <a:ext cx="155160" cy="296280"/>
              </p14:xfrm>
            </p:contentPart>
          </mc:Choice>
          <mc:Fallback xmlns="">
            <p:pic>
              <p:nvPicPr>
                <p:cNvPr id="475" name="Ink 474">
                  <a:extLst>
                    <a:ext uri="{FF2B5EF4-FFF2-40B4-BE49-F238E27FC236}">
                      <a16:creationId xmlns:a16="http://schemas.microsoft.com/office/drawing/2014/main" id="{74347D97-B27D-D533-CEFB-D80E3958AD6F}"/>
                    </a:ext>
                  </a:extLst>
                </p:cNvPr>
                <p:cNvPicPr/>
                <p:nvPr/>
              </p:nvPicPr>
              <p:blipFill>
                <a:blip r:embed="rId760"/>
                <a:stretch>
                  <a:fillRect/>
                </a:stretch>
              </p:blipFill>
              <p:spPr>
                <a:xfrm>
                  <a:off x="3984048" y="6593544"/>
                  <a:ext cx="17280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1">
              <p14:nvContentPartPr>
                <p14:cNvPr id="476" name="Ink 475">
                  <a:extLst>
                    <a:ext uri="{FF2B5EF4-FFF2-40B4-BE49-F238E27FC236}">
                      <a16:creationId xmlns:a16="http://schemas.microsoft.com/office/drawing/2014/main" id="{381354C3-D43C-CEE7-C0B9-F15C18A2C694}"/>
                    </a:ext>
                  </a:extLst>
                </p14:cNvPr>
                <p14:cNvContentPartPr/>
                <p14:nvPr/>
              </p14:nvContentPartPr>
              <p14:xfrm>
                <a:off x="4226688" y="6657624"/>
                <a:ext cx="67320" cy="66600"/>
              </p14:xfrm>
            </p:contentPart>
          </mc:Choice>
          <mc:Fallback xmlns="">
            <p:pic>
              <p:nvPicPr>
                <p:cNvPr id="476" name="Ink 475">
                  <a:extLst>
                    <a:ext uri="{FF2B5EF4-FFF2-40B4-BE49-F238E27FC236}">
                      <a16:creationId xmlns:a16="http://schemas.microsoft.com/office/drawing/2014/main" id="{381354C3-D43C-CEE7-C0B9-F15C18A2C694}"/>
                    </a:ext>
                  </a:extLst>
                </p:cNvPr>
                <p:cNvPicPr/>
                <p:nvPr/>
              </p:nvPicPr>
              <p:blipFill>
                <a:blip r:embed="rId762"/>
                <a:stretch>
                  <a:fillRect/>
                </a:stretch>
              </p:blipFill>
              <p:spPr>
                <a:xfrm>
                  <a:off x="4217688" y="6648624"/>
                  <a:ext cx="8496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3">
              <p14:nvContentPartPr>
                <p14:cNvPr id="477" name="Ink 476">
                  <a:extLst>
                    <a:ext uri="{FF2B5EF4-FFF2-40B4-BE49-F238E27FC236}">
                      <a16:creationId xmlns:a16="http://schemas.microsoft.com/office/drawing/2014/main" id="{58425415-F796-E316-A110-FA351295EAE0}"/>
                    </a:ext>
                  </a:extLst>
                </p14:cNvPr>
                <p14:cNvContentPartPr/>
                <p14:nvPr/>
              </p14:nvContentPartPr>
              <p14:xfrm>
                <a:off x="4394448" y="6641784"/>
                <a:ext cx="270000" cy="194760"/>
              </p14:xfrm>
            </p:contentPart>
          </mc:Choice>
          <mc:Fallback xmlns="">
            <p:pic>
              <p:nvPicPr>
                <p:cNvPr id="477" name="Ink 476">
                  <a:extLst>
                    <a:ext uri="{FF2B5EF4-FFF2-40B4-BE49-F238E27FC236}">
                      <a16:creationId xmlns:a16="http://schemas.microsoft.com/office/drawing/2014/main" id="{58425415-F796-E316-A110-FA351295EAE0}"/>
                    </a:ext>
                  </a:extLst>
                </p:cNvPr>
                <p:cNvPicPr/>
                <p:nvPr/>
              </p:nvPicPr>
              <p:blipFill>
                <a:blip r:embed="rId764"/>
                <a:stretch>
                  <a:fillRect/>
                </a:stretch>
              </p:blipFill>
              <p:spPr>
                <a:xfrm>
                  <a:off x="4385448" y="6632784"/>
                  <a:ext cx="2876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5">
              <p14:nvContentPartPr>
                <p14:cNvPr id="478" name="Ink 477">
                  <a:extLst>
                    <a:ext uri="{FF2B5EF4-FFF2-40B4-BE49-F238E27FC236}">
                      <a16:creationId xmlns:a16="http://schemas.microsoft.com/office/drawing/2014/main" id="{9845D481-47A1-BD0E-D03F-893F4A1FCEF6}"/>
                    </a:ext>
                  </a:extLst>
                </p14:cNvPr>
                <p14:cNvContentPartPr/>
                <p14:nvPr/>
              </p14:nvContentPartPr>
              <p14:xfrm>
                <a:off x="4705488" y="6701904"/>
                <a:ext cx="87480" cy="156960"/>
              </p14:xfrm>
            </p:contentPart>
          </mc:Choice>
          <mc:Fallback xmlns="">
            <p:pic>
              <p:nvPicPr>
                <p:cNvPr id="478" name="Ink 477">
                  <a:extLst>
                    <a:ext uri="{FF2B5EF4-FFF2-40B4-BE49-F238E27FC236}">
                      <a16:creationId xmlns:a16="http://schemas.microsoft.com/office/drawing/2014/main" id="{9845D481-47A1-BD0E-D03F-893F4A1FCEF6}"/>
                    </a:ext>
                  </a:extLst>
                </p:cNvPr>
                <p:cNvPicPr/>
                <p:nvPr/>
              </p:nvPicPr>
              <p:blipFill>
                <a:blip r:embed="rId766"/>
                <a:stretch>
                  <a:fillRect/>
                </a:stretch>
              </p:blipFill>
              <p:spPr>
                <a:xfrm>
                  <a:off x="4696488" y="6693264"/>
                  <a:ext cx="1051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7">
              <p14:nvContentPartPr>
                <p14:cNvPr id="479" name="Ink 478">
                  <a:extLst>
                    <a:ext uri="{FF2B5EF4-FFF2-40B4-BE49-F238E27FC236}">
                      <a16:creationId xmlns:a16="http://schemas.microsoft.com/office/drawing/2014/main" id="{B2E55940-D31D-AB08-1CC8-51ED88E425A7}"/>
                    </a:ext>
                  </a:extLst>
                </p14:cNvPr>
                <p14:cNvContentPartPr/>
                <p14:nvPr/>
              </p14:nvContentPartPr>
              <p14:xfrm>
                <a:off x="4818528" y="6666624"/>
                <a:ext cx="233640" cy="138960"/>
              </p14:xfrm>
            </p:contentPart>
          </mc:Choice>
          <mc:Fallback xmlns="">
            <p:pic>
              <p:nvPicPr>
                <p:cNvPr id="479" name="Ink 478">
                  <a:extLst>
                    <a:ext uri="{FF2B5EF4-FFF2-40B4-BE49-F238E27FC236}">
                      <a16:creationId xmlns:a16="http://schemas.microsoft.com/office/drawing/2014/main" id="{B2E55940-D31D-AB08-1CC8-51ED88E425A7}"/>
                    </a:ext>
                  </a:extLst>
                </p:cNvPr>
                <p:cNvPicPr/>
                <p:nvPr/>
              </p:nvPicPr>
              <p:blipFill>
                <a:blip r:embed="rId768"/>
                <a:stretch>
                  <a:fillRect/>
                </a:stretch>
              </p:blipFill>
              <p:spPr>
                <a:xfrm>
                  <a:off x="4809528" y="6657984"/>
                  <a:ext cx="25128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9">
              <p14:nvContentPartPr>
                <p14:cNvPr id="480" name="Ink 479">
                  <a:extLst>
                    <a:ext uri="{FF2B5EF4-FFF2-40B4-BE49-F238E27FC236}">
                      <a16:creationId xmlns:a16="http://schemas.microsoft.com/office/drawing/2014/main" id="{C66C743B-8017-8DDB-8752-B040870AC5AD}"/>
                    </a:ext>
                  </a:extLst>
                </p14:cNvPr>
                <p14:cNvContentPartPr/>
                <p14:nvPr/>
              </p14:nvContentPartPr>
              <p14:xfrm>
                <a:off x="5113008" y="6664464"/>
                <a:ext cx="52560" cy="53280"/>
              </p14:xfrm>
            </p:contentPart>
          </mc:Choice>
          <mc:Fallback xmlns="">
            <p:pic>
              <p:nvPicPr>
                <p:cNvPr id="480" name="Ink 479">
                  <a:extLst>
                    <a:ext uri="{FF2B5EF4-FFF2-40B4-BE49-F238E27FC236}">
                      <a16:creationId xmlns:a16="http://schemas.microsoft.com/office/drawing/2014/main" id="{C66C743B-8017-8DDB-8752-B040870AC5AD}"/>
                    </a:ext>
                  </a:extLst>
                </p:cNvPr>
                <p:cNvPicPr/>
                <p:nvPr/>
              </p:nvPicPr>
              <p:blipFill>
                <a:blip r:embed="rId770"/>
                <a:stretch>
                  <a:fillRect/>
                </a:stretch>
              </p:blipFill>
              <p:spPr>
                <a:xfrm>
                  <a:off x="5104368" y="6655824"/>
                  <a:ext cx="702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1">
              <p14:nvContentPartPr>
                <p14:cNvPr id="481" name="Ink 480">
                  <a:extLst>
                    <a:ext uri="{FF2B5EF4-FFF2-40B4-BE49-F238E27FC236}">
                      <a16:creationId xmlns:a16="http://schemas.microsoft.com/office/drawing/2014/main" id="{820ECED1-3792-DC6D-0BD5-4276C8390F40}"/>
                    </a:ext>
                  </a:extLst>
                </p14:cNvPr>
                <p14:cNvContentPartPr/>
                <p14:nvPr/>
              </p14:nvContentPartPr>
              <p14:xfrm>
                <a:off x="5298408" y="6803424"/>
                <a:ext cx="6480" cy="53280"/>
              </p14:xfrm>
            </p:contentPart>
          </mc:Choice>
          <mc:Fallback xmlns="">
            <p:pic>
              <p:nvPicPr>
                <p:cNvPr id="481" name="Ink 480">
                  <a:extLst>
                    <a:ext uri="{FF2B5EF4-FFF2-40B4-BE49-F238E27FC236}">
                      <a16:creationId xmlns:a16="http://schemas.microsoft.com/office/drawing/2014/main" id="{820ECED1-3792-DC6D-0BD5-4276C8390F40}"/>
                    </a:ext>
                  </a:extLst>
                </p:cNvPr>
                <p:cNvPicPr/>
                <p:nvPr/>
              </p:nvPicPr>
              <p:blipFill>
                <a:blip r:embed="rId772"/>
                <a:stretch>
                  <a:fillRect/>
                </a:stretch>
              </p:blipFill>
              <p:spPr>
                <a:xfrm>
                  <a:off x="5289408" y="6794784"/>
                  <a:ext cx="2412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3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CBC458B4-2374-B565-9F78-5AE5582F36E4}"/>
                    </a:ext>
                  </a:extLst>
                </p14:cNvPr>
                <p14:cNvContentPartPr/>
                <p14:nvPr/>
              </p14:nvContentPartPr>
              <p14:xfrm>
                <a:off x="5485968" y="6692544"/>
                <a:ext cx="15480" cy="10584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CBC458B4-2374-B565-9F78-5AE5582F36E4}"/>
                    </a:ext>
                  </a:extLst>
                </p:cNvPr>
                <p:cNvPicPr/>
                <p:nvPr/>
              </p:nvPicPr>
              <p:blipFill>
                <a:blip r:embed="rId774"/>
                <a:stretch>
                  <a:fillRect/>
                </a:stretch>
              </p:blipFill>
              <p:spPr>
                <a:xfrm>
                  <a:off x="5476968" y="6683904"/>
                  <a:ext cx="331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5">
              <p14:nvContentPartPr>
                <p14:cNvPr id="483" name="Ink 482">
                  <a:extLst>
                    <a:ext uri="{FF2B5EF4-FFF2-40B4-BE49-F238E27FC236}">
                      <a16:creationId xmlns:a16="http://schemas.microsoft.com/office/drawing/2014/main" id="{160B7FAF-00E0-A2D7-5B10-871CD837109B}"/>
                    </a:ext>
                  </a:extLst>
                </p14:cNvPr>
                <p14:cNvContentPartPr/>
                <p14:nvPr/>
              </p14:nvContentPartPr>
              <p14:xfrm>
                <a:off x="5435928" y="6652584"/>
                <a:ext cx="146880" cy="171720"/>
              </p14:xfrm>
            </p:contentPart>
          </mc:Choice>
          <mc:Fallback xmlns="">
            <p:pic>
              <p:nvPicPr>
                <p:cNvPr id="483" name="Ink 482">
                  <a:extLst>
                    <a:ext uri="{FF2B5EF4-FFF2-40B4-BE49-F238E27FC236}">
                      <a16:creationId xmlns:a16="http://schemas.microsoft.com/office/drawing/2014/main" id="{160B7FAF-00E0-A2D7-5B10-871CD837109B}"/>
                    </a:ext>
                  </a:extLst>
                </p:cNvPr>
                <p:cNvPicPr/>
                <p:nvPr/>
              </p:nvPicPr>
              <p:blipFill>
                <a:blip r:embed="rId776"/>
                <a:stretch>
                  <a:fillRect/>
                </a:stretch>
              </p:blipFill>
              <p:spPr>
                <a:xfrm>
                  <a:off x="5427288" y="6643944"/>
                  <a:ext cx="1645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7">
              <p14:nvContentPartPr>
                <p14:cNvPr id="484" name="Ink 483">
                  <a:extLst>
                    <a:ext uri="{FF2B5EF4-FFF2-40B4-BE49-F238E27FC236}">
                      <a16:creationId xmlns:a16="http://schemas.microsoft.com/office/drawing/2014/main" id="{BD48B514-1936-9AC3-D39D-DCE8E8A75F5A}"/>
                    </a:ext>
                  </a:extLst>
                </p14:cNvPr>
                <p14:cNvContentPartPr/>
                <p14:nvPr/>
              </p14:nvContentPartPr>
              <p14:xfrm>
                <a:off x="5689368" y="6691824"/>
                <a:ext cx="60480" cy="74160"/>
              </p14:xfrm>
            </p:contentPart>
          </mc:Choice>
          <mc:Fallback xmlns="">
            <p:pic>
              <p:nvPicPr>
                <p:cNvPr id="484" name="Ink 483">
                  <a:extLst>
                    <a:ext uri="{FF2B5EF4-FFF2-40B4-BE49-F238E27FC236}">
                      <a16:creationId xmlns:a16="http://schemas.microsoft.com/office/drawing/2014/main" id="{BD48B514-1936-9AC3-D39D-DCE8E8A75F5A}"/>
                    </a:ext>
                  </a:extLst>
                </p:cNvPr>
                <p:cNvPicPr/>
                <p:nvPr/>
              </p:nvPicPr>
              <p:blipFill>
                <a:blip r:embed="rId778"/>
                <a:stretch>
                  <a:fillRect/>
                </a:stretch>
              </p:blipFill>
              <p:spPr>
                <a:xfrm>
                  <a:off x="5680368" y="6682824"/>
                  <a:ext cx="7812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9">
              <p14:nvContentPartPr>
                <p14:cNvPr id="485" name="Ink 484">
                  <a:extLst>
                    <a:ext uri="{FF2B5EF4-FFF2-40B4-BE49-F238E27FC236}">
                      <a16:creationId xmlns:a16="http://schemas.microsoft.com/office/drawing/2014/main" id="{0934892B-6DA2-907A-8774-BB74CE3D9A8D}"/>
                    </a:ext>
                  </a:extLst>
                </p14:cNvPr>
                <p14:cNvContentPartPr/>
                <p14:nvPr/>
              </p14:nvContentPartPr>
              <p14:xfrm>
                <a:off x="5840928" y="6676344"/>
                <a:ext cx="67680" cy="83520"/>
              </p14:xfrm>
            </p:contentPart>
          </mc:Choice>
          <mc:Fallback xmlns="">
            <p:pic>
              <p:nvPicPr>
                <p:cNvPr id="485" name="Ink 484">
                  <a:extLst>
                    <a:ext uri="{FF2B5EF4-FFF2-40B4-BE49-F238E27FC236}">
                      <a16:creationId xmlns:a16="http://schemas.microsoft.com/office/drawing/2014/main" id="{0934892B-6DA2-907A-8774-BB74CE3D9A8D}"/>
                    </a:ext>
                  </a:extLst>
                </p:cNvPr>
                <p:cNvPicPr/>
                <p:nvPr/>
              </p:nvPicPr>
              <p:blipFill>
                <a:blip r:embed="rId780"/>
                <a:stretch>
                  <a:fillRect/>
                </a:stretch>
              </p:blipFill>
              <p:spPr>
                <a:xfrm>
                  <a:off x="5831928" y="6667344"/>
                  <a:ext cx="8532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1">
              <p14:nvContentPartPr>
                <p14:cNvPr id="486" name="Ink 485">
                  <a:extLst>
                    <a:ext uri="{FF2B5EF4-FFF2-40B4-BE49-F238E27FC236}">
                      <a16:creationId xmlns:a16="http://schemas.microsoft.com/office/drawing/2014/main" id="{B8737E64-7646-4CB5-3BEF-8B4429F19984}"/>
                    </a:ext>
                  </a:extLst>
                </p14:cNvPr>
                <p14:cNvContentPartPr/>
                <p14:nvPr/>
              </p14:nvContentPartPr>
              <p14:xfrm>
                <a:off x="5964048" y="6674904"/>
                <a:ext cx="76320" cy="112320"/>
              </p14:xfrm>
            </p:contentPart>
          </mc:Choice>
          <mc:Fallback xmlns="">
            <p:pic>
              <p:nvPicPr>
                <p:cNvPr id="486" name="Ink 485">
                  <a:extLst>
                    <a:ext uri="{FF2B5EF4-FFF2-40B4-BE49-F238E27FC236}">
                      <a16:creationId xmlns:a16="http://schemas.microsoft.com/office/drawing/2014/main" id="{B8737E64-7646-4CB5-3BEF-8B4429F19984}"/>
                    </a:ext>
                  </a:extLst>
                </p:cNvPr>
                <p:cNvPicPr/>
                <p:nvPr/>
              </p:nvPicPr>
              <p:blipFill>
                <a:blip r:embed="rId782"/>
                <a:stretch>
                  <a:fillRect/>
                </a:stretch>
              </p:blipFill>
              <p:spPr>
                <a:xfrm>
                  <a:off x="5955408" y="6666264"/>
                  <a:ext cx="9396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3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847F92DC-581E-6510-CDBE-E07216532B4B}"/>
                    </a:ext>
                  </a:extLst>
                </p14:cNvPr>
                <p14:cNvContentPartPr/>
                <p14:nvPr/>
              </p14:nvContentPartPr>
              <p14:xfrm>
                <a:off x="6066288" y="6655104"/>
                <a:ext cx="117720" cy="21600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847F92DC-581E-6510-CDBE-E07216532B4B}"/>
                    </a:ext>
                  </a:extLst>
                </p:cNvPr>
                <p:cNvPicPr/>
                <p:nvPr/>
              </p:nvPicPr>
              <p:blipFill>
                <a:blip r:embed="rId784"/>
                <a:stretch>
                  <a:fillRect/>
                </a:stretch>
              </p:blipFill>
              <p:spPr>
                <a:xfrm>
                  <a:off x="6057648" y="6646464"/>
                  <a:ext cx="135360" cy="233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5">
            <p14:nvContentPartPr>
              <p14:cNvPr id="488" name="Ink 487">
                <a:extLst>
                  <a:ext uri="{FF2B5EF4-FFF2-40B4-BE49-F238E27FC236}">
                    <a16:creationId xmlns:a16="http://schemas.microsoft.com/office/drawing/2014/main" id="{5534D33F-2483-0E5E-4EEF-1BC4786928E1}"/>
                  </a:ext>
                </a:extLst>
              </p14:cNvPr>
              <p14:cNvContentPartPr/>
              <p14:nvPr/>
            </p14:nvContentPartPr>
            <p14:xfrm>
              <a:off x="6413688" y="6656184"/>
              <a:ext cx="76680" cy="108720"/>
            </p14:xfrm>
          </p:contentPart>
        </mc:Choice>
        <mc:Fallback xmlns="">
          <p:pic>
            <p:nvPicPr>
              <p:cNvPr id="488" name="Ink 487">
                <a:extLst>
                  <a:ext uri="{FF2B5EF4-FFF2-40B4-BE49-F238E27FC236}">
                    <a16:creationId xmlns:a16="http://schemas.microsoft.com/office/drawing/2014/main" id="{5534D33F-2483-0E5E-4EEF-1BC4786928E1}"/>
                  </a:ext>
                </a:extLst>
              </p:cNvPr>
              <p:cNvPicPr/>
              <p:nvPr/>
            </p:nvPicPr>
            <p:blipFill>
              <a:blip r:embed="rId786"/>
              <a:stretch>
                <a:fillRect/>
              </a:stretch>
            </p:blipFill>
            <p:spPr>
              <a:xfrm>
                <a:off x="6404688" y="6647184"/>
                <a:ext cx="94320" cy="126360"/>
              </a:xfrm>
              <a:prstGeom prst="rect">
                <a:avLst/>
              </a:prstGeom>
            </p:spPr>
          </p:pic>
        </mc:Fallback>
      </mc:AlternateContent>
      <p:grpSp>
        <p:nvGrpSpPr>
          <p:cNvPr id="502" name="Group 501">
            <a:extLst>
              <a:ext uri="{FF2B5EF4-FFF2-40B4-BE49-F238E27FC236}">
                <a16:creationId xmlns:a16="http://schemas.microsoft.com/office/drawing/2014/main" id="{4DC52CFF-6BB8-AE56-75F4-842036B7EB2A}"/>
              </a:ext>
            </a:extLst>
          </p:cNvPr>
          <p:cNvGrpSpPr/>
          <p:nvPr/>
        </p:nvGrpSpPr>
        <p:grpSpPr>
          <a:xfrm>
            <a:off x="6797088" y="6613344"/>
            <a:ext cx="1685880" cy="232200"/>
            <a:chOff x="6797088" y="6613344"/>
            <a:chExt cx="1685880" cy="23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7">
              <p14:nvContentPartPr>
                <p14:cNvPr id="490" name="Ink 489">
                  <a:extLst>
                    <a:ext uri="{FF2B5EF4-FFF2-40B4-BE49-F238E27FC236}">
                      <a16:creationId xmlns:a16="http://schemas.microsoft.com/office/drawing/2014/main" id="{2736F620-A94F-00FF-4565-EE2CF4FAC0A2}"/>
                    </a:ext>
                  </a:extLst>
                </p14:cNvPr>
                <p14:cNvContentPartPr/>
                <p14:nvPr/>
              </p14:nvContentPartPr>
              <p14:xfrm>
                <a:off x="6797088" y="6683544"/>
                <a:ext cx="113760" cy="133920"/>
              </p14:xfrm>
            </p:contentPart>
          </mc:Choice>
          <mc:Fallback xmlns="">
            <p:pic>
              <p:nvPicPr>
                <p:cNvPr id="490" name="Ink 489">
                  <a:extLst>
                    <a:ext uri="{FF2B5EF4-FFF2-40B4-BE49-F238E27FC236}">
                      <a16:creationId xmlns:a16="http://schemas.microsoft.com/office/drawing/2014/main" id="{2736F620-A94F-00FF-4565-EE2CF4FAC0A2}"/>
                    </a:ext>
                  </a:extLst>
                </p:cNvPr>
                <p:cNvPicPr/>
                <p:nvPr/>
              </p:nvPicPr>
              <p:blipFill>
                <a:blip r:embed="rId788"/>
                <a:stretch>
                  <a:fillRect/>
                </a:stretch>
              </p:blipFill>
              <p:spPr>
                <a:xfrm>
                  <a:off x="6788088" y="6674904"/>
                  <a:ext cx="1314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9">
              <p14:nvContentPartPr>
                <p14:cNvPr id="491" name="Ink 490">
                  <a:extLst>
                    <a:ext uri="{FF2B5EF4-FFF2-40B4-BE49-F238E27FC236}">
                      <a16:creationId xmlns:a16="http://schemas.microsoft.com/office/drawing/2014/main" id="{C44266A3-C24C-1AC4-1679-7C500AE65619}"/>
                    </a:ext>
                  </a:extLst>
                </p14:cNvPr>
                <p14:cNvContentPartPr/>
                <p14:nvPr/>
              </p14:nvContentPartPr>
              <p14:xfrm>
                <a:off x="7037208" y="6678144"/>
                <a:ext cx="196200" cy="103320"/>
              </p14:xfrm>
            </p:contentPart>
          </mc:Choice>
          <mc:Fallback xmlns="">
            <p:pic>
              <p:nvPicPr>
                <p:cNvPr id="491" name="Ink 490">
                  <a:extLst>
                    <a:ext uri="{FF2B5EF4-FFF2-40B4-BE49-F238E27FC236}">
                      <a16:creationId xmlns:a16="http://schemas.microsoft.com/office/drawing/2014/main" id="{C44266A3-C24C-1AC4-1679-7C500AE65619}"/>
                    </a:ext>
                  </a:extLst>
                </p:cNvPr>
                <p:cNvPicPr/>
                <p:nvPr/>
              </p:nvPicPr>
              <p:blipFill>
                <a:blip r:embed="rId790"/>
                <a:stretch>
                  <a:fillRect/>
                </a:stretch>
              </p:blipFill>
              <p:spPr>
                <a:xfrm>
                  <a:off x="7028208" y="6669144"/>
                  <a:ext cx="2138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1">
              <p14:nvContentPartPr>
                <p14:cNvPr id="492" name="Ink 491">
                  <a:extLst>
                    <a:ext uri="{FF2B5EF4-FFF2-40B4-BE49-F238E27FC236}">
                      <a16:creationId xmlns:a16="http://schemas.microsoft.com/office/drawing/2014/main" id="{473A79EC-688C-B66B-98FE-6B4840F275D3}"/>
                    </a:ext>
                  </a:extLst>
                </p14:cNvPr>
                <p14:cNvContentPartPr/>
                <p14:nvPr/>
              </p14:nvContentPartPr>
              <p14:xfrm>
                <a:off x="7047648" y="6674544"/>
                <a:ext cx="163800" cy="171000"/>
              </p14:xfrm>
            </p:contentPart>
          </mc:Choice>
          <mc:Fallback xmlns="">
            <p:pic>
              <p:nvPicPr>
                <p:cNvPr id="492" name="Ink 491">
                  <a:extLst>
                    <a:ext uri="{FF2B5EF4-FFF2-40B4-BE49-F238E27FC236}">
                      <a16:creationId xmlns:a16="http://schemas.microsoft.com/office/drawing/2014/main" id="{473A79EC-688C-B66B-98FE-6B4840F275D3}"/>
                    </a:ext>
                  </a:extLst>
                </p:cNvPr>
                <p:cNvPicPr/>
                <p:nvPr/>
              </p:nvPicPr>
              <p:blipFill>
                <a:blip r:embed="rId792"/>
                <a:stretch>
                  <a:fillRect/>
                </a:stretch>
              </p:blipFill>
              <p:spPr>
                <a:xfrm>
                  <a:off x="7038648" y="6665904"/>
                  <a:ext cx="18144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3">
              <p14:nvContentPartPr>
                <p14:cNvPr id="494" name="Ink 493">
                  <a:extLst>
                    <a:ext uri="{FF2B5EF4-FFF2-40B4-BE49-F238E27FC236}">
                      <a16:creationId xmlns:a16="http://schemas.microsoft.com/office/drawing/2014/main" id="{EE3CDC2B-1814-CC48-E1CC-0FAF74B15CBA}"/>
                    </a:ext>
                  </a:extLst>
                </p14:cNvPr>
                <p14:cNvContentPartPr/>
                <p14:nvPr/>
              </p14:nvContentPartPr>
              <p14:xfrm>
                <a:off x="7314768" y="6650424"/>
                <a:ext cx="80640" cy="121680"/>
              </p14:xfrm>
            </p:contentPart>
          </mc:Choice>
          <mc:Fallback xmlns="">
            <p:pic>
              <p:nvPicPr>
                <p:cNvPr id="494" name="Ink 493">
                  <a:extLst>
                    <a:ext uri="{FF2B5EF4-FFF2-40B4-BE49-F238E27FC236}">
                      <a16:creationId xmlns:a16="http://schemas.microsoft.com/office/drawing/2014/main" id="{EE3CDC2B-1814-CC48-E1CC-0FAF74B15CBA}"/>
                    </a:ext>
                  </a:extLst>
                </p:cNvPr>
                <p:cNvPicPr/>
                <p:nvPr/>
              </p:nvPicPr>
              <p:blipFill>
                <a:blip r:embed="rId794"/>
                <a:stretch>
                  <a:fillRect/>
                </a:stretch>
              </p:blipFill>
              <p:spPr>
                <a:xfrm>
                  <a:off x="7305768" y="6641784"/>
                  <a:ext cx="9828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5">
              <p14:nvContentPartPr>
                <p14:cNvPr id="495" name="Ink 494">
                  <a:extLst>
                    <a:ext uri="{FF2B5EF4-FFF2-40B4-BE49-F238E27FC236}">
                      <a16:creationId xmlns:a16="http://schemas.microsoft.com/office/drawing/2014/main" id="{CE321627-5774-9A03-5044-C34DCDB00A55}"/>
                    </a:ext>
                  </a:extLst>
                </p14:cNvPr>
                <p14:cNvContentPartPr/>
                <p14:nvPr/>
              </p14:nvContentPartPr>
              <p14:xfrm>
                <a:off x="7495848" y="6659064"/>
                <a:ext cx="6120" cy="57240"/>
              </p14:xfrm>
            </p:contentPart>
          </mc:Choice>
          <mc:Fallback xmlns="">
            <p:pic>
              <p:nvPicPr>
                <p:cNvPr id="495" name="Ink 494">
                  <a:extLst>
                    <a:ext uri="{FF2B5EF4-FFF2-40B4-BE49-F238E27FC236}">
                      <a16:creationId xmlns:a16="http://schemas.microsoft.com/office/drawing/2014/main" id="{CE321627-5774-9A03-5044-C34DCDB00A55}"/>
                    </a:ext>
                  </a:extLst>
                </p:cNvPr>
                <p:cNvPicPr/>
                <p:nvPr/>
              </p:nvPicPr>
              <p:blipFill>
                <a:blip r:embed="rId796"/>
                <a:stretch>
                  <a:fillRect/>
                </a:stretch>
              </p:blipFill>
              <p:spPr>
                <a:xfrm>
                  <a:off x="7487208" y="6650064"/>
                  <a:ext cx="2376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7">
              <p14:nvContentPartPr>
                <p14:cNvPr id="496" name="Ink 495">
                  <a:extLst>
                    <a:ext uri="{FF2B5EF4-FFF2-40B4-BE49-F238E27FC236}">
                      <a16:creationId xmlns:a16="http://schemas.microsoft.com/office/drawing/2014/main" id="{A25EDF47-9E94-81D3-46DE-0B3BC493196F}"/>
                    </a:ext>
                  </a:extLst>
                </p14:cNvPr>
                <p14:cNvContentPartPr/>
                <p14:nvPr/>
              </p14:nvContentPartPr>
              <p14:xfrm>
                <a:off x="7562448" y="6639984"/>
                <a:ext cx="11880" cy="138960"/>
              </p14:xfrm>
            </p:contentPart>
          </mc:Choice>
          <mc:Fallback xmlns="">
            <p:pic>
              <p:nvPicPr>
                <p:cNvPr id="496" name="Ink 495">
                  <a:extLst>
                    <a:ext uri="{FF2B5EF4-FFF2-40B4-BE49-F238E27FC236}">
                      <a16:creationId xmlns:a16="http://schemas.microsoft.com/office/drawing/2014/main" id="{A25EDF47-9E94-81D3-46DE-0B3BC493196F}"/>
                    </a:ext>
                  </a:extLst>
                </p:cNvPr>
                <p:cNvPicPr/>
                <p:nvPr/>
              </p:nvPicPr>
              <p:blipFill>
                <a:blip r:embed="rId798"/>
                <a:stretch>
                  <a:fillRect/>
                </a:stretch>
              </p:blipFill>
              <p:spPr>
                <a:xfrm>
                  <a:off x="7553448" y="6630984"/>
                  <a:ext cx="295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9">
              <p14:nvContentPartPr>
                <p14:cNvPr id="497" name="Ink 496">
                  <a:extLst>
                    <a:ext uri="{FF2B5EF4-FFF2-40B4-BE49-F238E27FC236}">
                      <a16:creationId xmlns:a16="http://schemas.microsoft.com/office/drawing/2014/main" id="{518CDD17-8265-C570-0413-9391E58A0063}"/>
                    </a:ext>
                  </a:extLst>
                </p14:cNvPr>
                <p14:cNvContentPartPr/>
                <p14:nvPr/>
              </p14:nvContentPartPr>
              <p14:xfrm>
                <a:off x="7655328" y="6646824"/>
                <a:ext cx="81720" cy="140400"/>
              </p14:xfrm>
            </p:contentPart>
          </mc:Choice>
          <mc:Fallback xmlns="">
            <p:pic>
              <p:nvPicPr>
                <p:cNvPr id="497" name="Ink 496">
                  <a:extLst>
                    <a:ext uri="{FF2B5EF4-FFF2-40B4-BE49-F238E27FC236}">
                      <a16:creationId xmlns:a16="http://schemas.microsoft.com/office/drawing/2014/main" id="{518CDD17-8265-C570-0413-9391E58A0063}"/>
                    </a:ext>
                  </a:extLst>
                </p:cNvPr>
                <p:cNvPicPr/>
                <p:nvPr/>
              </p:nvPicPr>
              <p:blipFill>
                <a:blip r:embed="rId800"/>
                <a:stretch>
                  <a:fillRect/>
                </a:stretch>
              </p:blipFill>
              <p:spPr>
                <a:xfrm>
                  <a:off x="7646688" y="6637824"/>
                  <a:ext cx="993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1">
              <p14:nvContentPartPr>
                <p14:cNvPr id="498" name="Ink 497">
                  <a:extLst>
                    <a:ext uri="{FF2B5EF4-FFF2-40B4-BE49-F238E27FC236}">
                      <a16:creationId xmlns:a16="http://schemas.microsoft.com/office/drawing/2014/main" id="{DC03F396-166F-89A9-E3A8-04A7D686DCAD}"/>
                    </a:ext>
                  </a:extLst>
                </p14:cNvPr>
                <p14:cNvContentPartPr/>
                <p14:nvPr/>
              </p14:nvContentPartPr>
              <p14:xfrm>
                <a:off x="7791768" y="6613344"/>
                <a:ext cx="52560" cy="142920"/>
              </p14:xfrm>
            </p:contentPart>
          </mc:Choice>
          <mc:Fallback xmlns="">
            <p:pic>
              <p:nvPicPr>
                <p:cNvPr id="498" name="Ink 497">
                  <a:extLst>
                    <a:ext uri="{FF2B5EF4-FFF2-40B4-BE49-F238E27FC236}">
                      <a16:creationId xmlns:a16="http://schemas.microsoft.com/office/drawing/2014/main" id="{DC03F396-166F-89A9-E3A8-04A7D686DCAD}"/>
                    </a:ext>
                  </a:extLst>
                </p:cNvPr>
                <p:cNvPicPr/>
                <p:nvPr/>
              </p:nvPicPr>
              <p:blipFill>
                <a:blip r:embed="rId802"/>
                <a:stretch>
                  <a:fillRect/>
                </a:stretch>
              </p:blipFill>
              <p:spPr>
                <a:xfrm>
                  <a:off x="7782768" y="6604704"/>
                  <a:ext cx="702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3">
              <p14:nvContentPartPr>
                <p14:cNvPr id="499" name="Ink 498">
                  <a:extLst>
                    <a:ext uri="{FF2B5EF4-FFF2-40B4-BE49-F238E27FC236}">
                      <a16:creationId xmlns:a16="http://schemas.microsoft.com/office/drawing/2014/main" id="{6C7249F7-1BEF-B293-0FAB-BC7B9339E132}"/>
                    </a:ext>
                  </a:extLst>
                </p14:cNvPr>
                <p14:cNvContentPartPr/>
                <p14:nvPr/>
              </p14:nvContentPartPr>
              <p14:xfrm>
                <a:off x="7899768" y="6625944"/>
                <a:ext cx="349200" cy="138240"/>
              </p14:xfrm>
            </p:contentPart>
          </mc:Choice>
          <mc:Fallback xmlns="">
            <p:pic>
              <p:nvPicPr>
                <p:cNvPr id="499" name="Ink 498">
                  <a:extLst>
                    <a:ext uri="{FF2B5EF4-FFF2-40B4-BE49-F238E27FC236}">
                      <a16:creationId xmlns:a16="http://schemas.microsoft.com/office/drawing/2014/main" id="{6C7249F7-1BEF-B293-0FAB-BC7B9339E132}"/>
                    </a:ext>
                  </a:extLst>
                </p:cNvPr>
                <p:cNvPicPr/>
                <p:nvPr/>
              </p:nvPicPr>
              <p:blipFill>
                <a:blip r:embed="rId804"/>
                <a:stretch>
                  <a:fillRect/>
                </a:stretch>
              </p:blipFill>
              <p:spPr>
                <a:xfrm>
                  <a:off x="7891128" y="6617304"/>
                  <a:ext cx="3668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5">
              <p14:nvContentPartPr>
                <p14:cNvPr id="500" name="Ink 499">
                  <a:extLst>
                    <a:ext uri="{FF2B5EF4-FFF2-40B4-BE49-F238E27FC236}">
                      <a16:creationId xmlns:a16="http://schemas.microsoft.com/office/drawing/2014/main" id="{0FCD61FB-9A68-D757-5E52-37FC3A2CF0D5}"/>
                    </a:ext>
                  </a:extLst>
                </p14:cNvPr>
                <p14:cNvContentPartPr/>
                <p14:nvPr/>
              </p14:nvContentPartPr>
              <p14:xfrm>
                <a:off x="8180208" y="6711264"/>
                <a:ext cx="105120" cy="10800"/>
              </p14:xfrm>
            </p:contentPart>
          </mc:Choice>
          <mc:Fallback xmlns="">
            <p:pic>
              <p:nvPicPr>
                <p:cNvPr id="500" name="Ink 499">
                  <a:extLst>
                    <a:ext uri="{FF2B5EF4-FFF2-40B4-BE49-F238E27FC236}">
                      <a16:creationId xmlns:a16="http://schemas.microsoft.com/office/drawing/2014/main" id="{0FCD61FB-9A68-D757-5E52-37FC3A2CF0D5}"/>
                    </a:ext>
                  </a:extLst>
                </p:cNvPr>
                <p:cNvPicPr/>
                <p:nvPr/>
              </p:nvPicPr>
              <p:blipFill>
                <a:blip r:embed="rId806"/>
                <a:stretch>
                  <a:fillRect/>
                </a:stretch>
              </p:blipFill>
              <p:spPr>
                <a:xfrm>
                  <a:off x="8171208" y="6702624"/>
                  <a:ext cx="1227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7">
              <p14:nvContentPartPr>
                <p14:cNvPr id="501" name="Ink 500">
                  <a:extLst>
                    <a:ext uri="{FF2B5EF4-FFF2-40B4-BE49-F238E27FC236}">
                      <a16:creationId xmlns:a16="http://schemas.microsoft.com/office/drawing/2014/main" id="{BC6F8C3F-83A2-213F-212B-975D1E5EB9FF}"/>
                    </a:ext>
                  </a:extLst>
                </p14:cNvPr>
                <p14:cNvContentPartPr/>
                <p14:nvPr/>
              </p14:nvContentPartPr>
              <p14:xfrm>
                <a:off x="8348688" y="6624504"/>
                <a:ext cx="134280" cy="108000"/>
              </p14:xfrm>
            </p:contentPart>
          </mc:Choice>
          <mc:Fallback xmlns="">
            <p:pic>
              <p:nvPicPr>
                <p:cNvPr id="501" name="Ink 500">
                  <a:extLst>
                    <a:ext uri="{FF2B5EF4-FFF2-40B4-BE49-F238E27FC236}">
                      <a16:creationId xmlns:a16="http://schemas.microsoft.com/office/drawing/2014/main" id="{BC6F8C3F-83A2-213F-212B-975D1E5EB9FF}"/>
                    </a:ext>
                  </a:extLst>
                </p:cNvPr>
                <p:cNvPicPr/>
                <p:nvPr/>
              </p:nvPicPr>
              <p:blipFill>
                <a:blip r:embed="rId808"/>
                <a:stretch>
                  <a:fillRect/>
                </a:stretch>
              </p:blipFill>
              <p:spPr>
                <a:xfrm>
                  <a:off x="8339688" y="6615864"/>
                  <a:ext cx="151920" cy="125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72576174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For Doc3: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D29EA64-4C07-3791-B4BC-804F753647C6}"/>
              </a:ext>
            </a:extLst>
          </p:cNvPr>
          <p:cNvGrpSpPr/>
          <p:nvPr/>
        </p:nvGrpSpPr>
        <p:grpSpPr>
          <a:xfrm>
            <a:off x="844488" y="621864"/>
            <a:ext cx="1299240" cy="530640"/>
            <a:chOff x="844488" y="621864"/>
            <a:chExt cx="1299240" cy="53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3830D701-CF2D-35B5-6026-6CC3239FCB6A}"/>
                    </a:ext>
                  </a:extLst>
                </p14:cNvPr>
                <p14:cNvContentPartPr/>
                <p14:nvPr/>
              </p14:nvContentPartPr>
              <p14:xfrm>
                <a:off x="983808" y="794304"/>
                <a:ext cx="52920" cy="2322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3830D701-CF2D-35B5-6026-6CC3239FCB6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75168" y="785304"/>
                  <a:ext cx="705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C2CCC074-1A71-8570-E22E-FA6DDDC858DF}"/>
                    </a:ext>
                  </a:extLst>
                </p14:cNvPr>
                <p14:cNvContentPartPr/>
                <p14:nvPr/>
              </p14:nvContentPartPr>
              <p14:xfrm>
                <a:off x="1024128" y="735624"/>
                <a:ext cx="155520" cy="511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C2CCC074-1A71-8570-E22E-FA6DDDC858D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015128" y="726984"/>
                  <a:ext cx="17316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15C3BE44-108B-CD82-09EB-73623794131B}"/>
                    </a:ext>
                  </a:extLst>
                </p14:cNvPr>
                <p14:cNvContentPartPr/>
                <p14:nvPr/>
              </p14:nvContentPartPr>
              <p14:xfrm>
                <a:off x="844488" y="757944"/>
                <a:ext cx="412200" cy="518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15C3BE44-108B-CD82-09EB-73623794131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35848" y="749304"/>
                  <a:ext cx="4298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95A34277-733E-98A9-BB11-00F78432BF4C}"/>
                    </a:ext>
                  </a:extLst>
                </p14:cNvPr>
                <p14:cNvContentPartPr/>
                <p14:nvPr/>
              </p14:nvContentPartPr>
              <p14:xfrm>
                <a:off x="1335528" y="790344"/>
                <a:ext cx="39960" cy="2217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95A34277-733E-98A9-BB11-00F78432BF4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326528" y="781344"/>
                  <a:ext cx="5760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F5ADC5D-E90E-218A-CF54-32788C1073EE}"/>
                    </a:ext>
                  </a:extLst>
                </p14:cNvPr>
                <p14:cNvContentPartPr/>
                <p14:nvPr/>
              </p14:nvContentPartPr>
              <p14:xfrm>
                <a:off x="1348848" y="775944"/>
                <a:ext cx="164520" cy="47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F5ADC5D-E90E-218A-CF54-32788C1073E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40208" y="767304"/>
                  <a:ext cx="18216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1D99EBA3-603B-F0FE-5CF1-DC02ED6E6CD3}"/>
                    </a:ext>
                  </a:extLst>
                </p14:cNvPr>
                <p14:cNvContentPartPr/>
                <p14:nvPr/>
              </p14:nvContentPartPr>
              <p14:xfrm>
                <a:off x="1355328" y="885384"/>
                <a:ext cx="165240" cy="352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1D99EBA3-603B-F0FE-5CF1-DC02ED6E6CD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46328" y="876744"/>
                  <a:ext cx="1828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F96424C-3C21-7E14-6D9F-4E690A459A2A}"/>
                    </a:ext>
                  </a:extLst>
                </p14:cNvPr>
                <p14:cNvContentPartPr/>
                <p14:nvPr/>
              </p14:nvContentPartPr>
              <p14:xfrm>
                <a:off x="1677168" y="621864"/>
                <a:ext cx="236520" cy="5306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F96424C-3C21-7E14-6D9F-4E690A459A2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68528" y="612864"/>
                  <a:ext cx="254160" cy="54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AC4BD2AB-777E-2808-E510-3ED4708A441B}"/>
                    </a:ext>
                  </a:extLst>
                </p14:cNvPr>
                <p14:cNvContentPartPr/>
                <p14:nvPr/>
              </p14:nvContentPartPr>
              <p14:xfrm>
                <a:off x="2073168" y="779544"/>
                <a:ext cx="70560" cy="604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AC4BD2AB-777E-2808-E510-3ED4708A441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064528" y="770904"/>
                  <a:ext cx="88200" cy="7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DE23752-1668-644B-BFB8-3768CACCB4DC}"/>
              </a:ext>
            </a:extLst>
          </p:cNvPr>
          <p:cNvGrpSpPr/>
          <p:nvPr/>
        </p:nvGrpSpPr>
        <p:grpSpPr>
          <a:xfrm>
            <a:off x="2334528" y="714744"/>
            <a:ext cx="1138320" cy="336600"/>
            <a:chOff x="2334528" y="714744"/>
            <a:chExt cx="1138320" cy="33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FD2ACE4B-7D39-FBAE-E1A7-77D9A51D3102}"/>
                    </a:ext>
                  </a:extLst>
                </p14:cNvPr>
                <p14:cNvContentPartPr/>
                <p14:nvPr/>
              </p14:nvContentPartPr>
              <p14:xfrm>
                <a:off x="2334528" y="762264"/>
                <a:ext cx="282960" cy="2890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FD2ACE4B-7D39-FBAE-E1A7-77D9A51D310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25888" y="753624"/>
                  <a:ext cx="30060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CF153993-04B7-ABA7-8ADB-DC76AE4909DD}"/>
                    </a:ext>
                  </a:extLst>
                </p14:cNvPr>
                <p14:cNvContentPartPr/>
                <p14:nvPr/>
              </p14:nvContentPartPr>
              <p14:xfrm>
                <a:off x="2667528" y="770184"/>
                <a:ext cx="118800" cy="2775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CF153993-04B7-ABA7-8ADB-DC76AE4909D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658528" y="761184"/>
                  <a:ext cx="13644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371C24CB-68D2-343C-BC8E-3F552C944374}"/>
                    </a:ext>
                  </a:extLst>
                </p14:cNvPr>
                <p14:cNvContentPartPr/>
                <p14:nvPr/>
              </p14:nvContentPartPr>
              <p14:xfrm>
                <a:off x="2794248" y="728784"/>
                <a:ext cx="331920" cy="2160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371C24CB-68D2-343C-BC8E-3F552C94437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85248" y="719784"/>
                  <a:ext cx="3495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EDBB72AC-3D46-115D-9C0A-61D8E6D2D0A6}"/>
                    </a:ext>
                  </a:extLst>
                </p14:cNvPr>
                <p14:cNvContentPartPr/>
                <p14:nvPr/>
              </p14:nvContentPartPr>
              <p14:xfrm>
                <a:off x="3260088" y="714744"/>
                <a:ext cx="13320" cy="561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EDBB72AC-3D46-115D-9C0A-61D8E6D2D0A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251088" y="705744"/>
                  <a:ext cx="309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3C522A36-55D1-1267-4D65-37BAD9591AFB}"/>
                    </a:ext>
                  </a:extLst>
                </p14:cNvPr>
                <p14:cNvContentPartPr/>
                <p14:nvPr/>
              </p14:nvContentPartPr>
              <p14:xfrm>
                <a:off x="3335688" y="732744"/>
                <a:ext cx="137160" cy="2984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3C522A36-55D1-1267-4D65-37BAD9591AF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326688" y="723744"/>
                  <a:ext cx="154800" cy="31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1E58200-4FDA-A67D-84F1-5171A46F14A1}"/>
              </a:ext>
            </a:extLst>
          </p:cNvPr>
          <p:cNvGrpSpPr/>
          <p:nvPr/>
        </p:nvGrpSpPr>
        <p:grpSpPr>
          <a:xfrm>
            <a:off x="3827088" y="656064"/>
            <a:ext cx="1124280" cy="469080"/>
            <a:chOff x="3827088" y="656064"/>
            <a:chExt cx="1124280" cy="46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B134788-3823-062A-46E8-6684F1529DED}"/>
                    </a:ext>
                  </a:extLst>
                </p14:cNvPr>
                <p14:cNvContentPartPr/>
                <p14:nvPr/>
              </p14:nvContentPartPr>
              <p14:xfrm>
                <a:off x="3827088" y="789984"/>
                <a:ext cx="602640" cy="1940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B134788-3823-062A-46E8-6684F1529DE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818448" y="780984"/>
                  <a:ext cx="6202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75C8D37D-A81D-B5E7-6C4A-24BEB4D1EC0B}"/>
                    </a:ext>
                  </a:extLst>
                </p14:cNvPr>
                <p14:cNvContentPartPr/>
                <p14:nvPr/>
              </p14:nvContentPartPr>
              <p14:xfrm>
                <a:off x="4543488" y="788184"/>
                <a:ext cx="114480" cy="1551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75C8D37D-A81D-B5E7-6C4A-24BEB4D1EC0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34848" y="779184"/>
                  <a:ext cx="1321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E4AF99D-81AF-BC9E-2FA3-BBDC77AC92F4}"/>
                    </a:ext>
                  </a:extLst>
                </p14:cNvPr>
                <p14:cNvContentPartPr/>
                <p14:nvPr/>
              </p14:nvContentPartPr>
              <p14:xfrm>
                <a:off x="4709808" y="656064"/>
                <a:ext cx="241560" cy="4690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E4AF99D-81AF-BC9E-2FA3-BBDC77AC92F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700808" y="647424"/>
                  <a:ext cx="259200" cy="486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15C65BF-5707-B24B-ADC3-250ABE202DF0}"/>
                  </a:ext>
                </a:extLst>
              </p14:cNvPr>
              <p14:cNvContentPartPr/>
              <p14:nvPr/>
            </p14:nvContentPartPr>
            <p14:xfrm>
              <a:off x="6003648" y="746424"/>
              <a:ext cx="12960" cy="19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15C65BF-5707-B24B-ADC3-250ABE202DF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995008" y="737784"/>
                <a:ext cx="30600" cy="215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8" name="Group 27">
            <a:extLst>
              <a:ext uri="{FF2B5EF4-FFF2-40B4-BE49-F238E27FC236}">
                <a16:creationId xmlns:a16="http://schemas.microsoft.com/office/drawing/2014/main" id="{C3491F08-5F38-C006-C73E-AE864D91FCAE}"/>
              </a:ext>
            </a:extLst>
          </p:cNvPr>
          <p:cNvGrpSpPr/>
          <p:nvPr/>
        </p:nvGrpSpPr>
        <p:grpSpPr>
          <a:xfrm>
            <a:off x="5185368" y="790704"/>
            <a:ext cx="190080" cy="132840"/>
            <a:chOff x="5185368" y="790704"/>
            <a:chExt cx="190080" cy="13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E1A63341-065E-8A7D-6AC8-9057ECC6E552}"/>
                    </a:ext>
                  </a:extLst>
                </p14:cNvPr>
                <p14:cNvContentPartPr/>
                <p14:nvPr/>
              </p14:nvContentPartPr>
              <p14:xfrm>
                <a:off x="5185368" y="797544"/>
                <a:ext cx="133200" cy="331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E1A63341-065E-8A7D-6AC8-9057ECC6E55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176728" y="788544"/>
                  <a:ext cx="15084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5F117C21-9FEB-0B82-DC47-A28B3E0F9A74}"/>
                    </a:ext>
                  </a:extLst>
                </p14:cNvPr>
                <p14:cNvContentPartPr/>
                <p14:nvPr/>
              </p14:nvContentPartPr>
              <p14:xfrm>
                <a:off x="5262768" y="895464"/>
                <a:ext cx="60840" cy="108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5F117C21-9FEB-0B82-DC47-A28B3E0F9A7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253768" y="886824"/>
                  <a:ext cx="784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8F921971-421B-E343-C3D4-02DB2AEC3713}"/>
                    </a:ext>
                  </a:extLst>
                </p14:cNvPr>
                <p14:cNvContentPartPr/>
                <p14:nvPr/>
              </p14:nvContentPartPr>
              <p14:xfrm>
                <a:off x="5191848" y="901224"/>
                <a:ext cx="183600" cy="223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8F921971-421B-E343-C3D4-02DB2AEC371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183208" y="892584"/>
                  <a:ext cx="20124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012696DA-04C3-B67B-BC8F-EA0176A9F7CB}"/>
                    </a:ext>
                  </a:extLst>
                </p14:cNvPr>
                <p14:cNvContentPartPr/>
                <p14:nvPr/>
              </p14:nvContentPartPr>
              <p14:xfrm>
                <a:off x="5254128" y="790704"/>
                <a:ext cx="66960" cy="115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012696DA-04C3-B67B-BC8F-EA0176A9F7C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245128" y="782064"/>
                  <a:ext cx="84600" cy="2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48F92B2-C726-35FA-B3F0-5849CFA3BB89}"/>
              </a:ext>
            </a:extLst>
          </p:cNvPr>
          <p:cNvGrpSpPr/>
          <p:nvPr/>
        </p:nvGrpSpPr>
        <p:grpSpPr>
          <a:xfrm>
            <a:off x="1009368" y="1310904"/>
            <a:ext cx="828000" cy="318960"/>
            <a:chOff x="1009368" y="1310904"/>
            <a:chExt cx="828000" cy="3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35C427A-34F9-2F3F-C589-60D936CD56D0}"/>
                    </a:ext>
                  </a:extLst>
                </p14:cNvPr>
                <p14:cNvContentPartPr/>
                <p14:nvPr/>
              </p14:nvContentPartPr>
              <p14:xfrm>
                <a:off x="1069128" y="1357344"/>
                <a:ext cx="51840" cy="2224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35C427A-34F9-2F3F-C589-60D936CD56D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60488" y="1348704"/>
                  <a:ext cx="694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8020B1C9-ECFE-EDF4-9E92-547371451A18}"/>
                    </a:ext>
                  </a:extLst>
                </p14:cNvPr>
                <p14:cNvContentPartPr/>
                <p14:nvPr/>
              </p14:nvContentPartPr>
              <p14:xfrm>
                <a:off x="1070208" y="1310904"/>
                <a:ext cx="183600" cy="446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8020B1C9-ECFE-EDF4-9E92-547371451A1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61568" y="1301904"/>
                  <a:ext cx="20124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A1B9B935-8F64-3BC4-7154-D3A06817C9C9}"/>
                    </a:ext>
                  </a:extLst>
                </p14:cNvPr>
                <p14:cNvContentPartPr/>
                <p14:nvPr/>
              </p14:nvContentPartPr>
              <p14:xfrm>
                <a:off x="1009368" y="1417824"/>
                <a:ext cx="367560" cy="2034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A1B9B935-8F64-3BC4-7154-D3A06817C9C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000728" y="1408824"/>
                  <a:ext cx="3852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210B8AA9-02A2-C642-4B18-74351E8312D8}"/>
                    </a:ext>
                  </a:extLst>
                </p14:cNvPr>
                <p14:cNvContentPartPr/>
                <p14:nvPr/>
              </p14:nvContentPartPr>
              <p14:xfrm>
                <a:off x="1353888" y="1404864"/>
                <a:ext cx="205560" cy="2250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210B8AA9-02A2-C642-4B18-74351E8312D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344888" y="1395864"/>
                  <a:ext cx="22320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288A78E9-6DA7-3916-2398-4ECED2A8490D}"/>
                    </a:ext>
                  </a:extLst>
                </p14:cNvPr>
                <p14:cNvContentPartPr/>
                <p14:nvPr/>
              </p14:nvContentPartPr>
              <p14:xfrm>
                <a:off x="1615608" y="1438704"/>
                <a:ext cx="21960" cy="1882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288A78E9-6DA7-3916-2398-4ECED2A8490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606608" y="1430064"/>
                  <a:ext cx="396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1E7BFE81-7E25-AC82-801C-0675655B548D}"/>
                    </a:ext>
                  </a:extLst>
                </p14:cNvPr>
                <p14:cNvContentPartPr/>
                <p14:nvPr/>
              </p14:nvContentPartPr>
              <p14:xfrm>
                <a:off x="1651608" y="1382184"/>
                <a:ext cx="185760" cy="1638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1E7BFE81-7E25-AC82-801C-0675655B548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642608" y="1373544"/>
                  <a:ext cx="203400" cy="18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84F7C06D-3FE1-3CB0-F122-ABE88269C348}"/>
              </a:ext>
            </a:extLst>
          </p:cNvPr>
          <p:cNvGrpSpPr/>
          <p:nvPr/>
        </p:nvGrpSpPr>
        <p:grpSpPr>
          <a:xfrm>
            <a:off x="2099088" y="1261584"/>
            <a:ext cx="1573560" cy="522720"/>
            <a:chOff x="2099088" y="1261584"/>
            <a:chExt cx="1573560" cy="52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99B81B88-4ADA-98BB-CE4E-318FC3C7620A}"/>
                    </a:ext>
                  </a:extLst>
                </p14:cNvPr>
                <p14:cNvContentPartPr/>
                <p14:nvPr/>
              </p14:nvContentPartPr>
              <p14:xfrm>
                <a:off x="2099088" y="1261584"/>
                <a:ext cx="189720" cy="5130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99B81B88-4ADA-98BB-CE4E-318FC3C7620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090448" y="1252584"/>
                  <a:ext cx="207360" cy="53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DEFEAF09-8F91-98B2-E468-A9A2F4DC94EB}"/>
                    </a:ext>
                  </a:extLst>
                </p14:cNvPr>
                <p14:cNvContentPartPr/>
                <p14:nvPr/>
              </p14:nvContentPartPr>
              <p14:xfrm>
                <a:off x="2390688" y="1405584"/>
                <a:ext cx="38880" cy="676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DEFEAF09-8F91-98B2-E468-A9A2F4DC94E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382048" y="1396944"/>
                  <a:ext cx="565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CF54FDEC-D584-BBDC-B0F6-E77C21638E5D}"/>
                    </a:ext>
                  </a:extLst>
                </p14:cNvPr>
                <p14:cNvContentPartPr/>
                <p14:nvPr/>
              </p14:nvContentPartPr>
              <p14:xfrm>
                <a:off x="2596608" y="1455984"/>
                <a:ext cx="6480" cy="1346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CF54FDEC-D584-BBDC-B0F6-E77C21638E5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587608" y="1446984"/>
                  <a:ext cx="2412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B4C96EE-74BA-7A99-D0E8-C687F4ADA826}"/>
                    </a:ext>
                  </a:extLst>
                </p14:cNvPr>
                <p14:cNvContentPartPr/>
                <p14:nvPr/>
              </p14:nvContentPartPr>
              <p14:xfrm>
                <a:off x="2560608" y="1398384"/>
                <a:ext cx="313560" cy="3272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B4C96EE-74BA-7A99-D0E8-C687F4ADA82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551608" y="1389384"/>
                  <a:ext cx="33120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18B673D5-0DB9-36E0-AE23-C8FA644D18FD}"/>
                    </a:ext>
                  </a:extLst>
                </p14:cNvPr>
                <p14:cNvContentPartPr/>
                <p14:nvPr/>
              </p14:nvContentPartPr>
              <p14:xfrm>
                <a:off x="2899008" y="1429344"/>
                <a:ext cx="138240" cy="2732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18B673D5-0DB9-36E0-AE23-C8FA644D18F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890368" y="1420704"/>
                  <a:ext cx="15588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3E58F672-7A81-9525-E3B7-F2B9AB749DCC}"/>
                    </a:ext>
                  </a:extLst>
                </p14:cNvPr>
                <p14:cNvContentPartPr/>
                <p14:nvPr/>
              </p14:nvContentPartPr>
              <p14:xfrm>
                <a:off x="3061728" y="1378584"/>
                <a:ext cx="290520" cy="2174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3E58F672-7A81-9525-E3B7-F2B9AB749DC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052728" y="1369584"/>
                  <a:ext cx="3081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9445823-4F10-2CA8-F4FF-A87E07456E77}"/>
                    </a:ext>
                  </a:extLst>
                </p14:cNvPr>
                <p14:cNvContentPartPr/>
                <p14:nvPr/>
              </p14:nvContentPartPr>
              <p14:xfrm>
                <a:off x="3433968" y="1391544"/>
                <a:ext cx="6840" cy="478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9445823-4F10-2CA8-F4FF-A87E07456E7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425328" y="1382904"/>
                  <a:ext cx="244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0EAF24CC-5A90-A978-629C-6BCB740EBD10}"/>
                    </a:ext>
                  </a:extLst>
                </p14:cNvPr>
                <p14:cNvContentPartPr/>
                <p14:nvPr/>
              </p14:nvContentPartPr>
              <p14:xfrm>
                <a:off x="3411288" y="1361664"/>
                <a:ext cx="261360" cy="4226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0EAF24CC-5A90-A978-629C-6BCB740EBD1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402648" y="1353024"/>
                  <a:ext cx="279000" cy="44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7D85184-7502-FDDE-3C27-08C7BEB6CA78}"/>
              </a:ext>
            </a:extLst>
          </p:cNvPr>
          <p:cNvGrpSpPr/>
          <p:nvPr/>
        </p:nvGrpSpPr>
        <p:grpSpPr>
          <a:xfrm>
            <a:off x="3913128" y="1493064"/>
            <a:ext cx="139320" cy="72360"/>
            <a:chOff x="3913128" y="1493064"/>
            <a:chExt cx="139320" cy="7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ACC4F00E-2282-5AC3-A5EE-7E75BB1270DE}"/>
                    </a:ext>
                  </a:extLst>
                </p14:cNvPr>
                <p14:cNvContentPartPr/>
                <p14:nvPr/>
              </p14:nvContentPartPr>
              <p14:xfrm>
                <a:off x="3913128" y="1493064"/>
                <a:ext cx="68040" cy="57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ACC4F00E-2282-5AC3-A5EE-7E75BB1270D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904128" y="1484064"/>
                  <a:ext cx="856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98207BFC-A47F-46EE-2CE7-2A52EAFBCD2A}"/>
                    </a:ext>
                  </a:extLst>
                </p14:cNvPr>
                <p14:cNvContentPartPr/>
                <p14:nvPr/>
              </p14:nvContentPartPr>
              <p14:xfrm>
                <a:off x="3962808" y="1546344"/>
                <a:ext cx="89640" cy="1908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98207BFC-A47F-46EE-2CE7-2A52EAFBCD2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954168" y="1537344"/>
                  <a:ext cx="10728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99F338D-100F-4690-AD31-E197BFB39172}"/>
              </a:ext>
            </a:extLst>
          </p:cNvPr>
          <p:cNvGrpSpPr/>
          <p:nvPr/>
        </p:nvGrpSpPr>
        <p:grpSpPr>
          <a:xfrm>
            <a:off x="4513608" y="1220544"/>
            <a:ext cx="1253160" cy="747360"/>
            <a:chOff x="4513608" y="1220544"/>
            <a:chExt cx="1253160" cy="74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A6994C6-3692-6F33-3EE6-FDB8867DAF11}"/>
                    </a:ext>
                  </a:extLst>
                </p14:cNvPr>
                <p14:cNvContentPartPr/>
                <p14:nvPr/>
              </p14:nvContentPartPr>
              <p14:xfrm>
                <a:off x="5137848" y="1352304"/>
                <a:ext cx="72720" cy="255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A6994C6-3692-6F33-3EE6-FDB8867DAF1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128848" y="1343304"/>
                  <a:ext cx="903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F85800AC-9BB3-0092-2E00-DC21C96694A8}"/>
                    </a:ext>
                  </a:extLst>
                </p14:cNvPr>
                <p14:cNvContentPartPr/>
                <p14:nvPr/>
              </p14:nvContentPartPr>
              <p14:xfrm>
                <a:off x="4513608" y="1220544"/>
                <a:ext cx="252720" cy="3528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F85800AC-9BB3-0092-2E00-DC21C96694A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504968" y="1211904"/>
                  <a:ext cx="270360" cy="37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57DF357-C633-C8D2-E744-6996F5847A0D}"/>
                    </a:ext>
                  </a:extLst>
                </p14:cNvPr>
                <p14:cNvContentPartPr/>
                <p14:nvPr/>
              </p14:nvContentPartPr>
              <p14:xfrm>
                <a:off x="4840488" y="1472544"/>
                <a:ext cx="143280" cy="3229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57DF357-C633-C8D2-E744-6996F5847A0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831488" y="1463544"/>
                  <a:ext cx="16092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C46D36CF-27D0-0160-AB4E-F8099D7A1761}"/>
                    </a:ext>
                  </a:extLst>
                </p14:cNvPr>
                <p14:cNvContentPartPr/>
                <p14:nvPr/>
              </p14:nvContentPartPr>
              <p14:xfrm>
                <a:off x="5252328" y="1255104"/>
                <a:ext cx="514440" cy="7128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C46D36CF-27D0-0160-AB4E-F8099D7A1761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243688" y="1246464"/>
                  <a:ext cx="532080" cy="73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CA38C83-1BCE-A905-E9F4-A7EF0F5E95C3}"/>
              </a:ext>
            </a:extLst>
          </p:cNvPr>
          <p:cNvGrpSpPr/>
          <p:nvPr/>
        </p:nvGrpSpPr>
        <p:grpSpPr>
          <a:xfrm>
            <a:off x="5500008" y="1313424"/>
            <a:ext cx="695520" cy="567360"/>
            <a:chOff x="5500008" y="1313424"/>
            <a:chExt cx="695520" cy="56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A03B9B7-0028-6167-8DE1-B7A588ACE56A}"/>
                    </a:ext>
                  </a:extLst>
                </p14:cNvPr>
                <p14:cNvContentPartPr/>
                <p14:nvPr/>
              </p14:nvContentPartPr>
              <p14:xfrm>
                <a:off x="5500008" y="1406304"/>
                <a:ext cx="165960" cy="1202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A03B9B7-0028-6167-8DE1-B7A588ACE56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491008" y="1397664"/>
                  <a:ext cx="18360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4CBC5F4-6AAC-C2FB-AFDC-6C4959A0275E}"/>
                    </a:ext>
                  </a:extLst>
                </p14:cNvPr>
                <p14:cNvContentPartPr/>
                <p14:nvPr/>
              </p14:nvContentPartPr>
              <p14:xfrm>
                <a:off x="5590368" y="1429344"/>
                <a:ext cx="217800" cy="3103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4CBC5F4-6AAC-C2FB-AFDC-6C4959A0275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581728" y="1420704"/>
                  <a:ext cx="23544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A334927D-86D9-A48B-B52B-414274AAECD5}"/>
                    </a:ext>
                  </a:extLst>
                </p14:cNvPr>
                <p14:cNvContentPartPr/>
                <p14:nvPr/>
              </p14:nvContentPartPr>
              <p14:xfrm>
                <a:off x="5796288" y="1608264"/>
                <a:ext cx="93960" cy="1058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A334927D-86D9-A48B-B52B-414274AAECD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787648" y="1599264"/>
                  <a:ext cx="1116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D120C87B-4211-5FB9-45F2-401279025A8C}"/>
                    </a:ext>
                  </a:extLst>
                </p14:cNvPr>
                <p14:cNvContentPartPr/>
                <p14:nvPr/>
              </p14:nvContentPartPr>
              <p14:xfrm>
                <a:off x="5927688" y="1313424"/>
                <a:ext cx="267840" cy="5673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D120C87B-4211-5FB9-45F2-401279025A8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918688" y="1304424"/>
                  <a:ext cx="285480" cy="58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5BE9449-DA03-0C24-EE06-28C50DFB6240}"/>
              </a:ext>
            </a:extLst>
          </p:cNvPr>
          <p:cNvGrpSpPr/>
          <p:nvPr/>
        </p:nvGrpSpPr>
        <p:grpSpPr>
          <a:xfrm>
            <a:off x="6421608" y="1405944"/>
            <a:ext cx="645480" cy="192600"/>
            <a:chOff x="6421608" y="1405944"/>
            <a:chExt cx="645480" cy="19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671555CB-BCAD-0CDE-6222-32604EC957C8}"/>
                    </a:ext>
                  </a:extLst>
                </p14:cNvPr>
                <p14:cNvContentPartPr/>
                <p14:nvPr/>
              </p14:nvContentPartPr>
              <p14:xfrm>
                <a:off x="6421608" y="1539504"/>
                <a:ext cx="183600" cy="590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671555CB-BCAD-0CDE-6222-32604EC957C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412608" y="1530504"/>
                  <a:ext cx="20124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12469FB6-3F28-9DE8-810D-67EBA8CDD25A}"/>
                    </a:ext>
                  </a:extLst>
                </p14:cNvPr>
                <p14:cNvContentPartPr/>
                <p14:nvPr/>
              </p14:nvContentPartPr>
              <p14:xfrm>
                <a:off x="6783768" y="1405944"/>
                <a:ext cx="119880" cy="1800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12469FB6-3F28-9DE8-810D-67EBA8CDD25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774768" y="1396944"/>
                  <a:ext cx="1375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DF4F48EF-292A-0C00-8993-889892D8B5D2}"/>
                    </a:ext>
                  </a:extLst>
                </p14:cNvPr>
                <p14:cNvContentPartPr/>
                <p14:nvPr/>
              </p14:nvContentPartPr>
              <p14:xfrm>
                <a:off x="7037208" y="1558944"/>
                <a:ext cx="29880" cy="295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DF4F48EF-292A-0C00-8993-889892D8B5D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028208" y="1550304"/>
                  <a:ext cx="4752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CDB8C7D-FE83-162F-92A9-1F461928FFBA}"/>
              </a:ext>
            </a:extLst>
          </p:cNvPr>
          <p:cNvGrpSpPr/>
          <p:nvPr/>
        </p:nvGrpSpPr>
        <p:grpSpPr>
          <a:xfrm>
            <a:off x="7305768" y="1385424"/>
            <a:ext cx="653400" cy="236880"/>
            <a:chOff x="7305768" y="1385424"/>
            <a:chExt cx="653400" cy="23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D2918B2-FFAC-BB5A-4EDD-278059D4598D}"/>
                    </a:ext>
                  </a:extLst>
                </p14:cNvPr>
                <p14:cNvContentPartPr/>
                <p14:nvPr/>
              </p14:nvContentPartPr>
              <p14:xfrm>
                <a:off x="7305768" y="1426464"/>
                <a:ext cx="37800" cy="1958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D2918B2-FFAC-BB5A-4EDD-278059D4598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296768" y="1417824"/>
                  <a:ext cx="5544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0BFA6BB-9883-EEDA-34D5-6E3B6B37BE22}"/>
                    </a:ext>
                  </a:extLst>
                </p14:cNvPr>
                <p14:cNvContentPartPr/>
                <p14:nvPr/>
              </p14:nvContentPartPr>
              <p14:xfrm>
                <a:off x="7455528" y="1403784"/>
                <a:ext cx="126000" cy="1638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0BFA6BB-9883-EEDA-34D5-6E3B6B37BE2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446888" y="1395144"/>
                  <a:ext cx="1436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F666F425-1713-C390-267A-6A36EB0A9D85}"/>
                    </a:ext>
                  </a:extLst>
                </p14:cNvPr>
                <p14:cNvContentPartPr/>
                <p14:nvPr/>
              </p14:nvContentPartPr>
              <p14:xfrm>
                <a:off x="7698888" y="1385424"/>
                <a:ext cx="96480" cy="1605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F666F425-1713-C390-267A-6A36EB0A9D8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689888" y="1376424"/>
                  <a:ext cx="1141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CAE1CBAC-1316-BABA-93B7-A71E7605B1E2}"/>
                    </a:ext>
                  </a:extLst>
                </p14:cNvPr>
                <p14:cNvContentPartPr/>
                <p14:nvPr/>
              </p14:nvContentPartPr>
              <p14:xfrm>
                <a:off x="7873128" y="1422144"/>
                <a:ext cx="86040" cy="1929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CAE1CBAC-1316-BABA-93B7-A71E7605B1E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864128" y="1413504"/>
                  <a:ext cx="103680" cy="21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485969D1-0F9E-6F52-9485-0DB68900333E}"/>
              </a:ext>
            </a:extLst>
          </p:cNvPr>
          <p:cNvGrpSpPr/>
          <p:nvPr/>
        </p:nvGrpSpPr>
        <p:grpSpPr>
          <a:xfrm>
            <a:off x="1957968" y="2010384"/>
            <a:ext cx="3683160" cy="608400"/>
            <a:chOff x="1957968" y="2010384"/>
            <a:chExt cx="3683160" cy="60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C4039A5-4D66-988A-C6B1-DB15F46FAB3F}"/>
                    </a:ext>
                  </a:extLst>
                </p14:cNvPr>
                <p14:cNvContentPartPr/>
                <p14:nvPr/>
              </p14:nvContentPartPr>
              <p14:xfrm>
                <a:off x="2098008" y="2251224"/>
                <a:ext cx="30240" cy="1677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C4039A5-4D66-988A-C6B1-DB15F46FAB3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089008" y="2242224"/>
                  <a:ext cx="478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9A744FE-E7F6-D4E1-4CA8-5F67091BE685}"/>
                    </a:ext>
                  </a:extLst>
                </p14:cNvPr>
                <p14:cNvContentPartPr/>
                <p14:nvPr/>
              </p14:nvContentPartPr>
              <p14:xfrm>
                <a:off x="1957968" y="2186064"/>
                <a:ext cx="381960" cy="673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9A744FE-E7F6-D4E1-4CA8-5F67091BE68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949328" y="2177064"/>
                  <a:ext cx="3996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FD3F61C1-6822-DCA2-89C7-D04CF6838CC2}"/>
                    </a:ext>
                  </a:extLst>
                </p14:cNvPr>
                <p14:cNvContentPartPr/>
                <p14:nvPr/>
              </p14:nvContentPartPr>
              <p14:xfrm>
                <a:off x="2389968" y="2225304"/>
                <a:ext cx="29160" cy="2192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FD3F61C1-6822-DCA2-89C7-D04CF6838CC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380968" y="2216304"/>
                  <a:ext cx="4680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9223B50C-3C2E-030A-5880-4F7E1E025169}"/>
                    </a:ext>
                  </a:extLst>
                </p14:cNvPr>
                <p14:cNvContentPartPr/>
                <p14:nvPr/>
              </p14:nvContentPartPr>
              <p14:xfrm>
                <a:off x="2402208" y="2184984"/>
                <a:ext cx="230040" cy="680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9223B50C-3C2E-030A-5880-4F7E1E02516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393208" y="2175984"/>
                  <a:ext cx="24768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3B1B816C-5644-26DB-5A4C-3E07565B670A}"/>
                    </a:ext>
                  </a:extLst>
                </p14:cNvPr>
                <p14:cNvContentPartPr/>
                <p14:nvPr/>
              </p14:nvContentPartPr>
              <p14:xfrm>
                <a:off x="2435328" y="2352024"/>
                <a:ext cx="124920" cy="327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3B1B816C-5644-26DB-5A4C-3E07565B670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426688" y="2343384"/>
                  <a:ext cx="1425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0A814AF-CEE1-CF40-BE83-998956841C30}"/>
                    </a:ext>
                  </a:extLst>
                </p14:cNvPr>
                <p14:cNvContentPartPr/>
                <p14:nvPr/>
              </p14:nvContentPartPr>
              <p14:xfrm>
                <a:off x="2688768" y="2393784"/>
                <a:ext cx="85680" cy="1404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0A814AF-CEE1-CF40-BE83-998956841C3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680128" y="2385144"/>
                  <a:ext cx="1033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C768EB7C-AD35-633B-574E-AABC6386730E}"/>
                    </a:ext>
                  </a:extLst>
                </p14:cNvPr>
                <p14:cNvContentPartPr/>
                <p14:nvPr/>
              </p14:nvContentPartPr>
              <p14:xfrm>
                <a:off x="2951928" y="2236824"/>
                <a:ext cx="43560" cy="1400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C768EB7C-AD35-633B-574E-AABC6386730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942928" y="2228184"/>
                  <a:ext cx="612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81DB529E-EF48-67FE-CD5C-3C74E9817B96}"/>
                    </a:ext>
                  </a:extLst>
                </p14:cNvPr>
                <p14:cNvContentPartPr/>
                <p14:nvPr/>
              </p14:nvContentPartPr>
              <p14:xfrm>
                <a:off x="2932488" y="2222064"/>
                <a:ext cx="217080" cy="2001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81DB529E-EF48-67FE-CD5C-3C74E9817B9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923848" y="2213424"/>
                  <a:ext cx="23472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2BBA78BE-7B52-3DA4-A6E9-21465EDFAAF9}"/>
                    </a:ext>
                  </a:extLst>
                </p14:cNvPr>
                <p14:cNvContentPartPr/>
                <p14:nvPr/>
              </p14:nvContentPartPr>
              <p14:xfrm>
                <a:off x="3273768" y="2285784"/>
                <a:ext cx="14400" cy="1083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2BBA78BE-7B52-3DA4-A6E9-21465EDFAAF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264768" y="2277144"/>
                  <a:ext cx="3204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81EBBF4C-A347-FF7E-1322-A89CBF89E624}"/>
                    </a:ext>
                  </a:extLst>
                </p14:cNvPr>
                <p14:cNvContentPartPr/>
                <p14:nvPr/>
              </p14:nvContentPartPr>
              <p14:xfrm>
                <a:off x="3279888" y="2233944"/>
                <a:ext cx="156600" cy="1947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81EBBF4C-A347-FF7E-1322-A89CBF89E62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270888" y="2225304"/>
                  <a:ext cx="1742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9282D3E8-811D-987A-C2D5-65CC7122C25F}"/>
                    </a:ext>
                  </a:extLst>
                </p14:cNvPr>
                <p14:cNvContentPartPr/>
                <p14:nvPr/>
              </p14:nvContentPartPr>
              <p14:xfrm>
                <a:off x="3561048" y="2273184"/>
                <a:ext cx="18360" cy="1357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9282D3E8-811D-987A-C2D5-65CC7122C25F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552048" y="2264184"/>
                  <a:ext cx="360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483251B4-D5B7-6CB4-37BE-A9055C17F428}"/>
                    </a:ext>
                  </a:extLst>
                </p14:cNvPr>
                <p14:cNvContentPartPr/>
                <p14:nvPr/>
              </p14:nvContentPartPr>
              <p14:xfrm>
                <a:off x="3575448" y="2197584"/>
                <a:ext cx="162720" cy="1249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483251B4-D5B7-6CB4-37BE-A9055C17F42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566808" y="2188584"/>
                  <a:ext cx="18036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31199F04-FFA9-A14A-4260-C97A3E8A3E74}"/>
                    </a:ext>
                  </a:extLst>
                </p14:cNvPr>
                <p14:cNvContentPartPr/>
                <p14:nvPr/>
              </p14:nvContentPartPr>
              <p14:xfrm>
                <a:off x="3887568" y="2010384"/>
                <a:ext cx="354240" cy="6084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31199F04-FFA9-A14A-4260-C97A3E8A3E7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878568" y="2001744"/>
                  <a:ext cx="371880" cy="62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F1C4493A-CB24-3AC9-9C07-F02EF01D9B84}"/>
                    </a:ext>
                  </a:extLst>
                </p14:cNvPr>
                <p14:cNvContentPartPr/>
                <p14:nvPr/>
              </p14:nvContentPartPr>
              <p14:xfrm>
                <a:off x="4292568" y="2128824"/>
                <a:ext cx="75240" cy="403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F1C4493A-CB24-3AC9-9C07-F02EF01D9B8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283568" y="2120184"/>
                  <a:ext cx="928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ACBFA507-6F98-F73D-ABB6-C66A0998BF00}"/>
                    </a:ext>
                  </a:extLst>
                </p14:cNvPr>
                <p14:cNvContentPartPr/>
                <p14:nvPr/>
              </p14:nvContentPartPr>
              <p14:xfrm>
                <a:off x="4515408" y="2151864"/>
                <a:ext cx="339840" cy="3747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ACBFA507-6F98-F73D-ABB6-C66A0998BF0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506768" y="2143224"/>
                  <a:ext cx="35748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7212667A-845F-3D88-7DEA-C42AF36734EE}"/>
                    </a:ext>
                  </a:extLst>
                </p14:cNvPr>
                <p14:cNvContentPartPr/>
                <p14:nvPr/>
              </p14:nvContentPartPr>
              <p14:xfrm>
                <a:off x="4886568" y="2181744"/>
                <a:ext cx="121320" cy="2880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7212667A-845F-3D88-7DEA-C42AF36734E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877568" y="2172744"/>
                  <a:ext cx="13896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CDF5B38D-3D24-2E21-3787-3AFCA965438D}"/>
                    </a:ext>
                  </a:extLst>
                </p14:cNvPr>
                <p14:cNvContentPartPr/>
                <p14:nvPr/>
              </p14:nvContentPartPr>
              <p14:xfrm>
                <a:off x="5029488" y="2188944"/>
                <a:ext cx="265320" cy="1753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CDF5B38D-3D24-2E21-3787-3AFCA965438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020848" y="2179944"/>
                  <a:ext cx="2829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F9972E2A-CE03-94D4-8458-C501F34247F3}"/>
                    </a:ext>
                  </a:extLst>
                </p14:cNvPr>
                <p14:cNvContentPartPr/>
                <p14:nvPr/>
              </p14:nvContentPartPr>
              <p14:xfrm>
                <a:off x="5436648" y="2152224"/>
                <a:ext cx="18000" cy="547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F9972E2A-CE03-94D4-8458-C501F34247F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428008" y="2143584"/>
                  <a:ext cx="3564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AEDAA343-FF16-F479-82B5-20B51E72ABCB}"/>
                    </a:ext>
                  </a:extLst>
                </p14:cNvPr>
                <p14:cNvContentPartPr/>
                <p14:nvPr/>
              </p14:nvContentPartPr>
              <p14:xfrm>
                <a:off x="5462208" y="2178864"/>
                <a:ext cx="178920" cy="3128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AEDAA343-FF16-F479-82B5-20B51E72ABC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453208" y="2170224"/>
                  <a:ext cx="196560" cy="33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1C66929D-C8D3-A049-145A-E78135B2BBC2}"/>
              </a:ext>
            </a:extLst>
          </p:cNvPr>
          <p:cNvGrpSpPr/>
          <p:nvPr/>
        </p:nvGrpSpPr>
        <p:grpSpPr>
          <a:xfrm>
            <a:off x="5919768" y="2090304"/>
            <a:ext cx="1013760" cy="469800"/>
            <a:chOff x="5919768" y="2090304"/>
            <a:chExt cx="1013760" cy="46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8AF6C5CF-1190-9B1E-EB7A-9F4D013F9599}"/>
                    </a:ext>
                  </a:extLst>
                </p14:cNvPr>
                <p14:cNvContentPartPr/>
                <p14:nvPr/>
              </p14:nvContentPartPr>
              <p14:xfrm>
                <a:off x="5935248" y="2212344"/>
                <a:ext cx="13680" cy="1792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8AF6C5CF-1190-9B1E-EB7A-9F4D013F959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926248" y="2203344"/>
                  <a:ext cx="313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1FFD410C-C5A2-2E7D-6880-8C946F8CC512}"/>
                    </a:ext>
                  </a:extLst>
                </p14:cNvPr>
                <p14:cNvContentPartPr/>
                <p14:nvPr/>
              </p14:nvContentPartPr>
              <p14:xfrm>
                <a:off x="5919768" y="2196504"/>
                <a:ext cx="196560" cy="2350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1FFD410C-C5A2-2E7D-6880-8C946F8CC51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911128" y="2187504"/>
                  <a:ext cx="21420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3DF49E6-F3D0-F607-AE8E-F8C5B8D9EE8B}"/>
                    </a:ext>
                  </a:extLst>
                </p14:cNvPr>
                <p14:cNvContentPartPr/>
                <p14:nvPr/>
              </p14:nvContentPartPr>
              <p14:xfrm>
                <a:off x="6199848" y="2259864"/>
                <a:ext cx="69840" cy="1263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3DF49E6-F3D0-F607-AE8E-F8C5B8D9EE8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191208" y="2251224"/>
                  <a:ext cx="874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F97DAE0-1713-283B-8E94-54BECDE3FA8F}"/>
                    </a:ext>
                  </a:extLst>
                </p14:cNvPr>
                <p14:cNvContentPartPr/>
                <p14:nvPr/>
              </p14:nvContentPartPr>
              <p14:xfrm>
                <a:off x="6347448" y="2255184"/>
                <a:ext cx="101520" cy="1249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F97DAE0-1713-283B-8E94-54BECDE3FA8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338448" y="2246544"/>
                  <a:ext cx="11916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216A0528-7E9A-04A7-ABB5-6AFBB27E4823}"/>
                    </a:ext>
                  </a:extLst>
                </p14:cNvPr>
                <p14:cNvContentPartPr/>
                <p14:nvPr/>
              </p14:nvContentPartPr>
              <p14:xfrm>
                <a:off x="6566328" y="2232144"/>
                <a:ext cx="81360" cy="1537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216A0528-7E9A-04A7-ABB5-6AFBB27E482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557328" y="2223144"/>
                  <a:ext cx="990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D5F3EE59-EB31-0CAF-A5D5-E9E3006E72F1}"/>
                    </a:ext>
                  </a:extLst>
                </p14:cNvPr>
                <p14:cNvContentPartPr/>
                <p14:nvPr/>
              </p14:nvContentPartPr>
              <p14:xfrm>
                <a:off x="6682968" y="2090304"/>
                <a:ext cx="250560" cy="4698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D5F3EE59-EB31-0CAF-A5D5-E9E3006E72F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674328" y="2081304"/>
                  <a:ext cx="268200" cy="48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7CCA84C3-09C0-955D-648F-56EDBDB2BD3B}"/>
              </a:ext>
            </a:extLst>
          </p:cNvPr>
          <p:cNvGrpSpPr/>
          <p:nvPr/>
        </p:nvGrpSpPr>
        <p:grpSpPr>
          <a:xfrm>
            <a:off x="7178688" y="2249424"/>
            <a:ext cx="152280" cy="88200"/>
            <a:chOff x="7178688" y="2249424"/>
            <a:chExt cx="152280" cy="8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24E4E56E-767B-1CC5-9E5E-834E402977CA}"/>
                    </a:ext>
                  </a:extLst>
                </p14:cNvPr>
                <p14:cNvContentPartPr/>
                <p14:nvPr/>
              </p14:nvContentPartPr>
              <p14:xfrm>
                <a:off x="7178688" y="2249424"/>
                <a:ext cx="110160" cy="255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24E4E56E-767B-1CC5-9E5E-834E402977C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169688" y="2240784"/>
                  <a:ext cx="12780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3980BEAC-EF5C-2835-C401-3541866336A7}"/>
                    </a:ext>
                  </a:extLst>
                </p14:cNvPr>
                <p14:cNvContentPartPr/>
                <p14:nvPr/>
              </p14:nvContentPartPr>
              <p14:xfrm>
                <a:off x="7224408" y="2317464"/>
                <a:ext cx="106560" cy="201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3980BEAC-EF5C-2835-C401-3541866336A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215408" y="2308464"/>
                  <a:ext cx="124200" cy="3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0055914-AAAE-D1AD-FDBE-C6F008FFE753}"/>
                  </a:ext>
                </a:extLst>
              </p14:cNvPr>
              <p14:cNvContentPartPr/>
              <p14:nvPr/>
            </p14:nvContentPartPr>
            <p14:xfrm>
              <a:off x="7648488" y="2129544"/>
              <a:ext cx="34560" cy="20988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0055914-AAAE-D1AD-FDBE-C6F008FFE75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7639848" y="2120544"/>
                <a:ext cx="52200" cy="227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16" name="Group 115">
            <a:extLst>
              <a:ext uri="{FF2B5EF4-FFF2-40B4-BE49-F238E27FC236}">
                <a16:creationId xmlns:a16="http://schemas.microsoft.com/office/drawing/2014/main" id="{F9131844-2F49-A28F-5F45-C0D71AAE709C}"/>
              </a:ext>
            </a:extLst>
          </p:cNvPr>
          <p:cNvGrpSpPr/>
          <p:nvPr/>
        </p:nvGrpSpPr>
        <p:grpSpPr>
          <a:xfrm>
            <a:off x="7917408" y="2135664"/>
            <a:ext cx="176400" cy="170280"/>
            <a:chOff x="7917408" y="2135664"/>
            <a:chExt cx="176400" cy="17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4CDDE479-44B3-5050-5D08-DB825CA3E593}"/>
                    </a:ext>
                  </a:extLst>
                </p14:cNvPr>
                <p14:cNvContentPartPr/>
                <p14:nvPr/>
              </p14:nvContentPartPr>
              <p14:xfrm>
                <a:off x="7917408" y="2135664"/>
                <a:ext cx="176400" cy="1702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4CDDE479-44B3-5050-5D08-DB825CA3E59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908408" y="2126664"/>
                  <a:ext cx="1940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79ABB030-C54E-1467-4B07-C62F9D547C48}"/>
                    </a:ext>
                  </a:extLst>
                </p14:cNvPr>
                <p14:cNvContentPartPr/>
                <p14:nvPr/>
              </p14:nvContentPartPr>
              <p14:xfrm>
                <a:off x="7918848" y="2220264"/>
                <a:ext cx="149040" cy="550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79ABB030-C54E-1467-4B07-C62F9D547C48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909848" y="2211264"/>
                  <a:ext cx="166680" cy="7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81EEEDE2-83BA-B954-F564-D6F6A216EF8E}"/>
              </a:ext>
            </a:extLst>
          </p:cNvPr>
          <p:cNvGrpSpPr/>
          <p:nvPr/>
        </p:nvGrpSpPr>
        <p:grpSpPr>
          <a:xfrm>
            <a:off x="8280288" y="2129184"/>
            <a:ext cx="849960" cy="189000"/>
            <a:chOff x="8280288" y="2129184"/>
            <a:chExt cx="849960" cy="18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4DAF7342-25BD-6A86-1681-AD3B5BDA181E}"/>
                    </a:ext>
                  </a:extLst>
                </p14:cNvPr>
                <p14:cNvContentPartPr/>
                <p14:nvPr/>
              </p14:nvContentPartPr>
              <p14:xfrm>
                <a:off x="8280288" y="2129184"/>
                <a:ext cx="119160" cy="1436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4DAF7342-25BD-6A86-1681-AD3B5BDA181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271288" y="2120544"/>
                  <a:ext cx="1368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DA55EBA0-D32A-F745-E2A7-0CD1D866D46E}"/>
                    </a:ext>
                  </a:extLst>
                </p14:cNvPr>
                <p14:cNvContentPartPr/>
                <p14:nvPr/>
              </p14:nvContentPartPr>
              <p14:xfrm>
                <a:off x="8524008" y="2190384"/>
                <a:ext cx="8280" cy="374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DA55EBA0-D32A-F745-E2A7-0CD1D866D46E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515368" y="2181384"/>
                  <a:ext cx="2592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CC47CDB-F449-4374-DF89-37DEE5D3F344}"/>
                    </a:ext>
                  </a:extLst>
                </p14:cNvPr>
                <p14:cNvContentPartPr/>
                <p14:nvPr/>
              </p14:nvContentPartPr>
              <p14:xfrm>
                <a:off x="8605008" y="2151144"/>
                <a:ext cx="20520" cy="1346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CC47CDB-F449-4374-DF89-37DEE5D3F34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596008" y="2142504"/>
                  <a:ext cx="381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B93473E2-090E-1B2D-3C0F-924FCA1C437D}"/>
                    </a:ext>
                  </a:extLst>
                </p14:cNvPr>
                <p14:cNvContentPartPr/>
                <p14:nvPr/>
              </p14:nvContentPartPr>
              <p14:xfrm>
                <a:off x="8725968" y="2136744"/>
                <a:ext cx="101520" cy="1551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B93473E2-090E-1B2D-3C0F-924FCA1C437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716968" y="2128104"/>
                  <a:ext cx="1191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FBF6C42-57A2-8CC2-7428-864BAC389097}"/>
                    </a:ext>
                  </a:extLst>
                </p14:cNvPr>
                <p14:cNvContentPartPr/>
                <p14:nvPr/>
              </p14:nvContentPartPr>
              <p14:xfrm>
                <a:off x="8916408" y="2136744"/>
                <a:ext cx="111240" cy="1634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FBF6C42-57A2-8CC2-7428-864BAC38909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907408" y="2127744"/>
                  <a:ext cx="1288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7F36BFD8-4708-4E62-9054-CC02FC1918DE}"/>
                    </a:ext>
                  </a:extLst>
                </p14:cNvPr>
                <p14:cNvContentPartPr/>
                <p14:nvPr/>
              </p14:nvContentPartPr>
              <p14:xfrm>
                <a:off x="9064008" y="2155104"/>
                <a:ext cx="66240" cy="1630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7F36BFD8-4708-4E62-9054-CC02FC1918DE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055368" y="2146464"/>
                  <a:ext cx="83880" cy="18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3B6EF8E8-A358-6BF0-2CE8-E63BC674C992}"/>
              </a:ext>
            </a:extLst>
          </p:cNvPr>
          <p:cNvGrpSpPr/>
          <p:nvPr/>
        </p:nvGrpSpPr>
        <p:grpSpPr>
          <a:xfrm>
            <a:off x="9450288" y="2173464"/>
            <a:ext cx="115560" cy="77760"/>
            <a:chOff x="9450288" y="2173464"/>
            <a:chExt cx="115560" cy="7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0775932E-7504-9DF6-9CB7-5B9CE5FDF7D6}"/>
                    </a:ext>
                  </a:extLst>
                </p14:cNvPr>
                <p14:cNvContentPartPr/>
                <p14:nvPr/>
              </p14:nvContentPartPr>
              <p14:xfrm>
                <a:off x="9450288" y="2173464"/>
                <a:ext cx="80640" cy="122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0775932E-7504-9DF6-9CB7-5B9CE5FDF7D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441648" y="2164824"/>
                  <a:ext cx="982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1927054D-12EB-0178-1F0F-D80C88A5E5A8}"/>
                    </a:ext>
                  </a:extLst>
                </p14:cNvPr>
                <p14:cNvContentPartPr/>
                <p14:nvPr/>
              </p14:nvContentPartPr>
              <p14:xfrm>
                <a:off x="9474048" y="2243304"/>
                <a:ext cx="91800" cy="79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1927054D-12EB-0178-1F0F-D80C88A5E5A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465048" y="2234304"/>
                  <a:ext cx="10944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735B35F0-C55A-2922-50C2-52D07B9D8E7A}"/>
              </a:ext>
            </a:extLst>
          </p:cNvPr>
          <p:cNvGrpSpPr/>
          <p:nvPr/>
        </p:nvGrpSpPr>
        <p:grpSpPr>
          <a:xfrm>
            <a:off x="9898128" y="2070864"/>
            <a:ext cx="1006920" cy="263160"/>
            <a:chOff x="9898128" y="2070864"/>
            <a:chExt cx="1006920" cy="26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A9D385F-4503-E5D4-47D3-AECBF62BA9EF}"/>
                    </a:ext>
                  </a:extLst>
                </p14:cNvPr>
                <p14:cNvContentPartPr/>
                <p14:nvPr/>
              </p14:nvContentPartPr>
              <p14:xfrm>
                <a:off x="9898128" y="2090664"/>
                <a:ext cx="142920" cy="1393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A9D385F-4503-E5D4-47D3-AECBF62BA9E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889128" y="2082024"/>
                  <a:ext cx="1605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901B08D1-A5E7-FC0E-A184-E0C22AA6B932}"/>
                    </a:ext>
                  </a:extLst>
                </p14:cNvPr>
                <p14:cNvContentPartPr/>
                <p14:nvPr/>
              </p14:nvContentPartPr>
              <p14:xfrm>
                <a:off x="10144728" y="2166624"/>
                <a:ext cx="12600" cy="320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901B08D1-A5E7-FC0E-A184-E0C22AA6B93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135728" y="2157624"/>
                  <a:ext cx="3024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D6708DF0-3669-D34E-CC54-E09C9B28E515}"/>
                    </a:ext>
                  </a:extLst>
                </p14:cNvPr>
                <p14:cNvContentPartPr/>
                <p14:nvPr/>
              </p14:nvContentPartPr>
              <p14:xfrm>
                <a:off x="10215288" y="2102904"/>
                <a:ext cx="47520" cy="1486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D6708DF0-3669-D34E-CC54-E09C9B28E51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206648" y="2093904"/>
                  <a:ext cx="651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9ABB30E-6203-CF82-BC52-3D199D34FC42}"/>
                    </a:ext>
                  </a:extLst>
                </p14:cNvPr>
                <p14:cNvContentPartPr/>
                <p14:nvPr/>
              </p14:nvContentPartPr>
              <p14:xfrm>
                <a:off x="10345608" y="2088864"/>
                <a:ext cx="149400" cy="1879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9ABB30E-6203-CF82-BC52-3D199D34FC4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336608" y="2080224"/>
                  <a:ext cx="1670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42F97BA4-E746-37B5-3C28-BFF00124F5D6}"/>
                    </a:ext>
                  </a:extLst>
                </p14:cNvPr>
                <p14:cNvContentPartPr/>
                <p14:nvPr/>
              </p14:nvContentPartPr>
              <p14:xfrm>
                <a:off x="10579608" y="2070864"/>
                <a:ext cx="121320" cy="2181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42F97BA4-E746-37B5-3C28-BFF00124F5D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570968" y="2061864"/>
                  <a:ext cx="1389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1FFC80DE-9B53-5E94-C99C-394147EABFF2}"/>
                    </a:ext>
                  </a:extLst>
                </p14:cNvPr>
                <p14:cNvContentPartPr/>
                <p14:nvPr/>
              </p14:nvContentPartPr>
              <p14:xfrm>
                <a:off x="10798488" y="2118384"/>
                <a:ext cx="106560" cy="2156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1FFC80DE-9B53-5E94-C99C-394147EABFF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789488" y="2109744"/>
                  <a:ext cx="124200" cy="23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A414E66C-C66E-C5CC-66A9-083E8F940E74}"/>
              </a:ext>
            </a:extLst>
          </p:cNvPr>
          <p:cNvGrpSpPr/>
          <p:nvPr/>
        </p:nvGrpSpPr>
        <p:grpSpPr>
          <a:xfrm>
            <a:off x="1777248" y="3012624"/>
            <a:ext cx="1275840" cy="231120"/>
            <a:chOff x="1777248" y="3012624"/>
            <a:chExt cx="1275840" cy="23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EC842F16-1C61-61D0-EF5E-DC100CEC08FF}"/>
                    </a:ext>
                  </a:extLst>
                </p14:cNvPr>
                <p14:cNvContentPartPr/>
                <p14:nvPr/>
              </p14:nvContentPartPr>
              <p14:xfrm>
                <a:off x="1777248" y="3012624"/>
                <a:ext cx="304560" cy="2311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EC842F16-1C61-61D0-EF5E-DC100CEC08F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768248" y="3003624"/>
                  <a:ext cx="32220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043E8058-2B3A-4608-C466-0F737B52EADE}"/>
                    </a:ext>
                  </a:extLst>
                </p14:cNvPr>
                <p14:cNvContentPartPr/>
                <p14:nvPr/>
              </p14:nvContentPartPr>
              <p14:xfrm>
                <a:off x="2155248" y="3125304"/>
                <a:ext cx="65520" cy="622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043E8058-2B3A-4608-C466-0F737B52EAD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146248" y="3116304"/>
                  <a:ext cx="831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25491C6C-2C22-2B35-89BB-64108CF11980}"/>
                    </a:ext>
                  </a:extLst>
                </p14:cNvPr>
                <p14:cNvContentPartPr/>
                <p14:nvPr/>
              </p14:nvContentPartPr>
              <p14:xfrm>
                <a:off x="2284128" y="3020904"/>
                <a:ext cx="507960" cy="1749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25491C6C-2C22-2B35-89BB-64108CF1198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275128" y="3012264"/>
                  <a:ext cx="5256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FABA2D24-6B7F-C27B-A178-799623F88774}"/>
                    </a:ext>
                  </a:extLst>
                </p14:cNvPr>
                <p14:cNvContentPartPr/>
                <p14:nvPr/>
              </p14:nvContentPartPr>
              <p14:xfrm>
                <a:off x="2806128" y="3043944"/>
                <a:ext cx="10800" cy="122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FABA2D24-6B7F-C27B-A178-799623F8877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797128" y="3034944"/>
                  <a:ext cx="284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6208754F-39D1-5001-EA88-3B91106B0B9F}"/>
                    </a:ext>
                  </a:extLst>
                </p14:cNvPr>
                <p14:cNvContentPartPr/>
                <p14:nvPr/>
              </p14:nvContentPartPr>
              <p14:xfrm>
                <a:off x="2904048" y="3113064"/>
                <a:ext cx="149040" cy="342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6208754F-39D1-5001-EA88-3B91106B0B9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895048" y="3104064"/>
                  <a:ext cx="166680" cy="51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51D17C9E-EB03-4EBF-CBC7-2B67AC50CAC2}"/>
                  </a:ext>
                </a:extLst>
              </p14:cNvPr>
              <p14:cNvContentPartPr/>
              <p14:nvPr/>
            </p14:nvContentPartPr>
            <p14:xfrm>
              <a:off x="3252888" y="2968344"/>
              <a:ext cx="21240" cy="17712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51D17C9E-EB03-4EBF-CBC7-2B67AC50CAC2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3244248" y="2959704"/>
                <a:ext cx="38880" cy="19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7" name="Group 136">
            <a:extLst>
              <a:ext uri="{FF2B5EF4-FFF2-40B4-BE49-F238E27FC236}">
                <a16:creationId xmlns:a16="http://schemas.microsoft.com/office/drawing/2014/main" id="{D339E3C0-C836-027B-C04F-CD9BFBE76452}"/>
              </a:ext>
            </a:extLst>
          </p:cNvPr>
          <p:cNvGrpSpPr/>
          <p:nvPr/>
        </p:nvGrpSpPr>
        <p:grpSpPr>
          <a:xfrm>
            <a:off x="3819888" y="2979144"/>
            <a:ext cx="1545840" cy="216000"/>
            <a:chOff x="3819888" y="2979144"/>
            <a:chExt cx="1545840" cy="21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6B615EB5-0B75-22EA-1EE8-F2ACB63CDD50}"/>
                    </a:ext>
                  </a:extLst>
                </p14:cNvPr>
                <p14:cNvContentPartPr/>
                <p14:nvPr/>
              </p14:nvContentPartPr>
              <p14:xfrm>
                <a:off x="3918888" y="3042504"/>
                <a:ext cx="19800" cy="1314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6B615EB5-0B75-22EA-1EE8-F2ACB63CDD5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910248" y="3033504"/>
                  <a:ext cx="374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C18EA1D2-6E37-9E82-3E3E-A249DC208914}"/>
                    </a:ext>
                  </a:extLst>
                </p14:cNvPr>
                <p14:cNvContentPartPr/>
                <p14:nvPr/>
              </p14:nvContentPartPr>
              <p14:xfrm>
                <a:off x="3819888" y="3021624"/>
                <a:ext cx="178200" cy="432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C18EA1D2-6E37-9E82-3E3E-A249DC20891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810888" y="3012624"/>
                  <a:ext cx="1958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5830D1F4-24B0-177E-869D-E5E39EAC02F0}"/>
                    </a:ext>
                  </a:extLst>
                </p14:cNvPr>
                <p14:cNvContentPartPr/>
                <p14:nvPr/>
              </p14:nvContentPartPr>
              <p14:xfrm>
                <a:off x="4114728" y="3046824"/>
                <a:ext cx="35640" cy="1299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5830D1F4-24B0-177E-869D-E5E39EAC02F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105728" y="3038184"/>
                  <a:ext cx="532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11072C9E-27DD-9733-FA16-F9CA22009D4B}"/>
                    </a:ext>
                  </a:extLst>
                </p14:cNvPr>
                <p14:cNvContentPartPr/>
                <p14:nvPr/>
              </p14:nvContentPartPr>
              <p14:xfrm>
                <a:off x="4140648" y="3010824"/>
                <a:ext cx="134280" cy="396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11072C9E-27DD-9733-FA16-F9CA22009D4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132008" y="3001824"/>
                  <a:ext cx="15192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E19A1FA3-A718-F521-C271-C696CE5233BA}"/>
                    </a:ext>
                  </a:extLst>
                </p14:cNvPr>
                <p14:cNvContentPartPr/>
                <p14:nvPr/>
              </p14:nvContentPartPr>
              <p14:xfrm>
                <a:off x="4171248" y="3114504"/>
                <a:ext cx="372600" cy="295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E19A1FA3-A718-F521-C271-C696CE5233B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162608" y="3105864"/>
                  <a:ext cx="3902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20CAEC4-AEA3-5815-6F7B-9914A4DFAF92}"/>
                    </a:ext>
                  </a:extLst>
                </p14:cNvPr>
                <p14:cNvContentPartPr/>
                <p14:nvPr/>
              </p14:nvContentPartPr>
              <p14:xfrm>
                <a:off x="4645368" y="3001104"/>
                <a:ext cx="187200" cy="1364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20CAEC4-AEA3-5815-6F7B-9914A4DFAF9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636728" y="2992104"/>
                  <a:ext cx="2048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88DA3EE-2C27-C764-9D56-0568A4451EB7}"/>
                    </a:ext>
                  </a:extLst>
                </p14:cNvPr>
                <p14:cNvContentPartPr/>
                <p14:nvPr/>
              </p14:nvContentPartPr>
              <p14:xfrm>
                <a:off x="4679928" y="3157344"/>
                <a:ext cx="154080" cy="378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88DA3EE-2C27-C764-9D56-0568A4451EB7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670928" y="3148704"/>
                  <a:ext cx="17172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997C3361-78CF-F021-D5C9-715860527E79}"/>
                    </a:ext>
                  </a:extLst>
                </p14:cNvPr>
                <p14:cNvContentPartPr/>
                <p14:nvPr/>
              </p14:nvContentPartPr>
              <p14:xfrm>
                <a:off x="4918608" y="3032064"/>
                <a:ext cx="192960" cy="1378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997C3361-78CF-F021-D5C9-715860527E7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909968" y="3023424"/>
                  <a:ext cx="2106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C1BC6C69-79D5-1EA3-C968-435867B32095}"/>
                    </a:ext>
                  </a:extLst>
                </p14:cNvPr>
                <p14:cNvContentPartPr/>
                <p14:nvPr/>
              </p14:nvContentPartPr>
              <p14:xfrm>
                <a:off x="5197248" y="3060864"/>
                <a:ext cx="42120" cy="982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C1BC6C69-79D5-1EA3-C968-435867B3209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188608" y="3052224"/>
                  <a:ext cx="597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E91F60C0-349C-5244-43B4-DC1E4BF820E4}"/>
                    </a:ext>
                  </a:extLst>
                </p14:cNvPr>
                <p14:cNvContentPartPr/>
                <p14:nvPr/>
              </p14:nvContentPartPr>
              <p14:xfrm>
                <a:off x="5249808" y="2979144"/>
                <a:ext cx="115920" cy="1252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E91F60C0-349C-5244-43B4-DC1E4BF820E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241168" y="2970144"/>
                  <a:ext cx="13356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05FE330D-8CA8-CBA5-2C70-5545547B02B7}"/>
              </a:ext>
            </a:extLst>
          </p:cNvPr>
          <p:cNvGrpSpPr/>
          <p:nvPr/>
        </p:nvGrpSpPr>
        <p:grpSpPr>
          <a:xfrm>
            <a:off x="5820408" y="2996784"/>
            <a:ext cx="1037520" cy="155520"/>
            <a:chOff x="5820408" y="2996784"/>
            <a:chExt cx="1037520" cy="15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484534E1-C2A4-41E2-183C-D4BEA5CF7458}"/>
                    </a:ext>
                  </a:extLst>
                </p14:cNvPr>
                <p14:cNvContentPartPr/>
                <p14:nvPr/>
              </p14:nvContentPartPr>
              <p14:xfrm>
                <a:off x="5820408" y="2996784"/>
                <a:ext cx="320400" cy="1555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484534E1-C2A4-41E2-183C-D4BEA5CF745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811768" y="2987784"/>
                  <a:ext cx="3380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60DF2EF-1611-0323-0A2F-DD476D6DE65A}"/>
                    </a:ext>
                  </a:extLst>
                </p14:cNvPr>
                <p14:cNvContentPartPr/>
                <p14:nvPr/>
              </p14:nvContentPartPr>
              <p14:xfrm>
                <a:off x="6239088" y="3016584"/>
                <a:ext cx="320040" cy="1058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60DF2EF-1611-0323-0A2F-DD476D6DE65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230448" y="3007944"/>
                  <a:ext cx="33768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89BAA0FF-1627-EB63-F87B-9D8832D4C832}"/>
                    </a:ext>
                  </a:extLst>
                </p14:cNvPr>
                <p14:cNvContentPartPr/>
                <p14:nvPr/>
              </p14:nvContentPartPr>
              <p14:xfrm>
                <a:off x="6635448" y="3028104"/>
                <a:ext cx="61560" cy="478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89BAA0FF-1627-EB63-F87B-9D8832D4C832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626448" y="3019464"/>
                  <a:ext cx="7920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B76BE2A-960E-F583-0AD9-1F7B1738AA8D}"/>
                    </a:ext>
                  </a:extLst>
                </p14:cNvPr>
                <p14:cNvContentPartPr/>
                <p14:nvPr/>
              </p14:nvContentPartPr>
              <p14:xfrm>
                <a:off x="6709608" y="3010824"/>
                <a:ext cx="148320" cy="586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B76BE2A-960E-F583-0AD9-1F7B1738AA8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700968" y="3002184"/>
                  <a:ext cx="165960" cy="7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E2B8F775-BAC3-8F10-B7CF-9434161C5608}"/>
              </a:ext>
            </a:extLst>
          </p:cNvPr>
          <p:cNvGrpSpPr/>
          <p:nvPr/>
        </p:nvGrpSpPr>
        <p:grpSpPr>
          <a:xfrm>
            <a:off x="11242728" y="2834784"/>
            <a:ext cx="190440" cy="151920"/>
            <a:chOff x="11242728" y="2834784"/>
            <a:chExt cx="190440" cy="15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E66F42E-47A2-F00D-D6DB-ED5C3AA906D8}"/>
                    </a:ext>
                  </a:extLst>
                </p14:cNvPr>
                <p14:cNvContentPartPr/>
                <p14:nvPr/>
              </p14:nvContentPartPr>
              <p14:xfrm>
                <a:off x="11242728" y="2912184"/>
                <a:ext cx="21960" cy="745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E66F42E-47A2-F00D-D6DB-ED5C3AA906D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234088" y="2903184"/>
                  <a:ext cx="396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EDB8BDFF-ED64-55D9-71D7-419370397EC8}"/>
                    </a:ext>
                  </a:extLst>
                </p14:cNvPr>
                <p14:cNvContentPartPr/>
                <p14:nvPr/>
              </p14:nvContentPartPr>
              <p14:xfrm>
                <a:off x="11253888" y="2834784"/>
                <a:ext cx="179280" cy="1353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EDB8BDFF-ED64-55D9-71D7-419370397EC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244888" y="2825784"/>
                  <a:ext cx="196920" cy="15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C24036EA-8179-2AAC-E24F-AB57F6D9C7DE}"/>
              </a:ext>
            </a:extLst>
          </p:cNvPr>
          <p:cNvGrpSpPr/>
          <p:nvPr/>
        </p:nvGrpSpPr>
        <p:grpSpPr>
          <a:xfrm>
            <a:off x="7105968" y="2604384"/>
            <a:ext cx="3838680" cy="1172880"/>
            <a:chOff x="7105968" y="2604384"/>
            <a:chExt cx="3838680" cy="11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FC7D5CE1-D435-3EE8-542E-B3C706BFDA73}"/>
                    </a:ext>
                  </a:extLst>
                </p14:cNvPr>
                <p14:cNvContentPartPr/>
                <p14:nvPr/>
              </p14:nvContentPartPr>
              <p14:xfrm>
                <a:off x="7229448" y="2786904"/>
                <a:ext cx="226080" cy="4388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FC7D5CE1-D435-3EE8-542E-B3C706BFDA7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220808" y="2777904"/>
                  <a:ext cx="243720" cy="45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CB012068-9DF7-8F7D-D288-0F9E3726A997}"/>
                    </a:ext>
                  </a:extLst>
                </p14:cNvPr>
                <p14:cNvContentPartPr/>
                <p14:nvPr/>
              </p14:nvContentPartPr>
              <p14:xfrm>
                <a:off x="7244208" y="2970504"/>
                <a:ext cx="608040" cy="1483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CB012068-9DF7-8F7D-D288-0F9E3726A99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235208" y="2961504"/>
                  <a:ext cx="6256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C4AF64F2-AE0B-24AE-DBA1-A6943A6C7FF7}"/>
                    </a:ext>
                  </a:extLst>
                </p14:cNvPr>
                <p14:cNvContentPartPr/>
                <p14:nvPr/>
              </p14:nvContentPartPr>
              <p14:xfrm>
                <a:off x="8259408" y="2859984"/>
                <a:ext cx="339840" cy="3308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C4AF64F2-AE0B-24AE-DBA1-A6943A6C7FF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250408" y="2851344"/>
                  <a:ext cx="35748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C5937F2F-6CBC-86F2-0A27-B85EAAC1E899}"/>
                    </a:ext>
                  </a:extLst>
                </p14:cNvPr>
                <p14:cNvContentPartPr/>
                <p14:nvPr/>
              </p14:nvContentPartPr>
              <p14:xfrm>
                <a:off x="8623008" y="2893104"/>
                <a:ext cx="180000" cy="2451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C5937F2F-6CBC-86F2-0A27-B85EAAC1E89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614008" y="2884464"/>
                  <a:ext cx="19764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C97A566D-51F0-2C90-CAB8-3343238FD8E7}"/>
                    </a:ext>
                  </a:extLst>
                </p14:cNvPr>
                <p14:cNvContentPartPr/>
                <p14:nvPr/>
              </p14:nvContentPartPr>
              <p14:xfrm>
                <a:off x="8845848" y="2867544"/>
                <a:ext cx="154080" cy="1839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C97A566D-51F0-2C90-CAB8-3343238FD8E7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837208" y="2858904"/>
                  <a:ext cx="1717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201AB122-9A81-5B11-DB16-4B8BB66FFE63}"/>
                    </a:ext>
                  </a:extLst>
                </p14:cNvPr>
                <p14:cNvContentPartPr/>
                <p14:nvPr/>
              </p14:nvContentPartPr>
              <p14:xfrm>
                <a:off x="9085968" y="2960424"/>
                <a:ext cx="33840" cy="770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201AB122-9A81-5B11-DB16-4B8BB66FFE6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077328" y="2951424"/>
                  <a:ext cx="514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3960AC04-7917-E405-35E1-59962EF8C79D}"/>
                    </a:ext>
                  </a:extLst>
                </p14:cNvPr>
                <p14:cNvContentPartPr/>
                <p14:nvPr/>
              </p14:nvContentPartPr>
              <p14:xfrm>
                <a:off x="9278928" y="2845584"/>
                <a:ext cx="9720" cy="2700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3960AC04-7917-E405-35E1-59962EF8C79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269928" y="2836944"/>
                  <a:ext cx="273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64708243-56B6-44CE-89C4-276D82753963}"/>
                    </a:ext>
                  </a:extLst>
                </p14:cNvPr>
                <p14:cNvContentPartPr/>
                <p14:nvPr/>
              </p14:nvContentPartPr>
              <p14:xfrm>
                <a:off x="9276408" y="2858184"/>
                <a:ext cx="55080" cy="525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64708243-56B6-44CE-89C4-276D8275396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267408" y="2849184"/>
                  <a:ext cx="7272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02555D3-3AD8-59B3-D44D-5F1775CB5772}"/>
                    </a:ext>
                  </a:extLst>
                </p14:cNvPr>
                <p14:cNvContentPartPr/>
                <p14:nvPr/>
              </p14:nvContentPartPr>
              <p14:xfrm>
                <a:off x="8057808" y="2774664"/>
                <a:ext cx="75600" cy="417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02555D3-3AD8-59B3-D44D-5F1775CB5772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049168" y="2765664"/>
                  <a:ext cx="932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86064406-B12B-6890-5A8A-A6FBF64257C7}"/>
                    </a:ext>
                  </a:extLst>
                </p14:cNvPr>
                <p14:cNvContentPartPr/>
                <p14:nvPr/>
              </p14:nvContentPartPr>
              <p14:xfrm>
                <a:off x="9633888" y="2929824"/>
                <a:ext cx="119880" cy="640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86064406-B12B-6890-5A8A-A6FBF64257C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625248" y="2920824"/>
                  <a:ext cx="13752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B9C9E58F-7F60-CC0C-763D-CB583364F54C}"/>
                    </a:ext>
                  </a:extLst>
                </p14:cNvPr>
                <p14:cNvContentPartPr/>
                <p14:nvPr/>
              </p14:nvContentPartPr>
              <p14:xfrm>
                <a:off x="9688968" y="2809224"/>
                <a:ext cx="39960" cy="28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B9C9E58F-7F60-CC0C-763D-CB583364F54C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9679968" y="2800584"/>
                  <a:ext cx="576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8393EFF4-BBA7-8901-9ED9-0119AFC9B536}"/>
                    </a:ext>
                  </a:extLst>
                </p14:cNvPr>
                <p14:cNvContentPartPr/>
                <p14:nvPr/>
              </p14:nvContentPartPr>
              <p14:xfrm>
                <a:off x="10066968" y="2604384"/>
                <a:ext cx="189000" cy="3816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8393EFF4-BBA7-8901-9ED9-0119AFC9B53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058328" y="2595744"/>
                  <a:ext cx="206640" cy="39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9FE2BC1E-DFB2-894B-4F33-CBB4823FE66C}"/>
                    </a:ext>
                  </a:extLst>
                </p14:cNvPr>
                <p14:cNvContentPartPr/>
                <p14:nvPr/>
              </p14:nvContentPartPr>
              <p14:xfrm>
                <a:off x="10295928" y="2887704"/>
                <a:ext cx="4320" cy="291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9FE2BC1E-DFB2-894B-4F33-CBB4823FE66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286928" y="2879064"/>
                  <a:ext cx="219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E19FBD0F-4E66-2F60-7468-C6A297D59266}"/>
                    </a:ext>
                  </a:extLst>
                </p14:cNvPr>
                <p14:cNvContentPartPr/>
                <p14:nvPr/>
              </p14:nvContentPartPr>
              <p14:xfrm>
                <a:off x="10306008" y="2898504"/>
                <a:ext cx="111600" cy="3067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E19FBD0F-4E66-2F60-7468-C6A297D5926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297368" y="2889504"/>
                  <a:ext cx="12924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5E2B2C94-4D68-DDD0-5E7C-0DED7FBC1CCA}"/>
                    </a:ext>
                  </a:extLst>
                </p14:cNvPr>
                <p14:cNvContentPartPr/>
                <p14:nvPr/>
              </p14:nvContentPartPr>
              <p14:xfrm>
                <a:off x="10505808" y="2760624"/>
                <a:ext cx="380520" cy="2397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5E2B2C94-4D68-DDD0-5E7C-0DED7FBC1CC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497168" y="2751624"/>
                  <a:ext cx="39816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40CD976-3B96-30DB-87A5-5FF3D192C547}"/>
                    </a:ext>
                  </a:extLst>
                </p14:cNvPr>
                <p14:cNvContentPartPr/>
                <p14:nvPr/>
              </p14:nvContentPartPr>
              <p14:xfrm>
                <a:off x="10872288" y="2924784"/>
                <a:ext cx="72360" cy="86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40CD976-3B96-30DB-87A5-5FF3D192C54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863288" y="2916144"/>
                  <a:ext cx="900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259BF445-1F94-8ED8-0F8B-D93453AC60F2}"/>
                    </a:ext>
                  </a:extLst>
                </p14:cNvPr>
                <p14:cNvContentPartPr/>
                <p14:nvPr/>
              </p14:nvContentPartPr>
              <p14:xfrm>
                <a:off x="7105968" y="3515544"/>
                <a:ext cx="6480" cy="3600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259BF445-1F94-8ED8-0F8B-D93453AC60F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097328" y="3506904"/>
                  <a:ext cx="241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1B1DC7DA-C7CD-BC53-B1F5-67428934FE02}"/>
                    </a:ext>
                  </a:extLst>
                </p14:cNvPr>
                <p14:cNvContentPartPr/>
                <p14:nvPr/>
              </p14:nvContentPartPr>
              <p14:xfrm>
                <a:off x="7483608" y="3220704"/>
                <a:ext cx="469800" cy="3186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1B1DC7DA-C7CD-BC53-B1F5-67428934FE0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474968" y="3211704"/>
                  <a:ext cx="48744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03A0D767-EAD6-B6FA-9500-AC30822E6C7E}"/>
                    </a:ext>
                  </a:extLst>
                </p14:cNvPr>
                <p14:cNvContentPartPr/>
                <p14:nvPr/>
              </p14:nvContentPartPr>
              <p14:xfrm>
                <a:off x="8052048" y="3334824"/>
                <a:ext cx="267480" cy="21132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03A0D767-EAD6-B6FA-9500-AC30822E6C7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043408" y="3325824"/>
                  <a:ext cx="2851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F2DBD51A-29DA-D842-BD36-260460CDF0CE}"/>
                    </a:ext>
                  </a:extLst>
                </p14:cNvPr>
                <p14:cNvContentPartPr/>
                <p14:nvPr/>
              </p14:nvContentPartPr>
              <p14:xfrm>
                <a:off x="8454168" y="3471264"/>
                <a:ext cx="51840" cy="457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F2DBD51A-29DA-D842-BD36-260460CDF0C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445528" y="3462624"/>
                  <a:ext cx="694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084588AD-3560-0C43-F9CC-9588B4E91D09}"/>
                    </a:ext>
                  </a:extLst>
                </p14:cNvPr>
                <p14:cNvContentPartPr/>
                <p14:nvPr/>
              </p14:nvContentPartPr>
              <p14:xfrm>
                <a:off x="8678808" y="3348504"/>
                <a:ext cx="362160" cy="24192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084588AD-3560-0C43-F9CC-9588B4E91D0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670168" y="3339864"/>
                  <a:ext cx="3798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DFCBA1C9-B5C7-38CC-4E40-59877522E303}"/>
                    </a:ext>
                  </a:extLst>
                </p14:cNvPr>
                <p14:cNvContentPartPr/>
                <p14:nvPr/>
              </p14:nvContentPartPr>
              <p14:xfrm>
                <a:off x="9174528" y="3403224"/>
                <a:ext cx="228960" cy="3740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DFCBA1C9-B5C7-38CC-4E40-59877522E30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165888" y="3394224"/>
                  <a:ext cx="24660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AF511EF-BC2D-42CC-5A17-1A0BCD72BC54}"/>
                    </a:ext>
                  </a:extLst>
                </p14:cNvPr>
                <p14:cNvContentPartPr/>
                <p14:nvPr/>
              </p14:nvContentPartPr>
              <p14:xfrm>
                <a:off x="9450288" y="3434904"/>
                <a:ext cx="171720" cy="2390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AF511EF-BC2D-42CC-5A17-1A0BCD72BC5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441648" y="3426264"/>
                  <a:ext cx="1893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0A259DC8-B9D0-8E03-1D3D-4837A322F1F9}"/>
                    </a:ext>
                  </a:extLst>
                </p14:cNvPr>
                <p14:cNvContentPartPr/>
                <p14:nvPr/>
              </p14:nvContentPartPr>
              <p14:xfrm>
                <a:off x="9695088" y="3351384"/>
                <a:ext cx="508680" cy="2142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0A259DC8-B9D0-8E03-1D3D-4837A322F1F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686448" y="3342744"/>
                  <a:ext cx="5263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1D55A7E0-EE0A-2595-CA5E-12675E734E49}"/>
                    </a:ext>
                  </a:extLst>
                </p14:cNvPr>
                <p14:cNvContentPartPr/>
                <p14:nvPr/>
              </p14:nvContentPartPr>
              <p14:xfrm>
                <a:off x="10229328" y="3492504"/>
                <a:ext cx="24480" cy="104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1D55A7E0-EE0A-2595-CA5E-12675E734E4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220328" y="3483504"/>
                  <a:ext cx="4212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77C5FC2A-E942-B58D-8AF1-3FB97C9461AE}"/>
              </a:ext>
            </a:extLst>
          </p:cNvPr>
          <p:cNvGrpSpPr/>
          <p:nvPr/>
        </p:nvGrpSpPr>
        <p:grpSpPr>
          <a:xfrm>
            <a:off x="10605528" y="3232584"/>
            <a:ext cx="741960" cy="281520"/>
            <a:chOff x="10605528" y="3232584"/>
            <a:chExt cx="741960" cy="28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17E231C7-4FF6-DEF1-D2CE-27A710A1B187}"/>
                    </a:ext>
                  </a:extLst>
                </p14:cNvPr>
                <p14:cNvContentPartPr/>
                <p14:nvPr/>
              </p14:nvContentPartPr>
              <p14:xfrm>
                <a:off x="10625688" y="3295584"/>
                <a:ext cx="21600" cy="2185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17E231C7-4FF6-DEF1-D2CE-27A710A1B187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616688" y="3286584"/>
                  <a:ext cx="392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40236673-A74F-CD72-8849-F69E71785E81}"/>
                    </a:ext>
                  </a:extLst>
                </p14:cNvPr>
                <p14:cNvContentPartPr/>
                <p14:nvPr/>
              </p14:nvContentPartPr>
              <p14:xfrm>
                <a:off x="10605528" y="3232584"/>
                <a:ext cx="592560" cy="2772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40236673-A74F-CD72-8849-F69E71785E8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596528" y="3223944"/>
                  <a:ext cx="61020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64471D04-2767-CEE4-EB30-BF8698970DEC}"/>
                    </a:ext>
                  </a:extLst>
                </p14:cNvPr>
                <p14:cNvContentPartPr/>
                <p14:nvPr/>
              </p14:nvContentPartPr>
              <p14:xfrm>
                <a:off x="11296728" y="3410784"/>
                <a:ext cx="50760" cy="97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64471D04-2767-CEE4-EB30-BF8698970DE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287728" y="3401784"/>
                  <a:ext cx="6840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B8E72994-1B1C-42E4-F406-966F078515EC}"/>
              </a:ext>
            </a:extLst>
          </p:cNvPr>
          <p:cNvGrpSpPr/>
          <p:nvPr/>
        </p:nvGrpSpPr>
        <p:grpSpPr>
          <a:xfrm>
            <a:off x="3923928" y="3419424"/>
            <a:ext cx="2945160" cy="764280"/>
            <a:chOff x="3923928" y="3419424"/>
            <a:chExt cx="2945160" cy="76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94E7DB07-39A8-6923-E25D-8FF7327CFF9D}"/>
                    </a:ext>
                  </a:extLst>
                </p14:cNvPr>
                <p14:cNvContentPartPr/>
                <p14:nvPr/>
              </p14:nvContentPartPr>
              <p14:xfrm>
                <a:off x="4255128" y="3433464"/>
                <a:ext cx="254160" cy="2271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94E7DB07-39A8-6923-E25D-8FF7327CFF9D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246128" y="3424824"/>
                  <a:ext cx="27180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E66ED26-DE59-ED7C-3146-A245562BE57A}"/>
                    </a:ext>
                  </a:extLst>
                </p14:cNvPr>
                <p14:cNvContentPartPr/>
                <p14:nvPr/>
              </p14:nvContentPartPr>
              <p14:xfrm>
                <a:off x="4626288" y="3507624"/>
                <a:ext cx="77400" cy="874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E66ED26-DE59-ED7C-3146-A245562BE57A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617648" y="3498984"/>
                  <a:ext cx="950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AAF6E055-F4E0-42BB-1177-34F0E6A7B347}"/>
                    </a:ext>
                  </a:extLst>
                </p14:cNvPr>
                <p14:cNvContentPartPr/>
                <p14:nvPr/>
              </p14:nvContentPartPr>
              <p14:xfrm>
                <a:off x="4792248" y="3498624"/>
                <a:ext cx="123120" cy="1083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AAF6E055-F4E0-42BB-1177-34F0E6A7B34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783608" y="3489624"/>
                  <a:ext cx="14076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FA0137F1-8E57-8A0A-3EBB-45B20E3077A6}"/>
                    </a:ext>
                  </a:extLst>
                </p14:cNvPr>
                <p14:cNvContentPartPr/>
                <p14:nvPr/>
              </p14:nvContentPartPr>
              <p14:xfrm>
                <a:off x="5071608" y="3514104"/>
                <a:ext cx="6120" cy="1000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FA0137F1-8E57-8A0A-3EBB-45B20E3077A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062968" y="3505104"/>
                  <a:ext cx="2376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86CA2159-DC4A-DEAA-208C-F772CE9D0CBB}"/>
                    </a:ext>
                  </a:extLst>
                </p14:cNvPr>
                <p14:cNvContentPartPr/>
                <p14:nvPr/>
              </p14:nvContentPartPr>
              <p14:xfrm>
                <a:off x="5506128" y="3433824"/>
                <a:ext cx="151560" cy="2134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86CA2159-DC4A-DEAA-208C-F772CE9D0CB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497128" y="3425184"/>
                  <a:ext cx="16920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DD8D51A1-FFD5-CF82-2D19-6BDD1725A8A2}"/>
                    </a:ext>
                  </a:extLst>
                </p14:cNvPr>
                <p14:cNvContentPartPr/>
                <p14:nvPr/>
              </p14:nvContentPartPr>
              <p14:xfrm>
                <a:off x="5964408" y="3419424"/>
                <a:ext cx="189000" cy="1713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DD8D51A1-FFD5-CF82-2D19-6BDD1725A8A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955768" y="3410784"/>
                  <a:ext cx="2066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C1CEBB10-463A-D8C6-64B6-892A93151E9D}"/>
                    </a:ext>
                  </a:extLst>
                </p14:cNvPr>
                <p14:cNvContentPartPr/>
                <p14:nvPr/>
              </p14:nvContentPartPr>
              <p14:xfrm>
                <a:off x="6262488" y="3475584"/>
                <a:ext cx="93240" cy="1004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C1CEBB10-463A-D8C6-64B6-892A93151E9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253848" y="3466584"/>
                  <a:ext cx="1108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37E0A50C-AA96-AD7C-1447-8D00A6EAF24A}"/>
                    </a:ext>
                  </a:extLst>
                </p14:cNvPr>
                <p14:cNvContentPartPr/>
                <p14:nvPr/>
              </p14:nvContentPartPr>
              <p14:xfrm>
                <a:off x="6496128" y="3455064"/>
                <a:ext cx="89640" cy="961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37E0A50C-AA96-AD7C-1447-8D00A6EAF24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487488" y="3446064"/>
                  <a:ext cx="10728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404F6B8A-0C42-E62D-08ED-9C060E52C3EA}"/>
                    </a:ext>
                  </a:extLst>
                </p14:cNvPr>
                <p14:cNvContentPartPr/>
                <p14:nvPr/>
              </p14:nvContentPartPr>
              <p14:xfrm>
                <a:off x="6659928" y="3422304"/>
                <a:ext cx="134280" cy="1443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404F6B8A-0C42-E62D-08ED-9C060E52C3EA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651288" y="3413664"/>
                  <a:ext cx="1519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04D52378-6B1D-A42A-9292-FE5020E10320}"/>
                    </a:ext>
                  </a:extLst>
                </p14:cNvPr>
                <p14:cNvContentPartPr/>
                <p14:nvPr/>
              </p14:nvContentPartPr>
              <p14:xfrm>
                <a:off x="4376448" y="3685104"/>
                <a:ext cx="2492640" cy="810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04D52378-6B1D-A42A-9292-FE5020E1032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367808" y="3676464"/>
                  <a:ext cx="251028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96215BF1-DB21-3E5D-62CE-4BD068F5C270}"/>
                    </a:ext>
                  </a:extLst>
                </p14:cNvPr>
                <p14:cNvContentPartPr/>
                <p14:nvPr/>
              </p14:nvContentPartPr>
              <p14:xfrm>
                <a:off x="4655088" y="3752064"/>
                <a:ext cx="2154960" cy="583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96215BF1-DB21-3E5D-62CE-4BD068F5C27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646448" y="3743424"/>
                  <a:ext cx="217260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F98867E-FA57-FF84-5C80-97EADF21662E}"/>
                    </a:ext>
                  </a:extLst>
                </p14:cNvPr>
                <p14:cNvContentPartPr/>
                <p14:nvPr/>
              </p14:nvContentPartPr>
              <p14:xfrm>
                <a:off x="3985128" y="3861864"/>
                <a:ext cx="365400" cy="3218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F98867E-FA57-FF84-5C80-97EADF21662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976488" y="3852864"/>
                  <a:ext cx="38304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C9A4FF53-B536-4EF9-B9AA-E2BAF6CB3956}"/>
                    </a:ext>
                  </a:extLst>
                </p14:cNvPr>
                <p14:cNvContentPartPr/>
                <p14:nvPr/>
              </p14:nvContentPartPr>
              <p14:xfrm>
                <a:off x="4420368" y="3927024"/>
                <a:ext cx="156960" cy="2138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C9A4FF53-B536-4EF9-B9AA-E2BAF6CB3956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411368" y="3918024"/>
                  <a:ext cx="1746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D692F77E-FC82-FE7E-1A67-BC83648C3224}"/>
                    </a:ext>
                  </a:extLst>
                </p14:cNvPr>
                <p14:cNvContentPartPr/>
                <p14:nvPr/>
              </p14:nvContentPartPr>
              <p14:xfrm>
                <a:off x="4633488" y="3878424"/>
                <a:ext cx="199080" cy="2221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D692F77E-FC82-FE7E-1A67-BC83648C322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624848" y="3869784"/>
                  <a:ext cx="2167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C8EA644C-6683-0076-E5F9-74539CE0D1D9}"/>
                    </a:ext>
                  </a:extLst>
                </p14:cNvPr>
                <p14:cNvContentPartPr/>
                <p14:nvPr/>
              </p14:nvContentPartPr>
              <p14:xfrm>
                <a:off x="4943808" y="3988584"/>
                <a:ext cx="42480" cy="964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C8EA644C-6683-0076-E5F9-74539CE0D1D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935168" y="3979944"/>
                  <a:ext cx="601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AB8186E-19E4-E2C6-D984-A55D993230BF}"/>
                    </a:ext>
                  </a:extLst>
                </p14:cNvPr>
                <p14:cNvContentPartPr/>
                <p14:nvPr/>
              </p14:nvContentPartPr>
              <p14:xfrm>
                <a:off x="5136768" y="3896064"/>
                <a:ext cx="27720" cy="295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AB8186E-19E4-E2C6-D984-A55D993230B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127768" y="3887064"/>
                  <a:ext cx="4536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A98AAC81-8F87-603A-E3A6-4FAE019EAC1B}"/>
                    </a:ext>
                  </a:extLst>
                </p14:cNvPr>
                <p14:cNvContentPartPr/>
                <p14:nvPr/>
              </p14:nvContentPartPr>
              <p14:xfrm>
                <a:off x="5179608" y="3892824"/>
                <a:ext cx="32040" cy="4140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A98AAC81-8F87-603A-E3A6-4FAE019EAC1B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170608" y="3884184"/>
                  <a:ext cx="496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13B28247-5730-BE1A-100E-D5110F2753BE}"/>
                    </a:ext>
                  </a:extLst>
                </p14:cNvPr>
                <p14:cNvContentPartPr/>
                <p14:nvPr/>
              </p14:nvContentPartPr>
              <p14:xfrm>
                <a:off x="3923928" y="3812904"/>
                <a:ext cx="22320" cy="734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13B28247-5730-BE1A-100E-D5110F2753B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915288" y="3803904"/>
                  <a:ext cx="39960" cy="9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91963004-5781-FD84-4387-7A8A20FC487B}"/>
              </a:ext>
            </a:extLst>
          </p:cNvPr>
          <p:cNvGrpSpPr/>
          <p:nvPr/>
        </p:nvGrpSpPr>
        <p:grpSpPr>
          <a:xfrm>
            <a:off x="5506488" y="3881664"/>
            <a:ext cx="120240" cy="177480"/>
            <a:chOff x="5506488" y="3881664"/>
            <a:chExt cx="120240" cy="17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C3CCE573-A212-DAB1-8ED2-B2E8A6450A98}"/>
                    </a:ext>
                  </a:extLst>
                </p14:cNvPr>
                <p14:cNvContentPartPr/>
                <p14:nvPr/>
              </p14:nvContentPartPr>
              <p14:xfrm>
                <a:off x="5506488" y="4004784"/>
                <a:ext cx="120240" cy="543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C3CCE573-A212-DAB1-8ED2-B2E8A6450A9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497848" y="3995784"/>
                  <a:ext cx="1378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D0775E0-3D80-31E3-E2C6-94456C164966}"/>
                    </a:ext>
                  </a:extLst>
                </p14:cNvPr>
                <p14:cNvContentPartPr/>
                <p14:nvPr/>
              </p14:nvContentPartPr>
              <p14:xfrm>
                <a:off x="5559048" y="3881664"/>
                <a:ext cx="43560" cy="363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D0775E0-3D80-31E3-E2C6-94456C16496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550408" y="3873024"/>
                  <a:ext cx="61200" cy="5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7C01E33C-B8D3-211E-B28F-756F309CC90B}"/>
              </a:ext>
            </a:extLst>
          </p:cNvPr>
          <p:cNvGrpSpPr/>
          <p:nvPr/>
        </p:nvGrpSpPr>
        <p:grpSpPr>
          <a:xfrm>
            <a:off x="6211728" y="3965544"/>
            <a:ext cx="719640" cy="90360"/>
            <a:chOff x="6211728" y="3965544"/>
            <a:chExt cx="719640" cy="9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5F8FAE6D-DE7F-93C6-76E7-239C8EEC0A96}"/>
                    </a:ext>
                  </a:extLst>
                </p14:cNvPr>
                <p14:cNvContentPartPr/>
                <p14:nvPr/>
              </p14:nvContentPartPr>
              <p14:xfrm>
                <a:off x="6211728" y="3989664"/>
                <a:ext cx="450000" cy="6624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5F8FAE6D-DE7F-93C6-76E7-239C8EEC0A96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202728" y="3980664"/>
                  <a:ext cx="46764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705CFA59-C3F8-5EBB-D29A-535FEE9F0CF2}"/>
                    </a:ext>
                  </a:extLst>
                </p14:cNvPr>
                <p14:cNvContentPartPr/>
                <p14:nvPr/>
              </p14:nvContentPartPr>
              <p14:xfrm>
                <a:off x="6752808" y="3965544"/>
                <a:ext cx="178560" cy="482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705CFA59-C3F8-5EBB-D29A-535FEE9F0CF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743808" y="3956904"/>
                  <a:ext cx="196200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62761DF-BF48-484C-7E20-156A6E6D6BB7}"/>
              </a:ext>
            </a:extLst>
          </p:cNvPr>
          <p:cNvGrpSpPr/>
          <p:nvPr/>
        </p:nvGrpSpPr>
        <p:grpSpPr>
          <a:xfrm>
            <a:off x="7436808" y="3858984"/>
            <a:ext cx="1484640" cy="312840"/>
            <a:chOff x="7436808" y="3858984"/>
            <a:chExt cx="1484640" cy="31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27CBED4D-1C71-1738-0B9F-3AE0E42F9947}"/>
                    </a:ext>
                  </a:extLst>
                </p14:cNvPr>
                <p14:cNvContentPartPr/>
                <p14:nvPr/>
              </p14:nvContentPartPr>
              <p14:xfrm>
                <a:off x="7436808" y="3975984"/>
                <a:ext cx="42120" cy="662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27CBED4D-1C71-1738-0B9F-3AE0E42F9947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428168" y="3967344"/>
                  <a:ext cx="5976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523B046C-8996-4420-401E-150C713CCDD1}"/>
                    </a:ext>
                  </a:extLst>
                </p14:cNvPr>
                <p14:cNvContentPartPr/>
                <p14:nvPr/>
              </p14:nvContentPartPr>
              <p14:xfrm>
                <a:off x="7456248" y="3887784"/>
                <a:ext cx="18360" cy="255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523B046C-8996-4420-401E-150C713CCDD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447608" y="3878784"/>
                  <a:ext cx="3600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01BCF045-4CEE-3FD8-9A82-DA4B111DA520}"/>
                    </a:ext>
                  </a:extLst>
                </p14:cNvPr>
                <p14:cNvContentPartPr/>
                <p14:nvPr/>
              </p14:nvContentPartPr>
              <p14:xfrm>
                <a:off x="7589448" y="3953664"/>
                <a:ext cx="492120" cy="2181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01BCF045-4CEE-3FD8-9A82-DA4B111DA520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580808" y="3945024"/>
                  <a:ext cx="5097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ADD4BBE9-46CD-6A0B-AFA5-F8B4155C73F3}"/>
                    </a:ext>
                  </a:extLst>
                </p14:cNvPr>
                <p14:cNvContentPartPr/>
                <p14:nvPr/>
              </p14:nvContentPartPr>
              <p14:xfrm>
                <a:off x="8132328" y="3859344"/>
                <a:ext cx="347400" cy="1872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ADD4BBE9-46CD-6A0B-AFA5-F8B4155C73F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123688" y="3850344"/>
                  <a:ext cx="3650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6CFBC991-05D6-7695-DE8C-C293206009E7}"/>
                    </a:ext>
                  </a:extLst>
                </p14:cNvPr>
                <p14:cNvContentPartPr/>
                <p14:nvPr/>
              </p14:nvContentPartPr>
              <p14:xfrm>
                <a:off x="8443008" y="3858984"/>
                <a:ext cx="471600" cy="1404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6CFBC991-05D6-7695-DE8C-C293206009E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434368" y="3850344"/>
                  <a:ext cx="4892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E117D61-FD4B-04E8-BDF9-19869AB7567B}"/>
                    </a:ext>
                  </a:extLst>
                </p14:cNvPr>
                <p14:cNvContentPartPr/>
                <p14:nvPr/>
              </p14:nvContentPartPr>
              <p14:xfrm>
                <a:off x="8913528" y="3942504"/>
                <a:ext cx="7920" cy="122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E117D61-FD4B-04E8-BDF9-19869AB7567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904528" y="3933864"/>
                  <a:ext cx="2556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0EA92073-C843-5D53-374A-F796B0D34076}"/>
              </a:ext>
            </a:extLst>
          </p:cNvPr>
          <p:cNvGrpSpPr/>
          <p:nvPr/>
        </p:nvGrpSpPr>
        <p:grpSpPr>
          <a:xfrm>
            <a:off x="9311328" y="3863664"/>
            <a:ext cx="203040" cy="133560"/>
            <a:chOff x="9311328" y="3863664"/>
            <a:chExt cx="203040" cy="13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6A049066-DEFF-529C-A63F-983757215B51}"/>
                    </a:ext>
                  </a:extLst>
                </p14:cNvPr>
                <p14:cNvContentPartPr/>
                <p14:nvPr/>
              </p14:nvContentPartPr>
              <p14:xfrm>
                <a:off x="9311328" y="3942504"/>
                <a:ext cx="13320" cy="547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6A049066-DEFF-529C-A63F-983757215B5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302688" y="3933864"/>
                  <a:ext cx="3096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1A0AEFD9-BD59-9FB0-24A9-935213B46D32}"/>
                    </a:ext>
                  </a:extLst>
                </p14:cNvPr>
                <p14:cNvContentPartPr/>
                <p14:nvPr/>
              </p14:nvContentPartPr>
              <p14:xfrm>
                <a:off x="9358128" y="3863664"/>
                <a:ext cx="4680" cy="158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1A0AEFD9-BD59-9FB0-24A9-935213B46D3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349128" y="3854664"/>
                  <a:ext cx="223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1880BA3F-51B0-7E88-3098-75CC389DBEF0}"/>
                    </a:ext>
                  </a:extLst>
                </p14:cNvPr>
                <p14:cNvContentPartPr/>
                <p14:nvPr/>
              </p14:nvContentPartPr>
              <p14:xfrm>
                <a:off x="9455688" y="3949344"/>
                <a:ext cx="58680" cy="151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1880BA3F-51B0-7E88-3098-75CC389DBEF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447048" y="3940704"/>
                  <a:ext cx="7632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4C437345-BB70-B7E5-488F-E31B0E9D08E8}"/>
              </a:ext>
            </a:extLst>
          </p:cNvPr>
          <p:cNvGrpSpPr/>
          <p:nvPr/>
        </p:nvGrpSpPr>
        <p:grpSpPr>
          <a:xfrm>
            <a:off x="9852048" y="3762144"/>
            <a:ext cx="672120" cy="246600"/>
            <a:chOff x="9852048" y="3762144"/>
            <a:chExt cx="672120" cy="24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7129FE36-9310-227D-FF14-715ECB9A4F3E}"/>
                    </a:ext>
                  </a:extLst>
                </p14:cNvPr>
                <p14:cNvContentPartPr/>
                <p14:nvPr/>
              </p14:nvContentPartPr>
              <p14:xfrm>
                <a:off x="9852048" y="3762144"/>
                <a:ext cx="672120" cy="2466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7129FE36-9310-227D-FF14-715ECB9A4F3E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843408" y="3753504"/>
                  <a:ext cx="68976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D90E89C7-97A0-CCFC-5C4E-B2ED6D92B659}"/>
                    </a:ext>
                  </a:extLst>
                </p14:cNvPr>
                <p14:cNvContentPartPr/>
                <p14:nvPr/>
              </p14:nvContentPartPr>
              <p14:xfrm>
                <a:off x="9908568" y="3798864"/>
                <a:ext cx="92520" cy="64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D90E89C7-97A0-CCFC-5C4E-B2ED6D92B65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899568" y="3789864"/>
                  <a:ext cx="110160" cy="2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4F08B55B-EE7D-C327-1247-2FC63034B6D2}"/>
              </a:ext>
            </a:extLst>
          </p:cNvPr>
          <p:cNvGrpSpPr/>
          <p:nvPr/>
        </p:nvGrpSpPr>
        <p:grpSpPr>
          <a:xfrm>
            <a:off x="10829808" y="3775104"/>
            <a:ext cx="1008360" cy="215640"/>
            <a:chOff x="10829808" y="3775104"/>
            <a:chExt cx="1008360" cy="21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3B496813-C2EF-AFD4-F663-F6889427D24E}"/>
                    </a:ext>
                  </a:extLst>
                </p14:cNvPr>
                <p14:cNvContentPartPr/>
                <p14:nvPr/>
              </p14:nvContentPartPr>
              <p14:xfrm>
                <a:off x="10829808" y="3775104"/>
                <a:ext cx="290160" cy="2156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3B496813-C2EF-AFD4-F663-F6889427D24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820808" y="3766464"/>
                  <a:ext cx="30780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34F1A335-1B9C-1033-C70B-1F472473DFE4}"/>
                    </a:ext>
                  </a:extLst>
                </p14:cNvPr>
                <p14:cNvContentPartPr/>
                <p14:nvPr/>
              </p14:nvContentPartPr>
              <p14:xfrm>
                <a:off x="11206728" y="3905784"/>
                <a:ext cx="182160" cy="594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34F1A335-1B9C-1033-C70B-1F472473DFE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1197728" y="3897144"/>
                  <a:ext cx="19980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45D708D6-366E-BA4D-38D4-82CDC4DD6736}"/>
                    </a:ext>
                  </a:extLst>
                </p14:cNvPr>
                <p14:cNvContentPartPr/>
                <p14:nvPr/>
              </p14:nvContentPartPr>
              <p14:xfrm>
                <a:off x="11453328" y="3810024"/>
                <a:ext cx="272520" cy="1206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45D708D6-366E-BA4D-38D4-82CDC4DD673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1444688" y="3801024"/>
                  <a:ext cx="2901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332D9C49-B4A7-0F20-D6C1-83B21C2E210F}"/>
                    </a:ext>
                  </a:extLst>
                </p14:cNvPr>
                <p14:cNvContentPartPr/>
                <p14:nvPr/>
              </p14:nvContentPartPr>
              <p14:xfrm>
                <a:off x="11766528" y="3883464"/>
                <a:ext cx="71640" cy="72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332D9C49-B4A7-0F20-D6C1-83B21C2E210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757528" y="3874824"/>
                  <a:ext cx="8928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51320DC-7AD9-144A-81A0-88D6A37BE1AB}"/>
              </a:ext>
            </a:extLst>
          </p:cNvPr>
          <p:cNvGrpSpPr/>
          <p:nvPr/>
        </p:nvGrpSpPr>
        <p:grpSpPr>
          <a:xfrm>
            <a:off x="4534848" y="4336704"/>
            <a:ext cx="1323000" cy="296640"/>
            <a:chOff x="4534848" y="4336704"/>
            <a:chExt cx="1323000" cy="29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AAA3AA62-6B87-CE58-3FB5-E22D88D5398A}"/>
                    </a:ext>
                  </a:extLst>
                </p14:cNvPr>
                <p14:cNvContentPartPr/>
                <p14:nvPr/>
              </p14:nvContentPartPr>
              <p14:xfrm>
                <a:off x="4534848" y="4336704"/>
                <a:ext cx="333000" cy="1609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AAA3AA62-6B87-CE58-3FB5-E22D88D5398A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525848" y="4328064"/>
                  <a:ext cx="3506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A0055D47-22DA-A6A1-EF5A-85B367EE4412}"/>
                    </a:ext>
                  </a:extLst>
                </p14:cNvPr>
                <p14:cNvContentPartPr/>
                <p14:nvPr/>
              </p14:nvContentPartPr>
              <p14:xfrm>
                <a:off x="4922568" y="4442904"/>
                <a:ext cx="355320" cy="1904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A0055D47-22DA-A6A1-EF5A-85B367EE441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913568" y="4433904"/>
                  <a:ext cx="3729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516850AE-B103-8918-8910-92125C537B8D}"/>
                    </a:ext>
                  </a:extLst>
                </p14:cNvPr>
                <p14:cNvContentPartPr/>
                <p14:nvPr/>
              </p14:nvContentPartPr>
              <p14:xfrm>
                <a:off x="5374368" y="4424904"/>
                <a:ext cx="312120" cy="511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516850AE-B103-8918-8910-92125C537B8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365368" y="4415904"/>
                  <a:ext cx="32976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867AB4EE-F4BD-E360-0A86-33D9FB1211E5}"/>
                    </a:ext>
                  </a:extLst>
                </p14:cNvPr>
                <p14:cNvContentPartPr/>
                <p14:nvPr/>
              </p14:nvContentPartPr>
              <p14:xfrm>
                <a:off x="5780448" y="4346784"/>
                <a:ext cx="77400" cy="1130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867AB4EE-F4BD-E360-0A86-33D9FB1211E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771448" y="4338144"/>
                  <a:ext cx="95040" cy="13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778A436B-AACE-79DE-1BAB-9C29975A5FA7}"/>
              </a:ext>
            </a:extLst>
          </p:cNvPr>
          <p:cNvGrpSpPr/>
          <p:nvPr/>
        </p:nvGrpSpPr>
        <p:grpSpPr>
          <a:xfrm>
            <a:off x="6306768" y="4302144"/>
            <a:ext cx="252360" cy="160560"/>
            <a:chOff x="6306768" y="4302144"/>
            <a:chExt cx="252360" cy="16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8F2FB5DC-5475-A42A-1135-B16637B3F603}"/>
                    </a:ext>
                  </a:extLst>
                </p14:cNvPr>
                <p14:cNvContentPartPr/>
                <p14:nvPr/>
              </p14:nvContentPartPr>
              <p14:xfrm>
                <a:off x="6306768" y="4302144"/>
                <a:ext cx="36360" cy="16056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8F2FB5DC-5475-A42A-1135-B16637B3F60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298128" y="4293144"/>
                  <a:ext cx="540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55AF3B46-21C7-15FB-BE58-B15E677F4A3E}"/>
                    </a:ext>
                  </a:extLst>
                </p14:cNvPr>
                <p14:cNvContentPartPr/>
                <p14:nvPr/>
              </p14:nvContentPartPr>
              <p14:xfrm>
                <a:off x="6326208" y="4387464"/>
                <a:ext cx="232920" cy="2268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55AF3B46-21C7-15FB-BE58-B15E677F4A3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317568" y="4378824"/>
                  <a:ext cx="25056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5C0B7001-4057-1ADD-F57B-AB7308483E15}"/>
              </a:ext>
            </a:extLst>
          </p:cNvPr>
          <p:cNvGrpSpPr/>
          <p:nvPr/>
        </p:nvGrpSpPr>
        <p:grpSpPr>
          <a:xfrm>
            <a:off x="7001208" y="4258224"/>
            <a:ext cx="1016280" cy="194760"/>
            <a:chOff x="7001208" y="4258224"/>
            <a:chExt cx="1016280" cy="19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1C40202F-CAAF-A4D4-BDF2-33A85CF0928B}"/>
                    </a:ext>
                  </a:extLst>
                </p14:cNvPr>
                <p14:cNvContentPartPr/>
                <p14:nvPr/>
              </p14:nvContentPartPr>
              <p14:xfrm>
                <a:off x="7031088" y="4278744"/>
                <a:ext cx="7200" cy="12924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1C40202F-CAAF-A4D4-BDF2-33A85CF0928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022448" y="4269744"/>
                  <a:ext cx="248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E18EEDCE-17F3-B5D8-7443-3346AB817BB2}"/>
                    </a:ext>
                  </a:extLst>
                </p14:cNvPr>
                <p14:cNvContentPartPr/>
                <p14:nvPr/>
              </p14:nvContentPartPr>
              <p14:xfrm>
                <a:off x="7001208" y="4258224"/>
                <a:ext cx="236880" cy="1645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E18EEDCE-17F3-B5D8-7443-3346AB817BB2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992568" y="4249584"/>
                  <a:ext cx="2545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D1134558-4FDC-195A-2350-78B324D685D9}"/>
                    </a:ext>
                  </a:extLst>
                </p14:cNvPr>
                <p14:cNvContentPartPr/>
                <p14:nvPr/>
              </p14:nvContentPartPr>
              <p14:xfrm>
                <a:off x="7342488" y="4318344"/>
                <a:ext cx="289080" cy="1170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D1134558-4FDC-195A-2350-78B324D685D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333848" y="4309344"/>
                  <a:ext cx="30672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0315F9BB-0422-82C2-DFC4-B6126D544EBC}"/>
                    </a:ext>
                  </a:extLst>
                </p14:cNvPr>
                <p14:cNvContentPartPr/>
                <p14:nvPr/>
              </p14:nvContentPartPr>
              <p14:xfrm>
                <a:off x="7783128" y="4306104"/>
                <a:ext cx="234360" cy="1468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0315F9BB-0422-82C2-DFC4-B6126D544EB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774488" y="4297464"/>
                  <a:ext cx="252000" cy="164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1970BA3D-497E-CD46-8F01-351156B41625}"/>
                  </a:ext>
                </a:extLst>
              </p14:cNvPr>
              <p14:cNvContentPartPr/>
              <p14:nvPr/>
            </p14:nvContentPartPr>
            <p14:xfrm>
              <a:off x="8284968" y="4407984"/>
              <a:ext cx="14400" cy="2196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1970BA3D-497E-CD46-8F01-351156B41625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8276328" y="4398984"/>
                <a:ext cx="32040" cy="39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1177536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Pointwise Mutual Information(PMI):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5F6E649-67B9-7367-A039-04F4D1A3A020}"/>
                  </a:ext>
                </a:extLst>
              </p14:cNvPr>
              <p14:cNvContentPartPr/>
              <p14:nvPr/>
            </p14:nvContentPartPr>
            <p14:xfrm>
              <a:off x="5478768" y="294264"/>
              <a:ext cx="263880" cy="1076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5F6E649-67B9-7367-A039-04F4D1A3A02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469768" y="285264"/>
                <a:ext cx="28152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D1C804F-E146-ADE9-C194-B0CA5EA65F2D}"/>
                  </a:ext>
                </a:extLst>
              </p14:cNvPr>
              <p14:cNvContentPartPr/>
              <p14:nvPr/>
            </p14:nvContentPartPr>
            <p14:xfrm>
              <a:off x="5626008" y="172224"/>
              <a:ext cx="12960" cy="219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D1C804F-E146-ADE9-C194-B0CA5EA65F2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7008" y="163224"/>
                <a:ext cx="3060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0C3D4675-465A-7688-8FD8-9DAD02A60E05}"/>
                  </a:ext>
                </a:extLst>
              </p14:cNvPr>
              <p14:cNvContentPartPr/>
              <p14:nvPr/>
            </p14:nvContentPartPr>
            <p14:xfrm>
              <a:off x="6159528" y="301824"/>
              <a:ext cx="131040" cy="5688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0C3D4675-465A-7688-8FD8-9DAD02A60E0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150888" y="293184"/>
                <a:ext cx="148680" cy="74520"/>
              </a:xfrm>
              <a:prstGeom prst="rect">
                <a:avLst/>
              </a:prstGeom>
            </p:spPr>
          </p:pic>
        </mc:Fallback>
      </mc:AlternateContent>
      <p:grpSp>
        <p:nvGrpSpPr>
          <p:cNvPr id="8" name="Group 7">
            <a:extLst>
              <a:ext uri="{FF2B5EF4-FFF2-40B4-BE49-F238E27FC236}">
                <a16:creationId xmlns:a16="http://schemas.microsoft.com/office/drawing/2014/main" id="{0DF97AE4-2D56-36E4-A597-C0CAE29344F1}"/>
              </a:ext>
            </a:extLst>
          </p:cNvPr>
          <p:cNvGrpSpPr/>
          <p:nvPr/>
        </p:nvGrpSpPr>
        <p:grpSpPr>
          <a:xfrm>
            <a:off x="6728328" y="269784"/>
            <a:ext cx="1233360" cy="122040"/>
            <a:chOff x="6728328" y="269784"/>
            <a:chExt cx="1233360" cy="12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35E6EE51-DB9F-419C-8CCD-4ECE5E21C5CF}"/>
                    </a:ext>
                  </a:extLst>
                </p14:cNvPr>
                <p14:cNvContentPartPr/>
                <p14:nvPr/>
              </p14:nvContentPartPr>
              <p14:xfrm>
                <a:off x="6728328" y="269784"/>
                <a:ext cx="859320" cy="122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35E6EE51-DB9F-419C-8CCD-4ECE5E21C5C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719688" y="260784"/>
                  <a:ext cx="87696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61B5060-42E6-61D0-505B-77B9B00882E4}"/>
                    </a:ext>
                  </a:extLst>
                </p14:cNvPr>
                <p14:cNvContentPartPr/>
                <p14:nvPr/>
              </p14:nvContentPartPr>
              <p14:xfrm>
                <a:off x="7650288" y="284544"/>
                <a:ext cx="311400" cy="601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61B5060-42E6-61D0-505B-77B9B00882E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641648" y="275904"/>
                  <a:ext cx="329040" cy="7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B3F7625-A823-436D-3AFD-5671E808B610}"/>
              </a:ext>
            </a:extLst>
          </p:cNvPr>
          <p:cNvGrpSpPr/>
          <p:nvPr/>
        </p:nvGrpSpPr>
        <p:grpSpPr>
          <a:xfrm>
            <a:off x="8353368" y="177624"/>
            <a:ext cx="567720" cy="172440"/>
            <a:chOff x="8353368" y="177624"/>
            <a:chExt cx="567720" cy="17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C062CEC-6DBF-1FD9-341A-BBAEF30299CF}"/>
                    </a:ext>
                  </a:extLst>
                </p14:cNvPr>
                <p14:cNvContentPartPr/>
                <p14:nvPr/>
              </p14:nvContentPartPr>
              <p14:xfrm>
                <a:off x="8353368" y="267624"/>
                <a:ext cx="384480" cy="824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C062CEC-6DBF-1FD9-341A-BBAEF30299C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8344368" y="258984"/>
                  <a:ext cx="40212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53CDA9E2-2993-E99B-6C83-828C1964D711}"/>
                    </a:ext>
                  </a:extLst>
                </p14:cNvPr>
                <p14:cNvContentPartPr/>
                <p14:nvPr/>
              </p14:nvContentPartPr>
              <p14:xfrm>
                <a:off x="8788608" y="177624"/>
                <a:ext cx="132480" cy="1400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53CDA9E2-2993-E99B-6C83-828C1964D71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8779608" y="168984"/>
                  <a:ext cx="150120" cy="15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D0FD4DD-156F-92A7-AF1F-1380A85D7E4B}"/>
              </a:ext>
            </a:extLst>
          </p:cNvPr>
          <p:cNvGrpSpPr/>
          <p:nvPr/>
        </p:nvGrpSpPr>
        <p:grpSpPr>
          <a:xfrm>
            <a:off x="9232848" y="85824"/>
            <a:ext cx="1671480" cy="417240"/>
            <a:chOff x="9232848" y="85824"/>
            <a:chExt cx="1671480" cy="41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31DD0E9F-81F6-865A-7249-6481E0A81404}"/>
                    </a:ext>
                  </a:extLst>
                </p14:cNvPr>
                <p14:cNvContentPartPr/>
                <p14:nvPr/>
              </p14:nvContentPartPr>
              <p14:xfrm>
                <a:off x="9300888" y="131544"/>
                <a:ext cx="51480" cy="2066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31DD0E9F-81F6-865A-7249-6481E0A8140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9292248" y="122544"/>
                  <a:ext cx="691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3133336-C560-53B6-2FCB-82187A53616D}"/>
                    </a:ext>
                  </a:extLst>
                </p14:cNvPr>
                <p14:cNvContentPartPr/>
                <p14:nvPr/>
              </p14:nvContentPartPr>
              <p14:xfrm>
                <a:off x="9232848" y="246024"/>
                <a:ext cx="288000" cy="313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3133336-C560-53B6-2FCB-82187A53616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9223848" y="237384"/>
                  <a:ext cx="30564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F1F7799B-29F6-4F0E-A729-BA8133FAE6C7}"/>
                    </a:ext>
                  </a:extLst>
                </p14:cNvPr>
                <p14:cNvContentPartPr/>
                <p14:nvPr/>
              </p14:nvContentPartPr>
              <p14:xfrm>
                <a:off x="9797688" y="234864"/>
                <a:ext cx="359280" cy="1519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F1F7799B-29F6-4F0E-A729-BA8133FAE6C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9788688" y="225864"/>
                  <a:ext cx="37692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F2B44D57-6529-F624-29AF-4BC06F32BB97}"/>
                    </a:ext>
                  </a:extLst>
                </p14:cNvPr>
                <p14:cNvContentPartPr/>
                <p14:nvPr/>
              </p14:nvContentPartPr>
              <p14:xfrm>
                <a:off x="10210968" y="131904"/>
                <a:ext cx="371160" cy="1522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F2B44D57-6529-F624-29AF-4BC06F32BB9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202328" y="123264"/>
                  <a:ext cx="3888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2513125-DD0B-902E-81B3-0073C67F4923}"/>
                    </a:ext>
                  </a:extLst>
                </p14:cNvPr>
                <p14:cNvContentPartPr/>
                <p14:nvPr/>
              </p14:nvContentPartPr>
              <p14:xfrm>
                <a:off x="10595808" y="220824"/>
                <a:ext cx="2880" cy="126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2513125-DD0B-902E-81B3-0073C67F492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587168" y="211824"/>
                  <a:ext cx="205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40FE3117-4D38-1C89-2846-CF96E97A9352}"/>
                    </a:ext>
                  </a:extLst>
                </p14:cNvPr>
                <p14:cNvContentPartPr/>
                <p14:nvPr/>
              </p14:nvContentPartPr>
              <p14:xfrm>
                <a:off x="10444608" y="150264"/>
                <a:ext cx="90000" cy="115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40FE3117-4D38-1C89-2846-CF96E97A935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0435968" y="141624"/>
                  <a:ext cx="10764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C16E8848-8E23-4774-C97F-EDBA3F7B8446}"/>
                    </a:ext>
                  </a:extLst>
                </p14:cNvPr>
                <p14:cNvContentPartPr/>
                <p14:nvPr/>
              </p14:nvContentPartPr>
              <p14:xfrm>
                <a:off x="10682208" y="85824"/>
                <a:ext cx="222120" cy="4172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C16E8848-8E23-4774-C97F-EDBA3F7B844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0673208" y="76824"/>
                  <a:ext cx="239760" cy="434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3E604CB5-1F5D-5DD3-E113-41196C8F6280}"/>
              </a:ext>
            </a:extLst>
          </p:cNvPr>
          <p:cNvGrpSpPr/>
          <p:nvPr/>
        </p:nvGrpSpPr>
        <p:grpSpPr>
          <a:xfrm>
            <a:off x="11168928" y="219024"/>
            <a:ext cx="526320" cy="232920"/>
            <a:chOff x="11168928" y="219024"/>
            <a:chExt cx="526320" cy="23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044E2F3A-27FC-288C-4D49-48CD3C88D4BE}"/>
                    </a:ext>
                  </a:extLst>
                </p14:cNvPr>
                <p14:cNvContentPartPr/>
                <p14:nvPr/>
              </p14:nvContentPartPr>
              <p14:xfrm>
                <a:off x="11168928" y="219024"/>
                <a:ext cx="526320" cy="2329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044E2F3A-27FC-288C-4D49-48CD3C88D4B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1160288" y="210024"/>
                  <a:ext cx="54396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CC8A5BD9-0865-26CE-8BC2-ED0640D0CF57}"/>
                    </a:ext>
                  </a:extLst>
                </p14:cNvPr>
                <p14:cNvContentPartPr/>
                <p14:nvPr/>
              </p14:nvContentPartPr>
              <p14:xfrm>
                <a:off x="11405808" y="287784"/>
                <a:ext cx="89640" cy="54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CC8A5BD9-0865-26CE-8BC2-ED0640D0CF5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1397168" y="279144"/>
                  <a:ext cx="10728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6A1F2DCB-11D8-0F40-58FD-2A52E1E7AC9F}"/>
              </a:ext>
            </a:extLst>
          </p:cNvPr>
          <p:cNvGrpSpPr/>
          <p:nvPr/>
        </p:nvGrpSpPr>
        <p:grpSpPr>
          <a:xfrm>
            <a:off x="302328" y="725544"/>
            <a:ext cx="1335960" cy="406440"/>
            <a:chOff x="302328" y="725544"/>
            <a:chExt cx="1335960" cy="40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302E4F73-4162-2027-DE4E-2D716CA233C5}"/>
                    </a:ext>
                  </a:extLst>
                </p14:cNvPr>
                <p14:cNvContentPartPr/>
                <p14:nvPr/>
              </p14:nvContentPartPr>
              <p14:xfrm>
                <a:off x="302328" y="725544"/>
                <a:ext cx="354960" cy="3888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302E4F73-4162-2027-DE4E-2D716CA233C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93688" y="716904"/>
                  <a:ext cx="37260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6420AC0-E9C3-E6CC-82C9-4F9604D233B5}"/>
                    </a:ext>
                  </a:extLst>
                </p14:cNvPr>
                <p14:cNvContentPartPr/>
                <p14:nvPr/>
              </p14:nvContentPartPr>
              <p14:xfrm>
                <a:off x="766368" y="727344"/>
                <a:ext cx="20160" cy="2725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6420AC0-E9C3-E6CC-82C9-4F9604D233B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57728" y="718344"/>
                  <a:ext cx="3780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E8F80D5C-B7F6-9574-2BB0-B1F1FF7DD0CA}"/>
                    </a:ext>
                  </a:extLst>
                </p14:cNvPr>
                <p14:cNvContentPartPr/>
                <p14:nvPr/>
              </p14:nvContentPartPr>
              <p14:xfrm>
                <a:off x="728928" y="865584"/>
                <a:ext cx="88200" cy="302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E8F80D5C-B7F6-9574-2BB0-B1F1FF7DD0C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19928" y="856944"/>
                  <a:ext cx="1058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D29FAF04-CE29-2E5E-D2AE-E16EAEDFDF02}"/>
                    </a:ext>
                  </a:extLst>
                </p14:cNvPr>
                <p14:cNvContentPartPr/>
                <p14:nvPr/>
              </p14:nvContentPartPr>
              <p14:xfrm>
                <a:off x="868248" y="866304"/>
                <a:ext cx="43920" cy="655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D29FAF04-CE29-2E5E-D2AE-E16EAEDFDF0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859248" y="857304"/>
                  <a:ext cx="615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2AE0867D-AB2B-F278-77D8-DDA7034679CE}"/>
                    </a:ext>
                  </a:extLst>
                </p14:cNvPr>
                <p14:cNvContentPartPr/>
                <p14:nvPr/>
              </p14:nvContentPartPr>
              <p14:xfrm>
                <a:off x="991008" y="734544"/>
                <a:ext cx="452520" cy="3974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2AE0867D-AB2B-F278-77D8-DDA7034679C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82008" y="725904"/>
                  <a:ext cx="470160" cy="41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EE1979EC-A06A-D019-1993-11B0D9A668F7}"/>
                    </a:ext>
                  </a:extLst>
                </p14:cNvPr>
                <p14:cNvContentPartPr/>
                <p14:nvPr/>
              </p14:nvContentPartPr>
              <p14:xfrm>
                <a:off x="1493928" y="728064"/>
                <a:ext cx="144360" cy="1180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EE1979EC-A06A-D019-1993-11B0D9A668F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485288" y="719424"/>
                  <a:ext cx="162000" cy="135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DA1A1A4-B021-87F9-A5FD-1004EF40DE54}"/>
                  </a:ext>
                </a:extLst>
              </p14:cNvPr>
              <p14:cNvContentPartPr/>
              <p14:nvPr/>
            </p14:nvContentPartPr>
            <p14:xfrm>
              <a:off x="2180808" y="656784"/>
              <a:ext cx="364680" cy="4158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DA1A1A4-B021-87F9-A5FD-1004EF40DE5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2168" y="647784"/>
                <a:ext cx="382320" cy="43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44" name="Group 43">
            <a:extLst>
              <a:ext uri="{FF2B5EF4-FFF2-40B4-BE49-F238E27FC236}">
                <a16:creationId xmlns:a16="http://schemas.microsoft.com/office/drawing/2014/main" id="{86E5F8A0-97AC-A59A-7509-DD017B78D032}"/>
              </a:ext>
            </a:extLst>
          </p:cNvPr>
          <p:cNvGrpSpPr/>
          <p:nvPr/>
        </p:nvGrpSpPr>
        <p:grpSpPr>
          <a:xfrm>
            <a:off x="2915928" y="518544"/>
            <a:ext cx="387360" cy="384120"/>
            <a:chOff x="2915928" y="518544"/>
            <a:chExt cx="387360" cy="38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9C1B07A-3C0A-51C0-46DF-B153BD26E943}"/>
                    </a:ext>
                  </a:extLst>
                </p14:cNvPr>
                <p14:cNvContentPartPr/>
                <p14:nvPr/>
              </p14:nvContentPartPr>
              <p14:xfrm>
                <a:off x="2915928" y="603504"/>
                <a:ext cx="18720" cy="29916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9C1B07A-3C0A-51C0-46DF-B153BD26E94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907288" y="594504"/>
                  <a:ext cx="3636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DA05BB41-F054-A543-4790-6DDAA4603961}"/>
                    </a:ext>
                  </a:extLst>
                </p14:cNvPr>
                <p14:cNvContentPartPr/>
                <p14:nvPr/>
              </p14:nvContentPartPr>
              <p14:xfrm>
                <a:off x="2972808" y="518544"/>
                <a:ext cx="330480" cy="310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DA05BB41-F054-A543-4790-6DDAA460396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963808" y="509544"/>
                  <a:ext cx="348120" cy="32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5CAA9AC-03AB-BDDF-0FAB-A0BB5A12C3A7}"/>
              </a:ext>
            </a:extLst>
          </p:cNvPr>
          <p:cNvGrpSpPr/>
          <p:nvPr/>
        </p:nvGrpSpPr>
        <p:grpSpPr>
          <a:xfrm>
            <a:off x="3811248" y="595584"/>
            <a:ext cx="1580040" cy="239400"/>
            <a:chOff x="3811248" y="595584"/>
            <a:chExt cx="1580040" cy="23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82E4F1E9-3A85-C700-D059-61207BE44F74}"/>
                    </a:ext>
                  </a:extLst>
                </p14:cNvPr>
                <p14:cNvContentPartPr/>
                <p14:nvPr/>
              </p14:nvContentPartPr>
              <p14:xfrm>
                <a:off x="3811248" y="695664"/>
                <a:ext cx="438480" cy="1393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82E4F1E9-3A85-C700-D059-61207BE44F7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802248" y="687024"/>
                  <a:ext cx="4561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9ABE0361-E2CF-2CCB-44FA-185C2F5BF847}"/>
                    </a:ext>
                  </a:extLst>
                </p14:cNvPr>
                <p14:cNvContentPartPr/>
                <p14:nvPr/>
              </p14:nvContentPartPr>
              <p14:xfrm>
                <a:off x="4300128" y="738144"/>
                <a:ext cx="112320" cy="964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9ABE0361-E2CF-2CCB-44FA-185C2F5BF84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291128" y="729504"/>
                  <a:ext cx="1299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D032E0C9-F955-1451-CEBE-EF1A9A82B081}"/>
                    </a:ext>
                  </a:extLst>
                </p14:cNvPr>
                <p14:cNvContentPartPr/>
                <p14:nvPr/>
              </p14:nvContentPartPr>
              <p14:xfrm>
                <a:off x="4490568" y="772344"/>
                <a:ext cx="48600" cy="568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D032E0C9-F955-1451-CEBE-EF1A9A82B08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481928" y="763704"/>
                  <a:ext cx="6624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1AE817E0-EB36-D58A-1282-7C183D6D3451}"/>
                    </a:ext>
                  </a:extLst>
                </p14:cNvPr>
                <p14:cNvContentPartPr/>
                <p14:nvPr/>
              </p14:nvContentPartPr>
              <p14:xfrm>
                <a:off x="4662648" y="773424"/>
                <a:ext cx="86760" cy="475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1AE817E0-EB36-D58A-1282-7C183D6D345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653648" y="764784"/>
                  <a:ext cx="10440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C93CA444-AB81-022C-D11F-E925142AADF4}"/>
                    </a:ext>
                  </a:extLst>
                </p14:cNvPr>
                <p14:cNvContentPartPr/>
                <p14:nvPr/>
              </p14:nvContentPartPr>
              <p14:xfrm>
                <a:off x="4774248" y="736704"/>
                <a:ext cx="5760" cy="28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C93CA444-AB81-022C-D11F-E925142AADF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765248" y="728064"/>
                  <a:ext cx="234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94999ABB-7E5D-7F03-6225-652D03A8CB74}"/>
                    </a:ext>
                  </a:extLst>
                </p14:cNvPr>
                <p14:cNvContentPartPr/>
                <p14:nvPr/>
              </p14:nvContentPartPr>
              <p14:xfrm>
                <a:off x="4886568" y="595584"/>
                <a:ext cx="231840" cy="2131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94999ABB-7E5D-7F03-6225-652D03A8CB7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877928" y="586584"/>
                  <a:ext cx="24948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243002D0-23D8-6258-7333-2F58AD7E931C}"/>
                    </a:ext>
                  </a:extLst>
                </p14:cNvPr>
                <p14:cNvContentPartPr/>
                <p14:nvPr/>
              </p14:nvContentPartPr>
              <p14:xfrm>
                <a:off x="5167368" y="733104"/>
                <a:ext cx="7920" cy="241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243002D0-23D8-6258-7333-2F58AD7E931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158368" y="724464"/>
                  <a:ext cx="255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9C8F6969-F48A-39FB-3721-24E1FB069491}"/>
                    </a:ext>
                  </a:extLst>
                </p14:cNvPr>
                <p14:cNvContentPartPr/>
                <p14:nvPr/>
              </p14:nvContentPartPr>
              <p14:xfrm>
                <a:off x="5237928" y="729144"/>
                <a:ext cx="153360" cy="612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9C8F6969-F48A-39FB-3721-24E1FB06949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229288" y="720504"/>
                  <a:ext cx="17100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A9979E22-C189-82C8-1A50-3087A54C0166}"/>
                    </a:ext>
                  </a:extLst>
                </p14:cNvPr>
                <p14:cNvContentPartPr/>
                <p14:nvPr/>
              </p14:nvContentPartPr>
              <p14:xfrm>
                <a:off x="5353848" y="655704"/>
                <a:ext cx="5040" cy="216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A9979E22-C189-82C8-1A50-3087A54C016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344848" y="646704"/>
                  <a:ext cx="22680" cy="39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9130DD3-05E7-DDC0-4B5E-845FA13E4C74}"/>
                  </a:ext>
                </a:extLst>
              </p14:cNvPr>
              <p14:cNvContentPartPr/>
              <p14:nvPr/>
            </p14:nvContentPartPr>
            <p14:xfrm>
              <a:off x="5832288" y="661824"/>
              <a:ext cx="130680" cy="1933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9130DD3-05E7-DDC0-4B5E-845FA13E4C7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23288" y="652824"/>
                <a:ext cx="1483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C51083C6-9490-E5F0-0612-D5ACFD405D51}"/>
                  </a:ext>
                </a:extLst>
              </p14:cNvPr>
              <p14:cNvContentPartPr/>
              <p14:nvPr/>
            </p14:nvContentPartPr>
            <p14:xfrm>
              <a:off x="6040728" y="635904"/>
              <a:ext cx="245880" cy="1803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C51083C6-9490-E5F0-0612-D5ACFD405D5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031728" y="626904"/>
                <a:ext cx="263520" cy="19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26120428-29C0-B0BA-6905-F879EDB6F759}"/>
                  </a:ext>
                </a:extLst>
              </p14:cNvPr>
              <p14:cNvContentPartPr/>
              <p14:nvPr/>
            </p14:nvContentPartPr>
            <p14:xfrm>
              <a:off x="6262488" y="743184"/>
              <a:ext cx="104040" cy="190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26120428-29C0-B0BA-6905-F879EDB6F75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253848" y="734544"/>
                <a:ext cx="12168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80BC2E1-1686-1A95-667B-0D9C74FFEFED}"/>
                  </a:ext>
                </a:extLst>
              </p14:cNvPr>
              <p14:cNvContentPartPr/>
              <p14:nvPr/>
            </p14:nvContentPartPr>
            <p14:xfrm>
              <a:off x="6391008" y="713664"/>
              <a:ext cx="144360" cy="68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80BC2E1-1686-1A95-667B-0D9C74FFEFE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382008" y="705024"/>
                <a:ext cx="162000" cy="8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979988-6752-1048-E578-1122D7B9814A}"/>
                  </a:ext>
                </a:extLst>
              </p14:cNvPr>
              <p14:cNvContentPartPr/>
              <p14:nvPr/>
            </p14:nvContentPartPr>
            <p14:xfrm>
              <a:off x="6592968" y="717984"/>
              <a:ext cx="378000" cy="57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979988-6752-1048-E578-1122D7B9814A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584328" y="709344"/>
                <a:ext cx="39564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7AE9B938-1060-F2CD-4AF0-3B9973A7FDA9}"/>
                  </a:ext>
                </a:extLst>
              </p14:cNvPr>
              <p14:cNvContentPartPr/>
              <p14:nvPr/>
            </p14:nvContentPartPr>
            <p14:xfrm>
              <a:off x="7378488" y="569664"/>
              <a:ext cx="17640" cy="189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7AE9B938-1060-F2CD-4AF0-3B9973A7FDA9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369848" y="561024"/>
                <a:ext cx="3528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382A9CF-B0FD-A78E-DD88-2DDB6036CAD7}"/>
                  </a:ext>
                </a:extLst>
              </p14:cNvPr>
              <p14:cNvContentPartPr/>
              <p14:nvPr/>
            </p14:nvContentPartPr>
            <p14:xfrm>
              <a:off x="7201368" y="649584"/>
              <a:ext cx="703440" cy="71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382A9CF-B0FD-A78E-DD88-2DDB6036CAD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92368" y="640584"/>
                <a:ext cx="7210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3F4709AC-48EF-BA58-6C5D-061AC2DE447F}"/>
                  </a:ext>
                </a:extLst>
              </p14:cNvPr>
              <p14:cNvContentPartPr/>
              <p14:nvPr/>
            </p14:nvContentPartPr>
            <p14:xfrm>
              <a:off x="8148888" y="658224"/>
              <a:ext cx="382320" cy="856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3F4709AC-48EF-BA58-6C5D-061AC2DE447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140248" y="649224"/>
                <a:ext cx="3999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8796C44F-2986-9847-F8E2-2D121F218A38}"/>
                  </a:ext>
                </a:extLst>
              </p14:cNvPr>
              <p14:cNvContentPartPr/>
              <p14:nvPr/>
            </p14:nvContentPartPr>
            <p14:xfrm>
              <a:off x="8609688" y="563904"/>
              <a:ext cx="340920" cy="1533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8796C44F-2986-9847-F8E2-2D121F218A3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601048" y="555264"/>
                <a:ext cx="3585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615FD8B-A1E9-93A1-4E61-F70932F797E5}"/>
                  </a:ext>
                </a:extLst>
              </p14:cNvPr>
              <p14:cNvContentPartPr/>
              <p14:nvPr/>
            </p14:nvContentPartPr>
            <p14:xfrm>
              <a:off x="8956368" y="668664"/>
              <a:ext cx="10080" cy="54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615FD8B-A1E9-93A1-4E61-F70932F797E5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8947368" y="659664"/>
                <a:ext cx="2772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E6C3F71-F98A-773D-30A4-6F42A970801F}"/>
                  </a:ext>
                </a:extLst>
              </p14:cNvPr>
              <p14:cNvContentPartPr/>
              <p14:nvPr/>
            </p14:nvContentPartPr>
            <p14:xfrm>
              <a:off x="9118728" y="680184"/>
              <a:ext cx="28080" cy="81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E6C3F71-F98A-773D-30A4-6F42A970801F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9109728" y="671544"/>
                <a:ext cx="45720" cy="9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73" name="Group 72">
            <a:extLst>
              <a:ext uri="{FF2B5EF4-FFF2-40B4-BE49-F238E27FC236}">
                <a16:creationId xmlns:a16="http://schemas.microsoft.com/office/drawing/2014/main" id="{A80C1EB8-29CD-1CFA-E08E-4B738A0FC32C}"/>
              </a:ext>
            </a:extLst>
          </p:cNvPr>
          <p:cNvGrpSpPr/>
          <p:nvPr/>
        </p:nvGrpSpPr>
        <p:grpSpPr>
          <a:xfrm>
            <a:off x="9362088" y="530784"/>
            <a:ext cx="2494800" cy="384120"/>
            <a:chOff x="9362088" y="530784"/>
            <a:chExt cx="2494800" cy="38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1B1A0203-3822-E5F0-3F14-91ECF419B4F1}"/>
                    </a:ext>
                  </a:extLst>
                </p14:cNvPr>
                <p14:cNvContentPartPr/>
                <p14:nvPr/>
              </p14:nvContentPartPr>
              <p14:xfrm>
                <a:off x="9362088" y="530784"/>
                <a:ext cx="168120" cy="3841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1B1A0203-3822-E5F0-3F14-91ECF419B4F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353088" y="522144"/>
                  <a:ext cx="18576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C749E7BA-ECFD-CDF2-28CA-B94E38A243B3}"/>
                    </a:ext>
                  </a:extLst>
                </p14:cNvPr>
                <p14:cNvContentPartPr/>
                <p14:nvPr/>
              </p14:nvContentPartPr>
              <p14:xfrm>
                <a:off x="9665928" y="609264"/>
                <a:ext cx="200160" cy="1389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C749E7BA-ECFD-CDF2-28CA-B94E38A243B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657288" y="600264"/>
                  <a:ext cx="21780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3A7407C9-99A8-9619-3A2A-7FEF24E2C665}"/>
                    </a:ext>
                  </a:extLst>
                </p14:cNvPr>
                <p14:cNvContentPartPr/>
                <p14:nvPr/>
              </p14:nvContentPartPr>
              <p14:xfrm>
                <a:off x="9961488" y="646344"/>
                <a:ext cx="59760" cy="842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3A7407C9-99A8-9619-3A2A-7FEF24E2C66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952488" y="637704"/>
                  <a:ext cx="774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653310BE-5E68-9CE2-01B3-92EA9BA90818}"/>
                    </a:ext>
                  </a:extLst>
                </p14:cNvPr>
                <p14:cNvContentPartPr/>
                <p14:nvPr/>
              </p14:nvContentPartPr>
              <p14:xfrm>
                <a:off x="10106208" y="647064"/>
                <a:ext cx="168840" cy="655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653310BE-5E68-9CE2-01B3-92EA9BA9081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097208" y="638064"/>
                  <a:ext cx="1864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B8B5B928-6338-CA4D-F4BE-5600ADA58738}"/>
                    </a:ext>
                  </a:extLst>
                </p14:cNvPr>
                <p14:cNvContentPartPr/>
                <p14:nvPr/>
              </p14:nvContentPartPr>
              <p14:xfrm>
                <a:off x="10336968" y="571104"/>
                <a:ext cx="88920" cy="1400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B8B5B928-6338-CA4D-F4BE-5600ADA5873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327968" y="562464"/>
                  <a:ext cx="1065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AB004323-292B-0295-85E5-36194B041780}"/>
                    </a:ext>
                  </a:extLst>
                </p14:cNvPr>
                <p14:cNvContentPartPr/>
                <p14:nvPr/>
              </p14:nvContentPartPr>
              <p14:xfrm>
                <a:off x="10544688" y="641304"/>
                <a:ext cx="90000" cy="889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AB004323-292B-0295-85E5-36194B04178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536048" y="632304"/>
                  <a:ext cx="10764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37925176-CBC2-2C4C-6C82-6DE22BC5EAE1}"/>
                    </a:ext>
                  </a:extLst>
                </p14:cNvPr>
                <p14:cNvContentPartPr/>
                <p14:nvPr/>
              </p14:nvContentPartPr>
              <p14:xfrm>
                <a:off x="10713528" y="745704"/>
                <a:ext cx="109080" cy="1047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37925176-CBC2-2C4C-6C82-6DE22BC5EAE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704888" y="737064"/>
                  <a:ext cx="1267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3BE07745-C38C-8BD0-81EA-A2AAEEFE5BD1}"/>
                    </a:ext>
                  </a:extLst>
                </p14:cNvPr>
                <p14:cNvContentPartPr/>
                <p14:nvPr/>
              </p14:nvContentPartPr>
              <p14:xfrm>
                <a:off x="10982448" y="720864"/>
                <a:ext cx="35280" cy="712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3BE07745-C38C-8BD0-81EA-A2AAEEFE5BD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973808" y="711864"/>
                  <a:ext cx="5292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5A36BFF-EEB1-03F4-9D4E-6FA53C93B3CD}"/>
                    </a:ext>
                  </a:extLst>
                </p14:cNvPr>
                <p14:cNvContentPartPr/>
                <p14:nvPr/>
              </p14:nvContentPartPr>
              <p14:xfrm>
                <a:off x="11027808" y="655344"/>
                <a:ext cx="29880" cy="180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5A36BFF-EEB1-03F4-9D4E-6FA53C93B3C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018808" y="646344"/>
                  <a:ext cx="475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2FB0BA51-21E7-93F2-10BD-AAE089D0FF00}"/>
                    </a:ext>
                  </a:extLst>
                </p14:cNvPr>
                <p14:cNvContentPartPr/>
                <p14:nvPr/>
              </p14:nvContentPartPr>
              <p14:xfrm>
                <a:off x="11139048" y="735624"/>
                <a:ext cx="68040" cy="190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2FB0BA51-21E7-93F2-10BD-AAE089D0FF0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130048" y="726984"/>
                  <a:ext cx="856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5D7C7B8B-A17F-A886-584B-CCD979727463}"/>
                    </a:ext>
                  </a:extLst>
                </p14:cNvPr>
                <p14:cNvContentPartPr/>
                <p14:nvPr/>
              </p14:nvContentPartPr>
              <p14:xfrm>
                <a:off x="11390328" y="662184"/>
                <a:ext cx="29880" cy="1710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5D7C7B8B-A17F-A886-584B-CCD97972746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381688" y="653184"/>
                  <a:ext cx="475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0EE97BB-75F9-A171-4343-4B9B5D2BE169}"/>
                    </a:ext>
                  </a:extLst>
                </p14:cNvPr>
                <p14:cNvContentPartPr/>
                <p14:nvPr/>
              </p14:nvContentPartPr>
              <p14:xfrm>
                <a:off x="11526408" y="553464"/>
                <a:ext cx="171360" cy="2480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0EE97BB-75F9-A171-4343-4B9B5D2BE16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1517768" y="544464"/>
                  <a:ext cx="18900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5D3B36BB-8DBB-F17D-0DD5-78621FB470FD}"/>
                    </a:ext>
                  </a:extLst>
                </p14:cNvPr>
                <p14:cNvContentPartPr/>
                <p14:nvPr/>
              </p14:nvContentPartPr>
              <p14:xfrm>
                <a:off x="11845728" y="805464"/>
                <a:ext cx="11160" cy="61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5D3B36BB-8DBB-F17D-0DD5-78621FB470F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837088" y="796464"/>
                  <a:ext cx="28800" cy="2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431089C3-0BEC-B0C0-D411-8C7482326836}"/>
              </a:ext>
            </a:extLst>
          </p:cNvPr>
          <p:cNvGrpSpPr/>
          <p:nvPr/>
        </p:nvGrpSpPr>
        <p:grpSpPr>
          <a:xfrm>
            <a:off x="495648" y="1340424"/>
            <a:ext cx="991080" cy="259200"/>
            <a:chOff x="495648" y="1340424"/>
            <a:chExt cx="991080" cy="25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6DDBBEC1-4215-F6EF-059A-04723E09ADB8}"/>
                    </a:ext>
                  </a:extLst>
                </p14:cNvPr>
                <p14:cNvContentPartPr/>
                <p14:nvPr/>
              </p14:nvContentPartPr>
              <p14:xfrm>
                <a:off x="495648" y="1340424"/>
                <a:ext cx="286560" cy="2592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6DDBBEC1-4215-F6EF-059A-04723E09ADB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87008" y="1331424"/>
                  <a:ext cx="30420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84825AB8-CC2B-40E1-0D24-A04BB0E3800E}"/>
                    </a:ext>
                  </a:extLst>
                </p14:cNvPr>
                <p14:cNvContentPartPr/>
                <p14:nvPr/>
              </p14:nvContentPartPr>
              <p14:xfrm>
                <a:off x="843048" y="1354464"/>
                <a:ext cx="462960" cy="1836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84825AB8-CC2B-40E1-0D24-A04BB0E3800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34048" y="1345824"/>
                  <a:ext cx="4806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1B35F92B-8FB6-B8EF-C6D6-E68215C3F914}"/>
                    </a:ext>
                  </a:extLst>
                </p14:cNvPr>
                <p14:cNvContentPartPr/>
                <p14:nvPr/>
              </p14:nvContentPartPr>
              <p14:xfrm>
                <a:off x="1363968" y="1360224"/>
                <a:ext cx="28800" cy="1746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1B35F92B-8FB6-B8EF-C6D6-E68215C3F91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354968" y="1351584"/>
                  <a:ext cx="464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EFCA93B0-A990-BB1C-8DFA-2B2438AA8BB4}"/>
                    </a:ext>
                  </a:extLst>
                </p14:cNvPr>
                <p14:cNvContentPartPr/>
                <p14:nvPr/>
              </p14:nvContentPartPr>
              <p14:xfrm>
                <a:off x="1097928" y="1445544"/>
                <a:ext cx="388800" cy="259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EFCA93B0-A990-BB1C-8DFA-2B2438AA8BB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89288" y="1436544"/>
                  <a:ext cx="406440" cy="43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7335489B-FB9D-D853-C737-5FD4C62ABD78}"/>
                  </a:ext>
                </a:extLst>
              </p14:cNvPr>
              <p14:cNvContentPartPr/>
              <p14:nvPr/>
            </p14:nvContentPartPr>
            <p14:xfrm>
              <a:off x="1801368" y="1320264"/>
              <a:ext cx="238680" cy="3171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7335489B-FB9D-D853-C737-5FD4C62ABD78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792368" y="1311624"/>
                <a:ext cx="256320" cy="33480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FF0BA5CB-1732-BD54-6885-E19848840BF2}"/>
              </a:ext>
            </a:extLst>
          </p:cNvPr>
          <p:cNvGrpSpPr/>
          <p:nvPr/>
        </p:nvGrpSpPr>
        <p:grpSpPr>
          <a:xfrm>
            <a:off x="2514168" y="1082664"/>
            <a:ext cx="1018800" cy="479160"/>
            <a:chOff x="2514168" y="1082664"/>
            <a:chExt cx="1018800" cy="47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3567CA1E-836F-674B-FDEA-B26BD4BB8DDC}"/>
                    </a:ext>
                  </a:extLst>
                </p14:cNvPr>
                <p14:cNvContentPartPr/>
                <p14:nvPr/>
              </p14:nvContentPartPr>
              <p14:xfrm>
                <a:off x="2514168" y="1272024"/>
                <a:ext cx="188280" cy="12708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3567CA1E-836F-674B-FDEA-B26BD4BB8DD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505168" y="1263384"/>
                  <a:ext cx="20592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AB94B1D0-C2E2-C9CA-3CEE-CBEA900C42A5}"/>
                    </a:ext>
                  </a:extLst>
                </p14:cNvPr>
                <p14:cNvContentPartPr/>
                <p14:nvPr/>
              </p14:nvContentPartPr>
              <p14:xfrm>
                <a:off x="2848968" y="1233144"/>
                <a:ext cx="132120" cy="153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AB94B1D0-C2E2-C9CA-3CEE-CBEA900C42A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839968" y="1224504"/>
                  <a:ext cx="1497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DB4EB754-4300-CCEE-5809-359365FCBD5C}"/>
                    </a:ext>
                  </a:extLst>
                </p14:cNvPr>
                <p14:cNvContentPartPr/>
                <p14:nvPr/>
              </p14:nvContentPartPr>
              <p14:xfrm>
                <a:off x="3085488" y="1220544"/>
                <a:ext cx="130320" cy="174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DB4EB754-4300-CCEE-5809-359365FCBD5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076488" y="1211904"/>
                  <a:ext cx="1479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540C2FBE-193B-BF11-37DD-BAEF9C5ABDF4}"/>
                    </a:ext>
                  </a:extLst>
                </p14:cNvPr>
                <p14:cNvContentPartPr/>
                <p14:nvPr/>
              </p14:nvContentPartPr>
              <p14:xfrm>
                <a:off x="3384648" y="1082664"/>
                <a:ext cx="148320" cy="4791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540C2FBE-193B-BF11-37DD-BAEF9C5ABDF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376008" y="1074024"/>
                  <a:ext cx="165960" cy="49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0B7A681B-A77D-B516-5439-A58F31D94189}"/>
              </a:ext>
            </a:extLst>
          </p:cNvPr>
          <p:cNvGrpSpPr/>
          <p:nvPr/>
        </p:nvGrpSpPr>
        <p:grpSpPr>
          <a:xfrm>
            <a:off x="3870288" y="1177704"/>
            <a:ext cx="418680" cy="237240"/>
            <a:chOff x="3870288" y="1177704"/>
            <a:chExt cx="418680" cy="23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91190573-83FB-E387-0C57-60D771380381}"/>
                    </a:ext>
                  </a:extLst>
                </p14:cNvPr>
                <p14:cNvContentPartPr/>
                <p14:nvPr/>
              </p14:nvContentPartPr>
              <p14:xfrm>
                <a:off x="3870288" y="1256184"/>
                <a:ext cx="418680" cy="1587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91190573-83FB-E387-0C57-60D77138038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861288" y="1247544"/>
                  <a:ext cx="4363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873CB399-02D0-82E2-A7D6-34063F26305A}"/>
                    </a:ext>
                  </a:extLst>
                </p14:cNvPr>
                <p14:cNvContentPartPr/>
                <p14:nvPr/>
              </p14:nvContentPartPr>
              <p14:xfrm>
                <a:off x="4062528" y="1177704"/>
                <a:ext cx="42120" cy="104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873CB399-02D0-82E2-A7D6-34063F26305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053888" y="1169064"/>
                  <a:ext cx="5976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E8DF17D9-3AEF-9DC0-CFFB-F8B3E231B53D}"/>
              </a:ext>
            </a:extLst>
          </p:cNvPr>
          <p:cNvGrpSpPr/>
          <p:nvPr/>
        </p:nvGrpSpPr>
        <p:grpSpPr>
          <a:xfrm>
            <a:off x="4841928" y="1094904"/>
            <a:ext cx="1840680" cy="355320"/>
            <a:chOff x="4841928" y="1094904"/>
            <a:chExt cx="1840680" cy="35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5AF36676-A11C-6935-3CC6-EEA03B996A50}"/>
                    </a:ext>
                  </a:extLst>
                </p14:cNvPr>
                <p14:cNvContentPartPr/>
                <p14:nvPr/>
              </p14:nvContentPartPr>
              <p14:xfrm>
                <a:off x="4841928" y="1156104"/>
                <a:ext cx="301320" cy="1494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5AF36676-A11C-6935-3CC6-EEA03B996A5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833288" y="1147464"/>
                  <a:ext cx="3189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E42118BC-9CE4-370E-0134-82AD0467844A}"/>
                    </a:ext>
                  </a:extLst>
                </p14:cNvPr>
                <p14:cNvContentPartPr/>
                <p14:nvPr/>
              </p14:nvContentPartPr>
              <p14:xfrm>
                <a:off x="5235408" y="1199304"/>
                <a:ext cx="393120" cy="2509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E42118BC-9CE4-370E-0134-82AD0467844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226408" y="1190304"/>
                  <a:ext cx="4107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04254B21-A7A7-1387-815D-3CB059B1E633}"/>
                    </a:ext>
                  </a:extLst>
                </p14:cNvPr>
                <p14:cNvContentPartPr/>
                <p14:nvPr/>
              </p14:nvContentPartPr>
              <p14:xfrm>
                <a:off x="5728968" y="1166184"/>
                <a:ext cx="369360" cy="666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04254B21-A7A7-1387-815D-3CB059B1E63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719968" y="1157184"/>
                  <a:ext cx="38700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9BC5F7B1-A8FE-E1A6-DDE9-1240840C734A}"/>
                    </a:ext>
                  </a:extLst>
                </p14:cNvPr>
                <p14:cNvContentPartPr/>
                <p14:nvPr/>
              </p14:nvContentPartPr>
              <p14:xfrm>
                <a:off x="6143688" y="1097064"/>
                <a:ext cx="6120" cy="331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9BC5F7B1-A8FE-E1A6-DDE9-1240840C734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135048" y="1088424"/>
                  <a:ext cx="237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62BB7BF-645C-0609-5F75-5DB7D34026F3}"/>
                    </a:ext>
                  </a:extLst>
                </p14:cNvPr>
                <p14:cNvContentPartPr/>
                <p14:nvPr/>
              </p14:nvContentPartPr>
              <p14:xfrm>
                <a:off x="6230088" y="1118304"/>
                <a:ext cx="130320" cy="1108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62BB7BF-645C-0609-5F75-5DB7D34026F3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6221448" y="1109664"/>
                  <a:ext cx="14796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2DF96F0B-1203-E208-D0B8-F8549C36D1FD}"/>
                    </a:ext>
                  </a:extLst>
                </p14:cNvPr>
                <p14:cNvContentPartPr/>
                <p14:nvPr/>
              </p14:nvContentPartPr>
              <p14:xfrm>
                <a:off x="6381288" y="1094904"/>
                <a:ext cx="19080" cy="316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2DF96F0B-1203-E208-D0B8-F8549C36D1FD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6372648" y="1086264"/>
                  <a:ext cx="367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E43751F-9C5E-EFF6-7C36-F4E7BD972023}"/>
                    </a:ext>
                  </a:extLst>
                </p14:cNvPr>
                <p14:cNvContentPartPr/>
                <p14:nvPr/>
              </p14:nvContentPartPr>
              <p14:xfrm>
                <a:off x="6450408" y="1126944"/>
                <a:ext cx="232200" cy="709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E43751F-9C5E-EFF6-7C36-F4E7BD972023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6441408" y="1118304"/>
                  <a:ext cx="249840" cy="8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32D7C41-7C0F-709D-7CDE-C31D930573CD}"/>
              </a:ext>
            </a:extLst>
          </p:cNvPr>
          <p:cNvGrpSpPr/>
          <p:nvPr/>
        </p:nvGrpSpPr>
        <p:grpSpPr>
          <a:xfrm>
            <a:off x="7067808" y="955584"/>
            <a:ext cx="365400" cy="324360"/>
            <a:chOff x="7067808" y="955584"/>
            <a:chExt cx="365400" cy="32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59A058B-9EB1-6968-9303-BF1F0F4AD4FB}"/>
                    </a:ext>
                  </a:extLst>
                </p14:cNvPr>
                <p14:cNvContentPartPr/>
                <p14:nvPr/>
              </p14:nvContentPartPr>
              <p14:xfrm>
                <a:off x="7067808" y="955584"/>
                <a:ext cx="359640" cy="3243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59A058B-9EB1-6968-9303-BF1F0F4AD4FB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7058808" y="946944"/>
                  <a:ext cx="37728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86AF34F-D5BE-31E1-8635-0A42E8E3D2CD}"/>
                    </a:ext>
                  </a:extLst>
                </p14:cNvPr>
                <p14:cNvContentPartPr/>
                <p14:nvPr/>
              </p14:nvContentPartPr>
              <p14:xfrm>
                <a:off x="7319088" y="1090944"/>
                <a:ext cx="114120" cy="154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86AF34F-D5BE-31E1-8635-0A42E8E3D2CD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7310088" y="1081944"/>
                  <a:ext cx="131760" cy="3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A14657A0-1BF5-BF7E-8F4C-4AFAC461D752}"/>
              </a:ext>
            </a:extLst>
          </p:cNvPr>
          <p:cNvGrpSpPr/>
          <p:nvPr/>
        </p:nvGrpSpPr>
        <p:grpSpPr>
          <a:xfrm>
            <a:off x="7865208" y="951624"/>
            <a:ext cx="834840" cy="267480"/>
            <a:chOff x="7865208" y="951624"/>
            <a:chExt cx="834840" cy="26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6168CCDC-38A6-A631-0EC1-7ABF430AC700}"/>
                    </a:ext>
                  </a:extLst>
                </p14:cNvPr>
                <p14:cNvContentPartPr/>
                <p14:nvPr/>
              </p14:nvContentPartPr>
              <p14:xfrm>
                <a:off x="7865208" y="951624"/>
                <a:ext cx="614160" cy="2674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6168CCDC-38A6-A631-0EC1-7ABF430AC700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7856208" y="942984"/>
                  <a:ext cx="63180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8EC6EB76-0F09-BC7A-B498-273AC6B6258D}"/>
                    </a:ext>
                  </a:extLst>
                </p14:cNvPr>
                <p14:cNvContentPartPr/>
                <p14:nvPr/>
              </p14:nvContentPartPr>
              <p14:xfrm>
                <a:off x="8382528" y="1029384"/>
                <a:ext cx="360" cy="3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8EC6EB76-0F09-BC7A-B498-273AC6B6258D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8373528" y="102038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79D0DB80-D718-AF0B-2CEB-0B6D27088E58}"/>
                    </a:ext>
                  </a:extLst>
                </p14:cNvPr>
                <p14:cNvContentPartPr/>
                <p14:nvPr/>
              </p14:nvContentPartPr>
              <p14:xfrm>
                <a:off x="8507448" y="1104264"/>
                <a:ext cx="192600" cy="651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79D0DB80-D718-AF0B-2CEB-0B6D27088E58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8498808" y="1095624"/>
                  <a:ext cx="21024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646EC81D-5198-EBCF-1B52-C75A903A5D3C}"/>
                    </a:ext>
                  </a:extLst>
                </p14:cNvPr>
                <p14:cNvContentPartPr/>
                <p14:nvPr/>
              </p14:nvContentPartPr>
              <p14:xfrm>
                <a:off x="7996608" y="1030464"/>
                <a:ext cx="78120" cy="115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646EC81D-5198-EBCF-1B52-C75A903A5D3C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7987968" y="1021824"/>
                  <a:ext cx="95760" cy="2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6714A3E0-4DBF-21C7-22DB-AA137A2F80AF}"/>
              </a:ext>
            </a:extLst>
          </p:cNvPr>
          <p:cNvGrpSpPr/>
          <p:nvPr/>
        </p:nvGrpSpPr>
        <p:grpSpPr>
          <a:xfrm>
            <a:off x="9224208" y="956304"/>
            <a:ext cx="1499400" cy="281160"/>
            <a:chOff x="9224208" y="956304"/>
            <a:chExt cx="1499400" cy="28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CFE82FF6-0579-16EA-C1F1-874BEBE4EBDD}"/>
                    </a:ext>
                  </a:extLst>
                </p14:cNvPr>
                <p14:cNvContentPartPr/>
                <p14:nvPr/>
              </p14:nvContentPartPr>
              <p14:xfrm>
                <a:off x="9224208" y="1132704"/>
                <a:ext cx="52920" cy="1047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CFE82FF6-0579-16EA-C1F1-874BEBE4EBDD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9215208" y="1124064"/>
                  <a:ext cx="7056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5A39CACF-DB5E-A978-FABB-79E9D4EA0DD1}"/>
                    </a:ext>
                  </a:extLst>
                </p14:cNvPr>
                <p14:cNvContentPartPr/>
                <p14:nvPr/>
              </p14:nvContentPartPr>
              <p14:xfrm>
                <a:off x="9291168" y="1029024"/>
                <a:ext cx="5040" cy="144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5A39CACF-DB5E-A978-FABB-79E9D4EA0DD1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9282528" y="1020024"/>
                  <a:ext cx="226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49625D84-3D40-1107-82C0-AF707A0B0271}"/>
                    </a:ext>
                  </a:extLst>
                </p14:cNvPr>
                <p14:cNvContentPartPr/>
                <p14:nvPr/>
              </p14:nvContentPartPr>
              <p14:xfrm>
                <a:off x="9390888" y="1147824"/>
                <a:ext cx="68040" cy="468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49625D84-3D40-1107-82C0-AF707A0B0271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9381888" y="1139184"/>
                  <a:ext cx="8568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2A354FB7-C313-9CC3-B560-8A92AA156447}"/>
                    </a:ext>
                  </a:extLst>
                </p14:cNvPr>
                <p14:cNvContentPartPr/>
                <p14:nvPr/>
              </p14:nvContentPartPr>
              <p14:xfrm>
                <a:off x="9579528" y="982224"/>
                <a:ext cx="143280" cy="2116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2A354FB7-C313-9CC3-B560-8A92AA156447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9570888" y="973224"/>
                  <a:ext cx="1609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3249D533-6BC8-6B3F-F164-4FAC2FFD70C4}"/>
                    </a:ext>
                  </a:extLst>
                </p14:cNvPr>
                <p14:cNvContentPartPr/>
                <p14:nvPr/>
              </p14:nvContentPartPr>
              <p14:xfrm>
                <a:off x="9742968" y="1059624"/>
                <a:ext cx="1440" cy="18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3249D533-6BC8-6B3F-F164-4FAC2FFD70C4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9733968" y="1050984"/>
                  <a:ext cx="19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9E8B6107-8DFB-D5D5-853B-B8D434368D29}"/>
                    </a:ext>
                  </a:extLst>
                </p14:cNvPr>
                <p14:cNvContentPartPr/>
                <p14:nvPr/>
              </p14:nvContentPartPr>
              <p14:xfrm>
                <a:off x="9803088" y="1117584"/>
                <a:ext cx="50400" cy="644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9E8B6107-8DFB-D5D5-853B-B8D434368D29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9794088" y="1108944"/>
                  <a:ext cx="6804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FE00F054-1EA1-0C5F-CC0F-1ABF60468679}"/>
                    </a:ext>
                  </a:extLst>
                </p14:cNvPr>
                <p14:cNvContentPartPr/>
                <p14:nvPr/>
              </p14:nvContentPartPr>
              <p14:xfrm>
                <a:off x="9915048" y="1007784"/>
                <a:ext cx="54360" cy="1731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FE00F054-1EA1-0C5F-CC0F-1ABF60468679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906048" y="998784"/>
                  <a:ext cx="720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87D50339-4ACE-B5F8-9EAD-79B0893F2ED4}"/>
                    </a:ext>
                  </a:extLst>
                </p14:cNvPr>
                <p14:cNvContentPartPr/>
                <p14:nvPr/>
              </p14:nvContentPartPr>
              <p14:xfrm>
                <a:off x="9993528" y="974664"/>
                <a:ext cx="131400" cy="1976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87D50339-4ACE-B5F8-9EAD-79B0893F2ED4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9984888" y="966024"/>
                  <a:ext cx="1490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E7E5E910-E4CA-783C-D878-2D84D4E31110}"/>
                    </a:ext>
                  </a:extLst>
                </p14:cNvPr>
                <p14:cNvContentPartPr/>
                <p14:nvPr/>
              </p14:nvContentPartPr>
              <p14:xfrm>
                <a:off x="10239768" y="956304"/>
                <a:ext cx="483840" cy="2419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E7E5E910-E4CA-783C-D878-2D84D4E31110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10230768" y="947664"/>
                  <a:ext cx="501480" cy="25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7EA2B130-AD43-E4A5-89AA-DAA3B312F36C}"/>
              </a:ext>
            </a:extLst>
          </p:cNvPr>
          <p:cNvGrpSpPr/>
          <p:nvPr/>
        </p:nvGrpSpPr>
        <p:grpSpPr>
          <a:xfrm>
            <a:off x="892368" y="1740744"/>
            <a:ext cx="1849320" cy="304200"/>
            <a:chOff x="892368" y="1740744"/>
            <a:chExt cx="1849320" cy="30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24BA7E5-00F6-56D5-A7FC-D5E33D0E3951}"/>
                    </a:ext>
                  </a:extLst>
                </p14:cNvPr>
                <p14:cNvContentPartPr/>
                <p14:nvPr/>
              </p14:nvContentPartPr>
              <p14:xfrm>
                <a:off x="892368" y="1880784"/>
                <a:ext cx="132840" cy="1641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24BA7E5-00F6-56D5-A7FC-D5E33D0E3951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883368" y="1871784"/>
                  <a:ext cx="15048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996EF979-C69B-2C4A-1F1E-433775EB1D82}"/>
                    </a:ext>
                  </a:extLst>
                </p14:cNvPr>
                <p14:cNvContentPartPr/>
                <p14:nvPr/>
              </p14:nvContentPartPr>
              <p14:xfrm>
                <a:off x="1127088" y="1895904"/>
                <a:ext cx="81000" cy="1022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996EF979-C69B-2C4A-1F1E-433775EB1D82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118088" y="1886904"/>
                  <a:ext cx="9864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AF03812C-056C-0563-B703-A100BBD2BDB4}"/>
                    </a:ext>
                  </a:extLst>
                </p14:cNvPr>
                <p14:cNvContentPartPr/>
                <p14:nvPr/>
              </p14:nvContentPartPr>
              <p14:xfrm>
                <a:off x="1278648" y="1883664"/>
                <a:ext cx="441360" cy="1126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AF03812C-056C-0563-B703-A100BBD2BDB4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269648" y="1875024"/>
                  <a:ext cx="45900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DD29A620-A06F-4CFE-6D57-745F5B4EFF31}"/>
                    </a:ext>
                  </a:extLst>
                </p14:cNvPr>
                <p14:cNvContentPartPr/>
                <p14:nvPr/>
              </p14:nvContentPartPr>
              <p14:xfrm>
                <a:off x="1734408" y="1820304"/>
                <a:ext cx="509400" cy="1202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DD29A620-A06F-4CFE-6D57-745F5B4EFF31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725768" y="1811304"/>
                  <a:ext cx="52704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3168B097-A909-C4BA-90A1-B284C3FD8542}"/>
                    </a:ext>
                  </a:extLst>
                </p14:cNvPr>
                <p14:cNvContentPartPr/>
                <p14:nvPr/>
              </p14:nvContentPartPr>
              <p14:xfrm>
                <a:off x="2343168" y="1801944"/>
                <a:ext cx="101160" cy="223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3168B097-A909-C4BA-90A1-B284C3FD8542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2334528" y="1793304"/>
                  <a:ext cx="11880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2D28CE59-7421-A49E-2BFE-CD69F777CC68}"/>
                    </a:ext>
                  </a:extLst>
                </p14:cNvPr>
                <p14:cNvContentPartPr/>
                <p14:nvPr/>
              </p14:nvContentPartPr>
              <p14:xfrm>
                <a:off x="2576808" y="1740744"/>
                <a:ext cx="65160" cy="1206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2D28CE59-7421-A49E-2BFE-CD69F777CC68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2567808" y="1732104"/>
                  <a:ext cx="828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7F6FB91C-F728-6D72-7795-358873E323E8}"/>
                    </a:ext>
                  </a:extLst>
                </p14:cNvPr>
                <p14:cNvContentPartPr/>
                <p14:nvPr/>
              </p14:nvContentPartPr>
              <p14:xfrm>
                <a:off x="2726208" y="1848384"/>
                <a:ext cx="15480" cy="43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7F6FB91C-F728-6D72-7795-358873E323E8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2717568" y="1839744"/>
                  <a:ext cx="331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E461D2E6-0B8F-A470-C8D2-05776A61534B}"/>
              </a:ext>
            </a:extLst>
          </p:cNvPr>
          <p:cNvGrpSpPr/>
          <p:nvPr/>
        </p:nvGrpSpPr>
        <p:grpSpPr>
          <a:xfrm>
            <a:off x="1600128" y="2128824"/>
            <a:ext cx="736560" cy="294840"/>
            <a:chOff x="1600128" y="2128824"/>
            <a:chExt cx="736560" cy="29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5D99864B-0605-6C7C-6CA9-15E7CF70A91B}"/>
                    </a:ext>
                  </a:extLst>
                </p14:cNvPr>
                <p14:cNvContentPartPr/>
                <p14:nvPr/>
              </p14:nvContentPartPr>
              <p14:xfrm>
                <a:off x="1600128" y="2152224"/>
                <a:ext cx="137880" cy="26748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5D99864B-0605-6C7C-6CA9-15E7CF70A91B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1591128" y="2143224"/>
                  <a:ext cx="1555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272F363C-8BBB-4696-46A9-A29EE303FA6A}"/>
                    </a:ext>
                  </a:extLst>
                </p14:cNvPr>
                <p14:cNvContentPartPr/>
                <p14:nvPr/>
              </p14:nvContentPartPr>
              <p14:xfrm>
                <a:off x="1820448" y="2128824"/>
                <a:ext cx="54360" cy="294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272F363C-8BBB-4696-46A9-A29EE303FA6A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1811448" y="2120184"/>
                  <a:ext cx="7200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B93094EA-044F-0278-1344-BC6DA3DA2BDD}"/>
                    </a:ext>
                  </a:extLst>
                </p14:cNvPr>
                <p14:cNvContentPartPr/>
                <p14:nvPr/>
              </p14:nvContentPartPr>
              <p14:xfrm>
                <a:off x="1826568" y="2341224"/>
                <a:ext cx="167760" cy="288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B93094EA-044F-0278-1344-BC6DA3DA2BDD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817928" y="2332224"/>
                  <a:ext cx="1854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D6405963-C657-132E-84C2-FA30E630FBBD}"/>
                    </a:ext>
                  </a:extLst>
                </p14:cNvPr>
                <p14:cNvContentPartPr/>
                <p14:nvPr/>
              </p14:nvContentPartPr>
              <p14:xfrm>
                <a:off x="2187648" y="2313864"/>
                <a:ext cx="149040" cy="511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D6405963-C657-132E-84C2-FA30E630FBBD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2179008" y="2304864"/>
                  <a:ext cx="16668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0115812A-8897-AFD1-F227-DFB53C5F6091}"/>
                    </a:ext>
                  </a:extLst>
                </p14:cNvPr>
                <p14:cNvContentPartPr/>
                <p14:nvPr/>
              </p14:nvContentPartPr>
              <p14:xfrm>
                <a:off x="2200608" y="2235384"/>
                <a:ext cx="20880" cy="208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0115812A-8897-AFD1-F227-DFB53C5F6091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2191968" y="2226744"/>
                  <a:ext cx="3852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6A988B9-A482-5E8D-D976-3D595D9CE444}"/>
              </a:ext>
            </a:extLst>
          </p:cNvPr>
          <p:cNvGrpSpPr/>
          <p:nvPr/>
        </p:nvGrpSpPr>
        <p:grpSpPr>
          <a:xfrm>
            <a:off x="2850408" y="2023344"/>
            <a:ext cx="712080" cy="541800"/>
            <a:chOff x="2850408" y="2023344"/>
            <a:chExt cx="712080" cy="54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AD6D6C17-35CA-61FC-8774-E50F54A2856E}"/>
                    </a:ext>
                  </a:extLst>
                </p14:cNvPr>
                <p14:cNvContentPartPr/>
                <p14:nvPr/>
              </p14:nvContentPartPr>
              <p14:xfrm>
                <a:off x="2850408" y="2023344"/>
                <a:ext cx="698400" cy="5418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AD6D6C17-35CA-61FC-8774-E50F54A2856E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2841768" y="2014344"/>
                  <a:ext cx="716040" cy="55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153DF88-FF8E-1337-0456-9325C671A568}"/>
                    </a:ext>
                  </a:extLst>
                </p14:cNvPr>
                <p14:cNvContentPartPr/>
                <p14:nvPr/>
              </p14:nvContentPartPr>
              <p14:xfrm>
                <a:off x="3509208" y="2125944"/>
                <a:ext cx="53280" cy="252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153DF88-FF8E-1337-0456-9325C671A568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3500208" y="2117304"/>
                  <a:ext cx="7092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03F85C16-C582-FCD1-56FE-C1613FE84684}"/>
              </a:ext>
            </a:extLst>
          </p:cNvPr>
          <p:cNvGrpSpPr/>
          <p:nvPr/>
        </p:nvGrpSpPr>
        <p:grpSpPr>
          <a:xfrm>
            <a:off x="3973608" y="2094264"/>
            <a:ext cx="525960" cy="173520"/>
            <a:chOff x="3973608" y="2094264"/>
            <a:chExt cx="525960" cy="17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93191DE2-E90C-F1BE-B4A9-C86156CF6A89}"/>
                    </a:ext>
                  </a:extLst>
                </p14:cNvPr>
                <p14:cNvContentPartPr/>
                <p14:nvPr/>
              </p14:nvContentPartPr>
              <p14:xfrm>
                <a:off x="3973608" y="2152584"/>
                <a:ext cx="272520" cy="1152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93191DE2-E90C-F1BE-B4A9-C86156CF6A89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3964608" y="2143584"/>
                  <a:ext cx="29016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A133489E-0CE3-AF07-CC0C-D5E06385DF81}"/>
                    </a:ext>
                  </a:extLst>
                </p14:cNvPr>
                <p14:cNvContentPartPr/>
                <p14:nvPr/>
              </p14:nvContentPartPr>
              <p14:xfrm>
                <a:off x="4367808" y="2094264"/>
                <a:ext cx="131760" cy="1310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A133489E-0CE3-AF07-CC0C-D5E06385DF81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4359168" y="2085624"/>
                  <a:ext cx="149400" cy="14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F3373174-6B32-BDFC-EC0B-A7AFD27CFBA0}"/>
              </a:ext>
            </a:extLst>
          </p:cNvPr>
          <p:cNvGrpSpPr/>
          <p:nvPr/>
        </p:nvGrpSpPr>
        <p:grpSpPr>
          <a:xfrm>
            <a:off x="4892328" y="2013984"/>
            <a:ext cx="267120" cy="220680"/>
            <a:chOff x="4892328" y="2013984"/>
            <a:chExt cx="267120" cy="22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06211D26-0A5C-43AE-F685-F540F4C8387A}"/>
                    </a:ext>
                  </a:extLst>
                </p14:cNvPr>
                <p14:cNvContentPartPr/>
                <p14:nvPr/>
              </p14:nvContentPartPr>
              <p14:xfrm>
                <a:off x="4964328" y="2013984"/>
                <a:ext cx="30600" cy="2206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06211D26-0A5C-43AE-F685-F540F4C8387A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4955688" y="2004984"/>
                  <a:ext cx="4824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6CD7DFCA-73CA-1774-FDA2-D46C385D7060}"/>
                    </a:ext>
                  </a:extLst>
                </p14:cNvPr>
                <p14:cNvContentPartPr/>
                <p14:nvPr/>
              </p14:nvContentPartPr>
              <p14:xfrm>
                <a:off x="4892328" y="2112264"/>
                <a:ext cx="267120" cy="601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6CD7DFCA-73CA-1774-FDA2-D46C385D706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4883688" y="2103624"/>
                  <a:ext cx="284760" cy="7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BAEC37FD-D80A-CB9B-3EA5-0E3FF6555865}"/>
              </a:ext>
            </a:extLst>
          </p:cNvPr>
          <p:cNvGrpSpPr/>
          <p:nvPr/>
        </p:nvGrpSpPr>
        <p:grpSpPr>
          <a:xfrm>
            <a:off x="5536368" y="1948104"/>
            <a:ext cx="1143360" cy="199800"/>
            <a:chOff x="5536368" y="1948104"/>
            <a:chExt cx="1143360" cy="19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B0601BA8-6498-689A-87A5-C0C6E4DA24C7}"/>
                    </a:ext>
                  </a:extLst>
                </p14:cNvPr>
                <p14:cNvContentPartPr/>
                <p14:nvPr/>
              </p14:nvContentPartPr>
              <p14:xfrm>
                <a:off x="5536368" y="1948104"/>
                <a:ext cx="227880" cy="1998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B0601BA8-6498-689A-87A5-C0C6E4DA24C7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5527368" y="1939464"/>
                  <a:ext cx="24552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C43DA5A-BA40-BD8B-BF0A-A5B92DD96A4B}"/>
                    </a:ext>
                  </a:extLst>
                </p14:cNvPr>
                <p14:cNvContentPartPr/>
                <p14:nvPr/>
              </p14:nvContentPartPr>
              <p14:xfrm>
                <a:off x="5790168" y="2035224"/>
                <a:ext cx="13680" cy="367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C43DA5A-BA40-BD8B-BF0A-A5B92DD96A4B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5781528" y="2026584"/>
                  <a:ext cx="313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B27E5154-0F93-7061-68ED-502106076306}"/>
                    </a:ext>
                  </a:extLst>
                </p14:cNvPr>
                <p14:cNvContentPartPr/>
                <p14:nvPr/>
              </p14:nvContentPartPr>
              <p14:xfrm>
                <a:off x="5828328" y="2052864"/>
                <a:ext cx="93240" cy="871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B27E5154-0F93-7061-68ED-502106076306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5819688" y="2044224"/>
                  <a:ext cx="11088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D71F1309-B2CE-7C0C-9421-EDB5837FA157}"/>
                    </a:ext>
                  </a:extLst>
                </p14:cNvPr>
                <p14:cNvContentPartPr/>
                <p14:nvPr/>
              </p14:nvContentPartPr>
              <p14:xfrm>
                <a:off x="6012288" y="2065464"/>
                <a:ext cx="247680" cy="817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D71F1309-B2CE-7C0C-9421-EDB5837FA157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6003648" y="2056824"/>
                  <a:ext cx="26532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5115E36C-4942-0D06-2469-4EAF65351057}"/>
                    </a:ext>
                  </a:extLst>
                </p14:cNvPr>
                <p14:cNvContentPartPr/>
                <p14:nvPr/>
              </p14:nvContentPartPr>
              <p14:xfrm>
                <a:off x="6321888" y="2061864"/>
                <a:ext cx="85320" cy="504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5115E36C-4942-0D06-2469-4EAF65351057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6312888" y="2052864"/>
                  <a:ext cx="10296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2137CC7A-4160-97EE-F83D-6C39629704BB}"/>
                    </a:ext>
                  </a:extLst>
                </p14:cNvPr>
                <p14:cNvContentPartPr/>
                <p14:nvPr/>
              </p14:nvContentPartPr>
              <p14:xfrm>
                <a:off x="6474528" y="2046384"/>
                <a:ext cx="205200" cy="597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2137CC7A-4160-97EE-F83D-6C39629704BB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6465888" y="2037744"/>
                  <a:ext cx="222840" cy="7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62818FA7-BAE5-6EF2-F874-29321FDD9D00}"/>
              </a:ext>
            </a:extLst>
          </p:cNvPr>
          <p:cNvGrpSpPr/>
          <p:nvPr/>
        </p:nvGrpSpPr>
        <p:grpSpPr>
          <a:xfrm>
            <a:off x="7091208" y="1743264"/>
            <a:ext cx="1521000" cy="379080"/>
            <a:chOff x="7091208" y="1743264"/>
            <a:chExt cx="1521000" cy="37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9DC70BA9-FCEB-2FE9-6318-93229E84B1BC}"/>
                    </a:ext>
                  </a:extLst>
                </p14:cNvPr>
                <p14:cNvContentPartPr/>
                <p14:nvPr/>
              </p14:nvContentPartPr>
              <p14:xfrm>
                <a:off x="7091208" y="1952424"/>
                <a:ext cx="815760" cy="1630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9DC70BA9-FCEB-2FE9-6318-93229E84B1BC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7082568" y="1943424"/>
                  <a:ext cx="83340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43A55F11-BFF4-2D14-37D0-B84A156D7977}"/>
                    </a:ext>
                  </a:extLst>
                </p14:cNvPr>
                <p14:cNvContentPartPr/>
                <p14:nvPr/>
              </p14:nvContentPartPr>
              <p14:xfrm>
                <a:off x="7973568" y="1948824"/>
                <a:ext cx="9360" cy="4572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43A55F11-BFF4-2D14-37D0-B84A156D7977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7964928" y="1939824"/>
                  <a:ext cx="2700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25968967-221E-26D8-8490-FF863302EA0E}"/>
                    </a:ext>
                  </a:extLst>
                </p14:cNvPr>
                <p14:cNvContentPartPr/>
                <p14:nvPr/>
              </p14:nvContentPartPr>
              <p14:xfrm>
                <a:off x="7988688" y="1867824"/>
                <a:ext cx="3600" cy="18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25968967-221E-26D8-8490-FF863302EA0E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7980048" y="1858824"/>
                  <a:ext cx="212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8A84607-9192-2ED9-05F3-852F48CE2290}"/>
                    </a:ext>
                  </a:extLst>
                </p14:cNvPr>
                <p14:cNvContentPartPr/>
                <p14:nvPr/>
              </p14:nvContentPartPr>
              <p14:xfrm>
                <a:off x="8054568" y="1939464"/>
                <a:ext cx="68040" cy="1828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8A84607-9192-2ED9-05F3-852F48CE2290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8045928" y="1930464"/>
                  <a:ext cx="856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CF144434-B9B2-A044-1EB2-8902D93C99AF}"/>
                    </a:ext>
                  </a:extLst>
                </p14:cNvPr>
                <p14:cNvContentPartPr/>
                <p14:nvPr/>
              </p14:nvContentPartPr>
              <p14:xfrm>
                <a:off x="8223408" y="1743264"/>
                <a:ext cx="388800" cy="3553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CF144434-B9B2-A044-1EB2-8902D93C99A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8214768" y="1734264"/>
                  <a:ext cx="406440" cy="37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D3377CEF-855F-D12B-25F0-F77C594CFFAB}"/>
              </a:ext>
            </a:extLst>
          </p:cNvPr>
          <p:cNvGrpSpPr/>
          <p:nvPr/>
        </p:nvGrpSpPr>
        <p:grpSpPr>
          <a:xfrm>
            <a:off x="9239688" y="1632744"/>
            <a:ext cx="1689840" cy="327960"/>
            <a:chOff x="9239688" y="1632744"/>
            <a:chExt cx="1689840" cy="32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C4C330E6-677F-A60E-D2ED-2324574C443E}"/>
                    </a:ext>
                  </a:extLst>
                </p14:cNvPr>
                <p14:cNvContentPartPr/>
                <p14:nvPr/>
              </p14:nvContentPartPr>
              <p14:xfrm>
                <a:off x="9239688" y="1814904"/>
                <a:ext cx="384840" cy="1404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C4C330E6-677F-A60E-D2ED-2324574C443E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9231048" y="1805904"/>
                  <a:ext cx="40248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44682A2D-2C60-4F0C-685A-2FB3EA068D6A}"/>
                    </a:ext>
                  </a:extLst>
                </p14:cNvPr>
                <p14:cNvContentPartPr/>
                <p14:nvPr/>
              </p14:nvContentPartPr>
              <p14:xfrm>
                <a:off x="9714528" y="1830024"/>
                <a:ext cx="279720" cy="1306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44682A2D-2C60-4F0C-685A-2FB3EA068D6A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9705528" y="1821384"/>
                  <a:ext cx="29736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713C2CE7-3E81-96EF-30F2-52BDDFDA9CDD}"/>
                    </a:ext>
                  </a:extLst>
                </p14:cNvPr>
                <p14:cNvContentPartPr/>
                <p14:nvPr/>
              </p14:nvContentPartPr>
              <p14:xfrm>
                <a:off x="10123128" y="1874664"/>
                <a:ext cx="132840" cy="590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713C2CE7-3E81-96EF-30F2-52BDDFDA9CDD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0114488" y="1865664"/>
                  <a:ext cx="15048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D1264E03-1165-D886-7F2E-DED54AC7176C}"/>
                    </a:ext>
                  </a:extLst>
                </p14:cNvPr>
                <p14:cNvContentPartPr/>
                <p14:nvPr/>
              </p14:nvContentPartPr>
              <p14:xfrm>
                <a:off x="10293768" y="1826784"/>
                <a:ext cx="10080" cy="28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D1264E03-1165-D886-7F2E-DED54AC7176C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0285128" y="1818144"/>
                  <a:ext cx="2772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3053FA76-DE12-0745-BAB8-13302D5D2DBB}"/>
                    </a:ext>
                  </a:extLst>
                </p14:cNvPr>
                <p14:cNvContentPartPr/>
                <p14:nvPr/>
              </p14:nvContentPartPr>
              <p14:xfrm>
                <a:off x="10391688" y="1632744"/>
                <a:ext cx="309960" cy="2768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3053FA76-DE12-0745-BAB8-13302D5D2DBB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0382688" y="1624104"/>
                  <a:ext cx="3276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A76A67E4-BC42-9969-FB33-1C1FDED3D9F0}"/>
                    </a:ext>
                  </a:extLst>
                </p14:cNvPr>
                <p14:cNvContentPartPr/>
                <p14:nvPr/>
              </p14:nvContentPartPr>
              <p14:xfrm>
                <a:off x="10710648" y="1837584"/>
                <a:ext cx="5040" cy="100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A76A67E4-BC42-9969-FB33-1C1FDED3D9F0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0701648" y="1828584"/>
                  <a:ext cx="226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29C7AD3-44C8-FADF-200D-26A623D18314}"/>
                    </a:ext>
                  </a:extLst>
                </p14:cNvPr>
                <p14:cNvContentPartPr/>
                <p14:nvPr/>
              </p14:nvContentPartPr>
              <p14:xfrm>
                <a:off x="10783368" y="1839024"/>
                <a:ext cx="146160" cy="482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29C7AD3-44C8-FADF-200D-26A623D18314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0774728" y="1830024"/>
                  <a:ext cx="16380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9331CFE5-FD60-E43D-7E93-FB45D707E1EC}"/>
                    </a:ext>
                  </a:extLst>
                </p14:cNvPr>
                <p14:cNvContentPartPr/>
                <p14:nvPr/>
              </p14:nvContentPartPr>
              <p14:xfrm>
                <a:off x="10907208" y="1752984"/>
                <a:ext cx="2160" cy="75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9331CFE5-FD60-E43D-7E93-FB45D707E1EC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0898208" y="1743984"/>
                  <a:ext cx="1980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585793C0-E64C-AFBA-28E0-C748F24F3D8F}"/>
              </a:ext>
            </a:extLst>
          </p:cNvPr>
          <p:cNvGrpSpPr/>
          <p:nvPr/>
        </p:nvGrpSpPr>
        <p:grpSpPr>
          <a:xfrm>
            <a:off x="11238768" y="1675224"/>
            <a:ext cx="931320" cy="192960"/>
            <a:chOff x="11238768" y="1675224"/>
            <a:chExt cx="931320" cy="19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59F4F9AE-1255-416E-134F-3B060D150102}"/>
                    </a:ext>
                  </a:extLst>
                </p14:cNvPr>
                <p14:cNvContentPartPr/>
                <p14:nvPr/>
              </p14:nvContentPartPr>
              <p14:xfrm>
                <a:off x="11238768" y="1675584"/>
                <a:ext cx="97200" cy="1926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59F4F9AE-1255-416E-134F-3B060D150102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11230128" y="1666584"/>
                  <a:ext cx="1148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85B29CA2-FE59-823D-03DB-78DCD3576320}"/>
                    </a:ext>
                  </a:extLst>
                </p14:cNvPr>
                <p14:cNvContentPartPr/>
                <p14:nvPr/>
              </p14:nvContentPartPr>
              <p14:xfrm>
                <a:off x="11409048" y="1675224"/>
                <a:ext cx="184680" cy="1749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85B29CA2-FE59-823D-03DB-78DCD3576320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1400408" y="1666224"/>
                  <a:ext cx="20232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E0696A43-0496-FBF8-734C-F096D507BD79}"/>
                    </a:ext>
                  </a:extLst>
                </p14:cNvPr>
                <p14:cNvContentPartPr/>
                <p14:nvPr/>
              </p14:nvContentPartPr>
              <p14:xfrm>
                <a:off x="11574288" y="1764864"/>
                <a:ext cx="228600" cy="813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E0696A43-0496-FBF8-734C-F096D507BD79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11565288" y="1756224"/>
                  <a:ext cx="24624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EE2767E-B6E4-806A-935D-B673E5989F50}"/>
                    </a:ext>
                  </a:extLst>
                </p14:cNvPr>
                <p14:cNvContentPartPr/>
                <p14:nvPr/>
              </p14:nvContentPartPr>
              <p14:xfrm>
                <a:off x="11848608" y="1797264"/>
                <a:ext cx="285480" cy="374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EE2767E-B6E4-806A-935D-B673E5989F50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1839608" y="1788624"/>
                  <a:ext cx="30312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C6886B9F-61D7-8853-393E-6F1897B93ADC}"/>
                    </a:ext>
                  </a:extLst>
                </p14:cNvPr>
                <p14:cNvContentPartPr/>
                <p14:nvPr/>
              </p14:nvContentPartPr>
              <p14:xfrm>
                <a:off x="12161808" y="1802664"/>
                <a:ext cx="8280" cy="21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C6886B9F-61D7-8853-393E-6F1897B93ADC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2153168" y="1793664"/>
                  <a:ext cx="2592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4B569BE8-91AE-5B5D-2E6C-20336EF59F14}"/>
              </a:ext>
            </a:extLst>
          </p:cNvPr>
          <p:cNvGrpSpPr/>
          <p:nvPr/>
        </p:nvGrpSpPr>
        <p:grpSpPr>
          <a:xfrm>
            <a:off x="1867248" y="2601504"/>
            <a:ext cx="584640" cy="212400"/>
            <a:chOff x="1867248" y="2601504"/>
            <a:chExt cx="584640" cy="21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E75E249B-31FF-F85B-E553-99A3EAFAA290}"/>
                    </a:ext>
                  </a:extLst>
                </p14:cNvPr>
                <p14:cNvContentPartPr/>
                <p14:nvPr/>
              </p14:nvContentPartPr>
              <p14:xfrm>
                <a:off x="1867248" y="2646504"/>
                <a:ext cx="356400" cy="1674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E75E249B-31FF-F85B-E553-99A3EAFAA290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858608" y="2637864"/>
                  <a:ext cx="3740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8D311B17-54CD-56DD-4EA1-C74A2699B858}"/>
                    </a:ext>
                  </a:extLst>
                </p14:cNvPr>
                <p14:cNvContentPartPr/>
                <p14:nvPr/>
              </p14:nvContentPartPr>
              <p14:xfrm>
                <a:off x="2275128" y="2601504"/>
                <a:ext cx="176760" cy="1760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8D311B17-54CD-56DD-4EA1-C74A2699B858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2266128" y="2592504"/>
                  <a:ext cx="19440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C86852D4-C723-2DDE-00E4-35ACE769009E}"/>
              </a:ext>
            </a:extLst>
          </p:cNvPr>
          <p:cNvGrpSpPr/>
          <p:nvPr/>
        </p:nvGrpSpPr>
        <p:grpSpPr>
          <a:xfrm>
            <a:off x="3058128" y="2638944"/>
            <a:ext cx="198360" cy="114840"/>
            <a:chOff x="3058128" y="2638944"/>
            <a:chExt cx="198360" cy="11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3A4936D7-76E2-F6FD-3E44-FAE90C402BEA}"/>
                    </a:ext>
                  </a:extLst>
                </p14:cNvPr>
                <p14:cNvContentPartPr/>
                <p14:nvPr/>
              </p14:nvContentPartPr>
              <p14:xfrm>
                <a:off x="3066048" y="2685024"/>
                <a:ext cx="19800" cy="6876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3A4936D7-76E2-F6FD-3E44-FAE90C402BEA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3057048" y="2676384"/>
                  <a:ext cx="374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E1CCF382-BA9A-230A-3865-D02923A9235B}"/>
                    </a:ext>
                  </a:extLst>
                </p14:cNvPr>
                <p14:cNvContentPartPr/>
                <p14:nvPr/>
              </p14:nvContentPartPr>
              <p14:xfrm>
                <a:off x="3058128" y="2638944"/>
                <a:ext cx="18000" cy="23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E1CCF382-BA9A-230A-3865-D02923A9235B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3049488" y="2629944"/>
                  <a:ext cx="356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2AE75A7F-521C-3E77-2AC0-2267C36F6543}"/>
                    </a:ext>
                  </a:extLst>
                </p14:cNvPr>
                <p14:cNvContentPartPr/>
                <p14:nvPr/>
              </p14:nvContentPartPr>
              <p14:xfrm>
                <a:off x="3190248" y="2689704"/>
                <a:ext cx="66240" cy="208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2AE75A7F-521C-3E77-2AC0-2267C36F6543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3181248" y="2680704"/>
                  <a:ext cx="83880" cy="3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B139A6C4-7638-404B-AC7D-B4518F9C62C4}"/>
                  </a:ext>
                </a:extLst>
              </p14:cNvPr>
              <p14:cNvContentPartPr/>
              <p14:nvPr/>
            </p14:nvContentPartPr>
            <p14:xfrm>
              <a:off x="3650328" y="2619504"/>
              <a:ext cx="60480" cy="3204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B139A6C4-7638-404B-AC7D-B4518F9C62C4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3641688" y="2610864"/>
                <a:ext cx="78120" cy="49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8" name="Group 177">
            <a:extLst>
              <a:ext uri="{FF2B5EF4-FFF2-40B4-BE49-F238E27FC236}">
                <a16:creationId xmlns:a16="http://schemas.microsoft.com/office/drawing/2014/main" id="{235C5BB8-F602-DCA2-508D-87957A7BE633}"/>
              </a:ext>
            </a:extLst>
          </p:cNvPr>
          <p:cNvGrpSpPr/>
          <p:nvPr/>
        </p:nvGrpSpPr>
        <p:grpSpPr>
          <a:xfrm>
            <a:off x="3963528" y="2448504"/>
            <a:ext cx="507600" cy="250920"/>
            <a:chOff x="3963528" y="2448504"/>
            <a:chExt cx="507600" cy="25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2EA705E9-B87A-7E6A-8839-49624BD1F9E3}"/>
                    </a:ext>
                  </a:extLst>
                </p14:cNvPr>
                <p14:cNvContentPartPr/>
                <p14:nvPr/>
              </p14:nvContentPartPr>
              <p14:xfrm>
                <a:off x="3963528" y="2448504"/>
                <a:ext cx="295920" cy="2509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2EA705E9-B87A-7E6A-8839-49624BD1F9E3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3954528" y="2439504"/>
                  <a:ext cx="3135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15ECDBA-A69C-3290-ADE9-3CBD89E28D1D}"/>
                    </a:ext>
                  </a:extLst>
                </p14:cNvPr>
                <p14:cNvContentPartPr/>
                <p14:nvPr/>
              </p14:nvContentPartPr>
              <p14:xfrm>
                <a:off x="4366728" y="2502144"/>
                <a:ext cx="20160" cy="1339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15ECDBA-A69C-3290-ADE9-3CBD89E28D1D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358088" y="2493144"/>
                  <a:ext cx="378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B0F115B8-433C-FB9C-EB2C-DE7FD2F86F2A}"/>
                    </a:ext>
                  </a:extLst>
                </p14:cNvPr>
                <p14:cNvContentPartPr/>
                <p14:nvPr/>
              </p14:nvContentPartPr>
              <p14:xfrm>
                <a:off x="4062528" y="2499984"/>
                <a:ext cx="408600" cy="982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B0F115B8-433C-FB9C-EB2C-DE7FD2F86F2A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4053888" y="2490984"/>
                  <a:ext cx="426240" cy="11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0BD1F55A-D945-1307-DC7B-109146DDDAFA}"/>
              </a:ext>
            </a:extLst>
          </p:cNvPr>
          <p:cNvGrpSpPr/>
          <p:nvPr/>
        </p:nvGrpSpPr>
        <p:grpSpPr>
          <a:xfrm>
            <a:off x="4745448" y="2476584"/>
            <a:ext cx="1104840" cy="273600"/>
            <a:chOff x="4745448" y="2476584"/>
            <a:chExt cx="1104840" cy="27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F80C002C-1230-ACF4-269B-CC17EE58A5F1}"/>
                    </a:ext>
                  </a:extLst>
                </p14:cNvPr>
                <p14:cNvContentPartPr/>
                <p14:nvPr/>
              </p14:nvContentPartPr>
              <p14:xfrm>
                <a:off x="4745448" y="2476584"/>
                <a:ext cx="293040" cy="1767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F80C002C-1230-ACF4-269B-CC17EE58A5F1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4736808" y="2467944"/>
                  <a:ext cx="3106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E0D611AC-921A-E779-8EB2-7D0F8CB729AD}"/>
                    </a:ext>
                  </a:extLst>
                </p14:cNvPr>
                <p14:cNvContentPartPr/>
                <p14:nvPr/>
              </p14:nvContentPartPr>
              <p14:xfrm>
                <a:off x="5081688" y="2566944"/>
                <a:ext cx="108000" cy="388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E0D611AC-921A-E779-8EB2-7D0F8CB729AD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073048" y="2558304"/>
                  <a:ext cx="1256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D3CED1FE-038E-05CE-11DD-36E2B9A912A6}"/>
                    </a:ext>
                  </a:extLst>
                </p14:cNvPr>
                <p14:cNvContentPartPr/>
                <p14:nvPr/>
              </p14:nvContentPartPr>
              <p14:xfrm>
                <a:off x="5231808" y="2519424"/>
                <a:ext cx="178200" cy="2307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D3CED1FE-038E-05CE-11DD-36E2B9A912A6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222808" y="2510784"/>
                  <a:ext cx="1958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B73E4A4B-9592-6B66-5950-EBBD30D5B9AC}"/>
                    </a:ext>
                  </a:extLst>
                </p14:cNvPr>
                <p14:cNvContentPartPr/>
                <p14:nvPr/>
              </p14:nvContentPartPr>
              <p14:xfrm>
                <a:off x="5503248" y="2523024"/>
                <a:ext cx="187560" cy="586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B73E4A4B-9592-6B66-5950-EBBD30D5B9AC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494248" y="2514384"/>
                  <a:ext cx="20520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84755655-562D-C062-06A2-6F02ACFB43FD}"/>
                    </a:ext>
                  </a:extLst>
                </p14:cNvPr>
                <p14:cNvContentPartPr/>
                <p14:nvPr/>
              </p14:nvContentPartPr>
              <p14:xfrm>
                <a:off x="5845248" y="2539224"/>
                <a:ext cx="5040" cy="118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84755655-562D-C062-06A2-6F02ACFB43FD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5836248" y="2530224"/>
                  <a:ext cx="22680" cy="2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6FFA5718-5047-2678-5964-D7D720265C00}"/>
              </a:ext>
            </a:extLst>
          </p:cNvPr>
          <p:cNvGrpSpPr/>
          <p:nvPr/>
        </p:nvGrpSpPr>
        <p:grpSpPr>
          <a:xfrm>
            <a:off x="1863648" y="3122784"/>
            <a:ext cx="1814760" cy="430560"/>
            <a:chOff x="1863648" y="3122784"/>
            <a:chExt cx="181476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6A61F6C9-BD8C-CBC6-0FFC-F5F2A98702D3}"/>
                    </a:ext>
                  </a:extLst>
                </p14:cNvPr>
                <p14:cNvContentPartPr/>
                <p14:nvPr/>
              </p14:nvContentPartPr>
              <p14:xfrm>
                <a:off x="1863648" y="3223584"/>
                <a:ext cx="165240" cy="2332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6A61F6C9-BD8C-CBC6-0FFC-F5F2A98702D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855008" y="3214584"/>
                  <a:ext cx="18288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A933161-A9E5-C18C-8180-02AEA6BACE2C}"/>
                    </a:ext>
                  </a:extLst>
                </p14:cNvPr>
                <p14:cNvContentPartPr/>
                <p14:nvPr/>
              </p14:nvContentPartPr>
              <p14:xfrm>
                <a:off x="2111328" y="3285504"/>
                <a:ext cx="173880" cy="1173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A933161-A9E5-C18C-8180-02AEA6BACE2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102328" y="3276864"/>
                  <a:ext cx="19152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66F323B-18D6-AEE9-5D8D-6807E144C089}"/>
                    </a:ext>
                  </a:extLst>
                </p14:cNvPr>
                <p14:cNvContentPartPr/>
                <p14:nvPr/>
              </p14:nvContentPartPr>
              <p14:xfrm>
                <a:off x="2418768" y="3282624"/>
                <a:ext cx="36000" cy="99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66F323B-18D6-AEE9-5D8D-6807E144C089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410128" y="3273984"/>
                  <a:ext cx="536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67D0E4FF-CF1B-146F-A193-491F33D469E4}"/>
                    </a:ext>
                  </a:extLst>
                </p14:cNvPr>
                <p14:cNvContentPartPr/>
                <p14:nvPr/>
              </p14:nvContentPartPr>
              <p14:xfrm>
                <a:off x="2404008" y="3253104"/>
                <a:ext cx="119520" cy="1663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67D0E4FF-CF1B-146F-A193-491F33D469E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395368" y="3244464"/>
                  <a:ext cx="1371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9F1DF8F5-9F2C-E8AE-8FA0-112E145F3367}"/>
                    </a:ext>
                  </a:extLst>
                </p14:cNvPr>
                <p14:cNvContentPartPr/>
                <p14:nvPr/>
              </p14:nvContentPartPr>
              <p14:xfrm>
                <a:off x="2701008" y="3122784"/>
                <a:ext cx="202320" cy="4305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9F1DF8F5-9F2C-E8AE-8FA0-112E145F336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692008" y="3114144"/>
                  <a:ext cx="219960" cy="44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2658280-779D-0943-7320-748C34567267}"/>
                    </a:ext>
                  </a:extLst>
                </p14:cNvPr>
                <p14:cNvContentPartPr/>
                <p14:nvPr/>
              </p14:nvContentPartPr>
              <p14:xfrm>
                <a:off x="2900088" y="3179304"/>
                <a:ext cx="169920" cy="2095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2658280-779D-0943-7320-748C3456726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891088" y="3170304"/>
                  <a:ext cx="1875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4EFC15EC-B9D5-2DD5-0D14-E0BB4F2ADC40}"/>
                    </a:ext>
                  </a:extLst>
                </p14:cNvPr>
                <p14:cNvContentPartPr/>
                <p14:nvPr/>
              </p14:nvContentPartPr>
              <p14:xfrm>
                <a:off x="2951928" y="3313584"/>
                <a:ext cx="126360" cy="172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4EFC15EC-B9D5-2DD5-0D14-E0BB4F2ADC4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942928" y="3304584"/>
                  <a:ext cx="1440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A16D8F60-CA8D-C335-2E3A-44385F187794}"/>
                    </a:ext>
                  </a:extLst>
                </p14:cNvPr>
                <p14:cNvContentPartPr/>
                <p14:nvPr/>
              </p14:nvContentPartPr>
              <p14:xfrm>
                <a:off x="3188088" y="3326184"/>
                <a:ext cx="10440" cy="1321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A16D8F60-CA8D-C335-2E3A-44385F18779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179088" y="3317544"/>
                  <a:ext cx="2808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E3FC1A9E-4381-8AB0-2D2E-56497B8DA099}"/>
                    </a:ext>
                  </a:extLst>
                </p14:cNvPr>
                <p14:cNvContentPartPr/>
                <p14:nvPr/>
              </p14:nvContentPartPr>
              <p14:xfrm>
                <a:off x="3296808" y="3200184"/>
                <a:ext cx="206640" cy="1609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E3FC1A9E-4381-8AB0-2D2E-56497B8DA09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288168" y="3191544"/>
                  <a:ext cx="2242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5E40D4FE-7A08-4751-5940-B01F99C2E094}"/>
                    </a:ext>
                  </a:extLst>
                </p14:cNvPr>
                <p14:cNvContentPartPr/>
                <p14:nvPr/>
              </p14:nvContentPartPr>
              <p14:xfrm>
                <a:off x="3522168" y="3171744"/>
                <a:ext cx="156240" cy="2894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5E40D4FE-7A08-4751-5940-B01F99C2E094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513168" y="3163104"/>
                  <a:ext cx="173880" cy="30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2E40B9C-ED7D-0AF5-538E-3386DE30E1F6}"/>
              </a:ext>
            </a:extLst>
          </p:cNvPr>
          <p:cNvGrpSpPr/>
          <p:nvPr/>
        </p:nvGrpSpPr>
        <p:grpSpPr>
          <a:xfrm>
            <a:off x="3941928" y="3221424"/>
            <a:ext cx="236520" cy="89280"/>
            <a:chOff x="3941928" y="3221424"/>
            <a:chExt cx="236520" cy="8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931C9370-B67F-A6B3-2776-FE5173935912}"/>
                    </a:ext>
                  </a:extLst>
                </p14:cNvPr>
                <p14:cNvContentPartPr/>
                <p14:nvPr/>
              </p14:nvContentPartPr>
              <p14:xfrm>
                <a:off x="3941928" y="3221424"/>
                <a:ext cx="159480" cy="291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931C9370-B67F-A6B3-2776-FE517393591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932928" y="3212424"/>
                  <a:ext cx="1771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F0DEC209-0DEB-1730-3CBA-C0CA55F37F42}"/>
                    </a:ext>
                  </a:extLst>
                </p14:cNvPr>
                <p14:cNvContentPartPr/>
                <p14:nvPr/>
              </p14:nvContentPartPr>
              <p14:xfrm>
                <a:off x="4044888" y="3294144"/>
                <a:ext cx="133560" cy="165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F0DEC209-0DEB-1730-3CBA-C0CA55F37F42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036248" y="3285504"/>
                  <a:ext cx="151200" cy="34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231" name="Ink 230">
                <a:extLst>
                  <a:ext uri="{FF2B5EF4-FFF2-40B4-BE49-F238E27FC236}">
                    <a16:creationId xmlns:a16="http://schemas.microsoft.com/office/drawing/2014/main" id="{ECBAD2F3-F49A-9FFE-415C-454A86119FEB}"/>
                  </a:ext>
                </a:extLst>
              </p14:cNvPr>
              <p14:cNvContentPartPr/>
              <p14:nvPr/>
            </p14:nvContentPartPr>
            <p14:xfrm>
              <a:off x="5459328" y="2993904"/>
              <a:ext cx="23400" cy="74520"/>
            </p14:xfrm>
          </p:contentPart>
        </mc:Choice>
        <mc:Fallback xmlns="">
          <p:pic>
            <p:nvPicPr>
              <p:cNvPr id="231" name="Ink 230">
                <a:extLst>
                  <a:ext uri="{FF2B5EF4-FFF2-40B4-BE49-F238E27FC236}">
                    <a16:creationId xmlns:a16="http://schemas.microsoft.com/office/drawing/2014/main" id="{ECBAD2F3-F49A-9FFE-415C-454A86119FEB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5450328" y="2984904"/>
                <a:ext cx="4104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2C9B2BE2-4F5F-7993-0315-4544B0E7F267}"/>
                  </a:ext>
                </a:extLst>
              </p14:cNvPr>
              <p14:cNvContentPartPr/>
              <p14:nvPr/>
            </p14:nvContentPartPr>
            <p14:xfrm>
              <a:off x="7576128" y="3114864"/>
              <a:ext cx="871560" cy="3600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2C9B2BE2-4F5F-7993-0315-4544B0E7F267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7567128" y="3106224"/>
                <a:ext cx="88920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237" name="Ink 236">
                <a:extLst>
                  <a:ext uri="{FF2B5EF4-FFF2-40B4-BE49-F238E27FC236}">
                    <a16:creationId xmlns:a16="http://schemas.microsoft.com/office/drawing/2014/main" id="{753B2276-09BA-BBF1-08AC-CF178C0F2903}"/>
                  </a:ext>
                </a:extLst>
              </p14:cNvPr>
              <p14:cNvContentPartPr/>
              <p14:nvPr/>
            </p14:nvContentPartPr>
            <p14:xfrm>
              <a:off x="8313408" y="3043944"/>
              <a:ext cx="139680" cy="170640"/>
            </p14:xfrm>
          </p:contentPart>
        </mc:Choice>
        <mc:Fallback xmlns="">
          <p:pic>
            <p:nvPicPr>
              <p:cNvPr id="237" name="Ink 236">
                <a:extLst>
                  <a:ext uri="{FF2B5EF4-FFF2-40B4-BE49-F238E27FC236}">
                    <a16:creationId xmlns:a16="http://schemas.microsoft.com/office/drawing/2014/main" id="{753B2276-09BA-BBF1-08AC-CF178C0F2903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8304408" y="3035304"/>
                <a:ext cx="15732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4ED3F94F-F55E-539D-BB2E-18B2B69B97D5}"/>
                  </a:ext>
                </a:extLst>
              </p14:cNvPr>
              <p14:cNvContentPartPr/>
              <p14:nvPr/>
            </p14:nvContentPartPr>
            <p14:xfrm>
              <a:off x="8664048" y="3014424"/>
              <a:ext cx="163800" cy="8964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4ED3F94F-F55E-539D-BB2E-18B2B69B97D5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8655048" y="3005424"/>
                <a:ext cx="18144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2CF542B8-F8EF-DC35-62C4-E0D7B31BE331}"/>
                  </a:ext>
                </a:extLst>
              </p14:cNvPr>
              <p14:cNvContentPartPr/>
              <p14:nvPr/>
            </p14:nvContentPartPr>
            <p14:xfrm>
              <a:off x="8729208" y="2943504"/>
              <a:ext cx="24120" cy="2952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2CF542B8-F8EF-DC35-62C4-E0D7B31BE331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8720208" y="2934864"/>
                <a:ext cx="41760" cy="47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53" name="Group 252">
            <a:extLst>
              <a:ext uri="{FF2B5EF4-FFF2-40B4-BE49-F238E27FC236}">
                <a16:creationId xmlns:a16="http://schemas.microsoft.com/office/drawing/2014/main" id="{29F37C02-23A3-ED6D-DE35-D79E740B45FE}"/>
              </a:ext>
            </a:extLst>
          </p:cNvPr>
          <p:cNvGrpSpPr/>
          <p:nvPr/>
        </p:nvGrpSpPr>
        <p:grpSpPr>
          <a:xfrm>
            <a:off x="9063648" y="2886624"/>
            <a:ext cx="1377720" cy="321120"/>
            <a:chOff x="9063648" y="2886624"/>
            <a:chExt cx="1377720" cy="32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D9F778A2-560A-BA0F-5001-BF95C57AD481}"/>
                    </a:ext>
                  </a:extLst>
                </p14:cNvPr>
                <p14:cNvContentPartPr/>
                <p14:nvPr/>
              </p14:nvContentPartPr>
              <p14:xfrm>
                <a:off x="9063648" y="2962224"/>
                <a:ext cx="18360" cy="15012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D9F778A2-560A-BA0F-5001-BF95C57AD48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055008" y="2953224"/>
                  <a:ext cx="360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F530558E-8796-B396-1ADD-3963A7B8E6A4}"/>
                    </a:ext>
                  </a:extLst>
                </p14:cNvPr>
                <p14:cNvContentPartPr/>
                <p14:nvPr/>
              </p14:nvContentPartPr>
              <p14:xfrm>
                <a:off x="9094608" y="2886624"/>
                <a:ext cx="273240" cy="2098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F530558E-8796-B396-1ADD-3963A7B8E6A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085968" y="2877624"/>
                  <a:ext cx="2908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1EFE5EB7-742F-EA51-6505-C0B5DFEB5BC2}"/>
                    </a:ext>
                  </a:extLst>
                </p14:cNvPr>
                <p14:cNvContentPartPr/>
                <p14:nvPr/>
              </p14:nvContentPartPr>
              <p14:xfrm>
                <a:off x="9548928" y="2934504"/>
                <a:ext cx="115920" cy="25884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1EFE5EB7-742F-EA51-6505-C0B5DFEB5BC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539928" y="2925864"/>
                  <a:ext cx="13356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923BF0E4-446A-B21C-B4A7-44A688A534E1}"/>
                    </a:ext>
                  </a:extLst>
                </p14:cNvPr>
                <p14:cNvContentPartPr/>
                <p14:nvPr/>
              </p14:nvContentPartPr>
              <p14:xfrm>
                <a:off x="9747648" y="2924784"/>
                <a:ext cx="296280" cy="1634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923BF0E4-446A-B21C-B4A7-44A688A534E1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739008" y="2916144"/>
                  <a:ext cx="3139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F79DF825-55F5-9233-AAD0-0284B9DDC715}"/>
                    </a:ext>
                  </a:extLst>
                </p14:cNvPr>
                <p14:cNvContentPartPr/>
                <p14:nvPr/>
              </p14:nvContentPartPr>
              <p14:xfrm>
                <a:off x="10122768" y="3062304"/>
                <a:ext cx="5760" cy="28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F79DF825-55F5-9233-AAD0-0284B9DDC715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0114128" y="3053664"/>
                  <a:ext cx="234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11E73E44-839A-66E7-0E58-31A267011FFE}"/>
                    </a:ext>
                  </a:extLst>
                </p14:cNvPr>
                <p14:cNvContentPartPr/>
                <p14:nvPr/>
              </p14:nvContentPartPr>
              <p14:xfrm>
                <a:off x="10322208" y="2943864"/>
                <a:ext cx="119160" cy="26388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11E73E44-839A-66E7-0E58-31A267011FFE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0313568" y="2934864"/>
                  <a:ext cx="136800" cy="28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27E5E355-4F44-D28F-EDCD-420D0D14E677}"/>
              </a:ext>
            </a:extLst>
          </p:cNvPr>
          <p:cNvGrpSpPr/>
          <p:nvPr/>
        </p:nvGrpSpPr>
        <p:grpSpPr>
          <a:xfrm>
            <a:off x="10651608" y="2857104"/>
            <a:ext cx="506520" cy="251640"/>
            <a:chOff x="10651608" y="2857104"/>
            <a:chExt cx="50652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AB6C76FD-8123-1D2D-F630-D0A43349BBBF}"/>
                    </a:ext>
                  </a:extLst>
                </p14:cNvPr>
                <p14:cNvContentPartPr/>
                <p14:nvPr/>
              </p14:nvContentPartPr>
              <p14:xfrm>
                <a:off x="10651608" y="2907864"/>
                <a:ext cx="87120" cy="17460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AB6C76FD-8123-1D2D-F630-D0A43349BBBF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0642608" y="2899224"/>
                  <a:ext cx="1047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3B0AFD7D-6CDA-3FEB-50F9-8E7134BFCD85}"/>
                    </a:ext>
                  </a:extLst>
                </p14:cNvPr>
                <p14:cNvContentPartPr/>
                <p14:nvPr/>
              </p14:nvContentPartPr>
              <p14:xfrm>
                <a:off x="10852488" y="2880144"/>
                <a:ext cx="161640" cy="2286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3B0AFD7D-6CDA-3FEB-50F9-8E7134BFCD85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10843488" y="2871504"/>
                  <a:ext cx="1792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8C1F2BEE-7F6D-3F01-687C-57BC035A8008}"/>
                    </a:ext>
                  </a:extLst>
                </p14:cNvPr>
                <p14:cNvContentPartPr/>
                <p14:nvPr/>
              </p14:nvContentPartPr>
              <p14:xfrm>
                <a:off x="11006928" y="2857104"/>
                <a:ext cx="151200" cy="2005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8C1F2BEE-7F6D-3F01-687C-57BC035A8008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0997928" y="2848104"/>
                  <a:ext cx="168840" cy="21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8F3EA68E-2CA4-0A24-E93B-C2788E1E4C97}"/>
              </a:ext>
            </a:extLst>
          </p:cNvPr>
          <p:cNvGrpSpPr/>
          <p:nvPr/>
        </p:nvGrpSpPr>
        <p:grpSpPr>
          <a:xfrm>
            <a:off x="11351808" y="2845584"/>
            <a:ext cx="590400" cy="203400"/>
            <a:chOff x="11351808" y="2845584"/>
            <a:chExt cx="590400" cy="20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C4FB8FC2-0A25-1D0A-C9BB-09D68A7F081D}"/>
                    </a:ext>
                  </a:extLst>
                </p14:cNvPr>
                <p14:cNvContentPartPr/>
                <p14:nvPr/>
              </p14:nvContentPartPr>
              <p14:xfrm>
                <a:off x="11351808" y="2848104"/>
                <a:ext cx="153720" cy="19944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C4FB8FC2-0A25-1D0A-C9BB-09D68A7F081D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11342808" y="2839464"/>
                  <a:ext cx="17136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ABED5213-D2AF-1349-218C-A80FF61835AD}"/>
                    </a:ext>
                  </a:extLst>
                </p14:cNvPr>
                <p14:cNvContentPartPr/>
                <p14:nvPr/>
              </p14:nvContentPartPr>
              <p14:xfrm>
                <a:off x="11404728" y="2976984"/>
                <a:ext cx="180360" cy="273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ABED5213-D2AF-1349-218C-A80FF61835AD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11396088" y="2968344"/>
                  <a:ext cx="1980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E95AD963-3DF7-D27A-1998-12D6FE44B67D}"/>
                    </a:ext>
                  </a:extLst>
                </p14:cNvPr>
                <p14:cNvContentPartPr/>
                <p14:nvPr/>
              </p14:nvContentPartPr>
              <p14:xfrm>
                <a:off x="11631528" y="2845584"/>
                <a:ext cx="143280" cy="20052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E95AD963-3DF7-D27A-1998-12D6FE44B67D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1622888" y="2836944"/>
                  <a:ext cx="1609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E70E5AE2-0ACC-9902-0861-B3AF39D3BAEC}"/>
                    </a:ext>
                  </a:extLst>
                </p14:cNvPr>
                <p14:cNvContentPartPr/>
                <p14:nvPr/>
              </p14:nvContentPartPr>
              <p14:xfrm>
                <a:off x="11847528" y="2878704"/>
                <a:ext cx="94680" cy="1702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E70E5AE2-0ACC-9902-0861-B3AF39D3BAEC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11838528" y="2870064"/>
                  <a:ext cx="112320" cy="18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617D68BC-3D2F-4F32-D48E-C7FD650C2B71}"/>
              </a:ext>
            </a:extLst>
          </p:cNvPr>
          <p:cNvGrpSpPr/>
          <p:nvPr/>
        </p:nvGrpSpPr>
        <p:grpSpPr>
          <a:xfrm>
            <a:off x="11377728" y="3169944"/>
            <a:ext cx="786600" cy="373680"/>
            <a:chOff x="11377728" y="3169944"/>
            <a:chExt cx="786600" cy="37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3160E8F4-C889-9C17-ECA3-59A04BCB5573}"/>
                    </a:ext>
                  </a:extLst>
                </p14:cNvPr>
                <p14:cNvContentPartPr/>
                <p14:nvPr/>
              </p14:nvContentPartPr>
              <p14:xfrm>
                <a:off x="11412288" y="3169944"/>
                <a:ext cx="108360" cy="936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3160E8F4-C889-9C17-ECA3-59A04BCB5573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1403288" y="3161304"/>
                  <a:ext cx="12600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981F24AB-79EE-861B-E4A4-EB7631445250}"/>
                    </a:ext>
                  </a:extLst>
                </p14:cNvPr>
                <p14:cNvContentPartPr/>
                <p14:nvPr/>
              </p14:nvContentPartPr>
              <p14:xfrm>
                <a:off x="11636208" y="3194424"/>
                <a:ext cx="57240" cy="691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981F24AB-79EE-861B-E4A4-EB7631445250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11627208" y="3185784"/>
                  <a:ext cx="7488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0E3F8021-2382-0280-DCF0-CC63CA660B25}"/>
                    </a:ext>
                  </a:extLst>
                </p14:cNvPr>
                <p14:cNvContentPartPr/>
                <p14:nvPr/>
              </p14:nvContentPartPr>
              <p14:xfrm>
                <a:off x="11725848" y="3200544"/>
                <a:ext cx="297360" cy="810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0E3F8021-2382-0280-DCF0-CC63CA660B25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11717208" y="3191904"/>
                  <a:ext cx="31500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E5304C6A-AEEA-0E10-36AF-2D508E6CA912}"/>
                    </a:ext>
                  </a:extLst>
                </p14:cNvPr>
                <p14:cNvContentPartPr/>
                <p14:nvPr/>
              </p14:nvContentPartPr>
              <p14:xfrm>
                <a:off x="12115368" y="3279744"/>
                <a:ext cx="3600" cy="1332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E5304C6A-AEEA-0E10-36AF-2D508E6CA912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12106368" y="3270744"/>
                  <a:ext cx="212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7CFBF6FC-C5B0-B99A-6CE9-AAD31D42C484}"/>
                    </a:ext>
                  </a:extLst>
                </p14:cNvPr>
                <p14:cNvContentPartPr/>
                <p14:nvPr/>
              </p14:nvContentPartPr>
              <p14:xfrm>
                <a:off x="11469168" y="3342024"/>
                <a:ext cx="33480" cy="1119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7CFBF6FC-C5B0-B99A-6CE9-AAD31D42C484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11460528" y="3333384"/>
                  <a:ext cx="511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CA3DB6B3-7CB7-1B57-36D1-DFFDAECC6DE8}"/>
                    </a:ext>
                  </a:extLst>
                </p14:cNvPr>
                <p14:cNvContentPartPr/>
                <p14:nvPr/>
              </p14:nvContentPartPr>
              <p14:xfrm>
                <a:off x="11377728" y="3393864"/>
                <a:ext cx="236880" cy="3564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CA3DB6B3-7CB7-1B57-36D1-DFFDAECC6DE8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11368728" y="3385224"/>
                  <a:ext cx="2545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A54290A3-D9EF-2B4A-3CC5-8F8BF7D87B8B}"/>
                    </a:ext>
                  </a:extLst>
                </p14:cNvPr>
                <p14:cNvContentPartPr/>
                <p14:nvPr/>
              </p14:nvContentPartPr>
              <p14:xfrm>
                <a:off x="11656008" y="3407544"/>
                <a:ext cx="82440" cy="13608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A54290A3-D9EF-2B4A-3CC5-8F8BF7D87B8B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11647008" y="3398544"/>
                  <a:ext cx="1000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12922EC9-8A36-22B3-5ECB-6DD75FE8A8D7}"/>
                    </a:ext>
                  </a:extLst>
                </p14:cNvPr>
                <p14:cNvContentPartPr/>
                <p14:nvPr/>
              </p14:nvContentPartPr>
              <p14:xfrm>
                <a:off x="11783808" y="3424824"/>
                <a:ext cx="33840" cy="1548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12922EC9-8A36-22B3-5ECB-6DD75FE8A8D7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11775168" y="3415824"/>
                  <a:ext cx="514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49FD1D34-24AB-9B88-F8A5-C865F4CFA2D9}"/>
                    </a:ext>
                  </a:extLst>
                </p14:cNvPr>
                <p14:cNvContentPartPr/>
                <p14:nvPr/>
              </p14:nvContentPartPr>
              <p14:xfrm>
                <a:off x="11887488" y="3383784"/>
                <a:ext cx="5040" cy="7272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49FD1D34-24AB-9B88-F8A5-C865F4CFA2D9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11878848" y="3374784"/>
                  <a:ext cx="2268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8A57A0E7-75AD-09A7-888B-6C05531078E1}"/>
                    </a:ext>
                  </a:extLst>
                </p14:cNvPr>
                <p14:cNvContentPartPr/>
                <p14:nvPr/>
              </p14:nvContentPartPr>
              <p14:xfrm>
                <a:off x="11942208" y="3339144"/>
                <a:ext cx="149400" cy="1051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8A57A0E7-75AD-09A7-888B-6C05531078E1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11933568" y="3330504"/>
                  <a:ext cx="1670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B0FF2DE8-46CF-8FC5-FCFE-57DA30BFA874}"/>
                    </a:ext>
                  </a:extLst>
                </p14:cNvPr>
                <p14:cNvContentPartPr/>
                <p14:nvPr/>
              </p14:nvContentPartPr>
              <p14:xfrm>
                <a:off x="12147408" y="3439584"/>
                <a:ext cx="16920" cy="648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B0FF2DE8-46CF-8FC5-FCFE-57DA30BFA874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12138768" y="3430584"/>
                  <a:ext cx="34560" cy="2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0619FD04-B330-B4F2-6700-77C45C7F51F3}"/>
              </a:ext>
            </a:extLst>
          </p:cNvPr>
          <p:cNvGrpSpPr/>
          <p:nvPr/>
        </p:nvGrpSpPr>
        <p:grpSpPr>
          <a:xfrm>
            <a:off x="4416768" y="2897064"/>
            <a:ext cx="3619440" cy="1722240"/>
            <a:chOff x="4416768" y="2897064"/>
            <a:chExt cx="3619440" cy="172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5286597A-A394-367D-8A85-AC9D3B7C3574}"/>
                    </a:ext>
                  </a:extLst>
                </p14:cNvPr>
                <p14:cNvContentPartPr/>
                <p14:nvPr/>
              </p14:nvContentPartPr>
              <p14:xfrm>
                <a:off x="4506408" y="2949624"/>
                <a:ext cx="253800" cy="3420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5286597A-A394-367D-8A85-AC9D3B7C3574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4497408" y="2940984"/>
                  <a:ext cx="27144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4BC016A2-A713-8885-60BA-612F7A0F5A1B}"/>
                    </a:ext>
                  </a:extLst>
                </p14:cNvPr>
                <p14:cNvContentPartPr/>
                <p14:nvPr/>
              </p14:nvContentPartPr>
              <p14:xfrm>
                <a:off x="4850208" y="3173544"/>
                <a:ext cx="156960" cy="2696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4BC016A2-A713-8885-60BA-612F7A0F5A1B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4841208" y="3164904"/>
                  <a:ext cx="1746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FBDBC5EC-1417-966E-5FC6-3D5BFB6CBC96}"/>
                    </a:ext>
                  </a:extLst>
                </p14:cNvPr>
                <p14:cNvContentPartPr/>
                <p14:nvPr/>
              </p14:nvContentPartPr>
              <p14:xfrm>
                <a:off x="5790528" y="3388824"/>
                <a:ext cx="1890720" cy="53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FBDBC5EC-1417-966E-5FC6-3D5BFB6CBC96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5781528" y="3380184"/>
                  <a:ext cx="190836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D3F9DE8E-22F7-A7F3-D507-0B33DE573463}"/>
                    </a:ext>
                  </a:extLst>
                </p14:cNvPr>
                <p14:cNvContentPartPr/>
                <p14:nvPr/>
              </p14:nvContentPartPr>
              <p14:xfrm>
                <a:off x="5967288" y="3518784"/>
                <a:ext cx="140040" cy="23004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D3F9DE8E-22F7-A7F3-D507-0B33DE573463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5958648" y="3509784"/>
                  <a:ext cx="15768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AB3BC8A3-1128-9167-EC34-A5BE3AF8AE7E}"/>
                    </a:ext>
                  </a:extLst>
                </p14:cNvPr>
                <p14:cNvContentPartPr/>
                <p14:nvPr/>
              </p14:nvContentPartPr>
              <p14:xfrm>
                <a:off x="6224328" y="3536424"/>
                <a:ext cx="113400" cy="24876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AB3BC8A3-1128-9167-EC34-A5BE3AF8AE7E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6215688" y="3527424"/>
                  <a:ext cx="13104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9E75C7EE-DCD5-0431-AA0D-77E121559FDC}"/>
                    </a:ext>
                  </a:extLst>
                </p14:cNvPr>
                <p14:cNvContentPartPr/>
                <p14:nvPr/>
              </p14:nvContentPartPr>
              <p14:xfrm>
                <a:off x="6410808" y="3523104"/>
                <a:ext cx="127080" cy="1764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9E75C7EE-DCD5-0431-AA0D-77E121559FDC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6402168" y="3514104"/>
                  <a:ext cx="1447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D7D5C4A8-C244-7AC9-85F3-2F911831DF60}"/>
                    </a:ext>
                  </a:extLst>
                </p14:cNvPr>
                <p14:cNvContentPartPr/>
                <p14:nvPr/>
              </p14:nvContentPartPr>
              <p14:xfrm>
                <a:off x="6446448" y="3624624"/>
                <a:ext cx="96840" cy="248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D7D5C4A8-C244-7AC9-85F3-2F911831DF60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6437448" y="3615984"/>
                  <a:ext cx="1144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9575DA1D-1120-9E4D-EE1C-9B201E7C02AA}"/>
                    </a:ext>
                  </a:extLst>
                </p14:cNvPr>
                <p14:cNvContentPartPr/>
                <p14:nvPr/>
              </p14:nvContentPartPr>
              <p14:xfrm>
                <a:off x="6602328" y="3498624"/>
                <a:ext cx="89640" cy="2883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9575DA1D-1120-9E4D-EE1C-9B201E7C02AA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6593328" y="3489624"/>
                  <a:ext cx="10728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23793026-6E7F-7B78-A56A-94E1D0D754F7}"/>
                    </a:ext>
                  </a:extLst>
                </p14:cNvPr>
                <p14:cNvContentPartPr/>
                <p14:nvPr/>
              </p14:nvContentPartPr>
              <p14:xfrm>
                <a:off x="6807168" y="3551904"/>
                <a:ext cx="109080" cy="1458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23793026-6E7F-7B78-A56A-94E1D0D754F7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6798528" y="3543264"/>
                  <a:ext cx="12672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59693BB9-05C1-CD88-0371-28DD10DA783D}"/>
                    </a:ext>
                  </a:extLst>
                </p14:cNvPr>
                <p14:cNvContentPartPr/>
                <p14:nvPr/>
              </p14:nvContentPartPr>
              <p14:xfrm>
                <a:off x="6797808" y="3612384"/>
                <a:ext cx="138240" cy="378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59693BB9-05C1-CD88-0371-28DD10DA783D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6788808" y="3603384"/>
                  <a:ext cx="1558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F413D2F7-9DBE-03CA-10AB-8830FF650A70}"/>
                    </a:ext>
                  </a:extLst>
                </p14:cNvPr>
                <p14:cNvContentPartPr/>
                <p14:nvPr/>
              </p14:nvContentPartPr>
              <p14:xfrm>
                <a:off x="7064928" y="3535344"/>
                <a:ext cx="101160" cy="1699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F413D2F7-9DBE-03CA-10AB-8830FF650A70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7055928" y="3526704"/>
                  <a:ext cx="1188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EAF2862E-DC1F-722B-7252-3BB64C98D014}"/>
                    </a:ext>
                  </a:extLst>
                </p14:cNvPr>
                <p14:cNvContentPartPr/>
                <p14:nvPr/>
              </p14:nvContentPartPr>
              <p14:xfrm>
                <a:off x="7250328" y="3516624"/>
                <a:ext cx="63000" cy="2163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EAF2862E-DC1F-722B-7252-3BB64C98D014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7241328" y="3507624"/>
                  <a:ext cx="806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B5A90EBE-6C7F-0487-69E8-37B0B89CB101}"/>
                    </a:ext>
                  </a:extLst>
                </p14:cNvPr>
                <p14:cNvContentPartPr/>
                <p14:nvPr/>
              </p14:nvContentPartPr>
              <p14:xfrm>
                <a:off x="7335288" y="3513744"/>
                <a:ext cx="140760" cy="1620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B5A90EBE-6C7F-0487-69E8-37B0B89CB101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7326648" y="3505104"/>
                  <a:ext cx="1584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843B6F1E-38DA-E25F-B0C6-F1BDBA48A744}"/>
                    </a:ext>
                  </a:extLst>
                </p14:cNvPr>
                <p14:cNvContentPartPr/>
                <p14:nvPr/>
              </p14:nvContentPartPr>
              <p14:xfrm>
                <a:off x="7521408" y="3527424"/>
                <a:ext cx="64440" cy="19368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843B6F1E-38DA-E25F-B0C6-F1BDBA48A744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7512768" y="3518784"/>
                  <a:ext cx="820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3D0D2178-6FD8-BA95-F574-E6A1BD75450C}"/>
                    </a:ext>
                  </a:extLst>
                </p14:cNvPr>
                <p14:cNvContentPartPr/>
                <p14:nvPr/>
              </p14:nvContentPartPr>
              <p14:xfrm>
                <a:off x="5651928" y="3056544"/>
                <a:ext cx="122760" cy="2437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3D0D2178-6FD8-BA95-F574-E6A1BD75450C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5643288" y="3047904"/>
                  <a:ext cx="14040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2D992C7F-C034-EA36-1A8C-FF11683D6917}"/>
                    </a:ext>
                  </a:extLst>
                </p14:cNvPr>
                <p14:cNvContentPartPr/>
                <p14:nvPr/>
              </p14:nvContentPartPr>
              <p14:xfrm>
                <a:off x="5921928" y="3046464"/>
                <a:ext cx="142560" cy="2948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2D992C7F-C034-EA36-1A8C-FF11683D6917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5913288" y="3037464"/>
                  <a:ext cx="16020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BED3DA8A-00A5-C9A8-ECCB-FA98063BC3B6}"/>
                    </a:ext>
                  </a:extLst>
                </p14:cNvPr>
                <p14:cNvContentPartPr/>
                <p14:nvPr/>
              </p14:nvContentPartPr>
              <p14:xfrm>
                <a:off x="6175008" y="3048984"/>
                <a:ext cx="163080" cy="1882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BED3DA8A-00A5-C9A8-ECCB-FA98063BC3B6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6166008" y="3039984"/>
                  <a:ext cx="1807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6AD15F87-FB95-3D18-2EAB-D490B8F58113}"/>
                    </a:ext>
                  </a:extLst>
                </p14:cNvPr>
                <p14:cNvContentPartPr/>
                <p14:nvPr/>
              </p14:nvContentPartPr>
              <p14:xfrm>
                <a:off x="6222888" y="3145104"/>
                <a:ext cx="172440" cy="320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6AD15F87-FB95-3D18-2EAB-D490B8F58113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6214248" y="3136464"/>
                  <a:ext cx="19008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2B749C97-8D1A-654D-80AB-697FC4B9E909}"/>
                    </a:ext>
                  </a:extLst>
                </p14:cNvPr>
                <p14:cNvContentPartPr/>
                <p14:nvPr/>
              </p14:nvContentPartPr>
              <p14:xfrm>
                <a:off x="6568488" y="3115584"/>
                <a:ext cx="97560" cy="10008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2B749C97-8D1A-654D-80AB-697FC4B9E909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6559488" y="3106584"/>
                  <a:ext cx="11520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B49B4202-2014-A856-915D-97501E37CAC6}"/>
                    </a:ext>
                  </a:extLst>
                </p14:cNvPr>
                <p14:cNvContentPartPr/>
                <p14:nvPr/>
              </p14:nvContentPartPr>
              <p14:xfrm>
                <a:off x="6576408" y="3186144"/>
                <a:ext cx="44280" cy="115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B49B4202-2014-A856-915D-97501E37CAC6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6567408" y="3177504"/>
                  <a:ext cx="619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7EC4929B-3F72-1FC3-6882-806075774C1A}"/>
                    </a:ext>
                  </a:extLst>
                </p14:cNvPr>
                <p14:cNvContentPartPr/>
                <p14:nvPr/>
              </p14:nvContentPartPr>
              <p14:xfrm>
                <a:off x="6708888" y="3133584"/>
                <a:ext cx="139680" cy="536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7EC4929B-3F72-1FC3-6882-806075774C1A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6700248" y="3124584"/>
                  <a:ext cx="15732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16728F91-94DF-A1E6-1868-A1035F3E8CB8}"/>
                    </a:ext>
                  </a:extLst>
                </p14:cNvPr>
                <p14:cNvContentPartPr/>
                <p14:nvPr/>
              </p14:nvContentPartPr>
              <p14:xfrm>
                <a:off x="6897888" y="3116664"/>
                <a:ext cx="120960" cy="770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16728F91-94DF-A1E6-1868-A1035F3E8CB8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6889248" y="3107664"/>
                  <a:ext cx="13860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1D901A44-97ED-4EFE-96D6-F4D3D8C22310}"/>
                    </a:ext>
                  </a:extLst>
                </p14:cNvPr>
                <p14:cNvContentPartPr/>
                <p14:nvPr/>
              </p14:nvContentPartPr>
              <p14:xfrm>
                <a:off x="7202808" y="3020904"/>
                <a:ext cx="177120" cy="17964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1D901A44-97ED-4EFE-96D6-F4D3D8C22310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7193808" y="3012264"/>
                  <a:ext cx="1947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B3C410A0-2BB7-5E69-C068-A0940B610181}"/>
                    </a:ext>
                  </a:extLst>
                </p14:cNvPr>
                <p14:cNvContentPartPr/>
                <p14:nvPr/>
              </p14:nvContentPartPr>
              <p14:xfrm>
                <a:off x="7384248" y="3001464"/>
                <a:ext cx="132840" cy="3232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B3C410A0-2BB7-5E69-C068-A0940B610181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7375608" y="2992464"/>
                  <a:ext cx="15048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31779133-8E67-D481-4F31-266794F79660}"/>
                    </a:ext>
                  </a:extLst>
                </p14:cNvPr>
                <p14:cNvContentPartPr/>
                <p14:nvPr/>
              </p14:nvContentPartPr>
              <p14:xfrm>
                <a:off x="5319288" y="2971584"/>
                <a:ext cx="414360" cy="10479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31779133-8E67-D481-4F31-266794F79660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5310288" y="2962584"/>
                  <a:ext cx="432000" cy="10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09E25692-47DF-2508-B566-86A22815AF7C}"/>
                    </a:ext>
                  </a:extLst>
                </p14:cNvPr>
                <p14:cNvContentPartPr/>
                <p14:nvPr/>
              </p14:nvContentPartPr>
              <p14:xfrm>
                <a:off x="7388208" y="2897064"/>
                <a:ext cx="648000" cy="10994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09E25692-47DF-2508-B566-86A22815AF7C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7379208" y="2888424"/>
                  <a:ext cx="665640" cy="11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947BA8EE-A7B8-3A6A-6DE8-4D60E689878B}"/>
                    </a:ext>
                  </a:extLst>
                </p14:cNvPr>
                <p14:cNvContentPartPr/>
                <p14:nvPr/>
              </p14:nvContentPartPr>
              <p14:xfrm>
                <a:off x="6420888" y="3882384"/>
                <a:ext cx="1440" cy="396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947BA8EE-A7B8-3A6A-6DE8-4D60E689878B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6412248" y="3873384"/>
                  <a:ext cx="1908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AB1933A5-7B5C-B8EF-5697-429B935F97E3}"/>
                    </a:ext>
                  </a:extLst>
                </p14:cNvPr>
                <p14:cNvContentPartPr/>
                <p14:nvPr/>
              </p14:nvContentPartPr>
              <p14:xfrm>
                <a:off x="6464448" y="3735504"/>
                <a:ext cx="360" cy="3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AB1933A5-7B5C-B8EF-5697-429B935F97E3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6455448" y="37268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F88BE357-13CA-DAC6-2DC7-B1C2A232F9B6}"/>
                    </a:ext>
                  </a:extLst>
                </p14:cNvPr>
                <p14:cNvContentPartPr/>
                <p14:nvPr/>
              </p14:nvContentPartPr>
              <p14:xfrm>
                <a:off x="6183648" y="3831624"/>
                <a:ext cx="21240" cy="3016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F88BE357-13CA-DAC6-2DC7-B1C2A232F9B6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6174648" y="3822624"/>
                  <a:ext cx="3888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56B2C3E9-1951-A137-1830-0C58E8751F2F}"/>
                    </a:ext>
                  </a:extLst>
                </p14:cNvPr>
                <p14:cNvContentPartPr/>
                <p14:nvPr/>
              </p14:nvContentPartPr>
              <p14:xfrm>
                <a:off x="6069528" y="4072464"/>
                <a:ext cx="168120" cy="1260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56B2C3E9-1951-A137-1830-0C58E8751F2F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6060888" y="4063464"/>
                  <a:ext cx="1857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F54F32E3-6A23-D10E-C23D-AE95B7E43442}"/>
                    </a:ext>
                  </a:extLst>
                </p14:cNvPr>
                <p14:cNvContentPartPr/>
                <p14:nvPr/>
              </p14:nvContentPartPr>
              <p14:xfrm>
                <a:off x="6183288" y="4092984"/>
                <a:ext cx="85680" cy="14472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F54F32E3-6A23-D10E-C23D-AE95B7E43442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6174288" y="4083984"/>
                  <a:ext cx="1033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2421FD94-516D-81D6-1087-5BE329787B7A}"/>
                    </a:ext>
                  </a:extLst>
                </p14:cNvPr>
                <p14:cNvContentPartPr/>
                <p14:nvPr/>
              </p14:nvContentPartPr>
              <p14:xfrm>
                <a:off x="4416768" y="4248864"/>
                <a:ext cx="199080" cy="25452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2421FD94-516D-81D6-1087-5BE329787B7A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4408128" y="4239864"/>
                  <a:ext cx="21672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5C539FF0-56B4-5EB8-5BA9-8A24DD1A8AD7}"/>
                    </a:ext>
                  </a:extLst>
                </p14:cNvPr>
                <p14:cNvContentPartPr/>
                <p14:nvPr/>
              </p14:nvContentPartPr>
              <p14:xfrm>
                <a:off x="4682088" y="4281984"/>
                <a:ext cx="241920" cy="14868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5C539FF0-56B4-5EB8-5BA9-8A24DD1A8AD7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4673088" y="4273344"/>
                  <a:ext cx="2595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62293F7C-DFCD-F6C0-7A5E-92D54E2C12DD}"/>
                    </a:ext>
                  </a:extLst>
                </p14:cNvPr>
                <p14:cNvContentPartPr/>
                <p14:nvPr/>
              </p14:nvContentPartPr>
              <p14:xfrm>
                <a:off x="5056848" y="4382064"/>
                <a:ext cx="18000" cy="1656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62293F7C-DFCD-F6C0-7A5E-92D54E2C12DD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5048208" y="4373424"/>
                  <a:ext cx="356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1BC2FE4F-AC59-9156-6153-347710E9312F}"/>
                    </a:ext>
                  </a:extLst>
                </p14:cNvPr>
                <p14:cNvContentPartPr/>
                <p14:nvPr/>
              </p14:nvContentPartPr>
              <p14:xfrm>
                <a:off x="5136408" y="4272984"/>
                <a:ext cx="138960" cy="3463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1BC2FE4F-AC59-9156-6153-347710E9312F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5127768" y="4263984"/>
                  <a:ext cx="15660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A4982926-BA96-EEF4-D3A6-69AC9692FEB7}"/>
                    </a:ext>
                  </a:extLst>
                </p14:cNvPr>
                <p14:cNvContentPartPr/>
                <p14:nvPr/>
              </p14:nvContentPartPr>
              <p14:xfrm>
                <a:off x="5347008" y="4349664"/>
                <a:ext cx="262080" cy="777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A4982926-BA96-EEF4-D3A6-69AC9692FEB7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5338008" y="4340664"/>
                  <a:ext cx="27972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CD442534-218C-E27E-174A-293385D51EA6}"/>
                    </a:ext>
                  </a:extLst>
                </p14:cNvPr>
                <p14:cNvContentPartPr/>
                <p14:nvPr/>
              </p14:nvContentPartPr>
              <p14:xfrm>
                <a:off x="5675328" y="4305024"/>
                <a:ext cx="228240" cy="10800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CD442534-218C-E27E-174A-293385D51EA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5666328" y="4296384"/>
                  <a:ext cx="2458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7D20CEA5-EB40-5FD6-F3C8-9053BBBA17D4}"/>
                    </a:ext>
                  </a:extLst>
                </p14:cNvPr>
                <p14:cNvContentPartPr/>
                <p14:nvPr/>
              </p14:nvContentPartPr>
              <p14:xfrm>
                <a:off x="5903928" y="4357224"/>
                <a:ext cx="42120" cy="104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7D20CEA5-EB40-5FD6-F3C8-9053BBBA17D4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5895288" y="4348584"/>
                  <a:ext cx="597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9ADF0D87-9435-A883-EA02-5461CDF479E2}"/>
                    </a:ext>
                  </a:extLst>
                </p14:cNvPr>
                <p14:cNvContentPartPr/>
                <p14:nvPr/>
              </p14:nvContentPartPr>
              <p14:xfrm>
                <a:off x="6112008" y="4291344"/>
                <a:ext cx="163800" cy="16488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9ADF0D87-9435-A883-EA02-5461CDF479E2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6103008" y="4282344"/>
                  <a:ext cx="1814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10F9B685-D27D-6558-45F1-F9C676B565E6}"/>
                    </a:ext>
                  </a:extLst>
                </p14:cNvPr>
                <p14:cNvContentPartPr/>
                <p14:nvPr/>
              </p14:nvContentPartPr>
              <p14:xfrm>
                <a:off x="6154128" y="4401504"/>
                <a:ext cx="138240" cy="468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10F9B685-D27D-6558-45F1-F9C676B565E6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6145488" y="4392864"/>
                  <a:ext cx="15588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EEA18453-0529-9752-9D39-88B756D7D0BE}"/>
              </a:ext>
            </a:extLst>
          </p:cNvPr>
          <p:cNvGrpSpPr/>
          <p:nvPr/>
        </p:nvGrpSpPr>
        <p:grpSpPr>
          <a:xfrm>
            <a:off x="5518728" y="4589064"/>
            <a:ext cx="732240" cy="219960"/>
            <a:chOff x="5518728" y="4589064"/>
            <a:chExt cx="732240" cy="21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A6E10BD4-02A7-49A9-51BA-A7E734AA0385}"/>
                    </a:ext>
                  </a:extLst>
                </p14:cNvPr>
                <p14:cNvContentPartPr/>
                <p14:nvPr/>
              </p14:nvContentPartPr>
              <p14:xfrm>
                <a:off x="5518728" y="4589064"/>
                <a:ext cx="100800" cy="928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A6E10BD4-02A7-49A9-51BA-A7E734AA0385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5509728" y="4580424"/>
                  <a:ext cx="11844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DAA5FAE5-B22F-95EE-9E19-61B6AA0D5CCC}"/>
                    </a:ext>
                  </a:extLst>
                </p14:cNvPr>
                <p14:cNvContentPartPr/>
                <p14:nvPr/>
              </p14:nvContentPartPr>
              <p14:xfrm>
                <a:off x="5745168" y="4590144"/>
                <a:ext cx="78840" cy="8136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DAA5FAE5-B22F-95EE-9E19-61B6AA0D5CCC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5736528" y="4581504"/>
                  <a:ext cx="964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8D7A01D6-2F86-3D46-4D8A-429C6C9FC2DD}"/>
                    </a:ext>
                  </a:extLst>
                </p14:cNvPr>
                <p14:cNvContentPartPr/>
                <p14:nvPr/>
              </p14:nvContentPartPr>
              <p14:xfrm>
                <a:off x="5892408" y="4617864"/>
                <a:ext cx="46080" cy="6120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8D7A01D6-2F86-3D46-4D8A-429C6C9FC2DD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5883768" y="4609224"/>
                  <a:ext cx="6372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F2F87608-F5AC-52A9-B99A-E81A72D38D53}"/>
                    </a:ext>
                  </a:extLst>
                </p14:cNvPr>
                <p14:cNvContentPartPr/>
                <p14:nvPr/>
              </p14:nvContentPartPr>
              <p14:xfrm>
                <a:off x="6011208" y="4618224"/>
                <a:ext cx="239760" cy="1908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F2F87608-F5AC-52A9-B99A-E81A72D38D53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6002568" y="4609224"/>
                  <a:ext cx="25740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6F488CA9-6C3D-19FA-6270-67AED275F038}"/>
              </a:ext>
            </a:extLst>
          </p:cNvPr>
          <p:cNvGrpSpPr/>
          <p:nvPr/>
        </p:nvGrpSpPr>
        <p:grpSpPr>
          <a:xfrm>
            <a:off x="7217928" y="3853584"/>
            <a:ext cx="1703520" cy="542160"/>
            <a:chOff x="7217928" y="3853584"/>
            <a:chExt cx="1703520" cy="54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EE7E1D3D-92F2-8A5D-B920-1181479AA2CB}"/>
                    </a:ext>
                  </a:extLst>
                </p14:cNvPr>
                <p14:cNvContentPartPr/>
                <p14:nvPr/>
              </p14:nvContentPartPr>
              <p14:xfrm>
                <a:off x="7243488" y="3853584"/>
                <a:ext cx="160560" cy="2908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EE7E1D3D-92F2-8A5D-B920-1181479AA2CB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7234488" y="3844944"/>
                  <a:ext cx="17820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D1B3C443-EBFB-D484-1A2C-213413882CA8}"/>
                    </a:ext>
                  </a:extLst>
                </p14:cNvPr>
                <p14:cNvContentPartPr/>
                <p14:nvPr/>
              </p14:nvContentPartPr>
              <p14:xfrm>
                <a:off x="7217928" y="4144464"/>
                <a:ext cx="120240" cy="25128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D1B3C443-EBFB-D484-1A2C-213413882CA8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7208928" y="4135464"/>
                  <a:ext cx="1378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0C9A923A-93F2-6918-6FF0-8144CD5F59B2}"/>
                    </a:ext>
                  </a:extLst>
                </p14:cNvPr>
                <p14:cNvContentPartPr/>
                <p14:nvPr/>
              </p14:nvContentPartPr>
              <p14:xfrm>
                <a:off x="7359768" y="4143024"/>
                <a:ext cx="284040" cy="16812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0C9A923A-93F2-6918-6FF0-8144CD5F59B2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7350768" y="4134384"/>
                  <a:ext cx="3016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B547EBBC-DDE0-673B-942D-84702961C108}"/>
                    </a:ext>
                  </a:extLst>
                </p14:cNvPr>
                <p14:cNvContentPartPr/>
                <p14:nvPr/>
              </p14:nvContentPartPr>
              <p14:xfrm>
                <a:off x="7720488" y="4297464"/>
                <a:ext cx="29160" cy="162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B547EBBC-DDE0-673B-942D-84702961C108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7711488" y="4288824"/>
                  <a:ext cx="468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9AA9ECA3-8544-26B2-B33B-A5C4628C6A2B}"/>
                    </a:ext>
                  </a:extLst>
                </p14:cNvPr>
                <p14:cNvContentPartPr/>
                <p14:nvPr/>
              </p14:nvContentPartPr>
              <p14:xfrm>
                <a:off x="7952328" y="4129344"/>
                <a:ext cx="128520" cy="23544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9AA9ECA3-8544-26B2-B33B-A5C4628C6A2B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7943328" y="4120344"/>
                  <a:ext cx="14616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91E55BD0-3BC9-5612-2EF1-1640EB109307}"/>
                    </a:ext>
                  </a:extLst>
                </p14:cNvPr>
                <p14:cNvContentPartPr/>
                <p14:nvPr/>
              </p14:nvContentPartPr>
              <p14:xfrm>
                <a:off x="8200728" y="4152384"/>
                <a:ext cx="301680" cy="9684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91E55BD0-3BC9-5612-2EF1-1640EB109307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8192088" y="4143744"/>
                  <a:ext cx="31932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F265FCEA-F401-5570-740A-7FBCFB4A1740}"/>
                    </a:ext>
                  </a:extLst>
                </p14:cNvPr>
                <p14:cNvContentPartPr/>
                <p14:nvPr/>
              </p14:nvContentPartPr>
              <p14:xfrm>
                <a:off x="8541648" y="4072464"/>
                <a:ext cx="289800" cy="13788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F265FCEA-F401-5570-740A-7FBCFB4A1740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8532648" y="4063824"/>
                  <a:ext cx="3074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EABDB7D5-BEB5-8282-0AD3-E4FF90325E6F}"/>
                    </a:ext>
                  </a:extLst>
                </p14:cNvPr>
                <p14:cNvContentPartPr/>
                <p14:nvPr/>
              </p14:nvContentPartPr>
              <p14:xfrm>
                <a:off x="8840088" y="4156704"/>
                <a:ext cx="81360" cy="3672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EABDB7D5-BEB5-8282-0AD3-E4FF90325E6F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8831088" y="4147704"/>
                  <a:ext cx="99000" cy="5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7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23B59897-9F5C-5C54-DEA8-1D3395E37DE6}"/>
                  </a:ext>
                </a:extLst>
              </p14:cNvPr>
              <p14:cNvContentPartPr/>
              <p14:nvPr/>
            </p14:nvContentPartPr>
            <p14:xfrm>
              <a:off x="9274248" y="4027104"/>
              <a:ext cx="143640" cy="17928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23B59897-9F5C-5C54-DEA8-1D3395E37DE6}"/>
                  </a:ext>
                </a:extLst>
              </p:cNvPr>
              <p:cNvPicPr/>
              <p:nvPr/>
            </p:nvPicPr>
            <p:blipFill>
              <a:blip r:embed="rId478"/>
              <a:stretch>
                <a:fillRect/>
              </a:stretch>
            </p:blipFill>
            <p:spPr>
              <a:xfrm>
                <a:off x="9265248" y="4018464"/>
                <a:ext cx="161280" cy="196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09" name="Group 308">
            <a:extLst>
              <a:ext uri="{FF2B5EF4-FFF2-40B4-BE49-F238E27FC236}">
                <a16:creationId xmlns:a16="http://schemas.microsoft.com/office/drawing/2014/main" id="{8978A8D7-10BB-E1CE-5176-02A0FFDE8D6E}"/>
              </a:ext>
            </a:extLst>
          </p:cNvPr>
          <p:cNvGrpSpPr/>
          <p:nvPr/>
        </p:nvGrpSpPr>
        <p:grpSpPr>
          <a:xfrm>
            <a:off x="9636768" y="4085424"/>
            <a:ext cx="1031760" cy="299160"/>
            <a:chOff x="9636768" y="4085424"/>
            <a:chExt cx="1031760" cy="29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2E9049E0-C15A-C972-99F6-61D40BBA2C2F}"/>
                    </a:ext>
                  </a:extLst>
                </p14:cNvPr>
                <p14:cNvContentPartPr/>
                <p14:nvPr/>
              </p14:nvContentPartPr>
              <p14:xfrm>
                <a:off x="9636768" y="4101264"/>
                <a:ext cx="123840" cy="964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2E9049E0-C15A-C972-99F6-61D40BBA2C2F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9628128" y="4092264"/>
                  <a:ext cx="1414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C003B4B3-2C6C-A3C5-166F-4ED1BF5C25DD}"/>
                    </a:ext>
                  </a:extLst>
                </p14:cNvPr>
                <p14:cNvContentPartPr/>
                <p14:nvPr/>
              </p14:nvContentPartPr>
              <p14:xfrm>
                <a:off x="9871128" y="4109904"/>
                <a:ext cx="88920" cy="820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C003B4B3-2C6C-A3C5-166F-4ED1BF5C25DD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9862488" y="4101264"/>
                  <a:ext cx="10656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EEA1CEEC-8EB3-EF46-E47D-FCE122F8C03D}"/>
                    </a:ext>
                  </a:extLst>
                </p14:cNvPr>
                <p14:cNvContentPartPr/>
                <p14:nvPr/>
              </p14:nvContentPartPr>
              <p14:xfrm>
                <a:off x="10064088" y="4107384"/>
                <a:ext cx="456840" cy="878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EEA1CEEC-8EB3-EF46-E47D-FCE122F8C03D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10055088" y="4098744"/>
                  <a:ext cx="47448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A03C3C6C-F891-E9F2-DF72-BB084C73B8EF}"/>
                    </a:ext>
                  </a:extLst>
                </p14:cNvPr>
                <p14:cNvContentPartPr/>
                <p14:nvPr/>
              </p14:nvContentPartPr>
              <p14:xfrm>
                <a:off x="10550808" y="4085424"/>
                <a:ext cx="117720" cy="2991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A03C3C6C-F891-E9F2-DF72-BB084C73B8EF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10541808" y="4076784"/>
                  <a:ext cx="135360" cy="316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7">
            <p14:nvContentPartPr>
              <p14:cNvPr id="308" name="Ink 307">
                <a:extLst>
                  <a:ext uri="{FF2B5EF4-FFF2-40B4-BE49-F238E27FC236}">
                    <a16:creationId xmlns:a16="http://schemas.microsoft.com/office/drawing/2014/main" id="{A1D98A4C-A8EF-DBE9-B3BE-27785BBD2BA1}"/>
                  </a:ext>
                </a:extLst>
              </p14:cNvPr>
              <p14:cNvContentPartPr/>
              <p14:nvPr/>
            </p14:nvContentPartPr>
            <p14:xfrm>
              <a:off x="10940328" y="4317984"/>
              <a:ext cx="21600" cy="25560"/>
            </p14:xfrm>
          </p:contentPart>
        </mc:Choice>
        <mc:Fallback xmlns="">
          <p:pic>
            <p:nvPicPr>
              <p:cNvPr id="308" name="Ink 307">
                <a:extLst>
                  <a:ext uri="{FF2B5EF4-FFF2-40B4-BE49-F238E27FC236}">
                    <a16:creationId xmlns:a16="http://schemas.microsoft.com/office/drawing/2014/main" id="{A1D98A4C-A8EF-DBE9-B3BE-27785BBD2BA1}"/>
                  </a:ext>
                </a:extLst>
              </p:cNvPr>
              <p:cNvPicPr/>
              <p:nvPr/>
            </p:nvPicPr>
            <p:blipFill>
              <a:blip r:embed="rId488"/>
              <a:stretch>
                <a:fillRect/>
              </a:stretch>
            </p:blipFill>
            <p:spPr>
              <a:xfrm>
                <a:off x="10931688" y="4308984"/>
                <a:ext cx="39240" cy="432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6" name="Group 315">
            <a:extLst>
              <a:ext uri="{FF2B5EF4-FFF2-40B4-BE49-F238E27FC236}">
                <a16:creationId xmlns:a16="http://schemas.microsoft.com/office/drawing/2014/main" id="{7BF89054-DD00-B8FC-786E-452AE3DB7DEB}"/>
              </a:ext>
            </a:extLst>
          </p:cNvPr>
          <p:cNvGrpSpPr/>
          <p:nvPr/>
        </p:nvGrpSpPr>
        <p:grpSpPr>
          <a:xfrm>
            <a:off x="3094488" y="4788144"/>
            <a:ext cx="668520" cy="257400"/>
            <a:chOff x="3094488" y="4788144"/>
            <a:chExt cx="668520" cy="25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A2C8CD0C-27ED-0D60-23CD-E667239BF3CE}"/>
                    </a:ext>
                  </a:extLst>
                </p14:cNvPr>
                <p14:cNvContentPartPr/>
                <p14:nvPr/>
              </p14:nvContentPartPr>
              <p14:xfrm>
                <a:off x="3094488" y="4788144"/>
                <a:ext cx="145800" cy="25740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A2C8CD0C-27ED-0D60-23CD-E667239BF3CE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3085848" y="4779504"/>
                  <a:ext cx="16344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3AA02552-8914-6BD2-7EA3-36A2110C7692}"/>
                    </a:ext>
                  </a:extLst>
                </p14:cNvPr>
                <p14:cNvContentPartPr/>
                <p14:nvPr/>
              </p14:nvContentPartPr>
              <p14:xfrm>
                <a:off x="3309048" y="4856544"/>
                <a:ext cx="184320" cy="14220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3AA02552-8914-6BD2-7EA3-36A2110C7692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3300408" y="4847544"/>
                  <a:ext cx="2019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3BAB2F8C-33A7-D611-734F-30AB771A70A8}"/>
                    </a:ext>
                  </a:extLst>
                </p14:cNvPr>
                <p14:cNvContentPartPr/>
                <p14:nvPr/>
              </p14:nvContentPartPr>
              <p14:xfrm>
                <a:off x="3648528" y="4887504"/>
                <a:ext cx="11520" cy="10980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3BAB2F8C-33A7-D611-734F-30AB771A70A8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3639528" y="4878864"/>
                  <a:ext cx="291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B93561F9-FCC0-6757-3F82-4202C6118F1C}"/>
                    </a:ext>
                  </a:extLst>
                </p14:cNvPr>
                <p14:cNvContentPartPr/>
                <p14:nvPr/>
              </p14:nvContentPartPr>
              <p14:xfrm>
                <a:off x="3552048" y="4857264"/>
                <a:ext cx="210960" cy="1861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B93561F9-FCC0-6757-3F82-4202C6118F1C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3543048" y="4848624"/>
                  <a:ext cx="228600" cy="20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7">
            <p14:nvContentPartPr>
              <p14:cNvPr id="319" name="Ink 318">
                <a:extLst>
                  <a:ext uri="{FF2B5EF4-FFF2-40B4-BE49-F238E27FC236}">
                    <a16:creationId xmlns:a16="http://schemas.microsoft.com/office/drawing/2014/main" id="{153917B5-1118-A0DB-669A-AC19ABD2D98F}"/>
                  </a:ext>
                </a:extLst>
              </p14:cNvPr>
              <p14:cNvContentPartPr/>
              <p14:nvPr/>
            </p14:nvContentPartPr>
            <p14:xfrm>
              <a:off x="4641048" y="4946184"/>
              <a:ext cx="6840" cy="21240"/>
            </p14:xfrm>
          </p:contentPart>
        </mc:Choice>
        <mc:Fallback xmlns="">
          <p:pic>
            <p:nvPicPr>
              <p:cNvPr id="319" name="Ink 318">
                <a:extLst>
                  <a:ext uri="{FF2B5EF4-FFF2-40B4-BE49-F238E27FC236}">
                    <a16:creationId xmlns:a16="http://schemas.microsoft.com/office/drawing/2014/main" id="{153917B5-1118-A0DB-669A-AC19ABD2D98F}"/>
                  </a:ext>
                </a:extLst>
              </p:cNvPr>
              <p:cNvPicPr/>
              <p:nvPr/>
            </p:nvPicPr>
            <p:blipFill>
              <a:blip r:embed="rId498"/>
              <a:stretch>
                <a:fillRect/>
              </a:stretch>
            </p:blipFill>
            <p:spPr>
              <a:xfrm>
                <a:off x="4632408" y="4937544"/>
                <a:ext cx="24480" cy="3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322" name="Group 321">
            <a:extLst>
              <a:ext uri="{FF2B5EF4-FFF2-40B4-BE49-F238E27FC236}">
                <a16:creationId xmlns:a16="http://schemas.microsoft.com/office/drawing/2014/main" id="{E2A0EA4E-0142-AA7A-7889-FB8524ECBAE1}"/>
              </a:ext>
            </a:extLst>
          </p:cNvPr>
          <p:cNvGrpSpPr/>
          <p:nvPr/>
        </p:nvGrpSpPr>
        <p:grpSpPr>
          <a:xfrm>
            <a:off x="2477808" y="4747464"/>
            <a:ext cx="361080" cy="451440"/>
            <a:chOff x="2477808" y="4747464"/>
            <a:chExt cx="361080" cy="45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77684416-DBA6-29D7-F318-CDDDC386A9C7}"/>
                    </a:ext>
                  </a:extLst>
                </p14:cNvPr>
                <p14:cNvContentPartPr/>
                <p14:nvPr/>
              </p14:nvContentPartPr>
              <p14:xfrm>
                <a:off x="2477808" y="4808664"/>
                <a:ext cx="136440" cy="24228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77684416-DBA6-29D7-F318-CDDDC386A9C7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2469168" y="4800024"/>
                  <a:ext cx="15408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DD1EE301-26E7-7320-9ED7-BD4A10727237}"/>
                    </a:ext>
                  </a:extLst>
                </p14:cNvPr>
                <p14:cNvContentPartPr/>
                <p14:nvPr/>
              </p14:nvContentPartPr>
              <p14:xfrm>
                <a:off x="2659608" y="4747464"/>
                <a:ext cx="179280" cy="45144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DD1EE301-26E7-7320-9ED7-BD4A10727237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2650608" y="4738824"/>
                  <a:ext cx="196920" cy="46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EB288088-8178-CAB5-CD7B-0DD2358F883B}"/>
              </a:ext>
            </a:extLst>
          </p:cNvPr>
          <p:cNvGrpSpPr/>
          <p:nvPr/>
        </p:nvGrpSpPr>
        <p:grpSpPr>
          <a:xfrm>
            <a:off x="4086648" y="4856544"/>
            <a:ext cx="157320" cy="194400"/>
            <a:chOff x="4086648" y="4856544"/>
            <a:chExt cx="157320" cy="19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B07D241B-4E95-AE05-AB0F-56A36501D390}"/>
                    </a:ext>
                  </a:extLst>
                </p14:cNvPr>
                <p14:cNvContentPartPr/>
                <p14:nvPr/>
              </p14:nvContentPartPr>
              <p14:xfrm>
                <a:off x="4086648" y="4856544"/>
                <a:ext cx="30960" cy="5508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B07D241B-4E95-AE05-AB0F-56A36501D390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4078008" y="4847544"/>
                  <a:ext cx="4860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138BEC6C-F053-577E-B72A-48C0EB3F4566}"/>
                    </a:ext>
                  </a:extLst>
                </p14:cNvPr>
                <p14:cNvContentPartPr/>
                <p14:nvPr/>
              </p14:nvContentPartPr>
              <p14:xfrm>
                <a:off x="4143528" y="5041224"/>
                <a:ext cx="28440" cy="97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138BEC6C-F053-577E-B72A-48C0EB3F4566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4134888" y="5032224"/>
                  <a:ext cx="460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76C32160-1A72-7602-9D24-7A6E00D86285}"/>
                    </a:ext>
                  </a:extLst>
                </p14:cNvPr>
                <p14:cNvContentPartPr/>
                <p14:nvPr/>
              </p14:nvContentPartPr>
              <p14:xfrm>
                <a:off x="4089528" y="4897584"/>
                <a:ext cx="154440" cy="1418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76C32160-1A72-7602-9D24-7A6E00D86285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4080888" y="4888944"/>
                  <a:ext cx="172080" cy="15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D9003F8-BB73-0625-01D6-83CC3D97B6E3}"/>
              </a:ext>
            </a:extLst>
          </p:cNvPr>
          <p:cNvGrpSpPr/>
          <p:nvPr/>
        </p:nvGrpSpPr>
        <p:grpSpPr>
          <a:xfrm>
            <a:off x="4604688" y="4719384"/>
            <a:ext cx="673920" cy="484200"/>
            <a:chOff x="4604688" y="4719384"/>
            <a:chExt cx="673920" cy="48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EB71B4CD-7542-B843-1B68-5C0676EEFD1A}"/>
                    </a:ext>
                  </a:extLst>
                </p14:cNvPr>
                <p14:cNvContentPartPr/>
                <p14:nvPr/>
              </p14:nvContentPartPr>
              <p14:xfrm>
                <a:off x="4604688" y="4719384"/>
                <a:ext cx="253440" cy="32688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EB71B4CD-7542-B843-1B68-5C0676EEFD1A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4595688" y="4710744"/>
                  <a:ext cx="2710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EE315B60-8957-B19B-A9E8-2183837B764F}"/>
                    </a:ext>
                  </a:extLst>
                </p14:cNvPr>
                <p14:cNvContentPartPr/>
                <p14:nvPr/>
              </p14:nvContentPartPr>
              <p14:xfrm>
                <a:off x="4892328" y="4893264"/>
                <a:ext cx="7560" cy="2376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EE315B60-8957-B19B-A9E8-2183837B764F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4883328" y="4884264"/>
                  <a:ext cx="2520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31448C64-AB0E-75D5-2951-E2F03F808616}"/>
                    </a:ext>
                  </a:extLst>
                </p14:cNvPr>
                <p14:cNvContentPartPr/>
                <p14:nvPr/>
              </p14:nvContentPartPr>
              <p14:xfrm>
                <a:off x="4972248" y="4865544"/>
                <a:ext cx="306360" cy="3380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31448C64-AB0E-75D5-2951-E2F03F808616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4963608" y="4856544"/>
                  <a:ext cx="324000" cy="35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050255E0-E6CE-8F69-32F1-9D1CD66827D0}"/>
              </a:ext>
            </a:extLst>
          </p:cNvPr>
          <p:cNvGrpSpPr/>
          <p:nvPr/>
        </p:nvGrpSpPr>
        <p:grpSpPr>
          <a:xfrm>
            <a:off x="5633568" y="4932144"/>
            <a:ext cx="447120" cy="166680"/>
            <a:chOff x="5633568" y="4932144"/>
            <a:chExt cx="447120" cy="16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241AE7B9-9BCC-439F-A321-1868E0BF7374}"/>
                    </a:ext>
                  </a:extLst>
                </p14:cNvPr>
                <p14:cNvContentPartPr/>
                <p14:nvPr/>
              </p14:nvContentPartPr>
              <p14:xfrm>
                <a:off x="5633568" y="4993704"/>
                <a:ext cx="158760" cy="1260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241AE7B9-9BCC-439F-A321-1868E0BF7374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5624568" y="4985064"/>
                  <a:ext cx="176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6A26B66D-4779-877D-F407-8C9A01054C2B}"/>
                    </a:ext>
                  </a:extLst>
                </p14:cNvPr>
                <p14:cNvContentPartPr/>
                <p14:nvPr/>
              </p14:nvContentPartPr>
              <p14:xfrm>
                <a:off x="5704128" y="4932144"/>
                <a:ext cx="21240" cy="16668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6A26B66D-4779-877D-F407-8C9A01054C2B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5695488" y="4923144"/>
                  <a:ext cx="388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2A720AFF-9109-436E-4E8D-2F073B23ACB8}"/>
                    </a:ext>
                  </a:extLst>
                </p14:cNvPr>
                <p14:cNvContentPartPr/>
                <p14:nvPr/>
              </p14:nvContentPartPr>
              <p14:xfrm>
                <a:off x="5910768" y="4954104"/>
                <a:ext cx="169920" cy="7056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2A720AFF-9109-436E-4E8D-2F073B23ACB8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5902128" y="4945104"/>
                  <a:ext cx="187560" cy="88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5360A555-2D81-BBFA-6DDE-65D046DC4C7F}"/>
              </a:ext>
            </a:extLst>
          </p:cNvPr>
          <p:cNvGrpSpPr/>
          <p:nvPr/>
        </p:nvGrpSpPr>
        <p:grpSpPr>
          <a:xfrm>
            <a:off x="6284808" y="4870584"/>
            <a:ext cx="490680" cy="318960"/>
            <a:chOff x="6284808" y="4870584"/>
            <a:chExt cx="490680" cy="3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FB366181-AE88-E50A-BB85-1E9E81AFEFBE}"/>
                    </a:ext>
                  </a:extLst>
                </p14:cNvPr>
                <p14:cNvContentPartPr/>
                <p14:nvPr/>
              </p14:nvContentPartPr>
              <p14:xfrm>
                <a:off x="6284808" y="5021064"/>
                <a:ext cx="52200" cy="12420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FB366181-AE88-E50A-BB85-1E9E81AFEFBE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6276168" y="5012424"/>
                  <a:ext cx="6984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E3050496-D4A0-E386-C8BB-B200233BA708}"/>
                    </a:ext>
                  </a:extLst>
                </p14:cNvPr>
                <p14:cNvContentPartPr/>
                <p14:nvPr/>
              </p14:nvContentPartPr>
              <p14:xfrm>
                <a:off x="6290928" y="4949424"/>
                <a:ext cx="236520" cy="5040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E3050496-D4A0-E386-C8BB-B200233BA708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6281928" y="4940424"/>
                  <a:ext cx="25416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80DE1625-1BD2-56DD-A179-3DA5375296FA}"/>
                    </a:ext>
                  </a:extLst>
                </p14:cNvPr>
                <p14:cNvContentPartPr/>
                <p14:nvPr/>
              </p14:nvContentPartPr>
              <p14:xfrm>
                <a:off x="6327288" y="5067864"/>
                <a:ext cx="345600" cy="532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80DE1625-1BD2-56DD-A179-3DA5375296FA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6318288" y="5059224"/>
                  <a:ext cx="3632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966EBCC4-E284-3CDC-9A6B-63F151044AE2}"/>
                    </a:ext>
                  </a:extLst>
                </p14:cNvPr>
                <p14:cNvContentPartPr/>
                <p14:nvPr/>
              </p14:nvContentPartPr>
              <p14:xfrm>
                <a:off x="6514848" y="4870584"/>
                <a:ext cx="260640" cy="31896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966EBCC4-E284-3CDC-9A6B-63F151044AE2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6505848" y="4861584"/>
                  <a:ext cx="278280" cy="33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26524D9A-18CC-B89F-4246-52F73C348585}"/>
              </a:ext>
            </a:extLst>
          </p:cNvPr>
          <p:cNvGrpSpPr/>
          <p:nvPr/>
        </p:nvGrpSpPr>
        <p:grpSpPr>
          <a:xfrm>
            <a:off x="7051968" y="4850424"/>
            <a:ext cx="898200" cy="337680"/>
            <a:chOff x="7051968" y="4850424"/>
            <a:chExt cx="898200" cy="33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F05638A0-1177-762F-EBAF-F77F81679FE5}"/>
                    </a:ext>
                  </a:extLst>
                </p14:cNvPr>
                <p14:cNvContentPartPr/>
                <p14:nvPr/>
              </p14:nvContentPartPr>
              <p14:xfrm>
                <a:off x="7051968" y="4906224"/>
                <a:ext cx="275400" cy="14976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F05638A0-1177-762F-EBAF-F77F81679FE5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7042968" y="4897584"/>
                  <a:ext cx="2930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8291136C-46EC-2832-0E53-50BF5AAA171E}"/>
                    </a:ext>
                  </a:extLst>
                </p14:cNvPr>
                <p14:cNvContentPartPr/>
                <p14:nvPr/>
              </p14:nvContentPartPr>
              <p14:xfrm>
                <a:off x="7396128" y="4850424"/>
                <a:ext cx="38520" cy="17388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8291136C-46EC-2832-0E53-50BF5AAA171E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7387488" y="4841424"/>
                  <a:ext cx="56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5439FE16-3B58-1A8A-C77D-140F12358ACD}"/>
                    </a:ext>
                  </a:extLst>
                </p14:cNvPr>
                <p14:cNvContentPartPr/>
                <p14:nvPr/>
              </p14:nvContentPartPr>
              <p14:xfrm>
                <a:off x="7361568" y="4895784"/>
                <a:ext cx="367560" cy="11232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5439FE16-3B58-1A8A-C77D-140F12358ACD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7352928" y="4887144"/>
                  <a:ext cx="38520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C077A1F8-A0B0-AE6F-FF4F-892E3A20CBBE}"/>
                    </a:ext>
                  </a:extLst>
                </p14:cNvPr>
                <p14:cNvContentPartPr/>
                <p14:nvPr/>
              </p14:nvContentPartPr>
              <p14:xfrm>
                <a:off x="7817688" y="4877424"/>
                <a:ext cx="132480" cy="31068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C077A1F8-A0B0-AE6F-FF4F-892E3A20CBBE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7809048" y="4868784"/>
                  <a:ext cx="150120" cy="32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5CABD12-2816-2873-336A-2C290373293D}"/>
              </a:ext>
            </a:extLst>
          </p:cNvPr>
          <p:cNvGrpSpPr/>
          <p:nvPr/>
        </p:nvGrpSpPr>
        <p:grpSpPr>
          <a:xfrm>
            <a:off x="8377848" y="4690944"/>
            <a:ext cx="3341520" cy="448200"/>
            <a:chOff x="8377848" y="4690944"/>
            <a:chExt cx="3341520" cy="44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A5330975-6DE0-B25E-4389-29C582EF44C8}"/>
                    </a:ext>
                  </a:extLst>
                </p14:cNvPr>
                <p14:cNvContentPartPr/>
                <p14:nvPr/>
              </p14:nvContentPartPr>
              <p14:xfrm>
                <a:off x="8377848" y="4877064"/>
                <a:ext cx="304200" cy="8136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A5330975-6DE0-B25E-4389-29C582EF44C8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8369208" y="4868064"/>
                  <a:ext cx="32184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87B44BB5-BA11-CBDD-8E6C-2C1F2B5FED55}"/>
                    </a:ext>
                  </a:extLst>
                </p14:cNvPr>
                <p14:cNvContentPartPr/>
                <p14:nvPr/>
              </p14:nvContentPartPr>
              <p14:xfrm>
                <a:off x="8782848" y="4866264"/>
                <a:ext cx="161280" cy="8676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87B44BB5-BA11-CBDD-8E6C-2C1F2B5FED55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8773848" y="4857624"/>
                  <a:ext cx="17892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2CF78EF4-FCCC-BF81-4530-183753803850}"/>
                    </a:ext>
                  </a:extLst>
                </p14:cNvPr>
                <p14:cNvContentPartPr/>
                <p14:nvPr/>
              </p14:nvContentPartPr>
              <p14:xfrm>
                <a:off x="9081648" y="4886784"/>
                <a:ext cx="118080" cy="4068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2CF78EF4-FCCC-BF81-4530-183753803850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9073008" y="4877784"/>
                  <a:ext cx="1357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CABBDDED-7488-FE46-6808-D98CB53CBF9B}"/>
                    </a:ext>
                  </a:extLst>
                </p14:cNvPr>
                <p14:cNvContentPartPr/>
                <p14:nvPr/>
              </p14:nvContentPartPr>
              <p14:xfrm>
                <a:off x="9247248" y="4822344"/>
                <a:ext cx="2520" cy="1512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CABBDDED-7488-FE46-6808-D98CB53CBF9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9238608" y="4813704"/>
                  <a:ext cx="201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3A6228ED-FE60-C8D4-9F49-278D6248D068}"/>
                    </a:ext>
                  </a:extLst>
                </p14:cNvPr>
                <p14:cNvContentPartPr/>
                <p14:nvPr/>
              </p14:nvContentPartPr>
              <p14:xfrm>
                <a:off x="9274248" y="4692024"/>
                <a:ext cx="269280" cy="22032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3A6228ED-FE60-C8D4-9F49-278D6248D068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9265248" y="4683384"/>
                  <a:ext cx="2869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20E3B1DD-4BCE-D88C-3911-E961D7232B12}"/>
                    </a:ext>
                  </a:extLst>
                </p14:cNvPr>
                <p14:cNvContentPartPr/>
                <p14:nvPr/>
              </p14:nvContentPartPr>
              <p14:xfrm>
                <a:off x="9571968" y="4863384"/>
                <a:ext cx="257400" cy="2088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20E3B1DD-4BCE-D88C-3911-E961D7232B12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9563328" y="4854384"/>
                  <a:ext cx="2750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4F2D3C00-FE4B-57E2-5E34-E01BB36ACB51}"/>
                    </a:ext>
                  </a:extLst>
                </p14:cNvPr>
                <p14:cNvContentPartPr/>
                <p14:nvPr/>
              </p14:nvContentPartPr>
              <p14:xfrm>
                <a:off x="9848448" y="4764024"/>
                <a:ext cx="136080" cy="7128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4F2D3C00-FE4B-57E2-5E34-E01BB36ACB51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9839448" y="4755024"/>
                  <a:ext cx="15372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C8CC73BD-722D-50A9-CB43-4C2E3B198833}"/>
                    </a:ext>
                  </a:extLst>
                </p14:cNvPr>
                <p14:cNvContentPartPr/>
                <p14:nvPr/>
              </p14:nvContentPartPr>
              <p14:xfrm>
                <a:off x="10131048" y="4709664"/>
                <a:ext cx="70920" cy="17856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C8CC73BD-722D-50A9-CB43-4C2E3B198833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0122048" y="4700664"/>
                  <a:ext cx="8856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11A23926-ED80-EA12-291A-72353CDD976F}"/>
                    </a:ext>
                  </a:extLst>
                </p14:cNvPr>
                <p14:cNvContentPartPr/>
                <p14:nvPr/>
              </p14:nvContentPartPr>
              <p14:xfrm>
                <a:off x="10250928" y="4690944"/>
                <a:ext cx="218520" cy="19656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11A23926-ED80-EA12-291A-72353CDD976F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0241928" y="4682304"/>
                  <a:ext cx="2361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A44A8F26-E332-3ACE-E1E6-1B6D7194BF0C}"/>
                    </a:ext>
                  </a:extLst>
                </p14:cNvPr>
                <p14:cNvContentPartPr/>
                <p14:nvPr/>
              </p14:nvContentPartPr>
              <p14:xfrm>
                <a:off x="10448568" y="4783104"/>
                <a:ext cx="291960" cy="5832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A44A8F26-E332-3ACE-E1E6-1B6D7194BF0C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0439568" y="4774104"/>
                  <a:ext cx="30960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BDAC4273-AA0C-7F10-5D82-31FE9A204B63}"/>
                    </a:ext>
                  </a:extLst>
                </p14:cNvPr>
                <p14:cNvContentPartPr/>
                <p14:nvPr/>
              </p14:nvContentPartPr>
              <p14:xfrm>
                <a:off x="10805688" y="4782744"/>
                <a:ext cx="253800" cy="4824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BDAC4273-AA0C-7F10-5D82-31FE9A204B63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0797048" y="4774104"/>
                  <a:ext cx="2714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CC52AFCC-A182-1E7F-195D-573008352095}"/>
                    </a:ext>
                  </a:extLst>
                </p14:cNvPr>
                <p14:cNvContentPartPr/>
                <p14:nvPr/>
              </p14:nvContentPartPr>
              <p14:xfrm>
                <a:off x="11302488" y="4694904"/>
                <a:ext cx="41040" cy="17172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CC52AFCC-A182-1E7F-195D-573008352095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11293848" y="4686264"/>
                  <a:ext cx="586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478F67B9-E32B-8754-7316-1D36062A9ED5}"/>
                    </a:ext>
                  </a:extLst>
                </p14:cNvPr>
                <p14:cNvContentPartPr/>
                <p14:nvPr/>
              </p14:nvContentPartPr>
              <p14:xfrm>
                <a:off x="11244168" y="4771584"/>
                <a:ext cx="475200" cy="6444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478F67B9-E32B-8754-7316-1D36062A9ED5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11235168" y="4762584"/>
                  <a:ext cx="49284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C83BF50A-1D51-9137-1ED9-23D1C5259CF4}"/>
                    </a:ext>
                  </a:extLst>
                </p14:cNvPr>
                <p14:cNvContentPartPr/>
                <p14:nvPr/>
              </p14:nvContentPartPr>
              <p14:xfrm>
                <a:off x="10418688" y="5036904"/>
                <a:ext cx="394560" cy="10224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C83BF50A-1D51-9137-1ED9-23D1C5259CF4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10409688" y="5027904"/>
                  <a:ext cx="41220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0AEDE1A9-59EA-122A-5313-F3B243F70A16}"/>
                    </a:ext>
                  </a:extLst>
                </p14:cNvPr>
                <p14:cNvContentPartPr/>
                <p14:nvPr/>
              </p14:nvContentPartPr>
              <p14:xfrm>
                <a:off x="10866528" y="4952664"/>
                <a:ext cx="297000" cy="14220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0AEDE1A9-59EA-122A-5313-F3B243F70A16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10857528" y="4944024"/>
                  <a:ext cx="3146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53C90C93-C716-BFE0-10D8-6DC99A8BDF3F}"/>
                    </a:ext>
                  </a:extLst>
                </p14:cNvPr>
                <p14:cNvContentPartPr/>
                <p14:nvPr/>
              </p14:nvContentPartPr>
              <p14:xfrm>
                <a:off x="11167848" y="5064984"/>
                <a:ext cx="256320" cy="2520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53C90C93-C716-BFE0-10D8-6DC99A8BDF3F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11159208" y="5055984"/>
                  <a:ext cx="273960" cy="4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63" name="Ink 362">
                <a:extLst>
                  <a:ext uri="{FF2B5EF4-FFF2-40B4-BE49-F238E27FC236}">
                    <a16:creationId xmlns:a16="http://schemas.microsoft.com/office/drawing/2014/main" id="{46C4F116-D26B-E8E9-87B2-600F8312E68A}"/>
                  </a:ext>
                </a:extLst>
              </p14:cNvPr>
              <p14:cNvContentPartPr/>
              <p14:nvPr/>
            </p14:nvContentPartPr>
            <p14:xfrm>
              <a:off x="2963448" y="5585544"/>
              <a:ext cx="74880" cy="8280"/>
            </p14:xfrm>
          </p:contentPart>
        </mc:Choice>
        <mc:Fallback xmlns="">
          <p:pic>
            <p:nvPicPr>
              <p:cNvPr id="363" name="Ink 362">
                <a:extLst>
                  <a:ext uri="{FF2B5EF4-FFF2-40B4-BE49-F238E27FC236}">
                    <a16:creationId xmlns:a16="http://schemas.microsoft.com/office/drawing/2014/main" id="{46C4F116-D26B-E8E9-87B2-600F8312E68A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2954808" y="5576544"/>
                <a:ext cx="92520" cy="2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64" name="Ink 363">
                <a:extLst>
                  <a:ext uri="{FF2B5EF4-FFF2-40B4-BE49-F238E27FC236}">
                    <a16:creationId xmlns:a16="http://schemas.microsoft.com/office/drawing/2014/main" id="{C83F0F6A-CA13-088F-A3BF-E1975CF26D9D}"/>
                  </a:ext>
                </a:extLst>
              </p14:cNvPr>
              <p14:cNvContentPartPr/>
              <p14:nvPr/>
            </p14:nvContentPartPr>
            <p14:xfrm>
              <a:off x="3535848" y="5611464"/>
              <a:ext cx="92880" cy="7200"/>
            </p14:xfrm>
          </p:contentPart>
        </mc:Choice>
        <mc:Fallback xmlns="">
          <p:pic>
            <p:nvPicPr>
              <p:cNvPr id="364" name="Ink 363">
                <a:extLst>
                  <a:ext uri="{FF2B5EF4-FFF2-40B4-BE49-F238E27FC236}">
                    <a16:creationId xmlns:a16="http://schemas.microsoft.com/office/drawing/2014/main" id="{C83F0F6A-CA13-088F-A3BF-E1975CF26D9D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3527208" y="5602824"/>
                <a:ext cx="11052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365" name="Ink 364">
                <a:extLst>
                  <a:ext uri="{FF2B5EF4-FFF2-40B4-BE49-F238E27FC236}">
                    <a16:creationId xmlns:a16="http://schemas.microsoft.com/office/drawing/2014/main" id="{8BA66498-D4CC-E53D-D46C-35C8D88C6BA8}"/>
                  </a:ext>
                </a:extLst>
              </p14:cNvPr>
              <p14:cNvContentPartPr/>
              <p14:nvPr/>
            </p14:nvContentPartPr>
            <p14:xfrm>
              <a:off x="4034088" y="5614704"/>
              <a:ext cx="296280" cy="14400"/>
            </p14:xfrm>
          </p:contentPart>
        </mc:Choice>
        <mc:Fallback xmlns="">
          <p:pic>
            <p:nvPicPr>
              <p:cNvPr id="365" name="Ink 364">
                <a:extLst>
                  <a:ext uri="{FF2B5EF4-FFF2-40B4-BE49-F238E27FC236}">
                    <a16:creationId xmlns:a16="http://schemas.microsoft.com/office/drawing/2014/main" id="{8BA66498-D4CC-E53D-D46C-35C8D88C6BA8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4025448" y="5605704"/>
                <a:ext cx="313920" cy="32040"/>
              </a:xfrm>
              <a:prstGeom prst="rect">
                <a:avLst/>
              </a:prstGeom>
            </p:spPr>
          </p:pic>
        </mc:Fallback>
      </mc:AlternateContent>
      <p:grpSp>
        <p:nvGrpSpPr>
          <p:cNvPr id="372" name="Group 371">
            <a:extLst>
              <a:ext uri="{FF2B5EF4-FFF2-40B4-BE49-F238E27FC236}">
                <a16:creationId xmlns:a16="http://schemas.microsoft.com/office/drawing/2014/main" id="{97FAA438-9646-2740-3F0E-421A9B4957A3}"/>
              </a:ext>
            </a:extLst>
          </p:cNvPr>
          <p:cNvGrpSpPr/>
          <p:nvPr/>
        </p:nvGrpSpPr>
        <p:grpSpPr>
          <a:xfrm>
            <a:off x="5170248" y="5518944"/>
            <a:ext cx="577440" cy="104400"/>
            <a:chOff x="5170248" y="5518944"/>
            <a:chExt cx="577440" cy="10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1CEE1549-CEE7-8E82-BC0F-E694BDA92D21}"/>
                    </a:ext>
                  </a:extLst>
                </p14:cNvPr>
                <p14:cNvContentPartPr/>
                <p14:nvPr/>
              </p14:nvContentPartPr>
              <p14:xfrm>
                <a:off x="5170248" y="5580504"/>
                <a:ext cx="201960" cy="1404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1CEE1549-CEE7-8E82-BC0F-E694BDA92D21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5161248" y="5571864"/>
                  <a:ext cx="2196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6F4B11C7-5306-710F-7832-44426D0D79FF}"/>
                    </a:ext>
                  </a:extLst>
                </p14:cNvPr>
                <p14:cNvContentPartPr/>
                <p14:nvPr/>
              </p14:nvContentPartPr>
              <p14:xfrm>
                <a:off x="5433408" y="5518944"/>
                <a:ext cx="314280" cy="10440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6F4B11C7-5306-710F-7832-44426D0D79FF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5424408" y="5509944"/>
                  <a:ext cx="331920" cy="12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A3E48BDE-522C-F959-6AEF-1D778E7CB8AE}"/>
              </a:ext>
            </a:extLst>
          </p:cNvPr>
          <p:cNvGrpSpPr/>
          <p:nvPr/>
        </p:nvGrpSpPr>
        <p:grpSpPr>
          <a:xfrm>
            <a:off x="6140808" y="5499864"/>
            <a:ext cx="396000" cy="246960"/>
            <a:chOff x="6140808" y="5499864"/>
            <a:chExt cx="396000" cy="24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86A89600-3878-9858-AA09-A2EC8BE006BE}"/>
                    </a:ext>
                  </a:extLst>
                </p14:cNvPr>
                <p14:cNvContentPartPr/>
                <p14:nvPr/>
              </p14:nvContentPartPr>
              <p14:xfrm>
                <a:off x="6140808" y="5557464"/>
                <a:ext cx="294120" cy="5112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86A89600-3878-9858-AA09-A2EC8BE006BE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6132168" y="5548824"/>
                  <a:ext cx="31176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D64C7BE5-877E-9819-AAB0-4781C5B63512}"/>
                    </a:ext>
                  </a:extLst>
                </p14:cNvPr>
                <p14:cNvContentPartPr/>
                <p14:nvPr/>
              </p14:nvContentPartPr>
              <p14:xfrm>
                <a:off x="6164928" y="5633424"/>
                <a:ext cx="297720" cy="3636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D64C7BE5-877E-9819-AAB0-4781C5B63512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6155928" y="5624424"/>
                  <a:ext cx="3153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18EED0E5-697F-797E-6E58-FE8FC464C1FE}"/>
                    </a:ext>
                  </a:extLst>
                </p14:cNvPr>
                <p14:cNvContentPartPr/>
                <p14:nvPr/>
              </p14:nvContentPartPr>
              <p14:xfrm>
                <a:off x="6353208" y="5499864"/>
                <a:ext cx="183600" cy="24696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18EED0E5-697F-797E-6E58-FE8FC464C1FE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6344208" y="5491224"/>
                  <a:ext cx="201240" cy="26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D239602D-1362-763F-8AF3-1CA770A58022}"/>
              </a:ext>
            </a:extLst>
          </p:cNvPr>
          <p:cNvGrpSpPr/>
          <p:nvPr/>
        </p:nvGrpSpPr>
        <p:grpSpPr>
          <a:xfrm>
            <a:off x="7141608" y="5374944"/>
            <a:ext cx="605880" cy="248760"/>
            <a:chOff x="7141608" y="5374944"/>
            <a:chExt cx="60588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05FA94BD-2FE8-B048-EBF0-18D0B621CA49}"/>
                    </a:ext>
                  </a:extLst>
                </p14:cNvPr>
                <p14:cNvContentPartPr/>
                <p14:nvPr/>
              </p14:nvContentPartPr>
              <p14:xfrm>
                <a:off x="7170768" y="5568264"/>
                <a:ext cx="8640" cy="4752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05FA94BD-2FE8-B048-EBF0-18D0B621CA49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7161768" y="5559264"/>
                  <a:ext cx="2628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EE40EC34-0749-DA0D-5CA0-E7D7D885D8D5}"/>
                    </a:ext>
                  </a:extLst>
                </p14:cNvPr>
                <p14:cNvContentPartPr/>
                <p14:nvPr/>
              </p14:nvContentPartPr>
              <p14:xfrm>
                <a:off x="7141608" y="5374944"/>
                <a:ext cx="274320" cy="24876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EE40EC34-0749-DA0D-5CA0-E7D7D885D8D5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7132968" y="5365944"/>
                  <a:ext cx="29196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A1A276A0-237B-B649-A5E3-8C3576661125}"/>
                    </a:ext>
                  </a:extLst>
                </p14:cNvPr>
                <p14:cNvContentPartPr/>
                <p14:nvPr/>
              </p14:nvContentPartPr>
              <p14:xfrm>
                <a:off x="7476768" y="5417064"/>
                <a:ext cx="270720" cy="17172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A1A276A0-237B-B649-A5E3-8C3576661125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7468128" y="5408064"/>
                  <a:ext cx="288360" cy="189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0">
            <p14:nvContentPartPr>
              <p14:cNvPr id="376" name="Ink 375">
                <a:extLst>
                  <a:ext uri="{FF2B5EF4-FFF2-40B4-BE49-F238E27FC236}">
                    <a16:creationId xmlns:a16="http://schemas.microsoft.com/office/drawing/2014/main" id="{6AD23096-C884-6010-9DBE-CFFA6CD817DA}"/>
                  </a:ext>
                </a:extLst>
              </p14:cNvPr>
              <p14:cNvContentPartPr/>
              <p14:nvPr/>
            </p14:nvContentPartPr>
            <p14:xfrm>
              <a:off x="7977528" y="5404104"/>
              <a:ext cx="176760" cy="331920"/>
            </p14:xfrm>
          </p:contentPart>
        </mc:Choice>
        <mc:Fallback xmlns="">
          <p:pic>
            <p:nvPicPr>
              <p:cNvPr id="376" name="Ink 375">
                <a:extLst>
                  <a:ext uri="{FF2B5EF4-FFF2-40B4-BE49-F238E27FC236}">
                    <a16:creationId xmlns:a16="http://schemas.microsoft.com/office/drawing/2014/main" id="{6AD23096-C884-6010-9DBE-CFFA6CD817DA}"/>
                  </a:ext>
                </a:extLst>
              </p:cNvPr>
              <p:cNvPicPr/>
              <p:nvPr/>
            </p:nvPicPr>
            <p:blipFill>
              <a:blip r:embed="rId591"/>
              <a:stretch>
                <a:fillRect/>
              </a:stretch>
            </p:blipFill>
            <p:spPr>
              <a:xfrm>
                <a:off x="7968528" y="5395104"/>
                <a:ext cx="194400" cy="349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86" name="Group 385">
            <a:extLst>
              <a:ext uri="{FF2B5EF4-FFF2-40B4-BE49-F238E27FC236}">
                <a16:creationId xmlns:a16="http://schemas.microsoft.com/office/drawing/2014/main" id="{186F3271-ED85-0F2B-758C-194529B7BC7E}"/>
              </a:ext>
            </a:extLst>
          </p:cNvPr>
          <p:cNvGrpSpPr/>
          <p:nvPr/>
        </p:nvGrpSpPr>
        <p:grpSpPr>
          <a:xfrm>
            <a:off x="8542368" y="5327064"/>
            <a:ext cx="1272240" cy="258480"/>
            <a:chOff x="8542368" y="5327064"/>
            <a:chExt cx="1272240" cy="25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17DCB450-DA74-8CB4-4A1A-4DF889799492}"/>
                    </a:ext>
                  </a:extLst>
                </p14:cNvPr>
                <p14:cNvContentPartPr/>
                <p14:nvPr/>
              </p14:nvContentPartPr>
              <p14:xfrm>
                <a:off x="8542368" y="5447664"/>
                <a:ext cx="259560" cy="12132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17DCB450-DA74-8CB4-4A1A-4DF889799492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8533368" y="5438664"/>
                  <a:ext cx="2772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D43068D9-D7C4-1198-A604-92D55BFD0468}"/>
                    </a:ext>
                  </a:extLst>
                </p14:cNvPr>
                <p14:cNvContentPartPr/>
                <p14:nvPr/>
              </p14:nvContentPartPr>
              <p14:xfrm>
                <a:off x="8878248" y="5471784"/>
                <a:ext cx="172440" cy="11376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D43068D9-D7C4-1198-A604-92D55BFD0468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8869248" y="5463144"/>
                  <a:ext cx="19008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0FA90B86-1C25-00E8-870D-79217BB94FFF}"/>
                    </a:ext>
                  </a:extLst>
                </p14:cNvPr>
                <p14:cNvContentPartPr/>
                <p14:nvPr/>
              </p14:nvContentPartPr>
              <p14:xfrm>
                <a:off x="9145728" y="5512104"/>
                <a:ext cx="111600" cy="4428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0FA90B86-1C25-00E8-870D-79217BB94FFF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9137088" y="5503464"/>
                  <a:ext cx="12924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D06D102F-4AF2-3A2E-1FC1-D9B45DCDB15A}"/>
                    </a:ext>
                  </a:extLst>
                </p14:cNvPr>
                <p14:cNvContentPartPr/>
                <p14:nvPr/>
              </p14:nvContentPartPr>
              <p14:xfrm>
                <a:off x="9259128" y="5448744"/>
                <a:ext cx="17640" cy="3060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D06D102F-4AF2-3A2E-1FC1-D9B45DCDB15A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9250128" y="5439744"/>
                  <a:ext cx="3528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7DFCDA53-7C1E-77A4-3035-A4DBAD5FF314}"/>
                    </a:ext>
                  </a:extLst>
                </p14:cNvPr>
                <p14:cNvContentPartPr/>
                <p14:nvPr/>
              </p14:nvContentPartPr>
              <p14:xfrm>
                <a:off x="9323928" y="5327064"/>
                <a:ext cx="253080" cy="22896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7DFCDA53-7C1E-77A4-3035-A4DBAD5FF314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9314928" y="5318064"/>
                  <a:ext cx="2707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2B1C6A19-7A72-AE98-4A21-7FE9E37AD365}"/>
                    </a:ext>
                  </a:extLst>
                </p14:cNvPr>
                <p14:cNvContentPartPr/>
                <p14:nvPr/>
              </p14:nvContentPartPr>
              <p14:xfrm>
                <a:off x="9593208" y="5479704"/>
                <a:ext cx="36720" cy="1332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2B1C6A19-7A72-AE98-4A21-7FE9E37AD365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9584568" y="5471064"/>
                  <a:ext cx="543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4F4EDC87-89C5-D6ED-C355-FD69B99D9050}"/>
                    </a:ext>
                  </a:extLst>
                </p14:cNvPr>
                <p14:cNvContentPartPr/>
                <p14:nvPr/>
              </p14:nvContentPartPr>
              <p14:xfrm>
                <a:off x="9690408" y="5409504"/>
                <a:ext cx="124200" cy="8748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4F4EDC87-89C5-D6ED-C355-FD69B99D9050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9681408" y="5400504"/>
                  <a:ext cx="141840" cy="105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06">
            <p14:nvContentPartPr>
              <p14:cNvPr id="385" name="Ink 384">
                <a:extLst>
                  <a:ext uri="{FF2B5EF4-FFF2-40B4-BE49-F238E27FC236}">
                    <a16:creationId xmlns:a16="http://schemas.microsoft.com/office/drawing/2014/main" id="{5BD03971-1587-C7A3-CC73-22CA02614C85}"/>
                  </a:ext>
                </a:extLst>
              </p14:cNvPr>
              <p14:cNvContentPartPr/>
              <p14:nvPr/>
            </p14:nvContentPartPr>
            <p14:xfrm>
              <a:off x="10110168" y="5503464"/>
              <a:ext cx="21600" cy="7920"/>
            </p14:xfrm>
          </p:contentPart>
        </mc:Choice>
        <mc:Fallback xmlns="">
          <p:pic>
            <p:nvPicPr>
              <p:cNvPr id="385" name="Ink 384">
                <a:extLst>
                  <a:ext uri="{FF2B5EF4-FFF2-40B4-BE49-F238E27FC236}">
                    <a16:creationId xmlns:a16="http://schemas.microsoft.com/office/drawing/2014/main" id="{5BD03971-1587-C7A3-CC73-22CA02614C85}"/>
                  </a:ext>
                </a:extLst>
              </p:cNvPr>
              <p:cNvPicPr/>
              <p:nvPr/>
            </p:nvPicPr>
            <p:blipFill>
              <a:blip r:embed="rId607"/>
              <a:stretch>
                <a:fillRect/>
              </a:stretch>
            </p:blipFill>
            <p:spPr>
              <a:xfrm>
                <a:off x="10101528" y="5494464"/>
                <a:ext cx="39240" cy="25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4250243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Example: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C33FC1D-BD3A-9AB5-4246-7477D20F8887}"/>
              </a:ext>
            </a:extLst>
          </p:cNvPr>
          <p:cNvGrpSpPr/>
          <p:nvPr/>
        </p:nvGrpSpPr>
        <p:grpSpPr>
          <a:xfrm>
            <a:off x="1814688" y="184824"/>
            <a:ext cx="961200" cy="247320"/>
            <a:chOff x="1814688" y="184824"/>
            <a:chExt cx="961200" cy="24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8D9BD227-579C-45FB-C8CD-E2FDDD90E458}"/>
                    </a:ext>
                  </a:extLst>
                </p14:cNvPr>
                <p14:cNvContentPartPr/>
                <p14:nvPr/>
              </p14:nvContentPartPr>
              <p14:xfrm>
                <a:off x="1814688" y="184824"/>
                <a:ext cx="343080" cy="2473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8D9BD227-579C-45FB-C8CD-E2FDDD90E45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06048" y="175824"/>
                  <a:ext cx="36072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F1B5E806-4350-1970-4C93-959F697843D4}"/>
                    </a:ext>
                  </a:extLst>
                </p14:cNvPr>
                <p14:cNvContentPartPr/>
                <p14:nvPr/>
              </p14:nvContentPartPr>
              <p14:xfrm>
                <a:off x="2223288" y="341064"/>
                <a:ext cx="236160" cy="561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F1B5E806-4350-1970-4C93-959F697843D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214288" y="332424"/>
                  <a:ext cx="2538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A7CF611-FB32-BD0B-0028-DA290BCB2DC4}"/>
                    </a:ext>
                  </a:extLst>
                </p14:cNvPr>
                <p14:cNvContentPartPr/>
                <p14:nvPr/>
              </p14:nvContentPartPr>
              <p14:xfrm>
                <a:off x="2450808" y="274104"/>
                <a:ext cx="7200" cy="108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A7CF611-FB32-BD0B-0028-DA290BCB2DC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442168" y="265104"/>
                  <a:ext cx="2484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88A7A92-4D74-9C28-9FF6-3B8AEE9F0EF8}"/>
                    </a:ext>
                  </a:extLst>
                </p14:cNvPr>
                <p14:cNvContentPartPr/>
                <p14:nvPr/>
              </p14:nvContentPartPr>
              <p14:xfrm>
                <a:off x="2516328" y="297504"/>
                <a:ext cx="48960" cy="799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88A7A92-4D74-9C28-9FF6-3B8AEE9F0EF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507328" y="288504"/>
                  <a:ext cx="6660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297B9D65-5C51-6F02-1B57-ADD39435D01A}"/>
                    </a:ext>
                  </a:extLst>
                </p14:cNvPr>
                <p14:cNvContentPartPr/>
                <p14:nvPr/>
              </p14:nvContentPartPr>
              <p14:xfrm>
                <a:off x="2622168" y="316584"/>
                <a:ext cx="153720" cy="529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297B9D65-5C51-6F02-1B57-ADD39435D01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613528" y="307584"/>
                  <a:ext cx="171360" cy="70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B6EA2F4-AB59-102B-9ED3-C916A715D3B4}"/>
                  </a:ext>
                </a:extLst>
              </p14:cNvPr>
              <p14:cNvContentPartPr/>
              <p14:nvPr/>
            </p14:nvContentPartPr>
            <p14:xfrm>
              <a:off x="3114648" y="320184"/>
              <a:ext cx="68760" cy="31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B6EA2F4-AB59-102B-9ED3-C916A715D3B4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106008" y="311544"/>
                <a:ext cx="86400" cy="48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" name="Group 17">
            <a:extLst>
              <a:ext uri="{FF2B5EF4-FFF2-40B4-BE49-F238E27FC236}">
                <a16:creationId xmlns:a16="http://schemas.microsoft.com/office/drawing/2014/main" id="{4D94B0EE-8DB9-002D-78F3-E7C9859C1AF1}"/>
              </a:ext>
            </a:extLst>
          </p:cNvPr>
          <p:cNvGrpSpPr/>
          <p:nvPr/>
        </p:nvGrpSpPr>
        <p:grpSpPr>
          <a:xfrm>
            <a:off x="3533688" y="96984"/>
            <a:ext cx="659160" cy="313920"/>
            <a:chOff x="3533688" y="96984"/>
            <a:chExt cx="659160" cy="31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E8E34412-D39F-127F-1F15-7E8A61C2636F}"/>
                    </a:ext>
                  </a:extLst>
                </p14:cNvPr>
                <p14:cNvContentPartPr/>
                <p14:nvPr/>
              </p14:nvContentPartPr>
              <p14:xfrm>
                <a:off x="3533688" y="96984"/>
                <a:ext cx="336960" cy="3139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E8E34412-D39F-127F-1F15-7E8A61C2636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525048" y="87984"/>
                  <a:ext cx="35460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9B2265D-636E-203F-DABF-26BED4DFD15F}"/>
                    </a:ext>
                  </a:extLst>
                </p14:cNvPr>
                <p14:cNvContentPartPr/>
                <p14:nvPr/>
              </p14:nvContentPartPr>
              <p14:xfrm>
                <a:off x="3993768" y="196704"/>
                <a:ext cx="21240" cy="1623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9B2265D-636E-203F-DABF-26BED4DFD15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985128" y="188064"/>
                  <a:ext cx="388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7C21B77-8B26-6203-463F-408EA218C873}"/>
                    </a:ext>
                  </a:extLst>
                </p14:cNvPr>
                <p14:cNvContentPartPr/>
                <p14:nvPr/>
              </p14:nvContentPartPr>
              <p14:xfrm>
                <a:off x="3670848" y="183384"/>
                <a:ext cx="522000" cy="1494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7C21B77-8B26-6203-463F-408EA218C87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662208" y="174384"/>
                  <a:ext cx="539640" cy="16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E1A680B-AC6D-C99E-C138-3299BEB9846A}"/>
              </a:ext>
            </a:extLst>
          </p:cNvPr>
          <p:cNvGrpSpPr/>
          <p:nvPr/>
        </p:nvGrpSpPr>
        <p:grpSpPr>
          <a:xfrm>
            <a:off x="4594608" y="222624"/>
            <a:ext cx="1096920" cy="300960"/>
            <a:chOff x="4594608" y="222624"/>
            <a:chExt cx="109692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FDF97C68-1E7A-ABE9-833C-53A1A5BA099D}"/>
                    </a:ext>
                  </a:extLst>
                </p14:cNvPr>
                <p14:cNvContentPartPr/>
                <p14:nvPr/>
              </p14:nvContentPartPr>
              <p14:xfrm>
                <a:off x="4594608" y="222624"/>
                <a:ext cx="309960" cy="1656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FDF97C68-1E7A-ABE9-833C-53A1A5BA099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585608" y="213624"/>
                  <a:ext cx="3276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1C57CE2F-09A1-DF8C-2F6B-B09E3063D2E0}"/>
                    </a:ext>
                  </a:extLst>
                </p14:cNvPr>
                <p14:cNvContentPartPr/>
                <p14:nvPr/>
              </p14:nvContentPartPr>
              <p14:xfrm>
                <a:off x="4988808" y="299664"/>
                <a:ext cx="116640" cy="586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1C57CE2F-09A1-DF8C-2F6B-B09E3063D2E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980168" y="291024"/>
                  <a:ext cx="13428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1281337F-32F4-F9A8-C29C-EA75179F881B}"/>
                    </a:ext>
                  </a:extLst>
                </p14:cNvPr>
                <p14:cNvContentPartPr/>
                <p14:nvPr/>
              </p14:nvContentPartPr>
              <p14:xfrm>
                <a:off x="5189328" y="278064"/>
                <a:ext cx="190080" cy="2455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1281337F-32F4-F9A8-C29C-EA75179F881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180328" y="269064"/>
                  <a:ext cx="20772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270825B8-C02A-4EC2-B9CF-19AC6DF102DD}"/>
                    </a:ext>
                  </a:extLst>
                </p14:cNvPr>
                <p14:cNvContentPartPr/>
                <p14:nvPr/>
              </p14:nvContentPartPr>
              <p14:xfrm>
                <a:off x="5452488" y="275184"/>
                <a:ext cx="239040" cy="727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270825B8-C02A-4EC2-B9CF-19AC6DF102D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443488" y="266544"/>
                  <a:ext cx="256680" cy="9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8E0BF72B-CC26-1598-E4BE-D8A277B016A7}"/>
              </a:ext>
            </a:extLst>
          </p:cNvPr>
          <p:cNvGrpSpPr/>
          <p:nvPr/>
        </p:nvGrpSpPr>
        <p:grpSpPr>
          <a:xfrm>
            <a:off x="5993928" y="87264"/>
            <a:ext cx="544320" cy="265680"/>
            <a:chOff x="5993928" y="87264"/>
            <a:chExt cx="544320" cy="26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08485EF9-D162-DC69-D864-920899517FFC}"/>
                    </a:ext>
                  </a:extLst>
                </p14:cNvPr>
                <p14:cNvContentPartPr/>
                <p14:nvPr/>
              </p14:nvContentPartPr>
              <p14:xfrm>
                <a:off x="5993928" y="246024"/>
                <a:ext cx="219600" cy="1069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08485EF9-D162-DC69-D864-920899517FF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984928" y="237024"/>
                  <a:ext cx="23724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395B7E05-B153-CD5A-6D83-A11B48741C02}"/>
                    </a:ext>
                  </a:extLst>
                </p14:cNvPr>
                <p14:cNvContentPartPr/>
                <p14:nvPr/>
              </p14:nvContentPartPr>
              <p14:xfrm>
                <a:off x="6316488" y="184824"/>
                <a:ext cx="41760" cy="1450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395B7E05-B153-CD5A-6D83-A11B48741C0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307848" y="175824"/>
                  <a:ext cx="594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221D3106-C123-5AEB-5C29-F3DF98AB7039}"/>
                    </a:ext>
                  </a:extLst>
                </p14:cNvPr>
                <p14:cNvContentPartPr/>
                <p14:nvPr/>
              </p14:nvContentPartPr>
              <p14:xfrm>
                <a:off x="6380208" y="87264"/>
                <a:ext cx="158040" cy="261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221D3106-C123-5AEB-5C29-F3DF98AB703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371568" y="78624"/>
                  <a:ext cx="175680" cy="27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7BF60A7-9055-109D-2082-565D775B9923}"/>
              </a:ext>
            </a:extLst>
          </p:cNvPr>
          <p:cNvGrpSpPr/>
          <p:nvPr/>
        </p:nvGrpSpPr>
        <p:grpSpPr>
          <a:xfrm>
            <a:off x="6854328" y="35784"/>
            <a:ext cx="289080" cy="300960"/>
            <a:chOff x="6854328" y="35784"/>
            <a:chExt cx="28908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47564122-D799-A0FA-70A9-347B069B6435}"/>
                    </a:ext>
                  </a:extLst>
                </p14:cNvPr>
                <p14:cNvContentPartPr/>
                <p14:nvPr/>
              </p14:nvContentPartPr>
              <p14:xfrm>
                <a:off x="6855768" y="134424"/>
                <a:ext cx="10440" cy="2023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47564122-D799-A0FA-70A9-347B069B643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847128" y="125784"/>
                  <a:ext cx="280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65EE51E-1D66-35C7-0431-F8BC13788D3D}"/>
                    </a:ext>
                  </a:extLst>
                </p14:cNvPr>
                <p14:cNvContentPartPr/>
                <p14:nvPr/>
              </p14:nvContentPartPr>
              <p14:xfrm>
                <a:off x="6854328" y="35784"/>
                <a:ext cx="289080" cy="2772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65EE51E-1D66-35C7-0431-F8BC13788D3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845688" y="27144"/>
                  <a:ext cx="306720" cy="29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ED4501D-B819-38DB-6685-BB05E9108F13}"/>
              </a:ext>
            </a:extLst>
          </p:cNvPr>
          <p:cNvGrpSpPr/>
          <p:nvPr/>
        </p:nvGrpSpPr>
        <p:grpSpPr>
          <a:xfrm>
            <a:off x="7506288" y="10584"/>
            <a:ext cx="984600" cy="579600"/>
            <a:chOff x="7506288" y="10584"/>
            <a:chExt cx="984600" cy="57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169FB5D-FCD8-4D2E-73AC-9370A7B7148E}"/>
                    </a:ext>
                  </a:extLst>
                </p14:cNvPr>
                <p14:cNvContentPartPr/>
                <p14:nvPr/>
              </p14:nvContentPartPr>
              <p14:xfrm>
                <a:off x="7506288" y="10584"/>
                <a:ext cx="246960" cy="5796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169FB5D-FCD8-4D2E-73AC-9370A7B7148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497288" y="1944"/>
                  <a:ext cx="264600" cy="59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0333CD7-D5FF-6457-119B-866563F8D540}"/>
                    </a:ext>
                  </a:extLst>
                </p14:cNvPr>
                <p14:cNvContentPartPr/>
                <p14:nvPr/>
              </p14:nvContentPartPr>
              <p14:xfrm>
                <a:off x="7861608" y="130104"/>
                <a:ext cx="347400" cy="2512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0333CD7-D5FF-6457-119B-866563F8D54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52968" y="121464"/>
                  <a:ext cx="36504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5EE182FC-2306-F8F9-4D34-E42A53947655}"/>
                    </a:ext>
                  </a:extLst>
                </p14:cNvPr>
                <p14:cNvContentPartPr/>
                <p14:nvPr/>
              </p14:nvContentPartPr>
              <p14:xfrm>
                <a:off x="8298288" y="264744"/>
                <a:ext cx="192600" cy="2761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5EE182FC-2306-F8F9-4D34-E42A5394765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289288" y="255744"/>
                  <a:ext cx="210240" cy="29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040F76C-6D22-7A0C-7333-BA5F52C6C410}"/>
              </a:ext>
            </a:extLst>
          </p:cNvPr>
          <p:cNvGrpSpPr/>
          <p:nvPr/>
        </p:nvGrpSpPr>
        <p:grpSpPr>
          <a:xfrm>
            <a:off x="8809848" y="135504"/>
            <a:ext cx="1230480" cy="259560"/>
            <a:chOff x="8809848" y="135504"/>
            <a:chExt cx="1230480" cy="25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0DBFAA48-B25B-8B75-CB25-67209729AB88}"/>
                    </a:ext>
                  </a:extLst>
                </p14:cNvPr>
                <p14:cNvContentPartPr/>
                <p14:nvPr/>
              </p14:nvContentPartPr>
              <p14:xfrm>
                <a:off x="8809848" y="135504"/>
                <a:ext cx="986760" cy="2595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0DBFAA48-B25B-8B75-CB25-67209729AB88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800848" y="126864"/>
                  <a:ext cx="100440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68803A1D-FBB6-D1F4-691A-8E1B56F811CC}"/>
                    </a:ext>
                  </a:extLst>
                </p14:cNvPr>
                <p14:cNvContentPartPr/>
                <p14:nvPr/>
              </p14:nvContentPartPr>
              <p14:xfrm>
                <a:off x="9874368" y="314424"/>
                <a:ext cx="165960" cy="662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68803A1D-FBB6-D1F4-691A-8E1B56F811C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865368" y="305784"/>
                  <a:ext cx="1836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E5586B8-D708-2FFF-831A-E44F0286A74B}"/>
                    </a:ext>
                  </a:extLst>
                </p14:cNvPr>
                <p14:cNvContentPartPr/>
                <p14:nvPr/>
              </p14:nvContentPartPr>
              <p14:xfrm>
                <a:off x="9865728" y="225144"/>
                <a:ext cx="133200" cy="17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E5586B8-D708-2FFF-831A-E44F0286A74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856728" y="216144"/>
                  <a:ext cx="150840" cy="34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09C121C-6BC2-73EC-340E-0565DC4A1164}"/>
                  </a:ext>
                </a:extLst>
              </p14:cNvPr>
              <p14:cNvContentPartPr/>
              <p14:nvPr/>
            </p14:nvContentPartPr>
            <p14:xfrm>
              <a:off x="10336968" y="378864"/>
              <a:ext cx="65160" cy="26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09C121C-6BC2-73EC-340E-0565DC4A116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0328328" y="370224"/>
                <a:ext cx="8280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095510FD-716A-5EB6-722D-D9CFD472CF90}"/>
                  </a:ext>
                </a:extLst>
              </p14:cNvPr>
              <p14:cNvContentPartPr/>
              <p14:nvPr/>
            </p14:nvContentPartPr>
            <p14:xfrm>
              <a:off x="10373688" y="193104"/>
              <a:ext cx="10800" cy="97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095510FD-716A-5EB6-722D-D9CFD472CF9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0364688" y="184464"/>
                <a:ext cx="28440" cy="2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8" name="Group 37">
            <a:extLst>
              <a:ext uri="{FF2B5EF4-FFF2-40B4-BE49-F238E27FC236}">
                <a16:creationId xmlns:a16="http://schemas.microsoft.com/office/drawing/2014/main" id="{394EBE5A-7C21-7E99-5B8A-88836EC97EBE}"/>
              </a:ext>
            </a:extLst>
          </p:cNvPr>
          <p:cNvGrpSpPr/>
          <p:nvPr/>
        </p:nvGrpSpPr>
        <p:grpSpPr>
          <a:xfrm>
            <a:off x="750528" y="828864"/>
            <a:ext cx="178920" cy="204480"/>
            <a:chOff x="750528" y="828864"/>
            <a:chExt cx="178920" cy="20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38FC7B3F-8768-2B75-ACDB-F214D3AE846C}"/>
                    </a:ext>
                  </a:extLst>
                </p14:cNvPr>
                <p14:cNvContentPartPr/>
                <p14:nvPr/>
              </p14:nvContentPartPr>
              <p14:xfrm>
                <a:off x="750528" y="828864"/>
                <a:ext cx="16560" cy="2044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38FC7B3F-8768-2B75-ACDB-F214D3AE846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41888" y="820224"/>
                  <a:ext cx="342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7047AAD3-1AB0-2989-33E6-D7F62D888865}"/>
                    </a:ext>
                  </a:extLst>
                </p14:cNvPr>
                <p14:cNvContentPartPr/>
                <p14:nvPr/>
              </p14:nvContentPartPr>
              <p14:xfrm>
                <a:off x="921168" y="990864"/>
                <a:ext cx="8280" cy="57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7047AAD3-1AB0-2989-33E6-D7F62D88886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12528" y="981864"/>
                  <a:ext cx="25920" cy="23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3BB811A-04F6-E4C3-32D2-B0E784D0085E}"/>
                  </a:ext>
                </a:extLst>
              </p14:cNvPr>
              <p14:cNvContentPartPr/>
              <p14:nvPr/>
            </p14:nvContentPartPr>
            <p14:xfrm>
              <a:off x="1509408" y="832824"/>
              <a:ext cx="77760" cy="500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3BB811A-04F6-E4C3-32D2-B0E784D008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500408" y="823824"/>
                <a:ext cx="95400" cy="6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D8241AF-AB43-0134-8515-AD3712705463}"/>
                  </a:ext>
                </a:extLst>
              </p14:cNvPr>
              <p14:cNvContentPartPr/>
              <p14:nvPr/>
            </p14:nvContentPartPr>
            <p14:xfrm>
              <a:off x="1971648" y="744264"/>
              <a:ext cx="141840" cy="35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D8241AF-AB43-0134-8515-AD371270546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963008" y="735624"/>
                <a:ext cx="159480" cy="371160"/>
              </a:xfrm>
              <a:prstGeom prst="rect">
                <a:avLst/>
              </a:prstGeom>
            </p:spPr>
          </p:pic>
        </mc:Fallback>
      </mc:AlternateContent>
      <p:grpSp>
        <p:nvGrpSpPr>
          <p:cNvPr id="53" name="Group 52">
            <a:extLst>
              <a:ext uri="{FF2B5EF4-FFF2-40B4-BE49-F238E27FC236}">
                <a16:creationId xmlns:a16="http://schemas.microsoft.com/office/drawing/2014/main" id="{0F9E2B52-725B-1815-3E82-9A807813672F}"/>
              </a:ext>
            </a:extLst>
          </p:cNvPr>
          <p:cNvGrpSpPr/>
          <p:nvPr/>
        </p:nvGrpSpPr>
        <p:grpSpPr>
          <a:xfrm>
            <a:off x="2562768" y="687744"/>
            <a:ext cx="587160" cy="317520"/>
            <a:chOff x="2562768" y="687744"/>
            <a:chExt cx="58716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A690219-64D6-849A-FEB0-4D47F5E47A68}"/>
                    </a:ext>
                  </a:extLst>
                </p14:cNvPr>
                <p14:cNvContentPartPr/>
                <p14:nvPr/>
              </p14:nvContentPartPr>
              <p14:xfrm>
                <a:off x="2562768" y="687744"/>
                <a:ext cx="187560" cy="3175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A690219-64D6-849A-FEB0-4D47F5E47A6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553768" y="679104"/>
                  <a:ext cx="20520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FE6E0740-FB70-4947-D265-BC500FED0D86}"/>
                    </a:ext>
                  </a:extLst>
                </p14:cNvPr>
                <p14:cNvContentPartPr/>
                <p14:nvPr/>
              </p14:nvContentPartPr>
              <p14:xfrm>
                <a:off x="2819808" y="890784"/>
                <a:ext cx="89280" cy="810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FE6E0740-FB70-4947-D265-BC500FED0D8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811168" y="881784"/>
                  <a:ext cx="10692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12BD0C06-858E-17F1-3A71-954E6C442C17}"/>
                    </a:ext>
                  </a:extLst>
                </p14:cNvPr>
                <p14:cNvContentPartPr/>
                <p14:nvPr/>
              </p14:nvContentPartPr>
              <p14:xfrm>
                <a:off x="2987568" y="894384"/>
                <a:ext cx="162360" cy="511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12BD0C06-858E-17F1-3A71-954E6C442C1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978928" y="885384"/>
                  <a:ext cx="180000" cy="6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FC71C155-72BD-D592-2625-56DAD7382AE5}"/>
              </a:ext>
            </a:extLst>
          </p:cNvPr>
          <p:cNvGrpSpPr/>
          <p:nvPr/>
        </p:nvGrpSpPr>
        <p:grpSpPr>
          <a:xfrm>
            <a:off x="3578688" y="730944"/>
            <a:ext cx="1322640" cy="348840"/>
            <a:chOff x="3578688" y="730944"/>
            <a:chExt cx="1322640" cy="34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99371984-2968-9C8D-A3B4-8882463D6EDD}"/>
                    </a:ext>
                  </a:extLst>
                </p14:cNvPr>
                <p14:cNvContentPartPr/>
                <p14:nvPr/>
              </p14:nvContentPartPr>
              <p14:xfrm>
                <a:off x="3578688" y="768744"/>
                <a:ext cx="422280" cy="3110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99371984-2968-9C8D-A3B4-8882463D6EDD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569688" y="760104"/>
                  <a:ext cx="43992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AB8997EF-BFF0-971F-E61D-217496117C8A}"/>
                    </a:ext>
                  </a:extLst>
                </p14:cNvPr>
                <p14:cNvContentPartPr/>
                <p14:nvPr/>
              </p14:nvContentPartPr>
              <p14:xfrm>
                <a:off x="4089528" y="781344"/>
                <a:ext cx="153000" cy="2379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AB8997EF-BFF0-971F-E61D-217496117C8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080528" y="772344"/>
                  <a:ext cx="17064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B66289A-4690-8B8A-21B2-92F120E8493F}"/>
                    </a:ext>
                  </a:extLst>
                </p14:cNvPr>
                <p14:cNvContentPartPr/>
                <p14:nvPr/>
              </p14:nvContentPartPr>
              <p14:xfrm>
                <a:off x="4260888" y="730944"/>
                <a:ext cx="400320" cy="1684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B66289A-4690-8B8A-21B2-92F120E8493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251888" y="722304"/>
                  <a:ext cx="4179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3537331A-8048-882A-85CF-255B443C81FA}"/>
                    </a:ext>
                  </a:extLst>
                </p14:cNvPr>
                <p14:cNvContentPartPr/>
                <p14:nvPr/>
              </p14:nvContentPartPr>
              <p14:xfrm>
                <a:off x="4827888" y="739224"/>
                <a:ext cx="12600" cy="381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3537331A-8048-882A-85CF-255B443C81F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818888" y="730584"/>
                  <a:ext cx="302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3512C6E4-0781-4143-00EC-0316D67FE54D}"/>
                    </a:ext>
                  </a:extLst>
                </p14:cNvPr>
                <p14:cNvContentPartPr/>
                <p14:nvPr/>
              </p14:nvContentPartPr>
              <p14:xfrm>
                <a:off x="4884408" y="744984"/>
                <a:ext cx="16920" cy="320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3512C6E4-0781-4143-00EC-0316D67FE54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875768" y="736344"/>
                  <a:ext cx="34560" cy="4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63F8D13A-4173-F435-A693-1B5B5290473C}"/>
              </a:ext>
            </a:extLst>
          </p:cNvPr>
          <p:cNvGrpSpPr/>
          <p:nvPr/>
        </p:nvGrpSpPr>
        <p:grpSpPr>
          <a:xfrm>
            <a:off x="697968" y="1311624"/>
            <a:ext cx="314280" cy="229320"/>
            <a:chOff x="697968" y="1311624"/>
            <a:chExt cx="314280" cy="22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06A811F9-0EB0-4344-C1F7-C7C9E9EB1000}"/>
                    </a:ext>
                  </a:extLst>
                </p14:cNvPr>
                <p14:cNvContentPartPr/>
                <p14:nvPr/>
              </p14:nvContentPartPr>
              <p14:xfrm>
                <a:off x="697968" y="1311624"/>
                <a:ext cx="135360" cy="2293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06A811F9-0EB0-4344-C1F7-C7C9E9EB100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88968" y="1302984"/>
                  <a:ext cx="1530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618F73F3-D5DF-F444-D40A-BD635057ED63}"/>
                    </a:ext>
                  </a:extLst>
                </p14:cNvPr>
                <p14:cNvContentPartPr/>
                <p14:nvPr/>
              </p14:nvContentPartPr>
              <p14:xfrm>
                <a:off x="1007928" y="1475424"/>
                <a:ext cx="4320" cy="154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618F73F3-D5DF-F444-D40A-BD635057ED6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99288" y="1466424"/>
                  <a:ext cx="21960" cy="3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35D6C0EE-5E8D-9FF5-2CDE-1120CD1A86A3}"/>
                  </a:ext>
                </a:extLst>
              </p14:cNvPr>
              <p14:cNvContentPartPr/>
              <p14:nvPr/>
            </p14:nvContentPartPr>
            <p14:xfrm>
              <a:off x="1732968" y="1299384"/>
              <a:ext cx="97560" cy="61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35D6C0EE-5E8D-9FF5-2CDE-1120CD1A86A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723968" y="1290384"/>
                <a:ext cx="11520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CEFE715-CFAC-47B6-3899-03333504074E}"/>
                  </a:ext>
                </a:extLst>
              </p14:cNvPr>
              <p14:cNvContentPartPr/>
              <p14:nvPr/>
            </p14:nvContentPartPr>
            <p14:xfrm>
              <a:off x="2470248" y="1438704"/>
              <a:ext cx="43200" cy="147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CEFE715-CFAC-47B6-3899-03333504074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461248" y="1429704"/>
                <a:ext cx="6084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2ECFFBCD-4274-57C4-A7E6-D6782E36DEEA}"/>
                  </a:ext>
                </a:extLst>
              </p14:cNvPr>
              <p14:cNvContentPartPr/>
              <p14:nvPr/>
            </p14:nvContentPartPr>
            <p14:xfrm>
              <a:off x="2535048" y="729864"/>
              <a:ext cx="100800" cy="3142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2ECFFBCD-4274-57C4-A7E6-D6782E36DEE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526048" y="720864"/>
                <a:ext cx="118440" cy="331920"/>
              </a:xfrm>
              <a:prstGeom prst="rect">
                <a:avLst/>
              </a:prstGeom>
            </p:spPr>
          </p:pic>
        </mc:Fallback>
      </mc:AlternateContent>
      <p:grpSp>
        <p:nvGrpSpPr>
          <p:cNvPr id="70" name="Group 69">
            <a:extLst>
              <a:ext uri="{FF2B5EF4-FFF2-40B4-BE49-F238E27FC236}">
                <a16:creationId xmlns:a16="http://schemas.microsoft.com/office/drawing/2014/main" id="{DEF9F8E2-32FF-1B5B-DBB4-52938525DC58}"/>
              </a:ext>
            </a:extLst>
          </p:cNvPr>
          <p:cNvGrpSpPr/>
          <p:nvPr/>
        </p:nvGrpSpPr>
        <p:grpSpPr>
          <a:xfrm>
            <a:off x="2031768" y="1283544"/>
            <a:ext cx="192960" cy="367200"/>
            <a:chOff x="2031768" y="1283544"/>
            <a:chExt cx="192960" cy="36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9123BA33-2A1E-17AD-A2F1-0003ADA7702D}"/>
                    </a:ext>
                  </a:extLst>
                </p14:cNvPr>
                <p14:cNvContentPartPr/>
                <p14:nvPr/>
              </p14:nvContentPartPr>
              <p14:xfrm>
                <a:off x="2212488" y="1471104"/>
                <a:ext cx="12240" cy="64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9123BA33-2A1E-17AD-A2F1-0003ADA7702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203848" y="1462104"/>
                  <a:ext cx="298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E600E506-B163-FAAA-F302-86301CFBB5D0}"/>
                    </a:ext>
                  </a:extLst>
                </p14:cNvPr>
                <p14:cNvContentPartPr/>
                <p14:nvPr/>
              </p14:nvContentPartPr>
              <p14:xfrm>
                <a:off x="2031768" y="1283544"/>
                <a:ext cx="190800" cy="3672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E600E506-B163-FAAA-F302-86301CFBB5D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023128" y="1274544"/>
                  <a:ext cx="208440" cy="38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0717A8E7-4F76-A07E-883D-E4B354A33FD1}"/>
              </a:ext>
            </a:extLst>
          </p:cNvPr>
          <p:cNvGrpSpPr/>
          <p:nvPr/>
        </p:nvGrpSpPr>
        <p:grpSpPr>
          <a:xfrm>
            <a:off x="2437488" y="1225944"/>
            <a:ext cx="549720" cy="328320"/>
            <a:chOff x="2437488" y="1225944"/>
            <a:chExt cx="549720" cy="32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79BA3AE3-FC4A-3852-0146-83C932ACBB1B}"/>
                    </a:ext>
                  </a:extLst>
                </p14:cNvPr>
                <p14:cNvContentPartPr/>
                <p14:nvPr/>
              </p14:nvContentPartPr>
              <p14:xfrm>
                <a:off x="2437488" y="1225944"/>
                <a:ext cx="240120" cy="3283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79BA3AE3-FC4A-3852-0146-83C932ACBB1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428848" y="1217304"/>
                  <a:ext cx="25776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DD5291D8-08A4-A933-83CD-DE08F5556116}"/>
                    </a:ext>
                  </a:extLst>
                </p14:cNvPr>
                <p14:cNvContentPartPr/>
                <p14:nvPr/>
              </p14:nvContentPartPr>
              <p14:xfrm>
                <a:off x="2767608" y="1395864"/>
                <a:ext cx="219600" cy="1119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DD5291D8-08A4-A933-83CD-DE08F555611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758608" y="1386864"/>
                  <a:ext cx="237240" cy="12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6B0E6087-2EAA-3739-2F10-DB8538062082}"/>
              </a:ext>
            </a:extLst>
          </p:cNvPr>
          <p:cNvGrpSpPr/>
          <p:nvPr/>
        </p:nvGrpSpPr>
        <p:grpSpPr>
          <a:xfrm>
            <a:off x="3611088" y="1156464"/>
            <a:ext cx="1550880" cy="340200"/>
            <a:chOff x="3611088" y="1156464"/>
            <a:chExt cx="1550880" cy="34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3D7605F1-C3E7-C210-E7C1-6D5E2D6F9855}"/>
                    </a:ext>
                  </a:extLst>
                </p14:cNvPr>
                <p14:cNvContentPartPr/>
                <p14:nvPr/>
              </p14:nvContentPartPr>
              <p14:xfrm>
                <a:off x="3611088" y="1238544"/>
                <a:ext cx="158760" cy="2581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3D7605F1-C3E7-C210-E7C1-6D5E2D6F985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602448" y="1229544"/>
                  <a:ext cx="17640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1AF9D62C-1316-FA8F-E385-A3EC9E0BB61F}"/>
                    </a:ext>
                  </a:extLst>
                </p14:cNvPr>
                <p14:cNvContentPartPr/>
                <p14:nvPr/>
              </p14:nvContentPartPr>
              <p14:xfrm>
                <a:off x="3919968" y="1328904"/>
                <a:ext cx="337680" cy="824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1AF9D62C-1316-FA8F-E385-A3EC9E0BB61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911328" y="1319904"/>
                  <a:ext cx="35532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298DDBF9-0675-E408-906A-9EA9C586EC0B}"/>
                    </a:ext>
                  </a:extLst>
                </p14:cNvPr>
                <p14:cNvContentPartPr/>
                <p14:nvPr/>
              </p14:nvContentPartPr>
              <p14:xfrm>
                <a:off x="4305168" y="1315584"/>
                <a:ext cx="100080" cy="489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298DDBF9-0675-E408-906A-9EA9C586EC0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296528" y="1306584"/>
                  <a:ext cx="1177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24272F8-5F8B-984A-0BFE-446B199EB2DC}"/>
                    </a:ext>
                  </a:extLst>
                </p14:cNvPr>
                <p14:cNvContentPartPr/>
                <p14:nvPr/>
              </p14:nvContentPartPr>
              <p14:xfrm>
                <a:off x="4489128" y="1311624"/>
                <a:ext cx="225000" cy="540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24272F8-5F8B-984A-0BFE-446B199EB2D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480128" y="1302984"/>
                  <a:ext cx="24264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0606D863-E6EA-88ED-6598-BA448CD890A1}"/>
                    </a:ext>
                  </a:extLst>
                </p14:cNvPr>
                <p14:cNvContentPartPr/>
                <p14:nvPr/>
              </p14:nvContentPartPr>
              <p14:xfrm>
                <a:off x="4773168" y="1308744"/>
                <a:ext cx="70560" cy="237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0606D863-E6EA-88ED-6598-BA448CD890A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764168" y="1299744"/>
                  <a:ext cx="8820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1ABDBB5C-04B8-92C0-058B-756890359A6C}"/>
                    </a:ext>
                  </a:extLst>
                </p14:cNvPr>
                <p14:cNvContentPartPr/>
                <p14:nvPr/>
              </p14:nvContentPartPr>
              <p14:xfrm>
                <a:off x="4967568" y="1325304"/>
                <a:ext cx="9720" cy="115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1ABDBB5C-04B8-92C0-058B-756890359A6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958928" y="1316664"/>
                  <a:ext cx="273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DE02FCF3-5730-C17E-98CF-AEA7D35A75C3}"/>
                    </a:ext>
                  </a:extLst>
                </p14:cNvPr>
                <p14:cNvContentPartPr/>
                <p14:nvPr/>
              </p14:nvContentPartPr>
              <p14:xfrm>
                <a:off x="5088528" y="1156464"/>
                <a:ext cx="73440" cy="637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DE02FCF3-5730-C17E-98CF-AEA7D35A75C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079888" y="1147464"/>
                  <a:ext cx="910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3A7DFEAA-AEB2-B28A-73A7-C57F409490DA}"/>
                    </a:ext>
                  </a:extLst>
                </p14:cNvPr>
                <p14:cNvContentPartPr/>
                <p14:nvPr/>
              </p14:nvContentPartPr>
              <p14:xfrm>
                <a:off x="4912488" y="1300464"/>
                <a:ext cx="92520" cy="1033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3A7DFEAA-AEB2-B28A-73A7-C57F409490D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903488" y="1291464"/>
                  <a:ext cx="110160" cy="120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99F94875-2CC6-40E8-5A61-CD53B633BF91}"/>
                  </a:ext>
                </a:extLst>
              </p14:cNvPr>
              <p14:cNvContentPartPr/>
              <p14:nvPr/>
            </p14:nvContentPartPr>
            <p14:xfrm>
              <a:off x="676368" y="1922184"/>
              <a:ext cx="124560" cy="1594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99F94875-2CC6-40E8-5A61-CD53B633BF91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67728" y="1913184"/>
                <a:ext cx="14220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40EFF444-0584-A88F-9A3B-DD4469EE6A79}"/>
                  </a:ext>
                </a:extLst>
              </p14:cNvPr>
              <p14:cNvContentPartPr/>
              <p14:nvPr/>
            </p14:nvContentPartPr>
            <p14:xfrm>
              <a:off x="1028448" y="2049264"/>
              <a:ext cx="4680" cy="12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40EFF444-0584-A88F-9A3B-DD4469EE6A79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19808" y="2040624"/>
                <a:ext cx="22320" cy="2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724720D-C209-4987-16F9-A46EE9D4BF61}"/>
                  </a:ext>
                </a:extLst>
              </p14:cNvPr>
              <p14:cNvContentPartPr/>
              <p14:nvPr/>
            </p14:nvContentPartPr>
            <p14:xfrm>
              <a:off x="1791648" y="1830384"/>
              <a:ext cx="117360" cy="327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724720D-C209-4987-16F9-A46EE9D4BF61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1783008" y="1821744"/>
                <a:ext cx="1350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5645E093-EFD4-9306-1AE4-8D1E2DEA5D8E}"/>
                  </a:ext>
                </a:extLst>
              </p14:cNvPr>
              <p14:cNvContentPartPr/>
              <p14:nvPr/>
            </p14:nvContentPartPr>
            <p14:xfrm>
              <a:off x="2143368" y="1768464"/>
              <a:ext cx="227160" cy="3585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5645E093-EFD4-9306-1AE4-8D1E2DEA5D8E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2134368" y="1759824"/>
                <a:ext cx="244800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FA74855-988D-616E-4611-3F17F227EDDB}"/>
                  </a:ext>
                </a:extLst>
              </p14:cNvPr>
              <p14:cNvContentPartPr/>
              <p14:nvPr/>
            </p14:nvContentPartPr>
            <p14:xfrm>
              <a:off x="2953728" y="1384704"/>
              <a:ext cx="161280" cy="1562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FA74855-988D-616E-4611-3F17F227EDDB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2945088" y="1375704"/>
                <a:ext cx="178920" cy="173880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10D43FC9-F9CB-EC5F-D47E-0BB49ADFE3A8}"/>
              </a:ext>
            </a:extLst>
          </p:cNvPr>
          <p:cNvGrpSpPr/>
          <p:nvPr/>
        </p:nvGrpSpPr>
        <p:grpSpPr>
          <a:xfrm>
            <a:off x="2587608" y="1808784"/>
            <a:ext cx="812520" cy="456120"/>
            <a:chOff x="2587608" y="1808784"/>
            <a:chExt cx="812520" cy="45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578C9F6F-B343-D156-6F08-A3901DBE19AD}"/>
                    </a:ext>
                  </a:extLst>
                </p14:cNvPr>
                <p14:cNvContentPartPr/>
                <p14:nvPr/>
              </p14:nvContentPartPr>
              <p14:xfrm>
                <a:off x="2587608" y="1901304"/>
                <a:ext cx="243360" cy="1249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578C9F6F-B343-D156-6F08-A3901DBE19AD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2578608" y="1892664"/>
                  <a:ext cx="2610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A0A4B105-D4FE-1328-BEF5-FD91B350D4D6}"/>
                    </a:ext>
                  </a:extLst>
                </p14:cNvPr>
                <p14:cNvContentPartPr/>
                <p14:nvPr/>
              </p14:nvContentPartPr>
              <p14:xfrm>
                <a:off x="2813688" y="1968624"/>
                <a:ext cx="90360" cy="475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A0A4B105-D4FE-1328-BEF5-FD91B350D4D6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2804688" y="1959984"/>
                  <a:ext cx="10800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2B4F360D-493B-7059-EBC3-58390F1282CE}"/>
                    </a:ext>
                  </a:extLst>
                </p14:cNvPr>
                <p14:cNvContentPartPr/>
                <p14:nvPr/>
              </p14:nvContentPartPr>
              <p14:xfrm>
                <a:off x="2872728" y="1938744"/>
                <a:ext cx="118080" cy="3261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2B4F360D-493B-7059-EBC3-58390F1282CE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2864088" y="1930104"/>
                  <a:ext cx="13572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A68A2A10-BD3B-4483-5140-E3C8B9FDD8AF}"/>
                    </a:ext>
                  </a:extLst>
                </p14:cNvPr>
                <p14:cNvContentPartPr/>
                <p14:nvPr/>
              </p14:nvContentPartPr>
              <p14:xfrm>
                <a:off x="2921688" y="1808784"/>
                <a:ext cx="18360" cy="241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A68A2A10-BD3B-4483-5140-E3C8B9FDD8AF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2913048" y="1799784"/>
                  <a:ext cx="360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87B67CF-3F6B-AF37-C7D4-6E49B429D5B8}"/>
                    </a:ext>
                  </a:extLst>
                </p14:cNvPr>
                <p14:cNvContentPartPr/>
                <p14:nvPr/>
              </p14:nvContentPartPr>
              <p14:xfrm>
                <a:off x="3089808" y="1935504"/>
                <a:ext cx="37080" cy="745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87B67CF-3F6B-AF37-C7D4-6E49B429D5B8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3080808" y="1926504"/>
                  <a:ext cx="5472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B59BEA23-37AD-3AA9-7332-42AEC13955EA}"/>
                    </a:ext>
                  </a:extLst>
                </p14:cNvPr>
                <p14:cNvContentPartPr/>
                <p14:nvPr/>
              </p14:nvContentPartPr>
              <p14:xfrm>
                <a:off x="3204288" y="1912464"/>
                <a:ext cx="195840" cy="3423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B59BEA23-37AD-3AA9-7332-42AEC13955EA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3195648" y="1903824"/>
                  <a:ext cx="213480" cy="36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10BB69B1-6036-BF97-31AC-AE7054FA805E}"/>
              </a:ext>
            </a:extLst>
          </p:cNvPr>
          <p:cNvGrpSpPr/>
          <p:nvPr/>
        </p:nvGrpSpPr>
        <p:grpSpPr>
          <a:xfrm>
            <a:off x="3688488" y="1681704"/>
            <a:ext cx="588960" cy="439560"/>
            <a:chOff x="3688488" y="1681704"/>
            <a:chExt cx="58896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F645E960-8C69-F919-C5C4-CEC64EAF8505}"/>
                    </a:ext>
                  </a:extLst>
                </p14:cNvPr>
                <p14:cNvContentPartPr/>
                <p14:nvPr/>
              </p14:nvContentPartPr>
              <p14:xfrm>
                <a:off x="3688488" y="1701504"/>
                <a:ext cx="500040" cy="3070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F645E960-8C69-F919-C5C4-CEC64EAF8505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3679848" y="1692864"/>
                  <a:ext cx="51768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F9F648D9-61FC-8A04-2D8D-AD71A71DE7B8}"/>
                    </a:ext>
                  </a:extLst>
                </p14:cNvPr>
                <p14:cNvContentPartPr/>
                <p14:nvPr/>
              </p14:nvContentPartPr>
              <p14:xfrm>
                <a:off x="4226688" y="1841544"/>
                <a:ext cx="46440" cy="2797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F9F648D9-61FC-8A04-2D8D-AD71A71DE7B8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4217688" y="1832904"/>
                  <a:ext cx="6408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43E6A815-2AD1-E74A-2BE7-16346F18FBFE}"/>
                    </a:ext>
                  </a:extLst>
                </p14:cNvPr>
                <p14:cNvContentPartPr/>
                <p14:nvPr/>
              </p14:nvContentPartPr>
              <p14:xfrm>
                <a:off x="4134528" y="1681704"/>
                <a:ext cx="142920" cy="360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43E6A815-2AD1-E74A-2BE7-16346F18FBFE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4125528" y="1673064"/>
                  <a:ext cx="160560" cy="5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8D4319C-854A-DDDD-6FB4-5CC37AF8F446}"/>
              </a:ext>
            </a:extLst>
          </p:cNvPr>
          <p:cNvGrpSpPr/>
          <p:nvPr/>
        </p:nvGrpSpPr>
        <p:grpSpPr>
          <a:xfrm>
            <a:off x="4590288" y="1755864"/>
            <a:ext cx="956880" cy="414360"/>
            <a:chOff x="4590288" y="1755864"/>
            <a:chExt cx="956880" cy="41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70EC69D6-44B8-DF58-608E-5509D751C75B}"/>
                    </a:ext>
                  </a:extLst>
                </p14:cNvPr>
                <p14:cNvContentPartPr/>
                <p14:nvPr/>
              </p14:nvContentPartPr>
              <p14:xfrm>
                <a:off x="4590288" y="1788984"/>
                <a:ext cx="305640" cy="3812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70EC69D6-44B8-DF58-608E-5509D751C75B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4581288" y="1780344"/>
                  <a:ext cx="323280" cy="39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37DC498-48FA-EECA-61E7-3BC374144114}"/>
                    </a:ext>
                  </a:extLst>
                </p14:cNvPr>
                <p14:cNvContentPartPr/>
                <p14:nvPr/>
              </p14:nvContentPartPr>
              <p14:xfrm>
                <a:off x="4903128" y="1805544"/>
                <a:ext cx="121320" cy="3200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37DC498-48FA-EECA-61E7-3BC374144114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4894128" y="1796904"/>
                  <a:ext cx="13896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30CD51C0-911C-5589-5501-F2E3FDC4B645}"/>
                    </a:ext>
                  </a:extLst>
                </p14:cNvPr>
                <p14:cNvContentPartPr/>
                <p14:nvPr/>
              </p14:nvContentPartPr>
              <p14:xfrm>
                <a:off x="5065128" y="1755864"/>
                <a:ext cx="317160" cy="2170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30CD51C0-911C-5589-5501-F2E3FDC4B645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5056128" y="1747224"/>
                  <a:ext cx="33480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D10CAF70-2A38-5BE5-0372-2FE06B5F6672}"/>
                    </a:ext>
                  </a:extLst>
                </p14:cNvPr>
                <p14:cNvContentPartPr/>
                <p14:nvPr/>
              </p14:nvContentPartPr>
              <p14:xfrm>
                <a:off x="5473728" y="1762704"/>
                <a:ext cx="10440" cy="608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D10CAF70-2A38-5BE5-0372-2FE06B5F6672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5465088" y="1753704"/>
                  <a:ext cx="2808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82B9D2F7-E3A3-11F8-11CD-12BA08E14937}"/>
                    </a:ext>
                  </a:extLst>
                </p14:cNvPr>
                <p14:cNvContentPartPr/>
                <p14:nvPr/>
              </p14:nvContentPartPr>
              <p14:xfrm>
                <a:off x="5520528" y="1777464"/>
                <a:ext cx="26640" cy="576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82B9D2F7-E3A3-11F8-11CD-12BA08E14937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5511528" y="1768824"/>
                  <a:ext cx="44280" cy="7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EEC37DF3-AA51-90E0-D37F-9719B6024C31}"/>
              </a:ext>
            </a:extLst>
          </p:cNvPr>
          <p:cNvGrpSpPr/>
          <p:nvPr/>
        </p:nvGrpSpPr>
        <p:grpSpPr>
          <a:xfrm>
            <a:off x="735408" y="2423664"/>
            <a:ext cx="258120" cy="244080"/>
            <a:chOff x="735408" y="2423664"/>
            <a:chExt cx="258120" cy="24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99B660BA-FFDF-8B85-1C0F-554E25AB3723}"/>
                    </a:ext>
                  </a:extLst>
                </p14:cNvPr>
                <p14:cNvContentPartPr/>
                <p14:nvPr/>
              </p14:nvContentPartPr>
              <p14:xfrm>
                <a:off x="735408" y="2423664"/>
                <a:ext cx="125640" cy="2440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99B660BA-FFDF-8B85-1C0F-554E25AB3723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726408" y="2414664"/>
                  <a:ext cx="14328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BF50467C-F875-3699-D7D5-ABAAA2671EA2}"/>
                    </a:ext>
                  </a:extLst>
                </p14:cNvPr>
                <p14:cNvContentPartPr/>
                <p14:nvPr/>
              </p14:nvContentPartPr>
              <p14:xfrm>
                <a:off x="991368" y="2621304"/>
                <a:ext cx="2160" cy="104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BF50467C-F875-3699-D7D5-ABAAA2671EA2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982728" y="2612304"/>
                  <a:ext cx="19800" cy="2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D8B4212-5EE2-34F0-5392-8C1E96ADD926}"/>
                  </a:ext>
                </a:extLst>
              </p14:cNvPr>
              <p14:cNvContentPartPr/>
              <p14:nvPr/>
            </p14:nvContentPartPr>
            <p14:xfrm>
              <a:off x="1981368" y="2404224"/>
              <a:ext cx="115200" cy="619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D8B4212-5EE2-34F0-5392-8C1E96ADD926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1972728" y="2395224"/>
                <a:ext cx="132840" cy="7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13A96072-9548-E700-2577-F3D49056C439}"/>
                  </a:ext>
                </a:extLst>
              </p14:cNvPr>
              <p14:cNvContentPartPr/>
              <p14:nvPr/>
            </p14:nvContentPartPr>
            <p14:xfrm>
              <a:off x="2338848" y="2274624"/>
              <a:ext cx="172440" cy="477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13A96072-9548-E700-2577-F3D49056C439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2330208" y="2265984"/>
                <a:ext cx="190080" cy="495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5" name="Group 114">
            <a:extLst>
              <a:ext uri="{FF2B5EF4-FFF2-40B4-BE49-F238E27FC236}">
                <a16:creationId xmlns:a16="http://schemas.microsoft.com/office/drawing/2014/main" id="{6C35FCE7-9B19-0619-9FC9-DB01EB635165}"/>
              </a:ext>
            </a:extLst>
          </p:cNvPr>
          <p:cNvGrpSpPr/>
          <p:nvPr/>
        </p:nvGrpSpPr>
        <p:grpSpPr>
          <a:xfrm>
            <a:off x="2754648" y="2352744"/>
            <a:ext cx="602640" cy="483840"/>
            <a:chOff x="2754648" y="2352744"/>
            <a:chExt cx="602640" cy="48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97F366D9-2567-A53B-8414-3AF499E67353}"/>
                    </a:ext>
                  </a:extLst>
                </p14:cNvPr>
                <p14:cNvContentPartPr/>
                <p14:nvPr/>
              </p14:nvContentPartPr>
              <p14:xfrm>
                <a:off x="2754648" y="2468664"/>
                <a:ext cx="339840" cy="3679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97F366D9-2567-A53B-8414-3AF499E67353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2746008" y="2460024"/>
                  <a:ext cx="35748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D00CD78C-B587-4F61-82C8-4D003726B591}"/>
                    </a:ext>
                  </a:extLst>
                </p14:cNvPr>
                <p14:cNvContentPartPr/>
                <p14:nvPr/>
              </p14:nvContentPartPr>
              <p14:xfrm>
                <a:off x="3064608" y="2352744"/>
                <a:ext cx="15840" cy="266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D00CD78C-B587-4F61-82C8-4D003726B591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3055608" y="2344104"/>
                  <a:ext cx="334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BAD3069C-8E13-E9E4-2B4D-A7E6795A493B}"/>
                    </a:ext>
                  </a:extLst>
                </p14:cNvPr>
                <p14:cNvContentPartPr/>
                <p14:nvPr/>
              </p14:nvContentPartPr>
              <p14:xfrm>
                <a:off x="3187728" y="2486664"/>
                <a:ext cx="28440" cy="568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BAD3069C-8E13-E9E4-2B4D-A7E6795A493B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3179088" y="2478024"/>
                  <a:ext cx="460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093BEE8-8159-487C-D4DA-B5BAE9C70B18}"/>
                    </a:ext>
                  </a:extLst>
                </p14:cNvPr>
                <p14:cNvContentPartPr/>
                <p14:nvPr/>
              </p14:nvContentPartPr>
              <p14:xfrm>
                <a:off x="3264408" y="2444184"/>
                <a:ext cx="92880" cy="3844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093BEE8-8159-487C-D4DA-B5BAE9C70B18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3255768" y="2435184"/>
                  <a:ext cx="110520" cy="40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AF2E1AF5-025E-63D0-01D5-59E1858CC446}"/>
              </a:ext>
            </a:extLst>
          </p:cNvPr>
          <p:cNvGrpSpPr/>
          <p:nvPr/>
        </p:nvGrpSpPr>
        <p:grpSpPr>
          <a:xfrm>
            <a:off x="3690288" y="2263464"/>
            <a:ext cx="694800" cy="431640"/>
            <a:chOff x="3690288" y="2263464"/>
            <a:chExt cx="694800" cy="43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29D0FC6A-E453-E367-3848-C7A61165F3CF}"/>
                    </a:ext>
                  </a:extLst>
                </p14:cNvPr>
                <p14:cNvContentPartPr/>
                <p14:nvPr/>
              </p14:nvContentPartPr>
              <p14:xfrm>
                <a:off x="3690288" y="2263464"/>
                <a:ext cx="533520" cy="3146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29D0FC6A-E453-E367-3848-C7A61165F3CF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3681288" y="2254464"/>
                  <a:ext cx="55116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6F5675AF-7AAF-B094-EA7E-1970A00F0DE3}"/>
                    </a:ext>
                  </a:extLst>
                </p14:cNvPr>
                <p14:cNvContentPartPr/>
                <p14:nvPr/>
              </p14:nvContentPartPr>
              <p14:xfrm>
                <a:off x="4245408" y="2437344"/>
                <a:ext cx="5040" cy="180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6F5675AF-7AAF-B094-EA7E-1970A00F0DE3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4236408" y="2428344"/>
                  <a:ext cx="2268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9A7C2A84-0A94-535B-47E1-37B5DC796874}"/>
                    </a:ext>
                  </a:extLst>
                </p14:cNvPr>
                <p14:cNvContentPartPr/>
                <p14:nvPr/>
              </p14:nvContentPartPr>
              <p14:xfrm>
                <a:off x="4297968" y="2304864"/>
                <a:ext cx="87120" cy="3902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9A7C2A84-0A94-535B-47E1-37B5DC796874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4288968" y="2296224"/>
                  <a:ext cx="104760" cy="40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2B3AB0B4-9B41-B007-5A0F-D2A44C45A8FF}"/>
              </a:ext>
            </a:extLst>
          </p:cNvPr>
          <p:cNvGrpSpPr/>
          <p:nvPr/>
        </p:nvGrpSpPr>
        <p:grpSpPr>
          <a:xfrm>
            <a:off x="4764528" y="2283264"/>
            <a:ext cx="1131120" cy="251280"/>
            <a:chOff x="4764528" y="2283264"/>
            <a:chExt cx="1131120" cy="25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77026BC8-46F2-7AEC-C68C-68EEA6544BEE}"/>
                    </a:ext>
                  </a:extLst>
                </p14:cNvPr>
                <p14:cNvContentPartPr/>
                <p14:nvPr/>
              </p14:nvContentPartPr>
              <p14:xfrm>
                <a:off x="4764528" y="2336184"/>
                <a:ext cx="101880" cy="198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77026BC8-46F2-7AEC-C68C-68EEA6544BEE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4755528" y="2327544"/>
                  <a:ext cx="1195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1F51BF96-C8DE-6591-FFBF-E5F34CBD08D9}"/>
                    </a:ext>
                  </a:extLst>
                </p14:cNvPr>
                <p14:cNvContentPartPr/>
                <p14:nvPr/>
              </p14:nvContentPartPr>
              <p14:xfrm>
                <a:off x="4978008" y="2419704"/>
                <a:ext cx="255960" cy="586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1F51BF96-C8DE-6591-FFBF-E5F34CBD08D9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4969368" y="2410704"/>
                  <a:ext cx="27360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CDEFA6ED-2AE6-E2EF-BE3D-2211F6F97EFB}"/>
                    </a:ext>
                  </a:extLst>
                </p14:cNvPr>
                <p14:cNvContentPartPr/>
                <p14:nvPr/>
              </p14:nvContentPartPr>
              <p14:xfrm>
                <a:off x="5267808" y="2400624"/>
                <a:ext cx="79560" cy="313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CDEFA6ED-2AE6-E2EF-BE3D-2211F6F97EFB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5259168" y="2391624"/>
                  <a:ext cx="972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55ECEED5-3489-432E-9BD6-BE07AEB75A04}"/>
                    </a:ext>
                  </a:extLst>
                </p14:cNvPr>
                <p14:cNvContentPartPr/>
                <p14:nvPr/>
              </p14:nvContentPartPr>
              <p14:xfrm>
                <a:off x="5452488" y="2389824"/>
                <a:ext cx="280800" cy="586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55ECEED5-3489-432E-9BD6-BE07AEB75A04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5443488" y="2381184"/>
                  <a:ext cx="29844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E2DA976-366E-3F05-1C9D-7AB8ED42CFB0}"/>
                    </a:ext>
                  </a:extLst>
                </p14:cNvPr>
                <p14:cNvContentPartPr/>
                <p14:nvPr/>
              </p14:nvContentPartPr>
              <p14:xfrm>
                <a:off x="5819688" y="2283264"/>
                <a:ext cx="16200" cy="349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E2DA976-366E-3F05-1C9D-7AB8ED42CFB0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5810688" y="2274264"/>
                  <a:ext cx="338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56160F17-B603-BBC0-F722-CEAC9F4B2251}"/>
                    </a:ext>
                  </a:extLst>
                </p14:cNvPr>
                <p14:cNvContentPartPr/>
                <p14:nvPr/>
              </p14:nvContentPartPr>
              <p14:xfrm>
                <a:off x="5870088" y="2303064"/>
                <a:ext cx="25560" cy="435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56160F17-B603-BBC0-F722-CEAC9F4B2251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861448" y="2294424"/>
                  <a:ext cx="4320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8AE7B311-1C8D-9995-2248-E3F2ED1DBB2B}"/>
                    </a:ext>
                  </a:extLst>
                </p14:cNvPr>
                <p14:cNvContentPartPr/>
                <p14:nvPr/>
              </p14:nvContentPartPr>
              <p14:xfrm>
                <a:off x="5718888" y="2407464"/>
                <a:ext cx="124560" cy="788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8AE7B311-1C8D-9995-2248-E3F2ED1DBB2B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5709888" y="2398464"/>
                  <a:ext cx="14220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484E311D-45C8-A9F5-8B07-1B5142CDF7F9}"/>
              </a:ext>
            </a:extLst>
          </p:cNvPr>
          <p:cNvGrpSpPr/>
          <p:nvPr/>
        </p:nvGrpSpPr>
        <p:grpSpPr>
          <a:xfrm>
            <a:off x="1479168" y="3181104"/>
            <a:ext cx="1213560" cy="244080"/>
            <a:chOff x="1479168" y="3181104"/>
            <a:chExt cx="1213560" cy="24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2BBCC315-D283-243F-D5CF-2EA8610BCCB8}"/>
                    </a:ext>
                  </a:extLst>
                </p14:cNvPr>
                <p14:cNvContentPartPr/>
                <p14:nvPr/>
              </p14:nvContentPartPr>
              <p14:xfrm>
                <a:off x="1479168" y="3185424"/>
                <a:ext cx="530280" cy="2397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2BBCC315-D283-243F-D5CF-2EA8610BCCB8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470168" y="3176424"/>
                  <a:ext cx="54792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A813D9E0-E72F-8762-468F-CCF47E3DEC10}"/>
                    </a:ext>
                  </a:extLst>
                </p14:cNvPr>
                <p14:cNvContentPartPr/>
                <p14:nvPr/>
              </p14:nvContentPartPr>
              <p14:xfrm>
                <a:off x="2099088" y="3181104"/>
                <a:ext cx="565200" cy="1490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A813D9E0-E72F-8762-468F-CCF47E3DEC10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2090088" y="3172464"/>
                  <a:ext cx="5828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4B800285-2846-EC66-B6CB-985B992A4E17}"/>
                    </a:ext>
                  </a:extLst>
                </p14:cNvPr>
                <p14:cNvContentPartPr/>
                <p14:nvPr/>
              </p14:nvContentPartPr>
              <p14:xfrm>
                <a:off x="2673648" y="3213864"/>
                <a:ext cx="19080" cy="46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4B800285-2846-EC66-B6CB-985B992A4E17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2665008" y="3205224"/>
                  <a:ext cx="3672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CA830FEB-EAC9-4532-4B27-7B3D0D484B9B}"/>
              </a:ext>
            </a:extLst>
          </p:cNvPr>
          <p:cNvGrpSpPr/>
          <p:nvPr/>
        </p:nvGrpSpPr>
        <p:grpSpPr>
          <a:xfrm>
            <a:off x="3352608" y="3087504"/>
            <a:ext cx="810360" cy="206640"/>
            <a:chOff x="3352608" y="3087504"/>
            <a:chExt cx="810360" cy="20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712C4926-2DD0-74EF-CAD9-B79C047FFCA0}"/>
                    </a:ext>
                  </a:extLst>
                </p14:cNvPr>
                <p14:cNvContentPartPr/>
                <p14:nvPr/>
              </p14:nvContentPartPr>
              <p14:xfrm>
                <a:off x="3352608" y="3087504"/>
                <a:ext cx="188640" cy="2066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712C4926-2DD0-74EF-CAD9-B79C047FFCA0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3343968" y="3078504"/>
                  <a:ext cx="20628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33460BE7-29FE-BEBE-6F30-F9846842ED88}"/>
                    </a:ext>
                  </a:extLst>
                </p14:cNvPr>
                <p14:cNvContentPartPr/>
                <p14:nvPr/>
              </p14:nvContentPartPr>
              <p14:xfrm>
                <a:off x="3697848" y="3142584"/>
                <a:ext cx="154440" cy="1047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33460BE7-29FE-BEBE-6F30-F9846842ED88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3688848" y="3133584"/>
                  <a:ext cx="17208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938587F0-2B60-E46C-72B3-5FEE7B5683E4}"/>
                    </a:ext>
                  </a:extLst>
                </p14:cNvPr>
                <p14:cNvContentPartPr/>
                <p14:nvPr/>
              </p14:nvContentPartPr>
              <p14:xfrm>
                <a:off x="4048848" y="3120264"/>
                <a:ext cx="18360" cy="1260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938587F0-2B60-E46C-72B3-5FEE7B5683E4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4039848" y="3111264"/>
                  <a:ext cx="3600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A27A1CB-2EDB-8D6C-F7EF-03D21C70236D}"/>
                    </a:ext>
                  </a:extLst>
                </p14:cNvPr>
                <p14:cNvContentPartPr/>
                <p14:nvPr/>
              </p14:nvContentPartPr>
              <p14:xfrm>
                <a:off x="3979008" y="3090744"/>
                <a:ext cx="183960" cy="1918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A27A1CB-2EDB-8D6C-F7EF-03D21C70236D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3970008" y="3082104"/>
                  <a:ext cx="20160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4EB36C16-5CC7-B1B4-E9E9-C129227C0A58}"/>
              </a:ext>
            </a:extLst>
          </p:cNvPr>
          <p:cNvGrpSpPr/>
          <p:nvPr/>
        </p:nvGrpSpPr>
        <p:grpSpPr>
          <a:xfrm>
            <a:off x="4623048" y="3034944"/>
            <a:ext cx="1094040" cy="248400"/>
            <a:chOff x="4623048" y="3034944"/>
            <a:chExt cx="1094040" cy="24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046B8664-732F-1224-1122-6CF8EF556432}"/>
                    </a:ext>
                  </a:extLst>
                </p14:cNvPr>
                <p14:cNvContentPartPr/>
                <p14:nvPr/>
              </p14:nvContentPartPr>
              <p14:xfrm>
                <a:off x="4623048" y="3083544"/>
                <a:ext cx="115920" cy="1998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046B8664-732F-1224-1122-6CF8EF556432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614048" y="3074544"/>
                  <a:ext cx="1335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8A11B821-824F-A00E-0692-5127494E3841}"/>
                    </a:ext>
                  </a:extLst>
                </p14:cNvPr>
                <p14:cNvContentPartPr/>
                <p14:nvPr/>
              </p14:nvContentPartPr>
              <p14:xfrm>
                <a:off x="4743648" y="3034944"/>
                <a:ext cx="261360" cy="2394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8A11B821-824F-A00E-0692-5127494E3841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734648" y="3025944"/>
                  <a:ext cx="2790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3A99A61B-C31D-744F-A3EF-24935FFB28C5}"/>
                    </a:ext>
                  </a:extLst>
                </p14:cNvPr>
                <p14:cNvContentPartPr/>
                <p14:nvPr/>
              </p14:nvContentPartPr>
              <p14:xfrm>
                <a:off x="4953168" y="3118464"/>
                <a:ext cx="307080" cy="1155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3A99A61B-C31D-744F-A3EF-24935FFB28C5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944168" y="3109824"/>
                  <a:ext cx="3247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F99160F7-060B-1B0A-CA24-AF43A5A960A0}"/>
                    </a:ext>
                  </a:extLst>
                </p14:cNvPr>
                <p14:cNvContentPartPr/>
                <p14:nvPr/>
              </p14:nvContentPartPr>
              <p14:xfrm>
                <a:off x="5323968" y="3138984"/>
                <a:ext cx="393120" cy="738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F99160F7-060B-1B0A-CA24-AF43A5A960A0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5314968" y="3130344"/>
                  <a:ext cx="410760" cy="9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8E92194A-AF4C-84F1-A4E3-4D4A3A363449}"/>
              </a:ext>
            </a:extLst>
          </p:cNvPr>
          <p:cNvGrpSpPr/>
          <p:nvPr/>
        </p:nvGrpSpPr>
        <p:grpSpPr>
          <a:xfrm>
            <a:off x="6191208" y="2864304"/>
            <a:ext cx="394560" cy="343800"/>
            <a:chOff x="6191208" y="2864304"/>
            <a:chExt cx="394560" cy="34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5E28E361-8986-CABC-B891-90ABBB12F7B2}"/>
                    </a:ext>
                  </a:extLst>
                </p14:cNvPr>
                <p14:cNvContentPartPr/>
                <p14:nvPr/>
              </p14:nvContentPartPr>
              <p14:xfrm>
                <a:off x="6205968" y="2961864"/>
                <a:ext cx="15840" cy="2462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5E28E361-8986-CABC-B891-90ABBB12F7B2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6196968" y="2953224"/>
                  <a:ext cx="3348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F4A59921-E2F6-C8CE-4082-39B1C20028C7}"/>
                    </a:ext>
                  </a:extLst>
                </p14:cNvPr>
                <p14:cNvContentPartPr/>
                <p14:nvPr/>
              </p14:nvContentPartPr>
              <p14:xfrm>
                <a:off x="6191208" y="2864304"/>
                <a:ext cx="394560" cy="3153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F4A59921-E2F6-C8CE-4082-39B1C20028C7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6182568" y="2855304"/>
                  <a:ext cx="412200" cy="33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A358D56F-DE06-BEC5-F905-C5B8C9C316CA}"/>
              </a:ext>
            </a:extLst>
          </p:cNvPr>
          <p:cNvGrpSpPr/>
          <p:nvPr/>
        </p:nvGrpSpPr>
        <p:grpSpPr>
          <a:xfrm>
            <a:off x="6925968" y="2893104"/>
            <a:ext cx="718920" cy="221400"/>
            <a:chOff x="6925968" y="2893104"/>
            <a:chExt cx="718920" cy="22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BDCF5B0B-5F98-B906-8AF3-B07EEC1CF690}"/>
                    </a:ext>
                  </a:extLst>
                </p14:cNvPr>
                <p14:cNvContentPartPr/>
                <p14:nvPr/>
              </p14:nvContentPartPr>
              <p14:xfrm>
                <a:off x="6925968" y="2982384"/>
                <a:ext cx="231120" cy="1321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BDCF5B0B-5F98-B906-8AF3-B07EEC1CF690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6917328" y="2973384"/>
                  <a:ext cx="2487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195C8A06-EE85-D3FC-E74F-2984390CF494}"/>
                    </a:ext>
                  </a:extLst>
                </p14:cNvPr>
                <p14:cNvContentPartPr/>
                <p14:nvPr/>
              </p14:nvContentPartPr>
              <p14:xfrm>
                <a:off x="7217928" y="3000744"/>
                <a:ext cx="82440" cy="781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195C8A06-EE85-D3FC-E74F-2984390CF494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7208928" y="2991744"/>
                  <a:ext cx="10008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EFFBCDC6-DC8D-76BB-5C27-0CADBDF30E72}"/>
                    </a:ext>
                  </a:extLst>
                </p14:cNvPr>
                <p14:cNvContentPartPr/>
                <p14:nvPr/>
              </p14:nvContentPartPr>
              <p14:xfrm>
                <a:off x="7339248" y="2893104"/>
                <a:ext cx="305640" cy="2145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EFFBCDC6-DC8D-76BB-5C27-0CADBDF30E72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7330608" y="2884104"/>
                  <a:ext cx="323280" cy="23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24C2BF62-689B-2593-20A8-E04AF966AC9F}"/>
              </a:ext>
            </a:extLst>
          </p:cNvPr>
          <p:cNvGrpSpPr/>
          <p:nvPr/>
        </p:nvGrpSpPr>
        <p:grpSpPr>
          <a:xfrm>
            <a:off x="8153208" y="2711664"/>
            <a:ext cx="880560" cy="378720"/>
            <a:chOff x="8153208" y="2711664"/>
            <a:chExt cx="880560" cy="37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5ABE71F3-BEF2-AB35-70AC-1948748EA692}"/>
                    </a:ext>
                  </a:extLst>
                </p14:cNvPr>
                <p14:cNvContentPartPr/>
                <p14:nvPr/>
              </p14:nvContentPartPr>
              <p14:xfrm>
                <a:off x="8153208" y="2900304"/>
                <a:ext cx="74520" cy="925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5ABE71F3-BEF2-AB35-70AC-1948748EA692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8144568" y="2891664"/>
                  <a:ext cx="9216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3BBF38F6-64BA-9635-C5E0-D6C629EF7EC0}"/>
                    </a:ext>
                  </a:extLst>
                </p14:cNvPr>
                <p14:cNvContentPartPr/>
                <p14:nvPr/>
              </p14:nvContentPartPr>
              <p14:xfrm>
                <a:off x="8356248" y="2711664"/>
                <a:ext cx="187560" cy="3783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3BBF38F6-64BA-9635-C5E0-D6C629EF7EC0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8347608" y="2703024"/>
                  <a:ext cx="20520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744BA004-D2A2-57FF-9B08-809DD0358E3C}"/>
                    </a:ext>
                  </a:extLst>
                </p14:cNvPr>
                <p14:cNvContentPartPr/>
                <p14:nvPr/>
              </p14:nvContentPartPr>
              <p14:xfrm>
                <a:off x="8614008" y="3011544"/>
                <a:ext cx="199800" cy="788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744BA004-D2A2-57FF-9B08-809DD0358E3C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8605008" y="3002544"/>
                  <a:ext cx="2174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F94952A0-E050-7C88-8C45-45F21336BC6F}"/>
                    </a:ext>
                  </a:extLst>
                </p14:cNvPr>
                <p14:cNvContentPartPr/>
                <p14:nvPr/>
              </p14:nvContentPartPr>
              <p14:xfrm>
                <a:off x="8953488" y="2820384"/>
                <a:ext cx="42840" cy="421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F94952A0-E050-7C88-8C45-45F21336BC6F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8944848" y="2811744"/>
                  <a:ext cx="6048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413D3F07-A720-B862-688C-B41146384ACA}"/>
                    </a:ext>
                  </a:extLst>
                </p14:cNvPr>
                <p14:cNvContentPartPr/>
                <p14:nvPr/>
              </p14:nvContentPartPr>
              <p14:xfrm>
                <a:off x="9011448" y="2853144"/>
                <a:ext cx="22320" cy="694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413D3F07-A720-B862-688C-B41146384ACA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9002808" y="2844504"/>
                  <a:ext cx="39960" cy="8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78132985-DAC8-81E1-4935-6F4514ABFE4F}"/>
              </a:ext>
            </a:extLst>
          </p:cNvPr>
          <p:cNvGrpSpPr/>
          <p:nvPr/>
        </p:nvGrpSpPr>
        <p:grpSpPr>
          <a:xfrm>
            <a:off x="9287928" y="2768544"/>
            <a:ext cx="1356120" cy="394920"/>
            <a:chOff x="9287928" y="2768544"/>
            <a:chExt cx="1356120" cy="39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8D4B8923-B504-A851-7D1B-761123F945AD}"/>
                    </a:ext>
                  </a:extLst>
                </p14:cNvPr>
                <p14:cNvContentPartPr/>
                <p14:nvPr/>
              </p14:nvContentPartPr>
              <p14:xfrm>
                <a:off x="9287928" y="2772864"/>
                <a:ext cx="204840" cy="3312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8D4B8923-B504-A851-7D1B-761123F945AD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9279288" y="2764224"/>
                  <a:ext cx="22248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FAB71BBE-5BA4-8BB3-0E31-34BE6058632B}"/>
                    </a:ext>
                  </a:extLst>
                </p14:cNvPr>
                <p14:cNvContentPartPr/>
                <p14:nvPr/>
              </p14:nvContentPartPr>
              <p14:xfrm>
                <a:off x="9703728" y="2834064"/>
                <a:ext cx="376560" cy="3142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FAB71BBE-5BA4-8BB3-0E31-34BE6058632B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9695088" y="2825424"/>
                  <a:ext cx="39420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07487EB-7B5F-8B10-2579-4F3EABBE5903}"/>
                    </a:ext>
                  </a:extLst>
                </p14:cNvPr>
                <p14:cNvContentPartPr/>
                <p14:nvPr/>
              </p14:nvContentPartPr>
              <p14:xfrm>
                <a:off x="10090728" y="2885184"/>
                <a:ext cx="126360" cy="2782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07487EB-7B5F-8B10-2579-4F3EABBE5903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0081728" y="2876184"/>
                  <a:ext cx="14400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CD161B5A-CF35-7631-1923-00D197742299}"/>
                    </a:ext>
                  </a:extLst>
                </p14:cNvPr>
                <p14:cNvContentPartPr/>
                <p14:nvPr/>
              </p14:nvContentPartPr>
              <p14:xfrm>
                <a:off x="10290528" y="2794104"/>
                <a:ext cx="190080" cy="243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CD161B5A-CF35-7631-1923-00D197742299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0281888" y="2785104"/>
                  <a:ext cx="2077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7C39B5F3-88E0-AC76-E9E8-43EC9036590C}"/>
                    </a:ext>
                  </a:extLst>
                </p14:cNvPr>
                <p14:cNvContentPartPr/>
                <p14:nvPr/>
              </p14:nvContentPartPr>
              <p14:xfrm>
                <a:off x="10585008" y="2836224"/>
                <a:ext cx="59040" cy="745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7C39B5F3-88E0-AC76-E9E8-43EC9036590C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0576368" y="2827584"/>
                  <a:ext cx="7668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C3B901B4-EDCA-7D8C-E4AD-ADE90A80C9A1}"/>
                    </a:ext>
                  </a:extLst>
                </p14:cNvPr>
                <p14:cNvContentPartPr/>
                <p14:nvPr/>
              </p14:nvContentPartPr>
              <p14:xfrm>
                <a:off x="9658368" y="2768544"/>
                <a:ext cx="78840" cy="676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C3B901B4-EDCA-7D8C-E4AD-ADE90A80C9A1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9649368" y="2759544"/>
                  <a:ext cx="96480" cy="8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27969CEB-57C0-07C9-E51D-6CF40E4F363B}"/>
              </a:ext>
            </a:extLst>
          </p:cNvPr>
          <p:cNvGrpSpPr/>
          <p:nvPr/>
        </p:nvGrpSpPr>
        <p:grpSpPr>
          <a:xfrm>
            <a:off x="1993248" y="3746664"/>
            <a:ext cx="1365120" cy="493560"/>
            <a:chOff x="1993248" y="3746664"/>
            <a:chExt cx="1365120" cy="49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C20A5D0A-6034-9A59-B7D3-228762682038}"/>
                    </a:ext>
                  </a:extLst>
                </p14:cNvPr>
                <p14:cNvContentPartPr/>
                <p14:nvPr/>
              </p14:nvContentPartPr>
              <p14:xfrm>
                <a:off x="1993248" y="3869064"/>
                <a:ext cx="165240" cy="2534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C20A5D0A-6034-9A59-B7D3-228762682038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984248" y="3860424"/>
                  <a:ext cx="1828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F5A3B012-189C-7F22-3A7D-50437D2F9BF6}"/>
                    </a:ext>
                  </a:extLst>
                </p14:cNvPr>
                <p14:cNvContentPartPr/>
                <p14:nvPr/>
              </p14:nvContentPartPr>
              <p14:xfrm>
                <a:off x="2272968" y="3803544"/>
                <a:ext cx="198720" cy="4222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F5A3B012-189C-7F22-3A7D-50437D2F9BF6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2264328" y="3794904"/>
                  <a:ext cx="216360" cy="43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F507D4D6-E0C6-44DB-8FA8-3750911284F2}"/>
                    </a:ext>
                  </a:extLst>
                </p14:cNvPr>
                <p14:cNvContentPartPr/>
                <p14:nvPr/>
              </p14:nvContentPartPr>
              <p14:xfrm>
                <a:off x="2523168" y="3862224"/>
                <a:ext cx="70560" cy="460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F507D4D6-E0C6-44DB-8FA8-3750911284F2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2514168" y="3853584"/>
                  <a:ext cx="8820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9CE65378-FDA5-2217-5B42-2D9FA759FD21}"/>
                    </a:ext>
                  </a:extLst>
                </p14:cNvPr>
                <p14:cNvContentPartPr/>
                <p14:nvPr/>
              </p14:nvContentPartPr>
              <p14:xfrm>
                <a:off x="2661408" y="3803904"/>
                <a:ext cx="151920" cy="2462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9CE65378-FDA5-2217-5B42-2D9FA759FD21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2652768" y="3794904"/>
                  <a:ext cx="16956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8F3727FC-5FD1-9CD8-CBF8-22ABA2B87151}"/>
                    </a:ext>
                  </a:extLst>
                </p14:cNvPr>
                <p14:cNvContentPartPr/>
                <p14:nvPr/>
              </p14:nvContentPartPr>
              <p14:xfrm>
                <a:off x="2874528" y="3957984"/>
                <a:ext cx="153720" cy="543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8F3727FC-5FD1-9CD8-CBF8-22ABA2B87151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2865888" y="3949344"/>
                  <a:ext cx="17136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1D46C807-9B15-073D-722D-A34AC546652E}"/>
                    </a:ext>
                  </a:extLst>
                </p14:cNvPr>
                <p14:cNvContentPartPr/>
                <p14:nvPr/>
              </p14:nvContentPartPr>
              <p14:xfrm>
                <a:off x="3105288" y="3831264"/>
                <a:ext cx="13320" cy="363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1D46C807-9B15-073D-722D-A34AC546652E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3096288" y="3822264"/>
                  <a:ext cx="309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822CF2F7-2DB2-7104-359B-9C2876EDA0BC}"/>
                    </a:ext>
                  </a:extLst>
                </p14:cNvPr>
                <p14:cNvContentPartPr/>
                <p14:nvPr/>
              </p14:nvContentPartPr>
              <p14:xfrm>
                <a:off x="3149928" y="3844944"/>
                <a:ext cx="8640" cy="334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822CF2F7-2DB2-7104-359B-9C2876EDA0BC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141288" y="3836304"/>
                  <a:ext cx="262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7074081F-4FB1-8492-4765-21B4E379B8B0}"/>
                    </a:ext>
                  </a:extLst>
                </p14:cNvPr>
                <p14:cNvContentPartPr/>
                <p14:nvPr/>
              </p14:nvContentPartPr>
              <p14:xfrm>
                <a:off x="3195288" y="3746664"/>
                <a:ext cx="163080" cy="4935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7074081F-4FB1-8492-4765-21B4E379B8B0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3186648" y="3738024"/>
                  <a:ext cx="180720" cy="511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CEA31459-66C9-D64B-7986-4CE6BC0E9DB1}"/>
                  </a:ext>
                </a:extLst>
              </p14:cNvPr>
              <p14:cNvContentPartPr/>
              <p14:nvPr/>
            </p14:nvContentPartPr>
            <p14:xfrm>
              <a:off x="4148568" y="3683664"/>
              <a:ext cx="270000" cy="21528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CEA31459-66C9-D64B-7986-4CE6BC0E9DB1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4139568" y="3674664"/>
                <a:ext cx="287640" cy="232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77" name="Group 176">
            <a:extLst>
              <a:ext uri="{FF2B5EF4-FFF2-40B4-BE49-F238E27FC236}">
                <a16:creationId xmlns:a16="http://schemas.microsoft.com/office/drawing/2014/main" id="{E99B144A-13C7-100C-8B4D-7C9FCC57D9EC}"/>
              </a:ext>
            </a:extLst>
          </p:cNvPr>
          <p:cNvGrpSpPr/>
          <p:nvPr/>
        </p:nvGrpSpPr>
        <p:grpSpPr>
          <a:xfrm>
            <a:off x="7621488" y="846504"/>
            <a:ext cx="1049040" cy="247320"/>
            <a:chOff x="7621488" y="846504"/>
            <a:chExt cx="1049040" cy="24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829500D-E4AD-31EA-313B-51095CCE362D}"/>
                    </a:ext>
                  </a:extLst>
                </p14:cNvPr>
                <p14:cNvContentPartPr/>
                <p14:nvPr/>
              </p14:nvContentPartPr>
              <p14:xfrm>
                <a:off x="7720488" y="975384"/>
                <a:ext cx="12240" cy="766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829500D-E4AD-31EA-313B-51095CCE362D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7711848" y="966744"/>
                  <a:ext cx="2988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72AB7655-CC5E-9879-0FB0-041021C712E4}"/>
                    </a:ext>
                  </a:extLst>
                </p14:cNvPr>
                <p14:cNvContentPartPr/>
                <p14:nvPr/>
              </p14:nvContentPartPr>
              <p14:xfrm>
                <a:off x="7621488" y="922824"/>
                <a:ext cx="176760" cy="514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72AB7655-CC5E-9879-0FB0-041021C712E4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7612848" y="913824"/>
                  <a:ext cx="19440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48F4637-C7BE-85C8-3EAD-BBFF0671CD26}"/>
                    </a:ext>
                  </a:extLst>
                </p14:cNvPr>
                <p14:cNvContentPartPr/>
                <p14:nvPr/>
              </p14:nvContentPartPr>
              <p14:xfrm>
                <a:off x="7710048" y="1078344"/>
                <a:ext cx="103320" cy="54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48F4637-C7BE-85C8-3EAD-BBFF0671CD26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7701048" y="1069704"/>
                  <a:ext cx="1209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B0CEA7A4-29E7-6B63-7ADD-BF5CFCBA1AE4}"/>
                    </a:ext>
                  </a:extLst>
                </p14:cNvPr>
                <p14:cNvContentPartPr/>
                <p14:nvPr/>
              </p14:nvContentPartPr>
              <p14:xfrm>
                <a:off x="8009208" y="1024344"/>
                <a:ext cx="18000" cy="694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B0CEA7A4-29E7-6B63-7ADD-BF5CFCBA1AE4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8000208" y="1015704"/>
                  <a:ext cx="3564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012D97ED-801D-1B63-F6D4-5893036048F2}"/>
                    </a:ext>
                  </a:extLst>
                </p14:cNvPr>
                <p14:cNvContentPartPr/>
                <p14:nvPr/>
              </p14:nvContentPartPr>
              <p14:xfrm>
                <a:off x="8167248" y="846504"/>
                <a:ext cx="126360" cy="1771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012D97ED-801D-1B63-F6D4-5893036048F2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8158248" y="837504"/>
                  <a:ext cx="1440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586971E9-C123-C8C4-D7AF-7DF5513DF7CB}"/>
                    </a:ext>
                  </a:extLst>
                </p14:cNvPr>
                <p14:cNvContentPartPr/>
                <p14:nvPr/>
              </p14:nvContentPartPr>
              <p14:xfrm>
                <a:off x="8370288" y="949104"/>
                <a:ext cx="130680" cy="266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586971E9-C123-C8C4-D7AF-7DF5513DF7C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361288" y="940464"/>
                  <a:ext cx="1483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142AD8CC-02A3-9B68-4329-56E8C4AD2490}"/>
                    </a:ext>
                  </a:extLst>
                </p14:cNvPr>
                <p14:cNvContentPartPr/>
                <p14:nvPr/>
              </p14:nvContentPartPr>
              <p14:xfrm>
                <a:off x="8644968" y="969624"/>
                <a:ext cx="25560" cy="788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142AD8CC-02A3-9B68-4329-56E8C4AD2490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636328" y="960984"/>
                  <a:ext cx="4320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0B5FB9B9-24E5-96AB-A8A6-30B1BDCA5770}"/>
              </a:ext>
            </a:extLst>
          </p:cNvPr>
          <p:cNvGrpSpPr/>
          <p:nvPr/>
        </p:nvGrpSpPr>
        <p:grpSpPr>
          <a:xfrm>
            <a:off x="8954928" y="818784"/>
            <a:ext cx="1879200" cy="334440"/>
            <a:chOff x="8954928" y="818784"/>
            <a:chExt cx="1879200" cy="33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FCEE98AC-AC46-5D26-DAA5-CB279DC6F28E}"/>
                    </a:ext>
                  </a:extLst>
                </p14:cNvPr>
                <p14:cNvContentPartPr/>
                <p14:nvPr/>
              </p14:nvContentPartPr>
              <p14:xfrm>
                <a:off x="8954928" y="863424"/>
                <a:ext cx="243720" cy="2898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FCEE98AC-AC46-5D26-DAA5-CB279DC6F28E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945928" y="854424"/>
                  <a:ext cx="26136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13FAE826-3EB7-B3BB-1366-D5E361204D0A}"/>
                    </a:ext>
                  </a:extLst>
                </p14:cNvPr>
                <p14:cNvContentPartPr/>
                <p14:nvPr/>
              </p14:nvContentPartPr>
              <p14:xfrm>
                <a:off x="9251928" y="911304"/>
                <a:ext cx="73440" cy="1267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13FAE826-3EB7-B3BB-1366-D5E361204D0A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9243288" y="902304"/>
                  <a:ext cx="910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679A3628-663A-0090-58A8-AE513207E9FF}"/>
                    </a:ext>
                  </a:extLst>
                </p14:cNvPr>
                <p14:cNvContentPartPr/>
                <p14:nvPr/>
              </p14:nvContentPartPr>
              <p14:xfrm>
                <a:off x="9383328" y="874944"/>
                <a:ext cx="155160" cy="1317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679A3628-663A-0090-58A8-AE513207E9FF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9374688" y="866304"/>
                  <a:ext cx="17280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7FA77E98-B60A-520F-1440-9C6F6F9BF1F9}"/>
                    </a:ext>
                  </a:extLst>
                </p14:cNvPr>
                <p14:cNvContentPartPr/>
                <p14:nvPr/>
              </p14:nvContentPartPr>
              <p14:xfrm>
                <a:off x="9629568" y="1015344"/>
                <a:ext cx="49680" cy="784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7FA77E98-B60A-520F-1440-9C6F6F9BF1F9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9620568" y="1006704"/>
                  <a:ext cx="6732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5C5BDFC-43B4-B62C-B982-4D2DFE6DF6EA}"/>
                    </a:ext>
                  </a:extLst>
                </p14:cNvPr>
                <p14:cNvContentPartPr/>
                <p14:nvPr/>
              </p14:nvContentPartPr>
              <p14:xfrm>
                <a:off x="9860688" y="818784"/>
                <a:ext cx="74880" cy="1648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5C5BDFC-43B4-B62C-B982-4D2DFE6DF6EA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9852048" y="810144"/>
                  <a:ext cx="925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1F2027E7-4B70-8E9D-1E76-FD4EE592368E}"/>
                    </a:ext>
                  </a:extLst>
                </p14:cNvPr>
                <p14:cNvContentPartPr/>
                <p14:nvPr/>
              </p14:nvContentPartPr>
              <p14:xfrm>
                <a:off x="10058328" y="912384"/>
                <a:ext cx="226800" cy="4464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1F2027E7-4B70-8E9D-1E76-FD4EE592368E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0049688" y="903384"/>
                  <a:ext cx="24444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55A1E9ED-8466-90A4-7490-3B0EAB27C97C}"/>
                    </a:ext>
                  </a:extLst>
                </p14:cNvPr>
                <p14:cNvContentPartPr/>
                <p14:nvPr/>
              </p14:nvContentPartPr>
              <p14:xfrm>
                <a:off x="10361088" y="950904"/>
                <a:ext cx="12960" cy="21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55A1E9ED-8466-90A4-7490-3B0EAB27C97C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10352448" y="941904"/>
                  <a:ext cx="306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6E939265-946D-21B6-E73D-DE5F8D120255}"/>
                    </a:ext>
                  </a:extLst>
                </p14:cNvPr>
                <p14:cNvContentPartPr/>
                <p14:nvPr/>
              </p14:nvContentPartPr>
              <p14:xfrm>
                <a:off x="10426608" y="980064"/>
                <a:ext cx="51120" cy="921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6E939265-946D-21B6-E73D-DE5F8D120255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10417608" y="971424"/>
                  <a:ext cx="6876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1C726490-3AE7-A070-406E-F6AF85DEF1C9}"/>
                    </a:ext>
                  </a:extLst>
                </p14:cNvPr>
                <p14:cNvContentPartPr/>
                <p14:nvPr/>
              </p14:nvContentPartPr>
              <p14:xfrm>
                <a:off x="10596528" y="930024"/>
                <a:ext cx="237600" cy="2181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1C726490-3AE7-A070-406E-F6AF85DEF1C9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0587528" y="921384"/>
                  <a:ext cx="255240" cy="23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6C78EFDE-52B1-9008-7C74-3763D732577B}"/>
              </a:ext>
            </a:extLst>
          </p:cNvPr>
          <p:cNvGrpSpPr/>
          <p:nvPr/>
        </p:nvGrpSpPr>
        <p:grpSpPr>
          <a:xfrm>
            <a:off x="11042568" y="834624"/>
            <a:ext cx="648360" cy="240120"/>
            <a:chOff x="11042568" y="834624"/>
            <a:chExt cx="648360" cy="24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27C4DD0-CB99-A7ED-EC76-B7F2577B3695}"/>
                    </a:ext>
                  </a:extLst>
                </p14:cNvPr>
                <p14:cNvContentPartPr/>
                <p14:nvPr/>
              </p14:nvContentPartPr>
              <p14:xfrm>
                <a:off x="11042568" y="963144"/>
                <a:ext cx="46080" cy="601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27C4DD0-CB99-A7ED-EC76-B7F2577B3695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11033928" y="954504"/>
                  <a:ext cx="6372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5DF9F287-0DA3-E33B-3C97-FB014C9CF986}"/>
                    </a:ext>
                  </a:extLst>
                </p14:cNvPr>
                <p14:cNvContentPartPr/>
                <p14:nvPr/>
              </p14:nvContentPartPr>
              <p14:xfrm>
                <a:off x="11192688" y="834624"/>
                <a:ext cx="335520" cy="2401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5DF9F287-0DA3-E33B-3C97-FB014C9CF986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1183688" y="825624"/>
                  <a:ext cx="35316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4B29344-7CA9-C3F3-6687-98CE57BC0F9B}"/>
                    </a:ext>
                  </a:extLst>
                </p14:cNvPr>
                <p14:cNvContentPartPr/>
                <p14:nvPr/>
              </p14:nvContentPartPr>
              <p14:xfrm>
                <a:off x="11652048" y="855864"/>
                <a:ext cx="38880" cy="61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4B29344-7CA9-C3F3-6687-98CE57BC0F9B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1643048" y="846864"/>
                  <a:ext cx="56520" cy="2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5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CCC0B1E0-8535-4C2C-47B1-61DE517EB54E}"/>
                  </a:ext>
                </a:extLst>
              </p14:cNvPr>
              <p14:cNvContentPartPr/>
              <p14:nvPr/>
            </p14:nvContentPartPr>
            <p14:xfrm>
              <a:off x="4109328" y="3960144"/>
              <a:ext cx="860040" cy="9540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CCC0B1E0-8535-4C2C-47B1-61DE517EB54E}"/>
                  </a:ext>
                </a:extLst>
              </p:cNvPr>
              <p:cNvPicPr/>
              <p:nvPr/>
            </p:nvPicPr>
            <p:blipFill>
              <a:blip r:embed="rId296"/>
              <a:stretch>
                <a:fillRect/>
              </a:stretch>
            </p:blipFill>
            <p:spPr>
              <a:xfrm>
                <a:off x="4100328" y="3951144"/>
                <a:ext cx="877680" cy="11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4132872E-4F9A-734A-41B3-983E19ACBD05}"/>
              </a:ext>
            </a:extLst>
          </p:cNvPr>
          <p:cNvGrpSpPr/>
          <p:nvPr/>
        </p:nvGrpSpPr>
        <p:grpSpPr>
          <a:xfrm>
            <a:off x="3771648" y="3658104"/>
            <a:ext cx="1191960" cy="787320"/>
            <a:chOff x="3771648" y="3658104"/>
            <a:chExt cx="1191960" cy="78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CA6E6381-4945-5E60-349A-4CC45E4EC5F5}"/>
                    </a:ext>
                  </a:extLst>
                </p14:cNvPr>
                <p14:cNvContentPartPr/>
                <p14:nvPr/>
              </p14:nvContentPartPr>
              <p14:xfrm>
                <a:off x="3771648" y="3872664"/>
                <a:ext cx="78120" cy="241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CA6E6381-4945-5E60-349A-4CC45E4EC5F5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3762648" y="3864024"/>
                  <a:ext cx="957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E1D7D4D6-BD85-FF1A-1229-5C5D27F9C603}"/>
                    </a:ext>
                  </a:extLst>
                </p14:cNvPr>
                <p14:cNvContentPartPr/>
                <p14:nvPr/>
              </p14:nvContentPartPr>
              <p14:xfrm>
                <a:off x="3777048" y="3967344"/>
                <a:ext cx="45360" cy="108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E1D7D4D6-BD85-FF1A-1229-5C5D27F9C603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3768048" y="3958704"/>
                  <a:ext cx="6300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6E7A1807-9576-0BC1-DD3C-15B9718B763E}"/>
                    </a:ext>
                  </a:extLst>
                </p14:cNvPr>
                <p14:cNvContentPartPr/>
                <p14:nvPr/>
              </p14:nvContentPartPr>
              <p14:xfrm>
                <a:off x="4290408" y="4053024"/>
                <a:ext cx="48960" cy="2019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6E7A1807-9576-0BC1-DD3C-15B9718B763E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4281768" y="4044024"/>
                  <a:ext cx="666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78B65165-C924-8DE6-2A4A-3BCC9717888E}"/>
                    </a:ext>
                  </a:extLst>
                </p14:cNvPr>
                <p14:cNvContentPartPr/>
                <p14:nvPr/>
              </p14:nvContentPartPr>
              <p14:xfrm>
                <a:off x="4446288" y="4092264"/>
                <a:ext cx="117000" cy="2246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78B65165-C924-8DE6-2A4A-3BCC9717888E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4437288" y="4083624"/>
                  <a:ext cx="1346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AEF202BF-20AD-5ACD-BE08-527CF7ED1607}"/>
                    </a:ext>
                  </a:extLst>
                </p14:cNvPr>
                <p14:cNvContentPartPr/>
                <p14:nvPr/>
              </p14:nvContentPartPr>
              <p14:xfrm>
                <a:off x="3968928" y="3658104"/>
                <a:ext cx="301320" cy="7369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AEF202BF-20AD-5ACD-BE08-527CF7ED1607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3959928" y="3649104"/>
                  <a:ext cx="318960" cy="75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643BAA59-E9EA-27C5-2143-13624FA749D3}"/>
                    </a:ext>
                  </a:extLst>
                </p14:cNvPr>
                <p14:cNvContentPartPr/>
                <p14:nvPr/>
              </p14:nvContentPartPr>
              <p14:xfrm>
                <a:off x="4647528" y="3678264"/>
                <a:ext cx="316080" cy="76716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643BAA59-E9EA-27C5-2143-13624FA749D3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4638888" y="3669264"/>
                  <a:ext cx="333720" cy="78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3F4C14B-D6DB-4635-5DC6-8FF59DA35695}"/>
              </a:ext>
            </a:extLst>
          </p:cNvPr>
          <p:cNvGrpSpPr/>
          <p:nvPr/>
        </p:nvGrpSpPr>
        <p:grpSpPr>
          <a:xfrm>
            <a:off x="2087568" y="4416264"/>
            <a:ext cx="1851120" cy="451440"/>
            <a:chOff x="2087568" y="4416264"/>
            <a:chExt cx="1851120" cy="45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D0D4B73E-073D-6C6B-8F82-B53FAC5242A5}"/>
                    </a:ext>
                  </a:extLst>
                </p14:cNvPr>
                <p14:cNvContentPartPr/>
                <p14:nvPr/>
              </p14:nvContentPartPr>
              <p14:xfrm>
                <a:off x="2087568" y="4458744"/>
                <a:ext cx="150120" cy="2833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D0D4B73E-073D-6C6B-8F82-B53FAC5242A5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2078568" y="4450104"/>
                  <a:ext cx="16776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9B95D915-9960-70C4-9EAF-DA5455BC1514}"/>
                    </a:ext>
                  </a:extLst>
                </p14:cNvPr>
                <p14:cNvContentPartPr/>
                <p14:nvPr/>
              </p14:nvContentPartPr>
              <p14:xfrm>
                <a:off x="2311488" y="4467744"/>
                <a:ext cx="131760" cy="3999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9B95D915-9960-70C4-9EAF-DA5455BC1514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2302848" y="4459104"/>
                  <a:ext cx="14940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4CAAD077-8D3D-7D33-27DB-F9EC96C5E3FB}"/>
                    </a:ext>
                  </a:extLst>
                </p14:cNvPr>
                <p14:cNvContentPartPr/>
                <p14:nvPr/>
              </p14:nvContentPartPr>
              <p14:xfrm>
                <a:off x="2585448" y="4494384"/>
                <a:ext cx="57600" cy="414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4CAAD077-8D3D-7D33-27DB-F9EC96C5E3FB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2576448" y="4485384"/>
                  <a:ext cx="752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55D1C00C-FBD6-83CC-3C10-D5303D0CCA5A}"/>
                    </a:ext>
                  </a:extLst>
                </p14:cNvPr>
                <p14:cNvContentPartPr/>
                <p14:nvPr/>
              </p14:nvContentPartPr>
              <p14:xfrm>
                <a:off x="2788488" y="4486824"/>
                <a:ext cx="309240" cy="2728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55D1C00C-FBD6-83CC-3C10-D5303D0CCA5A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2779848" y="4477824"/>
                  <a:ext cx="32688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7020583C-BD0E-4C18-0F8D-B28500281948}"/>
                    </a:ext>
                  </a:extLst>
                </p14:cNvPr>
                <p14:cNvContentPartPr/>
                <p14:nvPr/>
              </p14:nvContentPartPr>
              <p14:xfrm>
                <a:off x="3145608" y="4503024"/>
                <a:ext cx="100080" cy="2394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7020583C-BD0E-4C18-0F8D-B28500281948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3136968" y="4494024"/>
                  <a:ext cx="1177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69F790A-0023-46FE-D190-BCD933AE9808}"/>
                    </a:ext>
                  </a:extLst>
                </p14:cNvPr>
                <p14:cNvContentPartPr/>
                <p14:nvPr/>
              </p14:nvContentPartPr>
              <p14:xfrm>
                <a:off x="3254688" y="4510584"/>
                <a:ext cx="149760" cy="1238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69F790A-0023-46FE-D190-BCD933AE9808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3245688" y="4501584"/>
                  <a:ext cx="1674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EAC2028F-E412-3293-D50F-933A0B5198AC}"/>
                    </a:ext>
                  </a:extLst>
                </p14:cNvPr>
                <p14:cNvContentPartPr/>
                <p14:nvPr/>
              </p14:nvContentPartPr>
              <p14:xfrm>
                <a:off x="3488328" y="4473144"/>
                <a:ext cx="5760" cy="309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EAC2028F-E412-3293-D50F-933A0B5198AC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3479328" y="4464504"/>
                  <a:ext cx="234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6F3EE5A1-AF20-78C9-FC01-74B41AE659A3}"/>
                    </a:ext>
                  </a:extLst>
                </p14:cNvPr>
                <p14:cNvContentPartPr/>
                <p14:nvPr/>
              </p14:nvContentPartPr>
              <p14:xfrm>
                <a:off x="3426048" y="4416264"/>
                <a:ext cx="248760" cy="4424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6F3EE5A1-AF20-78C9-FC01-74B41AE659A3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3417048" y="4407624"/>
                  <a:ext cx="26640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1F56AFBE-A033-BC3A-BBF5-4CF0B3E58950}"/>
                    </a:ext>
                  </a:extLst>
                </p14:cNvPr>
                <p14:cNvContentPartPr/>
                <p14:nvPr/>
              </p14:nvContentPartPr>
              <p14:xfrm>
                <a:off x="3846168" y="4589784"/>
                <a:ext cx="92520" cy="309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1F56AFBE-A033-BC3A-BBF5-4CF0B3E58950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3837168" y="4581144"/>
                  <a:ext cx="110160" cy="48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7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9365B88B-5650-DA5B-00EC-99E15F6DBD3A}"/>
                  </a:ext>
                </a:extLst>
              </p14:cNvPr>
              <p14:cNvContentPartPr/>
              <p14:nvPr/>
            </p14:nvContentPartPr>
            <p14:xfrm>
              <a:off x="4314528" y="4560624"/>
              <a:ext cx="251640" cy="12456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9365B88B-5650-DA5B-00EC-99E15F6DBD3A}"/>
                  </a:ext>
                </a:extLst>
              </p:cNvPr>
              <p:cNvPicPr/>
              <p:nvPr/>
            </p:nvPicPr>
            <p:blipFill>
              <a:blip r:embed="rId328"/>
              <a:stretch>
                <a:fillRect/>
              </a:stretch>
            </p:blipFill>
            <p:spPr>
              <a:xfrm>
                <a:off x="4305528" y="4551984"/>
                <a:ext cx="269280" cy="142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6" name="Group 215">
            <a:extLst>
              <a:ext uri="{FF2B5EF4-FFF2-40B4-BE49-F238E27FC236}">
                <a16:creationId xmlns:a16="http://schemas.microsoft.com/office/drawing/2014/main" id="{77F35FFC-C970-F743-2F5B-BF5153857B03}"/>
              </a:ext>
            </a:extLst>
          </p:cNvPr>
          <p:cNvGrpSpPr/>
          <p:nvPr/>
        </p:nvGrpSpPr>
        <p:grpSpPr>
          <a:xfrm>
            <a:off x="4789728" y="3582144"/>
            <a:ext cx="1846440" cy="243000"/>
            <a:chOff x="4789728" y="3582144"/>
            <a:chExt cx="1846440" cy="24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A807F150-878B-03ED-4437-C824D5D196AD}"/>
                    </a:ext>
                  </a:extLst>
                </p14:cNvPr>
                <p14:cNvContentPartPr/>
                <p14:nvPr/>
              </p14:nvContentPartPr>
              <p14:xfrm>
                <a:off x="4789728" y="3705264"/>
                <a:ext cx="578160" cy="439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A807F150-878B-03ED-4437-C824D5D196AD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4781088" y="3696624"/>
                  <a:ext cx="5958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BFEF2175-EAC9-FC7A-F137-53E01C79EB01}"/>
                    </a:ext>
                  </a:extLst>
                </p14:cNvPr>
                <p14:cNvContentPartPr/>
                <p14:nvPr/>
              </p14:nvContentPartPr>
              <p14:xfrm>
                <a:off x="4790088" y="3582144"/>
                <a:ext cx="287640" cy="2430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BFEF2175-EAC9-FC7A-F137-53E01C79EB01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4781088" y="3573144"/>
                  <a:ext cx="3052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AD0C71C4-FA72-A6BD-E458-2E8ACE4E0BAB}"/>
                    </a:ext>
                  </a:extLst>
                </p14:cNvPr>
                <p14:cNvContentPartPr/>
                <p14:nvPr/>
              </p14:nvContentPartPr>
              <p14:xfrm>
                <a:off x="5470488" y="3614544"/>
                <a:ext cx="136800" cy="10548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AD0C71C4-FA72-A6BD-E458-2E8ACE4E0BAB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5461488" y="3605544"/>
                  <a:ext cx="15444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A38865C8-C8E4-0B62-9210-2C78142881A5}"/>
                    </a:ext>
                  </a:extLst>
                </p14:cNvPr>
                <p14:cNvContentPartPr/>
                <p14:nvPr/>
              </p14:nvContentPartPr>
              <p14:xfrm>
                <a:off x="5703768" y="3610944"/>
                <a:ext cx="96840" cy="1069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A38865C8-C8E4-0B62-9210-2C78142881A5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5694768" y="3601944"/>
                  <a:ext cx="1144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0848A01F-22FC-F0ED-E49A-19C47F2BB89E}"/>
                    </a:ext>
                  </a:extLst>
                </p14:cNvPr>
                <p14:cNvContentPartPr/>
                <p14:nvPr/>
              </p14:nvContentPartPr>
              <p14:xfrm>
                <a:off x="5818248" y="3620664"/>
                <a:ext cx="107640" cy="9468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0848A01F-22FC-F0ED-E49A-19C47F2BB89E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5809248" y="3611664"/>
                  <a:ext cx="12528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0A137EBF-A304-27D5-237B-84CD8D879E73}"/>
                    </a:ext>
                  </a:extLst>
                </p14:cNvPr>
                <p14:cNvContentPartPr/>
                <p14:nvPr/>
              </p14:nvContentPartPr>
              <p14:xfrm>
                <a:off x="6007968" y="3630024"/>
                <a:ext cx="250200" cy="432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0A137EBF-A304-27D5-237B-84CD8D879E73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5998968" y="3621384"/>
                  <a:ext cx="2678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9492E55F-90BC-4096-96F6-E4AC59938EA3}"/>
                    </a:ext>
                  </a:extLst>
                </p14:cNvPr>
                <p14:cNvContentPartPr/>
                <p14:nvPr/>
              </p14:nvContentPartPr>
              <p14:xfrm>
                <a:off x="6263568" y="3625344"/>
                <a:ext cx="372600" cy="532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9492E55F-90BC-4096-96F6-E4AC59938EA3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6254928" y="3616344"/>
                  <a:ext cx="390240" cy="70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3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66845DA1-D00B-D472-6C05-1E1D238D07D8}"/>
                  </a:ext>
                </a:extLst>
              </p14:cNvPr>
              <p14:cNvContentPartPr/>
              <p14:nvPr/>
            </p14:nvContentPartPr>
            <p14:xfrm>
              <a:off x="6849648" y="3579984"/>
              <a:ext cx="186480" cy="2390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66845DA1-D00B-D472-6C05-1E1D238D07D8}"/>
                  </a:ext>
                </a:extLst>
              </p:cNvPr>
              <p:cNvPicPr/>
              <p:nvPr/>
            </p:nvPicPr>
            <p:blipFill>
              <a:blip r:embed="rId344"/>
              <a:stretch>
                <a:fillRect/>
              </a:stretch>
            </p:blipFill>
            <p:spPr>
              <a:xfrm>
                <a:off x="6841008" y="3570984"/>
                <a:ext cx="204120" cy="256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oup 219">
            <a:extLst>
              <a:ext uri="{FF2B5EF4-FFF2-40B4-BE49-F238E27FC236}">
                <a16:creationId xmlns:a16="http://schemas.microsoft.com/office/drawing/2014/main" id="{CA6A8950-AE09-0C60-7B2F-C786E78749C0}"/>
              </a:ext>
            </a:extLst>
          </p:cNvPr>
          <p:cNvGrpSpPr/>
          <p:nvPr/>
        </p:nvGrpSpPr>
        <p:grpSpPr>
          <a:xfrm>
            <a:off x="7293168" y="3417624"/>
            <a:ext cx="527760" cy="221400"/>
            <a:chOff x="7293168" y="3417624"/>
            <a:chExt cx="527760" cy="22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9CD878A0-5C87-67F4-244D-FD243EDFE1E5}"/>
                    </a:ext>
                  </a:extLst>
                </p14:cNvPr>
                <p14:cNvContentPartPr/>
                <p14:nvPr/>
              </p14:nvContentPartPr>
              <p14:xfrm>
                <a:off x="7293168" y="3417624"/>
                <a:ext cx="169920" cy="2214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9CD878A0-5C87-67F4-244D-FD243EDFE1E5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7284528" y="3408624"/>
                  <a:ext cx="18756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6C447153-2EEC-420F-571B-D74B426F2C8B}"/>
                    </a:ext>
                  </a:extLst>
                </p14:cNvPr>
                <p14:cNvContentPartPr/>
                <p14:nvPr/>
              </p14:nvContentPartPr>
              <p14:xfrm>
                <a:off x="7568568" y="3590424"/>
                <a:ext cx="147600" cy="327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6C447153-2EEC-420F-571B-D74B426F2C8B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7559928" y="3581424"/>
                  <a:ext cx="16524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370823D3-6EA4-A3FF-5ABB-E8F288B7A819}"/>
                    </a:ext>
                  </a:extLst>
                </p14:cNvPr>
                <p14:cNvContentPartPr/>
                <p14:nvPr/>
              </p14:nvContentPartPr>
              <p14:xfrm>
                <a:off x="7811568" y="3630744"/>
                <a:ext cx="9360" cy="61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370823D3-6EA4-A3FF-5ABB-E8F288B7A819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7802568" y="3622104"/>
                  <a:ext cx="27000" cy="2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D67623E3-AD0C-88FA-033E-AAD5C9FF2C35}"/>
              </a:ext>
            </a:extLst>
          </p:cNvPr>
          <p:cNvGrpSpPr/>
          <p:nvPr/>
        </p:nvGrpSpPr>
        <p:grpSpPr>
          <a:xfrm>
            <a:off x="4960368" y="4112784"/>
            <a:ext cx="357840" cy="203760"/>
            <a:chOff x="4960368" y="4112784"/>
            <a:chExt cx="357840" cy="20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2964FC2B-677B-537A-476C-251853482869}"/>
                    </a:ext>
                  </a:extLst>
                </p14:cNvPr>
                <p14:cNvContentPartPr/>
                <p14:nvPr/>
              </p14:nvContentPartPr>
              <p14:xfrm>
                <a:off x="4960368" y="4168944"/>
                <a:ext cx="357840" cy="500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2964FC2B-677B-537A-476C-251853482869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4951728" y="4160304"/>
                  <a:ext cx="37548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E36D5E12-3680-0D22-70CB-46EC07F367C0}"/>
                    </a:ext>
                  </a:extLst>
                </p14:cNvPr>
                <p14:cNvContentPartPr/>
                <p14:nvPr/>
              </p14:nvContentPartPr>
              <p14:xfrm>
                <a:off x="5097168" y="4112784"/>
                <a:ext cx="151920" cy="2037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E36D5E12-3680-0D22-70CB-46EC07F367C0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5088528" y="4104144"/>
                  <a:ext cx="169560" cy="22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7F3409DB-C6CB-88C8-3FD8-7BAC672E328D}"/>
              </a:ext>
            </a:extLst>
          </p:cNvPr>
          <p:cNvGrpSpPr/>
          <p:nvPr/>
        </p:nvGrpSpPr>
        <p:grpSpPr>
          <a:xfrm>
            <a:off x="5491728" y="4075704"/>
            <a:ext cx="604080" cy="214920"/>
            <a:chOff x="5491728" y="4075704"/>
            <a:chExt cx="604080" cy="21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1E824706-7295-E3A6-F7A5-43A86D7CC992}"/>
                    </a:ext>
                  </a:extLst>
                </p14:cNvPr>
                <p14:cNvContentPartPr/>
                <p14:nvPr/>
              </p14:nvContentPartPr>
              <p14:xfrm>
                <a:off x="5542128" y="4104144"/>
                <a:ext cx="13680" cy="7668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1E824706-7295-E3A6-F7A5-43A86D7CC992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5533488" y="4095144"/>
                  <a:ext cx="3132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F014CEE7-E4F4-5BA6-979C-E1D64DC45ED3}"/>
                    </a:ext>
                  </a:extLst>
                </p14:cNvPr>
                <p14:cNvContentPartPr/>
                <p14:nvPr/>
              </p14:nvContentPartPr>
              <p14:xfrm>
                <a:off x="5621688" y="4172184"/>
                <a:ext cx="95760" cy="327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F014CEE7-E4F4-5BA6-979C-E1D64DC45ED3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5613048" y="4163184"/>
                  <a:ext cx="11340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F7136E2B-A833-A3AD-0992-1BA4F62F93D2}"/>
                    </a:ext>
                  </a:extLst>
                </p14:cNvPr>
                <p14:cNvContentPartPr/>
                <p14:nvPr/>
              </p14:nvContentPartPr>
              <p14:xfrm>
                <a:off x="5523048" y="4116384"/>
                <a:ext cx="14040" cy="17424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F7136E2B-A833-A3AD-0992-1BA4F62F93D2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5514048" y="4107744"/>
                  <a:ext cx="316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95A45439-0B6F-30DA-D786-5C82DD390A7B}"/>
                    </a:ext>
                  </a:extLst>
                </p14:cNvPr>
                <p14:cNvContentPartPr/>
                <p14:nvPr/>
              </p14:nvContentPartPr>
              <p14:xfrm>
                <a:off x="5491728" y="4077144"/>
                <a:ext cx="338040" cy="2005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95A45439-0B6F-30DA-D786-5C82DD390A7B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5482728" y="4068504"/>
                  <a:ext cx="3556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BFD2C6E6-B2DE-01ED-EACA-E6BCD5F327F0}"/>
                    </a:ext>
                  </a:extLst>
                </p14:cNvPr>
                <p14:cNvContentPartPr/>
                <p14:nvPr/>
              </p14:nvContentPartPr>
              <p14:xfrm>
                <a:off x="5823648" y="4075704"/>
                <a:ext cx="272160" cy="18180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BFD2C6E6-B2DE-01ED-EACA-E6BCD5F327F0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5814648" y="4067064"/>
                  <a:ext cx="28980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676B8F34-64C9-EEFD-1E70-23C363207293}"/>
              </a:ext>
            </a:extLst>
          </p:cNvPr>
          <p:cNvGrpSpPr/>
          <p:nvPr/>
        </p:nvGrpSpPr>
        <p:grpSpPr>
          <a:xfrm>
            <a:off x="6371928" y="4057344"/>
            <a:ext cx="512640" cy="140400"/>
            <a:chOff x="6371928" y="4057344"/>
            <a:chExt cx="512640" cy="14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F3A92AB6-D7BB-458D-3624-B9B7899B260C}"/>
                    </a:ext>
                  </a:extLst>
                </p14:cNvPr>
                <p14:cNvContentPartPr/>
                <p14:nvPr/>
              </p14:nvContentPartPr>
              <p14:xfrm>
                <a:off x="6371928" y="4092624"/>
                <a:ext cx="174600" cy="964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F3A92AB6-D7BB-458D-3624-B9B7899B260C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6362928" y="4083984"/>
                  <a:ext cx="1922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4478A237-8725-FACD-419C-775F3380E385}"/>
                    </a:ext>
                  </a:extLst>
                </p14:cNvPr>
                <p14:cNvContentPartPr/>
                <p14:nvPr/>
              </p14:nvContentPartPr>
              <p14:xfrm>
                <a:off x="6622128" y="4057344"/>
                <a:ext cx="262440" cy="1404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4478A237-8725-FACD-419C-775F3380E385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6613128" y="4048704"/>
                  <a:ext cx="28008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6C82D697-0A86-B199-1EA2-C32887DD5C59}"/>
              </a:ext>
            </a:extLst>
          </p:cNvPr>
          <p:cNvGrpSpPr/>
          <p:nvPr/>
        </p:nvGrpSpPr>
        <p:grpSpPr>
          <a:xfrm>
            <a:off x="7112448" y="4029984"/>
            <a:ext cx="662760" cy="186120"/>
            <a:chOff x="7112448" y="4029984"/>
            <a:chExt cx="662760" cy="18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01161BF4-E191-5218-58DA-8B83B5C0C773}"/>
                    </a:ext>
                  </a:extLst>
                </p14:cNvPr>
                <p14:cNvContentPartPr/>
                <p14:nvPr/>
              </p14:nvContentPartPr>
              <p14:xfrm>
                <a:off x="7121448" y="4063104"/>
                <a:ext cx="79560" cy="12348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01161BF4-E191-5218-58DA-8B83B5C0C773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7112448" y="4054464"/>
                  <a:ext cx="972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60C4AAE4-BB70-87D9-F505-2F7DF7A77679}"/>
                    </a:ext>
                  </a:extLst>
                </p14:cNvPr>
                <p14:cNvContentPartPr/>
                <p14:nvPr/>
              </p14:nvContentPartPr>
              <p14:xfrm>
                <a:off x="7112448" y="4069944"/>
                <a:ext cx="225720" cy="1461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60C4AAE4-BB70-87D9-F505-2F7DF7A77679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7103448" y="4060944"/>
                  <a:ext cx="2433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9D61150D-EC66-60DF-3A54-17A5AC57989C}"/>
                    </a:ext>
                  </a:extLst>
                </p14:cNvPr>
                <p14:cNvContentPartPr/>
                <p14:nvPr/>
              </p14:nvContentPartPr>
              <p14:xfrm>
                <a:off x="7436088" y="4029984"/>
                <a:ext cx="236160" cy="1346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9D61150D-EC66-60DF-3A54-17A5AC57989C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7427448" y="4021344"/>
                  <a:ext cx="25380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3B0B2F79-B602-E20E-B8DB-DF1F931494C9}"/>
                    </a:ext>
                  </a:extLst>
                </p14:cNvPr>
                <p14:cNvContentPartPr/>
                <p14:nvPr/>
              </p14:nvContentPartPr>
              <p14:xfrm>
                <a:off x="7711128" y="4096584"/>
                <a:ext cx="64080" cy="219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3B0B2F79-B602-E20E-B8DB-DF1F931494C9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7702488" y="4087944"/>
                  <a:ext cx="8172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151547B-8590-2293-4C7B-33D554765D22}"/>
              </a:ext>
            </a:extLst>
          </p:cNvPr>
          <p:cNvGrpSpPr/>
          <p:nvPr/>
        </p:nvGrpSpPr>
        <p:grpSpPr>
          <a:xfrm>
            <a:off x="4326408" y="4692384"/>
            <a:ext cx="592200" cy="360000"/>
            <a:chOff x="4326408" y="4692384"/>
            <a:chExt cx="592200" cy="36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BA94F2D9-97EB-04D6-FB2D-EE00D3DE5761}"/>
                    </a:ext>
                  </a:extLst>
                </p14:cNvPr>
                <p14:cNvContentPartPr/>
                <p14:nvPr/>
              </p14:nvContentPartPr>
              <p14:xfrm>
                <a:off x="4326408" y="4692384"/>
                <a:ext cx="592200" cy="1072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BA94F2D9-97EB-04D6-FB2D-EE00D3DE5761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4317408" y="4683744"/>
                  <a:ext cx="60984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0C7D71E9-5A50-508A-8678-CAD581E8FDF0}"/>
                    </a:ext>
                  </a:extLst>
                </p14:cNvPr>
                <p14:cNvContentPartPr/>
                <p14:nvPr/>
              </p14:nvContentPartPr>
              <p14:xfrm>
                <a:off x="4510368" y="4859784"/>
                <a:ext cx="9000" cy="13932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0C7D71E9-5A50-508A-8678-CAD581E8FDF0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4501368" y="4851144"/>
                  <a:ext cx="266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301F680E-5FB5-D067-9858-4CD2A892FAA2}"/>
                    </a:ext>
                  </a:extLst>
                </p14:cNvPr>
                <p14:cNvContentPartPr/>
                <p14:nvPr/>
              </p14:nvContentPartPr>
              <p14:xfrm>
                <a:off x="4630968" y="4836744"/>
                <a:ext cx="131760" cy="21564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301F680E-5FB5-D067-9858-4CD2A892FAA2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4621968" y="4827744"/>
                  <a:ext cx="149400" cy="23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0B4C2E7E-FCD1-4D36-A3EE-984A59A4F567}"/>
              </a:ext>
            </a:extLst>
          </p:cNvPr>
          <p:cNvGrpSpPr/>
          <p:nvPr/>
        </p:nvGrpSpPr>
        <p:grpSpPr>
          <a:xfrm>
            <a:off x="2141568" y="5145984"/>
            <a:ext cx="1220040" cy="438840"/>
            <a:chOff x="2141568" y="5145984"/>
            <a:chExt cx="1220040" cy="43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62B4244F-1A7B-D0DD-3AA3-48A02167DA95}"/>
                    </a:ext>
                  </a:extLst>
                </p14:cNvPr>
                <p14:cNvContentPartPr/>
                <p14:nvPr/>
              </p14:nvContentPartPr>
              <p14:xfrm>
                <a:off x="2141568" y="5175504"/>
                <a:ext cx="155160" cy="3016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62B4244F-1A7B-D0DD-3AA3-48A02167DA95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2132928" y="5166504"/>
                  <a:ext cx="17280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9808BE80-1BC6-27D3-FC2E-49BC4B575FC4}"/>
                    </a:ext>
                  </a:extLst>
                </p14:cNvPr>
                <p14:cNvContentPartPr/>
                <p14:nvPr/>
              </p14:nvContentPartPr>
              <p14:xfrm>
                <a:off x="2442888" y="5149224"/>
                <a:ext cx="160560" cy="4356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9808BE80-1BC6-27D3-FC2E-49BC4B575FC4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2434248" y="5140224"/>
                  <a:ext cx="17820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FF459933-9EA9-3E2C-89C0-7AC7288B0B50}"/>
                    </a:ext>
                  </a:extLst>
                </p14:cNvPr>
                <p14:cNvContentPartPr/>
                <p14:nvPr/>
              </p14:nvContentPartPr>
              <p14:xfrm>
                <a:off x="2676888" y="5236704"/>
                <a:ext cx="72360" cy="5400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FF459933-9EA9-3E2C-89C0-7AC7288B0B50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2668248" y="5228064"/>
                  <a:ext cx="9000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1CC424D8-4A03-FFA4-9666-B819B622C870}"/>
                    </a:ext>
                  </a:extLst>
                </p14:cNvPr>
                <p14:cNvContentPartPr/>
                <p14:nvPr/>
              </p14:nvContentPartPr>
              <p14:xfrm>
                <a:off x="2846088" y="5145984"/>
                <a:ext cx="146160" cy="2541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1CC424D8-4A03-FFA4-9666-B819B622C870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2837448" y="5137344"/>
                  <a:ext cx="16380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026F8678-5D35-18B1-59A2-62B550CC1A27}"/>
                    </a:ext>
                  </a:extLst>
                </p14:cNvPr>
                <p14:cNvContentPartPr/>
                <p14:nvPr/>
              </p14:nvContentPartPr>
              <p14:xfrm>
                <a:off x="3053808" y="5309784"/>
                <a:ext cx="160920" cy="507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026F8678-5D35-18B1-59A2-62B550CC1A27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3044808" y="5301144"/>
                  <a:ext cx="17856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89D90ECE-97D4-2AC9-BA0E-D071F1E49BB4}"/>
                    </a:ext>
                  </a:extLst>
                </p14:cNvPr>
                <p14:cNvContentPartPr/>
                <p14:nvPr/>
              </p14:nvContentPartPr>
              <p14:xfrm>
                <a:off x="3304008" y="5173704"/>
                <a:ext cx="57600" cy="493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89D90ECE-97D4-2AC9-BA0E-D071F1E49BB4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3295008" y="5164704"/>
                  <a:ext cx="75240" cy="66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5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A658C474-943C-5ADB-DA4C-3898AC7439DE}"/>
                  </a:ext>
                </a:extLst>
              </p14:cNvPr>
              <p14:cNvContentPartPr/>
              <p14:nvPr/>
            </p14:nvContentPartPr>
            <p14:xfrm>
              <a:off x="3588768" y="5330304"/>
              <a:ext cx="43200" cy="13824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A658C474-943C-5ADB-DA4C-3898AC7439DE}"/>
                  </a:ext>
                </a:extLst>
              </p:cNvPr>
              <p:cNvPicPr/>
              <p:nvPr/>
            </p:nvPicPr>
            <p:blipFill>
              <a:blip r:embed="rId396"/>
              <a:stretch>
                <a:fillRect/>
              </a:stretch>
            </p:blipFill>
            <p:spPr>
              <a:xfrm>
                <a:off x="3580128" y="5321664"/>
                <a:ext cx="60840" cy="155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7" name="Group 256">
            <a:extLst>
              <a:ext uri="{FF2B5EF4-FFF2-40B4-BE49-F238E27FC236}">
                <a16:creationId xmlns:a16="http://schemas.microsoft.com/office/drawing/2014/main" id="{F2EEDC52-409F-816A-4819-CD842AF99A0A}"/>
              </a:ext>
            </a:extLst>
          </p:cNvPr>
          <p:cNvGrpSpPr/>
          <p:nvPr/>
        </p:nvGrpSpPr>
        <p:grpSpPr>
          <a:xfrm>
            <a:off x="3884328" y="5176584"/>
            <a:ext cx="1037160" cy="449280"/>
            <a:chOff x="3884328" y="5176584"/>
            <a:chExt cx="1037160" cy="44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B6CB9BE0-7C2A-6B58-6751-E66940007D90}"/>
                    </a:ext>
                  </a:extLst>
                </p14:cNvPr>
                <p14:cNvContentPartPr/>
                <p14:nvPr/>
              </p14:nvContentPartPr>
              <p14:xfrm>
                <a:off x="3884328" y="5221224"/>
                <a:ext cx="52560" cy="327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B6CB9BE0-7C2A-6B58-6751-E66940007D90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3875688" y="5212584"/>
                  <a:ext cx="7020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649390E5-FDEB-96A1-8322-ACBB21CE5EE4}"/>
                    </a:ext>
                  </a:extLst>
                </p14:cNvPr>
                <p14:cNvContentPartPr/>
                <p14:nvPr/>
              </p14:nvContentPartPr>
              <p14:xfrm>
                <a:off x="4066128" y="5219064"/>
                <a:ext cx="576360" cy="25056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649390E5-FDEB-96A1-8322-ACBB21CE5EE4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4057488" y="5210424"/>
                  <a:ext cx="5940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18C01859-C07C-89AF-0977-D7BFB19D1917}"/>
                    </a:ext>
                  </a:extLst>
                </p14:cNvPr>
                <p14:cNvContentPartPr/>
                <p14:nvPr/>
              </p14:nvContentPartPr>
              <p14:xfrm>
                <a:off x="4712328" y="5235624"/>
                <a:ext cx="50760" cy="3204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18C01859-C07C-89AF-0977-D7BFB19D1917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4703688" y="5226984"/>
                  <a:ext cx="6840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3EF8F56C-595A-1BD2-E2F4-7FF11CD5D395}"/>
                    </a:ext>
                  </a:extLst>
                </p14:cNvPr>
                <p14:cNvContentPartPr/>
                <p14:nvPr/>
              </p14:nvContentPartPr>
              <p14:xfrm>
                <a:off x="4699008" y="5176584"/>
                <a:ext cx="222480" cy="4492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3EF8F56C-595A-1BD2-E2F4-7FF11CD5D395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4690008" y="5167584"/>
                  <a:ext cx="240120" cy="46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FBCDE890-D379-C54E-08FA-05D351F662D2}"/>
              </a:ext>
            </a:extLst>
          </p:cNvPr>
          <p:cNvGrpSpPr/>
          <p:nvPr/>
        </p:nvGrpSpPr>
        <p:grpSpPr>
          <a:xfrm>
            <a:off x="5286168" y="5246784"/>
            <a:ext cx="111960" cy="107280"/>
            <a:chOff x="5286168" y="5246784"/>
            <a:chExt cx="111960" cy="10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BD4F3A34-D78C-17F6-D9D4-2D3A7F739E23}"/>
                    </a:ext>
                  </a:extLst>
                </p14:cNvPr>
                <p14:cNvContentPartPr/>
                <p14:nvPr/>
              </p14:nvContentPartPr>
              <p14:xfrm>
                <a:off x="5286168" y="5246784"/>
                <a:ext cx="111960" cy="2664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BD4F3A34-D78C-17F6-D9D4-2D3A7F739E23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5277168" y="5237784"/>
                  <a:ext cx="1296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60DAA71D-BF59-19B8-B520-234221CD7027}"/>
                    </a:ext>
                  </a:extLst>
                </p14:cNvPr>
                <p14:cNvContentPartPr/>
                <p14:nvPr/>
              </p14:nvContentPartPr>
              <p14:xfrm>
                <a:off x="5303448" y="5337144"/>
                <a:ext cx="62640" cy="169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60DAA71D-BF59-19B8-B520-234221CD7027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5294808" y="5328504"/>
                  <a:ext cx="8028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8A7991CD-A913-8B6B-37AE-E4DC5C765C93}"/>
              </a:ext>
            </a:extLst>
          </p:cNvPr>
          <p:cNvGrpSpPr/>
          <p:nvPr/>
        </p:nvGrpSpPr>
        <p:grpSpPr>
          <a:xfrm>
            <a:off x="5676048" y="5046624"/>
            <a:ext cx="777600" cy="263880"/>
            <a:chOff x="5676048" y="5046624"/>
            <a:chExt cx="777600" cy="26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D401DEBF-6EEB-89C3-FF83-D9DD047D49A8}"/>
                    </a:ext>
                  </a:extLst>
                </p14:cNvPr>
                <p14:cNvContentPartPr/>
                <p14:nvPr/>
              </p14:nvContentPartPr>
              <p14:xfrm>
                <a:off x="5782608" y="5046624"/>
                <a:ext cx="17640" cy="1375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D401DEBF-6EEB-89C3-FF83-D9DD047D49A8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5773968" y="5037624"/>
                  <a:ext cx="352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C3351106-E50E-2033-567B-D97339021D90}"/>
                    </a:ext>
                  </a:extLst>
                </p14:cNvPr>
                <p14:cNvContentPartPr/>
                <p14:nvPr/>
              </p14:nvContentPartPr>
              <p14:xfrm>
                <a:off x="5676048" y="5184504"/>
                <a:ext cx="777600" cy="12600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C3351106-E50E-2033-567B-D97339021D90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5667408" y="5175504"/>
                  <a:ext cx="795240" cy="14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C79A9E24-309A-D643-A50D-4BB21CF744E9}"/>
              </a:ext>
            </a:extLst>
          </p:cNvPr>
          <p:cNvGrpSpPr/>
          <p:nvPr/>
        </p:nvGrpSpPr>
        <p:grpSpPr>
          <a:xfrm>
            <a:off x="5953968" y="5334624"/>
            <a:ext cx="188280" cy="242280"/>
            <a:chOff x="5953968" y="5334624"/>
            <a:chExt cx="188280" cy="24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E179E313-BFBB-4B4D-FC39-43D2059914B8}"/>
                    </a:ext>
                  </a:extLst>
                </p14:cNvPr>
                <p14:cNvContentPartPr/>
                <p14:nvPr/>
              </p14:nvContentPartPr>
              <p14:xfrm>
                <a:off x="5953968" y="5334624"/>
                <a:ext cx="5760" cy="14220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E179E313-BFBB-4B4D-FC39-43D2059914B8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5944968" y="5325624"/>
                  <a:ext cx="234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D127D7ED-DDED-4908-F1DE-50AB780EF972}"/>
                    </a:ext>
                  </a:extLst>
                </p14:cNvPr>
                <p14:cNvContentPartPr/>
                <p14:nvPr/>
              </p14:nvContentPartPr>
              <p14:xfrm>
                <a:off x="6053688" y="5361624"/>
                <a:ext cx="88560" cy="21528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D127D7ED-DDED-4908-F1DE-50AB780EF972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6045048" y="5352624"/>
                  <a:ext cx="106200" cy="23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77B210AE-BA1B-4F7C-6601-ACACCE86CA85}"/>
              </a:ext>
            </a:extLst>
          </p:cNvPr>
          <p:cNvGrpSpPr/>
          <p:nvPr/>
        </p:nvGrpSpPr>
        <p:grpSpPr>
          <a:xfrm>
            <a:off x="2877408" y="5964264"/>
            <a:ext cx="1625400" cy="450360"/>
            <a:chOff x="2877408" y="5964264"/>
            <a:chExt cx="1625400" cy="45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B56CF047-C45E-5768-73F8-84C017D61B6E}"/>
                    </a:ext>
                  </a:extLst>
                </p14:cNvPr>
                <p14:cNvContentPartPr/>
                <p14:nvPr/>
              </p14:nvContentPartPr>
              <p14:xfrm>
                <a:off x="2877408" y="6007464"/>
                <a:ext cx="134640" cy="2948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B56CF047-C45E-5768-73F8-84C017D61B6E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2868408" y="5998464"/>
                  <a:ext cx="15228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3C3E6FB9-268B-9204-EB38-FAC21BE68C90}"/>
                    </a:ext>
                  </a:extLst>
                </p14:cNvPr>
                <p14:cNvContentPartPr/>
                <p14:nvPr/>
              </p14:nvContentPartPr>
              <p14:xfrm>
                <a:off x="3135528" y="6050664"/>
                <a:ext cx="181800" cy="1159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3C3E6FB9-268B-9204-EB38-FAC21BE68C90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3126528" y="6041664"/>
                  <a:ext cx="19944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7B3CD9C2-685F-5396-630C-38D19BB2F578}"/>
                    </a:ext>
                  </a:extLst>
                </p14:cNvPr>
                <p14:cNvContentPartPr/>
                <p14:nvPr/>
              </p14:nvContentPartPr>
              <p14:xfrm>
                <a:off x="3441168" y="6061824"/>
                <a:ext cx="10080" cy="12924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7B3CD9C2-685F-5396-630C-38D19BB2F578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3432168" y="6052824"/>
                  <a:ext cx="2772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98F6CDA2-B22B-8A11-AE34-DB2DBFE98E8C}"/>
                    </a:ext>
                  </a:extLst>
                </p14:cNvPr>
                <p14:cNvContentPartPr/>
                <p14:nvPr/>
              </p14:nvContentPartPr>
              <p14:xfrm>
                <a:off x="3377808" y="6076224"/>
                <a:ext cx="103320" cy="2340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98F6CDA2-B22B-8A11-AE34-DB2DBFE98E8C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3368808" y="6067224"/>
                  <a:ext cx="1209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55188160-667A-44CC-668E-043EFBE24307}"/>
                    </a:ext>
                  </a:extLst>
                </p14:cNvPr>
                <p14:cNvContentPartPr/>
                <p14:nvPr/>
              </p14:nvContentPartPr>
              <p14:xfrm>
                <a:off x="3401208" y="5964264"/>
                <a:ext cx="463680" cy="45036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55188160-667A-44CC-668E-043EFBE24307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3392568" y="5955624"/>
                  <a:ext cx="481320" cy="46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29B90754-DE6B-8ABE-2B28-3C3741B2B70B}"/>
                    </a:ext>
                  </a:extLst>
                </p14:cNvPr>
                <p14:cNvContentPartPr/>
                <p14:nvPr/>
              </p14:nvContentPartPr>
              <p14:xfrm>
                <a:off x="3889368" y="6082704"/>
                <a:ext cx="50760" cy="2736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29B90754-DE6B-8ABE-2B28-3C3741B2B70B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3880728" y="6074064"/>
                  <a:ext cx="684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858C57E8-6743-6296-9819-73CE25FE9F42}"/>
                    </a:ext>
                  </a:extLst>
                </p14:cNvPr>
                <p14:cNvContentPartPr/>
                <p14:nvPr/>
              </p14:nvContentPartPr>
              <p14:xfrm>
                <a:off x="4068288" y="6024384"/>
                <a:ext cx="142560" cy="22068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858C57E8-6743-6296-9819-73CE25FE9F42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4059648" y="6015744"/>
                  <a:ext cx="1602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7A56E74B-737C-661A-9F19-07FA28E4F1DE}"/>
                    </a:ext>
                  </a:extLst>
                </p14:cNvPr>
                <p14:cNvContentPartPr/>
                <p14:nvPr/>
              </p14:nvContentPartPr>
              <p14:xfrm>
                <a:off x="4262328" y="6156144"/>
                <a:ext cx="103320" cy="241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7A56E74B-737C-661A-9F19-07FA28E4F1DE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4253688" y="6147504"/>
                  <a:ext cx="1209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3F22F6E5-F1AB-7317-B830-A76E851270EA}"/>
                    </a:ext>
                  </a:extLst>
                </p14:cNvPr>
                <p14:cNvContentPartPr/>
                <p14:nvPr/>
              </p14:nvContentPartPr>
              <p14:xfrm>
                <a:off x="4459608" y="6054624"/>
                <a:ext cx="43200" cy="126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3F22F6E5-F1AB-7317-B830-A76E851270EA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4450968" y="6045624"/>
                  <a:ext cx="6084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0AB7E634-E59B-E8E1-2D66-3978931F70EE}"/>
              </a:ext>
            </a:extLst>
          </p:cNvPr>
          <p:cNvGrpSpPr/>
          <p:nvPr/>
        </p:nvGrpSpPr>
        <p:grpSpPr>
          <a:xfrm>
            <a:off x="4765608" y="5945904"/>
            <a:ext cx="1122840" cy="592560"/>
            <a:chOff x="4765608" y="5945904"/>
            <a:chExt cx="1122840" cy="59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FCC2ED74-6234-C9D0-0CFF-173AD9FD74D9}"/>
                    </a:ext>
                  </a:extLst>
                </p14:cNvPr>
                <p14:cNvContentPartPr/>
                <p14:nvPr/>
              </p14:nvContentPartPr>
              <p14:xfrm>
                <a:off x="4765608" y="6301944"/>
                <a:ext cx="25560" cy="6948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FCC2ED74-6234-C9D0-0CFF-173AD9FD74D9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4756608" y="6292944"/>
                  <a:ext cx="4320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AB15F278-3B18-B0F2-1DB2-C4B8A15650F9}"/>
                    </a:ext>
                  </a:extLst>
                </p14:cNvPr>
                <p14:cNvContentPartPr/>
                <p14:nvPr/>
              </p14:nvContentPartPr>
              <p14:xfrm>
                <a:off x="5030568" y="6094944"/>
                <a:ext cx="226440" cy="2512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AB15F278-3B18-B0F2-1DB2-C4B8A15650F9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5021928" y="6085944"/>
                  <a:ext cx="2440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D35906A3-7B60-8DDF-B5FC-63301CBA77F3}"/>
                    </a:ext>
                  </a:extLst>
                </p14:cNvPr>
                <p14:cNvContentPartPr/>
                <p14:nvPr/>
              </p14:nvContentPartPr>
              <p14:xfrm>
                <a:off x="5375088" y="6076944"/>
                <a:ext cx="235440" cy="1731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D35906A3-7B60-8DDF-B5FC-63301CBA77F3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5366088" y="6067944"/>
                  <a:ext cx="2530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817D36DE-09EB-37D7-688A-F713A53DC559}"/>
                    </a:ext>
                  </a:extLst>
                </p14:cNvPr>
                <p14:cNvContentPartPr/>
                <p14:nvPr/>
              </p14:nvContentPartPr>
              <p14:xfrm>
                <a:off x="4886568" y="6031224"/>
                <a:ext cx="74160" cy="360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817D36DE-09EB-37D7-688A-F713A53DC559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4877928" y="6022224"/>
                  <a:ext cx="918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3043809B-EFC8-1D45-6EE9-EB06FB278FBE}"/>
                    </a:ext>
                  </a:extLst>
                </p14:cNvPr>
                <p14:cNvContentPartPr/>
                <p14:nvPr/>
              </p14:nvContentPartPr>
              <p14:xfrm>
                <a:off x="5618088" y="5994504"/>
                <a:ext cx="40320" cy="223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3043809B-EFC8-1D45-6EE9-EB06FB278FBE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5609088" y="5985864"/>
                  <a:ext cx="5796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28717CA2-8436-84AA-E7BC-096EB2E05919}"/>
                    </a:ext>
                  </a:extLst>
                </p14:cNvPr>
                <p14:cNvContentPartPr/>
                <p14:nvPr/>
              </p14:nvContentPartPr>
              <p14:xfrm>
                <a:off x="5620968" y="5945904"/>
                <a:ext cx="267480" cy="59256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28717CA2-8436-84AA-E7BC-096EB2E05919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5612328" y="5936904"/>
                  <a:ext cx="285120" cy="610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7">
            <p14:nvContentPartPr>
              <p14:cNvPr id="317" name="Ink 316">
                <a:extLst>
                  <a:ext uri="{FF2B5EF4-FFF2-40B4-BE49-F238E27FC236}">
                    <a16:creationId xmlns:a16="http://schemas.microsoft.com/office/drawing/2014/main" id="{04DFE43A-3EAC-CA0A-82AD-5A45FBE2B5DA}"/>
                  </a:ext>
                </a:extLst>
              </p14:cNvPr>
              <p14:cNvContentPartPr/>
              <p14:nvPr/>
            </p14:nvContentPartPr>
            <p14:xfrm>
              <a:off x="9636048" y="6120504"/>
              <a:ext cx="140760" cy="265320"/>
            </p14:xfrm>
          </p:contentPart>
        </mc:Choice>
        <mc:Fallback xmlns="">
          <p:pic>
            <p:nvPicPr>
              <p:cNvPr id="317" name="Ink 316">
                <a:extLst>
                  <a:ext uri="{FF2B5EF4-FFF2-40B4-BE49-F238E27FC236}">
                    <a16:creationId xmlns:a16="http://schemas.microsoft.com/office/drawing/2014/main" id="{04DFE43A-3EAC-CA0A-82AD-5A45FBE2B5DA}"/>
                  </a:ext>
                </a:extLst>
              </p:cNvPr>
              <p:cNvPicPr/>
              <p:nvPr/>
            </p:nvPicPr>
            <p:blipFill>
              <a:blip r:embed="rId448"/>
              <a:stretch>
                <a:fillRect/>
              </a:stretch>
            </p:blipFill>
            <p:spPr>
              <a:xfrm>
                <a:off x="9627048" y="6111864"/>
                <a:ext cx="158400" cy="282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4" name="Group 323">
            <a:extLst>
              <a:ext uri="{FF2B5EF4-FFF2-40B4-BE49-F238E27FC236}">
                <a16:creationId xmlns:a16="http://schemas.microsoft.com/office/drawing/2014/main" id="{DB0FA52B-1566-D11D-ED61-14A7C873BD9E}"/>
              </a:ext>
            </a:extLst>
          </p:cNvPr>
          <p:cNvGrpSpPr/>
          <p:nvPr/>
        </p:nvGrpSpPr>
        <p:grpSpPr>
          <a:xfrm>
            <a:off x="6588648" y="5678424"/>
            <a:ext cx="2009160" cy="1069200"/>
            <a:chOff x="6588648" y="5678424"/>
            <a:chExt cx="2009160" cy="106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CD700658-AF8F-CE6F-E8E0-1CBE3C62E737}"/>
                    </a:ext>
                  </a:extLst>
                </p14:cNvPr>
                <p14:cNvContentPartPr/>
                <p14:nvPr/>
              </p14:nvContentPartPr>
              <p14:xfrm>
                <a:off x="6588648" y="6056784"/>
                <a:ext cx="109080" cy="255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CD700658-AF8F-CE6F-E8E0-1CBE3C62E737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6580008" y="6048144"/>
                  <a:ext cx="1267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16E3A02A-8EFF-5F82-5961-134FE904B5AA}"/>
                    </a:ext>
                  </a:extLst>
                </p14:cNvPr>
                <p14:cNvContentPartPr/>
                <p14:nvPr/>
              </p14:nvContentPartPr>
              <p14:xfrm>
                <a:off x="6617808" y="6174504"/>
                <a:ext cx="100440" cy="266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16E3A02A-8EFF-5F82-5961-134FE904B5AA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6608808" y="6165504"/>
                  <a:ext cx="1180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092DF282-94F6-12A6-BB57-DCEB1865AFC8}"/>
                    </a:ext>
                  </a:extLst>
                </p14:cNvPr>
                <p14:cNvContentPartPr/>
                <p14:nvPr/>
              </p14:nvContentPartPr>
              <p14:xfrm>
                <a:off x="7403688" y="5678424"/>
                <a:ext cx="28440" cy="1447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092DF282-94F6-12A6-BB57-DCEB1865AFC8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7395048" y="5669784"/>
                  <a:ext cx="460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148A6B9E-2CF5-0984-CDB5-27D1407A366F}"/>
                    </a:ext>
                  </a:extLst>
                </p14:cNvPr>
                <p14:cNvContentPartPr/>
                <p14:nvPr/>
              </p14:nvContentPartPr>
              <p14:xfrm>
                <a:off x="7330968" y="5797584"/>
                <a:ext cx="632520" cy="12276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148A6B9E-2CF5-0984-CDB5-27D1407A366F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7322328" y="5788944"/>
                  <a:ext cx="65016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0727D8D9-11C4-1F5E-956E-AACEE16863F4}"/>
                    </a:ext>
                  </a:extLst>
                </p14:cNvPr>
                <p14:cNvContentPartPr/>
                <p14:nvPr/>
              </p14:nvContentPartPr>
              <p14:xfrm>
                <a:off x="7474968" y="5974344"/>
                <a:ext cx="7560" cy="781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0727D8D9-11C4-1F5E-956E-AACEE16863F4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7466328" y="5965344"/>
                  <a:ext cx="252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8AD7C43D-188F-935B-32C6-CE3970E34EEC}"/>
                    </a:ext>
                  </a:extLst>
                </p14:cNvPr>
                <p14:cNvContentPartPr/>
                <p14:nvPr/>
              </p14:nvContentPartPr>
              <p14:xfrm>
                <a:off x="7563528" y="5937984"/>
                <a:ext cx="99000" cy="14400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8AD7C43D-188F-935B-32C6-CE3970E34EEC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7554528" y="5928984"/>
                  <a:ext cx="1166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DB9AEA7C-4913-1988-D7F4-D2051AF0358D}"/>
                    </a:ext>
                  </a:extLst>
                </p14:cNvPr>
                <p14:cNvContentPartPr/>
                <p14:nvPr/>
              </p14:nvContentPartPr>
              <p14:xfrm>
                <a:off x="7186248" y="6124464"/>
                <a:ext cx="1411560" cy="13356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DB9AEA7C-4913-1988-D7F4-D2051AF0358D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7177608" y="6115464"/>
                  <a:ext cx="14292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7C2EE7ED-3D2E-CA5D-B2C8-86A74A57A4DB}"/>
                    </a:ext>
                  </a:extLst>
                </p14:cNvPr>
                <p14:cNvContentPartPr/>
                <p14:nvPr/>
              </p14:nvContentPartPr>
              <p14:xfrm>
                <a:off x="8513208" y="6186744"/>
                <a:ext cx="34200" cy="540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7C2EE7ED-3D2E-CA5D-B2C8-86A74A57A4DB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8504568" y="6178104"/>
                  <a:ext cx="518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9EBD5EAC-305C-9764-75A1-5C8C976F9DD8}"/>
                    </a:ext>
                  </a:extLst>
                </p14:cNvPr>
                <p14:cNvContentPartPr/>
                <p14:nvPr/>
              </p14:nvContentPartPr>
              <p14:xfrm>
                <a:off x="7492968" y="6306624"/>
                <a:ext cx="142560" cy="1051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9EBD5EAC-305C-9764-75A1-5C8C976F9DD8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7483968" y="6297984"/>
                  <a:ext cx="1602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30FA237F-D85F-5321-6439-F36079F748E4}"/>
                    </a:ext>
                  </a:extLst>
                </p14:cNvPr>
                <p14:cNvContentPartPr/>
                <p14:nvPr/>
              </p14:nvContentPartPr>
              <p14:xfrm>
                <a:off x="7526448" y="6363504"/>
                <a:ext cx="186840" cy="21060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30FA237F-D85F-5321-6439-F36079F748E4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7517448" y="6354504"/>
                  <a:ext cx="2044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32807DB5-CEED-6403-AE5F-D69070024A9F}"/>
                    </a:ext>
                  </a:extLst>
                </p14:cNvPr>
                <p14:cNvContentPartPr/>
                <p14:nvPr/>
              </p14:nvContentPartPr>
              <p14:xfrm>
                <a:off x="7661808" y="6448464"/>
                <a:ext cx="51480" cy="1206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32807DB5-CEED-6403-AE5F-D69070024A9F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7652808" y="6439824"/>
                  <a:ext cx="691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DD13C356-7D74-0FF7-75DE-C09781297B0F}"/>
                    </a:ext>
                  </a:extLst>
                </p14:cNvPr>
                <p14:cNvContentPartPr/>
                <p14:nvPr/>
              </p14:nvContentPartPr>
              <p14:xfrm>
                <a:off x="7910568" y="6391224"/>
                <a:ext cx="57240" cy="7524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DD13C356-7D74-0FF7-75DE-C09781297B0F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7901568" y="6382584"/>
                  <a:ext cx="7488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BE2A3720-1722-47BF-A353-139CD5FF57D9}"/>
                    </a:ext>
                  </a:extLst>
                </p14:cNvPr>
                <p14:cNvContentPartPr/>
                <p14:nvPr/>
              </p14:nvContentPartPr>
              <p14:xfrm>
                <a:off x="7899768" y="6410304"/>
                <a:ext cx="85320" cy="7416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BE2A3720-1722-47BF-A353-139CD5FF57D9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7891128" y="6401664"/>
                  <a:ext cx="10296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BBC17087-9765-16DB-41CD-B3FF187A77D1}"/>
                    </a:ext>
                  </a:extLst>
                </p14:cNvPr>
                <p14:cNvContentPartPr/>
                <p14:nvPr/>
              </p14:nvContentPartPr>
              <p14:xfrm>
                <a:off x="7927128" y="6448104"/>
                <a:ext cx="59760" cy="2844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BBC17087-9765-16DB-41CD-B3FF187A77D1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7918128" y="6439104"/>
                  <a:ext cx="774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F40A3F57-DB27-DF94-9028-20C4C1DDFF95}"/>
                    </a:ext>
                  </a:extLst>
                </p14:cNvPr>
                <p14:cNvContentPartPr/>
                <p14:nvPr/>
              </p14:nvContentPartPr>
              <p14:xfrm>
                <a:off x="8156448" y="6315984"/>
                <a:ext cx="72360" cy="8316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F40A3F57-DB27-DF94-9028-20C4C1DDFF95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8147808" y="6306984"/>
                  <a:ext cx="9000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5E444DA2-BFED-45B7-A847-2E83F7B0B59C}"/>
                    </a:ext>
                  </a:extLst>
                </p14:cNvPr>
                <p14:cNvContentPartPr/>
                <p14:nvPr/>
              </p14:nvContentPartPr>
              <p14:xfrm>
                <a:off x="8164008" y="6361704"/>
                <a:ext cx="134280" cy="2084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5E444DA2-BFED-45B7-A847-2E83F7B0B59C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8155008" y="6352704"/>
                  <a:ext cx="15192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9F07E2B6-690F-09EF-9D38-2541AFF824DD}"/>
                    </a:ext>
                  </a:extLst>
                </p14:cNvPr>
                <p14:cNvContentPartPr/>
                <p14:nvPr/>
              </p14:nvContentPartPr>
              <p14:xfrm>
                <a:off x="8311248" y="6446304"/>
                <a:ext cx="68040" cy="11844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9F07E2B6-690F-09EF-9D38-2541AFF824DD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8302608" y="6437664"/>
                  <a:ext cx="8568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3AD2872C-8977-3070-7D91-86F8D80B0563}"/>
                    </a:ext>
                  </a:extLst>
                </p14:cNvPr>
                <p14:cNvContentPartPr/>
                <p14:nvPr/>
              </p14:nvContentPartPr>
              <p14:xfrm>
                <a:off x="7625808" y="6517584"/>
                <a:ext cx="2520" cy="1026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3AD2872C-8977-3070-7D91-86F8D80B0563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7617168" y="6508944"/>
                  <a:ext cx="2016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705B9870-6482-E30F-324A-EE42B8CA1E4A}"/>
                    </a:ext>
                  </a:extLst>
                </p14:cNvPr>
                <p14:cNvContentPartPr/>
                <p14:nvPr/>
              </p14:nvContentPartPr>
              <p14:xfrm>
                <a:off x="8237448" y="6535584"/>
                <a:ext cx="7200" cy="14724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705B9870-6482-E30F-324A-EE42B8CA1E4A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8228448" y="6526944"/>
                  <a:ext cx="248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559DCD7C-E12B-C627-C004-6124B19C3B2B}"/>
                    </a:ext>
                  </a:extLst>
                </p14:cNvPr>
                <p14:cNvContentPartPr/>
                <p14:nvPr/>
              </p14:nvContentPartPr>
              <p14:xfrm>
                <a:off x="6810768" y="5881464"/>
                <a:ext cx="119520" cy="4986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559DCD7C-E12B-C627-C004-6124B19C3B2B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6801768" y="5872464"/>
                  <a:ext cx="13716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E795FD48-5696-D33F-7BFF-8FB2B878DBFA}"/>
                    </a:ext>
                  </a:extLst>
                </p14:cNvPr>
                <p14:cNvContentPartPr/>
                <p14:nvPr/>
              </p14:nvContentPartPr>
              <p14:xfrm>
                <a:off x="6933528" y="6196824"/>
                <a:ext cx="79200" cy="19620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E795FD48-5696-D33F-7BFF-8FB2B878DBFA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6924528" y="6187824"/>
                  <a:ext cx="9684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DDF6F914-26EC-D08F-F12E-2ADE2A4800E0}"/>
                    </a:ext>
                  </a:extLst>
                </p14:cNvPr>
                <p14:cNvContentPartPr/>
                <p14:nvPr/>
              </p14:nvContentPartPr>
              <p14:xfrm>
                <a:off x="7077528" y="5796504"/>
                <a:ext cx="169560" cy="9399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DDF6F914-26EC-D08F-F12E-2ADE2A4800E0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7068528" y="5787504"/>
                  <a:ext cx="187200" cy="9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BA86D17F-D4AE-0503-47F0-902A2FCF161B}"/>
                    </a:ext>
                  </a:extLst>
                </p14:cNvPr>
                <p14:cNvContentPartPr/>
                <p14:nvPr/>
              </p14:nvContentPartPr>
              <p14:xfrm>
                <a:off x="8301168" y="5701464"/>
                <a:ext cx="267120" cy="104616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BA86D17F-D4AE-0503-47F0-902A2FCF161B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8292168" y="5692824"/>
                  <a:ext cx="284760" cy="10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709E7D9F-D86A-6AF5-6E50-27A0086EFE50}"/>
              </a:ext>
            </a:extLst>
          </p:cNvPr>
          <p:cNvGrpSpPr/>
          <p:nvPr/>
        </p:nvGrpSpPr>
        <p:grpSpPr>
          <a:xfrm>
            <a:off x="8988048" y="5697504"/>
            <a:ext cx="1047960" cy="731160"/>
            <a:chOff x="8988048" y="5697504"/>
            <a:chExt cx="1047960" cy="73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D7C10D46-EE9E-169A-38A3-CF3E8C9E352C}"/>
                    </a:ext>
                  </a:extLst>
                </p14:cNvPr>
                <p14:cNvContentPartPr/>
                <p14:nvPr/>
              </p14:nvContentPartPr>
              <p14:xfrm>
                <a:off x="8988048" y="6074424"/>
                <a:ext cx="23400" cy="104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D7C10D46-EE9E-169A-38A3-CF3E8C9E352C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8979048" y="6065424"/>
                  <a:ext cx="410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32B4E503-A4EB-B3AF-FC22-611C77EB1C35}"/>
                    </a:ext>
                  </a:extLst>
                </p14:cNvPr>
                <p14:cNvContentPartPr/>
                <p14:nvPr/>
              </p14:nvContentPartPr>
              <p14:xfrm>
                <a:off x="9021528" y="6157584"/>
                <a:ext cx="35280" cy="36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32B4E503-A4EB-B3AF-FC22-611C77EB1C35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9012888" y="6148584"/>
                  <a:ext cx="529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5F5F89CD-1446-061C-C9C7-58074B49FBD7}"/>
                    </a:ext>
                  </a:extLst>
                </p14:cNvPr>
                <p14:cNvContentPartPr/>
                <p14:nvPr/>
              </p14:nvContentPartPr>
              <p14:xfrm>
                <a:off x="9004968" y="6047064"/>
                <a:ext cx="126000" cy="288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5F5F89CD-1446-061C-C9C7-58074B49FBD7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8995968" y="6038064"/>
                  <a:ext cx="14364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DD40AA0E-C25A-2564-4F89-4B1B7AE0D9C8}"/>
                    </a:ext>
                  </a:extLst>
                </p14:cNvPr>
                <p14:cNvContentPartPr/>
                <p14:nvPr/>
              </p14:nvContentPartPr>
              <p14:xfrm>
                <a:off x="9049608" y="6142824"/>
                <a:ext cx="115560" cy="2952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DD40AA0E-C25A-2564-4F89-4B1B7AE0D9C8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9040608" y="6133824"/>
                  <a:ext cx="1332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F92D09E5-34BA-261C-933D-4A82A5D1BF7E}"/>
                    </a:ext>
                  </a:extLst>
                </p14:cNvPr>
                <p14:cNvContentPartPr/>
                <p14:nvPr/>
              </p14:nvContentPartPr>
              <p14:xfrm>
                <a:off x="9575208" y="5786784"/>
                <a:ext cx="10800" cy="15696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F92D09E5-34BA-261C-933D-4A82A5D1BF7E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9566208" y="5778144"/>
                  <a:ext cx="284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78E81043-359A-8C52-BF47-04E1EECF263A}"/>
                    </a:ext>
                  </a:extLst>
                </p14:cNvPr>
                <p14:cNvContentPartPr/>
                <p14:nvPr/>
              </p14:nvContentPartPr>
              <p14:xfrm>
                <a:off x="9688968" y="5797224"/>
                <a:ext cx="76320" cy="16524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78E81043-359A-8C52-BF47-04E1EECF263A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9679968" y="5788584"/>
                  <a:ext cx="939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BF558FB7-5649-1D26-151F-FF81D40085F9}"/>
                    </a:ext>
                  </a:extLst>
                </p14:cNvPr>
                <p14:cNvContentPartPr/>
                <p14:nvPr/>
              </p14:nvContentPartPr>
              <p14:xfrm>
                <a:off x="9503928" y="6012504"/>
                <a:ext cx="498240" cy="349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BF558FB7-5649-1D26-151F-FF81D40085F9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9495288" y="6003864"/>
                  <a:ext cx="5158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F0F67D20-A07D-388C-B660-7775A921E5F7}"/>
                    </a:ext>
                  </a:extLst>
                </p14:cNvPr>
                <p14:cNvContentPartPr/>
                <p14:nvPr/>
              </p14:nvContentPartPr>
              <p14:xfrm>
                <a:off x="9238248" y="5871384"/>
                <a:ext cx="106920" cy="28224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F0F67D20-A07D-388C-B660-7775A921E5F7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9229248" y="5862384"/>
                  <a:ext cx="12456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E5EE88EB-A924-DA3F-1169-F0AB8B578D62}"/>
                    </a:ext>
                  </a:extLst>
                </p14:cNvPr>
                <p14:cNvContentPartPr/>
                <p14:nvPr/>
              </p14:nvContentPartPr>
              <p14:xfrm>
                <a:off x="9260568" y="6048864"/>
                <a:ext cx="120960" cy="2588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E5EE88EB-A924-DA3F-1169-F0AB8B578D62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9251928" y="6040224"/>
                  <a:ext cx="13860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2E51A1E2-89A1-3324-5F70-C88458B64985}"/>
                    </a:ext>
                  </a:extLst>
                </p14:cNvPr>
                <p14:cNvContentPartPr/>
                <p14:nvPr/>
              </p14:nvContentPartPr>
              <p14:xfrm>
                <a:off x="9402408" y="5697504"/>
                <a:ext cx="226800" cy="73116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2E51A1E2-89A1-3324-5F70-C88458B64985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9393768" y="5688504"/>
                  <a:ext cx="244440" cy="74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4BCA2EDE-EDD6-4D39-0123-A5BDD48515F6}"/>
                    </a:ext>
                  </a:extLst>
                </p14:cNvPr>
                <p14:cNvContentPartPr/>
                <p14:nvPr/>
              </p14:nvContentPartPr>
              <p14:xfrm>
                <a:off x="9840888" y="5770584"/>
                <a:ext cx="195120" cy="60732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4BCA2EDE-EDD6-4D39-0123-A5BDD48515F6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9832248" y="5761944"/>
                  <a:ext cx="212760" cy="62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AF660C19-FD0A-C4BB-1D6A-CD331963F02E}"/>
              </a:ext>
            </a:extLst>
          </p:cNvPr>
          <p:cNvGrpSpPr/>
          <p:nvPr/>
        </p:nvGrpSpPr>
        <p:grpSpPr>
          <a:xfrm>
            <a:off x="10254168" y="5776704"/>
            <a:ext cx="955440" cy="566640"/>
            <a:chOff x="10254168" y="5776704"/>
            <a:chExt cx="955440" cy="56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7C5AC95E-C654-C16E-7867-0238FC75D66E}"/>
                    </a:ext>
                  </a:extLst>
                </p14:cNvPr>
                <p14:cNvContentPartPr/>
                <p14:nvPr/>
              </p14:nvContentPartPr>
              <p14:xfrm>
                <a:off x="10255608" y="5991624"/>
                <a:ext cx="137160" cy="1080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7C5AC95E-C654-C16E-7867-0238FC75D66E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10246608" y="5982624"/>
                  <a:ext cx="15480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328EADDE-EA2B-F649-BC8A-82FD37F7CE6E}"/>
                    </a:ext>
                  </a:extLst>
                </p14:cNvPr>
                <p14:cNvContentPartPr/>
                <p14:nvPr/>
              </p14:nvContentPartPr>
              <p14:xfrm>
                <a:off x="10271808" y="6089184"/>
                <a:ext cx="48600" cy="540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328EADDE-EA2B-F649-BC8A-82FD37F7CE6E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10262808" y="6080184"/>
                  <a:ext cx="662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FAEDEA1C-C42F-73CD-B4D3-21ECFB287A2A}"/>
                    </a:ext>
                  </a:extLst>
                </p14:cNvPr>
                <p14:cNvContentPartPr/>
                <p14:nvPr/>
              </p14:nvContentPartPr>
              <p14:xfrm>
                <a:off x="10254168" y="6027984"/>
                <a:ext cx="115920" cy="1296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FAEDEA1C-C42F-73CD-B4D3-21ECFB287A2A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10245168" y="6018984"/>
                  <a:ext cx="1335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BEB62958-668C-3CD3-A967-1CC0FE09FDA8}"/>
                    </a:ext>
                  </a:extLst>
                </p14:cNvPr>
                <p14:cNvContentPartPr/>
                <p14:nvPr/>
              </p14:nvContentPartPr>
              <p14:xfrm>
                <a:off x="10332648" y="6094944"/>
                <a:ext cx="102240" cy="1224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BEB62958-668C-3CD3-A967-1CC0FE09FDA8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10323648" y="6085944"/>
                  <a:ext cx="1198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5C79FC13-D9D3-0BDB-D66E-77C13CCD5278}"/>
                    </a:ext>
                  </a:extLst>
                </p14:cNvPr>
                <p14:cNvContentPartPr/>
                <p14:nvPr/>
              </p14:nvContentPartPr>
              <p14:xfrm>
                <a:off x="10557648" y="5846184"/>
                <a:ext cx="127440" cy="49716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5C79FC13-D9D3-0BDB-D66E-77C13CCD5278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10549008" y="5837184"/>
                  <a:ext cx="14508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189F9BE4-5595-3520-C6B6-D07B4D5F6632}"/>
                    </a:ext>
                  </a:extLst>
                </p14:cNvPr>
                <p14:cNvContentPartPr/>
                <p14:nvPr/>
              </p14:nvContentPartPr>
              <p14:xfrm>
                <a:off x="10794168" y="5776704"/>
                <a:ext cx="127080" cy="48492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189F9BE4-5595-3520-C6B6-D07B4D5F6632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10785168" y="5767704"/>
                  <a:ext cx="144720" cy="50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D6517803-5BBE-D13F-88B7-3B2B54177D8F}"/>
                    </a:ext>
                  </a:extLst>
                </p14:cNvPr>
                <p14:cNvContentPartPr/>
                <p14:nvPr/>
              </p14:nvContentPartPr>
              <p14:xfrm>
                <a:off x="10968768" y="5891184"/>
                <a:ext cx="80280" cy="14796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D6517803-5BBE-D13F-88B7-3B2B54177D8F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10959768" y="5882544"/>
                  <a:ext cx="979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88086168-11B2-09BD-FCFC-2C497642B40F}"/>
                    </a:ext>
                  </a:extLst>
                </p14:cNvPr>
                <p14:cNvContentPartPr/>
                <p14:nvPr/>
              </p14:nvContentPartPr>
              <p14:xfrm>
                <a:off x="11189448" y="5961384"/>
                <a:ext cx="20160" cy="2772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88086168-11B2-09BD-FCFC-2C497642B40F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11180808" y="5952384"/>
                  <a:ext cx="37800" cy="4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F860A828-6ED5-3088-07FC-4723B5B096D8}"/>
              </a:ext>
            </a:extLst>
          </p:cNvPr>
          <p:cNvGrpSpPr/>
          <p:nvPr/>
        </p:nvGrpSpPr>
        <p:grpSpPr>
          <a:xfrm>
            <a:off x="11274048" y="5778864"/>
            <a:ext cx="300960" cy="484200"/>
            <a:chOff x="11274048" y="5778864"/>
            <a:chExt cx="300960" cy="48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4B32FA2B-5790-B59C-6908-E4D70D7D567A}"/>
                    </a:ext>
                  </a:extLst>
                </p14:cNvPr>
                <p14:cNvContentPartPr/>
                <p14:nvPr/>
              </p14:nvContentPartPr>
              <p14:xfrm>
                <a:off x="11274048" y="5890104"/>
                <a:ext cx="71640" cy="12456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4B32FA2B-5790-B59C-6908-E4D70D7D567A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11265408" y="5881464"/>
                  <a:ext cx="8928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3AD3D2A4-9E3E-1984-20B2-B4CA27EE2A3D}"/>
                    </a:ext>
                  </a:extLst>
                </p14:cNvPr>
                <p14:cNvContentPartPr/>
                <p14:nvPr/>
              </p14:nvContentPartPr>
              <p14:xfrm>
                <a:off x="11335608" y="5860224"/>
                <a:ext cx="112680" cy="2160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3AD3D2A4-9E3E-1984-20B2-B4CA27EE2A3D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11326968" y="5851584"/>
                  <a:ext cx="1303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527971D2-53AA-5F86-B002-4B86C35AB242}"/>
                    </a:ext>
                  </a:extLst>
                </p14:cNvPr>
                <p14:cNvContentPartPr/>
                <p14:nvPr/>
              </p14:nvContentPartPr>
              <p14:xfrm>
                <a:off x="11292768" y="5778864"/>
                <a:ext cx="282240" cy="48420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527971D2-53AA-5F86-B002-4B86C35AB242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11284128" y="5769864"/>
                  <a:ext cx="299880" cy="5018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21180243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Word embeddings: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A1705CA-631B-A1A1-943F-75706A8C83D1}"/>
              </a:ext>
            </a:extLst>
          </p:cNvPr>
          <p:cNvGrpSpPr/>
          <p:nvPr/>
        </p:nvGrpSpPr>
        <p:grpSpPr>
          <a:xfrm>
            <a:off x="3041928" y="228384"/>
            <a:ext cx="477000" cy="130320"/>
            <a:chOff x="3041928" y="228384"/>
            <a:chExt cx="477000" cy="13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4169520B-8F4A-F93B-6C25-3BF7F1EF3C37}"/>
                    </a:ext>
                  </a:extLst>
                </p14:cNvPr>
                <p14:cNvContentPartPr/>
                <p14:nvPr/>
              </p14:nvContentPartPr>
              <p14:xfrm>
                <a:off x="3041928" y="228384"/>
                <a:ext cx="195840" cy="1155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4169520B-8F4A-F93B-6C25-3BF7F1EF3C3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032928" y="219384"/>
                  <a:ext cx="2134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5BD4362-03EF-825F-DAA5-33F34AB05022}"/>
                    </a:ext>
                  </a:extLst>
                </p14:cNvPr>
                <p14:cNvContentPartPr/>
                <p14:nvPr/>
              </p14:nvContentPartPr>
              <p14:xfrm>
                <a:off x="3240648" y="332424"/>
                <a:ext cx="360" cy="3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5BD4362-03EF-825F-DAA5-33F34AB0502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31648" y="32378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431ECFEC-DD0F-A7DC-61DF-1A01D783EA60}"/>
                    </a:ext>
                  </a:extLst>
                </p14:cNvPr>
                <p14:cNvContentPartPr/>
                <p14:nvPr/>
              </p14:nvContentPartPr>
              <p14:xfrm>
                <a:off x="3240288" y="276624"/>
                <a:ext cx="278640" cy="820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431ECFEC-DD0F-A7DC-61DF-1A01D783EA6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231288" y="267984"/>
                  <a:ext cx="296280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F412C56-3923-D36D-1911-B899B6F0798B}"/>
              </a:ext>
            </a:extLst>
          </p:cNvPr>
          <p:cNvGrpSpPr/>
          <p:nvPr/>
        </p:nvGrpSpPr>
        <p:grpSpPr>
          <a:xfrm>
            <a:off x="3851928" y="145944"/>
            <a:ext cx="947160" cy="235800"/>
            <a:chOff x="3851928" y="145944"/>
            <a:chExt cx="947160" cy="23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B642C8A8-8132-7C3A-6F49-09B1493FF0EB}"/>
                    </a:ext>
                  </a:extLst>
                </p14:cNvPr>
                <p14:cNvContentPartPr/>
                <p14:nvPr/>
              </p14:nvContentPartPr>
              <p14:xfrm>
                <a:off x="3851928" y="254664"/>
                <a:ext cx="158400" cy="1206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B642C8A8-8132-7C3A-6F49-09B1493FF0E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842928" y="246024"/>
                  <a:ext cx="17604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438F37BF-60C0-A811-B864-A74F16E423CC}"/>
                    </a:ext>
                  </a:extLst>
                </p14:cNvPr>
                <p14:cNvContentPartPr/>
                <p14:nvPr/>
              </p14:nvContentPartPr>
              <p14:xfrm>
                <a:off x="3995568" y="286704"/>
                <a:ext cx="113040" cy="950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438F37BF-60C0-A811-B864-A74F16E423C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986568" y="277704"/>
                  <a:ext cx="1306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981733F4-61A0-9A20-3A33-F0D0EADD507F}"/>
                    </a:ext>
                  </a:extLst>
                </p14:cNvPr>
                <p14:cNvContentPartPr/>
                <p14:nvPr/>
              </p14:nvContentPartPr>
              <p14:xfrm>
                <a:off x="4226688" y="145944"/>
                <a:ext cx="182880" cy="2048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981733F4-61A0-9A20-3A33-F0D0EADD507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218048" y="136944"/>
                  <a:ext cx="2005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BE99D48A-A933-9758-79F9-9E0AAA330ECB}"/>
                    </a:ext>
                  </a:extLst>
                </p14:cNvPr>
                <p14:cNvContentPartPr/>
                <p14:nvPr/>
              </p14:nvContentPartPr>
              <p14:xfrm>
                <a:off x="4347648" y="252504"/>
                <a:ext cx="201240" cy="601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BE99D48A-A933-9758-79F9-9E0AAA330EC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338648" y="243504"/>
                  <a:ext cx="2188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43BF6C3-3107-9BBA-F30D-A84D8F497185}"/>
                    </a:ext>
                  </a:extLst>
                </p14:cNvPr>
                <p14:cNvContentPartPr/>
                <p14:nvPr/>
              </p14:nvContentPartPr>
              <p14:xfrm>
                <a:off x="4627728" y="224424"/>
                <a:ext cx="142920" cy="1011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43BF6C3-3107-9BBA-F30D-A84D8F49718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619088" y="215424"/>
                  <a:ext cx="16056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065C8BF-4B0E-D16E-DA4B-3AEDAFFE7481}"/>
                    </a:ext>
                  </a:extLst>
                </p14:cNvPr>
                <p14:cNvContentPartPr/>
                <p14:nvPr/>
              </p14:nvContentPartPr>
              <p14:xfrm>
                <a:off x="4796568" y="336384"/>
                <a:ext cx="2520" cy="28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065C8BF-4B0E-D16E-DA4B-3AEDAFFE748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787568" y="327384"/>
                  <a:ext cx="2016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3214F0D0-480B-2E61-7F55-28D70A5523A6}"/>
              </a:ext>
            </a:extLst>
          </p:cNvPr>
          <p:cNvGrpSpPr/>
          <p:nvPr/>
        </p:nvGrpSpPr>
        <p:grpSpPr>
          <a:xfrm>
            <a:off x="5036688" y="123264"/>
            <a:ext cx="2044800" cy="509040"/>
            <a:chOff x="5036688" y="123264"/>
            <a:chExt cx="2044800" cy="50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72D03631-AEEF-A95D-76E0-412AB80AA95F}"/>
                    </a:ext>
                  </a:extLst>
                </p14:cNvPr>
                <p14:cNvContentPartPr/>
                <p14:nvPr/>
              </p14:nvContentPartPr>
              <p14:xfrm>
                <a:off x="5036688" y="174384"/>
                <a:ext cx="628560" cy="4579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72D03631-AEEF-A95D-76E0-412AB80AA95F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5027688" y="165744"/>
                  <a:ext cx="64620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256FED0-C4E0-4689-5065-A85A2635259A}"/>
                    </a:ext>
                  </a:extLst>
                </p14:cNvPr>
                <p14:cNvContentPartPr/>
                <p14:nvPr/>
              </p14:nvContentPartPr>
              <p14:xfrm>
                <a:off x="5748768" y="317304"/>
                <a:ext cx="58320" cy="810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256FED0-C4E0-4689-5065-A85A2635259A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5739768" y="308304"/>
                  <a:ext cx="7596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CB407C88-2475-2F95-3A6C-C5949759AA6C}"/>
                    </a:ext>
                  </a:extLst>
                </p14:cNvPr>
                <p14:cNvContentPartPr/>
                <p14:nvPr/>
              </p14:nvContentPartPr>
              <p14:xfrm>
                <a:off x="5876208" y="164304"/>
                <a:ext cx="596520" cy="2325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CB407C88-2475-2F95-3A6C-C5949759AA6C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5867208" y="155664"/>
                  <a:ext cx="61416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2FF15D82-E17D-EB7B-6191-6701C76393C2}"/>
                    </a:ext>
                  </a:extLst>
                </p14:cNvPr>
                <p14:cNvContentPartPr/>
                <p14:nvPr/>
              </p14:nvContentPartPr>
              <p14:xfrm>
                <a:off x="6430248" y="284544"/>
                <a:ext cx="98280" cy="284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2FF15D82-E17D-EB7B-6191-6701C76393C2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6421608" y="275904"/>
                  <a:ext cx="1159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C946EA9-2499-845D-ADD4-041F5C09B804}"/>
                    </a:ext>
                  </a:extLst>
                </p14:cNvPr>
                <p14:cNvContentPartPr/>
                <p14:nvPr/>
              </p14:nvContentPartPr>
              <p14:xfrm>
                <a:off x="6549408" y="123264"/>
                <a:ext cx="241920" cy="2095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C946EA9-2499-845D-ADD4-041F5C09B804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6540768" y="114264"/>
                  <a:ext cx="2595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A6215B53-6964-C73E-2DE8-5A1900B6D5A3}"/>
                    </a:ext>
                  </a:extLst>
                </p14:cNvPr>
                <p14:cNvContentPartPr/>
                <p14:nvPr/>
              </p14:nvContentPartPr>
              <p14:xfrm>
                <a:off x="6827328" y="258624"/>
                <a:ext cx="1800" cy="176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A6215B53-6964-C73E-2DE8-5A1900B6D5A3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6818328" y="249984"/>
                  <a:ext cx="194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D07D02A6-9DA3-6387-2431-48E00B795D3F}"/>
                    </a:ext>
                  </a:extLst>
                </p14:cNvPr>
                <p14:cNvContentPartPr/>
                <p14:nvPr/>
              </p14:nvContentPartPr>
              <p14:xfrm>
                <a:off x="6875928" y="258264"/>
                <a:ext cx="165960" cy="680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D07D02A6-9DA3-6387-2431-48E00B795D3F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6867288" y="249624"/>
                  <a:ext cx="1836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F015918-94A9-0898-EE99-ECA16F0F3A64}"/>
                    </a:ext>
                  </a:extLst>
                </p14:cNvPr>
                <p14:cNvContentPartPr/>
                <p14:nvPr/>
              </p14:nvContentPartPr>
              <p14:xfrm>
                <a:off x="7003008" y="134784"/>
                <a:ext cx="78480" cy="331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F015918-94A9-0898-EE99-ECA16F0F3A64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6994008" y="125784"/>
                  <a:ext cx="96120" cy="50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6E9310C-4103-9A0E-4C2A-B3F0B2318B8F}"/>
                  </a:ext>
                </a:extLst>
              </p14:cNvPr>
              <p14:cNvContentPartPr/>
              <p14:nvPr/>
            </p14:nvContentPartPr>
            <p14:xfrm>
              <a:off x="7411248" y="146304"/>
              <a:ext cx="289800" cy="4118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6E9310C-4103-9A0E-4C2A-B3F0B2318B8F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7402608" y="137304"/>
                <a:ext cx="307440" cy="429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" name="Group 26">
            <a:extLst>
              <a:ext uri="{FF2B5EF4-FFF2-40B4-BE49-F238E27FC236}">
                <a16:creationId xmlns:a16="http://schemas.microsoft.com/office/drawing/2014/main" id="{7ED1B3C2-F1E2-933A-D37E-85AFD26190EC}"/>
              </a:ext>
            </a:extLst>
          </p:cNvPr>
          <p:cNvGrpSpPr/>
          <p:nvPr/>
        </p:nvGrpSpPr>
        <p:grpSpPr>
          <a:xfrm>
            <a:off x="8037648" y="96264"/>
            <a:ext cx="907200" cy="293760"/>
            <a:chOff x="8037648" y="96264"/>
            <a:chExt cx="907200" cy="29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713C020F-228D-C579-F8C1-CD9AE2AC8610}"/>
                    </a:ext>
                  </a:extLst>
                </p14:cNvPr>
                <p14:cNvContentPartPr/>
                <p14:nvPr/>
              </p14:nvContentPartPr>
              <p14:xfrm>
                <a:off x="8037648" y="213624"/>
                <a:ext cx="432000" cy="1497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713C020F-228D-C579-F8C1-CD9AE2AC8610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8029008" y="204624"/>
                  <a:ext cx="4496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C75EA9A5-2261-C5D4-BC46-0B66E23F2BF4}"/>
                    </a:ext>
                  </a:extLst>
                </p14:cNvPr>
                <p14:cNvContentPartPr/>
                <p14:nvPr/>
              </p14:nvContentPartPr>
              <p14:xfrm>
                <a:off x="8535168" y="274824"/>
                <a:ext cx="97560" cy="896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C75EA9A5-2261-C5D4-BC46-0B66E23F2BF4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8526528" y="265824"/>
                  <a:ext cx="11520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F17D623-02A6-4F67-0B90-482BBC78DA23}"/>
                    </a:ext>
                  </a:extLst>
                </p14:cNvPr>
                <p14:cNvContentPartPr/>
                <p14:nvPr/>
              </p14:nvContentPartPr>
              <p14:xfrm>
                <a:off x="8679168" y="96264"/>
                <a:ext cx="265680" cy="2937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F17D623-02A6-4F67-0B90-482BBC78DA23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8670528" y="87264"/>
                  <a:ext cx="283320" cy="31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6ADD3BE1-9B7D-8957-6AA6-98737205479B}"/>
              </a:ext>
            </a:extLst>
          </p:cNvPr>
          <p:cNvGrpSpPr/>
          <p:nvPr/>
        </p:nvGrpSpPr>
        <p:grpSpPr>
          <a:xfrm>
            <a:off x="9313848" y="196704"/>
            <a:ext cx="242640" cy="201960"/>
            <a:chOff x="9313848" y="196704"/>
            <a:chExt cx="242640" cy="20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75E5DA60-554A-4A8D-E1D3-7C6E0AE0C8D5}"/>
                    </a:ext>
                  </a:extLst>
                </p14:cNvPr>
                <p14:cNvContentPartPr/>
                <p14:nvPr/>
              </p14:nvContentPartPr>
              <p14:xfrm>
                <a:off x="9313848" y="287424"/>
                <a:ext cx="66240" cy="954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75E5DA60-554A-4A8D-E1D3-7C6E0AE0C8D5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9304848" y="278424"/>
                  <a:ext cx="8388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957729B7-0134-3B1D-28E9-A8F927035C55}"/>
                    </a:ext>
                  </a:extLst>
                </p14:cNvPr>
                <p14:cNvContentPartPr/>
                <p14:nvPr/>
              </p14:nvContentPartPr>
              <p14:xfrm>
                <a:off x="9368928" y="196704"/>
                <a:ext cx="27000" cy="126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957729B7-0134-3B1D-28E9-A8F927035C55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9359928" y="188064"/>
                  <a:ext cx="446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61366D59-F60A-C360-0C4F-8BDBF867BA8B}"/>
                    </a:ext>
                  </a:extLst>
                </p14:cNvPr>
                <p14:cNvContentPartPr/>
                <p14:nvPr/>
              </p14:nvContentPartPr>
              <p14:xfrm>
                <a:off x="9450288" y="303984"/>
                <a:ext cx="106200" cy="946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61366D59-F60A-C360-0C4F-8BDBF867BA8B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9441648" y="295344"/>
                  <a:ext cx="123840" cy="112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3269FDB-E08E-634F-0A34-0DDFCCFBFD9A}"/>
                  </a:ext>
                </a:extLst>
              </p14:cNvPr>
              <p14:cNvContentPartPr/>
              <p14:nvPr/>
            </p14:nvContentPartPr>
            <p14:xfrm>
              <a:off x="9902448" y="322704"/>
              <a:ext cx="126720" cy="40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3269FDB-E08E-634F-0A34-0DDFCCFBFD9A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9893808" y="314064"/>
                <a:ext cx="144360" cy="57960"/>
              </a:xfrm>
              <a:prstGeom prst="rect">
                <a:avLst/>
              </a:prstGeom>
            </p:spPr>
          </p:pic>
        </mc:Fallback>
      </mc:AlternateContent>
      <p:grpSp>
        <p:nvGrpSpPr>
          <p:cNvPr id="45" name="Group 44">
            <a:extLst>
              <a:ext uri="{FF2B5EF4-FFF2-40B4-BE49-F238E27FC236}">
                <a16:creationId xmlns:a16="http://schemas.microsoft.com/office/drawing/2014/main" id="{6FF80E76-3F1E-F316-170A-3C7C2BEA9893}"/>
              </a:ext>
            </a:extLst>
          </p:cNvPr>
          <p:cNvGrpSpPr/>
          <p:nvPr/>
        </p:nvGrpSpPr>
        <p:grpSpPr>
          <a:xfrm>
            <a:off x="10408248" y="235584"/>
            <a:ext cx="1752120" cy="351360"/>
            <a:chOff x="10408248" y="235584"/>
            <a:chExt cx="1752120" cy="35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4015CACD-3DBF-69DE-842D-1911521C360E}"/>
                    </a:ext>
                  </a:extLst>
                </p14:cNvPr>
                <p14:cNvContentPartPr/>
                <p14:nvPr/>
              </p14:nvContentPartPr>
              <p14:xfrm>
                <a:off x="10408248" y="241344"/>
                <a:ext cx="71640" cy="1879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4015CACD-3DBF-69DE-842D-1911521C360E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0399608" y="232344"/>
                  <a:ext cx="892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FE73F0DF-F858-881D-5055-B82E5B6FEBFC}"/>
                    </a:ext>
                  </a:extLst>
                </p14:cNvPr>
                <p14:cNvContentPartPr/>
                <p14:nvPr/>
              </p14:nvContentPartPr>
              <p14:xfrm>
                <a:off x="10491048" y="259344"/>
                <a:ext cx="69120" cy="1512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FE73F0DF-F858-881D-5055-B82E5B6FEBFC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0482408" y="250344"/>
                  <a:ext cx="867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45CC244F-4FBE-C648-0713-67AFCC8EDBBF}"/>
                    </a:ext>
                  </a:extLst>
                </p14:cNvPr>
                <p14:cNvContentPartPr/>
                <p14:nvPr/>
              </p14:nvContentPartPr>
              <p14:xfrm>
                <a:off x="10439928" y="333864"/>
                <a:ext cx="157680" cy="608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45CC244F-4FBE-C648-0713-67AFCC8EDBBF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0431288" y="324864"/>
                  <a:ext cx="17532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4217F4ED-5069-7CC5-DD5D-D061D5B06D40}"/>
                    </a:ext>
                  </a:extLst>
                </p14:cNvPr>
                <p14:cNvContentPartPr/>
                <p14:nvPr/>
              </p14:nvContentPartPr>
              <p14:xfrm>
                <a:off x="10669608" y="285984"/>
                <a:ext cx="1080" cy="54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4217F4ED-5069-7CC5-DD5D-D061D5B06D4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0660968" y="276984"/>
                  <a:ext cx="18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90D81D3F-EE8C-3E6F-1A79-93F7085E90BF}"/>
                    </a:ext>
                  </a:extLst>
                </p14:cNvPr>
                <p14:cNvContentPartPr/>
                <p14:nvPr/>
              </p14:nvContentPartPr>
              <p14:xfrm>
                <a:off x="10671408" y="261504"/>
                <a:ext cx="277920" cy="3254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90D81D3F-EE8C-3E6F-1A79-93F7085E90B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662408" y="252504"/>
                  <a:ext cx="29556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D0D6AD0B-19D1-0240-B7CD-B7C885CDBA2E}"/>
                    </a:ext>
                  </a:extLst>
                </p14:cNvPr>
                <p14:cNvContentPartPr/>
                <p14:nvPr/>
              </p14:nvContentPartPr>
              <p14:xfrm>
                <a:off x="11031048" y="363744"/>
                <a:ext cx="98280" cy="180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D0D6AD0B-19D1-0240-B7CD-B7C885CDBA2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1022048" y="355104"/>
                  <a:ext cx="1159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1AB423E1-6274-CB18-D5AC-11518E66B1E3}"/>
                    </a:ext>
                  </a:extLst>
                </p14:cNvPr>
                <p14:cNvContentPartPr/>
                <p14:nvPr/>
              </p14:nvContentPartPr>
              <p14:xfrm>
                <a:off x="11239848" y="249984"/>
                <a:ext cx="112320" cy="1893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1AB423E1-6274-CB18-D5AC-11518E66B1E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231208" y="240984"/>
                  <a:ext cx="1299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11FFF85-BE2B-A268-CC25-BA73F7EFA5FC}"/>
                    </a:ext>
                  </a:extLst>
                </p14:cNvPr>
                <p14:cNvContentPartPr/>
                <p14:nvPr/>
              </p14:nvContentPartPr>
              <p14:xfrm>
                <a:off x="11204208" y="235584"/>
                <a:ext cx="234000" cy="2124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11FFF85-BE2B-A268-CC25-BA73F7EFA5F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1195568" y="226584"/>
                  <a:ext cx="25164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CDD3F6AE-4177-1D85-2956-DBDFE573501C}"/>
                    </a:ext>
                  </a:extLst>
                </p14:cNvPr>
                <p14:cNvContentPartPr/>
                <p14:nvPr/>
              </p14:nvContentPartPr>
              <p14:xfrm>
                <a:off x="11484648" y="281664"/>
                <a:ext cx="16920" cy="165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CDD3F6AE-4177-1D85-2956-DBDFE573501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475648" y="272664"/>
                  <a:ext cx="345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542C4D4-86EB-0D1A-E8A7-5CCBB2428DB5}"/>
                    </a:ext>
                  </a:extLst>
                </p14:cNvPr>
                <p14:cNvContentPartPr/>
                <p14:nvPr/>
              </p14:nvContentPartPr>
              <p14:xfrm>
                <a:off x="11485728" y="345744"/>
                <a:ext cx="447120" cy="946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542C4D4-86EB-0D1A-E8A7-5CCBB2428DB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476728" y="337104"/>
                  <a:ext cx="4647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974EFD37-E843-A21D-F8C0-DA7FF43E101A}"/>
                    </a:ext>
                  </a:extLst>
                </p14:cNvPr>
                <p14:cNvContentPartPr/>
                <p14:nvPr/>
              </p14:nvContentPartPr>
              <p14:xfrm>
                <a:off x="11962368" y="333864"/>
                <a:ext cx="23400" cy="234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974EFD37-E843-A21D-F8C0-DA7FF43E101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953368" y="324864"/>
                  <a:ext cx="410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059711F0-E98C-BF15-554D-4C2C567ACD74}"/>
                    </a:ext>
                  </a:extLst>
                </p14:cNvPr>
                <p14:cNvContentPartPr/>
                <p14:nvPr/>
              </p14:nvContentPartPr>
              <p14:xfrm>
                <a:off x="11986128" y="410184"/>
                <a:ext cx="77040" cy="24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059711F0-E98C-BF15-554D-4C2C567ACD7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977488" y="401544"/>
                  <a:ext cx="946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C55E9C3-B5C5-64BE-5E6D-E6CD49FEA213}"/>
                    </a:ext>
                  </a:extLst>
                </p14:cNvPr>
                <p14:cNvContentPartPr/>
                <p14:nvPr/>
              </p14:nvContentPartPr>
              <p14:xfrm>
                <a:off x="12140568" y="453744"/>
                <a:ext cx="19800" cy="61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C55E9C3-B5C5-64BE-5E6D-E6CD49FEA213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2131568" y="445104"/>
                  <a:ext cx="37440" cy="2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DAE713FE-864E-032B-D81A-06FE43F57E89}"/>
                  </a:ext>
                </a:extLst>
              </p14:cNvPr>
              <p14:cNvContentPartPr/>
              <p14:nvPr/>
            </p14:nvContentPartPr>
            <p14:xfrm>
              <a:off x="4395888" y="481104"/>
              <a:ext cx="871200" cy="3571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DAE713FE-864E-032B-D81A-06FE43F57E89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386888" y="472104"/>
                <a:ext cx="888840" cy="37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61" name="Group 60">
            <a:extLst>
              <a:ext uri="{FF2B5EF4-FFF2-40B4-BE49-F238E27FC236}">
                <a16:creationId xmlns:a16="http://schemas.microsoft.com/office/drawing/2014/main" id="{AF3C6175-0D0E-BB33-6E92-0CA8EE3FDAD3}"/>
              </a:ext>
            </a:extLst>
          </p:cNvPr>
          <p:cNvGrpSpPr/>
          <p:nvPr/>
        </p:nvGrpSpPr>
        <p:grpSpPr>
          <a:xfrm>
            <a:off x="5676768" y="558864"/>
            <a:ext cx="1529280" cy="429840"/>
            <a:chOff x="5676768" y="558864"/>
            <a:chExt cx="1529280" cy="42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5C7378B-D043-109A-2483-9DE9D50DFABE}"/>
                    </a:ext>
                  </a:extLst>
                </p14:cNvPr>
                <p14:cNvContentPartPr/>
                <p14:nvPr/>
              </p14:nvContentPartPr>
              <p14:xfrm>
                <a:off x="5676768" y="607464"/>
                <a:ext cx="173160" cy="1771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5C7378B-D043-109A-2483-9DE9D50DFAB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667768" y="598464"/>
                  <a:ext cx="1908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7DFB4D2A-19CD-C9DB-9893-D05E86873E05}"/>
                    </a:ext>
                  </a:extLst>
                </p14:cNvPr>
                <p14:cNvContentPartPr/>
                <p14:nvPr/>
              </p14:nvContentPartPr>
              <p14:xfrm>
                <a:off x="5857488" y="700704"/>
                <a:ext cx="128880" cy="972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7DFB4D2A-19CD-C9DB-9893-D05E86873E0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848488" y="692064"/>
                  <a:ext cx="14652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807403B7-555D-D2E6-AA07-80D6BB6A51F8}"/>
                    </a:ext>
                  </a:extLst>
                </p14:cNvPr>
                <p14:cNvContentPartPr/>
                <p14:nvPr/>
              </p14:nvContentPartPr>
              <p14:xfrm>
                <a:off x="6040728" y="719784"/>
                <a:ext cx="183600" cy="730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807403B7-555D-D2E6-AA07-80D6BB6A51F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031728" y="710784"/>
                  <a:ext cx="20124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15F52B90-99D3-7084-BE03-023E112C1D55}"/>
                    </a:ext>
                  </a:extLst>
                </p14:cNvPr>
                <p14:cNvContentPartPr/>
                <p14:nvPr/>
              </p14:nvContentPartPr>
              <p14:xfrm>
                <a:off x="6320448" y="558864"/>
                <a:ext cx="350280" cy="2426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15F52B90-99D3-7084-BE03-023E112C1D5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311448" y="549864"/>
                  <a:ext cx="36792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6F02F09A-6026-82AC-81B9-D73C583F9EC4}"/>
                    </a:ext>
                  </a:extLst>
                </p14:cNvPr>
                <p14:cNvContentPartPr/>
                <p14:nvPr/>
              </p14:nvContentPartPr>
              <p14:xfrm>
                <a:off x="6676128" y="715464"/>
                <a:ext cx="4680" cy="162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6F02F09A-6026-82AC-81B9-D73C583F9EC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667128" y="706824"/>
                  <a:ext cx="223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15B4C0EF-7C7A-CE22-C332-FDD4FF1B146A}"/>
                    </a:ext>
                  </a:extLst>
                </p14:cNvPr>
                <p14:cNvContentPartPr/>
                <p14:nvPr/>
              </p14:nvContentPartPr>
              <p14:xfrm>
                <a:off x="6747408" y="610704"/>
                <a:ext cx="458640" cy="3780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15B4C0EF-7C7A-CE22-C332-FDD4FF1B146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738408" y="602064"/>
                  <a:ext cx="476280" cy="39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8CFEAA23-A026-B63A-0EE6-21FDE8238C18}"/>
                    </a:ext>
                  </a:extLst>
                </p14:cNvPr>
                <p14:cNvContentPartPr/>
                <p14:nvPr/>
              </p14:nvContentPartPr>
              <p14:xfrm>
                <a:off x="6841008" y="576504"/>
                <a:ext cx="84240" cy="273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8CFEAA23-A026-B63A-0EE6-21FDE8238C18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832368" y="567864"/>
                  <a:ext cx="10188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6A9243F2-D68C-6DAC-80B4-944119C2638D}"/>
              </a:ext>
            </a:extLst>
          </p:cNvPr>
          <p:cNvGrpSpPr/>
          <p:nvPr/>
        </p:nvGrpSpPr>
        <p:grpSpPr>
          <a:xfrm>
            <a:off x="7581528" y="578304"/>
            <a:ext cx="1117080" cy="362520"/>
            <a:chOff x="7581528" y="578304"/>
            <a:chExt cx="1117080" cy="36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3F860BCF-B861-61B7-1AD2-09869B42B9D3}"/>
                    </a:ext>
                  </a:extLst>
                </p14:cNvPr>
                <p14:cNvContentPartPr/>
                <p14:nvPr/>
              </p14:nvContentPartPr>
              <p14:xfrm>
                <a:off x="7581528" y="578304"/>
                <a:ext cx="354240" cy="3625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3F860BCF-B861-61B7-1AD2-09869B42B9D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572888" y="569304"/>
                  <a:ext cx="37188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C052C134-4266-F83C-B8F1-A47475224B95}"/>
                    </a:ext>
                  </a:extLst>
                </p14:cNvPr>
                <p14:cNvContentPartPr/>
                <p14:nvPr/>
              </p14:nvContentPartPr>
              <p14:xfrm>
                <a:off x="8024688" y="760104"/>
                <a:ext cx="10440" cy="313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C052C134-4266-F83C-B8F1-A47475224B9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016048" y="751104"/>
                  <a:ext cx="280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9C67756C-2A63-8635-2641-4EB14558A671}"/>
                    </a:ext>
                  </a:extLst>
                </p14:cNvPr>
                <p14:cNvContentPartPr/>
                <p14:nvPr/>
              </p14:nvContentPartPr>
              <p14:xfrm>
                <a:off x="8035488" y="676944"/>
                <a:ext cx="2160" cy="90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9C67756C-2A63-8635-2641-4EB14558A67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026488" y="667944"/>
                  <a:ext cx="198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087C9E9-5F8A-F6C0-08C0-DE8C733B670C}"/>
                    </a:ext>
                  </a:extLst>
                </p14:cNvPr>
                <p14:cNvContentPartPr/>
                <p14:nvPr/>
              </p14:nvContentPartPr>
              <p14:xfrm>
                <a:off x="8093808" y="750024"/>
                <a:ext cx="212760" cy="507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087C9E9-5F8A-F6C0-08C0-DE8C733B670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085168" y="741384"/>
                  <a:ext cx="23040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92CDF7F2-97B3-E94A-FC4D-3DBB0636D08B}"/>
                    </a:ext>
                  </a:extLst>
                </p14:cNvPr>
                <p14:cNvContentPartPr/>
                <p14:nvPr/>
              </p14:nvContentPartPr>
              <p14:xfrm>
                <a:off x="8319168" y="701064"/>
                <a:ext cx="2160" cy="162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92CDF7F2-97B3-E94A-FC4D-3DBB0636D08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310528" y="692064"/>
                  <a:ext cx="198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BA740682-B3F7-76FD-0F44-EEEC47F0C65C}"/>
                    </a:ext>
                  </a:extLst>
                </p14:cNvPr>
                <p14:cNvContentPartPr/>
                <p14:nvPr/>
              </p14:nvContentPartPr>
              <p14:xfrm>
                <a:off x="8391528" y="579744"/>
                <a:ext cx="63720" cy="2401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BA740682-B3F7-76FD-0F44-EEEC47F0C65C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8382528" y="571104"/>
                  <a:ext cx="8136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CC721F4-41EB-CD32-F885-38EF1ABFBCFA}"/>
                    </a:ext>
                  </a:extLst>
                </p14:cNvPr>
                <p14:cNvContentPartPr/>
                <p14:nvPr/>
              </p14:nvContentPartPr>
              <p14:xfrm>
                <a:off x="8521488" y="768024"/>
                <a:ext cx="177120" cy="378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CC721F4-41EB-CD32-F885-38EF1ABFBCFA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8512488" y="759024"/>
                  <a:ext cx="19476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6587B687-BC66-88A6-C61A-48CD20087096}"/>
              </a:ext>
            </a:extLst>
          </p:cNvPr>
          <p:cNvGrpSpPr/>
          <p:nvPr/>
        </p:nvGrpSpPr>
        <p:grpSpPr>
          <a:xfrm>
            <a:off x="9105408" y="594144"/>
            <a:ext cx="612720" cy="215280"/>
            <a:chOff x="9105408" y="594144"/>
            <a:chExt cx="612720" cy="21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3147BB83-9765-5752-2CB2-2062D5AAE6FB}"/>
                    </a:ext>
                  </a:extLst>
                </p14:cNvPr>
                <p14:cNvContentPartPr/>
                <p14:nvPr/>
              </p14:nvContentPartPr>
              <p14:xfrm>
                <a:off x="9105408" y="714744"/>
                <a:ext cx="275040" cy="946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3147BB83-9765-5752-2CB2-2062D5AAE6FB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096408" y="706104"/>
                  <a:ext cx="29268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638A1109-210F-6D00-87AF-C5DB4CE72F83}"/>
                    </a:ext>
                  </a:extLst>
                </p14:cNvPr>
                <p14:cNvContentPartPr/>
                <p14:nvPr/>
              </p14:nvContentPartPr>
              <p14:xfrm>
                <a:off x="9445608" y="745344"/>
                <a:ext cx="55800" cy="324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638A1109-210F-6D00-87AF-C5DB4CE72F83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9436608" y="736344"/>
                  <a:ext cx="734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665F18D5-A2C2-288A-EB7A-F86C77DBF434}"/>
                    </a:ext>
                  </a:extLst>
                </p14:cNvPr>
                <p14:cNvContentPartPr/>
                <p14:nvPr/>
              </p14:nvContentPartPr>
              <p14:xfrm>
                <a:off x="9592848" y="733824"/>
                <a:ext cx="360" cy="39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665F18D5-A2C2-288A-EB7A-F86C77DBF43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9584208" y="724824"/>
                  <a:ext cx="1800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E6FE38D3-648F-B600-3558-99A2D7F16038}"/>
                    </a:ext>
                  </a:extLst>
                </p14:cNvPr>
                <p14:cNvContentPartPr/>
                <p14:nvPr/>
              </p14:nvContentPartPr>
              <p14:xfrm>
                <a:off x="9559008" y="594144"/>
                <a:ext cx="159120" cy="21204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E6FE38D3-648F-B600-3558-99A2D7F1603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550368" y="585504"/>
                  <a:ext cx="176760" cy="229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6D8B7A46-E7E6-D3B0-EC18-1039C00E6954}"/>
                  </a:ext>
                </a:extLst>
              </p14:cNvPr>
              <p14:cNvContentPartPr/>
              <p14:nvPr/>
            </p14:nvContentPartPr>
            <p14:xfrm>
              <a:off x="10295928" y="677664"/>
              <a:ext cx="293400" cy="997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6D8B7A46-E7E6-D3B0-EC18-1039C00E695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0286928" y="668664"/>
                <a:ext cx="311040" cy="11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oup 77">
            <a:extLst>
              <a:ext uri="{FF2B5EF4-FFF2-40B4-BE49-F238E27FC236}">
                <a16:creationId xmlns:a16="http://schemas.microsoft.com/office/drawing/2014/main" id="{61A3ED36-0BB1-F1AE-B938-287D7CBFA3CD}"/>
              </a:ext>
            </a:extLst>
          </p:cNvPr>
          <p:cNvGrpSpPr/>
          <p:nvPr/>
        </p:nvGrpSpPr>
        <p:grpSpPr>
          <a:xfrm>
            <a:off x="10874448" y="570024"/>
            <a:ext cx="642960" cy="241560"/>
            <a:chOff x="10874448" y="570024"/>
            <a:chExt cx="642960" cy="24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495A077E-B571-A02D-387C-F583FF3F1C28}"/>
                    </a:ext>
                  </a:extLst>
                </p14:cNvPr>
                <p14:cNvContentPartPr/>
                <p14:nvPr/>
              </p14:nvContentPartPr>
              <p14:xfrm>
                <a:off x="10874448" y="570024"/>
                <a:ext cx="332280" cy="2415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495A077E-B571-A02D-387C-F583FF3F1C2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865808" y="561024"/>
                  <a:ext cx="3499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D4A4089C-C947-93EE-96D9-A2D7BDC7354E}"/>
                    </a:ext>
                  </a:extLst>
                </p14:cNvPr>
                <p14:cNvContentPartPr/>
                <p14:nvPr/>
              </p14:nvContentPartPr>
              <p14:xfrm>
                <a:off x="11320848" y="751824"/>
                <a:ext cx="196560" cy="576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D4A4089C-C947-93EE-96D9-A2D7BDC7354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311848" y="743184"/>
                  <a:ext cx="214200" cy="7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B563609B-229E-9612-EC46-B64CA358C91D}"/>
              </a:ext>
            </a:extLst>
          </p:cNvPr>
          <p:cNvGrpSpPr/>
          <p:nvPr/>
        </p:nvGrpSpPr>
        <p:grpSpPr>
          <a:xfrm>
            <a:off x="2926008" y="550584"/>
            <a:ext cx="1437120" cy="801720"/>
            <a:chOff x="2926008" y="550584"/>
            <a:chExt cx="1437120" cy="80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2D3A9817-546C-BE73-4789-0FF2344F0560}"/>
                    </a:ext>
                  </a:extLst>
                </p14:cNvPr>
                <p14:cNvContentPartPr/>
                <p14:nvPr/>
              </p14:nvContentPartPr>
              <p14:xfrm>
                <a:off x="2926008" y="550584"/>
                <a:ext cx="428040" cy="3960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2D3A9817-546C-BE73-4789-0FF2344F056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917368" y="541584"/>
                  <a:ext cx="44568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5F35416-B53D-4498-C594-66C5BCB73979}"/>
                    </a:ext>
                  </a:extLst>
                </p14:cNvPr>
                <p14:cNvContentPartPr/>
                <p14:nvPr/>
              </p14:nvContentPartPr>
              <p14:xfrm>
                <a:off x="3389688" y="723024"/>
                <a:ext cx="69480" cy="2894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5F35416-B53D-4498-C594-66C5BCB7397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380688" y="714024"/>
                  <a:ext cx="8712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327D9E8-51A8-8F1D-9DE5-758CC1171EE0}"/>
                    </a:ext>
                  </a:extLst>
                </p14:cNvPr>
                <p14:cNvContentPartPr/>
                <p14:nvPr/>
              </p14:nvContentPartPr>
              <p14:xfrm>
                <a:off x="3413808" y="729144"/>
                <a:ext cx="124200" cy="954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327D9E8-51A8-8F1D-9DE5-758CC1171EE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404808" y="720144"/>
                  <a:ext cx="1418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4EAFAEA3-1148-65C4-5A79-C1705E0EFCC6}"/>
                    </a:ext>
                  </a:extLst>
                </p14:cNvPr>
                <p14:cNvContentPartPr/>
                <p14:nvPr/>
              </p14:nvContentPartPr>
              <p14:xfrm>
                <a:off x="3602808" y="738144"/>
                <a:ext cx="93240" cy="727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4EAFAEA3-1148-65C4-5A79-C1705E0EFCC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593808" y="729144"/>
                  <a:ext cx="11088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E14D914B-74A3-536F-87D4-2E6853EAC6BE}"/>
                    </a:ext>
                  </a:extLst>
                </p14:cNvPr>
                <p14:cNvContentPartPr/>
                <p14:nvPr/>
              </p14:nvContentPartPr>
              <p14:xfrm>
                <a:off x="3755448" y="739584"/>
                <a:ext cx="200520" cy="878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E14D914B-74A3-536F-87D4-2E6853EAC6B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746808" y="730584"/>
                  <a:ext cx="21816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1A638157-B150-47D2-AC96-EAE16F9B66CB}"/>
                    </a:ext>
                  </a:extLst>
                </p14:cNvPr>
                <p14:cNvContentPartPr/>
                <p14:nvPr/>
              </p14:nvContentPartPr>
              <p14:xfrm>
                <a:off x="3113208" y="1025424"/>
                <a:ext cx="274680" cy="3268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1A638157-B150-47D2-AC96-EAE16F9B66C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104208" y="1016424"/>
                  <a:ext cx="29232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5F1CCCFA-3ADA-07F2-AB6B-063E6E6B56D2}"/>
                    </a:ext>
                  </a:extLst>
                </p14:cNvPr>
                <p14:cNvContentPartPr/>
                <p14:nvPr/>
              </p14:nvContentPartPr>
              <p14:xfrm>
                <a:off x="3306168" y="1180944"/>
                <a:ext cx="136440" cy="450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5F1CCCFA-3ADA-07F2-AB6B-063E6E6B56D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297168" y="1171944"/>
                  <a:ext cx="15408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47D7B97D-E1B1-F6D5-B3BD-0597C12AB888}"/>
                    </a:ext>
                  </a:extLst>
                </p14:cNvPr>
                <p14:cNvContentPartPr/>
                <p14:nvPr/>
              </p14:nvContentPartPr>
              <p14:xfrm>
                <a:off x="3743568" y="1230624"/>
                <a:ext cx="360000" cy="745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47D7B97D-E1B1-F6D5-B3BD-0597C12AB88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734928" y="1221624"/>
                  <a:ext cx="3776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B31D8F24-63E7-4764-B3C3-8A396520B4C6}"/>
                    </a:ext>
                  </a:extLst>
                </p14:cNvPr>
                <p14:cNvContentPartPr/>
                <p14:nvPr/>
              </p14:nvContentPartPr>
              <p14:xfrm>
                <a:off x="4117608" y="1113624"/>
                <a:ext cx="245520" cy="1720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B31D8F24-63E7-4764-B3C3-8A396520B4C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108968" y="1104984"/>
                  <a:ext cx="263160" cy="18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556374EC-F673-3D66-6AF9-3E1EDADFA5AE}"/>
              </a:ext>
            </a:extLst>
          </p:cNvPr>
          <p:cNvGrpSpPr/>
          <p:nvPr/>
        </p:nvGrpSpPr>
        <p:grpSpPr>
          <a:xfrm>
            <a:off x="4741848" y="987984"/>
            <a:ext cx="699120" cy="290880"/>
            <a:chOff x="4741848" y="987984"/>
            <a:chExt cx="699120" cy="29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7A59E028-69A8-EB51-35D6-B96389512A96}"/>
                    </a:ext>
                  </a:extLst>
                </p14:cNvPr>
                <p14:cNvContentPartPr/>
                <p14:nvPr/>
              </p14:nvContentPartPr>
              <p14:xfrm>
                <a:off x="4741848" y="1013904"/>
                <a:ext cx="203760" cy="2649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7A59E028-69A8-EB51-35D6-B96389512A9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732848" y="1004904"/>
                  <a:ext cx="22140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8943F0D0-4C44-E24A-442F-4DC0C23D843D}"/>
                    </a:ext>
                  </a:extLst>
                </p14:cNvPr>
                <p14:cNvContentPartPr/>
                <p14:nvPr/>
              </p14:nvContentPartPr>
              <p14:xfrm>
                <a:off x="4926528" y="987984"/>
                <a:ext cx="365040" cy="2329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8943F0D0-4C44-E24A-442F-4DC0C23D843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917888" y="978984"/>
                  <a:ext cx="3826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A82265DB-F492-E119-2F0D-AEA65C80CA98}"/>
                    </a:ext>
                  </a:extLst>
                </p14:cNvPr>
                <p14:cNvContentPartPr/>
                <p14:nvPr/>
              </p14:nvContentPartPr>
              <p14:xfrm>
                <a:off x="5424408" y="1206864"/>
                <a:ext cx="16560" cy="154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A82265DB-F492-E119-2F0D-AEA65C80CA9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415768" y="1197864"/>
                  <a:ext cx="34200" cy="3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BDD2DCE4-5FC9-A695-E6B9-DD3A1C8D0F37}"/>
              </a:ext>
            </a:extLst>
          </p:cNvPr>
          <p:cNvGrpSpPr/>
          <p:nvPr/>
        </p:nvGrpSpPr>
        <p:grpSpPr>
          <a:xfrm>
            <a:off x="3088008" y="1516464"/>
            <a:ext cx="758160" cy="301680"/>
            <a:chOff x="3088008" y="1516464"/>
            <a:chExt cx="758160" cy="30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D2D5F71-7048-81F1-2342-72941DE23F98}"/>
                    </a:ext>
                  </a:extLst>
                </p14:cNvPr>
                <p14:cNvContentPartPr/>
                <p14:nvPr/>
              </p14:nvContentPartPr>
              <p14:xfrm>
                <a:off x="3088008" y="1516464"/>
                <a:ext cx="318240" cy="3016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D2D5F71-7048-81F1-2342-72941DE23F9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079368" y="1507464"/>
                  <a:ext cx="33588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494A866C-2536-D384-95E9-258DADCC66CA}"/>
                    </a:ext>
                  </a:extLst>
                </p14:cNvPr>
                <p14:cNvContentPartPr/>
                <p14:nvPr/>
              </p14:nvContentPartPr>
              <p14:xfrm>
                <a:off x="3383928" y="1694304"/>
                <a:ext cx="83520" cy="4824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494A866C-2536-D384-95E9-258DADCC66C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375288" y="1685664"/>
                  <a:ext cx="10116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58CACFC-1B43-7007-0AE5-B1E57186A957}"/>
                    </a:ext>
                  </a:extLst>
                </p14:cNvPr>
                <p14:cNvContentPartPr/>
                <p14:nvPr/>
              </p14:nvContentPartPr>
              <p14:xfrm>
                <a:off x="3541248" y="1670904"/>
                <a:ext cx="304920" cy="691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58CACFC-1B43-7007-0AE5-B1E57186A957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532608" y="1662264"/>
                  <a:ext cx="322560" cy="8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50B36B-8178-51DB-1B69-16577017B3CB}"/>
              </a:ext>
            </a:extLst>
          </p:cNvPr>
          <p:cNvGrpSpPr/>
          <p:nvPr/>
        </p:nvGrpSpPr>
        <p:grpSpPr>
          <a:xfrm>
            <a:off x="4224888" y="1608984"/>
            <a:ext cx="1153080" cy="145080"/>
            <a:chOff x="4224888" y="1608984"/>
            <a:chExt cx="1153080" cy="14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82D93EF7-54B4-0F6F-A7C3-D8B81BEE1542}"/>
                    </a:ext>
                  </a:extLst>
                </p14:cNvPr>
                <p14:cNvContentPartPr/>
                <p14:nvPr/>
              </p14:nvContentPartPr>
              <p14:xfrm>
                <a:off x="4224888" y="1608984"/>
                <a:ext cx="268920" cy="1422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82D93EF7-54B4-0F6F-A7C3-D8B81BEE154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215888" y="1600344"/>
                  <a:ext cx="2865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B2421DC5-F030-368C-EC91-B2D5209CBA3D}"/>
                    </a:ext>
                  </a:extLst>
                </p14:cNvPr>
                <p14:cNvContentPartPr/>
                <p14:nvPr/>
              </p14:nvContentPartPr>
              <p14:xfrm>
                <a:off x="4601448" y="1673424"/>
                <a:ext cx="209880" cy="558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B2421DC5-F030-368C-EC91-B2D5209CBA3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592808" y="1664784"/>
                  <a:ext cx="22752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42EE234A-5F62-6093-B8B8-604FCB1C1202}"/>
                    </a:ext>
                  </a:extLst>
                </p14:cNvPr>
                <p14:cNvContentPartPr/>
                <p14:nvPr/>
              </p14:nvContentPartPr>
              <p14:xfrm>
                <a:off x="4903488" y="1689264"/>
                <a:ext cx="159120" cy="378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42EE234A-5F62-6093-B8B8-604FCB1C120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894848" y="1680624"/>
                  <a:ext cx="1767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B07F90CB-34BE-4426-A49B-0E55421B46C1}"/>
                    </a:ext>
                  </a:extLst>
                </p14:cNvPr>
                <p14:cNvContentPartPr/>
                <p14:nvPr/>
              </p14:nvContentPartPr>
              <p14:xfrm>
                <a:off x="5151168" y="1695024"/>
                <a:ext cx="226800" cy="590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B07F90CB-34BE-4426-A49B-0E55421B46C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142528" y="1686024"/>
                  <a:ext cx="244440" cy="7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F5EC21D7-59E7-DB54-6C80-ACC4E090D047}"/>
              </a:ext>
            </a:extLst>
          </p:cNvPr>
          <p:cNvGrpSpPr/>
          <p:nvPr/>
        </p:nvGrpSpPr>
        <p:grpSpPr>
          <a:xfrm>
            <a:off x="5954688" y="1454544"/>
            <a:ext cx="1583280" cy="358200"/>
            <a:chOff x="5954688" y="1454544"/>
            <a:chExt cx="1583280" cy="35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2571F9A0-3782-D0D4-53F5-4619B06BE010}"/>
                    </a:ext>
                  </a:extLst>
                </p14:cNvPr>
                <p14:cNvContentPartPr/>
                <p14:nvPr/>
              </p14:nvContentPartPr>
              <p14:xfrm>
                <a:off x="5954688" y="1589544"/>
                <a:ext cx="247320" cy="2232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2571F9A0-3782-D0D4-53F5-4619B06BE01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945688" y="1580904"/>
                  <a:ext cx="2649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4E746444-C4BF-0979-7053-B1DE7B21CAAE}"/>
                    </a:ext>
                  </a:extLst>
                </p14:cNvPr>
                <p14:cNvContentPartPr/>
                <p14:nvPr/>
              </p14:nvContentPartPr>
              <p14:xfrm>
                <a:off x="6172848" y="1678824"/>
                <a:ext cx="213120" cy="864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4E746444-C4BF-0979-7053-B1DE7B21CAA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164208" y="1669824"/>
                  <a:ext cx="2307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53360C3-6700-079F-9B99-8D61AC8117ED}"/>
                    </a:ext>
                  </a:extLst>
                </p14:cNvPr>
                <p14:cNvContentPartPr/>
                <p14:nvPr/>
              </p14:nvContentPartPr>
              <p14:xfrm>
                <a:off x="6411888" y="1665864"/>
                <a:ext cx="295560" cy="536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53360C3-6700-079F-9B99-8D61AC8117E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403248" y="1657224"/>
                  <a:ext cx="3132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DB1D2706-9229-CC53-27F6-0F1E8296B36D}"/>
                    </a:ext>
                  </a:extLst>
                </p14:cNvPr>
                <p14:cNvContentPartPr/>
                <p14:nvPr/>
              </p14:nvContentPartPr>
              <p14:xfrm>
                <a:off x="6838488" y="1454544"/>
                <a:ext cx="444600" cy="2790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DB1D2706-9229-CC53-27F6-0F1E8296B36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829488" y="1445904"/>
                  <a:ext cx="46224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4DAA955-A196-A51F-3E2A-E7A27677351F}"/>
                    </a:ext>
                  </a:extLst>
                </p14:cNvPr>
                <p14:cNvContentPartPr/>
                <p14:nvPr/>
              </p14:nvContentPartPr>
              <p14:xfrm>
                <a:off x="7400448" y="1658304"/>
                <a:ext cx="137520" cy="475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4DAA955-A196-A51F-3E2A-E7A27677351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391448" y="1649664"/>
                  <a:ext cx="15516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E92FCA99-4A2B-7D4F-D545-994AD8ACA9EF}"/>
                    </a:ext>
                  </a:extLst>
                </p14:cNvPr>
                <p14:cNvContentPartPr/>
                <p14:nvPr/>
              </p14:nvContentPartPr>
              <p14:xfrm>
                <a:off x="7423848" y="1488384"/>
                <a:ext cx="94320" cy="360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E92FCA99-4A2B-7D4F-D545-994AD8ACA9E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415208" y="1479744"/>
                  <a:ext cx="111960" cy="5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D1EE8EA7-6D13-314F-716F-A17661B36004}"/>
              </a:ext>
            </a:extLst>
          </p:cNvPr>
          <p:cNvGrpSpPr/>
          <p:nvPr/>
        </p:nvGrpSpPr>
        <p:grpSpPr>
          <a:xfrm>
            <a:off x="7991208" y="1405224"/>
            <a:ext cx="1675440" cy="441000"/>
            <a:chOff x="7991208" y="1405224"/>
            <a:chExt cx="1675440" cy="44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27D20D0A-3C44-EB72-D72E-9A71C000444A}"/>
                    </a:ext>
                  </a:extLst>
                </p14:cNvPr>
                <p14:cNvContentPartPr/>
                <p14:nvPr/>
              </p14:nvContentPartPr>
              <p14:xfrm>
                <a:off x="7991208" y="1556784"/>
                <a:ext cx="173160" cy="2894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27D20D0A-3C44-EB72-D72E-9A71C000444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982568" y="1547784"/>
                  <a:ext cx="19080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FAD04BE-FA16-913A-7E27-582BFF526FDC}"/>
                    </a:ext>
                  </a:extLst>
                </p14:cNvPr>
                <p14:cNvContentPartPr/>
                <p14:nvPr/>
              </p14:nvContentPartPr>
              <p14:xfrm>
                <a:off x="8208648" y="1477584"/>
                <a:ext cx="451440" cy="3344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FAD04BE-FA16-913A-7E27-582BFF526FD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199648" y="1468584"/>
                  <a:ext cx="46908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47DEC7B-5BD3-57A4-66BC-3430493B2C96}"/>
                    </a:ext>
                  </a:extLst>
                </p14:cNvPr>
                <p14:cNvContentPartPr/>
                <p14:nvPr/>
              </p14:nvContentPartPr>
              <p14:xfrm>
                <a:off x="8668008" y="1405224"/>
                <a:ext cx="365400" cy="2419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47DEC7B-5BD3-57A4-66BC-3430493B2C9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659368" y="1396584"/>
                  <a:ext cx="38304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8CD224DB-9FDE-0E14-DCB9-45B1087A3619}"/>
                    </a:ext>
                  </a:extLst>
                </p14:cNvPr>
                <p14:cNvContentPartPr/>
                <p14:nvPr/>
              </p14:nvContentPartPr>
              <p14:xfrm>
                <a:off x="9047088" y="1547784"/>
                <a:ext cx="14400" cy="543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8CD224DB-9FDE-0E14-DCB9-45B1087A361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038088" y="1539144"/>
                  <a:ext cx="3204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B65640BF-305A-2921-4060-8448E75D85D3}"/>
                    </a:ext>
                  </a:extLst>
                </p14:cNvPr>
                <p14:cNvContentPartPr/>
                <p14:nvPr/>
              </p14:nvContentPartPr>
              <p14:xfrm>
                <a:off x="9109008" y="1593864"/>
                <a:ext cx="125640" cy="385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B65640BF-305A-2921-4060-8448E75D85D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100008" y="1584864"/>
                  <a:ext cx="1432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47244E2-156B-A392-3D1B-2C449F727859}"/>
                    </a:ext>
                  </a:extLst>
                </p14:cNvPr>
                <p14:cNvContentPartPr/>
                <p14:nvPr/>
              </p14:nvContentPartPr>
              <p14:xfrm>
                <a:off x="9133848" y="1475064"/>
                <a:ext cx="155160" cy="190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47244E2-156B-A392-3D1B-2C449F72785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124848" y="1466064"/>
                  <a:ext cx="1728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F8493D1B-9E1F-036F-F085-3E61186BF32D}"/>
                    </a:ext>
                  </a:extLst>
                </p14:cNvPr>
                <p14:cNvContentPartPr/>
                <p14:nvPr/>
              </p14:nvContentPartPr>
              <p14:xfrm>
                <a:off x="9479088" y="1499544"/>
                <a:ext cx="187560" cy="3222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F8493D1B-9E1F-036F-F085-3E61186BF32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470088" y="1490544"/>
                  <a:ext cx="205200" cy="33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7E55646B-D23F-4D30-1906-E2D58D409689}"/>
              </a:ext>
            </a:extLst>
          </p:cNvPr>
          <p:cNvGrpSpPr/>
          <p:nvPr/>
        </p:nvGrpSpPr>
        <p:grpSpPr>
          <a:xfrm>
            <a:off x="10011528" y="1445544"/>
            <a:ext cx="645840" cy="141480"/>
            <a:chOff x="10011528" y="1445544"/>
            <a:chExt cx="645840" cy="14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D11D6575-D1F0-B6F8-607A-DC64DA0B8405}"/>
                    </a:ext>
                  </a:extLst>
                </p14:cNvPr>
                <p14:cNvContentPartPr/>
                <p14:nvPr/>
              </p14:nvContentPartPr>
              <p14:xfrm>
                <a:off x="10011528" y="1490904"/>
                <a:ext cx="329760" cy="936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D11D6575-D1F0-B6F8-607A-DC64DA0B840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002528" y="1482264"/>
                  <a:ext cx="34740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6397E14C-EE96-EC38-FB43-BF972315DF60}"/>
                    </a:ext>
                  </a:extLst>
                </p14:cNvPr>
                <p14:cNvContentPartPr/>
                <p14:nvPr/>
              </p14:nvContentPartPr>
              <p14:xfrm>
                <a:off x="10410768" y="1540584"/>
                <a:ext cx="100080" cy="334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6397E14C-EE96-EC38-FB43-BF972315DF6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402128" y="1531944"/>
                  <a:ext cx="1177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09CBA14E-BCB7-698C-293E-CC4E11063CFA}"/>
                    </a:ext>
                  </a:extLst>
                </p14:cNvPr>
                <p14:cNvContentPartPr/>
                <p14:nvPr/>
              </p14:nvContentPartPr>
              <p14:xfrm>
                <a:off x="10563768" y="1445544"/>
                <a:ext cx="93600" cy="1414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09CBA14E-BCB7-698C-293E-CC4E11063CF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554768" y="1436904"/>
                  <a:ext cx="111240" cy="15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5126F56-5D42-4810-DB35-8DD5A0A45651}"/>
              </a:ext>
            </a:extLst>
          </p:cNvPr>
          <p:cNvGrpSpPr/>
          <p:nvPr/>
        </p:nvGrpSpPr>
        <p:grpSpPr>
          <a:xfrm>
            <a:off x="3843288" y="1954584"/>
            <a:ext cx="1720800" cy="364320"/>
            <a:chOff x="3843288" y="1954584"/>
            <a:chExt cx="1720800" cy="36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A0FFD18-1006-7F68-C5F0-CE955C3F7144}"/>
                    </a:ext>
                  </a:extLst>
                </p14:cNvPr>
                <p14:cNvContentPartPr/>
                <p14:nvPr/>
              </p14:nvContentPartPr>
              <p14:xfrm>
                <a:off x="3843288" y="2029104"/>
                <a:ext cx="212760" cy="1508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A0FFD18-1006-7F68-C5F0-CE955C3F714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834648" y="2020104"/>
                  <a:ext cx="2304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FA13DD1F-5C24-C930-40AD-0BB633B85D85}"/>
                    </a:ext>
                  </a:extLst>
                </p14:cNvPr>
                <p14:cNvContentPartPr/>
                <p14:nvPr/>
              </p14:nvContentPartPr>
              <p14:xfrm>
                <a:off x="4159368" y="2005344"/>
                <a:ext cx="365040" cy="1584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FA13DD1F-5C24-C930-40AD-0BB633B85D8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150728" y="1996344"/>
                  <a:ext cx="3826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64E18C34-7210-8FCC-1781-0C0C9E2EE23A}"/>
                    </a:ext>
                  </a:extLst>
                </p14:cNvPr>
                <p14:cNvContentPartPr/>
                <p14:nvPr/>
              </p14:nvContentPartPr>
              <p14:xfrm>
                <a:off x="4573008" y="2098944"/>
                <a:ext cx="92520" cy="471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64E18C34-7210-8FCC-1781-0C0C9E2EE23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564368" y="2089944"/>
                  <a:ext cx="11016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6A023F16-63C2-DB00-1004-EA47519BBE0D}"/>
                    </a:ext>
                  </a:extLst>
                </p14:cNvPr>
                <p14:cNvContentPartPr/>
                <p14:nvPr/>
              </p14:nvContentPartPr>
              <p14:xfrm>
                <a:off x="4729968" y="2002104"/>
                <a:ext cx="109440" cy="1468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6A023F16-63C2-DB00-1004-EA47519BBE0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720968" y="1993464"/>
                  <a:ext cx="1270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6579B9A7-0D4B-8323-7F1E-DB338571D949}"/>
                    </a:ext>
                  </a:extLst>
                </p14:cNvPr>
                <p14:cNvContentPartPr/>
                <p14:nvPr/>
              </p14:nvContentPartPr>
              <p14:xfrm>
                <a:off x="4925448" y="1954584"/>
                <a:ext cx="154440" cy="1958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6579B9A7-0D4B-8323-7F1E-DB338571D94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916448" y="1945584"/>
                  <a:ext cx="1720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E76F2BDD-1074-C8D7-7479-2C98C4DD227F}"/>
                    </a:ext>
                  </a:extLst>
                </p14:cNvPr>
                <p14:cNvContentPartPr/>
                <p14:nvPr/>
              </p14:nvContentPartPr>
              <p14:xfrm>
                <a:off x="5114448" y="2029104"/>
                <a:ext cx="5040" cy="280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E76F2BDD-1074-C8D7-7479-2C98C4DD227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105808" y="2020104"/>
                  <a:ext cx="226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2EDF97DC-9673-44AA-7B92-54FD0C110963}"/>
                    </a:ext>
                  </a:extLst>
                </p14:cNvPr>
                <p14:cNvContentPartPr/>
                <p14:nvPr/>
              </p14:nvContentPartPr>
              <p14:xfrm>
                <a:off x="5179248" y="1991664"/>
                <a:ext cx="384840" cy="3272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2EDF97DC-9673-44AA-7B92-54FD0C11096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170248" y="1983024"/>
                  <a:ext cx="402480" cy="344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291B5882-C80C-CA0D-B409-379CC95D8CF7}"/>
              </a:ext>
            </a:extLst>
          </p:cNvPr>
          <p:cNvGrpSpPr/>
          <p:nvPr/>
        </p:nvGrpSpPr>
        <p:grpSpPr>
          <a:xfrm>
            <a:off x="5856408" y="1977624"/>
            <a:ext cx="358200" cy="136800"/>
            <a:chOff x="5856408" y="1977624"/>
            <a:chExt cx="358200" cy="13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237496F-62C7-11E7-70C1-666C2A45237B}"/>
                    </a:ext>
                  </a:extLst>
                </p14:cNvPr>
                <p14:cNvContentPartPr/>
                <p14:nvPr/>
              </p14:nvContentPartPr>
              <p14:xfrm>
                <a:off x="5856408" y="2055744"/>
                <a:ext cx="177840" cy="586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237496F-62C7-11E7-70C1-666C2A45237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847408" y="2046744"/>
                  <a:ext cx="19548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77728CE-8708-FE3C-C228-1BE4492751D5}"/>
                    </a:ext>
                  </a:extLst>
                </p14:cNvPr>
                <p14:cNvContentPartPr/>
                <p14:nvPr/>
              </p14:nvContentPartPr>
              <p14:xfrm>
                <a:off x="6205248" y="2085984"/>
                <a:ext cx="9360" cy="10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77728CE-8708-FE3C-C228-1BE4492751D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196248" y="2076984"/>
                  <a:ext cx="27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31DDB78-469C-9016-A2E8-5AC6EC899720}"/>
                    </a:ext>
                  </a:extLst>
                </p14:cNvPr>
                <p14:cNvContentPartPr/>
                <p14:nvPr/>
              </p14:nvContentPartPr>
              <p14:xfrm>
                <a:off x="6186528" y="1977624"/>
                <a:ext cx="13680" cy="313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31DDB78-469C-9016-A2E8-5AC6EC89972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177528" y="1968624"/>
                  <a:ext cx="31320" cy="4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9EEC084A-BB6A-7ED9-146D-8403C4B1424E}"/>
              </a:ext>
            </a:extLst>
          </p:cNvPr>
          <p:cNvGrpSpPr/>
          <p:nvPr/>
        </p:nvGrpSpPr>
        <p:grpSpPr>
          <a:xfrm>
            <a:off x="1374408" y="2440224"/>
            <a:ext cx="1318320" cy="466920"/>
            <a:chOff x="1374408" y="2440224"/>
            <a:chExt cx="1318320" cy="46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64302A6F-DBFC-4123-6C9E-C1707DB8FAF6}"/>
                    </a:ext>
                  </a:extLst>
                </p14:cNvPr>
                <p14:cNvContentPartPr/>
                <p14:nvPr/>
              </p14:nvContentPartPr>
              <p14:xfrm>
                <a:off x="1571328" y="2539584"/>
                <a:ext cx="41400" cy="1882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64302A6F-DBFC-4123-6C9E-C1707DB8FAF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562328" y="2530944"/>
                  <a:ext cx="5904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6455D3F0-B222-4F8C-69BE-7FAAF66F206A}"/>
                    </a:ext>
                  </a:extLst>
                </p14:cNvPr>
                <p14:cNvContentPartPr/>
                <p14:nvPr/>
              </p14:nvContentPartPr>
              <p14:xfrm>
                <a:off x="1374408" y="2440224"/>
                <a:ext cx="488160" cy="4669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6455D3F0-B222-4F8C-69BE-7FAAF66F206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365408" y="2431224"/>
                  <a:ext cx="50580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1391DEF-9B31-881B-2D52-3636AC451D25}"/>
                    </a:ext>
                  </a:extLst>
                </p14:cNvPr>
                <p14:cNvContentPartPr/>
                <p14:nvPr/>
              </p14:nvContentPartPr>
              <p14:xfrm>
                <a:off x="2038968" y="2571264"/>
                <a:ext cx="194760" cy="1533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1391DEF-9B31-881B-2D52-3636AC451D2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030328" y="2562264"/>
                  <a:ext cx="2124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A0928676-CCE8-E4F5-E9F3-4197E06B873F}"/>
                    </a:ext>
                  </a:extLst>
                </p14:cNvPr>
                <p14:cNvContentPartPr/>
                <p14:nvPr/>
              </p14:nvContentPartPr>
              <p14:xfrm>
                <a:off x="2335968" y="2595024"/>
                <a:ext cx="57960" cy="576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A0928676-CCE8-E4F5-E9F3-4197E06B873F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327328" y="2586384"/>
                  <a:ext cx="7560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C3599AB8-BBCB-E39E-4A86-312693D06525}"/>
                    </a:ext>
                  </a:extLst>
                </p14:cNvPr>
                <p14:cNvContentPartPr/>
                <p14:nvPr/>
              </p14:nvContentPartPr>
              <p14:xfrm>
                <a:off x="2462688" y="2592864"/>
                <a:ext cx="102600" cy="594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C3599AB8-BBCB-E39E-4A86-312693D0652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453688" y="2583864"/>
                  <a:ext cx="12024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9E96C8DB-2555-5A3D-8C46-40B263AB1437}"/>
                    </a:ext>
                  </a:extLst>
                </p14:cNvPr>
                <p14:cNvContentPartPr/>
                <p14:nvPr/>
              </p14:nvContentPartPr>
              <p14:xfrm>
                <a:off x="2634048" y="2505024"/>
                <a:ext cx="58680" cy="1821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9E96C8DB-2555-5A3D-8C46-40B263AB1437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625408" y="2496024"/>
                  <a:ext cx="76320" cy="19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D1C4B030-D9EA-D546-0EE9-6509E6CC4BF9}"/>
              </a:ext>
            </a:extLst>
          </p:cNvPr>
          <p:cNvGrpSpPr/>
          <p:nvPr/>
        </p:nvGrpSpPr>
        <p:grpSpPr>
          <a:xfrm>
            <a:off x="3189168" y="2453904"/>
            <a:ext cx="971640" cy="388080"/>
            <a:chOff x="3189168" y="2453904"/>
            <a:chExt cx="971640" cy="38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E38FB951-C4DD-3125-0D7B-5B7927CB33CE}"/>
                    </a:ext>
                  </a:extLst>
                </p14:cNvPr>
                <p14:cNvContentPartPr/>
                <p14:nvPr/>
              </p14:nvContentPartPr>
              <p14:xfrm>
                <a:off x="3189168" y="2453904"/>
                <a:ext cx="204480" cy="266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E38FB951-C4DD-3125-0D7B-5B7927CB33CE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180168" y="2444904"/>
                  <a:ext cx="22212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F51DAE1A-49A3-8ACA-0909-E169A1F6CC7C}"/>
                    </a:ext>
                  </a:extLst>
                </p14:cNvPr>
                <p14:cNvContentPartPr/>
                <p14:nvPr/>
              </p14:nvContentPartPr>
              <p14:xfrm>
                <a:off x="3457368" y="2648304"/>
                <a:ext cx="22680" cy="9900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F51DAE1A-49A3-8ACA-0909-E169A1F6CC7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448728" y="2639304"/>
                  <a:ext cx="4032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762B5C25-C900-8D71-FEFC-6C9C46F5F7ED}"/>
                    </a:ext>
                  </a:extLst>
                </p14:cNvPr>
                <p14:cNvContentPartPr/>
                <p14:nvPr/>
              </p14:nvContentPartPr>
              <p14:xfrm>
                <a:off x="3483288" y="2583504"/>
                <a:ext cx="14760" cy="180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762B5C25-C900-8D71-FEFC-6C9C46F5F7E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474648" y="2574504"/>
                  <a:ext cx="3240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F33DB1E7-61C9-3303-658D-594F744E6BE4}"/>
                    </a:ext>
                  </a:extLst>
                </p14:cNvPr>
                <p14:cNvContentPartPr/>
                <p14:nvPr/>
              </p14:nvContentPartPr>
              <p14:xfrm>
                <a:off x="3535848" y="2653344"/>
                <a:ext cx="195480" cy="601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F33DB1E7-61C9-3303-658D-594F744E6BE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527208" y="2644704"/>
                  <a:ext cx="21312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F52836F2-4D20-D305-75AD-7CBD9251BE7D}"/>
                    </a:ext>
                  </a:extLst>
                </p14:cNvPr>
                <p14:cNvContentPartPr/>
                <p14:nvPr/>
              </p14:nvContentPartPr>
              <p14:xfrm>
                <a:off x="3730968" y="2581704"/>
                <a:ext cx="14400" cy="302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F52836F2-4D20-D305-75AD-7CBD9251BE7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721968" y="2572704"/>
                  <a:ext cx="320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5DD1023D-EC11-426F-9161-4E82FEC242EF}"/>
                    </a:ext>
                  </a:extLst>
                </p14:cNvPr>
                <p14:cNvContentPartPr/>
                <p14:nvPr/>
              </p14:nvContentPartPr>
              <p14:xfrm>
                <a:off x="3795048" y="2478024"/>
                <a:ext cx="70560" cy="2404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5DD1023D-EC11-426F-9161-4E82FEC242E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786408" y="2469384"/>
                  <a:ext cx="8820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11286827-C7C3-46E4-56C0-B5F5C15F5C8E}"/>
                    </a:ext>
                  </a:extLst>
                </p14:cNvPr>
                <p14:cNvContentPartPr/>
                <p14:nvPr/>
              </p14:nvContentPartPr>
              <p14:xfrm>
                <a:off x="3914928" y="2603304"/>
                <a:ext cx="245880" cy="2386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11286827-C7C3-46E4-56C0-B5F5C15F5C8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905928" y="2594664"/>
                  <a:ext cx="263520" cy="256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4AEAEB4F-6620-A374-39D2-7B9D0E467C27}"/>
                  </a:ext>
                </a:extLst>
              </p14:cNvPr>
              <p14:cNvContentPartPr/>
              <p14:nvPr/>
            </p14:nvContentPartPr>
            <p14:xfrm>
              <a:off x="4481568" y="2696544"/>
              <a:ext cx="17640" cy="5760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4AEAEB4F-6620-A374-39D2-7B9D0E467C27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472568" y="2687904"/>
                <a:ext cx="3528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F8208508-9B4C-2F50-9C71-A90A4D0D906D}"/>
                  </a:ext>
                </a:extLst>
              </p14:cNvPr>
              <p14:cNvContentPartPr/>
              <p14:nvPr/>
            </p14:nvContentPartPr>
            <p14:xfrm>
              <a:off x="4492728" y="2527704"/>
              <a:ext cx="15480" cy="5040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F8208508-9B4C-2F50-9C71-A90A4D0D906D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4484088" y="2518704"/>
                <a:ext cx="33120" cy="68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6" name="Group 155">
            <a:extLst>
              <a:ext uri="{FF2B5EF4-FFF2-40B4-BE49-F238E27FC236}">
                <a16:creationId xmlns:a16="http://schemas.microsoft.com/office/drawing/2014/main" id="{F6BB5F8B-C746-4FE3-F2A3-0CCF1FFC3FFE}"/>
              </a:ext>
            </a:extLst>
          </p:cNvPr>
          <p:cNvGrpSpPr/>
          <p:nvPr/>
        </p:nvGrpSpPr>
        <p:grpSpPr>
          <a:xfrm>
            <a:off x="4965408" y="2503584"/>
            <a:ext cx="805320" cy="336240"/>
            <a:chOff x="4965408" y="2503584"/>
            <a:chExt cx="805320" cy="33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25911CF1-F442-2E29-F29E-4B9E7CC8CF80}"/>
                    </a:ext>
                  </a:extLst>
                </p14:cNvPr>
                <p14:cNvContentPartPr/>
                <p14:nvPr/>
              </p14:nvContentPartPr>
              <p14:xfrm>
                <a:off x="4965408" y="2503584"/>
                <a:ext cx="232200" cy="3362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25911CF1-F442-2E29-F29E-4B9E7CC8CF8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956408" y="2494944"/>
                  <a:ext cx="24984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BDB9D284-E8FE-1BAF-EBA3-69AC73658033}"/>
                    </a:ext>
                  </a:extLst>
                </p14:cNvPr>
                <p14:cNvContentPartPr/>
                <p14:nvPr/>
              </p14:nvContentPartPr>
              <p14:xfrm>
                <a:off x="5213808" y="2646504"/>
                <a:ext cx="27720" cy="810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BDB9D284-E8FE-1BAF-EBA3-69AC7365803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205168" y="2637504"/>
                  <a:ext cx="4536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A04E6202-770B-7977-AE0D-520D92E746EA}"/>
                    </a:ext>
                  </a:extLst>
                </p14:cNvPr>
                <p14:cNvContentPartPr/>
                <p14:nvPr/>
              </p14:nvContentPartPr>
              <p14:xfrm>
                <a:off x="5285808" y="2678544"/>
                <a:ext cx="129600" cy="45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A04E6202-770B-7977-AE0D-520D92E746E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277168" y="2669904"/>
                  <a:ext cx="14724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0DC947FD-E892-7C82-9781-B52DFBE48021}"/>
                    </a:ext>
                  </a:extLst>
                </p14:cNvPr>
                <p14:cNvContentPartPr/>
                <p14:nvPr/>
              </p14:nvContentPartPr>
              <p14:xfrm>
                <a:off x="5443848" y="2640024"/>
                <a:ext cx="1440" cy="338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0DC947FD-E892-7C82-9781-B52DFBE4802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435208" y="2631384"/>
                  <a:ext cx="190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0BF177DD-08E4-CB9E-BCFC-69E3B7D5F498}"/>
                    </a:ext>
                  </a:extLst>
                </p14:cNvPr>
                <p14:cNvContentPartPr/>
                <p14:nvPr/>
              </p14:nvContentPartPr>
              <p14:xfrm>
                <a:off x="5520528" y="2539224"/>
                <a:ext cx="61200" cy="1800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0BF177DD-08E4-CB9E-BCFC-69E3B7D5F498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511528" y="2530224"/>
                  <a:ext cx="788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38B7F537-E9ED-A925-7625-E862D5A05EEA}"/>
                    </a:ext>
                  </a:extLst>
                </p14:cNvPr>
                <p14:cNvContentPartPr/>
                <p14:nvPr/>
              </p14:nvContentPartPr>
              <p14:xfrm>
                <a:off x="5661288" y="2655144"/>
                <a:ext cx="109440" cy="460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38B7F537-E9ED-A925-7625-E862D5A05EE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652648" y="2646144"/>
                  <a:ext cx="12708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5D1B5492-5F3C-F194-ADD5-E03F3DDD8E0B}"/>
              </a:ext>
            </a:extLst>
          </p:cNvPr>
          <p:cNvGrpSpPr/>
          <p:nvPr/>
        </p:nvGrpSpPr>
        <p:grpSpPr>
          <a:xfrm>
            <a:off x="6071328" y="2539224"/>
            <a:ext cx="858960" cy="214560"/>
            <a:chOff x="6071328" y="2539224"/>
            <a:chExt cx="858960" cy="21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041F221D-8C90-099B-D901-A5870B72ABB9}"/>
                    </a:ext>
                  </a:extLst>
                </p14:cNvPr>
                <p14:cNvContentPartPr/>
                <p14:nvPr/>
              </p14:nvContentPartPr>
              <p14:xfrm>
                <a:off x="6071328" y="2609424"/>
                <a:ext cx="659520" cy="900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041F221D-8C90-099B-D901-A5870B72ABB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062328" y="2600784"/>
                  <a:ext cx="67716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1C6E8F7-B028-6E19-F01A-31F9E895EAD5}"/>
                    </a:ext>
                  </a:extLst>
                </p14:cNvPr>
                <p14:cNvContentPartPr/>
                <p14:nvPr/>
              </p14:nvContentPartPr>
              <p14:xfrm>
                <a:off x="6817608" y="2610864"/>
                <a:ext cx="12960" cy="212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1C6E8F7-B028-6E19-F01A-31F9E895EAD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808608" y="2601864"/>
                  <a:ext cx="306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E8574BB4-5958-C250-BA46-1BE56C5D3ABC}"/>
                    </a:ext>
                  </a:extLst>
                </p14:cNvPr>
                <p14:cNvContentPartPr/>
                <p14:nvPr/>
              </p14:nvContentPartPr>
              <p14:xfrm>
                <a:off x="6840288" y="2539224"/>
                <a:ext cx="90000" cy="2145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E8574BB4-5958-C250-BA46-1BE56C5D3AB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831288" y="2530224"/>
                  <a:ext cx="107640" cy="232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10644881-6630-83E5-EBA7-783B5C3CC550}"/>
                  </a:ext>
                </a:extLst>
              </p14:cNvPr>
              <p14:cNvContentPartPr/>
              <p14:nvPr/>
            </p14:nvContentPartPr>
            <p14:xfrm>
              <a:off x="4702608" y="2755944"/>
              <a:ext cx="86040" cy="7884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10644881-6630-83E5-EBA7-783B5C3CC550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4693968" y="2746944"/>
                <a:ext cx="103680" cy="96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66" name="Group 165">
            <a:extLst>
              <a:ext uri="{FF2B5EF4-FFF2-40B4-BE49-F238E27FC236}">
                <a16:creationId xmlns:a16="http://schemas.microsoft.com/office/drawing/2014/main" id="{4EC00851-DBE3-362D-0530-C5C55DF5A062}"/>
              </a:ext>
            </a:extLst>
          </p:cNvPr>
          <p:cNvGrpSpPr/>
          <p:nvPr/>
        </p:nvGrpSpPr>
        <p:grpSpPr>
          <a:xfrm>
            <a:off x="4698648" y="2305224"/>
            <a:ext cx="348840" cy="141120"/>
            <a:chOff x="4698648" y="2305224"/>
            <a:chExt cx="348840" cy="14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9FF511F-5FDE-20BB-0113-9DEEBF812611}"/>
                    </a:ext>
                  </a:extLst>
                </p14:cNvPr>
                <p14:cNvContentPartPr/>
                <p14:nvPr/>
              </p14:nvContentPartPr>
              <p14:xfrm>
                <a:off x="4698648" y="2320704"/>
                <a:ext cx="191160" cy="1177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9FF511F-5FDE-20BB-0113-9DEEBF81261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689648" y="2312064"/>
                  <a:ext cx="2088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CD633C80-DAFC-F37A-8C04-B54D244957AD}"/>
                    </a:ext>
                  </a:extLst>
                </p14:cNvPr>
                <p14:cNvContentPartPr/>
                <p14:nvPr/>
              </p14:nvContentPartPr>
              <p14:xfrm>
                <a:off x="4922928" y="2305224"/>
                <a:ext cx="124560" cy="1411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CD633C80-DAFC-F37A-8C04-B54D244957A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914288" y="2296224"/>
                  <a:ext cx="142200" cy="15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C58D6C30-44A2-415C-93AA-B199E9E44823}"/>
              </a:ext>
            </a:extLst>
          </p:cNvPr>
          <p:cNvGrpSpPr/>
          <p:nvPr/>
        </p:nvGrpSpPr>
        <p:grpSpPr>
          <a:xfrm>
            <a:off x="5294088" y="2213064"/>
            <a:ext cx="505800" cy="204480"/>
            <a:chOff x="5294088" y="2213064"/>
            <a:chExt cx="505800" cy="20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DA702FD0-F2BC-0EC5-55A8-C0B0655E37FC}"/>
                    </a:ext>
                  </a:extLst>
                </p14:cNvPr>
                <p14:cNvContentPartPr/>
                <p14:nvPr/>
              </p14:nvContentPartPr>
              <p14:xfrm>
                <a:off x="5294088" y="2341944"/>
                <a:ext cx="186480" cy="756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DA702FD0-F2BC-0EC5-55A8-C0B0655E37F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285448" y="2333304"/>
                  <a:ext cx="2041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86F2D5C5-7761-699D-DD7A-A879D9577399}"/>
                    </a:ext>
                  </a:extLst>
                </p14:cNvPr>
                <p14:cNvContentPartPr/>
                <p14:nvPr/>
              </p14:nvContentPartPr>
              <p14:xfrm>
                <a:off x="5543928" y="2340864"/>
                <a:ext cx="3240" cy="763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86F2D5C5-7761-699D-DD7A-A879D957739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534928" y="2331864"/>
                  <a:ext cx="2088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C3F1C8A0-9BEA-1747-0D9D-E99B03877AAC}"/>
                    </a:ext>
                  </a:extLst>
                </p14:cNvPr>
                <p14:cNvContentPartPr/>
                <p14:nvPr/>
              </p14:nvContentPartPr>
              <p14:xfrm>
                <a:off x="5619528" y="2291184"/>
                <a:ext cx="10800" cy="946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C3F1C8A0-9BEA-1747-0D9D-E99B03877AA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610528" y="2282184"/>
                  <a:ext cx="2844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657C79E7-5A1F-C181-22B7-C3B4D6D00409}"/>
                    </a:ext>
                  </a:extLst>
                </p14:cNvPr>
                <p14:cNvContentPartPr/>
                <p14:nvPr/>
              </p14:nvContentPartPr>
              <p14:xfrm>
                <a:off x="5611608" y="2213064"/>
                <a:ext cx="188280" cy="1753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657C79E7-5A1F-C181-22B7-C3B4D6D0040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602608" y="2204064"/>
                  <a:ext cx="2059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B83DCE51-6C9B-E378-0CDA-D091F10D3BB4}"/>
                    </a:ext>
                  </a:extLst>
                </p14:cNvPr>
                <p14:cNvContentPartPr/>
                <p14:nvPr/>
              </p14:nvContentPartPr>
              <p14:xfrm>
                <a:off x="5558328" y="2226744"/>
                <a:ext cx="10080" cy="270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B83DCE51-6C9B-E378-0CDA-D091F10D3BB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549688" y="2218104"/>
                  <a:ext cx="27720" cy="4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8FD4855-2F90-0C7B-A9D6-5D172F20E9E7}"/>
              </a:ext>
            </a:extLst>
          </p:cNvPr>
          <p:cNvGrpSpPr/>
          <p:nvPr/>
        </p:nvGrpSpPr>
        <p:grpSpPr>
          <a:xfrm>
            <a:off x="7333128" y="2349144"/>
            <a:ext cx="695520" cy="426960"/>
            <a:chOff x="7333128" y="2349144"/>
            <a:chExt cx="695520" cy="42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3D3AF5E9-B969-3233-28BB-DD8038D8B295}"/>
                    </a:ext>
                  </a:extLst>
                </p14:cNvPr>
                <p14:cNvContentPartPr/>
                <p14:nvPr/>
              </p14:nvContentPartPr>
              <p14:xfrm>
                <a:off x="7333128" y="2349144"/>
                <a:ext cx="266040" cy="4269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3D3AF5E9-B969-3233-28BB-DD8038D8B29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324128" y="2340144"/>
                  <a:ext cx="28368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D976119C-DD34-E4AB-42FE-595B27D5862B}"/>
                    </a:ext>
                  </a:extLst>
                </p14:cNvPr>
                <p14:cNvContentPartPr/>
                <p14:nvPr/>
              </p14:nvContentPartPr>
              <p14:xfrm>
                <a:off x="7627608" y="2628864"/>
                <a:ext cx="401040" cy="943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D976119C-DD34-E4AB-42FE-595B27D5862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618608" y="2620224"/>
                  <a:ext cx="418680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4553DCBC-049B-FF0E-EA31-F3A8EE8DFD46}"/>
              </a:ext>
            </a:extLst>
          </p:cNvPr>
          <p:cNvGrpSpPr/>
          <p:nvPr/>
        </p:nvGrpSpPr>
        <p:grpSpPr>
          <a:xfrm>
            <a:off x="8357328" y="2410344"/>
            <a:ext cx="840240" cy="237240"/>
            <a:chOff x="8357328" y="2410344"/>
            <a:chExt cx="840240" cy="23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BFD24D30-D52D-AD7B-D0B1-4AA039E93F58}"/>
                    </a:ext>
                  </a:extLst>
                </p14:cNvPr>
                <p14:cNvContentPartPr/>
                <p14:nvPr/>
              </p14:nvContentPartPr>
              <p14:xfrm>
                <a:off x="8357328" y="2520144"/>
                <a:ext cx="133560" cy="1224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BFD24D30-D52D-AD7B-D0B1-4AA039E93F5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348688" y="2511504"/>
                  <a:ext cx="1512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1F24450F-CE9D-3D11-816E-59CF8D858B45}"/>
                    </a:ext>
                  </a:extLst>
                </p14:cNvPr>
                <p14:cNvContentPartPr/>
                <p14:nvPr/>
              </p14:nvContentPartPr>
              <p14:xfrm>
                <a:off x="8564688" y="2410344"/>
                <a:ext cx="308160" cy="2138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1F24450F-CE9D-3D11-816E-59CF8D858B4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556048" y="2401704"/>
                  <a:ext cx="3258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68D0E3B3-6B5B-DFB0-7EBD-AAB6D1197FD9}"/>
                    </a:ext>
                  </a:extLst>
                </p14:cNvPr>
                <p14:cNvContentPartPr/>
                <p14:nvPr/>
              </p14:nvContentPartPr>
              <p14:xfrm>
                <a:off x="8834688" y="2532024"/>
                <a:ext cx="177840" cy="522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68D0E3B3-6B5B-DFB0-7EBD-AAB6D1197FD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826048" y="2523384"/>
                  <a:ext cx="19548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07773A3B-46FF-1B0C-0F61-BCD57848C7DC}"/>
                    </a:ext>
                  </a:extLst>
                </p14:cNvPr>
                <p14:cNvContentPartPr/>
                <p14:nvPr/>
              </p14:nvContentPartPr>
              <p14:xfrm>
                <a:off x="9055368" y="2519784"/>
                <a:ext cx="142200" cy="1278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07773A3B-46FF-1B0C-0F61-BCD57848C7D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046728" y="2510784"/>
                  <a:ext cx="159840" cy="14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A0723B9C-D338-D824-6B4E-F3FE5E077EF0}"/>
              </a:ext>
            </a:extLst>
          </p:cNvPr>
          <p:cNvGrpSpPr/>
          <p:nvPr/>
        </p:nvGrpSpPr>
        <p:grpSpPr>
          <a:xfrm>
            <a:off x="9685728" y="2460744"/>
            <a:ext cx="642240" cy="226440"/>
            <a:chOff x="9685728" y="2460744"/>
            <a:chExt cx="642240" cy="22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9C27DE30-FE1C-4B34-C3EB-3C31CDBB941C}"/>
                    </a:ext>
                  </a:extLst>
                </p14:cNvPr>
                <p14:cNvContentPartPr/>
                <p14:nvPr/>
              </p14:nvContentPartPr>
              <p14:xfrm>
                <a:off x="9685728" y="2460744"/>
                <a:ext cx="473040" cy="226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9C27DE30-FE1C-4B34-C3EB-3C31CDBB941C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676728" y="2452104"/>
                  <a:ext cx="49068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97135475-3478-B570-55C5-9C3C56A3591A}"/>
                    </a:ext>
                  </a:extLst>
                </p14:cNvPr>
                <p14:cNvContentPartPr/>
                <p14:nvPr/>
              </p14:nvContentPartPr>
              <p14:xfrm>
                <a:off x="10238688" y="2528784"/>
                <a:ext cx="89280" cy="388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97135475-3478-B570-55C5-9C3C56A3591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229688" y="2519784"/>
                  <a:ext cx="10692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5C2021A3-0467-28AE-6CD2-0720CF244315}"/>
                    </a:ext>
                  </a:extLst>
                </p14:cNvPr>
                <p14:cNvContentPartPr/>
                <p14:nvPr/>
              </p14:nvContentPartPr>
              <p14:xfrm>
                <a:off x="9701208" y="2503944"/>
                <a:ext cx="185040" cy="126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5C2021A3-0467-28AE-6CD2-0720CF24431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692208" y="2494944"/>
                  <a:ext cx="20268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247EA5F5-5D9C-1C40-55DB-9F76ABC67662}"/>
              </a:ext>
            </a:extLst>
          </p:cNvPr>
          <p:cNvGrpSpPr/>
          <p:nvPr/>
        </p:nvGrpSpPr>
        <p:grpSpPr>
          <a:xfrm>
            <a:off x="10543608" y="2357064"/>
            <a:ext cx="945360" cy="221400"/>
            <a:chOff x="10543608" y="2357064"/>
            <a:chExt cx="945360" cy="22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D1DB5D31-FA7C-254E-F2E0-1BE1C3EDEB1B}"/>
                    </a:ext>
                  </a:extLst>
                </p14:cNvPr>
                <p14:cNvContentPartPr/>
                <p14:nvPr/>
              </p14:nvContentPartPr>
              <p14:xfrm>
                <a:off x="10543608" y="2499264"/>
                <a:ext cx="287280" cy="7920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D1DB5D31-FA7C-254E-F2E0-1BE1C3EDEB1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534608" y="2490264"/>
                  <a:ext cx="3049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6282F60E-B3E8-9F2C-DD5E-D4FEA8537147}"/>
                    </a:ext>
                  </a:extLst>
                </p14:cNvPr>
                <p14:cNvContentPartPr/>
                <p14:nvPr/>
              </p14:nvContentPartPr>
              <p14:xfrm>
                <a:off x="11035008" y="2357064"/>
                <a:ext cx="268920" cy="2142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6282F60E-B3E8-9F2C-DD5E-D4FEA8537147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026008" y="2348064"/>
                  <a:ext cx="2865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FC1928BF-8843-8C03-E632-7C1133CD485B}"/>
                    </a:ext>
                  </a:extLst>
                </p14:cNvPr>
                <p14:cNvContentPartPr/>
                <p14:nvPr/>
              </p14:nvContentPartPr>
              <p14:xfrm>
                <a:off x="11366208" y="2502504"/>
                <a:ext cx="122760" cy="5400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FC1928BF-8843-8C03-E632-7C1133CD485B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357568" y="2493864"/>
                  <a:ext cx="140400" cy="7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8E19386C-D2F1-DEC2-9926-D69FDAFA6F56}"/>
              </a:ext>
            </a:extLst>
          </p:cNvPr>
          <p:cNvGrpSpPr/>
          <p:nvPr/>
        </p:nvGrpSpPr>
        <p:grpSpPr>
          <a:xfrm>
            <a:off x="3943008" y="2877624"/>
            <a:ext cx="1240920" cy="360000"/>
            <a:chOff x="3943008" y="2877624"/>
            <a:chExt cx="1240920" cy="36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046F7BC1-2218-D821-F9E5-DEED405F85C3}"/>
                    </a:ext>
                  </a:extLst>
                </p14:cNvPr>
                <p14:cNvContentPartPr/>
                <p14:nvPr/>
              </p14:nvContentPartPr>
              <p14:xfrm>
                <a:off x="3943008" y="2877624"/>
                <a:ext cx="467640" cy="3600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046F7BC1-2218-D821-F9E5-DEED405F85C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934368" y="2868624"/>
                  <a:ext cx="48528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5F3091F6-00E6-A3CB-554E-84FD356A7F84}"/>
                    </a:ext>
                  </a:extLst>
                </p14:cNvPr>
                <p14:cNvContentPartPr/>
                <p14:nvPr/>
              </p14:nvContentPartPr>
              <p14:xfrm>
                <a:off x="4328208" y="3024144"/>
                <a:ext cx="73440" cy="270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5F3091F6-00E6-A3CB-554E-84FD356A7F8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319568" y="3015504"/>
                  <a:ext cx="910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63D8BBAE-BCAA-9C59-9FB0-20F58B2DAB0E}"/>
                    </a:ext>
                  </a:extLst>
                </p14:cNvPr>
                <p14:cNvContentPartPr/>
                <p14:nvPr/>
              </p14:nvContentPartPr>
              <p14:xfrm>
                <a:off x="4621968" y="3055104"/>
                <a:ext cx="328680" cy="910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63D8BBAE-BCAA-9C59-9FB0-20F58B2DAB0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612968" y="3046104"/>
                  <a:ext cx="34632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12D32814-BC52-1E14-8F38-DE22C0992037}"/>
                    </a:ext>
                  </a:extLst>
                </p14:cNvPr>
                <p14:cNvContentPartPr/>
                <p14:nvPr/>
              </p14:nvContentPartPr>
              <p14:xfrm>
                <a:off x="4996728" y="2969784"/>
                <a:ext cx="187200" cy="1270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12D32814-BC52-1E14-8F38-DE22C099203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988088" y="2961144"/>
                  <a:ext cx="204840" cy="14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C6B3F711-DF52-3638-FD0C-D4C7BBB6AB20}"/>
              </a:ext>
            </a:extLst>
          </p:cNvPr>
          <p:cNvGrpSpPr/>
          <p:nvPr/>
        </p:nvGrpSpPr>
        <p:grpSpPr>
          <a:xfrm>
            <a:off x="5533848" y="2878704"/>
            <a:ext cx="515880" cy="244080"/>
            <a:chOff x="5533848" y="2878704"/>
            <a:chExt cx="515880" cy="24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DA4EC698-E6F1-DB4B-F4C9-808BB271854D}"/>
                    </a:ext>
                  </a:extLst>
                </p14:cNvPr>
                <p14:cNvContentPartPr/>
                <p14:nvPr/>
              </p14:nvContentPartPr>
              <p14:xfrm>
                <a:off x="5533848" y="2916864"/>
                <a:ext cx="201600" cy="2059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DA4EC698-E6F1-DB4B-F4C9-808BB271854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524848" y="2907864"/>
                  <a:ext cx="2192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D5303532-80F4-5B62-5B65-B24B0903E181}"/>
                    </a:ext>
                  </a:extLst>
                </p14:cNvPr>
                <p14:cNvContentPartPr/>
                <p14:nvPr/>
              </p14:nvContentPartPr>
              <p14:xfrm>
                <a:off x="5740128" y="2878704"/>
                <a:ext cx="309600" cy="1684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D5303532-80F4-5B62-5B65-B24B0903E18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731128" y="2870064"/>
                  <a:ext cx="32724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71E825B-68CF-7C19-80ED-C02705F3A7E3}"/>
              </a:ext>
            </a:extLst>
          </p:cNvPr>
          <p:cNvGrpSpPr/>
          <p:nvPr/>
        </p:nvGrpSpPr>
        <p:grpSpPr>
          <a:xfrm>
            <a:off x="6414048" y="2937024"/>
            <a:ext cx="181440" cy="143280"/>
            <a:chOff x="6414048" y="2937024"/>
            <a:chExt cx="181440" cy="14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7437548A-E86E-75B1-B1AE-D2997204D17B}"/>
                    </a:ext>
                  </a:extLst>
                </p14:cNvPr>
                <p14:cNvContentPartPr/>
                <p14:nvPr/>
              </p14:nvContentPartPr>
              <p14:xfrm>
                <a:off x="6414048" y="3007584"/>
                <a:ext cx="36360" cy="727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7437548A-E86E-75B1-B1AE-D2997204D17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405048" y="2998584"/>
                  <a:ext cx="5400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C7E98F56-87BE-B163-6BB4-E6A0325C03BD}"/>
                    </a:ext>
                  </a:extLst>
                </p14:cNvPr>
                <p14:cNvContentPartPr/>
                <p14:nvPr/>
              </p14:nvContentPartPr>
              <p14:xfrm>
                <a:off x="6472008" y="2937024"/>
                <a:ext cx="1800" cy="198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C7E98F56-87BE-B163-6BB4-E6A0325C03B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463368" y="2928384"/>
                  <a:ext cx="1944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CD3F2980-8B85-6A61-C024-B52DC23BB5DD}"/>
                    </a:ext>
                  </a:extLst>
                </p14:cNvPr>
                <p14:cNvContentPartPr/>
                <p14:nvPr/>
              </p14:nvContentPartPr>
              <p14:xfrm>
                <a:off x="6544728" y="3021984"/>
                <a:ext cx="50760" cy="30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CD3F2980-8B85-6A61-C024-B52DC23BB5D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536088" y="3012984"/>
                  <a:ext cx="6840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35E68BC9-17E6-945E-B634-D7987975AAE4}"/>
              </a:ext>
            </a:extLst>
          </p:cNvPr>
          <p:cNvGrpSpPr/>
          <p:nvPr/>
        </p:nvGrpSpPr>
        <p:grpSpPr>
          <a:xfrm>
            <a:off x="7131888" y="2912904"/>
            <a:ext cx="266040" cy="219600"/>
            <a:chOff x="7131888" y="2912904"/>
            <a:chExt cx="266040" cy="2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ABFD82F-5854-A730-7402-7B1AAF64CE49}"/>
                    </a:ext>
                  </a:extLst>
                </p14:cNvPr>
                <p14:cNvContentPartPr/>
                <p14:nvPr/>
              </p14:nvContentPartPr>
              <p14:xfrm>
                <a:off x="7131888" y="2952864"/>
                <a:ext cx="28440" cy="1796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ABFD82F-5854-A730-7402-7B1AAF64CE4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123248" y="2943864"/>
                  <a:ext cx="460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6E1952B8-9626-72F8-9758-A802149DDA6E}"/>
                    </a:ext>
                  </a:extLst>
                </p14:cNvPr>
                <p14:cNvContentPartPr/>
                <p14:nvPr/>
              </p14:nvContentPartPr>
              <p14:xfrm>
                <a:off x="7134048" y="2912904"/>
                <a:ext cx="263880" cy="2095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6E1952B8-9626-72F8-9758-A802149DDA6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125408" y="2903904"/>
                  <a:ext cx="281520" cy="22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07F20E6C-829E-2F42-4B13-F37BBA27F12E}"/>
              </a:ext>
            </a:extLst>
          </p:cNvPr>
          <p:cNvGrpSpPr/>
          <p:nvPr/>
        </p:nvGrpSpPr>
        <p:grpSpPr>
          <a:xfrm>
            <a:off x="7724448" y="2892024"/>
            <a:ext cx="606600" cy="218160"/>
            <a:chOff x="7724448" y="2892024"/>
            <a:chExt cx="606600" cy="21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C29487B2-3952-B315-6C2D-12A27BD88A9E}"/>
                    </a:ext>
                  </a:extLst>
                </p14:cNvPr>
                <p14:cNvContentPartPr/>
                <p14:nvPr/>
              </p14:nvContentPartPr>
              <p14:xfrm>
                <a:off x="7724448" y="3034224"/>
                <a:ext cx="128880" cy="759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C29487B2-3952-B315-6C2D-12A27BD88A9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715808" y="3025584"/>
                  <a:ext cx="1465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214A0E91-9CEC-24CB-47EC-443F1AAF29A5}"/>
                    </a:ext>
                  </a:extLst>
                </p14:cNvPr>
                <p14:cNvContentPartPr/>
                <p14:nvPr/>
              </p14:nvContentPartPr>
              <p14:xfrm>
                <a:off x="7898688" y="3041064"/>
                <a:ext cx="76320" cy="576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214A0E91-9CEC-24CB-47EC-443F1AAF29A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890048" y="3032424"/>
                  <a:ext cx="9396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3B3620BA-5661-1786-2AA1-245C057AACFC}"/>
                    </a:ext>
                  </a:extLst>
                </p14:cNvPr>
                <p14:cNvContentPartPr/>
                <p14:nvPr/>
              </p14:nvContentPartPr>
              <p14:xfrm>
                <a:off x="8023248" y="2892024"/>
                <a:ext cx="163800" cy="2127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3B3620BA-5661-1786-2AA1-245C057AACF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014248" y="2883384"/>
                  <a:ext cx="1814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F48FE38F-63E0-CED6-BABA-5B3915C920D1}"/>
                    </a:ext>
                  </a:extLst>
                </p14:cNvPr>
                <p14:cNvContentPartPr/>
                <p14:nvPr/>
              </p14:nvContentPartPr>
              <p14:xfrm>
                <a:off x="8153928" y="3040344"/>
                <a:ext cx="177120" cy="435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F48FE38F-63E0-CED6-BABA-5B3915C920D1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144928" y="3031344"/>
                  <a:ext cx="194760" cy="6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A20DD11A-34DE-2E92-22B8-C1E9D1B037AA}"/>
              </a:ext>
            </a:extLst>
          </p:cNvPr>
          <p:cNvGrpSpPr/>
          <p:nvPr/>
        </p:nvGrpSpPr>
        <p:grpSpPr>
          <a:xfrm>
            <a:off x="8655768" y="2987784"/>
            <a:ext cx="799920" cy="295560"/>
            <a:chOff x="8655768" y="2987784"/>
            <a:chExt cx="799920" cy="29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7715BA7C-85E9-57D6-9C13-34ED68CCD898}"/>
                    </a:ext>
                  </a:extLst>
                </p14:cNvPr>
                <p14:cNvContentPartPr/>
                <p14:nvPr/>
              </p14:nvContentPartPr>
              <p14:xfrm>
                <a:off x="8655768" y="2987784"/>
                <a:ext cx="275040" cy="2955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7715BA7C-85E9-57D6-9C13-34ED68CCD89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647128" y="2979144"/>
                  <a:ext cx="29268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EEEF5D6C-3DB7-17F5-0B01-F9A346374233}"/>
                    </a:ext>
                  </a:extLst>
                </p14:cNvPr>
                <p14:cNvContentPartPr/>
                <p14:nvPr/>
              </p14:nvContentPartPr>
              <p14:xfrm>
                <a:off x="8994168" y="3031344"/>
                <a:ext cx="87480" cy="378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EEEF5D6C-3DB7-17F5-0B01-F9A34637423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985528" y="3022344"/>
                  <a:ext cx="10512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FD58FEF-ECC1-B984-702F-81E103F9270D}"/>
                    </a:ext>
                  </a:extLst>
                </p14:cNvPr>
                <p14:cNvContentPartPr/>
                <p14:nvPr/>
              </p14:nvContentPartPr>
              <p14:xfrm>
                <a:off x="9137808" y="3018024"/>
                <a:ext cx="105480" cy="471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FD58FEF-ECC1-B984-702F-81E103F9270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129168" y="3009384"/>
                  <a:ext cx="1231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EE365511-9E40-CCBF-BBAF-D091B36B254A}"/>
                    </a:ext>
                  </a:extLst>
                </p14:cNvPr>
                <p14:cNvContentPartPr/>
                <p14:nvPr/>
              </p14:nvContentPartPr>
              <p14:xfrm>
                <a:off x="9440928" y="3048624"/>
                <a:ext cx="14760" cy="3240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EE365511-9E40-CCBF-BBAF-D091B36B254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431928" y="3039984"/>
                  <a:ext cx="32400" cy="5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FDE74790-9D96-E6BA-8839-90288CC33CE2}"/>
              </a:ext>
            </a:extLst>
          </p:cNvPr>
          <p:cNvGrpSpPr/>
          <p:nvPr/>
        </p:nvGrpSpPr>
        <p:grpSpPr>
          <a:xfrm>
            <a:off x="4800888" y="3494664"/>
            <a:ext cx="582840" cy="331560"/>
            <a:chOff x="4800888" y="3494664"/>
            <a:chExt cx="582840" cy="33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AD1ABE9C-D246-863B-5872-FBF49A9AA9CE}"/>
                    </a:ext>
                  </a:extLst>
                </p14:cNvPr>
                <p14:cNvContentPartPr/>
                <p14:nvPr/>
              </p14:nvContentPartPr>
              <p14:xfrm>
                <a:off x="4800888" y="3525624"/>
                <a:ext cx="379440" cy="3006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AD1ABE9C-D246-863B-5872-FBF49A9AA9C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792248" y="3516624"/>
                  <a:ext cx="39708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E669DCF0-CB05-CBD4-B298-01CB4BB8CEAA}"/>
                    </a:ext>
                  </a:extLst>
                </p14:cNvPr>
                <p14:cNvContentPartPr/>
                <p14:nvPr/>
              </p14:nvContentPartPr>
              <p14:xfrm>
                <a:off x="5296608" y="3653424"/>
                <a:ext cx="87120" cy="61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E669DCF0-CB05-CBD4-B298-01CB4BB8CEA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287608" y="3644784"/>
                  <a:ext cx="1047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54EB77D4-8FB8-6190-4029-3C7B93579959}"/>
                    </a:ext>
                  </a:extLst>
                </p14:cNvPr>
                <p14:cNvContentPartPr/>
                <p14:nvPr/>
              </p14:nvContentPartPr>
              <p14:xfrm>
                <a:off x="5352408" y="3494664"/>
                <a:ext cx="8280" cy="219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54EB77D4-8FB8-6190-4029-3C7B9357995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343408" y="3485664"/>
                  <a:ext cx="2592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1C7C5781-9780-E1D4-7C71-0315BCE14AA5}"/>
              </a:ext>
            </a:extLst>
          </p:cNvPr>
          <p:cNvGrpSpPr/>
          <p:nvPr/>
        </p:nvGrpSpPr>
        <p:grpSpPr>
          <a:xfrm>
            <a:off x="5707008" y="3434904"/>
            <a:ext cx="703800" cy="223560"/>
            <a:chOff x="5707008" y="3434904"/>
            <a:chExt cx="703800" cy="22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90787A6B-CC91-81E7-7F2F-28436817076D}"/>
                    </a:ext>
                  </a:extLst>
                </p14:cNvPr>
                <p14:cNvContentPartPr/>
                <p14:nvPr/>
              </p14:nvContentPartPr>
              <p14:xfrm>
                <a:off x="5849928" y="3517704"/>
                <a:ext cx="396360" cy="1407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90787A6B-CC91-81E7-7F2F-28436817076D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840928" y="3508704"/>
                  <a:ext cx="41400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87E8E889-8985-CD9A-DF97-218907794B09}"/>
                    </a:ext>
                  </a:extLst>
                </p14:cNvPr>
                <p14:cNvContentPartPr/>
                <p14:nvPr/>
              </p14:nvContentPartPr>
              <p14:xfrm>
                <a:off x="6227568" y="3571344"/>
                <a:ext cx="70200" cy="302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87E8E889-8985-CD9A-DF97-218907794B0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218568" y="3562344"/>
                  <a:ext cx="878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D964E8BA-79F2-2837-E6C9-FB1598BF8C9A}"/>
                    </a:ext>
                  </a:extLst>
                </p14:cNvPr>
                <p14:cNvContentPartPr/>
                <p14:nvPr/>
              </p14:nvContentPartPr>
              <p14:xfrm>
                <a:off x="6365808" y="3473424"/>
                <a:ext cx="45000" cy="583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D964E8BA-79F2-2837-E6C9-FB1598BF8C9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357168" y="3464784"/>
                  <a:ext cx="626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4F9CFCE8-EE3F-AA4F-DE77-B79D46604717}"/>
                    </a:ext>
                  </a:extLst>
                </p14:cNvPr>
                <p14:cNvContentPartPr/>
                <p14:nvPr/>
              </p14:nvContentPartPr>
              <p14:xfrm>
                <a:off x="5707008" y="3434904"/>
                <a:ext cx="105120" cy="406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4F9CFCE8-EE3F-AA4F-DE77-B79D4660471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698008" y="3426264"/>
                  <a:ext cx="122760" cy="5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09E3AECE-DB9E-0AA8-6F3D-850433944CAD}"/>
              </a:ext>
            </a:extLst>
          </p:cNvPr>
          <p:cNvGrpSpPr/>
          <p:nvPr/>
        </p:nvGrpSpPr>
        <p:grpSpPr>
          <a:xfrm>
            <a:off x="6856128" y="3392424"/>
            <a:ext cx="987840" cy="370080"/>
            <a:chOff x="6856128" y="3392424"/>
            <a:chExt cx="987840" cy="37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DA2E164D-7AC6-1A44-FB9E-AAE7F847D3B5}"/>
                    </a:ext>
                  </a:extLst>
                </p14:cNvPr>
                <p14:cNvContentPartPr/>
                <p14:nvPr/>
              </p14:nvContentPartPr>
              <p14:xfrm>
                <a:off x="6856128" y="3465144"/>
                <a:ext cx="109800" cy="2386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DA2E164D-7AC6-1A44-FB9E-AAE7F847D3B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847488" y="3456504"/>
                  <a:ext cx="1274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78F91FA5-D55F-77D5-9B4F-A1166BD21863}"/>
                    </a:ext>
                  </a:extLst>
                </p14:cNvPr>
                <p14:cNvContentPartPr/>
                <p14:nvPr/>
              </p14:nvContentPartPr>
              <p14:xfrm>
                <a:off x="7239168" y="3444984"/>
                <a:ext cx="257760" cy="1728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78F91FA5-D55F-77D5-9B4F-A1166BD2186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230528" y="3436344"/>
                  <a:ext cx="2754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982EBAD0-DAAC-188D-7786-328DC9F35057}"/>
                    </a:ext>
                  </a:extLst>
                </p14:cNvPr>
                <p14:cNvContentPartPr/>
                <p14:nvPr/>
              </p14:nvContentPartPr>
              <p14:xfrm>
                <a:off x="7536528" y="3547944"/>
                <a:ext cx="103680" cy="2145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982EBAD0-DAAC-188D-7786-328DC9F3505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527888" y="3539304"/>
                  <a:ext cx="1213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7EA924B0-63BF-3F9E-94DF-DEC5F6F13F72}"/>
                    </a:ext>
                  </a:extLst>
                </p14:cNvPr>
                <p14:cNvContentPartPr/>
                <p14:nvPr/>
              </p14:nvContentPartPr>
              <p14:xfrm>
                <a:off x="7036128" y="3402504"/>
                <a:ext cx="57600" cy="5616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7EA924B0-63BF-3F9E-94DF-DEC5F6F13F7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027128" y="3393864"/>
                  <a:ext cx="752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BB12132E-7024-80B7-863D-753AD0F5E9D8}"/>
                    </a:ext>
                  </a:extLst>
                </p14:cNvPr>
                <p14:cNvContentPartPr/>
                <p14:nvPr/>
              </p14:nvContentPartPr>
              <p14:xfrm>
                <a:off x="7786728" y="3392424"/>
                <a:ext cx="29520" cy="529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BB12132E-7024-80B7-863D-753AD0F5E9D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778088" y="3383784"/>
                  <a:ext cx="4716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4429B4E1-CCEA-81DD-830C-A3AB1D311DA6}"/>
                    </a:ext>
                  </a:extLst>
                </p14:cNvPr>
                <p14:cNvContentPartPr/>
                <p14:nvPr/>
              </p14:nvContentPartPr>
              <p14:xfrm>
                <a:off x="7818408" y="3461544"/>
                <a:ext cx="25560" cy="446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4429B4E1-CCEA-81DD-830C-A3AB1D311DA6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809768" y="3452904"/>
                  <a:ext cx="43200" cy="62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25" name="Ink 224">
                <a:extLst>
                  <a:ext uri="{FF2B5EF4-FFF2-40B4-BE49-F238E27FC236}">
                    <a16:creationId xmlns:a16="http://schemas.microsoft.com/office/drawing/2014/main" id="{7CCB30AD-9BAD-3D30-4F37-6FF41CDA76E0}"/>
                  </a:ext>
                </a:extLst>
              </p14:cNvPr>
              <p14:cNvContentPartPr/>
              <p14:nvPr/>
            </p14:nvContentPartPr>
            <p14:xfrm>
              <a:off x="8134488" y="3511224"/>
              <a:ext cx="375120" cy="125640"/>
            </p14:xfrm>
          </p:contentPart>
        </mc:Choice>
        <mc:Fallback xmlns="">
          <p:pic>
            <p:nvPicPr>
              <p:cNvPr id="225" name="Ink 224">
                <a:extLst>
                  <a:ext uri="{FF2B5EF4-FFF2-40B4-BE49-F238E27FC236}">
                    <a16:creationId xmlns:a16="http://schemas.microsoft.com/office/drawing/2014/main" id="{7CCB30AD-9BAD-3D30-4F37-6FF41CDA76E0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8125488" y="3502584"/>
                <a:ext cx="392760" cy="143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8" name="Group 227">
            <a:extLst>
              <a:ext uri="{FF2B5EF4-FFF2-40B4-BE49-F238E27FC236}">
                <a16:creationId xmlns:a16="http://schemas.microsoft.com/office/drawing/2014/main" id="{791AE75E-2388-74BB-41FE-04EDEA6408AF}"/>
              </a:ext>
            </a:extLst>
          </p:cNvPr>
          <p:cNvGrpSpPr/>
          <p:nvPr/>
        </p:nvGrpSpPr>
        <p:grpSpPr>
          <a:xfrm>
            <a:off x="8823888" y="3296304"/>
            <a:ext cx="616680" cy="471960"/>
            <a:chOff x="8823888" y="3296304"/>
            <a:chExt cx="616680" cy="47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21A2785F-A956-CD00-2B0D-A45E97BDA8FB}"/>
                    </a:ext>
                  </a:extLst>
                </p14:cNvPr>
                <p14:cNvContentPartPr/>
                <p14:nvPr/>
              </p14:nvContentPartPr>
              <p14:xfrm>
                <a:off x="8823888" y="3296304"/>
                <a:ext cx="531000" cy="4719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21A2785F-A956-CD00-2B0D-A45E97BDA8F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815248" y="3287304"/>
                  <a:ext cx="548640" cy="48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ADECF9EC-1EF9-3B4E-346D-776A9CEC3AAF}"/>
                    </a:ext>
                  </a:extLst>
                </p14:cNvPr>
                <p14:cNvContentPartPr/>
                <p14:nvPr/>
              </p14:nvContentPartPr>
              <p14:xfrm>
                <a:off x="9337968" y="3421944"/>
                <a:ext cx="102600" cy="165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ADECF9EC-1EF9-3B4E-346D-776A9CEC3AAF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328968" y="3412944"/>
                  <a:ext cx="120240" cy="3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6768AD0E-DA82-AE5C-7742-2D7F5408C836}"/>
              </a:ext>
            </a:extLst>
          </p:cNvPr>
          <p:cNvGrpSpPr/>
          <p:nvPr/>
        </p:nvGrpSpPr>
        <p:grpSpPr>
          <a:xfrm>
            <a:off x="9718848" y="3344544"/>
            <a:ext cx="1114560" cy="238680"/>
            <a:chOff x="9718848" y="3344544"/>
            <a:chExt cx="1114560" cy="23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634B458C-9078-BE1E-68D3-A3FB4F1B2167}"/>
                    </a:ext>
                  </a:extLst>
                </p14:cNvPr>
                <p14:cNvContentPartPr/>
                <p14:nvPr/>
              </p14:nvContentPartPr>
              <p14:xfrm>
                <a:off x="9718848" y="3344544"/>
                <a:ext cx="383040" cy="23868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634B458C-9078-BE1E-68D3-A3FB4F1B2167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709848" y="3335904"/>
                  <a:ext cx="4006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57ED1A80-FCCA-0D9C-C7F6-F98533FFC0E3}"/>
                    </a:ext>
                  </a:extLst>
                </p14:cNvPr>
                <p14:cNvContentPartPr/>
                <p14:nvPr/>
              </p14:nvContentPartPr>
              <p14:xfrm>
                <a:off x="10165608" y="3455784"/>
                <a:ext cx="171720" cy="766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57ED1A80-FCCA-0D9C-C7F6-F98533FFC0E3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156968" y="3447144"/>
                  <a:ext cx="18936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8219C629-5FCC-70E6-1C9E-9711BC0A5462}"/>
                    </a:ext>
                  </a:extLst>
                </p14:cNvPr>
                <p14:cNvContentPartPr/>
                <p14:nvPr/>
              </p14:nvContentPartPr>
              <p14:xfrm>
                <a:off x="10424808" y="3457944"/>
                <a:ext cx="81360" cy="446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8219C629-5FCC-70E6-1C9E-9711BC0A546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416168" y="3448944"/>
                  <a:ext cx="990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35B7C783-15FF-BB26-C574-204C2FD7B3E3}"/>
                    </a:ext>
                  </a:extLst>
                </p14:cNvPr>
                <p14:cNvContentPartPr/>
                <p14:nvPr/>
              </p14:nvContentPartPr>
              <p14:xfrm>
                <a:off x="10690128" y="3388464"/>
                <a:ext cx="27000" cy="1566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35B7C783-15FF-BB26-C574-204C2FD7B3E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681488" y="3379464"/>
                  <a:ext cx="446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F6E2F9E6-7C19-54CD-8A4A-4C02514BFA9C}"/>
                    </a:ext>
                  </a:extLst>
                </p14:cNvPr>
                <p14:cNvContentPartPr/>
                <p14:nvPr/>
              </p14:nvContentPartPr>
              <p14:xfrm>
                <a:off x="10710648" y="3487824"/>
                <a:ext cx="122760" cy="4680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F6E2F9E6-7C19-54CD-8A4A-4C02514BFA9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701648" y="3479184"/>
                  <a:ext cx="140400" cy="64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03FBA57A-3F1F-2C19-9D42-7115DB1809E1}"/>
                  </a:ext>
                </a:extLst>
              </p14:cNvPr>
              <p14:cNvContentPartPr/>
              <p14:nvPr/>
            </p14:nvContentPartPr>
            <p14:xfrm>
              <a:off x="6271488" y="3874824"/>
              <a:ext cx="600120" cy="16344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03FBA57A-3F1F-2C19-9D42-7115DB1809E1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6262488" y="3865824"/>
                <a:ext cx="617760" cy="181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39" name="Group 238">
            <a:extLst>
              <a:ext uri="{FF2B5EF4-FFF2-40B4-BE49-F238E27FC236}">
                <a16:creationId xmlns:a16="http://schemas.microsoft.com/office/drawing/2014/main" id="{FFD50A04-615D-21EB-E8E5-6352E4D432EF}"/>
              </a:ext>
            </a:extLst>
          </p:cNvPr>
          <p:cNvGrpSpPr/>
          <p:nvPr/>
        </p:nvGrpSpPr>
        <p:grpSpPr>
          <a:xfrm>
            <a:off x="7176528" y="3844224"/>
            <a:ext cx="591120" cy="236520"/>
            <a:chOff x="7176528" y="3844224"/>
            <a:chExt cx="591120" cy="23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ED70C85C-5662-6741-66F6-6CB072960C34}"/>
                    </a:ext>
                  </a:extLst>
                </p14:cNvPr>
                <p14:cNvContentPartPr/>
                <p14:nvPr/>
              </p14:nvContentPartPr>
              <p14:xfrm>
                <a:off x="7176528" y="3860784"/>
                <a:ext cx="208800" cy="2199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ED70C85C-5662-6741-66F6-6CB072960C3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167888" y="3851784"/>
                  <a:ext cx="2264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C1E14C21-0C52-0612-0959-99D12091E894}"/>
                    </a:ext>
                  </a:extLst>
                </p14:cNvPr>
                <p14:cNvContentPartPr/>
                <p14:nvPr/>
              </p14:nvContentPartPr>
              <p14:xfrm>
                <a:off x="7437528" y="3844224"/>
                <a:ext cx="330120" cy="1609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C1E14C21-0C52-0612-0959-99D12091E89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428528" y="3835584"/>
                  <a:ext cx="347760" cy="178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38" name="Ink 237">
                <a:extLst>
                  <a:ext uri="{FF2B5EF4-FFF2-40B4-BE49-F238E27FC236}">
                    <a16:creationId xmlns:a16="http://schemas.microsoft.com/office/drawing/2014/main" id="{1A9D874E-1F28-8BE3-BC01-188355367993}"/>
                  </a:ext>
                </a:extLst>
              </p14:cNvPr>
              <p14:cNvContentPartPr/>
              <p14:nvPr/>
            </p14:nvContentPartPr>
            <p14:xfrm>
              <a:off x="7977888" y="4005144"/>
              <a:ext cx="25560" cy="21240"/>
            </p14:xfrm>
          </p:contentPart>
        </mc:Choice>
        <mc:Fallback xmlns="">
          <p:pic>
            <p:nvPicPr>
              <p:cNvPr id="238" name="Ink 237">
                <a:extLst>
                  <a:ext uri="{FF2B5EF4-FFF2-40B4-BE49-F238E27FC236}">
                    <a16:creationId xmlns:a16="http://schemas.microsoft.com/office/drawing/2014/main" id="{1A9D874E-1F28-8BE3-BC01-188355367993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7969248" y="3996504"/>
                <a:ext cx="43200" cy="3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6" name="Group 255">
            <a:extLst>
              <a:ext uri="{FF2B5EF4-FFF2-40B4-BE49-F238E27FC236}">
                <a16:creationId xmlns:a16="http://schemas.microsoft.com/office/drawing/2014/main" id="{B2E969F6-758D-5D3A-215D-D4185523B572}"/>
              </a:ext>
            </a:extLst>
          </p:cNvPr>
          <p:cNvGrpSpPr/>
          <p:nvPr/>
        </p:nvGrpSpPr>
        <p:grpSpPr>
          <a:xfrm>
            <a:off x="1545048" y="4222224"/>
            <a:ext cx="1561680" cy="543960"/>
            <a:chOff x="1545048" y="4222224"/>
            <a:chExt cx="1561680" cy="54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61ED12B8-E9D6-EB17-1CA9-9784C8566835}"/>
                    </a:ext>
                  </a:extLst>
                </p14:cNvPr>
                <p14:cNvContentPartPr/>
                <p14:nvPr/>
              </p14:nvContentPartPr>
              <p14:xfrm>
                <a:off x="1545048" y="4222224"/>
                <a:ext cx="654120" cy="5439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61ED12B8-E9D6-EB17-1CA9-9784C856683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536048" y="4213584"/>
                  <a:ext cx="671760" cy="56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20730AE4-C52E-FC4D-35D5-1149B5BB91AF}"/>
                    </a:ext>
                  </a:extLst>
                </p14:cNvPr>
                <p14:cNvContentPartPr/>
                <p14:nvPr/>
              </p14:nvContentPartPr>
              <p14:xfrm>
                <a:off x="2334528" y="4391784"/>
                <a:ext cx="239040" cy="1944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20730AE4-C52E-FC4D-35D5-1149B5BB91AF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2325528" y="4382784"/>
                  <a:ext cx="2566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0EBAA2C6-4945-EE27-A371-21349FA952BB}"/>
                    </a:ext>
                  </a:extLst>
                </p14:cNvPr>
                <p14:cNvContentPartPr/>
                <p14:nvPr/>
              </p14:nvContentPartPr>
              <p14:xfrm>
                <a:off x="2660328" y="4469184"/>
                <a:ext cx="51480" cy="666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0EBAA2C6-4945-EE27-A371-21349FA952BB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651328" y="4460544"/>
                  <a:ext cx="691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7461BAC9-2F52-9234-A305-C92D77511C65}"/>
                    </a:ext>
                  </a:extLst>
                </p14:cNvPr>
                <p14:cNvContentPartPr/>
                <p14:nvPr/>
              </p14:nvContentPartPr>
              <p14:xfrm>
                <a:off x="2788848" y="4464504"/>
                <a:ext cx="80280" cy="619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7461BAC9-2F52-9234-A305-C92D77511C6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780208" y="4455864"/>
                  <a:ext cx="9792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A26AC4A6-9703-D357-D53F-341B854E103C}"/>
                    </a:ext>
                  </a:extLst>
                </p14:cNvPr>
                <p14:cNvContentPartPr/>
                <p14:nvPr/>
              </p14:nvContentPartPr>
              <p14:xfrm>
                <a:off x="2950488" y="4377024"/>
                <a:ext cx="156240" cy="17460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A26AC4A6-9703-D357-D53F-341B854E103C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941848" y="4368024"/>
                  <a:ext cx="173880" cy="19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C3E09005-6A49-8529-C960-2E70DC565FE5}"/>
              </a:ext>
            </a:extLst>
          </p:cNvPr>
          <p:cNvGrpSpPr/>
          <p:nvPr/>
        </p:nvGrpSpPr>
        <p:grpSpPr>
          <a:xfrm>
            <a:off x="3372048" y="4243824"/>
            <a:ext cx="1378440" cy="369720"/>
            <a:chOff x="3372048" y="4243824"/>
            <a:chExt cx="1378440" cy="36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9AEB80C2-152D-CF42-3A5B-8EE9227E7A0C}"/>
                    </a:ext>
                  </a:extLst>
                </p14:cNvPr>
                <p14:cNvContentPartPr/>
                <p14:nvPr/>
              </p14:nvContentPartPr>
              <p14:xfrm>
                <a:off x="3372048" y="4336344"/>
                <a:ext cx="183600" cy="2019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9AEB80C2-152D-CF42-3A5B-8EE9227E7A0C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3363048" y="4327704"/>
                  <a:ext cx="2012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4089C466-30E5-BBC4-21DC-A6D7CDA9F97B}"/>
                    </a:ext>
                  </a:extLst>
                </p14:cNvPr>
                <p14:cNvContentPartPr/>
                <p14:nvPr/>
              </p14:nvContentPartPr>
              <p14:xfrm>
                <a:off x="3441888" y="4450104"/>
                <a:ext cx="116280" cy="284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4089C466-30E5-BBC4-21DC-A6D7CDA9F97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3433248" y="4441464"/>
                  <a:ext cx="1339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F7935986-6B38-617B-B534-9B62DBDD8C2D}"/>
                    </a:ext>
                  </a:extLst>
                </p14:cNvPr>
                <p14:cNvContentPartPr/>
                <p14:nvPr/>
              </p14:nvContentPartPr>
              <p14:xfrm>
                <a:off x="3650328" y="4424904"/>
                <a:ext cx="123120" cy="6408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F7935986-6B38-617B-B534-9B62DBDD8C2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3641688" y="4415904"/>
                  <a:ext cx="1407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AD079A97-266E-856A-4CB7-587715F8AF0D}"/>
                    </a:ext>
                  </a:extLst>
                </p14:cNvPr>
                <p14:cNvContentPartPr/>
                <p14:nvPr/>
              </p14:nvContentPartPr>
              <p14:xfrm>
                <a:off x="3830688" y="4243824"/>
                <a:ext cx="295920" cy="24048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AD079A97-266E-856A-4CB7-587715F8AF0D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3821688" y="4234824"/>
                  <a:ext cx="31356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43A2229C-96FA-E6AA-EBC0-314DB9EEBD23}"/>
                    </a:ext>
                  </a:extLst>
                </p14:cNvPr>
                <p14:cNvContentPartPr/>
                <p14:nvPr/>
              </p14:nvContentPartPr>
              <p14:xfrm>
                <a:off x="4173768" y="4400784"/>
                <a:ext cx="194400" cy="2127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43A2229C-96FA-E6AA-EBC0-314DB9EEBD23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4165128" y="4391784"/>
                  <a:ext cx="2120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3D150674-F728-4AEE-98D8-5307D259156B}"/>
                    </a:ext>
                  </a:extLst>
                </p14:cNvPr>
                <p14:cNvContentPartPr/>
                <p14:nvPr/>
              </p14:nvContentPartPr>
              <p14:xfrm>
                <a:off x="4383648" y="4326624"/>
                <a:ext cx="8280" cy="3528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3D150674-F728-4AEE-98D8-5307D259156B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4374648" y="4317624"/>
                  <a:ext cx="259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7A82531F-895A-37AC-8FC8-C8D778730900}"/>
                    </a:ext>
                  </a:extLst>
                </p14:cNvPr>
                <p14:cNvContentPartPr/>
                <p14:nvPr/>
              </p14:nvContentPartPr>
              <p14:xfrm>
                <a:off x="4421448" y="4386744"/>
                <a:ext cx="107640" cy="867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7A82531F-895A-37AC-8FC8-C8D778730900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4412808" y="4378104"/>
                  <a:ext cx="12528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6422FE02-0DD3-FFDD-046D-C1BEBEF9DEC2}"/>
                    </a:ext>
                  </a:extLst>
                </p14:cNvPr>
                <p14:cNvContentPartPr/>
                <p14:nvPr/>
              </p14:nvContentPartPr>
              <p14:xfrm>
                <a:off x="4719528" y="4450824"/>
                <a:ext cx="30960" cy="482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6422FE02-0DD3-FFDD-046D-C1BEBEF9DEC2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4710528" y="4441824"/>
                  <a:ext cx="4860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7D2A1E5A-50A6-088F-1F62-931F548A4F52}"/>
                    </a:ext>
                  </a:extLst>
                </p14:cNvPr>
                <p14:cNvContentPartPr/>
                <p14:nvPr/>
              </p14:nvContentPartPr>
              <p14:xfrm>
                <a:off x="4724208" y="4305024"/>
                <a:ext cx="13320" cy="471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7D2A1E5A-50A6-088F-1F62-931F548A4F52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715208" y="4296384"/>
                  <a:ext cx="30960" cy="6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50354E61-79C8-66C0-3224-9DFC52B8183E}"/>
              </a:ext>
            </a:extLst>
          </p:cNvPr>
          <p:cNvGrpSpPr/>
          <p:nvPr/>
        </p:nvGrpSpPr>
        <p:grpSpPr>
          <a:xfrm>
            <a:off x="5196168" y="4336344"/>
            <a:ext cx="536400" cy="299520"/>
            <a:chOff x="5196168" y="4336344"/>
            <a:chExt cx="53640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CACC79CE-7952-9DE6-E921-6908673F3CA5}"/>
                    </a:ext>
                  </a:extLst>
                </p14:cNvPr>
                <p14:cNvContentPartPr/>
                <p14:nvPr/>
              </p14:nvContentPartPr>
              <p14:xfrm>
                <a:off x="5196168" y="4376304"/>
                <a:ext cx="337680" cy="25956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CACC79CE-7952-9DE6-E921-6908673F3CA5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5187528" y="4367304"/>
                  <a:ext cx="35532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6EA70A68-B402-0B5B-A8C8-778C145C57A5}"/>
                    </a:ext>
                  </a:extLst>
                </p14:cNvPr>
                <p14:cNvContentPartPr/>
                <p14:nvPr/>
              </p14:nvContentPartPr>
              <p14:xfrm>
                <a:off x="5709528" y="4482504"/>
                <a:ext cx="23040" cy="3384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6EA70A68-B402-0B5B-A8C8-778C145C57A5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5700528" y="4473864"/>
                  <a:ext cx="406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9C1025A8-0E75-5488-8F83-C452765E85A3}"/>
                    </a:ext>
                  </a:extLst>
                </p14:cNvPr>
                <p14:cNvContentPartPr/>
                <p14:nvPr/>
              </p14:nvContentPartPr>
              <p14:xfrm>
                <a:off x="5728248" y="4336344"/>
                <a:ext cx="4320" cy="198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9C1025A8-0E75-5488-8F83-C452765E85A3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5719248" y="4327704"/>
                  <a:ext cx="21960" cy="37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A518A6D4-75E6-B1C3-82F9-D7915EFF6229}"/>
                  </a:ext>
                </a:extLst>
              </p14:cNvPr>
              <p14:cNvContentPartPr/>
              <p14:nvPr/>
            </p14:nvContentPartPr>
            <p14:xfrm>
              <a:off x="6166368" y="4417344"/>
              <a:ext cx="33120" cy="1944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A518A6D4-75E6-B1C3-82F9-D7915EFF6229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6157728" y="4408344"/>
                <a:ext cx="50760" cy="37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170E587-CD4A-ADE4-A308-42343D829B8E}"/>
              </a:ext>
            </a:extLst>
          </p:cNvPr>
          <p:cNvGrpSpPr/>
          <p:nvPr/>
        </p:nvGrpSpPr>
        <p:grpSpPr>
          <a:xfrm>
            <a:off x="6161688" y="4342104"/>
            <a:ext cx="3895560" cy="347040"/>
            <a:chOff x="6161688" y="4342104"/>
            <a:chExt cx="3895560" cy="34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5D1D9FF1-FD06-3034-798B-33E94927687B}"/>
                    </a:ext>
                  </a:extLst>
                </p14:cNvPr>
                <p14:cNvContentPartPr/>
                <p14:nvPr/>
              </p14:nvContentPartPr>
              <p14:xfrm>
                <a:off x="6161688" y="4402584"/>
                <a:ext cx="191160" cy="11376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5D1D9FF1-FD06-3034-798B-33E94927687B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6152688" y="4393944"/>
                  <a:ext cx="20880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5270B14E-A9F7-2077-DB63-1D3C5D21991A}"/>
                    </a:ext>
                  </a:extLst>
                </p14:cNvPr>
                <p14:cNvContentPartPr/>
                <p14:nvPr/>
              </p14:nvContentPartPr>
              <p14:xfrm>
                <a:off x="6402168" y="4358664"/>
                <a:ext cx="13320" cy="468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5270B14E-A9F7-2077-DB63-1D3C5D21991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393528" y="4350024"/>
                  <a:ext cx="309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AE8F5EA7-391E-0AE4-9762-4C0553A5CFA8}"/>
                    </a:ext>
                  </a:extLst>
                </p14:cNvPr>
                <p14:cNvContentPartPr/>
                <p14:nvPr/>
              </p14:nvContentPartPr>
              <p14:xfrm>
                <a:off x="6433488" y="4403664"/>
                <a:ext cx="288000" cy="2854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AE8F5EA7-391E-0AE4-9762-4C0553A5CFA8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424488" y="4394664"/>
                  <a:ext cx="30564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F55E89C9-3E41-5710-27FC-E1EF6665889A}"/>
                    </a:ext>
                  </a:extLst>
                </p14:cNvPr>
                <p14:cNvContentPartPr/>
                <p14:nvPr/>
              </p14:nvContentPartPr>
              <p14:xfrm>
                <a:off x="6925248" y="4451544"/>
                <a:ext cx="146160" cy="216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F55E89C9-3E41-5710-27FC-E1EF6665889A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6916248" y="4442544"/>
                  <a:ext cx="1638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06CAFDA2-F882-D3E4-2B95-0DB95BCFCBD1}"/>
                    </a:ext>
                  </a:extLst>
                </p14:cNvPr>
                <p14:cNvContentPartPr/>
                <p14:nvPr/>
              </p14:nvContentPartPr>
              <p14:xfrm>
                <a:off x="7184448" y="4405104"/>
                <a:ext cx="252720" cy="853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06CAFDA2-F882-D3E4-2B95-0DB95BCFCBD1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175808" y="4396104"/>
                  <a:ext cx="27036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D5A196B5-1272-C488-2E1C-A15C25B932EA}"/>
                    </a:ext>
                  </a:extLst>
                </p14:cNvPr>
                <p14:cNvContentPartPr/>
                <p14:nvPr/>
              </p14:nvContentPartPr>
              <p14:xfrm>
                <a:off x="7525008" y="4405464"/>
                <a:ext cx="266760" cy="630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D5A196B5-1272-C488-2E1C-A15C25B932EA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516008" y="4396824"/>
                  <a:ext cx="28440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A39638E4-28C0-2785-ADB7-37036BBCE618}"/>
                    </a:ext>
                  </a:extLst>
                </p14:cNvPr>
                <p14:cNvContentPartPr/>
                <p14:nvPr/>
              </p14:nvContentPartPr>
              <p14:xfrm>
                <a:off x="7991208" y="4434624"/>
                <a:ext cx="199440" cy="1080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A39638E4-28C0-2785-ADB7-37036BBCE618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7982568" y="4425984"/>
                  <a:ext cx="2170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F1ED452B-D00C-E9DD-A0A5-486BB510F80B}"/>
                    </a:ext>
                  </a:extLst>
                </p14:cNvPr>
                <p14:cNvContentPartPr/>
                <p14:nvPr/>
              </p14:nvContentPartPr>
              <p14:xfrm>
                <a:off x="8024328" y="4377744"/>
                <a:ext cx="29520" cy="2224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F1ED452B-D00C-E9DD-A0A5-486BB510F80B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015328" y="4368744"/>
                  <a:ext cx="471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04FFBD98-26F4-35F7-5152-989DECE78230}"/>
                    </a:ext>
                  </a:extLst>
                </p14:cNvPr>
                <p14:cNvContentPartPr/>
                <p14:nvPr/>
              </p14:nvContentPartPr>
              <p14:xfrm>
                <a:off x="8372808" y="4362984"/>
                <a:ext cx="205560" cy="1141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04FFBD98-26F4-35F7-5152-989DECE78230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364168" y="4354344"/>
                  <a:ext cx="22320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17610454-CECB-92A8-4A38-066AF9B72814}"/>
                    </a:ext>
                  </a:extLst>
                </p14:cNvPr>
                <p14:cNvContentPartPr/>
                <p14:nvPr/>
              </p14:nvContentPartPr>
              <p14:xfrm>
                <a:off x="8687448" y="4412304"/>
                <a:ext cx="39960" cy="536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17610454-CECB-92A8-4A38-066AF9B72814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8678448" y="4403304"/>
                  <a:ext cx="576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9C5658E9-2132-15AA-CF3D-08E80B461677}"/>
                    </a:ext>
                  </a:extLst>
                </p14:cNvPr>
                <p14:cNvContentPartPr/>
                <p14:nvPr/>
              </p14:nvContentPartPr>
              <p14:xfrm>
                <a:off x="8831448" y="4397904"/>
                <a:ext cx="181080" cy="5328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9C5658E9-2132-15AA-CF3D-08E80B46167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8822808" y="4388904"/>
                  <a:ext cx="19872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D7B3E864-B914-480E-6922-B27DCF40BA6F}"/>
                    </a:ext>
                  </a:extLst>
                </p14:cNvPr>
                <p14:cNvContentPartPr/>
                <p14:nvPr/>
              </p14:nvContentPartPr>
              <p14:xfrm>
                <a:off x="9074448" y="4401864"/>
                <a:ext cx="196920" cy="3816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D7B3E864-B914-480E-6922-B27DCF40BA6F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065448" y="4392864"/>
                  <a:ext cx="2145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77991E25-2051-DFA0-9D73-26DBD876F664}"/>
                    </a:ext>
                  </a:extLst>
                </p14:cNvPr>
                <p14:cNvContentPartPr/>
                <p14:nvPr/>
              </p14:nvContentPartPr>
              <p14:xfrm>
                <a:off x="9478008" y="4392144"/>
                <a:ext cx="579240" cy="601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77991E25-2051-DFA0-9D73-26DBD876F664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469368" y="4383504"/>
                  <a:ext cx="5968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13246F40-65B5-FE77-FA00-6CEB4DCE9D9F}"/>
                    </a:ext>
                  </a:extLst>
                </p14:cNvPr>
                <p14:cNvContentPartPr/>
                <p14:nvPr/>
              </p14:nvContentPartPr>
              <p14:xfrm>
                <a:off x="9822888" y="4342104"/>
                <a:ext cx="172800" cy="1537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13246F40-65B5-FE77-FA00-6CEB4DCE9D9F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9813888" y="4333104"/>
                  <a:ext cx="190440" cy="17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23E546B6-EE11-0C04-EC30-1255333D9911}"/>
              </a:ext>
            </a:extLst>
          </p:cNvPr>
          <p:cNvGrpSpPr/>
          <p:nvPr/>
        </p:nvGrpSpPr>
        <p:grpSpPr>
          <a:xfrm>
            <a:off x="10316808" y="4343544"/>
            <a:ext cx="887400" cy="301320"/>
            <a:chOff x="10316808" y="4343544"/>
            <a:chExt cx="887400" cy="30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97402881-87F7-5158-D7DE-7907E419AA5D}"/>
                    </a:ext>
                  </a:extLst>
                </p14:cNvPr>
                <p14:cNvContentPartPr/>
                <p14:nvPr/>
              </p14:nvContentPartPr>
              <p14:xfrm>
                <a:off x="10316808" y="4343544"/>
                <a:ext cx="115560" cy="3013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97402881-87F7-5158-D7DE-7907E419AA5D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307808" y="4334544"/>
                  <a:ext cx="13320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02223ADC-C451-8EA7-56F8-FD32774F2FD1}"/>
                    </a:ext>
                  </a:extLst>
                </p14:cNvPr>
                <p14:cNvContentPartPr/>
                <p14:nvPr/>
              </p14:nvContentPartPr>
              <p14:xfrm>
                <a:off x="10538928" y="4370544"/>
                <a:ext cx="66600" cy="9288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02223ADC-C451-8EA7-56F8-FD32774F2FD1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0530288" y="4361544"/>
                  <a:ext cx="8424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C296D833-8E32-AE84-9FB7-D86F8FC07AFA}"/>
                    </a:ext>
                  </a:extLst>
                </p14:cNvPr>
                <p14:cNvContentPartPr/>
                <p14:nvPr/>
              </p14:nvContentPartPr>
              <p14:xfrm>
                <a:off x="10654488" y="4379544"/>
                <a:ext cx="453960" cy="7668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C296D833-8E32-AE84-9FB7-D86F8FC07AFA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645488" y="4370904"/>
                  <a:ext cx="47160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5AB7FF4E-6B73-85A7-4E83-E275EE4C7831}"/>
                    </a:ext>
                  </a:extLst>
                </p14:cNvPr>
                <p14:cNvContentPartPr/>
                <p14:nvPr/>
              </p14:nvContentPartPr>
              <p14:xfrm>
                <a:off x="11175048" y="4422024"/>
                <a:ext cx="29160" cy="612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5AB7FF4E-6B73-85A7-4E83-E275EE4C7831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1166048" y="4413384"/>
                  <a:ext cx="46800" cy="2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FF564F1D-D632-CF1A-728E-832B3DDE877F}"/>
              </a:ext>
            </a:extLst>
          </p:cNvPr>
          <p:cNvGrpSpPr/>
          <p:nvPr/>
        </p:nvGrpSpPr>
        <p:grpSpPr>
          <a:xfrm>
            <a:off x="6171048" y="4605264"/>
            <a:ext cx="343800" cy="213480"/>
            <a:chOff x="6171048" y="4605264"/>
            <a:chExt cx="343800" cy="21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CC276BA7-964F-FF7E-2399-75703FD28EC8}"/>
                    </a:ext>
                  </a:extLst>
                </p14:cNvPr>
                <p14:cNvContentPartPr/>
                <p14:nvPr/>
              </p14:nvContentPartPr>
              <p14:xfrm>
                <a:off x="6171048" y="4605264"/>
                <a:ext cx="95400" cy="1782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CC276BA7-964F-FF7E-2399-75703FD28EC8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6162048" y="4596624"/>
                  <a:ext cx="1130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A47BA275-B9BB-5933-36E8-E15821DE271E}"/>
                    </a:ext>
                  </a:extLst>
                </p14:cNvPr>
                <p14:cNvContentPartPr/>
                <p14:nvPr/>
              </p14:nvContentPartPr>
              <p14:xfrm>
                <a:off x="6433488" y="4650984"/>
                <a:ext cx="81360" cy="1677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A47BA275-B9BB-5933-36E8-E15821DE271E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424488" y="4642344"/>
                  <a:ext cx="99000" cy="18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CF310DD3-DD43-C274-7047-1C308D1D16FF}"/>
              </a:ext>
            </a:extLst>
          </p:cNvPr>
          <p:cNvGrpSpPr/>
          <p:nvPr/>
        </p:nvGrpSpPr>
        <p:grpSpPr>
          <a:xfrm>
            <a:off x="7242048" y="4630464"/>
            <a:ext cx="311040" cy="146160"/>
            <a:chOff x="7242048" y="4630464"/>
            <a:chExt cx="311040" cy="14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2C4D73BA-7DD9-E881-CB93-6C8E11A935AF}"/>
                    </a:ext>
                  </a:extLst>
                </p14:cNvPr>
                <p14:cNvContentPartPr/>
                <p14:nvPr/>
              </p14:nvContentPartPr>
              <p14:xfrm>
                <a:off x="7242048" y="4630464"/>
                <a:ext cx="110880" cy="12312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2C4D73BA-7DD9-E881-CB93-6C8E11A935A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233408" y="4621464"/>
                  <a:ext cx="1285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42D44365-5F72-16E0-3194-DEA13A7C0009}"/>
                    </a:ext>
                  </a:extLst>
                </p14:cNvPr>
                <p14:cNvContentPartPr/>
                <p14:nvPr/>
              </p14:nvContentPartPr>
              <p14:xfrm>
                <a:off x="7479648" y="4656744"/>
                <a:ext cx="73440" cy="1198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42D44365-5F72-16E0-3194-DEA13A7C0009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471008" y="4648104"/>
                  <a:ext cx="91080" cy="13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DD859FB8-1F5F-F618-AC60-750C0AA3E600}"/>
              </a:ext>
            </a:extLst>
          </p:cNvPr>
          <p:cNvGrpSpPr/>
          <p:nvPr/>
        </p:nvGrpSpPr>
        <p:grpSpPr>
          <a:xfrm>
            <a:off x="8609328" y="4602384"/>
            <a:ext cx="402480" cy="187200"/>
            <a:chOff x="8609328" y="4602384"/>
            <a:chExt cx="402480" cy="18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16F6EA75-71CD-BB82-56DC-69E9D011CDD4}"/>
                    </a:ext>
                  </a:extLst>
                </p14:cNvPr>
                <p14:cNvContentPartPr/>
                <p14:nvPr/>
              </p14:nvContentPartPr>
              <p14:xfrm>
                <a:off x="8609328" y="4627584"/>
                <a:ext cx="59040" cy="921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16F6EA75-71CD-BB82-56DC-69E9D011CDD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600328" y="4618944"/>
                  <a:ext cx="766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8F06E07B-C33B-26D2-DB64-A74278AF98A0}"/>
                    </a:ext>
                  </a:extLst>
                </p14:cNvPr>
                <p14:cNvContentPartPr/>
                <p14:nvPr/>
              </p14:nvContentPartPr>
              <p14:xfrm>
                <a:off x="8849808" y="4602384"/>
                <a:ext cx="162000" cy="1872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8F06E07B-C33B-26D2-DB64-A74278AF98A0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840808" y="4593744"/>
                  <a:ext cx="17964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D9973C93-1C26-E1C0-D611-6254F5FF07C1}"/>
              </a:ext>
            </a:extLst>
          </p:cNvPr>
          <p:cNvGrpSpPr/>
          <p:nvPr/>
        </p:nvGrpSpPr>
        <p:grpSpPr>
          <a:xfrm>
            <a:off x="10479888" y="4669704"/>
            <a:ext cx="368280" cy="198720"/>
            <a:chOff x="10479888" y="4669704"/>
            <a:chExt cx="368280" cy="19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3399F20C-E1AC-CAF5-07E9-F956F7B27EEF}"/>
                    </a:ext>
                  </a:extLst>
                </p14:cNvPr>
                <p14:cNvContentPartPr/>
                <p14:nvPr/>
              </p14:nvContentPartPr>
              <p14:xfrm>
                <a:off x="10479888" y="4669704"/>
                <a:ext cx="90720" cy="14076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3399F20C-E1AC-CAF5-07E9-F956F7B27EEF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0470888" y="4661064"/>
                  <a:ext cx="1083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4D5F28E1-CFAE-56DA-F26A-44B9CBF2BEF7}"/>
                    </a:ext>
                  </a:extLst>
                </p14:cNvPr>
                <p14:cNvContentPartPr/>
                <p14:nvPr/>
              </p14:nvContentPartPr>
              <p14:xfrm>
                <a:off x="10654488" y="4709664"/>
                <a:ext cx="193680" cy="15876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4D5F28E1-CFAE-56DA-F26A-44B9CBF2BEF7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0645488" y="4700664"/>
                  <a:ext cx="211320" cy="17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605489D5-47F7-C62B-8396-0B2A8494FCE2}"/>
              </a:ext>
            </a:extLst>
          </p:cNvPr>
          <p:cNvGrpSpPr/>
          <p:nvPr/>
        </p:nvGrpSpPr>
        <p:grpSpPr>
          <a:xfrm>
            <a:off x="1593648" y="4915584"/>
            <a:ext cx="501480" cy="480240"/>
            <a:chOff x="1593648" y="4915584"/>
            <a:chExt cx="501480" cy="48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19A2896D-3D11-222B-30DE-D2F7037E9266}"/>
                    </a:ext>
                  </a:extLst>
                </p14:cNvPr>
                <p14:cNvContentPartPr/>
                <p14:nvPr/>
              </p14:nvContentPartPr>
              <p14:xfrm>
                <a:off x="1794888" y="5046984"/>
                <a:ext cx="111240" cy="1702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19A2896D-3D11-222B-30DE-D2F7037E9266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786248" y="5038344"/>
                  <a:ext cx="1288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F5B31111-7AC8-E833-6850-34124C912A7A}"/>
                    </a:ext>
                  </a:extLst>
                </p14:cNvPr>
                <p14:cNvContentPartPr/>
                <p14:nvPr/>
              </p14:nvContentPartPr>
              <p14:xfrm>
                <a:off x="1593648" y="4915584"/>
                <a:ext cx="501480" cy="4802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F5B31111-7AC8-E833-6850-34124C912A7A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584648" y="4906584"/>
                  <a:ext cx="519120" cy="49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51F9A541-EC23-350E-A34E-1EF9FA19F5FF}"/>
              </a:ext>
            </a:extLst>
          </p:cNvPr>
          <p:cNvGrpSpPr/>
          <p:nvPr/>
        </p:nvGrpSpPr>
        <p:grpSpPr>
          <a:xfrm>
            <a:off x="2361528" y="4953744"/>
            <a:ext cx="1224360" cy="413280"/>
            <a:chOff x="2361528" y="4953744"/>
            <a:chExt cx="1224360" cy="41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13562D98-7957-954E-42DA-740A7C56BE41}"/>
                    </a:ext>
                  </a:extLst>
                </p14:cNvPr>
                <p14:cNvContentPartPr/>
                <p14:nvPr/>
              </p14:nvContentPartPr>
              <p14:xfrm>
                <a:off x="2361528" y="4953744"/>
                <a:ext cx="169560" cy="26352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13562D98-7957-954E-42DA-740A7C56BE41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2352528" y="4945104"/>
                  <a:ext cx="18720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64219ACE-9DB0-D67A-80EB-25F751200790}"/>
                    </a:ext>
                  </a:extLst>
                </p14:cNvPr>
                <p14:cNvContentPartPr/>
                <p14:nvPr/>
              </p14:nvContentPartPr>
              <p14:xfrm>
                <a:off x="2527128" y="5131584"/>
                <a:ext cx="291600" cy="23544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64219ACE-9DB0-D67A-80EB-25F751200790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2518128" y="5122944"/>
                  <a:ext cx="30924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5A9B8C00-4D7B-A09A-A086-5EBB84A09859}"/>
                    </a:ext>
                  </a:extLst>
                </p14:cNvPr>
                <p14:cNvContentPartPr/>
                <p14:nvPr/>
              </p14:nvContentPartPr>
              <p14:xfrm>
                <a:off x="2930328" y="5044464"/>
                <a:ext cx="33480" cy="17028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5A9B8C00-4D7B-A09A-A086-5EBB84A09859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2921688" y="5035464"/>
                  <a:ext cx="511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A4E024EB-D5A4-7FAB-128A-B01490F83E82}"/>
                    </a:ext>
                  </a:extLst>
                </p14:cNvPr>
                <p14:cNvContentPartPr/>
                <p14:nvPr/>
              </p14:nvContentPartPr>
              <p14:xfrm>
                <a:off x="2939688" y="5127624"/>
                <a:ext cx="118440" cy="2340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A4E024EB-D5A4-7FAB-128A-B01490F83E82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2930688" y="5118984"/>
                  <a:ext cx="1360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9481537F-2B95-3E32-5D63-3147846827DC}"/>
                    </a:ext>
                  </a:extLst>
                </p14:cNvPr>
                <p14:cNvContentPartPr/>
                <p14:nvPr/>
              </p14:nvContentPartPr>
              <p14:xfrm>
                <a:off x="3050208" y="5107464"/>
                <a:ext cx="73080" cy="680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9481537F-2B95-3E32-5D63-3147846827DC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3041208" y="5098464"/>
                  <a:ext cx="9072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706AFAE9-A272-2534-3942-C55CF47C85EE}"/>
                    </a:ext>
                  </a:extLst>
                </p14:cNvPr>
                <p14:cNvContentPartPr/>
                <p14:nvPr/>
              </p14:nvContentPartPr>
              <p14:xfrm>
                <a:off x="3192408" y="4968504"/>
                <a:ext cx="218520" cy="22356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706AFAE9-A272-2534-3942-C55CF47C85EE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3183768" y="4959864"/>
                  <a:ext cx="2361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1FBB1706-C39D-A15B-8020-8D105A0E2436}"/>
                    </a:ext>
                  </a:extLst>
                </p14:cNvPr>
                <p14:cNvContentPartPr/>
                <p14:nvPr/>
              </p14:nvContentPartPr>
              <p14:xfrm>
                <a:off x="3489048" y="5138784"/>
                <a:ext cx="82440" cy="5580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1FBB1706-C39D-A15B-8020-8D105A0E2436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3480048" y="5129784"/>
                  <a:ext cx="10008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375AEC4E-E23F-6909-F707-E49FF2099AA6}"/>
                    </a:ext>
                  </a:extLst>
                </p14:cNvPr>
                <p14:cNvContentPartPr/>
                <p14:nvPr/>
              </p14:nvContentPartPr>
              <p14:xfrm>
                <a:off x="3485808" y="4988304"/>
                <a:ext cx="100080" cy="5004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375AEC4E-E23F-6909-F707-E49FF2099AA6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3477168" y="4979664"/>
                  <a:ext cx="11772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59FF7862-B6C4-D3AB-6C66-5E92A02E2F29}"/>
              </a:ext>
            </a:extLst>
          </p:cNvPr>
          <p:cNvGrpSpPr/>
          <p:nvPr/>
        </p:nvGrpSpPr>
        <p:grpSpPr>
          <a:xfrm>
            <a:off x="3926088" y="4837464"/>
            <a:ext cx="1533240" cy="608400"/>
            <a:chOff x="3926088" y="4837464"/>
            <a:chExt cx="1533240" cy="60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122C554F-EB22-88F0-1951-59D6EBC626D7}"/>
                    </a:ext>
                  </a:extLst>
                </p14:cNvPr>
                <p14:cNvContentPartPr/>
                <p14:nvPr/>
              </p14:nvContentPartPr>
              <p14:xfrm>
                <a:off x="3926088" y="4860864"/>
                <a:ext cx="374040" cy="58500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122C554F-EB22-88F0-1951-59D6EBC626D7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3917448" y="4852224"/>
                  <a:ext cx="391680" cy="60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C3C00EB9-A052-1706-1946-0F02777F0E74}"/>
                    </a:ext>
                  </a:extLst>
                </p14:cNvPr>
                <p14:cNvContentPartPr/>
                <p14:nvPr/>
              </p14:nvContentPartPr>
              <p14:xfrm>
                <a:off x="4354848" y="4970664"/>
                <a:ext cx="248040" cy="20232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C3C00EB9-A052-1706-1946-0F02777F0E74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4346208" y="4962024"/>
                  <a:ext cx="2656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2E897A84-49A6-128B-B77A-B08B088A005B}"/>
                    </a:ext>
                  </a:extLst>
                </p14:cNvPr>
                <p14:cNvContentPartPr/>
                <p14:nvPr/>
              </p14:nvContentPartPr>
              <p14:xfrm>
                <a:off x="4618008" y="5070024"/>
                <a:ext cx="259920" cy="9144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2E897A84-49A6-128B-B77A-B08B088A005B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4609008" y="5061384"/>
                  <a:ext cx="27756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F1452DA2-7016-9E3C-4E81-F03EE7A63869}"/>
                    </a:ext>
                  </a:extLst>
                </p14:cNvPr>
                <p14:cNvContentPartPr/>
                <p14:nvPr/>
              </p14:nvContentPartPr>
              <p14:xfrm>
                <a:off x="4893408" y="4970304"/>
                <a:ext cx="3240" cy="1728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F1452DA2-7016-9E3C-4E81-F03EE7A63869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4884768" y="4961664"/>
                  <a:ext cx="2088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1BD7A851-33E4-4A5A-0901-CB2BF41B0406}"/>
                    </a:ext>
                  </a:extLst>
                </p14:cNvPr>
                <p14:cNvContentPartPr/>
                <p14:nvPr/>
              </p14:nvContentPartPr>
              <p14:xfrm>
                <a:off x="4979448" y="4837464"/>
                <a:ext cx="72360" cy="28008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1BD7A851-33E4-4A5A-0901-CB2BF41B0406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4970448" y="4828464"/>
                  <a:ext cx="9000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F137B223-5488-39EF-2F7F-1A24020A6FCF}"/>
                    </a:ext>
                  </a:extLst>
                </p14:cNvPr>
                <p14:cNvContentPartPr/>
                <p14:nvPr/>
              </p14:nvContentPartPr>
              <p14:xfrm>
                <a:off x="5072328" y="4998384"/>
                <a:ext cx="3600" cy="4248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F137B223-5488-39EF-2F7F-1A24020A6FCF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5063688" y="4989384"/>
                  <a:ext cx="2124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BE4FC632-42D3-E503-286F-965AFE8DD785}"/>
                    </a:ext>
                  </a:extLst>
                </p14:cNvPr>
                <p14:cNvContentPartPr/>
                <p14:nvPr/>
              </p14:nvContentPartPr>
              <p14:xfrm>
                <a:off x="5093928" y="5040864"/>
                <a:ext cx="99720" cy="7308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BE4FC632-42D3-E503-286F-965AFE8DD785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5085288" y="5031864"/>
                  <a:ext cx="11736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C4E55B9B-F989-63A1-A92C-4F127D8D409D}"/>
                    </a:ext>
                  </a:extLst>
                </p14:cNvPr>
                <p14:cNvContentPartPr/>
                <p14:nvPr/>
              </p14:nvContentPartPr>
              <p14:xfrm>
                <a:off x="5084208" y="4891464"/>
                <a:ext cx="115200" cy="2916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C4E55B9B-F989-63A1-A92C-4F127D8D409D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5075568" y="4882464"/>
                  <a:ext cx="1328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DE729905-E51F-BC70-AF7B-F7CBED8F079D}"/>
                    </a:ext>
                  </a:extLst>
                </p14:cNvPr>
                <p14:cNvContentPartPr/>
                <p14:nvPr/>
              </p14:nvContentPartPr>
              <p14:xfrm>
                <a:off x="5388048" y="4971384"/>
                <a:ext cx="29880" cy="792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DE729905-E51F-BC70-AF7B-F7CBED8F079D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5379048" y="4962744"/>
                  <a:ext cx="47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B01E879D-DEEC-E6E9-981E-2291394D74B6}"/>
                    </a:ext>
                  </a:extLst>
                </p14:cNvPr>
                <p14:cNvContentPartPr/>
                <p14:nvPr/>
              </p14:nvContentPartPr>
              <p14:xfrm>
                <a:off x="5237208" y="5128704"/>
                <a:ext cx="6480" cy="565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B01E879D-DEEC-E6E9-981E-2291394D74B6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5228568" y="5120064"/>
                  <a:ext cx="2412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8F53656A-50D5-5434-C1A5-1DE0445D0314}"/>
                    </a:ext>
                  </a:extLst>
                </p14:cNvPr>
                <p14:cNvContentPartPr/>
                <p14:nvPr/>
              </p14:nvContentPartPr>
              <p14:xfrm>
                <a:off x="5253768" y="4987584"/>
                <a:ext cx="9360" cy="1476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8F53656A-50D5-5434-C1A5-1DE0445D0314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5244768" y="4978944"/>
                  <a:ext cx="270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20C870A3-A73B-5CA6-F571-DF12FCDECFA2}"/>
                    </a:ext>
                  </a:extLst>
                </p14:cNvPr>
                <p14:cNvContentPartPr/>
                <p14:nvPr/>
              </p14:nvContentPartPr>
              <p14:xfrm>
                <a:off x="5332968" y="5109984"/>
                <a:ext cx="126360" cy="1440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20C870A3-A73B-5CA6-F571-DF12FCDECFA2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5323968" y="5101344"/>
                  <a:ext cx="14400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6B9174BB-6321-7F6F-0254-2CCC0FD9468E}"/>
              </a:ext>
            </a:extLst>
          </p:cNvPr>
          <p:cNvGrpSpPr/>
          <p:nvPr/>
        </p:nvGrpSpPr>
        <p:grpSpPr>
          <a:xfrm>
            <a:off x="5845608" y="5126184"/>
            <a:ext cx="480240" cy="328680"/>
            <a:chOff x="5845608" y="5126184"/>
            <a:chExt cx="480240" cy="32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ED7FE706-CB59-2AE2-050E-1BA17D597794}"/>
                    </a:ext>
                  </a:extLst>
                </p14:cNvPr>
                <p14:cNvContentPartPr/>
                <p14:nvPr/>
              </p14:nvContentPartPr>
              <p14:xfrm>
                <a:off x="5845608" y="5126184"/>
                <a:ext cx="193320" cy="32868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ED7FE706-CB59-2AE2-050E-1BA17D597794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5836608" y="5117184"/>
                  <a:ext cx="210960" cy="34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65146168-5E23-C87E-539C-1BAD1A55EB08}"/>
                    </a:ext>
                  </a:extLst>
                </p14:cNvPr>
                <p14:cNvContentPartPr/>
                <p14:nvPr/>
              </p14:nvContentPartPr>
              <p14:xfrm>
                <a:off x="6184008" y="5262624"/>
                <a:ext cx="141840" cy="1404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65146168-5E23-C87E-539C-1BAD1A55EB08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6175368" y="5253624"/>
                  <a:ext cx="15948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E6AE637-5050-ABD7-E578-3751C94BFBA4}"/>
              </a:ext>
            </a:extLst>
          </p:cNvPr>
          <p:cNvGrpSpPr/>
          <p:nvPr/>
        </p:nvGrpSpPr>
        <p:grpSpPr>
          <a:xfrm>
            <a:off x="6654888" y="5143104"/>
            <a:ext cx="925200" cy="409320"/>
            <a:chOff x="6654888" y="5143104"/>
            <a:chExt cx="925200" cy="40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A0E926C1-A9ED-3D33-C4CB-F818542CBFEB}"/>
                    </a:ext>
                  </a:extLst>
                </p14:cNvPr>
                <p14:cNvContentPartPr/>
                <p14:nvPr/>
              </p14:nvContentPartPr>
              <p14:xfrm>
                <a:off x="6654888" y="5217984"/>
                <a:ext cx="234000" cy="1335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A0E926C1-A9ED-3D33-C4CB-F818542CBFEB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6646248" y="5208984"/>
                  <a:ext cx="2516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3A50BCBD-0148-D4E5-2CAD-FBBF09502A57}"/>
                    </a:ext>
                  </a:extLst>
                </p14:cNvPr>
                <p14:cNvContentPartPr/>
                <p14:nvPr/>
              </p14:nvContentPartPr>
              <p14:xfrm>
                <a:off x="6967008" y="5143104"/>
                <a:ext cx="403920" cy="18072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3A50BCBD-0148-D4E5-2CAD-FBBF09502A57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6958008" y="5134104"/>
                  <a:ext cx="42156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A9E39324-B94A-7D7C-BC10-469EB904BF7F}"/>
                    </a:ext>
                  </a:extLst>
                </p14:cNvPr>
                <p14:cNvContentPartPr/>
                <p14:nvPr/>
              </p14:nvContentPartPr>
              <p14:xfrm>
                <a:off x="7372368" y="5178384"/>
                <a:ext cx="5760" cy="2088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A9E39324-B94A-7D7C-BC10-469EB904BF7F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7363728" y="5169744"/>
                  <a:ext cx="234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7B03D2E8-93E1-0CD7-E732-0B53CD80FF85}"/>
                    </a:ext>
                  </a:extLst>
                </p14:cNvPr>
                <p14:cNvContentPartPr/>
                <p14:nvPr/>
              </p14:nvContentPartPr>
              <p14:xfrm>
                <a:off x="7404408" y="5210424"/>
                <a:ext cx="175680" cy="34200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7B03D2E8-93E1-0CD7-E732-0B53CD80FF85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7395768" y="5201784"/>
                  <a:ext cx="193320" cy="35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81186D58-AA10-41CF-1D49-2DC1A6F1526E}"/>
              </a:ext>
            </a:extLst>
          </p:cNvPr>
          <p:cNvGrpSpPr/>
          <p:nvPr/>
        </p:nvGrpSpPr>
        <p:grpSpPr>
          <a:xfrm>
            <a:off x="7816968" y="5156784"/>
            <a:ext cx="1009080" cy="238320"/>
            <a:chOff x="7816968" y="5156784"/>
            <a:chExt cx="1009080" cy="23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349CEC64-374A-9FCA-A454-236037AEDEF2}"/>
                    </a:ext>
                  </a:extLst>
                </p14:cNvPr>
                <p14:cNvContentPartPr/>
                <p14:nvPr/>
              </p14:nvContentPartPr>
              <p14:xfrm>
                <a:off x="7816968" y="5286744"/>
                <a:ext cx="216720" cy="432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349CEC64-374A-9FCA-A454-236037AEDEF2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7807968" y="5277744"/>
                  <a:ext cx="2343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E3D58786-6B1B-D55B-8A5D-E766C1E920D9}"/>
                    </a:ext>
                  </a:extLst>
                </p14:cNvPr>
                <p14:cNvContentPartPr/>
                <p14:nvPr/>
              </p14:nvContentPartPr>
              <p14:xfrm>
                <a:off x="8150688" y="5230224"/>
                <a:ext cx="167760" cy="10080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E3D58786-6B1B-D55B-8A5D-E766C1E920D9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8141688" y="5221584"/>
                  <a:ext cx="18540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06F01519-BEFE-36B0-01E9-A05EA0690B0A}"/>
                    </a:ext>
                  </a:extLst>
                </p14:cNvPr>
                <p14:cNvContentPartPr/>
                <p14:nvPr/>
              </p14:nvContentPartPr>
              <p14:xfrm>
                <a:off x="8410968" y="5156784"/>
                <a:ext cx="415080" cy="23832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06F01519-BEFE-36B0-01E9-A05EA0690B0A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8402328" y="5147784"/>
                  <a:ext cx="43272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ECB22BCE-71EC-FFC3-6FAB-F7F673D6AD33}"/>
              </a:ext>
            </a:extLst>
          </p:cNvPr>
          <p:cNvGrpSpPr/>
          <p:nvPr/>
        </p:nvGrpSpPr>
        <p:grpSpPr>
          <a:xfrm>
            <a:off x="9223128" y="5125104"/>
            <a:ext cx="1504800" cy="419760"/>
            <a:chOff x="9223128" y="5125104"/>
            <a:chExt cx="1504800" cy="41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D487A084-E630-2FEE-999B-B33CEACAB2B6}"/>
                    </a:ext>
                  </a:extLst>
                </p14:cNvPr>
                <p14:cNvContentPartPr/>
                <p14:nvPr/>
              </p14:nvContentPartPr>
              <p14:xfrm>
                <a:off x="9223128" y="5284584"/>
                <a:ext cx="186480" cy="6336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D487A084-E630-2FEE-999B-B33CEACAB2B6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9214128" y="5275944"/>
                  <a:ext cx="20412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84DA2B9B-DC4B-64C0-B51C-1F55EE69169E}"/>
                    </a:ext>
                  </a:extLst>
                </p14:cNvPr>
                <p14:cNvContentPartPr/>
                <p14:nvPr/>
              </p14:nvContentPartPr>
              <p14:xfrm>
                <a:off x="9280368" y="5410584"/>
                <a:ext cx="180000" cy="5328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84DA2B9B-DC4B-64C0-B51C-1F55EE69169E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9271728" y="5401944"/>
                  <a:ext cx="1976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28980388-3CA3-A1A1-3454-A9EB2D902316}"/>
                    </a:ext>
                  </a:extLst>
                </p14:cNvPr>
                <p14:cNvContentPartPr/>
                <p14:nvPr/>
              </p14:nvContentPartPr>
              <p14:xfrm>
                <a:off x="9251208" y="5311224"/>
                <a:ext cx="428760" cy="1346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28980388-3CA3-A1A1-3454-A9EB2D902316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9242208" y="5302224"/>
                  <a:ext cx="44640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7FEDBB55-16E2-7D68-8E1D-E8767D6F5FBC}"/>
                    </a:ext>
                  </a:extLst>
                </p14:cNvPr>
                <p14:cNvContentPartPr/>
                <p14:nvPr/>
              </p14:nvContentPartPr>
              <p14:xfrm>
                <a:off x="9676368" y="5255784"/>
                <a:ext cx="19080" cy="388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7FEDBB55-16E2-7D68-8E1D-E8767D6F5FBC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9667728" y="5246784"/>
                  <a:ext cx="3672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60875FD4-D898-8883-8458-293A9818A855}"/>
                    </a:ext>
                  </a:extLst>
                </p14:cNvPr>
                <p14:cNvContentPartPr/>
                <p14:nvPr/>
              </p14:nvContentPartPr>
              <p14:xfrm>
                <a:off x="9799128" y="5215104"/>
                <a:ext cx="373320" cy="32976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60875FD4-D898-8883-8458-293A9818A855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9790128" y="5206104"/>
                  <a:ext cx="39096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691730DF-3C0C-7503-FC57-557967FFA5B7}"/>
                    </a:ext>
                  </a:extLst>
                </p14:cNvPr>
                <p14:cNvContentPartPr/>
                <p14:nvPr/>
              </p14:nvContentPartPr>
              <p14:xfrm>
                <a:off x="10184688" y="5255064"/>
                <a:ext cx="65880" cy="2484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691730DF-3C0C-7503-FC57-557967FFA5B7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0175688" y="5246064"/>
                  <a:ext cx="835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A6DC681F-06E2-12F2-73D0-86341FE71CE8}"/>
                    </a:ext>
                  </a:extLst>
                </p14:cNvPr>
                <p14:cNvContentPartPr/>
                <p14:nvPr/>
              </p14:nvContentPartPr>
              <p14:xfrm>
                <a:off x="10455408" y="5125104"/>
                <a:ext cx="272520" cy="19044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A6DC681F-06E2-12F2-73D0-86341FE71CE8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0446768" y="5116464"/>
                  <a:ext cx="29016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63C68842-1032-7FBB-B4D3-3EF330254086}"/>
              </a:ext>
            </a:extLst>
          </p:cNvPr>
          <p:cNvGrpSpPr/>
          <p:nvPr/>
        </p:nvGrpSpPr>
        <p:grpSpPr>
          <a:xfrm>
            <a:off x="5449608" y="5499504"/>
            <a:ext cx="931320" cy="363240"/>
            <a:chOff x="5449608" y="5499504"/>
            <a:chExt cx="931320" cy="36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1220DCB9-021F-E706-F1B2-206AB783503F}"/>
                    </a:ext>
                  </a:extLst>
                </p14:cNvPr>
                <p14:cNvContentPartPr/>
                <p14:nvPr/>
              </p14:nvContentPartPr>
              <p14:xfrm>
                <a:off x="5449608" y="5499504"/>
                <a:ext cx="315360" cy="36324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1220DCB9-021F-E706-F1B2-206AB783503F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5440968" y="5490864"/>
                  <a:ext cx="33300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38CF7970-29E8-D04F-424F-577BDE40BE5A}"/>
                    </a:ext>
                  </a:extLst>
                </p14:cNvPr>
                <p14:cNvContentPartPr/>
                <p14:nvPr/>
              </p14:nvContentPartPr>
              <p14:xfrm>
                <a:off x="5806368" y="5710104"/>
                <a:ext cx="23760" cy="6984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38CF7970-29E8-D04F-424F-577BDE40BE5A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5797728" y="5701104"/>
                  <a:ext cx="414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30B921E2-C1C0-8C22-7A4C-03F42B43059F}"/>
                    </a:ext>
                  </a:extLst>
                </p14:cNvPr>
                <p14:cNvContentPartPr/>
                <p14:nvPr/>
              </p14:nvContentPartPr>
              <p14:xfrm>
                <a:off x="5791968" y="5666904"/>
                <a:ext cx="6120" cy="1980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30B921E2-C1C0-8C22-7A4C-03F42B43059F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5782968" y="5658264"/>
                  <a:ext cx="237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18A6A102-68CD-8E53-597B-BA03DBC288E7}"/>
                    </a:ext>
                  </a:extLst>
                </p14:cNvPr>
                <p14:cNvContentPartPr/>
                <p14:nvPr/>
              </p14:nvContentPartPr>
              <p14:xfrm>
                <a:off x="5869008" y="5701464"/>
                <a:ext cx="172080" cy="5472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18A6A102-68CD-8E53-597B-BA03DBC288E7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5860368" y="5692824"/>
                  <a:ext cx="18972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6B52C275-ABBD-FF0B-ED19-1D4DB2CE28A5}"/>
                    </a:ext>
                  </a:extLst>
                </p14:cNvPr>
                <p14:cNvContentPartPr/>
                <p14:nvPr/>
              </p14:nvContentPartPr>
              <p14:xfrm>
                <a:off x="6051528" y="5640984"/>
                <a:ext cx="32040" cy="3024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6B52C275-ABBD-FF0B-ED19-1D4DB2CE28A5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6042528" y="5631984"/>
                  <a:ext cx="496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F639F1DC-862F-1449-A240-D60C6633A3A3}"/>
                    </a:ext>
                  </a:extLst>
                </p14:cNvPr>
                <p14:cNvContentPartPr/>
                <p14:nvPr/>
              </p14:nvContentPartPr>
              <p14:xfrm>
                <a:off x="6142968" y="5549184"/>
                <a:ext cx="88200" cy="25704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F639F1DC-862F-1449-A240-D60C6633A3A3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6134328" y="5540544"/>
                  <a:ext cx="1058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6F69F073-86F7-372E-9E3A-BAE262169A45}"/>
                    </a:ext>
                  </a:extLst>
                </p14:cNvPr>
                <p14:cNvContentPartPr/>
                <p14:nvPr/>
              </p14:nvContentPartPr>
              <p14:xfrm>
                <a:off x="6244848" y="5702184"/>
                <a:ext cx="136080" cy="8352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6F69F073-86F7-372E-9E3A-BAE262169A45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6236208" y="5693544"/>
                  <a:ext cx="153720" cy="101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1">
            <p14:nvContentPartPr>
              <p14:cNvPr id="348" name="Ink 347">
                <a:extLst>
                  <a:ext uri="{FF2B5EF4-FFF2-40B4-BE49-F238E27FC236}">
                    <a16:creationId xmlns:a16="http://schemas.microsoft.com/office/drawing/2014/main" id="{A1FDEFBB-B46E-266A-FAD2-1922563FF580}"/>
                  </a:ext>
                </a:extLst>
              </p14:cNvPr>
              <p14:cNvContentPartPr/>
              <p14:nvPr/>
            </p14:nvContentPartPr>
            <p14:xfrm>
              <a:off x="6818688" y="5513544"/>
              <a:ext cx="41760" cy="339120"/>
            </p14:xfrm>
          </p:contentPart>
        </mc:Choice>
        <mc:Fallback xmlns="">
          <p:pic>
            <p:nvPicPr>
              <p:cNvPr id="348" name="Ink 347">
                <a:extLst>
                  <a:ext uri="{FF2B5EF4-FFF2-40B4-BE49-F238E27FC236}">
                    <a16:creationId xmlns:a16="http://schemas.microsoft.com/office/drawing/2014/main" id="{A1FDEFBB-B46E-266A-FAD2-1922563FF580}"/>
                  </a:ext>
                </a:extLst>
              </p:cNvPr>
              <p:cNvPicPr/>
              <p:nvPr/>
            </p:nvPicPr>
            <p:blipFill>
              <a:blip r:embed="rId562"/>
              <a:stretch>
                <a:fillRect/>
              </a:stretch>
            </p:blipFill>
            <p:spPr>
              <a:xfrm>
                <a:off x="6809688" y="5504904"/>
                <a:ext cx="59400" cy="35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3">
            <p14:nvContentPartPr>
              <p14:cNvPr id="350" name="Ink 349">
                <a:extLst>
                  <a:ext uri="{FF2B5EF4-FFF2-40B4-BE49-F238E27FC236}">
                    <a16:creationId xmlns:a16="http://schemas.microsoft.com/office/drawing/2014/main" id="{EE8851CC-1696-50C9-3E3A-FA1B606F8899}"/>
                  </a:ext>
                </a:extLst>
              </p14:cNvPr>
              <p14:cNvContentPartPr/>
              <p14:nvPr/>
            </p14:nvContentPartPr>
            <p14:xfrm>
              <a:off x="6728688" y="5653944"/>
              <a:ext cx="373680" cy="80280"/>
            </p14:xfrm>
          </p:contentPart>
        </mc:Choice>
        <mc:Fallback xmlns="">
          <p:pic>
            <p:nvPicPr>
              <p:cNvPr id="350" name="Ink 349">
                <a:extLst>
                  <a:ext uri="{FF2B5EF4-FFF2-40B4-BE49-F238E27FC236}">
                    <a16:creationId xmlns:a16="http://schemas.microsoft.com/office/drawing/2014/main" id="{EE8851CC-1696-50C9-3E3A-FA1B606F8899}"/>
                  </a:ext>
                </a:extLst>
              </p:cNvPr>
              <p:cNvPicPr/>
              <p:nvPr/>
            </p:nvPicPr>
            <p:blipFill>
              <a:blip r:embed="rId564"/>
              <a:stretch>
                <a:fillRect/>
              </a:stretch>
            </p:blipFill>
            <p:spPr>
              <a:xfrm>
                <a:off x="6719688" y="5645304"/>
                <a:ext cx="391320" cy="9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55" name="Group 354">
            <a:extLst>
              <a:ext uri="{FF2B5EF4-FFF2-40B4-BE49-F238E27FC236}">
                <a16:creationId xmlns:a16="http://schemas.microsoft.com/office/drawing/2014/main" id="{56D4D25B-207F-DB6A-77C9-DFA1B8501A8B}"/>
              </a:ext>
            </a:extLst>
          </p:cNvPr>
          <p:cNvGrpSpPr/>
          <p:nvPr/>
        </p:nvGrpSpPr>
        <p:grpSpPr>
          <a:xfrm>
            <a:off x="7436808" y="5540904"/>
            <a:ext cx="1188360" cy="222120"/>
            <a:chOff x="7436808" y="5540904"/>
            <a:chExt cx="1188360" cy="22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0359C753-C7E5-FA1F-EC9B-E6F2F71F94DF}"/>
                    </a:ext>
                  </a:extLst>
                </p14:cNvPr>
                <p14:cNvContentPartPr/>
                <p14:nvPr/>
              </p14:nvContentPartPr>
              <p14:xfrm>
                <a:off x="7436808" y="5540904"/>
                <a:ext cx="595080" cy="22212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0359C753-C7E5-FA1F-EC9B-E6F2F71F94DF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7428168" y="5531904"/>
                  <a:ext cx="6127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A656C4EB-B264-5CA2-CD49-5A8BA5B31449}"/>
                    </a:ext>
                  </a:extLst>
                </p14:cNvPr>
                <p14:cNvContentPartPr/>
                <p14:nvPr/>
              </p14:nvContentPartPr>
              <p14:xfrm>
                <a:off x="8094888" y="5691024"/>
                <a:ext cx="46800" cy="5940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A656C4EB-B264-5CA2-CD49-5A8BA5B31449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8085888" y="5682384"/>
                  <a:ext cx="6444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0D3AACBE-1FEF-F4E0-D19D-D5D8E82E4B80}"/>
                    </a:ext>
                  </a:extLst>
                </p14:cNvPr>
                <p14:cNvContentPartPr/>
                <p14:nvPr/>
              </p14:nvContentPartPr>
              <p14:xfrm>
                <a:off x="8225568" y="5568624"/>
                <a:ext cx="122040" cy="1778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0D3AACBE-1FEF-F4E0-D19D-D5D8E82E4B80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8216928" y="5559984"/>
                  <a:ext cx="1396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5A55FDDE-4988-C477-6067-E5FDCA400361}"/>
                    </a:ext>
                  </a:extLst>
                </p14:cNvPr>
                <p14:cNvContentPartPr/>
                <p14:nvPr/>
              </p14:nvContentPartPr>
              <p14:xfrm>
                <a:off x="8399088" y="5688144"/>
                <a:ext cx="226080" cy="4752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5A55FDDE-4988-C477-6067-E5FDCA400361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8390448" y="5679504"/>
                  <a:ext cx="243720" cy="6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863E9E4F-76A5-3EFC-E4D0-CE1BDBCFD775}"/>
              </a:ext>
            </a:extLst>
          </p:cNvPr>
          <p:cNvGrpSpPr/>
          <p:nvPr/>
        </p:nvGrpSpPr>
        <p:grpSpPr>
          <a:xfrm>
            <a:off x="8892648" y="5555664"/>
            <a:ext cx="459720" cy="334800"/>
            <a:chOff x="8892648" y="5555664"/>
            <a:chExt cx="459720" cy="33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44222BB1-8485-FC84-1355-87C3A5BAE638}"/>
                    </a:ext>
                  </a:extLst>
                </p14:cNvPr>
                <p14:cNvContentPartPr/>
                <p14:nvPr/>
              </p14:nvContentPartPr>
              <p14:xfrm>
                <a:off x="8919288" y="5555664"/>
                <a:ext cx="209880" cy="33480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44222BB1-8485-FC84-1355-87C3A5BAE638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8910648" y="5547024"/>
                  <a:ext cx="22752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6472C27C-D3E8-64B8-3639-C1EC77D16302}"/>
                    </a:ext>
                  </a:extLst>
                </p14:cNvPr>
                <p14:cNvContentPartPr/>
                <p14:nvPr/>
              </p14:nvContentPartPr>
              <p14:xfrm>
                <a:off x="8892648" y="5726664"/>
                <a:ext cx="459720" cy="8712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6472C27C-D3E8-64B8-3639-C1EC77D16302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8883648" y="5717664"/>
                  <a:ext cx="477360" cy="10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429D6A08-35FD-3B91-C96A-E30E1C6EBD5B}"/>
              </a:ext>
            </a:extLst>
          </p:cNvPr>
          <p:cNvGrpSpPr/>
          <p:nvPr/>
        </p:nvGrpSpPr>
        <p:grpSpPr>
          <a:xfrm>
            <a:off x="6936768" y="6018264"/>
            <a:ext cx="1535400" cy="513000"/>
            <a:chOff x="6936768" y="6018264"/>
            <a:chExt cx="1535400" cy="51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9CBC4344-30E9-9E65-919F-5E98F4642AB1}"/>
                    </a:ext>
                  </a:extLst>
                </p14:cNvPr>
                <p14:cNvContentPartPr/>
                <p14:nvPr/>
              </p14:nvContentPartPr>
              <p14:xfrm>
                <a:off x="6991128" y="6101784"/>
                <a:ext cx="235440" cy="17712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9CBC4344-30E9-9E65-919F-5E98F4642AB1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6982488" y="6092784"/>
                  <a:ext cx="2530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E1E31A3B-9C37-CBE5-DA93-E168859163B6}"/>
                    </a:ext>
                  </a:extLst>
                </p14:cNvPr>
                <p14:cNvContentPartPr/>
                <p14:nvPr/>
              </p14:nvContentPartPr>
              <p14:xfrm>
                <a:off x="7318368" y="6133104"/>
                <a:ext cx="114480" cy="11556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E1E31A3B-9C37-CBE5-DA93-E168859163B6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7309728" y="6124104"/>
                  <a:ext cx="1321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B7B8CC40-8803-162E-0C82-3984626D0C4F}"/>
                    </a:ext>
                  </a:extLst>
                </p14:cNvPr>
                <p14:cNvContentPartPr/>
                <p14:nvPr/>
              </p14:nvContentPartPr>
              <p14:xfrm>
                <a:off x="7523208" y="6149664"/>
                <a:ext cx="142920" cy="7776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B7B8CC40-8803-162E-0C82-3984626D0C4F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7514208" y="6140664"/>
                  <a:ext cx="16056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4CDE8312-2D2D-DC24-F03C-074091A00BAD}"/>
                    </a:ext>
                  </a:extLst>
                </p14:cNvPr>
                <p14:cNvContentPartPr/>
                <p14:nvPr/>
              </p14:nvContentPartPr>
              <p14:xfrm>
                <a:off x="7739568" y="6162624"/>
                <a:ext cx="29160" cy="6984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4CDE8312-2D2D-DC24-F03C-074091A00BAD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7730928" y="6153984"/>
                  <a:ext cx="468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08D95DF7-7C4A-06A4-0E46-BC4AD738E5A0}"/>
                    </a:ext>
                  </a:extLst>
                </p14:cNvPr>
                <p14:cNvContentPartPr/>
                <p14:nvPr/>
              </p14:nvContentPartPr>
              <p14:xfrm>
                <a:off x="7753608" y="6185304"/>
                <a:ext cx="107640" cy="6660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08D95DF7-7C4A-06A4-0E46-BC4AD738E5A0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7744608" y="6176304"/>
                  <a:ext cx="12528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5CC4A077-3A22-1E1A-43D9-707945D9CC14}"/>
                    </a:ext>
                  </a:extLst>
                </p14:cNvPr>
                <p14:cNvContentPartPr/>
                <p14:nvPr/>
              </p14:nvContentPartPr>
              <p14:xfrm>
                <a:off x="7922088" y="6181704"/>
                <a:ext cx="20160" cy="4680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5CC4A077-3A22-1E1A-43D9-707945D9CC14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7913448" y="6173064"/>
                  <a:ext cx="378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13D177E2-9445-BCF6-FECA-52FE4E4CF710}"/>
                    </a:ext>
                  </a:extLst>
                </p14:cNvPr>
                <p14:cNvContentPartPr/>
                <p14:nvPr/>
              </p14:nvContentPartPr>
              <p14:xfrm>
                <a:off x="7955568" y="6098544"/>
                <a:ext cx="10440" cy="2196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13D177E2-9445-BCF6-FECA-52FE4E4CF710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7946928" y="6089904"/>
                  <a:ext cx="280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3534AEF3-365A-5BD3-35B7-11B87A4863B2}"/>
                    </a:ext>
                  </a:extLst>
                </p14:cNvPr>
                <p14:cNvContentPartPr/>
                <p14:nvPr/>
              </p14:nvContentPartPr>
              <p14:xfrm>
                <a:off x="8020008" y="6147504"/>
                <a:ext cx="259920" cy="38376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3534AEF3-365A-5BD3-35B7-11B87A4863B2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8011008" y="6138504"/>
                  <a:ext cx="27756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490A3BD8-C676-9E8D-087B-365517A69E2B}"/>
                    </a:ext>
                  </a:extLst>
                </p14:cNvPr>
                <p14:cNvContentPartPr/>
                <p14:nvPr/>
              </p14:nvContentPartPr>
              <p14:xfrm>
                <a:off x="8409528" y="6070104"/>
                <a:ext cx="5040" cy="5688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490A3BD8-C676-9E8D-087B-365517A69E2B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8400528" y="6061104"/>
                  <a:ext cx="226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54516E28-29E0-4BC8-2D43-8B8DE99F06F6}"/>
                    </a:ext>
                  </a:extLst>
                </p14:cNvPr>
                <p14:cNvContentPartPr/>
                <p14:nvPr/>
              </p14:nvContentPartPr>
              <p14:xfrm>
                <a:off x="8405208" y="6083064"/>
                <a:ext cx="66960" cy="11628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54516E28-29E0-4BC8-2D43-8B8DE99F06F6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8396208" y="6074064"/>
                  <a:ext cx="8460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7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2CA37BE6-6425-287B-0006-4E8F1F4BC04B}"/>
                    </a:ext>
                  </a:extLst>
                </p14:cNvPr>
                <p14:cNvContentPartPr/>
                <p14:nvPr/>
              </p14:nvContentPartPr>
              <p14:xfrm>
                <a:off x="6936768" y="6018264"/>
                <a:ext cx="85320" cy="7416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2CA37BE6-6425-287B-0006-4E8F1F4BC04B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6928128" y="6009624"/>
                  <a:ext cx="102960" cy="91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9">
            <p14:nvContentPartPr>
              <p14:cNvPr id="372" name="Ink 371">
                <a:extLst>
                  <a:ext uri="{FF2B5EF4-FFF2-40B4-BE49-F238E27FC236}">
                    <a16:creationId xmlns:a16="http://schemas.microsoft.com/office/drawing/2014/main" id="{D9DFB5A2-574C-4BAE-247C-17002B365658}"/>
                  </a:ext>
                </a:extLst>
              </p14:cNvPr>
              <p14:cNvContentPartPr/>
              <p14:nvPr/>
            </p14:nvContentPartPr>
            <p14:xfrm>
              <a:off x="8692848" y="6255864"/>
              <a:ext cx="205920" cy="25920"/>
            </p14:xfrm>
          </p:contentPart>
        </mc:Choice>
        <mc:Fallback xmlns="">
          <p:pic>
            <p:nvPicPr>
              <p:cNvPr id="372" name="Ink 371">
                <a:extLst>
                  <a:ext uri="{FF2B5EF4-FFF2-40B4-BE49-F238E27FC236}">
                    <a16:creationId xmlns:a16="http://schemas.microsoft.com/office/drawing/2014/main" id="{D9DFB5A2-574C-4BAE-247C-17002B365658}"/>
                  </a:ext>
                </a:extLst>
              </p:cNvPr>
              <p:cNvPicPr/>
              <p:nvPr/>
            </p:nvPicPr>
            <p:blipFill>
              <a:blip r:embed="rId600"/>
              <a:stretch>
                <a:fillRect/>
              </a:stretch>
            </p:blipFill>
            <p:spPr>
              <a:xfrm>
                <a:off x="8683848" y="6247224"/>
                <a:ext cx="223560" cy="43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92" name="Group 391">
            <a:extLst>
              <a:ext uri="{FF2B5EF4-FFF2-40B4-BE49-F238E27FC236}">
                <a16:creationId xmlns:a16="http://schemas.microsoft.com/office/drawing/2014/main" id="{DAD3BF33-D930-154D-DA7A-27748C992FA9}"/>
              </a:ext>
            </a:extLst>
          </p:cNvPr>
          <p:cNvGrpSpPr/>
          <p:nvPr/>
        </p:nvGrpSpPr>
        <p:grpSpPr>
          <a:xfrm>
            <a:off x="6645168" y="4984344"/>
            <a:ext cx="59760" cy="98280"/>
            <a:chOff x="6645168" y="4984344"/>
            <a:chExt cx="59760" cy="9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1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27D83D8F-B764-2525-2126-1D17EA377695}"/>
                    </a:ext>
                  </a:extLst>
                </p14:cNvPr>
                <p14:cNvContentPartPr/>
                <p14:nvPr/>
              </p14:nvContentPartPr>
              <p14:xfrm>
                <a:off x="6645168" y="4984344"/>
                <a:ext cx="36720" cy="7308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27D83D8F-B764-2525-2126-1D17EA377695}"/>
                    </a:ext>
                  </a:extLst>
                </p:cNvPr>
                <p:cNvPicPr/>
                <p:nvPr/>
              </p:nvPicPr>
              <p:blipFill>
                <a:blip r:embed="rId602"/>
                <a:stretch>
                  <a:fillRect/>
                </a:stretch>
              </p:blipFill>
              <p:spPr>
                <a:xfrm>
                  <a:off x="6636168" y="4975704"/>
                  <a:ext cx="5436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364B7FD9-0E92-73FD-33B9-C3C66927987B}"/>
                    </a:ext>
                  </a:extLst>
                </p14:cNvPr>
                <p14:cNvContentPartPr/>
                <p14:nvPr/>
              </p14:nvContentPartPr>
              <p14:xfrm>
                <a:off x="6676848" y="4999464"/>
                <a:ext cx="28080" cy="8316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364B7FD9-0E92-73FD-33B9-C3C66927987B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6667848" y="4990464"/>
                  <a:ext cx="45720" cy="10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7979DEC8-E68F-FDE1-F9F3-2C58F69DB4D2}"/>
              </a:ext>
            </a:extLst>
          </p:cNvPr>
          <p:cNvGrpSpPr/>
          <p:nvPr/>
        </p:nvGrpSpPr>
        <p:grpSpPr>
          <a:xfrm>
            <a:off x="7618608" y="5052744"/>
            <a:ext cx="73080" cy="72000"/>
            <a:chOff x="7618608" y="5052744"/>
            <a:chExt cx="73080" cy="7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502959A7-1420-0900-65FA-312F2ABB77A6}"/>
                    </a:ext>
                  </a:extLst>
                </p14:cNvPr>
                <p14:cNvContentPartPr/>
                <p14:nvPr/>
              </p14:nvContentPartPr>
              <p14:xfrm>
                <a:off x="7618608" y="5052744"/>
                <a:ext cx="10800" cy="4644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502959A7-1420-0900-65FA-312F2ABB77A6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7609968" y="5044104"/>
                  <a:ext cx="2844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D5876F29-8DC2-8522-01DE-97EF661D1F1A}"/>
                    </a:ext>
                  </a:extLst>
                </p14:cNvPr>
                <p14:cNvContentPartPr/>
                <p14:nvPr/>
              </p14:nvContentPartPr>
              <p14:xfrm>
                <a:off x="7663608" y="5064264"/>
                <a:ext cx="28080" cy="6048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D5876F29-8DC2-8522-01DE-97EF661D1F1A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7654968" y="5055624"/>
                  <a:ext cx="45720" cy="7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A84B454C-4D29-0928-3A12-BFD06E367AB8}"/>
              </a:ext>
            </a:extLst>
          </p:cNvPr>
          <p:cNvGrpSpPr/>
          <p:nvPr/>
        </p:nvGrpSpPr>
        <p:grpSpPr>
          <a:xfrm>
            <a:off x="8070048" y="5069664"/>
            <a:ext cx="89640" cy="76320"/>
            <a:chOff x="8070048" y="5069664"/>
            <a:chExt cx="89640" cy="7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F5CD56D9-6DA7-F641-1F81-2335058AFF1A}"/>
                    </a:ext>
                  </a:extLst>
                </p14:cNvPr>
                <p14:cNvContentPartPr/>
                <p14:nvPr/>
              </p14:nvContentPartPr>
              <p14:xfrm>
                <a:off x="8070048" y="5069664"/>
                <a:ext cx="12960" cy="6696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F5CD56D9-6DA7-F641-1F81-2335058AFF1A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8061048" y="5061024"/>
                  <a:ext cx="3060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1ADEDC29-E069-A0A5-1130-673D267E4B47}"/>
                    </a:ext>
                  </a:extLst>
                </p14:cNvPr>
                <p14:cNvContentPartPr/>
                <p14:nvPr/>
              </p14:nvContentPartPr>
              <p14:xfrm>
                <a:off x="8129448" y="5107464"/>
                <a:ext cx="30240" cy="3852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1ADEDC29-E069-A0A5-1130-673D267E4B47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8120448" y="5098464"/>
                  <a:ext cx="47880" cy="5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C9DB0398-43DA-B8FA-BF8F-10DC4C61DC17}"/>
              </a:ext>
            </a:extLst>
          </p:cNvPr>
          <p:cNvGrpSpPr/>
          <p:nvPr/>
        </p:nvGrpSpPr>
        <p:grpSpPr>
          <a:xfrm>
            <a:off x="8918208" y="5007744"/>
            <a:ext cx="75960" cy="162000"/>
            <a:chOff x="8918208" y="5007744"/>
            <a:chExt cx="75960" cy="16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BA855A7C-CB1B-AF74-BB3F-227E3B4990C5}"/>
                    </a:ext>
                  </a:extLst>
                </p14:cNvPr>
                <p14:cNvContentPartPr/>
                <p14:nvPr/>
              </p14:nvContentPartPr>
              <p14:xfrm>
                <a:off x="8918208" y="5007744"/>
                <a:ext cx="37800" cy="7128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BA855A7C-CB1B-AF74-BB3F-227E3B4990C5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8909568" y="4999104"/>
                  <a:ext cx="5544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0FBFC4CC-73B4-4EA9-C6D7-A611E3228465}"/>
                    </a:ext>
                  </a:extLst>
                </p14:cNvPr>
                <p14:cNvContentPartPr/>
                <p14:nvPr/>
              </p14:nvContentPartPr>
              <p14:xfrm>
                <a:off x="8943408" y="5083704"/>
                <a:ext cx="50760" cy="8604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0FBFC4CC-73B4-4EA9-C6D7-A611E3228465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8934768" y="5074704"/>
                  <a:ext cx="68400" cy="10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D766739B-DAA0-13F2-A436-49B62083EFE5}"/>
              </a:ext>
            </a:extLst>
          </p:cNvPr>
          <p:cNvGrpSpPr/>
          <p:nvPr/>
        </p:nvGrpSpPr>
        <p:grpSpPr>
          <a:xfrm>
            <a:off x="9184968" y="5960664"/>
            <a:ext cx="809280" cy="317520"/>
            <a:chOff x="9184968" y="5960664"/>
            <a:chExt cx="80928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3D4F5FBC-C9C6-2977-C025-85ACA843FCBC}"/>
                    </a:ext>
                  </a:extLst>
                </p14:cNvPr>
                <p14:cNvContentPartPr/>
                <p14:nvPr/>
              </p14:nvContentPartPr>
              <p14:xfrm>
                <a:off x="9213768" y="6136704"/>
                <a:ext cx="209160" cy="14148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3D4F5FBC-C9C6-2977-C025-85ACA843FCBC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9204768" y="6127704"/>
                  <a:ext cx="2268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6D1B9322-CDEB-2F6F-F6B9-2E24A4C8E8ED}"/>
                    </a:ext>
                  </a:extLst>
                </p14:cNvPr>
                <p14:cNvContentPartPr/>
                <p14:nvPr/>
              </p14:nvContentPartPr>
              <p14:xfrm>
                <a:off x="9503928" y="6114744"/>
                <a:ext cx="98280" cy="7524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6D1B9322-CDEB-2F6F-F6B9-2E24A4C8E8ED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9495288" y="6106104"/>
                  <a:ext cx="11592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4758F4C8-3F0E-691E-906F-454C6FCFA540}"/>
                    </a:ext>
                  </a:extLst>
                </p14:cNvPr>
                <p14:cNvContentPartPr/>
                <p14:nvPr/>
              </p14:nvContentPartPr>
              <p14:xfrm>
                <a:off x="9704808" y="6101784"/>
                <a:ext cx="114840" cy="4428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4758F4C8-3F0E-691E-906F-454C6FCFA540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9696168" y="6092784"/>
                  <a:ext cx="13248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42AFA8AC-9A52-CF3C-3683-8DE9B9567D52}"/>
                    </a:ext>
                  </a:extLst>
                </p14:cNvPr>
                <p14:cNvContentPartPr/>
                <p14:nvPr/>
              </p14:nvContentPartPr>
              <p14:xfrm>
                <a:off x="9937368" y="5960664"/>
                <a:ext cx="9000" cy="4068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42AFA8AC-9A52-CF3C-3683-8DE9B9567D52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9928728" y="5951664"/>
                  <a:ext cx="266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5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D9F804AA-7B00-5914-0B3D-6649DF3700AA}"/>
                    </a:ext>
                  </a:extLst>
                </p14:cNvPr>
                <p14:cNvContentPartPr/>
                <p14:nvPr/>
              </p14:nvContentPartPr>
              <p14:xfrm>
                <a:off x="9970848" y="5964984"/>
                <a:ext cx="23400" cy="5472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D9F804AA-7B00-5914-0B3D-6649DF3700AA}"/>
                    </a:ext>
                  </a:extLst>
                </p:cNvPr>
                <p:cNvPicPr/>
                <p:nvPr/>
              </p:nvPicPr>
              <p:blipFill>
                <a:blip r:embed="rId626"/>
                <a:stretch>
                  <a:fillRect/>
                </a:stretch>
              </p:blipFill>
              <p:spPr>
                <a:xfrm>
                  <a:off x="9961848" y="5955984"/>
                  <a:ext cx="4104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7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B57F641A-76A6-3D6A-24AE-215260D50442}"/>
                    </a:ext>
                  </a:extLst>
                </p14:cNvPr>
                <p14:cNvContentPartPr/>
                <p14:nvPr/>
              </p14:nvContentPartPr>
              <p14:xfrm>
                <a:off x="9184968" y="5969664"/>
                <a:ext cx="75600" cy="9972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B57F641A-76A6-3D6A-24AE-215260D50442}"/>
                    </a:ext>
                  </a:extLst>
                </p:cNvPr>
                <p:cNvPicPr/>
                <p:nvPr/>
              </p:nvPicPr>
              <p:blipFill>
                <a:blip r:embed="rId628"/>
                <a:stretch>
                  <a:fillRect/>
                </a:stretch>
              </p:blipFill>
              <p:spPr>
                <a:xfrm>
                  <a:off x="9175968" y="5960664"/>
                  <a:ext cx="93240" cy="1173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7474432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1443192-4A99-8C5B-82B6-FA258CF3F4A1}"/>
              </a:ext>
            </a:extLst>
          </p:cNvPr>
          <p:cNvGrpSpPr/>
          <p:nvPr/>
        </p:nvGrpSpPr>
        <p:grpSpPr>
          <a:xfrm>
            <a:off x="283248" y="806184"/>
            <a:ext cx="275760" cy="239040"/>
            <a:chOff x="283248" y="806184"/>
            <a:chExt cx="275760" cy="23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5D01607B-8206-D468-9E72-A706D4051274}"/>
                    </a:ext>
                  </a:extLst>
                </p14:cNvPr>
                <p14:cNvContentPartPr/>
                <p14:nvPr/>
              </p14:nvContentPartPr>
              <p14:xfrm>
                <a:off x="283248" y="806184"/>
                <a:ext cx="147240" cy="23904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5D01607B-8206-D468-9E72-A706D405127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74248" y="797184"/>
                  <a:ext cx="16488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F2168A0E-12D1-934F-E0D2-9301E52B3F7D}"/>
                    </a:ext>
                  </a:extLst>
                </p14:cNvPr>
                <p14:cNvContentPartPr/>
                <p14:nvPr/>
              </p14:nvContentPartPr>
              <p14:xfrm>
                <a:off x="535968" y="950544"/>
                <a:ext cx="23040" cy="302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F2168A0E-12D1-934F-E0D2-9301E52B3F7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27328" y="941544"/>
                  <a:ext cx="4068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D683129-9E25-DAF7-D2DB-8485FBFDB31D}"/>
              </a:ext>
            </a:extLst>
          </p:cNvPr>
          <p:cNvGrpSpPr/>
          <p:nvPr/>
        </p:nvGrpSpPr>
        <p:grpSpPr>
          <a:xfrm>
            <a:off x="829008" y="769464"/>
            <a:ext cx="731520" cy="210600"/>
            <a:chOff x="829008" y="769464"/>
            <a:chExt cx="731520" cy="21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BE7535DD-35EB-9DE8-9FC7-C2AFEE3C2C4B}"/>
                    </a:ext>
                  </a:extLst>
                </p14:cNvPr>
                <p14:cNvContentPartPr/>
                <p14:nvPr/>
              </p14:nvContentPartPr>
              <p14:xfrm>
                <a:off x="829008" y="850824"/>
                <a:ext cx="268560" cy="1292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BE7535DD-35EB-9DE8-9FC7-C2AFEE3C2C4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20008" y="842184"/>
                  <a:ext cx="28620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BAE32FB8-2CFB-4FF6-CD0E-5FAA336E32DE}"/>
                    </a:ext>
                  </a:extLst>
                </p14:cNvPr>
                <p14:cNvContentPartPr/>
                <p14:nvPr/>
              </p14:nvContentPartPr>
              <p14:xfrm>
                <a:off x="1204848" y="864864"/>
                <a:ext cx="57960" cy="684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BAE32FB8-2CFB-4FF6-CD0E-5FAA336E32D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95848" y="855864"/>
                  <a:ext cx="7560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E7B49E65-6208-0747-E681-A33EE0FD2D25}"/>
                    </a:ext>
                  </a:extLst>
                </p14:cNvPr>
                <p14:cNvContentPartPr/>
                <p14:nvPr/>
              </p14:nvContentPartPr>
              <p14:xfrm>
                <a:off x="1304208" y="769464"/>
                <a:ext cx="256320" cy="1602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E7B49E65-6208-0747-E681-A33EE0FD2D2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95568" y="760464"/>
                  <a:ext cx="273960" cy="17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9DB4802-055D-C935-4E1B-2E8C3ADE8951}"/>
              </a:ext>
            </a:extLst>
          </p:cNvPr>
          <p:cNvGrpSpPr/>
          <p:nvPr/>
        </p:nvGrpSpPr>
        <p:grpSpPr>
          <a:xfrm>
            <a:off x="1821888" y="652824"/>
            <a:ext cx="1365480" cy="255600"/>
            <a:chOff x="1821888" y="652824"/>
            <a:chExt cx="1365480" cy="25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BAA554FB-9274-2144-B4F5-20CCC254EFB9}"/>
                    </a:ext>
                  </a:extLst>
                </p14:cNvPr>
                <p14:cNvContentPartPr/>
                <p14:nvPr/>
              </p14:nvContentPartPr>
              <p14:xfrm>
                <a:off x="1821888" y="670824"/>
                <a:ext cx="932760" cy="23760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BAA554FB-9274-2144-B4F5-20CCC254EFB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12888" y="662184"/>
                  <a:ext cx="95040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23644197-57BB-3F2C-C662-4D91410B1ACE}"/>
                    </a:ext>
                  </a:extLst>
                </p14:cNvPr>
                <p14:cNvContentPartPr/>
                <p14:nvPr/>
              </p14:nvContentPartPr>
              <p14:xfrm>
                <a:off x="2626848" y="692784"/>
                <a:ext cx="77040" cy="504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23644197-57BB-3F2C-C662-4D91410B1AC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617848" y="683784"/>
                  <a:ext cx="9468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7B29B6A-A6EC-4BA0-AAED-B2D439A74A85}"/>
                    </a:ext>
                  </a:extLst>
                </p14:cNvPr>
                <p14:cNvContentPartPr/>
                <p14:nvPr/>
              </p14:nvContentPartPr>
              <p14:xfrm>
                <a:off x="2997288" y="652824"/>
                <a:ext cx="6840" cy="172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7B29B6A-A6EC-4BA0-AAED-B2D439A74A8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988648" y="644184"/>
                  <a:ext cx="2448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4F1B22F8-6264-9F01-AB25-2E89A05A4903}"/>
                    </a:ext>
                  </a:extLst>
                </p14:cNvPr>
                <p14:cNvContentPartPr/>
                <p14:nvPr/>
              </p14:nvContentPartPr>
              <p14:xfrm>
                <a:off x="3007008" y="873144"/>
                <a:ext cx="12240" cy="198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4F1B22F8-6264-9F01-AB25-2E89A05A490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998008" y="864504"/>
                  <a:ext cx="298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42398D1E-191E-2A45-3C65-3C685EEDFA34}"/>
                    </a:ext>
                  </a:extLst>
                </p14:cNvPr>
                <p14:cNvContentPartPr/>
                <p14:nvPr/>
              </p14:nvContentPartPr>
              <p14:xfrm>
                <a:off x="3085848" y="850104"/>
                <a:ext cx="101520" cy="64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42398D1E-191E-2A45-3C65-3C685EEDFA3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76848" y="841464"/>
                  <a:ext cx="119160" cy="2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3066AC7-85C9-FA67-6FDA-6ACF9A9DD29A}"/>
              </a:ext>
            </a:extLst>
          </p:cNvPr>
          <p:cNvGrpSpPr/>
          <p:nvPr/>
        </p:nvGrpSpPr>
        <p:grpSpPr>
          <a:xfrm>
            <a:off x="3630168" y="667224"/>
            <a:ext cx="1369800" cy="476640"/>
            <a:chOff x="3630168" y="667224"/>
            <a:chExt cx="1369800" cy="47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D72C6E43-40C6-3E1A-9759-918AB2C98017}"/>
                    </a:ext>
                  </a:extLst>
                </p14:cNvPr>
                <p14:cNvContentPartPr/>
                <p14:nvPr/>
              </p14:nvContentPartPr>
              <p14:xfrm>
                <a:off x="3643488" y="747864"/>
                <a:ext cx="170280" cy="3960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D72C6E43-40C6-3E1A-9759-918AB2C9801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634488" y="739224"/>
                  <a:ext cx="18792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B52AC4BF-2D09-1467-544F-1B8F87D3A08C}"/>
                    </a:ext>
                  </a:extLst>
                </p14:cNvPr>
                <p14:cNvContentPartPr/>
                <p14:nvPr/>
              </p14:nvContentPartPr>
              <p14:xfrm>
                <a:off x="3630168" y="772704"/>
                <a:ext cx="108000" cy="1090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B52AC4BF-2D09-1467-544F-1B8F87D3A08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621528" y="763704"/>
                  <a:ext cx="12564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55853F8-2129-5487-E2B5-3E533FE5B890}"/>
                    </a:ext>
                  </a:extLst>
                </p14:cNvPr>
                <p14:cNvContentPartPr/>
                <p14:nvPr/>
              </p14:nvContentPartPr>
              <p14:xfrm>
                <a:off x="4279608" y="725184"/>
                <a:ext cx="229680" cy="1450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55853F8-2129-5487-E2B5-3E533FE5B89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270968" y="716544"/>
                  <a:ext cx="2473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7C6D8DF-F35F-11A3-AB40-E08F2097C6B4}"/>
                    </a:ext>
                  </a:extLst>
                </p14:cNvPr>
                <p14:cNvContentPartPr/>
                <p14:nvPr/>
              </p14:nvContentPartPr>
              <p14:xfrm>
                <a:off x="4610448" y="743184"/>
                <a:ext cx="69120" cy="579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7C6D8DF-F35F-11A3-AB40-E08F2097C6B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601808" y="734544"/>
                  <a:ext cx="867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06E9427C-DDFE-B6D0-5EDE-74ED7F276B8C}"/>
                    </a:ext>
                  </a:extLst>
                </p14:cNvPr>
                <p14:cNvContentPartPr/>
                <p14:nvPr/>
              </p14:nvContentPartPr>
              <p14:xfrm>
                <a:off x="4754448" y="746784"/>
                <a:ext cx="106920" cy="522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06E9427C-DDFE-B6D0-5EDE-74ED7F276B8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745448" y="738144"/>
                  <a:ext cx="1245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36327AAB-5350-8C26-9E3C-1188A008AB27}"/>
                    </a:ext>
                  </a:extLst>
                </p14:cNvPr>
                <p14:cNvContentPartPr/>
                <p14:nvPr/>
              </p14:nvContentPartPr>
              <p14:xfrm>
                <a:off x="4928688" y="667224"/>
                <a:ext cx="71280" cy="1303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36327AAB-5350-8C26-9E3C-1188A008AB2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920048" y="658224"/>
                  <a:ext cx="8892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57CE03FD-0FC6-E7F2-71AC-5898B0B1A65A}"/>
                    </a:ext>
                  </a:extLst>
                </p14:cNvPr>
                <p14:cNvContentPartPr/>
                <p14:nvPr/>
              </p14:nvContentPartPr>
              <p14:xfrm>
                <a:off x="3941928" y="690984"/>
                <a:ext cx="27720" cy="662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57CE03FD-0FC6-E7F2-71AC-5898B0B1A65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932928" y="682344"/>
                  <a:ext cx="4536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020D6B41-0716-1BF6-F443-15567560728E}"/>
                    </a:ext>
                  </a:extLst>
                </p14:cNvPr>
                <p14:cNvContentPartPr/>
                <p14:nvPr/>
              </p14:nvContentPartPr>
              <p14:xfrm>
                <a:off x="4033008" y="855144"/>
                <a:ext cx="119880" cy="950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020D6B41-0716-1BF6-F443-15567560728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024368" y="846144"/>
                  <a:ext cx="137520" cy="11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5FD6906-85D9-E41D-22A4-7F3093AEA7EE}"/>
              </a:ext>
            </a:extLst>
          </p:cNvPr>
          <p:cNvGrpSpPr/>
          <p:nvPr/>
        </p:nvGrpSpPr>
        <p:grpSpPr>
          <a:xfrm>
            <a:off x="5484888" y="454464"/>
            <a:ext cx="585000" cy="330120"/>
            <a:chOff x="5484888" y="454464"/>
            <a:chExt cx="585000" cy="33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99BBBF7-CA36-0473-0A64-AFA09EFD58A2}"/>
                    </a:ext>
                  </a:extLst>
                </p14:cNvPr>
                <p14:cNvContentPartPr/>
                <p14:nvPr/>
              </p14:nvContentPartPr>
              <p14:xfrm>
                <a:off x="5484888" y="454464"/>
                <a:ext cx="194760" cy="3218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99BBBF7-CA36-0473-0A64-AFA09EFD58A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476248" y="445464"/>
                  <a:ext cx="21240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18C81960-9832-3CCD-0195-669ADA192D92}"/>
                    </a:ext>
                  </a:extLst>
                </p14:cNvPr>
                <p14:cNvContentPartPr/>
                <p14:nvPr/>
              </p14:nvContentPartPr>
              <p14:xfrm>
                <a:off x="5723208" y="666144"/>
                <a:ext cx="21240" cy="500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18C81960-9832-3CCD-0195-669ADA192D9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714568" y="657144"/>
                  <a:ext cx="3888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7592304C-5F84-9843-4794-F1923BC27EA9}"/>
                    </a:ext>
                  </a:extLst>
                </p14:cNvPr>
                <p14:cNvContentPartPr/>
                <p14:nvPr/>
              </p14:nvContentPartPr>
              <p14:xfrm>
                <a:off x="5820408" y="593424"/>
                <a:ext cx="249480" cy="1911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7592304C-5F84-9843-4794-F1923BC27EA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811408" y="584424"/>
                  <a:ext cx="267120" cy="208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B1CB2A-23C9-46FC-944B-0F3C77A3DB73}"/>
                  </a:ext>
                </a:extLst>
              </p14:cNvPr>
              <p14:cNvContentPartPr/>
              <p14:nvPr/>
            </p14:nvContentPartPr>
            <p14:xfrm>
              <a:off x="6661368" y="562824"/>
              <a:ext cx="72000" cy="48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B1CB2A-23C9-46FC-944B-0F3C77A3DB73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652368" y="554184"/>
                <a:ext cx="89640" cy="66240"/>
              </a:xfrm>
              <a:prstGeom prst="rect">
                <a:avLst/>
              </a:prstGeom>
            </p:spPr>
          </p:pic>
        </mc:Fallback>
      </mc:AlternateContent>
      <p:grpSp>
        <p:nvGrpSpPr>
          <p:cNvPr id="54" name="Group 53">
            <a:extLst>
              <a:ext uri="{FF2B5EF4-FFF2-40B4-BE49-F238E27FC236}">
                <a16:creationId xmlns:a16="http://schemas.microsoft.com/office/drawing/2014/main" id="{FDE0D21B-F1DA-40BB-9932-27BC26F49E1A}"/>
              </a:ext>
            </a:extLst>
          </p:cNvPr>
          <p:cNvGrpSpPr/>
          <p:nvPr/>
        </p:nvGrpSpPr>
        <p:grpSpPr>
          <a:xfrm>
            <a:off x="6901488" y="465264"/>
            <a:ext cx="966600" cy="226080"/>
            <a:chOff x="6901488" y="465264"/>
            <a:chExt cx="966600" cy="22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B48BE53C-6C5C-A82D-90C3-22B9E6CD9BF2}"/>
                    </a:ext>
                  </a:extLst>
                </p14:cNvPr>
                <p14:cNvContentPartPr/>
                <p14:nvPr/>
              </p14:nvContentPartPr>
              <p14:xfrm>
                <a:off x="6901488" y="548784"/>
                <a:ext cx="121680" cy="1425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B48BE53C-6C5C-A82D-90C3-22B9E6CD9BF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892848" y="539784"/>
                  <a:ext cx="1393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B3D5A39E-392D-8604-DD82-FA450D46C072}"/>
                    </a:ext>
                  </a:extLst>
                </p14:cNvPr>
                <p14:cNvContentPartPr/>
                <p14:nvPr/>
              </p14:nvContentPartPr>
              <p14:xfrm>
                <a:off x="7078608" y="567864"/>
                <a:ext cx="101880" cy="1206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B3D5A39E-392D-8604-DD82-FA450D46C07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069608" y="558864"/>
                  <a:ext cx="1195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B786D4CE-98B8-D3BE-22A9-A29B4C762DCF}"/>
                    </a:ext>
                  </a:extLst>
                </p14:cNvPr>
                <p14:cNvContentPartPr/>
                <p14:nvPr/>
              </p14:nvContentPartPr>
              <p14:xfrm>
                <a:off x="7315488" y="517824"/>
                <a:ext cx="115560" cy="1479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B786D4CE-98B8-D3BE-22A9-A29B4C762DC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306488" y="508824"/>
                  <a:ext cx="1332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5F4C86C2-17A9-7ED9-206D-26DF740AA7DF}"/>
                    </a:ext>
                  </a:extLst>
                </p14:cNvPr>
                <p14:cNvContentPartPr/>
                <p14:nvPr/>
              </p14:nvContentPartPr>
              <p14:xfrm>
                <a:off x="7491528" y="595584"/>
                <a:ext cx="6840" cy="532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5F4C86C2-17A9-7ED9-206D-26DF740AA7D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482528" y="586944"/>
                  <a:ext cx="244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5341EBAD-BB09-2FBD-0C73-C13E77832AB6}"/>
                    </a:ext>
                  </a:extLst>
                </p14:cNvPr>
                <p14:cNvContentPartPr/>
                <p14:nvPr/>
              </p14:nvContentPartPr>
              <p14:xfrm>
                <a:off x="7531128" y="509904"/>
                <a:ext cx="1440" cy="64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5341EBAD-BB09-2FBD-0C73-C13E77832AB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522488" y="501264"/>
                  <a:ext cx="190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C7A1001E-77D6-ED67-01E0-68B374063F8A}"/>
                    </a:ext>
                  </a:extLst>
                </p14:cNvPr>
                <p14:cNvContentPartPr/>
                <p14:nvPr/>
              </p14:nvContentPartPr>
              <p14:xfrm>
                <a:off x="7606368" y="465264"/>
                <a:ext cx="261720" cy="2026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C7A1001E-77D6-ED67-01E0-68B374063F8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597368" y="456624"/>
                  <a:ext cx="2793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1DBE316E-D1EF-9B6B-5772-2E2ACF0EF425}"/>
                    </a:ext>
                  </a:extLst>
                </p14:cNvPr>
                <p14:cNvContentPartPr/>
                <p14:nvPr/>
              </p14:nvContentPartPr>
              <p14:xfrm>
                <a:off x="7501608" y="533664"/>
                <a:ext cx="16560" cy="126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1DBE316E-D1EF-9B6B-5772-2E2ACF0EF42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492968" y="524664"/>
                  <a:ext cx="3420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273F1568-3FB9-CC92-B6DF-EC7080ADDD03}"/>
              </a:ext>
            </a:extLst>
          </p:cNvPr>
          <p:cNvGrpSpPr/>
          <p:nvPr/>
        </p:nvGrpSpPr>
        <p:grpSpPr>
          <a:xfrm>
            <a:off x="7982208" y="500544"/>
            <a:ext cx="82080" cy="68400"/>
            <a:chOff x="7982208" y="500544"/>
            <a:chExt cx="82080" cy="6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2049032D-2A6B-75FC-C14F-7508E37D4976}"/>
                    </a:ext>
                  </a:extLst>
                </p14:cNvPr>
                <p14:cNvContentPartPr/>
                <p14:nvPr/>
              </p14:nvContentPartPr>
              <p14:xfrm>
                <a:off x="7982208" y="500544"/>
                <a:ext cx="14760" cy="468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2049032D-2A6B-75FC-C14F-7508E37D4976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973568" y="491904"/>
                  <a:ext cx="324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B5C242EC-453F-2B82-A81A-1D789FA2DC46}"/>
                    </a:ext>
                  </a:extLst>
                </p14:cNvPr>
                <p14:cNvContentPartPr/>
                <p14:nvPr/>
              </p14:nvContentPartPr>
              <p14:xfrm>
                <a:off x="8052048" y="504864"/>
                <a:ext cx="12240" cy="640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B5C242EC-453F-2B82-A81A-1D789FA2DC4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043048" y="495864"/>
                  <a:ext cx="29880" cy="81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553A9F64-3B62-F5D8-3688-7ADC37E2C39C}"/>
                  </a:ext>
                </a:extLst>
              </p14:cNvPr>
              <p14:cNvContentPartPr/>
              <p14:nvPr/>
            </p14:nvContentPartPr>
            <p14:xfrm>
              <a:off x="8179848" y="773784"/>
              <a:ext cx="46080" cy="676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553A9F64-3B62-F5D8-3688-7ADC37E2C39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171208" y="764784"/>
                <a:ext cx="63720" cy="8532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oup 63">
            <a:extLst>
              <a:ext uri="{FF2B5EF4-FFF2-40B4-BE49-F238E27FC236}">
                <a16:creationId xmlns:a16="http://schemas.microsoft.com/office/drawing/2014/main" id="{BB309640-C6F8-400F-B63F-068E0A97D887}"/>
              </a:ext>
            </a:extLst>
          </p:cNvPr>
          <p:cNvGrpSpPr/>
          <p:nvPr/>
        </p:nvGrpSpPr>
        <p:grpSpPr>
          <a:xfrm>
            <a:off x="8485488" y="446184"/>
            <a:ext cx="616320" cy="273600"/>
            <a:chOff x="8485488" y="446184"/>
            <a:chExt cx="616320" cy="27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5330602-9FC9-C19D-1D66-2C3CD55A1BCE}"/>
                    </a:ext>
                  </a:extLst>
                </p14:cNvPr>
                <p14:cNvContentPartPr/>
                <p14:nvPr/>
              </p14:nvContentPartPr>
              <p14:xfrm>
                <a:off x="8532648" y="588024"/>
                <a:ext cx="176760" cy="1317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5330602-9FC9-C19D-1D66-2C3CD55A1BC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523648" y="579024"/>
                  <a:ext cx="19440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00179133-1338-ADCD-0EF0-F25A14E67B5E}"/>
                    </a:ext>
                  </a:extLst>
                </p14:cNvPr>
                <p14:cNvContentPartPr/>
                <p14:nvPr/>
              </p14:nvContentPartPr>
              <p14:xfrm>
                <a:off x="8749008" y="615744"/>
                <a:ext cx="250560" cy="961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00179133-1338-ADCD-0EF0-F25A14E67B5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740368" y="606744"/>
                  <a:ext cx="26820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B47092AC-9298-F1EB-0CDD-C06AE37DDB78}"/>
                    </a:ext>
                  </a:extLst>
                </p14:cNvPr>
                <p14:cNvContentPartPr/>
                <p14:nvPr/>
              </p14:nvContentPartPr>
              <p14:xfrm>
                <a:off x="8485488" y="449424"/>
                <a:ext cx="72000" cy="428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B47092AC-9298-F1EB-0CDD-C06AE37DDB78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476488" y="440784"/>
                  <a:ext cx="8964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9AA4729D-11A6-13D6-4F5A-9C30B68960E1}"/>
                    </a:ext>
                  </a:extLst>
                </p14:cNvPr>
                <p14:cNvContentPartPr/>
                <p14:nvPr/>
              </p14:nvContentPartPr>
              <p14:xfrm>
                <a:off x="9035568" y="446184"/>
                <a:ext cx="7200" cy="460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9AA4729D-11A6-13D6-4F5A-9C30B68960E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026928" y="437544"/>
                  <a:ext cx="248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87967512-2C92-ED46-FFE2-CB36D2A71852}"/>
                    </a:ext>
                  </a:extLst>
                </p14:cNvPr>
                <p14:cNvContentPartPr/>
                <p14:nvPr/>
              </p14:nvContentPartPr>
              <p14:xfrm>
                <a:off x="9092808" y="479304"/>
                <a:ext cx="9000" cy="388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87967512-2C92-ED46-FFE2-CB36D2A7185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084168" y="470304"/>
                  <a:ext cx="26640" cy="56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803DD6D7-CCBE-84C5-C252-CCEFE2AFD421}"/>
                  </a:ext>
                </a:extLst>
              </p14:cNvPr>
              <p14:cNvContentPartPr/>
              <p14:nvPr/>
            </p14:nvContentPartPr>
            <p14:xfrm>
              <a:off x="9357768" y="544104"/>
              <a:ext cx="124560" cy="249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803DD6D7-CCBE-84C5-C252-CCEFE2AFD42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9349128" y="535104"/>
                <a:ext cx="142200" cy="267480"/>
              </a:xfrm>
              <a:prstGeom prst="rect">
                <a:avLst/>
              </a:prstGeom>
            </p:spPr>
          </p:pic>
        </mc:Fallback>
      </mc:AlternateContent>
      <p:grpSp>
        <p:nvGrpSpPr>
          <p:cNvPr id="76" name="Group 75">
            <a:extLst>
              <a:ext uri="{FF2B5EF4-FFF2-40B4-BE49-F238E27FC236}">
                <a16:creationId xmlns:a16="http://schemas.microsoft.com/office/drawing/2014/main" id="{39BAE43E-9155-6BE4-CADE-06A01C0E83EA}"/>
              </a:ext>
            </a:extLst>
          </p:cNvPr>
          <p:cNvGrpSpPr/>
          <p:nvPr/>
        </p:nvGrpSpPr>
        <p:grpSpPr>
          <a:xfrm>
            <a:off x="9900648" y="485784"/>
            <a:ext cx="925920" cy="235440"/>
            <a:chOff x="9900648" y="485784"/>
            <a:chExt cx="925920" cy="23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8C334258-23EE-FF9E-AD76-7755605F9A13}"/>
                    </a:ext>
                  </a:extLst>
                </p14:cNvPr>
                <p14:cNvContentPartPr/>
                <p14:nvPr/>
              </p14:nvContentPartPr>
              <p14:xfrm>
                <a:off x="9900648" y="518184"/>
                <a:ext cx="29160" cy="802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8C334258-23EE-FF9E-AD76-7755605F9A1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891648" y="509184"/>
                  <a:ext cx="468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1F9FCEC0-D544-26C7-C1A1-108FC4C5170B}"/>
                    </a:ext>
                  </a:extLst>
                </p14:cNvPr>
                <p14:cNvContentPartPr/>
                <p14:nvPr/>
              </p14:nvContentPartPr>
              <p14:xfrm>
                <a:off x="9956448" y="534744"/>
                <a:ext cx="11160" cy="774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1F9FCEC0-D544-26C7-C1A1-108FC4C5170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947448" y="526104"/>
                  <a:ext cx="2880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A750BDBA-4482-6EF0-4DF2-725056F62027}"/>
                    </a:ext>
                  </a:extLst>
                </p14:cNvPr>
                <p14:cNvContentPartPr/>
                <p14:nvPr/>
              </p14:nvContentPartPr>
              <p14:xfrm>
                <a:off x="10058328" y="485784"/>
                <a:ext cx="64080" cy="2354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A750BDBA-4482-6EF0-4DF2-725056F6202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049688" y="476784"/>
                  <a:ext cx="8172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074BDA5C-458D-A243-B468-C6480409E380}"/>
                    </a:ext>
                  </a:extLst>
                </p14:cNvPr>
                <p14:cNvContentPartPr/>
                <p14:nvPr/>
              </p14:nvContentPartPr>
              <p14:xfrm>
                <a:off x="9993168" y="628704"/>
                <a:ext cx="114480" cy="406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074BDA5C-458D-A243-B468-C6480409E38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984168" y="620064"/>
                  <a:ext cx="1321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18420D83-C130-5AA3-4557-AE32955C369D}"/>
                    </a:ext>
                  </a:extLst>
                </p14:cNvPr>
                <p14:cNvContentPartPr/>
                <p14:nvPr/>
              </p14:nvContentPartPr>
              <p14:xfrm>
                <a:off x="10144008" y="609264"/>
                <a:ext cx="162000" cy="907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18420D83-C130-5AA3-4557-AE32955C369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135368" y="600624"/>
                  <a:ext cx="17964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AF111357-E801-168C-7CEA-027877540C70}"/>
                    </a:ext>
                  </a:extLst>
                </p14:cNvPr>
                <p14:cNvContentPartPr/>
                <p14:nvPr/>
              </p14:nvContentPartPr>
              <p14:xfrm>
                <a:off x="10386288" y="624384"/>
                <a:ext cx="62640" cy="594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AF111357-E801-168C-7CEA-027877540C7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377648" y="615384"/>
                  <a:ext cx="8028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67B26F74-6A51-DE4B-9895-8B46FB486982}"/>
                    </a:ext>
                  </a:extLst>
                </p14:cNvPr>
                <p14:cNvContentPartPr/>
                <p14:nvPr/>
              </p14:nvContentPartPr>
              <p14:xfrm>
                <a:off x="10527408" y="570384"/>
                <a:ext cx="131040" cy="1170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67B26F74-6A51-DE4B-9895-8B46FB48698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518408" y="561384"/>
                  <a:ext cx="1486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F2B32666-9A67-7EF3-113E-8728F067D4EE}"/>
                    </a:ext>
                  </a:extLst>
                </p14:cNvPr>
                <p14:cNvContentPartPr/>
                <p14:nvPr/>
              </p14:nvContentPartPr>
              <p14:xfrm>
                <a:off x="10761048" y="514224"/>
                <a:ext cx="17280" cy="388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F2B32666-9A67-7EF3-113E-8728F067D4E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752048" y="505224"/>
                  <a:ext cx="3492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F187A1A7-26F7-965E-52DF-BE912CB11E65}"/>
                    </a:ext>
                  </a:extLst>
                </p14:cNvPr>
                <p14:cNvContentPartPr/>
                <p14:nvPr/>
              </p14:nvContentPartPr>
              <p14:xfrm>
                <a:off x="10784808" y="521064"/>
                <a:ext cx="41760" cy="637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F187A1A7-26F7-965E-52DF-BE912CB11E6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776168" y="512424"/>
                  <a:ext cx="59400" cy="8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2547B198-F344-0FA2-FF86-A0627A47EC15}"/>
              </a:ext>
            </a:extLst>
          </p:cNvPr>
          <p:cNvGrpSpPr/>
          <p:nvPr/>
        </p:nvGrpSpPr>
        <p:grpSpPr>
          <a:xfrm>
            <a:off x="4527648" y="1079784"/>
            <a:ext cx="709560" cy="251640"/>
            <a:chOff x="4527648" y="1079784"/>
            <a:chExt cx="70956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0BFB13E4-D064-AF06-04E2-EB8FC6DFF84E}"/>
                    </a:ext>
                  </a:extLst>
                </p14:cNvPr>
                <p14:cNvContentPartPr/>
                <p14:nvPr/>
              </p14:nvContentPartPr>
              <p14:xfrm>
                <a:off x="4527648" y="1101384"/>
                <a:ext cx="294480" cy="1159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0BFB13E4-D064-AF06-04E2-EB8FC6DFF84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518648" y="1092744"/>
                  <a:ext cx="31212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60973371-6741-173C-05DD-E31522619B55}"/>
                    </a:ext>
                  </a:extLst>
                </p14:cNvPr>
                <p14:cNvContentPartPr/>
                <p14:nvPr/>
              </p14:nvContentPartPr>
              <p14:xfrm>
                <a:off x="4807368" y="1090944"/>
                <a:ext cx="18000" cy="129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60973371-6741-173C-05DD-E31522619B5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798368" y="1081944"/>
                  <a:ext cx="356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E8BDF599-5915-1845-9902-5B0148D90E18}"/>
                    </a:ext>
                  </a:extLst>
                </p14:cNvPr>
                <p14:cNvContentPartPr/>
                <p14:nvPr/>
              </p14:nvContentPartPr>
              <p14:xfrm>
                <a:off x="4890888" y="1079784"/>
                <a:ext cx="308880" cy="2516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E8BDF599-5915-1845-9902-5B0148D90E1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882248" y="1071144"/>
                  <a:ext cx="32652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7D811584-4140-382F-AB95-BF45A4F10FF4}"/>
                    </a:ext>
                  </a:extLst>
                </p14:cNvPr>
                <p14:cNvContentPartPr/>
                <p14:nvPr/>
              </p14:nvContentPartPr>
              <p14:xfrm>
                <a:off x="5197248" y="1092744"/>
                <a:ext cx="39960" cy="212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7D811584-4140-382F-AB95-BF45A4F10FF4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188608" y="1084104"/>
                  <a:ext cx="5760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10948472-3554-4203-21F3-162F4BC4CBBE}"/>
              </a:ext>
            </a:extLst>
          </p:cNvPr>
          <p:cNvGrpSpPr/>
          <p:nvPr/>
        </p:nvGrpSpPr>
        <p:grpSpPr>
          <a:xfrm>
            <a:off x="5539608" y="937224"/>
            <a:ext cx="624600" cy="349560"/>
            <a:chOff x="5539608" y="937224"/>
            <a:chExt cx="624600" cy="34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3364A856-9A1E-D7B0-A7CC-1CDC85454A99}"/>
                    </a:ext>
                  </a:extLst>
                </p14:cNvPr>
                <p14:cNvContentPartPr/>
                <p14:nvPr/>
              </p14:nvContentPartPr>
              <p14:xfrm>
                <a:off x="5539608" y="937224"/>
                <a:ext cx="167040" cy="3495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3364A856-9A1E-D7B0-A7CC-1CDC85454A9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530968" y="928224"/>
                  <a:ext cx="18468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E59688BE-1E43-5083-AD88-4A8D319F9CD8}"/>
                    </a:ext>
                  </a:extLst>
                </p14:cNvPr>
                <p14:cNvContentPartPr/>
                <p14:nvPr/>
              </p14:nvContentPartPr>
              <p14:xfrm>
                <a:off x="5578848" y="1113264"/>
                <a:ext cx="157320" cy="450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E59688BE-1E43-5083-AD88-4A8D319F9CD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570208" y="1104624"/>
                  <a:ext cx="1749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54743C14-B6C0-F068-B624-EDDA5046EEA2}"/>
                    </a:ext>
                  </a:extLst>
                </p14:cNvPr>
                <p14:cNvContentPartPr/>
                <p14:nvPr/>
              </p14:nvContentPartPr>
              <p14:xfrm>
                <a:off x="5825448" y="1067184"/>
                <a:ext cx="65880" cy="795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54743C14-B6C0-F068-B624-EDDA5046EEA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816448" y="1058184"/>
                  <a:ext cx="8352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CDD09044-72C9-BB96-83FE-C45A81B57901}"/>
                    </a:ext>
                  </a:extLst>
                </p14:cNvPr>
                <p14:cNvContentPartPr/>
                <p14:nvPr/>
              </p14:nvContentPartPr>
              <p14:xfrm>
                <a:off x="5956488" y="1056384"/>
                <a:ext cx="61200" cy="486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CDD09044-72C9-BB96-83FE-C45A81B5790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947488" y="1047744"/>
                  <a:ext cx="7884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B9804124-896E-7516-96B4-09C87868C1E0}"/>
                    </a:ext>
                  </a:extLst>
                </p14:cNvPr>
                <p14:cNvContentPartPr/>
                <p14:nvPr/>
              </p14:nvContentPartPr>
              <p14:xfrm>
                <a:off x="6061608" y="1058544"/>
                <a:ext cx="102600" cy="518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B9804124-896E-7516-96B4-09C87868C1E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052608" y="1049544"/>
                  <a:ext cx="120240" cy="69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B3E9AE2C-2E62-985B-E159-A88BE5409462}"/>
                  </a:ext>
                </a:extLst>
              </p14:cNvPr>
              <p14:cNvContentPartPr/>
              <p14:nvPr/>
            </p14:nvContentPartPr>
            <p14:xfrm>
              <a:off x="6498648" y="1016424"/>
              <a:ext cx="113400" cy="9144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B3E9AE2C-2E62-985B-E159-A88BE5409462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489648" y="1007424"/>
                <a:ext cx="131040" cy="10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93" name="Group 92">
            <a:extLst>
              <a:ext uri="{FF2B5EF4-FFF2-40B4-BE49-F238E27FC236}">
                <a16:creationId xmlns:a16="http://schemas.microsoft.com/office/drawing/2014/main" id="{DA9837A8-5675-EED2-A734-04F4248045C2}"/>
              </a:ext>
            </a:extLst>
          </p:cNvPr>
          <p:cNvGrpSpPr/>
          <p:nvPr/>
        </p:nvGrpSpPr>
        <p:grpSpPr>
          <a:xfrm>
            <a:off x="7184088" y="928584"/>
            <a:ext cx="917640" cy="225360"/>
            <a:chOff x="7184088" y="928584"/>
            <a:chExt cx="917640" cy="22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10EA38A1-A5E9-580D-58A1-5F67D54EC214}"/>
                    </a:ext>
                  </a:extLst>
                </p14:cNvPr>
                <p14:cNvContentPartPr/>
                <p14:nvPr/>
              </p14:nvContentPartPr>
              <p14:xfrm>
                <a:off x="7184088" y="931104"/>
                <a:ext cx="917640" cy="2228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10EA38A1-A5E9-580D-58A1-5F67D54EC21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175088" y="922104"/>
                  <a:ext cx="93528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3DC71637-ECA2-8E52-D69C-A21311FEAFD5}"/>
                    </a:ext>
                  </a:extLst>
                </p14:cNvPr>
                <p14:cNvContentPartPr/>
                <p14:nvPr/>
              </p14:nvContentPartPr>
              <p14:xfrm>
                <a:off x="7960968" y="928584"/>
                <a:ext cx="72720" cy="234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3DC71637-ECA2-8E52-D69C-A21311FEAFD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951968" y="919584"/>
                  <a:ext cx="90360" cy="41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9B3CF88-7F25-21DC-0B06-9CAA14E5CA8A}"/>
                  </a:ext>
                </a:extLst>
              </p14:cNvPr>
              <p14:cNvContentPartPr/>
              <p14:nvPr/>
            </p14:nvContentPartPr>
            <p14:xfrm>
              <a:off x="8318088" y="960264"/>
              <a:ext cx="20160" cy="1152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9B3CF88-7F25-21DC-0B06-9CAA14E5CA8A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309448" y="951264"/>
                <a:ext cx="37800" cy="2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842C851B-81DA-CDC7-D193-36C63AE0017C}"/>
                  </a:ext>
                </a:extLst>
              </p14:cNvPr>
              <p14:cNvContentPartPr/>
              <p14:nvPr/>
            </p14:nvContentPartPr>
            <p14:xfrm>
              <a:off x="7221168" y="1245744"/>
              <a:ext cx="972720" cy="604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842C851B-81DA-CDC7-D193-36C63AE0017C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212528" y="1236744"/>
                <a:ext cx="990360" cy="78120"/>
              </a:xfrm>
              <a:prstGeom prst="rect">
                <a:avLst/>
              </a:prstGeom>
            </p:spPr>
          </p:pic>
        </mc:Fallback>
      </mc:AlternateContent>
      <p:grpSp>
        <p:nvGrpSpPr>
          <p:cNvPr id="96" name="Group 95">
            <a:extLst>
              <a:ext uri="{FF2B5EF4-FFF2-40B4-BE49-F238E27FC236}">
                <a16:creationId xmlns:a16="http://schemas.microsoft.com/office/drawing/2014/main" id="{902EEEA8-0BFB-1CAF-07A1-F14507535B7C}"/>
              </a:ext>
            </a:extLst>
          </p:cNvPr>
          <p:cNvGrpSpPr/>
          <p:nvPr/>
        </p:nvGrpSpPr>
        <p:grpSpPr>
          <a:xfrm>
            <a:off x="405288" y="1718064"/>
            <a:ext cx="299160" cy="253080"/>
            <a:chOff x="405288" y="1718064"/>
            <a:chExt cx="299160" cy="25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51336BC-E914-AD7C-A716-81CBB7434C9E}"/>
                    </a:ext>
                  </a:extLst>
                </p14:cNvPr>
                <p14:cNvContentPartPr/>
                <p14:nvPr/>
              </p14:nvContentPartPr>
              <p14:xfrm>
                <a:off x="405288" y="1779624"/>
                <a:ext cx="77400" cy="1915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51336BC-E914-AD7C-A716-81CBB7434C9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96648" y="1770984"/>
                  <a:ext cx="950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0CD3F441-89D8-1499-4833-74DE1D005545}"/>
                    </a:ext>
                  </a:extLst>
                </p14:cNvPr>
                <p14:cNvContentPartPr/>
                <p14:nvPr/>
              </p14:nvContentPartPr>
              <p14:xfrm>
                <a:off x="492768" y="1718064"/>
                <a:ext cx="211680" cy="1234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0CD3F441-89D8-1499-4833-74DE1D00554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83768" y="1709424"/>
                  <a:ext cx="229320" cy="14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FB65CF7C-4535-9CD2-0634-3515A56C7A09}"/>
              </a:ext>
            </a:extLst>
          </p:cNvPr>
          <p:cNvGrpSpPr/>
          <p:nvPr/>
        </p:nvGrpSpPr>
        <p:grpSpPr>
          <a:xfrm>
            <a:off x="1038168" y="1606104"/>
            <a:ext cx="1247040" cy="520920"/>
            <a:chOff x="1038168" y="1606104"/>
            <a:chExt cx="1247040" cy="52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ACC00DD8-33F2-8D4D-2ABD-44ED78762735}"/>
                    </a:ext>
                  </a:extLst>
                </p14:cNvPr>
                <p14:cNvContentPartPr/>
                <p14:nvPr/>
              </p14:nvContentPartPr>
              <p14:xfrm>
                <a:off x="1038168" y="1632744"/>
                <a:ext cx="110160" cy="2858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ACC00DD8-33F2-8D4D-2ABD-44ED7876273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29528" y="1624104"/>
                  <a:ext cx="12780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8F488FD7-3A18-5E60-A6FF-5775EEAED13B}"/>
                    </a:ext>
                  </a:extLst>
                </p14:cNvPr>
                <p14:cNvContentPartPr/>
                <p14:nvPr/>
              </p14:nvContentPartPr>
              <p14:xfrm>
                <a:off x="1240848" y="1753344"/>
                <a:ext cx="83880" cy="1026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8F488FD7-3A18-5E60-A6FF-5775EEAED13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231848" y="1744344"/>
                  <a:ext cx="1015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F980754E-907F-0CF5-3214-FBC42D954C54}"/>
                    </a:ext>
                  </a:extLst>
                </p14:cNvPr>
                <p14:cNvContentPartPr/>
                <p14:nvPr/>
              </p14:nvContentPartPr>
              <p14:xfrm>
                <a:off x="1456128" y="1606104"/>
                <a:ext cx="138960" cy="5209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F980754E-907F-0CF5-3214-FBC42D954C5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447128" y="1597104"/>
                  <a:ext cx="15660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AB2B699-94D1-5E8A-4126-8C3E1424343A}"/>
                    </a:ext>
                  </a:extLst>
                </p14:cNvPr>
                <p14:cNvContentPartPr/>
                <p14:nvPr/>
              </p14:nvContentPartPr>
              <p14:xfrm>
                <a:off x="1691208" y="1719144"/>
                <a:ext cx="221040" cy="1350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AB2B699-94D1-5E8A-4126-8C3E1424343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682208" y="1710504"/>
                  <a:ext cx="23868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E636E91D-FBA4-59A3-2DCD-8FAB6F946B46}"/>
                    </a:ext>
                  </a:extLst>
                </p14:cNvPr>
                <p14:cNvContentPartPr/>
                <p14:nvPr/>
              </p14:nvContentPartPr>
              <p14:xfrm>
                <a:off x="2008368" y="1773864"/>
                <a:ext cx="133920" cy="784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E636E91D-FBA4-59A3-2DCD-8FAB6F946B4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999368" y="1765224"/>
                  <a:ext cx="1515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C36DC2F4-92A0-219D-E2FA-21E3BE188C59}"/>
                    </a:ext>
                  </a:extLst>
                </p14:cNvPr>
                <p14:cNvContentPartPr/>
                <p14:nvPr/>
              </p14:nvContentPartPr>
              <p14:xfrm>
                <a:off x="2180808" y="1750104"/>
                <a:ext cx="104400" cy="3549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C36DC2F4-92A0-219D-E2FA-21E3BE188C5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172168" y="1741464"/>
                  <a:ext cx="122040" cy="372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ABC23BA-5A41-4C47-1ADD-9945662EEBE2}"/>
                  </a:ext>
                </a:extLst>
              </p14:cNvPr>
              <p14:cNvContentPartPr/>
              <p14:nvPr/>
            </p14:nvContentPartPr>
            <p14:xfrm>
              <a:off x="2548368" y="1688904"/>
              <a:ext cx="213480" cy="247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ABC23BA-5A41-4C47-1ADD-9945662EEBE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2539728" y="1680264"/>
                <a:ext cx="231120" cy="264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0CCEE2F-97F1-9CCB-3954-FF2E1D7CD673}"/>
              </a:ext>
            </a:extLst>
          </p:cNvPr>
          <p:cNvGrpSpPr/>
          <p:nvPr/>
        </p:nvGrpSpPr>
        <p:grpSpPr>
          <a:xfrm>
            <a:off x="3001608" y="1699344"/>
            <a:ext cx="1796760" cy="444960"/>
            <a:chOff x="3001608" y="1699344"/>
            <a:chExt cx="1796760" cy="44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320D4A83-8FB6-1AF1-994C-5D7EA24AE98B}"/>
                    </a:ext>
                  </a:extLst>
                </p14:cNvPr>
                <p14:cNvContentPartPr/>
                <p14:nvPr/>
              </p14:nvContentPartPr>
              <p14:xfrm>
                <a:off x="3001608" y="1699344"/>
                <a:ext cx="39960" cy="2401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320D4A83-8FB6-1AF1-994C-5D7EA24AE98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992608" y="1690704"/>
                  <a:ext cx="5760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95F87B42-CA71-D71A-FA97-8123B1220EFB}"/>
                    </a:ext>
                  </a:extLst>
                </p14:cNvPr>
                <p14:cNvContentPartPr/>
                <p14:nvPr/>
              </p14:nvContentPartPr>
              <p14:xfrm>
                <a:off x="3122928" y="1710864"/>
                <a:ext cx="36000" cy="2041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95F87B42-CA71-D71A-FA97-8123B1220EF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114288" y="1702224"/>
                  <a:ext cx="536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EFA554BA-20AB-A620-957B-ED08D2C9989C}"/>
                    </a:ext>
                  </a:extLst>
                </p14:cNvPr>
                <p14:cNvContentPartPr/>
                <p14:nvPr/>
              </p14:nvContentPartPr>
              <p14:xfrm>
                <a:off x="3042288" y="1793304"/>
                <a:ext cx="346680" cy="1004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EFA554BA-20AB-A620-957B-ED08D2C9989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033648" y="1784304"/>
                  <a:ext cx="3643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64638F8A-DB97-BAF1-D838-F75C3E0D62F9}"/>
                    </a:ext>
                  </a:extLst>
                </p14:cNvPr>
                <p14:cNvContentPartPr/>
                <p14:nvPr/>
              </p14:nvContentPartPr>
              <p14:xfrm>
                <a:off x="3481128" y="1775304"/>
                <a:ext cx="202320" cy="856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64638F8A-DB97-BAF1-D838-F75C3E0D62F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472488" y="1766664"/>
                  <a:ext cx="21996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A2FD9A8D-3364-0D4C-8B06-16B67E7E5744}"/>
                    </a:ext>
                  </a:extLst>
                </p14:cNvPr>
                <p14:cNvContentPartPr/>
                <p14:nvPr/>
              </p14:nvContentPartPr>
              <p14:xfrm>
                <a:off x="3743208" y="1778544"/>
                <a:ext cx="67680" cy="687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A2FD9A8D-3364-0D4C-8B06-16B67E7E574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734208" y="1769544"/>
                  <a:ext cx="8532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C6DD0B62-A1BD-EB37-42BE-91C9774DF6F3}"/>
                    </a:ext>
                  </a:extLst>
                </p14:cNvPr>
                <p14:cNvContentPartPr/>
                <p14:nvPr/>
              </p14:nvContentPartPr>
              <p14:xfrm>
                <a:off x="3903048" y="1787544"/>
                <a:ext cx="97560" cy="799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C6DD0B62-A1BD-EB37-42BE-91C9774DF6F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894048" y="1778904"/>
                  <a:ext cx="11520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FEAB4BD-FED5-45B2-EAC2-FA26C7CF9FAC}"/>
                    </a:ext>
                  </a:extLst>
                </p14:cNvPr>
                <p14:cNvContentPartPr/>
                <p14:nvPr/>
              </p14:nvContentPartPr>
              <p14:xfrm>
                <a:off x="4035888" y="1790784"/>
                <a:ext cx="138960" cy="3099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FEAB4BD-FED5-45B2-EAC2-FA26C7CF9FA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026888" y="1782144"/>
                  <a:ext cx="15660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441B0EA4-2886-77E2-B13A-CB1EDFAC5E8A}"/>
                    </a:ext>
                  </a:extLst>
                </p14:cNvPr>
                <p14:cNvContentPartPr/>
                <p14:nvPr/>
              </p14:nvContentPartPr>
              <p14:xfrm>
                <a:off x="4281048" y="1787544"/>
                <a:ext cx="132480" cy="759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441B0EA4-2886-77E2-B13A-CB1EDFAC5E8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272408" y="1778544"/>
                  <a:ext cx="1501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DB93D0DD-9FBD-5717-0269-1E2609A09C5A}"/>
                    </a:ext>
                  </a:extLst>
                </p14:cNvPr>
                <p14:cNvContentPartPr/>
                <p14:nvPr/>
              </p14:nvContentPartPr>
              <p14:xfrm>
                <a:off x="4427568" y="1786464"/>
                <a:ext cx="151920" cy="3578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DB93D0DD-9FBD-5717-0269-1E2609A09C5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418568" y="1777464"/>
                  <a:ext cx="169560" cy="37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13703C0D-C05C-2AD6-1664-BAFD7CD1CBFA}"/>
                    </a:ext>
                  </a:extLst>
                </p14:cNvPr>
                <p14:cNvContentPartPr/>
                <p14:nvPr/>
              </p14:nvContentPartPr>
              <p14:xfrm>
                <a:off x="4789008" y="1912824"/>
                <a:ext cx="9360" cy="496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13703C0D-C05C-2AD6-1664-BAFD7CD1CBF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780368" y="1904184"/>
                  <a:ext cx="2700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4153B981-3B9B-4050-614C-97CECDF8B4F2}"/>
                    </a:ext>
                  </a:extLst>
                </p14:cNvPr>
                <p14:cNvContentPartPr/>
                <p14:nvPr/>
              </p14:nvContentPartPr>
              <p14:xfrm>
                <a:off x="4755888" y="1756584"/>
                <a:ext cx="10080" cy="219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4153B981-3B9B-4050-614C-97CECDF8B4F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746888" y="1747584"/>
                  <a:ext cx="2772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09303A62-DA1A-9FEE-07EE-8E80DE777691}"/>
              </a:ext>
            </a:extLst>
          </p:cNvPr>
          <p:cNvGrpSpPr/>
          <p:nvPr/>
        </p:nvGrpSpPr>
        <p:grpSpPr>
          <a:xfrm>
            <a:off x="5142888" y="1693584"/>
            <a:ext cx="1679040" cy="510840"/>
            <a:chOff x="5142888" y="1693584"/>
            <a:chExt cx="1679040" cy="51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A18F80CC-9B00-C8A5-2673-35536ACACC72}"/>
                    </a:ext>
                  </a:extLst>
                </p14:cNvPr>
                <p14:cNvContentPartPr/>
                <p14:nvPr/>
              </p14:nvContentPartPr>
              <p14:xfrm>
                <a:off x="5256288" y="1770624"/>
                <a:ext cx="20160" cy="1962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A18F80CC-9B00-C8A5-2673-35536ACACC72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5247648" y="1761984"/>
                  <a:ext cx="378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4C552F6A-6283-BB9E-5C47-D2D2DDD39C11}"/>
                    </a:ext>
                  </a:extLst>
                </p14:cNvPr>
                <p14:cNvContentPartPr/>
                <p14:nvPr/>
              </p14:nvContentPartPr>
              <p14:xfrm>
                <a:off x="5142888" y="1724184"/>
                <a:ext cx="403200" cy="3164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4C552F6A-6283-BB9E-5C47-D2D2DDD39C11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5134248" y="1715184"/>
                  <a:ext cx="42084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90E89322-DD20-8386-6481-C34636DC6A14}"/>
                    </a:ext>
                  </a:extLst>
                </p14:cNvPr>
                <p14:cNvContentPartPr/>
                <p14:nvPr/>
              </p14:nvContentPartPr>
              <p14:xfrm>
                <a:off x="5561568" y="1873584"/>
                <a:ext cx="33120" cy="810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90E89322-DD20-8386-6481-C34636DC6A14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5552928" y="1864584"/>
                  <a:ext cx="5076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EEFDD9D7-3984-3B90-7FD8-B0A19BC9C793}"/>
                    </a:ext>
                  </a:extLst>
                </p14:cNvPr>
                <p14:cNvContentPartPr/>
                <p14:nvPr/>
              </p14:nvContentPartPr>
              <p14:xfrm>
                <a:off x="5590368" y="1772064"/>
                <a:ext cx="19080" cy="302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EEFDD9D7-3984-3B90-7FD8-B0A19BC9C793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5581728" y="1763424"/>
                  <a:ext cx="367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1B6D9E2A-922E-4D38-2A12-E5E82950F150}"/>
                    </a:ext>
                  </a:extLst>
                </p14:cNvPr>
                <p14:cNvContentPartPr/>
                <p14:nvPr/>
              </p14:nvContentPartPr>
              <p14:xfrm>
                <a:off x="5653008" y="1850544"/>
                <a:ext cx="75600" cy="1188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1B6D9E2A-922E-4D38-2A12-E5E82950F150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5644008" y="1841544"/>
                  <a:ext cx="9324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6C767EC3-904D-243E-8CF8-60390B48F828}"/>
                    </a:ext>
                  </a:extLst>
                </p14:cNvPr>
                <p14:cNvContentPartPr/>
                <p14:nvPr/>
              </p14:nvContentPartPr>
              <p14:xfrm>
                <a:off x="5863968" y="1693584"/>
                <a:ext cx="106920" cy="2610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6C767EC3-904D-243E-8CF8-60390B48F828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5854968" y="1684584"/>
                  <a:ext cx="12456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AAF8090C-CD1D-24BE-2AD8-1AFF4FAF5A04}"/>
                    </a:ext>
                  </a:extLst>
                </p14:cNvPr>
                <p14:cNvContentPartPr/>
                <p14:nvPr/>
              </p14:nvContentPartPr>
              <p14:xfrm>
                <a:off x="5976288" y="1818504"/>
                <a:ext cx="4680" cy="24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AAF8090C-CD1D-24BE-2AD8-1AFF4FAF5A04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5967648" y="1809864"/>
                  <a:ext cx="223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79C4CAF1-DD53-9F0B-4E8D-2758445E8189}"/>
                    </a:ext>
                  </a:extLst>
                </p14:cNvPr>
                <p14:cNvContentPartPr/>
                <p14:nvPr/>
              </p14:nvContentPartPr>
              <p14:xfrm>
                <a:off x="5904648" y="1751904"/>
                <a:ext cx="213120" cy="1886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79C4CAF1-DD53-9F0B-4E8D-2758445E8189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5895648" y="1743264"/>
                  <a:ext cx="2307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81C0ABE-64FD-1C76-1ACD-DD4A78BBAD67}"/>
                    </a:ext>
                  </a:extLst>
                </p14:cNvPr>
                <p14:cNvContentPartPr/>
                <p14:nvPr/>
              </p14:nvContentPartPr>
              <p14:xfrm>
                <a:off x="6151248" y="1853784"/>
                <a:ext cx="367560" cy="3506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81C0ABE-64FD-1C76-1ACD-DD4A78BBAD67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6142608" y="1844784"/>
                  <a:ext cx="38520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BB62B54-9D23-FCB5-4848-19A4EFA47521}"/>
                    </a:ext>
                  </a:extLst>
                </p14:cNvPr>
                <p14:cNvContentPartPr/>
                <p14:nvPr/>
              </p14:nvContentPartPr>
              <p14:xfrm>
                <a:off x="6549768" y="1809144"/>
                <a:ext cx="10080" cy="201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BB62B54-9D23-FCB5-4848-19A4EFA47521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6540768" y="1800504"/>
                  <a:ext cx="277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AF064B5-0CBF-F648-0B7D-DFB1AB18A110}"/>
                    </a:ext>
                  </a:extLst>
                </p14:cNvPr>
                <p14:cNvContentPartPr/>
                <p14:nvPr/>
              </p14:nvContentPartPr>
              <p14:xfrm>
                <a:off x="6603768" y="1754784"/>
                <a:ext cx="218160" cy="1965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AF064B5-0CBF-F648-0B7D-DFB1AB18A110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6594768" y="1745784"/>
                  <a:ext cx="23580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203DAAB1-BE2F-DFB9-3811-55D0E38A177D}"/>
              </a:ext>
            </a:extLst>
          </p:cNvPr>
          <p:cNvGrpSpPr/>
          <p:nvPr/>
        </p:nvGrpSpPr>
        <p:grpSpPr>
          <a:xfrm>
            <a:off x="7261128" y="1647864"/>
            <a:ext cx="1109880" cy="258120"/>
            <a:chOff x="7261128" y="1647864"/>
            <a:chExt cx="110988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60F14B64-AFBA-23A8-FE9D-28B6D5BF4A78}"/>
                    </a:ext>
                  </a:extLst>
                </p14:cNvPr>
                <p14:cNvContentPartPr/>
                <p14:nvPr/>
              </p14:nvContentPartPr>
              <p14:xfrm>
                <a:off x="7261128" y="1677024"/>
                <a:ext cx="112680" cy="2289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60F14B64-AFBA-23A8-FE9D-28B6D5BF4A78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7252488" y="1668024"/>
                  <a:ext cx="1303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76C9D314-35F9-DB01-6F19-ECBA7F164F7D}"/>
                    </a:ext>
                  </a:extLst>
                </p14:cNvPr>
                <p14:cNvContentPartPr/>
                <p14:nvPr/>
              </p14:nvContentPartPr>
              <p14:xfrm>
                <a:off x="7472808" y="1647864"/>
                <a:ext cx="212760" cy="2275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76C9D314-35F9-DB01-6F19-ECBA7F164F7D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7463808" y="1638864"/>
                  <a:ext cx="2304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C384E839-18D7-2007-3842-244031C6EAD9}"/>
                    </a:ext>
                  </a:extLst>
                </p14:cNvPr>
                <p14:cNvContentPartPr/>
                <p14:nvPr/>
              </p14:nvContentPartPr>
              <p14:xfrm>
                <a:off x="7618608" y="1804464"/>
                <a:ext cx="128520" cy="327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C384E839-18D7-2007-3842-244031C6EAD9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7609608" y="1795464"/>
                  <a:ext cx="1461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868CB069-AEE2-BBB2-5609-D0275B8E1C46}"/>
                    </a:ext>
                  </a:extLst>
                </p14:cNvPr>
                <p14:cNvContentPartPr/>
                <p14:nvPr/>
              </p14:nvContentPartPr>
              <p14:xfrm>
                <a:off x="7793928" y="1756584"/>
                <a:ext cx="113400" cy="813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868CB069-AEE2-BBB2-5609-D0275B8E1C46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7784928" y="1747584"/>
                  <a:ext cx="13104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C9CF7FE1-1958-7F51-B5B0-82228F8C211E}"/>
                    </a:ext>
                  </a:extLst>
                </p14:cNvPr>
                <p14:cNvContentPartPr/>
                <p14:nvPr/>
              </p14:nvContentPartPr>
              <p14:xfrm>
                <a:off x="7982208" y="1763784"/>
                <a:ext cx="388800" cy="543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C9CF7FE1-1958-7F51-B5B0-82228F8C211E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7973568" y="1755144"/>
                  <a:ext cx="406440" cy="72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1385E0E7-9738-1ED3-454B-2198218C3C0E}"/>
              </a:ext>
            </a:extLst>
          </p:cNvPr>
          <p:cNvGrpSpPr/>
          <p:nvPr/>
        </p:nvGrpSpPr>
        <p:grpSpPr>
          <a:xfrm>
            <a:off x="8686368" y="1590264"/>
            <a:ext cx="1107720" cy="381600"/>
            <a:chOff x="8686368" y="1590264"/>
            <a:chExt cx="1107720" cy="38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BA39A880-9CF6-C2F7-C1A0-3A99E2A5071F}"/>
                    </a:ext>
                  </a:extLst>
                </p14:cNvPr>
                <p14:cNvContentPartPr/>
                <p14:nvPr/>
              </p14:nvContentPartPr>
              <p14:xfrm>
                <a:off x="8686368" y="1625184"/>
                <a:ext cx="170640" cy="185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BA39A880-9CF6-C2F7-C1A0-3A99E2A5071F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8677368" y="1616184"/>
                  <a:ext cx="1882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5A6F72E7-4554-331E-39EE-508F6A2FBF4C}"/>
                    </a:ext>
                  </a:extLst>
                </p14:cNvPr>
                <p14:cNvContentPartPr/>
                <p14:nvPr/>
              </p14:nvContentPartPr>
              <p14:xfrm>
                <a:off x="8899128" y="1602144"/>
                <a:ext cx="222840" cy="3697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5A6F72E7-4554-331E-39EE-508F6A2FBF4C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8890128" y="1593504"/>
                  <a:ext cx="24048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315FE656-4714-56E6-53AC-34CEAABC8608}"/>
                    </a:ext>
                  </a:extLst>
                </p14:cNvPr>
                <p14:cNvContentPartPr/>
                <p14:nvPr/>
              </p14:nvContentPartPr>
              <p14:xfrm>
                <a:off x="9042408" y="1758384"/>
                <a:ext cx="494280" cy="896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315FE656-4714-56E6-53AC-34CEAABC8608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9033768" y="1749744"/>
                  <a:ext cx="51192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5F1EF30C-CDD1-F8D7-808F-68D59DEC8B28}"/>
                    </a:ext>
                  </a:extLst>
                </p14:cNvPr>
                <p14:cNvContentPartPr/>
                <p14:nvPr/>
              </p14:nvContentPartPr>
              <p14:xfrm>
                <a:off x="9679248" y="1590264"/>
                <a:ext cx="27000" cy="1789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5F1EF30C-CDD1-F8D7-808F-68D59DEC8B28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9670248" y="1581624"/>
                  <a:ext cx="446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54181629-ED12-A850-B940-F5750D28462C}"/>
                    </a:ext>
                  </a:extLst>
                </p14:cNvPr>
                <p14:cNvContentPartPr/>
                <p14:nvPr/>
              </p14:nvContentPartPr>
              <p14:xfrm>
                <a:off x="9645768" y="1695744"/>
                <a:ext cx="148320" cy="288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54181629-ED12-A850-B940-F5750D28462C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9637128" y="1686744"/>
                  <a:ext cx="165960" cy="4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B2860EA7-073C-7B21-40DE-7860C650981E}"/>
              </a:ext>
            </a:extLst>
          </p:cNvPr>
          <p:cNvGrpSpPr/>
          <p:nvPr/>
        </p:nvGrpSpPr>
        <p:grpSpPr>
          <a:xfrm>
            <a:off x="10054368" y="1584144"/>
            <a:ext cx="788400" cy="276120"/>
            <a:chOff x="10054368" y="1584144"/>
            <a:chExt cx="788400" cy="27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10907F4F-278B-24DA-9701-B4E65E14E4BA}"/>
                    </a:ext>
                  </a:extLst>
                </p14:cNvPr>
                <p14:cNvContentPartPr/>
                <p14:nvPr/>
              </p14:nvContentPartPr>
              <p14:xfrm>
                <a:off x="10054368" y="1584144"/>
                <a:ext cx="257400" cy="27612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10907F4F-278B-24DA-9701-B4E65E14E4BA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0045368" y="1575504"/>
                  <a:ext cx="2750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5913BAD2-E067-2589-F10C-DB8F88362503}"/>
                    </a:ext>
                  </a:extLst>
                </p14:cNvPr>
                <p14:cNvContentPartPr/>
                <p14:nvPr/>
              </p14:nvContentPartPr>
              <p14:xfrm>
                <a:off x="10279368" y="1714464"/>
                <a:ext cx="563400" cy="853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5913BAD2-E067-2589-F10C-DB8F88362503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0270368" y="1705464"/>
                  <a:ext cx="581040" cy="10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04A3E932-37FE-321D-5E89-10AB43A10474}"/>
              </a:ext>
            </a:extLst>
          </p:cNvPr>
          <p:cNvGrpSpPr/>
          <p:nvPr/>
        </p:nvGrpSpPr>
        <p:grpSpPr>
          <a:xfrm>
            <a:off x="11115648" y="1630584"/>
            <a:ext cx="768960" cy="344880"/>
            <a:chOff x="11115648" y="1630584"/>
            <a:chExt cx="76896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8E93BB12-E70F-508F-99DA-3DC8C3B20812}"/>
                    </a:ext>
                  </a:extLst>
                </p14:cNvPr>
                <p14:cNvContentPartPr/>
                <p14:nvPr/>
              </p14:nvContentPartPr>
              <p14:xfrm>
                <a:off x="11115648" y="1660104"/>
                <a:ext cx="165600" cy="3153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8E93BB12-E70F-508F-99DA-3DC8C3B20812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1106648" y="1651464"/>
                  <a:ext cx="18324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420F2D13-3A95-3787-500F-7C4EE5E5054A}"/>
                    </a:ext>
                  </a:extLst>
                </p14:cNvPr>
                <p14:cNvContentPartPr/>
                <p14:nvPr/>
              </p14:nvContentPartPr>
              <p14:xfrm>
                <a:off x="11457648" y="1667664"/>
                <a:ext cx="242280" cy="878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420F2D13-3A95-3787-500F-7C4EE5E5054A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1449008" y="1658664"/>
                  <a:ext cx="25992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1229DA1-6A73-8083-38A9-FCAE11E55939}"/>
                    </a:ext>
                  </a:extLst>
                </p14:cNvPr>
                <p14:cNvContentPartPr/>
                <p14:nvPr/>
              </p14:nvContentPartPr>
              <p14:xfrm>
                <a:off x="11743488" y="1696104"/>
                <a:ext cx="49680" cy="450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1229DA1-6A73-8083-38A9-FCAE11E55939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1734488" y="1687464"/>
                  <a:ext cx="6732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ECDFC26E-16FB-8459-44F0-6AF336958A13}"/>
                    </a:ext>
                  </a:extLst>
                </p14:cNvPr>
                <p14:cNvContentPartPr/>
                <p14:nvPr/>
              </p14:nvContentPartPr>
              <p14:xfrm>
                <a:off x="11815848" y="1630584"/>
                <a:ext cx="68760" cy="13500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ECDFC26E-16FB-8459-44F0-6AF336958A13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1807208" y="1621584"/>
                  <a:ext cx="8640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1D5DEBBF-483F-EE3F-8AF8-3B61A567EE3E}"/>
                    </a:ext>
                  </a:extLst>
                </p14:cNvPr>
                <p14:cNvContentPartPr/>
                <p14:nvPr/>
              </p14:nvContentPartPr>
              <p14:xfrm>
                <a:off x="11354328" y="1713384"/>
                <a:ext cx="59400" cy="446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1D5DEBBF-483F-EE3F-8AF8-3B61A567EE3E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1345688" y="1704744"/>
                  <a:ext cx="77040" cy="62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56FC8D0F-6711-11A3-1EE8-0EAEC164DB23}"/>
                  </a:ext>
                </a:extLst>
              </p14:cNvPr>
              <p14:cNvContentPartPr/>
              <p14:nvPr/>
            </p14:nvContentPartPr>
            <p14:xfrm>
              <a:off x="12047328" y="1795104"/>
              <a:ext cx="11520" cy="648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56FC8D0F-6711-11A3-1EE8-0EAEC164DB23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12038328" y="1786464"/>
                <a:ext cx="29160" cy="2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7EE4B090-F540-C408-4DED-8EF2C9FB07B2}"/>
                  </a:ext>
                </a:extLst>
              </p14:cNvPr>
              <p14:cNvContentPartPr/>
              <p14:nvPr/>
            </p14:nvContentPartPr>
            <p14:xfrm>
              <a:off x="1898208" y="2408904"/>
              <a:ext cx="290880" cy="360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7EE4B090-F540-C408-4DED-8EF2C9FB07B2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1889568" y="2400264"/>
                <a:ext cx="308520" cy="37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28CB5CF2-0F86-E2A1-CCD2-7A2434A5C938}"/>
                  </a:ext>
                </a:extLst>
              </p14:cNvPr>
              <p14:cNvContentPartPr/>
              <p14:nvPr/>
            </p14:nvContentPartPr>
            <p14:xfrm>
              <a:off x="2451528" y="2511144"/>
              <a:ext cx="121320" cy="172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28CB5CF2-0F86-E2A1-CCD2-7A2434A5C938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2442528" y="2502504"/>
                <a:ext cx="138960" cy="34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8" name="Group 157">
            <a:extLst>
              <a:ext uri="{FF2B5EF4-FFF2-40B4-BE49-F238E27FC236}">
                <a16:creationId xmlns:a16="http://schemas.microsoft.com/office/drawing/2014/main" id="{21448270-5C80-3606-D95D-A2D753B079CB}"/>
              </a:ext>
            </a:extLst>
          </p:cNvPr>
          <p:cNvGrpSpPr/>
          <p:nvPr/>
        </p:nvGrpSpPr>
        <p:grpSpPr>
          <a:xfrm>
            <a:off x="3020688" y="2287944"/>
            <a:ext cx="670680" cy="232200"/>
            <a:chOff x="3020688" y="2287944"/>
            <a:chExt cx="670680" cy="23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950D077F-CBDB-5759-6AEB-E28F5F0CD6DE}"/>
                    </a:ext>
                  </a:extLst>
                </p14:cNvPr>
                <p14:cNvContentPartPr/>
                <p14:nvPr/>
              </p14:nvContentPartPr>
              <p14:xfrm>
                <a:off x="3020688" y="2287944"/>
                <a:ext cx="200520" cy="2322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950D077F-CBDB-5759-6AEB-E28F5F0CD6DE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3011688" y="2278944"/>
                  <a:ext cx="2181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011224CE-49C4-B8B3-FE07-36B896FD487A}"/>
                    </a:ext>
                  </a:extLst>
                </p14:cNvPr>
                <p14:cNvContentPartPr/>
                <p14:nvPr/>
              </p14:nvContentPartPr>
              <p14:xfrm>
                <a:off x="3296088" y="2321784"/>
                <a:ext cx="395280" cy="1504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011224CE-49C4-B8B3-FE07-36B896FD487A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3287448" y="2313144"/>
                  <a:ext cx="412920" cy="16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E593B84-1AB4-1303-6990-D38A6248A21D}"/>
              </a:ext>
            </a:extLst>
          </p:cNvPr>
          <p:cNvGrpSpPr/>
          <p:nvPr/>
        </p:nvGrpSpPr>
        <p:grpSpPr>
          <a:xfrm>
            <a:off x="3863808" y="2221704"/>
            <a:ext cx="1442880" cy="461520"/>
            <a:chOff x="3863808" y="2221704"/>
            <a:chExt cx="1442880" cy="46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23AB6944-D069-1CFE-B760-DB1323AF5878}"/>
                    </a:ext>
                  </a:extLst>
                </p14:cNvPr>
                <p14:cNvContentPartPr/>
                <p14:nvPr/>
              </p14:nvContentPartPr>
              <p14:xfrm>
                <a:off x="3863808" y="2297304"/>
                <a:ext cx="136440" cy="3762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23AB6944-D069-1CFE-B760-DB1323AF5878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3854808" y="2288304"/>
                  <a:ext cx="15408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AA34A2CA-377F-88AE-F5EA-78E03EC68571}"/>
                    </a:ext>
                  </a:extLst>
                </p14:cNvPr>
                <p14:cNvContentPartPr/>
                <p14:nvPr/>
              </p14:nvContentPartPr>
              <p14:xfrm>
                <a:off x="4134528" y="2221704"/>
                <a:ext cx="166320" cy="4615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AA34A2CA-377F-88AE-F5EA-78E03EC68571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4125528" y="2213064"/>
                  <a:ext cx="183960" cy="47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AE67259E-1D0A-0BD4-0EF1-B80B79A805B5}"/>
                    </a:ext>
                  </a:extLst>
                </p14:cNvPr>
                <p14:cNvContentPartPr/>
                <p14:nvPr/>
              </p14:nvContentPartPr>
              <p14:xfrm>
                <a:off x="4309488" y="2418264"/>
                <a:ext cx="4680" cy="316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AE67259E-1D0A-0BD4-0EF1-B80B79A805B5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4300488" y="2409264"/>
                  <a:ext cx="223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741CEE16-6BF0-2334-A0FC-376964C0F4E7}"/>
                    </a:ext>
                  </a:extLst>
                </p14:cNvPr>
                <p14:cNvContentPartPr/>
                <p14:nvPr/>
              </p14:nvContentPartPr>
              <p14:xfrm>
                <a:off x="4375728" y="2476224"/>
                <a:ext cx="73800" cy="752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741CEE16-6BF0-2334-A0FC-376964C0F4E7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4367088" y="2467224"/>
                  <a:ext cx="9144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4B5DA2B1-3FCF-99CE-1A85-C260A05A4566}"/>
                    </a:ext>
                  </a:extLst>
                </p14:cNvPr>
                <p14:cNvContentPartPr/>
                <p14:nvPr/>
              </p14:nvContentPartPr>
              <p14:xfrm>
                <a:off x="4611168" y="2436984"/>
                <a:ext cx="232200" cy="594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4B5DA2B1-3FCF-99CE-1A85-C260A05A4566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4602168" y="2428344"/>
                  <a:ext cx="24984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F5BA1822-3D41-F870-26E7-89C0F3D02EE3}"/>
                    </a:ext>
                  </a:extLst>
                </p14:cNvPr>
                <p14:cNvContentPartPr/>
                <p14:nvPr/>
              </p14:nvContentPartPr>
              <p14:xfrm>
                <a:off x="4926528" y="2431224"/>
                <a:ext cx="95040" cy="428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F5BA1822-3D41-F870-26E7-89C0F3D02EE3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4917888" y="2422584"/>
                  <a:ext cx="11268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0A8EDDCF-53A6-57F9-C1A7-FA588FC22507}"/>
                    </a:ext>
                  </a:extLst>
                </p14:cNvPr>
                <p14:cNvContentPartPr/>
                <p14:nvPr/>
              </p14:nvContentPartPr>
              <p14:xfrm>
                <a:off x="5058648" y="2371104"/>
                <a:ext cx="12240" cy="259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0A8EDDCF-53A6-57F9-C1A7-FA588FC22507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5049648" y="2362104"/>
                  <a:ext cx="298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20713D22-E73E-72A6-D8AB-8E0AEACFB235}"/>
                    </a:ext>
                  </a:extLst>
                </p14:cNvPr>
                <p14:cNvContentPartPr/>
                <p14:nvPr/>
              </p14:nvContentPartPr>
              <p14:xfrm>
                <a:off x="5153688" y="2313144"/>
                <a:ext cx="153000" cy="2710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20713D22-E73E-72A6-D8AB-8E0AEACFB235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5145048" y="2304144"/>
                  <a:ext cx="170640" cy="28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D0EA1529-9FE5-B03D-AEF4-809162E56B12}"/>
              </a:ext>
            </a:extLst>
          </p:cNvPr>
          <p:cNvGrpSpPr/>
          <p:nvPr/>
        </p:nvGrpSpPr>
        <p:grpSpPr>
          <a:xfrm>
            <a:off x="5569128" y="2218104"/>
            <a:ext cx="1228320" cy="581400"/>
            <a:chOff x="5569128" y="2218104"/>
            <a:chExt cx="1228320" cy="58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64403A15-B810-9A28-8771-C8476E05839D}"/>
                    </a:ext>
                  </a:extLst>
                </p14:cNvPr>
                <p14:cNvContentPartPr/>
                <p14:nvPr/>
              </p14:nvContentPartPr>
              <p14:xfrm>
                <a:off x="5569128" y="2218104"/>
                <a:ext cx="104760" cy="3661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64403A15-B810-9A28-8771-C8476E05839D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560128" y="2209464"/>
                  <a:ext cx="12240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38B25F5F-F274-EC24-8140-4DA2921E5637}"/>
                    </a:ext>
                  </a:extLst>
                </p14:cNvPr>
                <p14:cNvContentPartPr/>
                <p14:nvPr/>
              </p14:nvContentPartPr>
              <p14:xfrm>
                <a:off x="5710608" y="2327184"/>
                <a:ext cx="315720" cy="1713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38B25F5F-F274-EC24-8140-4DA2921E5637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701608" y="2318184"/>
                  <a:ext cx="3333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28C5E980-F037-3CDB-111C-60A7F1A4D951}"/>
                    </a:ext>
                  </a:extLst>
                </p14:cNvPr>
                <p14:cNvContentPartPr/>
                <p14:nvPr/>
              </p14:nvContentPartPr>
              <p14:xfrm>
                <a:off x="6073848" y="2391624"/>
                <a:ext cx="21600" cy="284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28C5E980-F037-3CDB-111C-60A7F1A4D951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064848" y="2382624"/>
                  <a:ext cx="392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050A5729-76C8-6389-90A2-22BD1654B196}"/>
                    </a:ext>
                  </a:extLst>
                </p14:cNvPr>
                <p14:cNvContentPartPr/>
                <p14:nvPr/>
              </p14:nvContentPartPr>
              <p14:xfrm>
                <a:off x="5899248" y="2304864"/>
                <a:ext cx="137520" cy="266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050A5729-76C8-6389-90A2-22BD1654B196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5890248" y="2296224"/>
                  <a:ext cx="15516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16D3E6BB-3F1D-CC41-CCE1-B6AAB65AA704}"/>
                    </a:ext>
                  </a:extLst>
                </p14:cNvPr>
                <p14:cNvContentPartPr/>
                <p14:nvPr/>
              </p14:nvContentPartPr>
              <p14:xfrm>
                <a:off x="6122088" y="2314944"/>
                <a:ext cx="308520" cy="1515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16D3E6BB-3F1D-CC41-CCE1-B6AAB65AA704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113088" y="2305944"/>
                  <a:ext cx="3261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3309B47C-58B4-A52E-D87E-B7C2CE491626}"/>
                    </a:ext>
                  </a:extLst>
                </p14:cNvPr>
                <p14:cNvContentPartPr/>
                <p14:nvPr/>
              </p14:nvContentPartPr>
              <p14:xfrm>
                <a:off x="6421968" y="2359584"/>
                <a:ext cx="25200" cy="172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3309B47C-58B4-A52E-D87E-B7C2CE491626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6412968" y="2350944"/>
                  <a:ext cx="428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4F6B827A-B4E7-3DE6-7936-8FB2C2986240}"/>
                    </a:ext>
                  </a:extLst>
                </p14:cNvPr>
                <p14:cNvContentPartPr/>
                <p14:nvPr/>
              </p14:nvContentPartPr>
              <p14:xfrm>
                <a:off x="6520968" y="2371464"/>
                <a:ext cx="112320" cy="241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4F6B827A-B4E7-3DE6-7936-8FB2C2986240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6511968" y="2362824"/>
                  <a:ext cx="1299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DAF7C2F3-6899-3637-37F5-A93B3927B3A8}"/>
                    </a:ext>
                  </a:extLst>
                </p14:cNvPr>
                <p14:cNvContentPartPr/>
                <p14:nvPr/>
              </p14:nvContentPartPr>
              <p14:xfrm>
                <a:off x="6667488" y="2337624"/>
                <a:ext cx="360" cy="3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DAF7C2F3-6899-3637-37F5-A93B3927B3A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658848" y="232862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16401A02-447A-B0DB-2668-C165EE42CCDD}"/>
                    </a:ext>
                  </a:extLst>
                </p14:cNvPr>
                <p14:cNvContentPartPr/>
                <p14:nvPr/>
              </p14:nvContentPartPr>
              <p14:xfrm>
                <a:off x="6124608" y="2287224"/>
                <a:ext cx="186840" cy="75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16401A02-447A-B0DB-2668-C165EE42CCD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115968" y="2278224"/>
                  <a:ext cx="2044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0BFDE3E7-7CCB-E068-B5A6-AEB346EAFF90}"/>
                    </a:ext>
                  </a:extLst>
                </p14:cNvPr>
                <p14:cNvContentPartPr/>
                <p14:nvPr/>
              </p14:nvContentPartPr>
              <p14:xfrm>
                <a:off x="6310368" y="2249784"/>
                <a:ext cx="487080" cy="5497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0BFDE3E7-7CCB-E068-B5A6-AEB346EAFF9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301368" y="2240784"/>
                  <a:ext cx="504720" cy="567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D1EDE977-2E35-C57A-A004-D3824942AFF6}"/>
                  </a:ext>
                </a:extLst>
              </p14:cNvPr>
              <p14:cNvContentPartPr/>
              <p14:nvPr/>
            </p14:nvContentPartPr>
            <p14:xfrm>
              <a:off x="7267608" y="2149704"/>
              <a:ext cx="152640" cy="35172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D1EDE977-2E35-C57A-A004-D3824942AFF6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7258608" y="2141064"/>
                <a:ext cx="170280" cy="369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DA97C95-A0CD-F707-D901-46D19525A638}"/>
              </a:ext>
            </a:extLst>
          </p:cNvPr>
          <p:cNvGrpSpPr/>
          <p:nvPr/>
        </p:nvGrpSpPr>
        <p:grpSpPr>
          <a:xfrm>
            <a:off x="7726968" y="2143584"/>
            <a:ext cx="962640" cy="298440"/>
            <a:chOff x="7726968" y="2143584"/>
            <a:chExt cx="962640" cy="29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A9BDB46B-C107-785B-C5AE-AAC08EC930FF}"/>
                    </a:ext>
                  </a:extLst>
                </p14:cNvPr>
                <p14:cNvContentPartPr/>
                <p14:nvPr/>
              </p14:nvContentPartPr>
              <p14:xfrm>
                <a:off x="7726968" y="2143584"/>
                <a:ext cx="149040" cy="2984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A9BDB46B-C107-785B-C5AE-AAC08EC930F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717968" y="2134584"/>
                  <a:ext cx="16668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6EBDD372-E39E-6AEB-2C80-070C9DCFFFDA}"/>
                    </a:ext>
                  </a:extLst>
                </p14:cNvPr>
                <p14:cNvContentPartPr/>
                <p14:nvPr/>
              </p14:nvContentPartPr>
              <p14:xfrm>
                <a:off x="8003808" y="2231784"/>
                <a:ext cx="512280" cy="173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6EBDD372-E39E-6AEB-2C80-070C9DCFFFD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994808" y="2222784"/>
                  <a:ext cx="5299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B2546872-E323-514F-D57D-1BF289A2B86F}"/>
                    </a:ext>
                  </a:extLst>
                </p14:cNvPr>
                <p14:cNvContentPartPr/>
                <p14:nvPr/>
              </p14:nvContentPartPr>
              <p14:xfrm>
                <a:off x="8634888" y="2169504"/>
                <a:ext cx="54720" cy="597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B2546872-E323-514F-D57D-1BF289A2B86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625888" y="2160504"/>
                  <a:ext cx="72360" cy="77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71FAF08E-AA2F-4EC8-90D4-6849A275F94F}"/>
                  </a:ext>
                </a:extLst>
              </p14:cNvPr>
              <p14:cNvContentPartPr/>
              <p14:nvPr/>
            </p14:nvContentPartPr>
            <p14:xfrm>
              <a:off x="7683048" y="2128824"/>
              <a:ext cx="73440" cy="7164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71FAF08E-AA2F-4EC8-90D4-6849A275F94F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7674048" y="2119824"/>
                <a:ext cx="91080" cy="89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oup 189">
            <a:extLst>
              <a:ext uri="{FF2B5EF4-FFF2-40B4-BE49-F238E27FC236}">
                <a16:creationId xmlns:a16="http://schemas.microsoft.com/office/drawing/2014/main" id="{A695410E-FA81-5170-AFF3-00F0E4E92FF2}"/>
              </a:ext>
            </a:extLst>
          </p:cNvPr>
          <p:cNvGrpSpPr/>
          <p:nvPr/>
        </p:nvGrpSpPr>
        <p:grpSpPr>
          <a:xfrm>
            <a:off x="3692088" y="2223864"/>
            <a:ext cx="44640" cy="96840"/>
            <a:chOff x="3692088" y="2223864"/>
            <a:chExt cx="44640" cy="9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52F8E0EC-C733-76B2-9FB6-A8DD1EE297F1}"/>
                    </a:ext>
                  </a:extLst>
                </p14:cNvPr>
                <p14:cNvContentPartPr/>
                <p14:nvPr/>
              </p14:nvContentPartPr>
              <p14:xfrm>
                <a:off x="3692088" y="2224224"/>
                <a:ext cx="18000" cy="63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52F8E0EC-C733-76B2-9FB6-A8DD1EE297F1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683448" y="2215584"/>
                  <a:ext cx="3564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17D94237-3E58-465A-BB2A-50B505A5C0BD}"/>
                    </a:ext>
                  </a:extLst>
                </p14:cNvPr>
                <p14:cNvContentPartPr/>
                <p14:nvPr/>
              </p14:nvContentPartPr>
              <p14:xfrm>
                <a:off x="3702528" y="2223864"/>
                <a:ext cx="34200" cy="968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17D94237-3E58-465A-BB2A-50B505A5C0B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693888" y="2214864"/>
                  <a:ext cx="51840" cy="11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976782B8-85AB-C024-4BB6-35A0F7988079}"/>
                  </a:ext>
                </a:extLst>
              </p14:cNvPr>
              <p14:cNvContentPartPr/>
              <p14:nvPr/>
            </p14:nvContentPartPr>
            <p14:xfrm>
              <a:off x="2911608" y="2205864"/>
              <a:ext cx="123840" cy="6228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976782B8-85AB-C024-4BB6-35A0F7988079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2902968" y="2197224"/>
                <a:ext cx="141480" cy="79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0" name="Group 199">
            <a:extLst>
              <a:ext uri="{FF2B5EF4-FFF2-40B4-BE49-F238E27FC236}">
                <a16:creationId xmlns:a16="http://schemas.microsoft.com/office/drawing/2014/main" id="{1379FC20-2886-4A66-65F6-508EA8133FD3}"/>
              </a:ext>
            </a:extLst>
          </p:cNvPr>
          <p:cNvGrpSpPr/>
          <p:nvPr/>
        </p:nvGrpSpPr>
        <p:grpSpPr>
          <a:xfrm>
            <a:off x="8849448" y="2109024"/>
            <a:ext cx="853200" cy="393480"/>
            <a:chOff x="8849448" y="2109024"/>
            <a:chExt cx="853200" cy="39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C020D139-8012-D31B-AFFF-28BF32D2AB97}"/>
                    </a:ext>
                  </a:extLst>
                </p14:cNvPr>
                <p14:cNvContentPartPr/>
                <p14:nvPr/>
              </p14:nvContentPartPr>
              <p14:xfrm>
                <a:off x="8849448" y="2109024"/>
                <a:ext cx="184320" cy="3934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C020D139-8012-D31B-AFFF-28BF32D2AB9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840448" y="2100384"/>
                  <a:ext cx="20196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9E645031-DB28-F3D3-B0BF-4AC799720528}"/>
                    </a:ext>
                  </a:extLst>
                </p14:cNvPr>
                <p14:cNvContentPartPr/>
                <p14:nvPr/>
              </p14:nvContentPartPr>
              <p14:xfrm>
                <a:off x="9114408" y="2263824"/>
                <a:ext cx="147240" cy="1238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9E645031-DB28-F3D3-B0BF-4AC799720528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105768" y="2254824"/>
                  <a:ext cx="1648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E525207E-CBA3-3BFD-4D39-53CD1C836455}"/>
                    </a:ext>
                  </a:extLst>
                </p14:cNvPr>
                <p14:cNvContentPartPr/>
                <p14:nvPr/>
              </p14:nvContentPartPr>
              <p14:xfrm>
                <a:off x="9314208" y="2267784"/>
                <a:ext cx="28800" cy="1098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E525207E-CBA3-3BFD-4D39-53CD1C83645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305568" y="2259144"/>
                  <a:ext cx="4644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1E26A761-BAA8-6E8F-4CC7-8F7E81743249}"/>
                    </a:ext>
                  </a:extLst>
                </p14:cNvPr>
                <p14:cNvContentPartPr/>
                <p14:nvPr/>
              </p14:nvContentPartPr>
              <p14:xfrm>
                <a:off x="9356688" y="2205504"/>
                <a:ext cx="1440" cy="295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1E26A761-BAA8-6E8F-4CC7-8F7E8174324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347688" y="2196864"/>
                  <a:ext cx="190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EA7E560-1502-D50C-2166-EF40CFE9BCB5}"/>
                    </a:ext>
                  </a:extLst>
                </p14:cNvPr>
                <p14:cNvContentPartPr/>
                <p14:nvPr/>
              </p14:nvContentPartPr>
              <p14:xfrm>
                <a:off x="9418248" y="2280744"/>
                <a:ext cx="96120" cy="622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EA7E560-1502-D50C-2166-EF40CFE9BCB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409608" y="2272104"/>
                  <a:ext cx="1137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77AF1418-FB64-E169-E0B5-57B15769AEEC}"/>
                    </a:ext>
                  </a:extLst>
                </p14:cNvPr>
                <p14:cNvContentPartPr/>
                <p14:nvPr/>
              </p14:nvContentPartPr>
              <p14:xfrm>
                <a:off x="9549288" y="2272104"/>
                <a:ext cx="153360" cy="856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77AF1418-FB64-E169-E0B5-57B15769AEE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540648" y="2263464"/>
                  <a:ext cx="171000" cy="10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35EF75A-8A42-B813-18E1-7723473852CF}"/>
              </a:ext>
            </a:extLst>
          </p:cNvPr>
          <p:cNvGrpSpPr/>
          <p:nvPr/>
        </p:nvGrpSpPr>
        <p:grpSpPr>
          <a:xfrm>
            <a:off x="9905688" y="2126664"/>
            <a:ext cx="845640" cy="356400"/>
            <a:chOff x="9905688" y="2126664"/>
            <a:chExt cx="845640" cy="35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36E16C45-373E-6861-1273-D61FD309B6DE}"/>
                    </a:ext>
                  </a:extLst>
                </p14:cNvPr>
                <p14:cNvContentPartPr/>
                <p14:nvPr/>
              </p14:nvContentPartPr>
              <p14:xfrm>
                <a:off x="9905688" y="2204784"/>
                <a:ext cx="70200" cy="1839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36E16C45-373E-6861-1273-D61FD309B6D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896688" y="2196144"/>
                  <a:ext cx="878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76B7CF80-1396-2735-0A41-6A358E055DF4}"/>
                    </a:ext>
                  </a:extLst>
                </p14:cNvPr>
                <p14:cNvContentPartPr/>
                <p14:nvPr/>
              </p14:nvContentPartPr>
              <p14:xfrm>
                <a:off x="10106928" y="2203704"/>
                <a:ext cx="399960" cy="14184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76B7CF80-1396-2735-0A41-6A358E055DF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097928" y="2195064"/>
                  <a:ext cx="4176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9941CCD0-397C-4AA8-71C2-A4686EA5E23E}"/>
                    </a:ext>
                  </a:extLst>
                </p14:cNvPr>
                <p14:cNvContentPartPr/>
                <p14:nvPr/>
              </p14:nvContentPartPr>
              <p14:xfrm>
                <a:off x="10470168" y="2126664"/>
                <a:ext cx="281160" cy="3564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9941CCD0-397C-4AA8-71C2-A4686EA5E23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461168" y="2118024"/>
                  <a:ext cx="298800" cy="37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D7B32A38-6224-D798-C0EA-8BAB9BB9E3B0}"/>
              </a:ext>
            </a:extLst>
          </p:cNvPr>
          <p:cNvGrpSpPr/>
          <p:nvPr/>
        </p:nvGrpSpPr>
        <p:grpSpPr>
          <a:xfrm>
            <a:off x="3682728" y="2817144"/>
            <a:ext cx="506160" cy="161280"/>
            <a:chOff x="3682728" y="2817144"/>
            <a:chExt cx="506160" cy="16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C883B71B-0619-00AA-904B-5DD784D98655}"/>
                    </a:ext>
                  </a:extLst>
                </p14:cNvPr>
                <p14:cNvContentPartPr/>
                <p14:nvPr/>
              </p14:nvContentPartPr>
              <p14:xfrm>
                <a:off x="3682728" y="2867904"/>
                <a:ext cx="228600" cy="1105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C883B71B-0619-00AA-904B-5DD784D9865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673728" y="2859264"/>
                  <a:ext cx="24624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130C2F01-C05A-7080-713E-BABE949565BC}"/>
                    </a:ext>
                  </a:extLst>
                </p14:cNvPr>
                <p14:cNvContentPartPr/>
                <p14:nvPr/>
              </p14:nvContentPartPr>
              <p14:xfrm>
                <a:off x="3936888" y="2827224"/>
                <a:ext cx="8640" cy="284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130C2F01-C05A-7080-713E-BABE949565BC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927888" y="2818224"/>
                  <a:ext cx="262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7C2DA57A-96D7-AA88-18F6-FA84C3871E94}"/>
                    </a:ext>
                  </a:extLst>
                </p14:cNvPr>
                <p14:cNvContentPartPr/>
                <p14:nvPr/>
              </p14:nvContentPartPr>
              <p14:xfrm>
                <a:off x="3997368" y="2817144"/>
                <a:ext cx="191520" cy="1357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7C2DA57A-96D7-AA88-18F6-FA84C3871E9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988368" y="2808144"/>
                  <a:ext cx="20916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2548155B-5BF2-6BA3-FCEE-6393BED6C075}"/>
              </a:ext>
            </a:extLst>
          </p:cNvPr>
          <p:cNvGrpSpPr/>
          <p:nvPr/>
        </p:nvGrpSpPr>
        <p:grpSpPr>
          <a:xfrm>
            <a:off x="4551048" y="2643624"/>
            <a:ext cx="654840" cy="371160"/>
            <a:chOff x="4551048" y="2643624"/>
            <a:chExt cx="654840" cy="37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1563C010-7609-C55A-BE6F-BA5472D04ED5}"/>
                    </a:ext>
                  </a:extLst>
                </p14:cNvPr>
                <p14:cNvContentPartPr/>
                <p14:nvPr/>
              </p14:nvContentPartPr>
              <p14:xfrm>
                <a:off x="4551048" y="2643624"/>
                <a:ext cx="270720" cy="3711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1563C010-7609-C55A-BE6F-BA5472D04ED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542048" y="2634624"/>
                  <a:ext cx="28836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06288579-B123-B3BE-A40B-273161B9763A}"/>
                    </a:ext>
                  </a:extLst>
                </p14:cNvPr>
                <p14:cNvContentPartPr/>
                <p14:nvPr/>
              </p14:nvContentPartPr>
              <p14:xfrm>
                <a:off x="4880088" y="2914344"/>
                <a:ext cx="325800" cy="853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06288579-B123-B3BE-A40B-273161B9763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871088" y="2905704"/>
                  <a:ext cx="343440" cy="10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A6A5C2D2-7730-9A51-A859-662894FA6E0D}"/>
              </a:ext>
            </a:extLst>
          </p:cNvPr>
          <p:cNvGrpSpPr/>
          <p:nvPr/>
        </p:nvGrpSpPr>
        <p:grpSpPr>
          <a:xfrm>
            <a:off x="5670648" y="2681424"/>
            <a:ext cx="1301040" cy="498960"/>
            <a:chOff x="5670648" y="2681424"/>
            <a:chExt cx="1301040" cy="49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19468416-4C03-C3DC-8492-988A3940CFFE}"/>
                    </a:ext>
                  </a:extLst>
                </p14:cNvPr>
                <p14:cNvContentPartPr/>
                <p14:nvPr/>
              </p14:nvContentPartPr>
              <p14:xfrm>
                <a:off x="5670648" y="2730024"/>
                <a:ext cx="180720" cy="2221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19468416-4C03-C3DC-8492-988A3940CFF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662008" y="2721024"/>
                  <a:ext cx="1983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B31B7862-2333-CE8F-5594-5FB7CCFCCD5E}"/>
                    </a:ext>
                  </a:extLst>
                </p14:cNvPr>
                <p14:cNvContentPartPr/>
                <p14:nvPr/>
              </p14:nvContentPartPr>
              <p14:xfrm>
                <a:off x="5872968" y="2784744"/>
                <a:ext cx="41040" cy="414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B31B7862-2333-CE8F-5594-5FB7CCFCCD5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863968" y="2776104"/>
                  <a:ext cx="586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097BF2D-B43B-6B89-C100-82B086C44597}"/>
                    </a:ext>
                  </a:extLst>
                </p14:cNvPr>
                <p14:cNvContentPartPr/>
                <p14:nvPr/>
              </p14:nvContentPartPr>
              <p14:xfrm>
                <a:off x="5935248" y="2681424"/>
                <a:ext cx="98280" cy="4989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097BF2D-B43B-6B89-C100-82B086C4459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926248" y="2672784"/>
                  <a:ext cx="115920" cy="51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23D89225-CA89-5DA5-4C8B-398BCCBD47CC}"/>
                    </a:ext>
                  </a:extLst>
                </p14:cNvPr>
                <p14:cNvContentPartPr/>
                <p14:nvPr/>
              </p14:nvContentPartPr>
              <p14:xfrm>
                <a:off x="5947128" y="2705544"/>
                <a:ext cx="258480" cy="3848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23D89225-CA89-5DA5-4C8B-398BCCBD47C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938128" y="2696904"/>
                  <a:ext cx="27612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485CB070-7328-76AD-8CB3-39B3D5C848FA}"/>
                    </a:ext>
                  </a:extLst>
                </p14:cNvPr>
                <p14:cNvContentPartPr/>
                <p14:nvPr/>
              </p14:nvContentPartPr>
              <p14:xfrm>
                <a:off x="6054408" y="2937744"/>
                <a:ext cx="196560" cy="8856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485CB070-7328-76AD-8CB3-39B3D5C848FA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045768" y="2929104"/>
                  <a:ext cx="21420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48EA826E-BE3A-6401-E594-ACE48E674403}"/>
                    </a:ext>
                  </a:extLst>
                </p14:cNvPr>
                <p14:cNvContentPartPr/>
                <p14:nvPr/>
              </p14:nvContentPartPr>
              <p14:xfrm>
                <a:off x="6264648" y="2794824"/>
                <a:ext cx="590040" cy="1980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48EA826E-BE3A-6401-E594-ACE48E674403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256008" y="2786184"/>
                  <a:ext cx="6076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5A8EDBC4-A571-90F8-1188-643A3D6ECA08}"/>
                    </a:ext>
                  </a:extLst>
                </p14:cNvPr>
                <p14:cNvContentPartPr/>
                <p14:nvPr/>
              </p14:nvContentPartPr>
              <p14:xfrm>
                <a:off x="6844968" y="2846304"/>
                <a:ext cx="126720" cy="460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5A8EDBC4-A571-90F8-1188-643A3D6ECA0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835968" y="2837304"/>
                  <a:ext cx="14436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006C983F-8F4C-221A-E276-7AE2D9512C7F}"/>
              </a:ext>
            </a:extLst>
          </p:cNvPr>
          <p:cNvGrpSpPr/>
          <p:nvPr/>
        </p:nvGrpSpPr>
        <p:grpSpPr>
          <a:xfrm>
            <a:off x="7259328" y="2667384"/>
            <a:ext cx="948240" cy="262800"/>
            <a:chOff x="7259328" y="2667384"/>
            <a:chExt cx="948240" cy="26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206D050C-8C43-FE2F-F499-E6CA89F771B7}"/>
                    </a:ext>
                  </a:extLst>
                </p14:cNvPr>
                <p14:cNvContentPartPr/>
                <p14:nvPr/>
              </p14:nvContentPartPr>
              <p14:xfrm>
                <a:off x="7259328" y="2830104"/>
                <a:ext cx="106200" cy="7416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206D050C-8C43-FE2F-F499-E6CA89F771B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250688" y="2821104"/>
                  <a:ext cx="12384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3DE46AE2-928C-F011-53D6-62DD2BC76672}"/>
                    </a:ext>
                  </a:extLst>
                </p14:cNvPr>
                <p14:cNvContentPartPr/>
                <p14:nvPr/>
              </p14:nvContentPartPr>
              <p14:xfrm>
                <a:off x="7437168" y="2843064"/>
                <a:ext cx="58680" cy="705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3DE46AE2-928C-F011-53D6-62DD2BC7667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428168" y="2834424"/>
                  <a:ext cx="7632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D3D20B0D-F6AD-A90E-8398-E12DF600747D}"/>
                    </a:ext>
                  </a:extLst>
                </p14:cNvPr>
                <p14:cNvContentPartPr/>
                <p14:nvPr/>
              </p14:nvContentPartPr>
              <p14:xfrm>
                <a:off x="7602048" y="2667384"/>
                <a:ext cx="177480" cy="23796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D3D20B0D-F6AD-A90E-8398-E12DF600747D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593048" y="2658384"/>
                  <a:ext cx="1951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20D078B2-488E-07ED-5DB5-321755C101A1}"/>
                    </a:ext>
                  </a:extLst>
                </p14:cNvPr>
                <p14:cNvContentPartPr/>
                <p14:nvPr/>
              </p14:nvContentPartPr>
              <p14:xfrm>
                <a:off x="7735248" y="2822544"/>
                <a:ext cx="202320" cy="612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20D078B2-488E-07ED-5DB5-321755C101A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726608" y="2813904"/>
                  <a:ext cx="21996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5CEB588B-1AAE-B2DF-EBEA-FF94676D1860}"/>
                    </a:ext>
                  </a:extLst>
                </p14:cNvPr>
                <p14:cNvContentPartPr/>
                <p14:nvPr/>
              </p14:nvContentPartPr>
              <p14:xfrm>
                <a:off x="8010648" y="2779344"/>
                <a:ext cx="180720" cy="1389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5CEB588B-1AAE-B2DF-EBEA-FF94676D186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001648" y="2770704"/>
                  <a:ext cx="19836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EA96290B-3169-F717-B7D8-902799C7F99C}"/>
                    </a:ext>
                  </a:extLst>
                </p14:cNvPr>
                <p14:cNvContentPartPr/>
                <p14:nvPr/>
              </p14:nvContentPartPr>
              <p14:xfrm>
                <a:off x="8163288" y="2911824"/>
                <a:ext cx="44280" cy="183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EA96290B-3169-F717-B7D8-902799C7F99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154648" y="2902824"/>
                  <a:ext cx="6192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64A0D262-C4CF-5D09-00C4-FD400AF474B1}"/>
              </a:ext>
            </a:extLst>
          </p:cNvPr>
          <p:cNvGrpSpPr/>
          <p:nvPr/>
        </p:nvGrpSpPr>
        <p:grpSpPr>
          <a:xfrm>
            <a:off x="454608" y="3361104"/>
            <a:ext cx="276840" cy="229680"/>
            <a:chOff x="454608" y="3361104"/>
            <a:chExt cx="276840" cy="22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0ED96726-AFA8-43EF-F55A-A693E54E4021}"/>
                    </a:ext>
                  </a:extLst>
                </p14:cNvPr>
                <p14:cNvContentPartPr/>
                <p14:nvPr/>
              </p14:nvContentPartPr>
              <p14:xfrm>
                <a:off x="454608" y="3361104"/>
                <a:ext cx="138240" cy="2296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0ED96726-AFA8-43EF-F55A-A693E54E4021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45608" y="3352104"/>
                  <a:ext cx="1558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936073A1-F2CD-FD4F-4C24-C7B125B57E5F}"/>
                    </a:ext>
                  </a:extLst>
                </p14:cNvPr>
                <p14:cNvContentPartPr/>
                <p14:nvPr/>
              </p14:nvContentPartPr>
              <p14:xfrm>
                <a:off x="709128" y="3509424"/>
                <a:ext cx="22320" cy="435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936073A1-F2CD-FD4F-4C24-C7B125B57E5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00128" y="3500424"/>
                  <a:ext cx="39960" cy="6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A85022CD-CCF2-ED49-C0A8-72F45B4B9845}"/>
              </a:ext>
            </a:extLst>
          </p:cNvPr>
          <p:cNvGrpSpPr/>
          <p:nvPr/>
        </p:nvGrpSpPr>
        <p:grpSpPr>
          <a:xfrm>
            <a:off x="1258128" y="3259224"/>
            <a:ext cx="1425960" cy="325080"/>
            <a:chOff x="1258128" y="3259224"/>
            <a:chExt cx="1425960" cy="32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202215F4-565A-888C-798A-B5A4630460B2}"/>
                    </a:ext>
                  </a:extLst>
                </p14:cNvPr>
                <p14:cNvContentPartPr/>
                <p14:nvPr/>
              </p14:nvContentPartPr>
              <p14:xfrm>
                <a:off x="1258128" y="3259224"/>
                <a:ext cx="338400" cy="3024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202215F4-565A-888C-798A-B5A4630460B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249128" y="3250224"/>
                  <a:ext cx="35604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66D99E7A-12B4-0117-012E-C39FACF78741}"/>
                    </a:ext>
                  </a:extLst>
                </p14:cNvPr>
                <p14:cNvContentPartPr/>
                <p14:nvPr/>
              </p14:nvContentPartPr>
              <p14:xfrm>
                <a:off x="1565208" y="3468024"/>
                <a:ext cx="109800" cy="1162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66D99E7A-12B4-0117-012E-C39FACF7874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556568" y="3459024"/>
                  <a:ext cx="12744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5F6C3299-72FA-E01A-DE7F-E1CF70B7C45A}"/>
                    </a:ext>
                  </a:extLst>
                </p14:cNvPr>
                <p14:cNvContentPartPr/>
                <p14:nvPr/>
              </p14:nvContentPartPr>
              <p14:xfrm>
                <a:off x="1753848" y="3492144"/>
                <a:ext cx="199800" cy="813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5F6C3299-72FA-E01A-DE7F-E1CF70B7C45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745208" y="3483144"/>
                  <a:ext cx="21744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AB703CAB-2072-AC6D-E8D1-F285407C97AF}"/>
                    </a:ext>
                  </a:extLst>
                </p14:cNvPr>
                <p14:cNvContentPartPr/>
                <p14:nvPr/>
              </p14:nvContentPartPr>
              <p14:xfrm>
                <a:off x="2035368" y="3298464"/>
                <a:ext cx="450000" cy="2736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AB703CAB-2072-AC6D-E8D1-F285407C97A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026728" y="3289824"/>
                  <a:ext cx="46764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06013AC4-DBE7-F54C-121A-980E788F2F31}"/>
                    </a:ext>
                  </a:extLst>
                </p14:cNvPr>
                <p14:cNvContentPartPr/>
                <p14:nvPr/>
              </p14:nvContentPartPr>
              <p14:xfrm>
                <a:off x="2573568" y="3466224"/>
                <a:ext cx="110520" cy="352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06013AC4-DBE7-F54C-121A-980E788F2F31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564928" y="3457584"/>
                  <a:ext cx="1281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E84170DD-C8E9-7984-9529-91521D98F8E7}"/>
                    </a:ext>
                  </a:extLst>
                </p14:cNvPr>
                <p14:cNvContentPartPr/>
                <p14:nvPr/>
              </p14:nvContentPartPr>
              <p14:xfrm>
                <a:off x="2596608" y="3293424"/>
                <a:ext cx="77400" cy="237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E84170DD-C8E9-7984-9529-91521D98F8E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587608" y="3284784"/>
                  <a:ext cx="950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599A23BC-E101-CE8B-30A2-614EF75B6532}"/>
                    </a:ext>
                  </a:extLst>
                </p14:cNvPr>
                <p14:cNvContentPartPr/>
                <p14:nvPr/>
              </p14:nvContentPartPr>
              <p14:xfrm>
                <a:off x="2558088" y="3382344"/>
                <a:ext cx="10800" cy="1512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599A23BC-E101-CE8B-30A2-614EF75B6532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549088" y="3373344"/>
                  <a:ext cx="2844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0FC0F63-696A-ADE9-14E5-387A7F7B7210}"/>
              </a:ext>
            </a:extLst>
          </p:cNvPr>
          <p:cNvGrpSpPr/>
          <p:nvPr/>
        </p:nvGrpSpPr>
        <p:grpSpPr>
          <a:xfrm>
            <a:off x="3003408" y="3322584"/>
            <a:ext cx="1690200" cy="407520"/>
            <a:chOff x="3003408" y="3322584"/>
            <a:chExt cx="1690200" cy="40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BD6AE14F-6C3A-9D78-BA34-1FD33BF8E728}"/>
                    </a:ext>
                  </a:extLst>
                </p14:cNvPr>
                <p14:cNvContentPartPr/>
                <p14:nvPr/>
              </p14:nvContentPartPr>
              <p14:xfrm>
                <a:off x="3003408" y="3323304"/>
                <a:ext cx="168480" cy="2476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BD6AE14F-6C3A-9D78-BA34-1FD33BF8E728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994768" y="3314304"/>
                  <a:ext cx="1861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469453AC-F4AD-D254-EFA8-BE267F31438F}"/>
                    </a:ext>
                  </a:extLst>
                </p14:cNvPr>
                <p14:cNvContentPartPr/>
                <p14:nvPr/>
              </p14:nvContentPartPr>
              <p14:xfrm>
                <a:off x="3047328" y="3474144"/>
                <a:ext cx="185400" cy="367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469453AC-F4AD-D254-EFA8-BE267F31438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038328" y="3465144"/>
                  <a:ext cx="2030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894A06DF-210B-D596-3A4A-EC8EBA70274D}"/>
                    </a:ext>
                  </a:extLst>
                </p14:cNvPr>
                <p14:cNvContentPartPr/>
                <p14:nvPr/>
              </p14:nvContentPartPr>
              <p14:xfrm>
                <a:off x="3262968" y="3457224"/>
                <a:ext cx="100800" cy="745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894A06DF-210B-D596-3A4A-EC8EBA70274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254328" y="3448584"/>
                  <a:ext cx="1184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FAB284AA-D0C6-5808-28B5-C4C0A63297D4}"/>
                    </a:ext>
                  </a:extLst>
                </p14:cNvPr>
                <p14:cNvContentPartPr/>
                <p14:nvPr/>
              </p14:nvContentPartPr>
              <p14:xfrm>
                <a:off x="3413088" y="3322584"/>
                <a:ext cx="322560" cy="2073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FAB284AA-D0C6-5808-28B5-C4C0A63297D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404088" y="3313944"/>
                  <a:ext cx="34020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CF30ACE1-E08B-83C1-F69D-314E482DC004}"/>
                    </a:ext>
                  </a:extLst>
                </p14:cNvPr>
                <p14:cNvContentPartPr/>
                <p14:nvPr/>
              </p14:nvContentPartPr>
              <p14:xfrm>
                <a:off x="3778848" y="3465504"/>
                <a:ext cx="186120" cy="2646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CF30ACE1-E08B-83C1-F69D-314E482DC00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770208" y="3456504"/>
                  <a:ext cx="20376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87EB1953-C177-C9E7-EF9F-2BAFEC086BF5}"/>
                    </a:ext>
                  </a:extLst>
                </p14:cNvPr>
                <p14:cNvContentPartPr/>
                <p14:nvPr/>
              </p14:nvContentPartPr>
              <p14:xfrm>
                <a:off x="3962808" y="3440304"/>
                <a:ext cx="13320" cy="223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87EB1953-C177-C9E7-EF9F-2BAFEC086BF5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954168" y="3431304"/>
                  <a:ext cx="3096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D64DF0B6-C5A4-0E67-0C30-160AD5C3ED15}"/>
                    </a:ext>
                  </a:extLst>
                </p14:cNvPr>
                <p14:cNvContentPartPr/>
                <p14:nvPr/>
              </p14:nvContentPartPr>
              <p14:xfrm>
                <a:off x="4064688" y="3493584"/>
                <a:ext cx="168120" cy="5940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D64DF0B6-C5A4-0E67-0C30-160AD5C3ED1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056048" y="3484944"/>
                  <a:ext cx="18576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325FBB1C-AEE0-2E8F-5505-6DC85913DF28}"/>
                    </a:ext>
                  </a:extLst>
                </p14:cNvPr>
                <p14:cNvContentPartPr/>
                <p14:nvPr/>
              </p14:nvContentPartPr>
              <p14:xfrm>
                <a:off x="4295448" y="3546864"/>
                <a:ext cx="7200" cy="104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325FBB1C-AEE0-2E8F-5505-6DC85913DF2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286808" y="3537864"/>
                  <a:ext cx="248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6C383FAF-B624-AE9B-A720-75697A0F34F2}"/>
                    </a:ext>
                  </a:extLst>
                </p14:cNvPr>
                <p14:cNvContentPartPr/>
                <p14:nvPr/>
              </p14:nvContentPartPr>
              <p14:xfrm>
                <a:off x="4490928" y="3585744"/>
                <a:ext cx="29520" cy="864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6C383FAF-B624-AE9B-A720-75697A0F34F2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482288" y="3577104"/>
                  <a:ext cx="471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A26D818D-CDB6-9EF9-FCCD-EA353E249C74}"/>
                    </a:ext>
                  </a:extLst>
                </p14:cNvPr>
                <p14:cNvContentPartPr/>
                <p14:nvPr/>
              </p14:nvContentPartPr>
              <p14:xfrm>
                <a:off x="4514688" y="3404304"/>
                <a:ext cx="28800" cy="5112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A26D818D-CDB6-9EF9-FCCD-EA353E249C74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506048" y="3395664"/>
                  <a:ext cx="4644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F19DF4E8-9CDF-DA02-EDD6-62247E637318}"/>
                    </a:ext>
                  </a:extLst>
                </p14:cNvPr>
                <p14:cNvContentPartPr/>
                <p14:nvPr/>
              </p14:nvContentPartPr>
              <p14:xfrm>
                <a:off x="4631688" y="3546144"/>
                <a:ext cx="61920" cy="64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F19DF4E8-9CDF-DA02-EDD6-62247E637318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622688" y="3537144"/>
                  <a:ext cx="79560" cy="2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A95D88B3-CFA6-8818-C12A-CC6985FB79D3}"/>
              </a:ext>
            </a:extLst>
          </p:cNvPr>
          <p:cNvGrpSpPr/>
          <p:nvPr/>
        </p:nvGrpSpPr>
        <p:grpSpPr>
          <a:xfrm>
            <a:off x="6778368" y="3330864"/>
            <a:ext cx="99720" cy="102600"/>
            <a:chOff x="6778368" y="3330864"/>
            <a:chExt cx="99720" cy="10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C93E040D-23E1-F1D4-3477-67787E4953A8}"/>
                    </a:ext>
                  </a:extLst>
                </p14:cNvPr>
                <p14:cNvContentPartPr/>
                <p14:nvPr/>
              </p14:nvContentPartPr>
              <p14:xfrm>
                <a:off x="6778368" y="3330864"/>
                <a:ext cx="17280" cy="277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C93E040D-23E1-F1D4-3477-67787E4953A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6769728" y="3321864"/>
                  <a:ext cx="349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F7751443-0AE8-768A-9720-4910F48D5E33}"/>
                    </a:ext>
                  </a:extLst>
                </p14:cNvPr>
                <p14:cNvContentPartPr/>
                <p14:nvPr/>
              </p14:nvContentPartPr>
              <p14:xfrm>
                <a:off x="6804648" y="3333024"/>
                <a:ext cx="73440" cy="1004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F7751443-0AE8-768A-9720-4910F48D5E3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796008" y="3324384"/>
                  <a:ext cx="91080" cy="11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75308AA8-62E7-4F4A-6E36-476D2B6D2749}"/>
              </a:ext>
            </a:extLst>
          </p:cNvPr>
          <p:cNvGrpSpPr/>
          <p:nvPr/>
        </p:nvGrpSpPr>
        <p:grpSpPr>
          <a:xfrm>
            <a:off x="5335128" y="3299904"/>
            <a:ext cx="1244160" cy="397800"/>
            <a:chOff x="5335128" y="3299904"/>
            <a:chExt cx="1244160" cy="39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08E2D02E-4596-975F-95AA-568472FA06D0}"/>
                    </a:ext>
                  </a:extLst>
                </p14:cNvPr>
                <p14:cNvContentPartPr/>
                <p14:nvPr/>
              </p14:nvContentPartPr>
              <p14:xfrm>
                <a:off x="5335128" y="3472704"/>
                <a:ext cx="667440" cy="22500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08E2D02E-4596-975F-95AA-568472FA06D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326128" y="3463704"/>
                  <a:ext cx="68508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961F293D-5FBC-BB58-403F-49D04B1B56F5}"/>
                    </a:ext>
                  </a:extLst>
                </p14:cNvPr>
                <p14:cNvContentPartPr/>
                <p14:nvPr/>
              </p14:nvContentPartPr>
              <p14:xfrm>
                <a:off x="6073488" y="3502224"/>
                <a:ext cx="13680" cy="777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961F293D-5FBC-BB58-403F-49D04B1B56F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064488" y="3493224"/>
                  <a:ext cx="3132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45A922A0-A4E8-4F80-3A25-9F7969B2A72C}"/>
                    </a:ext>
                  </a:extLst>
                </p14:cNvPr>
                <p14:cNvContentPartPr/>
                <p14:nvPr/>
              </p14:nvContentPartPr>
              <p14:xfrm>
                <a:off x="6202368" y="3360744"/>
                <a:ext cx="19440" cy="2311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45A922A0-A4E8-4F80-3A25-9F7969B2A72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193728" y="3352104"/>
                  <a:ext cx="370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F303BD4F-860C-A54C-4C84-F1BFC7F2A5B7}"/>
                    </a:ext>
                  </a:extLst>
                </p14:cNvPr>
                <p14:cNvContentPartPr/>
                <p14:nvPr/>
              </p14:nvContentPartPr>
              <p14:xfrm>
                <a:off x="6251688" y="3391344"/>
                <a:ext cx="327600" cy="1875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F303BD4F-860C-A54C-4C84-F1BFC7F2A5B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243048" y="3382704"/>
                  <a:ext cx="3452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BC6E235D-4FD8-B0A7-6BF0-A827A7001F3C}"/>
                    </a:ext>
                  </a:extLst>
                </p14:cNvPr>
                <p14:cNvContentPartPr/>
                <p14:nvPr/>
              </p14:nvContentPartPr>
              <p14:xfrm>
                <a:off x="5337288" y="3299904"/>
                <a:ext cx="114840" cy="774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BC6E235D-4FD8-B0A7-6BF0-A827A7001F3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5328288" y="3291264"/>
                  <a:ext cx="132480" cy="9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B32D0178-EA00-D0E1-D421-F78BD6597A5E}"/>
              </a:ext>
            </a:extLst>
          </p:cNvPr>
          <p:cNvGrpSpPr/>
          <p:nvPr/>
        </p:nvGrpSpPr>
        <p:grpSpPr>
          <a:xfrm>
            <a:off x="7078608" y="3303864"/>
            <a:ext cx="1226880" cy="472680"/>
            <a:chOff x="7078608" y="3303864"/>
            <a:chExt cx="1226880" cy="47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861C2191-60CB-226C-E035-9CA50CC76203}"/>
                    </a:ext>
                  </a:extLst>
                </p14:cNvPr>
                <p14:cNvContentPartPr/>
                <p14:nvPr/>
              </p14:nvContentPartPr>
              <p14:xfrm>
                <a:off x="7078608" y="3569184"/>
                <a:ext cx="144000" cy="64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861C2191-60CB-226C-E035-9CA50CC7620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069608" y="3560544"/>
                  <a:ext cx="16164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BBFCC264-9A63-0790-66BA-01A140FC0C2B}"/>
                    </a:ext>
                  </a:extLst>
                </p14:cNvPr>
                <p14:cNvContentPartPr/>
                <p14:nvPr/>
              </p14:nvContentPartPr>
              <p14:xfrm>
                <a:off x="7395768" y="3350304"/>
                <a:ext cx="79200" cy="540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BBFCC264-9A63-0790-66BA-01A140FC0C2B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386768" y="3341304"/>
                  <a:ext cx="9684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74255332-DE20-8ECE-0AFB-DB403CFEF202}"/>
                    </a:ext>
                  </a:extLst>
                </p14:cNvPr>
                <p14:cNvContentPartPr/>
                <p14:nvPr/>
              </p14:nvContentPartPr>
              <p14:xfrm>
                <a:off x="7606728" y="3453264"/>
                <a:ext cx="180360" cy="1177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74255332-DE20-8ECE-0AFB-DB403CFEF20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597728" y="3444624"/>
                  <a:ext cx="1980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C657140C-4CCB-F57C-2C93-75FEA4651104}"/>
                    </a:ext>
                  </a:extLst>
                </p14:cNvPr>
                <p14:cNvContentPartPr/>
                <p14:nvPr/>
              </p14:nvContentPartPr>
              <p14:xfrm>
                <a:off x="7813728" y="3420144"/>
                <a:ext cx="16560" cy="5688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C657140C-4CCB-F57C-2C93-75FEA4651104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804728" y="3411144"/>
                  <a:ext cx="3420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2823B874-FC96-22FB-75E1-9E9EF13AB523}"/>
                    </a:ext>
                  </a:extLst>
                </p14:cNvPr>
                <p14:cNvContentPartPr/>
                <p14:nvPr/>
              </p14:nvContentPartPr>
              <p14:xfrm>
                <a:off x="7872408" y="3303864"/>
                <a:ext cx="228240" cy="47268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2823B874-FC96-22FB-75E1-9E9EF13AB523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863768" y="3295224"/>
                  <a:ext cx="24588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17B60AAD-1532-3D48-E730-F990ECB838CF}"/>
                    </a:ext>
                  </a:extLst>
                </p14:cNvPr>
                <p14:cNvContentPartPr/>
                <p14:nvPr/>
              </p14:nvContentPartPr>
              <p14:xfrm>
                <a:off x="8029368" y="3350304"/>
                <a:ext cx="106560" cy="1476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17B60AAD-1532-3D48-E730-F990ECB838CF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020728" y="3341304"/>
                  <a:ext cx="1242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500C7BE2-703B-4E8D-073C-CA60D823DE59}"/>
                    </a:ext>
                  </a:extLst>
                </p14:cNvPr>
                <p14:cNvContentPartPr/>
                <p14:nvPr/>
              </p14:nvContentPartPr>
              <p14:xfrm>
                <a:off x="8227368" y="3331224"/>
                <a:ext cx="7200" cy="313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500C7BE2-703B-4E8D-073C-CA60D823DE59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218368" y="3322584"/>
                  <a:ext cx="2484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5D14B405-C8B0-6B84-E4EE-90E5B074446A}"/>
                    </a:ext>
                  </a:extLst>
                </p14:cNvPr>
                <p14:cNvContentPartPr/>
                <p14:nvPr/>
              </p14:nvContentPartPr>
              <p14:xfrm>
                <a:off x="8272728" y="3327264"/>
                <a:ext cx="32760" cy="835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5D14B405-C8B0-6B84-E4EE-90E5B074446A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263728" y="3318624"/>
                  <a:ext cx="50400" cy="10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1D5133E9-0D5D-B17D-A9E5-BDD358BE4258}"/>
              </a:ext>
            </a:extLst>
          </p:cNvPr>
          <p:cNvGrpSpPr/>
          <p:nvPr/>
        </p:nvGrpSpPr>
        <p:grpSpPr>
          <a:xfrm>
            <a:off x="8395488" y="3537864"/>
            <a:ext cx="186120" cy="159480"/>
            <a:chOff x="8395488" y="3537864"/>
            <a:chExt cx="186120" cy="15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8C588A64-2C4D-29A4-80A5-5AB7457C3EBB}"/>
                    </a:ext>
                  </a:extLst>
                </p14:cNvPr>
                <p14:cNvContentPartPr/>
                <p14:nvPr/>
              </p14:nvContentPartPr>
              <p14:xfrm>
                <a:off x="8395488" y="3604824"/>
                <a:ext cx="186120" cy="79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8C588A64-2C4D-29A4-80A5-5AB7457C3EBB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386488" y="3595824"/>
                  <a:ext cx="2037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E3F077CA-8A32-9108-F5DD-A59027C535C9}"/>
                    </a:ext>
                  </a:extLst>
                </p14:cNvPr>
                <p14:cNvContentPartPr/>
                <p14:nvPr/>
              </p14:nvContentPartPr>
              <p14:xfrm>
                <a:off x="8435088" y="3537864"/>
                <a:ext cx="76320" cy="15948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E3F077CA-8A32-9108-F5DD-A59027C535C9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426448" y="3528864"/>
                  <a:ext cx="9396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F4BC5443-CAAE-9E4B-90D6-AEBE3ADE641C}"/>
              </a:ext>
            </a:extLst>
          </p:cNvPr>
          <p:cNvGrpSpPr/>
          <p:nvPr/>
        </p:nvGrpSpPr>
        <p:grpSpPr>
          <a:xfrm>
            <a:off x="8809848" y="3384144"/>
            <a:ext cx="1100880" cy="323280"/>
            <a:chOff x="8809848" y="3384144"/>
            <a:chExt cx="1100880" cy="32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2FF78279-30A1-237E-EE86-57492D6123D1}"/>
                    </a:ext>
                  </a:extLst>
                </p14:cNvPr>
                <p14:cNvContentPartPr/>
                <p14:nvPr/>
              </p14:nvContentPartPr>
              <p14:xfrm>
                <a:off x="8809848" y="3428424"/>
                <a:ext cx="11880" cy="471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2FF78279-30A1-237E-EE86-57492D6123D1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800848" y="3419784"/>
                  <a:ext cx="295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D13FE5A9-582F-7027-D556-C9040EA3E569}"/>
                    </a:ext>
                  </a:extLst>
                </p14:cNvPr>
                <p14:cNvContentPartPr/>
                <p14:nvPr/>
              </p14:nvContentPartPr>
              <p14:xfrm>
                <a:off x="8859888" y="3451464"/>
                <a:ext cx="6120" cy="370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D13FE5A9-582F-7027-D556-C9040EA3E56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850888" y="3442824"/>
                  <a:ext cx="2376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A7562699-DB9C-8C7D-B20B-BC991F9A8860}"/>
                    </a:ext>
                  </a:extLst>
                </p14:cNvPr>
                <p14:cNvContentPartPr/>
                <p14:nvPr/>
              </p14:nvContentPartPr>
              <p14:xfrm>
                <a:off x="9008928" y="3447864"/>
                <a:ext cx="210240" cy="1494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A7562699-DB9C-8C7D-B20B-BC991F9A8860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000288" y="3439224"/>
                  <a:ext cx="2278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9EED4954-0C7B-F7C1-25A6-1B1C6E374F68}"/>
                    </a:ext>
                  </a:extLst>
                </p14:cNvPr>
                <p14:cNvContentPartPr/>
                <p14:nvPr/>
              </p14:nvContentPartPr>
              <p14:xfrm>
                <a:off x="9291528" y="3408624"/>
                <a:ext cx="389880" cy="2988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9EED4954-0C7B-F7C1-25A6-1B1C6E374F6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282528" y="3399624"/>
                  <a:ext cx="40752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6EBDA99D-C174-7C84-6C5D-10EBC28EC823}"/>
                    </a:ext>
                  </a:extLst>
                </p14:cNvPr>
                <p14:cNvContentPartPr/>
                <p14:nvPr/>
              </p14:nvContentPartPr>
              <p14:xfrm>
                <a:off x="9628848" y="3425904"/>
                <a:ext cx="114480" cy="403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6EBDA99D-C174-7C84-6C5D-10EBC28EC823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619848" y="3416904"/>
                  <a:ext cx="13212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AEF97D1C-2FE3-9125-519F-5ECE50DE18BC}"/>
                    </a:ext>
                  </a:extLst>
                </p14:cNvPr>
                <p14:cNvContentPartPr/>
                <p14:nvPr/>
              </p14:nvContentPartPr>
              <p14:xfrm>
                <a:off x="9829728" y="3384144"/>
                <a:ext cx="21240" cy="4392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AEF97D1C-2FE3-9125-519F-5ECE50DE18BC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821088" y="3375504"/>
                  <a:ext cx="388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ED886B65-427F-3F9C-EBD1-972B5BF1A7D6}"/>
                    </a:ext>
                  </a:extLst>
                </p14:cNvPr>
                <p14:cNvContentPartPr/>
                <p14:nvPr/>
              </p14:nvContentPartPr>
              <p14:xfrm>
                <a:off x="9858528" y="3406464"/>
                <a:ext cx="52200" cy="10008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ED886B65-427F-3F9C-EBD1-972B5BF1A7D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849888" y="3397824"/>
                  <a:ext cx="69840" cy="11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B5351538-F968-AF6C-D4B4-5A0B31EBB5A6}"/>
              </a:ext>
            </a:extLst>
          </p:cNvPr>
          <p:cNvGrpSpPr/>
          <p:nvPr/>
        </p:nvGrpSpPr>
        <p:grpSpPr>
          <a:xfrm>
            <a:off x="10177848" y="3511584"/>
            <a:ext cx="251640" cy="186120"/>
            <a:chOff x="10177848" y="3511584"/>
            <a:chExt cx="251640" cy="18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7467CD17-FEAE-22A3-5ED6-615088F01B27}"/>
                    </a:ext>
                  </a:extLst>
                </p14:cNvPr>
                <p14:cNvContentPartPr/>
                <p14:nvPr/>
              </p14:nvContentPartPr>
              <p14:xfrm>
                <a:off x="10177848" y="3511584"/>
                <a:ext cx="251640" cy="914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7467CD17-FEAE-22A3-5ED6-615088F01B27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169208" y="3502944"/>
                  <a:ext cx="26928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5A3494A3-526E-C377-7026-5328AB88B1A6}"/>
                    </a:ext>
                  </a:extLst>
                </p14:cNvPr>
                <p14:cNvContentPartPr/>
                <p14:nvPr/>
              </p14:nvContentPartPr>
              <p14:xfrm>
                <a:off x="10206288" y="3676464"/>
                <a:ext cx="178200" cy="2124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5A3494A3-526E-C377-7026-5328AB88B1A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197288" y="3667464"/>
                  <a:ext cx="19584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57BF251-9553-F5B2-896B-AF6AF335477A}"/>
              </a:ext>
            </a:extLst>
          </p:cNvPr>
          <p:cNvGrpSpPr/>
          <p:nvPr/>
        </p:nvGrpSpPr>
        <p:grpSpPr>
          <a:xfrm>
            <a:off x="10838088" y="3445344"/>
            <a:ext cx="1307880" cy="330120"/>
            <a:chOff x="10838088" y="3445344"/>
            <a:chExt cx="1307880" cy="33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0F5C9954-F0E8-EE47-85AE-21A042DDD28C}"/>
                    </a:ext>
                  </a:extLst>
                </p14:cNvPr>
                <p14:cNvContentPartPr/>
                <p14:nvPr/>
              </p14:nvContentPartPr>
              <p14:xfrm>
                <a:off x="10838088" y="3460824"/>
                <a:ext cx="12240" cy="507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0F5C9954-F0E8-EE47-85AE-21A042DDD28C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829448" y="3451824"/>
                  <a:ext cx="298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16B9FC65-0FB7-A004-E914-C5528C9EA96B}"/>
                    </a:ext>
                  </a:extLst>
                </p14:cNvPr>
                <p14:cNvContentPartPr/>
                <p14:nvPr/>
              </p14:nvContentPartPr>
              <p14:xfrm>
                <a:off x="10891728" y="3482784"/>
                <a:ext cx="12600" cy="302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16B9FC65-0FB7-A004-E914-C5528C9EA96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883088" y="3473784"/>
                  <a:ext cx="302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AB7A2275-260B-C219-5F2D-E680638D8660}"/>
                    </a:ext>
                  </a:extLst>
                </p14:cNvPr>
                <p14:cNvContentPartPr/>
                <p14:nvPr/>
              </p14:nvContentPartPr>
              <p14:xfrm>
                <a:off x="10954008" y="3508704"/>
                <a:ext cx="245880" cy="1206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AB7A2275-260B-C219-5F2D-E680638D866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945008" y="3500064"/>
                  <a:ext cx="2635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9CC686C9-3357-DDBE-82A6-31B4C1FEF991}"/>
                    </a:ext>
                  </a:extLst>
                </p14:cNvPr>
                <p14:cNvContentPartPr/>
                <p14:nvPr/>
              </p14:nvContentPartPr>
              <p14:xfrm>
                <a:off x="11274048" y="3552984"/>
                <a:ext cx="64080" cy="784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9CC686C9-3357-DDBE-82A6-31B4C1FEF99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265408" y="3544344"/>
                  <a:ext cx="8172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297F315A-6945-3C64-902C-28162B44CC92}"/>
                    </a:ext>
                  </a:extLst>
                </p14:cNvPr>
                <p14:cNvContentPartPr/>
                <p14:nvPr/>
              </p14:nvContentPartPr>
              <p14:xfrm>
                <a:off x="11395728" y="3551184"/>
                <a:ext cx="81000" cy="6732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297F315A-6945-3C64-902C-28162B44CC92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387088" y="3542544"/>
                  <a:ext cx="9864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25810FB7-0419-D264-B237-0EAD4883FFD2}"/>
                    </a:ext>
                  </a:extLst>
                </p14:cNvPr>
                <p14:cNvContentPartPr/>
                <p14:nvPr/>
              </p14:nvContentPartPr>
              <p14:xfrm>
                <a:off x="11506608" y="3563784"/>
                <a:ext cx="222120" cy="4788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25810FB7-0419-D264-B237-0EAD4883FFD2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1497968" y="3555144"/>
                  <a:ext cx="2397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2526A23E-7E07-4DE9-FE74-0670729F43E0}"/>
                    </a:ext>
                  </a:extLst>
                </p14:cNvPr>
                <p14:cNvContentPartPr/>
                <p14:nvPr/>
              </p14:nvContentPartPr>
              <p14:xfrm>
                <a:off x="11805048" y="3571344"/>
                <a:ext cx="149760" cy="2041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2526A23E-7E07-4DE9-FE74-0670729F43E0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1796048" y="3562704"/>
                  <a:ext cx="1674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1BEEC4B3-E43F-E773-3F69-AA52F69442B6}"/>
                    </a:ext>
                  </a:extLst>
                </p14:cNvPr>
                <p14:cNvContentPartPr/>
                <p14:nvPr/>
              </p14:nvContentPartPr>
              <p14:xfrm>
                <a:off x="12079368" y="3445344"/>
                <a:ext cx="13680" cy="4716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1BEEC4B3-E43F-E773-3F69-AA52F69442B6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2070728" y="3436704"/>
                  <a:ext cx="313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A9A8AC6B-441D-2611-EE5C-F068A591D3C6}"/>
                    </a:ext>
                  </a:extLst>
                </p14:cNvPr>
                <p14:cNvContentPartPr/>
                <p14:nvPr/>
              </p14:nvContentPartPr>
              <p14:xfrm>
                <a:off x="12059928" y="3479544"/>
                <a:ext cx="86040" cy="10188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A9A8AC6B-441D-2611-EE5C-F068A591D3C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2051288" y="3470544"/>
                  <a:ext cx="103680" cy="11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7247CAD0-9777-28ED-5C50-067507916888}"/>
              </a:ext>
            </a:extLst>
          </p:cNvPr>
          <p:cNvGrpSpPr/>
          <p:nvPr/>
        </p:nvGrpSpPr>
        <p:grpSpPr>
          <a:xfrm>
            <a:off x="407088" y="3998304"/>
            <a:ext cx="292680" cy="193320"/>
            <a:chOff x="407088" y="3998304"/>
            <a:chExt cx="292680" cy="19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3DB77614-104A-BD34-1FC0-E2D13A7DFDF1}"/>
                    </a:ext>
                  </a:extLst>
                </p14:cNvPr>
                <p14:cNvContentPartPr/>
                <p14:nvPr/>
              </p14:nvContentPartPr>
              <p14:xfrm>
                <a:off x="407088" y="3998304"/>
                <a:ext cx="184680" cy="19332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3DB77614-104A-BD34-1FC0-E2D13A7DFDF1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398088" y="3989304"/>
                  <a:ext cx="2023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C823970A-F123-EB9A-20CC-DC7F5249FBC4}"/>
                    </a:ext>
                  </a:extLst>
                </p14:cNvPr>
                <p14:cNvContentPartPr/>
                <p14:nvPr/>
              </p14:nvContentPartPr>
              <p14:xfrm>
                <a:off x="642528" y="4137264"/>
                <a:ext cx="57240" cy="381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C823970A-F123-EB9A-20CC-DC7F5249FBC4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633888" y="4128264"/>
                  <a:ext cx="74880" cy="5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F2E8FDF5-8BF7-C22A-00FC-428474B4CCF8}"/>
              </a:ext>
            </a:extLst>
          </p:cNvPr>
          <p:cNvGrpSpPr/>
          <p:nvPr/>
        </p:nvGrpSpPr>
        <p:grpSpPr>
          <a:xfrm>
            <a:off x="1202328" y="3902184"/>
            <a:ext cx="736920" cy="197280"/>
            <a:chOff x="1202328" y="3902184"/>
            <a:chExt cx="736920" cy="19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8CD03701-3034-7280-1AD1-63DB42AFFF39}"/>
                    </a:ext>
                  </a:extLst>
                </p14:cNvPr>
                <p14:cNvContentPartPr/>
                <p14:nvPr/>
              </p14:nvContentPartPr>
              <p14:xfrm>
                <a:off x="1202328" y="3917304"/>
                <a:ext cx="258840" cy="18216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8CD03701-3034-7280-1AD1-63DB42AFFF39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193688" y="3908664"/>
                  <a:ext cx="2764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A95051E8-12C4-C0AC-DDE3-AB4C20D0E0B5}"/>
                    </a:ext>
                  </a:extLst>
                </p14:cNvPr>
                <p14:cNvContentPartPr/>
                <p14:nvPr/>
              </p14:nvContentPartPr>
              <p14:xfrm>
                <a:off x="1569168" y="3972744"/>
                <a:ext cx="41040" cy="676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A95051E8-12C4-C0AC-DDE3-AB4C20D0E0B5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560168" y="3964104"/>
                  <a:ext cx="5868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D25E6327-8AEE-B1BB-63A3-46E2F901CE05}"/>
                    </a:ext>
                  </a:extLst>
                </p14:cNvPr>
                <p14:cNvContentPartPr/>
                <p14:nvPr/>
              </p14:nvContentPartPr>
              <p14:xfrm>
                <a:off x="1641888" y="3974544"/>
                <a:ext cx="120960" cy="6696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D25E6327-8AEE-B1BB-63A3-46E2F901CE05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632888" y="3965904"/>
                  <a:ext cx="13860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36B0F7C9-9B0F-2ABD-58EA-620AC6FF10C9}"/>
                    </a:ext>
                  </a:extLst>
                </p14:cNvPr>
                <p14:cNvContentPartPr/>
                <p14:nvPr/>
              </p14:nvContentPartPr>
              <p14:xfrm>
                <a:off x="1846008" y="3902184"/>
                <a:ext cx="93240" cy="1594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36B0F7C9-9B0F-2ABD-58EA-620AC6FF10C9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837008" y="3893184"/>
                  <a:ext cx="11088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095C98BE-4FF2-9449-41AA-740F22AD7CF4}"/>
              </a:ext>
            </a:extLst>
          </p:cNvPr>
          <p:cNvGrpSpPr/>
          <p:nvPr/>
        </p:nvGrpSpPr>
        <p:grpSpPr>
          <a:xfrm>
            <a:off x="2236608" y="3869064"/>
            <a:ext cx="654120" cy="206640"/>
            <a:chOff x="2236608" y="3869064"/>
            <a:chExt cx="654120" cy="20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C91CF3AA-3E04-040E-80FC-0D2B220BD61B}"/>
                    </a:ext>
                  </a:extLst>
                </p14:cNvPr>
                <p14:cNvContentPartPr/>
                <p14:nvPr/>
              </p14:nvContentPartPr>
              <p14:xfrm>
                <a:off x="2236608" y="3869064"/>
                <a:ext cx="146520" cy="1843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C91CF3AA-3E04-040E-80FC-0D2B220BD61B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227608" y="3860064"/>
                  <a:ext cx="1641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388F7919-9CA8-931E-A019-538DD0D58A04}"/>
                    </a:ext>
                  </a:extLst>
                </p14:cNvPr>
                <p14:cNvContentPartPr/>
                <p14:nvPr/>
              </p14:nvContentPartPr>
              <p14:xfrm>
                <a:off x="2438568" y="4000824"/>
                <a:ext cx="452160" cy="7488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388F7919-9CA8-931E-A019-538DD0D58A04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2429928" y="3992184"/>
                  <a:ext cx="469800" cy="9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D9D04C09-C076-6A36-86FD-7025EAE1028E}"/>
              </a:ext>
            </a:extLst>
          </p:cNvPr>
          <p:cNvGrpSpPr/>
          <p:nvPr/>
        </p:nvGrpSpPr>
        <p:grpSpPr>
          <a:xfrm>
            <a:off x="3135528" y="3829464"/>
            <a:ext cx="2288160" cy="457200"/>
            <a:chOff x="3135528" y="3829464"/>
            <a:chExt cx="2288160" cy="45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3993E339-B60F-B3E1-8447-017A746B9081}"/>
                    </a:ext>
                  </a:extLst>
                </p14:cNvPr>
                <p14:cNvContentPartPr/>
                <p14:nvPr/>
              </p14:nvContentPartPr>
              <p14:xfrm>
                <a:off x="3238488" y="3865464"/>
                <a:ext cx="38160" cy="19692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3993E339-B60F-B3E1-8447-017A746B9081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3229848" y="3856464"/>
                  <a:ext cx="558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B7E0DC22-8C36-7B6D-AE25-140F43CE389B}"/>
                    </a:ext>
                  </a:extLst>
                </p14:cNvPr>
                <p14:cNvContentPartPr/>
                <p14:nvPr/>
              </p14:nvContentPartPr>
              <p14:xfrm>
                <a:off x="3135528" y="3829464"/>
                <a:ext cx="261000" cy="28332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B7E0DC22-8C36-7B6D-AE25-140F43CE389B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3126888" y="3820464"/>
                  <a:ext cx="27864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63A9060F-C14C-93EB-DE5F-1D58ECEE00C7}"/>
                    </a:ext>
                  </a:extLst>
                </p14:cNvPr>
                <p14:cNvContentPartPr/>
                <p14:nvPr/>
              </p14:nvContentPartPr>
              <p14:xfrm>
                <a:off x="3439368" y="4022064"/>
                <a:ext cx="10080" cy="6696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63A9060F-C14C-93EB-DE5F-1D58ECEE00C7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3430728" y="4013064"/>
                  <a:ext cx="2772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004C4723-D062-5454-7C07-473F4E9B4DA6}"/>
                    </a:ext>
                  </a:extLst>
                </p14:cNvPr>
                <p14:cNvContentPartPr/>
                <p14:nvPr/>
              </p14:nvContentPartPr>
              <p14:xfrm>
                <a:off x="3471408" y="3920544"/>
                <a:ext cx="24120" cy="2772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004C4723-D062-5454-7C07-473F4E9B4DA6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3462768" y="3911904"/>
                  <a:ext cx="417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9B711AA7-67C3-4085-F096-08BAF88BDC22}"/>
                    </a:ext>
                  </a:extLst>
                </p14:cNvPr>
                <p14:cNvContentPartPr/>
                <p14:nvPr/>
              </p14:nvContentPartPr>
              <p14:xfrm>
                <a:off x="3529368" y="4000824"/>
                <a:ext cx="75600" cy="8388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9B711AA7-67C3-4085-F096-08BAF88BDC22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3520368" y="3992184"/>
                  <a:ext cx="9324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CE7A4263-2712-6C95-A39A-19BF5ED093B2}"/>
                    </a:ext>
                  </a:extLst>
                </p14:cNvPr>
                <p14:cNvContentPartPr/>
                <p14:nvPr/>
              </p14:nvContentPartPr>
              <p14:xfrm>
                <a:off x="3734208" y="3992184"/>
                <a:ext cx="94680" cy="7416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CE7A4263-2712-6C95-A39A-19BF5ED093B2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3725568" y="3983184"/>
                  <a:ext cx="11232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4F5237AB-A223-F649-2D9B-1526C94DCF32}"/>
                    </a:ext>
                  </a:extLst>
                </p14:cNvPr>
                <p14:cNvContentPartPr/>
                <p14:nvPr/>
              </p14:nvContentPartPr>
              <p14:xfrm>
                <a:off x="3893688" y="3891384"/>
                <a:ext cx="298800" cy="19440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4F5237AB-A223-F649-2D9B-1526C94DCF32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3884688" y="3882744"/>
                  <a:ext cx="3164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38733DC2-4902-69E1-A723-EDF5D5D437A1}"/>
                    </a:ext>
                  </a:extLst>
                </p14:cNvPr>
                <p14:cNvContentPartPr/>
                <p14:nvPr/>
              </p14:nvContentPartPr>
              <p14:xfrm>
                <a:off x="4258368" y="4047984"/>
                <a:ext cx="18000" cy="4968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38733DC2-4902-69E1-A723-EDF5D5D437A1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4249728" y="4039344"/>
                  <a:ext cx="3564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31145D21-E9B8-73F4-A330-B00DB47235B7}"/>
                    </a:ext>
                  </a:extLst>
                </p14:cNvPr>
                <p14:cNvContentPartPr/>
                <p14:nvPr/>
              </p14:nvContentPartPr>
              <p14:xfrm>
                <a:off x="4279248" y="3959424"/>
                <a:ext cx="9000" cy="277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31145D21-E9B8-73F4-A330-B00DB47235B7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4270608" y="3950424"/>
                  <a:ext cx="266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3EEE7ABD-812A-B811-94A0-2FB99DC15623}"/>
                    </a:ext>
                  </a:extLst>
                </p14:cNvPr>
                <p14:cNvContentPartPr/>
                <p14:nvPr/>
              </p14:nvContentPartPr>
              <p14:xfrm>
                <a:off x="4324968" y="4010904"/>
                <a:ext cx="116280" cy="2757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3EEE7ABD-812A-B811-94A0-2FB99DC15623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4315968" y="4002264"/>
                  <a:ext cx="13392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7331B8DB-D339-A0D1-5BB8-6E89F99A1EE1}"/>
                    </a:ext>
                  </a:extLst>
                </p14:cNvPr>
                <p14:cNvContentPartPr/>
                <p14:nvPr/>
              </p14:nvContentPartPr>
              <p14:xfrm>
                <a:off x="4571928" y="4005864"/>
                <a:ext cx="57960" cy="5292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7331B8DB-D339-A0D1-5BB8-6E89F99A1EE1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4563288" y="3997224"/>
                  <a:ext cx="756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BA0CF882-736B-EC9B-D353-57C168671F41}"/>
                    </a:ext>
                  </a:extLst>
                </p14:cNvPr>
                <p14:cNvContentPartPr/>
                <p14:nvPr/>
              </p14:nvContentPartPr>
              <p14:xfrm>
                <a:off x="4715208" y="3858624"/>
                <a:ext cx="192240" cy="1807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BA0CF882-736B-EC9B-D353-57C168671F41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4706208" y="3849624"/>
                  <a:ext cx="2098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7BF1D156-2FDF-3A0F-8718-C57DB66F39D5}"/>
                    </a:ext>
                  </a:extLst>
                </p14:cNvPr>
                <p14:cNvContentPartPr/>
                <p14:nvPr/>
              </p14:nvContentPartPr>
              <p14:xfrm>
                <a:off x="4948848" y="3973464"/>
                <a:ext cx="19440" cy="2016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7BF1D156-2FDF-3A0F-8718-C57DB66F39D5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940208" y="3964464"/>
                  <a:ext cx="370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98B27B91-1B9A-1244-B7CD-6916CAC3905F}"/>
                    </a:ext>
                  </a:extLst>
                </p14:cNvPr>
                <p14:cNvContentPartPr/>
                <p14:nvPr/>
              </p14:nvContentPartPr>
              <p14:xfrm>
                <a:off x="4998888" y="3981384"/>
                <a:ext cx="166680" cy="644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98B27B91-1B9A-1244-B7CD-6916CAC3905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990248" y="3972384"/>
                  <a:ext cx="18432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88638694-2049-0830-D8B9-A551DD39EF95}"/>
                    </a:ext>
                  </a:extLst>
                </p14:cNvPr>
                <p14:cNvContentPartPr/>
                <p14:nvPr/>
              </p14:nvContentPartPr>
              <p14:xfrm>
                <a:off x="5101128" y="3883824"/>
                <a:ext cx="78120" cy="464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88638694-2049-0830-D8B9-A551DD39EF95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092488" y="3875184"/>
                  <a:ext cx="957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6AA4B4C9-B96F-FB01-CA2E-8634EC25775F}"/>
                    </a:ext>
                  </a:extLst>
                </p14:cNvPr>
                <p14:cNvContentPartPr/>
                <p14:nvPr/>
              </p14:nvContentPartPr>
              <p14:xfrm>
                <a:off x="5116968" y="4011984"/>
                <a:ext cx="118800" cy="493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6AA4B4C9-B96F-FB01-CA2E-8634EC25775F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107968" y="4003344"/>
                  <a:ext cx="13644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33A73013-8C75-9F39-F74F-DF28068F3290}"/>
                    </a:ext>
                  </a:extLst>
                </p14:cNvPr>
                <p14:cNvContentPartPr/>
                <p14:nvPr/>
              </p14:nvContentPartPr>
              <p14:xfrm>
                <a:off x="5367888" y="4068864"/>
                <a:ext cx="32400" cy="1296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33A73013-8C75-9F39-F74F-DF28068F3290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5358888" y="4060224"/>
                  <a:ext cx="500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D339F52B-98F3-ADEA-8AE0-EF0AAC3E9910}"/>
                    </a:ext>
                  </a:extLst>
                </p14:cNvPr>
                <p14:cNvContentPartPr/>
                <p14:nvPr/>
              </p14:nvContentPartPr>
              <p14:xfrm>
                <a:off x="5392728" y="3930624"/>
                <a:ext cx="30960" cy="5940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D339F52B-98F3-ADEA-8AE0-EF0AAC3E9910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5384088" y="3921984"/>
                  <a:ext cx="48600" cy="7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556158AD-BAC2-2252-58D7-F46115F49BFD}"/>
              </a:ext>
            </a:extLst>
          </p:cNvPr>
          <p:cNvGrpSpPr/>
          <p:nvPr/>
        </p:nvGrpSpPr>
        <p:grpSpPr>
          <a:xfrm>
            <a:off x="4735008" y="4309344"/>
            <a:ext cx="497160" cy="372600"/>
            <a:chOff x="4735008" y="4309344"/>
            <a:chExt cx="497160" cy="37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0FE809CA-6CA8-FBFF-A16E-3E9B0BDCD333}"/>
                    </a:ext>
                  </a:extLst>
                </p14:cNvPr>
                <p14:cNvContentPartPr/>
                <p14:nvPr/>
              </p14:nvContentPartPr>
              <p14:xfrm>
                <a:off x="4735008" y="4309344"/>
                <a:ext cx="274320" cy="37260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0FE809CA-6CA8-FBFF-A16E-3E9B0BDCD333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4726008" y="4300344"/>
                  <a:ext cx="29196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8C74B096-6CF1-2130-F5B3-903E588A37CB}"/>
                    </a:ext>
                  </a:extLst>
                </p14:cNvPr>
                <p14:cNvContentPartPr/>
                <p14:nvPr/>
              </p14:nvContentPartPr>
              <p14:xfrm>
                <a:off x="5158368" y="4478184"/>
                <a:ext cx="73800" cy="1656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8C74B096-6CF1-2130-F5B3-903E588A37CB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5149368" y="4469544"/>
                  <a:ext cx="91440" cy="3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71598531-3EE5-F06E-C653-1A02625274AB}"/>
              </a:ext>
            </a:extLst>
          </p:cNvPr>
          <p:cNvGrpSpPr/>
          <p:nvPr/>
        </p:nvGrpSpPr>
        <p:grpSpPr>
          <a:xfrm>
            <a:off x="5514048" y="4343544"/>
            <a:ext cx="296640" cy="448560"/>
            <a:chOff x="5514048" y="4343544"/>
            <a:chExt cx="296640" cy="44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25CE9D25-452F-2461-92D9-ABADDF7A4378}"/>
                    </a:ext>
                  </a:extLst>
                </p14:cNvPr>
                <p14:cNvContentPartPr/>
                <p14:nvPr/>
              </p14:nvContentPartPr>
              <p14:xfrm>
                <a:off x="5514048" y="4356504"/>
                <a:ext cx="85680" cy="15336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25CE9D25-452F-2461-92D9-ABADDF7A4378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5505048" y="4347504"/>
                  <a:ext cx="1033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B1F60395-2D64-CDA1-7B45-58ADFA4D0181}"/>
                    </a:ext>
                  </a:extLst>
                </p14:cNvPr>
                <p14:cNvContentPartPr/>
                <p14:nvPr/>
              </p14:nvContentPartPr>
              <p14:xfrm>
                <a:off x="5614128" y="4343544"/>
                <a:ext cx="196560" cy="44856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B1F60395-2D64-CDA1-7B45-58ADFA4D0181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5605128" y="4334904"/>
                  <a:ext cx="214200" cy="46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775937AE-E9E1-7D6B-B54F-0CAB5148CCE7}"/>
              </a:ext>
            </a:extLst>
          </p:cNvPr>
          <p:cNvGrpSpPr/>
          <p:nvPr/>
        </p:nvGrpSpPr>
        <p:grpSpPr>
          <a:xfrm>
            <a:off x="6174648" y="4324104"/>
            <a:ext cx="708480" cy="198720"/>
            <a:chOff x="6174648" y="4324104"/>
            <a:chExt cx="708480" cy="19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2A18EE67-23DE-E561-E917-53595A86E190}"/>
                    </a:ext>
                  </a:extLst>
                </p14:cNvPr>
                <p14:cNvContentPartPr/>
                <p14:nvPr/>
              </p14:nvContentPartPr>
              <p14:xfrm>
                <a:off x="6174648" y="4371624"/>
                <a:ext cx="55800" cy="3600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2A18EE67-23DE-E561-E917-53595A86E190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6165648" y="4362624"/>
                  <a:ext cx="7344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584BE90F-2290-3D7E-F8F2-F813112163C0}"/>
                    </a:ext>
                  </a:extLst>
                </p14:cNvPr>
                <p14:cNvContentPartPr/>
                <p14:nvPr/>
              </p14:nvContentPartPr>
              <p14:xfrm>
                <a:off x="6313968" y="4324104"/>
                <a:ext cx="111960" cy="19152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584BE90F-2290-3D7E-F8F2-F813112163C0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6304968" y="4315464"/>
                  <a:ext cx="1296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BA35C02C-C10C-A986-96A2-226D2D69044B}"/>
                    </a:ext>
                  </a:extLst>
                </p14:cNvPr>
                <p14:cNvContentPartPr/>
                <p14:nvPr/>
              </p14:nvContentPartPr>
              <p14:xfrm>
                <a:off x="6533928" y="4433184"/>
                <a:ext cx="349200" cy="896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BA35C02C-C10C-A986-96A2-226D2D69044B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6524928" y="4424544"/>
                  <a:ext cx="366840" cy="10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297BCB26-9B22-FB05-56E1-7D8F21DEC96F}"/>
              </a:ext>
            </a:extLst>
          </p:cNvPr>
          <p:cNvGrpSpPr/>
          <p:nvPr/>
        </p:nvGrpSpPr>
        <p:grpSpPr>
          <a:xfrm>
            <a:off x="6995808" y="4340304"/>
            <a:ext cx="70920" cy="80640"/>
            <a:chOff x="6995808" y="4340304"/>
            <a:chExt cx="70920" cy="8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0271E472-2584-37CE-10D3-E5B0457FA738}"/>
                    </a:ext>
                  </a:extLst>
                </p14:cNvPr>
                <p14:cNvContentPartPr/>
                <p14:nvPr/>
              </p14:nvContentPartPr>
              <p14:xfrm>
                <a:off x="6995808" y="4340304"/>
                <a:ext cx="16920" cy="6840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0271E472-2584-37CE-10D3-E5B0457FA738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6987168" y="4331664"/>
                  <a:ext cx="3456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93FE841E-9DE6-E0BA-51E4-019D31038C97}"/>
                    </a:ext>
                  </a:extLst>
                </p14:cNvPr>
                <p14:cNvContentPartPr/>
                <p14:nvPr/>
              </p14:nvContentPartPr>
              <p14:xfrm>
                <a:off x="7060248" y="4353264"/>
                <a:ext cx="6480" cy="6768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93FE841E-9DE6-E0BA-51E4-019D31038C97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7051608" y="4344624"/>
                  <a:ext cx="24120" cy="8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700B65FF-97CB-77FC-A367-CB5483A89430}"/>
              </a:ext>
            </a:extLst>
          </p:cNvPr>
          <p:cNvGrpSpPr/>
          <p:nvPr/>
        </p:nvGrpSpPr>
        <p:grpSpPr>
          <a:xfrm>
            <a:off x="7329888" y="4429944"/>
            <a:ext cx="809640" cy="105120"/>
            <a:chOff x="7329888" y="4429944"/>
            <a:chExt cx="809640" cy="10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99FDEDE9-6991-B410-795F-26BB0D917B84}"/>
                    </a:ext>
                  </a:extLst>
                </p14:cNvPr>
                <p14:cNvContentPartPr/>
                <p14:nvPr/>
              </p14:nvContentPartPr>
              <p14:xfrm>
                <a:off x="7329888" y="4429944"/>
                <a:ext cx="115200" cy="10512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99FDEDE9-6991-B410-795F-26BB0D917B84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7320888" y="4420944"/>
                  <a:ext cx="1328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6457065F-9E9F-395F-C205-746CEE04B99C}"/>
                    </a:ext>
                  </a:extLst>
                </p14:cNvPr>
                <p14:cNvContentPartPr/>
                <p14:nvPr/>
              </p14:nvContentPartPr>
              <p14:xfrm>
                <a:off x="7542648" y="4433184"/>
                <a:ext cx="79920" cy="698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6457065F-9E9F-395F-C205-746CEE04B99C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7533648" y="4424184"/>
                  <a:ext cx="9756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A2C79DD9-E40E-0BCC-54C7-D7A191F2D566}"/>
                    </a:ext>
                  </a:extLst>
                </p14:cNvPr>
                <p14:cNvContentPartPr/>
                <p14:nvPr/>
              </p14:nvContentPartPr>
              <p14:xfrm>
                <a:off x="7687728" y="4439664"/>
                <a:ext cx="451800" cy="7344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A2C79DD9-E40E-0BCC-54C7-D7A191F2D566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7678728" y="4430664"/>
                  <a:ext cx="469440" cy="9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16575154-FA91-2F06-9440-67A86A1226E6}"/>
              </a:ext>
            </a:extLst>
          </p:cNvPr>
          <p:cNvGrpSpPr/>
          <p:nvPr/>
        </p:nvGrpSpPr>
        <p:grpSpPr>
          <a:xfrm>
            <a:off x="8633808" y="4344624"/>
            <a:ext cx="196920" cy="129600"/>
            <a:chOff x="8633808" y="4344624"/>
            <a:chExt cx="196920" cy="12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F6C5ABFA-2555-E3DD-F5B4-FCB90597FDD1}"/>
                    </a:ext>
                  </a:extLst>
                </p14:cNvPr>
                <p14:cNvContentPartPr/>
                <p14:nvPr/>
              </p14:nvContentPartPr>
              <p14:xfrm>
                <a:off x="8633808" y="4409784"/>
                <a:ext cx="21240" cy="5832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F6C5ABFA-2555-E3DD-F5B4-FCB90597FDD1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8624808" y="4401144"/>
                  <a:ext cx="388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DBB2E7CB-9012-52C7-234E-562B3ACC7A91}"/>
                    </a:ext>
                  </a:extLst>
                </p14:cNvPr>
                <p14:cNvContentPartPr/>
                <p14:nvPr/>
              </p14:nvContentPartPr>
              <p14:xfrm>
                <a:off x="8659368" y="4344624"/>
                <a:ext cx="21600" cy="2844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DBB2E7CB-9012-52C7-234E-562B3ACC7A91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8650728" y="4335624"/>
                  <a:ext cx="392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5485F074-B040-B1DB-A8CA-A4BD871AC866}"/>
                    </a:ext>
                  </a:extLst>
                </p14:cNvPr>
                <p14:cNvContentPartPr/>
                <p14:nvPr/>
              </p14:nvContentPartPr>
              <p14:xfrm>
                <a:off x="8742528" y="4428864"/>
                <a:ext cx="88200" cy="4536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5485F074-B040-B1DB-A8CA-A4BD871AC866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8733888" y="4419864"/>
                  <a:ext cx="105840" cy="6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28E8316-D2F1-195C-F184-030FD51AAFCF}"/>
              </a:ext>
            </a:extLst>
          </p:cNvPr>
          <p:cNvGrpSpPr/>
          <p:nvPr/>
        </p:nvGrpSpPr>
        <p:grpSpPr>
          <a:xfrm>
            <a:off x="9104328" y="4235184"/>
            <a:ext cx="275760" cy="276840"/>
            <a:chOff x="9104328" y="4235184"/>
            <a:chExt cx="275760" cy="27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2C8964EE-FE6D-1157-6CFC-62732AA8FCA7}"/>
                    </a:ext>
                  </a:extLst>
                </p14:cNvPr>
                <p14:cNvContentPartPr/>
                <p14:nvPr/>
              </p14:nvContentPartPr>
              <p14:xfrm>
                <a:off x="9104328" y="4303224"/>
                <a:ext cx="19080" cy="20880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2C8964EE-FE6D-1157-6CFC-62732AA8FCA7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9095328" y="4294224"/>
                  <a:ext cx="3672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67FCA4E2-F150-0FA2-AF27-2669F76BF5FE}"/>
                    </a:ext>
                  </a:extLst>
                </p14:cNvPr>
                <p14:cNvContentPartPr/>
                <p14:nvPr/>
              </p14:nvContentPartPr>
              <p14:xfrm>
                <a:off x="9116928" y="4235184"/>
                <a:ext cx="263160" cy="25416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67FCA4E2-F150-0FA2-AF27-2669F76BF5FE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9108288" y="4226184"/>
                  <a:ext cx="280800" cy="27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8EE28720-DB5D-D7C8-65D0-FA908880C576}"/>
              </a:ext>
            </a:extLst>
          </p:cNvPr>
          <p:cNvGrpSpPr/>
          <p:nvPr/>
        </p:nvGrpSpPr>
        <p:grpSpPr>
          <a:xfrm>
            <a:off x="9664488" y="4311864"/>
            <a:ext cx="770400" cy="199800"/>
            <a:chOff x="9664488" y="4311864"/>
            <a:chExt cx="770400" cy="19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45C2EEF3-EEC4-AAED-BD78-B184E8CC9CA8}"/>
                    </a:ext>
                  </a:extLst>
                </p14:cNvPr>
                <p14:cNvContentPartPr/>
                <p14:nvPr/>
              </p14:nvContentPartPr>
              <p14:xfrm>
                <a:off x="9664488" y="4311864"/>
                <a:ext cx="226800" cy="18540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45C2EEF3-EEC4-AAED-BD78-B184E8CC9CA8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9655488" y="4303224"/>
                  <a:ext cx="2444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4C46D2F4-6C5E-E9C8-6FF6-D80F169121B0}"/>
                    </a:ext>
                  </a:extLst>
                </p14:cNvPr>
                <p14:cNvContentPartPr/>
                <p14:nvPr/>
              </p14:nvContentPartPr>
              <p14:xfrm>
                <a:off x="9942048" y="4457664"/>
                <a:ext cx="64080" cy="2952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4C46D2F4-6C5E-E9C8-6FF6-D80F169121B0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9933408" y="4448664"/>
                  <a:ext cx="8172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54252017-2BFD-5108-A2A8-C1E48A810741}"/>
                    </a:ext>
                  </a:extLst>
                </p14:cNvPr>
                <p14:cNvContentPartPr/>
                <p14:nvPr/>
              </p14:nvContentPartPr>
              <p14:xfrm>
                <a:off x="10098288" y="4338504"/>
                <a:ext cx="190440" cy="17316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54252017-2BFD-5108-A2A8-C1E48A810741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10089288" y="4329864"/>
                  <a:ext cx="2080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5CB48191-0387-F75D-EB2C-7D99B7B9302D}"/>
                    </a:ext>
                  </a:extLst>
                </p14:cNvPr>
                <p14:cNvContentPartPr/>
                <p14:nvPr/>
              </p14:nvContentPartPr>
              <p14:xfrm>
                <a:off x="10326888" y="4392864"/>
                <a:ext cx="22680" cy="10116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5CB48191-0387-F75D-EB2C-7D99B7B9302D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0318248" y="4383864"/>
                  <a:ext cx="4032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BCE3354C-8BBB-3B34-84B6-B0B7A2B53FBD}"/>
                    </a:ext>
                  </a:extLst>
                </p14:cNvPr>
                <p14:cNvContentPartPr/>
                <p14:nvPr/>
              </p14:nvContentPartPr>
              <p14:xfrm>
                <a:off x="10365408" y="4461624"/>
                <a:ext cx="69480" cy="540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BCE3354C-8BBB-3B34-84B6-B0B7A2B53FBD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10356408" y="4452984"/>
                  <a:ext cx="871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5C99FD75-CE88-F04A-5A40-C74012D0FDF8}"/>
                    </a:ext>
                  </a:extLst>
                </p14:cNvPr>
                <p14:cNvContentPartPr/>
                <p14:nvPr/>
              </p14:nvContentPartPr>
              <p14:xfrm>
                <a:off x="10002888" y="4366584"/>
                <a:ext cx="103320" cy="1440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5C99FD75-CE88-F04A-5A40-C74012D0FDF8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9993888" y="4357944"/>
                  <a:ext cx="120960" cy="3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357" name="Ink 356">
                <a:extLst>
                  <a:ext uri="{FF2B5EF4-FFF2-40B4-BE49-F238E27FC236}">
                    <a16:creationId xmlns:a16="http://schemas.microsoft.com/office/drawing/2014/main" id="{CD326320-5A2D-C049-8244-8BA06FD25821}"/>
                  </a:ext>
                </a:extLst>
              </p14:cNvPr>
              <p14:cNvContentPartPr/>
              <p14:nvPr/>
            </p14:nvContentPartPr>
            <p14:xfrm>
              <a:off x="10654848" y="4363704"/>
              <a:ext cx="120960" cy="236160"/>
            </p14:xfrm>
          </p:contentPart>
        </mc:Choice>
        <mc:Fallback xmlns="">
          <p:pic>
            <p:nvPicPr>
              <p:cNvPr id="357" name="Ink 356">
                <a:extLst>
                  <a:ext uri="{FF2B5EF4-FFF2-40B4-BE49-F238E27FC236}">
                    <a16:creationId xmlns:a16="http://schemas.microsoft.com/office/drawing/2014/main" id="{CD326320-5A2D-C049-8244-8BA06FD25821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10645848" y="4354704"/>
                <a:ext cx="138600" cy="253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69" name="Group 368">
            <a:extLst>
              <a:ext uri="{FF2B5EF4-FFF2-40B4-BE49-F238E27FC236}">
                <a16:creationId xmlns:a16="http://schemas.microsoft.com/office/drawing/2014/main" id="{CA748A35-B24E-1070-00F4-F8B0936E0DDF}"/>
              </a:ext>
            </a:extLst>
          </p:cNvPr>
          <p:cNvGrpSpPr/>
          <p:nvPr/>
        </p:nvGrpSpPr>
        <p:grpSpPr>
          <a:xfrm>
            <a:off x="11046888" y="4247064"/>
            <a:ext cx="1045440" cy="501840"/>
            <a:chOff x="11046888" y="4247064"/>
            <a:chExt cx="1045440" cy="50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24B56544-7DFD-66B9-84CD-5232E8032F45}"/>
                    </a:ext>
                  </a:extLst>
                </p14:cNvPr>
                <p14:cNvContentPartPr/>
                <p14:nvPr/>
              </p14:nvContentPartPr>
              <p14:xfrm>
                <a:off x="11046888" y="4374144"/>
                <a:ext cx="64800" cy="7092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24B56544-7DFD-66B9-84CD-5232E8032F45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1037888" y="4365144"/>
                  <a:ext cx="8244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D134EBE5-BA8A-A5B8-AB8B-B74A5F3DDA95}"/>
                    </a:ext>
                  </a:extLst>
                </p14:cNvPr>
                <p14:cNvContentPartPr/>
                <p14:nvPr/>
              </p14:nvContentPartPr>
              <p14:xfrm>
                <a:off x="11256408" y="4247064"/>
                <a:ext cx="165960" cy="33696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D134EBE5-BA8A-A5B8-AB8B-B74A5F3DDA95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1247408" y="4238424"/>
                  <a:ext cx="18360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1C614567-35BC-1DF8-19AC-34B2B95D1623}"/>
                    </a:ext>
                  </a:extLst>
                </p14:cNvPr>
                <p14:cNvContentPartPr/>
                <p14:nvPr/>
              </p14:nvContentPartPr>
              <p14:xfrm>
                <a:off x="11406528" y="4430664"/>
                <a:ext cx="15480" cy="1656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1C614567-35BC-1DF8-19AC-34B2B95D1623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1397888" y="4422024"/>
                  <a:ext cx="331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0C9F8E1F-3654-98D2-2B43-A4F6F6AFE1AB}"/>
                    </a:ext>
                  </a:extLst>
                </p14:cNvPr>
                <p14:cNvContentPartPr/>
                <p14:nvPr/>
              </p14:nvContentPartPr>
              <p14:xfrm>
                <a:off x="11429568" y="4462704"/>
                <a:ext cx="56880" cy="7308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0C9F8E1F-3654-98D2-2B43-A4F6F6AFE1AB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1420568" y="4453704"/>
                  <a:ext cx="7452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496E25E2-4427-8824-FDA6-90D2C2AFB085}"/>
                    </a:ext>
                  </a:extLst>
                </p14:cNvPr>
                <p14:cNvContentPartPr/>
                <p14:nvPr/>
              </p14:nvContentPartPr>
              <p14:xfrm>
                <a:off x="11554848" y="4380264"/>
                <a:ext cx="129600" cy="16452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496E25E2-4427-8824-FDA6-90D2C2AFB085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1546208" y="4371624"/>
                  <a:ext cx="1472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8DE2D21D-A879-8B53-52D8-D65D1CCB2381}"/>
                    </a:ext>
                  </a:extLst>
                </p14:cNvPr>
                <p14:cNvContentPartPr/>
                <p14:nvPr/>
              </p14:nvContentPartPr>
              <p14:xfrm>
                <a:off x="11713968" y="4471344"/>
                <a:ext cx="11520" cy="2808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8DE2D21D-A879-8B53-52D8-D65D1CCB2381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1705328" y="4462344"/>
                  <a:ext cx="2916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E936EC8B-5DC2-70A4-72E1-A61ACC53D8E3}"/>
                    </a:ext>
                  </a:extLst>
                </p14:cNvPr>
                <p14:cNvContentPartPr/>
                <p14:nvPr/>
              </p14:nvContentPartPr>
              <p14:xfrm>
                <a:off x="11754648" y="4493664"/>
                <a:ext cx="156960" cy="25524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E936EC8B-5DC2-70A4-72E1-A61ACC53D8E3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1746008" y="4484664"/>
                  <a:ext cx="17460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FE94F770-4FAE-0408-A9E9-596D664FFE66}"/>
                    </a:ext>
                  </a:extLst>
                </p14:cNvPr>
                <p14:cNvContentPartPr/>
                <p14:nvPr/>
              </p14:nvContentPartPr>
              <p14:xfrm>
                <a:off x="12039048" y="4401864"/>
                <a:ext cx="53280" cy="7884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FE94F770-4FAE-0408-A9E9-596D664FFE66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12030408" y="4392864"/>
                  <a:ext cx="70920" cy="9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370" name="Ink 369">
                <a:extLst>
                  <a:ext uri="{FF2B5EF4-FFF2-40B4-BE49-F238E27FC236}">
                    <a16:creationId xmlns:a16="http://schemas.microsoft.com/office/drawing/2014/main" id="{02C605E8-15B4-060C-003F-D1D881E577B6}"/>
                  </a:ext>
                </a:extLst>
              </p14:cNvPr>
              <p14:cNvContentPartPr/>
              <p14:nvPr/>
            </p14:nvContentPartPr>
            <p14:xfrm>
              <a:off x="6498288" y="4639464"/>
              <a:ext cx="169560" cy="34560"/>
            </p14:xfrm>
          </p:contentPart>
        </mc:Choice>
        <mc:Fallback xmlns="">
          <p:pic>
            <p:nvPicPr>
              <p:cNvPr id="370" name="Ink 369">
                <a:extLst>
                  <a:ext uri="{FF2B5EF4-FFF2-40B4-BE49-F238E27FC236}">
                    <a16:creationId xmlns:a16="http://schemas.microsoft.com/office/drawing/2014/main" id="{02C605E8-15B4-060C-003F-D1D881E577B6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6489648" y="4630824"/>
                <a:ext cx="1872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2">
            <p14:nvContentPartPr>
              <p14:cNvPr id="371" name="Ink 370">
                <a:extLst>
                  <a:ext uri="{FF2B5EF4-FFF2-40B4-BE49-F238E27FC236}">
                    <a16:creationId xmlns:a16="http://schemas.microsoft.com/office/drawing/2014/main" id="{AE89A323-3F31-AB27-6E62-D3140B7AEB8F}"/>
                  </a:ext>
                </a:extLst>
              </p14:cNvPr>
              <p14:cNvContentPartPr/>
              <p14:nvPr/>
            </p14:nvContentPartPr>
            <p14:xfrm>
              <a:off x="11223288" y="4747464"/>
              <a:ext cx="382320" cy="41040"/>
            </p14:xfrm>
          </p:contentPart>
        </mc:Choice>
        <mc:Fallback xmlns="">
          <p:pic>
            <p:nvPicPr>
              <p:cNvPr id="371" name="Ink 370">
                <a:extLst>
                  <a:ext uri="{FF2B5EF4-FFF2-40B4-BE49-F238E27FC236}">
                    <a16:creationId xmlns:a16="http://schemas.microsoft.com/office/drawing/2014/main" id="{AE89A323-3F31-AB27-6E62-D3140B7AEB8F}"/>
                  </a:ext>
                </a:extLst>
              </p:cNvPr>
              <p:cNvPicPr/>
              <p:nvPr/>
            </p:nvPicPr>
            <p:blipFill>
              <a:blip r:embed="rId563"/>
              <a:stretch>
                <a:fillRect/>
              </a:stretch>
            </p:blipFill>
            <p:spPr>
              <a:xfrm>
                <a:off x="11214648" y="4738824"/>
                <a:ext cx="39996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372" name="Ink 371">
                <a:extLst>
                  <a:ext uri="{FF2B5EF4-FFF2-40B4-BE49-F238E27FC236}">
                    <a16:creationId xmlns:a16="http://schemas.microsoft.com/office/drawing/2014/main" id="{A66E4C88-D78E-AE91-28ED-83BB4F1A45CC}"/>
                  </a:ext>
                </a:extLst>
              </p14:cNvPr>
              <p14:cNvContentPartPr/>
              <p14:nvPr/>
            </p14:nvContentPartPr>
            <p14:xfrm>
              <a:off x="5789808" y="4953744"/>
              <a:ext cx="228240" cy="259920"/>
            </p14:xfrm>
          </p:contentPart>
        </mc:Choice>
        <mc:Fallback xmlns="">
          <p:pic>
            <p:nvPicPr>
              <p:cNvPr id="372" name="Ink 371">
                <a:extLst>
                  <a:ext uri="{FF2B5EF4-FFF2-40B4-BE49-F238E27FC236}">
                    <a16:creationId xmlns:a16="http://schemas.microsoft.com/office/drawing/2014/main" id="{A66E4C88-D78E-AE91-28ED-83BB4F1A45CC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5781168" y="4945104"/>
                <a:ext cx="245880" cy="277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77" name="Group 376">
            <a:extLst>
              <a:ext uri="{FF2B5EF4-FFF2-40B4-BE49-F238E27FC236}">
                <a16:creationId xmlns:a16="http://schemas.microsoft.com/office/drawing/2014/main" id="{AEDCADD9-D986-8E88-9CEC-BD9CEBEEB165}"/>
              </a:ext>
            </a:extLst>
          </p:cNvPr>
          <p:cNvGrpSpPr/>
          <p:nvPr/>
        </p:nvGrpSpPr>
        <p:grpSpPr>
          <a:xfrm>
            <a:off x="6275808" y="5029704"/>
            <a:ext cx="578160" cy="171720"/>
            <a:chOff x="6275808" y="5029704"/>
            <a:chExt cx="578160" cy="17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4A2CA442-479F-D0F0-DCA1-DB706E75CFA2}"/>
                    </a:ext>
                  </a:extLst>
                </p14:cNvPr>
                <p14:cNvContentPartPr/>
                <p14:nvPr/>
              </p14:nvContentPartPr>
              <p14:xfrm>
                <a:off x="6275808" y="5095584"/>
                <a:ext cx="165240" cy="10584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4A2CA442-479F-D0F0-DCA1-DB706E75CFA2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6266808" y="5086944"/>
                  <a:ext cx="18288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A2567533-FCF4-A01E-17D4-5FC3C9833AA6}"/>
                    </a:ext>
                  </a:extLst>
                </p14:cNvPr>
                <p14:cNvContentPartPr/>
                <p14:nvPr/>
              </p14:nvContentPartPr>
              <p14:xfrm>
                <a:off x="6529248" y="5112864"/>
                <a:ext cx="47880" cy="6300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A2567533-FCF4-A01E-17D4-5FC3C9833AA6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6520248" y="5103864"/>
                  <a:ext cx="655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944F5A14-38F1-6791-5462-E77DF73BF4EF}"/>
                    </a:ext>
                  </a:extLst>
                </p14:cNvPr>
                <p14:cNvContentPartPr/>
                <p14:nvPr/>
              </p14:nvContentPartPr>
              <p14:xfrm>
                <a:off x="6635448" y="5118624"/>
                <a:ext cx="80280" cy="356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944F5A14-38F1-6791-5462-E77DF73BF4EF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6626448" y="5109984"/>
                  <a:ext cx="979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BB025049-7B99-A847-DCFE-8F2AEA765585}"/>
                    </a:ext>
                  </a:extLst>
                </p14:cNvPr>
                <p14:cNvContentPartPr/>
                <p14:nvPr/>
              </p14:nvContentPartPr>
              <p14:xfrm>
                <a:off x="6749928" y="5029704"/>
                <a:ext cx="104040" cy="13464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BB025049-7B99-A847-DCFE-8F2AEA765585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6741288" y="5021064"/>
                  <a:ext cx="12168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C7A24594-2F01-1E54-6AF9-CBBB70778E4D}"/>
              </a:ext>
            </a:extLst>
          </p:cNvPr>
          <p:cNvGrpSpPr/>
          <p:nvPr/>
        </p:nvGrpSpPr>
        <p:grpSpPr>
          <a:xfrm>
            <a:off x="7073568" y="4890384"/>
            <a:ext cx="1180800" cy="386640"/>
            <a:chOff x="7073568" y="4890384"/>
            <a:chExt cx="1180800" cy="38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8F429313-7AEC-F4E7-4048-2B2E51AD29FC}"/>
                    </a:ext>
                  </a:extLst>
                </p14:cNvPr>
                <p14:cNvContentPartPr/>
                <p14:nvPr/>
              </p14:nvContentPartPr>
              <p14:xfrm>
                <a:off x="7073568" y="4960584"/>
                <a:ext cx="622800" cy="27576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8F429313-7AEC-F4E7-4048-2B2E51AD29FC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7064928" y="4951944"/>
                  <a:ext cx="64044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0FE798B8-4FB4-82B7-B7AD-41B807497589}"/>
                    </a:ext>
                  </a:extLst>
                </p14:cNvPr>
                <p14:cNvContentPartPr/>
                <p14:nvPr/>
              </p14:nvContentPartPr>
              <p14:xfrm>
                <a:off x="7757928" y="4999464"/>
                <a:ext cx="121320" cy="16020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0FE798B8-4FB4-82B7-B7AD-41B807497589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7748928" y="4990464"/>
                  <a:ext cx="1389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05E1F92F-CAD3-C92A-79FF-407F73882013}"/>
                    </a:ext>
                  </a:extLst>
                </p14:cNvPr>
                <p14:cNvContentPartPr/>
                <p14:nvPr/>
              </p14:nvContentPartPr>
              <p14:xfrm>
                <a:off x="7972848" y="4890384"/>
                <a:ext cx="144000" cy="22968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05E1F92F-CAD3-C92A-79FF-407F73882013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7963848" y="4881384"/>
                  <a:ext cx="16164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C497C01F-40D0-8ABD-3BF2-7BE3656F2F0F}"/>
                    </a:ext>
                  </a:extLst>
                </p14:cNvPr>
                <p14:cNvContentPartPr/>
                <p14:nvPr/>
              </p14:nvContentPartPr>
              <p14:xfrm>
                <a:off x="8158968" y="5036184"/>
                <a:ext cx="26640" cy="2916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C497C01F-40D0-8ABD-3BF2-7BE3656F2F0F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8150328" y="5027184"/>
                  <a:ext cx="442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BC87CA9C-BF36-06B4-7729-9DA951876828}"/>
                    </a:ext>
                  </a:extLst>
                </p14:cNvPr>
                <p14:cNvContentPartPr/>
                <p14:nvPr/>
              </p14:nvContentPartPr>
              <p14:xfrm>
                <a:off x="8161128" y="5054184"/>
                <a:ext cx="93240" cy="22284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BC87CA9C-BF36-06B4-7729-9DA951876828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8152488" y="5045544"/>
                  <a:ext cx="110880" cy="240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4">
            <p14:nvContentPartPr>
              <p14:cNvPr id="383" name="Ink 382">
                <a:extLst>
                  <a:ext uri="{FF2B5EF4-FFF2-40B4-BE49-F238E27FC236}">
                    <a16:creationId xmlns:a16="http://schemas.microsoft.com/office/drawing/2014/main" id="{CF412C4A-5C30-36FA-68F1-6A6AC57468A9}"/>
                  </a:ext>
                </a:extLst>
              </p14:cNvPr>
              <p14:cNvContentPartPr/>
              <p14:nvPr/>
            </p14:nvContentPartPr>
            <p14:xfrm>
              <a:off x="6752088" y="4685904"/>
              <a:ext cx="3240" cy="2880"/>
            </p14:xfrm>
          </p:contentPart>
        </mc:Choice>
        <mc:Fallback xmlns="">
          <p:pic>
            <p:nvPicPr>
              <p:cNvPr id="383" name="Ink 382">
                <a:extLst>
                  <a:ext uri="{FF2B5EF4-FFF2-40B4-BE49-F238E27FC236}">
                    <a16:creationId xmlns:a16="http://schemas.microsoft.com/office/drawing/2014/main" id="{CF412C4A-5C30-36FA-68F1-6A6AC57468A9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43448" y="4676904"/>
                <a:ext cx="20880" cy="20520"/>
              </a:xfrm>
              <a:prstGeom prst="rect">
                <a:avLst/>
              </a:prstGeom>
            </p:spPr>
          </p:pic>
        </mc:Fallback>
      </mc:AlternateContent>
      <p:grpSp>
        <p:nvGrpSpPr>
          <p:cNvPr id="394" name="Group 393">
            <a:extLst>
              <a:ext uri="{FF2B5EF4-FFF2-40B4-BE49-F238E27FC236}">
                <a16:creationId xmlns:a16="http://schemas.microsoft.com/office/drawing/2014/main" id="{CA718D9C-9ADD-26DE-D828-86251AD026F6}"/>
              </a:ext>
            </a:extLst>
          </p:cNvPr>
          <p:cNvGrpSpPr/>
          <p:nvPr/>
        </p:nvGrpSpPr>
        <p:grpSpPr>
          <a:xfrm>
            <a:off x="8549208" y="4899384"/>
            <a:ext cx="1748520" cy="281520"/>
            <a:chOff x="8549208" y="4899384"/>
            <a:chExt cx="1748520" cy="28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18AB0A69-6B80-552E-68E7-9D32AD81DF2C}"/>
                    </a:ext>
                  </a:extLst>
                </p14:cNvPr>
                <p14:cNvContentPartPr/>
                <p14:nvPr/>
              </p14:nvContentPartPr>
              <p14:xfrm>
                <a:off x="8549208" y="4920624"/>
                <a:ext cx="274680" cy="23400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18AB0A69-6B80-552E-68E7-9D32AD81DF2C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8540568" y="4911984"/>
                  <a:ext cx="29232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DAF77011-8314-EA6A-2378-AE8531CF3380}"/>
                    </a:ext>
                  </a:extLst>
                </p14:cNvPr>
                <p14:cNvContentPartPr/>
                <p14:nvPr/>
              </p14:nvContentPartPr>
              <p14:xfrm>
                <a:off x="8830728" y="5064984"/>
                <a:ext cx="214920" cy="6264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DAF77011-8314-EA6A-2378-AE8531CF3380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8821728" y="5055984"/>
                  <a:ext cx="2325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7F3DEE58-5BAF-71CE-850A-677A2E3957C4}"/>
                    </a:ext>
                  </a:extLst>
                </p14:cNvPr>
                <p14:cNvContentPartPr/>
                <p14:nvPr/>
              </p14:nvContentPartPr>
              <p14:xfrm>
                <a:off x="9283248" y="4899384"/>
                <a:ext cx="172440" cy="28152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7F3DEE58-5BAF-71CE-850A-677A2E3957C4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9274248" y="4890384"/>
                  <a:ext cx="19008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67381EF3-F3E6-60EC-375C-FCCDEEBC8923}"/>
                    </a:ext>
                  </a:extLst>
                </p14:cNvPr>
                <p14:cNvContentPartPr/>
                <p14:nvPr/>
              </p14:nvContentPartPr>
              <p14:xfrm>
                <a:off x="9005328" y="5088024"/>
                <a:ext cx="106920" cy="7092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67381EF3-F3E6-60EC-375C-FCCDEEBC8923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8996328" y="5079024"/>
                  <a:ext cx="12456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5323954C-2A49-3189-A49F-DD082C5E614D}"/>
                    </a:ext>
                  </a:extLst>
                </p14:cNvPr>
                <p14:cNvContentPartPr/>
                <p14:nvPr/>
              </p14:nvContentPartPr>
              <p14:xfrm>
                <a:off x="9371448" y="5023944"/>
                <a:ext cx="178920" cy="4032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5323954C-2A49-3189-A49F-DD082C5E614D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9362808" y="5015304"/>
                  <a:ext cx="19656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6E8B4D31-0999-6D9A-2FA5-498FE6FAC33A}"/>
                    </a:ext>
                  </a:extLst>
                </p14:cNvPr>
                <p14:cNvContentPartPr/>
                <p14:nvPr/>
              </p14:nvContentPartPr>
              <p14:xfrm>
                <a:off x="9536688" y="5084424"/>
                <a:ext cx="63000" cy="6768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6E8B4D31-0999-6D9A-2FA5-498FE6FAC33A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9527688" y="5075784"/>
                  <a:ext cx="8064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7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EF3801BF-B636-AE03-97EA-BB22DF73FE0D}"/>
                    </a:ext>
                  </a:extLst>
                </p14:cNvPr>
                <p14:cNvContentPartPr/>
                <p14:nvPr/>
              </p14:nvContentPartPr>
              <p14:xfrm>
                <a:off x="9673128" y="5074704"/>
                <a:ext cx="120960" cy="5436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EF3801BF-B636-AE03-97EA-BB22DF73FE0D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9664488" y="5065704"/>
                  <a:ext cx="13860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9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68D00681-CE06-F8A4-D14E-79D882B22FFE}"/>
                    </a:ext>
                  </a:extLst>
                </p14:cNvPr>
                <p14:cNvContentPartPr/>
                <p14:nvPr/>
              </p14:nvContentPartPr>
              <p14:xfrm>
                <a:off x="9878688" y="4924584"/>
                <a:ext cx="419040" cy="19800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68D00681-CE06-F8A4-D14E-79D882B22FFE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9869688" y="4915944"/>
                  <a:ext cx="436680" cy="21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FF12C9B8-B213-F962-8D82-3F2D4ABAA9A3}"/>
              </a:ext>
            </a:extLst>
          </p:cNvPr>
          <p:cNvGrpSpPr/>
          <p:nvPr/>
        </p:nvGrpSpPr>
        <p:grpSpPr>
          <a:xfrm>
            <a:off x="10709568" y="4908744"/>
            <a:ext cx="302760" cy="257760"/>
            <a:chOff x="10709568" y="4908744"/>
            <a:chExt cx="302760" cy="25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1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98283DBA-F8DF-BA33-9777-927097BFBD4C}"/>
                    </a:ext>
                  </a:extLst>
                </p14:cNvPr>
                <p14:cNvContentPartPr/>
                <p14:nvPr/>
              </p14:nvContentPartPr>
              <p14:xfrm>
                <a:off x="10744128" y="4932144"/>
                <a:ext cx="74880" cy="21132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98283DBA-F8DF-BA33-9777-927097BFBD4C}"/>
                    </a:ext>
                  </a:extLst>
                </p:cNvPr>
                <p:cNvPicPr/>
                <p:nvPr/>
              </p:nvPicPr>
              <p:blipFill>
                <a:blip r:embed="rId602"/>
                <a:stretch>
                  <a:fillRect/>
                </a:stretch>
              </p:blipFill>
              <p:spPr>
                <a:xfrm>
                  <a:off x="10735488" y="4923144"/>
                  <a:ext cx="925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A2646A51-8422-723A-AE0B-A41AB93BBCE2}"/>
                    </a:ext>
                  </a:extLst>
                </p14:cNvPr>
                <p14:cNvContentPartPr/>
                <p14:nvPr/>
              </p14:nvContentPartPr>
              <p14:xfrm>
                <a:off x="10709568" y="4908744"/>
                <a:ext cx="302760" cy="25776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A2646A51-8422-723A-AE0B-A41AB93BBCE2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10700568" y="4899744"/>
                  <a:ext cx="320400" cy="27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205653A7-D9D1-7B65-9B3E-6942E0189C53}"/>
              </a:ext>
            </a:extLst>
          </p:cNvPr>
          <p:cNvGrpSpPr/>
          <p:nvPr/>
        </p:nvGrpSpPr>
        <p:grpSpPr>
          <a:xfrm>
            <a:off x="6911928" y="5300784"/>
            <a:ext cx="551160" cy="394560"/>
            <a:chOff x="6911928" y="5300784"/>
            <a:chExt cx="551160" cy="39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3E9D6E00-E938-32AA-B2F6-667ACD7172D8}"/>
                    </a:ext>
                  </a:extLst>
                </p14:cNvPr>
                <p14:cNvContentPartPr/>
                <p14:nvPr/>
              </p14:nvContentPartPr>
              <p14:xfrm>
                <a:off x="6911928" y="5300784"/>
                <a:ext cx="175320" cy="39456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3E9D6E00-E938-32AA-B2F6-667ACD7172D8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6903288" y="5291784"/>
                  <a:ext cx="19296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C4C3F37D-AAD2-80C0-FF5D-6E9A19F354B5}"/>
                    </a:ext>
                  </a:extLst>
                </p14:cNvPr>
                <p14:cNvContentPartPr/>
                <p14:nvPr/>
              </p14:nvContentPartPr>
              <p14:xfrm>
                <a:off x="7090848" y="5488704"/>
                <a:ext cx="28800" cy="34200"/>
              </p14:xfrm>
            </p:contentPart>
          </mc:Choice>
          <mc:Fallback xmlns=""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C4C3F37D-AAD2-80C0-FF5D-6E9A19F354B5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7081848" y="5480064"/>
                  <a:ext cx="4644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4AB8B3AE-C9B0-F1C6-9A2C-D8C9FA22FDD6}"/>
                    </a:ext>
                  </a:extLst>
                </p14:cNvPr>
                <p14:cNvContentPartPr/>
                <p14:nvPr/>
              </p14:nvContentPartPr>
              <p14:xfrm>
                <a:off x="7095528" y="5395464"/>
                <a:ext cx="367560" cy="26028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4AB8B3AE-C9B0-F1C6-9A2C-D8C9FA22FDD6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7086888" y="5386464"/>
                  <a:ext cx="385200" cy="27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B5D80AEE-24F5-21DB-539E-E04E85426C4C}"/>
              </a:ext>
            </a:extLst>
          </p:cNvPr>
          <p:cNvGrpSpPr/>
          <p:nvPr/>
        </p:nvGrpSpPr>
        <p:grpSpPr>
          <a:xfrm>
            <a:off x="7816968" y="5500944"/>
            <a:ext cx="802080" cy="124560"/>
            <a:chOff x="7816968" y="5500944"/>
            <a:chExt cx="802080" cy="12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1DA21808-A6C4-35A2-6B44-D4C6F56E84FF}"/>
                    </a:ext>
                  </a:extLst>
                </p14:cNvPr>
                <p14:cNvContentPartPr/>
                <p14:nvPr/>
              </p14:nvContentPartPr>
              <p14:xfrm>
                <a:off x="7816968" y="5503104"/>
                <a:ext cx="582840" cy="12240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1DA21808-A6C4-35A2-6B44-D4C6F56E84FF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7807968" y="5494104"/>
                  <a:ext cx="6004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EDF4543D-BEDE-77FE-EF42-FA842E0C55B7}"/>
                    </a:ext>
                  </a:extLst>
                </p14:cNvPr>
                <p14:cNvContentPartPr/>
                <p14:nvPr/>
              </p14:nvContentPartPr>
              <p14:xfrm>
                <a:off x="8463168" y="5500944"/>
                <a:ext cx="155880" cy="9972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EDF4543D-BEDE-77FE-EF42-FA842E0C55B7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8454168" y="5491944"/>
                  <a:ext cx="173520" cy="11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81EDFE9E-D85B-899E-D1E6-C087A39DF719}"/>
              </a:ext>
            </a:extLst>
          </p:cNvPr>
          <p:cNvGrpSpPr/>
          <p:nvPr/>
        </p:nvGrpSpPr>
        <p:grpSpPr>
          <a:xfrm>
            <a:off x="8891208" y="5359824"/>
            <a:ext cx="748800" cy="222840"/>
            <a:chOff x="8891208" y="5359824"/>
            <a:chExt cx="748800" cy="22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5143408D-76FF-4D50-C5DB-7B8F7064754D}"/>
                    </a:ext>
                  </a:extLst>
                </p14:cNvPr>
                <p14:cNvContentPartPr/>
                <p14:nvPr/>
              </p14:nvContentPartPr>
              <p14:xfrm>
                <a:off x="8891208" y="5503824"/>
                <a:ext cx="150480" cy="7884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5143408D-76FF-4D50-C5DB-7B8F7064754D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8882208" y="5494824"/>
                  <a:ext cx="16812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7EF28241-399B-B750-0565-7FDA6A28A99B}"/>
                    </a:ext>
                  </a:extLst>
                </p14:cNvPr>
                <p14:cNvContentPartPr/>
                <p14:nvPr/>
              </p14:nvContentPartPr>
              <p14:xfrm>
                <a:off x="9102888" y="5511384"/>
                <a:ext cx="76320" cy="4428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7EF28241-399B-B750-0565-7FDA6A28A99B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9093888" y="5502744"/>
                  <a:ext cx="9396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F3AADDB4-355B-BFF5-D1A5-2C225031F7E2}"/>
                    </a:ext>
                  </a:extLst>
                </p14:cNvPr>
                <p14:cNvContentPartPr/>
                <p14:nvPr/>
              </p14:nvContentPartPr>
              <p14:xfrm>
                <a:off x="9292968" y="5414544"/>
                <a:ext cx="33480" cy="15840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F3AADDB4-355B-BFF5-D1A5-2C225031F7E2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9284328" y="5405544"/>
                  <a:ext cx="511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4156B1E5-224A-1F62-59CA-E94D82AE216A}"/>
                    </a:ext>
                  </a:extLst>
                </p14:cNvPr>
                <p14:cNvContentPartPr/>
                <p14:nvPr/>
              </p14:nvContentPartPr>
              <p14:xfrm>
                <a:off x="9335088" y="5359824"/>
                <a:ext cx="304920" cy="199800"/>
              </p14:xfrm>
            </p:contentPart>
          </mc:Choice>
          <mc:Fallback xmlns=""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4156B1E5-224A-1F62-59CA-E94D82AE216A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9326448" y="5350824"/>
                  <a:ext cx="32256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74202043-A6D7-B8C9-D52D-74471713422B}"/>
              </a:ext>
            </a:extLst>
          </p:cNvPr>
          <p:cNvGrpSpPr/>
          <p:nvPr/>
        </p:nvGrpSpPr>
        <p:grpSpPr>
          <a:xfrm>
            <a:off x="10133928" y="5356944"/>
            <a:ext cx="585360" cy="232200"/>
            <a:chOff x="10133928" y="5356944"/>
            <a:chExt cx="585360" cy="23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B3FC12F5-9B94-284C-F202-0F6ED059BB2E}"/>
                    </a:ext>
                  </a:extLst>
                </p14:cNvPr>
                <p14:cNvContentPartPr/>
                <p14:nvPr/>
              </p14:nvContentPartPr>
              <p14:xfrm>
                <a:off x="10144728" y="5422464"/>
                <a:ext cx="76680" cy="16668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B3FC12F5-9B94-284C-F202-0F6ED059BB2E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10135728" y="5413464"/>
                  <a:ext cx="943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5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51DE4067-784E-1737-2E02-D7BE4134FC85}"/>
                    </a:ext>
                  </a:extLst>
                </p14:cNvPr>
                <p14:cNvContentPartPr/>
                <p14:nvPr/>
              </p14:nvContentPartPr>
              <p14:xfrm>
                <a:off x="10133928" y="5356944"/>
                <a:ext cx="457920" cy="22500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51DE4067-784E-1737-2E02-D7BE4134FC85}"/>
                    </a:ext>
                  </a:extLst>
                </p:cNvPr>
                <p:cNvPicPr/>
                <p:nvPr/>
              </p:nvPicPr>
              <p:blipFill>
                <a:blip r:embed="rId626"/>
                <a:stretch>
                  <a:fillRect/>
                </a:stretch>
              </p:blipFill>
              <p:spPr>
                <a:xfrm>
                  <a:off x="10125288" y="5348304"/>
                  <a:ext cx="4755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7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44CEFE2A-6AC2-4DEA-9666-444A09782F1F}"/>
                    </a:ext>
                  </a:extLst>
                </p14:cNvPr>
                <p14:cNvContentPartPr/>
                <p14:nvPr/>
              </p14:nvContentPartPr>
              <p14:xfrm>
                <a:off x="10711008" y="5517864"/>
                <a:ext cx="8280" cy="1296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44CEFE2A-6AC2-4DEA-9666-444A09782F1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702368" y="5509224"/>
                  <a:ext cx="25920" cy="3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C9DAB6DE-7789-CE89-A0F1-91CA7D68B5DD}"/>
              </a:ext>
            </a:extLst>
          </p:cNvPr>
          <p:cNvGrpSpPr/>
          <p:nvPr/>
        </p:nvGrpSpPr>
        <p:grpSpPr>
          <a:xfrm>
            <a:off x="10952208" y="5323464"/>
            <a:ext cx="348840" cy="289800"/>
            <a:chOff x="10952208" y="5323464"/>
            <a:chExt cx="348840" cy="2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2DB41D1B-8444-71D6-FEFE-47D091D086BB}"/>
                    </a:ext>
                  </a:extLst>
                </p14:cNvPr>
                <p14:cNvContentPartPr/>
                <p14:nvPr/>
              </p14:nvContentPartPr>
              <p14:xfrm>
                <a:off x="10965528" y="5401224"/>
                <a:ext cx="30960" cy="19296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2DB41D1B-8444-71D6-FEFE-47D091D086BB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10956528" y="5392584"/>
                  <a:ext cx="486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334F6AEE-9CBE-854A-C652-FE0CB7728636}"/>
                    </a:ext>
                  </a:extLst>
                </p14:cNvPr>
                <p14:cNvContentPartPr/>
                <p14:nvPr/>
              </p14:nvContentPartPr>
              <p14:xfrm>
                <a:off x="10952208" y="5323464"/>
                <a:ext cx="348840" cy="28980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334F6AEE-9CBE-854A-C652-FE0CB7728636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10943568" y="5314464"/>
                  <a:ext cx="366480" cy="30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EF02F291-93E3-5C19-AC16-15BCD53D2D6B}"/>
              </a:ext>
            </a:extLst>
          </p:cNvPr>
          <p:cNvGrpSpPr/>
          <p:nvPr/>
        </p:nvGrpSpPr>
        <p:grpSpPr>
          <a:xfrm>
            <a:off x="7256088" y="5797944"/>
            <a:ext cx="1324800" cy="199080"/>
            <a:chOff x="7256088" y="5797944"/>
            <a:chExt cx="1324800" cy="19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9E22A23D-E95C-BF9A-B9F4-28F6FB489CB7}"/>
                    </a:ext>
                  </a:extLst>
                </p14:cNvPr>
                <p14:cNvContentPartPr/>
                <p14:nvPr/>
              </p14:nvContentPartPr>
              <p14:xfrm>
                <a:off x="7256088" y="5883984"/>
                <a:ext cx="823680" cy="10224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9E22A23D-E95C-BF9A-B9F4-28F6FB489CB7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7247088" y="5875344"/>
                  <a:ext cx="84132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10471873-40F5-98B2-24F4-0EB99B389BBB}"/>
                    </a:ext>
                  </a:extLst>
                </p14:cNvPr>
                <p14:cNvContentPartPr/>
                <p14:nvPr/>
              </p14:nvContentPartPr>
              <p14:xfrm>
                <a:off x="8158968" y="5829624"/>
                <a:ext cx="17280" cy="1656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10471873-40F5-98B2-24F4-0EB99B389BBB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8150328" y="5820624"/>
                  <a:ext cx="349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5A080395-A79F-D3E2-BCCD-CEC53D088C75}"/>
                    </a:ext>
                  </a:extLst>
                </p14:cNvPr>
                <p14:cNvContentPartPr/>
                <p14:nvPr/>
              </p14:nvContentPartPr>
              <p14:xfrm>
                <a:off x="8212248" y="5797944"/>
                <a:ext cx="368640" cy="19908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5A080395-A79F-D3E2-BCCD-CEC53D088C75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8203248" y="5788944"/>
                  <a:ext cx="386280" cy="21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023990FC-CE14-D2B8-A7FD-E9B7E8957ED3}"/>
              </a:ext>
            </a:extLst>
          </p:cNvPr>
          <p:cNvGrpSpPr/>
          <p:nvPr/>
        </p:nvGrpSpPr>
        <p:grpSpPr>
          <a:xfrm>
            <a:off x="8899128" y="5902704"/>
            <a:ext cx="1000080" cy="103680"/>
            <a:chOff x="8899128" y="5902704"/>
            <a:chExt cx="1000080" cy="10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42DC4F37-3DC2-3B4C-625E-3BF26AF8384A}"/>
                    </a:ext>
                  </a:extLst>
                </p14:cNvPr>
                <p14:cNvContentPartPr/>
                <p14:nvPr/>
              </p14:nvContentPartPr>
              <p14:xfrm>
                <a:off x="8899128" y="5902704"/>
                <a:ext cx="808200" cy="9000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42DC4F37-3DC2-3B4C-625E-3BF26AF8384A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8890128" y="5894064"/>
                  <a:ext cx="8258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D6BDE565-79C6-98B3-1EA3-AFACE42EBA43}"/>
                    </a:ext>
                  </a:extLst>
                </p14:cNvPr>
                <p14:cNvContentPartPr/>
                <p14:nvPr/>
              </p14:nvContentPartPr>
              <p14:xfrm>
                <a:off x="9862848" y="5955264"/>
                <a:ext cx="36360" cy="5112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D6BDE565-79C6-98B3-1EA3-AFACE42EBA43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9854208" y="5946624"/>
                  <a:ext cx="54000" cy="68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564816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F7BD877-EEA9-4BE4-AC74-49F8BA66211F}"/>
              </a:ext>
            </a:extLst>
          </p:cNvPr>
          <p:cNvGrpSpPr/>
          <p:nvPr/>
        </p:nvGrpSpPr>
        <p:grpSpPr>
          <a:xfrm>
            <a:off x="237888" y="819504"/>
            <a:ext cx="289800" cy="331920"/>
            <a:chOff x="237888" y="819504"/>
            <a:chExt cx="289800" cy="33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28B270CF-C307-24C2-1147-0892692A1510}"/>
                    </a:ext>
                  </a:extLst>
                </p14:cNvPr>
                <p14:cNvContentPartPr/>
                <p14:nvPr/>
              </p14:nvContentPartPr>
              <p14:xfrm>
                <a:off x="237888" y="819504"/>
                <a:ext cx="171720" cy="3319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28B270CF-C307-24C2-1147-0892692A151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29248" y="810504"/>
                  <a:ext cx="18936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1963EF52-22FA-EDDC-CD74-FF4A201514F8}"/>
                    </a:ext>
                  </a:extLst>
                </p14:cNvPr>
                <p14:cNvContentPartPr/>
                <p14:nvPr/>
              </p14:nvContentPartPr>
              <p14:xfrm>
                <a:off x="506448" y="1011384"/>
                <a:ext cx="21240" cy="410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1963EF52-22FA-EDDC-CD74-FF4A201514F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97808" y="1002744"/>
                  <a:ext cx="38880" cy="5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9BBAD8F2-DC26-3FBC-8D99-62CD90DC5999}"/>
              </a:ext>
            </a:extLst>
          </p:cNvPr>
          <p:cNvGrpSpPr/>
          <p:nvPr/>
        </p:nvGrpSpPr>
        <p:grpSpPr>
          <a:xfrm>
            <a:off x="812448" y="678024"/>
            <a:ext cx="1825920" cy="388800"/>
            <a:chOff x="812448" y="678024"/>
            <a:chExt cx="1825920" cy="38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4687EF9B-E96A-E47F-A503-E934551FCC98}"/>
                    </a:ext>
                  </a:extLst>
                </p14:cNvPr>
                <p14:cNvContentPartPr/>
                <p14:nvPr/>
              </p14:nvContentPartPr>
              <p14:xfrm>
                <a:off x="822888" y="759384"/>
                <a:ext cx="54000" cy="3074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4687EF9B-E96A-E47F-A503-E934551FCC9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14248" y="750384"/>
                  <a:ext cx="7164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D432C8A9-5B92-C0CA-EFCF-275EDCC9E873}"/>
                    </a:ext>
                  </a:extLst>
                </p14:cNvPr>
                <p14:cNvContentPartPr/>
                <p14:nvPr/>
              </p14:nvContentPartPr>
              <p14:xfrm>
                <a:off x="971208" y="788184"/>
                <a:ext cx="32760" cy="2599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D432C8A9-5B92-C0CA-EFCF-275EDCC9E87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62208" y="779184"/>
                  <a:ext cx="5040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E2A44F92-FE20-17D3-9845-686AEF1B648C}"/>
                    </a:ext>
                  </a:extLst>
                </p14:cNvPr>
                <p14:cNvContentPartPr/>
                <p14:nvPr/>
              </p14:nvContentPartPr>
              <p14:xfrm>
                <a:off x="812448" y="908064"/>
                <a:ext cx="322200" cy="921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E2A44F92-FE20-17D3-9845-686AEF1B648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03808" y="899424"/>
                  <a:ext cx="33984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41191906-AF82-20D0-4510-22B60416A231}"/>
                    </a:ext>
                  </a:extLst>
                </p14:cNvPr>
                <p14:cNvContentPartPr/>
                <p14:nvPr/>
              </p14:nvContentPartPr>
              <p14:xfrm>
                <a:off x="1176408" y="775944"/>
                <a:ext cx="24120" cy="162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41191906-AF82-20D0-4510-22B60416A23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67408" y="767304"/>
                  <a:ext cx="417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FDFE499E-B973-B17B-3C11-B2030626742C}"/>
                    </a:ext>
                  </a:extLst>
                </p14:cNvPr>
                <p14:cNvContentPartPr/>
                <p14:nvPr/>
              </p14:nvContentPartPr>
              <p14:xfrm>
                <a:off x="1244808" y="900504"/>
                <a:ext cx="247320" cy="1126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FDFE499E-B973-B17B-3C11-B2030626742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236168" y="891864"/>
                  <a:ext cx="2649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62E34A32-B6B4-9BE6-A484-C1AC65697EC0}"/>
                    </a:ext>
                  </a:extLst>
                </p14:cNvPr>
                <p14:cNvContentPartPr/>
                <p14:nvPr/>
              </p14:nvContentPartPr>
              <p14:xfrm>
                <a:off x="1485648" y="868464"/>
                <a:ext cx="313560" cy="1112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62E34A32-B6B4-9BE6-A484-C1AC65697EC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476648" y="859824"/>
                  <a:ext cx="33120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1E1302EC-C94D-EEDE-C75F-E644F771469C}"/>
                    </a:ext>
                  </a:extLst>
                </p14:cNvPr>
                <p14:cNvContentPartPr/>
                <p14:nvPr/>
              </p14:nvContentPartPr>
              <p14:xfrm>
                <a:off x="1897128" y="678024"/>
                <a:ext cx="229320" cy="2682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1E1302EC-C94D-EEDE-C75F-E644F771469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888488" y="669024"/>
                  <a:ext cx="24696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D184083-9BC3-ABA7-F419-1472671FA5FF}"/>
                    </a:ext>
                  </a:extLst>
                </p14:cNvPr>
                <p14:cNvContentPartPr/>
                <p14:nvPr/>
              </p14:nvContentPartPr>
              <p14:xfrm>
                <a:off x="2185128" y="867744"/>
                <a:ext cx="1800" cy="280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D184083-9BC3-ABA7-F419-1472671FA5F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176488" y="858744"/>
                  <a:ext cx="1944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B1E4CA7-C4F6-FFFF-0D45-F6856A7D7FE8}"/>
                    </a:ext>
                  </a:extLst>
                </p14:cNvPr>
                <p14:cNvContentPartPr/>
                <p14:nvPr/>
              </p14:nvContentPartPr>
              <p14:xfrm>
                <a:off x="2273328" y="694224"/>
                <a:ext cx="365040" cy="2682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B1E4CA7-C4F6-FFFF-0D45-F6856A7D7FE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264688" y="685584"/>
                  <a:ext cx="382680" cy="285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5BDBBBED-992A-1C2C-AEC0-DCA75723156A}"/>
                  </a:ext>
                </a:extLst>
              </p14:cNvPr>
              <p14:cNvContentPartPr/>
              <p14:nvPr/>
            </p14:nvContentPartPr>
            <p14:xfrm>
              <a:off x="866088" y="1193544"/>
              <a:ext cx="41040" cy="115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5BDBBBED-992A-1C2C-AEC0-DCA75723156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57448" y="1184544"/>
                <a:ext cx="58680" cy="29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5" name="Group 24">
            <a:extLst>
              <a:ext uri="{FF2B5EF4-FFF2-40B4-BE49-F238E27FC236}">
                <a16:creationId xmlns:a16="http://schemas.microsoft.com/office/drawing/2014/main" id="{9FF248F0-15A0-61FD-4868-CD3C5FC9CB04}"/>
              </a:ext>
            </a:extLst>
          </p:cNvPr>
          <p:cNvGrpSpPr/>
          <p:nvPr/>
        </p:nvGrpSpPr>
        <p:grpSpPr>
          <a:xfrm>
            <a:off x="3022128" y="510984"/>
            <a:ext cx="1328400" cy="573480"/>
            <a:chOff x="3022128" y="510984"/>
            <a:chExt cx="1328400" cy="57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1BC62CAE-DA8D-1BDA-D3D9-1FFCF5F2959A}"/>
                    </a:ext>
                  </a:extLst>
                </p14:cNvPr>
                <p14:cNvContentPartPr/>
                <p14:nvPr/>
              </p14:nvContentPartPr>
              <p14:xfrm>
                <a:off x="3022128" y="540864"/>
                <a:ext cx="516960" cy="4338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1BC62CAE-DA8D-1BDA-D3D9-1FFCF5F2959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13128" y="532224"/>
                  <a:ext cx="534600" cy="45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810C5C9-E264-AB6B-A9E7-39D018123581}"/>
                    </a:ext>
                  </a:extLst>
                </p14:cNvPr>
                <p14:cNvContentPartPr/>
                <p14:nvPr/>
              </p14:nvContentPartPr>
              <p14:xfrm>
                <a:off x="3684168" y="510984"/>
                <a:ext cx="66240" cy="802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810C5C9-E264-AB6B-A9E7-39D01812358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675528" y="501984"/>
                  <a:ext cx="838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6E267CF7-2363-D146-5180-1FD88C3F053E}"/>
                    </a:ext>
                  </a:extLst>
                </p14:cNvPr>
                <p14:cNvContentPartPr/>
                <p14:nvPr/>
              </p14:nvContentPartPr>
              <p14:xfrm>
                <a:off x="3916728" y="657504"/>
                <a:ext cx="55440" cy="234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6E267CF7-2363-D146-5180-1FD88C3F053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908088" y="648504"/>
                  <a:ext cx="730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B042CCE4-25F8-B559-8C80-D13DC4EE10F2}"/>
                    </a:ext>
                  </a:extLst>
                </p14:cNvPr>
                <p14:cNvContentPartPr/>
                <p14:nvPr/>
              </p14:nvContentPartPr>
              <p14:xfrm>
                <a:off x="4036248" y="644184"/>
                <a:ext cx="33840" cy="464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B042CCE4-25F8-B559-8C80-D13DC4EE10F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027608" y="635544"/>
                  <a:ext cx="5148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52447B1-3224-C78F-6FA7-CB18F6D73A3F}"/>
                    </a:ext>
                  </a:extLst>
                </p14:cNvPr>
                <p14:cNvContentPartPr/>
                <p14:nvPr/>
              </p14:nvContentPartPr>
              <p14:xfrm>
                <a:off x="4075848" y="957744"/>
                <a:ext cx="10440" cy="1267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52447B1-3224-C78F-6FA7-CB18F6D73A3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067208" y="949104"/>
                  <a:ext cx="280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75BEE60A-26C5-97F9-4876-9DB473B0F5CE}"/>
                    </a:ext>
                  </a:extLst>
                </p14:cNvPr>
                <p14:cNvContentPartPr/>
                <p14:nvPr/>
              </p14:nvContentPartPr>
              <p14:xfrm>
                <a:off x="4150368" y="852624"/>
                <a:ext cx="200160" cy="237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75BEE60A-26C5-97F9-4876-9DB473B0F5C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141728" y="843984"/>
                  <a:ext cx="217800" cy="4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A007079-C5C2-2222-104E-11E1E993E9D7}"/>
              </a:ext>
            </a:extLst>
          </p:cNvPr>
          <p:cNvGrpSpPr/>
          <p:nvPr/>
        </p:nvGrpSpPr>
        <p:grpSpPr>
          <a:xfrm>
            <a:off x="4802328" y="814464"/>
            <a:ext cx="779760" cy="325080"/>
            <a:chOff x="4802328" y="814464"/>
            <a:chExt cx="779760" cy="32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BA4ECC30-462A-A124-45DF-A0A8E01C5B8A}"/>
                    </a:ext>
                  </a:extLst>
                </p14:cNvPr>
                <p14:cNvContentPartPr/>
                <p14:nvPr/>
              </p14:nvContentPartPr>
              <p14:xfrm>
                <a:off x="4802328" y="814464"/>
                <a:ext cx="347760" cy="3250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BA4ECC30-462A-A124-45DF-A0A8E01C5B8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793688" y="805464"/>
                  <a:ext cx="3654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3B1F9EEF-5DEB-20C5-E957-BB9D083F690D}"/>
                    </a:ext>
                  </a:extLst>
                </p14:cNvPr>
                <p14:cNvContentPartPr/>
                <p14:nvPr/>
              </p14:nvContentPartPr>
              <p14:xfrm>
                <a:off x="5378328" y="940464"/>
                <a:ext cx="203760" cy="259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3B1F9EEF-5DEB-20C5-E957-BB9D083F690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369688" y="931464"/>
                  <a:ext cx="22140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63AC32FF-602A-DF99-F864-58367676E900}"/>
              </a:ext>
            </a:extLst>
          </p:cNvPr>
          <p:cNvGrpSpPr/>
          <p:nvPr/>
        </p:nvGrpSpPr>
        <p:grpSpPr>
          <a:xfrm>
            <a:off x="5973048" y="550584"/>
            <a:ext cx="1726920" cy="691920"/>
            <a:chOff x="5973048" y="550584"/>
            <a:chExt cx="1726920" cy="69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7925A7A-749F-58FB-0609-AF248CA9A0A1}"/>
                    </a:ext>
                  </a:extLst>
                </p14:cNvPr>
                <p14:cNvContentPartPr/>
                <p14:nvPr/>
              </p14:nvContentPartPr>
              <p14:xfrm>
                <a:off x="5973048" y="550584"/>
                <a:ext cx="633240" cy="6919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7925A7A-749F-58FB-0609-AF248CA9A0A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964048" y="541584"/>
                  <a:ext cx="650880" cy="70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4F0EBE04-6F44-E46F-0D18-4996EEC8F08C}"/>
                    </a:ext>
                  </a:extLst>
                </p14:cNvPr>
                <p14:cNvContentPartPr/>
                <p14:nvPr/>
              </p14:nvContentPartPr>
              <p14:xfrm>
                <a:off x="6645168" y="889344"/>
                <a:ext cx="267840" cy="914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4F0EBE04-6F44-E46F-0D18-4996EEC8F08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636168" y="880704"/>
                  <a:ext cx="28548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18A3397D-BE66-EA20-8A54-458144838AF7}"/>
                    </a:ext>
                  </a:extLst>
                </p14:cNvPr>
                <p14:cNvContentPartPr/>
                <p14:nvPr/>
              </p14:nvContentPartPr>
              <p14:xfrm>
                <a:off x="6981048" y="908784"/>
                <a:ext cx="86040" cy="727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18A3397D-BE66-EA20-8A54-458144838AF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972048" y="899784"/>
                  <a:ext cx="10368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C8E4BCD5-C112-300A-F75E-36C885EFFC79}"/>
                    </a:ext>
                  </a:extLst>
                </p14:cNvPr>
                <p14:cNvContentPartPr/>
                <p14:nvPr/>
              </p14:nvContentPartPr>
              <p14:xfrm>
                <a:off x="7138368" y="891144"/>
                <a:ext cx="136080" cy="2671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C8E4BCD5-C112-300A-F75E-36C885EFFC7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129728" y="882504"/>
                  <a:ext cx="15372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DE36BB0D-2661-F463-2EF5-8DDA6FB89C19}"/>
                    </a:ext>
                  </a:extLst>
                </p14:cNvPr>
                <p14:cNvContentPartPr/>
                <p14:nvPr/>
              </p14:nvContentPartPr>
              <p14:xfrm>
                <a:off x="7379568" y="874584"/>
                <a:ext cx="320400" cy="1029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DE36BB0D-2661-F463-2EF5-8DDA6FB89C1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370568" y="865944"/>
                  <a:ext cx="338040" cy="12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DAF692A-49FB-1807-3916-DEAC5D34AF77}"/>
                  </a:ext>
                </a:extLst>
              </p14:cNvPr>
              <p14:cNvContentPartPr/>
              <p14:nvPr/>
            </p14:nvContentPartPr>
            <p14:xfrm>
              <a:off x="8122608" y="712224"/>
              <a:ext cx="153000" cy="2980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DAF692A-49FB-1807-3916-DEAC5D34AF77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113608" y="703584"/>
                <a:ext cx="170640" cy="315720"/>
              </a:xfrm>
              <a:prstGeom prst="rect">
                <a:avLst/>
              </a:prstGeom>
            </p:spPr>
          </p:pic>
        </mc:Fallback>
      </mc:AlternateContent>
      <p:grpSp>
        <p:nvGrpSpPr>
          <p:cNvPr id="45" name="Group 44">
            <a:extLst>
              <a:ext uri="{FF2B5EF4-FFF2-40B4-BE49-F238E27FC236}">
                <a16:creationId xmlns:a16="http://schemas.microsoft.com/office/drawing/2014/main" id="{BEC875CA-4E0B-811E-B388-61084261DCC4}"/>
              </a:ext>
            </a:extLst>
          </p:cNvPr>
          <p:cNvGrpSpPr/>
          <p:nvPr/>
        </p:nvGrpSpPr>
        <p:grpSpPr>
          <a:xfrm>
            <a:off x="8526528" y="659304"/>
            <a:ext cx="1789920" cy="546480"/>
            <a:chOff x="8526528" y="659304"/>
            <a:chExt cx="1789920" cy="54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997FAF4A-ECCF-2DBE-FD39-3929FFA2019D}"/>
                    </a:ext>
                  </a:extLst>
                </p14:cNvPr>
                <p14:cNvContentPartPr/>
                <p14:nvPr/>
              </p14:nvContentPartPr>
              <p14:xfrm>
                <a:off x="8526528" y="659304"/>
                <a:ext cx="306360" cy="4906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997FAF4A-ECCF-2DBE-FD39-3929FFA2019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517888" y="650304"/>
                  <a:ext cx="32400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8094C1BF-85E5-AD37-E8E9-AF5939750953}"/>
                    </a:ext>
                  </a:extLst>
                </p14:cNvPr>
                <p14:cNvContentPartPr/>
                <p14:nvPr/>
              </p14:nvContentPartPr>
              <p14:xfrm>
                <a:off x="8948088" y="855864"/>
                <a:ext cx="54000" cy="235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8094C1BF-85E5-AD37-E8E9-AF5939750953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939088" y="846864"/>
                  <a:ext cx="7164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83862C7-4993-4FC9-FF86-6A1BB5B6FB1A}"/>
                    </a:ext>
                  </a:extLst>
                </p14:cNvPr>
                <p14:cNvContentPartPr/>
                <p14:nvPr/>
              </p14:nvContentPartPr>
              <p14:xfrm>
                <a:off x="8990928" y="850464"/>
                <a:ext cx="125280" cy="849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83862C7-4993-4FC9-FF86-6A1BB5B6FB1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981928" y="841824"/>
                  <a:ext cx="14292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F0FBB58C-7C18-70CA-F58C-1732099BD33A}"/>
                    </a:ext>
                  </a:extLst>
                </p14:cNvPr>
                <p14:cNvContentPartPr/>
                <p14:nvPr/>
              </p14:nvContentPartPr>
              <p14:xfrm>
                <a:off x="9172728" y="880344"/>
                <a:ext cx="84240" cy="583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F0FBB58C-7C18-70CA-F58C-1732099BD33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163728" y="871704"/>
                  <a:ext cx="1018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1FA3887-F4FC-77D3-EFF1-E45FC2C31685}"/>
                    </a:ext>
                  </a:extLst>
                </p14:cNvPr>
                <p14:cNvContentPartPr/>
                <p14:nvPr/>
              </p14:nvContentPartPr>
              <p14:xfrm>
                <a:off x="9374328" y="861984"/>
                <a:ext cx="126360" cy="802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1FA3887-F4FC-77D3-EFF1-E45FC2C3168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365688" y="852984"/>
                  <a:ext cx="1440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BB13F0FD-0AF5-3AE5-E100-654500FECF62}"/>
                    </a:ext>
                  </a:extLst>
                </p14:cNvPr>
                <p14:cNvContentPartPr/>
                <p14:nvPr/>
              </p14:nvContentPartPr>
              <p14:xfrm>
                <a:off x="9474408" y="871344"/>
                <a:ext cx="199440" cy="3344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BB13F0FD-0AF5-3AE5-E100-654500FECF6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465768" y="862704"/>
                  <a:ext cx="21708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21C93EF0-A7E1-FB5D-3C87-D59C3E87A00D}"/>
                    </a:ext>
                  </a:extLst>
                </p14:cNvPr>
                <p14:cNvContentPartPr/>
                <p14:nvPr/>
              </p14:nvContentPartPr>
              <p14:xfrm>
                <a:off x="9790488" y="853344"/>
                <a:ext cx="368640" cy="132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21C93EF0-A7E1-FB5D-3C87-D59C3E87A00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781848" y="844344"/>
                  <a:ext cx="3862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3C6260A1-F026-0B81-8751-29D0C770007B}"/>
                    </a:ext>
                  </a:extLst>
                </p14:cNvPr>
                <p14:cNvContentPartPr/>
                <p14:nvPr/>
              </p14:nvContentPartPr>
              <p14:xfrm>
                <a:off x="10288728" y="1013184"/>
                <a:ext cx="27720" cy="201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3C6260A1-F026-0B81-8751-29D0C770007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280088" y="1004184"/>
                  <a:ext cx="4536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DF1110F-9ED1-ACD7-9AC0-0832FD1A73F8}"/>
              </a:ext>
            </a:extLst>
          </p:cNvPr>
          <p:cNvGrpSpPr/>
          <p:nvPr/>
        </p:nvGrpSpPr>
        <p:grpSpPr>
          <a:xfrm>
            <a:off x="8097408" y="1337904"/>
            <a:ext cx="543960" cy="405720"/>
            <a:chOff x="8097408" y="1337904"/>
            <a:chExt cx="54396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1E914A2E-8DD5-2F6E-C91B-850ED9FDE16D}"/>
                    </a:ext>
                  </a:extLst>
                </p14:cNvPr>
                <p14:cNvContentPartPr/>
                <p14:nvPr/>
              </p14:nvContentPartPr>
              <p14:xfrm>
                <a:off x="8167608" y="1337904"/>
                <a:ext cx="178200" cy="4057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1E914A2E-8DD5-2F6E-C91B-850ED9FDE16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158968" y="1328904"/>
                  <a:ext cx="195840" cy="42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BE8883BF-EE83-FCF4-26BC-C58385C1E8EF}"/>
                    </a:ext>
                  </a:extLst>
                </p14:cNvPr>
                <p14:cNvContentPartPr/>
                <p14:nvPr/>
              </p14:nvContentPartPr>
              <p14:xfrm>
                <a:off x="8097408" y="1508184"/>
                <a:ext cx="543960" cy="1404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BE8883BF-EE83-FCF4-26BC-C58385C1E8E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088408" y="1499544"/>
                  <a:ext cx="56160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41D77197-2C0D-D6EC-5E62-EF89375AE875}"/>
              </a:ext>
            </a:extLst>
          </p:cNvPr>
          <p:cNvGrpSpPr/>
          <p:nvPr/>
        </p:nvGrpSpPr>
        <p:grpSpPr>
          <a:xfrm>
            <a:off x="9292248" y="1392624"/>
            <a:ext cx="1103400" cy="389520"/>
            <a:chOff x="9292248" y="1392624"/>
            <a:chExt cx="1103400" cy="38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24B31BF-C908-CAC0-AEFE-ADCA303570A6}"/>
                    </a:ext>
                  </a:extLst>
                </p14:cNvPr>
                <p14:cNvContentPartPr/>
                <p14:nvPr/>
              </p14:nvContentPartPr>
              <p14:xfrm>
                <a:off x="9292248" y="1461384"/>
                <a:ext cx="96840" cy="745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24B31BF-C908-CAC0-AEFE-ADCA303570A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283248" y="1452744"/>
                  <a:ext cx="11448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A7490205-18BA-2BA8-867B-36AA8CA42B2F}"/>
                    </a:ext>
                  </a:extLst>
                </p14:cNvPr>
                <p14:cNvContentPartPr/>
                <p14:nvPr/>
              </p14:nvContentPartPr>
              <p14:xfrm>
                <a:off x="9447048" y="1392624"/>
                <a:ext cx="149400" cy="3895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A7490205-18BA-2BA8-867B-36AA8CA42B2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9438408" y="1383624"/>
                  <a:ext cx="16704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EBB27B0C-878B-2351-71DC-93151445DB79}"/>
                    </a:ext>
                  </a:extLst>
                </p14:cNvPr>
                <p14:cNvContentPartPr/>
                <p14:nvPr/>
              </p14:nvContentPartPr>
              <p14:xfrm>
                <a:off x="9404568" y="1634904"/>
                <a:ext cx="115200" cy="421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EBB27B0C-878B-2351-71DC-93151445DB7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395928" y="1626264"/>
                  <a:ext cx="13284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0F540409-BD57-F72E-A289-28028B62B852}"/>
                    </a:ext>
                  </a:extLst>
                </p14:cNvPr>
                <p14:cNvContentPartPr/>
                <p14:nvPr/>
              </p14:nvContentPartPr>
              <p14:xfrm>
                <a:off x="9572328" y="1598184"/>
                <a:ext cx="144720" cy="666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0F540409-BD57-F72E-A289-28028B62B85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563688" y="1589184"/>
                  <a:ext cx="16236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05178CA-178F-678A-E925-2DA84D369594}"/>
                    </a:ext>
                  </a:extLst>
                </p14:cNvPr>
                <p14:cNvContentPartPr/>
                <p14:nvPr/>
              </p14:nvContentPartPr>
              <p14:xfrm>
                <a:off x="9758808" y="1588824"/>
                <a:ext cx="114120" cy="813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05178CA-178F-678A-E925-2DA84D36959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750168" y="1580184"/>
                  <a:ext cx="13176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C955D7F2-48A1-EA48-1EBF-2D6B6E4FE3C0}"/>
                    </a:ext>
                  </a:extLst>
                </p14:cNvPr>
                <p14:cNvContentPartPr/>
                <p14:nvPr/>
              </p14:nvContentPartPr>
              <p14:xfrm>
                <a:off x="9952488" y="1590264"/>
                <a:ext cx="9360" cy="662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C955D7F2-48A1-EA48-1EBF-2D6B6E4FE3C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943848" y="1581624"/>
                  <a:ext cx="270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8B02CC16-6877-DDD5-2FC0-71BD54D3F800}"/>
                    </a:ext>
                  </a:extLst>
                </p14:cNvPr>
                <p14:cNvContentPartPr/>
                <p14:nvPr/>
              </p14:nvContentPartPr>
              <p14:xfrm>
                <a:off x="10005768" y="1463544"/>
                <a:ext cx="3240" cy="327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8B02CC16-6877-DDD5-2FC0-71BD54D3F80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997128" y="1454544"/>
                  <a:ext cx="2088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CB95E958-12CC-23F9-219B-F0DBD10BAEE6}"/>
                    </a:ext>
                  </a:extLst>
                </p14:cNvPr>
                <p14:cNvContentPartPr/>
                <p14:nvPr/>
              </p14:nvContentPartPr>
              <p14:xfrm>
                <a:off x="10039248" y="1397664"/>
                <a:ext cx="107640" cy="2754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CB95E958-12CC-23F9-219B-F0DBD10BAEE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030608" y="1388664"/>
                  <a:ext cx="12528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C396E8FC-C310-C1BC-E619-10CC2443B14D}"/>
                    </a:ext>
                  </a:extLst>
                </p14:cNvPr>
                <p14:cNvContentPartPr/>
                <p14:nvPr/>
              </p14:nvContentPartPr>
              <p14:xfrm>
                <a:off x="10269648" y="1479384"/>
                <a:ext cx="360" cy="3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C396E8FC-C310-C1BC-E619-10CC2443B14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260648" y="147074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5477E3D0-AE9C-D704-F4BE-31D300144BFB}"/>
                    </a:ext>
                  </a:extLst>
                </p14:cNvPr>
                <p14:cNvContentPartPr/>
                <p14:nvPr/>
              </p14:nvContentPartPr>
              <p14:xfrm>
                <a:off x="10269648" y="1479384"/>
                <a:ext cx="360" cy="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5477E3D0-AE9C-D704-F4BE-31D300144BF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260648" y="147074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77FB96EC-FCCD-A3FB-0722-6B1F45D0AD74}"/>
                    </a:ext>
                  </a:extLst>
                </p14:cNvPr>
                <p14:cNvContentPartPr/>
                <p14:nvPr/>
              </p14:nvContentPartPr>
              <p14:xfrm>
                <a:off x="10269648" y="1412424"/>
                <a:ext cx="33480" cy="795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77FB96EC-FCCD-A3FB-0722-6B1F45D0AD74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10260648" y="1403424"/>
                  <a:ext cx="5112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F91E2B99-AD89-EAEE-5387-E47AECA9E5A7}"/>
                    </a:ext>
                  </a:extLst>
                </p14:cNvPr>
                <p14:cNvContentPartPr/>
                <p14:nvPr/>
              </p14:nvContentPartPr>
              <p14:xfrm>
                <a:off x="10327248" y="1416744"/>
                <a:ext cx="68400" cy="1260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F91E2B99-AD89-EAEE-5387-E47AECA9E5A7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10318608" y="1408104"/>
                  <a:ext cx="86040" cy="14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64D142C-CE1A-F52C-063E-C6B720A04844}"/>
              </a:ext>
            </a:extLst>
          </p:cNvPr>
          <p:cNvGrpSpPr/>
          <p:nvPr/>
        </p:nvGrpSpPr>
        <p:grpSpPr>
          <a:xfrm>
            <a:off x="10554768" y="1449144"/>
            <a:ext cx="1451160" cy="375120"/>
            <a:chOff x="10554768" y="1449144"/>
            <a:chExt cx="1451160" cy="37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0CF694BC-B3F8-383A-FAB2-52ADBFD048A7}"/>
                    </a:ext>
                  </a:extLst>
                </p14:cNvPr>
                <p14:cNvContentPartPr/>
                <p14:nvPr/>
              </p14:nvContentPartPr>
              <p14:xfrm>
                <a:off x="10554768" y="1565424"/>
                <a:ext cx="126000" cy="716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0CF694BC-B3F8-383A-FAB2-52ADBFD048A7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10546128" y="1556424"/>
                  <a:ext cx="14364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99E6C8A-FCE1-02B4-A95D-FA0C285A0B9D}"/>
                    </a:ext>
                  </a:extLst>
                </p14:cNvPr>
                <p14:cNvContentPartPr/>
                <p14:nvPr/>
              </p14:nvContentPartPr>
              <p14:xfrm>
                <a:off x="10763568" y="1597104"/>
                <a:ext cx="213840" cy="2271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99E6C8A-FCE1-02B4-A95D-FA0C285A0B9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10754928" y="1588464"/>
                  <a:ext cx="23148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5DA6ACCB-556D-036E-2DD0-6A0054785445}"/>
                    </a:ext>
                  </a:extLst>
                </p14:cNvPr>
                <p14:cNvContentPartPr/>
                <p14:nvPr/>
              </p14:nvContentPartPr>
              <p14:xfrm>
                <a:off x="11158848" y="1449144"/>
                <a:ext cx="144000" cy="1947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5DA6ACCB-556D-036E-2DD0-6A0054785445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11149848" y="1440504"/>
                  <a:ext cx="1616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7972BFF9-E05C-608F-BE0A-7A0C5ECE2AE0}"/>
                    </a:ext>
                  </a:extLst>
                </p14:cNvPr>
                <p14:cNvContentPartPr/>
                <p14:nvPr/>
              </p14:nvContentPartPr>
              <p14:xfrm>
                <a:off x="11478888" y="1491984"/>
                <a:ext cx="242640" cy="1634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7972BFF9-E05C-608F-BE0A-7A0C5ECE2AE0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11469888" y="1482984"/>
                  <a:ext cx="2602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6296942B-B657-A2D7-CCB5-FFACF34F4AC7}"/>
                    </a:ext>
                  </a:extLst>
                </p14:cNvPr>
                <p14:cNvContentPartPr/>
                <p14:nvPr/>
              </p14:nvContentPartPr>
              <p14:xfrm>
                <a:off x="11779488" y="1615824"/>
                <a:ext cx="226440" cy="752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6296942B-B657-A2D7-CCB5-FFACF34F4AC7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11770488" y="1606824"/>
                  <a:ext cx="244080" cy="9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E2DE4D88-3FD9-D8D8-CCFA-8343E9C26687}"/>
              </a:ext>
            </a:extLst>
          </p:cNvPr>
          <p:cNvGrpSpPr/>
          <p:nvPr/>
        </p:nvGrpSpPr>
        <p:grpSpPr>
          <a:xfrm>
            <a:off x="5484528" y="1283544"/>
            <a:ext cx="2327400" cy="902520"/>
            <a:chOff x="5484528" y="1283544"/>
            <a:chExt cx="2327400" cy="90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4DB3A9EA-06FE-1EB8-4566-C36CD71C9F99}"/>
                    </a:ext>
                  </a:extLst>
                </p14:cNvPr>
                <p14:cNvContentPartPr/>
                <p14:nvPr/>
              </p14:nvContentPartPr>
              <p14:xfrm>
                <a:off x="6913008" y="1501704"/>
                <a:ext cx="162000" cy="1425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4DB3A9EA-06FE-1EB8-4566-C36CD71C9F99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6904008" y="1492704"/>
                  <a:ext cx="17964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4FD42D36-10B3-D773-F9BC-0AD9E4D7AAA5}"/>
                    </a:ext>
                  </a:extLst>
                </p14:cNvPr>
                <p14:cNvContentPartPr/>
                <p14:nvPr/>
              </p14:nvContentPartPr>
              <p14:xfrm>
                <a:off x="7121448" y="1530144"/>
                <a:ext cx="81720" cy="550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4FD42D36-10B3-D773-F9BC-0AD9E4D7AAA5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7112448" y="1521504"/>
                  <a:ext cx="9936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6FB73228-D64C-183F-8E87-138B1078AE57}"/>
                    </a:ext>
                  </a:extLst>
                </p14:cNvPr>
                <p14:cNvContentPartPr/>
                <p14:nvPr/>
              </p14:nvContentPartPr>
              <p14:xfrm>
                <a:off x="7310808" y="1373544"/>
                <a:ext cx="181080" cy="2052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6FB73228-D64C-183F-8E87-138B1078AE57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7302168" y="1364904"/>
                  <a:ext cx="1987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41999EA1-2E47-0D5C-B8F3-3DB323963131}"/>
                    </a:ext>
                  </a:extLst>
                </p14:cNvPr>
                <p14:cNvContentPartPr/>
                <p14:nvPr/>
              </p14:nvContentPartPr>
              <p14:xfrm>
                <a:off x="7447968" y="1498824"/>
                <a:ext cx="363960" cy="442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41999EA1-2E47-0D5C-B8F3-3DB323963131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7439328" y="1490184"/>
                  <a:ext cx="38160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2F728B77-AFCC-963F-92FF-DA51BFE3E100}"/>
                    </a:ext>
                  </a:extLst>
                </p14:cNvPr>
                <p14:cNvContentPartPr/>
                <p14:nvPr/>
              </p14:nvContentPartPr>
              <p14:xfrm>
                <a:off x="5484528" y="1432944"/>
                <a:ext cx="143280" cy="2167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2F728B77-AFCC-963F-92FF-DA51BFE3E100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5475888" y="1424304"/>
                  <a:ext cx="16092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44E6782B-6611-E4D1-09E5-F36D7FECD8F3}"/>
                    </a:ext>
                  </a:extLst>
                </p14:cNvPr>
                <p14:cNvContentPartPr/>
                <p14:nvPr/>
              </p14:nvContentPartPr>
              <p14:xfrm>
                <a:off x="5689728" y="1557504"/>
                <a:ext cx="91800" cy="2638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44E6782B-6611-E4D1-09E5-F36D7FECD8F3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5680728" y="1548864"/>
                  <a:ext cx="10944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5960E651-DC84-7FBF-A628-410257FB1FAD}"/>
                    </a:ext>
                  </a:extLst>
                </p14:cNvPr>
                <p14:cNvContentPartPr/>
                <p14:nvPr/>
              </p14:nvContentPartPr>
              <p14:xfrm>
                <a:off x="6303528" y="1453824"/>
                <a:ext cx="47160" cy="1738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5960E651-DC84-7FBF-A628-410257FB1FAD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6294528" y="1444824"/>
                  <a:ext cx="648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9402E613-DBFB-1788-3EE7-22718CD628A6}"/>
                    </a:ext>
                  </a:extLst>
                </p14:cNvPr>
                <p14:cNvContentPartPr/>
                <p14:nvPr/>
              </p14:nvContentPartPr>
              <p14:xfrm>
                <a:off x="6256728" y="1371744"/>
                <a:ext cx="328320" cy="2728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9402E613-DBFB-1788-3EE7-22718CD628A6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6247728" y="1362744"/>
                  <a:ext cx="34596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36DF8F2E-6C3A-B772-8869-D6C8C4614D0C}"/>
                    </a:ext>
                  </a:extLst>
                </p14:cNvPr>
                <p14:cNvContentPartPr/>
                <p14:nvPr/>
              </p14:nvContentPartPr>
              <p14:xfrm>
                <a:off x="5982408" y="1795104"/>
                <a:ext cx="334080" cy="3535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36DF8F2E-6C3A-B772-8869-D6C8C4614D0C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5973408" y="1786464"/>
                  <a:ext cx="351720" cy="37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745901BA-26E9-1C84-98C2-369A8AE53B91}"/>
                    </a:ext>
                  </a:extLst>
                </p14:cNvPr>
                <p14:cNvContentPartPr/>
                <p14:nvPr/>
              </p14:nvContentPartPr>
              <p14:xfrm>
                <a:off x="6380208" y="1821384"/>
                <a:ext cx="126360" cy="3646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745901BA-26E9-1C84-98C2-369A8AE53B91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6371568" y="1812384"/>
                  <a:ext cx="144000" cy="38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486BFE1-ADBC-C390-653C-40FF58BC39B1}"/>
                    </a:ext>
                  </a:extLst>
                </p14:cNvPr>
                <p14:cNvContentPartPr/>
                <p14:nvPr/>
              </p14:nvContentPartPr>
              <p14:xfrm>
                <a:off x="6585048" y="1818504"/>
                <a:ext cx="99000" cy="2296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486BFE1-ADBC-C390-653C-40FF58BC39B1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6576048" y="1809864"/>
                  <a:ext cx="11664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A45ED144-B5A8-43FB-BBA6-3C540AE39FA7}"/>
                    </a:ext>
                  </a:extLst>
                </p14:cNvPr>
                <p14:cNvContentPartPr/>
                <p14:nvPr/>
              </p14:nvContentPartPr>
              <p14:xfrm>
                <a:off x="5569128" y="1822824"/>
                <a:ext cx="113760" cy="2314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A45ED144-B5A8-43FB-BBA6-3C540AE39FA7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5560488" y="1814184"/>
                  <a:ext cx="13140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5F10F11F-4421-C0D9-E1A7-D2B417A054B9}"/>
                    </a:ext>
                  </a:extLst>
                </p14:cNvPr>
                <p14:cNvContentPartPr/>
                <p14:nvPr/>
              </p14:nvContentPartPr>
              <p14:xfrm>
                <a:off x="5861088" y="1635984"/>
                <a:ext cx="70560" cy="1051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5F10F11F-4421-C0D9-E1A7-D2B417A054B9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5852448" y="1627344"/>
                  <a:ext cx="882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F527B045-9FE1-A0D5-9894-9598A8E2E4BA}"/>
                    </a:ext>
                  </a:extLst>
                </p14:cNvPr>
                <p14:cNvContentPartPr/>
                <p14:nvPr/>
              </p14:nvContentPartPr>
              <p14:xfrm>
                <a:off x="5537448" y="1283544"/>
                <a:ext cx="207000" cy="3409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F527B045-9FE1-A0D5-9894-9598A8E2E4BA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5528808" y="1274544"/>
                  <a:ext cx="224640" cy="35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8B3150D2-F54A-D34B-6A11-A3606E6A6355}"/>
                    </a:ext>
                  </a:extLst>
                </p14:cNvPr>
                <p14:cNvContentPartPr/>
                <p14:nvPr/>
              </p14:nvContentPartPr>
              <p14:xfrm>
                <a:off x="5767488" y="1453464"/>
                <a:ext cx="226440" cy="2422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8B3150D2-F54A-D34B-6A11-A3606E6A6355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5758488" y="1444824"/>
                  <a:ext cx="24408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F771E762-4BE5-DCBA-E96C-392CCD966FB2}"/>
                    </a:ext>
                  </a:extLst>
                </p14:cNvPr>
                <p14:cNvContentPartPr/>
                <p14:nvPr/>
              </p14:nvContentPartPr>
              <p14:xfrm>
                <a:off x="5965488" y="1563264"/>
                <a:ext cx="143280" cy="1389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F771E762-4BE5-DCBA-E96C-392CCD966FB2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5956848" y="1554264"/>
                  <a:ext cx="1609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E162C092-B57B-1315-28A8-1798F8D2F187}"/>
                    </a:ext>
                  </a:extLst>
                </p14:cNvPr>
                <p14:cNvContentPartPr/>
                <p14:nvPr/>
              </p14:nvContentPartPr>
              <p14:xfrm>
                <a:off x="5880168" y="1847304"/>
                <a:ext cx="29520" cy="360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E162C092-B57B-1315-28A8-1798F8D2F187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5871528" y="1838304"/>
                  <a:ext cx="471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C80B3640-FDC4-7BF5-CB5F-6C34A86923F4}"/>
                    </a:ext>
                  </a:extLst>
                </p14:cNvPr>
                <p14:cNvContentPartPr/>
                <p14:nvPr/>
              </p14:nvContentPartPr>
              <p14:xfrm>
                <a:off x="5920488" y="1849104"/>
                <a:ext cx="29160" cy="316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C80B3640-FDC4-7BF5-CB5F-6C34A86923F4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5911848" y="1840464"/>
                  <a:ext cx="468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B4F9070-9736-64DE-82BE-4D68F7B09825}"/>
                    </a:ext>
                  </a:extLst>
                </p14:cNvPr>
                <p14:cNvContentPartPr/>
                <p14:nvPr/>
              </p14:nvContentPartPr>
              <p14:xfrm>
                <a:off x="6758208" y="1824264"/>
                <a:ext cx="9720" cy="309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B4F9070-9736-64DE-82BE-4D68F7B09825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6749208" y="1815264"/>
                  <a:ext cx="273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C9926E66-69C0-F038-6A6F-270B02682A1D}"/>
                    </a:ext>
                  </a:extLst>
                </p14:cNvPr>
                <p14:cNvContentPartPr/>
                <p14:nvPr/>
              </p14:nvContentPartPr>
              <p14:xfrm>
                <a:off x="6836688" y="1812384"/>
                <a:ext cx="16920" cy="702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C9926E66-69C0-F038-6A6F-270B02682A1D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6828048" y="1803384"/>
                  <a:ext cx="34560" cy="8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7E90A244-0D1D-F704-C819-A92FEB691566}"/>
                  </a:ext>
                </a:extLst>
              </p14:cNvPr>
              <p14:cNvContentPartPr/>
              <p14:nvPr/>
            </p14:nvContentPartPr>
            <p14:xfrm>
              <a:off x="7139808" y="1869624"/>
              <a:ext cx="412200" cy="1710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7E90A244-0D1D-F704-C819-A92FEB691566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7131168" y="1860624"/>
                <a:ext cx="429840" cy="18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12" name="Group 111">
            <a:extLst>
              <a:ext uri="{FF2B5EF4-FFF2-40B4-BE49-F238E27FC236}">
                <a16:creationId xmlns:a16="http://schemas.microsoft.com/office/drawing/2014/main" id="{9C8BAFBD-12AD-6D83-8BC7-3355C9508FBE}"/>
              </a:ext>
            </a:extLst>
          </p:cNvPr>
          <p:cNvGrpSpPr/>
          <p:nvPr/>
        </p:nvGrpSpPr>
        <p:grpSpPr>
          <a:xfrm>
            <a:off x="7860528" y="1853064"/>
            <a:ext cx="1076400" cy="164520"/>
            <a:chOff x="7860528" y="1853064"/>
            <a:chExt cx="1076400" cy="16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343CB102-C7F3-050B-EFF4-29EC2AD3062D}"/>
                    </a:ext>
                  </a:extLst>
                </p14:cNvPr>
                <p14:cNvContentPartPr/>
                <p14:nvPr/>
              </p14:nvContentPartPr>
              <p14:xfrm>
                <a:off x="7860528" y="1875384"/>
                <a:ext cx="69840" cy="342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343CB102-C7F3-050B-EFF4-29EC2AD3062D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7851888" y="1866384"/>
                  <a:ext cx="874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B23CA19D-6C0D-5212-D037-E44A83E94560}"/>
                    </a:ext>
                  </a:extLst>
                </p14:cNvPr>
                <p14:cNvContentPartPr/>
                <p14:nvPr/>
              </p14:nvContentPartPr>
              <p14:xfrm>
                <a:off x="8053128" y="1853064"/>
                <a:ext cx="95040" cy="1645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B23CA19D-6C0D-5212-D037-E44A83E94560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044128" y="1844424"/>
                  <a:ext cx="11268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A2FD8F5-2B82-2969-E902-14D8297EDB63}"/>
                    </a:ext>
                  </a:extLst>
                </p14:cNvPr>
                <p14:cNvContentPartPr/>
                <p14:nvPr/>
              </p14:nvContentPartPr>
              <p14:xfrm>
                <a:off x="8218008" y="1928304"/>
                <a:ext cx="243720" cy="687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A2FD8F5-2B82-2969-E902-14D8297EDB63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8209008" y="1919304"/>
                  <a:ext cx="2613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5E393CFD-36A6-458C-76C1-F1E0D674DF96}"/>
                    </a:ext>
                  </a:extLst>
                </p14:cNvPr>
                <p14:cNvContentPartPr/>
                <p14:nvPr/>
              </p14:nvContentPartPr>
              <p14:xfrm>
                <a:off x="8539488" y="1918944"/>
                <a:ext cx="74520" cy="453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5E393CFD-36A6-458C-76C1-F1E0D674DF96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8530488" y="1910304"/>
                  <a:ext cx="9216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93B86B33-8847-2044-6EAE-95DAF3A4158F}"/>
                    </a:ext>
                  </a:extLst>
                </p14:cNvPr>
                <p14:cNvContentPartPr/>
                <p14:nvPr/>
              </p14:nvContentPartPr>
              <p14:xfrm>
                <a:off x="8711568" y="1907784"/>
                <a:ext cx="64800" cy="572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93B86B33-8847-2044-6EAE-95DAF3A4158F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8702928" y="1899144"/>
                  <a:ext cx="8244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3CC091EC-80D7-D42A-9C67-DFA0EC2DE416}"/>
                    </a:ext>
                  </a:extLst>
                </p14:cNvPr>
                <p14:cNvContentPartPr/>
                <p14:nvPr/>
              </p14:nvContentPartPr>
              <p14:xfrm>
                <a:off x="8864208" y="1911384"/>
                <a:ext cx="72720" cy="471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3CC091EC-80D7-D42A-9C67-DFA0EC2DE416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8855208" y="1902744"/>
                  <a:ext cx="90360" cy="64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E996F41A-C29C-6DD0-57F4-09F7606E1976}"/>
                  </a:ext>
                </a:extLst>
              </p14:cNvPr>
              <p14:cNvContentPartPr/>
              <p14:nvPr/>
            </p14:nvContentPartPr>
            <p14:xfrm>
              <a:off x="9183168" y="1992744"/>
              <a:ext cx="360" cy="3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E996F41A-C29C-6DD0-57F4-09F7606E1976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9174168" y="1984104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5" name="Group 114">
            <a:extLst>
              <a:ext uri="{FF2B5EF4-FFF2-40B4-BE49-F238E27FC236}">
                <a16:creationId xmlns:a16="http://schemas.microsoft.com/office/drawing/2014/main" id="{2C2F4FDB-0A4E-578B-0321-8D226B57944B}"/>
              </a:ext>
            </a:extLst>
          </p:cNvPr>
          <p:cNvGrpSpPr/>
          <p:nvPr/>
        </p:nvGrpSpPr>
        <p:grpSpPr>
          <a:xfrm>
            <a:off x="411768" y="2659104"/>
            <a:ext cx="308520" cy="237960"/>
            <a:chOff x="411768" y="2659104"/>
            <a:chExt cx="308520" cy="23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7BE7E303-BF3F-2F6E-F573-D72D1155D56C}"/>
                    </a:ext>
                  </a:extLst>
                </p14:cNvPr>
                <p14:cNvContentPartPr/>
                <p14:nvPr/>
              </p14:nvContentPartPr>
              <p14:xfrm>
                <a:off x="411768" y="2659104"/>
                <a:ext cx="183240" cy="2379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7BE7E303-BF3F-2F6E-F573-D72D1155D56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02768" y="2650104"/>
                  <a:ext cx="20088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3F9BF552-E306-740B-078F-177EC3C30DC1}"/>
                    </a:ext>
                  </a:extLst>
                </p14:cNvPr>
                <p14:cNvContentPartPr/>
                <p14:nvPr/>
              </p14:nvContentPartPr>
              <p14:xfrm>
                <a:off x="681408" y="2836224"/>
                <a:ext cx="38880" cy="410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3F9BF552-E306-740B-078F-177EC3C30DC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72408" y="2827584"/>
                  <a:ext cx="56520" cy="5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7B207E6-47A9-4720-E130-9BFD6C661815}"/>
              </a:ext>
            </a:extLst>
          </p:cNvPr>
          <p:cNvGrpSpPr/>
          <p:nvPr/>
        </p:nvGrpSpPr>
        <p:grpSpPr>
          <a:xfrm>
            <a:off x="963288" y="2505384"/>
            <a:ext cx="1401840" cy="573840"/>
            <a:chOff x="963288" y="2505384"/>
            <a:chExt cx="1401840" cy="57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9D907E3C-A8F7-00C3-B6EE-E6F0ACC2548A}"/>
                    </a:ext>
                  </a:extLst>
                </p14:cNvPr>
                <p14:cNvContentPartPr/>
                <p14:nvPr/>
              </p14:nvContentPartPr>
              <p14:xfrm>
                <a:off x="963288" y="2529864"/>
                <a:ext cx="207360" cy="3333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9D907E3C-A8F7-00C3-B6EE-E6F0ACC2548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54648" y="2520864"/>
                  <a:ext cx="22500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EE9602C9-7895-BA9F-A7F5-8666BD79D8C5}"/>
                    </a:ext>
                  </a:extLst>
                </p14:cNvPr>
                <p14:cNvContentPartPr/>
                <p14:nvPr/>
              </p14:nvContentPartPr>
              <p14:xfrm>
                <a:off x="1007568" y="2760984"/>
                <a:ext cx="145440" cy="270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EE9602C9-7895-BA9F-A7F5-8666BD79D8C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98928" y="2751984"/>
                  <a:ext cx="1630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945E08E-4E4E-0790-602B-67483480F3F2}"/>
                    </a:ext>
                  </a:extLst>
                </p14:cNvPr>
                <p14:cNvContentPartPr/>
                <p14:nvPr/>
              </p14:nvContentPartPr>
              <p14:xfrm>
                <a:off x="1217448" y="2505384"/>
                <a:ext cx="360360" cy="3164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945E08E-4E4E-0790-602B-67483480F3F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208808" y="2496744"/>
                  <a:ext cx="37800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2DB2B2F3-CD5D-0B9B-3E8E-D3A4A5E24888}"/>
                    </a:ext>
                  </a:extLst>
                </p14:cNvPr>
                <p14:cNvContentPartPr/>
                <p14:nvPr/>
              </p14:nvContentPartPr>
              <p14:xfrm>
                <a:off x="1449288" y="2586024"/>
                <a:ext cx="108360" cy="313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2DB2B2F3-CD5D-0B9B-3E8E-D3A4A5E24888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440648" y="2577024"/>
                  <a:ext cx="1260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3E54DC11-0B8B-4125-72E3-B756EFD6638C}"/>
                    </a:ext>
                  </a:extLst>
                </p14:cNvPr>
                <p14:cNvContentPartPr/>
                <p14:nvPr/>
              </p14:nvContentPartPr>
              <p14:xfrm>
                <a:off x="1625328" y="2710584"/>
                <a:ext cx="101160" cy="658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3E54DC11-0B8B-4125-72E3-B756EFD6638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616328" y="2701944"/>
                  <a:ext cx="11880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B32DF998-08DF-4F8F-D881-66E9F84B4DBB}"/>
                    </a:ext>
                  </a:extLst>
                </p14:cNvPr>
                <p14:cNvContentPartPr/>
                <p14:nvPr/>
              </p14:nvContentPartPr>
              <p14:xfrm>
                <a:off x="1759608" y="2708784"/>
                <a:ext cx="150480" cy="3704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B32DF998-08DF-4F8F-D881-66E9F84B4DB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750968" y="2700144"/>
                  <a:ext cx="16812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C187434C-3914-C4D1-4741-1A417EE7AE6B}"/>
                    </a:ext>
                  </a:extLst>
                </p14:cNvPr>
                <p14:cNvContentPartPr/>
                <p14:nvPr/>
              </p14:nvContentPartPr>
              <p14:xfrm>
                <a:off x="2021688" y="2653344"/>
                <a:ext cx="343440" cy="1278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C187434C-3914-C4D1-4741-1A417EE7AE6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013048" y="2644704"/>
                  <a:ext cx="361080" cy="14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CEF3F8D4-7DF6-7FB8-E8FA-B19F055A340A}"/>
                  </a:ext>
                </a:extLst>
              </p14:cNvPr>
              <p14:cNvContentPartPr/>
              <p14:nvPr/>
            </p14:nvContentPartPr>
            <p14:xfrm>
              <a:off x="2660688" y="2761344"/>
              <a:ext cx="16920" cy="8532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CEF3F8D4-7DF6-7FB8-E8FA-B19F055A340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651688" y="2752704"/>
                <a:ext cx="3456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8DF71B76-83E1-9689-3900-168D123DBC41}"/>
                  </a:ext>
                </a:extLst>
              </p14:cNvPr>
              <p14:cNvContentPartPr/>
              <p14:nvPr/>
            </p14:nvContentPartPr>
            <p14:xfrm>
              <a:off x="2656008" y="2571624"/>
              <a:ext cx="27720" cy="471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8DF71B76-83E1-9689-3900-168D123DBC4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2647368" y="2562624"/>
                <a:ext cx="45360" cy="64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2" name="Group 151">
            <a:extLst>
              <a:ext uri="{FF2B5EF4-FFF2-40B4-BE49-F238E27FC236}">
                <a16:creationId xmlns:a16="http://schemas.microsoft.com/office/drawing/2014/main" id="{02B2B240-1664-1BA9-D1CB-4075541F843D}"/>
              </a:ext>
            </a:extLst>
          </p:cNvPr>
          <p:cNvGrpSpPr/>
          <p:nvPr/>
        </p:nvGrpSpPr>
        <p:grpSpPr>
          <a:xfrm>
            <a:off x="6827328" y="2583504"/>
            <a:ext cx="1335960" cy="529560"/>
            <a:chOff x="6827328" y="2583504"/>
            <a:chExt cx="1335960" cy="52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D6BAED0E-EE99-1109-97E7-D0513C37B6B5}"/>
                    </a:ext>
                  </a:extLst>
                </p14:cNvPr>
                <p14:cNvContentPartPr/>
                <p14:nvPr/>
              </p14:nvContentPartPr>
              <p14:xfrm>
                <a:off x="6827328" y="2731824"/>
                <a:ext cx="210960" cy="1353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D6BAED0E-EE99-1109-97E7-D0513C37B6B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818688" y="2723184"/>
                  <a:ext cx="22860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0FA399E8-B0DD-DF82-68BE-90A9F6A59699}"/>
                    </a:ext>
                  </a:extLst>
                </p14:cNvPr>
                <p14:cNvContentPartPr/>
                <p14:nvPr/>
              </p14:nvContentPartPr>
              <p14:xfrm>
                <a:off x="7103808" y="2645424"/>
                <a:ext cx="417240" cy="1893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0FA399E8-B0DD-DF82-68BE-90A9F6A5969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094808" y="2636424"/>
                  <a:ext cx="4348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B9D74277-708D-5562-7FBB-D8FA7477F88F}"/>
                    </a:ext>
                  </a:extLst>
                </p14:cNvPr>
                <p14:cNvContentPartPr/>
                <p14:nvPr/>
              </p14:nvContentPartPr>
              <p14:xfrm>
                <a:off x="7584048" y="2658024"/>
                <a:ext cx="124560" cy="1440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B9D74277-708D-5562-7FBB-D8FA7477F88F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575408" y="2649024"/>
                  <a:ext cx="1422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BC15EE7C-7110-2D1D-5E15-EA11949EFB82}"/>
                    </a:ext>
                  </a:extLst>
                </p14:cNvPr>
                <p14:cNvContentPartPr/>
                <p14:nvPr/>
              </p14:nvContentPartPr>
              <p14:xfrm>
                <a:off x="7808328" y="2583504"/>
                <a:ext cx="150120" cy="207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BC15EE7C-7110-2D1D-5E15-EA11949EFB82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799688" y="2574504"/>
                  <a:ext cx="16776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F539C047-7C0C-FF12-8E1C-645565B87677}"/>
                    </a:ext>
                  </a:extLst>
                </p14:cNvPr>
                <p14:cNvContentPartPr/>
                <p14:nvPr/>
              </p14:nvContentPartPr>
              <p14:xfrm>
                <a:off x="8013528" y="2656944"/>
                <a:ext cx="10440" cy="446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F539C047-7C0C-FF12-8E1C-645565B8767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004528" y="2648304"/>
                  <a:ext cx="2808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C776CA35-8A4B-440E-DB5D-32DACCFCF097}"/>
                    </a:ext>
                  </a:extLst>
                </p14:cNvPr>
                <p14:cNvContentPartPr/>
                <p14:nvPr/>
              </p14:nvContentPartPr>
              <p14:xfrm>
                <a:off x="7973568" y="2729304"/>
                <a:ext cx="189720" cy="3837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C776CA35-8A4B-440E-DB5D-32DACCFCF097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964928" y="2720664"/>
                  <a:ext cx="207360" cy="40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F6957750-483C-2C3B-6F0B-D12AF7CD4871}"/>
              </a:ext>
            </a:extLst>
          </p:cNvPr>
          <p:cNvGrpSpPr/>
          <p:nvPr/>
        </p:nvGrpSpPr>
        <p:grpSpPr>
          <a:xfrm>
            <a:off x="8646768" y="2708424"/>
            <a:ext cx="684000" cy="244080"/>
            <a:chOff x="8646768" y="2708424"/>
            <a:chExt cx="684000" cy="24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3D194534-9A2E-DF51-99F0-6E668AAA74CD}"/>
                    </a:ext>
                  </a:extLst>
                </p14:cNvPr>
                <p14:cNvContentPartPr/>
                <p14:nvPr/>
              </p14:nvContentPartPr>
              <p14:xfrm>
                <a:off x="8646768" y="2708424"/>
                <a:ext cx="222120" cy="2440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3D194534-9A2E-DF51-99F0-6E668AAA74CD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637768" y="2699784"/>
                  <a:ext cx="23976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4EFFE00-2710-9D7F-3BA3-0CCAA27D9362}"/>
                    </a:ext>
                  </a:extLst>
                </p14:cNvPr>
                <p14:cNvContentPartPr/>
                <p14:nvPr/>
              </p14:nvContentPartPr>
              <p14:xfrm>
                <a:off x="8961408" y="2729304"/>
                <a:ext cx="64440" cy="547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4EFFE00-2710-9D7F-3BA3-0CCAA27D936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952408" y="2720304"/>
                  <a:ext cx="820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BF06FC38-9BE7-35F2-22C2-A9FE83EE95D4}"/>
                    </a:ext>
                  </a:extLst>
                </p14:cNvPr>
                <p14:cNvContentPartPr/>
                <p14:nvPr/>
              </p14:nvContentPartPr>
              <p14:xfrm>
                <a:off x="9088128" y="2762424"/>
                <a:ext cx="102600" cy="273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BF06FC38-9BE7-35F2-22C2-A9FE83EE95D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079128" y="2753784"/>
                  <a:ext cx="1202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B415EC5D-E71C-03FE-7CA0-55C562952340}"/>
                    </a:ext>
                  </a:extLst>
                </p14:cNvPr>
                <p14:cNvContentPartPr/>
                <p14:nvPr/>
              </p14:nvContentPartPr>
              <p14:xfrm>
                <a:off x="9321768" y="2772504"/>
                <a:ext cx="9000" cy="82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B415EC5D-E71C-03FE-7CA0-55C56295234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313128" y="2763504"/>
                  <a:ext cx="26640" cy="2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1CE954BF-8EB0-95C8-FF4F-DA2B61C3387C}"/>
                  </a:ext>
                </a:extLst>
              </p14:cNvPr>
              <p14:cNvContentPartPr/>
              <p14:nvPr/>
            </p14:nvContentPartPr>
            <p14:xfrm>
              <a:off x="3218688" y="2632824"/>
              <a:ext cx="154080" cy="4028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1CE954BF-8EB0-95C8-FF4F-DA2B61C3387C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3209688" y="2624184"/>
                <a:ext cx="171720" cy="42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7096397C-5934-A4AB-7762-5B53D0903AA2}"/>
                  </a:ext>
                </a:extLst>
              </p14:cNvPr>
              <p14:cNvContentPartPr/>
              <p14:nvPr/>
            </p14:nvContentPartPr>
            <p14:xfrm>
              <a:off x="3116448" y="2865024"/>
              <a:ext cx="264600" cy="1047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7096397C-5934-A4AB-7762-5B53D0903AA2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3107448" y="2856384"/>
                <a:ext cx="282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4DFC4BF-617A-3CDB-177E-3A839256F87E}"/>
                  </a:ext>
                </a:extLst>
              </p14:cNvPr>
              <p14:cNvContentPartPr/>
              <p14:nvPr/>
            </p14:nvContentPartPr>
            <p14:xfrm>
              <a:off x="3471048" y="2781144"/>
              <a:ext cx="212760" cy="525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4DFC4BF-617A-3CDB-177E-3A839256F87E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3462048" y="2772504"/>
                <a:ext cx="230400" cy="7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17615AC7-ABF9-5FB4-640E-500947F0D16E}"/>
                  </a:ext>
                </a:extLst>
              </p14:cNvPr>
              <p14:cNvContentPartPr/>
              <p14:nvPr/>
            </p14:nvContentPartPr>
            <p14:xfrm>
              <a:off x="4065408" y="2672064"/>
              <a:ext cx="363600" cy="3225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17615AC7-ABF9-5FB4-640E-500947F0D16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056408" y="2663424"/>
                <a:ext cx="38124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A2462B40-B1B3-F093-39A1-7BCA5FAE68A3}"/>
                  </a:ext>
                </a:extLst>
              </p14:cNvPr>
              <p14:cNvContentPartPr/>
              <p14:nvPr/>
            </p14:nvContentPartPr>
            <p14:xfrm>
              <a:off x="4542768" y="2656944"/>
              <a:ext cx="342360" cy="15372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A2462B40-B1B3-F093-39A1-7BCA5FAE68A3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533768" y="2647944"/>
                <a:ext cx="36000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5E778CE5-A156-87FD-FEB4-FEEE662C0A09}"/>
                  </a:ext>
                </a:extLst>
              </p14:cNvPr>
              <p14:cNvContentPartPr/>
              <p14:nvPr/>
            </p14:nvContentPartPr>
            <p14:xfrm>
              <a:off x="4887648" y="2680344"/>
              <a:ext cx="170640" cy="5076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5E778CE5-A156-87FD-FEB4-FEEE662C0A0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4878648" y="2671344"/>
                <a:ext cx="188280" cy="6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7778FFF2-E7A8-FC75-A420-D21B4EAFFC2A}"/>
                  </a:ext>
                </a:extLst>
              </p14:cNvPr>
              <p14:cNvContentPartPr/>
              <p14:nvPr/>
            </p14:nvContentPartPr>
            <p14:xfrm>
              <a:off x="5348448" y="2746224"/>
              <a:ext cx="46440" cy="9720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7778FFF2-E7A8-FC75-A420-D21B4EAFFC2A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339808" y="2737584"/>
                <a:ext cx="64080" cy="11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314FF677-20D0-1A90-C612-729F112A08BC}"/>
                  </a:ext>
                </a:extLst>
              </p14:cNvPr>
              <p14:cNvContentPartPr/>
              <p14:nvPr/>
            </p14:nvContentPartPr>
            <p14:xfrm>
              <a:off x="5429448" y="2640384"/>
              <a:ext cx="21960" cy="2772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314FF677-20D0-1A90-C612-729F112A08BC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420448" y="2631744"/>
                <a:ext cx="39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52AF0930-D22D-2BD7-71AB-C9C8999FA6EB}"/>
                  </a:ext>
                </a:extLst>
              </p14:cNvPr>
              <p14:cNvContentPartPr/>
              <p14:nvPr/>
            </p14:nvContentPartPr>
            <p14:xfrm>
              <a:off x="5480568" y="2717064"/>
              <a:ext cx="54000" cy="716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52AF0930-D22D-2BD7-71AB-C9C8999FA6EB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5471928" y="2708064"/>
                <a:ext cx="7164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5E75A6AF-5CE8-7CC3-E2E1-264D3F0FE335}"/>
                  </a:ext>
                </a:extLst>
              </p14:cNvPr>
              <p14:cNvContentPartPr/>
              <p14:nvPr/>
            </p14:nvContentPartPr>
            <p14:xfrm>
              <a:off x="5871168" y="2672784"/>
              <a:ext cx="29880" cy="216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5E75A6AF-5CE8-7CC3-E2E1-264D3F0FE33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5862528" y="2664144"/>
                <a:ext cx="47520" cy="23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C566E055-3678-58A0-3385-D0324CFE3C63}"/>
                  </a:ext>
                </a:extLst>
              </p14:cNvPr>
              <p14:cNvContentPartPr/>
              <p14:nvPr/>
            </p14:nvContentPartPr>
            <p14:xfrm>
              <a:off x="5875128" y="2593224"/>
              <a:ext cx="285480" cy="274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C566E055-3678-58A0-3385-D0324CFE3C63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5866128" y="2584224"/>
                <a:ext cx="3031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69C9D051-783B-8B46-118C-2BA17AF008CF}"/>
                  </a:ext>
                </a:extLst>
              </p14:cNvPr>
              <p14:cNvContentPartPr/>
              <p14:nvPr/>
            </p14:nvContentPartPr>
            <p14:xfrm>
              <a:off x="3598128" y="3218184"/>
              <a:ext cx="294120" cy="27252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69C9D051-783B-8B46-118C-2BA17AF008CF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589488" y="3209544"/>
                <a:ext cx="31176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4B3CC314-D07F-BC80-7333-0F510CC8C36F}"/>
                  </a:ext>
                </a:extLst>
              </p14:cNvPr>
              <p14:cNvContentPartPr/>
              <p14:nvPr/>
            </p14:nvContentPartPr>
            <p14:xfrm>
              <a:off x="4055688" y="3283704"/>
              <a:ext cx="31680" cy="69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4B3CC314-D07F-BC80-7333-0F510CC8C36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4046688" y="3274704"/>
                <a:ext cx="49320" cy="8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97C65675-265A-9D22-646B-F0BEF9836272}"/>
                  </a:ext>
                </a:extLst>
              </p14:cNvPr>
              <p14:cNvContentPartPr/>
              <p14:nvPr/>
            </p14:nvContentPartPr>
            <p14:xfrm>
              <a:off x="4069008" y="3154464"/>
              <a:ext cx="257040" cy="10404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97C65675-265A-9D22-646B-F0BEF9836272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4060008" y="3145464"/>
                <a:ext cx="274680" cy="121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7" name="Group 176">
            <a:extLst>
              <a:ext uri="{FF2B5EF4-FFF2-40B4-BE49-F238E27FC236}">
                <a16:creationId xmlns:a16="http://schemas.microsoft.com/office/drawing/2014/main" id="{C0D98A9F-2588-98A7-08B9-2508A4FBDA98}"/>
              </a:ext>
            </a:extLst>
          </p:cNvPr>
          <p:cNvGrpSpPr/>
          <p:nvPr/>
        </p:nvGrpSpPr>
        <p:grpSpPr>
          <a:xfrm>
            <a:off x="4679568" y="2974464"/>
            <a:ext cx="1165320" cy="600840"/>
            <a:chOff x="4679568" y="2974464"/>
            <a:chExt cx="1165320" cy="60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2E7ADF41-78F8-5305-BC96-8656C0DD4B9A}"/>
                    </a:ext>
                  </a:extLst>
                </p14:cNvPr>
                <p14:cNvContentPartPr/>
                <p14:nvPr/>
              </p14:nvContentPartPr>
              <p14:xfrm>
                <a:off x="4769208" y="2974464"/>
                <a:ext cx="482760" cy="5072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2E7ADF41-78F8-5305-BC96-8656C0DD4B9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760568" y="2965464"/>
                  <a:ext cx="50040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8E64071F-6C91-137C-16F4-18578D952C88}"/>
                    </a:ext>
                  </a:extLst>
                </p14:cNvPr>
                <p14:cNvContentPartPr/>
                <p14:nvPr/>
              </p14:nvContentPartPr>
              <p14:xfrm>
                <a:off x="5328648" y="3258864"/>
                <a:ext cx="103320" cy="1890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8E64071F-6C91-137C-16F4-18578D952C8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319648" y="3249864"/>
                  <a:ext cx="1209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A4A7CE09-E44F-7CA6-4CCB-E11E2AF02C4A}"/>
                    </a:ext>
                  </a:extLst>
                </p14:cNvPr>
                <p14:cNvContentPartPr/>
                <p14:nvPr/>
              </p14:nvContentPartPr>
              <p14:xfrm>
                <a:off x="5507208" y="3220704"/>
                <a:ext cx="119520" cy="3546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A4A7CE09-E44F-7CA6-4CCB-E11E2AF02C4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498208" y="3212064"/>
                  <a:ext cx="13716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188332A6-93E7-4E94-5BDA-2BC60FD0CF13}"/>
                    </a:ext>
                  </a:extLst>
                </p14:cNvPr>
                <p14:cNvContentPartPr/>
                <p14:nvPr/>
              </p14:nvContentPartPr>
              <p14:xfrm>
                <a:off x="5766768" y="3054744"/>
                <a:ext cx="78120" cy="1173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188332A6-93E7-4E94-5BDA-2BC60FD0CF1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758128" y="3046104"/>
                  <a:ext cx="957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914FDB51-B65D-A3F0-9A7D-3504290FBDF5}"/>
                    </a:ext>
                  </a:extLst>
                </p14:cNvPr>
                <p14:cNvContentPartPr/>
                <p14:nvPr/>
              </p14:nvContentPartPr>
              <p14:xfrm>
                <a:off x="4838328" y="3074544"/>
                <a:ext cx="74520" cy="432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914FDB51-B65D-A3F0-9A7D-3504290FBDF5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829328" y="3065544"/>
                  <a:ext cx="921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1EC8E2A4-A708-7811-94F0-2E0FEE21F509}"/>
                    </a:ext>
                  </a:extLst>
                </p14:cNvPr>
                <p14:cNvContentPartPr/>
                <p14:nvPr/>
              </p14:nvContentPartPr>
              <p14:xfrm>
                <a:off x="4679568" y="3014064"/>
                <a:ext cx="35640" cy="1134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1EC8E2A4-A708-7811-94F0-2E0FEE21F50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670928" y="3005424"/>
                  <a:ext cx="532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307F0949-947F-43AA-102C-7AFFE7AC4A56}"/>
                    </a:ext>
                  </a:extLst>
                </p14:cNvPr>
                <p14:cNvContentPartPr/>
                <p14:nvPr/>
              </p14:nvContentPartPr>
              <p14:xfrm>
                <a:off x="4770648" y="3021264"/>
                <a:ext cx="57600" cy="1598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307F0949-947F-43AA-102C-7AFFE7AC4A5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762008" y="3012264"/>
                  <a:ext cx="75240" cy="17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EC532EA-B2D7-790D-B0F5-3F695395B5FD}"/>
              </a:ext>
            </a:extLst>
          </p:cNvPr>
          <p:cNvGrpSpPr/>
          <p:nvPr/>
        </p:nvGrpSpPr>
        <p:grpSpPr>
          <a:xfrm>
            <a:off x="6339888" y="3100824"/>
            <a:ext cx="377280" cy="259920"/>
            <a:chOff x="6339888" y="3100824"/>
            <a:chExt cx="377280" cy="25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2CD5F059-1057-1269-A5A9-BB15026EED8F}"/>
                    </a:ext>
                  </a:extLst>
                </p14:cNvPr>
                <p14:cNvContentPartPr/>
                <p14:nvPr/>
              </p14:nvContentPartPr>
              <p14:xfrm>
                <a:off x="6339888" y="3272544"/>
                <a:ext cx="176760" cy="882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2CD5F059-1057-1269-A5A9-BB15026EED8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330888" y="3263544"/>
                  <a:ext cx="19440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17894072-2ED8-4579-1AFA-581CA8076F76}"/>
                    </a:ext>
                  </a:extLst>
                </p14:cNvPr>
                <p14:cNvContentPartPr/>
                <p14:nvPr/>
              </p14:nvContentPartPr>
              <p14:xfrm>
                <a:off x="6612048" y="3100824"/>
                <a:ext cx="105120" cy="2440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17894072-2ED8-4579-1AFA-581CA8076F76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603048" y="3092184"/>
                  <a:ext cx="12276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25ADDBB0-9524-D16D-D208-1E898A6E29A1}"/>
                    </a:ext>
                  </a:extLst>
                </p14:cNvPr>
                <p14:cNvContentPartPr/>
                <p14:nvPr/>
              </p14:nvContentPartPr>
              <p14:xfrm>
                <a:off x="6548688" y="3267504"/>
                <a:ext cx="45360" cy="759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25ADDBB0-9524-D16D-D208-1E898A6E29A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539688" y="3258864"/>
                  <a:ext cx="63000" cy="9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740CB43C-4A4F-F710-23A9-E5DAA1D04E8D}"/>
              </a:ext>
            </a:extLst>
          </p:cNvPr>
          <p:cNvGrpSpPr/>
          <p:nvPr/>
        </p:nvGrpSpPr>
        <p:grpSpPr>
          <a:xfrm>
            <a:off x="7038288" y="3060864"/>
            <a:ext cx="938520" cy="280800"/>
            <a:chOff x="7038288" y="3060864"/>
            <a:chExt cx="938520" cy="28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8E285AB8-1ADC-3519-30B0-CBC0CFD9CC44}"/>
                    </a:ext>
                  </a:extLst>
                </p14:cNvPr>
                <p14:cNvContentPartPr/>
                <p14:nvPr/>
              </p14:nvContentPartPr>
              <p14:xfrm>
                <a:off x="7038288" y="3125664"/>
                <a:ext cx="293400" cy="2160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8E285AB8-1ADC-3519-30B0-CBC0CFD9CC4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029288" y="3117024"/>
                  <a:ext cx="3110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BCB356CC-A735-E9BC-C2D4-620D086FAD8D}"/>
                    </a:ext>
                  </a:extLst>
                </p14:cNvPr>
                <p14:cNvContentPartPr/>
                <p14:nvPr/>
              </p14:nvContentPartPr>
              <p14:xfrm>
                <a:off x="7429968" y="3242304"/>
                <a:ext cx="59400" cy="4284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BCB356CC-A735-E9BC-C2D4-620D086FAD8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420968" y="3233304"/>
                  <a:ext cx="7704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10C96F2E-4547-7124-5054-21CDB41F02AA}"/>
                    </a:ext>
                  </a:extLst>
                </p14:cNvPr>
                <p14:cNvContentPartPr/>
                <p14:nvPr/>
              </p14:nvContentPartPr>
              <p14:xfrm>
                <a:off x="7578648" y="3107664"/>
                <a:ext cx="118080" cy="1940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10C96F2E-4547-7124-5054-21CDB41F02A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569648" y="3098664"/>
                  <a:ext cx="135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AEE4657B-771A-E25A-F41D-220E1E0D77E1}"/>
                    </a:ext>
                  </a:extLst>
                </p14:cNvPr>
                <p14:cNvContentPartPr/>
                <p14:nvPr/>
              </p14:nvContentPartPr>
              <p14:xfrm>
                <a:off x="7139088" y="3060864"/>
                <a:ext cx="114480" cy="813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AEE4657B-771A-E25A-F41D-220E1E0D77E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130448" y="3051864"/>
                  <a:ext cx="13212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42A7EF3F-4412-E944-BFEF-E08526DAFAD0}"/>
                    </a:ext>
                  </a:extLst>
                </p14:cNvPr>
                <p14:cNvContentPartPr/>
                <p14:nvPr/>
              </p14:nvContentPartPr>
              <p14:xfrm>
                <a:off x="7874568" y="3064104"/>
                <a:ext cx="30240" cy="7056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42A7EF3F-4412-E944-BFEF-E08526DAFAD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865928" y="3055464"/>
                  <a:ext cx="4788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197A863-32DD-1449-FDE5-FC6B948E69B1}"/>
                    </a:ext>
                  </a:extLst>
                </p14:cNvPr>
                <p14:cNvContentPartPr/>
                <p14:nvPr/>
              </p14:nvContentPartPr>
              <p14:xfrm>
                <a:off x="7899768" y="3110184"/>
                <a:ext cx="77040" cy="856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197A863-32DD-1449-FDE5-FC6B948E69B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891128" y="3101184"/>
                  <a:ext cx="94680" cy="10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9A675D67-4B19-FD20-372E-5680DE00C62C}"/>
              </a:ext>
            </a:extLst>
          </p:cNvPr>
          <p:cNvGrpSpPr/>
          <p:nvPr/>
        </p:nvGrpSpPr>
        <p:grpSpPr>
          <a:xfrm>
            <a:off x="8109288" y="3165264"/>
            <a:ext cx="865080" cy="178560"/>
            <a:chOff x="8109288" y="3165264"/>
            <a:chExt cx="865080" cy="17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75A5FA76-65A5-D13E-79A1-9BD2C87B898F}"/>
                    </a:ext>
                  </a:extLst>
                </p14:cNvPr>
                <p14:cNvContentPartPr/>
                <p14:nvPr/>
              </p14:nvContentPartPr>
              <p14:xfrm>
                <a:off x="8109288" y="3205944"/>
                <a:ext cx="378000" cy="1378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75A5FA76-65A5-D13E-79A1-9BD2C87B898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100648" y="3196944"/>
                  <a:ext cx="3956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942E5CA9-EC42-7254-C8B4-313ACEDEC2C3}"/>
                    </a:ext>
                  </a:extLst>
                </p14:cNvPr>
                <p14:cNvContentPartPr/>
                <p14:nvPr/>
              </p14:nvContentPartPr>
              <p14:xfrm>
                <a:off x="8571528" y="3165264"/>
                <a:ext cx="194400" cy="1411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942E5CA9-EC42-7254-C8B4-313ACEDEC2C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562528" y="3156624"/>
                  <a:ext cx="2120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D914B662-E3DC-29C2-AB2E-A18F192627A5}"/>
                    </a:ext>
                  </a:extLst>
                </p14:cNvPr>
                <p14:cNvContentPartPr/>
                <p14:nvPr/>
              </p14:nvContentPartPr>
              <p14:xfrm>
                <a:off x="8871768" y="3173544"/>
                <a:ext cx="102600" cy="1267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D914B662-E3DC-29C2-AB2E-A18F192627A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862768" y="3164904"/>
                  <a:ext cx="120240" cy="14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9B03D243-ED46-32D2-3703-188E84061873}"/>
              </a:ext>
            </a:extLst>
          </p:cNvPr>
          <p:cNvGrpSpPr/>
          <p:nvPr/>
        </p:nvGrpSpPr>
        <p:grpSpPr>
          <a:xfrm>
            <a:off x="9256248" y="2946384"/>
            <a:ext cx="597240" cy="350640"/>
            <a:chOff x="9256248" y="2946384"/>
            <a:chExt cx="597240" cy="35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87EDD4BE-E946-717A-1329-D7A8E418B1B9}"/>
                    </a:ext>
                  </a:extLst>
                </p14:cNvPr>
                <p14:cNvContentPartPr/>
                <p14:nvPr/>
              </p14:nvContentPartPr>
              <p14:xfrm>
                <a:off x="9256248" y="2946384"/>
                <a:ext cx="221400" cy="3506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87EDD4BE-E946-717A-1329-D7A8E418B1B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247248" y="2937384"/>
                  <a:ext cx="23904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115B68BA-EEDE-8AAD-1E3B-6462E6FD6026}"/>
                    </a:ext>
                  </a:extLst>
                </p14:cNvPr>
                <p14:cNvContentPartPr/>
                <p14:nvPr/>
              </p14:nvContentPartPr>
              <p14:xfrm>
                <a:off x="9502848" y="3209184"/>
                <a:ext cx="350640" cy="831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115B68BA-EEDE-8AAD-1E3B-6462E6FD602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493848" y="3200184"/>
                  <a:ext cx="368280" cy="10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E7F6A404-DA5C-5011-E8D9-6E169B68256F}"/>
              </a:ext>
            </a:extLst>
          </p:cNvPr>
          <p:cNvGrpSpPr/>
          <p:nvPr/>
        </p:nvGrpSpPr>
        <p:grpSpPr>
          <a:xfrm>
            <a:off x="10154808" y="3085344"/>
            <a:ext cx="1068480" cy="267120"/>
            <a:chOff x="10154808" y="3085344"/>
            <a:chExt cx="1068480" cy="26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54DB50A5-A2E4-3F24-086C-A7AF942F9ADB}"/>
                    </a:ext>
                  </a:extLst>
                </p14:cNvPr>
                <p14:cNvContentPartPr/>
                <p14:nvPr/>
              </p14:nvContentPartPr>
              <p14:xfrm>
                <a:off x="10154808" y="3085344"/>
                <a:ext cx="198360" cy="2246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54DB50A5-A2E4-3F24-086C-A7AF942F9AD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146168" y="3076344"/>
                  <a:ext cx="2160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9CFE0D93-6825-FABF-69E7-6D1E00259AE2}"/>
                    </a:ext>
                  </a:extLst>
                </p14:cNvPr>
                <p14:cNvContentPartPr/>
                <p14:nvPr/>
              </p14:nvContentPartPr>
              <p14:xfrm>
                <a:off x="10423368" y="3172824"/>
                <a:ext cx="16920" cy="194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9CFE0D93-6825-FABF-69E7-6D1E00259AE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414728" y="3163824"/>
                  <a:ext cx="345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8171F6D-F063-9FFD-C39E-ABC0A3489BBA}"/>
                    </a:ext>
                  </a:extLst>
                </p14:cNvPr>
                <p14:cNvContentPartPr/>
                <p14:nvPr/>
              </p14:nvContentPartPr>
              <p14:xfrm>
                <a:off x="10433088" y="3223944"/>
                <a:ext cx="87120" cy="849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8171F6D-F063-9FFD-C39E-ABC0A3489BB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424448" y="3215304"/>
                  <a:ext cx="10476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7DF75472-38D3-7A3F-E833-AC617ACE8173}"/>
                    </a:ext>
                  </a:extLst>
                </p14:cNvPr>
                <p14:cNvContentPartPr/>
                <p14:nvPr/>
              </p14:nvContentPartPr>
              <p14:xfrm>
                <a:off x="10594368" y="3253104"/>
                <a:ext cx="75960" cy="8892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7DF75472-38D3-7A3F-E833-AC617ACE817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585368" y="3244104"/>
                  <a:ext cx="9360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A9096DC-68B2-7790-1EDD-7D7EA7743A03}"/>
                    </a:ext>
                  </a:extLst>
                </p14:cNvPr>
                <p14:cNvContentPartPr/>
                <p14:nvPr/>
              </p14:nvContentPartPr>
              <p14:xfrm>
                <a:off x="10667088" y="3299184"/>
                <a:ext cx="34200" cy="532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A9096DC-68B2-7790-1EDD-7D7EA7743A03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658088" y="3290184"/>
                  <a:ext cx="518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DDAFA8C7-5BEE-D805-053F-AD23CE33025B}"/>
                    </a:ext>
                  </a:extLst>
                </p14:cNvPr>
                <p14:cNvContentPartPr/>
                <p14:nvPr/>
              </p14:nvContentPartPr>
              <p14:xfrm>
                <a:off x="10752408" y="3226464"/>
                <a:ext cx="15840" cy="115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DDAFA8C7-5BEE-D805-053F-AD23CE33025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743408" y="3217464"/>
                  <a:ext cx="3348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F58E6F47-FFF0-C3BE-6E01-7D0F36D91113}"/>
                    </a:ext>
                  </a:extLst>
                </p14:cNvPr>
                <p14:cNvContentPartPr/>
                <p14:nvPr/>
              </p14:nvContentPartPr>
              <p14:xfrm>
                <a:off x="10763568" y="3294144"/>
                <a:ext cx="136440" cy="320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F58E6F47-FFF0-C3BE-6E01-7D0F36D9111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754928" y="3285144"/>
                  <a:ext cx="15408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200BFB0B-DA8D-3482-4D45-0B2D9F6F640D}"/>
                    </a:ext>
                  </a:extLst>
                </p14:cNvPr>
                <p14:cNvContentPartPr/>
                <p14:nvPr/>
              </p14:nvContentPartPr>
              <p14:xfrm>
                <a:off x="10959768" y="3138624"/>
                <a:ext cx="263520" cy="1940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200BFB0B-DA8D-3482-4D45-0B2D9F6F640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950768" y="3129984"/>
                  <a:ext cx="28116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0650A54A-F9C5-CB0C-25AD-9AF95F24549C}"/>
              </a:ext>
            </a:extLst>
          </p:cNvPr>
          <p:cNvGrpSpPr/>
          <p:nvPr/>
        </p:nvGrpSpPr>
        <p:grpSpPr>
          <a:xfrm>
            <a:off x="11418048" y="3180384"/>
            <a:ext cx="689760" cy="227880"/>
            <a:chOff x="11418048" y="3180384"/>
            <a:chExt cx="689760" cy="22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79ADBA11-71DA-2566-B058-F91DDB9A48FF}"/>
                    </a:ext>
                  </a:extLst>
                </p14:cNvPr>
                <p14:cNvContentPartPr/>
                <p14:nvPr/>
              </p14:nvContentPartPr>
              <p14:xfrm>
                <a:off x="11418048" y="3211344"/>
                <a:ext cx="93240" cy="12636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79ADBA11-71DA-2566-B058-F91DDB9A48F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409408" y="3202344"/>
                  <a:ext cx="1108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1FF2C683-C778-E742-60BE-E0AC30CA3000}"/>
                    </a:ext>
                  </a:extLst>
                </p14:cNvPr>
                <p14:cNvContentPartPr/>
                <p14:nvPr/>
              </p14:nvContentPartPr>
              <p14:xfrm>
                <a:off x="11528568" y="3276504"/>
                <a:ext cx="45000" cy="514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1FF2C683-C778-E742-60BE-E0AC30CA300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519568" y="3267864"/>
                  <a:ext cx="6264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33364995-5D6C-16C2-A09A-1CC421D22AB6}"/>
                    </a:ext>
                  </a:extLst>
                </p14:cNvPr>
                <p14:cNvContentPartPr/>
                <p14:nvPr/>
              </p14:nvContentPartPr>
              <p14:xfrm>
                <a:off x="11651328" y="3180384"/>
                <a:ext cx="168480" cy="1720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33364995-5D6C-16C2-A09A-1CC421D22AB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642328" y="3171744"/>
                  <a:ext cx="18612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FC860B50-D010-B018-118D-7FE7DB4836B3}"/>
                    </a:ext>
                  </a:extLst>
                </p14:cNvPr>
                <p14:cNvContentPartPr/>
                <p14:nvPr/>
              </p14:nvContentPartPr>
              <p14:xfrm>
                <a:off x="11741328" y="3291264"/>
                <a:ext cx="160560" cy="543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FC860B50-D010-B018-118D-7FE7DB4836B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732688" y="3282264"/>
                  <a:ext cx="17820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8B5E7AF-D63C-D624-8B92-FFAC337A48B8}"/>
                    </a:ext>
                  </a:extLst>
                </p14:cNvPr>
                <p14:cNvContentPartPr/>
                <p14:nvPr/>
              </p14:nvContentPartPr>
              <p14:xfrm>
                <a:off x="11938608" y="3260304"/>
                <a:ext cx="118440" cy="1346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8B5E7AF-D63C-D624-8B92-FFAC337A48B8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1929608" y="3251304"/>
                  <a:ext cx="1360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7B882097-E23E-A478-967E-EAE9D943959B}"/>
                    </a:ext>
                  </a:extLst>
                </p14:cNvPr>
                <p14:cNvContentPartPr/>
                <p14:nvPr/>
              </p14:nvContentPartPr>
              <p14:xfrm>
                <a:off x="12084408" y="3404304"/>
                <a:ext cx="23400" cy="39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7B882097-E23E-A478-967E-EAE9D943959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2075408" y="3395664"/>
                  <a:ext cx="41040" cy="2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DE3DA24A-6342-42A0-9091-0FFF62DA8D45}"/>
              </a:ext>
            </a:extLst>
          </p:cNvPr>
          <p:cNvGrpSpPr/>
          <p:nvPr/>
        </p:nvGrpSpPr>
        <p:grpSpPr>
          <a:xfrm>
            <a:off x="444888" y="3915144"/>
            <a:ext cx="261360" cy="150840"/>
            <a:chOff x="444888" y="3915144"/>
            <a:chExt cx="261360" cy="15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ED0B2FD5-A794-E62C-6E96-FECA5EFE38D2}"/>
                    </a:ext>
                  </a:extLst>
                </p14:cNvPr>
                <p14:cNvContentPartPr/>
                <p14:nvPr/>
              </p14:nvContentPartPr>
              <p14:xfrm>
                <a:off x="444888" y="3917304"/>
                <a:ext cx="42480" cy="1486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ED0B2FD5-A794-E62C-6E96-FECA5EFE38D2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36248" y="3908664"/>
                  <a:ext cx="601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750B7B2B-8110-349C-CA3A-4BC7DDF7678E}"/>
                    </a:ext>
                  </a:extLst>
                </p14:cNvPr>
                <p14:cNvContentPartPr/>
                <p14:nvPr/>
              </p14:nvContentPartPr>
              <p14:xfrm>
                <a:off x="603288" y="3915144"/>
                <a:ext cx="102960" cy="1040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750B7B2B-8110-349C-CA3A-4BC7DDF7678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94648" y="3906144"/>
                  <a:ext cx="120600" cy="12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CDAAEEFB-867A-1DCC-5820-2F6BD0163F67}"/>
              </a:ext>
            </a:extLst>
          </p:cNvPr>
          <p:cNvGrpSpPr/>
          <p:nvPr/>
        </p:nvGrpSpPr>
        <p:grpSpPr>
          <a:xfrm>
            <a:off x="949608" y="3721464"/>
            <a:ext cx="2733840" cy="571680"/>
            <a:chOff x="949608" y="3721464"/>
            <a:chExt cx="2733840" cy="57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7FADC2E-FB7F-591B-FEC4-E1FFE3B39CE0}"/>
                    </a:ext>
                  </a:extLst>
                </p14:cNvPr>
                <p14:cNvContentPartPr/>
                <p14:nvPr/>
              </p14:nvContentPartPr>
              <p14:xfrm>
                <a:off x="949608" y="3979224"/>
                <a:ext cx="24480" cy="403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7FADC2E-FB7F-591B-FEC4-E1FFE3B39CE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40608" y="3970224"/>
                  <a:ext cx="4212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E8101CC1-4E94-D5AE-1994-E8EDAFB39C99}"/>
                    </a:ext>
                  </a:extLst>
                </p14:cNvPr>
                <p14:cNvContentPartPr/>
                <p14:nvPr/>
              </p14:nvContentPartPr>
              <p14:xfrm>
                <a:off x="1268568" y="3841704"/>
                <a:ext cx="48600" cy="2282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E8101CC1-4E94-D5AE-1994-E8EDAFB39C9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259568" y="3833064"/>
                  <a:ext cx="662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0857310A-408C-DAF6-5F79-B19E6DB5622F}"/>
                    </a:ext>
                  </a:extLst>
                </p14:cNvPr>
                <p14:cNvContentPartPr/>
                <p14:nvPr/>
              </p14:nvContentPartPr>
              <p14:xfrm>
                <a:off x="1099728" y="3731184"/>
                <a:ext cx="420840" cy="1666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0857310A-408C-DAF6-5F79-B19E6DB5622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91088" y="3722544"/>
                  <a:ext cx="4384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947515BC-E647-C4B8-B3D4-77F64FC2EAE7}"/>
                    </a:ext>
                  </a:extLst>
                </p14:cNvPr>
                <p14:cNvContentPartPr/>
                <p14:nvPr/>
              </p14:nvContentPartPr>
              <p14:xfrm>
                <a:off x="1423728" y="3975624"/>
                <a:ext cx="106920" cy="1011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947515BC-E647-C4B8-B3D4-77F64FC2EAE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415088" y="3966624"/>
                  <a:ext cx="12456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8077753A-5B0F-4645-C372-9EAA6D062FF2}"/>
                    </a:ext>
                  </a:extLst>
                </p14:cNvPr>
                <p14:cNvContentPartPr/>
                <p14:nvPr/>
              </p14:nvContentPartPr>
              <p14:xfrm>
                <a:off x="1615608" y="3972384"/>
                <a:ext cx="344160" cy="3207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8077753A-5B0F-4645-C372-9EAA6D062FF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606968" y="3963744"/>
                  <a:ext cx="36180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2A7DF0AC-2C8D-A4EC-F118-04A96A2E9294}"/>
                    </a:ext>
                  </a:extLst>
                </p14:cNvPr>
                <p14:cNvContentPartPr/>
                <p14:nvPr/>
              </p14:nvContentPartPr>
              <p14:xfrm>
                <a:off x="2003688" y="3996504"/>
                <a:ext cx="60120" cy="565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2A7DF0AC-2C8D-A4EC-F118-04A96A2E929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995048" y="3987864"/>
                  <a:ext cx="7776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D820BD6-F79C-9B5F-FFA0-0805FF905AF2}"/>
                    </a:ext>
                  </a:extLst>
                </p14:cNvPr>
                <p14:cNvContentPartPr/>
                <p14:nvPr/>
              </p14:nvContentPartPr>
              <p14:xfrm>
                <a:off x="2121048" y="3775824"/>
                <a:ext cx="313200" cy="279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D820BD6-F79C-9B5F-FFA0-0805FF905AF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112048" y="3766824"/>
                  <a:ext cx="33084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DE0CD48C-F583-CCFA-135E-A38CC6B39495}"/>
                    </a:ext>
                  </a:extLst>
                </p14:cNvPr>
                <p14:cNvContentPartPr/>
                <p14:nvPr/>
              </p14:nvContentPartPr>
              <p14:xfrm>
                <a:off x="2605608" y="3721464"/>
                <a:ext cx="489600" cy="2919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DE0CD48C-F583-CCFA-135E-A38CC6B3949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596968" y="3712824"/>
                  <a:ext cx="50724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202EDAC5-EEB8-C151-E080-4E9EFA5DDA9A}"/>
                    </a:ext>
                  </a:extLst>
                </p14:cNvPr>
                <p14:cNvContentPartPr/>
                <p14:nvPr/>
              </p14:nvContentPartPr>
              <p14:xfrm>
                <a:off x="3113568" y="3855744"/>
                <a:ext cx="36000" cy="612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202EDAC5-EEB8-C151-E080-4E9EFA5DDA9A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104568" y="3847104"/>
                  <a:ext cx="5364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8218EE10-87F6-3106-5F3A-FF4FC8A7BBA3}"/>
                    </a:ext>
                  </a:extLst>
                </p14:cNvPr>
                <p14:cNvContentPartPr/>
                <p14:nvPr/>
              </p14:nvContentPartPr>
              <p14:xfrm>
                <a:off x="3211488" y="3724704"/>
                <a:ext cx="176040" cy="39060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8218EE10-87F6-3106-5F3A-FF4FC8A7BBA3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202848" y="3715704"/>
                  <a:ext cx="19368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F60FFD45-14DB-072E-2848-67E20629313C}"/>
                    </a:ext>
                  </a:extLst>
                </p14:cNvPr>
                <p14:cNvContentPartPr/>
                <p14:nvPr/>
              </p14:nvContentPartPr>
              <p14:xfrm>
                <a:off x="3330648" y="3980304"/>
                <a:ext cx="115200" cy="277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F60FFD45-14DB-072E-2848-67E20629313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322008" y="3971664"/>
                  <a:ext cx="1328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90A3CD96-BE71-848B-97BE-DE306CF8FE85}"/>
                    </a:ext>
                  </a:extLst>
                </p14:cNvPr>
                <p14:cNvContentPartPr/>
                <p14:nvPr/>
              </p14:nvContentPartPr>
              <p14:xfrm>
                <a:off x="3478968" y="3885264"/>
                <a:ext cx="50400" cy="1231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90A3CD96-BE71-848B-97BE-DE306CF8FE85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470328" y="3876264"/>
                  <a:ext cx="680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8715508D-FD55-F815-5606-9A38DE2A3D1D}"/>
                    </a:ext>
                  </a:extLst>
                </p14:cNvPr>
                <p14:cNvContentPartPr/>
                <p14:nvPr/>
              </p14:nvContentPartPr>
              <p14:xfrm>
                <a:off x="3671928" y="3991104"/>
                <a:ext cx="11520" cy="4824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8715508D-FD55-F815-5606-9A38DE2A3D1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663288" y="3982104"/>
                  <a:ext cx="2916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6E34CB07-AEB1-D1A7-2265-6C41C4C4DEA4}"/>
                    </a:ext>
                  </a:extLst>
                </p14:cNvPr>
                <p14:cNvContentPartPr/>
                <p14:nvPr/>
              </p14:nvContentPartPr>
              <p14:xfrm>
                <a:off x="3654288" y="3807504"/>
                <a:ext cx="16920" cy="788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6E34CB07-AEB1-D1A7-2265-6C41C4C4DEA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645288" y="3798504"/>
                  <a:ext cx="34560" cy="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F971CB1E-24F2-0C62-9151-A9C376DEBB21}"/>
              </a:ext>
            </a:extLst>
          </p:cNvPr>
          <p:cNvGrpSpPr/>
          <p:nvPr/>
        </p:nvGrpSpPr>
        <p:grpSpPr>
          <a:xfrm>
            <a:off x="4175208" y="3585024"/>
            <a:ext cx="775080" cy="455400"/>
            <a:chOff x="4175208" y="3585024"/>
            <a:chExt cx="775080" cy="45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E5BE5CB-F91F-B01B-6345-F305237868DE}"/>
                    </a:ext>
                  </a:extLst>
                </p14:cNvPr>
                <p14:cNvContentPartPr/>
                <p14:nvPr/>
              </p14:nvContentPartPr>
              <p14:xfrm>
                <a:off x="4175208" y="3585024"/>
                <a:ext cx="491040" cy="45540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E5BE5CB-F91F-B01B-6345-F305237868D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166568" y="3576024"/>
                  <a:ext cx="50868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9931C015-B15F-8DDB-537A-6314D22C7EC3}"/>
                    </a:ext>
                  </a:extLst>
                </p14:cNvPr>
                <p14:cNvContentPartPr/>
                <p14:nvPr/>
              </p14:nvContentPartPr>
              <p14:xfrm>
                <a:off x="4785768" y="3924504"/>
                <a:ext cx="164520" cy="907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9931C015-B15F-8DDB-537A-6314D22C7EC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776768" y="3915864"/>
                  <a:ext cx="182160" cy="10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621A5010-4999-1D11-C80B-781947B7C9FD}"/>
              </a:ext>
            </a:extLst>
          </p:cNvPr>
          <p:cNvGrpSpPr/>
          <p:nvPr/>
        </p:nvGrpSpPr>
        <p:grpSpPr>
          <a:xfrm>
            <a:off x="5278248" y="3817944"/>
            <a:ext cx="679680" cy="246240"/>
            <a:chOff x="5278248" y="3817944"/>
            <a:chExt cx="679680" cy="24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44A74715-6D18-4CE3-A666-30515A99CC7D}"/>
                    </a:ext>
                  </a:extLst>
                </p14:cNvPr>
                <p14:cNvContentPartPr/>
                <p14:nvPr/>
              </p14:nvContentPartPr>
              <p14:xfrm>
                <a:off x="5278248" y="3939984"/>
                <a:ext cx="187920" cy="1058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44A74715-6D18-4CE3-A666-30515A99CC7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269248" y="3931344"/>
                  <a:ext cx="20556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CACEE701-EE22-DA40-378F-66EEA7D24A67}"/>
                    </a:ext>
                  </a:extLst>
                </p14:cNvPr>
                <p14:cNvContentPartPr/>
                <p14:nvPr/>
              </p14:nvContentPartPr>
              <p14:xfrm>
                <a:off x="5555448" y="3966624"/>
                <a:ext cx="48600" cy="586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CACEE701-EE22-DA40-378F-66EEA7D24A6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546448" y="3957624"/>
                  <a:ext cx="6624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F05C773D-807F-FE9D-1FBF-532E17DDE42F}"/>
                    </a:ext>
                  </a:extLst>
                </p14:cNvPr>
                <p14:cNvContentPartPr/>
                <p14:nvPr/>
              </p14:nvContentPartPr>
              <p14:xfrm>
                <a:off x="5684328" y="3973464"/>
                <a:ext cx="94680" cy="626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F05C773D-807F-FE9D-1FBF-532E17DDE42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675688" y="3964464"/>
                  <a:ext cx="11232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C43A9CC3-C6D9-498C-67E3-22D74E1FEFD6}"/>
                    </a:ext>
                  </a:extLst>
                </p14:cNvPr>
                <p14:cNvContentPartPr/>
                <p14:nvPr/>
              </p14:nvContentPartPr>
              <p14:xfrm>
                <a:off x="5848128" y="3817944"/>
                <a:ext cx="109800" cy="24624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C43A9CC3-C6D9-498C-67E3-22D74E1FEFD6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839488" y="3808944"/>
                  <a:ext cx="127440" cy="26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91CD7334-A22C-ECAD-61AD-9B04B974B278}"/>
              </a:ext>
            </a:extLst>
          </p:cNvPr>
          <p:cNvGrpSpPr/>
          <p:nvPr/>
        </p:nvGrpSpPr>
        <p:grpSpPr>
          <a:xfrm>
            <a:off x="6343488" y="3866544"/>
            <a:ext cx="1202760" cy="359280"/>
            <a:chOff x="6343488" y="3866544"/>
            <a:chExt cx="1202760" cy="35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75A4313E-0F9D-9728-8E66-84EAFC53A988}"/>
                    </a:ext>
                  </a:extLst>
                </p14:cNvPr>
                <p14:cNvContentPartPr/>
                <p14:nvPr/>
              </p14:nvContentPartPr>
              <p14:xfrm>
                <a:off x="6343488" y="3934584"/>
                <a:ext cx="1059840" cy="986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75A4313E-0F9D-9728-8E66-84EAFC53A98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334488" y="3925944"/>
                  <a:ext cx="107748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FD1725BF-76BE-A2AA-94B9-431A1228EC06}"/>
                    </a:ext>
                  </a:extLst>
                </p14:cNvPr>
                <p14:cNvContentPartPr/>
                <p14:nvPr/>
              </p14:nvContentPartPr>
              <p14:xfrm>
                <a:off x="7431768" y="3866544"/>
                <a:ext cx="8280" cy="406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FD1725BF-76BE-A2AA-94B9-431A1228EC0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422768" y="3857544"/>
                  <a:ext cx="259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E0E23E1E-49A0-31E8-8427-C55F3BA55F2A}"/>
                    </a:ext>
                  </a:extLst>
                </p14:cNvPr>
                <p14:cNvContentPartPr/>
                <p14:nvPr/>
              </p14:nvContentPartPr>
              <p14:xfrm>
                <a:off x="7462008" y="3926664"/>
                <a:ext cx="84240" cy="29916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E0E23E1E-49A0-31E8-8427-C55F3BA55F2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453008" y="3918024"/>
                  <a:ext cx="101880" cy="31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5E2AA3D8-4CB2-16C5-4975-0C223750F1A3}"/>
              </a:ext>
            </a:extLst>
          </p:cNvPr>
          <p:cNvGrpSpPr/>
          <p:nvPr/>
        </p:nvGrpSpPr>
        <p:grpSpPr>
          <a:xfrm>
            <a:off x="7917408" y="3804264"/>
            <a:ext cx="995040" cy="407880"/>
            <a:chOff x="7917408" y="3804264"/>
            <a:chExt cx="995040" cy="40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2BC9E654-BF0E-B1BA-00F0-66DC1C1BF042}"/>
                    </a:ext>
                  </a:extLst>
                </p14:cNvPr>
                <p14:cNvContentPartPr/>
                <p14:nvPr/>
              </p14:nvContentPartPr>
              <p14:xfrm>
                <a:off x="7917408" y="3804264"/>
                <a:ext cx="334440" cy="2271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2BC9E654-BF0E-B1BA-00F0-66DC1C1BF04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908408" y="3795624"/>
                  <a:ext cx="35208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B10B333D-31B9-F485-FBA9-B1437F2F5AA0}"/>
                    </a:ext>
                  </a:extLst>
                </p14:cNvPr>
                <p14:cNvContentPartPr/>
                <p14:nvPr/>
              </p14:nvContentPartPr>
              <p14:xfrm>
                <a:off x="8299728" y="3906864"/>
                <a:ext cx="612720" cy="3052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B10B333D-31B9-F485-FBA9-B1437F2F5AA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290728" y="3898224"/>
                  <a:ext cx="630360" cy="32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E34E0C26-B16E-2056-4DC7-55A3A3174700}"/>
              </a:ext>
            </a:extLst>
          </p:cNvPr>
          <p:cNvGrpSpPr/>
          <p:nvPr/>
        </p:nvGrpSpPr>
        <p:grpSpPr>
          <a:xfrm>
            <a:off x="9242928" y="3914064"/>
            <a:ext cx="425160" cy="89280"/>
            <a:chOff x="9242928" y="3914064"/>
            <a:chExt cx="425160" cy="8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F15F6660-E6FC-85A0-06BB-3BE96D9D1E1B}"/>
                    </a:ext>
                  </a:extLst>
                </p14:cNvPr>
                <p14:cNvContentPartPr/>
                <p14:nvPr/>
              </p14:nvContentPartPr>
              <p14:xfrm>
                <a:off x="9242928" y="3914064"/>
                <a:ext cx="65520" cy="892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F15F6660-E6FC-85A0-06BB-3BE96D9D1E1B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234288" y="3905424"/>
                  <a:ext cx="8316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32A96785-CFE5-DC6C-437C-193D14FB2888}"/>
                    </a:ext>
                  </a:extLst>
                </p14:cNvPr>
                <p14:cNvContentPartPr/>
                <p14:nvPr/>
              </p14:nvContentPartPr>
              <p14:xfrm>
                <a:off x="9367488" y="3938184"/>
                <a:ext cx="80640" cy="543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32A96785-CFE5-DC6C-437C-193D14FB288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358488" y="3929184"/>
                  <a:ext cx="982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2C83E1A4-2BC1-7805-3021-7A71AF55D8C5}"/>
                    </a:ext>
                  </a:extLst>
                </p14:cNvPr>
                <p14:cNvContentPartPr/>
                <p14:nvPr/>
              </p14:nvContentPartPr>
              <p14:xfrm>
                <a:off x="9495288" y="3921264"/>
                <a:ext cx="172800" cy="601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2C83E1A4-2BC1-7805-3021-7A71AF55D8C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486648" y="3912264"/>
                  <a:ext cx="190440" cy="7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C59B0102-173F-E6B2-2A93-AF1E6D255C31}"/>
              </a:ext>
            </a:extLst>
          </p:cNvPr>
          <p:cNvGrpSpPr/>
          <p:nvPr/>
        </p:nvGrpSpPr>
        <p:grpSpPr>
          <a:xfrm>
            <a:off x="9883728" y="3729024"/>
            <a:ext cx="779760" cy="313920"/>
            <a:chOff x="9883728" y="3729024"/>
            <a:chExt cx="779760" cy="31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9FCF6EB0-6240-B10E-AA03-7C7211DADCC2}"/>
                    </a:ext>
                  </a:extLst>
                </p14:cNvPr>
                <p14:cNvContentPartPr/>
                <p14:nvPr/>
              </p14:nvContentPartPr>
              <p14:xfrm>
                <a:off x="9940608" y="3729024"/>
                <a:ext cx="65520" cy="28872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9FCF6EB0-6240-B10E-AA03-7C7211DADCC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931608" y="3720024"/>
                  <a:ext cx="8316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45BE5754-E3E8-8CEE-A02E-86BD1E65377B}"/>
                    </a:ext>
                  </a:extLst>
                </p14:cNvPr>
                <p14:cNvContentPartPr/>
                <p14:nvPr/>
              </p14:nvContentPartPr>
              <p14:xfrm>
                <a:off x="9883728" y="3936744"/>
                <a:ext cx="205920" cy="568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45BE5754-E3E8-8CEE-A02E-86BD1E65377B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875088" y="3927744"/>
                  <a:ext cx="22356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2F6AC735-FABC-AEBA-4BFE-F66868F4115F}"/>
                    </a:ext>
                  </a:extLst>
                </p14:cNvPr>
                <p14:cNvContentPartPr/>
                <p14:nvPr/>
              </p14:nvContentPartPr>
              <p14:xfrm>
                <a:off x="10122768" y="3858984"/>
                <a:ext cx="24480" cy="666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2F6AC735-FABC-AEBA-4BFE-F66868F4115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114128" y="3849984"/>
                  <a:ext cx="421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123A2B99-7A3A-D611-9EB1-967E2D0E19AB}"/>
                    </a:ext>
                  </a:extLst>
                </p14:cNvPr>
                <p14:cNvContentPartPr/>
                <p14:nvPr/>
              </p14:nvContentPartPr>
              <p14:xfrm>
                <a:off x="10144368" y="3947544"/>
                <a:ext cx="267840" cy="468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123A2B99-7A3A-D611-9EB1-967E2D0E19A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135368" y="3938544"/>
                  <a:ext cx="28548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03033B7B-9ABF-5D46-10D0-503C420E3378}"/>
                    </a:ext>
                  </a:extLst>
                </p14:cNvPr>
                <p14:cNvContentPartPr/>
                <p14:nvPr/>
              </p14:nvContentPartPr>
              <p14:xfrm>
                <a:off x="10599048" y="4003344"/>
                <a:ext cx="64440" cy="396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03033B7B-9ABF-5D46-10D0-503C420E337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590408" y="3994344"/>
                  <a:ext cx="82080" cy="5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ABA4F8F4-01BE-DB38-68B0-10DBB9EF0043}"/>
              </a:ext>
            </a:extLst>
          </p:cNvPr>
          <p:cNvGrpSpPr/>
          <p:nvPr/>
        </p:nvGrpSpPr>
        <p:grpSpPr>
          <a:xfrm>
            <a:off x="545328" y="4562064"/>
            <a:ext cx="295920" cy="224640"/>
            <a:chOff x="545328" y="4562064"/>
            <a:chExt cx="295920" cy="22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98AB7BC3-57AF-2065-2169-649DA39B78E7}"/>
                    </a:ext>
                  </a:extLst>
                </p14:cNvPr>
                <p14:cNvContentPartPr/>
                <p14:nvPr/>
              </p14:nvContentPartPr>
              <p14:xfrm>
                <a:off x="545328" y="4562064"/>
                <a:ext cx="46800" cy="2062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98AB7BC3-57AF-2065-2169-649DA39B78E7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36328" y="4553064"/>
                  <a:ext cx="644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A35176D8-7C82-E777-7B71-7D40B757B38C}"/>
                    </a:ext>
                  </a:extLst>
                </p14:cNvPr>
                <p14:cNvContentPartPr/>
                <p14:nvPr/>
              </p14:nvContentPartPr>
              <p14:xfrm>
                <a:off x="683208" y="4585464"/>
                <a:ext cx="19800" cy="2012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A35176D8-7C82-E777-7B71-7D40B757B38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674568" y="4576824"/>
                  <a:ext cx="374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F114A077-D931-C71C-877C-8BE3400960E1}"/>
                    </a:ext>
                  </a:extLst>
                </p14:cNvPr>
                <p14:cNvContentPartPr/>
                <p14:nvPr/>
              </p14:nvContentPartPr>
              <p14:xfrm>
                <a:off x="833328" y="4707144"/>
                <a:ext cx="7920" cy="237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F114A077-D931-C71C-877C-8BE3400960E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24688" y="4698144"/>
                  <a:ext cx="25560" cy="4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D72A547D-9933-548A-F1A2-11B0C429CDB5}"/>
              </a:ext>
            </a:extLst>
          </p:cNvPr>
          <p:cNvGrpSpPr/>
          <p:nvPr/>
        </p:nvGrpSpPr>
        <p:grpSpPr>
          <a:xfrm>
            <a:off x="1439568" y="4515984"/>
            <a:ext cx="815040" cy="245880"/>
            <a:chOff x="1439568" y="4515984"/>
            <a:chExt cx="815040" cy="24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C0880A65-D321-364A-02FC-2173AF331937}"/>
                    </a:ext>
                  </a:extLst>
                </p14:cNvPr>
                <p14:cNvContentPartPr/>
                <p14:nvPr/>
              </p14:nvContentPartPr>
              <p14:xfrm>
                <a:off x="1439568" y="4515984"/>
                <a:ext cx="225360" cy="24588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C0880A65-D321-364A-02FC-2173AF331937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430928" y="4506984"/>
                  <a:ext cx="24300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ACC6DD8D-B32B-B15C-79F4-7CE2A71025F3}"/>
                    </a:ext>
                  </a:extLst>
                </p14:cNvPr>
                <p14:cNvContentPartPr/>
                <p14:nvPr/>
              </p14:nvContentPartPr>
              <p14:xfrm>
                <a:off x="1817568" y="4582584"/>
                <a:ext cx="437040" cy="14184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ACC6DD8D-B32B-B15C-79F4-7CE2A71025F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808568" y="4573584"/>
                  <a:ext cx="454680" cy="15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D4055024-DF1C-2744-F073-D5EB70F01C1E}"/>
              </a:ext>
            </a:extLst>
          </p:cNvPr>
          <p:cNvGrpSpPr/>
          <p:nvPr/>
        </p:nvGrpSpPr>
        <p:grpSpPr>
          <a:xfrm>
            <a:off x="2567448" y="4357584"/>
            <a:ext cx="978120" cy="471960"/>
            <a:chOff x="2567448" y="4357584"/>
            <a:chExt cx="978120" cy="47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4527AC27-D9D5-5E2A-EB2E-25848F215AD2}"/>
                    </a:ext>
                  </a:extLst>
                </p14:cNvPr>
                <p14:cNvContentPartPr/>
                <p14:nvPr/>
              </p14:nvContentPartPr>
              <p14:xfrm>
                <a:off x="2567448" y="4357584"/>
                <a:ext cx="450720" cy="41112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4527AC27-D9D5-5E2A-EB2E-25848F215AD2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2558808" y="4348584"/>
                  <a:ext cx="46836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D629BBC2-F249-719C-3D0A-880B5A25F781}"/>
                    </a:ext>
                  </a:extLst>
                </p14:cNvPr>
                <p14:cNvContentPartPr/>
                <p14:nvPr/>
              </p14:nvContentPartPr>
              <p14:xfrm>
                <a:off x="3071448" y="4571424"/>
                <a:ext cx="360" cy="36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D629BBC2-F249-719C-3D0A-880B5A25F78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062448" y="456242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45F53988-74A7-8DCB-5BA3-5EFA65BBC274}"/>
                    </a:ext>
                  </a:extLst>
                </p14:cNvPr>
                <p14:cNvContentPartPr/>
                <p14:nvPr/>
              </p14:nvContentPartPr>
              <p14:xfrm>
                <a:off x="3116448" y="4380624"/>
                <a:ext cx="191520" cy="4489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45F53988-74A7-8DCB-5BA3-5EFA65BBC274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3107448" y="4371984"/>
                  <a:ext cx="209160" cy="46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B27DCD25-0B07-607D-19C4-D7915F7EAC2F}"/>
                    </a:ext>
                  </a:extLst>
                </p14:cNvPr>
                <p14:cNvContentPartPr/>
                <p14:nvPr/>
              </p14:nvContentPartPr>
              <p14:xfrm>
                <a:off x="3462048" y="4517784"/>
                <a:ext cx="83520" cy="2700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B27DCD25-0B07-607D-19C4-D7915F7EAC2F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3453048" y="4508784"/>
                  <a:ext cx="1011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CB4C75D1-9EE8-14D0-6F4E-3E3D6AA69080}"/>
                    </a:ext>
                  </a:extLst>
                </p14:cNvPr>
                <p14:cNvContentPartPr/>
                <p14:nvPr/>
              </p14:nvContentPartPr>
              <p14:xfrm>
                <a:off x="3085488" y="4497264"/>
                <a:ext cx="123840" cy="1440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CB4C75D1-9EE8-14D0-6F4E-3E3D6AA69080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3076488" y="4488264"/>
                  <a:ext cx="141480" cy="3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1">
            <p14:nvContentPartPr>
              <p14:cNvPr id="259" name="Ink 258">
                <a:extLst>
                  <a:ext uri="{FF2B5EF4-FFF2-40B4-BE49-F238E27FC236}">
                    <a16:creationId xmlns:a16="http://schemas.microsoft.com/office/drawing/2014/main" id="{8BA63FCA-FDD2-A27D-D17A-4EAFF37AF72C}"/>
                  </a:ext>
                </a:extLst>
              </p14:cNvPr>
              <p14:cNvContentPartPr/>
              <p14:nvPr/>
            </p14:nvContentPartPr>
            <p14:xfrm>
              <a:off x="3730248" y="4455144"/>
              <a:ext cx="509040" cy="288360"/>
            </p14:xfrm>
          </p:contentPart>
        </mc:Choice>
        <mc:Fallback xmlns="">
          <p:pic>
            <p:nvPicPr>
              <p:cNvPr id="259" name="Ink 258">
                <a:extLst>
                  <a:ext uri="{FF2B5EF4-FFF2-40B4-BE49-F238E27FC236}">
                    <a16:creationId xmlns:a16="http://schemas.microsoft.com/office/drawing/2014/main" id="{8BA63FCA-FDD2-A27D-D17A-4EAFF37AF72C}"/>
                  </a:ext>
                </a:extLst>
              </p:cNvPr>
              <p:cNvPicPr/>
              <p:nvPr/>
            </p:nvPicPr>
            <p:blipFill>
              <a:blip r:embed="rId392"/>
              <a:stretch>
                <a:fillRect/>
              </a:stretch>
            </p:blipFill>
            <p:spPr>
              <a:xfrm>
                <a:off x="3721608" y="4446144"/>
                <a:ext cx="526680" cy="30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3" name="Group 272">
            <a:extLst>
              <a:ext uri="{FF2B5EF4-FFF2-40B4-BE49-F238E27FC236}">
                <a16:creationId xmlns:a16="http://schemas.microsoft.com/office/drawing/2014/main" id="{CDC599B1-361A-E8F4-9D33-982E70D20D9E}"/>
              </a:ext>
            </a:extLst>
          </p:cNvPr>
          <p:cNvGrpSpPr/>
          <p:nvPr/>
        </p:nvGrpSpPr>
        <p:grpSpPr>
          <a:xfrm>
            <a:off x="4203648" y="4453344"/>
            <a:ext cx="1442880" cy="341640"/>
            <a:chOff x="4203648" y="4453344"/>
            <a:chExt cx="1442880" cy="34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6ABD392A-19E1-3ED1-568C-5F8F41FF4697}"/>
                    </a:ext>
                  </a:extLst>
                </p14:cNvPr>
                <p14:cNvContentPartPr/>
                <p14:nvPr/>
              </p14:nvContentPartPr>
              <p14:xfrm>
                <a:off x="4203648" y="4453344"/>
                <a:ext cx="287640" cy="27000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6ABD392A-19E1-3ED1-568C-5F8F41FF4697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4195008" y="4444344"/>
                  <a:ext cx="30528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85353595-40C7-4D73-8F62-457752F4CFC0}"/>
                    </a:ext>
                  </a:extLst>
                </p14:cNvPr>
                <p14:cNvContentPartPr/>
                <p14:nvPr/>
              </p14:nvContentPartPr>
              <p14:xfrm>
                <a:off x="4528728" y="4584744"/>
                <a:ext cx="18000" cy="3132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85353595-40C7-4D73-8F62-457752F4CFC0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4519728" y="4575744"/>
                  <a:ext cx="3564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6F6A7C39-0951-F8AC-BB82-7689CBD56CE4}"/>
                    </a:ext>
                  </a:extLst>
                </p14:cNvPr>
                <p14:cNvContentPartPr/>
                <p14:nvPr/>
              </p14:nvContentPartPr>
              <p14:xfrm>
                <a:off x="4578408" y="4611744"/>
                <a:ext cx="42120" cy="5256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6F6A7C39-0951-F8AC-BB82-7689CBD56CE4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4569408" y="4602744"/>
                  <a:ext cx="597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26651659-38F3-F69F-87D4-EABE2D9FDF3C}"/>
                    </a:ext>
                  </a:extLst>
                </p14:cNvPr>
                <p14:cNvContentPartPr/>
                <p14:nvPr/>
              </p14:nvContentPartPr>
              <p14:xfrm>
                <a:off x="4664808" y="4612464"/>
                <a:ext cx="83520" cy="381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26651659-38F3-F69F-87D4-EABE2D9FDF3C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4655808" y="4603464"/>
                  <a:ext cx="1011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1105F273-1016-851B-7F35-926896DD03E7}"/>
                    </a:ext>
                  </a:extLst>
                </p14:cNvPr>
                <p14:cNvContentPartPr/>
                <p14:nvPr/>
              </p14:nvContentPartPr>
              <p14:xfrm>
                <a:off x="4553928" y="4503024"/>
                <a:ext cx="60120" cy="90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1105F273-1016-851B-7F35-926896DD03E7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4544928" y="4494384"/>
                  <a:ext cx="777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4EF6779E-BC23-09C3-8FC1-6F67D079B00E}"/>
                    </a:ext>
                  </a:extLst>
                </p14:cNvPr>
                <p14:cNvContentPartPr/>
                <p14:nvPr/>
              </p14:nvContentPartPr>
              <p14:xfrm>
                <a:off x="4805928" y="4564224"/>
                <a:ext cx="46440" cy="10728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4EF6779E-BC23-09C3-8FC1-6F67D079B00E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4796928" y="4555584"/>
                  <a:ext cx="6408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FBDE52E9-2C61-55E2-D090-87369AF63E50}"/>
                    </a:ext>
                  </a:extLst>
                </p14:cNvPr>
                <p14:cNvContentPartPr/>
                <p14:nvPr/>
              </p14:nvContentPartPr>
              <p14:xfrm>
                <a:off x="4924728" y="4525344"/>
                <a:ext cx="127440" cy="11052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FBDE52E9-2C61-55E2-D090-87369AF63E50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4915728" y="4516344"/>
                  <a:ext cx="1450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9B0E794F-8EE9-383B-4E3F-EC9A95688308}"/>
                    </a:ext>
                  </a:extLst>
                </p14:cNvPr>
                <p14:cNvContentPartPr/>
                <p14:nvPr/>
              </p14:nvContentPartPr>
              <p14:xfrm>
                <a:off x="5124528" y="4544064"/>
                <a:ext cx="177480" cy="25092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9B0E794F-8EE9-383B-4E3F-EC9A95688308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5115528" y="4535064"/>
                  <a:ext cx="19512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9A8D6E2A-9178-EF9B-4883-14703852124D}"/>
                    </a:ext>
                  </a:extLst>
                </p14:cNvPr>
                <p14:cNvContentPartPr/>
                <p14:nvPr/>
              </p14:nvContentPartPr>
              <p14:xfrm>
                <a:off x="5393808" y="4575744"/>
                <a:ext cx="75600" cy="11268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9A8D6E2A-9178-EF9B-4883-14703852124D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5384808" y="4567104"/>
                  <a:ext cx="9324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A2AF0868-1CAA-61D5-F1B0-8BA05DC12E85}"/>
                    </a:ext>
                  </a:extLst>
                </p14:cNvPr>
                <p14:cNvContentPartPr/>
                <p14:nvPr/>
              </p14:nvContentPartPr>
              <p14:xfrm>
                <a:off x="5587848" y="4701384"/>
                <a:ext cx="34560" cy="2268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A2AF0868-1CAA-61D5-F1B0-8BA05DC12E85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5579208" y="4692744"/>
                  <a:ext cx="522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E06C6D33-B109-063E-7FF3-0A5972C90E06}"/>
                    </a:ext>
                  </a:extLst>
                </p14:cNvPr>
                <p14:cNvContentPartPr/>
                <p14:nvPr/>
              </p14:nvContentPartPr>
              <p14:xfrm>
                <a:off x="5638248" y="4539744"/>
                <a:ext cx="8280" cy="3996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E06C6D33-B109-063E-7FF3-0A5972C90E06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5629608" y="4530744"/>
                  <a:ext cx="25920" cy="5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40F86748-6D4F-4659-CA8B-95067EC964FC}"/>
              </a:ext>
            </a:extLst>
          </p:cNvPr>
          <p:cNvGrpSpPr/>
          <p:nvPr/>
        </p:nvGrpSpPr>
        <p:grpSpPr>
          <a:xfrm>
            <a:off x="6231168" y="4528584"/>
            <a:ext cx="834480" cy="181800"/>
            <a:chOff x="6231168" y="4528584"/>
            <a:chExt cx="834480" cy="18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7AA8B438-E160-6581-EC06-58BC93ABF0C5}"/>
                    </a:ext>
                  </a:extLst>
                </p14:cNvPr>
                <p14:cNvContentPartPr/>
                <p14:nvPr/>
              </p14:nvContentPartPr>
              <p14:xfrm>
                <a:off x="6231168" y="4589424"/>
                <a:ext cx="361080" cy="1209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7AA8B438-E160-6581-EC06-58BC93ABF0C5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6222528" y="4580784"/>
                  <a:ext cx="3787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D695E0D2-6082-3E04-A768-46092B7868CF}"/>
                    </a:ext>
                  </a:extLst>
                </p14:cNvPr>
                <p14:cNvContentPartPr/>
                <p14:nvPr/>
              </p14:nvContentPartPr>
              <p14:xfrm>
                <a:off x="6652368" y="4627224"/>
                <a:ext cx="202680" cy="669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D695E0D2-6082-3E04-A768-46092B7868CF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6643728" y="4618224"/>
                  <a:ext cx="22032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F672ED5C-9F43-7124-25C5-68E5BFDEA7BE}"/>
                    </a:ext>
                  </a:extLst>
                </p14:cNvPr>
                <p14:cNvContentPartPr/>
                <p14:nvPr/>
              </p14:nvContentPartPr>
              <p14:xfrm>
                <a:off x="6911208" y="4528584"/>
                <a:ext cx="154440" cy="1699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F672ED5C-9F43-7124-25C5-68E5BFDEA7BE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6902208" y="4519944"/>
                  <a:ext cx="172080" cy="18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F1D73881-8667-83AA-ECCF-688A012E8BB6}"/>
              </a:ext>
            </a:extLst>
          </p:cNvPr>
          <p:cNvGrpSpPr/>
          <p:nvPr/>
        </p:nvGrpSpPr>
        <p:grpSpPr>
          <a:xfrm>
            <a:off x="7415928" y="4481064"/>
            <a:ext cx="615240" cy="297360"/>
            <a:chOff x="7415928" y="4481064"/>
            <a:chExt cx="615240" cy="29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FC0DD52A-9CF2-C1FC-A07D-03F9FEDFACF5}"/>
                    </a:ext>
                  </a:extLst>
                </p14:cNvPr>
                <p14:cNvContentPartPr/>
                <p14:nvPr/>
              </p14:nvContentPartPr>
              <p14:xfrm>
                <a:off x="7415928" y="4512744"/>
                <a:ext cx="444600" cy="26568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FC0DD52A-9CF2-C1FC-A07D-03F9FEDFACF5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7407288" y="4504104"/>
                  <a:ext cx="4622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8C064E19-1D0D-1193-3673-298F25885FB7}"/>
                    </a:ext>
                  </a:extLst>
                </p14:cNvPr>
                <p14:cNvContentPartPr/>
                <p14:nvPr/>
              </p14:nvContentPartPr>
              <p14:xfrm>
                <a:off x="7972488" y="4481064"/>
                <a:ext cx="58680" cy="475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8C064E19-1D0D-1193-3673-298F25885FB7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7963848" y="4472424"/>
                  <a:ext cx="76320" cy="6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1110F942-E0FD-9D48-56C8-18B34EC15DA5}"/>
              </a:ext>
            </a:extLst>
          </p:cNvPr>
          <p:cNvGrpSpPr/>
          <p:nvPr/>
        </p:nvGrpSpPr>
        <p:grpSpPr>
          <a:xfrm>
            <a:off x="8282448" y="4446144"/>
            <a:ext cx="1140480" cy="271440"/>
            <a:chOff x="8282448" y="4446144"/>
            <a:chExt cx="1140480" cy="27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456EBF7E-32FC-BD13-E719-BC354AB68187}"/>
                    </a:ext>
                  </a:extLst>
                </p14:cNvPr>
                <p14:cNvContentPartPr/>
                <p14:nvPr/>
              </p14:nvContentPartPr>
              <p14:xfrm>
                <a:off x="8282448" y="4446144"/>
                <a:ext cx="114120" cy="2379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456EBF7E-32FC-BD13-E719-BC354AB68187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8273808" y="4437504"/>
                  <a:ext cx="13176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2D6D5A12-1FB0-8773-6652-DAB2F34776C0}"/>
                    </a:ext>
                  </a:extLst>
                </p14:cNvPr>
                <p14:cNvContentPartPr/>
                <p14:nvPr/>
              </p14:nvContentPartPr>
              <p14:xfrm>
                <a:off x="8480448" y="4456944"/>
                <a:ext cx="198000" cy="26064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2D6D5A12-1FB0-8773-6652-DAB2F34776C0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8471808" y="4447944"/>
                  <a:ext cx="21564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0B007907-555F-40AB-2239-B21DCBE8713B}"/>
                    </a:ext>
                  </a:extLst>
                </p14:cNvPr>
                <p14:cNvContentPartPr/>
                <p14:nvPr/>
              </p14:nvContentPartPr>
              <p14:xfrm>
                <a:off x="8654688" y="4560984"/>
                <a:ext cx="214920" cy="7380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0B007907-555F-40AB-2239-B21DCBE8713B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8645688" y="4551984"/>
                  <a:ext cx="2325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AA6222A9-2C5D-DF62-6A97-7A3E8FE50376}"/>
                    </a:ext>
                  </a:extLst>
                </p14:cNvPr>
                <p14:cNvContentPartPr/>
                <p14:nvPr/>
              </p14:nvContentPartPr>
              <p14:xfrm>
                <a:off x="8873568" y="4533264"/>
                <a:ext cx="91800" cy="1083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AA6222A9-2C5D-DF62-6A97-7A3E8FE50376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8864928" y="4524624"/>
                  <a:ext cx="10944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8EDDEA49-E585-562C-F278-AD537138D8D0}"/>
                    </a:ext>
                  </a:extLst>
                </p14:cNvPr>
                <p14:cNvContentPartPr/>
                <p14:nvPr/>
              </p14:nvContentPartPr>
              <p14:xfrm>
                <a:off x="9043128" y="4538304"/>
                <a:ext cx="379800" cy="658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8EDDEA49-E585-562C-F278-AD537138D8D0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9034488" y="4529304"/>
                  <a:ext cx="397440" cy="8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87025EA5-D821-F640-D654-0E797F941906}"/>
              </a:ext>
            </a:extLst>
          </p:cNvPr>
          <p:cNvGrpSpPr/>
          <p:nvPr/>
        </p:nvGrpSpPr>
        <p:grpSpPr>
          <a:xfrm>
            <a:off x="9821448" y="4506984"/>
            <a:ext cx="685800" cy="117000"/>
            <a:chOff x="9821448" y="4506984"/>
            <a:chExt cx="685800" cy="11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7940A1F2-08E0-7630-4509-EEA7F64622EF}"/>
                    </a:ext>
                  </a:extLst>
                </p14:cNvPr>
                <p14:cNvContentPartPr/>
                <p14:nvPr/>
              </p14:nvContentPartPr>
              <p14:xfrm>
                <a:off x="9821448" y="4506984"/>
                <a:ext cx="191520" cy="1170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7940A1F2-08E0-7630-4509-EEA7F64622EF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9812808" y="4497984"/>
                  <a:ext cx="20916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6239DDF3-F426-C776-80A8-FA7AB30E1F27}"/>
                    </a:ext>
                  </a:extLst>
                </p14:cNvPr>
                <p14:cNvContentPartPr/>
                <p14:nvPr/>
              </p14:nvContentPartPr>
              <p14:xfrm>
                <a:off x="10141488" y="4520304"/>
                <a:ext cx="365760" cy="741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6239DDF3-F426-C776-80A8-FA7AB30E1F27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10132848" y="4511664"/>
                  <a:ext cx="383400" cy="9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C85558E2-490B-E8DB-8BD9-BE936B553B1C}"/>
              </a:ext>
            </a:extLst>
          </p:cNvPr>
          <p:cNvGrpSpPr/>
          <p:nvPr/>
        </p:nvGrpSpPr>
        <p:grpSpPr>
          <a:xfrm>
            <a:off x="10813968" y="4342824"/>
            <a:ext cx="1022760" cy="284400"/>
            <a:chOff x="10813968" y="4342824"/>
            <a:chExt cx="1022760" cy="28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2EA38D16-1ADB-F51A-669C-70ABDA791D83}"/>
                    </a:ext>
                  </a:extLst>
                </p14:cNvPr>
                <p14:cNvContentPartPr/>
                <p14:nvPr/>
              </p14:nvContentPartPr>
              <p14:xfrm>
                <a:off x="10813968" y="4379184"/>
                <a:ext cx="435600" cy="2286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2EA38D16-1ADB-F51A-669C-70ABDA791D83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10804968" y="4370544"/>
                  <a:ext cx="45324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3F8DF5D4-2266-FBC9-44C5-46D0A56864D4}"/>
                    </a:ext>
                  </a:extLst>
                </p14:cNvPr>
                <p14:cNvContentPartPr/>
                <p14:nvPr/>
              </p14:nvContentPartPr>
              <p14:xfrm>
                <a:off x="11269368" y="4497624"/>
                <a:ext cx="22320" cy="176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3F8DF5D4-2266-FBC9-44C5-46D0A56864D4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11260368" y="4488624"/>
                  <a:ext cx="399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D59C25E3-D784-9CB4-1899-36BC9D5ABF58}"/>
                    </a:ext>
                  </a:extLst>
                </p14:cNvPr>
                <p14:cNvContentPartPr/>
                <p14:nvPr/>
              </p14:nvContentPartPr>
              <p14:xfrm>
                <a:off x="11394288" y="4342824"/>
                <a:ext cx="56880" cy="1810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D59C25E3-D784-9CB4-1899-36BC9D5ABF58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11385288" y="4334184"/>
                  <a:ext cx="745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A15BD1BC-073B-9D29-AB4C-E6F6A09656EB}"/>
                    </a:ext>
                  </a:extLst>
                </p14:cNvPr>
                <p14:cNvContentPartPr/>
                <p14:nvPr/>
              </p14:nvContentPartPr>
              <p14:xfrm>
                <a:off x="11481408" y="4455144"/>
                <a:ext cx="1440" cy="468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A15BD1BC-073B-9D29-AB4C-E6F6A09656E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472768" y="4446144"/>
                  <a:ext cx="190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36937240-91E2-D9FE-70EF-F2DD6D5FA1CE}"/>
                    </a:ext>
                  </a:extLst>
                </p14:cNvPr>
                <p14:cNvContentPartPr/>
                <p14:nvPr/>
              </p14:nvContentPartPr>
              <p14:xfrm>
                <a:off x="11501208" y="4501944"/>
                <a:ext cx="98640" cy="5076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36937240-91E2-D9FE-70EF-F2DD6D5FA1CE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1492568" y="4493304"/>
                  <a:ext cx="1162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876C9E17-5EBE-F8D0-093D-6A5A0E3D58DF}"/>
                    </a:ext>
                  </a:extLst>
                </p14:cNvPr>
                <p14:cNvContentPartPr/>
                <p14:nvPr/>
              </p14:nvContentPartPr>
              <p14:xfrm>
                <a:off x="11203488" y="4398984"/>
                <a:ext cx="583560" cy="435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876C9E17-5EBE-F8D0-093D-6A5A0E3D58DF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1194488" y="4390344"/>
                  <a:ext cx="60120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373E7E3E-F05E-D960-C3EA-90F38FE2C144}"/>
                    </a:ext>
                  </a:extLst>
                </p14:cNvPr>
                <p14:cNvContentPartPr/>
                <p14:nvPr/>
              </p14:nvContentPartPr>
              <p14:xfrm>
                <a:off x="11794608" y="4612824"/>
                <a:ext cx="42120" cy="1440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373E7E3E-F05E-D960-C3EA-90F38FE2C144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1785608" y="4604184"/>
                  <a:ext cx="5976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CF53323-D12C-2472-7D7B-62B33F70ED4A}"/>
              </a:ext>
            </a:extLst>
          </p:cNvPr>
          <p:cNvGrpSpPr/>
          <p:nvPr/>
        </p:nvGrpSpPr>
        <p:grpSpPr>
          <a:xfrm>
            <a:off x="1694448" y="5050944"/>
            <a:ext cx="599760" cy="264960"/>
            <a:chOff x="1694448" y="5050944"/>
            <a:chExt cx="599760" cy="26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9D87A3F3-0FF9-4469-636F-8EF015E7645B}"/>
                    </a:ext>
                  </a:extLst>
                </p14:cNvPr>
                <p14:cNvContentPartPr/>
                <p14:nvPr/>
              </p14:nvContentPartPr>
              <p14:xfrm>
                <a:off x="1694448" y="5050944"/>
                <a:ext cx="266400" cy="26496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9D87A3F3-0FF9-4469-636F-8EF015E7645B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685448" y="5041944"/>
                  <a:ext cx="2840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10930350-582B-5C37-B334-F54288CB9941}"/>
                    </a:ext>
                  </a:extLst>
                </p14:cNvPr>
                <p14:cNvContentPartPr/>
                <p14:nvPr/>
              </p14:nvContentPartPr>
              <p14:xfrm>
                <a:off x="2090808" y="5223024"/>
                <a:ext cx="15120" cy="5724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10930350-582B-5C37-B334-F54288CB9941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082168" y="5214024"/>
                  <a:ext cx="3276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68C1BB43-6AFA-E23A-D963-034C2FAAEC4A}"/>
                    </a:ext>
                  </a:extLst>
                </p14:cNvPr>
                <p14:cNvContentPartPr/>
                <p14:nvPr/>
              </p14:nvContentPartPr>
              <p14:xfrm>
                <a:off x="2120328" y="5068584"/>
                <a:ext cx="173880" cy="9792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68C1BB43-6AFA-E23A-D963-034C2FAAEC4A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111328" y="5059584"/>
                  <a:ext cx="191520" cy="11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965379B3-1839-89CB-B9BB-9E5FE6EE39FB}"/>
              </a:ext>
            </a:extLst>
          </p:cNvPr>
          <p:cNvGrpSpPr/>
          <p:nvPr/>
        </p:nvGrpSpPr>
        <p:grpSpPr>
          <a:xfrm>
            <a:off x="2625048" y="4990824"/>
            <a:ext cx="1224360" cy="363960"/>
            <a:chOff x="2625048" y="4990824"/>
            <a:chExt cx="1224360" cy="3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9388F454-6496-5E49-1758-22535D137D17}"/>
                    </a:ext>
                  </a:extLst>
                </p14:cNvPr>
                <p14:cNvContentPartPr/>
                <p14:nvPr/>
              </p14:nvContentPartPr>
              <p14:xfrm>
                <a:off x="2697768" y="5096664"/>
                <a:ext cx="243720" cy="25812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9388F454-6496-5E49-1758-22535D137D17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2689128" y="5088024"/>
                  <a:ext cx="26136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7D82F968-604E-6431-5ABF-5C7C0729DA7C}"/>
                    </a:ext>
                  </a:extLst>
                </p14:cNvPr>
                <p14:cNvContentPartPr/>
                <p14:nvPr/>
              </p14:nvContentPartPr>
              <p14:xfrm>
                <a:off x="3020328" y="5184864"/>
                <a:ext cx="232200" cy="5580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7D82F968-604E-6431-5ABF-5C7C0729DA7C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3011688" y="5175864"/>
                  <a:ext cx="24984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4CB96E38-4874-BC8F-179C-4096E3AB7EF7}"/>
                    </a:ext>
                  </a:extLst>
                </p14:cNvPr>
                <p14:cNvContentPartPr/>
                <p14:nvPr/>
              </p14:nvContentPartPr>
              <p14:xfrm>
                <a:off x="3339648" y="5087664"/>
                <a:ext cx="248040" cy="1620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4CB96E38-4874-BC8F-179C-4096E3AB7EF7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3331008" y="5079024"/>
                  <a:ext cx="2656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AD775E51-6926-9942-10F2-E3FA5E23B924}"/>
                    </a:ext>
                  </a:extLst>
                </p14:cNvPr>
                <p14:cNvContentPartPr/>
                <p14:nvPr/>
              </p14:nvContentPartPr>
              <p14:xfrm>
                <a:off x="3608568" y="5130504"/>
                <a:ext cx="10080" cy="3816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AD775E51-6926-9942-10F2-E3FA5E23B92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3599928" y="5121504"/>
                  <a:ext cx="277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813FEE47-5C29-11D8-8A34-14CB922B3691}"/>
                    </a:ext>
                  </a:extLst>
                </p14:cNvPr>
                <p14:cNvContentPartPr/>
                <p14:nvPr/>
              </p14:nvContentPartPr>
              <p14:xfrm>
                <a:off x="3786408" y="5038344"/>
                <a:ext cx="13320" cy="216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813FEE47-5C29-11D8-8A34-14CB922B3691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3777768" y="5029344"/>
                  <a:ext cx="309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8E8C018A-AC04-35A3-3AFF-883BE4A59DF2}"/>
                    </a:ext>
                  </a:extLst>
                </p14:cNvPr>
                <p14:cNvContentPartPr/>
                <p14:nvPr/>
              </p14:nvContentPartPr>
              <p14:xfrm>
                <a:off x="3821688" y="5046264"/>
                <a:ext cx="27720" cy="4356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8E8C018A-AC04-35A3-3AFF-883BE4A59DF2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3812688" y="5037264"/>
                  <a:ext cx="4536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BA964F30-2903-AE77-16E8-0A54449227C1}"/>
                    </a:ext>
                  </a:extLst>
                </p14:cNvPr>
                <p14:cNvContentPartPr/>
                <p14:nvPr/>
              </p14:nvContentPartPr>
              <p14:xfrm>
                <a:off x="2625048" y="4990824"/>
                <a:ext cx="81720" cy="6660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BA964F30-2903-AE77-16E8-0A54449227C1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2616408" y="4982184"/>
                  <a:ext cx="99360" cy="84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311" name="Ink 310">
                <a:extLst>
                  <a:ext uri="{FF2B5EF4-FFF2-40B4-BE49-F238E27FC236}">
                    <a16:creationId xmlns:a16="http://schemas.microsoft.com/office/drawing/2014/main" id="{A3EE0D67-88D2-246B-B2BC-B5A754FF890C}"/>
                  </a:ext>
                </a:extLst>
              </p14:cNvPr>
              <p14:cNvContentPartPr/>
              <p14:nvPr/>
            </p14:nvContentPartPr>
            <p14:xfrm>
              <a:off x="4169448" y="5005944"/>
              <a:ext cx="150120" cy="212760"/>
            </p14:xfrm>
          </p:contentPart>
        </mc:Choice>
        <mc:Fallback xmlns="">
          <p:pic>
            <p:nvPicPr>
              <p:cNvPr id="311" name="Ink 310">
                <a:extLst>
                  <a:ext uri="{FF2B5EF4-FFF2-40B4-BE49-F238E27FC236}">
                    <a16:creationId xmlns:a16="http://schemas.microsoft.com/office/drawing/2014/main" id="{A3EE0D67-88D2-246B-B2BC-B5A754FF890C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4160448" y="4996944"/>
                <a:ext cx="167760" cy="230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9" name="Group 318">
            <a:extLst>
              <a:ext uri="{FF2B5EF4-FFF2-40B4-BE49-F238E27FC236}">
                <a16:creationId xmlns:a16="http://schemas.microsoft.com/office/drawing/2014/main" id="{46946F3B-695E-E871-C319-567093A010B9}"/>
              </a:ext>
            </a:extLst>
          </p:cNvPr>
          <p:cNvGrpSpPr/>
          <p:nvPr/>
        </p:nvGrpSpPr>
        <p:grpSpPr>
          <a:xfrm>
            <a:off x="4717368" y="4945464"/>
            <a:ext cx="1414080" cy="294120"/>
            <a:chOff x="4717368" y="4945464"/>
            <a:chExt cx="1414080" cy="29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2BD65B09-BBDD-E47E-8EB8-656789BF9E0D}"/>
                    </a:ext>
                  </a:extLst>
                </p14:cNvPr>
                <p14:cNvContentPartPr/>
                <p14:nvPr/>
              </p14:nvContentPartPr>
              <p14:xfrm>
                <a:off x="4717368" y="5021784"/>
                <a:ext cx="63000" cy="4392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2BD65B09-BBDD-E47E-8EB8-656789BF9E0D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4708368" y="5012784"/>
                  <a:ext cx="8064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58528A5F-BDD4-69FA-5DC6-08CB2C8CE5F1}"/>
                    </a:ext>
                  </a:extLst>
                </p14:cNvPr>
                <p14:cNvContentPartPr/>
                <p14:nvPr/>
              </p14:nvContentPartPr>
              <p14:xfrm>
                <a:off x="4831488" y="5059584"/>
                <a:ext cx="147600" cy="18000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58528A5F-BDD4-69FA-5DC6-08CB2C8CE5F1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4822488" y="5050584"/>
                  <a:ext cx="1652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780F8528-5C52-9DF3-7C39-429AC1322D47}"/>
                    </a:ext>
                  </a:extLst>
                </p14:cNvPr>
                <p14:cNvContentPartPr/>
                <p14:nvPr/>
              </p14:nvContentPartPr>
              <p14:xfrm>
                <a:off x="4893408" y="4945464"/>
                <a:ext cx="353880" cy="24084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780F8528-5C52-9DF3-7C39-429AC1322D47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4884768" y="4936824"/>
                  <a:ext cx="3715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5DB7E951-0B0C-10D6-FB3B-436B4962C399}"/>
                    </a:ext>
                  </a:extLst>
                </p14:cNvPr>
                <p14:cNvContentPartPr/>
                <p14:nvPr/>
              </p14:nvContentPartPr>
              <p14:xfrm>
                <a:off x="5271408" y="4998024"/>
                <a:ext cx="357480" cy="16524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5DB7E951-0B0C-10D6-FB3B-436B4962C399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5262768" y="4989384"/>
                  <a:ext cx="37512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E540B1B3-255F-46E2-5400-85B6BCFB4F91}"/>
                    </a:ext>
                  </a:extLst>
                </p14:cNvPr>
                <p14:cNvContentPartPr/>
                <p14:nvPr/>
              </p14:nvContentPartPr>
              <p14:xfrm>
                <a:off x="5671368" y="5036904"/>
                <a:ext cx="71280" cy="1112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E540B1B3-255F-46E2-5400-85B6BCFB4F91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5662368" y="5028264"/>
                  <a:ext cx="8892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401348F6-DE33-EE2D-A804-4427C09CD572}"/>
                    </a:ext>
                  </a:extLst>
                </p14:cNvPr>
                <p14:cNvContentPartPr/>
                <p14:nvPr/>
              </p14:nvContentPartPr>
              <p14:xfrm>
                <a:off x="5813568" y="5084784"/>
                <a:ext cx="135360" cy="4608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401348F6-DE33-EE2D-A804-4427C09CD572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5804568" y="5075784"/>
                  <a:ext cx="15300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C98FAA00-F5C0-E6B5-7E07-9E15107397B8}"/>
                    </a:ext>
                  </a:extLst>
                </p14:cNvPr>
                <p14:cNvContentPartPr/>
                <p14:nvPr/>
              </p14:nvContentPartPr>
              <p14:xfrm>
                <a:off x="6025608" y="4960224"/>
                <a:ext cx="105840" cy="1832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C98FAA00-F5C0-E6B5-7E07-9E15107397B8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6016968" y="4951584"/>
                  <a:ext cx="123480" cy="20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01078E6A-BDB1-3E18-E92E-939CCC7E66B6}"/>
              </a:ext>
            </a:extLst>
          </p:cNvPr>
          <p:cNvGrpSpPr/>
          <p:nvPr/>
        </p:nvGrpSpPr>
        <p:grpSpPr>
          <a:xfrm>
            <a:off x="6379128" y="4874544"/>
            <a:ext cx="75600" cy="114120"/>
            <a:chOff x="6379128" y="4874544"/>
            <a:chExt cx="75600" cy="11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7A5854D0-EB1C-61C4-2EF5-59E68F739716}"/>
                    </a:ext>
                  </a:extLst>
                </p14:cNvPr>
                <p14:cNvContentPartPr/>
                <p14:nvPr/>
              </p14:nvContentPartPr>
              <p14:xfrm>
                <a:off x="6379128" y="4886064"/>
                <a:ext cx="6840" cy="216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7A5854D0-EB1C-61C4-2EF5-59E68F739716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6370488" y="4877064"/>
                  <a:ext cx="244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0C6809FA-A68D-29A6-4C17-7F5E95A7EC3E}"/>
                    </a:ext>
                  </a:extLst>
                </p14:cNvPr>
                <p14:cNvContentPartPr/>
                <p14:nvPr/>
              </p14:nvContentPartPr>
              <p14:xfrm>
                <a:off x="6396048" y="4874544"/>
                <a:ext cx="58680" cy="1141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0C6809FA-A68D-29A6-4C17-7F5E95A7EC3E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6387048" y="4865544"/>
                  <a:ext cx="76320" cy="131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323" name="Ink 322">
                <a:extLst>
                  <a:ext uri="{FF2B5EF4-FFF2-40B4-BE49-F238E27FC236}">
                    <a16:creationId xmlns:a16="http://schemas.microsoft.com/office/drawing/2014/main" id="{3D223BEA-653F-47E0-6B2A-E1C78A65A4AB}"/>
                  </a:ext>
                </a:extLst>
              </p14:cNvPr>
              <p14:cNvContentPartPr/>
              <p14:nvPr/>
            </p14:nvContentPartPr>
            <p14:xfrm>
              <a:off x="7163208" y="4912704"/>
              <a:ext cx="600120" cy="359640"/>
            </p14:xfrm>
          </p:contentPart>
        </mc:Choice>
        <mc:Fallback xmlns="">
          <p:pic>
            <p:nvPicPr>
              <p:cNvPr id="323" name="Ink 322">
                <a:extLst>
                  <a:ext uri="{FF2B5EF4-FFF2-40B4-BE49-F238E27FC236}">
                    <a16:creationId xmlns:a16="http://schemas.microsoft.com/office/drawing/2014/main" id="{3D223BEA-653F-47E0-6B2A-E1C78A65A4AB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7154208" y="4903704"/>
                <a:ext cx="61776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324" name="Ink 323">
                <a:extLst>
                  <a:ext uri="{FF2B5EF4-FFF2-40B4-BE49-F238E27FC236}">
                    <a16:creationId xmlns:a16="http://schemas.microsoft.com/office/drawing/2014/main" id="{D3F19E91-7DF0-2452-406D-3568C5FF2B6C}"/>
                  </a:ext>
                </a:extLst>
              </p14:cNvPr>
              <p14:cNvContentPartPr/>
              <p14:nvPr/>
            </p14:nvContentPartPr>
            <p14:xfrm>
              <a:off x="8299368" y="5095584"/>
              <a:ext cx="121680" cy="76320"/>
            </p14:xfrm>
          </p:contentPart>
        </mc:Choice>
        <mc:Fallback xmlns="">
          <p:pic>
            <p:nvPicPr>
              <p:cNvPr id="324" name="Ink 323">
                <a:extLst>
                  <a:ext uri="{FF2B5EF4-FFF2-40B4-BE49-F238E27FC236}">
                    <a16:creationId xmlns:a16="http://schemas.microsoft.com/office/drawing/2014/main" id="{D3F19E91-7DF0-2452-406D-3568C5FF2B6C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8290368" y="5086944"/>
                <a:ext cx="139320" cy="9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5B8ACBA-5617-39C2-2721-CCBAC257F0A9}"/>
              </a:ext>
            </a:extLst>
          </p:cNvPr>
          <p:cNvGrpSpPr/>
          <p:nvPr/>
        </p:nvGrpSpPr>
        <p:grpSpPr>
          <a:xfrm>
            <a:off x="8774568" y="4965984"/>
            <a:ext cx="1014480" cy="338040"/>
            <a:chOff x="8774568" y="4965984"/>
            <a:chExt cx="1014480" cy="33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4C341009-3081-ED6F-B1CD-3EB533D43C58}"/>
                    </a:ext>
                  </a:extLst>
                </p14:cNvPr>
                <p14:cNvContentPartPr/>
                <p14:nvPr/>
              </p14:nvContentPartPr>
              <p14:xfrm>
                <a:off x="8774568" y="4965984"/>
                <a:ext cx="382320" cy="33804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4C341009-3081-ED6F-B1CD-3EB533D43C58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8765568" y="4956984"/>
                  <a:ext cx="39996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9760AD74-B2B2-AE49-C37C-54A09E60D868}"/>
                    </a:ext>
                  </a:extLst>
                </p14:cNvPr>
                <p14:cNvContentPartPr/>
                <p14:nvPr/>
              </p14:nvContentPartPr>
              <p14:xfrm>
                <a:off x="9216288" y="5089104"/>
                <a:ext cx="9360" cy="316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9760AD74-B2B2-AE49-C37C-54A09E60D868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9207288" y="5080464"/>
                  <a:ext cx="270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D495BE79-8A12-14EC-4F44-53DE67C1BC2F}"/>
                    </a:ext>
                  </a:extLst>
                </p14:cNvPr>
                <p14:cNvContentPartPr/>
                <p14:nvPr/>
              </p14:nvContentPartPr>
              <p14:xfrm>
                <a:off x="9247248" y="5139864"/>
                <a:ext cx="203400" cy="460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D495BE79-8A12-14EC-4F44-53DE67C1BC2F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9238248" y="5130864"/>
                  <a:ext cx="2210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68ADDBFA-1FBC-B4F4-82F6-F673F649853E}"/>
                    </a:ext>
                  </a:extLst>
                </p14:cNvPr>
                <p14:cNvContentPartPr/>
                <p14:nvPr/>
              </p14:nvContentPartPr>
              <p14:xfrm>
                <a:off x="9515448" y="4976424"/>
                <a:ext cx="273600" cy="18828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68ADDBFA-1FBC-B4F4-82F6-F673F649853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9506448" y="4967424"/>
                  <a:ext cx="29124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2DA9DA42-42B2-4621-2400-480F0780597E}"/>
              </a:ext>
            </a:extLst>
          </p:cNvPr>
          <p:cNvGrpSpPr/>
          <p:nvPr/>
        </p:nvGrpSpPr>
        <p:grpSpPr>
          <a:xfrm>
            <a:off x="10136808" y="4896144"/>
            <a:ext cx="1374120" cy="397440"/>
            <a:chOff x="10136808" y="4896144"/>
            <a:chExt cx="1374120" cy="39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D21806DF-4A27-4A5A-7614-18119E8F16CF}"/>
                    </a:ext>
                  </a:extLst>
                </p14:cNvPr>
                <p14:cNvContentPartPr/>
                <p14:nvPr/>
              </p14:nvContentPartPr>
              <p14:xfrm>
                <a:off x="10136808" y="5003424"/>
                <a:ext cx="298080" cy="23580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D21806DF-4A27-4A5A-7614-18119E8F16CF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0127808" y="4994784"/>
                  <a:ext cx="3157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410EF46C-24AE-CC34-1D65-B72A31DEF36B}"/>
                    </a:ext>
                  </a:extLst>
                </p14:cNvPr>
                <p14:cNvContentPartPr/>
                <p14:nvPr/>
              </p14:nvContentPartPr>
              <p14:xfrm>
                <a:off x="10369728" y="4896144"/>
                <a:ext cx="506160" cy="25632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410EF46C-24AE-CC34-1D65-B72A31DEF36B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0361088" y="4887144"/>
                  <a:ext cx="5238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23723E92-6997-69D4-5BCB-7BECFAB6104A}"/>
                    </a:ext>
                  </a:extLst>
                </p14:cNvPr>
                <p14:cNvContentPartPr/>
                <p14:nvPr/>
              </p14:nvContentPartPr>
              <p14:xfrm>
                <a:off x="10891728" y="5042664"/>
                <a:ext cx="2880" cy="1800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23723E92-6997-69D4-5BCB-7BECFAB6104A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0882728" y="5034024"/>
                  <a:ext cx="205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EBAE08D4-AFF3-3C8A-8367-5AD84AE12A20}"/>
                    </a:ext>
                  </a:extLst>
                </p14:cNvPr>
                <p14:cNvContentPartPr/>
                <p14:nvPr/>
              </p14:nvContentPartPr>
              <p14:xfrm>
                <a:off x="10946448" y="5059584"/>
                <a:ext cx="65880" cy="288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EBAE08D4-AFF3-3C8A-8367-5AD84AE12A20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10937808" y="5050584"/>
                  <a:ext cx="8352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E5C9F20F-9885-D5EF-8766-6C77C90650B5}"/>
                    </a:ext>
                  </a:extLst>
                </p14:cNvPr>
                <p14:cNvContentPartPr/>
                <p14:nvPr/>
              </p14:nvContentPartPr>
              <p14:xfrm>
                <a:off x="11022408" y="4996224"/>
                <a:ext cx="13320" cy="1152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E5C9F20F-9885-D5EF-8766-6C77C90650B5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1013408" y="4987584"/>
                  <a:ext cx="309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15ACF05A-2770-FAE3-7C3A-21A6BBD19CE2}"/>
                    </a:ext>
                  </a:extLst>
                </p14:cNvPr>
                <p14:cNvContentPartPr/>
                <p14:nvPr/>
              </p14:nvContentPartPr>
              <p14:xfrm>
                <a:off x="11113128" y="4956264"/>
                <a:ext cx="232200" cy="19224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15ACF05A-2770-FAE3-7C3A-21A6BBD19CE2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1104128" y="4947264"/>
                  <a:ext cx="2498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EAF56BA3-4FDE-6C78-1330-3C14043310D3}"/>
                    </a:ext>
                  </a:extLst>
                </p14:cNvPr>
                <p14:cNvContentPartPr/>
                <p14:nvPr/>
              </p14:nvContentPartPr>
              <p14:xfrm>
                <a:off x="11387088" y="5090544"/>
                <a:ext cx="123840" cy="20304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EAF56BA3-4FDE-6C78-1330-3C14043310D3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1378448" y="5081904"/>
                  <a:ext cx="141480" cy="220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338" name="Ink 337">
                <a:extLst>
                  <a:ext uri="{FF2B5EF4-FFF2-40B4-BE49-F238E27FC236}">
                    <a16:creationId xmlns:a16="http://schemas.microsoft.com/office/drawing/2014/main" id="{99649F51-0898-734C-2B4A-8639461B45D3}"/>
                  </a:ext>
                </a:extLst>
              </p14:cNvPr>
              <p14:cNvContentPartPr/>
              <p14:nvPr/>
            </p14:nvContentPartPr>
            <p14:xfrm>
              <a:off x="2287008" y="5636304"/>
              <a:ext cx="267480" cy="120960"/>
            </p14:xfrm>
          </p:contentPart>
        </mc:Choice>
        <mc:Fallback xmlns="">
          <p:pic>
            <p:nvPicPr>
              <p:cNvPr id="338" name="Ink 337">
                <a:extLst>
                  <a:ext uri="{FF2B5EF4-FFF2-40B4-BE49-F238E27FC236}">
                    <a16:creationId xmlns:a16="http://schemas.microsoft.com/office/drawing/2014/main" id="{99649F51-0898-734C-2B4A-8639461B45D3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2278008" y="5627664"/>
                <a:ext cx="285120" cy="138600"/>
              </a:xfrm>
              <a:prstGeom prst="rect">
                <a:avLst/>
              </a:prstGeom>
            </p:spPr>
          </p:pic>
        </mc:Fallback>
      </mc:AlternateContent>
      <p:grpSp>
        <p:nvGrpSpPr>
          <p:cNvPr id="355" name="Group 354">
            <a:extLst>
              <a:ext uri="{FF2B5EF4-FFF2-40B4-BE49-F238E27FC236}">
                <a16:creationId xmlns:a16="http://schemas.microsoft.com/office/drawing/2014/main" id="{CD5C424A-514A-1A30-BD2E-2ED3441A2A5A}"/>
              </a:ext>
            </a:extLst>
          </p:cNvPr>
          <p:cNvGrpSpPr/>
          <p:nvPr/>
        </p:nvGrpSpPr>
        <p:grpSpPr>
          <a:xfrm>
            <a:off x="2879568" y="5561784"/>
            <a:ext cx="956160" cy="212760"/>
            <a:chOff x="2879568" y="5561784"/>
            <a:chExt cx="956160" cy="21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B4FDD4FE-BEB7-D906-C2B2-3A7498A7642B}"/>
                    </a:ext>
                  </a:extLst>
                </p14:cNvPr>
                <p14:cNvContentPartPr/>
                <p14:nvPr/>
              </p14:nvContentPartPr>
              <p14:xfrm>
                <a:off x="2879568" y="5561784"/>
                <a:ext cx="23040" cy="5436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B4FDD4FE-BEB7-D906-C2B2-3A7498A7642B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2870568" y="5552784"/>
                  <a:ext cx="406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9F761725-1BA5-389D-EA3D-B21B8B62F252}"/>
                    </a:ext>
                  </a:extLst>
                </p14:cNvPr>
                <p14:cNvContentPartPr/>
                <p14:nvPr/>
              </p14:nvContentPartPr>
              <p14:xfrm>
                <a:off x="2954448" y="5566464"/>
                <a:ext cx="12240" cy="6768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9F761725-1BA5-389D-EA3D-B21B8B62F252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2945448" y="5557824"/>
                  <a:ext cx="2988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AEB59866-7710-1FB0-A882-54443ACB09FC}"/>
                    </a:ext>
                  </a:extLst>
                </p14:cNvPr>
                <p14:cNvContentPartPr/>
                <p14:nvPr/>
              </p14:nvContentPartPr>
              <p14:xfrm>
                <a:off x="3027168" y="5602464"/>
                <a:ext cx="139320" cy="17208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AEB59866-7710-1FB0-A882-54443ACB09FC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3018528" y="5593824"/>
                  <a:ext cx="15696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B3513A8F-F795-4CB8-25C1-497095A6A9C7}"/>
                    </a:ext>
                  </a:extLst>
                </p14:cNvPr>
                <p14:cNvContentPartPr/>
                <p14:nvPr/>
              </p14:nvContentPartPr>
              <p14:xfrm>
                <a:off x="3226968" y="5674824"/>
                <a:ext cx="32400" cy="4788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B3513A8F-F795-4CB8-25C1-497095A6A9C7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3217968" y="5665824"/>
                  <a:ext cx="500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6DBCC4B2-C78D-8871-EC6A-EE343ACB4726}"/>
                    </a:ext>
                  </a:extLst>
                </p14:cNvPr>
                <p14:cNvContentPartPr/>
                <p14:nvPr/>
              </p14:nvContentPartPr>
              <p14:xfrm>
                <a:off x="3319488" y="5611824"/>
                <a:ext cx="105120" cy="13176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6DBCC4B2-C78D-8871-EC6A-EE343ACB4726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3310848" y="5603184"/>
                  <a:ext cx="1227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970CC929-B7B4-83FC-9A81-8CE9F30CF1AE}"/>
                    </a:ext>
                  </a:extLst>
                </p14:cNvPr>
                <p14:cNvContentPartPr/>
                <p14:nvPr/>
              </p14:nvContentPartPr>
              <p14:xfrm>
                <a:off x="3478608" y="5571144"/>
                <a:ext cx="222120" cy="15696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970CC929-B7B4-83FC-9A81-8CE9F30CF1AE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3469608" y="5562504"/>
                  <a:ext cx="2397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1D303E07-4C5F-9FFE-F3DB-0F9851F20724}"/>
                    </a:ext>
                  </a:extLst>
                </p14:cNvPr>
                <p14:cNvContentPartPr/>
                <p14:nvPr/>
              </p14:nvContentPartPr>
              <p14:xfrm>
                <a:off x="3661848" y="5612544"/>
                <a:ext cx="42480" cy="183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1D303E07-4C5F-9FFE-F3DB-0F9851F20724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653208" y="5603904"/>
                  <a:ext cx="601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410BB181-1C1A-F45A-CC79-3AC6BC2FD8D5}"/>
                    </a:ext>
                  </a:extLst>
                </p14:cNvPr>
                <p14:cNvContentPartPr/>
                <p14:nvPr/>
              </p14:nvContentPartPr>
              <p14:xfrm>
                <a:off x="3783888" y="5572224"/>
                <a:ext cx="51840" cy="2700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410BB181-1C1A-F45A-CC79-3AC6BC2FD8D5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3775248" y="5563584"/>
                  <a:ext cx="69480" cy="44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36">
            <p14:nvContentPartPr>
              <p14:cNvPr id="347" name="Ink 346">
                <a:extLst>
                  <a:ext uri="{FF2B5EF4-FFF2-40B4-BE49-F238E27FC236}">
                    <a16:creationId xmlns:a16="http://schemas.microsoft.com/office/drawing/2014/main" id="{A1DEC7DF-2981-CDE9-13A1-0E3347BBEF58}"/>
                  </a:ext>
                </a:extLst>
              </p14:cNvPr>
              <p14:cNvContentPartPr/>
              <p14:nvPr/>
            </p14:nvContentPartPr>
            <p14:xfrm>
              <a:off x="4267728" y="5525784"/>
              <a:ext cx="71280" cy="202680"/>
            </p14:xfrm>
          </p:contentPart>
        </mc:Choice>
        <mc:Fallback xmlns="">
          <p:pic>
            <p:nvPicPr>
              <p:cNvPr id="347" name="Ink 346">
                <a:extLst>
                  <a:ext uri="{FF2B5EF4-FFF2-40B4-BE49-F238E27FC236}">
                    <a16:creationId xmlns:a16="http://schemas.microsoft.com/office/drawing/2014/main" id="{A1DEC7DF-2981-CDE9-13A1-0E3347BBEF58}"/>
                  </a:ext>
                </a:extLst>
              </p:cNvPr>
              <p:cNvPicPr/>
              <p:nvPr/>
            </p:nvPicPr>
            <p:blipFill>
              <a:blip r:embed="rId537"/>
              <a:stretch>
                <a:fillRect/>
              </a:stretch>
            </p:blipFill>
            <p:spPr>
              <a:xfrm>
                <a:off x="4258728" y="5517144"/>
                <a:ext cx="88920" cy="220320"/>
              </a:xfrm>
              <a:prstGeom prst="rect">
                <a:avLst/>
              </a:prstGeom>
            </p:spPr>
          </p:pic>
        </mc:Fallback>
      </mc:AlternateContent>
      <p:grpSp>
        <p:nvGrpSpPr>
          <p:cNvPr id="357" name="Group 356">
            <a:extLst>
              <a:ext uri="{FF2B5EF4-FFF2-40B4-BE49-F238E27FC236}">
                <a16:creationId xmlns:a16="http://schemas.microsoft.com/office/drawing/2014/main" id="{0F5BFDCA-BD38-B1D7-280E-763DF6DC154D}"/>
              </a:ext>
            </a:extLst>
          </p:cNvPr>
          <p:cNvGrpSpPr/>
          <p:nvPr/>
        </p:nvGrpSpPr>
        <p:grpSpPr>
          <a:xfrm>
            <a:off x="4665168" y="5429664"/>
            <a:ext cx="1569600" cy="339840"/>
            <a:chOff x="4665168" y="5429664"/>
            <a:chExt cx="1569600" cy="33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D5592D6E-921A-9D38-1B41-193AC39ACE80}"/>
                    </a:ext>
                  </a:extLst>
                </p14:cNvPr>
                <p14:cNvContentPartPr/>
                <p14:nvPr/>
              </p14:nvContentPartPr>
              <p14:xfrm>
                <a:off x="4665168" y="5532624"/>
                <a:ext cx="174240" cy="14616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D5592D6E-921A-9D38-1B41-193AC39ACE80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656528" y="5523624"/>
                  <a:ext cx="1918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F44CE410-92CD-19D3-4A78-04C56EFAF39E}"/>
                    </a:ext>
                  </a:extLst>
                </p14:cNvPr>
                <p14:cNvContentPartPr/>
                <p14:nvPr/>
              </p14:nvContentPartPr>
              <p14:xfrm>
                <a:off x="4924728" y="5529024"/>
                <a:ext cx="241920" cy="13608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F44CE410-92CD-19D3-4A78-04C56EFAF39E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915728" y="5520384"/>
                  <a:ext cx="2595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06364268-E26D-4CA0-9538-384865E90742}"/>
                    </a:ext>
                  </a:extLst>
                </p14:cNvPr>
                <p14:cNvContentPartPr/>
                <p14:nvPr/>
              </p14:nvContentPartPr>
              <p14:xfrm>
                <a:off x="5156568" y="5603184"/>
                <a:ext cx="68400" cy="1692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06364268-E26D-4CA0-9538-384865E90742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5147928" y="5594184"/>
                  <a:ext cx="860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2619D530-897A-813E-8CCD-03778D15E631}"/>
                    </a:ext>
                  </a:extLst>
                </p14:cNvPr>
                <p14:cNvContentPartPr/>
                <p14:nvPr/>
              </p14:nvContentPartPr>
              <p14:xfrm>
                <a:off x="5228208" y="5524344"/>
                <a:ext cx="117000" cy="13896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2619D530-897A-813E-8CCD-03778D15E631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5219568" y="5515344"/>
                  <a:ext cx="1346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C67219FE-7C82-D039-A173-EBF9137F41CA}"/>
                    </a:ext>
                  </a:extLst>
                </p14:cNvPr>
                <p14:cNvContentPartPr/>
                <p14:nvPr/>
              </p14:nvContentPartPr>
              <p14:xfrm>
                <a:off x="5418288" y="5498064"/>
                <a:ext cx="572040" cy="27144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C67219FE-7C82-D039-A173-EBF9137F41CA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5409648" y="5489424"/>
                  <a:ext cx="58968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39D656ED-D59A-A89E-FA4F-E75B3CC4FF10}"/>
                    </a:ext>
                  </a:extLst>
                </p14:cNvPr>
                <p14:cNvContentPartPr/>
                <p14:nvPr/>
              </p14:nvContentPartPr>
              <p14:xfrm>
                <a:off x="6160608" y="5523984"/>
                <a:ext cx="74160" cy="6156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39D656ED-D59A-A89E-FA4F-E75B3CC4FF10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6151968" y="5514984"/>
                  <a:ext cx="9180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C3F92E96-54FB-240D-DD5C-55D06E5805BE}"/>
                    </a:ext>
                  </a:extLst>
                </p14:cNvPr>
                <p14:cNvContentPartPr/>
                <p14:nvPr/>
              </p14:nvContentPartPr>
              <p14:xfrm>
                <a:off x="4684248" y="5429664"/>
                <a:ext cx="41040" cy="4320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C3F92E96-54FB-240D-DD5C-55D06E5805BE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4675248" y="5420664"/>
                  <a:ext cx="58680" cy="608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0110887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Word2Vec: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845E682-3376-CC70-A196-1EC3012B67C8}"/>
              </a:ext>
            </a:extLst>
          </p:cNvPr>
          <p:cNvGrpSpPr/>
          <p:nvPr/>
        </p:nvGrpSpPr>
        <p:grpSpPr>
          <a:xfrm>
            <a:off x="5579928" y="14184"/>
            <a:ext cx="547200" cy="347040"/>
            <a:chOff x="5579928" y="14184"/>
            <a:chExt cx="547200" cy="34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B1F82244-9EA3-57C5-5A7B-80D90B34546E}"/>
                    </a:ext>
                  </a:extLst>
                </p14:cNvPr>
                <p14:cNvContentPartPr/>
                <p14:nvPr/>
              </p14:nvContentPartPr>
              <p14:xfrm>
                <a:off x="5681088" y="14184"/>
                <a:ext cx="178560" cy="3470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B1F82244-9EA3-57C5-5A7B-80D90B34546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672088" y="5184"/>
                  <a:ext cx="19620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6B129BDA-AB8A-0F7C-A1E4-B0B3128DBB6D}"/>
                    </a:ext>
                  </a:extLst>
                </p14:cNvPr>
                <p14:cNvContentPartPr/>
                <p14:nvPr/>
              </p14:nvContentPartPr>
              <p14:xfrm>
                <a:off x="5579928" y="156384"/>
                <a:ext cx="547200" cy="1368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6B129BDA-AB8A-0F7C-A1E4-B0B3128DBB6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571288" y="147384"/>
                  <a:ext cx="564840" cy="15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7AD08EAB-1BDF-D5DA-140A-B046B2D3151A}"/>
              </a:ext>
            </a:extLst>
          </p:cNvPr>
          <p:cNvGrpSpPr/>
          <p:nvPr/>
        </p:nvGrpSpPr>
        <p:grpSpPr>
          <a:xfrm>
            <a:off x="6609888" y="29664"/>
            <a:ext cx="1243800" cy="522000"/>
            <a:chOff x="6609888" y="29664"/>
            <a:chExt cx="1243800" cy="52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6B0E358-DD3E-5B29-A292-FB5AA91EC10C}"/>
                    </a:ext>
                  </a:extLst>
                </p14:cNvPr>
                <p14:cNvContentPartPr/>
                <p14:nvPr/>
              </p14:nvContentPartPr>
              <p14:xfrm>
                <a:off x="6609888" y="29664"/>
                <a:ext cx="879840" cy="3542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6B0E358-DD3E-5B29-A292-FB5AA91EC10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601248" y="20664"/>
                  <a:ext cx="89748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73211D9E-14A1-EEF9-BED2-A7D7E4FD4743}"/>
                    </a:ext>
                  </a:extLst>
                </p14:cNvPr>
                <p14:cNvContentPartPr/>
                <p14:nvPr/>
              </p14:nvContentPartPr>
              <p14:xfrm>
                <a:off x="7518168" y="251784"/>
                <a:ext cx="166680" cy="453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73211D9E-14A1-EEF9-BED2-A7D7E4FD474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509528" y="242784"/>
                  <a:ext cx="1843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24C57D3D-C831-3134-6DBC-D884AAFCBDEF}"/>
                    </a:ext>
                  </a:extLst>
                </p14:cNvPr>
                <p14:cNvContentPartPr/>
                <p14:nvPr/>
              </p14:nvContentPartPr>
              <p14:xfrm>
                <a:off x="7732008" y="180504"/>
                <a:ext cx="11880" cy="241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24C57D3D-C831-3134-6DBC-D884AAFCBDE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723008" y="171864"/>
                  <a:ext cx="295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5DD14D83-9F04-44C4-7EC3-BB14D9C2EBED}"/>
                    </a:ext>
                  </a:extLst>
                </p14:cNvPr>
                <p14:cNvContentPartPr/>
                <p14:nvPr/>
              </p14:nvContentPartPr>
              <p14:xfrm>
                <a:off x="7795008" y="220104"/>
                <a:ext cx="58680" cy="3315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5DD14D83-9F04-44C4-7EC3-BB14D9C2EBE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86008" y="211464"/>
                  <a:ext cx="76320" cy="34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6CAD611-9C7B-346C-E0DE-2CEF0DD5189A}"/>
              </a:ext>
            </a:extLst>
          </p:cNvPr>
          <p:cNvGrpSpPr/>
          <p:nvPr/>
        </p:nvGrpSpPr>
        <p:grpSpPr>
          <a:xfrm>
            <a:off x="8402688" y="148464"/>
            <a:ext cx="855360" cy="252360"/>
            <a:chOff x="8402688" y="148464"/>
            <a:chExt cx="855360" cy="25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14F376EB-A0FD-C53A-348D-D48F85833E1E}"/>
                    </a:ext>
                  </a:extLst>
                </p14:cNvPr>
                <p14:cNvContentPartPr/>
                <p14:nvPr/>
              </p14:nvContentPartPr>
              <p14:xfrm>
                <a:off x="8402688" y="148464"/>
                <a:ext cx="245160" cy="2523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14F376EB-A0FD-C53A-348D-D48F85833E1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8393688" y="139464"/>
                  <a:ext cx="2628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279A3AB8-D803-C78D-D18A-61E1CC00932C}"/>
                    </a:ext>
                  </a:extLst>
                </p14:cNvPr>
                <p14:cNvContentPartPr/>
                <p14:nvPr/>
              </p14:nvContentPartPr>
              <p14:xfrm>
                <a:off x="8796168" y="246024"/>
                <a:ext cx="44640" cy="655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279A3AB8-D803-C78D-D18A-61E1CC00932C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8787168" y="237024"/>
                  <a:ext cx="622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CEBBD942-C778-FFA0-7C77-066CA4A6E8F3}"/>
                    </a:ext>
                  </a:extLst>
                </p14:cNvPr>
                <p14:cNvContentPartPr/>
                <p14:nvPr/>
              </p14:nvContentPartPr>
              <p14:xfrm>
                <a:off x="8923248" y="258624"/>
                <a:ext cx="78120" cy="507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CEBBD942-C778-FFA0-7C77-066CA4A6E8F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914248" y="249984"/>
                  <a:ext cx="9576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8207D54A-763E-D321-5BE4-3EA759514482}"/>
                    </a:ext>
                  </a:extLst>
                </p14:cNvPr>
                <p14:cNvContentPartPr/>
                <p14:nvPr/>
              </p14:nvContentPartPr>
              <p14:xfrm>
                <a:off x="9071568" y="174384"/>
                <a:ext cx="186480" cy="1652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8207D54A-763E-D321-5BE4-3EA75951448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9062568" y="165744"/>
                  <a:ext cx="204120" cy="18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189CCCF-59CE-2361-33DE-3250AB47E6F8}"/>
              </a:ext>
            </a:extLst>
          </p:cNvPr>
          <p:cNvGrpSpPr/>
          <p:nvPr/>
        </p:nvGrpSpPr>
        <p:grpSpPr>
          <a:xfrm>
            <a:off x="9557928" y="90144"/>
            <a:ext cx="1400400" cy="459000"/>
            <a:chOff x="9557928" y="90144"/>
            <a:chExt cx="1400400" cy="45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0BF21452-2C6C-250C-1C52-4AFE8F8454CE}"/>
                    </a:ext>
                  </a:extLst>
                </p14:cNvPr>
                <p14:cNvContentPartPr/>
                <p14:nvPr/>
              </p14:nvContentPartPr>
              <p14:xfrm>
                <a:off x="9557928" y="124344"/>
                <a:ext cx="793800" cy="2005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0BF21452-2C6C-250C-1C52-4AFE8F8454C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9549288" y="115344"/>
                  <a:ext cx="8114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13C45FD6-1C08-51E4-C528-92249AB336CA}"/>
                    </a:ext>
                  </a:extLst>
                </p14:cNvPr>
                <p14:cNvContentPartPr/>
                <p14:nvPr/>
              </p14:nvContentPartPr>
              <p14:xfrm>
                <a:off x="10434528" y="152424"/>
                <a:ext cx="115920" cy="1706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13C45FD6-1C08-51E4-C528-92249AB336C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425528" y="143784"/>
                  <a:ext cx="1335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DA0300AE-5780-3A45-6DF5-A94B05C160BD}"/>
                    </a:ext>
                  </a:extLst>
                </p14:cNvPr>
                <p14:cNvContentPartPr/>
                <p14:nvPr/>
              </p14:nvContentPartPr>
              <p14:xfrm>
                <a:off x="10649448" y="90144"/>
                <a:ext cx="178560" cy="2174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DA0300AE-5780-3A45-6DF5-A94B05C160B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0640808" y="81144"/>
                  <a:ext cx="1962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BFBB3D3D-42D1-1A10-9330-B53383DD418A}"/>
                    </a:ext>
                  </a:extLst>
                </p14:cNvPr>
                <p14:cNvContentPartPr/>
                <p14:nvPr/>
              </p14:nvContentPartPr>
              <p14:xfrm>
                <a:off x="10681488" y="213984"/>
                <a:ext cx="276840" cy="3351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BFBB3D3D-42D1-1A10-9330-B53383DD418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0672848" y="204984"/>
                  <a:ext cx="294480" cy="35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18CE78C-2813-0E5C-3C51-E4972C95F6EB}"/>
              </a:ext>
            </a:extLst>
          </p:cNvPr>
          <p:cNvGrpSpPr/>
          <p:nvPr/>
        </p:nvGrpSpPr>
        <p:grpSpPr>
          <a:xfrm>
            <a:off x="2065248" y="48384"/>
            <a:ext cx="3034080" cy="1019160"/>
            <a:chOff x="2065248" y="48384"/>
            <a:chExt cx="3034080" cy="101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23B6C652-A2C2-997A-BA96-7F40791EE955}"/>
                    </a:ext>
                  </a:extLst>
                </p14:cNvPr>
                <p14:cNvContentPartPr/>
                <p14:nvPr/>
              </p14:nvContentPartPr>
              <p14:xfrm>
                <a:off x="2065248" y="94464"/>
                <a:ext cx="57240" cy="4651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23B6C652-A2C2-997A-BA96-7F40791EE95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056248" y="85464"/>
                  <a:ext cx="74880" cy="48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311ABE9-1966-1D3E-1930-5E2648FCD334}"/>
                    </a:ext>
                  </a:extLst>
                </p14:cNvPr>
                <p14:cNvContentPartPr/>
                <p14:nvPr/>
              </p14:nvContentPartPr>
              <p14:xfrm>
                <a:off x="2123928" y="206424"/>
                <a:ext cx="167400" cy="118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311ABE9-1966-1D3E-1930-5E2648FCD33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115288" y="197424"/>
                  <a:ext cx="1850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6E9D21FE-73B2-AD0B-A637-09C8A0C452A1}"/>
                    </a:ext>
                  </a:extLst>
                </p14:cNvPr>
                <p14:cNvContentPartPr/>
                <p14:nvPr/>
              </p14:nvContentPartPr>
              <p14:xfrm>
                <a:off x="2441448" y="111744"/>
                <a:ext cx="334800" cy="383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6E9D21FE-73B2-AD0B-A637-09C8A0C452A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432448" y="103104"/>
                  <a:ext cx="35244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13A41071-CCB5-ED4C-AFB9-5E0312921187}"/>
                    </a:ext>
                  </a:extLst>
                </p14:cNvPr>
                <p14:cNvContentPartPr/>
                <p14:nvPr/>
              </p14:nvContentPartPr>
              <p14:xfrm>
                <a:off x="2851128" y="111744"/>
                <a:ext cx="216000" cy="2836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13A41071-CCB5-ED4C-AFB9-5E031292118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842488" y="102744"/>
                  <a:ext cx="23364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89712889-8D86-A7C5-1FC2-04A707478CB8}"/>
                    </a:ext>
                  </a:extLst>
                </p14:cNvPr>
                <p14:cNvContentPartPr/>
                <p14:nvPr/>
              </p14:nvContentPartPr>
              <p14:xfrm>
                <a:off x="3137328" y="262944"/>
                <a:ext cx="222120" cy="572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89712889-8D86-A7C5-1FC2-04A707478CB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128328" y="253944"/>
                  <a:ext cx="23976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D99630CD-E6CD-C578-6D65-5760F9016A80}"/>
                    </a:ext>
                  </a:extLst>
                </p14:cNvPr>
                <p14:cNvContentPartPr/>
                <p14:nvPr/>
              </p14:nvContentPartPr>
              <p14:xfrm>
                <a:off x="3704688" y="48384"/>
                <a:ext cx="272160" cy="2934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D99630CD-E6CD-C578-6D65-5760F9016A8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695688" y="39744"/>
                  <a:ext cx="28980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59910B8F-AE85-D3A8-34CE-3DC0832F59A4}"/>
                    </a:ext>
                  </a:extLst>
                </p14:cNvPr>
                <p14:cNvContentPartPr/>
                <p14:nvPr/>
              </p14:nvContentPartPr>
              <p14:xfrm>
                <a:off x="4024008" y="130104"/>
                <a:ext cx="247320" cy="1368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59910B8F-AE85-D3A8-34CE-3DC0832F59A4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015368" y="121464"/>
                  <a:ext cx="2649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137AC05D-BAEB-4565-262E-5F01A27ED212}"/>
                    </a:ext>
                  </a:extLst>
                </p14:cNvPr>
                <p14:cNvContentPartPr/>
                <p14:nvPr/>
              </p14:nvContentPartPr>
              <p14:xfrm>
                <a:off x="3935808" y="106344"/>
                <a:ext cx="148320" cy="370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137AC05D-BAEB-4565-262E-5F01A27ED21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926808" y="97344"/>
                  <a:ext cx="16596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2762B45D-AEC3-CAAC-F81A-5BC18F06088D}"/>
                    </a:ext>
                  </a:extLst>
                </p14:cNvPr>
                <p14:cNvContentPartPr/>
                <p14:nvPr/>
              </p14:nvContentPartPr>
              <p14:xfrm>
                <a:off x="4335048" y="215424"/>
                <a:ext cx="147600" cy="561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2762B45D-AEC3-CAAC-F81A-5BC18F06088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326048" y="206784"/>
                  <a:ext cx="1652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9C8D7E75-D8A0-7165-D2E5-9AFBB1E3946D}"/>
                    </a:ext>
                  </a:extLst>
                </p14:cNvPr>
                <p14:cNvContentPartPr/>
                <p14:nvPr/>
              </p14:nvContentPartPr>
              <p14:xfrm>
                <a:off x="4503528" y="158544"/>
                <a:ext cx="16560" cy="489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9C8D7E75-D8A0-7165-D2E5-9AFBB1E3946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494528" y="149904"/>
                  <a:ext cx="342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A49DBDCE-5281-E5D5-7243-105E20DEE744}"/>
                    </a:ext>
                  </a:extLst>
                </p14:cNvPr>
                <p14:cNvContentPartPr/>
                <p14:nvPr/>
              </p14:nvContentPartPr>
              <p14:xfrm>
                <a:off x="4574088" y="172944"/>
                <a:ext cx="451080" cy="1627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A49DBDCE-5281-E5D5-7243-105E20DEE74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565088" y="163944"/>
                  <a:ext cx="4687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E78A4915-E06A-93E9-6CBF-66C79D4C7CD0}"/>
                    </a:ext>
                  </a:extLst>
                </p14:cNvPr>
                <p14:cNvContentPartPr/>
                <p14:nvPr/>
              </p14:nvContentPartPr>
              <p14:xfrm>
                <a:off x="4875408" y="167544"/>
                <a:ext cx="223920" cy="1695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E78A4915-E06A-93E9-6CBF-66C79D4C7CD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866768" y="158904"/>
                  <a:ext cx="2415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7306E56D-300B-AE6A-387D-77550314FB47}"/>
                    </a:ext>
                  </a:extLst>
                </p14:cNvPr>
                <p14:cNvContentPartPr/>
                <p14:nvPr/>
              </p14:nvContentPartPr>
              <p14:xfrm>
                <a:off x="2850768" y="489024"/>
                <a:ext cx="335520" cy="5785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7306E56D-300B-AE6A-387D-77550314FB4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841768" y="480024"/>
                  <a:ext cx="353160" cy="59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D5E9B029-1B9B-2E0C-7E48-C5162B01CED2}"/>
                    </a:ext>
                  </a:extLst>
                </p14:cNvPr>
                <p14:cNvContentPartPr/>
                <p14:nvPr/>
              </p14:nvContentPartPr>
              <p14:xfrm>
                <a:off x="2814048" y="765504"/>
                <a:ext cx="614520" cy="2052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D5E9B029-1B9B-2E0C-7E48-C5162B01CED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805408" y="756504"/>
                  <a:ext cx="63216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04B880E3-7360-7F68-0CE1-1CE4A29E474B}"/>
                    </a:ext>
                  </a:extLst>
                </p14:cNvPr>
                <p14:cNvContentPartPr/>
                <p14:nvPr/>
              </p14:nvContentPartPr>
              <p14:xfrm>
                <a:off x="3505248" y="770544"/>
                <a:ext cx="162000" cy="46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04B880E3-7360-7F68-0CE1-1CE4A29E474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496608" y="761544"/>
                  <a:ext cx="17964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1E64C95C-E208-4D11-D8CB-C4F2E6CC04BB}"/>
                    </a:ext>
                  </a:extLst>
                </p14:cNvPr>
                <p14:cNvContentPartPr/>
                <p14:nvPr/>
              </p14:nvContentPartPr>
              <p14:xfrm>
                <a:off x="3738888" y="769824"/>
                <a:ext cx="4320" cy="108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1E64C95C-E208-4D11-D8CB-C4F2E6CC04BB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729888" y="760824"/>
                  <a:ext cx="2196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29A15BE2-AC14-8206-83E5-69E8703AD1E8}"/>
              </a:ext>
            </a:extLst>
          </p:cNvPr>
          <p:cNvGrpSpPr/>
          <p:nvPr/>
        </p:nvGrpSpPr>
        <p:grpSpPr>
          <a:xfrm>
            <a:off x="4086648" y="519624"/>
            <a:ext cx="808200" cy="397080"/>
            <a:chOff x="4086648" y="519624"/>
            <a:chExt cx="808200" cy="39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DBCCBE62-DB96-2471-C01E-7E0A7AC85763}"/>
                    </a:ext>
                  </a:extLst>
                </p14:cNvPr>
                <p14:cNvContentPartPr/>
                <p14:nvPr/>
              </p14:nvContentPartPr>
              <p14:xfrm>
                <a:off x="4086648" y="519624"/>
                <a:ext cx="808200" cy="3970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DBCCBE62-DB96-2471-C01E-7E0A7AC8576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078008" y="510984"/>
                  <a:ext cx="825840" cy="41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3736FA9C-E065-AAC8-4A21-267CAD33295F}"/>
                    </a:ext>
                  </a:extLst>
                </p14:cNvPr>
                <p14:cNvContentPartPr/>
                <p14:nvPr/>
              </p14:nvContentPartPr>
              <p14:xfrm>
                <a:off x="4697928" y="631224"/>
                <a:ext cx="54000" cy="190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3736FA9C-E065-AAC8-4A21-267CAD33295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689288" y="622224"/>
                  <a:ext cx="7164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05472A56-43EE-1EE2-29A9-67C978720AE8}"/>
              </a:ext>
            </a:extLst>
          </p:cNvPr>
          <p:cNvGrpSpPr/>
          <p:nvPr/>
        </p:nvGrpSpPr>
        <p:grpSpPr>
          <a:xfrm>
            <a:off x="5299488" y="501624"/>
            <a:ext cx="602280" cy="267480"/>
            <a:chOff x="5299488" y="501624"/>
            <a:chExt cx="602280" cy="26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AC446291-7BFA-2C86-4AB9-408765765B58}"/>
                    </a:ext>
                  </a:extLst>
                </p14:cNvPr>
                <p14:cNvContentPartPr/>
                <p14:nvPr/>
              </p14:nvContentPartPr>
              <p14:xfrm>
                <a:off x="5299488" y="501624"/>
                <a:ext cx="369720" cy="2674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AC446291-7BFA-2C86-4AB9-408765765B5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290848" y="492624"/>
                  <a:ext cx="38736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4DB48194-0D10-508C-807F-2898EA988A67}"/>
                    </a:ext>
                  </a:extLst>
                </p14:cNvPr>
                <p14:cNvContentPartPr/>
                <p14:nvPr/>
              </p14:nvContentPartPr>
              <p14:xfrm>
                <a:off x="5777568" y="586224"/>
                <a:ext cx="9720" cy="1177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4DB48194-0D10-508C-807F-2898EA988A6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768928" y="577584"/>
                  <a:ext cx="273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2C8421BF-FCF8-BC0B-CEBC-0647BF98D7FF}"/>
                    </a:ext>
                  </a:extLst>
                </p14:cNvPr>
                <p14:cNvContentPartPr/>
                <p14:nvPr/>
              </p14:nvContentPartPr>
              <p14:xfrm>
                <a:off x="5811768" y="634104"/>
                <a:ext cx="90000" cy="248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2C8421BF-FCF8-BC0B-CEBC-0647BF98D7F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803128" y="625464"/>
                  <a:ext cx="1076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3F839CB8-D5A0-97E4-91D8-4435D3019D36}"/>
                    </a:ext>
                  </a:extLst>
                </p14:cNvPr>
                <p14:cNvContentPartPr/>
                <p14:nvPr/>
              </p14:nvContentPartPr>
              <p14:xfrm>
                <a:off x="5523408" y="580824"/>
                <a:ext cx="73080" cy="295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3F839CB8-D5A0-97E4-91D8-4435D3019D3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514768" y="571824"/>
                  <a:ext cx="9072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14B825A-5F61-8968-2BCD-DCAA85024730}"/>
              </a:ext>
            </a:extLst>
          </p:cNvPr>
          <p:cNvGrpSpPr/>
          <p:nvPr/>
        </p:nvGrpSpPr>
        <p:grpSpPr>
          <a:xfrm>
            <a:off x="6263568" y="545184"/>
            <a:ext cx="1006920" cy="305280"/>
            <a:chOff x="6263568" y="545184"/>
            <a:chExt cx="1006920" cy="30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959279FA-3C3F-F98D-18E1-8EED003EDF59}"/>
                    </a:ext>
                  </a:extLst>
                </p14:cNvPr>
                <p14:cNvContentPartPr/>
                <p14:nvPr/>
              </p14:nvContentPartPr>
              <p14:xfrm>
                <a:off x="6263568" y="545184"/>
                <a:ext cx="219960" cy="1882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959279FA-3C3F-F98D-18E1-8EED003EDF5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254928" y="536544"/>
                  <a:ext cx="2376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98608CAA-5D99-248B-F2FD-27C0BD9F67A6}"/>
                    </a:ext>
                  </a:extLst>
                </p14:cNvPr>
                <p14:cNvContentPartPr/>
                <p14:nvPr/>
              </p14:nvContentPartPr>
              <p14:xfrm>
                <a:off x="6559848" y="641664"/>
                <a:ext cx="86400" cy="1220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98608CAA-5D99-248B-F2FD-27C0BD9F67A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550848" y="633024"/>
                  <a:ext cx="1040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7C5EE5E1-DB69-16DB-0633-40F759B64421}"/>
                    </a:ext>
                  </a:extLst>
                </p14:cNvPr>
                <p14:cNvContentPartPr/>
                <p14:nvPr/>
              </p14:nvContentPartPr>
              <p14:xfrm>
                <a:off x="6727968" y="600984"/>
                <a:ext cx="18360" cy="2494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7C5EE5E1-DB69-16DB-0633-40F759B6442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719328" y="591984"/>
                  <a:ext cx="360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0FCFBD1B-53DA-82CA-711F-BFEF31FE2B37}"/>
                    </a:ext>
                  </a:extLst>
                </p14:cNvPr>
                <p14:cNvContentPartPr/>
                <p14:nvPr/>
              </p14:nvContentPartPr>
              <p14:xfrm>
                <a:off x="6754968" y="602784"/>
                <a:ext cx="79560" cy="655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0FCFBD1B-53DA-82CA-711F-BFEF31FE2B3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745968" y="593784"/>
                  <a:ext cx="9720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BC263FC8-0826-96E9-32D9-8F50DBAB8FAF}"/>
                    </a:ext>
                  </a:extLst>
                </p14:cNvPr>
                <p14:cNvContentPartPr/>
                <p14:nvPr/>
              </p14:nvContentPartPr>
              <p14:xfrm>
                <a:off x="6926688" y="606024"/>
                <a:ext cx="35640" cy="406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BC263FC8-0826-96E9-32D9-8F50DBAB8FA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918048" y="597384"/>
                  <a:ext cx="532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3D90234D-FC85-25D6-4545-627F76B705F0}"/>
                    </a:ext>
                  </a:extLst>
                </p14:cNvPr>
                <p14:cNvContentPartPr/>
                <p14:nvPr/>
              </p14:nvContentPartPr>
              <p14:xfrm>
                <a:off x="7028208" y="581904"/>
                <a:ext cx="118080" cy="583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3D90234D-FC85-25D6-4545-627F76B705F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019568" y="573264"/>
                  <a:ext cx="13572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7BAD37E7-6A7E-8698-1BBA-6A4A3787687D}"/>
                    </a:ext>
                  </a:extLst>
                </p14:cNvPr>
                <p14:cNvContentPartPr/>
                <p14:nvPr/>
              </p14:nvContentPartPr>
              <p14:xfrm>
                <a:off x="7207128" y="563184"/>
                <a:ext cx="63360" cy="676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7BAD37E7-6A7E-8698-1BBA-6A4A3787687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198488" y="554544"/>
                  <a:ext cx="81000" cy="85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AFB6A76-D52D-051D-C087-C45D6E0B4397}"/>
                  </a:ext>
                </a:extLst>
              </p14:cNvPr>
              <p14:cNvContentPartPr/>
              <p14:nvPr/>
            </p14:nvContentPartPr>
            <p14:xfrm>
              <a:off x="7604208" y="600624"/>
              <a:ext cx="11880" cy="104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AFB6A76-D52D-051D-C087-C45D6E0B439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595208" y="591984"/>
                <a:ext cx="29520" cy="2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72" name="Group 71">
            <a:extLst>
              <a:ext uri="{FF2B5EF4-FFF2-40B4-BE49-F238E27FC236}">
                <a16:creationId xmlns:a16="http://schemas.microsoft.com/office/drawing/2014/main" id="{C8835DAB-B1A9-895B-A88D-570859AFF1B7}"/>
              </a:ext>
            </a:extLst>
          </p:cNvPr>
          <p:cNvGrpSpPr/>
          <p:nvPr/>
        </p:nvGrpSpPr>
        <p:grpSpPr>
          <a:xfrm>
            <a:off x="2329128" y="1332864"/>
            <a:ext cx="1206720" cy="343440"/>
            <a:chOff x="2329128" y="1332864"/>
            <a:chExt cx="1206720" cy="34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B538BCAA-C550-E924-4956-60EB291B0E04}"/>
                    </a:ext>
                  </a:extLst>
                </p14:cNvPr>
                <p14:cNvContentPartPr/>
                <p14:nvPr/>
              </p14:nvContentPartPr>
              <p14:xfrm>
                <a:off x="2329128" y="1414224"/>
                <a:ext cx="260640" cy="2620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B538BCAA-C550-E924-4956-60EB291B0E0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320128" y="1405224"/>
                  <a:ext cx="27828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637A705-5333-5743-86F1-F04FB357F636}"/>
                    </a:ext>
                  </a:extLst>
                </p14:cNvPr>
                <p14:cNvContentPartPr/>
                <p14:nvPr/>
              </p14:nvContentPartPr>
              <p14:xfrm>
                <a:off x="2732688" y="1408104"/>
                <a:ext cx="175680" cy="191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637A705-5333-5743-86F1-F04FB357F63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723688" y="1399104"/>
                  <a:ext cx="19332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DAA2D85-5B7F-3B75-1B58-0A58FD0B3582}"/>
                    </a:ext>
                  </a:extLst>
                </p14:cNvPr>
                <p14:cNvContentPartPr/>
                <p14:nvPr/>
              </p14:nvContentPartPr>
              <p14:xfrm>
                <a:off x="3030408" y="1422864"/>
                <a:ext cx="117000" cy="997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DAA2D85-5B7F-3B75-1B58-0A58FD0B358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021408" y="1414224"/>
                  <a:ext cx="13464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2534C711-9681-1483-C1CB-06BB26E79DDC}"/>
                    </a:ext>
                  </a:extLst>
                </p14:cNvPr>
                <p14:cNvContentPartPr/>
                <p14:nvPr/>
              </p14:nvContentPartPr>
              <p14:xfrm>
                <a:off x="3257208" y="1332864"/>
                <a:ext cx="278640" cy="1940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2534C711-9681-1483-C1CB-06BB26E79DD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248568" y="1324224"/>
                  <a:ext cx="296280" cy="211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5DA890A-0104-65AB-FB58-943802366697}"/>
                  </a:ext>
                </a:extLst>
              </p14:cNvPr>
              <p14:cNvContentPartPr/>
              <p14:nvPr/>
            </p14:nvContentPartPr>
            <p14:xfrm>
              <a:off x="3896568" y="1347624"/>
              <a:ext cx="325800" cy="8640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5DA890A-0104-65AB-FB58-94380236669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887928" y="1338984"/>
                <a:ext cx="343440" cy="104040"/>
              </a:xfrm>
              <a:prstGeom prst="rect">
                <a:avLst/>
              </a:prstGeom>
            </p:spPr>
          </p:pic>
        </mc:Fallback>
      </mc:AlternateContent>
      <p:grpSp>
        <p:nvGrpSpPr>
          <p:cNvPr id="71" name="Group 70">
            <a:extLst>
              <a:ext uri="{FF2B5EF4-FFF2-40B4-BE49-F238E27FC236}">
                <a16:creationId xmlns:a16="http://schemas.microsoft.com/office/drawing/2014/main" id="{BC33F599-657D-E4E4-7744-28DA43AF5A1B}"/>
              </a:ext>
            </a:extLst>
          </p:cNvPr>
          <p:cNvGrpSpPr/>
          <p:nvPr/>
        </p:nvGrpSpPr>
        <p:grpSpPr>
          <a:xfrm>
            <a:off x="4632408" y="1179144"/>
            <a:ext cx="1321560" cy="309240"/>
            <a:chOff x="4632408" y="1179144"/>
            <a:chExt cx="1321560" cy="30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9F03C6DC-3E37-DABE-5D54-63B42AB2D5C8}"/>
                    </a:ext>
                  </a:extLst>
                </p14:cNvPr>
                <p14:cNvContentPartPr/>
                <p14:nvPr/>
              </p14:nvContentPartPr>
              <p14:xfrm>
                <a:off x="4632408" y="1206144"/>
                <a:ext cx="346680" cy="2822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9F03C6DC-3E37-DABE-5D54-63B42AB2D5C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623408" y="1197504"/>
                  <a:ext cx="36432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FE83B49C-7FFF-EAE7-543C-ED4632137879}"/>
                    </a:ext>
                  </a:extLst>
                </p14:cNvPr>
                <p14:cNvContentPartPr/>
                <p14:nvPr/>
              </p14:nvContentPartPr>
              <p14:xfrm>
                <a:off x="5054328" y="1354824"/>
                <a:ext cx="146520" cy="216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FE83B49C-7FFF-EAE7-543C-ED463213787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045328" y="1346184"/>
                  <a:ext cx="1641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12A5FF53-C3A6-AD8D-83EC-AB5CF0F1BB02}"/>
                    </a:ext>
                  </a:extLst>
                </p14:cNvPr>
                <p14:cNvContentPartPr/>
                <p14:nvPr/>
              </p14:nvContentPartPr>
              <p14:xfrm>
                <a:off x="5276808" y="1179144"/>
                <a:ext cx="136800" cy="1890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12A5FF53-C3A6-AD8D-83EC-AB5CF0F1BB0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268168" y="1170144"/>
                  <a:ext cx="1544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5F71C5DF-4D20-F6CA-EE44-EB2529AC14F2}"/>
                    </a:ext>
                  </a:extLst>
                </p14:cNvPr>
                <p14:cNvContentPartPr/>
                <p14:nvPr/>
              </p14:nvContentPartPr>
              <p14:xfrm>
                <a:off x="5436648" y="1258344"/>
                <a:ext cx="7200" cy="388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5F71C5DF-4D20-F6CA-EE44-EB2529AC14F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428008" y="1249344"/>
                  <a:ext cx="248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E545A3A7-C994-47A6-8F47-5D06B51D9B77}"/>
                    </a:ext>
                  </a:extLst>
                </p14:cNvPr>
                <p14:cNvContentPartPr/>
                <p14:nvPr/>
              </p14:nvContentPartPr>
              <p14:xfrm>
                <a:off x="5270328" y="1189224"/>
                <a:ext cx="159840" cy="403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E545A3A7-C994-47A6-8F47-5D06B51D9B7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261328" y="1180584"/>
                  <a:ext cx="1774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8B4EDAB9-97B0-1599-D53A-A36CF2012D99}"/>
                    </a:ext>
                  </a:extLst>
                </p14:cNvPr>
                <p14:cNvContentPartPr/>
                <p14:nvPr/>
              </p14:nvContentPartPr>
              <p14:xfrm>
                <a:off x="5549328" y="1274184"/>
                <a:ext cx="218520" cy="644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8B4EDAB9-97B0-1599-D53A-A36CF2012D9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540688" y="1265544"/>
                  <a:ext cx="23616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1D545E7F-B498-7024-C7ED-88CD76789547}"/>
                    </a:ext>
                  </a:extLst>
                </p14:cNvPr>
                <p14:cNvContentPartPr/>
                <p14:nvPr/>
              </p14:nvContentPartPr>
              <p14:xfrm>
                <a:off x="5829048" y="1209384"/>
                <a:ext cx="124920" cy="1015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1D545E7F-B498-7024-C7ED-88CD7678954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820408" y="1200384"/>
                  <a:ext cx="142560" cy="11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28B5B5A-A2E7-35AE-A0B2-FBCFA3241344}"/>
                  </a:ext>
                </a:extLst>
              </p14:cNvPr>
              <p14:cNvContentPartPr/>
              <p14:nvPr/>
            </p14:nvContentPartPr>
            <p14:xfrm>
              <a:off x="6589728" y="1183104"/>
              <a:ext cx="1080" cy="46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28B5B5A-A2E7-35AE-A0B2-FBCFA324134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580728" y="1174104"/>
                <a:ext cx="18720" cy="22320"/>
              </a:xfrm>
              <a:prstGeom prst="rect">
                <a:avLst/>
              </a:prstGeom>
            </p:spPr>
          </p:pic>
        </mc:Fallback>
      </mc:AlternateContent>
      <p:grpSp>
        <p:nvGrpSpPr>
          <p:cNvPr id="87" name="Group 86">
            <a:extLst>
              <a:ext uri="{FF2B5EF4-FFF2-40B4-BE49-F238E27FC236}">
                <a16:creationId xmlns:a16="http://schemas.microsoft.com/office/drawing/2014/main" id="{2401E325-FB14-7C59-0954-B76A667AB770}"/>
              </a:ext>
            </a:extLst>
          </p:cNvPr>
          <p:cNvGrpSpPr/>
          <p:nvPr/>
        </p:nvGrpSpPr>
        <p:grpSpPr>
          <a:xfrm>
            <a:off x="6430248" y="1119024"/>
            <a:ext cx="498960" cy="455400"/>
            <a:chOff x="6430248" y="1119024"/>
            <a:chExt cx="498960" cy="45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A3CC48BD-40F4-76DA-1633-02595258EC56}"/>
                    </a:ext>
                  </a:extLst>
                </p14:cNvPr>
                <p14:cNvContentPartPr/>
                <p14:nvPr/>
              </p14:nvContentPartPr>
              <p14:xfrm>
                <a:off x="6430248" y="1119024"/>
                <a:ext cx="164160" cy="2660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A3CC48BD-40F4-76DA-1633-02595258EC5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421608" y="1110024"/>
                  <a:ext cx="18180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4860F792-D598-8664-D2E6-A71C6C663B15}"/>
                    </a:ext>
                  </a:extLst>
                </p14:cNvPr>
                <p14:cNvContentPartPr/>
                <p14:nvPr/>
              </p14:nvContentPartPr>
              <p14:xfrm>
                <a:off x="6689448" y="1193904"/>
                <a:ext cx="239760" cy="3805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4860F792-D598-8664-D2E6-A71C6C663B1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680448" y="1184904"/>
                  <a:ext cx="257400" cy="398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1C8B48B-42B7-4293-52B1-94E8F40A6490}"/>
                  </a:ext>
                </a:extLst>
              </p14:cNvPr>
              <p14:cNvContentPartPr/>
              <p14:nvPr/>
            </p14:nvContentPartPr>
            <p14:xfrm>
              <a:off x="7224048" y="1116864"/>
              <a:ext cx="167040" cy="3330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1C8B48B-42B7-4293-52B1-94E8F40A649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7215408" y="1107864"/>
                <a:ext cx="184680" cy="35064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oup 85">
            <a:extLst>
              <a:ext uri="{FF2B5EF4-FFF2-40B4-BE49-F238E27FC236}">
                <a16:creationId xmlns:a16="http://schemas.microsoft.com/office/drawing/2014/main" id="{CA456B98-11FA-5E21-9281-B330B0C2BBAF}"/>
              </a:ext>
            </a:extLst>
          </p:cNvPr>
          <p:cNvGrpSpPr/>
          <p:nvPr/>
        </p:nvGrpSpPr>
        <p:grpSpPr>
          <a:xfrm>
            <a:off x="7678008" y="915624"/>
            <a:ext cx="939600" cy="266040"/>
            <a:chOff x="7678008" y="915624"/>
            <a:chExt cx="939600" cy="26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A9F0FD16-8292-0050-39F1-C4E4475F8D4E}"/>
                    </a:ext>
                  </a:extLst>
                </p14:cNvPr>
                <p14:cNvContentPartPr/>
                <p14:nvPr/>
              </p14:nvContentPartPr>
              <p14:xfrm>
                <a:off x="7678008" y="1076544"/>
                <a:ext cx="185760" cy="1051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A9F0FD16-8292-0050-39F1-C4E4475F8D4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669008" y="1067904"/>
                  <a:ext cx="2034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9AB5185F-E85F-CF41-C171-3D284AA27CDC}"/>
                    </a:ext>
                  </a:extLst>
                </p14:cNvPr>
                <p14:cNvContentPartPr/>
                <p14:nvPr/>
              </p14:nvContentPartPr>
              <p14:xfrm>
                <a:off x="7978248" y="1072944"/>
                <a:ext cx="32760" cy="561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9AB5185F-E85F-CF41-C171-3D284AA27CD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969608" y="1064304"/>
                  <a:ext cx="504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3B81A46-1809-CF76-8234-C3F77838F31C}"/>
                    </a:ext>
                  </a:extLst>
                </p14:cNvPr>
                <p14:cNvContentPartPr/>
                <p14:nvPr/>
              </p14:nvContentPartPr>
              <p14:xfrm>
                <a:off x="8100648" y="1069704"/>
                <a:ext cx="65160" cy="500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3B81A46-1809-CF76-8234-C3F77838F31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092008" y="1060704"/>
                  <a:ext cx="828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C528D240-47D3-253B-1AE5-2DA367DA54A3}"/>
                    </a:ext>
                  </a:extLst>
                </p14:cNvPr>
                <p14:cNvContentPartPr/>
                <p14:nvPr/>
              </p14:nvContentPartPr>
              <p14:xfrm>
                <a:off x="8218368" y="915624"/>
                <a:ext cx="229320" cy="2372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C528D240-47D3-253B-1AE5-2DA367DA54A3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209368" y="906624"/>
                  <a:ext cx="24696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1A97B97A-7A4C-1E3B-3369-87B2781B8068}"/>
                    </a:ext>
                  </a:extLst>
                </p14:cNvPr>
                <p14:cNvContentPartPr/>
                <p14:nvPr/>
              </p14:nvContentPartPr>
              <p14:xfrm>
                <a:off x="8599608" y="1132704"/>
                <a:ext cx="18000" cy="122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1A97B97A-7A4C-1E3B-3369-87B2781B806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590608" y="1123704"/>
                  <a:ext cx="3564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52504BBE-72CD-8D75-46F2-84134F059DA5}"/>
              </a:ext>
            </a:extLst>
          </p:cNvPr>
          <p:cNvGrpSpPr/>
          <p:nvPr/>
        </p:nvGrpSpPr>
        <p:grpSpPr>
          <a:xfrm>
            <a:off x="8879328" y="1014264"/>
            <a:ext cx="108720" cy="117360"/>
            <a:chOff x="8879328" y="1014264"/>
            <a:chExt cx="108720" cy="11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AFF98DA7-FD83-8530-00E8-611D1A2FF9AF}"/>
                    </a:ext>
                  </a:extLst>
                </p14:cNvPr>
                <p14:cNvContentPartPr/>
                <p14:nvPr/>
              </p14:nvContentPartPr>
              <p14:xfrm>
                <a:off x="8892648" y="1014264"/>
                <a:ext cx="84600" cy="1173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AFF98DA7-FD83-8530-00E8-611D1A2FF9A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883648" y="1005264"/>
                  <a:ext cx="10224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38C83A23-8FC9-F2DD-0C68-F8E596244F2B}"/>
                    </a:ext>
                  </a:extLst>
                </p14:cNvPr>
                <p14:cNvContentPartPr/>
                <p14:nvPr/>
              </p14:nvContentPartPr>
              <p14:xfrm>
                <a:off x="8879328" y="1027584"/>
                <a:ext cx="108720" cy="658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38C83A23-8FC9-F2DD-0C68-F8E596244F2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870328" y="1018944"/>
                  <a:ext cx="126360" cy="8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531980EE-5D99-A31A-00C1-ECC2D2E7F178}"/>
              </a:ext>
            </a:extLst>
          </p:cNvPr>
          <p:cNvGrpSpPr/>
          <p:nvPr/>
        </p:nvGrpSpPr>
        <p:grpSpPr>
          <a:xfrm>
            <a:off x="304128" y="2678184"/>
            <a:ext cx="891360" cy="716400"/>
            <a:chOff x="304128" y="2678184"/>
            <a:chExt cx="891360" cy="71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1703CB4B-A37B-8B7E-0470-43B0C4E155BB}"/>
                    </a:ext>
                  </a:extLst>
                </p14:cNvPr>
                <p14:cNvContentPartPr/>
                <p14:nvPr/>
              </p14:nvContentPartPr>
              <p14:xfrm>
                <a:off x="636768" y="3034944"/>
                <a:ext cx="23400" cy="1756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1703CB4B-A37B-8B7E-0470-43B0C4E155B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28128" y="3025944"/>
                  <a:ext cx="410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68F8F0F8-78FF-D9BE-3B03-0AE75493B844}"/>
                    </a:ext>
                  </a:extLst>
                </p14:cNvPr>
                <p14:cNvContentPartPr/>
                <p14:nvPr/>
              </p14:nvContentPartPr>
              <p14:xfrm>
                <a:off x="304128" y="2678184"/>
                <a:ext cx="891360" cy="7164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68F8F0F8-78FF-D9BE-3B03-0AE75493B84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95488" y="2669544"/>
                  <a:ext cx="909000" cy="73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2EBA391C-77A4-C2BD-B121-2073C888FF4E}"/>
              </a:ext>
            </a:extLst>
          </p:cNvPr>
          <p:cNvGrpSpPr/>
          <p:nvPr/>
        </p:nvGrpSpPr>
        <p:grpSpPr>
          <a:xfrm>
            <a:off x="1874088" y="1923264"/>
            <a:ext cx="3480120" cy="1182960"/>
            <a:chOff x="1874088" y="1923264"/>
            <a:chExt cx="3480120" cy="118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B4D3DD87-350D-007A-270A-7AF139B0E6CE}"/>
                    </a:ext>
                  </a:extLst>
                </p14:cNvPr>
                <p14:cNvContentPartPr/>
                <p14:nvPr/>
              </p14:nvContentPartPr>
              <p14:xfrm>
                <a:off x="2757888" y="1923264"/>
                <a:ext cx="253800" cy="3466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B4D3DD87-350D-007A-270A-7AF139B0E6C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749248" y="1914264"/>
                  <a:ext cx="27144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D76DFB99-C5D5-BF73-FC45-138CEB75C18B}"/>
                    </a:ext>
                  </a:extLst>
                </p14:cNvPr>
                <p14:cNvContentPartPr/>
                <p14:nvPr/>
              </p14:nvContentPartPr>
              <p14:xfrm>
                <a:off x="3144168" y="1935144"/>
                <a:ext cx="225360" cy="1821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D76DFB99-C5D5-BF73-FC45-138CEB75C18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135528" y="1926144"/>
                  <a:ext cx="2430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8D3ACAC0-78C0-97C0-1026-B35DCEE4D1AC}"/>
                    </a:ext>
                  </a:extLst>
                </p14:cNvPr>
                <p14:cNvContentPartPr/>
                <p14:nvPr/>
              </p14:nvContentPartPr>
              <p14:xfrm>
                <a:off x="3363768" y="1940544"/>
                <a:ext cx="28440" cy="622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8D3ACAC0-78C0-97C0-1026-B35DCEE4D1A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355128" y="1931904"/>
                  <a:ext cx="4608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F34BF6EA-EC72-45C4-52A4-711D51E19951}"/>
                    </a:ext>
                  </a:extLst>
                </p14:cNvPr>
                <p14:cNvContentPartPr/>
                <p14:nvPr/>
              </p14:nvContentPartPr>
              <p14:xfrm>
                <a:off x="3454488" y="1948824"/>
                <a:ext cx="132120" cy="2980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F34BF6EA-EC72-45C4-52A4-711D51E1995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445848" y="1939824"/>
                  <a:ext cx="14976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D2989443-9F45-0772-0C14-9D6CCAE2EF43}"/>
                    </a:ext>
                  </a:extLst>
                </p14:cNvPr>
                <p14:cNvContentPartPr/>
                <p14:nvPr/>
              </p14:nvContentPartPr>
              <p14:xfrm>
                <a:off x="3798288" y="2033064"/>
                <a:ext cx="48960" cy="54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D2989443-9F45-0772-0C14-9D6CCAE2EF4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789648" y="2024424"/>
                  <a:ext cx="66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A08BC0EC-82FD-C39A-EBA6-B1618D270D9F}"/>
                    </a:ext>
                  </a:extLst>
                </p14:cNvPr>
                <p14:cNvContentPartPr/>
                <p14:nvPr/>
              </p14:nvContentPartPr>
              <p14:xfrm>
                <a:off x="3952008" y="1944504"/>
                <a:ext cx="227520" cy="2840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A08BC0EC-82FD-C39A-EBA6-B1618D270D9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943368" y="1935864"/>
                  <a:ext cx="24516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2D187951-EBCE-0439-098E-E51ADB71CCD8}"/>
                    </a:ext>
                  </a:extLst>
                </p14:cNvPr>
                <p14:cNvContentPartPr/>
                <p14:nvPr/>
              </p14:nvContentPartPr>
              <p14:xfrm>
                <a:off x="4222008" y="1941984"/>
                <a:ext cx="271080" cy="612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2D187951-EBCE-0439-098E-E51ADB71CCD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213368" y="1933344"/>
                  <a:ext cx="28872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4F8F168E-AADF-BCC5-DB96-3AEFB8402A32}"/>
                    </a:ext>
                  </a:extLst>
                </p14:cNvPr>
                <p14:cNvContentPartPr/>
                <p14:nvPr/>
              </p14:nvContentPartPr>
              <p14:xfrm>
                <a:off x="4601088" y="1934064"/>
                <a:ext cx="59040" cy="115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4F8F168E-AADF-BCC5-DB96-3AEFB8402A3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592088" y="1925424"/>
                  <a:ext cx="7668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56A4616F-005F-C208-A622-A1FE1F56576B}"/>
                    </a:ext>
                  </a:extLst>
                </p14:cNvPr>
                <p14:cNvContentPartPr/>
                <p14:nvPr/>
              </p14:nvContentPartPr>
              <p14:xfrm>
                <a:off x="2902608" y="2300544"/>
                <a:ext cx="1455120" cy="1080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56A4616F-005F-C208-A622-A1FE1F56576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893608" y="2291904"/>
                  <a:ext cx="147276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B6D2B46F-E894-D632-CCF9-DC0CC7D2A546}"/>
                    </a:ext>
                  </a:extLst>
                </p14:cNvPr>
                <p14:cNvContentPartPr/>
                <p14:nvPr/>
              </p14:nvContentPartPr>
              <p14:xfrm>
                <a:off x="3054888" y="2370024"/>
                <a:ext cx="1303200" cy="1314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B6D2B46F-E894-D632-CCF9-DC0CC7D2A54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045888" y="2361384"/>
                  <a:ext cx="13208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B838330F-3489-405C-2E55-155AEDF67EA2}"/>
                    </a:ext>
                  </a:extLst>
                </p14:cNvPr>
                <p14:cNvContentPartPr/>
                <p14:nvPr/>
              </p14:nvContentPartPr>
              <p14:xfrm>
                <a:off x="1874088" y="2827224"/>
                <a:ext cx="401040" cy="2790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B838330F-3489-405C-2E55-155AEDF67EA2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865448" y="2818584"/>
                  <a:ext cx="41868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FB39BDC1-94F5-E472-F481-EEB97C64A529}"/>
                    </a:ext>
                  </a:extLst>
                </p14:cNvPr>
                <p14:cNvContentPartPr/>
                <p14:nvPr/>
              </p14:nvContentPartPr>
              <p14:xfrm>
                <a:off x="2401488" y="2961144"/>
                <a:ext cx="238320" cy="529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FB39BDC1-94F5-E472-F481-EEB97C64A52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392488" y="2952144"/>
                  <a:ext cx="25596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30A56E39-6E5A-06C1-97ED-21DE1A024033}"/>
                    </a:ext>
                  </a:extLst>
                </p14:cNvPr>
                <p14:cNvContentPartPr/>
                <p14:nvPr/>
              </p14:nvContentPartPr>
              <p14:xfrm>
                <a:off x="2687688" y="2960784"/>
                <a:ext cx="11160" cy="6012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30A56E39-6E5A-06C1-97ED-21DE1A02403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678688" y="2951784"/>
                  <a:ext cx="2880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AB053CD3-A3BC-099C-475F-E76439E20070}"/>
                    </a:ext>
                  </a:extLst>
                </p14:cNvPr>
                <p14:cNvContentPartPr/>
                <p14:nvPr/>
              </p14:nvContentPartPr>
              <p14:xfrm>
                <a:off x="2703528" y="2895984"/>
                <a:ext cx="10440" cy="324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AB053CD3-A3BC-099C-475F-E76439E2007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694528" y="2887344"/>
                  <a:ext cx="280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C738FC28-33BD-30E5-FC09-43E4B31A4A1F}"/>
                    </a:ext>
                  </a:extLst>
                </p14:cNvPr>
                <p14:cNvContentPartPr/>
                <p14:nvPr/>
              </p14:nvContentPartPr>
              <p14:xfrm>
                <a:off x="2772288" y="2805264"/>
                <a:ext cx="94680" cy="1810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C738FC28-33BD-30E5-FC09-43E4B31A4A1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763648" y="2796624"/>
                  <a:ext cx="1123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A120790B-D63E-BD0F-2342-31395C309C15}"/>
                    </a:ext>
                  </a:extLst>
                </p14:cNvPr>
                <p14:cNvContentPartPr/>
                <p14:nvPr/>
              </p14:nvContentPartPr>
              <p14:xfrm>
                <a:off x="2960568" y="2873664"/>
                <a:ext cx="122760" cy="633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A120790B-D63E-BD0F-2342-31395C309C1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951928" y="2865024"/>
                  <a:ext cx="14040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D0A76B44-7246-3E8C-A3F2-6913D6B99D44}"/>
                    </a:ext>
                  </a:extLst>
                </p14:cNvPr>
                <p14:cNvContentPartPr/>
                <p14:nvPr/>
              </p14:nvContentPartPr>
              <p14:xfrm>
                <a:off x="3462768" y="2794824"/>
                <a:ext cx="212400" cy="1332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D0A76B44-7246-3E8C-A3F2-6913D6B99D4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453768" y="2786184"/>
                  <a:ext cx="2300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29FA23BD-2FF4-6EC3-D066-B5722F21A44C}"/>
                    </a:ext>
                  </a:extLst>
                </p14:cNvPr>
                <p14:cNvContentPartPr/>
                <p14:nvPr/>
              </p14:nvContentPartPr>
              <p14:xfrm>
                <a:off x="3748608" y="2828304"/>
                <a:ext cx="182520" cy="576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29FA23BD-2FF4-6EC3-D066-B5722F21A44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739608" y="2819304"/>
                  <a:ext cx="20016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13A3D19A-2503-2A5B-698B-A8CA1264D0B3}"/>
                    </a:ext>
                  </a:extLst>
                </p14:cNvPr>
                <p14:cNvContentPartPr/>
                <p14:nvPr/>
              </p14:nvContentPartPr>
              <p14:xfrm>
                <a:off x="3988008" y="2651184"/>
                <a:ext cx="325080" cy="2023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13A3D19A-2503-2A5B-698B-A8CA1264D0B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979368" y="2642544"/>
                  <a:ext cx="3427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46A4088B-9DAD-5B70-2C9F-C9F402B61F6B}"/>
                    </a:ext>
                  </a:extLst>
                </p14:cNvPr>
                <p14:cNvContentPartPr/>
                <p14:nvPr/>
              </p14:nvContentPartPr>
              <p14:xfrm>
                <a:off x="4661208" y="2517264"/>
                <a:ext cx="102600" cy="3031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46A4088B-9DAD-5B70-2C9F-C9F402B61F6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652208" y="2508264"/>
                  <a:ext cx="12024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BFFFFCF-3A76-00D3-9FCE-1A304939650D}"/>
                    </a:ext>
                  </a:extLst>
                </p14:cNvPr>
                <p14:cNvContentPartPr/>
                <p14:nvPr/>
              </p14:nvContentPartPr>
              <p14:xfrm>
                <a:off x="4579488" y="2465424"/>
                <a:ext cx="316440" cy="1494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BFFFFCF-3A76-00D3-9FCE-1A304939650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570848" y="2456784"/>
                  <a:ext cx="3340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2BED1DD-22FA-442B-3FE5-9D6F0F9B97B8}"/>
                    </a:ext>
                  </a:extLst>
                </p14:cNvPr>
                <p14:cNvContentPartPr/>
                <p14:nvPr/>
              </p14:nvContentPartPr>
              <p14:xfrm>
                <a:off x="4890888" y="2628504"/>
                <a:ext cx="282240" cy="1620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2BED1DD-22FA-442B-3FE5-9D6F0F9B97B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881888" y="2619864"/>
                  <a:ext cx="2998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11E6924E-1449-F308-A11B-52EA4740E7C6}"/>
                    </a:ext>
                  </a:extLst>
                </p14:cNvPr>
                <p14:cNvContentPartPr/>
                <p14:nvPr/>
              </p14:nvContentPartPr>
              <p14:xfrm>
                <a:off x="5225688" y="2556864"/>
                <a:ext cx="68760" cy="2818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11E6924E-1449-F308-A11B-52EA4740E7C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217048" y="2548224"/>
                  <a:ext cx="864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4918F64F-764A-B327-7C86-D8498BEA004B}"/>
                    </a:ext>
                  </a:extLst>
                </p14:cNvPr>
                <p14:cNvContentPartPr/>
                <p14:nvPr/>
              </p14:nvContentPartPr>
              <p14:xfrm>
                <a:off x="5224608" y="2636424"/>
                <a:ext cx="129600" cy="612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4918F64F-764A-B327-7C86-D8498BEA004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215968" y="2627424"/>
                  <a:ext cx="147240" cy="7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B0E0D473-37DA-E5DE-D3BF-98643722387D}"/>
              </a:ext>
            </a:extLst>
          </p:cNvPr>
          <p:cNvGrpSpPr/>
          <p:nvPr/>
        </p:nvGrpSpPr>
        <p:grpSpPr>
          <a:xfrm>
            <a:off x="5719968" y="2485584"/>
            <a:ext cx="1204560" cy="404640"/>
            <a:chOff x="5719968" y="2485584"/>
            <a:chExt cx="1204560" cy="40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AA920ED1-725E-FBAA-69F0-DB6A78BCD05B}"/>
                    </a:ext>
                  </a:extLst>
                </p14:cNvPr>
                <p14:cNvContentPartPr/>
                <p14:nvPr/>
              </p14:nvContentPartPr>
              <p14:xfrm>
                <a:off x="5719968" y="2545704"/>
                <a:ext cx="313560" cy="2905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AA920ED1-725E-FBAA-69F0-DB6A78BCD05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711328" y="2536704"/>
                  <a:ext cx="33120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1CFBA345-D0AD-D7DA-D402-1C9F21786470}"/>
                    </a:ext>
                  </a:extLst>
                </p14:cNvPr>
                <p14:cNvContentPartPr/>
                <p14:nvPr/>
              </p14:nvContentPartPr>
              <p14:xfrm>
                <a:off x="6123168" y="2683224"/>
                <a:ext cx="98280" cy="896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1CFBA345-D0AD-D7DA-D402-1C9F2178647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114168" y="2674584"/>
                  <a:ext cx="11592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0FF88C6-B837-997B-6CED-E753F0D841CF}"/>
                    </a:ext>
                  </a:extLst>
                </p14:cNvPr>
                <p14:cNvContentPartPr/>
                <p14:nvPr/>
              </p14:nvContentPartPr>
              <p14:xfrm>
                <a:off x="6348528" y="2624904"/>
                <a:ext cx="106920" cy="2653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0FF88C6-B837-997B-6CED-E753F0D841C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339888" y="2616264"/>
                  <a:ext cx="12456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2E628799-B35B-546E-DE1B-3FD4627D16A6}"/>
                    </a:ext>
                  </a:extLst>
                </p14:cNvPr>
                <p14:cNvContentPartPr/>
                <p14:nvPr/>
              </p14:nvContentPartPr>
              <p14:xfrm>
                <a:off x="6550128" y="2615544"/>
                <a:ext cx="180720" cy="756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2E628799-B35B-546E-DE1B-3FD4627D16A6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541488" y="2606544"/>
                  <a:ext cx="1983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7D6AB7A3-2841-286F-35FA-29B1F874EB60}"/>
                    </a:ext>
                  </a:extLst>
                </p14:cNvPr>
                <p14:cNvContentPartPr/>
                <p14:nvPr/>
              </p14:nvContentPartPr>
              <p14:xfrm>
                <a:off x="6807888" y="2704464"/>
                <a:ext cx="38520" cy="360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7D6AB7A3-2841-286F-35FA-29B1F874EB6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798888" y="2695824"/>
                  <a:ext cx="561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44305E6-2D47-D4C3-0EE7-6CB23A806CF9}"/>
                    </a:ext>
                  </a:extLst>
                </p14:cNvPr>
                <p14:cNvContentPartPr/>
                <p14:nvPr/>
              </p14:nvContentPartPr>
              <p14:xfrm>
                <a:off x="6891048" y="2485584"/>
                <a:ext cx="33480" cy="745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44305E6-2D47-D4C3-0EE7-6CB23A806CF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882048" y="2476944"/>
                  <a:ext cx="51120" cy="9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517F7093-D918-9B05-84B4-A2DB8FD30065}"/>
              </a:ext>
            </a:extLst>
          </p:cNvPr>
          <p:cNvGrpSpPr/>
          <p:nvPr/>
        </p:nvGrpSpPr>
        <p:grpSpPr>
          <a:xfrm>
            <a:off x="2526048" y="3166344"/>
            <a:ext cx="1023840" cy="545040"/>
            <a:chOff x="2526048" y="3166344"/>
            <a:chExt cx="1023840" cy="54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692C8383-1679-A2CC-3079-C3150A4974B7}"/>
                    </a:ext>
                  </a:extLst>
                </p14:cNvPr>
                <p14:cNvContentPartPr/>
                <p14:nvPr/>
              </p14:nvContentPartPr>
              <p14:xfrm>
                <a:off x="2526048" y="3266064"/>
                <a:ext cx="637200" cy="4453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692C8383-1679-A2CC-3079-C3150A4974B7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517048" y="3257064"/>
                  <a:ext cx="65484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DE78927A-E1BD-C4AE-0C2B-3515A53E7579}"/>
                    </a:ext>
                  </a:extLst>
                </p14:cNvPr>
                <p14:cNvContentPartPr/>
                <p14:nvPr/>
              </p14:nvContentPartPr>
              <p14:xfrm>
                <a:off x="3305088" y="3199104"/>
                <a:ext cx="115200" cy="4366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DE78927A-E1BD-C4AE-0C2B-3515A53E757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296088" y="3190464"/>
                  <a:ext cx="132840" cy="45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1B9E9AF1-B1FF-4ECF-AA46-704B7B0B11B0}"/>
                    </a:ext>
                  </a:extLst>
                </p14:cNvPr>
                <p14:cNvContentPartPr/>
                <p14:nvPr/>
              </p14:nvContentPartPr>
              <p14:xfrm>
                <a:off x="3279888" y="3166344"/>
                <a:ext cx="270000" cy="1062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1B9E9AF1-B1FF-4ECF-AA46-704B7B0B11B0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271248" y="3157704"/>
                  <a:ext cx="28764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3F3B755D-3164-B6CA-5BB1-C6D5D629773D}"/>
                    </a:ext>
                  </a:extLst>
                </p14:cNvPr>
                <p14:cNvContentPartPr/>
                <p14:nvPr/>
              </p14:nvContentPartPr>
              <p14:xfrm>
                <a:off x="3286008" y="3572784"/>
                <a:ext cx="233280" cy="702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3F3B755D-3164-B6CA-5BB1-C6D5D629773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277368" y="3564144"/>
                  <a:ext cx="250920" cy="8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CB2FCF3-CB5D-27F3-B6D1-7315F5E94EA5}"/>
              </a:ext>
            </a:extLst>
          </p:cNvPr>
          <p:cNvGrpSpPr/>
          <p:nvPr/>
        </p:nvGrpSpPr>
        <p:grpSpPr>
          <a:xfrm>
            <a:off x="4055688" y="3030264"/>
            <a:ext cx="526320" cy="378360"/>
            <a:chOff x="4055688" y="3030264"/>
            <a:chExt cx="526320" cy="37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E1BEF726-3F54-8C20-BFFB-A76F9B7B0ABD}"/>
                    </a:ext>
                  </a:extLst>
                </p14:cNvPr>
                <p14:cNvContentPartPr/>
                <p14:nvPr/>
              </p14:nvContentPartPr>
              <p14:xfrm>
                <a:off x="4055688" y="3030264"/>
                <a:ext cx="244800" cy="3783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E1BEF726-3F54-8C20-BFFB-A76F9B7B0ABD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047048" y="3021624"/>
                  <a:ext cx="26244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6F398DD9-92D1-1127-00B4-857C71308857}"/>
                    </a:ext>
                  </a:extLst>
                </p14:cNvPr>
                <p14:cNvContentPartPr/>
                <p14:nvPr/>
              </p14:nvContentPartPr>
              <p14:xfrm>
                <a:off x="4318128" y="3264984"/>
                <a:ext cx="1440" cy="327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6F398DD9-92D1-1127-00B4-857C7130885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309128" y="3255984"/>
                  <a:ext cx="1908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AE622B20-F2C2-5798-2A8B-04F2422B7F5A}"/>
                    </a:ext>
                  </a:extLst>
                </p14:cNvPr>
                <p14:cNvContentPartPr/>
                <p14:nvPr/>
              </p14:nvContentPartPr>
              <p14:xfrm>
                <a:off x="4375368" y="3161664"/>
                <a:ext cx="206640" cy="1987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AE622B20-F2C2-5798-2A8B-04F2422B7F5A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366728" y="3153024"/>
                  <a:ext cx="22428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4D00A77A-00DE-09C7-DC10-DBE28892CD6E}"/>
              </a:ext>
            </a:extLst>
          </p:cNvPr>
          <p:cNvGrpSpPr/>
          <p:nvPr/>
        </p:nvGrpSpPr>
        <p:grpSpPr>
          <a:xfrm>
            <a:off x="4981968" y="3059784"/>
            <a:ext cx="475920" cy="286560"/>
            <a:chOff x="4981968" y="3059784"/>
            <a:chExt cx="475920" cy="28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D2A1FA1-C42F-A6A6-3B56-F8D6C6BD445A}"/>
                    </a:ext>
                  </a:extLst>
                </p14:cNvPr>
                <p14:cNvContentPartPr/>
                <p14:nvPr/>
              </p14:nvContentPartPr>
              <p14:xfrm>
                <a:off x="5160888" y="3059784"/>
                <a:ext cx="18720" cy="2865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D2A1FA1-C42F-A6A6-3B56-F8D6C6BD445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151888" y="3051144"/>
                  <a:ext cx="3636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119BD6FC-4E58-3B38-06DB-DB43DBBDF83F}"/>
                    </a:ext>
                  </a:extLst>
                </p14:cNvPr>
                <p14:cNvContentPartPr/>
                <p14:nvPr/>
              </p14:nvContentPartPr>
              <p14:xfrm>
                <a:off x="4981968" y="3214944"/>
                <a:ext cx="475920" cy="666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119BD6FC-4E58-3B38-06DB-DB43DBBDF83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972968" y="3205944"/>
                  <a:ext cx="493560" cy="84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A0F497F6-11B5-5478-40AC-030B29686924}"/>
                  </a:ext>
                </a:extLst>
              </p14:cNvPr>
              <p14:cNvContentPartPr/>
              <p14:nvPr/>
            </p14:nvContentPartPr>
            <p14:xfrm>
              <a:off x="5775768" y="3092184"/>
              <a:ext cx="141480" cy="25488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A0F497F6-11B5-5478-40AC-030B29686924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67128" y="3083184"/>
                <a:ext cx="159120" cy="27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A60A41E9-60EA-19F5-6E24-D8253F7284B8}"/>
                  </a:ext>
                </a:extLst>
              </p14:cNvPr>
              <p14:cNvContentPartPr/>
              <p14:nvPr/>
            </p14:nvContentPartPr>
            <p14:xfrm>
              <a:off x="6007608" y="3103344"/>
              <a:ext cx="187560" cy="624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A60A41E9-60EA-19F5-6E24-D8253F7284B8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5998968" y="3094344"/>
                <a:ext cx="205200" cy="642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3" name="Group 152">
            <a:extLst>
              <a:ext uri="{FF2B5EF4-FFF2-40B4-BE49-F238E27FC236}">
                <a16:creationId xmlns:a16="http://schemas.microsoft.com/office/drawing/2014/main" id="{EDBF0D26-98B8-6534-F087-135FC8A4315A}"/>
              </a:ext>
            </a:extLst>
          </p:cNvPr>
          <p:cNvGrpSpPr/>
          <p:nvPr/>
        </p:nvGrpSpPr>
        <p:grpSpPr>
          <a:xfrm>
            <a:off x="2937168" y="3801384"/>
            <a:ext cx="374400" cy="341280"/>
            <a:chOff x="2937168" y="3801384"/>
            <a:chExt cx="374400" cy="34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1E4AC897-92FA-218D-FAC5-992FEF153C1C}"/>
                    </a:ext>
                  </a:extLst>
                </p14:cNvPr>
                <p14:cNvContentPartPr/>
                <p14:nvPr/>
              </p14:nvContentPartPr>
              <p14:xfrm>
                <a:off x="2959488" y="3890304"/>
                <a:ext cx="100800" cy="1576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1E4AC897-92FA-218D-FAC5-992FEF153C1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950488" y="3881304"/>
                  <a:ext cx="1184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341E00D0-F273-151A-68E9-01DC4C079664}"/>
                    </a:ext>
                  </a:extLst>
                </p14:cNvPr>
                <p14:cNvContentPartPr/>
                <p14:nvPr/>
              </p14:nvContentPartPr>
              <p14:xfrm>
                <a:off x="2937168" y="3801384"/>
                <a:ext cx="374400" cy="3412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341E00D0-F273-151A-68E9-01DC4C07966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928168" y="3792744"/>
                  <a:ext cx="392040" cy="35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F48F19CF-57AE-7FE1-6EC7-D75FD9933BB0}"/>
              </a:ext>
            </a:extLst>
          </p:cNvPr>
          <p:cNvGrpSpPr/>
          <p:nvPr/>
        </p:nvGrpSpPr>
        <p:grpSpPr>
          <a:xfrm>
            <a:off x="3493008" y="3785904"/>
            <a:ext cx="336240" cy="334800"/>
            <a:chOff x="3493008" y="3785904"/>
            <a:chExt cx="336240" cy="33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4449C16D-3AE1-DB72-9A41-30D57AAE4F13}"/>
                    </a:ext>
                  </a:extLst>
                </p14:cNvPr>
                <p14:cNvContentPartPr/>
                <p14:nvPr/>
              </p14:nvContentPartPr>
              <p14:xfrm>
                <a:off x="3652488" y="3865824"/>
                <a:ext cx="27000" cy="1933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4449C16D-3AE1-DB72-9A41-30D57AAE4F1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643848" y="3857184"/>
                  <a:ext cx="446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12812103-419D-3414-1B02-05FD2D34BFE9}"/>
                    </a:ext>
                  </a:extLst>
                </p14:cNvPr>
                <p14:cNvContentPartPr/>
                <p14:nvPr/>
              </p14:nvContentPartPr>
              <p14:xfrm>
                <a:off x="3493008" y="3785904"/>
                <a:ext cx="282240" cy="1396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12812103-419D-3414-1B02-05FD2D34BFE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484368" y="3776904"/>
                  <a:ext cx="2998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BF66AEC6-73B7-C389-FEBD-A1A7CA8DE0AC}"/>
                    </a:ext>
                  </a:extLst>
                </p14:cNvPr>
                <p14:cNvContentPartPr/>
                <p14:nvPr/>
              </p14:nvContentPartPr>
              <p14:xfrm>
                <a:off x="3617208" y="4060584"/>
                <a:ext cx="212040" cy="6012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BF66AEC6-73B7-C389-FEBD-A1A7CA8DE0A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608568" y="4051944"/>
                  <a:ext cx="229680" cy="7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88CF332C-E7C4-EA99-0361-29B4B08E0171}"/>
              </a:ext>
            </a:extLst>
          </p:cNvPr>
          <p:cNvGrpSpPr/>
          <p:nvPr/>
        </p:nvGrpSpPr>
        <p:grpSpPr>
          <a:xfrm>
            <a:off x="4210488" y="3676464"/>
            <a:ext cx="749160" cy="399600"/>
            <a:chOff x="4210488" y="3676464"/>
            <a:chExt cx="749160" cy="39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1850AF25-B583-2F2A-1301-A3D37610F021}"/>
                    </a:ext>
                  </a:extLst>
                </p14:cNvPr>
                <p14:cNvContentPartPr/>
                <p14:nvPr/>
              </p14:nvContentPartPr>
              <p14:xfrm>
                <a:off x="4210488" y="3799944"/>
                <a:ext cx="414360" cy="2448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1850AF25-B583-2F2A-1301-A3D37610F02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201848" y="3791304"/>
                  <a:ext cx="4320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58FE354F-51BF-4224-EE44-916D938FF3A2}"/>
                    </a:ext>
                  </a:extLst>
                </p14:cNvPr>
                <p14:cNvContentPartPr/>
                <p14:nvPr/>
              </p14:nvContentPartPr>
              <p14:xfrm>
                <a:off x="4574088" y="3676464"/>
                <a:ext cx="16920" cy="288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58FE354F-51BF-4224-EE44-916D938FF3A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565448" y="3667464"/>
                  <a:ext cx="345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B9A87215-DF3A-2DD5-7D4B-FB3B403FF776}"/>
                    </a:ext>
                  </a:extLst>
                </p14:cNvPr>
                <p14:cNvContentPartPr/>
                <p14:nvPr/>
              </p14:nvContentPartPr>
              <p14:xfrm>
                <a:off x="4691448" y="3775104"/>
                <a:ext cx="54720" cy="748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B9A87215-DF3A-2DD5-7D4B-FB3B403FF77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682808" y="3766464"/>
                  <a:ext cx="7236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BD2FADB8-F829-7904-27CB-B811F55A5D61}"/>
                    </a:ext>
                  </a:extLst>
                </p14:cNvPr>
                <p14:cNvContentPartPr/>
                <p14:nvPr/>
              </p14:nvContentPartPr>
              <p14:xfrm>
                <a:off x="4798368" y="3739464"/>
                <a:ext cx="161280" cy="3366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BD2FADB8-F829-7904-27CB-B811F55A5D6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789368" y="3730464"/>
                  <a:ext cx="178920" cy="35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D1DC15A6-8831-3D3D-373B-B4A5E01784FE}"/>
              </a:ext>
            </a:extLst>
          </p:cNvPr>
          <p:cNvGrpSpPr/>
          <p:nvPr/>
        </p:nvGrpSpPr>
        <p:grpSpPr>
          <a:xfrm>
            <a:off x="5313528" y="3513384"/>
            <a:ext cx="930600" cy="537120"/>
            <a:chOff x="5313528" y="3513384"/>
            <a:chExt cx="930600" cy="53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550C0E7B-BAE0-24C1-E3FC-99F0D278AF81}"/>
                    </a:ext>
                  </a:extLst>
                </p14:cNvPr>
                <p14:cNvContentPartPr/>
                <p14:nvPr/>
              </p14:nvContentPartPr>
              <p14:xfrm>
                <a:off x="5313528" y="3724704"/>
                <a:ext cx="177120" cy="1162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550C0E7B-BAE0-24C1-E3FC-99F0D278AF8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304888" y="3716064"/>
                  <a:ext cx="1947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DCEB7262-846A-E682-1281-4F8CD670F8CC}"/>
                    </a:ext>
                  </a:extLst>
                </p14:cNvPr>
                <p14:cNvContentPartPr/>
                <p14:nvPr/>
              </p14:nvContentPartPr>
              <p14:xfrm>
                <a:off x="5577408" y="3513384"/>
                <a:ext cx="212760" cy="2228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DCEB7262-846A-E682-1281-4F8CD670F8C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568408" y="3504384"/>
                  <a:ext cx="23040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789DD515-C58B-B02E-24DF-5404075D274D}"/>
                    </a:ext>
                  </a:extLst>
                </p14:cNvPr>
                <p14:cNvContentPartPr/>
                <p14:nvPr/>
              </p14:nvContentPartPr>
              <p14:xfrm>
                <a:off x="5796648" y="3647664"/>
                <a:ext cx="3600" cy="133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789DD515-C58B-B02E-24DF-5404075D274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788008" y="3639024"/>
                  <a:ext cx="212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8AB4374C-B57E-EB60-EA9C-6D1FB6EE598C}"/>
                    </a:ext>
                  </a:extLst>
                </p14:cNvPr>
                <p14:cNvContentPartPr/>
                <p14:nvPr/>
              </p14:nvContentPartPr>
              <p14:xfrm>
                <a:off x="5637168" y="3556584"/>
                <a:ext cx="108360" cy="439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8AB4374C-B57E-EB60-EA9C-6D1FB6EE598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628168" y="3547944"/>
                  <a:ext cx="1260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74A8421F-26A0-5C73-59C4-AD6669AF81E8}"/>
                    </a:ext>
                  </a:extLst>
                </p14:cNvPr>
                <p14:cNvContentPartPr/>
                <p14:nvPr/>
              </p14:nvContentPartPr>
              <p14:xfrm>
                <a:off x="5818248" y="3522384"/>
                <a:ext cx="242640" cy="1807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74A8421F-26A0-5C73-59C4-AD6669AF81E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809248" y="3513744"/>
                  <a:ext cx="2602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2CD491B3-330E-BE81-76AB-0007B4DD9951}"/>
                    </a:ext>
                  </a:extLst>
                </p14:cNvPr>
                <p14:cNvContentPartPr/>
                <p14:nvPr/>
              </p14:nvContentPartPr>
              <p14:xfrm>
                <a:off x="6112008" y="3615264"/>
                <a:ext cx="132120" cy="4352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2CD491B3-330E-BE81-76AB-0007B4DD995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103008" y="3606264"/>
                  <a:ext cx="149760" cy="45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2E98008A-D42B-06BA-4C22-1B8D8021D8F9}"/>
              </a:ext>
            </a:extLst>
          </p:cNvPr>
          <p:cNvGrpSpPr/>
          <p:nvPr/>
        </p:nvGrpSpPr>
        <p:grpSpPr>
          <a:xfrm>
            <a:off x="3105288" y="4278744"/>
            <a:ext cx="194040" cy="303480"/>
            <a:chOff x="3105288" y="4278744"/>
            <a:chExt cx="194040" cy="30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998D43A3-9136-DB3F-D789-CB1CC2605483}"/>
                    </a:ext>
                  </a:extLst>
                </p14:cNvPr>
                <p14:cNvContentPartPr/>
                <p14:nvPr/>
              </p14:nvContentPartPr>
              <p14:xfrm>
                <a:off x="3109968" y="4358664"/>
                <a:ext cx="116280" cy="1803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998D43A3-9136-DB3F-D789-CB1CC260548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100968" y="4349664"/>
                  <a:ext cx="1339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1CABD4C1-3EE2-F596-BF25-27F4CFB55C1B}"/>
                    </a:ext>
                  </a:extLst>
                </p14:cNvPr>
                <p14:cNvContentPartPr/>
                <p14:nvPr/>
              </p14:nvContentPartPr>
              <p14:xfrm>
                <a:off x="3105288" y="4278744"/>
                <a:ext cx="194040" cy="3034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1CABD4C1-3EE2-F596-BF25-27F4CFB55C1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096648" y="4269744"/>
                  <a:ext cx="211680" cy="321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5B7519E8-908A-5BBB-9824-917990BC5EE2}"/>
                  </a:ext>
                </a:extLst>
              </p14:cNvPr>
              <p14:cNvContentPartPr/>
              <p14:nvPr/>
            </p14:nvContentPartPr>
            <p14:xfrm>
              <a:off x="5105088" y="4251384"/>
              <a:ext cx="51120" cy="2160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5B7519E8-908A-5BBB-9824-917990BC5EE2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5096088" y="4242744"/>
                <a:ext cx="68760" cy="39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89" name="Group 188">
            <a:extLst>
              <a:ext uri="{FF2B5EF4-FFF2-40B4-BE49-F238E27FC236}">
                <a16:creationId xmlns:a16="http://schemas.microsoft.com/office/drawing/2014/main" id="{513F5D3C-9673-EFCC-02A5-2C4B4897ACFE}"/>
              </a:ext>
            </a:extLst>
          </p:cNvPr>
          <p:cNvGrpSpPr/>
          <p:nvPr/>
        </p:nvGrpSpPr>
        <p:grpSpPr>
          <a:xfrm>
            <a:off x="5527728" y="4224384"/>
            <a:ext cx="188640" cy="192960"/>
            <a:chOff x="5527728" y="4224384"/>
            <a:chExt cx="188640" cy="19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B06E284-364D-6AC2-4B7F-2455DD8308FE}"/>
                    </a:ext>
                  </a:extLst>
                </p14:cNvPr>
                <p14:cNvContentPartPr/>
                <p14:nvPr/>
              </p14:nvContentPartPr>
              <p14:xfrm>
                <a:off x="5527728" y="4320144"/>
                <a:ext cx="188640" cy="972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B06E284-364D-6AC2-4B7F-2455DD8308FE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519088" y="4311504"/>
                  <a:ext cx="20628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0A8A3357-0513-1BE3-19A0-88AB2B19420F}"/>
                    </a:ext>
                  </a:extLst>
                </p14:cNvPr>
                <p14:cNvContentPartPr/>
                <p14:nvPr/>
              </p14:nvContentPartPr>
              <p14:xfrm>
                <a:off x="5613048" y="4224384"/>
                <a:ext cx="25920" cy="169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0A8A3357-0513-1BE3-19A0-88AB2B19420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604048" y="4215744"/>
                  <a:ext cx="43560" cy="34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51E8EFB3-4AD9-6900-CF77-4161325048D8}"/>
                  </a:ext>
                </a:extLst>
              </p14:cNvPr>
              <p14:cNvContentPartPr/>
              <p14:nvPr/>
            </p14:nvContentPartPr>
            <p14:xfrm>
              <a:off x="6072768" y="4151664"/>
              <a:ext cx="435600" cy="28692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51E8EFB3-4AD9-6900-CF77-4161325048D8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6063768" y="4143024"/>
                <a:ext cx="453240" cy="30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17" name="Group 216">
            <a:extLst>
              <a:ext uri="{FF2B5EF4-FFF2-40B4-BE49-F238E27FC236}">
                <a16:creationId xmlns:a16="http://schemas.microsoft.com/office/drawing/2014/main" id="{A67E9742-C12C-1C97-AD10-0CDE8048FE08}"/>
              </a:ext>
            </a:extLst>
          </p:cNvPr>
          <p:cNvGrpSpPr/>
          <p:nvPr/>
        </p:nvGrpSpPr>
        <p:grpSpPr>
          <a:xfrm>
            <a:off x="6619968" y="3466944"/>
            <a:ext cx="2501640" cy="1066320"/>
            <a:chOff x="6619968" y="3466944"/>
            <a:chExt cx="2501640" cy="106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494CE02E-2CEF-D8E7-954A-F5948484E864}"/>
                    </a:ext>
                  </a:extLst>
                </p14:cNvPr>
                <p14:cNvContentPartPr/>
                <p14:nvPr/>
              </p14:nvContentPartPr>
              <p14:xfrm>
                <a:off x="6619968" y="3505464"/>
                <a:ext cx="209160" cy="1332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494CE02E-2CEF-D8E7-954A-F5948484E864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610968" y="3496464"/>
                  <a:ext cx="2268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873F1DA2-991E-46DA-2F83-3F91A88F9797}"/>
                    </a:ext>
                  </a:extLst>
                </p14:cNvPr>
                <p14:cNvContentPartPr/>
                <p14:nvPr/>
              </p14:nvContentPartPr>
              <p14:xfrm>
                <a:off x="6887448" y="3562344"/>
                <a:ext cx="27360" cy="360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873F1DA2-991E-46DA-2F83-3F91A88F9797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6878448" y="3553704"/>
                  <a:ext cx="450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A65A7471-758A-243A-8DAE-5A2451D92B57}"/>
                    </a:ext>
                  </a:extLst>
                </p14:cNvPr>
                <p14:cNvContentPartPr/>
                <p14:nvPr/>
              </p14:nvContentPartPr>
              <p14:xfrm>
                <a:off x="6998328" y="3546864"/>
                <a:ext cx="69840" cy="601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A65A7471-758A-243A-8DAE-5A2451D92B5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989688" y="3537864"/>
                  <a:ext cx="874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142280D-4C48-AE65-88AD-AAE529E8D54A}"/>
                    </a:ext>
                  </a:extLst>
                </p14:cNvPr>
                <p14:cNvContentPartPr/>
                <p14:nvPr/>
              </p14:nvContentPartPr>
              <p14:xfrm>
                <a:off x="7123248" y="3466944"/>
                <a:ext cx="384120" cy="1144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142280D-4C48-AE65-88AD-AAE529E8D54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114608" y="3458304"/>
                  <a:ext cx="40176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2ED52897-1011-DD34-73A3-1C491E02DA49}"/>
                    </a:ext>
                  </a:extLst>
                </p14:cNvPr>
                <p14:cNvContentPartPr/>
                <p14:nvPr/>
              </p14:nvContentPartPr>
              <p14:xfrm>
                <a:off x="7579008" y="3522744"/>
                <a:ext cx="51480" cy="194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2ED52897-1011-DD34-73A3-1C491E02DA4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570008" y="3513744"/>
                  <a:ext cx="691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816FB6C7-3027-4A23-A474-1AC7A311F31E}"/>
                    </a:ext>
                  </a:extLst>
                </p14:cNvPr>
                <p14:cNvContentPartPr/>
                <p14:nvPr/>
              </p14:nvContentPartPr>
              <p14:xfrm>
                <a:off x="7667208" y="4008384"/>
                <a:ext cx="10800" cy="640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816FB6C7-3027-4A23-A474-1AC7A311F31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658568" y="3999384"/>
                  <a:ext cx="284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20E61823-E5A0-8F9F-3738-47E7F12D4CE7}"/>
                    </a:ext>
                  </a:extLst>
                </p14:cNvPr>
                <p14:cNvContentPartPr/>
                <p14:nvPr/>
              </p14:nvContentPartPr>
              <p14:xfrm>
                <a:off x="7988688" y="3832344"/>
                <a:ext cx="71280" cy="5364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20E61823-E5A0-8F9F-3738-47E7F12D4CE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980048" y="3823704"/>
                  <a:ext cx="8892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77097900-FA5E-3DB6-444E-32B8CE88A8B1}"/>
                    </a:ext>
                  </a:extLst>
                </p14:cNvPr>
                <p14:cNvContentPartPr/>
                <p14:nvPr/>
              </p14:nvContentPartPr>
              <p14:xfrm>
                <a:off x="8208648" y="3838824"/>
                <a:ext cx="474480" cy="2980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77097900-FA5E-3DB6-444E-32B8CE88A8B1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200008" y="3830184"/>
                  <a:ext cx="49212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3C2E5FDB-526E-4582-C3E2-A445A673A208}"/>
                    </a:ext>
                  </a:extLst>
                </p14:cNvPr>
                <p14:cNvContentPartPr/>
                <p14:nvPr/>
              </p14:nvContentPartPr>
              <p14:xfrm>
                <a:off x="8727408" y="3681144"/>
                <a:ext cx="291240" cy="2858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3C2E5FDB-526E-4582-C3E2-A445A673A20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718408" y="3672144"/>
                  <a:ext cx="30888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245B465D-1A2A-C876-21FD-195E65F3BCC3}"/>
                    </a:ext>
                  </a:extLst>
                </p14:cNvPr>
                <p14:cNvContentPartPr/>
                <p14:nvPr/>
              </p14:nvContentPartPr>
              <p14:xfrm>
                <a:off x="9001728" y="3801384"/>
                <a:ext cx="119880" cy="428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245B465D-1A2A-C876-21FD-195E65F3BCC3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993088" y="3792744"/>
                  <a:ext cx="13752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02B48A8E-F74A-3457-6C94-EE950919A404}"/>
                    </a:ext>
                  </a:extLst>
                </p14:cNvPr>
                <p14:cNvContentPartPr/>
                <p14:nvPr/>
              </p14:nvContentPartPr>
              <p14:xfrm>
                <a:off x="6743088" y="3731904"/>
                <a:ext cx="288720" cy="8013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02B48A8E-F74A-3457-6C94-EE950919A40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734088" y="3723264"/>
                  <a:ext cx="306360" cy="81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8B0CF328-463C-E440-8B33-9FEDE3D673F7}"/>
                    </a:ext>
                  </a:extLst>
                </p14:cNvPr>
                <p14:cNvContentPartPr/>
                <p14:nvPr/>
              </p14:nvContentPartPr>
              <p14:xfrm>
                <a:off x="6740208" y="4049424"/>
                <a:ext cx="747000" cy="28908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8B0CF328-463C-E440-8B33-9FEDE3D673F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731568" y="4040784"/>
                  <a:ext cx="76464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62847413-C14C-D0A8-718F-BDFC213A36A3}"/>
                    </a:ext>
                  </a:extLst>
                </p14:cNvPr>
                <p14:cNvContentPartPr/>
                <p14:nvPr/>
              </p14:nvContentPartPr>
              <p14:xfrm>
                <a:off x="7536168" y="4025304"/>
                <a:ext cx="135360" cy="482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62847413-C14C-D0A8-718F-BDFC213A36A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527168" y="4016664"/>
                  <a:ext cx="15300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A84A8F39-F9A2-81CE-844E-5897A5599047}"/>
                    </a:ext>
                  </a:extLst>
                </p14:cNvPr>
                <p14:cNvContentPartPr/>
                <p14:nvPr/>
              </p14:nvContentPartPr>
              <p14:xfrm>
                <a:off x="7666128" y="3826224"/>
                <a:ext cx="158400" cy="2466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A84A8F39-F9A2-81CE-844E-5897A559904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657488" y="3817584"/>
                  <a:ext cx="17604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81837321-C9F1-6268-2E5F-12224FA3C4EE}"/>
                    </a:ext>
                  </a:extLst>
                </p14:cNvPr>
                <p14:cNvContentPartPr/>
                <p14:nvPr/>
              </p14:nvContentPartPr>
              <p14:xfrm>
                <a:off x="7795728" y="3865464"/>
                <a:ext cx="162000" cy="6588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81837321-C9F1-6268-2E5F-12224FA3C4E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787088" y="3856464"/>
                  <a:ext cx="1796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3C4911CD-0580-AD43-010F-422B546DFCA3}"/>
                    </a:ext>
                  </a:extLst>
                </p14:cNvPr>
                <p14:cNvContentPartPr/>
                <p14:nvPr/>
              </p14:nvContentPartPr>
              <p14:xfrm>
                <a:off x="6704208" y="3857904"/>
                <a:ext cx="5760" cy="270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3C4911CD-0580-AD43-010F-422B546DFCA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695208" y="3849264"/>
                  <a:ext cx="2340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D4EBF219-0B16-122D-8B2F-AF7EAB1D869B}"/>
                    </a:ext>
                  </a:extLst>
                </p14:cNvPr>
                <p14:cNvContentPartPr/>
                <p14:nvPr/>
              </p14:nvContentPartPr>
              <p14:xfrm>
                <a:off x="6654168" y="3628944"/>
                <a:ext cx="1078920" cy="1900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D4EBF219-0B16-122D-8B2F-AF7EAB1D869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645168" y="3619944"/>
                  <a:ext cx="1096560" cy="20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5004DDCD-F4D3-29AE-1089-B7C6DBA28B2F}"/>
              </a:ext>
            </a:extLst>
          </p:cNvPr>
          <p:cNvGrpSpPr/>
          <p:nvPr/>
        </p:nvGrpSpPr>
        <p:grpSpPr>
          <a:xfrm>
            <a:off x="6427008" y="2997504"/>
            <a:ext cx="1299240" cy="346680"/>
            <a:chOff x="6427008" y="2997504"/>
            <a:chExt cx="1299240" cy="34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12496392-E8C3-9C92-24CD-364A67F372EF}"/>
                    </a:ext>
                  </a:extLst>
                </p14:cNvPr>
                <p14:cNvContentPartPr/>
                <p14:nvPr/>
              </p14:nvContentPartPr>
              <p14:xfrm>
                <a:off x="6427008" y="2997504"/>
                <a:ext cx="215280" cy="2462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12496392-E8C3-9C92-24CD-364A67F372E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418368" y="2988504"/>
                  <a:ext cx="23292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A63A4CA-7275-D0ED-A6EE-608309002334}"/>
                    </a:ext>
                  </a:extLst>
                </p14:cNvPr>
                <p14:cNvContentPartPr/>
                <p14:nvPr/>
              </p14:nvContentPartPr>
              <p14:xfrm>
                <a:off x="6752448" y="3110904"/>
                <a:ext cx="68040" cy="410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A63A4CA-7275-D0ED-A6EE-60830900233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743808" y="3102264"/>
                  <a:ext cx="856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E5CFDA43-3F80-233C-2D5B-7BA9D822A1A4}"/>
                    </a:ext>
                  </a:extLst>
                </p14:cNvPr>
                <p14:cNvContentPartPr/>
                <p14:nvPr/>
              </p14:nvContentPartPr>
              <p14:xfrm>
                <a:off x="6919848" y="3100824"/>
                <a:ext cx="59040" cy="727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E5CFDA43-3F80-233C-2D5B-7BA9D822A1A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911208" y="3091824"/>
                  <a:ext cx="7668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0ABBB6EF-0E6F-173B-6E36-C5FCB75AF1B6}"/>
                    </a:ext>
                  </a:extLst>
                </p14:cNvPr>
                <p14:cNvContentPartPr/>
                <p14:nvPr/>
              </p14:nvContentPartPr>
              <p14:xfrm>
                <a:off x="7081848" y="3039984"/>
                <a:ext cx="317520" cy="936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0ABBB6EF-0E6F-173B-6E36-C5FCB75AF1B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073208" y="3030984"/>
                  <a:ext cx="3351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3E1A1164-10D0-6FD0-AF96-DFD1B8C627E9}"/>
                    </a:ext>
                  </a:extLst>
                </p14:cNvPr>
                <p14:cNvContentPartPr/>
                <p14:nvPr/>
              </p14:nvContentPartPr>
              <p14:xfrm>
                <a:off x="7463808" y="3128544"/>
                <a:ext cx="6120" cy="190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3E1A1164-10D0-6FD0-AF96-DFD1B8C627E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454808" y="3119904"/>
                  <a:ext cx="237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CA4CCEAE-1DEE-6F35-7171-155EC128E91B}"/>
                    </a:ext>
                  </a:extLst>
                </p14:cNvPr>
                <p14:cNvContentPartPr/>
                <p14:nvPr/>
              </p14:nvContentPartPr>
              <p14:xfrm>
                <a:off x="6433128" y="3075264"/>
                <a:ext cx="1293120" cy="2689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CA4CCEAE-1DEE-6F35-7171-155EC128E91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424128" y="3066264"/>
                  <a:ext cx="1310760" cy="28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BECC121-DE01-098E-B08B-616BB3366E93}"/>
              </a:ext>
            </a:extLst>
          </p:cNvPr>
          <p:cNvGrpSpPr/>
          <p:nvPr/>
        </p:nvGrpSpPr>
        <p:grpSpPr>
          <a:xfrm>
            <a:off x="3938688" y="4379184"/>
            <a:ext cx="1145520" cy="215280"/>
            <a:chOff x="3938688" y="4379184"/>
            <a:chExt cx="1145520" cy="21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6733996-A79A-CF75-8CD5-CD7DB499A489}"/>
                    </a:ext>
                  </a:extLst>
                </p14:cNvPr>
                <p14:cNvContentPartPr/>
                <p14:nvPr/>
              </p14:nvContentPartPr>
              <p14:xfrm>
                <a:off x="3938688" y="4399704"/>
                <a:ext cx="92520" cy="651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6733996-A79A-CF75-8CD5-CD7DB499A48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930048" y="4390704"/>
                  <a:ext cx="11016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E382C9B3-9181-E1D6-A8E5-386343F8FC91}"/>
                    </a:ext>
                  </a:extLst>
                </p14:cNvPr>
                <p14:cNvContentPartPr/>
                <p14:nvPr/>
              </p14:nvContentPartPr>
              <p14:xfrm>
                <a:off x="4225968" y="4404744"/>
                <a:ext cx="236160" cy="1897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E382C9B3-9181-E1D6-A8E5-386343F8FC9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216968" y="4396104"/>
                  <a:ext cx="2538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BEAFEC66-88F5-B049-3935-2FDF4738D06C}"/>
                    </a:ext>
                  </a:extLst>
                </p14:cNvPr>
                <p14:cNvContentPartPr/>
                <p14:nvPr/>
              </p14:nvContentPartPr>
              <p14:xfrm>
                <a:off x="4684608" y="4411224"/>
                <a:ext cx="35280" cy="5472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BEAFEC66-88F5-B049-3935-2FDF4738D06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675608" y="4402224"/>
                  <a:ext cx="5292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64CAD6D4-D3B9-ADAE-BB10-D72B4B0AEB2C}"/>
                    </a:ext>
                  </a:extLst>
                </p14:cNvPr>
                <p14:cNvContentPartPr/>
                <p14:nvPr/>
              </p14:nvContentPartPr>
              <p14:xfrm>
                <a:off x="4783968" y="4379184"/>
                <a:ext cx="300240" cy="741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64CAD6D4-D3B9-ADAE-BB10-D72B4B0AEB2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774968" y="4370544"/>
                  <a:ext cx="31788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0172CE5A-92F5-9DA7-C5E3-2D38AE4D7792}"/>
                    </a:ext>
                  </a:extLst>
                </p14:cNvPr>
                <p14:cNvContentPartPr/>
                <p14:nvPr/>
              </p14:nvContentPartPr>
              <p14:xfrm>
                <a:off x="4527288" y="4393584"/>
                <a:ext cx="75240" cy="982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0172CE5A-92F5-9DA7-C5E3-2D38AE4D779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518648" y="4384584"/>
                  <a:ext cx="92880" cy="115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6930951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072E45B-35FA-A5E2-9435-59B23403B279}"/>
              </a:ext>
            </a:extLst>
          </p:cNvPr>
          <p:cNvGrpSpPr/>
          <p:nvPr/>
        </p:nvGrpSpPr>
        <p:grpSpPr>
          <a:xfrm>
            <a:off x="2266488" y="514944"/>
            <a:ext cx="4010760" cy="712440"/>
            <a:chOff x="2266488" y="514944"/>
            <a:chExt cx="4010760" cy="71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007C489C-8E63-D883-2159-9D53FEC4D753}"/>
                    </a:ext>
                  </a:extLst>
                </p14:cNvPr>
                <p14:cNvContentPartPr/>
                <p14:nvPr/>
              </p14:nvContentPartPr>
              <p14:xfrm>
                <a:off x="4584888" y="692784"/>
                <a:ext cx="164160" cy="3481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007C489C-8E63-D883-2159-9D53FEC4D75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576248" y="684144"/>
                  <a:ext cx="18180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086607F3-B701-D873-C316-0FB22D67E9A4}"/>
                    </a:ext>
                  </a:extLst>
                </p14:cNvPr>
                <p14:cNvContentPartPr/>
                <p14:nvPr/>
              </p14:nvContentPartPr>
              <p14:xfrm>
                <a:off x="5091768" y="669744"/>
                <a:ext cx="191160" cy="1825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086607F3-B701-D873-C316-0FB22D67E9A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083128" y="661104"/>
                  <a:ext cx="2088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D97B4E0-E154-D78C-FE7A-B6FD8D526DBF}"/>
                    </a:ext>
                  </a:extLst>
                </p14:cNvPr>
                <p14:cNvContentPartPr/>
                <p14:nvPr/>
              </p14:nvContentPartPr>
              <p14:xfrm>
                <a:off x="2266488" y="671544"/>
                <a:ext cx="147960" cy="4150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D97B4E0-E154-D78C-FE7A-B6FD8D526DB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257848" y="662904"/>
                  <a:ext cx="16560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20D20B48-588F-CA63-8E2D-89AA829F7282}"/>
                    </a:ext>
                  </a:extLst>
                </p14:cNvPr>
                <p14:cNvContentPartPr/>
                <p14:nvPr/>
              </p14:nvContentPartPr>
              <p14:xfrm>
                <a:off x="2492568" y="843984"/>
                <a:ext cx="85680" cy="604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20D20B48-588F-CA63-8E2D-89AA829F728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483928" y="834984"/>
                  <a:ext cx="1033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ED3C522-5F82-DB3B-C3A7-574933F7D854}"/>
                    </a:ext>
                  </a:extLst>
                </p14:cNvPr>
                <p14:cNvContentPartPr/>
                <p14:nvPr/>
              </p14:nvContentPartPr>
              <p14:xfrm>
                <a:off x="2509128" y="804024"/>
                <a:ext cx="148320" cy="1429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ED3C522-5F82-DB3B-C3A7-574933F7D85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500488" y="795384"/>
                  <a:ext cx="1659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2DED1E19-B8D2-8E6F-7F30-1D7BA2BF2B0A}"/>
                    </a:ext>
                  </a:extLst>
                </p14:cNvPr>
                <p14:cNvContentPartPr/>
                <p14:nvPr/>
              </p14:nvContentPartPr>
              <p14:xfrm>
                <a:off x="2761848" y="753624"/>
                <a:ext cx="362160" cy="3546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2DED1E19-B8D2-8E6F-7F30-1D7BA2BF2B0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752848" y="744984"/>
                  <a:ext cx="37980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6998DBD2-8B19-305F-CB16-F815AFDD7363}"/>
                    </a:ext>
                  </a:extLst>
                </p14:cNvPr>
                <p14:cNvContentPartPr/>
                <p14:nvPr/>
              </p14:nvContentPartPr>
              <p14:xfrm>
                <a:off x="3211128" y="551304"/>
                <a:ext cx="567360" cy="2876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6998DBD2-8B19-305F-CB16-F815AFDD736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202128" y="542304"/>
                  <a:ext cx="58500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0914691C-ED90-7F7B-EC38-60B3DFB1A269}"/>
                    </a:ext>
                  </a:extLst>
                </p14:cNvPr>
                <p14:cNvContentPartPr/>
                <p14:nvPr/>
              </p14:nvContentPartPr>
              <p14:xfrm>
                <a:off x="3782808" y="722304"/>
                <a:ext cx="12240" cy="230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0914691C-ED90-7F7B-EC38-60B3DFB1A26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774168" y="713664"/>
                  <a:ext cx="2988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9CC6569B-507A-CFE4-4DF0-A2F8F11D81C0}"/>
                    </a:ext>
                  </a:extLst>
                </p14:cNvPr>
                <p14:cNvContentPartPr/>
                <p14:nvPr/>
              </p14:nvContentPartPr>
              <p14:xfrm>
                <a:off x="3828528" y="685584"/>
                <a:ext cx="162360" cy="972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9CC6569B-507A-CFE4-4DF0-A2F8F11D81C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819528" y="676944"/>
                  <a:ext cx="18000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9B76AC9B-67FD-2B74-7629-2AA73A07C094}"/>
                    </a:ext>
                  </a:extLst>
                </p14:cNvPr>
                <p14:cNvContentPartPr/>
                <p14:nvPr/>
              </p14:nvContentPartPr>
              <p14:xfrm>
                <a:off x="3981528" y="613584"/>
                <a:ext cx="21960" cy="237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9B76AC9B-67FD-2B74-7629-2AA73A07C09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972888" y="604944"/>
                  <a:ext cx="3960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5D0EB68E-3803-2FF6-E1DE-F82FB95E0B9D}"/>
                    </a:ext>
                  </a:extLst>
                </p14:cNvPr>
                <p14:cNvContentPartPr/>
                <p14:nvPr/>
              </p14:nvContentPartPr>
              <p14:xfrm>
                <a:off x="5466888" y="514944"/>
                <a:ext cx="409680" cy="2660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5D0EB68E-3803-2FF6-E1DE-F82FB95E0B9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457888" y="505944"/>
                  <a:ext cx="42732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E68052F2-7CBB-ACC2-BBB8-AA37E1EED709}"/>
                    </a:ext>
                  </a:extLst>
                </p14:cNvPr>
                <p14:cNvContentPartPr/>
                <p14:nvPr/>
              </p14:nvContentPartPr>
              <p14:xfrm>
                <a:off x="5850288" y="534744"/>
                <a:ext cx="52560" cy="133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E68052F2-7CBB-ACC2-BBB8-AA37E1EED70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841648" y="526104"/>
                  <a:ext cx="702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3611EEBB-D56D-BD2A-A3AE-0D7024BBE308}"/>
                    </a:ext>
                  </a:extLst>
                </p14:cNvPr>
                <p14:cNvContentPartPr/>
                <p14:nvPr/>
              </p14:nvContentPartPr>
              <p14:xfrm>
                <a:off x="6221808" y="667944"/>
                <a:ext cx="39240" cy="842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3611EEBB-D56D-BD2A-A3AE-0D7024BBE30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213168" y="658944"/>
                  <a:ext cx="5688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EC7E96DA-1D67-F7D7-42FC-4AAE37ED3E5D}"/>
                    </a:ext>
                  </a:extLst>
                </p14:cNvPr>
                <p14:cNvContentPartPr/>
                <p14:nvPr/>
              </p14:nvContentPartPr>
              <p14:xfrm>
                <a:off x="6258888" y="551664"/>
                <a:ext cx="18360" cy="338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EC7E96DA-1D67-F7D7-42FC-4AAE37ED3E5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249888" y="542664"/>
                  <a:ext cx="360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888B8666-BDBE-6661-606F-7A5454417023}"/>
                    </a:ext>
                  </a:extLst>
                </p14:cNvPr>
                <p14:cNvContentPartPr/>
                <p14:nvPr/>
              </p14:nvContentPartPr>
              <p14:xfrm>
                <a:off x="2371248" y="1067184"/>
                <a:ext cx="3182760" cy="1602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888B8666-BDBE-6661-606F-7A545441702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362248" y="1058544"/>
                  <a:ext cx="3200400" cy="17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45C2630-8C0D-D5FA-73D0-D8ED54896717}"/>
              </a:ext>
            </a:extLst>
          </p:cNvPr>
          <p:cNvGrpSpPr/>
          <p:nvPr/>
        </p:nvGrpSpPr>
        <p:grpSpPr>
          <a:xfrm>
            <a:off x="2303928" y="1671984"/>
            <a:ext cx="1289880" cy="436680"/>
            <a:chOff x="2303928" y="1671984"/>
            <a:chExt cx="1289880" cy="43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54E0EFBF-60FD-93D0-620F-E16ED8917911}"/>
                    </a:ext>
                  </a:extLst>
                </p14:cNvPr>
                <p14:cNvContentPartPr/>
                <p14:nvPr/>
              </p14:nvContentPartPr>
              <p14:xfrm>
                <a:off x="2303928" y="1751904"/>
                <a:ext cx="191520" cy="3567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54E0EFBF-60FD-93D0-620F-E16ED891791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294928" y="1743264"/>
                  <a:ext cx="20916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5605342F-602F-071C-D6ED-D90A50780CC5}"/>
                    </a:ext>
                  </a:extLst>
                </p14:cNvPr>
                <p14:cNvContentPartPr/>
                <p14:nvPr/>
              </p14:nvContentPartPr>
              <p14:xfrm>
                <a:off x="2384568" y="1852344"/>
                <a:ext cx="82440" cy="586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5605342F-602F-071C-D6ED-D90A50780CC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375568" y="1843344"/>
                  <a:ext cx="10008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B87440BD-1EBC-6943-519B-AE4E9BAD4780}"/>
                    </a:ext>
                  </a:extLst>
                </p14:cNvPr>
                <p14:cNvContentPartPr/>
                <p14:nvPr/>
              </p14:nvContentPartPr>
              <p14:xfrm>
                <a:off x="2782008" y="1702224"/>
                <a:ext cx="678600" cy="2797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B87440BD-1EBC-6943-519B-AE4E9BAD4780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773368" y="1693224"/>
                  <a:ext cx="69624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0467BDF9-AC6E-5460-9991-4B8E9D8A762E}"/>
                    </a:ext>
                  </a:extLst>
                </p14:cNvPr>
                <p14:cNvContentPartPr/>
                <p14:nvPr/>
              </p14:nvContentPartPr>
              <p14:xfrm>
                <a:off x="3481128" y="1777824"/>
                <a:ext cx="112680" cy="241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0467BDF9-AC6E-5460-9991-4B8E9D8A762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472488" y="1768824"/>
                  <a:ext cx="1303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46CC5D61-BD39-CA9C-3A84-EAE971CB5A8D}"/>
                    </a:ext>
                  </a:extLst>
                </p14:cNvPr>
                <p14:cNvContentPartPr/>
                <p14:nvPr/>
              </p14:nvContentPartPr>
              <p14:xfrm>
                <a:off x="3341808" y="1671984"/>
                <a:ext cx="26640" cy="190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46CC5D61-BD39-CA9C-3A84-EAE971CB5A8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333168" y="1662984"/>
                  <a:ext cx="4428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79562E67-D4A9-E4BB-6E50-778F95A8F85D}"/>
              </a:ext>
            </a:extLst>
          </p:cNvPr>
          <p:cNvGrpSpPr/>
          <p:nvPr/>
        </p:nvGrpSpPr>
        <p:grpSpPr>
          <a:xfrm>
            <a:off x="4053888" y="1570104"/>
            <a:ext cx="712440" cy="268560"/>
            <a:chOff x="4053888" y="1570104"/>
            <a:chExt cx="712440" cy="26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21FDEEC8-4A34-8778-0AE6-3AE082188F65}"/>
                    </a:ext>
                  </a:extLst>
                </p14:cNvPr>
                <p14:cNvContentPartPr/>
                <p14:nvPr/>
              </p14:nvContentPartPr>
              <p14:xfrm>
                <a:off x="4053888" y="1683144"/>
                <a:ext cx="381600" cy="1555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21FDEEC8-4A34-8778-0AE6-3AE082188F6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045248" y="1674144"/>
                  <a:ext cx="3992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71844BFF-1E90-DD5D-854C-C483918C214F}"/>
                    </a:ext>
                  </a:extLst>
                </p14:cNvPr>
                <p14:cNvContentPartPr/>
                <p14:nvPr/>
              </p14:nvContentPartPr>
              <p14:xfrm>
                <a:off x="4495968" y="1570104"/>
                <a:ext cx="270360" cy="1670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71844BFF-1E90-DD5D-854C-C483918C214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486968" y="1561104"/>
                  <a:ext cx="288000" cy="18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2EF41F0-9305-1675-4A6F-474A630ED883}"/>
              </a:ext>
            </a:extLst>
          </p:cNvPr>
          <p:cNvGrpSpPr/>
          <p:nvPr/>
        </p:nvGrpSpPr>
        <p:grpSpPr>
          <a:xfrm>
            <a:off x="5131728" y="1351944"/>
            <a:ext cx="999720" cy="430920"/>
            <a:chOff x="5131728" y="1351944"/>
            <a:chExt cx="999720" cy="43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2370ED0C-1DE7-F38E-E6AC-F2F4801F8E35}"/>
                    </a:ext>
                  </a:extLst>
                </p14:cNvPr>
                <p14:cNvContentPartPr/>
                <p14:nvPr/>
              </p14:nvContentPartPr>
              <p14:xfrm>
                <a:off x="5131728" y="1454904"/>
                <a:ext cx="541800" cy="2012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2370ED0C-1DE7-F38E-E6AC-F2F4801F8E3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122728" y="1445904"/>
                  <a:ext cx="5594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8FEAA140-4D5F-356F-5C6A-01638E172B92}"/>
                    </a:ext>
                  </a:extLst>
                </p14:cNvPr>
                <p14:cNvContentPartPr/>
                <p14:nvPr/>
              </p14:nvContentPartPr>
              <p14:xfrm>
                <a:off x="5737248" y="1426464"/>
                <a:ext cx="60480" cy="1465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8FEAA140-4D5F-356F-5C6A-01638E172B9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728608" y="1417824"/>
                  <a:ext cx="781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57CB4156-0713-FE0A-FFA2-12BBCC9DCE6E}"/>
                    </a:ext>
                  </a:extLst>
                </p14:cNvPr>
                <p14:cNvContentPartPr/>
                <p14:nvPr/>
              </p14:nvContentPartPr>
              <p14:xfrm>
                <a:off x="5907888" y="1351944"/>
                <a:ext cx="90720" cy="1864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57CB4156-0713-FE0A-FFA2-12BBCC9DCE6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898888" y="1343304"/>
                  <a:ext cx="1083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8822564B-678E-BCF7-838B-D27A57CE2276}"/>
                    </a:ext>
                  </a:extLst>
                </p14:cNvPr>
                <p14:cNvContentPartPr/>
                <p14:nvPr/>
              </p14:nvContentPartPr>
              <p14:xfrm>
                <a:off x="6002208" y="1443744"/>
                <a:ext cx="12240" cy="237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8822564B-678E-BCF7-838B-D27A57CE227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993208" y="1434744"/>
                  <a:ext cx="2988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A70D96C9-631B-7984-4CD9-4CEB1401A9B0}"/>
                    </a:ext>
                  </a:extLst>
                </p14:cNvPr>
                <p14:cNvContentPartPr/>
                <p14:nvPr/>
              </p14:nvContentPartPr>
              <p14:xfrm>
                <a:off x="5983848" y="1467144"/>
                <a:ext cx="147600" cy="3157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A70D96C9-631B-7984-4CD9-4CEB1401A9B0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975208" y="1458504"/>
                  <a:ext cx="165240" cy="33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E0B2B0C-5CEC-0C82-FD76-BA1EEEA2F05A}"/>
              </a:ext>
            </a:extLst>
          </p:cNvPr>
          <p:cNvGrpSpPr/>
          <p:nvPr/>
        </p:nvGrpSpPr>
        <p:grpSpPr>
          <a:xfrm>
            <a:off x="6703128" y="1073664"/>
            <a:ext cx="826920" cy="518760"/>
            <a:chOff x="6703128" y="1073664"/>
            <a:chExt cx="826920" cy="51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EB88A3EF-1C20-54FC-5D17-66E075C9FA04}"/>
                    </a:ext>
                  </a:extLst>
                </p14:cNvPr>
                <p14:cNvContentPartPr/>
                <p14:nvPr/>
              </p14:nvContentPartPr>
              <p14:xfrm>
                <a:off x="6703128" y="1149984"/>
                <a:ext cx="366840" cy="4424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EB88A3EF-1C20-54FC-5D17-66E075C9FA0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694128" y="1140984"/>
                  <a:ext cx="38448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D17F7B79-7807-A4FB-9F8B-C1A73439DEFD}"/>
                    </a:ext>
                  </a:extLst>
                </p14:cNvPr>
                <p14:cNvContentPartPr/>
                <p14:nvPr/>
              </p14:nvContentPartPr>
              <p14:xfrm>
                <a:off x="7239528" y="1073664"/>
                <a:ext cx="290520" cy="2548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D17F7B79-7807-A4FB-9F8B-C1A73439DEF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230888" y="1064664"/>
                  <a:ext cx="30816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C8CFE8E7-BF89-8F93-E368-048F0C1A412B}"/>
                    </a:ext>
                  </a:extLst>
                </p14:cNvPr>
                <p14:cNvContentPartPr/>
                <p14:nvPr/>
              </p14:nvContentPartPr>
              <p14:xfrm>
                <a:off x="7459848" y="1147464"/>
                <a:ext cx="1080" cy="104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C8CFE8E7-BF89-8F93-E368-048F0C1A412B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451208" y="1138464"/>
                  <a:ext cx="1872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F7485D23-8A47-E0A5-9361-9F8AD37492E0}"/>
              </a:ext>
            </a:extLst>
          </p:cNvPr>
          <p:cNvGrpSpPr/>
          <p:nvPr/>
        </p:nvGrpSpPr>
        <p:grpSpPr>
          <a:xfrm>
            <a:off x="7818408" y="1014624"/>
            <a:ext cx="954000" cy="250920"/>
            <a:chOff x="7818408" y="1014624"/>
            <a:chExt cx="954000" cy="25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0469621F-6416-4337-7A62-944F49E6D113}"/>
                    </a:ext>
                  </a:extLst>
                </p14:cNvPr>
                <p14:cNvContentPartPr/>
                <p14:nvPr/>
              </p14:nvContentPartPr>
              <p14:xfrm>
                <a:off x="7818408" y="1073664"/>
                <a:ext cx="191160" cy="1612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0469621F-6416-4337-7A62-944F49E6D11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809768" y="1065024"/>
                  <a:ext cx="2088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6C64EB6C-62BB-D801-D10A-7E93F0EC1805}"/>
                    </a:ext>
                  </a:extLst>
                </p14:cNvPr>
                <p14:cNvContentPartPr/>
                <p14:nvPr/>
              </p14:nvContentPartPr>
              <p14:xfrm>
                <a:off x="8104608" y="1116864"/>
                <a:ext cx="29520" cy="129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6C64EB6C-62BB-D801-D10A-7E93F0EC180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095608" y="1107864"/>
                  <a:ext cx="471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C307D81A-F384-0B1A-75F4-B9CBCE6D4C60}"/>
                    </a:ext>
                  </a:extLst>
                </p14:cNvPr>
                <p14:cNvContentPartPr/>
                <p14:nvPr/>
              </p14:nvContentPartPr>
              <p14:xfrm>
                <a:off x="8054208" y="1061424"/>
                <a:ext cx="122040" cy="1080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C307D81A-F384-0B1A-75F4-B9CBCE6D4C6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045208" y="1052784"/>
                  <a:ext cx="1396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35D513F4-F098-CAD3-D078-A1B585D57106}"/>
                    </a:ext>
                  </a:extLst>
                </p14:cNvPr>
                <p14:cNvContentPartPr/>
                <p14:nvPr/>
              </p14:nvContentPartPr>
              <p14:xfrm>
                <a:off x="8259048" y="1031544"/>
                <a:ext cx="82440" cy="2340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35D513F4-F098-CAD3-D078-A1B585D5710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250048" y="1022904"/>
                  <a:ext cx="10008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10CD8E17-AB04-1150-F40E-B495B80CB552}"/>
                    </a:ext>
                  </a:extLst>
                </p14:cNvPr>
                <p14:cNvContentPartPr/>
                <p14:nvPr/>
              </p14:nvContentPartPr>
              <p14:xfrm>
                <a:off x="8426088" y="1014624"/>
                <a:ext cx="164880" cy="579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10CD8E17-AB04-1150-F40E-B495B80CB552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417088" y="1005624"/>
                  <a:ext cx="1825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D61FA308-94CA-541E-61BA-5F63F4B2752A}"/>
                    </a:ext>
                  </a:extLst>
                </p14:cNvPr>
                <p14:cNvContentPartPr/>
                <p14:nvPr/>
              </p14:nvContentPartPr>
              <p14:xfrm>
                <a:off x="8750448" y="1054224"/>
                <a:ext cx="21960" cy="270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D61FA308-94CA-541E-61BA-5F63F4B2752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741808" y="1045584"/>
                  <a:ext cx="39600" cy="4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591189B-D6DC-EC8F-6C50-6D1A2362BC3B}"/>
              </a:ext>
            </a:extLst>
          </p:cNvPr>
          <p:cNvGrpSpPr/>
          <p:nvPr/>
        </p:nvGrpSpPr>
        <p:grpSpPr>
          <a:xfrm>
            <a:off x="1786248" y="832824"/>
            <a:ext cx="254520" cy="310320"/>
            <a:chOff x="1786248" y="832824"/>
            <a:chExt cx="254520" cy="31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B11B0E90-11FC-933D-B9F3-C067B90F422B}"/>
                    </a:ext>
                  </a:extLst>
                </p14:cNvPr>
                <p14:cNvContentPartPr/>
                <p14:nvPr/>
              </p14:nvContentPartPr>
              <p14:xfrm>
                <a:off x="1786248" y="838224"/>
                <a:ext cx="114120" cy="1724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B11B0E90-11FC-933D-B9F3-C067B90F422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777248" y="829224"/>
                  <a:ext cx="1317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888AA105-F1E6-5D1F-7EC5-525AFF7B7FA1}"/>
                    </a:ext>
                  </a:extLst>
                </p14:cNvPr>
                <p14:cNvContentPartPr/>
                <p14:nvPr/>
              </p14:nvContentPartPr>
              <p14:xfrm>
                <a:off x="1906488" y="832824"/>
                <a:ext cx="134280" cy="3103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888AA105-F1E6-5D1F-7EC5-525AFF7B7FA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897848" y="824184"/>
                  <a:ext cx="151920" cy="327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5B92EDF9-3743-9916-D56F-46B101417B59}"/>
                  </a:ext>
                </a:extLst>
              </p14:cNvPr>
              <p14:cNvContentPartPr/>
              <p14:nvPr/>
            </p14:nvContentPartPr>
            <p14:xfrm>
              <a:off x="1860048" y="2016504"/>
              <a:ext cx="179280" cy="475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5B92EDF9-3743-9916-D56F-46B101417B5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1851048" y="2007864"/>
                <a:ext cx="19692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D4E987A-5FA4-2F36-B342-AE5DFEDF57E9}"/>
                  </a:ext>
                </a:extLst>
              </p14:cNvPr>
              <p14:cNvContentPartPr/>
              <p14:nvPr/>
            </p14:nvContentPartPr>
            <p14:xfrm>
              <a:off x="1086408" y="2624904"/>
              <a:ext cx="338040" cy="412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D4E987A-5FA4-2F36-B342-AE5DFEDF57E9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77408" y="2615904"/>
                <a:ext cx="355680" cy="43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72B433AF-1B59-176D-CAA3-B8DFACE236C4}"/>
                  </a:ext>
                </a:extLst>
              </p14:cNvPr>
              <p14:cNvContentPartPr/>
              <p14:nvPr/>
            </p14:nvContentPartPr>
            <p14:xfrm>
              <a:off x="4960008" y="2317104"/>
              <a:ext cx="360" cy="3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72B433AF-1B59-176D-CAA3-B8DFACE236C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951008" y="2308104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01717B45-A294-8CB4-E9A8-F3C161FDFB5E}"/>
                  </a:ext>
                </a:extLst>
              </p14:cNvPr>
              <p14:cNvContentPartPr/>
              <p14:nvPr/>
            </p14:nvContentPartPr>
            <p14:xfrm>
              <a:off x="1142568" y="2758104"/>
              <a:ext cx="214200" cy="2577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01717B45-A294-8CB4-E9A8-F3C161FDFB5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133928" y="2749104"/>
                <a:ext cx="231840" cy="27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B6637B74-064F-4A2F-B9BA-75AC86E5C1CF}"/>
                  </a:ext>
                </a:extLst>
              </p14:cNvPr>
              <p14:cNvContentPartPr/>
              <p14:nvPr/>
            </p14:nvContentPartPr>
            <p14:xfrm>
              <a:off x="4867848" y="2998584"/>
              <a:ext cx="33840" cy="1148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B6637B74-064F-4A2F-B9BA-75AC86E5C1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858848" y="2989944"/>
                <a:ext cx="51480" cy="13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DD7043D3-5882-5CE5-88C0-68796C79BE10}"/>
                  </a:ext>
                </a:extLst>
              </p14:cNvPr>
              <p14:cNvContentPartPr/>
              <p14:nvPr/>
            </p14:nvContentPartPr>
            <p14:xfrm>
              <a:off x="1730808" y="4446504"/>
              <a:ext cx="360" cy="36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DD7043D3-5882-5CE5-88C0-68796C79BE10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722168" y="4437504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2" name="Group 271">
            <a:extLst>
              <a:ext uri="{FF2B5EF4-FFF2-40B4-BE49-F238E27FC236}">
                <a16:creationId xmlns:a16="http://schemas.microsoft.com/office/drawing/2014/main" id="{8E871683-A73B-88F6-3C6A-15C1425CF01A}"/>
              </a:ext>
            </a:extLst>
          </p:cNvPr>
          <p:cNvGrpSpPr/>
          <p:nvPr/>
        </p:nvGrpSpPr>
        <p:grpSpPr>
          <a:xfrm>
            <a:off x="1016568" y="2187144"/>
            <a:ext cx="10438200" cy="2666160"/>
            <a:chOff x="1016568" y="2187144"/>
            <a:chExt cx="10438200" cy="266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7356F860-C73D-CA23-8C72-1EB1D5273ADB}"/>
                    </a:ext>
                  </a:extLst>
                </p14:cNvPr>
                <p14:cNvContentPartPr/>
                <p14:nvPr/>
              </p14:nvContentPartPr>
              <p14:xfrm>
                <a:off x="2469888" y="4217184"/>
                <a:ext cx="248760" cy="2188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7356F860-C73D-CA23-8C72-1EB1D5273ADB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2461248" y="4208544"/>
                  <a:ext cx="2664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12C6D2F-18E8-DE96-D423-3799E63B230D}"/>
                    </a:ext>
                  </a:extLst>
                </p14:cNvPr>
                <p14:cNvContentPartPr/>
                <p14:nvPr/>
              </p14:nvContentPartPr>
              <p14:xfrm>
                <a:off x="2829528" y="4211784"/>
                <a:ext cx="105480" cy="92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12C6D2F-18E8-DE96-D423-3799E63B230D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2820888" y="4203144"/>
                  <a:ext cx="12312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53B6D94B-2AC8-A1E1-D025-2E901607EE5B}"/>
                    </a:ext>
                  </a:extLst>
                </p14:cNvPr>
                <p14:cNvContentPartPr/>
                <p14:nvPr/>
              </p14:nvContentPartPr>
              <p14:xfrm>
                <a:off x="3048048" y="4176864"/>
                <a:ext cx="195840" cy="1069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53B6D94B-2AC8-A1E1-D025-2E901607EE5B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3039048" y="4168224"/>
                  <a:ext cx="2134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4A80EF44-50AC-CF78-880A-CB5A67812CDB}"/>
                    </a:ext>
                  </a:extLst>
                </p14:cNvPr>
                <p14:cNvContentPartPr/>
                <p14:nvPr/>
              </p14:nvContentPartPr>
              <p14:xfrm>
                <a:off x="1757808" y="2539584"/>
                <a:ext cx="843840" cy="3510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4A80EF44-50AC-CF78-880A-CB5A67812CDB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1749168" y="2530584"/>
                  <a:ext cx="86148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03C6554C-9B9E-E4F9-3497-F026B8D5B1C8}"/>
                    </a:ext>
                  </a:extLst>
                </p14:cNvPr>
                <p14:cNvContentPartPr/>
                <p14:nvPr/>
              </p14:nvContentPartPr>
              <p14:xfrm>
                <a:off x="2616408" y="2580264"/>
                <a:ext cx="1440" cy="46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03C6554C-9B9E-E4F9-3497-F026B8D5B1C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607768" y="2571264"/>
                  <a:ext cx="190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758715BF-19EE-DD3B-2782-4C2BDF7385A6}"/>
                    </a:ext>
                  </a:extLst>
                </p14:cNvPr>
                <p14:cNvContentPartPr/>
                <p14:nvPr/>
              </p14:nvContentPartPr>
              <p14:xfrm>
                <a:off x="2598408" y="2408544"/>
                <a:ext cx="182880" cy="3726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758715BF-19EE-DD3B-2782-4C2BDF7385A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589408" y="2399544"/>
                  <a:ext cx="20052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B8403813-D93E-1255-6B6C-2514C4E9A57A}"/>
                    </a:ext>
                  </a:extLst>
                </p14:cNvPr>
                <p14:cNvContentPartPr/>
                <p14:nvPr/>
              </p14:nvContentPartPr>
              <p14:xfrm>
                <a:off x="3976848" y="2642184"/>
                <a:ext cx="360" cy="3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B8403813-D93E-1255-6B6C-2514C4E9A57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967848" y="263354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629643CD-5CD1-8677-6146-0F1FB21346BB}"/>
                    </a:ext>
                  </a:extLst>
                </p14:cNvPr>
                <p14:cNvContentPartPr/>
                <p14:nvPr/>
              </p14:nvContentPartPr>
              <p14:xfrm>
                <a:off x="3856608" y="2676744"/>
                <a:ext cx="360" cy="3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629643CD-5CD1-8677-6146-0F1FB21346B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847968" y="266774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00574DF2-A202-6769-B58F-0F4F5F6807E8}"/>
                    </a:ext>
                  </a:extLst>
                </p14:cNvPr>
                <p14:cNvContentPartPr/>
                <p14:nvPr/>
              </p14:nvContentPartPr>
              <p14:xfrm>
                <a:off x="3325968" y="2550384"/>
                <a:ext cx="30960" cy="2548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00574DF2-A202-6769-B58F-0F4F5F6807E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316968" y="2541384"/>
                  <a:ext cx="486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4274481B-842F-86AC-693E-8FA1EA78D993}"/>
                    </a:ext>
                  </a:extLst>
                </p14:cNvPr>
                <p14:cNvContentPartPr/>
                <p14:nvPr/>
              </p14:nvContentPartPr>
              <p14:xfrm>
                <a:off x="3099168" y="2460384"/>
                <a:ext cx="428040" cy="15732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4274481B-842F-86AC-693E-8FA1EA78D99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090528" y="2451384"/>
                  <a:ext cx="4456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5C2B8226-EA04-FA75-65B0-8B67E500C6AC}"/>
                    </a:ext>
                  </a:extLst>
                </p14:cNvPr>
                <p14:cNvContentPartPr/>
                <p14:nvPr/>
              </p14:nvContentPartPr>
              <p14:xfrm>
                <a:off x="3527928" y="2613744"/>
                <a:ext cx="100440" cy="1270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5C2B8226-EA04-FA75-65B0-8B67E500C6A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518928" y="2605104"/>
                  <a:ext cx="1180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1A31D6F-D9FF-6229-1A34-679913C7E4D7}"/>
                    </a:ext>
                  </a:extLst>
                </p14:cNvPr>
                <p14:cNvContentPartPr/>
                <p14:nvPr/>
              </p14:nvContentPartPr>
              <p14:xfrm>
                <a:off x="3700728" y="2589624"/>
                <a:ext cx="476640" cy="1252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1A31D6F-D9FF-6229-1A34-679913C7E4D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692088" y="2580984"/>
                  <a:ext cx="49428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8AAC3AAE-5AE0-9D70-4E80-08DF790C7A02}"/>
                    </a:ext>
                  </a:extLst>
                </p14:cNvPr>
                <p14:cNvContentPartPr/>
                <p14:nvPr/>
              </p14:nvContentPartPr>
              <p14:xfrm>
                <a:off x="4184208" y="2556504"/>
                <a:ext cx="4680" cy="270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8AAC3AAE-5AE0-9D70-4E80-08DF790C7A0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175208" y="2547504"/>
                  <a:ext cx="2232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D9248A48-7DCE-71DF-CF73-9BF61A925935}"/>
                    </a:ext>
                  </a:extLst>
                </p14:cNvPr>
                <p14:cNvContentPartPr/>
                <p14:nvPr/>
              </p14:nvContentPartPr>
              <p14:xfrm>
                <a:off x="3833208" y="2344464"/>
                <a:ext cx="425160" cy="4626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D9248A48-7DCE-71DF-CF73-9BF61A92593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824568" y="2335824"/>
                  <a:ext cx="44280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9B5AA7D9-CDD7-214B-BF57-B1666689CEE7}"/>
                    </a:ext>
                  </a:extLst>
                </p14:cNvPr>
                <p14:cNvContentPartPr/>
                <p14:nvPr/>
              </p14:nvContentPartPr>
              <p14:xfrm>
                <a:off x="4827888" y="2314944"/>
                <a:ext cx="216360" cy="42120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9B5AA7D9-CDD7-214B-BF57-B1666689CEE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818888" y="2306304"/>
                  <a:ext cx="23400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453B9E22-A87D-F329-7E9A-19F57B68E7F6}"/>
                    </a:ext>
                  </a:extLst>
                </p14:cNvPr>
                <p14:cNvContentPartPr/>
                <p14:nvPr/>
              </p14:nvContentPartPr>
              <p14:xfrm>
                <a:off x="5151168" y="2283264"/>
                <a:ext cx="462600" cy="1706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453B9E22-A87D-F329-7E9A-19F57B68E7F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142168" y="2274624"/>
                  <a:ext cx="4802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45620709-1C01-16E6-70DA-8E4C0152B6BC}"/>
                    </a:ext>
                  </a:extLst>
                </p14:cNvPr>
                <p14:cNvContentPartPr/>
                <p14:nvPr/>
              </p14:nvContentPartPr>
              <p14:xfrm>
                <a:off x="5437368" y="2187144"/>
                <a:ext cx="31320" cy="658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45620709-1C01-16E6-70DA-8E4C0152B6B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428368" y="2178504"/>
                  <a:ext cx="4896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AAD71183-D905-3884-E0B3-4E068778BC80}"/>
                    </a:ext>
                  </a:extLst>
                </p14:cNvPr>
                <p14:cNvContentPartPr/>
                <p14:nvPr/>
              </p14:nvContentPartPr>
              <p14:xfrm>
                <a:off x="5754528" y="2348424"/>
                <a:ext cx="34920" cy="241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AAD71183-D905-3884-E0B3-4E068778BC8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745888" y="2339424"/>
                  <a:ext cx="525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D1F120E-0FAF-1652-99CF-970050387F49}"/>
                    </a:ext>
                  </a:extLst>
                </p14:cNvPr>
                <p14:cNvContentPartPr/>
                <p14:nvPr/>
              </p14:nvContentPartPr>
              <p14:xfrm>
                <a:off x="2053368" y="3461544"/>
                <a:ext cx="124560" cy="2710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D1F120E-0FAF-1652-99CF-970050387F4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044728" y="3452544"/>
                  <a:ext cx="14220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659F86A-B440-25A3-A51F-14CE0F7D02C1}"/>
                    </a:ext>
                  </a:extLst>
                </p14:cNvPr>
                <p14:cNvContentPartPr/>
                <p14:nvPr/>
              </p14:nvContentPartPr>
              <p14:xfrm>
                <a:off x="2109168" y="3603744"/>
                <a:ext cx="132120" cy="576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659F86A-B440-25A3-A51F-14CE0F7D02C1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100168" y="3595104"/>
                  <a:ext cx="14976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7587C91C-8A72-A925-C2BE-F84F131F7D91}"/>
                    </a:ext>
                  </a:extLst>
                </p14:cNvPr>
                <p14:cNvContentPartPr/>
                <p14:nvPr/>
              </p14:nvContentPartPr>
              <p14:xfrm>
                <a:off x="2082168" y="3354984"/>
                <a:ext cx="193680" cy="1098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7587C91C-8A72-A925-C2BE-F84F131F7D9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073528" y="3345984"/>
                  <a:ext cx="2113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17D6E684-9E19-AB78-7B32-17BDDEE2B0E3}"/>
                    </a:ext>
                  </a:extLst>
                </p14:cNvPr>
                <p14:cNvContentPartPr/>
                <p14:nvPr/>
              </p14:nvContentPartPr>
              <p14:xfrm>
                <a:off x="2323368" y="3517344"/>
                <a:ext cx="142200" cy="1530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17D6E684-9E19-AB78-7B32-17BDDEE2B0E3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314728" y="3508704"/>
                  <a:ext cx="1598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625160C0-04F5-5119-2278-9E07DE1AD3ED}"/>
                    </a:ext>
                  </a:extLst>
                </p14:cNvPr>
                <p14:cNvContentPartPr/>
                <p14:nvPr/>
              </p14:nvContentPartPr>
              <p14:xfrm>
                <a:off x="2599488" y="3406824"/>
                <a:ext cx="5760" cy="2253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625160C0-04F5-5119-2278-9E07DE1AD3E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590488" y="3397824"/>
                  <a:ext cx="234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3E491967-4FBF-A075-ACAE-7BDD1C5A1F97}"/>
                    </a:ext>
                  </a:extLst>
                </p14:cNvPr>
                <p14:cNvContentPartPr/>
                <p14:nvPr/>
              </p14:nvContentPartPr>
              <p14:xfrm>
                <a:off x="2409048" y="3533184"/>
                <a:ext cx="100440" cy="1407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3E491967-4FBF-A075-ACAE-7BDD1C5A1F9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400408" y="3524544"/>
                  <a:ext cx="1180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7286C541-C54B-7E90-09AC-269608F66477}"/>
                    </a:ext>
                  </a:extLst>
                </p14:cNvPr>
                <p14:cNvContentPartPr/>
                <p14:nvPr/>
              </p14:nvContentPartPr>
              <p14:xfrm>
                <a:off x="2410848" y="3534984"/>
                <a:ext cx="72000" cy="1522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7286C541-C54B-7E90-09AC-269608F6647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401848" y="3526344"/>
                  <a:ext cx="896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C3CFA38-B480-E5A4-1021-67CFC4D10B9F}"/>
                    </a:ext>
                  </a:extLst>
                </p14:cNvPr>
                <p14:cNvContentPartPr/>
                <p14:nvPr/>
              </p14:nvContentPartPr>
              <p14:xfrm>
                <a:off x="2553048" y="3483504"/>
                <a:ext cx="138960" cy="435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C3CFA38-B480-E5A4-1021-67CFC4D10B9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544048" y="3474864"/>
                  <a:ext cx="15660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F98C16B-0036-5C7C-8650-5416AAB676DF}"/>
                    </a:ext>
                  </a:extLst>
                </p14:cNvPr>
                <p14:cNvContentPartPr/>
                <p14:nvPr/>
              </p14:nvContentPartPr>
              <p14:xfrm>
                <a:off x="2590488" y="3564864"/>
                <a:ext cx="380160" cy="1335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F98C16B-0036-5C7C-8650-5416AAB676D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581848" y="3556224"/>
                  <a:ext cx="3978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6EF0CA5F-9FD0-1DCA-60E2-2670FEFEB1EC}"/>
                    </a:ext>
                  </a:extLst>
                </p14:cNvPr>
                <p14:cNvContentPartPr/>
                <p14:nvPr/>
              </p14:nvContentPartPr>
              <p14:xfrm>
                <a:off x="3035448" y="3386304"/>
                <a:ext cx="164880" cy="2642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6EF0CA5F-9FD0-1DCA-60E2-2670FEFEB1E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026808" y="3377664"/>
                  <a:ext cx="1825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E5F1F6DA-E781-955C-38F5-9D80B6EDA24C}"/>
                    </a:ext>
                  </a:extLst>
                </p14:cNvPr>
                <p14:cNvContentPartPr/>
                <p14:nvPr/>
              </p14:nvContentPartPr>
              <p14:xfrm>
                <a:off x="3192768" y="3527424"/>
                <a:ext cx="114480" cy="482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E5F1F6DA-E781-955C-38F5-9D80B6EDA24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184128" y="3518424"/>
                  <a:ext cx="13212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66743782-45C6-9ECC-77E3-C3B19261C8D2}"/>
                    </a:ext>
                  </a:extLst>
                </p14:cNvPr>
                <p14:cNvContentPartPr/>
                <p14:nvPr/>
              </p14:nvContentPartPr>
              <p14:xfrm>
                <a:off x="3589848" y="3406464"/>
                <a:ext cx="242280" cy="1731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66743782-45C6-9ECC-77E3-C3B19261C8D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581208" y="3397464"/>
                  <a:ext cx="2599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D20F845A-1230-AC14-CC82-1CC3FA85B09B}"/>
                    </a:ext>
                  </a:extLst>
                </p14:cNvPr>
                <p14:cNvContentPartPr/>
                <p14:nvPr/>
              </p14:nvContentPartPr>
              <p14:xfrm>
                <a:off x="3970728" y="3398904"/>
                <a:ext cx="67320" cy="1137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D20F845A-1230-AC14-CC82-1CC3FA85B09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962088" y="3390264"/>
                  <a:ext cx="8496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DFAC5B89-58DB-4292-6B7C-5D7CCB25D0B5}"/>
                    </a:ext>
                  </a:extLst>
                </p14:cNvPr>
                <p14:cNvContentPartPr/>
                <p14:nvPr/>
              </p14:nvContentPartPr>
              <p14:xfrm>
                <a:off x="4107528" y="3444264"/>
                <a:ext cx="83880" cy="655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DFAC5B89-58DB-4292-6B7C-5D7CCB25D0B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098888" y="3435264"/>
                  <a:ext cx="10152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6A39F13A-C9BC-E74E-C1D0-3A5F48A049A5}"/>
                    </a:ext>
                  </a:extLst>
                </p14:cNvPr>
                <p14:cNvContentPartPr/>
                <p14:nvPr/>
              </p14:nvContentPartPr>
              <p14:xfrm>
                <a:off x="4299048" y="3312864"/>
                <a:ext cx="97920" cy="2142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6A39F13A-C9BC-E74E-C1D0-3A5F48A049A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290048" y="3304224"/>
                  <a:ext cx="1155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259D2E3D-68CF-D4C2-248F-8E95A60856FD}"/>
                    </a:ext>
                  </a:extLst>
                </p14:cNvPr>
                <p14:cNvContentPartPr/>
                <p14:nvPr/>
              </p14:nvContentPartPr>
              <p14:xfrm>
                <a:off x="4550688" y="3448224"/>
                <a:ext cx="85320" cy="172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259D2E3D-68CF-D4C2-248F-8E95A60856F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541688" y="3439584"/>
                  <a:ext cx="1029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FC083826-23E0-207B-E6C6-D85F1D2DE7CF}"/>
                    </a:ext>
                  </a:extLst>
                </p14:cNvPr>
                <p14:cNvContentPartPr/>
                <p14:nvPr/>
              </p14:nvContentPartPr>
              <p14:xfrm>
                <a:off x="4711608" y="3262464"/>
                <a:ext cx="161640" cy="1778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FC083826-23E0-207B-E6C6-D85F1D2DE7CF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702968" y="3253824"/>
                  <a:ext cx="1792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061EA0A8-1A7F-89DC-04F7-160D3A7EB464}"/>
                    </a:ext>
                  </a:extLst>
                </p14:cNvPr>
                <p14:cNvContentPartPr/>
                <p14:nvPr/>
              </p14:nvContentPartPr>
              <p14:xfrm>
                <a:off x="4797288" y="3243744"/>
                <a:ext cx="133560" cy="75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061EA0A8-1A7F-89DC-04F7-160D3A7EB46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788288" y="3235104"/>
                  <a:ext cx="15120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7C674DBD-1BFF-B777-D086-65860049CF9D}"/>
                    </a:ext>
                  </a:extLst>
                </p14:cNvPr>
                <p14:cNvContentPartPr/>
                <p14:nvPr/>
              </p14:nvContentPartPr>
              <p14:xfrm>
                <a:off x="4826448" y="3165624"/>
                <a:ext cx="45000" cy="104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7C674DBD-1BFF-B777-D086-65860049CF9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817808" y="3156624"/>
                  <a:ext cx="626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AD48AC29-7707-BF1E-7F1F-087DD25B0758}"/>
                    </a:ext>
                  </a:extLst>
                </p14:cNvPr>
                <p14:cNvContentPartPr/>
                <p14:nvPr/>
              </p14:nvContentPartPr>
              <p14:xfrm>
                <a:off x="4780008" y="3151944"/>
                <a:ext cx="301680" cy="705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AD48AC29-7707-BF1E-7F1F-087DD25B075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771368" y="3142944"/>
                  <a:ext cx="31932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035912BC-7D02-49C2-81BA-DC386D1F2596}"/>
                    </a:ext>
                  </a:extLst>
                </p14:cNvPr>
                <p14:cNvContentPartPr/>
                <p14:nvPr/>
              </p14:nvContentPartPr>
              <p14:xfrm>
                <a:off x="4954248" y="3218184"/>
                <a:ext cx="364320" cy="201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035912BC-7D02-49C2-81BA-DC386D1F259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945608" y="3209184"/>
                  <a:ext cx="3819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F45C96A-A2CB-E448-8FB6-0FCEBF730842}"/>
                    </a:ext>
                  </a:extLst>
                </p14:cNvPr>
                <p14:cNvContentPartPr/>
                <p14:nvPr/>
              </p14:nvContentPartPr>
              <p14:xfrm>
                <a:off x="5413248" y="3297384"/>
                <a:ext cx="86400" cy="878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F45C96A-A2CB-E448-8FB6-0FCEBF73084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404608" y="3288744"/>
                  <a:ext cx="10404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A23BA4C0-12F3-19D8-DAFA-F5E3776C3791}"/>
                    </a:ext>
                  </a:extLst>
                </p14:cNvPr>
                <p14:cNvContentPartPr/>
                <p14:nvPr/>
              </p14:nvContentPartPr>
              <p14:xfrm>
                <a:off x="5578488" y="3114144"/>
                <a:ext cx="114480" cy="2739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A23BA4C0-12F3-19D8-DAFA-F5E3776C379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569488" y="3105144"/>
                  <a:ext cx="13212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51DEFF50-3DAE-75E6-8963-BE807B5D9E1F}"/>
                    </a:ext>
                  </a:extLst>
                </p14:cNvPr>
                <p14:cNvContentPartPr/>
                <p14:nvPr/>
              </p14:nvContentPartPr>
              <p14:xfrm>
                <a:off x="5827968" y="3080664"/>
                <a:ext cx="148680" cy="2318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51DEFF50-3DAE-75E6-8963-BE807B5D9E1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819328" y="3071664"/>
                  <a:ext cx="16632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CF414915-AFE0-06CE-BC19-365AEF096811}"/>
                    </a:ext>
                  </a:extLst>
                </p14:cNvPr>
                <p14:cNvContentPartPr/>
                <p14:nvPr/>
              </p14:nvContentPartPr>
              <p14:xfrm>
                <a:off x="6004008" y="3104424"/>
                <a:ext cx="17280" cy="295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CF414915-AFE0-06CE-BC19-365AEF09681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995368" y="3095784"/>
                  <a:ext cx="3492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89CF5E7F-EB8E-BD78-BB16-25D05138B561}"/>
                    </a:ext>
                  </a:extLst>
                </p14:cNvPr>
                <p14:cNvContentPartPr/>
                <p14:nvPr/>
              </p14:nvContentPartPr>
              <p14:xfrm>
                <a:off x="6057288" y="3163464"/>
                <a:ext cx="456120" cy="3564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89CF5E7F-EB8E-BD78-BB16-25D05138B56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048648" y="3154824"/>
                  <a:ext cx="47376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A51C8BD9-B7C6-0AC5-5AE5-77FF0EB80505}"/>
                    </a:ext>
                  </a:extLst>
                </p14:cNvPr>
                <p14:cNvContentPartPr/>
                <p14:nvPr/>
              </p14:nvContentPartPr>
              <p14:xfrm>
                <a:off x="6419808" y="3302784"/>
                <a:ext cx="37440" cy="972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A51C8BD9-B7C6-0AC5-5AE5-77FF0EB8050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411168" y="3294144"/>
                  <a:ext cx="550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0362D4D8-C7F2-B6D1-A978-AAE731C249C6}"/>
                    </a:ext>
                  </a:extLst>
                </p14:cNvPr>
                <p14:cNvContentPartPr/>
                <p14:nvPr/>
              </p14:nvContentPartPr>
              <p14:xfrm>
                <a:off x="2246328" y="3539304"/>
                <a:ext cx="3630960" cy="4399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0362D4D8-C7F2-B6D1-A978-AAE731C249C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237328" y="3530664"/>
                  <a:ext cx="364860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FD72AE0-1476-A0D4-A517-71AC5349010A}"/>
                    </a:ext>
                  </a:extLst>
                </p14:cNvPr>
                <p14:cNvContentPartPr/>
                <p14:nvPr/>
              </p14:nvContentPartPr>
              <p14:xfrm>
                <a:off x="6531408" y="3424464"/>
                <a:ext cx="360" cy="3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FD72AE0-1476-A0D4-A517-71AC5349010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522768" y="34154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F2E94C47-3775-D3C1-42E5-85CADCEA6B17}"/>
                    </a:ext>
                  </a:extLst>
                </p14:cNvPr>
                <p14:cNvContentPartPr/>
                <p14:nvPr/>
              </p14:nvContentPartPr>
              <p14:xfrm>
                <a:off x="2335608" y="2952144"/>
                <a:ext cx="35280" cy="1692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F2E94C47-3775-D3C1-42E5-85CADCEA6B17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2326968" y="2943144"/>
                  <a:ext cx="529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5B9842D8-E909-D471-6876-6CB5856CA32E}"/>
                    </a:ext>
                  </a:extLst>
                </p14:cNvPr>
                <p14:cNvContentPartPr/>
                <p14:nvPr/>
              </p14:nvContentPartPr>
              <p14:xfrm>
                <a:off x="2220048" y="2878704"/>
                <a:ext cx="245520" cy="1576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5B9842D8-E909-D471-6876-6CB5856CA32E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2211408" y="2870064"/>
                  <a:ext cx="2631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86850CC-7D94-3CB5-1A1B-F11AE64F0BC3}"/>
                    </a:ext>
                  </a:extLst>
                </p14:cNvPr>
                <p14:cNvContentPartPr/>
                <p14:nvPr/>
              </p14:nvContentPartPr>
              <p14:xfrm>
                <a:off x="2504448" y="2971944"/>
                <a:ext cx="106560" cy="910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86850CC-7D94-3CB5-1A1B-F11AE64F0BC3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2495448" y="2962944"/>
                  <a:ext cx="12420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ACA065BC-D8DF-82FD-F82F-CF45EADAB696}"/>
                    </a:ext>
                  </a:extLst>
                </p14:cNvPr>
                <p14:cNvContentPartPr/>
                <p14:nvPr/>
              </p14:nvContentPartPr>
              <p14:xfrm>
                <a:off x="2689128" y="2938464"/>
                <a:ext cx="406080" cy="849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ACA065BC-D8DF-82FD-F82F-CF45EADAB696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2680488" y="2929824"/>
                  <a:ext cx="42372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B4DDBB14-1D4A-DC14-262C-A4E623BBFBE1}"/>
                    </a:ext>
                  </a:extLst>
                </p14:cNvPr>
                <p14:cNvContentPartPr/>
                <p14:nvPr/>
              </p14:nvContentPartPr>
              <p14:xfrm>
                <a:off x="2933568" y="2859984"/>
                <a:ext cx="16920" cy="313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B4DDBB14-1D4A-DC14-262C-A4E623BBFBE1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2924928" y="2851344"/>
                  <a:ext cx="3456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DB405601-83AC-09F5-F675-11999DEDC6D6}"/>
                    </a:ext>
                  </a:extLst>
                </p14:cNvPr>
                <p14:cNvContentPartPr/>
                <p14:nvPr/>
              </p14:nvContentPartPr>
              <p14:xfrm>
                <a:off x="3478968" y="2840544"/>
                <a:ext cx="95040" cy="1051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DB405601-83AC-09F5-F675-11999DEDC6D6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3470328" y="2831544"/>
                  <a:ext cx="11268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AE54039B-5C7B-9501-A047-95474CA9D4D6}"/>
                    </a:ext>
                  </a:extLst>
                </p14:cNvPr>
                <p14:cNvContentPartPr/>
                <p14:nvPr/>
              </p14:nvContentPartPr>
              <p14:xfrm>
                <a:off x="3716208" y="2795904"/>
                <a:ext cx="167760" cy="1342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AE54039B-5C7B-9501-A047-95474CA9D4D6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3707208" y="2787264"/>
                  <a:ext cx="1854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D2D4A9B7-673F-F6A9-F1B0-8E676299F8CC}"/>
                    </a:ext>
                  </a:extLst>
                </p14:cNvPr>
                <p14:cNvContentPartPr/>
                <p14:nvPr/>
              </p14:nvContentPartPr>
              <p14:xfrm>
                <a:off x="3940848" y="2876184"/>
                <a:ext cx="11160" cy="612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D2D4A9B7-673F-F6A9-F1B0-8E676299F8CC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3932208" y="2867544"/>
                  <a:ext cx="2880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EF5FB06B-CF75-86D8-8268-B6AA844DD0A1}"/>
                    </a:ext>
                  </a:extLst>
                </p14:cNvPr>
                <p14:cNvContentPartPr/>
                <p14:nvPr/>
              </p14:nvContentPartPr>
              <p14:xfrm>
                <a:off x="3903408" y="2858544"/>
                <a:ext cx="70920" cy="3240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EF5FB06B-CF75-86D8-8268-B6AA844DD0A1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3894408" y="2849904"/>
                  <a:ext cx="885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9F7B7D6C-F498-25A4-7BEA-6D6B4BA66289}"/>
                    </a:ext>
                  </a:extLst>
                </p14:cNvPr>
                <p14:cNvContentPartPr/>
                <p14:nvPr/>
              </p14:nvContentPartPr>
              <p14:xfrm>
                <a:off x="3938688" y="2917944"/>
                <a:ext cx="104400" cy="295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9F7B7D6C-F498-25A4-7BEA-6D6B4BA66289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3930048" y="2909304"/>
                  <a:ext cx="1220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A0A2D565-61FB-9188-9D2B-5EB6F34CE8CA}"/>
                    </a:ext>
                  </a:extLst>
                </p14:cNvPr>
                <p14:cNvContentPartPr/>
                <p14:nvPr/>
              </p14:nvContentPartPr>
              <p14:xfrm>
                <a:off x="4107888" y="2787264"/>
                <a:ext cx="89640" cy="1386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A0A2D565-61FB-9188-9D2B-5EB6F34CE8CA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098888" y="2778624"/>
                  <a:ext cx="10728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DE23B2D6-D1E6-7020-0846-4805FBC0BFD2}"/>
                    </a:ext>
                  </a:extLst>
                </p14:cNvPr>
                <p14:cNvContentPartPr/>
                <p14:nvPr/>
              </p14:nvContentPartPr>
              <p14:xfrm>
                <a:off x="4310928" y="2811024"/>
                <a:ext cx="88920" cy="406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DE23B2D6-D1E6-7020-0846-4805FBC0BFD2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301928" y="2802024"/>
                  <a:ext cx="10656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6712EEAB-6C2A-EB5B-32F7-61B67248482A}"/>
                    </a:ext>
                  </a:extLst>
                </p14:cNvPr>
                <p14:cNvContentPartPr/>
                <p14:nvPr/>
              </p14:nvContentPartPr>
              <p14:xfrm>
                <a:off x="4548528" y="2758824"/>
                <a:ext cx="301680" cy="2102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6712EEAB-6C2A-EB5B-32F7-61B67248482A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539528" y="2749824"/>
                  <a:ext cx="3193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13C6AE56-E8BD-D52F-1A58-DB02E472A905}"/>
                    </a:ext>
                  </a:extLst>
                </p14:cNvPr>
                <p14:cNvContentPartPr/>
                <p14:nvPr/>
              </p14:nvContentPartPr>
              <p14:xfrm>
                <a:off x="4894488" y="2747304"/>
                <a:ext cx="123480" cy="554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13C6AE56-E8BD-D52F-1A58-DB02E472A905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885848" y="2738304"/>
                  <a:ext cx="14112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D4EAE44D-E6EE-3482-EA9F-2FE96D74D755}"/>
                    </a:ext>
                  </a:extLst>
                </p14:cNvPr>
                <p14:cNvContentPartPr/>
                <p14:nvPr/>
              </p14:nvContentPartPr>
              <p14:xfrm>
                <a:off x="5069808" y="2730744"/>
                <a:ext cx="169560" cy="417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D4EAE44D-E6EE-3482-EA9F-2FE96D74D755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5061168" y="2721744"/>
                  <a:ext cx="18720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B73EAEDC-5BA7-443C-72EE-0EA4EB5E1792}"/>
                    </a:ext>
                  </a:extLst>
                </p14:cNvPr>
                <p14:cNvContentPartPr/>
                <p14:nvPr/>
              </p14:nvContentPartPr>
              <p14:xfrm>
                <a:off x="5542848" y="2628144"/>
                <a:ext cx="130680" cy="882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B73EAEDC-5BA7-443C-72EE-0EA4EB5E1792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5533848" y="2619144"/>
                  <a:ext cx="14832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BB795AB2-8B35-75C9-F9C6-B4825B98CBC4}"/>
                    </a:ext>
                  </a:extLst>
                </p14:cNvPr>
                <p14:cNvContentPartPr/>
                <p14:nvPr/>
              </p14:nvContentPartPr>
              <p14:xfrm>
                <a:off x="5696568" y="2609424"/>
                <a:ext cx="85320" cy="468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BB795AB2-8B35-75C9-F9C6-B4825B98CBC4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5687928" y="2600784"/>
                  <a:ext cx="1029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B564C569-C9F4-F676-1A3A-DB804C28F90E}"/>
                    </a:ext>
                  </a:extLst>
                </p14:cNvPr>
                <p14:cNvContentPartPr/>
                <p14:nvPr/>
              </p14:nvContentPartPr>
              <p14:xfrm>
                <a:off x="5747688" y="2602584"/>
                <a:ext cx="52560" cy="10980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B564C569-C9F4-F676-1A3A-DB804C28F90E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5738688" y="2593584"/>
                  <a:ext cx="7020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83081A07-FABC-69E5-4266-7CF6016E4C26}"/>
                    </a:ext>
                  </a:extLst>
                </p14:cNvPr>
                <p14:cNvContentPartPr/>
                <p14:nvPr/>
              </p14:nvContentPartPr>
              <p14:xfrm>
                <a:off x="5903928" y="2588184"/>
                <a:ext cx="58680" cy="637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83081A07-FABC-69E5-4266-7CF6016E4C26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5895288" y="2579544"/>
                  <a:ext cx="7632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126BE7F0-1E07-811C-5AF9-1C679B110F77}"/>
                    </a:ext>
                  </a:extLst>
                </p14:cNvPr>
                <p14:cNvContentPartPr/>
                <p14:nvPr/>
              </p14:nvContentPartPr>
              <p14:xfrm>
                <a:off x="6005088" y="2524464"/>
                <a:ext cx="76320" cy="1346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126BE7F0-1E07-811C-5AF9-1C679B110F77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5996448" y="2515464"/>
                  <a:ext cx="939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5FF036A4-B098-96A2-5237-12C44931DE2D}"/>
                    </a:ext>
                  </a:extLst>
                </p14:cNvPr>
                <p14:cNvContentPartPr/>
                <p14:nvPr/>
              </p14:nvContentPartPr>
              <p14:xfrm>
                <a:off x="6151608" y="2451024"/>
                <a:ext cx="389160" cy="2217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5FF036A4-B098-96A2-5237-12C44931DE2D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6142608" y="2442384"/>
                  <a:ext cx="40680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A0C47589-0996-DB1D-3E41-8E09B0BA9B61}"/>
                    </a:ext>
                  </a:extLst>
                </p14:cNvPr>
                <p14:cNvContentPartPr/>
                <p14:nvPr/>
              </p14:nvContentPartPr>
              <p14:xfrm>
                <a:off x="1187568" y="3549384"/>
                <a:ext cx="122400" cy="2152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A0C47589-0996-DB1D-3E41-8E09B0BA9B61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178568" y="3540744"/>
                  <a:ext cx="1400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CC7414EF-6970-4DA6-3ED9-4FF8ACD43AF3}"/>
                    </a:ext>
                  </a:extLst>
                </p14:cNvPr>
                <p14:cNvContentPartPr/>
                <p14:nvPr/>
              </p14:nvContentPartPr>
              <p14:xfrm>
                <a:off x="1016568" y="3339864"/>
                <a:ext cx="683640" cy="6476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CC7414EF-6970-4DA6-3ED9-4FF8ACD43AF3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007928" y="3331224"/>
                  <a:ext cx="701280" cy="66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3E2D0836-5E89-113F-EE63-6AF09F14A882}"/>
                    </a:ext>
                  </a:extLst>
                </p14:cNvPr>
                <p14:cNvContentPartPr/>
                <p14:nvPr/>
              </p14:nvContentPartPr>
              <p14:xfrm>
                <a:off x="1307808" y="3100104"/>
                <a:ext cx="150480" cy="1695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3E2D0836-5E89-113F-EE63-6AF09F14A882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299168" y="3091104"/>
                  <a:ext cx="1681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CF135362-FF0E-2C7C-CF6D-4FAF7383FAA4}"/>
                    </a:ext>
                  </a:extLst>
                </p14:cNvPr>
                <p14:cNvContentPartPr/>
                <p14:nvPr/>
              </p14:nvContentPartPr>
              <p14:xfrm>
                <a:off x="1204128" y="3035304"/>
                <a:ext cx="411840" cy="3117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CF135362-FF0E-2C7C-CF6D-4FAF7383FAA4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195488" y="3026664"/>
                  <a:ext cx="42948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07977B0-4B0B-5114-69BB-3FC5FA72A09A}"/>
                    </a:ext>
                  </a:extLst>
                </p14:cNvPr>
                <p14:cNvContentPartPr/>
                <p14:nvPr/>
              </p14:nvContentPartPr>
              <p14:xfrm>
                <a:off x="1202328" y="3560544"/>
                <a:ext cx="190080" cy="3081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07977B0-4B0B-5114-69BB-3FC5FA72A09A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193328" y="3551904"/>
                  <a:ext cx="20772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C1F59C13-428C-65B5-89FE-2DC3277146AD}"/>
                    </a:ext>
                  </a:extLst>
                </p14:cNvPr>
                <p14:cNvContentPartPr/>
                <p14:nvPr/>
              </p14:nvContentPartPr>
              <p14:xfrm>
                <a:off x="1329048" y="3447144"/>
                <a:ext cx="259920" cy="1670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C1F59C13-428C-65B5-89FE-2DC3277146AD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320048" y="3438504"/>
                  <a:ext cx="2775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7C24E13C-6973-50C7-3F8F-1BD75E6009B0}"/>
                    </a:ext>
                  </a:extLst>
                </p14:cNvPr>
                <p14:cNvContentPartPr/>
                <p14:nvPr/>
              </p14:nvContentPartPr>
              <p14:xfrm>
                <a:off x="3728808" y="3965544"/>
                <a:ext cx="57240" cy="1836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7C24E13C-6973-50C7-3F8F-1BD75E6009B0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3719808" y="3956544"/>
                  <a:ext cx="748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4949ABF6-DFE5-6B02-E546-F92830BF8B69}"/>
                    </a:ext>
                  </a:extLst>
                </p14:cNvPr>
                <p14:cNvContentPartPr/>
                <p14:nvPr/>
              </p14:nvContentPartPr>
              <p14:xfrm>
                <a:off x="3790368" y="3843504"/>
                <a:ext cx="452880" cy="2383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4949ABF6-DFE5-6B02-E546-F92830BF8B69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3781368" y="3834504"/>
                  <a:ext cx="4705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5A93D62F-DE85-E987-87DA-700047DB935E}"/>
                    </a:ext>
                  </a:extLst>
                </p14:cNvPr>
                <p14:cNvContentPartPr/>
                <p14:nvPr/>
              </p14:nvContentPartPr>
              <p14:xfrm>
                <a:off x="4581288" y="3947904"/>
                <a:ext cx="475200" cy="1033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5A93D62F-DE85-E987-87DA-700047DB935E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4572288" y="3939264"/>
                  <a:ext cx="4928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6E139F69-63B5-974B-2AFE-22E32E3FCC5C}"/>
                    </a:ext>
                  </a:extLst>
                </p14:cNvPr>
                <p14:cNvContentPartPr/>
                <p14:nvPr/>
              </p14:nvContentPartPr>
              <p14:xfrm>
                <a:off x="5086368" y="3817584"/>
                <a:ext cx="115920" cy="1738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6E139F69-63B5-974B-2AFE-22E32E3FCC5C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5077368" y="3808944"/>
                  <a:ext cx="1335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1F4B5FCE-82A1-AF5D-2F4F-11B627DB2B08}"/>
                    </a:ext>
                  </a:extLst>
                </p14:cNvPr>
                <p14:cNvContentPartPr/>
                <p14:nvPr/>
              </p14:nvContentPartPr>
              <p14:xfrm>
                <a:off x="5296608" y="3759264"/>
                <a:ext cx="164160" cy="2444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1F4B5FCE-82A1-AF5D-2F4F-11B627DB2B08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5287608" y="3750264"/>
                  <a:ext cx="18180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3B79BC87-ABC4-F142-02A9-E00999EB26EE}"/>
                    </a:ext>
                  </a:extLst>
                </p14:cNvPr>
                <p14:cNvContentPartPr/>
                <p14:nvPr/>
              </p14:nvContentPartPr>
              <p14:xfrm>
                <a:off x="5782968" y="3865104"/>
                <a:ext cx="156600" cy="835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3B79BC87-ABC4-F142-02A9-E00999EB26EE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5773968" y="3856104"/>
                  <a:ext cx="17424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0B0ED086-5A2A-1700-4B5B-3944B0846FCC}"/>
                    </a:ext>
                  </a:extLst>
                </p14:cNvPr>
                <p14:cNvContentPartPr/>
                <p14:nvPr/>
              </p14:nvContentPartPr>
              <p14:xfrm>
                <a:off x="5764248" y="3693744"/>
                <a:ext cx="23040" cy="7992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0B0ED086-5A2A-1700-4B5B-3944B0846FCC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755248" y="3685104"/>
                  <a:ext cx="4068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E1A37D8A-2658-235C-B310-F0A14E3F2D3E}"/>
                    </a:ext>
                  </a:extLst>
                </p14:cNvPr>
                <p14:cNvContentPartPr/>
                <p14:nvPr/>
              </p14:nvContentPartPr>
              <p14:xfrm>
                <a:off x="6225408" y="3594744"/>
                <a:ext cx="299520" cy="32184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E1A37D8A-2658-235C-B310-F0A14E3F2D3E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6216768" y="3585744"/>
                  <a:ext cx="31716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4C880AB9-CA87-0EF4-1EBF-9547C9A0CE50}"/>
                    </a:ext>
                  </a:extLst>
                </p14:cNvPr>
                <p14:cNvContentPartPr/>
                <p14:nvPr/>
              </p14:nvContentPartPr>
              <p14:xfrm>
                <a:off x="6556608" y="3778704"/>
                <a:ext cx="511200" cy="831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4C880AB9-CA87-0EF4-1EBF-9547C9A0CE50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547968" y="3770064"/>
                  <a:ext cx="52884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1E1CEC2E-7E40-6802-3051-A07DA16A7975}"/>
                    </a:ext>
                  </a:extLst>
                </p14:cNvPr>
                <p14:cNvContentPartPr/>
                <p14:nvPr/>
              </p14:nvContentPartPr>
              <p14:xfrm>
                <a:off x="7101648" y="3648384"/>
                <a:ext cx="67320" cy="1573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1E1CEC2E-7E40-6802-3051-A07DA16A7975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7093008" y="3639384"/>
                  <a:ext cx="8496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574B1B9B-9B0F-BE40-D1EF-214D92D92EE6}"/>
                    </a:ext>
                  </a:extLst>
                </p14:cNvPr>
                <p14:cNvContentPartPr/>
                <p14:nvPr/>
              </p14:nvContentPartPr>
              <p14:xfrm>
                <a:off x="6726168" y="3688344"/>
                <a:ext cx="67320" cy="417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574B1B9B-9B0F-BE40-D1EF-214D92D92EE6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717168" y="3679704"/>
                  <a:ext cx="8496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CB5CA330-F3C4-CD3E-A598-C36163EA2BE0}"/>
                    </a:ext>
                  </a:extLst>
                </p14:cNvPr>
                <p14:cNvContentPartPr/>
                <p14:nvPr/>
              </p14:nvContentPartPr>
              <p14:xfrm>
                <a:off x="6353928" y="3707424"/>
                <a:ext cx="55440" cy="2124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CB5CA330-F3C4-CD3E-A598-C36163EA2BE0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6344928" y="3698424"/>
                  <a:ext cx="730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4DB46033-9DE7-9C2B-7D5D-9B5413F37937}"/>
                    </a:ext>
                  </a:extLst>
                </p14:cNvPr>
                <p14:cNvContentPartPr/>
                <p14:nvPr/>
              </p14:nvContentPartPr>
              <p14:xfrm>
                <a:off x="7386048" y="3854664"/>
                <a:ext cx="112680" cy="1429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4DB46033-9DE7-9C2B-7D5D-9B5413F37937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7377048" y="3846024"/>
                  <a:ext cx="1303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A57E3D31-E5CD-5713-F520-FF5BF1A17FE5}"/>
                    </a:ext>
                  </a:extLst>
                </p14:cNvPr>
                <p14:cNvContentPartPr/>
                <p14:nvPr/>
              </p14:nvContentPartPr>
              <p14:xfrm>
                <a:off x="7788888" y="3624264"/>
                <a:ext cx="300240" cy="1814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A57E3D31-E5CD-5713-F520-FF5BF1A17FE5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7780248" y="3615264"/>
                  <a:ext cx="3178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4FC85129-BB00-B6F2-89DB-48F003A13DEA}"/>
                    </a:ext>
                  </a:extLst>
                </p14:cNvPr>
                <p14:cNvContentPartPr/>
                <p14:nvPr/>
              </p14:nvContentPartPr>
              <p14:xfrm>
                <a:off x="7832088" y="3581064"/>
                <a:ext cx="641520" cy="22572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4FC85129-BB00-B6F2-89DB-48F003A13DEA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7823088" y="3572064"/>
                  <a:ext cx="65916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239C0E01-2F32-7265-C1FC-FB5425674EE0}"/>
                    </a:ext>
                  </a:extLst>
                </p14:cNvPr>
                <p14:cNvContentPartPr/>
                <p14:nvPr/>
              </p14:nvContentPartPr>
              <p14:xfrm>
                <a:off x="8993448" y="3508344"/>
                <a:ext cx="375840" cy="1962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239C0E01-2F32-7265-C1FC-FB5425674EE0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8984448" y="3499344"/>
                  <a:ext cx="3934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21CD3918-3D97-239C-C4F4-CDAE4DFA03DD}"/>
                    </a:ext>
                  </a:extLst>
                </p14:cNvPr>
                <p14:cNvContentPartPr/>
                <p14:nvPr/>
              </p14:nvContentPartPr>
              <p14:xfrm>
                <a:off x="9466488" y="3357864"/>
                <a:ext cx="47520" cy="2631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21CD3918-3D97-239C-C4F4-CDAE4DFA03DD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457488" y="3349224"/>
                  <a:ext cx="6516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16C11410-DE0E-40FF-8429-12518F1564A3}"/>
                    </a:ext>
                  </a:extLst>
                </p14:cNvPr>
                <p14:cNvContentPartPr/>
                <p14:nvPr/>
              </p14:nvContentPartPr>
              <p14:xfrm>
                <a:off x="9448848" y="3469464"/>
                <a:ext cx="96840" cy="309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16C11410-DE0E-40FF-8429-12518F1564A3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9439848" y="3460824"/>
                  <a:ext cx="1144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5D4ABF85-0FD2-3DCF-260D-94185800F8EA}"/>
                    </a:ext>
                  </a:extLst>
                </p14:cNvPr>
                <p14:cNvContentPartPr/>
                <p14:nvPr/>
              </p14:nvContentPartPr>
              <p14:xfrm>
                <a:off x="9593208" y="3453264"/>
                <a:ext cx="167040" cy="1393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5D4ABF85-0FD2-3DCF-260D-94185800F8EA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9584568" y="3444624"/>
                  <a:ext cx="1846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6A937795-D160-30EA-8A1C-F6C795D778AF}"/>
                    </a:ext>
                  </a:extLst>
                </p14:cNvPr>
                <p14:cNvContentPartPr/>
                <p14:nvPr/>
              </p14:nvContentPartPr>
              <p14:xfrm>
                <a:off x="9841968" y="3297384"/>
                <a:ext cx="116640" cy="2106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6A937795-D160-30EA-8A1C-F6C795D778AF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9833328" y="3288384"/>
                  <a:ext cx="1342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CC7FE96F-B6AB-ED2F-9922-08295395410F}"/>
                    </a:ext>
                  </a:extLst>
                </p14:cNvPr>
                <p14:cNvContentPartPr/>
                <p14:nvPr/>
              </p14:nvContentPartPr>
              <p14:xfrm>
                <a:off x="9982368" y="3379464"/>
                <a:ext cx="124200" cy="586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CC7FE96F-B6AB-ED2F-9922-08295395410F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9973368" y="3370464"/>
                  <a:ext cx="14184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D5A5CC57-42FE-ECD3-F811-8803CF94D764}"/>
                    </a:ext>
                  </a:extLst>
                </p14:cNvPr>
                <p14:cNvContentPartPr/>
                <p14:nvPr/>
              </p14:nvContentPartPr>
              <p14:xfrm>
                <a:off x="7807248" y="4114944"/>
                <a:ext cx="70560" cy="17712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D5A5CC57-42FE-ECD3-F811-8803CF94D764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7798608" y="4105944"/>
                  <a:ext cx="882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219880BD-346E-7CF5-F232-2A0A21E2E8D5}"/>
                    </a:ext>
                  </a:extLst>
                </p14:cNvPr>
                <p14:cNvContentPartPr/>
                <p14:nvPr/>
              </p14:nvContentPartPr>
              <p14:xfrm>
                <a:off x="7674048" y="4003344"/>
                <a:ext cx="585360" cy="2764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219880BD-346E-7CF5-F232-2A0A21E2E8D5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7665408" y="3994344"/>
                  <a:ext cx="60300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5B9835B6-99AB-5921-7AC8-BF149262B73C}"/>
                    </a:ext>
                  </a:extLst>
                </p14:cNvPr>
                <p14:cNvContentPartPr/>
                <p14:nvPr/>
              </p14:nvContentPartPr>
              <p14:xfrm>
                <a:off x="8526168" y="4082184"/>
                <a:ext cx="371520" cy="1152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5B9835B6-99AB-5921-7AC8-BF149262B73C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8517168" y="4073184"/>
                  <a:ext cx="38916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C4752CBF-E965-C571-E40A-A5E7B5150AC2}"/>
                    </a:ext>
                  </a:extLst>
                </p14:cNvPr>
                <p14:cNvContentPartPr/>
                <p14:nvPr/>
              </p14:nvContentPartPr>
              <p14:xfrm>
                <a:off x="8985888" y="4092264"/>
                <a:ext cx="78120" cy="288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C4752CBF-E965-C571-E40A-A5E7B5150AC2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8976888" y="4083264"/>
                  <a:ext cx="957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19B1CC8B-1641-FAEC-C8DF-877FB809257A}"/>
                    </a:ext>
                  </a:extLst>
                </p14:cNvPr>
                <p14:cNvContentPartPr/>
                <p14:nvPr/>
              </p14:nvContentPartPr>
              <p14:xfrm>
                <a:off x="9140688" y="3967344"/>
                <a:ext cx="134280" cy="1688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19B1CC8B-1641-FAEC-C8DF-877FB809257A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9131688" y="3958704"/>
                  <a:ext cx="1519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39762795-2559-CD55-A96E-43F8D0B6BA4B}"/>
                    </a:ext>
                  </a:extLst>
                </p14:cNvPr>
                <p14:cNvContentPartPr/>
                <p14:nvPr/>
              </p14:nvContentPartPr>
              <p14:xfrm>
                <a:off x="9548568" y="3905784"/>
                <a:ext cx="717840" cy="2052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39762795-2559-CD55-A96E-43F8D0B6BA4B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9539568" y="3896784"/>
                  <a:ext cx="7354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6B2D7CD0-60FC-3338-AF31-DD075B952BB8}"/>
                    </a:ext>
                  </a:extLst>
                </p14:cNvPr>
                <p14:cNvContentPartPr/>
                <p14:nvPr/>
              </p14:nvContentPartPr>
              <p14:xfrm>
                <a:off x="10315368" y="3857184"/>
                <a:ext cx="73800" cy="1652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6B2D7CD0-60FC-3338-AF31-DD075B952BB8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0306368" y="3848184"/>
                  <a:ext cx="914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10DD165A-58D5-2607-BF0A-7839CBD2E83A}"/>
                    </a:ext>
                  </a:extLst>
                </p14:cNvPr>
                <p14:cNvContentPartPr/>
                <p14:nvPr/>
              </p14:nvContentPartPr>
              <p14:xfrm>
                <a:off x="10513008" y="3759984"/>
                <a:ext cx="110160" cy="2217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10DD165A-58D5-2607-BF0A-7839CBD2E83A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10504368" y="3750984"/>
                  <a:ext cx="12780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933D374C-41E2-FDFE-361F-49EF334D5839}"/>
                    </a:ext>
                  </a:extLst>
                </p14:cNvPr>
                <p14:cNvContentPartPr/>
                <p14:nvPr/>
              </p14:nvContentPartPr>
              <p14:xfrm>
                <a:off x="10669608" y="3825864"/>
                <a:ext cx="2160" cy="248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933D374C-41E2-FDFE-361F-49EF334D5839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0660968" y="3817224"/>
                  <a:ext cx="1980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3C158345-885E-1414-13F6-071A47EDEBE6}"/>
                    </a:ext>
                  </a:extLst>
                </p14:cNvPr>
                <p14:cNvContentPartPr/>
                <p14:nvPr/>
              </p14:nvContentPartPr>
              <p14:xfrm>
                <a:off x="10619928" y="3898944"/>
                <a:ext cx="192240" cy="2739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3C158345-885E-1414-13F6-071A47EDEBE6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0611288" y="3890304"/>
                  <a:ext cx="20988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8A515704-CD34-AC43-0C7F-37D79ABA9FB6}"/>
                    </a:ext>
                  </a:extLst>
                </p14:cNvPr>
                <p14:cNvContentPartPr/>
                <p14:nvPr/>
              </p14:nvContentPartPr>
              <p14:xfrm>
                <a:off x="11051208" y="3575664"/>
                <a:ext cx="403560" cy="51984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8A515704-CD34-AC43-0C7F-37D79ABA9FB6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1042568" y="3567024"/>
                  <a:ext cx="42120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C698DAE6-8298-C74B-5F3E-6685871FE297}"/>
                    </a:ext>
                  </a:extLst>
                </p14:cNvPr>
                <p14:cNvContentPartPr/>
                <p14:nvPr/>
              </p14:nvContentPartPr>
              <p14:xfrm>
                <a:off x="8047008" y="4559544"/>
                <a:ext cx="520200" cy="2937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C698DAE6-8298-C74B-5F3E-6685871FE297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8038008" y="4550904"/>
                  <a:ext cx="53784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6B65A1D1-7F90-9520-C255-59C0682AF1A9}"/>
                    </a:ext>
                  </a:extLst>
                </p14:cNvPr>
                <p14:cNvContentPartPr/>
                <p14:nvPr/>
              </p14:nvContentPartPr>
              <p14:xfrm>
                <a:off x="8798688" y="4317624"/>
                <a:ext cx="294480" cy="43020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6B65A1D1-7F90-9520-C255-59C0682AF1A9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8790048" y="4308624"/>
                  <a:ext cx="31212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6F46B3E3-687F-242C-9716-6BE33101BE1E}"/>
                    </a:ext>
                  </a:extLst>
                </p14:cNvPr>
                <p14:cNvContentPartPr/>
                <p14:nvPr/>
              </p14:nvContentPartPr>
              <p14:xfrm>
                <a:off x="9420768" y="4477824"/>
                <a:ext cx="137880" cy="13896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6F46B3E3-687F-242C-9716-6BE33101BE1E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9411768" y="4468824"/>
                  <a:ext cx="1555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85A42600-D109-9323-4475-88AAC7129251}"/>
                    </a:ext>
                  </a:extLst>
                </p14:cNvPr>
                <p14:cNvContentPartPr/>
                <p14:nvPr/>
              </p14:nvContentPartPr>
              <p14:xfrm>
                <a:off x="9628128" y="4515264"/>
                <a:ext cx="62640" cy="759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85A42600-D109-9323-4475-88AAC7129251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9619128" y="4506264"/>
                  <a:ext cx="802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801650F4-3303-6F0D-5B3E-1BB94EFBE1DC}"/>
                    </a:ext>
                  </a:extLst>
                </p14:cNvPr>
                <p14:cNvContentPartPr/>
                <p14:nvPr/>
              </p14:nvContentPartPr>
              <p14:xfrm>
                <a:off x="9774648" y="4511304"/>
                <a:ext cx="87120" cy="666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801650F4-3303-6F0D-5B3E-1BB94EFBE1DC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9765648" y="4502304"/>
                  <a:ext cx="10476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66B17B46-CE8F-D3BB-2955-6806323DDB49}"/>
                    </a:ext>
                  </a:extLst>
                </p14:cNvPr>
                <p14:cNvContentPartPr/>
                <p14:nvPr/>
              </p14:nvContentPartPr>
              <p14:xfrm>
                <a:off x="9910368" y="4406184"/>
                <a:ext cx="231480" cy="1940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66B17B46-CE8F-D3BB-2955-6806323DDB49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9901368" y="4397184"/>
                  <a:ext cx="2491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1FC8E9A8-40E1-2C99-67DA-96BF733433EB}"/>
                    </a:ext>
                  </a:extLst>
                </p14:cNvPr>
                <p14:cNvContentPartPr/>
                <p14:nvPr/>
              </p14:nvContentPartPr>
              <p14:xfrm>
                <a:off x="10434528" y="4491504"/>
                <a:ext cx="60480" cy="10656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1FC8E9A8-40E1-2C99-67DA-96BF733433EB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10425528" y="4482504"/>
                  <a:ext cx="781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B3F26D7D-C75B-9C74-6639-F0F32AD2FE77}"/>
                    </a:ext>
                  </a:extLst>
                </p14:cNvPr>
                <p14:cNvContentPartPr/>
                <p14:nvPr/>
              </p14:nvContentPartPr>
              <p14:xfrm>
                <a:off x="10493928" y="4418784"/>
                <a:ext cx="14760" cy="2772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B3F26D7D-C75B-9C74-6639-F0F32AD2FE77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0485288" y="4410144"/>
                  <a:ext cx="324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A6E04AB5-E7A9-9169-D255-D6BE44FEE2C6}"/>
                    </a:ext>
                  </a:extLst>
                </p14:cNvPr>
                <p14:cNvContentPartPr/>
                <p14:nvPr/>
              </p14:nvContentPartPr>
              <p14:xfrm>
                <a:off x="10592208" y="4488984"/>
                <a:ext cx="63720" cy="190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A6E04AB5-E7A9-9169-D255-D6BE44FEE2C6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10583208" y="4480344"/>
                  <a:ext cx="813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8325031A-F572-DBF6-E6C0-19DF92B531A9}"/>
                    </a:ext>
                  </a:extLst>
                </p14:cNvPr>
                <p14:cNvContentPartPr/>
                <p14:nvPr/>
              </p14:nvContentPartPr>
              <p14:xfrm>
                <a:off x="11002248" y="4185504"/>
                <a:ext cx="242280" cy="3366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8325031A-F572-DBF6-E6C0-19DF92B531A9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10993608" y="4176864"/>
                  <a:ext cx="259920" cy="35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8E3F6142-6DD9-8F60-B461-CFAFC58F17C6}"/>
                    </a:ext>
                  </a:extLst>
                </p14:cNvPr>
                <p14:cNvContentPartPr/>
                <p14:nvPr/>
              </p14:nvContentPartPr>
              <p14:xfrm>
                <a:off x="11312208" y="4437504"/>
                <a:ext cx="30600" cy="115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8E3F6142-6DD9-8F60-B461-CFAFC58F17C6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11303568" y="4428864"/>
                  <a:ext cx="48240" cy="2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3296C6CC-437D-0DB3-38C1-E4DD49002125}"/>
              </a:ext>
            </a:extLst>
          </p:cNvPr>
          <p:cNvGrpSpPr/>
          <p:nvPr/>
        </p:nvGrpSpPr>
        <p:grpSpPr>
          <a:xfrm>
            <a:off x="7919568" y="4946544"/>
            <a:ext cx="1851120" cy="368280"/>
            <a:chOff x="7919568" y="4946544"/>
            <a:chExt cx="1851120" cy="36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E224BDC4-9D45-D861-069E-3893396BA8F6}"/>
                    </a:ext>
                  </a:extLst>
                </p14:cNvPr>
                <p14:cNvContentPartPr/>
                <p14:nvPr/>
              </p14:nvContentPartPr>
              <p14:xfrm>
                <a:off x="7919568" y="5116104"/>
                <a:ext cx="183960" cy="19872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E224BDC4-9D45-D861-069E-3893396BA8F6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7910928" y="5107464"/>
                  <a:ext cx="2016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172F8E5A-FD14-6D1B-2633-D64FE1643D8A}"/>
                    </a:ext>
                  </a:extLst>
                </p14:cNvPr>
                <p14:cNvContentPartPr/>
                <p14:nvPr/>
              </p14:nvContentPartPr>
              <p14:xfrm>
                <a:off x="8223408" y="5142384"/>
                <a:ext cx="33480" cy="8316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172F8E5A-FD14-6D1B-2633-D64FE1643D8A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8214768" y="5133744"/>
                  <a:ext cx="5112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5CCE3C35-E27B-4F74-2738-A0DEF6B9F9FE}"/>
                    </a:ext>
                  </a:extLst>
                </p14:cNvPr>
                <p14:cNvContentPartPr/>
                <p14:nvPr/>
              </p14:nvContentPartPr>
              <p14:xfrm>
                <a:off x="8262648" y="5018544"/>
                <a:ext cx="350640" cy="2376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5CCE3C35-E27B-4F74-2738-A0DEF6B9F9FE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8253648" y="5009904"/>
                  <a:ext cx="36828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945FFB4E-2DB0-BFA4-984F-5AB4B7F4AC98}"/>
                    </a:ext>
                  </a:extLst>
                </p14:cNvPr>
                <p14:cNvContentPartPr/>
                <p14:nvPr/>
              </p14:nvContentPartPr>
              <p14:xfrm>
                <a:off x="8724528" y="4946544"/>
                <a:ext cx="843480" cy="35964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945FFB4E-2DB0-BFA4-984F-5AB4B7F4AC98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8715528" y="4937544"/>
                  <a:ext cx="86112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F18A49E3-7E6E-558D-2EE3-719C666109CC}"/>
                    </a:ext>
                  </a:extLst>
                </p14:cNvPr>
                <p14:cNvContentPartPr/>
                <p14:nvPr/>
              </p14:nvContentPartPr>
              <p14:xfrm>
                <a:off x="9745488" y="5134104"/>
                <a:ext cx="25200" cy="115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F18A49E3-7E6E-558D-2EE3-719C666109CC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9736848" y="5125464"/>
                  <a:ext cx="42840" cy="291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52812298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EDB0346-EEE2-AA54-C920-3F5F5D1762AC}"/>
              </a:ext>
            </a:extLst>
          </p:cNvPr>
          <p:cNvGrpSpPr/>
          <p:nvPr/>
        </p:nvGrpSpPr>
        <p:grpSpPr>
          <a:xfrm>
            <a:off x="539568" y="808704"/>
            <a:ext cx="2679480" cy="577080"/>
            <a:chOff x="539568" y="808704"/>
            <a:chExt cx="2679480" cy="57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CC1E91C6-29D7-4C6F-5F19-157CCD01C777}"/>
                    </a:ext>
                  </a:extLst>
                </p14:cNvPr>
                <p14:cNvContentPartPr/>
                <p14:nvPr/>
              </p14:nvContentPartPr>
              <p14:xfrm>
                <a:off x="539568" y="832824"/>
                <a:ext cx="245880" cy="33264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CC1E91C6-29D7-4C6F-5F19-157CCD01C77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30568" y="824184"/>
                  <a:ext cx="26352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08CD4E2A-07C5-ACBB-3E2C-51D021F90809}"/>
                    </a:ext>
                  </a:extLst>
                </p14:cNvPr>
                <p14:cNvContentPartPr/>
                <p14:nvPr/>
              </p14:nvContentPartPr>
              <p14:xfrm>
                <a:off x="876888" y="827424"/>
                <a:ext cx="226440" cy="2660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08CD4E2A-07C5-ACBB-3E2C-51D021F9080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68248" y="818784"/>
                  <a:ext cx="24408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210BF13B-27F7-99C5-D01B-5A9CA1ECDE72}"/>
                    </a:ext>
                  </a:extLst>
                </p14:cNvPr>
                <p14:cNvContentPartPr/>
                <p14:nvPr/>
              </p14:nvContentPartPr>
              <p14:xfrm>
                <a:off x="1202328" y="882144"/>
                <a:ext cx="37080" cy="493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210BF13B-27F7-99C5-D01B-5A9CA1ECDE7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193688" y="873144"/>
                  <a:ext cx="5472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BF5584B7-CDC8-722F-B0E4-7B453B4F1235}"/>
                    </a:ext>
                  </a:extLst>
                </p14:cNvPr>
                <p14:cNvContentPartPr/>
                <p14:nvPr/>
              </p14:nvContentPartPr>
              <p14:xfrm>
                <a:off x="1206648" y="951264"/>
                <a:ext cx="33480" cy="972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BF5584B7-CDC8-722F-B0E4-7B453B4F123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98008" y="942264"/>
                  <a:ext cx="5112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66AEA85D-6A0E-4179-5842-F337B0B8258B}"/>
                    </a:ext>
                  </a:extLst>
                </p14:cNvPr>
                <p14:cNvContentPartPr/>
                <p14:nvPr/>
              </p14:nvContentPartPr>
              <p14:xfrm>
                <a:off x="1255608" y="843264"/>
                <a:ext cx="13680" cy="432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66AEA85D-6A0E-4179-5842-F337B0B8258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46968" y="834264"/>
                  <a:ext cx="3132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D43CCDA-1184-4B07-D19D-2DF00F09C16C}"/>
                    </a:ext>
                  </a:extLst>
                </p14:cNvPr>
                <p14:cNvContentPartPr/>
                <p14:nvPr/>
              </p14:nvContentPartPr>
              <p14:xfrm>
                <a:off x="1380528" y="879984"/>
                <a:ext cx="143640" cy="3020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D43CCDA-1184-4B07-D19D-2DF00F09C16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71888" y="871344"/>
                  <a:ext cx="16128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E5320AD2-70CF-7568-7311-E267C8DD940A}"/>
                    </a:ext>
                  </a:extLst>
                </p14:cNvPr>
                <p14:cNvContentPartPr/>
                <p14:nvPr/>
              </p14:nvContentPartPr>
              <p14:xfrm>
                <a:off x="1649808" y="994824"/>
                <a:ext cx="68400" cy="118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E5320AD2-70CF-7568-7311-E267C8DD940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41168" y="986184"/>
                  <a:ext cx="860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A5AE7C22-78F6-340E-A379-B88224DD48E4}"/>
                    </a:ext>
                  </a:extLst>
                </p14:cNvPr>
                <p14:cNvContentPartPr/>
                <p14:nvPr/>
              </p14:nvContentPartPr>
              <p14:xfrm>
                <a:off x="1867248" y="857304"/>
                <a:ext cx="331560" cy="390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A5AE7C22-78F6-340E-A379-B88224DD48E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858608" y="848664"/>
                  <a:ext cx="34920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0FB768D-C5D9-08DE-A2DB-A6F1AB3D7BF4}"/>
                    </a:ext>
                  </a:extLst>
                </p14:cNvPr>
                <p14:cNvContentPartPr/>
                <p14:nvPr/>
              </p14:nvContentPartPr>
              <p14:xfrm>
                <a:off x="2261448" y="909504"/>
                <a:ext cx="106200" cy="745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0FB768D-C5D9-08DE-A2DB-A6F1AB3D7BF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252448" y="900504"/>
                  <a:ext cx="1238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B5E7E823-8386-555E-FA59-37AF12E82935}"/>
                    </a:ext>
                  </a:extLst>
                </p14:cNvPr>
                <p14:cNvContentPartPr/>
                <p14:nvPr/>
              </p14:nvContentPartPr>
              <p14:xfrm>
                <a:off x="2411208" y="923184"/>
                <a:ext cx="141120" cy="367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B5E7E823-8386-555E-FA59-37AF12E8293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02208" y="914544"/>
                  <a:ext cx="15876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776984ED-4FD9-D215-2994-994B2BB8BCCF}"/>
                    </a:ext>
                  </a:extLst>
                </p14:cNvPr>
                <p14:cNvContentPartPr/>
                <p14:nvPr/>
              </p14:nvContentPartPr>
              <p14:xfrm>
                <a:off x="2667528" y="929664"/>
                <a:ext cx="58320" cy="327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776984ED-4FD9-D215-2994-994B2BB8BCC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658528" y="920664"/>
                  <a:ext cx="759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F95D4A7F-530D-CBF8-418F-63E96689D690}"/>
                    </a:ext>
                  </a:extLst>
                </p14:cNvPr>
                <p14:cNvContentPartPr/>
                <p14:nvPr/>
              </p14:nvContentPartPr>
              <p14:xfrm>
                <a:off x="556488" y="1175184"/>
                <a:ext cx="2367360" cy="2106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F95D4A7F-530D-CBF8-418F-63E96689D69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47848" y="1166184"/>
                  <a:ext cx="23850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3BBBE07-DC5B-9FFD-0BA9-7DFE91146820}"/>
                    </a:ext>
                  </a:extLst>
                </p14:cNvPr>
                <p14:cNvContentPartPr/>
                <p14:nvPr/>
              </p14:nvContentPartPr>
              <p14:xfrm>
                <a:off x="2973888" y="1134864"/>
                <a:ext cx="18360" cy="619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3BBBE07-DC5B-9FFD-0BA9-7DFE9114682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964888" y="1126224"/>
                  <a:ext cx="3600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D3BC06FD-8176-E3C8-281E-EE5EF4771A36}"/>
                    </a:ext>
                  </a:extLst>
                </p14:cNvPr>
                <p14:cNvContentPartPr/>
                <p14:nvPr/>
              </p14:nvContentPartPr>
              <p14:xfrm>
                <a:off x="2906208" y="808704"/>
                <a:ext cx="312840" cy="1857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D3BC06FD-8176-E3C8-281E-EE5EF4771A3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897568" y="799704"/>
                  <a:ext cx="330480" cy="203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4B6D557-6A06-9260-0DEA-E35FB7B78512}"/>
                  </a:ext>
                </a:extLst>
              </p14:cNvPr>
              <p14:cNvContentPartPr/>
              <p14:nvPr/>
            </p14:nvContentPartPr>
            <p14:xfrm>
              <a:off x="3592008" y="873144"/>
              <a:ext cx="623160" cy="1803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4B6D557-6A06-9260-0DEA-E35FB7B7851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583008" y="864144"/>
                <a:ext cx="640800" cy="19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oup 30">
            <a:extLst>
              <a:ext uri="{FF2B5EF4-FFF2-40B4-BE49-F238E27FC236}">
                <a16:creationId xmlns:a16="http://schemas.microsoft.com/office/drawing/2014/main" id="{D0A6E892-37FE-C6E5-D368-AF5914A3C060}"/>
              </a:ext>
            </a:extLst>
          </p:cNvPr>
          <p:cNvGrpSpPr/>
          <p:nvPr/>
        </p:nvGrpSpPr>
        <p:grpSpPr>
          <a:xfrm>
            <a:off x="4580208" y="701064"/>
            <a:ext cx="1788480" cy="505080"/>
            <a:chOff x="4580208" y="701064"/>
            <a:chExt cx="1788480" cy="50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5136049-E2A3-2415-0482-9646B66A248D}"/>
                    </a:ext>
                  </a:extLst>
                </p14:cNvPr>
                <p14:cNvContentPartPr/>
                <p14:nvPr/>
              </p14:nvContentPartPr>
              <p14:xfrm>
                <a:off x="4580208" y="797904"/>
                <a:ext cx="478800" cy="4082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5136049-E2A3-2415-0482-9646B66A248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571208" y="788904"/>
                  <a:ext cx="496440" cy="42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E168ECC9-0EE9-C4D6-1221-AEF064B54CF6}"/>
                    </a:ext>
                  </a:extLst>
                </p14:cNvPr>
                <p14:cNvContentPartPr/>
                <p14:nvPr/>
              </p14:nvContentPartPr>
              <p14:xfrm>
                <a:off x="5351688" y="701064"/>
                <a:ext cx="818280" cy="2602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E168ECC9-0EE9-C4D6-1221-AEF064B54CF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343048" y="692064"/>
                  <a:ext cx="83592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FBC0173-9B1A-4FD8-B2D8-70D520DB5CEC}"/>
                    </a:ext>
                  </a:extLst>
                </p14:cNvPr>
                <p14:cNvContentPartPr/>
                <p14:nvPr/>
              </p14:nvContentPartPr>
              <p14:xfrm>
                <a:off x="6218928" y="815544"/>
                <a:ext cx="149760" cy="342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FBC0173-9B1A-4FD8-B2D8-70D520DB5CE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210288" y="806904"/>
                  <a:ext cx="167400" cy="35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98A0CEB-5FAD-E550-8FC8-853233C56827}"/>
              </a:ext>
            </a:extLst>
          </p:cNvPr>
          <p:cNvGrpSpPr/>
          <p:nvPr/>
        </p:nvGrpSpPr>
        <p:grpSpPr>
          <a:xfrm>
            <a:off x="6762168" y="629784"/>
            <a:ext cx="774360" cy="223200"/>
            <a:chOff x="6762168" y="629784"/>
            <a:chExt cx="774360" cy="22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C5F5696-6521-48A2-1D3A-411FB26B5984}"/>
                    </a:ext>
                  </a:extLst>
                </p14:cNvPr>
                <p14:cNvContentPartPr/>
                <p14:nvPr/>
              </p14:nvContentPartPr>
              <p14:xfrm>
                <a:off x="6762168" y="714744"/>
                <a:ext cx="432720" cy="1382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C5F5696-6521-48A2-1D3A-411FB26B598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753528" y="706104"/>
                  <a:ext cx="45036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87479D79-D815-6779-BB35-4A7742A7B772}"/>
                    </a:ext>
                  </a:extLst>
                </p14:cNvPr>
                <p14:cNvContentPartPr/>
                <p14:nvPr/>
              </p14:nvContentPartPr>
              <p14:xfrm>
                <a:off x="7230168" y="629784"/>
                <a:ext cx="306360" cy="2008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87479D79-D815-6779-BB35-4A7742A7B77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221168" y="621144"/>
                  <a:ext cx="324000" cy="21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535C8BA9-841B-38FC-D2C8-D6C2DF3AAE75}"/>
              </a:ext>
            </a:extLst>
          </p:cNvPr>
          <p:cNvGrpSpPr/>
          <p:nvPr/>
        </p:nvGrpSpPr>
        <p:grpSpPr>
          <a:xfrm>
            <a:off x="7908048" y="535104"/>
            <a:ext cx="1542240" cy="334440"/>
            <a:chOff x="7908048" y="535104"/>
            <a:chExt cx="1542240" cy="33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DDDF484C-F66E-C3BE-0E3B-F2B0106177F7}"/>
                    </a:ext>
                  </a:extLst>
                </p14:cNvPr>
                <p14:cNvContentPartPr/>
                <p14:nvPr/>
              </p14:nvContentPartPr>
              <p14:xfrm>
                <a:off x="7908048" y="586224"/>
                <a:ext cx="640080" cy="1958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DDDF484C-F66E-C3BE-0E3B-F2B0106177F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99048" y="577224"/>
                  <a:ext cx="65772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EB1D031-C185-0C2B-DB71-63DA2C7640C2}"/>
                    </a:ext>
                  </a:extLst>
                </p14:cNvPr>
                <p14:cNvContentPartPr/>
                <p14:nvPr/>
              </p14:nvContentPartPr>
              <p14:xfrm>
                <a:off x="8621568" y="606384"/>
                <a:ext cx="96840" cy="1400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EB1D031-C185-0C2B-DB71-63DA2C7640C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612568" y="597384"/>
                  <a:ext cx="11448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F2EA0486-F9B3-5A7A-C06D-24340ACC55CF}"/>
                    </a:ext>
                  </a:extLst>
                </p14:cNvPr>
                <p14:cNvContentPartPr/>
                <p14:nvPr/>
              </p14:nvContentPartPr>
              <p14:xfrm>
                <a:off x="8831448" y="535104"/>
                <a:ext cx="128520" cy="1990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F2EA0486-F9B3-5A7A-C06D-24340ACC55C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822808" y="526104"/>
                  <a:ext cx="1461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A7537E5-FEBF-AC29-B38B-A25DC556C079}"/>
                    </a:ext>
                  </a:extLst>
                </p14:cNvPr>
                <p14:cNvContentPartPr/>
                <p14:nvPr/>
              </p14:nvContentPartPr>
              <p14:xfrm>
                <a:off x="9021528" y="592704"/>
                <a:ext cx="18360" cy="421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A7537E5-FEBF-AC29-B38B-A25DC556C07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012888" y="584064"/>
                  <a:ext cx="3600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313326A9-B1BC-3FC2-094D-40DD868B51FE}"/>
                    </a:ext>
                  </a:extLst>
                </p14:cNvPr>
                <p14:cNvContentPartPr/>
                <p14:nvPr/>
              </p14:nvContentPartPr>
              <p14:xfrm>
                <a:off x="9109728" y="643824"/>
                <a:ext cx="161280" cy="2257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313326A9-B1BC-3FC2-094D-40DD868B51F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100728" y="635184"/>
                  <a:ext cx="17892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1EAECBD9-7E8E-F338-4D1E-92CDB6524EB8}"/>
                    </a:ext>
                  </a:extLst>
                </p14:cNvPr>
                <p14:cNvContentPartPr/>
                <p14:nvPr/>
              </p14:nvContentPartPr>
              <p14:xfrm>
                <a:off x="9419328" y="766584"/>
                <a:ext cx="30960" cy="86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1EAECBD9-7E8E-F338-4D1E-92CDB6524EB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410328" y="757584"/>
                  <a:ext cx="4860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61D3D3C-291B-FD21-9EA3-4BF2E7BC9882}"/>
              </a:ext>
            </a:extLst>
          </p:cNvPr>
          <p:cNvGrpSpPr/>
          <p:nvPr/>
        </p:nvGrpSpPr>
        <p:grpSpPr>
          <a:xfrm>
            <a:off x="2987208" y="1595304"/>
            <a:ext cx="500760" cy="321480"/>
            <a:chOff x="2987208" y="1595304"/>
            <a:chExt cx="500760" cy="32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FA93F355-63F1-F88E-B2D4-157BD4C1F222}"/>
                    </a:ext>
                  </a:extLst>
                </p14:cNvPr>
                <p14:cNvContentPartPr/>
                <p14:nvPr/>
              </p14:nvContentPartPr>
              <p14:xfrm>
                <a:off x="2987208" y="1595304"/>
                <a:ext cx="186480" cy="3214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FA93F355-63F1-F88E-B2D4-157BD4C1F22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978568" y="1586304"/>
                  <a:ext cx="2041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17B3401B-93C6-5329-7B0A-62F6FF5A3CA5}"/>
                    </a:ext>
                  </a:extLst>
                </p14:cNvPr>
                <p14:cNvContentPartPr/>
                <p14:nvPr/>
              </p14:nvContentPartPr>
              <p14:xfrm>
                <a:off x="3345768" y="1664784"/>
                <a:ext cx="142200" cy="50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17B3401B-93C6-5329-7B0A-62F6FF5A3CA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336768" y="1655784"/>
                  <a:ext cx="15984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5689C87-9A09-3A0F-2A3B-0D949931882F}"/>
              </a:ext>
            </a:extLst>
          </p:cNvPr>
          <p:cNvGrpSpPr/>
          <p:nvPr/>
        </p:nvGrpSpPr>
        <p:grpSpPr>
          <a:xfrm>
            <a:off x="3683088" y="1346184"/>
            <a:ext cx="2345400" cy="575640"/>
            <a:chOff x="3683088" y="1346184"/>
            <a:chExt cx="2345400" cy="57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14937DED-15EE-7849-EB25-148D8955C3B1}"/>
                    </a:ext>
                  </a:extLst>
                </p14:cNvPr>
                <p14:cNvContentPartPr/>
                <p14:nvPr/>
              </p14:nvContentPartPr>
              <p14:xfrm>
                <a:off x="3683088" y="1588464"/>
                <a:ext cx="70560" cy="619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14937DED-15EE-7849-EB25-148D8955C3B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674448" y="1579824"/>
                  <a:ext cx="8820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4EF5C93B-0F94-FE44-560F-339ECB3B6367}"/>
                    </a:ext>
                  </a:extLst>
                </p14:cNvPr>
                <p14:cNvContentPartPr/>
                <p14:nvPr/>
              </p14:nvContentPartPr>
              <p14:xfrm>
                <a:off x="3932928" y="1510344"/>
                <a:ext cx="217080" cy="2491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4EF5C93B-0F94-FE44-560F-339ECB3B636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923928" y="1501704"/>
                  <a:ext cx="23472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CCC1113D-C4D8-2564-E2A7-85A9DCDCD8CD}"/>
                    </a:ext>
                  </a:extLst>
                </p14:cNvPr>
                <p14:cNvContentPartPr/>
                <p14:nvPr/>
              </p14:nvContentPartPr>
              <p14:xfrm>
                <a:off x="4261248" y="1566504"/>
                <a:ext cx="544680" cy="3553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CCC1113D-C4D8-2564-E2A7-85A9DCDCD8CD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252608" y="1557504"/>
                  <a:ext cx="562320" cy="37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F3544F4D-BC9A-6289-77F2-2097DEBB1A2D}"/>
                    </a:ext>
                  </a:extLst>
                </p14:cNvPr>
                <p14:cNvContentPartPr/>
                <p14:nvPr/>
              </p14:nvContentPartPr>
              <p14:xfrm>
                <a:off x="5060448" y="1346184"/>
                <a:ext cx="662040" cy="2905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F3544F4D-BC9A-6289-77F2-2097DEBB1A2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051808" y="1337184"/>
                  <a:ext cx="67968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99BDD588-100A-4B6C-71A1-54F2476DA7F0}"/>
                    </a:ext>
                  </a:extLst>
                </p14:cNvPr>
                <p14:cNvContentPartPr/>
                <p14:nvPr/>
              </p14:nvContentPartPr>
              <p14:xfrm>
                <a:off x="5766768" y="1453824"/>
                <a:ext cx="118440" cy="684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99BDD588-100A-4B6C-71A1-54F2476DA7F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758128" y="1444824"/>
                  <a:ext cx="13608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5780CB6E-B723-6200-6665-E6DE1193A67D}"/>
                    </a:ext>
                  </a:extLst>
                </p14:cNvPr>
                <p14:cNvContentPartPr/>
                <p14:nvPr/>
              </p14:nvContentPartPr>
              <p14:xfrm>
                <a:off x="5942448" y="1469304"/>
                <a:ext cx="1440" cy="424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5780CB6E-B723-6200-6665-E6DE1193A67D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933448" y="1460664"/>
                  <a:ext cx="1908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9BE3C24C-AEF1-7B0C-4592-F65E7A0C43BE}"/>
                    </a:ext>
                  </a:extLst>
                </p14:cNvPr>
                <p14:cNvContentPartPr/>
                <p14:nvPr/>
              </p14:nvContentPartPr>
              <p14:xfrm>
                <a:off x="5955048" y="1399824"/>
                <a:ext cx="73440" cy="3182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9BE3C24C-AEF1-7B0C-4592-F65E7A0C43B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946048" y="1390824"/>
                  <a:ext cx="91080" cy="33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2FE1767-4921-AB95-ECBC-588ECC2A40ED}"/>
              </a:ext>
            </a:extLst>
          </p:cNvPr>
          <p:cNvGrpSpPr/>
          <p:nvPr/>
        </p:nvGrpSpPr>
        <p:grpSpPr>
          <a:xfrm>
            <a:off x="6504048" y="1354824"/>
            <a:ext cx="249480" cy="200880"/>
            <a:chOff x="6504048" y="1354824"/>
            <a:chExt cx="249480" cy="20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D3A54EA7-0D56-2362-8BCA-81712DB9C755}"/>
                    </a:ext>
                  </a:extLst>
                </p14:cNvPr>
                <p14:cNvContentPartPr/>
                <p14:nvPr/>
              </p14:nvContentPartPr>
              <p14:xfrm>
                <a:off x="6504048" y="1461384"/>
                <a:ext cx="249480" cy="943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D3A54EA7-0D56-2362-8BCA-81712DB9C75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495408" y="1452384"/>
                  <a:ext cx="26712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AA818E8C-55A6-635B-B180-02CCC97C1435}"/>
                    </a:ext>
                  </a:extLst>
                </p14:cNvPr>
                <p14:cNvContentPartPr/>
                <p14:nvPr/>
              </p14:nvContentPartPr>
              <p14:xfrm>
                <a:off x="6680448" y="1354824"/>
                <a:ext cx="44280" cy="288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AA818E8C-55A6-635B-B180-02CCC97C143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671448" y="1346184"/>
                  <a:ext cx="61920" cy="4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02C6F39-10F8-CD0A-3131-F96FB4CDAF47}"/>
              </a:ext>
            </a:extLst>
          </p:cNvPr>
          <p:cNvGrpSpPr/>
          <p:nvPr/>
        </p:nvGrpSpPr>
        <p:grpSpPr>
          <a:xfrm>
            <a:off x="7178688" y="1180224"/>
            <a:ext cx="1652040" cy="374400"/>
            <a:chOff x="7178688" y="1180224"/>
            <a:chExt cx="1652040" cy="37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9ACB26A7-19B4-9391-352D-D91BA3D56B4C}"/>
                    </a:ext>
                  </a:extLst>
                </p14:cNvPr>
                <p14:cNvContentPartPr/>
                <p14:nvPr/>
              </p14:nvContentPartPr>
              <p14:xfrm>
                <a:off x="7178688" y="1410984"/>
                <a:ext cx="135360" cy="673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9ACB26A7-19B4-9391-352D-D91BA3D56B4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169688" y="1401984"/>
                  <a:ext cx="15300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A6DB7E61-CF53-D68E-D471-0C8B5E87DE98}"/>
                    </a:ext>
                  </a:extLst>
                </p14:cNvPr>
                <p14:cNvContentPartPr/>
                <p14:nvPr/>
              </p14:nvContentPartPr>
              <p14:xfrm>
                <a:off x="7544448" y="1298304"/>
                <a:ext cx="588600" cy="2160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A6DB7E61-CF53-D68E-D471-0C8B5E87DE9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535808" y="1289304"/>
                  <a:ext cx="6062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EA53D39D-7075-16CE-855A-CF6716C2B77B}"/>
                    </a:ext>
                  </a:extLst>
                </p14:cNvPr>
                <p14:cNvContentPartPr/>
                <p14:nvPr/>
              </p14:nvContentPartPr>
              <p14:xfrm>
                <a:off x="8244648" y="1180224"/>
                <a:ext cx="105480" cy="3744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EA53D39D-7075-16CE-855A-CF6716C2B77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236008" y="1171224"/>
                  <a:ext cx="123120" cy="39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0530365B-71EC-3335-3C30-FD089DC75B58}"/>
                    </a:ext>
                  </a:extLst>
                </p14:cNvPr>
                <p14:cNvContentPartPr/>
                <p14:nvPr/>
              </p14:nvContentPartPr>
              <p14:xfrm>
                <a:off x="8378568" y="1301544"/>
                <a:ext cx="10080" cy="226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0530365B-71EC-3335-3C30-FD089DC75B5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369928" y="1292544"/>
                  <a:ext cx="277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D2DAC4E-4655-0EC4-B2A5-CD8C170AEF49}"/>
                    </a:ext>
                  </a:extLst>
                </p14:cNvPr>
                <p14:cNvContentPartPr/>
                <p14:nvPr/>
              </p14:nvContentPartPr>
              <p14:xfrm>
                <a:off x="8423928" y="1274184"/>
                <a:ext cx="220680" cy="1278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D2DAC4E-4655-0EC4-B2A5-CD8C170AEF4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8414928" y="1265544"/>
                  <a:ext cx="2383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F858B7DF-79D8-2308-9565-66C5A3CC4FAC}"/>
                    </a:ext>
                  </a:extLst>
                </p14:cNvPr>
                <p14:cNvContentPartPr/>
                <p14:nvPr/>
              </p14:nvContentPartPr>
              <p14:xfrm>
                <a:off x="8741808" y="1227744"/>
                <a:ext cx="88920" cy="1872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F858B7DF-79D8-2308-9565-66C5A3CC4FA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733168" y="1218744"/>
                  <a:ext cx="106560" cy="204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0037D10-AD6B-63B5-D04C-45D28162E40D}"/>
                  </a:ext>
                </a:extLst>
              </p14:cNvPr>
              <p14:cNvContentPartPr/>
              <p14:nvPr/>
            </p14:nvContentPartPr>
            <p14:xfrm>
              <a:off x="9133128" y="1176264"/>
              <a:ext cx="195120" cy="4838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0037D10-AD6B-63B5-D04C-45D28162E40D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9124488" y="1167264"/>
                <a:ext cx="212760" cy="501480"/>
              </a:xfrm>
              <a:prstGeom prst="rect">
                <a:avLst/>
              </a:prstGeom>
            </p:spPr>
          </p:pic>
        </mc:Fallback>
      </mc:AlternateContent>
      <p:grpSp>
        <p:nvGrpSpPr>
          <p:cNvPr id="63" name="Group 62">
            <a:extLst>
              <a:ext uri="{FF2B5EF4-FFF2-40B4-BE49-F238E27FC236}">
                <a16:creationId xmlns:a16="http://schemas.microsoft.com/office/drawing/2014/main" id="{634F11BA-4B15-99AE-2735-9346A5537152}"/>
              </a:ext>
            </a:extLst>
          </p:cNvPr>
          <p:cNvGrpSpPr/>
          <p:nvPr/>
        </p:nvGrpSpPr>
        <p:grpSpPr>
          <a:xfrm>
            <a:off x="9881928" y="1056024"/>
            <a:ext cx="972000" cy="304920"/>
            <a:chOff x="9881928" y="1056024"/>
            <a:chExt cx="972000" cy="30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F5A9D45-A6F9-B9F4-6C78-36D8CABEDCF9}"/>
                    </a:ext>
                  </a:extLst>
                </p14:cNvPr>
                <p14:cNvContentPartPr/>
                <p14:nvPr/>
              </p14:nvContentPartPr>
              <p14:xfrm>
                <a:off x="9881928" y="1125864"/>
                <a:ext cx="275040" cy="2350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F5A9D45-A6F9-B9F4-6C78-36D8CABEDCF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873288" y="1117224"/>
                  <a:ext cx="29268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ADDAD9AE-0B1F-90AA-C3DD-4AC751F48D02}"/>
                    </a:ext>
                  </a:extLst>
                </p14:cNvPr>
                <p14:cNvContentPartPr/>
                <p14:nvPr/>
              </p14:nvContentPartPr>
              <p14:xfrm>
                <a:off x="10009728" y="1244304"/>
                <a:ext cx="199080" cy="500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ADDAD9AE-0B1F-90AA-C3DD-4AC751F48D0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000728" y="1235304"/>
                  <a:ext cx="2167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54749873-F63B-4F0F-49DA-178440213173}"/>
                    </a:ext>
                  </a:extLst>
                </p14:cNvPr>
                <p14:cNvContentPartPr/>
                <p14:nvPr/>
              </p14:nvContentPartPr>
              <p14:xfrm>
                <a:off x="10388448" y="1177344"/>
                <a:ext cx="42120" cy="1296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54749873-F63B-4F0F-49DA-17844021317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379808" y="1168704"/>
                  <a:ext cx="597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43AB43D1-620F-C301-3961-44EB81A33A74}"/>
                    </a:ext>
                  </a:extLst>
                </p14:cNvPr>
                <p14:cNvContentPartPr/>
                <p14:nvPr/>
              </p14:nvContentPartPr>
              <p14:xfrm>
                <a:off x="10270008" y="1130544"/>
                <a:ext cx="308520" cy="2026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43AB43D1-620F-C301-3961-44EB81A33A7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261368" y="1121904"/>
                  <a:ext cx="3261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3B21778-34AD-3692-7E1C-8DEB9280E5C9}"/>
                    </a:ext>
                  </a:extLst>
                </p14:cNvPr>
                <p14:cNvContentPartPr/>
                <p14:nvPr/>
              </p14:nvContentPartPr>
              <p14:xfrm>
                <a:off x="10767168" y="1056024"/>
                <a:ext cx="16920" cy="432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3B21778-34AD-3692-7E1C-8DEB9280E5C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758168" y="1047384"/>
                  <a:ext cx="345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FA8DD9E6-B3A4-9F33-776A-155F5BA194E2}"/>
                    </a:ext>
                  </a:extLst>
                </p14:cNvPr>
                <p14:cNvContentPartPr/>
                <p14:nvPr/>
              </p14:nvContentPartPr>
              <p14:xfrm>
                <a:off x="10817568" y="1083024"/>
                <a:ext cx="36360" cy="824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FA8DD9E6-B3A4-9F33-776A-155F5BA194E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808928" y="1074384"/>
                  <a:ext cx="54000" cy="10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029DAE07-7ACF-C97A-93D8-1774F21F3B62}"/>
              </a:ext>
            </a:extLst>
          </p:cNvPr>
          <p:cNvGrpSpPr/>
          <p:nvPr/>
        </p:nvGrpSpPr>
        <p:grpSpPr>
          <a:xfrm>
            <a:off x="7699608" y="1622664"/>
            <a:ext cx="1102320" cy="134640"/>
            <a:chOff x="7699608" y="1622664"/>
            <a:chExt cx="1102320" cy="13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60863D41-8C23-ED5E-866B-F3D0D9B8B1A1}"/>
                    </a:ext>
                  </a:extLst>
                </p14:cNvPr>
                <p14:cNvContentPartPr/>
                <p14:nvPr/>
              </p14:nvContentPartPr>
              <p14:xfrm>
                <a:off x="7699608" y="1622664"/>
                <a:ext cx="1102320" cy="774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60863D41-8C23-ED5E-866B-F3D0D9B8B1A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690968" y="1614024"/>
                  <a:ext cx="111996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EB648ECB-DBEA-BCCB-B4DC-B609C3FE2621}"/>
                    </a:ext>
                  </a:extLst>
                </p14:cNvPr>
                <p14:cNvContentPartPr/>
                <p14:nvPr/>
              </p14:nvContentPartPr>
              <p14:xfrm>
                <a:off x="7913088" y="1679184"/>
                <a:ext cx="862560" cy="781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EB648ECB-DBEA-BCCB-B4DC-B609C3FE262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904088" y="1670544"/>
                  <a:ext cx="880200" cy="9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C81218DB-D54B-836B-9033-6D95955B9137}"/>
              </a:ext>
            </a:extLst>
          </p:cNvPr>
          <p:cNvGrpSpPr/>
          <p:nvPr/>
        </p:nvGrpSpPr>
        <p:grpSpPr>
          <a:xfrm>
            <a:off x="2419848" y="2413584"/>
            <a:ext cx="959400" cy="236880"/>
            <a:chOff x="2419848" y="2413584"/>
            <a:chExt cx="959400" cy="23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D59167F9-98E4-A99E-1ED1-DD3B361062C8}"/>
                    </a:ext>
                  </a:extLst>
                </p14:cNvPr>
                <p14:cNvContentPartPr/>
                <p14:nvPr/>
              </p14:nvContentPartPr>
              <p14:xfrm>
                <a:off x="2419848" y="2464344"/>
                <a:ext cx="110880" cy="1465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D59167F9-98E4-A99E-1ED1-DD3B361062C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410848" y="2455344"/>
                  <a:ext cx="1285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5A59CB66-8D6D-88AD-6803-895563806474}"/>
                    </a:ext>
                  </a:extLst>
                </p14:cNvPr>
                <p14:cNvContentPartPr/>
                <p14:nvPr/>
              </p14:nvContentPartPr>
              <p14:xfrm>
                <a:off x="2608128" y="2413584"/>
                <a:ext cx="358920" cy="2260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5A59CB66-8D6D-88AD-6803-89556380647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599488" y="2404944"/>
                  <a:ext cx="37656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F4D5FED-C1CF-16F3-E753-8113B4AC4C66}"/>
                    </a:ext>
                  </a:extLst>
                </p14:cNvPr>
                <p14:cNvContentPartPr/>
                <p14:nvPr/>
              </p14:nvContentPartPr>
              <p14:xfrm>
                <a:off x="2730168" y="2460384"/>
                <a:ext cx="129960" cy="388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F4D5FED-C1CF-16F3-E753-8113B4AC4C6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721168" y="2451744"/>
                  <a:ext cx="14760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67432A72-B831-7BE6-BF61-39DC76933E98}"/>
                    </a:ext>
                  </a:extLst>
                </p14:cNvPr>
                <p14:cNvContentPartPr/>
                <p14:nvPr/>
              </p14:nvContentPartPr>
              <p14:xfrm>
                <a:off x="3054888" y="2457864"/>
                <a:ext cx="18000" cy="1926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67432A72-B831-7BE6-BF61-39DC76933E9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045888" y="2449224"/>
                  <a:ext cx="356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4D4E32BD-6456-C26E-CF46-134F7B0E691E}"/>
                    </a:ext>
                  </a:extLst>
                </p14:cNvPr>
                <p14:cNvContentPartPr/>
                <p14:nvPr/>
              </p14:nvContentPartPr>
              <p14:xfrm>
                <a:off x="3340728" y="2626344"/>
                <a:ext cx="6840" cy="190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4D4E32BD-6456-C26E-CF46-134F7B0E691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332088" y="2617704"/>
                  <a:ext cx="244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09D5AC06-30A9-014E-B4E6-68DA3207BBCF}"/>
                    </a:ext>
                  </a:extLst>
                </p14:cNvPr>
                <p14:cNvContentPartPr/>
                <p14:nvPr/>
              </p14:nvContentPartPr>
              <p14:xfrm>
                <a:off x="3357288" y="2461464"/>
                <a:ext cx="21960" cy="475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09D5AC06-30A9-014E-B4E6-68DA3207BBC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348648" y="2452824"/>
                  <a:ext cx="39600" cy="6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A75B1CB-2F7B-4AD1-EE77-4BB761F7CBBB}"/>
              </a:ext>
            </a:extLst>
          </p:cNvPr>
          <p:cNvGrpSpPr/>
          <p:nvPr/>
        </p:nvGrpSpPr>
        <p:grpSpPr>
          <a:xfrm>
            <a:off x="3804408" y="2380824"/>
            <a:ext cx="1566000" cy="317520"/>
            <a:chOff x="3804408" y="2380824"/>
            <a:chExt cx="156600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FBDEE6FF-D70A-3616-1890-FB66F4D338B6}"/>
                    </a:ext>
                  </a:extLst>
                </p14:cNvPr>
                <p14:cNvContentPartPr/>
                <p14:nvPr/>
              </p14:nvContentPartPr>
              <p14:xfrm>
                <a:off x="3804408" y="2380824"/>
                <a:ext cx="183240" cy="2602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FBDEE6FF-D70A-3616-1890-FB66F4D338B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795768" y="2372184"/>
                  <a:ext cx="20088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E72857EA-A513-5712-BA97-C365D928BA9D}"/>
                    </a:ext>
                  </a:extLst>
                </p14:cNvPr>
                <p14:cNvContentPartPr/>
                <p14:nvPr/>
              </p14:nvContentPartPr>
              <p14:xfrm>
                <a:off x="4043088" y="2474064"/>
                <a:ext cx="71640" cy="835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E72857EA-A513-5712-BA97-C365D928BA9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034448" y="2465424"/>
                  <a:ext cx="892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ACE31F8A-C915-82CD-3DE6-ACB5F868F1B6}"/>
                    </a:ext>
                  </a:extLst>
                </p14:cNvPr>
                <p14:cNvContentPartPr/>
                <p14:nvPr/>
              </p14:nvContentPartPr>
              <p14:xfrm>
                <a:off x="4193208" y="2464704"/>
                <a:ext cx="270360" cy="2336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ACE31F8A-C915-82CD-3DE6-ACB5F868F1B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184568" y="2456064"/>
                  <a:ext cx="2880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97A01E99-A626-0C8B-0713-18F245D12054}"/>
                    </a:ext>
                  </a:extLst>
                </p14:cNvPr>
                <p14:cNvContentPartPr/>
                <p14:nvPr/>
              </p14:nvContentPartPr>
              <p14:xfrm>
                <a:off x="4522608" y="2460384"/>
                <a:ext cx="68760" cy="529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97A01E99-A626-0C8B-0713-18F245D1205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513968" y="2451384"/>
                  <a:ext cx="864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B5F8F953-3DD3-5DE8-7221-F330029E21C2}"/>
                    </a:ext>
                  </a:extLst>
                </p14:cNvPr>
                <p14:cNvContentPartPr/>
                <p14:nvPr/>
              </p14:nvContentPartPr>
              <p14:xfrm>
                <a:off x="4506408" y="2451024"/>
                <a:ext cx="154080" cy="1191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B5F8F953-3DD3-5DE8-7221-F330029E21C2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497768" y="2442024"/>
                  <a:ext cx="17172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DB38BC2B-AD7E-D727-5B8E-80CF069D72DD}"/>
                    </a:ext>
                  </a:extLst>
                </p14:cNvPr>
                <p14:cNvContentPartPr/>
                <p14:nvPr/>
              </p14:nvContentPartPr>
              <p14:xfrm>
                <a:off x="4707648" y="2448504"/>
                <a:ext cx="60120" cy="745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DB38BC2B-AD7E-D727-5B8E-80CF069D72D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698648" y="2439864"/>
                  <a:ext cx="777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630393C-A40D-0985-3DDB-19E14703A689}"/>
                    </a:ext>
                  </a:extLst>
                </p14:cNvPr>
                <p14:cNvContentPartPr/>
                <p14:nvPr/>
              </p14:nvContentPartPr>
              <p14:xfrm>
                <a:off x="4872168" y="2391264"/>
                <a:ext cx="498240" cy="1116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630393C-A40D-0985-3DDB-19E14703A68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863168" y="2382624"/>
                  <a:ext cx="515880" cy="12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595101AC-B0E2-940A-FCB4-1D2B022A7D04}"/>
              </a:ext>
            </a:extLst>
          </p:cNvPr>
          <p:cNvGrpSpPr/>
          <p:nvPr/>
        </p:nvGrpSpPr>
        <p:grpSpPr>
          <a:xfrm>
            <a:off x="5719248" y="2184624"/>
            <a:ext cx="1341720" cy="307080"/>
            <a:chOff x="5719248" y="2184624"/>
            <a:chExt cx="1341720" cy="30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83FAD674-F24E-4992-A6E9-1D41CE9E3755}"/>
                    </a:ext>
                  </a:extLst>
                </p14:cNvPr>
                <p14:cNvContentPartPr/>
                <p14:nvPr/>
              </p14:nvContentPartPr>
              <p14:xfrm>
                <a:off x="5746968" y="2292984"/>
                <a:ext cx="21240" cy="19872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83FAD674-F24E-4992-A6E9-1D41CE9E3755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738328" y="2284344"/>
                  <a:ext cx="388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54F57965-6110-76E5-8318-1A5D2103FBBA}"/>
                    </a:ext>
                  </a:extLst>
                </p14:cNvPr>
                <p14:cNvContentPartPr/>
                <p14:nvPr/>
              </p14:nvContentPartPr>
              <p14:xfrm>
                <a:off x="5719248" y="2210184"/>
                <a:ext cx="385200" cy="2473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54F57965-6110-76E5-8318-1A5D2103FBB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710248" y="2201544"/>
                  <a:ext cx="40284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F66CF515-061B-88CE-7B59-8310AADA5EBD}"/>
                    </a:ext>
                  </a:extLst>
                </p14:cNvPr>
                <p14:cNvContentPartPr/>
                <p14:nvPr/>
              </p14:nvContentPartPr>
              <p14:xfrm>
                <a:off x="6376248" y="2212344"/>
                <a:ext cx="160920" cy="2307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F66CF515-061B-88CE-7B59-8310AADA5EBD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367248" y="2203704"/>
                  <a:ext cx="17856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28468888-DF87-466A-CAED-0D5F6172F3DD}"/>
                    </a:ext>
                  </a:extLst>
                </p14:cNvPr>
                <p14:cNvContentPartPr/>
                <p14:nvPr/>
              </p14:nvContentPartPr>
              <p14:xfrm>
                <a:off x="6635808" y="2184624"/>
                <a:ext cx="365760" cy="2098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28468888-DF87-466A-CAED-0D5F6172F3D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626808" y="2175624"/>
                  <a:ext cx="38340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99463777-AF51-91B3-3E3A-C0B3E3BA1159}"/>
                    </a:ext>
                  </a:extLst>
                </p14:cNvPr>
                <p14:cNvContentPartPr/>
                <p14:nvPr/>
              </p14:nvContentPartPr>
              <p14:xfrm>
                <a:off x="7005528" y="2250504"/>
                <a:ext cx="55440" cy="324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99463777-AF51-91B3-3E3A-C0B3E3BA115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996528" y="2241864"/>
                  <a:ext cx="73080" cy="5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73BA24F4-3540-14BF-6FF4-F34CB236EC6A}"/>
              </a:ext>
            </a:extLst>
          </p:cNvPr>
          <p:cNvGrpSpPr/>
          <p:nvPr/>
        </p:nvGrpSpPr>
        <p:grpSpPr>
          <a:xfrm>
            <a:off x="4090968" y="2763864"/>
            <a:ext cx="1289160" cy="385200"/>
            <a:chOff x="4090968" y="2763864"/>
            <a:chExt cx="1289160" cy="38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84787FEF-424C-88E9-DE96-53313C670BAD}"/>
                    </a:ext>
                  </a:extLst>
                </p14:cNvPr>
                <p14:cNvContentPartPr/>
                <p14:nvPr/>
              </p14:nvContentPartPr>
              <p14:xfrm>
                <a:off x="4090968" y="2826864"/>
                <a:ext cx="156960" cy="3222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84787FEF-424C-88E9-DE96-53313C670BA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081968" y="2817864"/>
                  <a:ext cx="17460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AE6AA5B8-3272-86FB-E377-106B83C5BD62}"/>
                    </a:ext>
                  </a:extLst>
                </p14:cNvPr>
                <p14:cNvContentPartPr/>
                <p14:nvPr/>
              </p14:nvContentPartPr>
              <p14:xfrm>
                <a:off x="4114728" y="2791944"/>
                <a:ext cx="118080" cy="648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AE6AA5B8-3272-86FB-E377-106B83C5BD6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105728" y="2783304"/>
                  <a:ext cx="1357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CBC08A78-E205-64A8-B7D8-AD900F6073D9}"/>
                    </a:ext>
                  </a:extLst>
                </p14:cNvPr>
                <p14:cNvContentPartPr/>
                <p14:nvPr/>
              </p14:nvContentPartPr>
              <p14:xfrm>
                <a:off x="4347648" y="2876544"/>
                <a:ext cx="122400" cy="1468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CBC08A78-E205-64A8-B7D8-AD900F6073D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338648" y="2867544"/>
                  <a:ext cx="1400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8B3A6618-4DBD-5B34-4C26-2C8EF5F773D9}"/>
                    </a:ext>
                  </a:extLst>
                </p14:cNvPr>
                <p14:cNvContentPartPr/>
                <p14:nvPr/>
              </p14:nvContentPartPr>
              <p14:xfrm>
                <a:off x="4523688" y="2896704"/>
                <a:ext cx="452160" cy="2062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8B3A6618-4DBD-5B34-4C26-2C8EF5F773D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515048" y="2887704"/>
                  <a:ext cx="4698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344791A5-2634-C50F-D21A-5600789FC9C6}"/>
                    </a:ext>
                  </a:extLst>
                </p14:cNvPr>
                <p14:cNvContentPartPr/>
                <p14:nvPr/>
              </p14:nvContentPartPr>
              <p14:xfrm>
                <a:off x="4293288" y="2836944"/>
                <a:ext cx="77040" cy="331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344791A5-2634-C50F-D21A-5600789FC9C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284648" y="2827944"/>
                  <a:ext cx="9468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E6C2FDB6-C757-E271-D4F8-5FE39201DE87}"/>
                    </a:ext>
                  </a:extLst>
                </p14:cNvPr>
                <p14:cNvContentPartPr/>
                <p14:nvPr/>
              </p14:nvContentPartPr>
              <p14:xfrm>
                <a:off x="5073768" y="2763864"/>
                <a:ext cx="27000" cy="190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E6C2FDB6-C757-E271-D4F8-5FE39201DE8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064768" y="2754864"/>
                  <a:ext cx="446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F3F722C2-88FC-5D44-46E1-2372F56D56AE}"/>
                    </a:ext>
                  </a:extLst>
                </p14:cNvPr>
                <p14:cNvContentPartPr/>
                <p14:nvPr/>
              </p14:nvContentPartPr>
              <p14:xfrm>
                <a:off x="5136768" y="2772504"/>
                <a:ext cx="12600" cy="388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F3F722C2-88FC-5D44-46E1-2372F56D56A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127768" y="2763864"/>
                  <a:ext cx="302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150E859-6FE2-8569-5FE3-B16E07976F91}"/>
                    </a:ext>
                  </a:extLst>
                </p14:cNvPr>
                <p14:cNvContentPartPr/>
                <p14:nvPr/>
              </p14:nvContentPartPr>
              <p14:xfrm>
                <a:off x="5341248" y="2961864"/>
                <a:ext cx="38880" cy="1566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150E859-6FE2-8569-5FE3-B16E07976F9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332608" y="2952864"/>
                  <a:ext cx="56520" cy="17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F3DCF94-0A64-C07D-7FE7-807F309C2516}"/>
              </a:ext>
            </a:extLst>
          </p:cNvPr>
          <p:cNvGrpSpPr/>
          <p:nvPr/>
        </p:nvGrpSpPr>
        <p:grpSpPr>
          <a:xfrm>
            <a:off x="5677128" y="2618064"/>
            <a:ext cx="1551240" cy="439560"/>
            <a:chOff x="5677128" y="2618064"/>
            <a:chExt cx="155124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59196A26-275C-9A61-B24C-310FC19FC483}"/>
                    </a:ext>
                  </a:extLst>
                </p14:cNvPr>
                <p14:cNvContentPartPr/>
                <p14:nvPr/>
              </p14:nvContentPartPr>
              <p14:xfrm>
                <a:off x="5677128" y="2785104"/>
                <a:ext cx="127080" cy="568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59196A26-275C-9A61-B24C-310FC19FC48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668128" y="2776464"/>
                  <a:ext cx="1447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F7C9594C-FAF0-F272-02C5-EBB8349AE8DE}"/>
                    </a:ext>
                  </a:extLst>
                </p14:cNvPr>
                <p14:cNvContentPartPr/>
                <p14:nvPr/>
              </p14:nvContentPartPr>
              <p14:xfrm>
                <a:off x="5989968" y="2618064"/>
                <a:ext cx="724680" cy="3290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F7C9594C-FAF0-F272-02C5-EBB8349AE8D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980968" y="2609424"/>
                  <a:ext cx="74232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DDEF23A4-451D-6418-DC06-93A20929DE2B}"/>
                    </a:ext>
                  </a:extLst>
                </p14:cNvPr>
                <p14:cNvContentPartPr/>
                <p14:nvPr/>
              </p14:nvContentPartPr>
              <p14:xfrm>
                <a:off x="6783048" y="2750184"/>
                <a:ext cx="118800" cy="439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DDEF23A4-451D-6418-DC06-93A20929DE2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774408" y="2741544"/>
                  <a:ext cx="13644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AC88F3DD-B86D-7AC3-033A-B6706DCCBF6D}"/>
                    </a:ext>
                  </a:extLst>
                </p14:cNvPr>
                <p14:cNvContentPartPr/>
                <p14:nvPr/>
              </p14:nvContentPartPr>
              <p14:xfrm>
                <a:off x="6932088" y="2707344"/>
                <a:ext cx="84600" cy="3502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AC88F3DD-B86D-7AC3-033A-B6706DCCBF6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923088" y="2698344"/>
                  <a:ext cx="10224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2832FB00-CFA2-53AE-5C41-15A969F044CF}"/>
                    </a:ext>
                  </a:extLst>
                </p14:cNvPr>
                <p14:cNvContentPartPr/>
                <p14:nvPr/>
              </p14:nvContentPartPr>
              <p14:xfrm>
                <a:off x="7143768" y="2626704"/>
                <a:ext cx="84600" cy="414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2832FB00-CFA2-53AE-5C41-15A969F044C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135128" y="2618064"/>
                  <a:ext cx="102240" cy="59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3F5099A2-8565-169E-E2CC-8F15813EE3F0}"/>
                  </a:ext>
                </a:extLst>
              </p14:cNvPr>
              <p14:cNvContentPartPr/>
              <p14:nvPr/>
            </p14:nvContentPartPr>
            <p14:xfrm>
              <a:off x="7370568" y="2859984"/>
              <a:ext cx="69480" cy="104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3F5099A2-8565-169E-E2CC-8F15813EE3F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7361568" y="2850984"/>
                <a:ext cx="87120" cy="121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7" name="Group 116">
            <a:extLst>
              <a:ext uri="{FF2B5EF4-FFF2-40B4-BE49-F238E27FC236}">
                <a16:creationId xmlns:a16="http://schemas.microsoft.com/office/drawing/2014/main" id="{C14CD3D7-C842-38D8-0717-091051539021}"/>
              </a:ext>
            </a:extLst>
          </p:cNvPr>
          <p:cNvGrpSpPr/>
          <p:nvPr/>
        </p:nvGrpSpPr>
        <p:grpSpPr>
          <a:xfrm>
            <a:off x="7700688" y="2594664"/>
            <a:ext cx="548280" cy="255960"/>
            <a:chOff x="7700688" y="2594664"/>
            <a:chExt cx="548280" cy="25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6142B00E-2E3C-B9E0-9867-4CBE0552E8BF}"/>
                    </a:ext>
                  </a:extLst>
                </p14:cNvPr>
                <p14:cNvContentPartPr/>
                <p14:nvPr/>
              </p14:nvContentPartPr>
              <p14:xfrm>
                <a:off x="7700688" y="2669544"/>
                <a:ext cx="99000" cy="644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6142B00E-2E3C-B9E0-9867-4CBE0552E8B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691688" y="2660544"/>
                  <a:ext cx="11664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AB850F81-0330-3246-5376-DCD8FEF3CF94}"/>
                    </a:ext>
                  </a:extLst>
                </p14:cNvPr>
                <p14:cNvContentPartPr/>
                <p14:nvPr/>
              </p14:nvContentPartPr>
              <p14:xfrm>
                <a:off x="7987608" y="2674584"/>
                <a:ext cx="87840" cy="1389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AB850F81-0330-3246-5376-DCD8FEF3CF9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978608" y="2665584"/>
                  <a:ext cx="10548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9119BB60-765A-11F4-BD7D-5FAADEED2816}"/>
                    </a:ext>
                  </a:extLst>
                </p14:cNvPr>
                <p14:cNvContentPartPr/>
                <p14:nvPr/>
              </p14:nvContentPartPr>
              <p14:xfrm>
                <a:off x="8201448" y="2616264"/>
                <a:ext cx="4680" cy="165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9119BB60-765A-11F4-BD7D-5FAADEED281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192808" y="2607624"/>
                  <a:ext cx="223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8D2285F0-7EB1-966C-7B66-D343C81C89F5}"/>
                    </a:ext>
                  </a:extLst>
                </p14:cNvPr>
                <p14:cNvContentPartPr/>
                <p14:nvPr/>
              </p14:nvContentPartPr>
              <p14:xfrm>
                <a:off x="7873488" y="2746224"/>
                <a:ext cx="24120" cy="1044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8D2285F0-7EB1-966C-7B66-D343C81C89F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864488" y="2737224"/>
                  <a:ext cx="4176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E126DF58-085C-5964-ABE3-1A3E13CA7F0A}"/>
                    </a:ext>
                  </a:extLst>
                </p14:cNvPr>
                <p14:cNvContentPartPr/>
                <p14:nvPr/>
              </p14:nvContentPartPr>
              <p14:xfrm>
                <a:off x="8193888" y="2594664"/>
                <a:ext cx="20160" cy="262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E126DF58-085C-5964-ABE3-1A3E13CA7F0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85248" y="2585664"/>
                  <a:ext cx="378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34058EF-F71E-1B20-FE22-3E971109AF30}"/>
                    </a:ext>
                  </a:extLst>
                </p14:cNvPr>
                <p14:cNvContentPartPr/>
                <p14:nvPr/>
              </p14:nvContentPartPr>
              <p14:xfrm>
                <a:off x="8228448" y="2610864"/>
                <a:ext cx="20520" cy="583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34058EF-F71E-1B20-FE22-3E971109AF3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219448" y="2602224"/>
                  <a:ext cx="38160" cy="75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F313262-5474-67F9-E83C-12BF5E0A2C51}"/>
                  </a:ext>
                </a:extLst>
              </p14:cNvPr>
              <p14:cNvContentPartPr/>
              <p14:nvPr/>
            </p14:nvContentPartPr>
            <p14:xfrm>
              <a:off x="8500248" y="2816784"/>
              <a:ext cx="25560" cy="109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F313262-5474-67F9-E83C-12BF5E0A2C5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491248" y="2808144"/>
                <a:ext cx="43200" cy="127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6" name="Group 115">
            <a:extLst>
              <a:ext uri="{FF2B5EF4-FFF2-40B4-BE49-F238E27FC236}">
                <a16:creationId xmlns:a16="http://schemas.microsoft.com/office/drawing/2014/main" id="{A99B04E2-74EC-9D4B-75A2-EF558307F45B}"/>
              </a:ext>
            </a:extLst>
          </p:cNvPr>
          <p:cNvGrpSpPr/>
          <p:nvPr/>
        </p:nvGrpSpPr>
        <p:grpSpPr>
          <a:xfrm>
            <a:off x="8834688" y="2543184"/>
            <a:ext cx="530640" cy="192240"/>
            <a:chOff x="8834688" y="2543184"/>
            <a:chExt cx="530640" cy="19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B4DC4D6-FDE2-C559-7887-5BDFC3F31A51}"/>
                    </a:ext>
                  </a:extLst>
                </p14:cNvPr>
                <p14:cNvContentPartPr/>
                <p14:nvPr/>
              </p14:nvContentPartPr>
              <p14:xfrm>
                <a:off x="8834688" y="2636784"/>
                <a:ext cx="51840" cy="601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B4DC4D6-FDE2-C559-7887-5BDFC3F31A5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826048" y="2628144"/>
                  <a:ext cx="694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5954C4CA-47C3-B578-256B-DF5F17120519}"/>
                    </a:ext>
                  </a:extLst>
                </p14:cNvPr>
                <p14:cNvContentPartPr/>
                <p14:nvPr/>
              </p14:nvContentPartPr>
              <p14:xfrm>
                <a:off x="9072288" y="2632824"/>
                <a:ext cx="92520" cy="1026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5954C4CA-47C3-B578-256B-DF5F1712051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063288" y="2624184"/>
                  <a:ext cx="11016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55ACDB52-3D6E-BA65-16C4-89636E72B793}"/>
                    </a:ext>
                  </a:extLst>
                </p14:cNvPr>
                <p14:cNvContentPartPr/>
                <p14:nvPr/>
              </p14:nvContentPartPr>
              <p14:xfrm>
                <a:off x="9289008" y="2543184"/>
                <a:ext cx="76320" cy="518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55ACDB52-3D6E-BA65-16C4-89636E72B79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280368" y="2534544"/>
                  <a:ext cx="93960" cy="69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7DCA185-BFEC-7E4E-F58F-3C3D6A166225}"/>
                  </a:ext>
                </a:extLst>
              </p14:cNvPr>
              <p14:cNvContentPartPr/>
              <p14:nvPr/>
            </p14:nvContentPartPr>
            <p14:xfrm>
              <a:off x="9390168" y="2798064"/>
              <a:ext cx="68400" cy="1065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7DCA185-BFEC-7E4E-F58F-3C3D6A166225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9381168" y="2789424"/>
                <a:ext cx="86040" cy="124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4" name="Group 133">
            <a:extLst>
              <a:ext uri="{FF2B5EF4-FFF2-40B4-BE49-F238E27FC236}">
                <a16:creationId xmlns:a16="http://schemas.microsoft.com/office/drawing/2014/main" id="{75C33F2B-556B-1F02-5B2A-E12B8BF3BEA2}"/>
              </a:ext>
            </a:extLst>
          </p:cNvPr>
          <p:cNvGrpSpPr/>
          <p:nvPr/>
        </p:nvGrpSpPr>
        <p:grpSpPr>
          <a:xfrm>
            <a:off x="9741168" y="2415384"/>
            <a:ext cx="2007360" cy="501480"/>
            <a:chOff x="9741168" y="2415384"/>
            <a:chExt cx="2007360" cy="50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73D3693C-E48A-AE54-F6ED-A24471388D77}"/>
                    </a:ext>
                  </a:extLst>
                </p14:cNvPr>
                <p14:cNvContentPartPr/>
                <p14:nvPr/>
              </p14:nvContentPartPr>
              <p14:xfrm>
                <a:off x="9741168" y="2548944"/>
                <a:ext cx="55080" cy="280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73D3693C-E48A-AE54-F6ED-A24471388D7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732528" y="2540304"/>
                  <a:ext cx="7272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1E8CEA53-D3C7-C520-6E8A-5116E258461A}"/>
                    </a:ext>
                  </a:extLst>
                </p14:cNvPr>
                <p14:cNvContentPartPr/>
                <p14:nvPr/>
              </p14:nvContentPartPr>
              <p14:xfrm>
                <a:off x="9924048" y="2554704"/>
                <a:ext cx="423000" cy="1515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1E8CEA53-D3C7-C520-6E8A-5116E258461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915408" y="2546064"/>
                  <a:ext cx="4406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A954D555-70C7-60B1-ABEB-EDCEF6158F4A}"/>
                    </a:ext>
                  </a:extLst>
                </p14:cNvPr>
                <p14:cNvContentPartPr/>
                <p14:nvPr/>
              </p14:nvContentPartPr>
              <p14:xfrm>
                <a:off x="10427328" y="2423664"/>
                <a:ext cx="120240" cy="3268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A954D555-70C7-60B1-ABEB-EDCEF6158F4A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418328" y="2415024"/>
                  <a:ext cx="1378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8CB563AB-32AF-3EDD-F516-22F47B598974}"/>
                    </a:ext>
                  </a:extLst>
                </p14:cNvPr>
                <p14:cNvContentPartPr/>
                <p14:nvPr/>
              </p14:nvContentPartPr>
              <p14:xfrm>
                <a:off x="10570608" y="2561184"/>
                <a:ext cx="4680" cy="57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8CB563AB-32AF-3EDD-F516-22F47B59897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561968" y="2552544"/>
                  <a:ext cx="223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E58A6F3A-E585-5C6C-6FCF-96BA0AB33513}"/>
                    </a:ext>
                  </a:extLst>
                </p14:cNvPr>
                <p14:cNvContentPartPr/>
                <p14:nvPr/>
              </p14:nvContentPartPr>
              <p14:xfrm>
                <a:off x="10614168" y="2555424"/>
                <a:ext cx="104760" cy="982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E58A6F3A-E585-5C6C-6FCF-96BA0AB3351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605168" y="2546424"/>
                  <a:ext cx="12240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C97FBF1-1F7A-CCCD-99DC-2D31AB65A9AD}"/>
                    </a:ext>
                  </a:extLst>
                </p14:cNvPr>
                <p14:cNvContentPartPr/>
                <p14:nvPr/>
              </p14:nvContentPartPr>
              <p14:xfrm>
                <a:off x="10811088" y="2517624"/>
                <a:ext cx="99720" cy="1371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C97FBF1-1F7A-CCCD-99DC-2D31AB65A9A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802448" y="2508984"/>
                  <a:ext cx="11736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E2147591-2178-34A1-0FAB-C29AEB26FD9A}"/>
                    </a:ext>
                  </a:extLst>
                </p14:cNvPr>
                <p14:cNvContentPartPr/>
                <p14:nvPr/>
              </p14:nvContentPartPr>
              <p14:xfrm>
                <a:off x="11015208" y="2451744"/>
                <a:ext cx="64080" cy="662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E2147591-2178-34A1-0FAB-C29AEB26FD9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006568" y="2442744"/>
                  <a:ext cx="817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4FD31DCB-E51F-BA2C-BA33-CEF960882B69}"/>
                    </a:ext>
                  </a:extLst>
                </p14:cNvPr>
                <p14:cNvContentPartPr/>
                <p14:nvPr/>
              </p14:nvContentPartPr>
              <p14:xfrm>
                <a:off x="11020968" y="2720664"/>
                <a:ext cx="126000" cy="1357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4FD31DCB-E51F-BA2C-BA33-CEF960882B6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012328" y="2712024"/>
                  <a:ext cx="14364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181C7EDF-D0ED-A3B5-1FB5-213ABEDD7096}"/>
                    </a:ext>
                  </a:extLst>
                </p14:cNvPr>
                <p14:cNvContentPartPr/>
                <p14:nvPr/>
              </p14:nvContentPartPr>
              <p14:xfrm>
                <a:off x="11307528" y="2552544"/>
                <a:ext cx="84600" cy="1260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181C7EDF-D0ED-A3B5-1FB5-213ABEDD709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298888" y="2543544"/>
                  <a:ext cx="10224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845F7E81-C13C-859F-D859-75CDB4EA8814}"/>
                    </a:ext>
                  </a:extLst>
                </p14:cNvPr>
                <p14:cNvContentPartPr/>
                <p14:nvPr/>
              </p14:nvContentPartPr>
              <p14:xfrm>
                <a:off x="11239128" y="2415384"/>
                <a:ext cx="38520" cy="478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845F7E81-C13C-859F-D859-75CDB4EA8814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230488" y="2406384"/>
                  <a:ext cx="561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4522BE11-2843-39BE-8EE3-D519EFF700C4}"/>
                    </a:ext>
                  </a:extLst>
                </p14:cNvPr>
                <p14:cNvContentPartPr/>
                <p14:nvPr/>
              </p14:nvContentPartPr>
              <p14:xfrm>
                <a:off x="11447208" y="2526984"/>
                <a:ext cx="65160" cy="2509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4522BE11-2843-39BE-8EE3-D519EFF700C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438568" y="2518344"/>
                  <a:ext cx="8280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7FCD166C-2929-81CD-31AC-A773B90A935B}"/>
                    </a:ext>
                  </a:extLst>
                </p14:cNvPr>
                <p14:cNvContentPartPr/>
                <p14:nvPr/>
              </p14:nvContentPartPr>
              <p14:xfrm>
                <a:off x="11406888" y="2683584"/>
                <a:ext cx="112320" cy="529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7FCD166C-2929-81CD-31AC-A773B90A935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1398248" y="2674944"/>
                  <a:ext cx="12996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DA50814C-F639-84D7-44CA-086B1A219CFD}"/>
                    </a:ext>
                  </a:extLst>
                </p14:cNvPr>
                <p14:cNvContentPartPr/>
                <p14:nvPr/>
              </p14:nvContentPartPr>
              <p14:xfrm>
                <a:off x="11638368" y="2459664"/>
                <a:ext cx="46440" cy="939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DA50814C-F639-84D7-44CA-086B1A219CF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1629728" y="2450664"/>
                  <a:ext cx="6408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4BB133A-2308-F818-9BB5-E1CAF7BEDE7C}"/>
                    </a:ext>
                  </a:extLst>
                </p14:cNvPr>
                <p14:cNvContentPartPr/>
                <p14:nvPr/>
              </p14:nvContentPartPr>
              <p14:xfrm>
                <a:off x="11678688" y="2828664"/>
                <a:ext cx="69840" cy="882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4BB133A-2308-F818-9BB5-E1CAF7BEDE7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1670048" y="2819664"/>
                  <a:ext cx="87480" cy="10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756A5652-5C82-EBC9-CBED-2A136BC327E6}"/>
              </a:ext>
            </a:extLst>
          </p:cNvPr>
          <p:cNvGrpSpPr/>
          <p:nvPr/>
        </p:nvGrpSpPr>
        <p:grpSpPr>
          <a:xfrm>
            <a:off x="4810608" y="3235464"/>
            <a:ext cx="2196360" cy="405720"/>
            <a:chOff x="4810608" y="3235464"/>
            <a:chExt cx="219636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03AF5BDD-8C4D-CD49-EC8F-15664ED54F31}"/>
                    </a:ext>
                  </a:extLst>
                </p14:cNvPr>
                <p14:cNvContentPartPr/>
                <p14:nvPr/>
              </p14:nvContentPartPr>
              <p14:xfrm>
                <a:off x="5010768" y="3342024"/>
                <a:ext cx="254160" cy="2991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03AF5BDD-8C4D-CD49-EC8F-15664ED54F31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002128" y="3333384"/>
                  <a:ext cx="27180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32579830-8C46-9C0E-1C23-9B6BC29AAB87}"/>
                    </a:ext>
                  </a:extLst>
                </p14:cNvPr>
                <p14:cNvContentPartPr/>
                <p14:nvPr/>
              </p14:nvContentPartPr>
              <p14:xfrm>
                <a:off x="5085288" y="3535344"/>
                <a:ext cx="155520" cy="6444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32579830-8C46-9C0E-1C23-9B6BC29AAB8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076288" y="3526344"/>
                  <a:ext cx="17316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6529549E-78C5-668B-B97D-1CDC0802C926}"/>
                    </a:ext>
                  </a:extLst>
                </p14:cNvPr>
                <p14:cNvContentPartPr/>
                <p14:nvPr/>
              </p14:nvContentPartPr>
              <p14:xfrm>
                <a:off x="4810608" y="3354264"/>
                <a:ext cx="107640" cy="586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6529549E-78C5-668B-B97D-1CDC0802C92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801968" y="3345624"/>
                  <a:ext cx="12528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34A6308E-B132-A819-BE81-CBB8DB01E2C1}"/>
                    </a:ext>
                  </a:extLst>
                </p14:cNvPr>
                <p14:cNvContentPartPr/>
                <p14:nvPr/>
              </p14:nvContentPartPr>
              <p14:xfrm>
                <a:off x="5327568" y="3489984"/>
                <a:ext cx="108720" cy="1004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34A6308E-B132-A819-BE81-CBB8DB01E2C1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318568" y="3480984"/>
                  <a:ext cx="12636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76162033-2F68-9821-0FF9-4661091510AD}"/>
                    </a:ext>
                  </a:extLst>
                </p14:cNvPr>
                <p14:cNvContentPartPr/>
                <p14:nvPr/>
              </p14:nvContentPartPr>
              <p14:xfrm>
                <a:off x="5462208" y="3317544"/>
                <a:ext cx="125640" cy="2505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76162033-2F68-9821-0FF9-4661091510A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453208" y="3308904"/>
                  <a:ext cx="1432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B7A21B1B-87C4-1447-2993-FD87F5455832}"/>
                    </a:ext>
                  </a:extLst>
                </p14:cNvPr>
                <p14:cNvContentPartPr/>
                <p14:nvPr/>
              </p14:nvContentPartPr>
              <p14:xfrm>
                <a:off x="5563368" y="3511224"/>
                <a:ext cx="11880" cy="100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B7A21B1B-87C4-1447-2993-FD87F5455832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554368" y="3502584"/>
                  <a:ext cx="295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CD4B8959-A429-183B-449F-9FFAF50BE3BA}"/>
                    </a:ext>
                  </a:extLst>
                </p14:cNvPr>
                <p14:cNvContentPartPr/>
                <p14:nvPr/>
              </p14:nvContentPartPr>
              <p14:xfrm>
                <a:off x="5472648" y="3373704"/>
                <a:ext cx="105480" cy="399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CD4B8959-A429-183B-449F-9FFAF50BE3B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464008" y="3364704"/>
                  <a:ext cx="1231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C3E93E8C-3922-B7E0-31F5-ADCF99E9D915}"/>
                    </a:ext>
                  </a:extLst>
                </p14:cNvPr>
                <p14:cNvContentPartPr/>
                <p14:nvPr/>
              </p14:nvContentPartPr>
              <p14:xfrm>
                <a:off x="5757768" y="3278304"/>
                <a:ext cx="197640" cy="3258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C3E93E8C-3922-B7E0-31F5-ADCF99E9D91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748768" y="3269664"/>
                  <a:ext cx="21528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B7C86E81-59D7-C3C6-83D1-EFE98CD9A4D6}"/>
                    </a:ext>
                  </a:extLst>
                </p14:cNvPr>
                <p14:cNvContentPartPr/>
                <p14:nvPr/>
              </p14:nvContentPartPr>
              <p14:xfrm>
                <a:off x="5942808" y="3374424"/>
                <a:ext cx="14400" cy="428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B7C86E81-59D7-C3C6-83D1-EFE98CD9A4D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934168" y="3365424"/>
                  <a:ext cx="3204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90D3CCFA-6133-11EE-767A-01E110546231}"/>
                    </a:ext>
                  </a:extLst>
                </p14:cNvPr>
                <p14:cNvContentPartPr/>
                <p14:nvPr/>
              </p14:nvContentPartPr>
              <p14:xfrm>
                <a:off x="6080328" y="3348864"/>
                <a:ext cx="156960" cy="1310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90D3CCFA-6133-11EE-767A-01E11054623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071688" y="3339864"/>
                  <a:ext cx="1746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4747982D-CD26-730C-C7AB-3FE8465CD12C}"/>
                    </a:ext>
                  </a:extLst>
                </p14:cNvPr>
                <p14:cNvContentPartPr/>
                <p14:nvPr/>
              </p14:nvContentPartPr>
              <p14:xfrm>
                <a:off x="6295968" y="3306384"/>
                <a:ext cx="247680" cy="2088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4747982D-CD26-730C-C7AB-3FE8465CD12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286968" y="3297384"/>
                  <a:ext cx="26532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49F59391-9ADC-9A48-F6D6-5D5E35D248EF}"/>
                    </a:ext>
                  </a:extLst>
                </p14:cNvPr>
                <p14:cNvContentPartPr/>
                <p14:nvPr/>
              </p14:nvContentPartPr>
              <p14:xfrm>
                <a:off x="6687648" y="3235464"/>
                <a:ext cx="74520" cy="939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49F59391-9ADC-9A48-F6D6-5D5E35D248E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678648" y="3226464"/>
                  <a:ext cx="9216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E7FE191C-F022-AE4E-C62C-BDDCFE0ACB81}"/>
                    </a:ext>
                  </a:extLst>
                </p14:cNvPr>
                <p14:cNvContentPartPr/>
                <p14:nvPr/>
              </p14:nvContentPartPr>
              <p14:xfrm>
                <a:off x="6991488" y="3505464"/>
                <a:ext cx="15480" cy="889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E7FE191C-F022-AE4E-C62C-BDDCFE0ACB8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982848" y="3496464"/>
                  <a:ext cx="33120" cy="10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6506D02A-29F3-BE82-4AE9-B4504E703E45}"/>
              </a:ext>
            </a:extLst>
          </p:cNvPr>
          <p:cNvGrpSpPr/>
          <p:nvPr/>
        </p:nvGrpSpPr>
        <p:grpSpPr>
          <a:xfrm>
            <a:off x="7339968" y="3118824"/>
            <a:ext cx="2135160" cy="462960"/>
            <a:chOff x="7339968" y="3118824"/>
            <a:chExt cx="2135160" cy="46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C35233EE-B441-98F3-DCC7-BA4939E0421B}"/>
                    </a:ext>
                  </a:extLst>
                </p14:cNvPr>
                <p14:cNvContentPartPr/>
                <p14:nvPr/>
              </p14:nvContentPartPr>
              <p14:xfrm>
                <a:off x="7339968" y="3336264"/>
                <a:ext cx="121320" cy="730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C35233EE-B441-98F3-DCC7-BA4939E0421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330968" y="3327624"/>
                  <a:ext cx="13896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B26C11EB-40F8-A06B-7C47-9EB969C14BBA}"/>
                    </a:ext>
                  </a:extLst>
                </p14:cNvPr>
                <p14:cNvContentPartPr/>
                <p14:nvPr/>
              </p14:nvContentPartPr>
              <p14:xfrm>
                <a:off x="7715448" y="3335184"/>
                <a:ext cx="46440" cy="1040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B26C11EB-40F8-A06B-7C47-9EB969C14BB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706808" y="3326184"/>
                  <a:ext cx="640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FEED728A-3659-CDD3-AAE4-54D52A232548}"/>
                    </a:ext>
                  </a:extLst>
                </p14:cNvPr>
                <p14:cNvContentPartPr/>
                <p14:nvPr/>
              </p14:nvContentPartPr>
              <p14:xfrm>
                <a:off x="7582608" y="3255264"/>
                <a:ext cx="259560" cy="630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FEED728A-3659-CDD3-AAE4-54D52A23254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573968" y="3246624"/>
                  <a:ext cx="27720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136D42D8-444C-E80A-1CD9-F020B16428D4}"/>
                    </a:ext>
                  </a:extLst>
                </p14:cNvPr>
                <p14:cNvContentPartPr/>
                <p14:nvPr/>
              </p14:nvContentPartPr>
              <p14:xfrm>
                <a:off x="7683048" y="3433104"/>
                <a:ext cx="209520" cy="532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136D42D8-444C-E80A-1CD9-F020B16428D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674408" y="3424464"/>
                  <a:ext cx="22716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0CE7F255-3364-2B8A-A1B5-915E8B927C78}"/>
                    </a:ext>
                  </a:extLst>
                </p14:cNvPr>
                <p14:cNvContentPartPr/>
                <p14:nvPr/>
              </p14:nvContentPartPr>
              <p14:xfrm>
                <a:off x="7908048" y="3118824"/>
                <a:ext cx="687240" cy="3106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0CE7F255-3364-2B8A-A1B5-915E8B927C7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899048" y="3109824"/>
                  <a:ext cx="70488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48A10901-4958-FF04-8B70-44B3E2ABC3E5}"/>
                    </a:ext>
                  </a:extLst>
                </p14:cNvPr>
                <p14:cNvContentPartPr/>
                <p14:nvPr/>
              </p14:nvContentPartPr>
              <p14:xfrm>
                <a:off x="8599608" y="3238344"/>
                <a:ext cx="10440" cy="507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48A10901-4958-FF04-8B70-44B3E2ABC3E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590608" y="3229704"/>
                  <a:ext cx="280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88EAC68A-EBBD-74A6-9E44-9004FC486C80}"/>
                    </a:ext>
                  </a:extLst>
                </p14:cNvPr>
                <p14:cNvContentPartPr/>
                <p14:nvPr/>
              </p14:nvContentPartPr>
              <p14:xfrm>
                <a:off x="8090568" y="3201624"/>
                <a:ext cx="128520" cy="216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88EAC68A-EBBD-74A6-9E44-9004FC486C80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081928" y="3192984"/>
                  <a:ext cx="1461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4A504F09-85F7-9775-3F12-CFA79BD57AFF}"/>
                    </a:ext>
                  </a:extLst>
                </p14:cNvPr>
                <p14:cNvContentPartPr/>
                <p14:nvPr/>
              </p14:nvContentPartPr>
              <p14:xfrm>
                <a:off x="8635608" y="3330504"/>
                <a:ext cx="12600" cy="158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4A504F09-85F7-9775-3F12-CFA79BD57AF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626608" y="3321864"/>
                  <a:ext cx="302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33C1C834-C1B8-73B9-8DC9-D9114B770ADD}"/>
                    </a:ext>
                  </a:extLst>
                </p14:cNvPr>
                <p14:cNvContentPartPr/>
                <p14:nvPr/>
              </p14:nvContentPartPr>
              <p14:xfrm>
                <a:off x="8675568" y="3273264"/>
                <a:ext cx="394920" cy="3085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33C1C834-C1B8-73B9-8DC9-D9114B770AD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666568" y="3264624"/>
                  <a:ext cx="41256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256D4B4E-777F-C02F-B5AA-9AB295803DDD}"/>
                    </a:ext>
                  </a:extLst>
                </p14:cNvPr>
                <p14:cNvContentPartPr/>
                <p14:nvPr/>
              </p14:nvContentPartPr>
              <p14:xfrm>
                <a:off x="9128448" y="3273984"/>
                <a:ext cx="122760" cy="709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256D4B4E-777F-C02F-B5AA-9AB295803DD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119808" y="3264984"/>
                  <a:ext cx="14040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D15FA909-E348-BA11-40BD-C98DF35D5C9C}"/>
                    </a:ext>
                  </a:extLst>
                </p14:cNvPr>
                <p14:cNvContentPartPr/>
                <p14:nvPr/>
              </p14:nvContentPartPr>
              <p14:xfrm>
                <a:off x="9382248" y="3165264"/>
                <a:ext cx="14400" cy="349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D15FA909-E348-BA11-40BD-C98DF35D5C9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373248" y="3156264"/>
                  <a:ext cx="320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CAEDEC0B-EDA4-F093-8A35-EFC5BCC05765}"/>
                    </a:ext>
                  </a:extLst>
                </p14:cNvPr>
                <p14:cNvContentPartPr/>
                <p14:nvPr/>
              </p14:nvContentPartPr>
              <p14:xfrm>
                <a:off x="9436968" y="3159504"/>
                <a:ext cx="38160" cy="576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CAEDEC0B-EDA4-F093-8A35-EFC5BCC0576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428328" y="3150504"/>
                  <a:ext cx="55800" cy="7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4CA18DC7-4D5F-4242-4712-E2EC7DC99A52}"/>
              </a:ext>
            </a:extLst>
          </p:cNvPr>
          <p:cNvGrpSpPr/>
          <p:nvPr/>
        </p:nvGrpSpPr>
        <p:grpSpPr>
          <a:xfrm>
            <a:off x="2704968" y="3827664"/>
            <a:ext cx="971640" cy="293040"/>
            <a:chOff x="2704968" y="3827664"/>
            <a:chExt cx="971640" cy="29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4A1DE12A-F5FF-8505-CD12-64DB45AE5572}"/>
                    </a:ext>
                  </a:extLst>
                </p14:cNvPr>
                <p14:cNvContentPartPr/>
                <p14:nvPr/>
              </p14:nvContentPartPr>
              <p14:xfrm>
                <a:off x="2704968" y="3889584"/>
                <a:ext cx="105120" cy="2311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4A1DE12A-F5FF-8505-CD12-64DB45AE557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696328" y="3880944"/>
                  <a:ext cx="12276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72A7BA47-5C09-D438-C3AB-CDFEE743F681}"/>
                    </a:ext>
                  </a:extLst>
                </p14:cNvPr>
                <p14:cNvContentPartPr/>
                <p14:nvPr/>
              </p14:nvContentPartPr>
              <p14:xfrm>
                <a:off x="2927808" y="3838464"/>
                <a:ext cx="325440" cy="2725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72A7BA47-5C09-D438-C3AB-CDFEE743F68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918808" y="3829824"/>
                  <a:ext cx="34308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9BCF379D-079F-2AE8-71B1-12F21E2D60AA}"/>
                    </a:ext>
                  </a:extLst>
                </p14:cNvPr>
                <p14:cNvContentPartPr/>
                <p14:nvPr/>
              </p14:nvContentPartPr>
              <p14:xfrm>
                <a:off x="2977488" y="3871944"/>
                <a:ext cx="126360" cy="288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9BCF379D-079F-2AE8-71B1-12F21E2D60A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968848" y="3862944"/>
                  <a:ext cx="1440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7F7CAC7-3C45-49A3-632A-2770BE17F3F7}"/>
                    </a:ext>
                  </a:extLst>
                </p14:cNvPr>
                <p14:cNvContentPartPr/>
                <p14:nvPr/>
              </p14:nvContentPartPr>
              <p14:xfrm>
                <a:off x="3328848" y="3934944"/>
                <a:ext cx="123840" cy="864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7F7CAC7-3C45-49A3-632A-2770BE17F3F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320208" y="3926304"/>
                  <a:ext cx="14148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4AACB18D-5BB1-889E-46EA-ABD3DC628556}"/>
                    </a:ext>
                  </a:extLst>
                </p14:cNvPr>
                <p14:cNvContentPartPr/>
                <p14:nvPr/>
              </p14:nvContentPartPr>
              <p14:xfrm>
                <a:off x="3652488" y="3827664"/>
                <a:ext cx="24120" cy="217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4AACB18D-5BB1-889E-46EA-ABD3DC62855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643848" y="3818664"/>
                  <a:ext cx="41760" cy="23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71C07CA4-3508-6DB1-31B9-BA0CC1575988}"/>
              </a:ext>
            </a:extLst>
          </p:cNvPr>
          <p:cNvGrpSpPr/>
          <p:nvPr/>
        </p:nvGrpSpPr>
        <p:grpSpPr>
          <a:xfrm>
            <a:off x="4084848" y="3748104"/>
            <a:ext cx="826560" cy="343080"/>
            <a:chOff x="4084848" y="3748104"/>
            <a:chExt cx="826560" cy="34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C9DD7687-C946-A8CD-9C8F-2043A8993A72}"/>
                    </a:ext>
                  </a:extLst>
                </p14:cNvPr>
                <p14:cNvContentPartPr/>
                <p14:nvPr/>
              </p14:nvContentPartPr>
              <p14:xfrm>
                <a:off x="4084848" y="3807144"/>
                <a:ext cx="321840" cy="2170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C9DD7687-C946-A8CD-9C8F-2043A8993A7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075848" y="3798504"/>
                  <a:ext cx="33948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42339B10-8243-B4A4-000E-879D1672A233}"/>
                    </a:ext>
                  </a:extLst>
                </p14:cNvPr>
                <p14:cNvContentPartPr/>
                <p14:nvPr/>
              </p14:nvContentPartPr>
              <p14:xfrm>
                <a:off x="4476888" y="3748104"/>
                <a:ext cx="366840" cy="2566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42339B10-8243-B4A4-000E-879D1672A233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467888" y="3739104"/>
                  <a:ext cx="3844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67B58B8F-65B2-345B-FDDD-F43DA00FCA75}"/>
                    </a:ext>
                  </a:extLst>
                </p14:cNvPr>
                <p14:cNvContentPartPr/>
                <p14:nvPr/>
              </p14:nvContentPartPr>
              <p14:xfrm>
                <a:off x="4860288" y="3913704"/>
                <a:ext cx="51120" cy="1774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67B58B8F-65B2-345B-FDDD-F43DA00FCA7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851648" y="3905064"/>
                  <a:ext cx="687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636E1BC5-1D88-9810-01F4-1E003836A74C}"/>
                    </a:ext>
                  </a:extLst>
                </p14:cNvPr>
                <p14:cNvContentPartPr/>
                <p14:nvPr/>
              </p14:nvContentPartPr>
              <p14:xfrm>
                <a:off x="4776408" y="3785184"/>
                <a:ext cx="123480" cy="460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636E1BC5-1D88-9810-01F4-1E003836A74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767408" y="3776184"/>
                  <a:ext cx="14112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6310B83A-472E-DE8F-77CE-67F82BA8F1C0}"/>
              </a:ext>
            </a:extLst>
          </p:cNvPr>
          <p:cNvGrpSpPr/>
          <p:nvPr/>
        </p:nvGrpSpPr>
        <p:grpSpPr>
          <a:xfrm>
            <a:off x="5162328" y="3810024"/>
            <a:ext cx="1263240" cy="417960"/>
            <a:chOff x="5162328" y="3810024"/>
            <a:chExt cx="1263240" cy="41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CBAECEB4-C8E6-739A-D521-548563051553}"/>
                    </a:ext>
                  </a:extLst>
                </p14:cNvPr>
                <p14:cNvContentPartPr/>
                <p14:nvPr/>
              </p14:nvContentPartPr>
              <p14:xfrm>
                <a:off x="5162328" y="3822264"/>
                <a:ext cx="208440" cy="1645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CBAECEB4-C8E6-739A-D521-54856305155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153688" y="3813624"/>
                  <a:ext cx="22608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7021A9EA-F054-7528-C217-9E105D2FD513}"/>
                    </a:ext>
                  </a:extLst>
                </p14:cNvPr>
                <p14:cNvContentPartPr/>
                <p14:nvPr/>
              </p14:nvContentPartPr>
              <p14:xfrm>
                <a:off x="5420808" y="3886704"/>
                <a:ext cx="129600" cy="10152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7021A9EA-F054-7528-C217-9E105D2FD51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411808" y="3878064"/>
                  <a:ext cx="1472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DA14C4BA-4B2E-4C1A-11CC-5ACFFD7DCA7A}"/>
                    </a:ext>
                  </a:extLst>
                </p14:cNvPr>
                <p14:cNvContentPartPr/>
                <p14:nvPr/>
              </p14:nvContentPartPr>
              <p14:xfrm>
                <a:off x="5599368" y="3896064"/>
                <a:ext cx="429480" cy="9828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DA14C4BA-4B2E-4C1A-11CC-5ACFFD7DCA7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590728" y="3887064"/>
                  <a:ext cx="44712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7AF5CD1F-99C4-E14A-1A1A-BB02C4AEB914}"/>
                    </a:ext>
                  </a:extLst>
                </p14:cNvPr>
                <p14:cNvContentPartPr/>
                <p14:nvPr/>
              </p14:nvContentPartPr>
              <p14:xfrm>
                <a:off x="5785128" y="3810024"/>
                <a:ext cx="21600" cy="522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7AF5CD1F-99C4-E14A-1A1A-BB02C4AEB91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776488" y="3801024"/>
                  <a:ext cx="3924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91B85B38-2C8A-E756-ECC4-1224F37921B4}"/>
                    </a:ext>
                  </a:extLst>
                </p14:cNvPr>
                <p14:cNvContentPartPr/>
                <p14:nvPr/>
              </p14:nvContentPartPr>
              <p14:xfrm>
                <a:off x="6154848" y="3887424"/>
                <a:ext cx="4680" cy="496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91B85B38-2C8A-E756-ECC4-1224F37921B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145848" y="3878424"/>
                  <a:ext cx="2232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D3F20A6-E012-7335-7650-8BC46E87F6B3}"/>
                    </a:ext>
                  </a:extLst>
                </p14:cNvPr>
                <p14:cNvContentPartPr/>
                <p14:nvPr/>
              </p14:nvContentPartPr>
              <p14:xfrm>
                <a:off x="6171048" y="3817584"/>
                <a:ext cx="12960" cy="374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D3F20A6-E012-7335-7650-8BC46E87F6B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162408" y="3808584"/>
                  <a:ext cx="306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EB75ABCE-244C-87C3-40B8-4FA67E5A2F59}"/>
                    </a:ext>
                  </a:extLst>
                </p14:cNvPr>
                <p14:cNvContentPartPr/>
                <p14:nvPr/>
              </p14:nvContentPartPr>
              <p14:xfrm>
                <a:off x="6170688" y="3817584"/>
                <a:ext cx="254880" cy="4104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EB75ABCE-244C-87C3-40B8-4FA67E5A2F5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162048" y="3808944"/>
                  <a:ext cx="272520" cy="42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A7E8F9BF-58B6-4476-59EB-5617BC0B875D}"/>
              </a:ext>
            </a:extLst>
          </p:cNvPr>
          <p:cNvGrpSpPr/>
          <p:nvPr/>
        </p:nvGrpSpPr>
        <p:grpSpPr>
          <a:xfrm>
            <a:off x="6707088" y="3648384"/>
            <a:ext cx="959400" cy="398520"/>
            <a:chOff x="6707088" y="3648384"/>
            <a:chExt cx="959400" cy="39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71D6D5CE-0420-9788-14AC-B88BC4AA81A7}"/>
                    </a:ext>
                  </a:extLst>
                </p14:cNvPr>
                <p14:cNvContentPartPr/>
                <p14:nvPr/>
              </p14:nvContentPartPr>
              <p14:xfrm>
                <a:off x="6707088" y="3788424"/>
                <a:ext cx="150120" cy="2584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71D6D5CE-0420-9788-14AC-B88BC4AA81A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698448" y="3779784"/>
                  <a:ext cx="16776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FB977857-1B15-D73B-7D21-5C6918A61B61}"/>
                    </a:ext>
                  </a:extLst>
                </p14:cNvPr>
                <p14:cNvContentPartPr/>
                <p14:nvPr/>
              </p14:nvContentPartPr>
              <p14:xfrm>
                <a:off x="7003368" y="3767544"/>
                <a:ext cx="216000" cy="849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FB977857-1B15-D73B-7D21-5C6918A61B6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994368" y="3758544"/>
                  <a:ext cx="23364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6B75569D-B342-896B-04E6-50673CA2ADE2}"/>
                    </a:ext>
                  </a:extLst>
                </p14:cNvPr>
                <p14:cNvContentPartPr/>
                <p14:nvPr/>
              </p14:nvContentPartPr>
              <p14:xfrm>
                <a:off x="7353288" y="3756384"/>
                <a:ext cx="88920" cy="820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6B75569D-B342-896B-04E6-50673CA2ADE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344648" y="3747744"/>
                  <a:ext cx="10656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FBD468EA-3F48-A79E-104A-01CFFEF4F311}"/>
                    </a:ext>
                  </a:extLst>
                </p14:cNvPr>
                <p14:cNvContentPartPr/>
                <p14:nvPr/>
              </p14:nvContentPartPr>
              <p14:xfrm>
                <a:off x="7195608" y="3648384"/>
                <a:ext cx="9360" cy="540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FBD468EA-3F48-A79E-104A-01CFFEF4F31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186968" y="3639384"/>
                  <a:ext cx="2700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5A41DD87-1A37-3B1A-7A43-261B17089807}"/>
                    </a:ext>
                  </a:extLst>
                </p14:cNvPr>
                <p14:cNvContentPartPr/>
                <p14:nvPr/>
              </p14:nvContentPartPr>
              <p14:xfrm>
                <a:off x="7642008" y="3874464"/>
                <a:ext cx="24480" cy="115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5A41DD87-1A37-3B1A-7A43-261B1708980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633368" y="3865464"/>
                  <a:ext cx="421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324AA08-D89F-97EA-C622-503C8D8C065B}"/>
                    </a:ext>
                  </a:extLst>
                </p14:cNvPr>
                <p14:cNvContentPartPr/>
                <p14:nvPr/>
              </p14:nvContentPartPr>
              <p14:xfrm>
                <a:off x="7598088" y="3679704"/>
                <a:ext cx="36360" cy="817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324AA08-D89F-97EA-C622-503C8D8C065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589448" y="3670704"/>
                  <a:ext cx="54000" cy="9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C7FE3DE8-EC0D-F114-F7AF-62A6B8BCA358}"/>
              </a:ext>
            </a:extLst>
          </p:cNvPr>
          <p:cNvGrpSpPr/>
          <p:nvPr/>
        </p:nvGrpSpPr>
        <p:grpSpPr>
          <a:xfrm>
            <a:off x="506448" y="1500984"/>
            <a:ext cx="356040" cy="117360"/>
            <a:chOff x="506448" y="1500984"/>
            <a:chExt cx="356040" cy="11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F93FF73D-4558-5DC3-08DA-C1A9E10E5EFD}"/>
                    </a:ext>
                  </a:extLst>
                </p14:cNvPr>
                <p14:cNvContentPartPr/>
                <p14:nvPr/>
              </p14:nvContentPartPr>
              <p14:xfrm>
                <a:off x="506448" y="1500984"/>
                <a:ext cx="224640" cy="8784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F93FF73D-4558-5DC3-08DA-C1A9E10E5EF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97808" y="1492344"/>
                  <a:ext cx="24228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471BD32E-4F69-BE2C-760D-B8532A536E15}"/>
                    </a:ext>
                  </a:extLst>
                </p14:cNvPr>
                <p14:cNvContentPartPr/>
                <p14:nvPr/>
              </p14:nvContentPartPr>
              <p14:xfrm>
                <a:off x="752688" y="1543104"/>
                <a:ext cx="109800" cy="752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471BD32E-4F69-BE2C-760D-B8532A536E1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44048" y="1534104"/>
                  <a:ext cx="127440" cy="9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013CE049-1056-F69F-9437-E7471655E0B4}"/>
              </a:ext>
            </a:extLst>
          </p:cNvPr>
          <p:cNvGrpSpPr/>
          <p:nvPr/>
        </p:nvGrpSpPr>
        <p:grpSpPr>
          <a:xfrm>
            <a:off x="3558888" y="4656744"/>
            <a:ext cx="441360" cy="446760"/>
            <a:chOff x="3558888" y="4656744"/>
            <a:chExt cx="441360" cy="44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6110C26-8EBA-84B0-92AE-67FDE024594E}"/>
                    </a:ext>
                  </a:extLst>
                </p14:cNvPr>
                <p14:cNvContentPartPr/>
                <p14:nvPr/>
              </p14:nvContentPartPr>
              <p14:xfrm>
                <a:off x="3558888" y="4656744"/>
                <a:ext cx="152640" cy="4467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6110C26-8EBA-84B0-92AE-67FDE024594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549888" y="4647744"/>
                  <a:ext cx="17028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42EAD2F6-56BC-29F1-7D81-F46D208D8583}"/>
                    </a:ext>
                  </a:extLst>
                </p14:cNvPr>
                <p14:cNvContentPartPr/>
                <p14:nvPr/>
              </p14:nvContentPartPr>
              <p14:xfrm>
                <a:off x="3869568" y="4809384"/>
                <a:ext cx="130680" cy="378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42EAD2F6-56BC-29F1-7D81-F46D208D8583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860928" y="4800384"/>
                  <a:ext cx="14832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439E7E0E-1D0C-4F4D-59AF-EBF17FBCA241}"/>
              </a:ext>
            </a:extLst>
          </p:cNvPr>
          <p:cNvGrpSpPr/>
          <p:nvPr/>
        </p:nvGrpSpPr>
        <p:grpSpPr>
          <a:xfrm>
            <a:off x="2377368" y="3273624"/>
            <a:ext cx="360" cy="360"/>
            <a:chOff x="2377368" y="3273624"/>
            <a:chExt cx="360" cy="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BD599C5D-7AAF-6C1C-261D-A03C3381B75C}"/>
                    </a:ext>
                  </a:extLst>
                </p14:cNvPr>
                <p14:cNvContentPartPr/>
                <p14:nvPr/>
              </p14:nvContentPartPr>
              <p14:xfrm>
                <a:off x="2377368" y="3273624"/>
                <a:ext cx="360" cy="3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BD599C5D-7AAF-6C1C-261D-A03C3381B75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371248" y="3267504"/>
                  <a:ext cx="1260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9E4BA561-6296-C3FE-9F27-6F81B71B083B}"/>
                    </a:ext>
                  </a:extLst>
                </p14:cNvPr>
                <p14:cNvContentPartPr/>
                <p14:nvPr/>
              </p14:nvContentPartPr>
              <p14:xfrm>
                <a:off x="2377368" y="3273624"/>
                <a:ext cx="360" cy="3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9E4BA561-6296-C3FE-9F27-6F81B71B083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371248" y="3267504"/>
                  <a:ext cx="1260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13DF0B91-B1E4-1CCE-E8D8-5FD95876D457}"/>
                    </a:ext>
                  </a:extLst>
                </p14:cNvPr>
                <p14:cNvContentPartPr/>
                <p14:nvPr/>
              </p14:nvContentPartPr>
              <p14:xfrm>
                <a:off x="2377368" y="3273624"/>
                <a:ext cx="360" cy="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13DF0B91-B1E4-1CCE-E8D8-5FD95876D45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371248" y="3267504"/>
                  <a:ext cx="12600" cy="12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B5830512-004F-F619-B816-7C9438E98F11}"/>
                  </a:ext>
                </a:extLst>
              </p14:cNvPr>
              <p14:cNvContentPartPr/>
              <p14:nvPr/>
            </p14:nvContentPartPr>
            <p14:xfrm>
              <a:off x="7534368" y="4151664"/>
              <a:ext cx="83520" cy="3708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B5830512-004F-F619-B816-7C9438E98F11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7525368" y="4143024"/>
                <a:ext cx="1011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233" name="Ink 232">
                <a:extLst>
                  <a:ext uri="{FF2B5EF4-FFF2-40B4-BE49-F238E27FC236}">
                    <a16:creationId xmlns:a16="http://schemas.microsoft.com/office/drawing/2014/main" id="{78306565-E858-1CC8-1832-D0D8B9BDE03D}"/>
                  </a:ext>
                </a:extLst>
              </p14:cNvPr>
              <p14:cNvContentPartPr/>
              <p14:nvPr/>
            </p14:nvContentPartPr>
            <p14:xfrm>
              <a:off x="9716328" y="4230864"/>
              <a:ext cx="27720" cy="25200"/>
            </p14:xfrm>
          </p:contentPart>
        </mc:Choice>
        <mc:Fallback xmlns="">
          <p:pic>
            <p:nvPicPr>
              <p:cNvPr id="233" name="Ink 232">
                <a:extLst>
                  <a:ext uri="{FF2B5EF4-FFF2-40B4-BE49-F238E27FC236}">
                    <a16:creationId xmlns:a16="http://schemas.microsoft.com/office/drawing/2014/main" id="{78306565-E858-1CC8-1832-D0D8B9BDE03D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9707328" y="4222224"/>
                <a:ext cx="4536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36C2AB60-257E-FF45-34BC-C38DA1E69E9A}"/>
                  </a:ext>
                </a:extLst>
              </p14:cNvPr>
              <p14:cNvContentPartPr/>
              <p14:nvPr/>
            </p14:nvContentPartPr>
            <p14:xfrm>
              <a:off x="3495888" y="4729464"/>
              <a:ext cx="126720" cy="14508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36C2AB60-257E-FF45-34BC-C38DA1E69E9A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3486888" y="4720464"/>
                <a:ext cx="14436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237" name="Ink 236">
                <a:extLst>
                  <a:ext uri="{FF2B5EF4-FFF2-40B4-BE49-F238E27FC236}">
                    <a16:creationId xmlns:a16="http://schemas.microsoft.com/office/drawing/2014/main" id="{F0F6A094-1A8E-7F1A-B3B0-3BEF6D9204EE}"/>
                  </a:ext>
                </a:extLst>
              </p14:cNvPr>
              <p14:cNvContentPartPr/>
              <p14:nvPr/>
            </p14:nvContentPartPr>
            <p14:xfrm>
              <a:off x="4661568" y="4561344"/>
              <a:ext cx="420480" cy="179280"/>
            </p14:xfrm>
          </p:contentPart>
        </mc:Choice>
        <mc:Fallback xmlns="">
          <p:pic>
            <p:nvPicPr>
              <p:cNvPr id="237" name="Ink 236">
                <a:extLst>
                  <a:ext uri="{FF2B5EF4-FFF2-40B4-BE49-F238E27FC236}">
                    <a16:creationId xmlns:a16="http://schemas.microsoft.com/office/drawing/2014/main" id="{F0F6A094-1A8E-7F1A-B3B0-3BEF6D9204EE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4652928" y="4552344"/>
                <a:ext cx="43812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238" name="Ink 237">
                <a:extLst>
                  <a:ext uri="{FF2B5EF4-FFF2-40B4-BE49-F238E27FC236}">
                    <a16:creationId xmlns:a16="http://schemas.microsoft.com/office/drawing/2014/main" id="{91DE18BE-D580-C556-3D3B-8FF6E1702C00}"/>
                  </a:ext>
                </a:extLst>
              </p14:cNvPr>
              <p14:cNvContentPartPr/>
              <p14:nvPr/>
            </p14:nvContentPartPr>
            <p14:xfrm>
              <a:off x="5384808" y="4551624"/>
              <a:ext cx="510480" cy="112680"/>
            </p14:xfrm>
          </p:contentPart>
        </mc:Choice>
        <mc:Fallback xmlns="">
          <p:pic>
            <p:nvPicPr>
              <p:cNvPr id="238" name="Ink 237">
                <a:extLst>
                  <a:ext uri="{FF2B5EF4-FFF2-40B4-BE49-F238E27FC236}">
                    <a16:creationId xmlns:a16="http://schemas.microsoft.com/office/drawing/2014/main" id="{91DE18BE-D580-C556-3D3B-8FF6E1702C00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5375808" y="4542624"/>
                <a:ext cx="528120" cy="130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41" name="Group 240">
            <a:extLst>
              <a:ext uri="{FF2B5EF4-FFF2-40B4-BE49-F238E27FC236}">
                <a16:creationId xmlns:a16="http://schemas.microsoft.com/office/drawing/2014/main" id="{E13D62FC-D59F-8A00-896D-8E8F754A7D0E}"/>
              </a:ext>
            </a:extLst>
          </p:cNvPr>
          <p:cNvGrpSpPr/>
          <p:nvPr/>
        </p:nvGrpSpPr>
        <p:grpSpPr>
          <a:xfrm>
            <a:off x="6311088" y="4301064"/>
            <a:ext cx="990720" cy="304560"/>
            <a:chOff x="6311088" y="4301064"/>
            <a:chExt cx="990720" cy="30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B07C3CF4-D1FA-6A34-2D90-9FC896FEC888}"/>
                    </a:ext>
                  </a:extLst>
                </p14:cNvPr>
                <p14:cNvContentPartPr/>
                <p14:nvPr/>
              </p14:nvContentPartPr>
              <p14:xfrm>
                <a:off x="6311088" y="4301064"/>
                <a:ext cx="964080" cy="3045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B07C3CF4-D1FA-6A34-2D90-9FC896FEC88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302088" y="4292064"/>
                  <a:ext cx="98172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8B52F418-445C-3ED4-D717-AE2FB3732375}"/>
                    </a:ext>
                  </a:extLst>
                </p14:cNvPr>
                <p14:cNvContentPartPr/>
                <p14:nvPr/>
              </p14:nvContentPartPr>
              <p14:xfrm>
                <a:off x="7248528" y="4370184"/>
                <a:ext cx="53280" cy="468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8B52F418-445C-3ED4-D717-AE2FB373237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239528" y="4361184"/>
                  <a:ext cx="7092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EB37FA7F-5CDF-8F95-A49F-10760EA805D3}"/>
              </a:ext>
            </a:extLst>
          </p:cNvPr>
          <p:cNvGrpSpPr/>
          <p:nvPr/>
        </p:nvGrpSpPr>
        <p:grpSpPr>
          <a:xfrm>
            <a:off x="7784928" y="4066344"/>
            <a:ext cx="1176120" cy="566640"/>
            <a:chOff x="7784928" y="4066344"/>
            <a:chExt cx="1176120" cy="56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1948797F-BEC8-B6F2-3707-8CAA3E04D897}"/>
                    </a:ext>
                  </a:extLst>
                </p14:cNvPr>
                <p14:cNvContentPartPr/>
                <p14:nvPr/>
              </p14:nvContentPartPr>
              <p14:xfrm>
                <a:off x="7784928" y="4066344"/>
                <a:ext cx="386640" cy="4528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1948797F-BEC8-B6F2-3707-8CAA3E04D89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776288" y="4057344"/>
                  <a:ext cx="404280" cy="47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08AE9BFA-5EE7-CA68-93D4-816BB82266CC}"/>
                    </a:ext>
                  </a:extLst>
                </p14:cNvPr>
                <p14:cNvContentPartPr/>
                <p14:nvPr/>
              </p14:nvContentPartPr>
              <p14:xfrm>
                <a:off x="8225928" y="4344624"/>
                <a:ext cx="415080" cy="864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08AE9BFA-5EE7-CA68-93D4-816BB82266CC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217288" y="4335624"/>
                  <a:ext cx="43272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E38C9DB5-7D67-C2C7-3D48-4C56AB5B933C}"/>
                    </a:ext>
                  </a:extLst>
                </p14:cNvPr>
                <p14:cNvContentPartPr/>
                <p14:nvPr/>
              </p14:nvContentPartPr>
              <p14:xfrm>
                <a:off x="8398728" y="4229064"/>
                <a:ext cx="17640" cy="345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E38C9DB5-7D67-C2C7-3D48-4C56AB5B933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389728" y="4220064"/>
                  <a:ext cx="3528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07F70FC2-EA5B-18AB-E448-744385DE428B}"/>
                    </a:ext>
                  </a:extLst>
                </p14:cNvPr>
                <p14:cNvContentPartPr/>
                <p14:nvPr/>
              </p14:nvContentPartPr>
              <p14:xfrm>
                <a:off x="7891488" y="4204584"/>
                <a:ext cx="254160" cy="568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07F70FC2-EA5B-18AB-E448-744385DE428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882488" y="4195944"/>
                  <a:ext cx="27180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69633830-149B-D628-C2DA-4644594735C4}"/>
                    </a:ext>
                  </a:extLst>
                </p14:cNvPr>
                <p14:cNvContentPartPr/>
                <p14:nvPr/>
              </p14:nvContentPartPr>
              <p14:xfrm>
                <a:off x="8704008" y="4330944"/>
                <a:ext cx="26640" cy="691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69633830-149B-D628-C2DA-4644594735C4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695368" y="4322304"/>
                  <a:ext cx="4428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B0C92215-94CD-493E-BF3A-DB01B6215F4A}"/>
                    </a:ext>
                  </a:extLst>
                </p14:cNvPr>
                <p14:cNvContentPartPr/>
                <p14:nvPr/>
              </p14:nvContentPartPr>
              <p14:xfrm>
                <a:off x="8720928" y="4261824"/>
                <a:ext cx="9720" cy="313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B0C92215-94CD-493E-BF3A-DB01B6215F4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712288" y="4253184"/>
                  <a:ext cx="2736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280F390E-B092-2CD8-1B97-37767D373734}"/>
                    </a:ext>
                  </a:extLst>
                </p14:cNvPr>
                <p14:cNvContentPartPr/>
                <p14:nvPr/>
              </p14:nvContentPartPr>
              <p14:xfrm>
                <a:off x="8818848" y="4335624"/>
                <a:ext cx="142200" cy="2973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280F390E-B092-2CD8-1B97-37767D37373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809848" y="4326984"/>
                  <a:ext cx="159840" cy="31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130DEEB-3537-460E-254B-DEF477CB8165}"/>
              </a:ext>
            </a:extLst>
          </p:cNvPr>
          <p:cNvGrpSpPr/>
          <p:nvPr/>
        </p:nvGrpSpPr>
        <p:grpSpPr>
          <a:xfrm>
            <a:off x="9432648" y="4065264"/>
            <a:ext cx="754200" cy="394200"/>
            <a:chOff x="9432648" y="4065264"/>
            <a:chExt cx="754200" cy="39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071AC91B-D19C-2DF0-9175-01D6289BDABE}"/>
                    </a:ext>
                  </a:extLst>
                </p14:cNvPr>
                <p14:cNvContentPartPr/>
                <p14:nvPr/>
              </p14:nvContentPartPr>
              <p14:xfrm>
                <a:off x="9432648" y="4127184"/>
                <a:ext cx="155160" cy="33228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071AC91B-D19C-2DF0-9175-01D6289BDABE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424008" y="4118544"/>
                  <a:ext cx="17280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D2420A2F-6FCF-8DB1-D01C-86D8133F3BA3}"/>
                    </a:ext>
                  </a:extLst>
                </p14:cNvPr>
                <p14:cNvContentPartPr/>
                <p14:nvPr/>
              </p14:nvContentPartPr>
              <p14:xfrm>
                <a:off x="9738288" y="4220064"/>
                <a:ext cx="448560" cy="8928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D2420A2F-6FCF-8DB1-D01C-86D8133F3BA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729288" y="4211064"/>
                  <a:ext cx="46620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3507F12D-18BE-2A4A-4E00-C2A82B6DCAAB}"/>
                    </a:ext>
                  </a:extLst>
                </p14:cNvPr>
                <p14:cNvContentPartPr/>
                <p14:nvPr/>
              </p14:nvContentPartPr>
              <p14:xfrm>
                <a:off x="10055448" y="4065264"/>
                <a:ext cx="29880" cy="403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3507F12D-18BE-2A4A-4E00-C2A82B6DCAA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046448" y="4056264"/>
                  <a:ext cx="47520" cy="5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F822177-9182-963F-571E-4D94F4320F37}"/>
              </a:ext>
            </a:extLst>
          </p:cNvPr>
          <p:cNvGrpSpPr/>
          <p:nvPr/>
        </p:nvGrpSpPr>
        <p:grpSpPr>
          <a:xfrm>
            <a:off x="10641888" y="4016664"/>
            <a:ext cx="341280" cy="531720"/>
            <a:chOff x="10641888" y="4016664"/>
            <a:chExt cx="341280" cy="53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F3EAD859-2F32-4631-5D1E-E4E3F7C35F06}"/>
                    </a:ext>
                  </a:extLst>
                </p14:cNvPr>
                <p14:cNvContentPartPr/>
                <p14:nvPr/>
              </p14:nvContentPartPr>
              <p14:xfrm>
                <a:off x="10641888" y="4016664"/>
                <a:ext cx="119880" cy="2620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F3EAD859-2F32-4631-5D1E-E4E3F7C35F06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633248" y="4007664"/>
                  <a:ext cx="13752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1BE17161-3926-31ED-E20A-4E201B6A753B}"/>
                    </a:ext>
                  </a:extLst>
                </p14:cNvPr>
                <p14:cNvContentPartPr/>
                <p14:nvPr/>
              </p14:nvContentPartPr>
              <p14:xfrm>
                <a:off x="10812528" y="4175064"/>
                <a:ext cx="170640" cy="3733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1BE17161-3926-31ED-E20A-4E201B6A753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803888" y="4166424"/>
                  <a:ext cx="188280" cy="39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1F0B6F6D-CE37-7CB1-C8D2-021DD9E928C4}"/>
              </a:ext>
            </a:extLst>
          </p:cNvPr>
          <p:cNvGrpSpPr/>
          <p:nvPr/>
        </p:nvGrpSpPr>
        <p:grpSpPr>
          <a:xfrm>
            <a:off x="4490568" y="4936104"/>
            <a:ext cx="1163160" cy="499320"/>
            <a:chOff x="4490568" y="4936104"/>
            <a:chExt cx="1163160" cy="49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CC463FDB-FEC5-07BB-CB8E-0AAA498F3834}"/>
                    </a:ext>
                  </a:extLst>
                </p14:cNvPr>
                <p14:cNvContentPartPr/>
                <p14:nvPr/>
              </p14:nvContentPartPr>
              <p14:xfrm>
                <a:off x="4490568" y="5027184"/>
                <a:ext cx="263160" cy="40824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CC463FDB-FEC5-07BB-CB8E-0AAA498F383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481928" y="5018544"/>
                  <a:ext cx="280800" cy="42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61DD972A-1859-35DA-51AB-EBD8A2F21517}"/>
                    </a:ext>
                  </a:extLst>
                </p14:cNvPr>
                <p14:cNvContentPartPr/>
                <p14:nvPr/>
              </p14:nvContentPartPr>
              <p14:xfrm>
                <a:off x="4795488" y="4980024"/>
                <a:ext cx="336960" cy="30132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61DD972A-1859-35DA-51AB-EBD8A2F21517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786488" y="4971384"/>
                  <a:ext cx="35460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603496AC-6548-6814-02AC-184D2D710255}"/>
                    </a:ext>
                  </a:extLst>
                </p14:cNvPr>
                <p14:cNvContentPartPr/>
                <p14:nvPr/>
              </p14:nvContentPartPr>
              <p14:xfrm>
                <a:off x="5237568" y="4936104"/>
                <a:ext cx="135360" cy="2624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603496AC-6548-6814-02AC-184D2D71025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228928" y="4927104"/>
                  <a:ext cx="15300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8943F349-7E55-AC3B-7F48-0F27F89E6CB1}"/>
                    </a:ext>
                  </a:extLst>
                </p14:cNvPr>
                <p14:cNvContentPartPr/>
                <p14:nvPr/>
              </p14:nvContentPartPr>
              <p14:xfrm>
                <a:off x="5425488" y="5082624"/>
                <a:ext cx="98640" cy="1551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8943F349-7E55-AC3B-7F48-0F27F89E6CB1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416848" y="5073624"/>
                  <a:ext cx="1162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D2337057-6C81-8394-D2BC-69AA0D26F320}"/>
                    </a:ext>
                  </a:extLst>
                </p14:cNvPr>
                <p14:cNvContentPartPr/>
                <p14:nvPr/>
              </p14:nvContentPartPr>
              <p14:xfrm>
                <a:off x="5538168" y="4957704"/>
                <a:ext cx="115560" cy="8316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D2337057-6C81-8394-D2BC-69AA0D26F32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529528" y="4949064"/>
                  <a:ext cx="133200" cy="100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3F5DFC06-0482-531A-2727-F0D801F52B9F}"/>
                  </a:ext>
                </a:extLst>
              </p14:cNvPr>
              <p14:cNvContentPartPr/>
              <p14:nvPr/>
            </p14:nvContentPartPr>
            <p14:xfrm>
              <a:off x="5995008" y="5014944"/>
              <a:ext cx="141120" cy="6516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3F5DFC06-0482-531A-2727-F0D801F52B9F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5986368" y="5006304"/>
                <a:ext cx="158760" cy="82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8" name="Group 267">
            <a:extLst>
              <a:ext uri="{FF2B5EF4-FFF2-40B4-BE49-F238E27FC236}">
                <a16:creationId xmlns:a16="http://schemas.microsoft.com/office/drawing/2014/main" id="{52481A12-0E04-D5E7-458E-F5C06A4A35F7}"/>
              </a:ext>
            </a:extLst>
          </p:cNvPr>
          <p:cNvGrpSpPr/>
          <p:nvPr/>
        </p:nvGrpSpPr>
        <p:grpSpPr>
          <a:xfrm>
            <a:off x="6405048" y="4766904"/>
            <a:ext cx="959760" cy="411120"/>
            <a:chOff x="6405048" y="4766904"/>
            <a:chExt cx="959760" cy="41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51ED31D3-55B8-9D65-6475-72AB3F86A3FB}"/>
                    </a:ext>
                  </a:extLst>
                </p14:cNvPr>
                <p14:cNvContentPartPr/>
                <p14:nvPr/>
              </p14:nvContentPartPr>
              <p14:xfrm>
                <a:off x="6405048" y="4839624"/>
                <a:ext cx="48600" cy="2624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51ED31D3-55B8-9D65-6475-72AB3F86A3FB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396048" y="4830984"/>
                  <a:ext cx="6624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577E1FFB-3E7B-305D-2F1E-EBBD983777CF}"/>
                    </a:ext>
                  </a:extLst>
                </p14:cNvPr>
                <p14:cNvContentPartPr/>
                <p14:nvPr/>
              </p14:nvContentPartPr>
              <p14:xfrm>
                <a:off x="6409008" y="4950144"/>
                <a:ext cx="272520" cy="6480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577E1FFB-3E7B-305D-2F1E-EBBD983777CF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400368" y="4941144"/>
                  <a:ext cx="29016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9509EA8C-1A69-7DEB-CBF6-F61219EC1751}"/>
                    </a:ext>
                  </a:extLst>
                </p14:cNvPr>
                <p14:cNvContentPartPr/>
                <p14:nvPr/>
              </p14:nvContentPartPr>
              <p14:xfrm>
                <a:off x="6634008" y="4766904"/>
                <a:ext cx="712440" cy="4111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9509EA8C-1A69-7DEB-CBF6-F61219EC1751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625008" y="4757904"/>
                  <a:ext cx="73008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F7951924-DE49-5EFF-0B66-B088457EFE60}"/>
                    </a:ext>
                  </a:extLst>
                </p14:cNvPr>
                <p14:cNvContentPartPr/>
                <p14:nvPr/>
              </p14:nvContentPartPr>
              <p14:xfrm>
                <a:off x="7310448" y="4878864"/>
                <a:ext cx="54360" cy="306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F7951924-DE49-5EFF-0B66-B088457EFE60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301808" y="4870224"/>
                  <a:ext cx="72000" cy="4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4B2598EF-C74F-9598-12E5-17A92CE27F3E}"/>
              </a:ext>
            </a:extLst>
          </p:cNvPr>
          <p:cNvGrpSpPr/>
          <p:nvPr/>
        </p:nvGrpSpPr>
        <p:grpSpPr>
          <a:xfrm>
            <a:off x="7798968" y="4698144"/>
            <a:ext cx="681480" cy="230400"/>
            <a:chOff x="7798968" y="4698144"/>
            <a:chExt cx="681480" cy="23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B5CAEDC4-DAF8-32A4-ADB9-2FE09C057347}"/>
                    </a:ext>
                  </a:extLst>
                </p14:cNvPr>
                <p14:cNvContentPartPr/>
                <p14:nvPr/>
              </p14:nvContentPartPr>
              <p14:xfrm>
                <a:off x="7798968" y="4805064"/>
                <a:ext cx="263160" cy="1234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B5CAEDC4-DAF8-32A4-ADB9-2FE09C05734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789968" y="4796064"/>
                  <a:ext cx="2808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59DB1F08-56ED-6EBA-A9CF-2906AAF940F2}"/>
                    </a:ext>
                  </a:extLst>
                </p14:cNvPr>
                <p14:cNvContentPartPr/>
                <p14:nvPr/>
              </p14:nvContentPartPr>
              <p14:xfrm>
                <a:off x="8142768" y="4802184"/>
                <a:ext cx="39960" cy="684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59DB1F08-56ED-6EBA-A9CF-2906AAF940F2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133768" y="4793544"/>
                  <a:ext cx="5760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F5C59DB8-8D43-F62F-0205-598EA00BAF5B}"/>
                    </a:ext>
                  </a:extLst>
                </p14:cNvPr>
                <p14:cNvContentPartPr/>
                <p14:nvPr/>
              </p14:nvContentPartPr>
              <p14:xfrm>
                <a:off x="8248608" y="4698144"/>
                <a:ext cx="231840" cy="15120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F5C59DB8-8D43-F62F-0205-598EA00BAF5B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239608" y="4689144"/>
                  <a:ext cx="249480" cy="168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73" name="Ink 272">
                <a:extLst>
                  <a:ext uri="{FF2B5EF4-FFF2-40B4-BE49-F238E27FC236}">
                    <a16:creationId xmlns:a16="http://schemas.microsoft.com/office/drawing/2014/main" id="{0E62F6D3-A5CE-0AAA-3BC0-B7DD6CF5EB67}"/>
                  </a:ext>
                </a:extLst>
              </p14:cNvPr>
              <p14:cNvContentPartPr/>
              <p14:nvPr/>
            </p14:nvContentPartPr>
            <p14:xfrm>
              <a:off x="8757648" y="4689864"/>
              <a:ext cx="140760" cy="176040"/>
            </p14:xfrm>
          </p:contentPart>
        </mc:Choice>
        <mc:Fallback xmlns="">
          <p:pic>
            <p:nvPicPr>
              <p:cNvPr id="273" name="Ink 272">
                <a:extLst>
                  <a:ext uri="{FF2B5EF4-FFF2-40B4-BE49-F238E27FC236}">
                    <a16:creationId xmlns:a16="http://schemas.microsoft.com/office/drawing/2014/main" id="{0E62F6D3-A5CE-0AAA-3BC0-B7DD6CF5EB67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8748648" y="4681224"/>
                <a:ext cx="158400" cy="193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8" name="Group 277">
            <a:extLst>
              <a:ext uri="{FF2B5EF4-FFF2-40B4-BE49-F238E27FC236}">
                <a16:creationId xmlns:a16="http://schemas.microsoft.com/office/drawing/2014/main" id="{A64F97E8-A46A-F3EF-70F2-101AEF4ECDC1}"/>
              </a:ext>
            </a:extLst>
          </p:cNvPr>
          <p:cNvGrpSpPr/>
          <p:nvPr/>
        </p:nvGrpSpPr>
        <p:grpSpPr>
          <a:xfrm>
            <a:off x="9105768" y="4614624"/>
            <a:ext cx="308880" cy="239040"/>
            <a:chOff x="9105768" y="4614624"/>
            <a:chExt cx="308880" cy="23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3CE1C28D-377A-EF2A-70EF-DFB13043B878}"/>
                    </a:ext>
                  </a:extLst>
                </p14:cNvPr>
                <p14:cNvContentPartPr/>
                <p14:nvPr/>
              </p14:nvContentPartPr>
              <p14:xfrm>
                <a:off x="9169488" y="4640184"/>
                <a:ext cx="173880" cy="21348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3CE1C28D-377A-EF2A-70EF-DFB13043B87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160848" y="4631184"/>
                  <a:ext cx="1915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8B3B67F6-D1C7-A510-5698-69549FB7173C}"/>
                    </a:ext>
                  </a:extLst>
                </p14:cNvPr>
                <p14:cNvContentPartPr/>
                <p14:nvPr/>
              </p14:nvContentPartPr>
              <p14:xfrm>
                <a:off x="9105768" y="4779864"/>
                <a:ext cx="17640" cy="540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8B3B67F6-D1C7-A510-5698-69549FB7173C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097128" y="4771224"/>
                  <a:ext cx="3528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FFF4E7DE-B041-7108-6148-BF7C51FF58BB}"/>
                    </a:ext>
                  </a:extLst>
                </p14:cNvPr>
                <p14:cNvContentPartPr/>
                <p14:nvPr/>
              </p14:nvContentPartPr>
              <p14:xfrm>
                <a:off x="9119448" y="4614624"/>
                <a:ext cx="49680" cy="331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FFF4E7DE-B041-7108-6148-BF7C51FF58B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110448" y="4605624"/>
                  <a:ext cx="6732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EDA9E659-989C-203E-6672-67500689605F}"/>
                    </a:ext>
                  </a:extLst>
                </p14:cNvPr>
                <p14:cNvContentPartPr/>
                <p14:nvPr/>
              </p14:nvContentPartPr>
              <p14:xfrm>
                <a:off x="9360288" y="4723344"/>
                <a:ext cx="54360" cy="918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EDA9E659-989C-203E-6672-67500689605F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351648" y="4714704"/>
                  <a:ext cx="72000" cy="10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E3A56177-29F5-870C-F122-BDD8708CA211}"/>
              </a:ext>
            </a:extLst>
          </p:cNvPr>
          <p:cNvGrpSpPr/>
          <p:nvPr/>
        </p:nvGrpSpPr>
        <p:grpSpPr>
          <a:xfrm>
            <a:off x="9748008" y="4616424"/>
            <a:ext cx="843840" cy="236520"/>
            <a:chOff x="9748008" y="4616424"/>
            <a:chExt cx="843840" cy="23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014C6FCB-540A-DC72-C4D1-F272802F9F5D}"/>
                    </a:ext>
                  </a:extLst>
                </p14:cNvPr>
                <p14:cNvContentPartPr/>
                <p14:nvPr/>
              </p14:nvContentPartPr>
              <p14:xfrm>
                <a:off x="9748008" y="4631184"/>
                <a:ext cx="236880" cy="2217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014C6FCB-540A-DC72-C4D1-F272802F9F5D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739008" y="4622184"/>
                  <a:ext cx="2545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B855A753-F718-A5EC-AE68-F4137C7F0837}"/>
                    </a:ext>
                  </a:extLst>
                </p14:cNvPr>
                <p14:cNvContentPartPr/>
                <p14:nvPr/>
              </p14:nvContentPartPr>
              <p14:xfrm>
                <a:off x="10042848" y="4634424"/>
                <a:ext cx="348480" cy="17172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B855A753-F718-A5EC-AE68-F4137C7F0837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033848" y="4625424"/>
                  <a:ext cx="3661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D491D2DF-9648-1BAC-B980-AC53ECCED141}"/>
                    </a:ext>
                  </a:extLst>
                </p14:cNvPr>
                <p14:cNvContentPartPr/>
                <p14:nvPr/>
              </p14:nvContentPartPr>
              <p14:xfrm>
                <a:off x="10501488" y="4616424"/>
                <a:ext cx="14760" cy="13644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D491D2DF-9648-1BAC-B980-AC53ECCED141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492848" y="4607424"/>
                  <a:ext cx="3240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6FB406BC-604F-8E7A-1013-634C0FB6020A}"/>
                    </a:ext>
                  </a:extLst>
                </p14:cNvPr>
                <p14:cNvContentPartPr/>
                <p14:nvPr/>
              </p14:nvContentPartPr>
              <p14:xfrm>
                <a:off x="10275408" y="4678704"/>
                <a:ext cx="316440" cy="450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6FB406BC-604F-8E7A-1013-634C0FB6020A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266768" y="4670064"/>
                  <a:ext cx="334080" cy="6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CF8F681C-58DF-78B1-87FC-6525124A6414}"/>
              </a:ext>
            </a:extLst>
          </p:cNvPr>
          <p:cNvGrpSpPr/>
          <p:nvPr/>
        </p:nvGrpSpPr>
        <p:grpSpPr>
          <a:xfrm>
            <a:off x="10830168" y="4494024"/>
            <a:ext cx="774360" cy="264600"/>
            <a:chOff x="10830168" y="4494024"/>
            <a:chExt cx="774360" cy="26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F620BED6-2E60-D255-23D2-3FAD492E455E}"/>
                    </a:ext>
                  </a:extLst>
                </p14:cNvPr>
                <p14:cNvContentPartPr/>
                <p14:nvPr/>
              </p14:nvContentPartPr>
              <p14:xfrm>
                <a:off x="10830168" y="4640184"/>
                <a:ext cx="172440" cy="1184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F620BED6-2E60-D255-23D2-3FAD492E455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821528" y="4631544"/>
                  <a:ext cx="19008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BE9DD82C-3F37-75AC-D9E8-AB2DE3D1CF17}"/>
                    </a:ext>
                  </a:extLst>
                </p14:cNvPr>
                <p14:cNvContentPartPr/>
                <p14:nvPr/>
              </p14:nvContentPartPr>
              <p14:xfrm>
                <a:off x="11097648" y="4654584"/>
                <a:ext cx="61560" cy="6804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BE9DD82C-3F37-75AC-D9E8-AB2DE3D1CF17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1088648" y="4645944"/>
                  <a:ext cx="792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5D099168-D84A-7904-BBFB-6D39A841EA96}"/>
                    </a:ext>
                  </a:extLst>
                </p14:cNvPr>
                <p14:cNvContentPartPr/>
                <p14:nvPr/>
              </p14:nvContentPartPr>
              <p14:xfrm>
                <a:off x="11254248" y="4494024"/>
                <a:ext cx="221760" cy="23976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5D099168-D84A-7904-BBFB-6D39A841EA9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1245248" y="4485024"/>
                  <a:ext cx="23940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35391209-E24A-851E-3B9D-71F4D3957C18}"/>
                    </a:ext>
                  </a:extLst>
                </p14:cNvPr>
                <p14:cNvContentPartPr/>
                <p14:nvPr/>
              </p14:nvContentPartPr>
              <p14:xfrm>
                <a:off x="11550168" y="4709304"/>
                <a:ext cx="54360" cy="151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35391209-E24A-851E-3B9D-71F4D3957C1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1541168" y="4700304"/>
                  <a:ext cx="7200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2F74094-50F7-3B99-FDAD-01CB62C75233}"/>
              </a:ext>
            </a:extLst>
          </p:cNvPr>
          <p:cNvGrpSpPr/>
          <p:nvPr/>
        </p:nvGrpSpPr>
        <p:grpSpPr>
          <a:xfrm>
            <a:off x="4851288" y="5719824"/>
            <a:ext cx="532440" cy="355680"/>
            <a:chOff x="4851288" y="5719824"/>
            <a:chExt cx="532440" cy="35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5D096AF3-D86A-0D98-D3D5-45E84F7B7BC5}"/>
                    </a:ext>
                  </a:extLst>
                </p14:cNvPr>
                <p14:cNvContentPartPr/>
                <p14:nvPr/>
              </p14:nvContentPartPr>
              <p14:xfrm>
                <a:off x="4851288" y="5719824"/>
                <a:ext cx="243720" cy="3556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5D096AF3-D86A-0D98-D3D5-45E84F7B7BC5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4842288" y="5710824"/>
                  <a:ext cx="26136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E24DEDC6-CAFD-4E1E-6E7B-102BB9679EEB}"/>
                    </a:ext>
                  </a:extLst>
                </p14:cNvPr>
                <p14:cNvContentPartPr/>
                <p14:nvPr/>
              </p14:nvContentPartPr>
              <p14:xfrm>
                <a:off x="5227128" y="5839344"/>
                <a:ext cx="156600" cy="8892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E24DEDC6-CAFD-4E1E-6E7B-102BB9679EEB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218488" y="5830344"/>
                  <a:ext cx="174240" cy="106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91" name="Ink 290">
                <a:extLst>
                  <a:ext uri="{FF2B5EF4-FFF2-40B4-BE49-F238E27FC236}">
                    <a16:creationId xmlns:a16="http://schemas.microsoft.com/office/drawing/2014/main" id="{F0D0A300-A4A3-7DA6-9549-4486A94CAF84}"/>
                  </a:ext>
                </a:extLst>
              </p14:cNvPr>
              <p14:cNvContentPartPr/>
              <p14:nvPr/>
            </p14:nvContentPartPr>
            <p14:xfrm>
              <a:off x="5735088" y="5739264"/>
              <a:ext cx="383400" cy="132120"/>
            </p14:xfrm>
          </p:contentPart>
        </mc:Choice>
        <mc:Fallback xmlns="">
          <p:pic>
            <p:nvPicPr>
              <p:cNvPr id="291" name="Ink 290">
                <a:extLst>
                  <a:ext uri="{FF2B5EF4-FFF2-40B4-BE49-F238E27FC236}">
                    <a16:creationId xmlns:a16="http://schemas.microsoft.com/office/drawing/2014/main" id="{F0D0A300-A4A3-7DA6-9549-4486A94CAF84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5726448" y="5730264"/>
                <a:ext cx="401040" cy="149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4" name="Group 313">
            <a:extLst>
              <a:ext uri="{FF2B5EF4-FFF2-40B4-BE49-F238E27FC236}">
                <a16:creationId xmlns:a16="http://schemas.microsoft.com/office/drawing/2014/main" id="{C3D8B3C4-1FA2-FE7D-3EE9-9CBEE982DB7B}"/>
              </a:ext>
            </a:extLst>
          </p:cNvPr>
          <p:cNvGrpSpPr/>
          <p:nvPr/>
        </p:nvGrpSpPr>
        <p:grpSpPr>
          <a:xfrm>
            <a:off x="9577008" y="5402664"/>
            <a:ext cx="322920" cy="129960"/>
            <a:chOff x="9577008" y="5402664"/>
            <a:chExt cx="322920" cy="12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98763854-2089-4100-EE9E-955A018EF9D4}"/>
                    </a:ext>
                  </a:extLst>
                </p14:cNvPr>
                <p14:cNvContentPartPr/>
                <p14:nvPr/>
              </p14:nvContentPartPr>
              <p14:xfrm>
                <a:off x="9577008" y="5436504"/>
                <a:ext cx="135000" cy="630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98763854-2089-4100-EE9E-955A018EF9D4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568008" y="5427864"/>
                  <a:ext cx="15264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622BF387-F539-273A-EC3A-1AA1F5910026}"/>
                    </a:ext>
                  </a:extLst>
                </p14:cNvPr>
                <p14:cNvContentPartPr/>
                <p14:nvPr/>
              </p14:nvContentPartPr>
              <p14:xfrm>
                <a:off x="9582408" y="5402664"/>
                <a:ext cx="317520" cy="12996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622BF387-F539-273A-EC3A-1AA1F591002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573768" y="5393664"/>
                  <a:ext cx="335160" cy="147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306" name="Ink 305">
                <a:extLst>
                  <a:ext uri="{FF2B5EF4-FFF2-40B4-BE49-F238E27FC236}">
                    <a16:creationId xmlns:a16="http://schemas.microsoft.com/office/drawing/2014/main" id="{5E8EB56D-BD77-8FF5-E38D-D8DAF4FF0C82}"/>
                  </a:ext>
                </a:extLst>
              </p14:cNvPr>
              <p14:cNvContentPartPr/>
              <p14:nvPr/>
            </p14:nvContentPartPr>
            <p14:xfrm>
              <a:off x="10186128" y="5351904"/>
              <a:ext cx="79920" cy="47520"/>
            </p14:xfrm>
          </p:contentPart>
        </mc:Choice>
        <mc:Fallback xmlns="">
          <p:pic>
            <p:nvPicPr>
              <p:cNvPr id="306" name="Ink 305">
                <a:extLst>
                  <a:ext uri="{FF2B5EF4-FFF2-40B4-BE49-F238E27FC236}">
                    <a16:creationId xmlns:a16="http://schemas.microsoft.com/office/drawing/2014/main" id="{5E8EB56D-BD77-8FF5-E38D-D8DAF4FF0C82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10177128" y="5342904"/>
                <a:ext cx="97560" cy="651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3" name="Group 312">
            <a:extLst>
              <a:ext uri="{FF2B5EF4-FFF2-40B4-BE49-F238E27FC236}">
                <a16:creationId xmlns:a16="http://schemas.microsoft.com/office/drawing/2014/main" id="{740D85F7-CF61-6114-073D-7BD743088E9A}"/>
              </a:ext>
            </a:extLst>
          </p:cNvPr>
          <p:cNvGrpSpPr/>
          <p:nvPr/>
        </p:nvGrpSpPr>
        <p:grpSpPr>
          <a:xfrm>
            <a:off x="10585008" y="5096304"/>
            <a:ext cx="1394280" cy="461880"/>
            <a:chOff x="10585008" y="5096304"/>
            <a:chExt cx="1394280" cy="46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CEB6DCDE-0BF7-3B38-483F-7A530D9D8A26}"/>
                    </a:ext>
                  </a:extLst>
                </p14:cNvPr>
                <p14:cNvContentPartPr/>
                <p14:nvPr/>
              </p14:nvContentPartPr>
              <p14:xfrm>
                <a:off x="10585008" y="5096304"/>
                <a:ext cx="639000" cy="46188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CEB6DCDE-0BF7-3B38-483F-7A530D9D8A26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576368" y="5087664"/>
                  <a:ext cx="656640" cy="47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01D9B5A4-A5F3-9A3F-2621-4676A359D781}"/>
                    </a:ext>
                  </a:extLst>
                </p14:cNvPr>
                <p14:cNvContentPartPr/>
                <p14:nvPr/>
              </p14:nvContentPartPr>
              <p14:xfrm>
                <a:off x="10809288" y="5170104"/>
                <a:ext cx="568800" cy="14400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01D9B5A4-A5F3-9A3F-2621-4676A359D781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800288" y="5161104"/>
                  <a:ext cx="5864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669A5694-9410-0049-6F66-2EF807499EF6}"/>
                    </a:ext>
                  </a:extLst>
                </p14:cNvPr>
                <p14:cNvContentPartPr/>
                <p14:nvPr/>
              </p14:nvContentPartPr>
              <p14:xfrm>
                <a:off x="11446488" y="5223744"/>
                <a:ext cx="105480" cy="6048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669A5694-9410-0049-6F66-2EF807499EF6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437848" y="5214744"/>
                  <a:ext cx="1231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6FAC5928-DAF1-40B5-38F6-0A558FB46AAF}"/>
                    </a:ext>
                  </a:extLst>
                </p14:cNvPr>
                <p14:cNvContentPartPr/>
                <p14:nvPr/>
              </p14:nvContentPartPr>
              <p14:xfrm>
                <a:off x="11616408" y="5193144"/>
                <a:ext cx="31680" cy="5004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6FAC5928-DAF1-40B5-38F6-0A558FB46AAF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607768" y="5184504"/>
                  <a:ext cx="493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1536AD3E-1F3F-872B-3AB6-1FC5B7A7F2A5}"/>
                    </a:ext>
                  </a:extLst>
                </p14:cNvPr>
                <p14:cNvContentPartPr/>
                <p14:nvPr/>
              </p14:nvContentPartPr>
              <p14:xfrm>
                <a:off x="11699568" y="5129784"/>
                <a:ext cx="119160" cy="15372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1536AD3E-1F3F-872B-3AB6-1FC5B7A7F2A5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1690928" y="5120784"/>
                  <a:ext cx="1368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B717C8B9-D988-1C39-9FDA-0A535E53B6A5}"/>
                    </a:ext>
                  </a:extLst>
                </p14:cNvPr>
                <p14:cNvContentPartPr/>
                <p14:nvPr/>
              </p14:nvContentPartPr>
              <p14:xfrm>
                <a:off x="11959488" y="5249664"/>
                <a:ext cx="19800" cy="273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B717C8B9-D988-1C39-9FDA-0A535E53B6A5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1950488" y="5240664"/>
                  <a:ext cx="3744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E10C0676-2D76-866E-F224-95BE7E861104}"/>
              </a:ext>
            </a:extLst>
          </p:cNvPr>
          <p:cNvGrpSpPr/>
          <p:nvPr/>
        </p:nvGrpSpPr>
        <p:grpSpPr>
          <a:xfrm>
            <a:off x="6563808" y="5346504"/>
            <a:ext cx="2659680" cy="688680"/>
            <a:chOff x="6563808" y="5346504"/>
            <a:chExt cx="2659680" cy="68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9CEC8675-7B3F-4C55-D749-9B7023C896F5}"/>
                    </a:ext>
                  </a:extLst>
                </p14:cNvPr>
                <p14:cNvContentPartPr/>
                <p14:nvPr/>
              </p14:nvContentPartPr>
              <p14:xfrm>
                <a:off x="6563808" y="5463504"/>
                <a:ext cx="500040" cy="31212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9CEC8675-7B3F-4C55-D749-9B7023C896F5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554808" y="5454864"/>
                  <a:ext cx="51768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1914241D-7914-7E05-69E7-379764EBD567}"/>
                    </a:ext>
                  </a:extLst>
                </p14:cNvPr>
                <p14:cNvContentPartPr/>
                <p14:nvPr/>
              </p14:nvContentPartPr>
              <p14:xfrm>
                <a:off x="7152408" y="5622984"/>
                <a:ext cx="63720" cy="230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1914241D-7914-7E05-69E7-379764EBD567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143408" y="5614344"/>
                  <a:ext cx="8136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AF23F6D8-5B4E-6E45-4B90-58C70354C58A}"/>
                    </a:ext>
                  </a:extLst>
                </p14:cNvPr>
                <p14:cNvContentPartPr/>
                <p14:nvPr/>
              </p14:nvContentPartPr>
              <p14:xfrm>
                <a:off x="7283808" y="5586624"/>
                <a:ext cx="104400" cy="619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AF23F6D8-5B4E-6E45-4B90-58C70354C58A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274808" y="5577624"/>
                  <a:ext cx="12204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B04C8056-6491-6395-1620-E57BBA3E8A5C}"/>
                    </a:ext>
                  </a:extLst>
                </p14:cNvPr>
                <p14:cNvContentPartPr/>
                <p14:nvPr/>
              </p14:nvContentPartPr>
              <p14:xfrm>
                <a:off x="7823808" y="5474304"/>
                <a:ext cx="84600" cy="6876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B04C8056-6491-6395-1620-E57BBA3E8A5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814808" y="5465664"/>
                  <a:ext cx="1022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C64A9DA6-2ECB-02FB-AEE9-47BB001FCAA4}"/>
                    </a:ext>
                  </a:extLst>
                </p14:cNvPr>
                <p14:cNvContentPartPr/>
                <p14:nvPr/>
              </p14:nvContentPartPr>
              <p14:xfrm>
                <a:off x="8060688" y="5403384"/>
                <a:ext cx="406440" cy="22284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C64A9DA6-2ECB-02FB-AEE9-47BB001FCAA4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051688" y="5394384"/>
                  <a:ext cx="42408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40774716-87D8-6141-82F3-71C8596045ED}"/>
                    </a:ext>
                  </a:extLst>
                </p14:cNvPr>
                <p14:cNvContentPartPr/>
                <p14:nvPr/>
              </p14:nvContentPartPr>
              <p14:xfrm>
                <a:off x="8504208" y="5352984"/>
                <a:ext cx="107640" cy="30384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40774716-87D8-6141-82F3-71C8596045ED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495568" y="5343984"/>
                  <a:ext cx="12528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9A1C899E-05F8-2756-43D2-9C51CE99344A}"/>
                    </a:ext>
                  </a:extLst>
                </p14:cNvPr>
                <p14:cNvContentPartPr/>
                <p14:nvPr/>
              </p14:nvContentPartPr>
              <p14:xfrm>
                <a:off x="8649288" y="5374224"/>
                <a:ext cx="149400" cy="14292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9A1C899E-05F8-2756-43D2-9C51CE99344A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8640648" y="5365224"/>
                  <a:ext cx="1670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D8D8B3E2-1F12-AB82-8B22-78E24B59D0DB}"/>
                    </a:ext>
                  </a:extLst>
                </p14:cNvPr>
                <p14:cNvContentPartPr/>
                <p14:nvPr/>
              </p14:nvContentPartPr>
              <p14:xfrm>
                <a:off x="8934768" y="5359464"/>
                <a:ext cx="97920" cy="1771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D8D8B3E2-1F12-AB82-8B22-78E24B59D0DB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8925768" y="5350464"/>
                  <a:ext cx="1155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C7323585-2263-C9AA-9C55-D6C8E48D02B0}"/>
                    </a:ext>
                  </a:extLst>
                </p14:cNvPr>
                <p14:cNvContentPartPr/>
                <p14:nvPr/>
              </p14:nvContentPartPr>
              <p14:xfrm>
                <a:off x="9143208" y="5346504"/>
                <a:ext cx="65160" cy="5796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C7323585-2263-C9AA-9C55-D6C8E48D02B0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134568" y="5337504"/>
                  <a:ext cx="8280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51FF1EAD-5FAA-2DE4-A87B-BFBAE8C0EA7B}"/>
                    </a:ext>
                  </a:extLst>
                </p14:cNvPr>
                <p14:cNvContentPartPr/>
                <p14:nvPr/>
              </p14:nvContentPartPr>
              <p14:xfrm>
                <a:off x="7121448" y="5858064"/>
                <a:ext cx="141840" cy="1771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51FF1EAD-5FAA-2DE4-A87B-BFBAE8C0EA7B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7112808" y="5849064"/>
                  <a:ext cx="1594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D97F3DB6-C2A5-48E5-9F84-82D108BA6EFB}"/>
                    </a:ext>
                  </a:extLst>
                </p14:cNvPr>
                <p14:cNvContentPartPr/>
                <p14:nvPr/>
              </p14:nvContentPartPr>
              <p14:xfrm>
                <a:off x="7475328" y="5850864"/>
                <a:ext cx="196200" cy="15480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D97F3DB6-C2A5-48E5-9F84-82D108BA6EFB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466688" y="5841864"/>
                  <a:ext cx="2138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AACE5085-5C2D-3F4E-75F1-AE986361D0A1}"/>
                    </a:ext>
                  </a:extLst>
                </p14:cNvPr>
                <p14:cNvContentPartPr/>
                <p14:nvPr/>
              </p14:nvContentPartPr>
              <p14:xfrm>
                <a:off x="7722648" y="5904144"/>
                <a:ext cx="60120" cy="2880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AACE5085-5C2D-3F4E-75F1-AE986361D0A1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713648" y="5895144"/>
                  <a:ext cx="777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BB4E1CE1-26C0-238E-E894-EE6EF5E45A0C}"/>
                    </a:ext>
                  </a:extLst>
                </p14:cNvPr>
                <p14:cNvContentPartPr/>
                <p14:nvPr/>
              </p14:nvContentPartPr>
              <p14:xfrm>
                <a:off x="7835688" y="5783544"/>
                <a:ext cx="251640" cy="16524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BB4E1CE1-26C0-238E-E894-EE6EF5E45A0C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826688" y="5774544"/>
                  <a:ext cx="2692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4EE05D5D-A977-0441-0ECD-9EDA6C6307A6}"/>
                    </a:ext>
                  </a:extLst>
                </p14:cNvPr>
                <p14:cNvContentPartPr/>
                <p14:nvPr/>
              </p14:nvContentPartPr>
              <p14:xfrm>
                <a:off x="8132328" y="5813424"/>
                <a:ext cx="30960" cy="11304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4EE05D5D-A977-0441-0ECD-9EDA6C6307A6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123688" y="5804424"/>
                  <a:ext cx="4860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BA8B3F63-8AFF-C55E-5E58-14AFD981C830}"/>
                    </a:ext>
                  </a:extLst>
                </p14:cNvPr>
                <p14:cNvContentPartPr/>
                <p14:nvPr/>
              </p14:nvContentPartPr>
              <p14:xfrm>
                <a:off x="7906608" y="5794704"/>
                <a:ext cx="177840" cy="738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BA8B3F63-8AFF-C55E-5E58-14AFD981C830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897608" y="5785704"/>
                  <a:ext cx="19548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2FA505B4-E8BF-D36D-A73A-3065F46492B5}"/>
                    </a:ext>
                  </a:extLst>
                </p14:cNvPr>
                <p14:cNvContentPartPr/>
                <p14:nvPr/>
              </p14:nvContentPartPr>
              <p14:xfrm>
                <a:off x="8441928" y="5838264"/>
                <a:ext cx="185760" cy="835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2FA505B4-E8BF-D36D-A73A-3065F46492B5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433288" y="5829624"/>
                  <a:ext cx="20340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4A602AF5-68EE-C13A-DB5B-9BBCEE6E12AA}"/>
                    </a:ext>
                  </a:extLst>
                </p14:cNvPr>
                <p14:cNvContentPartPr/>
                <p14:nvPr/>
              </p14:nvContentPartPr>
              <p14:xfrm>
                <a:off x="8668008" y="5799024"/>
                <a:ext cx="9000" cy="10908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4A602AF5-68EE-C13A-DB5B-9BBCEE6E12AA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659368" y="5790384"/>
                  <a:ext cx="2664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E17ADFCD-FCA6-4A72-7FB6-DF163FB6719C}"/>
                    </a:ext>
                  </a:extLst>
                </p14:cNvPr>
                <p14:cNvContentPartPr/>
                <p14:nvPr/>
              </p14:nvContentPartPr>
              <p14:xfrm>
                <a:off x="8687808" y="5836464"/>
                <a:ext cx="16560" cy="1836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E17ADFCD-FCA6-4A72-7FB6-DF163FB6719C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679168" y="5827464"/>
                  <a:ext cx="342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C1FFE4B6-1ED3-F7FF-B221-BC3D42486AB5}"/>
                    </a:ext>
                  </a:extLst>
                </p14:cNvPr>
                <p14:cNvContentPartPr/>
                <p14:nvPr/>
              </p14:nvContentPartPr>
              <p14:xfrm>
                <a:off x="8670168" y="5718384"/>
                <a:ext cx="19800" cy="410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C1FFE4B6-1ED3-F7FF-B221-BC3D42486AB5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8661168" y="5709744"/>
                  <a:ext cx="3744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D16D4223-8B45-BA14-5680-E27012D62D6B}"/>
                    </a:ext>
                  </a:extLst>
                </p14:cNvPr>
                <p14:cNvContentPartPr/>
                <p14:nvPr/>
              </p14:nvContentPartPr>
              <p14:xfrm>
                <a:off x="8754408" y="5832864"/>
                <a:ext cx="52200" cy="4356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D16D4223-8B45-BA14-5680-E27012D62D6B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8745408" y="5824224"/>
                  <a:ext cx="6984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C58C4843-EF6B-CFE9-A2A9-67E217DEAC1F}"/>
                    </a:ext>
                  </a:extLst>
                </p14:cNvPr>
                <p14:cNvContentPartPr/>
                <p14:nvPr/>
              </p14:nvContentPartPr>
              <p14:xfrm>
                <a:off x="8907048" y="5705424"/>
                <a:ext cx="140760" cy="1324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C58C4843-EF6B-CFE9-A2A9-67E217DEAC1F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8898408" y="5696424"/>
                  <a:ext cx="1584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D7F53773-0B12-9D56-5D9A-029CDE448B18}"/>
                    </a:ext>
                  </a:extLst>
                </p14:cNvPr>
                <p14:cNvContentPartPr/>
                <p14:nvPr/>
              </p14:nvContentPartPr>
              <p14:xfrm>
                <a:off x="9140688" y="5743944"/>
                <a:ext cx="82800" cy="388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D7F53773-0B12-9D56-5D9A-029CDE448B18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9131688" y="5734944"/>
                  <a:ext cx="100440" cy="56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329" name="Ink 328">
                <a:extLst>
                  <a:ext uri="{FF2B5EF4-FFF2-40B4-BE49-F238E27FC236}">
                    <a16:creationId xmlns:a16="http://schemas.microsoft.com/office/drawing/2014/main" id="{960D8168-DC05-3EB8-3AA4-83687A618886}"/>
                  </a:ext>
                </a:extLst>
              </p14:cNvPr>
              <p14:cNvContentPartPr/>
              <p14:nvPr/>
            </p14:nvContentPartPr>
            <p14:xfrm>
              <a:off x="9712728" y="5661864"/>
              <a:ext cx="174960" cy="265320"/>
            </p14:xfrm>
          </p:contentPart>
        </mc:Choice>
        <mc:Fallback xmlns="">
          <p:pic>
            <p:nvPicPr>
              <p:cNvPr id="329" name="Ink 328">
                <a:extLst>
                  <a:ext uri="{FF2B5EF4-FFF2-40B4-BE49-F238E27FC236}">
                    <a16:creationId xmlns:a16="http://schemas.microsoft.com/office/drawing/2014/main" id="{960D8168-DC05-3EB8-3AA4-83687A618886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9704088" y="5652864"/>
                <a:ext cx="192600" cy="282960"/>
              </a:xfrm>
              <a:prstGeom prst="rect">
                <a:avLst/>
              </a:prstGeom>
            </p:spPr>
          </p:pic>
        </mc:Fallback>
      </mc:AlternateContent>
      <p:grpSp>
        <p:nvGrpSpPr>
          <p:cNvPr id="334" name="Group 333">
            <a:extLst>
              <a:ext uri="{FF2B5EF4-FFF2-40B4-BE49-F238E27FC236}">
                <a16:creationId xmlns:a16="http://schemas.microsoft.com/office/drawing/2014/main" id="{CE6D2749-90C0-3366-EAFF-222F62CB7FAB}"/>
              </a:ext>
            </a:extLst>
          </p:cNvPr>
          <p:cNvGrpSpPr/>
          <p:nvPr/>
        </p:nvGrpSpPr>
        <p:grpSpPr>
          <a:xfrm>
            <a:off x="10172808" y="5640264"/>
            <a:ext cx="439920" cy="257040"/>
            <a:chOff x="10172808" y="5640264"/>
            <a:chExt cx="439920" cy="25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AAFB3CC5-C119-D563-72BE-6DC3E44416D0}"/>
                    </a:ext>
                  </a:extLst>
                </p14:cNvPr>
                <p14:cNvContentPartPr/>
                <p14:nvPr/>
              </p14:nvContentPartPr>
              <p14:xfrm>
                <a:off x="10172808" y="5662584"/>
                <a:ext cx="121680" cy="11952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AAFB3CC5-C119-D563-72BE-6DC3E44416D0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0164168" y="5653944"/>
                  <a:ext cx="1393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1B73BC2E-0A29-5DAC-6F29-759A26324AA6}"/>
                    </a:ext>
                  </a:extLst>
                </p14:cNvPr>
                <p14:cNvContentPartPr/>
                <p14:nvPr/>
              </p14:nvContentPartPr>
              <p14:xfrm>
                <a:off x="10310688" y="5640264"/>
                <a:ext cx="2160" cy="1152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1B73BC2E-0A29-5DAC-6F29-759A26324AA6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0302048" y="5631624"/>
                  <a:ext cx="1980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89DA746F-9449-4C16-05D4-3972B75D57DC}"/>
                    </a:ext>
                  </a:extLst>
                </p14:cNvPr>
                <p14:cNvContentPartPr/>
                <p14:nvPr/>
              </p14:nvContentPartPr>
              <p14:xfrm>
                <a:off x="10380528" y="5659704"/>
                <a:ext cx="232200" cy="2376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89DA746F-9449-4C16-05D4-3972B75D57DC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0371888" y="5651064"/>
                  <a:ext cx="249840" cy="25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333" name="Ink 332">
                <a:extLst>
                  <a:ext uri="{FF2B5EF4-FFF2-40B4-BE49-F238E27FC236}">
                    <a16:creationId xmlns:a16="http://schemas.microsoft.com/office/drawing/2014/main" id="{BA8B2ECF-9B8C-EB34-56A8-046FFDD30DB0}"/>
                  </a:ext>
                </a:extLst>
              </p14:cNvPr>
              <p14:cNvContentPartPr/>
              <p14:nvPr/>
            </p14:nvContentPartPr>
            <p14:xfrm>
              <a:off x="10798488" y="5618664"/>
              <a:ext cx="270720" cy="137520"/>
            </p14:xfrm>
          </p:contentPart>
        </mc:Choice>
        <mc:Fallback xmlns="">
          <p:pic>
            <p:nvPicPr>
              <p:cNvPr id="333" name="Ink 332">
                <a:extLst>
                  <a:ext uri="{FF2B5EF4-FFF2-40B4-BE49-F238E27FC236}">
                    <a16:creationId xmlns:a16="http://schemas.microsoft.com/office/drawing/2014/main" id="{BA8B2ECF-9B8C-EB34-56A8-046FFDD30DB0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10789488" y="5610024"/>
                <a:ext cx="28836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335" name="Ink 334">
                <a:extLst>
                  <a:ext uri="{FF2B5EF4-FFF2-40B4-BE49-F238E27FC236}">
                    <a16:creationId xmlns:a16="http://schemas.microsoft.com/office/drawing/2014/main" id="{D92E364F-7321-E389-04FF-8F8C34333857}"/>
                  </a:ext>
                </a:extLst>
              </p14:cNvPr>
              <p14:cNvContentPartPr/>
              <p14:nvPr/>
            </p14:nvContentPartPr>
            <p14:xfrm>
              <a:off x="5718528" y="6311664"/>
              <a:ext cx="338400" cy="87120"/>
            </p14:xfrm>
          </p:contentPart>
        </mc:Choice>
        <mc:Fallback xmlns="">
          <p:pic>
            <p:nvPicPr>
              <p:cNvPr id="335" name="Ink 334">
                <a:extLst>
                  <a:ext uri="{FF2B5EF4-FFF2-40B4-BE49-F238E27FC236}">
                    <a16:creationId xmlns:a16="http://schemas.microsoft.com/office/drawing/2014/main" id="{D92E364F-7321-E389-04FF-8F8C34333857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5709888" y="6302664"/>
                <a:ext cx="35604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336" name="Ink 335">
                <a:extLst>
                  <a:ext uri="{FF2B5EF4-FFF2-40B4-BE49-F238E27FC236}">
                    <a16:creationId xmlns:a16="http://schemas.microsoft.com/office/drawing/2014/main" id="{0675377D-582B-66B7-F6CA-76EA273D53C2}"/>
                  </a:ext>
                </a:extLst>
              </p14:cNvPr>
              <p14:cNvContentPartPr/>
              <p14:nvPr/>
            </p14:nvContentPartPr>
            <p14:xfrm>
              <a:off x="6304248" y="6300504"/>
              <a:ext cx="353520" cy="285480"/>
            </p14:xfrm>
          </p:contentPart>
        </mc:Choice>
        <mc:Fallback xmlns="">
          <p:pic>
            <p:nvPicPr>
              <p:cNvPr id="336" name="Ink 335">
                <a:extLst>
                  <a:ext uri="{FF2B5EF4-FFF2-40B4-BE49-F238E27FC236}">
                    <a16:creationId xmlns:a16="http://schemas.microsoft.com/office/drawing/2014/main" id="{0675377D-582B-66B7-F6CA-76EA273D53C2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6295248" y="6291864"/>
                <a:ext cx="371160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337" name="Ink 336">
                <a:extLst>
                  <a:ext uri="{FF2B5EF4-FFF2-40B4-BE49-F238E27FC236}">
                    <a16:creationId xmlns:a16="http://schemas.microsoft.com/office/drawing/2014/main" id="{E9D9CD94-171B-A2EA-D35B-6AFBF5D25100}"/>
                  </a:ext>
                </a:extLst>
              </p14:cNvPr>
              <p14:cNvContentPartPr/>
              <p14:nvPr/>
            </p14:nvContentPartPr>
            <p14:xfrm>
              <a:off x="6660648" y="6360624"/>
              <a:ext cx="81000" cy="38880"/>
            </p14:xfrm>
          </p:contentPart>
        </mc:Choice>
        <mc:Fallback xmlns="">
          <p:pic>
            <p:nvPicPr>
              <p:cNvPr id="337" name="Ink 336">
                <a:extLst>
                  <a:ext uri="{FF2B5EF4-FFF2-40B4-BE49-F238E27FC236}">
                    <a16:creationId xmlns:a16="http://schemas.microsoft.com/office/drawing/2014/main" id="{E9D9CD94-171B-A2EA-D35B-6AFBF5D25100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6651648" y="6351984"/>
                <a:ext cx="9864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338" name="Ink 337">
                <a:extLst>
                  <a:ext uri="{FF2B5EF4-FFF2-40B4-BE49-F238E27FC236}">
                    <a16:creationId xmlns:a16="http://schemas.microsoft.com/office/drawing/2014/main" id="{D32E300F-43C8-AE65-A5B8-D26851A14F37}"/>
                  </a:ext>
                </a:extLst>
              </p14:cNvPr>
              <p14:cNvContentPartPr/>
              <p14:nvPr/>
            </p14:nvContentPartPr>
            <p14:xfrm>
              <a:off x="6925248" y="6305184"/>
              <a:ext cx="58320" cy="149040"/>
            </p14:xfrm>
          </p:contentPart>
        </mc:Choice>
        <mc:Fallback xmlns="">
          <p:pic>
            <p:nvPicPr>
              <p:cNvPr id="338" name="Ink 337">
                <a:extLst>
                  <a:ext uri="{FF2B5EF4-FFF2-40B4-BE49-F238E27FC236}">
                    <a16:creationId xmlns:a16="http://schemas.microsoft.com/office/drawing/2014/main" id="{D32E300F-43C8-AE65-A5B8-D26851A14F37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6916248" y="6296544"/>
                <a:ext cx="7596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339" name="Ink 338">
                <a:extLst>
                  <a:ext uri="{FF2B5EF4-FFF2-40B4-BE49-F238E27FC236}">
                    <a16:creationId xmlns:a16="http://schemas.microsoft.com/office/drawing/2014/main" id="{C0BD681C-35B9-F617-D4C8-653BA56D60AB}"/>
                  </a:ext>
                </a:extLst>
              </p14:cNvPr>
              <p14:cNvContentPartPr/>
              <p14:nvPr/>
            </p14:nvContentPartPr>
            <p14:xfrm>
              <a:off x="6946488" y="6274944"/>
              <a:ext cx="304920" cy="197640"/>
            </p14:xfrm>
          </p:contentPart>
        </mc:Choice>
        <mc:Fallback xmlns="">
          <p:pic>
            <p:nvPicPr>
              <p:cNvPr id="339" name="Ink 338">
                <a:extLst>
                  <a:ext uri="{FF2B5EF4-FFF2-40B4-BE49-F238E27FC236}">
                    <a16:creationId xmlns:a16="http://schemas.microsoft.com/office/drawing/2014/main" id="{C0BD681C-35B9-F617-D4C8-653BA56D60AB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6937848" y="6265944"/>
                <a:ext cx="32256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340" name="Ink 339">
                <a:extLst>
                  <a:ext uri="{FF2B5EF4-FFF2-40B4-BE49-F238E27FC236}">
                    <a16:creationId xmlns:a16="http://schemas.microsoft.com/office/drawing/2014/main" id="{6A5F5A2F-C3C6-BD7B-00E8-2C0DBCD9B985}"/>
                  </a:ext>
                </a:extLst>
              </p14:cNvPr>
              <p14:cNvContentPartPr/>
              <p14:nvPr/>
            </p14:nvContentPartPr>
            <p14:xfrm>
              <a:off x="7594848" y="6163704"/>
              <a:ext cx="233640" cy="397080"/>
            </p14:xfrm>
          </p:contentPart>
        </mc:Choice>
        <mc:Fallback xmlns="">
          <p:pic>
            <p:nvPicPr>
              <p:cNvPr id="340" name="Ink 339">
                <a:extLst>
                  <a:ext uri="{FF2B5EF4-FFF2-40B4-BE49-F238E27FC236}">
                    <a16:creationId xmlns:a16="http://schemas.microsoft.com/office/drawing/2014/main" id="{6A5F5A2F-C3C6-BD7B-00E8-2C0DBCD9B985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7586208" y="6154704"/>
                <a:ext cx="251280" cy="41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341" name="Ink 340">
                <a:extLst>
                  <a:ext uri="{FF2B5EF4-FFF2-40B4-BE49-F238E27FC236}">
                    <a16:creationId xmlns:a16="http://schemas.microsoft.com/office/drawing/2014/main" id="{13099D27-3BC9-A825-861B-F4BAD0A3254F}"/>
                  </a:ext>
                </a:extLst>
              </p14:cNvPr>
              <p14:cNvContentPartPr/>
              <p14:nvPr/>
            </p14:nvContentPartPr>
            <p14:xfrm>
              <a:off x="7930008" y="6150744"/>
              <a:ext cx="231120" cy="195840"/>
            </p14:xfrm>
          </p:contentPart>
        </mc:Choice>
        <mc:Fallback xmlns="">
          <p:pic>
            <p:nvPicPr>
              <p:cNvPr id="341" name="Ink 340">
                <a:extLst>
                  <a:ext uri="{FF2B5EF4-FFF2-40B4-BE49-F238E27FC236}">
                    <a16:creationId xmlns:a16="http://schemas.microsoft.com/office/drawing/2014/main" id="{13099D27-3BC9-A825-861B-F4BAD0A3254F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7921368" y="6141744"/>
                <a:ext cx="24876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8">
            <p14:nvContentPartPr>
              <p14:cNvPr id="342" name="Ink 341">
                <a:extLst>
                  <a:ext uri="{FF2B5EF4-FFF2-40B4-BE49-F238E27FC236}">
                    <a16:creationId xmlns:a16="http://schemas.microsoft.com/office/drawing/2014/main" id="{97E68C89-9B77-E58B-42E8-B26C7D346EE6}"/>
                  </a:ext>
                </a:extLst>
              </p14:cNvPr>
              <p14:cNvContentPartPr/>
              <p14:nvPr/>
            </p14:nvContentPartPr>
            <p14:xfrm>
              <a:off x="8234928" y="6245424"/>
              <a:ext cx="171000" cy="74520"/>
            </p14:xfrm>
          </p:contentPart>
        </mc:Choice>
        <mc:Fallback xmlns="">
          <p:pic>
            <p:nvPicPr>
              <p:cNvPr id="342" name="Ink 341">
                <a:extLst>
                  <a:ext uri="{FF2B5EF4-FFF2-40B4-BE49-F238E27FC236}">
                    <a16:creationId xmlns:a16="http://schemas.microsoft.com/office/drawing/2014/main" id="{97E68C89-9B77-E58B-42E8-B26C7D346EE6}"/>
                  </a:ext>
                </a:extLst>
              </p:cNvPr>
              <p:cNvPicPr/>
              <p:nvPr/>
            </p:nvPicPr>
            <p:blipFill>
              <a:blip r:embed="rId509"/>
              <a:stretch>
                <a:fillRect/>
              </a:stretch>
            </p:blipFill>
            <p:spPr>
              <a:xfrm>
                <a:off x="8226288" y="6236784"/>
                <a:ext cx="18864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343" name="Ink 342">
                <a:extLst>
                  <a:ext uri="{FF2B5EF4-FFF2-40B4-BE49-F238E27FC236}">
                    <a16:creationId xmlns:a16="http://schemas.microsoft.com/office/drawing/2014/main" id="{44B13D05-9152-3DC2-B114-C4D9C3B861E6}"/>
                  </a:ext>
                </a:extLst>
              </p14:cNvPr>
              <p14:cNvContentPartPr/>
              <p14:nvPr/>
            </p14:nvContentPartPr>
            <p14:xfrm>
              <a:off x="8472528" y="6230304"/>
              <a:ext cx="60120" cy="249120"/>
            </p14:xfrm>
          </p:contentPart>
        </mc:Choice>
        <mc:Fallback xmlns="">
          <p:pic>
            <p:nvPicPr>
              <p:cNvPr id="343" name="Ink 342">
                <a:extLst>
                  <a:ext uri="{FF2B5EF4-FFF2-40B4-BE49-F238E27FC236}">
                    <a16:creationId xmlns:a16="http://schemas.microsoft.com/office/drawing/2014/main" id="{44B13D05-9152-3DC2-B114-C4D9C3B861E6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8463888" y="6221304"/>
                <a:ext cx="77760" cy="26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344" name="Ink 343">
                <a:extLst>
                  <a:ext uri="{FF2B5EF4-FFF2-40B4-BE49-F238E27FC236}">
                    <a16:creationId xmlns:a16="http://schemas.microsoft.com/office/drawing/2014/main" id="{DD4A2D0F-F2A2-EE94-9132-71791B7F74CE}"/>
                  </a:ext>
                </a:extLst>
              </p14:cNvPr>
              <p14:cNvContentPartPr/>
              <p14:nvPr/>
            </p14:nvContentPartPr>
            <p14:xfrm>
              <a:off x="8620488" y="6441984"/>
              <a:ext cx="53280" cy="68400"/>
            </p14:xfrm>
          </p:contentPart>
        </mc:Choice>
        <mc:Fallback xmlns="">
          <p:pic>
            <p:nvPicPr>
              <p:cNvPr id="344" name="Ink 343">
                <a:extLst>
                  <a:ext uri="{FF2B5EF4-FFF2-40B4-BE49-F238E27FC236}">
                    <a16:creationId xmlns:a16="http://schemas.microsoft.com/office/drawing/2014/main" id="{DD4A2D0F-F2A2-EE94-9132-71791B7F74CE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8611488" y="6432984"/>
                <a:ext cx="70920" cy="86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5134733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952D74C-D8F6-C013-CCEC-56AE54CC2581}"/>
              </a:ext>
            </a:extLst>
          </p:cNvPr>
          <p:cNvGrpSpPr/>
          <p:nvPr/>
        </p:nvGrpSpPr>
        <p:grpSpPr>
          <a:xfrm>
            <a:off x="1235808" y="717624"/>
            <a:ext cx="1982880" cy="410400"/>
            <a:chOff x="1235808" y="717624"/>
            <a:chExt cx="1982880" cy="4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4652787A-C1F0-ECE4-3DEB-40B5FE953D6F}"/>
                    </a:ext>
                  </a:extLst>
                </p14:cNvPr>
                <p14:cNvContentPartPr/>
                <p14:nvPr/>
              </p14:nvContentPartPr>
              <p14:xfrm>
                <a:off x="1235808" y="935424"/>
                <a:ext cx="258480" cy="514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4652787A-C1F0-ECE4-3DEB-40B5FE953D6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227168" y="926424"/>
                  <a:ext cx="27612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7CF2FFDA-BDAE-CCCF-8322-24E905AC0286}"/>
                    </a:ext>
                  </a:extLst>
                </p14:cNvPr>
                <p14:cNvContentPartPr/>
                <p14:nvPr/>
              </p14:nvContentPartPr>
              <p14:xfrm>
                <a:off x="2002248" y="756504"/>
                <a:ext cx="52200" cy="2152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7CF2FFDA-BDAE-CCCF-8322-24E905AC028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93608" y="747864"/>
                  <a:ext cx="698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B94D852-A7B6-CA0F-2A98-07A125AF8BAF}"/>
                    </a:ext>
                  </a:extLst>
                </p14:cNvPr>
                <p14:cNvContentPartPr/>
                <p14:nvPr/>
              </p14:nvContentPartPr>
              <p14:xfrm>
                <a:off x="1759608" y="722304"/>
                <a:ext cx="355320" cy="1130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B94D852-A7B6-CA0F-2A98-07A125AF8BA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750608" y="713304"/>
                  <a:ext cx="3729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1137FDCA-CFB4-22FA-63F5-8020274345E8}"/>
                    </a:ext>
                  </a:extLst>
                </p14:cNvPr>
                <p14:cNvContentPartPr/>
                <p14:nvPr/>
              </p14:nvContentPartPr>
              <p14:xfrm>
                <a:off x="2231208" y="730584"/>
                <a:ext cx="709560" cy="3974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1137FDCA-CFB4-22FA-63F5-8020274345E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222568" y="721944"/>
                  <a:ext cx="727200" cy="41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F0CFA60A-7DCE-7BCD-A130-5B93B99D3D65}"/>
                    </a:ext>
                  </a:extLst>
                </p14:cNvPr>
                <p14:cNvContentPartPr/>
                <p14:nvPr/>
              </p14:nvContentPartPr>
              <p14:xfrm>
                <a:off x="2922768" y="843624"/>
                <a:ext cx="79200" cy="219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F0CFA60A-7DCE-7BCD-A130-5B93B99D3D6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914128" y="834984"/>
                  <a:ext cx="968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0522AD1A-4B0E-1596-17AD-A4207369E57A}"/>
                    </a:ext>
                  </a:extLst>
                </p14:cNvPr>
                <p14:cNvContentPartPr/>
                <p14:nvPr/>
              </p14:nvContentPartPr>
              <p14:xfrm>
                <a:off x="3199608" y="717624"/>
                <a:ext cx="19080" cy="568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0522AD1A-4B0E-1596-17AD-A4207369E57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190608" y="708624"/>
                  <a:ext cx="367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FFF07BAB-0DFE-FFA0-8BEB-4FB2961E8564}"/>
                    </a:ext>
                  </a:extLst>
                </p14:cNvPr>
                <p14:cNvContentPartPr/>
                <p14:nvPr/>
              </p14:nvContentPartPr>
              <p14:xfrm>
                <a:off x="3206448" y="945144"/>
                <a:ext cx="5760" cy="72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FFF07BAB-0DFE-FFA0-8BEB-4FB2961E856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197448" y="936144"/>
                  <a:ext cx="23400" cy="24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6857A49-A18D-4D79-F424-E31D126D6114}"/>
                  </a:ext>
                </a:extLst>
              </p14:cNvPr>
              <p14:cNvContentPartPr/>
              <p14:nvPr/>
            </p14:nvContentPartPr>
            <p14:xfrm>
              <a:off x="3730968" y="657504"/>
              <a:ext cx="71640" cy="92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6857A49-A18D-4D79-F424-E31D126D611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21968" y="648864"/>
                <a:ext cx="89280" cy="110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" name="Group 19">
            <a:extLst>
              <a:ext uri="{FF2B5EF4-FFF2-40B4-BE49-F238E27FC236}">
                <a16:creationId xmlns:a16="http://schemas.microsoft.com/office/drawing/2014/main" id="{CFFCCC4B-43E1-717E-FA1E-9923E461B432}"/>
              </a:ext>
            </a:extLst>
          </p:cNvPr>
          <p:cNvGrpSpPr/>
          <p:nvPr/>
        </p:nvGrpSpPr>
        <p:grpSpPr>
          <a:xfrm>
            <a:off x="4093488" y="536184"/>
            <a:ext cx="1494360" cy="419040"/>
            <a:chOff x="4093488" y="536184"/>
            <a:chExt cx="1494360" cy="41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550A0292-4EB4-7102-9CF4-553FFAA86E6B}"/>
                    </a:ext>
                  </a:extLst>
                </p14:cNvPr>
                <p14:cNvContentPartPr/>
                <p14:nvPr/>
              </p14:nvContentPartPr>
              <p14:xfrm>
                <a:off x="4093488" y="656064"/>
                <a:ext cx="554760" cy="2034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550A0292-4EB4-7102-9CF4-553FFAA86E6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084848" y="647424"/>
                  <a:ext cx="5724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F628CC6A-4FC2-B4DF-ED0D-4616DC448618}"/>
                    </a:ext>
                  </a:extLst>
                </p14:cNvPr>
                <p14:cNvContentPartPr/>
                <p14:nvPr/>
              </p14:nvContentPartPr>
              <p14:xfrm>
                <a:off x="4764528" y="536184"/>
                <a:ext cx="144000" cy="4190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F628CC6A-4FC2-B4DF-ED0D-4616DC44861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755888" y="527184"/>
                  <a:ext cx="16164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345B6C3A-8C9F-9620-E5F9-84399EF928AF}"/>
                    </a:ext>
                  </a:extLst>
                </p14:cNvPr>
                <p14:cNvContentPartPr/>
                <p14:nvPr/>
              </p14:nvContentPartPr>
              <p14:xfrm>
                <a:off x="4896648" y="699264"/>
                <a:ext cx="29160" cy="234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345B6C3A-8C9F-9620-E5F9-84399EF928A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888008" y="690624"/>
                  <a:ext cx="468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9CDD1E70-EDFE-36E6-B83E-6E4C26B454A4}"/>
                    </a:ext>
                  </a:extLst>
                </p14:cNvPr>
                <p14:cNvContentPartPr/>
                <p14:nvPr/>
              </p14:nvContentPartPr>
              <p14:xfrm>
                <a:off x="4983768" y="678384"/>
                <a:ext cx="182880" cy="1857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9CDD1E70-EDFE-36E6-B83E-6E4C26B454A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974768" y="669744"/>
                  <a:ext cx="2005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9F22E8E2-99C5-D38E-94CF-29BEF4DAFBD9}"/>
                    </a:ext>
                  </a:extLst>
                </p14:cNvPr>
                <p14:cNvContentPartPr/>
                <p14:nvPr/>
              </p14:nvContentPartPr>
              <p14:xfrm>
                <a:off x="5279328" y="642024"/>
                <a:ext cx="68400" cy="16992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9F22E8E2-99C5-D38E-94CF-29BEF4DAFBD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270328" y="633384"/>
                  <a:ext cx="860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D5DD3116-3644-7595-C6F2-779D5D372922}"/>
                    </a:ext>
                  </a:extLst>
                </p14:cNvPr>
                <p14:cNvContentPartPr/>
                <p14:nvPr/>
              </p14:nvContentPartPr>
              <p14:xfrm>
                <a:off x="5544648" y="560304"/>
                <a:ext cx="43200" cy="745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D5DD3116-3644-7595-C6F2-779D5D37292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535648" y="551664"/>
                  <a:ext cx="60840" cy="92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AFC150F9-D319-576B-83AD-6D509C3646F7}"/>
                  </a:ext>
                </a:extLst>
              </p14:cNvPr>
              <p14:cNvContentPartPr/>
              <p14:nvPr/>
            </p14:nvContentPartPr>
            <p14:xfrm>
              <a:off x="5680368" y="731304"/>
              <a:ext cx="626400" cy="1656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AFC150F9-D319-576B-83AD-6D509C3646F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671368" y="722664"/>
                <a:ext cx="644040" cy="183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0" name="Group 29">
            <a:extLst>
              <a:ext uri="{FF2B5EF4-FFF2-40B4-BE49-F238E27FC236}">
                <a16:creationId xmlns:a16="http://schemas.microsoft.com/office/drawing/2014/main" id="{142DF66D-B9E5-2398-E901-3FE639D6D72B}"/>
              </a:ext>
            </a:extLst>
          </p:cNvPr>
          <p:cNvGrpSpPr/>
          <p:nvPr/>
        </p:nvGrpSpPr>
        <p:grpSpPr>
          <a:xfrm>
            <a:off x="6674688" y="572904"/>
            <a:ext cx="1206000" cy="283320"/>
            <a:chOff x="6674688" y="572904"/>
            <a:chExt cx="120600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080461B5-6E3A-4D50-7CCB-B71FB2873E2D}"/>
                    </a:ext>
                  </a:extLst>
                </p14:cNvPr>
                <p14:cNvContentPartPr/>
                <p14:nvPr/>
              </p14:nvContentPartPr>
              <p14:xfrm>
                <a:off x="6674688" y="655704"/>
                <a:ext cx="248040" cy="2005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080461B5-6E3A-4D50-7CCB-B71FB2873E2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666048" y="646704"/>
                  <a:ext cx="2656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F1DBF238-E50B-D19E-5A97-316459B92EF8}"/>
                    </a:ext>
                  </a:extLst>
                </p14:cNvPr>
                <p14:cNvContentPartPr/>
                <p14:nvPr/>
              </p14:nvContentPartPr>
              <p14:xfrm>
                <a:off x="7007328" y="741024"/>
                <a:ext cx="84960" cy="424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F1DBF238-E50B-D19E-5A97-316459B92EF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998328" y="732024"/>
                  <a:ext cx="1026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0FCF51C4-C0E2-E110-C399-C3F1F8DE0537}"/>
                    </a:ext>
                  </a:extLst>
                </p14:cNvPr>
                <p14:cNvContentPartPr/>
                <p14:nvPr/>
              </p14:nvContentPartPr>
              <p14:xfrm>
                <a:off x="7174008" y="572904"/>
                <a:ext cx="304560" cy="2397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0FCF51C4-C0E2-E110-C399-C3F1F8DE053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165008" y="563904"/>
                  <a:ext cx="32220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76453AB6-388B-9C8F-74F5-A3860274E160}"/>
                    </a:ext>
                  </a:extLst>
                </p14:cNvPr>
                <p14:cNvContentPartPr/>
                <p14:nvPr/>
              </p14:nvContentPartPr>
              <p14:xfrm>
                <a:off x="7593408" y="647064"/>
                <a:ext cx="9360" cy="1432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76453AB6-388B-9C8F-74F5-A3860274E16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584408" y="638064"/>
                  <a:ext cx="270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03D0628C-10F8-CCED-A91A-5E1178E9889E}"/>
                    </a:ext>
                  </a:extLst>
                </p14:cNvPr>
                <p14:cNvContentPartPr/>
                <p14:nvPr/>
              </p14:nvContentPartPr>
              <p14:xfrm>
                <a:off x="7254648" y="632304"/>
                <a:ext cx="479520" cy="1260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03D0628C-10F8-CCED-A91A-5E1178E9889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246008" y="623304"/>
                  <a:ext cx="4971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8B0C60F-FABA-9454-1767-6C8422718584}"/>
                    </a:ext>
                  </a:extLst>
                </p14:cNvPr>
                <p14:cNvContentPartPr/>
                <p14:nvPr/>
              </p14:nvContentPartPr>
              <p14:xfrm>
                <a:off x="7848288" y="783504"/>
                <a:ext cx="2880" cy="234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8B0C60F-FABA-9454-1767-6C8422718584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39648" y="774504"/>
                  <a:ext cx="20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53D166DB-C5C6-2EA9-93FA-152C10665E8B}"/>
                    </a:ext>
                  </a:extLst>
                </p14:cNvPr>
                <p14:cNvContentPartPr/>
                <p14:nvPr/>
              </p14:nvContentPartPr>
              <p14:xfrm>
                <a:off x="7860168" y="586224"/>
                <a:ext cx="20520" cy="424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53D166DB-C5C6-2EA9-93FA-152C10665E8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851528" y="577584"/>
                  <a:ext cx="38160" cy="6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F7E6945-653B-AD99-416F-5091998EA2F4}"/>
              </a:ext>
            </a:extLst>
          </p:cNvPr>
          <p:cNvGrpSpPr/>
          <p:nvPr/>
        </p:nvGrpSpPr>
        <p:grpSpPr>
          <a:xfrm>
            <a:off x="8241768" y="612144"/>
            <a:ext cx="81000" cy="54000"/>
            <a:chOff x="8241768" y="612144"/>
            <a:chExt cx="81000" cy="5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2543E8D-5B5D-9BED-A516-2362333599B3}"/>
                    </a:ext>
                  </a:extLst>
                </p14:cNvPr>
                <p14:cNvContentPartPr/>
                <p14:nvPr/>
              </p14:nvContentPartPr>
              <p14:xfrm>
                <a:off x="8241768" y="612144"/>
                <a:ext cx="7200" cy="432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2543E8D-5B5D-9BED-A516-2362333599B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232768" y="603504"/>
                  <a:ext cx="248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02304D77-40D3-D957-6FA1-9D81D756922F}"/>
                    </a:ext>
                  </a:extLst>
                </p14:cNvPr>
                <p14:cNvContentPartPr/>
                <p14:nvPr/>
              </p14:nvContentPartPr>
              <p14:xfrm>
                <a:off x="8297208" y="644904"/>
                <a:ext cx="25560" cy="212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02304D77-40D3-D957-6FA1-9D81D756922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288568" y="635904"/>
                  <a:ext cx="43200" cy="38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369C971-CD90-0044-374F-605F5AA085EB}"/>
                  </a:ext>
                </a:extLst>
              </p14:cNvPr>
              <p14:cNvContentPartPr/>
              <p14:nvPr/>
            </p14:nvContentPartPr>
            <p14:xfrm>
              <a:off x="8526168" y="652104"/>
              <a:ext cx="219240" cy="1173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369C971-CD90-0044-374F-605F5AA085EB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8517528" y="643464"/>
                <a:ext cx="236880" cy="13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030014D2-B1C9-F1D3-F1E6-9259C8E66983}"/>
                  </a:ext>
                </a:extLst>
              </p14:cNvPr>
              <p14:cNvContentPartPr/>
              <p14:nvPr/>
            </p14:nvContentPartPr>
            <p14:xfrm>
              <a:off x="8631288" y="515664"/>
              <a:ext cx="23400" cy="64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030014D2-B1C9-F1D3-F1E6-9259C8E6698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622288" y="506664"/>
                <a:ext cx="41040" cy="82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7" name="Group 36">
            <a:extLst>
              <a:ext uri="{FF2B5EF4-FFF2-40B4-BE49-F238E27FC236}">
                <a16:creationId xmlns:a16="http://schemas.microsoft.com/office/drawing/2014/main" id="{C34DB37B-F482-D05C-06CD-24C39B8443AB}"/>
              </a:ext>
            </a:extLst>
          </p:cNvPr>
          <p:cNvGrpSpPr/>
          <p:nvPr/>
        </p:nvGrpSpPr>
        <p:grpSpPr>
          <a:xfrm>
            <a:off x="8856648" y="508824"/>
            <a:ext cx="72000" cy="42840"/>
            <a:chOff x="8856648" y="508824"/>
            <a:chExt cx="72000" cy="4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7BCC3356-909C-EABE-889B-A9A4002311D0}"/>
                    </a:ext>
                  </a:extLst>
                </p14:cNvPr>
                <p14:cNvContentPartPr/>
                <p14:nvPr/>
              </p14:nvContentPartPr>
              <p14:xfrm>
                <a:off x="8856648" y="508824"/>
                <a:ext cx="12960" cy="428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7BCC3356-909C-EABE-889B-A9A4002311D0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847648" y="500184"/>
                  <a:ext cx="3060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EF6C6BCB-0972-3FB9-5734-DF230ECD1ED6}"/>
                    </a:ext>
                  </a:extLst>
                </p14:cNvPr>
                <p14:cNvContentPartPr/>
                <p14:nvPr/>
              </p14:nvContentPartPr>
              <p14:xfrm>
                <a:off x="8910288" y="510624"/>
                <a:ext cx="18360" cy="190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EF6C6BCB-0972-3FB9-5734-DF230ECD1ED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901648" y="501984"/>
                  <a:ext cx="36000" cy="36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EA99C05-0473-C704-3A1C-E3D9F8431DC5}"/>
                  </a:ext>
                </a:extLst>
              </p14:cNvPr>
              <p14:cNvContentPartPr/>
              <p14:nvPr/>
            </p14:nvContentPartPr>
            <p14:xfrm>
              <a:off x="1234008" y="1498824"/>
              <a:ext cx="111600" cy="212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EA99C05-0473-C704-3A1C-E3D9F8431DC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25368" y="1489824"/>
                <a:ext cx="129240" cy="3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44" name="Group 43">
            <a:extLst>
              <a:ext uri="{FF2B5EF4-FFF2-40B4-BE49-F238E27FC236}">
                <a16:creationId xmlns:a16="http://schemas.microsoft.com/office/drawing/2014/main" id="{91DFB43F-A401-5563-AE3D-4483EE7904BB}"/>
              </a:ext>
            </a:extLst>
          </p:cNvPr>
          <p:cNvGrpSpPr/>
          <p:nvPr/>
        </p:nvGrpSpPr>
        <p:grpSpPr>
          <a:xfrm>
            <a:off x="2007288" y="1223784"/>
            <a:ext cx="1134360" cy="364680"/>
            <a:chOff x="2007288" y="1223784"/>
            <a:chExt cx="1134360" cy="36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982D9ADC-1B4B-C713-A478-F4415A2962EB}"/>
                    </a:ext>
                  </a:extLst>
                </p14:cNvPr>
                <p14:cNvContentPartPr/>
                <p14:nvPr/>
              </p14:nvContentPartPr>
              <p14:xfrm>
                <a:off x="2305008" y="1263384"/>
                <a:ext cx="38160" cy="2275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982D9ADC-1B4B-C713-A478-F4415A2962EB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296368" y="1254744"/>
                  <a:ext cx="558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3DA53849-AC8F-BB4A-7BF1-EE716349B76F}"/>
                    </a:ext>
                  </a:extLst>
                </p14:cNvPr>
                <p14:cNvContentPartPr/>
                <p14:nvPr/>
              </p14:nvContentPartPr>
              <p14:xfrm>
                <a:off x="2007288" y="1223784"/>
                <a:ext cx="427680" cy="1440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3DA53849-AC8F-BB4A-7BF1-EE716349B76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998288" y="1215144"/>
                  <a:ext cx="4453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18C2CA2D-6D42-519B-D0D1-37073B12D042}"/>
                    </a:ext>
                  </a:extLst>
                </p14:cNvPr>
                <p14:cNvContentPartPr/>
                <p14:nvPr/>
              </p14:nvContentPartPr>
              <p14:xfrm>
                <a:off x="2486448" y="1239984"/>
                <a:ext cx="602280" cy="3484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18C2CA2D-6D42-519B-D0D1-37073B12D04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477808" y="1230984"/>
                  <a:ext cx="61992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2C573F82-D325-8540-F80D-044CF98D5945}"/>
                    </a:ext>
                  </a:extLst>
                </p14:cNvPr>
                <p14:cNvContentPartPr/>
                <p14:nvPr/>
              </p14:nvContentPartPr>
              <p14:xfrm>
                <a:off x="3060648" y="1347624"/>
                <a:ext cx="81000" cy="450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2C573F82-D325-8540-F80D-044CF98D594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052008" y="1338984"/>
                  <a:ext cx="98640" cy="62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005691D-05E3-56EF-D6B4-6B668AC2EF88}"/>
                  </a:ext>
                </a:extLst>
              </p14:cNvPr>
              <p14:cNvContentPartPr/>
              <p14:nvPr/>
            </p14:nvContentPartPr>
            <p14:xfrm>
              <a:off x="3648168" y="1433304"/>
              <a:ext cx="10080" cy="554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005691D-05E3-56EF-D6B4-6B668AC2EF8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639528" y="1424304"/>
                <a:ext cx="2772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521A33A-E310-D7B7-B768-973FFC3B06EF}"/>
                  </a:ext>
                </a:extLst>
              </p14:cNvPr>
              <p14:cNvContentPartPr/>
              <p14:nvPr/>
            </p14:nvContentPartPr>
            <p14:xfrm>
              <a:off x="3638808" y="1252944"/>
              <a:ext cx="27720" cy="43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521A33A-E310-D7B7-B768-973FFC3B06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808" y="1244304"/>
                <a:ext cx="4536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87403B3D-98D7-7160-7AEB-752FC111D328}"/>
                  </a:ext>
                </a:extLst>
              </p14:cNvPr>
              <p14:cNvContentPartPr/>
              <p14:nvPr/>
            </p14:nvContentPartPr>
            <p14:xfrm>
              <a:off x="4081248" y="1265904"/>
              <a:ext cx="99000" cy="30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87403B3D-98D7-7160-7AEB-752FC111D32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072248" y="1257264"/>
                <a:ext cx="116640" cy="47880"/>
              </a:xfrm>
              <a:prstGeom prst="rect">
                <a:avLst/>
              </a:prstGeom>
            </p:spPr>
          </p:pic>
        </mc:Fallback>
      </mc:AlternateContent>
      <p:grpSp>
        <p:nvGrpSpPr>
          <p:cNvPr id="66" name="Group 65">
            <a:extLst>
              <a:ext uri="{FF2B5EF4-FFF2-40B4-BE49-F238E27FC236}">
                <a16:creationId xmlns:a16="http://schemas.microsoft.com/office/drawing/2014/main" id="{BD8682C5-D803-94C8-3F7A-8C93714D9B47}"/>
              </a:ext>
            </a:extLst>
          </p:cNvPr>
          <p:cNvGrpSpPr/>
          <p:nvPr/>
        </p:nvGrpSpPr>
        <p:grpSpPr>
          <a:xfrm>
            <a:off x="4429368" y="1116504"/>
            <a:ext cx="1839960" cy="361440"/>
            <a:chOff x="4429368" y="1116504"/>
            <a:chExt cx="1839960" cy="36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E3B108C5-D312-FE39-4FA0-3B14AF0187B7}"/>
                    </a:ext>
                  </a:extLst>
                </p14:cNvPr>
                <p14:cNvContentPartPr/>
                <p14:nvPr/>
              </p14:nvContentPartPr>
              <p14:xfrm>
                <a:off x="4429368" y="1244304"/>
                <a:ext cx="359640" cy="1850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E3B108C5-D312-FE39-4FA0-3B14AF0187B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420368" y="1235664"/>
                  <a:ext cx="37728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90A355ED-2D3A-7637-21B2-3A257E090513}"/>
                    </a:ext>
                  </a:extLst>
                </p14:cNvPr>
                <p14:cNvContentPartPr/>
                <p14:nvPr/>
              </p14:nvContentPartPr>
              <p14:xfrm>
                <a:off x="4868208" y="1197504"/>
                <a:ext cx="74880" cy="1548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90A355ED-2D3A-7637-21B2-3A257E09051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859208" y="1188504"/>
                  <a:ext cx="925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0C7959B-0B41-9BCB-8DE2-D7EA5E717ED2}"/>
                    </a:ext>
                  </a:extLst>
                </p14:cNvPr>
                <p14:cNvContentPartPr/>
                <p14:nvPr/>
              </p14:nvContentPartPr>
              <p14:xfrm>
                <a:off x="5062968" y="1116504"/>
                <a:ext cx="84960" cy="3614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0C7959B-0B41-9BCB-8DE2-D7EA5E717ED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053968" y="1107504"/>
                  <a:ext cx="10260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716CC3A-AFC9-60E0-1CE3-DE296BC53B72}"/>
                    </a:ext>
                  </a:extLst>
                </p14:cNvPr>
                <p14:cNvContentPartPr/>
                <p14:nvPr/>
              </p14:nvContentPartPr>
              <p14:xfrm>
                <a:off x="5190408" y="1193904"/>
                <a:ext cx="4320" cy="226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716CC3A-AFC9-60E0-1CE3-DE296BC53B7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181408" y="1185264"/>
                  <a:ext cx="219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C94DFCFF-4F93-2429-4D7E-3034DEBD5257}"/>
                    </a:ext>
                  </a:extLst>
                </p14:cNvPr>
                <p14:cNvContentPartPr/>
                <p14:nvPr/>
              </p14:nvContentPartPr>
              <p14:xfrm>
                <a:off x="5204088" y="1257984"/>
                <a:ext cx="156960" cy="957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C94DFCFF-4F93-2429-4D7E-3034DEBD5257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5195448" y="1248984"/>
                  <a:ext cx="17460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C1CB9ECF-D675-E6C3-FABE-0BD6C619E885}"/>
                    </a:ext>
                  </a:extLst>
                </p14:cNvPr>
                <p14:cNvContentPartPr/>
                <p14:nvPr/>
              </p14:nvContentPartPr>
              <p14:xfrm>
                <a:off x="5435568" y="1248984"/>
                <a:ext cx="10080" cy="162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C1CB9ECF-D675-E6C3-FABE-0BD6C619E885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5426928" y="1240344"/>
                  <a:ext cx="277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BA5CFEC-9180-B74C-7DFF-DDC9304796FA}"/>
                    </a:ext>
                  </a:extLst>
                </p14:cNvPr>
                <p14:cNvContentPartPr/>
                <p14:nvPr/>
              </p14:nvContentPartPr>
              <p14:xfrm>
                <a:off x="5443848" y="1127304"/>
                <a:ext cx="112680" cy="2224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BA5CFEC-9180-B74C-7DFF-DDC9304796FA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5435208" y="1118304"/>
                  <a:ext cx="1303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3F30CDA1-62DC-E9D0-0C53-2B9EB6E02BF9}"/>
                    </a:ext>
                  </a:extLst>
                </p14:cNvPr>
                <p14:cNvContentPartPr/>
                <p14:nvPr/>
              </p14:nvContentPartPr>
              <p14:xfrm>
                <a:off x="5447088" y="1201104"/>
                <a:ext cx="14400" cy="1810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3F30CDA1-62DC-E9D0-0C53-2B9EB6E02BF9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5438088" y="1192104"/>
                  <a:ext cx="320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655DE824-141E-D4E5-E628-2CD0BB83BDFF}"/>
                    </a:ext>
                  </a:extLst>
                </p14:cNvPr>
                <p14:cNvContentPartPr/>
                <p14:nvPr/>
              </p14:nvContentPartPr>
              <p14:xfrm>
                <a:off x="5859288" y="1276704"/>
                <a:ext cx="410040" cy="900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655DE824-141E-D4E5-E628-2CD0BB83BDFF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5850648" y="1267704"/>
                  <a:ext cx="42768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04730AF-F978-8A2D-555D-AC09BA041D2B}"/>
                    </a:ext>
                  </a:extLst>
                </p14:cNvPr>
                <p14:cNvContentPartPr/>
                <p14:nvPr/>
              </p14:nvContentPartPr>
              <p14:xfrm>
                <a:off x="5732928" y="1139544"/>
                <a:ext cx="14760" cy="691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04730AF-F978-8A2D-555D-AC09BA041D2B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5724288" y="1130904"/>
                  <a:ext cx="3240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9D5619B4-943D-A169-E775-C792D96F8663}"/>
                    </a:ext>
                  </a:extLst>
                </p14:cNvPr>
                <p14:cNvContentPartPr/>
                <p14:nvPr/>
              </p14:nvContentPartPr>
              <p14:xfrm>
                <a:off x="5789808" y="1180584"/>
                <a:ext cx="25200" cy="334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9D5619B4-943D-A169-E775-C792D96F8663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5781168" y="1171944"/>
                  <a:ext cx="42840" cy="5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05464D2F-9BD7-5DD0-1F7C-CB2574DD1A8A}"/>
              </a:ext>
            </a:extLst>
          </p:cNvPr>
          <p:cNvGrpSpPr/>
          <p:nvPr/>
        </p:nvGrpSpPr>
        <p:grpSpPr>
          <a:xfrm>
            <a:off x="6873408" y="1027944"/>
            <a:ext cx="1054800" cy="292680"/>
            <a:chOff x="6873408" y="1027944"/>
            <a:chExt cx="1054800" cy="29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692D6D62-9DD7-E58F-A5B0-F88DC956594E}"/>
                    </a:ext>
                  </a:extLst>
                </p14:cNvPr>
                <p14:cNvContentPartPr/>
                <p14:nvPr/>
              </p14:nvContentPartPr>
              <p14:xfrm>
                <a:off x="6873408" y="1111464"/>
                <a:ext cx="273600" cy="209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692D6D62-9DD7-E58F-A5B0-F88DC956594E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864408" y="1102824"/>
                  <a:ext cx="29124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7938961-160C-7040-CF45-5B198CC027FC}"/>
                    </a:ext>
                  </a:extLst>
                </p14:cNvPr>
                <p14:cNvContentPartPr/>
                <p14:nvPr/>
              </p14:nvContentPartPr>
              <p14:xfrm>
                <a:off x="7241328" y="1209384"/>
                <a:ext cx="57240" cy="259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7938961-160C-7040-CF45-5B198CC027FC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7232328" y="1200384"/>
                  <a:ext cx="748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9EEB8281-4F98-A81A-46D0-1A2AD932B0F2}"/>
                    </a:ext>
                  </a:extLst>
                </p14:cNvPr>
                <p14:cNvContentPartPr/>
                <p14:nvPr/>
              </p14:nvContentPartPr>
              <p14:xfrm>
                <a:off x="7368048" y="1027944"/>
                <a:ext cx="222480" cy="2242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9EEB8281-4F98-A81A-46D0-1A2AD932B0F2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7359048" y="1018944"/>
                  <a:ext cx="2401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4ECBE1B9-445D-394F-B3D9-850ED7B1435E}"/>
                    </a:ext>
                  </a:extLst>
                </p14:cNvPr>
                <p14:cNvContentPartPr/>
                <p14:nvPr/>
              </p14:nvContentPartPr>
              <p14:xfrm>
                <a:off x="7667928" y="1086984"/>
                <a:ext cx="12960" cy="1299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4ECBE1B9-445D-394F-B3D9-850ED7B1435E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7659288" y="1077984"/>
                  <a:ext cx="3060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A30DE38E-37D6-CC30-928E-7DED755B7C2B}"/>
                    </a:ext>
                  </a:extLst>
                </p14:cNvPr>
                <p14:cNvContentPartPr/>
                <p14:nvPr/>
              </p14:nvContentPartPr>
              <p14:xfrm>
                <a:off x="7392888" y="1103544"/>
                <a:ext cx="378720" cy="907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A30DE38E-37D6-CC30-928E-7DED755B7C2B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7384248" y="1094904"/>
                  <a:ext cx="39636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3251398D-5EBF-1F72-CFFB-EC54EE1FE4BA}"/>
                    </a:ext>
                  </a:extLst>
                </p14:cNvPr>
                <p14:cNvContentPartPr/>
                <p14:nvPr/>
              </p14:nvContentPartPr>
              <p14:xfrm>
                <a:off x="7909488" y="1221984"/>
                <a:ext cx="18720" cy="543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3251398D-5EBF-1F72-CFFB-EC54EE1FE4BA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7900488" y="1212984"/>
                  <a:ext cx="3636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448CEE37-63BF-014F-59DC-06CE5B3B0819}"/>
                    </a:ext>
                  </a:extLst>
                </p14:cNvPr>
                <p14:cNvContentPartPr/>
                <p14:nvPr/>
              </p14:nvContentPartPr>
              <p14:xfrm>
                <a:off x="7893288" y="1115064"/>
                <a:ext cx="7920" cy="349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448CEE37-63BF-014F-59DC-06CE5B3B0819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7884648" y="1106064"/>
                  <a:ext cx="2556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C3CE5916-E9DD-F3F8-8DDA-F1C5D03127E6}"/>
              </a:ext>
            </a:extLst>
          </p:cNvPr>
          <p:cNvGrpSpPr/>
          <p:nvPr/>
        </p:nvGrpSpPr>
        <p:grpSpPr>
          <a:xfrm>
            <a:off x="8328528" y="1125504"/>
            <a:ext cx="54000" cy="32040"/>
            <a:chOff x="8328528" y="1125504"/>
            <a:chExt cx="54000" cy="3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A58DDB81-61D8-48D0-D69D-0A6800356053}"/>
                    </a:ext>
                  </a:extLst>
                </p14:cNvPr>
                <p14:cNvContentPartPr/>
                <p14:nvPr/>
              </p14:nvContentPartPr>
              <p14:xfrm>
                <a:off x="8328528" y="1131624"/>
                <a:ext cx="3240" cy="154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A58DDB81-61D8-48D0-D69D-0A6800356053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8319528" y="1122984"/>
                  <a:ext cx="208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674B35AB-22A3-5CAC-2FA6-30400EDEFAE1}"/>
                    </a:ext>
                  </a:extLst>
                </p14:cNvPr>
                <p14:cNvContentPartPr/>
                <p14:nvPr/>
              </p14:nvContentPartPr>
              <p14:xfrm>
                <a:off x="8372808" y="1125504"/>
                <a:ext cx="9720" cy="320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674B35AB-22A3-5CAC-2FA6-30400EDEFAE1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8364168" y="1116504"/>
                  <a:ext cx="27360" cy="49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E179524-8912-A033-873D-B0FD36F13B98}"/>
                  </a:ext>
                </a:extLst>
              </p14:cNvPr>
              <p14:cNvContentPartPr/>
              <p14:nvPr/>
            </p14:nvContentPartPr>
            <p14:xfrm>
              <a:off x="8607888" y="1159704"/>
              <a:ext cx="68760" cy="475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E179524-8912-A033-873D-B0FD36F13B98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599248" y="1151064"/>
                <a:ext cx="86400" cy="65160"/>
              </a:xfrm>
              <a:prstGeom prst="rect">
                <a:avLst/>
              </a:prstGeom>
            </p:spPr>
          </p:pic>
        </mc:Fallback>
      </mc:AlternateContent>
      <p:grpSp>
        <p:nvGrpSpPr>
          <p:cNvPr id="74" name="Group 73">
            <a:extLst>
              <a:ext uri="{FF2B5EF4-FFF2-40B4-BE49-F238E27FC236}">
                <a16:creationId xmlns:a16="http://schemas.microsoft.com/office/drawing/2014/main" id="{BAFF1725-C307-99EB-0DB6-E5E3D437746C}"/>
              </a:ext>
            </a:extLst>
          </p:cNvPr>
          <p:cNvGrpSpPr/>
          <p:nvPr/>
        </p:nvGrpSpPr>
        <p:grpSpPr>
          <a:xfrm>
            <a:off x="8792928" y="1044144"/>
            <a:ext cx="55440" cy="42840"/>
            <a:chOff x="8792928" y="1044144"/>
            <a:chExt cx="55440" cy="4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ADB4FC1F-9191-611D-5B3D-A83E2839AAF4}"/>
                    </a:ext>
                  </a:extLst>
                </p14:cNvPr>
                <p14:cNvContentPartPr/>
                <p14:nvPr/>
              </p14:nvContentPartPr>
              <p14:xfrm>
                <a:off x="8792928" y="1044144"/>
                <a:ext cx="12240" cy="201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ADB4FC1F-9191-611D-5B3D-A83E2839AAF4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8784288" y="1035144"/>
                  <a:ext cx="29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8DA8E996-7BE7-45E5-D5C5-DB5886B7568A}"/>
                    </a:ext>
                  </a:extLst>
                </p14:cNvPr>
                <p14:cNvContentPartPr/>
                <p14:nvPr/>
              </p14:nvContentPartPr>
              <p14:xfrm>
                <a:off x="8818128" y="1049184"/>
                <a:ext cx="30240" cy="378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8DA8E996-7BE7-45E5-D5C5-DB5886B7568A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8809128" y="1040544"/>
                  <a:ext cx="4788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BE15FB33-FB07-5911-DEC2-64133FAE15C7}"/>
              </a:ext>
            </a:extLst>
          </p:cNvPr>
          <p:cNvGrpSpPr/>
          <p:nvPr/>
        </p:nvGrpSpPr>
        <p:grpSpPr>
          <a:xfrm>
            <a:off x="4517208" y="1724904"/>
            <a:ext cx="1172880" cy="341280"/>
            <a:chOff x="4517208" y="1724904"/>
            <a:chExt cx="1172880" cy="34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F48E6AF5-1DE5-A4AD-FAA8-6C7B18AF4261}"/>
                    </a:ext>
                  </a:extLst>
                </p14:cNvPr>
                <p14:cNvContentPartPr/>
                <p14:nvPr/>
              </p14:nvContentPartPr>
              <p14:xfrm>
                <a:off x="4517208" y="1785384"/>
                <a:ext cx="327600" cy="2415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F48E6AF5-1DE5-A4AD-FAA8-6C7B18AF4261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4508568" y="1776384"/>
                  <a:ext cx="34524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5BD2CB1-FE57-D1DA-5616-EF99DDCB09C1}"/>
                    </a:ext>
                  </a:extLst>
                </p14:cNvPr>
                <p14:cNvContentPartPr/>
                <p14:nvPr/>
              </p14:nvContentPartPr>
              <p14:xfrm>
                <a:off x="4891608" y="1775664"/>
                <a:ext cx="66240" cy="1710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5BD2CB1-FE57-D1DA-5616-EF99DDCB09C1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4882968" y="1767024"/>
                  <a:ext cx="838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D9F6B0AF-F3E4-3461-736F-17DAAE24C0AE}"/>
                    </a:ext>
                  </a:extLst>
                </p14:cNvPr>
                <p14:cNvContentPartPr/>
                <p14:nvPr/>
              </p14:nvContentPartPr>
              <p14:xfrm>
                <a:off x="5065488" y="1724904"/>
                <a:ext cx="109800" cy="3412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D9F6B0AF-F3E4-3461-736F-17DAAE24C0AE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5056488" y="1716264"/>
                  <a:ext cx="12744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78B11F49-6F54-5FF1-169E-1C7BCA1F2F6B}"/>
                    </a:ext>
                  </a:extLst>
                </p14:cNvPr>
                <p14:cNvContentPartPr/>
                <p14:nvPr/>
              </p14:nvContentPartPr>
              <p14:xfrm>
                <a:off x="5218128" y="1824264"/>
                <a:ext cx="1080" cy="1908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78B11F49-6F54-5FF1-169E-1C7BCA1F2F6B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5209488" y="1815264"/>
                  <a:ext cx="1872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4438559-9C66-CEE0-7489-B087BAAB8D8C}"/>
                    </a:ext>
                  </a:extLst>
                </p14:cNvPr>
                <p14:cNvContentPartPr/>
                <p14:nvPr/>
              </p14:nvContentPartPr>
              <p14:xfrm>
                <a:off x="5253768" y="1882944"/>
                <a:ext cx="82080" cy="594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4438559-9C66-CEE0-7489-B087BAAB8D8C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5244768" y="1874304"/>
                  <a:ext cx="9972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4E59B278-E2DF-F900-1C8D-08AA1BA55C88}"/>
                    </a:ext>
                  </a:extLst>
                </p14:cNvPr>
                <p14:cNvContentPartPr/>
                <p14:nvPr/>
              </p14:nvContentPartPr>
              <p14:xfrm>
                <a:off x="5421528" y="1768464"/>
                <a:ext cx="41760" cy="1652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4E59B278-E2DF-F900-1C8D-08AA1BA55C88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5412888" y="1759824"/>
                  <a:ext cx="594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196CE529-E3B4-4775-E437-A7215DD561E5}"/>
                    </a:ext>
                  </a:extLst>
                </p14:cNvPr>
                <p14:cNvContentPartPr/>
                <p14:nvPr/>
              </p14:nvContentPartPr>
              <p14:xfrm>
                <a:off x="5564088" y="1772424"/>
                <a:ext cx="126000" cy="1746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196CE529-E3B4-4775-E437-A7215DD561E5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5555088" y="1763424"/>
                  <a:ext cx="143640" cy="19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3FA46DF-05C9-1954-63A0-91DAF13EB92F}"/>
                  </a:ext>
                </a:extLst>
              </p14:cNvPr>
              <p14:cNvContentPartPr/>
              <p14:nvPr/>
            </p14:nvContentPartPr>
            <p14:xfrm>
              <a:off x="6024168" y="1837584"/>
              <a:ext cx="469440" cy="95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3FA46DF-05C9-1954-63A0-91DAF13EB92F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6015528" y="1828584"/>
                <a:ext cx="487080" cy="113400"/>
              </a:xfrm>
              <a:prstGeom prst="rect">
                <a:avLst/>
              </a:prstGeom>
            </p:spPr>
          </p:pic>
        </mc:Fallback>
      </mc:AlternateContent>
      <p:grpSp>
        <p:nvGrpSpPr>
          <p:cNvPr id="92" name="Group 91">
            <a:extLst>
              <a:ext uri="{FF2B5EF4-FFF2-40B4-BE49-F238E27FC236}">
                <a16:creationId xmlns:a16="http://schemas.microsoft.com/office/drawing/2014/main" id="{3BF4A507-9AF5-1742-6063-7224F390EF01}"/>
              </a:ext>
            </a:extLst>
          </p:cNvPr>
          <p:cNvGrpSpPr/>
          <p:nvPr/>
        </p:nvGrpSpPr>
        <p:grpSpPr>
          <a:xfrm>
            <a:off x="7077528" y="1599984"/>
            <a:ext cx="926640" cy="315360"/>
            <a:chOff x="7077528" y="1599984"/>
            <a:chExt cx="926640" cy="31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0B40A930-C613-4BAF-B67A-997A78C796C7}"/>
                    </a:ext>
                  </a:extLst>
                </p14:cNvPr>
                <p14:cNvContentPartPr/>
                <p14:nvPr/>
              </p14:nvContentPartPr>
              <p14:xfrm>
                <a:off x="7077528" y="1634904"/>
                <a:ext cx="245160" cy="2804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0B40A930-C613-4BAF-B67A-997A78C796C7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7068888" y="1625904"/>
                  <a:ext cx="26280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093C394A-48FD-5B02-5860-0A12F3FE6CE1}"/>
                    </a:ext>
                  </a:extLst>
                </p14:cNvPr>
                <p14:cNvContentPartPr/>
                <p14:nvPr/>
              </p14:nvContentPartPr>
              <p14:xfrm>
                <a:off x="7392888" y="1827144"/>
                <a:ext cx="90720" cy="266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093C394A-48FD-5B02-5860-0A12F3FE6CE1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7384248" y="1818144"/>
                  <a:ext cx="10836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75498C55-7A62-0C41-ABCB-6B3FD93EAC6C}"/>
                    </a:ext>
                  </a:extLst>
                </p14:cNvPr>
                <p14:cNvContentPartPr/>
                <p14:nvPr/>
              </p14:nvContentPartPr>
              <p14:xfrm>
                <a:off x="7559208" y="1599984"/>
                <a:ext cx="225720" cy="2224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75498C55-7A62-0C41-ABCB-6B3FD93EAC6C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7550568" y="1590984"/>
                  <a:ext cx="2433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4A3F8E21-C1BE-5CFB-D5A5-A0CE786C96A9}"/>
                    </a:ext>
                  </a:extLst>
                </p14:cNvPr>
                <p14:cNvContentPartPr/>
                <p14:nvPr/>
              </p14:nvContentPartPr>
              <p14:xfrm>
                <a:off x="7856928" y="1686744"/>
                <a:ext cx="17280" cy="15624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4A3F8E21-C1BE-5CFB-D5A5-A0CE786C96A9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7847928" y="1677744"/>
                  <a:ext cx="3492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1C1DFCE1-33C9-479D-171A-3092C50E2C27}"/>
                    </a:ext>
                  </a:extLst>
                </p14:cNvPr>
                <p14:cNvContentPartPr/>
                <p14:nvPr/>
              </p14:nvContentPartPr>
              <p14:xfrm>
                <a:off x="7591608" y="1694304"/>
                <a:ext cx="412560" cy="979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1C1DFCE1-33C9-479D-171A-3092C50E2C27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7582968" y="1685664"/>
                  <a:ext cx="430200" cy="11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20287357-F789-437D-9C1E-31CF562FEE6F}"/>
                  </a:ext>
                </a:extLst>
              </p14:cNvPr>
              <p14:cNvContentPartPr/>
              <p14:nvPr/>
            </p14:nvContentPartPr>
            <p14:xfrm>
              <a:off x="8252208" y="1688184"/>
              <a:ext cx="18000" cy="734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20287357-F789-437D-9C1E-31CF562FEE6F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8243568" y="1679544"/>
                <a:ext cx="35640" cy="91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1" name="Group 100">
            <a:extLst>
              <a:ext uri="{FF2B5EF4-FFF2-40B4-BE49-F238E27FC236}">
                <a16:creationId xmlns:a16="http://schemas.microsoft.com/office/drawing/2014/main" id="{22DD6A15-47C4-E430-724D-7BBD9173F2FF}"/>
              </a:ext>
            </a:extLst>
          </p:cNvPr>
          <p:cNvGrpSpPr/>
          <p:nvPr/>
        </p:nvGrpSpPr>
        <p:grpSpPr>
          <a:xfrm>
            <a:off x="8454888" y="1577304"/>
            <a:ext cx="72360" cy="45360"/>
            <a:chOff x="8454888" y="1577304"/>
            <a:chExt cx="72360" cy="4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5A29F16F-431D-5F20-88C1-C7A95FC878F4}"/>
                    </a:ext>
                  </a:extLst>
                </p14:cNvPr>
                <p14:cNvContentPartPr/>
                <p14:nvPr/>
              </p14:nvContentPartPr>
              <p14:xfrm>
                <a:off x="8454888" y="1577304"/>
                <a:ext cx="6480" cy="453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5A29F16F-431D-5F20-88C1-C7A95FC878F4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8446248" y="1568304"/>
                  <a:ext cx="241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4A948248-E234-6936-7304-D13F9EAF0F8E}"/>
                    </a:ext>
                  </a:extLst>
                </p14:cNvPr>
                <p14:cNvContentPartPr/>
                <p14:nvPr/>
              </p14:nvContentPartPr>
              <p14:xfrm>
                <a:off x="8490888" y="1591344"/>
                <a:ext cx="36360" cy="169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4A948248-E234-6936-7304-D13F9EAF0F8E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8481888" y="1582704"/>
                  <a:ext cx="5400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D82878F0-0E9D-6AF2-901F-ABF9B8A1D2A3}"/>
              </a:ext>
            </a:extLst>
          </p:cNvPr>
          <p:cNvGrpSpPr/>
          <p:nvPr/>
        </p:nvGrpSpPr>
        <p:grpSpPr>
          <a:xfrm>
            <a:off x="8817048" y="1394784"/>
            <a:ext cx="426240" cy="416880"/>
            <a:chOff x="8817048" y="1394784"/>
            <a:chExt cx="426240" cy="41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60464C6-F0AF-335E-4463-17A86DF17049}"/>
                    </a:ext>
                  </a:extLst>
                </p14:cNvPr>
                <p14:cNvContentPartPr/>
                <p14:nvPr/>
              </p14:nvContentPartPr>
              <p14:xfrm>
                <a:off x="8817048" y="1488384"/>
                <a:ext cx="83880" cy="1810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60464C6-F0AF-335E-4463-17A86DF17049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808408" y="1479384"/>
                  <a:ext cx="1015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ADC55FE2-E1B0-447A-54E2-E8D2DF365DC8}"/>
                    </a:ext>
                  </a:extLst>
                </p14:cNvPr>
                <p14:cNvContentPartPr/>
                <p14:nvPr/>
              </p14:nvContentPartPr>
              <p14:xfrm>
                <a:off x="8951688" y="1482264"/>
                <a:ext cx="131400" cy="3294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ADC55FE2-E1B0-447A-54E2-E8D2DF365DC8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8942688" y="1473624"/>
                  <a:ext cx="14904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DB07DFF-59FC-2088-4A77-23CC17646A84}"/>
                    </a:ext>
                  </a:extLst>
                </p14:cNvPr>
                <p14:cNvContentPartPr/>
                <p14:nvPr/>
              </p14:nvContentPartPr>
              <p14:xfrm>
                <a:off x="8901648" y="1629864"/>
                <a:ext cx="127080" cy="8352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DB07DFF-59FC-2088-4A77-23CC17646A84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8892648" y="1621224"/>
                  <a:ext cx="14472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DD9617D0-2491-227B-9971-42BC2503C248}"/>
                    </a:ext>
                  </a:extLst>
                </p14:cNvPr>
                <p14:cNvContentPartPr/>
                <p14:nvPr/>
              </p14:nvContentPartPr>
              <p14:xfrm>
                <a:off x="9174528" y="1394784"/>
                <a:ext cx="68760" cy="1497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DD9617D0-2491-227B-9971-42BC2503C248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9165528" y="1385784"/>
                  <a:ext cx="86400" cy="16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352B8F19-996A-587D-258A-656205D4331E}"/>
              </a:ext>
            </a:extLst>
          </p:cNvPr>
          <p:cNvGrpSpPr/>
          <p:nvPr/>
        </p:nvGrpSpPr>
        <p:grpSpPr>
          <a:xfrm>
            <a:off x="4739688" y="2309904"/>
            <a:ext cx="778680" cy="65160"/>
            <a:chOff x="4739688" y="2309904"/>
            <a:chExt cx="778680" cy="6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8A35E242-4422-5213-28BF-BC5AA9AEC685}"/>
                    </a:ext>
                  </a:extLst>
                </p14:cNvPr>
                <p14:cNvContentPartPr/>
                <p14:nvPr/>
              </p14:nvContentPartPr>
              <p14:xfrm>
                <a:off x="4739688" y="2334744"/>
                <a:ext cx="56520" cy="226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8A35E242-4422-5213-28BF-BC5AA9AEC685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4731048" y="2325744"/>
                  <a:ext cx="741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967987A8-E3C0-C323-CEA9-8AD811C85F12}"/>
                    </a:ext>
                  </a:extLst>
                </p14:cNvPr>
                <p14:cNvContentPartPr/>
                <p14:nvPr/>
              </p14:nvContentPartPr>
              <p14:xfrm>
                <a:off x="4950288" y="2353464"/>
                <a:ext cx="59400" cy="216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967987A8-E3C0-C323-CEA9-8AD811C85F12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4941288" y="2344464"/>
                  <a:ext cx="770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4CD107A-1835-751B-1732-153AADEFA425}"/>
                    </a:ext>
                  </a:extLst>
                </p14:cNvPr>
                <p14:cNvContentPartPr/>
                <p14:nvPr/>
              </p14:nvContentPartPr>
              <p14:xfrm>
                <a:off x="5172768" y="2309904"/>
                <a:ext cx="345600" cy="511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4CD107A-1835-751B-1732-153AADEFA425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5163768" y="2301264"/>
                  <a:ext cx="363240" cy="68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D53DFB03-3A8B-CA67-67EC-95A75CA85490}"/>
                  </a:ext>
                </a:extLst>
              </p14:cNvPr>
              <p14:cNvContentPartPr/>
              <p14:nvPr/>
            </p14:nvContentPartPr>
            <p14:xfrm>
              <a:off x="6100128" y="2186784"/>
              <a:ext cx="433800" cy="1065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D53DFB03-3A8B-CA67-67EC-95A75CA85490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6091128" y="2177784"/>
                <a:ext cx="451440" cy="124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4" name="Group 113">
            <a:extLst>
              <a:ext uri="{FF2B5EF4-FFF2-40B4-BE49-F238E27FC236}">
                <a16:creationId xmlns:a16="http://schemas.microsoft.com/office/drawing/2014/main" id="{F5B5E731-5299-4B13-9164-0FE1E8EDB36A}"/>
              </a:ext>
            </a:extLst>
          </p:cNvPr>
          <p:cNvGrpSpPr/>
          <p:nvPr/>
        </p:nvGrpSpPr>
        <p:grpSpPr>
          <a:xfrm>
            <a:off x="7140528" y="2073744"/>
            <a:ext cx="751320" cy="213480"/>
            <a:chOff x="7140528" y="2073744"/>
            <a:chExt cx="751320" cy="21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1F440B56-0EFF-B741-53A0-5AAE5498007E}"/>
                    </a:ext>
                  </a:extLst>
                </p14:cNvPr>
                <p14:cNvContentPartPr/>
                <p14:nvPr/>
              </p14:nvContentPartPr>
              <p14:xfrm>
                <a:off x="7140528" y="2102904"/>
                <a:ext cx="227160" cy="1843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1F440B56-0EFF-B741-53A0-5AAE5498007E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7131528" y="2094264"/>
                  <a:ext cx="2448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3BB3B286-27A9-6024-C8DC-7C691937B6D9}"/>
                    </a:ext>
                  </a:extLst>
                </p14:cNvPr>
                <p14:cNvContentPartPr/>
                <p14:nvPr/>
              </p14:nvContentPartPr>
              <p14:xfrm>
                <a:off x="7442208" y="2199744"/>
                <a:ext cx="63000" cy="356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3BB3B286-27A9-6024-C8DC-7C691937B6D9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7433568" y="2190744"/>
                  <a:ext cx="8064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728638B5-0BB3-057D-13E2-596FAD619398}"/>
                    </a:ext>
                  </a:extLst>
                </p14:cNvPr>
                <p14:cNvContentPartPr/>
                <p14:nvPr/>
              </p14:nvContentPartPr>
              <p14:xfrm>
                <a:off x="7535088" y="2073744"/>
                <a:ext cx="230760" cy="171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728638B5-0BB3-057D-13E2-596FAD619398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7526448" y="2065104"/>
                  <a:ext cx="2484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B6925DA1-9D29-C702-91BC-8EE19AA57154}"/>
                    </a:ext>
                  </a:extLst>
                </p14:cNvPr>
                <p14:cNvContentPartPr/>
                <p14:nvPr/>
              </p14:nvContentPartPr>
              <p14:xfrm>
                <a:off x="7816248" y="2145744"/>
                <a:ext cx="15480" cy="1058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B6925DA1-9D29-C702-91BC-8EE19AA57154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7807248" y="2137104"/>
                  <a:ext cx="331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E596094A-4F79-F317-BC6C-1BFCE9226E78}"/>
                    </a:ext>
                  </a:extLst>
                </p14:cNvPr>
                <p14:cNvContentPartPr/>
                <p14:nvPr/>
              </p14:nvContentPartPr>
              <p14:xfrm>
                <a:off x="7619688" y="2151144"/>
                <a:ext cx="272160" cy="874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E596094A-4F79-F317-BC6C-1BFCE9226E78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7610688" y="2142144"/>
                  <a:ext cx="289800" cy="105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5B259E17-DEBB-11F4-9514-711EA0643A54}"/>
                  </a:ext>
                </a:extLst>
              </p14:cNvPr>
              <p14:cNvContentPartPr/>
              <p14:nvPr/>
            </p14:nvContentPartPr>
            <p14:xfrm>
              <a:off x="8243928" y="2207664"/>
              <a:ext cx="55800" cy="925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5B259E17-DEBB-11F4-9514-711EA0643A54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8234928" y="2199024"/>
                <a:ext cx="73440" cy="110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2" name="Group 121">
            <a:extLst>
              <a:ext uri="{FF2B5EF4-FFF2-40B4-BE49-F238E27FC236}">
                <a16:creationId xmlns:a16="http://schemas.microsoft.com/office/drawing/2014/main" id="{92C02C43-9796-4431-8C5C-84C791F120EE}"/>
              </a:ext>
            </a:extLst>
          </p:cNvPr>
          <p:cNvGrpSpPr/>
          <p:nvPr/>
        </p:nvGrpSpPr>
        <p:grpSpPr>
          <a:xfrm>
            <a:off x="8614008" y="1904904"/>
            <a:ext cx="1272600" cy="294480"/>
            <a:chOff x="8614008" y="1904904"/>
            <a:chExt cx="1272600" cy="29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E1916EA-B3DF-0B60-7C6E-12A635C2B417}"/>
                    </a:ext>
                  </a:extLst>
                </p14:cNvPr>
                <p14:cNvContentPartPr/>
                <p14:nvPr/>
              </p14:nvContentPartPr>
              <p14:xfrm>
                <a:off x="8614008" y="2074464"/>
                <a:ext cx="46800" cy="633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E1916EA-B3DF-0B60-7C6E-12A635C2B417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8605008" y="2065824"/>
                  <a:ext cx="6444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386B0884-EC00-3300-E977-BCCF184CBC54}"/>
                    </a:ext>
                  </a:extLst>
                </p14:cNvPr>
                <p14:cNvContentPartPr/>
                <p14:nvPr/>
              </p14:nvContentPartPr>
              <p14:xfrm>
                <a:off x="8801568" y="1969704"/>
                <a:ext cx="406440" cy="2296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386B0884-EC00-3300-E977-BCCF184CBC54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8792928" y="1960704"/>
                  <a:ext cx="4240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A8CF3874-E9D7-3C66-2F00-7B5148C58C8D}"/>
                    </a:ext>
                  </a:extLst>
                </p14:cNvPr>
                <p14:cNvContentPartPr/>
                <p14:nvPr/>
              </p14:nvContentPartPr>
              <p14:xfrm>
                <a:off x="9120888" y="1972224"/>
                <a:ext cx="118440" cy="1062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A8CF3874-E9D7-3C66-2F00-7B5148C58C8D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9111888" y="1963224"/>
                  <a:ext cx="13608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BD39AFF5-DE3A-CE99-2C28-C310CB8B27F6}"/>
                    </a:ext>
                  </a:extLst>
                </p14:cNvPr>
                <p14:cNvContentPartPr/>
                <p14:nvPr/>
              </p14:nvContentPartPr>
              <p14:xfrm>
                <a:off x="9328608" y="1904904"/>
                <a:ext cx="109080" cy="2822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BD39AFF5-DE3A-CE99-2C28-C310CB8B27F6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9319968" y="1895904"/>
                  <a:ext cx="12672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BCBBA136-0B65-03C4-1BB3-4E65720F46BB}"/>
                    </a:ext>
                  </a:extLst>
                </p14:cNvPr>
                <p14:cNvContentPartPr/>
                <p14:nvPr/>
              </p14:nvContentPartPr>
              <p14:xfrm>
                <a:off x="9448128" y="2037024"/>
                <a:ext cx="6840" cy="378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BCBBA136-0B65-03C4-1BB3-4E65720F46BB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9439488" y="2028024"/>
                  <a:ext cx="244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26F07B1-1825-C982-F730-B052DDB8C503}"/>
                    </a:ext>
                  </a:extLst>
                </p14:cNvPr>
                <p14:cNvContentPartPr/>
                <p14:nvPr/>
              </p14:nvContentPartPr>
              <p14:xfrm>
                <a:off x="9517608" y="2070144"/>
                <a:ext cx="72360" cy="349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26F07B1-1825-C982-F730-B052DDB8C503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9508968" y="2061144"/>
                  <a:ext cx="900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9309D6BA-89E1-6F17-1EBB-BF571D1E16E5}"/>
                    </a:ext>
                  </a:extLst>
                </p14:cNvPr>
                <p14:cNvContentPartPr/>
                <p14:nvPr/>
              </p14:nvContentPartPr>
              <p14:xfrm>
                <a:off x="9632088" y="1990224"/>
                <a:ext cx="88560" cy="12060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9309D6BA-89E1-6F17-1EBB-BF571D1E16E5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9623088" y="1981224"/>
                  <a:ext cx="1062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5A45B44-BF1A-EFE4-82AD-C63A5A0CDE3F}"/>
                    </a:ext>
                  </a:extLst>
                </p14:cNvPr>
                <p14:cNvContentPartPr/>
                <p14:nvPr/>
              </p14:nvContentPartPr>
              <p14:xfrm>
                <a:off x="9814968" y="1917504"/>
                <a:ext cx="71640" cy="756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5A45B44-BF1A-EFE4-82AD-C63A5A0CDE3F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9805968" y="1908504"/>
                  <a:ext cx="89280" cy="9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1859C400-5B3A-3209-8E65-94A39F2EB270}"/>
              </a:ext>
            </a:extLst>
          </p:cNvPr>
          <p:cNvGrpSpPr/>
          <p:nvPr/>
        </p:nvGrpSpPr>
        <p:grpSpPr>
          <a:xfrm>
            <a:off x="2819088" y="2819304"/>
            <a:ext cx="1091880" cy="415080"/>
            <a:chOff x="2819088" y="2819304"/>
            <a:chExt cx="1091880" cy="41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5B2ABF57-1632-5422-B4BB-7B16329B45DC}"/>
                    </a:ext>
                  </a:extLst>
                </p14:cNvPr>
                <p14:cNvContentPartPr/>
                <p14:nvPr/>
              </p14:nvContentPartPr>
              <p14:xfrm>
                <a:off x="3047688" y="2996424"/>
                <a:ext cx="47880" cy="2379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5B2ABF57-1632-5422-B4BB-7B16329B45DC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3039048" y="2987784"/>
                  <a:ext cx="655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235C368-9605-7538-56CB-76FB68D06712}"/>
                    </a:ext>
                  </a:extLst>
                </p14:cNvPr>
                <p14:cNvContentPartPr/>
                <p14:nvPr/>
              </p14:nvContentPartPr>
              <p14:xfrm>
                <a:off x="2819088" y="2819304"/>
                <a:ext cx="1091880" cy="3553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235C368-9605-7538-56CB-76FB68D06712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2810088" y="2810304"/>
                  <a:ext cx="1109520" cy="37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A392892D-7EF8-AF6D-BC55-BD7389F15B5B}"/>
              </a:ext>
            </a:extLst>
          </p:cNvPr>
          <p:cNvGrpSpPr/>
          <p:nvPr/>
        </p:nvGrpSpPr>
        <p:grpSpPr>
          <a:xfrm>
            <a:off x="6841008" y="2661984"/>
            <a:ext cx="612360" cy="291600"/>
            <a:chOff x="6841008" y="2661984"/>
            <a:chExt cx="612360" cy="29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6BF910D1-5450-B267-E5A1-6AA07C63A409}"/>
                    </a:ext>
                  </a:extLst>
                </p14:cNvPr>
                <p14:cNvContentPartPr/>
                <p14:nvPr/>
              </p14:nvContentPartPr>
              <p14:xfrm>
                <a:off x="6841008" y="2725704"/>
                <a:ext cx="31680" cy="22788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6BF910D1-5450-B267-E5A1-6AA07C63A409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6832368" y="2716704"/>
                  <a:ext cx="4932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630F0EF2-1557-A352-E754-FF580A2AAE7D}"/>
                    </a:ext>
                  </a:extLst>
                </p14:cNvPr>
                <p14:cNvContentPartPr/>
                <p14:nvPr/>
              </p14:nvContentPartPr>
              <p14:xfrm>
                <a:off x="6884568" y="2661984"/>
                <a:ext cx="497880" cy="2361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630F0EF2-1557-A352-E754-FF580A2AAE7D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6875568" y="2652984"/>
                  <a:ext cx="51552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07F777EB-A26C-7714-9F9A-A20534DE7619}"/>
                    </a:ext>
                  </a:extLst>
                </p14:cNvPr>
                <p14:cNvContentPartPr/>
                <p14:nvPr/>
              </p14:nvContentPartPr>
              <p14:xfrm>
                <a:off x="7378128" y="2781864"/>
                <a:ext cx="75240" cy="306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07F777EB-A26C-7714-9F9A-A20534DE7619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7369128" y="2773224"/>
                  <a:ext cx="92880" cy="48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DBC6A76F-0802-8A68-10C6-D47AEEF4E1D4}"/>
                  </a:ext>
                </a:extLst>
              </p14:cNvPr>
              <p14:cNvContentPartPr/>
              <p14:nvPr/>
            </p14:nvContentPartPr>
            <p14:xfrm>
              <a:off x="7840368" y="2435904"/>
              <a:ext cx="798120" cy="43164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DBC6A76F-0802-8A68-10C6-D47AEEF4E1D4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7831368" y="2426904"/>
                <a:ext cx="815760" cy="449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8" name="Group 157">
            <a:extLst>
              <a:ext uri="{FF2B5EF4-FFF2-40B4-BE49-F238E27FC236}">
                <a16:creationId xmlns:a16="http://schemas.microsoft.com/office/drawing/2014/main" id="{82AFBE32-20A2-3BFF-F681-0028C16C7187}"/>
              </a:ext>
            </a:extLst>
          </p:cNvPr>
          <p:cNvGrpSpPr/>
          <p:nvPr/>
        </p:nvGrpSpPr>
        <p:grpSpPr>
          <a:xfrm>
            <a:off x="9042768" y="2465784"/>
            <a:ext cx="1348560" cy="486720"/>
            <a:chOff x="9042768" y="2465784"/>
            <a:chExt cx="1348560" cy="48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A8593E5E-5B88-FFAE-B2F2-B8C9E83359BC}"/>
                    </a:ext>
                  </a:extLst>
                </p14:cNvPr>
                <p14:cNvContentPartPr/>
                <p14:nvPr/>
              </p14:nvContentPartPr>
              <p14:xfrm>
                <a:off x="9042768" y="2559024"/>
                <a:ext cx="425160" cy="2682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A8593E5E-5B88-FFAE-B2F2-B8C9E83359BC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9034128" y="2550024"/>
                  <a:ext cx="4428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6160E267-E321-F404-20CF-023FFE1CE75A}"/>
                    </a:ext>
                  </a:extLst>
                </p14:cNvPr>
                <p14:cNvContentPartPr/>
                <p14:nvPr/>
              </p14:nvContentPartPr>
              <p14:xfrm>
                <a:off x="9474768" y="2632824"/>
                <a:ext cx="105840" cy="3196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6160E267-E321-F404-20CF-023FFE1CE75A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9466128" y="2623824"/>
                  <a:ext cx="12348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A93FF6B0-0524-DB5E-DCC9-9C5FD9E9207B}"/>
                    </a:ext>
                  </a:extLst>
                </p14:cNvPr>
                <p14:cNvContentPartPr/>
                <p14:nvPr/>
              </p14:nvContentPartPr>
              <p14:xfrm>
                <a:off x="9502848" y="2787624"/>
                <a:ext cx="108000" cy="216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A93FF6B0-0524-DB5E-DCC9-9C5FD9E9207B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9493848" y="2778984"/>
                  <a:ext cx="1256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044370D1-309F-F2CD-F4E0-2AB22072CCEA}"/>
                    </a:ext>
                  </a:extLst>
                </p14:cNvPr>
                <p14:cNvContentPartPr/>
                <p14:nvPr/>
              </p14:nvContentPartPr>
              <p14:xfrm>
                <a:off x="9658368" y="2655144"/>
                <a:ext cx="42480" cy="1569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044370D1-309F-F2CD-F4E0-2AB22072CCEA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9649368" y="2646144"/>
                  <a:ext cx="601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ECD870BF-505B-503D-A6CB-2411C1D45538}"/>
                    </a:ext>
                  </a:extLst>
                </p14:cNvPr>
                <p14:cNvContentPartPr/>
                <p14:nvPr/>
              </p14:nvContentPartPr>
              <p14:xfrm>
                <a:off x="9739008" y="2681424"/>
                <a:ext cx="214200" cy="1008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ECD870BF-505B-503D-A6CB-2411C1D45538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9730368" y="2672784"/>
                  <a:ext cx="23184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8231B168-E396-D925-FD66-C2B12BEB5B87}"/>
                    </a:ext>
                  </a:extLst>
                </p14:cNvPr>
                <p14:cNvContentPartPr/>
                <p14:nvPr/>
              </p14:nvContentPartPr>
              <p14:xfrm>
                <a:off x="9922248" y="2638224"/>
                <a:ext cx="50040" cy="1292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8231B168-E396-D925-FD66-C2B12BEB5B87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9913248" y="2629224"/>
                  <a:ext cx="6768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FBF3C0A5-9B44-3CB6-C96B-15777BED8F8D}"/>
                    </a:ext>
                  </a:extLst>
                </p14:cNvPr>
                <p14:cNvContentPartPr/>
                <p14:nvPr/>
              </p14:nvContentPartPr>
              <p14:xfrm>
                <a:off x="10073088" y="2556144"/>
                <a:ext cx="100800" cy="1857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FBF3C0A5-9B44-3CB6-C96B-15777BED8F8D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0064448" y="2547144"/>
                  <a:ext cx="1184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218B75B4-8573-A4FD-9AE1-434D6AFB8F23}"/>
                    </a:ext>
                  </a:extLst>
                </p14:cNvPr>
                <p14:cNvContentPartPr/>
                <p14:nvPr/>
              </p14:nvContentPartPr>
              <p14:xfrm>
                <a:off x="10313208" y="2465784"/>
                <a:ext cx="31320" cy="543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218B75B4-8573-A4FD-9AE1-434D6AFB8F23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0304208" y="2456784"/>
                  <a:ext cx="4896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AA038512-F69A-DA46-90A0-AECC0282E370}"/>
                    </a:ext>
                  </a:extLst>
                </p14:cNvPr>
                <p14:cNvContentPartPr/>
                <p14:nvPr/>
              </p14:nvContentPartPr>
              <p14:xfrm>
                <a:off x="10370088" y="2466144"/>
                <a:ext cx="21240" cy="471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AA038512-F69A-DA46-90A0-AECC0282E370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0361448" y="2457144"/>
                  <a:ext cx="3888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B74F5A4F-B27A-CB3B-3EDF-2BBA008B24E9}"/>
                    </a:ext>
                  </a:extLst>
                </p14:cNvPr>
                <p14:cNvContentPartPr/>
                <p14:nvPr/>
              </p14:nvContentPartPr>
              <p14:xfrm>
                <a:off x="9081648" y="2515104"/>
                <a:ext cx="102240" cy="856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B74F5A4F-B27A-CB3B-3EDF-2BBA008B24E9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9073008" y="2506464"/>
                  <a:ext cx="119880" cy="10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27622F98-9FA0-FE9E-6C68-6149E29189CC}"/>
              </a:ext>
            </a:extLst>
          </p:cNvPr>
          <p:cNvGrpSpPr/>
          <p:nvPr/>
        </p:nvGrpSpPr>
        <p:grpSpPr>
          <a:xfrm>
            <a:off x="10815048" y="2386584"/>
            <a:ext cx="1068480" cy="382680"/>
            <a:chOff x="10815048" y="2386584"/>
            <a:chExt cx="1068480" cy="38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C388D180-72A0-9C69-5267-4D80A9D050CC}"/>
                    </a:ext>
                  </a:extLst>
                </p14:cNvPr>
                <p14:cNvContentPartPr/>
                <p14:nvPr/>
              </p14:nvContentPartPr>
              <p14:xfrm>
                <a:off x="10815048" y="2386584"/>
                <a:ext cx="352440" cy="3826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C388D180-72A0-9C69-5267-4D80A9D050CC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0806048" y="2377584"/>
                  <a:ext cx="37008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B274D4C7-A08C-513D-5B77-35403A436864}"/>
                    </a:ext>
                  </a:extLst>
                </p14:cNvPr>
                <p14:cNvContentPartPr/>
                <p14:nvPr/>
              </p14:nvContentPartPr>
              <p14:xfrm>
                <a:off x="11214288" y="2406384"/>
                <a:ext cx="131040" cy="3304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B274D4C7-A08C-513D-5B77-35403A436864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1205648" y="2397744"/>
                  <a:ext cx="14868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40807C8D-B733-5BC6-A5E4-D4E391A57EFB}"/>
                    </a:ext>
                  </a:extLst>
                </p14:cNvPr>
                <p14:cNvContentPartPr/>
                <p14:nvPr/>
              </p14:nvContentPartPr>
              <p14:xfrm>
                <a:off x="11379168" y="2462904"/>
                <a:ext cx="504360" cy="1346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40807C8D-B733-5BC6-A5E4-D4E391A57EFB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1370168" y="2453904"/>
                  <a:ext cx="522000" cy="152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4C04659A-28E1-7B95-DDDE-96A37CF0E9B4}"/>
                  </a:ext>
                </a:extLst>
              </p14:cNvPr>
              <p14:cNvContentPartPr/>
              <p14:nvPr/>
            </p14:nvContentPartPr>
            <p14:xfrm>
              <a:off x="3255408" y="3499704"/>
              <a:ext cx="567720" cy="32292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4C04659A-28E1-7B95-DDDE-96A37CF0E9B4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3246768" y="3491064"/>
                <a:ext cx="58536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95456468-B5A6-7F9B-8A8E-E172FA909D97}"/>
                  </a:ext>
                </a:extLst>
              </p14:cNvPr>
              <p14:cNvContentPartPr/>
              <p14:nvPr/>
            </p14:nvContentPartPr>
            <p14:xfrm>
              <a:off x="3606768" y="3342744"/>
              <a:ext cx="43920" cy="5292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95456468-B5A6-7F9B-8A8E-E172FA909D97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3597768" y="3333744"/>
                <a:ext cx="61560" cy="70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oup 180">
            <a:extLst>
              <a:ext uri="{FF2B5EF4-FFF2-40B4-BE49-F238E27FC236}">
                <a16:creationId xmlns:a16="http://schemas.microsoft.com/office/drawing/2014/main" id="{D13D04A5-4F7F-BB53-59E5-D7C674B648DC}"/>
              </a:ext>
            </a:extLst>
          </p:cNvPr>
          <p:cNvGrpSpPr/>
          <p:nvPr/>
        </p:nvGrpSpPr>
        <p:grpSpPr>
          <a:xfrm>
            <a:off x="4179168" y="2718144"/>
            <a:ext cx="2316240" cy="805320"/>
            <a:chOff x="4179168" y="2718144"/>
            <a:chExt cx="2316240" cy="80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50CA62ED-EB79-6B45-BE6E-B2514A22FBEC}"/>
                    </a:ext>
                  </a:extLst>
                </p14:cNvPr>
                <p14:cNvContentPartPr/>
                <p14:nvPr/>
              </p14:nvContentPartPr>
              <p14:xfrm>
                <a:off x="4239648" y="2888424"/>
                <a:ext cx="181080" cy="2876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50CA62ED-EB79-6B45-BE6E-B2514A22FBEC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4231008" y="2879784"/>
                  <a:ext cx="19872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009933E2-58FE-C5F7-7CEF-92ECBFAF037F}"/>
                    </a:ext>
                  </a:extLst>
                </p14:cNvPr>
                <p14:cNvContentPartPr/>
                <p14:nvPr/>
              </p14:nvContentPartPr>
              <p14:xfrm>
                <a:off x="4537368" y="2904264"/>
                <a:ext cx="462960" cy="1296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009933E2-58FE-C5F7-7CEF-92ECBFAF037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4528728" y="2895264"/>
                  <a:ext cx="4806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6E5EEEF4-4282-DBD0-1991-E4BBCFC21E85}"/>
                    </a:ext>
                  </a:extLst>
                </p14:cNvPr>
                <p14:cNvContentPartPr/>
                <p14:nvPr/>
              </p14:nvContentPartPr>
              <p14:xfrm>
                <a:off x="4746888" y="2808144"/>
                <a:ext cx="16920" cy="475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6E5EEEF4-4282-DBD0-1991-E4BBCFC21E85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737888" y="2799504"/>
                  <a:ext cx="3456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16C3A35-3AFD-2A19-6B6D-88484F7428CC}"/>
                    </a:ext>
                  </a:extLst>
                </p14:cNvPr>
                <p14:cNvContentPartPr/>
                <p14:nvPr/>
              </p14:nvContentPartPr>
              <p14:xfrm>
                <a:off x="5406768" y="2928744"/>
                <a:ext cx="40680" cy="1177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16C3A35-3AFD-2A19-6B6D-88484F7428CC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5397768" y="2919744"/>
                  <a:ext cx="583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96AC11C1-335B-3D1D-D256-5D3FFAA45059}"/>
                    </a:ext>
                  </a:extLst>
                </p14:cNvPr>
                <p14:cNvContentPartPr/>
                <p14:nvPr/>
              </p14:nvContentPartPr>
              <p14:xfrm>
                <a:off x="5425488" y="2862504"/>
                <a:ext cx="20160" cy="442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96AC11C1-335B-3D1D-D256-5D3FFAA45059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416848" y="2853504"/>
                  <a:ext cx="3780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1BBD0DC0-8CA8-E7D3-6433-5880B6BA3A80}"/>
                    </a:ext>
                  </a:extLst>
                </p14:cNvPr>
                <p14:cNvContentPartPr/>
                <p14:nvPr/>
              </p14:nvContentPartPr>
              <p14:xfrm>
                <a:off x="5537448" y="2979864"/>
                <a:ext cx="74520" cy="460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1BBD0DC0-8CA8-E7D3-6433-5880B6BA3A80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528808" y="2971224"/>
                  <a:ext cx="921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08D3163D-5A12-02DC-40C0-DCE6465582AB}"/>
                    </a:ext>
                  </a:extLst>
                </p14:cNvPr>
                <p14:cNvContentPartPr/>
                <p14:nvPr/>
              </p14:nvContentPartPr>
              <p14:xfrm>
                <a:off x="5745888" y="2816784"/>
                <a:ext cx="163800" cy="1998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08D3163D-5A12-02DC-40C0-DCE6465582AB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5737248" y="2808144"/>
                  <a:ext cx="1814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40380070-689C-6388-B451-44D1293D9CA2}"/>
                    </a:ext>
                  </a:extLst>
                </p14:cNvPr>
                <p14:cNvContentPartPr/>
                <p14:nvPr/>
              </p14:nvContentPartPr>
              <p14:xfrm>
                <a:off x="5966208" y="2832984"/>
                <a:ext cx="15120" cy="252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40380070-689C-6388-B451-44D1293D9CA2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5957208" y="2823984"/>
                  <a:ext cx="327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9E2EE86F-B83D-38C0-E61B-390C91D8C2DE}"/>
                    </a:ext>
                  </a:extLst>
                </p14:cNvPr>
                <p14:cNvContentPartPr/>
                <p14:nvPr/>
              </p14:nvContentPartPr>
              <p14:xfrm>
                <a:off x="6026328" y="2718144"/>
                <a:ext cx="386640" cy="2484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9E2EE86F-B83D-38C0-E61B-390C91D8C2DE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017328" y="2709504"/>
                  <a:ext cx="40428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5D03292-235E-D2CE-1A67-9FEC35C143A9}"/>
                    </a:ext>
                  </a:extLst>
                </p14:cNvPr>
                <p14:cNvContentPartPr/>
                <p14:nvPr/>
              </p14:nvContentPartPr>
              <p14:xfrm>
                <a:off x="6395328" y="2796984"/>
                <a:ext cx="46080" cy="324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5D03292-235E-D2CE-1A67-9FEC35C143A9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6386328" y="2788344"/>
                  <a:ext cx="637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3012A531-11E5-9690-B299-2F6C0A4419A2}"/>
                    </a:ext>
                  </a:extLst>
                </p14:cNvPr>
                <p14:cNvContentPartPr/>
                <p14:nvPr/>
              </p14:nvContentPartPr>
              <p14:xfrm>
                <a:off x="4179168" y="3236904"/>
                <a:ext cx="433440" cy="2865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3012A531-11E5-9690-B299-2F6C0A4419A2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4170528" y="3227904"/>
                  <a:ext cx="4510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D98AE326-3D45-5632-C57E-881E8928F4A5}"/>
                    </a:ext>
                  </a:extLst>
                </p14:cNvPr>
                <p14:cNvContentPartPr/>
                <p14:nvPr/>
              </p14:nvContentPartPr>
              <p14:xfrm>
                <a:off x="4426128" y="3248424"/>
                <a:ext cx="137520" cy="626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D98AE326-3D45-5632-C57E-881E8928F4A5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4417128" y="3239424"/>
                  <a:ext cx="1551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0F2B7A7-97E8-A000-F055-75B114C2E305}"/>
                    </a:ext>
                  </a:extLst>
                </p14:cNvPr>
                <p14:cNvContentPartPr/>
                <p14:nvPr/>
              </p14:nvContentPartPr>
              <p14:xfrm>
                <a:off x="5160528" y="3113784"/>
                <a:ext cx="1195920" cy="3614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0F2B7A7-97E8-A000-F055-75B114C2E305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5151888" y="3104784"/>
                  <a:ext cx="121356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87DF0F47-098B-A529-DB98-DAFA84755BDD}"/>
                    </a:ext>
                  </a:extLst>
                </p14:cNvPr>
                <p14:cNvContentPartPr/>
                <p14:nvPr/>
              </p14:nvContentPartPr>
              <p14:xfrm>
                <a:off x="6180408" y="3174984"/>
                <a:ext cx="20160" cy="104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87DF0F47-098B-A529-DB98-DAFA84755BDD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6171768" y="3166344"/>
                  <a:ext cx="378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C2833A37-7540-2309-9DAA-648DCE4E5D87}"/>
                    </a:ext>
                  </a:extLst>
                </p14:cNvPr>
                <p14:cNvContentPartPr/>
                <p14:nvPr/>
              </p14:nvContentPartPr>
              <p14:xfrm>
                <a:off x="6418728" y="3236544"/>
                <a:ext cx="76680" cy="2113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C2833A37-7540-2309-9DAA-648DCE4E5D87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6410088" y="3227904"/>
                  <a:ext cx="94320" cy="22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4FA5C75A-3FE1-A7FB-5183-A405A337F9B1}"/>
              </a:ext>
            </a:extLst>
          </p:cNvPr>
          <p:cNvGrpSpPr/>
          <p:nvPr/>
        </p:nvGrpSpPr>
        <p:grpSpPr>
          <a:xfrm>
            <a:off x="6860448" y="3046464"/>
            <a:ext cx="345960" cy="276840"/>
            <a:chOff x="6860448" y="3046464"/>
            <a:chExt cx="345960" cy="27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F2C0665E-3EAD-3524-BABF-0A7A3E40C03C}"/>
                    </a:ext>
                  </a:extLst>
                </p14:cNvPr>
                <p14:cNvContentPartPr/>
                <p14:nvPr/>
              </p14:nvContentPartPr>
              <p14:xfrm>
                <a:off x="6871248" y="3149064"/>
                <a:ext cx="37440" cy="1702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F2C0665E-3EAD-3524-BABF-0A7A3E40C03C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6862248" y="3140064"/>
                  <a:ext cx="550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61B3C106-C933-F727-03AD-9D20ACBBFE12}"/>
                    </a:ext>
                  </a:extLst>
                </p14:cNvPr>
                <p14:cNvContentPartPr/>
                <p14:nvPr/>
              </p14:nvContentPartPr>
              <p14:xfrm>
                <a:off x="6860448" y="3046464"/>
                <a:ext cx="345960" cy="2768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61B3C106-C933-F727-03AD-9D20ACBBFE12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6851448" y="3037824"/>
                  <a:ext cx="36360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FF3A0076-0A34-34F6-30D1-81F4F10C3179}"/>
              </a:ext>
            </a:extLst>
          </p:cNvPr>
          <p:cNvGrpSpPr/>
          <p:nvPr/>
        </p:nvGrpSpPr>
        <p:grpSpPr>
          <a:xfrm>
            <a:off x="7524288" y="3036384"/>
            <a:ext cx="1077120" cy="268200"/>
            <a:chOff x="7524288" y="3036384"/>
            <a:chExt cx="107712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7B92025B-89CE-1FC6-648A-C5803E84DCEA}"/>
                    </a:ext>
                  </a:extLst>
                </p14:cNvPr>
                <p14:cNvContentPartPr/>
                <p14:nvPr/>
              </p14:nvContentPartPr>
              <p14:xfrm>
                <a:off x="7524288" y="3077784"/>
                <a:ext cx="293040" cy="2268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7B92025B-89CE-1FC6-648A-C5803E84DCEA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7515288" y="3068784"/>
                  <a:ext cx="3106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B0BBC80A-4C78-A84B-97EA-98FBF48B3410}"/>
                    </a:ext>
                  </a:extLst>
                </p14:cNvPr>
                <p14:cNvContentPartPr/>
                <p14:nvPr/>
              </p14:nvContentPartPr>
              <p14:xfrm>
                <a:off x="7877448" y="3215664"/>
                <a:ext cx="110520" cy="342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B0BBC80A-4C78-A84B-97EA-98FBF48B3410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7868448" y="3206664"/>
                  <a:ext cx="12816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F752CFC1-6CAA-AE87-088D-DEE9B6C63F26}"/>
                    </a:ext>
                  </a:extLst>
                </p14:cNvPr>
                <p14:cNvContentPartPr/>
                <p14:nvPr/>
              </p14:nvContentPartPr>
              <p14:xfrm>
                <a:off x="8062848" y="3036384"/>
                <a:ext cx="210960" cy="2206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F752CFC1-6CAA-AE87-088D-DEE9B6C63F26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8053848" y="3027384"/>
                  <a:ext cx="2286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8E653106-784A-3E11-7874-42D5D9A9290E}"/>
                    </a:ext>
                  </a:extLst>
                </p14:cNvPr>
                <p14:cNvContentPartPr/>
                <p14:nvPr/>
              </p14:nvContentPartPr>
              <p14:xfrm>
                <a:off x="8256528" y="3185784"/>
                <a:ext cx="89640" cy="698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8E653106-784A-3E11-7874-42D5D9A9290E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8247888" y="3176784"/>
                  <a:ext cx="1072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93155878-BFFD-D2DC-BB8C-1A43C91678E5}"/>
                    </a:ext>
                  </a:extLst>
                </p14:cNvPr>
                <p14:cNvContentPartPr/>
                <p14:nvPr/>
              </p14:nvContentPartPr>
              <p14:xfrm>
                <a:off x="8430768" y="3089304"/>
                <a:ext cx="12240" cy="1490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93155878-BFFD-D2DC-BB8C-1A43C91678E5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8422128" y="3080304"/>
                  <a:ext cx="298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51258065-5C6F-EEAA-C8DE-DE611FF75EC2}"/>
                    </a:ext>
                  </a:extLst>
                </p14:cNvPr>
                <p14:cNvContentPartPr/>
                <p14:nvPr/>
              </p14:nvContentPartPr>
              <p14:xfrm>
                <a:off x="8071128" y="3093624"/>
                <a:ext cx="530280" cy="1195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51258065-5C6F-EEAA-C8DE-DE611FF75EC2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8062488" y="3084624"/>
                  <a:ext cx="547920" cy="13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6F3535EE-5A65-5C05-FDFB-9D345603B0A1}"/>
              </a:ext>
            </a:extLst>
          </p:cNvPr>
          <p:cNvGrpSpPr/>
          <p:nvPr/>
        </p:nvGrpSpPr>
        <p:grpSpPr>
          <a:xfrm>
            <a:off x="8973288" y="2975544"/>
            <a:ext cx="635040" cy="196560"/>
            <a:chOff x="8973288" y="2975544"/>
            <a:chExt cx="635040" cy="19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6C1CCD44-939B-5B2A-7E0B-A7A7CCBCF408}"/>
                    </a:ext>
                  </a:extLst>
                </p14:cNvPr>
                <p14:cNvContentPartPr/>
                <p14:nvPr/>
              </p14:nvContentPartPr>
              <p14:xfrm>
                <a:off x="8973288" y="3070224"/>
                <a:ext cx="337680" cy="10188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6C1CCD44-939B-5B2A-7E0B-A7A7CCBCF408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8964288" y="3061224"/>
                  <a:ext cx="35532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3400B615-3D35-2126-FBB6-4C679D8446E6}"/>
                    </a:ext>
                  </a:extLst>
                </p14:cNvPr>
                <p14:cNvContentPartPr/>
                <p14:nvPr/>
              </p14:nvContentPartPr>
              <p14:xfrm>
                <a:off x="9379008" y="3084264"/>
                <a:ext cx="90000" cy="406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3400B615-3D35-2126-FBB6-4C679D8446E6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9370368" y="3075264"/>
                  <a:ext cx="1076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A05EEE46-F7A7-6020-C9B6-70C66C3FBD4A}"/>
                    </a:ext>
                  </a:extLst>
                </p14:cNvPr>
                <p14:cNvContentPartPr/>
                <p14:nvPr/>
              </p14:nvContentPartPr>
              <p14:xfrm>
                <a:off x="9528048" y="2975544"/>
                <a:ext cx="80280" cy="1918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A05EEE46-F7A7-6020-C9B6-70C66C3FBD4A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9519408" y="2966544"/>
                  <a:ext cx="97920" cy="209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80EABE80-FE61-504E-B6DC-4E1534B04429}"/>
                  </a:ext>
                </a:extLst>
              </p14:cNvPr>
              <p14:cNvContentPartPr/>
              <p14:nvPr/>
            </p14:nvContentPartPr>
            <p14:xfrm>
              <a:off x="10042488" y="2974104"/>
              <a:ext cx="96480" cy="7776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80EABE80-FE61-504E-B6DC-4E1534B04429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10033488" y="2965104"/>
                <a:ext cx="114120" cy="95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F4E96683-8DAF-A8E8-0A05-516E1AB689BA}"/>
              </a:ext>
            </a:extLst>
          </p:cNvPr>
          <p:cNvGrpSpPr/>
          <p:nvPr/>
        </p:nvGrpSpPr>
        <p:grpSpPr>
          <a:xfrm>
            <a:off x="10312848" y="2872944"/>
            <a:ext cx="470160" cy="335160"/>
            <a:chOff x="10312848" y="2872944"/>
            <a:chExt cx="470160" cy="33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7A80F7A7-30FC-8F39-B58B-6DD3F5A2417E}"/>
                    </a:ext>
                  </a:extLst>
                </p14:cNvPr>
                <p14:cNvContentPartPr/>
                <p14:nvPr/>
              </p14:nvContentPartPr>
              <p14:xfrm>
                <a:off x="10312848" y="3006144"/>
                <a:ext cx="136080" cy="828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7A80F7A7-30FC-8F39-B58B-6DD3F5A2417E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0303848" y="2997144"/>
                  <a:ext cx="15372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5ED98D6F-6010-74C5-19D5-9568E59C72BA}"/>
                    </a:ext>
                  </a:extLst>
                </p14:cNvPr>
                <p14:cNvContentPartPr/>
                <p14:nvPr/>
              </p14:nvContentPartPr>
              <p14:xfrm>
                <a:off x="10322208" y="2872944"/>
                <a:ext cx="24480" cy="158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5ED98D6F-6010-74C5-19D5-9568E59C72BA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0313208" y="2863944"/>
                  <a:ext cx="421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071DEB20-EB10-ED7A-B213-D8A89FFC2FEE}"/>
                    </a:ext>
                  </a:extLst>
                </p14:cNvPr>
                <p14:cNvContentPartPr/>
                <p14:nvPr/>
              </p14:nvContentPartPr>
              <p14:xfrm>
                <a:off x="10593648" y="2930184"/>
                <a:ext cx="72720" cy="478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071DEB20-EB10-ED7A-B213-D8A89FFC2FEE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584648" y="2921184"/>
                  <a:ext cx="903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420BFBCC-22B9-8528-5241-C3F941AF7FD4}"/>
                    </a:ext>
                  </a:extLst>
                </p14:cNvPr>
                <p14:cNvContentPartPr/>
                <p14:nvPr/>
              </p14:nvContentPartPr>
              <p14:xfrm>
                <a:off x="10740168" y="3123144"/>
                <a:ext cx="42840" cy="849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420BFBCC-22B9-8528-5241-C3F941AF7FD4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731168" y="3114504"/>
                  <a:ext cx="60480" cy="10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C08BB3BD-A683-D2C0-5185-1E9D1F5E1D2C}"/>
              </a:ext>
            </a:extLst>
          </p:cNvPr>
          <p:cNvGrpSpPr/>
          <p:nvPr/>
        </p:nvGrpSpPr>
        <p:grpSpPr>
          <a:xfrm>
            <a:off x="10987128" y="2874744"/>
            <a:ext cx="1090800" cy="330840"/>
            <a:chOff x="10987128" y="2874744"/>
            <a:chExt cx="1090800" cy="33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B989CD1-113F-9B4F-9E9C-17AEB7665AA7}"/>
                    </a:ext>
                  </a:extLst>
                </p14:cNvPr>
                <p14:cNvContentPartPr/>
                <p14:nvPr/>
              </p14:nvContentPartPr>
              <p14:xfrm>
                <a:off x="10987128" y="2906064"/>
                <a:ext cx="47160" cy="5544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B989CD1-113F-9B4F-9E9C-17AEB7665AA7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978128" y="2897064"/>
                  <a:ext cx="6480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F79F2B70-B8F6-96FC-E8F1-06D08ADB1D96}"/>
                    </a:ext>
                  </a:extLst>
                </p14:cNvPr>
                <p14:cNvContentPartPr/>
                <p14:nvPr/>
              </p14:nvContentPartPr>
              <p14:xfrm>
                <a:off x="11108808" y="2961864"/>
                <a:ext cx="95040" cy="828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F79F2B70-B8F6-96FC-E8F1-06D08ADB1D96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1099808" y="2952864"/>
                  <a:ext cx="11268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6AF6203B-0405-CB8E-1749-EF4A1E42C5F4}"/>
                    </a:ext>
                  </a:extLst>
                </p14:cNvPr>
                <p14:cNvContentPartPr/>
                <p14:nvPr/>
              </p14:nvContentPartPr>
              <p14:xfrm>
                <a:off x="11337768" y="2874744"/>
                <a:ext cx="60840" cy="748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6AF6203B-0405-CB8E-1749-EF4A1E42C5F4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1329128" y="2865744"/>
                  <a:ext cx="7848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356A761F-C85F-1D97-CA31-373F21C231DA}"/>
                    </a:ext>
                  </a:extLst>
                </p14:cNvPr>
                <p14:cNvContentPartPr/>
                <p14:nvPr/>
              </p14:nvContentPartPr>
              <p14:xfrm>
                <a:off x="11384568" y="3108744"/>
                <a:ext cx="80280" cy="968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356A761F-C85F-1D97-CA31-373F21C231DA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1375568" y="3099744"/>
                  <a:ext cx="9792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1C09F4D9-9AB9-ACE0-9483-4BD7333E5E8D}"/>
                    </a:ext>
                  </a:extLst>
                </p14:cNvPr>
                <p14:cNvContentPartPr/>
                <p14:nvPr/>
              </p14:nvContentPartPr>
              <p14:xfrm>
                <a:off x="11615328" y="2949624"/>
                <a:ext cx="46440" cy="504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1C09F4D9-9AB9-ACE0-9483-4BD7333E5E8D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1606688" y="2940984"/>
                  <a:ext cx="6408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84C1D33F-CE3E-F157-5827-902EB668BC98}"/>
                    </a:ext>
                  </a:extLst>
                </p14:cNvPr>
                <p14:cNvContentPartPr/>
                <p14:nvPr/>
              </p14:nvContentPartPr>
              <p14:xfrm>
                <a:off x="11727648" y="2966544"/>
                <a:ext cx="87120" cy="687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84C1D33F-CE3E-F157-5827-902EB668BC98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11719008" y="2957904"/>
                  <a:ext cx="1047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DBBE7EAD-FE7F-544C-71C0-739458AC748E}"/>
                    </a:ext>
                  </a:extLst>
                </p14:cNvPr>
                <p14:cNvContentPartPr/>
                <p14:nvPr/>
              </p14:nvContentPartPr>
              <p14:xfrm>
                <a:off x="11788488" y="2899944"/>
                <a:ext cx="137520" cy="2671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DBBE7EAD-FE7F-544C-71C0-739458AC748E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1779848" y="2891304"/>
                  <a:ext cx="15516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A35D7734-B5FA-BF8C-4D3C-900922D91352}"/>
                    </a:ext>
                  </a:extLst>
                </p14:cNvPr>
                <p14:cNvContentPartPr/>
                <p14:nvPr/>
              </p14:nvContentPartPr>
              <p14:xfrm>
                <a:off x="12023928" y="2888424"/>
                <a:ext cx="54000" cy="932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A35D7734-B5FA-BF8C-4D3C-900922D91352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12014928" y="2879424"/>
                  <a:ext cx="71640" cy="110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7DBCC557-3F90-3411-AA5E-CFF5635F9828}"/>
                  </a:ext>
                </a:extLst>
              </p14:cNvPr>
              <p14:cNvContentPartPr/>
              <p14:nvPr/>
            </p14:nvContentPartPr>
            <p14:xfrm>
              <a:off x="3975408" y="3831264"/>
              <a:ext cx="484560" cy="18936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7DBCC557-3F90-3411-AA5E-CFF5635F9828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3966768" y="3822264"/>
                <a:ext cx="50220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2A9E8DAD-3D79-6D9C-06CD-BF7D95DDBAC7}"/>
                  </a:ext>
                </a:extLst>
              </p14:cNvPr>
              <p14:cNvContentPartPr/>
              <p14:nvPr/>
            </p14:nvContentPartPr>
            <p14:xfrm>
              <a:off x="4807728" y="3792744"/>
              <a:ext cx="114840" cy="5508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2A9E8DAD-3D79-6D9C-06CD-BF7D95DDBAC7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4799088" y="3784104"/>
                <a:ext cx="132480" cy="72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oup 205">
            <a:extLst>
              <a:ext uri="{FF2B5EF4-FFF2-40B4-BE49-F238E27FC236}">
                <a16:creationId xmlns:a16="http://schemas.microsoft.com/office/drawing/2014/main" id="{94B66A1F-22C5-79A5-3871-D882588E86A9}"/>
              </a:ext>
            </a:extLst>
          </p:cNvPr>
          <p:cNvGrpSpPr/>
          <p:nvPr/>
        </p:nvGrpSpPr>
        <p:grpSpPr>
          <a:xfrm>
            <a:off x="5174928" y="3607344"/>
            <a:ext cx="1273320" cy="305280"/>
            <a:chOff x="5174928" y="3607344"/>
            <a:chExt cx="1273320" cy="30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1A896E8-B62B-F8C8-C489-A7DCE9AF4904}"/>
                    </a:ext>
                  </a:extLst>
                </p14:cNvPr>
                <p14:cNvContentPartPr/>
                <p14:nvPr/>
              </p14:nvContentPartPr>
              <p14:xfrm>
                <a:off x="5174928" y="3643344"/>
                <a:ext cx="524880" cy="2692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1A896E8-B62B-F8C8-C489-A7DCE9AF4904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5166288" y="3634704"/>
                  <a:ext cx="54252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9B2E5F7E-E4A6-5E52-C389-951694AA7322}"/>
                    </a:ext>
                  </a:extLst>
                </p14:cNvPr>
                <p14:cNvContentPartPr/>
                <p14:nvPr/>
              </p14:nvContentPartPr>
              <p14:xfrm>
                <a:off x="5725728" y="3761064"/>
                <a:ext cx="2880" cy="5040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9B2E5F7E-E4A6-5E52-C389-951694AA7322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5716728" y="3752424"/>
                  <a:ext cx="2052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44E03E7E-C9B7-E390-D2BD-B89D18309FE3}"/>
                    </a:ext>
                  </a:extLst>
                </p14:cNvPr>
                <p14:cNvContentPartPr/>
                <p14:nvPr/>
              </p14:nvContentPartPr>
              <p14:xfrm>
                <a:off x="5551128" y="3657024"/>
                <a:ext cx="199440" cy="295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44E03E7E-C9B7-E390-D2BD-B89D18309FE3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5542128" y="3648384"/>
                  <a:ext cx="2170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7944CED3-1138-52FB-E3B8-9395AC9F2A1E}"/>
                    </a:ext>
                  </a:extLst>
                </p14:cNvPr>
                <p14:cNvContentPartPr/>
                <p14:nvPr/>
              </p14:nvContentPartPr>
              <p14:xfrm>
                <a:off x="5801688" y="3607344"/>
                <a:ext cx="83160" cy="2750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7944CED3-1138-52FB-E3B8-9395AC9F2A1E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5793048" y="3598704"/>
                  <a:ext cx="10080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501C2B86-2E7E-100F-5DA6-035596BAFD83}"/>
                    </a:ext>
                  </a:extLst>
                </p14:cNvPr>
                <p14:cNvContentPartPr/>
                <p14:nvPr/>
              </p14:nvContentPartPr>
              <p14:xfrm>
                <a:off x="5950008" y="3792384"/>
                <a:ext cx="90000" cy="345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501C2B86-2E7E-100F-5DA6-035596BAFD83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5941368" y="3783744"/>
                  <a:ext cx="10764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B6B23C3F-73A5-D7E8-76B8-A950642E6DBD}"/>
                    </a:ext>
                  </a:extLst>
                </p14:cNvPr>
                <p14:cNvContentPartPr/>
                <p14:nvPr/>
              </p14:nvContentPartPr>
              <p14:xfrm>
                <a:off x="6120648" y="3687984"/>
                <a:ext cx="151920" cy="125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B6B23C3F-73A5-D7E8-76B8-A950642E6DBD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6112008" y="3679344"/>
                  <a:ext cx="16956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E94D2958-91BD-EBB8-886D-B88ADD575F35}"/>
                    </a:ext>
                  </a:extLst>
                </p14:cNvPr>
                <p14:cNvContentPartPr/>
                <p14:nvPr/>
              </p14:nvContentPartPr>
              <p14:xfrm>
                <a:off x="6389568" y="3670704"/>
                <a:ext cx="58680" cy="561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E94D2958-91BD-EBB8-886D-B88ADD575F35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6380568" y="3662064"/>
                  <a:ext cx="76320" cy="7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3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15EA3EF0-C3A0-9E1E-B437-AA628F44EF88}"/>
                  </a:ext>
                </a:extLst>
              </p14:cNvPr>
              <p14:cNvContentPartPr/>
              <p14:nvPr/>
            </p14:nvContentPartPr>
            <p14:xfrm>
              <a:off x="6964488" y="3603744"/>
              <a:ext cx="380880" cy="12132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15EA3EF0-C3A0-9E1E-B437-AA628F44EF88}"/>
                  </a:ext>
                </a:extLst>
              </p:cNvPr>
              <p:cNvPicPr/>
              <p:nvPr/>
            </p:nvPicPr>
            <p:blipFill>
              <a:blip r:embed="rId334"/>
              <a:stretch>
                <a:fillRect/>
              </a:stretch>
            </p:blipFill>
            <p:spPr>
              <a:xfrm>
                <a:off x="6955848" y="3594744"/>
                <a:ext cx="398520" cy="138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18" name="Group 217">
            <a:extLst>
              <a:ext uri="{FF2B5EF4-FFF2-40B4-BE49-F238E27FC236}">
                <a16:creationId xmlns:a16="http://schemas.microsoft.com/office/drawing/2014/main" id="{2A0997F4-A702-C914-6A06-71A9BBAC185C}"/>
              </a:ext>
            </a:extLst>
          </p:cNvPr>
          <p:cNvGrpSpPr/>
          <p:nvPr/>
        </p:nvGrpSpPr>
        <p:grpSpPr>
          <a:xfrm>
            <a:off x="7736328" y="3351744"/>
            <a:ext cx="1491120" cy="596160"/>
            <a:chOff x="7736328" y="3351744"/>
            <a:chExt cx="1491120" cy="59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82BD1F5E-60C2-5F62-762D-8BA8249CA175}"/>
                    </a:ext>
                  </a:extLst>
                </p14:cNvPr>
                <p14:cNvContentPartPr/>
                <p14:nvPr/>
              </p14:nvContentPartPr>
              <p14:xfrm>
                <a:off x="7736328" y="3440304"/>
                <a:ext cx="509760" cy="5076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82BD1F5E-60C2-5F62-762D-8BA8249CA175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7727688" y="3431664"/>
                  <a:ext cx="527400" cy="52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5C94A17B-F96D-2057-01CD-5CE68132ACFD}"/>
                    </a:ext>
                  </a:extLst>
                </p14:cNvPr>
                <p14:cNvContentPartPr/>
                <p14:nvPr/>
              </p14:nvContentPartPr>
              <p14:xfrm>
                <a:off x="8246808" y="3532464"/>
                <a:ext cx="86040" cy="1105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5C94A17B-F96D-2057-01CD-5CE68132ACFD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8238168" y="3523824"/>
                  <a:ext cx="1036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241248A5-88CC-E26D-8BDF-C6A88F52CC60}"/>
                    </a:ext>
                  </a:extLst>
                </p14:cNvPr>
                <p14:cNvContentPartPr/>
                <p14:nvPr/>
              </p14:nvContentPartPr>
              <p14:xfrm>
                <a:off x="8400168" y="3515904"/>
                <a:ext cx="46800" cy="1155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241248A5-88CC-E26D-8BDF-C6A88F52CC60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8391528" y="3507264"/>
                  <a:ext cx="6444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AAE643E-3A08-55F2-70B1-7FF68A931166}"/>
                    </a:ext>
                  </a:extLst>
                </p14:cNvPr>
                <p14:cNvContentPartPr/>
                <p14:nvPr/>
              </p14:nvContentPartPr>
              <p14:xfrm>
                <a:off x="8529048" y="3351744"/>
                <a:ext cx="698400" cy="4190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AAE643E-3A08-55F2-70B1-7FF68A931166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8520408" y="3342744"/>
                  <a:ext cx="71604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90F98729-2782-61CE-9BA1-950A0008E379}"/>
                    </a:ext>
                  </a:extLst>
                </p14:cNvPr>
                <p14:cNvContentPartPr/>
                <p14:nvPr/>
              </p14:nvContentPartPr>
              <p14:xfrm>
                <a:off x="8011728" y="3447144"/>
                <a:ext cx="335880" cy="795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90F98729-2782-61CE-9BA1-950A0008E379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8002728" y="3438144"/>
                  <a:ext cx="353520" cy="9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61B99AEE-4D28-B27E-4630-330DA7C612CE}"/>
              </a:ext>
            </a:extLst>
          </p:cNvPr>
          <p:cNvGrpSpPr/>
          <p:nvPr/>
        </p:nvGrpSpPr>
        <p:grpSpPr>
          <a:xfrm>
            <a:off x="9631008" y="3316464"/>
            <a:ext cx="1228680" cy="331200"/>
            <a:chOff x="9631008" y="3316464"/>
            <a:chExt cx="122868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F65FC789-2E6A-0A96-84B9-2624B37B0EB4}"/>
                    </a:ext>
                  </a:extLst>
                </p14:cNvPr>
                <p14:cNvContentPartPr/>
                <p14:nvPr/>
              </p14:nvContentPartPr>
              <p14:xfrm>
                <a:off x="9631008" y="3436344"/>
                <a:ext cx="751680" cy="1753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F65FC789-2E6A-0A96-84B9-2624B37B0EB4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9622008" y="3427704"/>
                  <a:ext cx="7693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86EAA273-E11D-505B-A854-CF74E6BDD14B}"/>
                    </a:ext>
                  </a:extLst>
                </p14:cNvPr>
                <p14:cNvContentPartPr/>
                <p14:nvPr/>
              </p14:nvContentPartPr>
              <p14:xfrm>
                <a:off x="10442088" y="3316464"/>
                <a:ext cx="83160" cy="22356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86EAA273-E11D-505B-A854-CF74E6BDD14B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10433448" y="3307824"/>
                  <a:ext cx="1008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3E886E53-73AD-7F90-348E-E88AF780E5A7}"/>
                    </a:ext>
                  </a:extLst>
                </p14:cNvPr>
                <p14:cNvContentPartPr/>
                <p14:nvPr/>
              </p14:nvContentPartPr>
              <p14:xfrm>
                <a:off x="10561248" y="3451464"/>
                <a:ext cx="115920" cy="1962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3E886E53-73AD-7F90-348E-E88AF780E5A7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0552248" y="3442464"/>
                  <a:ext cx="1335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98329B7E-88ED-14FF-1F29-38E41F6ED2CB}"/>
                    </a:ext>
                  </a:extLst>
                </p14:cNvPr>
                <p14:cNvContentPartPr/>
                <p14:nvPr/>
              </p14:nvContentPartPr>
              <p14:xfrm>
                <a:off x="10821528" y="3594744"/>
                <a:ext cx="38160" cy="262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98329B7E-88ED-14FF-1F29-38E41F6ED2CB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10812528" y="3586104"/>
                  <a:ext cx="55800" cy="4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35D5A583-F336-2B75-B201-41BF9EBF4738}"/>
              </a:ext>
            </a:extLst>
          </p:cNvPr>
          <p:cNvGrpSpPr/>
          <p:nvPr/>
        </p:nvGrpSpPr>
        <p:grpSpPr>
          <a:xfrm>
            <a:off x="791568" y="4231584"/>
            <a:ext cx="975600" cy="348840"/>
            <a:chOff x="791568" y="4231584"/>
            <a:chExt cx="975600" cy="34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8C4699A-FD38-123B-7DE1-55FC57E1B19D}"/>
                    </a:ext>
                  </a:extLst>
                </p14:cNvPr>
                <p14:cNvContentPartPr/>
                <p14:nvPr/>
              </p14:nvContentPartPr>
              <p14:xfrm>
                <a:off x="791568" y="4249224"/>
                <a:ext cx="172440" cy="2833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8C4699A-FD38-123B-7DE1-55FC57E1B19D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782568" y="4240584"/>
                  <a:ext cx="19008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FA440BB3-8DCD-6D7D-DF94-02D14CAEF752}"/>
                    </a:ext>
                  </a:extLst>
                </p14:cNvPr>
                <p14:cNvContentPartPr/>
                <p14:nvPr/>
              </p14:nvContentPartPr>
              <p14:xfrm>
                <a:off x="1083168" y="4231584"/>
                <a:ext cx="330840" cy="3488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FA440BB3-8DCD-6D7D-DF94-02D14CAEF752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1074168" y="4222584"/>
                  <a:ext cx="34848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1A391358-A7AE-5D49-E18A-495B74E9131E}"/>
                    </a:ext>
                  </a:extLst>
                </p14:cNvPr>
                <p14:cNvContentPartPr/>
                <p14:nvPr/>
              </p14:nvContentPartPr>
              <p14:xfrm>
                <a:off x="1126368" y="4287744"/>
                <a:ext cx="141120" cy="8532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1A391358-A7AE-5D49-E18A-495B74E9131E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1117728" y="4278744"/>
                  <a:ext cx="15876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BCF6576E-0B66-2B77-94BA-7E5965DB6D8B}"/>
                    </a:ext>
                  </a:extLst>
                </p14:cNvPr>
                <p14:cNvContentPartPr/>
                <p14:nvPr/>
              </p14:nvContentPartPr>
              <p14:xfrm>
                <a:off x="1442448" y="4307184"/>
                <a:ext cx="122400" cy="1623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BCF6576E-0B66-2B77-94BA-7E5965DB6D8B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1433808" y="4298184"/>
                  <a:ext cx="1400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005FBD2B-AC1E-7A74-F5AF-219169403B99}"/>
                    </a:ext>
                  </a:extLst>
                </p14:cNvPr>
                <p14:cNvContentPartPr/>
                <p14:nvPr/>
              </p14:nvContentPartPr>
              <p14:xfrm>
                <a:off x="1745928" y="4341384"/>
                <a:ext cx="21240" cy="1713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005FBD2B-AC1E-7A74-F5AF-219169403B99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1736928" y="4332744"/>
                  <a:ext cx="38880" cy="18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6B06224F-5D61-6822-439F-B88538DDD195}"/>
              </a:ext>
            </a:extLst>
          </p:cNvPr>
          <p:cNvGrpSpPr/>
          <p:nvPr/>
        </p:nvGrpSpPr>
        <p:grpSpPr>
          <a:xfrm>
            <a:off x="2179368" y="4239144"/>
            <a:ext cx="942120" cy="268200"/>
            <a:chOff x="2179368" y="4239144"/>
            <a:chExt cx="94212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549806EE-2710-843F-0E4F-BD29211BD832}"/>
                    </a:ext>
                  </a:extLst>
                </p14:cNvPr>
                <p14:cNvContentPartPr/>
                <p14:nvPr/>
              </p14:nvContentPartPr>
              <p14:xfrm>
                <a:off x="2317608" y="4332024"/>
                <a:ext cx="69840" cy="1753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549806EE-2710-843F-0E4F-BD29211BD832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2308608" y="4323384"/>
                  <a:ext cx="874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6BBE0742-DC27-735D-9081-F4D839E7422F}"/>
                    </a:ext>
                  </a:extLst>
                </p14:cNvPr>
                <p14:cNvContentPartPr/>
                <p14:nvPr/>
              </p14:nvContentPartPr>
              <p14:xfrm>
                <a:off x="2179368" y="4239144"/>
                <a:ext cx="307800" cy="1159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6BBE0742-DC27-735D-9081-F4D839E7422F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2170368" y="4230144"/>
                  <a:ext cx="32544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F454D77E-5E1F-F166-4F60-093713366587}"/>
                    </a:ext>
                  </a:extLst>
                </p14:cNvPr>
                <p14:cNvContentPartPr/>
                <p14:nvPr/>
              </p14:nvContentPartPr>
              <p14:xfrm>
                <a:off x="2532888" y="4380624"/>
                <a:ext cx="114480" cy="9648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F454D77E-5E1F-F166-4F60-093713366587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2524248" y="4371984"/>
                  <a:ext cx="1321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EAC145E1-3B95-B3C4-CB34-D48595F4FEF9}"/>
                    </a:ext>
                  </a:extLst>
                </p14:cNvPr>
                <p14:cNvContentPartPr/>
                <p14:nvPr/>
              </p14:nvContentPartPr>
              <p14:xfrm>
                <a:off x="2779128" y="4354344"/>
                <a:ext cx="342360" cy="954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EAC145E1-3B95-B3C4-CB34-D48595F4FEF9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2770488" y="4345704"/>
                  <a:ext cx="36000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D236FD70-98ED-6C64-E30E-BA8114E80B3F}"/>
                    </a:ext>
                  </a:extLst>
                </p14:cNvPr>
                <p14:cNvContentPartPr/>
                <p14:nvPr/>
              </p14:nvContentPartPr>
              <p14:xfrm>
                <a:off x="2923488" y="4258584"/>
                <a:ext cx="30240" cy="187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D236FD70-98ED-6C64-E30E-BA8114E80B3F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2914848" y="4249584"/>
                  <a:ext cx="4788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818B810C-A13A-146A-0220-9B9D36D580AF}"/>
              </a:ext>
            </a:extLst>
          </p:cNvPr>
          <p:cNvGrpSpPr/>
          <p:nvPr/>
        </p:nvGrpSpPr>
        <p:grpSpPr>
          <a:xfrm>
            <a:off x="3442608" y="4165344"/>
            <a:ext cx="297720" cy="272160"/>
            <a:chOff x="3442608" y="4165344"/>
            <a:chExt cx="297720" cy="27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90A6B771-6314-899D-C5E9-86C29AAD5641}"/>
                    </a:ext>
                  </a:extLst>
                </p14:cNvPr>
                <p14:cNvContentPartPr/>
                <p14:nvPr/>
              </p14:nvContentPartPr>
              <p14:xfrm>
                <a:off x="3444768" y="4217544"/>
                <a:ext cx="43200" cy="2199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90A6B771-6314-899D-C5E9-86C29AAD5641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3436128" y="4208904"/>
                  <a:ext cx="608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0428E447-5B80-BFA5-2327-F065B23A8314}"/>
                    </a:ext>
                  </a:extLst>
                </p14:cNvPr>
                <p14:cNvContentPartPr/>
                <p14:nvPr/>
              </p14:nvContentPartPr>
              <p14:xfrm>
                <a:off x="3442608" y="4165344"/>
                <a:ext cx="297720" cy="23148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0428E447-5B80-BFA5-2327-F065B23A8314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3433968" y="4156344"/>
                  <a:ext cx="315360" cy="24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0E279A16-C32F-836A-A7A2-C1D9C76D0BD9}"/>
              </a:ext>
            </a:extLst>
          </p:cNvPr>
          <p:cNvGrpSpPr/>
          <p:nvPr/>
        </p:nvGrpSpPr>
        <p:grpSpPr>
          <a:xfrm>
            <a:off x="4002408" y="4115664"/>
            <a:ext cx="1128240" cy="322560"/>
            <a:chOff x="4002408" y="4115664"/>
            <a:chExt cx="1128240" cy="32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5FC8B236-195B-576C-6598-8EEDBC512F63}"/>
                    </a:ext>
                  </a:extLst>
                </p14:cNvPr>
                <p14:cNvContentPartPr/>
                <p14:nvPr/>
              </p14:nvContentPartPr>
              <p14:xfrm>
                <a:off x="4002408" y="4229064"/>
                <a:ext cx="299160" cy="13608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5FC8B236-195B-576C-6598-8EEDBC512F63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3993408" y="4220064"/>
                  <a:ext cx="31680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0097E1A6-C651-425E-A529-7041E0463283}"/>
                    </a:ext>
                  </a:extLst>
                </p14:cNvPr>
                <p14:cNvContentPartPr/>
                <p14:nvPr/>
              </p14:nvContentPartPr>
              <p14:xfrm>
                <a:off x="4394088" y="4115664"/>
                <a:ext cx="222840" cy="21528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0097E1A6-C651-425E-A529-7041E0463283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4385448" y="4107024"/>
                  <a:ext cx="2404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B7434C34-198A-3F54-DBF2-C8FECF723BBA}"/>
                    </a:ext>
                  </a:extLst>
                </p14:cNvPr>
                <p14:cNvContentPartPr/>
                <p14:nvPr/>
              </p14:nvContentPartPr>
              <p14:xfrm>
                <a:off x="4643928" y="4177944"/>
                <a:ext cx="14400" cy="226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B7434C34-198A-3F54-DBF2-C8FECF723BBA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4634928" y="4168944"/>
                  <a:ext cx="320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894181DB-4060-CA13-D0A1-559E12A44C5B}"/>
                    </a:ext>
                  </a:extLst>
                </p14:cNvPr>
                <p14:cNvContentPartPr/>
                <p14:nvPr/>
              </p14:nvContentPartPr>
              <p14:xfrm>
                <a:off x="4724208" y="4204224"/>
                <a:ext cx="140760" cy="23400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894181DB-4060-CA13-D0A1-559E12A44C5B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4715208" y="4195584"/>
                  <a:ext cx="15840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D1E8E698-E8BD-135E-8292-5AC4CECC20D0}"/>
                    </a:ext>
                  </a:extLst>
                </p14:cNvPr>
                <p14:cNvContentPartPr/>
                <p14:nvPr/>
              </p14:nvContentPartPr>
              <p14:xfrm>
                <a:off x="5037768" y="4291344"/>
                <a:ext cx="92880" cy="424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D1E8E698-E8BD-135E-8292-5AC4CECC20D0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5029128" y="4282344"/>
                  <a:ext cx="110520" cy="6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0D285EB0-AA64-3AEA-E709-1210866E1181}"/>
              </a:ext>
            </a:extLst>
          </p:cNvPr>
          <p:cNvGrpSpPr/>
          <p:nvPr/>
        </p:nvGrpSpPr>
        <p:grpSpPr>
          <a:xfrm>
            <a:off x="5353488" y="4179744"/>
            <a:ext cx="660240" cy="382680"/>
            <a:chOff x="5353488" y="4179744"/>
            <a:chExt cx="660240" cy="38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47F441F1-B113-7554-1BFF-0223FCD46F47}"/>
                    </a:ext>
                  </a:extLst>
                </p14:cNvPr>
                <p14:cNvContentPartPr/>
                <p14:nvPr/>
              </p14:nvContentPartPr>
              <p14:xfrm>
                <a:off x="5353488" y="4179744"/>
                <a:ext cx="329040" cy="38268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47F441F1-B113-7554-1BFF-0223FCD46F47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5344848" y="4170744"/>
                  <a:ext cx="34668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80132894-1827-561B-1919-AB057A6E1FDA}"/>
                    </a:ext>
                  </a:extLst>
                </p14:cNvPr>
                <p14:cNvContentPartPr/>
                <p14:nvPr/>
              </p14:nvContentPartPr>
              <p14:xfrm>
                <a:off x="5710248" y="4220064"/>
                <a:ext cx="100080" cy="4644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80132894-1827-561B-1919-AB057A6E1FDA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5701248" y="4211064"/>
                  <a:ext cx="1177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25841903-2E25-C837-1EF4-EDA6E009193E}"/>
                    </a:ext>
                  </a:extLst>
                </p14:cNvPr>
                <p14:cNvContentPartPr/>
                <p14:nvPr/>
              </p14:nvContentPartPr>
              <p14:xfrm>
                <a:off x="5855328" y="4227984"/>
                <a:ext cx="158400" cy="180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25841903-2E25-C837-1EF4-EDA6E009193E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5846328" y="4219344"/>
                  <a:ext cx="176040" cy="3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0EF7D0FF-F22D-AFE1-7177-7EE6C3757B0D}"/>
              </a:ext>
            </a:extLst>
          </p:cNvPr>
          <p:cNvGrpSpPr/>
          <p:nvPr/>
        </p:nvGrpSpPr>
        <p:grpSpPr>
          <a:xfrm>
            <a:off x="6290568" y="3978504"/>
            <a:ext cx="883800" cy="294840"/>
            <a:chOff x="6290568" y="3978504"/>
            <a:chExt cx="883800" cy="29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0C2A023F-4E56-2099-5EE9-109B168A8A8C}"/>
                    </a:ext>
                  </a:extLst>
                </p14:cNvPr>
                <p14:cNvContentPartPr/>
                <p14:nvPr/>
              </p14:nvContentPartPr>
              <p14:xfrm>
                <a:off x="6290568" y="4053384"/>
                <a:ext cx="398880" cy="2199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0C2A023F-4E56-2099-5EE9-109B168A8A8C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6281568" y="4044744"/>
                  <a:ext cx="4165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8A5B6C24-3084-69A2-5D3B-0850B0C24A64}"/>
                    </a:ext>
                  </a:extLst>
                </p14:cNvPr>
                <p14:cNvContentPartPr/>
                <p14:nvPr/>
              </p14:nvContentPartPr>
              <p14:xfrm>
                <a:off x="6731928" y="4018464"/>
                <a:ext cx="77760" cy="14184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8A5B6C24-3084-69A2-5D3B-0850B0C24A64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6722928" y="4009464"/>
                  <a:ext cx="954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E09F3979-80A3-9086-2304-1EA6504DAD7F}"/>
                    </a:ext>
                  </a:extLst>
                </p14:cNvPr>
                <p14:cNvContentPartPr/>
                <p14:nvPr/>
              </p14:nvContentPartPr>
              <p14:xfrm>
                <a:off x="6864408" y="3978504"/>
                <a:ext cx="142560" cy="15192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E09F3979-80A3-9086-2304-1EA6504DAD7F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6855768" y="3969504"/>
                  <a:ext cx="1602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0C9FE4B6-C089-4DFC-E4F1-B4563D3959CC}"/>
                    </a:ext>
                  </a:extLst>
                </p14:cNvPr>
                <p14:cNvContentPartPr/>
                <p14:nvPr/>
              </p14:nvContentPartPr>
              <p14:xfrm>
                <a:off x="7131168" y="4101984"/>
                <a:ext cx="43200" cy="284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0C9FE4B6-C089-4DFC-E4F1-B4563D3959CC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7122168" y="4092984"/>
                  <a:ext cx="60840" cy="4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9DE655AD-0996-6A67-BB95-43A494EFE293}"/>
              </a:ext>
            </a:extLst>
          </p:cNvPr>
          <p:cNvGrpSpPr/>
          <p:nvPr/>
        </p:nvGrpSpPr>
        <p:grpSpPr>
          <a:xfrm>
            <a:off x="946368" y="4923504"/>
            <a:ext cx="1002240" cy="339480"/>
            <a:chOff x="946368" y="4923504"/>
            <a:chExt cx="1002240" cy="33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5421D9B9-618D-56ED-A5BC-DD8848D87999}"/>
                    </a:ext>
                  </a:extLst>
                </p14:cNvPr>
                <p14:cNvContentPartPr/>
                <p14:nvPr/>
              </p14:nvContentPartPr>
              <p14:xfrm>
                <a:off x="946368" y="5067144"/>
                <a:ext cx="166680" cy="1958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5421D9B9-618D-56ED-A5BC-DD8848D87999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937728" y="5058144"/>
                  <a:ext cx="18432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F9CE5583-3E09-4B98-ECC6-416D5760B9B7}"/>
                    </a:ext>
                  </a:extLst>
                </p14:cNvPr>
                <p14:cNvContentPartPr/>
                <p14:nvPr/>
              </p14:nvContentPartPr>
              <p14:xfrm>
                <a:off x="1217808" y="5000544"/>
                <a:ext cx="333000" cy="2599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F9CE5583-3E09-4B98-ECC6-416D5760B9B7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1209168" y="4991904"/>
                  <a:ext cx="3506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C4356D70-1DB2-323C-B0A6-BA3E1D9B765C}"/>
                    </a:ext>
                  </a:extLst>
                </p14:cNvPr>
                <p14:cNvContentPartPr/>
                <p14:nvPr/>
              </p14:nvContentPartPr>
              <p14:xfrm>
                <a:off x="1226088" y="4984704"/>
                <a:ext cx="149040" cy="6984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C4356D70-1DB2-323C-B0A6-BA3E1D9B765C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1217448" y="4975704"/>
                  <a:ext cx="1666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393D1F60-79CD-FAA2-106C-67EAB87040D7}"/>
                    </a:ext>
                  </a:extLst>
                </p14:cNvPr>
                <p14:cNvContentPartPr/>
                <p14:nvPr/>
              </p14:nvContentPartPr>
              <p14:xfrm>
                <a:off x="1602288" y="4923504"/>
                <a:ext cx="140040" cy="2538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393D1F60-79CD-FAA2-106C-67EAB87040D7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1593648" y="4914864"/>
                  <a:ext cx="15768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D92C7D5A-F496-48E5-AA0A-F784B1E5C9CA}"/>
                    </a:ext>
                  </a:extLst>
                </p14:cNvPr>
                <p14:cNvContentPartPr/>
                <p14:nvPr/>
              </p14:nvContentPartPr>
              <p14:xfrm>
                <a:off x="1903968" y="4994784"/>
                <a:ext cx="44640" cy="1839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D92C7D5A-F496-48E5-AA0A-F784B1E5C9CA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1894968" y="4985784"/>
                  <a:ext cx="62280" cy="20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748795B9-34D3-61B8-C2EE-22E35F2C3FDC}"/>
              </a:ext>
            </a:extLst>
          </p:cNvPr>
          <p:cNvGrpSpPr/>
          <p:nvPr/>
        </p:nvGrpSpPr>
        <p:grpSpPr>
          <a:xfrm>
            <a:off x="2465208" y="4842504"/>
            <a:ext cx="1148760" cy="388800"/>
            <a:chOff x="2465208" y="4842504"/>
            <a:chExt cx="1148760" cy="38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330CA254-B8D0-DACA-4C07-DB9EFE4EA58C}"/>
                    </a:ext>
                  </a:extLst>
                </p14:cNvPr>
                <p14:cNvContentPartPr/>
                <p14:nvPr/>
              </p14:nvContentPartPr>
              <p14:xfrm>
                <a:off x="2465208" y="4944744"/>
                <a:ext cx="164880" cy="2307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330CA254-B8D0-DACA-4C07-DB9EFE4EA58C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2456208" y="4936104"/>
                  <a:ext cx="18252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30CD995A-C697-4A4E-A570-72A9E8AA003B}"/>
                    </a:ext>
                  </a:extLst>
                </p14:cNvPr>
                <p14:cNvContentPartPr/>
                <p14:nvPr/>
              </p14:nvContentPartPr>
              <p14:xfrm>
                <a:off x="2494368" y="5020704"/>
                <a:ext cx="130680" cy="6300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30CD995A-C697-4A4E-A570-72A9E8AA003B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2485368" y="5012064"/>
                  <a:ext cx="1483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61A8FB21-2FD5-9A41-A843-26960D21E5AB}"/>
                    </a:ext>
                  </a:extLst>
                </p14:cNvPr>
                <p14:cNvContentPartPr/>
                <p14:nvPr/>
              </p14:nvContentPartPr>
              <p14:xfrm>
                <a:off x="2508408" y="4898664"/>
                <a:ext cx="129240" cy="532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61A8FB21-2FD5-9A41-A843-26960D21E5AB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2499408" y="4890024"/>
                  <a:ext cx="1468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AA79295D-52F7-BDA8-457F-E08FC6C19C51}"/>
                    </a:ext>
                  </a:extLst>
                </p14:cNvPr>
                <p14:cNvContentPartPr/>
                <p14:nvPr/>
              </p14:nvContentPartPr>
              <p14:xfrm>
                <a:off x="2734488" y="5009544"/>
                <a:ext cx="149400" cy="1242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AA79295D-52F7-BDA8-457F-E08FC6C19C51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2725488" y="5000904"/>
                  <a:ext cx="16704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1980A5D0-7969-4399-D345-6DB953FD00E7}"/>
                    </a:ext>
                  </a:extLst>
                </p14:cNvPr>
                <p14:cNvContentPartPr/>
                <p14:nvPr/>
              </p14:nvContentPartPr>
              <p14:xfrm>
                <a:off x="2948688" y="4869144"/>
                <a:ext cx="66960" cy="2365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1980A5D0-7969-4399-D345-6DB953FD00E7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2939688" y="4860144"/>
                  <a:ext cx="8460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B14CC50D-A717-1544-8AAF-355E652DF539}"/>
                    </a:ext>
                  </a:extLst>
                </p14:cNvPr>
                <p14:cNvContentPartPr/>
                <p14:nvPr/>
              </p14:nvContentPartPr>
              <p14:xfrm>
                <a:off x="2755008" y="5047344"/>
                <a:ext cx="105840" cy="9756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B14CC50D-A717-1544-8AAF-355E652DF539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2746368" y="5038344"/>
                  <a:ext cx="1234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0D5BC479-A057-6F19-CE2D-56FDA6C40295}"/>
                    </a:ext>
                  </a:extLst>
                </p14:cNvPr>
                <p14:cNvContentPartPr/>
                <p14:nvPr/>
              </p14:nvContentPartPr>
              <p14:xfrm>
                <a:off x="2718288" y="5027904"/>
                <a:ext cx="147600" cy="20340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0D5BC479-A057-6F19-CE2D-56FDA6C40295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2709648" y="5018904"/>
                  <a:ext cx="1652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01DE769-F10D-A3D3-A8B8-05E4F9296F0C}"/>
                    </a:ext>
                  </a:extLst>
                </p14:cNvPr>
                <p14:cNvContentPartPr/>
                <p14:nvPr/>
              </p14:nvContentPartPr>
              <p14:xfrm>
                <a:off x="2935008" y="5007024"/>
                <a:ext cx="128880" cy="6264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01DE769-F10D-A3D3-A8B8-05E4F9296F0C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2926368" y="4998024"/>
                  <a:ext cx="14652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7A533653-8555-9F1D-B0D1-7054D2004B67}"/>
                    </a:ext>
                  </a:extLst>
                </p14:cNvPr>
                <p14:cNvContentPartPr/>
                <p14:nvPr/>
              </p14:nvContentPartPr>
              <p14:xfrm>
                <a:off x="3117888" y="4979664"/>
                <a:ext cx="189360" cy="928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7A533653-8555-9F1D-B0D1-7054D2004B67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3109248" y="4971024"/>
                  <a:ext cx="20700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C433A93A-7BBC-8291-76F0-2C135FF208C1}"/>
                    </a:ext>
                  </a:extLst>
                </p14:cNvPr>
                <p14:cNvContentPartPr/>
                <p14:nvPr/>
              </p14:nvContentPartPr>
              <p14:xfrm>
                <a:off x="3329928" y="4966344"/>
                <a:ext cx="77040" cy="529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C433A93A-7BBC-8291-76F0-2C135FF208C1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3321288" y="4957344"/>
                  <a:ext cx="9468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23F26223-F879-E501-AE59-B07920720FB4}"/>
                    </a:ext>
                  </a:extLst>
                </p14:cNvPr>
                <p14:cNvContentPartPr/>
                <p14:nvPr/>
              </p14:nvContentPartPr>
              <p14:xfrm>
                <a:off x="3428928" y="4842504"/>
                <a:ext cx="171360" cy="1735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23F26223-F879-E501-AE59-B07920720FB4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3419928" y="4833504"/>
                  <a:ext cx="1890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E47AB07F-2A45-D8E6-8EE9-F9797F564D7A}"/>
                    </a:ext>
                  </a:extLst>
                </p14:cNvPr>
                <p14:cNvContentPartPr/>
                <p14:nvPr/>
              </p14:nvContentPartPr>
              <p14:xfrm>
                <a:off x="3585168" y="4955904"/>
                <a:ext cx="28800" cy="2772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E47AB07F-2A45-D8E6-8EE9-F9797F564D7A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3576168" y="4947264"/>
                  <a:ext cx="46440" cy="4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D3AE94C1-084C-1F44-F399-EF9E5F924683}"/>
              </a:ext>
            </a:extLst>
          </p:cNvPr>
          <p:cNvGrpSpPr/>
          <p:nvPr/>
        </p:nvGrpSpPr>
        <p:grpSpPr>
          <a:xfrm>
            <a:off x="4106808" y="4797864"/>
            <a:ext cx="702720" cy="153000"/>
            <a:chOff x="4106808" y="4797864"/>
            <a:chExt cx="702720" cy="15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CB5376C1-E86B-8C0C-19F2-682DB224AB1F}"/>
                    </a:ext>
                  </a:extLst>
                </p14:cNvPr>
                <p14:cNvContentPartPr/>
                <p14:nvPr/>
              </p14:nvContentPartPr>
              <p14:xfrm>
                <a:off x="4106808" y="4820184"/>
                <a:ext cx="237240" cy="1306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CB5376C1-E86B-8C0C-19F2-682DB224AB1F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4098168" y="4811184"/>
                  <a:ext cx="25488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07904BE5-C959-F946-4E25-8F79E8FA9239}"/>
                    </a:ext>
                  </a:extLst>
                </p14:cNvPr>
                <p14:cNvContentPartPr/>
                <p14:nvPr/>
              </p14:nvContentPartPr>
              <p14:xfrm>
                <a:off x="4434768" y="4848984"/>
                <a:ext cx="62640" cy="7704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07904BE5-C959-F946-4E25-8F79E8FA9239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4426128" y="4840344"/>
                  <a:ext cx="802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2F1D9EDD-ACC1-FBAC-4933-1FB21CDDD1E0}"/>
                    </a:ext>
                  </a:extLst>
                </p14:cNvPr>
                <p14:cNvContentPartPr/>
                <p14:nvPr/>
              </p14:nvContentPartPr>
              <p14:xfrm>
                <a:off x="4560408" y="4797864"/>
                <a:ext cx="249120" cy="1454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2F1D9EDD-ACC1-FBAC-4933-1FB21CDDD1E0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4551408" y="4788864"/>
                  <a:ext cx="266760" cy="16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A68D36E9-C9AF-3CC5-7D27-49093DC0A296}"/>
              </a:ext>
            </a:extLst>
          </p:cNvPr>
          <p:cNvGrpSpPr/>
          <p:nvPr/>
        </p:nvGrpSpPr>
        <p:grpSpPr>
          <a:xfrm>
            <a:off x="5193648" y="4587264"/>
            <a:ext cx="1874520" cy="509760"/>
            <a:chOff x="5193648" y="4587264"/>
            <a:chExt cx="1874520" cy="50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1B3E536A-44EA-E000-02AC-529D6F92EE58}"/>
                    </a:ext>
                  </a:extLst>
                </p14:cNvPr>
                <p14:cNvContentPartPr/>
                <p14:nvPr/>
              </p14:nvContentPartPr>
              <p14:xfrm>
                <a:off x="5193648" y="4751784"/>
                <a:ext cx="130680" cy="1753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1B3E536A-44EA-E000-02AC-529D6F92EE58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5184648" y="4743144"/>
                  <a:ext cx="1483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6796C11F-E0C5-041A-BDA4-B6BC27D44E42}"/>
                    </a:ext>
                  </a:extLst>
                </p14:cNvPr>
                <p14:cNvContentPartPr/>
                <p14:nvPr/>
              </p14:nvContentPartPr>
              <p14:xfrm>
                <a:off x="5244048" y="4825584"/>
                <a:ext cx="70560" cy="288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6796C11F-E0C5-041A-BDA4-B6BC27D44E42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5235048" y="4816584"/>
                  <a:ext cx="882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0E6DFCEC-3449-77F8-C2BB-D049BB224386}"/>
                    </a:ext>
                  </a:extLst>
                </p14:cNvPr>
                <p14:cNvContentPartPr/>
                <p14:nvPr/>
              </p14:nvContentPartPr>
              <p14:xfrm>
                <a:off x="5257728" y="4719024"/>
                <a:ext cx="105480" cy="414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0E6DFCEC-3449-77F8-C2BB-D049BB22438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5248728" y="4710024"/>
                  <a:ext cx="1231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8629EA4B-2E80-18A4-7047-FC5A42D0B633}"/>
                    </a:ext>
                  </a:extLst>
                </p14:cNvPr>
                <p14:cNvContentPartPr/>
                <p14:nvPr/>
              </p14:nvContentPartPr>
              <p14:xfrm>
                <a:off x="5435568" y="4759344"/>
                <a:ext cx="145080" cy="9216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8629EA4B-2E80-18A4-7047-FC5A42D0B633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5426928" y="4750704"/>
                  <a:ext cx="16272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55211BB7-8A3F-D451-243F-94F06E0415E2}"/>
                    </a:ext>
                  </a:extLst>
                </p14:cNvPr>
                <p14:cNvContentPartPr/>
                <p14:nvPr/>
              </p14:nvContentPartPr>
              <p14:xfrm>
                <a:off x="5692968" y="4676904"/>
                <a:ext cx="169200" cy="1843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55211BB7-8A3F-D451-243F-94F06E0415E2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5684328" y="4667904"/>
                  <a:ext cx="1868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D4B98AC0-0953-CBA0-6747-0B8F5853E19B}"/>
                    </a:ext>
                  </a:extLst>
                </p14:cNvPr>
                <p14:cNvContentPartPr/>
                <p14:nvPr/>
              </p14:nvContentPartPr>
              <p14:xfrm>
                <a:off x="5989608" y="4679784"/>
                <a:ext cx="77760" cy="17136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D4B98AC0-0953-CBA0-6747-0B8F5853E19B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5980608" y="4671144"/>
                  <a:ext cx="954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2E9B7ABA-309D-24EB-07B7-AB888887F2D9}"/>
                    </a:ext>
                  </a:extLst>
                </p14:cNvPr>
                <p14:cNvContentPartPr/>
                <p14:nvPr/>
              </p14:nvContentPartPr>
              <p14:xfrm>
                <a:off x="6225768" y="4587264"/>
                <a:ext cx="150840" cy="2451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2E9B7ABA-309D-24EB-07B7-AB888887F2D9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6217128" y="4578624"/>
                  <a:ext cx="16848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A85453A9-C68F-8AD1-28CF-813284800089}"/>
                    </a:ext>
                  </a:extLst>
                </p14:cNvPr>
                <p14:cNvContentPartPr/>
                <p14:nvPr/>
              </p14:nvContentPartPr>
              <p14:xfrm>
                <a:off x="6413688" y="4690584"/>
                <a:ext cx="10080" cy="3672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A85453A9-C68F-8AD1-28CF-813284800089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6404688" y="4681584"/>
                  <a:ext cx="277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0A09C491-B8A3-AD5C-52B6-2A8E25AF6A46}"/>
                    </a:ext>
                  </a:extLst>
                </p14:cNvPr>
                <p14:cNvContentPartPr/>
                <p14:nvPr/>
              </p14:nvContentPartPr>
              <p14:xfrm>
                <a:off x="6470928" y="4720464"/>
                <a:ext cx="225360" cy="3765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0A09C491-B8A3-AD5C-52B6-2A8E25AF6A46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6462288" y="4711464"/>
                  <a:ext cx="24300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6871BC49-ED6B-4C8B-09D0-CC5AE2E4B7D8}"/>
                    </a:ext>
                  </a:extLst>
                </p14:cNvPr>
                <p14:cNvContentPartPr/>
                <p14:nvPr/>
              </p14:nvContentPartPr>
              <p14:xfrm>
                <a:off x="6774768" y="4756104"/>
                <a:ext cx="70560" cy="8892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6871BC49-ED6B-4C8B-09D0-CC5AE2E4B7D8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6765768" y="4747464"/>
                  <a:ext cx="8820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A104442D-7A08-31FE-1144-1AD2D5FD8054}"/>
                    </a:ext>
                  </a:extLst>
                </p14:cNvPr>
                <p14:cNvContentPartPr/>
                <p14:nvPr/>
              </p14:nvContentPartPr>
              <p14:xfrm>
                <a:off x="7057008" y="4839984"/>
                <a:ext cx="11160" cy="374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A104442D-7A08-31FE-1144-1AD2D5FD8054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7048368" y="4831344"/>
                  <a:ext cx="288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F3258C72-D340-177B-F923-2805F34243B4}"/>
                    </a:ext>
                  </a:extLst>
                </p14:cNvPr>
                <p14:cNvContentPartPr/>
                <p14:nvPr/>
              </p14:nvContentPartPr>
              <p14:xfrm>
                <a:off x="7024248" y="4688784"/>
                <a:ext cx="14400" cy="489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F3258C72-D340-177B-F923-2805F34243B4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7015608" y="4679784"/>
                  <a:ext cx="32040" cy="666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5729160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pPr marL="0" indent="0">
              <a:buNone/>
            </a:pPr>
            <a:r>
              <a:rPr lang="en-IN" dirty="0"/>
              <a:t>Word2Vec: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14:cNvPr>
              <p14:cNvContentPartPr/>
              <p14:nvPr/>
            </p14:nvContentPartPr>
            <p14:xfrm>
              <a:off x="6628248" y="3344904"/>
              <a:ext cx="20160" cy="144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619248" y="3337704"/>
                <a:ext cx="37800" cy="15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EFC11C1C-FA0F-411B-8252-0576C96ADDF7}"/>
                  </a:ext>
                </a:extLst>
              </p14:cNvPr>
              <p14:cNvContentPartPr/>
              <p14:nvPr/>
            </p14:nvContentPartPr>
            <p14:xfrm>
              <a:off x="5300928" y="820584"/>
              <a:ext cx="724320" cy="1299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EFC11C1C-FA0F-411B-8252-0576C96ADDF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291928" y="811944"/>
                <a:ext cx="741960" cy="147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7" name="Group 136">
            <a:extLst>
              <a:ext uri="{FF2B5EF4-FFF2-40B4-BE49-F238E27FC236}">
                <a16:creationId xmlns:a16="http://schemas.microsoft.com/office/drawing/2014/main" id="{4FD55EA4-4AF1-8281-2592-D46DF9BF8207}"/>
              </a:ext>
            </a:extLst>
          </p:cNvPr>
          <p:cNvGrpSpPr/>
          <p:nvPr/>
        </p:nvGrpSpPr>
        <p:grpSpPr>
          <a:xfrm>
            <a:off x="6369048" y="659664"/>
            <a:ext cx="1585080" cy="308160"/>
            <a:chOff x="6369048" y="659664"/>
            <a:chExt cx="1585080" cy="30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BA3FB83A-1990-60B7-88BD-7C197D097959}"/>
                    </a:ext>
                  </a:extLst>
                </p14:cNvPr>
                <p14:cNvContentPartPr/>
                <p14:nvPr/>
              </p14:nvContentPartPr>
              <p14:xfrm>
                <a:off x="6369048" y="746424"/>
                <a:ext cx="417960" cy="2214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BA3FB83A-1990-60B7-88BD-7C197D09795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360408" y="737424"/>
                  <a:ext cx="43560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BFE9644-59A1-6032-D92A-E861B2399A25}"/>
                    </a:ext>
                  </a:extLst>
                </p14:cNvPr>
                <p14:cNvContentPartPr/>
                <p14:nvPr/>
              </p14:nvContentPartPr>
              <p14:xfrm>
                <a:off x="6807528" y="753624"/>
                <a:ext cx="7920" cy="280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BFE9644-59A1-6032-D92A-E861B2399A2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798528" y="744624"/>
                  <a:ext cx="2556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841E6E1-D279-8C3D-7F44-3B84DA163A5E}"/>
                    </a:ext>
                  </a:extLst>
                </p14:cNvPr>
                <p14:cNvContentPartPr/>
                <p14:nvPr/>
              </p14:nvContentPartPr>
              <p14:xfrm>
                <a:off x="6861888" y="826704"/>
                <a:ext cx="221400" cy="338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841E6E1-D279-8C3D-7F44-3B84DA163A5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853248" y="818064"/>
                  <a:ext cx="2390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2B3E8225-21E0-78DC-91FF-13C023A40DB3}"/>
                    </a:ext>
                  </a:extLst>
                </p14:cNvPr>
                <p14:cNvContentPartPr/>
                <p14:nvPr/>
              </p14:nvContentPartPr>
              <p14:xfrm>
                <a:off x="7100928" y="795024"/>
                <a:ext cx="2880" cy="97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2B3E8225-21E0-78DC-91FF-13C023A40DB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092288" y="786384"/>
                  <a:ext cx="205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7BE1E26C-9F49-05D6-2DE3-956B17611C3A}"/>
                    </a:ext>
                  </a:extLst>
                </p14:cNvPr>
                <p14:cNvContentPartPr/>
                <p14:nvPr/>
              </p14:nvContentPartPr>
              <p14:xfrm>
                <a:off x="7226208" y="659664"/>
                <a:ext cx="527400" cy="2278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7BE1E26C-9F49-05D6-2DE3-956B17611C3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217568" y="650664"/>
                  <a:ext cx="54504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C36C66FD-DF8D-D318-8845-1EDF0DAA4B70}"/>
                    </a:ext>
                  </a:extLst>
                </p14:cNvPr>
                <p14:cNvContentPartPr/>
                <p14:nvPr/>
              </p14:nvContentPartPr>
              <p14:xfrm>
                <a:off x="7910568" y="874944"/>
                <a:ext cx="43560" cy="1080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C36C66FD-DF8D-D318-8845-1EDF0DAA4B7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901568" y="865944"/>
                  <a:ext cx="6120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A5944E0A-0105-8300-BE12-7582D25011C6}"/>
              </a:ext>
            </a:extLst>
          </p:cNvPr>
          <p:cNvGrpSpPr/>
          <p:nvPr/>
        </p:nvGrpSpPr>
        <p:grpSpPr>
          <a:xfrm>
            <a:off x="934128" y="505224"/>
            <a:ext cx="3892680" cy="1811880"/>
            <a:chOff x="934128" y="505224"/>
            <a:chExt cx="3892680" cy="181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C5821030-2CC8-B229-116F-587DD6E23282}"/>
                    </a:ext>
                  </a:extLst>
                </p14:cNvPr>
                <p14:cNvContentPartPr/>
                <p14:nvPr/>
              </p14:nvContentPartPr>
              <p14:xfrm>
                <a:off x="2303208" y="644544"/>
                <a:ext cx="296640" cy="223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C5821030-2CC8-B229-116F-587DD6E2328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294208" y="635904"/>
                  <a:ext cx="3142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F6B65E5C-58CA-F339-E391-A0E196E87644}"/>
                    </a:ext>
                  </a:extLst>
                </p14:cNvPr>
                <p14:cNvContentPartPr/>
                <p14:nvPr/>
              </p14:nvContentPartPr>
              <p14:xfrm>
                <a:off x="2651688" y="676584"/>
                <a:ext cx="12960" cy="284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F6B65E5C-58CA-F339-E391-A0E196E8764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642688" y="667944"/>
                  <a:ext cx="306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87F22EF2-7324-4D14-AA4C-AD63A540E904}"/>
                    </a:ext>
                  </a:extLst>
                </p14:cNvPr>
                <p14:cNvContentPartPr/>
                <p14:nvPr/>
              </p14:nvContentPartPr>
              <p14:xfrm>
                <a:off x="2768688" y="693864"/>
                <a:ext cx="96120" cy="1868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87F22EF2-7324-4D14-AA4C-AD63A540E90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59688" y="684864"/>
                  <a:ext cx="1137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894D3FE7-7BCC-F3B1-BBEB-16AD9867B334}"/>
                    </a:ext>
                  </a:extLst>
                </p14:cNvPr>
                <p14:cNvContentPartPr/>
                <p14:nvPr/>
              </p14:nvContentPartPr>
              <p14:xfrm>
                <a:off x="3351168" y="607824"/>
                <a:ext cx="192600" cy="3132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894D3FE7-7BCC-F3B1-BBEB-16AD9867B33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42528" y="599184"/>
                  <a:ext cx="21024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AEA4BEBE-97F0-2D41-D0FC-837DA3D510D0}"/>
                    </a:ext>
                  </a:extLst>
                </p14:cNvPr>
                <p14:cNvContentPartPr/>
                <p14:nvPr/>
              </p14:nvContentPartPr>
              <p14:xfrm>
                <a:off x="3916368" y="505224"/>
                <a:ext cx="491760" cy="3686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AEA4BEBE-97F0-2D41-D0FC-837DA3D510D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907728" y="496224"/>
                  <a:ext cx="50940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A78AA65B-6390-E4DD-9C60-6AFC1F69A8AA}"/>
                    </a:ext>
                  </a:extLst>
                </p14:cNvPr>
                <p14:cNvContentPartPr/>
                <p14:nvPr/>
              </p14:nvContentPartPr>
              <p14:xfrm>
                <a:off x="4441608" y="719064"/>
                <a:ext cx="3960" cy="558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A78AA65B-6390-E4DD-9C60-6AFC1F69A8A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432608" y="710424"/>
                  <a:ext cx="2160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BF5D033-DE84-81EC-1810-2C7963165260}"/>
                    </a:ext>
                  </a:extLst>
                </p14:cNvPr>
                <p14:cNvContentPartPr/>
                <p14:nvPr/>
              </p14:nvContentPartPr>
              <p14:xfrm>
                <a:off x="4538088" y="626544"/>
                <a:ext cx="32760" cy="2440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BF5D033-DE84-81EC-1810-2C7963165260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29448" y="617544"/>
                  <a:ext cx="504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AEC6F9A-6010-66E8-0D85-6169ED1F2BC4}"/>
                    </a:ext>
                  </a:extLst>
                </p14:cNvPr>
                <p14:cNvContentPartPr/>
                <p14:nvPr/>
              </p14:nvContentPartPr>
              <p14:xfrm>
                <a:off x="4692168" y="611784"/>
                <a:ext cx="134640" cy="2523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AEC6F9A-6010-66E8-0D85-6169ED1F2BC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683168" y="602784"/>
                  <a:ext cx="15228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22A50EDE-CF52-DAC1-0464-7F44A510684C}"/>
                    </a:ext>
                  </a:extLst>
                </p14:cNvPr>
                <p14:cNvContentPartPr/>
                <p14:nvPr/>
              </p14:nvContentPartPr>
              <p14:xfrm>
                <a:off x="1078848" y="716544"/>
                <a:ext cx="116280" cy="15339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22A50EDE-CF52-DAC1-0464-7F44A510684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070208" y="707544"/>
                  <a:ext cx="133920" cy="155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E3D9AA80-F58E-CE9E-B812-EE4019567C32}"/>
                    </a:ext>
                  </a:extLst>
                </p14:cNvPr>
                <p14:cNvContentPartPr/>
                <p14:nvPr/>
              </p14:nvContentPartPr>
              <p14:xfrm>
                <a:off x="934128" y="2124864"/>
                <a:ext cx="191520" cy="1922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E3D9AA80-F58E-CE9E-B812-EE4019567C3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925128" y="2116224"/>
                  <a:ext cx="2091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E4C0A653-625B-6809-D204-6834A0D719CF}"/>
                    </a:ext>
                  </a:extLst>
                </p14:cNvPr>
                <p14:cNvContentPartPr/>
                <p14:nvPr/>
              </p14:nvContentPartPr>
              <p14:xfrm>
                <a:off x="1171008" y="2149344"/>
                <a:ext cx="70560" cy="1224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E4C0A653-625B-6809-D204-6834A0D719C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162008" y="2140344"/>
                  <a:ext cx="882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51AFBED-E890-EA10-162F-1F57CC7C6930}"/>
                    </a:ext>
                  </a:extLst>
                </p14:cNvPr>
                <p14:cNvContentPartPr/>
                <p14:nvPr/>
              </p14:nvContentPartPr>
              <p14:xfrm>
                <a:off x="1279728" y="2233224"/>
                <a:ext cx="360" cy="3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51AFBED-E890-EA10-162F-1F57CC7C693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270728" y="222458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C122481E-239D-54AB-762A-AD3161EC3D21}"/>
                    </a:ext>
                  </a:extLst>
                </p14:cNvPr>
                <p14:cNvContentPartPr/>
                <p14:nvPr/>
              </p14:nvContentPartPr>
              <p14:xfrm>
                <a:off x="1356768" y="1654344"/>
                <a:ext cx="152640" cy="3445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C122481E-239D-54AB-762A-AD3161EC3D2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347768" y="1645704"/>
                  <a:ext cx="17028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02EF82DB-F436-960D-249B-82E440D11ED8}"/>
                    </a:ext>
                  </a:extLst>
                </p14:cNvPr>
                <p14:cNvContentPartPr/>
                <p14:nvPr/>
              </p14:nvContentPartPr>
              <p14:xfrm>
                <a:off x="1636488" y="1790424"/>
                <a:ext cx="475920" cy="3387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02EF82DB-F436-960D-249B-82E440D11ED8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627848" y="1781784"/>
                  <a:ext cx="49356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3C6650E0-BDE1-22B6-CDCC-0000E13F5A5C}"/>
                    </a:ext>
                  </a:extLst>
                </p14:cNvPr>
                <p14:cNvContentPartPr/>
                <p14:nvPr/>
              </p14:nvContentPartPr>
              <p14:xfrm>
                <a:off x="2176848" y="1668744"/>
                <a:ext cx="160200" cy="2984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3C6650E0-BDE1-22B6-CDCC-0000E13F5A5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168208" y="1659744"/>
                  <a:ext cx="17784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11DA4B1A-F0C4-567B-1009-9AEC825F4A95}"/>
                    </a:ext>
                  </a:extLst>
                </p14:cNvPr>
                <p14:cNvContentPartPr/>
                <p14:nvPr/>
              </p14:nvContentPartPr>
              <p14:xfrm>
                <a:off x="2430648" y="1731384"/>
                <a:ext cx="457920" cy="2012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11DA4B1A-F0C4-567B-1009-9AEC825F4A9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421648" y="1722384"/>
                  <a:ext cx="4755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ACFD391A-9C93-D1D6-AB1B-F67A5A3E7A44}"/>
                    </a:ext>
                  </a:extLst>
                </p14:cNvPr>
                <p14:cNvContentPartPr/>
                <p14:nvPr/>
              </p14:nvContentPartPr>
              <p14:xfrm>
                <a:off x="3078648" y="1867464"/>
                <a:ext cx="112320" cy="216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ACFD391A-9C93-D1D6-AB1B-F67A5A3E7A4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070008" y="1858464"/>
                  <a:ext cx="1299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690CAA64-BA24-4F4B-E4A8-690869D2D61C}"/>
                    </a:ext>
                  </a:extLst>
                </p14:cNvPr>
                <p14:cNvContentPartPr/>
                <p14:nvPr/>
              </p14:nvContentPartPr>
              <p14:xfrm>
                <a:off x="2934648" y="1729944"/>
                <a:ext cx="345960" cy="2232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690CAA64-BA24-4F4B-E4A8-690869D2D61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926008" y="1720944"/>
                  <a:ext cx="3636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1777D03E-B4E0-D590-C920-1DD35329053D}"/>
                    </a:ext>
                  </a:extLst>
                </p14:cNvPr>
                <p14:cNvContentPartPr/>
                <p14:nvPr/>
              </p14:nvContentPartPr>
              <p14:xfrm>
                <a:off x="3474288" y="1967184"/>
                <a:ext cx="39960" cy="129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1777D03E-B4E0-D590-C920-1DD35329053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465648" y="1958184"/>
                  <a:ext cx="576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D071D7C8-7CA5-DAF9-1333-32E42B9BDDD9}"/>
                    </a:ext>
                  </a:extLst>
                </p14:cNvPr>
                <p14:cNvContentPartPr/>
                <p14:nvPr/>
              </p14:nvContentPartPr>
              <p14:xfrm>
                <a:off x="2395008" y="2132424"/>
                <a:ext cx="1358640" cy="388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D071D7C8-7CA5-DAF9-1333-32E42B9BDDD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386368" y="2123424"/>
                  <a:ext cx="1376280" cy="5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EBCE83E6-4E20-65D8-C1D7-276DC4B96299}"/>
              </a:ext>
            </a:extLst>
          </p:cNvPr>
          <p:cNvGrpSpPr/>
          <p:nvPr/>
        </p:nvGrpSpPr>
        <p:grpSpPr>
          <a:xfrm>
            <a:off x="2453328" y="2381184"/>
            <a:ext cx="1804680" cy="251640"/>
            <a:chOff x="2453328" y="2381184"/>
            <a:chExt cx="180468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DBED0F13-26F2-A6F1-C634-B59B6385574C}"/>
                    </a:ext>
                  </a:extLst>
                </p14:cNvPr>
                <p14:cNvContentPartPr/>
                <p14:nvPr/>
              </p14:nvContentPartPr>
              <p14:xfrm>
                <a:off x="2744568" y="2381184"/>
                <a:ext cx="372600" cy="2516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DBED0F13-26F2-A6F1-C634-B59B6385574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735928" y="2372184"/>
                  <a:ext cx="3902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FD7BE5F7-5A45-76F3-879A-AB8055BE7638}"/>
                    </a:ext>
                  </a:extLst>
                </p14:cNvPr>
                <p14:cNvContentPartPr/>
                <p14:nvPr/>
              </p14:nvContentPartPr>
              <p14:xfrm>
                <a:off x="3229848" y="2389824"/>
                <a:ext cx="310680" cy="2314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FD7BE5F7-5A45-76F3-879A-AB8055BE763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220848" y="2381184"/>
                  <a:ext cx="32832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E0AA2509-CA14-896E-C156-2FBB03001A0B}"/>
                    </a:ext>
                  </a:extLst>
                </p14:cNvPr>
                <p14:cNvContentPartPr/>
                <p14:nvPr/>
              </p14:nvContentPartPr>
              <p14:xfrm>
                <a:off x="3557088" y="2525904"/>
                <a:ext cx="5760" cy="309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E0AA2509-CA14-896E-C156-2FBB03001A0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548448" y="2517264"/>
                  <a:ext cx="234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7FDE474D-E64B-9160-C206-33613ED5D592}"/>
                    </a:ext>
                  </a:extLst>
                </p14:cNvPr>
                <p14:cNvContentPartPr/>
                <p14:nvPr/>
              </p14:nvContentPartPr>
              <p14:xfrm>
                <a:off x="3408048" y="2431224"/>
                <a:ext cx="141840" cy="352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7FDE474D-E64B-9160-C206-33613ED5D59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399048" y="2422224"/>
                  <a:ext cx="1594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B8D17279-954B-08C9-534C-82F9ACAA82C6}"/>
                    </a:ext>
                  </a:extLst>
                </p14:cNvPr>
                <p14:cNvContentPartPr/>
                <p14:nvPr/>
              </p14:nvContentPartPr>
              <p14:xfrm>
                <a:off x="2453328" y="2561184"/>
                <a:ext cx="54720" cy="43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B8D17279-954B-08C9-534C-82F9ACAA82C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444688" y="2552184"/>
                  <a:ext cx="723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EE29FB2F-52E0-4821-9C6D-B263AFF82619}"/>
                    </a:ext>
                  </a:extLst>
                </p14:cNvPr>
                <p14:cNvContentPartPr/>
                <p14:nvPr/>
              </p14:nvContentPartPr>
              <p14:xfrm>
                <a:off x="3638088" y="2568024"/>
                <a:ext cx="285840" cy="601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EE29FB2F-52E0-4821-9C6D-B263AFF8261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629448" y="2559024"/>
                  <a:ext cx="3034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548B36BF-F82E-9399-15B5-3EBE02066886}"/>
                    </a:ext>
                  </a:extLst>
                </p14:cNvPr>
                <p14:cNvContentPartPr/>
                <p14:nvPr/>
              </p14:nvContentPartPr>
              <p14:xfrm>
                <a:off x="4048488" y="2542464"/>
                <a:ext cx="209520" cy="489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548B36BF-F82E-9399-15B5-3EBE0206688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039848" y="2533824"/>
                  <a:ext cx="227160" cy="6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30DFF07C-8C3C-D7F9-87E0-02F1D968347C}"/>
              </a:ext>
            </a:extLst>
          </p:cNvPr>
          <p:cNvGrpSpPr/>
          <p:nvPr/>
        </p:nvGrpSpPr>
        <p:grpSpPr>
          <a:xfrm>
            <a:off x="4622328" y="2412504"/>
            <a:ext cx="593280" cy="438840"/>
            <a:chOff x="4622328" y="2412504"/>
            <a:chExt cx="593280" cy="43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9B3B6A62-D60A-7B33-42DB-D25BCFC828AE}"/>
                    </a:ext>
                  </a:extLst>
                </p14:cNvPr>
                <p14:cNvContentPartPr/>
                <p14:nvPr/>
              </p14:nvContentPartPr>
              <p14:xfrm>
                <a:off x="4622328" y="2412504"/>
                <a:ext cx="208080" cy="2448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9B3B6A62-D60A-7B33-42DB-D25BCFC828A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613688" y="2403864"/>
                  <a:ext cx="22572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22427DA9-1B7B-29E0-E74F-402213800A07}"/>
                    </a:ext>
                  </a:extLst>
                </p14:cNvPr>
                <p14:cNvContentPartPr/>
                <p14:nvPr/>
              </p14:nvContentPartPr>
              <p14:xfrm>
                <a:off x="4946328" y="2518704"/>
                <a:ext cx="269280" cy="3326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22427DA9-1B7B-29E0-E74F-402213800A0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937688" y="2510064"/>
                  <a:ext cx="286920" cy="350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44E1144D-98B3-8C8B-47EF-899AE42BFABA}"/>
                  </a:ext>
                </a:extLst>
              </p14:cNvPr>
              <p14:cNvContentPartPr/>
              <p14:nvPr/>
            </p14:nvContentPartPr>
            <p14:xfrm>
              <a:off x="5698368" y="2427984"/>
              <a:ext cx="219600" cy="37620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44E1144D-98B3-8C8B-47EF-899AE42BFABA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689368" y="2419344"/>
                <a:ext cx="237240" cy="39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4CFC97C-B654-99DA-F077-DCEEB723CEA1}"/>
                  </a:ext>
                </a:extLst>
              </p14:cNvPr>
              <p14:cNvContentPartPr/>
              <p14:nvPr/>
            </p14:nvContentPartPr>
            <p14:xfrm>
              <a:off x="2475648" y="3027024"/>
              <a:ext cx="15840" cy="792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4CFC97C-B654-99DA-F077-DCEEB723CEA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466648" y="3018024"/>
                <a:ext cx="3348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6" name="Group 175">
            <a:extLst>
              <a:ext uri="{FF2B5EF4-FFF2-40B4-BE49-F238E27FC236}">
                <a16:creationId xmlns:a16="http://schemas.microsoft.com/office/drawing/2014/main" id="{0A00F997-3900-256A-A65B-8DD047A2D790}"/>
              </a:ext>
            </a:extLst>
          </p:cNvPr>
          <p:cNvGrpSpPr/>
          <p:nvPr/>
        </p:nvGrpSpPr>
        <p:grpSpPr>
          <a:xfrm>
            <a:off x="6231168" y="2249784"/>
            <a:ext cx="2794320" cy="564120"/>
            <a:chOff x="6231168" y="2249784"/>
            <a:chExt cx="2794320" cy="56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F1289084-0139-6D0E-913F-E4BB473CFFB4}"/>
                    </a:ext>
                  </a:extLst>
                </p14:cNvPr>
                <p14:cNvContentPartPr/>
                <p14:nvPr/>
              </p14:nvContentPartPr>
              <p14:xfrm>
                <a:off x="6231168" y="2461464"/>
                <a:ext cx="213480" cy="831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F1289084-0139-6D0E-913F-E4BB473CFFB4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222528" y="2452824"/>
                  <a:ext cx="23112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F2DF0604-DA22-84CF-715D-546671C92649}"/>
                    </a:ext>
                  </a:extLst>
                </p14:cNvPr>
                <p14:cNvContentPartPr/>
                <p14:nvPr/>
              </p14:nvContentPartPr>
              <p14:xfrm>
                <a:off x="6538608" y="2465424"/>
                <a:ext cx="47520" cy="547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F2DF0604-DA22-84CF-715D-546671C9264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529608" y="2456784"/>
                  <a:ext cx="6516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1DA56958-C557-E4B4-AEFE-4F94D16AC878}"/>
                    </a:ext>
                  </a:extLst>
                </p14:cNvPr>
                <p14:cNvContentPartPr/>
                <p14:nvPr/>
              </p14:nvContentPartPr>
              <p14:xfrm>
                <a:off x="6709608" y="2335824"/>
                <a:ext cx="262800" cy="2592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1DA56958-C557-E4B4-AEFE-4F94D16AC87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700968" y="2326824"/>
                  <a:ext cx="28044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6835EB4-86A1-2186-7F75-DA16906A7E23}"/>
                    </a:ext>
                  </a:extLst>
                </p14:cNvPr>
                <p14:cNvContentPartPr/>
                <p14:nvPr/>
              </p14:nvContentPartPr>
              <p14:xfrm>
                <a:off x="7098768" y="2573424"/>
                <a:ext cx="66960" cy="432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6835EB4-86A1-2186-7F75-DA16906A7E2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089768" y="2564424"/>
                  <a:ext cx="8460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9F40B96C-56AF-27BE-901C-C609827127F8}"/>
                    </a:ext>
                  </a:extLst>
                </p14:cNvPr>
                <p14:cNvContentPartPr/>
                <p14:nvPr/>
              </p14:nvContentPartPr>
              <p14:xfrm>
                <a:off x="7189488" y="2249784"/>
                <a:ext cx="499680" cy="5425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9F40B96C-56AF-27BE-901C-C609827127F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180488" y="2241144"/>
                  <a:ext cx="517320" cy="56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8E853E3F-0257-620A-B581-590B66C5E847}"/>
                    </a:ext>
                  </a:extLst>
                </p14:cNvPr>
                <p14:cNvContentPartPr/>
                <p14:nvPr/>
              </p14:nvContentPartPr>
              <p14:xfrm>
                <a:off x="7598448" y="2447064"/>
                <a:ext cx="243360" cy="1857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8E853E3F-0257-620A-B581-590B66C5E84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589808" y="2438424"/>
                  <a:ext cx="2610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5F771EF0-5D92-F421-B089-B8787A1943EB}"/>
                    </a:ext>
                  </a:extLst>
                </p14:cNvPr>
                <p14:cNvContentPartPr/>
                <p14:nvPr/>
              </p14:nvContentPartPr>
              <p14:xfrm>
                <a:off x="7959168" y="2381904"/>
                <a:ext cx="178920" cy="2523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5F771EF0-5D92-F421-B089-B8787A1943E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950528" y="2373264"/>
                  <a:ext cx="19656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377CC8C9-2BFB-9E06-4586-AE3E6EFCDA84}"/>
                    </a:ext>
                  </a:extLst>
                </p14:cNvPr>
                <p14:cNvContentPartPr/>
                <p14:nvPr/>
              </p14:nvContentPartPr>
              <p14:xfrm>
                <a:off x="8302248" y="2475864"/>
                <a:ext cx="59040" cy="1026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377CC8C9-2BFB-9E06-4586-AE3E6EFCDA8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293248" y="2467224"/>
                  <a:ext cx="766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D221435B-F875-335D-DA32-1432B63048B3}"/>
                    </a:ext>
                  </a:extLst>
                </p14:cNvPr>
                <p14:cNvContentPartPr/>
                <p14:nvPr/>
              </p14:nvContentPartPr>
              <p14:xfrm>
                <a:off x="8459568" y="2462904"/>
                <a:ext cx="264600" cy="1004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D221435B-F875-335D-DA32-1432B63048B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450928" y="2454264"/>
                  <a:ext cx="28224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80BF047A-7DD4-5743-F32A-7DA0C8676730}"/>
                    </a:ext>
                  </a:extLst>
                </p14:cNvPr>
                <p14:cNvContentPartPr/>
                <p14:nvPr/>
              </p14:nvContentPartPr>
              <p14:xfrm>
                <a:off x="8693208" y="2425464"/>
                <a:ext cx="332280" cy="388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80BF047A-7DD4-5743-F32A-7DA0C867673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684568" y="2416824"/>
                  <a:ext cx="349920" cy="40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E5A48CB-7233-7089-DD09-53215D84DED4}"/>
              </a:ext>
            </a:extLst>
          </p:cNvPr>
          <p:cNvGrpSpPr/>
          <p:nvPr/>
        </p:nvGrpSpPr>
        <p:grpSpPr>
          <a:xfrm>
            <a:off x="2950488" y="2970144"/>
            <a:ext cx="973080" cy="379080"/>
            <a:chOff x="2950488" y="2970144"/>
            <a:chExt cx="973080" cy="37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9DFA252-208E-6308-883B-8AC2CF3CA0C4}"/>
                    </a:ext>
                  </a:extLst>
                </p14:cNvPr>
                <p14:cNvContentPartPr/>
                <p14:nvPr/>
              </p14:nvContentPartPr>
              <p14:xfrm>
                <a:off x="2950488" y="2990304"/>
                <a:ext cx="189720" cy="1998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9DFA252-208E-6308-883B-8AC2CF3CA0C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941848" y="2981664"/>
                  <a:ext cx="2073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74630266-E7E8-033C-1CE0-3EB7A74122ED}"/>
                    </a:ext>
                  </a:extLst>
                </p14:cNvPr>
                <p14:cNvContentPartPr/>
                <p14:nvPr/>
              </p14:nvContentPartPr>
              <p14:xfrm>
                <a:off x="3271248" y="2970144"/>
                <a:ext cx="147600" cy="1958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74630266-E7E8-033C-1CE0-3EB7A74122E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262248" y="2961144"/>
                  <a:ext cx="16524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E92B4279-A7D4-F586-661E-7FF25E2C91C7}"/>
                    </a:ext>
                  </a:extLst>
                </p14:cNvPr>
                <p14:cNvContentPartPr/>
                <p14:nvPr/>
              </p14:nvContentPartPr>
              <p14:xfrm>
                <a:off x="3466368" y="3061224"/>
                <a:ext cx="2880" cy="201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E92B4279-A7D4-F586-661E-7FF25E2C91C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457368" y="3052584"/>
                  <a:ext cx="205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2DFF3962-2D07-B2F8-4119-5D3BF172B84D}"/>
                    </a:ext>
                  </a:extLst>
                </p14:cNvPr>
                <p14:cNvContentPartPr/>
                <p14:nvPr/>
              </p14:nvContentPartPr>
              <p14:xfrm>
                <a:off x="3357288" y="3050064"/>
                <a:ext cx="123480" cy="11412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2DFF3962-2D07-B2F8-4119-5D3BF172B84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348648" y="3041424"/>
                  <a:ext cx="1411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2050E485-FCB6-3D7C-843A-6EDAD1598F8C}"/>
                    </a:ext>
                  </a:extLst>
                </p14:cNvPr>
                <p14:cNvContentPartPr/>
                <p14:nvPr/>
              </p14:nvContentPartPr>
              <p14:xfrm>
                <a:off x="3562848" y="3078504"/>
                <a:ext cx="6840" cy="698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2050E485-FCB6-3D7C-843A-6EDAD1598F8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554208" y="3069864"/>
                  <a:ext cx="244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59B14114-2494-35D2-94E5-FB0BE71185CF}"/>
                    </a:ext>
                  </a:extLst>
                </p14:cNvPr>
                <p14:cNvContentPartPr/>
                <p14:nvPr/>
              </p14:nvContentPartPr>
              <p14:xfrm>
                <a:off x="3593808" y="2995344"/>
                <a:ext cx="14040" cy="56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59B14114-2494-35D2-94E5-FB0BE71185C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584808" y="2986344"/>
                  <a:ext cx="316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EA93C92A-8948-56A5-00EF-FBD12F767E5A}"/>
                    </a:ext>
                  </a:extLst>
                </p14:cNvPr>
                <p14:cNvContentPartPr/>
                <p14:nvPr/>
              </p14:nvContentPartPr>
              <p14:xfrm>
                <a:off x="3732048" y="3016224"/>
                <a:ext cx="191520" cy="3330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EA93C92A-8948-56A5-00EF-FBD12F767E5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723048" y="3007224"/>
                  <a:ext cx="209160" cy="35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3A69B110-CBE5-5C3D-C9E4-8A8B75D30EB9}"/>
              </a:ext>
            </a:extLst>
          </p:cNvPr>
          <p:cNvGrpSpPr/>
          <p:nvPr/>
        </p:nvGrpSpPr>
        <p:grpSpPr>
          <a:xfrm>
            <a:off x="4291488" y="3048984"/>
            <a:ext cx="840240" cy="346320"/>
            <a:chOff x="4291488" y="3048984"/>
            <a:chExt cx="840240" cy="34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274875E7-9CE6-047F-50E2-90D39FDCAF34}"/>
                    </a:ext>
                  </a:extLst>
                </p14:cNvPr>
                <p14:cNvContentPartPr/>
                <p14:nvPr/>
              </p14:nvContentPartPr>
              <p14:xfrm>
                <a:off x="4291488" y="3048984"/>
                <a:ext cx="394920" cy="34632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274875E7-9CE6-047F-50E2-90D39FDCAF3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282848" y="3040344"/>
                  <a:ext cx="41256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1239B3B4-9C86-5D1D-1488-7EEA6F86D2E2}"/>
                    </a:ext>
                  </a:extLst>
                </p14:cNvPr>
                <p14:cNvContentPartPr/>
                <p14:nvPr/>
              </p14:nvContentPartPr>
              <p14:xfrm>
                <a:off x="4742928" y="3087504"/>
                <a:ext cx="388800" cy="864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1239B3B4-9C86-5D1D-1488-7EEA6F86D2E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734288" y="3078504"/>
                  <a:ext cx="406440" cy="10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8A9246D7-1E85-F7F7-73FC-C55C4A6BE8F6}"/>
              </a:ext>
            </a:extLst>
          </p:cNvPr>
          <p:cNvGrpSpPr/>
          <p:nvPr/>
        </p:nvGrpSpPr>
        <p:grpSpPr>
          <a:xfrm>
            <a:off x="1564488" y="3862944"/>
            <a:ext cx="1189080" cy="439560"/>
            <a:chOff x="1564488" y="3862944"/>
            <a:chExt cx="118908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C665947E-0554-721C-5967-D808636D7A33}"/>
                    </a:ext>
                  </a:extLst>
                </p14:cNvPr>
                <p14:cNvContentPartPr/>
                <p14:nvPr/>
              </p14:nvContentPartPr>
              <p14:xfrm>
                <a:off x="1564488" y="3903264"/>
                <a:ext cx="378720" cy="2923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C665947E-0554-721C-5967-D808636D7A3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555848" y="3894264"/>
                  <a:ext cx="39636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00352DEC-3B96-D88B-E4A7-5A56B68463BD}"/>
                    </a:ext>
                  </a:extLst>
                </p14:cNvPr>
                <p14:cNvContentPartPr/>
                <p14:nvPr/>
              </p14:nvContentPartPr>
              <p14:xfrm>
                <a:off x="1971288" y="4029264"/>
                <a:ext cx="156960" cy="27324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00352DEC-3B96-D88B-E4A7-5A56B68463B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962648" y="4020264"/>
                  <a:ext cx="17460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5CE3621F-003F-A97A-B119-22FA656ECB04}"/>
                    </a:ext>
                  </a:extLst>
                </p14:cNvPr>
                <p14:cNvContentPartPr/>
                <p14:nvPr/>
              </p14:nvContentPartPr>
              <p14:xfrm>
                <a:off x="2110248" y="3894984"/>
                <a:ext cx="1440" cy="190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5CE3621F-003F-A97A-B119-22FA656ECB0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101248" y="3885984"/>
                  <a:ext cx="190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C19915C-6BCF-6173-C372-6102AA44A467}"/>
                    </a:ext>
                  </a:extLst>
                </p14:cNvPr>
                <p14:cNvContentPartPr/>
                <p14:nvPr/>
              </p14:nvContentPartPr>
              <p14:xfrm>
                <a:off x="2172888" y="3862944"/>
                <a:ext cx="338400" cy="1911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C19915C-6BCF-6173-C372-6102AA44A46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163888" y="3853944"/>
                  <a:ext cx="3560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4D45F44D-5AA4-5D7A-7AA0-E17B3BEAEEF7}"/>
                    </a:ext>
                  </a:extLst>
                </p14:cNvPr>
                <p14:cNvContentPartPr/>
                <p14:nvPr/>
              </p14:nvContentPartPr>
              <p14:xfrm>
                <a:off x="2551968" y="3973824"/>
                <a:ext cx="6120" cy="140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4D45F44D-5AA4-5D7A-7AA0-E17B3BEAEEF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543328" y="3964824"/>
                  <a:ext cx="237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B80DD3DC-3086-BAA8-5F47-556F52CCD4E0}"/>
                    </a:ext>
                  </a:extLst>
                </p14:cNvPr>
                <p14:cNvContentPartPr/>
                <p14:nvPr/>
              </p14:nvContentPartPr>
              <p14:xfrm>
                <a:off x="2644128" y="3926304"/>
                <a:ext cx="109440" cy="950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B80DD3DC-3086-BAA8-5F47-556F52CCD4E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635488" y="3917664"/>
                  <a:ext cx="127080" cy="11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39CFDDE4-10A1-7DDF-A724-6870B57FE4C7}"/>
              </a:ext>
            </a:extLst>
          </p:cNvPr>
          <p:cNvGrpSpPr/>
          <p:nvPr/>
        </p:nvGrpSpPr>
        <p:grpSpPr>
          <a:xfrm>
            <a:off x="3121848" y="3927744"/>
            <a:ext cx="335880" cy="231840"/>
            <a:chOff x="3121848" y="3927744"/>
            <a:chExt cx="335880" cy="23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F42397EF-F22D-42CD-ED6C-AF3096CF38AA}"/>
                    </a:ext>
                  </a:extLst>
                </p14:cNvPr>
                <p14:cNvContentPartPr/>
                <p14:nvPr/>
              </p14:nvContentPartPr>
              <p14:xfrm>
                <a:off x="3151728" y="4101264"/>
                <a:ext cx="5040" cy="583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F42397EF-F22D-42CD-ED6C-AF3096CF38A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143088" y="4092264"/>
                  <a:ext cx="226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EB8A7975-7118-1100-8F71-E4EB386AA424}"/>
                    </a:ext>
                  </a:extLst>
                </p14:cNvPr>
                <p14:cNvContentPartPr/>
                <p14:nvPr/>
              </p14:nvContentPartPr>
              <p14:xfrm>
                <a:off x="3121848" y="3927744"/>
                <a:ext cx="335880" cy="1591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EB8A7975-7118-1100-8F71-E4EB386AA424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3113208" y="3919104"/>
                  <a:ext cx="353520" cy="17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DB62D235-3269-9B0F-B797-D15ED9E8B4D3}"/>
              </a:ext>
            </a:extLst>
          </p:cNvPr>
          <p:cNvGrpSpPr/>
          <p:nvPr/>
        </p:nvGrpSpPr>
        <p:grpSpPr>
          <a:xfrm>
            <a:off x="3895488" y="3839904"/>
            <a:ext cx="1183320" cy="434520"/>
            <a:chOff x="3895488" y="3839904"/>
            <a:chExt cx="1183320" cy="43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7C0C8723-2A8B-1E4D-B9C6-4F8628EDA6F1}"/>
                    </a:ext>
                  </a:extLst>
                </p14:cNvPr>
                <p14:cNvContentPartPr/>
                <p14:nvPr/>
              </p14:nvContentPartPr>
              <p14:xfrm>
                <a:off x="3895488" y="3858984"/>
                <a:ext cx="161280" cy="41544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7C0C8723-2A8B-1E4D-B9C6-4F8628EDA6F1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3886848" y="3850344"/>
                  <a:ext cx="178920" cy="43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E6C94637-B6DF-98A2-B6BA-9949A312B5C7}"/>
                    </a:ext>
                  </a:extLst>
                </p14:cNvPr>
                <p14:cNvContentPartPr/>
                <p14:nvPr/>
              </p14:nvContentPartPr>
              <p14:xfrm>
                <a:off x="4144968" y="3995424"/>
                <a:ext cx="68040" cy="842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E6C94637-B6DF-98A2-B6BA-9949A312B5C7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4135968" y="3986784"/>
                  <a:ext cx="8568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2450EBC5-5811-ADBF-E6FD-69838A30FE3D}"/>
                    </a:ext>
                  </a:extLst>
                </p14:cNvPr>
                <p14:cNvContentPartPr/>
                <p14:nvPr/>
              </p14:nvContentPartPr>
              <p14:xfrm>
                <a:off x="4287168" y="4008024"/>
                <a:ext cx="72720" cy="626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2450EBC5-5811-ADBF-E6FD-69838A30FE3D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4278168" y="3999024"/>
                  <a:ext cx="903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D8036257-71DB-4DC8-1170-BB2C40586A03}"/>
                    </a:ext>
                  </a:extLst>
                </p14:cNvPr>
                <p14:cNvContentPartPr/>
                <p14:nvPr/>
              </p14:nvContentPartPr>
              <p14:xfrm>
                <a:off x="4495608" y="3848904"/>
                <a:ext cx="232560" cy="21276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D8036257-71DB-4DC8-1170-BB2C40586A03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4486608" y="3839904"/>
                  <a:ext cx="2502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964B8773-09F2-9C9B-E855-BBDC8C1998A4}"/>
                    </a:ext>
                  </a:extLst>
                </p14:cNvPr>
                <p14:cNvContentPartPr/>
                <p14:nvPr/>
              </p14:nvContentPartPr>
              <p14:xfrm>
                <a:off x="4770288" y="3917304"/>
                <a:ext cx="19080" cy="334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964B8773-09F2-9C9B-E855-BBDC8C1998A4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4761648" y="3908304"/>
                  <a:ext cx="367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03C102FD-C46F-4ED8-8F8E-5931E268DB0D}"/>
                    </a:ext>
                  </a:extLst>
                </p14:cNvPr>
                <p14:cNvContentPartPr/>
                <p14:nvPr/>
              </p14:nvContentPartPr>
              <p14:xfrm>
                <a:off x="4852008" y="3839904"/>
                <a:ext cx="196920" cy="2019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03C102FD-C46F-4ED8-8F8E-5931E268DB0D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4843008" y="3831264"/>
                  <a:ext cx="2145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0D32F550-B9E5-6283-107E-0AACFFCF137F}"/>
                    </a:ext>
                  </a:extLst>
                </p14:cNvPr>
                <p14:cNvContentPartPr/>
                <p14:nvPr/>
              </p14:nvContentPartPr>
              <p14:xfrm>
                <a:off x="5053248" y="3985704"/>
                <a:ext cx="25560" cy="86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0D32F550-B9E5-6283-107E-0AACFFCF137F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5044248" y="3976704"/>
                  <a:ext cx="4320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1383CF2D-683F-F0BA-C604-92E4F7C9894A}"/>
              </a:ext>
            </a:extLst>
          </p:cNvPr>
          <p:cNvGrpSpPr/>
          <p:nvPr/>
        </p:nvGrpSpPr>
        <p:grpSpPr>
          <a:xfrm>
            <a:off x="5590368" y="3742344"/>
            <a:ext cx="421920" cy="321480"/>
            <a:chOff x="5590368" y="3742344"/>
            <a:chExt cx="421920" cy="32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CB432C68-1EBA-0097-CAB6-202B879A68B0}"/>
                    </a:ext>
                  </a:extLst>
                </p14:cNvPr>
                <p14:cNvContentPartPr/>
                <p14:nvPr/>
              </p14:nvContentPartPr>
              <p14:xfrm>
                <a:off x="5622408" y="3809304"/>
                <a:ext cx="19800" cy="2523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CB432C68-1EBA-0097-CAB6-202B879A68B0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5613408" y="3800664"/>
                  <a:ext cx="374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C4C2E472-2EBE-3984-39B4-627EC4FFE4B6}"/>
                    </a:ext>
                  </a:extLst>
                </p14:cNvPr>
                <p14:cNvContentPartPr/>
                <p14:nvPr/>
              </p14:nvContentPartPr>
              <p14:xfrm>
                <a:off x="5590368" y="3742344"/>
                <a:ext cx="421920" cy="32148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C4C2E472-2EBE-3984-39B4-627EC4FFE4B6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5581728" y="3733344"/>
                  <a:ext cx="439560" cy="33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94A462D3-9A8E-F66C-D442-16A51F624367}"/>
              </a:ext>
            </a:extLst>
          </p:cNvPr>
          <p:cNvGrpSpPr/>
          <p:nvPr/>
        </p:nvGrpSpPr>
        <p:grpSpPr>
          <a:xfrm>
            <a:off x="6307488" y="3776184"/>
            <a:ext cx="3672000" cy="407880"/>
            <a:chOff x="6307488" y="3776184"/>
            <a:chExt cx="3672000" cy="40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355CAF61-C63D-58F1-F016-DDFF1ED39E33}"/>
                    </a:ext>
                  </a:extLst>
                </p14:cNvPr>
                <p14:cNvContentPartPr/>
                <p14:nvPr/>
              </p14:nvContentPartPr>
              <p14:xfrm>
                <a:off x="6307488" y="3928464"/>
                <a:ext cx="320760" cy="1591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355CAF61-C63D-58F1-F016-DDFF1ED39E33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6298488" y="3919824"/>
                  <a:ext cx="3384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CA78B57E-118B-20FB-B800-997909941551}"/>
                    </a:ext>
                  </a:extLst>
                </p14:cNvPr>
                <p14:cNvContentPartPr/>
                <p14:nvPr/>
              </p14:nvContentPartPr>
              <p14:xfrm>
                <a:off x="6688368" y="4006584"/>
                <a:ext cx="62280" cy="471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CA78B57E-118B-20FB-B800-997909941551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6679728" y="3997944"/>
                  <a:ext cx="799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BD8DA164-1D46-A206-129C-DD9FA3835274}"/>
                    </a:ext>
                  </a:extLst>
                </p14:cNvPr>
                <p14:cNvContentPartPr/>
                <p14:nvPr/>
              </p14:nvContentPartPr>
              <p14:xfrm>
                <a:off x="6859368" y="3813264"/>
                <a:ext cx="322200" cy="2574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BD8DA164-1D46-A206-129C-DD9FA3835274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6850368" y="3804624"/>
                  <a:ext cx="33984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DDD9CFFE-8CEC-A92C-D923-E0D20A649B0A}"/>
                    </a:ext>
                  </a:extLst>
                </p14:cNvPr>
                <p14:cNvContentPartPr/>
                <p14:nvPr/>
              </p14:nvContentPartPr>
              <p14:xfrm>
                <a:off x="7253928" y="3887784"/>
                <a:ext cx="36000" cy="1753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DDD9CFFE-8CEC-A92C-D923-E0D20A649B0A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7245288" y="3879144"/>
                  <a:ext cx="536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2EC30A19-F70B-55AE-17ED-FC9A442AAD60}"/>
                    </a:ext>
                  </a:extLst>
                </p14:cNvPr>
                <p14:cNvContentPartPr/>
                <p14:nvPr/>
              </p14:nvContentPartPr>
              <p14:xfrm>
                <a:off x="6907608" y="3878424"/>
                <a:ext cx="529560" cy="12672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2EC30A19-F70B-55AE-17ED-FC9A442AAD60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6898968" y="3869784"/>
                  <a:ext cx="5472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91A1E291-862D-7472-B0B8-95E715976804}"/>
                    </a:ext>
                  </a:extLst>
                </p14:cNvPr>
                <p14:cNvContentPartPr/>
                <p14:nvPr/>
              </p14:nvContentPartPr>
              <p14:xfrm>
                <a:off x="7603128" y="3776184"/>
                <a:ext cx="167400" cy="39096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91A1E291-862D-7472-B0B8-95E715976804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7594488" y="3767544"/>
                  <a:ext cx="18504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7759394A-AA08-8743-9F8D-6343F3CAFB04}"/>
                    </a:ext>
                  </a:extLst>
                </p14:cNvPr>
                <p14:cNvContentPartPr/>
                <p14:nvPr/>
              </p14:nvContentPartPr>
              <p14:xfrm>
                <a:off x="7906248" y="3849264"/>
                <a:ext cx="424080" cy="2203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7759394A-AA08-8743-9F8D-6343F3CAFB04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7897248" y="3840264"/>
                  <a:ext cx="4417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B2BFA8B8-9422-A8A8-B6E7-404BB7187AE1}"/>
                    </a:ext>
                  </a:extLst>
                </p14:cNvPr>
                <p14:cNvContentPartPr/>
                <p14:nvPr/>
              </p14:nvContentPartPr>
              <p14:xfrm>
                <a:off x="8303688" y="3952224"/>
                <a:ext cx="88920" cy="302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B2BFA8B8-9422-A8A8-B6E7-404BB7187AE1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8295048" y="3943224"/>
                  <a:ext cx="1065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DB08F03A-7E95-5666-CE55-60973AB1FB52}"/>
                    </a:ext>
                  </a:extLst>
                </p14:cNvPr>
                <p14:cNvContentPartPr/>
                <p14:nvPr/>
              </p14:nvContentPartPr>
              <p14:xfrm>
                <a:off x="8481888" y="3930624"/>
                <a:ext cx="136800" cy="1188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DB08F03A-7E95-5666-CE55-60973AB1FB52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8473248" y="3921984"/>
                  <a:ext cx="15444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DB367574-8321-478A-B77F-9DF77BA4D59F}"/>
                    </a:ext>
                  </a:extLst>
                </p14:cNvPr>
                <p14:cNvContentPartPr/>
                <p14:nvPr/>
              </p14:nvContentPartPr>
              <p14:xfrm>
                <a:off x="8647128" y="3927744"/>
                <a:ext cx="25920" cy="3528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DB367574-8321-478A-B77F-9DF77BA4D59F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8638488" y="3918744"/>
                  <a:ext cx="435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BF1BFF1A-F019-FF43-63B9-84A8730597D6}"/>
                    </a:ext>
                  </a:extLst>
                </p14:cNvPr>
                <p14:cNvContentPartPr/>
                <p14:nvPr/>
              </p14:nvContentPartPr>
              <p14:xfrm>
                <a:off x="8720928" y="3804264"/>
                <a:ext cx="186480" cy="22896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BF1BFF1A-F019-FF43-63B9-84A8730597D6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8712288" y="3795264"/>
                  <a:ext cx="2041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E05632B6-6B3D-DDED-FC94-CC6F7953FB39}"/>
                    </a:ext>
                  </a:extLst>
                </p14:cNvPr>
                <p14:cNvContentPartPr/>
                <p14:nvPr/>
              </p14:nvContentPartPr>
              <p14:xfrm>
                <a:off x="8881488" y="3919104"/>
                <a:ext cx="202320" cy="2649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E05632B6-6B3D-DDED-FC94-CC6F7953FB39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8872488" y="3910104"/>
                  <a:ext cx="21996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C09FCAF8-B742-29B2-A34A-3B54B8F7D260}"/>
                    </a:ext>
                  </a:extLst>
                </p14:cNvPr>
                <p14:cNvContentPartPr/>
                <p14:nvPr/>
              </p14:nvContentPartPr>
              <p14:xfrm>
                <a:off x="9285768" y="3958344"/>
                <a:ext cx="415440" cy="1195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C09FCAF8-B742-29B2-A34A-3B54B8F7D260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9277128" y="3949344"/>
                  <a:ext cx="4330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07257961-E940-A4AE-9435-6DA097F4FA11}"/>
                    </a:ext>
                  </a:extLst>
                </p14:cNvPr>
                <p14:cNvContentPartPr/>
                <p14:nvPr/>
              </p14:nvContentPartPr>
              <p14:xfrm>
                <a:off x="9793728" y="3986784"/>
                <a:ext cx="88200" cy="4176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07257961-E940-A4AE-9435-6DA097F4FA11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784728" y="3977784"/>
                  <a:ext cx="1058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8ABAE254-A241-6BF3-DB48-155026D722E6}"/>
                    </a:ext>
                  </a:extLst>
                </p14:cNvPr>
                <p14:cNvContentPartPr/>
                <p14:nvPr/>
              </p14:nvContentPartPr>
              <p14:xfrm>
                <a:off x="9931968" y="3876624"/>
                <a:ext cx="47520" cy="1522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8ABAE254-A241-6BF3-DB48-155026D722E6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9923328" y="3867984"/>
                  <a:ext cx="65160" cy="16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F495EDEE-B9CF-90C5-9887-8A4CB9889E3B}"/>
              </a:ext>
            </a:extLst>
          </p:cNvPr>
          <p:cNvGrpSpPr/>
          <p:nvPr/>
        </p:nvGrpSpPr>
        <p:grpSpPr>
          <a:xfrm>
            <a:off x="10343088" y="3828384"/>
            <a:ext cx="844560" cy="319680"/>
            <a:chOff x="10343088" y="3828384"/>
            <a:chExt cx="844560" cy="31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90FCADB4-4697-6226-4EE1-00D459D37117}"/>
                    </a:ext>
                  </a:extLst>
                </p14:cNvPr>
                <p14:cNvContentPartPr/>
                <p14:nvPr/>
              </p14:nvContentPartPr>
              <p14:xfrm>
                <a:off x="10343088" y="3828384"/>
                <a:ext cx="156600" cy="2037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90FCADB4-4697-6226-4EE1-00D459D37117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10334088" y="3819384"/>
                  <a:ext cx="1742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27467CD4-C053-FE46-6561-162A2690F2DC}"/>
                    </a:ext>
                  </a:extLst>
                </p14:cNvPr>
                <p14:cNvContentPartPr/>
                <p14:nvPr/>
              </p14:nvContentPartPr>
              <p14:xfrm>
                <a:off x="10594728" y="3943224"/>
                <a:ext cx="423000" cy="871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27467CD4-C053-FE46-6561-162A2690F2DC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10586088" y="3934224"/>
                  <a:ext cx="44064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26FE2B52-E901-F78C-2E4F-6C70246681E7}"/>
                    </a:ext>
                  </a:extLst>
                </p14:cNvPr>
                <p14:cNvContentPartPr/>
                <p14:nvPr/>
              </p14:nvContentPartPr>
              <p14:xfrm>
                <a:off x="11051568" y="3839544"/>
                <a:ext cx="136080" cy="3085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26FE2B52-E901-F78C-2E4F-6C70246681E7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1042928" y="3830544"/>
                  <a:ext cx="153720" cy="32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24ED3E8D-07B0-6B71-CBFC-9741ACB440EF}"/>
              </a:ext>
            </a:extLst>
          </p:cNvPr>
          <p:cNvGrpSpPr/>
          <p:nvPr/>
        </p:nvGrpSpPr>
        <p:grpSpPr>
          <a:xfrm>
            <a:off x="4252248" y="4380984"/>
            <a:ext cx="770400" cy="174600"/>
            <a:chOff x="4252248" y="4380984"/>
            <a:chExt cx="770400" cy="17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5CE0C864-6C54-C9D4-9712-8FB66B61C667}"/>
                    </a:ext>
                  </a:extLst>
                </p14:cNvPr>
                <p14:cNvContentPartPr/>
                <p14:nvPr/>
              </p14:nvContentPartPr>
              <p14:xfrm>
                <a:off x="4252248" y="4380984"/>
                <a:ext cx="170640" cy="1746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5CE0C864-6C54-C9D4-9712-8FB66B61C667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4243608" y="4371984"/>
                  <a:ext cx="1882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65C7E4CB-48EA-23AD-908F-9D5D1BFE1560}"/>
                    </a:ext>
                  </a:extLst>
                </p14:cNvPr>
                <p14:cNvContentPartPr/>
                <p14:nvPr/>
              </p14:nvContentPartPr>
              <p14:xfrm>
                <a:off x="4502448" y="4405464"/>
                <a:ext cx="183960" cy="7812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65C7E4CB-48EA-23AD-908F-9D5D1BFE1560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4493808" y="4396464"/>
                  <a:ext cx="2016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22D88FA6-B8B7-7EE3-2A7D-4475059004ED}"/>
                    </a:ext>
                  </a:extLst>
                </p14:cNvPr>
                <p14:cNvContentPartPr/>
                <p14:nvPr/>
              </p14:nvContentPartPr>
              <p14:xfrm>
                <a:off x="4906368" y="4423464"/>
                <a:ext cx="116280" cy="446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22D88FA6-B8B7-7EE3-2A7D-4475059004ED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4897728" y="4414824"/>
                  <a:ext cx="13392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3A3B95B-3189-4D4F-B9FE-9E3D1AAC8375}"/>
              </a:ext>
            </a:extLst>
          </p:cNvPr>
          <p:cNvGrpSpPr/>
          <p:nvPr/>
        </p:nvGrpSpPr>
        <p:grpSpPr>
          <a:xfrm>
            <a:off x="5433048" y="4285224"/>
            <a:ext cx="794880" cy="234360"/>
            <a:chOff x="5433048" y="4285224"/>
            <a:chExt cx="794880" cy="23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D6C3CEDD-6D19-6DCE-14B3-2F75C74A6F3B}"/>
                    </a:ext>
                  </a:extLst>
                </p14:cNvPr>
                <p14:cNvContentPartPr/>
                <p14:nvPr/>
              </p14:nvContentPartPr>
              <p14:xfrm>
                <a:off x="5433048" y="4285224"/>
                <a:ext cx="745200" cy="2343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D6C3CEDD-6D19-6DCE-14B3-2F75C74A6F3B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5424048" y="4276584"/>
                  <a:ext cx="76284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ACC19C46-DFBD-A7B5-0D7A-A1302BEB8323}"/>
                    </a:ext>
                  </a:extLst>
                </p14:cNvPr>
                <p14:cNvContentPartPr/>
                <p14:nvPr/>
              </p14:nvContentPartPr>
              <p14:xfrm>
                <a:off x="6217128" y="4371264"/>
                <a:ext cx="10800" cy="147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ACC19C46-DFBD-A7B5-0D7A-A1302BEB8323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6208128" y="4362624"/>
                  <a:ext cx="2844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A779D97-B829-C145-B6BF-7F630EF4455E}"/>
              </a:ext>
            </a:extLst>
          </p:cNvPr>
          <p:cNvGrpSpPr/>
          <p:nvPr/>
        </p:nvGrpSpPr>
        <p:grpSpPr>
          <a:xfrm>
            <a:off x="6563088" y="4296384"/>
            <a:ext cx="739800" cy="210960"/>
            <a:chOff x="6563088" y="4296384"/>
            <a:chExt cx="739800" cy="21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EEB5922B-10FE-2CAC-A71B-07C4BD07184C}"/>
                    </a:ext>
                  </a:extLst>
                </p14:cNvPr>
                <p14:cNvContentPartPr/>
                <p14:nvPr/>
              </p14:nvContentPartPr>
              <p14:xfrm>
                <a:off x="6563088" y="4379544"/>
                <a:ext cx="254880" cy="1278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EEB5922B-10FE-2CAC-A71B-07C4BD07184C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6554088" y="4370544"/>
                  <a:ext cx="2725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5A94AE7A-C552-0F33-5B92-087D3682DFD8}"/>
                    </a:ext>
                  </a:extLst>
                </p14:cNvPr>
                <p14:cNvContentPartPr/>
                <p14:nvPr/>
              </p14:nvContentPartPr>
              <p14:xfrm>
                <a:off x="6915528" y="4400064"/>
                <a:ext cx="30240" cy="7164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5A94AE7A-C552-0F33-5B92-087D3682DFD8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6906888" y="4391064"/>
                  <a:ext cx="4788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6E3714D6-0D31-8EE1-7B85-F977E8703A82}"/>
                    </a:ext>
                  </a:extLst>
                </p14:cNvPr>
                <p14:cNvContentPartPr/>
                <p14:nvPr/>
              </p14:nvContentPartPr>
              <p14:xfrm>
                <a:off x="7017408" y="4400784"/>
                <a:ext cx="115560" cy="5364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6E3714D6-0D31-8EE1-7B85-F977E8703A82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7008408" y="4391784"/>
                  <a:ext cx="1332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168DFAA9-3A83-0ABB-3BED-D994FA82CA76}"/>
                    </a:ext>
                  </a:extLst>
                </p14:cNvPr>
                <p14:cNvContentPartPr/>
                <p14:nvPr/>
              </p14:nvContentPartPr>
              <p14:xfrm>
                <a:off x="7180488" y="4296384"/>
                <a:ext cx="122400" cy="19548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168DFAA9-3A83-0ABB-3BED-D994FA82CA76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7171488" y="4287384"/>
                  <a:ext cx="140040" cy="21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242" name="Ink 241">
                <a:extLst>
                  <a:ext uri="{FF2B5EF4-FFF2-40B4-BE49-F238E27FC236}">
                    <a16:creationId xmlns:a16="http://schemas.microsoft.com/office/drawing/2014/main" id="{594BDBAF-4A3E-982F-3932-12226EAB666A}"/>
                  </a:ext>
                </a:extLst>
              </p14:cNvPr>
              <p14:cNvContentPartPr/>
              <p14:nvPr/>
            </p14:nvContentPartPr>
            <p14:xfrm>
              <a:off x="7586568" y="4378824"/>
              <a:ext cx="266040" cy="61200"/>
            </p14:xfrm>
          </p:contentPart>
        </mc:Choice>
        <mc:Fallback xmlns="">
          <p:pic>
            <p:nvPicPr>
              <p:cNvPr id="242" name="Ink 241">
                <a:extLst>
                  <a:ext uri="{FF2B5EF4-FFF2-40B4-BE49-F238E27FC236}">
                    <a16:creationId xmlns:a16="http://schemas.microsoft.com/office/drawing/2014/main" id="{594BDBAF-4A3E-982F-3932-12226EAB666A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7577568" y="4370184"/>
                <a:ext cx="283680" cy="78840"/>
              </a:xfrm>
              <a:prstGeom prst="rect">
                <a:avLst/>
              </a:prstGeom>
            </p:spPr>
          </p:pic>
        </mc:Fallback>
      </mc:AlternateContent>
      <p:grpSp>
        <p:nvGrpSpPr>
          <p:cNvPr id="251" name="Group 250">
            <a:extLst>
              <a:ext uri="{FF2B5EF4-FFF2-40B4-BE49-F238E27FC236}">
                <a16:creationId xmlns:a16="http://schemas.microsoft.com/office/drawing/2014/main" id="{C27534DD-FE05-4C72-5E22-4D58CCEB9FC3}"/>
              </a:ext>
            </a:extLst>
          </p:cNvPr>
          <p:cNvGrpSpPr/>
          <p:nvPr/>
        </p:nvGrpSpPr>
        <p:grpSpPr>
          <a:xfrm>
            <a:off x="8107488" y="4335264"/>
            <a:ext cx="1227240" cy="159120"/>
            <a:chOff x="8107488" y="4335264"/>
            <a:chExt cx="1227240" cy="15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B31E9CA7-22E2-2704-C914-C40E3786979C}"/>
                    </a:ext>
                  </a:extLst>
                </p14:cNvPr>
                <p14:cNvContentPartPr/>
                <p14:nvPr/>
              </p14:nvContentPartPr>
              <p14:xfrm>
                <a:off x="8107488" y="4353984"/>
                <a:ext cx="198360" cy="14040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B31E9CA7-22E2-2704-C914-C40E3786979C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8098848" y="4344984"/>
                  <a:ext cx="2160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5B2B12D4-4975-857A-E9A0-A040B7FAC953}"/>
                    </a:ext>
                  </a:extLst>
                </p14:cNvPr>
                <p14:cNvContentPartPr/>
                <p14:nvPr/>
              </p14:nvContentPartPr>
              <p14:xfrm>
                <a:off x="8351928" y="4335264"/>
                <a:ext cx="14400" cy="3708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5B2B12D4-4975-857A-E9A0-A040B7FAC953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8343288" y="4326624"/>
                  <a:ext cx="3204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07CDCF81-3DA7-3001-49DA-FE78014055FC}"/>
                    </a:ext>
                  </a:extLst>
                </p14:cNvPr>
                <p14:cNvContentPartPr/>
                <p14:nvPr/>
              </p14:nvContentPartPr>
              <p14:xfrm>
                <a:off x="8437968" y="4389624"/>
                <a:ext cx="134280" cy="6480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07CDCF81-3DA7-3001-49DA-FE78014055FC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8428968" y="4380624"/>
                  <a:ext cx="1519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C452627C-95E3-A742-2CD0-AE86D8D3EBBB}"/>
                    </a:ext>
                  </a:extLst>
                </p14:cNvPr>
                <p14:cNvContentPartPr/>
                <p14:nvPr/>
              </p14:nvContentPartPr>
              <p14:xfrm>
                <a:off x="8716608" y="4355424"/>
                <a:ext cx="111240" cy="1015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C452627C-95E3-A742-2CD0-AE86D8D3EBBB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8707608" y="4346424"/>
                  <a:ext cx="12888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E58D5535-C026-063D-609B-4449A8E863B6}"/>
                    </a:ext>
                  </a:extLst>
                </p14:cNvPr>
                <p14:cNvContentPartPr/>
                <p14:nvPr/>
              </p14:nvContentPartPr>
              <p14:xfrm>
                <a:off x="8888688" y="4386744"/>
                <a:ext cx="45360" cy="550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E58D5535-C026-063D-609B-4449A8E863B6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8880048" y="4378104"/>
                  <a:ext cx="6300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6F4B60D2-51F5-D1E4-3B6D-D3426BDEB0FB}"/>
                    </a:ext>
                  </a:extLst>
                </p14:cNvPr>
                <p14:cNvContentPartPr/>
                <p14:nvPr/>
              </p14:nvContentPartPr>
              <p14:xfrm>
                <a:off x="9000648" y="4420224"/>
                <a:ext cx="52920" cy="115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6F4B60D2-51F5-D1E4-3B6D-D3426BDEB0FB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8992008" y="4411584"/>
                  <a:ext cx="705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BC68AD26-7F81-428D-C5D4-8F2C33938347}"/>
                    </a:ext>
                  </a:extLst>
                </p14:cNvPr>
                <p14:cNvContentPartPr/>
                <p14:nvPr/>
              </p14:nvContentPartPr>
              <p14:xfrm>
                <a:off x="9094248" y="4393224"/>
                <a:ext cx="175320" cy="6300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BC68AD26-7F81-428D-C5D4-8F2C33938347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9085608" y="4384584"/>
                  <a:ext cx="19296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A6546E0F-8B8F-2C47-D274-27DFF7AE6137}"/>
                    </a:ext>
                  </a:extLst>
                </p14:cNvPr>
                <p14:cNvContentPartPr/>
                <p14:nvPr/>
              </p14:nvContentPartPr>
              <p14:xfrm>
                <a:off x="9304488" y="4441104"/>
                <a:ext cx="30240" cy="50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A6546E0F-8B8F-2C47-D274-27DFF7AE6137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9295848" y="4432104"/>
                  <a:ext cx="47880" cy="2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D72FECC3-736A-BB89-B54F-4699A9EAAF20}"/>
              </a:ext>
            </a:extLst>
          </p:cNvPr>
          <p:cNvGrpSpPr/>
          <p:nvPr/>
        </p:nvGrpSpPr>
        <p:grpSpPr>
          <a:xfrm>
            <a:off x="9643608" y="4330224"/>
            <a:ext cx="234000" cy="141120"/>
            <a:chOff x="9643608" y="4330224"/>
            <a:chExt cx="234000" cy="14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FB7F65E5-B173-FB99-3201-45F9F9911256}"/>
                    </a:ext>
                  </a:extLst>
                </p14:cNvPr>
                <p14:cNvContentPartPr/>
                <p14:nvPr/>
              </p14:nvContentPartPr>
              <p14:xfrm>
                <a:off x="9643608" y="4401144"/>
                <a:ext cx="19800" cy="702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FB7F65E5-B173-FB99-3201-45F9F9911256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9634968" y="4392504"/>
                  <a:ext cx="3744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B9B03A5B-FEE2-F527-30C6-974621FD7BCD}"/>
                    </a:ext>
                  </a:extLst>
                </p14:cNvPr>
                <p14:cNvContentPartPr/>
                <p14:nvPr/>
              </p14:nvContentPartPr>
              <p14:xfrm>
                <a:off x="9710928" y="4330224"/>
                <a:ext cx="5040" cy="208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B9B03A5B-FEE2-F527-30C6-974621FD7BCD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9701928" y="4321584"/>
                  <a:ext cx="226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C2C77DE5-6F9D-E733-2DB3-2B6CC200C2F8}"/>
                    </a:ext>
                  </a:extLst>
                </p14:cNvPr>
                <p14:cNvContentPartPr/>
                <p14:nvPr/>
              </p14:nvContentPartPr>
              <p14:xfrm>
                <a:off x="9781848" y="4430304"/>
                <a:ext cx="95760" cy="219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C2C77DE5-6F9D-E733-2DB3-2B6CC200C2F8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9773208" y="4421664"/>
                  <a:ext cx="113400" cy="39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256" name="Ink 255">
                <a:extLst>
                  <a:ext uri="{FF2B5EF4-FFF2-40B4-BE49-F238E27FC236}">
                    <a16:creationId xmlns:a16="http://schemas.microsoft.com/office/drawing/2014/main" id="{36774241-6A77-8428-26E4-7BFAAA809BCB}"/>
                  </a:ext>
                </a:extLst>
              </p14:cNvPr>
              <p14:cNvContentPartPr/>
              <p14:nvPr/>
            </p14:nvContentPartPr>
            <p14:xfrm>
              <a:off x="10230048" y="4443264"/>
              <a:ext cx="65880" cy="30960"/>
            </p14:xfrm>
          </p:contentPart>
        </mc:Choice>
        <mc:Fallback xmlns="">
          <p:pic>
            <p:nvPicPr>
              <p:cNvPr id="256" name="Ink 255">
                <a:extLst>
                  <a:ext uri="{FF2B5EF4-FFF2-40B4-BE49-F238E27FC236}">
                    <a16:creationId xmlns:a16="http://schemas.microsoft.com/office/drawing/2014/main" id="{36774241-6A77-8428-26E4-7BFAAA809BCB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10221408" y="4434624"/>
                <a:ext cx="83520" cy="48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3" name="Group 272">
            <a:extLst>
              <a:ext uri="{FF2B5EF4-FFF2-40B4-BE49-F238E27FC236}">
                <a16:creationId xmlns:a16="http://schemas.microsoft.com/office/drawing/2014/main" id="{EE52131C-479E-4DC4-D5C7-6EFA8E042A16}"/>
              </a:ext>
            </a:extLst>
          </p:cNvPr>
          <p:cNvGrpSpPr/>
          <p:nvPr/>
        </p:nvGrpSpPr>
        <p:grpSpPr>
          <a:xfrm>
            <a:off x="10525608" y="4257864"/>
            <a:ext cx="891360" cy="453600"/>
            <a:chOff x="10525608" y="4257864"/>
            <a:chExt cx="891360" cy="45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B7DD5364-9D89-BB0B-6147-B950727BB540}"/>
                    </a:ext>
                  </a:extLst>
                </p14:cNvPr>
                <p14:cNvContentPartPr/>
                <p14:nvPr/>
              </p14:nvContentPartPr>
              <p14:xfrm>
                <a:off x="10525608" y="4257864"/>
                <a:ext cx="171720" cy="34524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B7DD5364-9D89-BB0B-6147-B950727BB540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0516968" y="4249224"/>
                  <a:ext cx="18936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3AFD1BEC-B0F7-7148-A17B-A2E191FA04A9}"/>
                    </a:ext>
                  </a:extLst>
                </p14:cNvPr>
                <p14:cNvContentPartPr/>
                <p14:nvPr/>
              </p14:nvContentPartPr>
              <p14:xfrm>
                <a:off x="10772568" y="4405464"/>
                <a:ext cx="14760" cy="2412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3AFD1BEC-B0F7-7148-A17B-A2E191FA04A9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0763928" y="4396464"/>
                  <a:ext cx="324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7AFF7089-B744-139C-720E-7894F471EEBB}"/>
                    </a:ext>
                  </a:extLst>
                </p14:cNvPr>
                <p14:cNvContentPartPr/>
                <p14:nvPr/>
              </p14:nvContentPartPr>
              <p14:xfrm>
                <a:off x="10851048" y="4439304"/>
                <a:ext cx="92520" cy="828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7AFF7089-B744-139C-720E-7894F471EEBB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0842048" y="4430304"/>
                  <a:ext cx="11016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D2B3B2E8-44D2-BE8B-AE58-4D109A900600}"/>
                    </a:ext>
                  </a:extLst>
                </p14:cNvPr>
                <p14:cNvContentPartPr/>
                <p14:nvPr/>
              </p14:nvContentPartPr>
              <p14:xfrm>
                <a:off x="10964448" y="4544424"/>
                <a:ext cx="65880" cy="288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D2B3B2E8-44D2-BE8B-AE58-4D109A900600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0955448" y="4535424"/>
                  <a:ext cx="835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C98C11BD-5BA3-0531-EA2E-FB0C241E171E}"/>
                    </a:ext>
                  </a:extLst>
                </p14:cNvPr>
                <p14:cNvContentPartPr/>
                <p14:nvPr/>
              </p14:nvContentPartPr>
              <p14:xfrm>
                <a:off x="11109168" y="4440744"/>
                <a:ext cx="307800" cy="27072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C98C11BD-5BA3-0531-EA2E-FB0C241E171E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1100168" y="4431744"/>
                  <a:ext cx="325440" cy="28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E6EFD507-C282-2757-D861-22F603226F68}"/>
              </a:ext>
            </a:extLst>
          </p:cNvPr>
          <p:cNvGrpSpPr/>
          <p:nvPr/>
        </p:nvGrpSpPr>
        <p:grpSpPr>
          <a:xfrm>
            <a:off x="4024728" y="4800384"/>
            <a:ext cx="780480" cy="416160"/>
            <a:chOff x="4024728" y="4800384"/>
            <a:chExt cx="780480" cy="41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FF935A8D-5BC3-32A1-4D1B-321711AFDF5E}"/>
                    </a:ext>
                  </a:extLst>
                </p14:cNvPr>
                <p14:cNvContentPartPr/>
                <p14:nvPr/>
              </p14:nvContentPartPr>
              <p14:xfrm>
                <a:off x="4024728" y="4800384"/>
                <a:ext cx="470880" cy="3646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FF935A8D-5BC3-32A1-4D1B-321711AFDF5E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016088" y="4791384"/>
                  <a:ext cx="488520" cy="38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4BB50B5C-3CD9-2252-102D-F4F3CBF29A38}"/>
                    </a:ext>
                  </a:extLst>
                </p14:cNvPr>
                <p14:cNvContentPartPr/>
                <p14:nvPr/>
              </p14:nvContentPartPr>
              <p14:xfrm>
                <a:off x="4525128" y="4915584"/>
                <a:ext cx="7920" cy="327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4BB50B5C-3CD9-2252-102D-F4F3CBF29A38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4516128" y="4906584"/>
                  <a:ext cx="255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766820A3-F7B2-1AD9-E2D0-8484A330CB09}"/>
                    </a:ext>
                  </a:extLst>
                </p14:cNvPr>
                <p14:cNvContentPartPr/>
                <p14:nvPr/>
              </p14:nvContentPartPr>
              <p14:xfrm>
                <a:off x="4600368" y="4930704"/>
                <a:ext cx="204840" cy="2858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766820A3-F7B2-1AD9-E2D0-8484A330CB09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4591728" y="4921704"/>
                  <a:ext cx="222480" cy="30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DB025000-501D-BDE8-E768-9635570B9775}"/>
              </a:ext>
            </a:extLst>
          </p:cNvPr>
          <p:cNvGrpSpPr/>
          <p:nvPr/>
        </p:nvGrpSpPr>
        <p:grpSpPr>
          <a:xfrm>
            <a:off x="5221728" y="4826664"/>
            <a:ext cx="1144080" cy="216000"/>
            <a:chOff x="5221728" y="4826664"/>
            <a:chExt cx="1144080" cy="21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B0252F21-4B10-F73D-E60A-A2244B37A05E}"/>
                    </a:ext>
                  </a:extLst>
                </p14:cNvPr>
                <p14:cNvContentPartPr/>
                <p14:nvPr/>
              </p14:nvContentPartPr>
              <p14:xfrm>
                <a:off x="5221728" y="4915944"/>
                <a:ext cx="302400" cy="1267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B0252F21-4B10-F73D-E60A-A2244B37A05E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212728" y="4906944"/>
                  <a:ext cx="3200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47569C11-10EA-B84B-4C93-CCF44CF2A2AE}"/>
                    </a:ext>
                  </a:extLst>
                </p14:cNvPr>
                <p14:cNvContentPartPr/>
                <p14:nvPr/>
              </p14:nvContentPartPr>
              <p14:xfrm>
                <a:off x="5584968" y="4864824"/>
                <a:ext cx="8280" cy="3024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47569C11-10EA-B84B-4C93-CCF44CF2A2AE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5575968" y="4855824"/>
                  <a:ext cx="259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EF57DA57-EF0E-A58B-C72F-E891815FE0F2}"/>
                    </a:ext>
                  </a:extLst>
                </p14:cNvPr>
                <p14:cNvContentPartPr/>
                <p14:nvPr/>
              </p14:nvContentPartPr>
              <p14:xfrm>
                <a:off x="5677128" y="4942224"/>
                <a:ext cx="57960" cy="2088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EF57DA57-EF0E-A58B-C72F-E891815FE0F2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5668128" y="4933584"/>
                  <a:ext cx="756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062C6471-30E5-087C-C978-A19F76E82FE4}"/>
                    </a:ext>
                  </a:extLst>
                </p14:cNvPr>
                <p14:cNvContentPartPr/>
                <p14:nvPr/>
              </p14:nvContentPartPr>
              <p14:xfrm>
                <a:off x="5876928" y="4826664"/>
                <a:ext cx="158400" cy="14832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062C6471-30E5-087C-C978-A19F76E82FE4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5868288" y="4818024"/>
                  <a:ext cx="1760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8A462B1E-BBC7-76F6-6FBA-062001431881}"/>
                    </a:ext>
                  </a:extLst>
                </p14:cNvPr>
                <p14:cNvContentPartPr/>
                <p14:nvPr/>
              </p14:nvContentPartPr>
              <p14:xfrm>
                <a:off x="6166008" y="4859424"/>
                <a:ext cx="125640" cy="6372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8A462B1E-BBC7-76F6-6FBA-062001431881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6157008" y="4850784"/>
                  <a:ext cx="14328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68B643D4-2AE9-B62F-D796-4DD9C533D23B}"/>
                    </a:ext>
                  </a:extLst>
                </p14:cNvPr>
                <p14:cNvContentPartPr/>
                <p14:nvPr/>
              </p14:nvContentPartPr>
              <p14:xfrm>
                <a:off x="6356808" y="4898304"/>
                <a:ext cx="9000" cy="72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68B643D4-2AE9-B62F-D796-4DD9C533D23B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6348168" y="4889304"/>
                  <a:ext cx="26640" cy="24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275" name="Ink 274">
                <a:extLst>
                  <a:ext uri="{FF2B5EF4-FFF2-40B4-BE49-F238E27FC236}">
                    <a16:creationId xmlns:a16="http://schemas.microsoft.com/office/drawing/2014/main" id="{4AAAE0FE-D70B-2F23-6391-A00DA88FCC5A}"/>
                  </a:ext>
                </a:extLst>
              </p14:cNvPr>
              <p14:cNvContentPartPr/>
              <p14:nvPr/>
            </p14:nvContentPartPr>
            <p14:xfrm>
              <a:off x="2884248" y="5592384"/>
              <a:ext cx="407880" cy="326520"/>
            </p14:xfrm>
          </p:contentPart>
        </mc:Choice>
        <mc:Fallback xmlns="">
          <p:pic>
            <p:nvPicPr>
              <p:cNvPr id="275" name="Ink 274">
                <a:extLst>
                  <a:ext uri="{FF2B5EF4-FFF2-40B4-BE49-F238E27FC236}">
                    <a16:creationId xmlns:a16="http://schemas.microsoft.com/office/drawing/2014/main" id="{4AAAE0FE-D70B-2F23-6391-A00DA88FCC5A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2875608" y="5583384"/>
                <a:ext cx="425520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276" name="Ink 275">
                <a:extLst>
                  <a:ext uri="{FF2B5EF4-FFF2-40B4-BE49-F238E27FC236}">
                    <a16:creationId xmlns:a16="http://schemas.microsoft.com/office/drawing/2014/main" id="{74D3C53B-957F-29AB-61A1-4A54BD0AA8C6}"/>
                  </a:ext>
                </a:extLst>
              </p14:cNvPr>
              <p14:cNvContentPartPr/>
              <p14:nvPr/>
            </p14:nvContentPartPr>
            <p14:xfrm>
              <a:off x="3556008" y="5789664"/>
              <a:ext cx="4320" cy="20160"/>
            </p14:xfrm>
          </p:contentPart>
        </mc:Choice>
        <mc:Fallback xmlns="">
          <p:pic>
            <p:nvPicPr>
              <p:cNvPr id="276" name="Ink 275">
                <a:extLst>
                  <a:ext uri="{FF2B5EF4-FFF2-40B4-BE49-F238E27FC236}">
                    <a16:creationId xmlns:a16="http://schemas.microsoft.com/office/drawing/2014/main" id="{74D3C53B-957F-29AB-61A1-4A54BD0AA8C6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3547368" y="5780664"/>
                <a:ext cx="2196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277" name="Ink 276">
                <a:extLst>
                  <a:ext uri="{FF2B5EF4-FFF2-40B4-BE49-F238E27FC236}">
                    <a16:creationId xmlns:a16="http://schemas.microsoft.com/office/drawing/2014/main" id="{8CAA1DE7-6A36-A617-E99F-16A61F598079}"/>
                  </a:ext>
                </a:extLst>
              </p14:cNvPr>
              <p14:cNvContentPartPr/>
              <p14:nvPr/>
            </p14:nvContentPartPr>
            <p14:xfrm>
              <a:off x="3528288" y="5586264"/>
              <a:ext cx="11880" cy="40680"/>
            </p14:xfrm>
          </p:contentPart>
        </mc:Choice>
        <mc:Fallback xmlns="">
          <p:pic>
            <p:nvPicPr>
              <p:cNvPr id="277" name="Ink 276">
                <a:extLst>
                  <a:ext uri="{FF2B5EF4-FFF2-40B4-BE49-F238E27FC236}">
                    <a16:creationId xmlns:a16="http://schemas.microsoft.com/office/drawing/2014/main" id="{8CAA1DE7-6A36-A617-E99F-16A61F598079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3519648" y="5577264"/>
                <a:ext cx="29520" cy="58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98" name="Group 297">
            <a:extLst>
              <a:ext uri="{FF2B5EF4-FFF2-40B4-BE49-F238E27FC236}">
                <a16:creationId xmlns:a16="http://schemas.microsoft.com/office/drawing/2014/main" id="{E891A746-9430-EEF3-74E2-33C12C7784BB}"/>
              </a:ext>
            </a:extLst>
          </p:cNvPr>
          <p:cNvGrpSpPr/>
          <p:nvPr/>
        </p:nvGrpSpPr>
        <p:grpSpPr>
          <a:xfrm>
            <a:off x="4778568" y="5527224"/>
            <a:ext cx="1013400" cy="290880"/>
            <a:chOff x="4778568" y="5527224"/>
            <a:chExt cx="1013400" cy="29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2D76658E-4606-DD5C-D592-FC1EE7498196}"/>
                    </a:ext>
                  </a:extLst>
                </p14:cNvPr>
                <p14:cNvContentPartPr/>
                <p14:nvPr/>
              </p14:nvContentPartPr>
              <p14:xfrm>
                <a:off x="4778568" y="5527224"/>
                <a:ext cx="158760" cy="29088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2D76658E-4606-DD5C-D592-FC1EE7498196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4769568" y="5518224"/>
                  <a:ext cx="17640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E2E8641B-9D74-4011-6ACF-E87FB0CB9C14}"/>
                    </a:ext>
                  </a:extLst>
                </p14:cNvPr>
                <p14:cNvContentPartPr/>
                <p14:nvPr/>
              </p14:nvContentPartPr>
              <p14:xfrm>
                <a:off x="5020848" y="5672304"/>
                <a:ext cx="106560" cy="799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E2E8641B-9D74-4011-6ACF-E87FB0CB9C14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5012208" y="5663304"/>
                  <a:ext cx="12420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EE5D6368-124F-CDCF-FBCD-02A69CEBF547}"/>
                    </a:ext>
                  </a:extLst>
                </p14:cNvPr>
                <p14:cNvContentPartPr/>
                <p14:nvPr/>
              </p14:nvContentPartPr>
              <p14:xfrm>
                <a:off x="5205888" y="5692104"/>
                <a:ext cx="160200" cy="954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EE5D6368-124F-CDCF-FBCD-02A69CEBF547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5197248" y="5683104"/>
                  <a:ext cx="1778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54CB9E2B-5AB8-D492-EC01-94FD67058DF1}"/>
                    </a:ext>
                  </a:extLst>
                </p14:cNvPr>
                <p14:cNvContentPartPr/>
                <p14:nvPr/>
              </p14:nvContentPartPr>
              <p14:xfrm>
                <a:off x="5442768" y="5708304"/>
                <a:ext cx="349200" cy="4824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54CB9E2B-5AB8-D492-EC01-94FD67058DF1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5433768" y="5699304"/>
                  <a:ext cx="366840" cy="65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299" name="Ink 298">
                <a:extLst>
                  <a:ext uri="{FF2B5EF4-FFF2-40B4-BE49-F238E27FC236}">
                    <a16:creationId xmlns:a16="http://schemas.microsoft.com/office/drawing/2014/main" id="{2F872E4C-45E8-9480-01F1-AECA1ACD40DF}"/>
                  </a:ext>
                </a:extLst>
              </p14:cNvPr>
              <p14:cNvContentPartPr/>
              <p14:nvPr/>
            </p14:nvContentPartPr>
            <p14:xfrm>
              <a:off x="5426208" y="5930424"/>
              <a:ext cx="22680" cy="112320"/>
            </p14:xfrm>
          </p:contentPart>
        </mc:Choice>
        <mc:Fallback xmlns="">
          <p:pic>
            <p:nvPicPr>
              <p:cNvPr id="299" name="Ink 298">
                <a:extLst>
                  <a:ext uri="{FF2B5EF4-FFF2-40B4-BE49-F238E27FC236}">
                    <a16:creationId xmlns:a16="http://schemas.microsoft.com/office/drawing/2014/main" id="{2F872E4C-45E8-9480-01F1-AECA1ACD40DF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5417208" y="5921424"/>
                <a:ext cx="4032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300" name="Ink 299">
                <a:extLst>
                  <a:ext uri="{FF2B5EF4-FFF2-40B4-BE49-F238E27FC236}">
                    <a16:creationId xmlns:a16="http://schemas.microsoft.com/office/drawing/2014/main" id="{A3011B3A-2870-0EF7-5D04-608DCDF56908}"/>
                  </a:ext>
                </a:extLst>
              </p14:cNvPr>
              <p14:cNvContentPartPr/>
              <p14:nvPr/>
            </p14:nvContentPartPr>
            <p14:xfrm>
              <a:off x="4774608" y="5940864"/>
              <a:ext cx="1131480" cy="42120"/>
            </p14:xfrm>
          </p:contentPart>
        </mc:Choice>
        <mc:Fallback xmlns="">
          <p:pic>
            <p:nvPicPr>
              <p:cNvPr id="300" name="Ink 299">
                <a:extLst>
                  <a:ext uri="{FF2B5EF4-FFF2-40B4-BE49-F238E27FC236}">
                    <a16:creationId xmlns:a16="http://schemas.microsoft.com/office/drawing/2014/main" id="{A3011B3A-2870-0EF7-5D04-608DCDF56908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4765608" y="5931864"/>
                <a:ext cx="1149120" cy="5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301" name="Ink 300">
                <a:extLst>
                  <a:ext uri="{FF2B5EF4-FFF2-40B4-BE49-F238E27FC236}">
                    <a16:creationId xmlns:a16="http://schemas.microsoft.com/office/drawing/2014/main" id="{9FE2A0D0-06F3-C62D-37E8-ADAF7238A234}"/>
                  </a:ext>
                </a:extLst>
              </p14:cNvPr>
              <p14:cNvContentPartPr/>
              <p14:nvPr/>
            </p14:nvContentPartPr>
            <p14:xfrm>
              <a:off x="5060088" y="5974344"/>
              <a:ext cx="440280" cy="36000"/>
            </p14:xfrm>
          </p:contentPart>
        </mc:Choice>
        <mc:Fallback xmlns="">
          <p:pic>
            <p:nvPicPr>
              <p:cNvPr id="301" name="Ink 300">
                <a:extLst>
                  <a:ext uri="{FF2B5EF4-FFF2-40B4-BE49-F238E27FC236}">
                    <a16:creationId xmlns:a16="http://schemas.microsoft.com/office/drawing/2014/main" id="{9FE2A0D0-06F3-C62D-37E8-ADAF7238A234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5051448" y="5965704"/>
                <a:ext cx="45792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302" name="Ink 301">
                <a:extLst>
                  <a:ext uri="{FF2B5EF4-FFF2-40B4-BE49-F238E27FC236}">
                    <a16:creationId xmlns:a16="http://schemas.microsoft.com/office/drawing/2014/main" id="{9AF337FC-5435-0774-5117-F4F850A406CE}"/>
                  </a:ext>
                </a:extLst>
              </p14:cNvPr>
              <p14:cNvContentPartPr/>
              <p14:nvPr/>
            </p14:nvContentPartPr>
            <p14:xfrm>
              <a:off x="5235408" y="6032304"/>
              <a:ext cx="43560" cy="37440"/>
            </p14:xfrm>
          </p:contentPart>
        </mc:Choice>
        <mc:Fallback xmlns="">
          <p:pic>
            <p:nvPicPr>
              <p:cNvPr id="302" name="Ink 301">
                <a:extLst>
                  <a:ext uri="{FF2B5EF4-FFF2-40B4-BE49-F238E27FC236}">
                    <a16:creationId xmlns:a16="http://schemas.microsoft.com/office/drawing/2014/main" id="{9AF337FC-5435-0774-5117-F4F850A406CE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5226408" y="6023664"/>
                <a:ext cx="61200" cy="5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2B46AC96-43DF-040A-24A6-9AE79417EB84}"/>
                  </a:ext>
                </a:extLst>
              </p14:cNvPr>
              <p14:cNvContentPartPr/>
              <p14:nvPr/>
            </p14:nvContentPartPr>
            <p14:xfrm>
              <a:off x="5489208" y="5983344"/>
              <a:ext cx="3017160" cy="62640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2B46AC96-43DF-040A-24A6-9AE79417EB84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5480568" y="5974344"/>
                <a:ext cx="303480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3">
            <p14:nvContentPartPr>
              <p14:cNvPr id="305" name="Ink 304">
                <a:extLst>
                  <a:ext uri="{FF2B5EF4-FFF2-40B4-BE49-F238E27FC236}">
                    <a16:creationId xmlns:a16="http://schemas.microsoft.com/office/drawing/2014/main" id="{94CD0AF8-6766-60C4-4C90-68A2AA58EFB5}"/>
                  </a:ext>
                </a:extLst>
              </p14:cNvPr>
              <p14:cNvContentPartPr/>
              <p14:nvPr/>
            </p14:nvContentPartPr>
            <p14:xfrm>
              <a:off x="5327568" y="6007104"/>
              <a:ext cx="344520" cy="120600"/>
            </p14:xfrm>
          </p:contentPart>
        </mc:Choice>
        <mc:Fallback xmlns="">
          <p:pic>
            <p:nvPicPr>
              <p:cNvPr id="305" name="Ink 304">
                <a:extLst>
                  <a:ext uri="{FF2B5EF4-FFF2-40B4-BE49-F238E27FC236}">
                    <a16:creationId xmlns:a16="http://schemas.microsoft.com/office/drawing/2014/main" id="{94CD0AF8-6766-60C4-4C90-68A2AA58EFB5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5318568" y="5998464"/>
                <a:ext cx="362160" cy="138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24" name="Group 323">
            <a:extLst>
              <a:ext uri="{FF2B5EF4-FFF2-40B4-BE49-F238E27FC236}">
                <a16:creationId xmlns:a16="http://schemas.microsoft.com/office/drawing/2014/main" id="{F3A75405-4DEB-A8BF-D8B6-36249F13EDDC}"/>
              </a:ext>
            </a:extLst>
          </p:cNvPr>
          <p:cNvGrpSpPr/>
          <p:nvPr/>
        </p:nvGrpSpPr>
        <p:grpSpPr>
          <a:xfrm>
            <a:off x="6292368" y="5377824"/>
            <a:ext cx="2605320" cy="1142640"/>
            <a:chOff x="6292368" y="5377824"/>
            <a:chExt cx="2605320" cy="114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9891496E-E18D-ED58-562F-EC5AD4773320}"/>
                    </a:ext>
                  </a:extLst>
                </p14:cNvPr>
                <p14:cNvContentPartPr/>
                <p14:nvPr/>
              </p14:nvContentPartPr>
              <p14:xfrm>
                <a:off x="6442488" y="6390864"/>
                <a:ext cx="355320" cy="968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9891496E-E18D-ED58-562F-EC5AD4773320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6433848" y="6382224"/>
                  <a:ext cx="37296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C41C05C4-F9AF-8ACC-606E-3552F713AEA6}"/>
                    </a:ext>
                  </a:extLst>
                </p14:cNvPr>
                <p14:cNvContentPartPr/>
                <p14:nvPr/>
              </p14:nvContentPartPr>
              <p14:xfrm>
                <a:off x="6830928" y="6415344"/>
                <a:ext cx="14400" cy="154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C41C05C4-F9AF-8ACC-606E-3552F713AEA6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6821928" y="6406344"/>
                  <a:ext cx="3204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E263DCDA-47B5-71C1-B610-E480A044E668}"/>
                    </a:ext>
                  </a:extLst>
                </p14:cNvPr>
                <p14:cNvContentPartPr/>
                <p14:nvPr/>
              </p14:nvContentPartPr>
              <p14:xfrm>
                <a:off x="6853248" y="6402384"/>
                <a:ext cx="133920" cy="9648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E263DCDA-47B5-71C1-B610-E480A044E668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6844608" y="6393384"/>
                  <a:ext cx="1515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DB4F2B8D-1A6C-8220-AD1A-349F8F60A1EF}"/>
                    </a:ext>
                  </a:extLst>
                </p14:cNvPr>
                <p14:cNvContentPartPr/>
                <p14:nvPr/>
              </p14:nvContentPartPr>
              <p14:xfrm>
                <a:off x="7014168" y="6384384"/>
                <a:ext cx="10440" cy="2088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DB4F2B8D-1A6C-8220-AD1A-349F8F60A1EF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7005168" y="6375384"/>
                  <a:ext cx="280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48722B42-609A-66C9-3A10-ED9C016EE6D1}"/>
                    </a:ext>
                  </a:extLst>
                </p14:cNvPr>
                <p14:cNvContentPartPr/>
                <p14:nvPr/>
              </p14:nvContentPartPr>
              <p14:xfrm>
                <a:off x="7039368" y="6366024"/>
                <a:ext cx="164880" cy="11880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48722B42-609A-66C9-3A10-ED9C016EE6D1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7030368" y="6357384"/>
                  <a:ext cx="18252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DE090928-89B7-F17A-7A1C-DE300620F93C}"/>
                    </a:ext>
                  </a:extLst>
                </p14:cNvPr>
                <p14:cNvContentPartPr/>
                <p14:nvPr/>
              </p14:nvContentPartPr>
              <p14:xfrm>
                <a:off x="7363368" y="6435144"/>
                <a:ext cx="208080" cy="7128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DE090928-89B7-F17A-7A1C-DE300620F93C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7354368" y="6426504"/>
                  <a:ext cx="22572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A32DC594-1F76-27A0-DFFB-F8F32ACCC16D}"/>
                    </a:ext>
                  </a:extLst>
                </p14:cNvPr>
                <p14:cNvContentPartPr/>
                <p14:nvPr/>
              </p14:nvContentPartPr>
              <p14:xfrm>
                <a:off x="7605648" y="6458184"/>
                <a:ext cx="50760" cy="1368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A32DC594-1F76-27A0-DFFB-F8F32ACCC16D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7596648" y="6449544"/>
                  <a:ext cx="684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BDF8ECE6-D775-41F0-201F-A6DF6389EEDE}"/>
                    </a:ext>
                  </a:extLst>
                </p14:cNvPr>
                <p14:cNvContentPartPr/>
                <p14:nvPr/>
              </p14:nvContentPartPr>
              <p14:xfrm>
                <a:off x="7710048" y="6422904"/>
                <a:ext cx="61920" cy="9756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BDF8ECE6-D775-41F0-201F-A6DF6389EEDE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7701048" y="6413904"/>
                  <a:ext cx="7956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869017B2-0F5C-6EB8-3586-C9E6E4021DDA}"/>
                    </a:ext>
                  </a:extLst>
                </p14:cNvPr>
                <p14:cNvContentPartPr/>
                <p14:nvPr/>
              </p14:nvContentPartPr>
              <p14:xfrm>
                <a:off x="6396048" y="5541264"/>
                <a:ext cx="355320" cy="19404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869017B2-0F5C-6EB8-3586-C9E6E4021DDA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6387408" y="5532624"/>
                  <a:ext cx="3729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972FDBC8-245D-2ACD-3D14-0C8BAFC6A3BC}"/>
                    </a:ext>
                  </a:extLst>
                </p14:cNvPr>
                <p14:cNvContentPartPr/>
                <p14:nvPr/>
              </p14:nvContentPartPr>
              <p14:xfrm>
                <a:off x="6839568" y="5671584"/>
                <a:ext cx="387720" cy="619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972FDBC8-245D-2ACD-3D14-0C8BAFC6A3BC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6830568" y="5662944"/>
                  <a:ext cx="4053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322338A4-BC0B-CA6A-CA22-8AF2A70780D9}"/>
                    </a:ext>
                  </a:extLst>
                </p14:cNvPr>
                <p14:cNvContentPartPr/>
                <p14:nvPr/>
              </p14:nvContentPartPr>
              <p14:xfrm>
                <a:off x="7767288" y="5514264"/>
                <a:ext cx="51120" cy="25956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322338A4-BC0B-CA6A-CA22-8AF2A70780D9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7758648" y="5505264"/>
                  <a:ext cx="6876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2CCB2779-E931-ABC7-EEAA-0F120A3A3A5E}"/>
                    </a:ext>
                  </a:extLst>
                </p14:cNvPr>
                <p14:cNvContentPartPr/>
                <p14:nvPr/>
              </p14:nvContentPartPr>
              <p14:xfrm>
                <a:off x="7685568" y="5652504"/>
                <a:ext cx="161280" cy="421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2CCB2779-E931-ABC7-EEAA-0F120A3A3A5E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7676568" y="5643864"/>
                  <a:ext cx="1789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F2979AE8-23BA-11B7-5FD4-8C5BFFD61460}"/>
                    </a:ext>
                  </a:extLst>
                </p14:cNvPr>
                <p14:cNvContentPartPr/>
                <p14:nvPr/>
              </p14:nvContentPartPr>
              <p14:xfrm>
                <a:off x="7947648" y="5650344"/>
                <a:ext cx="128520" cy="680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F2979AE8-23BA-11B7-5FD4-8C5BFFD61460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7938648" y="5641704"/>
                  <a:ext cx="1461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0DA21060-B2AC-7BB7-F2D4-DA98B512A91A}"/>
                    </a:ext>
                  </a:extLst>
                </p14:cNvPr>
                <p14:cNvContentPartPr/>
                <p14:nvPr/>
              </p14:nvContentPartPr>
              <p14:xfrm>
                <a:off x="8178048" y="5652144"/>
                <a:ext cx="247680" cy="5184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0DA21060-B2AC-7BB7-F2D4-DA98B512A91A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8169048" y="5643144"/>
                  <a:ext cx="26532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0ABFA255-31A1-98A5-52C0-9DF44A98D29A}"/>
                    </a:ext>
                  </a:extLst>
                </p14:cNvPr>
                <p14:cNvContentPartPr/>
                <p14:nvPr/>
              </p14:nvContentPartPr>
              <p14:xfrm>
                <a:off x="8564688" y="5674104"/>
                <a:ext cx="45720" cy="338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0ABFA255-31A1-98A5-52C0-9DF44A98D29A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556048" y="5665464"/>
                  <a:ext cx="633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A1E5EE7B-2F8D-CD25-B4DA-621F0A7DC87E}"/>
                    </a:ext>
                  </a:extLst>
                </p14:cNvPr>
                <p14:cNvContentPartPr/>
                <p14:nvPr/>
              </p14:nvContentPartPr>
              <p14:xfrm>
                <a:off x="6465168" y="5886864"/>
                <a:ext cx="804600" cy="252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A1E5EE7B-2F8D-CD25-B4DA-621F0A7DC87E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6456168" y="5877864"/>
                  <a:ext cx="8222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6068CDD9-A418-5CC1-2C6E-E12DA3CD532D}"/>
                    </a:ext>
                  </a:extLst>
                </p14:cNvPr>
                <p14:cNvContentPartPr/>
                <p14:nvPr/>
              </p14:nvContentPartPr>
              <p14:xfrm>
                <a:off x="6395328" y="5905224"/>
                <a:ext cx="846360" cy="370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6068CDD9-A418-5CC1-2C6E-E12DA3CD532D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6386328" y="5896224"/>
                  <a:ext cx="86400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6539D313-A891-9FD4-E862-E7DE7FDA65EC}"/>
                    </a:ext>
                  </a:extLst>
                </p14:cNvPr>
                <p14:cNvContentPartPr/>
                <p14:nvPr/>
              </p14:nvContentPartPr>
              <p14:xfrm>
                <a:off x="6491808" y="6027984"/>
                <a:ext cx="678600" cy="1774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6539D313-A891-9FD4-E862-E7DE7FDA65EC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6482808" y="6019344"/>
                  <a:ext cx="6962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E46687C0-B91C-5FCF-A553-56DCE2FF3C1E}"/>
                    </a:ext>
                  </a:extLst>
                </p14:cNvPr>
                <p14:cNvContentPartPr/>
                <p14:nvPr/>
              </p14:nvContentPartPr>
              <p14:xfrm>
                <a:off x="7190928" y="6060744"/>
                <a:ext cx="32040" cy="3600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E46687C0-B91C-5FCF-A553-56DCE2FF3C1E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7181928" y="6052104"/>
                  <a:ext cx="496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BBA8E03A-6AB3-F2A4-E3C9-331DC98FD6E2}"/>
                    </a:ext>
                  </a:extLst>
                </p14:cNvPr>
                <p14:cNvContentPartPr/>
                <p14:nvPr/>
              </p14:nvContentPartPr>
              <p14:xfrm>
                <a:off x="7837128" y="5928264"/>
                <a:ext cx="1060560" cy="428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BBA8E03A-6AB3-F2A4-E3C9-331DC98FD6E2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7828488" y="5919624"/>
                  <a:ext cx="107820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45744E98-AEFE-11AA-E2FB-AC68E8E45C83}"/>
                    </a:ext>
                  </a:extLst>
                </p14:cNvPr>
                <p14:cNvContentPartPr/>
                <p14:nvPr/>
              </p14:nvContentPartPr>
              <p14:xfrm>
                <a:off x="6292368" y="5377824"/>
                <a:ext cx="1131840" cy="57168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45744E98-AEFE-11AA-E2FB-AC68E8E45C83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6283368" y="5368824"/>
                  <a:ext cx="1149480" cy="58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C51417C7-3C9B-46E8-5637-478063F14D93}"/>
                    </a:ext>
                  </a:extLst>
                </p14:cNvPr>
                <p14:cNvContentPartPr/>
                <p14:nvPr/>
              </p14:nvContentPartPr>
              <p14:xfrm>
                <a:off x="7331328" y="6050664"/>
                <a:ext cx="115560" cy="997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C51417C7-3C9B-46E8-5637-478063F14D93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7322688" y="6042024"/>
                  <a:ext cx="13320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31D9CF37-E37F-DEE4-D5B6-4C476ADDE4C3}"/>
                    </a:ext>
                  </a:extLst>
                </p14:cNvPr>
                <p14:cNvContentPartPr/>
                <p14:nvPr/>
              </p14:nvContentPartPr>
              <p14:xfrm>
                <a:off x="7504128" y="6098184"/>
                <a:ext cx="18360" cy="3960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31D9CF37-E37F-DEE4-D5B6-4C476ADDE4C3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7495488" y="6089544"/>
                  <a:ext cx="3600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345163CC-9BA7-6715-8B35-7289D0DAFB3F}"/>
                    </a:ext>
                  </a:extLst>
                </p14:cNvPr>
                <p14:cNvContentPartPr/>
                <p14:nvPr/>
              </p14:nvContentPartPr>
              <p14:xfrm>
                <a:off x="7575768" y="6103224"/>
                <a:ext cx="59760" cy="4716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345163CC-9BA7-6715-8B35-7289D0DAFB3F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7566768" y="6094224"/>
                  <a:ext cx="774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EC86040C-FBA0-2EB7-4743-7B13D905B4B4}"/>
                    </a:ext>
                  </a:extLst>
                </p14:cNvPr>
                <p14:cNvContentPartPr/>
                <p14:nvPr/>
              </p14:nvContentPartPr>
              <p14:xfrm>
                <a:off x="7680528" y="6047784"/>
                <a:ext cx="117720" cy="1321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EC86040C-FBA0-2EB7-4743-7B13D905B4B4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7671888" y="6039144"/>
                  <a:ext cx="1353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186F983C-CEEB-1CC7-53CF-F17482C420AD}"/>
                    </a:ext>
                  </a:extLst>
                </p14:cNvPr>
                <p14:cNvContentPartPr/>
                <p14:nvPr/>
              </p14:nvContentPartPr>
              <p14:xfrm>
                <a:off x="6579648" y="6261264"/>
                <a:ext cx="1127520" cy="7200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186F983C-CEEB-1CC7-53CF-F17482C420AD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6570648" y="6252264"/>
                  <a:ext cx="1145160" cy="89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08438469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14:cNvPr>
              <p14:cNvContentPartPr/>
              <p14:nvPr/>
            </p14:nvContentPartPr>
            <p14:xfrm>
              <a:off x="6628248" y="3344904"/>
              <a:ext cx="20160" cy="144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619248" y="3337704"/>
                <a:ext cx="37800" cy="15552"/>
              </a:xfrm>
              <a:prstGeom prst="rect">
                <a:avLst/>
              </a:prstGeom>
            </p:spPr>
          </p:pic>
        </mc:Fallback>
      </mc:AlternateContent>
      <p:grpSp>
        <p:nvGrpSpPr>
          <p:cNvPr id="13" name="Group 12">
            <a:extLst>
              <a:ext uri="{FF2B5EF4-FFF2-40B4-BE49-F238E27FC236}">
                <a16:creationId xmlns:a16="http://schemas.microsoft.com/office/drawing/2014/main" id="{114E85DB-1F21-B6D7-24B5-DCAC0644D408}"/>
              </a:ext>
            </a:extLst>
          </p:cNvPr>
          <p:cNvGrpSpPr/>
          <p:nvPr/>
        </p:nvGrpSpPr>
        <p:grpSpPr>
          <a:xfrm>
            <a:off x="1869408" y="1150704"/>
            <a:ext cx="1069920" cy="237600"/>
            <a:chOff x="1869408" y="1150704"/>
            <a:chExt cx="1069920" cy="23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37B08835-8E79-F548-E9C0-11BE965A25C7}"/>
                    </a:ext>
                  </a:extLst>
                </p14:cNvPr>
                <p14:cNvContentPartPr/>
                <p14:nvPr/>
              </p14:nvContentPartPr>
              <p14:xfrm>
                <a:off x="1869408" y="1162944"/>
                <a:ext cx="268560" cy="208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37B08835-8E79-F548-E9C0-11BE965A25C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860408" y="1154304"/>
                  <a:ext cx="2862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FA3B5CD7-9552-03FA-CBD5-606BCF5546FC}"/>
                    </a:ext>
                  </a:extLst>
                </p14:cNvPr>
                <p14:cNvContentPartPr/>
                <p14:nvPr/>
              </p14:nvContentPartPr>
              <p14:xfrm>
                <a:off x="2286648" y="1150704"/>
                <a:ext cx="208080" cy="2376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FA3B5CD7-9552-03FA-CBD5-606BCF5546F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277648" y="1142064"/>
                  <a:ext cx="22572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1A7A1246-8156-02AF-1EFF-61F8796972D2}"/>
                    </a:ext>
                  </a:extLst>
                </p14:cNvPr>
                <p14:cNvContentPartPr/>
                <p14:nvPr/>
              </p14:nvContentPartPr>
              <p14:xfrm>
                <a:off x="2577888" y="1238544"/>
                <a:ext cx="97920" cy="972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1A7A1246-8156-02AF-1EFF-61F8796972D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568888" y="1229544"/>
                  <a:ext cx="11556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A0D6FF9-2033-D824-4F0C-24EDA0F359F8}"/>
                    </a:ext>
                  </a:extLst>
                </p14:cNvPr>
                <p14:cNvContentPartPr/>
                <p14:nvPr/>
              </p14:nvContentPartPr>
              <p14:xfrm>
                <a:off x="2755728" y="1214424"/>
                <a:ext cx="183600" cy="640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A0D6FF9-2033-D824-4F0C-24EDA0F359F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47088" y="1205424"/>
                  <a:ext cx="2012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66411BF-D6B3-6B14-547A-AFA69A52C136}"/>
                    </a:ext>
                  </a:extLst>
                </p14:cNvPr>
                <p14:cNvContentPartPr/>
                <p14:nvPr/>
              </p14:nvContentPartPr>
              <p14:xfrm>
                <a:off x="2573928" y="1245384"/>
                <a:ext cx="101520" cy="453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66411BF-D6B3-6B14-547A-AFA69A52C13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564928" y="1236384"/>
                  <a:ext cx="119160" cy="63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4AEFCC16-A0DA-31E9-F327-AD63CCFA6859}"/>
                  </a:ext>
                </a:extLst>
              </p14:cNvPr>
              <p14:cNvContentPartPr/>
              <p14:nvPr/>
            </p14:nvContentPartPr>
            <p14:xfrm>
              <a:off x="3316248" y="1151064"/>
              <a:ext cx="12960" cy="20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4AEFCC16-A0DA-31E9-F327-AD63CCFA685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07248" y="1142424"/>
                <a:ext cx="30600" cy="3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" name="Group 11">
            <a:extLst>
              <a:ext uri="{FF2B5EF4-FFF2-40B4-BE49-F238E27FC236}">
                <a16:creationId xmlns:a16="http://schemas.microsoft.com/office/drawing/2014/main" id="{EF65FFA3-5F19-8948-A163-0075F023E45C}"/>
              </a:ext>
            </a:extLst>
          </p:cNvPr>
          <p:cNvGrpSpPr/>
          <p:nvPr/>
        </p:nvGrpSpPr>
        <p:grpSpPr>
          <a:xfrm>
            <a:off x="3314808" y="1273104"/>
            <a:ext cx="334080" cy="68040"/>
            <a:chOff x="3314808" y="1273104"/>
            <a:chExt cx="334080" cy="6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BD50FB9A-0411-33A4-404F-D6626AFAC3C3}"/>
                    </a:ext>
                  </a:extLst>
                </p14:cNvPr>
                <p14:cNvContentPartPr/>
                <p14:nvPr/>
              </p14:nvContentPartPr>
              <p14:xfrm>
                <a:off x="3314808" y="1312704"/>
                <a:ext cx="23400" cy="284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BD50FB9A-0411-33A4-404F-D6626AFAC3C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305808" y="1303704"/>
                  <a:ext cx="410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F74BC0E-0722-C0D6-1508-263771A1C71C}"/>
                    </a:ext>
                  </a:extLst>
                </p14:cNvPr>
                <p14:cNvContentPartPr/>
                <p14:nvPr/>
              </p14:nvContentPartPr>
              <p14:xfrm>
                <a:off x="3521448" y="1273104"/>
                <a:ext cx="127440" cy="133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F74BC0E-0722-C0D6-1508-263771A1C71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512448" y="1264104"/>
                  <a:ext cx="14508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559019B-FCC6-E2C8-7555-4E132EE85D3B}"/>
              </a:ext>
            </a:extLst>
          </p:cNvPr>
          <p:cNvGrpSpPr/>
          <p:nvPr/>
        </p:nvGrpSpPr>
        <p:grpSpPr>
          <a:xfrm>
            <a:off x="4067568" y="1052784"/>
            <a:ext cx="1494360" cy="398880"/>
            <a:chOff x="4067568" y="1052784"/>
            <a:chExt cx="1494360" cy="39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90C582F-B270-846C-9BEB-D66B7EB456ED}"/>
                    </a:ext>
                  </a:extLst>
                </p14:cNvPr>
                <p14:cNvContentPartPr/>
                <p14:nvPr/>
              </p14:nvContentPartPr>
              <p14:xfrm>
                <a:off x="4067568" y="1052784"/>
                <a:ext cx="279000" cy="3988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90C582F-B270-846C-9BEB-D66B7EB456E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058928" y="1044144"/>
                  <a:ext cx="29664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1ED65B5-50DA-5B74-5460-DBB7A0F498B7}"/>
                    </a:ext>
                  </a:extLst>
                </p14:cNvPr>
                <p14:cNvContentPartPr/>
                <p14:nvPr/>
              </p14:nvContentPartPr>
              <p14:xfrm>
                <a:off x="4445568" y="1206864"/>
                <a:ext cx="144360" cy="1047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1ED65B5-50DA-5B74-5460-DBB7A0F498B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436928" y="1198224"/>
                  <a:ext cx="16200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7243A6FC-F7E6-1187-E49A-8F4235CEE1B9}"/>
                    </a:ext>
                  </a:extLst>
                </p14:cNvPr>
                <p14:cNvContentPartPr/>
                <p14:nvPr/>
              </p14:nvContentPartPr>
              <p14:xfrm>
                <a:off x="4661208" y="1222344"/>
                <a:ext cx="74160" cy="730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7243A6FC-F7E6-1187-E49A-8F4235CEE1B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652208" y="1213704"/>
                  <a:ext cx="9180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AAE32160-671D-FC5F-9126-9A599194CDB2}"/>
                    </a:ext>
                  </a:extLst>
                </p14:cNvPr>
                <p14:cNvContentPartPr/>
                <p14:nvPr/>
              </p14:nvContentPartPr>
              <p14:xfrm>
                <a:off x="4876488" y="1075104"/>
                <a:ext cx="284760" cy="2084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AAE32160-671D-FC5F-9126-9A599194CDB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867488" y="1066104"/>
                  <a:ext cx="3024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FDDE8494-4047-9BCC-08F8-5ABBB9D02548}"/>
                    </a:ext>
                  </a:extLst>
                </p14:cNvPr>
                <p14:cNvContentPartPr/>
                <p14:nvPr/>
              </p14:nvContentPartPr>
              <p14:xfrm>
                <a:off x="5228208" y="1170864"/>
                <a:ext cx="9720" cy="108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FDDE8494-4047-9BCC-08F8-5ABBB9D0254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219568" y="1161864"/>
                  <a:ext cx="273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AEB9C40A-6F51-15AD-DA4D-B7D1ACBA27A7}"/>
                    </a:ext>
                  </a:extLst>
                </p14:cNvPr>
                <p14:cNvContentPartPr/>
                <p14:nvPr/>
              </p14:nvContentPartPr>
              <p14:xfrm>
                <a:off x="5291208" y="1066104"/>
                <a:ext cx="270720" cy="2066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AEB9C40A-6F51-15AD-DA4D-B7D1ACBA27A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282568" y="1057464"/>
                  <a:ext cx="28836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C7D299D0-EC3F-FEC2-F4C3-45E5CDAA716E}"/>
              </a:ext>
            </a:extLst>
          </p:cNvPr>
          <p:cNvGrpSpPr/>
          <p:nvPr/>
        </p:nvGrpSpPr>
        <p:grpSpPr>
          <a:xfrm>
            <a:off x="6052608" y="925704"/>
            <a:ext cx="1672920" cy="377280"/>
            <a:chOff x="6052608" y="925704"/>
            <a:chExt cx="167292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16C5845D-423D-81CA-E190-D090A241E2FB}"/>
                    </a:ext>
                  </a:extLst>
                </p14:cNvPr>
                <p14:cNvContentPartPr/>
                <p14:nvPr/>
              </p14:nvContentPartPr>
              <p14:xfrm>
                <a:off x="6137568" y="996624"/>
                <a:ext cx="14760" cy="3063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16C5845D-423D-81CA-E190-D090A241E2FB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128928" y="987624"/>
                  <a:ext cx="3240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F3940D13-52B8-CF74-CEEE-A0398187F63F}"/>
                    </a:ext>
                  </a:extLst>
                </p14:cNvPr>
                <p14:cNvContentPartPr/>
                <p14:nvPr/>
              </p14:nvContentPartPr>
              <p14:xfrm>
                <a:off x="6052608" y="925704"/>
                <a:ext cx="512280" cy="2815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F3940D13-52B8-CF74-CEEE-A0398187F63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43608" y="916704"/>
                  <a:ext cx="52992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773ABBB-A890-384C-C7D6-5C7B6BFEDF24}"/>
                    </a:ext>
                  </a:extLst>
                </p14:cNvPr>
                <p14:cNvContentPartPr/>
                <p14:nvPr/>
              </p14:nvContentPartPr>
              <p14:xfrm>
                <a:off x="6820848" y="956304"/>
                <a:ext cx="818640" cy="2786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773ABBB-A890-384C-C7D6-5C7B6BFEDF2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812208" y="947304"/>
                  <a:ext cx="83628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5AA99C78-A1F7-9C0D-4DD4-0E2904BD25E5}"/>
                    </a:ext>
                  </a:extLst>
                </p14:cNvPr>
                <p14:cNvContentPartPr/>
                <p14:nvPr/>
              </p14:nvContentPartPr>
              <p14:xfrm>
                <a:off x="7665048" y="1027944"/>
                <a:ext cx="60480" cy="219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5AA99C78-A1F7-9C0D-4DD4-0E2904BD25E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656408" y="1018944"/>
                  <a:ext cx="7812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8DEA70F-B619-543D-D65D-95198EADFBC5}"/>
              </a:ext>
            </a:extLst>
          </p:cNvPr>
          <p:cNvGrpSpPr/>
          <p:nvPr/>
        </p:nvGrpSpPr>
        <p:grpSpPr>
          <a:xfrm>
            <a:off x="8162568" y="992304"/>
            <a:ext cx="790560" cy="212760"/>
            <a:chOff x="8162568" y="992304"/>
            <a:chExt cx="790560" cy="21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AC6C7D2-B1B3-CBC1-4DB6-92E812B8E531}"/>
                    </a:ext>
                  </a:extLst>
                </p14:cNvPr>
                <p14:cNvContentPartPr/>
                <p14:nvPr/>
              </p14:nvContentPartPr>
              <p14:xfrm>
                <a:off x="8162568" y="1085184"/>
                <a:ext cx="254880" cy="1198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AC6C7D2-B1B3-CBC1-4DB6-92E812B8E53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8153568" y="1076184"/>
                  <a:ext cx="27252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B269F00C-5CA3-2906-CD46-F751A0B6DA29}"/>
                    </a:ext>
                  </a:extLst>
                </p14:cNvPr>
                <p14:cNvContentPartPr/>
                <p14:nvPr/>
              </p14:nvContentPartPr>
              <p14:xfrm>
                <a:off x="8527608" y="1100304"/>
                <a:ext cx="65520" cy="716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B269F00C-5CA3-2906-CD46-F751A0B6DA2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518968" y="1091664"/>
                  <a:ext cx="8316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34983D66-44C0-648E-030A-3B90C74645A9}"/>
                    </a:ext>
                  </a:extLst>
                </p14:cNvPr>
                <p14:cNvContentPartPr/>
                <p14:nvPr/>
              </p14:nvContentPartPr>
              <p14:xfrm>
                <a:off x="8668008" y="1122624"/>
                <a:ext cx="101520" cy="360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34983D66-44C0-648E-030A-3B90C74645A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659368" y="1113984"/>
                  <a:ext cx="1191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34976211-4861-3882-0FBD-2860E5B71A94}"/>
                    </a:ext>
                  </a:extLst>
                </p14:cNvPr>
                <p14:cNvContentPartPr/>
                <p14:nvPr/>
              </p14:nvContentPartPr>
              <p14:xfrm>
                <a:off x="8840808" y="992304"/>
                <a:ext cx="112320" cy="1821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34976211-4861-3882-0FBD-2860E5B71A9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831808" y="983304"/>
                  <a:ext cx="129960" cy="19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1E1B397-CFA7-F315-DF0F-DA930C1BB782}"/>
              </a:ext>
            </a:extLst>
          </p:cNvPr>
          <p:cNvGrpSpPr/>
          <p:nvPr/>
        </p:nvGrpSpPr>
        <p:grpSpPr>
          <a:xfrm>
            <a:off x="9469008" y="801504"/>
            <a:ext cx="2157840" cy="355320"/>
            <a:chOff x="9469008" y="801504"/>
            <a:chExt cx="2157840" cy="35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C9FBFE83-EC48-99DD-45A1-007BE228F434}"/>
                    </a:ext>
                  </a:extLst>
                </p14:cNvPr>
                <p14:cNvContentPartPr/>
                <p14:nvPr/>
              </p14:nvContentPartPr>
              <p14:xfrm>
                <a:off x="9469008" y="898704"/>
                <a:ext cx="170640" cy="2581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C9FBFE83-EC48-99DD-45A1-007BE228F43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460368" y="890064"/>
                  <a:ext cx="18828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ABA680F7-77D4-A89D-5048-4A7157550EF5}"/>
                    </a:ext>
                  </a:extLst>
                </p14:cNvPr>
                <p14:cNvContentPartPr/>
                <p14:nvPr/>
              </p14:nvContentPartPr>
              <p14:xfrm>
                <a:off x="9801288" y="1036224"/>
                <a:ext cx="362520" cy="76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ABA680F7-77D4-A89D-5048-4A7157550EF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792648" y="1027224"/>
                  <a:ext cx="38016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9EA5C295-5B2D-E379-3526-11BEDD2C0537}"/>
                    </a:ext>
                  </a:extLst>
                </p14:cNvPr>
                <p14:cNvContentPartPr/>
                <p14:nvPr/>
              </p14:nvContentPartPr>
              <p14:xfrm>
                <a:off x="10233648" y="901584"/>
                <a:ext cx="102600" cy="2268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9EA5C295-5B2D-E379-3526-11BEDD2C053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225008" y="892584"/>
                  <a:ext cx="12024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5F2F7656-14B8-600D-062D-BCD12795CD46}"/>
                    </a:ext>
                  </a:extLst>
                </p14:cNvPr>
                <p14:cNvContentPartPr/>
                <p14:nvPr/>
              </p14:nvContentPartPr>
              <p14:xfrm>
                <a:off x="10583928" y="1050624"/>
                <a:ext cx="349560" cy="1033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5F2F7656-14B8-600D-062D-BCD12795CD4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575288" y="1041984"/>
                  <a:ext cx="3672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64A3A937-07E0-A7AA-E01A-0C6F2C549091}"/>
                    </a:ext>
                  </a:extLst>
                </p14:cNvPr>
                <p14:cNvContentPartPr/>
                <p14:nvPr/>
              </p14:nvContentPartPr>
              <p14:xfrm>
                <a:off x="11204568" y="940464"/>
                <a:ext cx="40320" cy="1972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64A3A937-07E0-A7AA-E01A-0C6F2C54909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1195568" y="931824"/>
                  <a:ext cx="579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5DC9F1D3-233F-9490-D8AE-2F6F0FD2A7B6}"/>
                    </a:ext>
                  </a:extLst>
                </p14:cNvPr>
                <p14:cNvContentPartPr/>
                <p14:nvPr/>
              </p14:nvContentPartPr>
              <p14:xfrm>
                <a:off x="11208888" y="801504"/>
                <a:ext cx="417960" cy="3153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5DC9F1D3-233F-9490-D8AE-2F6F0FD2A7B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1199888" y="792864"/>
                  <a:ext cx="435600" cy="33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9EAEC67-EB8E-394A-C2B1-6A57544D94E2}"/>
              </a:ext>
            </a:extLst>
          </p:cNvPr>
          <p:cNvGrpSpPr/>
          <p:nvPr/>
        </p:nvGrpSpPr>
        <p:grpSpPr>
          <a:xfrm>
            <a:off x="4140648" y="1600344"/>
            <a:ext cx="1075320" cy="229680"/>
            <a:chOff x="4140648" y="1600344"/>
            <a:chExt cx="1075320" cy="22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FC5DF6C8-78BF-E8A7-9E9E-DFE4AEE83847}"/>
                    </a:ext>
                  </a:extLst>
                </p14:cNvPr>
                <p14:cNvContentPartPr/>
                <p14:nvPr/>
              </p14:nvContentPartPr>
              <p14:xfrm>
                <a:off x="4140648" y="1603944"/>
                <a:ext cx="264600" cy="2260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FC5DF6C8-78BF-E8A7-9E9E-DFE4AEE8384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131648" y="1594944"/>
                  <a:ext cx="28224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B43828F8-FB76-4C87-560B-9C97F07AC0AC}"/>
                    </a:ext>
                  </a:extLst>
                </p14:cNvPr>
                <p14:cNvContentPartPr/>
                <p14:nvPr/>
              </p14:nvContentPartPr>
              <p14:xfrm>
                <a:off x="4519008" y="1600344"/>
                <a:ext cx="437400" cy="2019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B43828F8-FB76-4C87-560B-9C97F07AC0A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510368" y="1591704"/>
                  <a:ext cx="4550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BF30F8CA-1F30-5B5C-2D79-6F05623C4020}"/>
                    </a:ext>
                  </a:extLst>
                </p14:cNvPr>
                <p14:cNvContentPartPr/>
                <p14:nvPr/>
              </p14:nvContentPartPr>
              <p14:xfrm>
                <a:off x="5075208" y="1630944"/>
                <a:ext cx="12600" cy="1825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BF30F8CA-1F30-5B5C-2D79-6F05623C402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066208" y="1621944"/>
                  <a:ext cx="302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E7685F85-BCBD-3651-B1A8-7C2AFF3DFA79}"/>
                    </a:ext>
                  </a:extLst>
                </p14:cNvPr>
                <p14:cNvContentPartPr/>
                <p14:nvPr/>
              </p14:nvContentPartPr>
              <p14:xfrm>
                <a:off x="4672368" y="1607904"/>
                <a:ext cx="543600" cy="1296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E7685F85-BCBD-3651-B1A8-7C2AFF3DFA7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663368" y="1599264"/>
                  <a:ext cx="561240" cy="14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F78BBEF7-E96A-9989-25DD-85BF3C9FDD69}"/>
              </a:ext>
            </a:extLst>
          </p:cNvPr>
          <p:cNvGrpSpPr/>
          <p:nvPr/>
        </p:nvGrpSpPr>
        <p:grpSpPr>
          <a:xfrm>
            <a:off x="7261848" y="1552824"/>
            <a:ext cx="930960" cy="167760"/>
            <a:chOff x="7261848" y="1552824"/>
            <a:chExt cx="930960" cy="16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DC051A4F-34C1-B7A6-F96D-BAADE15A3C78}"/>
                    </a:ext>
                  </a:extLst>
                </p14:cNvPr>
                <p14:cNvContentPartPr/>
                <p14:nvPr/>
              </p14:nvContentPartPr>
              <p14:xfrm>
                <a:off x="7261848" y="1621944"/>
                <a:ext cx="199800" cy="961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DC051A4F-34C1-B7A6-F96D-BAADE15A3C7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253208" y="1612944"/>
                  <a:ext cx="21744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E689B36D-05A8-4E5E-7BC3-CC7E5436188C}"/>
                    </a:ext>
                  </a:extLst>
                </p14:cNvPr>
                <p14:cNvContentPartPr/>
                <p14:nvPr/>
              </p14:nvContentPartPr>
              <p14:xfrm>
                <a:off x="7576848" y="1626984"/>
                <a:ext cx="61560" cy="93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E689B36D-05A8-4E5E-7BC3-CC7E5436188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568208" y="1617984"/>
                  <a:ext cx="7920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80A6FE39-8A44-AB69-DC5A-66D312535ADB}"/>
                    </a:ext>
                  </a:extLst>
                </p14:cNvPr>
                <p14:cNvContentPartPr/>
                <p14:nvPr/>
              </p14:nvContentPartPr>
              <p14:xfrm>
                <a:off x="7735248" y="1552824"/>
                <a:ext cx="264600" cy="1389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80A6FE39-8A44-AB69-DC5A-66D312535AD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726608" y="1544184"/>
                  <a:ext cx="2822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874AED41-31E5-D99C-BFF8-037803771169}"/>
                    </a:ext>
                  </a:extLst>
                </p14:cNvPr>
                <p14:cNvContentPartPr/>
                <p14:nvPr/>
              </p14:nvContentPartPr>
              <p14:xfrm>
                <a:off x="8062488" y="1581264"/>
                <a:ext cx="130320" cy="838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874AED41-31E5-D99C-BFF8-03780377116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053488" y="1572624"/>
                  <a:ext cx="147960" cy="1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8CEB39A-5C2A-8D10-FE0C-9B2A41541E55}"/>
              </a:ext>
            </a:extLst>
          </p:cNvPr>
          <p:cNvGrpSpPr/>
          <p:nvPr/>
        </p:nvGrpSpPr>
        <p:grpSpPr>
          <a:xfrm>
            <a:off x="5459328" y="1452024"/>
            <a:ext cx="1564200" cy="537480"/>
            <a:chOff x="5459328" y="1452024"/>
            <a:chExt cx="1564200" cy="53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E54CE21B-C934-2EC4-69D4-A4896C85B8B0}"/>
                    </a:ext>
                  </a:extLst>
                </p14:cNvPr>
                <p14:cNvContentPartPr/>
                <p14:nvPr/>
              </p14:nvContentPartPr>
              <p14:xfrm>
                <a:off x="5459328" y="1514304"/>
                <a:ext cx="170640" cy="4132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E54CE21B-C934-2EC4-69D4-A4896C85B8B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450328" y="1505664"/>
                  <a:ext cx="188280" cy="43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BE93981E-3709-90D4-A6DF-1507FBB7BFF5}"/>
                    </a:ext>
                  </a:extLst>
                </p14:cNvPr>
                <p14:cNvContentPartPr/>
                <p14:nvPr/>
              </p14:nvContentPartPr>
              <p14:xfrm>
                <a:off x="5792688" y="1577304"/>
                <a:ext cx="444240" cy="2293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BE93981E-3709-90D4-A6DF-1507FBB7BFF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783688" y="1568664"/>
                  <a:ext cx="4618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6321CEE6-61CD-83D7-C1B4-0D6113011223}"/>
                    </a:ext>
                  </a:extLst>
                </p14:cNvPr>
                <p14:cNvContentPartPr/>
                <p14:nvPr/>
              </p14:nvContentPartPr>
              <p14:xfrm>
                <a:off x="6193728" y="1652184"/>
                <a:ext cx="123480" cy="345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6321CEE6-61CD-83D7-C1B4-0D611301122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184728" y="1643184"/>
                  <a:ext cx="1411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44EBDF15-1E00-B1F0-CA7B-AA74467DB36E}"/>
                    </a:ext>
                  </a:extLst>
                </p14:cNvPr>
                <p14:cNvContentPartPr/>
                <p14:nvPr/>
              </p14:nvContentPartPr>
              <p14:xfrm>
                <a:off x="6381648" y="1622664"/>
                <a:ext cx="155160" cy="1486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44EBDF15-1E00-B1F0-CA7B-AA74467DB36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373008" y="1614024"/>
                  <a:ext cx="1728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405EB7E3-0BFF-89F3-9B0A-26242B8DA8DF}"/>
                    </a:ext>
                  </a:extLst>
                </p14:cNvPr>
                <p14:cNvContentPartPr/>
                <p14:nvPr/>
              </p14:nvContentPartPr>
              <p14:xfrm>
                <a:off x="6579288" y="1611144"/>
                <a:ext cx="14400" cy="201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405EB7E3-0BFF-89F3-9B0A-26242B8DA8D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570288" y="1602504"/>
                  <a:ext cx="320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370AEB4B-94EA-AA3A-242B-AB74433B001C}"/>
                    </a:ext>
                  </a:extLst>
                </p14:cNvPr>
                <p14:cNvContentPartPr/>
                <p14:nvPr/>
              </p14:nvContentPartPr>
              <p14:xfrm>
                <a:off x="6633648" y="1532304"/>
                <a:ext cx="257760" cy="2296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370AEB4B-94EA-AA3A-242B-AB74433B001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625008" y="1523664"/>
                  <a:ext cx="27540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5CFA09C5-0FE1-5335-A9E8-6C8B72D508F3}"/>
                    </a:ext>
                  </a:extLst>
                </p14:cNvPr>
                <p14:cNvContentPartPr/>
                <p14:nvPr/>
              </p14:nvContentPartPr>
              <p14:xfrm>
                <a:off x="6821208" y="1452024"/>
                <a:ext cx="202320" cy="537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5CFA09C5-0FE1-5335-A9E8-6C8B72D508F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812568" y="1443024"/>
                  <a:ext cx="219960" cy="555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77BF86B-3E5F-7E0D-9985-E682E37EF3F9}"/>
                  </a:ext>
                </a:extLst>
              </p14:cNvPr>
              <p14:cNvContentPartPr/>
              <p14:nvPr/>
            </p14:nvContentPartPr>
            <p14:xfrm>
              <a:off x="8406288" y="1708344"/>
              <a:ext cx="360" cy="3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77BF86B-3E5F-7E0D-9985-E682E37EF3F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8397288" y="1699344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71" name="Group 70">
            <a:extLst>
              <a:ext uri="{FF2B5EF4-FFF2-40B4-BE49-F238E27FC236}">
                <a16:creationId xmlns:a16="http://schemas.microsoft.com/office/drawing/2014/main" id="{DD0E6D8E-019E-4706-82F3-7497AC265843}"/>
              </a:ext>
            </a:extLst>
          </p:cNvPr>
          <p:cNvGrpSpPr/>
          <p:nvPr/>
        </p:nvGrpSpPr>
        <p:grpSpPr>
          <a:xfrm>
            <a:off x="1900368" y="2262744"/>
            <a:ext cx="1485360" cy="448200"/>
            <a:chOff x="1900368" y="2262744"/>
            <a:chExt cx="1485360" cy="44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BCF38520-F037-2808-F5AA-715C61BD5B11}"/>
                    </a:ext>
                  </a:extLst>
                </p14:cNvPr>
                <p14:cNvContentPartPr/>
                <p14:nvPr/>
              </p14:nvContentPartPr>
              <p14:xfrm>
                <a:off x="1900368" y="2291904"/>
                <a:ext cx="196920" cy="2764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BCF38520-F037-2808-F5AA-715C61BD5B1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891368" y="2283264"/>
                  <a:ext cx="21456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6F17D875-38BD-09D4-4CEB-93414952C349}"/>
                    </a:ext>
                  </a:extLst>
                </p14:cNvPr>
                <p14:cNvContentPartPr/>
                <p14:nvPr/>
              </p14:nvContentPartPr>
              <p14:xfrm>
                <a:off x="2201328" y="2262744"/>
                <a:ext cx="173160" cy="2149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6F17D875-38BD-09D4-4CEB-93414952C34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192328" y="2253744"/>
                  <a:ext cx="19080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274FF02-B12E-7AA5-CE3B-2A385056FDD5}"/>
                    </a:ext>
                  </a:extLst>
                </p14:cNvPr>
                <p14:cNvContentPartPr/>
                <p14:nvPr/>
              </p14:nvContentPartPr>
              <p14:xfrm>
                <a:off x="2427768" y="2320344"/>
                <a:ext cx="5040" cy="295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274FF02-B12E-7AA5-CE3B-2A385056FDD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419128" y="2311704"/>
                  <a:ext cx="226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63DA13EA-B740-7009-2546-E2E96832EBC2}"/>
                    </a:ext>
                  </a:extLst>
                </p14:cNvPr>
                <p14:cNvContentPartPr/>
                <p14:nvPr/>
              </p14:nvContentPartPr>
              <p14:xfrm>
                <a:off x="2420928" y="2393064"/>
                <a:ext cx="122760" cy="2772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63DA13EA-B740-7009-2546-E2E96832EBC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412288" y="2384424"/>
                  <a:ext cx="14040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7509824F-BC42-62B9-48BD-E6F252DEE35C}"/>
                    </a:ext>
                  </a:extLst>
                </p14:cNvPr>
                <p14:cNvContentPartPr/>
                <p14:nvPr/>
              </p14:nvContentPartPr>
              <p14:xfrm>
                <a:off x="2643768" y="2350224"/>
                <a:ext cx="180360" cy="3607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7509824F-BC42-62B9-48BD-E6F252DEE35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635128" y="2341224"/>
                  <a:ext cx="19800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6B0B2ADD-47D4-19B4-E961-17A3DB9D1866}"/>
                    </a:ext>
                  </a:extLst>
                </p14:cNvPr>
                <p14:cNvContentPartPr/>
                <p14:nvPr/>
              </p14:nvContentPartPr>
              <p14:xfrm>
                <a:off x="2891808" y="2389464"/>
                <a:ext cx="122040" cy="1195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6B0B2ADD-47D4-19B4-E961-17A3DB9D186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883168" y="2380824"/>
                  <a:ext cx="1396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E7401221-C836-ABCD-6022-0C5A86D89BD9}"/>
                    </a:ext>
                  </a:extLst>
                </p14:cNvPr>
                <p14:cNvContentPartPr/>
                <p14:nvPr/>
              </p14:nvContentPartPr>
              <p14:xfrm>
                <a:off x="3083328" y="2389104"/>
                <a:ext cx="76320" cy="716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E7401221-C836-ABCD-6022-0C5A86D89BD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074688" y="2380104"/>
                  <a:ext cx="9396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C56002BA-4EBB-5C34-7AA6-7DA6AC476A06}"/>
                    </a:ext>
                  </a:extLst>
                </p14:cNvPr>
                <p14:cNvContentPartPr/>
                <p14:nvPr/>
              </p14:nvContentPartPr>
              <p14:xfrm>
                <a:off x="3247128" y="2400624"/>
                <a:ext cx="138600" cy="550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C56002BA-4EBB-5C34-7AA6-7DA6AC476A06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238488" y="2391984"/>
                  <a:ext cx="156240" cy="72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204E1CA8-6BFA-DF76-53EC-C41100F393E1}"/>
                  </a:ext>
                </a:extLst>
              </p14:cNvPr>
              <p14:cNvContentPartPr/>
              <p14:nvPr/>
            </p14:nvContentPartPr>
            <p14:xfrm>
              <a:off x="3711888" y="2452104"/>
              <a:ext cx="83160" cy="90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204E1CA8-6BFA-DF76-53EC-C41100F393E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703248" y="2443464"/>
                <a:ext cx="100800" cy="2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oup 78">
            <a:extLst>
              <a:ext uri="{FF2B5EF4-FFF2-40B4-BE49-F238E27FC236}">
                <a16:creationId xmlns:a16="http://schemas.microsoft.com/office/drawing/2014/main" id="{8E1ECF4C-39FD-A5F4-64B7-91BDE84C1E55}"/>
              </a:ext>
            </a:extLst>
          </p:cNvPr>
          <p:cNvGrpSpPr/>
          <p:nvPr/>
        </p:nvGrpSpPr>
        <p:grpSpPr>
          <a:xfrm>
            <a:off x="4301208" y="2200824"/>
            <a:ext cx="1234440" cy="372600"/>
            <a:chOff x="4301208" y="2200824"/>
            <a:chExt cx="1234440" cy="37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9D0D0E2F-4E5F-F0A1-F135-EC33EA833093}"/>
                    </a:ext>
                  </a:extLst>
                </p14:cNvPr>
                <p14:cNvContentPartPr/>
                <p14:nvPr/>
              </p14:nvContentPartPr>
              <p14:xfrm>
                <a:off x="4301208" y="2200824"/>
                <a:ext cx="174960" cy="3726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9D0D0E2F-4E5F-F0A1-F135-EC33EA83309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292568" y="2192184"/>
                  <a:ext cx="19260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F0E25E1-9645-04F5-41E9-C6996A07CA79}"/>
                    </a:ext>
                  </a:extLst>
                </p14:cNvPr>
                <p14:cNvContentPartPr/>
                <p14:nvPr/>
              </p14:nvContentPartPr>
              <p14:xfrm>
                <a:off x="4520088" y="2341584"/>
                <a:ext cx="88200" cy="813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F0E25E1-9645-04F5-41E9-C6996A07CA7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511448" y="2332944"/>
                  <a:ext cx="10584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0B2EC429-55E3-AE02-D94A-D7C61B3173D3}"/>
                    </a:ext>
                  </a:extLst>
                </p14:cNvPr>
                <p14:cNvContentPartPr/>
                <p14:nvPr/>
              </p14:nvContentPartPr>
              <p14:xfrm>
                <a:off x="4723128" y="2327544"/>
                <a:ext cx="137520" cy="835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0B2EC429-55E3-AE02-D94A-D7C61B3173D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714128" y="2318544"/>
                  <a:ext cx="15516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AB01B588-FDB5-2EA4-390C-EC2C31D2F70B}"/>
                    </a:ext>
                  </a:extLst>
                </p14:cNvPr>
                <p14:cNvContentPartPr/>
                <p14:nvPr/>
              </p14:nvContentPartPr>
              <p14:xfrm>
                <a:off x="4963608" y="2229264"/>
                <a:ext cx="172080" cy="1638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AB01B588-FDB5-2EA4-390C-EC2C31D2F70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954968" y="2220264"/>
                  <a:ext cx="18972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E074EA9F-3A27-97DD-06C8-75BBB909A9B7}"/>
                    </a:ext>
                  </a:extLst>
                </p14:cNvPr>
                <p14:cNvContentPartPr/>
                <p14:nvPr/>
              </p14:nvContentPartPr>
              <p14:xfrm>
                <a:off x="5219928" y="2281464"/>
                <a:ext cx="15840" cy="126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E074EA9F-3A27-97DD-06C8-75BBB909A9B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210928" y="2272824"/>
                  <a:ext cx="334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7514F46C-4185-262D-079A-421303FDAD26}"/>
                    </a:ext>
                  </a:extLst>
                </p14:cNvPr>
                <p14:cNvContentPartPr/>
                <p14:nvPr/>
              </p14:nvContentPartPr>
              <p14:xfrm>
                <a:off x="5291208" y="2205504"/>
                <a:ext cx="143640" cy="20052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7514F46C-4185-262D-079A-421303FDAD26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5282208" y="2196504"/>
                  <a:ext cx="1612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5B9F75E8-DF64-71E9-0477-EF4655807B27}"/>
                    </a:ext>
                  </a:extLst>
                </p14:cNvPr>
                <p14:cNvContentPartPr/>
                <p14:nvPr/>
              </p14:nvContentPartPr>
              <p14:xfrm>
                <a:off x="5449608" y="2322864"/>
                <a:ext cx="86040" cy="439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5B9F75E8-DF64-71E9-0477-EF4655807B27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5440608" y="2313864"/>
                  <a:ext cx="103680" cy="6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52BB1C62-EE1D-B71B-A1A8-FF9E892D484F}"/>
              </a:ext>
            </a:extLst>
          </p:cNvPr>
          <p:cNvGrpSpPr/>
          <p:nvPr/>
        </p:nvGrpSpPr>
        <p:grpSpPr>
          <a:xfrm>
            <a:off x="6148368" y="2054664"/>
            <a:ext cx="540720" cy="350640"/>
            <a:chOff x="6148368" y="2054664"/>
            <a:chExt cx="540720" cy="35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22E14FB9-AF6C-6977-7E22-99F134FC28A5}"/>
                    </a:ext>
                  </a:extLst>
                </p14:cNvPr>
                <p14:cNvContentPartPr/>
                <p14:nvPr/>
              </p14:nvContentPartPr>
              <p14:xfrm>
                <a:off x="6212448" y="2080944"/>
                <a:ext cx="70560" cy="3153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22E14FB9-AF6C-6977-7E22-99F134FC28A5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6203808" y="2072304"/>
                  <a:ext cx="8820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BA361B9-4098-B88D-575C-9A153EF2D425}"/>
                    </a:ext>
                  </a:extLst>
                </p14:cNvPr>
                <p14:cNvContentPartPr/>
                <p14:nvPr/>
              </p14:nvContentPartPr>
              <p14:xfrm>
                <a:off x="6148368" y="2054664"/>
                <a:ext cx="540720" cy="35064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BA361B9-4098-B88D-575C-9A153EF2D425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6139728" y="2046024"/>
                  <a:ext cx="558360" cy="36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17C60E1C-7114-8E9E-DC2A-C16B93DA257E}"/>
              </a:ext>
            </a:extLst>
          </p:cNvPr>
          <p:cNvGrpSpPr/>
          <p:nvPr/>
        </p:nvGrpSpPr>
        <p:grpSpPr>
          <a:xfrm>
            <a:off x="7038648" y="2135304"/>
            <a:ext cx="1154520" cy="313920"/>
            <a:chOff x="7038648" y="2135304"/>
            <a:chExt cx="1154520" cy="31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60700A8-5A6E-6685-2C64-AFB8EF1A680E}"/>
                    </a:ext>
                  </a:extLst>
                </p14:cNvPr>
                <p14:cNvContentPartPr/>
                <p14:nvPr/>
              </p14:nvContentPartPr>
              <p14:xfrm>
                <a:off x="7038648" y="2208024"/>
                <a:ext cx="289440" cy="2149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60700A8-5A6E-6685-2C64-AFB8EF1A680E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7029648" y="2199024"/>
                  <a:ext cx="30708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F2AF3C0B-8B42-F934-F864-1E4583D8F9EB}"/>
                    </a:ext>
                  </a:extLst>
                </p14:cNvPr>
                <p14:cNvContentPartPr/>
                <p14:nvPr/>
              </p14:nvContentPartPr>
              <p14:xfrm>
                <a:off x="7457688" y="2335104"/>
                <a:ext cx="55800" cy="4392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F2AF3C0B-8B42-F934-F864-1E4583D8F9EB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7449048" y="2326464"/>
                  <a:ext cx="7344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B3709491-C80A-B522-595F-F6727FAB301A}"/>
                    </a:ext>
                  </a:extLst>
                </p14:cNvPr>
                <p14:cNvContentPartPr/>
                <p14:nvPr/>
              </p14:nvContentPartPr>
              <p14:xfrm>
                <a:off x="7634808" y="2135304"/>
                <a:ext cx="297720" cy="3139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B3709491-C80A-B522-595F-F6727FAB301A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7625808" y="2126664"/>
                  <a:ext cx="31536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90B71B39-EB86-3B17-2D80-D6E92BD31768}"/>
                    </a:ext>
                  </a:extLst>
                </p14:cNvPr>
                <p14:cNvContentPartPr/>
                <p14:nvPr/>
              </p14:nvContentPartPr>
              <p14:xfrm>
                <a:off x="8066808" y="2193264"/>
                <a:ext cx="51120" cy="2088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90B71B39-EB86-3B17-2D80-D6E92BD31768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8058168" y="2184624"/>
                  <a:ext cx="6876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AF7582AF-5F9C-EF0F-6DDD-467DAACA36B2}"/>
                    </a:ext>
                  </a:extLst>
                </p14:cNvPr>
                <p14:cNvContentPartPr/>
                <p14:nvPr/>
              </p14:nvContentPartPr>
              <p14:xfrm>
                <a:off x="7833888" y="2217024"/>
                <a:ext cx="359280" cy="1177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AF7582AF-5F9C-EF0F-6DDD-467DAACA36B2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7824888" y="2208384"/>
                  <a:ext cx="376920" cy="13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69D198F-B23E-F2AA-BBC0-B6CDD454FFC7}"/>
              </a:ext>
            </a:extLst>
          </p:cNvPr>
          <p:cNvGrpSpPr/>
          <p:nvPr/>
        </p:nvGrpSpPr>
        <p:grpSpPr>
          <a:xfrm>
            <a:off x="8562168" y="2171664"/>
            <a:ext cx="671760" cy="214920"/>
            <a:chOff x="8562168" y="2171664"/>
            <a:chExt cx="671760" cy="21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8C7B4FFC-F054-E6E5-045C-0763D1CCB3F3}"/>
                    </a:ext>
                  </a:extLst>
                </p14:cNvPr>
                <p14:cNvContentPartPr/>
                <p14:nvPr/>
              </p14:nvContentPartPr>
              <p14:xfrm>
                <a:off x="8562168" y="2236104"/>
                <a:ext cx="402120" cy="1504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8C7B4FFC-F054-E6E5-045C-0763D1CCB3F3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8553168" y="2227104"/>
                  <a:ext cx="4197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8607B47E-0AB0-A1B4-D81E-026CB6670CC8}"/>
                    </a:ext>
                  </a:extLst>
                </p14:cNvPr>
                <p14:cNvContentPartPr/>
                <p14:nvPr/>
              </p14:nvContentPartPr>
              <p14:xfrm>
                <a:off x="9045288" y="2264904"/>
                <a:ext cx="81360" cy="396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8607B47E-0AB0-A1B4-D81E-026CB6670CC8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9036648" y="2256264"/>
                  <a:ext cx="9900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BC3AE784-2DA3-3D48-AD0D-CC14D2BDA91D}"/>
                    </a:ext>
                  </a:extLst>
                </p14:cNvPr>
                <p14:cNvContentPartPr/>
                <p14:nvPr/>
              </p14:nvContentPartPr>
              <p14:xfrm>
                <a:off x="9173808" y="2171664"/>
                <a:ext cx="60120" cy="1998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BC3AE784-2DA3-3D48-AD0D-CC14D2BDA91D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9165168" y="2162664"/>
                  <a:ext cx="7776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CFB68582-BDB5-E39F-A5AD-3457A7CCF792}"/>
              </a:ext>
            </a:extLst>
          </p:cNvPr>
          <p:cNvGrpSpPr/>
          <p:nvPr/>
        </p:nvGrpSpPr>
        <p:grpSpPr>
          <a:xfrm>
            <a:off x="9710928" y="2102184"/>
            <a:ext cx="726480" cy="249840"/>
            <a:chOff x="9710928" y="2102184"/>
            <a:chExt cx="726480" cy="24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10FC14D2-C589-F534-6D6B-F62046210E09}"/>
                    </a:ext>
                  </a:extLst>
                </p14:cNvPr>
                <p14:cNvContentPartPr/>
                <p14:nvPr/>
              </p14:nvContentPartPr>
              <p14:xfrm>
                <a:off x="9710928" y="2102184"/>
                <a:ext cx="145080" cy="2498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10FC14D2-C589-F534-6D6B-F62046210E09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9701928" y="2093544"/>
                  <a:ext cx="16272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984FCF1-D82C-6EB1-B13C-317F52C221AA}"/>
                    </a:ext>
                  </a:extLst>
                </p14:cNvPr>
                <p14:cNvContentPartPr/>
                <p14:nvPr/>
              </p14:nvContentPartPr>
              <p14:xfrm>
                <a:off x="9977328" y="2250504"/>
                <a:ext cx="279000" cy="968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984FCF1-D82C-6EB1-B13C-317F52C221AA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9968328" y="2241504"/>
                  <a:ext cx="29664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7EF733D0-97C7-AF5D-A8DA-A608ADD06E12}"/>
                    </a:ext>
                  </a:extLst>
                </p14:cNvPr>
                <p14:cNvContentPartPr/>
                <p14:nvPr/>
              </p14:nvContentPartPr>
              <p14:xfrm>
                <a:off x="10364328" y="2177424"/>
                <a:ext cx="73080" cy="1688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7EF733D0-97C7-AF5D-A8DA-A608ADD06E12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0355328" y="2168424"/>
                  <a:ext cx="90720" cy="18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C40EA71-D30F-FFFA-9B37-C0869B31017E}"/>
                  </a:ext>
                </a:extLst>
              </p14:cNvPr>
              <p14:cNvContentPartPr/>
              <p14:nvPr/>
            </p14:nvContentPartPr>
            <p14:xfrm>
              <a:off x="10689768" y="2270664"/>
              <a:ext cx="300240" cy="11988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C40EA71-D30F-FFFA-9B37-C0869B31017E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0681128" y="2261664"/>
                <a:ext cx="317880" cy="137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" name="Group 102">
            <a:extLst>
              <a:ext uri="{FF2B5EF4-FFF2-40B4-BE49-F238E27FC236}">
                <a16:creationId xmlns:a16="http://schemas.microsoft.com/office/drawing/2014/main" id="{A1FB70ED-19C4-436A-BE3B-19030BB4C140}"/>
              </a:ext>
            </a:extLst>
          </p:cNvPr>
          <p:cNvGrpSpPr/>
          <p:nvPr/>
        </p:nvGrpSpPr>
        <p:grpSpPr>
          <a:xfrm>
            <a:off x="11225088" y="2147184"/>
            <a:ext cx="405720" cy="251640"/>
            <a:chOff x="11225088" y="2147184"/>
            <a:chExt cx="40572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D984837-1595-E352-E593-5C4E22B28ACE}"/>
                    </a:ext>
                  </a:extLst>
                </p14:cNvPr>
                <p14:cNvContentPartPr/>
                <p14:nvPr/>
              </p14:nvContentPartPr>
              <p14:xfrm>
                <a:off x="11225088" y="2173104"/>
                <a:ext cx="72000" cy="2178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D984837-1595-E352-E593-5C4E22B28ACE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11216088" y="2164464"/>
                  <a:ext cx="8964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044BB914-BB8E-85EF-A904-DEA74A72A294}"/>
                    </a:ext>
                  </a:extLst>
                </p14:cNvPr>
                <p14:cNvContentPartPr/>
                <p14:nvPr/>
              </p14:nvContentPartPr>
              <p14:xfrm>
                <a:off x="11266848" y="2147184"/>
                <a:ext cx="256320" cy="2350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044BB914-BB8E-85EF-A904-DEA74A72A294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11257848" y="2138544"/>
                  <a:ext cx="27396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C3B1BA3-BCD0-C59E-B520-7D7D84C92227}"/>
                    </a:ext>
                  </a:extLst>
                </p14:cNvPr>
                <p14:cNvContentPartPr/>
                <p14:nvPr/>
              </p14:nvContentPartPr>
              <p14:xfrm>
                <a:off x="11620728" y="2387664"/>
                <a:ext cx="10080" cy="111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C3B1BA3-BCD0-C59E-B520-7D7D84C92227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1612088" y="2378664"/>
                  <a:ext cx="2772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DEDDA73-5B5C-707F-7A92-C82BED2F5D20}"/>
              </a:ext>
            </a:extLst>
          </p:cNvPr>
          <p:cNvGrpSpPr/>
          <p:nvPr/>
        </p:nvGrpSpPr>
        <p:grpSpPr>
          <a:xfrm>
            <a:off x="4816728" y="2651184"/>
            <a:ext cx="1147680" cy="312840"/>
            <a:chOff x="4816728" y="2651184"/>
            <a:chExt cx="1147680" cy="31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6BA7F2D-068E-4F55-0F40-E70F2826AB12}"/>
                    </a:ext>
                  </a:extLst>
                </p14:cNvPr>
                <p14:cNvContentPartPr/>
                <p14:nvPr/>
              </p14:nvContentPartPr>
              <p14:xfrm>
                <a:off x="4816728" y="2651184"/>
                <a:ext cx="1054440" cy="3128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6BA7F2D-068E-4F55-0F40-E70F2826AB12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4807728" y="2642544"/>
                  <a:ext cx="107208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726AA12-36EC-8A68-E364-378EF9E6E80E}"/>
                    </a:ext>
                  </a:extLst>
                </p14:cNvPr>
                <p14:cNvContentPartPr/>
                <p14:nvPr/>
              </p14:nvContentPartPr>
              <p14:xfrm>
                <a:off x="5775768" y="2687544"/>
                <a:ext cx="188640" cy="226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726AA12-36EC-8A68-E364-378EF9E6E80E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5767128" y="2678904"/>
                  <a:ext cx="20628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D11399BC-E33F-F50D-2498-5A59A9298259}"/>
              </a:ext>
            </a:extLst>
          </p:cNvPr>
          <p:cNvGrpSpPr/>
          <p:nvPr/>
        </p:nvGrpSpPr>
        <p:grpSpPr>
          <a:xfrm>
            <a:off x="6271128" y="2665584"/>
            <a:ext cx="834120" cy="263160"/>
            <a:chOff x="6271128" y="2665584"/>
            <a:chExt cx="834120" cy="26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A2527ED3-47F7-B1AB-F359-A548331B2B5F}"/>
                    </a:ext>
                  </a:extLst>
                </p14:cNvPr>
                <p14:cNvContentPartPr/>
                <p14:nvPr/>
              </p14:nvContentPartPr>
              <p14:xfrm>
                <a:off x="6271128" y="2800584"/>
                <a:ext cx="267120" cy="1281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A2527ED3-47F7-B1AB-F359-A548331B2B5F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6262128" y="2791944"/>
                  <a:ext cx="2847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F5551347-A8B5-5468-7BAA-D2C0E5AB79D4}"/>
                    </a:ext>
                  </a:extLst>
                </p14:cNvPr>
                <p14:cNvContentPartPr/>
                <p14:nvPr/>
              </p14:nvContentPartPr>
              <p14:xfrm>
                <a:off x="6649848" y="2829744"/>
                <a:ext cx="97200" cy="885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F5551347-A8B5-5468-7BAA-D2C0E5AB79D4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6640848" y="2821104"/>
                  <a:ext cx="1148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032F1798-AF04-668F-540C-50867FF92D77}"/>
                    </a:ext>
                  </a:extLst>
                </p14:cNvPr>
                <p14:cNvContentPartPr/>
                <p14:nvPr/>
              </p14:nvContentPartPr>
              <p14:xfrm>
                <a:off x="6789168" y="2827944"/>
                <a:ext cx="164880" cy="759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032F1798-AF04-668F-540C-50867FF92D77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6780168" y="2819304"/>
                  <a:ext cx="1825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8F5A48F2-A1A6-7AD7-2439-5BE478C89D79}"/>
                    </a:ext>
                  </a:extLst>
                </p14:cNvPr>
                <p14:cNvContentPartPr/>
                <p14:nvPr/>
              </p14:nvContentPartPr>
              <p14:xfrm>
                <a:off x="7036848" y="2665584"/>
                <a:ext cx="68400" cy="2448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8F5A48F2-A1A6-7AD7-2439-5BE478C89D79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7027848" y="2656584"/>
                  <a:ext cx="86040" cy="262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E27AB272-D86F-007F-C96A-4DBAC1E74256}"/>
                  </a:ext>
                </a:extLst>
              </p14:cNvPr>
              <p14:cNvContentPartPr/>
              <p14:nvPr/>
            </p14:nvContentPartPr>
            <p14:xfrm>
              <a:off x="7495848" y="2894184"/>
              <a:ext cx="24480" cy="147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E27AB272-D86F-007F-C96A-4DBAC1E74256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7487208" y="2885544"/>
                <a:ext cx="42120" cy="32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oup 154">
            <a:extLst>
              <a:ext uri="{FF2B5EF4-FFF2-40B4-BE49-F238E27FC236}">
                <a16:creationId xmlns:a16="http://schemas.microsoft.com/office/drawing/2014/main" id="{74186502-5A26-1778-64AD-4C33E56B49CE}"/>
              </a:ext>
            </a:extLst>
          </p:cNvPr>
          <p:cNvGrpSpPr/>
          <p:nvPr/>
        </p:nvGrpSpPr>
        <p:grpSpPr>
          <a:xfrm>
            <a:off x="1103328" y="3938184"/>
            <a:ext cx="7784280" cy="1158120"/>
            <a:chOff x="1103328" y="3938184"/>
            <a:chExt cx="7784280" cy="11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B84F98A8-B991-E44F-F10E-DCB17B2A073B}"/>
                    </a:ext>
                  </a:extLst>
                </p14:cNvPr>
                <p14:cNvContentPartPr/>
                <p14:nvPr/>
              </p14:nvContentPartPr>
              <p14:xfrm>
                <a:off x="1147248" y="3963744"/>
                <a:ext cx="232920" cy="1699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B84F98A8-B991-E44F-F10E-DCB17B2A073B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138608" y="3954744"/>
                  <a:ext cx="2505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4AAEC636-16DF-6AE6-6E01-B7D0AF9A1F74}"/>
                    </a:ext>
                  </a:extLst>
                </p14:cNvPr>
                <p14:cNvContentPartPr/>
                <p14:nvPr/>
              </p14:nvContentPartPr>
              <p14:xfrm>
                <a:off x="1478088" y="4006584"/>
                <a:ext cx="62640" cy="1108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4AAEC636-16DF-6AE6-6E01-B7D0AF9A1F74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469448" y="3997944"/>
                  <a:ext cx="802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352DD02B-EA5B-3EF6-8699-43E26F511876}"/>
                    </a:ext>
                  </a:extLst>
                </p14:cNvPr>
                <p14:cNvContentPartPr/>
                <p14:nvPr/>
              </p14:nvContentPartPr>
              <p14:xfrm>
                <a:off x="1595088" y="4042944"/>
                <a:ext cx="66960" cy="4428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352DD02B-EA5B-3EF6-8699-43E26F511876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1586448" y="4034304"/>
                  <a:ext cx="8460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28D902F-F3B0-15BF-FD10-94D999B2B864}"/>
                    </a:ext>
                  </a:extLst>
                </p14:cNvPr>
                <p14:cNvContentPartPr/>
                <p14:nvPr/>
              </p14:nvContentPartPr>
              <p14:xfrm>
                <a:off x="1731168" y="3946104"/>
                <a:ext cx="70560" cy="1368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28D902F-F3B0-15BF-FD10-94D999B2B864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1722528" y="3937104"/>
                  <a:ext cx="8820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07C6352A-C662-C9FD-E74F-CF9BEB3F9DD5}"/>
                    </a:ext>
                  </a:extLst>
                </p14:cNvPr>
                <p14:cNvContentPartPr/>
                <p14:nvPr/>
              </p14:nvContentPartPr>
              <p14:xfrm>
                <a:off x="1915128" y="3991104"/>
                <a:ext cx="109800" cy="1098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07C6352A-C662-C9FD-E74F-CF9BEB3F9DD5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1906128" y="3982104"/>
                  <a:ext cx="12744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69C9C340-4F05-91EE-845D-8FBC50BC86BF}"/>
                    </a:ext>
                  </a:extLst>
                </p14:cNvPr>
                <p14:cNvContentPartPr/>
                <p14:nvPr/>
              </p14:nvContentPartPr>
              <p14:xfrm>
                <a:off x="2094048" y="3938184"/>
                <a:ext cx="120960" cy="1591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69C9C340-4F05-91EE-845D-8FBC50BC86BF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2085408" y="3929184"/>
                  <a:ext cx="1386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BC8820ED-4B7D-833C-B4A5-C9E63F648EE6}"/>
                    </a:ext>
                  </a:extLst>
                </p14:cNvPr>
                <p14:cNvContentPartPr/>
                <p14:nvPr/>
              </p14:nvContentPartPr>
              <p14:xfrm>
                <a:off x="2285568" y="4005864"/>
                <a:ext cx="91800" cy="813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BC8820ED-4B7D-833C-B4A5-C9E63F648EE6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2276928" y="3996864"/>
                  <a:ext cx="10944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4FF4964D-460D-84AC-5E31-0C08F22B8B8B}"/>
                    </a:ext>
                  </a:extLst>
                </p14:cNvPr>
                <p14:cNvContentPartPr/>
                <p14:nvPr/>
              </p14:nvContentPartPr>
              <p14:xfrm>
                <a:off x="2450808" y="4007664"/>
                <a:ext cx="48240" cy="619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4FF4964D-460D-84AC-5E31-0C08F22B8B8B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2441808" y="3999024"/>
                  <a:ext cx="6588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1481084B-F917-007B-E984-0EE09F310F96}"/>
                    </a:ext>
                  </a:extLst>
                </p14:cNvPr>
                <p14:cNvContentPartPr/>
                <p14:nvPr/>
              </p14:nvContentPartPr>
              <p14:xfrm>
                <a:off x="1156968" y="4209624"/>
                <a:ext cx="1873800" cy="500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1481084B-F917-007B-E984-0EE09F310F96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147968" y="4200624"/>
                  <a:ext cx="189144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8AD4C84F-9252-BAFC-03AA-E8BC69D9AA1D}"/>
                    </a:ext>
                  </a:extLst>
                </p14:cNvPr>
                <p14:cNvContentPartPr/>
                <p14:nvPr/>
              </p14:nvContentPartPr>
              <p14:xfrm>
                <a:off x="1237968" y="4393224"/>
                <a:ext cx="190080" cy="1746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8AD4C84F-9252-BAFC-03AA-E8BC69D9AA1D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228968" y="4384224"/>
                  <a:ext cx="2077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4FC90D63-DDFE-FD7D-80C2-F44F15DEDFC1}"/>
                    </a:ext>
                  </a:extLst>
                </p14:cNvPr>
                <p14:cNvContentPartPr/>
                <p14:nvPr/>
              </p14:nvContentPartPr>
              <p14:xfrm>
                <a:off x="1271808" y="4572504"/>
                <a:ext cx="360" cy="3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4FC90D63-DDFE-FD7D-80C2-F44F15DEDFC1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262808" y="45638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E450E6BE-EAC4-FAE2-72B1-EE23F39F377B}"/>
                    </a:ext>
                  </a:extLst>
                </p14:cNvPr>
                <p14:cNvContentPartPr/>
                <p14:nvPr/>
              </p14:nvContentPartPr>
              <p14:xfrm>
                <a:off x="1523448" y="4383864"/>
                <a:ext cx="156600" cy="1231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E450E6BE-EAC4-FAE2-72B1-EE23F39F377B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1514808" y="4375224"/>
                  <a:ext cx="1742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58F342CA-10AD-57D4-8AAF-BB81F0C346C7}"/>
                    </a:ext>
                  </a:extLst>
                </p14:cNvPr>
                <p14:cNvContentPartPr/>
                <p14:nvPr/>
              </p14:nvContentPartPr>
              <p14:xfrm>
                <a:off x="1705248" y="4425984"/>
                <a:ext cx="84600" cy="194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58F342CA-10AD-57D4-8AAF-BB81F0C346C7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1696248" y="4416984"/>
                  <a:ext cx="1022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D815FFC-7188-77BA-2874-B3C561AAD3CE}"/>
                    </a:ext>
                  </a:extLst>
                </p14:cNvPr>
                <p14:cNvContentPartPr/>
                <p14:nvPr/>
              </p14:nvContentPartPr>
              <p14:xfrm>
                <a:off x="2040048" y="4302504"/>
                <a:ext cx="101880" cy="3866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D815FFC-7188-77BA-2874-B3C561AAD3CE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2031408" y="4293504"/>
                  <a:ext cx="11952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40648635-ED2A-4D1A-66A9-83EB65E82A90}"/>
                    </a:ext>
                  </a:extLst>
                </p14:cNvPr>
                <p14:cNvContentPartPr/>
                <p14:nvPr/>
              </p14:nvContentPartPr>
              <p14:xfrm>
                <a:off x="2008368" y="4533984"/>
                <a:ext cx="55800" cy="414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40648635-ED2A-4D1A-66A9-83EB65E82A90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1999368" y="4525344"/>
                  <a:ext cx="734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F2389BEE-4824-3A2E-353B-A6A881213781}"/>
                    </a:ext>
                  </a:extLst>
                </p14:cNvPr>
                <p14:cNvContentPartPr/>
                <p14:nvPr/>
              </p14:nvContentPartPr>
              <p14:xfrm>
                <a:off x="2141928" y="4491504"/>
                <a:ext cx="142560" cy="727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F2389BEE-4824-3A2E-353B-A6A881213781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2132928" y="4482864"/>
                  <a:ext cx="16020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D2C64B4E-0D21-B96A-0842-F7B9D4E18940}"/>
                    </a:ext>
                  </a:extLst>
                </p14:cNvPr>
                <p14:cNvContentPartPr/>
                <p14:nvPr/>
              </p14:nvContentPartPr>
              <p14:xfrm>
                <a:off x="2302848" y="4453344"/>
                <a:ext cx="1080" cy="46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D2C64B4E-0D21-B96A-0842-F7B9D4E18940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2294208" y="4444344"/>
                  <a:ext cx="1872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0138B96D-75C9-BE39-496A-85A67C6A0E03}"/>
                    </a:ext>
                  </a:extLst>
                </p14:cNvPr>
                <p14:cNvContentPartPr/>
                <p14:nvPr/>
              </p14:nvContentPartPr>
              <p14:xfrm>
                <a:off x="2337768" y="4409064"/>
                <a:ext cx="65520" cy="1584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0138B96D-75C9-BE39-496A-85A67C6A0E0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329128" y="4400424"/>
                  <a:ext cx="831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BE18562-6A9D-2FF3-4ADB-499D3B4FC870}"/>
                    </a:ext>
                  </a:extLst>
                </p14:cNvPr>
                <p14:cNvContentPartPr/>
                <p14:nvPr/>
              </p14:nvContentPartPr>
              <p14:xfrm>
                <a:off x="2495448" y="4493664"/>
                <a:ext cx="132480" cy="2739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BE18562-6A9D-2FF3-4ADB-499D3B4FC87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486808" y="4484664"/>
                  <a:ext cx="15012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9B38183B-E386-7EBB-1394-A320EF617AA7}"/>
                    </a:ext>
                  </a:extLst>
                </p14:cNvPr>
                <p14:cNvContentPartPr/>
                <p14:nvPr/>
              </p14:nvContentPartPr>
              <p14:xfrm>
                <a:off x="2920968" y="4470984"/>
                <a:ext cx="212400" cy="712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9B38183B-E386-7EBB-1394-A320EF617AA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911968" y="4461984"/>
                  <a:ext cx="23004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331DF760-EA85-437B-6965-0D3742950937}"/>
                    </a:ext>
                  </a:extLst>
                </p14:cNvPr>
                <p14:cNvContentPartPr/>
                <p14:nvPr/>
              </p14:nvContentPartPr>
              <p14:xfrm>
                <a:off x="3347928" y="4395384"/>
                <a:ext cx="25920" cy="2026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331DF760-EA85-437B-6965-0D374295093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338928" y="4386384"/>
                  <a:ext cx="435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12E2C5C-5BCC-7D45-1BDF-9D9FBAC80CBB}"/>
                    </a:ext>
                  </a:extLst>
                </p14:cNvPr>
                <p14:cNvContentPartPr/>
                <p14:nvPr/>
              </p14:nvContentPartPr>
              <p14:xfrm>
                <a:off x="3428928" y="4339944"/>
                <a:ext cx="178920" cy="2106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12E2C5C-5BCC-7D45-1BDF-9D9FBAC80CB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3419928" y="4331304"/>
                  <a:ext cx="1965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69BB0E84-D91C-0F0A-23C6-833B11C47D94}"/>
                    </a:ext>
                  </a:extLst>
                </p14:cNvPr>
                <p14:cNvContentPartPr/>
                <p14:nvPr/>
              </p14:nvContentPartPr>
              <p14:xfrm>
                <a:off x="3818808" y="4331664"/>
                <a:ext cx="117360" cy="2102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69BB0E84-D91C-0F0A-23C6-833B11C47D9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3809808" y="4323024"/>
                  <a:ext cx="1350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2D9C6CEE-9FAD-1846-FB0A-458944ED48CD}"/>
                    </a:ext>
                  </a:extLst>
                </p14:cNvPr>
                <p14:cNvContentPartPr/>
                <p14:nvPr/>
              </p14:nvContentPartPr>
              <p14:xfrm>
                <a:off x="4011768" y="4406904"/>
                <a:ext cx="317160" cy="1634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2D9C6CEE-9FAD-1846-FB0A-458944ED48C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002768" y="4398264"/>
                  <a:ext cx="3348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A0BD6413-DB5B-93B1-1A4D-367E0A6E89FC}"/>
                    </a:ext>
                  </a:extLst>
                </p14:cNvPr>
                <p14:cNvContentPartPr/>
                <p14:nvPr/>
              </p14:nvContentPartPr>
              <p14:xfrm>
                <a:off x="4486248" y="4452624"/>
                <a:ext cx="39240" cy="169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A0BD6413-DB5B-93B1-1A4D-367E0A6E89F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477608" y="4443984"/>
                  <a:ext cx="568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342B905-353B-920D-3842-06612A118189}"/>
                    </a:ext>
                  </a:extLst>
                </p14:cNvPr>
                <p14:cNvContentPartPr/>
                <p14:nvPr/>
              </p14:nvContentPartPr>
              <p14:xfrm>
                <a:off x="1152648" y="4331664"/>
                <a:ext cx="48240" cy="4377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342B905-353B-920D-3842-06612A11818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144008" y="4323024"/>
                  <a:ext cx="65880" cy="4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FE659BE-5922-31D6-F321-D6104E33295D}"/>
                    </a:ext>
                  </a:extLst>
                </p14:cNvPr>
                <p14:cNvContentPartPr/>
                <p14:nvPr/>
              </p14:nvContentPartPr>
              <p14:xfrm>
                <a:off x="1103328" y="4181184"/>
                <a:ext cx="3506760" cy="4899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FE659BE-5922-31D6-F321-D6104E33295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94688" y="4172544"/>
                  <a:ext cx="352440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BFAB9B0D-826F-6333-4222-F2F8D80F59C7}"/>
                    </a:ext>
                  </a:extLst>
                </p14:cNvPr>
                <p14:cNvContentPartPr/>
                <p14:nvPr/>
              </p14:nvContentPartPr>
              <p14:xfrm>
                <a:off x="1441728" y="4556664"/>
                <a:ext cx="3323520" cy="2494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BFAB9B0D-826F-6333-4222-F2F8D80F59C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432728" y="4548024"/>
                  <a:ext cx="33411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30545C25-CE82-76F8-2945-FC9ADF41AD68}"/>
                    </a:ext>
                  </a:extLst>
                </p14:cNvPr>
                <p14:cNvContentPartPr/>
                <p14:nvPr/>
              </p14:nvContentPartPr>
              <p14:xfrm>
                <a:off x="2661048" y="4739184"/>
                <a:ext cx="204840" cy="3178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30545C25-CE82-76F8-2945-FC9ADF41AD6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652408" y="4730184"/>
                  <a:ext cx="22248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67B3C250-8191-8DDE-9341-49044EB5D91A}"/>
                    </a:ext>
                  </a:extLst>
                </p14:cNvPr>
                <p14:cNvContentPartPr/>
                <p14:nvPr/>
              </p14:nvContentPartPr>
              <p14:xfrm>
                <a:off x="2899008" y="4848264"/>
                <a:ext cx="355320" cy="2480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67B3C250-8191-8DDE-9341-49044EB5D91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890008" y="4839264"/>
                  <a:ext cx="3729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6BF16A70-4A7D-BAB4-A306-BCF0C8621831}"/>
                    </a:ext>
                  </a:extLst>
                </p14:cNvPr>
                <p14:cNvContentPartPr/>
                <p14:nvPr/>
              </p14:nvContentPartPr>
              <p14:xfrm>
                <a:off x="3310848" y="4761144"/>
                <a:ext cx="170280" cy="25020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6BF16A70-4A7D-BAB4-A306-BCF0C862183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301848" y="4752144"/>
                  <a:ext cx="18792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C64A2C48-FCC8-6E98-0FD8-FDEBC44F7EB8}"/>
                    </a:ext>
                  </a:extLst>
                </p14:cNvPr>
                <p14:cNvContentPartPr/>
                <p14:nvPr/>
              </p14:nvContentPartPr>
              <p14:xfrm>
                <a:off x="3474288" y="4855104"/>
                <a:ext cx="131400" cy="493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C64A2C48-FCC8-6E98-0FD8-FDEBC44F7EB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465648" y="4846104"/>
                  <a:ext cx="14904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FED26DC3-4244-4650-3349-6A847BC87B18}"/>
                    </a:ext>
                  </a:extLst>
                </p14:cNvPr>
                <p14:cNvContentPartPr/>
                <p14:nvPr/>
              </p14:nvContentPartPr>
              <p14:xfrm>
                <a:off x="4688568" y="4463784"/>
                <a:ext cx="1232640" cy="1296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FED26DC3-4244-4650-3349-6A847BC87B1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679568" y="4454784"/>
                  <a:ext cx="12502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59B627F0-95C3-C176-CDC4-758C6FC3E785}"/>
                    </a:ext>
                  </a:extLst>
                </p14:cNvPr>
                <p14:cNvContentPartPr/>
                <p14:nvPr/>
              </p14:nvContentPartPr>
              <p14:xfrm>
                <a:off x="6221448" y="3971304"/>
                <a:ext cx="523080" cy="10821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59B627F0-95C3-C176-CDC4-758C6FC3E78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212808" y="3962664"/>
                  <a:ext cx="540720" cy="10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379D841D-B1E8-8AB0-648A-80801E785329}"/>
                    </a:ext>
                  </a:extLst>
                </p14:cNvPr>
                <p14:cNvContentPartPr/>
                <p14:nvPr/>
              </p14:nvContentPartPr>
              <p14:xfrm>
                <a:off x="6700248" y="4100184"/>
                <a:ext cx="1004760" cy="9918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379D841D-B1E8-8AB0-648A-80801E785329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691608" y="4091184"/>
                  <a:ext cx="1022400" cy="10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12F1BF36-C288-A3A3-520B-3BEDD52AEF6D}"/>
                    </a:ext>
                  </a:extLst>
                </p14:cNvPr>
                <p14:cNvContentPartPr/>
                <p14:nvPr/>
              </p14:nvContentPartPr>
              <p14:xfrm>
                <a:off x="6428088" y="4474944"/>
                <a:ext cx="223920" cy="1458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12F1BF36-C288-A3A3-520B-3BEDD52AEF6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419448" y="4466304"/>
                  <a:ext cx="2415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A634D4E-4F65-DAE7-FB87-A26D3279AD17}"/>
                    </a:ext>
                  </a:extLst>
                </p14:cNvPr>
                <p14:cNvContentPartPr/>
                <p14:nvPr/>
              </p14:nvContentPartPr>
              <p14:xfrm>
                <a:off x="6718608" y="4502304"/>
                <a:ext cx="45360" cy="792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A634D4E-4F65-DAE7-FB87-A26D3279AD1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709968" y="4493304"/>
                  <a:ext cx="630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F1F64490-E246-28F5-A655-367C386B2880}"/>
                    </a:ext>
                  </a:extLst>
                </p14:cNvPr>
                <p14:cNvContentPartPr/>
                <p14:nvPr/>
              </p14:nvContentPartPr>
              <p14:xfrm>
                <a:off x="6826608" y="4487544"/>
                <a:ext cx="99360" cy="1094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F1F64490-E246-28F5-A655-367C386B288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817968" y="4478544"/>
                  <a:ext cx="1170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BD85647E-5287-9FF9-FDE7-3E5993D7BC1F}"/>
                    </a:ext>
                  </a:extLst>
                </p14:cNvPr>
                <p14:cNvContentPartPr/>
                <p14:nvPr/>
              </p14:nvContentPartPr>
              <p14:xfrm>
                <a:off x="6953688" y="4432464"/>
                <a:ext cx="88920" cy="1587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BD85647E-5287-9FF9-FDE7-3E5993D7BC1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944688" y="4423464"/>
                  <a:ext cx="1065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85417469-1066-38AB-1268-A658077F2847}"/>
                    </a:ext>
                  </a:extLst>
                </p14:cNvPr>
                <p14:cNvContentPartPr/>
                <p14:nvPr/>
              </p14:nvContentPartPr>
              <p14:xfrm>
                <a:off x="7135848" y="4477824"/>
                <a:ext cx="69480" cy="1004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85417469-1066-38AB-1268-A658077F284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127208" y="4469184"/>
                  <a:ext cx="871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B412296D-BD5F-5975-9E5C-C41C43E71D2E}"/>
                    </a:ext>
                  </a:extLst>
                </p14:cNvPr>
                <p14:cNvContentPartPr/>
                <p14:nvPr/>
              </p14:nvContentPartPr>
              <p14:xfrm>
                <a:off x="7270128" y="4471344"/>
                <a:ext cx="50040" cy="774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B412296D-BD5F-5975-9E5C-C41C43E71D2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261488" y="4462344"/>
                  <a:ext cx="6768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73B081E1-73DE-A2DA-9AE8-B4054552C1F8}"/>
                    </a:ext>
                  </a:extLst>
                </p14:cNvPr>
                <p14:cNvContentPartPr/>
                <p14:nvPr/>
              </p14:nvContentPartPr>
              <p14:xfrm>
                <a:off x="7382088" y="4483584"/>
                <a:ext cx="38880" cy="604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73B081E1-73DE-A2DA-9AE8-B4054552C1F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373448" y="4474944"/>
                  <a:ext cx="565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4BE09E8B-0524-75FE-B759-A11D68252503}"/>
                    </a:ext>
                  </a:extLst>
                </p14:cNvPr>
                <p14:cNvContentPartPr/>
                <p14:nvPr/>
              </p14:nvContentPartPr>
              <p14:xfrm>
                <a:off x="7500168" y="4517784"/>
                <a:ext cx="78120" cy="594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4BE09E8B-0524-75FE-B759-A11D6825250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491168" y="4508784"/>
                  <a:ext cx="9576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F853844F-02D8-E10A-A628-C0D0F9CC63DA}"/>
                    </a:ext>
                  </a:extLst>
                </p14:cNvPr>
                <p14:cNvContentPartPr/>
                <p14:nvPr/>
              </p14:nvContentPartPr>
              <p14:xfrm>
                <a:off x="7722648" y="4350384"/>
                <a:ext cx="1164960" cy="1008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F853844F-02D8-E10A-A628-C0D0F9CC63D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713648" y="4341744"/>
                  <a:ext cx="1182600" cy="11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B9D31A9C-3FF7-4CF7-4D2B-89A43E9EB3B4}"/>
              </a:ext>
            </a:extLst>
          </p:cNvPr>
          <p:cNvGrpSpPr/>
          <p:nvPr/>
        </p:nvGrpSpPr>
        <p:grpSpPr>
          <a:xfrm>
            <a:off x="9142128" y="3955824"/>
            <a:ext cx="679680" cy="234360"/>
            <a:chOff x="9142128" y="3955824"/>
            <a:chExt cx="679680" cy="23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D76209A7-270D-4707-1FBC-87EEE14170C3}"/>
                    </a:ext>
                  </a:extLst>
                </p14:cNvPr>
                <p14:cNvContentPartPr/>
                <p14:nvPr/>
              </p14:nvContentPartPr>
              <p14:xfrm>
                <a:off x="9142128" y="3955824"/>
                <a:ext cx="572400" cy="2343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D76209A7-270D-4707-1FBC-87EEE14170C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9133128" y="3947184"/>
                  <a:ext cx="59004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968FB42F-DABF-BBE8-81B0-254D1CECC045}"/>
                    </a:ext>
                  </a:extLst>
                </p14:cNvPr>
                <p14:cNvContentPartPr/>
                <p14:nvPr/>
              </p14:nvContentPartPr>
              <p14:xfrm>
                <a:off x="9702648" y="4065264"/>
                <a:ext cx="119160" cy="234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968FB42F-DABF-BBE8-81B0-254D1CECC04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694008" y="4056264"/>
                  <a:ext cx="13680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5737EBF4-2ECE-8753-89C4-A7767BB31CD1}"/>
              </a:ext>
            </a:extLst>
          </p:cNvPr>
          <p:cNvGrpSpPr/>
          <p:nvPr/>
        </p:nvGrpSpPr>
        <p:grpSpPr>
          <a:xfrm>
            <a:off x="10066248" y="3991824"/>
            <a:ext cx="1182960" cy="173880"/>
            <a:chOff x="10066248" y="3991824"/>
            <a:chExt cx="1182960" cy="17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19641802-7FC8-03B4-3573-FE729EDE09CB}"/>
                    </a:ext>
                  </a:extLst>
                </p14:cNvPr>
                <p14:cNvContentPartPr/>
                <p14:nvPr/>
              </p14:nvContentPartPr>
              <p14:xfrm>
                <a:off x="10066248" y="3991824"/>
                <a:ext cx="141120" cy="140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19641802-7FC8-03B4-3573-FE729EDE09C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057248" y="3983184"/>
                  <a:ext cx="1587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557D4BC-9CA8-8234-6C93-D70A49F004FF}"/>
                    </a:ext>
                  </a:extLst>
                </p14:cNvPr>
                <p14:cNvContentPartPr/>
                <p14:nvPr/>
              </p14:nvContentPartPr>
              <p14:xfrm>
                <a:off x="10290528" y="4058064"/>
                <a:ext cx="1800" cy="241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557D4BC-9CA8-8234-6C93-D70A49F004F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281888" y="4049064"/>
                  <a:ext cx="194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8C4C2258-35B0-CEE0-82DE-0705793BA837}"/>
                    </a:ext>
                  </a:extLst>
                </p14:cNvPr>
                <p14:cNvContentPartPr/>
                <p14:nvPr/>
              </p14:nvContentPartPr>
              <p14:xfrm>
                <a:off x="10360728" y="3993264"/>
                <a:ext cx="56520" cy="1724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8C4C2258-35B0-CEE0-82DE-0705793BA837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352088" y="3984264"/>
                  <a:ext cx="741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D25E674D-1166-2D4B-ED15-9F1B8DA36938}"/>
                    </a:ext>
                  </a:extLst>
                </p14:cNvPr>
                <p14:cNvContentPartPr/>
                <p14:nvPr/>
              </p14:nvContentPartPr>
              <p14:xfrm>
                <a:off x="10454688" y="4012344"/>
                <a:ext cx="111600" cy="11772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D25E674D-1166-2D4B-ED15-9F1B8DA36938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445688" y="4003704"/>
                  <a:ext cx="1292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B34220DE-C724-B70F-6C39-DC66768F41EA}"/>
                    </a:ext>
                  </a:extLst>
                </p14:cNvPr>
                <p14:cNvContentPartPr/>
                <p14:nvPr/>
              </p14:nvContentPartPr>
              <p14:xfrm>
                <a:off x="10608408" y="4006224"/>
                <a:ext cx="67320" cy="1486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B34220DE-C724-B70F-6C39-DC66768F41E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599768" y="3997584"/>
                  <a:ext cx="849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A798CCEC-8AEE-C2E3-36A5-B44E9806345C}"/>
                    </a:ext>
                  </a:extLst>
                </p14:cNvPr>
                <p14:cNvContentPartPr/>
                <p14:nvPr/>
              </p14:nvContentPartPr>
              <p14:xfrm>
                <a:off x="10859328" y="4004064"/>
                <a:ext cx="8640" cy="298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A798CCEC-8AEE-C2E3-36A5-B44E9806345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850688" y="3995424"/>
                  <a:ext cx="262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4F96F3F1-0A3A-44EF-C651-C4A5C2BBC833}"/>
                    </a:ext>
                  </a:extLst>
                </p14:cNvPr>
                <p14:cNvContentPartPr/>
                <p14:nvPr/>
              </p14:nvContentPartPr>
              <p14:xfrm>
                <a:off x="10937448" y="3996864"/>
                <a:ext cx="13320" cy="1263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4F96F3F1-0A3A-44EF-C651-C4A5C2BBC833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928448" y="3988224"/>
                  <a:ext cx="309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563DB49-CC7A-2243-1EC2-A116F78786BF}"/>
                    </a:ext>
                  </a:extLst>
                </p14:cNvPr>
                <p14:cNvContentPartPr/>
                <p14:nvPr/>
              </p14:nvContentPartPr>
              <p14:xfrm>
                <a:off x="11039688" y="4008024"/>
                <a:ext cx="83880" cy="1029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563DB49-CC7A-2243-1EC2-A116F78786B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030688" y="3999024"/>
                  <a:ext cx="10152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ED84F266-646E-6C96-4537-6F1190B47DBC}"/>
                    </a:ext>
                  </a:extLst>
                </p14:cNvPr>
                <p14:cNvContentPartPr/>
                <p14:nvPr/>
              </p14:nvContentPartPr>
              <p14:xfrm>
                <a:off x="11211048" y="4019184"/>
                <a:ext cx="38160" cy="1108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ED84F266-646E-6C96-4537-6F1190B47DBC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202048" y="4010184"/>
                  <a:ext cx="55800" cy="12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8EABF72A-AB1A-6AAC-822F-5047011CC20F}"/>
                  </a:ext>
                </a:extLst>
              </p14:cNvPr>
              <p14:cNvContentPartPr/>
              <p14:nvPr/>
            </p14:nvContentPartPr>
            <p14:xfrm>
              <a:off x="11503008" y="4104144"/>
              <a:ext cx="19080" cy="648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8EABF72A-AB1A-6AAC-822F-5047011CC20F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11494008" y="4095504"/>
                <a:ext cx="36720" cy="2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C2B32C8E-3677-F8BA-1FDC-A34B8C5E26B1}"/>
                  </a:ext>
                </a:extLst>
              </p14:cNvPr>
              <p14:cNvContentPartPr/>
              <p14:nvPr/>
            </p14:nvContentPartPr>
            <p14:xfrm>
              <a:off x="11721528" y="4106664"/>
              <a:ext cx="269280" cy="1908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C2B32C8E-3677-F8BA-1FDC-A34B8C5E26B1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11712528" y="4097664"/>
                <a:ext cx="286920" cy="36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7FC3C1B-C433-86F0-D570-F3CB7C0D2B73}"/>
              </a:ext>
            </a:extLst>
          </p:cNvPr>
          <p:cNvGrpSpPr/>
          <p:nvPr/>
        </p:nvGrpSpPr>
        <p:grpSpPr>
          <a:xfrm>
            <a:off x="9329328" y="4383144"/>
            <a:ext cx="608400" cy="306000"/>
            <a:chOff x="9329328" y="4383144"/>
            <a:chExt cx="60840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52C292FA-8831-F46C-D2F1-99AC925964F9}"/>
                    </a:ext>
                  </a:extLst>
                </p14:cNvPr>
                <p14:cNvContentPartPr/>
                <p14:nvPr/>
              </p14:nvContentPartPr>
              <p14:xfrm>
                <a:off x="9329328" y="4416984"/>
                <a:ext cx="6120" cy="1612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52C292FA-8831-F46C-D2F1-99AC925964F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320328" y="4408344"/>
                  <a:ext cx="237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B71A0654-5C79-00C7-10A3-BE83D040F680}"/>
                    </a:ext>
                  </a:extLst>
                </p14:cNvPr>
                <p14:cNvContentPartPr/>
                <p14:nvPr/>
              </p14:nvContentPartPr>
              <p14:xfrm>
                <a:off x="9355608" y="4383144"/>
                <a:ext cx="118800" cy="514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B71A0654-5C79-00C7-10A3-BE83D040F68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346608" y="4374144"/>
                  <a:ext cx="13644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B7E3D448-FCA2-7042-A4F0-0E1BFFB4072A}"/>
                    </a:ext>
                  </a:extLst>
                </p14:cNvPr>
                <p14:cNvContentPartPr/>
                <p14:nvPr/>
              </p14:nvContentPartPr>
              <p14:xfrm>
                <a:off x="9384408" y="4474944"/>
                <a:ext cx="42120" cy="144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B7E3D448-FCA2-7042-A4F0-0E1BFFB4072A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375768" y="4465944"/>
                  <a:ext cx="597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C1FFF77C-A60B-CA8C-01DF-E0620759F996}"/>
                    </a:ext>
                  </a:extLst>
                </p14:cNvPr>
                <p14:cNvContentPartPr/>
                <p14:nvPr/>
              </p14:nvContentPartPr>
              <p14:xfrm>
                <a:off x="9489888" y="4481064"/>
                <a:ext cx="92160" cy="73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C1FFF77C-A60B-CA8C-01DF-E0620759F99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481248" y="4472424"/>
                  <a:ext cx="10980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06FB41B-55FA-A978-7B79-F73DF9380DFF}"/>
                    </a:ext>
                  </a:extLst>
                </p14:cNvPr>
                <p14:cNvContentPartPr/>
                <p14:nvPr/>
              </p14:nvContentPartPr>
              <p14:xfrm>
                <a:off x="9598968" y="4460904"/>
                <a:ext cx="3600" cy="864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06FB41B-55FA-A978-7B79-F73DF9380DF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589968" y="4452264"/>
                  <a:ext cx="212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F8E3D029-D454-8911-65DE-F6C6AAAC3672}"/>
                    </a:ext>
                  </a:extLst>
                </p14:cNvPr>
                <p14:cNvContentPartPr/>
                <p14:nvPr/>
              </p14:nvContentPartPr>
              <p14:xfrm>
                <a:off x="9681768" y="4395384"/>
                <a:ext cx="57600" cy="1494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F8E3D029-D454-8911-65DE-F6C6AAAC367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672768" y="4386384"/>
                  <a:ext cx="7524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DBB8BB75-D14B-730C-33AA-ABF70A3F4310}"/>
                    </a:ext>
                  </a:extLst>
                </p14:cNvPr>
                <p14:cNvContentPartPr/>
                <p14:nvPr/>
              </p14:nvContentPartPr>
              <p14:xfrm>
                <a:off x="9824328" y="4471704"/>
                <a:ext cx="113400" cy="2174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DBB8BB75-D14B-730C-33AA-ABF70A3F431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815328" y="4463064"/>
                  <a:ext cx="131040" cy="23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3CF62FD9-00AA-B752-082B-43665245A4EC}"/>
              </a:ext>
            </a:extLst>
          </p:cNvPr>
          <p:cNvGrpSpPr/>
          <p:nvPr/>
        </p:nvGrpSpPr>
        <p:grpSpPr>
          <a:xfrm>
            <a:off x="10176408" y="4434624"/>
            <a:ext cx="565560" cy="153000"/>
            <a:chOff x="10176408" y="4434624"/>
            <a:chExt cx="565560" cy="15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605CA206-35EF-1AA3-9157-4B79128FE2B0}"/>
                    </a:ext>
                  </a:extLst>
                </p14:cNvPr>
                <p14:cNvContentPartPr/>
                <p14:nvPr/>
              </p14:nvContentPartPr>
              <p14:xfrm>
                <a:off x="10176408" y="4434624"/>
                <a:ext cx="80640" cy="1155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605CA206-35EF-1AA3-9157-4B79128FE2B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167768" y="4425624"/>
                  <a:ext cx="982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2FC5D8B7-0F38-E17A-B5FE-60926154A779}"/>
                    </a:ext>
                  </a:extLst>
                </p14:cNvPr>
                <p14:cNvContentPartPr/>
                <p14:nvPr/>
              </p14:nvContentPartPr>
              <p14:xfrm>
                <a:off x="10352088" y="4470984"/>
                <a:ext cx="5040" cy="399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2FC5D8B7-0F38-E17A-B5FE-60926154A77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343088" y="4461984"/>
                  <a:ext cx="2268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86C61521-1B8D-6380-C496-74B57794CF09}"/>
                    </a:ext>
                  </a:extLst>
                </p14:cNvPr>
                <p14:cNvContentPartPr/>
                <p14:nvPr/>
              </p14:nvContentPartPr>
              <p14:xfrm>
                <a:off x="10424808" y="4447584"/>
                <a:ext cx="12240" cy="11484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86C61521-1B8D-6380-C496-74B57794CF0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416168" y="4438584"/>
                  <a:ext cx="2988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5A90D49C-5BE0-D43B-3D64-DA8B79623ACE}"/>
                    </a:ext>
                  </a:extLst>
                </p14:cNvPr>
                <p14:cNvContentPartPr/>
                <p14:nvPr/>
              </p14:nvContentPartPr>
              <p14:xfrm>
                <a:off x="10530648" y="4449744"/>
                <a:ext cx="101880" cy="9072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5A90D49C-5BE0-D43B-3D64-DA8B79623AC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521648" y="4441104"/>
                  <a:ext cx="11952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B781C8C3-7D6B-1D7E-9AA5-3B5A39B353FE}"/>
                    </a:ext>
                  </a:extLst>
                </p14:cNvPr>
                <p14:cNvContentPartPr/>
                <p14:nvPr/>
              </p14:nvContentPartPr>
              <p14:xfrm>
                <a:off x="10660608" y="4436424"/>
                <a:ext cx="81360" cy="15120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B781C8C3-7D6B-1D7E-9AA5-3B5A39B353FE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651968" y="4427784"/>
                  <a:ext cx="99000" cy="16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BA40133F-3BC3-E54D-D1D8-BB3677CD334E}"/>
              </a:ext>
            </a:extLst>
          </p:cNvPr>
          <p:cNvGrpSpPr/>
          <p:nvPr/>
        </p:nvGrpSpPr>
        <p:grpSpPr>
          <a:xfrm>
            <a:off x="10948968" y="4415904"/>
            <a:ext cx="633960" cy="222840"/>
            <a:chOff x="10948968" y="4415904"/>
            <a:chExt cx="633960" cy="22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0FF725F8-3B4C-9354-729C-63E9567278F2}"/>
                    </a:ext>
                  </a:extLst>
                </p14:cNvPr>
                <p14:cNvContentPartPr/>
                <p14:nvPr/>
              </p14:nvContentPartPr>
              <p14:xfrm>
                <a:off x="10948968" y="4446504"/>
                <a:ext cx="83880" cy="1252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0FF725F8-3B4C-9354-729C-63E9567278F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939968" y="4437504"/>
                  <a:ext cx="1015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D2876E73-7845-9B49-438E-D92F190A85D8}"/>
                    </a:ext>
                  </a:extLst>
                </p14:cNvPr>
                <p14:cNvContentPartPr/>
                <p14:nvPr/>
              </p14:nvContentPartPr>
              <p14:xfrm>
                <a:off x="11156328" y="4477824"/>
                <a:ext cx="6840" cy="316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D2876E73-7845-9B49-438E-D92F190A85D8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147328" y="4468824"/>
                  <a:ext cx="2448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76F0DB31-707F-E326-3F83-CE8D9BA0A476}"/>
                    </a:ext>
                  </a:extLst>
                </p14:cNvPr>
                <p14:cNvContentPartPr/>
                <p14:nvPr/>
              </p14:nvContentPartPr>
              <p14:xfrm>
                <a:off x="11190888" y="4424544"/>
                <a:ext cx="91440" cy="1414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76F0DB31-707F-E326-3F83-CE8D9BA0A47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182248" y="4415904"/>
                  <a:ext cx="1090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28560829-AA36-7C2E-6DBD-F891324D0ACA}"/>
                    </a:ext>
                  </a:extLst>
                </p14:cNvPr>
                <p14:cNvContentPartPr/>
                <p14:nvPr/>
              </p14:nvContentPartPr>
              <p14:xfrm>
                <a:off x="11343528" y="4462344"/>
                <a:ext cx="63000" cy="1292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28560829-AA36-7C2E-6DBD-F891324D0AC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334528" y="4453704"/>
                  <a:ext cx="806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135DF853-A2BE-32F1-DEEC-D7131F40D8E4}"/>
                    </a:ext>
                  </a:extLst>
                </p14:cNvPr>
                <p14:cNvContentPartPr/>
                <p14:nvPr/>
              </p14:nvContentPartPr>
              <p14:xfrm>
                <a:off x="11364048" y="4415904"/>
                <a:ext cx="218880" cy="22284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135DF853-A2BE-32F1-DEEC-D7131F40D8E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355408" y="4407264"/>
                  <a:ext cx="236520" cy="240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21B6A7B9-97BA-F93E-80C0-691060C79136}"/>
                  </a:ext>
                </a:extLst>
              </p14:cNvPr>
              <p14:cNvContentPartPr/>
              <p14:nvPr/>
            </p14:nvContentPartPr>
            <p14:xfrm>
              <a:off x="11708928" y="4546944"/>
              <a:ext cx="12600" cy="1764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21B6A7B9-97BA-F93E-80C0-691060C79136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11700288" y="4538304"/>
                <a:ext cx="3024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39CE8665-C39B-ACC0-C287-AD8F5727E222}"/>
                  </a:ext>
                </a:extLst>
              </p14:cNvPr>
              <p14:cNvContentPartPr/>
              <p14:nvPr/>
            </p14:nvContentPartPr>
            <p14:xfrm>
              <a:off x="11962728" y="4568184"/>
              <a:ext cx="201960" cy="1692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39CE8665-C39B-ACC0-C287-AD8F5727E222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11953728" y="4559544"/>
                <a:ext cx="219600" cy="3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52121DF-81F6-8A8D-B4C6-0EB3EFA8AEAD}"/>
              </a:ext>
            </a:extLst>
          </p:cNvPr>
          <p:cNvGrpSpPr/>
          <p:nvPr/>
        </p:nvGrpSpPr>
        <p:grpSpPr>
          <a:xfrm>
            <a:off x="9361368" y="4750344"/>
            <a:ext cx="525600" cy="135000"/>
            <a:chOff x="9361368" y="4750344"/>
            <a:chExt cx="525600" cy="13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AC04878C-FF04-A29D-8FA8-966F04C1981C}"/>
                    </a:ext>
                  </a:extLst>
                </p14:cNvPr>
                <p14:cNvContentPartPr/>
                <p14:nvPr/>
              </p14:nvContentPartPr>
              <p14:xfrm>
                <a:off x="9361368" y="4750344"/>
                <a:ext cx="99720" cy="1350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AC04878C-FF04-A29D-8FA8-966F04C1981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52368" y="4741344"/>
                  <a:ext cx="11736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DC9C5F14-5DEE-AAD9-8A1A-9C876E00947F}"/>
                    </a:ext>
                  </a:extLst>
                </p14:cNvPr>
                <p14:cNvContentPartPr/>
                <p14:nvPr/>
              </p14:nvContentPartPr>
              <p14:xfrm>
                <a:off x="9525888" y="4786704"/>
                <a:ext cx="245160" cy="975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DC9C5F14-5DEE-AAD9-8A1A-9C876E00947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516888" y="4777704"/>
                  <a:ext cx="2628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7472C59F-6938-2AA1-0717-C5918959B0EC}"/>
                    </a:ext>
                  </a:extLst>
                </p14:cNvPr>
                <p14:cNvContentPartPr/>
                <p14:nvPr/>
              </p14:nvContentPartPr>
              <p14:xfrm>
                <a:off x="9857088" y="4829184"/>
                <a:ext cx="29880" cy="79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7472C59F-6938-2AA1-0717-C5918959B0E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848088" y="4820544"/>
                  <a:ext cx="4752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9B94E4D5-B392-FCE9-402A-45F746F1530E}"/>
              </a:ext>
            </a:extLst>
          </p:cNvPr>
          <p:cNvGrpSpPr/>
          <p:nvPr/>
        </p:nvGrpSpPr>
        <p:grpSpPr>
          <a:xfrm>
            <a:off x="10290168" y="4725144"/>
            <a:ext cx="578520" cy="126000"/>
            <a:chOff x="10290168" y="4725144"/>
            <a:chExt cx="578520" cy="12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2CD393D9-3B25-6797-B601-DDA7762559FC}"/>
                    </a:ext>
                  </a:extLst>
                </p14:cNvPr>
                <p14:cNvContentPartPr/>
                <p14:nvPr/>
              </p14:nvContentPartPr>
              <p14:xfrm>
                <a:off x="10290168" y="4725144"/>
                <a:ext cx="95760" cy="1173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2CD393D9-3B25-6797-B601-DDA7762559F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281168" y="4716144"/>
                  <a:ext cx="1134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0251B44C-37E0-750D-B852-397E947E3D12}"/>
                    </a:ext>
                  </a:extLst>
                </p14:cNvPr>
                <p14:cNvContentPartPr/>
                <p14:nvPr/>
              </p14:nvContentPartPr>
              <p14:xfrm>
                <a:off x="10466208" y="4757544"/>
                <a:ext cx="18000" cy="3060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0251B44C-37E0-750D-B852-397E947E3D12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457208" y="4748544"/>
                  <a:ext cx="3564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04AF89D9-44CE-2AC6-555E-6CE817994F30}"/>
                    </a:ext>
                  </a:extLst>
                </p14:cNvPr>
                <p14:cNvContentPartPr/>
                <p14:nvPr/>
              </p14:nvContentPartPr>
              <p14:xfrm>
                <a:off x="10540008" y="4735944"/>
                <a:ext cx="69840" cy="1130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04AF89D9-44CE-2AC6-555E-6CE817994F3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531008" y="4726944"/>
                  <a:ext cx="874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DD994D7A-482F-48BC-3594-68BFAE204A88}"/>
                    </a:ext>
                  </a:extLst>
                </p14:cNvPr>
                <p14:cNvContentPartPr/>
                <p14:nvPr/>
              </p14:nvContentPartPr>
              <p14:xfrm>
                <a:off x="10694088" y="4731984"/>
                <a:ext cx="25560" cy="1191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DD994D7A-482F-48BC-3594-68BFAE204A8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685088" y="4722984"/>
                  <a:ext cx="4320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83F1E09A-9BC6-033F-D0C0-D4BDA5F118DC}"/>
                    </a:ext>
                  </a:extLst>
                </p14:cNvPr>
                <p14:cNvContentPartPr/>
                <p14:nvPr/>
              </p14:nvContentPartPr>
              <p14:xfrm>
                <a:off x="10807488" y="4729464"/>
                <a:ext cx="61200" cy="1191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83F1E09A-9BC6-033F-D0C0-D4BDA5F118DC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798488" y="4720464"/>
                  <a:ext cx="78840" cy="13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ACD280FE-334C-B834-C894-9A25475C01BB}"/>
              </a:ext>
            </a:extLst>
          </p:cNvPr>
          <p:cNvGrpSpPr/>
          <p:nvPr/>
        </p:nvGrpSpPr>
        <p:grpSpPr>
          <a:xfrm>
            <a:off x="11148048" y="4730544"/>
            <a:ext cx="694800" cy="172080"/>
            <a:chOff x="11148048" y="4730544"/>
            <a:chExt cx="694800" cy="17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839455DB-90BE-4F06-F61B-47D348CC71B2}"/>
                    </a:ext>
                  </a:extLst>
                </p14:cNvPr>
                <p14:cNvContentPartPr/>
                <p14:nvPr/>
              </p14:nvContentPartPr>
              <p14:xfrm>
                <a:off x="11148048" y="4730544"/>
                <a:ext cx="106920" cy="1058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839455DB-90BE-4F06-F61B-47D348CC71B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139408" y="4721544"/>
                  <a:ext cx="12456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654643DA-70E6-5083-2D6A-467228667EFD}"/>
                    </a:ext>
                  </a:extLst>
                </p14:cNvPr>
                <p14:cNvContentPartPr/>
                <p14:nvPr/>
              </p14:nvContentPartPr>
              <p14:xfrm>
                <a:off x="11313288" y="4765464"/>
                <a:ext cx="22680" cy="3204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654643DA-70E6-5083-2D6A-467228667EFD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304648" y="4756464"/>
                  <a:ext cx="403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E48BD49-23C6-F8F2-C03E-41AA972240A4}"/>
                    </a:ext>
                  </a:extLst>
                </p14:cNvPr>
                <p14:cNvContentPartPr/>
                <p14:nvPr/>
              </p14:nvContentPartPr>
              <p14:xfrm>
                <a:off x="11394648" y="4738104"/>
                <a:ext cx="57600" cy="1332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E48BD49-23C6-F8F2-C03E-41AA972240A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386008" y="4729104"/>
                  <a:ext cx="752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8D821820-5146-77A1-BF22-E32907579EC1}"/>
                    </a:ext>
                  </a:extLst>
                </p14:cNvPr>
                <p14:cNvContentPartPr/>
                <p14:nvPr/>
              </p14:nvContentPartPr>
              <p14:xfrm>
                <a:off x="11551968" y="4805424"/>
                <a:ext cx="39600" cy="745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8D821820-5146-77A1-BF22-E32907579EC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543328" y="4796424"/>
                  <a:ext cx="572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38CC08B3-E6A3-F569-A0B9-FD74FB658088}"/>
                    </a:ext>
                  </a:extLst>
                </p14:cNvPr>
                <p14:cNvContentPartPr/>
                <p14:nvPr/>
              </p14:nvContentPartPr>
              <p14:xfrm>
                <a:off x="11685528" y="4763664"/>
                <a:ext cx="39960" cy="158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38CC08B3-E6A3-F569-A0B9-FD74FB65808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676888" y="4754664"/>
                  <a:ext cx="57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939D714E-2E48-539D-35DC-04A28A7CF25A}"/>
                    </a:ext>
                  </a:extLst>
                </p14:cNvPr>
                <p14:cNvContentPartPr/>
                <p14:nvPr/>
              </p14:nvContentPartPr>
              <p14:xfrm>
                <a:off x="11587608" y="4757904"/>
                <a:ext cx="255240" cy="144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939D714E-2E48-539D-35DC-04A28A7CF25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578608" y="4749264"/>
                  <a:ext cx="272880" cy="162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B93756B1-AFF6-7D13-C697-F4B5B4850814}"/>
                  </a:ext>
                </a:extLst>
              </p14:cNvPr>
              <p14:cNvContentPartPr/>
              <p14:nvPr/>
            </p14:nvContentPartPr>
            <p14:xfrm>
              <a:off x="1905048" y="1554264"/>
              <a:ext cx="1319760" cy="4896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B93756B1-AFF6-7D13-C697-F4B5B4850814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1896048" y="1545264"/>
                <a:ext cx="133740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3A7C66B8-DCC2-05EC-F5D6-94C310B02238}"/>
                  </a:ext>
                </a:extLst>
              </p14:cNvPr>
              <p14:cNvContentPartPr/>
              <p14:nvPr/>
            </p14:nvContentPartPr>
            <p14:xfrm>
              <a:off x="2047608" y="2857464"/>
              <a:ext cx="1384920" cy="8928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3A7C66B8-DCC2-05EC-F5D6-94C310B02238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2038608" y="2848464"/>
                <a:ext cx="1402560" cy="106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3997103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14:cNvPr>
              <p14:cNvContentPartPr/>
              <p14:nvPr/>
            </p14:nvContentPartPr>
            <p14:xfrm>
              <a:off x="6628248" y="3344904"/>
              <a:ext cx="20160" cy="144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619248" y="3337704"/>
                <a:ext cx="37800" cy="15552"/>
              </a:xfrm>
              <a:prstGeom prst="rect">
                <a:avLst/>
              </a:prstGeom>
            </p:spPr>
          </p:pic>
        </mc:Fallback>
      </mc:AlternateContent>
      <p:grpSp>
        <p:nvGrpSpPr>
          <p:cNvPr id="44" name="Group 43">
            <a:extLst>
              <a:ext uri="{FF2B5EF4-FFF2-40B4-BE49-F238E27FC236}">
                <a16:creationId xmlns:a16="http://schemas.microsoft.com/office/drawing/2014/main" id="{155FDEEA-E18D-CEB9-313A-0F0A6A759958}"/>
              </a:ext>
            </a:extLst>
          </p:cNvPr>
          <p:cNvGrpSpPr/>
          <p:nvPr/>
        </p:nvGrpSpPr>
        <p:grpSpPr>
          <a:xfrm>
            <a:off x="6680448" y="863424"/>
            <a:ext cx="486720" cy="109800"/>
            <a:chOff x="6680448" y="863424"/>
            <a:chExt cx="486720" cy="10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56AB241D-A5D4-7A44-D388-7B3EA27844AE}"/>
                    </a:ext>
                  </a:extLst>
                </p14:cNvPr>
                <p14:cNvContentPartPr/>
                <p14:nvPr/>
              </p14:nvContentPartPr>
              <p14:xfrm>
                <a:off x="6680448" y="863424"/>
                <a:ext cx="94320" cy="1098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56AB241D-A5D4-7A44-D388-7B3EA27844A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671808" y="854424"/>
                  <a:ext cx="1119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5634EFBE-348D-2827-9DB2-A5D108E51C2F}"/>
                    </a:ext>
                  </a:extLst>
                </p14:cNvPr>
                <p14:cNvContentPartPr/>
                <p14:nvPr/>
              </p14:nvContentPartPr>
              <p14:xfrm>
                <a:off x="6845328" y="883224"/>
                <a:ext cx="73800" cy="716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5634EFBE-348D-2827-9DB2-A5D108E51C2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836688" y="874224"/>
                  <a:ext cx="9144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8980ED3E-4928-ABA0-301D-4E0B390D83A0}"/>
                    </a:ext>
                  </a:extLst>
                </p14:cNvPr>
                <p14:cNvContentPartPr/>
                <p14:nvPr/>
              </p14:nvContentPartPr>
              <p14:xfrm>
                <a:off x="6985008" y="887184"/>
                <a:ext cx="182160" cy="712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8980ED3E-4928-ABA0-301D-4E0B390D83A0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976008" y="878184"/>
                  <a:ext cx="199800" cy="8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926C6B7D-BA2B-C42F-87E4-F13E27B2DC7F}"/>
              </a:ext>
            </a:extLst>
          </p:cNvPr>
          <p:cNvGrpSpPr/>
          <p:nvPr/>
        </p:nvGrpSpPr>
        <p:grpSpPr>
          <a:xfrm>
            <a:off x="7488648" y="705744"/>
            <a:ext cx="379440" cy="261360"/>
            <a:chOff x="7488648" y="705744"/>
            <a:chExt cx="379440" cy="26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E4C2F216-C8BA-D5E7-1098-A8E3B8D4FC2E}"/>
                    </a:ext>
                  </a:extLst>
                </p14:cNvPr>
                <p14:cNvContentPartPr/>
                <p14:nvPr/>
              </p14:nvContentPartPr>
              <p14:xfrm>
                <a:off x="7488648" y="787824"/>
                <a:ext cx="19800" cy="1792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E4C2F216-C8BA-D5E7-1098-A8E3B8D4FC2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480008" y="778824"/>
                  <a:ext cx="374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D8BA1299-EAC5-3467-5AB1-21C0F1B8A474}"/>
                    </a:ext>
                  </a:extLst>
                </p14:cNvPr>
                <p14:cNvContentPartPr/>
                <p14:nvPr/>
              </p14:nvContentPartPr>
              <p14:xfrm>
                <a:off x="7625088" y="705744"/>
                <a:ext cx="243000" cy="2466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D8BA1299-EAC5-3467-5AB1-21C0F1B8A47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616088" y="697104"/>
                  <a:ext cx="260640" cy="26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95D4A05E-8C18-A522-3DB8-DED3B2879731}"/>
              </a:ext>
            </a:extLst>
          </p:cNvPr>
          <p:cNvGrpSpPr/>
          <p:nvPr/>
        </p:nvGrpSpPr>
        <p:grpSpPr>
          <a:xfrm>
            <a:off x="8258688" y="672624"/>
            <a:ext cx="677880" cy="426600"/>
            <a:chOff x="8258688" y="672624"/>
            <a:chExt cx="677880" cy="42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4B8E38D6-B271-1A0F-DC50-2CD347DBE266}"/>
                    </a:ext>
                  </a:extLst>
                </p14:cNvPr>
                <p14:cNvContentPartPr/>
                <p14:nvPr/>
              </p14:nvContentPartPr>
              <p14:xfrm>
                <a:off x="8258688" y="672624"/>
                <a:ext cx="306360" cy="2926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4B8E38D6-B271-1A0F-DC50-2CD347DBE26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8250048" y="663984"/>
                  <a:ext cx="32400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585BE629-5D0E-6C51-47B7-2E60BBDF20E2}"/>
                    </a:ext>
                  </a:extLst>
                </p14:cNvPr>
                <p14:cNvContentPartPr/>
                <p14:nvPr/>
              </p14:nvContentPartPr>
              <p14:xfrm>
                <a:off x="8616888" y="865224"/>
                <a:ext cx="88200" cy="1832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585BE629-5D0E-6C51-47B7-2E60BBDF20E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8607888" y="856224"/>
                  <a:ext cx="1058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03B02B22-E0F3-8C62-1C29-C04A941D456F}"/>
                    </a:ext>
                  </a:extLst>
                </p14:cNvPr>
                <p14:cNvContentPartPr/>
                <p14:nvPr/>
              </p14:nvContentPartPr>
              <p14:xfrm>
                <a:off x="8790768" y="858384"/>
                <a:ext cx="145800" cy="2408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03B02B22-E0F3-8C62-1C29-C04A941D456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781768" y="849744"/>
                  <a:ext cx="163440" cy="25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136009B-A110-A0B8-2C7C-7F74ACFE656D}"/>
              </a:ext>
            </a:extLst>
          </p:cNvPr>
          <p:cNvGrpSpPr/>
          <p:nvPr/>
        </p:nvGrpSpPr>
        <p:grpSpPr>
          <a:xfrm>
            <a:off x="9214128" y="726984"/>
            <a:ext cx="570600" cy="499320"/>
            <a:chOff x="9214128" y="726984"/>
            <a:chExt cx="570600" cy="49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05C77AE-E025-3AD8-183A-34D8EB7361B1}"/>
                    </a:ext>
                  </a:extLst>
                </p14:cNvPr>
                <p14:cNvContentPartPr/>
                <p14:nvPr/>
              </p14:nvContentPartPr>
              <p14:xfrm>
                <a:off x="9214128" y="726984"/>
                <a:ext cx="224280" cy="2584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05C77AE-E025-3AD8-183A-34D8EB7361B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9205128" y="718344"/>
                  <a:ext cx="2419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F68FF50D-4162-7315-D0CF-322CC5780B9B}"/>
                    </a:ext>
                  </a:extLst>
                </p14:cNvPr>
                <p14:cNvContentPartPr/>
                <p14:nvPr/>
              </p14:nvContentPartPr>
              <p14:xfrm>
                <a:off x="9509328" y="873144"/>
                <a:ext cx="65880" cy="82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F68FF50D-4162-7315-D0CF-322CC5780B9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9500688" y="864504"/>
                  <a:ext cx="8352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D95F57E6-7A61-ABF9-813F-9C8298C3EB71}"/>
                    </a:ext>
                  </a:extLst>
                </p14:cNvPr>
                <p14:cNvContentPartPr/>
                <p14:nvPr/>
              </p14:nvContentPartPr>
              <p14:xfrm>
                <a:off x="9614088" y="871344"/>
                <a:ext cx="170640" cy="3549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D95F57E6-7A61-ABF9-813F-9C8298C3EB7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9605088" y="862704"/>
                  <a:ext cx="188280" cy="37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8E097A45-C690-A806-1606-9E80EEFA31F2}"/>
              </a:ext>
            </a:extLst>
          </p:cNvPr>
          <p:cNvGrpSpPr/>
          <p:nvPr/>
        </p:nvGrpSpPr>
        <p:grpSpPr>
          <a:xfrm>
            <a:off x="1010808" y="466344"/>
            <a:ext cx="5239800" cy="716760"/>
            <a:chOff x="1010808" y="466344"/>
            <a:chExt cx="5239800" cy="71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259C573B-40BB-3DF3-DF09-EAE5D56D97CD}"/>
                    </a:ext>
                  </a:extLst>
                </p14:cNvPr>
                <p14:cNvContentPartPr/>
                <p14:nvPr/>
              </p14:nvContentPartPr>
              <p14:xfrm>
                <a:off x="1260648" y="713304"/>
                <a:ext cx="14040" cy="1962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259C573B-40BB-3DF3-DF09-EAE5D56D97C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251648" y="704664"/>
                  <a:ext cx="316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E2876E0A-2DB0-3933-01A9-AFE457A1CA23}"/>
                    </a:ext>
                  </a:extLst>
                </p14:cNvPr>
                <p14:cNvContentPartPr/>
                <p14:nvPr/>
              </p14:nvContentPartPr>
              <p14:xfrm>
                <a:off x="1119528" y="624384"/>
                <a:ext cx="633240" cy="2772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E2876E0A-2DB0-3933-01A9-AFE457A1CA2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110528" y="615384"/>
                  <a:ext cx="65088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0DF2BAC1-17EC-9029-848C-18F4BF765A6C}"/>
                    </a:ext>
                  </a:extLst>
                </p14:cNvPr>
                <p14:cNvContentPartPr/>
                <p14:nvPr/>
              </p14:nvContentPartPr>
              <p14:xfrm>
                <a:off x="2158128" y="809064"/>
                <a:ext cx="400320" cy="1969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0DF2BAC1-17EC-9029-848C-18F4BF765A6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149128" y="800064"/>
                  <a:ext cx="4179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B5543228-FB1A-7FDF-F418-FAB6859AB3B2}"/>
                    </a:ext>
                  </a:extLst>
                </p14:cNvPr>
                <p14:cNvContentPartPr/>
                <p14:nvPr/>
              </p14:nvContentPartPr>
              <p14:xfrm>
                <a:off x="2615328" y="763704"/>
                <a:ext cx="7200" cy="277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B5543228-FB1A-7FDF-F418-FAB6859AB3B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606688" y="755064"/>
                  <a:ext cx="248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1D1B041E-427E-30F6-1435-64CEE0BA2A0C}"/>
                    </a:ext>
                  </a:extLst>
                </p14:cNvPr>
                <p14:cNvContentPartPr/>
                <p14:nvPr/>
              </p14:nvContentPartPr>
              <p14:xfrm>
                <a:off x="2668608" y="725904"/>
                <a:ext cx="223920" cy="1746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1D1B041E-427E-30F6-1435-64CEE0BA2A0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659968" y="716904"/>
                  <a:ext cx="2415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E339403-6C37-0BAD-587D-ABC2D2B3B317}"/>
                    </a:ext>
                  </a:extLst>
                </p14:cNvPr>
                <p14:cNvContentPartPr/>
                <p14:nvPr/>
              </p14:nvContentPartPr>
              <p14:xfrm>
                <a:off x="3323808" y="681984"/>
                <a:ext cx="137880" cy="26460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E339403-6C37-0BAD-587D-ABC2D2B3B31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314808" y="673344"/>
                  <a:ext cx="15552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DB963C41-F4F3-E653-4B5E-04AB88C3FB06}"/>
                    </a:ext>
                  </a:extLst>
                </p14:cNvPr>
                <p14:cNvContentPartPr/>
                <p14:nvPr/>
              </p14:nvContentPartPr>
              <p14:xfrm>
                <a:off x="3530448" y="853704"/>
                <a:ext cx="208080" cy="1022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DB963C41-F4F3-E653-4B5E-04AB88C3FB0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521448" y="845064"/>
                  <a:ext cx="22572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2FEF5C0-6CB7-FEF6-C344-EC56D8BF278A}"/>
                    </a:ext>
                  </a:extLst>
                </p14:cNvPr>
                <p14:cNvContentPartPr/>
                <p14:nvPr/>
              </p14:nvContentPartPr>
              <p14:xfrm>
                <a:off x="3832848" y="868104"/>
                <a:ext cx="141840" cy="558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2FEF5C0-6CB7-FEF6-C344-EC56D8BF278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823848" y="859104"/>
                  <a:ext cx="15948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9B34B35E-EADC-A378-AE7F-B9A55B0F520D}"/>
                    </a:ext>
                  </a:extLst>
                </p14:cNvPr>
                <p14:cNvContentPartPr/>
                <p14:nvPr/>
              </p14:nvContentPartPr>
              <p14:xfrm>
                <a:off x="4043088" y="884304"/>
                <a:ext cx="83160" cy="457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9B34B35E-EADC-A378-AE7F-B9A55B0F520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034448" y="875664"/>
                  <a:ext cx="10080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0A3D48FC-6463-34A4-EC8F-43DAB6B3CCBC}"/>
                    </a:ext>
                  </a:extLst>
                </p14:cNvPr>
                <p14:cNvContentPartPr/>
                <p14:nvPr/>
              </p14:nvContentPartPr>
              <p14:xfrm>
                <a:off x="4453488" y="735624"/>
                <a:ext cx="260280" cy="4140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0A3D48FC-6463-34A4-EC8F-43DAB6B3CCB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444848" y="726624"/>
                  <a:ext cx="277920" cy="43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AEA1097A-AE39-798B-D9BE-B36E7156C6D8}"/>
                    </a:ext>
                  </a:extLst>
                </p14:cNvPr>
                <p14:cNvContentPartPr/>
                <p14:nvPr/>
              </p14:nvContentPartPr>
              <p14:xfrm>
                <a:off x="4840128" y="876744"/>
                <a:ext cx="118800" cy="1400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AEA1097A-AE39-798B-D9BE-B36E7156C6D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831128" y="868104"/>
                  <a:ext cx="13644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F69122F8-36BE-BCF0-C26C-1E6EE1063B55}"/>
                    </a:ext>
                  </a:extLst>
                </p14:cNvPr>
                <p14:cNvContentPartPr/>
                <p14:nvPr/>
              </p14:nvContentPartPr>
              <p14:xfrm>
                <a:off x="4798728" y="911664"/>
                <a:ext cx="210600" cy="1263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F69122F8-36BE-BCF0-C26C-1E6EE1063B5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789728" y="902664"/>
                  <a:ext cx="22824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908766DD-0734-3602-5CB9-90BBEA07A2E7}"/>
                    </a:ext>
                  </a:extLst>
                </p14:cNvPr>
                <p14:cNvContentPartPr/>
                <p14:nvPr/>
              </p14:nvContentPartPr>
              <p14:xfrm>
                <a:off x="5304168" y="894744"/>
                <a:ext cx="125640" cy="2588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908766DD-0734-3602-5CB9-90BBEA07A2E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295168" y="885744"/>
                  <a:ext cx="14328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7E759AB3-21B3-A10D-52B0-52FD9EE8E295}"/>
                    </a:ext>
                  </a:extLst>
                </p14:cNvPr>
                <p14:cNvContentPartPr/>
                <p14:nvPr/>
              </p14:nvContentPartPr>
              <p14:xfrm>
                <a:off x="5425128" y="782424"/>
                <a:ext cx="24840" cy="23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7E759AB3-21B3-A10D-52B0-52FD9EE8E29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416128" y="773784"/>
                  <a:ext cx="424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9013680E-A375-EAC6-3E56-F9FE081AE11C}"/>
                    </a:ext>
                  </a:extLst>
                </p14:cNvPr>
                <p14:cNvContentPartPr/>
                <p14:nvPr/>
              </p14:nvContentPartPr>
              <p14:xfrm>
                <a:off x="5568048" y="894384"/>
                <a:ext cx="133200" cy="932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9013680E-A375-EAC6-3E56-F9FE081AE11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559408" y="885384"/>
                  <a:ext cx="15084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EF401579-BFB9-5743-27A2-7483F1BE6A61}"/>
                    </a:ext>
                  </a:extLst>
                </p14:cNvPr>
                <p14:cNvContentPartPr/>
                <p14:nvPr/>
              </p14:nvContentPartPr>
              <p14:xfrm>
                <a:off x="5768928" y="844704"/>
                <a:ext cx="288720" cy="1602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EF401579-BFB9-5743-27A2-7483F1BE6A6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759928" y="835704"/>
                  <a:ext cx="3063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45DC5B17-F70D-B658-3C15-E9D0C3D613FF}"/>
                    </a:ext>
                  </a:extLst>
                </p14:cNvPr>
                <p14:cNvContentPartPr/>
                <p14:nvPr/>
              </p14:nvContentPartPr>
              <p14:xfrm>
                <a:off x="6133248" y="872784"/>
                <a:ext cx="117360" cy="946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45DC5B17-F70D-B658-3C15-E9D0C3D613F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124248" y="863784"/>
                  <a:ext cx="13500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8F1BD17B-C64E-E250-90C7-6BCBBE0DD7F6}"/>
                    </a:ext>
                  </a:extLst>
                </p14:cNvPr>
                <p14:cNvContentPartPr/>
                <p14:nvPr/>
              </p14:nvContentPartPr>
              <p14:xfrm>
                <a:off x="1010808" y="557424"/>
                <a:ext cx="37800" cy="5342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8F1BD17B-C64E-E250-90C7-6BCBBE0DD7F6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02168" y="548784"/>
                  <a:ext cx="55440" cy="55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DE42146B-DEB0-2667-CCFD-03A1A5068C83}"/>
                    </a:ext>
                  </a:extLst>
                </p14:cNvPr>
                <p14:cNvContentPartPr/>
                <p14:nvPr/>
              </p14:nvContentPartPr>
              <p14:xfrm>
                <a:off x="1038528" y="466344"/>
                <a:ext cx="3225240" cy="6955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DE42146B-DEB0-2667-CCFD-03A1A5068C8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29528" y="457704"/>
                  <a:ext cx="3242880" cy="71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4E1AAC93-AF16-D943-3005-5A5506459A14}"/>
                    </a:ext>
                  </a:extLst>
                </p14:cNvPr>
                <p14:cNvContentPartPr/>
                <p14:nvPr/>
              </p14:nvContentPartPr>
              <p14:xfrm>
                <a:off x="1041408" y="1080144"/>
                <a:ext cx="3276720" cy="1029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4E1AAC93-AF16-D943-3005-5A5506459A1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32408" y="1071504"/>
                  <a:ext cx="329436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DDC311EA-13E2-F021-3EAC-9A033409CE61}"/>
                    </a:ext>
                  </a:extLst>
                </p14:cNvPr>
                <p14:cNvContentPartPr/>
                <p14:nvPr/>
              </p14:nvContentPartPr>
              <p14:xfrm>
                <a:off x="1913688" y="505224"/>
                <a:ext cx="101880" cy="5889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DDC311EA-13E2-F021-3EAC-9A033409CE6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904688" y="496584"/>
                  <a:ext cx="11952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F103EE05-9856-4D7F-DAA2-6A7C6D1D7C37}"/>
                    </a:ext>
                  </a:extLst>
                </p14:cNvPr>
                <p14:cNvContentPartPr/>
                <p14:nvPr/>
              </p14:nvContentPartPr>
              <p14:xfrm>
                <a:off x="3073608" y="534024"/>
                <a:ext cx="100440" cy="6130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F103EE05-9856-4D7F-DAA2-6A7C6D1D7C3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064608" y="525384"/>
                  <a:ext cx="118080" cy="63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F6DBBC8-DDD1-E54B-7F97-F89A028D8BA1}"/>
              </a:ext>
            </a:extLst>
          </p:cNvPr>
          <p:cNvGrpSpPr/>
          <p:nvPr/>
        </p:nvGrpSpPr>
        <p:grpSpPr>
          <a:xfrm>
            <a:off x="10600848" y="556344"/>
            <a:ext cx="1566000" cy="936720"/>
            <a:chOff x="10600848" y="556344"/>
            <a:chExt cx="1566000" cy="93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A0A36A49-0B1A-73A8-6FB3-A77019A22701}"/>
                    </a:ext>
                  </a:extLst>
                </p14:cNvPr>
                <p14:cNvContentPartPr/>
                <p14:nvPr/>
              </p14:nvContentPartPr>
              <p14:xfrm>
                <a:off x="10600848" y="556344"/>
                <a:ext cx="138240" cy="4334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A0A36A49-0B1A-73A8-6FB3-A77019A2270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592208" y="547704"/>
                  <a:ext cx="155880" cy="45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E4C5563C-64DD-FA83-7F5B-E415B2F93880}"/>
                    </a:ext>
                  </a:extLst>
                </p14:cNvPr>
                <p14:cNvContentPartPr/>
                <p14:nvPr/>
              </p14:nvContentPartPr>
              <p14:xfrm>
                <a:off x="10876968" y="651024"/>
                <a:ext cx="62640" cy="1688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E4C5563C-64DD-FA83-7F5B-E415B2F9388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868328" y="642384"/>
                  <a:ext cx="802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B8B12771-22B4-6EBF-5021-1F7074E23F41}"/>
                    </a:ext>
                  </a:extLst>
                </p14:cNvPr>
                <p14:cNvContentPartPr/>
                <p14:nvPr/>
              </p14:nvContentPartPr>
              <p14:xfrm>
                <a:off x="10873368" y="606744"/>
                <a:ext cx="315360" cy="2102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B8B12771-22B4-6EBF-5021-1F7074E23F4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864368" y="597744"/>
                  <a:ext cx="3330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F05BBC76-9106-3CD0-2C7B-2CBCFB11D039}"/>
                    </a:ext>
                  </a:extLst>
                </p14:cNvPr>
                <p14:cNvContentPartPr/>
                <p14:nvPr/>
              </p14:nvContentPartPr>
              <p14:xfrm>
                <a:off x="11267928" y="826344"/>
                <a:ext cx="41400" cy="957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F05BBC76-9106-3CD0-2C7B-2CBCFB11D03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258928" y="817704"/>
                  <a:ext cx="5904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CDE1B31-9A68-77DC-2D48-BE8D58584003}"/>
                    </a:ext>
                  </a:extLst>
                </p14:cNvPr>
                <p14:cNvContentPartPr/>
                <p14:nvPr/>
              </p14:nvContentPartPr>
              <p14:xfrm>
                <a:off x="11535768" y="748224"/>
                <a:ext cx="90720" cy="1605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CDE1B31-9A68-77DC-2D48-BE8D5858400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527128" y="739584"/>
                  <a:ext cx="1083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82D854C4-2185-70AB-F826-2476C1B2D74E}"/>
                    </a:ext>
                  </a:extLst>
                </p14:cNvPr>
                <p14:cNvContentPartPr/>
                <p14:nvPr/>
              </p14:nvContentPartPr>
              <p14:xfrm>
                <a:off x="11693448" y="774504"/>
                <a:ext cx="136080" cy="766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82D854C4-2185-70AB-F826-2476C1B2D74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684448" y="765504"/>
                  <a:ext cx="15372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BFF548E1-FB89-ACE0-CFE1-9106FEC4A987}"/>
                    </a:ext>
                  </a:extLst>
                </p14:cNvPr>
                <p14:cNvContentPartPr/>
                <p14:nvPr/>
              </p14:nvContentPartPr>
              <p14:xfrm>
                <a:off x="11874168" y="777384"/>
                <a:ext cx="4680" cy="201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BFF548E1-FB89-ACE0-CFE1-9106FEC4A98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865528" y="768744"/>
                  <a:ext cx="223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B832780C-609B-D9DD-E02D-787EA1288EC4}"/>
                    </a:ext>
                  </a:extLst>
                </p14:cNvPr>
                <p14:cNvContentPartPr/>
                <p14:nvPr/>
              </p14:nvContentPartPr>
              <p14:xfrm>
                <a:off x="11922048" y="758304"/>
                <a:ext cx="104400" cy="1004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B832780C-609B-D9DD-E02D-787EA1288EC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913408" y="749664"/>
                  <a:ext cx="12204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EC7CF2E9-6900-3A5B-18A3-2EA675AE9B0D}"/>
                    </a:ext>
                  </a:extLst>
                </p14:cNvPr>
                <p14:cNvContentPartPr/>
                <p14:nvPr/>
              </p14:nvContentPartPr>
              <p14:xfrm>
                <a:off x="11940768" y="686664"/>
                <a:ext cx="226080" cy="3261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EC7CF2E9-6900-3A5B-18A3-2EA675AE9B0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932128" y="677664"/>
                  <a:ext cx="24372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2FE7C1CB-4330-445A-D726-A76D8B97F727}"/>
                    </a:ext>
                  </a:extLst>
                </p14:cNvPr>
                <p14:cNvContentPartPr/>
                <p14:nvPr/>
              </p14:nvContentPartPr>
              <p14:xfrm>
                <a:off x="10748088" y="1006344"/>
                <a:ext cx="159120" cy="3268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2FE7C1CB-4330-445A-D726-A76D8B97F72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739088" y="997344"/>
                  <a:ext cx="17676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5C6D6FB7-2873-5E94-B039-7A3513C557E7}"/>
                    </a:ext>
                  </a:extLst>
                </p14:cNvPr>
                <p14:cNvContentPartPr/>
                <p14:nvPr/>
              </p14:nvContentPartPr>
              <p14:xfrm>
                <a:off x="10909368" y="1109664"/>
                <a:ext cx="106920" cy="1832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5C6D6FB7-2873-5E94-B039-7A3513C557E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900728" y="1100664"/>
                  <a:ext cx="1245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9755A09-2513-BD0A-5950-8A54CD31F55C}"/>
                    </a:ext>
                  </a:extLst>
                </p14:cNvPr>
                <p14:cNvContentPartPr/>
                <p14:nvPr/>
              </p14:nvContentPartPr>
              <p14:xfrm>
                <a:off x="10901808" y="1097064"/>
                <a:ext cx="350640" cy="1947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9755A09-2513-BD0A-5950-8A54CD31F55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892808" y="1088424"/>
                  <a:ext cx="3682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A56D7A4B-2E94-C6B0-8B63-0CF64E23E90C}"/>
                    </a:ext>
                  </a:extLst>
                </p14:cNvPr>
                <p14:cNvContentPartPr/>
                <p14:nvPr/>
              </p14:nvContentPartPr>
              <p14:xfrm>
                <a:off x="11310768" y="1297584"/>
                <a:ext cx="38520" cy="1216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A56D7A4B-2E94-C6B0-8B63-0CF64E23E90C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1302128" y="1288584"/>
                  <a:ext cx="561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3A885FEC-3D4F-468D-62FF-B19003755894}"/>
                    </a:ext>
                  </a:extLst>
                </p14:cNvPr>
                <p14:cNvContentPartPr/>
                <p14:nvPr/>
              </p14:nvContentPartPr>
              <p14:xfrm>
                <a:off x="11492208" y="1166544"/>
                <a:ext cx="82080" cy="13860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3A885FEC-3D4F-468D-62FF-B1900375589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1483568" y="1157904"/>
                  <a:ext cx="997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592317A-E727-944D-CBB9-9848F94498C5}"/>
                    </a:ext>
                  </a:extLst>
                </p14:cNvPr>
                <p14:cNvContentPartPr/>
                <p14:nvPr/>
              </p14:nvContentPartPr>
              <p14:xfrm>
                <a:off x="11626128" y="1227744"/>
                <a:ext cx="163440" cy="705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592317A-E727-944D-CBB9-9848F94498C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1617128" y="1218744"/>
                  <a:ext cx="18108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EDE3415C-2695-1921-ABDE-E39AAC9031D4}"/>
                    </a:ext>
                  </a:extLst>
                </p14:cNvPr>
                <p14:cNvContentPartPr/>
                <p14:nvPr/>
              </p14:nvContentPartPr>
              <p14:xfrm>
                <a:off x="11855088" y="1235304"/>
                <a:ext cx="171720" cy="558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EDE3415C-2695-1921-ABDE-E39AAC9031D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846088" y="1226304"/>
                  <a:ext cx="18936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DC459A54-6867-7806-4AB8-4C29406DBD5C}"/>
                    </a:ext>
                  </a:extLst>
                </p14:cNvPr>
                <p14:cNvContentPartPr/>
                <p14:nvPr/>
              </p14:nvContentPartPr>
              <p14:xfrm>
                <a:off x="11855448" y="1191744"/>
                <a:ext cx="296280" cy="3013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DC459A54-6867-7806-4AB8-4C29406DBD5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846808" y="1183104"/>
                  <a:ext cx="313920" cy="31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529B5F8-B396-AC12-2B93-7CA58D5D3579}"/>
              </a:ext>
            </a:extLst>
          </p:cNvPr>
          <p:cNvGrpSpPr/>
          <p:nvPr/>
        </p:nvGrpSpPr>
        <p:grpSpPr>
          <a:xfrm>
            <a:off x="6244488" y="1703304"/>
            <a:ext cx="473400" cy="145080"/>
            <a:chOff x="6244488" y="1703304"/>
            <a:chExt cx="473400" cy="14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8EA82092-B729-FD87-3C47-9C4D1170166F}"/>
                    </a:ext>
                  </a:extLst>
                </p14:cNvPr>
                <p14:cNvContentPartPr/>
                <p14:nvPr/>
              </p14:nvContentPartPr>
              <p14:xfrm>
                <a:off x="6244488" y="1703304"/>
                <a:ext cx="114120" cy="1242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8EA82092-B729-FD87-3C47-9C4D1170166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235488" y="1694664"/>
                  <a:ext cx="13176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F50E849-63E9-89E0-E1A9-E7A46FAACBD4}"/>
                    </a:ext>
                  </a:extLst>
                </p14:cNvPr>
                <p14:cNvContentPartPr/>
                <p14:nvPr/>
              </p14:nvContentPartPr>
              <p14:xfrm>
                <a:off x="6424488" y="1748304"/>
                <a:ext cx="97920" cy="694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F50E849-63E9-89E0-E1A9-E7A46FAACBD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415488" y="1739664"/>
                  <a:ext cx="11556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AE3C3548-8397-BA94-B2E6-8A52FAE68B5C}"/>
                    </a:ext>
                  </a:extLst>
                </p14:cNvPr>
                <p14:cNvContentPartPr/>
                <p14:nvPr/>
              </p14:nvContentPartPr>
              <p14:xfrm>
                <a:off x="6547968" y="1758384"/>
                <a:ext cx="169920" cy="900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AE3C3548-8397-BA94-B2E6-8A52FAE68B5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538968" y="1749384"/>
                  <a:ext cx="187560" cy="10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AFAD4F0-2AC8-8D51-919F-506AD744414F}"/>
              </a:ext>
            </a:extLst>
          </p:cNvPr>
          <p:cNvGrpSpPr/>
          <p:nvPr/>
        </p:nvGrpSpPr>
        <p:grpSpPr>
          <a:xfrm>
            <a:off x="7193088" y="1563984"/>
            <a:ext cx="400680" cy="250200"/>
            <a:chOff x="7193088" y="1563984"/>
            <a:chExt cx="400680" cy="25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FFFDCECD-A996-E286-C815-EF388F6E402D}"/>
                    </a:ext>
                  </a:extLst>
                </p14:cNvPr>
                <p14:cNvContentPartPr/>
                <p14:nvPr/>
              </p14:nvContentPartPr>
              <p14:xfrm>
                <a:off x="7193088" y="1621944"/>
                <a:ext cx="9000" cy="1782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FFFDCECD-A996-E286-C815-EF388F6E402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184088" y="1613304"/>
                  <a:ext cx="266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9BBA190B-ABDB-4EF5-E99F-E3D6A2F416B3}"/>
                    </a:ext>
                  </a:extLst>
                </p14:cNvPr>
                <p14:cNvContentPartPr/>
                <p14:nvPr/>
              </p14:nvContentPartPr>
              <p14:xfrm>
                <a:off x="7231248" y="1563984"/>
                <a:ext cx="362520" cy="2502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9BBA190B-ABDB-4EF5-E99F-E3D6A2F416B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222248" y="1554984"/>
                  <a:ext cx="380160" cy="26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5CCE8E8-076E-93D3-995F-8BF1934AF985}"/>
              </a:ext>
            </a:extLst>
          </p:cNvPr>
          <p:cNvGrpSpPr/>
          <p:nvPr/>
        </p:nvGrpSpPr>
        <p:grpSpPr>
          <a:xfrm>
            <a:off x="8029368" y="1545624"/>
            <a:ext cx="581760" cy="419400"/>
            <a:chOff x="8029368" y="1545624"/>
            <a:chExt cx="58176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AA45F331-7E4A-A9BA-35C9-38EC75F5E4C1}"/>
                    </a:ext>
                  </a:extLst>
                </p14:cNvPr>
                <p14:cNvContentPartPr/>
                <p14:nvPr/>
              </p14:nvContentPartPr>
              <p14:xfrm>
                <a:off x="8029368" y="1545624"/>
                <a:ext cx="131760" cy="2912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AA45F331-7E4A-A9BA-35C9-38EC75F5E4C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020728" y="1536984"/>
                  <a:ext cx="14940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74F49D46-D88A-422C-DAAE-DD80ABA70CCB}"/>
                    </a:ext>
                  </a:extLst>
                </p14:cNvPr>
                <p14:cNvContentPartPr/>
                <p14:nvPr/>
              </p14:nvContentPartPr>
              <p14:xfrm>
                <a:off x="8238888" y="1753344"/>
                <a:ext cx="80640" cy="525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74F49D46-D88A-422C-DAAE-DD80ABA70CC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230248" y="1744704"/>
                  <a:ext cx="982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F6A0595-7F99-9A7E-893F-9CF979ABB44C}"/>
                    </a:ext>
                  </a:extLst>
                </p14:cNvPr>
                <p14:cNvContentPartPr/>
                <p14:nvPr/>
              </p14:nvContentPartPr>
              <p14:xfrm>
                <a:off x="8360568" y="1736784"/>
                <a:ext cx="94320" cy="1926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F6A0595-7F99-9A7E-893F-9CF979ABB44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351568" y="1728144"/>
                  <a:ext cx="1119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FBAA94D3-6637-A974-50DB-31D74BB1B5D8}"/>
                    </a:ext>
                  </a:extLst>
                </p14:cNvPr>
                <p14:cNvContentPartPr/>
                <p14:nvPr/>
              </p14:nvContentPartPr>
              <p14:xfrm>
                <a:off x="8530128" y="1760544"/>
                <a:ext cx="81000" cy="2044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FBAA94D3-6637-A974-50DB-31D74BB1B5D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521128" y="1751544"/>
                  <a:ext cx="9864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9EA0A51-F510-0FF0-6918-507FC6041464}"/>
              </a:ext>
            </a:extLst>
          </p:cNvPr>
          <p:cNvGrpSpPr/>
          <p:nvPr/>
        </p:nvGrpSpPr>
        <p:grpSpPr>
          <a:xfrm>
            <a:off x="9080928" y="1620504"/>
            <a:ext cx="387000" cy="464760"/>
            <a:chOff x="9080928" y="1620504"/>
            <a:chExt cx="387000" cy="46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6935EA2E-D9D2-C172-2266-52F271602107}"/>
                    </a:ext>
                  </a:extLst>
                </p14:cNvPr>
                <p14:cNvContentPartPr/>
                <p14:nvPr/>
              </p14:nvContentPartPr>
              <p14:xfrm>
                <a:off x="9080928" y="1620504"/>
                <a:ext cx="225000" cy="2120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6935EA2E-D9D2-C172-2266-52F27160210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072288" y="1611504"/>
                  <a:ext cx="24264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4E9ACA7F-C82B-0093-1776-A28041D4DEE9}"/>
                    </a:ext>
                  </a:extLst>
                </p14:cNvPr>
                <p14:cNvContentPartPr/>
                <p14:nvPr/>
              </p14:nvContentPartPr>
              <p14:xfrm>
                <a:off x="9294048" y="1777104"/>
                <a:ext cx="173880" cy="3081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4E9ACA7F-C82B-0093-1776-A28041D4DEE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285048" y="1768104"/>
                  <a:ext cx="191520" cy="325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E9F6286-2EC1-D59D-C46E-ED0A4236052E}"/>
                  </a:ext>
                </a:extLst>
              </p14:cNvPr>
              <p14:cNvContentPartPr/>
              <p14:nvPr/>
            </p14:nvContentPartPr>
            <p14:xfrm>
              <a:off x="958968" y="1528704"/>
              <a:ext cx="79920" cy="261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E9F6286-2EC1-D59D-C46E-ED0A4236052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949968" y="1519704"/>
                <a:ext cx="9756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AAAB0FF6-8506-8B84-EA62-61210CDB36C7}"/>
                  </a:ext>
                </a:extLst>
              </p14:cNvPr>
              <p14:cNvContentPartPr/>
              <p14:nvPr/>
            </p14:nvContentPartPr>
            <p14:xfrm>
              <a:off x="804528" y="1428624"/>
              <a:ext cx="643680" cy="3502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AAAB0FF6-8506-8B84-EA62-61210CDB36C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95528" y="1419984"/>
                <a:ext cx="661320" cy="36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21" name="Group 120">
            <a:extLst>
              <a:ext uri="{FF2B5EF4-FFF2-40B4-BE49-F238E27FC236}">
                <a16:creationId xmlns:a16="http://schemas.microsoft.com/office/drawing/2014/main" id="{34FA6531-0593-EEEB-849D-6263B617484E}"/>
              </a:ext>
            </a:extLst>
          </p:cNvPr>
          <p:cNvGrpSpPr/>
          <p:nvPr/>
        </p:nvGrpSpPr>
        <p:grpSpPr>
          <a:xfrm>
            <a:off x="1829448" y="1369944"/>
            <a:ext cx="3962880" cy="797400"/>
            <a:chOff x="1829448" y="1369944"/>
            <a:chExt cx="3962880" cy="79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C3209078-7A5A-6C9D-699B-31528F342BBE}"/>
                    </a:ext>
                  </a:extLst>
                </p14:cNvPr>
                <p14:cNvContentPartPr/>
                <p14:nvPr/>
              </p14:nvContentPartPr>
              <p14:xfrm>
                <a:off x="1928088" y="1668744"/>
                <a:ext cx="476640" cy="2235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C3209078-7A5A-6C9D-699B-31528F342BB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919088" y="1660104"/>
                  <a:ext cx="4942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54B50EE8-827C-0382-153B-9CE894D114D4}"/>
                    </a:ext>
                  </a:extLst>
                </p14:cNvPr>
                <p14:cNvContentPartPr/>
                <p14:nvPr/>
              </p14:nvContentPartPr>
              <p14:xfrm>
                <a:off x="2415888" y="1661184"/>
                <a:ext cx="12960" cy="104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54B50EE8-827C-0382-153B-9CE894D114D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406888" y="1652544"/>
                  <a:ext cx="306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1707049-2F01-63F4-C7E4-DC8FE8A6DAD1}"/>
                    </a:ext>
                  </a:extLst>
                </p14:cNvPr>
                <p14:cNvContentPartPr/>
                <p14:nvPr/>
              </p14:nvContentPartPr>
              <p14:xfrm>
                <a:off x="2508408" y="1653624"/>
                <a:ext cx="261000" cy="1623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1707049-2F01-63F4-C7E4-DC8FE8A6DAD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499768" y="1644984"/>
                  <a:ext cx="2786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5DA6608D-3CA3-013A-8DF4-5E5C814C1F89}"/>
                    </a:ext>
                  </a:extLst>
                </p14:cNvPr>
                <p14:cNvContentPartPr/>
                <p14:nvPr/>
              </p14:nvContentPartPr>
              <p14:xfrm>
                <a:off x="3154248" y="1590984"/>
                <a:ext cx="146520" cy="2602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5DA6608D-3CA3-013A-8DF4-5E5C814C1F8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145248" y="1582344"/>
                  <a:ext cx="16416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6DD77C26-7CD1-C0EF-5A17-72312D128D3B}"/>
                    </a:ext>
                  </a:extLst>
                </p14:cNvPr>
                <p14:cNvContentPartPr/>
                <p14:nvPr/>
              </p14:nvContentPartPr>
              <p14:xfrm>
                <a:off x="3383568" y="1728504"/>
                <a:ext cx="181440" cy="986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6DD77C26-7CD1-C0EF-5A17-72312D128D3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374928" y="1719504"/>
                  <a:ext cx="19908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453C59C0-D3A5-8C8E-9F5B-802DAACCD9F4}"/>
                    </a:ext>
                  </a:extLst>
                </p14:cNvPr>
                <p14:cNvContentPartPr/>
                <p14:nvPr/>
              </p14:nvContentPartPr>
              <p14:xfrm>
                <a:off x="3624408" y="1736784"/>
                <a:ext cx="112680" cy="7164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453C59C0-D3A5-8C8E-9F5B-802DAACCD9F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615408" y="1727784"/>
                  <a:ext cx="13032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6BE1F518-B692-70BD-7D90-6BB6F57F5BCB}"/>
                    </a:ext>
                  </a:extLst>
                </p14:cNvPr>
                <p14:cNvContentPartPr/>
                <p14:nvPr/>
              </p14:nvContentPartPr>
              <p14:xfrm>
                <a:off x="3827808" y="1752984"/>
                <a:ext cx="55440" cy="360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6BE1F518-B692-70BD-7D90-6BB6F57F5BC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819168" y="1743984"/>
                  <a:ext cx="730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C36167DD-61FA-6A92-BDCE-A5FF939A7C07}"/>
                    </a:ext>
                  </a:extLst>
                </p14:cNvPr>
                <p14:cNvContentPartPr/>
                <p14:nvPr/>
              </p14:nvContentPartPr>
              <p14:xfrm>
                <a:off x="4223808" y="1552464"/>
                <a:ext cx="215280" cy="4208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C36167DD-61FA-6A92-BDCE-A5FF939A7C0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214808" y="1543824"/>
                  <a:ext cx="23292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D9A195E8-742A-7B23-7096-1BBE54285F3D}"/>
                    </a:ext>
                  </a:extLst>
                </p14:cNvPr>
                <p14:cNvContentPartPr/>
                <p14:nvPr/>
              </p14:nvContentPartPr>
              <p14:xfrm>
                <a:off x="4242888" y="1739304"/>
                <a:ext cx="237600" cy="676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D9A195E8-742A-7B23-7096-1BBE54285F3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234248" y="1730664"/>
                  <a:ext cx="25524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BD87A0D5-959B-5661-A174-E411E8EE514F}"/>
                    </a:ext>
                  </a:extLst>
                </p14:cNvPr>
                <p14:cNvContentPartPr/>
                <p14:nvPr/>
              </p14:nvContentPartPr>
              <p14:xfrm>
                <a:off x="4571568" y="1725624"/>
                <a:ext cx="71280" cy="11664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BD87A0D5-959B-5661-A174-E411E8EE514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562568" y="1716624"/>
                  <a:ext cx="8892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94E9E04-4DB1-8502-75AD-F7184293DC37}"/>
                    </a:ext>
                  </a:extLst>
                </p14:cNvPr>
                <p14:cNvContentPartPr/>
                <p14:nvPr/>
              </p14:nvContentPartPr>
              <p14:xfrm>
                <a:off x="4498488" y="1760544"/>
                <a:ext cx="182160" cy="874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94E9E04-4DB1-8502-75AD-F7184293DC3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489848" y="1751904"/>
                  <a:ext cx="19980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D6670FA6-372C-DDC3-7998-4680C11F9D04}"/>
                    </a:ext>
                  </a:extLst>
                </p14:cNvPr>
                <p14:cNvContentPartPr/>
                <p14:nvPr/>
              </p14:nvContentPartPr>
              <p14:xfrm>
                <a:off x="5237928" y="1713744"/>
                <a:ext cx="93240" cy="1040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D6670FA6-372C-DDC3-7998-4680C11F9D0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228928" y="1704744"/>
                  <a:ext cx="1108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48706ED-B28A-2AE5-F86C-ABE642E86393}"/>
                    </a:ext>
                  </a:extLst>
                </p14:cNvPr>
                <p14:cNvContentPartPr/>
                <p14:nvPr/>
              </p14:nvContentPartPr>
              <p14:xfrm>
                <a:off x="5380488" y="1672344"/>
                <a:ext cx="270000" cy="2901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48706ED-B28A-2AE5-F86C-ABE642E8639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371848" y="1663704"/>
                  <a:ext cx="28764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796FA077-F35B-BE8E-DD26-3ECD0E2C971A}"/>
                    </a:ext>
                  </a:extLst>
                </p14:cNvPr>
                <p14:cNvContentPartPr/>
                <p14:nvPr/>
              </p14:nvContentPartPr>
              <p14:xfrm>
                <a:off x="5707368" y="1737504"/>
                <a:ext cx="84960" cy="792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796FA077-F35B-BE8E-DD26-3ECD0E2C971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698368" y="1728504"/>
                  <a:ext cx="1026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E7FE56DB-590A-BFC7-E61F-4C9EB0717974}"/>
                    </a:ext>
                  </a:extLst>
                </p14:cNvPr>
                <p14:cNvContentPartPr/>
                <p14:nvPr/>
              </p14:nvContentPartPr>
              <p14:xfrm>
                <a:off x="1829448" y="1409904"/>
                <a:ext cx="102600" cy="6285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E7FE56DB-590A-BFC7-E61F-4C9EB071797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820448" y="1401264"/>
                  <a:ext cx="120240" cy="64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885B7EB6-86B3-B6FF-5FAF-7F4B61328328}"/>
                    </a:ext>
                  </a:extLst>
                </p14:cNvPr>
                <p14:cNvContentPartPr/>
                <p14:nvPr/>
              </p14:nvContentPartPr>
              <p14:xfrm>
                <a:off x="1889208" y="2047104"/>
                <a:ext cx="2876040" cy="1202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885B7EB6-86B3-B6FF-5FAF-7F4B6132832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880568" y="2038104"/>
                  <a:ext cx="289368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8B343262-36B6-A70A-D2A1-DB7A4A481796}"/>
                    </a:ext>
                  </a:extLst>
                </p14:cNvPr>
                <p14:cNvContentPartPr/>
                <p14:nvPr/>
              </p14:nvContentPartPr>
              <p14:xfrm>
                <a:off x="4902768" y="2112984"/>
                <a:ext cx="4320" cy="129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8B343262-36B6-A70A-D2A1-DB7A4A48179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893768" y="2104344"/>
                  <a:ext cx="219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835E3AA-E594-6AB7-EA6E-4CF34E1A6FA1}"/>
                    </a:ext>
                  </a:extLst>
                </p14:cNvPr>
                <p14:cNvContentPartPr/>
                <p14:nvPr/>
              </p14:nvContentPartPr>
              <p14:xfrm>
                <a:off x="1936728" y="1369944"/>
                <a:ext cx="2876040" cy="7678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835E3AA-E594-6AB7-EA6E-4CF34E1A6FA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928088" y="1361304"/>
                  <a:ext cx="2893680" cy="78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23122AC9-F162-A558-2D9C-52021472C065}"/>
                    </a:ext>
                  </a:extLst>
                </p14:cNvPr>
                <p14:cNvContentPartPr/>
                <p14:nvPr/>
              </p14:nvContentPartPr>
              <p14:xfrm>
                <a:off x="5013648" y="1724184"/>
                <a:ext cx="178920" cy="2991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23122AC9-F162-A558-2D9C-52021472C06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005008" y="1715544"/>
                  <a:ext cx="19656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D9612F9A-DFB7-EAB3-9B18-CE96A10A98F5}"/>
                    </a:ext>
                  </a:extLst>
                </p14:cNvPr>
                <p14:cNvContentPartPr/>
                <p14:nvPr/>
              </p14:nvContentPartPr>
              <p14:xfrm>
                <a:off x="5196888" y="1554264"/>
                <a:ext cx="21240" cy="5220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D9612F9A-DFB7-EAB3-9B18-CE96A10A98F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187888" y="1545264"/>
                  <a:ext cx="38880" cy="69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1649C436-05DC-2DE9-2563-C8B683360B65}"/>
                  </a:ext>
                </a:extLst>
              </p14:cNvPr>
              <p14:cNvContentPartPr/>
              <p14:nvPr/>
            </p14:nvContentPartPr>
            <p14:xfrm>
              <a:off x="9669168" y="1900584"/>
              <a:ext cx="531720" cy="62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1649C436-05DC-2DE9-2563-C8B683360B65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9660168" y="1891584"/>
                <a:ext cx="549360" cy="7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7C642E9D-CA4E-3CCC-A05B-1A14372B5C4E}"/>
                  </a:ext>
                </a:extLst>
              </p14:cNvPr>
              <p14:cNvContentPartPr/>
              <p14:nvPr/>
            </p14:nvContentPartPr>
            <p14:xfrm>
              <a:off x="12136968" y="1903464"/>
              <a:ext cx="360" cy="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7C642E9D-CA4E-3CCC-A05B-1A14372B5C4E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2127968" y="1894464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3" name="Group 162">
            <a:extLst>
              <a:ext uri="{FF2B5EF4-FFF2-40B4-BE49-F238E27FC236}">
                <a16:creationId xmlns:a16="http://schemas.microsoft.com/office/drawing/2014/main" id="{DE96B70B-71D4-A8F0-6B0C-11CE72CDECA0}"/>
              </a:ext>
            </a:extLst>
          </p:cNvPr>
          <p:cNvGrpSpPr/>
          <p:nvPr/>
        </p:nvGrpSpPr>
        <p:grpSpPr>
          <a:xfrm>
            <a:off x="10605528" y="1678824"/>
            <a:ext cx="1573560" cy="911160"/>
            <a:chOff x="10605528" y="1678824"/>
            <a:chExt cx="1573560" cy="91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98C98F5C-2F2B-7A87-1E21-923B4F80B593}"/>
                    </a:ext>
                  </a:extLst>
                </p14:cNvPr>
                <p14:cNvContentPartPr/>
                <p14:nvPr/>
              </p14:nvContentPartPr>
              <p14:xfrm>
                <a:off x="10780848" y="1760544"/>
                <a:ext cx="354240" cy="1785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98C98F5C-2F2B-7A87-1E21-923B4F80B59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772208" y="1751904"/>
                  <a:ext cx="3718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6AE4A345-600C-E23E-C999-62269FC202B4}"/>
                    </a:ext>
                  </a:extLst>
                </p14:cNvPr>
                <p14:cNvContentPartPr/>
                <p14:nvPr/>
              </p14:nvContentPartPr>
              <p14:xfrm>
                <a:off x="11236968" y="1732824"/>
                <a:ext cx="192240" cy="1314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6AE4A345-600C-E23E-C999-62269FC202B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228328" y="1724184"/>
                  <a:ext cx="20988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0F8FA99A-EEE1-44A3-8E1E-C63F2AA14346}"/>
                    </a:ext>
                  </a:extLst>
                </p14:cNvPr>
                <p14:cNvContentPartPr/>
                <p14:nvPr/>
              </p14:nvContentPartPr>
              <p14:xfrm>
                <a:off x="11512368" y="1880424"/>
                <a:ext cx="42840" cy="954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0F8FA99A-EEE1-44A3-8E1E-C63F2AA1434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503728" y="1871784"/>
                  <a:ext cx="6048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7862435F-AC79-CBBD-A5DC-B4103E525752}"/>
                    </a:ext>
                  </a:extLst>
                </p14:cNvPr>
                <p14:cNvContentPartPr/>
                <p14:nvPr/>
              </p14:nvContentPartPr>
              <p14:xfrm>
                <a:off x="11735928" y="1752264"/>
                <a:ext cx="27720" cy="1771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7862435F-AC79-CBBD-A5DC-B4103E52575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727288" y="1743264"/>
                  <a:ext cx="453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01622D62-873F-DA37-2ADA-3147D0421A0E}"/>
                    </a:ext>
                  </a:extLst>
                </p14:cNvPr>
                <p14:cNvContentPartPr/>
                <p14:nvPr/>
              </p14:nvContentPartPr>
              <p14:xfrm>
                <a:off x="11774088" y="1686744"/>
                <a:ext cx="206640" cy="2095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01622D62-873F-DA37-2ADA-3147D0421A0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765088" y="1678104"/>
                  <a:ext cx="2242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0D609FE5-CCF4-A208-8E2E-DC4D983CD5A6}"/>
                    </a:ext>
                  </a:extLst>
                </p14:cNvPr>
                <p14:cNvContentPartPr/>
                <p14:nvPr/>
              </p14:nvContentPartPr>
              <p14:xfrm>
                <a:off x="11203488" y="1699704"/>
                <a:ext cx="25560" cy="1260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0D609FE5-CCF4-A208-8E2E-DC4D983CD5A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1194488" y="1691064"/>
                  <a:ext cx="43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63820B61-690C-9B5C-DCAA-DD57D8C5B12F}"/>
                    </a:ext>
                  </a:extLst>
                </p14:cNvPr>
                <p14:cNvContentPartPr/>
                <p14:nvPr/>
              </p14:nvContentPartPr>
              <p14:xfrm>
                <a:off x="10855368" y="2021904"/>
                <a:ext cx="104040" cy="1375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63820B61-690C-9B5C-DCAA-DD57D8C5B12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846368" y="2013264"/>
                  <a:ext cx="1216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DCA66473-C097-5478-FB08-A96567C4761A}"/>
                    </a:ext>
                  </a:extLst>
                </p14:cNvPr>
                <p14:cNvContentPartPr/>
                <p14:nvPr/>
              </p14:nvContentPartPr>
              <p14:xfrm>
                <a:off x="11024928" y="2031264"/>
                <a:ext cx="168480" cy="698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DCA66473-C097-5478-FB08-A96567C4761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1016288" y="2022624"/>
                  <a:ext cx="1861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57175A94-FAFB-E221-3616-165B4A35AFFC}"/>
                    </a:ext>
                  </a:extLst>
                </p14:cNvPr>
                <p14:cNvContentPartPr/>
                <p14:nvPr/>
              </p14:nvContentPartPr>
              <p14:xfrm>
                <a:off x="11239848" y="1997784"/>
                <a:ext cx="7920" cy="190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57175A94-FAFB-E221-3616-165B4A35AFF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231208" y="1989144"/>
                  <a:ext cx="255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ACCEFF66-3E65-6F8A-DE23-57552CDF703B}"/>
                    </a:ext>
                  </a:extLst>
                </p14:cNvPr>
                <p14:cNvContentPartPr/>
                <p14:nvPr/>
              </p14:nvContentPartPr>
              <p14:xfrm>
                <a:off x="11230128" y="2054664"/>
                <a:ext cx="65520" cy="442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ACCEFF66-3E65-6F8A-DE23-57552CDF703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1221128" y="2045664"/>
                  <a:ext cx="8316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94D9C8AF-623C-318B-4912-87F8B1917C09}"/>
                    </a:ext>
                  </a:extLst>
                </p14:cNvPr>
                <p14:cNvContentPartPr/>
                <p14:nvPr/>
              </p14:nvContentPartPr>
              <p14:xfrm>
                <a:off x="11341728" y="2041344"/>
                <a:ext cx="115200" cy="727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94D9C8AF-623C-318B-4912-87F8B1917C0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1333088" y="2032344"/>
                  <a:ext cx="13284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7D359450-7EE2-0274-8909-781011E7AA16}"/>
                    </a:ext>
                  </a:extLst>
                </p14:cNvPr>
                <p14:cNvContentPartPr/>
                <p14:nvPr/>
              </p14:nvContentPartPr>
              <p14:xfrm>
                <a:off x="11556648" y="2114424"/>
                <a:ext cx="46800" cy="716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7D359450-7EE2-0274-8909-781011E7AA1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547648" y="2105424"/>
                  <a:ext cx="6444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9154883D-003F-DFBC-3471-261393CFECDF}"/>
                    </a:ext>
                  </a:extLst>
                </p14:cNvPr>
                <p14:cNvContentPartPr/>
                <p14:nvPr/>
              </p14:nvContentPartPr>
              <p14:xfrm>
                <a:off x="11687328" y="2048184"/>
                <a:ext cx="73440" cy="982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9154883D-003F-DFBC-3471-261393CFECD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678688" y="2039544"/>
                  <a:ext cx="9108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3C650CA2-4BFA-FFC5-61E9-BB12566A7679}"/>
                    </a:ext>
                  </a:extLst>
                </p14:cNvPr>
                <p14:cNvContentPartPr/>
                <p14:nvPr/>
              </p14:nvContentPartPr>
              <p14:xfrm>
                <a:off x="11823408" y="2077704"/>
                <a:ext cx="111240" cy="5508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3C650CA2-4BFA-FFC5-61E9-BB12566A767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1814408" y="2068704"/>
                  <a:ext cx="12888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E8992268-7B22-8817-E3F9-C8D51D2A5110}"/>
                    </a:ext>
                  </a:extLst>
                </p14:cNvPr>
                <p14:cNvContentPartPr/>
                <p14:nvPr/>
              </p14:nvContentPartPr>
              <p14:xfrm>
                <a:off x="11987208" y="2076264"/>
                <a:ext cx="112320" cy="363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E8992268-7B22-8817-E3F9-C8D51D2A511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1978568" y="2067624"/>
                  <a:ext cx="1299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2AE2FF3D-3C4A-24E4-8163-73CB679B65BE}"/>
                    </a:ext>
                  </a:extLst>
                </p14:cNvPr>
                <p14:cNvContentPartPr/>
                <p14:nvPr/>
              </p14:nvContentPartPr>
              <p14:xfrm>
                <a:off x="10978128" y="2232504"/>
                <a:ext cx="259560" cy="1260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2AE2FF3D-3C4A-24E4-8163-73CB679B65BE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969128" y="2223864"/>
                  <a:ext cx="27720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AA6EE9BC-07ED-D0FF-E128-791A14270B81}"/>
                    </a:ext>
                  </a:extLst>
                </p14:cNvPr>
                <p14:cNvContentPartPr/>
                <p14:nvPr/>
              </p14:nvContentPartPr>
              <p14:xfrm>
                <a:off x="11307168" y="2237184"/>
                <a:ext cx="189360" cy="748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AA6EE9BC-07ED-D0FF-E128-791A14270B8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298528" y="2228544"/>
                  <a:ext cx="20700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9E51162-2C78-2638-276A-FF40CA22FBFF}"/>
                    </a:ext>
                  </a:extLst>
                </p14:cNvPr>
                <p14:cNvContentPartPr/>
                <p14:nvPr/>
              </p14:nvContentPartPr>
              <p14:xfrm>
                <a:off x="11638008" y="2312424"/>
                <a:ext cx="17280" cy="709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9E51162-2C78-2638-276A-FF40CA22FBF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629008" y="2303784"/>
                  <a:ext cx="3492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BC4C495F-DE53-2935-5D05-31AB3468B4B6}"/>
                    </a:ext>
                  </a:extLst>
                </p14:cNvPr>
                <p14:cNvContentPartPr/>
                <p14:nvPr/>
              </p14:nvContentPartPr>
              <p14:xfrm>
                <a:off x="11830968" y="2217744"/>
                <a:ext cx="110160" cy="176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BC4C495F-DE53-2935-5D05-31AB3468B4B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821968" y="2209104"/>
                  <a:ext cx="1278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BC4A2563-64C3-F3CC-BF13-DB6054A8645C}"/>
                    </a:ext>
                  </a:extLst>
                </p14:cNvPr>
                <p14:cNvContentPartPr/>
                <p14:nvPr/>
              </p14:nvContentPartPr>
              <p14:xfrm>
                <a:off x="11862288" y="2298744"/>
                <a:ext cx="200880" cy="964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BC4A2563-64C3-F3CC-BF13-DB6054A8645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853648" y="2289744"/>
                  <a:ext cx="2185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06841EED-CFBB-C220-A728-8F87013DC0D4}"/>
                    </a:ext>
                  </a:extLst>
                </p14:cNvPr>
                <p14:cNvContentPartPr/>
                <p14:nvPr/>
              </p14:nvContentPartPr>
              <p14:xfrm>
                <a:off x="10605528" y="1678824"/>
                <a:ext cx="144000" cy="3020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06841EED-CFBB-C220-A728-8F87013DC0D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596528" y="1669824"/>
                  <a:ext cx="16164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1E11E8A7-58CA-75E7-B5D8-EC05F7003402}"/>
                    </a:ext>
                  </a:extLst>
                </p14:cNvPr>
                <p14:cNvContentPartPr/>
                <p14:nvPr/>
              </p14:nvContentPartPr>
              <p14:xfrm>
                <a:off x="11946888" y="1684944"/>
                <a:ext cx="132120" cy="2462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1E11E8A7-58CA-75E7-B5D8-EC05F700340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1938248" y="1676304"/>
                  <a:ext cx="14976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B038DCC8-9046-DCB7-F6F6-AA3EE7966C68}"/>
                    </a:ext>
                  </a:extLst>
                </p14:cNvPr>
                <p14:cNvContentPartPr/>
                <p14:nvPr/>
              </p14:nvContentPartPr>
              <p14:xfrm>
                <a:off x="10729728" y="2043504"/>
                <a:ext cx="142920" cy="1616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B038DCC8-9046-DCB7-F6F6-AA3EE7966C6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721088" y="2034504"/>
                  <a:ext cx="1605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103459D9-2FA3-FE64-EA34-42DAB2514295}"/>
                    </a:ext>
                  </a:extLst>
                </p14:cNvPr>
                <p14:cNvContentPartPr/>
                <p14:nvPr/>
              </p14:nvContentPartPr>
              <p14:xfrm>
                <a:off x="12079008" y="2003904"/>
                <a:ext cx="100080" cy="1803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103459D9-2FA3-FE64-EA34-42DAB251429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2070008" y="1994904"/>
                  <a:ext cx="1177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63046CCB-4BCB-9275-6FD3-350443A37F54}"/>
                    </a:ext>
                  </a:extLst>
                </p14:cNvPr>
                <p14:cNvContentPartPr/>
                <p14:nvPr/>
              </p14:nvContentPartPr>
              <p14:xfrm>
                <a:off x="10827648" y="2187504"/>
                <a:ext cx="227880" cy="4024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63046CCB-4BCB-9275-6FD3-350443A37F5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818648" y="2178864"/>
                  <a:ext cx="24552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AC3343B9-F505-827F-AF50-0E5E9E9593A6}"/>
                    </a:ext>
                  </a:extLst>
                </p14:cNvPr>
                <p14:cNvContentPartPr/>
                <p14:nvPr/>
              </p14:nvContentPartPr>
              <p14:xfrm>
                <a:off x="11959848" y="2239704"/>
                <a:ext cx="196560" cy="2736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AC3343B9-F505-827F-AF50-0E5E9E9593A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1951208" y="2231064"/>
                  <a:ext cx="214200" cy="29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632E41B5-CC1E-71E6-2CCE-5A1388089656}"/>
              </a:ext>
            </a:extLst>
          </p:cNvPr>
          <p:cNvGrpSpPr/>
          <p:nvPr/>
        </p:nvGrpSpPr>
        <p:grpSpPr>
          <a:xfrm>
            <a:off x="1801728" y="2562264"/>
            <a:ext cx="1795320" cy="413640"/>
            <a:chOff x="1801728" y="2562264"/>
            <a:chExt cx="1795320" cy="41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E811E29D-5996-DE06-3DC4-02706574D076}"/>
                    </a:ext>
                  </a:extLst>
                </p14:cNvPr>
                <p14:cNvContentPartPr/>
                <p14:nvPr/>
              </p14:nvContentPartPr>
              <p14:xfrm>
                <a:off x="1801728" y="2795904"/>
                <a:ext cx="600840" cy="1800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E811E29D-5996-DE06-3DC4-02706574D07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792728" y="2786904"/>
                  <a:ext cx="61848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E7CCBC52-77B9-C6C8-6041-237488E9254A}"/>
                    </a:ext>
                  </a:extLst>
                </p14:cNvPr>
                <p14:cNvContentPartPr/>
                <p14:nvPr/>
              </p14:nvContentPartPr>
              <p14:xfrm>
                <a:off x="2451888" y="2690784"/>
                <a:ext cx="309240" cy="1771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E7CCBC52-77B9-C6C8-6041-237488E9254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443248" y="2682144"/>
                  <a:ext cx="3268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F8C1AB5E-323D-1200-8FFD-D5161F4B4AB8}"/>
                    </a:ext>
                  </a:extLst>
                </p14:cNvPr>
                <p14:cNvContentPartPr/>
                <p14:nvPr/>
              </p14:nvContentPartPr>
              <p14:xfrm>
                <a:off x="3028248" y="2732184"/>
                <a:ext cx="163440" cy="702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F8C1AB5E-323D-1200-8FFD-D5161F4B4AB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019608" y="2723184"/>
                  <a:ext cx="18108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A386D0DC-D251-6E5D-4D28-51E2573DFF7D}"/>
                    </a:ext>
                  </a:extLst>
                </p14:cNvPr>
                <p14:cNvContentPartPr/>
                <p14:nvPr/>
              </p14:nvContentPartPr>
              <p14:xfrm>
                <a:off x="3266208" y="2725704"/>
                <a:ext cx="24120" cy="39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A386D0DC-D251-6E5D-4D28-51E2573DFF7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257568" y="2717064"/>
                  <a:ext cx="4176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7633ED11-C24E-F9C7-FCAD-25AD13B0ACAF}"/>
                    </a:ext>
                  </a:extLst>
                </p14:cNvPr>
                <p14:cNvContentPartPr/>
                <p14:nvPr/>
              </p14:nvContentPartPr>
              <p14:xfrm>
                <a:off x="3367008" y="2710224"/>
                <a:ext cx="88920" cy="493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7633ED11-C24E-F9C7-FCAD-25AD13B0ACA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358368" y="2701224"/>
                  <a:ext cx="10656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5C46F9BA-160A-ECBB-31BA-2C7B742D7E29}"/>
                    </a:ext>
                  </a:extLst>
                </p14:cNvPr>
                <p14:cNvContentPartPr/>
                <p14:nvPr/>
              </p14:nvContentPartPr>
              <p14:xfrm>
                <a:off x="3510648" y="2562264"/>
                <a:ext cx="86400" cy="1857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5C46F9BA-160A-ECBB-31BA-2C7B742D7E29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502008" y="2553264"/>
                  <a:ext cx="104040" cy="20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06C4CEB-624A-4091-396F-AADF11FB1963}"/>
              </a:ext>
            </a:extLst>
          </p:cNvPr>
          <p:cNvGrpSpPr/>
          <p:nvPr/>
        </p:nvGrpSpPr>
        <p:grpSpPr>
          <a:xfrm>
            <a:off x="4084488" y="2547504"/>
            <a:ext cx="1335240" cy="452880"/>
            <a:chOff x="4084488" y="2547504"/>
            <a:chExt cx="1335240" cy="45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F4E89518-FE91-EAB9-DA20-25D7DA88DB72}"/>
                    </a:ext>
                  </a:extLst>
                </p14:cNvPr>
                <p14:cNvContentPartPr/>
                <p14:nvPr/>
              </p14:nvContentPartPr>
              <p14:xfrm>
                <a:off x="4084488" y="2669544"/>
                <a:ext cx="153720" cy="182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F4E89518-FE91-EAB9-DA20-25D7DA88DB7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075848" y="2660544"/>
                  <a:ext cx="1713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CDCB6216-4B84-FA3F-B73E-953BAEDFC242}"/>
                    </a:ext>
                  </a:extLst>
                </p14:cNvPr>
                <p14:cNvContentPartPr/>
                <p14:nvPr/>
              </p14:nvContentPartPr>
              <p14:xfrm>
                <a:off x="4312728" y="2653344"/>
                <a:ext cx="226080" cy="1360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CDCB6216-4B84-FA3F-B73E-953BAEDFC24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304088" y="2644344"/>
                  <a:ext cx="2437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FC6A73FE-0D2B-1A14-25A7-7E27E31102BD}"/>
                    </a:ext>
                  </a:extLst>
                </p14:cNvPr>
                <p14:cNvContentPartPr/>
                <p14:nvPr/>
              </p14:nvContentPartPr>
              <p14:xfrm>
                <a:off x="4621968" y="2727864"/>
                <a:ext cx="103320" cy="486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FC6A73FE-0D2B-1A14-25A7-7E27E31102BD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612968" y="2718864"/>
                  <a:ext cx="12096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4863DFCE-3819-A3CF-41CD-34E1987A8674}"/>
                    </a:ext>
                  </a:extLst>
                </p14:cNvPr>
                <p14:cNvContentPartPr/>
                <p14:nvPr/>
              </p14:nvContentPartPr>
              <p14:xfrm>
                <a:off x="4817088" y="2593224"/>
                <a:ext cx="142200" cy="18576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4863DFCE-3819-A3CF-41CD-34E1987A867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808448" y="2584224"/>
                  <a:ext cx="1598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E632BC6-0501-2469-EF2B-665BCE73710A}"/>
                    </a:ext>
                  </a:extLst>
                </p14:cNvPr>
                <p14:cNvContentPartPr/>
                <p14:nvPr/>
              </p14:nvContentPartPr>
              <p14:xfrm>
                <a:off x="5074848" y="2547504"/>
                <a:ext cx="187560" cy="1886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E632BC6-0501-2469-EF2B-665BCE73710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066208" y="2538504"/>
                  <a:ext cx="2052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7B90C811-5D26-5BE1-8322-BCACF3FDF235}"/>
                    </a:ext>
                  </a:extLst>
                </p14:cNvPr>
                <p14:cNvContentPartPr/>
                <p14:nvPr/>
              </p14:nvContentPartPr>
              <p14:xfrm>
                <a:off x="5310288" y="2635344"/>
                <a:ext cx="10080" cy="46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7B90C811-5D26-5BE1-8322-BCACF3FDF23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301648" y="2626344"/>
                  <a:ext cx="277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07169FCE-B1BB-9B8A-6FB9-A4BEA05A5427}"/>
                    </a:ext>
                  </a:extLst>
                </p14:cNvPr>
                <p14:cNvContentPartPr/>
                <p14:nvPr/>
              </p14:nvContentPartPr>
              <p14:xfrm>
                <a:off x="5288688" y="2677104"/>
                <a:ext cx="131040" cy="3232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07169FCE-B1BB-9B8A-6FB9-A4BEA05A542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280048" y="2668464"/>
                  <a:ext cx="148680" cy="34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BA7D6611-7166-8A45-8F62-CAC647786F4B}"/>
              </a:ext>
            </a:extLst>
          </p:cNvPr>
          <p:cNvGrpSpPr/>
          <p:nvPr/>
        </p:nvGrpSpPr>
        <p:grpSpPr>
          <a:xfrm>
            <a:off x="5801688" y="2580984"/>
            <a:ext cx="1666440" cy="394920"/>
            <a:chOff x="5801688" y="2580984"/>
            <a:chExt cx="1666440" cy="39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F0D0DC6C-CCED-8041-FFE5-2FD038810E48}"/>
                    </a:ext>
                  </a:extLst>
                </p14:cNvPr>
                <p14:cNvContentPartPr/>
                <p14:nvPr/>
              </p14:nvContentPartPr>
              <p14:xfrm>
                <a:off x="5801688" y="2670624"/>
                <a:ext cx="848520" cy="3052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F0D0DC6C-CCED-8041-FFE5-2FD038810E4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792688" y="2661984"/>
                  <a:ext cx="86616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9C3E3DC9-3525-0A85-0DDE-6F1CB4483F7D}"/>
                    </a:ext>
                  </a:extLst>
                </p14:cNvPr>
                <p14:cNvContentPartPr/>
                <p14:nvPr/>
              </p14:nvContentPartPr>
              <p14:xfrm>
                <a:off x="6761808" y="2580984"/>
                <a:ext cx="579600" cy="2685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9C3E3DC9-3525-0A85-0DDE-6F1CB4483F7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753168" y="2572344"/>
                  <a:ext cx="59724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AF442646-95EC-B67C-A9CF-C53ABFD1834E}"/>
                    </a:ext>
                  </a:extLst>
                </p14:cNvPr>
                <p14:cNvContentPartPr/>
                <p14:nvPr/>
              </p14:nvContentPartPr>
              <p14:xfrm>
                <a:off x="7381728" y="2685384"/>
                <a:ext cx="86400" cy="363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AF442646-95EC-B67C-A9CF-C53ABFD1834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373088" y="2676384"/>
                  <a:ext cx="104040" cy="54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AF2094BF-FC69-C835-CCBD-F9B597E23AC6}"/>
                  </a:ext>
                </a:extLst>
              </p14:cNvPr>
              <p14:cNvContentPartPr/>
              <p14:nvPr/>
            </p14:nvContentPartPr>
            <p14:xfrm>
              <a:off x="7811208" y="2687904"/>
              <a:ext cx="138240" cy="10800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AF2094BF-FC69-C835-CCBD-F9B597E23AC6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7802208" y="2678904"/>
                <a:ext cx="155880" cy="125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2" name="Group 191">
            <a:extLst>
              <a:ext uri="{FF2B5EF4-FFF2-40B4-BE49-F238E27FC236}">
                <a16:creationId xmlns:a16="http://schemas.microsoft.com/office/drawing/2014/main" id="{66966772-8BD7-D9D0-221C-3101E245670F}"/>
              </a:ext>
            </a:extLst>
          </p:cNvPr>
          <p:cNvGrpSpPr/>
          <p:nvPr/>
        </p:nvGrpSpPr>
        <p:grpSpPr>
          <a:xfrm>
            <a:off x="8409168" y="2626344"/>
            <a:ext cx="620640" cy="197280"/>
            <a:chOff x="8409168" y="2626344"/>
            <a:chExt cx="620640" cy="19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A8D05EC5-32EE-811B-DEC1-18433061AFF9}"/>
                    </a:ext>
                  </a:extLst>
                </p14:cNvPr>
                <p14:cNvContentPartPr/>
                <p14:nvPr/>
              </p14:nvContentPartPr>
              <p14:xfrm>
                <a:off x="8409168" y="2726064"/>
                <a:ext cx="351360" cy="975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A8D05EC5-32EE-811B-DEC1-18433061AFF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400168" y="2717424"/>
                  <a:ext cx="3690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95C4339-40E9-8C49-728B-FE8776F5FC75}"/>
                    </a:ext>
                  </a:extLst>
                </p14:cNvPr>
                <p14:cNvContentPartPr/>
                <p14:nvPr/>
              </p14:nvContentPartPr>
              <p14:xfrm>
                <a:off x="8818848" y="2626344"/>
                <a:ext cx="210960" cy="1724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95C4339-40E9-8C49-728B-FE8776F5FC7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809848" y="2617344"/>
                  <a:ext cx="228600" cy="19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EC90C499-7D2D-BA4E-1D70-F42CAF36CB4C}"/>
              </a:ext>
            </a:extLst>
          </p:cNvPr>
          <p:cNvGrpSpPr/>
          <p:nvPr/>
        </p:nvGrpSpPr>
        <p:grpSpPr>
          <a:xfrm>
            <a:off x="9371448" y="2560824"/>
            <a:ext cx="539640" cy="230400"/>
            <a:chOff x="9371448" y="2560824"/>
            <a:chExt cx="539640" cy="23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45976E3-6C0D-C220-F2C4-A602F30CDCDE}"/>
                    </a:ext>
                  </a:extLst>
                </p14:cNvPr>
                <p14:cNvContentPartPr/>
                <p14:nvPr/>
              </p14:nvContentPartPr>
              <p14:xfrm>
                <a:off x="9371448" y="2688984"/>
                <a:ext cx="189720" cy="1022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45976E3-6C0D-C220-F2C4-A602F30CDCD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362808" y="2680344"/>
                  <a:ext cx="20736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56960AC-11BA-4466-C9BD-B87E3DC58578}"/>
                    </a:ext>
                  </a:extLst>
                </p14:cNvPr>
                <p14:cNvContentPartPr/>
                <p14:nvPr/>
              </p14:nvContentPartPr>
              <p14:xfrm>
                <a:off x="9686808" y="2560824"/>
                <a:ext cx="224280" cy="2196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56960AC-11BA-4466-C9BD-B87E3DC5857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677808" y="2552184"/>
                  <a:ext cx="241920" cy="23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A0B9148B-8A10-211B-EFEA-9F8FC52E75BB}"/>
              </a:ext>
            </a:extLst>
          </p:cNvPr>
          <p:cNvGrpSpPr/>
          <p:nvPr/>
        </p:nvGrpSpPr>
        <p:grpSpPr>
          <a:xfrm>
            <a:off x="10213128" y="2642544"/>
            <a:ext cx="1013760" cy="199080"/>
            <a:chOff x="10213128" y="2642544"/>
            <a:chExt cx="1013760" cy="19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2A66E6C8-7608-BA21-F72B-85D2EEA898DC}"/>
                    </a:ext>
                  </a:extLst>
                </p14:cNvPr>
                <p14:cNvContentPartPr/>
                <p14:nvPr/>
              </p14:nvContentPartPr>
              <p14:xfrm>
                <a:off x="10213128" y="2675664"/>
                <a:ext cx="467640" cy="1195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2A66E6C8-7608-BA21-F72B-85D2EEA898DC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204488" y="2667024"/>
                  <a:ext cx="4852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AAB46973-22A8-C0C5-4BF2-5E55A5A92F10}"/>
                    </a:ext>
                  </a:extLst>
                </p14:cNvPr>
                <p14:cNvContentPartPr/>
                <p14:nvPr/>
              </p14:nvContentPartPr>
              <p14:xfrm>
                <a:off x="10767888" y="2642544"/>
                <a:ext cx="459000" cy="1990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AAB46973-22A8-C0C5-4BF2-5E55A5A92F1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758888" y="2633544"/>
                  <a:ext cx="476640" cy="21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12D40EA2-342C-5DBA-D346-C2868A79979E}"/>
              </a:ext>
            </a:extLst>
          </p:cNvPr>
          <p:cNvGrpSpPr/>
          <p:nvPr/>
        </p:nvGrpSpPr>
        <p:grpSpPr>
          <a:xfrm>
            <a:off x="1262448" y="3614184"/>
            <a:ext cx="3500280" cy="2082600"/>
            <a:chOff x="1262448" y="3614184"/>
            <a:chExt cx="3500280" cy="208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2B583F35-C5E9-D37E-73DB-42E38B9D4F15}"/>
                    </a:ext>
                  </a:extLst>
                </p14:cNvPr>
                <p14:cNvContentPartPr/>
                <p14:nvPr/>
              </p14:nvContentPartPr>
              <p14:xfrm>
                <a:off x="1387008" y="3799224"/>
                <a:ext cx="2520" cy="144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2B583F35-C5E9-D37E-73DB-42E38B9D4F1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378008" y="3790224"/>
                  <a:ext cx="201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57EB9BC6-8DB6-92CF-3012-A3FA75918B5E}"/>
                    </a:ext>
                  </a:extLst>
                </p14:cNvPr>
                <p14:cNvContentPartPr/>
                <p14:nvPr/>
              </p14:nvContentPartPr>
              <p14:xfrm>
                <a:off x="1262448" y="3728304"/>
                <a:ext cx="266760" cy="13104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57EB9BC6-8DB6-92CF-3012-A3FA75918B5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253808" y="3719304"/>
                  <a:ext cx="2844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AAA4EEBD-4317-7DCE-78F5-63927BB56E6F}"/>
                    </a:ext>
                  </a:extLst>
                </p14:cNvPr>
                <p14:cNvContentPartPr/>
                <p14:nvPr/>
              </p14:nvContentPartPr>
              <p14:xfrm>
                <a:off x="1638648" y="3708864"/>
                <a:ext cx="88200" cy="1890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AAA4EEBD-4317-7DCE-78F5-63927BB56E6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630008" y="3700224"/>
                  <a:ext cx="1058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ECF52AFC-FC70-490A-478C-6C812A7EB73A}"/>
                    </a:ext>
                  </a:extLst>
                </p14:cNvPr>
                <p14:cNvContentPartPr/>
                <p14:nvPr/>
              </p14:nvContentPartPr>
              <p14:xfrm>
                <a:off x="1664568" y="3632184"/>
                <a:ext cx="51120" cy="165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ECF52AFC-FC70-490A-478C-6C812A7EB73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655568" y="3623184"/>
                  <a:ext cx="687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0251B625-77AE-62A7-00D9-774B8ACD0510}"/>
                    </a:ext>
                  </a:extLst>
                </p14:cNvPr>
                <p14:cNvContentPartPr/>
                <p14:nvPr/>
              </p14:nvContentPartPr>
              <p14:xfrm>
                <a:off x="2024568" y="3614184"/>
                <a:ext cx="124560" cy="2365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0251B625-77AE-62A7-00D9-774B8ACD0510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015568" y="3605544"/>
                  <a:ext cx="14220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A026A3BC-B606-0768-58F9-2CFA0C7149AA}"/>
                    </a:ext>
                  </a:extLst>
                </p14:cNvPr>
                <p14:cNvContentPartPr/>
                <p14:nvPr/>
              </p14:nvContentPartPr>
              <p14:xfrm>
                <a:off x="1791648" y="3697344"/>
                <a:ext cx="87480" cy="1429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A026A3BC-B606-0768-58F9-2CFA0C7149AA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783008" y="3688344"/>
                  <a:ext cx="1051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60DF800C-BF9C-E6E5-1D94-E529B2CB921B}"/>
                    </a:ext>
                  </a:extLst>
                </p14:cNvPr>
                <p14:cNvContentPartPr/>
                <p14:nvPr/>
              </p14:nvContentPartPr>
              <p14:xfrm>
                <a:off x="1788768" y="3765024"/>
                <a:ext cx="55080" cy="147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60DF800C-BF9C-E6E5-1D94-E529B2CB921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779768" y="3756384"/>
                  <a:ext cx="727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5130C1CE-9AA3-2DAC-D0D3-27BB31B6E994}"/>
                    </a:ext>
                  </a:extLst>
                </p14:cNvPr>
                <p14:cNvContentPartPr/>
                <p14:nvPr/>
              </p14:nvContentPartPr>
              <p14:xfrm>
                <a:off x="1909728" y="3767544"/>
                <a:ext cx="54000" cy="108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5130C1CE-9AA3-2DAC-D0D3-27BB31B6E994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901088" y="3758904"/>
                  <a:ext cx="7164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A623A4C7-5111-33B0-CB32-5E8C6115B4AC}"/>
                    </a:ext>
                  </a:extLst>
                </p14:cNvPr>
                <p14:cNvContentPartPr/>
                <p14:nvPr/>
              </p14:nvContentPartPr>
              <p14:xfrm>
                <a:off x="2011968" y="3723984"/>
                <a:ext cx="72720" cy="417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A623A4C7-5111-33B0-CB32-5E8C6115B4A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003328" y="3715344"/>
                  <a:ext cx="9036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F543AD52-AD07-8594-55F5-87F544D1B963}"/>
                    </a:ext>
                  </a:extLst>
                </p14:cNvPr>
                <p14:cNvContentPartPr/>
                <p14:nvPr/>
              </p14:nvContentPartPr>
              <p14:xfrm>
                <a:off x="1310688" y="4115664"/>
                <a:ext cx="183240" cy="1407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F543AD52-AD07-8594-55F5-87F544D1B96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302048" y="4106664"/>
                  <a:ext cx="2008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926F2E38-F645-29CA-6ECD-79F1EE5C13B8}"/>
                    </a:ext>
                  </a:extLst>
                </p14:cNvPr>
                <p14:cNvContentPartPr/>
                <p14:nvPr/>
              </p14:nvContentPartPr>
              <p14:xfrm>
                <a:off x="1680768" y="4065624"/>
                <a:ext cx="109080" cy="20808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926F2E38-F645-29CA-6ECD-79F1EE5C13B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671768" y="4056624"/>
                  <a:ext cx="1267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2BBFDAC3-2638-CCD5-32D6-681FF134506D}"/>
                    </a:ext>
                  </a:extLst>
                </p14:cNvPr>
                <p14:cNvContentPartPr/>
                <p14:nvPr/>
              </p14:nvContentPartPr>
              <p14:xfrm>
                <a:off x="1712448" y="4018824"/>
                <a:ext cx="77040" cy="3924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2BBFDAC3-2638-CCD5-32D6-681FF134506D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703808" y="4009824"/>
                  <a:ext cx="9468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E4650E99-A896-728B-E4FF-72CB8DEDBA32}"/>
                    </a:ext>
                  </a:extLst>
                </p14:cNvPr>
                <p14:cNvContentPartPr/>
                <p14:nvPr/>
              </p14:nvContentPartPr>
              <p14:xfrm>
                <a:off x="1841328" y="4067784"/>
                <a:ext cx="71640" cy="1166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E4650E99-A896-728B-E4FF-72CB8DEDBA3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832328" y="4059144"/>
                  <a:ext cx="892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CD386842-540E-5DA7-8D3D-7752D53705BD}"/>
                    </a:ext>
                  </a:extLst>
                </p14:cNvPr>
                <p14:cNvContentPartPr/>
                <p14:nvPr/>
              </p14:nvContentPartPr>
              <p14:xfrm>
                <a:off x="1859328" y="4103784"/>
                <a:ext cx="165960" cy="320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CD386842-540E-5DA7-8D3D-7752D53705B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850328" y="4094784"/>
                  <a:ext cx="18360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E501457D-4FF5-B517-1A4F-5CB0F5047304}"/>
                    </a:ext>
                  </a:extLst>
                </p14:cNvPr>
                <p14:cNvContentPartPr/>
                <p14:nvPr/>
              </p14:nvContentPartPr>
              <p14:xfrm>
                <a:off x="2096208" y="4093704"/>
                <a:ext cx="19440" cy="6660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E501457D-4FF5-B517-1A4F-5CB0F504730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087568" y="4084704"/>
                  <a:ext cx="3708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6F753515-B04F-69AE-8E4A-E49725C36525}"/>
                    </a:ext>
                  </a:extLst>
                </p14:cNvPr>
                <p14:cNvContentPartPr/>
                <p14:nvPr/>
              </p14:nvContentPartPr>
              <p14:xfrm>
                <a:off x="2180448" y="4032144"/>
                <a:ext cx="103680" cy="2293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6F753515-B04F-69AE-8E4A-E49725C36525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171448" y="4023144"/>
                  <a:ext cx="12132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227252E5-5885-EB19-4EED-66967340D900}"/>
                    </a:ext>
                  </a:extLst>
                </p14:cNvPr>
                <p14:cNvContentPartPr/>
                <p14:nvPr/>
              </p14:nvContentPartPr>
              <p14:xfrm>
                <a:off x="1776888" y="4446504"/>
                <a:ext cx="10080" cy="129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227252E5-5885-EB19-4EED-66967340D90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767888" y="4437864"/>
                  <a:ext cx="277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972034EF-44E6-B67A-4BCB-EF1518BBF63A}"/>
                    </a:ext>
                  </a:extLst>
                </p14:cNvPr>
                <p14:cNvContentPartPr/>
                <p14:nvPr/>
              </p14:nvContentPartPr>
              <p14:xfrm>
                <a:off x="1766808" y="4640904"/>
                <a:ext cx="8280" cy="338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972034EF-44E6-B67A-4BCB-EF1518BBF63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757808" y="4632264"/>
                  <a:ext cx="259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C618C4DB-8FCB-467B-B748-2DE9A552C45E}"/>
                    </a:ext>
                  </a:extLst>
                </p14:cNvPr>
                <p14:cNvContentPartPr/>
                <p14:nvPr/>
              </p14:nvContentPartPr>
              <p14:xfrm>
                <a:off x="1798848" y="4900464"/>
                <a:ext cx="16920" cy="4032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C618C4DB-8FCB-467B-B748-2DE9A552C45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789848" y="4891464"/>
                  <a:ext cx="3456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229F114E-BFA6-9A88-E96A-0FB48168B256}"/>
                    </a:ext>
                  </a:extLst>
                </p14:cNvPr>
                <p14:cNvContentPartPr/>
                <p14:nvPr/>
              </p14:nvContentPartPr>
              <p14:xfrm>
                <a:off x="1431288" y="5199264"/>
                <a:ext cx="162360" cy="103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229F114E-BFA6-9A88-E96A-0FB48168B25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422648" y="5190264"/>
                  <a:ext cx="1800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3F568431-F7DF-5B8F-077A-21F297B1AD6D}"/>
                    </a:ext>
                  </a:extLst>
                </p14:cNvPr>
                <p14:cNvContentPartPr/>
                <p14:nvPr/>
              </p14:nvContentPartPr>
              <p14:xfrm>
                <a:off x="1698408" y="5169744"/>
                <a:ext cx="109800" cy="16884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3F568431-F7DF-5B8F-077A-21F297B1AD6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689768" y="5160744"/>
                  <a:ext cx="1274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52988F49-F3F8-A5CC-5C86-0B8788F691C9}"/>
                    </a:ext>
                  </a:extLst>
                </p14:cNvPr>
                <p14:cNvContentPartPr/>
                <p14:nvPr/>
              </p14:nvContentPartPr>
              <p14:xfrm>
                <a:off x="1709928" y="5137344"/>
                <a:ext cx="87120" cy="176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52988F49-F3F8-A5CC-5C86-0B8788F691C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701288" y="5128704"/>
                  <a:ext cx="1047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492A9AC3-E062-FE9A-4427-7FE5BFBB2D9C}"/>
                    </a:ext>
                  </a:extLst>
                </p14:cNvPr>
                <p14:cNvContentPartPr/>
                <p14:nvPr/>
              </p14:nvContentPartPr>
              <p14:xfrm>
                <a:off x="1841688" y="5175504"/>
                <a:ext cx="71640" cy="1134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492A9AC3-E062-FE9A-4427-7FE5BFBB2D9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832688" y="5166504"/>
                  <a:ext cx="892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3F7C11C-2F16-B990-E786-B30C5B7A3E47}"/>
                    </a:ext>
                  </a:extLst>
                </p14:cNvPr>
                <p14:cNvContentPartPr/>
                <p14:nvPr/>
              </p14:nvContentPartPr>
              <p14:xfrm>
                <a:off x="1844208" y="5216184"/>
                <a:ext cx="83520" cy="241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3F7C11C-2F16-B990-E786-B30C5B7A3E47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835568" y="5207544"/>
                  <a:ext cx="1011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7F9391E0-5878-586D-07ED-4015C4A48385}"/>
                    </a:ext>
                  </a:extLst>
                </p14:cNvPr>
                <p14:cNvContentPartPr/>
                <p14:nvPr/>
              </p14:nvContentPartPr>
              <p14:xfrm>
                <a:off x="1964448" y="5191704"/>
                <a:ext cx="89640" cy="6984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7F9391E0-5878-586D-07ED-4015C4A4838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955448" y="5182704"/>
                  <a:ext cx="10728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F71BC691-EC33-572C-3E06-6E314F98009D}"/>
                    </a:ext>
                  </a:extLst>
                </p14:cNvPr>
                <p14:cNvContentPartPr/>
                <p14:nvPr/>
              </p14:nvContentPartPr>
              <p14:xfrm>
                <a:off x="2127168" y="5185944"/>
                <a:ext cx="12240" cy="1011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F71BC691-EC33-572C-3E06-6E314F98009D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118528" y="5176944"/>
                  <a:ext cx="2988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72D0B511-D391-6099-92B2-01C05D15D355}"/>
                    </a:ext>
                  </a:extLst>
                </p14:cNvPr>
                <p14:cNvContentPartPr/>
                <p14:nvPr/>
              </p14:nvContentPartPr>
              <p14:xfrm>
                <a:off x="2190888" y="5134824"/>
                <a:ext cx="122040" cy="2530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72D0B511-D391-6099-92B2-01C05D15D35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182248" y="5126184"/>
                  <a:ext cx="1396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DC2BCEC4-470D-AF95-3C7F-18C4F84FEEA6}"/>
                    </a:ext>
                  </a:extLst>
                </p14:cNvPr>
                <p14:cNvContentPartPr/>
                <p14:nvPr/>
              </p14:nvContentPartPr>
              <p14:xfrm>
                <a:off x="1436328" y="5500944"/>
                <a:ext cx="147960" cy="853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DC2BCEC4-470D-AF95-3C7F-18C4F84FEEA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427328" y="5492304"/>
                  <a:ext cx="16560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5F3F4C7F-B24E-E9BD-20EC-C114F397C110}"/>
                    </a:ext>
                  </a:extLst>
                </p14:cNvPr>
                <p14:cNvContentPartPr/>
                <p14:nvPr/>
              </p14:nvContentPartPr>
              <p14:xfrm>
                <a:off x="1774728" y="5456304"/>
                <a:ext cx="113760" cy="2275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5F3F4C7F-B24E-E9BD-20EC-C114F397C110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766088" y="5447664"/>
                  <a:ext cx="1314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D9D0D4F7-41D1-D21B-C081-3F01006C47F5}"/>
                    </a:ext>
                  </a:extLst>
                </p14:cNvPr>
                <p14:cNvContentPartPr/>
                <p14:nvPr/>
              </p14:nvContentPartPr>
              <p14:xfrm>
                <a:off x="1781568" y="5412384"/>
                <a:ext cx="116640" cy="349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D9D0D4F7-41D1-D21B-C081-3F01006C47F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772928" y="5403744"/>
                  <a:ext cx="1342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485D5064-E37C-5315-2490-0DFEF34F04E0}"/>
                    </a:ext>
                  </a:extLst>
                </p14:cNvPr>
                <p14:cNvContentPartPr/>
                <p14:nvPr/>
              </p14:nvContentPartPr>
              <p14:xfrm>
                <a:off x="1907568" y="5496264"/>
                <a:ext cx="75960" cy="1206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485D5064-E37C-5315-2490-0DFEF34F04E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898568" y="5487624"/>
                  <a:ext cx="936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131995DA-1575-4B8B-1867-1F246BA00D38}"/>
                    </a:ext>
                  </a:extLst>
                </p14:cNvPr>
                <p14:cNvContentPartPr/>
                <p14:nvPr/>
              </p14:nvContentPartPr>
              <p14:xfrm>
                <a:off x="1932408" y="5552784"/>
                <a:ext cx="56520" cy="180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131995DA-1575-4B8B-1867-1F246BA00D3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923408" y="5544144"/>
                  <a:ext cx="741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F9BC7FF0-062C-7B4A-5439-82429B625F36}"/>
                    </a:ext>
                  </a:extLst>
                </p14:cNvPr>
                <p14:cNvContentPartPr/>
                <p14:nvPr/>
              </p14:nvContentPartPr>
              <p14:xfrm>
                <a:off x="2072448" y="5572224"/>
                <a:ext cx="104760" cy="82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F9BC7FF0-062C-7B4A-5439-82429B625F3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063808" y="5563584"/>
                  <a:ext cx="1224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F9E0D9AB-3DEB-4FA8-1E3A-C58E78AD91A6}"/>
                    </a:ext>
                  </a:extLst>
                </p14:cNvPr>
                <p14:cNvContentPartPr/>
                <p14:nvPr/>
              </p14:nvContentPartPr>
              <p14:xfrm>
                <a:off x="2126088" y="5544144"/>
                <a:ext cx="11160" cy="680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F9E0D9AB-3DEB-4FA8-1E3A-C58E78AD91A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117448" y="5535504"/>
                  <a:ext cx="288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B90CD6BE-1156-2BB9-FE3F-9F81025A031E}"/>
                    </a:ext>
                  </a:extLst>
                </p14:cNvPr>
                <p14:cNvContentPartPr/>
                <p14:nvPr/>
              </p14:nvContentPartPr>
              <p14:xfrm>
                <a:off x="2247408" y="5525784"/>
                <a:ext cx="82800" cy="655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B90CD6BE-1156-2BB9-FE3F-9F81025A031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238408" y="5516784"/>
                  <a:ext cx="10044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9E13647C-8D19-046A-28E0-E9CEC5336996}"/>
                    </a:ext>
                  </a:extLst>
                </p14:cNvPr>
                <p14:cNvContentPartPr/>
                <p14:nvPr/>
              </p14:nvContentPartPr>
              <p14:xfrm>
                <a:off x="2333088" y="5463504"/>
                <a:ext cx="137160" cy="23328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9E13647C-8D19-046A-28E0-E9CEC533699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324448" y="5454864"/>
                  <a:ext cx="15480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19C06BDD-E61E-155F-69E0-FC1C867EAB1B}"/>
                    </a:ext>
                  </a:extLst>
                </p14:cNvPr>
                <p14:cNvContentPartPr/>
                <p14:nvPr/>
              </p14:nvContentPartPr>
              <p14:xfrm>
                <a:off x="2386368" y="3685464"/>
                <a:ext cx="1303200" cy="4856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19C06BDD-E61E-155F-69E0-FC1C867EAB1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377368" y="3676824"/>
                  <a:ext cx="132084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251F851C-FB72-63E8-C98D-E49474741979}"/>
                    </a:ext>
                  </a:extLst>
                </p14:cNvPr>
                <p14:cNvContentPartPr/>
                <p14:nvPr/>
              </p14:nvContentPartPr>
              <p14:xfrm>
                <a:off x="2461608" y="4101984"/>
                <a:ext cx="1260720" cy="33300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251F851C-FB72-63E8-C98D-E4947474197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452968" y="4092984"/>
                  <a:ext cx="127836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1EEEA0A4-6ECA-B771-9E9D-8B54B93C6D30}"/>
                    </a:ext>
                  </a:extLst>
                </p14:cNvPr>
                <p14:cNvContentPartPr/>
                <p14:nvPr/>
              </p14:nvContentPartPr>
              <p14:xfrm>
                <a:off x="2595168" y="4515264"/>
                <a:ext cx="1021680" cy="54432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1EEEA0A4-6ECA-B771-9E9D-8B54B93C6D3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586168" y="4506264"/>
                  <a:ext cx="103932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C265F51A-E22D-78BC-9D5B-119E01246CAE}"/>
                    </a:ext>
                  </a:extLst>
                </p14:cNvPr>
                <p14:cNvContentPartPr/>
                <p14:nvPr/>
              </p14:nvContentPartPr>
              <p14:xfrm>
                <a:off x="2587608" y="4653504"/>
                <a:ext cx="1060560" cy="8308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C265F51A-E22D-78BC-9D5B-119E01246CA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578608" y="4644864"/>
                  <a:ext cx="1078200" cy="84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80347A27-0159-F094-83E8-706D8E4DE5D2}"/>
                    </a:ext>
                  </a:extLst>
                </p14:cNvPr>
                <p14:cNvContentPartPr/>
                <p14:nvPr/>
              </p14:nvContentPartPr>
              <p14:xfrm>
                <a:off x="3621528" y="4357944"/>
                <a:ext cx="127800" cy="1940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80347A27-0159-F094-83E8-706D8E4DE5D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612888" y="4349304"/>
                  <a:ext cx="1454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907194C4-381C-2562-5DCF-3A26390A88D6}"/>
                    </a:ext>
                  </a:extLst>
                </p14:cNvPr>
                <p14:cNvContentPartPr/>
                <p14:nvPr/>
              </p14:nvContentPartPr>
              <p14:xfrm>
                <a:off x="3586968" y="4052664"/>
                <a:ext cx="210960" cy="32544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907194C4-381C-2562-5DCF-3A26390A88D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577968" y="4044024"/>
                  <a:ext cx="22860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521FD6F6-D871-1AAA-82F0-E8729CECF5E1}"/>
                    </a:ext>
                  </a:extLst>
                </p14:cNvPr>
                <p14:cNvContentPartPr/>
                <p14:nvPr/>
              </p14:nvContentPartPr>
              <p14:xfrm>
                <a:off x="3441528" y="4540104"/>
                <a:ext cx="192240" cy="763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521FD6F6-D871-1AAA-82F0-E8729CECF5E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432528" y="4531104"/>
                  <a:ext cx="20988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9F6886D0-05B9-2693-CB45-6B0CEFBBA70B}"/>
                    </a:ext>
                  </a:extLst>
                </p14:cNvPr>
                <p14:cNvContentPartPr/>
                <p14:nvPr/>
              </p14:nvContentPartPr>
              <p14:xfrm>
                <a:off x="3505248" y="4741344"/>
                <a:ext cx="132840" cy="1623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9F6886D0-05B9-2693-CB45-6B0CEFBBA70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496608" y="4732704"/>
                  <a:ext cx="1504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0F7E799F-1E78-1B23-D17D-978F005F085C}"/>
                    </a:ext>
                  </a:extLst>
                </p14:cNvPr>
                <p14:cNvContentPartPr/>
                <p14:nvPr/>
              </p14:nvContentPartPr>
              <p14:xfrm>
                <a:off x="3863088" y="4134024"/>
                <a:ext cx="118080" cy="6836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0F7E799F-1E78-1B23-D17D-978F005F085C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854088" y="4125384"/>
                  <a:ext cx="135720" cy="70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C4D93901-1550-857F-0DF2-959C36F4773D}"/>
                    </a:ext>
                  </a:extLst>
                </p14:cNvPr>
                <p14:cNvContentPartPr/>
                <p14:nvPr/>
              </p14:nvContentPartPr>
              <p14:xfrm>
                <a:off x="3879288" y="4089744"/>
                <a:ext cx="772200" cy="7437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C4D93901-1550-857F-0DF2-959C36F4773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870648" y="4081104"/>
                  <a:ext cx="789840" cy="76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59A745B3-19F4-27F6-8AC3-4B1D2EE85EB4}"/>
                    </a:ext>
                  </a:extLst>
                </p14:cNvPr>
                <p14:cNvContentPartPr/>
                <p14:nvPr/>
              </p14:nvContentPartPr>
              <p14:xfrm>
                <a:off x="4099608" y="3853944"/>
                <a:ext cx="118440" cy="14868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59A745B3-19F4-27F6-8AC3-4B1D2EE85EB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090608" y="3845304"/>
                  <a:ext cx="1360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1A9BD79B-DF3F-2698-6FFA-5743E0CF52BA}"/>
                    </a:ext>
                  </a:extLst>
                </p14:cNvPr>
                <p14:cNvContentPartPr/>
                <p14:nvPr/>
              </p14:nvContentPartPr>
              <p14:xfrm>
                <a:off x="4302648" y="3923784"/>
                <a:ext cx="115920" cy="622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1A9BD79B-DF3F-2698-6FFA-5743E0CF52B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293648" y="3914784"/>
                  <a:ext cx="1335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2EFA84F1-67A4-0699-9832-BF1A20CB58C5}"/>
                    </a:ext>
                  </a:extLst>
                </p14:cNvPr>
                <p14:cNvContentPartPr/>
                <p14:nvPr/>
              </p14:nvContentPartPr>
              <p14:xfrm>
                <a:off x="4464288" y="3929544"/>
                <a:ext cx="117360" cy="183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2EFA84F1-67A4-0699-9832-BF1A20CB58C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455288" y="3920544"/>
                  <a:ext cx="135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77B78785-0D33-255B-AD87-FC887F727F7D}"/>
                    </a:ext>
                  </a:extLst>
                </p14:cNvPr>
                <p14:cNvContentPartPr/>
                <p14:nvPr/>
              </p14:nvContentPartPr>
              <p14:xfrm>
                <a:off x="4746888" y="3928824"/>
                <a:ext cx="15840" cy="122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77B78785-0D33-255B-AD87-FC887F727F7D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737888" y="3920184"/>
                  <a:ext cx="3348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30A807EF-3085-6273-5F19-7116599ADE1F}"/>
              </a:ext>
            </a:extLst>
          </p:cNvPr>
          <p:cNvGrpSpPr/>
          <p:nvPr/>
        </p:nvGrpSpPr>
        <p:grpSpPr>
          <a:xfrm>
            <a:off x="4673088" y="4200984"/>
            <a:ext cx="1302840" cy="335880"/>
            <a:chOff x="4673088" y="4200984"/>
            <a:chExt cx="1302840" cy="33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A4AA5D4B-62F5-33DA-392E-1291EDE0C97E}"/>
                    </a:ext>
                  </a:extLst>
                </p14:cNvPr>
                <p14:cNvContentPartPr/>
                <p14:nvPr/>
              </p14:nvContentPartPr>
              <p14:xfrm>
                <a:off x="4673088" y="4388184"/>
                <a:ext cx="554760" cy="590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A4AA5D4B-62F5-33DA-392E-1291EDE0C97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664088" y="4379544"/>
                  <a:ext cx="57240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630DDD44-79D7-E08C-8E8D-A2E7FAE2D775}"/>
                    </a:ext>
                  </a:extLst>
                </p14:cNvPr>
                <p14:cNvContentPartPr/>
                <p14:nvPr/>
              </p14:nvContentPartPr>
              <p14:xfrm>
                <a:off x="5309208" y="4314744"/>
                <a:ext cx="191160" cy="968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630DDD44-79D7-E08C-8E8D-A2E7FAE2D77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300568" y="4306104"/>
                  <a:ext cx="20880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3F1E547B-5DF8-B1E0-C5F5-E975EB12442B}"/>
                    </a:ext>
                  </a:extLst>
                </p14:cNvPr>
                <p14:cNvContentPartPr/>
                <p14:nvPr/>
              </p14:nvContentPartPr>
              <p14:xfrm>
                <a:off x="5602968" y="4276584"/>
                <a:ext cx="61920" cy="18720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3F1E547B-5DF8-B1E0-C5F5-E975EB12442B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594328" y="4267584"/>
                  <a:ext cx="795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790E6936-4EEA-F47B-80EB-AA57FE7936BD}"/>
                    </a:ext>
                  </a:extLst>
                </p14:cNvPr>
                <p14:cNvContentPartPr/>
                <p14:nvPr/>
              </p14:nvContentPartPr>
              <p14:xfrm>
                <a:off x="5620968" y="4200984"/>
                <a:ext cx="80640" cy="4104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790E6936-4EEA-F47B-80EB-AA57FE7936BD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612328" y="4192344"/>
                  <a:ext cx="982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9AFCAACF-5913-50D2-8D14-E2B6BA09E321}"/>
                    </a:ext>
                  </a:extLst>
                </p14:cNvPr>
                <p14:cNvContentPartPr/>
                <p14:nvPr/>
              </p14:nvContentPartPr>
              <p14:xfrm>
                <a:off x="5745888" y="4263984"/>
                <a:ext cx="80280" cy="1609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9AFCAACF-5913-50D2-8D14-E2B6BA09E321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736888" y="4254984"/>
                  <a:ext cx="979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6EEFDBC1-4744-BA09-A123-FEF868984AF9}"/>
                    </a:ext>
                  </a:extLst>
                </p14:cNvPr>
                <p14:cNvContentPartPr/>
                <p14:nvPr/>
              </p14:nvContentPartPr>
              <p14:xfrm>
                <a:off x="5804568" y="4241304"/>
                <a:ext cx="171360" cy="2955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6EEFDBC1-4744-BA09-A123-FEF868984AF9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795568" y="4232304"/>
                  <a:ext cx="189000" cy="31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46DDE8FE-E30A-B927-4970-97CE619FA3D5}"/>
              </a:ext>
            </a:extLst>
          </p:cNvPr>
          <p:cNvGrpSpPr/>
          <p:nvPr/>
        </p:nvGrpSpPr>
        <p:grpSpPr>
          <a:xfrm>
            <a:off x="3110328" y="5797944"/>
            <a:ext cx="1043640" cy="255960"/>
            <a:chOff x="3110328" y="5797944"/>
            <a:chExt cx="1043640" cy="25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9F8EB720-12BA-4579-1670-14B4131B718A}"/>
                    </a:ext>
                  </a:extLst>
                </p14:cNvPr>
                <p14:cNvContentPartPr/>
                <p14:nvPr/>
              </p14:nvContentPartPr>
              <p14:xfrm>
                <a:off x="3110328" y="5836464"/>
                <a:ext cx="251280" cy="21744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9F8EB720-12BA-4579-1670-14B4131B718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3101688" y="5827464"/>
                  <a:ext cx="2689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09F120C9-F5AD-4AAF-7F9E-7F34FF8B7D69}"/>
                    </a:ext>
                  </a:extLst>
                </p14:cNvPr>
                <p14:cNvContentPartPr/>
                <p14:nvPr/>
              </p14:nvContentPartPr>
              <p14:xfrm>
                <a:off x="3533328" y="5797944"/>
                <a:ext cx="173880" cy="2404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09F120C9-F5AD-4AAF-7F9E-7F34FF8B7D6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3524328" y="5789304"/>
                  <a:ext cx="1915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AF9177BC-35EC-4D5E-629F-D8041E95C8F3}"/>
                    </a:ext>
                  </a:extLst>
                </p14:cNvPr>
                <p14:cNvContentPartPr/>
                <p14:nvPr/>
              </p14:nvContentPartPr>
              <p14:xfrm>
                <a:off x="3810888" y="5865264"/>
                <a:ext cx="65520" cy="10152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AF9177BC-35EC-4D5E-629F-D8041E95C8F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3801888" y="5856264"/>
                  <a:ext cx="831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8663952E-55FC-47DF-5E24-492957AA27C1}"/>
                    </a:ext>
                  </a:extLst>
                </p14:cNvPr>
                <p14:cNvContentPartPr/>
                <p14:nvPr/>
              </p14:nvContentPartPr>
              <p14:xfrm>
                <a:off x="3967848" y="5813424"/>
                <a:ext cx="186120" cy="1148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8663952E-55FC-47DF-5E24-492957AA27C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3958848" y="5804784"/>
                  <a:ext cx="203760" cy="13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6E41AA4-B93E-C447-4888-8CC4F43B8F8E}"/>
              </a:ext>
            </a:extLst>
          </p:cNvPr>
          <p:cNvGrpSpPr/>
          <p:nvPr/>
        </p:nvGrpSpPr>
        <p:grpSpPr>
          <a:xfrm>
            <a:off x="7682688" y="3573144"/>
            <a:ext cx="4131720" cy="1813320"/>
            <a:chOff x="7682688" y="3573144"/>
            <a:chExt cx="4131720" cy="181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87DB0A7D-A416-DF52-AA66-CDDB86702717}"/>
                    </a:ext>
                  </a:extLst>
                </p14:cNvPr>
                <p14:cNvContentPartPr/>
                <p14:nvPr/>
              </p14:nvContentPartPr>
              <p14:xfrm>
                <a:off x="7682688" y="4376304"/>
                <a:ext cx="197640" cy="13716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87DB0A7D-A416-DF52-AA66-CDDB86702717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674048" y="4367664"/>
                  <a:ext cx="2152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9F5A7A76-6FD9-214D-BDBE-A0EDAFC1F985}"/>
                    </a:ext>
                  </a:extLst>
                </p14:cNvPr>
                <p14:cNvContentPartPr/>
                <p14:nvPr/>
              </p14:nvContentPartPr>
              <p14:xfrm>
                <a:off x="7974288" y="4387464"/>
                <a:ext cx="93600" cy="1936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9F5A7A76-6FD9-214D-BDBE-A0EDAFC1F985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965288" y="4378824"/>
                  <a:ext cx="1112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D1C10C69-E978-F7F6-B012-4C4EE9EC7C92}"/>
                    </a:ext>
                  </a:extLst>
                </p14:cNvPr>
                <p14:cNvContentPartPr/>
                <p14:nvPr/>
              </p14:nvContentPartPr>
              <p14:xfrm>
                <a:off x="7942248" y="4334544"/>
                <a:ext cx="82800" cy="2808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D1C10C69-E978-F7F6-B012-4C4EE9EC7C92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933248" y="4325904"/>
                  <a:ext cx="10044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51C6C378-141D-79B1-2226-12F8E285DD0C}"/>
                    </a:ext>
                  </a:extLst>
                </p14:cNvPr>
                <p14:cNvContentPartPr/>
                <p14:nvPr/>
              </p14:nvContentPartPr>
              <p14:xfrm>
                <a:off x="8073648" y="4390704"/>
                <a:ext cx="87840" cy="16200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51C6C378-141D-79B1-2226-12F8E285DD0C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064648" y="4382064"/>
                  <a:ext cx="1054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70A38D76-AA77-D9A8-A513-ACE3C5C3E542}"/>
                    </a:ext>
                  </a:extLst>
                </p14:cNvPr>
                <p14:cNvContentPartPr/>
                <p14:nvPr/>
              </p14:nvContentPartPr>
              <p14:xfrm>
                <a:off x="8113248" y="4457664"/>
                <a:ext cx="84240" cy="176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70A38D76-AA77-D9A8-A513-ACE3C5C3E542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104248" y="4448664"/>
                  <a:ext cx="1018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3C8C4556-79F2-5763-5377-6EDCB6E91389}"/>
                    </a:ext>
                  </a:extLst>
                </p14:cNvPr>
                <p14:cNvContentPartPr/>
                <p14:nvPr/>
              </p14:nvContentPartPr>
              <p14:xfrm>
                <a:off x="8197848" y="4354344"/>
                <a:ext cx="165960" cy="25740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3C8C4556-79F2-5763-5377-6EDCB6E91389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188848" y="4345344"/>
                  <a:ext cx="18360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47CC810A-B161-707B-87C1-F560E0E2B954}"/>
                    </a:ext>
                  </a:extLst>
                </p14:cNvPr>
                <p14:cNvContentPartPr/>
                <p14:nvPr/>
              </p14:nvContentPartPr>
              <p14:xfrm>
                <a:off x="8589168" y="3697344"/>
                <a:ext cx="1539000" cy="6854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47CC810A-B161-707B-87C1-F560E0E2B954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580168" y="3688704"/>
                  <a:ext cx="1556640" cy="70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6E8D8A09-5956-2B3F-F202-AE7B70E3DCE4}"/>
                    </a:ext>
                  </a:extLst>
                </p14:cNvPr>
                <p14:cNvContentPartPr/>
                <p14:nvPr/>
              </p14:nvContentPartPr>
              <p14:xfrm>
                <a:off x="8628408" y="4420584"/>
                <a:ext cx="1545840" cy="49104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6E8D8A09-5956-2B3F-F202-AE7B70E3DCE4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619768" y="4411944"/>
                  <a:ext cx="1563480" cy="50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D01EEF65-EB8D-E086-23AC-F87A23A9D855}"/>
                    </a:ext>
                  </a:extLst>
                </p14:cNvPr>
                <p14:cNvContentPartPr/>
                <p14:nvPr/>
              </p14:nvContentPartPr>
              <p14:xfrm>
                <a:off x="8585928" y="4594824"/>
                <a:ext cx="1623240" cy="7916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D01EEF65-EB8D-E086-23AC-F87A23A9D855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577288" y="4585824"/>
                  <a:ext cx="1640880" cy="80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49A9FD42-DE8F-A9B9-8390-C2EC3A78680B}"/>
                    </a:ext>
                  </a:extLst>
                </p14:cNvPr>
                <p14:cNvContentPartPr/>
                <p14:nvPr/>
              </p14:nvContentPartPr>
              <p14:xfrm>
                <a:off x="9922248" y="3657384"/>
                <a:ext cx="226080" cy="23580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49A9FD42-DE8F-A9B9-8390-C2EC3A78680B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913608" y="3648384"/>
                  <a:ext cx="2437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0009A581-9246-283F-3E79-2A8F6A9948FE}"/>
                    </a:ext>
                  </a:extLst>
                </p14:cNvPr>
                <p14:cNvContentPartPr/>
                <p14:nvPr/>
              </p14:nvContentPartPr>
              <p14:xfrm>
                <a:off x="10136088" y="5274864"/>
                <a:ext cx="360" cy="36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0009A581-9246-283F-3E79-2A8F6A9948F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127088" y="52658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35FF5D69-3CAE-FAA9-11FD-D6AD66DED917}"/>
                    </a:ext>
                  </a:extLst>
                </p14:cNvPr>
                <p14:cNvContentPartPr/>
                <p14:nvPr/>
              </p14:nvContentPartPr>
              <p14:xfrm>
                <a:off x="10144728" y="5267664"/>
                <a:ext cx="360" cy="3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35FF5D69-3CAE-FAA9-11FD-D6AD66DED91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135728" y="52586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7F5212D8-52C0-94E7-6B41-870D258D3556}"/>
                    </a:ext>
                  </a:extLst>
                </p14:cNvPr>
                <p14:cNvContentPartPr/>
                <p14:nvPr/>
              </p14:nvContentPartPr>
              <p14:xfrm>
                <a:off x="10448208" y="3635064"/>
                <a:ext cx="298440" cy="1447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7F5212D8-52C0-94E7-6B41-870D258D3556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439208" y="3626424"/>
                  <a:ext cx="3160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F33DF81E-1E85-9951-0059-E157968FC195}"/>
                    </a:ext>
                  </a:extLst>
                </p14:cNvPr>
                <p14:cNvContentPartPr/>
                <p14:nvPr/>
              </p14:nvContentPartPr>
              <p14:xfrm>
                <a:off x="10861848" y="3657744"/>
                <a:ext cx="104760" cy="1584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F33DF81E-1E85-9951-0059-E157968FC195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853208" y="3648744"/>
                  <a:ext cx="1224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80B2DAED-623C-095A-55FD-BFF53E298495}"/>
                    </a:ext>
                  </a:extLst>
                </p14:cNvPr>
                <p14:cNvContentPartPr/>
                <p14:nvPr/>
              </p14:nvContentPartPr>
              <p14:xfrm>
                <a:off x="10918368" y="3573144"/>
                <a:ext cx="91440" cy="3528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80B2DAED-623C-095A-55FD-BFF53E298495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909728" y="3564144"/>
                  <a:ext cx="1090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1B42B585-A294-567C-AAB3-58BCB78B030A}"/>
                    </a:ext>
                  </a:extLst>
                </p14:cNvPr>
                <p14:cNvContentPartPr/>
                <p14:nvPr/>
              </p14:nvContentPartPr>
              <p14:xfrm>
                <a:off x="11045088" y="3653064"/>
                <a:ext cx="74880" cy="1314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1B42B585-A294-567C-AAB3-58BCB78B030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036088" y="3644424"/>
                  <a:ext cx="925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C5A3A700-B880-AF8B-3BFB-B40B9FC5939D}"/>
                    </a:ext>
                  </a:extLst>
                </p14:cNvPr>
                <p14:cNvContentPartPr/>
                <p14:nvPr/>
              </p14:nvContentPartPr>
              <p14:xfrm>
                <a:off x="11084328" y="3703824"/>
                <a:ext cx="237600" cy="2556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C5A3A700-B880-AF8B-3BFB-B40B9FC5939D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075688" y="3694824"/>
                  <a:ext cx="25524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10F3A25C-7DBF-7DB1-AC12-D91FF00BE9D9}"/>
                    </a:ext>
                  </a:extLst>
                </p14:cNvPr>
                <p14:cNvContentPartPr/>
                <p14:nvPr/>
              </p14:nvContentPartPr>
              <p14:xfrm>
                <a:off x="11425248" y="3643344"/>
                <a:ext cx="123120" cy="7452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10F3A25C-7DBF-7DB1-AC12-D91FF00BE9D9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1416248" y="3634704"/>
                  <a:ext cx="1407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0BD1DAB2-3D9F-73A5-08FD-CF78AE331F08}"/>
                    </a:ext>
                  </a:extLst>
                </p14:cNvPr>
                <p14:cNvContentPartPr/>
                <p14:nvPr/>
              </p14:nvContentPartPr>
              <p14:xfrm>
                <a:off x="11546928" y="3578544"/>
                <a:ext cx="267480" cy="2689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0BD1DAB2-3D9F-73A5-08FD-CF78AE331F08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1537928" y="3569904"/>
                  <a:ext cx="28512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F5A64AE7-A060-8ADA-8057-28BC73774E0A}"/>
                    </a:ext>
                  </a:extLst>
                </p14:cNvPr>
                <p14:cNvContentPartPr/>
                <p14:nvPr/>
              </p14:nvContentPartPr>
              <p14:xfrm>
                <a:off x="8890128" y="4008384"/>
                <a:ext cx="1477800" cy="2826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F5A64AE7-A060-8ADA-8057-28BC73774E0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881128" y="3999744"/>
                  <a:ext cx="149544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07369373-4272-0C70-AA2F-8BE334FB2E8C}"/>
                    </a:ext>
                  </a:extLst>
                </p14:cNvPr>
                <p14:cNvContentPartPr/>
                <p14:nvPr/>
              </p14:nvContentPartPr>
              <p14:xfrm>
                <a:off x="10560168" y="3961944"/>
                <a:ext cx="157680" cy="10224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07369373-4272-0C70-AA2F-8BE334FB2E8C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551528" y="3952944"/>
                  <a:ext cx="17532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ACA95664-73E3-AAA8-94A0-9123E8A726F1}"/>
                    </a:ext>
                  </a:extLst>
                </p14:cNvPr>
                <p14:cNvContentPartPr/>
                <p14:nvPr/>
              </p14:nvContentPartPr>
              <p14:xfrm>
                <a:off x="10804968" y="3970944"/>
                <a:ext cx="132120" cy="1083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ACA95664-73E3-AAA8-94A0-9123E8A726F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796328" y="3961944"/>
                  <a:ext cx="14976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13925CC7-A751-8B82-101D-6FB52DDA946A}"/>
                    </a:ext>
                  </a:extLst>
                </p14:cNvPr>
                <p14:cNvContentPartPr/>
                <p14:nvPr/>
              </p14:nvContentPartPr>
              <p14:xfrm>
                <a:off x="10884168" y="3929904"/>
                <a:ext cx="63000" cy="2196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13925CC7-A751-8B82-101D-6FB52DDA946A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0875168" y="3921264"/>
                  <a:ext cx="806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655686D7-01DB-EADC-8341-11CCA2B49253}"/>
                    </a:ext>
                  </a:extLst>
                </p14:cNvPr>
                <p14:cNvContentPartPr/>
                <p14:nvPr/>
              </p14:nvContentPartPr>
              <p14:xfrm>
                <a:off x="11034648" y="3981744"/>
                <a:ext cx="54000" cy="8496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655686D7-01DB-EADC-8341-11CCA2B49253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1025648" y="3972744"/>
                  <a:ext cx="7164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40536F5B-AC9A-851B-8470-3F01088BDC39}"/>
                    </a:ext>
                  </a:extLst>
                </p14:cNvPr>
                <p14:cNvContentPartPr/>
                <p14:nvPr/>
              </p14:nvContentPartPr>
              <p14:xfrm>
                <a:off x="11054448" y="4001544"/>
                <a:ext cx="212400" cy="2016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40536F5B-AC9A-851B-8470-3F01088BDC3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1045808" y="3992544"/>
                  <a:ext cx="2300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AE000625-F51D-179C-C6CB-34E299C7CD2D}"/>
                    </a:ext>
                  </a:extLst>
                </p14:cNvPr>
                <p14:cNvContentPartPr/>
                <p14:nvPr/>
              </p14:nvContentPartPr>
              <p14:xfrm>
                <a:off x="11348208" y="3942864"/>
                <a:ext cx="20160" cy="15012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AE000625-F51D-179C-C6CB-34E299C7CD2D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1339208" y="3934224"/>
                  <a:ext cx="378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83D03BF3-F7BE-67B2-8FDF-A74AFE3A47CA}"/>
                    </a:ext>
                  </a:extLst>
                </p14:cNvPr>
                <p14:cNvContentPartPr/>
                <p14:nvPr/>
              </p14:nvContentPartPr>
              <p14:xfrm>
                <a:off x="11460168" y="3900384"/>
                <a:ext cx="194400" cy="2156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83D03BF3-F7BE-67B2-8FDF-A74AFE3A47CA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1451168" y="3891744"/>
                  <a:ext cx="212040" cy="233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95" name="Ink 294">
                <a:extLst>
                  <a:ext uri="{FF2B5EF4-FFF2-40B4-BE49-F238E27FC236}">
                    <a16:creationId xmlns:a16="http://schemas.microsoft.com/office/drawing/2014/main" id="{41ADA964-2986-AD33-B5CB-898242A735BF}"/>
                  </a:ext>
                </a:extLst>
              </p14:cNvPr>
              <p14:cNvContentPartPr/>
              <p14:nvPr/>
            </p14:nvContentPartPr>
            <p14:xfrm>
              <a:off x="10734048" y="4280544"/>
              <a:ext cx="16920" cy="39960"/>
            </p14:xfrm>
          </p:contentPart>
        </mc:Choice>
        <mc:Fallback xmlns="">
          <p:pic>
            <p:nvPicPr>
              <p:cNvPr id="295" name="Ink 294">
                <a:extLst>
                  <a:ext uri="{FF2B5EF4-FFF2-40B4-BE49-F238E27FC236}">
                    <a16:creationId xmlns:a16="http://schemas.microsoft.com/office/drawing/2014/main" id="{41ADA964-2986-AD33-B5CB-898242A735BF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10725408" y="4271544"/>
                <a:ext cx="34560" cy="5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96" name="Ink 295">
                <a:extLst>
                  <a:ext uri="{FF2B5EF4-FFF2-40B4-BE49-F238E27FC236}">
                    <a16:creationId xmlns:a16="http://schemas.microsoft.com/office/drawing/2014/main" id="{6887E9CC-309D-0431-168F-7EE94D6E89D6}"/>
                  </a:ext>
                </a:extLst>
              </p14:cNvPr>
              <p14:cNvContentPartPr/>
              <p14:nvPr/>
            </p14:nvContentPartPr>
            <p14:xfrm>
              <a:off x="10706328" y="4482504"/>
              <a:ext cx="3600" cy="19800"/>
            </p14:xfrm>
          </p:contentPart>
        </mc:Choice>
        <mc:Fallback xmlns="">
          <p:pic>
            <p:nvPicPr>
              <p:cNvPr id="296" name="Ink 295">
                <a:extLst>
                  <a:ext uri="{FF2B5EF4-FFF2-40B4-BE49-F238E27FC236}">
                    <a16:creationId xmlns:a16="http://schemas.microsoft.com/office/drawing/2014/main" id="{6887E9CC-309D-0431-168F-7EE94D6E89D6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10697328" y="4473504"/>
                <a:ext cx="2124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04F38965-A43B-920A-7B63-0A61A9EEE2C2}"/>
                  </a:ext>
                </a:extLst>
              </p14:cNvPr>
              <p14:cNvContentPartPr/>
              <p14:nvPr/>
            </p14:nvContentPartPr>
            <p14:xfrm>
              <a:off x="10729368" y="4604184"/>
              <a:ext cx="46440" cy="12672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04F38965-A43B-920A-7B63-0A61A9EEE2C2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10720368" y="4595544"/>
                <a:ext cx="64080" cy="144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5" name="Group 314">
            <a:extLst>
              <a:ext uri="{FF2B5EF4-FFF2-40B4-BE49-F238E27FC236}">
                <a16:creationId xmlns:a16="http://schemas.microsoft.com/office/drawing/2014/main" id="{1335FD7C-DCDC-1753-370F-90A48227335E}"/>
              </a:ext>
            </a:extLst>
          </p:cNvPr>
          <p:cNvGrpSpPr/>
          <p:nvPr/>
        </p:nvGrpSpPr>
        <p:grpSpPr>
          <a:xfrm>
            <a:off x="10504008" y="4830624"/>
            <a:ext cx="1089720" cy="309960"/>
            <a:chOff x="10504008" y="4830624"/>
            <a:chExt cx="1089720" cy="30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88699B9D-0A33-E9ED-72B8-4B8BC2D49649}"/>
                    </a:ext>
                  </a:extLst>
                </p14:cNvPr>
                <p14:cNvContentPartPr/>
                <p14:nvPr/>
              </p14:nvContentPartPr>
              <p14:xfrm>
                <a:off x="10504008" y="4887144"/>
                <a:ext cx="228600" cy="10692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88699B9D-0A33-E9ED-72B8-4B8BC2D49649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0495368" y="4878504"/>
                  <a:ext cx="24624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ED83DFA0-2527-E573-0C52-64E057752A97}"/>
                    </a:ext>
                  </a:extLst>
                </p14:cNvPr>
                <p14:cNvContentPartPr/>
                <p14:nvPr/>
              </p14:nvContentPartPr>
              <p14:xfrm>
                <a:off x="10831248" y="4882464"/>
                <a:ext cx="106920" cy="20340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ED83DFA0-2527-E573-0C52-64E057752A9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822248" y="4873824"/>
                  <a:ext cx="1245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7194D0D1-43A9-E1A0-D506-9FE8CB5C2B5D}"/>
                    </a:ext>
                  </a:extLst>
                </p14:cNvPr>
                <p14:cNvContentPartPr/>
                <p14:nvPr/>
              </p14:nvContentPartPr>
              <p14:xfrm>
                <a:off x="10889928" y="4830624"/>
                <a:ext cx="106920" cy="3528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7194D0D1-43A9-E1A0-D506-9FE8CB5C2B5D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0881288" y="4821984"/>
                  <a:ext cx="1245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807C0E5A-48AB-2A42-8AE5-F44EDCBB6494}"/>
                    </a:ext>
                  </a:extLst>
                </p14:cNvPr>
                <p14:cNvContentPartPr/>
                <p14:nvPr/>
              </p14:nvContentPartPr>
              <p14:xfrm>
                <a:off x="11003328" y="4891104"/>
                <a:ext cx="65520" cy="1483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807C0E5A-48AB-2A42-8AE5-F44EDCBB6494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0994688" y="4882464"/>
                  <a:ext cx="831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0ABFA03F-F2EF-3B4D-9E91-5E04A8D718F0}"/>
                    </a:ext>
                  </a:extLst>
                </p14:cNvPr>
                <p14:cNvContentPartPr/>
                <p14:nvPr/>
              </p14:nvContentPartPr>
              <p14:xfrm>
                <a:off x="11009088" y="4963824"/>
                <a:ext cx="259200" cy="226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0ABFA03F-F2EF-3B4D-9E91-5E04A8D718F0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1000088" y="4955184"/>
                  <a:ext cx="2768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6D5E7FD2-018E-65B9-204C-440769A9E5A6}"/>
                    </a:ext>
                  </a:extLst>
                </p14:cNvPr>
                <p14:cNvContentPartPr/>
                <p14:nvPr/>
              </p14:nvContentPartPr>
              <p14:xfrm>
                <a:off x="11227608" y="4935744"/>
                <a:ext cx="15840" cy="8172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6D5E7FD2-018E-65B9-204C-440769A9E5A6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1218968" y="4926744"/>
                  <a:ext cx="334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D8B2BF01-4DEB-7E75-DA2C-25C776E54CFF}"/>
                    </a:ext>
                  </a:extLst>
                </p14:cNvPr>
                <p14:cNvContentPartPr/>
                <p14:nvPr/>
              </p14:nvContentPartPr>
              <p14:xfrm>
                <a:off x="11348208" y="4942224"/>
                <a:ext cx="18360" cy="9144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D8B2BF01-4DEB-7E75-DA2C-25C776E54CFF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1339208" y="4933224"/>
                  <a:ext cx="3600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2D2A3E1A-F6A7-9D91-C1B7-0066EDD02BF2}"/>
                    </a:ext>
                  </a:extLst>
                </p14:cNvPr>
                <p14:cNvContentPartPr/>
                <p14:nvPr/>
              </p14:nvContentPartPr>
              <p14:xfrm>
                <a:off x="11434968" y="4876344"/>
                <a:ext cx="158760" cy="26424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2D2A3E1A-F6A7-9D91-C1B7-0066EDD02BF2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425968" y="4867704"/>
                  <a:ext cx="176400" cy="28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B7F65392-DE1D-95B7-B5A4-0FBEFDFDDDDA}"/>
              </a:ext>
            </a:extLst>
          </p:cNvPr>
          <p:cNvGrpSpPr/>
          <p:nvPr/>
        </p:nvGrpSpPr>
        <p:grpSpPr>
          <a:xfrm>
            <a:off x="10529568" y="5304024"/>
            <a:ext cx="1264680" cy="378720"/>
            <a:chOff x="10529568" y="5304024"/>
            <a:chExt cx="1264680" cy="37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201C0E3E-AC0C-8901-4FC4-6F8D8C2165B8}"/>
                    </a:ext>
                  </a:extLst>
                </p14:cNvPr>
                <p14:cNvContentPartPr/>
                <p14:nvPr/>
              </p14:nvContentPartPr>
              <p14:xfrm>
                <a:off x="10529568" y="5352624"/>
                <a:ext cx="179280" cy="8316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201C0E3E-AC0C-8901-4FC4-6F8D8C2165B8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0520928" y="5343624"/>
                  <a:ext cx="19692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39B9E179-21D8-ACE3-2806-C6D4B5C593CC}"/>
                    </a:ext>
                  </a:extLst>
                </p14:cNvPr>
                <p14:cNvContentPartPr/>
                <p14:nvPr/>
              </p14:nvContentPartPr>
              <p14:xfrm>
                <a:off x="10901448" y="5348304"/>
                <a:ext cx="110880" cy="2376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39B9E179-21D8-ACE3-2806-C6D4B5C593CC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0892808" y="5339664"/>
                  <a:ext cx="12852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6879BF82-77EC-1B88-F123-0A7B46C6498C}"/>
                    </a:ext>
                  </a:extLst>
                </p14:cNvPr>
                <p14:cNvContentPartPr/>
                <p14:nvPr/>
              </p14:nvContentPartPr>
              <p14:xfrm>
                <a:off x="10987128" y="5304024"/>
                <a:ext cx="101520" cy="2340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6879BF82-77EC-1B88-F123-0A7B46C6498C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0978488" y="5295384"/>
                  <a:ext cx="1191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092FD960-1AE1-D219-0671-90D3823675F8}"/>
                    </a:ext>
                  </a:extLst>
                </p14:cNvPr>
                <p14:cNvContentPartPr/>
                <p14:nvPr/>
              </p14:nvContentPartPr>
              <p14:xfrm>
                <a:off x="11167848" y="5389344"/>
                <a:ext cx="107640" cy="16920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092FD960-1AE1-D219-0671-90D3823675F8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1159208" y="5380344"/>
                  <a:ext cx="1252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C6E3D06D-160E-E6CA-1F9F-9BBD23C229FF}"/>
                    </a:ext>
                  </a:extLst>
                </p14:cNvPr>
                <p14:cNvContentPartPr/>
                <p14:nvPr/>
              </p14:nvContentPartPr>
              <p14:xfrm>
                <a:off x="11227968" y="5468544"/>
                <a:ext cx="227880" cy="3168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C6E3D06D-160E-E6CA-1F9F-9BBD23C229FF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1218968" y="5459544"/>
                  <a:ext cx="2455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F763293F-362D-0D09-0C8C-70FD45E9BFA3}"/>
                    </a:ext>
                  </a:extLst>
                </p14:cNvPr>
                <p14:cNvContentPartPr/>
                <p14:nvPr/>
              </p14:nvContentPartPr>
              <p14:xfrm>
                <a:off x="11404728" y="5465664"/>
                <a:ext cx="54720" cy="896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F763293F-362D-0D09-0C8C-70FD45E9BFA3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1396088" y="5457024"/>
                  <a:ext cx="7236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5B79EADD-7B40-AF7E-2303-DAA67EE70DD2}"/>
                    </a:ext>
                  </a:extLst>
                </p14:cNvPr>
                <p14:cNvContentPartPr/>
                <p14:nvPr/>
              </p14:nvContentPartPr>
              <p14:xfrm>
                <a:off x="11551608" y="5466384"/>
                <a:ext cx="84600" cy="9144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5B79EADD-7B40-AF7E-2303-DAA67EE70DD2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1542968" y="5457384"/>
                  <a:ext cx="10224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7546A146-A610-1DCF-D822-84AF47401CA4}"/>
                    </a:ext>
                  </a:extLst>
                </p14:cNvPr>
                <p14:cNvContentPartPr/>
                <p14:nvPr/>
              </p14:nvContentPartPr>
              <p14:xfrm>
                <a:off x="11493288" y="5422464"/>
                <a:ext cx="300960" cy="26028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7546A146-A610-1DCF-D822-84AF47401CA4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1484288" y="5413824"/>
                  <a:ext cx="318600" cy="277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329" name="Ink 328">
                <a:extLst>
                  <a:ext uri="{FF2B5EF4-FFF2-40B4-BE49-F238E27FC236}">
                    <a16:creationId xmlns:a16="http://schemas.microsoft.com/office/drawing/2014/main" id="{BEF2CB32-C48C-81AD-4D3D-034E399B0F62}"/>
                  </a:ext>
                </a:extLst>
              </p14:cNvPr>
              <p14:cNvContentPartPr/>
              <p14:nvPr/>
            </p14:nvContentPartPr>
            <p14:xfrm>
              <a:off x="9616248" y="6167304"/>
              <a:ext cx="501480" cy="405360"/>
            </p14:xfrm>
          </p:contentPart>
        </mc:Choice>
        <mc:Fallback xmlns="">
          <p:pic>
            <p:nvPicPr>
              <p:cNvPr id="329" name="Ink 328">
                <a:extLst>
                  <a:ext uri="{FF2B5EF4-FFF2-40B4-BE49-F238E27FC236}">
                    <a16:creationId xmlns:a16="http://schemas.microsoft.com/office/drawing/2014/main" id="{BEF2CB32-C48C-81AD-4D3D-034E399B0F62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9607608" y="6158664"/>
                <a:ext cx="519120" cy="423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40" name="Group 339">
            <a:extLst>
              <a:ext uri="{FF2B5EF4-FFF2-40B4-BE49-F238E27FC236}">
                <a16:creationId xmlns:a16="http://schemas.microsoft.com/office/drawing/2014/main" id="{5D83FBB3-11DF-479A-CAA4-E13AB12D332C}"/>
              </a:ext>
            </a:extLst>
          </p:cNvPr>
          <p:cNvGrpSpPr/>
          <p:nvPr/>
        </p:nvGrpSpPr>
        <p:grpSpPr>
          <a:xfrm>
            <a:off x="5411088" y="6122664"/>
            <a:ext cx="4280400" cy="746640"/>
            <a:chOff x="5411088" y="6122664"/>
            <a:chExt cx="4280400" cy="74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4A901AA9-FAB4-B01F-B6F0-2833E9AEBB7C}"/>
                    </a:ext>
                  </a:extLst>
                </p14:cNvPr>
                <p14:cNvContentPartPr/>
                <p14:nvPr/>
              </p14:nvContentPartPr>
              <p14:xfrm>
                <a:off x="5434488" y="6167304"/>
                <a:ext cx="54000" cy="34308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4A901AA9-FAB4-B01F-B6F0-2833E9AEBB7C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5425848" y="6158664"/>
                  <a:ext cx="7164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B5427729-FEF9-F947-1D79-AFFC133756F9}"/>
                    </a:ext>
                  </a:extLst>
                </p14:cNvPr>
                <p14:cNvContentPartPr/>
                <p14:nvPr/>
              </p14:nvContentPartPr>
              <p14:xfrm>
                <a:off x="5426208" y="6122664"/>
                <a:ext cx="4244400" cy="3193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B5427729-FEF9-F947-1D79-AFFC133756F9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5417568" y="6114024"/>
                  <a:ext cx="426204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42205213-A26A-B559-BB22-D9608E88AEA1}"/>
                    </a:ext>
                  </a:extLst>
                </p14:cNvPr>
                <p14:cNvContentPartPr/>
                <p14:nvPr/>
              </p14:nvContentPartPr>
              <p14:xfrm>
                <a:off x="5490288" y="6478704"/>
                <a:ext cx="3946320" cy="763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42205213-A26A-B559-BB22-D9608E88AEA1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481648" y="6469704"/>
                  <a:ext cx="396396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903CEA76-4CA0-D15A-63C8-B36910E6B8A5}"/>
                    </a:ext>
                  </a:extLst>
                </p14:cNvPr>
                <p14:cNvContentPartPr/>
                <p14:nvPr/>
              </p14:nvContentPartPr>
              <p14:xfrm>
                <a:off x="8916768" y="6530544"/>
                <a:ext cx="774720" cy="3204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903CEA76-4CA0-D15A-63C8-B36910E6B8A5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8907768" y="6521544"/>
                  <a:ext cx="79236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40C2AE56-3681-63D9-1C19-D285DA8A0101}"/>
                    </a:ext>
                  </a:extLst>
                </p14:cNvPr>
                <p14:cNvContentPartPr/>
                <p14:nvPr/>
              </p14:nvContentPartPr>
              <p14:xfrm>
                <a:off x="5881968" y="6143184"/>
                <a:ext cx="48600" cy="4258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40C2AE56-3681-63D9-1C19-D285DA8A0101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5873328" y="6134544"/>
                  <a:ext cx="6624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156FFFC6-C9C5-B0E3-F6A2-08C47DFA5B27}"/>
                    </a:ext>
                  </a:extLst>
                </p14:cNvPr>
                <p14:cNvContentPartPr/>
                <p14:nvPr/>
              </p14:nvContentPartPr>
              <p14:xfrm>
                <a:off x="6446448" y="6153624"/>
                <a:ext cx="8640" cy="36684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156FFFC6-C9C5-B0E3-F6A2-08C47DFA5B27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437448" y="6144624"/>
                  <a:ext cx="2628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50A57339-DEEF-63CC-F2E5-FEFC3D6B5F80}"/>
                    </a:ext>
                  </a:extLst>
                </p14:cNvPr>
                <p14:cNvContentPartPr/>
                <p14:nvPr/>
              </p14:nvContentPartPr>
              <p14:xfrm>
                <a:off x="7000488" y="6126624"/>
                <a:ext cx="11520" cy="40032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50A57339-DEEF-63CC-F2E5-FEFC3D6B5F80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991488" y="6117624"/>
                  <a:ext cx="2916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4F812D7C-1496-6A2E-420E-6E414AC9EC8A}"/>
                    </a:ext>
                  </a:extLst>
                </p14:cNvPr>
                <p14:cNvContentPartPr/>
                <p14:nvPr/>
              </p14:nvContentPartPr>
              <p14:xfrm>
                <a:off x="7522848" y="6206544"/>
                <a:ext cx="42480" cy="32148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4F812D7C-1496-6A2E-420E-6E414AC9EC8A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7513848" y="6197904"/>
                  <a:ext cx="601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2892DD63-D4AA-1227-F14B-ECBFD459CE2B}"/>
                    </a:ext>
                  </a:extLst>
                </p14:cNvPr>
                <p14:cNvContentPartPr/>
                <p14:nvPr/>
              </p14:nvContentPartPr>
              <p14:xfrm>
                <a:off x="8021088" y="6189984"/>
                <a:ext cx="64440" cy="33876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2892DD63-D4AA-1227-F14B-ECBFD459CE2B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012088" y="6180984"/>
                  <a:ext cx="8208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DFEC0FA8-D63E-288C-F456-8A332BFEDFAD}"/>
                    </a:ext>
                  </a:extLst>
                </p14:cNvPr>
                <p14:cNvContentPartPr/>
                <p14:nvPr/>
              </p14:nvContentPartPr>
              <p14:xfrm>
                <a:off x="8593128" y="6251544"/>
                <a:ext cx="59760" cy="2764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DFEC0FA8-D63E-288C-F456-8A332BFEDFAD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584128" y="6242904"/>
                  <a:ext cx="7740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1FD3F37F-553F-E750-B2CD-C2A06CEFEFFE}"/>
                    </a:ext>
                  </a:extLst>
                </p14:cNvPr>
                <p14:cNvContentPartPr/>
                <p14:nvPr/>
              </p14:nvContentPartPr>
              <p14:xfrm>
                <a:off x="9078048" y="6270264"/>
                <a:ext cx="50400" cy="34056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1FD3F37F-553F-E750-B2CD-C2A06CEFEFFE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9069048" y="6261264"/>
                  <a:ext cx="6804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DE3008D4-1FF1-28BB-1296-84C1102ADDA9}"/>
                    </a:ext>
                  </a:extLst>
                </p14:cNvPr>
                <p14:cNvContentPartPr/>
                <p14:nvPr/>
              </p14:nvContentPartPr>
              <p14:xfrm>
                <a:off x="5411088" y="6742944"/>
                <a:ext cx="112320" cy="12636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DE3008D4-1FF1-28BB-1296-84C1102ADDA9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5402088" y="6733944"/>
                  <a:ext cx="1299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0D1FCE63-CFB6-941F-4D37-D6EE09116263}"/>
                    </a:ext>
                  </a:extLst>
                </p14:cNvPr>
                <p14:cNvContentPartPr/>
                <p14:nvPr/>
              </p14:nvContentPartPr>
              <p14:xfrm>
                <a:off x="5582448" y="6755544"/>
                <a:ext cx="159480" cy="6228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0D1FCE63-CFB6-941F-4D37-D6EE09116263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5573808" y="6746544"/>
                  <a:ext cx="17712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DE435D58-BEA4-2C85-3D41-07CDD18B4BF3}"/>
                    </a:ext>
                  </a:extLst>
                </p14:cNvPr>
                <p14:cNvContentPartPr/>
                <p14:nvPr/>
              </p14:nvContentPartPr>
              <p14:xfrm>
                <a:off x="6070608" y="6628464"/>
                <a:ext cx="357480" cy="1936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DE435D58-BEA4-2C85-3D41-07CDD18B4BF3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6061608" y="6619464"/>
                  <a:ext cx="37512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D95AFD20-B66D-5382-947E-A1E7E78922A9}"/>
                    </a:ext>
                  </a:extLst>
                </p14:cNvPr>
                <p14:cNvContentPartPr/>
                <p14:nvPr/>
              </p14:nvContentPartPr>
              <p14:xfrm>
                <a:off x="6424488" y="6742224"/>
                <a:ext cx="97200" cy="4212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D95AFD20-B66D-5382-947E-A1E7E78922A9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6415488" y="6733224"/>
                  <a:ext cx="11484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715F5927-1E7F-F635-2E4D-A609D32AED60}"/>
                    </a:ext>
                  </a:extLst>
                </p14:cNvPr>
                <p14:cNvContentPartPr/>
                <p14:nvPr/>
              </p14:nvContentPartPr>
              <p14:xfrm>
                <a:off x="6754968" y="6716304"/>
                <a:ext cx="296640" cy="954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715F5927-1E7F-F635-2E4D-A609D32AED60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6745968" y="6707664"/>
                  <a:ext cx="31428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9DF826BF-EB32-603C-C594-C07CE3221CD5}"/>
                    </a:ext>
                  </a:extLst>
                </p14:cNvPr>
                <p14:cNvContentPartPr/>
                <p14:nvPr/>
              </p14:nvContentPartPr>
              <p14:xfrm>
                <a:off x="7136208" y="6741144"/>
                <a:ext cx="221760" cy="7812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9DF826BF-EB32-603C-C594-C07CE3221CD5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7127208" y="6732144"/>
                  <a:ext cx="2394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9C5DE9C2-365D-7F90-EF7B-2967A7D13EB0}"/>
                    </a:ext>
                  </a:extLst>
                </p14:cNvPr>
                <p14:cNvContentPartPr/>
                <p14:nvPr/>
              </p14:nvContentPartPr>
              <p14:xfrm>
                <a:off x="7432488" y="6664464"/>
                <a:ext cx="128520" cy="14220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9C5DE9C2-365D-7F90-EF7B-2967A7D13EB0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7423848" y="6655464"/>
                  <a:ext cx="1461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69F214F3-EA5E-9531-98BF-84466C0B182B}"/>
                    </a:ext>
                  </a:extLst>
                </p14:cNvPr>
                <p14:cNvContentPartPr/>
                <p14:nvPr/>
              </p14:nvContentPartPr>
              <p14:xfrm>
                <a:off x="7601328" y="6717744"/>
                <a:ext cx="88920" cy="13680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69F214F3-EA5E-9531-98BF-84466C0B182B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7592688" y="6709104"/>
                  <a:ext cx="1065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FFA22376-A5C2-2ECA-07C0-D2CB68916989}"/>
                    </a:ext>
                  </a:extLst>
                </p14:cNvPr>
                <p14:cNvContentPartPr/>
                <p14:nvPr/>
              </p14:nvContentPartPr>
              <p14:xfrm>
                <a:off x="7823088" y="6849144"/>
                <a:ext cx="26640" cy="1620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FFA22376-A5C2-2ECA-07C0-D2CB68916989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7814448" y="6840504"/>
                  <a:ext cx="4428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D5B7C125-3A57-F0DC-7998-8064A639C297}"/>
              </a:ext>
            </a:extLst>
          </p:cNvPr>
          <p:cNvGrpSpPr/>
          <p:nvPr/>
        </p:nvGrpSpPr>
        <p:grpSpPr>
          <a:xfrm>
            <a:off x="2548008" y="6218424"/>
            <a:ext cx="1828800" cy="650160"/>
            <a:chOff x="2548008" y="6218424"/>
            <a:chExt cx="1828800" cy="65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EA66F704-14AF-9E44-7CC5-9127D24F0843}"/>
                    </a:ext>
                  </a:extLst>
                </p14:cNvPr>
                <p14:cNvContentPartPr/>
                <p14:nvPr/>
              </p14:nvContentPartPr>
              <p14:xfrm>
                <a:off x="2558808" y="6231744"/>
                <a:ext cx="14760" cy="16092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EA66F704-14AF-9E44-7CC5-9127D24F0843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2550168" y="6222744"/>
                  <a:ext cx="324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8CF26263-D790-7163-03A0-BEAEF8381B01}"/>
                    </a:ext>
                  </a:extLst>
                </p14:cNvPr>
                <p14:cNvContentPartPr/>
                <p14:nvPr/>
              </p14:nvContentPartPr>
              <p14:xfrm>
                <a:off x="2548008" y="6254064"/>
                <a:ext cx="5400" cy="2700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8CF26263-D790-7163-03A0-BEAEF8381B01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2539368" y="6245064"/>
                  <a:ext cx="230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84865A99-F71A-9269-4342-A258CE7F4033}"/>
                    </a:ext>
                  </a:extLst>
                </p14:cNvPr>
                <p14:cNvContentPartPr/>
                <p14:nvPr/>
              </p14:nvContentPartPr>
              <p14:xfrm>
                <a:off x="2558448" y="6218424"/>
                <a:ext cx="351000" cy="18432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84865A99-F71A-9269-4342-A258CE7F4033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2549448" y="6209424"/>
                  <a:ext cx="3686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210D039B-C9A0-EAC2-6744-12EC88278C35}"/>
                    </a:ext>
                  </a:extLst>
                </p14:cNvPr>
                <p14:cNvContentPartPr/>
                <p14:nvPr/>
              </p14:nvContentPartPr>
              <p14:xfrm>
                <a:off x="2991528" y="6322824"/>
                <a:ext cx="16560" cy="4392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210D039B-C9A0-EAC2-6744-12EC88278C35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2982888" y="6313824"/>
                  <a:ext cx="342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C5319A69-38E8-4698-45CD-90F919B72269}"/>
                    </a:ext>
                  </a:extLst>
                </p14:cNvPr>
                <p14:cNvContentPartPr/>
                <p14:nvPr/>
              </p14:nvContentPartPr>
              <p14:xfrm>
                <a:off x="3060648" y="6303024"/>
                <a:ext cx="147600" cy="543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C5319A69-38E8-4698-45CD-90F919B72269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052008" y="6294384"/>
                  <a:ext cx="16524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DB9A5799-20C5-0CF3-575F-C5F95043FE6B}"/>
                    </a:ext>
                  </a:extLst>
                </p14:cNvPr>
                <p14:cNvContentPartPr/>
                <p14:nvPr/>
              </p14:nvContentPartPr>
              <p14:xfrm>
                <a:off x="2564208" y="6387984"/>
                <a:ext cx="977040" cy="11052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DB9A5799-20C5-0CF3-575F-C5F95043FE6B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2555568" y="6378984"/>
                  <a:ext cx="9946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2BC43BFD-F72C-4134-96E3-47B2D7B6A8EE}"/>
                    </a:ext>
                  </a:extLst>
                </p14:cNvPr>
                <p14:cNvContentPartPr/>
                <p14:nvPr/>
              </p14:nvContentPartPr>
              <p14:xfrm>
                <a:off x="3144888" y="6470424"/>
                <a:ext cx="142560" cy="12240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2BC43BFD-F72C-4134-96E3-47B2D7B6A8EE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3135888" y="6461424"/>
                  <a:ext cx="1602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E82E36F7-EDAB-365E-76F5-4F57F8BAC596}"/>
                    </a:ext>
                  </a:extLst>
                </p14:cNvPr>
                <p14:cNvContentPartPr/>
                <p14:nvPr/>
              </p14:nvContentPartPr>
              <p14:xfrm>
                <a:off x="3380328" y="6459624"/>
                <a:ext cx="91440" cy="11160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E82E36F7-EDAB-365E-76F5-4F57F8BAC596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3371688" y="6450624"/>
                  <a:ext cx="10908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BB058D15-D5D0-7238-542E-A87A02878F28}"/>
                    </a:ext>
                  </a:extLst>
                </p14:cNvPr>
                <p14:cNvContentPartPr/>
                <p14:nvPr/>
              </p14:nvContentPartPr>
              <p14:xfrm>
                <a:off x="3622968" y="6436944"/>
                <a:ext cx="92160" cy="12708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BB058D15-D5D0-7238-542E-A87A02878F28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3614328" y="6427944"/>
                  <a:ext cx="1098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A858884C-22F1-800A-9EF5-D775DF9D4DFD}"/>
                    </a:ext>
                  </a:extLst>
                </p14:cNvPr>
                <p14:cNvContentPartPr/>
                <p14:nvPr/>
              </p14:nvContentPartPr>
              <p14:xfrm>
                <a:off x="3835728" y="6573744"/>
                <a:ext cx="10080" cy="1764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A858884C-22F1-800A-9EF5-D775DF9D4DFD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3827088" y="6564744"/>
                  <a:ext cx="2772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848041D8-AFB6-4514-F84B-11FE48AF76D6}"/>
                    </a:ext>
                  </a:extLst>
                </p14:cNvPr>
                <p14:cNvContentPartPr/>
                <p14:nvPr/>
              </p14:nvContentPartPr>
              <p14:xfrm>
                <a:off x="3370608" y="6437304"/>
                <a:ext cx="135360" cy="13140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848041D8-AFB6-4514-F84B-11FE48AF76D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3361968" y="6428304"/>
                  <a:ext cx="1530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5AD8107D-8074-ABDD-F121-AE5588B0C556}"/>
                    </a:ext>
                  </a:extLst>
                </p14:cNvPr>
                <p14:cNvContentPartPr/>
                <p14:nvPr/>
              </p14:nvContentPartPr>
              <p14:xfrm>
                <a:off x="3509568" y="6556104"/>
                <a:ext cx="360" cy="36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5AD8107D-8074-ABDD-F121-AE5588B0C55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500568" y="654746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FDE5394B-E339-D6EC-90D7-3FD9989FD181}"/>
                    </a:ext>
                  </a:extLst>
                </p14:cNvPr>
                <p14:cNvContentPartPr/>
                <p14:nvPr/>
              </p14:nvContentPartPr>
              <p14:xfrm>
                <a:off x="3238128" y="6683904"/>
                <a:ext cx="38880" cy="5364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FDE5394B-E339-D6EC-90D7-3FD9989FD181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3229128" y="6675264"/>
                  <a:ext cx="5652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9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E416C13C-7E8D-71FE-6B94-F1703643B216}"/>
                    </a:ext>
                  </a:extLst>
                </p14:cNvPr>
                <p14:cNvContentPartPr/>
                <p14:nvPr/>
              </p14:nvContentPartPr>
              <p14:xfrm>
                <a:off x="3559608" y="6637464"/>
                <a:ext cx="84960" cy="7920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E416C13C-7E8D-71FE-6B94-F1703643B216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3550968" y="6628464"/>
                  <a:ext cx="1026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989D3206-21DB-ED38-AAB0-B14620749750}"/>
                    </a:ext>
                  </a:extLst>
                </p14:cNvPr>
                <p14:cNvContentPartPr/>
                <p14:nvPr/>
              </p14:nvContentPartPr>
              <p14:xfrm>
                <a:off x="3834288" y="6645024"/>
                <a:ext cx="42120" cy="5184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989D3206-21DB-ED38-AAB0-B14620749750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3825648" y="6636384"/>
                  <a:ext cx="597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AA2503A5-A7C3-C0A3-8492-0FD76A91570C}"/>
                    </a:ext>
                  </a:extLst>
                </p14:cNvPr>
                <p14:cNvContentPartPr/>
                <p14:nvPr/>
              </p14:nvContentPartPr>
              <p14:xfrm>
                <a:off x="3379248" y="6780024"/>
                <a:ext cx="54720" cy="6264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AA2503A5-A7C3-C0A3-8492-0FD76A91570C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3370608" y="6771384"/>
                  <a:ext cx="723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03BDE66E-A7A4-F481-9CA7-BF56BD1FEA8E}"/>
                    </a:ext>
                  </a:extLst>
                </p14:cNvPr>
                <p14:cNvContentPartPr/>
                <p14:nvPr/>
              </p14:nvContentPartPr>
              <p14:xfrm>
                <a:off x="3633408" y="6787584"/>
                <a:ext cx="27000" cy="662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03BDE66E-A7A4-F481-9CA7-BF56BD1FEA8E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3624408" y="6778944"/>
                  <a:ext cx="4464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F3F7EE28-192E-D76D-9454-07852DBF17DA}"/>
                    </a:ext>
                  </a:extLst>
                </p14:cNvPr>
                <p14:cNvContentPartPr/>
                <p14:nvPr/>
              </p14:nvContentPartPr>
              <p14:xfrm>
                <a:off x="3864528" y="6751584"/>
                <a:ext cx="74880" cy="6912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F3F7EE28-192E-D76D-9454-07852DBF17DA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3855528" y="6742584"/>
                  <a:ext cx="9252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7D8642D5-0E42-23DF-E22C-F2ECA5549534}"/>
                    </a:ext>
                  </a:extLst>
                </p14:cNvPr>
                <p14:cNvContentPartPr/>
                <p14:nvPr/>
              </p14:nvContentPartPr>
              <p14:xfrm>
                <a:off x="4075848" y="6814584"/>
                <a:ext cx="41040" cy="5076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7D8642D5-0E42-23DF-E22C-F2ECA5549534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4067208" y="6805584"/>
                  <a:ext cx="586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1F84637F-5B66-D8BC-FE4C-5D16E5E62F70}"/>
                    </a:ext>
                  </a:extLst>
                </p14:cNvPr>
                <p14:cNvContentPartPr/>
                <p14:nvPr/>
              </p14:nvContentPartPr>
              <p14:xfrm>
                <a:off x="4211568" y="6782184"/>
                <a:ext cx="54360" cy="5436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1F84637F-5B66-D8BC-FE4C-5D16E5E62F70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4202568" y="6773184"/>
                  <a:ext cx="7200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A1E66431-F89F-D71D-C9C4-4210A68DE2AB}"/>
                    </a:ext>
                  </a:extLst>
                </p14:cNvPr>
                <p14:cNvContentPartPr/>
                <p14:nvPr/>
              </p14:nvContentPartPr>
              <p14:xfrm>
                <a:off x="4075848" y="6786504"/>
                <a:ext cx="68760" cy="8208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A1E66431-F89F-D71D-C9C4-4210A68DE2AB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4067208" y="6777504"/>
                  <a:ext cx="8640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32E7DAD8-F58E-AD06-5DD4-B49A6B8569EC}"/>
                    </a:ext>
                  </a:extLst>
                </p14:cNvPr>
                <p14:cNvContentPartPr/>
                <p14:nvPr/>
              </p14:nvContentPartPr>
              <p14:xfrm>
                <a:off x="4349088" y="6724224"/>
                <a:ext cx="27720" cy="1278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32E7DAD8-F58E-AD06-5DD4-B49A6B8569EC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4340448" y="6715584"/>
                  <a:ext cx="45360" cy="145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25309024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CD21E2-4088-D2C4-C227-FA3A923B4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19C46CB1-7F59-82B4-32BD-FA645B49E652}"/>
                  </a:ext>
                </a:extLst>
              </p14:cNvPr>
              <p14:cNvContentPartPr/>
              <p14:nvPr/>
            </p14:nvContentPartPr>
            <p14:xfrm>
              <a:off x="5864328" y="3184704"/>
              <a:ext cx="6120" cy="2520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19C46CB1-7F59-82B4-32BD-FA645B49E65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855828" y="3175704"/>
                <a:ext cx="2278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14:cNvPr>
              <p14:cNvContentPartPr/>
              <p14:nvPr/>
            </p14:nvContentPartPr>
            <p14:xfrm>
              <a:off x="6628248" y="3344904"/>
              <a:ext cx="20160" cy="144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FDF48028-953F-6969-4BBA-7B1289C540E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19248" y="3337704"/>
                <a:ext cx="37800" cy="15552"/>
              </a:xfrm>
              <a:prstGeom prst="rect">
                <a:avLst/>
              </a:prstGeom>
            </p:spPr>
          </p:pic>
        </mc:Fallback>
      </mc:AlternateContent>
      <p:grpSp>
        <p:nvGrpSpPr>
          <p:cNvPr id="7" name="Group 6">
            <a:extLst>
              <a:ext uri="{FF2B5EF4-FFF2-40B4-BE49-F238E27FC236}">
                <a16:creationId xmlns:a16="http://schemas.microsoft.com/office/drawing/2014/main" id="{C5E7EF62-9E35-2505-BB53-9689F1F0FAB0}"/>
              </a:ext>
            </a:extLst>
          </p:cNvPr>
          <p:cNvGrpSpPr/>
          <p:nvPr/>
        </p:nvGrpSpPr>
        <p:grpSpPr>
          <a:xfrm>
            <a:off x="2644488" y="892584"/>
            <a:ext cx="972360" cy="385560"/>
            <a:chOff x="2644488" y="892584"/>
            <a:chExt cx="972360" cy="38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97074ED1-DAF5-C5D2-51A6-D90D394BFCB7}"/>
                    </a:ext>
                  </a:extLst>
                </p14:cNvPr>
                <p14:cNvContentPartPr/>
                <p14:nvPr/>
              </p14:nvContentPartPr>
              <p14:xfrm>
                <a:off x="2644488" y="892584"/>
                <a:ext cx="205200" cy="3697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97074ED1-DAF5-C5D2-51A6-D90D394BFCB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635848" y="883944"/>
                  <a:ext cx="22284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4386E1D7-6EBD-F1F4-7DB5-0A35330A4324}"/>
                    </a:ext>
                  </a:extLst>
                </p14:cNvPr>
                <p14:cNvContentPartPr/>
                <p14:nvPr/>
              </p14:nvContentPartPr>
              <p14:xfrm>
                <a:off x="2858688" y="1095264"/>
                <a:ext cx="305640" cy="1828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4386E1D7-6EBD-F1F4-7DB5-0A35330A432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849688" y="1086624"/>
                  <a:ext cx="3232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E2A51218-7840-0D67-EDEB-9078BB1923C8}"/>
                    </a:ext>
                  </a:extLst>
                </p14:cNvPr>
                <p14:cNvContentPartPr/>
                <p14:nvPr/>
              </p14:nvContentPartPr>
              <p14:xfrm>
                <a:off x="3269448" y="1027944"/>
                <a:ext cx="169920" cy="1443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E2A51218-7840-0D67-EDEB-9078BB1923C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260448" y="1019304"/>
                  <a:ext cx="18756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34AFEDA1-493F-50D4-F5B0-2D318D1684F5}"/>
                    </a:ext>
                  </a:extLst>
                </p14:cNvPr>
                <p14:cNvContentPartPr/>
                <p14:nvPr/>
              </p14:nvContentPartPr>
              <p14:xfrm>
                <a:off x="3576168" y="1114704"/>
                <a:ext cx="40680" cy="90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34AFEDA1-493F-50D4-F5B0-2D318D1684F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567168" y="1105704"/>
                  <a:ext cx="58320" cy="2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91DB4F3-6330-FC2D-6511-988DFAF9673D}"/>
              </a:ext>
            </a:extLst>
          </p:cNvPr>
          <p:cNvGrpSpPr/>
          <p:nvPr/>
        </p:nvGrpSpPr>
        <p:grpSpPr>
          <a:xfrm>
            <a:off x="2365128" y="1419984"/>
            <a:ext cx="1362240" cy="628200"/>
            <a:chOff x="2365128" y="1419984"/>
            <a:chExt cx="1362240" cy="62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72A7D743-CF65-B1E7-7651-04C313D80307}"/>
                    </a:ext>
                  </a:extLst>
                </p14:cNvPr>
                <p14:cNvContentPartPr/>
                <p14:nvPr/>
              </p14:nvContentPartPr>
              <p14:xfrm>
                <a:off x="2365128" y="1630224"/>
                <a:ext cx="229680" cy="4129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72A7D743-CF65-B1E7-7651-04C313D8030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356128" y="1621584"/>
                  <a:ext cx="24732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3615F805-B86F-4DEE-4B7A-25D9B1DC4DE7}"/>
                    </a:ext>
                  </a:extLst>
                </p14:cNvPr>
                <p14:cNvContentPartPr/>
                <p14:nvPr/>
              </p14:nvContentPartPr>
              <p14:xfrm>
                <a:off x="2417688" y="1630944"/>
                <a:ext cx="243720" cy="529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3615F805-B86F-4DEE-4B7A-25D9B1DC4DE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409048" y="1621944"/>
                  <a:ext cx="26136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275E2561-8640-7292-4211-3E28C5F502FF}"/>
                    </a:ext>
                  </a:extLst>
                </p14:cNvPr>
                <p14:cNvContentPartPr/>
                <p14:nvPr/>
              </p14:nvContentPartPr>
              <p14:xfrm>
                <a:off x="2744568" y="1740024"/>
                <a:ext cx="106200" cy="1267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275E2561-8640-7292-4211-3E28C5F502F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35928" y="1731384"/>
                  <a:ext cx="1238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397E33F5-2DE2-EAAE-895B-B0267A1A596B}"/>
                    </a:ext>
                  </a:extLst>
                </p14:cNvPr>
                <p14:cNvContentPartPr/>
                <p14:nvPr/>
              </p14:nvContentPartPr>
              <p14:xfrm>
                <a:off x="3149208" y="1746504"/>
                <a:ext cx="49320" cy="1602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397E33F5-2DE2-EAAE-895B-B0267A1A596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140208" y="1737864"/>
                  <a:ext cx="669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14B66CFA-385E-BA9D-8C6A-D2727486BE93}"/>
                    </a:ext>
                  </a:extLst>
                </p14:cNvPr>
                <p14:cNvContentPartPr/>
                <p14:nvPr/>
              </p14:nvContentPartPr>
              <p14:xfrm>
                <a:off x="3383928" y="1747224"/>
                <a:ext cx="64800" cy="1274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14B66CFA-385E-BA9D-8C6A-D2727486BE9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374928" y="1738224"/>
                  <a:ext cx="824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0AAD2D1F-4244-23F6-89BD-C2A6DC1126C4}"/>
                    </a:ext>
                  </a:extLst>
                </p14:cNvPr>
                <p14:cNvContentPartPr/>
                <p14:nvPr/>
              </p14:nvContentPartPr>
              <p14:xfrm>
                <a:off x="3510288" y="1650384"/>
                <a:ext cx="217080" cy="3978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0AAD2D1F-4244-23F6-89BD-C2A6DC1126C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01288" y="1641744"/>
                  <a:ext cx="234720" cy="41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A18A44CA-27DB-6F00-4F67-776E3F7C4AE8}"/>
                    </a:ext>
                  </a:extLst>
                </p14:cNvPr>
                <p14:cNvContentPartPr/>
                <p14:nvPr/>
              </p14:nvContentPartPr>
              <p14:xfrm>
                <a:off x="2946528" y="1419984"/>
                <a:ext cx="4320" cy="1314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A18A44CA-27DB-6F00-4F67-776E3F7C4AE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937888" y="1410984"/>
                  <a:ext cx="219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F6FADDE3-BA0F-4B92-B718-E80B9EF84059}"/>
                    </a:ext>
                  </a:extLst>
                </p14:cNvPr>
                <p14:cNvContentPartPr/>
                <p14:nvPr/>
              </p14:nvContentPartPr>
              <p14:xfrm>
                <a:off x="3084768" y="1434384"/>
                <a:ext cx="149760" cy="1000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F6FADDE3-BA0F-4B92-B718-E80B9EF84059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075768" y="1425384"/>
                  <a:ext cx="16740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F53BFCC0-625F-1D99-2DC1-E0587B6C5FB6}"/>
                    </a:ext>
                  </a:extLst>
                </p14:cNvPr>
                <p14:cNvContentPartPr/>
                <p14:nvPr/>
              </p14:nvContentPartPr>
              <p14:xfrm>
                <a:off x="3130488" y="1448424"/>
                <a:ext cx="98280" cy="1332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F53BFCC0-625F-1D99-2DC1-E0587B6C5FB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121488" y="1439784"/>
                  <a:ext cx="1159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7E0E026F-738A-F0E1-32BF-92D99E6188CE}"/>
                    </a:ext>
                  </a:extLst>
                </p14:cNvPr>
                <p14:cNvContentPartPr/>
                <p14:nvPr/>
              </p14:nvContentPartPr>
              <p14:xfrm>
                <a:off x="3301128" y="1429704"/>
                <a:ext cx="167400" cy="1292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7E0E026F-738A-F0E1-32BF-92D99E6188C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292488" y="1421064"/>
                  <a:ext cx="185040" cy="14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AED0300-24EF-30B2-D05A-A1E7D082F1BA}"/>
              </a:ext>
            </a:extLst>
          </p:cNvPr>
          <p:cNvGrpSpPr/>
          <p:nvPr/>
        </p:nvGrpSpPr>
        <p:grpSpPr>
          <a:xfrm>
            <a:off x="5180328" y="805104"/>
            <a:ext cx="703800" cy="318600"/>
            <a:chOff x="5180328" y="805104"/>
            <a:chExt cx="703800" cy="31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1D69EBFF-7711-1412-87C2-BD3A298518ED}"/>
                    </a:ext>
                  </a:extLst>
                </p14:cNvPr>
                <p14:cNvContentPartPr/>
                <p14:nvPr/>
              </p14:nvContentPartPr>
              <p14:xfrm>
                <a:off x="5180328" y="805104"/>
                <a:ext cx="493920" cy="3186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1D69EBFF-7711-1412-87C2-BD3A298518E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171328" y="796104"/>
                  <a:ext cx="51156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FAF37084-8779-607D-1A63-B82DE3D93361}"/>
                    </a:ext>
                  </a:extLst>
                </p14:cNvPr>
                <p14:cNvContentPartPr/>
                <p14:nvPr/>
              </p14:nvContentPartPr>
              <p14:xfrm>
                <a:off x="5686128" y="976464"/>
                <a:ext cx="198000" cy="442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FAF37084-8779-607D-1A63-B82DE3D9336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677128" y="967824"/>
                  <a:ext cx="215640" cy="61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8736B69-F6D1-C3CE-0D5B-ED878DB54D24}"/>
                  </a:ext>
                </a:extLst>
              </p14:cNvPr>
              <p14:cNvContentPartPr/>
              <p14:nvPr/>
            </p14:nvContentPartPr>
            <p14:xfrm>
              <a:off x="4961808" y="1497744"/>
              <a:ext cx="118080" cy="1932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8736B69-F6D1-C3CE-0D5B-ED878DB54D24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952808" y="1488744"/>
                <a:ext cx="135720" cy="1950120"/>
              </a:xfrm>
              <a:prstGeom prst="rect">
                <a:avLst/>
              </a:prstGeom>
            </p:spPr>
          </p:pic>
        </mc:Fallback>
      </mc:AlternateContent>
      <p:grpSp>
        <p:nvGrpSpPr>
          <p:cNvPr id="32" name="Group 31">
            <a:extLst>
              <a:ext uri="{FF2B5EF4-FFF2-40B4-BE49-F238E27FC236}">
                <a16:creationId xmlns:a16="http://schemas.microsoft.com/office/drawing/2014/main" id="{AD86BE95-9664-E14A-A538-8497E17D8DA9}"/>
              </a:ext>
            </a:extLst>
          </p:cNvPr>
          <p:cNvGrpSpPr/>
          <p:nvPr/>
        </p:nvGrpSpPr>
        <p:grpSpPr>
          <a:xfrm>
            <a:off x="5478048" y="1263024"/>
            <a:ext cx="477360" cy="149040"/>
            <a:chOff x="5478048" y="1263024"/>
            <a:chExt cx="477360" cy="14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89D0408-39D6-EF55-F228-90FD57E17473}"/>
                    </a:ext>
                  </a:extLst>
                </p14:cNvPr>
                <p14:cNvContentPartPr/>
                <p14:nvPr/>
              </p14:nvContentPartPr>
              <p14:xfrm>
                <a:off x="5478048" y="1268064"/>
                <a:ext cx="167040" cy="1393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89D0408-39D6-EF55-F228-90FD57E1747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469408" y="1259064"/>
                  <a:ext cx="1846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B395B63D-A5AB-B9AE-38C6-13F593B7AC98}"/>
                    </a:ext>
                  </a:extLst>
                </p14:cNvPr>
                <p14:cNvContentPartPr/>
                <p14:nvPr/>
              </p14:nvContentPartPr>
              <p14:xfrm>
                <a:off x="5819328" y="1293624"/>
                <a:ext cx="113400" cy="849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B395B63D-A5AB-B9AE-38C6-13F593B7AC9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810688" y="1284624"/>
                  <a:ext cx="13104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1901EB17-96DE-DB6C-B622-24BE3349B672}"/>
                    </a:ext>
                  </a:extLst>
                </p14:cNvPr>
                <p14:cNvContentPartPr/>
                <p14:nvPr/>
              </p14:nvContentPartPr>
              <p14:xfrm>
                <a:off x="5824368" y="1263024"/>
                <a:ext cx="131040" cy="1490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1901EB17-96DE-DB6C-B622-24BE3349B67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815368" y="1254384"/>
                  <a:ext cx="148680" cy="16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1F18909-F0FA-18CB-3D7A-9DC39AF4E6A7}"/>
              </a:ext>
            </a:extLst>
          </p:cNvPr>
          <p:cNvGrpSpPr/>
          <p:nvPr/>
        </p:nvGrpSpPr>
        <p:grpSpPr>
          <a:xfrm>
            <a:off x="6150528" y="1163304"/>
            <a:ext cx="418320" cy="151560"/>
            <a:chOff x="6150528" y="1163304"/>
            <a:chExt cx="418320" cy="15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5D6206EE-D231-2028-CAB9-1CBB6B2FFD41}"/>
                    </a:ext>
                  </a:extLst>
                </p14:cNvPr>
                <p14:cNvContentPartPr/>
                <p14:nvPr/>
              </p14:nvContentPartPr>
              <p14:xfrm>
                <a:off x="6150528" y="1163304"/>
                <a:ext cx="244800" cy="1515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5D6206EE-D231-2028-CAB9-1CBB6B2FFD4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141888" y="1154664"/>
                  <a:ext cx="2624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368215E-0F3F-01D9-9C20-4BECE408666A}"/>
                    </a:ext>
                  </a:extLst>
                </p14:cNvPr>
                <p14:cNvContentPartPr/>
                <p14:nvPr/>
              </p14:nvContentPartPr>
              <p14:xfrm>
                <a:off x="6554808" y="1273104"/>
                <a:ext cx="14040" cy="54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368215E-0F3F-01D9-9C20-4BECE408666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546168" y="1264464"/>
                  <a:ext cx="3168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4DF89DD-7BA8-D3E6-D37C-D1B3515A3AFD}"/>
                  </a:ext>
                </a:extLst>
              </p14:cNvPr>
              <p14:cNvContentPartPr/>
              <p14:nvPr/>
            </p14:nvContentPartPr>
            <p14:xfrm>
              <a:off x="5432688" y="1578384"/>
              <a:ext cx="190440" cy="1476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4DF89DD-7BA8-D3E6-D37C-D1B3515A3AF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423688" y="1569384"/>
                <a:ext cx="20808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CA3ECB7-F515-0303-1AA8-A4191A67B86E}"/>
                  </a:ext>
                </a:extLst>
              </p14:cNvPr>
              <p14:cNvContentPartPr/>
              <p14:nvPr/>
            </p14:nvContentPartPr>
            <p14:xfrm>
              <a:off x="6241248" y="1536624"/>
              <a:ext cx="142560" cy="131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CA3ECB7-F515-0303-1AA8-A4191A67B86E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232248" y="1527984"/>
                <a:ext cx="160200" cy="14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060B5CBC-7D79-EA59-A4C5-2BEA173D9C30}"/>
                  </a:ext>
                </a:extLst>
              </p14:cNvPr>
              <p14:cNvContentPartPr/>
              <p14:nvPr/>
            </p14:nvContentPartPr>
            <p14:xfrm>
              <a:off x="6961248" y="1535184"/>
              <a:ext cx="210960" cy="1177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060B5CBC-7D79-EA59-A4C5-2BEA173D9C3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952248" y="1526184"/>
                <a:ext cx="228600" cy="13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F731AA9-EE4F-0C6B-DA0D-7BF3FB6AC13D}"/>
                  </a:ext>
                </a:extLst>
              </p14:cNvPr>
              <p14:cNvContentPartPr/>
              <p14:nvPr/>
            </p14:nvContentPartPr>
            <p14:xfrm>
              <a:off x="7732368" y="1461024"/>
              <a:ext cx="180720" cy="2149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F731AA9-EE4F-0C6B-DA0D-7BF3FB6AC13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723368" y="1452384"/>
                <a:ext cx="19836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0322C3B-C4B3-9B89-EDB1-8C7621FDBCC4}"/>
                  </a:ext>
                </a:extLst>
              </p14:cNvPr>
              <p14:cNvContentPartPr/>
              <p14:nvPr/>
            </p14:nvContentPartPr>
            <p14:xfrm>
              <a:off x="5598648" y="2133864"/>
              <a:ext cx="244800" cy="2145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0322C3B-C4B3-9B89-EDB1-8C7621FDBCC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590008" y="2124864"/>
                <a:ext cx="26244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7E29010-3374-9840-FC81-0C4B4D7D25C8}"/>
                  </a:ext>
                </a:extLst>
              </p14:cNvPr>
              <p14:cNvContentPartPr/>
              <p14:nvPr/>
            </p14:nvContentPartPr>
            <p14:xfrm>
              <a:off x="5126328" y="1480824"/>
              <a:ext cx="137880" cy="24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7E29010-3374-9840-FC81-0C4B4D7D25C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117328" y="1471824"/>
                <a:ext cx="15552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D5576FD-2A79-F216-44A2-8223FC2178A5}"/>
                  </a:ext>
                </a:extLst>
              </p14:cNvPr>
              <p14:cNvContentPartPr/>
              <p14:nvPr/>
            </p14:nvContentPartPr>
            <p14:xfrm>
              <a:off x="5043528" y="3437784"/>
              <a:ext cx="200880" cy="32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D5576FD-2A79-F216-44A2-8223FC2178A5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034528" y="3429144"/>
                <a:ext cx="218520" cy="50400"/>
              </a:xfrm>
              <a:prstGeom prst="rect">
                <a:avLst/>
              </a:prstGeom>
            </p:spPr>
          </p:pic>
        </mc:Fallback>
      </mc:AlternateContent>
      <p:grpSp>
        <p:nvGrpSpPr>
          <p:cNvPr id="51" name="Group 50">
            <a:extLst>
              <a:ext uri="{FF2B5EF4-FFF2-40B4-BE49-F238E27FC236}">
                <a16:creationId xmlns:a16="http://schemas.microsoft.com/office/drawing/2014/main" id="{2DAFBC70-31E9-6D64-15A4-DBE1162B3FE9}"/>
              </a:ext>
            </a:extLst>
          </p:cNvPr>
          <p:cNvGrpSpPr/>
          <p:nvPr/>
        </p:nvGrpSpPr>
        <p:grpSpPr>
          <a:xfrm>
            <a:off x="6430968" y="2002824"/>
            <a:ext cx="122400" cy="336240"/>
            <a:chOff x="6430968" y="2002824"/>
            <a:chExt cx="122400" cy="33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3256DE05-92BE-CE2E-03AA-61100C32768E}"/>
                    </a:ext>
                  </a:extLst>
                </p14:cNvPr>
                <p14:cNvContentPartPr/>
                <p14:nvPr/>
              </p14:nvContentPartPr>
              <p14:xfrm>
                <a:off x="6430968" y="2002824"/>
                <a:ext cx="73800" cy="3362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3256DE05-92BE-CE2E-03AA-61100C32768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422328" y="1993824"/>
                  <a:ext cx="9144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7B673910-930E-D5AE-C9CC-30AB7C5396B4}"/>
                    </a:ext>
                  </a:extLst>
                </p14:cNvPr>
                <p14:cNvContentPartPr/>
                <p14:nvPr/>
              </p14:nvContentPartPr>
              <p14:xfrm>
                <a:off x="6434928" y="2236104"/>
                <a:ext cx="118440" cy="295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7B673910-930E-D5AE-C9CC-30AB7C5396B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425928" y="2227104"/>
                  <a:ext cx="136080" cy="47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CB55C77-F552-42A8-3B3B-CDADC28ED8BD}"/>
                  </a:ext>
                </a:extLst>
              </p14:cNvPr>
              <p14:cNvContentPartPr/>
              <p14:nvPr/>
            </p14:nvContentPartPr>
            <p14:xfrm>
              <a:off x="7168608" y="2074824"/>
              <a:ext cx="166320" cy="291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CB55C77-F552-42A8-3B3B-CDADC28ED8BD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159608" y="2066184"/>
                <a:ext cx="1839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6B912FC-B56D-DA0E-745E-462769D8CD19}"/>
                  </a:ext>
                </a:extLst>
              </p14:cNvPr>
              <p14:cNvContentPartPr/>
              <p14:nvPr/>
            </p14:nvContentPartPr>
            <p14:xfrm>
              <a:off x="7870248" y="1970064"/>
              <a:ext cx="208440" cy="2203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6B912FC-B56D-DA0E-745E-462769D8CD19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61608" y="1961424"/>
                <a:ext cx="22608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AB7B5C49-E35C-BD09-67C9-4F433F514302}"/>
                  </a:ext>
                </a:extLst>
              </p14:cNvPr>
              <p14:cNvContentPartPr/>
              <p14:nvPr/>
            </p14:nvContentPartPr>
            <p14:xfrm>
              <a:off x="5850288" y="2922264"/>
              <a:ext cx="94320" cy="81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AB7B5C49-E35C-BD09-67C9-4F433F514302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841648" y="2913264"/>
                <a:ext cx="111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F12BE23-53F6-982B-CB11-A4D5CFB08B70}"/>
                  </a:ext>
                </a:extLst>
              </p14:cNvPr>
              <p14:cNvContentPartPr/>
              <p14:nvPr/>
            </p14:nvContentPartPr>
            <p14:xfrm>
              <a:off x="5935248" y="2722464"/>
              <a:ext cx="29520" cy="190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F12BE23-53F6-982B-CB11-A4D5CFB08B7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926248" y="2713464"/>
                <a:ext cx="4716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ACAF5057-A36D-FDF3-4D75-73D744A54FE8}"/>
                  </a:ext>
                </a:extLst>
              </p14:cNvPr>
              <p14:cNvContentPartPr/>
              <p14:nvPr/>
            </p14:nvContentPartPr>
            <p14:xfrm>
              <a:off x="6543288" y="2859624"/>
              <a:ext cx="86040" cy="1980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ACAF5057-A36D-FDF3-4D75-73D744A54FE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534288" y="2850624"/>
                <a:ext cx="103680" cy="21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9DBDE13E-D9F5-83AA-04FC-609ED3C08587}"/>
                  </a:ext>
                </a:extLst>
              </p14:cNvPr>
              <p14:cNvContentPartPr/>
              <p14:nvPr/>
            </p14:nvContentPartPr>
            <p14:xfrm>
              <a:off x="6626448" y="2674224"/>
              <a:ext cx="12960" cy="284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9DBDE13E-D9F5-83AA-04FC-609ED3C0858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617448" y="2665584"/>
                <a:ext cx="306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5D347B3-F917-C825-41EA-3D06EC86FE45}"/>
                  </a:ext>
                </a:extLst>
              </p14:cNvPr>
              <p14:cNvContentPartPr/>
              <p14:nvPr/>
            </p14:nvContentPartPr>
            <p14:xfrm>
              <a:off x="7335288" y="2771784"/>
              <a:ext cx="233280" cy="2116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5D347B3-F917-C825-41EA-3D06EC86FE4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326288" y="2763144"/>
                <a:ext cx="2509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C256A9F5-C07A-6B1F-61C6-B4C84406BEE8}"/>
                  </a:ext>
                </a:extLst>
              </p14:cNvPr>
              <p14:cNvContentPartPr/>
              <p14:nvPr/>
            </p14:nvContentPartPr>
            <p14:xfrm>
              <a:off x="7923168" y="2716704"/>
              <a:ext cx="167040" cy="2602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C256A9F5-C07A-6B1F-61C6-B4C84406BEE8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914168" y="2707704"/>
                <a:ext cx="18468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F6BE2EF-E7DD-45CC-418C-00F949D8EC9C}"/>
                  </a:ext>
                </a:extLst>
              </p14:cNvPr>
              <p14:cNvContentPartPr/>
              <p14:nvPr/>
            </p14:nvContentPartPr>
            <p14:xfrm>
              <a:off x="8381088" y="1335024"/>
              <a:ext cx="449280" cy="1786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F6BE2EF-E7DD-45CC-418C-00F949D8EC9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372448" y="1326024"/>
                <a:ext cx="466920" cy="1804320"/>
              </a:xfrm>
              <a:prstGeom prst="rect">
                <a:avLst/>
              </a:prstGeom>
            </p:spPr>
          </p:pic>
        </mc:Fallback>
      </mc:AlternateContent>
      <p:grpSp>
        <p:nvGrpSpPr>
          <p:cNvPr id="54" name="Group 53">
            <a:extLst>
              <a:ext uri="{FF2B5EF4-FFF2-40B4-BE49-F238E27FC236}">
                <a16:creationId xmlns:a16="http://schemas.microsoft.com/office/drawing/2014/main" id="{134D6C9A-AC99-6A65-BD35-B2ED5FE79B5C}"/>
              </a:ext>
            </a:extLst>
          </p:cNvPr>
          <p:cNvGrpSpPr/>
          <p:nvPr/>
        </p:nvGrpSpPr>
        <p:grpSpPr>
          <a:xfrm>
            <a:off x="6495048" y="3252744"/>
            <a:ext cx="395640" cy="317520"/>
            <a:chOff x="6495048" y="3252744"/>
            <a:chExt cx="39564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BE4483AF-C475-A4D6-32EB-6AAE5E16F86C}"/>
                    </a:ext>
                  </a:extLst>
                </p14:cNvPr>
                <p14:cNvContentPartPr/>
                <p14:nvPr/>
              </p14:nvContentPartPr>
              <p14:xfrm>
                <a:off x="6495048" y="3252744"/>
                <a:ext cx="241920" cy="1090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BE4483AF-C475-A4D6-32EB-6AAE5E16F86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486408" y="3244104"/>
                  <a:ext cx="25956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C1375B01-7826-4A5B-CE8A-45D8722DBFF7}"/>
                    </a:ext>
                  </a:extLst>
                </p14:cNvPr>
                <p14:cNvContentPartPr/>
                <p14:nvPr/>
              </p14:nvContentPartPr>
              <p14:xfrm>
                <a:off x="6864048" y="3334104"/>
                <a:ext cx="26640" cy="2361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C1375B01-7826-4A5B-CE8A-45D8722DBFF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855408" y="3325104"/>
                  <a:ext cx="44280" cy="25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04599909-8606-45F3-0C24-A50AE5EB5C40}"/>
              </a:ext>
            </a:extLst>
          </p:cNvPr>
          <p:cNvGrpSpPr/>
          <p:nvPr/>
        </p:nvGrpSpPr>
        <p:grpSpPr>
          <a:xfrm>
            <a:off x="9273528" y="1960704"/>
            <a:ext cx="163440" cy="135360"/>
            <a:chOff x="9273528" y="1960704"/>
            <a:chExt cx="163440" cy="13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0D5C4F8E-19FE-9CCF-C121-3DE7FC293BAB}"/>
                    </a:ext>
                  </a:extLst>
                </p14:cNvPr>
                <p14:cNvContentPartPr/>
                <p14:nvPr/>
              </p14:nvContentPartPr>
              <p14:xfrm>
                <a:off x="9273528" y="1960704"/>
                <a:ext cx="122040" cy="280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0D5C4F8E-19FE-9CCF-C121-3DE7FC293BA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264888" y="1951704"/>
                  <a:ext cx="1396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90BF8BA7-D49B-CE8A-C86F-522B47B54F8A}"/>
                    </a:ext>
                  </a:extLst>
                </p14:cNvPr>
                <p14:cNvContentPartPr/>
                <p14:nvPr/>
              </p14:nvContentPartPr>
              <p14:xfrm>
                <a:off x="9339768" y="2071224"/>
                <a:ext cx="97200" cy="248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90BF8BA7-D49B-CE8A-C86F-522B47B54F8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330768" y="2062224"/>
                  <a:ext cx="114840" cy="4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0FF8C0E-3F82-4BA0-431F-6E106C8F8EF2}"/>
              </a:ext>
            </a:extLst>
          </p:cNvPr>
          <p:cNvGrpSpPr/>
          <p:nvPr/>
        </p:nvGrpSpPr>
        <p:grpSpPr>
          <a:xfrm>
            <a:off x="10034568" y="1071864"/>
            <a:ext cx="878040" cy="324000"/>
            <a:chOff x="10034568" y="1071864"/>
            <a:chExt cx="878040" cy="32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0D72902B-6190-1939-6B44-E71A6A4DC49C}"/>
                    </a:ext>
                  </a:extLst>
                </p14:cNvPr>
                <p14:cNvContentPartPr/>
                <p14:nvPr/>
              </p14:nvContentPartPr>
              <p14:xfrm>
                <a:off x="10034568" y="1289664"/>
                <a:ext cx="2160" cy="183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0D72902B-6190-1939-6B44-E71A6A4DC49C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025568" y="1280664"/>
                  <a:ext cx="198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1484445-394B-C0F1-DF8F-40BF82D49595}"/>
                    </a:ext>
                  </a:extLst>
                </p14:cNvPr>
                <p14:cNvContentPartPr/>
                <p14:nvPr/>
              </p14:nvContentPartPr>
              <p14:xfrm>
                <a:off x="10158768" y="1071864"/>
                <a:ext cx="18360" cy="3240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1484445-394B-C0F1-DF8F-40BF82D4959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149768" y="1063224"/>
                  <a:ext cx="3600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9629FFF5-3E3A-8E09-6874-1559CFE6D2AC}"/>
                    </a:ext>
                  </a:extLst>
                </p14:cNvPr>
                <p14:cNvContentPartPr/>
                <p14:nvPr/>
              </p14:nvContentPartPr>
              <p14:xfrm>
                <a:off x="10381608" y="1123344"/>
                <a:ext cx="145440" cy="1738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9629FFF5-3E3A-8E09-6874-1559CFE6D2A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372968" y="1114344"/>
                  <a:ext cx="1630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C69144C-C796-4329-C1BB-DCD1A0A501A5}"/>
                    </a:ext>
                  </a:extLst>
                </p14:cNvPr>
                <p14:cNvContentPartPr/>
                <p14:nvPr/>
              </p14:nvContentPartPr>
              <p14:xfrm>
                <a:off x="10306008" y="1180224"/>
                <a:ext cx="239040" cy="1861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C69144C-C796-4329-C1BB-DCD1A0A501A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297368" y="1171224"/>
                  <a:ext cx="2566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CBA8952E-6741-77BB-E5D3-53BE2D2DAAC6}"/>
                    </a:ext>
                  </a:extLst>
                </p14:cNvPr>
                <p14:cNvContentPartPr/>
                <p14:nvPr/>
              </p14:nvContentPartPr>
              <p14:xfrm>
                <a:off x="10588248" y="1136664"/>
                <a:ext cx="224640" cy="1566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CBA8952E-6741-77BB-E5D3-53BE2D2DAAC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579608" y="1128024"/>
                  <a:ext cx="2422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1DC3A71D-F141-44D3-ECEA-48B19885F970}"/>
                    </a:ext>
                  </a:extLst>
                </p14:cNvPr>
                <p14:cNvContentPartPr/>
                <p14:nvPr/>
              </p14:nvContentPartPr>
              <p14:xfrm>
                <a:off x="10871208" y="1129464"/>
                <a:ext cx="41400" cy="464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1DC3A71D-F141-44D3-ECEA-48B19885F97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862568" y="1120464"/>
                  <a:ext cx="59040" cy="6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411C9566-7F66-43C3-08FF-1C31E253E85F}"/>
              </a:ext>
            </a:extLst>
          </p:cNvPr>
          <p:cNvGrpSpPr/>
          <p:nvPr/>
        </p:nvGrpSpPr>
        <p:grpSpPr>
          <a:xfrm>
            <a:off x="10026648" y="1762704"/>
            <a:ext cx="1776240" cy="677520"/>
            <a:chOff x="10026648" y="1762704"/>
            <a:chExt cx="1776240" cy="67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8255425E-6879-7B24-ED1D-3F9C92B20747}"/>
                    </a:ext>
                  </a:extLst>
                </p14:cNvPr>
                <p14:cNvContentPartPr/>
                <p14:nvPr/>
              </p14:nvContentPartPr>
              <p14:xfrm>
                <a:off x="10026648" y="1820304"/>
                <a:ext cx="272880" cy="6199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8255425E-6879-7B24-ED1D-3F9C92B2074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017648" y="1811664"/>
                  <a:ext cx="290520" cy="63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64CF75C9-20EC-088F-490E-97547817FA62}"/>
                    </a:ext>
                  </a:extLst>
                </p14:cNvPr>
                <p14:cNvContentPartPr/>
                <p14:nvPr/>
              </p14:nvContentPartPr>
              <p14:xfrm>
                <a:off x="10160928" y="1762704"/>
                <a:ext cx="235440" cy="1389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64CF75C9-20EC-088F-490E-97547817FA6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151928" y="1753704"/>
                  <a:ext cx="25308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7FC25245-FB7F-59F9-784C-6B511BE1DD97}"/>
                    </a:ext>
                  </a:extLst>
                </p14:cNvPr>
                <p14:cNvContentPartPr/>
                <p14:nvPr/>
              </p14:nvContentPartPr>
              <p14:xfrm>
                <a:off x="10415808" y="1975464"/>
                <a:ext cx="150480" cy="1929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7FC25245-FB7F-59F9-784C-6B511BE1DD9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406808" y="1966824"/>
                  <a:ext cx="16812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CECD7BB1-C916-CE6C-58E5-7A1B2D341B11}"/>
                    </a:ext>
                  </a:extLst>
                </p14:cNvPr>
                <p14:cNvContentPartPr/>
                <p14:nvPr/>
              </p14:nvContentPartPr>
              <p14:xfrm>
                <a:off x="10759248" y="1859544"/>
                <a:ext cx="123120" cy="4129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CECD7BB1-C916-CE6C-58E5-7A1B2D341B1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750248" y="1850904"/>
                  <a:ext cx="14076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17B8DC8A-A0A8-7857-D65D-B1F329F5CA91}"/>
                    </a:ext>
                  </a:extLst>
                </p14:cNvPr>
                <p14:cNvContentPartPr/>
                <p14:nvPr/>
              </p14:nvContentPartPr>
              <p14:xfrm>
                <a:off x="10751688" y="2086704"/>
                <a:ext cx="209160" cy="961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17B8DC8A-A0A8-7857-D65D-B1F329F5CA9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743048" y="2078064"/>
                  <a:ext cx="22680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3DB5675A-1B80-7606-58ED-C80AF7CDE438}"/>
                    </a:ext>
                  </a:extLst>
                </p14:cNvPr>
                <p14:cNvContentPartPr/>
                <p14:nvPr/>
              </p14:nvContentPartPr>
              <p14:xfrm>
                <a:off x="11103048" y="1963584"/>
                <a:ext cx="156960" cy="2527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3DB5675A-1B80-7606-58ED-C80AF7CDE43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094408" y="1954584"/>
                  <a:ext cx="17460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ADC5CD04-14D6-BF74-B2F6-A6CF17E1CA09}"/>
                    </a:ext>
                  </a:extLst>
                </p14:cNvPr>
                <p14:cNvContentPartPr/>
                <p14:nvPr/>
              </p14:nvContentPartPr>
              <p14:xfrm>
                <a:off x="11438928" y="1899504"/>
                <a:ext cx="89640" cy="1706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ADC5CD04-14D6-BF74-B2F6-A6CF17E1CA0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430288" y="1890504"/>
                  <a:ext cx="1072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761C6B5E-0763-8199-C906-66068FFD664C}"/>
                    </a:ext>
                  </a:extLst>
                </p14:cNvPr>
                <p14:cNvContentPartPr/>
                <p14:nvPr/>
              </p14:nvContentPartPr>
              <p14:xfrm>
                <a:off x="11414088" y="1806624"/>
                <a:ext cx="388800" cy="6325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761C6B5E-0763-8199-C906-66068FFD664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405088" y="1797984"/>
                  <a:ext cx="406440" cy="65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CA273252-2092-7851-A2CF-BC98B57ED38C}"/>
              </a:ext>
            </a:extLst>
          </p:cNvPr>
          <p:cNvGrpSpPr/>
          <p:nvPr/>
        </p:nvGrpSpPr>
        <p:grpSpPr>
          <a:xfrm>
            <a:off x="5921568" y="792864"/>
            <a:ext cx="408240" cy="103680"/>
            <a:chOff x="5921568" y="792864"/>
            <a:chExt cx="408240" cy="10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3FBB7D1E-BCA8-5E48-B8D1-74095049C4E2}"/>
                    </a:ext>
                  </a:extLst>
                </p14:cNvPr>
                <p14:cNvContentPartPr/>
                <p14:nvPr/>
              </p14:nvContentPartPr>
              <p14:xfrm>
                <a:off x="5921568" y="799704"/>
                <a:ext cx="164880" cy="788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3FBB7D1E-BCA8-5E48-B8D1-74095049C4E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912928" y="790704"/>
                  <a:ext cx="18252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684AAD7D-EB8C-7A77-C9CE-6951F3100ABC}"/>
                    </a:ext>
                  </a:extLst>
                </p14:cNvPr>
                <p14:cNvContentPartPr/>
                <p14:nvPr/>
              </p14:nvContentPartPr>
              <p14:xfrm>
                <a:off x="6130008" y="792864"/>
                <a:ext cx="199800" cy="10368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684AAD7D-EB8C-7A77-C9CE-6951F3100AB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121368" y="784224"/>
                  <a:ext cx="217440" cy="12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4536126-775C-2F05-972B-3FADB2ED9D33}"/>
              </a:ext>
            </a:extLst>
          </p:cNvPr>
          <p:cNvGrpSpPr/>
          <p:nvPr/>
        </p:nvGrpSpPr>
        <p:grpSpPr>
          <a:xfrm>
            <a:off x="5133888" y="4073184"/>
            <a:ext cx="1807200" cy="513000"/>
            <a:chOff x="5133888" y="4073184"/>
            <a:chExt cx="1807200" cy="51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EC0DA2AC-71DF-FD12-F47F-798F34F55EDC}"/>
                    </a:ext>
                  </a:extLst>
                </p14:cNvPr>
                <p14:cNvContentPartPr/>
                <p14:nvPr/>
              </p14:nvContentPartPr>
              <p14:xfrm>
                <a:off x="5133888" y="4073184"/>
                <a:ext cx="336600" cy="3963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EC0DA2AC-71DF-FD12-F47F-798F34F55ED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125248" y="4064184"/>
                  <a:ext cx="354240" cy="41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1C195217-DD6F-6511-969F-F4E70385BD48}"/>
                    </a:ext>
                  </a:extLst>
                </p14:cNvPr>
                <p14:cNvContentPartPr/>
                <p14:nvPr/>
              </p14:nvContentPartPr>
              <p14:xfrm>
                <a:off x="5525928" y="4249224"/>
                <a:ext cx="16200" cy="532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1C195217-DD6F-6511-969F-F4E70385BD4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516928" y="4240584"/>
                  <a:ext cx="338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D80594DB-E56B-E408-9470-6009E058A37C}"/>
                    </a:ext>
                  </a:extLst>
                </p14:cNvPr>
                <p14:cNvContentPartPr/>
                <p14:nvPr/>
              </p14:nvContentPartPr>
              <p14:xfrm>
                <a:off x="5651208" y="4145904"/>
                <a:ext cx="33480" cy="3258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D80594DB-E56B-E408-9470-6009E058A37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642568" y="4136904"/>
                  <a:ext cx="5112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5615C8FE-381A-10B5-58B5-68A8A32DC13C}"/>
                    </a:ext>
                  </a:extLst>
                </p14:cNvPr>
                <p14:cNvContentPartPr/>
                <p14:nvPr/>
              </p14:nvContentPartPr>
              <p14:xfrm>
                <a:off x="5611608" y="4318344"/>
                <a:ext cx="137880" cy="741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5615C8FE-381A-10B5-58B5-68A8A32DC13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602608" y="4309344"/>
                  <a:ext cx="15552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D0026087-73FB-7362-933D-F3C6AE8CB8F9}"/>
                    </a:ext>
                  </a:extLst>
                </p14:cNvPr>
                <p14:cNvContentPartPr/>
                <p14:nvPr/>
              </p14:nvContentPartPr>
              <p14:xfrm>
                <a:off x="5784408" y="4137984"/>
                <a:ext cx="138600" cy="22284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D0026087-73FB-7362-933D-F3C6AE8CB8F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775768" y="4129344"/>
                  <a:ext cx="15624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F9A9C16B-CD87-A2F4-7335-C3B0B4E4EE8C}"/>
                    </a:ext>
                  </a:extLst>
                </p14:cNvPr>
                <p14:cNvContentPartPr/>
                <p14:nvPr/>
              </p14:nvContentPartPr>
              <p14:xfrm>
                <a:off x="5987808" y="4174704"/>
                <a:ext cx="598320" cy="1188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F9A9C16B-CD87-A2F4-7335-C3B0B4E4EE8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978808" y="4165704"/>
                  <a:ext cx="6159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2B6B9EF-138D-C9CA-B7F8-2B2DF73BF5F7}"/>
                    </a:ext>
                  </a:extLst>
                </p14:cNvPr>
                <p14:cNvContentPartPr/>
                <p14:nvPr/>
              </p14:nvContentPartPr>
              <p14:xfrm>
                <a:off x="6701688" y="4234824"/>
                <a:ext cx="48960" cy="126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2B6B9EF-138D-C9CA-B7F8-2B2DF73BF5F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693048" y="4225824"/>
                  <a:ext cx="666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F826E639-71D6-F70E-D5B2-403E0F87ADD0}"/>
                    </a:ext>
                  </a:extLst>
                </p14:cNvPr>
                <p14:cNvContentPartPr/>
                <p14:nvPr/>
              </p14:nvContentPartPr>
              <p14:xfrm>
                <a:off x="5311008" y="4500144"/>
                <a:ext cx="1550880" cy="860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F826E639-71D6-F70E-D5B2-403E0F87ADD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302008" y="4491504"/>
                  <a:ext cx="156852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4031779C-2E3C-8B6B-8DAE-1DC059BE2CDF}"/>
                    </a:ext>
                  </a:extLst>
                </p14:cNvPr>
                <p14:cNvContentPartPr/>
                <p14:nvPr/>
              </p14:nvContentPartPr>
              <p14:xfrm>
                <a:off x="6919488" y="4560264"/>
                <a:ext cx="21600" cy="183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4031779C-2E3C-8B6B-8DAE-1DC059BE2CD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910488" y="4551264"/>
                  <a:ext cx="3924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3979021-EF70-5E52-9B2E-176C21A24897}"/>
              </a:ext>
            </a:extLst>
          </p:cNvPr>
          <p:cNvGrpSpPr/>
          <p:nvPr/>
        </p:nvGrpSpPr>
        <p:grpSpPr>
          <a:xfrm>
            <a:off x="6979248" y="4121784"/>
            <a:ext cx="1261800" cy="239040"/>
            <a:chOff x="6979248" y="4121784"/>
            <a:chExt cx="1261800" cy="23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1C8E5BB9-AA30-E3FD-4BE1-C941F75E4637}"/>
                    </a:ext>
                  </a:extLst>
                </p14:cNvPr>
                <p14:cNvContentPartPr/>
                <p14:nvPr/>
              </p14:nvContentPartPr>
              <p14:xfrm>
                <a:off x="6979248" y="4183704"/>
                <a:ext cx="627840" cy="11916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1C8E5BB9-AA30-E3FD-4BE1-C941F75E463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970248" y="4175064"/>
                  <a:ext cx="64548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E67B3294-1D3A-B01B-2386-2F5C87C95CB6}"/>
                    </a:ext>
                  </a:extLst>
                </p14:cNvPr>
                <p14:cNvContentPartPr/>
                <p14:nvPr/>
              </p14:nvContentPartPr>
              <p14:xfrm>
                <a:off x="7901568" y="4121784"/>
                <a:ext cx="36000" cy="2390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E67B3294-1D3A-B01B-2386-2F5C87C95CB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892568" y="4112784"/>
                  <a:ext cx="5364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3040EA9-2591-2EA5-20CD-7ADFDC6518DA}"/>
                    </a:ext>
                  </a:extLst>
                </p14:cNvPr>
                <p14:cNvContentPartPr/>
                <p14:nvPr/>
              </p14:nvContentPartPr>
              <p14:xfrm>
                <a:off x="7807968" y="4255344"/>
                <a:ext cx="433080" cy="846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3040EA9-2591-2EA5-20CD-7ADFDC6518D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799328" y="4246704"/>
                  <a:ext cx="450720" cy="10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B9FB7BF9-FF4C-8B4E-608D-F835268A0147}"/>
                  </a:ext>
                </a:extLst>
              </p14:cNvPr>
              <p14:cNvContentPartPr/>
              <p14:nvPr/>
            </p14:nvContentPartPr>
            <p14:xfrm>
              <a:off x="8540208" y="4110984"/>
              <a:ext cx="207000" cy="158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B9FB7BF9-FF4C-8B4E-608D-F835268A0147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531208" y="4101984"/>
                <a:ext cx="224640" cy="17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51E70095-F7E6-15FC-3918-D25B1974AB90}"/>
                  </a:ext>
                </a:extLst>
              </p14:cNvPr>
              <p14:cNvContentPartPr/>
              <p14:nvPr/>
            </p14:nvContentPartPr>
            <p14:xfrm>
              <a:off x="8893368" y="4114944"/>
              <a:ext cx="36360" cy="1731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51E70095-F7E6-15FC-3918-D25B1974AB9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8884368" y="4105944"/>
                <a:ext cx="5400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13477D1F-5CD6-138C-F488-AD087AAEB7C4}"/>
                  </a:ext>
                </a:extLst>
              </p14:cNvPr>
              <p14:cNvContentPartPr/>
              <p14:nvPr/>
            </p14:nvContentPartPr>
            <p14:xfrm>
              <a:off x="8872488" y="4181544"/>
              <a:ext cx="510480" cy="82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13477D1F-5CD6-138C-F488-AD087AAEB7C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863488" y="4172904"/>
                <a:ext cx="52812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E96347F0-89B5-E9CD-AF3D-083B8B610F8A}"/>
                  </a:ext>
                </a:extLst>
              </p14:cNvPr>
              <p14:cNvContentPartPr/>
              <p14:nvPr/>
            </p14:nvContentPartPr>
            <p14:xfrm>
              <a:off x="9343368" y="4050144"/>
              <a:ext cx="3240" cy="370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E96347F0-89B5-E9CD-AF3D-083B8B610F8A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9334728" y="4041144"/>
                <a:ext cx="2088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BDD7AEFF-8B10-0A0F-8B3E-4C833FB95C30}"/>
                  </a:ext>
                </a:extLst>
              </p14:cNvPr>
              <p14:cNvContentPartPr/>
              <p14:nvPr/>
            </p14:nvContentPartPr>
            <p14:xfrm>
              <a:off x="9766728" y="3980304"/>
              <a:ext cx="42840" cy="27108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BDD7AEFF-8B10-0A0F-8B3E-4C833FB95C30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9758088" y="3971664"/>
                <a:ext cx="6048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44EEAA11-A989-EF77-803B-5929C29C07DD}"/>
                  </a:ext>
                </a:extLst>
              </p14:cNvPr>
              <p14:cNvContentPartPr/>
              <p14:nvPr/>
            </p14:nvContentPartPr>
            <p14:xfrm>
              <a:off x="9772848" y="3903624"/>
              <a:ext cx="371520" cy="278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44EEAA11-A989-EF77-803B-5929C29C07DD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9763848" y="3894624"/>
                <a:ext cx="389160" cy="29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345EBA96-0263-4A4A-3511-3781ED5F8293}"/>
                  </a:ext>
                </a:extLst>
              </p14:cNvPr>
              <p14:cNvContentPartPr/>
              <p14:nvPr/>
            </p14:nvContentPartPr>
            <p14:xfrm>
              <a:off x="10410048" y="3943584"/>
              <a:ext cx="140400" cy="3592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345EBA96-0263-4A4A-3511-3781ED5F8293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10401408" y="3934944"/>
                <a:ext cx="15804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9C72B8E9-4413-3EB8-6E07-E5F00448172A}"/>
                  </a:ext>
                </a:extLst>
              </p14:cNvPr>
              <p14:cNvContentPartPr/>
              <p14:nvPr/>
            </p14:nvContentPartPr>
            <p14:xfrm>
              <a:off x="10677888" y="3972024"/>
              <a:ext cx="36720" cy="9576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9C72B8E9-4413-3EB8-6E07-E5F00448172A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0669248" y="3963024"/>
                <a:ext cx="5436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6A6AE077-DA34-105B-E0B9-2CC1497FBB54}"/>
                  </a:ext>
                </a:extLst>
              </p14:cNvPr>
              <p14:cNvContentPartPr/>
              <p14:nvPr/>
            </p14:nvContentPartPr>
            <p14:xfrm>
              <a:off x="10826928" y="3952224"/>
              <a:ext cx="63000" cy="11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6A6AE077-DA34-105B-E0B9-2CC1497FBB5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0818288" y="3943584"/>
                <a:ext cx="8064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64F6445-BE9B-AA2D-058A-9CDA49E8410D}"/>
                  </a:ext>
                </a:extLst>
              </p14:cNvPr>
              <p14:cNvContentPartPr/>
              <p14:nvPr/>
            </p14:nvContentPartPr>
            <p14:xfrm>
              <a:off x="11039688" y="3781584"/>
              <a:ext cx="465840" cy="2854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64F6445-BE9B-AA2D-058A-9CDA49E8410D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1030688" y="3772944"/>
                <a:ext cx="483480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062BB99-D9CD-1F0F-38BF-2EA980B1E005}"/>
                  </a:ext>
                </a:extLst>
              </p14:cNvPr>
              <p14:cNvContentPartPr/>
              <p14:nvPr/>
            </p14:nvContentPartPr>
            <p14:xfrm>
              <a:off x="11536128" y="3857184"/>
              <a:ext cx="6480" cy="388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062BB99-D9CD-1F0F-38BF-2EA980B1E005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1527128" y="3848544"/>
                <a:ext cx="241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B0FE644-5743-15A8-96BC-7509C29C6734}"/>
                  </a:ext>
                </a:extLst>
              </p14:cNvPr>
              <p14:cNvContentPartPr/>
              <p14:nvPr/>
            </p14:nvContentPartPr>
            <p14:xfrm>
              <a:off x="11575728" y="3913704"/>
              <a:ext cx="164880" cy="518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B0FE644-5743-15A8-96BC-7509C29C673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1566728" y="3905064"/>
                <a:ext cx="182520" cy="6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995933F-272E-6288-B8A8-AC89C2A71D93}"/>
                  </a:ext>
                </a:extLst>
              </p14:cNvPr>
              <p14:cNvContentPartPr/>
              <p14:nvPr/>
            </p14:nvContentPartPr>
            <p14:xfrm>
              <a:off x="11435328" y="3713184"/>
              <a:ext cx="41040" cy="237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995933F-272E-6288-B8A8-AC89C2A71D93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11426688" y="3704544"/>
                <a:ext cx="586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0F822894-DD27-DF60-6E69-4A339753DB73}"/>
                  </a:ext>
                </a:extLst>
              </p14:cNvPr>
              <p14:cNvContentPartPr/>
              <p14:nvPr/>
            </p14:nvContentPartPr>
            <p14:xfrm>
              <a:off x="8507088" y="4418424"/>
              <a:ext cx="219960" cy="24696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0F822894-DD27-DF60-6E69-4A339753DB73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498088" y="4409424"/>
                <a:ext cx="23760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78C04E7A-C759-F8EE-E7F3-311B302CDFBD}"/>
                  </a:ext>
                </a:extLst>
              </p14:cNvPr>
              <p14:cNvContentPartPr/>
              <p14:nvPr/>
            </p14:nvContentPartPr>
            <p14:xfrm>
              <a:off x="8756568" y="4500864"/>
              <a:ext cx="46080" cy="3744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78C04E7A-C759-F8EE-E7F3-311B302CDFBD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8747568" y="4492224"/>
                <a:ext cx="63720" cy="5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5CC2AAFB-46A5-4041-CD42-43D134432C5A}"/>
                  </a:ext>
                </a:extLst>
              </p14:cNvPr>
              <p14:cNvContentPartPr/>
              <p14:nvPr/>
            </p14:nvContentPartPr>
            <p14:xfrm>
              <a:off x="8821728" y="4534704"/>
              <a:ext cx="49320" cy="6480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5CC2AAFB-46A5-4041-CD42-43D134432C5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8812728" y="4525704"/>
                <a:ext cx="6696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3AD62F93-9321-18A7-1F6A-7B1219D4A165}"/>
                  </a:ext>
                </a:extLst>
              </p14:cNvPr>
              <p14:cNvContentPartPr/>
              <p14:nvPr/>
            </p14:nvContentPartPr>
            <p14:xfrm>
              <a:off x="8971848" y="4430304"/>
              <a:ext cx="83880" cy="1576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3AD62F93-9321-18A7-1F6A-7B1219D4A165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963208" y="4421664"/>
                <a:ext cx="10152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E0C3CCAC-2707-E01A-346D-755F43774A6E}"/>
                  </a:ext>
                </a:extLst>
              </p14:cNvPr>
              <p14:cNvContentPartPr/>
              <p14:nvPr/>
            </p14:nvContentPartPr>
            <p14:xfrm>
              <a:off x="9126648" y="4518864"/>
              <a:ext cx="84240" cy="482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E0C3CCAC-2707-E01A-346D-755F43774A6E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9118008" y="4510224"/>
                <a:ext cx="10188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ADD3436A-9A7D-62A2-BC15-A1344A7C9B20}"/>
                  </a:ext>
                </a:extLst>
              </p14:cNvPr>
              <p14:cNvContentPartPr/>
              <p14:nvPr/>
            </p14:nvContentPartPr>
            <p14:xfrm>
              <a:off x="9267048" y="4383504"/>
              <a:ext cx="124920" cy="1821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ADD3436A-9A7D-62A2-BC15-A1344A7C9B20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9258408" y="4374504"/>
                <a:ext cx="14256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E54F8E8A-9359-31E9-109E-90B9F83B5230}"/>
                  </a:ext>
                </a:extLst>
              </p14:cNvPr>
              <p14:cNvContentPartPr/>
              <p14:nvPr/>
            </p14:nvContentPartPr>
            <p14:xfrm>
              <a:off x="9469008" y="4325904"/>
              <a:ext cx="388440" cy="18144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E54F8E8A-9359-31E9-109E-90B9F83B5230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9460368" y="4317264"/>
                <a:ext cx="4060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3F971066-C091-438F-7097-F409C0D1644D}"/>
                  </a:ext>
                </a:extLst>
              </p14:cNvPr>
              <p14:cNvContentPartPr/>
              <p14:nvPr/>
            </p14:nvContentPartPr>
            <p14:xfrm>
              <a:off x="9674208" y="4375584"/>
              <a:ext cx="128520" cy="201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3F971066-C091-438F-7097-F409C0D1644D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9665568" y="4366584"/>
                <a:ext cx="14616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ED66CF95-34B7-2EBF-FAA4-A73B0F523218}"/>
                  </a:ext>
                </a:extLst>
              </p14:cNvPr>
              <p14:cNvContentPartPr/>
              <p14:nvPr/>
            </p14:nvContentPartPr>
            <p14:xfrm>
              <a:off x="10118088" y="4376664"/>
              <a:ext cx="132120" cy="31644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ED66CF95-34B7-2EBF-FAA4-A73B0F523218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0109088" y="4367664"/>
                <a:ext cx="149760" cy="334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5" name="Group 124">
            <a:extLst>
              <a:ext uri="{FF2B5EF4-FFF2-40B4-BE49-F238E27FC236}">
                <a16:creationId xmlns:a16="http://schemas.microsoft.com/office/drawing/2014/main" id="{9FB33EBE-295B-6DF8-275B-4C86542EC64B}"/>
              </a:ext>
            </a:extLst>
          </p:cNvPr>
          <p:cNvGrpSpPr/>
          <p:nvPr/>
        </p:nvGrpSpPr>
        <p:grpSpPr>
          <a:xfrm>
            <a:off x="10544688" y="4217904"/>
            <a:ext cx="924480" cy="223920"/>
            <a:chOff x="10544688" y="4217904"/>
            <a:chExt cx="924480" cy="22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A207BC2F-4EEB-2D79-7F0A-63C30F2AE2D9}"/>
                    </a:ext>
                  </a:extLst>
                </p14:cNvPr>
                <p14:cNvContentPartPr/>
                <p14:nvPr/>
              </p14:nvContentPartPr>
              <p14:xfrm>
                <a:off x="10544688" y="4330944"/>
                <a:ext cx="293040" cy="1108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A207BC2F-4EEB-2D79-7F0A-63C30F2AE2D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535688" y="4321944"/>
                  <a:ext cx="3106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38E642EF-1C53-3CD6-39BC-F8BB8A268650}"/>
                    </a:ext>
                  </a:extLst>
                </p14:cNvPr>
                <p14:cNvContentPartPr/>
                <p14:nvPr/>
              </p14:nvContentPartPr>
              <p14:xfrm>
                <a:off x="10898568" y="4217904"/>
                <a:ext cx="276840" cy="1677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38E642EF-1C53-3CD6-39BC-F8BB8A26865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889928" y="4208904"/>
                  <a:ext cx="2944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222956EA-544F-7D72-59D3-9168EF5DEEB4}"/>
                    </a:ext>
                  </a:extLst>
                </p14:cNvPr>
                <p14:cNvContentPartPr/>
                <p14:nvPr/>
              </p14:nvContentPartPr>
              <p14:xfrm>
                <a:off x="11346408" y="4366224"/>
                <a:ext cx="25200" cy="201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222956EA-544F-7D72-59D3-9168EF5DEEB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337768" y="4357224"/>
                  <a:ext cx="428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D2BB5DD7-6D0E-905A-771E-07D6E64BAAFB}"/>
                    </a:ext>
                  </a:extLst>
                </p14:cNvPr>
                <p14:cNvContentPartPr/>
                <p14:nvPr/>
              </p14:nvContentPartPr>
              <p14:xfrm>
                <a:off x="11329488" y="4236624"/>
                <a:ext cx="119160" cy="1386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D2BB5DD7-6D0E-905A-771E-07D6E64BAAF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1320488" y="4227984"/>
                  <a:ext cx="1368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C531BCE7-CF85-B15C-9D18-39F16F4164C8}"/>
                    </a:ext>
                  </a:extLst>
                </p14:cNvPr>
                <p14:cNvContentPartPr/>
                <p14:nvPr/>
              </p14:nvContentPartPr>
              <p14:xfrm>
                <a:off x="11443608" y="4344264"/>
                <a:ext cx="25560" cy="230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C531BCE7-CF85-B15C-9D18-39F16F4164C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1434608" y="4335264"/>
                  <a:ext cx="43200" cy="40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8DFB5B53-BBAB-9AF9-725B-C4279B6B911A}"/>
                  </a:ext>
                </a:extLst>
              </p14:cNvPr>
              <p14:cNvContentPartPr/>
              <p14:nvPr/>
            </p14:nvContentPartPr>
            <p14:xfrm>
              <a:off x="3197088" y="5435424"/>
              <a:ext cx="52560" cy="23652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8DFB5B53-BBAB-9AF9-725B-C4279B6B911A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3188448" y="5426784"/>
                <a:ext cx="7020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8237BC9F-6900-39C6-68D8-3D78E7ADC796}"/>
                  </a:ext>
                </a:extLst>
              </p14:cNvPr>
              <p14:cNvContentPartPr/>
              <p14:nvPr/>
            </p14:nvContentPartPr>
            <p14:xfrm>
              <a:off x="3422088" y="5415624"/>
              <a:ext cx="122040" cy="18648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8237BC9F-6900-39C6-68D8-3D78E7ADC796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3413448" y="5406624"/>
                <a:ext cx="13968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6AEE05B-29FB-2FF1-C42E-16ABF75A8834}"/>
                  </a:ext>
                </a:extLst>
              </p14:cNvPr>
              <p14:cNvContentPartPr/>
              <p14:nvPr/>
            </p14:nvContentPartPr>
            <p14:xfrm>
              <a:off x="3649968" y="5531184"/>
              <a:ext cx="38160" cy="1476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6AEE05B-29FB-2FF1-C42E-16ABF75A883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3641328" y="5522544"/>
                <a:ext cx="5580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0BE2EFB0-029D-4717-B95B-E40FB1CA3B58}"/>
                  </a:ext>
                </a:extLst>
              </p14:cNvPr>
              <p14:cNvContentPartPr/>
              <p14:nvPr/>
            </p14:nvContentPartPr>
            <p14:xfrm>
              <a:off x="3894768" y="5449104"/>
              <a:ext cx="93600" cy="15984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0BE2EFB0-029D-4717-B95B-E40FB1CA3B58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3886128" y="5440104"/>
                <a:ext cx="11124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21652CA0-8226-A6FD-4D79-F71D3403E90E}"/>
                  </a:ext>
                </a:extLst>
              </p14:cNvPr>
              <p14:cNvContentPartPr/>
              <p14:nvPr/>
            </p14:nvContentPartPr>
            <p14:xfrm>
              <a:off x="4172328" y="5424264"/>
              <a:ext cx="65880" cy="1591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21652CA0-8226-A6FD-4D79-F71D3403E90E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163688" y="5415264"/>
                <a:ext cx="8352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FDEF96DD-4622-DAB7-0BAD-2BAD3E3FF42D}"/>
                  </a:ext>
                </a:extLst>
              </p14:cNvPr>
              <p14:cNvContentPartPr/>
              <p14:nvPr/>
            </p14:nvContentPartPr>
            <p14:xfrm>
              <a:off x="4446648" y="5457024"/>
              <a:ext cx="101160" cy="11412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FDEF96DD-4622-DAB7-0BAD-2BAD3E3FF42D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4438008" y="5448024"/>
                <a:ext cx="11880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8916AAF4-4CD1-FF2B-CDC9-D503DA58BB9B}"/>
                  </a:ext>
                </a:extLst>
              </p14:cNvPr>
              <p14:cNvContentPartPr/>
              <p14:nvPr/>
            </p14:nvContentPartPr>
            <p14:xfrm>
              <a:off x="4848048" y="5433264"/>
              <a:ext cx="280080" cy="1936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8916AAF4-4CD1-FF2B-CDC9-D503DA58BB9B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4839048" y="5424264"/>
                <a:ext cx="29772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B826D68D-A89C-9BDD-83CF-FDC163F2596C}"/>
                  </a:ext>
                </a:extLst>
              </p14:cNvPr>
              <p14:cNvContentPartPr/>
              <p14:nvPr/>
            </p14:nvContentPartPr>
            <p14:xfrm>
              <a:off x="4906368" y="5428584"/>
              <a:ext cx="245520" cy="261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B826D68D-A89C-9BDD-83CF-FDC163F2596C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4897728" y="5419944"/>
                <a:ext cx="263160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EC8A5465-D48E-18BF-EBEF-047AA399ACF9}"/>
                  </a:ext>
                </a:extLst>
              </p14:cNvPr>
              <p14:cNvContentPartPr/>
              <p14:nvPr/>
            </p14:nvContentPartPr>
            <p14:xfrm>
              <a:off x="5505408" y="5419224"/>
              <a:ext cx="163080" cy="21384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EC8A5465-D48E-18BF-EBEF-047AA399ACF9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5496408" y="5410224"/>
                <a:ext cx="18072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F5B00715-1BDB-B8B2-83DA-69C33CD6CCA5}"/>
                  </a:ext>
                </a:extLst>
              </p14:cNvPr>
              <p14:cNvContentPartPr/>
              <p14:nvPr/>
            </p14:nvContentPartPr>
            <p14:xfrm>
              <a:off x="5797728" y="5479344"/>
              <a:ext cx="138960" cy="12744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F5B00715-1BDB-B8B2-83DA-69C33CD6CCA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5788728" y="5470344"/>
                <a:ext cx="15660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F7EB0835-FAB2-F6FA-EF4D-84F1B8B72CA7}"/>
                  </a:ext>
                </a:extLst>
              </p14:cNvPr>
              <p14:cNvContentPartPr/>
              <p14:nvPr/>
            </p14:nvContentPartPr>
            <p14:xfrm>
              <a:off x="6079248" y="5455944"/>
              <a:ext cx="132480" cy="11340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F7EB0835-FAB2-F6FA-EF4D-84F1B8B72CA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6070248" y="5447304"/>
                <a:ext cx="15012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7B290453-2B9A-497C-7C7A-970A5C3B1689}"/>
                  </a:ext>
                </a:extLst>
              </p14:cNvPr>
              <p14:cNvContentPartPr/>
              <p14:nvPr/>
            </p14:nvContentPartPr>
            <p14:xfrm>
              <a:off x="3001608" y="5756544"/>
              <a:ext cx="3456000" cy="11520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7B290453-2B9A-497C-7C7A-970A5C3B1689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2992608" y="5747904"/>
                <a:ext cx="347364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B4B3BDFA-4A7E-364C-4F4F-F5CF4E81817A}"/>
                  </a:ext>
                </a:extLst>
              </p14:cNvPr>
              <p14:cNvContentPartPr/>
              <p14:nvPr/>
            </p14:nvContentPartPr>
            <p14:xfrm>
              <a:off x="6521328" y="5814144"/>
              <a:ext cx="36360" cy="129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B4B3BDFA-4A7E-364C-4F4F-F5CF4E81817A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6512328" y="5805504"/>
                <a:ext cx="54000" cy="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1608E399-DCD1-AD0F-9BEE-19956708A139}"/>
                  </a:ext>
                </a:extLst>
              </p14:cNvPr>
              <p14:cNvContentPartPr/>
              <p14:nvPr/>
            </p14:nvContentPartPr>
            <p14:xfrm>
              <a:off x="5553288" y="5647104"/>
              <a:ext cx="830160" cy="1033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1608E399-DCD1-AD0F-9BEE-19956708A139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544288" y="5638464"/>
                <a:ext cx="847800" cy="12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10377C92-E67E-A16C-E21E-207AACBE871F}"/>
                  </a:ext>
                </a:extLst>
              </p14:cNvPr>
              <p14:cNvContentPartPr/>
              <p14:nvPr/>
            </p14:nvContentPartPr>
            <p14:xfrm>
              <a:off x="6414768" y="5680944"/>
              <a:ext cx="4680" cy="648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10377C92-E67E-A16C-E21E-207AACBE871F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6405768" y="5672304"/>
                <a:ext cx="22320" cy="2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3B1AAD45-1ADA-10C3-E218-8E8EB18720B5}"/>
                  </a:ext>
                </a:extLst>
              </p14:cNvPr>
              <p14:cNvContentPartPr/>
              <p14:nvPr/>
            </p14:nvContentPartPr>
            <p14:xfrm>
              <a:off x="5944248" y="5846544"/>
              <a:ext cx="38520" cy="27900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3B1AAD45-1ADA-10C3-E218-8E8EB18720B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5935248" y="5837544"/>
                <a:ext cx="5616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93AF9FAD-8D80-C86A-CDF9-F0B7562FA670}"/>
                  </a:ext>
                </a:extLst>
              </p14:cNvPr>
              <p14:cNvContentPartPr/>
              <p14:nvPr/>
            </p14:nvContentPartPr>
            <p14:xfrm>
              <a:off x="5890608" y="5882544"/>
              <a:ext cx="157320" cy="12600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93AF9FAD-8D80-C86A-CDF9-F0B7562FA67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5881968" y="5873904"/>
                <a:ext cx="174960" cy="14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304EB09B-706F-FBA3-1997-A916EEAB52AE}"/>
                  </a:ext>
                </a:extLst>
              </p14:cNvPr>
              <p14:cNvContentPartPr/>
              <p14:nvPr/>
            </p14:nvContentPartPr>
            <p14:xfrm>
              <a:off x="6178608" y="6002424"/>
              <a:ext cx="106920" cy="38628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304EB09B-706F-FBA3-1997-A916EEAB52AE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6169968" y="5993424"/>
                <a:ext cx="124560" cy="40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9BDAD9E5-D50E-823A-A777-A647AE390FBB}"/>
                  </a:ext>
                </a:extLst>
              </p14:cNvPr>
              <p14:cNvContentPartPr/>
              <p14:nvPr/>
            </p14:nvContentPartPr>
            <p14:xfrm>
              <a:off x="6137568" y="6039144"/>
              <a:ext cx="817200" cy="23508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9BDAD9E5-D50E-823A-A777-A647AE390FBB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6128928" y="6030504"/>
                <a:ext cx="83484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C6B4A719-7B87-227B-E6C1-CD684142B8B5}"/>
                  </a:ext>
                </a:extLst>
              </p14:cNvPr>
              <p14:cNvContentPartPr/>
              <p14:nvPr/>
            </p14:nvContentPartPr>
            <p14:xfrm>
              <a:off x="7012008" y="6117264"/>
              <a:ext cx="42120" cy="338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C6B4A719-7B87-227B-E6C1-CD684142B8B5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7003368" y="6108264"/>
                <a:ext cx="59760" cy="5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2ACE6EF2-71AC-83B9-3907-028BB11427C5}"/>
                  </a:ext>
                </a:extLst>
              </p14:cNvPr>
              <p14:cNvContentPartPr/>
              <p14:nvPr/>
            </p14:nvContentPartPr>
            <p14:xfrm>
              <a:off x="7162128" y="6131304"/>
              <a:ext cx="34560" cy="1296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2ACE6EF2-71AC-83B9-3907-028BB11427C5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7153128" y="6122304"/>
                <a:ext cx="52200" cy="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F6EFC37-299A-A6C9-61C8-32F23BB935DD}"/>
                  </a:ext>
                </a:extLst>
              </p14:cNvPr>
              <p14:cNvContentPartPr/>
              <p14:nvPr/>
            </p14:nvContentPartPr>
            <p14:xfrm>
              <a:off x="6502608" y="6358104"/>
              <a:ext cx="762480" cy="612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F6EFC37-299A-A6C9-61C8-32F23BB935D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493968" y="6349104"/>
                <a:ext cx="7801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ADA887CB-67B3-88F3-D6D7-130E94CAAC76}"/>
                  </a:ext>
                </a:extLst>
              </p14:cNvPr>
              <p14:cNvContentPartPr/>
              <p14:nvPr/>
            </p14:nvContentPartPr>
            <p14:xfrm>
              <a:off x="6578208" y="6405264"/>
              <a:ext cx="722160" cy="4608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ADA887CB-67B3-88F3-D6D7-130E94CAAC76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6569208" y="6396264"/>
                <a:ext cx="739800" cy="6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D7972DE3-A1A9-9D44-CACF-D9FAFFC30C7E}"/>
                  </a:ext>
                </a:extLst>
              </p14:cNvPr>
              <p14:cNvContentPartPr/>
              <p14:nvPr/>
            </p14:nvContentPartPr>
            <p14:xfrm>
              <a:off x="5585688" y="5775984"/>
              <a:ext cx="812880" cy="446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D7972DE3-A1A9-9D44-CACF-D9FAFFC30C7E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5577048" y="5767344"/>
                <a:ext cx="83052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D0433C0F-0430-3C15-0407-F1826F03C8A9}"/>
                  </a:ext>
                </a:extLst>
              </p14:cNvPr>
              <p14:cNvContentPartPr/>
              <p14:nvPr/>
            </p14:nvContentPartPr>
            <p14:xfrm>
              <a:off x="6416928" y="5858064"/>
              <a:ext cx="5760" cy="972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D0433C0F-0430-3C15-0407-F1826F03C8A9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6407928" y="5849424"/>
                <a:ext cx="2340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38E043E2-98B2-E8C1-C12F-D694A51D83AE}"/>
                  </a:ext>
                </a:extLst>
              </p14:cNvPr>
              <p14:cNvContentPartPr/>
              <p14:nvPr/>
            </p14:nvContentPartPr>
            <p14:xfrm>
              <a:off x="6786648" y="6376104"/>
              <a:ext cx="360" cy="3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38E043E2-98B2-E8C1-C12F-D694A51D83AE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6777648" y="6367104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8AED2575-B4D8-96B0-B377-7EB0A0982930}"/>
                  </a:ext>
                </a:extLst>
              </p14:cNvPr>
              <p14:cNvContentPartPr/>
              <p14:nvPr/>
            </p14:nvContentPartPr>
            <p14:xfrm>
              <a:off x="6872688" y="6299064"/>
              <a:ext cx="3960" cy="288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8AED2575-B4D8-96B0-B377-7EB0A0982930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6864048" y="6290064"/>
                <a:ext cx="2160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D2902931-8B84-932C-B9B1-4B040EC0D1D8}"/>
                  </a:ext>
                </a:extLst>
              </p14:cNvPr>
              <p14:cNvContentPartPr/>
              <p14:nvPr/>
            </p14:nvContentPartPr>
            <p14:xfrm>
              <a:off x="6718968" y="6237144"/>
              <a:ext cx="360" cy="3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D2902931-8B84-932C-B9B1-4B040EC0D1D8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6710328" y="6228144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75" name="Group 174">
            <a:extLst>
              <a:ext uri="{FF2B5EF4-FFF2-40B4-BE49-F238E27FC236}">
                <a16:creationId xmlns:a16="http://schemas.microsoft.com/office/drawing/2014/main" id="{5DCA6EC9-8FE2-7B49-C60B-21D789644373}"/>
              </a:ext>
            </a:extLst>
          </p:cNvPr>
          <p:cNvGrpSpPr/>
          <p:nvPr/>
        </p:nvGrpSpPr>
        <p:grpSpPr>
          <a:xfrm>
            <a:off x="7490448" y="5903784"/>
            <a:ext cx="2167920" cy="594000"/>
            <a:chOff x="7490448" y="5903784"/>
            <a:chExt cx="2167920" cy="59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5D794A3F-19E8-E7C6-A5DA-CCAB2CD097C4}"/>
                    </a:ext>
                  </a:extLst>
                </p14:cNvPr>
                <p14:cNvContentPartPr/>
                <p14:nvPr/>
              </p14:nvContentPartPr>
              <p14:xfrm>
                <a:off x="7490448" y="5952384"/>
                <a:ext cx="211320" cy="4669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5D794A3F-19E8-E7C6-A5DA-CCAB2CD097C4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7481808" y="5943384"/>
                  <a:ext cx="22896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B3D77BE1-6B5C-B383-F146-78F1B138FB17}"/>
                    </a:ext>
                  </a:extLst>
                </p14:cNvPr>
                <p14:cNvContentPartPr/>
                <p14:nvPr/>
              </p14:nvContentPartPr>
              <p14:xfrm>
                <a:off x="7812648" y="6020064"/>
                <a:ext cx="68400" cy="2851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B3D77BE1-6B5C-B383-F146-78F1B138FB17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7804008" y="6011424"/>
                  <a:ext cx="8604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A1A55BD3-E0C3-5760-1359-A4F1BED46792}"/>
                    </a:ext>
                  </a:extLst>
                </p14:cNvPr>
                <p14:cNvContentPartPr/>
                <p14:nvPr/>
              </p14:nvContentPartPr>
              <p14:xfrm>
                <a:off x="7986528" y="6126984"/>
                <a:ext cx="29160" cy="626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A1A55BD3-E0C3-5760-1359-A4F1BED46792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7977528" y="6118344"/>
                  <a:ext cx="4680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7A4FD230-E24F-633C-8027-CD66A278E856}"/>
                    </a:ext>
                  </a:extLst>
                </p14:cNvPr>
                <p14:cNvContentPartPr/>
                <p14:nvPr/>
              </p14:nvContentPartPr>
              <p14:xfrm>
                <a:off x="8102088" y="6110064"/>
                <a:ext cx="36000" cy="3240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7A4FD230-E24F-633C-8027-CD66A278E856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8093088" y="6101424"/>
                  <a:ext cx="536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80586767-7063-0833-490B-EE13B7315B73}"/>
                    </a:ext>
                  </a:extLst>
                </p14:cNvPr>
                <p14:cNvContentPartPr/>
                <p14:nvPr/>
              </p14:nvContentPartPr>
              <p14:xfrm>
                <a:off x="8225928" y="5999184"/>
                <a:ext cx="210600" cy="2948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80586767-7063-0833-490B-EE13B7315B73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217288" y="5990544"/>
                  <a:ext cx="22824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C17D99A2-366A-3D1F-FD5A-AD1229FB00F6}"/>
                    </a:ext>
                  </a:extLst>
                </p14:cNvPr>
                <p14:cNvContentPartPr/>
                <p14:nvPr/>
              </p14:nvContentPartPr>
              <p14:xfrm>
                <a:off x="8619048" y="5994144"/>
                <a:ext cx="631440" cy="1389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C17D99A2-366A-3D1F-FD5A-AD1229FB00F6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610048" y="5985144"/>
                  <a:ext cx="64908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58ABE95D-79EA-A46C-7C78-7FA7EC62A387}"/>
                    </a:ext>
                  </a:extLst>
                </p14:cNvPr>
                <p14:cNvContentPartPr/>
                <p14:nvPr/>
              </p14:nvContentPartPr>
              <p14:xfrm>
                <a:off x="9312408" y="5903784"/>
                <a:ext cx="212760" cy="3546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58ABE95D-79EA-A46C-7C78-7FA7EC62A387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9303768" y="5894784"/>
                  <a:ext cx="23040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5013DD2F-778A-5D6B-C046-B16146023D22}"/>
                    </a:ext>
                  </a:extLst>
                </p14:cNvPr>
                <p14:cNvContentPartPr/>
                <p14:nvPr/>
              </p14:nvContentPartPr>
              <p14:xfrm>
                <a:off x="9609408" y="6235344"/>
                <a:ext cx="48960" cy="241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5013DD2F-778A-5D6B-C046-B16146023D22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9600768" y="6226344"/>
                  <a:ext cx="666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D9AC140F-D218-1FB0-8090-26E676A0C58E}"/>
                    </a:ext>
                  </a:extLst>
                </p14:cNvPr>
                <p14:cNvContentPartPr/>
                <p14:nvPr/>
              </p14:nvContentPartPr>
              <p14:xfrm>
                <a:off x="8230968" y="6319584"/>
                <a:ext cx="100440" cy="17820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D9AC140F-D218-1FB0-8090-26E676A0C58E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8221968" y="6310944"/>
                  <a:ext cx="1180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A9C14384-D645-2863-C222-3E8C2A57B7FC}"/>
                    </a:ext>
                  </a:extLst>
                </p14:cNvPr>
                <p14:cNvContentPartPr/>
                <p14:nvPr/>
              </p14:nvContentPartPr>
              <p14:xfrm>
                <a:off x="8407368" y="6303744"/>
                <a:ext cx="256320" cy="1436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A9C14384-D645-2863-C222-3E8C2A57B7FC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8398368" y="6295104"/>
                  <a:ext cx="2739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549B1934-3576-69AE-92F4-65A076258E2B}"/>
                    </a:ext>
                  </a:extLst>
                </p14:cNvPr>
                <p14:cNvContentPartPr/>
                <p14:nvPr/>
              </p14:nvContentPartPr>
              <p14:xfrm>
                <a:off x="8645688" y="6341184"/>
                <a:ext cx="28080" cy="122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549B1934-3576-69AE-92F4-65A076258E2B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8636688" y="6332184"/>
                  <a:ext cx="457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85C05CE9-C718-DB22-DA97-A2745C5C2FCE}"/>
                    </a:ext>
                  </a:extLst>
                </p14:cNvPr>
                <p14:cNvContentPartPr/>
                <p14:nvPr/>
              </p14:nvContentPartPr>
              <p14:xfrm>
                <a:off x="8733168" y="6303744"/>
                <a:ext cx="267120" cy="1508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85C05CE9-C718-DB22-DA97-A2745C5C2FCE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8724168" y="6294744"/>
                  <a:ext cx="2847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A3DCA38F-FA2B-8930-204E-911EA0D16944}"/>
                    </a:ext>
                  </a:extLst>
                </p14:cNvPr>
                <p14:cNvContentPartPr/>
                <p14:nvPr/>
              </p14:nvContentPartPr>
              <p14:xfrm>
                <a:off x="9000648" y="6375384"/>
                <a:ext cx="220680" cy="363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A3DCA38F-FA2B-8930-204E-911EA0D16944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8992008" y="6366744"/>
                  <a:ext cx="238320" cy="540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99442901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36AC841-503C-F7DD-E9A9-35D51295A19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8463579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180F7E2AADB42F4F94A0E44679B89A5F" ma:contentTypeVersion="3" ma:contentTypeDescription="Create a new document." ma:contentTypeScope="" ma:versionID="095c2e2bd464aea1c5e8bf553b1b8c8f">
  <xsd:schema xmlns:xsd="http://www.w3.org/2001/XMLSchema" xmlns:xs="http://www.w3.org/2001/XMLSchema" xmlns:p="http://schemas.microsoft.com/office/2006/metadata/properties" xmlns:ns2="54e62d50-43ec-40b5-93bd-d68fd11638e6" targetNamespace="http://schemas.microsoft.com/office/2006/metadata/properties" ma:root="true" ma:fieldsID="2d36a206fe6acc26553a90a3f1519cb4" ns2:_="">
    <xsd:import namespace="54e62d50-43ec-40b5-93bd-d68fd11638e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e62d50-43ec-40b5-93bd-d68fd11638e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1E41C36F-335F-46BF-AFC9-161B79A341B5}"/>
</file>

<file path=customXml/itemProps2.xml><?xml version="1.0" encoding="utf-8"?>
<ds:datastoreItem xmlns:ds="http://schemas.openxmlformats.org/officeDocument/2006/customXml" ds:itemID="{C6DC88FB-2EEC-4BDB-BA0E-0348B535EFBA}"/>
</file>

<file path=customXml/itemProps3.xml><?xml version="1.0" encoding="utf-8"?>
<ds:datastoreItem xmlns:ds="http://schemas.openxmlformats.org/officeDocument/2006/customXml" ds:itemID="{9651FB06-D455-4485-9A0D-4CA519DBB203}"/>
</file>

<file path=docProps/app.xml><?xml version="1.0" encoding="utf-8"?>
<Properties xmlns="http://schemas.openxmlformats.org/officeDocument/2006/extended-properties" xmlns:vt="http://schemas.openxmlformats.org/officeDocument/2006/docPropsVTypes">
  <TotalTime>22</TotalTime>
  <Words>71</Words>
  <Application>Microsoft Office PowerPoint</Application>
  <PresentationFormat>Widescreen</PresentationFormat>
  <Paragraphs>20</Paragraphs>
  <Slides>37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37</vt:i4>
      </vt:variant>
    </vt:vector>
  </HeadingPairs>
  <TitlesOfParts>
    <vt:vector size="41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Indrajit Mukherjee</dc:creator>
  <cp:lastModifiedBy>Indrajit Mukherjee</cp:lastModifiedBy>
  <cp:revision>2</cp:revision>
  <dcterms:created xsi:type="dcterms:W3CDTF">2023-11-10T05:54:12Z</dcterms:created>
  <dcterms:modified xsi:type="dcterms:W3CDTF">2023-11-10T06:17:00Z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0x010100180F7E2AADB42F4F94A0E44679B89A5F</vt:lpwstr>
  </property>
</Properties>
</file>